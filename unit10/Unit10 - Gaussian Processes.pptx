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71" r:id="rId2"/>
    <p:sldId id="303" r:id="rId3"/>
    <p:sldId id="449" r:id="rId4"/>
    <p:sldId id="420" r:id="rId5"/>
    <p:sldId id="455" r:id="rId6"/>
    <p:sldId id="457" r:id="rId7"/>
    <p:sldId id="429" r:id="rId8"/>
    <p:sldId id="450" r:id="rId9"/>
    <p:sldId id="454" r:id="rId10"/>
    <p:sldId id="456" r:id="rId11"/>
    <p:sldId id="433" r:id="rId12"/>
    <p:sldId id="458" r:id="rId13"/>
    <p:sldId id="430" r:id="rId14"/>
    <p:sldId id="451" r:id="rId15"/>
    <p:sldId id="460" r:id="rId16"/>
    <p:sldId id="380" r:id="rId17"/>
    <p:sldId id="423" r:id="rId18"/>
    <p:sldId id="452" r:id="rId19"/>
    <p:sldId id="461" r:id="rId20"/>
    <p:sldId id="462" r:id="rId21"/>
    <p:sldId id="463" r:id="rId22"/>
    <p:sldId id="360" r:id="rId23"/>
    <p:sldId id="431" r:id="rId24"/>
    <p:sldId id="304" r:id="rId25"/>
  </p:sldIdLst>
  <p:sldSz cx="9144000" cy="5143500" type="screen16x9"/>
  <p:notesSz cx="6858000" cy="9144000"/>
  <p:custDataLst>
    <p:tags r:id="rId2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81">
          <p15:clr>
            <a:srgbClr val="A4A3A4"/>
          </p15:clr>
        </p15:guide>
        <p15:guide id="2" orient="horz" pos="3140">
          <p15:clr>
            <a:srgbClr val="A4A3A4"/>
          </p15:clr>
        </p15:guide>
        <p15:guide id="3" orient="horz" pos="3026">
          <p15:clr>
            <a:srgbClr val="A4A3A4"/>
          </p15:clr>
        </p15:guide>
        <p15:guide id="4" orient="horz" pos="667">
          <p15:clr>
            <a:srgbClr val="A4A3A4"/>
          </p15:clr>
        </p15:guide>
        <p15:guide id="5" orient="horz" pos="1847">
          <p15:clr>
            <a:srgbClr val="A4A3A4"/>
          </p15:clr>
        </p15:guide>
        <p15:guide id="6" orient="horz" pos="1960">
          <p15:clr>
            <a:srgbClr val="A4A3A4"/>
          </p15:clr>
        </p15:guide>
        <p15:guide id="7" pos="113">
          <p15:clr>
            <a:srgbClr val="A4A3A4"/>
          </p15:clr>
        </p15:guide>
        <p15:guide id="8" pos="226">
          <p15:clr>
            <a:srgbClr val="A4A3A4"/>
          </p15:clr>
        </p15:guide>
        <p15:guide id="9" pos="4558">
          <p15:clr>
            <a:srgbClr val="A4A3A4"/>
          </p15:clr>
        </p15:guide>
        <p15:guide id="10" pos="2450">
          <p15:clr>
            <a:srgbClr val="A4A3A4"/>
          </p15:clr>
        </p15:guide>
        <p15:guide id="11" pos="3561">
          <p15:clr>
            <a:srgbClr val="A4A3A4"/>
          </p15:clr>
        </p15:guide>
        <p15:guide id="12" pos="4672">
          <p15:clr>
            <a:srgbClr val="A4A3A4"/>
          </p15:clr>
        </p15:guide>
        <p15:guide id="13" pos="2336">
          <p15:clr>
            <a:srgbClr val="A4A3A4"/>
          </p15:clr>
        </p15:guide>
        <p15:guide id="14" pos="1225">
          <p15:clr>
            <a:srgbClr val="A4A3A4"/>
          </p15:clr>
        </p15:guide>
        <p15:guide id="15" pos="3447">
          <p15:clr>
            <a:srgbClr val="A4A3A4"/>
          </p15:clr>
        </p15:guide>
        <p15:guide id="16" pos="1339">
          <p15:clr>
            <a:srgbClr val="A4A3A4"/>
          </p15:clr>
        </p15:guide>
        <p15:guide id="17" pos="5646">
          <p15:clr>
            <a:srgbClr val="A4A3A4"/>
          </p15:clr>
        </p15:guide>
        <p15:guide id="18" pos="5647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676">
          <p15:clr>
            <a:srgbClr val="A4A3A4"/>
          </p15:clr>
        </p15:guide>
        <p15:guide id="2" orient="horz" pos="2540">
          <p15:clr>
            <a:srgbClr val="A4A3A4"/>
          </p15:clr>
        </p15:guide>
        <p15:guide id="3" orient="horz" pos="2812">
          <p15:clr>
            <a:srgbClr val="A4A3A4"/>
          </p15:clr>
        </p15:guide>
        <p15:guide id="4" orient="horz" pos="431">
          <p15:clr>
            <a:srgbClr val="A4A3A4"/>
          </p15:clr>
        </p15:guide>
        <p15:guide id="5" orient="horz" pos="5284">
          <p15:clr>
            <a:srgbClr val="A4A3A4"/>
          </p15:clr>
        </p15:guide>
        <p15:guide id="6" orient="horz" pos="567">
          <p15:clr>
            <a:srgbClr val="A4A3A4"/>
          </p15:clr>
        </p15:guide>
        <p15:guide id="7" pos="550">
          <p15:clr>
            <a:srgbClr val="A4A3A4"/>
          </p15:clr>
        </p15:guide>
        <p15:guide id="8" pos="4065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50"/>
    <a:srgbClr val="000000"/>
    <a:srgbClr val="B1063A"/>
    <a:srgbClr val="92D050"/>
    <a:srgbClr val="FB80A6"/>
    <a:srgbClr val="F6A800"/>
    <a:srgbClr val="0070C0"/>
    <a:srgbClr val="FFFF00"/>
    <a:srgbClr val="FBFCFC"/>
    <a:srgbClr val="FCFC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33"/>
    <p:restoredTop sz="86202"/>
  </p:normalViewPr>
  <p:slideViewPr>
    <p:cSldViewPr snapToGrid="0" snapToObjects="1" showGuides="1">
      <p:cViewPr varScale="1">
        <p:scale>
          <a:sx n="139" d="100"/>
          <a:sy n="139" d="100"/>
        </p:scale>
        <p:origin x="176" y="272"/>
      </p:cViewPr>
      <p:guideLst>
        <p:guide orient="horz" pos="781"/>
        <p:guide orient="horz" pos="3140"/>
        <p:guide orient="horz" pos="3026"/>
        <p:guide orient="horz" pos="667"/>
        <p:guide orient="horz" pos="1847"/>
        <p:guide orient="horz" pos="1960"/>
        <p:guide pos="113"/>
        <p:guide pos="226"/>
        <p:guide pos="4558"/>
        <p:guide pos="2450"/>
        <p:guide pos="3561"/>
        <p:guide pos="4672"/>
        <p:guide pos="2336"/>
        <p:guide pos="1225"/>
        <p:guide pos="3447"/>
        <p:guide pos="1339"/>
        <p:guide pos="5646"/>
        <p:guide pos="564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63" d="100"/>
          <a:sy n="63" d="100"/>
        </p:scale>
        <p:origin x="-3115" y="-67"/>
      </p:cViewPr>
      <p:guideLst>
        <p:guide orient="horz" pos="2676"/>
        <p:guide orient="horz" pos="2540"/>
        <p:guide orient="horz" pos="2812"/>
        <p:guide orient="horz" pos="431"/>
        <p:guide orient="horz" pos="5284"/>
        <p:guide orient="horz" pos="567"/>
        <p:guide pos="550"/>
        <p:guide pos="4065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1"/>
          <p:cNvSpPr>
            <a:spLocks noGrp="1"/>
          </p:cNvSpPr>
          <p:nvPr>
            <p:ph type="hdr" sz="quarter"/>
          </p:nvPr>
        </p:nvSpPr>
        <p:spPr bwMode="gray">
          <a:xfrm>
            <a:off x="875935" y="467544"/>
            <a:ext cx="5577000" cy="205494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100" b="1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Date Placeholder 2"/>
          <p:cNvSpPr>
            <a:spLocks noGrp="1"/>
          </p:cNvSpPr>
          <p:nvPr>
            <p:ph type="dt" idx="1"/>
          </p:nvPr>
        </p:nvSpPr>
        <p:spPr bwMode="gray">
          <a:xfrm>
            <a:off x="3465005" y="8372413"/>
            <a:ext cx="878396" cy="292011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/>
            </a:lvl1pPr>
          </a:lstStyle>
          <a:p>
            <a:fld id="{AA592FF2-A4BD-4E98-AC76-A10007E04C10}" type="datetimeFigureOut">
              <a:rPr lang="en-US" smtClean="0"/>
              <a:pPr/>
              <a:t>6/2/25</a:t>
            </a:fld>
            <a:endParaRPr lang="en-US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2"/>
          </p:nvPr>
        </p:nvSpPr>
        <p:spPr bwMode="gray">
          <a:xfrm>
            <a:off x="875935" y="8371854"/>
            <a:ext cx="2589069" cy="292569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/>
            </a:lvl1pPr>
          </a:lstStyle>
          <a:p>
            <a:endParaRPr lang="en-US" dirty="0"/>
          </a:p>
        </p:txBody>
      </p:sp>
      <p:sp>
        <p:nvSpPr>
          <p:cNvPr id="13" name="Slide Number Placeholder 6"/>
          <p:cNvSpPr>
            <a:spLocks noGrp="1"/>
          </p:cNvSpPr>
          <p:nvPr>
            <p:ph type="sldNum" sz="quarter" idx="3"/>
          </p:nvPr>
        </p:nvSpPr>
        <p:spPr bwMode="gray">
          <a:xfrm>
            <a:off x="4509120" y="8371854"/>
            <a:ext cx="1944067" cy="288033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/>
            </a:lvl1pPr>
          </a:lstStyle>
          <a:p>
            <a:r>
              <a:rPr lang="en-US" dirty="0"/>
              <a:t>Chart </a:t>
            </a:r>
            <a:fld id="{4CBF50E3-ED67-46F2-ABFC-A36EE1082CF7}" type="slidenum">
              <a:rPr lang="en-US" b="1" smtClean="0"/>
              <a:pPr/>
              <a:t>‹#›</a:t>
            </a:fld>
            <a:endParaRPr lang="en-US" b="1" dirty="0"/>
          </a:p>
        </p:txBody>
      </p:sp>
      <p:grpSp>
        <p:nvGrpSpPr>
          <p:cNvPr id="14" name="Group 13"/>
          <p:cNvGrpSpPr/>
          <p:nvPr/>
        </p:nvGrpSpPr>
        <p:grpSpPr bwMode="gray">
          <a:xfrm>
            <a:off x="-118387" y="-84708"/>
            <a:ext cx="7075771" cy="9350590"/>
            <a:chOff x="-118387" y="-84708"/>
            <a:chExt cx="7075771" cy="9350590"/>
          </a:xfrm>
        </p:grpSpPr>
        <p:grpSp>
          <p:nvGrpSpPr>
            <p:cNvPr id="15" name="Group 14"/>
            <p:cNvGrpSpPr/>
            <p:nvPr/>
          </p:nvGrpSpPr>
          <p:grpSpPr bwMode="gray">
            <a:xfrm>
              <a:off x="-118387" y="679134"/>
              <a:ext cx="72000" cy="7699656"/>
              <a:chOff x="-141537" y="679134"/>
              <a:chExt cx="108000" cy="7699656"/>
            </a:xfrm>
          </p:grpSpPr>
          <p:cxnSp>
            <p:nvCxnSpPr>
              <p:cNvPr id="29" name="Straight Connector 28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/>
            <p:cNvGrpSpPr/>
            <p:nvPr/>
          </p:nvGrpSpPr>
          <p:grpSpPr bwMode="gray">
            <a:xfrm>
              <a:off x="6885384" y="679134"/>
              <a:ext cx="72000" cy="7699656"/>
              <a:chOff x="-141537" y="679134"/>
              <a:chExt cx="108000" cy="7699656"/>
            </a:xfrm>
          </p:grpSpPr>
          <p:cxnSp>
            <p:nvCxnSpPr>
              <p:cNvPr id="23" name="Straight Connector 22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/>
            <p:cNvGrpSpPr/>
            <p:nvPr/>
          </p:nvGrpSpPr>
          <p:grpSpPr bwMode="gray">
            <a:xfrm>
              <a:off x="867029" y="-84708"/>
              <a:ext cx="5583936" cy="72516"/>
              <a:chOff x="867029" y="-84708"/>
              <a:chExt cx="5583936" cy="72516"/>
            </a:xfrm>
          </p:grpSpPr>
          <p:cxnSp>
            <p:nvCxnSpPr>
              <p:cNvPr id="21" name="Straight Connector 20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/>
            <p:cNvGrpSpPr/>
            <p:nvPr/>
          </p:nvGrpSpPr>
          <p:grpSpPr bwMode="gray">
            <a:xfrm>
              <a:off x="867029" y="9193366"/>
              <a:ext cx="5583936" cy="72516"/>
              <a:chOff x="867029" y="-84708"/>
              <a:chExt cx="5583936" cy="72516"/>
            </a:xfrm>
          </p:grpSpPr>
          <p:cxnSp>
            <p:nvCxnSpPr>
              <p:cNvPr id="19" name="Straight Connector 18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96152874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gray">
          <a:xfrm rot="-120000">
            <a:off x="711348" y="773280"/>
            <a:ext cx="5828291" cy="3379437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gray">
          <a:xfrm>
            <a:off x="875935" y="467544"/>
            <a:ext cx="5577000" cy="205494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100" b="1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gray">
          <a:xfrm>
            <a:off x="3465005" y="8372413"/>
            <a:ext cx="878396" cy="292011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/>
            </a:lvl1pPr>
          </a:lstStyle>
          <a:p>
            <a:fld id="{AA592FF2-A4BD-4E98-AC76-A10007E04C10}" type="datetimeFigureOut">
              <a:rPr lang="en-US" smtClean="0"/>
              <a:pPr/>
              <a:t>6/2/25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875936" y="885346"/>
            <a:ext cx="5577000" cy="3137062"/>
          </a:xfrm>
          <a:prstGeom prst="rect">
            <a:avLst/>
          </a:prstGeom>
          <a:noFill/>
          <a:ln w="12700">
            <a:noFill/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gray">
          <a:xfrm>
            <a:off x="873125" y="4448113"/>
            <a:ext cx="3470275" cy="3923741"/>
          </a:xfrm>
          <a:prstGeom prst="rect">
            <a:avLst/>
          </a:prstGeom>
        </p:spPr>
        <p:txBody>
          <a:bodyPr vert="horz" lIns="0" tIns="0" rIns="9144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gray">
          <a:xfrm>
            <a:off x="875935" y="8371854"/>
            <a:ext cx="2589069" cy="292569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gray">
          <a:xfrm>
            <a:off x="4509120" y="8371854"/>
            <a:ext cx="1944067" cy="288033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/>
            </a:lvl1pPr>
          </a:lstStyle>
          <a:p>
            <a:r>
              <a:rPr lang="en-US" dirty="0"/>
              <a:t>Chart </a:t>
            </a:r>
            <a:fld id="{4CBF50E3-ED67-46F2-ABFC-A36EE1082CF7}" type="slidenum">
              <a:rPr lang="en-US" b="1" smtClean="0"/>
              <a:pPr/>
              <a:t>‹#›</a:t>
            </a:fld>
            <a:endParaRPr lang="en-US" b="1" dirty="0"/>
          </a:p>
        </p:txBody>
      </p:sp>
      <p:cxnSp>
        <p:nvCxnSpPr>
          <p:cNvPr id="11" name="Straight Connector 10"/>
          <p:cNvCxnSpPr/>
          <p:nvPr/>
        </p:nvCxnSpPr>
        <p:spPr bwMode="gray">
          <a:xfrm>
            <a:off x="4509121" y="4938581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 bwMode="gray">
          <a:xfrm>
            <a:off x="4509121" y="5429049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 bwMode="gray">
          <a:xfrm>
            <a:off x="4509121" y="5919517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 bwMode="gray">
          <a:xfrm>
            <a:off x="4509121" y="6409985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 bwMode="gray">
          <a:xfrm>
            <a:off x="4509121" y="6900453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 bwMode="gray">
          <a:xfrm>
            <a:off x="4509121" y="7390921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 bwMode="gray">
          <a:xfrm>
            <a:off x="4509121" y="7881389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 bwMode="gray">
          <a:xfrm>
            <a:off x="4509121" y="8371854"/>
            <a:ext cx="1943816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 bwMode="gray">
          <a:xfrm>
            <a:off x="0" y="885346"/>
            <a:ext cx="45719" cy="314690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 bwMode="gray">
          <a:xfrm>
            <a:off x="0" y="4032250"/>
            <a:ext cx="45719" cy="4356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2" name="Group 71"/>
          <p:cNvGrpSpPr/>
          <p:nvPr/>
        </p:nvGrpSpPr>
        <p:grpSpPr>
          <a:xfrm>
            <a:off x="-118387" y="-84708"/>
            <a:ext cx="7075771" cy="9350590"/>
            <a:chOff x="-118387" y="-84708"/>
            <a:chExt cx="7075771" cy="9350590"/>
          </a:xfrm>
        </p:grpSpPr>
        <p:grpSp>
          <p:nvGrpSpPr>
            <p:cNvPr id="57" name="Group 56"/>
            <p:cNvGrpSpPr/>
            <p:nvPr/>
          </p:nvGrpSpPr>
          <p:grpSpPr>
            <a:xfrm>
              <a:off x="-118387" y="679134"/>
              <a:ext cx="72000" cy="7699656"/>
              <a:chOff x="-141537" y="679134"/>
              <a:chExt cx="108000" cy="7699656"/>
            </a:xfrm>
          </p:grpSpPr>
          <p:cxnSp>
            <p:nvCxnSpPr>
              <p:cNvPr id="50" name="Straight Connector 49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8" name="Group 57"/>
            <p:cNvGrpSpPr/>
            <p:nvPr/>
          </p:nvGrpSpPr>
          <p:grpSpPr>
            <a:xfrm>
              <a:off x="6885384" y="679134"/>
              <a:ext cx="72000" cy="7699656"/>
              <a:chOff x="-141537" y="679134"/>
              <a:chExt cx="108000" cy="7699656"/>
            </a:xfrm>
          </p:grpSpPr>
          <p:cxnSp>
            <p:nvCxnSpPr>
              <p:cNvPr id="59" name="Straight Connector 58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8" name="Group 67"/>
            <p:cNvGrpSpPr/>
            <p:nvPr/>
          </p:nvGrpSpPr>
          <p:grpSpPr>
            <a:xfrm>
              <a:off x="867029" y="-84708"/>
              <a:ext cx="5583936" cy="72516"/>
              <a:chOff x="867029" y="-84708"/>
              <a:chExt cx="5583936" cy="72516"/>
            </a:xfrm>
          </p:grpSpPr>
          <p:cxnSp>
            <p:nvCxnSpPr>
              <p:cNvPr id="66" name="Straight Connector 65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Group 68"/>
            <p:cNvGrpSpPr/>
            <p:nvPr/>
          </p:nvGrpSpPr>
          <p:grpSpPr>
            <a:xfrm>
              <a:off x="867029" y="9193366"/>
              <a:ext cx="5583936" cy="72516"/>
              <a:chOff x="867029" y="-84708"/>
              <a:chExt cx="5583936" cy="72516"/>
            </a:xfrm>
          </p:grpSpPr>
          <p:cxnSp>
            <p:nvCxnSpPr>
              <p:cNvPr id="70" name="Straight Connector 69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99254716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indent="0" algn="l" defTabSz="914400" rtl="0" eaLnBrk="1" latinLnBrk="0" hangingPunct="1">
      <a:spcBef>
        <a:spcPts val="200"/>
      </a:spcBef>
      <a:spcAft>
        <a:spcPts val="200"/>
      </a:spcAft>
      <a:defRPr sz="1050" kern="1200">
        <a:solidFill>
          <a:schemeClr val="tx1"/>
        </a:solidFill>
        <a:latin typeface="+mn-lt"/>
        <a:ea typeface="+mn-ea"/>
        <a:cs typeface="+mn-cs"/>
      </a:defRPr>
    </a:lvl1pPr>
    <a:lvl2pPr marL="171450" indent="-17145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■"/>
      <a:defRPr sz="1050" kern="1200">
        <a:solidFill>
          <a:schemeClr val="tx1"/>
        </a:solidFill>
        <a:latin typeface="+mn-lt"/>
        <a:ea typeface="+mn-ea"/>
        <a:cs typeface="+mn-cs"/>
      </a:defRPr>
    </a:lvl2pPr>
    <a:lvl3pPr marL="360363" indent="-179388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□"/>
      <a:defRPr sz="1050" kern="1200">
        <a:solidFill>
          <a:schemeClr val="tx1"/>
        </a:solidFill>
        <a:latin typeface="+mn-lt"/>
        <a:ea typeface="+mn-ea"/>
        <a:cs typeface="+mn-cs"/>
      </a:defRPr>
    </a:lvl3pPr>
    <a:lvl4pPr marL="541338" indent="-180975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–"/>
      <a:defRPr sz="1050" kern="1200">
        <a:solidFill>
          <a:schemeClr val="tx1"/>
        </a:solidFill>
        <a:latin typeface="+mn-lt"/>
        <a:ea typeface="+mn-ea"/>
        <a:cs typeface="+mn-cs"/>
      </a:defRPr>
    </a:lvl4pPr>
    <a:lvl5pPr marL="266700" indent="-26670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rabicPeriod"/>
      <a:defRPr sz="1050" kern="1200">
        <a:solidFill>
          <a:schemeClr val="tx1"/>
        </a:solidFill>
        <a:latin typeface="+mn-lt"/>
        <a:ea typeface="+mn-ea"/>
        <a:cs typeface="+mn-cs"/>
      </a:defRPr>
    </a:lvl5pPr>
    <a:lvl6pPr marL="449263" indent="-185738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lphaLcParenR"/>
      <a:defRPr sz="105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None/>
      <a:defRPr sz="1400" kern="1200" cap="all" baseline="0">
        <a:solidFill>
          <a:schemeClr val="accent1"/>
        </a:solidFill>
        <a:latin typeface="+mn-lt"/>
        <a:ea typeface="+mn-ea"/>
        <a:cs typeface="+mn-cs"/>
      </a:defRPr>
    </a:lvl7pPr>
    <a:lvl8pPr marL="0" indent="0" algn="l" defTabSz="914400" rtl="0" eaLnBrk="1" latinLnBrk="0" hangingPunct="1">
      <a:spcBef>
        <a:spcPts val="200"/>
      </a:spcBef>
      <a:spcAft>
        <a:spcPts val="200"/>
      </a:spcAft>
      <a:defRPr sz="1400" b="0" kern="1200" cap="all" baseline="0">
        <a:solidFill>
          <a:schemeClr val="accent1"/>
        </a:solidFill>
        <a:latin typeface="+mn-lt"/>
        <a:ea typeface="+mn-ea"/>
        <a:cs typeface="+mn-cs"/>
      </a:defRPr>
    </a:lvl8pPr>
    <a:lvl9pPr marL="0" indent="0" algn="l" defTabSz="914400" rtl="0" eaLnBrk="1" latinLnBrk="0" hangingPunct="1">
      <a:spcBef>
        <a:spcPts val="200"/>
      </a:spcBef>
      <a:spcAft>
        <a:spcPts val="200"/>
      </a:spcAft>
      <a:defRPr sz="1400" b="0" kern="1200" cap="all" baseline="0">
        <a:solidFill>
          <a:schemeClr val="accent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876300" y="885825"/>
            <a:ext cx="5576888" cy="3136900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8754563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876300" y="885825"/>
            <a:ext cx="5576888" cy="3136900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0637701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876300" y="885825"/>
            <a:ext cx="5576888" cy="3136900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3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4237190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876300" y="885825"/>
            <a:ext cx="5576888" cy="3136900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8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9816143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76300" y="885825"/>
            <a:ext cx="5576888" cy="3136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10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0369397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876300" y="885825"/>
            <a:ext cx="5576888" cy="31369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13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7541454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876300" y="885825"/>
            <a:ext cx="5576888" cy="3136900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14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6372369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876300" y="885825"/>
            <a:ext cx="5576888" cy="3136900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18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8957348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76300" y="885825"/>
            <a:ext cx="5576888" cy="3136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22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0585636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876300" y="885825"/>
            <a:ext cx="5576888" cy="3136900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23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9120589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D4E7ADB-7DF0-CA7D-D844-49687372DED4}"/>
              </a:ext>
            </a:extLst>
          </p:cNvPr>
          <p:cNvSpPr/>
          <p:nvPr userDrawn="1"/>
        </p:nvSpPr>
        <p:spPr bwMode="gray">
          <a:xfrm>
            <a:off x="1588595" y="3610713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9" y="2932113"/>
            <a:ext cx="8601073" cy="205263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2"/>
            <a:ext cx="8605838" cy="374491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 dirty="0"/>
              <a:t>Insert picture by </a:t>
            </a:r>
            <a:br>
              <a:rPr lang="en-US" noProof="0" dirty="0"/>
            </a:br>
            <a:r>
              <a:rPr lang="en-US" noProof="0" dirty="0"/>
              <a:t>clicking the icon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en-US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2926794"/>
            <a:ext cx="8601073" cy="2057956"/>
          </a:xfrm>
          <a:prstGeom prst="rect">
            <a:avLst/>
          </a:prstGeom>
          <a:solidFill>
            <a:schemeClr val="accent1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3" y="2926794"/>
            <a:ext cx="8421689" cy="1031637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br>
              <a:rPr lang="en-US" dirty="0"/>
            </a:br>
            <a:r>
              <a:rPr lang="en-US" dirty="0"/>
              <a:t>up to maximum 2 lines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3" y="3958431"/>
            <a:ext cx="8421689" cy="840025"/>
          </a:xfrm>
          <a:prstGeom prst="rect">
            <a:avLst/>
          </a:prstGeom>
        </p:spPr>
        <p:txBody>
          <a:bodyPr rIns="108000"/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</a:t>
            </a:r>
            <a:br>
              <a:rPr lang="en-US" dirty="0"/>
            </a:br>
            <a:r>
              <a:rPr lang="en-US" dirty="0"/>
              <a:t>Job Description</a:t>
            </a:r>
            <a:br>
              <a:rPr lang="en-US" dirty="0"/>
            </a:br>
            <a:r>
              <a:rPr lang="en-US" dirty="0"/>
              <a:t>Institute</a:t>
            </a:r>
          </a:p>
        </p:txBody>
      </p:sp>
    </p:spTree>
    <p:extLst>
      <p:ext uri="{BB962C8B-B14F-4D97-AF65-F5344CB8AC3E}">
        <p14:creationId xmlns:p14="http://schemas.microsoft.com/office/powerpoint/2010/main" val="1497928299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without speak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79B42E9-6004-B682-9BB2-B6781818F1BD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9" y="3604262"/>
            <a:ext cx="8601075" cy="138048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3"/>
            <a:ext cx="8605838" cy="374015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 dirty="0"/>
              <a:t>Insert picture by </a:t>
            </a:r>
            <a:br>
              <a:rPr lang="en-US" noProof="0" dirty="0"/>
            </a:br>
            <a:r>
              <a:rPr lang="en-US" noProof="0" dirty="0"/>
              <a:t>clicking the icon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15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3604260"/>
            <a:ext cx="8601073" cy="1380489"/>
          </a:xfrm>
          <a:prstGeom prst="rect">
            <a:avLst/>
          </a:prstGeom>
          <a:solidFill>
            <a:schemeClr val="accent1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3604261"/>
            <a:ext cx="8421689" cy="1199516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</a:t>
            </a:r>
            <a:br>
              <a:rPr lang="en-US" noProof="0" dirty="0"/>
            </a:br>
            <a:r>
              <a:rPr lang="en-US" noProof="0" dirty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14300643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AC0A0F-D572-A6E0-387E-345D272423FA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8" y="2932113"/>
            <a:ext cx="8601075" cy="20526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2"/>
            <a:ext cx="8605838" cy="374491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 dirty="0"/>
              <a:t>Insert picture by </a:t>
            </a:r>
            <a:br>
              <a:rPr lang="en-US" noProof="0" dirty="0"/>
            </a:br>
            <a:r>
              <a:rPr lang="en-US" noProof="0" dirty="0"/>
              <a:t>clicking the icon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16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2926794"/>
            <a:ext cx="8601073" cy="2057956"/>
          </a:xfrm>
          <a:prstGeom prst="rect">
            <a:avLst/>
          </a:prstGeom>
          <a:solidFill>
            <a:schemeClr val="accent2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2932114"/>
            <a:ext cx="8421689" cy="1026317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br>
              <a:rPr lang="en-US" dirty="0"/>
            </a:br>
            <a:r>
              <a:rPr lang="en-US" dirty="0"/>
              <a:t>up to maximum 2 lines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5" y="3958431"/>
            <a:ext cx="8421687" cy="840025"/>
          </a:xfrm>
          <a:prstGeom prst="rect">
            <a:avLst/>
          </a:prstGeom>
        </p:spPr>
        <p:txBody>
          <a:bodyPr rIns="108000"/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</a:t>
            </a:r>
            <a:br>
              <a:rPr lang="en-US" dirty="0"/>
            </a:br>
            <a:r>
              <a:rPr lang="en-US" dirty="0"/>
              <a:t>Job Description</a:t>
            </a:r>
            <a:br>
              <a:rPr lang="en-US" dirty="0"/>
            </a:br>
            <a:r>
              <a:rPr lang="en-US" dirty="0"/>
              <a:t>Institute</a:t>
            </a:r>
          </a:p>
        </p:txBody>
      </p:sp>
    </p:spTree>
    <p:extLst>
      <p:ext uri="{BB962C8B-B14F-4D97-AF65-F5344CB8AC3E}">
        <p14:creationId xmlns:p14="http://schemas.microsoft.com/office/powerpoint/2010/main" val="292368745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range (without speak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6FFFF40-1830-662B-0DF7-6359FB3CF885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8" y="3604262"/>
            <a:ext cx="8601075" cy="13804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3"/>
            <a:ext cx="8605838" cy="3744914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 dirty="0"/>
              <a:t>Insert picture by </a:t>
            </a:r>
            <a:br>
              <a:rPr lang="en-US" noProof="0" dirty="0"/>
            </a:br>
            <a:r>
              <a:rPr lang="en-US" noProof="0" dirty="0"/>
              <a:t>clicking the icon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15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3604260"/>
            <a:ext cx="8601073" cy="1380489"/>
          </a:xfrm>
          <a:prstGeom prst="rect">
            <a:avLst/>
          </a:prstGeom>
          <a:solidFill>
            <a:schemeClr val="accent2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3604261"/>
            <a:ext cx="8421689" cy="1199516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</a:t>
            </a:r>
            <a:br>
              <a:rPr lang="en-US" noProof="0" dirty="0"/>
            </a:br>
            <a:r>
              <a:rPr lang="en-US" noProof="0" dirty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50457300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 bwMode="gray">
          <a:xfrm>
            <a:off x="358775" y="1239838"/>
            <a:ext cx="6877050" cy="3563938"/>
          </a:xfrm>
          <a:prstGeom prst="rect">
            <a:avLst/>
          </a:prstGeom>
          <a:noFill/>
        </p:spPr>
        <p:txBody>
          <a:bodyPr lIns="0" tIns="72000" rIns="0" bIns="0"/>
          <a:lstStyle>
            <a:lvl1pPr marL="358775" indent="-358775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>
                <a:solidFill>
                  <a:schemeClr val="tx1"/>
                </a:solidFill>
              </a:defRPr>
            </a:lvl1pPr>
            <a:lvl2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2pPr>
            <a:lvl3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3pPr>
            <a:lvl4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4pPr>
            <a:lvl5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5pPr>
            <a:lvl6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6pPr>
            <a:lvl7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7pPr>
            <a:lvl8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 cap="none" baseline="0">
                <a:solidFill>
                  <a:schemeClr val="tx1"/>
                </a:solidFill>
              </a:defRPr>
            </a:lvl8pPr>
            <a:lvl9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 cap="none" baseline="0">
                <a:solidFill>
                  <a:schemeClr val="tx1"/>
                </a:solidFill>
              </a:defRPr>
            </a:lvl9pPr>
          </a:lstStyle>
          <a:p>
            <a:pPr lvl="0"/>
            <a:r>
              <a:rPr lang="en-GB" noProof="0" dirty="0"/>
              <a:t>Click to edit </a:t>
            </a:r>
            <a:r>
              <a:rPr lang="en-US" noProof="0" dirty="0"/>
              <a:t>Master</a:t>
            </a:r>
            <a:r>
              <a:rPr lang="en-GB" noProof="0" dirty="0"/>
              <a:t> text styles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/>
              <a:t>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CFF3EC-409E-63A1-E030-5FEB5C32CFB4}"/>
              </a:ext>
            </a:extLst>
          </p:cNvPr>
          <p:cNvSpPr txBox="1"/>
          <p:nvPr userDrawn="1"/>
        </p:nvSpPr>
        <p:spPr bwMode="gray">
          <a:xfrm>
            <a:off x="8130746" y="42672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182563" indent="-182563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■"/>
            </a:pPr>
            <a:endParaRPr lang="en-US" sz="1200" dirty="0" err="1"/>
          </a:p>
        </p:txBody>
      </p:sp>
    </p:spTree>
    <p:extLst>
      <p:ext uri="{BB962C8B-B14F-4D97-AF65-F5344CB8AC3E}">
        <p14:creationId xmlns:p14="http://schemas.microsoft.com/office/powerpoint/2010/main" val="3296948856"/>
      </p:ext>
    </p:extLst>
  </p:cSld>
  <p:clrMapOvr>
    <a:masterClrMapping/>
  </p:clrMapOvr>
  <p:transition spd="slow">
    <p:wipe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/>
              <a:t>Write your title</a:t>
            </a:r>
            <a:br>
              <a:rPr lang="en-US" noProof="0" dirty="0"/>
            </a:br>
            <a:r>
              <a:rPr lang="en-US" noProof="0" dirty="0"/>
              <a:t>- maximum 2 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EA378-D654-6058-1100-7130BB18C70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58775" y="1239838"/>
            <a:ext cx="6877050" cy="35639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4627540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Bullet Poi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239837"/>
            <a:ext cx="6877051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</a:t>
            </a:r>
            <a:r>
              <a:rPr lang="en-US" noProof="0" dirty="0"/>
              <a:t>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  <a:endParaRPr lang="en-US" noProof="0" dirty="0"/>
          </a:p>
        </p:txBody>
      </p:sp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3481075343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(Tex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/>
              <a:t>Write your title</a:t>
            </a:r>
            <a:br>
              <a:rPr lang="en-US" noProof="0" dirty="0"/>
            </a:br>
            <a:r>
              <a:rPr lang="en-US" noProof="0" dirty="0"/>
              <a:t>- maximum 2 lines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C2384B77-A60D-2E26-15E3-207400B24A9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358777" y="1239837"/>
            <a:ext cx="3349624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078C676C-DB7C-A16F-DE7B-260DE2FD49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3886202" y="1232126"/>
            <a:ext cx="3349624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66185237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(Tex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239837"/>
            <a:ext cx="1584325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4"/>
          </p:nvPr>
        </p:nvSpPr>
        <p:spPr bwMode="gray">
          <a:xfrm>
            <a:off x="2124076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/>
          </p:nvPr>
        </p:nvSpPr>
        <p:spPr bwMode="gray">
          <a:xfrm>
            <a:off x="3886985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0"/>
          <p:cNvSpPr>
            <a:spLocks noGrp="1"/>
          </p:cNvSpPr>
          <p:nvPr>
            <p:ph type="body" sz="quarter" idx="16"/>
          </p:nvPr>
        </p:nvSpPr>
        <p:spPr bwMode="gray">
          <a:xfrm>
            <a:off x="5649913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405366817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(with Header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671649"/>
            <a:ext cx="1584325" cy="3132125"/>
          </a:xfrm>
          <a:prstGeom prst="rect">
            <a:avLst/>
          </a:prstGeom>
        </p:spPr>
        <p:txBody>
          <a:bodyPr tIns="0"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4"/>
          </p:nvPr>
        </p:nvSpPr>
        <p:spPr bwMode="gray">
          <a:xfrm>
            <a:off x="2124076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  <a:lvl6pPr>
              <a:buClr>
                <a:schemeClr val="accent2"/>
              </a:buClr>
              <a:defRPr/>
            </a:lvl6pPr>
            <a:lvl7pPr>
              <a:buClr>
                <a:schemeClr val="accent2"/>
              </a:buClr>
              <a:defRPr/>
            </a:lvl7pPr>
            <a:lvl8pPr>
              <a:defRPr>
                <a:solidFill>
                  <a:schemeClr val="accent2"/>
                </a:solidFill>
              </a:defRPr>
            </a:lvl8pPr>
            <a:lvl9pPr>
              <a:defRPr>
                <a:solidFill>
                  <a:schemeClr val="accent2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/>
          </p:nvPr>
        </p:nvSpPr>
        <p:spPr bwMode="gray">
          <a:xfrm>
            <a:off x="3886985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3"/>
              </a:buClr>
              <a:defRPr/>
            </a:lvl2pPr>
            <a:lvl3pPr>
              <a:buClr>
                <a:schemeClr val="accent3"/>
              </a:buClr>
              <a:defRPr/>
            </a:lvl3pPr>
            <a:lvl4pPr>
              <a:buClr>
                <a:schemeClr val="accent3"/>
              </a:buClr>
              <a:defRPr/>
            </a:lvl4pPr>
            <a:lvl5pPr>
              <a:buClr>
                <a:schemeClr val="accent3"/>
              </a:buClr>
              <a:defRPr/>
            </a:lvl5pPr>
            <a:lvl6pPr>
              <a:buClr>
                <a:schemeClr val="accent3"/>
              </a:buClr>
              <a:defRPr/>
            </a:lvl6pPr>
            <a:lvl7pPr>
              <a:buClr>
                <a:schemeClr val="accent3"/>
              </a:buClr>
              <a:defRPr/>
            </a:lvl7pPr>
            <a:lvl8pPr>
              <a:defRPr>
                <a:solidFill>
                  <a:schemeClr val="accent3"/>
                </a:solidFill>
              </a:defRPr>
            </a:lvl8pPr>
            <a:lvl9pPr>
              <a:defRPr>
                <a:solidFill>
                  <a:schemeClr val="accent3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3" name="Text Placeholder 10"/>
          <p:cNvSpPr>
            <a:spLocks noGrp="1"/>
          </p:cNvSpPr>
          <p:nvPr>
            <p:ph type="body" sz="quarter" idx="16"/>
          </p:nvPr>
        </p:nvSpPr>
        <p:spPr bwMode="gray">
          <a:xfrm>
            <a:off x="5649913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4"/>
              </a:buClr>
              <a:defRPr/>
            </a:lvl2pPr>
            <a:lvl3pPr>
              <a:buClr>
                <a:schemeClr val="accent4"/>
              </a:buClr>
              <a:defRPr/>
            </a:lvl3pPr>
            <a:lvl4pPr>
              <a:buClr>
                <a:schemeClr val="accent4"/>
              </a:buClr>
              <a:defRPr/>
            </a:lvl4pPr>
            <a:lvl5pPr>
              <a:buClr>
                <a:schemeClr val="accent4"/>
              </a:buClr>
              <a:defRPr/>
            </a:lvl5pPr>
            <a:lvl6pPr>
              <a:buClr>
                <a:schemeClr val="accent4"/>
              </a:buClr>
              <a:defRPr/>
            </a:lvl6pPr>
            <a:lvl7pPr>
              <a:buClr>
                <a:schemeClr val="accent4"/>
              </a:buClr>
              <a:defRPr/>
            </a:lvl7pPr>
            <a:lvl8pPr>
              <a:defRPr>
                <a:solidFill>
                  <a:schemeClr val="accent4"/>
                </a:solidFill>
              </a:defRPr>
            </a:lvl8pPr>
            <a:lvl9pPr>
              <a:defRPr>
                <a:solidFill>
                  <a:schemeClr val="accent4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58776" y="1239838"/>
            <a:ext cx="1584325" cy="287797"/>
          </a:xfrm>
          <a:prstGeom prst="rect">
            <a:avLst/>
          </a:prstGeom>
          <a:solidFill>
            <a:schemeClr val="accent1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1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2124076" y="1239838"/>
            <a:ext cx="1584325" cy="287797"/>
          </a:xfrm>
          <a:prstGeom prst="rect">
            <a:avLst/>
          </a:prstGeom>
          <a:solidFill>
            <a:schemeClr val="accent2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2</a:t>
            </a:r>
          </a:p>
        </p:txBody>
      </p:sp>
      <p:sp>
        <p:nvSpPr>
          <p:cNvPr id="15" name="Text Placeholder 3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3888573" y="1239838"/>
            <a:ext cx="1584325" cy="287797"/>
          </a:xfrm>
          <a:prstGeom prst="rect">
            <a:avLst/>
          </a:prstGeom>
          <a:solidFill>
            <a:schemeClr val="accent3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3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5644193" y="1239838"/>
            <a:ext cx="1584325" cy="287797"/>
          </a:xfrm>
          <a:prstGeom prst="rect">
            <a:avLst/>
          </a:prstGeom>
          <a:solidFill>
            <a:schemeClr val="accent4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4</a:t>
            </a:r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684359825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25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2124075" y="1239837"/>
            <a:ext cx="5111751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8" y="1239838"/>
            <a:ext cx="1763712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 dirty="0"/>
              <a:t>Insert picture by </a:t>
            </a:r>
            <a:br>
              <a:rPr lang="en-US" noProof="0" dirty="0"/>
            </a:br>
            <a:r>
              <a:rPr lang="en-US" noProof="0" dirty="0"/>
              <a:t>clicking the icon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751671967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887790" y="1239837"/>
            <a:ext cx="3348037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9" y="1239838"/>
            <a:ext cx="3529012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 dirty="0"/>
              <a:t>Insert picture by </a:t>
            </a:r>
            <a:br>
              <a:rPr lang="en-US" noProof="0" dirty="0"/>
            </a:br>
            <a:r>
              <a:rPr lang="en-US" noProof="0" dirty="0"/>
              <a:t>clicking the icon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823356174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75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5651502" y="1239837"/>
            <a:ext cx="1584325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7" y="1239838"/>
            <a:ext cx="5292725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119816392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6" y="1239838"/>
            <a:ext cx="7056441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025316029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A5AB30-E2C7-E7CF-C1E7-8CCE9089AB71}"/>
              </a:ext>
            </a:extLst>
          </p:cNvPr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6" y="339502"/>
            <a:ext cx="7056441" cy="4464273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910157539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 userDrawn="1"/>
        </p:nvSpPr>
        <p:spPr bwMode="gray">
          <a:xfrm>
            <a:off x="179389" y="2932113"/>
            <a:ext cx="8601075" cy="205263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4" y="1"/>
            <a:ext cx="7309295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2932113"/>
            <a:ext cx="8421685" cy="1871663"/>
          </a:xfrm>
          <a:solidFill>
            <a:srgbClr val="DD640C"/>
          </a:solidFill>
        </p:spPr>
        <p:txBody>
          <a:bodyPr lIns="108000" tIns="252000" rIns="108000" bIns="252000" anchor="ctr" anchorCtr="0"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 2 lines</a:t>
            </a:r>
          </a:p>
        </p:txBody>
      </p:sp>
      <p:sp>
        <p:nvSpPr>
          <p:cNvPr id="11" name="Rectangle 10"/>
          <p:cNvSpPr/>
          <p:nvPr userDrawn="1"/>
        </p:nvSpPr>
        <p:spPr bwMode="gray">
          <a:xfrm>
            <a:off x="358776" y="2751932"/>
            <a:ext cx="8605836" cy="18018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2" name="Rectangle 11"/>
          <p:cNvSpPr/>
          <p:nvPr userDrawn="1"/>
        </p:nvSpPr>
        <p:spPr bwMode="gray">
          <a:xfrm>
            <a:off x="8780464" y="2934376"/>
            <a:ext cx="184149" cy="1869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411182617"/>
      </p:ext>
    </p:extLst>
  </p:cSld>
  <p:clrMapOvr>
    <a:masterClrMapping/>
  </p:clrMapOvr>
  <p:transition spd="slow">
    <p:wipe dir="d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050"/>
          <p:cNvSpPr/>
          <p:nvPr/>
        </p:nvSpPr>
        <p:spPr bwMode="gray">
          <a:xfrm>
            <a:off x="177170" y="1"/>
            <a:ext cx="7238834" cy="10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358776" y="108001"/>
            <a:ext cx="6877051" cy="927588"/>
          </a:xfrm>
          <a:prstGeom prst="rect">
            <a:avLst/>
          </a:prstGeom>
        </p:spPr>
        <p:txBody>
          <a:bodyPr vert="horz" lIns="0" tIns="0" rIns="0" bIns="180000" rtlCol="0" anchor="b" anchorCtr="0">
            <a:noAutofit/>
          </a:bodyPr>
          <a:lstStyle/>
          <a:p>
            <a:r>
              <a:rPr lang="en-US" noProof="0" dirty="0"/>
              <a:t>Write your title</a:t>
            </a:r>
            <a:br>
              <a:rPr lang="en-US" noProof="0" dirty="0"/>
            </a:br>
            <a:r>
              <a:rPr lang="en-US" noProof="0" dirty="0"/>
              <a:t>- maximum 2 lines</a:t>
            </a:r>
          </a:p>
        </p:txBody>
      </p:sp>
      <p:grpSp>
        <p:nvGrpSpPr>
          <p:cNvPr id="23" name="Group 22"/>
          <p:cNvGrpSpPr/>
          <p:nvPr/>
        </p:nvGrpSpPr>
        <p:grpSpPr bwMode="gray">
          <a:xfrm>
            <a:off x="-101695" y="1055849"/>
            <a:ext cx="99454" cy="3924294"/>
            <a:chOff x="-101696" y="1055849"/>
            <a:chExt cx="99454" cy="3924294"/>
          </a:xfrm>
        </p:grpSpPr>
        <p:cxnSp>
          <p:nvCxnSpPr>
            <p:cNvPr id="22" name="Straight Connector 21"/>
            <p:cNvCxnSpPr/>
            <p:nvPr userDrawn="1"/>
          </p:nvCxnSpPr>
          <p:spPr bwMode="gray">
            <a:xfrm>
              <a:off x="-101696" y="105584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 userDrawn="1"/>
          </p:nvCxnSpPr>
          <p:spPr bwMode="gray">
            <a:xfrm>
              <a:off x="-101696" y="1236027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 userDrawn="1"/>
          </p:nvCxnSpPr>
          <p:spPr bwMode="gray">
            <a:xfrm>
              <a:off x="-101696" y="29283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 userDrawn="1"/>
          </p:nvCxnSpPr>
          <p:spPr bwMode="gray">
            <a:xfrm>
              <a:off x="-101696" y="310848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 bwMode="gray">
          <a:xfrm>
            <a:off x="9156605" y="1055849"/>
            <a:ext cx="99454" cy="3924294"/>
            <a:chOff x="-101696" y="1055849"/>
            <a:chExt cx="99454" cy="3924294"/>
          </a:xfrm>
        </p:grpSpPr>
        <p:cxnSp>
          <p:nvCxnSpPr>
            <p:cNvPr id="31" name="Straight Connector 30"/>
            <p:cNvCxnSpPr/>
            <p:nvPr userDrawn="1"/>
          </p:nvCxnSpPr>
          <p:spPr bwMode="gray">
            <a:xfrm>
              <a:off x="-101696" y="105584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 userDrawn="1"/>
          </p:nvCxnSpPr>
          <p:spPr bwMode="gray">
            <a:xfrm>
              <a:off x="-101696" y="1236027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 userDrawn="1"/>
          </p:nvCxnSpPr>
          <p:spPr bwMode="gray">
            <a:xfrm>
              <a:off x="-101696" y="29283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 userDrawn="1"/>
          </p:nvCxnSpPr>
          <p:spPr bwMode="gray">
            <a:xfrm>
              <a:off x="-101696" y="310848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/>
          <p:cNvGrpSpPr/>
          <p:nvPr/>
        </p:nvGrpSpPr>
        <p:grpSpPr bwMode="gray">
          <a:xfrm rot="5400000">
            <a:off x="4520765" y="-4456716"/>
            <a:ext cx="99454" cy="8786645"/>
            <a:chOff x="-101696" y="-3806503"/>
            <a:chExt cx="99454" cy="8786646"/>
          </a:xfrm>
        </p:grpSpPr>
        <p:cxnSp>
          <p:nvCxnSpPr>
            <p:cNvPr id="38" name="Straight Connector 37"/>
            <p:cNvCxnSpPr/>
            <p:nvPr userDrawn="1"/>
          </p:nvCxnSpPr>
          <p:spPr bwMode="gray">
            <a:xfrm>
              <a:off x="-101696" y="127143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/>
            <p:cNvCxnSpPr/>
            <p:nvPr userDrawn="1"/>
          </p:nvCxnSpPr>
          <p:spPr bwMode="gray">
            <a:xfrm>
              <a:off x="-101696" y="145160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/>
            <p:cNvCxnSpPr/>
            <p:nvPr userDrawn="1"/>
          </p:nvCxnSpPr>
          <p:spPr bwMode="gray">
            <a:xfrm>
              <a:off x="-101696" y="3033236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/>
            <p:cNvCxnSpPr/>
            <p:nvPr userDrawn="1"/>
          </p:nvCxnSpPr>
          <p:spPr bwMode="gray">
            <a:xfrm>
              <a:off x="-101696" y="3213414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 userDrawn="1"/>
          </p:nvCxnSpPr>
          <p:spPr bwMode="gray">
            <a:xfrm>
              <a:off x="-101696" y="-494980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 userDrawn="1"/>
          </p:nvCxnSpPr>
          <p:spPr bwMode="gray">
            <a:xfrm>
              <a:off x="-101696" y="-3148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/>
            <p:cNvCxnSpPr/>
            <p:nvPr userDrawn="1"/>
          </p:nvCxnSpPr>
          <p:spPr bwMode="gray">
            <a:xfrm>
              <a:off x="-101696" y="-225869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 userDrawn="1"/>
          </p:nvCxnSpPr>
          <p:spPr bwMode="gray">
            <a:xfrm>
              <a:off x="-101696" y="-207851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 userDrawn="1"/>
          </p:nvCxnSpPr>
          <p:spPr bwMode="gray">
            <a:xfrm>
              <a:off x="-101696" y="-38065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/>
          <p:cNvGrpSpPr/>
          <p:nvPr/>
        </p:nvGrpSpPr>
        <p:grpSpPr bwMode="gray">
          <a:xfrm rot="5400000">
            <a:off x="4520765" y="826438"/>
            <a:ext cx="99454" cy="8786645"/>
            <a:chOff x="-101696" y="-3806503"/>
            <a:chExt cx="99454" cy="8786646"/>
          </a:xfrm>
        </p:grpSpPr>
        <p:cxnSp>
          <p:nvCxnSpPr>
            <p:cNvPr id="50" name="Straight Connector 49"/>
            <p:cNvCxnSpPr/>
            <p:nvPr userDrawn="1"/>
          </p:nvCxnSpPr>
          <p:spPr bwMode="gray">
            <a:xfrm>
              <a:off x="-101696" y="127143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 userDrawn="1"/>
          </p:nvCxnSpPr>
          <p:spPr bwMode="gray">
            <a:xfrm>
              <a:off x="-101696" y="145160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 userDrawn="1"/>
          </p:nvCxnSpPr>
          <p:spPr bwMode="gray">
            <a:xfrm>
              <a:off x="-101696" y="3033236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 userDrawn="1"/>
          </p:nvCxnSpPr>
          <p:spPr bwMode="gray">
            <a:xfrm>
              <a:off x="-101696" y="3213414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 userDrawn="1"/>
          </p:nvCxnSpPr>
          <p:spPr bwMode="gray">
            <a:xfrm>
              <a:off x="-101696" y="-494980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 userDrawn="1"/>
          </p:nvCxnSpPr>
          <p:spPr bwMode="gray">
            <a:xfrm>
              <a:off x="-101696" y="-3148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/>
            <p:cNvCxnSpPr/>
            <p:nvPr userDrawn="1"/>
          </p:nvCxnSpPr>
          <p:spPr bwMode="gray">
            <a:xfrm>
              <a:off x="-101696" y="-225869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/>
            <p:cNvCxnSpPr/>
            <p:nvPr userDrawn="1"/>
          </p:nvCxnSpPr>
          <p:spPr bwMode="gray">
            <a:xfrm>
              <a:off x="-101696" y="-207851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 userDrawn="1"/>
          </p:nvCxnSpPr>
          <p:spPr bwMode="gray">
            <a:xfrm>
              <a:off x="-101696" y="-38065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49" name="Rectangle 2048"/>
          <p:cNvSpPr/>
          <p:nvPr/>
        </p:nvSpPr>
        <p:spPr bwMode="gray">
          <a:xfrm>
            <a:off x="7308304" y="2391730"/>
            <a:ext cx="1440160" cy="165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66" name="Rectangle 65"/>
          <p:cNvSpPr/>
          <p:nvPr/>
        </p:nvSpPr>
        <p:spPr bwMode="gray">
          <a:xfrm>
            <a:off x="177170" y="1031579"/>
            <a:ext cx="7238834" cy="2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64" name="Rectangle 2048"/>
          <p:cNvSpPr/>
          <p:nvPr/>
        </p:nvSpPr>
        <p:spPr bwMode="gray">
          <a:xfrm>
            <a:off x="7596336" y="866274"/>
            <a:ext cx="1440160" cy="165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70937C7D-7970-2DD0-9416-2BD2CE9F7DD8}"/>
              </a:ext>
            </a:extLst>
          </p:cNvPr>
          <p:cNvSpPr txBox="1">
            <a:spLocks/>
          </p:cNvSpPr>
          <p:nvPr userDrawn="1"/>
        </p:nvSpPr>
        <p:spPr>
          <a:xfrm>
            <a:off x="7416675" y="3562452"/>
            <a:ext cx="1547813" cy="521465"/>
          </a:xfrm>
          <a:prstGeom prst="rect">
            <a:avLst/>
          </a:prstGeom>
        </p:spPr>
        <p:txBody>
          <a:bodyPr lIns="0" tIns="0" anchor="b" anchorCtr="0"/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noProof="0" dirty="0"/>
              <a:t>Introduction to Probabilistic Machine Learning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E6D6BE21-07EB-2A7A-3514-3C5C9A0F9F57}"/>
              </a:ext>
            </a:extLst>
          </p:cNvPr>
          <p:cNvSpPr txBox="1">
            <a:spLocks/>
          </p:cNvSpPr>
          <p:nvPr userDrawn="1"/>
        </p:nvSpPr>
        <p:spPr>
          <a:xfrm>
            <a:off x="7416488" y="4155928"/>
            <a:ext cx="1548000" cy="476395"/>
          </a:xfrm>
          <a:prstGeom prst="rect">
            <a:avLst/>
          </a:prstGeom>
        </p:spPr>
        <p:txBody>
          <a:bodyPr lIns="108000" t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00" b="0" i="1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800" noProof="0" dirty="0"/>
              <a:t>Unit 10 –</a:t>
            </a:r>
            <a:r>
              <a:rPr lang="en-US" sz="800" noProof="0" dirty="0"/>
              <a:t> Gaussian Processes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1263011-02B0-D99B-96F0-5F8F5F6662F7}"/>
              </a:ext>
            </a:extLst>
          </p:cNvPr>
          <p:cNvSpPr txBox="1">
            <a:spLocks/>
          </p:cNvSpPr>
          <p:nvPr userDrawn="1"/>
        </p:nvSpPr>
        <p:spPr>
          <a:xfrm>
            <a:off x="7416488" y="4623195"/>
            <a:ext cx="1548000" cy="179496"/>
          </a:xfrm>
          <a:prstGeom prst="rect">
            <a:avLst/>
          </a:prstGeom>
        </p:spPr>
        <p:txBody>
          <a:bodyPr lIns="108000" tIns="0" anchor="b" anchorCtr="0"/>
          <a:lstStyle>
            <a:lvl1pPr marL="0" indent="0" algn="r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50" b="1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AE68F2E-2A8C-D34D-8DDE-B2849ECC962F}" type="slidenum">
              <a:rPr lang="de-DE" sz="700" noProof="0" smtClean="0"/>
              <a:pPr/>
              <a:t>‹#›</a:t>
            </a:fld>
            <a:r>
              <a:rPr lang="de-DE" sz="700" noProof="0" dirty="0"/>
              <a:t>/24</a:t>
            </a:r>
          </a:p>
        </p:txBody>
      </p:sp>
      <p:pic>
        <p:nvPicPr>
          <p:cNvPr id="6" name="Grafik 28">
            <a:extLst>
              <a:ext uri="{FF2B5EF4-FFF2-40B4-BE49-F238E27FC236}">
                <a16:creationId xmlns:a16="http://schemas.microsoft.com/office/drawing/2014/main" id="{0030E6E4-E302-1D7B-703C-E754385BD918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49665" y="239817"/>
            <a:ext cx="1308999" cy="741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69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1" r:id="rId3"/>
    <p:sldLayoutId id="2147483659" r:id="rId4"/>
    <p:sldLayoutId id="2147483662" r:id="rId5"/>
    <p:sldLayoutId id="2147483650" r:id="rId6"/>
    <p:sldLayoutId id="2147483664" r:id="rId7"/>
    <p:sldLayoutId id="2147483652" r:id="rId8"/>
    <p:sldLayoutId id="2147483653" r:id="rId9"/>
    <p:sldLayoutId id="2147483660" r:id="rId10"/>
    <p:sldLayoutId id="2147483654" r:id="rId11"/>
    <p:sldLayoutId id="2147483655" r:id="rId12"/>
    <p:sldLayoutId id="2147483656" r:id="rId13"/>
    <p:sldLayoutId id="2147483657" r:id="rId14"/>
    <p:sldLayoutId id="2147483665" r:id="rId15"/>
    <p:sldLayoutId id="2147483663" r:id="rId16"/>
  </p:sldLayoutIdLst>
  <p:transition>
    <p:fade/>
  </p:transition>
  <p:hf hdr="0"/>
  <p:txStyles>
    <p:titleStyle>
      <a:lvl1pPr algn="l" defTabSz="914400" rtl="0" eaLnBrk="1" latinLnBrk="0" hangingPunct="1">
        <a:spcBef>
          <a:spcPct val="0"/>
        </a:spcBef>
        <a:buNone/>
        <a:defRPr sz="2000" kern="1200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68288" indent="-268288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Arial" panose="020B0604020202020204" pitchFamily="34" charset="0"/>
        <a:buChar char="■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6575" indent="-268288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Arial" panose="020B0604020202020204" pitchFamily="34" charset="0"/>
        <a:buChar char="□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06450" indent="-269875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70000" indent="-27000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+mj-lt"/>
        <a:buAutoNum type="arabicPeriod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40000" indent="-27000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+mj-lt"/>
        <a:buAutoNum type="alphaLcParenR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Clr>
          <a:schemeClr val="accent1"/>
        </a:buClr>
        <a:buSzPct val="90000"/>
        <a:buFont typeface="Arial" panose="020B0604020202020204" pitchFamily="34" charset="0"/>
        <a:buNone/>
        <a:defRPr sz="1600" kern="1200" cap="all" baseline="0">
          <a:solidFill>
            <a:schemeClr val="accent1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600" b="0" kern="1200" cap="all" baseline="0">
          <a:solidFill>
            <a:schemeClr val="accent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600" b="0" kern="1200" cap="all" baseline="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0.png"/><Relationship Id="rId18" Type="http://schemas.openxmlformats.org/officeDocument/2006/relationships/image" Target="../media/image25.png"/><Relationship Id="rId26" Type="http://schemas.openxmlformats.org/officeDocument/2006/relationships/image" Target="../media/image33.png"/><Relationship Id="rId21" Type="http://schemas.openxmlformats.org/officeDocument/2006/relationships/image" Target="../media/image28.png"/><Relationship Id="rId34" Type="http://schemas.openxmlformats.org/officeDocument/2006/relationships/image" Target="../media/image41.png"/><Relationship Id="rId7" Type="http://schemas.openxmlformats.org/officeDocument/2006/relationships/image" Target="../media/image140.png"/><Relationship Id="rId12" Type="http://schemas.openxmlformats.org/officeDocument/2006/relationships/image" Target="../media/image19.png"/><Relationship Id="rId17" Type="http://schemas.openxmlformats.org/officeDocument/2006/relationships/image" Target="../media/image24.png"/><Relationship Id="rId25" Type="http://schemas.openxmlformats.org/officeDocument/2006/relationships/image" Target="../media/image32.png"/><Relationship Id="rId33" Type="http://schemas.openxmlformats.org/officeDocument/2006/relationships/image" Target="../media/image40.png"/><Relationship Id="rId38" Type="http://schemas.openxmlformats.org/officeDocument/2006/relationships/image" Target="../media/image45.png"/><Relationship Id="rId2" Type="http://schemas.openxmlformats.org/officeDocument/2006/relationships/image" Target="../media/image90.png"/><Relationship Id="rId16" Type="http://schemas.openxmlformats.org/officeDocument/2006/relationships/image" Target="../media/image23.png"/><Relationship Id="rId20" Type="http://schemas.openxmlformats.org/officeDocument/2006/relationships/image" Target="../media/image27.png"/><Relationship Id="rId29" Type="http://schemas.openxmlformats.org/officeDocument/2006/relationships/image" Target="../media/image3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0.png"/><Relationship Id="rId11" Type="http://schemas.openxmlformats.org/officeDocument/2006/relationships/image" Target="../media/image18.png"/><Relationship Id="rId24" Type="http://schemas.openxmlformats.org/officeDocument/2006/relationships/image" Target="../media/image31.png"/><Relationship Id="rId32" Type="http://schemas.openxmlformats.org/officeDocument/2006/relationships/image" Target="../media/image39.png"/><Relationship Id="rId37" Type="http://schemas.openxmlformats.org/officeDocument/2006/relationships/image" Target="../media/image44.png"/><Relationship Id="rId5" Type="http://schemas.openxmlformats.org/officeDocument/2006/relationships/image" Target="../media/image120.png"/><Relationship Id="rId15" Type="http://schemas.openxmlformats.org/officeDocument/2006/relationships/image" Target="../media/image22.png"/><Relationship Id="rId23" Type="http://schemas.openxmlformats.org/officeDocument/2006/relationships/image" Target="../media/image30.png"/><Relationship Id="rId28" Type="http://schemas.openxmlformats.org/officeDocument/2006/relationships/image" Target="../media/image35.png"/><Relationship Id="rId36" Type="http://schemas.openxmlformats.org/officeDocument/2006/relationships/image" Target="../media/image43.png"/><Relationship Id="rId10" Type="http://schemas.openxmlformats.org/officeDocument/2006/relationships/image" Target="../media/image17.png"/><Relationship Id="rId19" Type="http://schemas.openxmlformats.org/officeDocument/2006/relationships/image" Target="../media/image26.png"/><Relationship Id="rId31" Type="http://schemas.openxmlformats.org/officeDocument/2006/relationships/image" Target="../media/image38.png"/><Relationship Id="rId4" Type="http://schemas.openxmlformats.org/officeDocument/2006/relationships/image" Target="../media/image110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Relationship Id="rId22" Type="http://schemas.openxmlformats.org/officeDocument/2006/relationships/image" Target="../media/image29.png"/><Relationship Id="rId27" Type="http://schemas.openxmlformats.org/officeDocument/2006/relationships/image" Target="../media/image34.png"/><Relationship Id="rId30" Type="http://schemas.openxmlformats.org/officeDocument/2006/relationships/image" Target="../media/image37.png"/><Relationship Id="rId35" Type="http://schemas.openxmlformats.org/officeDocument/2006/relationships/image" Target="../media/image42.png"/><Relationship Id="rId8" Type="http://schemas.openxmlformats.org/officeDocument/2006/relationships/image" Target="../media/image151.png"/><Relationship Id="rId3" Type="http://schemas.openxmlformats.org/officeDocument/2006/relationships/image" Target="../media/image10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18" Type="http://schemas.openxmlformats.org/officeDocument/2006/relationships/image" Target="../media/image58.png"/><Relationship Id="rId3" Type="http://schemas.openxmlformats.org/officeDocument/2006/relationships/image" Target="../media/image46.png"/><Relationship Id="rId21" Type="http://schemas.openxmlformats.org/officeDocument/2006/relationships/image" Target="../media/image61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57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56.png"/><Relationship Id="rId20" Type="http://schemas.openxmlformats.org/officeDocument/2006/relationships/image" Target="../media/image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0.png"/><Relationship Id="rId11" Type="http://schemas.openxmlformats.org/officeDocument/2006/relationships/image" Target="../media/image51.png"/><Relationship Id="rId5" Type="http://schemas.openxmlformats.org/officeDocument/2006/relationships/image" Target="../media/image82.png"/><Relationship Id="rId15" Type="http://schemas.openxmlformats.org/officeDocument/2006/relationships/image" Target="../media/image55.png"/><Relationship Id="rId10" Type="http://schemas.openxmlformats.org/officeDocument/2006/relationships/image" Target="../media/image50.png"/><Relationship Id="rId19" Type="http://schemas.openxmlformats.org/officeDocument/2006/relationships/image" Target="../media/image59.png"/><Relationship Id="rId4" Type="http://schemas.openxmlformats.org/officeDocument/2006/relationships/image" Target="../media/image70.png"/><Relationship Id="rId9" Type="http://schemas.openxmlformats.org/officeDocument/2006/relationships/image" Target="../media/image49.png"/><Relationship Id="rId14" Type="http://schemas.openxmlformats.org/officeDocument/2006/relationships/image" Target="../media/image5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75.png"/><Relationship Id="rId18" Type="http://schemas.openxmlformats.org/officeDocument/2006/relationships/image" Target="../media/image80.png"/><Relationship Id="rId3" Type="http://schemas.openxmlformats.org/officeDocument/2006/relationships/image" Target="../media/image63.png"/><Relationship Id="rId7" Type="http://schemas.openxmlformats.org/officeDocument/2006/relationships/image" Target="../media/image68.png"/><Relationship Id="rId12" Type="http://schemas.openxmlformats.org/officeDocument/2006/relationships/image" Target="../media/image74.png"/><Relationship Id="rId17" Type="http://schemas.openxmlformats.org/officeDocument/2006/relationships/image" Target="../media/image79.png"/><Relationship Id="rId2" Type="http://schemas.openxmlformats.org/officeDocument/2006/relationships/image" Target="../media/image62.png"/><Relationship Id="rId16" Type="http://schemas.openxmlformats.org/officeDocument/2006/relationships/image" Target="../media/image7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png"/><Relationship Id="rId11" Type="http://schemas.openxmlformats.org/officeDocument/2006/relationships/image" Target="../media/image73.png"/><Relationship Id="rId5" Type="http://schemas.openxmlformats.org/officeDocument/2006/relationships/image" Target="../media/image65.png"/><Relationship Id="rId15" Type="http://schemas.openxmlformats.org/officeDocument/2006/relationships/image" Target="../media/image77.png"/><Relationship Id="rId10" Type="http://schemas.openxmlformats.org/officeDocument/2006/relationships/image" Target="../media/image72.png"/><Relationship Id="rId4" Type="http://schemas.openxmlformats.org/officeDocument/2006/relationships/image" Target="../media/image64.png"/><Relationship Id="rId9" Type="http://schemas.openxmlformats.org/officeDocument/2006/relationships/image" Target="../media/image71.png"/><Relationship Id="rId14" Type="http://schemas.openxmlformats.org/officeDocument/2006/relationships/image" Target="../media/image7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75.png"/><Relationship Id="rId18" Type="http://schemas.openxmlformats.org/officeDocument/2006/relationships/image" Target="../media/image87.png"/><Relationship Id="rId3" Type="http://schemas.openxmlformats.org/officeDocument/2006/relationships/image" Target="../media/image63.png"/><Relationship Id="rId7" Type="http://schemas.openxmlformats.org/officeDocument/2006/relationships/image" Target="../media/image68.png"/><Relationship Id="rId12" Type="http://schemas.openxmlformats.org/officeDocument/2006/relationships/image" Target="../media/image74.png"/><Relationship Id="rId17" Type="http://schemas.openxmlformats.org/officeDocument/2006/relationships/image" Target="../media/image86.png"/><Relationship Id="rId2" Type="http://schemas.openxmlformats.org/officeDocument/2006/relationships/image" Target="../media/image81.png"/><Relationship Id="rId16" Type="http://schemas.openxmlformats.org/officeDocument/2006/relationships/image" Target="../media/image8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png"/><Relationship Id="rId11" Type="http://schemas.openxmlformats.org/officeDocument/2006/relationships/image" Target="../media/image73.png"/><Relationship Id="rId5" Type="http://schemas.openxmlformats.org/officeDocument/2006/relationships/image" Target="../media/image65.png"/><Relationship Id="rId15" Type="http://schemas.openxmlformats.org/officeDocument/2006/relationships/image" Target="../media/image84.png"/><Relationship Id="rId10" Type="http://schemas.openxmlformats.org/officeDocument/2006/relationships/image" Target="../media/image72.png"/><Relationship Id="rId19" Type="http://schemas.openxmlformats.org/officeDocument/2006/relationships/image" Target="../media/image88.png"/><Relationship Id="rId4" Type="http://schemas.openxmlformats.org/officeDocument/2006/relationships/image" Target="../media/image64.png"/><Relationship Id="rId9" Type="http://schemas.openxmlformats.org/officeDocument/2006/relationships/image" Target="../media/image71.png"/><Relationship Id="rId14" Type="http://schemas.openxmlformats.org/officeDocument/2006/relationships/image" Target="../media/image8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0.png"/><Relationship Id="rId3" Type="http://schemas.openxmlformats.org/officeDocument/2006/relationships/image" Target="../media/image750.png"/><Relationship Id="rId7" Type="http://schemas.openxmlformats.org/officeDocument/2006/relationships/image" Target="../media/image28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60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Relationship Id="rId9" Type="http://schemas.openxmlformats.org/officeDocument/2006/relationships/image" Target="../media/image30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2.png"/><Relationship Id="rId18" Type="http://schemas.openxmlformats.org/officeDocument/2006/relationships/image" Target="../media/image107.png"/><Relationship Id="rId26" Type="http://schemas.openxmlformats.org/officeDocument/2006/relationships/image" Target="../media/image116.png"/><Relationship Id="rId39" Type="http://schemas.openxmlformats.org/officeDocument/2006/relationships/image" Target="../media/image131.png"/><Relationship Id="rId21" Type="http://schemas.openxmlformats.org/officeDocument/2006/relationships/image" Target="../media/image111.png"/><Relationship Id="rId34" Type="http://schemas.openxmlformats.org/officeDocument/2006/relationships/image" Target="../media/image125.png"/><Relationship Id="rId7" Type="http://schemas.openxmlformats.org/officeDocument/2006/relationships/image" Target="../media/image95.png"/><Relationship Id="rId12" Type="http://schemas.openxmlformats.org/officeDocument/2006/relationships/image" Target="../media/image101.png"/><Relationship Id="rId17" Type="http://schemas.openxmlformats.org/officeDocument/2006/relationships/image" Target="../media/image106.png"/><Relationship Id="rId25" Type="http://schemas.openxmlformats.org/officeDocument/2006/relationships/image" Target="../media/image115.png"/><Relationship Id="rId33" Type="http://schemas.openxmlformats.org/officeDocument/2006/relationships/image" Target="../media/image124.png"/><Relationship Id="rId38" Type="http://schemas.openxmlformats.org/officeDocument/2006/relationships/image" Target="../media/image129.png"/><Relationship Id="rId2" Type="http://schemas.openxmlformats.org/officeDocument/2006/relationships/image" Target="../media/image89.png"/><Relationship Id="rId16" Type="http://schemas.openxmlformats.org/officeDocument/2006/relationships/image" Target="../media/image105.png"/><Relationship Id="rId20" Type="http://schemas.openxmlformats.org/officeDocument/2006/relationships/image" Target="../media/image109.png"/><Relationship Id="rId29" Type="http://schemas.openxmlformats.org/officeDocument/2006/relationships/image" Target="../media/image11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4.png"/><Relationship Id="rId11" Type="http://schemas.openxmlformats.org/officeDocument/2006/relationships/image" Target="../media/image99.png"/><Relationship Id="rId24" Type="http://schemas.openxmlformats.org/officeDocument/2006/relationships/image" Target="../media/image114.png"/><Relationship Id="rId32" Type="http://schemas.openxmlformats.org/officeDocument/2006/relationships/image" Target="../media/image123.png"/><Relationship Id="rId37" Type="http://schemas.openxmlformats.org/officeDocument/2006/relationships/image" Target="../media/image128.png"/><Relationship Id="rId40" Type="http://schemas.openxmlformats.org/officeDocument/2006/relationships/image" Target="../media/image132.png"/><Relationship Id="rId5" Type="http://schemas.openxmlformats.org/officeDocument/2006/relationships/image" Target="../media/image93.png"/><Relationship Id="rId15" Type="http://schemas.openxmlformats.org/officeDocument/2006/relationships/image" Target="../media/image104.png"/><Relationship Id="rId23" Type="http://schemas.openxmlformats.org/officeDocument/2006/relationships/image" Target="../media/image113.png"/><Relationship Id="rId28" Type="http://schemas.openxmlformats.org/officeDocument/2006/relationships/image" Target="../media/image118.png"/><Relationship Id="rId36" Type="http://schemas.openxmlformats.org/officeDocument/2006/relationships/image" Target="../media/image127.png"/><Relationship Id="rId10" Type="http://schemas.openxmlformats.org/officeDocument/2006/relationships/image" Target="../media/image98.png"/><Relationship Id="rId19" Type="http://schemas.openxmlformats.org/officeDocument/2006/relationships/image" Target="../media/image108.png"/><Relationship Id="rId31" Type="http://schemas.openxmlformats.org/officeDocument/2006/relationships/image" Target="../media/image122.png"/><Relationship Id="rId4" Type="http://schemas.openxmlformats.org/officeDocument/2006/relationships/image" Target="../media/image92.png"/><Relationship Id="rId9" Type="http://schemas.openxmlformats.org/officeDocument/2006/relationships/image" Target="../media/image97.png"/><Relationship Id="rId14" Type="http://schemas.openxmlformats.org/officeDocument/2006/relationships/image" Target="../media/image103.png"/><Relationship Id="rId22" Type="http://schemas.openxmlformats.org/officeDocument/2006/relationships/image" Target="../media/image112.png"/><Relationship Id="rId27" Type="http://schemas.openxmlformats.org/officeDocument/2006/relationships/image" Target="../media/image117.png"/><Relationship Id="rId30" Type="http://schemas.openxmlformats.org/officeDocument/2006/relationships/image" Target="../media/image121.png"/><Relationship Id="rId35" Type="http://schemas.openxmlformats.org/officeDocument/2006/relationships/image" Target="../media/image126.png"/><Relationship Id="rId8" Type="http://schemas.openxmlformats.org/officeDocument/2006/relationships/image" Target="../media/image96.png"/><Relationship Id="rId3" Type="http://schemas.openxmlformats.org/officeDocument/2006/relationships/image" Target="../media/image9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png"/><Relationship Id="rId13" Type="http://schemas.openxmlformats.org/officeDocument/2006/relationships/image" Target="../media/image145.png"/><Relationship Id="rId18" Type="http://schemas.openxmlformats.org/officeDocument/2006/relationships/image" Target="../media/image150.png"/><Relationship Id="rId3" Type="http://schemas.openxmlformats.org/officeDocument/2006/relationships/image" Target="../media/image134.png"/><Relationship Id="rId7" Type="http://schemas.openxmlformats.org/officeDocument/2006/relationships/image" Target="../media/image138.png"/><Relationship Id="rId12" Type="http://schemas.openxmlformats.org/officeDocument/2006/relationships/image" Target="../media/image144.png"/><Relationship Id="rId17" Type="http://schemas.openxmlformats.org/officeDocument/2006/relationships/image" Target="../media/image149.png"/><Relationship Id="rId2" Type="http://schemas.openxmlformats.org/officeDocument/2006/relationships/image" Target="../media/image133.png"/><Relationship Id="rId16" Type="http://schemas.openxmlformats.org/officeDocument/2006/relationships/image" Target="../media/image148.png"/><Relationship Id="rId20" Type="http://schemas.openxmlformats.org/officeDocument/2006/relationships/image" Target="../media/image15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7.png"/><Relationship Id="rId11" Type="http://schemas.openxmlformats.org/officeDocument/2006/relationships/image" Target="../media/image143.png"/><Relationship Id="rId5" Type="http://schemas.openxmlformats.org/officeDocument/2006/relationships/image" Target="../media/image136.png"/><Relationship Id="rId15" Type="http://schemas.openxmlformats.org/officeDocument/2006/relationships/image" Target="../media/image147.png"/><Relationship Id="rId10" Type="http://schemas.openxmlformats.org/officeDocument/2006/relationships/image" Target="../media/image142.png"/><Relationship Id="rId19" Type="http://schemas.openxmlformats.org/officeDocument/2006/relationships/image" Target="../media/image152.png"/><Relationship Id="rId4" Type="http://schemas.openxmlformats.org/officeDocument/2006/relationships/image" Target="../media/image135.png"/><Relationship Id="rId9" Type="http://schemas.openxmlformats.org/officeDocument/2006/relationships/image" Target="../media/image141.png"/><Relationship Id="rId14" Type="http://schemas.openxmlformats.org/officeDocument/2006/relationships/image" Target="../media/image14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8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3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0.png"/><Relationship Id="rId18" Type="http://schemas.openxmlformats.org/officeDocument/2006/relationships/image" Target="../media/image25.png"/><Relationship Id="rId26" Type="http://schemas.openxmlformats.org/officeDocument/2006/relationships/image" Target="../media/image158.png"/><Relationship Id="rId21" Type="http://schemas.openxmlformats.org/officeDocument/2006/relationships/image" Target="../media/image28.png"/><Relationship Id="rId34" Type="http://schemas.openxmlformats.org/officeDocument/2006/relationships/image" Target="../media/image162.png"/><Relationship Id="rId7" Type="http://schemas.openxmlformats.org/officeDocument/2006/relationships/image" Target="../media/image140.png"/><Relationship Id="rId12" Type="http://schemas.openxmlformats.org/officeDocument/2006/relationships/image" Target="../media/image19.png"/><Relationship Id="rId17" Type="http://schemas.openxmlformats.org/officeDocument/2006/relationships/image" Target="../media/image24.png"/><Relationship Id="rId25" Type="http://schemas.openxmlformats.org/officeDocument/2006/relationships/image" Target="../media/image32.png"/><Relationship Id="rId33" Type="http://schemas.openxmlformats.org/officeDocument/2006/relationships/image" Target="../media/image161.png"/><Relationship Id="rId38" Type="http://schemas.openxmlformats.org/officeDocument/2006/relationships/image" Target="../media/image45.png"/><Relationship Id="rId2" Type="http://schemas.openxmlformats.org/officeDocument/2006/relationships/image" Target="../media/image90.png"/><Relationship Id="rId16" Type="http://schemas.openxmlformats.org/officeDocument/2006/relationships/image" Target="../media/image23.png"/><Relationship Id="rId20" Type="http://schemas.openxmlformats.org/officeDocument/2006/relationships/image" Target="../media/image27.png"/><Relationship Id="rId29" Type="http://schemas.openxmlformats.org/officeDocument/2006/relationships/image" Target="../media/image3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0.png"/><Relationship Id="rId11" Type="http://schemas.openxmlformats.org/officeDocument/2006/relationships/image" Target="../media/image18.png"/><Relationship Id="rId24" Type="http://schemas.openxmlformats.org/officeDocument/2006/relationships/image" Target="../media/image31.png"/><Relationship Id="rId32" Type="http://schemas.openxmlformats.org/officeDocument/2006/relationships/image" Target="../media/image160.png"/><Relationship Id="rId37" Type="http://schemas.openxmlformats.org/officeDocument/2006/relationships/image" Target="../media/image44.png"/><Relationship Id="rId5" Type="http://schemas.openxmlformats.org/officeDocument/2006/relationships/image" Target="../media/image120.png"/><Relationship Id="rId15" Type="http://schemas.openxmlformats.org/officeDocument/2006/relationships/image" Target="../media/image22.png"/><Relationship Id="rId23" Type="http://schemas.openxmlformats.org/officeDocument/2006/relationships/image" Target="../media/image30.png"/><Relationship Id="rId28" Type="http://schemas.openxmlformats.org/officeDocument/2006/relationships/image" Target="../media/image35.png"/><Relationship Id="rId36" Type="http://schemas.openxmlformats.org/officeDocument/2006/relationships/image" Target="../media/image43.png"/><Relationship Id="rId10" Type="http://schemas.openxmlformats.org/officeDocument/2006/relationships/image" Target="../media/image157.png"/><Relationship Id="rId19" Type="http://schemas.openxmlformats.org/officeDocument/2006/relationships/image" Target="../media/image26.png"/><Relationship Id="rId31" Type="http://schemas.openxmlformats.org/officeDocument/2006/relationships/image" Target="../media/image38.png"/><Relationship Id="rId4" Type="http://schemas.openxmlformats.org/officeDocument/2006/relationships/image" Target="../media/image155.png"/><Relationship Id="rId9" Type="http://schemas.openxmlformats.org/officeDocument/2006/relationships/image" Target="../media/image156.png"/><Relationship Id="rId14" Type="http://schemas.openxmlformats.org/officeDocument/2006/relationships/image" Target="../media/image21.png"/><Relationship Id="rId22" Type="http://schemas.openxmlformats.org/officeDocument/2006/relationships/image" Target="../media/image29.png"/><Relationship Id="rId27" Type="http://schemas.openxmlformats.org/officeDocument/2006/relationships/image" Target="../media/image159.png"/><Relationship Id="rId30" Type="http://schemas.openxmlformats.org/officeDocument/2006/relationships/image" Target="../media/image37.png"/><Relationship Id="rId35" Type="http://schemas.openxmlformats.org/officeDocument/2006/relationships/image" Target="../media/image163.png"/><Relationship Id="rId8" Type="http://schemas.openxmlformats.org/officeDocument/2006/relationships/image" Target="../media/image151.png"/><Relationship Id="rId3" Type="http://schemas.openxmlformats.org/officeDocument/2006/relationships/image" Target="../media/image154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13" Type="http://schemas.openxmlformats.org/officeDocument/2006/relationships/image" Target="../media/image175.png"/><Relationship Id="rId18" Type="http://schemas.openxmlformats.org/officeDocument/2006/relationships/image" Target="../media/image180.png"/><Relationship Id="rId3" Type="http://schemas.openxmlformats.org/officeDocument/2006/relationships/image" Target="../media/image165.png"/><Relationship Id="rId7" Type="http://schemas.openxmlformats.org/officeDocument/2006/relationships/image" Target="../media/image169.png"/><Relationship Id="rId12" Type="http://schemas.openxmlformats.org/officeDocument/2006/relationships/image" Target="../media/image174.png"/><Relationship Id="rId17" Type="http://schemas.openxmlformats.org/officeDocument/2006/relationships/image" Target="../media/image179.png"/><Relationship Id="rId2" Type="http://schemas.openxmlformats.org/officeDocument/2006/relationships/image" Target="../media/image164.png"/><Relationship Id="rId16" Type="http://schemas.openxmlformats.org/officeDocument/2006/relationships/image" Target="../media/image17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8.png"/><Relationship Id="rId11" Type="http://schemas.openxmlformats.org/officeDocument/2006/relationships/image" Target="../media/image173.png"/><Relationship Id="rId5" Type="http://schemas.openxmlformats.org/officeDocument/2006/relationships/image" Target="../media/image167.png"/><Relationship Id="rId15" Type="http://schemas.openxmlformats.org/officeDocument/2006/relationships/image" Target="../media/image177.png"/><Relationship Id="rId10" Type="http://schemas.openxmlformats.org/officeDocument/2006/relationships/image" Target="../media/image172.png"/><Relationship Id="rId4" Type="http://schemas.openxmlformats.org/officeDocument/2006/relationships/image" Target="../media/image166.png"/><Relationship Id="rId9" Type="http://schemas.openxmlformats.org/officeDocument/2006/relationships/image" Target="../media/image171.png"/><Relationship Id="rId14" Type="http://schemas.openxmlformats.org/officeDocument/2006/relationships/image" Target="../media/image17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2.png"/><Relationship Id="rId2" Type="http://schemas.openxmlformats.org/officeDocument/2006/relationships/image" Target="../media/image18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8.png"/><Relationship Id="rId3" Type="http://schemas.openxmlformats.org/officeDocument/2006/relationships/image" Target="../media/image183.png"/><Relationship Id="rId7" Type="http://schemas.openxmlformats.org/officeDocument/2006/relationships/image" Target="../media/image18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6.png"/><Relationship Id="rId11" Type="http://schemas.openxmlformats.org/officeDocument/2006/relationships/image" Target="../media/image191.png"/><Relationship Id="rId5" Type="http://schemas.openxmlformats.org/officeDocument/2006/relationships/image" Target="../media/image185.png"/><Relationship Id="rId10" Type="http://schemas.openxmlformats.org/officeDocument/2006/relationships/image" Target="../media/image190.png"/><Relationship Id="rId4" Type="http://schemas.openxmlformats.org/officeDocument/2006/relationships/image" Target="../media/image184.png"/><Relationship Id="rId9" Type="http://schemas.openxmlformats.org/officeDocument/2006/relationships/image" Target="../media/image189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Statistical methodology and probability">
            <a:extLst>
              <a:ext uri="{FF2B5EF4-FFF2-40B4-BE49-F238E27FC236}">
                <a16:creationId xmlns:a16="http://schemas.microsoft.com/office/drawing/2014/main" id="{57ECBEC9-9B2D-29AF-0BE7-057B2B14C402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2499B4D-A6A4-7FB5-E40F-F91A99DDDBE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6B42D6-B7D1-151D-17E2-D12C352A323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Introduction to Probabilistic Machine Learning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7B102906-BAE2-00D0-F9F8-0F97B27605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Ralf Herbrich</a:t>
            </a:r>
          </a:p>
          <a:p>
            <a:pPr algn="l"/>
            <a:r>
              <a:rPr lang="en-US" dirty="0"/>
              <a:t>Gaussian Processes</a:t>
            </a:r>
          </a:p>
        </p:txBody>
      </p:sp>
    </p:spTree>
    <p:extLst>
      <p:ext uri="{BB962C8B-B14F-4D97-AF65-F5344CB8AC3E}">
        <p14:creationId xmlns:p14="http://schemas.microsoft.com/office/powerpoint/2010/main" val="1734704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342900" indent="-342900"/>
            <a:r>
              <a:rPr lang="en-US" altLang="en-DE" dirty="0"/>
              <a:t>Basic Concepts</a:t>
            </a:r>
          </a:p>
          <a:p>
            <a:pPr marL="342900" indent="-342900"/>
            <a:r>
              <a:rPr lang="en-US" altLang="en-DE" dirty="0"/>
              <a:t>Gaussian Processes for Regression</a:t>
            </a:r>
          </a:p>
          <a:p>
            <a:pPr marL="342900" indent="-342900"/>
            <a:r>
              <a:rPr lang="en-US" altLang="en-DE" dirty="0"/>
              <a:t>Weight-Space View of Gaussian </a:t>
            </a:r>
            <a:r>
              <a:rPr lang="en-US" altLang="en-DE"/>
              <a:t>Processes Regression</a:t>
            </a:r>
            <a:endParaRPr lang="en-US" altLang="en-DE" dirty="0"/>
          </a:p>
          <a:p>
            <a:pPr marL="342900" indent="-342900"/>
            <a:r>
              <a:rPr lang="en-US" altLang="en-DE" dirty="0"/>
              <a:t>Gaussian Processes for Classification</a:t>
            </a:r>
          </a:p>
          <a:p>
            <a:pPr marL="0" indent="0">
              <a:buNone/>
            </a:pPr>
            <a:endParaRPr lang="en-US" altLang="en-DE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770105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342900" indent="-342900"/>
            <a:r>
              <a:rPr lang="en-US" altLang="en-DE" b="1" dirty="0"/>
              <a:t>Basic Concepts</a:t>
            </a:r>
          </a:p>
          <a:p>
            <a:pPr marL="342900" indent="-342900"/>
            <a:r>
              <a:rPr lang="en-US" altLang="en-DE" dirty="0"/>
              <a:t>Gaussian Processes for Regression</a:t>
            </a:r>
          </a:p>
          <a:p>
            <a:pPr marL="342900" indent="-342900"/>
            <a:r>
              <a:rPr lang="en-US" altLang="en-DE" dirty="0"/>
              <a:t>Weight-Space View of Gaussian Processes Regression</a:t>
            </a:r>
          </a:p>
          <a:p>
            <a:pPr marL="342900" indent="-342900"/>
            <a:r>
              <a:rPr lang="en-US" altLang="en-DE" dirty="0"/>
              <a:t>Gaussian Processes for Classification</a:t>
            </a:r>
          </a:p>
          <a:p>
            <a:pPr marL="0" indent="0">
              <a:buNone/>
            </a:pPr>
            <a:endParaRPr lang="en-US" altLang="en-DE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2125020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44A84D4A-5864-E83F-F468-C767B8FD0D47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949053" cy="3563938"/>
              </a:xfrm>
            </p:spPr>
            <p:txBody>
              <a:bodyPr/>
              <a:lstStyle/>
              <a:p>
                <a:r>
                  <a:rPr lang="en-US" b="1" dirty="0"/>
                  <a:t>Status</a:t>
                </a:r>
                <a:r>
                  <a:rPr lang="en-US" dirty="0"/>
                  <a:t>: We assumed that we have a set of </a:t>
                </a:r>
                <a:r>
                  <a:rPr lang="en-US" i="1" dirty="0"/>
                  <a:t>parameterized</a:t>
                </a:r>
                <a:r>
                  <a:rPr lang="en-US" dirty="0"/>
                  <a:t> functions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and the distribution over functions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comes from a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endParaRPr lang="en-US" dirty="0"/>
              </a:p>
              <a:p>
                <a:pPr lvl="1"/>
                <a:r>
                  <a:rPr lang="en-US" sz="1200" dirty="0"/>
                  <a:t>Required </a:t>
                </a:r>
                <a:r>
                  <a:rPr lang="en-US" sz="1200" i="1" dirty="0"/>
                  <a:t>explicit</a:t>
                </a:r>
                <a:r>
                  <a:rPr lang="en-US" sz="1200" dirty="0"/>
                  <a:t> definition of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1200" dirty="0"/>
                  <a:t> basis functions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𝒳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endParaRPr lang="en-US" sz="1200" dirty="0"/>
              </a:p>
              <a:p>
                <a:pPr lvl="1"/>
                <a:r>
                  <a:rPr lang="en-US" sz="1200" dirty="0"/>
                  <a:t>The most expensive operation was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1200" dirty="0"/>
                  <a:t> (matrix inversion)</a:t>
                </a:r>
              </a:p>
              <a:p>
                <a:endParaRPr lang="en-US" b="1" dirty="0"/>
              </a:p>
              <a:p>
                <a:r>
                  <a:rPr lang="en-US" b="1" dirty="0"/>
                  <a:t>Question</a:t>
                </a:r>
                <a:r>
                  <a:rPr lang="en-US" dirty="0"/>
                  <a:t>: How would a </a:t>
                </a:r>
                <a:r>
                  <a:rPr lang="en-US" i="1" dirty="0"/>
                  <a:t>distribution over functions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be defined if we do not have explicit parameterized functions?</a:t>
                </a:r>
              </a:p>
              <a:p>
                <a:endParaRPr lang="en-US" b="1" dirty="0"/>
              </a:p>
              <a:p>
                <a:r>
                  <a:rPr lang="en-US" b="1" dirty="0"/>
                  <a:t>Observations</a:t>
                </a:r>
                <a:r>
                  <a:rPr lang="en-US" dirty="0"/>
                  <a:t>: A function is a mapping from an input space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𝒳</m:t>
                    </m:r>
                  </m:oMath>
                </a14:m>
                <a:r>
                  <a:rPr lang="en-US" dirty="0"/>
                  <a:t> to real values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b="1" dirty="0"/>
              </a:p>
              <a:p>
                <a:r>
                  <a:rPr lang="en-US" b="1" dirty="0"/>
                  <a:t>Idea</a:t>
                </a:r>
                <a:r>
                  <a:rPr lang="en-US" dirty="0"/>
                  <a:t>: A distribution over functions can be specified by specifying the distribution of function values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for </a:t>
                </a:r>
                <a:r>
                  <a:rPr lang="en-US" i="1" dirty="0"/>
                  <a:t>any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𝒳</m:t>
                    </m:r>
                  </m:oMath>
                </a14:m>
                <a:r>
                  <a:rPr lang="en-US" dirty="0"/>
                  <a:t>!</a:t>
                </a:r>
              </a:p>
              <a:p>
                <a:pPr lvl="1"/>
                <a:r>
                  <a:rPr lang="en-US" sz="1200" dirty="0"/>
                  <a:t>The higher the correlation of function values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200" dirty="0"/>
                  <a:t> of nearby inputs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200" dirty="0"/>
                  <a:t>, the smoother the function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US" sz="120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44A84D4A-5864-E83F-F468-C767B8FD0D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949053" cy="3563938"/>
              </a:xfrm>
              <a:blipFill>
                <a:blip r:embed="rId2"/>
                <a:stretch>
                  <a:fillRect t="-355" r="-365" b="-4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4B27B133-DB48-D9E6-7F6D-92C993B76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Distribution over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CC62A1B-DACE-FD28-0F76-F4FDEE0E1574}"/>
                  </a:ext>
                </a:extLst>
              </p:cNvPr>
              <p:cNvSpPr txBox="1"/>
              <p:nvPr/>
            </p:nvSpPr>
            <p:spPr bwMode="gray">
              <a:xfrm>
                <a:off x="6876256" y="1792373"/>
                <a:ext cx="2114043" cy="3115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:=</m:t>
                      </m:r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𝝓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CC62A1B-DACE-FD28-0F76-F4FDEE0E15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876256" y="1792373"/>
                <a:ext cx="2114043" cy="311560"/>
              </a:xfrm>
              <a:prstGeom prst="rect">
                <a:avLst/>
              </a:prstGeom>
              <a:blipFill>
                <a:blip r:embed="rId3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5D4FA78-FB39-AAA3-C6F6-761B37F0D634}"/>
              </a:ext>
            </a:extLst>
          </p:cNvPr>
          <p:cNvCxnSpPr>
            <a:cxnSpLocks/>
            <a:stCxn id="10" idx="0"/>
            <a:endCxn id="11" idx="2"/>
          </p:cNvCxnSpPr>
          <p:nvPr/>
        </p:nvCxnSpPr>
        <p:spPr bwMode="gray">
          <a:xfrm flipV="1">
            <a:off x="8498554" y="2115885"/>
            <a:ext cx="11149" cy="31184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C86CF59-8F1B-3F55-6809-CCF81F877164}"/>
              </a:ext>
            </a:extLst>
          </p:cNvPr>
          <p:cNvSpPr txBox="1"/>
          <p:nvPr/>
        </p:nvSpPr>
        <p:spPr bwMode="gray">
          <a:xfrm>
            <a:off x="7970296" y="2427734"/>
            <a:ext cx="1056515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200" dirty="0">
                <a:solidFill>
                  <a:srgbClr val="C00000"/>
                </a:solidFill>
              </a:rPr>
              <a:t>f</a:t>
            </a:r>
            <a:r>
              <a:rPr lang="en-DE" sz="1200" dirty="0">
                <a:solidFill>
                  <a:srgbClr val="C00000"/>
                </a:solidFill>
              </a:rPr>
              <a:t>eature vector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D19EE60-B665-B28F-ED62-4FD827CB370B}"/>
              </a:ext>
            </a:extLst>
          </p:cNvPr>
          <p:cNvSpPr/>
          <p:nvPr/>
        </p:nvSpPr>
        <p:spPr bwMode="gray">
          <a:xfrm>
            <a:off x="8306730" y="1827853"/>
            <a:ext cx="405945" cy="28803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5BBCF9B-513C-EE4F-EE14-C2DE6AC5D63F}"/>
              </a:ext>
            </a:extLst>
          </p:cNvPr>
          <p:cNvSpPr/>
          <p:nvPr/>
        </p:nvSpPr>
        <p:spPr bwMode="gray">
          <a:xfrm>
            <a:off x="8061091" y="1831718"/>
            <a:ext cx="146749" cy="28803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CB48743-2190-99AA-5E26-925E7C4DBC49}"/>
              </a:ext>
            </a:extLst>
          </p:cNvPr>
          <p:cNvCxnSpPr>
            <a:cxnSpLocks/>
            <a:stCxn id="14" idx="0"/>
          </p:cNvCxnSpPr>
          <p:nvPr/>
        </p:nvCxnSpPr>
        <p:spPr bwMode="gray">
          <a:xfrm flipV="1">
            <a:off x="7742720" y="2063715"/>
            <a:ext cx="309362" cy="14799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DD25E3C-21E3-1597-00C9-16951CA24236}"/>
              </a:ext>
            </a:extLst>
          </p:cNvPr>
          <p:cNvSpPr txBox="1"/>
          <p:nvPr/>
        </p:nvSpPr>
        <p:spPr bwMode="gray">
          <a:xfrm>
            <a:off x="7406719" y="2211710"/>
            <a:ext cx="672001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DE" sz="1200" dirty="0">
                <a:solidFill>
                  <a:srgbClr val="C00000"/>
                </a:solidFill>
              </a:rPr>
              <a:t>weight vector</a:t>
            </a:r>
          </a:p>
        </p:txBody>
      </p:sp>
    </p:spTree>
    <p:extLst>
      <p:ext uri="{BB962C8B-B14F-4D97-AF65-F5344CB8AC3E}">
        <p14:creationId xmlns:p14="http://schemas.microsoft.com/office/powerpoint/2010/main" val="213444192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1" grpId="0" animBg="1"/>
      <p:bldP spid="12" grpId="0" animBg="1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ED7F2-1CEC-29E5-AAF9-3A0FEBAA1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00A5FCE0-EEB2-6F63-900D-28D7BBD1C8B2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en-US" b="1" dirty="0"/>
                  <a:t>Gaussian Process</a:t>
                </a:r>
                <a:r>
                  <a:rPr lang="en-US" dirty="0"/>
                  <a:t>. A Gaussian process is a probability distribution over functions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𝒳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/>
                  <a:t> that has the property that for any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𝒳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𝑛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mr>
                              </m:m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𝑛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mr>
                              </m:m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d>
                                      <m:dPr>
                                        <m:ctrlPr>
                                          <a:rPr lang="en-US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𝑛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mr>
                              </m:m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…</m:t>
                                    </m:r>
                                  </m:e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𝑛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⋱</m:t>
                                    </m:r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𝑛</m:t>
                                            </m:r>
                                          </m:sub>
                                        </m:s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…</m:t>
                                    </m:r>
                                  </m:e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𝑛</m:t>
                                            </m:r>
                                          </m:sub>
                                        </m:s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𝑛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mr>
                              </m:m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sz="1200" dirty="0"/>
                  <a:t>Fully parameterized by a mean </a:t>
                </a:r>
                <a:r>
                  <a:rPr lang="en-US" sz="1200" i="1" dirty="0"/>
                  <a:t>function</a:t>
                </a:r>
                <a:r>
                  <a:rPr lang="en-US" sz="1200" dirty="0"/>
                  <a:t>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𝒳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sz="1200" dirty="0"/>
                  <a:t> and covariance </a:t>
                </a:r>
                <a:r>
                  <a:rPr lang="en-US" sz="1200" i="1" dirty="0"/>
                  <a:t>function</a:t>
                </a:r>
                <a:r>
                  <a:rPr lang="en-US" sz="1200" dirty="0"/>
                  <a:t>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𝒳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𝒳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endParaRPr lang="en-US" sz="1200" i="1" dirty="0"/>
              </a:p>
              <a:p>
                <a:pPr lvl="1"/>
                <a:r>
                  <a:rPr lang="en-US" sz="1200" dirty="0"/>
                  <a:t>Mean function is arbitrary, but the covariance function must be positive definite!</a:t>
                </a:r>
              </a:p>
              <a:p>
                <a:endParaRPr lang="en-US" b="1" dirty="0"/>
              </a:p>
              <a:p>
                <a:r>
                  <a:rPr lang="en-US" b="1" dirty="0"/>
                  <a:t>Gaussian processes</a:t>
                </a:r>
                <a:r>
                  <a:rPr lang="en-US" dirty="0"/>
                  <a:t> have a long history in engineering (“Kriging”)</a:t>
                </a:r>
              </a:p>
              <a:p>
                <a:pPr lvl="1"/>
                <a:r>
                  <a:rPr lang="en-US" sz="1200" dirty="0"/>
                  <a:t>In 1950, Danie G. Krige was studying gold locations predicted from a few boreholes</a:t>
                </a:r>
              </a:p>
              <a:p>
                <a:pPr lvl="1"/>
                <a:r>
                  <a:rPr lang="en-US" sz="1200" dirty="0"/>
                  <a:t>In 1960, Georges </a:t>
                </a:r>
                <a:r>
                  <a:rPr lang="en-US" sz="1200" dirty="0" err="1"/>
                  <a:t>Matheron</a:t>
                </a:r>
                <a:r>
                  <a:rPr lang="en-US" sz="1200" dirty="0"/>
                  <a:t> rediscovered </a:t>
                </a:r>
                <a:r>
                  <a:rPr lang="en-US" sz="1200" dirty="0" err="1"/>
                  <a:t>Krige’s</a:t>
                </a:r>
                <a:r>
                  <a:rPr lang="en-US" sz="1200" dirty="0"/>
                  <a:t> work and formalized it for statistics</a:t>
                </a:r>
              </a:p>
              <a:p>
                <a:pPr lvl="1"/>
                <a:r>
                  <a:rPr lang="en-US" sz="1200" dirty="0"/>
                  <a:t>In 1999, Prof. David MacKay rediscovered Gaussian Processes for machine learning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00A5FCE0-EEB2-6F63-900D-28D7BBD1C8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02717C8-B416-7686-2710-060A1F556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Processes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23B085F-ACB4-B53C-8DA7-635A9785B1D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691" t="9157" r="8764" b="42792"/>
          <a:stretch/>
        </p:blipFill>
        <p:spPr bwMode="auto">
          <a:xfrm>
            <a:off x="7812360" y="2355726"/>
            <a:ext cx="797920" cy="797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mage Result">
            <a:extLst>
              <a:ext uri="{FF2B5EF4-FFF2-40B4-BE49-F238E27FC236}">
                <a16:creationId xmlns:a16="http://schemas.microsoft.com/office/drawing/2014/main" id="{67DED080-30DC-6BC8-13A2-E48B2391AD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3382" y="1131982"/>
            <a:ext cx="1015876" cy="706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avid MacKay: 'If everyone does a little, we'll achieve only a little'">
            <a:extLst>
              <a:ext uri="{FF2B5EF4-FFF2-40B4-BE49-F238E27FC236}">
                <a16:creationId xmlns:a16="http://schemas.microsoft.com/office/drawing/2014/main" id="{B309C87D-A40A-E5A0-017D-7385E46BF27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24395" b="17801"/>
          <a:stretch/>
        </p:blipFill>
        <p:spPr bwMode="auto">
          <a:xfrm>
            <a:off x="7519512" y="3534044"/>
            <a:ext cx="1383616" cy="8461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DC13C-815E-3382-4040-D5251297510F}"/>
              </a:ext>
            </a:extLst>
          </p:cNvPr>
          <p:cNvSpPr txBox="1"/>
          <p:nvPr/>
        </p:nvSpPr>
        <p:spPr bwMode="gray">
          <a:xfrm>
            <a:off x="7511051" y="1835608"/>
            <a:ext cx="15121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800" b="1" dirty="0">
                <a:solidFill>
                  <a:srgbClr val="333539"/>
                </a:solidFill>
              </a:rPr>
              <a:t>Danie G. Krige</a:t>
            </a:r>
            <a:br>
              <a:rPr lang="en-GB" sz="800" b="1" dirty="0">
                <a:solidFill>
                  <a:srgbClr val="333539"/>
                </a:solidFill>
                <a:effectLst/>
              </a:rPr>
            </a:br>
            <a:r>
              <a:rPr lang="en-GB" sz="800" b="1" dirty="0">
                <a:solidFill>
                  <a:srgbClr val="333539"/>
                </a:solidFill>
                <a:effectLst/>
              </a:rPr>
              <a:t>(1919 – 2013)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4CE488-F0DA-237C-CC35-5195C17C25D9}"/>
              </a:ext>
            </a:extLst>
          </p:cNvPr>
          <p:cNvSpPr txBox="1"/>
          <p:nvPr/>
        </p:nvSpPr>
        <p:spPr bwMode="gray">
          <a:xfrm>
            <a:off x="7455236" y="3153646"/>
            <a:ext cx="15121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800" b="1" dirty="0">
                <a:solidFill>
                  <a:srgbClr val="333539"/>
                </a:solidFill>
              </a:rPr>
              <a:t>Georges </a:t>
            </a:r>
            <a:r>
              <a:rPr lang="en-GB" sz="800" b="1" dirty="0" err="1">
                <a:solidFill>
                  <a:srgbClr val="333539"/>
                </a:solidFill>
              </a:rPr>
              <a:t>Matheron</a:t>
            </a:r>
            <a:br>
              <a:rPr lang="en-GB" sz="800" b="1" dirty="0">
                <a:solidFill>
                  <a:srgbClr val="333539"/>
                </a:solidFill>
                <a:effectLst/>
              </a:rPr>
            </a:br>
            <a:r>
              <a:rPr lang="en-GB" sz="800" b="1" dirty="0">
                <a:solidFill>
                  <a:srgbClr val="333539"/>
                </a:solidFill>
                <a:effectLst/>
              </a:rPr>
              <a:t>(1930 – 2000)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1E1C76-3F98-8168-7A99-BB0F413CBBC6}"/>
              </a:ext>
            </a:extLst>
          </p:cNvPr>
          <p:cNvSpPr txBox="1"/>
          <p:nvPr/>
        </p:nvSpPr>
        <p:spPr bwMode="gray">
          <a:xfrm>
            <a:off x="7455236" y="4380206"/>
            <a:ext cx="15121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800" b="1" dirty="0">
                <a:solidFill>
                  <a:srgbClr val="333539"/>
                </a:solidFill>
              </a:rPr>
              <a:t>Sir David JC MacKay</a:t>
            </a:r>
            <a:br>
              <a:rPr lang="en-GB" sz="800" b="1" dirty="0">
                <a:solidFill>
                  <a:srgbClr val="333539"/>
                </a:solidFill>
              </a:rPr>
            </a:br>
            <a:r>
              <a:rPr lang="en-GB" sz="800" b="1" dirty="0">
                <a:solidFill>
                  <a:srgbClr val="333539"/>
                </a:solidFill>
                <a:effectLst/>
              </a:rPr>
              <a:t>(1967 – 2016)</a:t>
            </a:r>
          </a:p>
        </p:txBody>
      </p:sp>
    </p:spTree>
    <p:extLst>
      <p:ext uri="{BB962C8B-B14F-4D97-AF65-F5344CB8AC3E}">
        <p14:creationId xmlns:p14="http://schemas.microsoft.com/office/powerpoint/2010/main" val="150367611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3BB97-63F2-7C33-37AC-51D5D5E0C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114EA1B1-843E-3349-AB76-85D9D993E3B4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1815129"/>
              </a:xfrm>
            </p:spPr>
            <p:txBody>
              <a:bodyPr/>
              <a:lstStyle/>
              <a:p>
                <a:r>
                  <a:rPr lang="en-US" b="1" dirty="0"/>
                  <a:t>Question</a:t>
                </a:r>
                <a:r>
                  <a:rPr lang="en-US" dirty="0"/>
                  <a:t>: How do we sample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⋅;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𝜮</m:t>
                        </m:r>
                      </m:e>
                    </m:d>
                  </m:oMath>
                </a14:m>
                <a:r>
                  <a:rPr lang="en-US" dirty="0"/>
                  <a:t> for arbitrary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𝜮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200" dirty="0"/>
                  <a:t>Compute the Cholesky decomposition </a:t>
                </a:r>
                <a14:m>
                  <m:oMath xmlns:m="http://schemas.openxmlformats.org/officeDocument/2006/math">
                    <m:r>
                      <a:rPr lang="en-US" sz="12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𝑳</m:t>
                    </m:r>
                  </m:oMath>
                </a14:m>
                <a:r>
                  <a:rPr lang="en-US" sz="1200" dirty="0"/>
                  <a:t> of the matrix </a:t>
                </a:r>
                <a14:m>
                  <m:oMath xmlns:m="http://schemas.openxmlformats.org/officeDocument/2006/math">
                    <m:r>
                      <a:rPr lang="en-US" sz="12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𝜮</m:t>
                    </m:r>
                  </m:oMath>
                </a14:m>
                <a:r>
                  <a:rPr lang="en-US" sz="1200" dirty="0"/>
                  <a:t> such that </a:t>
                </a:r>
                <a14:m>
                  <m:oMath xmlns:m="http://schemas.openxmlformats.org/officeDocument/2006/math">
                    <m:r>
                      <a:rPr lang="en-US" sz="12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𝜮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2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𝑳</m:t>
                    </m:r>
                    <m:sSup>
                      <m:sSupPr>
                        <m:ctrlPr>
                          <a:rPr lang="en-US" sz="12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𝑳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p>
                  </m:oMath>
                </a14:m>
                <a:endParaRPr lang="en-US" sz="1200" dirty="0"/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200" dirty="0"/>
                  <a:t>Sample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200" dirty="0"/>
                  <a:t> uniform random numbers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2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200" dirty="0"/>
                  <a:t> between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1200" dirty="0"/>
                  <a:t> and use Box-Mueller to transform into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200" dirty="0"/>
                  <a:t> standard normal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2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⋅;</m:t>
                        </m:r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</m:d>
                  </m:oMath>
                </a14:m>
                <a:r>
                  <a:rPr lang="en-US" sz="1200" dirty="0"/>
                  <a:t> via</a:t>
                </a:r>
              </a:p>
              <a:p>
                <a:pPr marL="611187" lvl="1" indent="-342900">
                  <a:buFont typeface="+mj-lt"/>
                  <a:buAutoNum type="arabicPeriod"/>
                </a:pPr>
                <a:endParaRPr lang="en-US" sz="1200" dirty="0"/>
              </a:p>
              <a:p>
                <a:pPr marL="611187" lvl="1" indent="-342900">
                  <a:buFont typeface="+mj-lt"/>
                  <a:buAutoNum type="arabicPeriod"/>
                </a:pPr>
                <a:endParaRPr lang="en-US" sz="1200" dirty="0"/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200" dirty="0"/>
                  <a:t>Compute a complete sample of the function values </a:t>
                </a:r>
                <a14:m>
                  <m:oMath xmlns:m="http://schemas.openxmlformats.org/officeDocument/2006/math">
                    <m:r>
                      <a:rPr lang="en-US" sz="1200" b="1" i="1">
                        <a:latin typeface="Cambria Math" panose="02040503050406030204" pitchFamily="18" charset="0"/>
                      </a:rPr>
                      <m:t>𝒇</m:t>
                    </m:r>
                  </m:oMath>
                </a14:m>
                <a:r>
                  <a:rPr lang="en-US" sz="1200" dirty="0"/>
                  <a:t> using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114EA1B1-843E-3349-AB76-85D9D993E3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1815129"/>
              </a:xfrm>
              <a:blipFill>
                <a:blip r:embed="rId2"/>
                <a:stretch>
                  <a:fillRect t="-694" r="-554" b="-6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F26816D-BC68-2850-7560-66BABE279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 Multivariate Gaussians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F6932E8-6A0D-2EF2-7C37-D74A0A8AD7C8}"/>
                  </a:ext>
                </a:extLst>
              </p:cNvPr>
              <p:cNvSpPr txBox="1"/>
              <p:nvPr/>
            </p:nvSpPr>
            <p:spPr bwMode="gray">
              <a:xfrm>
                <a:off x="2320327" y="2211060"/>
                <a:ext cx="3198454" cy="5661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ad>
                                  <m:radPr>
                                    <m:degHide m:val="on"/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  <m:func>
                                      <m:func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200">
                                            <a:latin typeface="Cambria Math" panose="02040503050406030204" pitchFamily="18" charset="0"/>
                                          </a:rPr>
                                          <m:t>ln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𝑢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−1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</m:func>
                                  </m:e>
                                </m:rad>
                                <m: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func>
                                  <m:funcPr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12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</a:rPr>
                                              <m:t>⋅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𝑢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</m:e>
                            </m:mr>
                            <m:mr>
                              <m:e>
                                <m:rad>
                                  <m:radPr>
                                    <m:degHide m:val="on"/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  <m:func>
                                      <m:func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200">
                                            <a:latin typeface="Cambria Math" panose="02040503050406030204" pitchFamily="18" charset="0"/>
                                          </a:rPr>
                                          <m:t>ln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𝑢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−1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</m:func>
                                  </m:e>
                                </m:rad>
                                <m: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func>
                                  <m:funcPr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12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⋅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𝑢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F6932E8-6A0D-2EF2-7C37-D74A0A8AD7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320327" y="2211060"/>
                <a:ext cx="3198454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4FDB9C3-3933-C5D6-6D26-5996C2C0B5B5}"/>
                  </a:ext>
                </a:extLst>
              </p:cNvPr>
              <p:cNvSpPr txBox="1"/>
              <p:nvPr/>
            </p:nvSpPr>
            <p:spPr bwMode="gray">
              <a:xfrm>
                <a:off x="3386998" y="3054966"/>
                <a:ext cx="110396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1" i="1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1" i="1" smtClean="0">
                          <a:latin typeface="Cambria Math" panose="02040503050406030204" pitchFamily="18" charset="0"/>
                        </a:rPr>
                        <m:t>𝑳𝒓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200" b="1" i="1" smtClean="0">
                          <a:latin typeface="Cambria Math" panose="02040503050406030204" pitchFamily="18" charset="0"/>
                        </a:rPr>
                        <m:t>𝝁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4FDB9C3-3933-C5D6-6D26-5996C2C0B5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386998" y="3054966"/>
                <a:ext cx="1103963" cy="276999"/>
              </a:xfrm>
              <a:prstGeom prst="rect">
                <a:avLst/>
              </a:prstGeom>
              <a:blipFill>
                <a:blip r:embed="rId4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67" name="Group 1066">
            <a:extLst>
              <a:ext uri="{FF2B5EF4-FFF2-40B4-BE49-F238E27FC236}">
                <a16:creationId xmlns:a16="http://schemas.microsoft.com/office/drawing/2014/main" id="{6A52DFE3-44B3-3164-FD2A-CB0C044206FA}"/>
              </a:ext>
            </a:extLst>
          </p:cNvPr>
          <p:cNvGrpSpPr/>
          <p:nvPr/>
        </p:nvGrpSpPr>
        <p:grpSpPr>
          <a:xfrm>
            <a:off x="427820" y="3716901"/>
            <a:ext cx="2051331" cy="1344478"/>
            <a:chOff x="427820" y="3716901"/>
            <a:chExt cx="2051331" cy="1344478"/>
          </a:xfrm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26C2B12B-D473-2888-A259-E4455D2914A8}"/>
                </a:ext>
              </a:extLst>
            </p:cNvPr>
            <p:cNvSpPr/>
            <p:nvPr/>
          </p:nvSpPr>
          <p:spPr>
            <a:xfrm>
              <a:off x="641477" y="3716901"/>
              <a:ext cx="1837674" cy="1176451"/>
            </a:xfrm>
            <a:custGeom>
              <a:avLst/>
              <a:gdLst>
                <a:gd name="connsiteX0" fmla="*/ 0 w 1837674"/>
                <a:gd name="connsiteY0" fmla="*/ 1176452 h 1176451"/>
                <a:gd name="connsiteX1" fmla="*/ 1837675 w 1837674"/>
                <a:gd name="connsiteY1" fmla="*/ 1176452 h 1176451"/>
                <a:gd name="connsiteX2" fmla="*/ 1837675 w 1837674"/>
                <a:gd name="connsiteY2" fmla="*/ 0 h 1176451"/>
                <a:gd name="connsiteX3" fmla="*/ 0 w 1837674"/>
                <a:gd name="connsiteY3" fmla="*/ 0 h 1176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37674" h="1176451">
                  <a:moveTo>
                    <a:pt x="0" y="1176452"/>
                  </a:moveTo>
                  <a:lnTo>
                    <a:pt x="1837675" y="1176452"/>
                  </a:lnTo>
                  <a:lnTo>
                    <a:pt x="1837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BDA0121E-573A-59D8-A7F7-C4BD287F316E}"/>
                </a:ext>
              </a:extLst>
            </p:cNvPr>
            <p:cNvSpPr/>
            <p:nvPr/>
          </p:nvSpPr>
          <p:spPr>
            <a:xfrm>
              <a:off x="693487" y="3716901"/>
              <a:ext cx="885" cy="1176451"/>
            </a:xfrm>
            <a:custGeom>
              <a:avLst/>
              <a:gdLst>
                <a:gd name="connsiteX0" fmla="*/ 0 w 885"/>
                <a:gd name="connsiteY0" fmla="*/ 1176452 h 1176451"/>
                <a:gd name="connsiteX1" fmla="*/ 0 w 885"/>
                <a:gd name="connsiteY1" fmla="*/ 0 h 1176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176451">
                  <a:moveTo>
                    <a:pt x="0" y="1176452"/>
                  </a:moveTo>
                  <a:lnTo>
                    <a:pt x="0" y="0"/>
                  </a:lnTo>
                </a:path>
              </a:pathLst>
            </a:custGeom>
            <a:noFill/>
            <a:ln w="177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3829B8-3F93-476A-D402-D3409A0A13C6}"/>
                </a:ext>
              </a:extLst>
            </p:cNvPr>
            <p:cNvSpPr/>
            <p:nvPr/>
          </p:nvSpPr>
          <p:spPr>
            <a:xfrm>
              <a:off x="1126900" y="3716901"/>
              <a:ext cx="885" cy="1176451"/>
            </a:xfrm>
            <a:custGeom>
              <a:avLst/>
              <a:gdLst>
                <a:gd name="connsiteX0" fmla="*/ 0 w 885"/>
                <a:gd name="connsiteY0" fmla="*/ 1176452 h 1176451"/>
                <a:gd name="connsiteX1" fmla="*/ 0 w 885"/>
                <a:gd name="connsiteY1" fmla="*/ 0 h 1176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176451">
                  <a:moveTo>
                    <a:pt x="0" y="1176452"/>
                  </a:moveTo>
                  <a:lnTo>
                    <a:pt x="0" y="0"/>
                  </a:lnTo>
                </a:path>
              </a:pathLst>
            </a:custGeom>
            <a:noFill/>
            <a:ln w="177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FC878C70-8E50-8002-F26C-6285F587D133}"/>
                </a:ext>
              </a:extLst>
            </p:cNvPr>
            <p:cNvSpPr/>
            <p:nvPr/>
          </p:nvSpPr>
          <p:spPr>
            <a:xfrm>
              <a:off x="1560310" y="3716901"/>
              <a:ext cx="885" cy="1176451"/>
            </a:xfrm>
            <a:custGeom>
              <a:avLst/>
              <a:gdLst>
                <a:gd name="connsiteX0" fmla="*/ 0 w 885"/>
                <a:gd name="connsiteY0" fmla="*/ 1176452 h 1176451"/>
                <a:gd name="connsiteX1" fmla="*/ 0 w 885"/>
                <a:gd name="connsiteY1" fmla="*/ 0 h 1176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176451">
                  <a:moveTo>
                    <a:pt x="0" y="1176452"/>
                  </a:moveTo>
                  <a:lnTo>
                    <a:pt x="0" y="0"/>
                  </a:lnTo>
                </a:path>
              </a:pathLst>
            </a:custGeom>
            <a:noFill/>
            <a:ln w="177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B25D71FD-5F91-2388-4E22-AE0069264CA5}"/>
                </a:ext>
              </a:extLst>
            </p:cNvPr>
            <p:cNvSpPr/>
            <p:nvPr/>
          </p:nvSpPr>
          <p:spPr>
            <a:xfrm>
              <a:off x="1993725" y="3716901"/>
              <a:ext cx="885" cy="1176451"/>
            </a:xfrm>
            <a:custGeom>
              <a:avLst/>
              <a:gdLst>
                <a:gd name="connsiteX0" fmla="*/ 0 w 885"/>
                <a:gd name="connsiteY0" fmla="*/ 1176452 h 1176451"/>
                <a:gd name="connsiteX1" fmla="*/ 0 w 885"/>
                <a:gd name="connsiteY1" fmla="*/ 0 h 1176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176451">
                  <a:moveTo>
                    <a:pt x="0" y="1176452"/>
                  </a:moveTo>
                  <a:lnTo>
                    <a:pt x="0" y="0"/>
                  </a:lnTo>
                </a:path>
              </a:pathLst>
            </a:custGeom>
            <a:noFill/>
            <a:ln w="177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BD5706FF-CF0F-927D-184E-D336790784FF}"/>
                </a:ext>
              </a:extLst>
            </p:cNvPr>
            <p:cNvSpPr/>
            <p:nvPr/>
          </p:nvSpPr>
          <p:spPr>
            <a:xfrm>
              <a:off x="2427140" y="3716901"/>
              <a:ext cx="885" cy="1176451"/>
            </a:xfrm>
            <a:custGeom>
              <a:avLst/>
              <a:gdLst>
                <a:gd name="connsiteX0" fmla="*/ 0 w 885"/>
                <a:gd name="connsiteY0" fmla="*/ 1176452 h 1176451"/>
                <a:gd name="connsiteX1" fmla="*/ 0 w 885"/>
                <a:gd name="connsiteY1" fmla="*/ 0 h 1176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176451">
                  <a:moveTo>
                    <a:pt x="0" y="1176452"/>
                  </a:moveTo>
                  <a:lnTo>
                    <a:pt x="0" y="0"/>
                  </a:lnTo>
                </a:path>
              </a:pathLst>
            </a:custGeom>
            <a:noFill/>
            <a:ln w="177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5C7E7314-93E7-69F3-64F5-493C1A224C97}"/>
                </a:ext>
              </a:extLst>
            </p:cNvPr>
            <p:cNvSpPr/>
            <p:nvPr/>
          </p:nvSpPr>
          <p:spPr>
            <a:xfrm>
              <a:off x="641477" y="4775709"/>
              <a:ext cx="1837674" cy="885"/>
            </a:xfrm>
            <a:custGeom>
              <a:avLst/>
              <a:gdLst>
                <a:gd name="connsiteX0" fmla="*/ 0 w 1837674"/>
                <a:gd name="connsiteY0" fmla="*/ 0 h 885"/>
                <a:gd name="connsiteX1" fmla="*/ 1837675 w 1837674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37674" h="885">
                  <a:moveTo>
                    <a:pt x="0" y="0"/>
                  </a:moveTo>
                  <a:lnTo>
                    <a:pt x="1837675" y="0"/>
                  </a:lnTo>
                </a:path>
              </a:pathLst>
            </a:custGeom>
            <a:noFill/>
            <a:ln w="177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3303045A-A7B2-301B-595F-02CAF29B1F6E}"/>
                </a:ext>
              </a:extLst>
            </p:cNvPr>
            <p:cNvSpPr/>
            <p:nvPr/>
          </p:nvSpPr>
          <p:spPr>
            <a:xfrm>
              <a:off x="641477" y="4540417"/>
              <a:ext cx="1837674" cy="885"/>
            </a:xfrm>
            <a:custGeom>
              <a:avLst/>
              <a:gdLst>
                <a:gd name="connsiteX0" fmla="*/ 0 w 1837674"/>
                <a:gd name="connsiteY0" fmla="*/ 0 h 885"/>
                <a:gd name="connsiteX1" fmla="*/ 1837675 w 1837674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37674" h="885">
                  <a:moveTo>
                    <a:pt x="0" y="0"/>
                  </a:moveTo>
                  <a:lnTo>
                    <a:pt x="1837675" y="0"/>
                  </a:lnTo>
                </a:path>
              </a:pathLst>
            </a:custGeom>
            <a:noFill/>
            <a:ln w="177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8363CFE9-4440-65F9-E38C-FBB76E5EABD9}"/>
                </a:ext>
              </a:extLst>
            </p:cNvPr>
            <p:cNvSpPr/>
            <p:nvPr/>
          </p:nvSpPr>
          <p:spPr>
            <a:xfrm>
              <a:off x="641477" y="4305127"/>
              <a:ext cx="1837674" cy="885"/>
            </a:xfrm>
            <a:custGeom>
              <a:avLst/>
              <a:gdLst>
                <a:gd name="connsiteX0" fmla="*/ 0 w 1837674"/>
                <a:gd name="connsiteY0" fmla="*/ 0 h 885"/>
                <a:gd name="connsiteX1" fmla="*/ 1837675 w 1837674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37674" h="885">
                  <a:moveTo>
                    <a:pt x="0" y="0"/>
                  </a:moveTo>
                  <a:lnTo>
                    <a:pt x="1837675" y="0"/>
                  </a:lnTo>
                </a:path>
              </a:pathLst>
            </a:custGeom>
            <a:noFill/>
            <a:ln w="177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8EEBF918-0187-DDED-240D-78EF337548CE}"/>
                </a:ext>
              </a:extLst>
            </p:cNvPr>
            <p:cNvSpPr/>
            <p:nvPr/>
          </p:nvSpPr>
          <p:spPr>
            <a:xfrm>
              <a:off x="641477" y="4069837"/>
              <a:ext cx="1837674" cy="885"/>
            </a:xfrm>
            <a:custGeom>
              <a:avLst/>
              <a:gdLst>
                <a:gd name="connsiteX0" fmla="*/ 0 w 1837674"/>
                <a:gd name="connsiteY0" fmla="*/ 0 h 885"/>
                <a:gd name="connsiteX1" fmla="*/ 1837675 w 1837674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37674" h="885">
                  <a:moveTo>
                    <a:pt x="0" y="0"/>
                  </a:moveTo>
                  <a:lnTo>
                    <a:pt x="1837675" y="0"/>
                  </a:lnTo>
                </a:path>
              </a:pathLst>
            </a:custGeom>
            <a:noFill/>
            <a:ln w="177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8BC1280F-EB6A-E228-ADC6-1B17CED64E25}"/>
                </a:ext>
              </a:extLst>
            </p:cNvPr>
            <p:cNvSpPr/>
            <p:nvPr/>
          </p:nvSpPr>
          <p:spPr>
            <a:xfrm>
              <a:off x="641477" y="3834547"/>
              <a:ext cx="1837674" cy="885"/>
            </a:xfrm>
            <a:custGeom>
              <a:avLst/>
              <a:gdLst>
                <a:gd name="connsiteX0" fmla="*/ 0 w 1837674"/>
                <a:gd name="connsiteY0" fmla="*/ 0 h 885"/>
                <a:gd name="connsiteX1" fmla="*/ 1837675 w 1837674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37674" h="885">
                  <a:moveTo>
                    <a:pt x="0" y="0"/>
                  </a:moveTo>
                  <a:lnTo>
                    <a:pt x="1837675" y="0"/>
                  </a:lnTo>
                </a:path>
              </a:pathLst>
            </a:custGeom>
            <a:noFill/>
            <a:ln w="177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06680F35-3F99-8CCB-5375-01EA7C404851}"/>
                </a:ext>
              </a:extLst>
            </p:cNvPr>
            <p:cNvSpPr/>
            <p:nvPr/>
          </p:nvSpPr>
          <p:spPr>
            <a:xfrm>
              <a:off x="641477" y="4893353"/>
              <a:ext cx="1837674" cy="885"/>
            </a:xfrm>
            <a:custGeom>
              <a:avLst/>
              <a:gdLst>
                <a:gd name="connsiteX0" fmla="*/ 0 w 1837674"/>
                <a:gd name="connsiteY0" fmla="*/ 0 h 885"/>
                <a:gd name="connsiteX1" fmla="*/ 1837675 w 1837674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37674" h="885">
                  <a:moveTo>
                    <a:pt x="0" y="0"/>
                  </a:moveTo>
                  <a:lnTo>
                    <a:pt x="1837675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88CD8B63-DF61-BD61-C587-D8760AF19396}"/>
                </a:ext>
              </a:extLst>
            </p:cNvPr>
            <p:cNvSpPr/>
            <p:nvPr/>
          </p:nvSpPr>
          <p:spPr>
            <a:xfrm>
              <a:off x="693487" y="4876615"/>
              <a:ext cx="885" cy="16737"/>
            </a:xfrm>
            <a:custGeom>
              <a:avLst/>
              <a:gdLst>
                <a:gd name="connsiteX0" fmla="*/ 0 w 885"/>
                <a:gd name="connsiteY0" fmla="*/ 16738 h 16737"/>
                <a:gd name="connsiteX1" fmla="*/ 0 w 885"/>
                <a:gd name="connsiteY1" fmla="*/ 0 h 16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6737">
                  <a:moveTo>
                    <a:pt x="0" y="16738"/>
                  </a:moveTo>
                  <a:lnTo>
                    <a:pt x="0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CC773870-18C4-9CBC-A1B1-BCB3E89F8BEE}"/>
                </a:ext>
              </a:extLst>
            </p:cNvPr>
            <p:cNvSpPr/>
            <p:nvPr/>
          </p:nvSpPr>
          <p:spPr>
            <a:xfrm>
              <a:off x="1126900" y="4876615"/>
              <a:ext cx="885" cy="16737"/>
            </a:xfrm>
            <a:custGeom>
              <a:avLst/>
              <a:gdLst>
                <a:gd name="connsiteX0" fmla="*/ 0 w 885"/>
                <a:gd name="connsiteY0" fmla="*/ 16738 h 16737"/>
                <a:gd name="connsiteX1" fmla="*/ 0 w 885"/>
                <a:gd name="connsiteY1" fmla="*/ 0 h 16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6737">
                  <a:moveTo>
                    <a:pt x="0" y="16738"/>
                  </a:moveTo>
                  <a:lnTo>
                    <a:pt x="0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C1CF5B39-57F5-4F68-49ED-4DAC566E7678}"/>
                </a:ext>
              </a:extLst>
            </p:cNvPr>
            <p:cNvSpPr/>
            <p:nvPr/>
          </p:nvSpPr>
          <p:spPr>
            <a:xfrm>
              <a:off x="1560310" y="4876615"/>
              <a:ext cx="885" cy="16737"/>
            </a:xfrm>
            <a:custGeom>
              <a:avLst/>
              <a:gdLst>
                <a:gd name="connsiteX0" fmla="*/ 0 w 885"/>
                <a:gd name="connsiteY0" fmla="*/ 16738 h 16737"/>
                <a:gd name="connsiteX1" fmla="*/ 0 w 885"/>
                <a:gd name="connsiteY1" fmla="*/ 0 h 16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6737">
                  <a:moveTo>
                    <a:pt x="0" y="16738"/>
                  </a:moveTo>
                  <a:lnTo>
                    <a:pt x="0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45705890-DBD5-6916-CCAE-6861F51CDC70}"/>
                </a:ext>
              </a:extLst>
            </p:cNvPr>
            <p:cNvSpPr/>
            <p:nvPr/>
          </p:nvSpPr>
          <p:spPr>
            <a:xfrm>
              <a:off x="1993725" y="4876615"/>
              <a:ext cx="885" cy="16737"/>
            </a:xfrm>
            <a:custGeom>
              <a:avLst/>
              <a:gdLst>
                <a:gd name="connsiteX0" fmla="*/ 0 w 885"/>
                <a:gd name="connsiteY0" fmla="*/ 16738 h 16737"/>
                <a:gd name="connsiteX1" fmla="*/ 0 w 885"/>
                <a:gd name="connsiteY1" fmla="*/ 0 h 16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6737">
                  <a:moveTo>
                    <a:pt x="0" y="16738"/>
                  </a:moveTo>
                  <a:lnTo>
                    <a:pt x="0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DC4E6E60-BD02-94F9-37B9-517F40CF9F42}"/>
                </a:ext>
              </a:extLst>
            </p:cNvPr>
            <p:cNvSpPr/>
            <p:nvPr/>
          </p:nvSpPr>
          <p:spPr>
            <a:xfrm>
              <a:off x="2427140" y="4876615"/>
              <a:ext cx="885" cy="16737"/>
            </a:xfrm>
            <a:custGeom>
              <a:avLst/>
              <a:gdLst>
                <a:gd name="connsiteX0" fmla="*/ 0 w 885"/>
                <a:gd name="connsiteY0" fmla="*/ 16738 h 16737"/>
                <a:gd name="connsiteX1" fmla="*/ 0 w 885"/>
                <a:gd name="connsiteY1" fmla="*/ 0 h 16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6737">
                  <a:moveTo>
                    <a:pt x="0" y="16738"/>
                  </a:moveTo>
                  <a:lnTo>
                    <a:pt x="0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33F89FBA-C607-0447-8F2C-2A8105AF4D7C}"/>
                </a:ext>
              </a:extLst>
            </p:cNvPr>
            <p:cNvSpPr/>
            <p:nvPr/>
          </p:nvSpPr>
          <p:spPr>
            <a:xfrm>
              <a:off x="610615" y="4951227"/>
              <a:ext cx="45992" cy="6101"/>
            </a:xfrm>
            <a:custGeom>
              <a:avLst/>
              <a:gdLst>
                <a:gd name="connsiteX0" fmla="*/ 0 w 45992"/>
                <a:gd name="connsiteY0" fmla="*/ 0 h 6101"/>
                <a:gd name="connsiteX1" fmla="*/ 45992 w 45992"/>
                <a:gd name="connsiteY1" fmla="*/ 0 h 6101"/>
                <a:gd name="connsiteX2" fmla="*/ 45992 w 45992"/>
                <a:gd name="connsiteY2" fmla="*/ 6102 h 6101"/>
                <a:gd name="connsiteX3" fmla="*/ 0 w 45992"/>
                <a:gd name="connsiteY3" fmla="*/ 6102 h 6101"/>
                <a:gd name="connsiteX4" fmla="*/ 0 w 45992"/>
                <a:gd name="connsiteY4" fmla="*/ 0 h 6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992" h="6101">
                  <a:moveTo>
                    <a:pt x="0" y="0"/>
                  </a:moveTo>
                  <a:lnTo>
                    <a:pt x="45992" y="0"/>
                  </a:lnTo>
                  <a:lnTo>
                    <a:pt x="45992" y="6102"/>
                  </a:lnTo>
                  <a:lnTo>
                    <a:pt x="0" y="61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FFB1C00C-FC31-4B46-2D91-B6750DFE009C}"/>
                </a:ext>
              </a:extLst>
            </p:cNvPr>
            <p:cNvSpPr/>
            <p:nvPr/>
          </p:nvSpPr>
          <p:spPr>
            <a:xfrm>
              <a:off x="672464" y="4923747"/>
              <a:ext cx="31892" cy="53561"/>
            </a:xfrm>
            <a:custGeom>
              <a:avLst/>
              <a:gdLst>
                <a:gd name="connsiteX0" fmla="*/ 1040 w 31892"/>
                <a:gd name="connsiteY0" fmla="*/ 47460 h 53561"/>
                <a:gd name="connsiteX1" fmla="*/ 12878 w 31892"/>
                <a:gd name="connsiteY1" fmla="*/ 47460 h 53561"/>
                <a:gd name="connsiteX2" fmla="*/ 12878 w 31892"/>
                <a:gd name="connsiteY2" fmla="*/ 6598 h 53561"/>
                <a:gd name="connsiteX3" fmla="*/ 0 w 31892"/>
                <a:gd name="connsiteY3" fmla="*/ 9184 h 53561"/>
                <a:gd name="connsiteX4" fmla="*/ 0 w 31892"/>
                <a:gd name="connsiteY4" fmla="*/ 2586 h 53561"/>
                <a:gd name="connsiteX5" fmla="*/ 12807 w 31892"/>
                <a:gd name="connsiteY5" fmla="*/ 0 h 53561"/>
                <a:gd name="connsiteX6" fmla="*/ 20054 w 31892"/>
                <a:gd name="connsiteY6" fmla="*/ 0 h 53561"/>
                <a:gd name="connsiteX7" fmla="*/ 20054 w 31892"/>
                <a:gd name="connsiteY7" fmla="*/ 47460 h 53561"/>
                <a:gd name="connsiteX8" fmla="*/ 31892 w 31892"/>
                <a:gd name="connsiteY8" fmla="*/ 47460 h 53561"/>
                <a:gd name="connsiteX9" fmla="*/ 31892 w 31892"/>
                <a:gd name="connsiteY9" fmla="*/ 53561 h 53561"/>
                <a:gd name="connsiteX10" fmla="*/ 1040 w 31892"/>
                <a:gd name="connsiteY10" fmla="*/ 53561 h 53561"/>
                <a:gd name="connsiteX11" fmla="*/ 1040 w 31892"/>
                <a:gd name="connsiteY11" fmla="*/ 47460 h 53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92" h="53561">
                  <a:moveTo>
                    <a:pt x="1040" y="47460"/>
                  </a:moveTo>
                  <a:lnTo>
                    <a:pt x="12878" y="47460"/>
                  </a:lnTo>
                  <a:lnTo>
                    <a:pt x="12878" y="6598"/>
                  </a:lnTo>
                  <a:lnTo>
                    <a:pt x="0" y="9184"/>
                  </a:lnTo>
                  <a:lnTo>
                    <a:pt x="0" y="2586"/>
                  </a:lnTo>
                  <a:lnTo>
                    <a:pt x="12807" y="0"/>
                  </a:lnTo>
                  <a:lnTo>
                    <a:pt x="20054" y="0"/>
                  </a:lnTo>
                  <a:lnTo>
                    <a:pt x="20054" y="47460"/>
                  </a:lnTo>
                  <a:lnTo>
                    <a:pt x="31892" y="47460"/>
                  </a:lnTo>
                  <a:lnTo>
                    <a:pt x="31892" y="53561"/>
                  </a:lnTo>
                  <a:lnTo>
                    <a:pt x="1040" y="53561"/>
                  </a:lnTo>
                  <a:lnTo>
                    <a:pt x="1040" y="4746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3E595C12-6942-F8C8-02F9-C631B959F5B8}"/>
                </a:ext>
              </a:extLst>
            </p:cNvPr>
            <p:cNvSpPr/>
            <p:nvPr/>
          </p:nvSpPr>
          <p:spPr>
            <a:xfrm>
              <a:off x="718994" y="4968195"/>
              <a:ext cx="7569" cy="9112"/>
            </a:xfrm>
            <a:custGeom>
              <a:avLst/>
              <a:gdLst>
                <a:gd name="connsiteX0" fmla="*/ 0 w 7569"/>
                <a:gd name="connsiteY0" fmla="*/ 0 h 9112"/>
                <a:gd name="connsiteX1" fmla="*/ 7569 w 7569"/>
                <a:gd name="connsiteY1" fmla="*/ 0 h 9112"/>
                <a:gd name="connsiteX2" fmla="*/ 7569 w 7569"/>
                <a:gd name="connsiteY2" fmla="*/ 9113 h 9112"/>
                <a:gd name="connsiteX3" fmla="*/ 0 w 7569"/>
                <a:gd name="connsiteY3" fmla="*/ 9113 h 9112"/>
                <a:gd name="connsiteX4" fmla="*/ 0 w 7569"/>
                <a:gd name="connsiteY4" fmla="*/ 0 h 9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69" h="9112">
                  <a:moveTo>
                    <a:pt x="0" y="0"/>
                  </a:moveTo>
                  <a:lnTo>
                    <a:pt x="7569" y="0"/>
                  </a:lnTo>
                  <a:lnTo>
                    <a:pt x="7569" y="9113"/>
                  </a:lnTo>
                  <a:lnTo>
                    <a:pt x="0" y="91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48DC7157-1F49-09C5-05B5-6C22BE1AD1CF}"/>
                </a:ext>
              </a:extLst>
            </p:cNvPr>
            <p:cNvSpPr/>
            <p:nvPr/>
          </p:nvSpPr>
          <p:spPr>
            <a:xfrm>
              <a:off x="739335" y="4922782"/>
              <a:ext cx="37022" cy="55562"/>
            </a:xfrm>
            <a:custGeom>
              <a:avLst/>
              <a:gdLst>
                <a:gd name="connsiteX0" fmla="*/ 18511 w 37022"/>
                <a:gd name="connsiteY0" fmla="*/ 5739 h 55562"/>
                <a:gd name="connsiteX1" fmla="*/ 10081 w 37022"/>
                <a:gd name="connsiteY1" fmla="*/ 11265 h 55562"/>
                <a:gd name="connsiteX2" fmla="*/ 7282 w 37022"/>
                <a:gd name="connsiteY2" fmla="*/ 27799 h 55562"/>
                <a:gd name="connsiteX3" fmla="*/ 10081 w 37022"/>
                <a:gd name="connsiteY3" fmla="*/ 44342 h 55562"/>
                <a:gd name="connsiteX4" fmla="*/ 18511 w 37022"/>
                <a:gd name="connsiteY4" fmla="*/ 49824 h 55562"/>
                <a:gd name="connsiteX5" fmla="*/ 26942 w 37022"/>
                <a:gd name="connsiteY5" fmla="*/ 44342 h 55562"/>
                <a:gd name="connsiteX6" fmla="*/ 29776 w 37022"/>
                <a:gd name="connsiteY6" fmla="*/ 27799 h 55562"/>
                <a:gd name="connsiteX7" fmla="*/ 26942 w 37022"/>
                <a:gd name="connsiteY7" fmla="*/ 11265 h 55562"/>
                <a:gd name="connsiteX8" fmla="*/ 18511 w 37022"/>
                <a:gd name="connsiteY8" fmla="*/ 5739 h 55562"/>
                <a:gd name="connsiteX9" fmla="*/ 18511 w 37022"/>
                <a:gd name="connsiteY9" fmla="*/ 0 h 55562"/>
                <a:gd name="connsiteX10" fmla="*/ 32251 w 37022"/>
                <a:gd name="connsiteY10" fmla="*/ 7138 h 55562"/>
                <a:gd name="connsiteX11" fmla="*/ 37023 w 37022"/>
                <a:gd name="connsiteY11" fmla="*/ 27799 h 55562"/>
                <a:gd name="connsiteX12" fmla="*/ 32251 w 37022"/>
                <a:gd name="connsiteY12" fmla="*/ 48460 h 55562"/>
                <a:gd name="connsiteX13" fmla="*/ 18511 w 37022"/>
                <a:gd name="connsiteY13" fmla="*/ 55563 h 55562"/>
                <a:gd name="connsiteX14" fmla="*/ 4735 w 37022"/>
                <a:gd name="connsiteY14" fmla="*/ 48460 h 55562"/>
                <a:gd name="connsiteX15" fmla="*/ 0 w 37022"/>
                <a:gd name="connsiteY15" fmla="*/ 27799 h 55562"/>
                <a:gd name="connsiteX16" fmla="*/ 4735 w 37022"/>
                <a:gd name="connsiteY16" fmla="*/ 7138 h 55562"/>
                <a:gd name="connsiteX17" fmla="*/ 18511 w 37022"/>
                <a:gd name="connsiteY17" fmla="*/ 0 h 5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022" h="55562">
                  <a:moveTo>
                    <a:pt x="18511" y="5739"/>
                  </a:moveTo>
                  <a:cubicBezTo>
                    <a:pt x="14780" y="5739"/>
                    <a:pt x="11970" y="7581"/>
                    <a:pt x="10081" y="11265"/>
                  </a:cubicBezTo>
                  <a:cubicBezTo>
                    <a:pt x="8215" y="14922"/>
                    <a:pt x="7282" y="20431"/>
                    <a:pt x="7282" y="27799"/>
                  </a:cubicBezTo>
                  <a:cubicBezTo>
                    <a:pt x="7282" y="35141"/>
                    <a:pt x="8215" y="40658"/>
                    <a:pt x="10081" y="44342"/>
                  </a:cubicBezTo>
                  <a:cubicBezTo>
                    <a:pt x="11970" y="48000"/>
                    <a:pt x="14780" y="49824"/>
                    <a:pt x="18511" y="49824"/>
                  </a:cubicBezTo>
                  <a:cubicBezTo>
                    <a:pt x="22266" y="49824"/>
                    <a:pt x="25076" y="48000"/>
                    <a:pt x="26942" y="44342"/>
                  </a:cubicBezTo>
                  <a:cubicBezTo>
                    <a:pt x="28831" y="40658"/>
                    <a:pt x="29776" y="35141"/>
                    <a:pt x="29776" y="27799"/>
                  </a:cubicBezTo>
                  <a:cubicBezTo>
                    <a:pt x="29776" y="20431"/>
                    <a:pt x="28831" y="14922"/>
                    <a:pt x="26942" y="11265"/>
                  </a:cubicBezTo>
                  <a:cubicBezTo>
                    <a:pt x="25076" y="7581"/>
                    <a:pt x="22266" y="5739"/>
                    <a:pt x="18511" y="5739"/>
                  </a:cubicBezTo>
                  <a:moveTo>
                    <a:pt x="18511" y="0"/>
                  </a:moveTo>
                  <a:cubicBezTo>
                    <a:pt x="24514" y="0"/>
                    <a:pt x="29094" y="2382"/>
                    <a:pt x="32251" y="7138"/>
                  </a:cubicBezTo>
                  <a:cubicBezTo>
                    <a:pt x="35432" y="11876"/>
                    <a:pt x="37023" y="18757"/>
                    <a:pt x="37023" y="27799"/>
                  </a:cubicBezTo>
                  <a:cubicBezTo>
                    <a:pt x="37023" y="36815"/>
                    <a:pt x="35432" y="43705"/>
                    <a:pt x="32251" y="48460"/>
                  </a:cubicBezTo>
                  <a:cubicBezTo>
                    <a:pt x="29094" y="53198"/>
                    <a:pt x="24514" y="55563"/>
                    <a:pt x="18511" y="55563"/>
                  </a:cubicBezTo>
                  <a:cubicBezTo>
                    <a:pt x="12507" y="55563"/>
                    <a:pt x="7916" y="53198"/>
                    <a:pt x="4735" y="48460"/>
                  </a:cubicBezTo>
                  <a:cubicBezTo>
                    <a:pt x="1578" y="43705"/>
                    <a:pt x="0" y="36815"/>
                    <a:pt x="0" y="27799"/>
                  </a:cubicBezTo>
                  <a:cubicBezTo>
                    <a:pt x="0" y="18757"/>
                    <a:pt x="1578" y="11876"/>
                    <a:pt x="4735" y="7138"/>
                  </a:cubicBezTo>
                  <a:cubicBezTo>
                    <a:pt x="7916" y="2382"/>
                    <a:pt x="12507" y="0"/>
                    <a:pt x="18511" y="0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03ED0152-C596-66F5-1BC4-5D4A4EB35566}"/>
                </a:ext>
              </a:extLst>
            </p:cNvPr>
            <p:cNvSpPr/>
            <p:nvPr/>
          </p:nvSpPr>
          <p:spPr>
            <a:xfrm>
              <a:off x="1044800" y="4951227"/>
              <a:ext cx="45991" cy="6101"/>
            </a:xfrm>
            <a:custGeom>
              <a:avLst/>
              <a:gdLst>
                <a:gd name="connsiteX0" fmla="*/ 0 w 45991"/>
                <a:gd name="connsiteY0" fmla="*/ 0 h 6101"/>
                <a:gd name="connsiteX1" fmla="*/ 45991 w 45991"/>
                <a:gd name="connsiteY1" fmla="*/ 0 h 6101"/>
                <a:gd name="connsiteX2" fmla="*/ 45991 w 45991"/>
                <a:gd name="connsiteY2" fmla="*/ 6102 h 6101"/>
                <a:gd name="connsiteX3" fmla="*/ 0 w 45991"/>
                <a:gd name="connsiteY3" fmla="*/ 6102 h 6101"/>
                <a:gd name="connsiteX4" fmla="*/ 0 w 45991"/>
                <a:gd name="connsiteY4" fmla="*/ 0 h 6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991" h="6101">
                  <a:moveTo>
                    <a:pt x="0" y="0"/>
                  </a:moveTo>
                  <a:lnTo>
                    <a:pt x="45991" y="0"/>
                  </a:lnTo>
                  <a:lnTo>
                    <a:pt x="45991" y="6102"/>
                  </a:lnTo>
                  <a:lnTo>
                    <a:pt x="0" y="61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D05F5DAA-7459-1675-DEEB-BDC7D5F00D7B}"/>
                </a:ext>
              </a:extLst>
            </p:cNvPr>
            <p:cNvSpPr/>
            <p:nvPr/>
          </p:nvSpPr>
          <p:spPr>
            <a:xfrm>
              <a:off x="1103419" y="4922782"/>
              <a:ext cx="37023" cy="55562"/>
            </a:xfrm>
            <a:custGeom>
              <a:avLst/>
              <a:gdLst>
                <a:gd name="connsiteX0" fmla="*/ 18512 w 37023"/>
                <a:gd name="connsiteY0" fmla="*/ 5739 h 55562"/>
                <a:gd name="connsiteX1" fmla="*/ 10081 w 37023"/>
                <a:gd name="connsiteY1" fmla="*/ 11265 h 55562"/>
                <a:gd name="connsiteX2" fmla="*/ 7283 w 37023"/>
                <a:gd name="connsiteY2" fmla="*/ 27799 h 55562"/>
                <a:gd name="connsiteX3" fmla="*/ 10081 w 37023"/>
                <a:gd name="connsiteY3" fmla="*/ 44342 h 55562"/>
                <a:gd name="connsiteX4" fmla="*/ 18512 w 37023"/>
                <a:gd name="connsiteY4" fmla="*/ 49824 h 55562"/>
                <a:gd name="connsiteX5" fmla="*/ 26943 w 37023"/>
                <a:gd name="connsiteY5" fmla="*/ 44342 h 55562"/>
                <a:gd name="connsiteX6" fmla="*/ 29777 w 37023"/>
                <a:gd name="connsiteY6" fmla="*/ 27799 h 55562"/>
                <a:gd name="connsiteX7" fmla="*/ 26943 w 37023"/>
                <a:gd name="connsiteY7" fmla="*/ 11265 h 55562"/>
                <a:gd name="connsiteX8" fmla="*/ 18512 w 37023"/>
                <a:gd name="connsiteY8" fmla="*/ 5739 h 55562"/>
                <a:gd name="connsiteX9" fmla="*/ 18512 w 37023"/>
                <a:gd name="connsiteY9" fmla="*/ 0 h 55562"/>
                <a:gd name="connsiteX10" fmla="*/ 32252 w 37023"/>
                <a:gd name="connsiteY10" fmla="*/ 7138 h 55562"/>
                <a:gd name="connsiteX11" fmla="*/ 37024 w 37023"/>
                <a:gd name="connsiteY11" fmla="*/ 27799 h 55562"/>
                <a:gd name="connsiteX12" fmla="*/ 32252 w 37023"/>
                <a:gd name="connsiteY12" fmla="*/ 48460 h 55562"/>
                <a:gd name="connsiteX13" fmla="*/ 18512 w 37023"/>
                <a:gd name="connsiteY13" fmla="*/ 55563 h 55562"/>
                <a:gd name="connsiteX14" fmla="*/ 4736 w 37023"/>
                <a:gd name="connsiteY14" fmla="*/ 48460 h 55562"/>
                <a:gd name="connsiteX15" fmla="*/ 0 w 37023"/>
                <a:gd name="connsiteY15" fmla="*/ 27799 h 55562"/>
                <a:gd name="connsiteX16" fmla="*/ 4736 w 37023"/>
                <a:gd name="connsiteY16" fmla="*/ 7138 h 55562"/>
                <a:gd name="connsiteX17" fmla="*/ 18512 w 37023"/>
                <a:gd name="connsiteY17" fmla="*/ 0 h 5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023" h="55562">
                  <a:moveTo>
                    <a:pt x="18512" y="5739"/>
                  </a:moveTo>
                  <a:cubicBezTo>
                    <a:pt x="14781" y="5739"/>
                    <a:pt x="11971" y="7581"/>
                    <a:pt x="10081" y="11265"/>
                  </a:cubicBezTo>
                  <a:cubicBezTo>
                    <a:pt x="8216" y="14922"/>
                    <a:pt x="7283" y="20431"/>
                    <a:pt x="7283" y="27799"/>
                  </a:cubicBezTo>
                  <a:cubicBezTo>
                    <a:pt x="7283" y="35141"/>
                    <a:pt x="8216" y="40658"/>
                    <a:pt x="10081" y="44342"/>
                  </a:cubicBezTo>
                  <a:cubicBezTo>
                    <a:pt x="11971" y="48000"/>
                    <a:pt x="14781" y="49824"/>
                    <a:pt x="18512" y="49824"/>
                  </a:cubicBezTo>
                  <a:cubicBezTo>
                    <a:pt x="22267" y="49824"/>
                    <a:pt x="25077" y="48000"/>
                    <a:pt x="26943" y="44342"/>
                  </a:cubicBezTo>
                  <a:cubicBezTo>
                    <a:pt x="28832" y="40658"/>
                    <a:pt x="29777" y="35141"/>
                    <a:pt x="29777" y="27799"/>
                  </a:cubicBezTo>
                  <a:cubicBezTo>
                    <a:pt x="29777" y="20431"/>
                    <a:pt x="28832" y="14922"/>
                    <a:pt x="26943" y="11265"/>
                  </a:cubicBezTo>
                  <a:cubicBezTo>
                    <a:pt x="25077" y="7581"/>
                    <a:pt x="22267" y="5739"/>
                    <a:pt x="18512" y="5739"/>
                  </a:cubicBezTo>
                  <a:moveTo>
                    <a:pt x="18512" y="0"/>
                  </a:moveTo>
                  <a:cubicBezTo>
                    <a:pt x="24515" y="0"/>
                    <a:pt x="29095" y="2382"/>
                    <a:pt x="32252" y="7138"/>
                  </a:cubicBezTo>
                  <a:cubicBezTo>
                    <a:pt x="35433" y="11876"/>
                    <a:pt x="37024" y="18757"/>
                    <a:pt x="37024" y="27799"/>
                  </a:cubicBezTo>
                  <a:cubicBezTo>
                    <a:pt x="37024" y="36815"/>
                    <a:pt x="35433" y="43705"/>
                    <a:pt x="32252" y="48460"/>
                  </a:cubicBezTo>
                  <a:cubicBezTo>
                    <a:pt x="29095" y="53198"/>
                    <a:pt x="24515" y="55563"/>
                    <a:pt x="18512" y="55563"/>
                  </a:cubicBezTo>
                  <a:cubicBezTo>
                    <a:pt x="12508" y="55563"/>
                    <a:pt x="7916" y="53198"/>
                    <a:pt x="4736" y="48460"/>
                  </a:cubicBezTo>
                  <a:cubicBezTo>
                    <a:pt x="1579" y="43705"/>
                    <a:pt x="0" y="36815"/>
                    <a:pt x="0" y="27799"/>
                  </a:cubicBezTo>
                  <a:cubicBezTo>
                    <a:pt x="0" y="18757"/>
                    <a:pt x="1579" y="11876"/>
                    <a:pt x="4736" y="7138"/>
                  </a:cubicBezTo>
                  <a:cubicBezTo>
                    <a:pt x="7916" y="2382"/>
                    <a:pt x="12508" y="0"/>
                    <a:pt x="18512" y="0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500F9CBC-346A-17E9-AC2B-C74E473ADFD9}"/>
                </a:ext>
              </a:extLst>
            </p:cNvPr>
            <p:cNvSpPr/>
            <p:nvPr/>
          </p:nvSpPr>
          <p:spPr>
            <a:xfrm>
              <a:off x="1153178" y="4968195"/>
              <a:ext cx="7570" cy="9112"/>
            </a:xfrm>
            <a:custGeom>
              <a:avLst/>
              <a:gdLst>
                <a:gd name="connsiteX0" fmla="*/ 0 w 7570"/>
                <a:gd name="connsiteY0" fmla="*/ 0 h 9112"/>
                <a:gd name="connsiteX1" fmla="*/ 7570 w 7570"/>
                <a:gd name="connsiteY1" fmla="*/ 0 h 9112"/>
                <a:gd name="connsiteX2" fmla="*/ 7570 w 7570"/>
                <a:gd name="connsiteY2" fmla="*/ 9113 h 9112"/>
                <a:gd name="connsiteX3" fmla="*/ 0 w 7570"/>
                <a:gd name="connsiteY3" fmla="*/ 9113 h 9112"/>
                <a:gd name="connsiteX4" fmla="*/ 0 w 7570"/>
                <a:gd name="connsiteY4" fmla="*/ 0 h 9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0" h="9112">
                  <a:moveTo>
                    <a:pt x="0" y="0"/>
                  </a:moveTo>
                  <a:lnTo>
                    <a:pt x="7570" y="0"/>
                  </a:lnTo>
                  <a:lnTo>
                    <a:pt x="7570" y="9113"/>
                  </a:lnTo>
                  <a:lnTo>
                    <a:pt x="0" y="91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E0240D4B-E1AD-8050-CD52-0EDF498A3705}"/>
                </a:ext>
              </a:extLst>
            </p:cNvPr>
            <p:cNvSpPr/>
            <p:nvPr/>
          </p:nvSpPr>
          <p:spPr>
            <a:xfrm>
              <a:off x="1174345" y="4923747"/>
              <a:ext cx="34654" cy="54597"/>
            </a:xfrm>
            <a:custGeom>
              <a:avLst/>
              <a:gdLst>
                <a:gd name="connsiteX0" fmla="*/ 2260 w 34654"/>
                <a:gd name="connsiteY0" fmla="*/ 0 h 54597"/>
                <a:gd name="connsiteX1" fmla="*/ 30708 w 34654"/>
                <a:gd name="connsiteY1" fmla="*/ 0 h 54597"/>
                <a:gd name="connsiteX2" fmla="*/ 30708 w 34654"/>
                <a:gd name="connsiteY2" fmla="*/ 6102 h 54597"/>
                <a:gd name="connsiteX3" fmla="*/ 8897 w 34654"/>
                <a:gd name="connsiteY3" fmla="*/ 6102 h 54597"/>
                <a:gd name="connsiteX4" fmla="*/ 8897 w 34654"/>
                <a:gd name="connsiteY4" fmla="*/ 19226 h 54597"/>
                <a:gd name="connsiteX5" fmla="*/ 12054 w 34654"/>
                <a:gd name="connsiteY5" fmla="*/ 18438 h 54597"/>
                <a:gd name="connsiteX6" fmla="*/ 15211 w 34654"/>
                <a:gd name="connsiteY6" fmla="*/ 18155 h 54597"/>
                <a:gd name="connsiteX7" fmla="*/ 29417 w 34654"/>
                <a:gd name="connsiteY7" fmla="*/ 23070 h 54597"/>
                <a:gd name="connsiteX8" fmla="*/ 34655 w 34654"/>
                <a:gd name="connsiteY8" fmla="*/ 36381 h 54597"/>
                <a:gd name="connsiteX9" fmla="*/ 29274 w 34654"/>
                <a:gd name="connsiteY9" fmla="*/ 49833 h 54597"/>
                <a:gd name="connsiteX10" fmla="*/ 14099 w 34654"/>
                <a:gd name="connsiteY10" fmla="*/ 54598 h 54597"/>
                <a:gd name="connsiteX11" fmla="*/ 7211 w 34654"/>
                <a:gd name="connsiteY11" fmla="*/ 54031 h 54597"/>
                <a:gd name="connsiteX12" fmla="*/ 0 w 34654"/>
                <a:gd name="connsiteY12" fmla="*/ 52304 h 54597"/>
                <a:gd name="connsiteX13" fmla="*/ 0 w 34654"/>
                <a:gd name="connsiteY13" fmla="*/ 45024 h 54597"/>
                <a:gd name="connsiteX14" fmla="*/ 6672 w 34654"/>
                <a:gd name="connsiteY14" fmla="*/ 47646 h 54597"/>
                <a:gd name="connsiteX15" fmla="*/ 13955 w 34654"/>
                <a:gd name="connsiteY15" fmla="*/ 48505 h 54597"/>
                <a:gd name="connsiteX16" fmla="*/ 23785 w 34654"/>
                <a:gd name="connsiteY16" fmla="*/ 45237 h 54597"/>
                <a:gd name="connsiteX17" fmla="*/ 27409 w 34654"/>
                <a:gd name="connsiteY17" fmla="*/ 36381 h 54597"/>
                <a:gd name="connsiteX18" fmla="*/ 23785 w 34654"/>
                <a:gd name="connsiteY18" fmla="*/ 27516 h 54597"/>
                <a:gd name="connsiteX19" fmla="*/ 13955 w 34654"/>
                <a:gd name="connsiteY19" fmla="*/ 24248 h 54597"/>
                <a:gd name="connsiteX20" fmla="*/ 8143 w 34654"/>
                <a:gd name="connsiteY20" fmla="*/ 24894 h 54597"/>
                <a:gd name="connsiteX21" fmla="*/ 2260 w 34654"/>
                <a:gd name="connsiteY21" fmla="*/ 26905 h 54597"/>
                <a:gd name="connsiteX22" fmla="*/ 2260 w 34654"/>
                <a:gd name="connsiteY22" fmla="*/ 0 h 54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4654" h="54597">
                  <a:moveTo>
                    <a:pt x="2260" y="0"/>
                  </a:moveTo>
                  <a:lnTo>
                    <a:pt x="30708" y="0"/>
                  </a:lnTo>
                  <a:lnTo>
                    <a:pt x="30708" y="6102"/>
                  </a:lnTo>
                  <a:lnTo>
                    <a:pt x="8897" y="6102"/>
                  </a:lnTo>
                  <a:lnTo>
                    <a:pt x="8897" y="19226"/>
                  </a:lnTo>
                  <a:cubicBezTo>
                    <a:pt x="9949" y="18872"/>
                    <a:pt x="11001" y="18607"/>
                    <a:pt x="12054" y="18438"/>
                  </a:cubicBezTo>
                  <a:cubicBezTo>
                    <a:pt x="13106" y="18252"/>
                    <a:pt x="14158" y="18155"/>
                    <a:pt x="15211" y="18155"/>
                  </a:cubicBezTo>
                  <a:cubicBezTo>
                    <a:pt x="21190" y="18155"/>
                    <a:pt x="25925" y="19793"/>
                    <a:pt x="29417" y="23070"/>
                  </a:cubicBezTo>
                  <a:cubicBezTo>
                    <a:pt x="32909" y="26347"/>
                    <a:pt x="34655" y="30784"/>
                    <a:pt x="34655" y="36381"/>
                  </a:cubicBezTo>
                  <a:cubicBezTo>
                    <a:pt x="34655" y="42146"/>
                    <a:pt x="32861" y="46627"/>
                    <a:pt x="29274" y="49833"/>
                  </a:cubicBezTo>
                  <a:cubicBezTo>
                    <a:pt x="25686" y="53012"/>
                    <a:pt x="20628" y="54598"/>
                    <a:pt x="14099" y="54598"/>
                  </a:cubicBezTo>
                  <a:cubicBezTo>
                    <a:pt x="11850" y="54598"/>
                    <a:pt x="9555" y="54412"/>
                    <a:pt x="7211" y="54031"/>
                  </a:cubicBezTo>
                  <a:cubicBezTo>
                    <a:pt x="4891" y="53650"/>
                    <a:pt x="2488" y="53074"/>
                    <a:pt x="0" y="52304"/>
                  </a:cubicBezTo>
                  <a:lnTo>
                    <a:pt x="0" y="45024"/>
                  </a:lnTo>
                  <a:cubicBezTo>
                    <a:pt x="2153" y="46193"/>
                    <a:pt x="4377" y="47070"/>
                    <a:pt x="6672" y="47646"/>
                  </a:cubicBezTo>
                  <a:cubicBezTo>
                    <a:pt x="8969" y="48221"/>
                    <a:pt x="11396" y="48505"/>
                    <a:pt x="13955" y="48505"/>
                  </a:cubicBezTo>
                  <a:cubicBezTo>
                    <a:pt x="18093" y="48505"/>
                    <a:pt x="21370" y="47415"/>
                    <a:pt x="23785" y="45237"/>
                  </a:cubicBezTo>
                  <a:cubicBezTo>
                    <a:pt x="26201" y="43067"/>
                    <a:pt x="27409" y="40109"/>
                    <a:pt x="27409" y="36381"/>
                  </a:cubicBezTo>
                  <a:cubicBezTo>
                    <a:pt x="27409" y="32652"/>
                    <a:pt x="26201" y="29694"/>
                    <a:pt x="23785" y="27516"/>
                  </a:cubicBezTo>
                  <a:cubicBezTo>
                    <a:pt x="21370" y="25337"/>
                    <a:pt x="18093" y="24248"/>
                    <a:pt x="13955" y="24248"/>
                  </a:cubicBezTo>
                  <a:cubicBezTo>
                    <a:pt x="12019" y="24248"/>
                    <a:pt x="10081" y="24460"/>
                    <a:pt x="8143" y="24894"/>
                  </a:cubicBezTo>
                  <a:cubicBezTo>
                    <a:pt x="6230" y="25328"/>
                    <a:pt x="4269" y="25992"/>
                    <a:pt x="2260" y="26905"/>
                  </a:cubicBezTo>
                  <a:lnTo>
                    <a:pt x="2260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1D75E6B7-A769-BD07-ABB9-C6712EE3DE54}"/>
                </a:ext>
              </a:extLst>
            </p:cNvPr>
            <p:cNvSpPr/>
            <p:nvPr/>
          </p:nvSpPr>
          <p:spPr>
            <a:xfrm>
              <a:off x="1506748" y="4922782"/>
              <a:ext cx="37027" cy="55562"/>
            </a:xfrm>
            <a:custGeom>
              <a:avLst/>
              <a:gdLst>
                <a:gd name="connsiteX0" fmla="*/ 18518 w 37027"/>
                <a:gd name="connsiteY0" fmla="*/ 5739 h 55562"/>
                <a:gd name="connsiteX1" fmla="*/ 10087 w 37027"/>
                <a:gd name="connsiteY1" fmla="*/ 11265 h 55562"/>
                <a:gd name="connsiteX2" fmla="*/ 7289 w 37027"/>
                <a:gd name="connsiteY2" fmla="*/ 27799 h 55562"/>
                <a:gd name="connsiteX3" fmla="*/ 10087 w 37027"/>
                <a:gd name="connsiteY3" fmla="*/ 44342 h 55562"/>
                <a:gd name="connsiteX4" fmla="*/ 18518 w 37027"/>
                <a:gd name="connsiteY4" fmla="*/ 49824 h 55562"/>
                <a:gd name="connsiteX5" fmla="*/ 26949 w 37027"/>
                <a:gd name="connsiteY5" fmla="*/ 44342 h 55562"/>
                <a:gd name="connsiteX6" fmla="*/ 29783 w 37027"/>
                <a:gd name="connsiteY6" fmla="*/ 27799 h 55562"/>
                <a:gd name="connsiteX7" fmla="*/ 26949 w 37027"/>
                <a:gd name="connsiteY7" fmla="*/ 11265 h 55562"/>
                <a:gd name="connsiteX8" fmla="*/ 18518 w 37027"/>
                <a:gd name="connsiteY8" fmla="*/ 5739 h 55562"/>
                <a:gd name="connsiteX9" fmla="*/ 18518 w 37027"/>
                <a:gd name="connsiteY9" fmla="*/ 0 h 55562"/>
                <a:gd name="connsiteX10" fmla="*/ 32254 w 37027"/>
                <a:gd name="connsiteY10" fmla="*/ 7138 h 55562"/>
                <a:gd name="connsiteX11" fmla="*/ 37027 w 37027"/>
                <a:gd name="connsiteY11" fmla="*/ 27799 h 55562"/>
                <a:gd name="connsiteX12" fmla="*/ 32254 w 37027"/>
                <a:gd name="connsiteY12" fmla="*/ 48460 h 55562"/>
                <a:gd name="connsiteX13" fmla="*/ 18518 w 37027"/>
                <a:gd name="connsiteY13" fmla="*/ 55563 h 55562"/>
                <a:gd name="connsiteX14" fmla="*/ 4738 w 37027"/>
                <a:gd name="connsiteY14" fmla="*/ 48460 h 55562"/>
                <a:gd name="connsiteX15" fmla="*/ 0 w 37027"/>
                <a:gd name="connsiteY15" fmla="*/ 27799 h 55562"/>
                <a:gd name="connsiteX16" fmla="*/ 4738 w 37027"/>
                <a:gd name="connsiteY16" fmla="*/ 7138 h 55562"/>
                <a:gd name="connsiteX17" fmla="*/ 18518 w 37027"/>
                <a:gd name="connsiteY17" fmla="*/ 0 h 5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027" h="55562">
                  <a:moveTo>
                    <a:pt x="18518" y="5739"/>
                  </a:moveTo>
                  <a:cubicBezTo>
                    <a:pt x="14790" y="5739"/>
                    <a:pt x="11973" y="7581"/>
                    <a:pt x="10087" y="11265"/>
                  </a:cubicBezTo>
                  <a:cubicBezTo>
                    <a:pt x="8218" y="14922"/>
                    <a:pt x="7289" y="20431"/>
                    <a:pt x="7289" y="27799"/>
                  </a:cubicBezTo>
                  <a:cubicBezTo>
                    <a:pt x="7289" y="35141"/>
                    <a:pt x="8218" y="40658"/>
                    <a:pt x="10087" y="44342"/>
                  </a:cubicBezTo>
                  <a:cubicBezTo>
                    <a:pt x="11973" y="48000"/>
                    <a:pt x="14790" y="49824"/>
                    <a:pt x="18518" y="49824"/>
                  </a:cubicBezTo>
                  <a:cubicBezTo>
                    <a:pt x="22273" y="49824"/>
                    <a:pt x="25080" y="48000"/>
                    <a:pt x="26949" y="44342"/>
                  </a:cubicBezTo>
                  <a:cubicBezTo>
                    <a:pt x="28835" y="40658"/>
                    <a:pt x="29783" y="35141"/>
                    <a:pt x="29783" y="27799"/>
                  </a:cubicBezTo>
                  <a:cubicBezTo>
                    <a:pt x="29783" y="20431"/>
                    <a:pt x="28835" y="14922"/>
                    <a:pt x="26949" y="11265"/>
                  </a:cubicBezTo>
                  <a:cubicBezTo>
                    <a:pt x="25080" y="7581"/>
                    <a:pt x="22273" y="5739"/>
                    <a:pt x="18518" y="5739"/>
                  </a:cubicBezTo>
                  <a:moveTo>
                    <a:pt x="18518" y="0"/>
                  </a:moveTo>
                  <a:cubicBezTo>
                    <a:pt x="24514" y="0"/>
                    <a:pt x="29092" y="2382"/>
                    <a:pt x="32254" y="7138"/>
                  </a:cubicBezTo>
                  <a:cubicBezTo>
                    <a:pt x="35433" y="11876"/>
                    <a:pt x="37027" y="18757"/>
                    <a:pt x="37027" y="27799"/>
                  </a:cubicBezTo>
                  <a:cubicBezTo>
                    <a:pt x="37027" y="36815"/>
                    <a:pt x="35433" y="43705"/>
                    <a:pt x="32254" y="48460"/>
                  </a:cubicBezTo>
                  <a:cubicBezTo>
                    <a:pt x="29092" y="53198"/>
                    <a:pt x="24514" y="55563"/>
                    <a:pt x="18518" y="55563"/>
                  </a:cubicBezTo>
                  <a:cubicBezTo>
                    <a:pt x="12514" y="55563"/>
                    <a:pt x="7917" y="53198"/>
                    <a:pt x="4738" y="48460"/>
                  </a:cubicBezTo>
                  <a:cubicBezTo>
                    <a:pt x="1576" y="43705"/>
                    <a:pt x="0" y="36815"/>
                    <a:pt x="0" y="27799"/>
                  </a:cubicBezTo>
                  <a:cubicBezTo>
                    <a:pt x="0" y="18757"/>
                    <a:pt x="1576" y="11876"/>
                    <a:pt x="4738" y="7138"/>
                  </a:cubicBezTo>
                  <a:cubicBezTo>
                    <a:pt x="7917" y="2382"/>
                    <a:pt x="12514" y="0"/>
                    <a:pt x="18518" y="0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D565D3DA-8563-30F3-0B32-B3602282183D}"/>
                </a:ext>
              </a:extLst>
            </p:cNvPr>
            <p:cNvSpPr/>
            <p:nvPr/>
          </p:nvSpPr>
          <p:spPr>
            <a:xfrm>
              <a:off x="1556510" y="4968195"/>
              <a:ext cx="7571" cy="9112"/>
            </a:xfrm>
            <a:custGeom>
              <a:avLst/>
              <a:gdLst>
                <a:gd name="connsiteX0" fmla="*/ 0 w 7571"/>
                <a:gd name="connsiteY0" fmla="*/ 0 h 9112"/>
                <a:gd name="connsiteX1" fmla="*/ 7572 w 7571"/>
                <a:gd name="connsiteY1" fmla="*/ 0 h 9112"/>
                <a:gd name="connsiteX2" fmla="*/ 7572 w 7571"/>
                <a:gd name="connsiteY2" fmla="*/ 9113 h 9112"/>
                <a:gd name="connsiteX3" fmla="*/ 0 w 7571"/>
                <a:gd name="connsiteY3" fmla="*/ 9113 h 9112"/>
                <a:gd name="connsiteX4" fmla="*/ 0 w 7571"/>
                <a:gd name="connsiteY4" fmla="*/ 0 h 9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1" h="9112">
                  <a:moveTo>
                    <a:pt x="0" y="0"/>
                  </a:moveTo>
                  <a:lnTo>
                    <a:pt x="7572" y="0"/>
                  </a:lnTo>
                  <a:lnTo>
                    <a:pt x="7572" y="9113"/>
                  </a:lnTo>
                  <a:lnTo>
                    <a:pt x="0" y="91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36671568-6C19-23C8-7D2E-057F244EDA51}"/>
                </a:ext>
              </a:extLst>
            </p:cNvPr>
            <p:cNvSpPr/>
            <p:nvPr/>
          </p:nvSpPr>
          <p:spPr>
            <a:xfrm>
              <a:off x="1576853" y="4922782"/>
              <a:ext cx="37018" cy="55562"/>
            </a:xfrm>
            <a:custGeom>
              <a:avLst/>
              <a:gdLst>
                <a:gd name="connsiteX0" fmla="*/ 18509 w 37018"/>
                <a:gd name="connsiteY0" fmla="*/ 5739 h 55562"/>
                <a:gd name="connsiteX1" fmla="*/ 10078 w 37018"/>
                <a:gd name="connsiteY1" fmla="*/ 11265 h 55562"/>
                <a:gd name="connsiteX2" fmla="*/ 7280 w 37018"/>
                <a:gd name="connsiteY2" fmla="*/ 27799 h 55562"/>
                <a:gd name="connsiteX3" fmla="*/ 10078 w 37018"/>
                <a:gd name="connsiteY3" fmla="*/ 44342 h 55562"/>
                <a:gd name="connsiteX4" fmla="*/ 18509 w 37018"/>
                <a:gd name="connsiteY4" fmla="*/ 49824 h 55562"/>
                <a:gd name="connsiteX5" fmla="*/ 26940 w 37018"/>
                <a:gd name="connsiteY5" fmla="*/ 44342 h 55562"/>
                <a:gd name="connsiteX6" fmla="*/ 29774 w 37018"/>
                <a:gd name="connsiteY6" fmla="*/ 27799 h 55562"/>
                <a:gd name="connsiteX7" fmla="*/ 26940 w 37018"/>
                <a:gd name="connsiteY7" fmla="*/ 11265 h 55562"/>
                <a:gd name="connsiteX8" fmla="*/ 18509 w 37018"/>
                <a:gd name="connsiteY8" fmla="*/ 5739 h 55562"/>
                <a:gd name="connsiteX9" fmla="*/ 18509 w 37018"/>
                <a:gd name="connsiteY9" fmla="*/ 0 h 55562"/>
                <a:gd name="connsiteX10" fmla="*/ 32254 w 37018"/>
                <a:gd name="connsiteY10" fmla="*/ 7138 h 55562"/>
                <a:gd name="connsiteX11" fmla="*/ 37018 w 37018"/>
                <a:gd name="connsiteY11" fmla="*/ 27799 h 55562"/>
                <a:gd name="connsiteX12" fmla="*/ 32254 w 37018"/>
                <a:gd name="connsiteY12" fmla="*/ 48460 h 55562"/>
                <a:gd name="connsiteX13" fmla="*/ 18509 w 37018"/>
                <a:gd name="connsiteY13" fmla="*/ 55563 h 55562"/>
                <a:gd name="connsiteX14" fmla="*/ 4729 w 37018"/>
                <a:gd name="connsiteY14" fmla="*/ 48460 h 55562"/>
                <a:gd name="connsiteX15" fmla="*/ 0 w 37018"/>
                <a:gd name="connsiteY15" fmla="*/ 27799 h 55562"/>
                <a:gd name="connsiteX16" fmla="*/ 4729 w 37018"/>
                <a:gd name="connsiteY16" fmla="*/ 7138 h 55562"/>
                <a:gd name="connsiteX17" fmla="*/ 18509 w 37018"/>
                <a:gd name="connsiteY17" fmla="*/ 0 h 5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018" h="55562">
                  <a:moveTo>
                    <a:pt x="18509" y="5739"/>
                  </a:moveTo>
                  <a:cubicBezTo>
                    <a:pt x="14781" y="5739"/>
                    <a:pt x="11965" y="7581"/>
                    <a:pt x="10078" y="11265"/>
                  </a:cubicBezTo>
                  <a:cubicBezTo>
                    <a:pt x="8210" y="14922"/>
                    <a:pt x="7280" y="20431"/>
                    <a:pt x="7280" y="27799"/>
                  </a:cubicBezTo>
                  <a:cubicBezTo>
                    <a:pt x="7280" y="35141"/>
                    <a:pt x="8210" y="40658"/>
                    <a:pt x="10078" y="44342"/>
                  </a:cubicBezTo>
                  <a:cubicBezTo>
                    <a:pt x="11965" y="48000"/>
                    <a:pt x="14781" y="49824"/>
                    <a:pt x="18509" y="49824"/>
                  </a:cubicBezTo>
                  <a:cubicBezTo>
                    <a:pt x="22264" y="49824"/>
                    <a:pt x="25071" y="48000"/>
                    <a:pt x="26940" y="44342"/>
                  </a:cubicBezTo>
                  <a:cubicBezTo>
                    <a:pt x="28826" y="40658"/>
                    <a:pt x="29774" y="35141"/>
                    <a:pt x="29774" y="27799"/>
                  </a:cubicBezTo>
                  <a:cubicBezTo>
                    <a:pt x="29774" y="20431"/>
                    <a:pt x="28826" y="14922"/>
                    <a:pt x="26940" y="11265"/>
                  </a:cubicBezTo>
                  <a:cubicBezTo>
                    <a:pt x="25071" y="7581"/>
                    <a:pt x="22264" y="5739"/>
                    <a:pt x="18509" y="5739"/>
                  </a:cubicBezTo>
                  <a:moveTo>
                    <a:pt x="18509" y="0"/>
                  </a:moveTo>
                  <a:cubicBezTo>
                    <a:pt x="24513" y="0"/>
                    <a:pt x="29092" y="2382"/>
                    <a:pt x="32254" y="7138"/>
                  </a:cubicBezTo>
                  <a:cubicBezTo>
                    <a:pt x="35433" y="11876"/>
                    <a:pt x="37018" y="18757"/>
                    <a:pt x="37018" y="27799"/>
                  </a:cubicBezTo>
                  <a:cubicBezTo>
                    <a:pt x="37018" y="36815"/>
                    <a:pt x="35433" y="43705"/>
                    <a:pt x="32254" y="48460"/>
                  </a:cubicBezTo>
                  <a:cubicBezTo>
                    <a:pt x="29092" y="53198"/>
                    <a:pt x="24513" y="55563"/>
                    <a:pt x="18509" y="55563"/>
                  </a:cubicBezTo>
                  <a:cubicBezTo>
                    <a:pt x="12505" y="55563"/>
                    <a:pt x="7908" y="53198"/>
                    <a:pt x="4729" y="48460"/>
                  </a:cubicBezTo>
                  <a:cubicBezTo>
                    <a:pt x="1576" y="43705"/>
                    <a:pt x="0" y="36815"/>
                    <a:pt x="0" y="27799"/>
                  </a:cubicBezTo>
                  <a:cubicBezTo>
                    <a:pt x="0" y="18757"/>
                    <a:pt x="1576" y="11876"/>
                    <a:pt x="4729" y="7138"/>
                  </a:cubicBezTo>
                  <a:cubicBezTo>
                    <a:pt x="7908" y="2382"/>
                    <a:pt x="12505" y="0"/>
                    <a:pt x="18509" y="0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45BB77C1-132C-35A6-5A72-FAA4486E4E2C}"/>
                </a:ext>
              </a:extLst>
            </p:cNvPr>
            <p:cNvSpPr/>
            <p:nvPr/>
          </p:nvSpPr>
          <p:spPr>
            <a:xfrm>
              <a:off x="1940934" y="4922782"/>
              <a:ext cx="37027" cy="55562"/>
            </a:xfrm>
            <a:custGeom>
              <a:avLst/>
              <a:gdLst>
                <a:gd name="connsiteX0" fmla="*/ 18509 w 37027"/>
                <a:gd name="connsiteY0" fmla="*/ 5739 h 55562"/>
                <a:gd name="connsiteX1" fmla="*/ 10078 w 37027"/>
                <a:gd name="connsiteY1" fmla="*/ 11265 h 55562"/>
                <a:gd name="connsiteX2" fmla="*/ 7280 w 37027"/>
                <a:gd name="connsiteY2" fmla="*/ 27799 h 55562"/>
                <a:gd name="connsiteX3" fmla="*/ 10078 w 37027"/>
                <a:gd name="connsiteY3" fmla="*/ 44342 h 55562"/>
                <a:gd name="connsiteX4" fmla="*/ 18509 w 37027"/>
                <a:gd name="connsiteY4" fmla="*/ 49824 h 55562"/>
                <a:gd name="connsiteX5" fmla="*/ 26940 w 37027"/>
                <a:gd name="connsiteY5" fmla="*/ 44342 h 55562"/>
                <a:gd name="connsiteX6" fmla="*/ 29774 w 37027"/>
                <a:gd name="connsiteY6" fmla="*/ 27799 h 55562"/>
                <a:gd name="connsiteX7" fmla="*/ 26940 w 37027"/>
                <a:gd name="connsiteY7" fmla="*/ 11265 h 55562"/>
                <a:gd name="connsiteX8" fmla="*/ 18509 w 37027"/>
                <a:gd name="connsiteY8" fmla="*/ 5739 h 55562"/>
                <a:gd name="connsiteX9" fmla="*/ 18509 w 37027"/>
                <a:gd name="connsiteY9" fmla="*/ 0 h 55562"/>
                <a:gd name="connsiteX10" fmla="*/ 32254 w 37027"/>
                <a:gd name="connsiteY10" fmla="*/ 7138 h 55562"/>
                <a:gd name="connsiteX11" fmla="*/ 37027 w 37027"/>
                <a:gd name="connsiteY11" fmla="*/ 27799 h 55562"/>
                <a:gd name="connsiteX12" fmla="*/ 32254 w 37027"/>
                <a:gd name="connsiteY12" fmla="*/ 48460 h 55562"/>
                <a:gd name="connsiteX13" fmla="*/ 18509 w 37027"/>
                <a:gd name="connsiteY13" fmla="*/ 55563 h 55562"/>
                <a:gd name="connsiteX14" fmla="*/ 4738 w 37027"/>
                <a:gd name="connsiteY14" fmla="*/ 48460 h 55562"/>
                <a:gd name="connsiteX15" fmla="*/ 0 w 37027"/>
                <a:gd name="connsiteY15" fmla="*/ 27799 h 55562"/>
                <a:gd name="connsiteX16" fmla="*/ 4738 w 37027"/>
                <a:gd name="connsiteY16" fmla="*/ 7138 h 55562"/>
                <a:gd name="connsiteX17" fmla="*/ 18509 w 37027"/>
                <a:gd name="connsiteY17" fmla="*/ 0 h 5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027" h="55562">
                  <a:moveTo>
                    <a:pt x="18509" y="5739"/>
                  </a:moveTo>
                  <a:cubicBezTo>
                    <a:pt x="14781" y="5739"/>
                    <a:pt x="11965" y="7581"/>
                    <a:pt x="10078" y="11265"/>
                  </a:cubicBezTo>
                  <a:cubicBezTo>
                    <a:pt x="8210" y="14922"/>
                    <a:pt x="7280" y="20431"/>
                    <a:pt x="7280" y="27799"/>
                  </a:cubicBezTo>
                  <a:cubicBezTo>
                    <a:pt x="7280" y="35141"/>
                    <a:pt x="8210" y="40658"/>
                    <a:pt x="10078" y="44342"/>
                  </a:cubicBezTo>
                  <a:cubicBezTo>
                    <a:pt x="11965" y="48000"/>
                    <a:pt x="14781" y="49824"/>
                    <a:pt x="18509" y="49824"/>
                  </a:cubicBezTo>
                  <a:cubicBezTo>
                    <a:pt x="22264" y="49824"/>
                    <a:pt x="25071" y="48000"/>
                    <a:pt x="26940" y="44342"/>
                  </a:cubicBezTo>
                  <a:cubicBezTo>
                    <a:pt x="28826" y="40658"/>
                    <a:pt x="29774" y="35141"/>
                    <a:pt x="29774" y="27799"/>
                  </a:cubicBezTo>
                  <a:cubicBezTo>
                    <a:pt x="29774" y="20431"/>
                    <a:pt x="28826" y="14922"/>
                    <a:pt x="26940" y="11265"/>
                  </a:cubicBezTo>
                  <a:cubicBezTo>
                    <a:pt x="25071" y="7581"/>
                    <a:pt x="22264" y="5739"/>
                    <a:pt x="18509" y="5739"/>
                  </a:cubicBezTo>
                  <a:moveTo>
                    <a:pt x="18509" y="0"/>
                  </a:moveTo>
                  <a:cubicBezTo>
                    <a:pt x="24513" y="0"/>
                    <a:pt x="29092" y="2382"/>
                    <a:pt x="32254" y="7138"/>
                  </a:cubicBezTo>
                  <a:cubicBezTo>
                    <a:pt x="35433" y="11876"/>
                    <a:pt x="37027" y="18757"/>
                    <a:pt x="37027" y="27799"/>
                  </a:cubicBezTo>
                  <a:cubicBezTo>
                    <a:pt x="37027" y="36815"/>
                    <a:pt x="35433" y="43705"/>
                    <a:pt x="32254" y="48460"/>
                  </a:cubicBezTo>
                  <a:cubicBezTo>
                    <a:pt x="29092" y="53198"/>
                    <a:pt x="24513" y="55563"/>
                    <a:pt x="18509" y="55563"/>
                  </a:cubicBezTo>
                  <a:cubicBezTo>
                    <a:pt x="12514" y="55563"/>
                    <a:pt x="7917" y="53198"/>
                    <a:pt x="4738" y="48460"/>
                  </a:cubicBezTo>
                  <a:cubicBezTo>
                    <a:pt x="1576" y="43705"/>
                    <a:pt x="0" y="36815"/>
                    <a:pt x="0" y="27799"/>
                  </a:cubicBezTo>
                  <a:cubicBezTo>
                    <a:pt x="0" y="18757"/>
                    <a:pt x="1576" y="11876"/>
                    <a:pt x="4738" y="7138"/>
                  </a:cubicBezTo>
                  <a:cubicBezTo>
                    <a:pt x="7917" y="2382"/>
                    <a:pt x="12514" y="0"/>
                    <a:pt x="18509" y="0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53C5B57D-7815-D8DD-51DB-86802F472D77}"/>
                </a:ext>
              </a:extLst>
            </p:cNvPr>
            <p:cNvSpPr/>
            <p:nvPr/>
          </p:nvSpPr>
          <p:spPr>
            <a:xfrm>
              <a:off x="1990696" y="4968195"/>
              <a:ext cx="7571" cy="9112"/>
            </a:xfrm>
            <a:custGeom>
              <a:avLst/>
              <a:gdLst>
                <a:gd name="connsiteX0" fmla="*/ 0 w 7571"/>
                <a:gd name="connsiteY0" fmla="*/ 0 h 9112"/>
                <a:gd name="connsiteX1" fmla="*/ 7572 w 7571"/>
                <a:gd name="connsiteY1" fmla="*/ 0 h 9112"/>
                <a:gd name="connsiteX2" fmla="*/ 7572 w 7571"/>
                <a:gd name="connsiteY2" fmla="*/ 9113 h 9112"/>
                <a:gd name="connsiteX3" fmla="*/ 0 w 7571"/>
                <a:gd name="connsiteY3" fmla="*/ 9113 h 9112"/>
                <a:gd name="connsiteX4" fmla="*/ 0 w 7571"/>
                <a:gd name="connsiteY4" fmla="*/ 0 h 9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1" h="9112">
                  <a:moveTo>
                    <a:pt x="0" y="0"/>
                  </a:moveTo>
                  <a:lnTo>
                    <a:pt x="7572" y="0"/>
                  </a:lnTo>
                  <a:lnTo>
                    <a:pt x="7572" y="9113"/>
                  </a:lnTo>
                  <a:lnTo>
                    <a:pt x="0" y="91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1F566FC5-0220-469F-0BD9-878D481C10BB}"/>
                </a:ext>
              </a:extLst>
            </p:cNvPr>
            <p:cNvSpPr/>
            <p:nvPr/>
          </p:nvSpPr>
          <p:spPr>
            <a:xfrm>
              <a:off x="2011862" y="4923747"/>
              <a:ext cx="34653" cy="54597"/>
            </a:xfrm>
            <a:custGeom>
              <a:avLst/>
              <a:gdLst>
                <a:gd name="connsiteX0" fmla="*/ 2258 w 34653"/>
                <a:gd name="connsiteY0" fmla="*/ 0 h 54597"/>
                <a:gd name="connsiteX1" fmla="*/ 30704 w 34653"/>
                <a:gd name="connsiteY1" fmla="*/ 0 h 54597"/>
                <a:gd name="connsiteX2" fmla="*/ 30704 w 34653"/>
                <a:gd name="connsiteY2" fmla="*/ 6102 h 54597"/>
                <a:gd name="connsiteX3" fmla="*/ 8892 w 34653"/>
                <a:gd name="connsiteY3" fmla="*/ 6102 h 54597"/>
                <a:gd name="connsiteX4" fmla="*/ 8892 w 34653"/>
                <a:gd name="connsiteY4" fmla="*/ 19226 h 54597"/>
                <a:gd name="connsiteX5" fmla="*/ 12053 w 34653"/>
                <a:gd name="connsiteY5" fmla="*/ 18438 h 54597"/>
                <a:gd name="connsiteX6" fmla="*/ 15206 w 34653"/>
                <a:gd name="connsiteY6" fmla="*/ 18155 h 54597"/>
                <a:gd name="connsiteX7" fmla="*/ 29420 w 34653"/>
                <a:gd name="connsiteY7" fmla="*/ 23070 h 54597"/>
                <a:gd name="connsiteX8" fmla="*/ 34654 w 34653"/>
                <a:gd name="connsiteY8" fmla="*/ 36381 h 54597"/>
                <a:gd name="connsiteX9" fmla="*/ 29269 w 34653"/>
                <a:gd name="connsiteY9" fmla="*/ 49833 h 54597"/>
                <a:gd name="connsiteX10" fmla="*/ 14099 w 34653"/>
                <a:gd name="connsiteY10" fmla="*/ 54598 h 54597"/>
                <a:gd name="connsiteX11" fmla="*/ 7209 w 34653"/>
                <a:gd name="connsiteY11" fmla="*/ 54031 h 54597"/>
                <a:gd name="connsiteX12" fmla="*/ 0 w 34653"/>
                <a:gd name="connsiteY12" fmla="*/ 52304 h 54597"/>
                <a:gd name="connsiteX13" fmla="*/ 0 w 34653"/>
                <a:gd name="connsiteY13" fmla="*/ 45024 h 54597"/>
                <a:gd name="connsiteX14" fmla="*/ 6669 w 34653"/>
                <a:gd name="connsiteY14" fmla="*/ 47646 h 54597"/>
                <a:gd name="connsiteX15" fmla="*/ 13957 w 34653"/>
                <a:gd name="connsiteY15" fmla="*/ 48505 h 54597"/>
                <a:gd name="connsiteX16" fmla="*/ 23787 w 34653"/>
                <a:gd name="connsiteY16" fmla="*/ 45237 h 54597"/>
                <a:gd name="connsiteX17" fmla="*/ 27410 w 34653"/>
                <a:gd name="connsiteY17" fmla="*/ 36381 h 54597"/>
                <a:gd name="connsiteX18" fmla="*/ 23787 w 34653"/>
                <a:gd name="connsiteY18" fmla="*/ 27516 h 54597"/>
                <a:gd name="connsiteX19" fmla="*/ 13957 w 34653"/>
                <a:gd name="connsiteY19" fmla="*/ 24248 h 54597"/>
                <a:gd name="connsiteX20" fmla="*/ 8139 w 34653"/>
                <a:gd name="connsiteY20" fmla="*/ 24894 h 54597"/>
                <a:gd name="connsiteX21" fmla="*/ 2258 w 34653"/>
                <a:gd name="connsiteY21" fmla="*/ 26905 h 54597"/>
                <a:gd name="connsiteX22" fmla="*/ 2258 w 34653"/>
                <a:gd name="connsiteY22" fmla="*/ 0 h 54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4653" h="54597">
                  <a:moveTo>
                    <a:pt x="2258" y="0"/>
                  </a:moveTo>
                  <a:lnTo>
                    <a:pt x="30704" y="0"/>
                  </a:lnTo>
                  <a:lnTo>
                    <a:pt x="30704" y="6102"/>
                  </a:lnTo>
                  <a:lnTo>
                    <a:pt x="8892" y="6102"/>
                  </a:lnTo>
                  <a:lnTo>
                    <a:pt x="8892" y="19226"/>
                  </a:lnTo>
                  <a:cubicBezTo>
                    <a:pt x="9945" y="18872"/>
                    <a:pt x="10999" y="18607"/>
                    <a:pt x="12053" y="18438"/>
                  </a:cubicBezTo>
                  <a:cubicBezTo>
                    <a:pt x="13107" y="18252"/>
                    <a:pt x="14152" y="18155"/>
                    <a:pt x="15206" y="18155"/>
                  </a:cubicBezTo>
                  <a:cubicBezTo>
                    <a:pt x="21184" y="18155"/>
                    <a:pt x="25922" y="19793"/>
                    <a:pt x="29420" y="23070"/>
                  </a:cubicBezTo>
                  <a:cubicBezTo>
                    <a:pt x="32909" y="26347"/>
                    <a:pt x="34654" y="30784"/>
                    <a:pt x="34654" y="36381"/>
                  </a:cubicBezTo>
                  <a:cubicBezTo>
                    <a:pt x="34654" y="42146"/>
                    <a:pt x="32856" y="46627"/>
                    <a:pt x="29269" y="49833"/>
                  </a:cubicBezTo>
                  <a:cubicBezTo>
                    <a:pt x="25683" y="53012"/>
                    <a:pt x="20626" y="54598"/>
                    <a:pt x="14099" y="54598"/>
                  </a:cubicBezTo>
                  <a:cubicBezTo>
                    <a:pt x="11849" y="54598"/>
                    <a:pt x="9556" y="54412"/>
                    <a:pt x="7209" y="54031"/>
                  </a:cubicBezTo>
                  <a:cubicBezTo>
                    <a:pt x="4889" y="53650"/>
                    <a:pt x="2489" y="53074"/>
                    <a:pt x="0" y="52304"/>
                  </a:cubicBezTo>
                  <a:lnTo>
                    <a:pt x="0" y="45024"/>
                  </a:lnTo>
                  <a:cubicBezTo>
                    <a:pt x="2152" y="46193"/>
                    <a:pt x="4375" y="47070"/>
                    <a:pt x="6669" y="47646"/>
                  </a:cubicBezTo>
                  <a:cubicBezTo>
                    <a:pt x="8962" y="48221"/>
                    <a:pt x="11398" y="48505"/>
                    <a:pt x="13957" y="48505"/>
                  </a:cubicBezTo>
                  <a:cubicBezTo>
                    <a:pt x="18093" y="48505"/>
                    <a:pt x="21370" y="47415"/>
                    <a:pt x="23787" y="45237"/>
                  </a:cubicBezTo>
                  <a:cubicBezTo>
                    <a:pt x="26205" y="43067"/>
                    <a:pt x="27410" y="40109"/>
                    <a:pt x="27410" y="36381"/>
                  </a:cubicBezTo>
                  <a:cubicBezTo>
                    <a:pt x="27410" y="32652"/>
                    <a:pt x="26205" y="29694"/>
                    <a:pt x="23787" y="27516"/>
                  </a:cubicBezTo>
                  <a:cubicBezTo>
                    <a:pt x="21370" y="25337"/>
                    <a:pt x="18093" y="24248"/>
                    <a:pt x="13957" y="24248"/>
                  </a:cubicBezTo>
                  <a:cubicBezTo>
                    <a:pt x="12018" y="24248"/>
                    <a:pt x="10078" y="24460"/>
                    <a:pt x="8139" y="24894"/>
                  </a:cubicBezTo>
                  <a:cubicBezTo>
                    <a:pt x="6226" y="25328"/>
                    <a:pt x="4269" y="25992"/>
                    <a:pt x="2258" y="26905"/>
                  </a:cubicBezTo>
                  <a:lnTo>
                    <a:pt x="2258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E0255E45-14BF-A0D9-3938-0AFB01DB1D2F}"/>
                </a:ext>
              </a:extLst>
            </p:cNvPr>
            <p:cNvSpPr/>
            <p:nvPr/>
          </p:nvSpPr>
          <p:spPr>
            <a:xfrm>
              <a:off x="2375190" y="4923747"/>
              <a:ext cx="31890" cy="53561"/>
            </a:xfrm>
            <a:custGeom>
              <a:avLst/>
              <a:gdLst>
                <a:gd name="connsiteX0" fmla="*/ 1045 w 31890"/>
                <a:gd name="connsiteY0" fmla="*/ 47460 h 53561"/>
                <a:gd name="connsiteX1" fmla="*/ 12877 w 31890"/>
                <a:gd name="connsiteY1" fmla="*/ 47460 h 53561"/>
                <a:gd name="connsiteX2" fmla="*/ 12877 w 31890"/>
                <a:gd name="connsiteY2" fmla="*/ 6598 h 53561"/>
                <a:gd name="connsiteX3" fmla="*/ 0 w 31890"/>
                <a:gd name="connsiteY3" fmla="*/ 9184 h 53561"/>
                <a:gd name="connsiteX4" fmla="*/ 0 w 31890"/>
                <a:gd name="connsiteY4" fmla="*/ 2586 h 53561"/>
                <a:gd name="connsiteX5" fmla="*/ 12806 w 31890"/>
                <a:gd name="connsiteY5" fmla="*/ 0 h 53561"/>
                <a:gd name="connsiteX6" fmla="*/ 20059 w 31890"/>
                <a:gd name="connsiteY6" fmla="*/ 0 h 53561"/>
                <a:gd name="connsiteX7" fmla="*/ 20059 w 31890"/>
                <a:gd name="connsiteY7" fmla="*/ 47460 h 53561"/>
                <a:gd name="connsiteX8" fmla="*/ 31890 w 31890"/>
                <a:gd name="connsiteY8" fmla="*/ 47460 h 53561"/>
                <a:gd name="connsiteX9" fmla="*/ 31890 w 31890"/>
                <a:gd name="connsiteY9" fmla="*/ 53561 h 53561"/>
                <a:gd name="connsiteX10" fmla="*/ 1045 w 31890"/>
                <a:gd name="connsiteY10" fmla="*/ 53561 h 53561"/>
                <a:gd name="connsiteX11" fmla="*/ 1045 w 31890"/>
                <a:gd name="connsiteY11" fmla="*/ 47460 h 53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90" h="53561">
                  <a:moveTo>
                    <a:pt x="1045" y="47460"/>
                  </a:moveTo>
                  <a:lnTo>
                    <a:pt x="12877" y="47460"/>
                  </a:lnTo>
                  <a:lnTo>
                    <a:pt x="12877" y="6598"/>
                  </a:lnTo>
                  <a:lnTo>
                    <a:pt x="0" y="9184"/>
                  </a:lnTo>
                  <a:lnTo>
                    <a:pt x="0" y="2586"/>
                  </a:lnTo>
                  <a:lnTo>
                    <a:pt x="12806" y="0"/>
                  </a:lnTo>
                  <a:lnTo>
                    <a:pt x="20059" y="0"/>
                  </a:lnTo>
                  <a:lnTo>
                    <a:pt x="20059" y="47460"/>
                  </a:lnTo>
                  <a:lnTo>
                    <a:pt x="31890" y="47460"/>
                  </a:lnTo>
                  <a:lnTo>
                    <a:pt x="31890" y="53561"/>
                  </a:lnTo>
                  <a:lnTo>
                    <a:pt x="1045" y="53561"/>
                  </a:lnTo>
                  <a:lnTo>
                    <a:pt x="1045" y="4746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5090C8BD-E1C0-AF9E-DB3E-5F49F96DB426}"/>
                </a:ext>
              </a:extLst>
            </p:cNvPr>
            <p:cNvSpPr/>
            <p:nvPr/>
          </p:nvSpPr>
          <p:spPr>
            <a:xfrm>
              <a:off x="2421720" y="4968195"/>
              <a:ext cx="7571" cy="9112"/>
            </a:xfrm>
            <a:custGeom>
              <a:avLst/>
              <a:gdLst>
                <a:gd name="connsiteX0" fmla="*/ 0 w 7571"/>
                <a:gd name="connsiteY0" fmla="*/ 0 h 9112"/>
                <a:gd name="connsiteX1" fmla="*/ 7572 w 7571"/>
                <a:gd name="connsiteY1" fmla="*/ 0 h 9112"/>
                <a:gd name="connsiteX2" fmla="*/ 7572 w 7571"/>
                <a:gd name="connsiteY2" fmla="*/ 9113 h 9112"/>
                <a:gd name="connsiteX3" fmla="*/ 0 w 7571"/>
                <a:gd name="connsiteY3" fmla="*/ 9113 h 9112"/>
                <a:gd name="connsiteX4" fmla="*/ 0 w 7571"/>
                <a:gd name="connsiteY4" fmla="*/ 0 h 9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1" h="9112">
                  <a:moveTo>
                    <a:pt x="0" y="0"/>
                  </a:moveTo>
                  <a:lnTo>
                    <a:pt x="7572" y="0"/>
                  </a:lnTo>
                  <a:lnTo>
                    <a:pt x="7572" y="9113"/>
                  </a:lnTo>
                  <a:lnTo>
                    <a:pt x="0" y="91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22AA1588-3CFC-446F-8AE8-6B56C03877A9}"/>
                </a:ext>
              </a:extLst>
            </p:cNvPr>
            <p:cNvSpPr/>
            <p:nvPr/>
          </p:nvSpPr>
          <p:spPr>
            <a:xfrm>
              <a:off x="2442062" y="4922782"/>
              <a:ext cx="37027" cy="55562"/>
            </a:xfrm>
            <a:custGeom>
              <a:avLst/>
              <a:gdLst>
                <a:gd name="connsiteX0" fmla="*/ 18509 w 37027"/>
                <a:gd name="connsiteY0" fmla="*/ 5739 h 55562"/>
                <a:gd name="connsiteX1" fmla="*/ 10078 w 37027"/>
                <a:gd name="connsiteY1" fmla="*/ 11265 h 55562"/>
                <a:gd name="connsiteX2" fmla="*/ 7280 w 37027"/>
                <a:gd name="connsiteY2" fmla="*/ 27799 h 55562"/>
                <a:gd name="connsiteX3" fmla="*/ 10078 w 37027"/>
                <a:gd name="connsiteY3" fmla="*/ 44342 h 55562"/>
                <a:gd name="connsiteX4" fmla="*/ 18509 w 37027"/>
                <a:gd name="connsiteY4" fmla="*/ 49824 h 55562"/>
                <a:gd name="connsiteX5" fmla="*/ 26940 w 37027"/>
                <a:gd name="connsiteY5" fmla="*/ 44342 h 55562"/>
                <a:gd name="connsiteX6" fmla="*/ 29774 w 37027"/>
                <a:gd name="connsiteY6" fmla="*/ 27799 h 55562"/>
                <a:gd name="connsiteX7" fmla="*/ 26940 w 37027"/>
                <a:gd name="connsiteY7" fmla="*/ 11265 h 55562"/>
                <a:gd name="connsiteX8" fmla="*/ 18509 w 37027"/>
                <a:gd name="connsiteY8" fmla="*/ 5739 h 55562"/>
                <a:gd name="connsiteX9" fmla="*/ 18509 w 37027"/>
                <a:gd name="connsiteY9" fmla="*/ 0 h 55562"/>
                <a:gd name="connsiteX10" fmla="*/ 32254 w 37027"/>
                <a:gd name="connsiteY10" fmla="*/ 7138 h 55562"/>
                <a:gd name="connsiteX11" fmla="*/ 37027 w 37027"/>
                <a:gd name="connsiteY11" fmla="*/ 27799 h 55562"/>
                <a:gd name="connsiteX12" fmla="*/ 32254 w 37027"/>
                <a:gd name="connsiteY12" fmla="*/ 48460 h 55562"/>
                <a:gd name="connsiteX13" fmla="*/ 18509 w 37027"/>
                <a:gd name="connsiteY13" fmla="*/ 55563 h 55562"/>
                <a:gd name="connsiteX14" fmla="*/ 4738 w 37027"/>
                <a:gd name="connsiteY14" fmla="*/ 48460 h 55562"/>
                <a:gd name="connsiteX15" fmla="*/ 0 w 37027"/>
                <a:gd name="connsiteY15" fmla="*/ 27799 h 55562"/>
                <a:gd name="connsiteX16" fmla="*/ 4738 w 37027"/>
                <a:gd name="connsiteY16" fmla="*/ 7138 h 55562"/>
                <a:gd name="connsiteX17" fmla="*/ 18509 w 37027"/>
                <a:gd name="connsiteY17" fmla="*/ 0 h 5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027" h="55562">
                  <a:moveTo>
                    <a:pt x="18509" y="5739"/>
                  </a:moveTo>
                  <a:cubicBezTo>
                    <a:pt x="14781" y="5739"/>
                    <a:pt x="11965" y="7581"/>
                    <a:pt x="10078" y="11265"/>
                  </a:cubicBezTo>
                  <a:cubicBezTo>
                    <a:pt x="8210" y="14922"/>
                    <a:pt x="7280" y="20431"/>
                    <a:pt x="7280" y="27799"/>
                  </a:cubicBezTo>
                  <a:cubicBezTo>
                    <a:pt x="7280" y="35141"/>
                    <a:pt x="8210" y="40658"/>
                    <a:pt x="10078" y="44342"/>
                  </a:cubicBezTo>
                  <a:cubicBezTo>
                    <a:pt x="11965" y="48000"/>
                    <a:pt x="14781" y="49824"/>
                    <a:pt x="18509" y="49824"/>
                  </a:cubicBezTo>
                  <a:cubicBezTo>
                    <a:pt x="22264" y="49824"/>
                    <a:pt x="25072" y="48000"/>
                    <a:pt x="26940" y="44342"/>
                  </a:cubicBezTo>
                  <a:cubicBezTo>
                    <a:pt x="28826" y="40658"/>
                    <a:pt x="29774" y="35141"/>
                    <a:pt x="29774" y="27799"/>
                  </a:cubicBezTo>
                  <a:cubicBezTo>
                    <a:pt x="29774" y="20431"/>
                    <a:pt x="28826" y="14922"/>
                    <a:pt x="26940" y="11265"/>
                  </a:cubicBezTo>
                  <a:cubicBezTo>
                    <a:pt x="25072" y="7581"/>
                    <a:pt x="22264" y="5739"/>
                    <a:pt x="18509" y="5739"/>
                  </a:cubicBezTo>
                  <a:moveTo>
                    <a:pt x="18509" y="0"/>
                  </a:moveTo>
                  <a:cubicBezTo>
                    <a:pt x="24514" y="0"/>
                    <a:pt x="29092" y="2382"/>
                    <a:pt x="32254" y="7138"/>
                  </a:cubicBezTo>
                  <a:cubicBezTo>
                    <a:pt x="35433" y="11876"/>
                    <a:pt x="37027" y="18757"/>
                    <a:pt x="37027" y="27799"/>
                  </a:cubicBezTo>
                  <a:cubicBezTo>
                    <a:pt x="37027" y="36815"/>
                    <a:pt x="35433" y="43705"/>
                    <a:pt x="32254" y="48460"/>
                  </a:cubicBezTo>
                  <a:cubicBezTo>
                    <a:pt x="29092" y="53198"/>
                    <a:pt x="24514" y="55563"/>
                    <a:pt x="18509" y="55563"/>
                  </a:cubicBezTo>
                  <a:cubicBezTo>
                    <a:pt x="12505" y="55563"/>
                    <a:pt x="7917" y="53198"/>
                    <a:pt x="4738" y="48460"/>
                  </a:cubicBezTo>
                  <a:cubicBezTo>
                    <a:pt x="1576" y="43705"/>
                    <a:pt x="0" y="36815"/>
                    <a:pt x="0" y="27799"/>
                  </a:cubicBezTo>
                  <a:cubicBezTo>
                    <a:pt x="0" y="18757"/>
                    <a:pt x="1576" y="11876"/>
                    <a:pt x="4738" y="7138"/>
                  </a:cubicBezTo>
                  <a:cubicBezTo>
                    <a:pt x="7917" y="2382"/>
                    <a:pt x="12505" y="0"/>
                    <a:pt x="18509" y="0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6D96487B-934C-91D6-5B4B-63741F9289B5}"/>
                </a:ext>
              </a:extLst>
            </p:cNvPr>
            <p:cNvSpPr/>
            <p:nvPr/>
          </p:nvSpPr>
          <p:spPr>
            <a:xfrm>
              <a:off x="1536257" y="5022882"/>
              <a:ext cx="42314" cy="38497"/>
            </a:xfrm>
            <a:custGeom>
              <a:avLst/>
              <a:gdLst>
                <a:gd name="connsiteX0" fmla="*/ 42314 w 42314"/>
                <a:gd name="connsiteY0" fmla="*/ 5597 h 38497"/>
                <a:gd name="connsiteX1" fmla="*/ 40862 w 42314"/>
                <a:gd name="connsiteY1" fmla="*/ 9246 h 38497"/>
                <a:gd name="connsiteX2" fmla="*/ 37753 w 42314"/>
                <a:gd name="connsiteY2" fmla="*/ 10539 h 38497"/>
                <a:gd name="connsiteX3" fmla="*/ 35345 w 42314"/>
                <a:gd name="connsiteY3" fmla="*/ 9627 h 38497"/>
                <a:gd name="connsiteX4" fmla="*/ 34512 w 42314"/>
                <a:gd name="connsiteY4" fmla="*/ 7545 h 38497"/>
                <a:gd name="connsiteX5" fmla="*/ 35681 w 42314"/>
                <a:gd name="connsiteY5" fmla="*/ 4605 h 38497"/>
                <a:gd name="connsiteX6" fmla="*/ 38577 w 42314"/>
                <a:gd name="connsiteY6" fmla="*/ 2940 h 38497"/>
                <a:gd name="connsiteX7" fmla="*/ 34353 w 42314"/>
                <a:gd name="connsiteY7" fmla="*/ 1869 h 38497"/>
                <a:gd name="connsiteX8" fmla="*/ 31235 w 42314"/>
                <a:gd name="connsiteY8" fmla="*/ 2736 h 38497"/>
                <a:gd name="connsiteX9" fmla="*/ 28959 w 42314"/>
                <a:gd name="connsiteY9" fmla="*/ 4729 h 38497"/>
                <a:gd name="connsiteX10" fmla="*/ 27383 w 42314"/>
                <a:gd name="connsiteY10" fmla="*/ 7466 h 38497"/>
                <a:gd name="connsiteX11" fmla="*/ 26382 w 42314"/>
                <a:gd name="connsiteY11" fmla="*/ 9998 h 38497"/>
                <a:gd name="connsiteX12" fmla="*/ 25931 w 42314"/>
                <a:gd name="connsiteY12" fmla="*/ 11902 h 38497"/>
                <a:gd name="connsiteX13" fmla="*/ 23026 w 42314"/>
                <a:gd name="connsiteY13" fmla="*/ 23522 h 38497"/>
                <a:gd name="connsiteX14" fmla="*/ 21618 w 42314"/>
                <a:gd name="connsiteY14" fmla="*/ 30987 h 38497"/>
                <a:gd name="connsiteX15" fmla="*/ 22778 w 42314"/>
                <a:gd name="connsiteY15" fmla="*/ 35017 h 38497"/>
                <a:gd name="connsiteX16" fmla="*/ 26258 w 42314"/>
                <a:gd name="connsiteY16" fmla="*/ 36593 h 38497"/>
                <a:gd name="connsiteX17" fmla="*/ 28207 w 42314"/>
                <a:gd name="connsiteY17" fmla="*/ 36336 h 38497"/>
                <a:gd name="connsiteX18" fmla="*/ 30571 w 42314"/>
                <a:gd name="connsiteY18" fmla="*/ 35300 h 38497"/>
                <a:gd name="connsiteX19" fmla="*/ 33148 w 42314"/>
                <a:gd name="connsiteY19" fmla="*/ 33352 h 38497"/>
                <a:gd name="connsiteX20" fmla="*/ 35593 w 42314"/>
                <a:gd name="connsiteY20" fmla="*/ 30119 h 38497"/>
                <a:gd name="connsiteX21" fmla="*/ 37585 w 42314"/>
                <a:gd name="connsiteY21" fmla="*/ 25470 h 38497"/>
                <a:gd name="connsiteX22" fmla="*/ 38666 w 42314"/>
                <a:gd name="connsiteY22" fmla="*/ 24558 h 38497"/>
                <a:gd name="connsiteX23" fmla="*/ 39702 w 42314"/>
                <a:gd name="connsiteY23" fmla="*/ 25390 h 38497"/>
                <a:gd name="connsiteX24" fmla="*/ 39117 w 42314"/>
                <a:gd name="connsiteY24" fmla="*/ 27587 h 38497"/>
                <a:gd name="connsiteX25" fmla="*/ 37381 w 42314"/>
                <a:gd name="connsiteY25" fmla="*/ 30943 h 38497"/>
                <a:gd name="connsiteX26" fmla="*/ 34680 w 42314"/>
                <a:gd name="connsiteY26" fmla="*/ 34512 h 38497"/>
                <a:gd name="connsiteX27" fmla="*/ 30863 w 42314"/>
                <a:gd name="connsiteY27" fmla="*/ 37337 h 38497"/>
                <a:gd name="connsiteX28" fmla="*/ 26090 w 42314"/>
                <a:gd name="connsiteY28" fmla="*/ 38497 h 38497"/>
                <a:gd name="connsiteX29" fmla="*/ 20165 w 42314"/>
                <a:gd name="connsiteY29" fmla="*/ 36593 h 38497"/>
                <a:gd name="connsiteX30" fmla="*/ 16924 w 42314"/>
                <a:gd name="connsiteY30" fmla="*/ 32023 h 38497"/>
                <a:gd name="connsiteX31" fmla="*/ 16428 w 42314"/>
                <a:gd name="connsiteY31" fmla="*/ 32900 h 38497"/>
                <a:gd name="connsiteX32" fmla="*/ 15268 w 42314"/>
                <a:gd name="connsiteY32" fmla="*/ 34512 h 38497"/>
                <a:gd name="connsiteX33" fmla="*/ 13479 w 42314"/>
                <a:gd name="connsiteY33" fmla="*/ 36425 h 38497"/>
                <a:gd name="connsiteX34" fmla="*/ 11035 w 42314"/>
                <a:gd name="connsiteY34" fmla="*/ 37833 h 38497"/>
                <a:gd name="connsiteX35" fmla="*/ 8006 w 42314"/>
                <a:gd name="connsiteY35" fmla="*/ 38497 h 38497"/>
                <a:gd name="connsiteX36" fmla="*/ 4233 w 42314"/>
                <a:gd name="connsiteY36" fmla="*/ 37913 h 38497"/>
                <a:gd name="connsiteX37" fmla="*/ 1240 w 42314"/>
                <a:gd name="connsiteY37" fmla="*/ 36009 h 38497"/>
                <a:gd name="connsiteX38" fmla="*/ 0 w 42314"/>
                <a:gd name="connsiteY38" fmla="*/ 32856 h 38497"/>
                <a:gd name="connsiteX39" fmla="*/ 1373 w 42314"/>
                <a:gd name="connsiteY39" fmla="*/ 29411 h 38497"/>
                <a:gd name="connsiteX40" fmla="*/ 4685 w 42314"/>
                <a:gd name="connsiteY40" fmla="*/ 27959 h 38497"/>
                <a:gd name="connsiteX41" fmla="*/ 6846 w 42314"/>
                <a:gd name="connsiteY41" fmla="*/ 28667 h 38497"/>
                <a:gd name="connsiteX42" fmla="*/ 7838 w 42314"/>
                <a:gd name="connsiteY42" fmla="*/ 30908 h 38497"/>
                <a:gd name="connsiteX43" fmla="*/ 6677 w 42314"/>
                <a:gd name="connsiteY43" fmla="*/ 33892 h 38497"/>
                <a:gd name="connsiteX44" fmla="*/ 3861 w 42314"/>
                <a:gd name="connsiteY44" fmla="*/ 35513 h 38497"/>
                <a:gd name="connsiteX45" fmla="*/ 8086 w 42314"/>
                <a:gd name="connsiteY45" fmla="*/ 36593 h 38497"/>
                <a:gd name="connsiteX46" fmla="*/ 12983 w 42314"/>
                <a:gd name="connsiteY46" fmla="*/ 34184 h 38497"/>
                <a:gd name="connsiteX47" fmla="*/ 16180 w 42314"/>
                <a:gd name="connsiteY47" fmla="*/ 27755 h 38497"/>
                <a:gd name="connsiteX48" fmla="*/ 19749 w 42314"/>
                <a:gd name="connsiteY48" fmla="*/ 13771 h 38497"/>
                <a:gd name="connsiteX49" fmla="*/ 20741 w 42314"/>
                <a:gd name="connsiteY49" fmla="*/ 7545 h 38497"/>
                <a:gd name="connsiteX50" fmla="*/ 20289 w 42314"/>
                <a:gd name="connsiteY50" fmla="*/ 4605 h 38497"/>
                <a:gd name="connsiteX51" fmla="*/ 19041 w 42314"/>
                <a:gd name="connsiteY51" fmla="*/ 2860 h 38497"/>
                <a:gd name="connsiteX52" fmla="*/ 17588 w 42314"/>
                <a:gd name="connsiteY52" fmla="*/ 2072 h 38497"/>
                <a:gd name="connsiteX53" fmla="*/ 16180 w 42314"/>
                <a:gd name="connsiteY53" fmla="*/ 1869 h 38497"/>
                <a:gd name="connsiteX54" fmla="*/ 13523 w 42314"/>
                <a:gd name="connsiteY54" fmla="*/ 2364 h 38497"/>
                <a:gd name="connsiteX55" fmla="*/ 10495 w 42314"/>
                <a:gd name="connsiteY55" fmla="*/ 4021 h 38497"/>
                <a:gd name="connsiteX56" fmla="*/ 7342 w 42314"/>
                <a:gd name="connsiteY56" fmla="*/ 7466 h 38497"/>
                <a:gd name="connsiteX57" fmla="*/ 4773 w 42314"/>
                <a:gd name="connsiteY57" fmla="*/ 12983 h 38497"/>
                <a:gd name="connsiteX58" fmla="*/ 3649 w 42314"/>
                <a:gd name="connsiteY58" fmla="*/ 13939 h 38497"/>
                <a:gd name="connsiteX59" fmla="*/ 2657 w 42314"/>
                <a:gd name="connsiteY59" fmla="*/ 13063 h 38497"/>
                <a:gd name="connsiteX60" fmla="*/ 3197 w 42314"/>
                <a:gd name="connsiteY60" fmla="*/ 10911 h 38497"/>
                <a:gd name="connsiteX61" fmla="*/ 4933 w 42314"/>
                <a:gd name="connsiteY61" fmla="*/ 7545 h 38497"/>
                <a:gd name="connsiteX62" fmla="*/ 7678 w 42314"/>
                <a:gd name="connsiteY62" fmla="*/ 4021 h 38497"/>
                <a:gd name="connsiteX63" fmla="*/ 11531 w 42314"/>
                <a:gd name="connsiteY63" fmla="*/ 1160 h 38497"/>
                <a:gd name="connsiteX64" fmla="*/ 16348 w 42314"/>
                <a:gd name="connsiteY64" fmla="*/ 0 h 38497"/>
                <a:gd name="connsiteX65" fmla="*/ 18545 w 42314"/>
                <a:gd name="connsiteY65" fmla="*/ 248 h 38497"/>
                <a:gd name="connsiteX66" fmla="*/ 20989 w 42314"/>
                <a:gd name="connsiteY66" fmla="*/ 1080 h 38497"/>
                <a:gd name="connsiteX67" fmla="*/ 23566 w 42314"/>
                <a:gd name="connsiteY67" fmla="*/ 3064 h 38497"/>
                <a:gd name="connsiteX68" fmla="*/ 25514 w 42314"/>
                <a:gd name="connsiteY68" fmla="*/ 6430 h 38497"/>
                <a:gd name="connsiteX69" fmla="*/ 26674 w 42314"/>
                <a:gd name="connsiteY69" fmla="*/ 4561 h 38497"/>
                <a:gd name="connsiteX70" fmla="*/ 28454 w 42314"/>
                <a:gd name="connsiteY70" fmla="*/ 2533 h 38497"/>
                <a:gd name="connsiteX71" fmla="*/ 31111 w 42314"/>
                <a:gd name="connsiteY71" fmla="*/ 700 h 38497"/>
                <a:gd name="connsiteX72" fmla="*/ 34432 w 42314"/>
                <a:gd name="connsiteY72" fmla="*/ 0 h 38497"/>
                <a:gd name="connsiteX73" fmla="*/ 37789 w 42314"/>
                <a:gd name="connsiteY73" fmla="*/ 452 h 38497"/>
                <a:gd name="connsiteX74" fmla="*/ 40862 w 42314"/>
                <a:gd name="connsiteY74" fmla="*/ 2240 h 38497"/>
                <a:gd name="connsiteX75" fmla="*/ 42314 w 42314"/>
                <a:gd name="connsiteY75" fmla="*/ 5597 h 38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42314" h="38497">
                  <a:moveTo>
                    <a:pt x="42314" y="5597"/>
                  </a:moveTo>
                  <a:cubicBezTo>
                    <a:pt x="42314" y="7147"/>
                    <a:pt x="41827" y="8369"/>
                    <a:pt x="40862" y="9246"/>
                  </a:cubicBezTo>
                  <a:cubicBezTo>
                    <a:pt x="39897" y="10105"/>
                    <a:pt x="38860" y="10539"/>
                    <a:pt x="37753" y="10539"/>
                  </a:cubicBezTo>
                  <a:cubicBezTo>
                    <a:pt x="36700" y="10539"/>
                    <a:pt x="35902" y="10238"/>
                    <a:pt x="35345" y="9627"/>
                  </a:cubicBezTo>
                  <a:cubicBezTo>
                    <a:pt x="34787" y="9015"/>
                    <a:pt x="34512" y="8325"/>
                    <a:pt x="34512" y="7545"/>
                  </a:cubicBezTo>
                  <a:cubicBezTo>
                    <a:pt x="34512" y="6491"/>
                    <a:pt x="34902" y="5517"/>
                    <a:pt x="35681" y="4605"/>
                  </a:cubicBezTo>
                  <a:cubicBezTo>
                    <a:pt x="36452" y="3693"/>
                    <a:pt x="37417" y="3135"/>
                    <a:pt x="38577" y="2940"/>
                  </a:cubicBezTo>
                  <a:cubicBezTo>
                    <a:pt x="37443" y="2223"/>
                    <a:pt x="36035" y="1869"/>
                    <a:pt x="34353" y="1869"/>
                  </a:cubicBezTo>
                  <a:cubicBezTo>
                    <a:pt x="33246" y="1869"/>
                    <a:pt x="32201" y="2161"/>
                    <a:pt x="31235" y="2736"/>
                  </a:cubicBezTo>
                  <a:cubicBezTo>
                    <a:pt x="30297" y="3312"/>
                    <a:pt x="29535" y="3976"/>
                    <a:pt x="28959" y="4729"/>
                  </a:cubicBezTo>
                  <a:cubicBezTo>
                    <a:pt x="28401" y="5473"/>
                    <a:pt x="27879" y="6385"/>
                    <a:pt x="27383" y="7466"/>
                  </a:cubicBezTo>
                  <a:cubicBezTo>
                    <a:pt x="26914" y="8520"/>
                    <a:pt x="26577" y="9361"/>
                    <a:pt x="26382" y="9998"/>
                  </a:cubicBezTo>
                  <a:cubicBezTo>
                    <a:pt x="26214" y="10610"/>
                    <a:pt x="26063" y="11238"/>
                    <a:pt x="25931" y="11902"/>
                  </a:cubicBezTo>
                  <a:lnTo>
                    <a:pt x="23026" y="23522"/>
                  </a:lnTo>
                  <a:cubicBezTo>
                    <a:pt x="22087" y="27197"/>
                    <a:pt x="21618" y="29685"/>
                    <a:pt x="21618" y="30987"/>
                  </a:cubicBezTo>
                  <a:cubicBezTo>
                    <a:pt x="21618" y="32590"/>
                    <a:pt x="22007" y="33936"/>
                    <a:pt x="22778" y="35017"/>
                  </a:cubicBezTo>
                  <a:cubicBezTo>
                    <a:pt x="23548" y="36071"/>
                    <a:pt x="24708" y="36593"/>
                    <a:pt x="26258" y="36593"/>
                  </a:cubicBezTo>
                  <a:cubicBezTo>
                    <a:pt x="26869" y="36593"/>
                    <a:pt x="27516" y="36505"/>
                    <a:pt x="28207" y="36336"/>
                  </a:cubicBezTo>
                  <a:cubicBezTo>
                    <a:pt x="28897" y="36150"/>
                    <a:pt x="29685" y="35805"/>
                    <a:pt x="30571" y="35300"/>
                  </a:cubicBezTo>
                  <a:cubicBezTo>
                    <a:pt x="31483" y="34778"/>
                    <a:pt x="32342" y="34122"/>
                    <a:pt x="33148" y="33352"/>
                  </a:cubicBezTo>
                  <a:cubicBezTo>
                    <a:pt x="33972" y="32546"/>
                    <a:pt x="34787" y="31474"/>
                    <a:pt x="35593" y="30119"/>
                  </a:cubicBezTo>
                  <a:cubicBezTo>
                    <a:pt x="36398" y="28764"/>
                    <a:pt x="37063" y="27215"/>
                    <a:pt x="37585" y="25470"/>
                  </a:cubicBezTo>
                  <a:cubicBezTo>
                    <a:pt x="37753" y="24859"/>
                    <a:pt x="38108" y="24558"/>
                    <a:pt x="38666" y="24558"/>
                  </a:cubicBezTo>
                  <a:cubicBezTo>
                    <a:pt x="39356" y="24558"/>
                    <a:pt x="39702" y="24832"/>
                    <a:pt x="39702" y="25390"/>
                  </a:cubicBezTo>
                  <a:cubicBezTo>
                    <a:pt x="39702" y="25860"/>
                    <a:pt x="39507" y="26586"/>
                    <a:pt x="39117" y="27587"/>
                  </a:cubicBezTo>
                  <a:cubicBezTo>
                    <a:pt x="38754" y="28552"/>
                    <a:pt x="38179" y="29677"/>
                    <a:pt x="37381" y="30943"/>
                  </a:cubicBezTo>
                  <a:cubicBezTo>
                    <a:pt x="36602" y="32192"/>
                    <a:pt x="35699" y="33378"/>
                    <a:pt x="34680" y="34512"/>
                  </a:cubicBezTo>
                  <a:cubicBezTo>
                    <a:pt x="33662" y="35619"/>
                    <a:pt x="32387" y="36567"/>
                    <a:pt x="30863" y="37337"/>
                  </a:cubicBezTo>
                  <a:cubicBezTo>
                    <a:pt x="29349" y="38108"/>
                    <a:pt x="27755" y="38497"/>
                    <a:pt x="26090" y="38497"/>
                  </a:cubicBezTo>
                  <a:cubicBezTo>
                    <a:pt x="23717" y="38497"/>
                    <a:pt x="21742" y="37860"/>
                    <a:pt x="20165" y="36593"/>
                  </a:cubicBezTo>
                  <a:cubicBezTo>
                    <a:pt x="18589" y="35318"/>
                    <a:pt x="17508" y="33795"/>
                    <a:pt x="16924" y="32023"/>
                  </a:cubicBezTo>
                  <a:cubicBezTo>
                    <a:pt x="16791" y="32271"/>
                    <a:pt x="16623" y="32564"/>
                    <a:pt x="16428" y="32900"/>
                  </a:cubicBezTo>
                  <a:cubicBezTo>
                    <a:pt x="16233" y="33228"/>
                    <a:pt x="15843" y="33768"/>
                    <a:pt x="15268" y="34512"/>
                  </a:cubicBezTo>
                  <a:cubicBezTo>
                    <a:pt x="14710" y="35229"/>
                    <a:pt x="14117" y="35867"/>
                    <a:pt x="13479" y="36425"/>
                  </a:cubicBezTo>
                  <a:cubicBezTo>
                    <a:pt x="12850" y="36947"/>
                    <a:pt x="12035" y="37417"/>
                    <a:pt x="11035" y="37833"/>
                  </a:cubicBezTo>
                  <a:cubicBezTo>
                    <a:pt x="10069" y="38276"/>
                    <a:pt x="9060" y="38497"/>
                    <a:pt x="8006" y="38497"/>
                  </a:cubicBezTo>
                  <a:cubicBezTo>
                    <a:pt x="6677" y="38497"/>
                    <a:pt x="5420" y="38302"/>
                    <a:pt x="4233" y="37913"/>
                  </a:cubicBezTo>
                  <a:cubicBezTo>
                    <a:pt x="3073" y="37532"/>
                    <a:pt x="2072" y="36894"/>
                    <a:pt x="1240" y="36009"/>
                  </a:cubicBezTo>
                  <a:cubicBezTo>
                    <a:pt x="416" y="35123"/>
                    <a:pt x="0" y="34069"/>
                    <a:pt x="0" y="32856"/>
                  </a:cubicBezTo>
                  <a:cubicBezTo>
                    <a:pt x="0" y="31501"/>
                    <a:pt x="461" y="30350"/>
                    <a:pt x="1373" y="29411"/>
                  </a:cubicBezTo>
                  <a:cubicBezTo>
                    <a:pt x="2312" y="28446"/>
                    <a:pt x="3419" y="27959"/>
                    <a:pt x="4685" y="27959"/>
                  </a:cubicBezTo>
                  <a:cubicBezTo>
                    <a:pt x="5491" y="27959"/>
                    <a:pt x="6208" y="28198"/>
                    <a:pt x="6846" y="28667"/>
                  </a:cubicBezTo>
                  <a:cubicBezTo>
                    <a:pt x="7510" y="29136"/>
                    <a:pt x="7838" y="29880"/>
                    <a:pt x="7838" y="30908"/>
                  </a:cubicBezTo>
                  <a:cubicBezTo>
                    <a:pt x="7838" y="32041"/>
                    <a:pt x="7448" y="33033"/>
                    <a:pt x="6677" y="33892"/>
                  </a:cubicBezTo>
                  <a:cubicBezTo>
                    <a:pt x="5907" y="34751"/>
                    <a:pt x="4968" y="35291"/>
                    <a:pt x="3861" y="35513"/>
                  </a:cubicBezTo>
                  <a:cubicBezTo>
                    <a:pt x="4995" y="36230"/>
                    <a:pt x="6403" y="36593"/>
                    <a:pt x="8086" y="36593"/>
                  </a:cubicBezTo>
                  <a:cubicBezTo>
                    <a:pt x="9919" y="36593"/>
                    <a:pt x="11548" y="35787"/>
                    <a:pt x="12983" y="34184"/>
                  </a:cubicBezTo>
                  <a:cubicBezTo>
                    <a:pt x="14427" y="32581"/>
                    <a:pt x="15489" y="30438"/>
                    <a:pt x="16180" y="27755"/>
                  </a:cubicBezTo>
                  <a:cubicBezTo>
                    <a:pt x="17889" y="21308"/>
                    <a:pt x="19085" y="16649"/>
                    <a:pt x="19749" y="13771"/>
                  </a:cubicBezTo>
                  <a:cubicBezTo>
                    <a:pt x="20413" y="10866"/>
                    <a:pt x="20741" y="8794"/>
                    <a:pt x="20741" y="7545"/>
                  </a:cubicBezTo>
                  <a:cubicBezTo>
                    <a:pt x="20741" y="6385"/>
                    <a:pt x="20590" y="5411"/>
                    <a:pt x="20289" y="4605"/>
                  </a:cubicBezTo>
                  <a:cubicBezTo>
                    <a:pt x="19979" y="3799"/>
                    <a:pt x="19563" y="3224"/>
                    <a:pt x="19041" y="2860"/>
                  </a:cubicBezTo>
                  <a:cubicBezTo>
                    <a:pt x="18545" y="2471"/>
                    <a:pt x="18057" y="2205"/>
                    <a:pt x="17588" y="2072"/>
                  </a:cubicBezTo>
                  <a:cubicBezTo>
                    <a:pt x="17145" y="1939"/>
                    <a:pt x="16676" y="1869"/>
                    <a:pt x="16180" y="1869"/>
                  </a:cubicBezTo>
                  <a:cubicBezTo>
                    <a:pt x="15348" y="1869"/>
                    <a:pt x="14462" y="2037"/>
                    <a:pt x="13523" y="2364"/>
                  </a:cubicBezTo>
                  <a:cubicBezTo>
                    <a:pt x="12611" y="2692"/>
                    <a:pt x="11602" y="3250"/>
                    <a:pt x="10495" y="4021"/>
                  </a:cubicBezTo>
                  <a:cubicBezTo>
                    <a:pt x="9414" y="4773"/>
                    <a:pt x="8360" y="5916"/>
                    <a:pt x="7342" y="7466"/>
                  </a:cubicBezTo>
                  <a:cubicBezTo>
                    <a:pt x="6323" y="9015"/>
                    <a:pt x="5464" y="10849"/>
                    <a:pt x="4773" y="12983"/>
                  </a:cubicBezTo>
                  <a:cubicBezTo>
                    <a:pt x="4632" y="13621"/>
                    <a:pt x="4260" y="13939"/>
                    <a:pt x="3649" y="13939"/>
                  </a:cubicBezTo>
                  <a:cubicBezTo>
                    <a:pt x="2984" y="13913"/>
                    <a:pt x="2657" y="13621"/>
                    <a:pt x="2657" y="13063"/>
                  </a:cubicBezTo>
                  <a:cubicBezTo>
                    <a:pt x="2657" y="12593"/>
                    <a:pt x="2834" y="11876"/>
                    <a:pt x="3197" y="10911"/>
                  </a:cubicBezTo>
                  <a:cubicBezTo>
                    <a:pt x="3578" y="9910"/>
                    <a:pt x="4162" y="8794"/>
                    <a:pt x="4933" y="7545"/>
                  </a:cubicBezTo>
                  <a:cubicBezTo>
                    <a:pt x="5739" y="6306"/>
                    <a:pt x="6651" y="5128"/>
                    <a:pt x="7678" y="4021"/>
                  </a:cubicBezTo>
                  <a:cubicBezTo>
                    <a:pt x="8732" y="2887"/>
                    <a:pt x="10016" y="1931"/>
                    <a:pt x="11531" y="1160"/>
                  </a:cubicBezTo>
                  <a:cubicBezTo>
                    <a:pt x="13080" y="390"/>
                    <a:pt x="14692" y="0"/>
                    <a:pt x="16348" y="0"/>
                  </a:cubicBezTo>
                  <a:cubicBezTo>
                    <a:pt x="17092" y="0"/>
                    <a:pt x="17827" y="80"/>
                    <a:pt x="18545" y="248"/>
                  </a:cubicBezTo>
                  <a:cubicBezTo>
                    <a:pt x="19289" y="381"/>
                    <a:pt x="20103" y="664"/>
                    <a:pt x="20989" y="1080"/>
                  </a:cubicBezTo>
                  <a:cubicBezTo>
                    <a:pt x="21901" y="1497"/>
                    <a:pt x="22760" y="2152"/>
                    <a:pt x="23566" y="3064"/>
                  </a:cubicBezTo>
                  <a:cubicBezTo>
                    <a:pt x="24372" y="3976"/>
                    <a:pt x="25018" y="5101"/>
                    <a:pt x="25514" y="6430"/>
                  </a:cubicBezTo>
                  <a:cubicBezTo>
                    <a:pt x="25842" y="5792"/>
                    <a:pt x="26232" y="5172"/>
                    <a:pt x="26674" y="4561"/>
                  </a:cubicBezTo>
                  <a:cubicBezTo>
                    <a:pt x="27144" y="3950"/>
                    <a:pt x="27737" y="3277"/>
                    <a:pt x="28454" y="2533"/>
                  </a:cubicBezTo>
                  <a:cubicBezTo>
                    <a:pt x="29207" y="1753"/>
                    <a:pt x="30093" y="1142"/>
                    <a:pt x="31111" y="700"/>
                  </a:cubicBezTo>
                  <a:cubicBezTo>
                    <a:pt x="32165" y="230"/>
                    <a:pt x="33272" y="0"/>
                    <a:pt x="34432" y="0"/>
                  </a:cubicBezTo>
                  <a:cubicBezTo>
                    <a:pt x="35566" y="0"/>
                    <a:pt x="36682" y="150"/>
                    <a:pt x="37789" y="452"/>
                  </a:cubicBezTo>
                  <a:cubicBezTo>
                    <a:pt x="38896" y="726"/>
                    <a:pt x="39923" y="1328"/>
                    <a:pt x="40862" y="2240"/>
                  </a:cubicBezTo>
                  <a:cubicBezTo>
                    <a:pt x="41827" y="3126"/>
                    <a:pt x="42314" y="4242"/>
                    <a:pt x="42314" y="5597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F60F56E1-A6A2-C6AC-FBB7-F0602FD90BA0}"/>
                </a:ext>
              </a:extLst>
            </p:cNvPr>
            <p:cNvSpPr/>
            <p:nvPr/>
          </p:nvSpPr>
          <p:spPr>
            <a:xfrm>
              <a:off x="641477" y="3716901"/>
              <a:ext cx="885" cy="1176451"/>
            </a:xfrm>
            <a:custGeom>
              <a:avLst/>
              <a:gdLst>
                <a:gd name="connsiteX0" fmla="*/ 0 w 885"/>
                <a:gd name="connsiteY0" fmla="*/ 1176452 h 1176451"/>
                <a:gd name="connsiteX1" fmla="*/ 0 w 885"/>
                <a:gd name="connsiteY1" fmla="*/ 0 h 1176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176451">
                  <a:moveTo>
                    <a:pt x="0" y="1176452"/>
                  </a:moveTo>
                  <a:lnTo>
                    <a:pt x="0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34C94090-C166-B2EF-840B-E1DF885BC2FD}"/>
                </a:ext>
              </a:extLst>
            </p:cNvPr>
            <p:cNvSpPr/>
            <p:nvPr/>
          </p:nvSpPr>
          <p:spPr>
            <a:xfrm>
              <a:off x="641477" y="4775709"/>
              <a:ext cx="16736" cy="885"/>
            </a:xfrm>
            <a:custGeom>
              <a:avLst/>
              <a:gdLst>
                <a:gd name="connsiteX0" fmla="*/ 0 w 16736"/>
                <a:gd name="connsiteY0" fmla="*/ 0 h 885"/>
                <a:gd name="connsiteX1" fmla="*/ 16736 w 16736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736" h="885">
                  <a:moveTo>
                    <a:pt x="0" y="0"/>
                  </a:moveTo>
                  <a:lnTo>
                    <a:pt x="16736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795A6A86-1115-B91C-50AD-1B7449FD8FA3}"/>
                </a:ext>
              </a:extLst>
            </p:cNvPr>
            <p:cNvSpPr/>
            <p:nvPr/>
          </p:nvSpPr>
          <p:spPr>
            <a:xfrm>
              <a:off x="641477" y="4540417"/>
              <a:ext cx="16736" cy="885"/>
            </a:xfrm>
            <a:custGeom>
              <a:avLst/>
              <a:gdLst>
                <a:gd name="connsiteX0" fmla="*/ 0 w 16736"/>
                <a:gd name="connsiteY0" fmla="*/ 0 h 885"/>
                <a:gd name="connsiteX1" fmla="*/ 16736 w 16736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736" h="885">
                  <a:moveTo>
                    <a:pt x="0" y="0"/>
                  </a:moveTo>
                  <a:lnTo>
                    <a:pt x="16736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B3BCF3BD-C43D-9303-39DA-4B55A1DDD0DE}"/>
                </a:ext>
              </a:extLst>
            </p:cNvPr>
            <p:cNvSpPr/>
            <p:nvPr/>
          </p:nvSpPr>
          <p:spPr>
            <a:xfrm>
              <a:off x="641477" y="4305127"/>
              <a:ext cx="16736" cy="885"/>
            </a:xfrm>
            <a:custGeom>
              <a:avLst/>
              <a:gdLst>
                <a:gd name="connsiteX0" fmla="*/ 0 w 16736"/>
                <a:gd name="connsiteY0" fmla="*/ 0 h 885"/>
                <a:gd name="connsiteX1" fmla="*/ 16736 w 16736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736" h="885">
                  <a:moveTo>
                    <a:pt x="0" y="0"/>
                  </a:moveTo>
                  <a:lnTo>
                    <a:pt x="16736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A8597B69-F32E-CF83-9C95-B680088F479B}"/>
                </a:ext>
              </a:extLst>
            </p:cNvPr>
            <p:cNvSpPr/>
            <p:nvPr/>
          </p:nvSpPr>
          <p:spPr>
            <a:xfrm>
              <a:off x="641477" y="4069837"/>
              <a:ext cx="16736" cy="885"/>
            </a:xfrm>
            <a:custGeom>
              <a:avLst/>
              <a:gdLst>
                <a:gd name="connsiteX0" fmla="*/ 0 w 16736"/>
                <a:gd name="connsiteY0" fmla="*/ 0 h 885"/>
                <a:gd name="connsiteX1" fmla="*/ 16736 w 16736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736" h="885">
                  <a:moveTo>
                    <a:pt x="0" y="0"/>
                  </a:moveTo>
                  <a:lnTo>
                    <a:pt x="16736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4" name="Freeform 1023">
              <a:extLst>
                <a:ext uri="{FF2B5EF4-FFF2-40B4-BE49-F238E27FC236}">
                  <a16:creationId xmlns:a16="http://schemas.microsoft.com/office/drawing/2014/main" id="{97ED744A-EED0-B441-8397-C1441589A40B}"/>
                </a:ext>
              </a:extLst>
            </p:cNvPr>
            <p:cNvSpPr/>
            <p:nvPr/>
          </p:nvSpPr>
          <p:spPr>
            <a:xfrm>
              <a:off x="641477" y="3834547"/>
              <a:ext cx="16736" cy="885"/>
            </a:xfrm>
            <a:custGeom>
              <a:avLst/>
              <a:gdLst>
                <a:gd name="connsiteX0" fmla="*/ 0 w 16736"/>
                <a:gd name="connsiteY0" fmla="*/ 0 h 885"/>
                <a:gd name="connsiteX1" fmla="*/ 16736 w 16736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736" h="885">
                  <a:moveTo>
                    <a:pt x="0" y="0"/>
                  </a:moveTo>
                  <a:lnTo>
                    <a:pt x="16736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5" name="Freeform 1024">
              <a:extLst>
                <a:ext uri="{FF2B5EF4-FFF2-40B4-BE49-F238E27FC236}">
                  <a16:creationId xmlns:a16="http://schemas.microsoft.com/office/drawing/2014/main" id="{2A271A64-1DD5-ECA8-58AD-B94E3715676B}"/>
                </a:ext>
              </a:extLst>
            </p:cNvPr>
            <p:cNvSpPr/>
            <p:nvPr/>
          </p:nvSpPr>
          <p:spPr>
            <a:xfrm>
              <a:off x="516428" y="4776409"/>
              <a:ext cx="45992" cy="6092"/>
            </a:xfrm>
            <a:custGeom>
              <a:avLst/>
              <a:gdLst>
                <a:gd name="connsiteX0" fmla="*/ 0 w 45992"/>
                <a:gd name="connsiteY0" fmla="*/ 0 h 6092"/>
                <a:gd name="connsiteX1" fmla="*/ 45992 w 45992"/>
                <a:gd name="connsiteY1" fmla="*/ 0 h 6092"/>
                <a:gd name="connsiteX2" fmla="*/ 45992 w 45992"/>
                <a:gd name="connsiteY2" fmla="*/ 6093 h 6092"/>
                <a:gd name="connsiteX3" fmla="*/ 0 w 45992"/>
                <a:gd name="connsiteY3" fmla="*/ 6093 h 6092"/>
                <a:gd name="connsiteX4" fmla="*/ 0 w 45992"/>
                <a:gd name="connsiteY4" fmla="*/ 0 h 60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992" h="6092">
                  <a:moveTo>
                    <a:pt x="0" y="0"/>
                  </a:moveTo>
                  <a:lnTo>
                    <a:pt x="45992" y="0"/>
                  </a:lnTo>
                  <a:lnTo>
                    <a:pt x="45992" y="6093"/>
                  </a:lnTo>
                  <a:lnTo>
                    <a:pt x="0" y="6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7" name="Freeform 1026">
              <a:extLst>
                <a:ext uri="{FF2B5EF4-FFF2-40B4-BE49-F238E27FC236}">
                  <a16:creationId xmlns:a16="http://schemas.microsoft.com/office/drawing/2014/main" id="{500A3F14-2300-7676-0816-CC86DDDA07BB}"/>
                </a:ext>
              </a:extLst>
            </p:cNvPr>
            <p:cNvSpPr/>
            <p:nvPr/>
          </p:nvSpPr>
          <p:spPr>
            <a:xfrm>
              <a:off x="575586" y="4747954"/>
              <a:ext cx="34009" cy="54535"/>
            </a:xfrm>
            <a:custGeom>
              <a:avLst/>
              <a:gdLst>
                <a:gd name="connsiteX0" fmla="*/ 8717 w 34009"/>
                <a:gd name="connsiteY0" fmla="*/ 48434 h 54535"/>
                <a:gd name="connsiteX1" fmla="*/ 34009 w 34009"/>
                <a:gd name="connsiteY1" fmla="*/ 48434 h 54535"/>
                <a:gd name="connsiteX2" fmla="*/ 34009 w 34009"/>
                <a:gd name="connsiteY2" fmla="*/ 54536 h 54535"/>
                <a:gd name="connsiteX3" fmla="*/ 0 w 34009"/>
                <a:gd name="connsiteY3" fmla="*/ 54536 h 54535"/>
                <a:gd name="connsiteX4" fmla="*/ 0 w 34009"/>
                <a:gd name="connsiteY4" fmla="*/ 48434 h 54535"/>
                <a:gd name="connsiteX5" fmla="*/ 11229 w 34009"/>
                <a:gd name="connsiteY5" fmla="*/ 36992 h 54535"/>
                <a:gd name="connsiteX6" fmla="*/ 20197 w 34009"/>
                <a:gd name="connsiteY6" fmla="*/ 27702 h 54535"/>
                <a:gd name="connsiteX7" fmla="*/ 25040 w 34009"/>
                <a:gd name="connsiteY7" fmla="*/ 21095 h 54535"/>
                <a:gd name="connsiteX8" fmla="*/ 26440 w 34009"/>
                <a:gd name="connsiteY8" fmla="*/ 15755 h 54535"/>
                <a:gd name="connsiteX9" fmla="*/ 23426 w 34009"/>
                <a:gd name="connsiteY9" fmla="*/ 8794 h 54535"/>
                <a:gd name="connsiteX10" fmla="*/ 15642 w 34009"/>
                <a:gd name="connsiteY10" fmla="*/ 6102 h 54535"/>
                <a:gd name="connsiteX11" fmla="*/ 8430 w 34009"/>
                <a:gd name="connsiteY11" fmla="*/ 7289 h 54535"/>
                <a:gd name="connsiteX12" fmla="*/ 359 w 34009"/>
                <a:gd name="connsiteY12" fmla="*/ 10875 h 54535"/>
                <a:gd name="connsiteX13" fmla="*/ 359 w 34009"/>
                <a:gd name="connsiteY13" fmla="*/ 3551 h 54535"/>
                <a:gd name="connsiteX14" fmla="*/ 8538 w 34009"/>
                <a:gd name="connsiteY14" fmla="*/ 903 h 54535"/>
                <a:gd name="connsiteX15" fmla="*/ 15498 w 34009"/>
                <a:gd name="connsiteY15" fmla="*/ 0 h 54535"/>
                <a:gd name="connsiteX16" fmla="*/ 28772 w 34009"/>
                <a:gd name="connsiteY16" fmla="*/ 4162 h 54535"/>
                <a:gd name="connsiteX17" fmla="*/ 33722 w 34009"/>
                <a:gd name="connsiteY17" fmla="*/ 15286 h 54535"/>
                <a:gd name="connsiteX18" fmla="*/ 32466 w 34009"/>
                <a:gd name="connsiteY18" fmla="*/ 21564 h 54535"/>
                <a:gd name="connsiteX19" fmla="*/ 27982 w 34009"/>
                <a:gd name="connsiteY19" fmla="*/ 28525 h 54535"/>
                <a:gd name="connsiteX20" fmla="*/ 22278 w 34009"/>
                <a:gd name="connsiteY20" fmla="*/ 34547 h 54535"/>
                <a:gd name="connsiteX21" fmla="*/ 8717 w 34009"/>
                <a:gd name="connsiteY21" fmla="*/ 48434 h 54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4009" h="54535">
                  <a:moveTo>
                    <a:pt x="8717" y="48434"/>
                  </a:moveTo>
                  <a:lnTo>
                    <a:pt x="34009" y="48434"/>
                  </a:lnTo>
                  <a:lnTo>
                    <a:pt x="34009" y="54536"/>
                  </a:lnTo>
                  <a:lnTo>
                    <a:pt x="0" y="54536"/>
                  </a:lnTo>
                  <a:lnTo>
                    <a:pt x="0" y="48434"/>
                  </a:lnTo>
                  <a:cubicBezTo>
                    <a:pt x="2750" y="45591"/>
                    <a:pt x="6493" y="41774"/>
                    <a:pt x="11229" y="36992"/>
                  </a:cubicBezTo>
                  <a:cubicBezTo>
                    <a:pt x="15988" y="32183"/>
                    <a:pt x="18978" y="29092"/>
                    <a:pt x="20197" y="27702"/>
                  </a:cubicBezTo>
                  <a:cubicBezTo>
                    <a:pt x="22517" y="25089"/>
                    <a:pt x="24132" y="22893"/>
                    <a:pt x="25040" y="21095"/>
                  </a:cubicBezTo>
                  <a:cubicBezTo>
                    <a:pt x="25973" y="19280"/>
                    <a:pt x="26440" y="17500"/>
                    <a:pt x="26440" y="15755"/>
                  </a:cubicBezTo>
                  <a:cubicBezTo>
                    <a:pt x="26440" y="12912"/>
                    <a:pt x="25435" y="10592"/>
                    <a:pt x="23426" y="8794"/>
                  </a:cubicBezTo>
                  <a:cubicBezTo>
                    <a:pt x="21441" y="6996"/>
                    <a:pt x="18847" y="6102"/>
                    <a:pt x="15642" y="6102"/>
                  </a:cubicBezTo>
                  <a:cubicBezTo>
                    <a:pt x="13369" y="6102"/>
                    <a:pt x="10966" y="6500"/>
                    <a:pt x="8430" y="7289"/>
                  </a:cubicBezTo>
                  <a:cubicBezTo>
                    <a:pt x="5919" y="8077"/>
                    <a:pt x="3229" y="9272"/>
                    <a:pt x="359" y="10875"/>
                  </a:cubicBezTo>
                  <a:lnTo>
                    <a:pt x="359" y="3551"/>
                  </a:lnTo>
                  <a:cubicBezTo>
                    <a:pt x="3277" y="2382"/>
                    <a:pt x="6003" y="1497"/>
                    <a:pt x="8538" y="903"/>
                  </a:cubicBezTo>
                  <a:cubicBezTo>
                    <a:pt x="11074" y="301"/>
                    <a:pt x="13393" y="0"/>
                    <a:pt x="15498" y="0"/>
                  </a:cubicBezTo>
                  <a:cubicBezTo>
                    <a:pt x="21046" y="0"/>
                    <a:pt x="25471" y="1390"/>
                    <a:pt x="28772" y="4162"/>
                  </a:cubicBezTo>
                  <a:cubicBezTo>
                    <a:pt x="32072" y="6934"/>
                    <a:pt x="33722" y="10645"/>
                    <a:pt x="33722" y="15286"/>
                  </a:cubicBezTo>
                  <a:cubicBezTo>
                    <a:pt x="33722" y="17491"/>
                    <a:pt x="33303" y="19581"/>
                    <a:pt x="32466" y="21564"/>
                  </a:cubicBezTo>
                  <a:cubicBezTo>
                    <a:pt x="31653" y="23522"/>
                    <a:pt x="30158" y="25842"/>
                    <a:pt x="27982" y="28525"/>
                  </a:cubicBezTo>
                  <a:cubicBezTo>
                    <a:pt x="27385" y="29216"/>
                    <a:pt x="25483" y="31226"/>
                    <a:pt x="22278" y="34547"/>
                  </a:cubicBezTo>
                  <a:cubicBezTo>
                    <a:pt x="19073" y="37851"/>
                    <a:pt x="14553" y="42474"/>
                    <a:pt x="8717" y="48434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9" name="Freeform 1028">
              <a:extLst>
                <a:ext uri="{FF2B5EF4-FFF2-40B4-BE49-F238E27FC236}">
                  <a16:creationId xmlns:a16="http://schemas.microsoft.com/office/drawing/2014/main" id="{5A049B8C-B651-C73C-8628-1B3D0CD27FAA}"/>
                </a:ext>
              </a:extLst>
            </p:cNvPr>
            <p:cNvSpPr/>
            <p:nvPr/>
          </p:nvSpPr>
          <p:spPr>
            <a:xfrm>
              <a:off x="515854" y="4541117"/>
              <a:ext cx="45992" cy="6099"/>
            </a:xfrm>
            <a:custGeom>
              <a:avLst/>
              <a:gdLst>
                <a:gd name="connsiteX0" fmla="*/ 0 w 45992"/>
                <a:gd name="connsiteY0" fmla="*/ 0 h 6099"/>
                <a:gd name="connsiteX1" fmla="*/ 45992 w 45992"/>
                <a:gd name="connsiteY1" fmla="*/ 0 h 6099"/>
                <a:gd name="connsiteX2" fmla="*/ 45992 w 45992"/>
                <a:gd name="connsiteY2" fmla="*/ 6099 h 6099"/>
                <a:gd name="connsiteX3" fmla="*/ 0 w 45992"/>
                <a:gd name="connsiteY3" fmla="*/ 6099 h 6099"/>
                <a:gd name="connsiteX4" fmla="*/ 0 w 45992"/>
                <a:gd name="connsiteY4" fmla="*/ 0 h 6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992" h="6099">
                  <a:moveTo>
                    <a:pt x="0" y="0"/>
                  </a:moveTo>
                  <a:lnTo>
                    <a:pt x="45992" y="0"/>
                  </a:lnTo>
                  <a:lnTo>
                    <a:pt x="45992" y="6099"/>
                  </a:lnTo>
                  <a:lnTo>
                    <a:pt x="0" y="60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1" name="Freeform 1030">
              <a:extLst>
                <a:ext uri="{FF2B5EF4-FFF2-40B4-BE49-F238E27FC236}">
                  <a16:creationId xmlns:a16="http://schemas.microsoft.com/office/drawing/2014/main" id="{B0109C9B-B9E5-DE3B-8EEB-D25906946D5A}"/>
                </a:ext>
              </a:extLst>
            </p:cNvPr>
            <p:cNvSpPr/>
            <p:nvPr/>
          </p:nvSpPr>
          <p:spPr>
            <a:xfrm>
              <a:off x="577703" y="4513636"/>
              <a:ext cx="31892" cy="53565"/>
            </a:xfrm>
            <a:custGeom>
              <a:avLst/>
              <a:gdLst>
                <a:gd name="connsiteX0" fmla="*/ 1041 w 31892"/>
                <a:gd name="connsiteY0" fmla="*/ 47464 h 53565"/>
                <a:gd name="connsiteX1" fmla="*/ 12878 w 31892"/>
                <a:gd name="connsiteY1" fmla="*/ 47464 h 53565"/>
                <a:gd name="connsiteX2" fmla="*/ 12878 w 31892"/>
                <a:gd name="connsiteY2" fmla="*/ 6601 h 53565"/>
                <a:gd name="connsiteX3" fmla="*/ 0 w 31892"/>
                <a:gd name="connsiteY3" fmla="*/ 9184 h 53565"/>
                <a:gd name="connsiteX4" fmla="*/ 0 w 31892"/>
                <a:gd name="connsiteY4" fmla="*/ 2583 h 53565"/>
                <a:gd name="connsiteX5" fmla="*/ 12807 w 31892"/>
                <a:gd name="connsiteY5" fmla="*/ 0 h 53565"/>
                <a:gd name="connsiteX6" fmla="*/ 20054 w 31892"/>
                <a:gd name="connsiteY6" fmla="*/ 0 h 53565"/>
                <a:gd name="connsiteX7" fmla="*/ 20054 w 31892"/>
                <a:gd name="connsiteY7" fmla="*/ 47464 h 53565"/>
                <a:gd name="connsiteX8" fmla="*/ 31892 w 31892"/>
                <a:gd name="connsiteY8" fmla="*/ 47464 h 53565"/>
                <a:gd name="connsiteX9" fmla="*/ 31892 w 31892"/>
                <a:gd name="connsiteY9" fmla="*/ 53566 h 53565"/>
                <a:gd name="connsiteX10" fmla="*/ 1041 w 31892"/>
                <a:gd name="connsiteY10" fmla="*/ 53566 h 53565"/>
                <a:gd name="connsiteX11" fmla="*/ 1041 w 31892"/>
                <a:gd name="connsiteY11" fmla="*/ 47464 h 53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92" h="53565">
                  <a:moveTo>
                    <a:pt x="1041" y="47464"/>
                  </a:moveTo>
                  <a:lnTo>
                    <a:pt x="12878" y="47464"/>
                  </a:lnTo>
                  <a:lnTo>
                    <a:pt x="12878" y="6601"/>
                  </a:lnTo>
                  <a:lnTo>
                    <a:pt x="0" y="9184"/>
                  </a:lnTo>
                  <a:lnTo>
                    <a:pt x="0" y="2583"/>
                  </a:lnTo>
                  <a:lnTo>
                    <a:pt x="12807" y="0"/>
                  </a:lnTo>
                  <a:lnTo>
                    <a:pt x="20054" y="0"/>
                  </a:lnTo>
                  <a:lnTo>
                    <a:pt x="20054" y="47464"/>
                  </a:lnTo>
                  <a:lnTo>
                    <a:pt x="31892" y="47464"/>
                  </a:lnTo>
                  <a:lnTo>
                    <a:pt x="31892" y="53566"/>
                  </a:lnTo>
                  <a:lnTo>
                    <a:pt x="1041" y="53566"/>
                  </a:lnTo>
                  <a:lnTo>
                    <a:pt x="1041" y="47464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2" name="Freeform 1031">
              <a:extLst>
                <a:ext uri="{FF2B5EF4-FFF2-40B4-BE49-F238E27FC236}">
                  <a16:creationId xmlns:a16="http://schemas.microsoft.com/office/drawing/2014/main" id="{CBDA2BA9-26F4-6199-3C63-FEEC1306538C}"/>
                </a:ext>
              </a:extLst>
            </p:cNvPr>
            <p:cNvSpPr/>
            <p:nvPr/>
          </p:nvSpPr>
          <p:spPr>
            <a:xfrm>
              <a:off x="572572" y="4277377"/>
              <a:ext cx="37022" cy="55570"/>
            </a:xfrm>
            <a:custGeom>
              <a:avLst/>
              <a:gdLst>
                <a:gd name="connsiteX0" fmla="*/ 18512 w 37022"/>
                <a:gd name="connsiteY0" fmla="*/ 5740 h 55570"/>
                <a:gd name="connsiteX1" fmla="*/ 10081 w 37022"/>
                <a:gd name="connsiteY1" fmla="*/ 11265 h 55570"/>
                <a:gd name="connsiteX2" fmla="*/ 7282 w 37022"/>
                <a:gd name="connsiteY2" fmla="*/ 27804 h 55570"/>
                <a:gd name="connsiteX3" fmla="*/ 10081 w 37022"/>
                <a:gd name="connsiteY3" fmla="*/ 44341 h 55570"/>
                <a:gd name="connsiteX4" fmla="*/ 18512 w 37022"/>
                <a:gd name="connsiteY4" fmla="*/ 49830 h 55570"/>
                <a:gd name="connsiteX5" fmla="*/ 26942 w 37022"/>
                <a:gd name="connsiteY5" fmla="*/ 44341 h 55570"/>
                <a:gd name="connsiteX6" fmla="*/ 29776 w 37022"/>
                <a:gd name="connsiteY6" fmla="*/ 27804 h 55570"/>
                <a:gd name="connsiteX7" fmla="*/ 26942 w 37022"/>
                <a:gd name="connsiteY7" fmla="*/ 11265 h 55570"/>
                <a:gd name="connsiteX8" fmla="*/ 18512 w 37022"/>
                <a:gd name="connsiteY8" fmla="*/ 5740 h 55570"/>
                <a:gd name="connsiteX9" fmla="*/ 18512 w 37022"/>
                <a:gd name="connsiteY9" fmla="*/ 0 h 55570"/>
                <a:gd name="connsiteX10" fmla="*/ 32252 w 37022"/>
                <a:gd name="connsiteY10" fmla="*/ 7140 h 55570"/>
                <a:gd name="connsiteX11" fmla="*/ 37023 w 37022"/>
                <a:gd name="connsiteY11" fmla="*/ 27804 h 55570"/>
                <a:gd name="connsiteX12" fmla="*/ 32252 w 37022"/>
                <a:gd name="connsiteY12" fmla="*/ 48467 h 55570"/>
                <a:gd name="connsiteX13" fmla="*/ 18512 w 37022"/>
                <a:gd name="connsiteY13" fmla="*/ 55571 h 55570"/>
                <a:gd name="connsiteX14" fmla="*/ 4735 w 37022"/>
                <a:gd name="connsiteY14" fmla="*/ 48467 h 55570"/>
                <a:gd name="connsiteX15" fmla="*/ 0 w 37022"/>
                <a:gd name="connsiteY15" fmla="*/ 27804 h 55570"/>
                <a:gd name="connsiteX16" fmla="*/ 4735 w 37022"/>
                <a:gd name="connsiteY16" fmla="*/ 7140 h 55570"/>
                <a:gd name="connsiteX17" fmla="*/ 18512 w 37022"/>
                <a:gd name="connsiteY17" fmla="*/ 0 h 55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022" h="55570">
                  <a:moveTo>
                    <a:pt x="18512" y="5740"/>
                  </a:moveTo>
                  <a:cubicBezTo>
                    <a:pt x="14781" y="5740"/>
                    <a:pt x="11970" y="7582"/>
                    <a:pt x="10081" y="11265"/>
                  </a:cubicBezTo>
                  <a:cubicBezTo>
                    <a:pt x="8215" y="14924"/>
                    <a:pt x="7282" y="20437"/>
                    <a:pt x="7282" y="27804"/>
                  </a:cubicBezTo>
                  <a:cubicBezTo>
                    <a:pt x="7282" y="35146"/>
                    <a:pt x="8215" y="40658"/>
                    <a:pt x="10081" y="44341"/>
                  </a:cubicBezTo>
                  <a:cubicBezTo>
                    <a:pt x="11970" y="48001"/>
                    <a:pt x="14781" y="49830"/>
                    <a:pt x="18512" y="49830"/>
                  </a:cubicBezTo>
                  <a:cubicBezTo>
                    <a:pt x="22267" y="49830"/>
                    <a:pt x="25077" y="48001"/>
                    <a:pt x="26942" y="44341"/>
                  </a:cubicBezTo>
                  <a:cubicBezTo>
                    <a:pt x="28831" y="40658"/>
                    <a:pt x="29776" y="35146"/>
                    <a:pt x="29776" y="27804"/>
                  </a:cubicBezTo>
                  <a:cubicBezTo>
                    <a:pt x="29776" y="20437"/>
                    <a:pt x="28831" y="14924"/>
                    <a:pt x="26942" y="11265"/>
                  </a:cubicBezTo>
                  <a:cubicBezTo>
                    <a:pt x="25077" y="7582"/>
                    <a:pt x="22267" y="5740"/>
                    <a:pt x="18512" y="5740"/>
                  </a:cubicBezTo>
                  <a:moveTo>
                    <a:pt x="18512" y="0"/>
                  </a:moveTo>
                  <a:cubicBezTo>
                    <a:pt x="24514" y="0"/>
                    <a:pt x="29095" y="2380"/>
                    <a:pt x="32252" y="7140"/>
                  </a:cubicBezTo>
                  <a:cubicBezTo>
                    <a:pt x="35432" y="11875"/>
                    <a:pt x="37023" y="18762"/>
                    <a:pt x="37023" y="27804"/>
                  </a:cubicBezTo>
                  <a:cubicBezTo>
                    <a:pt x="37023" y="36820"/>
                    <a:pt x="35432" y="43708"/>
                    <a:pt x="32252" y="48467"/>
                  </a:cubicBezTo>
                  <a:cubicBezTo>
                    <a:pt x="29095" y="53203"/>
                    <a:pt x="24514" y="55571"/>
                    <a:pt x="18512" y="55571"/>
                  </a:cubicBezTo>
                  <a:cubicBezTo>
                    <a:pt x="12508" y="55571"/>
                    <a:pt x="7916" y="53203"/>
                    <a:pt x="4735" y="48467"/>
                  </a:cubicBezTo>
                  <a:cubicBezTo>
                    <a:pt x="1578" y="43708"/>
                    <a:pt x="0" y="36820"/>
                    <a:pt x="0" y="27804"/>
                  </a:cubicBezTo>
                  <a:cubicBezTo>
                    <a:pt x="0" y="18762"/>
                    <a:pt x="1578" y="11875"/>
                    <a:pt x="4735" y="7140"/>
                  </a:cubicBezTo>
                  <a:cubicBezTo>
                    <a:pt x="7916" y="2380"/>
                    <a:pt x="12508" y="0"/>
                    <a:pt x="18512" y="0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3" name="Freeform 1032">
              <a:extLst>
                <a:ext uri="{FF2B5EF4-FFF2-40B4-BE49-F238E27FC236}">
                  <a16:creationId xmlns:a16="http://schemas.microsoft.com/office/drawing/2014/main" id="{7FB01B47-4C74-EB78-6503-64EEFDDBF445}"/>
                </a:ext>
              </a:extLst>
            </p:cNvPr>
            <p:cNvSpPr/>
            <p:nvPr/>
          </p:nvSpPr>
          <p:spPr>
            <a:xfrm>
              <a:off x="577703" y="4043056"/>
              <a:ext cx="31892" cy="53561"/>
            </a:xfrm>
            <a:custGeom>
              <a:avLst/>
              <a:gdLst>
                <a:gd name="connsiteX0" fmla="*/ 1041 w 31892"/>
                <a:gd name="connsiteY0" fmla="*/ 47462 h 53561"/>
                <a:gd name="connsiteX1" fmla="*/ 12878 w 31892"/>
                <a:gd name="connsiteY1" fmla="*/ 47462 h 53561"/>
                <a:gd name="connsiteX2" fmla="*/ 12878 w 31892"/>
                <a:gd name="connsiteY2" fmla="*/ 6600 h 53561"/>
                <a:gd name="connsiteX3" fmla="*/ 0 w 31892"/>
                <a:gd name="connsiteY3" fmla="*/ 9184 h 53561"/>
                <a:gd name="connsiteX4" fmla="*/ 0 w 31892"/>
                <a:gd name="connsiteY4" fmla="*/ 2582 h 53561"/>
                <a:gd name="connsiteX5" fmla="*/ 12807 w 31892"/>
                <a:gd name="connsiteY5" fmla="*/ 0 h 53561"/>
                <a:gd name="connsiteX6" fmla="*/ 20054 w 31892"/>
                <a:gd name="connsiteY6" fmla="*/ 0 h 53561"/>
                <a:gd name="connsiteX7" fmla="*/ 20054 w 31892"/>
                <a:gd name="connsiteY7" fmla="*/ 47462 h 53561"/>
                <a:gd name="connsiteX8" fmla="*/ 31892 w 31892"/>
                <a:gd name="connsiteY8" fmla="*/ 47462 h 53561"/>
                <a:gd name="connsiteX9" fmla="*/ 31892 w 31892"/>
                <a:gd name="connsiteY9" fmla="*/ 53561 h 53561"/>
                <a:gd name="connsiteX10" fmla="*/ 1041 w 31892"/>
                <a:gd name="connsiteY10" fmla="*/ 53561 h 53561"/>
                <a:gd name="connsiteX11" fmla="*/ 1041 w 31892"/>
                <a:gd name="connsiteY11" fmla="*/ 47462 h 53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92" h="53561">
                  <a:moveTo>
                    <a:pt x="1041" y="47462"/>
                  </a:moveTo>
                  <a:lnTo>
                    <a:pt x="12878" y="47462"/>
                  </a:lnTo>
                  <a:lnTo>
                    <a:pt x="12878" y="6600"/>
                  </a:lnTo>
                  <a:lnTo>
                    <a:pt x="0" y="9184"/>
                  </a:lnTo>
                  <a:lnTo>
                    <a:pt x="0" y="2582"/>
                  </a:lnTo>
                  <a:lnTo>
                    <a:pt x="12807" y="0"/>
                  </a:lnTo>
                  <a:lnTo>
                    <a:pt x="20054" y="0"/>
                  </a:lnTo>
                  <a:lnTo>
                    <a:pt x="20054" y="47462"/>
                  </a:lnTo>
                  <a:lnTo>
                    <a:pt x="31892" y="47462"/>
                  </a:lnTo>
                  <a:lnTo>
                    <a:pt x="31892" y="53561"/>
                  </a:lnTo>
                  <a:lnTo>
                    <a:pt x="1041" y="53561"/>
                  </a:lnTo>
                  <a:lnTo>
                    <a:pt x="1041" y="47462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4" name="Freeform 1033">
              <a:extLst>
                <a:ext uri="{FF2B5EF4-FFF2-40B4-BE49-F238E27FC236}">
                  <a16:creationId xmlns:a16="http://schemas.microsoft.com/office/drawing/2014/main" id="{A2FFDF26-CAE5-0C2F-C668-827D13C44BBF}"/>
                </a:ext>
              </a:extLst>
            </p:cNvPr>
            <p:cNvSpPr/>
            <p:nvPr/>
          </p:nvSpPr>
          <p:spPr>
            <a:xfrm>
              <a:off x="575586" y="3806797"/>
              <a:ext cx="34009" cy="54530"/>
            </a:xfrm>
            <a:custGeom>
              <a:avLst/>
              <a:gdLst>
                <a:gd name="connsiteX0" fmla="*/ 8717 w 34009"/>
                <a:gd name="connsiteY0" fmla="*/ 48431 h 54530"/>
                <a:gd name="connsiteX1" fmla="*/ 34009 w 34009"/>
                <a:gd name="connsiteY1" fmla="*/ 48431 h 54530"/>
                <a:gd name="connsiteX2" fmla="*/ 34009 w 34009"/>
                <a:gd name="connsiteY2" fmla="*/ 54530 h 54530"/>
                <a:gd name="connsiteX3" fmla="*/ 0 w 34009"/>
                <a:gd name="connsiteY3" fmla="*/ 54530 h 54530"/>
                <a:gd name="connsiteX4" fmla="*/ 0 w 34009"/>
                <a:gd name="connsiteY4" fmla="*/ 48431 h 54530"/>
                <a:gd name="connsiteX5" fmla="*/ 11229 w 34009"/>
                <a:gd name="connsiteY5" fmla="*/ 36987 h 54530"/>
                <a:gd name="connsiteX6" fmla="*/ 20197 w 34009"/>
                <a:gd name="connsiteY6" fmla="*/ 27696 h 54530"/>
                <a:gd name="connsiteX7" fmla="*/ 25040 w 34009"/>
                <a:gd name="connsiteY7" fmla="*/ 21094 h 54530"/>
                <a:gd name="connsiteX8" fmla="*/ 26440 w 34009"/>
                <a:gd name="connsiteY8" fmla="*/ 15749 h 54530"/>
                <a:gd name="connsiteX9" fmla="*/ 23426 w 34009"/>
                <a:gd name="connsiteY9" fmla="*/ 8790 h 54530"/>
                <a:gd name="connsiteX10" fmla="*/ 15642 w 34009"/>
                <a:gd name="connsiteY10" fmla="*/ 6098 h 54530"/>
                <a:gd name="connsiteX11" fmla="*/ 8430 w 34009"/>
                <a:gd name="connsiteY11" fmla="*/ 7282 h 54530"/>
                <a:gd name="connsiteX12" fmla="*/ 359 w 34009"/>
                <a:gd name="connsiteY12" fmla="*/ 10870 h 54530"/>
                <a:gd name="connsiteX13" fmla="*/ 359 w 34009"/>
                <a:gd name="connsiteY13" fmla="*/ 3551 h 54530"/>
                <a:gd name="connsiteX14" fmla="*/ 8538 w 34009"/>
                <a:gd name="connsiteY14" fmla="*/ 897 h 54530"/>
                <a:gd name="connsiteX15" fmla="*/ 15498 w 34009"/>
                <a:gd name="connsiteY15" fmla="*/ 0 h 54530"/>
                <a:gd name="connsiteX16" fmla="*/ 28772 w 34009"/>
                <a:gd name="connsiteY16" fmla="*/ 4161 h 54530"/>
                <a:gd name="connsiteX17" fmla="*/ 33722 w 34009"/>
                <a:gd name="connsiteY17" fmla="*/ 15283 h 54530"/>
                <a:gd name="connsiteX18" fmla="*/ 32466 w 34009"/>
                <a:gd name="connsiteY18" fmla="*/ 21561 h 54530"/>
                <a:gd name="connsiteX19" fmla="*/ 27982 w 34009"/>
                <a:gd name="connsiteY19" fmla="*/ 28521 h 54530"/>
                <a:gd name="connsiteX20" fmla="*/ 22278 w 34009"/>
                <a:gd name="connsiteY20" fmla="*/ 34547 h 54530"/>
                <a:gd name="connsiteX21" fmla="*/ 8717 w 34009"/>
                <a:gd name="connsiteY21" fmla="*/ 48431 h 545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4009" h="54530">
                  <a:moveTo>
                    <a:pt x="8717" y="48431"/>
                  </a:moveTo>
                  <a:lnTo>
                    <a:pt x="34009" y="48431"/>
                  </a:lnTo>
                  <a:lnTo>
                    <a:pt x="34009" y="54530"/>
                  </a:lnTo>
                  <a:lnTo>
                    <a:pt x="0" y="54530"/>
                  </a:lnTo>
                  <a:lnTo>
                    <a:pt x="0" y="48431"/>
                  </a:lnTo>
                  <a:cubicBezTo>
                    <a:pt x="2750" y="45586"/>
                    <a:pt x="6493" y="41770"/>
                    <a:pt x="11229" y="36987"/>
                  </a:cubicBezTo>
                  <a:cubicBezTo>
                    <a:pt x="15988" y="32179"/>
                    <a:pt x="18978" y="29082"/>
                    <a:pt x="20197" y="27696"/>
                  </a:cubicBezTo>
                  <a:cubicBezTo>
                    <a:pt x="22517" y="25088"/>
                    <a:pt x="24132" y="22888"/>
                    <a:pt x="25040" y="21094"/>
                  </a:cubicBezTo>
                  <a:cubicBezTo>
                    <a:pt x="25973" y="19277"/>
                    <a:pt x="26440" y="17495"/>
                    <a:pt x="26440" y="15749"/>
                  </a:cubicBezTo>
                  <a:cubicBezTo>
                    <a:pt x="26440" y="12903"/>
                    <a:pt x="25435" y="10583"/>
                    <a:pt x="23426" y="8790"/>
                  </a:cubicBezTo>
                  <a:cubicBezTo>
                    <a:pt x="21441" y="6995"/>
                    <a:pt x="18847" y="6098"/>
                    <a:pt x="15642" y="6098"/>
                  </a:cubicBezTo>
                  <a:cubicBezTo>
                    <a:pt x="13369" y="6098"/>
                    <a:pt x="10966" y="6493"/>
                    <a:pt x="8430" y="7282"/>
                  </a:cubicBezTo>
                  <a:cubicBezTo>
                    <a:pt x="5919" y="8071"/>
                    <a:pt x="3229" y="9268"/>
                    <a:pt x="359" y="10870"/>
                  </a:cubicBezTo>
                  <a:lnTo>
                    <a:pt x="359" y="3551"/>
                  </a:lnTo>
                  <a:cubicBezTo>
                    <a:pt x="3277" y="2380"/>
                    <a:pt x="6003" y="1495"/>
                    <a:pt x="8538" y="897"/>
                  </a:cubicBezTo>
                  <a:cubicBezTo>
                    <a:pt x="11074" y="299"/>
                    <a:pt x="13393" y="0"/>
                    <a:pt x="15498" y="0"/>
                  </a:cubicBezTo>
                  <a:cubicBezTo>
                    <a:pt x="21046" y="0"/>
                    <a:pt x="25471" y="1387"/>
                    <a:pt x="28772" y="4161"/>
                  </a:cubicBezTo>
                  <a:cubicBezTo>
                    <a:pt x="32072" y="6936"/>
                    <a:pt x="33722" y="10643"/>
                    <a:pt x="33722" y="15283"/>
                  </a:cubicBezTo>
                  <a:cubicBezTo>
                    <a:pt x="33722" y="17484"/>
                    <a:pt x="33303" y="19576"/>
                    <a:pt x="32466" y="21561"/>
                  </a:cubicBezTo>
                  <a:cubicBezTo>
                    <a:pt x="31653" y="23523"/>
                    <a:pt x="30158" y="25842"/>
                    <a:pt x="27982" y="28521"/>
                  </a:cubicBezTo>
                  <a:cubicBezTo>
                    <a:pt x="27385" y="29214"/>
                    <a:pt x="25483" y="31223"/>
                    <a:pt x="22278" y="34547"/>
                  </a:cubicBezTo>
                  <a:cubicBezTo>
                    <a:pt x="19073" y="37848"/>
                    <a:pt x="14553" y="42475"/>
                    <a:pt x="8717" y="48431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5" name="Freeform 1034">
              <a:extLst>
                <a:ext uri="{FF2B5EF4-FFF2-40B4-BE49-F238E27FC236}">
                  <a16:creationId xmlns:a16="http://schemas.microsoft.com/office/drawing/2014/main" id="{B52B95BB-8E0D-9F26-3F23-46FD209C9847}"/>
                </a:ext>
              </a:extLst>
            </p:cNvPr>
            <p:cNvSpPr/>
            <p:nvPr/>
          </p:nvSpPr>
          <p:spPr>
            <a:xfrm>
              <a:off x="427820" y="4285498"/>
              <a:ext cx="38499" cy="43685"/>
            </a:xfrm>
            <a:custGeom>
              <a:avLst/>
              <a:gdLst>
                <a:gd name="connsiteX0" fmla="*/ 25389 w 38499"/>
                <a:gd name="connsiteY0" fmla="*/ 0 h 43685"/>
                <a:gd name="connsiteX1" fmla="*/ 33811 w 38499"/>
                <a:gd name="connsiteY1" fmla="*/ 2531 h 43685"/>
                <a:gd name="connsiteX2" fmla="*/ 38499 w 38499"/>
                <a:gd name="connsiteY2" fmla="*/ 8837 h 43685"/>
                <a:gd name="connsiteX3" fmla="*/ 36964 w 38499"/>
                <a:gd name="connsiteY3" fmla="*/ 13649 h 43685"/>
                <a:gd name="connsiteX4" fmla="*/ 32774 w 38499"/>
                <a:gd name="connsiteY4" fmla="*/ 16387 h 43685"/>
                <a:gd name="connsiteX5" fmla="*/ 34516 w 38499"/>
                <a:gd name="connsiteY5" fmla="*/ 17880 h 43685"/>
                <a:gd name="connsiteX6" fmla="*/ 36300 w 38499"/>
                <a:gd name="connsiteY6" fmla="*/ 19830 h 43685"/>
                <a:gd name="connsiteX7" fmla="*/ 37918 w 38499"/>
                <a:gd name="connsiteY7" fmla="*/ 22859 h 43685"/>
                <a:gd name="connsiteX8" fmla="*/ 38499 w 38499"/>
                <a:gd name="connsiteY8" fmla="*/ 26510 h 43685"/>
                <a:gd name="connsiteX9" fmla="*/ 38209 w 38499"/>
                <a:gd name="connsiteY9" fmla="*/ 29372 h 43685"/>
                <a:gd name="connsiteX10" fmla="*/ 37254 w 38499"/>
                <a:gd name="connsiteY10" fmla="*/ 32194 h 43685"/>
                <a:gd name="connsiteX11" fmla="*/ 35388 w 38499"/>
                <a:gd name="connsiteY11" fmla="*/ 34641 h 43685"/>
                <a:gd name="connsiteX12" fmla="*/ 32442 w 38499"/>
                <a:gd name="connsiteY12" fmla="*/ 36300 h 43685"/>
                <a:gd name="connsiteX13" fmla="*/ 28293 w 38499"/>
                <a:gd name="connsiteY13" fmla="*/ 36964 h 43685"/>
                <a:gd name="connsiteX14" fmla="*/ 21448 w 38499"/>
                <a:gd name="connsiteY14" fmla="*/ 35844 h 43685"/>
                <a:gd name="connsiteX15" fmla="*/ 10454 w 38499"/>
                <a:gd name="connsiteY15" fmla="*/ 32027 h 43685"/>
                <a:gd name="connsiteX16" fmla="*/ 4646 w 38499"/>
                <a:gd name="connsiteY16" fmla="*/ 30575 h 43685"/>
                <a:gd name="connsiteX17" fmla="*/ 3070 w 38499"/>
                <a:gd name="connsiteY17" fmla="*/ 30783 h 43685"/>
                <a:gd name="connsiteX18" fmla="*/ 2240 w 38499"/>
                <a:gd name="connsiteY18" fmla="*/ 31405 h 43685"/>
                <a:gd name="connsiteX19" fmla="*/ 1950 w 38499"/>
                <a:gd name="connsiteY19" fmla="*/ 32027 h 43685"/>
                <a:gd name="connsiteX20" fmla="*/ 1867 w 38499"/>
                <a:gd name="connsiteY20" fmla="*/ 32691 h 43685"/>
                <a:gd name="connsiteX21" fmla="*/ 4480 w 38499"/>
                <a:gd name="connsiteY21" fmla="*/ 37504 h 43685"/>
                <a:gd name="connsiteX22" fmla="*/ 12404 w 38499"/>
                <a:gd name="connsiteY22" fmla="*/ 41279 h 43685"/>
                <a:gd name="connsiteX23" fmla="*/ 13690 w 38499"/>
                <a:gd name="connsiteY23" fmla="*/ 41818 h 43685"/>
                <a:gd name="connsiteX24" fmla="*/ 13939 w 38499"/>
                <a:gd name="connsiteY24" fmla="*/ 42648 h 43685"/>
                <a:gd name="connsiteX25" fmla="*/ 13068 w 38499"/>
                <a:gd name="connsiteY25" fmla="*/ 43685 h 43685"/>
                <a:gd name="connsiteX26" fmla="*/ 11450 w 38499"/>
                <a:gd name="connsiteY26" fmla="*/ 43311 h 43685"/>
                <a:gd name="connsiteX27" fmla="*/ 8173 w 38499"/>
                <a:gd name="connsiteY27" fmla="*/ 42067 h 43685"/>
                <a:gd name="connsiteX28" fmla="*/ 4397 w 38499"/>
                <a:gd name="connsiteY28" fmla="*/ 39910 h 43685"/>
                <a:gd name="connsiteX29" fmla="*/ 1286 w 38499"/>
                <a:gd name="connsiteY29" fmla="*/ 36715 h 43685"/>
                <a:gd name="connsiteX30" fmla="*/ 0 w 38499"/>
                <a:gd name="connsiteY30" fmla="*/ 32442 h 43685"/>
                <a:gd name="connsiteX31" fmla="*/ 2033 w 38499"/>
                <a:gd name="connsiteY31" fmla="*/ 27423 h 43685"/>
                <a:gd name="connsiteX32" fmla="*/ 6970 w 38499"/>
                <a:gd name="connsiteY32" fmla="*/ 25473 h 43685"/>
                <a:gd name="connsiteX33" fmla="*/ 12321 w 38499"/>
                <a:gd name="connsiteY33" fmla="*/ 26925 h 43685"/>
                <a:gd name="connsiteX34" fmla="*/ 29663 w 38499"/>
                <a:gd name="connsiteY34" fmla="*/ 31529 h 43685"/>
                <a:gd name="connsiteX35" fmla="*/ 36591 w 38499"/>
                <a:gd name="connsiteY35" fmla="*/ 26261 h 43685"/>
                <a:gd name="connsiteX36" fmla="*/ 35885 w 38499"/>
                <a:gd name="connsiteY36" fmla="*/ 22901 h 43685"/>
                <a:gd name="connsiteX37" fmla="*/ 34185 w 38499"/>
                <a:gd name="connsiteY37" fmla="*/ 20163 h 43685"/>
                <a:gd name="connsiteX38" fmla="*/ 32110 w 38499"/>
                <a:gd name="connsiteY38" fmla="*/ 18254 h 43685"/>
                <a:gd name="connsiteX39" fmla="*/ 30326 w 38499"/>
                <a:gd name="connsiteY39" fmla="*/ 17010 h 43685"/>
                <a:gd name="connsiteX40" fmla="*/ 29455 w 38499"/>
                <a:gd name="connsiteY40" fmla="*/ 16553 h 43685"/>
                <a:gd name="connsiteX41" fmla="*/ 3900 w 38499"/>
                <a:gd name="connsiteY41" fmla="*/ 10206 h 43685"/>
                <a:gd name="connsiteX42" fmla="*/ 2240 w 38499"/>
                <a:gd name="connsiteY42" fmla="*/ 9501 h 43685"/>
                <a:gd name="connsiteX43" fmla="*/ 1286 w 38499"/>
                <a:gd name="connsiteY43" fmla="*/ 8422 h 43685"/>
                <a:gd name="connsiteX44" fmla="*/ 996 w 38499"/>
                <a:gd name="connsiteY44" fmla="*/ 7509 h 43685"/>
                <a:gd name="connsiteX45" fmla="*/ 913 w 38499"/>
                <a:gd name="connsiteY45" fmla="*/ 6886 h 43685"/>
                <a:gd name="connsiteX46" fmla="*/ 1535 w 38499"/>
                <a:gd name="connsiteY46" fmla="*/ 5144 h 43685"/>
                <a:gd name="connsiteX47" fmla="*/ 3236 w 38499"/>
                <a:gd name="connsiteY47" fmla="*/ 4398 h 43685"/>
                <a:gd name="connsiteX48" fmla="*/ 4439 w 38499"/>
                <a:gd name="connsiteY48" fmla="*/ 4647 h 43685"/>
                <a:gd name="connsiteX49" fmla="*/ 6804 w 38499"/>
                <a:gd name="connsiteY49" fmla="*/ 5186 h 43685"/>
                <a:gd name="connsiteX50" fmla="*/ 8919 w 38499"/>
                <a:gd name="connsiteY50" fmla="*/ 5684 h 43685"/>
                <a:gd name="connsiteX51" fmla="*/ 14686 w 38499"/>
                <a:gd name="connsiteY51" fmla="*/ 7136 h 43685"/>
                <a:gd name="connsiteX52" fmla="*/ 23854 w 38499"/>
                <a:gd name="connsiteY52" fmla="*/ 9501 h 43685"/>
                <a:gd name="connsiteX53" fmla="*/ 26136 w 38499"/>
                <a:gd name="connsiteY53" fmla="*/ 10040 h 43685"/>
                <a:gd name="connsiteX54" fmla="*/ 28791 w 38499"/>
                <a:gd name="connsiteY54" fmla="*/ 10620 h 43685"/>
                <a:gd name="connsiteX55" fmla="*/ 30866 w 38499"/>
                <a:gd name="connsiteY55" fmla="*/ 11036 h 43685"/>
                <a:gd name="connsiteX56" fmla="*/ 32691 w 38499"/>
                <a:gd name="connsiteY56" fmla="*/ 11201 h 43685"/>
                <a:gd name="connsiteX57" fmla="*/ 35678 w 38499"/>
                <a:gd name="connsiteY57" fmla="*/ 10579 h 43685"/>
                <a:gd name="connsiteX58" fmla="*/ 36591 w 38499"/>
                <a:gd name="connsiteY58" fmla="*/ 8588 h 43685"/>
                <a:gd name="connsiteX59" fmla="*/ 35719 w 38499"/>
                <a:gd name="connsiteY59" fmla="*/ 6306 h 43685"/>
                <a:gd name="connsiteX60" fmla="*/ 33064 w 38499"/>
                <a:gd name="connsiteY60" fmla="*/ 4480 h 43685"/>
                <a:gd name="connsiteX61" fmla="*/ 29828 w 38499"/>
                <a:gd name="connsiteY61" fmla="*/ 3236 h 43685"/>
                <a:gd name="connsiteX62" fmla="*/ 26095 w 38499"/>
                <a:gd name="connsiteY62" fmla="*/ 2199 h 43685"/>
                <a:gd name="connsiteX63" fmla="*/ 24850 w 38499"/>
                <a:gd name="connsiteY63" fmla="*/ 1825 h 43685"/>
                <a:gd name="connsiteX64" fmla="*/ 24560 w 38499"/>
                <a:gd name="connsiteY64" fmla="*/ 1037 h 43685"/>
                <a:gd name="connsiteX65" fmla="*/ 25389 w 38499"/>
                <a:gd name="connsiteY65" fmla="*/ 0 h 43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38499" h="43685">
                  <a:moveTo>
                    <a:pt x="25389" y="0"/>
                  </a:moveTo>
                  <a:cubicBezTo>
                    <a:pt x="28957" y="719"/>
                    <a:pt x="31764" y="1563"/>
                    <a:pt x="33811" y="2531"/>
                  </a:cubicBezTo>
                  <a:cubicBezTo>
                    <a:pt x="36936" y="4107"/>
                    <a:pt x="38499" y="6209"/>
                    <a:pt x="38499" y="8837"/>
                  </a:cubicBezTo>
                  <a:cubicBezTo>
                    <a:pt x="38499" y="10662"/>
                    <a:pt x="37987" y="12266"/>
                    <a:pt x="36964" y="13649"/>
                  </a:cubicBezTo>
                  <a:cubicBezTo>
                    <a:pt x="35913" y="15005"/>
                    <a:pt x="34516" y="15917"/>
                    <a:pt x="32774" y="16387"/>
                  </a:cubicBezTo>
                  <a:cubicBezTo>
                    <a:pt x="33465" y="16912"/>
                    <a:pt x="34046" y="17410"/>
                    <a:pt x="34516" y="17880"/>
                  </a:cubicBezTo>
                  <a:cubicBezTo>
                    <a:pt x="34987" y="18323"/>
                    <a:pt x="35581" y="18973"/>
                    <a:pt x="36300" y="19830"/>
                  </a:cubicBezTo>
                  <a:cubicBezTo>
                    <a:pt x="36992" y="20688"/>
                    <a:pt x="37531" y="21697"/>
                    <a:pt x="37918" y="22859"/>
                  </a:cubicBezTo>
                  <a:cubicBezTo>
                    <a:pt x="38305" y="23993"/>
                    <a:pt x="38499" y="25210"/>
                    <a:pt x="38499" y="26510"/>
                  </a:cubicBezTo>
                  <a:cubicBezTo>
                    <a:pt x="38499" y="27505"/>
                    <a:pt x="38402" y="28459"/>
                    <a:pt x="38209" y="29372"/>
                  </a:cubicBezTo>
                  <a:cubicBezTo>
                    <a:pt x="38043" y="30285"/>
                    <a:pt x="37725" y="31226"/>
                    <a:pt x="37254" y="32194"/>
                  </a:cubicBezTo>
                  <a:cubicBezTo>
                    <a:pt x="36757" y="33134"/>
                    <a:pt x="36134" y="33950"/>
                    <a:pt x="35388" y="34641"/>
                  </a:cubicBezTo>
                  <a:cubicBezTo>
                    <a:pt x="34641" y="35305"/>
                    <a:pt x="33659" y="35858"/>
                    <a:pt x="32442" y="36300"/>
                  </a:cubicBezTo>
                  <a:cubicBezTo>
                    <a:pt x="31225" y="36743"/>
                    <a:pt x="29842" y="36964"/>
                    <a:pt x="28293" y="36964"/>
                  </a:cubicBezTo>
                  <a:cubicBezTo>
                    <a:pt x="26357" y="36964"/>
                    <a:pt x="24076" y="36591"/>
                    <a:pt x="21448" y="35844"/>
                  </a:cubicBezTo>
                  <a:cubicBezTo>
                    <a:pt x="18821" y="35070"/>
                    <a:pt x="15156" y="33797"/>
                    <a:pt x="10454" y="32027"/>
                  </a:cubicBezTo>
                  <a:cubicBezTo>
                    <a:pt x="7965" y="31059"/>
                    <a:pt x="6029" y="30575"/>
                    <a:pt x="4646" y="30575"/>
                  </a:cubicBezTo>
                  <a:cubicBezTo>
                    <a:pt x="4010" y="30575"/>
                    <a:pt x="3485" y="30645"/>
                    <a:pt x="3070" y="30783"/>
                  </a:cubicBezTo>
                  <a:cubicBezTo>
                    <a:pt x="2655" y="30921"/>
                    <a:pt x="2378" y="31128"/>
                    <a:pt x="2240" y="31405"/>
                  </a:cubicBezTo>
                  <a:cubicBezTo>
                    <a:pt x="2074" y="31654"/>
                    <a:pt x="1977" y="31861"/>
                    <a:pt x="1950" y="32027"/>
                  </a:cubicBezTo>
                  <a:cubicBezTo>
                    <a:pt x="1894" y="32194"/>
                    <a:pt x="1867" y="32415"/>
                    <a:pt x="1867" y="32691"/>
                  </a:cubicBezTo>
                  <a:cubicBezTo>
                    <a:pt x="1867" y="34406"/>
                    <a:pt x="2738" y="36010"/>
                    <a:pt x="4480" y="37504"/>
                  </a:cubicBezTo>
                  <a:cubicBezTo>
                    <a:pt x="6223" y="38998"/>
                    <a:pt x="8864" y="40256"/>
                    <a:pt x="12404" y="41279"/>
                  </a:cubicBezTo>
                  <a:cubicBezTo>
                    <a:pt x="13096" y="41500"/>
                    <a:pt x="13524" y="41680"/>
                    <a:pt x="13690" y="41818"/>
                  </a:cubicBezTo>
                  <a:cubicBezTo>
                    <a:pt x="13856" y="41956"/>
                    <a:pt x="13939" y="42233"/>
                    <a:pt x="13939" y="42648"/>
                  </a:cubicBezTo>
                  <a:cubicBezTo>
                    <a:pt x="13912" y="43340"/>
                    <a:pt x="13621" y="43685"/>
                    <a:pt x="13068" y="43685"/>
                  </a:cubicBezTo>
                  <a:cubicBezTo>
                    <a:pt x="12847" y="43685"/>
                    <a:pt x="12308" y="43560"/>
                    <a:pt x="11450" y="43311"/>
                  </a:cubicBezTo>
                  <a:cubicBezTo>
                    <a:pt x="10565" y="43063"/>
                    <a:pt x="9473" y="42648"/>
                    <a:pt x="8173" y="42067"/>
                  </a:cubicBezTo>
                  <a:cubicBezTo>
                    <a:pt x="6845" y="41459"/>
                    <a:pt x="5587" y="40740"/>
                    <a:pt x="4397" y="39910"/>
                  </a:cubicBezTo>
                  <a:cubicBezTo>
                    <a:pt x="3181" y="39080"/>
                    <a:pt x="2143" y="38015"/>
                    <a:pt x="1286" y="36715"/>
                  </a:cubicBezTo>
                  <a:cubicBezTo>
                    <a:pt x="429" y="35388"/>
                    <a:pt x="0" y="33963"/>
                    <a:pt x="0" y="32442"/>
                  </a:cubicBezTo>
                  <a:cubicBezTo>
                    <a:pt x="0" y="30368"/>
                    <a:pt x="678" y="28695"/>
                    <a:pt x="2033" y="27423"/>
                  </a:cubicBezTo>
                  <a:cubicBezTo>
                    <a:pt x="3360" y="26123"/>
                    <a:pt x="5006" y="25473"/>
                    <a:pt x="6970" y="25473"/>
                  </a:cubicBezTo>
                  <a:cubicBezTo>
                    <a:pt x="8187" y="25473"/>
                    <a:pt x="9970" y="25957"/>
                    <a:pt x="12321" y="26925"/>
                  </a:cubicBezTo>
                  <a:cubicBezTo>
                    <a:pt x="20480" y="29995"/>
                    <a:pt x="26261" y="31529"/>
                    <a:pt x="29663" y="31529"/>
                  </a:cubicBezTo>
                  <a:cubicBezTo>
                    <a:pt x="34281" y="31529"/>
                    <a:pt x="36591" y="29773"/>
                    <a:pt x="36591" y="26261"/>
                  </a:cubicBezTo>
                  <a:cubicBezTo>
                    <a:pt x="36591" y="25100"/>
                    <a:pt x="36356" y="23979"/>
                    <a:pt x="35885" y="22901"/>
                  </a:cubicBezTo>
                  <a:cubicBezTo>
                    <a:pt x="35415" y="21795"/>
                    <a:pt x="34848" y="20882"/>
                    <a:pt x="34185" y="20163"/>
                  </a:cubicBezTo>
                  <a:cubicBezTo>
                    <a:pt x="33521" y="19443"/>
                    <a:pt x="32829" y="18808"/>
                    <a:pt x="32110" y="18254"/>
                  </a:cubicBezTo>
                  <a:cubicBezTo>
                    <a:pt x="31391" y="17673"/>
                    <a:pt x="30796" y="17259"/>
                    <a:pt x="30326" y="17010"/>
                  </a:cubicBezTo>
                  <a:cubicBezTo>
                    <a:pt x="29856" y="16733"/>
                    <a:pt x="29566" y="16580"/>
                    <a:pt x="29455" y="16553"/>
                  </a:cubicBezTo>
                  <a:lnTo>
                    <a:pt x="3900" y="10206"/>
                  </a:lnTo>
                  <a:cubicBezTo>
                    <a:pt x="3236" y="10040"/>
                    <a:pt x="2683" y="9805"/>
                    <a:pt x="2240" y="9501"/>
                  </a:cubicBezTo>
                  <a:cubicBezTo>
                    <a:pt x="1770" y="9169"/>
                    <a:pt x="1452" y="8809"/>
                    <a:pt x="1286" y="8422"/>
                  </a:cubicBezTo>
                  <a:cubicBezTo>
                    <a:pt x="1120" y="8035"/>
                    <a:pt x="1023" y="7730"/>
                    <a:pt x="996" y="7509"/>
                  </a:cubicBezTo>
                  <a:cubicBezTo>
                    <a:pt x="940" y="7288"/>
                    <a:pt x="913" y="7080"/>
                    <a:pt x="913" y="6886"/>
                  </a:cubicBezTo>
                  <a:cubicBezTo>
                    <a:pt x="913" y="6195"/>
                    <a:pt x="1120" y="5615"/>
                    <a:pt x="1535" y="5144"/>
                  </a:cubicBezTo>
                  <a:cubicBezTo>
                    <a:pt x="1950" y="4647"/>
                    <a:pt x="2517" y="4398"/>
                    <a:pt x="3236" y="4398"/>
                  </a:cubicBezTo>
                  <a:cubicBezTo>
                    <a:pt x="3374" y="4398"/>
                    <a:pt x="3775" y="4481"/>
                    <a:pt x="4439" y="4647"/>
                  </a:cubicBezTo>
                  <a:cubicBezTo>
                    <a:pt x="5075" y="4785"/>
                    <a:pt x="5863" y="4965"/>
                    <a:pt x="6804" y="5186"/>
                  </a:cubicBezTo>
                  <a:cubicBezTo>
                    <a:pt x="7716" y="5407"/>
                    <a:pt x="8422" y="5573"/>
                    <a:pt x="8919" y="5684"/>
                  </a:cubicBezTo>
                  <a:cubicBezTo>
                    <a:pt x="12404" y="6569"/>
                    <a:pt x="14327" y="7053"/>
                    <a:pt x="14686" y="7136"/>
                  </a:cubicBezTo>
                  <a:lnTo>
                    <a:pt x="23854" y="9501"/>
                  </a:lnTo>
                  <a:cubicBezTo>
                    <a:pt x="24214" y="9583"/>
                    <a:pt x="24975" y="9763"/>
                    <a:pt x="26136" y="10040"/>
                  </a:cubicBezTo>
                  <a:cubicBezTo>
                    <a:pt x="27298" y="10289"/>
                    <a:pt x="28183" y="10482"/>
                    <a:pt x="28791" y="10620"/>
                  </a:cubicBezTo>
                  <a:cubicBezTo>
                    <a:pt x="29372" y="10759"/>
                    <a:pt x="30064" y="10897"/>
                    <a:pt x="30866" y="11036"/>
                  </a:cubicBezTo>
                  <a:cubicBezTo>
                    <a:pt x="31640" y="11146"/>
                    <a:pt x="32248" y="11201"/>
                    <a:pt x="32691" y="11201"/>
                  </a:cubicBezTo>
                  <a:cubicBezTo>
                    <a:pt x="34074" y="11201"/>
                    <a:pt x="35070" y="10994"/>
                    <a:pt x="35678" y="10579"/>
                  </a:cubicBezTo>
                  <a:cubicBezTo>
                    <a:pt x="36287" y="10164"/>
                    <a:pt x="36591" y="9501"/>
                    <a:pt x="36591" y="8588"/>
                  </a:cubicBezTo>
                  <a:cubicBezTo>
                    <a:pt x="36591" y="7730"/>
                    <a:pt x="36300" y="6970"/>
                    <a:pt x="35719" y="6306"/>
                  </a:cubicBezTo>
                  <a:cubicBezTo>
                    <a:pt x="35111" y="5615"/>
                    <a:pt x="34226" y="5005"/>
                    <a:pt x="33064" y="4480"/>
                  </a:cubicBezTo>
                  <a:cubicBezTo>
                    <a:pt x="31875" y="3955"/>
                    <a:pt x="30796" y="3540"/>
                    <a:pt x="29828" y="3236"/>
                  </a:cubicBezTo>
                  <a:cubicBezTo>
                    <a:pt x="28860" y="2932"/>
                    <a:pt x="27616" y="2586"/>
                    <a:pt x="26095" y="2199"/>
                  </a:cubicBezTo>
                  <a:cubicBezTo>
                    <a:pt x="25431" y="2061"/>
                    <a:pt x="25016" y="1936"/>
                    <a:pt x="24850" y="1825"/>
                  </a:cubicBezTo>
                  <a:cubicBezTo>
                    <a:pt x="24656" y="1687"/>
                    <a:pt x="24560" y="1424"/>
                    <a:pt x="24560" y="1037"/>
                  </a:cubicBezTo>
                  <a:cubicBezTo>
                    <a:pt x="24560" y="345"/>
                    <a:pt x="24836" y="0"/>
                    <a:pt x="25389" y="0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36" name="Freeform 1035">
            <a:extLst>
              <a:ext uri="{FF2B5EF4-FFF2-40B4-BE49-F238E27FC236}">
                <a16:creationId xmlns:a16="http://schemas.microsoft.com/office/drawing/2014/main" id="{E873C6E9-7CD9-F8FD-8294-751B6E6F8D64}"/>
              </a:ext>
            </a:extLst>
          </p:cNvPr>
          <p:cNvSpPr/>
          <p:nvPr/>
        </p:nvSpPr>
        <p:spPr>
          <a:xfrm>
            <a:off x="680734" y="4251534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7" name="Freeform 1036">
            <a:extLst>
              <a:ext uri="{FF2B5EF4-FFF2-40B4-BE49-F238E27FC236}">
                <a16:creationId xmlns:a16="http://schemas.microsoft.com/office/drawing/2014/main" id="{184B8C24-6E08-3A5E-67F1-DC7E181C4473}"/>
              </a:ext>
            </a:extLst>
          </p:cNvPr>
          <p:cNvSpPr/>
          <p:nvPr/>
        </p:nvSpPr>
        <p:spPr>
          <a:xfrm>
            <a:off x="740515" y="4216690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8" name="Freeform 1037">
            <a:extLst>
              <a:ext uri="{FF2B5EF4-FFF2-40B4-BE49-F238E27FC236}">
                <a16:creationId xmlns:a16="http://schemas.microsoft.com/office/drawing/2014/main" id="{BBDFFE82-92C8-D96E-B4E0-F0BA0607F51A}"/>
              </a:ext>
            </a:extLst>
          </p:cNvPr>
          <p:cNvSpPr/>
          <p:nvPr/>
        </p:nvSpPr>
        <p:spPr>
          <a:xfrm>
            <a:off x="800296" y="4231531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9" name="Freeform 1038">
            <a:extLst>
              <a:ext uri="{FF2B5EF4-FFF2-40B4-BE49-F238E27FC236}">
                <a16:creationId xmlns:a16="http://schemas.microsoft.com/office/drawing/2014/main" id="{93FDD58E-FB7B-049B-7144-E52653941098}"/>
              </a:ext>
            </a:extLst>
          </p:cNvPr>
          <p:cNvSpPr/>
          <p:nvPr/>
        </p:nvSpPr>
        <p:spPr>
          <a:xfrm>
            <a:off x="860077" y="4253213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0" name="Freeform 1039">
            <a:extLst>
              <a:ext uri="{FF2B5EF4-FFF2-40B4-BE49-F238E27FC236}">
                <a16:creationId xmlns:a16="http://schemas.microsoft.com/office/drawing/2014/main" id="{E76C72BF-B93C-2B4B-4313-8437EBB2807A}"/>
              </a:ext>
            </a:extLst>
          </p:cNvPr>
          <p:cNvSpPr/>
          <p:nvPr/>
        </p:nvSpPr>
        <p:spPr>
          <a:xfrm>
            <a:off x="919858" y="4168373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1" name="Freeform 1040">
            <a:extLst>
              <a:ext uri="{FF2B5EF4-FFF2-40B4-BE49-F238E27FC236}">
                <a16:creationId xmlns:a16="http://schemas.microsoft.com/office/drawing/2014/main" id="{06A82B06-5E77-959A-A660-53809995F3C2}"/>
              </a:ext>
            </a:extLst>
          </p:cNvPr>
          <p:cNvSpPr/>
          <p:nvPr/>
        </p:nvSpPr>
        <p:spPr>
          <a:xfrm>
            <a:off x="979640" y="4178724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2" name="Freeform 1041">
            <a:extLst>
              <a:ext uri="{FF2B5EF4-FFF2-40B4-BE49-F238E27FC236}">
                <a16:creationId xmlns:a16="http://schemas.microsoft.com/office/drawing/2014/main" id="{EFBCCCF8-F08F-7D06-19B5-A9FEB12AB782}"/>
              </a:ext>
            </a:extLst>
          </p:cNvPr>
          <p:cNvSpPr/>
          <p:nvPr/>
        </p:nvSpPr>
        <p:spPr>
          <a:xfrm>
            <a:off x="1039421" y="4200455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3" name="Freeform 1042">
            <a:extLst>
              <a:ext uri="{FF2B5EF4-FFF2-40B4-BE49-F238E27FC236}">
                <a16:creationId xmlns:a16="http://schemas.microsoft.com/office/drawing/2014/main" id="{C7998225-3A9C-5474-36F2-B3FE637D9E43}"/>
              </a:ext>
            </a:extLst>
          </p:cNvPr>
          <p:cNvSpPr/>
          <p:nvPr/>
        </p:nvSpPr>
        <p:spPr>
          <a:xfrm>
            <a:off x="1099202" y="4103492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4" name="Freeform 1043">
            <a:extLst>
              <a:ext uri="{FF2B5EF4-FFF2-40B4-BE49-F238E27FC236}">
                <a16:creationId xmlns:a16="http://schemas.microsoft.com/office/drawing/2014/main" id="{DC0FAF46-5CE9-0D7F-2AB2-B2450030FBD3}"/>
              </a:ext>
            </a:extLst>
          </p:cNvPr>
          <p:cNvSpPr/>
          <p:nvPr/>
        </p:nvSpPr>
        <p:spPr>
          <a:xfrm>
            <a:off x="1158983" y="4061611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5" name="Freeform 1044">
            <a:extLst>
              <a:ext uri="{FF2B5EF4-FFF2-40B4-BE49-F238E27FC236}">
                <a16:creationId xmlns:a16="http://schemas.microsoft.com/office/drawing/2014/main" id="{66FF1112-C768-E145-2296-4BBB53A41914}"/>
              </a:ext>
            </a:extLst>
          </p:cNvPr>
          <p:cNvSpPr/>
          <p:nvPr/>
        </p:nvSpPr>
        <p:spPr>
          <a:xfrm>
            <a:off x="1218764" y="4270155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6" name="Freeform 1045">
            <a:extLst>
              <a:ext uri="{FF2B5EF4-FFF2-40B4-BE49-F238E27FC236}">
                <a16:creationId xmlns:a16="http://schemas.microsoft.com/office/drawing/2014/main" id="{AFB1D9C8-45D8-989B-3894-7125BA52A0B2}"/>
              </a:ext>
            </a:extLst>
          </p:cNvPr>
          <p:cNvSpPr/>
          <p:nvPr/>
        </p:nvSpPr>
        <p:spPr>
          <a:xfrm>
            <a:off x="1278546" y="4164198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7" name="Freeform 1046">
            <a:extLst>
              <a:ext uri="{FF2B5EF4-FFF2-40B4-BE49-F238E27FC236}">
                <a16:creationId xmlns:a16="http://schemas.microsoft.com/office/drawing/2014/main" id="{9FCE67BF-AD0B-1827-EB82-D197D30983ED}"/>
              </a:ext>
            </a:extLst>
          </p:cNvPr>
          <p:cNvSpPr/>
          <p:nvPr/>
        </p:nvSpPr>
        <p:spPr>
          <a:xfrm>
            <a:off x="1338324" y="4190278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8" name="Freeform 1047">
            <a:extLst>
              <a:ext uri="{FF2B5EF4-FFF2-40B4-BE49-F238E27FC236}">
                <a16:creationId xmlns:a16="http://schemas.microsoft.com/office/drawing/2014/main" id="{29BC3DB4-CCE8-2BDE-607F-69920E55CA0D}"/>
              </a:ext>
            </a:extLst>
          </p:cNvPr>
          <p:cNvSpPr/>
          <p:nvPr/>
        </p:nvSpPr>
        <p:spPr>
          <a:xfrm>
            <a:off x="1398111" y="4242674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9" name="Freeform 1048">
            <a:extLst>
              <a:ext uri="{FF2B5EF4-FFF2-40B4-BE49-F238E27FC236}">
                <a16:creationId xmlns:a16="http://schemas.microsoft.com/office/drawing/2014/main" id="{AD191B61-312F-C358-008F-2080C04CE25E}"/>
              </a:ext>
            </a:extLst>
          </p:cNvPr>
          <p:cNvSpPr/>
          <p:nvPr/>
        </p:nvSpPr>
        <p:spPr>
          <a:xfrm>
            <a:off x="1457890" y="4249215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50" name="Freeform 1049">
            <a:extLst>
              <a:ext uri="{FF2B5EF4-FFF2-40B4-BE49-F238E27FC236}">
                <a16:creationId xmlns:a16="http://schemas.microsoft.com/office/drawing/2014/main" id="{44D912E0-19AD-D3CE-5552-25F209D33A6E}"/>
              </a:ext>
            </a:extLst>
          </p:cNvPr>
          <p:cNvSpPr/>
          <p:nvPr/>
        </p:nvSpPr>
        <p:spPr>
          <a:xfrm>
            <a:off x="1517668" y="4210609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51" name="Freeform 1050">
            <a:extLst>
              <a:ext uri="{FF2B5EF4-FFF2-40B4-BE49-F238E27FC236}">
                <a16:creationId xmlns:a16="http://schemas.microsoft.com/office/drawing/2014/main" id="{F68E9219-3A26-20C5-42A4-E9A565ED400D}"/>
              </a:ext>
            </a:extLst>
          </p:cNvPr>
          <p:cNvSpPr/>
          <p:nvPr/>
        </p:nvSpPr>
        <p:spPr>
          <a:xfrm>
            <a:off x="1577446" y="4145871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52" name="Freeform 1051">
            <a:extLst>
              <a:ext uri="{FF2B5EF4-FFF2-40B4-BE49-F238E27FC236}">
                <a16:creationId xmlns:a16="http://schemas.microsoft.com/office/drawing/2014/main" id="{FCF229AB-BA6C-F6EF-F045-1698A3709C97}"/>
              </a:ext>
            </a:extLst>
          </p:cNvPr>
          <p:cNvSpPr/>
          <p:nvPr/>
        </p:nvSpPr>
        <p:spPr>
          <a:xfrm>
            <a:off x="1637233" y="4286025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53" name="Freeform 1052">
            <a:extLst>
              <a:ext uri="{FF2B5EF4-FFF2-40B4-BE49-F238E27FC236}">
                <a16:creationId xmlns:a16="http://schemas.microsoft.com/office/drawing/2014/main" id="{C903DB8A-C5D1-F97D-8543-0A483913CEB8}"/>
              </a:ext>
            </a:extLst>
          </p:cNvPr>
          <p:cNvSpPr/>
          <p:nvPr/>
        </p:nvSpPr>
        <p:spPr>
          <a:xfrm>
            <a:off x="1697012" y="4062110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54" name="Freeform 1053">
            <a:extLst>
              <a:ext uri="{FF2B5EF4-FFF2-40B4-BE49-F238E27FC236}">
                <a16:creationId xmlns:a16="http://schemas.microsoft.com/office/drawing/2014/main" id="{B0DBD345-27A2-2798-687E-04D549C38361}"/>
              </a:ext>
            </a:extLst>
          </p:cNvPr>
          <p:cNvSpPr/>
          <p:nvPr/>
        </p:nvSpPr>
        <p:spPr>
          <a:xfrm>
            <a:off x="1756790" y="4059599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55" name="Freeform 1054">
            <a:extLst>
              <a:ext uri="{FF2B5EF4-FFF2-40B4-BE49-F238E27FC236}">
                <a16:creationId xmlns:a16="http://schemas.microsoft.com/office/drawing/2014/main" id="{3A94A2F4-933C-EB0C-824F-B48A228C629D}"/>
              </a:ext>
            </a:extLst>
          </p:cNvPr>
          <p:cNvSpPr/>
          <p:nvPr/>
        </p:nvSpPr>
        <p:spPr>
          <a:xfrm>
            <a:off x="1816577" y="4279363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56" name="Freeform 1055">
            <a:extLst>
              <a:ext uri="{FF2B5EF4-FFF2-40B4-BE49-F238E27FC236}">
                <a16:creationId xmlns:a16="http://schemas.microsoft.com/office/drawing/2014/main" id="{0B30E698-AF18-6B3E-DF70-5C35C07280CE}"/>
              </a:ext>
            </a:extLst>
          </p:cNvPr>
          <p:cNvSpPr/>
          <p:nvPr/>
        </p:nvSpPr>
        <p:spPr>
          <a:xfrm>
            <a:off x="1876356" y="4142969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57" name="Freeform 1056">
            <a:extLst>
              <a:ext uri="{FF2B5EF4-FFF2-40B4-BE49-F238E27FC236}">
                <a16:creationId xmlns:a16="http://schemas.microsoft.com/office/drawing/2014/main" id="{D7C3A92F-865B-10FB-8C62-4ACBF563130A}"/>
              </a:ext>
            </a:extLst>
          </p:cNvPr>
          <p:cNvSpPr/>
          <p:nvPr/>
        </p:nvSpPr>
        <p:spPr>
          <a:xfrm>
            <a:off x="1936134" y="4095357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58" name="Freeform 1057">
            <a:extLst>
              <a:ext uri="{FF2B5EF4-FFF2-40B4-BE49-F238E27FC236}">
                <a16:creationId xmlns:a16="http://schemas.microsoft.com/office/drawing/2014/main" id="{0F36CEF2-09BC-A09C-87D3-3F456E45F314}"/>
              </a:ext>
            </a:extLst>
          </p:cNvPr>
          <p:cNvSpPr/>
          <p:nvPr/>
        </p:nvSpPr>
        <p:spPr>
          <a:xfrm>
            <a:off x="1995921" y="4137092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59" name="Freeform 1058">
            <a:extLst>
              <a:ext uri="{FF2B5EF4-FFF2-40B4-BE49-F238E27FC236}">
                <a16:creationId xmlns:a16="http://schemas.microsoft.com/office/drawing/2014/main" id="{17F9C2D3-81E8-28FB-0DDF-462F2B92351C}"/>
              </a:ext>
            </a:extLst>
          </p:cNvPr>
          <p:cNvSpPr/>
          <p:nvPr/>
        </p:nvSpPr>
        <p:spPr>
          <a:xfrm>
            <a:off x="2055699" y="4101314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60" name="Freeform 1059">
            <a:extLst>
              <a:ext uri="{FF2B5EF4-FFF2-40B4-BE49-F238E27FC236}">
                <a16:creationId xmlns:a16="http://schemas.microsoft.com/office/drawing/2014/main" id="{C667D004-0665-3F80-0C93-95C0F92A9499}"/>
              </a:ext>
            </a:extLst>
          </p:cNvPr>
          <p:cNvSpPr/>
          <p:nvPr/>
        </p:nvSpPr>
        <p:spPr>
          <a:xfrm>
            <a:off x="2115478" y="4122498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61" name="Freeform 1060">
            <a:extLst>
              <a:ext uri="{FF2B5EF4-FFF2-40B4-BE49-F238E27FC236}">
                <a16:creationId xmlns:a16="http://schemas.microsoft.com/office/drawing/2014/main" id="{56D7E31C-9625-7B43-8803-41FE322F92DC}"/>
              </a:ext>
            </a:extLst>
          </p:cNvPr>
          <p:cNvSpPr/>
          <p:nvPr/>
        </p:nvSpPr>
        <p:spPr>
          <a:xfrm>
            <a:off x="2175265" y="4204765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62" name="Freeform 1061">
            <a:extLst>
              <a:ext uri="{FF2B5EF4-FFF2-40B4-BE49-F238E27FC236}">
                <a16:creationId xmlns:a16="http://schemas.microsoft.com/office/drawing/2014/main" id="{CB73D2EF-C67B-4569-D837-47E3DE961FDE}"/>
              </a:ext>
            </a:extLst>
          </p:cNvPr>
          <p:cNvSpPr/>
          <p:nvPr/>
        </p:nvSpPr>
        <p:spPr>
          <a:xfrm>
            <a:off x="2235043" y="4285272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63" name="Freeform 1062">
            <a:extLst>
              <a:ext uri="{FF2B5EF4-FFF2-40B4-BE49-F238E27FC236}">
                <a16:creationId xmlns:a16="http://schemas.microsoft.com/office/drawing/2014/main" id="{188D7B61-046A-41B1-07B1-F9AE17423CD4}"/>
              </a:ext>
            </a:extLst>
          </p:cNvPr>
          <p:cNvSpPr/>
          <p:nvPr/>
        </p:nvSpPr>
        <p:spPr>
          <a:xfrm>
            <a:off x="2294822" y="4273707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64" name="Freeform 1063">
            <a:extLst>
              <a:ext uri="{FF2B5EF4-FFF2-40B4-BE49-F238E27FC236}">
                <a16:creationId xmlns:a16="http://schemas.microsoft.com/office/drawing/2014/main" id="{AA294C40-9A81-1A61-0C32-7FE648B23B13}"/>
              </a:ext>
            </a:extLst>
          </p:cNvPr>
          <p:cNvSpPr/>
          <p:nvPr/>
        </p:nvSpPr>
        <p:spPr>
          <a:xfrm>
            <a:off x="2354609" y="4136199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65" name="Freeform 1064">
            <a:extLst>
              <a:ext uri="{FF2B5EF4-FFF2-40B4-BE49-F238E27FC236}">
                <a16:creationId xmlns:a16="http://schemas.microsoft.com/office/drawing/2014/main" id="{97B355AD-543A-6A98-B196-56EAD3F69489}"/>
              </a:ext>
            </a:extLst>
          </p:cNvPr>
          <p:cNvSpPr/>
          <p:nvPr/>
        </p:nvSpPr>
        <p:spPr>
          <a:xfrm>
            <a:off x="2414387" y="4176597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1233" name="Group 1232">
            <a:extLst>
              <a:ext uri="{FF2B5EF4-FFF2-40B4-BE49-F238E27FC236}">
                <a16:creationId xmlns:a16="http://schemas.microsoft.com/office/drawing/2014/main" id="{C0B4DB4F-681C-0450-BA72-0FEB0AFD3A38}"/>
              </a:ext>
            </a:extLst>
          </p:cNvPr>
          <p:cNvGrpSpPr/>
          <p:nvPr/>
        </p:nvGrpSpPr>
        <p:grpSpPr>
          <a:xfrm>
            <a:off x="5304922" y="3716901"/>
            <a:ext cx="2070773" cy="1344478"/>
            <a:chOff x="5304922" y="3716901"/>
            <a:chExt cx="2070773" cy="1344478"/>
          </a:xfrm>
        </p:grpSpPr>
        <p:sp>
          <p:nvSpPr>
            <p:cNvPr id="1152" name="Freeform 1151">
              <a:extLst>
                <a:ext uri="{FF2B5EF4-FFF2-40B4-BE49-F238E27FC236}">
                  <a16:creationId xmlns:a16="http://schemas.microsoft.com/office/drawing/2014/main" id="{387C0330-2166-6132-52DC-E5EDB5F7A2C7}"/>
                </a:ext>
              </a:extLst>
            </p:cNvPr>
            <p:cNvSpPr/>
            <p:nvPr/>
          </p:nvSpPr>
          <p:spPr>
            <a:xfrm>
              <a:off x="5538021" y="3716901"/>
              <a:ext cx="1837674" cy="1176451"/>
            </a:xfrm>
            <a:custGeom>
              <a:avLst/>
              <a:gdLst>
                <a:gd name="connsiteX0" fmla="*/ 0 w 1837674"/>
                <a:gd name="connsiteY0" fmla="*/ 1176452 h 1176451"/>
                <a:gd name="connsiteX1" fmla="*/ 1837675 w 1837674"/>
                <a:gd name="connsiteY1" fmla="*/ 1176452 h 1176451"/>
                <a:gd name="connsiteX2" fmla="*/ 1837675 w 1837674"/>
                <a:gd name="connsiteY2" fmla="*/ 0 h 1176451"/>
                <a:gd name="connsiteX3" fmla="*/ 0 w 1837674"/>
                <a:gd name="connsiteY3" fmla="*/ 0 h 1176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37674" h="1176451">
                  <a:moveTo>
                    <a:pt x="0" y="1176452"/>
                  </a:moveTo>
                  <a:lnTo>
                    <a:pt x="1837675" y="1176452"/>
                  </a:lnTo>
                  <a:lnTo>
                    <a:pt x="1837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3" name="Freeform 1152">
              <a:extLst>
                <a:ext uri="{FF2B5EF4-FFF2-40B4-BE49-F238E27FC236}">
                  <a16:creationId xmlns:a16="http://schemas.microsoft.com/office/drawing/2014/main" id="{F197D9DE-38EB-8D8E-6018-657DFB40FE30}"/>
                </a:ext>
              </a:extLst>
            </p:cNvPr>
            <p:cNvSpPr/>
            <p:nvPr/>
          </p:nvSpPr>
          <p:spPr>
            <a:xfrm>
              <a:off x="5590031" y="3716901"/>
              <a:ext cx="885" cy="1176451"/>
            </a:xfrm>
            <a:custGeom>
              <a:avLst/>
              <a:gdLst>
                <a:gd name="connsiteX0" fmla="*/ 0 w 885"/>
                <a:gd name="connsiteY0" fmla="*/ 1176452 h 1176451"/>
                <a:gd name="connsiteX1" fmla="*/ 0 w 885"/>
                <a:gd name="connsiteY1" fmla="*/ 0 h 1176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176451">
                  <a:moveTo>
                    <a:pt x="0" y="1176452"/>
                  </a:moveTo>
                  <a:lnTo>
                    <a:pt x="0" y="0"/>
                  </a:lnTo>
                </a:path>
              </a:pathLst>
            </a:custGeom>
            <a:noFill/>
            <a:ln w="177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4" name="Freeform 1153">
              <a:extLst>
                <a:ext uri="{FF2B5EF4-FFF2-40B4-BE49-F238E27FC236}">
                  <a16:creationId xmlns:a16="http://schemas.microsoft.com/office/drawing/2014/main" id="{16724840-0E82-910E-4701-55AA9830FBE3}"/>
                </a:ext>
              </a:extLst>
            </p:cNvPr>
            <p:cNvSpPr/>
            <p:nvPr/>
          </p:nvSpPr>
          <p:spPr>
            <a:xfrm>
              <a:off x="6023444" y="3716901"/>
              <a:ext cx="885" cy="1176451"/>
            </a:xfrm>
            <a:custGeom>
              <a:avLst/>
              <a:gdLst>
                <a:gd name="connsiteX0" fmla="*/ 0 w 885"/>
                <a:gd name="connsiteY0" fmla="*/ 1176452 h 1176451"/>
                <a:gd name="connsiteX1" fmla="*/ 0 w 885"/>
                <a:gd name="connsiteY1" fmla="*/ 0 h 1176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176451">
                  <a:moveTo>
                    <a:pt x="0" y="1176452"/>
                  </a:moveTo>
                  <a:lnTo>
                    <a:pt x="0" y="0"/>
                  </a:lnTo>
                </a:path>
              </a:pathLst>
            </a:custGeom>
            <a:noFill/>
            <a:ln w="177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5" name="Freeform 1154">
              <a:extLst>
                <a:ext uri="{FF2B5EF4-FFF2-40B4-BE49-F238E27FC236}">
                  <a16:creationId xmlns:a16="http://schemas.microsoft.com/office/drawing/2014/main" id="{A1562ED3-96CE-832D-4EB4-FF037C103E1A}"/>
                </a:ext>
              </a:extLst>
            </p:cNvPr>
            <p:cNvSpPr/>
            <p:nvPr/>
          </p:nvSpPr>
          <p:spPr>
            <a:xfrm>
              <a:off x="6456854" y="3716901"/>
              <a:ext cx="885" cy="1176451"/>
            </a:xfrm>
            <a:custGeom>
              <a:avLst/>
              <a:gdLst>
                <a:gd name="connsiteX0" fmla="*/ 0 w 885"/>
                <a:gd name="connsiteY0" fmla="*/ 1176452 h 1176451"/>
                <a:gd name="connsiteX1" fmla="*/ 0 w 885"/>
                <a:gd name="connsiteY1" fmla="*/ 0 h 1176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176451">
                  <a:moveTo>
                    <a:pt x="0" y="1176452"/>
                  </a:moveTo>
                  <a:lnTo>
                    <a:pt x="0" y="0"/>
                  </a:lnTo>
                </a:path>
              </a:pathLst>
            </a:custGeom>
            <a:noFill/>
            <a:ln w="177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6" name="Freeform 1155">
              <a:extLst>
                <a:ext uri="{FF2B5EF4-FFF2-40B4-BE49-F238E27FC236}">
                  <a16:creationId xmlns:a16="http://schemas.microsoft.com/office/drawing/2014/main" id="{AB16C2FD-7201-5B8F-F51F-9FB6084E8CA4}"/>
                </a:ext>
              </a:extLst>
            </p:cNvPr>
            <p:cNvSpPr/>
            <p:nvPr/>
          </p:nvSpPr>
          <p:spPr>
            <a:xfrm>
              <a:off x="6890269" y="3716901"/>
              <a:ext cx="885" cy="1176451"/>
            </a:xfrm>
            <a:custGeom>
              <a:avLst/>
              <a:gdLst>
                <a:gd name="connsiteX0" fmla="*/ 0 w 885"/>
                <a:gd name="connsiteY0" fmla="*/ 1176452 h 1176451"/>
                <a:gd name="connsiteX1" fmla="*/ 0 w 885"/>
                <a:gd name="connsiteY1" fmla="*/ 0 h 1176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176451">
                  <a:moveTo>
                    <a:pt x="0" y="1176452"/>
                  </a:moveTo>
                  <a:lnTo>
                    <a:pt x="0" y="0"/>
                  </a:lnTo>
                </a:path>
              </a:pathLst>
            </a:custGeom>
            <a:noFill/>
            <a:ln w="177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7" name="Freeform 1156">
              <a:extLst>
                <a:ext uri="{FF2B5EF4-FFF2-40B4-BE49-F238E27FC236}">
                  <a16:creationId xmlns:a16="http://schemas.microsoft.com/office/drawing/2014/main" id="{D7807A8D-1EDF-5838-045B-E2855618C0FD}"/>
                </a:ext>
              </a:extLst>
            </p:cNvPr>
            <p:cNvSpPr/>
            <p:nvPr/>
          </p:nvSpPr>
          <p:spPr>
            <a:xfrm>
              <a:off x="7323684" y="3716901"/>
              <a:ext cx="885" cy="1176451"/>
            </a:xfrm>
            <a:custGeom>
              <a:avLst/>
              <a:gdLst>
                <a:gd name="connsiteX0" fmla="*/ 0 w 885"/>
                <a:gd name="connsiteY0" fmla="*/ 1176452 h 1176451"/>
                <a:gd name="connsiteX1" fmla="*/ 0 w 885"/>
                <a:gd name="connsiteY1" fmla="*/ 0 h 1176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176451">
                  <a:moveTo>
                    <a:pt x="0" y="1176452"/>
                  </a:moveTo>
                  <a:lnTo>
                    <a:pt x="0" y="0"/>
                  </a:lnTo>
                </a:path>
              </a:pathLst>
            </a:custGeom>
            <a:noFill/>
            <a:ln w="177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8" name="Freeform 1157">
              <a:extLst>
                <a:ext uri="{FF2B5EF4-FFF2-40B4-BE49-F238E27FC236}">
                  <a16:creationId xmlns:a16="http://schemas.microsoft.com/office/drawing/2014/main" id="{1B2F369C-16E6-116D-DF45-3E58F969F294}"/>
                </a:ext>
              </a:extLst>
            </p:cNvPr>
            <p:cNvSpPr/>
            <p:nvPr/>
          </p:nvSpPr>
          <p:spPr>
            <a:xfrm>
              <a:off x="5538021" y="4775709"/>
              <a:ext cx="1837674" cy="885"/>
            </a:xfrm>
            <a:custGeom>
              <a:avLst/>
              <a:gdLst>
                <a:gd name="connsiteX0" fmla="*/ 0 w 1837674"/>
                <a:gd name="connsiteY0" fmla="*/ 0 h 885"/>
                <a:gd name="connsiteX1" fmla="*/ 1837675 w 1837674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37674" h="885">
                  <a:moveTo>
                    <a:pt x="0" y="0"/>
                  </a:moveTo>
                  <a:lnTo>
                    <a:pt x="1837675" y="0"/>
                  </a:lnTo>
                </a:path>
              </a:pathLst>
            </a:custGeom>
            <a:noFill/>
            <a:ln w="177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9" name="Freeform 1158">
              <a:extLst>
                <a:ext uri="{FF2B5EF4-FFF2-40B4-BE49-F238E27FC236}">
                  <a16:creationId xmlns:a16="http://schemas.microsoft.com/office/drawing/2014/main" id="{CCACCA07-F1CE-687B-4023-7BC7E655364E}"/>
                </a:ext>
              </a:extLst>
            </p:cNvPr>
            <p:cNvSpPr/>
            <p:nvPr/>
          </p:nvSpPr>
          <p:spPr>
            <a:xfrm>
              <a:off x="5538021" y="4540417"/>
              <a:ext cx="1837674" cy="885"/>
            </a:xfrm>
            <a:custGeom>
              <a:avLst/>
              <a:gdLst>
                <a:gd name="connsiteX0" fmla="*/ 0 w 1837674"/>
                <a:gd name="connsiteY0" fmla="*/ 0 h 885"/>
                <a:gd name="connsiteX1" fmla="*/ 1837675 w 1837674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37674" h="885">
                  <a:moveTo>
                    <a:pt x="0" y="0"/>
                  </a:moveTo>
                  <a:lnTo>
                    <a:pt x="1837675" y="0"/>
                  </a:lnTo>
                </a:path>
              </a:pathLst>
            </a:custGeom>
            <a:noFill/>
            <a:ln w="177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0" name="Freeform 1159">
              <a:extLst>
                <a:ext uri="{FF2B5EF4-FFF2-40B4-BE49-F238E27FC236}">
                  <a16:creationId xmlns:a16="http://schemas.microsoft.com/office/drawing/2014/main" id="{7EAE7875-4B62-58BA-0961-7E5805A735FB}"/>
                </a:ext>
              </a:extLst>
            </p:cNvPr>
            <p:cNvSpPr/>
            <p:nvPr/>
          </p:nvSpPr>
          <p:spPr>
            <a:xfrm>
              <a:off x="5538021" y="4305127"/>
              <a:ext cx="1837674" cy="885"/>
            </a:xfrm>
            <a:custGeom>
              <a:avLst/>
              <a:gdLst>
                <a:gd name="connsiteX0" fmla="*/ 0 w 1837674"/>
                <a:gd name="connsiteY0" fmla="*/ 0 h 885"/>
                <a:gd name="connsiteX1" fmla="*/ 1837675 w 1837674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37674" h="885">
                  <a:moveTo>
                    <a:pt x="0" y="0"/>
                  </a:moveTo>
                  <a:lnTo>
                    <a:pt x="1837675" y="0"/>
                  </a:lnTo>
                </a:path>
              </a:pathLst>
            </a:custGeom>
            <a:noFill/>
            <a:ln w="177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1" name="Freeform 1160">
              <a:extLst>
                <a:ext uri="{FF2B5EF4-FFF2-40B4-BE49-F238E27FC236}">
                  <a16:creationId xmlns:a16="http://schemas.microsoft.com/office/drawing/2014/main" id="{0CB22E84-526D-E929-ADAF-DF32F726421A}"/>
                </a:ext>
              </a:extLst>
            </p:cNvPr>
            <p:cNvSpPr/>
            <p:nvPr/>
          </p:nvSpPr>
          <p:spPr>
            <a:xfrm>
              <a:off x="5538021" y="4069837"/>
              <a:ext cx="1837674" cy="885"/>
            </a:xfrm>
            <a:custGeom>
              <a:avLst/>
              <a:gdLst>
                <a:gd name="connsiteX0" fmla="*/ 0 w 1837674"/>
                <a:gd name="connsiteY0" fmla="*/ 0 h 885"/>
                <a:gd name="connsiteX1" fmla="*/ 1837675 w 1837674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37674" h="885">
                  <a:moveTo>
                    <a:pt x="0" y="0"/>
                  </a:moveTo>
                  <a:lnTo>
                    <a:pt x="1837675" y="0"/>
                  </a:lnTo>
                </a:path>
              </a:pathLst>
            </a:custGeom>
            <a:noFill/>
            <a:ln w="177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2" name="Freeform 1161">
              <a:extLst>
                <a:ext uri="{FF2B5EF4-FFF2-40B4-BE49-F238E27FC236}">
                  <a16:creationId xmlns:a16="http://schemas.microsoft.com/office/drawing/2014/main" id="{5966FC0A-AF8A-F723-B80D-8CBBBC10C7EE}"/>
                </a:ext>
              </a:extLst>
            </p:cNvPr>
            <p:cNvSpPr/>
            <p:nvPr/>
          </p:nvSpPr>
          <p:spPr>
            <a:xfrm>
              <a:off x="5538021" y="3834547"/>
              <a:ext cx="1837674" cy="885"/>
            </a:xfrm>
            <a:custGeom>
              <a:avLst/>
              <a:gdLst>
                <a:gd name="connsiteX0" fmla="*/ 0 w 1837674"/>
                <a:gd name="connsiteY0" fmla="*/ 0 h 885"/>
                <a:gd name="connsiteX1" fmla="*/ 1837675 w 1837674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37674" h="885">
                  <a:moveTo>
                    <a:pt x="0" y="0"/>
                  </a:moveTo>
                  <a:lnTo>
                    <a:pt x="1837675" y="0"/>
                  </a:lnTo>
                </a:path>
              </a:pathLst>
            </a:custGeom>
            <a:noFill/>
            <a:ln w="177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3" name="Freeform 1162">
              <a:extLst>
                <a:ext uri="{FF2B5EF4-FFF2-40B4-BE49-F238E27FC236}">
                  <a16:creationId xmlns:a16="http://schemas.microsoft.com/office/drawing/2014/main" id="{8D3BE9E8-8B7D-0C5A-233A-0947109A72FB}"/>
                </a:ext>
              </a:extLst>
            </p:cNvPr>
            <p:cNvSpPr/>
            <p:nvPr/>
          </p:nvSpPr>
          <p:spPr>
            <a:xfrm>
              <a:off x="5538021" y="4893353"/>
              <a:ext cx="1837674" cy="885"/>
            </a:xfrm>
            <a:custGeom>
              <a:avLst/>
              <a:gdLst>
                <a:gd name="connsiteX0" fmla="*/ 0 w 1837674"/>
                <a:gd name="connsiteY0" fmla="*/ 0 h 885"/>
                <a:gd name="connsiteX1" fmla="*/ 1837675 w 1837674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37674" h="885">
                  <a:moveTo>
                    <a:pt x="0" y="0"/>
                  </a:moveTo>
                  <a:lnTo>
                    <a:pt x="1837675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4" name="Freeform 1163">
              <a:extLst>
                <a:ext uri="{FF2B5EF4-FFF2-40B4-BE49-F238E27FC236}">
                  <a16:creationId xmlns:a16="http://schemas.microsoft.com/office/drawing/2014/main" id="{FA2BB6BB-B4EB-9D9F-936C-D5C92E8B10CB}"/>
                </a:ext>
              </a:extLst>
            </p:cNvPr>
            <p:cNvSpPr/>
            <p:nvPr/>
          </p:nvSpPr>
          <p:spPr>
            <a:xfrm>
              <a:off x="5590031" y="4876615"/>
              <a:ext cx="885" cy="16737"/>
            </a:xfrm>
            <a:custGeom>
              <a:avLst/>
              <a:gdLst>
                <a:gd name="connsiteX0" fmla="*/ 0 w 885"/>
                <a:gd name="connsiteY0" fmla="*/ 16738 h 16737"/>
                <a:gd name="connsiteX1" fmla="*/ 0 w 885"/>
                <a:gd name="connsiteY1" fmla="*/ 0 h 16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6737">
                  <a:moveTo>
                    <a:pt x="0" y="16738"/>
                  </a:moveTo>
                  <a:lnTo>
                    <a:pt x="0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5" name="Freeform 1164">
              <a:extLst>
                <a:ext uri="{FF2B5EF4-FFF2-40B4-BE49-F238E27FC236}">
                  <a16:creationId xmlns:a16="http://schemas.microsoft.com/office/drawing/2014/main" id="{572AEC71-C40B-B7F3-A880-4B3998043CE8}"/>
                </a:ext>
              </a:extLst>
            </p:cNvPr>
            <p:cNvSpPr/>
            <p:nvPr/>
          </p:nvSpPr>
          <p:spPr>
            <a:xfrm>
              <a:off x="6023444" y="4876615"/>
              <a:ext cx="885" cy="16737"/>
            </a:xfrm>
            <a:custGeom>
              <a:avLst/>
              <a:gdLst>
                <a:gd name="connsiteX0" fmla="*/ 0 w 885"/>
                <a:gd name="connsiteY0" fmla="*/ 16738 h 16737"/>
                <a:gd name="connsiteX1" fmla="*/ 0 w 885"/>
                <a:gd name="connsiteY1" fmla="*/ 0 h 16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6737">
                  <a:moveTo>
                    <a:pt x="0" y="16738"/>
                  </a:moveTo>
                  <a:lnTo>
                    <a:pt x="0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6" name="Freeform 1165">
              <a:extLst>
                <a:ext uri="{FF2B5EF4-FFF2-40B4-BE49-F238E27FC236}">
                  <a16:creationId xmlns:a16="http://schemas.microsoft.com/office/drawing/2014/main" id="{45BCB6BE-4812-4668-9047-05FBE65498B0}"/>
                </a:ext>
              </a:extLst>
            </p:cNvPr>
            <p:cNvSpPr/>
            <p:nvPr/>
          </p:nvSpPr>
          <p:spPr>
            <a:xfrm>
              <a:off x="6456854" y="4876615"/>
              <a:ext cx="885" cy="16737"/>
            </a:xfrm>
            <a:custGeom>
              <a:avLst/>
              <a:gdLst>
                <a:gd name="connsiteX0" fmla="*/ 0 w 885"/>
                <a:gd name="connsiteY0" fmla="*/ 16738 h 16737"/>
                <a:gd name="connsiteX1" fmla="*/ 0 w 885"/>
                <a:gd name="connsiteY1" fmla="*/ 0 h 16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6737">
                  <a:moveTo>
                    <a:pt x="0" y="16738"/>
                  </a:moveTo>
                  <a:lnTo>
                    <a:pt x="0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7" name="Freeform 1166">
              <a:extLst>
                <a:ext uri="{FF2B5EF4-FFF2-40B4-BE49-F238E27FC236}">
                  <a16:creationId xmlns:a16="http://schemas.microsoft.com/office/drawing/2014/main" id="{C20892A7-743F-5225-2CCD-DB863541D051}"/>
                </a:ext>
              </a:extLst>
            </p:cNvPr>
            <p:cNvSpPr/>
            <p:nvPr/>
          </p:nvSpPr>
          <p:spPr>
            <a:xfrm>
              <a:off x="6890269" y="4876615"/>
              <a:ext cx="885" cy="16737"/>
            </a:xfrm>
            <a:custGeom>
              <a:avLst/>
              <a:gdLst>
                <a:gd name="connsiteX0" fmla="*/ 0 w 885"/>
                <a:gd name="connsiteY0" fmla="*/ 16738 h 16737"/>
                <a:gd name="connsiteX1" fmla="*/ 0 w 885"/>
                <a:gd name="connsiteY1" fmla="*/ 0 h 16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6737">
                  <a:moveTo>
                    <a:pt x="0" y="16738"/>
                  </a:moveTo>
                  <a:lnTo>
                    <a:pt x="0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8" name="Freeform 1167">
              <a:extLst>
                <a:ext uri="{FF2B5EF4-FFF2-40B4-BE49-F238E27FC236}">
                  <a16:creationId xmlns:a16="http://schemas.microsoft.com/office/drawing/2014/main" id="{74329C58-58A1-C796-AAD6-0EE98284905E}"/>
                </a:ext>
              </a:extLst>
            </p:cNvPr>
            <p:cNvSpPr/>
            <p:nvPr/>
          </p:nvSpPr>
          <p:spPr>
            <a:xfrm>
              <a:off x="7323684" y="4876615"/>
              <a:ext cx="885" cy="16737"/>
            </a:xfrm>
            <a:custGeom>
              <a:avLst/>
              <a:gdLst>
                <a:gd name="connsiteX0" fmla="*/ 0 w 885"/>
                <a:gd name="connsiteY0" fmla="*/ 16738 h 16737"/>
                <a:gd name="connsiteX1" fmla="*/ 0 w 885"/>
                <a:gd name="connsiteY1" fmla="*/ 0 h 16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6737">
                  <a:moveTo>
                    <a:pt x="0" y="16738"/>
                  </a:moveTo>
                  <a:lnTo>
                    <a:pt x="0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9" name="Freeform 1168">
              <a:extLst>
                <a:ext uri="{FF2B5EF4-FFF2-40B4-BE49-F238E27FC236}">
                  <a16:creationId xmlns:a16="http://schemas.microsoft.com/office/drawing/2014/main" id="{F06DF1B0-5E23-3915-0CCA-AB92361D225D}"/>
                </a:ext>
              </a:extLst>
            </p:cNvPr>
            <p:cNvSpPr/>
            <p:nvPr/>
          </p:nvSpPr>
          <p:spPr>
            <a:xfrm>
              <a:off x="5507159" y="4951227"/>
              <a:ext cx="45992" cy="6101"/>
            </a:xfrm>
            <a:custGeom>
              <a:avLst/>
              <a:gdLst>
                <a:gd name="connsiteX0" fmla="*/ 0 w 45992"/>
                <a:gd name="connsiteY0" fmla="*/ 0 h 6101"/>
                <a:gd name="connsiteX1" fmla="*/ 45992 w 45992"/>
                <a:gd name="connsiteY1" fmla="*/ 0 h 6101"/>
                <a:gd name="connsiteX2" fmla="*/ 45992 w 45992"/>
                <a:gd name="connsiteY2" fmla="*/ 6102 h 6101"/>
                <a:gd name="connsiteX3" fmla="*/ 0 w 45992"/>
                <a:gd name="connsiteY3" fmla="*/ 6102 h 6101"/>
                <a:gd name="connsiteX4" fmla="*/ 0 w 45992"/>
                <a:gd name="connsiteY4" fmla="*/ 0 h 6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992" h="6101">
                  <a:moveTo>
                    <a:pt x="0" y="0"/>
                  </a:moveTo>
                  <a:lnTo>
                    <a:pt x="45992" y="0"/>
                  </a:lnTo>
                  <a:lnTo>
                    <a:pt x="45992" y="6102"/>
                  </a:lnTo>
                  <a:lnTo>
                    <a:pt x="0" y="61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0" name="Freeform 1169">
              <a:extLst>
                <a:ext uri="{FF2B5EF4-FFF2-40B4-BE49-F238E27FC236}">
                  <a16:creationId xmlns:a16="http://schemas.microsoft.com/office/drawing/2014/main" id="{0F69BBBF-F943-5C2C-BC26-73A63A6359F7}"/>
                </a:ext>
              </a:extLst>
            </p:cNvPr>
            <p:cNvSpPr/>
            <p:nvPr/>
          </p:nvSpPr>
          <p:spPr>
            <a:xfrm>
              <a:off x="5569008" y="4923747"/>
              <a:ext cx="31892" cy="53561"/>
            </a:xfrm>
            <a:custGeom>
              <a:avLst/>
              <a:gdLst>
                <a:gd name="connsiteX0" fmla="*/ 1040 w 31892"/>
                <a:gd name="connsiteY0" fmla="*/ 47460 h 53561"/>
                <a:gd name="connsiteX1" fmla="*/ 12878 w 31892"/>
                <a:gd name="connsiteY1" fmla="*/ 47460 h 53561"/>
                <a:gd name="connsiteX2" fmla="*/ 12878 w 31892"/>
                <a:gd name="connsiteY2" fmla="*/ 6598 h 53561"/>
                <a:gd name="connsiteX3" fmla="*/ 0 w 31892"/>
                <a:gd name="connsiteY3" fmla="*/ 9184 h 53561"/>
                <a:gd name="connsiteX4" fmla="*/ 0 w 31892"/>
                <a:gd name="connsiteY4" fmla="*/ 2586 h 53561"/>
                <a:gd name="connsiteX5" fmla="*/ 12807 w 31892"/>
                <a:gd name="connsiteY5" fmla="*/ 0 h 53561"/>
                <a:gd name="connsiteX6" fmla="*/ 20054 w 31892"/>
                <a:gd name="connsiteY6" fmla="*/ 0 h 53561"/>
                <a:gd name="connsiteX7" fmla="*/ 20054 w 31892"/>
                <a:gd name="connsiteY7" fmla="*/ 47460 h 53561"/>
                <a:gd name="connsiteX8" fmla="*/ 31892 w 31892"/>
                <a:gd name="connsiteY8" fmla="*/ 47460 h 53561"/>
                <a:gd name="connsiteX9" fmla="*/ 31892 w 31892"/>
                <a:gd name="connsiteY9" fmla="*/ 53561 h 53561"/>
                <a:gd name="connsiteX10" fmla="*/ 1040 w 31892"/>
                <a:gd name="connsiteY10" fmla="*/ 53561 h 53561"/>
                <a:gd name="connsiteX11" fmla="*/ 1040 w 31892"/>
                <a:gd name="connsiteY11" fmla="*/ 47460 h 53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92" h="53561">
                  <a:moveTo>
                    <a:pt x="1040" y="47460"/>
                  </a:moveTo>
                  <a:lnTo>
                    <a:pt x="12878" y="47460"/>
                  </a:lnTo>
                  <a:lnTo>
                    <a:pt x="12878" y="6598"/>
                  </a:lnTo>
                  <a:lnTo>
                    <a:pt x="0" y="9184"/>
                  </a:lnTo>
                  <a:lnTo>
                    <a:pt x="0" y="2586"/>
                  </a:lnTo>
                  <a:lnTo>
                    <a:pt x="12807" y="0"/>
                  </a:lnTo>
                  <a:lnTo>
                    <a:pt x="20054" y="0"/>
                  </a:lnTo>
                  <a:lnTo>
                    <a:pt x="20054" y="47460"/>
                  </a:lnTo>
                  <a:lnTo>
                    <a:pt x="31892" y="47460"/>
                  </a:lnTo>
                  <a:lnTo>
                    <a:pt x="31892" y="53561"/>
                  </a:lnTo>
                  <a:lnTo>
                    <a:pt x="1040" y="53561"/>
                  </a:lnTo>
                  <a:lnTo>
                    <a:pt x="1040" y="4746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1" name="Freeform 1170">
              <a:extLst>
                <a:ext uri="{FF2B5EF4-FFF2-40B4-BE49-F238E27FC236}">
                  <a16:creationId xmlns:a16="http://schemas.microsoft.com/office/drawing/2014/main" id="{762F45F6-87E3-F3FB-6CF9-1C3732A3DED6}"/>
                </a:ext>
              </a:extLst>
            </p:cNvPr>
            <p:cNvSpPr/>
            <p:nvPr/>
          </p:nvSpPr>
          <p:spPr>
            <a:xfrm>
              <a:off x="5615538" y="4968195"/>
              <a:ext cx="7569" cy="9112"/>
            </a:xfrm>
            <a:custGeom>
              <a:avLst/>
              <a:gdLst>
                <a:gd name="connsiteX0" fmla="*/ 0 w 7569"/>
                <a:gd name="connsiteY0" fmla="*/ 0 h 9112"/>
                <a:gd name="connsiteX1" fmla="*/ 7569 w 7569"/>
                <a:gd name="connsiteY1" fmla="*/ 0 h 9112"/>
                <a:gd name="connsiteX2" fmla="*/ 7569 w 7569"/>
                <a:gd name="connsiteY2" fmla="*/ 9113 h 9112"/>
                <a:gd name="connsiteX3" fmla="*/ 0 w 7569"/>
                <a:gd name="connsiteY3" fmla="*/ 9113 h 9112"/>
                <a:gd name="connsiteX4" fmla="*/ 0 w 7569"/>
                <a:gd name="connsiteY4" fmla="*/ 0 h 9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69" h="9112">
                  <a:moveTo>
                    <a:pt x="0" y="0"/>
                  </a:moveTo>
                  <a:lnTo>
                    <a:pt x="7569" y="0"/>
                  </a:lnTo>
                  <a:lnTo>
                    <a:pt x="7569" y="9113"/>
                  </a:lnTo>
                  <a:lnTo>
                    <a:pt x="0" y="91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2" name="Freeform 1171">
              <a:extLst>
                <a:ext uri="{FF2B5EF4-FFF2-40B4-BE49-F238E27FC236}">
                  <a16:creationId xmlns:a16="http://schemas.microsoft.com/office/drawing/2014/main" id="{481D12E5-3E01-6F52-4BAE-7D77D95C127D}"/>
                </a:ext>
              </a:extLst>
            </p:cNvPr>
            <p:cNvSpPr/>
            <p:nvPr/>
          </p:nvSpPr>
          <p:spPr>
            <a:xfrm>
              <a:off x="5635879" y="4922782"/>
              <a:ext cx="37022" cy="55562"/>
            </a:xfrm>
            <a:custGeom>
              <a:avLst/>
              <a:gdLst>
                <a:gd name="connsiteX0" fmla="*/ 18511 w 37022"/>
                <a:gd name="connsiteY0" fmla="*/ 5739 h 55562"/>
                <a:gd name="connsiteX1" fmla="*/ 10081 w 37022"/>
                <a:gd name="connsiteY1" fmla="*/ 11265 h 55562"/>
                <a:gd name="connsiteX2" fmla="*/ 7282 w 37022"/>
                <a:gd name="connsiteY2" fmla="*/ 27799 h 55562"/>
                <a:gd name="connsiteX3" fmla="*/ 10081 w 37022"/>
                <a:gd name="connsiteY3" fmla="*/ 44342 h 55562"/>
                <a:gd name="connsiteX4" fmla="*/ 18511 w 37022"/>
                <a:gd name="connsiteY4" fmla="*/ 49824 h 55562"/>
                <a:gd name="connsiteX5" fmla="*/ 26942 w 37022"/>
                <a:gd name="connsiteY5" fmla="*/ 44342 h 55562"/>
                <a:gd name="connsiteX6" fmla="*/ 29776 w 37022"/>
                <a:gd name="connsiteY6" fmla="*/ 27799 h 55562"/>
                <a:gd name="connsiteX7" fmla="*/ 26942 w 37022"/>
                <a:gd name="connsiteY7" fmla="*/ 11265 h 55562"/>
                <a:gd name="connsiteX8" fmla="*/ 18511 w 37022"/>
                <a:gd name="connsiteY8" fmla="*/ 5739 h 55562"/>
                <a:gd name="connsiteX9" fmla="*/ 18511 w 37022"/>
                <a:gd name="connsiteY9" fmla="*/ 0 h 55562"/>
                <a:gd name="connsiteX10" fmla="*/ 32251 w 37022"/>
                <a:gd name="connsiteY10" fmla="*/ 7138 h 55562"/>
                <a:gd name="connsiteX11" fmla="*/ 37023 w 37022"/>
                <a:gd name="connsiteY11" fmla="*/ 27799 h 55562"/>
                <a:gd name="connsiteX12" fmla="*/ 32251 w 37022"/>
                <a:gd name="connsiteY12" fmla="*/ 48460 h 55562"/>
                <a:gd name="connsiteX13" fmla="*/ 18511 w 37022"/>
                <a:gd name="connsiteY13" fmla="*/ 55563 h 55562"/>
                <a:gd name="connsiteX14" fmla="*/ 4735 w 37022"/>
                <a:gd name="connsiteY14" fmla="*/ 48460 h 55562"/>
                <a:gd name="connsiteX15" fmla="*/ 0 w 37022"/>
                <a:gd name="connsiteY15" fmla="*/ 27799 h 55562"/>
                <a:gd name="connsiteX16" fmla="*/ 4735 w 37022"/>
                <a:gd name="connsiteY16" fmla="*/ 7138 h 55562"/>
                <a:gd name="connsiteX17" fmla="*/ 18511 w 37022"/>
                <a:gd name="connsiteY17" fmla="*/ 0 h 5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022" h="55562">
                  <a:moveTo>
                    <a:pt x="18511" y="5739"/>
                  </a:moveTo>
                  <a:cubicBezTo>
                    <a:pt x="14780" y="5739"/>
                    <a:pt x="11970" y="7581"/>
                    <a:pt x="10081" y="11265"/>
                  </a:cubicBezTo>
                  <a:cubicBezTo>
                    <a:pt x="8215" y="14922"/>
                    <a:pt x="7282" y="20431"/>
                    <a:pt x="7282" y="27799"/>
                  </a:cubicBezTo>
                  <a:cubicBezTo>
                    <a:pt x="7282" y="35141"/>
                    <a:pt x="8215" y="40658"/>
                    <a:pt x="10081" y="44342"/>
                  </a:cubicBezTo>
                  <a:cubicBezTo>
                    <a:pt x="11970" y="48000"/>
                    <a:pt x="14780" y="49824"/>
                    <a:pt x="18511" y="49824"/>
                  </a:cubicBezTo>
                  <a:cubicBezTo>
                    <a:pt x="22266" y="49824"/>
                    <a:pt x="25076" y="48000"/>
                    <a:pt x="26942" y="44342"/>
                  </a:cubicBezTo>
                  <a:cubicBezTo>
                    <a:pt x="28831" y="40658"/>
                    <a:pt x="29776" y="35141"/>
                    <a:pt x="29776" y="27799"/>
                  </a:cubicBezTo>
                  <a:cubicBezTo>
                    <a:pt x="29776" y="20431"/>
                    <a:pt x="28831" y="14922"/>
                    <a:pt x="26942" y="11265"/>
                  </a:cubicBezTo>
                  <a:cubicBezTo>
                    <a:pt x="25076" y="7581"/>
                    <a:pt x="22266" y="5739"/>
                    <a:pt x="18511" y="5739"/>
                  </a:cubicBezTo>
                  <a:moveTo>
                    <a:pt x="18511" y="0"/>
                  </a:moveTo>
                  <a:cubicBezTo>
                    <a:pt x="24514" y="0"/>
                    <a:pt x="29094" y="2382"/>
                    <a:pt x="32251" y="7138"/>
                  </a:cubicBezTo>
                  <a:cubicBezTo>
                    <a:pt x="35432" y="11876"/>
                    <a:pt x="37023" y="18757"/>
                    <a:pt x="37023" y="27799"/>
                  </a:cubicBezTo>
                  <a:cubicBezTo>
                    <a:pt x="37023" y="36815"/>
                    <a:pt x="35432" y="43705"/>
                    <a:pt x="32251" y="48460"/>
                  </a:cubicBezTo>
                  <a:cubicBezTo>
                    <a:pt x="29094" y="53198"/>
                    <a:pt x="24514" y="55563"/>
                    <a:pt x="18511" y="55563"/>
                  </a:cubicBezTo>
                  <a:cubicBezTo>
                    <a:pt x="12507" y="55563"/>
                    <a:pt x="7916" y="53198"/>
                    <a:pt x="4735" y="48460"/>
                  </a:cubicBezTo>
                  <a:cubicBezTo>
                    <a:pt x="1578" y="43705"/>
                    <a:pt x="0" y="36815"/>
                    <a:pt x="0" y="27799"/>
                  </a:cubicBezTo>
                  <a:cubicBezTo>
                    <a:pt x="0" y="18757"/>
                    <a:pt x="1578" y="11876"/>
                    <a:pt x="4735" y="7138"/>
                  </a:cubicBezTo>
                  <a:cubicBezTo>
                    <a:pt x="7916" y="2382"/>
                    <a:pt x="12507" y="0"/>
                    <a:pt x="18511" y="0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3" name="Freeform 1172">
              <a:extLst>
                <a:ext uri="{FF2B5EF4-FFF2-40B4-BE49-F238E27FC236}">
                  <a16:creationId xmlns:a16="http://schemas.microsoft.com/office/drawing/2014/main" id="{1A13F88F-FFE5-4228-3D2B-107A7A91FED4}"/>
                </a:ext>
              </a:extLst>
            </p:cNvPr>
            <p:cNvSpPr/>
            <p:nvPr/>
          </p:nvSpPr>
          <p:spPr>
            <a:xfrm>
              <a:off x="5941344" y="4951227"/>
              <a:ext cx="45991" cy="6101"/>
            </a:xfrm>
            <a:custGeom>
              <a:avLst/>
              <a:gdLst>
                <a:gd name="connsiteX0" fmla="*/ 0 w 45991"/>
                <a:gd name="connsiteY0" fmla="*/ 0 h 6101"/>
                <a:gd name="connsiteX1" fmla="*/ 45991 w 45991"/>
                <a:gd name="connsiteY1" fmla="*/ 0 h 6101"/>
                <a:gd name="connsiteX2" fmla="*/ 45991 w 45991"/>
                <a:gd name="connsiteY2" fmla="*/ 6102 h 6101"/>
                <a:gd name="connsiteX3" fmla="*/ 0 w 45991"/>
                <a:gd name="connsiteY3" fmla="*/ 6102 h 6101"/>
                <a:gd name="connsiteX4" fmla="*/ 0 w 45991"/>
                <a:gd name="connsiteY4" fmla="*/ 0 h 6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991" h="6101">
                  <a:moveTo>
                    <a:pt x="0" y="0"/>
                  </a:moveTo>
                  <a:lnTo>
                    <a:pt x="45991" y="0"/>
                  </a:lnTo>
                  <a:lnTo>
                    <a:pt x="45991" y="6102"/>
                  </a:lnTo>
                  <a:lnTo>
                    <a:pt x="0" y="61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4" name="Freeform 1173">
              <a:extLst>
                <a:ext uri="{FF2B5EF4-FFF2-40B4-BE49-F238E27FC236}">
                  <a16:creationId xmlns:a16="http://schemas.microsoft.com/office/drawing/2014/main" id="{1ACDB84B-C2FD-53FB-1747-1067B4976A67}"/>
                </a:ext>
              </a:extLst>
            </p:cNvPr>
            <p:cNvSpPr/>
            <p:nvPr/>
          </p:nvSpPr>
          <p:spPr>
            <a:xfrm>
              <a:off x="5999963" y="4922782"/>
              <a:ext cx="37023" cy="55562"/>
            </a:xfrm>
            <a:custGeom>
              <a:avLst/>
              <a:gdLst>
                <a:gd name="connsiteX0" fmla="*/ 18512 w 37023"/>
                <a:gd name="connsiteY0" fmla="*/ 5739 h 55562"/>
                <a:gd name="connsiteX1" fmla="*/ 10081 w 37023"/>
                <a:gd name="connsiteY1" fmla="*/ 11265 h 55562"/>
                <a:gd name="connsiteX2" fmla="*/ 7283 w 37023"/>
                <a:gd name="connsiteY2" fmla="*/ 27799 h 55562"/>
                <a:gd name="connsiteX3" fmla="*/ 10081 w 37023"/>
                <a:gd name="connsiteY3" fmla="*/ 44342 h 55562"/>
                <a:gd name="connsiteX4" fmla="*/ 18512 w 37023"/>
                <a:gd name="connsiteY4" fmla="*/ 49824 h 55562"/>
                <a:gd name="connsiteX5" fmla="*/ 26943 w 37023"/>
                <a:gd name="connsiteY5" fmla="*/ 44342 h 55562"/>
                <a:gd name="connsiteX6" fmla="*/ 29777 w 37023"/>
                <a:gd name="connsiteY6" fmla="*/ 27799 h 55562"/>
                <a:gd name="connsiteX7" fmla="*/ 26943 w 37023"/>
                <a:gd name="connsiteY7" fmla="*/ 11265 h 55562"/>
                <a:gd name="connsiteX8" fmla="*/ 18512 w 37023"/>
                <a:gd name="connsiteY8" fmla="*/ 5739 h 55562"/>
                <a:gd name="connsiteX9" fmla="*/ 18512 w 37023"/>
                <a:gd name="connsiteY9" fmla="*/ 0 h 55562"/>
                <a:gd name="connsiteX10" fmla="*/ 32252 w 37023"/>
                <a:gd name="connsiteY10" fmla="*/ 7138 h 55562"/>
                <a:gd name="connsiteX11" fmla="*/ 37024 w 37023"/>
                <a:gd name="connsiteY11" fmla="*/ 27799 h 55562"/>
                <a:gd name="connsiteX12" fmla="*/ 32252 w 37023"/>
                <a:gd name="connsiteY12" fmla="*/ 48460 h 55562"/>
                <a:gd name="connsiteX13" fmla="*/ 18512 w 37023"/>
                <a:gd name="connsiteY13" fmla="*/ 55563 h 55562"/>
                <a:gd name="connsiteX14" fmla="*/ 4736 w 37023"/>
                <a:gd name="connsiteY14" fmla="*/ 48460 h 55562"/>
                <a:gd name="connsiteX15" fmla="*/ 0 w 37023"/>
                <a:gd name="connsiteY15" fmla="*/ 27799 h 55562"/>
                <a:gd name="connsiteX16" fmla="*/ 4736 w 37023"/>
                <a:gd name="connsiteY16" fmla="*/ 7138 h 55562"/>
                <a:gd name="connsiteX17" fmla="*/ 18512 w 37023"/>
                <a:gd name="connsiteY17" fmla="*/ 0 h 5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023" h="55562">
                  <a:moveTo>
                    <a:pt x="18512" y="5739"/>
                  </a:moveTo>
                  <a:cubicBezTo>
                    <a:pt x="14781" y="5739"/>
                    <a:pt x="11971" y="7581"/>
                    <a:pt x="10081" y="11265"/>
                  </a:cubicBezTo>
                  <a:cubicBezTo>
                    <a:pt x="8216" y="14922"/>
                    <a:pt x="7283" y="20431"/>
                    <a:pt x="7283" y="27799"/>
                  </a:cubicBezTo>
                  <a:cubicBezTo>
                    <a:pt x="7283" y="35141"/>
                    <a:pt x="8216" y="40658"/>
                    <a:pt x="10081" y="44342"/>
                  </a:cubicBezTo>
                  <a:cubicBezTo>
                    <a:pt x="11971" y="48000"/>
                    <a:pt x="14781" y="49824"/>
                    <a:pt x="18512" y="49824"/>
                  </a:cubicBezTo>
                  <a:cubicBezTo>
                    <a:pt x="22267" y="49824"/>
                    <a:pt x="25077" y="48000"/>
                    <a:pt x="26943" y="44342"/>
                  </a:cubicBezTo>
                  <a:cubicBezTo>
                    <a:pt x="28832" y="40658"/>
                    <a:pt x="29777" y="35141"/>
                    <a:pt x="29777" y="27799"/>
                  </a:cubicBezTo>
                  <a:cubicBezTo>
                    <a:pt x="29777" y="20431"/>
                    <a:pt x="28832" y="14922"/>
                    <a:pt x="26943" y="11265"/>
                  </a:cubicBezTo>
                  <a:cubicBezTo>
                    <a:pt x="25077" y="7581"/>
                    <a:pt x="22267" y="5739"/>
                    <a:pt x="18512" y="5739"/>
                  </a:cubicBezTo>
                  <a:moveTo>
                    <a:pt x="18512" y="0"/>
                  </a:moveTo>
                  <a:cubicBezTo>
                    <a:pt x="24515" y="0"/>
                    <a:pt x="29095" y="2382"/>
                    <a:pt x="32252" y="7138"/>
                  </a:cubicBezTo>
                  <a:cubicBezTo>
                    <a:pt x="35433" y="11876"/>
                    <a:pt x="37024" y="18757"/>
                    <a:pt x="37024" y="27799"/>
                  </a:cubicBezTo>
                  <a:cubicBezTo>
                    <a:pt x="37024" y="36815"/>
                    <a:pt x="35433" y="43705"/>
                    <a:pt x="32252" y="48460"/>
                  </a:cubicBezTo>
                  <a:cubicBezTo>
                    <a:pt x="29095" y="53198"/>
                    <a:pt x="24515" y="55563"/>
                    <a:pt x="18512" y="55563"/>
                  </a:cubicBezTo>
                  <a:cubicBezTo>
                    <a:pt x="12508" y="55563"/>
                    <a:pt x="7916" y="53198"/>
                    <a:pt x="4736" y="48460"/>
                  </a:cubicBezTo>
                  <a:cubicBezTo>
                    <a:pt x="1579" y="43705"/>
                    <a:pt x="0" y="36815"/>
                    <a:pt x="0" y="27799"/>
                  </a:cubicBezTo>
                  <a:cubicBezTo>
                    <a:pt x="0" y="18757"/>
                    <a:pt x="1579" y="11876"/>
                    <a:pt x="4736" y="7138"/>
                  </a:cubicBezTo>
                  <a:cubicBezTo>
                    <a:pt x="7916" y="2382"/>
                    <a:pt x="12508" y="0"/>
                    <a:pt x="18512" y="0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5" name="Freeform 1174">
              <a:extLst>
                <a:ext uri="{FF2B5EF4-FFF2-40B4-BE49-F238E27FC236}">
                  <a16:creationId xmlns:a16="http://schemas.microsoft.com/office/drawing/2014/main" id="{95A7D5CA-7E35-416F-57C6-142461A805B3}"/>
                </a:ext>
              </a:extLst>
            </p:cNvPr>
            <p:cNvSpPr/>
            <p:nvPr/>
          </p:nvSpPr>
          <p:spPr>
            <a:xfrm>
              <a:off x="6049722" y="4968195"/>
              <a:ext cx="7570" cy="9112"/>
            </a:xfrm>
            <a:custGeom>
              <a:avLst/>
              <a:gdLst>
                <a:gd name="connsiteX0" fmla="*/ 0 w 7570"/>
                <a:gd name="connsiteY0" fmla="*/ 0 h 9112"/>
                <a:gd name="connsiteX1" fmla="*/ 7570 w 7570"/>
                <a:gd name="connsiteY1" fmla="*/ 0 h 9112"/>
                <a:gd name="connsiteX2" fmla="*/ 7570 w 7570"/>
                <a:gd name="connsiteY2" fmla="*/ 9113 h 9112"/>
                <a:gd name="connsiteX3" fmla="*/ 0 w 7570"/>
                <a:gd name="connsiteY3" fmla="*/ 9113 h 9112"/>
                <a:gd name="connsiteX4" fmla="*/ 0 w 7570"/>
                <a:gd name="connsiteY4" fmla="*/ 0 h 9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0" h="9112">
                  <a:moveTo>
                    <a:pt x="0" y="0"/>
                  </a:moveTo>
                  <a:lnTo>
                    <a:pt x="7570" y="0"/>
                  </a:lnTo>
                  <a:lnTo>
                    <a:pt x="7570" y="9113"/>
                  </a:lnTo>
                  <a:lnTo>
                    <a:pt x="0" y="91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6" name="Freeform 1175">
              <a:extLst>
                <a:ext uri="{FF2B5EF4-FFF2-40B4-BE49-F238E27FC236}">
                  <a16:creationId xmlns:a16="http://schemas.microsoft.com/office/drawing/2014/main" id="{CF9ACFE1-B6C3-FB9D-030F-C96B64F80DEC}"/>
                </a:ext>
              </a:extLst>
            </p:cNvPr>
            <p:cNvSpPr/>
            <p:nvPr/>
          </p:nvSpPr>
          <p:spPr>
            <a:xfrm>
              <a:off x="6070889" y="4923747"/>
              <a:ext cx="34654" cy="54597"/>
            </a:xfrm>
            <a:custGeom>
              <a:avLst/>
              <a:gdLst>
                <a:gd name="connsiteX0" fmla="*/ 2260 w 34654"/>
                <a:gd name="connsiteY0" fmla="*/ 0 h 54597"/>
                <a:gd name="connsiteX1" fmla="*/ 30708 w 34654"/>
                <a:gd name="connsiteY1" fmla="*/ 0 h 54597"/>
                <a:gd name="connsiteX2" fmla="*/ 30708 w 34654"/>
                <a:gd name="connsiteY2" fmla="*/ 6102 h 54597"/>
                <a:gd name="connsiteX3" fmla="*/ 8897 w 34654"/>
                <a:gd name="connsiteY3" fmla="*/ 6102 h 54597"/>
                <a:gd name="connsiteX4" fmla="*/ 8897 w 34654"/>
                <a:gd name="connsiteY4" fmla="*/ 19226 h 54597"/>
                <a:gd name="connsiteX5" fmla="*/ 12054 w 34654"/>
                <a:gd name="connsiteY5" fmla="*/ 18438 h 54597"/>
                <a:gd name="connsiteX6" fmla="*/ 15211 w 34654"/>
                <a:gd name="connsiteY6" fmla="*/ 18155 h 54597"/>
                <a:gd name="connsiteX7" fmla="*/ 29417 w 34654"/>
                <a:gd name="connsiteY7" fmla="*/ 23070 h 54597"/>
                <a:gd name="connsiteX8" fmla="*/ 34655 w 34654"/>
                <a:gd name="connsiteY8" fmla="*/ 36381 h 54597"/>
                <a:gd name="connsiteX9" fmla="*/ 29274 w 34654"/>
                <a:gd name="connsiteY9" fmla="*/ 49833 h 54597"/>
                <a:gd name="connsiteX10" fmla="*/ 14099 w 34654"/>
                <a:gd name="connsiteY10" fmla="*/ 54598 h 54597"/>
                <a:gd name="connsiteX11" fmla="*/ 7211 w 34654"/>
                <a:gd name="connsiteY11" fmla="*/ 54031 h 54597"/>
                <a:gd name="connsiteX12" fmla="*/ 0 w 34654"/>
                <a:gd name="connsiteY12" fmla="*/ 52304 h 54597"/>
                <a:gd name="connsiteX13" fmla="*/ 0 w 34654"/>
                <a:gd name="connsiteY13" fmla="*/ 45024 h 54597"/>
                <a:gd name="connsiteX14" fmla="*/ 6672 w 34654"/>
                <a:gd name="connsiteY14" fmla="*/ 47646 h 54597"/>
                <a:gd name="connsiteX15" fmla="*/ 13955 w 34654"/>
                <a:gd name="connsiteY15" fmla="*/ 48505 h 54597"/>
                <a:gd name="connsiteX16" fmla="*/ 23785 w 34654"/>
                <a:gd name="connsiteY16" fmla="*/ 45237 h 54597"/>
                <a:gd name="connsiteX17" fmla="*/ 27409 w 34654"/>
                <a:gd name="connsiteY17" fmla="*/ 36381 h 54597"/>
                <a:gd name="connsiteX18" fmla="*/ 23785 w 34654"/>
                <a:gd name="connsiteY18" fmla="*/ 27516 h 54597"/>
                <a:gd name="connsiteX19" fmla="*/ 13955 w 34654"/>
                <a:gd name="connsiteY19" fmla="*/ 24248 h 54597"/>
                <a:gd name="connsiteX20" fmla="*/ 8143 w 34654"/>
                <a:gd name="connsiteY20" fmla="*/ 24894 h 54597"/>
                <a:gd name="connsiteX21" fmla="*/ 2260 w 34654"/>
                <a:gd name="connsiteY21" fmla="*/ 26905 h 54597"/>
                <a:gd name="connsiteX22" fmla="*/ 2260 w 34654"/>
                <a:gd name="connsiteY22" fmla="*/ 0 h 54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4654" h="54597">
                  <a:moveTo>
                    <a:pt x="2260" y="0"/>
                  </a:moveTo>
                  <a:lnTo>
                    <a:pt x="30708" y="0"/>
                  </a:lnTo>
                  <a:lnTo>
                    <a:pt x="30708" y="6102"/>
                  </a:lnTo>
                  <a:lnTo>
                    <a:pt x="8897" y="6102"/>
                  </a:lnTo>
                  <a:lnTo>
                    <a:pt x="8897" y="19226"/>
                  </a:lnTo>
                  <a:cubicBezTo>
                    <a:pt x="9949" y="18872"/>
                    <a:pt x="11001" y="18607"/>
                    <a:pt x="12054" y="18438"/>
                  </a:cubicBezTo>
                  <a:cubicBezTo>
                    <a:pt x="13106" y="18252"/>
                    <a:pt x="14158" y="18155"/>
                    <a:pt x="15211" y="18155"/>
                  </a:cubicBezTo>
                  <a:cubicBezTo>
                    <a:pt x="21190" y="18155"/>
                    <a:pt x="25925" y="19793"/>
                    <a:pt x="29417" y="23070"/>
                  </a:cubicBezTo>
                  <a:cubicBezTo>
                    <a:pt x="32909" y="26347"/>
                    <a:pt x="34655" y="30784"/>
                    <a:pt x="34655" y="36381"/>
                  </a:cubicBezTo>
                  <a:cubicBezTo>
                    <a:pt x="34655" y="42146"/>
                    <a:pt x="32861" y="46627"/>
                    <a:pt x="29274" y="49833"/>
                  </a:cubicBezTo>
                  <a:cubicBezTo>
                    <a:pt x="25686" y="53012"/>
                    <a:pt x="20628" y="54598"/>
                    <a:pt x="14099" y="54598"/>
                  </a:cubicBezTo>
                  <a:cubicBezTo>
                    <a:pt x="11850" y="54598"/>
                    <a:pt x="9555" y="54412"/>
                    <a:pt x="7211" y="54031"/>
                  </a:cubicBezTo>
                  <a:cubicBezTo>
                    <a:pt x="4891" y="53650"/>
                    <a:pt x="2488" y="53074"/>
                    <a:pt x="0" y="52304"/>
                  </a:cubicBezTo>
                  <a:lnTo>
                    <a:pt x="0" y="45024"/>
                  </a:lnTo>
                  <a:cubicBezTo>
                    <a:pt x="2153" y="46193"/>
                    <a:pt x="4377" y="47070"/>
                    <a:pt x="6672" y="47646"/>
                  </a:cubicBezTo>
                  <a:cubicBezTo>
                    <a:pt x="8969" y="48221"/>
                    <a:pt x="11396" y="48505"/>
                    <a:pt x="13955" y="48505"/>
                  </a:cubicBezTo>
                  <a:cubicBezTo>
                    <a:pt x="18093" y="48505"/>
                    <a:pt x="21370" y="47415"/>
                    <a:pt x="23785" y="45237"/>
                  </a:cubicBezTo>
                  <a:cubicBezTo>
                    <a:pt x="26201" y="43067"/>
                    <a:pt x="27409" y="40109"/>
                    <a:pt x="27409" y="36381"/>
                  </a:cubicBezTo>
                  <a:cubicBezTo>
                    <a:pt x="27409" y="32652"/>
                    <a:pt x="26201" y="29694"/>
                    <a:pt x="23785" y="27516"/>
                  </a:cubicBezTo>
                  <a:cubicBezTo>
                    <a:pt x="21370" y="25337"/>
                    <a:pt x="18093" y="24248"/>
                    <a:pt x="13955" y="24248"/>
                  </a:cubicBezTo>
                  <a:cubicBezTo>
                    <a:pt x="12019" y="24248"/>
                    <a:pt x="10081" y="24460"/>
                    <a:pt x="8143" y="24894"/>
                  </a:cubicBezTo>
                  <a:cubicBezTo>
                    <a:pt x="6230" y="25328"/>
                    <a:pt x="4269" y="25992"/>
                    <a:pt x="2260" y="26905"/>
                  </a:cubicBezTo>
                  <a:lnTo>
                    <a:pt x="2260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7" name="Freeform 1176">
              <a:extLst>
                <a:ext uri="{FF2B5EF4-FFF2-40B4-BE49-F238E27FC236}">
                  <a16:creationId xmlns:a16="http://schemas.microsoft.com/office/drawing/2014/main" id="{BE075B60-5793-4DBB-44AB-21B7C379D979}"/>
                </a:ext>
              </a:extLst>
            </p:cNvPr>
            <p:cNvSpPr/>
            <p:nvPr/>
          </p:nvSpPr>
          <p:spPr>
            <a:xfrm>
              <a:off x="6403292" y="4922782"/>
              <a:ext cx="37027" cy="55562"/>
            </a:xfrm>
            <a:custGeom>
              <a:avLst/>
              <a:gdLst>
                <a:gd name="connsiteX0" fmla="*/ 18518 w 37027"/>
                <a:gd name="connsiteY0" fmla="*/ 5739 h 55562"/>
                <a:gd name="connsiteX1" fmla="*/ 10087 w 37027"/>
                <a:gd name="connsiteY1" fmla="*/ 11265 h 55562"/>
                <a:gd name="connsiteX2" fmla="*/ 7289 w 37027"/>
                <a:gd name="connsiteY2" fmla="*/ 27799 h 55562"/>
                <a:gd name="connsiteX3" fmla="*/ 10087 w 37027"/>
                <a:gd name="connsiteY3" fmla="*/ 44342 h 55562"/>
                <a:gd name="connsiteX4" fmla="*/ 18518 w 37027"/>
                <a:gd name="connsiteY4" fmla="*/ 49824 h 55562"/>
                <a:gd name="connsiteX5" fmla="*/ 26949 w 37027"/>
                <a:gd name="connsiteY5" fmla="*/ 44342 h 55562"/>
                <a:gd name="connsiteX6" fmla="*/ 29783 w 37027"/>
                <a:gd name="connsiteY6" fmla="*/ 27799 h 55562"/>
                <a:gd name="connsiteX7" fmla="*/ 26949 w 37027"/>
                <a:gd name="connsiteY7" fmla="*/ 11265 h 55562"/>
                <a:gd name="connsiteX8" fmla="*/ 18518 w 37027"/>
                <a:gd name="connsiteY8" fmla="*/ 5739 h 55562"/>
                <a:gd name="connsiteX9" fmla="*/ 18518 w 37027"/>
                <a:gd name="connsiteY9" fmla="*/ 0 h 55562"/>
                <a:gd name="connsiteX10" fmla="*/ 32254 w 37027"/>
                <a:gd name="connsiteY10" fmla="*/ 7138 h 55562"/>
                <a:gd name="connsiteX11" fmla="*/ 37027 w 37027"/>
                <a:gd name="connsiteY11" fmla="*/ 27799 h 55562"/>
                <a:gd name="connsiteX12" fmla="*/ 32254 w 37027"/>
                <a:gd name="connsiteY12" fmla="*/ 48460 h 55562"/>
                <a:gd name="connsiteX13" fmla="*/ 18518 w 37027"/>
                <a:gd name="connsiteY13" fmla="*/ 55563 h 55562"/>
                <a:gd name="connsiteX14" fmla="*/ 4738 w 37027"/>
                <a:gd name="connsiteY14" fmla="*/ 48460 h 55562"/>
                <a:gd name="connsiteX15" fmla="*/ 0 w 37027"/>
                <a:gd name="connsiteY15" fmla="*/ 27799 h 55562"/>
                <a:gd name="connsiteX16" fmla="*/ 4738 w 37027"/>
                <a:gd name="connsiteY16" fmla="*/ 7138 h 55562"/>
                <a:gd name="connsiteX17" fmla="*/ 18518 w 37027"/>
                <a:gd name="connsiteY17" fmla="*/ 0 h 5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027" h="55562">
                  <a:moveTo>
                    <a:pt x="18518" y="5739"/>
                  </a:moveTo>
                  <a:cubicBezTo>
                    <a:pt x="14790" y="5739"/>
                    <a:pt x="11973" y="7581"/>
                    <a:pt x="10087" y="11265"/>
                  </a:cubicBezTo>
                  <a:cubicBezTo>
                    <a:pt x="8218" y="14922"/>
                    <a:pt x="7289" y="20431"/>
                    <a:pt x="7289" y="27799"/>
                  </a:cubicBezTo>
                  <a:cubicBezTo>
                    <a:pt x="7289" y="35141"/>
                    <a:pt x="8218" y="40658"/>
                    <a:pt x="10087" y="44342"/>
                  </a:cubicBezTo>
                  <a:cubicBezTo>
                    <a:pt x="11973" y="48000"/>
                    <a:pt x="14790" y="49824"/>
                    <a:pt x="18518" y="49824"/>
                  </a:cubicBezTo>
                  <a:cubicBezTo>
                    <a:pt x="22273" y="49824"/>
                    <a:pt x="25080" y="48000"/>
                    <a:pt x="26949" y="44342"/>
                  </a:cubicBezTo>
                  <a:cubicBezTo>
                    <a:pt x="28835" y="40658"/>
                    <a:pt x="29783" y="35141"/>
                    <a:pt x="29783" y="27799"/>
                  </a:cubicBezTo>
                  <a:cubicBezTo>
                    <a:pt x="29783" y="20431"/>
                    <a:pt x="28835" y="14922"/>
                    <a:pt x="26949" y="11265"/>
                  </a:cubicBezTo>
                  <a:cubicBezTo>
                    <a:pt x="25080" y="7581"/>
                    <a:pt x="22273" y="5739"/>
                    <a:pt x="18518" y="5739"/>
                  </a:cubicBezTo>
                  <a:moveTo>
                    <a:pt x="18518" y="0"/>
                  </a:moveTo>
                  <a:cubicBezTo>
                    <a:pt x="24514" y="0"/>
                    <a:pt x="29092" y="2382"/>
                    <a:pt x="32254" y="7138"/>
                  </a:cubicBezTo>
                  <a:cubicBezTo>
                    <a:pt x="35433" y="11876"/>
                    <a:pt x="37027" y="18757"/>
                    <a:pt x="37027" y="27799"/>
                  </a:cubicBezTo>
                  <a:cubicBezTo>
                    <a:pt x="37027" y="36815"/>
                    <a:pt x="35433" y="43705"/>
                    <a:pt x="32254" y="48460"/>
                  </a:cubicBezTo>
                  <a:cubicBezTo>
                    <a:pt x="29092" y="53198"/>
                    <a:pt x="24514" y="55563"/>
                    <a:pt x="18518" y="55563"/>
                  </a:cubicBezTo>
                  <a:cubicBezTo>
                    <a:pt x="12514" y="55563"/>
                    <a:pt x="7917" y="53198"/>
                    <a:pt x="4738" y="48460"/>
                  </a:cubicBezTo>
                  <a:cubicBezTo>
                    <a:pt x="1576" y="43705"/>
                    <a:pt x="0" y="36815"/>
                    <a:pt x="0" y="27799"/>
                  </a:cubicBezTo>
                  <a:cubicBezTo>
                    <a:pt x="0" y="18757"/>
                    <a:pt x="1576" y="11876"/>
                    <a:pt x="4738" y="7138"/>
                  </a:cubicBezTo>
                  <a:cubicBezTo>
                    <a:pt x="7917" y="2382"/>
                    <a:pt x="12514" y="0"/>
                    <a:pt x="18518" y="0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8" name="Freeform 1177">
              <a:extLst>
                <a:ext uri="{FF2B5EF4-FFF2-40B4-BE49-F238E27FC236}">
                  <a16:creationId xmlns:a16="http://schemas.microsoft.com/office/drawing/2014/main" id="{69DE4F0A-06B2-C183-DC99-330B550A1597}"/>
                </a:ext>
              </a:extLst>
            </p:cNvPr>
            <p:cNvSpPr/>
            <p:nvPr/>
          </p:nvSpPr>
          <p:spPr>
            <a:xfrm>
              <a:off x="6453054" y="4968195"/>
              <a:ext cx="7571" cy="9112"/>
            </a:xfrm>
            <a:custGeom>
              <a:avLst/>
              <a:gdLst>
                <a:gd name="connsiteX0" fmla="*/ 0 w 7571"/>
                <a:gd name="connsiteY0" fmla="*/ 0 h 9112"/>
                <a:gd name="connsiteX1" fmla="*/ 7572 w 7571"/>
                <a:gd name="connsiteY1" fmla="*/ 0 h 9112"/>
                <a:gd name="connsiteX2" fmla="*/ 7572 w 7571"/>
                <a:gd name="connsiteY2" fmla="*/ 9113 h 9112"/>
                <a:gd name="connsiteX3" fmla="*/ 0 w 7571"/>
                <a:gd name="connsiteY3" fmla="*/ 9113 h 9112"/>
                <a:gd name="connsiteX4" fmla="*/ 0 w 7571"/>
                <a:gd name="connsiteY4" fmla="*/ 0 h 9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1" h="9112">
                  <a:moveTo>
                    <a:pt x="0" y="0"/>
                  </a:moveTo>
                  <a:lnTo>
                    <a:pt x="7572" y="0"/>
                  </a:lnTo>
                  <a:lnTo>
                    <a:pt x="7572" y="9113"/>
                  </a:lnTo>
                  <a:lnTo>
                    <a:pt x="0" y="91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9" name="Freeform 1178">
              <a:extLst>
                <a:ext uri="{FF2B5EF4-FFF2-40B4-BE49-F238E27FC236}">
                  <a16:creationId xmlns:a16="http://schemas.microsoft.com/office/drawing/2014/main" id="{BB087314-B45F-3306-FE25-D7904CFA7725}"/>
                </a:ext>
              </a:extLst>
            </p:cNvPr>
            <p:cNvSpPr/>
            <p:nvPr/>
          </p:nvSpPr>
          <p:spPr>
            <a:xfrm>
              <a:off x="6473397" y="4922782"/>
              <a:ext cx="37018" cy="55562"/>
            </a:xfrm>
            <a:custGeom>
              <a:avLst/>
              <a:gdLst>
                <a:gd name="connsiteX0" fmla="*/ 18509 w 37018"/>
                <a:gd name="connsiteY0" fmla="*/ 5739 h 55562"/>
                <a:gd name="connsiteX1" fmla="*/ 10078 w 37018"/>
                <a:gd name="connsiteY1" fmla="*/ 11265 h 55562"/>
                <a:gd name="connsiteX2" fmla="*/ 7280 w 37018"/>
                <a:gd name="connsiteY2" fmla="*/ 27799 h 55562"/>
                <a:gd name="connsiteX3" fmla="*/ 10078 w 37018"/>
                <a:gd name="connsiteY3" fmla="*/ 44342 h 55562"/>
                <a:gd name="connsiteX4" fmla="*/ 18509 w 37018"/>
                <a:gd name="connsiteY4" fmla="*/ 49824 h 55562"/>
                <a:gd name="connsiteX5" fmla="*/ 26940 w 37018"/>
                <a:gd name="connsiteY5" fmla="*/ 44342 h 55562"/>
                <a:gd name="connsiteX6" fmla="*/ 29774 w 37018"/>
                <a:gd name="connsiteY6" fmla="*/ 27799 h 55562"/>
                <a:gd name="connsiteX7" fmla="*/ 26940 w 37018"/>
                <a:gd name="connsiteY7" fmla="*/ 11265 h 55562"/>
                <a:gd name="connsiteX8" fmla="*/ 18509 w 37018"/>
                <a:gd name="connsiteY8" fmla="*/ 5739 h 55562"/>
                <a:gd name="connsiteX9" fmla="*/ 18509 w 37018"/>
                <a:gd name="connsiteY9" fmla="*/ 0 h 55562"/>
                <a:gd name="connsiteX10" fmla="*/ 32254 w 37018"/>
                <a:gd name="connsiteY10" fmla="*/ 7138 h 55562"/>
                <a:gd name="connsiteX11" fmla="*/ 37018 w 37018"/>
                <a:gd name="connsiteY11" fmla="*/ 27799 h 55562"/>
                <a:gd name="connsiteX12" fmla="*/ 32254 w 37018"/>
                <a:gd name="connsiteY12" fmla="*/ 48460 h 55562"/>
                <a:gd name="connsiteX13" fmla="*/ 18509 w 37018"/>
                <a:gd name="connsiteY13" fmla="*/ 55563 h 55562"/>
                <a:gd name="connsiteX14" fmla="*/ 4729 w 37018"/>
                <a:gd name="connsiteY14" fmla="*/ 48460 h 55562"/>
                <a:gd name="connsiteX15" fmla="*/ 0 w 37018"/>
                <a:gd name="connsiteY15" fmla="*/ 27799 h 55562"/>
                <a:gd name="connsiteX16" fmla="*/ 4729 w 37018"/>
                <a:gd name="connsiteY16" fmla="*/ 7138 h 55562"/>
                <a:gd name="connsiteX17" fmla="*/ 18509 w 37018"/>
                <a:gd name="connsiteY17" fmla="*/ 0 h 5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018" h="55562">
                  <a:moveTo>
                    <a:pt x="18509" y="5739"/>
                  </a:moveTo>
                  <a:cubicBezTo>
                    <a:pt x="14781" y="5739"/>
                    <a:pt x="11965" y="7581"/>
                    <a:pt x="10078" y="11265"/>
                  </a:cubicBezTo>
                  <a:cubicBezTo>
                    <a:pt x="8210" y="14922"/>
                    <a:pt x="7280" y="20431"/>
                    <a:pt x="7280" y="27799"/>
                  </a:cubicBezTo>
                  <a:cubicBezTo>
                    <a:pt x="7280" y="35141"/>
                    <a:pt x="8210" y="40658"/>
                    <a:pt x="10078" y="44342"/>
                  </a:cubicBezTo>
                  <a:cubicBezTo>
                    <a:pt x="11965" y="48000"/>
                    <a:pt x="14781" y="49824"/>
                    <a:pt x="18509" y="49824"/>
                  </a:cubicBezTo>
                  <a:cubicBezTo>
                    <a:pt x="22264" y="49824"/>
                    <a:pt x="25071" y="48000"/>
                    <a:pt x="26940" y="44342"/>
                  </a:cubicBezTo>
                  <a:cubicBezTo>
                    <a:pt x="28826" y="40658"/>
                    <a:pt x="29774" y="35141"/>
                    <a:pt x="29774" y="27799"/>
                  </a:cubicBezTo>
                  <a:cubicBezTo>
                    <a:pt x="29774" y="20431"/>
                    <a:pt x="28826" y="14922"/>
                    <a:pt x="26940" y="11265"/>
                  </a:cubicBezTo>
                  <a:cubicBezTo>
                    <a:pt x="25071" y="7581"/>
                    <a:pt x="22264" y="5739"/>
                    <a:pt x="18509" y="5739"/>
                  </a:cubicBezTo>
                  <a:moveTo>
                    <a:pt x="18509" y="0"/>
                  </a:moveTo>
                  <a:cubicBezTo>
                    <a:pt x="24513" y="0"/>
                    <a:pt x="29092" y="2382"/>
                    <a:pt x="32254" y="7138"/>
                  </a:cubicBezTo>
                  <a:cubicBezTo>
                    <a:pt x="35433" y="11876"/>
                    <a:pt x="37018" y="18757"/>
                    <a:pt x="37018" y="27799"/>
                  </a:cubicBezTo>
                  <a:cubicBezTo>
                    <a:pt x="37018" y="36815"/>
                    <a:pt x="35433" y="43705"/>
                    <a:pt x="32254" y="48460"/>
                  </a:cubicBezTo>
                  <a:cubicBezTo>
                    <a:pt x="29092" y="53198"/>
                    <a:pt x="24513" y="55563"/>
                    <a:pt x="18509" y="55563"/>
                  </a:cubicBezTo>
                  <a:cubicBezTo>
                    <a:pt x="12505" y="55563"/>
                    <a:pt x="7908" y="53198"/>
                    <a:pt x="4729" y="48460"/>
                  </a:cubicBezTo>
                  <a:cubicBezTo>
                    <a:pt x="1576" y="43705"/>
                    <a:pt x="0" y="36815"/>
                    <a:pt x="0" y="27799"/>
                  </a:cubicBezTo>
                  <a:cubicBezTo>
                    <a:pt x="0" y="18757"/>
                    <a:pt x="1576" y="11876"/>
                    <a:pt x="4729" y="7138"/>
                  </a:cubicBezTo>
                  <a:cubicBezTo>
                    <a:pt x="7908" y="2382"/>
                    <a:pt x="12505" y="0"/>
                    <a:pt x="18509" y="0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0" name="Freeform 1179">
              <a:extLst>
                <a:ext uri="{FF2B5EF4-FFF2-40B4-BE49-F238E27FC236}">
                  <a16:creationId xmlns:a16="http://schemas.microsoft.com/office/drawing/2014/main" id="{3747FD11-4A25-A5A1-9D5F-1C5EDBA4D0E5}"/>
                </a:ext>
              </a:extLst>
            </p:cNvPr>
            <p:cNvSpPr/>
            <p:nvPr/>
          </p:nvSpPr>
          <p:spPr>
            <a:xfrm>
              <a:off x="6837478" y="4922782"/>
              <a:ext cx="37027" cy="55562"/>
            </a:xfrm>
            <a:custGeom>
              <a:avLst/>
              <a:gdLst>
                <a:gd name="connsiteX0" fmla="*/ 18509 w 37027"/>
                <a:gd name="connsiteY0" fmla="*/ 5739 h 55562"/>
                <a:gd name="connsiteX1" fmla="*/ 10078 w 37027"/>
                <a:gd name="connsiteY1" fmla="*/ 11265 h 55562"/>
                <a:gd name="connsiteX2" fmla="*/ 7280 w 37027"/>
                <a:gd name="connsiteY2" fmla="*/ 27799 h 55562"/>
                <a:gd name="connsiteX3" fmla="*/ 10078 w 37027"/>
                <a:gd name="connsiteY3" fmla="*/ 44342 h 55562"/>
                <a:gd name="connsiteX4" fmla="*/ 18509 w 37027"/>
                <a:gd name="connsiteY4" fmla="*/ 49824 h 55562"/>
                <a:gd name="connsiteX5" fmla="*/ 26940 w 37027"/>
                <a:gd name="connsiteY5" fmla="*/ 44342 h 55562"/>
                <a:gd name="connsiteX6" fmla="*/ 29774 w 37027"/>
                <a:gd name="connsiteY6" fmla="*/ 27799 h 55562"/>
                <a:gd name="connsiteX7" fmla="*/ 26940 w 37027"/>
                <a:gd name="connsiteY7" fmla="*/ 11265 h 55562"/>
                <a:gd name="connsiteX8" fmla="*/ 18509 w 37027"/>
                <a:gd name="connsiteY8" fmla="*/ 5739 h 55562"/>
                <a:gd name="connsiteX9" fmla="*/ 18509 w 37027"/>
                <a:gd name="connsiteY9" fmla="*/ 0 h 55562"/>
                <a:gd name="connsiteX10" fmla="*/ 32254 w 37027"/>
                <a:gd name="connsiteY10" fmla="*/ 7138 h 55562"/>
                <a:gd name="connsiteX11" fmla="*/ 37027 w 37027"/>
                <a:gd name="connsiteY11" fmla="*/ 27799 h 55562"/>
                <a:gd name="connsiteX12" fmla="*/ 32254 w 37027"/>
                <a:gd name="connsiteY12" fmla="*/ 48460 h 55562"/>
                <a:gd name="connsiteX13" fmla="*/ 18509 w 37027"/>
                <a:gd name="connsiteY13" fmla="*/ 55563 h 55562"/>
                <a:gd name="connsiteX14" fmla="*/ 4738 w 37027"/>
                <a:gd name="connsiteY14" fmla="*/ 48460 h 55562"/>
                <a:gd name="connsiteX15" fmla="*/ 0 w 37027"/>
                <a:gd name="connsiteY15" fmla="*/ 27799 h 55562"/>
                <a:gd name="connsiteX16" fmla="*/ 4738 w 37027"/>
                <a:gd name="connsiteY16" fmla="*/ 7138 h 55562"/>
                <a:gd name="connsiteX17" fmla="*/ 18509 w 37027"/>
                <a:gd name="connsiteY17" fmla="*/ 0 h 5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027" h="55562">
                  <a:moveTo>
                    <a:pt x="18509" y="5739"/>
                  </a:moveTo>
                  <a:cubicBezTo>
                    <a:pt x="14781" y="5739"/>
                    <a:pt x="11965" y="7581"/>
                    <a:pt x="10078" y="11265"/>
                  </a:cubicBezTo>
                  <a:cubicBezTo>
                    <a:pt x="8210" y="14922"/>
                    <a:pt x="7280" y="20431"/>
                    <a:pt x="7280" y="27799"/>
                  </a:cubicBezTo>
                  <a:cubicBezTo>
                    <a:pt x="7280" y="35141"/>
                    <a:pt x="8210" y="40658"/>
                    <a:pt x="10078" y="44342"/>
                  </a:cubicBezTo>
                  <a:cubicBezTo>
                    <a:pt x="11965" y="48000"/>
                    <a:pt x="14781" y="49824"/>
                    <a:pt x="18509" y="49824"/>
                  </a:cubicBezTo>
                  <a:cubicBezTo>
                    <a:pt x="22264" y="49824"/>
                    <a:pt x="25071" y="48000"/>
                    <a:pt x="26940" y="44342"/>
                  </a:cubicBezTo>
                  <a:cubicBezTo>
                    <a:pt x="28826" y="40658"/>
                    <a:pt x="29774" y="35141"/>
                    <a:pt x="29774" y="27799"/>
                  </a:cubicBezTo>
                  <a:cubicBezTo>
                    <a:pt x="29774" y="20431"/>
                    <a:pt x="28826" y="14922"/>
                    <a:pt x="26940" y="11265"/>
                  </a:cubicBezTo>
                  <a:cubicBezTo>
                    <a:pt x="25071" y="7581"/>
                    <a:pt x="22264" y="5739"/>
                    <a:pt x="18509" y="5739"/>
                  </a:cubicBezTo>
                  <a:moveTo>
                    <a:pt x="18509" y="0"/>
                  </a:moveTo>
                  <a:cubicBezTo>
                    <a:pt x="24513" y="0"/>
                    <a:pt x="29092" y="2382"/>
                    <a:pt x="32254" y="7138"/>
                  </a:cubicBezTo>
                  <a:cubicBezTo>
                    <a:pt x="35433" y="11876"/>
                    <a:pt x="37027" y="18757"/>
                    <a:pt x="37027" y="27799"/>
                  </a:cubicBezTo>
                  <a:cubicBezTo>
                    <a:pt x="37027" y="36815"/>
                    <a:pt x="35433" y="43705"/>
                    <a:pt x="32254" y="48460"/>
                  </a:cubicBezTo>
                  <a:cubicBezTo>
                    <a:pt x="29092" y="53198"/>
                    <a:pt x="24513" y="55563"/>
                    <a:pt x="18509" y="55563"/>
                  </a:cubicBezTo>
                  <a:cubicBezTo>
                    <a:pt x="12514" y="55563"/>
                    <a:pt x="7917" y="53198"/>
                    <a:pt x="4738" y="48460"/>
                  </a:cubicBezTo>
                  <a:cubicBezTo>
                    <a:pt x="1576" y="43705"/>
                    <a:pt x="0" y="36815"/>
                    <a:pt x="0" y="27799"/>
                  </a:cubicBezTo>
                  <a:cubicBezTo>
                    <a:pt x="0" y="18757"/>
                    <a:pt x="1576" y="11876"/>
                    <a:pt x="4738" y="7138"/>
                  </a:cubicBezTo>
                  <a:cubicBezTo>
                    <a:pt x="7917" y="2382"/>
                    <a:pt x="12514" y="0"/>
                    <a:pt x="18509" y="0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1" name="Freeform 1180">
              <a:extLst>
                <a:ext uri="{FF2B5EF4-FFF2-40B4-BE49-F238E27FC236}">
                  <a16:creationId xmlns:a16="http://schemas.microsoft.com/office/drawing/2014/main" id="{26D74A3E-FB4F-9959-A902-D1D99FF17D10}"/>
                </a:ext>
              </a:extLst>
            </p:cNvPr>
            <p:cNvSpPr/>
            <p:nvPr/>
          </p:nvSpPr>
          <p:spPr>
            <a:xfrm>
              <a:off x="6887240" y="4968195"/>
              <a:ext cx="7571" cy="9112"/>
            </a:xfrm>
            <a:custGeom>
              <a:avLst/>
              <a:gdLst>
                <a:gd name="connsiteX0" fmla="*/ 0 w 7571"/>
                <a:gd name="connsiteY0" fmla="*/ 0 h 9112"/>
                <a:gd name="connsiteX1" fmla="*/ 7572 w 7571"/>
                <a:gd name="connsiteY1" fmla="*/ 0 h 9112"/>
                <a:gd name="connsiteX2" fmla="*/ 7572 w 7571"/>
                <a:gd name="connsiteY2" fmla="*/ 9113 h 9112"/>
                <a:gd name="connsiteX3" fmla="*/ 0 w 7571"/>
                <a:gd name="connsiteY3" fmla="*/ 9113 h 9112"/>
                <a:gd name="connsiteX4" fmla="*/ 0 w 7571"/>
                <a:gd name="connsiteY4" fmla="*/ 0 h 9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1" h="9112">
                  <a:moveTo>
                    <a:pt x="0" y="0"/>
                  </a:moveTo>
                  <a:lnTo>
                    <a:pt x="7572" y="0"/>
                  </a:lnTo>
                  <a:lnTo>
                    <a:pt x="7572" y="9113"/>
                  </a:lnTo>
                  <a:lnTo>
                    <a:pt x="0" y="91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2" name="Freeform 1181">
              <a:extLst>
                <a:ext uri="{FF2B5EF4-FFF2-40B4-BE49-F238E27FC236}">
                  <a16:creationId xmlns:a16="http://schemas.microsoft.com/office/drawing/2014/main" id="{4A0A3355-4C6B-E2D8-195B-57246FE603E1}"/>
                </a:ext>
              </a:extLst>
            </p:cNvPr>
            <p:cNvSpPr/>
            <p:nvPr/>
          </p:nvSpPr>
          <p:spPr>
            <a:xfrm>
              <a:off x="6908406" y="4923747"/>
              <a:ext cx="34653" cy="54597"/>
            </a:xfrm>
            <a:custGeom>
              <a:avLst/>
              <a:gdLst>
                <a:gd name="connsiteX0" fmla="*/ 2258 w 34653"/>
                <a:gd name="connsiteY0" fmla="*/ 0 h 54597"/>
                <a:gd name="connsiteX1" fmla="*/ 30704 w 34653"/>
                <a:gd name="connsiteY1" fmla="*/ 0 h 54597"/>
                <a:gd name="connsiteX2" fmla="*/ 30704 w 34653"/>
                <a:gd name="connsiteY2" fmla="*/ 6102 h 54597"/>
                <a:gd name="connsiteX3" fmla="*/ 8892 w 34653"/>
                <a:gd name="connsiteY3" fmla="*/ 6102 h 54597"/>
                <a:gd name="connsiteX4" fmla="*/ 8892 w 34653"/>
                <a:gd name="connsiteY4" fmla="*/ 19226 h 54597"/>
                <a:gd name="connsiteX5" fmla="*/ 12053 w 34653"/>
                <a:gd name="connsiteY5" fmla="*/ 18438 h 54597"/>
                <a:gd name="connsiteX6" fmla="*/ 15206 w 34653"/>
                <a:gd name="connsiteY6" fmla="*/ 18155 h 54597"/>
                <a:gd name="connsiteX7" fmla="*/ 29420 w 34653"/>
                <a:gd name="connsiteY7" fmla="*/ 23070 h 54597"/>
                <a:gd name="connsiteX8" fmla="*/ 34654 w 34653"/>
                <a:gd name="connsiteY8" fmla="*/ 36381 h 54597"/>
                <a:gd name="connsiteX9" fmla="*/ 29269 w 34653"/>
                <a:gd name="connsiteY9" fmla="*/ 49833 h 54597"/>
                <a:gd name="connsiteX10" fmla="*/ 14099 w 34653"/>
                <a:gd name="connsiteY10" fmla="*/ 54598 h 54597"/>
                <a:gd name="connsiteX11" fmla="*/ 7209 w 34653"/>
                <a:gd name="connsiteY11" fmla="*/ 54031 h 54597"/>
                <a:gd name="connsiteX12" fmla="*/ 0 w 34653"/>
                <a:gd name="connsiteY12" fmla="*/ 52304 h 54597"/>
                <a:gd name="connsiteX13" fmla="*/ 0 w 34653"/>
                <a:gd name="connsiteY13" fmla="*/ 45024 h 54597"/>
                <a:gd name="connsiteX14" fmla="*/ 6669 w 34653"/>
                <a:gd name="connsiteY14" fmla="*/ 47646 h 54597"/>
                <a:gd name="connsiteX15" fmla="*/ 13957 w 34653"/>
                <a:gd name="connsiteY15" fmla="*/ 48505 h 54597"/>
                <a:gd name="connsiteX16" fmla="*/ 23787 w 34653"/>
                <a:gd name="connsiteY16" fmla="*/ 45237 h 54597"/>
                <a:gd name="connsiteX17" fmla="*/ 27410 w 34653"/>
                <a:gd name="connsiteY17" fmla="*/ 36381 h 54597"/>
                <a:gd name="connsiteX18" fmla="*/ 23787 w 34653"/>
                <a:gd name="connsiteY18" fmla="*/ 27516 h 54597"/>
                <a:gd name="connsiteX19" fmla="*/ 13957 w 34653"/>
                <a:gd name="connsiteY19" fmla="*/ 24248 h 54597"/>
                <a:gd name="connsiteX20" fmla="*/ 8139 w 34653"/>
                <a:gd name="connsiteY20" fmla="*/ 24894 h 54597"/>
                <a:gd name="connsiteX21" fmla="*/ 2258 w 34653"/>
                <a:gd name="connsiteY21" fmla="*/ 26905 h 54597"/>
                <a:gd name="connsiteX22" fmla="*/ 2258 w 34653"/>
                <a:gd name="connsiteY22" fmla="*/ 0 h 54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4653" h="54597">
                  <a:moveTo>
                    <a:pt x="2258" y="0"/>
                  </a:moveTo>
                  <a:lnTo>
                    <a:pt x="30704" y="0"/>
                  </a:lnTo>
                  <a:lnTo>
                    <a:pt x="30704" y="6102"/>
                  </a:lnTo>
                  <a:lnTo>
                    <a:pt x="8892" y="6102"/>
                  </a:lnTo>
                  <a:lnTo>
                    <a:pt x="8892" y="19226"/>
                  </a:lnTo>
                  <a:cubicBezTo>
                    <a:pt x="9945" y="18872"/>
                    <a:pt x="10999" y="18607"/>
                    <a:pt x="12053" y="18438"/>
                  </a:cubicBezTo>
                  <a:cubicBezTo>
                    <a:pt x="13107" y="18252"/>
                    <a:pt x="14152" y="18155"/>
                    <a:pt x="15206" y="18155"/>
                  </a:cubicBezTo>
                  <a:cubicBezTo>
                    <a:pt x="21184" y="18155"/>
                    <a:pt x="25922" y="19793"/>
                    <a:pt x="29420" y="23070"/>
                  </a:cubicBezTo>
                  <a:cubicBezTo>
                    <a:pt x="32909" y="26347"/>
                    <a:pt x="34654" y="30784"/>
                    <a:pt x="34654" y="36381"/>
                  </a:cubicBezTo>
                  <a:cubicBezTo>
                    <a:pt x="34654" y="42146"/>
                    <a:pt x="32856" y="46627"/>
                    <a:pt x="29269" y="49833"/>
                  </a:cubicBezTo>
                  <a:cubicBezTo>
                    <a:pt x="25683" y="53012"/>
                    <a:pt x="20626" y="54598"/>
                    <a:pt x="14099" y="54598"/>
                  </a:cubicBezTo>
                  <a:cubicBezTo>
                    <a:pt x="11849" y="54598"/>
                    <a:pt x="9556" y="54412"/>
                    <a:pt x="7209" y="54031"/>
                  </a:cubicBezTo>
                  <a:cubicBezTo>
                    <a:pt x="4889" y="53650"/>
                    <a:pt x="2489" y="53074"/>
                    <a:pt x="0" y="52304"/>
                  </a:cubicBezTo>
                  <a:lnTo>
                    <a:pt x="0" y="45024"/>
                  </a:lnTo>
                  <a:cubicBezTo>
                    <a:pt x="2152" y="46193"/>
                    <a:pt x="4375" y="47070"/>
                    <a:pt x="6669" y="47646"/>
                  </a:cubicBezTo>
                  <a:cubicBezTo>
                    <a:pt x="8962" y="48221"/>
                    <a:pt x="11398" y="48505"/>
                    <a:pt x="13957" y="48505"/>
                  </a:cubicBezTo>
                  <a:cubicBezTo>
                    <a:pt x="18093" y="48505"/>
                    <a:pt x="21370" y="47415"/>
                    <a:pt x="23787" y="45237"/>
                  </a:cubicBezTo>
                  <a:cubicBezTo>
                    <a:pt x="26205" y="43067"/>
                    <a:pt x="27410" y="40109"/>
                    <a:pt x="27410" y="36381"/>
                  </a:cubicBezTo>
                  <a:cubicBezTo>
                    <a:pt x="27410" y="32652"/>
                    <a:pt x="26205" y="29694"/>
                    <a:pt x="23787" y="27516"/>
                  </a:cubicBezTo>
                  <a:cubicBezTo>
                    <a:pt x="21370" y="25337"/>
                    <a:pt x="18093" y="24248"/>
                    <a:pt x="13957" y="24248"/>
                  </a:cubicBezTo>
                  <a:cubicBezTo>
                    <a:pt x="12018" y="24248"/>
                    <a:pt x="10078" y="24460"/>
                    <a:pt x="8139" y="24894"/>
                  </a:cubicBezTo>
                  <a:cubicBezTo>
                    <a:pt x="6226" y="25328"/>
                    <a:pt x="4269" y="25992"/>
                    <a:pt x="2258" y="26905"/>
                  </a:cubicBezTo>
                  <a:lnTo>
                    <a:pt x="2258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3" name="Freeform 1182">
              <a:extLst>
                <a:ext uri="{FF2B5EF4-FFF2-40B4-BE49-F238E27FC236}">
                  <a16:creationId xmlns:a16="http://schemas.microsoft.com/office/drawing/2014/main" id="{07624A9D-06F0-BB78-6E60-37591EA4B08C}"/>
                </a:ext>
              </a:extLst>
            </p:cNvPr>
            <p:cNvSpPr/>
            <p:nvPr/>
          </p:nvSpPr>
          <p:spPr>
            <a:xfrm>
              <a:off x="7271734" y="4923747"/>
              <a:ext cx="31890" cy="53561"/>
            </a:xfrm>
            <a:custGeom>
              <a:avLst/>
              <a:gdLst>
                <a:gd name="connsiteX0" fmla="*/ 1045 w 31890"/>
                <a:gd name="connsiteY0" fmla="*/ 47460 h 53561"/>
                <a:gd name="connsiteX1" fmla="*/ 12877 w 31890"/>
                <a:gd name="connsiteY1" fmla="*/ 47460 h 53561"/>
                <a:gd name="connsiteX2" fmla="*/ 12877 w 31890"/>
                <a:gd name="connsiteY2" fmla="*/ 6598 h 53561"/>
                <a:gd name="connsiteX3" fmla="*/ 0 w 31890"/>
                <a:gd name="connsiteY3" fmla="*/ 9184 h 53561"/>
                <a:gd name="connsiteX4" fmla="*/ 0 w 31890"/>
                <a:gd name="connsiteY4" fmla="*/ 2586 h 53561"/>
                <a:gd name="connsiteX5" fmla="*/ 12806 w 31890"/>
                <a:gd name="connsiteY5" fmla="*/ 0 h 53561"/>
                <a:gd name="connsiteX6" fmla="*/ 20059 w 31890"/>
                <a:gd name="connsiteY6" fmla="*/ 0 h 53561"/>
                <a:gd name="connsiteX7" fmla="*/ 20059 w 31890"/>
                <a:gd name="connsiteY7" fmla="*/ 47460 h 53561"/>
                <a:gd name="connsiteX8" fmla="*/ 31890 w 31890"/>
                <a:gd name="connsiteY8" fmla="*/ 47460 h 53561"/>
                <a:gd name="connsiteX9" fmla="*/ 31890 w 31890"/>
                <a:gd name="connsiteY9" fmla="*/ 53561 h 53561"/>
                <a:gd name="connsiteX10" fmla="*/ 1045 w 31890"/>
                <a:gd name="connsiteY10" fmla="*/ 53561 h 53561"/>
                <a:gd name="connsiteX11" fmla="*/ 1045 w 31890"/>
                <a:gd name="connsiteY11" fmla="*/ 47460 h 53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90" h="53561">
                  <a:moveTo>
                    <a:pt x="1045" y="47460"/>
                  </a:moveTo>
                  <a:lnTo>
                    <a:pt x="12877" y="47460"/>
                  </a:lnTo>
                  <a:lnTo>
                    <a:pt x="12877" y="6598"/>
                  </a:lnTo>
                  <a:lnTo>
                    <a:pt x="0" y="9184"/>
                  </a:lnTo>
                  <a:lnTo>
                    <a:pt x="0" y="2586"/>
                  </a:lnTo>
                  <a:lnTo>
                    <a:pt x="12806" y="0"/>
                  </a:lnTo>
                  <a:lnTo>
                    <a:pt x="20059" y="0"/>
                  </a:lnTo>
                  <a:lnTo>
                    <a:pt x="20059" y="47460"/>
                  </a:lnTo>
                  <a:lnTo>
                    <a:pt x="31890" y="47460"/>
                  </a:lnTo>
                  <a:lnTo>
                    <a:pt x="31890" y="53561"/>
                  </a:lnTo>
                  <a:lnTo>
                    <a:pt x="1045" y="53561"/>
                  </a:lnTo>
                  <a:lnTo>
                    <a:pt x="1045" y="4746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4" name="Freeform 1183">
              <a:extLst>
                <a:ext uri="{FF2B5EF4-FFF2-40B4-BE49-F238E27FC236}">
                  <a16:creationId xmlns:a16="http://schemas.microsoft.com/office/drawing/2014/main" id="{71C809CC-A248-0923-8F09-F209D17A6DDC}"/>
                </a:ext>
              </a:extLst>
            </p:cNvPr>
            <p:cNvSpPr/>
            <p:nvPr/>
          </p:nvSpPr>
          <p:spPr>
            <a:xfrm>
              <a:off x="7318264" y="4968195"/>
              <a:ext cx="7571" cy="9112"/>
            </a:xfrm>
            <a:custGeom>
              <a:avLst/>
              <a:gdLst>
                <a:gd name="connsiteX0" fmla="*/ 0 w 7571"/>
                <a:gd name="connsiteY0" fmla="*/ 0 h 9112"/>
                <a:gd name="connsiteX1" fmla="*/ 7572 w 7571"/>
                <a:gd name="connsiteY1" fmla="*/ 0 h 9112"/>
                <a:gd name="connsiteX2" fmla="*/ 7572 w 7571"/>
                <a:gd name="connsiteY2" fmla="*/ 9113 h 9112"/>
                <a:gd name="connsiteX3" fmla="*/ 0 w 7571"/>
                <a:gd name="connsiteY3" fmla="*/ 9113 h 9112"/>
                <a:gd name="connsiteX4" fmla="*/ 0 w 7571"/>
                <a:gd name="connsiteY4" fmla="*/ 0 h 9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1" h="9112">
                  <a:moveTo>
                    <a:pt x="0" y="0"/>
                  </a:moveTo>
                  <a:lnTo>
                    <a:pt x="7572" y="0"/>
                  </a:lnTo>
                  <a:lnTo>
                    <a:pt x="7572" y="9113"/>
                  </a:lnTo>
                  <a:lnTo>
                    <a:pt x="0" y="91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5" name="Freeform 1184">
              <a:extLst>
                <a:ext uri="{FF2B5EF4-FFF2-40B4-BE49-F238E27FC236}">
                  <a16:creationId xmlns:a16="http://schemas.microsoft.com/office/drawing/2014/main" id="{D2EA7ACD-CFBB-744D-53C9-D47A736242C7}"/>
                </a:ext>
              </a:extLst>
            </p:cNvPr>
            <p:cNvSpPr/>
            <p:nvPr/>
          </p:nvSpPr>
          <p:spPr>
            <a:xfrm>
              <a:off x="7338606" y="4922782"/>
              <a:ext cx="37027" cy="55562"/>
            </a:xfrm>
            <a:custGeom>
              <a:avLst/>
              <a:gdLst>
                <a:gd name="connsiteX0" fmla="*/ 18509 w 37027"/>
                <a:gd name="connsiteY0" fmla="*/ 5739 h 55562"/>
                <a:gd name="connsiteX1" fmla="*/ 10078 w 37027"/>
                <a:gd name="connsiteY1" fmla="*/ 11265 h 55562"/>
                <a:gd name="connsiteX2" fmla="*/ 7280 w 37027"/>
                <a:gd name="connsiteY2" fmla="*/ 27799 h 55562"/>
                <a:gd name="connsiteX3" fmla="*/ 10078 w 37027"/>
                <a:gd name="connsiteY3" fmla="*/ 44342 h 55562"/>
                <a:gd name="connsiteX4" fmla="*/ 18509 w 37027"/>
                <a:gd name="connsiteY4" fmla="*/ 49824 h 55562"/>
                <a:gd name="connsiteX5" fmla="*/ 26940 w 37027"/>
                <a:gd name="connsiteY5" fmla="*/ 44342 h 55562"/>
                <a:gd name="connsiteX6" fmla="*/ 29774 w 37027"/>
                <a:gd name="connsiteY6" fmla="*/ 27799 h 55562"/>
                <a:gd name="connsiteX7" fmla="*/ 26940 w 37027"/>
                <a:gd name="connsiteY7" fmla="*/ 11265 h 55562"/>
                <a:gd name="connsiteX8" fmla="*/ 18509 w 37027"/>
                <a:gd name="connsiteY8" fmla="*/ 5739 h 55562"/>
                <a:gd name="connsiteX9" fmla="*/ 18509 w 37027"/>
                <a:gd name="connsiteY9" fmla="*/ 0 h 55562"/>
                <a:gd name="connsiteX10" fmla="*/ 32254 w 37027"/>
                <a:gd name="connsiteY10" fmla="*/ 7138 h 55562"/>
                <a:gd name="connsiteX11" fmla="*/ 37027 w 37027"/>
                <a:gd name="connsiteY11" fmla="*/ 27799 h 55562"/>
                <a:gd name="connsiteX12" fmla="*/ 32254 w 37027"/>
                <a:gd name="connsiteY12" fmla="*/ 48460 h 55562"/>
                <a:gd name="connsiteX13" fmla="*/ 18509 w 37027"/>
                <a:gd name="connsiteY13" fmla="*/ 55563 h 55562"/>
                <a:gd name="connsiteX14" fmla="*/ 4738 w 37027"/>
                <a:gd name="connsiteY14" fmla="*/ 48460 h 55562"/>
                <a:gd name="connsiteX15" fmla="*/ 0 w 37027"/>
                <a:gd name="connsiteY15" fmla="*/ 27799 h 55562"/>
                <a:gd name="connsiteX16" fmla="*/ 4738 w 37027"/>
                <a:gd name="connsiteY16" fmla="*/ 7138 h 55562"/>
                <a:gd name="connsiteX17" fmla="*/ 18509 w 37027"/>
                <a:gd name="connsiteY17" fmla="*/ 0 h 5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027" h="55562">
                  <a:moveTo>
                    <a:pt x="18509" y="5739"/>
                  </a:moveTo>
                  <a:cubicBezTo>
                    <a:pt x="14781" y="5739"/>
                    <a:pt x="11965" y="7581"/>
                    <a:pt x="10078" y="11265"/>
                  </a:cubicBezTo>
                  <a:cubicBezTo>
                    <a:pt x="8210" y="14922"/>
                    <a:pt x="7280" y="20431"/>
                    <a:pt x="7280" y="27799"/>
                  </a:cubicBezTo>
                  <a:cubicBezTo>
                    <a:pt x="7280" y="35141"/>
                    <a:pt x="8210" y="40658"/>
                    <a:pt x="10078" y="44342"/>
                  </a:cubicBezTo>
                  <a:cubicBezTo>
                    <a:pt x="11965" y="48000"/>
                    <a:pt x="14781" y="49824"/>
                    <a:pt x="18509" y="49824"/>
                  </a:cubicBezTo>
                  <a:cubicBezTo>
                    <a:pt x="22264" y="49824"/>
                    <a:pt x="25072" y="48000"/>
                    <a:pt x="26940" y="44342"/>
                  </a:cubicBezTo>
                  <a:cubicBezTo>
                    <a:pt x="28826" y="40658"/>
                    <a:pt x="29774" y="35141"/>
                    <a:pt x="29774" y="27799"/>
                  </a:cubicBezTo>
                  <a:cubicBezTo>
                    <a:pt x="29774" y="20431"/>
                    <a:pt x="28826" y="14922"/>
                    <a:pt x="26940" y="11265"/>
                  </a:cubicBezTo>
                  <a:cubicBezTo>
                    <a:pt x="25072" y="7581"/>
                    <a:pt x="22264" y="5739"/>
                    <a:pt x="18509" y="5739"/>
                  </a:cubicBezTo>
                  <a:moveTo>
                    <a:pt x="18509" y="0"/>
                  </a:moveTo>
                  <a:cubicBezTo>
                    <a:pt x="24514" y="0"/>
                    <a:pt x="29092" y="2382"/>
                    <a:pt x="32254" y="7138"/>
                  </a:cubicBezTo>
                  <a:cubicBezTo>
                    <a:pt x="35433" y="11876"/>
                    <a:pt x="37027" y="18757"/>
                    <a:pt x="37027" y="27799"/>
                  </a:cubicBezTo>
                  <a:cubicBezTo>
                    <a:pt x="37027" y="36815"/>
                    <a:pt x="35433" y="43705"/>
                    <a:pt x="32254" y="48460"/>
                  </a:cubicBezTo>
                  <a:cubicBezTo>
                    <a:pt x="29092" y="53198"/>
                    <a:pt x="24514" y="55563"/>
                    <a:pt x="18509" y="55563"/>
                  </a:cubicBezTo>
                  <a:cubicBezTo>
                    <a:pt x="12505" y="55563"/>
                    <a:pt x="7917" y="53198"/>
                    <a:pt x="4738" y="48460"/>
                  </a:cubicBezTo>
                  <a:cubicBezTo>
                    <a:pt x="1576" y="43705"/>
                    <a:pt x="0" y="36815"/>
                    <a:pt x="0" y="27799"/>
                  </a:cubicBezTo>
                  <a:cubicBezTo>
                    <a:pt x="0" y="18757"/>
                    <a:pt x="1576" y="11876"/>
                    <a:pt x="4738" y="7138"/>
                  </a:cubicBezTo>
                  <a:cubicBezTo>
                    <a:pt x="7917" y="2382"/>
                    <a:pt x="12505" y="0"/>
                    <a:pt x="18509" y="0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6" name="Freeform 1185">
              <a:extLst>
                <a:ext uri="{FF2B5EF4-FFF2-40B4-BE49-F238E27FC236}">
                  <a16:creationId xmlns:a16="http://schemas.microsoft.com/office/drawing/2014/main" id="{52E4FF2A-2C5E-89D3-CF3F-1972EF3825B9}"/>
                </a:ext>
              </a:extLst>
            </p:cNvPr>
            <p:cNvSpPr/>
            <p:nvPr/>
          </p:nvSpPr>
          <p:spPr>
            <a:xfrm>
              <a:off x="6432801" y="5022882"/>
              <a:ext cx="42314" cy="38497"/>
            </a:xfrm>
            <a:custGeom>
              <a:avLst/>
              <a:gdLst>
                <a:gd name="connsiteX0" fmla="*/ 42314 w 42314"/>
                <a:gd name="connsiteY0" fmla="*/ 5597 h 38497"/>
                <a:gd name="connsiteX1" fmla="*/ 40862 w 42314"/>
                <a:gd name="connsiteY1" fmla="*/ 9246 h 38497"/>
                <a:gd name="connsiteX2" fmla="*/ 37753 w 42314"/>
                <a:gd name="connsiteY2" fmla="*/ 10539 h 38497"/>
                <a:gd name="connsiteX3" fmla="*/ 35345 w 42314"/>
                <a:gd name="connsiteY3" fmla="*/ 9627 h 38497"/>
                <a:gd name="connsiteX4" fmla="*/ 34512 w 42314"/>
                <a:gd name="connsiteY4" fmla="*/ 7545 h 38497"/>
                <a:gd name="connsiteX5" fmla="*/ 35681 w 42314"/>
                <a:gd name="connsiteY5" fmla="*/ 4605 h 38497"/>
                <a:gd name="connsiteX6" fmla="*/ 38577 w 42314"/>
                <a:gd name="connsiteY6" fmla="*/ 2940 h 38497"/>
                <a:gd name="connsiteX7" fmla="*/ 34353 w 42314"/>
                <a:gd name="connsiteY7" fmla="*/ 1869 h 38497"/>
                <a:gd name="connsiteX8" fmla="*/ 31235 w 42314"/>
                <a:gd name="connsiteY8" fmla="*/ 2736 h 38497"/>
                <a:gd name="connsiteX9" fmla="*/ 28959 w 42314"/>
                <a:gd name="connsiteY9" fmla="*/ 4729 h 38497"/>
                <a:gd name="connsiteX10" fmla="*/ 27383 w 42314"/>
                <a:gd name="connsiteY10" fmla="*/ 7466 h 38497"/>
                <a:gd name="connsiteX11" fmla="*/ 26382 w 42314"/>
                <a:gd name="connsiteY11" fmla="*/ 9998 h 38497"/>
                <a:gd name="connsiteX12" fmla="*/ 25931 w 42314"/>
                <a:gd name="connsiteY12" fmla="*/ 11902 h 38497"/>
                <a:gd name="connsiteX13" fmla="*/ 23026 w 42314"/>
                <a:gd name="connsiteY13" fmla="*/ 23522 h 38497"/>
                <a:gd name="connsiteX14" fmla="*/ 21618 w 42314"/>
                <a:gd name="connsiteY14" fmla="*/ 30987 h 38497"/>
                <a:gd name="connsiteX15" fmla="*/ 22778 w 42314"/>
                <a:gd name="connsiteY15" fmla="*/ 35017 h 38497"/>
                <a:gd name="connsiteX16" fmla="*/ 26258 w 42314"/>
                <a:gd name="connsiteY16" fmla="*/ 36593 h 38497"/>
                <a:gd name="connsiteX17" fmla="*/ 28207 w 42314"/>
                <a:gd name="connsiteY17" fmla="*/ 36336 h 38497"/>
                <a:gd name="connsiteX18" fmla="*/ 30571 w 42314"/>
                <a:gd name="connsiteY18" fmla="*/ 35300 h 38497"/>
                <a:gd name="connsiteX19" fmla="*/ 33148 w 42314"/>
                <a:gd name="connsiteY19" fmla="*/ 33352 h 38497"/>
                <a:gd name="connsiteX20" fmla="*/ 35593 w 42314"/>
                <a:gd name="connsiteY20" fmla="*/ 30119 h 38497"/>
                <a:gd name="connsiteX21" fmla="*/ 37585 w 42314"/>
                <a:gd name="connsiteY21" fmla="*/ 25470 h 38497"/>
                <a:gd name="connsiteX22" fmla="*/ 38666 w 42314"/>
                <a:gd name="connsiteY22" fmla="*/ 24558 h 38497"/>
                <a:gd name="connsiteX23" fmla="*/ 39702 w 42314"/>
                <a:gd name="connsiteY23" fmla="*/ 25390 h 38497"/>
                <a:gd name="connsiteX24" fmla="*/ 39117 w 42314"/>
                <a:gd name="connsiteY24" fmla="*/ 27587 h 38497"/>
                <a:gd name="connsiteX25" fmla="*/ 37381 w 42314"/>
                <a:gd name="connsiteY25" fmla="*/ 30943 h 38497"/>
                <a:gd name="connsiteX26" fmla="*/ 34680 w 42314"/>
                <a:gd name="connsiteY26" fmla="*/ 34512 h 38497"/>
                <a:gd name="connsiteX27" fmla="*/ 30863 w 42314"/>
                <a:gd name="connsiteY27" fmla="*/ 37337 h 38497"/>
                <a:gd name="connsiteX28" fmla="*/ 26090 w 42314"/>
                <a:gd name="connsiteY28" fmla="*/ 38497 h 38497"/>
                <a:gd name="connsiteX29" fmla="*/ 20165 w 42314"/>
                <a:gd name="connsiteY29" fmla="*/ 36593 h 38497"/>
                <a:gd name="connsiteX30" fmla="*/ 16924 w 42314"/>
                <a:gd name="connsiteY30" fmla="*/ 32023 h 38497"/>
                <a:gd name="connsiteX31" fmla="*/ 16428 w 42314"/>
                <a:gd name="connsiteY31" fmla="*/ 32900 h 38497"/>
                <a:gd name="connsiteX32" fmla="*/ 15268 w 42314"/>
                <a:gd name="connsiteY32" fmla="*/ 34512 h 38497"/>
                <a:gd name="connsiteX33" fmla="*/ 13479 w 42314"/>
                <a:gd name="connsiteY33" fmla="*/ 36425 h 38497"/>
                <a:gd name="connsiteX34" fmla="*/ 11035 w 42314"/>
                <a:gd name="connsiteY34" fmla="*/ 37833 h 38497"/>
                <a:gd name="connsiteX35" fmla="*/ 8006 w 42314"/>
                <a:gd name="connsiteY35" fmla="*/ 38497 h 38497"/>
                <a:gd name="connsiteX36" fmla="*/ 4233 w 42314"/>
                <a:gd name="connsiteY36" fmla="*/ 37913 h 38497"/>
                <a:gd name="connsiteX37" fmla="*/ 1240 w 42314"/>
                <a:gd name="connsiteY37" fmla="*/ 36009 h 38497"/>
                <a:gd name="connsiteX38" fmla="*/ 0 w 42314"/>
                <a:gd name="connsiteY38" fmla="*/ 32856 h 38497"/>
                <a:gd name="connsiteX39" fmla="*/ 1373 w 42314"/>
                <a:gd name="connsiteY39" fmla="*/ 29411 h 38497"/>
                <a:gd name="connsiteX40" fmla="*/ 4685 w 42314"/>
                <a:gd name="connsiteY40" fmla="*/ 27959 h 38497"/>
                <a:gd name="connsiteX41" fmla="*/ 6846 w 42314"/>
                <a:gd name="connsiteY41" fmla="*/ 28667 h 38497"/>
                <a:gd name="connsiteX42" fmla="*/ 7838 w 42314"/>
                <a:gd name="connsiteY42" fmla="*/ 30908 h 38497"/>
                <a:gd name="connsiteX43" fmla="*/ 6677 w 42314"/>
                <a:gd name="connsiteY43" fmla="*/ 33892 h 38497"/>
                <a:gd name="connsiteX44" fmla="*/ 3861 w 42314"/>
                <a:gd name="connsiteY44" fmla="*/ 35513 h 38497"/>
                <a:gd name="connsiteX45" fmla="*/ 8086 w 42314"/>
                <a:gd name="connsiteY45" fmla="*/ 36593 h 38497"/>
                <a:gd name="connsiteX46" fmla="*/ 12983 w 42314"/>
                <a:gd name="connsiteY46" fmla="*/ 34184 h 38497"/>
                <a:gd name="connsiteX47" fmla="*/ 16180 w 42314"/>
                <a:gd name="connsiteY47" fmla="*/ 27755 h 38497"/>
                <a:gd name="connsiteX48" fmla="*/ 19749 w 42314"/>
                <a:gd name="connsiteY48" fmla="*/ 13771 h 38497"/>
                <a:gd name="connsiteX49" fmla="*/ 20741 w 42314"/>
                <a:gd name="connsiteY49" fmla="*/ 7545 h 38497"/>
                <a:gd name="connsiteX50" fmla="*/ 20289 w 42314"/>
                <a:gd name="connsiteY50" fmla="*/ 4605 h 38497"/>
                <a:gd name="connsiteX51" fmla="*/ 19041 w 42314"/>
                <a:gd name="connsiteY51" fmla="*/ 2860 h 38497"/>
                <a:gd name="connsiteX52" fmla="*/ 17588 w 42314"/>
                <a:gd name="connsiteY52" fmla="*/ 2072 h 38497"/>
                <a:gd name="connsiteX53" fmla="*/ 16180 w 42314"/>
                <a:gd name="connsiteY53" fmla="*/ 1869 h 38497"/>
                <a:gd name="connsiteX54" fmla="*/ 13523 w 42314"/>
                <a:gd name="connsiteY54" fmla="*/ 2364 h 38497"/>
                <a:gd name="connsiteX55" fmla="*/ 10495 w 42314"/>
                <a:gd name="connsiteY55" fmla="*/ 4021 h 38497"/>
                <a:gd name="connsiteX56" fmla="*/ 7342 w 42314"/>
                <a:gd name="connsiteY56" fmla="*/ 7466 h 38497"/>
                <a:gd name="connsiteX57" fmla="*/ 4773 w 42314"/>
                <a:gd name="connsiteY57" fmla="*/ 12983 h 38497"/>
                <a:gd name="connsiteX58" fmla="*/ 3649 w 42314"/>
                <a:gd name="connsiteY58" fmla="*/ 13939 h 38497"/>
                <a:gd name="connsiteX59" fmla="*/ 2657 w 42314"/>
                <a:gd name="connsiteY59" fmla="*/ 13063 h 38497"/>
                <a:gd name="connsiteX60" fmla="*/ 3197 w 42314"/>
                <a:gd name="connsiteY60" fmla="*/ 10911 h 38497"/>
                <a:gd name="connsiteX61" fmla="*/ 4933 w 42314"/>
                <a:gd name="connsiteY61" fmla="*/ 7545 h 38497"/>
                <a:gd name="connsiteX62" fmla="*/ 7678 w 42314"/>
                <a:gd name="connsiteY62" fmla="*/ 4021 h 38497"/>
                <a:gd name="connsiteX63" fmla="*/ 11531 w 42314"/>
                <a:gd name="connsiteY63" fmla="*/ 1160 h 38497"/>
                <a:gd name="connsiteX64" fmla="*/ 16348 w 42314"/>
                <a:gd name="connsiteY64" fmla="*/ 0 h 38497"/>
                <a:gd name="connsiteX65" fmla="*/ 18545 w 42314"/>
                <a:gd name="connsiteY65" fmla="*/ 248 h 38497"/>
                <a:gd name="connsiteX66" fmla="*/ 20989 w 42314"/>
                <a:gd name="connsiteY66" fmla="*/ 1080 h 38497"/>
                <a:gd name="connsiteX67" fmla="*/ 23566 w 42314"/>
                <a:gd name="connsiteY67" fmla="*/ 3064 h 38497"/>
                <a:gd name="connsiteX68" fmla="*/ 25514 w 42314"/>
                <a:gd name="connsiteY68" fmla="*/ 6430 h 38497"/>
                <a:gd name="connsiteX69" fmla="*/ 26674 w 42314"/>
                <a:gd name="connsiteY69" fmla="*/ 4561 h 38497"/>
                <a:gd name="connsiteX70" fmla="*/ 28454 w 42314"/>
                <a:gd name="connsiteY70" fmla="*/ 2533 h 38497"/>
                <a:gd name="connsiteX71" fmla="*/ 31111 w 42314"/>
                <a:gd name="connsiteY71" fmla="*/ 700 h 38497"/>
                <a:gd name="connsiteX72" fmla="*/ 34432 w 42314"/>
                <a:gd name="connsiteY72" fmla="*/ 0 h 38497"/>
                <a:gd name="connsiteX73" fmla="*/ 37789 w 42314"/>
                <a:gd name="connsiteY73" fmla="*/ 452 h 38497"/>
                <a:gd name="connsiteX74" fmla="*/ 40862 w 42314"/>
                <a:gd name="connsiteY74" fmla="*/ 2240 h 38497"/>
                <a:gd name="connsiteX75" fmla="*/ 42314 w 42314"/>
                <a:gd name="connsiteY75" fmla="*/ 5597 h 38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42314" h="38497">
                  <a:moveTo>
                    <a:pt x="42314" y="5597"/>
                  </a:moveTo>
                  <a:cubicBezTo>
                    <a:pt x="42314" y="7147"/>
                    <a:pt x="41827" y="8369"/>
                    <a:pt x="40862" y="9246"/>
                  </a:cubicBezTo>
                  <a:cubicBezTo>
                    <a:pt x="39897" y="10105"/>
                    <a:pt x="38860" y="10539"/>
                    <a:pt x="37753" y="10539"/>
                  </a:cubicBezTo>
                  <a:cubicBezTo>
                    <a:pt x="36700" y="10539"/>
                    <a:pt x="35902" y="10238"/>
                    <a:pt x="35345" y="9627"/>
                  </a:cubicBezTo>
                  <a:cubicBezTo>
                    <a:pt x="34787" y="9015"/>
                    <a:pt x="34512" y="8325"/>
                    <a:pt x="34512" y="7545"/>
                  </a:cubicBezTo>
                  <a:cubicBezTo>
                    <a:pt x="34512" y="6491"/>
                    <a:pt x="34902" y="5517"/>
                    <a:pt x="35681" y="4605"/>
                  </a:cubicBezTo>
                  <a:cubicBezTo>
                    <a:pt x="36452" y="3693"/>
                    <a:pt x="37417" y="3135"/>
                    <a:pt x="38577" y="2940"/>
                  </a:cubicBezTo>
                  <a:cubicBezTo>
                    <a:pt x="37443" y="2223"/>
                    <a:pt x="36035" y="1869"/>
                    <a:pt x="34353" y="1869"/>
                  </a:cubicBezTo>
                  <a:cubicBezTo>
                    <a:pt x="33246" y="1869"/>
                    <a:pt x="32201" y="2161"/>
                    <a:pt x="31235" y="2736"/>
                  </a:cubicBezTo>
                  <a:cubicBezTo>
                    <a:pt x="30297" y="3312"/>
                    <a:pt x="29535" y="3976"/>
                    <a:pt x="28959" y="4729"/>
                  </a:cubicBezTo>
                  <a:cubicBezTo>
                    <a:pt x="28401" y="5473"/>
                    <a:pt x="27879" y="6385"/>
                    <a:pt x="27383" y="7466"/>
                  </a:cubicBezTo>
                  <a:cubicBezTo>
                    <a:pt x="26914" y="8520"/>
                    <a:pt x="26577" y="9361"/>
                    <a:pt x="26382" y="9998"/>
                  </a:cubicBezTo>
                  <a:cubicBezTo>
                    <a:pt x="26214" y="10610"/>
                    <a:pt x="26063" y="11238"/>
                    <a:pt x="25931" y="11902"/>
                  </a:cubicBezTo>
                  <a:lnTo>
                    <a:pt x="23026" y="23522"/>
                  </a:lnTo>
                  <a:cubicBezTo>
                    <a:pt x="22087" y="27197"/>
                    <a:pt x="21618" y="29685"/>
                    <a:pt x="21618" y="30987"/>
                  </a:cubicBezTo>
                  <a:cubicBezTo>
                    <a:pt x="21618" y="32590"/>
                    <a:pt x="22007" y="33936"/>
                    <a:pt x="22778" y="35017"/>
                  </a:cubicBezTo>
                  <a:cubicBezTo>
                    <a:pt x="23548" y="36071"/>
                    <a:pt x="24708" y="36593"/>
                    <a:pt x="26258" y="36593"/>
                  </a:cubicBezTo>
                  <a:cubicBezTo>
                    <a:pt x="26869" y="36593"/>
                    <a:pt x="27516" y="36505"/>
                    <a:pt x="28207" y="36336"/>
                  </a:cubicBezTo>
                  <a:cubicBezTo>
                    <a:pt x="28897" y="36150"/>
                    <a:pt x="29685" y="35805"/>
                    <a:pt x="30571" y="35300"/>
                  </a:cubicBezTo>
                  <a:cubicBezTo>
                    <a:pt x="31483" y="34778"/>
                    <a:pt x="32342" y="34122"/>
                    <a:pt x="33148" y="33352"/>
                  </a:cubicBezTo>
                  <a:cubicBezTo>
                    <a:pt x="33972" y="32546"/>
                    <a:pt x="34787" y="31474"/>
                    <a:pt x="35593" y="30119"/>
                  </a:cubicBezTo>
                  <a:cubicBezTo>
                    <a:pt x="36398" y="28764"/>
                    <a:pt x="37063" y="27215"/>
                    <a:pt x="37585" y="25470"/>
                  </a:cubicBezTo>
                  <a:cubicBezTo>
                    <a:pt x="37753" y="24859"/>
                    <a:pt x="38108" y="24558"/>
                    <a:pt x="38666" y="24558"/>
                  </a:cubicBezTo>
                  <a:cubicBezTo>
                    <a:pt x="39356" y="24558"/>
                    <a:pt x="39702" y="24832"/>
                    <a:pt x="39702" y="25390"/>
                  </a:cubicBezTo>
                  <a:cubicBezTo>
                    <a:pt x="39702" y="25860"/>
                    <a:pt x="39507" y="26586"/>
                    <a:pt x="39117" y="27587"/>
                  </a:cubicBezTo>
                  <a:cubicBezTo>
                    <a:pt x="38754" y="28552"/>
                    <a:pt x="38179" y="29677"/>
                    <a:pt x="37381" y="30943"/>
                  </a:cubicBezTo>
                  <a:cubicBezTo>
                    <a:pt x="36602" y="32192"/>
                    <a:pt x="35699" y="33378"/>
                    <a:pt x="34680" y="34512"/>
                  </a:cubicBezTo>
                  <a:cubicBezTo>
                    <a:pt x="33662" y="35619"/>
                    <a:pt x="32387" y="36567"/>
                    <a:pt x="30863" y="37337"/>
                  </a:cubicBezTo>
                  <a:cubicBezTo>
                    <a:pt x="29349" y="38108"/>
                    <a:pt x="27755" y="38497"/>
                    <a:pt x="26090" y="38497"/>
                  </a:cubicBezTo>
                  <a:cubicBezTo>
                    <a:pt x="23717" y="38497"/>
                    <a:pt x="21742" y="37860"/>
                    <a:pt x="20165" y="36593"/>
                  </a:cubicBezTo>
                  <a:cubicBezTo>
                    <a:pt x="18589" y="35318"/>
                    <a:pt x="17508" y="33795"/>
                    <a:pt x="16924" y="32023"/>
                  </a:cubicBezTo>
                  <a:cubicBezTo>
                    <a:pt x="16791" y="32271"/>
                    <a:pt x="16623" y="32564"/>
                    <a:pt x="16428" y="32900"/>
                  </a:cubicBezTo>
                  <a:cubicBezTo>
                    <a:pt x="16233" y="33228"/>
                    <a:pt x="15843" y="33768"/>
                    <a:pt x="15268" y="34512"/>
                  </a:cubicBezTo>
                  <a:cubicBezTo>
                    <a:pt x="14710" y="35229"/>
                    <a:pt x="14117" y="35867"/>
                    <a:pt x="13479" y="36425"/>
                  </a:cubicBezTo>
                  <a:cubicBezTo>
                    <a:pt x="12850" y="36947"/>
                    <a:pt x="12035" y="37417"/>
                    <a:pt x="11035" y="37833"/>
                  </a:cubicBezTo>
                  <a:cubicBezTo>
                    <a:pt x="10069" y="38276"/>
                    <a:pt x="9060" y="38497"/>
                    <a:pt x="8006" y="38497"/>
                  </a:cubicBezTo>
                  <a:cubicBezTo>
                    <a:pt x="6677" y="38497"/>
                    <a:pt x="5420" y="38302"/>
                    <a:pt x="4233" y="37913"/>
                  </a:cubicBezTo>
                  <a:cubicBezTo>
                    <a:pt x="3073" y="37532"/>
                    <a:pt x="2072" y="36894"/>
                    <a:pt x="1240" y="36009"/>
                  </a:cubicBezTo>
                  <a:cubicBezTo>
                    <a:pt x="416" y="35123"/>
                    <a:pt x="0" y="34069"/>
                    <a:pt x="0" y="32856"/>
                  </a:cubicBezTo>
                  <a:cubicBezTo>
                    <a:pt x="0" y="31501"/>
                    <a:pt x="461" y="30350"/>
                    <a:pt x="1373" y="29411"/>
                  </a:cubicBezTo>
                  <a:cubicBezTo>
                    <a:pt x="2312" y="28446"/>
                    <a:pt x="3419" y="27959"/>
                    <a:pt x="4685" y="27959"/>
                  </a:cubicBezTo>
                  <a:cubicBezTo>
                    <a:pt x="5491" y="27959"/>
                    <a:pt x="6208" y="28198"/>
                    <a:pt x="6846" y="28667"/>
                  </a:cubicBezTo>
                  <a:cubicBezTo>
                    <a:pt x="7510" y="29136"/>
                    <a:pt x="7838" y="29880"/>
                    <a:pt x="7838" y="30908"/>
                  </a:cubicBezTo>
                  <a:cubicBezTo>
                    <a:pt x="7838" y="32041"/>
                    <a:pt x="7448" y="33033"/>
                    <a:pt x="6677" y="33892"/>
                  </a:cubicBezTo>
                  <a:cubicBezTo>
                    <a:pt x="5907" y="34751"/>
                    <a:pt x="4968" y="35291"/>
                    <a:pt x="3861" y="35513"/>
                  </a:cubicBezTo>
                  <a:cubicBezTo>
                    <a:pt x="4995" y="36230"/>
                    <a:pt x="6403" y="36593"/>
                    <a:pt x="8086" y="36593"/>
                  </a:cubicBezTo>
                  <a:cubicBezTo>
                    <a:pt x="9919" y="36593"/>
                    <a:pt x="11548" y="35787"/>
                    <a:pt x="12983" y="34184"/>
                  </a:cubicBezTo>
                  <a:cubicBezTo>
                    <a:pt x="14427" y="32581"/>
                    <a:pt x="15489" y="30438"/>
                    <a:pt x="16180" y="27755"/>
                  </a:cubicBezTo>
                  <a:cubicBezTo>
                    <a:pt x="17889" y="21308"/>
                    <a:pt x="19085" y="16649"/>
                    <a:pt x="19749" y="13771"/>
                  </a:cubicBezTo>
                  <a:cubicBezTo>
                    <a:pt x="20413" y="10866"/>
                    <a:pt x="20741" y="8794"/>
                    <a:pt x="20741" y="7545"/>
                  </a:cubicBezTo>
                  <a:cubicBezTo>
                    <a:pt x="20741" y="6385"/>
                    <a:pt x="20590" y="5411"/>
                    <a:pt x="20289" y="4605"/>
                  </a:cubicBezTo>
                  <a:cubicBezTo>
                    <a:pt x="19979" y="3799"/>
                    <a:pt x="19563" y="3224"/>
                    <a:pt x="19041" y="2860"/>
                  </a:cubicBezTo>
                  <a:cubicBezTo>
                    <a:pt x="18545" y="2471"/>
                    <a:pt x="18057" y="2205"/>
                    <a:pt x="17588" y="2072"/>
                  </a:cubicBezTo>
                  <a:cubicBezTo>
                    <a:pt x="17145" y="1939"/>
                    <a:pt x="16676" y="1869"/>
                    <a:pt x="16180" y="1869"/>
                  </a:cubicBezTo>
                  <a:cubicBezTo>
                    <a:pt x="15348" y="1869"/>
                    <a:pt x="14462" y="2037"/>
                    <a:pt x="13523" y="2364"/>
                  </a:cubicBezTo>
                  <a:cubicBezTo>
                    <a:pt x="12611" y="2692"/>
                    <a:pt x="11602" y="3250"/>
                    <a:pt x="10495" y="4021"/>
                  </a:cubicBezTo>
                  <a:cubicBezTo>
                    <a:pt x="9414" y="4773"/>
                    <a:pt x="8360" y="5916"/>
                    <a:pt x="7342" y="7466"/>
                  </a:cubicBezTo>
                  <a:cubicBezTo>
                    <a:pt x="6323" y="9015"/>
                    <a:pt x="5464" y="10849"/>
                    <a:pt x="4773" y="12983"/>
                  </a:cubicBezTo>
                  <a:cubicBezTo>
                    <a:pt x="4632" y="13621"/>
                    <a:pt x="4260" y="13939"/>
                    <a:pt x="3649" y="13939"/>
                  </a:cubicBezTo>
                  <a:cubicBezTo>
                    <a:pt x="2984" y="13913"/>
                    <a:pt x="2657" y="13621"/>
                    <a:pt x="2657" y="13063"/>
                  </a:cubicBezTo>
                  <a:cubicBezTo>
                    <a:pt x="2657" y="12593"/>
                    <a:pt x="2834" y="11876"/>
                    <a:pt x="3197" y="10911"/>
                  </a:cubicBezTo>
                  <a:cubicBezTo>
                    <a:pt x="3578" y="9910"/>
                    <a:pt x="4162" y="8794"/>
                    <a:pt x="4933" y="7545"/>
                  </a:cubicBezTo>
                  <a:cubicBezTo>
                    <a:pt x="5739" y="6306"/>
                    <a:pt x="6651" y="5128"/>
                    <a:pt x="7678" y="4021"/>
                  </a:cubicBezTo>
                  <a:cubicBezTo>
                    <a:pt x="8732" y="2887"/>
                    <a:pt x="10016" y="1931"/>
                    <a:pt x="11531" y="1160"/>
                  </a:cubicBezTo>
                  <a:cubicBezTo>
                    <a:pt x="13080" y="390"/>
                    <a:pt x="14692" y="0"/>
                    <a:pt x="16348" y="0"/>
                  </a:cubicBezTo>
                  <a:cubicBezTo>
                    <a:pt x="17092" y="0"/>
                    <a:pt x="17827" y="80"/>
                    <a:pt x="18545" y="248"/>
                  </a:cubicBezTo>
                  <a:cubicBezTo>
                    <a:pt x="19289" y="381"/>
                    <a:pt x="20103" y="664"/>
                    <a:pt x="20989" y="1080"/>
                  </a:cubicBezTo>
                  <a:cubicBezTo>
                    <a:pt x="21901" y="1497"/>
                    <a:pt x="22760" y="2152"/>
                    <a:pt x="23566" y="3064"/>
                  </a:cubicBezTo>
                  <a:cubicBezTo>
                    <a:pt x="24372" y="3976"/>
                    <a:pt x="25018" y="5101"/>
                    <a:pt x="25514" y="6430"/>
                  </a:cubicBezTo>
                  <a:cubicBezTo>
                    <a:pt x="25842" y="5792"/>
                    <a:pt x="26232" y="5172"/>
                    <a:pt x="26674" y="4561"/>
                  </a:cubicBezTo>
                  <a:cubicBezTo>
                    <a:pt x="27144" y="3950"/>
                    <a:pt x="27737" y="3277"/>
                    <a:pt x="28454" y="2533"/>
                  </a:cubicBezTo>
                  <a:cubicBezTo>
                    <a:pt x="29207" y="1753"/>
                    <a:pt x="30093" y="1142"/>
                    <a:pt x="31111" y="700"/>
                  </a:cubicBezTo>
                  <a:cubicBezTo>
                    <a:pt x="32165" y="230"/>
                    <a:pt x="33272" y="0"/>
                    <a:pt x="34432" y="0"/>
                  </a:cubicBezTo>
                  <a:cubicBezTo>
                    <a:pt x="35566" y="0"/>
                    <a:pt x="36682" y="150"/>
                    <a:pt x="37789" y="452"/>
                  </a:cubicBezTo>
                  <a:cubicBezTo>
                    <a:pt x="38896" y="726"/>
                    <a:pt x="39923" y="1328"/>
                    <a:pt x="40862" y="2240"/>
                  </a:cubicBezTo>
                  <a:cubicBezTo>
                    <a:pt x="41827" y="3126"/>
                    <a:pt x="42314" y="4242"/>
                    <a:pt x="42314" y="5597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7" name="Freeform 1186">
              <a:extLst>
                <a:ext uri="{FF2B5EF4-FFF2-40B4-BE49-F238E27FC236}">
                  <a16:creationId xmlns:a16="http://schemas.microsoft.com/office/drawing/2014/main" id="{07100845-71B5-BDF6-27BF-A25B5692515C}"/>
                </a:ext>
              </a:extLst>
            </p:cNvPr>
            <p:cNvSpPr/>
            <p:nvPr/>
          </p:nvSpPr>
          <p:spPr>
            <a:xfrm>
              <a:off x="5538021" y="3716901"/>
              <a:ext cx="885" cy="1176451"/>
            </a:xfrm>
            <a:custGeom>
              <a:avLst/>
              <a:gdLst>
                <a:gd name="connsiteX0" fmla="*/ 0 w 885"/>
                <a:gd name="connsiteY0" fmla="*/ 1176452 h 1176451"/>
                <a:gd name="connsiteX1" fmla="*/ 0 w 885"/>
                <a:gd name="connsiteY1" fmla="*/ 0 h 1176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176451">
                  <a:moveTo>
                    <a:pt x="0" y="1176452"/>
                  </a:moveTo>
                  <a:lnTo>
                    <a:pt x="0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8" name="Freeform 1187">
              <a:extLst>
                <a:ext uri="{FF2B5EF4-FFF2-40B4-BE49-F238E27FC236}">
                  <a16:creationId xmlns:a16="http://schemas.microsoft.com/office/drawing/2014/main" id="{920066E8-84BE-19B2-25D9-D1C96038C609}"/>
                </a:ext>
              </a:extLst>
            </p:cNvPr>
            <p:cNvSpPr/>
            <p:nvPr/>
          </p:nvSpPr>
          <p:spPr>
            <a:xfrm>
              <a:off x="5538021" y="4775709"/>
              <a:ext cx="16736" cy="885"/>
            </a:xfrm>
            <a:custGeom>
              <a:avLst/>
              <a:gdLst>
                <a:gd name="connsiteX0" fmla="*/ 0 w 16736"/>
                <a:gd name="connsiteY0" fmla="*/ 0 h 885"/>
                <a:gd name="connsiteX1" fmla="*/ 16736 w 16736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736" h="885">
                  <a:moveTo>
                    <a:pt x="0" y="0"/>
                  </a:moveTo>
                  <a:lnTo>
                    <a:pt x="16736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9" name="Freeform 1188">
              <a:extLst>
                <a:ext uri="{FF2B5EF4-FFF2-40B4-BE49-F238E27FC236}">
                  <a16:creationId xmlns:a16="http://schemas.microsoft.com/office/drawing/2014/main" id="{A141CD64-F6D3-8C85-9B9A-DED5E4A93C24}"/>
                </a:ext>
              </a:extLst>
            </p:cNvPr>
            <p:cNvSpPr/>
            <p:nvPr/>
          </p:nvSpPr>
          <p:spPr>
            <a:xfrm>
              <a:off x="5538021" y="4540417"/>
              <a:ext cx="16736" cy="885"/>
            </a:xfrm>
            <a:custGeom>
              <a:avLst/>
              <a:gdLst>
                <a:gd name="connsiteX0" fmla="*/ 0 w 16736"/>
                <a:gd name="connsiteY0" fmla="*/ 0 h 885"/>
                <a:gd name="connsiteX1" fmla="*/ 16736 w 16736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736" h="885">
                  <a:moveTo>
                    <a:pt x="0" y="0"/>
                  </a:moveTo>
                  <a:lnTo>
                    <a:pt x="16736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0" name="Freeform 1189">
              <a:extLst>
                <a:ext uri="{FF2B5EF4-FFF2-40B4-BE49-F238E27FC236}">
                  <a16:creationId xmlns:a16="http://schemas.microsoft.com/office/drawing/2014/main" id="{623D0DEF-9E35-2C63-FDD7-48DEC754D95A}"/>
                </a:ext>
              </a:extLst>
            </p:cNvPr>
            <p:cNvSpPr/>
            <p:nvPr/>
          </p:nvSpPr>
          <p:spPr>
            <a:xfrm>
              <a:off x="5538021" y="4305127"/>
              <a:ext cx="16736" cy="885"/>
            </a:xfrm>
            <a:custGeom>
              <a:avLst/>
              <a:gdLst>
                <a:gd name="connsiteX0" fmla="*/ 0 w 16736"/>
                <a:gd name="connsiteY0" fmla="*/ 0 h 885"/>
                <a:gd name="connsiteX1" fmla="*/ 16736 w 16736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736" h="885">
                  <a:moveTo>
                    <a:pt x="0" y="0"/>
                  </a:moveTo>
                  <a:lnTo>
                    <a:pt x="16736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1" name="Freeform 1190">
              <a:extLst>
                <a:ext uri="{FF2B5EF4-FFF2-40B4-BE49-F238E27FC236}">
                  <a16:creationId xmlns:a16="http://schemas.microsoft.com/office/drawing/2014/main" id="{8DA5D0FC-644A-AB45-6CF3-E7F3864B1A9B}"/>
                </a:ext>
              </a:extLst>
            </p:cNvPr>
            <p:cNvSpPr/>
            <p:nvPr/>
          </p:nvSpPr>
          <p:spPr>
            <a:xfrm>
              <a:off x="5538021" y="4069837"/>
              <a:ext cx="16736" cy="885"/>
            </a:xfrm>
            <a:custGeom>
              <a:avLst/>
              <a:gdLst>
                <a:gd name="connsiteX0" fmla="*/ 0 w 16736"/>
                <a:gd name="connsiteY0" fmla="*/ 0 h 885"/>
                <a:gd name="connsiteX1" fmla="*/ 16736 w 16736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736" h="885">
                  <a:moveTo>
                    <a:pt x="0" y="0"/>
                  </a:moveTo>
                  <a:lnTo>
                    <a:pt x="16736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2" name="Freeform 1191">
              <a:extLst>
                <a:ext uri="{FF2B5EF4-FFF2-40B4-BE49-F238E27FC236}">
                  <a16:creationId xmlns:a16="http://schemas.microsoft.com/office/drawing/2014/main" id="{F6F690CD-34AE-CEC2-D23A-93C504ED01F3}"/>
                </a:ext>
              </a:extLst>
            </p:cNvPr>
            <p:cNvSpPr/>
            <p:nvPr/>
          </p:nvSpPr>
          <p:spPr>
            <a:xfrm>
              <a:off x="5538021" y="3834547"/>
              <a:ext cx="16736" cy="885"/>
            </a:xfrm>
            <a:custGeom>
              <a:avLst/>
              <a:gdLst>
                <a:gd name="connsiteX0" fmla="*/ 0 w 16736"/>
                <a:gd name="connsiteY0" fmla="*/ 0 h 885"/>
                <a:gd name="connsiteX1" fmla="*/ 16736 w 16736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736" h="885">
                  <a:moveTo>
                    <a:pt x="0" y="0"/>
                  </a:moveTo>
                  <a:lnTo>
                    <a:pt x="16736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3" name="Freeform 1192">
              <a:extLst>
                <a:ext uri="{FF2B5EF4-FFF2-40B4-BE49-F238E27FC236}">
                  <a16:creationId xmlns:a16="http://schemas.microsoft.com/office/drawing/2014/main" id="{8B8B5BA1-F387-7723-804A-74CEDF93023D}"/>
                </a:ext>
              </a:extLst>
            </p:cNvPr>
            <p:cNvSpPr/>
            <p:nvPr/>
          </p:nvSpPr>
          <p:spPr>
            <a:xfrm>
              <a:off x="5412972" y="4776409"/>
              <a:ext cx="45992" cy="6092"/>
            </a:xfrm>
            <a:custGeom>
              <a:avLst/>
              <a:gdLst>
                <a:gd name="connsiteX0" fmla="*/ 0 w 45992"/>
                <a:gd name="connsiteY0" fmla="*/ 0 h 6092"/>
                <a:gd name="connsiteX1" fmla="*/ 45992 w 45992"/>
                <a:gd name="connsiteY1" fmla="*/ 0 h 6092"/>
                <a:gd name="connsiteX2" fmla="*/ 45992 w 45992"/>
                <a:gd name="connsiteY2" fmla="*/ 6093 h 6092"/>
                <a:gd name="connsiteX3" fmla="*/ 0 w 45992"/>
                <a:gd name="connsiteY3" fmla="*/ 6093 h 6092"/>
                <a:gd name="connsiteX4" fmla="*/ 0 w 45992"/>
                <a:gd name="connsiteY4" fmla="*/ 0 h 60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992" h="6092">
                  <a:moveTo>
                    <a:pt x="0" y="0"/>
                  </a:moveTo>
                  <a:lnTo>
                    <a:pt x="45992" y="0"/>
                  </a:lnTo>
                  <a:lnTo>
                    <a:pt x="45992" y="6093"/>
                  </a:lnTo>
                  <a:lnTo>
                    <a:pt x="0" y="6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4" name="Freeform 1193">
              <a:extLst>
                <a:ext uri="{FF2B5EF4-FFF2-40B4-BE49-F238E27FC236}">
                  <a16:creationId xmlns:a16="http://schemas.microsoft.com/office/drawing/2014/main" id="{FE316715-7A9C-AC88-1D38-1D144353A0CC}"/>
                </a:ext>
              </a:extLst>
            </p:cNvPr>
            <p:cNvSpPr/>
            <p:nvPr/>
          </p:nvSpPr>
          <p:spPr>
            <a:xfrm>
              <a:off x="5472130" y="4747954"/>
              <a:ext cx="34009" cy="54535"/>
            </a:xfrm>
            <a:custGeom>
              <a:avLst/>
              <a:gdLst>
                <a:gd name="connsiteX0" fmla="*/ 8717 w 34009"/>
                <a:gd name="connsiteY0" fmla="*/ 48434 h 54535"/>
                <a:gd name="connsiteX1" fmla="*/ 34009 w 34009"/>
                <a:gd name="connsiteY1" fmla="*/ 48434 h 54535"/>
                <a:gd name="connsiteX2" fmla="*/ 34009 w 34009"/>
                <a:gd name="connsiteY2" fmla="*/ 54536 h 54535"/>
                <a:gd name="connsiteX3" fmla="*/ 0 w 34009"/>
                <a:gd name="connsiteY3" fmla="*/ 54536 h 54535"/>
                <a:gd name="connsiteX4" fmla="*/ 0 w 34009"/>
                <a:gd name="connsiteY4" fmla="*/ 48434 h 54535"/>
                <a:gd name="connsiteX5" fmla="*/ 11229 w 34009"/>
                <a:gd name="connsiteY5" fmla="*/ 36992 h 54535"/>
                <a:gd name="connsiteX6" fmla="*/ 20197 w 34009"/>
                <a:gd name="connsiteY6" fmla="*/ 27702 h 54535"/>
                <a:gd name="connsiteX7" fmla="*/ 25040 w 34009"/>
                <a:gd name="connsiteY7" fmla="*/ 21095 h 54535"/>
                <a:gd name="connsiteX8" fmla="*/ 26440 w 34009"/>
                <a:gd name="connsiteY8" fmla="*/ 15755 h 54535"/>
                <a:gd name="connsiteX9" fmla="*/ 23426 w 34009"/>
                <a:gd name="connsiteY9" fmla="*/ 8794 h 54535"/>
                <a:gd name="connsiteX10" fmla="*/ 15642 w 34009"/>
                <a:gd name="connsiteY10" fmla="*/ 6102 h 54535"/>
                <a:gd name="connsiteX11" fmla="*/ 8430 w 34009"/>
                <a:gd name="connsiteY11" fmla="*/ 7289 h 54535"/>
                <a:gd name="connsiteX12" fmla="*/ 359 w 34009"/>
                <a:gd name="connsiteY12" fmla="*/ 10875 h 54535"/>
                <a:gd name="connsiteX13" fmla="*/ 359 w 34009"/>
                <a:gd name="connsiteY13" fmla="*/ 3551 h 54535"/>
                <a:gd name="connsiteX14" fmla="*/ 8538 w 34009"/>
                <a:gd name="connsiteY14" fmla="*/ 903 h 54535"/>
                <a:gd name="connsiteX15" fmla="*/ 15498 w 34009"/>
                <a:gd name="connsiteY15" fmla="*/ 0 h 54535"/>
                <a:gd name="connsiteX16" fmla="*/ 28772 w 34009"/>
                <a:gd name="connsiteY16" fmla="*/ 4162 h 54535"/>
                <a:gd name="connsiteX17" fmla="*/ 33722 w 34009"/>
                <a:gd name="connsiteY17" fmla="*/ 15286 h 54535"/>
                <a:gd name="connsiteX18" fmla="*/ 32466 w 34009"/>
                <a:gd name="connsiteY18" fmla="*/ 21564 h 54535"/>
                <a:gd name="connsiteX19" fmla="*/ 27982 w 34009"/>
                <a:gd name="connsiteY19" fmla="*/ 28525 h 54535"/>
                <a:gd name="connsiteX20" fmla="*/ 22278 w 34009"/>
                <a:gd name="connsiteY20" fmla="*/ 34547 h 54535"/>
                <a:gd name="connsiteX21" fmla="*/ 8717 w 34009"/>
                <a:gd name="connsiteY21" fmla="*/ 48434 h 54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4009" h="54535">
                  <a:moveTo>
                    <a:pt x="8717" y="48434"/>
                  </a:moveTo>
                  <a:lnTo>
                    <a:pt x="34009" y="48434"/>
                  </a:lnTo>
                  <a:lnTo>
                    <a:pt x="34009" y="54536"/>
                  </a:lnTo>
                  <a:lnTo>
                    <a:pt x="0" y="54536"/>
                  </a:lnTo>
                  <a:lnTo>
                    <a:pt x="0" y="48434"/>
                  </a:lnTo>
                  <a:cubicBezTo>
                    <a:pt x="2750" y="45591"/>
                    <a:pt x="6493" y="41774"/>
                    <a:pt x="11229" y="36992"/>
                  </a:cubicBezTo>
                  <a:cubicBezTo>
                    <a:pt x="15988" y="32183"/>
                    <a:pt x="18978" y="29092"/>
                    <a:pt x="20197" y="27702"/>
                  </a:cubicBezTo>
                  <a:cubicBezTo>
                    <a:pt x="22517" y="25089"/>
                    <a:pt x="24132" y="22893"/>
                    <a:pt x="25040" y="21095"/>
                  </a:cubicBezTo>
                  <a:cubicBezTo>
                    <a:pt x="25973" y="19280"/>
                    <a:pt x="26440" y="17500"/>
                    <a:pt x="26440" y="15755"/>
                  </a:cubicBezTo>
                  <a:cubicBezTo>
                    <a:pt x="26440" y="12912"/>
                    <a:pt x="25435" y="10592"/>
                    <a:pt x="23426" y="8794"/>
                  </a:cubicBezTo>
                  <a:cubicBezTo>
                    <a:pt x="21441" y="6996"/>
                    <a:pt x="18847" y="6102"/>
                    <a:pt x="15642" y="6102"/>
                  </a:cubicBezTo>
                  <a:cubicBezTo>
                    <a:pt x="13369" y="6102"/>
                    <a:pt x="10966" y="6500"/>
                    <a:pt x="8430" y="7289"/>
                  </a:cubicBezTo>
                  <a:cubicBezTo>
                    <a:pt x="5919" y="8077"/>
                    <a:pt x="3229" y="9272"/>
                    <a:pt x="359" y="10875"/>
                  </a:cubicBezTo>
                  <a:lnTo>
                    <a:pt x="359" y="3551"/>
                  </a:lnTo>
                  <a:cubicBezTo>
                    <a:pt x="3277" y="2382"/>
                    <a:pt x="6003" y="1497"/>
                    <a:pt x="8538" y="903"/>
                  </a:cubicBezTo>
                  <a:cubicBezTo>
                    <a:pt x="11074" y="301"/>
                    <a:pt x="13393" y="0"/>
                    <a:pt x="15498" y="0"/>
                  </a:cubicBezTo>
                  <a:cubicBezTo>
                    <a:pt x="21046" y="0"/>
                    <a:pt x="25471" y="1390"/>
                    <a:pt x="28772" y="4162"/>
                  </a:cubicBezTo>
                  <a:cubicBezTo>
                    <a:pt x="32072" y="6934"/>
                    <a:pt x="33722" y="10645"/>
                    <a:pt x="33722" y="15286"/>
                  </a:cubicBezTo>
                  <a:cubicBezTo>
                    <a:pt x="33722" y="17491"/>
                    <a:pt x="33303" y="19581"/>
                    <a:pt x="32466" y="21564"/>
                  </a:cubicBezTo>
                  <a:cubicBezTo>
                    <a:pt x="31653" y="23522"/>
                    <a:pt x="30158" y="25842"/>
                    <a:pt x="27982" y="28525"/>
                  </a:cubicBezTo>
                  <a:cubicBezTo>
                    <a:pt x="27385" y="29216"/>
                    <a:pt x="25483" y="31226"/>
                    <a:pt x="22278" y="34547"/>
                  </a:cubicBezTo>
                  <a:cubicBezTo>
                    <a:pt x="19073" y="37851"/>
                    <a:pt x="14553" y="42474"/>
                    <a:pt x="8717" y="48434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5" name="Freeform 1194">
              <a:extLst>
                <a:ext uri="{FF2B5EF4-FFF2-40B4-BE49-F238E27FC236}">
                  <a16:creationId xmlns:a16="http://schemas.microsoft.com/office/drawing/2014/main" id="{CF836620-0666-6FA8-7C4B-82CEE7D47BD0}"/>
                </a:ext>
              </a:extLst>
            </p:cNvPr>
            <p:cNvSpPr/>
            <p:nvPr/>
          </p:nvSpPr>
          <p:spPr>
            <a:xfrm>
              <a:off x="5412398" y="4541117"/>
              <a:ext cx="45992" cy="6099"/>
            </a:xfrm>
            <a:custGeom>
              <a:avLst/>
              <a:gdLst>
                <a:gd name="connsiteX0" fmla="*/ 0 w 45992"/>
                <a:gd name="connsiteY0" fmla="*/ 0 h 6099"/>
                <a:gd name="connsiteX1" fmla="*/ 45992 w 45992"/>
                <a:gd name="connsiteY1" fmla="*/ 0 h 6099"/>
                <a:gd name="connsiteX2" fmla="*/ 45992 w 45992"/>
                <a:gd name="connsiteY2" fmla="*/ 6099 h 6099"/>
                <a:gd name="connsiteX3" fmla="*/ 0 w 45992"/>
                <a:gd name="connsiteY3" fmla="*/ 6099 h 6099"/>
                <a:gd name="connsiteX4" fmla="*/ 0 w 45992"/>
                <a:gd name="connsiteY4" fmla="*/ 0 h 6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992" h="6099">
                  <a:moveTo>
                    <a:pt x="0" y="0"/>
                  </a:moveTo>
                  <a:lnTo>
                    <a:pt x="45992" y="0"/>
                  </a:lnTo>
                  <a:lnTo>
                    <a:pt x="45992" y="6099"/>
                  </a:lnTo>
                  <a:lnTo>
                    <a:pt x="0" y="60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6" name="Freeform 1195">
              <a:extLst>
                <a:ext uri="{FF2B5EF4-FFF2-40B4-BE49-F238E27FC236}">
                  <a16:creationId xmlns:a16="http://schemas.microsoft.com/office/drawing/2014/main" id="{1AC35BAE-0321-BD82-B222-4446670ABC1B}"/>
                </a:ext>
              </a:extLst>
            </p:cNvPr>
            <p:cNvSpPr/>
            <p:nvPr/>
          </p:nvSpPr>
          <p:spPr>
            <a:xfrm>
              <a:off x="5474247" y="4513636"/>
              <a:ext cx="31892" cy="53565"/>
            </a:xfrm>
            <a:custGeom>
              <a:avLst/>
              <a:gdLst>
                <a:gd name="connsiteX0" fmla="*/ 1041 w 31892"/>
                <a:gd name="connsiteY0" fmla="*/ 47464 h 53565"/>
                <a:gd name="connsiteX1" fmla="*/ 12878 w 31892"/>
                <a:gd name="connsiteY1" fmla="*/ 47464 h 53565"/>
                <a:gd name="connsiteX2" fmla="*/ 12878 w 31892"/>
                <a:gd name="connsiteY2" fmla="*/ 6601 h 53565"/>
                <a:gd name="connsiteX3" fmla="*/ 0 w 31892"/>
                <a:gd name="connsiteY3" fmla="*/ 9184 h 53565"/>
                <a:gd name="connsiteX4" fmla="*/ 0 w 31892"/>
                <a:gd name="connsiteY4" fmla="*/ 2583 h 53565"/>
                <a:gd name="connsiteX5" fmla="*/ 12807 w 31892"/>
                <a:gd name="connsiteY5" fmla="*/ 0 h 53565"/>
                <a:gd name="connsiteX6" fmla="*/ 20054 w 31892"/>
                <a:gd name="connsiteY6" fmla="*/ 0 h 53565"/>
                <a:gd name="connsiteX7" fmla="*/ 20054 w 31892"/>
                <a:gd name="connsiteY7" fmla="*/ 47464 h 53565"/>
                <a:gd name="connsiteX8" fmla="*/ 31892 w 31892"/>
                <a:gd name="connsiteY8" fmla="*/ 47464 h 53565"/>
                <a:gd name="connsiteX9" fmla="*/ 31892 w 31892"/>
                <a:gd name="connsiteY9" fmla="*/ 53566 h 53565"/>
                <a:gd name="connsiteX10" fmla="*/ 1041 w 31892"/>
                <a:gd name="connsiteY10" fmla="*/ 53566 h 53565"/>
                <a:gd name="connsiteX11" fmla="*/ 1041 w 31892"/>
                <a:gd name="connsiteY11" fmla="*/ 47464 h 53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92" h="53565">
                  <a:moveTo>
                    <a:pt x="1041" y="47464"/>
                  </a:moveTo>
                  <a:lnTo>
                    <a:pt x="12878" y="47464"/>
                  </a:lnTo>
                  <a:lnTo>
                    <a:pt x="12878" y="6601"/>
                  </a:lnTo>
                  <a:lnTo>
                    <a:pt x="0" y="9184"/>
                  </a:lnTo>
                  <a:lnTo>
                    <a:pt x="0" y="2583"/>
                  </a:lnTo>
                  <a:lnTo>
                    <a:pt x="12807" y="0"/>
                  </a:lnTo>
                  <a:lnTo>
                    <a:pt x="20054" y="0"/>
                  </a:lnTo>
                  <a:lnTo>
                    <a:pt x="20054" y="47464"/>
                  </a:lnTo>
                  <a:lnTo>
                    <a:pt x="31892" y="47464"/>
                  </a:lnTo>
                  <a:lnTo>
                    <a:pt x="31892" y="53566"/>
                  </a:lnTo>
                  <a:lnTo>
                    <a:pt x="1041" y="53566"/>
                  </a:lnTo>
                  <a:lnTo>
                    <a:pt x="1041" y="47464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7" name="Freeform 1196">
              <a:extLst>
                <a:ext uri="{FF2B5EF4-FFF2-40B4-BE49-F238E27FC236}">
                  <a16:creationId xmlns:a16="http://schemas.microsoft.com/office/drawing/2014/main" id="{79FAC356-9B2F-B71F-1040-110D8429DEDB}"/>
                </a:ext>
              </a:extLst>
            </p:cNvPr>
            <p:cNvSpPr/>
            <p:nvPr/>
          </p:nvSpPr>
          <p:spPr>
            <a:xfrm>
              <a:off x="5469116" y="4277377"/>
              <a:ext cx="37022" cy="55570"/>
            </a:xfrm>
            <a:custGeom>
              <a:avLst/>
              <a:gdLst>
                <a:gd name="connsiteX0" fmla="*/ 18512 w 37022"/>
                <a:gd name="connsiteY0" fmla="*/ 5740 h 55570"/>
                <a:gd name="connsiteX1" fmla="*/ 10081 w 37022"/>
                <a:gd name="connsiteY1" fmla="*/ 11265 h 55570"/>
                <a:gd name="connsiteX2" fmla="*/ 7282 w 37022"/>
                <a:gd name="connsiteY2" fmla="*/ 27804 h 55570"/>
                <a:gd name="connsiteX3" fmla="*/ 10081 w 37022"/>
                <a:gd name="connsiteY3" fmla="*/ 44341 h 55570"/>
                <a:gd name="connsiteX4" fmla="*/ 18512 w 37022"/>
                <a:gd name="connsiteY4" fmla="*/ 49830 h 55570"/>
                <a:gd name="connsiteX5" fmla="*/ 26942 w 37022"/>
                <a:gd name="connsiteY5" fmla="*/ 44341 h 55570"/>
                <a:gd name="connsiteX6" fmla="*/ 29776 w 37022"/>
                <a:gd name="connsiteY6" fmla="*/ 27804 h 55570"/>
                <a:gd name="connsiteX7" fmla="*/ 26942 w 37022"/>
                <a:gd name="connsiteY7" fmla="*/ 11265 h 55570"/>
                <a:gd name="connsiteX8" fmla="*/ 18512 w 37022"/>
                <a:gd name="connsiteY8" fmla="*/ 5740 h 55570"/>
                <a:gd name="connsiteX9" fmla="*/ 18512 w 37022"/>
                <a:gd name="connsiteY9" fmla="*/ 0 h 55570"/>
                <a:gd name="connsiteX10" fmla="*/ 32252 w 37022"/>
                <a:gd name="connsiteY10" fmla="*/ 7140 h 55570"/>
                <a:gd name="connsiteX11" fmla="*/ 37023 w 37022"/>
                <a:gd name="connsiteY11" fmla="*/ 27804 h 55570"/>
                <a:gd name="connsiteX12" fmla="*/ 32252 w 37022"/>
                <a:gd name="connsiteY12" fmla="*/ 48467 h 55570"/>
                <a:gd name="connsiteX13" fmla="*/ 18512 w 37022"/>
                <a:gd name="connsiteY13" fmla="*/ 55571 h 55570"/>
                <a:gd name="connsiteX14" fmla="*/ 4735 w 37022"/>
                <a:gd name="connsiteY14" fmla="*/ 48467 h 55570"/>
                <a:gd name="connsiteX15" fmla="*/ 0 w 37022"/>
                <a:gd name="connsiteY15" fmla="*/ 27804 h 55570"/>
                <a:gd name="connsiteX16" fmla="*/ 4735 w 37022"/>
                <a:gd name="connsiteY16" fmla="*/ 7140 h 55570"/>
                <a:gd name="connsiteX17" fmla="*/ 18512 w 37022"/>
                <a:gd name="connsiteY17" fmla="*/ 0 h 55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022" h="55570">
                  <a:moveTo>
                    <a:pt x="18512" y="5740"/>
                  </a:moveTo>
                  <a:cubicBezTo>
                    <a:pt x="14781" y="5740"/>
                    <a:pt x="11970" y="7582"/>
                    <a:pt x="10081" y="11265"/>
                  </a:cubicBezTo>
                  <a:cubicBezTo>
                    <a:pt x="8215" y="14924"/>
                    <a:pt x="7282" y="20437"/>
                    <a:pt x="7282" y="27804"/>
                  </a:cubicBezTo>
                  <a:cubicBezTo>
                    <a:pt x="7282" y="35146"/>
                    <a:pt x="8215" y="40658"/>
                    <a:pt x="10081" y="44341"/>
                  </a:cubicBezTo>
                  <a:cubicBezTo>
                    <a:pt x="11970" y="48001"/>
                    <a:pt x="14781" y="49830"/>
                    <a:pt x="18512" y="49830"/>
                  </a:cubicBezTo>
                  <a:cubicBezTo>
                    <a:pt x="22267" y="49830"/>
                    <a:pt x="25077" y="48001"/>
                    <a:pt x="26942" y="44341"/>
                  </a:cubicBezTo>
                  <a:cubicBezTo>
                    <a:pt x="28831" y="40658"/>
                    <a:pt x="29776" y="35146"/>
                    <a:pt x="29776" y="27804"/>
                  </a:cubicBezTo>
                  <a:cubicBezTo>
                    <a:pt x="29776" y="20437"/>
                    <a:pt x="28831" y="14924"/>
                    <a:pt x="26942" y="11265"/>
                  </a:cubicBezTo>
                  <a:cubicBezTo>
                    <a:pt x="25077" y="7582"/>
                    <a:pt x="22267" y="5740"/>
                    <a:pt x="18512" y="5740"/>
                  </a:cubicBezTo>
                  <a:moveTo>
                    <a:pt x="18512" y="0"/>
                  </a:moveTo>
                  <a:cubicBezTo>
                    <a:pt x="24514" y="0"/>
                    <a:pt x="29095" y="2380"/>
                    <a:pt x="32252" y="7140"/>
                  </a:cubicBezTo>
                  <a:cubicBezTo>
                    <a:pt x="35432" y="11875"/>
                    <a:pt x="37023" y="18762"/>
                    <a:pt x="37023" y="27804"/>
                  </a:cubicBezTo>
                  <a:cubicBezTo>
                    <a:pt x="37023" y="36820"/>
                    <a:pt x="35432" y="43708"/>
                    <a:pt x="32252" y="48467"/>
                  </a:cubicBezTo>
                  <a:cubicBezTo>
                    <a:pt x="29095" y="53203"/>
                    <a:pt x="24514" y="55571"/>
                    <a:pt x="18512" y="55571"/>
                  </a:cubicBezTo>
                  <a:cubicBezTo>
                    <a:pt x="12508" y="55571"/>
                    <a:pt x="7916" y="53203"/>
                    <a:pt x="4735" y="48467"/>
                  </a:cubicBezTo>
                  <a:cubicBezTo>
                    <a:pt x="1578" y="43708"/>
                    <a:pt x="0" y="36820"/>
                    <a:pt x="0" y="27804"/>
                  </a:cubicBezTo>
                  <a:cubicBezTo>
                    <a:pt x="0" y="18762"/>
                    <a:pt x="1578" y="11875"/>
                    <a:pt x="4735" y="7140"/>
                  </a:cubicBezTo>
                  <a:cubicBezTo>
                    <a:pt x="7916" y="2380"/>
                    <a:pt x="12508" y="0"/>
                    <a:pt x="18512" y="0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8" name="Freeform 1197">
              <a:extLst>
                <a:ext uri="{FF2B5EF4-FFF2-40B4-BE49-F238E27FC236}">
                  <a16:creationId xmlns:a16="http://schemas.microsoft.com/office/drawing/2014/main" id="{B2970882-D94F-561F-2441-B51E9D46BBDD}"/>
                </a:ext>
              </a:extLst>
            </p:cNvPr>
            <p:cNvSpPr/>
            <p:nvPr/>
          </p:nvSpPr>
          <p:spPr>
            <a:xfrm>
              <a:off x="5474247" y="4043056"/>
              <a:ext cx="31892" cy="53561"/>
            </a:xfrm>
            <a:custGeom>
              <a:avLst/>
              <a:gdLst>
                <a:gd name="connsiteX0" fmla="*/ 1041 w 31892"/>
                <a:gd name="connsiteY0" fmla="*/ 47462 h 53561"/>
                <a:gd name="connsiteX1" fmla="*/ 12878 w 31892"/>
                <a:gd name="connsiteY1" fmla="*/ 47462 h 53561"/>
                <a:gd name="connsiteX2" fmla="*/ 12878 w 31892"/>
                <a:gd name="connsiteY2" fmla="*/ 6600 h 53561"/>
                <a:gd name="connsiteX3" fmla="*/ 0 w 31892"/>
                <a:gd name="connsiteY3" fmla="*/ 9184 h 53561"/>
                <a:gd name="connsiteX4" fmla="*/ 0 w 31892"/>
                <a:gd name="connsiteY4" fmla="*/ 2582 h 53561"/>
                <a:gd name="connsiteX5" fmla="*/ 12807 w 31892"/>
                <a:gd name="connsiteY5" fmla="*/ 0 h 53561"/>
                <a:gd name="connsiteX6" fmla="*/ 20054 w 31892"/>
                <a:gd name="connsiteY6" fmla="*/ 0 h 53561"/>
                <a:gd name="connsiteX7" fmla="*/ 20054 w 31892"/>
                <a:gd name="connsiteY7" fmla="*/ 47462 h 53561"/>
                <a:gd name="connsiteX8" fmla="*/ 31892 w 31892"/>
                <a:gd name="connsiteY8" fmla="*/ 47462 h 53561"/>
                <a:gd name="connsiteX9" fmla="*/ 31892 w 31892"/>
                <a:gd name="connsiteY9" fmla="*/ 53561 h 53561"/>
                <a:gd name="connsiteX10" fmla="*/ 1041 w 31892"/>
                <a:gd name="connsiteY10" fmla="*/ 53561 h 53561"/>
                <a:gd name="connsiteX11" fmla="*/ 1041 w 31892"/>
                <a:gd name="connsiteY11" fmla="*/ 47462 h 53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92" h="53561">
                  <a:moveTo>
                    <a:pt x="1041" y="47462"/>
                  </a:moveTo>
                  <a:lnTo>
                    <a:pt x="12878" y="47462"/>
                  </a:lnTo>
                  <a:lnTo>
                    <a:pt x="12878" y="6600"/>
                  </a:lnTo>
                  <a:lnTo>
                    <a:pt x="0" y="9184"/>
                  </a:lnTo>
                  <a:lnTo>
                    <a:pt x="0" y="2582"/>
                  </a:lnTo>
                  <a:lnTo>
                    <a:pt x="12807" y="0"/>
                  </a:lnTo>
                  <a:lnTo>
                    <a:pt x="20054" y="0"/>
                  </a:lnTo>
                  <a:lnTo>
                    <a:pt x="20054" y="47462"/>
                  </a:lnTo>
                  <a:lnTo>
                    <a:pt x="31892" y="47462"/>
                  </a:lnTo>
                  <a:lnTo>
                    <a:pt x="31892" y="53561"/>
                  </a:lnTo>
                  <a:lnTo>
                    <a:pt x="1041" y="53561"/>
                  </a:lnTo>
                  <a:lnTo>
                    <a:pt x="1041" y="47462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9" name="Freeform 1198">
              <a:extLst>
                <a:ext uri="{FF2B5EF4-FFF2-40B4-BE49-F238E27FC236}">
                  <a16:creationId xmlns:a16="http://schemas.microsoft.com/office/drawing/2014/main" id="{DA92181B-54F5-FF18-5770-B107CB738709}"/>
                </a:ext>
              </a:extLst>
            </p:cNvPr>
            <p:cNvSpPr/>
            <p:nvPr/>
          </p:nvSpPr>
          <p:spPr>
            <a:xfrm>
              <a:off x="5472130" y="3806797"/>
              <a:ext cx="34009" cy="54530"/>
            </a:xfrm>
            <a:custGeom>
              <a:avLst/>
              <a:gdLst>
                <a:gd name="connsiteX0" fmla="*/ 8717 w 34009"/>
                <a:gd name="connsiteY0" fmla="*/ 48431 h 54530"/>
                <a:gd name="connsiteX1" fmla="*/ 34009 w 34009"/>
                <a:gd name="connsiteY1" fmla="*/ 48431 h 54530"/>
                <a:gd name="connsiteX2" fmla="*/ 34009 w 34009"/>
                <a:gd name="connsiteY2" fmla="*/ 54530 h 54530"/>
                <a:gd name="connsiteX3" fmla="*/ 0 w 34009"/>
                <a:gd name="connsiteY3" fmla="*/ 54530 h 54530"/>
                <a:gd name="connsiteX4" fmla="*/ 0 w 34009"/>
                <a:gd name="connsiteY4" fmla="*/ 48431 h 54530"/>
                <a:gd name="connsiteX5" fmla="*/ 11229 w 34009"/>
                <a:gd name="connsiteY5" fmla="*/ 36987 h 54530"/>
                <a:gd name="connsiteX6" fmla="*/ 20197 w 34009"/>
                <a:gd name="connsiteY6" fmla="*/ 27696 h 54530"/>
                <a:gd name="connsiteX7" fmla="*/ 25040 w 34009"/>
                <a:gd name="connsiteY7" fmla="*/ 21094 h 54530"/>
                <a:gd name="connsiteX8" fmla="*/ 26440 w 34009"/>
                <a:gd name="connsiteY8" fmla="*/ 15749 h 54530"/>
                <a:gd name="connsiteX9" fmla="*/ 23426 w 34009"/>
                <a:gd name="connsiteY9" fmla="*/ 8790 h 54530"/>
                <a:gd name="connsiteX10" fmla="*/ 15642 w 34009"/>
                <a:gd name="connsiteY10" fmla="*/ 6098 h 54530"/>
                <a:gd name="connsiteX11" fmla="*/ 8430 w 34009"/>
                <a:gd name="connsiteY11" fmla="*/ 7282 h 54530"/>
                <a:gd name="connsiteX12" fmla="*/ 359 w 34009"/>
                <a:gd name="connsiteY12" fmla="*/ 10870 h 54530"/>
                <a:gd name="connsiteX13" fmla="*/ 359 w 34009"/>
                <a:gd name="connsiteY13" fmla="*/ 3551 h 54530"/>
                <a:gd name="connsiteX14" fmla="*/ 8538 w 34009"/>
                <a:gd name="connsiteY14" fmla="*/ 897 h 54530"/>
                <a:gd name="connsiteX15" fmla="*/ 15498 w 34009"/>
                <a:gd name="connsiteY15" fmla="*/ 0 h 54530"/>
                <a:gd name="connsiteX16" fmla="*/ 28772 w 34009"/>
                <a:gd name="connsiteY16" fmla="*/ 4161 h 54530"/>
                <a:gd name="connsiteX17" fmla="*/ 33722 w 34009"/>
                <a:gd name="connsiteY17" fmla="*/ 15283 h 54530"/>
                <a:gd name="connsiteX18" fmla="*/ 32466 w 34009"/>
                <a:gd name="connsiteY18" fmla="*/ 21561 h 54530"/>
                <a:gd name="connsiteX19" fmla="*/ 27982 w 34009"/>
                <a:gd name="connsiteY19" fmla="*/ 28521 h 54530"/>
                <a:gd name="connsiteX20" fmla="*/ 22278 w 34009"/>
                <a:gd name="connsiteY20" fmla="*/ 34547 h 54530"/>
                <a:gd name="connsiteX21" fmla="*/ 8717 w 34009"/>
                <a:gd name="connsiteY21" fmla="*/ 48431 h 545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4009" h="54530">
                  <a:moveTo>
                    <a:pt x="8717" y="48431"/>
                  </a:moveTo>
                  <a:lnTo>
                    <a:pt x="34009" y="48431"/>
                  </a:lnTo>
                  <a:lnTo>
                    <a:pt x="34009" y="54530"/>
                  </a:lnTo>
                  <a:lnTo>
                    <a:pt x="0" y="54530"/>
                  </a:lnTo>
                  <a:lnTo>
                    <a:pt x="0" y="48431"/>
                  </a:lnTo>
                  <a:cubicBezTo>
                    <a:pt x="2750" y="45586"/>
                    <a:pt x="6493" y="41770"/>
                    <a:pt x="11229" y="36987"/>
                  </a:cubicBezTo>
                  <a:cubicBezTo>
                    <a:pt x="15988" y="32179"/>
                    <a:pt x="18978" y="29082"/>
                    <a:pt x="20197" y="27696"/>
                  </a:cubicBezTo>
                  <a:cubicBezTo>
                    <a:pt x="22517" y="25088"/>
                    <a:pt x="24132" y="22888"/>
                    <a:pt x="25040" y="21094"/>
                  </a:cubicBezTo>
                  <a:cubicBezTo>
                    <a:pt x="25973" y="19277"/>
                    <a:pt x="26440" y="17495"/>
                    <a:pt x="26440" y="15749"/>
                  </a:cubicBezTo>
                  <a:cubicBezTo>
                    <a:pt x="26440" y="12903"/>
                    <a:pt x="25435" y="10583"/>
                    <a:pt x="23426" y="8790"/>
                  </a:cubicBezTo>
                  <a:cubicBezTo>
                    <a:pt x="21441" y="6995"/>
                    <a:pt x="18847" y="6098"/>
                    <a:pt x="15642" y="6098"/>
                  </a:cubicBezTo>
                  <a:cubicBezTo>
                    <a:pt x="13369" y="6098"/>
                    <a:pt x="10966" y="6493"/>
                    <a:pt x="8430" y="7282"/>
                  </a:cubicBezTo>
                  <a:cubicBezTo>
                    <a:pt x="5919" y="8071"/>
                    <a:pt x="3229" y="9268"/>
                    <a:pt x="359" y="10870"/>
                  </a:cubicBezTo>
                  <a:lnTo>
                    <a:pt x="359" y="3551"/>
                  </a:lnTo>
                  <a:cubicBezTo>
                    <a:pt x="3277" y="2380"/>
                    <a:pt x="6003" y="1495"/>
                    <a:pt x="8538" y="897"/>
                  </a:cubicBezTo>
                  <a:cubicBezTo>
                    <a:pt x="11074" y="299"/>
                    <a:pt x="13393" y="0"/>
                    <a:pt x="15498" y="0"/>
                  </a:cubicBezTo>
                  <a:cubicBezTo>
                    <a:pt x="21046" y="0"/>
                    <a:pt x="25471" y="1387"/>
                    <a:pt x="28772" y="4161"/>
                  </a:cubicBezTo>
                  <a:cubicBezTo>
                    <a:pt x="32072" y="6936"/>
                    <a:pt x="33722" y="10643"/>
                    <a:pt x="33722" y="15283"/>
                  </a:cubicBezTo>
                  <a:cubicBezTo>
                    <a:pt x="33722" y="17484"/>
                    <a:pt x="33303" y="19576"/>
                    <a:pt x="32466" y="21561"/>
                  </a:cubicBezTo>
                  <a:cubicBezTo>
                    <a:pt x="31653" y="23523"/>
                    <a:pt x="30158" y="25842"/>
                    <a:pt x="27982" y="28521"/>
                  </a:cubicBezTo>
                  <a:cubicBezTo>
                    <a:pt x="27385" y="29214"/>
                    <a:pt x="25483" y="31223"/>
                    <a:pt x="22278" y="34547"/>
                  </a:cubicBezTo>
                  <a:cubicBezTo>
                    <a:pt x="19073" y="37848"/>
                    <a:pt x="14553" y="42475"/>
                    <a:pt x="8717" y="48431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0" name="Freeform 1199">
              <a:extLst>
                <a:ext uri="{FF2B5EF4-FFF2-40B4-BE49-F238E27FC236}">
                  <a16:creationId xmlns:a16="http://schemas.microsoft.com/office/drawing/2014/main" id="{1D3DDB6D-6295-6CEB-A853-5079218FC610}"/>
                </a:ext>
              </a:extLst>
            </p:cNvPr>
            <p:cNvSpPr/>
            <p:nvPr/>
          </p:nvSpPr>
          <p:spPr>
            <a:xfrm>
              <a:off x="5304922" y="4283375"/>
              <a:ext cx="77330" cy="42357"/>
            </a:xfrm>
            <a:custGeom>
              <a:avLst/>
              <a:gdLst>
                <a:gd name="connsiteX0" fmla="*/ 5850 w 77330"/>
                <a:gd name="connsiteY0" fmla="*/ 0 h 42357"/>
                <a:gd name="connsiteX1" fmla="*/ 9542 w 77330"/>
                <a:gd name="connsiteY1" fmla="*/ 1452 h 42357"/>
                <a:gd name="connsiteX2" fmla="*/ 10952 w 77330"/>
                <a:gd name="connsiteY2" fmla="*/ 4647 h 42357"/>
                <a:gd name="connsiteX3" fmla="*/ 10164 w 77330"/>
                <a:gd name="connsiteY3" fmla="*/ 6886 h 42357"/>
                <a:gd name="connsiteX4" fmla="*/ 8007 w 77330"/>
                <a:gd name="connsiteY4" fmla="*/ 7800 h 42357"/>
                <a:gd name="connsiteX5" fmla="*/ 5103 w 77330"/>
                <a:gd name="connsiteY5" fmla="*/ 6721 h 42357"/>
                <a:gd name="connsiteX6" fmla="*/ 3402 w 77330"/>
                <a:gd name="connsiteY6" fmla="*/ 3194 h 42357"/>
                <a:gd name="connsiteX7" fmla="*/ 1867 w 77330"/>
                <a:gd name="connsiteY7" fmla="*/ 7384 h 42357"/>
                <a:gd name="connsiteX8" fmla="*/ 2697 w 77330"/>
                <a:gd name="connsiteY8" fmla="*/ 9750 h 42357"/>
                <a:gd name="connsiteX9" fmla="*/ 4771 w 77330"/>
                <a:gd name="connsiteY9" fmla="*/ 11368 h 42357"/>
                <a:gd name="connsiteX10" fmla="*/ 13607 w 77330"/>
                <a:gd name="connsiteY10" fmla="*/ 13400 h 42357"/>
                <a:gd name="connsiteX11" fmla="*/ 18420 w 77330"/>
                <a:gd name="connsiteY11" fmla="*/ 14272 h 42357"/>
                <a:gd name="connsiteX12" fmla="*/ 23274 w 77330"/>
                <a:gd name="connsiteY12" fmla="*/ 15184 h 42357"/>
                <a:gd name="connsiteX13" fmla="*/ 23274 w 77330"/>
                <a:gd name="connsiteY13" fmla="*/ 8132 h 42357"/>
                <a:gd name="connsiteX14" fmla="*/ 23315 w 77330"/>
                <a:gd name="connsiteY14" fmla="*/ 6846 h 42357"/>
                <a:gd name="connsiteX15" fmla="*/ 23564 w 77330"/>
                <a:gd name="connsiteY15" fmla="*/ 6182 h 42357"/>
                <a:gd name="connsiteX16" fmla="*/ 24228 w 77330"/>
                <a:gd name="connsiteY16" fmla="*/ 5849 h 42357"/>
                <a:gd name="connsiteX17" fmla="*/ 25680 w 77330"/>
                <a:gd name="connsiteY17" fmla="*/ 6389 h 42357"/>
                <a:gd name="connsiteX18" fmla="*/ 25929 w 77330"/>
                <a:gd name="connsiteY18" fmla="*/ 8380 h 42357"/>
                <a:gd name="connsiteX19" fmla="*/ 25929 w 77330"/>
                <a:gd name="connsiteY19" fmla="*/ 15681 h 42357"/>
                <a:gd name="connsiteX20" fmla="*/ 52853 w 77330"/>
                <a:gd name="connsiteY20" fmla="*/ 20784 h 42357"/>
                <a:gd name="connsiteX21" fmla="*/ 56131 w 77330"/>
                <a:gd name="connsiteY21" fmla="*/ 21448 h 42357"/>
                <a:gd name="connsiteX22" fmla="*/ 62603 w 77330"/>
                <a:gd name="connsiteY22" fmla="*/ 23150 h 42357"/>
                <a:gd name="connsiteX23" fmla="*/ 69074 w 77330"/>
                <a:gd name="connsiteY23" fmla="*/ 25556 h 42357"/>
                <a:gd name="connsiteX24" fmla="*/ 71729 w 77330"/>
                <a:gd name="connsiteY24" fmla="*/ 27091 h 42357"/>
                <a:gd name="connsiteX25" fmla="*/ 74385 w 77330"/>
                <a:gd name="connsiteY25" fmla="*/ 29123 h 42357"/>
                <a:gd name="connsiteX26" fmla="*/ 76500 w 77330"/>
                <a:gd name="connsiteY26" fmla="*/ 31903 h 42357"/>
                <a:gd name="connsiteX27" fmla="*/ 77330 w 77330"/>
                <a:gd name="connsiteY27" fmla="*/ 35139 h 42357"/>
                <a:gd name="connsiteX28" fmla="*/ 75754 w 77330"/>
                <a:gd name="connsiteY28" fmla="*/ 40159 h 42357"/>
                <a:gd name="connsiteX29" fmla="*/ 71481 w 77330"/>
                <a:gd name="connsiteY29" fmla="*/ 42358 h 42357"/>
                <a:gd name="connsiteX30" fmla="*/ 67788 w 77330"/>
                <a:gd name="connsiteY30" fmla="*/ 40947 h 42357"/>
                <a:gd name="connsiteX31" fmla="*/ 66378 w 77330"/>
                <a:gd name="connsiteY31" fmla="*/ 37711 h 42357"/>
                <a:gd name="connsiteX32" fmla="*/ 67166 w 77330"/>
                <a:gd name="connsiteY32" fmla="*/ 35512 h 42357"/>
                <a:gd name="connsiteX33" fmla="*/ 69323 w 77330"/>
                <a:gd name="connsiteY33" fmla="*/ 34558 h 42357"/>
                <a:gd name="connsiteX34" fmla="*/ 70568 w 77330"/>
                <a:gd name="connsiteY34" fmla="*/ 34765 h 42357"/>
                <a:gd name="connsiteX35" fmla="*/ 71978 w 77330"/>
                <a:gd name="connsiteY35" fmla="*/ 35429 h 42357"/>
                <a:gd name="connsiteX36" fmla="*/ 73306 w 77330"/>
                <a:gd name="connsiteY36" fmla="*/ 36881 h 42357"/>
                <a:gd name="connsiteX37" fmla="*/ 73928 w 77330"/>
                <a:gd name="connsiteY37" fmla="*/ 39246 h 42357"/>
                <a:gd name="connsiteX38" fmla="*/ 75463 w 77330"/>
                <a:gd name="connsiteY38" fmla="*/ 35139 h 42357"/>
                <a:gd name="connsiteX39" fmla="*/ 75131 w 77330"/>
                <a:gd name="connsiteY39" fmla="*/ 33645 h 42357"/>
                <a:gd name="connsiteX40" fmla="*/ 74094 w 77330"/>
                <a:gd name="connsiteY40" fmla="*/ 32359 h 42357"/>
                <a:gd name="connsiteX41" fmla="*/ 72601 w 77330"/>
                <a:gd name="connsiteY41" fmla="*/ 31280 h 42357"/>
                <a:gd name="connsiteX42" fmla="*/ 70526 w 77330"/>
                <a:gd name="connsiteY42" fmla="*/ 30368 h 42357"/>
                <a:gd name="connsiteX43" fmla="*/ 68203 w 77330"/>
                <a:gd name="connsiteY43" fmla="*/ 29621 h 42357"/>
                <a:gd name="connsiteX44" fmla="*/ 65424 w 77330"/>
                <a:gd name="connsiteY44" fmla="*/ 28958 h 42357"/>
                <a:gd name="connsiteX45" fmla="*/ 62561 w 77330"/>
                <a:gd name="connsiteY45" fmla="*/ 28335 h 42357"/>
                <a:gd name="connsiteX46" fmla="*/ 59491 w 77330"/>
                <a:gd name="connsiteY46" fmla="*/ 27754 h 42357"/>
                <a:gd name="connsiteX47" fmla="*/ 25929 w 77330"/>
                <a:gd name="connsiteY47" fmla="*/ 21407 h 42357"/>
                <a:gd name="connsiteX48" fmla="*/ 25929 w 77330"/>
                <a:gd name="connsiteY48" fmla="*/ 27007 h 42357"/>
                <a:gd name="connsiteX49" fmla="*/ 25887 w 77330"/>
                <a:gd name="connsiteY49" fmla="*/ 28418 h 42357"/>
                <a:gd name="connsiteX50" fmla="*/ 25638 w 77330"/>
                <a:gd name="connsiteY50" fmla="*/ 29082 h 42357"/>
                <a:gd name="connsiteX51" fmla="*/ 24892 w 77330"/>
                <a:gd name="connsiteY51" fmla="*/ 29372 h 42357"/>
                <a:gd name="connsiteX52" fmla="*/ 23772 w 77330"/>
                <a:gd name="connsiteY52" fmla="*/ 29041 h 42357"/>
                <a:gd name="connsiteX53" fmla="*/ 23357 w 77330"/>
                <a:gd name="connsiteY53" fmla="*/ 28252 h 42357"/>
                <a:gd name="connsiteX54" fmla="*/ 23274 w 77330"/>
                <a:gd name="connsiteY54" fmla="*/ 26842 h 42357"/>
                <a:gd name="connsiteX55" fmla="*/ 23274 w 77330"/>
                <a:gd name="connsiteY55" fmla="*/ 20951 h 42357"/>
                <a:gd name="connsiteX56" fmla="*/ 9957 w 77330"/>
                <a:gd name="connsiteY56" fmla="*/ 18171 h 42357"/>
                <a:gd name="connsiteX57" fmla="*/ 4895 w 77330"/>
                <a:gd name="connsiteY57" fmla="*/ 15848 h 42357"/>
                <a:gd name="connsiteX58" fmla="*/ 1784 w 77330"/>
                <a:gd name="connsiteY58" fmla="*/ 12861 h 42357"/>
                <a:gd name="connsiteX59" fmla="*/ 415 w 77330"/>
                <a:gd name="connsiteY59" fmla="*/ 9998 h 42357"/>
                <a:gd name="connsiteX60" fmla="*/ 0 w 77330"/>
                <a:gd name="connsiteY60" fmla="*/ 7384 h 42357"/>
                <a:gd name="connsiteX61" fmla="*/ 1577 w 77330"/>
                <a:gd name="connsiteY61" fmla="*/ 2241 h 42357"/>
                <a:gd name="connsiteX62" fmla="*/ 5850 w 77330"/>
                <a:gd name="connsiteY62" fmla="*/ 0 h 42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77330" h="42357">
                  <a:moveTo>
                    <a:pt x="5850" y="0"/>
                  </a:moveTo>
                  <a:cubicBezTo>
                    <a:pt x="7371" y="0"/>
                    <a:pt x="8601" y="484"/>
                    <a:pt x="9542" y="1452"/>
                  </a:cubicBezTo>
                  <a:cubicBezTo>
                    <a:pt x="10482" y="2392"/>
                    <a:pt x="10952" y="3457"/>
                    <a:pt x="10952" y="4647"/>
                  </a:cubicBezTo>
                  <a:cubicBezTo>
                    <a:pt x="10952" y="5504"/>
                    <a:pt x="10690" y="6251"/>
                    <a:pt x="10164" y="6886"/>
                  </a:cubicBezTo>
                  <a:cubicBezTo>
                    <a:pt x="9639" y="7495"/>
                    <a:pt x="8920" y="7800"/>
                    <a:pt x="8007" y="7800"/>
                  </a:cubicBezTo>
                  <a:cubicBezTo>
                    <a:pt x="7067" y="7800"/>
                    <a:pt x="6099" y="7440"/>
                    <a:pt x="5103" y="6721"/>
                  </a:cubicBezTo>
                  <a:cubicBezTo>
                    <a:pt x="4107" y="6002"/>
                    <a:pt x="3540" y="4827"/>
                    <a:pt x="3402" y="3194"/>
                  </a:cubicBezTo>
                  <a:cubicBezTo>
                    <a:pt x="2379" y="4273"/>
                    <a:pt x="1867" y="5670"/>
                    <a:pt x="1867" y="7384"/>
                  </a:cubicBezTo>
                  <a:cubicBezTo>
                    <a:pt x="1867" y="8242"/>
                    <a:pt x="2144" y="9030"/>
                    <a:pt x="2697" y="9750"/>
                  </a:cubicBezTo>
                  <a:cubicBezTo>
                    <a:pt x="3222" y="10441"/>
                    <a:pt x="3914" y="10981"/>
                    <a:pt x="4771" y="11368"/>
                  </a:cubicBezTo>
                  <a:cubicBezTo>
                    <a:pt x="5656" y="11782"/>
                    <a:pt x="8601" y="12460"/>
                    <a:pt x="13607" y="13400"/>
                  </a:cubicBezTo>
                  <a:cubicBezTo>
                    <a:pt x="15239" y="13704"/>
                    <a:pt x="16843" y="13994"/>
                    <a:pt x="18420" y="14272"/>
                  </a:cubicBezTo>
                  <a:cubicBezTo>
                    <a:pt x="19996" y="14548"/>
                    <a:pt x="21614" y="14852"/>
                    <a:pt x="23274" y="15184"/>
                  </a:cubicBezTo>
                  <a:lnTo>
                    <a:pt x="23274" y="8132"/>
                  </a:lnTo>
                  <a:cubicBezTo>
                    <a:pt x="23274" y="7523"/>
                    <a:pt x="23288" y="7095"/>
                    <a:pt x="23315" y="6846"/>
                  </a:cubicBezTo>
                  <a:cubicBezTo>
                    <a:pt x="23343" y="6597"/>
                    <a:pt x="23426" y="6375"/>
                    <a:pt x="23564" y="6182"/>
                  </a:cubicBezTo>
                  <a:cubicBezTo>
                    <a:pt x="23702" y="5960"/>
                    <a:pt x="23924" y="5849"/>
                    <a:pt x="24228" y="5849"/>
                  </a:cubicBezTo>
                  <a:cubicBezTo>
                    <a:pt x="25002" y="5849"/>
                    <a:pt x="25486" y="6029"/>
                    <a:pt x="25680" y="6389"/>
                  </a:cubicBezTo>
                  <a:cubicBezTo>
                    <a:pt x="25846" y="6721"/>
                    <a:pt x="25929" y="7384"/>
                    <a:pt x="25929" y="8380"/>
                  </a:cubicBezTo>
                  <a:lnTo>
                    <a:pt x="25929" y="15681"/>
                  </a:lnTo>
                  <a:lnTo>
                    <a:pt x="52853" y="20784"/>
                  </a:lnTo>
                  <a:cubicBezTo>
                    <a:pt x="53379" y="20868"/>
                    <a:pt x="54471" y="21089"/>
                    <a:pt x="56131" y="21448"/>
                  </a:cubicBezTo>
                  <a:cubicBezTo>
                    <a:pt x="57762" y="21781"/>
                    <a:pt x="59920" y="22347"/>
                    <a:pt x="62603" y="23150"/>
                  </a:cubicBezTo>
                  <a:cubicBezTo>
                    <a:pt x="65313" y="23951"/>
                    <a:pt x="67470" y="24754"/>
                    <a:pt x="69074" y="25556"/>
                  </a:cubicBezTo>
                  <a:cubicBezTo>
                    <a:pt x="69987" y="25998"/>
                    <a:pt x="70872" y="26510"/>
                    <a:pt x="71729" y="27091"/>
                  </a:cubicBezTo>
                  <a:cubicBezTo>
                    <a:pt x="72614" y="27644"/>
                    <a:pt x="73500" y="28322"/>
                    <a:pt x="74385" y="29123"/>
                  </a:cubicBezTo>
                  <a:cubicBezTo>
                    <a:pt x="75270" y="29925"/>
                    <a:pt x="75975" y="30852"/>
                    <a:pt x="76500" y="31903"/>
                  </a:cubicBezTo>
                  <a:cubicBezTo>
                    <a:pt x="77054" y="32954"/>
                    <a:pt x="77330" y="34033"/>
                    <a:pt x="77330" y="35139"/>
                  </a:cubicBezTo>
                  <a:cubicBezTo>
                    <a:pt x="77330" y="37019"/>
                    <a:pt x="76805" y="38693"/>
                    <a:pt x="75754" y="40159"/>
                  </a:cubicBezTo>
                  <a:cubicBezTo>
                    <a:pt x="74703" y="41624"/>
                    <a:pt x="73278" y="42358"/>
                    <a:pt x="71481" y="42358"/>
                  </a:cubicBezTo>
                  <a:cubicBezTo>
                    <a:pt x="69959" y="42358"/>
                    <a:pt x="68729" y="41887"/>
                    <a:pt x="67788" y="40947"/>
                  </a:cubicBezTo>
                  <a:cubicBezTo>
                    <a:pt x="66848" y="39979"/>
                    <a:pt x="66378" y="38900"/>
                    <a:pt x="66378" y="37711"/>
                  </a:cubicBezTo>
                  <a:cubicBezTo>
                    <a:pt x="66378" y="36854"/>
                    <a:pt x="66641" y="36120"/>
                    <a:pt x="67166" y="35512"/>
                  </a:cubicBezTo>
                  <a:cubicBezTo>
                    <a:pt x="67691" y="34876"/>
                    <a:pt x="68411" y="34558"/>
                    <a:pt x="69323" y="34558"/>
                  </a:cubicBezTo>
                  <a:cubicBezTo>
                    <a:pt x="69710" y="34558"/>
                    <a:pt x="70125" y="34627"/>
                    <a:pt x="70568" y="34765"/>
                  </a:cubicBezTo>
                  <a:cubicBezTo>
                    <a:pt x="71010" y="34903"/>
                    <a:pt x="71481" y="35125"/>
                    <a:pt x="71978" y="35429"/>
                  </a:cubicBezTo>
                  <a:cubicBezTo>
                    <a:pt x="72504" y="35733"/>
                    <a:pt x="72946" y="36218"/>
                    <a:pt x="73306" y="36881"/>
                  </a:cubicBezTo>
                  <a:cubicBezTo>
                    <a:pt x="73666" y="37544"/>
                    <a:pt x="73873" y="38333"/>
                    <a:pt x="73928" y="39246"/>
                  </a:cubicBezTo>
                  <a:cubicBezTo>
                    <a:pt x="74952" y="38167"/>
                    <a:pt x="75463" y="36798"/>
                    <a:pt x="75463" y="35139"/>
                  </a:cubicBezTo>
                  <a:cubicBezTo>
                    <a:pt x="75463" y="34614"/>
                    <a:pt x="75353" y="34115"/>
                    <a:pt x="75131" y="33645"/>
                  </a:cubicBezTo>
                  <a:cubicBezTo>
                    <a:pt x="74938" y="33175"/>
                    <a:pt x="74592" y="32746"/>
                    <a:pt x="74094" y="32359"/>
                  </a:cubicBezTo>
                  <a:cubicBezTo>
                    <a:pt x="73596" y="31944"/>
                    <a:pt x="73098" y="31584"/>
                    <a:pt x="72601" y="31280"/>
                  </a:cubicBezTo>
                  <a:cubicBezTo>
                    <a:pt x="72130" y="30977"/>
                    <a:pt x="71439" y="30672"/>
                    <a:pt x="70526" y="30368"/>
                  </a:cubicBezTo>
                  <a:cubicBezTo>
                    <a:pt x="69641" y="30064"/>
                    <a:pt x="68867" y="29815"/>
                    <a:pt x="68203" y="29621"/>
                  </a:cubicBezTo>
                  <a:cubicBezTo>
                    <a:pt x="67539" y="29427"/>
                    <a:pt x="66613" y="29206"/>
                    <a:pt x="65424" y="28958"/>
                  </a:cubicBezTo>
                  <a:cubicBezTo>
                    <a:pt x="64234" y="28680"/>
                    <a:pt x="63280" y="28473"/>
                    <a:pt x="62561" y="28335"/>
                  </a:cubicBezTo>
                  <a:cubicBezTo>
                    <a:pt x="61870" y="28197"/>
                    <a:pt x="60846" y="28003"/>
                    <a:pt x="59491" y="27754"/>
                  </a:cubicBezTo>
                  <a:lnTo>
                    <a:pt x="25929" y="21407"/>
                  </a:lnTo>
                  <a:lnTo>
                    <a:pt x="25929" y="27007"/>
                  </a:lnTo>
                  <a:cubicBezTo>
                    <a:pt x="25929" y="27671"/>
                    <a:pt x="25915" y="28141"/>
                    <a:pt x="25887" y="28418"/>
                  </a:cubicBezTo>
                  <a:cubicBezTo>
                    <a:pt x="25860" y="28667"/>
                    <a:pt x="25777" y="28888"/>
                    <a:pt x="25638" y="29082"/>
                  </a:cubicBezTo>
                  <a:cubicBezTo>
                    <a:pt x="25472" y="29275"/>
                    <a:pt x="25224" y="29372"/>
                    <a:pt x="24892" y="29372"/>
                  </a:cubicBezTo>
                  <a:cubicBezTo>
                    <a:pt x="24366" y="29372"/>
                    <a:pt x="23993" y="29261"/>
                    <a:pt x="23772" y="29041"/>
                  </a:cubicBezTo>
                  <a:cubicBezTo>
                    <a:pt x="23523" y="28792"/>
                    <a:pt x="23384" y="28529"/>
                    <a:pt x="23357" y="28252"/>
                  </a:cubicBezTo>
                  <a:cubicBezTo>
                    <a:pt x="23301" y="27975"/>
                    <a:pt x="23274" y="27505"/>
                    <a:pt x="23274" y="26842"/>
                  </a:cubicBezTo>
                  <a:lnTo>
                    <a:pt x="23274" y="20951"/>
                  </a:lnTo>
                  <a:cubicBezTo>
                    <a:pt x="16276" y="19623"/>
                    <a:pt x="11837" y="18696"/>
                    <a:pt x="9957" y="18171"/>
                  </a:cubicBezTo>
                  <a:cubicBezTo>
                    <a:pt x="7965" y="17562"/>
                    <a:pt x="6278" y="16788"/>
                    <a:pt x="4895" y="15848"/>
                  </a:cubicBezTo>
                  <a:cubicBezTo>
                    <a:pt x="3485" y="14907"/>
                    <a:pt x="2448" y="13912"/>
                    <a:pt x="1784" y="12861"/>
                  </a:cubicBezTo>
                  <a:cubicBezTo>
                    <a:pt x="1120" y="11810"/>
                    <a:pt x="664" y="10856"/>
                    <a:pt x="415" y="9998"/>
                  </a:cubicBezTo>
                  <a:cubicBezTo>
                    <a:pt x="138" y="9114"/>
                    <a:pt x="0" y="8242"/>
                    <a:pt x="0" y="7384"/>
                  </a:cubicBezTo>
                  <a:cubicBezTo>
                    <a:pt x="0" y="5448"/>
                    <a:pt x="526" y="3734"/>
                    <a:pt x="1577" y="2241"/>
                  </a:cubicBezTo>
                  <a:cubicBezTo>
                    <a:pt x="2600" y="747"/>
                    <a:pt x="4024" y="0"/>
                    <a:pt x="5850" y="0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01" name="Freeform 1200">
            <a:extLst>
              <a:ext uri="{FF2B5EF4-FFF2-40B4-BE49-F238E27FC236}">
                <a16:creationId xmlns:a16="http://schemas.microsoft.com/office/drawing/2014/main" id="{AD42C99B-9A09-59EE-859B-B881C43EAA2C}"/>
              </a:ext>
            </a:extLst>
          </p:cNvPr>
          <p:cNvSpPr/>
          <p:nvPr/>
        </p:nvSpPr>
        <p:spPr>
          <a:xfrm>
            <a:off x="5577278" y="4484008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02" name="Freeform 1201">
            <a:extLst>
              <a:ext uri="{FF2B5EF4-FFF2-40B4-BE49-F238E27FC236}">
                <a16:creationId xmlns:a16="http://schemas.microsoft.com/office/drawing/2014/main" id="{1D356DB0-EC89-B0B1-AD1F-34818E90771B}"/>
              </a:ext>
            </a:extLst>
          </p:cNvPr>
          <p:cNvSpPr/>
          <p:nvPr/>
        </p:nvSpPr>
        <p:spPr>
          <a:xfrm>
            <a:off x="5637059" y="4501660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03" name="Freeform 1202">
            <a:extLst>
              <a:ext uri="{FF2B5EF4-FFF2-40B4-BE49-F238E27FC236}">
                <a16:creationId xmlns:a16="http://schemas.microsoft.com/office/drawing/2014/main" id="{C88C5E78-7527-D1DD-281B-DF86851CA5FF}"/>
              </a:ext>
            </a:extLst>
          </p:cNvPr>
          <p:cNvSpPr/>
          <p:nvPr/>
        </p:nvSpPr>
        <p:spPr>
          <a:xfrm>
            <a:off x="5696840" y="4518493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04" name="Freeform 1203">
            <a:extLst>
              <a:ext uri="{FF2B5EF4-FFF2-40B4-BE49-F238E27FC236}">
                <a16:creationId xmlns:a16="http://schemas.microsoft.com/office/drawing/2014/main" id="{685B623E-9F70-5411-7604-2CCA1AE2D986}"/>
              </a:ext>
            </a:extLst>
          </p:cNvPr>
          <p:cNvSpPr/>
          <p:nvPr/>
        </p:nvSpPr>
        <p:spPr>
          <a:xfrm>
            <a:off x="5756621" y="4535297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05" name="Freeform 1204">
            <a:extLst>
              <a:ext uri="{FF2B5EF4-FFF2-40B4-BE49-F238E27FC236}">
                <a16:creationId xmlns:a16="http://schemas.microsoft.com/office/drawing/2014/main" id="{913111F8-F66E-AFB1-4593-29887BB99AFA}"/>
              </a:ext>
            </a:extLst>
          </p:cNvPr>
          <p:cNvSpPr/>
          <p:nvPr/>
        </p:nvSpPr>
        <p:spPr>
          <a:xfrm>
            <a:off x="5816402" y="4551306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06" name="Freeform 1205">
            <a:extLst>
              <a:ext uri="{FF2B5EF4-FFF2-40B4-BE49-F238E27FC236}">
                <a16:creationId xmlns:a16="http://schemas.microsoft.com/office/drawing/2014/main" id="{081DC22F-A10A-8412-4B64-FD4DA4047EAE}"/>
              </a:ext>
            </a:extLst>
          </p:cNvPr>
          <p:cNvSpPr/>
          <p:nvPr/>
        </p:nvSpPr>
        <p:spPr>
          <a:xfrm>
            <a:off x="5876184" y="4563049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07" name="Freeform 1206">
            <a:extLst>
              <a:ext uri="{FF2B5EF4-FFF2-40B4-BE49-F238E27FC236}">
                <a16:creationId xmlns:a16="http://schemas.microsoft.com/office/drawing/2014/main" id="{08DAED89-160D-BADE-BBA6-48E116CE5A88}"/>
              </a:ext>
            </a:extLst>
          </p:cNvPr>
          <p:cNvSpPr/>
          <p:nvPr/>
        </p:nvSpPr>
        <p:spPr>
          <a:xfrm>
            <a:off x="5935965" y="4564652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08" name="Freeform 1207">
            <a:extLst>
              <a:ext uri="{FF2B5EF4-FFF2-40B4-BE49-F238E27FC236}">
                <a16:creationId xmlns:a16="http://schemas.microsoft.com/office/drawing/2014/main" id="{0864221C-D15D-40B9-4F36-C5CC70CB5D4D}"/>
              </a:ext>
            </a:extLst>
          </p:cNvPr>
          <p:cNvSpPr/>
          <p:nvPr/>
        </p:nvSpPr>
        <p:spPr>
          <a:xfrm>
            <a:off x="5995746" y="4549933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09" name="Freeform 1208">
            <a:extLst>
              <a:ext uri="{FF2B5EF4-FFF2-40B4-BE49-F238E27FC236}">
                <a16:creationId xmlns:a16="http://schemas.microsoft.com/office/drawing/2014/main" id="{C8E9ACEE-EA5B-54AF-F8C3-29719E2B7003}"/>
              </a:ext>
            </a:extLst>
          </p:cNvPr>
          <p:cNvSpPr/>
          <p:nvPr/>
        </p:nvSpPr>
        <p:spPr>
          <a:xfrm>
            <a:off x="6055527" y="4515102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10" name="Freeform 1209">
            <a:extLst>
              <a:ext uri="{FF2B5EF4-FFF2-40B4-BE49-F238E27FC236}">
                <a16:creationId xmlns:a16="http://schemas.microsoft.com/office/drawing/2014/main" id="{1B6243CA-42AB-AF3E-75C2-3C11A90628B0}"/>
              </a:ext>
            </a:extLst>
          </p:cNvPr>
          <p:cNvSpPr/>
          <p:nvPr/>
        </p:nvSpPr>
        <p:spPr>
          <a:xfrm>
            <a:off x="6115308" y="4460701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11" name="Freeform 1210">
            <a:extLst>
              <a:ext uri="{FF2B5EF4-FFF2-40B4-BE49-F238E27FC236}">
                <a16:creationId xmlns:a16="http://schemas.microsoft.com/office/drawing/2014/main" id="{1B9FD41F-E1D8-E8B2-C898-9C888B4C2893}"/>
              </a:ext>
            </a:extLst>
          </p:cNvPr>
          <p:cNvSpPr/>
          <p:nvPr/>
        </p:nvSpPr>
        <p:spPr>
          <a:xfrm>
            <a:off x="6175090" y="4391553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12" name="Freeform 1211">
            <a:extLst>
              <a:ext uri="{FF2B5EF4-FFF2-40B4-BE49-F238E27FC236}">
                <a16:creationId xmlns:a16="http://schemas.microsoft.com/office/drawing/2014/main" id="{D2FB5682-2DE5-B92A-FC1C-5E6B65E6D922}"/>
              </a:ext>
            </a:extLst>
          </p:cNvPr>
          <p:cNvSpPr/>
          <p:nvPr/>
        </p:nvSpPr>
        <p:spPr>
          <a:xfrm>
            <a:off x="6234868" y="4314886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13" name="Freeform 1212">
            <a:extLst>
              <a:ext uri="{FF2B5EF4-FFF2-40B4-BE49-F238E27FC236}">
                <a16:creationId xmlns:a16="http://schemas.microsoft.com/office/drawing/2014/main" id="{67E8FA4E-5903-C691-AEFC-D955C36B7334}"/>
              </a:ext>
            </a:extLst>
          </p:cNvPr>
          <p:cNvSpPr/>
          <p:nvPr/>
        </p:nvSpPr>
        <p:spPr>
          <a:xfrm>
            <a:off x="6294655" y="4237700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14" name="Freeform 1213">
            <a:extLst>
              <a:ext uri="{FF2B5EF4-FFF2-40B4-BE49-F238E27FC236}">
                <a16:creationId xmlns:a16="http://schemas.microsoft.com/office/drawing/2014/main" id="{A6386060-3F7E-8E21-D47F-C5ECD64B3199}"/>
              </a:ext>
            </a:extLst>
          </p:cNvPr>
          <p:cNvSpPr/>
          <p:nvPr/>
        </p:nvSpPr>
        <p:spPr>
          <a:xfrm>
            <a:off x="6354434" y="4164692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15" name="Freeform 1214">
            <a:extLst>
              <a:ext uri="{FF2B5EF4-FFF2-40B4-BE49-F238E27FC236}">
                <a16:creationId xmlns:a16="http://schemas.microsoft.com/office/drawing/2014/main" id="{2AB0BC61-CA64-7B62-0A3B-02A3FDAF1DE9}"/>
              </a:ext>
            </a:extLst>
          </p:cNvPr>
          <p:cNvSpPr/>
          <p:nvPr/>
        </p:nvSpPr>
        <p:spPr>
          <a:xfrm>
            <a:off x="6414212" y="4097595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16" name="Freeform 1215">
            <a:extLst>
              <a:ext uri="{FF2B5EF4-FFF2-40B4-BE49-F238E27FC236}">
                <a16:creationId xmlns:a16="http://schemas.microsoft.com/office/drawing/2014/main" id="{D585B431-E5FF-75F7-18AA-0C81C2B5D643}"/>
              </a:ext>
            </a:extLst>
          </p:cNvPr>
          <p:cNvSpPr/>
          <p:nvPr/>
        </p:nvSpPr>
        <p:spPr>
          <a:xfrm>
            <a:off x="6473990" y="4035902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17" name="Freeform 1216">
            <a:extLst>
              <a:ext uri="{FF2B5EF4-FFF2-40B4-BE49-F238E27FC236}">
                <a16:creationId xmlns:a16="http://schemas.microsoft.com/office/drawing/2014/main" id="{5A3964B9-781C-F4DC-1693-ACBD0E9A4E09}"/>
              </a:ext>
            </a:extLst>
          </p:cNvPr>
          <p:cNvSpPr/>
          <p:nvPr/>
        </p:nvSpPr>
        <p:spPr>
          <a:xfrm>
            <a:off x="6533777" y="3978389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18" name="Freeform 1217">
            <a:extLst>
              <a:ext uri="{FF2B5EF4-FFF2-40B4-BE49-F238E27FC236}">
                <a16:creationId xmlns:a16="http://schemas.microsoft.com/office/drawing/2014/main" id="{17D7957B-B4D5-5E30-2AD5-E46999B734F4}"/>
              </a:ext>
            </a:extLst>
          </p:cNvPr>
          <p:cNvSpPr/>
          <p:nvPr/>
        </p:nvSpPr>
        <p:spPr>
          <a:xfrm>
            <a:off x="6593556" y="3924613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19" name="Freeform 1218">
            <a:extLst>
              <a:ext uri="{FF2B5EF4-FFF2-40B4-BE49-F238E27FC236}">
                <a16:creationId xmlns:a16="http://schemas.microsoft.com/office/drawing/2014/main" id="{B4EB8632-5AFB-6449-5A38-F4108538A24B}"/>
              </a:ext>
            </a:extLst>
          </p:cNvPr>
          <p:cNvSpPr/>
          <p:nvPr/>
        </p:nvSpPr>
        <p:spPr>
          <a:xfrm>
            <a:off x="6653334" y="3875748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20" name="Freeform 1219">
            <a:extLst>
              <a:ext uri="{FF2B5EF4-FFF2-40B4-BE49-F238E27FC236}">
                <a16:creationId xmlns:a16="http://schemas.microsoft.com/office/drawing/2014/main" id="{65074E28-F046-11BB-C61D-BF14EFCFF80E}"/>
              </a:ext>
            </a:extLst>
          </p:cNvPr>
          <p:cNvSpPr/>
          <p:nvPr/>
        </p:nvSpPr>
        <p:spPr>
          <a:xfrm>
            <a:off x="6713121" y="3834543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21" name="Freeform 1220">
            <a:extLst>
              <a:ext uri="{FF2B5EF4-FFF2-40B4-BE49-F238E27FC236}">
                <a16:creationId xmlns:a16="http://schemas.microsoft.com/office/drawing/2014/main" id="{2C003174-3116-9D95-FB96-FBB5452286D8}"/>
              </a:ext>
            </a:extLst>
          </p:cNvPr>
          <p:cNvSpPr/>
          <p:nvPr/>
        </p:nvSpPr>
        <p:spPr>
          <a:xfrm>
            <a:off x="6772900" y="3804491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22" name="Freeform 1221">
            <a:extLst>
              <a:ext uri="{FF2B5EF4-FFF2-40B4-BE49-F238E27FC236}">
                <a16:creationId xmlns:a16="http://schemas.microsoft.com/office/drawing/2014/main" id="{62714D5D-224E-42C3-1584-7E2A5103526C}"/>
              </a:ext>
            </a:extLst>
          </p:cNvPr>
          <p:cNvSpPr/>
          <p:nvPr/>
        </p:nvSpPr>
        <p:spPr>
          <a:xfrm>
            <a:off x="6832678" y="3788562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23" name="Freeform 1222">
            <a:extLst>
              <a:ext uri="{FF2B5EF4-FFF2-40B4-BE49-F238E27FC236}">
                <a16:creationId xmlns:a16="http://schemas.microsoft.com/office/drawing/2014/main" id="{8D977488-0319-D5D9-557E-3AFB42FA7DD5}"/>
              </a:ext>
            </a:extLst>
          </p:cNvPr>
          <p:cNvSpPr/>
          <p:nvPr/>
        </p:nvSpPr>
        <p:spPr>
          <a:xfrm>
            <a:off x="6892465" y="3787919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24" name="Freeform 1223">
            <a:extLst>
              <a:ext uri="{FF2B5EF4-FFF2-40B4-BE49-F238E27FC236}">
                <a16:creationId xmlns:a16="http://schemas.microsoft.com/office/drawing/2014/main" id="{5ABD7E10-84C5-8458-0A84-23B1E303081B}"/>
              </a:ext>
            </a:extLst>
          </p:cNvPr>
          <p:cNvSpPr/>
          <p:nvPr/>
        </p:nvSpPr>
        <p:spPr>
          <a:xfrm>
            <a:off x="6952243" y="3801033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25" name="Freeform 1224">
            <a:extLst>
              <a:ext uri="{FF2B5EF4-FFF2-40B4-BE49-F238E27FC236}">
                <a16:creationId xmlns:a16="http://schemas.microsoft.com/office/drawing/2014/main" id="{7526E02D-6986-2229-5F1E-22F59E700DED}"/>
              </a:ext>
            </a:extLst>
          </p:cNvPr>
          <p:cNvSpPr/>
          <p:nvPr/>
        </p:nvSpPr>
        <p:spPr>
          <a:xfrm>
            <a:off x="7012022" y="3823579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26" name="Freeform 1225">
            <a:extLst>
              <a:ext uri="{FF2B5EF4-FFF2-40B4-BE49-F238E27FC236}">
                <a16:creationId xmlns:a16="http://schemas.microsoft.com/office/drawing/2014/main" id="{162B376F-45E3-5609-B799-38FC13ECF712}"/>
              </a:ext>
            </a:extLst>
          </p:cNvPr>
          <p:cNvSpPr/>
          <p:nvPr/>
        </p:nvSpPr>
        <p:spPr>
          <a:xfrm>
            <a:off x="7071809" y="3849340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27" name="Freeform 1226">
            <a:extLst>
              <a:ext uri="{FF2B5EF4-FFF2-40B4-BE49-F238E27FC236}">
                <a16:creationId xmlns:a16="http://schemas.microsoft.com/office/drawing/2014/main" id="{A3510B22-09D2-8DB0-8F79-AE4B8B8DD63F}"/>
              </a:ext>
            </a:extLst>
          </p:cNvPr>
          <p:cNvSpPr/>
          <p:nvPr/>
        </p:nvSpPr>
        <p:spPr>
          <a:xfrm>
            <a:off x="7131587" y="3871994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28" name="Freeform 1227">
            <a:extLst>
              <a:ext uri="{FF2B5EF4-FFF2-40B4-BE49-F238E27FC236}">
                <a16:creationId xmlns:a16="http://schemas.microsoft.com/office/drawing/2014/main" id="{754427C1-7FD3-B8F2-41A1-D1DA78D948EB}"/>
              </a:ext>
            </a:extLst>
          </p:cNvPr>
          <p:cNvSpPr/>
          <p:nvPr/>
        </p:nvSpPr>
        <p:spPr>
          <a:xfrm>
            <a:off x="7191366" y="3887223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29" name="Freeform 1228">
            <a:extLst>
              <a:ext uri="{FF2B5EF4-FFF2-40B4-BE49-F238E27FC236}">
                <a16:creationId xmlns:a16="http://schemas.microsoft.com/office/drawing/2014/main" id="{46495ADC-7629-20E9-0C23-45B927AE148B}"/>
              </a:ext>
            </a:extLst>
          </p:cNvPr>
          <p:cNvSpPr/>
          <p:nvPr/>
        </p:nvSpPr>
        <p:spPr>
          <a:xfrm>
            <a:off x="7251153" y="3894232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30" name="Freeform 1229">
            <a:extLst>
              <a:ext uri="{FF2B5EF4-FFF2-40B4-BE49-F238E27FC236}">
                <a16:creationId xmlns:a16="http://schemas.microsoft.com/office/drawing/2014/main" id="{78C098D0-A9F6-8AE6-BF66-78C79310C82E}"/>
              </a:ext>
            </a:extLst>
          </p:cNvPr>
          <p:cNvSpPr/>
          <p:nvPr/>
        </p:nvSpPr>
        <p:spPr>
          <a:xfrm>
            <a:off x="7310931" y="3895929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31" name="Freeform 1230">
            <a:extLst>
              <a:ext uri="{FF2B5EF4-FFF2-40B4-BE49-F238E27FC236}">
                <a16:creationId xmlns:a16="http://schemas.microsoft.com/office/drawing/2014/main" id="{6148F80E-BFC6-2534-FB99-DCCB8847BA78}"/>
              </a:ext>
            </a:extLst>
          </p:cNvPr>
          <p:cNvSpPr/>
          <p:nvPr/>
        </p:nvSpPr>
        <p:spPr>
          <a:xfrm>
            <a:off x="5590031" y="3800672"/>
            <a:ext cx="1733653" cy="776732"/>
          </a:xfrm>
          <a:custGeom>
            <a:avLst/>
            <a:gdLst>
              <a:gd name="connsiteX0" fmla="*/ 0 w 1733653"/>
              <a:gd name="connsiteY0" fmla="*/ 696088 h 776732"/>
              <a:gd name="connsiteX1" fmla="*/ 59781 w 1733653"/>
              <a:gd name="connsiteY1" fmla="*/ 713740 h 776732"/>
              <a:gd name="connsiteX2" fmla="*/ 119562 w 1733653"/>
              <a:gd name="connsiteY2" fmla="*/ 730574 h 776732"/>
              <a:gd name="connsiteX3" fmla="*/ 179343 w 1733653"/>
              <a:gd name="connsiteY3" fmla="*/ 747378 h 776732"/>
              <a:gd name="connsiteX4" fmla="*/ 239124 w 1733653"/>
              <a:gd name="connsiteY4" fmla="*/ 763386 h 776732"/>
              <a:gd name="connsiteX5" fmla="*/ 298906 w 1733653"/>
              <a:gd name="connsiteY5" fmla="*/ 775129 h 776732"/>
              <a:gd name="connsiteX6" fmla="*/ 358687 w 1733653"/>
              <a:gd name="connsiteY6" fmla="*/ 776732 h 776732"/>
              <a:gd name="connsiteX7" fmla="*/ 418468 w 1733653"/>
              <a:gd name="connsiteY7" fmla="*/ 762014 h 776732"/>
              <a:gd name="connsiteX8" fmla="*/ 478249 w 1733653"/>
              <a:gd name="connsiteY8" fmla="*/ 727183 h 776732"/>
              <a:gd name="connsiteX9" fmla="*/ 538030 w 1733653"/>
              <a:gd name="connsiteY9" fmla="*/ 672782 h 776732"/>
              <a:gd name="connsiteX10" fmla="*/ 597812 w 1733653"/>
              <a:gd name="connsiteY10" fmla="*/ 603634 h 776732"/>
              <a:gd name="connsiteX11" fmla="*/ 657590 w 1733653"/>
              <a:gd name="connsiteY11" fmla="*/ 526967 h 776732"/>
              <a:gd name="connsiteX12" fmla="*/ 717377 w 1733653"/>
              <a:gd name="connsiteY12" fmla="*/ 449780 h 776732"/>
              <a:gd name="connsiteX13" fmla="*/ 777156 w 1733653"/>
              <a:gd name="connsiteY13" fmla="*/ 376773 h 776732"/>
              <a:gd name="connsiteX14" fmla="*/ 836934 w 1733653"/>
              <a:gd name="connsiteY14" fmla="*/ 309676 h 776732"/>
              <a:gd name="connsiteX15" fmla="*/ 896712 w 1733653"/>
              <a:gd name="connsiteY15" fmla="*/ 247983 h 776732"/>
              <a:gd name="connsiteX16" fmla="*/ 956499 w 1733653"/>
              <a:gd name="connsiteY16" fmla="*/ 190470 h 776732"/>
              <a:gd name="connsiteX17" fmla="*/ 1016278 w 1733653"/>
              <a:gd name="connsiteY17" fmla="*/ 136693 h 776732"/>
              <a:gd name="connsiteX18" fmla="*/ 1076056 w 1733653"/>
              <a:gd name="connsiteY18" fmla="*/ 87828 h 776732"/>
              <a:gd name="connsiteX19" fmla="*/ 1135843 w 1733653"/>
              <a:gd name="connsiteY19" fmla="*/ 46624 h 776732"/>
              <a:gd name="connsiteX20" fmla="*/ 1195622 w 1733653"/>
              <a:gd name="connsiteY20" fmla="*/ 16571 h 776732"/>
              <a:gd name="connsiteX21" fmla="*/ 1255400 w 1733653"/>
              <a:gd name="connsiteY21" fmla="*/ 643 h 776732"/>
              <a:gd name="connsiteX22" fmla="*/ 1315187 w 1733653"/>
              <a:gd name="connsiteY22" fmla="*/ 0 h 776732"/>
              <a:gd name="connsiteX23" fmla="*/ 1374966 w 1733653"/>
              <a:gd name="connsiteY23" fmla="*/ 13114 h 776732"/>
              <a:gd name="connsiteX24" fmla="*/ 1434744 w 1733653"/>
              <a:gd name="connsiteY24" fmla="*/ 35660 h 776732"/>
              <a:gd name="connsiteX25" fmla="*/ 1494531 w 1733653"/>
              <a:gd name="connsiteY25" fmla="*/ 61420 h 776732"/>
              <a:gd name="connsiteX26" fmla="*/ 1554309 w 1733653"/>
              <a:gd name="connsiteY26" fmla="*/ 84075 h 776732"/>
              <a:gd name="connsiteX27" fmla="*/ 1614088 w 1733653"/>
              <a:gd name="connsiteY27" fmla="*/ 99304 h 776732"/>
              <a:gd name="connsiteX28" fmla="*/ 1673875 w 1733653"/>
              <a:gd name="connsiteY28" fmla="*/ 106312 h 776732"/>
              <a:gd name="connsiteX29" fmla="*/ 1733653 w 1733653"/>
              <a:gd name="connsiteY29" fmla="*/ 108009 h 776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1733653" h="776732">
                <a:moveTo>
                  <a:pt x="0" y="696088"/>
                </a:moveTo>
                <a:lnTo>
                  <a:pt x="59781" y="713740"/>
                </a:lnTo>
                <a:lnTo>
                  <a:pt x="119562" y="730574"/>
                </a:lnTo>
                <a:lnTo>
                  <a:pt x="179343" y="747378"/>
                </a:lnTo>
                <a:lnTo>
                  <a:pt x="239124" y="763386"/>
                </a:lnTo>
                <a:lnTo>
                  <a:pt x="298906" y="775129"/>
                </a:lnTo>
                <a:lnTo>
                  <a:pt x="358687" y="776732"/>
                </a:lnTo>
                <a:lnTo>
                  <a:pt x="418468" y="762014"/>
                </a:lnTo>
                <a:lnTo>
                  <a:pt x="478249" y="727183"/>
                </a:lnTo>
                <a:lnTo>
                  <a:pt x="538030" y="672782"/>
                </a:lnTo>
                <a:lnTo>
                  <a:pt x="597812" y="603634"/>
                </a:lnTo>
                <a:lnTo>
                  <a:pt x="657590" y="526967"/>
                </a:lnTo>
                <a:lnTo>
                  <a:pt x="717377" y="449780"/>
                </a:lnTo>
                <a:lnTo>
                  <a:pt x="777156" y="376773"/>
                </a:lnTo>
                <a:lnTo>
                  <a:pt x="836934" y="309676"/>
                </a:lnTo>
                <a:lnTo>
                  <a:pt x="896712" y="247983"/>
                </a:lnTo>
                <a:lnTo>
                  <a:pt x="956499" y="190470"/>
                </a:lnTo>
                <a:lnTo>
                  <a:pt x="1016278" y="136693"/>
                </a:lnTo>
                <a:lnTo>
                  <a:pt x="1076056" y="87828"/>
                </a:lnTo>
                <a:lnTo>
                  <a:pt x="1135843" y="46624"/>
                </a:lnTo>
                <a:lnTo>
                  <a:pt x="1195622" y="16571"/>
                </a:lnTo>
                <a:lnTo>
                  <a:pt x="1255400" y="643"/>
                </a:lnTo>
                <a:lnTo>
                  <a:pt x="1315187" y="0"/>
                </a:lnTo>
                <a:lnTo>
                  <a:pt x="1374966" y="13114"/>
                </a:lnTo>
                <a:lnTo>
                  <a:pt x="1434744" y="35660"/>
                </a:lnTo>
                <a:lnTo>
                  <a:pt x="1494531" y="61420"/>
                </a:lnTo>
                <a:lnTo>
                  <a:pt x="1554309" y="84075"/>
                </a:lnTo>
                <a:lnTo>
                  <a:pt x="1614088" y="99304"/>
                </a:lnTo>
                <a:lnTo>
                  <a:pt x="1673875" y="106312"/>
                </a:lnTo>
                <a:lnTo>
                  <a:pt x="1733653" y="108009"/>
                </a:lnTo>
              </a:path>
            </a:pathLst>
          </a:custGeom>
          <a:noFill/>
          <a:ln w="5310" cap="rnd">
            <a:solidFill>
              <a:srgbClr val="FF00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1149" name="Group 1148">
            <a:extLst>
              <a:ext uri="{FF2B5EF4-FFF2-40B4-BE49-F238E27FC236}">
                <a16:creationId xmlns:a16="http://schemas.microsoft.com/office/drawing/2014/main" id="{02EF6B80-4329-FD6E-DA2F-FDD981E7AB9F}"/>
              </a:ext>
            </a:extLst>
          </p:cNvPr>
          <p:cNvGrpSpPr/>
          <p:nvPr/>
        </p:nvGrpSpPr>
        <p:grpSpPr>
          <a:xfrm>
            <a:off x="2876092" y="3716901"/>
            <a:ext cx="2051331" cy="1344478"/>
            <a:chOff x="2876092" y="3716901"/>
            <a:chExt cx="2051331" cy="1344478"/>
          </a:xfrm>
        </p:grpSpPr>
        <p:sp>
          <p:nvSpPr>
            <p:cNvPr id="1070" name="Freeform 1069">
              <a:extLst>
                <a:ext uri="{FF2B5EF4-FFF2-40B4-BE49-F238E27FC236}">
                  <a16:creationId xmlns:a16="http://schemas.microsoft.com/office/drawing/2014/main" id="{342BDBE4-9320-E7B8-CE64-2311BB790D55}"/>
                </a:ext>
              </a:extLst>
            </p:cNvPr>
            <p:cNvSpPr/>
            <p:nvPr/>
          </p:nvSpPr>
          <p:spPr>
            <a:xfrm>
              <a:off x="3089749" y="3716901"/>
              <a:ext cx="1837674" cy="1176451"/>
            </a:xfrm>
            <a:custGeom>
              <a:avLst/>
              <a:gdLst>
                <a:gd name="connsiteX0" fmla="*/ 0 w 1837674"/>
                <a:gd name="connsiteY0" fmla="*/ 1176452 h 1176451"/>
                <a:gd name="connsiteX1" fmla="*/ 1837675 w 1837674"/>
                <a:gd name="connsiteY1" fmla="*/ 1176452 h 1176451"/>
                <a:gd name="connsiteX2" fmla="*/ 1837675 w 1837674"/>
                <a:gd name="connsiteY2" fmla="*/ 0 h 1176451"/>
                <a:gd name="connsiteX3" fmla="*/ 0 w 1837674"/>
                <a:gd name="connsiteY3" fmla="*/ 0 h 1176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37674" h="1176451">
                  <a:moveTo>
                    <a:pt x="0" y="1176452"/>
                  </a:moveTo>
                  <a:lnTo>
                    <a:pt x="1837675" y="1176452"/>
                  </a:lnTo>
                  <a:lnTo>
                    <a:pt x="1837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1" name="Freeform 1070">
              <a:extLst>
                <a:ext uri="{FF2B5EF4-FFF2-40B4-BE49-F238E27FC236}">
                  <a16:creationId xmlns:a16="http://schemas.microsoft.com/office/drawing/2014/main" id="{0A35D4E0-B84B-66E0-CD4C-EA28532887C7}"/>
                </a:ext>
              </a:extLst>
            </p:cNvPr>
            <p:cNvSpPr/>
            <p:nvPr/>
          </p:nvSpPr>
          <p:spPr>
            <a:xfrm>
              <a:off x="3141759" y="3716901"/>
              <a:ext cx="885" cy="1176451"/>
            </a:xfrm>
            <a:custGeom>
              <a:avLst/>
              <a:gdLst>
                <a:gd name="connsiteX0" fmla="*/ 0 w 885"/>
                <a:gd name="connsiteY0" fmla="*/ 1176452 h 1176451"/>
                <a:gd name="connsiteX1" fmla="*/ 0 w 885"/>
                <a:gd name="connsiteY1" fmla="*/ 0 h 1176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176451">
                  <a:moveTo>
                    <a:pt x="0" y="1176452"/>
                  </a:moveTo>
                  <a:lnTo>
                    <a:pt x="0" y="0"/>
                  </a:lnTo>
                </a:path>
              </a:pathLst>
            </a:custGeom>
            <a:noFill/>
            <a:ln w="177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2" name="Freeform 1071">
              <a:extLst>
                <a:ext uri="{FF2B5EF4-FFF2-40B4-BE49-F238E27FC236}">
                  <a16:creationId xmlns:a16="http://schemas.microsoft.com/office/drawing/2014/main" id="{86C157FB-809B-58BB-944A-87E369CA90AC}"/>
                </a:ext>
              </a:extLst>
            </p:cNvPr>
            <p:cNvSpPr/>
            <p:nvPr/>
          </p:nvSpPr>
          <p:spPr>
            <a:xfrm>
              <a:off x="3575172" y="3716901"/>
              <a:ext cx="885" cy="1176451"/>
            </a:xfrm>
            <a:custGeom>
              <a:avLst/>
              <a:gdLst>
                <a:gd name="connsiteX0" fmla="*/ 0 w 885"/>
                <a:gd name="connsiteY0" fmla="*/ 1176452 h 1176451"/>
                <a:gd name="connsiteX1" fmla="*/ 0 w 885"/>
                <a:gd name="connsiteY1" fmla="*/ 0 h 1176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176451">
                  <a:moveTo>
                    <a:pt x="0" y="1176452"/>
                  </a:moveTo>
                  <a:lnTo>
                    <a:pt x="0" y="0"/>
                  </a:lnTo>
                </a:path>
              </a:pathLst>
            </a:custGeom>
            <a:noFill/>
            <a:ln w="177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3" name="Freeform 1072">
              <a:extLst>
                <a:ext uri="{FF2B5EF4-FFF2-40B4-BE49-F238E27FC236}">
                  <a16:creationId xmlns:a16="http://schemas.microsoft.com/office/drawing/2014/main" id="{0E8D9693-8AAA-F62D-220E-257F8467D1FF}"/>
                </a:ext>
              </a:extLst>
            </p:cNvPr>
            <p:cNvSpPr/>
            <p:nvPr/>
          </p:nvSpPr>
          <p:spPr>
            <a:xfrm>
              <a:off x="4008582" y="3716901"/>
              <a:ext cx="885" cy="1176451"/>
            </a:xfrm>
            <a:custGeom>
              <a:avLst/>
              <a:gdLst>
                <a:gd name="connsiteX0" fmla="*/ 0 w 885"/>
                <a:gd name="connsiteY0" fmla="*/ 1176452 h 1176451"/>
                <a:gd name="connsiteX1" fmla="*/ 0 w 885"/>
                <a:gd name="connsiteY1" fmla="*/ 0 h 1176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176451">
                  <a:moveTo>
                    <a:pt x="0" y="1176452"/>
                  </a:moveTo>
                  <a:lnTo>
                    <a:pt x="0" y="0"/>
                  </a:lnTo>
                </a:path>
              </a:pathLst>
            </a:custGeom>
            <a:noFill/>
            <a:ln w="177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4" name="Freeform 1073">
              <a:extLst>
                <a:ext uri="{FF2B5EF4-FFF2-40B4-BE49-F238E27FC236}">
                  <a16:creationId xmlns:a16="http://schemas.microsoft.com/office/drawing/2014/main" id="{3997AD30-1AD0-4B19-15B3-00AC439D3B8A}"/>
                </a:ext>
              </a:extLst>
            </p:cNvPr>
            <p:cNvSpPr/>
            <p:nvPr/>
          </p:nvSpPr>
          <p:spPr>
            <a:xfrm>
              <a:off x="4441997" y="3716901"/>
              <a:ext cx="885" cy="1176451"/>
            </a:xfrm>
            <a:custGeom>
              <a:avLst/>
              <a:gdLst>
                <a:gd name="connsiteX0" fmla="*/ 0 w 885"/>
                <a:gd name="connsiteY0" fmla="*/ 1176452 h 1176451"/>
                <a:gd name="connsiteX1" fmla="*/ 0 w 885"/>
                <a:gd name="connsiteY1" fmla="*/ 0 h 1176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176451">
                  <a:moveTo>
                    <a:pt x="0" y="1176452"/>
                  </a:moveTo>
                  <a:lnTo>
                    <a:pt x="0" y="0"/>
                  </a:lnTo>
                </a:path>
              </a:pathLst>
            </a:custGeom>
            <a:noFill/>
            <a:ln w="177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5" name="Freeform 1074">
              <a:extLst>
                <a:ext uri="{FF2B5EF4-FFF2-40B4-BE49-F238E27FC236}">
                  <a16:creationId xmlns:a16="http://schemas.microsoft.com/office/drawing/2014/main" id="{2A2108AD-8BFA-08B7-4321-2F6BAD61C301}"/>
                </a:ext>
              </a:extLst>
            </p:cNvPr>
            <p:cNvSpPr/>
            <p:nvPr/>
          </p:nvSpPr>
          <p:spPr>
            <a:xfrm>
              <a:off x="4875412" y="3716901"/>
              <a:ext cx="885" cy="1176451"/>
            </a:xfrm>
            <a:custGeom>
              <a:avLst/>
              <a:gdLst>
                <a:gd name="connsiteX0" fmla="*/ 0 w 885"/>
                <a:gd name="connsiteY0" fmla="*/ 1176452 h 1176451"/>
                <a:gd name="connsiteX1" fmla="*/ 0 w 885"/>
                <a:gd name="connsiteY1" fmla="*/ 0 h 1176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176451">
                  <a:moveTo>
                    <a:pt x="0" y="1176452"/>
                  </a:moveTo>
                  <a:lnTo>
                    <a:pt x="0" y="0"/>
                  </a:lnTo>
                </a:path>
              </a:pathLst>
            </a:custGeom>
            <a:noFill/>
            <a:ln w="177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6" name="Freeform 1075">
              <a:extLst>
                <a:ext uri="{FF2B5EF4-FFF2-40B4-BE49-F238E27FC236}">
                  <a16:creationId xmlns:a16="http://schemas.microsoft.com/office/drawing/2014/main" id="{209B9E0A-80DF-3F8C-AE7F-2CDD48D72A4D}"/>
                </a:ext>
              </a:extLst>
            </p:cNvPr>
            <p:cNvSpPr/>
            <p:nvPr/>
          </p:nvSpPr>
          <p:spPr>
            <a:xfrm>
              <a:off x="3089749" y="4775709"/>
              <a:ext cx="1837674" cy="885"/>
            </a:xfrm>
            <a:custGeom>
              <a:avLst/>
              <a:gdLst>
                <a:gd name="connsiteX0" fmla="*/ 0 w 1837674"/>
                <a:gd name="connsiteY0" fmla="*/ 0 h 885"/>
                <a:gd name="connsiteX1" fmla="*/ 1837675 w 1837674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37674" h="885">
                  <a:moveTo>
                    <a:pt x="0" y="0"/>
                  </a:moveTo>
                  <a:lnTo>
                    <a:pt x="1837675" y="0"/>
                  </a:lnTo>
                </a:path>
              </a:pathLst>
            </a:custGeom>
            <a:noFill/>
            <a:ln w="177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7" name="Freeform 1076">
              <a:extLst>
                <a:ext uri="{FF2B5EF4-FFF2-40B4-BE49-F238E27FC236}">
                  <a16:creationId xmlns:a16="http://schemas.microsoft.com/office/drawing/2014/main" id="{1D9AD164-CDB4-876F-AE1C-57A7750D13F6}"/>
                </a:ext>
              </a:extLst>
            </p:cNvPr>
            <p:cNvSpPr/>
            <p:nvPr/>
          </p:nvSpPr>
          <p:spPr>
            <a:xfrm>
              <a:off x="3089749" y="4540417"/>
              <a:ext cx="1837674" cy="885"/>
            </a:xfrm>
            <a:custGeom>
              <a:avLst/>
              <a:gdLst>
                <a:gd name="connsiteX0" fmla="*/ 0 w 1837674"/>
                <a:gd name="connsiteY0" fmla="*/ 0 h 885"/>
                <a:gd name="connsiteX1" fmla="*/ 1837675 w 1837674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37674" h="885">
                  <a:moveTo>
                    <a:pt x="0" y="0"/>
                  </a:moveTo>
                  <a:lnTo>
                    <a:pt x="1837675" y="0"/>
                  </a:lnTo>
                </a:path>
              </a:pathLst>
            </a:custGeom>
            <a:noFill/>
            <a:ln w="177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8" name="Freeform 1077">
              <a:extLst>
                <a:ext uri="{FF2B5EF4-FFF2-40B4-BE49-F238E27FC236}">
                  <a16:creationId xmlns:a16="http://schemas.microsoft.com/office/drawing/2014/main" id="{FC2BD452-F33D-DE72-7015-B5A8DE03DCCE}"/>
                </a:ext>
              </a:extLst>
            </p:cNvPr>
            <p:cNvSpPr/>
            <p:nvPr/>
          </p:nvSpPr>
          <p:spPr>
            <a:xfrm>
              <a:off x="3089749" y="4305127"/>
              <a:ext cx="1837674" cy="885"/>
            </a:xfrm>
            <a:custGeom>
              <a:avLst/>
              <a:gdLst>
                <a:gd name="connsiteX0" fmla="*/ 0 w 1837674"/>
                <a:gd name="connsiteY0" fmla="*/ 0 h 885"/>
                <a:gd name="connsiteX1" fmla="*/ 1837675 w 1837674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37674" h="885">
                  <a:moveTo>
                    <a:pt x="0" y="0"/>
                  </a:moveTo>
                  <a:lnTo>
                    <a:pt x="1837675" y="0"/>
                  </a:lnTo>
                </a:path>
              </a:pathLst>
            </a:custGeom>
            <a:noFill/>
            <a:ln w="177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9" name="Freeform 1078">
              <a:extLst>
                <a:ext uri="{FF2B5EF4-FFF2-40B4-BE49-F238E27FC236}">
                  <a16:creationId xmlns:a16="http://schemas.microsoft.com/office/drawing/2014/main" id="{26F7EBFA-840E-4DB5-68C3-7A49EFFF6E07}"/>
                </a:ext>
              </a:extLst>
            </p:cNvPr>
            <p:cNvSpPr/>
            <p:nvPr/>
          </p:nvSpPr>
          <p:spPr>
            <a:xfrm>
              <a:off x="3089749" y="4069837"/>
              <a:ext cx="1837674" cy="885"/>
            </a:xfrm>
            <a:custGeom>
              <a:avLst/>
              <a:gdLst>
                <a:gd name="connsiteX0" fmla="*/ 0 w 1837674"/>
                <a:gd name="connsiteY0" fmla="*/ 0 h 885"/>
                <a:gd name="connsiteX1" fmla="*/ 1837675 w 1837674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37674" h="885">
                  <a:moveTo>
                    <a:pt x="0" y="0"/>
                  </a:moveTo>
                  <a:lnTo>
                    <a:pt x="1837675" y="0"/>
                  </a:lnTo>
                </a:path>
              </a:pathLst>
            </a:custGeom>
            <a:noFill/>
            <a:ln w="177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0" name="Freeform 1079">
              <a:extLst>
                <a:ext uri="{FF2B5EF4-FFF2-40B4-BE49-F238E27FC236}">
                  <a16:creationId xmlns:a16="http://schemas.microsoft.com/office/drawing/2014/main" id="{9D40F7FD-5104-4CFD-B007-802841950A0E}"/>
                </a:ext>
              </a:extLst>
            </p:cNvPr>
            <p:cNvSpPr/>
            <p:nvPr/>
          </p:nvSpPr>
          <p:spPr>
            <a:xfrm>
              <a:off x="3089749" y="3834547"/>
              <a:ext cx="1837674" cy="885"/>
            </a:xfrm>
            <a:custGeom>
              <a:avLst/>
              <a:gdLst>
                <a:gd name="connsiteX0" fmla="*/ 0 w 1837674"/>
                <a:gd name="connsiteY0" fmla="*/ 0 h 885"/>
                <a:gd name="connsiteX1" fmla="*/ 1837675 w 1837674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37674" h="885">
                  <a:moveTo>
                    <a:pt x="0" y="0"/>
                  </a:moveTo>
                  <a:lnTo>
                    <a:pt x="1837675" y="0"/>
                  </a:lnTo>
                </a:path>
              </a:pathLst>
            </a:custGeom>
            <a:noFill/>
            <a:ln w="177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1" name="Freeform 1080">
              <a:extLst>
                <a:ext uri="{FF2B5EF4-FFF2-40B4-BE49-F238E27FC236}">
                  <a16:creationId xmlns:a16="http://schemas.microsoft.com/office/drawing/2014/main" id="{C6A88515-BC5F-BA1D-310D-0FA6E5AB1CC2}"/>
                </a:ext>
              </a:extLst>
            </p:cNvPr>
            <p:cNvSpPr/>
            <p:nvPr/>
          </p:nvSpPr>
          <p:spPr>
            <a:xfrm>
              <a:off x="3089749" y="4893353"/>
              <a:ext cx="1837674" cy="885"/>
            </a:xfrm>
            <a:custGeom>
              <a:avLst/>
              <a:gdLst>
                <a:gd name="connsiteX0" fmla="*/ 0 w 1837674"/>
                <a:gd name="connsiteY0" fmla="*/ 0 h 885"/>
                <a:gd name="connsiteX1" fmla="*/ 1837675 w 1837674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37674" h="885">
                  <a:moveTo>
                    <a:pt x="0" y="0"/>
                  </a:moveTo>
                  <a:lnTo>
                    <a:pt x="1837675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2" name="Freeform 1081">
              <a:extLst>
                <a:ext uri="{FF2B5EF4-FFF2-40B4-BE49-F238E27FC236}">
                  <a16:creationId xmlns:a16="http://schemas.microsoft.com/office/drawing/2014/main" id="{E58E892D-1DEA-00B5-FE74-E701FFA8A0E4}"/>
                </a:ext>
              </a:extLst>
            </p:cNvPr>
            <p:cNvSpPr/>
            <p:nvPr/>
          </p:nvSpPr>
          <p:spPr>
            <a:xfrm>
              <a:off x="3141759" y="4876615"/>
              <a:ext cx="885" cy="16737"/>
            </a:xfrm>
            <a:custGeom>
              <a:avLst/>
              <a:gdLst>
                <a:gd name="connsiteX0" fmla="*/ 0 w 885"/>
                <a:gd name="connsiteY0" fmla="*/ 16738 h 16737"/>
                <a:gd name="connsiteX1" fmla="*/ 0 w 885"/>
                <a:gd name="connsiteY1" fmla="*/ 0 h 16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6737">
                  <a:moveTo>
                    <a:pt x="0" y="16738"/>
                  </a:moveTo>
                  <a:lnTo>
                    <a:pt x="0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3" name="Freeform 1082">
              <a:extLst>
                <a:ext uri="{FF2B5EF4-FFF2-40B4-BE49-F238E27FC236}">
                  <a16:creationId xmlns:a16="http://schemas.microsoft.com/office/drawing/2014/main" id="{2D2B663B-4FB7-2397-A4D2-C69604481959}"/>
                </a:ext>
              </a:extLst>
            </p:cNvPr>
            <p:cNvSpPr/>
            <p:nvPr/>
          </p:nvSpPr>
          <p:spPr>
            <a:xfrm>
              <a:off x="3575172" y="4876615"/>
              <a:ext cx="885" cy="16737"/>
            </a:xfrm>
            <a:custGeom>
              <a:avLst/>
              <a:gdLst>
                <a:gd name="connsiteX0" fmla="*/ 0 w 885"/>
                <a:gd name="connsiteY0" fmla="*/ 16738 h 16737"/>
                <a:gd name="connsiteX1" fmla="*/ 0 w 885"/>
                <a:gd name="connsiteY1" fmla="*/ 0 h 16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6737">
                  <a:moveTo>
                    <a:pt x="0" y="16738"/>
                  </a:moveTo>
                  <a:lnTo>
                    <a:pt x="0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4" name="Freeform 1083">
              <a:extLst>
                <a:ext uri="{FF2B5EF4-FFF2-40B4-BE49-F238E27FC236}">
                  <a16:creationId xmlns:a16="http://schemas.microsoft.com/office/drawing/2014/main" id="{AD1447D8-F785-5EA2-C8A0-3C11146267A4}"/>
                </a:ext>
              </a:extLst>
            </p:cNvPr>
            <p:cNvSpPr/>
            <p:nvPr/>
          </p:nvSpPr>
          <p:spPr>
            <a:xfrm>
              <a:off x="4008582" y="4876615"/>
              <a:ext cx="885" cy="16737"/>
            </a:xfrm>
            <a:custGeom>
              <a:avLst/>
              <a:gdLst>
                <a:gd name="connsiteX0" fmla="*/ 0 w 885"/>
                <a:gd name="connsiteY0" fmla="*/ 16738 h 16737"/>
                <a:gd name="connsiteX1" fmla="*/ 0 w 885"/>
                <a:gd name="connsiteY1" fmla="*/ 0 h 16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6737">
                  <a:moveTo>
                    <a:pt x="0" y="16738"/>
                  </a:moveTo>
                  <a:lnTo>
                    <a:pt x="0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5" name="Freeform 1084">
              <a:extLst>
                <a:ext uri="{FF2B5EF4-FFF2-40B4-BE49-F238E27FC236}">
                  <a16:creationId xmlns:a16="http://schemas.microsoft.com/office/drawing/2014/main" id="{B51E3093-1D4D-7957-E887-93C83C0F6276}"/>
                </a:ext>
              </a:extLst>
            </p:cNvPr>
            <p:cNvSpPr/>
            <p:nvPr/>
          </p:nvSpPr>
          <p:spPr>
            <a:xfrm>
              <a:off x="4441997" y="4876615"/>
              <a:ext cx="885" cy="16737"/>
            </a:xfrm>
            <a:custGeom>
              <a:avLst/>
              <a:gdLst>
                <a:gd name="connsiteX0" fmla="*/ 0 w 885"/>
                <a:gd name="connsiteY0" fmla="*/ 16738 h 16737"/>
                <a:gd name="connsiteX1" fmla="*/ 0 w 885"/>
                <a:gd name="connsiteY1" fmla="*/ 0 h 16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6737">
                  <a:moveTo>
                    <a:pt x="0" y="16738"/>
                  </a:moveTo>
                  <a:lnTo>
                    <a:pt x="0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6" name="Freeform 1085">
              <a:extLst>
                <a:ext uri="{FF2B5EF4-FFF2-40B4-BE49-F238E27FC236}">
                  <a16:creationId xmlns:a16="http://schemas.microsoft.com/office/drawing/2014/main" id="{5460C7FC-A012-5BC4-3E27-BCE32412A501}"/>
                </a:ext>
              </a:extLst>
            </p:cNvPr>
            <p:cNvSpPr/>
            <p:nvPr/>
          </p:nvSpPr>
          <p:spPr>
            <a:xfrm>
              <a:off x="4875412" y="4876615"/>
              <a:ext cx="885" cy="16737"/>
            </a:xfrm>
            <a:custGeom>
              <a:avLst/>
              <a:gdLst>
                <a:gd name="connsiteX0" fmla="*/ 0 w 885"/>
                <a:gd name="connsiteY0" fmla="*/ 16738 h 16737"/>
                <a:gd name="connsiteX1" fmla="*/ 0 w 885"/>
                <a:gd name="connsiteY1" fmla="*/ 0 h 16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6737">
                  <a:moveTo>
                    <a:pt x="0" y="16738"/>
                  </a:moveTo>
                  <a:lnTo>
                    <a:pt x="0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7" name="Freeform 1086">
              <a:extLst>
                <a:ext uri="{FF2B5EF4-FFF2-40B4-BE49-F238E27FC236}">
                  <a16:creationId xmlns:a16="http://schemas.microsoft.com/office/drawing/2014/main" id="{DBE5C90F-3E13-4F43-9E1C-1E0255F5B127}"/>
                </a:ext>
              </a:extLst>
            </p:cNvPr>
            <p:cNvSpPr/>
            <p:nvPr/>
          </p:nvSpPr>
          <p:spPr>
            <a:xfrm>
              <a:off x="3058887" y="4951227"/>
              <a:ext cx="45992" cy="6101"/>
            </a:xfrm>
            <a:custGeom>
              <a:avLst/>
              <a:gdLst>
                <a:gd name="connsiteX0" fmla="*/ 0 w 45992"/>
                <a:gd name="connsiteY0" fmla="*/ 0 h 6101"/>
                <a:gd name="connsiteX1" fmla="*/ 45992 w 45992"/>
                <a:gd name="connsiteY1" fmla="*/ 0 h 6101"/>
                <a:gd name="connsiteX2" fmla="*/ 45992 w 45992"/>
                <a:gd name="connsiteY2" fmla="*/ 6102 h 6101"/>
                <a:gd name="connsiteX3" fmla="*/ 0 w 45992"/>
                <a:gd name="connsiteY3" fmla="*/ 6102 h 6101"/>
                <a:gd name="connsiteX4" fmla="*/ 0 w 45992"/>
                <a:gd name="connsiteY4" fmla="*/ 0 h 6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992" h="6101">
                  <a:moveTo>
                    <a:pt x="0" y="0"/>
                  </a:moveTo>
                  <a:lnTo>
                    <a:pt x="45992" y="0"/>
                  </a:lnTo>
                  <a:lnTo>
                    <a:pt x="45992" y="6102"/>
                  </a:lnTo>
                  <a:lnTo>
                    <a:pt x="0" y="61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8" name="Freeform 1087">
              <a:extLst>
                <a:ext uri="{FF2B5EF4-FFF2-40B4-BE49-F238E27FC236}">
                  <a16:creationId xmlns:a16="http://schemas.microsoft.com/office/drawing/2014/main" id="{98D935FC-7AB4-479C-2357-8E2F029C0907}"/>
                </a:ext>
              </a:extLst>
            </p:cNvPr>
            <p:cNvSpPr/>
            <p:nvPr/>
          </p:nvSpPr>
          <p:spPr>
            <a:xfrm>
              <a:off x="3120736" y="4923747"/>
              <a:ext cx="31892" cy="53561"/>
            </a:xfrm>
            <a:custGeom>
              <a:avLst/>
              <a:gdLst>
                <a:gd name="connsiteX0" fmla="*/ 1040 w 31892"/>
                <a:gd name="connsiteY0" fmla="*/ 47460 h 53561"/>
                <a:gd name="connsiteX1" fmla="*/ 12878 w 31892"/>
                <a:gd name="connsiteY1" fmla="*/ 47460 h 53561"/>
                <a:gd name="connsiteX2" fmla="*/ 12878 w 31892"/>
                <a:gd name="connsiteY2" fmla="*/ 6598 h 53561"/>
                <a:gd name="connsiteX3" fmla="*/ 0 w 31892"/>
                <a:gd name="connsiteY3" fmla="*/ 9184 h 53561"/>
                <a:gd name="connsiteX4" fmla="*/ 0 w 31892"/>
                <a:gd name="connsiteY4" fmla="*/ 2586 h 53561"/>
                <a:gd name="connsiteX5" fmla="*/ 12807 w 31892"/>
                <a:gd name="connsiteY5" fmla="*/ 0 h 53561"/>
                <a:gd name="connsiteX6" fmla="*/ 20054 w 31892"/>
                <a:gd name="connsiteY6" fmla="*/ 0 h 53561"/>
                <a:gd name="connsiteX7" fmla="*/ 20054 w 31892"/>
                <a:gd name="connsiteY7" fmla="*/ 47460 h 53561"/>
                <a:gd name="connsiteX8" fmla="*/ 31892 w 31892"/>
                <a:gd name="connsiteY8" fmla="*/ 47460 h 53561"/>
                <a:gd name="connsiteX9" fmla="*/ 31892 w 31892"/>
                <a:gd name="connsiteY9" fmla="*/ 53561 h 53561"/>
                <a:gd name="connsiteX10" fmla="*/ 1040 w 31892"/>
                <a:gd name="connsiteY10" fmla="*/ 53561 h 53561"/>
                <a:gd name="connsiteX11" fmla="*/ 1040 w 31892"/>
                <a:gd name="connsiteY11" fmla="*/ 47460 h 53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92" h="53561">
                  <a:moveTo>
                    <a:pt x="1040" y="47460"/>
                  </a:moveTo>
                  <a:lnTo>
                    <a:pt x="12878" y="47460"/>
                  </a:lnTo>
                  <a:lnTo>
                    <a:pt x="12878" y="6598"/>
                  </a:lnTo>
                  <a:lnTo>
                    <a:pt x="0" y="9184"/>
                  </a:lnTo>
                  <a:lnTo>
                    <a:pt x="0" y="2586"/>
                  </a:lnTo>
                  <a:lnTo>
                    <a:pt x="12807" y="0"/>
                  </a:lnTo>
                  <a:lnTo>
                    <a:pt x="20054" y="0"/>
                  </a:lnTo>
                  <a:lnTo>
                    <a:pt x="20054" y="47460"/>
                  </a:lnTo>
                  <a:lnTo>
                    <a:pt x="31892" y="47460"/>
                  </a:lnTo>
                  <a:lnTo>
                    <a:pt x="31892" y="53561"/>
                  </a:lnTo>
                  <a:lnTo>
                    <a:pt x="1040" y="53561"/>
                  </a:lnTo>
                  <a:lnTo>
                    <a:pt x="1040" y="4746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9" name="Freeform 1088">
              <a:extLst>
                <a:ext uri="{FF2B5EF4-FFF2-40B4-BE49-F238E27FC236}">
                  <a16:creationId xmlns:a16="http://schemas.microsoft.com/office/drawing/2014/main" id="{CE68F5D3-9C0D-2D83-C95A-5DBE271C8EC6}"/>
                </a:ext>
              </a:extLst>
            </p:cNvPr>
            <p:cNvSpPr/>
            <p:nvPr/>
          </p:nvSpPr>
          <p:spPr>
            <a:xfrm>
              <a:off x="3167266" y="4968195"/>
              <a:ext cx="7569" cy="9112"/>
            </a:xfrm>
            <a:custGeom>
              <a:avLst/>
              <a:gdLst>
                <a:gd name="connsiteX0" fmla="*/ 0 w 7569"/>
                <a:gd name="connsiteY0" fmla="*/ 0 h 9112"/>
                <a:gd name="connsiteX1" fmla="*/ 7569 w 7569"/>
                <a:gd name="connsiteY1" fmla="*/ 0 h 9112"/>
                <a:gd name="connsiteX2" fmla="*/ 7569 w 7569"/>
                <a:gd name="connsiteY2" fmla="*/ 9113 h 9112"/>
                <a:gd name="connsiteX3" fmla="*/ 0 w 7569"/>
                <a:gd name="connsiteY3" fmla="*/ 9113 h 9112"/>
                <a:gd name="connsiteX4" fmla="*/ 0 w 7569"/>
                <a:gd name="connsiteY4" fmla="*/ 0 h 9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69" h="9112">
                  <a:moveTo>
                    <a:pt x="0" y="0"/>
                  </a:moveTo>
                  <a:lnTo>
                    <a:pt x="7569" y="0"/>
                  </a:lnTo>
                  <a:lnTo>
                    <a:pt x="7569" y="9113"/>
                  </a:lnTo>
                  <a:lnTo>
                    <a:pt x="0" y="91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0" name="Freeform 1089">
              <a:extLst>
                <a:ext uri="{FF2B5EF4-FFF2-40B4-BE49-F238E27FC236}">
                  <a16:creationId xmlns:a16="http://schemas.microsoft.com/office/drawing/2014/main" id="{26E298E2-704D-F118-F1E4-68244A4B844E}"/>
                </a:ext>
              </a:extLst>
            </p:cNvPr>
            <p:cNvSpPr/>
            <p:nvPr/>
          </p:nvSpPr>
          <p:spPr>
            <a:xfrm>
              <a:off x="3187607" y="4922782"/>
              <a:ext cx="37022" cy="55562"/>
            </a:xfrm>
            <a:custGeom>
              <a:avLst/>
              <a:gdLst>
                <a:gd name="connsiteX0" fmla="*/ 18511 w 37022"/>
                <a:gd name="connsiteY0" fmla="*/ 5739 h 55562"/>
                <a:gd name="connsiteX1" fmla="*/ 10081 w 37022"/>
                <a:gd name="connsiteY1" fmla="*/ 11265 h 55562"/>
                <a:gd name="connsiteX2" fmla="*/ 7282 w 37022"/>
                <a:gd name="connsiteY2" fmla="*/ 27799 h 55562"/>
                <a:gd name="connsiteX3" fmla="*/ 10081 w 37022"/>
                <a:gd name="connsiteY3" fmla="*/ 44342 h 55562"/>
                <a:gd name="connsiteX4" fmla="*/ 18511 w 37022"/>
                <a:gd name="connsiteY4" fmla="*/ 49824 h 55562"/>
                <a:gd name="connsiteX5" fmla="*/ 26942 w 37022"/>
                <a:gd name="connsiteY5" fmla="*/ 44342 h 55562"/>
                <a:gd name="connsiteX6" fmla="*/ 29776 w 37022"/>
                <a:gd name="connsiteY6" fmla="*/ 27799 h 55562"/>
                <a:gd name="connsiteX7" fmla="*/ 26942 w 37022"/>
                <a:gd name="connsiteY7" fmla="*/ 11265 h 55562"/>
                <a:gd name="connsiteX8" fmla="*/ 18511 w 37022"/>
                <a:gd name="connsiteY8" fmla="*/ 5739 h 55562"/>
                <a:gd name="connsiteX9" fmla="*/ 18511 w 37022"/>
                <a:gd name="connsiteY9" fmla="*/ 0 h 55562"/>
                <a:gd name="connsiteX10" fmla="*/ 32251 w 37022"/>
                <a:gd name="connsiteY10" fmla="*/ 7138 h 55562"/>
                <a:gd name="connsiteX11" fmla="*/ 37023 w 37022"/>
                <a:gd name="connsiteY11" fmla="*/ 27799 h 55562"/>
                <a:gd name="connsiteX12" fmla="*/ 32251 w 37022"/>
                <a:gd name="connsiteY12" fmla="*/ 48460 h 55562"/>
                <a:gd name="connsiteX13" fmla="*/ 18511 w 37022"/>
                <a:gd name="connsiteY13" fmla="*/ 55563 h 55562"/>
                <a:gd name="connsiteX14" fmla="*/ 4735 w 37022"/>
                <a:gd name="connsiteY14" fmla="*/ 48460 h 55562"/>
                <a:gd name="connsiteX15" fmla="*/ 0 w 37022"/>
                <a:gd name="connsiteY15" fmla="*/ 27799 h 55562"/>
                <a:gd name="connsiteX16" fmla="*/ 4735 w 37022"/>
                <a:gd name="connsiteY16" fmla="*/ 7138 h 55562"/>
                <a:gd name="connsiteX17" fmla="*/ 18511 w 37022"/>
                <a:gd name="connsiteY17" fmla="*/ 0 h 5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022" h="55562">
                  <a:moveTo>
                    <a:pt x="18511" y="5739"/>
                  </a:moveTo>
                  <a:cubicBezTo>
                    <a:pt x="14780" y="5739"/>
                    <a:pt x="11970" y="7581"/>
                    <a:pt x="10081" y="11265"/>
                  </a:cubicBezTo>
                  <a:cubicBezTo>
                    <a:pt x="8215" y="14922"/>
                    <a:pt x="7282" y="20431"/>
                    <a:pt x="7282" y="27799"/>
                  </a:cubicBezTo>
                  <a:cubicBezTo>
                    <a:pt x="7282" y="35141"/>
                    <a:pt x="8215" y="40658"/>
                    <a:pt x="10081" y="44342"/>
                  </a:cubicBezTo>
                  <a:cubicBezTo>
                    <a:pt x="11970" y="48000"/>
                    <a:pt x="14780" y="49824"/>
                    <a:pt x="18511" y="49824"/>
                  </a:cubicBezTo>
                  <a:cubicBezTo>
                    <a:pt x="22266" y="49824"/>
                    <a:pt x="25076" y="48000"/>
                    <a:pt x="26942" y="44342"/>
                  </a:cubicBezTo>
                  <a:cubicBezTo>
                    <a:pt x="28831" y="40658"/>
                    <a:pt x="29776" y="35141"/>
                    <a:pt x="29776" y="27799"/>
                  </a:cubicBezTo>
                  <a:cubicBezTo>
                    <a:pt x="29776" y="20431"/>
                    <a:pt x="28831" y="14922"/>
                    <a:pt x="26942" y="11265"/>
                  </a:cubicBezTo>
                  <a:cubicBezTo>
                    <a:pt x="25076" y="7581"/>
                    <a:pt x="22266" y="5739"/>
                    <a:pt x="18511" y="5739"/>
                  </a:cubicBezTo>
                  <a:moveTo>
                    <a:pt x="18511" y="0"/>
                  </a:moveTo>
                  <a:cubicBezTo>
                    <a:pt x="24514" y="0"/>
                    <a:pt x="29094" y="2382"/>
                    <a:pt x="32251" y="7138"/>
                  </a:cubicBezTo>
                  <a:cubicBezTo>
                    <a:pt x="35432" y="11876"/>
                    <a:pt x="37023" y="18757"/>
                    <a:pt x="37023" y="27799"/>
                  </a:cubicBezTo>
                  <a:cubicBezTo>
                    <a:pt x="37023" y="36815"/>
                    <a:pt x="35432" y="43705"/>
                    <a:pt x="32251" y="48460"/>
                  </a:cubicBezTo>
                  <a:cubicBezTo>
                    <a:pt x="29094" y="53198"/>
                    <a:pt x="24514" y="55563"/>
                    <a:pt x="18511" y="55563"/>
                  </a:cubicBezTo>
                  <a:cubicBezTo>
                    <a:pt x="12507" y="55563"/>
                    <a:pt x="7916" y="53198"/>
                    <a:pt x="4735" y="48460"/>
                  </a:cubicBezTo>
                  <a:cubicBezTo>
                    <a:pt x="1578" y="43705"/>
                    <a:pt x="0" y="36815"/>
                    <a:pt x="0" y="27799"/>
                  </a:cubicBezTo>
                  <a:cubicBezTo>
                    <a:pt x="0" y="18757"/>
                    <a:pt x="1578" y="11876"/>
                    <a:pt x="4735" y="7138"/>
                  </a:cubicBezTo>
                  <a:cubicBezTo>
                    <a:pt x="7916" y="2382"/>
                    <a:pt x="12507" y="0"/>
                    <a:pt x="18511" y="0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1" name="Freeform 1090">
              <a:extLst>
                <a:ext uri="{FF2B5EF4-FFF2-40B4-BE49-F238E27FC236}">
                  <a16:creationId xmlns:a16="http://schemas.microsoft.com/office/drawing/2014/main" id="{0EE46CAA-905F-BCA5-519B-19F01B4ADE62}"/>
                </a:ext>
              </a:extLst>
            </p:cNvPr>
            <p:cNvSpPr/>
            <p:nvPr/>
          </p:nvSpPr>
          <p:spPr>
            <a:xfrm>
              <a:off x="3493072" y="4951227"/>
              <a:ext cx="45991" cy="6101"/>
            </a:xfrm>
            <a:custGeom>
              <a:avLst/>
              <a:gdLst>
                <a:gd name="connsiteX0" fmla="*/ 0 w 45991"/>
                <a:gd name="connsiteY0" fmla="*/ 0 h 6101"/>
                <a:gd name="connsiteX1" fmla="*/ 45991 w 45991"/>
                <a:gd name="connsiteY1" fmla="*/ 0 h 6101"/>
                <a:gd name="connsiteX2" fmla="*/ 45991 w 45991"/>
                <a:gd name="connsiteY2" fmla="*/ 6102 h 6101"/>
                <a:gd name="connsiteX3" fmla="*/ 0 w 45991"/>
                <a:gd name="connsiteY3" fmla="*/ 6102 h 6101"/>
                <a:gd name="connsiteX4" fmla="*/ 0 w 45991"/>
                <a:gd name="connsiteY4" fmla="*/ 0 h 6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991" h="6101">
                  <a:moveTo>
                    <a:pt x="0" y="0"/>
                  </a:moveTo>
                  <a:lnTo>
                    <a:pt x="45991" y="0"/>
                  </a:lnTo>
                  <a:lnTo>
                    <a:pt x="45991" y="6102"/>
                  </a:lnTo>
                  <a:lnTo>
                    <a:pt x="0" y="61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2" name="Freeform 1091">
              <a:extLst>
                <a:ext uri="{FF2B5EF4-FFF2-40B4-BE49-F238E27FC236}">
                  <a16:creationId xmlns:a16="http://schemas.microsoft.com/office/drawing/2014/main" id="{98D1594F-81B1-4E44-07F2-2079FAC1490D}"/>
                </a:ext>
              </a:extLst>
            </p:cNvPr>
            <p:cNvSpPr/>
            <p:nvPr/>
          </p:nvSpPr>
          <p:spPr>
            <a:xfrm>
              <a:off x="3551691" y="4922782"/>
              <a:ext cx="37023" cy="55562"/>
            </a:xfrm>
            <a:custGeom>
              <a:avLst/>
              <a:gdLst>
                <a:gd name="connsiteX0" fmla="*/ 18512 w 37023"/>
                <a:gd name="connsiteY0" fmla="*/ 5739 h 55562"/>
                <a:gd name="connsiteX1" fmla="*/ 10081 w 37023"/>
                <a:gd name="connsiteY1" fmla="*/ 11265 h 55562"/>
                <a:gd name="connsiteX2" fmla="*/ 7283 w 37023"/>
                <a:gd name="connsiteY2" fmla="*/ 27799 h 55562"/>
                <a:gd name="connsiteX3" fmla="*/ 10081 w 37023"/>
                <a:gd name="connsiteY3" fmla="*/ 44342 h 55562"/>
                <a:gd name="connsiteX4" fmla="*/ 18512 w 37023"/>
                <a:gd name="connsiteY4" fmla="*/ 49824 h 55562"/>
                <a:gd name="connsiteX5" fmla="*/ 26943 w 37023"/>
                <a:gd name="connsiteY5" fmla="*/ 44342 h 55562"/>
                <a:gd name="connsiteX6" fmla="*/ 29777 w 37023"/>
                <a:gd name="connsiteY6" fmla="*/ 27799 h 55562"/>
                <a:gd name="connsiteX7" fmla="*/ 26943 w 37023"/>
                <a:gd name="connsiteY7" fmla="*/ 11265 h 55562"/>
                <a:gd name="connsiteX8" fmla="*/ 18512 w 37023"/>
                <a:gd name="connsiteY8" fmla="*/ 5739 h 55562"/>
                <a:gd name="connsiteX9" fmla="*/ 18512 w 37023"/>
                <a:gd name="connsiteY9" fmla="*/ 0 h 55562"/>
                <a:gd name="connsiteX10" fmla="*/ 32252 w 37023"/>
                <a:gd name="connsiteY10" fmla="*/ 7138 h 55562"/>
                <a:gd name="connsiteX11" fmla="*/ 37024 w 37023"/>
                <a:gd name="connsiteY11" fmla="*/ 27799 h 55562"/>
                <a:gd name="connsiteX12" fmla="*/ 32252 w 37023"/>
                <a:gd name="connsiteY12" fmla="*/ 48460 h 55562"/>
                <a:gd name="connsiteX13" fmla="*/ 18512 w 37023"/>
                <a:gd name="connsiteY13" fmla="*/ 55563 h 55562"/>
                <a:gd name="connsiteX14" fmla="*/ 4736 w 37023"/>
                <a:gd name="connsiteY14" fmla="*/ 48460 h 55562"/>
                <a:gd name="connsiteX15" fmla="*/ 0 w 37023"/>
                <a:gd name="connsiteY15" fmla="*/ 27799 h 55562"/>
                <a:gd name="connsiteX16" fmla="*/ 4736 w 37023"/>
                <a:gd name="connsiteY16" fmla="*/ 7138 h 55562"/>
                <a:gd name="connsiteX17" fmla="*/ 18512 w 37023"/>
                <a:gd name="connsiteY17" fmla="*/ 0 h 5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023" h="55562">
                  <a:moveTo>
                    <a:pt x="18512" y="5739"/>
                  </a:moveTo>
                  <a:cubicBezTo>
                    <a:pt x="14781" y="5739"/>
                    <a:pt x="11971" y="7581"/>
                    <a:pt x="10081" y="11265"/>
                  </a:cubicBezTo>
                  <a:cubicBezTo>
                    <a:pt x="8216" y="14922"/>
                    <a:pt x="7283" y="20431"/>
                    <a:pt x="7283" y="27799"/>
                  </a:cubicBezTo>
                  <a:cubicBezTo>
                    <a:pt x="7283" y="35141"/>
                    <a:pt x="8216" y="40658"/>
                    <a:pt x="10081" y="44342"/>
                  </a:cubicBezTo>
                  <a:cubicBezTo>
                    <a:pt x="11971" y="48000"/>
                    <a:pt x="14781" y="49824"/>
                    <a:pt x="18512" y="49824"/>
                  </a:cubicBezTo>
                  <a:cubicBezTo>
                    <a:pt x="22267" y="49824"/>
                    <a:pt x="25077" y="48000"/>
                    <a:pt x="26943" y="44342"/>
                  </a:cubicBezTo>
                  <a:cubicBezTo>
                    <a:pt x="28832" y="40658"/>
                    <a:pt x="29777" y="35141"/>
                    <a:pt x="29777" y="27799"/>
                  </a:cubicBezTo>
                  <a:cubicBezTo>
                    <a:pt x="29777" y="20431"/>
                    <a:pt x="28832" y="14922"/>
                    <a:pt x="26943" y="11265"/>
                  </a:cubicBezTo>
                  <a:cubicBezTo>
                    <a:pt x="25077" y="7581"/>
                    <a:pt x="22267" y="5739"/>
                    <a:pt x="18512" y="5739"/>
                  </a:cubicBezTo>
                  <a:moveTo>
                    <a:pt x="18512" y="0"/>
                  </a:moveTo>
                  <a:cubicBezTo>
                    <a:pt x="24515" y="0"/>
                    <a:pt x="29095" y="2382"/>
                    <a:pt x="32252" y="7138"/>
                  </a:cubicBezTo>
                  <a:cubicBezTo>
                    <a:pt x="35433" y="11876"/>
                    <a:pt x="37024" y="18757"/>
                    <a:pt x="37024" y="27799"/>
                  </a:cubicBezTo>
                  <a:cubicBezTo>
                    <a:pt x="37024" y="36815"/>
                    <a:pt x="35433" y="43705"/>
                    <a:pt x="32252" y="48460"/>
                  </a:cubicBezTo>
                  <a:cubicBezTo>
                    <a:pt x="29095" y="53198"/>
                    <a:pt x="24515" y="55563"/>
                    <a:pt x="18512" y="55563"/>
                  </a:cubicBezTo>
                  <a:cubicBezTo>
                    <a:pt x="12508" y="55563"/>
                    <a:pt x="7916" y="53198"/>
                    <a:pt x="4736" y="48460"/>
                  </a:cubicBezTo>
                  <a:cubicBezTo>
                    <a:pt x="1579" y="43705"/>
                    <a:pt x="0" y="36815"/>
                    <a:pt x="0" y="27799"/>
                  </a:cubicBezTo>
                  <a:cubicBezTo>
                    <a:pt x="0" y="18757"/>
                    <a:pt x="1579" y="11876"/>
                    <a:pt x="4736" y="7138"/>
                  </a:cubicBezTo>
                  <a:cubicBezTo>
                    <a:pt x="7916" y="2382"/>
                    <a:pt x="12508" y="0"/>
                    <a:pt x="18512" y="0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3" name="Freeform 1092">
              <a:extLst>
                <a:ext uri="{FF2B5EF4-FFF2-40B4-BE49-F238E27FC236}">
                  <a16:creationId xmlns:a16="http://schemas.microsoft.com/office/drawing/2014/main" id="{FCC85C4C-BA72-0DA6-5A5D-3201C2B87969}"/>
                </a:ext>
              </a:extLst>
            </p:cNvPr>
            <p:cNvSpPr/>
            <p:nvPr/>
          </p:nvSpPr>
          <p:spPr>
            <a:xfrm>
              <a:off x="3601450" y="4968195"/>
              <a:ext cx="7570" cy="9112"/>
            </a:xfrm>
            <a:custGeom>
              <a:avLst/>
              <a:gdLst>
                <a:gd name="connsiteX0" fmla="*/ 0 w 7570"/>
                <a:gd name="connsiteY0" fmla="*/ 0 h 9112"/>
                <a:gd name="connsiteX1" fmla="*/ 7570 w 7570"/>
                <a:gd name="connsiteY1" fmla="*/ 0 h 9112"/>
                <a:gd name="connsiteX2" fmla="*/ 7570 w 7570"/>
                <a:gd name="connsiteY2" fmla="*/ 9113 h 9112"/>
                <a:gd name="connsiteX3" fmla="*/ 0 w 7570"/>
                <a:gd name="connsiteY3" fmla="*/ 9113 h 9112"/>
                <a:gd name="connsiteX4" fmla="*/ 0 w 7570"/>
                <a:gd name="connsiteY4" fmla="*/ 0 h 9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0" h="9112">
                  <a:moveTo>
                    <a:pt x="0" y="0"/>
                  </a:moveTo>
                  <a:lnTo>
                    <a:pt x="7570" y="0"/>
                  </a:lnTo>
                  <a:lnTo>
                    <a:pt x="7570" y="9113"/>
                  </a:lnTo>
                  <a:lnTo>
                    <a:pt x="0" y="91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4" name="Freeform 1093">
              <a:extLst>
                <a:ext uri="{FF2B5EF4-FFF2-40B4-BE49-F238E27FC236}">
                  <a16:creationId xmlns:a16="http://schemas.microsoft.com/office/drawing/2014/main" id="{82814E39-7A56-FC07-C3E7-F37D6688D1BF}"/>
                </a:ext>
              </a:extLst>
            </p:cNvPr>
            <p:cNvSpPr/>
            <p:nvPr/>
          </p:nvSpPr>
          <p:spPr>
            <a:xfrm>
              <a:off x="3622617" y="4923747"/>
              <a:ext cx="34654" cy="54597"/>
            </a:xfrm>
            <a:custGeom>
              <a:avLst/>
              <a:gdLst>
                <a:gd name="connsiteX0" fmla="*/ 2260 w 34654"/>
                <a:gd name="connsiteY0" fmla="*/ 0 h 54597"/>
                <a:gd name="connsiteX1" fmla="*/ 30708 w 34654"/>
                <a:gd name="connsiteY1" fmla="*/ 0 h 54597"/>
                <a:gd name="connsiteX2" fmla="*/ 30708 w 34654"/>
                <a:gd name="connsiteY2" fmla="*/ 6102 h 54597"/>
                <a:gd name="connsiteX3" fmla="*/ 8897 w 34654"/>
                <a:gd name="connsiteY3" fmla="*/ 6102 h 54597"/>
                <a:gd name="connsiteX4" fmla="*/ 8897 w 34654"/>
                <a:gd name="connsiteY4" fmla="*/ 19226 h 54597"/>
                <a:gd name="connsiteX5" fmla="*/ 12054 w 34654"/>
                <a:gd name="connsiteY5" fmla="*/ 18438 h 54597"/>
                <a:gd name="connsiteX6" fmla="*/ 15211 w 34654"/>
                <a:gd name="connsiteY6" fmla="*/ 18155 h 54597"/>
                <a:gd name="connsiteX7" fmla="*/ 29417 w 34654"/>
                <a:gd name="connsiteY7" fmla="*/ 23070 h 54597"/>
                <a:gd name="connsiteX8" fmla="*/ 34655 w 34654"/>
                <a:gd name="connsiteY8" fmla="*/ 36381 h 54597"/>
                <a:gd name="connsiteX9" fmla="*/ 29274 w 34654"/>
                <a:gd name="connsiteY9" fmla="*/ 49833 h 54597"/>
                <a:gd name="connsiteX10" fmla="*/ 14099 w 34654"/>
                <a:gd name="connsiteY10" fmla="*/ 54598 h 54597"/>
                <a:gd name="connsiteX11" fmla="*/ 7211 w 34654"/>
                <a:gd name="connsiteY11" fmla="*/ 54031 h 54597"/>
                <a:gd name="connsiteX12" fmla="*/ 0 w 34654"/>
                <a:gd name="connsiteY12" fmla="*/ 52304 h 54597"/>
                <a:gd name="connsiteX13" fmla="*/ 0 w 34654"/>
                <a:gd name="connsiteY13" fmla="*/ 45024 h 54597"/>
                <a:gd name="connsiteX14" fmla="*/ 6672 w 34654"/>
                <a:gd name="connsiteY14" fmla="*/ 47646 h 54597"/>
                <a:gd name="connsiteX15" fmla="*/ 13955 w 34654"/>
                <a:gd name="connsiteY15" fmla="*/ 48505 h 54597"/>
                <a:gd name="connsiteX16" fmla="*/ 23785 w 34654"/>
                <a:gd name="connsiteY16" fmla="*/ 45237 h 54597"/>
                <a:gd name="connsiteX17" fmla="*/ 27409 w 34654"/>
                <a:gd name="connsiteY17" fmla="*/ 36381 h 54597"/>
                <a:gd name="connsiteX18" fmla="*/ 23785 w 34654"/>
                <a:gd name="connsiteY18" fmla="*/ 27516 h 54597"/>
                <a:gd name="connsiteX19" fmla="*/ 13955 w 34654"/>
                <a:gd name="connsiteY19" fmla="*/ 24248 h 54597"/>
                <a:gd name="connsiteX20" fmla="*/ 8143 w 34654"/>
                <a:gd name="connsiteY20" fmla="*/ 24894 h 54597"/>
                <a:gd name="connsiteX21" fmla="*/ 2260 w 34654"/>
                <a:gd name="connsiteY21" fmla="*/ 26905 h 54597"/>
                <a:gd name="connsiteX22" fmla="*/ 2260 w 34654"/>
                <a:gd name="connsiteY22" fmla="*/ 0 h 54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4654" h="54597">
                  <a:moveTo>
                    <a:pt x="2260" y="0"/>
                  </a:moveTo>
                  <a:lnTo>
                    <a:pt x="30708" y="0"/>
                  </a:lnTo>
                  <a:lnTo>
                    <a:pt x="30708" y="6102"/>
                  </a:lnTo>
                  <a:lnTo>
                    <a:pt x="8897" y="6102"/>
                  </a:lnTo>
                  <a:lnTo>
                    <a:pt x="8897" y="19226"/>
                  </a:lnTo>
                  <a:cubicBezTo>
                    <a:pt x="9949" y="18872"/>
                    <a:pt x="11001" y="18607"/>
                    <a:pt x="12054" y="18438"/>
                  </a:cubicBezTo>
                  <a:cubicBezTo>
                    <a:pt x="13106" y="18252"/>
                    <a:pt x="14158" y="18155"/>
                    <a:pt x="15211" y="18155"/>
                  </a:cubicBezTo>
                  <a:cubicBezTo>
                    <a:pt x="21190" y="18155"/>
                    <a:pt x="25925" y="19793"/>
                    <a:pt x="29417" y="23070"/>
                  </a:cubicBezTo>
                  <a:cubicBezTo>
                    <a:pt x="32909" y="26347"/>
                    <a:pt x="34655" y="30784"/>
                    <a:pt x="34655" y="36381"/>
                  </a:cubicBezTo>
                  <a:cubicBezTo>
                    <a:pt x="34655" y="42146"/>
                    <a:pt x="32861" y="46627"/>
                    <a:pt x="29274" y="49833"/>
                  </a:cubicBezTo>
                  <a:cubicBezTo>
                    <a:pt x="25686" y="53012"/>
                    <a:pt x="20628" y="54598"/>
                    <a:pt x="14099" y="54598"/>
                  </a:cubicBezTo>
                  <a:cubicBezTo>
                    <a:pt x="11850" y="54598"/>
                    <a:pt x="9555" y="54412"/>
                    <a:pt x="7211" y="54031"/>
                  </a:cubicBezTo>
                  <a:cubicBezTo>
                    <a:pt x="4891" y="53650"/>
                    <a:pt x="2488" y="53074"/>
                    <a:pt x="0" y="52304"/>
                  </a:cubicBezTo>
                  <a:lnTo>
                    <a:pt x="0" y="45024"/>
                  </a:lnTo>
                  <a:cubicBezTo>
                    <a:pt x="2153" y="46193"/>
                    <a:pt x="4377" y="47070"/>
                    <a:pt x="6672" y="47646"/>
                  </a:cubicBezTo>
                  <a:cubicBezTo>
                    <a:pt x="8969" y="48221"/>
                    <a:pt x="11396" y="48505"/>
                    <a:pt x="13955" y="48505"/>
                  </a:cubicBezTo>
                  <a:cubicBezTo>
                    <a:pt x="18093" y="48505"/>
                    <a:pt x="21370" y="47415"/>
                    <a:pt x="23785" y="45237"/>
                  </a:cubicBezTo>
                  <a:cubicBezTo>
                    <a:pt x="26201" y="43067"/>
                    <a:pt x="27409" y="40109"/>
                    <a:pt x="27409" y="36381"/>
                  </a:cubicBezTo>
                  <a:cubicBezTo>
                    <a:pt x="27409" y="32652"/>
                    <a:pt x="26201" y="29694"/>
                    <a:pt x="23785" y="27516"/>
                  </a:cubicBezTo>
                  <a:cubicBezTo>
                    <a:pt x="21370" y="25337"/>
                    <a:pt x="18093" y="24248"/>
                    <a:pt x="13955" y="24248"/>
                  </a:cubicBezTo>
                  <a:cubicBezTo>
                    <a:pt x="12019" y="24248"/>
                    <a:pt x="10081" y="24460"/>
                    <a:pt x="8143" y="24894"/>
                  </a:cubicBezTo>
                  <a:cubicBezTo>
                    <a:pt x="6230" y="25328"/>
                    <a:pt x="4269" y="25992"/>
                    <a:pt x="2260" y="26905"/>
                  </a:cubicBezTo>
                  <a:lnTo>
                    <a:pt x="2260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5" name="Freeform 1094">
              <a:extLst>
                <a:ext uri="{FF2B5EF4-FFF2-40B4-BE49-F238E27FC236}">
                  <a16:creationId xmlns:a16="http://schemas.microsoft.com/office/drawing/2014/main" id="{1518C042-5D9E-42D7-CF1F-E4924472C215}"/>
                </a:ext>
              </a:extLst>
            </p:cNvPr>
            <p:cNvSpPr/>
            <p:nvPr/>
          </p:nvSpPr>
          <p:spPr>
            <a:xfrm>
              <a:off x="3955020" y="4922782"/>
              <a:ext cx="37027" cy="55562"/>
            </a:xfrm>
            <a:custGeom>
              <a:avLst/>
              <a:gdLst>
                <a:gd name="connsiteX0" fmla="*/ 18518 w 37027"/>
                <a:gd name="connsiteY0" fmla="*/ 5739 h 55562"/>
                <a:gd name="connsiteX1" fmla="*/ 10087 w 37027"/>
                <a:gd name="connsiteY1" fmla="*/ 11265 h 55562"/>
                <a:gd name="connsiteX2" fmla="*/ 7289 w 37027"/>
                <a:gd name="connsiteY2" fmla="*/ 27799 h 55562"/>
                <a:gd name="connsiteX3" fmla="*/ 10087 w 37027"/>
                <a:gd name="connsiteY3" fmla="*/ 44342 h 55562"/>
                <a:gd name="connsiteX4" fmla="*/ 18518 w 37027"/>
                <a:gd name="connsiteY4" fmla="*/ 49824 h 55562"/>
                <a:gd name="connsiteX5" fmla="*/ 26949 w 37027"/>
                <a:gd name="connsiteY5" fmla="*/ 44342 h 55562"/>
                <a:gd name="connsiteX6" fmla="*/ 29783 w 37027"/>
                <a:gd name="connsiteY6" fmla="*/ 27799 h 55562"/>
                <a:gd name="connsiteX7" fmla="*/ 26949 w 37027"/>
                <a:gd name="connsiteY7" fmla="*/ 11265 h 55562"/>
                <a:gd name="connsiteX8" fmla="*/ 18518 w 37027"/>
                <a:gd name="connsiteY8" fmla="*/ 5739 h 55562"/>
                <a:gd name="connsiteX9" fmla="*/ 18518 w 37027"/>
                <a:gd name="connsiteY9" fmla="*/ 0 h 55562"/>
                <a:gd name="connsiteX10" fmla="*/ 32254 w 37027"/>
                <a:gd name="connsiteY10" fmla="*/ 7138 h 55562"/>
                <a:gd name="connsiteX11" fmla="*/ 37027 w 37027"/>
                <a:gd name="connsiteY11" fmla="*/ 27799 h 55562"/>
                <a:gd name="connsiteX12" fmla="*/ 32254 w 37027"/>
                <a:gd name="connsiteY12" fmla="*/ 48460 h 55562"/>
                <a:gd name="connsiteX13" fmla="*/ 18518 w 37027"/>
                <a:gd name="connsiteY13" fmla="*/ 55563 h 55562"/>
                <a:gd name="connsiteX14" fmla="*/ 4738 w 37027"/>
                <a:gd name="connsiteY14" fmla="*/ 48460 h 55562"/>
                <a:gd name="connsiteX15" fmla="*/ 0 w 37027"/>
                <a:gd name="connsiteY15" fmla="*/ 27799 h 55562"/>
                <a:gd name="connsiteX16" fmla="*/ 4738 w 37027"/>
                <a:gd name="connsiteY16" fmla="*/ 7138 h 55562"/>
                <a:gd name="connsiteX17" fmla="*/ 18518 w 37027"/>
                <a:gd name="connsiteY17" fmla="*/ 0 h 5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027" h="55562">
                  <a:moveTo>
                    <a:pt x="18518" y="5739"/>
                  </a:moveTo>
                  <a:cubicBezTo>
                    <a:pt x="14790" y="5739"/>
                    <a:pt x="11973" y="7581"/>
                    <a:pt x="10087" y="11265"/>
                  </a:cubicBezTo>
                  <a:cubicBezTo>
                    <a:pt x="8218" y="14922"/>
                    <a:pt x="7289" y="20431"/>
                    <a:pt x="7289" y="27799"/>
                  </a:cubicBezTo>
                  <a:cubicBezTo>
                    <a:pt x="7289" y="35141"/>
                    <a:pt x="8218" y="40658"/>
                    <a:pt x="10087" y="44342"/>
                  </a:cubicBezTo>
                  <a:cubicBezTo>
                    <a:pt x="11973" y="48000"/>
                    <a:pt x="14790" y="49824"/>
                    <a:pt x="18518" y="49824"/>
                  </a:cubicBezTo>
                  <a:cubicBezTo>
                    <a:pt x="22273" y="49824"/>
                    <a:pt x="25080" y="48000"/>
                    <a:pt x="26949" y="44342"/>
                  </a:cubicBezTo>
                  <a:cubicBezTo>
                    <a:pt x="28835" y="40658"/>
                    <a:pt x="29783" y="35141"/>
                    <a:pt x="29783" y="27799"/>
                  </a:cubicBezTo>
                  <a:cubicBezTo>
                    <a:pt x="29783" y="20431"/>
                    <a:pt x="28835" y="14922"/>
                    <a:pt x="26949" y="11265"/>
                  </a:cubicBezTo>
                  <a:cubicBezTo>
                    <a:pt x="25080" y="7581"/>
                    <a:pt x="22273" y="5739"/>
                    <a:pt x="18518" y="5739"/>
                  </a:cubicBezTo>
                  <a:moveTo>
                    <a:pt x="18518" y="0"/>
                  </a:moveTo>
                  <a:cubicBezTo>
                    <a:pt x="24514" y="0"/>
                    <a:pt x="29092" y="2382"/>
                    <a:pt x="32254" y="7138"/>
                  </a:cubicBezTo>
                  <a:cubicBezTo>
                    <a:pt x="35433" y="11876"/>
                    <a:pt x="37027" y="18757"/>
                    <a:pt x="37027" y="27799"/>
                  </a:cubicBezTo>
                  <a:cubicBezTo>
                    <a:pt x="37027" y="36815"/>
                    <a:pt x="35433" y="43705"/>
                    <a:pt x="32254" y="48460"/>
                  </a:cubicBezTo>
                  <a:cubicBezTo>
                    <a:pt x="29092" y="53198"/>
                    <a:pt x="24514" y="55563"/>
                    <a:pt x="18518" y="55563"/>
                  </a:cubicBezTo>
                  <a:cubicBezTo>
                    <a:pt x="12514" y="55563"/>
                    <a:pt x="7917" y="53198"/>
                    <a:pt x="4738" y="48460"/>
                  </a:cubicBezTo>
                  <a:cubicBezTo>
                    <a:pt x="1576" y="43705"/>
                    <a:pt x="0" y="36815"/>
                    <a:pt x="0" y="27799"/>
                  </a:cubicBezTo>
                  <a:cubicBezTo>
                    <a:pt x="0" y="18757"/>
                    <a:pt x="1576" y="11876"/>
                    <a:pt x="4738" y="7138"/>
                  </a:cubicBezTo>
                  <a:cubicBezTo>
                    <a:pt x="7917" y="2382"/>
                    <a:pt x="12514" y="0"/>
                    <a:pt x="18518" y="0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6" name="Freeform 1095">
              <a:extLst>
                <a:ext uri="{FF2B5EF4-FFF2-40B4-BE49-F238E27FC236}">
                  <a16:creationId xmlns:a16="http://schemas.microsoft.com/office/drawing/2014/main" id="{C87EFB02-C3CC-32CB-6284-B0FC5E28DB03}"/>
                </a:ext>
              </a:extLst>
            </p:cNvPr>
            <p:cNvSpPr/>
            <p:nvPr/>
          </p:nvSpPr>
          <p:spPr>
            <a:xfrm>
              <a:off x="4004782" y="4968195"/>
              <a:ext cx="7571" cy="9112"/>
            </a:xfrm>
            <a:custGeom>
              <a:avLst/>
              <a:gdLst>
                <a:gd name="connsiteX0" fmla="*/ 0 w 7571"/>
                <a:gd name="connsiteY0" fmla="*/ 0 h 9112"/>
                <a:gd name="connsiteX1" fmla="*/ 7572 w 7571"/>
                <a:gd name="connsiteY1" fmla="*/ 0 h 9112"/>
                <a:gd name="connsiteX2" fmla="*/ 7572 w 7571"/>
                <a:gd name="connsiteY2" fmla="*/ 9113 h 9112"/>
                <a:gd name="connsiteX3" fmla="*/ 0 w 7571"/>
                <a:gd name="connsiteY3" fmla="*/ 9113 h 9112"/>
                <a:gd name="connsiteX4" fmla="*/ 0 w 7571"/>
                <a:gd name="connsiteY4" fmla="*/ 0 h 9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1" h="9112">
                  <a:moveTo>
                    <a:pt x="0" y="0"/>
                  </a:moveTo>
                  <a:lnTo>
                    <a:pt x="7572" y="0"/>
                  </a:lnTo>
                  <a:lnTo>
                    <a:pt x="7572" y="9113"/>
                  </a:lnTo>
                  <a:lnTo>
                    <a:pt x="0" y="91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7" name="Freeform 1096">
              <a:extLst>
                <a:ext uri="{FF2B5EF4-FFF2-40B4-BE49-F238E27FC236}">
                  <a16:creationId xmlns:a16="http://schemas.microsoft.com/office/drawing/2014/main" id="{8B463684-E098-48B9-6D72-DB5778C390F0}"/>
                </a:ext>
              </a:extLst>
            </p:cNvPr>
            <p:cNvSpPr/>
            <p:nvPr/>
          </p:nvSpPr>
          <p:spPr>
            <a:xfrm>
              <a:off x="4025125" y="4922782"/>
              <a:ext cx="37018" cy="55562"/>
            </a:xfrm>
            <a:custGeom>
              <a:avLst/>
              <a:gdLst>
                <a:gd name="connsiteX0" fmla="*/ 18509 w 37018"/>
                <a:gd name="connsiteY0" fmla="*/ 5739 h 55562"/>
                <a:gd name="connsiteX1" fmla="*/ 10078 w 37018"/>
                <a:gd name="connsiteY1" fmla="*/ 11265 h 55562"/>
                <a:gd name="connsiteX2" fmla="*/ 7280 w 37018"/>
                <a:gd name="connsiteY2" fmla="*/ 27799 h 55562"/>
                <a:gd name="connsiteX3" fmla="*/ 10078 w 37018"/>
                <a:gd name="connsiteY3" fmla="*/ 44342 h 55562"/>
                <a:gd name="connsiteX4" fmla="*/ 18509 w 37018"/>
                <a:gd name="connsiteY4" fmla="*/ 49824 h 55562"/>
                <a:gd name="connsiteX5" fmla="*/ 26940 w 37018"/>
                <a:gd name="connsiteY5" fmla="*/ 44342 h 55562"/>
                <a:gd name="connsiteX6" fmla="*/ 29774 w 37018"/>
                <a:gd name="connsiteY6" fmla="*/ 27799 h 55562"/>
                <a:gd name="connsiteX7" fmla="*/ 26940 w 37018"/>
                <a:gd name="connsiteY7" fmla="*/ 11265 h 55562"/>
                <a:gd name="connsiteX8" fmla="*/ 18509 w 37018"/>
                <a:gd name="connsiteY8" fmla="*/ 5739 h 55562"/>
                <a:gd name="connsiteX9" fmla="*/ 18509 w 37018"/>
                <a:gd name="connsiteY9" fmla="*/ 0 h 55562"/>
                <a:gd name="connsiteX10" fmla="*/ 32254 w 37018"/>
                <a:gd name="connsiteY10" fmla="*/ 7138 h 55562"/>
                <a:gd name="connsiteX11" fmla="*/ 37018 w 37018"/>
                <a:gd name="connsiteY11" fmla="*/ 27799 h 55562"/>
                <a:gd name="connsiteX12" fmla="*/ 32254 w 37018"/>
                <a:gd name="connsiteY12" fmla="*/ 48460 h 55562"/>
                <a:gd name="connsiteX13" fmla="*/ 18509 w 37018"/>
                <a:gd name="connsiteY13" fmla="*/ 55563 h 55562"/>
                <a:gd name="connsiteX14" fmla="*/ 4729 w 37018"/>
                <a:gd name="connsiteY14" fmla="*/ 48460 h 55562"/>
                <a:gd name="connsiteX15" fmla="*/ 0 w 37018"/>
                <a:gd name="connsiteY15" fmla="*/ 27799 h 55562"/>
                <a:gd name="connsiteX16" fmla="*/ 4729 w 37018"/>
                <a:gd name="connsiteY16" fmla="*/ 7138 h 55562"/>
                <a:gd name="connsiteX17" fmla="*/ 18509 w 37018"/>
                <a:gd name="connsiteY17" fmla="*/ 0 h 5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018" h="55562">
                  <a:moveTo>
                    <a:pt x="18509" y="5739"/>
                  </a:moveTo>
                  <a:cubicBezTo>
                    <a:pt x="14781" y="5739"/>
                    <a:pt x="11965" y="7581"/>
                    <a:pt x="10078" y="11265"/>
                  </a:cubicBezTo>
                  <a:cubicBezTo>
                    <a:pt x="8210" y="14922"/>
                    <a:pt x="7280" y="20431"/>
                    <a:pt x="7280" y="27799"/>
                  </a:cubicBezTo>
                  <a:cubicBezTo>
                    <a:pt x="7280" y="35141"/>
                    <a:pt x="8210" y="40658"/>
                    <a:pt x="10078" y="44342"/>
                  </a:cubicBezTo>
                  <a:cubicBezTo>
                    <a:pt x="11965" y="48000"/>
                    <a:pt x="14781" y="49824"/>
                    <a:pt x="18509" y="49824"/>
                  </a:cubicBezTo>
                  <a:cubicBezTo>
                    <a:pt x="22264" y="49824"/>
                    <a:pt x="25071" y="48000"/>
                    <a:pt x="26940" y="44342"/>
                  </a:cubicBezTo>
                  <a:cubicBezTo>
                    <a:pt x="28826" y="40658"/>
                    <a:pt x="29774" y="35141"/>
                    <a:pt x="29774" y="27799"/>
                  </a:cubicBezTo>
                  <a:cubicBezTo>
                    <a:pt x="29774" y="20431"/>
                    <a:pt x="28826" y="14922"/>
                    <a:pt x="26940" y="11265"/>
                  </a:cubicBezTo>
                  <a:cubicBezTo>
                    <a:pt x="25071" y="7581"/>
                    <a:pt x="22264" y="5739"/>
                    <a:pt x="18509" y="5739"/>
                  </a:cubicBezTo>
                  <a:moveTo>
                    <a:pt x="18509" y="0"/>
                  </a:moveTo>
                  <a:cubicBezTo>
                    <a:pt x="24513" y="0"/>
                    <a:pt x="29092" y="2382"/>
                    <a:pt x="32254" y="7138"/>
                  </a:cubicBezTo>
                  <a:cubicBezTo>
                    <a:pt x="35433" y="11876"/>
                    <a:pt x="37018" y="18757"/>
                    <a:pt x="37018" y="27799"/>
                  </a:cubicBezTo>
                  <a:cubicBezTo>
                    <a:pt x="37018" y="36815"/>
                    <a:pt x="35433" y="43705"/>
                    <a:pt x="32254" y="48460"/>
                  </a:cubicBezTo>
                  <a:cubicBezTo>
                    <a:pt x="29092" y="53198"/>
                    <a:pt x="24513" y="55563"/>
                    <a:pt x="18509" y="55563"/>
                  </a:cubicBezTo>
                  <a:cubicBezTo>
                    <a:pt x="12505" y="55563"/>
                    <a:pt x="7908" y="53198"/>
                    <a:pt x="4729" y="48460"/>
                  </a:cubicBezTo>
                  <a:cubicBezTo>
                    <a:pt x="1576" y="43705"/>
                    <a:pt x="0" y="36815"/>
                    <a:pt x="0" y="27799"/>
                  </a:cubicBezTo>
                  <a:cubicBezTo>
                    <a:pt x="0" y="18757"/>
                    <a:pt x="1576" y="11876"/>
                    <a:pt x="4729" y="7138"/>
                  </a:cubicBezTo>
                  <a:cubicBezTo>
                    <a:pt x="7908" y="2382"/>
                    <a:pt x="12505" y="0"/>
                    <a:pt x="18509" y="0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8" name="Freeform 1097">
              <a:extLst>
                <a:ext uri="{FF2B5EF4-FFF2-40B4-BE49-F238E27FC236}">
                  <a16:creationId xmlns:a16="http://schemas.microsoft.com/office/drawing/2014/main" id="{547174F5-65F1-6415-51A9-491FA5E8F8A6}"/>
                </a:ext>
              </a:extLst>
            </p:cNvPr>
            <p:cNvSpPr/>
            <p:nvPr/>
          </p:nvSpPr>
          <p:spPr>
            <a:xfrm>
              <a:off x="4389206" y="4922782"/>
              <a:ext cx="37027" cy="55562"/>
            </a:xfrm>
            <a:custGeom>
              <a:avLst/>
              <a:gdLst>
                <a:gd name="connsiteX0" fmla="*/ 18509 w 37027"/>
                <a:gd name="connsiteY0" fmla="*/ 5739 h 55562"/>
                <a:gd name="connsiteX1" fmla="*/ 10078 w 37027"/>
                <a:gd name="connsiteY1" fmla="*/ 11265 h 55562"/>
                <a:gd name="connsiteX2" fmla="*/ 7280 w 37027"/>
                <a:gd name="connsiteY2" fmla="*/ 27799 h 55562"/>
                <a:gd name="connsiteX3" fmla="*/ 10078 w 37027"/>
                <a:gd name="connsiteY3" fmla="*/ 44342 h 55562"/>
                <a:gd name="connsiteX4" fmla="*/ 18509 w 37027"/>
                <a:gd name="connsiteY4" fmla="*/ 49824 h 55562"/>
                <a:gd name="connsiteX5" fmla="*/ 26940 w 37027"/>
                <a:gd name="connsiteY5" fmla="*/ 44342 h 55562"/>
                <a:gd name="connsiteX6" fmla="*/ 29774 w 37027"/>
                <a:gd name="connsiteY6" fmla="*/ 27799 h 55562"/>
                <a:gd name="connsiteX7" fmla="*/ 26940 w 37027"/>
                <a:gd name="connsiteY7" fmla="*/ 11265 h 55562"/>
                <a:gd name="connsiteX8" fmla="*/ 18509 w 37027"/>
                <a:gd name="connsiteY8" fmla="*/ 5739 h 55562"/>
                <a:gd name="connsiteX9" fmla="*/ 18509 w 37027"/>
                <a:gd name="connsiteY9" fmla="*/ 0 h 55562"/>
                <a:gd name="connsiteX10" fmla="*/ 32254 w 37027"/>
                <a:gd name="connsiteY10" fmla="*/ 7138 h 55562"/>
                <a:gd name="connsiteX11" fmla="*/ 37027 w 37027"/>
                <a:gd name="connsiteY11" fmla="*/ 27799 h 55562"/>
                <a:gd name="connsiteX12" fmla="*/ 32254 w 37027"/>
                <a:gd name="connsiteY12" fmla="*/ 48460 h 55562"/>
                <a:gd name="connsiteX13" fmla="*/ 18509 w 37027"/>
                <a:gd name="connsiteY13" fmla="*/ 55563 h 55562"/>
                <a:gd name="connsiteX14" fmla="*/ 4738 w 37027"/>
                <a:gd name="connsiteY14" fmla="*/ 48460 h 55562"/>
                <a:gd name="connsiteX15" fmla="*/ 0 w 37027"/>
                <a:gd name="connsiteY15" fmla="*/ 27799 h 55562"/>
                <a:gd name="connsiteX16" fmla="*/ 4738 w 37027"/>
                <a:gd name="connsiteY16" fmla="*/ 7138 h 55562"/>
                <a:gd name="connsiteX17" fmla="*/ 18509 w 37027"/>
                <a:gd name="connsiteY17" fmla="*/ 0 h 5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027" h="55562">
                  <a:moveTo>
                    <a:pt x="18509" y="5739"/>
                  </a:moveTo>
                  <a:cubicBezTo>
                    <a:pt x="14781" y="5739"/>
                    <a:pt x="11965" y="7581"/>
                    <a:pt x="10078" y="11265"/>
                  </a:cubicBezTo>
                  <a:cubicBezTo>
                    <a:pt x="8210" y="14922"/>
                    <a:pt x="7280" y="20431"/>
                    <a:pt x="7280" y="27799"/>
                  </a:cubicBezTo>
                  <a:cubicBezTo>
                    <a:pt x="7280" y="35141"/>
                    <a:pt x="8210" y="40658"/>
                    <a:pt x="10078" y="44342"/>
                  </a:cubicBezTo>
                  <a:cubicBezTo>
                    <a:pt x="11965" y="48000"/>
                    <a:pt x="14781" y="49824"/>
                    <a:pt x="18509" y="49824"/>
                  </a:cubicBezTo>
                  <a:cubicBezTo>
                    <a:pt x="22264" y="49824"/>
                    <a:pt x="25071" y="48000"/>
                    <a:pt x="26940" y="44342"/>
                  </a:cubicBezTo>
                  <a:cubicBezTo>
                    <a:pt x="28826" y="40658"/>
                    <a:pt x="29774" y="35141"/>
                    <a:pt x="29774" y="27799"/>
                  </a:cubicBezTo>
                  <a:cubicBezTo>
                    <a:pt x="29774" y="20431"/>
                    <a:pt x="28826" y="14922"/>
                    <a:pt x="26940" y="11265"/>
                  </a:cubicBezTo>
                  <a:cubicBezTo>
                    <a:pt x="25071" y="7581"/>
                    <a:pt x="22264" y="5739"/>
                    <a:pt x="18509" y="5739"/>
                  </a:cubicBezTo>
                  <a:moveTo>
                    <a:pt x="18509" y="0"/>
                  </a:moveTo>
                  <a:cubicBezTo>
                    <a:pt x="24513" y="0"/>
                    <a:pt x="29092" y="2382"/>
                    <a:pt x="32254" y="7138"/>
                  </a:cubicBezTo>
                  <a:cubicBezTo>
                    <a:pt x="35433" y="11876"/>
                    <a:pt x="37027" y="18757"/>
                    <a:pt x="37027" y="27799"/>
                  </a:cubicBezTo>
                  <a:cubicBezTo>
                    <a:pt x="37027" y="36815"/>
                    <a:pt x="35433" y="43705"/>
                    <a:pt x="32254" y="48460"/>
                  </a:cubicBezTo>
                  <a:cubicBezTo>
                    <a:pt x="29092" y="53198"/>
                    <a:pt x="24513" y="55563"/>
                    <a:pt x="18509" y="55563"/>
                  </a:cubicBezTo>
                  <a:cubicBezTo>
                    <a:pt x="12514" y="55563"/>
                    <a:pt x="7917" y="53198"/>
                    <a:pt x="4738" y="48460"/>
                  </a:cubicBezTo>
                  <a:cubicBezTo>
                    <a:pt x="1576" y="43705"/>
                    <a:pt x="0" y="36815"/>
                    <a:pt x="0" y="27799"/>
                  </a:cubicBezTo>
                  <a:cubicBezTo>
                    <a:pt x="0" y="18757"/>
                    <a:pt x="1576" y="11876"/>
                    <a:pt x="4738" y="7138"/>
                  </a:cubicBezTo>
                  <a:cubicBezTo>
                    <a:pt x="7917" y="2382"/>
                    <a:pt x="12514" y="0"/>
                    <a:pt x="18509" y="0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9" name="Freeform 1098">
              <a:extLst>
                <a:ext uri="{FF2B5EF4-FFF2-40B4-BE49-F238E27FC236}">
                  <a16:creationId xmlns:a16="http://schemas.microsoft.com/office/drawing/2014/main" id="{FF80A064-D151-3093-35FC-50172761D8EF}"/>
                </a:ext>
              </a:extLst>
            </p:cNvPr>
            <p:cNvSpPr/>
            <p:nvPr/>
          </p:nvSpPr>
          <p:spPr>
            <a:xfrm>
              <a:off x="4438968" y="4968195"/>
              <a:ext cx="7571" cy="9112"/>
            </a:xfrm>
            <a:custGeom>
              <a:avLst/>
              <a:gdLst>
                <a:gd name="connsiteX0" fmla="*/ 0 w 7571"/>
                <a:gd name="connsiteY0" fmla="*/ 0 h 9112"/>
                <a:gd name="connsiteX1" fmla="*/ 7572 w 7571"/>
                <a:gd name="connsiteY1" fmla="*/ 0 h 9112"/>
                <a:gd name="connsiteX2" fmla="*/ 7572 w 7571"/>
                <a:gd name="connsiteY2" fmla="*/ 9113 h 9112"/>
                <a:gd name="connsiteX3" fmla="*/ 0 w 7571"/>
                <a:gd name="connsiteY3" fmla="*/ 9113 h 9112"/>
                <a:gd name="connsiteX4" fmla="*/ 0 w 7571"/>
                <a:gd name="connsiteY4" fmla="*/ 0 h 9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1" h="9112">
                  <a:moveTo>
                    <a:pt x="0" y="0"/>
                  </a:moveTo>
                  <a:lnTo>
                    <a:pt x="7572" y="0"/>
                  </a:lnTo>
                  <a:lnTo>
                    <a:pt x="7572" y="9113"/>
                  </a:lnTo>
                  <a:lnTo>
                    <a:pt x="0" y="91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0" name="Freeform 1099">
              <a:extLst>
                <a:ext uri="{FF2B5EF4-FFF2-40B4-BE49-F238E27FC236}">
                  <a16:creationId xmlns:a16="http://schemas.microsoft.com/office/drawing/2014/main" id="{B38B5892-5783-F0AE-8E88-FB764AA01BCE}"/>
                </a:ext>
              </a:extLst>
            </p:cNvPr>
            <p:cNvSpPr/>
            <p:nvPr/>
          </p:nvSpPr>
          <p:spPr>
            <a:xfrm>
              <a:off x="4460134" y="4923747"/>
              <a:ext cx="34653" cy="54597"/>
            </a:xfrm>
            <a:custGeom>
              <a:avLst/>
              <a:gdLst>
                <a:gd name="connsiteX0" fmla="*/ 2258 w 34653"/>
                <a:gd name="connsiteY0" fmla="*/ 0 h 54597"/>
                <a:gd name="connsiteX1" fmla="*/ 30704 w 34653"/>
                <a:gd name="connsiteY1" fmla="*/ 0 h 54597"/>
                <a:gd name="connsiteX2" fmla="*/ 30704 w 34653"/>
                <a:gd name="connsiteY2" fmla="*/ 6102 h 54597"/>
                <a:gd name="connsiteX3" fmla="*/ 8892 w 34653"/>
                <a:gd name="connsiteY3" fmla="*/ 6102 h 54597"/>
                <a:gd name="connsiteX4" fmla="*/ 8892 w 34653"/>
                <a:gd name="connsiteY4" fmla="*/ 19226 h 54597"/>
                <a:gd name="connsiteX5" fmla="*/ 12053 w 34653"/>
                <a:gd name="connsiteY5" fmla="*/ 18438 h 54597"/>
                <a:gd name="connsiteX6" fmla="*/ 15206 w 34653"/>
                <a:gd name="connsiteY6" fmla="*/ 18155 h 54597"/>
                <a:gd name="connsiteX7" fmla="*/ 29420 w 34653"/>
                <a:gd name="connsiteY7" fmla="*/ 23070 h 54597"/>
                <a:gd name="connsiteX8" fmla="*/ 34654 w 34653"/>
                <a:gd name="connsiteY8" fmla="*/ 36381 h 54597"/>
                <a:gd name="connsiteX9" fmla="*/ 29269 w 34653"/>
                <a:gd name="connsiteY9" fmla="*/ 49833 h 54597"/>
                <a:gd name="connsiteX10" fmla="*/ 14099 w 34653"/>
                <a:gd name="connsiteY10" fmla="*/ 54598 h 54597"/>
                <a:gd name="connsiteX11" fmla="*/ 7209 w 34653"/>
                <a:gd name="connsiteY11" fmla="*/ 54031 h 54597"/>
                <a:gd name="connsiteX12" fmla="*/ 0 w 34653"/>
                <a:gd name="connsiteY12" fmla="*/ 52304 h 54597"/>
                <a:gd name="connsiteX13" fmla="*/ 0 w 34653"/>
                <a:gd name="connsiteY13" fmla="*/ 45024 h 54597"/>
                <a:gd name="connsiteX14" fmla="*/ 6669 w 34653"/>
                <a:gd name="connsiteY14" fmla="*/ 47646 h 54597"/>
                <a:gd name="connsiteX15" fmla="*/ 13957 w 34653"/>
                <a:gd name="connsiteY15" fmla="*/ 48505 h 54597"/>
                <a:gd name="connsiteX16" fmla="*/ 23787 w 34653"/>
                <a:gd name="connsiteY16" fmla="*/ 45237 h 54597"/>
                <a:gd name="connsiteX17" fmla="*/ 27410 w 34653"/>
                <a:gd name="connsiteY17" fmla="*/ 36381 h 54597"/>
                <a:gd name="connsiteX18" fmla="*/ 23787 w 34653"/>
                <a:gd name="connsiteY18" fmla="*/ 27516 h 54597"/>
                <a:gd name="connsiteX19" fmla="*/ 13957 w 34653"/>
                <a:gd name="connsiteY19" fmla="*/ 24248 h 54597"/>
                <a:gd name="connsiteX20" fmla="*/ 8139 w 34653"/>
                <a:gd name="connsiteY20" fmla="*/ 24894 h 54597"/>
                <a:gd name="connsiteX21" fmla="*/ 2258 w 34653"/>
                <a:gd name="connsiteY21" fmla="*/ 26905 h 54597"/>
                <a:gd name="connsiteX22" fmla="*/ 2258 w 34653"/>
                <a:gd name="connsiteY22" fmla="*/ 0 h 54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4653" h="54597">
                  <a:moveTo>
                    <a:pt x="2258" y="0"/>
                  </a:moveTo>
                  <a:lnTo>
                    <a:pt x="30704" y="0"/>
                  </a:lnTo>
                  <a:lnTo>
                    <a:pt x="30704" y="6102"/>
                  </a:lnTo>
                  <a:lnTo>
                    <a:pt x="8892" y="6102"/>
                  </a:lnTo>
                  <a:lnTo>
                    <a:pt x="8892" y="19226"/>
                  </a:lnTo>
                  <a:cubicBezTo>
                    <a:pt x="9945" y="18872"/>
                    <a:pt x="10999" y="18607"/>
                    <a:pt x="12053" y="18438"/>
                  </a:cubicBezTo>
                  <a:cubicBezTo>
                    <a:pt x="13107" y="18252"/>
                    <a:pt x="14152" y="18155"/>
                    <a:pt x="15206" y="18155"/>
                  </a:cubicBezTo>
                  <a:cubicBezTo>
                    <a:pt x="21184" y="18155"/>
                    <a:pt x="25922" y="19793"/>
                    <a:pt x="29420" y="23070"/>
                  </a:cubicBezTo>
                  <a:cubicBezTo>
                    <a:pt x="32909" y="26347"/>
                    <a:pt x="34654" y="30784"/>
                    <a:pt x="34654" y="36381"/>
                  </a:cubicBezTo>
                  <a:cubicBezTo>
                    <a:pt x="34654" y="42146"/>
                    <a:pt x="32856" y="46627"/>
                    <a:pt x="29269" y="49833"/>
                  </a:cubicBezTo>
                  <a:cubicBezTo>
                    <a:pt x="25683" y="53012"/>
                    <a:pt x="20626" y="54598"/>
                    <a:pt x="14099" y="54598"/>
                  </a:cubicBezTo>
                  <a:cubicBezTo>
                    <a:pt x="11849" y="54598"/>
                    <a:pt x="9556" y="54412"/>
                    <a:pt x="7209" y="54031"/>
                  </a:cubicBezTo>
                  <a:cubicBezTo>
                    <a:pt x="4889" y="53650"/>
                    <a:pt x="2489" y="53074"/>
                    <a:pt x="0" y="52304"/>
                  </a:cubicBezTo>
                  <a:lnTo>
                    <a:pt x="0" y="45024"/>
                  </a:lnTo>
                  <a:cubicBezTo>
                    <a:pt x="2152" y="46193"/>
                    <a:pt x="4375" y="47070"/>
                    <a:pt x="6669" y="47646"/>
                  </a:cubicBezTo>
                  <a:cubicBezTo>
                    <a:pt x="8962" y="48221"/>
                    <a:pt x="11398" y="48505"/>
                    <a:pt x="13957" y="48505"/>
                  </a:cubicBezTo>
                  <a:cubicBezTo>
                    <a:pt x="18093" y="48505"/>
                    <a:pt x="21370" y="47415"/>
                    <a:pt x="23787" y="45237"/>
                  </a:cubicBezTo>
                  <a:cubicBezTo>
                    <a:pt x="26205" y="43067"/>
                    <a:pt x="27410" y="40109"/>
                    <a:pt x="27410" y="36381"/>
                  </a:cubicBezTo>
                  <a:cubicBezTo>
                    <a:pt x="27410" y="32652"/>
                    <a:pt x="26205" y="29694"/>
                    <a:pt x="23787" y="27516"/>
                  </a:cubicBezTo>
                  <a:cubicBezTo>
                    <a:pt x="21370" y="25337"/>
                    <a:pt x="18093" y="24248"/>
                    <a:pt x="13957" y="24248"/>
                  </a:cubicBezTo>
                  <a:cubicBezTo>
                    <a:pt x="12018" y="24248"/>
                    <a:pt x="10078" y="24460"/>
                    <a:pt x="8139" y="24894"/>
                  </a:cubicBezTo>
                  <a:cubicBezTo>
                    <a:pt x="6226" y="25328"/>
                    <a:pt x="4269" y="25992"/>
                    <a:pt x="2258" y="26905"/>
                  </a:cubicBezTo>
                  <a:lnTo>
                    <a:pt x="2258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1" name="Freeform 1100">
              <a:extLst>
                <a:ext uri="{FF2B5EF4-FFF2-40B4-BE49-F238E27FC236}">
                  <a16:creationId xmlns:a16="http://schemas.microsoft.com/office/drawing/2014/main" id="{163ADD77-9CE5-12A3-CEC9-7A70068B6055}"/>
                </a:ext>
              </a:extLst>
            </p:cNvPr>
            <p:cNvSpPr/>
            <p:nvPr/>
          </p:nvSpPr>
          <p:spPr>
            <a:xfrm>
              <a:off x="4823462" y="4923747"/>
              <a:ext cx="31890" cy="53561"/>
            </a:xfrm>
            <a:custGeom>
              <a:avLst/>
              <a:gdLst>
                <a:gd name="connsiteX0" fmla="*/ 1045 w 31890"/>
                <a:gd name="connsiteY0" fmla="*/ 47460 h 53561"/>
                <a:gd name="connsiteX1" fmla="*/ 12877 w 31890"/>
                <a:gd name="connsiteY1" fmla="*/ 47460 h 53561"/>
                <a:gd name="connsiteX2" fmla="*/ 12877 w 31890"/>
                <a:gd name="connsiteY2" fmla="*/ 6598 h 53561"/>
                <a:gd name="connsiteX3" fmla="*/ 0 w 31890"/>
                <a:gd name="connsiteY3" fmla="*/ 9184 h 53561"/>
                <a:gd name="connsiteX4" fmla="*/ 0 w 31890"/>
                <a:gd name="connsiteY4" fmla="*/ 2586 h 53561"/>
                <a:gd name="connsiteX5" fmla="*/ 12806 w 31890"/>
                <a:gd name="connsiteY5" fmla="*/ 0 h 53561"/>
                <a:gd name="connsiteX6" fmla="*/ 20059 w 31890"/>
                <a:gd name="connsiteY6" fmla="*/ 0 h 53561"/>
                <a:gd name="connsiteX7" fmla="*/ 20059 w 31890"/>
                <a:gd name="connsiteY7" fmla="*/ 47460 h 53561"/>
                <a:gd name="connsiteX8" fmla="*/ 31890 w 31890"/>
                <a:gd name="connsiteY8" fmla="*/ 47460 h 53561"/>
                <a:gd name="connsiteX9" fmla="*/ 31890 w 31890"/>
                <a:gd name="connsiteY9" fmla="*/ 53561 h 53561"/>
                <a:gd name="connsiteX10" fmla="*/ 1045 w 31890"/>
                <a:gd name="connsiteY10" fmla="*/ 53561 h 53561"/>
                <a:gd name="connsiteX11" fmla="*/ 1045 w 31890"/>
                <a:gd name="connsiteY11" fmla="*/ 47460 h 53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90" h="53561">
                  <a:moveTo>
                    <a:pt x="1045" y="47460"/>
                  </a:moveTo>
                  <a:lnTo>
                    <a:pt x="12877" y="47460"/>
                  </a:lnTo>
                  <a:lnTo>
                    <a:pt x="12877" y="6598"/>
                  </a:lnTo>
                  <a:lnTo>
                    <a:pt x="0" y="9184"/>
                  </a:lnTo>
                  <a:lnTo>
                    <a:pt x="0" y="2586"/>
                  </a:lnTo>
                  <a:lnTo>
                    <a:pt x="12806" y="0"/>
                  </a:lnTo>
                  <a:lnTo>
                    <a:pt x="20059" y="0"/>
                  </a:lnTo>
                  <a:lnTo>
                    <a:pt x="20059" y="47460"/>
                  </a:lnTo>
                  <a:lnTo>
                    <a:pt x="31890" y="47460"/>
                  </a:lnTo>
                  <a:lnTo>
                    <a:pt x="31890" y="53561"/>
                  </a:lnTo>
                  <a:lnTo>
                    <a:pt x="1045" y="53561"/>
                  </a:lnTo>
                  <a:lnTo>
                    <a:pt x="1045" y="4746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2" name="Freeform 1101">
              <a:extLst>
                <a:ext uri="{FF2B5EF4-FFF2-40B4-BE49-F238E27FC236}">
                  <a16:creationId xmlns:a16="http://schemas.microsoft.com/office/drawing/2014/main" id="{FAFEE9D1-D3AA-CC9B-9E91-4A3A721A8CDE}"/>
                </a:ext>
              </a:extLst>
            </p:cNvPr>
            <p:cNvSpPr/>
            <p:nvPr/>
          </p:nvSpPr>
          <p:spPr>
            <a:xfrm>
              <a:off x="4869992" y="4968195"/>
              <a:ext cx="7571" cy="9112"/>
            </a:xfrm>
            <a:custGeom>
              <a:avLst/>
              <a:gdLst>
                <a:gd name="connsiteX0" fmla="*/ 0 w 7571"/>
                <a:gd name="connsiteY0" fmla="*/ 0 h 9112"/>
                <a:gd name="connsiteX1" fmla="*/ 7572 w 7571"/>
                <a:gd name="connsiteY1" fmla="*/ 0 h 9112"/>
                <a:gd name="connsiteX2" fmla="*/ 7572 w 7571"/>
                <a:gd name="connsiteY2" fmla="*/ 9113 h 9112"/>
                <a:gd name="connsiteX3" fmla="*/ 0 w 7571"/>
                <a:gd name="connsiteY3" fmla="*/ 9113 h 9112"/>
                <a:gd name="connsiteX4" fmla="*/ 0 w 7571"/>
                <a:gd name="connsiteY4" fmla="*/ 0 h 9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1" h="9112">
                  <a:moveTo>
                    <a:pt x="0" y="0"/>
                  </a:moveTo>
                  <a:lnTo>
                    <a:pt x="7572" y="0"/>
                  </a:lnTo>
                  <a:lnTo>
                    <a:pt x="7572" y="9113"/>
                  </a:lnTo>
                  <a:lnTo>
                    <a:pt x="0" y="91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3" name="Freeform 1102">
              <a:extLst>
                <a:ext uri="{FF2B5EF4-FFF2-40B4-BE49-F238E27FC236}">
                  <a16:creationId xmlns:a16="http://schemas.microsoft.com/office/drawing/2014/main" id="{51C3C2E0-869E-2B10-8433-2C37E29E27DE}"/>
                </a:ext>
              </a:extLst>
            </p:cNvPr>
            <p:cNvSpPr/>
            <p:nvPr/>
          </p:nvSpPr>
          <p:spPr>
            <a:xfrm>
              <a:off x="4890334" y="4922782"/>
              <a:ext cx="37027" cy="55562"/>
            </a:xfrm>
            <a:custGeom>
              <a:avLst/>
              <a:gdLst>
                <a:gd name="connsiteX0" fmla="*/ 18509 w 37027"/>
                <a:gd name="connsiteY0" fmla="*/ 5739 h 55562"/>
                <a:gd name="connsiteX1" fmla="*/ 10078 w 37027"/>
                <a:gd name="connsiteY1" fmla="*/ 11265 h 55562"/>
                <a:gd name="connsiteX2" fmla="*/ 7280 w 37027"/>
                <a:gd name="connsiteY2" fmla="*/ 27799 h 55562"/>
                <a:gd name="connsiteX3" fmla="*/ 10078 w 37027"/>
                <a:gd name="connsiteY3" fmla="*/ 44342 h 55562"/>
                <a:gd name="connsiteX4" fmla="*/ 18509 w 37027"/>
                <a:gd name="connsiteY4" fmla="*/ 49824 h 55562"/>
                <a:gd name="connsiteX5" fmla="*/ 26940 w 37027"/>
                <a:gd name="connsiteY5" fmla="*/ 44342 h 55562"/>
                <a:gd name="connsiteX6" fmla="*/ 29774 w 37027"/>
                <a:gd name="connsiteY6" fmla="*/ 27799 h 55562"/>
                <a:gd name="connsiteX7" fmla="*/ 26940 w 37027"/>
                <a:gd name="connsiteY7" fmla="*/ 11265 h 55562"/>
                <a:gd name="connsiteX8" fmla="*/ 18509 w 37027"/>
                <a:gd name="connsiteY8" fmla="*/ 5739 h 55562"/>
                <a:gd name="connsiteX9" fmla="*/ 18509 w 37027"/>
                <a:gd name="connsiteY9" fmla="*/ 0 h 55562"/>
                <a:gd name="connsiteX10" fmla="*/ 32254 w 37027"/>
                <a:gd name="connsiteY10" fmla="*/ 7138 h 55562"/>
                <a:gd name="connsiteX11" fmla="*/ 37027 w 37027"/>
                <a:gd name="connsiteY11" fmla="*/ 27799 h 55562"/>
                <a:gd name="connsiteX12" fmla="*/ 32254 w 37027"/>
                <a:gd name="connsiteY12" fmla="*/ 48460 h 55562"/>
                <a:gd name="connsiteX13" fmla="*/ 18509 w 37027"/>
                <a:gd name="connsiteY13" fmla="*/ 55563 h 55562"/>
                <a:gd name="connsiteX14" fmla="*/ 4738 w 37027"/>
                <a:gd name="connsiteY14" fmla="*/ 48460 h 55562"/>
                <a:gd name="connsiteX15" fmla="*/ 0 w 37027"/>
                <a:gd name="connsiteY15" fmla="*/ 27799 h 55562"/>
                <a:gd name="connsiteX16" fmla="*/ 4738 w 37027"/>
                <a:gd name="connsiteY16" fmla="*/ 7138 h 55562"/>
                <a:gd name="connsiteX17" fmla="*/ 18509 w 37027"/>
                <a:gd name="connsiteY17" fmla="*/ 0 h 5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027" h="55562">
                  <a:moveTo>
                    <a:pt x="18509" y="5739"/>
                  </a:moveTo>
                  <a:cubicBezTo>
                    <a:pt x="14781" y="5739"/>
                    <a:pt x="11965" y="7581"/>
                    <a:pt x="10078" y="11265"/>
                  </a:cubicBezTo>
                  <a:cubicBezTo>
                    <a:pt x="8210" y="14922"/>
                    <a:pt x="7280" y="20431"/>
                    <a:pt x="7280" y="27799"/>
                  </a:cubicBezTo>
                  <a:cubicBezTo>
                    <a:pt x="7280" y="35141"/>
                    <a:pt x="8210" y="40658"/>
                    <a:pt x="10078" y="44342"/>
                  </a:cubicBezTo>
                  <a:cubicBezTo>
                    <a:pt x="11965" y="48000"/>
                    <a:pt x="14781" y="49824"/>
                    <a:pt x="18509" y="49824"/>
                  </a:cubicBezTo>
                  <a:cubicBezTo>
                    <a:pt x="22264" y="49824"/>
                    <a:pt x="25072" y="48000"/>
                    <a:pt x="26940" y="44342"/>
                  </a:cubicBezTo>
                  <a:cubicBezTo>
                    <a:pt x="28826" y="40658"/>
                    <a:pt x="29774" y="35141"/>
                    <a:pt x="29774" y="27799"/>
                  </a:cubicBezTo>
                  <a:cubicBezTo>
                    <a:pt x="29774" y="20431"/>
                    <a:pt x="28826" y="14922"/>
                    <a:pt x="26940" y="11265"/>
                  </a:cubicBezTo>
                  <a:cubicBezTo>
                    <a:pt x="25072" y="7581"/>
                    <a:pt x="22264" y="5739"/>
                    <a:pt x="18509" y="5739"/>
                  </a:cubicBezTo>
                  <a:moveTo>
                    <a:pt x="18509" y="0"/>
                  </a:moveTo>
                  <a:cubicBezTo>
                    <a:pt x="24514" y="0"/>
                    <a:pt x="29092" y="2382"/>
                    <a:pt x="32254" y="7138"/>
                  </a:cubicBezTo>
                  <a:cubicBezTo>
                    <a:pt x="35433" y="11876"/>
                    <a:pt x="37027" y="18757"/>
                    <a:pt x="37027" y="27799"/>
                  </a:cubicBezTo>
                  <a:cubicBezTo>
                    <a:pt x="37027" y="36815"/>
                    <a:pt x="35433" y="43705"/>
                    <a:pt x="32254" y="48460"/>
                  </a:cubicBezTo>
                  <a:cubicBezTo>
                    <a:pt x="29092" y="53198"/>
                    <a:pt x="24514" y="55563"/>
                    <a:pt x="18509" y="55563"/>
                  </a:cubicBezTo>
                  <a:cubicBezTo>
                    <a:pt x="12505" y="55563"/>
                    <a:pt x="7917" y="53198"/>
                    <a:pt x="4738" y="48460"/>
                  </a:cubicBezTo>
                  <a:cubicBezTo>
                    <a:pt x="1576" y="43705"/>
                    <a:pt x="0" y="36815"/>
                    <a:pt x="0" y="27799"/>
                  </a:cubicBezTo>
                  <a:cubicBezTo>
                    <a:pt x="0" y="18757"/>
                    <a:pt x="1576" y="11876"/>
                    <a:pt x="4738" y="7138"/>
                  </a:cubicBezTo>
                  <a:cubicBezTo>
                    <a:pt x="7917" y="2382"/>
                    <a:pt x="12505" y="0"/>
                    <a:pt x="18509" y="0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4" name="Freeform 1103">
              <a:extLst>
                <a:ext uri="{FF2B5EF4-FFF2-40B4-BE49-F238E27FC236}">
                  <a16:creationId xmlns:a16="http://schemas.microsoft.com/office/drawing/2014/main" id="{C5F5B46B-BC79-BDFA-63AA-22B9762D4C9E}"/>
                </a:ext>
              </a:extLst>
            </p:cNvPr>
            <p:cNvSpPr/>
            <p:nvPr/>
          </p:nvSpPr>
          <p:spPr>
            <a:xfrm>
              <a:off x="3984529" y="5022882"/>
              <a:ext cx="42314" cy="38497"/>
            </a:xfrm>
            <a:custGeom>
              <a:avLst/>
              <a:gdLst>
                <a:gd name="connsiteX0" fmla="*/ 42314 w 42314"/>
                <a:gd name="connsiteY0" fmla="*/ 5597 h 38497"/>
                <a:gd name="connsiteX1" fmla="*/ 40862 w 42314"/>
                <a:gd name="connsiteY1" fmla="*/ 9246 h 38497"/>
                <a:gd name="connsiteX2" fmla="*/ 37753 w 42314"/>
                <a:gd name="connsiteY2" fmla="*/ 10539 h 38497"/>
                <a:gd name="connsiteX3" fmla="*/ 35345 w 42314"/>
                <a:gd name="connsiteY3" fmla="*/ 9627 h 38497"/>
                <a:gd name="connsiteX4" fmla="*/ 34512 w 42314"/>
                <a:gd name="connsiteY4" fmla="*/ 7545 h 38497"/>
                <a:gd name="connsiteX5" fmla="*/ 35681 w 42314"/>
                <a:gd name="connsiteY5" fmla="*/ 4605 h 38497"/>
                <a:gd name="connsiteX6" fmla="*/ 38577 w 42314"/>
                <a:gd name="connsiteY6" fmla="*/ 2940 h 38497"/>
                <a:gd name="connsiteX7" fmla="*/ 34353 w 42314"/>
                <a:gd name="connsiteY7" fmla="*/ 1869 h 38497"/>
                <a:gd name="connsiteX8" fmla="*/ 31235 w 42314"/>
                <a:gd name="connsiteY8" fmla="*/ 2736 h 38497"/>
                <a:gd name="connsiteX9" fmla="*/ 28959 w 42314"/>
                <a:gd name="connsiteY9" fmla="*/ 4729 h 38497"/>
                <a:gd name="connsiteX10" fmla="*/ 27383 w 42314"/>
                <a:gd name="connsiteY10" fmla="*/ 7466 h 38497"/>
                <a:gd name="connsiteX11" fmla="*/ 26382 w 42314"/>
                <a:gd name="connsiteY11" fmla="*/ 9998 h 38497"/>
                <a:gd name="connsiteX12" fmla="*/ 25931 w 42314"/>
                <a:gd name="connsiteY12" fmla="*/ 11902 h 38497"/>
                <a:gd name="connsiteX13" fmla="*/ 23026 w 42314"/>
                <a:gd name="connsiteY13" fmla="*/ 23522 h 38497"/>
                <a:gd name="connsiteX14" fmla="*/ 21618 w 42314"/>
                <a:gd name="connsiteY14" fmla="*/ 30987 h 38497"/>
                <a:gd name="connsiteX15" fmla="*/ 22778 w 42314"/>
                <a:gd name="connsiteY15" fmla="*/ 35017 h 38497"/>
                <a:gd name="connsiteX16" fmla="*/ 26258 w 42314"/>
                <a:gd name="connsiteY16" fmla="*/ 36593 h 38497"/>
                <a:gd name="connsiteX17" fmla="*/ 28207 w 42314"/>
                <a:gd name="connsiteY17" fmla="*/ 36336 h 38497"/>
                <a:gd name="connsiteX18" fmla="*/ 30571 w 42314"/>
                <a:gd name="connsiteY18" fmla="*/ 35300 h 38497"/>
                <a:gd name="connsiteX19" fmla="*/ 33148 w 42314"/>
                <a:gd name="connsiteY19" fmla="*/ 33352 h 38497"/>
                <a:gd name="connsiteX20" fmla="*/ 35593 w 42314"/>
                <a:gd name="connsiteY20" fmla="*/ 30119 h 38497"/>
                <a:gd name="connsiteX21" fmla="*/ 37585 w 42314"/>
                <a:gd name="connsiteY21" fmla="*/ 25470 h 38497"/>
                <a:gd name="connsiteX22" fmla="*/ 38666 w 42314"/>
                <a:gd name="connsiteY22" fmla="*/ 24558 h 38497"/>
                <a:gd name="connsiteX23" fmla="*/ 39702 w 42314"/>
                <a:gd name="connsiteY23" fmla="*/ 25390 h 38497"/>
                <a:gd name="connsiteX24" fmla="*/ 39117 w 42314"/>
                <a:gd name="connsiteY24" fmla="*/ 27587 h 38497"/>
                <a:gd name="connsiteX25" fmla="*/ 37381 w 42314"/>
                <a:gd name="connsiteY25" fmla="*/ 30943 h 38497"/>
                <a:gd name="connsiteX26" fmla="*/ 34680 w 42314"/>
                <a:gd name="connsiteY26" fmla="*/ 34512 h 38497"/>
                <a:gd name="connsiteX27" fmla="*/ 30863 w 42314"/>
                <a:gd name="connsiteY27" fmla="*/ 37337 h 38497"/>
                <a:gd name="connsiteX28" fmla="*/ 26090 w 42314"/>
                <a:gd name="connsiteY28" fmla="*/ 38497 h 38497"/>
                <a:gd name="connsiteX29" fmla="*/ 20165 w 42314"/>
                <a:gd name="connsiteY29" fmla="*/ 36593 h 38497"/>
                <a:gd name="connsiteX30" fmla="*/ 16924 w 42314"/>
                <a:gd name="connsiteY30" fmla="*/ 32023 h 38497"/>
                <a:gd name="connsiteX31" fmla="*/ 16428 w 42314"/>
                <a:gd name="connsiteY31" fmla="*/ 32900 h 38497"/>
                <a:gd name="connsiteX32" fmla="*/ 15268 w 42314"/>
                <a:gd name="connsiteY32" fmla="*/ 34512 h 38497"/>
                <a:gd name="connsiteX33" fmla="*/ 13479 w 42314"/>
                <a:gd name="connsiteY33" fmla="*/ 36425 h 38497"/>
                <a:gd name="connsiteX34" fmla="*/ 11035 w 42314"/>
                <a:gd name="connsiteY34" fmla="*/ 37833 h 38497"/>
                <a:gd name="connsiteX35" fmla="*/ 8006 w 42314"/>
                <a:gd name="connsiteY35" fmla="*/ 38497 h 38497"/>
                <a:gd name="connsiteX36" fmla="*/ 4233 w 42314"/>
                <a:gd name="connsiteY36" fmla="*/ 37913 h 38497"/>
                <a:gd name="connsiteX37" fmla="*/ 1240 w 42314"/>
                <a:gd name="connsiteY37" fmla="*/ 36009 h 38497"/>
                <a:gd name="connsiteX38" fmla="*/ 0 w 42314"/>
                <a:gd name="connsiteY38" fmla="*/ 32856 h 38497"/>
                <a:gd name="connsiteX39" fmla="*/ 1373 w 42314"/>
                <a:gd name="connsiteY39" fmla="*/ 29411 h 38497"/>
                <a:gd name="connsiteX40" fmla="*/ 4685 w 42314"/>
                <a:gd name="connsiteY40" fmla="*/ 27959 h 38497"/>
                <a:gd name="connsiteX41" fmla="*/ 6846 w 42314"/>
                <a:gd name="connsiteY41" fmla="*/ 28667 h 38497"/>
                <a:gd name="connsiteX42" fmla="*/ 7838 w 42314"/>
                <a:gd name="connsiteY42" fmla="*/ 30908 h 38497"/>
                <a:gd name="connsiteX43" fmla="*/ 6677 w 42314"/>
                <a:gd name="connsiteY43" fmla="*/ 33892 h 38497"/>
                <a:gd name="connsiteX44" fmla="*/ 3861 w 42314"/>
                <a:gd name="connsiteY44" fmla="*/ 35513 h 38497"/>
                <a:gd name="connsiteX45" fmla="*/ 8086 w 42314"/>
                <a:gd name="connsiteY45" fmla="*/ 36593 h 38497"/>
                <a:gd name="connsiteX46" fmla="*/ 12983 w 42314"/>
                <a:gd name="connsiteY46" fmla="*/ 34184 h 38497"/>
                <a:gd name="connsiteX47" fmla="*/ 16180 w 42314"/>
                <a:gd name="connsiteY47" fmla="*/ 27755 h 38497"/>
                <a:gd name="connsiteX48" fmla="*/ 19749 w 42314"/>
                <a:gd name="connsiteY48" fmla="*/ 13771 h 38497"/>
                <a:gd name="connsiteX49" fmla="*/ 20741 w 42314"/>
                <a:gd name="connsiteY49" fmla="*/ 7545 h 38497"/>
                <a:gd name="connsiteX50" fmla="*/ 20289 w 42314"/>
                <a:gd name="connsiteY50" fmla="*/ 4605 h 38497"/>
                <a:gd name="connsiteX51" fmla="*/ 19041 w 42314"/>
                <a:gd name="connsiteY51" fmla="*/ 2860 h 38497"/>
                <a:gd name="connsiteX52" fmla="*/ 17588 w 42314"/>
                <a:gd name="connsiteY52" fmla="*/ 2072 h 38497"/>
                <a:gd name="connsiteX53" fmla="*/ 16180 w 42314"/>
                <a:gd name="connsiteY53" fmla="*/ 1869 h 38497"/>
                <a:gd name="connsiteX54" fmla="*/ 13523 w 42314"/>
                <a:gd name="connsiteY54" fmla="*/ 2364 h 38497"/>
                <a:gd name="connsiteX55" fmla="*/ 10495 w 42314"/>
                <a:gd name="connsiteY55" fmla="*/ 4021 h 38497"/>
                <a:gd name="connsiteX56" fmla="*/ 7342 w 42314"/>
                <a:gd name="connsiteY56" fmla="*/ 7466 h 38497"/>
                <a:gd name="connsiteX57" fmla="*/ 4773 w 42314"/>
                <a:gd name="connsiteY57" fmla="*/ 12983 h 38497"/>
                <a:gd name="connsiteX58" fmla="*/ 3649 w 42314"/>
                <a:gd name="connsiteY58" fmla="*/ 13939 h 38497"/>
                <a:gd name="connsiteX59" fmla="*/ 2657 w 42314"/>
                <a:gd name="connsiteY59" fmla="*/ 13063 h 38497"/>
                <a:gd name="connsiteX60" fmla="*/ 3197 w 42314"/>
                <a:gd name="connsiteY60" fmla="*/ 10911 h 38497"/>
                <a:gd name="connsiteX61" fmla="*/ 4933 w 42314"/>
                <a:gd name="connsiteY61" fmla="*/ 7545 h 38497"/>
                <a:gd name="connsiteX62" fmla="*/ 7678 w 42314"/>
                <a:gd name="connsiteY62" fmla="*/ 4021 h 38497"/>
                <a:gd name="connsiteX63" fmla="*/ 11531 w 42314"/>
                <a:gd name="connsiteY63" fmla="*/ 1160 h 38497"/>
                <a:gd name="connsiteX64" fmla="*/ 16348 w 42314"/>
                <a:gd name="connsiteY64" fmla="*/ 0 h 38497"/>
                <a:gd name="connsiteX65" fmla="*/ 18545 w 42314"/>
                <a:gd name="connsiteY65" fmla="*/ 248 h 38497"/>
                <a:gd name="connsiteX66" fmla="*/ 20989 w 42314"/>
                <a:gd name="connsiteY66" fmla="*/ 1080 h 38497"/>
                <a:gd name="connsiteX67" fmla="*/ 23566 w 42314"/>
                <a:gd name="connsiteY67" fmla="*/ 3064 h 38497"/>
                <a:gd name="connsiteX68" fmla="*/ 25514 w 42314"/>
                <a:gd name="connsiteY68" fmla="*/ 6430 h 38497"/>
                <a:gd name="connsiteX69" fmla="*/ 26674 w 42314"/>
                <a:gd name="connsiteY69" fmla="*/ 4561 h 38497"/>
                <a:gd name="connsiteX70" fmla="*/ 28454 w 42314"/>
                <a:gd name="connsiteY70" fmla="*/ 2533 h 38497"/>
                <a:gd name="connsiteX71" fmla="*/ 31111 w 42314"/>
                <a:gd name="connsiteY71" fmla="*/ 700 h 38497"/>
                <a:gd name="connsiteX72" fmla="*/ 34432 w 42314"/>
                <a:gd name="connsiteY72" fmla="*/ 0 h 38497"/>
                <a:gd name="connsiteX73" fmla="*/ 37789 w 42314"/>
                <a:gd name="connsiteY73" fmla="*/ 452 h 38497"/>
                <a:gd name="connsiteX74" fmla="*/ 40862 w 42314"/>
                <a:gd name="connsiteY74" fmla="*/ 2240 h 38497"/>
                <a:gd name="connsiteX75" fmla="*/ 42314 w 42314"/>
                <a:gd name="connsiteY75" fmla="*/ 5597 h 38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42314" h="38497">
                  <a:moveTo>
                    <a:pt x="42314" y="5597"/>
                  </a:moveTo>
                  <a:cubicBezTo>
                    <a:pt x="42314" y="7147"/>
                    <a:pt x="41827" y="8369"/>
                    <a:pt x="40862" y="9246"/>
                  </a:cubicBezTo>
                  <a:cubicBezTo>
                    <a:pt x="39897" y="10105"/>
                    <a:pt x="38860" y="10539"/>
                    <a:pt x="37753" y="10539"/>
                  </a:cubicBezTo>
                  <a:cubicBezTo>
                    <a:pt x="36700" y="10539"/>
                    <a:pt x="35902" y="10238"/>
                    <a:pt x="35345" y="9627"/>
                  </a:cubicBezTo>
                  <a:cubicBezTo>
                    <a:pt x="34787" y="9015"/>
                    <a:pt x="34512" y="8325"/>
                    <a:pt x="34512" y="7545"/>
                  </a:cubicBezTo>
                  <a:cubicBezTo>
                    <a:pt x="34512" y="6491"/>
                    <a:pt x="34902" y="5517"/>
                    <a:pt x="35681" y="4605"/>
                  </a:cubicBezTo>
                  <a:cubicBezTo>
                    <a:pt x="36452" y="3693"/>
                    <a:pt x="37417" y="3135"/>
                    <a:pt x="38577" y="2940"/>
                  </a:cubicBezTo>
                  <a:cubicBezTo>
                    <a:pt x="37443" y="2223"/>
                    <a:pt x="36035" y="1869"/>
                    <a:pt x="34353" y="1869"/>
                  </a:cubicBezTo>
                  <a:cubicBezTo>
                    <a:pt x="33246" y="1869"/>
                    <a:pt x="32201" y="2161"/>
                    <a:pt x="31235" y="2736"/>
                  </a:cubicBezTo>
                  <a:cubicBezTo>
                    <a:pt x="30297" y="3312"/>
                    <a:pt x="29535" y="3976"/>
                    <a:pt x="28959" y="4729"/>
                  </a:cubicBezTo>
                  <a:cubicBezTo>
                    <a:pt x="28401" y="5473"/>
                    <a:pt x="27879" y="6385"/>
                    <a:pt x="27383" y="7466"/>
                  </a:cubicBezTo>
                  <a:cubicBezTo>
                    <a:pt x="26914" y="8520"/>
                    <a:pt x="26577" y="9361"/>
                    <a:pt x="26382" y="9998"/>
                  </a:cubicBezTo>
                  <a:cubicBezTo>
                    <a:pt x="26214" y="10610"/>
                    <a:pt x="26063" y="11238"/>
                    <a:pt x="25931" y="11902"/>
                  </a:cubicBezTo>
                  <a:lnTo>
                    <a:pt x="23026" y="23522"/>
                  </a:lnTo>
                  <a:cubicBezTo>
                    <a:pt x="22087" y="27197"/>
                    <a:pt x="21618" y="29685"/>
                    <a:pt x="21618" y="30987"/>
                  </a:cubicBezTo>
                  <a:cubicBezTo>
                    <a:pt x="21618" y="32590"/>
                    <a:pt x="22007" y="33936"/>
                    <a:pt x="22778" y="35017"/>
                  </a:cubicBezTo>
                  <a:cubicBezTo>
                    <a:pt x="23548" y="36071"/>
                    <a:pt x="24708" y="36593"/>
                    <a:pt x="26258" y="36593"/>
                  </a:cubicBezTo>
                  <a:cubicBezTo>
                    <a:pt x="26869" y="36593"/>
                    <a:pt x="27516" y="36505"/>
                    <a:pt x="28207" y="36336"/>
                  </a:cubicBezTo>
                  <a:cubicBezTo>
                    <a:pt x="28897" y="36150"/>
                    <a:pt x="29685" y="35805"/>
                    <a:pt x="30571" y="35300"/>
                  </a:cubicBezTo>
                  <a:cubicBezTo>
                    <a:pt x="31483" y="34778"/>
                    <a:pt x="32342" y="34122"/>
                    <a:pt x="33148" y="33352"/>
                  </a:cubicBezTo>
                  <a:cubicBezTo>
                    <a:pt x="33972" y="32546"/>
                    <a:pt x="34787" y="31474"/>
                    <a:pt x="35593" y="30119"/>
                  </a:cubicBezTo>
                  <a:cubicBezTo>
                    <a:pt x="36398" y="28764"/>
                    <a:pt x="37063" y="27215"/>
                    <a:pt x="37585" y="25470"/>
                  </a:cubicBezTo>
                  <a:cubicBezTo>
                    <a:pt x="37753" y="24859"/>
                    <a:pt x="38108" y="24558"/>
                    <a:pt x="38666" y="24558"/>
                  </a:cubicBezTo>
                  <a:cubicBezTo>
                    <a:pt x="39356" y="24558"/>
                    <a:pt x="39702" y="24832"/>
                    <a:pt x="39702" y="25390"/>
                  </a:cubicBezTo>
                  <a:cubicBezTo>
                    <a:pt x="39702" y="25860"/>
                    <a:pt x="39507" y="26586"/>
                    <a:pt x="39117" y="27587"/>
                  </a:cubicBezTo>
                  <a:cubicBezTo>
                    <a:pt x="38754" y="28552"/>
                    <a:pt x="38179" y="29677"/>
                    <a:pt x="37381" y="30943"/>
                  </a:cubicBezTo>
                  <a:cubicBezTo>
                    <a:pt x="36602" y="32192"/>
                    <a:pt x="35699" y="33378"/>
                    <a:pt x="34680" y="34512"/>
                  </a:cubicBezTo>
                  <a:cubicBezTo>
                    <a:pt x="33662" y="35619"/>
                    <a:pt x="32387" y="36567"/>
                    <a:pt x="30863" y="37337"/>
                  </a:cubicBezTo>
                  <a:cubicBezTo>
                    <a:pt x="29349" y="38108"/>
                    <a:pt x="27755" y="38497"/>
                    <a:pt x="26090" y="38497"/>
                  </a:cubicBezTo>
                  <a:cubicBezTo>
                    <a:pt x="23717" y="38497"/>
                    <a:pt x="21742" y="37860"/>
                    <a:pt x="20165" y="36593"/>
                  </a:cubicBezTo>
                  <a:cubicBezTo>
                    <a:pt x="18589" y="35318"/>
                    <a:pt x="17508" y="33795"/>
                    <a:pt x="16924" y="32023"/>
                  </a:cubicBezTo>
                  <a:cubicBezTo>
                    <a:pt x="16791" y="32271"/>
                    <a:pt x="16623" y="32564"/>
                    <a:pt x="16428" y="32900"/>
                  </a:cubicBezTo>
                  <a:cubicBezTo>
                    <a:pt x="16233" y="33228"/>
                    <a:pt x="15843" y="33768"/>
                    <a:pt x="15268" y="34512"/>
                  </a:cubicBezTo>
                  <a:cubicBezTo>
                    <a:pt x="14710" y="35229"/>
                    <a:pt x="14117" y="35867"/>
                    <a:pt x="13479" y="36425"/>
                  </a:cubicBezTo>
                  <a:cubicBezTo>
                    <a:pt x="12850" y="36947"/>
                    <a:pt x="12035" y="37417"/>
                    <a:pt x="11035" y="37833"/>
                  </a:cubicBezTo>
                  <a:cubicBezTo>
                    <a:pt x="10069" y="38276"/>
                    <a:pt x="9060" y="38497"/>
                    <a:pt x="8006" y="38497"/>
                  </a:cubicBezTo>
                  <a:cubicBezTo>
                    <a:pt x="6677" y="38497"/>
                    <a:pt x="5420" y="38302"/>
                    <a:pt x="4233" y="37913"/>
                  </a:cubicBezTo>
                  <a:cubicBezTo>
                    <a:pt x="3073" y="37532"/>
                    <a:pt x="2072" y="36894"/>
                    <a:pt x="1240" y="36009"/>
                  </a:cubicBezTo>
                  <a:cubicBezTo>
                    <a:pt x="416" y="35123"/>
                    <a:pt x="0" y="34069"/>
                    <a:pt x="0" y="32856"/>
                  </a:cubicBezTo>
                  <a:cubicBezTo>
                    <a:pt x="0" y="31501"/>
                    <a:pt x="461" y="30350"/>
                    <a:pt x="1373" y="29411"/>
                  </a:cubicBezTo>
                  <a:cubicBezTo>
                    <a:pt x="2312" y="28446"/>
                    <a:pt x="3419" y="27959"/>
                    <a:pt x="4685" y="27959"/>
                  </a:cubicBezTo>
                  <a:cubicBezTo>
                    <a:pt x="5491" y="27959"/>
                    <a:pt x="6208" y="28198"/>
                    <a:pt x="6846" y="28667"/>
                  </a:cubicBezTo>
                  <a:cubicBezTo>
                    <a:pt x="7510" y="29136"/>
                    <a:pt x="7838" y="29880"/>
                    <a:pt x="7838" y="30908"/>
                  </a:cubicBezTo>
                  <a:cubicBezTo>
                    <a:pt x="7838" y="32041"/>
                    <a:pt x="7448" y="33033"/>
                    <a:pt x="6677" y="33892"/>
                  </a:cubicBezTo>
                  <a:cubicBezTo>
                    <a:pt x="5907" y="34751"/>
                    <a:pt x="4968" y="35291"/>
                    <a:pt x="3861" y="35513"/>
                  </a:cubicBezTo>
                  <a:cubicBezTo>
                    <a:pt x="4995" y="36230"/>
                    <a:pt x="6403" y="36593"/>
                    <a:pt x="8086" y="36593"/>
                  </a:cubicBezTo>
                  <a:cubicBezTo>
                    <a:pt x="9919" y="36593"/>
                    <a:pt x="11548" y="35787"/>
                    <a:pt x="12983" y="34184"/>
                  </a:cubicBezTo>
                  <a:cubicBezTo>
                    <a:pt x="14427" y="32581"/>
                    <a:pt x="15489" y="30438"/>
                    <a:pt x="16180" y="27755"/>
                  </a:cubicBezTo>
                  <a:cubicBezTo>
                    <a:pt x="17889" y="21308"/>
                    <a:pt x="19085" y="16649"/>
                    <a:pt x="19749" y="13771"/>
                  </a:cubicBezTo>
                  <a:cubicBezTo>
                    <a:pt x="20413" y="10866"/>
                    <a:pt x="20741" y="8794"/>
                    <a:pt x="20741" y="7545"/>
                  </a:cubicBezTo>
                  <a:cubicBezTo>
                    <a:pt x="20741" y="6385"/>
                    <a:pt x="20590" y="5411"/>
                    <a:pt x="20289" y="4605"/>
                  </a:cubicBezTo>
                  <a:cubicBezTo>
                    <a:pt x="19979" y="3799"/>
                    <a:pt x="19563" y="3224"/>
                    <a:pt x="19041" y="2860"/>
                  </a:cubicBezTo>
                  <a:cubicBezTo>
                    <a:pt x="18545" y="2471"/>
                    <a:pt x="18057" y="2205"/>
                    <a:pt x="17588" y="2072"/>
                  </a:cubicBezTo>
                  <a:cubicBezTo>
                    <a:pt x="17145" y="1939"/>
                    <a:pt x="16676" y="1869"/>
                    <a:pt x="16180" y="1869"/>
                  </a:cubicBezTo>
                  <a:cubicBezTo>
                    <a:pt x="15348" y="1869"/>
                    <a:pt x="14462" y="2037"/>
                    <a:pt x="13523" y="2364"/>
                  </a:cubicBezTo>
                  <a:cubicBezTo>
                    <a:pt x="12611" y="2692"/>
                    <a:pt x="11602" y="3250"/>
                    <a:pt x="10495" y="4021"/>
                  </a:cubicBezTo>
                  <a:cubicBezTo>
                    <a:pt x="9414" y="4773"/>
                    <a:pt x="8360" y="5916"/>
                    <a:pt x="7342" y="7466"/>
                  </a:cubicBezTo>
                  <a:cubicBezTo>
                    <a:pt x="6323" y="9015"/>
                    <a:pt x="5464" y="10849"/>
                    <a:pt x="4773" y="12983"/>
                  </a:cubicBezTo>
                  <a:cubicBezTo>
                    <a:pt x="4632" y="13621"/>
                    <a:pt x="4260" y="13939"/>
                    <a:pt x="3649" y="13939"/>
                  </a:cubicBezTo>
                  <a:cubicBezTo>
                    <a:pt x="2984" y="13913"/>
                    <a:pt x="2657" y="13621"/>
                    <a:pt x="2657" y="13063"/>
                  </a:cubicBezTo>
                  <a:cubicBezTo>
                    <a:pt x="2657" y="12593"/>
                    <a:pt x="2834" y="11876"/>
                    <a:pt x="3197" y="10911"/>
                  </a:cubicBezTo>
                  <a:cubicBezTo>
                    <a:pt x="3578" y="9910"/>
                    <a:pt x="4162" y="8794"/>
                    <a:pt x="4933" y="7545"/>
                  </a:cubicBezTo>
                  <a:cubicBezTo>
                    <a:pt x="5739" y="6306"/>
                    <a:pt x="6651" y="5128"/>
                    <a:pt x="7678" y="4021"/>
                  </a:cubicBezTo>
                  <a:cubicBezTo>
                    <a:pt x="8732" y="2887"/>
                    <a:pt x="10016" y="1931"/>
                    <a:pt x="11531" y="1160"/>
                  </a:cubicBezTo>
                  <a:cubicBezTo>
                    <a:pt x="13080" y="390"/>
                    <a:pt x="14692" y="0"/>
                    <a:pt x="16348" y="0"/>
                  </a:cubicBezTo>
                  <a:cubicBezTo>
                    <a:pt x="17092" y="0"/>
                    <a:pt x="17827" y="80"/>
                    <a:pt x="18545" y="248"/>
                  </a:cubicBezTo>
                  <a:cubicBezTo>
                    <a:pt x="19289" y="381"/>
                    <a:pt x="20103" y="664"/>
                    <a:pt x="20989" y="1080"/>
                  </a:cubicBezTo>
                  <a:cubicBezTo>
                    <a:pt x="21901" y="1497"/>
                    <a:pt x="22760" y="2152"/>
                    <a:pt x="23566" y="3064"/>
                  </a:cubicBezTo>
                  <a:cubicBezTo>
                    <a:pt x="24372" y="3976"/>
                    <a:pt x="25018" y="5101"/>
                    <a:pt x="25514" y="6430"/>
                  </a:cubicBezTo>
                  <a:cubicBezTo>
                    <a:pt x="25842" y="5792"/>
                    <a:pt x="26232" y="5172"/>
                    <a:pt x="26674" y="4561"/>
                  </a:cubicBezTo>
                  <a:cubicBezTo>
                    <a:pt x="27144" y="3950"/>
                    <a:pt x="27737" y="3277"/>
                    <a:pt x="28454" y="2533"/>
                  </a:cubicBezTo>
                  <a:cubicBezTo>
                    <a:pt x="29207" y="1753"/>
                    <a:pt x="30093" y="1142"/>
                    <a:pt x="31111" y="700"/>
                  </a:cubicBezTo>
                  <a:cubicBezTo>
                    <a:pt x="32165" y="230"/>
                    <a:pt x="33272" y="0"/>
                    <a:pt x="34432" y="0"/>
                  </a:cubicBezTo>
                  <a:cubicBezTo>
                    <a:pt x="35566" y="0"/>
                    <a:pt x="36682" y="150"/>
                    <a:pt x="37789" y="452"/>
                  </a:cubicBezTo>
                  <a:cubicBezTo>
                    <a:pt x="38896" y="726"/>
                    <a:pt x="39923" y="1328"/>
                    <a:pt x="40862" y="2240"/>
                  </a:cubicBezTo>
                  <a:cubicBezTo>
                    <a:pt x="41827" y="3126"/>
                    <a:pt x="42314" y="4242"/>
                    <a:pt x="42314" y="5597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5" name="Freeform 1104">
              <a:extLst>
                <a:ext uri="{FF2B5EF4-FFF2-40B4-BE49-F238E27FC236}">
                  <a16:creationId xmlns:a16="http://schemas.microsoft.com/office/drawing/2014/main" id="{FEA28DB7-7A6F-64D7-3A4C-76BB98A971B7}"/>
                </a:ext>
              </a:extLst>
            </p:cNvPr>
            <p:cNvSpPr/>
            <p:nvPr/>
          </p:nvSpPr>
          <p:spPr>
            <a:xfrm>
              <a:off x="3089749" y="3716901"/>
              <a:ext cx="885" cy="1176451"/>
            </a:xfrm>
            <a:custGeom>
              <a:avLst/>
              <a:gdLst>
                <a:gd name="connsiteX0" fmla="*/ 0 w 885"/>
                <a:gd name="connsiteY0" fmla="*/ 1176452 h 1176451"/>
                <a:gd name="connsiteX1" fmla="*/ 0 w 885"/>
                <a:gd name="connsiteY1" fmla="*/ 0 h 1176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" h="1176451">
                  <a:moveTo>
                    <a:pt x="0" y="1176452"/>
                  </a:moveTo>
                  <a:lnTo>
                    <a:pt x="0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6" name="Freeform 1105">
              <a:extLst>
                <a:ext uri="{FF2B5EF4-FFF2-40B4-BE49-F238E27FC236}">
                  <a16:creationId xmlns:a16="http://schemas.microsoft.com/office/drawing/2014/main" id="{A903DDED-5DFD-E8B9-8825-1D545114BB05}"/>
                </a:ext>
              </a:extLst>
            </p:cNvPr>
            <p:cNvSpPr/>
            <p:nvPr/>
          </p:nvSpPr>
          <p:spPr>
            <a:xfrm>
              <a:off x="3089749" y="4775709"/>
              <a:ext cx="16736" cy="885"/>
            </a:xfrm>
            <a:custGeom>
              <a:avLst/>
              <a:gdLst>
                <a:gd name="connsiteX0" fmla="*/ 0 w 16736"/>
                <a:gd name="connsiteY0" fmla="*/ 0 h 885"/>
                <a:gd name="connsiteX1" fmla="*/ 16736 w 16736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736" h="885">
                  <a:moveTo>
                    <a:pt x="0" y="0"/>
                  </a:moveTo>
                  <a:lnTo>
                    <a:pt x="16736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7" name="Freeform 1106">
              <a:extLst>
                <a:ext uri="{FF2B5EF4-FFF2-40B4-BE49-F238E27FC236}">
                  <a16:creationId xmlns:a16="http://schemas.microsoft.com/office/drawing/2014/main" id="{CDA42F03-44A4-BB4E-F70C-F31026857845}"/>
                </a:ext>
              </a:extLst>
            </p:cNvPr>
            <p:cNvSpPr/>
            <p:nvPr/>
          </p:nvSpPr>
          <p:spPr>
            <a:xfrm>
              <a:off x="3089749" y="4540417"/>
              <a:ext cx="16736" cy="885"/>
            </a:xfrm>
            <a:custGeom>
              <a:avLst/>
              <a:gdLst>
                <a:gd name="connsiteX0" fmla="*/ 0 w 16736"/>
                <a:gd name="connsiteY0" fmla="*/ 0 h 885"/>
                <a:gd name="connsiteX1" fmla="*/ 16736 w 16736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736" h="885">
                  <a:moveTo>
                    <a:pt x="0" y="0"/>
                  </a:moveTo>
                  <a:lnTo>
                    <a:pt x="16736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8" name="Freeform 1107">
              <a:extLst>
                <a:ext uri="{FF2B5EF4-FFF2-40B4-BE49-F238E27FC236}">
                  <a16:creationId xmlns:a16="http://schemas.microsoft.com/office/drawing/2014/main" id="{60893FFA-8331-4289-335B-3617CE7FE0F8}"/>
                </a:ext>
              </a:extLst>
            </p:cNvPr>
            <p:cNvSpPr/>
            <p:nvPr/>
          </p:nvSpPr>
          <p:spPr>
            <a:xfrm>
              <a:off x="3089749" y="4305127"/>
              <a:ext cx="16736" cy="885"/>
            </a:xfrm>
            <a:custGeom>
              <a:avLst/>
              <a:gdLst>
                <a:gd name="connsiteX0" fmla="*/ 0 w 16736"/>
                <a:gd name="connsiteY0" fmla="*/ 0 h 885"/>
                <a:gd name="connsiteX1" fmla="*/ 16736 w 16736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736" h="885">
                  <a:moveTo>
                    <a:pt x="0" y="0"/>
                  </a:moveTo>
                  <a:lnTo>
                    <a:pt x="16736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9" name="Freeform 1108">
              <a:extLst>
                <a:ext uri="{FF2B5EF4-FFF2-40B4-BE49-F238E27FC236}">
                  <a16:creationId xmlns:a16="http://schemas.microsoft.com/office/drawing/2014/main" id="{13A5726F-9692-8483-6018-30DCCCD8D02A}"/>
                </a:ext>
              </a:extLst>
            </p:cNvPr>
            <p:cNvSpPr/>
            <p:nvPr/>
          </p:nvSpPr>
          <p:spPr>
            <a:xfrm>
              <a:off x="3089749" y="4069837"/>
              <a:ext cx="16736" cy="885"/>
            </a:xfrm>
            <a:custGeom>
              <a:avLst/>
              <a:gdLst>
                <a:gd name="connsiteX0" fmla="*/ 0 w 16736"/>
                <a:gd name="connsiteY0" fmla="*/ 0 h 885"/>
                <a:gd name="connsiteX1" fmla="*/ 16736 w 16736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736" h="885">
                  <a:moveTo>
                    <a:pt x="0" y="0"/>
                  </a:moveTo>
                  <a:lnTo>
                    <a:pt x="16736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0" name="Freeform 1109">
              <a:extLst>
                <a:ext uri="{FF2B5EF4-FFF2-40B4-BE49-F238E27FC236}">
                  <a16:creationId xmlns:a16="http://schemas.microsoft.com/office/drawing/2014/main" id="{AFA296C3-0DDB-E46C-C86A-0BFF57A837E9}"/>
                </a:ext>
              </a:extLst>
            </p:cNvPr>
            <p:cNvSpPr/>
            <p:nvPr/>
          </p:nvSpPr>
          <p:spPr>
            <a:xfrm>
              <a:off x="3089749" y="3834547"/>
              <a:ext cx="16736" cy="885"/>
            </a:xfrm>
            <a:custGeom>
              <a:avLst/>
              <a:gdLst>
                <a:gd name="connsiteX0" fmla="*/ 0 w 16736"/>
                <a:gd name="connsiteY0" fmla="*/ 0 h 885"/>
                <a:gd name="connsiteX1" fmla="*/ 16736 w 16736"/>
                <a:gd name="connsiteY1" fmla="*/ 0 h 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736" h="885">
                  <a:moveTo>
                    <a:pt x="0" y="0"/>
                  </a:moveTo>
                  <a:lnTo>
                    <a:pt x="16736" y="0"/>
                  </a:lnTo>
                </a:path>
              </a:pathLst>
            </a:custGeom>
            <a:noFill/>
            <a:ln w="3540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1" name="Freeform 1110">
              <a:extLst>
                <a:ext uri="{FF2B5EF4-FFF2-40B4-BE49-F238E27FC236}">
                  <a16:creationId xmlns:a16="http://schemas.microsoft.com/office/drawing/2014/main" id="{71E88EA3-C740-20DF-16BB-75C2E386E6CA}"/>
                </a:ext>
              </a:extLst>
            </p:cNvPr>
            <p:cNvSpPr/>
            <p:nvPr/>
          </p:nvSpPr>
          <p:spPr>
            <a:xfrm>
              <a:off x="2964700" y="4776409"/>
              <a:ext cx="45992" cy="6092"/>
            </a:xfrm>
            <a:custGeom>
              <a:avLst/>
              <a:gdLst>
                <a:gd name="connsiteX0" fmla="*/ 0 w 45992"/>
                <a:gd name="connsiteY0" fmla="*/ 0 h 6092"/>
                <a:gd name="connsiteX1" fmla="*/ 45992 w 45992"/>
                <a:gd name="connsiteY1" fmla="*/ 0 h 6092"/>
                <a:gd name="connsiteX2" fmla="*/ 45992 w 45992"/>
                <a:gd name="connsiteY2" fmla="*/ 6093 h 6092"/>
                <a:gd name="connsiteX3" fmla="*/ 0 w 45992"/>
                <a:gd name="connsiteY3" fmla="*/ 6093 h 6092"/>
                <a:gd name="connsiteX4" fmla="*/ 0 w 45992"/>
                <a:gd name="connsiteY4" fmla="*/ 0 h 60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992" h="6092">
                  <a:moveTo>
                    <a:pt x="0" y="0"/>
                  </a:moveTo>
                  <a:lnTo>
                    <a:pt x="45992" y="0"/>
                  </a:lnTo>
                  <a:lnTo>
                    <a:pt x="45992" y="6093"/>
                  </a:lnTo>
                  <a:lnTo>
                    <a:pt x="0" y="6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2" name="Freeform 1111">
              <a:extLst>
                <a:ext uri="{FF2B5EF4-FFF2-40B4-BE49-F238E27FC236}">
                  <a16:creationId xmlns:a16="http://schemas.microsoft.com/office/drawing/2014/main" id="{4656E371-6B14-F9AB-F417-106CC84AD5BE}"/>
                </a:ext>
              </a:extLst>
            </p:cNvPr>
            <p:cNvSpPr/>
            <p:nvPr/>
          </p:nvSpPr>
          <p:spPr>
            <a:xfrm>
              <a:off x="3023858" y="4747954"/>
              <a:ext cx="34009" cy="54535"/>
            </a:xfrm>
            <a:custGeom>
              <a:avLst/>
              <a:gdLst>
                <a:gd name="connsiteX0" fmla="*/ 8717 w 34009"/>
                <a:gd name="connsiteY0" fmla="*/ 48434 h 54535"/>
                <a:gd name="connsiteX1" fmla="*/ 34009 w 34009"/>
                <a:gd name="connsiteY1" fmla="*/ 48434 h 54535"/>
                <a:gd name="connsiteX2" fmla="*/ 34009 w 34009"/>
                <a:gd name="connsiteY2" fmla="*/ 54536 h 54535"/>
                <a:gd name="connsiteX3" fmla="*/ 0 w 34009"/>
                <a:gd name="connsiteY3" fmla="*/ 54536 h 54535"/>
                <a:gd name="connsiteX4" fmla="*/ 0 w 34009"/>
                <a:gd name="connsiteY4" fmla="*/ 48434 h 54535"/>
                <a:gd name="connsiteX5" fmla="*/ 11229 w 34009"/>
                <a:gd name="connsiteY5" fmla="*/ 36992 h 54535"/>
                <a:gd name="connsiteX6" fmla="*/ 20197 w 34009"/>
                <a:gd name="connsiteY6" fmla="*/ 27702 h 54535"/>
                <a:gd name="connsiteX7" fmla="*/ 25040 w 34009"/>
                <a:gd name="connsiteY7" fmla="*/ 21095 h 54535"/>
                <a:gd name="connsiteX8" fmla="*/ 26440 w 34009"/>
                <a:gd name="connsiteY8" fmla="*/ 15755 h 54535"/>
                <a:gd name="connsiteX9" fmla="*/ 23426 w 34009"/>
                <a:gd name="connsiteY9" fmla="*/ 8794 h 54535"/>
                <a:gd name="connsiteX10" fmla="*/ 15642 w 34009"/>
                <a:gd name="connsiteY10" fmla="*/ 6102 h 54535"/>
                <a:gd name="connsiteX11" fmla="*/ 8430 w 34009"/>
                <a:gd name="connsiteY11" fmla="*/ 7289 h 54535"/>
                <a:gd name="connsiteX12" fmla="*/ 359 w 34009"/>
                <a:gd name="connsiteY12" fmla="*/ 10875 h 54535"/>
                <a:gd name="connsiteX13" fmla="*/ 359 w 34009"/>
                <a:gd name="connsiteY13" fmla="*/ 3551 h 54535"/>
                <a:gd name="connsiteX14" fmla="*/ 8538 w 34009"/>
                <a:gd name="connsiteY14" fmla="*/ 903 h 54535"/>
                <a:gd name="connsiteX15" fmla="*/ 15498 w 34009"/>
                <a:gd name="connsiteY15" fmla="*/ 0 h 54535"/>
                <a:gd name="connsiteX16" fmla="*/ 28772 w 34009"/>
                <a:gd name="connsiteY16" fmla="*/ 4162 h 54535"/>
                <a:gd name="connsiteX17" fmla="*/ 33722 w 34009"/>
                <a:gd name="connsiteY17" fmla="*/ 15286 h 54535"/>
                <a:gd name="connsiteX18" fmla="*/ 32466 w 34009"/>
                <a:gd name="connsiteY18" fmla="*/ 21564 h 54535"/>
                <a:gd name="connsiteX19" fmla="*/ 27982 w 34009"/>
                <a:gd name="connsiteY19" fmla="*/ 28525 h 54535"/>
                <a:gd name="connsiteX20" fmla="*/ 22278 w 34009"/>
                <a:gd name="connsiteY20" fmla="*/ 34547 h 54535"/>
                <a:gd name="connsiteX21" fmla="*/ 8717 w 34009"/>
                <a:gd name="connsiteY21" fmla="*/ 48434 h 54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4009" h="54535">
                  <a:moveTo>
                    <a:pt x="8717" y="48434"/>
                  </a:moveTo>
                  <a:lnTo>
                    <a:pt x="34009" y="48434"/>
                  </a:lnTo>
                  <a:lnTo>
                    <a:pt x="34009" y="54536"/>
                  </a:lnTo>
                  <a:lnTo>
                    <a:pt x="0" y="54536"/>
                  </a:lnTo>
                  <a:lnTo>
                    <a:pt x="0" y="48434"/>
                  </a:lnTo>
                  <a:cubicBezTo>
                    <a:pt x="2750" y="45591"/>
                    <a:pt x="6493" y="41774"/>
                    <a:pt x="11229" y="36992"/>
                  </a:cubicBezTo>
                  <a:cubicBezTo>
                    <a:pt x="15988" y="32183"/>
                    <a:pt x="18978" y="29092"/>
                    <a:pt x="20197" y="27702"/>
                  </a:cubicBezTo>
                  <a:cubicBezTo>
                    <a:pt x="22517" y="25089"/>
                    <a:pt x="24132" y="22893"/>
                    <a:pt x="25040" y="21095"/>
                  </a:cubicBezTo>
                  <a:cubicBezTo>
                    <a:pt x="25973" y="19280"/>
                    <a:pt x="26440" y="17500"/>
                    <a:pt x="26440" y="15755"/>
                  </a:cubicBezTo>
                  <a:cubicBezTo>
                    <a:pt x="26440" y="12912"/>
                    <a:pt x="25435" y="10592"/>
                    <a:pt x="23426" y="8794"/>
                  </a:cubicBezTo>
                  <a:cubicBezTo>
                    <a:pt x="21441" y="6996"/>
                    <a:pt x="18847" y="6102"/>
                    <a:pt x="15642" y="6102"/>
                  </a:cubicBezTo>
                  <a:cubicBezTo>
                    <a:pt x="13369" y="6102"/>
                    <a:pt x="10966" y="6500"/>
                    <a:pt x="8430" y="7289"/>
                  </a:cubicBezTo>
                  <a:cubicBezTo>
                    <a:pt x="5919" y="8077"/>
                    <a:pt x="3229" y="9272"/>
                    <a:pt x="359" y="10875"/>
                  </a:cubicBezTo>
                  <a:lnTo>
                    <a:pt x="359" y="3551"/>
                  </a:lnTo>
                  <a:cubicBezTo>
                    <a:pt x="3277" y="2382"/>
                    <a:pt x="6003" y="1497"/>
                    <a:pt x="8538" y="903"/>
                  </a:cubicBezTo>
                  <a:cubicBezTo>
                    <a:pt x="11074" y="301"/>
                    <a:pt x="13393" y="0"/>
                    <a:pt x="15498" y="0"/>
                  </a:cubicBezTo>
                  <a:cubicBezTo>
                    <a:pt x="21046" y="0"/>
                    <a:pt x="25471" y="1390"/>
                    <a:pt x="28772" y="4162"/>
                  </a:cubicBezTo>
                  <a:cubicBezTo>
                    <a:pt x="32072" y="6934"/>
                    <a:pt x="33722" y="10645"/>
                    <a:pt x="33722" y="15286"/>
                  </a:cubicBezTo>
                  <a:cubicBezTo>
                    <a:pt x="33722" y="17491"/>
                    <a:pt x="33303" y="19581"/>
                    <a:pt x="32466" y="21564"/>
                  </a:cubicBezTo>
                  <a:cubicBezTo>
                    <a:pt x="31653" y="23522"/>
                    <a:pt x="30158" y="25842"/>
                    <a:pt x="27982" y="28525"/>
                  </a:cubicBezTo>
                  <a:cubicBezTo>
                    <a:pt x="27385" y="29216"/>
                    <a:pt x="25483" y="31226"/>
                    <a:pt x="22278" y="34547"/>
                  </a:cubicBezTo>
                  <a:cubicBezTo>
                    <a:pt x="19073" y="37851"/>
                    <a:pt x="14553" y="42474"/>
                    <a:pt x="8717" y="48434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3" name="Freeform 1112">
              <a:extLst>
                <a:ext uri="{FF2B5EF4-FFF2-40B4-BE49-F238E27FC236}">
                  <a16:creationId xmlns:a16="http://schemas.microsoft.com/office/drawing/2014/main" id="{C0630893-A419-F8C8-93C8-080FC2F4CF0B}"/>
                </a:ext>
              </a:extLst>
            </p:cNvPr>
            <p:cNvSpPr/>
            <p:nvPr/>
          </p:nvSpPr>
          <p:spPr>
            <a:xfrm>
              <a:off x="2964126" y="4541117"/>
              <a:ext cx="45992" cy="6099"/>
            </a:xfrm>
            <a:custGeom>
              <a:avLst/>
              <a:gdLst>
                <a:gd name="connsiteX0" fmla="*/ 0 w 45992"/>
                <a:gd name="connsiteY0" fmla="*/ 0 h 6099"/>
                <a:gd name="connsiteX1" fmla="*/ 45992 w 45992"/>
                <a:gd name="connsiteY1" fmla="*/ 0 h 6099"/>
                <a:gd name="connsiteX2" fmla="*/ 45992 w 45992"/>
                <a:gd name="connsiteY2" fmla="*/ 6099 h 6099"/>
                <a:gd name="connsiteX3" fmla="*/ 0 w 45992"/>
                <a:gd name="connsiteY3" fmla="*/ 6099 h 6099"/>
                <a:gd name="connsiteX4" fmla="*/ 0 w 45992"/>
                <a:gd name="connsiteY4" fmla="*/ 0 h 6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992" h="6099">
                  <a:moveTo>
                    <a:pt x="0" y="0"/>
                  </a:moveTo>
                  <a:lnTo>
                    <a:pt x="45992" y="0"/>
                  </a:lnTo>
                  <a:lnTo>
                    <a:pt x="45992" y="6099"/>
                  </a:lnTo>
                  <a:lnTo>
                    <a:pt x="0" y="60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4" name="Freeform 1113">
              <a:extLst>
                <a:ext uri="{FF2B5EF4-FFF2-40B4-BE49-F238E27FC236}">
                  <a16:creationId xmlns:a16="http://schemas.microsoft.com/office/drawing/2014/main" id="{E455EFA6-095E-A26A-6B87-86B296E596CD}"/>
                </a:ext>
              </a:extLst>
            </p:cNvPr>
            <p:cNvSpPr/>
            <p:nvPr/>
          </p:nvSpPr>
          <p:spPr>
            <a:xfrm>
              <a:off x="3025975" y="4513636"/>
              <a:ext cx="31892" cy="53565"/>
            </a:xfrm>
            <a:custGeom>
              <a:avLst/>
              <a:gdLst>
                <a:gd name="connsiteX0" fmla="*/ 1041 w 31892"/>
                <a:gd name="connsiteY0" fmla="*/ 47464 h 53565"/>
                <a:gd name="connsiteX1" fmla="*/ 12878 w 31892"/>
                <a:gd name="connsiteY1" fmla="*/ 47464 h 53565"/>
                <a:gd name="connsiteX2" fmla="*/ 12878 w 31892"/>
                <a:gd name="connsiteY2" fmla="*/ 6601 h 53565"/>
                <a:gd name="connsiteX3" fmla="*/ 0 w 31892"/>
                <a:gd name="connsiteY3" fmla="*/ 9184 h 53565"/>
                <a:gd name="connsiteX4" fmla="*/ 0 w 31892"/>
                <a:gd name="connsiteY4" fmla="*/ 2583 h 53565"/>
                <a:gd name="connsiteX5" fmla="*/ 12807 w 31892"/>
                <a:gd name="connsiteY5" fmla="*/ 0 h 53565"/>
                <a:gd name="connsiteX6" fmla="*/ 20054 w 31892"/>
                <a:gd name="connsiteY6" fmla="*/ 0 h 53565"/>
                <a:gd name="connsiteX7" fmla="*/ 20054 w 31892"/>
                <a:gd name="connsiteY7" fmla="*/ 47464 h 53565"/>
                <a:gd name="connsiteX8" fmla="*/ 31892 w 31892"/>
                <a:gd name="connsiteY8" fmla="*/ 47464 h 53565"/>
                <a:gd name="connsiteX9" fmla="*/ 31892 w 31892"/>
                <a:gd name="connsiteY9" fmla="*/ 53566 h 53565"/>
                <a:gd name="connsiteX10" fmla="*/ 1041 w 31892"/>
                <a:gd name="connsiteY10" fmla="*/ 53566 h 53565"/>
                <a:gd name="connsiteX11" fmla="*/ 1041 w 31892"/>
                <a:gd name="connsiteY11" fmla="*/ 47464 h 53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92" h="53565">
                  <a:moveTo>
                    <a:pt x="1041" y="47464"/>
                  </a:moveTo>
                  <a:lnTo>
                    <a:pt x="12878" y="47464"/>
                  </a:lnTo>
                  <a:lnTo>
                    <a:pt x="12878" y="6601"/>
                  </a:lnTo>
                  <a:lnTo>
                    <a:pt x="0" y="9184"/>
                  </a:lnTo>
                  <a:lnTo>
                    <a:pt x="0" y="2583"/>
                  </a:lnTo>
                  <a:lnTo>
                    <a:pt x="12807" y="0"/>
                  </a:lnTo>
                  <a:lnTo>
                    <a:pt x="20054" y="0"/>
                  </a:lnTo>
                  <a:lnTo>
                    <a:pt x="20054" y="47464"/>
                  </a:lnTo>
                  <a:lnTo>
                    <a:pt x="31892" y="47464"/>
                  </a:lnTo>
                  <a:lnTo>
                    <a:pt x="31892" y="53566"/>
                  </a:lnTo>
                  <a:lnTo>
                    <a:pt x="1041" y="53566"/>
                  </a:lnTo>
                  <a:lnTo>
                    <a:pt x="1041" y="47464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5" name="Freeform 1114">
              <a:extLst>
                <a:ext uri="{FF2B5EF4-FFF2-40B4-BE49-F238E27FC236}">
                  <a16:creationId xmlns:a16="http://schemas.microsoft.com/office/drawing/2014/main" id="{D1A1CE3F-6667-9D6C-BF14-420A8726A02E}"/>
                </a:ext>
              </a:extLst>
            </p:cNvPr>
            <p:cNvSpPr/>
            <p:nvPr/>
          </p:nvSpPr>
          <p:spPr>
            <a:xfrm>
              <a:off x="3020844" y="4277377"/>
              <a:ext cx="37022" cy="55570"/>
            </a:xfrm>
            <a:custGeom>
              <a:avLst/>
              <a:gdLst>
                <a:gd name="connsiteX0" fmla="*/ 18512 w 37022"/>
                <a:gd name="connsiteY0" fmla="*/ 5740 h 55570"/>
                <a:gd name="connsiteX1" fmla="*/ 10081 w 37022"/>
                <a:gd name="connsiteY1" fmla="*/ 11265 h 55570"/>
                <a:gd name="connsiteX2" fmla="*/ 7282 w 37022"/>
                <a:gd name="connsiteY2" fmla="*/ 27804 h 55570"/>
                <a:gd name="connsiteX3" fmla="*/ 10081 w 37022"/>
                <a:gd name="connsiteY3" fmla="*/ 44341 h 55570"/>
                <a:gd name="connsiteX4" fmla="*/ 18512 w 37022"/>
                <a:gd name="connsiteY4" fmla="*/ 49830 h 55570"/>
                <a:gd name="connsiteX5" fmla="*/ 26942 w 37022"/>
                <a:gd name="connsiteY5" fmla="*/ 44341 h 55570"/>
                <a:gd name="connsiteX6" fmla="*/ 29776 w 37022"/>
                <a:gd name="connsiteY6" fmla="*/ 27804 h 55570"/>
                <a:gd name="connsiteX7" fmla="*/ 26942 w 37022"/>
                <a:gd name="connsiteY7" fmla="*/ 11265 h 55570"/>
                <a:gd name="connsiteX8" fmla="*/ 18512 w 37022"/>
                <a:gd name="connsiteY8" fmla="*/ 5740 h 55570"/>
                <a:gd name="connsiteX9" fmla="*/ 18512 w 37022"/>
                <a:gd name="connsiteY9" fmla="*/ 0 h 55570"/>
                <a:gd name="connsiteX10" fmla="*/ 32252 w 37022"/>
                <a:gd name="connsiteY10" fmla="*/ 7140 h 55570"/>
                <a:gd name="connsiteX11" fmla="*/ 37023 w 37022"/>
                <a:gd name="connsiteY11" fmla="*/ 27804 h 55570"/>
                <a:gd name="connsiteX12" fmla="*/ 32252 w 37022"/>
                <a:gd name="connsiteY12" fmla="*/ 48467 h 55570"/>
                <a:gd name="connsiteX13" fmla="*/ 18512 w 37022"/>
                <a:gd name="connsiteY13" fmla="*/ 55571 h 55570"/>
                <a:gd name="connsiteX14" fmla="*/ 4735 w 37022"/>
                <a:gd name="connsiteY14" fmla="*/ 48467 h 55570"/>
                <a:gd name="connsiteX15" fmla="*/ 0 w 37022"/>
                <a:gd name="connsiteY15" fmla="*/ 27804 h 55570"/>
                <a:gd name="connsiteX16" fmla="*/ 4735 w 37022"/>
                <a:gd name="connsiteY16" fmla="*/ 7140 h 55570"/>
                <a:gd name="connsiteX17" fmla="*/ 18512 w 37022"/>
                <a:gd name="connsiteY17" fmla="*/ 0 h 55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022" h="55570">
                  <a:moveTo>
                    <a:pt x="18512" y="5740"/>
                  </a:moveTo>
                  <a:cubicBezTo>
                    <a:pt x="14781" y="5740"/>
                    <a:pt x="11970" y="7582"/>
                    <a:pt x="10081" y="11265"/>
                  </a:cubicBezTo>
                  <a:cubicBezTo>
                    <a:pt x="8215" y="14924"/>
                    <a:pt x="7282" y="20437"/>
                    <a:pt x="7282" y="27804"/>
                  </a:cubicBezTo>
                  <a:cubicBezTo>
                    <a:pt x="7282" y="35146"/>
                    <a:pt x="8215" y="40658"/>
                    <a:pt x="10081" y="44341"/>
                  </a:cubicBezTo>
                  <a:cubicBezTo>
                    <a:pt x="11970" y="48001"/>
                    <a:pt x="14781" y="49830"/>
                    <a:pt x="18512" y="49830"/>
                  </a:cubicBezTo>
                  <a:cubicBezTo>
                    <a:pt x="22267" y="49830"/>
                    <a:pt x="25077" y="48001"/>
                    <a:pt x="26942" y="44341"/>
                  </a:cubicBezTo>
                  <a:cubicBezTo>
                    <a:pt x="28831" y="40658"/>
                    <a:pt x="29776" y="35146"/>
                    <a:pt x="29776" y="27804"/>
                  </a:cubicBezTo>
                  <a:cubicBezTo>
                    <a:pt x="29776" y="20437"/>
                    <a:pt x="28831" y="14924"/>
                    <a:pt x="26942" y="11265"/>
                  </a:cubicBezTo>
                  <a:cubicBezTo>
                    <a:pt x="25077" y="7582"/>
                    <a:pt x="22267" y="5740"/>
                    <a:pt x="18512" y="5740"/>
                  </a:cubicBezTo>
                  <a:moveTo>
                    <a:pt x="18512" y="0"/>
                  </a:moveTo>
                  <a:cubicBezTo>
                    <a:pt x="24514" y="0"/>
                    <a:pt x="29095" y="2380"/>
                    <a:pt x="32252" y="7140"/>
                  </a:cubicBezTo>
                  <a:cubicBezTo>
                    <a:pt x="35432" y="11875"/>
                    <a:pt x="37023" y="18762"/>
                    <a:pt x="37023" y="27804"/>
                  </a:cubicBezTo>
                  <a:cubicBezTo>
                    <a:pt x="37023" y="36820"/>
                    <a:pt x="35432" y="43708"/>
                    <a:pt x="32252" y="48467"/>
                  </a:cubicBezTo>
                  <a:cubicBezTo>
                    <a:pt x="29095" y="53203"/>
                    <a:pt x="24514" y="55571"/>
                    <a:pt x="18512" y="55571"/>
                  </a:cubicBezTo>
                  <a:cubicBezTo>
                    <a:pt x="12508" y="55571"/>
                    <a:pt x="7916" y="53203"/>
                    <a:pt x="4735" y="48467"/>
                  </a:cubicBezTo>
                  <a:cubicBezTo>
                    <a:pt x="1578" y="43708"/>
                    <a:pt x="0" y="36820"/>
                    <a:pt x="0" y="27804"/>
                  </a:cubicBezTo>
                  <a:cubicBezTo>
                    <a:pt x="0" y="18762"/>
                    <a:pt x="1578" y="11875"/>
                    <a:pt x="4735" y="7140"/>
                  </a:cubicBezTo>
                  <a:cubicBezTo>
                    <a:pt x="7916" y="2380"/>
                    <a:pt x="12508" y="0"/>
                    <a:pt x="18512" y="0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6" name="Freeform 1115">
              <a:extLst>
                <a:ext uri="{FF2B5EF4-FFF2-40B4-BE49-F238E27FC236}">
                  <a16:creationId xmlns:a16="http://schemas.microsoft.com/office/drawing/2014/main" id="{D1D1068C-609D-039A-9909-A73D8B6A08D3}"/>
                </a:ext>
              </a:extLst>
            </p:cNvPr>
            <p:cNvSpPr/>
            <p:nvPr/>
          </p:nvSpPr>
          <p:spPr>
            <a:xfrm>
              <a:off x="3025975" y="4043056"/>
              <a:ext cx="31892" cy="53561"/>
            </a:xfrm>
            <a:custGeom>
              <a:avLst/>
              <a:gdLst>
                <a:gd name="connsiteX0" fmla="*/ 1041 w 31892"/>
                <a:gd name="connsiteY0" fmla="*/ 47462 h 53561"/>
                <a:gd name="connsiteX1" fmla="*/ 12878 w 31892"/>
                <a:gd name="connsiteY1" fmla="*/ 47462 h 53561"/>
                <a:gd name="connsiteX2" fmla="*/ 12878 w 31892"/>
                <a:gd name="connsiteY2" fmla="*/ 6600 h 53561"/>
                <a:gd name="connsiteX3" fmla="*/ 0 w 31892"/>
                <a:gd name="connsiteY3" fmla="*/ 9184 h 53561"/>
                <a:gd name="connsiteX4" fmla="*/ 0 w 31892"/>
                <a:gd name="connsiteY4" fmla="*/ 2582 h 53561"/>
                <a:gd name="connsiteX5" fmla="*/ 12807 w 31892"/>
                <a:gd name="connsiteY5" fmla="*/ 0 h 53561"/>
                <a:gd name="connsiteX6" fmla="*/ 20054 w 31892"/>
                <a:gd name="connsiteY6" fmla="*/ 0 h 53561"/>
                <a:gd name="connsiteX7" fmla="*/ 20054 w 31892"/>
                <a:gd name="connsiteY7" fmla="*/ 47462 h 53561"/>
                <a:gd name="connsiteX8" fmla="*/ 31892 w 31892"/>
                <a:gd name="connsiteY8" fmla="*/ 47462 h 53561"/>
                <a:gd name="connsiteX9" fmla="*/ 31892 w 31892"/>
                <a:gd name="connsiteY9" fmla="*/ 53561 h 53561"/>
                <a:gd name="connsiteX10" fmla="*/ 1041 w 31892"/>
                <a:gd name="connsiteY10" fmla="*/ 53561 h 53561"/>
                <a:gd name="connsiteX11" fmla="*/ 1041 w 31892"/>
                <a:gd name="connsiteY11" fmla="*/ 47462 h 53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92" h="53561">
                  <a:moveTo>
                    <a:pt x="1041" y="47462"/>
                  </a:moveTo>
                  <a:lnTo>
                    <a:pt x="12878" y="47462"/>
                  </a:lnTo>
                  <a:lnTo>
                    <a:pt x="12878" y="6600"/>
                  </a:lnTo>
                  <a:lnTo>
                    <a:pt x="0" y="9184"/>
                  </a:lnTo>
                  <a:lnTo>
                    <a:pt x="0" y="2582"/>
                  </a:lnTo>
                  <a:lnTo>
                    <a:pt x="12807" y="0"/>
                  </a:lnTo>
                  <a:lnTo>
                    <a:pt x="20054" y="0"/>
                  </a:lnTo>
                  <a:lnTo>
                    <a:pt x="20054" y="47462"/>
                  </a:lnTo>
                  <a:lnTo>
                    <a:pt x="31892" y="47462"/>
                  </a:lnTo>
                  <a:lnTo>
                    <a:pt x="31892" y="53561"/>
                  </a:lnTo>
                  <a:lnTo>
                    <a:pt x="1041" y="53561"/>
                  </a:lnTo>
                  <a:lnTo>
                    <a:pt x="1041" y="47462"/>
                  </a:ln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7" name="Freeform 1116">
              <a:extLst>
                <a:ext uri="{FF2B5EF4-FFF2-40B4-BE49-F238E27FC236}">
                  <a16:creationId xmlns:a16="http://schemas.microsoft.com/office/drawing/2014/main" id="{0863B7E7-7A41-4EAC-75CC-F93DA939199D}"/>
                </a:ext>
              </a:extLst>
            </p:cNvPr>
            <p:cNvSpPr/>
            <p:nvPr/>
          </p:nvSpPr>
          <p:spPr>
            <a:xfrm>
              <a:off x="3023858" y="3806797"/>
              <a:ext cx="34009" cy="54530"/>
            </a:xfrm>
            <a:custGeom>
              <a:avLst/>
              <a:gdLst>
                <a:gd name="connsiteX0" fmla="*/ 8717 w 34009"/>
                <a:gd name="connsiteY0" fmla="*/ 48431 h 54530"/>
                <a:gd name="connsiteX1" fmla="*/ 34009 w 34009"/>
                <a:gd name="connsiteY1" fmla="*/ 48431 h 54530"/>
                <a:gd name="connsiteX2" fmla="*/ 34009 w 34009"/>
                <a:gd name="connsiteY2" fmla="*/ 54530 h 54530"/>
                <a:gd name="connsiteX3" fmla="*/ 0 w 34009"/>
                <a:gd name="connsiteY3" fmla="*/ 54530 h 54530"/>
                <a:gd name="connsiteX4" fmla="*/ 0 w 34009"/>
                <a:gd name="connsiteY4" fmla="*/ 48431 h 54530"/>
                <a:gd name="connsiteX5" fmla="*/ 11229 w 34009"/>
                <a:gd name="connsiteY5" fmla="*/ 36987 h 54530"/>
                <a:gd name="connsiteX6" fmla="*/ 20197 w 34009"/>
                <a:gd name="connsiteY6" fmla="*/ 27696 h 54530"/>
                <a:gd name="connsiteX7" fmla="*/ 25040 w 34009"/>
                <a:gd name="connsiteY7" fmla="*/ 21094 h 54530"/>
                <a:gd name="connsiteX8" fmla="*/ 26440 w 34009"/>
                <a:gd name="connsiteY8" fmla="*/ 15749 h 54530"/>
                <a:gd name="connsiteX9" fmla="*/ 23426 w 34009"/>
                <a:gd name="connsiteY9" fmla="*/ 8790 h 54530"/>
                <a:gd name="connsiteX10" fmla="*/ 15642 w 34009"/>
                <a:gd name="connsiteY10" fmla="*/ 6098 h 54530"/>
                <a:gd name="connsiteX11" fmla="*/ 8430 w 34009"/>
                <a:gd name="connsiteY11" fmla="*/ 7282 h 54530"/>
                <a:gd name="connsiteX12" fmla="*/ 359 w 34009"/>
                <a:gd name="connsiteY12" fmla="*/ 10870 h 54530"/>
                <a:gd name="connsiteX13" fmla="*/ 359 w 34009"/>
                <a:gd name="connsiteY13" fmla="*/ 3551 h 54530"/>
                <a:gd name="connsiteX14" fmla="*/ 8538 w 34009"/>
                <a:gd name="connsiteY14" fmla="*/ 897 h 54530"/>
                <a:gd name="connsiteX15" fmla="*/ 15498 w 34009"/>
                <a:gd name="connsiteY15" fmla="*/ 0 h 54530"/>
                <a:gd name="connsiteX16" fmla="*/ 28772 w 34009"/>
                <a:gd name="connsiteY16" fmla="*/ 4161 h 54530"/>
                <a:gd name="connsiteX17" fmla="*/ 33722 w 34009"/>
                <a:gd name="connsiteY17" fmla="*/ 15283 h 54530"/>
                <a:gd name="connsiteX18" fmla="*/ 32466 w 34009"/>
                <a:gd name="connsiteY18" fmla="*/ 21561 h 54530"/>
                <a:gd name="connsiteX19" fmla="*/ 27982 w 34009"/>
                <a:gd name="connsiteY19" fmla="*/ 28521 h 54530"/>
                <a:gd name="connsiteX20" fmla="*/ 22278 w 34009"/>
                <a:gd name="connsiteY20" fmla="*/ 34547 h 54530"/>
                <a:gd name="connsiteX21" fmla="*/ 8717 w 34009"/>
                <a:gd name="connsiteY21" fmla="*/ 48431 h 545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4009" h="54530">
                  <a:moveTo>
                    <a:pt x="8717" y="48431"/>
                  </a:moveTo>
                  <a:lnTo>
                    <a:pt x="34009" y="48431"/>
                  </a:lnTo>
                  <a:lnTo>
                    <a:pt x="34009" y="54530"/>
                  </a:lnTo>
                  <a:lnTo>
                    <a:pt x="0" y="54530"/>
                  </a:lnTo>
                  <a:lnTo>
                    <a:pt x="0" y="48431"/>
                  </a:lnTo>
                  <a:cubicBezTo>
                    <a:pt x="2750" y="45586"/>
                    <a:pt x="6493" y="41770"/>
                    <a:pt x="11229" y="36987"/>
                  </a:cubicBezTo>
                  <a:cubicBezTo>
                    <a:pt x="15988" y="32179"/>
                    <a:pt x="18978" y="29082"/>
                    <a:pt x="20197" y="27696"/>
                  </a:cubicBezTo>
                  <a:cubicBezTo>
                    <a:pt x="22517" y="25088"/>
                    <a:pt x="24132" y="22888"/>
                    <a:pt x="25040" y="21094"/>
                  </a:cubicBezTo>
                  <a:cubicBezTo>
                    <a:pt x="25973" y="19277"/>
                    <a:pt x="26440" y="17495"/>
                    <a:pt x="26440" y="15749"/>
                  </a:cubicBezTo>
                  <a:cubicBezTo>
                    <a:pt x="26440" y="12903"/>
                    <a:pt x="25435" y="10583"/>
                    <a:pt x="23426" y="8790"/>
                  </a:cubicBezTo>
                  <a:cubicBezTo>
                    <a:pt x="21441" y="6995"/>
                    <a:pt x="18847" y="6098"/>
                    <a:pt x="15642" y="6098"/>
                  </a:cubicBezTo>
                  <a:cubicBezTo>
                    <a:pt x="13369" y="6098"/>
                    <a:pt x="10966" y="6493"/>
                    <a:pt x="8430" y="7282"/>
                  </a:cubicBezTo>
                  <a:cubicBezTo>
                    <a:pt x="5919" y="8071"/>
                    <a:pt x="3229" y="9268"/>
                    <a:pt x="359" y="10870"/>
                  </a:cubicBezTo>
                  <a:lnTo>
                    <a:pt x="359" y="3551"/>
                  </a:lnTo>
                  <a:cubicBezTo>
                    <a:pt x="3277" y="2380"/>
                    <a:pt x="6003" y="1495"/>
                    <a:pt x="8538" y="897"/>
                  </a:cubicBezTo>
                  <a:cubicBezTo>
                    <a:pt x="11074" y="299"/>
                    <a:pt x="13393" y="0"/>
                    <a:pt x="15498" y="0"/>
                  </a:cubicBezTo>
                  <a:cubicBezTo>
                    <a:pt x="21046" y="0"/>
                    <a:pt x="25471" y="1387"/>
                    <a:pt x="28772" y="4161"/>
                  </a:cubicBezTo>
                  <a:cubicBezTo>
                    <a:pt x="32072" y="6936"/>
                    <a:pt x="33722" y="10643"/>
                    <a:pt x="33722" y="15283"/>
                  </a:cubicBezTo>
                  <a:cubicBezTo>
                    <a:pt x="33722" y="17484"/>
                    <a:pt x="33303" y="19576"/>
                    <a:pt x="32466" y="21561"/>
                  </a:cubicBezTo>
                  <a:cubicBezTo>
                    <a:pt x="31653" y="23523"/>
                    <a:pt x="30158" y="25842"/>
                    <a:pt x="27982" y="28521"/>
                  </a:cubicBezTo>
                  <a:cubicBezTo>
                    <a:pt x="27385" y="29214"/>
                    <a:pt x="25483" y="31223"/>
                    <a:pt x="22278" y="34547"/>
                  </a:cubicBezTo>
                  <a:cubicBezTo>
                    <a:pt x="19073" y="37848"/>
                    <a:pt x="14553" y="42475"/>
                    <a:pt x="8717" y="48431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8" name="Freeform 1117">
              <a:extLst>
                <a:ext uri="{FF2B5EF4-FFF2-40B4-BE49-F238E27FC236}">
                  <a16:creationId xmlns:a16="http://schemas.microsoft.com/office/drawing/2014/main" id="{283C4CD3-29BD-9AC9-D50D-DF8590276246}"/>
                </a:ext>
              </a:extLst>
            </p:cNvPr>
            <p:cNvSpPr/>
            <p:nvPr/>
          </p:nvSpPr>
          <p:spPr>
            <a:xfrm>
              <a:off x="2876092" y="4289489"/>
              <a:ext cx="38499" cy="34599"/>
            </a:xfrm>
            <a:custGeom>
              <a:avLst/>
              <a:gdLst>
                <a:gd name="connsiteX0" fmla="*/ 5518 w 38499"/>
                <a:gd name="connsiteY0" fmla="*/ 0 h 34599"/>
                <a:gd name="connsiteX1" fmla="*/ 9127 w 38499"/>
                <a:gd name="connsiteY1" fmla="*/ 1452 h 34599"/>
                <a:gd name="connsiteX2" fmla="*/ 10537 w 38499"/>
                <a:gd name="connsiteY2" fmla="*/ 4688 h 34599"/>
                <a:gd name="connsiteX3" fmla="*/ 9625 w 38499"/>
                <a:gd name="connsiteY3" fmla="*/ 7095 h 34599"/>
                <a:gd name="connsiteX4" fmla="*/ 7550 w 38499"/>
                <a:gd name="connsiteY4" fmla="*/ 7924 h 34599"/>
                <a:gd name="connsiteX5" fmla="*/ 4522 w 38499"/>
                <a:gd name="connsiteY5" fmla="*/ 6638 h 34599"/>
                <a:gd name="connsiteX6" fmla="*/ 2863 w 38499"/>
                <a:gd name="connsiteY6" fmla="*/ 3485 h 34599"/>
                <a:gd name="connsiteX7" fmla="*/ 1867 w 38499"/>
                <a:gd name="connsiteY7" fmla="*/ 7053 h 34599"/>
                <a:gd name="connsiteX8" fmla="*/ 4646 w 38499"/>
                <a:gd name="connsiteY8" fmla="*/ 13857 h 34599"/>
                <a:gd name="connsiteX9" fmla="*/ 8297 w 38499"/>
                <a:gd name="connsiteY9" fmla="*/ 16802 h 34599"/>
                <a:gd name="connsiteX10" fmla="*/ 11616 w 38499"/>
                <a:gd name="connsiteY10" fmla="*/ 18628 h 34599"/>
                <a:gd name="connsiteX11" fmla="*/ 22693 w 38499"/>
                <a:gd name="connsiteY11" fmla="*/ 21324 h 34599"/>
                <a:gd name="connsiteX12" fmla="*/ 29911 w 38499"/>
                <a:gd name="connsiteY12" fmla="*/ 23108 h 34599"/>
                <a:gd name="connsiteX13" fmla="*/ 36093 w 38499"/>
                <a:gd name="connsiteY13" fmla="*/ 24726 h 34599"/>
                <a:gd name="connsiteX14" fmla="*/ 37877 w 38499"/>
                <a:gd name="connsiteY14" fmla="*/ 26054 h 34599"/>
                <a:gd name="connsiteX15" fmla="*/ 38499 w 38499"/>
                <a:gd name="connsiteY15" fmla="*/ 27879 h 34599"/>
                <a:gd name="connsiteX16" fmla="*/ 37877 w 38499"/>
                <a:gd name="connsiteY16" fmla="*/ 29622 h 34599"/>
                <a:gd name="connsiteX17" fmla="*/ 36176 w 38499"/>
                <a:gd name="connsiteY17" fmla="*/ 30327 h 34599"/>
                <a:gd name="connsiteX18" fmla="*/ 35388 w 38499"/>
                <a:gd name="connsiteY18" fmla="*/ 30202 h 34599"/>
                <a:gd name="connsiteX19" fmla="*/ 33894 w 38499"/>
                <a:gd name="connsiteY19" fmla="*/ 29871 h 34599"/>
                <a:gd name="connsiteX20" fmla="*/ 32525 w 38499"/>
                <a:gd name="connsiteY20" fmla="*/ 29580 h 34599"/>
                <a:gd name="connsiteX21" fmla="*/ 12902 w 38499"/>
                <a:gd name="connsiteY21" fmla="*/ 24643 h 34599"/>
                <a:gd name="connsiteX22" fmla="*/ 8214 w 38499"/>
                <a:gd name="connsiteY22" fmla="*/ 23523 h 34599"/>
                <a:gd name="connsiteX23" fmla="*/ 5767 w 38499"/>
                <a:gd name="connsiteY23" fmla="*/ 23274 h 34599"/>
                <a:gd name="connsiteX24" fmla="*/ 2697 w 38499"/>
                <a:gd name="connsiteY24" fmla="*/ 23979 h 34599"/>
                <a:gd name="connsiteX25" fmla="*/ 1867 w 38499"/>
                <a:gd name="connsiteY25" fmla="*/ 25929 h 34599"/>
                <a:gd name="connsiteX26" fmla="*/ 4439 w 38499"/>
                <a:gd name="connsiteY26" fmla="*/ 29497 h 34599"/>
                <a:gd name="connsiteX27" fmla="*/ 11989 w 38499"/>
                <a:gd name="connsiteY27" fmla="*/ 32110 h 34599"/>
                <a:gd name="connsiteX28" fmla="*/ 13649 w 38499"/>
                <a:gd name="connsiteY28" fmla="*/ 32733 h 34599"/>
                <a:gd name="connsiteX29" fmla="*/ 13939 w 38499"/>
                <a:gd name="connsiteY29" fmla="*/ 33563 h 34599"/>
                <a:gd name="connsiteX30" fmla="*/ 13068 w 38499"/>
                <a:gd name="connsiteY30" fmla="*/ 34600 h 34599"/>
                <a:gd name="connsiteX31" fmla="*/ 11533 w 38499"/>
                <a:gd name="connsiteY31" fmla="*/ 34268 h 34599"/>
                <a:gd name="connsiteX32" fmla="*/ 8173 w 38499"/>
                <a:gd name="connsiteY32" fmla="*/ 33314 h 34599"/>
                <a:gd name="connsiteX33" fmla="*/ 4854 w 38499"/>
                <a:gd name="connsiteY33" fmla="*/ 31945 h 34599"/>
                <a:gd name="connsiteX34" fmla="*/ 3402 w 38499"/>
                <a:gd name="connsiteY34" fmla="*/ 31156 h 34599"/>
                <a:gd name="connsiteX35" fmla="*/ 1908 w 38499"/>
                <a:gd name="connsiteY35" fmla="*/ 30036 h 34599"/>
                <a:gd name="connsiteX36" fmla="*/ 498 w 38499"/>
                <a:gd name="connsiteY36" fmla="*/ 28169 h 34599"/>
                <a:gd name="connsiteX37" fmla="*/ 0 w 38499"/>
                <a:gd name="connsiteY37" fmla="*/ 25680 h 34599"/>
                <a:gd name="connsiteX38" fmla="*/ 1825 w 38499"/>
                <a:gd name="connsiteY38" fmla="*/ 20577 h 34599"/>
                <a:gd name="connsiteX39" fmla="*/ 6513 w 38499"/>
                <a:gd name="connsiteY39" fmla="*/ 17922 h 34599"/>
                <a:gd name="connsiteX40" fmla="*/ 3734 w 38499"/>
                <a:gd name="connsiteY40" fmla="*/ 15599 h 34599"/>
                <a:gd name="connsiteX41" fmla="*/ 1203 w 38499"/>
                <a:gd name="connsiteY41" fmla="*/ 11949 h 34599"/>
                <a:gd name="connsiteX42" fmla="*/ 0 w 38499"/>
                <a:gd name="connsiteY42" fmla="*/ 7053 h 34599"/>
                <a:gd name="connsiteX43" fmla="*/ 1618 w 38499"/>
                <a:gd name="connsiteY43" fmla="*/ 1950 h 34599"/>
                <a:gd name="connsiteX44" fmla="*/ 5518 w 38499"/>
                <a:gd name="connsiteY44" fmla="*/ 0 h 34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38499" h="34599">
                  <a:moveTo>
                    <a:pt x="5518" y="0"/>
                  </a:moveTo>
                  <a:cubicBezTo>
                    <a:pt x="6983" y="0"/>
                    <a:pt x="8187" y="484"/>
                    <a:pt x="9127" y="1452"/>
                  </a:cubicBezTo>
                  <a:cubicBezTo>
                    <a:pt x="10067" y="2393"/>
                    <a:pt x="10537" y="3472"/>
                    <a:pt x="10537" y="4688"/>
                  </a:cubicBezTo>
                  <a:cubicBezTo>
                    <a:pt x="10537" y="5740"/>
                    <a:pt x="10233" y="6541"/>
                    <a:pt x="9625" y="7095"/>
                  </a:cubicBezTo>
                  <a:cubicBezTo>
                    <a:pt x="9016" y="7648"/>
                    <a:pt x="8325" y="7924"/>
                    <a:pt x="7550" y="7924"/>
                  </a:cubicBezTo>
                  <a:cubicBezTo>
                    <a:pt x="6444" y="7924"/>
                    <a:pt x="5435" y="7496"/>
                    <a:pt x="4522" y="6638"/>
                  </a:cubicBezTo>
                  <a:cubicBezTo>
                    <a:pt x="3609" y="5780"/>
                    <a:pt x="3056" y="4729"/>
                    <a:pt x="2863" y="3485"/>
                  </a:cubicBezTo>
                  <a:cubicBezTo>
                    <a:pt x="2199" y="4398"/>
                    <a:pt x="1867" y="5587"/>
                    <a:pt x="1867" y="7053"/>
                  </a:cubicBezTo>
                  <a:cubicBezTo>
                    <a:pt x="1867" y="9459"/>
                    <a:pt x="2793" y="11727"/>
                    <a:pt x="4646" y="13857"/>
                  </a:cubicBezTo>
                  <a:cubicBezTo>
                    <a:pt x="5504" y="14797"/>
                    <a:pt x="6721" y="15779"/>
                    <a:pt x="8297" y="16802"/>
                  </a:cubicBezTo>
                  <a:cubicBezTo>
                    <a:pt x="9846" y="17825"/>
                    <a:pt x="10952" y="18434"/>
                    <a:pt x="11616" y="18628"/>
                  </a:cubicBezTo>
                  <a:lnTo>
                    <a:pt x="22693" y="21324"/>
                  </a:lnTo>
                  <a:cubicBezTo>
                    <a:pt x="23523" y="21490"/>
                    <a:pt x="25929" y="22085"/>
                    <a:pt x="29911" y="23108"/>
                  </a:cubicBezTo>
                  <a:cubicBezTo>
                    <a:pt x="33866" y="24103"/>
                    <a:pt x="35927" y="24643"/>
                    <a:pt x="36093" y="24726"/>
                  </a:cubicBezTo>
                  <a:cubicBezTo>
                    <a:pt x="36867" y="25002"/>
                    <a:pt x="37462" y="25445"/>
                    <a:pt x="37877" y="26054"/>
                  </a:cubicBezTo>
                  <a:cubicBezTo>
                    <a:pt x="38292" y="26662"/>
                    <a:pt x="38499" y="27270"/>
                    <a:pt x="38499" y="27879"/>
                  </a:cubicBezTo>
                  <a:cubicBezTo>
                    <a:pt x="38499" y="28570"/>
                    <a:pt x="38292" y="29151"/>
                    <a:pt x="37877" y="29622"/>
                  </a:cubicBezTo>
                  <a:cubicBezTo>
                    <a:pt x="37462" y="30092"/>
                    <a:pt x="36895" y="30327"/>
                    <a:pt x="36176" y="30327"/>
                  </a:cubicBezTo>
                  <a:cubicBezTo>
                    <a:pt x="36065" y="30327"/>
                    <a:pt x="35802" y="30285"/>
                    <a:pt x="35388" y="30202"/>
                  </a:cubicBezTo>
                  <a:cubicBezTo>
                    <a:pt x="34973" y="30119"/>
                    <a:pt x="34475" y="30009"/>
                    <a:pt x="33894" y="29871"/>
                  </a:cubicBezTo>
                  <a:cubicBezTo>
                    <a:pt x="33313" y="29732"/>
                    <a:pt x="32857" y="29635"/>
                    <a:pt x="32525" y="29580"/>
                  </a:cubicBezTo>
                  <a:lnTo>
                    <a:pt x="12902" y="24643"/>
                  </a:lnTo>
                  <a:cubicBezTo>
                    <a:pt x="10524" y="24034"/>
                    <a:pt x="8961" y="23662"/>
                    <a:pt x="8214" y="23523"/>
                  </a:cubicBezTo>
                  <a:cubicBezTo>
                    <a:pt x="7440" y="23357"/>
                    <a:pt x="6624" y="23274"/>
                    <a:pt x="5767" y="23274"/>
                  </a:cubicBezTo>
                  <a:cubicBezTo>
                    <a:pt x="4273" y="23274"/>
                    <a:pt x="3250" y="23509"/>
                    <a:pt x="2697" y="23979"/>
                  </a:cubicBezTo>
                  <a:cubicBezTo>
                    <a:pt x="2143" y="24450"/>
                    <a:pt x="1867" y="25099"/>
                    <a:pt x="1867" y="25929"/>
                  </a:cubicBezTo>
                  <a:cubicBezTo>
                    <a:pt x="1867" y="27367"/>
                    <a:pt x="2724" y="28556"/>
                    <a:pt x="4439" y="29497"/>
                  </a:cubicBezTo>
                  <a:cubicBezTo>
                    <a:pt x="6154" y="30437"/>
                    <a:pt x="8671" y="31309"/>
                    <a:pt x="11989" y="32110"/>
                  </a:cubicBezTo>
                  <a:cubicBezTo>
                    <a:pt x="12902" y="32359"/>
                    <a:pt x="13455" y="32567"/>
                    <a:pt x="13649" y="32733"/>
                  </a:cubicBezTo>
                  <a:cubicBezTo>
                    <a:pt x="13843" y="32871"/>
                    <a:pt x="13939" y="33147"/>
                    <a:pt x="13939" y="33563"/>
                  </a:cubicBezTo>
                  <a:cubicBezTo>
                    <a:pt x="13912" y="34254"/>
                    <a:pt x="13621" y="34600"/>
                    <a:pt x="13068" y="34600"/>
                  </a:cubicBezTo>
                  <a:cubicBezTo>
                    <a:pt x="12930" y="34600"/>
                    <a:pt x="12418" y="34489"/>
                    <a:pt x="11533" y="34268"/>
                  </a:cubicBezTo>
                  <a:cubicBezTo>
                    <a:pt x="10620" y="34046"/>
                    <a:pt x="9500" y="33728"/>
                    <a:pt x="8173" y="33314"/>
                  </a:cubicBezTo>
                  <a:cubicBezTo>
                    <a:pt x="6817" y="32871"/>
                    <a:pt x="5711" y="32415"/>
                    <a:pt x="4854" y="31945"/>
                  </a:cubicBezTo>
                  <a:cubicBezTo>
                    <a:pt x="4273" y="31667"/>
                    <a:pt x="3789" y="31405"/>
                    <a:pt x="3402" y="31156"/>
                  </a:cubicBezTo>
                  <a:cubicBezTo>
                    <a:pt x="3015" y="30908"/>
                    <a:pt x="2517" y="30534"/>
                    <a:pt x="1908" y="30036"/>
                  </a:cubicBezTo>
                  <a:cubicBezTo>
                    <a:pt x="1300" y="29538"/>
                    <a:pt x="830" y="28916"/>
                    <a:pt x="498" y="28169"/>
                  </a:cubicBezTo>
                  <a:cubicBezTo>
                    <a:pt x="166" y="27423"/>
                    <a:pt x="0" y="26593"/>
                    <a:pt x="0" y="25680"/>
                  </a:cubicBezTo>
                  <a:cubicBezTo>
                    <a:pt x="0" y="23688"/>
                    <a:pt x="608" y="21988"/>
                    <a:pt x="1825" y="20577"/>
                  </a:cubicBezTo>
                  <a:cubicBezTo>
                    <a:pt x="3042" y="19139"/>
                    <a:pt x="4605" y="18254"/>
                    <a:pt x="6513" y="17922"/>
                  </a:cubicBezTo>
                  <a:cubicBezTo>
                    <a:pt x="5518" y="17230"/>
                    <a:pt x="4591" y="16456"/>
                    <a:pt x="3734" y="15599"/>
                  </a:cubicBezTo>
                  <a:cubicBezTo>
                    <a:pt x="2849" y="14742"/>
                    <a:pt x="2005" y="13525"/>
                    <a:pt x="1203" y="11949"/>
                  </a:cubicBezTo>
                  <a:cubicBezTo>
                    <a:pt x="401" y="10371"/>
                    <a:pt x="0" y="8740"/>
                    <a:pt x="0" y="7053"/>
                  </a:cubicBezTo>
                  <a:cubicBezTo>
                    <a:pt x="0" y="4951"/>
                    <a:pt x="539" y="3250"/>
                    <a:pt x="1618" y="1950"/>
                  </a:cubicBezTo>
                  <a:cubicBezTo>
                    <a:pt x="2669" y="650"/>
                    <a:pt x="3969" y="0"/>
                    <a:pt x="5518" y="0"/>
                  </a:cubicBezTo>
                  <a:close/>
                </a:path>
              </a:pathLst>
            </a:custGeom>
            <a:solidFill>
              <a:srgbClr val="000000"/>
            </a:solidFill>
            <a:ln w="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19" name="Freeform 1118">
            <a:extLst>
              <a:ext uri="{FF2B5EF4-FFF2-40B4-BE49-F238E27FC236}">
                <a16:creationId xmlns:a16="http://schemas.microsoft.com/office/drawing/2014/main" id="{6CBC12D9-4195-76D0-0073-6B15DC28C0B2}"/>
              </a:ext>
            </a:extLst>
          </p:cNvPr>
          <p:cNvSpPr/>
          <p:nvPr/>
        </p:nvSpPr>
        <p:spPr>
          <a:xfrm>
            <a:off x="3129006" y="4484008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20" name="Freeform 1119">
            <a:extLst>
              <a:ext uri="{FF2B5EF4-FFF2-40B4-BE49-F238E27FC236}">
                <a16:creationId xmlns:a16="http://schemas.microsoft.com/office/drawing/2014/main" id="{E28AA112-B45D-1696-7159-617252F31863}"/>
              </a:ext>
            </a:extLst>
          </p:cNvPr>
          <p:cNvSpPr/>
          <p:nvPr/>
        </p:nvSpPr>
        <p:spPr>
          <a:xfrm>
            <a:off x="3188787" y="3895929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21" name="Freeform 1120">
            <a:extLst>
              <a:ext uri="{FF2B5EF4-FFF2-40B4-BE49-F238E27FC236}">
                <a16:creationId xmlns:a16="http://schemas.microsoft.com/office/drawing/2014/main" id="{F39AB030-A8D7-6450-215D-4C5F28153A37}"/>
              </a:ext>
            </a:extLst>
          </p:cNvPr>
          <p:cNvSpPr/>
          <p:nvPr/>
        </p:nvSpPr>
        <p:spPr>
          <a:xfrm>
            <a:off x="3248568" y="4098403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22" name="Freeform 1121">
            <a:extLst>
              <a:ext uri="{FF2B5EF4-FFF2-40B4-BE49-F238E27FC236}">
                <a16:creationId xmlns:a16="http://schemas.microsoft.com/office/drawing/2014/main" id="{86C65BCE-0EED-1009-5884-F8C6DFD081C5}"/>
              </a:ext>
            </a:extLst>
          </p:cNvPr>
          <p:cNvSpPr/>
          <p:nvPr/>
        </p:nvSpPr>
        <p:spPr>
          <a:xfrm>
            <a:off x="3308349" y="3957515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23" name="Freeform 1122">
            <a:extLst>
              <a:ext uri="{FF2B5EF4-FFF2-40B4-BE49-F238E27FC236}">
                <a16:creationId xmlns:a16="http://schemas.microsoft.com/office/drawing/2014/main" id="{D04D82A2-3C09-5C06-588F-53A814779BD8}"/>
              </a:ext>
            </a:extLst>
          </p:cNvPr>
          <p:cNvSpPr/>
          <p:nvPr/>
        </p:nvSpPr>
        <p:spPr>
          <a:xfrm>
            <a:off x="3368130" y="4557168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24" name="Freeform 1123">
            <a:extLst>
              <a:ext uri="{FF2B5EF4-FFF2-40B4-BE49-F238E27FC236}">
                <a16:creationId xmlns:a16="http://schemas.microsoft.com/office/drawing/2014/main" id="{335B6FEB-4513-9066-FF8F-DBE0F51ED58A}"/>
              </a:ext>
            </a:extLst>
          </p:cNvPr>
          <p:cNvSpPr/>
          <p:nvPr/>
        </p:nvSpPr>
        <p:spPr>
          <a:xfrm>
            <a:off x="3427912" y="4264020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25" name="Freeform 1124">
            <a:extLst>
              <a:ext uri="{FF2B5EF4-FFF2-40B4-BE49-F238E27FC236}">
                <a16:creationId xmlns:a16="http://schemas.microsoft.com/office/drawing/2014/main" id="{53638034-66EF-995E-EFD1-D64D0152D070}"/>
              </a:ext>
            </a:extLst>
          </p:cNvPr>
          <p:cNvSpPr/>
          <p:nvPr/>
        </p:nvSpPr>
        <p:spPr>
          <a:xfrm>
            <a:off x="3487693" y="4187376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26" name="Freeform 1125">
            <a:extLst>
              <a:ext uri="{FF2B5EF4-FFF2-40B4-BE49-F238E27FC236}">
                <a16:creationId xmlns:a16="http://schemas.microsoft.com/office/drawing/2014/main" id="{0EAC107B-7BD3-9F59-1C73-E53F9B860A2B}"/>
              </a:ext>
            </a:extLst>
          </p:cNvPr>
          <p:cNvSpPr/>
          <p:nvPr/>
        </p:nvSpPr>
        <p:spPr>
          <a:xfrm>
            <a:off x="3547474" y="4597410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27" name="Freeform 1126">
            <a:extLst>
              <a:ext uri="{FF2B5EF4-FFF2-40B4-BE49-F238E27FC236}">
                <a16:creationId xmlns:a16="http://schemas.microsoft.com/office/drawing/2014/main" id="{3C9F2FCA-8380-EEA4-B47D-2D23C7D51B11}"/>
              </a:ext>
            </a:extLst>
          </p:cNvPr>
          <p:cNvSpPr/>
          <p:nvPr/>
        </p:nvSpPr>
        <p:spPr>
          <a:xfrm>
            <a:off x="3607255" y="4253919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28" name="Freeform 1127">
            <a:extLst>
              <a:ext uri="{FF2B5EF4-FFF2-40B4-BE49-F238E27FC236}">
                <a16:creationId xmlns:a16="http://schemas.microsoft.com/office/drawing/2014/main" id="{6CE407D7-1FA1-A1F1-C672-6C355633C04B}"/>
              </a:ext>
            </a:extLst>
          </p:cNvPr>
          <p:cNvSpPr/>
          <p:nvPr/>
        </p:nvSpPr>
        <p:spPr>
          <a:xfrm>
            <a:off x="3667036" y="4266440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29" name="Freeform 1128">
            <a:extLst>
              <a:ext uri="{FF2B5EF4-FFF2-40B4-BE49-F238E27FC236}">
                <a16:creationId xmlns:a16="http://schemas.microsoft.com/office/drawing/2014/main" id="{F8CE1AB5-5D28-3415-55E0-D2A63ADA0827}"/>
              </a:ext>
            </a:extLst>
          </p:cNvPr>
          <p:cNvSpPr/>
          <p:nvPr/>
        </p:nvSpPr>
        <p:spPr>
          <a:xfrm>
            <a:off x="3726818" y="4529672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30" name="Freeform 1129">
            <a:extLst>
              <a:ext uri="{FF2B5EF4-FFF2-40B4-BE49-F238E27FC236}">
                <a16:creationId xmlns:a16="http://schemas.microsoft.com/office/drawing/2014/main" id="{F52E1CFB-C1F6-CCD9-8FEA-C4719C883F34}"/>
              </a:ext>
            </a:extLst>
          </p:cNvPr>
          <p:cNvSpPr/>
          <p:nvPr/>
        </p:nvSpPr>
        <p:spPr>
          <a:xfrm>
            <a:off x="3786596" y="4187759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31" name="Freeform 1130">
            <a:extLst>
              <a:ext uri="{FF2B5EF4-FFF2-40B4-BE49-F238E27FC236}">
                <a16:creationId xmlns:a16="http://schemas.microsoft.com/office/drawing/2014/main" id="{DE1D00D8-FD46-66C3-3E8C-E974D87C1363}"/>
              </a:ext>
            </a:extLst>
          </p:cNvPr>
          <p:cNvSpPr/>
          <p:nvPr/>
        </p:nvSpPr>
        <p:spPr>
          <a:xfrm>
            <a:off x="3846383" y="4123842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32" name="Freeform 1131">
            <a:extLst>
              <a:ext uri="{FF2B5EF4-FFF2-40B4-BE49-F238E27FC236}">
                <a16:creationId xmlns:a16="http://schemas.microsoft.com/office/drawing/2014/main" id="{46D40156-3A9C-3DE7-E5F7-B3EA43E809C4}"/>
              </a:ext>
            </a:extLst>
          </p:cNvPr>
          <p:cNvSpPr/>
          <p:nvPr/>
        </p:nvSpPr>
        <p:spPr>
          <a:xfrm>
            <a:off x="3906162" y="3913230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33" name="Freeform 1132">
            <a:extLst>
              <a:ext uri="{FF2B5EF4-FFF2-40B4-BE49-F238E27FC236}">
                <a16:creationId xmlns:a16="http://schemas.microsoft.com/office/drawing/2014/main" id="{B7414B03-C5F9-4C68-F1B0-2F1C7FCB4AE5}"/>
              </a:ext>
            </a:extLst>
          </p:cNvPr>
          <p:cNvSpPr/>
          <p:nvPr/>
        </p:nvSpPr>
        <p:spPr>
          <a:xfrm>
            <a:off x="3965940" y="4537823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34" name="Freeform 1133">
            <a:extLst>
              <a:ext uri="{FF2B5EF4-FFF2-40B4-BE49-F238E27FC236}">
                <a16:creationId xmlns:a16="http://schemas.microsoft.com/office/drawing/2014/main" id="{2AB40B83-0937-DBFB-0D89-F088A256D496}"/>
              </a:ext>
            </a:extLst>
          </p:cNvPr>
          <p:cNvSpPr/>
          <p:nvPr/>
        </p:nvSpPr>
        <p:spPr>
          <a:xfrm>
            <a:off x="4025718" y="4530671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35" name="Freeform 1134">
            <a:extLst>
              <a:ext uri="{FF2B5EF4-FFF2-40B4-BE49-F238E27FC236}">
                <a16:creationId xmlns:a16="http://schemas.microsoft.com/office/drawing/2014/main" id="{FAF04BEC-53B2-4C33-0BDD-36FFEEBE4F57}"/>
              </a:ext>
            </a:extLst>
          </p:cNvPr>
          <p:cNvSpPr/>
          <p:nvPr/>
        </p:nvSpPr>
        <p:spPr>
          <a:xfrm>
            <a:off x="4145284" y="4377005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36" name="Freeform 1135">
            <a:extLst>
              <a:ext uri="{FF2B5EF4-FFF2-40B4-BE49-F238E27FC236}">
                <a16:creationId xmlns:a16="http://schemas.microsoft.com/office/drawing/2014/main" id="{80287611-E69F-E35D-EDE3-D5BFB8E004EC}"/>
              </a:ext>
            </a:extLst>
          </p:cNvPr>
          <p:cNvSpPr/>
          <p:nvPr/>
        </p:nvSpPr>
        <p:spPr>
          <a:xfrm>
            <a:off x="4205062" y="4259942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37" name="Freeform 1136">
            <a:extLst>
              <a:ext uri="{FF2B5EF4-FFF2-40B4-BE49-F238E27FC236}">
                <a16:creationId xmlns:a16="http://schemas.microsoft.com/office/drawing/2014/main" id="{97E8E0B5-36C8-DFC5-D812-33AB57967A95}"/>
              </a:ext>
            </a:extLst>
          </p:cNvPr>
          <p:cNvSpPr/>
          <p:nvPr/>
        </p:nvSpPr>
        <p:spPr>
          <a:xfrm>
            <a:off x="4264849" y="4280629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38" name="Freeform 1137">
            <a:extLst>
              <a:ext uri="{FF2B5EF4-FFF2-40B4-BE49-F238E27FC236}">
                <a16:creationId xmlns:a16="http://schemas.microsoft.com/office/drawing/2014/main" id="{F2FE2F0E-7CBC-5CF5-923D-F34DD6FA55A3}"/>
              </a:ext>
            </a:extLst>
          </p:cNvPr>
          <p:cNvSpPr/>
          <p:nvPr/>
        </p:nvSpPr>
        <p:spPr>
          <a:xfrm>
            <a:off x="4324628" y="4175404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39" name="Freeform 1138">
            <a:extLst>
              <a:ext uri="{FF2B5EF4-FFF2-40B4-BE49-F238E27FC236}">
                <a16:creationId xmlns:a16="http://schemas.microsoft.com/office/drawing/2014/main" id="{A9BD44FE-5A95-8926-1D50-CC80BA728075}"/>
              </a:ext>
            </a:extLst>
          </p:cNvPr>
          <p:cNvSpPr/>
          <p:nvPr/>
        </p:nvSpPr>
        <p:spPr>
          <a:xfrm>
            <a:off x="4384406" y="4483696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40" name="Freeform 1139">
            <a:extLst>
              <a:ext uri="{FF2B5EF4-FFF2-40B4-BE49-F238E27FC236}">
                <a16:creationId xmlns:a16="http://schemas.microsoft.com/office/drawing/2014/main" id="{D23AC7B0-F689-20FC-3547-3B1B10602B42}"/>
              </a:ext>
            </a:extLst>
          </p:cNvPr>
          <p:cNvSpPr/>
          <p:nvPr/>
        </p:nvSpPr>
        <p:spPr>
          <a:xfrm>
            <a:off x="4444193" y="4210885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41" name="Freeform 1140">
            <a:extLst>
              <a:ext uri="{FF2B5EF4-FFF2-40B4-BE49-F238E27FC236}">
                <a16:creationId xmlns:a16="http://schemas.microsoft.com/office/drawing/2014/main" id="{2339B41F-3A74-5C77-FB5C-2906A28B1A5E}"/>
              </a:ext>
            </a:extLst>
          </p:cNvPr>
          <p:cNvSpPr/>
          <p:nvPr/>
        </p:nvSpPr>
        <p:spPr>
          <a:xfrm>
            <a:off x="4503971" y="4490802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42" name="Freeform 1141">
            <a:extLst>
              <a:ext uri="{FF2B5EF4-FFF2-40B4-BE49-F238E27FC236}">
                <a16:creationId xmlns:a16="http://schemas.microsoft.com/office/drawing/2014/main" id="{49A95EE0-5E66-83FD-6B99-9845D3C950FB}"/>
              </a:ext>
            </a:extLst>
          </p:cNvPr>
          <p:cNvSpPr/>
          <p:nvPr/>
        </p:nvSpPr>
        <p:spPr>
          <a:xfrm>
            <a:off x="4563750" y="4424408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43" name="Freeform 1142">
            <a:extLst>
              <a:ext uri="{FF2B5EF4-FFF2-40B4-BE49-F238E27FC236}">
                <a16:creationId xmlns:a16="http://schemas.microsoft.com/office/drawing/2014/main" id="{B7EDE16E-CBDA-356B-1908-7AC02D785E31}"/>
              </a:ext>
            </a:extLst>
          </p:cNvPr>
          <p:cNvSpPr/>
          <p:nvPr/>
        </p:nvSpPr>
        <p:spPr>
          <a:xfrm>
            <a:off x="4623537" y="4155863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44" name="Freeform 1143">
            <a:extLst>
              <a:ext uri="{FF2B5EF4-FFF2-40B4-BE49-F238E27FC236}">
                <a16:creationId xmlns:a16="http://schemas.microsoft.com/office/drawing/2014/main" id="{6DC56495-4FFB-83F8-28F7-2BA7B2687812}"/>
              </a:ext>
            </a:extLst>
          </p:cNvPr>
          <p:cNvSpPr/>
          <p:nvPr/>
        </p:nvSpPr>
        <p:spPr>
          <a:xfrm>
            <a:off x="4683315" y="3745575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45" name="Freeform 1144">
            <a:extLst>
              <a:ext uri="{FF2B5EF4-FFF2-40B4-BE49-F238E27FC236}">
                <a16:creationId xmlns:a16="http://schemas.microsoft.com/office/drawing/2014/main" id="{68E43093-06B2-623D-096A-41B367000F83}"/>
              </a:ext>
            </a:extLst>
          </p:cNvPr>
          <p:cNvSpPr/>
          <p:nvPr/>
        </p:nvSpPr>
        <p:spPr>
          <a:xfrm>
            <a:off x="4743094" y="3994742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46" name="Freeform 1145">
            <a:extLst>
              <a:ext uri="{FF2B5EF4-FFF2-40B4-BE49-F238E27FC236}">
                <a16:creationId xmlns:a16="http://schemas.microsoft.com/office/drawing/2014/main" id="{827A78F3-E203-CEE7-36BA-76FF3777412A}"/>
              </a:ext>
            </a:extLst>
          </p:cNvPr>
          <p:cNvSpPr/>
          <p:nvPr/>
        </p:nvSpPr>
        <p:spPr>
          <a:xfrm>
            <a:off x="4802881" y="4505131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47" name="Freeform 1146">
            <a:extLst>
              <a:ext uri="{FF2B5EF4-FFF2-40B4-BE49-F238E27FC236}">
                <a16:creationId xmlns:a16="http://schemas.microsoft.com/office/drawing/2014/main" id="{8F6959DE-067C-DED9-A50F-7252EAA03E73}"/>
              </a:ext>
            </a:extLst>
          </p:cNvPr>
          <p:cNvSpPr/>
          <p:nvPr/>
        </p:nvSpPr>
        <p:spPr>
          <a:xfrm>
            <a:off x="4862659" y="4281749"/>
            <a:ext cx="25505" cy="25505"/>
          </a:xfrm>
          <a:custGeom>
            <a:avLst/>
            <a:gdLst>
              <a:gd name="connsiteX0" fmla="*/ 25505 w 25505"/>
              <a:gd name="connsiteY0" fmla="*/ 12753 h 25505"/>
              <a:gd name="connsiteX1" fmla="*/ 12753 w 25505"/>
              <a:gd name="connsiteY1" fmla="*/ 25505 h 25505"/>
              <a:gd name="connsiteX2" fmla="*/ 0 w 25505"/>
              <a:gd name="connsiteY2" fmla="*/ 12753 h 25505"/>
              <a:gd name="connsiteX3" fmla="*/ 12753 w 25505"/>
              <a:gd name="connsiteY3" fmla="*/ 0 h 25505"/>
              <a:gd name="connsiteX4" fmla="*/ 25505 w 25505"/>
              <a:gd name="connsiteY4" fmla="*/ 12753 h 25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5" h="25505">
                <a:moveTo>
                  <a:pt x="25505" y="12753"/>
                </a:moveTo>
                <a:cubicBezTo>
                  <a:pt x="25505" y="19796"/>
                  <a:pt x="19796" y="25505"/>
                  <a:pt x="12753" y="25505"/>
                </a:cubicBezTo>
                <a:cubicBezTo>
                  <a:pt x="5710" y="25505"/>
                  <a:pt x="0" y="19796"/>
                  <a:pt x="0" y="12753"/>
                </a:cubicBezTo>
                <a:cubicBezTo>
                  <a:pt x="0" y="5710"/>
                  <a:pt x="5710" y="0"/>
                  <a:pt x="12753" y="0"/>
                </a:cubicBezTo>
                <a:cubicBezTo>
                  <a:pt x="19796" y="0"/>
                  <a:pt x="25505" y="5710"/>
                  <a:pt x="25505" y="12753"/>
                </a:cubicBezTo>
                <a:close/>
              </a:path>
            </a:pathLst>
          </a:custGeom>
          <a:solidFill>
            <a:srgbClr val="FF0000"/>
          </a:solidFill>
          <a:ln w="2832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559F29D-985B-00C1-4332-03791EB1643A}"/>
                  </a:ext>
                </a:extLst>
              </p:cNvPr>
              <p:cNvSpPr txBox="1"/>
              <p:nvPr/>
            </p:nvSpPr>
            <p:spPr bwMode="gray">
              <a:xfrm>
                <a:off x="906281" y="3446879"/>
                <a:ext cx="1103963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30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559F29D-985B-00C1-4332-03791EB164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06281" y="3446879"/>
                <a:ext cx="1103963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52D61B6-0A69-B3E4-4826-0ABD07CA1715}"/>
                  </a:ext>
                </a:extLst>
              </p:cNvPr>
              <p:cNvSpPr txBox="1"/>
              <p:nvPr/>
            </p:nvSpPr>
            <p:spPr bwMode="gray">
              <a:xfrm>
                <a:off x="3354553" y="3442205"/>
                <a:ext cx="1103963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30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52D61B6-0A69-B3E4-4826-0ABD07CA17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354553" y="3442205"/>
                <a:ext cx="1103963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C61005-D2EF-DD56-A3A2-DD96C58DB770}"/>
                  </a:ext>
                </a:extLst>
              </p:cNvPr>
              <p:cNvSpPr txBox="1"/>
              <p:nvPr/>
            </p:nvSpPr>
            <p:spPr bwMode="gray">
              <a:xfrm>
                <a:off x="5802825" y="3442205"/>
                <a:ext cx="1103963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30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C61005-D2EF-DD56-A3A2-DD96C58DB7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802825" y="3442205"/>
                <a:ext cx="1103963" cy="276999"/>
              </a:xfrm>
              <a:prstGeom prst="rect">
                <a:avLst/>
              </a:prstGeom>
              <a:blipFill>
                <a:blip r:embed="rId7"/>
                <a:stretch>
                  <a:fillRect b="-90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4671100-9FC2-F925-2603-4B08F3C06A52}"/>
                  </a:ext>
                </a:extLst>
              </p:cNvPr>
              <p:cNvSpPr txBox="1"/>
              <p:nvPr/>
            </p:nvSpPr>
            <p:spPr bwMode="gray">
              <a:xfrm>
                <a:off x="7615761" y="1232810"/>
                <a:ext cx="648072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𝝁</m:t>
                      </m:r>
                      <m:r>
                        <a:rPr lang="en-US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1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sz="12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4671100-9FC2-F925-2603-4B08F3C06A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615761" y="1232810"/>
                <a:ext cx="648072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18AF44A-DE6B-A320-16A5-83044CD0DB71}"/>
                  </a:ext>
                </a:extLst>
              </p:cNvPr>
              <p:cNvSpPr txBox="1"/>
              <p:nvPr/>
            </p:nvSpPr>
            <p:spPr bwMode="gray">
              <a:xfrm>
                <a:off x="7092280" y="1408407"/>
                <a:ext cx="1944216" cy="3712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𝛴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18AF44A-DE6B-A320-16A5-83044CD0DB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92280" y="1408407"/>
                <a:ext cx="1944216" cy="37125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572973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0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100"/>
                                        <p:tgtEl>
                                          <p:spTgt spid="1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0"/>
                            </p:stCondLst>
                            <p:childTnLst>
                              <p:par>
                                <p:cTn id="4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100"/>
                                        <p:tgtEl>
                                          <p:spTgt spid="1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200"/>
                            </p:stCondLst>
                            <p:childTnLst>
                              <p:par>
                                <p:cTn id="4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100"/>
                                        <p:tgtEl>
                                          <p:spTgt spid="1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00"/>
                            </p:stCondLst>
                            <p:childTnLst>
                              <p:par>
                                <p:cTn id="5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100"/>
                                        <p:tgtEl>
                                          <p:spTgt spid="1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"/>
                            </p:stCondLst>
                            <p:childTnLst>
                              <p:par>
                                <p:cTn id="5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100"/>
                                        <p:tgtEl>
                                          <p:spTgt spid="1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500"/>
                            </p:stCondLst>
                            <p:childTnLst>
                              <p:par>
                                <p:cTn id="5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100"/>
                                        <p:tgtEl>
                                          <p:spTgt spid="1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600"/>
                            </p:stCondLst>
                            <p:childTnLst>
                              <p:par>
                                <p:cTn id="6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100"/>
                                        <p:tgtEl>
                                          <p:spTgt spid="1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700"/>
                            </p:stCondLst>
                            <p:childTnLst>
                              <p:par>
                                <p:cTn id="6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100"/>
                                        <p:tgtEl>
                                          <p:spTgt spid="1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800"/>
                            </p:stCondLst>
                            <p:childTnLst>
                              <p:par>
                                <p:cTn id="7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100"/>
                                        <p:tgtEl>
                                          <p:spTgt spid="1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900"/>
                            </p:stCondLst>
                            <p:childTnLst>
                              <p:par>
                                <p:cTn id="7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100"/>
                                        <p:tgtEl>
                                          <p:spTgt spid="1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1000"/>
                            </p:stCondLst>
                            <p:childTnLst>
                              <p:par>
                                <p:cTn id="7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" dur="100"/>
                                        <p:tgtEl>
                                          <p:spTgt spid="1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100"/>
                            </p:stCondLst>
                            <p:childTnLst>
                              <p:par>
                                <p:cTn id="8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" dur="100"/>
                                        <p:tgtEl>
                                          <p:spTgt spid="1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1200"/>
                            </p:stCondLst>
                            <p:childTnLst>
                              <p:par>
                                <p:cTn id="8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100"/>
                                        <p:tgtEl>
                                          <p:spTgt spid="1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1300"/>
                            </p:stCondLst>
                            <p:childTnLst>
                              <p:par>
                                <p:cTn id="9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100"/>
                                        <p:tgtEl>
                                          <p:spTgt spid="10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400"/>
                            </p:stCondLst>
                            <p:childTnLst>
                              <p:par>
                                <p:cTn id="9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7" dur="100"/>
                                        <p:tgtEl>
                                          <p:spTgt spid="1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1500"/>
                            </p:stCondLst>
                            <p:childTnLst>
                              <p:par>
                                <p:cTn id="9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1" dur="100"/>
                                        <p:tgtEl>
                                          <p:spTgt spid="1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1600"/>
                            </p:stCondLst>
                            <p:childTnLst>
                              <p:par>
                                <p:cTn id="10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5" dur="100"/>
                                        <p:tgtEl>
                                          <p:spTgt spid="1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1700"/>
                            </p:stCondLst>
                            <p:childTnLst>
                              <p:par>
                                <p:cTn id="10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9" dur="100"/>
                                        <p:tgtEl>
                                          <p:spTgt spid="1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1800"/>
                            </p:stCondLst>
                            <p:childTnLst>
                              <p:par>
                                <p:cTn id="11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3" dur="100"/>
                                        <p:tgtEl>
                                          <p:spTgt spid="1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1900"/>
                            </p:stCondLst>
                            <p:childTnLst>
                              <p:par>
                                <p:cTn id="11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7" dur="100"/>
                                        <p:tgtEl>
                                          <p:spTgt spid="10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1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1" dur="100"/>
                                        <p:tgtEl>
                                          <p:spTgt spid="1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100"/>
                            </p:stCondLst>
                            <p:childTnLst>
                              <p:par>
                                <p:cTn id="12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5" dur="100"/>
                                        <p:tgtEl>
                                          <p:spTgt spid="10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" fill="hold">
                            <p:stCondLst>
                              <p:cond delay="2200"/>
                            </p:stCondLst>
                            <p:childTnLst>
                              <p:par>
                                <p:cTn id="12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9" dur="100"/>
                                        <p:tgtEl>
                                          <p:spTgt spid="10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2300"/>
                            </p:stCondLst>
                            <p:childTnLst>
                              <p:par>
                                <p:cTn id="13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3" dur="100"/>
                                        <p:tgtEl>
                                          <p:spTgt spid="10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2400"/>
                            </p:stCondLst>
                            <p:childTnLst>
                              <p:par>
                                <p:cTn id="13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7" dur="100"/>
                                        <p:tgtEl>
                                          <p:spTgt spid="10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" fill="hold">
                            <p:stCondLst>
                              <p:cond delay="2500"/>
                            </p:stCondLst>
                            <p:childTnLst>
                              <p:par>
                                <p:cTn id="13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1" dur="100"/>
                                        <p:tgtEl>
                                          <p:spTgt spid="10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600"/>
                            </p:stCondLst>
                            <p:childTnLst>
                              <p:par>
                                <p:cTn id="14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5" dur="100"/>
                                        <p:tgtEl>
                                          <p:spTgt spid="10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6" fill="hold">
                            <p:stCondLst>
                              <p:cond delay="2700"/>
                            </p:stCondLst>
                            <p:childTnLst>
                              <p:par>
                                <p:cTn id="14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9" dur="100"/>
                                        <p:tgtEl>
                                          <p:spTgt spid="10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0" fill="hold">
                            <p:stCondLst>
                              <p:cond delay="2800"/>
                            </p:stCondLst>
                            <p:childTnLst>
                              <p:par>
                                <p:cTn id="15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3" dur="100"/>
                                        <p:tgtEl>
                                          <p:spTgt spid="10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2900"/>
                            </p:stCondLst>
                            <p:childTnLst>
                              <p:par>
                                <p:cTn id="15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7" dur="100"/>
                                        <p:tgtEl>
                                          <p:spTgt spid="10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>
                      <p:stCondLst>
                        <p:cond delay="indefinite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5" dur="500"/>
                                        <p:tgtEl>
                                          <p:spTgt spid="1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0" dur="100"/>
                                        <p:tgtEl>
                                          <p:spTgt spid="1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" fill="hold">
                            <p:stCondLst>
                              <p:cond delay="100"/>
                            </p:stCondLst>
                            <p:childTnLst>
                              <p:par>
                                <p:cTn id="17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4" dur="100"/>
                                        <p:tgtEl>
                                          <p:spTgt spid="1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5" fill="hold">
                            <p:stCondLst>
                              <p:cond delay="200"/>
                            </p:stCondLst>
                            <p:childTnLst>
                              <p:par>
                                <p:cTn id="17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8" dur="100"/>
                                        <p:tgtEl>
                                          <p:spTgt spid="1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300"/>
                            </p:stCondLst>
                            <p:childTnLst>
                              <p:par>
                                <p:cTn id="18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2" dur="100"/>
                                        <p:tgtEl>
                                          <p:spTgt spid="1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" fill="hold">
                            <p:stCondLst>
                              <p:cond delay="400"/>
                            </p:stCondLst>
                            <p:childTnLst>
                              <p:par>
                                <p:cTn id="18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6" dur="100"/>
                                        <p:tgtEl>
                                          <p:spTgt spid="1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500"/>
                            </p:stCondLst>
                            <p:childTnLst>
                              <p:par>
                                <p:cTn id="18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0" dur="100"/>
                                        <p:tgtEl>
                                          <p:spTgt spid="1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1" fill="hold">
                            <p:stCondLst>
                              <p:cond delay="600"/>
                            </p:stCondLst>
                            <p:childTnLst>
                              <p:par>
                                <p:cTn id="19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4" dur="100"/>
                                        <p:tgtEl>
                                          <p:spTgt spid="1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5" fill="hold">
                            <p:stCondLst>
                              <p:cond delay="700"/>
                            </p:stCondLst>
                            <p:childTnLst>
                              <p:par>
                                <p:cTn id="19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8" dur="100"/>
                                        <p:tgtEl>
                                          <p:spTgt spid="1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9" fill="hold">
                            <p:stCondLst>
                              <p:cond delay="800"/>
                            </p:stCondLst>
                            <p:childTnLst>
                              <p:par>
                                <p:cTn id="20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2" dur="100"/>
                                        <p:tgtEl>
                                          <p:spTgt spid="1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900"/>
                            </p:stCondLst>
                            <p:childTnLst>
                              <p:par>
                                <p:cTn id="20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6" dur="100"/>
                                        <p:tgtEl>
                                          <p:spTgt spid="1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1000"/>
                            </p:stCondLst>
                            <p:childTnLst>
                              <p:par>
                                <p:cTn id="20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0" dur="100"/>
                                        <p:tgtEl>
                                          <p:spTgt spid="1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1" fill="hold">
                            <p:stCondLst>
                              <p:cond delay="1100"/>
                            </p:stCondLst>
                            <p:childTnLst>
                              <p:par>
                                <p:cTn id="21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4" dur="100"/>
                                        <p:tgtEl>
                                          <p:spTgt spid="1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5" fill="hold">
                            <p:stCondLst>
                              <p:cond delay="1200"/>
                            </p:stCondLst>
                            <p:childTnLst>
                              <p:par>
                                <p:cTn id="21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8" dur="100"/>
                                        <p:tgtEl>
                                          <p:spTgt spid="1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9" fill="hold">
                            <p:stCondLst>
                              <p:cond delay="1300"/>
                            </p:stCondLst>
                            <p:childTnLst>
                              <p:par>
                                <p:cTn id="22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2" dur="100"/>
                                        <p:tgtEl>
                                          <p:spTgt spid="1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3" fill="hold">
                            <p:stCondLst>
                              <p:cond delay="1400"/>
                            </p:stCondLst>
                            <p:childTnLst>
                              <p:par>
                                <p:cTn id="22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6" dur="100"/>
                                        <p:tgtEl>
                                          <p:spTgt spid="1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2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0" dur="100"/>
                                        <p:tgtEl>
                                          <p:spTgt spid="1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1" fill="hold">
                            <p:stCondLst>
                              <p:cond delay="1600"/>
                            </p:stCondLst>
                            <p:childTnLst>
                              <p:par>
                                <p:cTn id="23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4" dur="100"/>
                                        <p:tgtEl>
                                          <p:spTgt spid="1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5" fill="hold">
                            <p:stCondLst>
                              <p:cond delay="1700"/>
                            </p:stCondLst>
                            <p:childTnLst>
                              <p:par>
                                <p:cTn id="23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8" dur="100"/>
                                        <p:tgtEl>
                                          <p:spTgt spid="1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9" fill="hold">
                            <p:stCondLst>
                              <p:cond delay="1800"/>
                            </p:stCondLst>
                            <p:childTnLst>
                              <p:par>
                                <p:cTn id="24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2" dur="100"/>
                                        <p:tgtEl>
                                          <p:spTgt spid="1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3" fill="hold">
                            <p:stCondLst>
                              <p:cond delay="1900"/>
                            </p:stCondLst>
                            <p:childTnLst>
                              <p:par>
                                <p:cTn id="24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6" dur="100"/>
                                        <p:tgtEl>
                                          <p:spTgt spid="1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7" fill="hold">
                            <p:stCondLst>
                              <p:cond delay="2000"/>
                            </p:stCondLst>
                            <p:childTnLst>
                              <p:par>
                                <p:cTn id="24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0" dur="100"/>
                                        <p:tgtEl>
                                          <p:spTgt spid="1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1" fill="hold">
                            <p:stCondLst>
                              <p:cond delay="2100"/>
                            </p:stCondLst>
                            <p:childTnLst>
                              <p:par>
                                <p:cTn id="25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4" dur="100"/>
                                        <p:tgtEl>
                                          <p:spTgt spid="1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5" fill="hold">
                            <p:stCondLst>
                              <p:cond delay="2200"/>
                            </p:stCondLst>
                            <p:childTnLst>
                              <p:par>
                                <p:cTn id="25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8" dur="100"/>
                                        <p:tgtEl>
                                          <p:spTgt spid="1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9" fill="hold">
                            <p:stCondLst>
                              <p:cond delay="2300"/>
                            </p:stCondLst>
                            <p:childTnLst>
                              <p:par>
                                <p:cTn id="26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2" dur="100"/>
                                        <p:tgtEl>
                                          <p:spTgt spid="1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3" fill="hold">
                            <p:stCondLst>
                              <p:cond delay="2400"/>
                            </p:stCondLst>
                            <p:childTnLst>
                              <p:par>
                                <p:cTn id="26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6" dur="100"/>
                                        <p:tgtEl>
                                          <p:spTgt spid="1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7" fill="hold">
                            <p:stCondLst>
                              <p:cond delay="2500"/>
                            </p:stCondLst>
                            <p:childTnLst>
                              <p:par>
                                <p:cTn id="26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0" dur="100"/>
                                        <p:tgtEl>
                                          <p:spTgt spid="1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1" fill="hold">
                            <p:stCondLst>
                              <p:cond delay="2600"/>
                            </p:stCondLst>
                            <p:childTnLst>
                              <p:par>
                                <p:cTn id="27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4" dur="100"/>
                                        <p:tgtEl>
                                          <p:spTgt spid="1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5" fill="hold">
                            <p:stCondLst>
                              <p:cond delay="2700"/>
                            </p:stCondLst>
                            <p:childTnLst>
                              <p:par>
                                <p:cTn id="27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8" dur="100"/>
                                        <p:tgtEl>
                                          <p:spTgt spid="1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9" fill="hold">
                            <p:stCondLst>
                              <p:cond delay="2800"/>
                            </p:stCondLst>
                            <p:childTnLst>
                              <p:par>
                                <p:cTn id="28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2" dur="100"/>
                                        <p:tgtEl>
                                          <p:spTgt spid="1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3" fill="hold">
                      <p:stCondLst>
                        <p:cond delay="indefinite"/>
                      </p:stCondLst>
                      <p:childTnLst>
                        <p:par>
                          <p:cTn id="284" fill="hold">
                            <p:stCondLst>
                              <p:cond delay="0"/>
                            </p:stCondLst>
                            <p:childTnLst>
                              <p:par>
                                <p:cTn id="28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7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1" fill="hold">
                      <p:stCondLst>
                        <p:cond delay="indefinite"/>
                      </p:stCondLst>
                      <p:childTnLst>
                        <p:par>
                          <p:cTn id="292" fill="hold">
                            <p:stCondLst>
                              <p:cond delay="0"/>
                            </p:stCondLst>
                            <p:childTnLst>
                              <p:par>
                                <p:cTn id="29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8" dur="500"/>
                                        <p:tgtEl>
                                          <p:spTgt spid="1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9" fill="hold">
                      <p:stCondLst>
                        <p:cond delay="indefinite"/>
                      </p:stCondLst>
                      <p:childTnLst>
                        <p:par>
                          <p:cTn id="300" fill="hold">
                            <p:stCondLst>
                              <p:cond delay="0"/>
                            </p:stCondLst>
                            <p:childTnLst>
                              <p:par>
                                <p:cTn id="30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3" dur="100"/>
                                        <p:tgtEl>
                                          <p:spTgt spid="1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4" fill="hold">
                            <p:stCondLst>
                              <p:cond delay="100"/>
                            </p:stCondLst>
                            <p:childTnLst>
                              <p:par>
                                <p:cTn id="30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7" dur="100"/>
                                        <p:tgtEl>
                                          <p:spTgt spid="1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8" fill="hold">
                            <p:stCondLst>
                              <p:cond delay="200"/>
                            </p:stCondLst>
                            <p:childTnLst>
                              <p:par>
                                <p:cTn id="30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1" dur="100"/>
                                        <p:tgtEl>
                                          <p:spTgt spid="1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2" fill="hold">
                            <p:stCondLst>
                              <p:cond delay="300"/>
                            </p:stCondLst>
                            <p:childTnLst>
                              <p:par>
                                <p:cTn id="31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5" dur="100"/>
                                        <p:tgtEl>
                                          <p:spTgt spid="1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6" fill="hold">
                            <p:stCondLst>
                              <p:cond delay="400"/>
                            </p:stCondLst>
                            <p:childTnLst>
                              <p:par>
                                <p:cTn id="31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9" dur="100"/>
                                        <p:tgtEl>
                                          <p:spTgt spid="1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0" fill="hold">
                            <p:stCondLst>
                              <p:cond delay="500"/>
                            </p:stCondLst>
                            <p:childTnLst>
                              <p:par>
                                <p:cTn id="32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3" dur="100"/>
                                        <p:tgtEl>
                                          <p:spTgt spid="1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4" fill="hold">
                            <p:stCondLst>
                              <p:cond delay="600"/>
                            </p:stCondLst>
                            <p:childTnLst>
                              <p:par>
                                <p:cTn id="32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7" dur="100"/>
                                        <p:tgtEl>
                                          <p:spTgt spid="1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8" fill="hold">
                            <p:stCondLst>
                              <p:cond delay="700"/>
                            </p:stCondLst>
                            <p:childTnLst>
                              <p:par>
                                <p:cTn id="32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1" dur="100"/>
                                        <p:tgtEl>
                                          <p:spTgt spid="1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2" fill="hold">
                            <p:stCondLst>
                              <p:cond delay="800"/>
                            </p:stCondLst>
                            <p:childTnLst>
                              <p:par>
                                <p:cTn id="33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5" dur="100"/>
                                        <p:tgtEl>
                                          <p:spTgt spid="1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6" fill="hold">
                            <p:stCondLst>
                              <p:cond delay="900"/>
                            </p:stCondLst>
                            <p:childTnLst>
                              <p:par>
                                <p:cTn id="33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9" dur="100"/>
                                        <p:tgtEl>
                                          <p:spTgt spid="1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0" fill="hold">
                            <p:stCondLst>
                              <p:cond delay="1000"/>
                            </p:stCondLst>
                            <p:childTnLst>
                              <p:par>
                                <p:cTn id="34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3" dur="100"/>
                                        <p:tgtEl>
                                          <p:spTgt spid="1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4" fill="hold">
                            <p:stCondLst>
                              <p:cond delay="1100"/>
                            </p:stCondLst>
                            <p:childTnLst>
                              <p:par>
                                <p:cTn id="34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7" dur="100"/>
                                        <p:tgtEl>
                                          <p:spTgt spid="1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8" fill="hold">
                            <p:stCondLst>
                              <p:cond delay="1200"/>
                            </p:stCondLst>
                            <p:childTnLst>
                              <p:par>
                                <p:cTn id="34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1" dur="100"/>
                                        <p:tgtEl>
                                          <p:spTgt spid="1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2" fill="hold">
                            <p:stCondLst>
                              <p:cond delay="1300"/>
                            </p:stCondLst>
                            <p:childTnLst>
                              <p:par>
                                <p:cTn id="35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5" dur="100"/>
                                        <p:tgtEl>
                                          <p:spTgt spid="1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6" fill="hold">
                            <p:stCondLst>
                              <p:cond delay="1400"/>
                            </p:stCondLst>
                            <p:childTnLst>
                              <p:par>
                                <p:cTn id="35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9" dur="100"/>
                                        <p:tgtEl>
                                          <p:spTgt spid="1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0" fill="hold">
                            <p:stCondLst>
                              <p:cond delay="1500"/>
                            </p:stCondLst>
                            <p:childTnLst>
                              <p:par>
                                <p:cTn id="36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3" dur="100"/>
                                        <p:tgtEl>
                                          <p:spTgt spid="1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4" fill="hold">
                            <p:stCondLst>
                              <p:cond delay="1600"/>
                            </p:stCondLst>
                            <p:childTnLst>
                              <p:par>
                                <p:cTn id="36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7" dur="100"/>
                                        <p:tgtEl>
                                          <p:spTgt spid="1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8" fill="hold">
                            <p:stCondLst>
                              <p:cond delay="1700"/>
                            </p:stCondLst>
                            <p:childTnLst>
                              <p:par>
                                <p:cTn id="36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1" dur="100"/>
                                        <p:tgtEl>
                                          <p:spTgt spid="1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2" fill="hold">
                            <p:stCondLst>
                              <p:cond delay="1800"/>
                            </p:stCondLst>
                            <p:childTnLst>
                              <p:par>
                                <p:cTn id="37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5" dur="100"/>
                                        <p:tgtEl>
                                          <p:spTgt spid="1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6" fill="hold">
                            <p:stCondLst>
                              <p:cond delay="1900"/>
                            </p:stCondLst>
                            <p:childTnLst>
                              <p:par>
                                <p:cTn id="37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9" dur="100"/>
                                        <p:tgtEl>
                                          <p:spTgt spid="1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0" fill="hold">
                            <p:stCondLst>
                              <p:cond delay="2000"/>
                            </p:stCondLst>
                            <p:childTnLst>
                              <p:par>
                                <p:cTn id="38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3" dur="100"/>
                                        <p:tgtEl>
                                          <p:spTgt spid="1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4" fill="hold">
                            <p:stCondLst>
                              <p:cond delay="2100"/>
                            </p:stCondLst>
                            <p:childTnLst>
                              <p:par>
                                <p:cTn id="38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7" dur="100"/>
                                        <p:tgtEl>
                                          <p:spTgt spid="1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8" fill="hold">
                            <p:stCondLst>
                              <p:cond delay="2200"/>
                            </p:stCondLst>
                            <p:childTnLst>
                              <p:par>
                                <p:cTn id="38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1" dur="100"/>
                                        <p:tgtEl>
                                          <p:spTgt spid="1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2" fill="hold">
                            <p:stCondLst>
                              <p:cond delay="2300"/>
                            </p:stCondLst>
                            <p:childTnLst>
                              <p:par>
                                <p:cTn id="39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5" dur="100"/>
                                        <p:tgtEl>
                                          <p:spTgt spid="1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6" fill="hold">
                            <p:stCondLst>
                              <p:cond delay="2400"/>
                            </p:stCondLst>
                            <p:childTnLst>
                              <p:par>
                                <p:cTn id="39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9" dur="100"/>
                                        <p:tgtEl>
                                          <p:spTgt spid="12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0" fill="hold">
                            <p:stCondLst>
                              <p:cond delay="2500"/>
                            </p:stCondLst>
                            <p:childTnLst>
                              <p:par>
                                <p:cTn id="40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3" dur="100"/>
                                        <p:tgtEl>
                                          <p:spTgt spid="1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4" fill="hold">
                            <p:stCondLst>
                              <p:cond delay="2600"/>
                            </p:stCondLst>
                            <p:childTnLst>
                              <p:par>
                                <p:cTn id="40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7" dur="100"/>
                                        <p:tgtEl>
                                          <p:spTgt spid="1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8" fill="hold">
                            <p:stCondLst>
                              <p:cond delay="2700"/>
                            </p:stCondLst>
                            <p:childTnLst>
                              <p:par>
                                <p:cTn id="40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1" dur="100"/>
                                        <p:tgtEl>
                                          <p:spTgt spid="1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2" fill="hold">
                            <p:stCondLst>
                              <p:cond delay="2800"/>
                            </p:stCondLst>
                            <p:childTnLst>
                              <p:par>
                                <p:cTn id="41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5" dur="100"/>
                                        <p:tgtEl>
                                          <p:spTgt spid="1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6" fill="hold">
                            <p:stCondLst>
                              <p:cond delay="2900"/>
                            </p:stCondLst>
                            <p:childTnLst>
                              <p:par>
                                <p:cTn id="41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9" dur="100"/>
                                        <p:tgtEl>
                                          <p:spTgt spid="1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0" fill="hold">
                      <p:stCondLst>
                        <p:cond delay="indefinite"/>
                      </p:stCondLst>
                      <p:childTnLst>
                        <p:par>
                          <p:cTn id="421" fill="hold">
                            <p:stCondLst>
                              <p:cond delay="0"/>
                            </p:stCondLst>
                            <p:childTnLst>
                              <p:par>
                                <p:cTn id="4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4" dur="500"/>
                                        <p:tgtEl>
                                          <p:spTgt spid="1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036" grpId="0" animBg="1"/>
      <p:bldP spid="1037" grpId="0" animBg="1"/>
      <p:bldP spid="1038" grpId="0" animBg="1"/>
      <p:bldP spid="1039" grpId="0" animBg="1"/>
      <p:bldP spid="1040" grpId="0" animBg="1"/>
      <p:bldP spid="1041" grpId="0" animBg="1"/>
      <p:bldP spid="1042" grpId="0" animBg="1"/>
      <p:bldP spid="1043" grpId="0" animBg="1"/>
      <p:bldP spid="1044" grpId="0" animBg="1"/>
      <p:bldP spid="1045" grpId="0" animBg="1"/>
      <p:bldP spid="1046" grpId="0" animBg="1"/>
      <p:bldP spid="1047" grpId="0" animBg="1"/>
      <p:bldP spid="1048" grpId="0" animBg="1"/>
      <p:bldP spid="1049" grpId="0" animBg="1"/>
      <p:bldP spid="1050" grpId="0" animBg="1"/>
      <p:bldP spid="1051" grpId="0" animBg="1"/>
      <p:bldP spid="1052" grpId="0" animBg="1"/>
      <p:bldP spid="1053" grpId="0" animBg="1"/>
      <p:bldP spid="1054" grpId="0" animBg="1"/>
      <p:bldP spid="1055" grpId="0" animBg="1"/>
      <p:bldP spid="1056" grpId="0" animBg="1"/>
      <p:bldP spid="1057" grpId="0" animBg="1"/>
      <p:bldP spid="1058" grpId="0" animBg="1"/>
      <p:bldP spid="1059" grpId="0" animBg="1"/>
      <p:bldP spid="1060" grpId="0" animBg="1"/>
      <p:bldP spid="1061" grpId="0" animBg="1"/>
      <p:bldP spid="1062" grpId="0" animBg="1"/>
      <p:bldP spid="1063" grpId="0" animBg="1"/>
      <p:bldP spid="1064" grpId="0" animBg="1"/>
      <p:bldP spid="1065" grpId="0" animBg="1"/>
      <p:bldP spid="1201" grpId="0" animBg="1"/>
      <p:bldP spid="1202" grpId="0" animBg="1"/>
      <p:bldP spid="1203" grpId="0" animBg="1"/>
      <p:bldP spid="1204" grpId="0" animBg="1"/>
      <p:bldP spid="1205" grpId="0" animBg="1"/>
      <p:bldP spid="1206" grpId="0" animBg="1"/>
      <p:bldP spid="1207" grpId="0" animBg="1"/>
      <p:bldP spid="1208" grpId="0" animBg="1"/>
      <p:bldP spid="1209" grpId="0" animBg="1"/>
      <p:bldP spid="1210" grpId="0" animBg="1"/>
      <p:bldP spid="1211" grpId="0" animBg="1"/>
      <p:bldP spid="1212" grpId="0" animBg="1"/>
      <p:bldP spid="1213" grpId="0" animBg="1"/>
      <p:bldP spid="1214" grpId="0" animBg="1"/>
      <p:bldP spid="1215" grpId="0" animBg="1"/>
      <p:bldP spid="1216" grpId="0" animBg="1"/>
      <p:bldP spid="1217" grpId="0" animBg="1"/>
      <p:bldP spid="1218" grpId="0" animBg="1"/>
      <p:bldP spid="1219" grpId="0" animBg="1"/>
      <p:bldP spid="1220" grpId="0" animBg="1"/>
      <p:bldP spid="1221" grpId="0" animBg="1"/>
      <p:bldP spid="1222" grpId="0" animBg="1"/>
      <p:bldP spid="1223" grpId="0" animBg="1"/>
      <p:bldP spid="1224" grpId="0" animBg="1"/>
      <p:bldP spid="1225" grpId="0" animBg="1"/>
      <p:bldP spid="1226" grpId="0" animBg="1"/>
      <p:bldP spid="1227" grpId="0" animBg="1"/>
      <p:bldP spid="1228" grpId="0" animBg="1"/>
      <p:bldP spid="1229" grpId="0" animBg="1"/>
      <p:bldP spid="1230" grpId="0" animBg="1"/>
      <p:bldP spid="1231" grpId="0" animBg="1"/>
      <p:bldP spid="1119" grpId="0" animBg="1"/>
      <p:bldP spid="1120" grpId="0" animBg="1"/>
      <p:bldP spid="1121" grpId="0" animBg="1"/>
      <p:bldP spid="1122" grpId="0" animBg="1"/>
      <p:bldP spid="1123" grpId="0" animBg="1"/>
      <p:bldP spid="1124" grpId="0" animBg="1"/>
      <p:bldP spid="1125" grpId="0" animBg="1"/>
      <p:bldP spid="1126" grpId="0" animBg="1"/>
      <p:bldP spid="1127" grpId="0" animBg="1"/>
      <p:bldP spid="1128" grpId="0" animBg="1"/>
      <p:bldP spid="1129" grpId="0" animBg="1"/>
      <p:bldP spid="1130" grpId="0" animBg="1"/>
      <p:bldP spid="1131" grpId="0" animBg="1"/>
      <p:bldP spid="1132" grpId="0" animBg="1"/>
      <p:bldP spid="1133" grpId="0" animBg="1"/>
      <p:bldP spid="1134" grpId="0" animBg="1"/>
      <p:bldP spid="1135" grpId="0" animBg="1"/>
      <p:bldP spid="1136" grpId="0" animBg="1"/>
      <p:bldP spid="1137" grpId="0" animBg="1"/>
      <p:bldP spid="1138" grpId="0" animBg="1"/>
      <p:bldP spid="1139" grpId="0" animBg="1"/>
      <p:bldP spid="1140" grpId="0" animBg="1"/>
      <p:bldP spid="1141" grpId="0" animBg="1"/>
      <p:bldP spid="1142" grpId="0" animBg="1"/>
      <p:bldP spid="1143" grpId="0" animBg="1"/>
      <p:bldP spid="1144" grpId="0" animBg="1"/>
      <p:bldP spid="1145" grpId="0" animBg="1"/>
      <p:bldP spid="1146" grpId="0" animBg="1"/>
      <p:bldP spid="1147" grpId="0" animBg="1"/>
      <p:bldP spid="17" grpId="0"/>
      <p:bldP spid="18" grpId="0"/>
      <p:bldP spid="19" grpId="0"/>
      <p:bldP spid="20" grpId="0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E1201CC1-1B32-0364-8371-37AE77779AFF}"/>
                  </a:ext>
                </a:extLst>
              </p:cNvPr>
              <p:cNvSpPr txBox="1"/>
              <p:nvPr/>
            </p:nvSpPr>
            <p:spPr bwMode="gray">
              <a:xfrm>
                <a:off x="1194132" y="1559425"/>
                <a:ext cx="2004380" cy="71844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200" b="1" dirty="0"/>
                  <a:t>RBF Covariance Function</a:t>
                </a: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′</m:t>
                                              </m:r>
                                            </m:sup>
                                          </m:s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𝜆</m:t>
                                      </m:r>
                                    </m:e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DE" sz="1200" dirty="0" err="1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E1201CC1-1B32-0364-8371-37AE77779A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194132" y="1559425"/>
                <a:ext cx="2004380" cy="718445"/>
              </a:xfrm>
              <a:prstGeom prst="rect">
                <a:avLst/>
              </a:prstGeom>
              <a:blipFill>
                <a:blip r:embed="rId2"/>
                <a:stretch>
                  <a:fillRect l="-1250" t="-3448" r="-625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3" name="TextBox 292">
                <a:extLst>
                  <a:ext uri="{FF2B5EF4-FFF2-40B4-BE49-F238E27FC236}">
                    <a16:creationId xmlns:a16="http://schemas.microsoft.com/office/drawing/2014/main" id="{5091A421-E10F-0DEC-84FE-F37D4B2DED49}"/>
                  </a:ext>
                </a:extLst>
              </p:cNvPr>
              <p:cNvSpPr txBox="1"/>
              <p:nvPr/>
            </p:nvSpPr>
            <p:spPr bwMode="gray">
              <a:xfrm>
                <a:off x="3297513" y="1111480"/>
                <a:ext cx="137348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3" name="TextBox 292">
                <a:extLst>
                  <a:ext uri="{FF2B5EF4-FFF2-40B4-BE49-F238E27FC236}">
                    <a16:creationId xmlns:a16="http://schemas.microsoft.com/office/drawing/2014/main" id="{5091A421-E10F-0DEC-84FE-F37D4B2DED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97513" y="1111480"/>
                <a:ext cx="1373488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D94225C6-EBC8-3A86-9866-49C2AEFB5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776" y="108001"/>
            <a:ext cx="6877051" cy="927588"/>
          </a:xfrm>
        </p:spPr>
        <p:txBody>
          <a:bodyPr anchor="b">
            <a:normAutofit/>
          </a:bodyPr>
          <a:lstStyle/>
          <a:p>
            <a:r>
              <a:rPr lang="en-US" dirty="0"/>
              <a:t>Gaussian Process: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E1BF585-B441-5EF2-84CD-742E4D44842B}"/>
                  </a:ext>
                </a:extLst>
              </p:cNvPr>
              <p:cNvSpPr txBox="1"/>
              <p:nvPr/>
            </p:nvSpPr>
            <p:spPr bwMode="gray">
              <a:xfrm>
                <a:off x="4211960" y="1556266"/>
                <a:ext cx="3400206" cy="71844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200" b="1" dirty="0"/>
                  <a:t>Ornstein-Uhlenbeck Covariance Function</a:t>
                </a: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p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num>
                                <m:den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DE" sz="1200" dirty="0" err="1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E1BF585-B441-5EF2-84CD-742E4D4484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11960" y="1556266"/>
                <a:ext cx="3400206" cy="718445"/>
              </a:xfrm>
              <a:prstGeom prst="rect">
                <a:avLst/>
              </a:prstGeom>
              <a:blipFill>
                <a:blip r:embed="rId4"/>
                <a:stretch>
                  <a:fillRect t="-1695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3" name="Group 892">
            <a:extLst>
              <a:ext uri="{FF2B5EF4-FFF2-40B4-BE49-F238E27FC236}">
                <a16:creationId xmlns:a16="http://schemas.microsoft.com/office/drawing/2014/main" id="{8F5B7120-F169-C90D-2E90-81C85D2378E9}"/>
              </a:ext>
            </a:extLst>
          </p:cNvPr>
          <p:cNvGrpSpPr/>
          <p:nvPr/>
        </p:nvGrpSpPr>
        <p:grpSpPr>
          <a:xfrm>
            <a:off x="70848" y="2525237"/>
            <a:ext cx="3575756" cy="2383837"/>
            <a:chOff x="70848" y="2525237"/>
            <a:chExt cx="3575756" cy="2383837"/>
          </a:xfrm>
        </p:grpSpPr>
        <p:sp>
          <p:nvSpPr>
            <p:cNvPr id="545" name="Freeform 544">
              <a:extLst>
                <a:ext uri="{FF2B5EF4-FFF2-40B4-BE49-F238E27FC236}">
                  <a16:creationId xmlns:a16="http://schemas.microsoft.com/office/drawing/2014/main" id="{49E8A2E1-9752-0A10-654E-66E0D70B6AE6}"/>
                </a:ext>
              </a:extLst>
            </p:cNvPr>
            <p:cNvSpPr/>
            <p:nvPr/>
          </p:nvSpPr>
          <p:spPr>
            <a:xfrm>
              <a:off x="70848" y="2525237"/>
              <a:ext cx="3575756" cy="2383837"/>
            </a:xfrm>
            <a:custGeom>
              <a:avLst/>
              <a:gdLst>
                <a:gd name="connsiteX0" fmla="*/ 0 w 3575756"/>
                <a:gd name="connsiteY0" fmla="*/ 2383837 h 2383837"/>
                <a:gd name="connsiteX1" fmla="*/ 3575756 w 3575756"/>
                <a:gd name="connsiteY1" fmla="*/ 2383837 h 2383837"/>
                <a:gd name="connsiteX2" fmla="*/ 3575756 w 3575756"/>
                <a:gd name="connsiteY2" fmla="*/ 0 h 2383837"/>
                <a:gd name="connsiteX3" fmla="*/ 0 w 3575756"/>
                <a:gd name="connsiteY3" fmla="*/ 0 h 2383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75756" h="2383837">
                  <a:moveTo>
                    <a:pt x="0" y="2383837"/>
                  </a:moveTo>
                  <a:lnTo>
                    <a:pt x="3575756" y="2383837"/>
                  </a:lnTo>
                  <a:lnTo>
                    <a:pt x="35757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6" name="Freeform 545">
              <a:extLst>
                <a:ext uri="{FF2B5EF4-FFF2-40B4-BE49-F238E27FC236}">
                  <a16:creationId xmlns:a16="http://schemas.microsoft.com/office/drawing/2014/main" id="{4792D226-DDCC-2F34-C47F-D99639E7DBBD}"/>
                </a:ext>
              </a:extLst>
            </p:cNvPr>
            <p:cNvSpPr/>
            <p:nvPr/>
          </p:nvSpPr>
          <p:spPr>
            <a:xfrm>
              <a:off x="489074" y="2595625"/>
              <a:ext cx="3087146" cy="1979204"/>
            </a:xfrm>
            <a:custGeom>
              <a:avLst/>
              <a:gdLst>
                <a:gd name="connsiteX0" fmla="*/ 0 w 3087146"/>
                <a:gd name="connsiteY0" fmla="*/ 1979204 h 1979204"/>
                <a:gd name="connsiteX1" fmla="*/ 3087147 w 3087146"/>
                <a:gd name="connsiteY1" fmla="*/ 1979204 h 1979204"/>
                <a:gd name="connsiteX2" fmla="*/ 3087147 w 3087146"/>
                <a:gd name="connsiteY2" fmla="*/ 0 h 1979204"/>
                <a:gd name="connsiteX3" fmla="*/ 0 w 3087146"/>
                <a:gd name="connsiteY3" fmla="*/ 0 h 19792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87146" h="1979204">
                  <a:moveTo>
                    <a:pt x="0" y="1979204"/>
                  </a:moveTo>
                  <a:lnTo>
                    <a:pt x="3087147" y="1979204"/>
                  </a:lnTo>
                  <a:lnTo>
                    <a:pt x="308714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7" name="Freeform 546">
              <a:extLst>
                <a:ext uri="{FF2B5EF4-FFF2-40B4-BE49-F238E27FC236}">
                  <a16:creationId xmlns:a16="http://schemas.microsoft.com/office/drawing/2014/main" id="{3DF48C1E-93F5-550C-5AE2-A3E39A700838}"/>
                </a:ext>
              </a:extLst>
            </p:cNvPr>
            <p:cNvSpPr/>
            <p:nvPr/>
          </p:nvSpPr>
          <p:spPr>
            <a:xfrm>
              <a:off x="576446" y="2595625"/>
              <a:ext cx="1489" cy="1979204"/>
            </a:xfrm>
            <a:custGeom>
              <a:avLst/>
              <a:gdLst>
                <a:gd name="connsiteX0" fmla="*/ 0 w 1489"/>
                <a:gd name="connsiteY0" fmla="*/ 1979204 h 1979204"/>
                <a:gd name="connsiteX1" fmla="*/ 0 w 1489"/>
                <a:gd name="connsiteY1" fmla="*/ 0 h 19792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9" h="1979204">
                  <a:moveTo>
                    <a:pt x="0" y="1979204"/>
                  </a:moveTo>
                  <a:lnTo>
                    <a:pt x="0" y="0"/>
                  </a:lnTo>
                </a:path>
              </a:pathLst>
            </a:custGeom>
            <a:noFill/>
            <a:ln w="2977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8" name="Freeform 547">
              <a:extLst>
                <a:ext uri="{FF2B5EF4-FFF2-40B4-BE49-F238E27FC236}">
                  <a16:creationId xmlns:a16="http://schemas.microsoft.com/office/drawing/2014/main" id="{5F668CBF-11D2-09F0-8C68-453789FBFFB4}"/>
                </a:ext>
              </a:extLst>
            </p:cNvPr>
            <p:cNvSpPr/>
            <p:nvPr/>
          </p:nvSpPr>
          <p:spPr>
            <a:xfrm>
              <a:off x="1304544" y="2595625"/>
              <a:ext cx="1489" cy="1979204"/>
            </a:xfrm>
            <a:custGeom>
              <a:avLst/>
              <a:gdLst>
                <a:gd name="connsiteX0" fmla="*/ 0 w 1489"/>
                <a:gd name="connsiteY0" fmla="*/ 1979204 h 1979204"/>
                <a:gd name="connsiteX1" fmla="*/ 0 w 1489"/>
                <a:gd name="connsiteY1" fmla="*/ 0 h 19792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9" h="1979204">
                  <a:moveTo>
                    <a:pt x="0" y="1979204"/>
                  </a:moveTo>
                  <a:lnTo>
                    <a:pt x="0" y="0"/>
                  </a:lnTo>
                </a:path>
              </a:pathLst>
            </a:custGeom>
            <a:noFill/>
            <a:ln w="2977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9" name="Freeform 548">
              <a:extLst>
                <a:ext uri="{FF2B5EF4-FFF2-40B4-BE49-F238E27FC236}">
                  <a16:creationId xmlns:a16="http://schemas.microsoft.com/office/drawing/2014/main" id="{7D295430-DFD0-4607-FF0E-1F51117AE814}"/>
                </a:ext>
              </a:extLst>
            </p:cNvPr>
            <p:cNvSpPr/>
            <p:nvPr/>
          </p:nvSpPr>
          <p:spPr>
            <a:xfrm>
              <a:off x="2032641" y="2595625"/>
              <a:ext cx="1489" cy="1979204"/>
            </a:xfrm>
            <a:custGeom>
              <a:avLst/>
              <a:gdLst>
                <a:gd name="connsiteX0" fmla="*/ 0 w 1489"/>
                <a:gd name="connsiteY0" fmla="*/ 1979204 h 1979204"/>
                <a:gd name="connsiteX1" fmla="*/ 0 w 1489"/>
                <a:gd name="connsiteY1" fmla="*/ 0 h 19792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9" h="1979204">
                  <a:moveTo>
                    <a:pt x="0" y="1979204"/>
                  </a:moveTo>
                  <a:lnTo>
                    <a:pt x="0" y="0"/>
                  </a:lnTo>
                </a:path>
              </a:pathLst>
            </a:custGeom>
            <a:noFill/>
            <a:ln w="2977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0" name="Freeform 549">
              <a:extLst>
                <a:ext uri="{FF2B5EF4-FFF2-40B4-BE49-F238E27FC236}">
                  <a16:creationId xmlns:a16="http://schemas.microsoft.com/office/drawing/2014/main" id="{7A3525B6-3734-277A-7F3E-5D86B806533C}"/>
                </a:ext>
              </a:extLst>
            </p:cNvPr>
            <p:cNvSpPr/>
            <p:nvPr/>
          </p:nvSpPr>
          <p:spPr>
            <a:xfrm>
              <a:off x="2760740" y="2595625"/>
              <a:ext cx="1489" cy="1979204"/>
            </a:xfrm>
            <a:custGeom>
              <a:avLst/>
              <a:gdLst>
                <a:gd name="connsiteX0" fmla="*/ 0 w 1489"/>
                <a:gd name="connsiteY0" fmla="*/ 1979204 h 1979204"/>
                <a:gd name="connsiteX1" fmla="*/ 0 w 1489"/>
                <a:gd name="connsiteY1" fmla="*/ 0 h 19792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9" h="1979204">
                  <a:moveTo>
                    <a:pt x="0" y="1979204"/>
                  </a:moveTo>
                  <a:lnTo>
                    <a:pt x="0" y="0"/>
                  </a:lnTo>
                </a:path>
              </a:pathLst>
            </a:custGeom>
            <a:noFill/>
            <a:ln w="2977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1" name="Freeform 550">
              <a:extLst>
                <a:ext uri="{FF2B5EF4-FFF2-40B4-BE49-F238E27FC236}">
                  <a16:creationId xmlns:a16="http://schemas.microsoft.com/office/drawing/2014/main" id="{0DDA981D-5791-03C6-B717-88616B00B98A}"/>
                </a:ext>
              </a:extLst>
            </p:cNvPr>
            <p:cNvSpPr/>
            <p:nvPr/>
          </p:nvSpPr>
          <p:spPr>
            <a:xfrm>
              <a:off x="3488838" y="2595625"/>
              <a:ext cx="1489" cy="1979204"/>
            </a:xfrm>
            <a:custGeom>
              <a:avLst/>
              <a:gdLst>
                <a:gd name="connsiteX0" fmla="*/ 0 w 1489"/>
                <a:gd name="connsiteY0" fmla="*/ 1979204 h 1979204"/>
                <a:gd name="connsiteX1" fmla="*/ 0 w 1489"/>
                <a:gd name="connsiteY1" fmla="*/ 0 h 19792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9" h="1979204">
                  <a:moveTo>
                    <a:pt x="0" y="1979204"/>
                  </a:moveTo>
                  <a:lnTo>
                    <a:pt x="0" y="0"/>
                  </a:lnTo>
                </a:path>
              </a:pathLst>
            </a:custGeom>
            <a:noFill/>
            <a:ln w="2977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2" name="Freeform 551">
              <a:extLst>
                <a:ext uri="{FF2B5EF4-FFF2-40B4-BE49-F238E27FC236}">
                  <a16:creationId xmlns:a16="http://schemas.microsoft.com/office/drawing/2014/main" id="{84B36AEB-8BB6-ACDF-A208-07A6D19EB3D9}"/>
                </a:ext>
              </a:extLst>
            </p:cNvPr>
            <p:cNvSpPr/>
            <p:nvPr/>
          </p:nvSpPr>
          <p:spPr>
            <a:xfrm>
              <a:off x="489074" y="4574830"/>
              <a:ext cx="3087146" cy="1489"/>
            </a:xfrm>
            <a:custGeom>
              <a:avLst/>
              <a:gdLst>
                <a:gd name="connsiteX0" fmla="*/ 0 w 3087146"/>
                <a:gd name="connsiteY0" fmla="*/ 0 h 1489"/>
                <a:gd name="connsiteX1" fmla="*/ 3087147 w 3087146"/>
                <a:gd name="connsiteY1" fmla="*/ 0 h 1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87146" h="1489">
                  <a:moveTo>
                    <a:pt x="0" y="0"/>
                  </a:moveTo>
                  <a:lnTo>
                    <a:pt x="3087147" y="0"/>
                  </a:lnTo>
                </a:path>
              </a:pathLst>
            </a:custGeom>
            <a:noFill/>
            <a:ln w="595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3" name="Freeform 552">
              <a:extLst>
                <a:ext uri="{FF2B5EF4-FFF2-40B4-BE49-F238E27FC236}">
                  <a16:creationId xmlns:a16="http://schemas.microsoft.com/office/drawing/2014/main" id="{622E0D0E-6599-9033-E316-0B3853E297E8}"/>
                </a:ext>
              </a:extLst>
            </p:cNvPr>
            <p:cNvSpPr/>
            <p:nvPr/>
          </p:nvSpPr>
          <p:spPr>
            <a:xfrm>
              <a:off x="576446" y="4546671"/>
              <a:ext cx="1489" cy="28159"/>
            </a:xfrm>
            <a:custGeom>
              <a:avLst/>
              <a:gdLst>
                <a:gd name="connsiteX0" fmla="*/ 0 w 1489"/>
                <a:gd name="connsiteY0" fmla="*/ 28159 h 28159"/>
                <a:gd name="connsiteX1" fmla="*/ 0 w 1489"/>
                <a:gd name="connsiteY1" fmla="*/ 0 h 28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9" h="28159">
                  <a:moveTo>
                    <a:pt x="0" y="28159"/>
                  </a:moveTo>
                  <a:lnTo>
                    <a:pt x="0" y="0"/>
                  </a:lnTo>
                </a:path>
              </a:pathLst>
            </a:custGeom>
            <a:noFill/>
            <a:ln w="595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4" name="Freeform 553">
              <a:extLst>
                <a:ext uri="{FF2B5EF4-FFF2-40B4-BE49-F238E27FC236}">
                  <a16:creationId xmlns:a16="http://schemas.microsoft.com/office/drawing/2014/main" id="{EF2EA00A-992F-C32D-8B63-DFB02E4B78C4}"/>
                </a:ext>
              </a:extLst>
            </p:cNvPr>
            <p:cNvSpPr/>
            <p:nvPr/>
          </p:nvSpPr>
          <p:spPr>
            <a:xfrm>
              <a:off x="1304544" y="4546671"/>
              <a:ext cx="1489" cy="28159"/>
            </a:xfrm>
            <a:custGeom>
              <a:avLst/>
              <a:gdLst>
                <a:gd name="connsiteX0" fmla="*/ 0 w 1489"/>
                <a:gd name="connsiteY0" fmla="*/ 28159 h 28159"/>
                <a:gd name="connsiteX1" fmla="*/ 0 w 1489"/>
                <a:gd name="connsiteY1" fmla="*/ 0 h 28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9" h="28159">
                  <a:moveTo>
                    <a:pt x="0" y="28159"/>
                  </a:moveTo>
                  <a:lnTo>
                    <a:pt x="0" y="0"/>
                  </a:lnTo>
                </a:path>
              </a:pathLst>
            </a:custGeom>
            <a:noFill/>
            <a:ln w="595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5" name="Freeform 554">
              <a:extLst>
                <a:ext uri="{FF2B5EF4-FFF2-40B4-BE49-F238E27FC236}">
                  <a16:creationId xmlns:a16="http://schemas.microsoft.com/office/drawing/2014/main" id="{2AF7A71E-BA72-E596-5022-AA1E5DF696FC}"/>
                </a:ext>
              </a:extLst>
            </p:cNvPr>
            <p:cNvSpPr/>
            <p:nvPr/>
          </p:nvSpPr>
          <p:spPr>
            <a:xfrm>
              <a:off x="2032641" y="4546671"/>
              <a:ext cx="1489" cy="28159"/>
            </a:xfrm>
            <a:custGeom>
              <a:avLst/>
              <a:gdLst>
                <a:gd name="connsiteX0" fmla="*/ 0 w 1489"/>
                <a:gd name="connsiteY0" fmla="*/ 28159 h 28159"/>
                <a:gd name="connsiteX1" fmla="*/ 0 w 1489"/>
                <a:gd name="connsiteY1" fmla="*/ 0 h 28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9" h="28159">
                  <a:moveTo>
                    <a:pt x="0" y="28159"/>
                  </a:moveTo>
                  <a:lnTo>
                    <a:pt x="0" y="0"/>
                  </a:lnTo>
                </a:path>
              </a:pathLst>
            </a:custGeom>
            <a:noFill/>
            <a:ln w="595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6" name="Freeform 555">
              <a:extLst>
                <a:ext uri="{FF2B5EF4-FFF2-40B4-BE49-F238E27FC236}">
                  <a16:creationId xmlns:a16="http://schemas.microsoft.com/office/drawing/2014/main" id="{B278260E-2F17-4701-0F77-F923F69171BE}"/>
                </a:ext>
              </a:extLst>
            </p:cNvPr>
            <p:cNvSpPr/>
            <p:nvPr/>
          </p:nvSpPr>
          <p:spPr>
            <a:xfrm>
              <a:off x="2760740" y="4546671"/>
              <a:ext cx="1489" cy="28159"/>
            </a:xfrm>
            <a:custGeom>
              <a:avLst/>
              <a:gdLst>
                <a:gd name="connsiteX0" fmla="*/ 0 w 1489"/>
                <a:gd name="connsiteY0" fmla="*/ 28159 h 28159"/>
                <a:gd name="connsiteX1" fmla="*/ 0 w 1489"/>
                <a:gd name="connsiteY1" fmla="*/ 0 h 28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9" h="28159">
                  <a:moveTo>
                    <a:pt x="0" y="28159"/>
                  </a:moveTo>
                  <a:lnTo>
                    <a:pt x="0" y="0"/>
                  </a:lnTo>
                </a:path>
              </a:pathLst>
            </a:custGeom>
            <a:noFill/>
            <a:ln w="595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7" name="Freeform 556">
              <a:extLst>
                <a:ext uri="{FF2B5EF4-FFF2-40B4-BE49-F238E27FC236}">
                  <a16:creationId xmlns:a16="http://schemas.microsoft.com/office/drawing/2014/main" id="{C35E58DD-890D-37AD-CFD3-27072C9C15A3}"/>
                </a:ext>
              </a:extLst>
            </p:cNvPr>
            <p:cNvSpPr/>
            <p:nvPr/>
          </p:nvSpPr>
          <p:spPr>
            <a:xfrm>
              <a:off x="3488838" y="4546671"/>
              <a:ext cx="1489" cy="28159"/>
            </a:xfrm>
            <a:custGeom>
              <a:avLst/>
              <a:gdLst>
                <a:gd name="connsiteX0" fmla="*/ 0 w 1489"/>
                <a:gd name="connsiteY0" fmla="*/ 28159 h 28159"/>
                <a:gd name="connsiteX1" fmla="*/ 0 w 1489"/>
                <a:gd name="connsiteY1" fmla="*/ 0 h 28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9" h="28159">
                  <a:moveTo>
                    <a:pt x="0" y="28159"/>
                  </a:moveTo>
                  <a:lnTo>
                    <a:pt x="0" y="0"/>
                  </a:lnTo>
                </a:path>
              </a:pathLst>
            </a:custGeom>
            <a:noFill/>
            <a:ln w="595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8" name="Freeform 557">
              <a:extLst>
                <a:ext uri="{FF2B5EF4-FFF2-40B4-BE49-F238E27FC236}">
                  <a16:creationId xmlns:a16="http://schemas.microsoft.com/office/drawing/2014/main" id="{59521D61-8EC1-7A43-FC32-BD117719A66D}"/>
                </a:ext>
              </a:extLst>
            </p:cNvPr>
            <p:cNvSpPr/>
            <p:nvPr/>
          </p:nvSpPr>
          <p:spPr>
            <a:xfrm>
              <a:off x="437027" y="4672195"/>
              <a:ext cx="77374" cy="10265"/>
            </a:xfrm>
            <a:custGeom>
              <a:avLst/>
              <a:gdLst>
                <a:gd name="connsiteX0" fmla="*/ 0 w 77374"/>
                <a:gd name="connsiteY0" fmla="*/ 0 h 10265"/>
                <a:gd name="connsiteX1" fmla="*/ 77375 w 77374"/>
                <a:gd name="connsiteY1" fmla="*/ 0 h 10265"/>
                <a:gd name="connsiteX2" fmla="*/ 77375 w 77374"/>
                <a:gd name="connsiteY2" fmla="*/ 10265 h 10265"/>
                <a:gd name="connsiteX3" fmla="*/ 0 w 77374"/>
                <a:gd name="connsiteY3" fmla="*/ 10265 h 10265"/>
                <a:gd name="connsiteX4" fmla="*/ 0 w 77374"/>
                <a:gd name="connsiteY4" fmla="*/ 0 h 10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374" h="10265">
                  <a:moveTo>
                    <a:pt x="0" y="0"/>
                  </a:moveTo>
                  <a:lnTo>
                    <a:pt x="77375" y="0"/>
                  </a:lnTo>
                  <a:lnTo>
                    <a:pt x="77375" y="10265"/>
                  </a:lnTo>
                  <a:lnTo>
                    <a:pt x="0" y="102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9" name="Freeform 558">
              <a:extLst>
                <a:ext uri="{FF2B5EF4-FFF2-40B4-BE49-F238E27FC236}">
                  <a16:creationId xmlns:a16="http://schemas.microsoft.com/office/drawing/2014/main" id="{46A5B417-612A-D597-98AA-E2A680B0D064}"/>
                </a:ext>
              </a:extLst>
            </p:cNvPr>
            <p:cNvSpPr/>
            <p:nvPr/>
          </p:nvSpPr>
          <p:spPr>
            <a:xfrm>
              <a:off x="541079" y="4625963"/>
              <a:ext cx="53654" cy="90109"/>
            </a:xfrm>
            <a:custGeom>
              <a:avLst/>
              <a:gdLst>
                <a:gd name="connsiteX0" fmla="*/ 1749 w 53654"/>
                <a:gd name="connsiteY0" fmla="*/ 79844 h 90109"/>
                <a:gd name="connsiteX1" fmla="*/ 21666 w 53654"/>
                <a:gd name="connsiteY1" fmla="*/ 79844 h 90109"/>
                <a:gd name="connsiteX2" fmla="*/ 21666 w 53654"/>
                <a:gd name="connsiteY2" fmla="*/ 11100 h 90109"/>
                <a:gd name="connsiteX3" fmla="*/ 0 w 53654"/>
                <a:gd name="connsiteY3" fmla="*/ 15450 h 90109"/>
                <a:gd name="connsiteX4" fmla="*/ 0 w 53654"/>
                <a:gd name="connsiteY4" fmla="*/ 4351 h 90109"/>
                <a:gd name="connsiteX5" fmla="*/ 21545 w 53654"/>
                <a:gd name="connsiteY5" fmla="*/ 0 h 90109"/>
                <a:gd name="connsiteX6" fmla="*/ 33737 w 53654"/>
                <a:gd name="connsiteY6" fmla="*/ 0 h 90109"/>
                <a:gd name="connsiteX7" fmla="*/ 33737 w 53654"/>
                <a:gd name="connsiteY7" fmla="*/ 79844 h 90109"/>
                <a:gd name="connsiteX8" fmla="*/ 53654 w 53654"/>
                <a:gd name="connsiteY8" fmla="*/ 79844 h 90109"/>
                <a:gd name="connsiteX9" fmla="*/ 53654 w 53654"/>
                <a:gd name="connsiteY9" fmla="*/ 90109 h 90109"/>
                <a:gd name="connsiteX10" fmla="*/ 1749 w 53654"/>
                <a:gd name="connsiteY10" fmla="*/ 90109 h 90109"/>
                <a:gd name="connsiteX11" fmla="*/ 1749 w 53654"/>
                <a:gd name="connsiteY11" fmla="*/ 79844 h 90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654" h="90109">
                  <a:moveTo>
                    <a:pt x="1749" y="79844"/>
                  </a:moveTo>
                  <a:lnTo>
                    <a:pt x="21666" y="79844"/>
                  </a:lnTo>
                  <a:lnTo>
                    <a:pt x="21666" y="11100"/>
                  </a:lnTo>
                  <a:lnTo>
                    <a:pt x="0" y="15450"/>
                  </a:lnTo>
                  <a:lnTo>
                    <a:pt x="0" y="4351"/>
                  </a:lnTo>
                  <a:lnTo>
                    <a:pt x="21545" y="0"/>
                  </a:lnTo>
                  <a:lnTo>
                    <a:pt x="33737" y="0"/>
                  </a:lnTo>
                  <a:lnTo>
                    <a:pt x="33737" y="79844"/>
                  </a:lnTo>
                  <a:lnTo>
                    <a:pt x="53654" y="79844"/>
                  </a:lnTo>
                  <a:lnTo>
                    <a:pt x="53654" y="90109"/>
                  </a:lnTo>
                  <a:lnTo>
                    <a:pt x="1749" y="90109"/>
                  </a:lnTo>
                  <a:lnTo>
                    <a:pt x="1749" y="79844"/>
                  </a:ln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0" name="Freeform 559">
              <a:extLst>
                <a:ext uri="{FF2B5EF4-FFF2-40B4-BE49-F238E27FC236}">
                  <a16:creationId xmlns:a16="http://schemas.microsoft.com/office/drawing/2014/main" id="{73512FEA-343B-AD8F-858B-FBE08AD78EEC}"/>
                </a:ext>
              </a:extLst>
            </p:cNvPr>
            <p:cNvSpPr/>
            <p:nvPr/>
          </p:nvSpPr>
          <p:spPr>
            <a:xfrm>
              <a:off x="619358" y="4700741"/>
              <a:ext cx="12734" cy="15330"/>
            </a:xfrm>
            <a:custGeom>
              <a:avLst/>
              <a:gdLst>
                <a:gd name="connsiteX0" fmla="*/ 0 w 12734"/>
                <a:gd name="connsiteY0" fmla="*/ 0 h 15330"/>
                <a:gd name="connsiteX1" fmla="*/ 12734 w 12734"/>
                <a:gd name="connsiteY1" fmla="*/ 0 h 15330"/>
                <a:gd name="connsiteX2" fmla="*/ 12734 w 12734"/>
                <a:gd name="connsiteY2" fmla="*/ 15331 h 15330"/>
                <a:gd name="connsiteX3" fmla="*/ 0 w 12734"/>
                <a:gd name="connsiteY3" fmla="*/ 15331 h 15330"/>
                <a:gd name="connsiteX4" fmla="*/ 0 w 12734"/>
                <a:gd name="connsiteY4" fmla="*/ 0 h 15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34" h="15330">
                  <a:moveTo>
                    <a:pt x="0" y="0"/>
                  </a:moveTo>
                  <a:lnTo>
                    <a:pt x="12734" y="0"/>
                  </a:lnTo>
                  <a:lnTo>
                    <a:pt x="12734" y="15331"/>
                  </a:lnTo>
                  <a:lnTo>
                    <a:pt x="0" y="153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1" name="Freeform 560">
              <a:extLst>
                <a:ext uri="{FF2B5EF4-FFF2-40B4-BE49-F238E27FC236}">
                  <a16:creationId xmlns:a16="http://schemas.microsoft.com/office/drawing/2014/main" id="{1D8E978F-EF59-45F0-75D2-FF04E38B8088}"/>
                </a:ext>
              </a:extLst>
            </p:cNvPr>
            <p:cNvSpPr/>
            <p:nvPr/>
          </p:nvSpPr>
          <p:spPr>
            <a:xfrm>
              <a:off x="653578" y="4624339"/>
              <a:ext cx="62286" cy="93476"/>
            </a:xfrm>
            <a:custGeom>
              <a:avLst/>
              <a:gdLst>
                <a:gd name="connsiteX0" fmla="*/ 31143 w 62286"/>
                <a:gd name="connsiteY0" fmla="*/ 9655 h 93476"/>
                <a:gd name="connsiteX1" fmla="*/ 16960 w 62286"/>
                <a:gd name="connsiteY1" fmla="*/ 18951 h 93476"/>
                <a:gd name="connsiteX2" fmla="*/ 12253 w 62286"/>
                <a:gd name="connsiteY2" fmla="*/ 46768 h 93476"/>
                <a:gd name="connsiteX3" fmla="*/ 16960 w 62286"/>
                <a:gd name="connsiteY3" fmla="*/ 74599 h 93476"/>
                <a:gd name="connsiteX4" fmla="*/ 31143 w 62286"/>
                <a:gd name="connsiteY4" fmla="*/ 83822 h 93476"/>
                <a:gd name="connsiteX5" fmla="*/ 45327 w 62286"/>
                <a:gd name="connsiteY5" fmla="*/ 74599 h 93476"/>
                <a:gd name="connsiteX6" fmla="*/ 50095 w 62286"/>
                <a:gd name="connsiteY6" fmla="*/ 46768 h 93476"/>
                <a:gd name="connsiteX7" fmla="*/ 45327 w 62286"/>
                <a:gd name="connsiteY7" fmla="*/ 18951 h 93476"/>
                <a:gd name="connsiteX8" fmla="*/ 31143 w 62286"/>
                <a:gd name="connsiteY8" fmla="*/ 9655 h 93476"/>
                <a:gd name="connsiteX9" fmla="*/ 31143 w 62286"/>
                <a:gd name="connsiteY9" fmla="*/ 0 h 93476"/>
                <a:gd name="connsiteX10" fmla="*/ 54259 w 62286"/>
                <a:gd name="connsiteY10" fmla="*/ 12008 h 93476"/>
                <a:gd name="connsiteX11" fmla="*/ 62287 w 62286"/>
                <a:gd name="connsiteY11" fmla="*/ 46768 h 93476"/>
                <a:gd name="connsiteX12" fmla="*/ 54259 w 62286"/>
                <a:gd name="connsiteY12" fmla="*/ 81527 h 93476"/>
                <a:gd name="connsiteX13" fmla="*/ 31143 w 62286"/>
                <a:gd name="connsiteY13" fmla="*/ 93476 h 93476"/>
                <a:gd name="connsiteX14" fmla="*/ 7968 w 62286"/>
                <a:gd name="connsiteY14" fmla="*/ 81527 h 93476"/>
                <a:gd name="connsiteX15" fmla="*/ 0 w 62286"/>
                <a:gd name="connsiteY15" fmla="*/ 46768 h 93476"/>
                <a:gd name="connsiteX16" fmla="*/ 7968 w 62286"/>
                <a:gd name="connsiteY16" fmla="*/ 12008 h 93476"/>
                <a:gd name="connsiteX17" fmla="*/ 31143 w 62286"/>
                <a:gd name="connsiteY17" fmla="*/ 0 h 93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286" h="93476">
                  <a:moveTo>
                    <a:pt x="31143" y="9655"/>
                  </a:moveTo>
                  <a:cubicBezTo>
                    <a:pt x="24866" y="9655"/>
                    <a:pt x="20139" y="12753"/>
                    <a:pt x="16960" y="18951"/>
                  </a:cubicBezTo>
                  <a:cubicBezTo>
                    <a:pt x="13822" y="25105"/>
                    <a:pt x="12253" y="34372"/>
                    <a:pt x="12253" y="46768"/>
                  </a:cubicBezTo>
                  <a:cubicBezTo>
                    <a:pt x="12253" y="59119"/>
                    <a:pt x="13822" y="68401"/>
                    <a:pt x="16960" y="74599"/>
                  </a:cubicBezTo>
                  <a:cubicBezTo>
                    <a:pt x="20139" y="80752"/>
                    <a:pt x="24866" y="83822"/>
                    <a:pt x="31143" y="83822"/>
                  </a:cubicBezTo>
                  <a:cubicBezTo>
                    <a:pt x="37461" y="83822"/>
                    <a:pt x="42188" y="80752"/>
                    <a:pt x="45327" y="74599"/>
                  </a:cubicBezTo>
                  <a:cubicBezTo>
                    <a:pt x="48505" y="68401"/>
                    <a:pt x="50095" y="59119"/>
                    <a:pt x="50095" y="46768"/>
                  </a:cubicBezTo>
                  <a:cubicBezTo>
                    <a:pt x="50095" y="34372"/>
                    <a:pt x="48505" y="25105"/>
                    <a:pt x="45327" y="18951"/>
                  </a:cubicBezTo>
                  <a:cubicBezTo>
                    <a:pt x="42188" y="12753"/>
                    <a:pt x="37461" y="9655"/>
                    <a:pt x="31143" y="9655"/>
                  </a:cubicBezTo>
                  <a:moveTo>
                    <a:pt x="31143" y="0"/>
                  </a:moveTo>
                  <a:cubicBezTo>
                    <a:pt x="41243" y="0"/>
                    <a:pt x="48948" y="4008"/>
                    <a:pt x="54259" y="12008"/>
                  </a:cubicBezTo>
                  <a:cubicBezTo>
                    <a:pt x="59611" y="19980"/>
                    <a:pt x="62287" y="31556"/>
                    <a:pt x="62287" y="46768"/>
                  </a:cubicBezTo>
                  <a:cubicBezTo>
                    <a:pt x="62287" y="61935"/>
                    <a:pt x="59611" y="73526"/>
                    <a:pt x="54259" y="81527"/>
                  </a:cubicBezTo>
                  <a:cubicBezTo>
                    <a:pt x="48948" y="89498"/>
                    <a:pt x="41243" y="93476"/>
                    <a:pt x="31143" y="93476"/>
                  </a:cubicBezTo>
                  <a:cubicBezTo>
                    <a:pt x="21043" y="93476"/>
                    <a:pt x="13318" y="89498"/>
                    <a:pt x="7968" y="81527"/>
                  </a:cubicBezTo>
                  <a:cubicBezTo>
                    <a:pt x="2656" y="73526"/>
                    <a:pt x="0" y="61935"/>
                    <a:pt x="0" y="46768"/>
                  </a:cubicBezTo>
                  <a:cubicBezTo>
                    <a:pt x="0" y="31556"/>
                    <a:pt x="2656" y="19980"/>
                    <a:pt x="7968" y="12008"/>
                  </a:cubicBezTo>
                  <a:cubicBezTo>
                    <a:pt x="13318" y="4008"/>
                    <a:pt x="21043" y="0"/>
                    <a:pt x="31143" y="0"/>
                  </a:cubicBez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2" name="Freeform 561">
              <a:extLst>
                <a:ext uri="{FF2B5EF4-FFF2-40B4-BE49-F238E27FC236}">
                  <a16:creationId xmlns:a16="http://schemas.microsoft.com/office/drawing/2014/main" id="{9D5E5173-2288-CCE9-32D9-E81F5F1C6E37}"/>
                </a:ext>
              </a:extLst>
            </p:cNvPr>
            <p:cNvSpPr/>
            <p:nvPr/>
          </p:nvSpPr>
          <p:spPr>
            <a:xfrm>
              <a:off x="1166423" y="4672195"/>
              <a:ext cx="77374" cy="10265"/>
            </a:xfrm>
            <a:custGeom>
              <a:avLst/>
              <a:gdLst>
                <a:gd name="connsiteX0" fmla="*/ 0 w 77374"/>
                <a:gd name="connsiteY0" fmla="*/ 0 h 10265"/>
                <a:gd name="connsiteX1" fmla="*/ 77375 w 77374"/>
                <a:gd name="connsiteY1" fmla="*/ 0 h 10265"/>
                <a:gd name="connsiteX2" fmla="*/ 77375 w 77374"/>
                <a:gd name="connsiteY2" fmla="*/ 10265 h 10265"/>
                <a:gd name="connsiteX3" fmla="*/ 0 w 77374"/>
                <a:gd name="connsiteY3" fmla="*/ 10265 h 10265"/>
                <a:gd name="connsiteX4" fmla="*/ 0 w 77374"/>
                <a:gd name="connsiteY4" fmla="*/ 0 h 10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374" h="10265">
                  <a:moveTo>
                    <a:pt x="0" y="0"/>
                  </a:moveTo>
                  <a:lnTo>
                    <a:pt x="77375" y="0"/>
                  </a:lnTo>
                  <a:lnTo>
                    <a:pt x="77375" y="10265"/>
                  </a:lnTo>
                  <a:lnTo>
                    <a:pt x="0" y="102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3" name="Freeform 562">
              <a:extLst>
                <a:ext uri="{FF2B5EF4-FFF2-40B4-BE49-F238E27FC236}">
                  <a16:creationId xmlns:a16="http://schemas.microsoft.com/office/drawing/2014/main" id="{21B44C02-8C63-C3A3-6682-33285BBF3061}"/>
                </a:ext>
              </a:extLst>
            </p:cNvPr>
            <p:cNvSpPr/>
            <p:nvPr/>
          </p:nvSpPr>
          <p:spPr>
            <a:xfrm>
              <a:off x="1265043" y="4624339"/>
              <a:ext cx="62286" cy="93476"/>
            </a:xfrm>
            <a:custGeom>
              <a:avLst/>
              <a:gdLst>
                <a:gd name="connsiteX0" fmla="*/ 31143 w 62286"/>
                <a:gd name="connsiteY0" fmla="*/ 9655 h 93476"/>
                <a:gd name="connsiteX1" fmla="*/ 16960 w 62286"/>
                <a:gd name="connsiteY1" fmla="*/ 18951 h 93476"/>
                <a:gd name="connsiteX2" fmla="*/ 12253 w 62286"/>
                <a:gd name="connsiteY2" fmla="*/ 46768 h 93476"/>
                <a:gd name="connsiteX3" fmla="*/ 16960 w 62286"/>
                <a:gd name="connsiteY3" fmla="*/ 74599 h 93476"/>
                <a:gd name="connsiteX4" fmla="*/ 31143 w 62286"/>
                <a:gd name="connsiteY4" fmla="*/ 83822 h 93476"/>
                <a:gd name="connsiteX5" fmla="*/ 45326 w 62286"/>
                <a:gd name="connsiteY5" fmla="*/ 74599 h 93476"/>
                <a:gd name="connsiteX6" fmla="*/ 50095 w 62286"/>
                <a:gd name="connsiteY6" fmla="*/ 46768 h 93476"/>
                <a:gd name="connsiteX7" fmla="*/ 45326 w 62286"/>
                <a:gd name="connsiteY7" fmla="*/ 18951 h 93476"/>
                <a:gd name="connsiteX8" fmla="*/ 31143 w 62286"/>
                <a:gd name="connsiteY8" fmla="*/ 9655 h 93476"/>
                <a:gd name="connsiteX9" fmla="*/ 31143 w 62286"/>
                <a:gd name="connsiteY9" fmla="*/ 0 h 93476"/>
                <a:gd name="connsiteX10" fmla="*/ 54259 w 62286"/>
                <a:gd name="connsiteY10" fmla="*/ 12008 h 93476"/>
                <a:gd name="connsiteX11" fmla="*/ 62287 w 62286"/>
                <a:gd name="connsiteY11" fmla="*/ 46768 h 93476"/>
                <a:gd name="connsiteX12" fmla="*/ 54259 w 62286"/>
                <a:gd name="connsiteY12" fmla="*/ 81527 h 93476"/>
                <a:gd name="connsiteX13" fmla="*/ 31143 w 62286"/>
                <a:gd name="connsiteY13" fmla="*/ 93476 h 93476"/>
                <a:gd name="connsiteX14" fmla="*/ 7966 w 62286"/>
                <a:gd name="connsiteY14" fmla="*/ 81527 h 93476"/>
                <a:gd name="connsiteX15" fmla="*/ 0 w 62286"/>
                <a:gd name="connsiteY15" fmla="*/ 46768 h 93476"/>
                <a:gd name="connsiteX16" fmla="*/ 7966 w 62286"/>
                <a:gd name="connsiteY16" fmla="*/ 12008 h 93476"/>
                <a:gd name="connsiteX17" fmla="*/ 31143 w 62286"/>
                <a:gd name="connsiteY17" fmla="*/ 0 h 93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286" h="93476">
                  <a:moveTo>
                    <a:pt x="31143" y="9655"/>
                  </a:moveTo>
                  <a:cubicBezTo>
                    <a:pt x="24866" y="9655"/>
                    <a:pt x="20137" y="12753"/>
                    <a:pt x="16960" y="18951"/>
                  </a:cubicBezTo>
                  <a:cubicBezTo>
                    <a:pt x="13822" y="25105"/>
                    <a:pt x="12253" y="34372"/>
                    <a:pt x="12253" y="46768"/>
                  </a:cubicBezTo>
                  <a:cubicBezTo>
                    <a:pt x="12253" y="59119"/>
                    <a:pt x="13822" y="68401"/>
                    <a:pt x="16960" y="74599"/>
                  </a:cubicBezTo>
                  <a:cubicBezTo>
                    <a:pt x="20137" y="80752"/>
                    <a:pt x="24866" y="83822"/>
                    <a:pt x="31143" y="83822"/>
                  </a:cubicBezTo>
                  <a:cubicBezTo>
                    <a:pt x="37461" y="83822"/>
                    <a:pt x="42188" y="80752"/>
                    <a:pt x="45326" y="74599"/>
                  </a:cubicBezTo>
                  <a:cubicBezTo>
                    <a:pt x="48505" y="68401"/>
                    <a:pt x="50095" y="59119"/>
                    <a:pt x="50095" y="46768"/>
                  </a:cubicBezTo>
                  <a:cubicBezTo>
                    <a:pt x="50095" y="34372"/>
                    <a:pt x="48505" y="25105"/>
                    <a:pt x="45326" y="18951"/>
                  </a:cubicBezTo>
                  <a:cubicBezTo>
                    <a:pt x="42188" y="12753"/>
                    <a:pt x="37461" y="9655"/>
                    <a:pt x="31143" y="9655"/>
                  </a:cubicBezTo>
                  <a:moveTo>
                    <a:pt x="31143" y="0"/>
                  </a:moveTo>
                  <a:cubicBezTo>
                    <a:pt x="41243" y="0"/>
                    <a:pt x="48948" y="4008"/>
                    <a:pt x="54259" y="12008"/>
                  </a:cubicBezTo>
                  <a:cubicBezTo>
                    <a:pt x="59611" y="19980"/>
                    <a:pt x="62287" y="31556"/>
                    <a:pt x="62287" y="46768"/>
                  </a:cubicBezTo>
                  <a:cubicBezTo>
                    <a:pt x="62287" y="61935"/>
                    <a:pt x="59611" y="73526"/>
                    <a:pt x="54259" y="81527"/>
                  </a:cubicBezTo>
                  <a:cubicBezTo>
                    <a:pt x="48948" y="89498"/>
                    <a:pt x="41243" y="93476"/>
                    <a:pt x="31143" y="93476"/>
                  </a:cubicBezTo>
                  <a:cubicBezTo>
                    <a:pt x="21043" y="93476"/>
                    <a:pt x="13318" y="89498"/>
                    <a:pt x="7966" y="81527"/>
                  </a:cubicBezTo>
                  <a:cubicBezTo>
                    <a:pt x="2655" y="73526"/>
                    <a:pt x="0" y="61935"/>
                    <a:pt x="0" y="46768"/>
                  </a:cubicBezTo>
                  <a:cubicBezTo>
                    <a:pt x="0" y="31556"/>
                    <a:pt x="2655" y="19980"/>
                    <a:pt x="7966" y="12008"/>
                  </a:cubicBezTo>
                  <a:cubicBezTo>
                    <a:pt x="13318" y="4008"/>
                    <a:pt x="21043" y="0"/>
                    <a:pt x="31143" y="0"/>
                  </a:cubicBez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4" name="Freeform 563">
              <a:extLst>
                <a:ext uri="{FF2B5EF4-FFF2-40B4-BE49-F238E27FC236}">
                  <a16:creationId xmlns:a16="http://schemas.microsoft.com/office/drawing/2014/main" id="{99DC9BDB-742C-9B1D-DDE1-9AAFADCB8E90}"/>
                </a:ext>
              </a:extLst>
            </p:cNvPr>
            <p:cNvSpPr/>
            <p:nvPr/>
          </p:nvSpPr>
          <p:spPr>
            <a:xfrm>
              <a:off x="1348754" y="4700741"/>
              <a:ext cx="12735" cy="15330"/>
            </a:xfrm>
            <a:custGeom>
              <a:avLst/>
              <a:gdLst>
                <a:gd name="connsiteX0" fmla="*/ 0 w 12735"/>
                <a:gd name="connsiteY0" fmla="*/ 0 h 15330"/>
                <a:gd name="connsiteX1" fmla="*/ 12736 w 12735"/>
                <a:gd name="connsiteY1" fmla="*/ 0 h 15330"/>
                <a:gd name="connsiteX2" fmla="*/ 12736 w 12735"/>
                <a:gd name="connsiteY2" fmla="*/ 15331 h 15330"/>
                <a:gd name="connsiteX3" fmla="*/ 0 w 12735"/>
                <a:gd name="connsiteY3" fmla="*/ 15331 h 15330"/>
                <a:gd name="connsiteX4" fmla="*/ 0 w 12735"/>
                <a:gd name="connsiteY4" fmla="*/ 0 h 15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35" h="15330">
                  <a:moveTo>
                    <a:pt x="0" y="0"/>
                  </a:moveTo>
                  <a:lnTo>
                    <a:pt x="12736" y="0"/>
                  </a:lnTo>
                  <a:lnTo>
                    <a:pt x="12736" y="15331"/>
                  </a:lnTo>
                  <a:lnTo>
                    <a:pt x="0" y="153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5" name="Freeform 564">
              <a:extLst>
                <a:ext uri="{FF2B5EF4-FFF2-40B4-BE49-F238E27FC236}">
                  <a16:creationId xmlns:a16="http://schemas.microsoft.com/office/drawing/2014/main" id="{6831281B-EEB2-9EDE-C19A-2FB4C9603759}"/>
                </a:ext>
              </a:extLst>
            </p:cNvPr>
            <p:cNvSpPr/>
            <p:nvPr/>
          </p:nvSpPr>
          <p:spPr>
            <a:xfrm>
              <a:off x="1384364" y="4625963"/>
              <a:ext cx="58301" cy="91852"/>
            </a:xfrm>
            <a:custGeom>
              <a:avLst/>
              <a:gdLst>
                <a:gd name="connsiteX0" fmla="*/ 3802 w 58301"/>
                <a:gd name="connsiteY0" fmla="*/ 0 h 91852"/>
                <a:gd name="connsiteX1" fmla="*/ 51662 w 58301"/>
                <a:gd name="connsiteY1" fmla="*/ 0 h 91852"/>
                <a:gd name="connsiteX2" fmla="*/ 51662 w 58301"/>
                <a:gd name="connsiteY2" fmla="*/ 10265 h 91852"/>
                <a:gd name="connsiteX3" fmla="*/ 14968 w 58301"/>
                <a:gd name="connsiteY3" fmla="*/ 10265 h 91852"/>
                <a:gd name="connsiteX4" fmla="*/ 14968 w 58301"/>
                <a:gd name="connsiteY4" fmla="*/ 32346 h 91852"/>
                <a:gd name="connsiteX5" fmla="*/ 20279 w 58301"/>
                <a:gd name="connsiteY5" fmla="*/ 31020 h 91852"/>
                <a:gd name="connsiteX6" fmla="*/ 25589 w 58301"/>
                <a:gd name="connsiteY6" fmla="*/ 30543 h 91852"/>
                <a:gd name="connsiteX7" fmla="*/ 49490 w 58301"/>
                <a:gd name="connsiteY7" fmla="*/ 38812 h 91852"/>
                <a:gd name="connsiteX8" fmla="*/ 58301 w 58301"/>
                <a:gd name="connsiteY8" fmla="*/ 61205 h 91852"/>
                <a:gd name="connsiteX9" fmla="*/ 49249 w 58301"/>
                <a:gd name="connsiteY9" fmla="*/ 83837 h 91852"/>
                <a:gd name="connsiteX10" fmla="*/ 23719 w 58301"/>
                <a:gd name="connsiteY10" fmla="*/ 91852 h 91852"/>
                <a:gd name="connsiteX11" fmla="*/ 12131 w 58301"/>
                <a:gd name="connsiteY11" fmla="*/ 90899 h 91852"/>
                <a:gd name="connsiteX12" fmla="*/ 0 w 58301"/>
                <a:gd name="connsiteY12" fmla="*/ 87993 h 91852"/>
                <a:gd name="connsiteX13" fmla="*/ 0 w 58301"/>
                <a:gd name="connsiteY13" fmla="*/ 75746 h 91852"/>
                <a:gd name="connsiteX14" fmla="*/ 11225 w 58301"/>
                <a:gd name="connsiteY14" fmla="*/ 80157 h 91852"/>
                <a:gd name="connsiteX15" fmla="*/ 23478 w 58301"/>
                <a:gd name="connsiteY15" fmla="*/ 81602 h 91852"/>
                <a:gd name="connsiteX16" fmla="*/ 40014 w 58301"/>
                <a:gd name="connsiteY16" fmla="*/ 76104 h 91852"/>
                <a:gd name="connsiteX17" fmla="*/ 46109 w 58301"/>
                <a:gd name="connsiteY17" fmla="*/ 61205 h 91852"/>
                <a:gd name="connsiteX18" fmla="*/ 40014 w 58301"/>
                <a:gd name="connsiteY18" fmla="*/ 46291 h 91852"/>
                <a:gd name="connsiteX19" fmla="*/ 23478 w 58301"/>
                <a:gd name="connsiteY19" fmla="*/ 40793 h 91852"/>
                <a:gd name="connsiteX20" fmla="*/ 13700 w 58301"/>
                <a:gd name="connsiteY20" fmla="*/ 41881 h 91852"/>
                <a:gd name="connsiteX21" fmla="*/ 3802 w 58301"/>
                <a:gd name="connsiteY21" fmla="*/ 45263 h 91852"/>
                <a:gd name="connsiteX22" fmla="*/ 3802 w 58301"/>
                <a:gd name="connsiteY22" fmla="*/ 0 h 91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58301" h="91852">
                  <a:moveTo>
                    <a:pt x="3802" y="0"/>
                  </a:moveTo>
                  <a:lnTo>
                    <a:pt x="51662" y="0"/>
                  </a:lnTo>
                  <a:lnTo>
                    <a:pt x="51662" y="10265"/>
                  </a:lnTo>
                  <a:lnTo>
                    <a:pt x="14968" y="10265"/>
                  </a:lnTo>
                  <a:lnTo>
                    <a:pt x="14968" y="32346"/>
                  </a:lnTo>
                  <a:cubicBezTo>
                    <a:pt x="16738" y="31750"/>
                    <a:pt x="18508" y="31303"/>
                    <a:pt x="20279" y="31020"/>
                  </a:cubicBezTo>
                  <a:cubicBezTo>
                    <a:pt x="22049" y="30707"/>
                    <a:pt x="23819" y="30543"/>
                    <a:pt x="25589" y="30543"/>
                  </a:cubicBezTo>
                  <a:cubicBezTo>
                    <a:pt x="35649" y="30543"/>
                    <a:pt x="43615" y="33299"/>
                    <a:pt x="49490" y="38812"/>
                  </a:cubicBezTo>
                  <a:cubicBezTo>
                    <a:pt x="55365" y="44324"/>
                    <a:pt x="58301" y="51789"/>
                    <a:pt x="58301" y="61205"/>
                  </a:cubicBezTo>
                  <a:cubicBezTo>
                    <a:pt x="58301" y="70904"/>
                    <a:pt x="55284" y="78443"/>
                    <a:pt x="49249" y="83837"/>
                  </a:cubicBezTo>
                  <a:cubicBezTo>
                    <a:pt x="43213" y="89185"/>
                    <a:pt x="34704" y="91852"/>
                    <a:pt x="23719" y="91852"/>
                  </a:cubicBezTo>
                  <a:cubicBezTo>
                    <a:pt x="19936" y="91852"/>
                    <a:pt x="16075" y="91539"/>
                    <a:pt x="12131" y="90899"/>
                  </a:cubicBezTo>
                  <a:cubicBezTo>
                    <a:pt x="8229" y="90258"/>
                    <a:pt x="4185" y="89290"/>
                    <a:pt x="0" y="87993"/>
                  </a:cubicBezTo>
                  <a:lnTo>
                    <a:pt x="0" y="75746"/>
                  </a:lnTo>
                  <a:cubicBezTo>
                    <a:pt x="3620" y="77713"/>
                    <a:pt x="7362" y="79188"/>
                    <a:pt x="11225" y="80157"/>
                  </a:cubicBezTo>
                  <a:cubicBezTo>
                    <a:pt x="15088" y="81125"/>
                    <a:pt x="19172" y="81602"/>
                    <a:pt x="23478" y="81602"/>
                  </a:cubicBezTo>
                  <a:cubicBezTo>
                    <a:pt x="30439" y="81602"/>
                    <a:pt x="35951" y="79769"/>
                    <a:pt x="40014" y="76104"/>
                  </a:cubicBezTo>
                  <a:cubicBezTo>
                    <a:pt x="44077" y="72454"/>
                    <a:pt x="46109" y="67478"/>
                    <a:pt x="46109" y="61205"/>
                  </a:cubicBezTo>
                  <a:cubicBezTo>
                    <a:pt x="46109" y="54933"/>
                    <a:pt x="44077" y="49956"/>
                    <a:pt x="40014" y="46291"/>
                  </a:cubicBezTo>
                  <a:cubicBezTo>
                    <a:pt x="35951" y="42626"/>
                    <a:pt x="30439" y="40793"/>
                    <a:pt x="23478" y="40793"/>
                  </a:cubicBezTo>
                  <a:cubicBezTo>
                    <a:pt x="20218" y="40793"/>
                    <a:pt x="16958" y="41151"/>
                    <a:pt x="13700" y="41881"/>
                  </a:cubicBezTo>
                  <a:cubicBezTo>
                    <a:pt x="10480" y="42611"/>
                    <a:pt x="7181" y="43728"/>
                    <a:pt x="3802" y="45263"/>
                  </a:cubicBezTo>
                  <a:lnTo>
                    <a:pt x="3802" y="0"/>
                  </a:ln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6" name="Freeform 565">
              <a:extLst>
                <a:ext uri="{FF2B5EF4-FFF2-40B4-BE49-F238E27FC236}">
                  <a16:creationId xmlns:a16="http://schemas.microsoft.com/office/drawing/2014/main" id="{D914651C-2839-6D75-E004-1D110C7E3AA1}"/>
                </a:ext>
              </a:extLst>
            </p:cNvPr>
            <p:cNvSpPr/>
            <p:nvPr/>
          </p:nvSpPr>
          <p:spPr>
            <a:xfrm>
              <a:off x="1942532" y="4624339"/>
              <a:ext cx="62292" cy="93476"/>
            </a:xfrm>
            <a:custGeom>
              <a:avLst/>
              <a:gdLst>
                <a:gd name="connsiteX0" fmla="*/ 31139 w 62292"/>
                <a:gd name="connsiteY0" fmla="*/ 9655 h 93476"/>
                <a:gd name="connsiteX1" fmla="*/ 16955 w 62292"/>
                <a:gd name="connsiteY1" fmla="*/ 18951 h 93476"/>
                <a:gd name="connsiteX2" fmla="*/ 12262 w 62292"/>
                <a:gd name="connsiteY2" fmla="*/ 46768 h 93476"/>
                <a:gd name="connsiteX3" fmla="*/ 16955 w 62292"/>
                <a:gd name="connsiteY3" fmla="*/ 74599 h 93476"/>
                <a:gd name="connsiteX4" fmla="*/ 31139 w 62292"/>
                <a:gd name="connsiteY4" fmla="*/ 83822 h 93476"/>
                <a:gd name="connsiteX5" fmla="*/ 45323 w 62292"/>
                <a:gd name="connsiteY5" fmla="*/ 74599 h 93476"/>
                <a:gd name="connsiteX6" fmla="*/ 50090 w 62292"/>
                <a:gd name="connsiteY6" fmla="*/ 46768 h 93476"/>
                <a:gd name="connsiteX7" fmla="*/ 45323 w 62292"/>
                <a:gd name="connsiteY7" fmla="*/ 18951 h 93476"/>
                <a:gd name="connsiteX8" fmla="*/ 31139 w 62292"/>
                <a:gd name="connsiteY8" fmla="*/ 9655 h 93476"/>
                <a:gd name="connsiteX9" fmla="*/ 31139 w 62292"/>
                <a:gd name="connsiteY9" fmla="*/ 0 h 93476"/>
                <a:gd name="connsiteX10" fmla="*/ 54262 w 62292"/>
                <a:gd name="connsiteY10" fmla="*/ 12008 h 93476"/>
                <a:gd name="connsiteX11" fmla="*/ 62293 w 62292"/>
                <a:gd name="connsiteY11" fmla="*/ 46768 h 93476"/>
                <a:gd name="connsiteX12" fmla="*/ 54262 w 62292"/>
                <a:gd name="connsiteY12" fmla="*/ 81527 h 93476"/>
                <a:gd name="connsiteX13" fmla="*/ 31139 w 62292"/>
                <a:gd name="connsiteY13" fmla="*/ 93476 h 93476"/>
                <a:gd name="connsiteX14" fmla="*/ 7971 w 62292"/>
                <a:gd name="connsiteY14" fmla="*/ 81527 h 93476"/>
                <a:gd name="connsiteX15" fmla="*/ 0 w 62292"/>
                <a:gd name="connsiteY15" fmla="*/ 46768 h 93476"/>
                <a:gd name="connsiteX16" fmla="*/ 7971 w 62292"/>
                <a:gd name="connsiteY16" fmla="*/ 12008 h 93476"/>
                <a:gd name="connsiteX17" fmla="*/ 31139 w 62292"/>
                <a:gd name="connsiteY17" fmla="*/ 0 h 93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292" h="93476">
                  <a:moveTo>
                    <a:pt x="31139" y="9655"/>
                  </a:moveTo>
                  <a:cubicBezTo>
                    <a:pt x="24866" y="9655"/>
                    <a:pt x="20143" y="12753"/>
                    <a:pt x="16955" y="18951"/>
                  </a:cubicBezTo>
                  <a:cubicBezTo>
                    <a:pt x="13826" y="25105"/>
                    <a:pt x="12262" y="34372"/>
                    <a:pt x="12262" y="46768"/>
                  </a:cubicBezTo>
                  <a:cubicBezTo>
                    <a:pt x="12262" y="59119"/>
                    <a:pt x="13826" y="68401"/>
                    <a:pt x="16955" y="74599"/>
                  </a:cubicBezTo>
                  <a:cubicBezTo>
                    <a:pt x="20143" y="80752"/>
                    <a:pt x="24866" y="83822"/>
                    <a:pt x="31139" y="83822"/>
                  </a:cubicBezTo>
                  <a:cubicBezTo>
                    <a:pt x="37456" y="83822"/>
                    <a:pt x="42179" y="80752"/>
                    <a:pt x="45323" y="74599"/>
                  </a:cubicBezTo>
                  <a:cubicBezTo>
                    <a:pt x="48496" y="68401"/>
                    <a:pt x="50090" y="59119"/>
                    <a:pt x="50090" y="46768"/>
                  </a:cubicBezTo>
                  <a:cubicBezTo>
                    <a:pt x="50090" y="34372"/>
                    <a:pt x="48496" y="25105"/>
                    <a:pt x="45323" y="18951"/>
                  </a:cubicBezTo>
                  <a:cubicBezTo>
                    <a:pt x="42179" y="12753"/>
                    <a:pt x="37456" y="9655"/>
                    <a:pt x="31139" y="9655"/>
                  </a:cubicBezTo>
                  <a:moveTo>
                    <a:pt x="31139" y="0"/>
                  </a:moveTo>
                  <a:cubicBezTo>
                    <a:pt x="41240" y="0"/>
                    <a:pt x="48943" y="4008"/>
                    <a:pt x="54262" y="12008"/>
                  </a:cubicBezTo>
                  <a:cubicBezTo>
                    <a:pt x="59611" y="19980"/>
                    <a:pt x="62293" y="31556"/>
                    <a:pt x="62293" y="46768"/>
                  </a:cubicBezTo>
                  <a:cubicBezTo>
                    <a:pt x="62293" y="61935"/>
                    <a:pt x="59611" y="73526"/>
                    <a:pt x="54262" y="81527"/>
                  </a:cubicBezTo>
                  <a:cubicBezTo>
                    <a:pt x="48943" y="89498"/>
                    <a:pt x="41240" y="93476"/>
                    <a:pt x="31139" y="93476"/>
                  </a:cubicBezTo>
                  <a:cubicBezTo>
                    <a:pt x="21052" y="93476"/>
                    <a:pt x="13320" y="89498"/>
                    <a:pt x="7971" y="81527"/>
                  </a:cubicBezTo>
                  <a:cubicBezTo>
                    <a:pt x="2652" y="73526"/>
                    <a:pt x="0" y="61935"/>
                    <a:pt x="0" y="46768"/>
                  </a:cubicBezTo>
                  <a:cubicBezTo>
                    <a:pt x="0" y="31556"/>
                    <a:pt x="2652" y="19980"/>
                    <a:pt x="7971" y="12008"/>
                  </a:cubicBezTo>
                  <a:cubicBezTo>
                    <a:pt x="13320" y="4008"/>
                    <a:pt x="21052" y="0"/>
                    <a:pt x="31139" y="0"/>
                  </a:cubicBez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7" name="Freeform 566">
              <a:extLst>
                <a:ext uri="{FF2B5EF4-FFF2-40B4-BE49-F238E27FC236}">
                  <a16:creationId xmlns:a16="http://schemas.microsoft.com/office/drawing/2014/main" id="{79D74875-B58D-D2D9-A075-AAD12D85B276}"/>
                </a:ext>
              </a:extLst>
            </p:cNvPr>
            <p:cNvSpPr/>
            <p:nvPr/>
          </p:nvSpPr>
          <p:spPr>
            <a:xfrm>
              <a:off x="2026250" y="4700741"/>
              <a:ext cx="12738" cy="15330"/>
            </a:xfrm>
            <a:custGeom>
              <a:avLst/>
              <a:gdLst>
                <a:gd name="connsiteX0" fmla="*/ 0 w 12738"/>
                <a:gd name="connsiteY0" fmla="*/ 0 h 15330"/>
                <a:gd name="connsiteX1" fmla="*/ 12739 w 12738"/>
                <a:gd name="connsiteY1" fmla="*/ 0 h 15330"/>
                <a:gd name="connsiteX2" fmla="*/ 12739 w 12738"/>
                <a:gd name="connsiteY2" fmla="*/ 15331 h 15330"/>
                <a:gd name="connsiteX3" fmla="*/ 0 w 12738"/>
                <a:gd name="connsiteY3" fmla="*/ 15331 h 15330"/>
                <a:gd name="connsiteX4" fmla="*/ 0 w 12738"/>
                <a:gd name="connsiteY4" fmla="*/ 0 h 15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38" h="15330">
                  <a:moveTo>
                    <a:pt x="0" y="0"/>
                  </a:moveTo>
                  <a:lnTo>
                    <a:pt x="12739" y="0"/>
                  </a:lnTo>
                  <a:lnTo>
                    <a:pt x="12739" y="15331"/>
                  </a:lnTo>
                  <a:lnTo>
                    <a:pt x="0" y="153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8" name="Freeform 567">
              <a:extLst>
                <a:ext uri="{FF2B5EF4-FFF2-40B4-BE49-F238E27FC236}">
                  <a16:creationId xmlns:a16="http://schemas.microsoft.com/office/drawing/2014/main" id="{2E88DF9B-5F8C-B2C3-D241-80499EED0DB9}"/>
                </a:ext>
              </a:extLst>
            </p:cNvPr>
            <p:cNvSpPr/>
            <p:nvPr/>
          </p:nvSpPr>
          <p:spPr>
            <a:xfrm>
              <a:off x="2060473" y="4624339"/>
              <a:ext cx="62277" cy="93476"/>
            </a:xfrm>
            <a:custGeom>
              <a:avLst/>
              <a:gdLst>
                <a:gd name="connsiteX0" fmla="*/ 31139 w 62277"/>
                <a:gd name="connsiteY0" fmla="*/ 9655 h 93476"/>
                <a:gd name="connsiteX1" fmla="*/ 16955 w 62277"/>
                <a:gd name="connsiteY1" fmla="*/ 18951 h 93476"/>
                <a:gd name="connsiteX2" fmla="*/ 12247 w 62277"/>
                <a:gd name="connsiteY2" fmla="*/ 46768 h 93476"/>
                <a:gd name="connsiteX3" fmla="*/ 16955 w 62277"/>
                <a:gd name="connsiteY3" fmla="*/ 74599 h 93476"/>
                <a:gd name="connsiteX4" fmla="*/ 31139 w 62277"/>
                <a:gd name="connsiteY4" fmla="*/ 83822 h 93476"/>
                <a:gd name="connsiteX5" fmla="*/ 45323 w 62277"/>
                <a:gd name="connsiteY5" fmla="*/ 74599 h 93476"/>
                <a:gd name="connsiteX6" fmla="*/ 50090 w 62277"/>
                <a:gd name="connsiteY6" fmla="*/ 46768 h 93476"/>
                <a:gd name="connsiteX7" fmla="*/ 45323 w 62277"/>
                <a:gd name="connsiteY7" fmla="*/ 18951 h 93476"/>
                <a:gd name="connsiteX8" fmla="*/ 31139 w 62277"/>
                <a:gd name="connsiteY8" fmla="*/ 9655 h 93476"/>
                <a:gd name="connsiteX9" fmla="*/ 31139 w 62277"/>
                <a:gd name="connsiteY9" fmla="*/ 0 h 93476"/>
                <a:gd name="connsiteX10" fmla="*/ 54247 w 62277"/>
                <a:gd name="connsiteY10" fmla="*/ 12008 h 93476"/>
                <a:gd name="connsiteX11" fmla="*/ 62278 w 62277"/>
                <a:gd name="connsiteY11" fmla="*/ 46768 h 93476"/>
                <a:gd name="connsiteX12" fmla="*/ 54247 w 62277"/>
                <a:gd name="connsiteY12" fmla="*/ 81527 h 93476"/>
                <a:gd name="connsiteX13" fmla="*/ 31139 w 62277"/>
                <a:gd name="connsiteY13" fmla="*/ 93476 h 93476"/>
                <a:gd name="connsiteX14" fmla="*/ 7956 w 62277"/>
                <a:gd name="connsiteY14" fmla="*/ 81527 h 93476"/>
                <a:gd name="connsiteX15" fmla="*/ 0 w 62277"/>
                <a:gd name="connsiteY15" fmla="*/ 46768 h 93476"/>
                <a:gd name="connsiteX16" fmla="*/ 7956 w 62277"/>
                <a:gd name="connsiteY16" fmla="*/ 12008 h 93476"/>
                <a:gd name="connsiteX17" fmla="*/ 31139 w 62277"/>
                <a:gd name="connsiteY17" fmla="*/ 0 h 93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277" h="93476">
                  <a:moveTo>
                    <a:pt x="31139" y="9655"/>
                  </a:moveTo>
                  <a:cubicBezTo>
                    <a:pt x="24866" y="9655"/>
                    <a:pt x="20129" y="12753"/>
                    <a:pt x="16955" y="18951"/>
                  </a:cubicBezTo>
                  <a:cubicBezTo>
                    <a:pt x="13811" y="25105"/>
                    <a:pt x="12247" y="34372"/>
                    <a:pt x="12247" y="46768"/>
                  </a:cubicBezTo>
                  <a:cubicBezTo>
                    <a:pt x="12247" y="59119"/>
                    <a:pt x="13811" y="68401"/>
                    <a:pt x="16955" y="74599"/>
                  </a:cubicBezTo>
                  <a:cubicBezTo>
                    <a:pt x="20129" y="80752"/>
                    <a:pt x="24866" y="83822"/>
                    <a:pt x="31139" y="83822"/>
                  </a:cubicBezTo>
                  <a:cubicBezTo>
                    <a:pt x="37456" y="83822"/>
                    <a:pt x="42179" y="80752"/>
                    <a:pt x="45323" y="74599"/>
                  </a:cubicBezTo>
                  <a:cubicBezTo>
                    <a:pt x="48496" y="68401"/>
                    <a:pt x="50090" y="59119"/>
                    <a:pt x="50090" y="46768"/>
                  </a:cubicBezTo>
                  <a:cubicBezTo>
                    <a:pt x="50090" y="34372"/>
                    <a:pt x="48496" y="25105"/>
                    <a:pt x="45323" y="18951"/>
                  </a:cubicBezTo>
                  <a:cubicBezTo>
                    <a:pt x="42179" y="12753"/>
                    <a:pt x="37456" y="9655"/>
                    <a:pt x="31139" y="9655"/>
                  </a:cubicBezTo>
                  <a:moveTo>
                    <a:pt x="31139" y="0"/>
                  </a:moveTo>
                  <a:cubicBezTo>
                    <a:pt x="41240" y="0"/>
                    <a:pt x="48943" y="4008"/>
                    <a:pt x="54247" y="12008"/>
                  </a:cubicBezTo>
                  <a:cubicBezTo>
                    <a:pt x="59596" y="19980"/>
                    <a:pt x="62278" y="31556"/>
                    <a:pt x="62278" y="46768"/>
                  </a:cubicBezTo>
                  <a:cubicBezTo>
                    <a:pt x="62278" y="61935"/>
                    <a:pt x="59596" y="73526"/>
                    <a:pt x="54247" y="81527"/>
                  </a:cubicBezTo>
                  <a:cubicBezTo>
                    <a:pt x="48943" y="89498"/>
                    <a:pt x="41240" y="93476"/>
                    <a:pt x="31139" y="93476"/>
                  </a:cubicBezTo>
                  <a:cubicBezTo>
                    <a:pt x="21037" y="93476"/>
                    <a:pt x="13305" y="89498"/>
                    <a:pt x="7956" y="81527"/>
                  </a:cubicBezTo>
                  <a:cubicBezTo>
                    <a:pt x="2652" y="73526"/>
                    <a:pt x="0" y="61935"/>
                    <a:pt x="0" y="46768"/>
                  </a:cubicBezTo>
                  <a:cubicBezTo>
                    <a:pt x="0" y="31556"/>
                    <a:pt x="2652" y="19980"/>
                    <a:pt x="7956" y="12008"/>
                  </a:cubicBezTo>
                  <a:cubicBezTo>
                    <a:pt x="13305" y="4008"/>
                    <a:pt x="21037" y="0"/>
                    <a:pt x="31139" y="0"/>
                  </a:cubicBez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9" name="Freeform 568">
              <a:extLst>
                <a:ext uri="{FF2B5EF4-FFF2-40B4-BE49-F238E27FC236}">
                  <a16:creationId xmlns:a16="http://schemas.microsoft.com/office/drawing/2014/main" id="{A6350E2C-40E0-1BE2-A23F-9043A046F544}"/>
                </a:ext>
              </a:extLst>
            </p:cNvPr>
            <p:cNvSpPr/>
            <p:nvPr/>
          </p:nvSpPr>
          <p:spPr>
            <a:xfrm>
              <a:off x="2671927" y="4624339"/>
              <a:ext cx="62292" cy="93476"/>
            </a:xfrm>
            <a:custGeom>
              <a:avLst/>
              <a:gdLst>
                <a:gd name="connsiteX0" fmla="*/ 31154 w 62292"/>
                <a:gd name="connsiteY0" fmla="*/ 9655 h 93476"/>
                <a:gd name="connsiteX1" fmla="*/ 16970 w 62292"/>
                <a:gd name="connsiteY1" fmla="*/ 18951 h 93476"/>
                <a:gd name="connsiteX2" fmla="*/ 12262 w 62292"/>
                <a:gd name="connsiteY2" fmla="*/ 46768 h 93476"/>
                <a:gd name="connsiteX3" fmla="*/ 16970 w 62292"/>
                <a:gd name="connsiteY3" fmla="*/ 74599 h 93476"/>
                <a:gd name="connsiteX4" fmla="*/ 31154 w 62292"/>
                <a:gd name="connsiteY4" fmla="*/ 83822 h 93476"/>
                <a:gd name="connsiteX5" fmla="*/ 45338 w 62292"/>
                <a:gd name="connsiteY5" fmla="*/ 74599 h 93476"/>
                <a:gd name="connsiteX6" fmla="*/ 50105 w 62292"/>
                <a:gd name="connsiteY6" fmla="*/ 46768 h 93476"/>
                <a:gd name="connsiteX7" fmla="*/ 45338 w 62292"/>
                <a:gd name="connsiteY7" fmla="*/ 18951 h 93476"/>
                <a:gd name="connsiteX8" fmla="*/ 31154 w 62292"/>
                <a:gd name="connsiteY8" fmla="*/ 9655 h 93476"/>
                <a:gd name="connsiteX9" fmla="*/ 31154 w 62292"/>
                <a:gd name="connsiteY9" fmla="*/ 0 h 93476"/>
                <a:gd name="connsiteX10" fmla="*/ 54262 w 62292"/>
                <a:gd name="connsiteY10" fmla="*/ 12008 h 93476"/>
                <a:gd name="connsiteX11" fmla="*/ 62293 w 62292"/>
                <a:gd name="connsiteY11" fmla="*/ 46768 h 93476"/>
                <a:gd name="connsiteX12" fmla="*/ 54262 w 62292"/>
                <a:gd name="connsiteY12" fmla="*/ 81527 h 93476"/>
                <a:gd name="connsiteX13" fmla="*/ 31154 w 62292"/>
                <a:gd name="connsiteY13" fmla="*/ 93476 h 93476"/>
                <a:gd name="connsiteX14" fmla="*/ 7971 w 62292"/>
                <a:gd name="connsiteY14" fmla="*/ 81527 h 93476"/>
                <a:gd name="connsiteX15" fmla="*/ 0 w 62292"/>
                <a:gd name="connsiteY15" fmla="*/ 46768 h 93476"/>
                <a:gd name="connsiteX16" fmla="*/ 7971 w 62292"/>
                <a:gd name="connsiteY16" fmla="*/ 12008 h 93476"/>
                <a:gd name="connsiteX17" fmla="*/ 31154 w 62292"/>
                <a:gd name="connsiteY17" fmla="*/ 0 h 93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292" h="93476">
                  <a:moveTo>
                    <a:pt x="31154" y="9655"/>
                  </a:moveTo>
                  <a:cubicBezTo>
                    <a:pt x="24881" y="9655"/>
                    <a:pt x="20143" y="12753"/>
                    <a:pt x="16970" y="18951"/>
                  </a:cubicBezTo>
                  <a:cubicBezTo>
                    <a:pt x="13826" y="25105"/>
                    <a:pt x="12262" y="34372"/>
                    <a:pt x="12262" y="46768"/>
                  </a:cubicBezTo>
                  <a:cubicBezTo>
                    <a:pt x="12262" y="59119"/>
                    <a:pt x="13826" y="68401"/>
                    <a:pt x="16970" y="74599"/>
                  </a:cubicBezTo>
                  <a:cubicBezTo>
                    <a:pt x="20143" y="80752"/>
                    <a:pt x="24881" y="83822"/>
                    <a:pt x="31154" y="83822"/>
                  </a:cubicBezTo>
                  <a:cubicBezTo>
                    <a:pt x="37471" y="83822"/>
                    <a:pt x="42194" y="80752"/>
                    <a:pt x="45338" y="74599"/>
                  </a:cubicBezTo>
                  <a:cubicBezTo>
                    <a:pt x="48511" y="68401"/>
                    <a:pt x="50105" y="59119"/>
                    <a:pt x="50105" y="46768"/>
                  </a:cubicBezTo>
                  <a:cubicBezTo>
                    <a:pt x="50105" y="34372"/>
                    <a:pt x="48511" y="25105"/>
                    <a:pt x="45338" y="18951"/>
                  </a:cubicBezTo>
                  <a:cubicBezTo>
                    <a:pt x="42194" y="12753"/>
                    <a:pt x="37471" y="9655"/>
                    <a:pt x="31154" y="9655"/>
                  </a:cubicBezTo>
                  <a:moveTo>
                    <a:pt x="31154" y="0"/>
                  </a:moveTo>
                  <a:cubicBezTo>
                    <a:pt x="41240" y="0"/>
                    <a:pt x="48943" y="4008"/>
                    <a:pt x="54262" y="12008"/>
                  </a:cubicBezTo>
                  <a:cubicBezTo>
                    <a:pt x="59611" y="19980"/>
                    <a:pt x="62293" y="31556"/>
                    <a:pt x="62293" y="46768"/>
                  </a:cubicBezTo>
                  <a:cubicBezTo>
                    <a:pt x="62293" y="61935"/>
                    <a:pt x="59611" y="73526"/>
                    <a:pt x="54262" y="81527"/>
                  </a:cubicBezTo>
                  <a:cubicBezTo>
                    <a:pt x="48943" y="89498"/>
                    <a:pt x="41240" y="93476"/>
                    <a:pt x="31154" y="93476"/>
                  </a:cubicBezTo>
                  <a:cubicBezTo>
                    <a:pt x="21052" y="93476"/>
                    <a:pt x="13320" y="89498"/>
                    <a:pt x="7971" y="81527"/>
                  </a:cubicBezTo>
                  <a:cubicBezTo>
                    <a:pt x="2652" y="73526"/>
                    <a:pt x="0" y="61935"/>
                    <a:pt x="0" y="46768"/>
                  </a:cubicBezTo>
                  <a:cubicBezTo>
                    <a:pt x="0" y="31556"/>
                    <a:pt x="2652" y="19980"/>
                    <a:pt x="7971" y="12008"/>
                  </a:cubicBezTo>
                  <a:cubicBezTo>
                    <a:pt x="13320" y="4008"/>
                    <a:pt x="21052" y="0"/>
                    <a:pt x="31154" y="0"/>
                  </a:cubicBez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0" name="Freeform 569">
              <a:extLst>
                <a:ext uri="{FF2B5EF4-FFF2-40B4-BE49-F238E27FC236}">
                  <a16:creationId xmlns:a16="http://schemas.microsoft.com/office/drawing/2014/main" id="{06233080-C3AC-E1FB-0774-564E9331FF38}"/>
                </a:ext>
              </a:extLst>
            </p:cNvPr>
            <p:cNvSpPr/>
            <p:nvPr/>
          </p:nvSpPr>
          <p:spPr>
            <a:xfrm>
              <a:off x="2755644" y="4700741"/>
              <a:ext cx="12738" cy="15330"/>
            </a:xfrm>
            <a:custGeom>
              <a:avLst/>
              <a:gdLst>
                <a:gd name="connsiteX0" fmla="*/ 0 w 12738"/>
                <a:gd name="connsiteY0" fmla="*/ 0 h 15330"/>
                <a:gd name="connsiteX1" fmla="*/ 12739 w 12738"/>
                <a:gd name="connsiteY1" fmla="*/ 0 h 15330"/>
                <a:gd name="connsiteX2" fmla="*/ 12739 w 12738"/>
                <a:gd name="connsiteY2" fmla="*/ 15331 h 15330"/>
                <a:gd name="connsiteX3" fmla="*/ 0 w 12738"/>
                <a:gd name="connsiteY3" fmla="*/ 15331 h 15330"/>
                <a:gd name="connsiteX4" fmla="*/ 0 w 12738"/>
                <a:gd name="connsiteY4" fmla="*/ 0 h 15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38" h="15330">
                  <a:moveTo>
                    <a:pt x="0" y="0"/>
                  </a:moveTo>
                  <a:lnTo>
                    <a:pt x="12739" y="0"/>
                  </a:lnTo>
                  <a:lnTo>
                    <a:pt x="12739" y="15331"/>
                  </a:lnTo>
                  <a:lnTo>
                    <a:pt x="0" y="153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1" name="Freeform 570">
              <a:extLst>
                <a:ext uri="{FF2B5EF4-FFF2-40B4-BE49-F238E27FC236}">
                  <a16:creationId xmlns:a16="http://schemas.microsoft.com/office/drawing/2014/main" id="{1887CD3A-511E-4B2A-501A-384AA528EB85}"/>
                </a:ext>
              </a:extLst>
            </p:cNvPr>
            <p:cNvSpPr/>
            <p:nvPr/>
          </p:nvSpPr>
          <p:spPr>
            <a:xfrm>
              <a:off x="2791253" y="4625963"/>
              <a:ext cx="58299" cy="91852"/>
            </a:xfrm>
            <a:custGeom>
              <a:avLst/>
              <a:gdLst>
                <a:gd name="connsiteX0" fmla="*/ 3799 w 58299"/>
                <a:gd name="connsiteY0" fmla="*/ 0 h 91852"/>
                <a:gd name="connsiteX1" fmla="*/ 51670 w 58299"/>
                <a:gd name="connsiteY1" fmla="*/ 0 h 91852"/>
                <a:gd name="connsiteX2" fmla="*/ 51670 w 58299"/>
                <a:gd name="connsiteY2" fmla="*/ 10265 h 91852"/>
                <a:gd name="connsiteX3" fmla="*/ 14973 w 58299"/>
                <a:gd name="connsiteY3" fmla="*/ 10265 h 91852"/>
                <a:gd name="connsiteX4" fmla="*/ 14973 w 58299"/>
                <a:gd name="connsiteY4" fmla="*/ 32346 h 91852"/>
                <a:gd name="connsiteX5" fmla="*/ 20277 w 58299"/>
                <a:gd name="connsiteY5" fmla="*/ 31020 h 91852"/>
                <a:gd name="connsiteX6" fmla="*/ 25596 w 58299"/>
                <a:gd name="connsiteY6" fmla="*/ 30543 h 91852"/>
                <a:gd name="connsiteX7" fmla="*/ 49494 w 58299"/>
                <a:gd name="connsiteY7" fmla="*/ 38812 h 91852"/>
                <a:gd name="connsiteX8" fmla="*/ 58300 w 58299"/>
                <a:gd name="connsiteY8" fmla="*/ 61205 h 91852"/>
                <a:gd name="connsiteX9" fmla="*/ 49256 w 58299"/>
                <a:gd name="connsiteY9" fmla="*/ 83837 h 91852"/>
                <a:gd name="connsiteX10" fmla="*/ 23719 w 58299"/>
                <a:gd name="connsiteY10" fmla="*/ 91852 h 91852"/>
                <a:gd name="connsiteX11" fmla="*/ 12128 w 58299"/>
                <a:gd name="connsiteY11" fmla="*/ 90899 h 91852"/>
                <a:gd name="connsiteX12" fmla="*/ 0 w 58299"/>
                <a:gd name="connsiteY12" fmla="*/ 87993 h 91852"/>
                <a:gd name="connsiteX13" fmla="*/ 0 w 58299"/>
                <a:gd name="connsiteY13" fmla="*/ 75746 h 91852"/>
                <a:gd name="connsiteX14" fmla="*/ 11219 w 58299"/>
                <a:gd name="connsiteY14" fmla="*/ 80157 h 91852"/>
                <a:gd name="connsiteX15" fmla="*/ 23481 w 58299"/>
                <a:gd name="connsiteY15" fmla="*/ 81602 h 91852"/>
                <a:gd name="connsiteX16" fmla="*/ 40019 w 58299"/>
                <a:gd name="connsiteY16" fmla="*/ 76104 h 91852"/>
                <a:gd name="connsiteX17" fmla="*/ 46112 w 58299"/>
                <a:gd name="connsiteY17" fmla="*/ 61205 h 91852"/>
                <a:gd name="connsiteX18" fmla="*/ 40019 w 58299"/>
                <a:gd name="connsiteY18" fmla="*/ 46291 h 91852"/>
                <a:gd name="connsiteX19" fmla="*/ 23481 w 58299"/>
                <a:gd name="connsiteY19" fmla="*/ 40793 h 91852"/>
                <a:gd name="connsiteX20" fmla="*/ 13707 w 58299"/>
                <a:gd name="connsiteY20" fmla="*/ 41881 h 91852"/>
                <a:gd name="connsiteX21" fmla="*/ 3799 w 58299"/>
                <a:gd name="connsiteY21" fmla="*/ 45263 h 91852"/>
                <a:gd name="connsiteX22" fmla="*/ 3799 w 58299"/>
                <a:gd name="connsiteY22" fmla="*/ 0 h 91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58299" h="91852">
                  <a:moveTo>
                    <a:pt x="3799" y="0"/>
                  </a:moveTo>
                  <a:lnTo>
                    <a:pt x="51670" y="0"/>
                  </a:lnTo>
                  <a:lnTo>
                    <a:pt x="51670" y="10265"/>
                  </a:lnTo>
                  <a:lnTo>
                    <a:pt x="14973" y="10265"/>
                  </a:lnTo>
                  <a:lnTo>
                    <a:pt x="14973" y="32346"/>
                  </a:lnTo>
                  <a:cubicBezTo>
                    <a:pt x="16746" y="31750"/>
                    <a:pt x="18504" y="31303"/>
                    <a:pt x="20277" y="31020"/>
                  </a:cubicBezTo>
                  <a:cubicBezTo>
                    <a:pt x="22050" y="30707"/>
                    <a:pt x="23823" y="30543"/>
                    <a:pt x="25596" y="30543"/>
                  </a:cubicBezTo>
                  <a:cubicBezTo>
                    <a:pt x="35653" y="30543"/>
                    <a:pt x="43609" y="33299"/>
                    <a:pt x="49494" y="38812"/>
                  </a:cubicBezTo>
                  <a:cubicBezTo>
                    <a:pt x="55365" y="44324"/>
                    <a:pt x="58300" y="51789"/>
                    <a:pt x="58300" y="61205"/>
                  </a:cubicBezTo>
                  <a:cubicBezTo>
                    <a:pt x="58300" y="70904"/>
                    <a:pt x="55290" y="78443"/>
                    <a:pt x="49256" y="83837"/>
                  </a:cubicBezTo>
                  <a:cubicBezTo>
                    <a:pt x="43222" y="89185"/>
                    <a:pt x="34700" y="91852"/>
                    <a:pt x="23719" y="91852"/>
                  </a:cubicBezTo>
                  <a:cubicBezTo>
                    <a:pt x="19935" y="91852"/>
                    <a:pt x="16076" y="91539"/>
                    <a:pt x="12128" y="90899"/>
                  </a:cubicBezTo>
                  <a:cubicBezTo>
                    <a:pt x="8224" y="90258"/>
                    <a:pt x="4187" y="89290"/>
                    <a:pt x="0" y="87993"/>
                  </a:cubicBezTo>
                  <a:lnTo>
                    <a:pt x="0" y="75746"/>
                  </a:lnTo>
                  <a:cubicBezTo>
                    <a:pt x="3620" y="77713"/>
                    <a:pt x="7360" y="79188"/>
                    <a:pt x="11219" y="80157"/>
                  </a:cubicBezTo>
                  <a:cubicBezTo>
                    <a:pt x="15078" y="81125"/>
                    <a:pt x="19175" y="81602"/>
                    <a:pt x="23481" y="81602"/>
                  </a:cubicBezTo>
                  <a:cubicBezTo>
                    <a:pt x="30439" y="81602"/>
                    <a:pt x="35951" y="79769"/>
                    <a:pt x="40019" y="76104"/>
                  </a:cubicBezTo>
                  <a:cubicBezTo>
                    <a:pt x="44086" y="72454"/>
                    <a:pt x="46112" y="67478"/>
                    <a:pt x="46112" y="61205"/>
                  </a:cubicBezTo>
                  <a:cubicBezTo>
                    <a:pt x="46112" y="54933"/>
                    <a:pt x="44086" y="49956"/>
                    <a:pt x="40019" y="46291"/>
                  </a:cubicBezTo>
                  <a:cubicBezTo>
                    <a:pt x="35951" y="42626"/>
                    <a:pt x="30439" y="40793"/>
                    <a:pt x="23481" y="40793"/>
                  </a:cubicBezTo>
                  <a:cubicBezTo>
                    <a:pt x="20218" y="40793"/>
                    <a:pt x="16970" y="41151"/>
                    <a:pt x="13707" y="41881"/>
                  </a:cubicBezTo>
                  <a:cubicBezTo>
                    <a:pt x="10474" y="42611"/>
                    <a:pt x="7181" y="43728"/>
                    <a:pt x="3799" y="45263"/>
                  </a:cubicBezTo>
                  <a:lnTo>
                    <a:pt x="3799" y="0"/>
                  </a:ln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2" name="Freeform 571">
              <a:extLst>
                <a:ext uri="{FF2B5EF4-FFF2-40B4-BE49-F238E27FC236}">
                  <a16:creationId xmlns:a16="http://schemas.microsoft.com/office/drawing/2014/main" id="{5F2042F1-A266-CB33-8244-6978C22D19AC}"/>
                </a:ext>
              </a:extLst>
            </p:cNvPr>
            <p:cNvSpPr/>
            <p:nvPr/>
          </p:nvSpPr>
          <p:spPr>
            <a:xfrm>
              <a:off x="3401456" y="4625963"/>
              <a:ext cx="53651" cy="90109"/>
            </a:xfrm>
            <a:custGeom>
              <a:avLst/>
              <a:gdLst>
                <a:gd name="connsiteX0" fmla="*/ 1743 w 53651"/>
                <a:gd name="connsiteY0" fmla="*/ 79844 h 90109"/>
                <a:gd name="connsiteX1" fmla="*/ 21663 w 53651"/>
                <a:gd name="connsiteY1" fmla="*/ 79844 h 90109"/>
                <a:gd name="connsiteX2" fmla="*/ 21663 w 53651"/>
                <a:gd name="connsiteY2" fmla="*/ 11100 h 90109"/>
                <a:gd name="connsiteX3" fmla="*/ 0 w 53651"/>
                <a:gd name="connsiteY3" fmla="*/ 15450 h 90109"/>
                <a:gd name="connsiteX4" fmla="*/ 0 w 53651"/>
                <a:gd name="connsiteY4" fmla="*/ 4351 h 90109"/>
                <a:gd name="connsiteX5" fmla="*/ 21544 w 53651"/>
                <a:gd name="connsiteY5" fmla="*/ 0 h 90109"/>
                <a:gd name="connsiteX6" fmla="*/ 33732 w 53651"/>
                <a:gd name="connsiteY6" fmla="*/ 0 h 90109"/>
                <a:gd name="connsiteX7" fmla="*/ 33732 w 53651"/>
                <a:gd name="connsiteY7" fmla="*/ 79844 h 90109"/>
                <a:gd name="connsiteX8" fmla="*/ 53651 w 53651"/>
                <a:gd name="connsiteY8" fmla="*/ 79844 h 90109"/>
                <a:gd name="connsiteX9" fmla="*/ 53651 w 53651"/>
                <a:gd name="connsiteY9" fmla="*/ 90109 h 90109"/>
                <a:gd name="connsiteX10" fmla="*/ 1743 w 53651"/>
                <a:gd name="connsiteY10" fmla="*/ 90109 h 90109"/>
                <a:gd name="connsiteX11" fmla="*/ 1743 w 53651"/>
                <a:gd name="connsiteY11" fmla="*/ 79844 h 90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651" h="90109">
                  <a:moveTo>
                    <a:pt x="1743" y="79844"/>
                  </a:moveTo>
                  <a:lnTo>
                    <a:pt x="21663" y="79844"/>
                  </a:lnTo>
                  <a:lnTo>
                    <a:pt x="21663" y="11100"/>
                  </a:lnTo>
                  <a:lnTo>
                    <a:pt x="0" y="15450"/>
                  </a:lnTo>
                  <a:lnTo>
                    <a:pt x="0" y="4351"/>
                  </a:lnTo>
                  <a:lnTo>
                    <a:pt x="21544" y="0"/>
                  </a:lnTo>
                  <a:lnTo>
                    <a:pt x="33732" y="0"/>
                  </a:lnTo>
                  <a:lnTo>
                    <a:pt x="33732" y="79844"/>
                  </a:lnTo>
                  <a:lnTo>
                    <a:pt x="53651" y="79844"/>
                  </a:lnTo>
                  <a:lnTo>
                    <a:pt x="53651" y="90109"/>
                  </a:lnTo>
                  <a:lnTo>
                    <a:pt x="1743" y="90109"/>
                  </a:lnTo>
                  <a:lnTo>
                    <a:pt x="1743" y="79844"/>
                  </a:ln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3" name="Freeform 572">
              <a:extLst>
                <a:ext uri="{FF2B5EF4-FFF2-40B4-BE49-F238E27FC236}">
                  <a16:creationId xmlns:a16="http://schemas.microsoft.com/office/drawing/2014/main" id="{835E2812-3DA4-4CF5-818A-8042FA2994FF}"/>
                </a:ext>
              </a:extLst>
            </p:cNvPr>
            <p:cNvSpPr/>
            <p:nvPr/>
          </p:nvSpPr>
          <p:spPr>
            <a:xfrm>
              <a:off x="3479735" y="4700741"/>
              <a:ext cx="12723" cy="15330"/>
            </a:xfrm>
            <a:custGeom>
              <a:avLst/>
              <a:gdLst>
                <a:gd name="connsiteX0" fmla="*/ 0 w 12723"/>
                <a:gd name="connsiteY0" fmla="*/ 0 h 15330"/>
                <a:gd name="connsiteX1" fmla="*/ 12724 w 12723"/>
                <a:gd name="connsiteY1" fmla="*/ 0 h 15330"/>
                <a:gd name="connsiteX2" fmla="*/ 12724 w 12723"/>
                <a:gd name="connsiteY2" fmla="*/ 15331 h 15330"/>
                <a:gd name="connsiteX3" fmla="*/ 0 w 12723"/>
                <a:gd name="connsiteY3" fmla="*/ 15331 h 15330"/>
                <a:gd name="connsiteX4" fmla="*/ 0 w 12723"/>
                <a:gd name="connsiteY4" fmla="*/ 0 h 15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23" h="15330">
                  <a:moveTo>
                    <a:pt x="0" y="0"/>
                  </a:moveTo>
                  <a:lnTo>
                    <a:pt x="12724" y="0"/>
                  </a:lnTo>
                  <a:lnTo>
                    <a:pt x="12724" y="15331"/>
                  </a:lnTo>
                  <a:lnTo>
                    <a:pt x="0" y="153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4" name="Freeform 573">
              <a:extLst>
                <a:ext uri="{FF2B5EF4-FFF2-40B4-BE49-F238E27FC236}">
                  <a16:creationId xmlns:a16="http://schemas.microsoft.com/office/drawing/2014/main" id="{9905B6D0-2CEE-FC5D-19E2-F17D9C340B68}"/>
                </a:ext>
              </a:extLst>
            </p:cNvPr>
            <p:cNvSpPr/>
            <p:nvPr/>
          </p:nvSpPr>
          <p:spPr>
            <a:xfrm>
              <a:off x="3513943" y="4624339"/>
              <a:ext cx="62292" cy="93476"/>
            </a:xfrm>
            <a:custGeom>
              <a:avLst/>
              <a:gdLst>
                <a:gd name="connsiteX0" fmla="*/ 31154 w 62292"/>
                <a:gd name="connsiteY0" fmla="*/ 9655 h 93476"/>
                <a:gd name="connsiteX1" fmla="*/ 16970 w 62292"/>
                <a:gd name="connsiteY1" fmla="*/ 18951 h 93476"/>
                <a:gd name="connsiteX2" fmla="*/ 12262 w 62292"/>
                <a:gd name="connsiteY2" fmla="*/ 46768 h 93476"/>
                <a:gd name="connsiteX3" fmla="*/ 16970 w 62292"/>
                <a:gd name="connsiteY3" fmla="*/ 74599 h 93476"/>
                <a:gd name="connsiteX4" fmla="*/ 31154 w 62292"/>
                <a:gd name="connsiteY4" fmla="*/ 83822 h 93476"/>
                <a:gd name="connsiteX5" fmla="*/ 45338 w 62292"/>
                <a:gd name="connsiteY5" fmla="*/ 74599 h 93476"/>
                <a:gd name="connsiteX6" fmla="*/ 50105 w 62292"/>
                <a:gd name="connsiteY6" fmla="*/ 46768 h 93476"/>
                <a:gd name="connsiteX7" fmla="*/ 45338 w 62292"/>
                <a:gd name="connsiteY7" fmla="*/ 18951 h 93476"/>
                <a:gd name="connsiteX8" fmla="*/ 31154 w 62292"/>
                <a:gd name="connsiteY8" fmla="*/ 9655 h 93476"/>
                <a:gd name="connsiteX9" fmla="*/ 31154 w 62292"/>
                <a:gd name="connsiteY9" fmla="*/ 0 h 93476"/>
                <a:gd name="connsiteX10" fmla="*/ 54262 w 62292"/>
                <a:gd name="connsiteY10" fmla="*/ 12008 h 93476"/>
                <a:gd name="connsiteX11" fmla="*/ 62293 w 62292"/>
                <a:gd name="connsiteY11" fmla="*/ 46768 h 93476"/>
                <a:gd name="connsiteX12" fmla="*/ 54262 w 62292"/>
                <a:gd name="connsiteY12" fmla="*/ 81527 h 93476"/>
                <a:gd name="connsiteX13" fmla="*/ 31154 w 62292"/>
                <a:gd name="connsiteY13" fmla="*/ 93476 h 93476"/>
                <a:gd name="connsiteX14" fmla="*/ 7971 w 62292"/>
                <a:gd name="connsiteY14" fmla="*/ 81527 h 93476"/>
                <a:gd name="connsiteX15" fmla="*/ 0 w 62292"/>
                <a:gd name="connsiteY15" fmla="*/ 46768 h 93476"/>
                <a:gd name="connsiteX16" fmla="*/ 7971 w 62292"/>
                <a:gd name="connsiteY16" fmla="*/ 12008 h 93476"/>
                <a:gd name="connsiteX17" fmla="*/ 31154 w 62292"/>
                <a:gd name="connsiteY17" fmla="*/ 0 h 93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292" h="93476">
                  <a:moveTo>
                    <a:pt x="31154" y="9655"/>
                  </a:moveTo>
                  <a:cubicBezTo>
                    <a:pt x="24881" y="9655"/>
                    <a:pt x="20143" y="12753"/>
                    <a:pt x="16970" y="18951"/>
                  </a:cubicBezTo>
                  <a:cubicBezTo>
                    <a:pt x="13826" y="25105"/>
                    <a:pt x="12262" y="34372"/>
                    <a:pt x="12262" y="46768"/>
                  </a:cubicBezTo>
                  <a:cubicBezTo>
                    <a:pt x="12262" y="59119"/>
                    <a:pt x="13826" y="68401"/>
                    <a:pt x="16970" y="74599"/>
                  </a:cubicBezTo>
                  <a:cubicBezTo>
                    <a:pt x="20143" y="80752"/>
                    <a:pt x="24881" y="83822"/>
                    <a:pt x="31154" y="83822"/>
                  </a:cubicBezTo>
                  <a:cubicBezTo>
                    <a:pt x="37471" y="83822"/>
                    <a:pt x="42194" y="80752"/>
                    <a:pt x="45338" y="74599"/>
                  </a:cubicBezTo>
                  <a:cubicBezTo>
                    <a:pt x="48511" y="68401"/>
                    <a:pt x="50105" y="59119"/>
                    <a:pt x="50105" y="46768"/>
                  </a:cubicBezTo>
                  <a:cubicBezTo>
                    <a:pt x="50105" y="34372"/>
                    <a:pt x="48511" y="25105"/>
                    <a:pt x="45338" y="18951"/>
                  </a:cubicBezTo>
                  <a:cubicBezTo>
                    <a:pt x="42194" y="12753"/>
                    <a:pt x="37471" y="9655"/>
                    <a:pt x="31154" y="9655"/>
                  </a:cubicBezTo>
                  <a:moveTo>
                    <a:pt x="31154" y="0"/>
                  </a:moveTo>
                  <a:cubicBezTo>
                    <a:pt x="41255" y="0"/>
                    <a:pt x="48958" y="4008"/>
                    <a:pt x="54262" y="12008"/>
                  </a:cubicBezTo>
                  <a:cubicBezTo>
                    <a:pt x="59611" y="19980"/>
                    <a:pt x="62293" y="31556"/>
                    <a:pt x="62293" y="46768"/>
                  </a:cubicBezTo>
                  <a:cubicBezTo>
                    <a:pt x="62293" y="61935"/>
                    <a:pt x="59611" y="73526"/>
                    <a:pt x="54262" y="81527"/>
                  </a:cubicBezTo>
                  <a:cubicBezTo>
                    <a:pt x="48958" y="89498"/>
                    <a:pt x="41255" y="93476"/>
                    <a:pt x="31154" y="93476"/>
                  </a:cubicBezTo>
                  <a:cubicBezTo>
                    <a:pt x="21052" y="93476"/>
                    <a:pt x="13320" y="89498"/>
                    <a:pt x="7971" y="81527"/>
                  </a:cubicBezTo>
                  <a:cubicBezTo>
                    <a:pt x="2652" y="73526"/>
                    <a:pt x="0" y="61935"/>
                    <a:pt x="0" y="46768"/>
                  </a:cubicBezTo>
                  <a:cubicBezTo>
                    <a:pt x="0" y="31556"/>
                    <a:pt x="2652" y="19980"/>
                    <a:pt x="7971" y="12008"/>
                  </a:cubicBezTo>
                  <a:cubicBezTo>
                    <a:pt x="13320" y="4008"/>
                    <a:pt x="21052" y="0"/>
                    <a:pt x="31154" y="0"/>
                  </a:cubicBez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5" name="Freeform 574">
              <a:extLst>
                <a:ext uri="{FF2B5EF4-FFF2-40B4-BE49-F238E27FC236}">
                  <a16:creationId xmlns:a16="http://schemas.microsoft.com/office/drawing/2014/main" id="{487903B4-B253-867D-3DEF-6D5EE573134C}"/>
                </a:ext>
              </a:extLst>
            </p:cNvPr>
            <p:cNvSpPr/>
            <p:nvPr/>
          </p:nvSpPr>
          <p:spPr>
            <a:xfrm>
              <a:off x="1992176" y="4792742"/>
              <a:ext cx="71187" cy="64765"/>
            </a:xfrm>
            <a:custGeom>
              <a:avLst/>
              <a:gdLst>
                <a:gd name="connsiteX0" fmla="*/ 71187 w 71187"/>
                <a:gd name="connsiteY0" fmla="*/ 9416 h 64765"/>
                <a:gd name="connsiteX1" fmla="*/ 68744 w 71187"/>
                <a:gd name="connsiteY1" fmla="*/ 15554 h 64765"/>
                <a:gd name="connsiteX2" fmla="*/ 63514 w 71187"/>
                <a:gd name="connsiteY2" fmla="*/ 17730 h 64765"/>
                <a:gd name="connsiteX3" fmla="*/ 59462 w 71187"/>
                <a:gd name="connsiteY3" fmla="*/ 16195 h 64765"/>
                <a:gd name="connsiteX4" fmla="*/ 58061 w 71187"/>
                <a:gd name="connsiteY4" fmla="*/ 12694 h 64765"/>
                <a:gd name="connsiteX5" fmla="*/ 60013 w 71187"/>
                <a:gd name="connsiteY5" fmla="*/ 7747 h 64765"/>
                <a:gd name="connsiteX6" fmla="*/ 64900 w 71187"/>
                <a:gd name="connsiteY6" fmla="*/ 4946 h 64765"/>
                <a:gd name="connsiteX7" fmla="*/ 57793 w 71187"/>
                <a:gd name="connsiteY7" fmla="*/ 3144 h 64765"/>
                <a:gd name="connsiteX8" fmla="*/ 52549 w 71187"/>
                <a:gd name="connsiteY8" fmla="*/ 4604 h 64765"/>
                <a:gd name="connsiteX9" fmla="*/ 48720 w 71187"/>
                <a:gd name="connsiteY9" fmla="*/ 7956 h 64765"/>
                <a:gd name="connsiteX10" fmla="*/ 46068 w 71187"/>
                <a:gd name="connsiteY10" fmla="*/ 12560 h 64765"/>
                <a:gd name="connsiteX11" fmla="*/ 44384 w 71187"/>
                <a:gd name="connsiteY11" fmla="*/ 16821 h 64765"/>
                <a:gd name="connsiteX12" fmla="*/ 43624 w 71187"/>
                <a:gd name="connsiteY12" fmla="*/ 20024 h 64765"/>
                <a:gd name="connsiteX13" fmla="*/ 38737 w 71187"/>
                <a:gd name="connsiteY13" fmla="*/ 39572 h 64765"/>
                <a:gd name="connsiteX14" fmla="*/ 36354 w 71187"/>
                <a:gd name="connsiteY14" fmla="*/ 52132 h 64765"/>
                <a:gd name="connsiteX15" fmla="*/ 38320 w 71187"/>
                <a:gd name="connsiteY15" fmla="*/ 58910 h 64765"/>
                <a:gd name="connsiteX16" fmla="*/ 44176 w 71187"/>
                <a:gd name="connsiteY16" fmla="*/ 61563 h 64765"/>
                <a:gd name="connsiteX17" fmla="*/ 47453 w 71187"/>
                <a:gd name="connsiteY17" fmla="*/ 61130 h 64765"/>
                <a:gd name="connsiteX18" fmla="*/ 51431 w 71187"/>
                <a:gd name="connsiteY18" fmla="*/ 59387 h 64765"/>
                <a:gd name="connsiteX19" fmla="*/ 55767 w 71187"/>
                <a:gd name="connsiteY19" fmla="*/ 56109 h 64765"/>
                <a:gd name="connsiteX20" fmla="*/ 59879 w 71187"/>
                <a:gd name="connsiteY20" fmla="*/ 50671 h 64765"/>
                <a:gd name="connsiteX21" fmla="*/ 63231 w 71187"/>
                <a:gd name="connsiteY21" fmla="*/ 42849 h 64765"/>
                <a:gd name="connsiteX22" fmla="*/ 65049 w 71187"/>
                <a:gd name="connsiteY22" fmla="*/ 41315 h 64765"/>
                <a:gd name="connsiteX23" fmla="*/ 66792 w 71187"/>
                <a:gd name="connsiteY23" fmla="*/ 42715 h 64765"/>
                <a:gd name="connsiteX24" fmla="*/ 65809 w 71187"/>
                <a:gd name="connsiteY24" fmla="*/ 46410 h 64765"/>
                <a:gd name="connsiteX25" fmla="*/ 62889 w 71187"/>
                <a:gd name="connsiteY25" fmla="*/ 52057 h 64765"/>
                <a:gd name="connsiteX26" fmla="*/ 58344 w 71187"/>
                <a:gd name="connsiteY26" fmla="*/ 58061 h 64765"/>
                <a:gd name="connsiteX27" fmla="*/ 51923 w 71187"/>
                <a:gd name="connsiteY27" fmla="*/ 62814 h 64765"/>
                <a:gd name="connsiteX28" fmla="*/ 43893 w 71187"/>
                <a:gd name="connsiteY28" fmla="*/ 64766 h 64765"/>
                <a:gd name="connsiteX29" fmla="*/ 33910 w 71187"/>
                <a:gd name="connsiteY29" fmla="*/ 61563 h 64765"/>
                <a:gd name="connsiteX30" fmla="*/ 28472 w 71187"/>
                <a:gd name="connsiteY30" fmla="*/ 53875 h 64765"/>
                <a:gd name="connsiteX31" fmla="*/ 27638 w 71187"/>
                <a:gd name="connsiteY31" fmla="*/ 55350 h 64765"/>
                <a:gd name="connsiteX32" fmla="*/ 25686 w 71187"/>
                <a:gd name="connsiteY32" fmla="*/ 58061 h 64765"/>
                <a:gd name="connsiteX33" fmla="*/ 22676 w 71187"/>
                <a:gd name="connsiteY33" fmla="*/ 61280 h 64765"/>
                <a:gd name="connsiteX34" fmla="*/ 18564 w 71187"/>
                <a:gd name="connsiteY34" fmla="*/ 63648 h 64765"/>
                <a:gd name="connsiteX35" fmla="*/ 13469 w 71187"/>
                <a:gd name="connsiteY35" fmla="*/ 64766 h 64765"/>
                <a:gd name="connsiteX36" fmla="*/ 7122 w 71187"/>
                <a:gd name="connsiteY36" fmla="*/ 63782 h 64765"/>
                <a:gd name="connsiteX37" fmla="*/ 2086 w 71187"/>
                <a:gd name="connsiteY37" fmla="*/ 60579 h 64765"/>
                <a:gd name="connsiteX38" fmla="*/ 0 w 71187"/>
                <a:gd name="connsiteY38" fmla="*/ 55275 h 64765"/>
                <a:gd name="connsiteX39" fmla="*/ 2295 w 71187"/>
                <a:gd name="connsiteY39" fmla="*/ 49479 h 64765"/>
                <a:gd name="connsiteX40" fmla="*/ 7882 w 71187"/>
                <a:gd name="connsiteY40" fmla="*/ 47036 h 64765"/>
                <a:gd name="connsiteX41" fmla="*/ 11517 w 71187"/>
                <a:gd name="connsiteY41" fmla="*/ 48228 h 64765"/>
                <a:gd name="connsiteX42" fmla="*/ 13186 w 71187"/>
                <a:gd name="connsiteY42" fmla="*/ 51997 h 64765"/>
                <a:gd name="connsiteX43" fmla="*/ 11234 w 71187"/>
                <a:gd name="connsiteY43" fmla="*/ 57018 h 64765"/>
                <a:gd name="connsiteX44" fmla="*/ 6481 w 71187"/>
                <a:gd name="connsiteY44" fmla="*/ 59745 h 64765"/>
                <a:gd name="connsiteX45" fmla="*/ 13603 w 71187"/>
                <a:gd name="connsiteY45" fmla="*/ 61563 h 64765"/>
                <a:gd name="connsiteX46" fmla="*/ 21842 w 71187"/>
                <a:gd name="connsiteY46" fmla="*/ 57510 h 64765"/>
                <a:gd name="connsiteX47" fmla="*/ 27220 w 71187"/>
                <a:gd name="connsiteY47" fmla="*/ 46693 h 64765"/>
                <a:gd name="connsiteX48" fmla="*/ 33225 w 71187"/>
                <a:gd name="connsiteY48" fmla="*/ 23168 h 64765"/>
                <a:gd name="connsiteX49" fmla="*/ 34893 w 71187"/>
                <a:gd name="connsiteY49" fmla="*/ 12694 h 64765"/>
                <a:gd name="connsiteX50" fmla="*/ 34134 w 71187"/>
                <a:gd name="connsiteY50" fmla="*/ 7747 h 64765"/>
                <a:gd name="connsiteX51" fmla="*/ 32033 w 71187"/>
                <a:gd name="connsiteY51" fmla="*/ 4812 h 64765"/>
                <a:gd name="connsiteX52" fmla="*/ 29590 w 71187"/>
                <a:gd name="connsiteY52" fmla="*/ 3486 h 64765"/>
                <a:gd name="connsiteX53" fmla="*/ 27220 w 71187"/>
                <a:gd name="connsiteY53" fmla="*/ 3144 h 64765"/>
                <a:gd name="connsiteX54" fmla="*/ 22751 w 71187"/>
                <a:gd name="connsiteY54" fmla="*/ 3978 h 64765"/>
                <a:gd name="connsiteX55" fmla="*/ 17655 w 71187"/>
                <a:gd name="connsiteY55" fmla="*/ 6764 h 64765"/>
                <a:gd name="connsiteX56" fmla="*/ 12351 w 71187"/>
                <a:gd name="connsiteY56" fmla="*/ 12560 h 64765"/>
                <a:gd name="connsiteX57" fmla="*/ 8031 w 71187"/>
                <a:gd name="connsiteY57" fmla="*/ 21842 h 64765"/>
                <a:gd name="connsiteX58" fmla="*/ 6138 w 71187"/>
                <a:gd name="connsiteY58" fmla="*/ 23451 h 64765"/>
                <a:gd name="connsiteX59" fmla="*/ 4470 w 71187"/>
                <a:gd name="connsiteY59" fmla="*/ 21976 h 64765"/>
                <a:gd name="connsiteX60" fmla="*/ 5379 w 71187"/>
                <a:gd name="connsiteY60" fmla="*/ 18355 h 64765"/>
                <a:gd name="connsiteX61" fmla="*/ 8299 w 71187"/>
                <a:gd name="connsiteY61" fmla="*/ 12694 h 64765"/>
                <a:gd name="connsiteX62" fmla="*/ 12903 w 71187"/>
                <a:gd name="connsiteY62" fmla="*/ 6764 h 64765"/>
                <a:gd name="connsiteX63" fmla="*/ 19399 w 71187"/>
                <a:gd name="connsiteY63" fmla="*/ 1952 h 64765"/>
                <a:gd name="connsiteX64" fmla="*/ 27489 w 71187"/>
                <a:gd name="connsiteY64" fmla="*/ 0 h 64765"/>
                <a:gd name="connsiteX65" fmla="*/ 31199 w 71187"/>
                <a:gd name="connsiteY65" fmla="*/ 417 h 64765"/>
                <a:gd name="connsiteX66" fmla="*/ 35311 w 71187"/>
                <a:gd name="connsiteY66" fmla="*/ 1818 h 64765"/>
                <a:gd name="connsiteX67" fmla="*/ 39646 w 71187"/>
                <a:gd name="connsiteY67" fmla="*/ 5155 h 64765"/>
                <a:gd name="connsiteX68" fmla="*/ 42924 w 71187"/>
                <a:gd name="connsiteY68" fmla="*/ 10817 h 64765"/>
                <a:gd name="connsiteX69" fmla="*/ 44876 w 71187"/>
                <a:gd name="connsiteY69" fmla="*/ 7673 h 64765"/>
                <a:gd name="connsiteX70" fmla="*/ 47870 w 71187"/>
                <a:gd name="connsiteY70" fmla="*/ 4261 h 64765"/>
                <a:gd name="connsiteX71" fmla="*/ 52340 w 71187"/>
                <a:gd name="connsiteY71" fmla="*/ 1177 h 64765"/>
                <a:gd name="connsiteX72" fmla="*/ 57927 w 71187"/>
                <a:gd name="connsiteY72" fmla="*/ 0 h 64765"/>
                <a:gd name="connsiteX73" fmla="*/ 63574 w 71187"/>
                <a:gd name="connsiteY73" fmla="*/ 760 h 64765"/>
                <a:gd name="connsiteX74" fmla="*/ 68744 w 71187"/>
                <a:gd name="connsiteY74" fmla="*/ 3769 h 64765"/>
                <a:gd name="connsiteX75" fmla="*/ 71187 w 71187"/>
                <a:gd name="connsiteY75" fmla="*/ 9416 h 64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71187" h="64765">
                  <a:moveTo>
                    <a:pt x="71187" y="9416"/>
                  </a:moveTo>
                  <a:cubicBezTo>
                    <a:pt x="71187" y="12023"/>
                    <a:pt x="70368" y="14079"/>
                    <a:pt x="68744" y="15554"/>
                  </a:cubicBezTo>
                  <a:cubicBezTo>
                    <a:pt x="67120" y="17000"/>
                    <a:pt x="65377" y="17730"/>
                    <a:pt x="63514" y="17730"/>
                  </a:cubicBezTo>
                  <a:cubicBezTo>
                    <a:pt x="61741" y="17730"/>
                    <a:pt x="60401" y="17223"/>
                    <a:pt x="59462" y="16195"/>
                  </a:cubicBezTo>
                  <a:cubicBezTo>
                    <a:pt x="58523" y="15167"/>
                    <a:pt x="58061" y="14005"/>
                    <a:pt x="58061" y="12694"/>
                  </a:cubicBezTo>
                  <a:cubicBezTo>
                    <a:pt x="58061" y="10921"/>
                    <a:pt x="58717" y="9282"/>
                    <a:pt x="60013" y="7747"/>
                  </a:cubicBezTo>
                  <a:cubicBezTo>
                    <a:pt x="61324" y="6213"/>
                    <a:pt x="62948" y="5274"/>
                    <a:pt x="64900" y="4946"/>
                  </a:cubicBezTo>
                  <a:cubicBezTo>
                    <a:pt x="62993" y="3740"/>
                    <a:pt x="60624" y="3144"/>
                    <a:pt x="57793" y="3144"/>
                  </a:cubicBezTo>
                  <a:cubicBezTo>
                    <a:pt x="55931" y="3144"/>
                    <a:pt x="54173" y="3635"/>
                    <a:pt x="52549" y="4604"/>
                  </a:cubicBezTo>
                  <a:cubicBezTo>
                    <a:pt x="50970" y="5572"/>
                    <a:pt x="49688" y="6690"/>
                    <a:pt x="48720" y="7956"/>
                  </a:cubicBezTo>
                  <a:cubicBezTo>
                    <a:pt x="47781" y="9207"/>
                    <a:pt x="46902" y="10742"/>
                    <a:pt x="46068" y="12560"/>
                  </a:cubicBezTo>
                  <a:cubicBezTo>
                    <a:pt x="45278" y="14333"/>
                    <a:pt x="44712" y="15748"/>
                    <a:pt x="44384" y="16821"/>
                  </a:cubicBezTo>
                  <a:cubicBezTo>
                    <a:pt x="44101" y="17849"/>
                    <a:pt x="43848" y="18907"/>
                    <a:pt x="43624" y="20024"/>
                  </a:cubicBezTo>
                  <a:lnTo>
                    <a:pt x="38737" y="39572"/>
                  </a:lnTo>
                  <a:cubicBezTo>
                    <a:pt x="37143" y="45755"/>
                    <a:pt x="36354" y="49941"/>
                    <a:pt x="36354" y="52132"/>
                  </a:cubicBezTo>
                  <a:cubicBezTo>
                    <a:pt x="36354" y="54828"/>
                    <a:pt x="37009" y="57093"/>
                    <a:pt x="38320" y="58910"/>
                  </a:cubicBezTo>
                  <a:cubicBezTo>
                    <a:pt x="39617" y="60684"/>
                    <a:pt x="41568" y="61563"/>
                    <a:pt x="44176" y="61563"/>
                  </a:cubicBezTo>
                  <a:cubicBezTo>
                    <a:pt x="45204" y="61563"/>
                    <a:pt x="46291" y="61414"/>
                    <a:pt x="47453" y="61130"/>
                  </a:cubicBezTo>
                  <a:cubicBezTo>
                    <a:pt x="48615" y="60818"/>
                    <a:pt x="49941" y="60236"/>
                    <a:pt x="51431" y="59387"/>
                  </a:cubicBezTo>
                  <a:cubicBezTo>
                    <a:pt x="52966" y="58508"/>
                    <a:pt x="54411" y="57406"/>
                    <a:pt x="55767" y="56109"/>
                  </a:cubicBezTo>
                  <a:cubicBezTo>
                    <a:pt x="57153" y="54754"/>
                    <a:pt x="58523" y="52951"/>
                    <a:pt x="59879" y="50671"/>
                  </a:cubicBezTo>
                  <a:cubicBezTo>
                    <a:pt x="61235" y="48392"/>
                    <a:pt x="62352" y="45785"/>
                    <a:pt x="63231" y="42849"/>
                  </a:cubicBezTo>
                  <a:cubicBezTo>
                    <a:pt x="63514" y="41821"/>
                    <a:pt x="64110" y="41315"/>
                    <a:pt x="65049" y="41315"/>
                  </a:cubicBezTo>
                  <a:cubicBezTo>
                    <a:pt x="66211" y="41315"/>
                    <a:pt x="66792" y="41777"/>
                    <a:pt x="66792" y="42715"/>
                  </a:cubicBezTo>
                  <a:cubicBezTo>
                    <a:pt x="66792" y="43505"/>
                    <a:pt x="66465" y="44727"/>
                    <a:pt x="65809" y="46410"/>
                  </a:cubicBezTo>
                  <a:cubicBezTo>
                    <a:pt x="65198" y="48034"/>
                    <a:pt x="64230" y="49927"/>
                    <a:pt x="62889" y="52057"/>
                  </a:cubicBezTo>
                  <a:cubicBezTo>
                    <a:pt x="61578" y="54158"/>
                    <a:pt x="60058" y="56154"/>
                    <a:pt x="58344" y="58061"/>
                  </a:cubicBezTo>
                  <a:cubicBezTo>
                    <a:pt x="56631" y="59924"/>
                    <a:pt x="54486" y="61518"/>
                    <a:pt x="51923" y="62814"/>
                  </a:cubicBezTo>
                  <a:cubicBezTo>
                    <a:pt x="49360" y="64110"/>
                    <a:pt x="46679" y="64766"/>
                    <a:pt x="43893" y="64766"/>
                  </a:cubicBezTo>
                  <a:cubicBezTo>
                    <a:pt x="39885" y="64766"/>
                    <a:pt x="36562" y="63693"/>
                    <a:pt x="33910" y="61563"/>
                  </a:cubicBezTo>
                  <a:cubicBezTo>
                    <a:pt x="31258" y="59417"/>
                    <a:pt x="29440" y="56854"/>
                    <a:pt x="28472" y="53875"/>
                  </a:cubicBezTo>
                  <a:cubicBezTo>
                    <a:pt x="28249" y="54292"/>
                    <a:pt x="27965" y="54783"/>
                    <a:pt x="27638" y="55350"/>
                  </a:cubicBezTo>
                  <a:cubicBezTo>
                    <a:pt x="27310" y="55901"/>
                    <a:pt x="26654" y="56810"/>
                    <a:pt x="25686" y="58061"/>
                  </a:cubicBezTo>
                  <a:cubicBezTo>
                    <a:pt x="24747" y="59268"/>
                    <a:pt x="23749" y="60341"/>
                    <a:pt x="22676" y="61280"/>
                  </a:cubicBezTo>
                  <a:cubicBezTo>
                    <a:pt x="21618" y="62159"/>
                    <a:pt x="20248" y="62948"/>
                    <a:pt x="18564" y="63648"/>
                  </a:cubicBezTo>
                  <a:cubicBezTo>
                    <a:pt x="16940" y="64393"/>
                    <a:pt x="15242" y="64766"/>
                    <a:pt x="13469" y="64766"/>
                  </a:cubicBezTo>
                  <a:cubicBezTo>
                    <a:pt x="11234" y="64766"/>
                    <a:pt x="9118" y="64438"/>
                    <a:pt x="7122" y="63782"/>
                  </a:cubicBezTo>
                  <a:cubicBezTo>
                    <a:pt x="5170" y="63142"/>
                    <a:pt x="3486" y="62069"/>
                    <a:pt x="2086" y="60579"/>
                  </a:cubicBezTo>
                  <a:cubicBezTo>
                    <a:pt x="700" y="59089"/>
                    <a:pt x="0" y="57316"/>
                    <a:pt x="0" y="55275"/>
                  </a:cubicBezTo>
                  <a:cubicBezTo>
                    <a:pt x="0" y="52996"/>
                    <a:pt x="760" y="51059"/>
                    <a:pt x="2295" y="49479"/>
                  </a:cubicBezTo>
                  <a:cubicBezTo>
                    <a:pt x="3889" y="47856"/>
                    <a:pt x="5751" y="47036"/>
                    <a:pt x="7882" y="47036"/>
                  </a:cubicBezTo>
                  <a:cubicBezTo>
                    <a:pt x="9237" y="47036"/>
                    <a:pt x="10444" y="47438"/>
                    <a:pt x="11517" y="48228"/>
                  </a:cubicBezTo>
                  <a:cubicBezTo>
                    <a:pt x="12634" y="49018"/>
                    <a:pt x="13186" y="50269"/>
                    <a:pt x="13186" y="51997"/>
                  </a:cubicBezTo>
                  <a:cubicBezTo>
                    <a:pt x="13186" y="53904"/>
                    <a:pt x="12530" y="55573"/>
                    <a:pt x="11234" y="57018"/>
                  </a:cubicBezTo>
                  <a:cubicBezTo>
                    <a:pt x="9938" y="58464"/>
                    <a:pt x="8344" y="59372"/>
                    <a:pt x="6481" y="59745"/>
                  </a:cubicBezTo>
                  <a:cubicBezTo>
                    <a:pt x="8403" y="60952"/>
                    <a:pt x="10772" y="61563"/>
                    <a:pt x="13603" y="61563"/>
                  </a:cubicBezTo>
                  <a:cubicBezTo>
                    <a:pt x="16672" y="61563"/>
                    <a:pt x="19413" y="60207"/>
                    <a:pt x="21842" y="57510"/>
                  </a:cubicBezTo>
                  <a:cubicBezTo>
                    <a:pt x="24271" y="54813"/>
                    <a:pt x="26058" y="51208"/>
                    <a:pt x="27220" y="46693"/>
                  </a:cubicBezTo>
                  <a:cubicBezTo>
                    <a:pt x="30096" y="35847"/>
                    <a:pt x="32107" y="28010"/>
                    <a:pt x="33225" y="23168"/>
                  </a:cubicBezTo>
                  <a:cubicBezTo>
                    <a:pt x="34342" y="18281"/>
                    <a:pt x="34893" y="14795"/>
                    <a:pt x="34893" y="12694"/>
                  </a:cubicBezTo>
                  <a:cubicBezTo>
                    <a:pt x="34893" y="10742"/>
                    <a:pt x="34640" y="9103"/>
                    <a:pt x="34134" y="7747"/>
                  </a:cubicBezTo>
                  <a:cubicBezTo>
                    <a:pt x="33612" y="6392"/>
                    <a:pt x="32912" y="5423"/>
                    <a:pt x="32033" y="4812"/>
                  </a:cubicBezTo>
                  <a:cubicBezTo>
                    <a:pt x="31199" y="4157"/>
                    <a:pt x="30379" y="3710"/>
                    <a:pt x="29590" y="3486"/>
                  </a:cubicBezTo>
                  <a:cubicBezTo>
                    <a:pt x="28845" y="3263"/>
                    <a:pt x="28055" y="3144"/>
                    <a:pt x="27220" y="3144"/>
                  </a:cubicBezTo>
                  <a:cubicBezTo>
                    <a:pt x="25820" y="3144"/>
                    <a:pt x="24330" y="3427"/>
                    <a:pt x="22751" y="3978"/>
                  </a:cubicBezTo>
                  <a:cubicBezTo>
                    <a:pt x="21216" y="4529"/>
                    <a:pt x="19518" y="5468"/>
                    <a:pt x="17655" y="6764"/>
                  </a:cubicBezTo>
                  <a:cubicBezTo>
                    <a:pt x="15838" y="8031"/>
                    <a:pt x="14065" y="9952"/>
                    <a:pt x="12351" y="12560"/>
                  </a:cubicBezTo>
                  <a:cubicBezTo>
                    <a:pt x="10638" y="15167"/>
                    <a:pt x="9193" y="18251"/>
                    <a:pt x="8031" y="21842"/>
                  </a:cubicBezTo>
                  <a:cubicBezTo>
                    <a:pt x="7792" y="22915"/>
                    <a:pt x="7166" y="23451"/>
                    <a:pt x="6138" y="23451"/>
                  </a:cubicBezTo>
                  <a:cubicBezTo>
                    <a:pt x="5021" y="23406"/>
                    <a:pt x="4470" y="22915"/>
                    <a:pt x="4470" y="21976"/>
                  </a:cubicBezTo>
                  <a:cubicBezTo>
                    <a:pt x="4470" y="21186"/>
                    <a:pt x="4768" y="19979"/>
                    <a:pt x="5379" y="18355"/>
                  </a:cubicBezTo>
                  <a:cubicBezTo>
                    <a:pt x="6019" y="16672"/>
                    <a:pt x="7003" y="14795"/>
                    <a:pt x="8299" y="12694"/>
                  </a:cubicBezTo>
                  <a:cubicBezTo>
                    <a:pt x="9655" y="10608"/>
                    <a:pt x="11189" y="8626"/>
                    <a:pt x="12903" y="6764"/>
                  </a:cubicBezTo>
                  <a:cubicBezTo>
                    <a:pt x="14676" y="4857"/>
                    <a:pt x="16836" y="3248"/>
                    <a:pt x="19399" y="1952"/>
                  </a:cubicBezTo>
                  <a:cubicBezTo>
                    <a:pt x="22006" y="655"/>
                    <a:pt x="24703" y="0"/>
                    <a:pt x="27489" y="0"/>
                  </a:cubicBezTo>
                  <a:cubicBezTo>
                    <a:pt x="28755" y="0"/>
                    <a:pt x="29992" y="134"/>
                    <a:pt x="31199" y="417"/>
                  </a:cubicBezTo>
                  <a:cubicBezTo>
                    <a:pt x="32450" y="641"/>
                    <a:pt x="33821" y="1117"/>
                    <a:pt x="35311" y="1818"/>
                  </a:cubicBezTo>
                  <a:cubicBezTo>
                    <a:pt x="36845" y="2518"/>
                    <a:pt x="38290" y="3620"/>
                    <a:pt x="39646" y="5155"/>
                  </a:cubicBezTo>
                  <a:cubicBezTo>
                    <a:pt x="40987" y="6690"/>
                    <a:pt x="42075" y="8582"/>
                    <a:pt x="42924" y="10817"/>
                  </a:cubicBezTo>
                  <a:cubicBezTo>
                    <a:pt x="43475" y="9744"/>
                    <a:pt x="44131" y="8701"/>
                    <a:pt x="44876" y="7673"/>
                  </a:cubicBezTo>
                  <a:cubicBezTo>
                    <a:pt x="45665" y="6645"/>
                    <a:pt x="46664" y="5513"/>
                    <a:pt x="47870" y="4261"/>
                  </a:cubicBezTo>
                  <a:cubicBezTo>
                    <a:pt x="49137" y="2950"/>
                    <a:pt x="50627" y="1922"/>
                    <a:pt x="52340" y="1177"/>
                  </a:cubicBezTo>
                  <a:cubicBezTo>
                    <a:pt x="54113" y="387"/>
                    <a:pt x="55976" y="0"/>
                    <a:pt x="57927" y="0"/>
                  </a:cubicBezTo>
                  <a:cubicBezTo>
                    <a:pt x="59834" y="0"/>
                    <a:pt x="61712" y="253"/>
                    <a:pt x="63574" y="760"/>
                  </a:cubicBezTo>
                  <a:cubicBezTo>
                    <a:pt x="65436" y="1222"/>
                    <a:pt x="67165" y="2235"/>
                    <a:pt x="68744" y="3769"/>
                  </a:cubicBezTo>
                  <a:cubicBezTo>
                    <a:pt x="70368" y="5259"/>
                    <a:pt x="71187" y="7136"/>
                    <a:pt x="71187" y="9416"/>
                  </a:cubicBez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6" name="Freeform 575">
              <a:extLst>
                <a:ext uri="{FF2B5EF4-FFF2-40B4-BE49-F238E27FC236}">
                  <a16:creationId xmlns:a16="http://schemas.microsoft.com/office/drawing/2014/main" id="{FA23F2F9-984F-2D94-7AFF-54B7C08F5E6C}"/>
                </a:ext>
              </a:extLst>
            </p:cNvPr>
            <p:cNvSpPr/>
            <p:nvPr/>
          </p:nvSpPr>
          <p:spPr>
            <a:xfrm>
              <a:off x="489074" y="4557577"/>
              <a:ext cx="3087146" cy="1489"/>
            </a:xfrm>
            <a:custGeom>
              <a:avLst/>
              <a:gdLst>
                <a:gd name="connsiteX0" fmla="*/ 0 w 3087146"/>
                <a:gd name="connsiteY0" fmla="*/ 0 h 1489"/>
                <a:gd name="connsiteX1" fmla="*/ 3087147 w 3087146"/>
                <a:gd name="connsiteY1" fmla="*/ 0 h 1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87146" h="1489">
                  <a:moveTo>
                    <a:pt x="0" y="0"/>
                  </a:moveTo>
                  <a:lnTo>
                    <a:pt x="3087147" y="0"/>
                  </a:lnTo>
                </a:path>
              </a:pathLst>
            </a:custGeom>
            <a:noFill/>
            <a:ln w="2977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7" name="Freeform 576">
              <a:extLst>
                <a:ext uri="{FF2B5EF4-FFF2-40B4-BE49-F238E27FC236}">
                  <a16:creationId xmlns:a16="http://schemas.microsoft.com/office/drawing/2014/main" id="{7D89A419-1BBC-C44F-B401-175A24B4928C}"/>
                </a:ext>
              </a:extLst>
            </p:cNvPr>
            <p:cNvSpPr/>
            <p:nvPr/>
          </p:nvSpPr>
          <p:spPr>
            <a:xfrm>
              <a:off x="489074" y="4048076"/>
              <a:ext cx="3087146" cy="1489"/>
            </a:xfrm>
            <a:custGeom>
              <a:avLst/>
              <a:gdLst>
                <a:gd name="connsiteX0" fmla="*/ 0 w 3087146"/>
                <a:gd name="connsiteY0" fmla="*/ 0 h 1489"/>
                <a:gd name="connsiteX1" fmla="*/ 3087147 w 3087146"/>
                <a:gd name="connsiteY1" fmla="*/ 0 h 1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87146" h="1489">
                  <a:moveTo>
                    <a:pt x="0" y="0"/>
                  </a:moveTo>
                  <a:lnTo>
                    <a:pt x="3087147" y="0"/>
                  </a:lnTo>
                </a:path>
              </a:pathLst>
            </a:custGeom>
            <a:noFill/>
            <a:ln w="2977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8" name="Freeform 577">
              <a:extLst>
                <a:ext uri="{FF2B5EF4-FFF2-40B4-BE49-F238E27FC236}">
                  <a16:creationId xmlns:a16="http://schemas.microsoft.com/office/drawing/2014/main" id="{595C2784-DBCE-87D6-E612-D556F987CAFE}"/>
                </a:ext>
              </a:extLst>
            </p:cNvPr>
            <p:cNvSpPr/>
            <p:nvPr/>
          </p:nvSpPr>
          <p:spPr>
            <a:xfrm>
              <a:off x="489074" y="3538579"/>
              <a:ext cx="3087146" cy="1489"/>
            </a:xfrm>
            <a:custGeom>
              <a:avLst/>
              <a:gdLst>
                <a:gd name="connsiteX0" fmla="*/ 0 w 3087146"/>
                <a:gd name="connsiteY0" fmla="*/ 0 h 1489"/>
                <a:gd name="connsiteX1" fmla="*/ 3087147 w 3087146"/>
                <a:gd name="connsiteY1" fmla="*/ 0 h 1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87146" h="1489">
                  <a:moveTo>
                    <a:pt x="0" y="0"/>
                  </a:moveTo>
                  <a:lnTo>
                    <a:pt x="3087147" y="0"/>
                  </a:lnTo>
                </a:path>
              </a:pathLst>
            </a:custGeom>
            <a:noFill/>
            <a:ln w="2977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9" name="Freeform 578">
              <a:extLst>
                <a:ext uri="{FF2B5EF4-FFF2-40B4-BE49-F238E27FC236}">
                  <a16:creationId xmlns:a16="http://schemas.microsoft.com/office/drawing/2014/main" id="{7816093F-2733-5956-FF60-33B5261F0787}"/>
                </a:ext>
              </a:extLst>
            </p:cNvPr>
            <p:cNvSpPr/>
            <p:nvPr/>
          </p:nvSpPr>
          <p:spPr>
            <a:xfrm>
              <a:off x="489074" y="3029081"/>
              <a:ext cx="3087146" cy="1489"/>
            </a:xfrm>
            <a:custGeom>
              <a:avLst/>
              <a:gdLst>
                <a:gd name="connsiteX0" fmla="*/ 0 w 3087146"/>
                <a:gd name="connsiteY0" fmla="*/ 0 h 1489"/>
                <a:gd name="connsiteX1" fmla="*/ 3087147 w 3087146"/>
                <a:gd name="connsiteY1" fmla="*/ 0 h 1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87146" h="1489">
                  <a:moveTo>
                    <a:pt x="0" y="0"/>
                  </a:moveTo>
                  <a:lnTo>
                    <a:pt x="3087147" y="0"/>
                  </a:lnTo>
                </a:path>
              </a:pathLst>
            </a:custGeom>
            <a:noFill/>
            <a:ln w="2977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0" name="Freeform 579">
              <a:extLst>
                <a:ext uri="{FF2B5EF4-FFF2-40B4-BE49-F238E27FC236}">
                  <a16:creationId xmlns:a16="http://schemas.microsoft.com/office/drawing/2014/main" id="{4EEA9ED2-3DD7-7040-6C61-9CDF5F994245}"/>
                </a:ext>
              </a:extLst>
            </p:cNvPr>
            <p:cNvSpPr/>
            <p:nvPr/>
          </p:nvSpPr>
          <p:spPr>
            <a:xfrm>
              <a:off x="489074" y="2595625"/>
              <a:ext cx="1489" cy="1979204"/>
            </a:xfrm>
            <a:custGeom>
              <a:avLst/>
              <a:gdLst>
                <a:gd name="connsiteX0" fmla="*/ 0 w 1489"/>
                <a:gd name="connsiteY0" fmla="*/ 1979204 h 1979204"/>
                <a:gd name="connsiteX1" fmla="*/ 0 w 1489"/>
                <a:gd name="connsiteY1" fmla="*/ 0 h 19792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9" h="1979204">
                  <a:moveTo>
                    <a:pt x="0" y="1979204"/>
                  </a:moveTo>
                  <a:lnTo>
                    <a:pt x="0" y="0"/>
                  </a:lnTo>
                </a:path>
              </a:pathLst>
            </a:custGeom>
            <a:noFill/>
            <a:ln w="595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1" name="Freeform 580">
              <a:extLst>
                <a:ext uri="{FF2B5EF4-FFF2-40B4-BE49-F238E27FC236}">
                  <a16:creationId xmlns:a16="http://schemas.microsoft.com/office/drawing/2014/main" id="{1C4011AD-5767-00CC-7A71-AA38A55D7C6C}"/>
                </a:ext>
              </a:extLst>
            </p:cNvPr>
            <p:cNvSpPr/>
            <p:nvPr/>
          </p:nvSpPr>
          <p:spPr>
            <a:xfrm>
              <a:off x="489074" y="4557577"/>
              <a:ext cx="28156" cy="1489"/>
            </a:xfrm>
            <a:custGeom>
              <a:avLst/>
              <a:gdLst>
                <a:gd name="connsiteX0" fmla="*/ 0 w 28156"/>
                <a:gd name="connsiteY0" fmla="*/ 0 h 1489"/>
                <a:gd name="connsiteX1" fmla="*/ 28156 w 28156"/>
                <a:gd name="connsiteY1" fmla="*/ 0 h 1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156" h="1489">
                  <a:moveTo>
                    <a:pt x="0" y="0"/>
                  </a:moveTo>
                  <a:lnTo>
                    <a:pt x="28156" y="0"/>
                  </a:lnTo>
                </a:path>
              </a:pathLst>
            </a:custGeom>
            <a:noFill/>
            <a:ln w="595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2" name="Freeform 581">
              <a:extLst>
                <a:ext uri="{FF2B5EF4-FFF2-40B4-BE49-F238E27FC236}">
                  <a16:creationId xmlns:a16="http://schemas.microsoft.com/office/drawing/2014/main" id="{A41B611D-6476-D632-4244-C9BDF881D66C}"/>
                </a:ext>
              </a:extLst>
            </p:cNvPr>
            <p:cNvSpPr/>
            <p:nvPr/>
          </p:nvSpPr>
          <p:spPr>
            <a:xfrm>
              <a:off x="489074" y="4048076"/>
              <a:ext cx="28156" cy="1489"/>
            </a:xfrm>
            <a:custGeom>
              <a:avLst/>
              <a:gdLst>
                <a:gd name="connsiteX0" fmla="*/ 0 w 28156"/>
                <a:gd name="connsiteY0" fmla="*/ 0 h 1489"/>
                <a:gd name="connsiteX1" fmla="*/ 28156 w 28156"/>
                <a:gd name="connsiteY1" fmla="*/ 0 h 1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156" h="1489">
                  <a:moveTo>
                    <a:pt x="0" y="0"/>
                  </a:moveTo>
                  <a:lnTo>
                    <a:pt x="28156" y="0"/>
                  </a:lnTo>
                </a:path>
              </a:pathLst>
            </a:custGeom>
            <a:noFill/>
            <a:ln w="595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3" name="Freeform 582">
              <a:extLst>
                <a:ext uri="{FF2B5EF4-FFF2-40B4-BE49-F238E27FC236}">
                  <a16:creationId xmlns:a16="http://schemas.microsoft.com/office/drawing/2014/main" id="{612E1D88-C9EB-BFFE-3BB1-65744FBEB460}"/>
                </a:ext>
              </a:extLst>
            </p:cNvPr>
            <p:cNvSpPr/>
            <p:nvPr/>
          </p:nvSpPr>
          <p:spPr>
            <a:xfrm>
              <a:off x="489074" y="3538579"/>
              <a:ext cx="28156" cy="1489"/>
            </a:xfrm>
            <a:custGeom>
              <a:avLst/>
              <a:gdLst>
                <a:gd name="connsiteX0" fmla="*/ 0 w 28156"/>
                <a:gd name="connsiteY0" fmla="*/ 0 h 1489"/>
                <a:gd name="connsiteX1" fmla="*/ 28156 w 28156"/>
                <a:gd name="connsiteY1" fmla="*/ 0 h 1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156" h="1489">
                  <a:moveTo>
                    <a:pt x="0" y="0"/>
                  </a:moveTo>
                  <a:lnTo>
                    <a:pt x="28156" y="0"/>
                  </a:lnTo>
                </a:path>
              </a:pathLst>
            </a:custGeom>
            <a:noFill/>
            <a:ln w="595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4" name="Freeform 583">
              <a:extLst>
                <a:ext uri="{FF2B5EF4-FFF2-40B4-BE49-F238E27FC236}">
                  <a16:creationId xmlns:a16="http://schemas.microsoft.com/office/drawing/2014/main" id="{D899345D-D3CE-C6E2-B455-30F5ADB6814A}"/>
                </a:ext>
              </a:extLst>
            </p:cNvPr>
            <p:cNvSpPr/>
            <p:nvPr/>
          </p:nvSpPr>
          <p:spPr>
            <a:xfrm>
              <a:off x="489074" y="3029081"/>
              <a:ext cx="28156" cy="1489"/>
            </a:xfrm>
            <a:custGeom>
              <a:avLst/>
              <a:gdLst>
                <a:gd name="connsiteX0" fmla="*/ 0 w 28156"/>
                <a:gd name="connsiteY0" fmla="*/ 0 h 1489"/>
                <a:gd name="connsiteX1" fmla="*/ 28156 w 28156"/>
                <a:gd name="connsiteY1" fmla="*/ 0 h 1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156" h="1489">
                  <a:moveTo>
                    <a:pt x="0" y="0"/>
                  </a:moveTo>
                  <a:lnTo>
                    <a:pt x="28156" y="0"/>
                  </a:lnTo>
                </a:path>
              </a:pathLst>
            </a:custGeom>
            <a:noFill/>
            <a:ln w="595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5" name="Freeform 584">
              <a:extLst>
                <a:ext uri="{FF2B5EF4-FFF2-40B4-BE49-F238E27FC236}">
                  <a16:creationId xmlns:a16="http://schemas.microsoft.com/office/drawing/2014/main" id="{3A5E016A-CBB5-60C7-710B-FE67748005D2}"/>
                </a:ext>
              </a:extLst>
            </p:cNvPr>
            <p:cNvSpPr/>
            <p:nvPr/>
          </p:nvSpPr>
          <p:spPr>
            <a:xfrm>
              <a:off x="273265" y="4558754"/>
              <a:ext cx="77374" cy="10265"/>
            </a:xfrm>
            <a:custGeom>
              <a:avLst/>
              <a:gdLst>
                <a:gd name="connsiteX0" fmla="*/ 0 w 77374"/>
                <a:gd name="connsiteY0" fmla="*/ 0 h 10265"/>
                <a:gd name="connsiteX1" fmla="*/ 77375 w 77374"/>
                <a:gd name="connsiteY1" fmla="*/ 0 h 10265"/>
                <a:gd name="connsiteX2" fmla="*/ 77375 w 77374"/>
                <a:gd name="connsiteY2" fmla="*/ 10265 h 10265"/>
                <a:gd name="connsiteX3" fmla="*/ 0 w 77374"/>
                <a:gd name="connsiteY3" fmla="*/ 10265 h 10265"/>
                <a:gd name="connsiteX4" fmla="*/ 0 w 77374"/>
                <a:gd name="connsiteY4" fmla="*/ 0 h 10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374" h="10265">
                  <a:moveTo>
                    <a:pt x="0" y="0"/>
                  </a:moveTo>
                  <a:lnTo>
                    <a:pt x="77375" y="0"/>
                  </a:lnTo>
                  <a:lnTo>
                    <a:pt x="77375" y="10265"/>
                  </a:lnTo>
                  <a:lnTo>
                    <a:pt x="0" y="102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6" name="Freeform 585">
              <a:extLst>
                <a:ext uri="{FF2B5EF4-FFF2-40B4-BE49-F238E27FC236}">
                  <a16:creationId xmlns:a16="http://schemas.microsoft.com/office/drawing/2014/main" id="{0AD5CA6A-E6FF-D8DF-E30A-D57583BFBFEC}"/>
                </a:ext>
              </a:extLst>
            </p:cNvPr>
            <p:cNvSpPr/>
            <p:nvPr/>
          </p:nvSpPr>
          <p:spPr>
            <a:xfrm>
              <a:off x="369772" y="4512522"/>
              <a:ext cx="65665" cy="90109"/>
            </a:xfrm>
            <a:custGeom>
              <a:avLst/>
              <a:gdLst>
                <a:gd name="connsiteX0" fmla="*/ 40679 w 65665"/>
                <a:gd name="connsiteY0" fmla="*/ 10623 h 90109"/>
                <a:gd name="connsiteX1" fmla="*/ 9899 w 65665"/>
                <a:gd name="connsiteY1" fmla="*/ 58717 h 90109"/>
                <a:gd name="connsiteX2" fmla="*/ 40679 w 65665"/>
                <a:gd name="connsiteY2" fmla="*/ 58717 h 90109"/>
                <a:gd name="connsiteX3" fmla="*/ 40679 w 65665"/>
                <a:gd name="connsiteY3" fmla="*/ 10623 h 90109"/>
                <a:gd name="connsiteX4" fmla="*/ 37480 w 65665"/>
                <a:gd name="connsiteY4" fmla="*/ 0 h 90109"/>
                <a:gd name="connsiteX5" fmla="*/ 52811 w 65665"/>
                <a:gd name="connsiteY5" fmla="*/ 0 h 90109"/>
                <a:gd name="connsiteX6" fmla="*/ 52811 w 65665"/>
                <a:gd name="connsiteY6" fmla="*/ 58717 h 90109"/>
                <a:gd name="connsiteX7" fmla="*/ 65666 w 65665"/>
                <a:gd name="connsiteY7" fmla="*/ 58717 h 90109"/>
                <a:gd name="connsiteX8" fmla="*/ 65666 w 65665"/>
                <a:gd name="connsiteY8" fmla="*/ 68863 h 90109"/>
                <a:gd name="connsiteX9" fmla="*/ 52811 w 65665"/>
                <a:gd name="connsiteY9" fmla="*/ 68863 h 90109"/>
                <a:gd name="connsiteX10" fmla="*/ 52811 w 65665"/>
                <a:gd name="connsiteY10" fmla="*/ 90109 h 90109"/>
                <a:gd name="connsiteX11" fmla="*/ 40679 w 65665"/>
                <a:gd name="connsiteY11" fmla="*/ 90109 h 90109"/>
                <a:gd name="connsiteX12" fmla="*/ 40679 w 65665"/>
                <a:gd name="connsiteY12" fmla="*/ 68863 h 90109"/>
                <a:gd name="connsiteX13" fmla="*/ 0 w 65665"/>
                <a:gd name="connsiteY13" fmla="*/ 68863 h 90109"/>
                <a:gd name="connsiteX14" fmla="*/ 0 w 65665"/>
                <a:gd name="connsiteY14" fmla="*/ 57093 h 90109"/>
                <a:gd name="connsiteX15" fmla="*/ 37480 w 65665"/>
                <a:gd name="connsiteY15" fmla="*/ 0 h 90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5665" h="90109">
                  <a:moveTo>
                    <a:pt x="40679" y="10623"/>
                  </a:moveTo>
                  <a:lnTo>
                    <a:pt x="9899" y="58717"/>
                  </a:lnTo>
                  <a:lnTo>
                    <a:pt x="40679" y="58717"/>
                  </a:lnTo>
                  <a:lnTo>
                    <a:pt x="40679" y="10623"/>
                  </a:lnTo>
                  <a:moveTo>
                    <a:pt x="37480" y="0"/>
                  </a:moveTo>
                  <a:lnTo>
                    <a:pt x="52811" y="0"/>
                  </a:lnTo>
                  <a:lnTo>
                    <a:pt x="52811" y="58717"/>
                  </a:lnTo>
                  <a:lnTo>
                    <a:pt x="65666" y="58717"/>
                  </a:lnTo>
                  <a:lnTo>
                    <a:pt x="65666" y="68863"/>
                  </a:lnTo>
                  <a:lnTo>
                    <a:pt x="52811" y="68863"/>
                  </a:lnTo>
                  <a:lnTo>
                    <a:pt x="52811" y="90109"/>
                  </a:lnTo>
                  <a:lnTo>
                    <a:pt x="40679" y="90109"/>
                  </a:lnTo>
                  <a:lnTo>
                    <a:pt x="40679" y="68863"/>
                  </a:lnTo>
                  <a:lnTo>
                    <a:pt x="0" y="68863"/>
                  </a:lnTo>
                  <a:lnTo>
                    <a:pt x="0" y="57093"/>
                  </a:lnTo>
                  <a:lnTo>
                    <a:pt x="37480" y="0"/>
                  </a:ln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7" name="Freeform 586">
              <a:extLst>
                <a:ext uri="{FF2B5EF4-FFF2-40B4-BE49-F238E27FC236}">
                  <a16:creationId xmlns:a16="http://schemas.microsoft.com/office/drawing/2014/main" id="{ED752B3A-1EBB-CE24-EC2C-039C0934B1E0}"/>
                </a:ext>
              </a:extLst>
            </p:cNvPr>
            <p:cNvSpPr/>
            <p:nvPr/>
          </p:nvSpPr>
          <p:spPr>
            <a:xfrm>
              <a:off x="278697" y="4049253"/>
              <a:ext cx="77374" cy="10265"/>
            </a:xfrm>
            <a:custGeom>
              <a:avLst/>
              <a:gdLst>
                <a:gd name="connsiteX0" fmla="*/ 0 w 77374"/>
                <a:gd name="connsiteY0" fmla="*/ 0 h 10265"/>
                <a:gd name="connsiteX1" fmla="*/ 77375 w 77374"/>
                <a:gd name="connsiteY1" fmla="*/ 0 h 10265"/>
                <a:gd name="connsiteX2" fmla="*/ 77375 w 77374"/>
                <a:gd name="connsiteY2" fmla="*/ 10265 h 10265"/>
                <a:gd name="connsiteX3" fmla="*/ 0 w 77374"/>
                <a:gd name="connsiteY3" fmla="*/ 10265 h 10265"/>
                <a:gd name="connsiteX4" fmla="*/ 0 w 77374"/>
                <a:gd name="connsiteY4" fmla="*/ 0 h 10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374" h="10265">
                  <a:moveTo>
                    <a:pt x="0" y="0"/>
                  </a:moveTo>
                  <a:lnTo>
                    <a:pt x="77375" y="0"/>
                  </a:lnTo>
                  <a:lnTo>
                    <a:pt x="77375" y="10265"/>
                  </a:lnTo>
                  <a:lnTo>
                    <a:pt x="0" y="102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8" name="Freeform 587">
              <a:extLst>
                <a:ext uri="{FF2B5EF4-FFF2-40B4-BE49-F238E27FC236}">
                  <a16:creationId xmlns:a16="http://schemas.microsoft.com/office/drawing/2014/main" id="{F6DE4375-6D11-08C6-1AE5-61A046AB3D32}"/>
                </a:ext>
              </a:extLst>
            </p:cNvPr>
            <p:cNvSpPr/>
            <p:nvPr/>
          </p:nvSpPr>
          <p:spPr>
            <a:xfrm>
              <a:off x="378221" y="4001393"/>
              <a:ext cx="57216" cy="91737"/>
            </a:xfrm>
            <a:custGeom>
              <a:avLst/>
              <a:gdLst>
                <a:gd name="connsiteX0" fmla="*/ 14667 w 57216"/>
                <a:gd name="connsiteY0" fmla="*/ 81472 h 91737"/>
                <a:gd name="connsiteX1" fmla="*/ 57217 w 57216"/>
                <a:gd name="connsiteY1" fmla="*/ 81472 h 91737"/>
                <a:gd name="connsiteX2" fmla="*/ 57217 w 57216"/>
                <a:gd name="connsiteY2" fmla="*/ 91737 h 91737"/>
                <a:gd name="connsiteX3" fmla="*/ 0 w 57216"/>
                <a:gd name="connsiteY3" fmla="*/ 91737 h 91737"/>
                <a:gd name="connsiteX4" fmla="*/ 0 w 57216"/>
                <a:gd name="connsiteY4" fmla="*/ 81472 h 91737"/>
                <a:gd name="connsiteX5" fmla="*/ 18892 w 57216"/>
                <a:gd name="connsiteY5" fmla="*/ 62223 h 91737"/>
                <a:gd name="connsiteX6" fmla="*/ 33980 w 57216"/>
                <a:gd name="connsiteY6" fmla="*/ 46594 h 91737"/>
                <a:gd name="connsiteX7" fmla="*/ 42128 w 57216"/>
                <a:gd name="connsiteY7" fmla="*/ 35494 h 91737"/>
                <a:gd name="connsiteX8" fmla="*/ 44482 w 57216"/>
                <a:gd name="connsiteY8" fmla="*/ 26495 h 91737"/>
                <a:gd name="connsiteX9" fmla="*/ 39412 w 57216"/>
                <a:gd name="connsiteY9" fmla="*/ 14784 h 91737"/>
                <a:gd name="connsiteX10" fmla="*/ 26315 w 57216"/>
                <a:gd name="connsiteY10" fmla="*/ 10260 h 91737"/>
                <a:gd name="connsiteX11" fmla="*/ 14184 w 57216"/>
                <a:gd name="connsiteY11" fmla="*/ 12251 h 91737"/>
                <a:gd name="connsiteX12" fmla="*/ 603 w 57216"/>
                <a:gd name="connsiteY12" fmla="*/ 18286 h 91737"/>
                <a:gd name="connsiteX13" fmla="*/ 603 w 57216"/>
                <a:gd name="connsiteY13" fmla="*/ 5975 h 91737"/>
                <a:gd name="connsiteX14" fmla="*/ 14366 w 57216"/>
                <a:gd name="connsiteY14" fmla="*/ 1509 h 91737"/>
                <a:gd name="connsiteX15" fmla="*/ 26073 w 57216"/>
                <a:gd name="connsiteY15" fmla="*/ 0 h 91737"/>
                <a:gd name="connsiteX16" fmla="*/ 48405 w 57216"/>
                <a:gd name="connsiteY16" fmla="*/ 7001 h 91737"/>
                <a:gd name="connsiteX17" fmla="*/ 56734 w 57216"/>
                <a:gd name="connsiteY17" fmla="*/ 25705 h 91737"/>
                <a:gd name="connsiteX18" fmla="*/ 54621 w 57216"/>
                <a:gd name="connsiteY18" fmla="*/ 36269 h 91737"/>
                <a:gd name="connsiteX19" fmla="*/ 47076 w 57216"/>
                <a:gd name="connsiteY19" fmla="*/ 47979 h 91737"/>
                <a:gd name="connsiteX20" fmla="*/ 37480 w 57216"/>
                <a:gd name="connsiteY20" fmla="*/ 58125 h 91737"/>
                <a:gd name="connsiteX21" fmla="*/ 14667 w 57216"/>
                <a:gd name="connsiteY21" fmla="*/ 81472 h 91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7216" h="91737">
                  <a:moveTo>
                    <a:pt x="14667" y="81472"/>
                  </a:moveTo>
                  <a:lnTo>
                    <a:pt x="57217" y="81472"/>
                  </a:lnTo>
                  <a:lnTo>
                    <a:pt x="57217" y="91737"/>
                  </a:lnTo>
                  <a:lnTo>
                    <a:pt x="0" y="91737"/>
                  </a:lnTo>
                  <a:lnTo>
                    <a:pt x="0" y="81472"/>
                  </a:lnTo>
                  <a:cubicBezTo>
                    <a:pt x="4628" y="76690"/>
                    <a:pt x="10925" y="70268"/>
                    <a:pt x="18892" y="62223"/>
                  </a:cubicBezTo>
                  <a:cubicBezTo>
                    <a:pt x="26899" y="54132"/>
                    <a:pt x="31929" y="48933"/>
                    <a:pt x="33980" y="46594"/>
                  </a:cubicBezTo>
                  <a:cubicBezTo>
                    <a:pt x="37882" y="42198"/>
                    <a:pt x="40598" y="38503"/>
                    <a:pt x="42128" y="35494"/>
                  </a:cubicBezTo>
                  <a:cubicBezTo>
                    <a:pt x="43697" y="32440"/>
                    <a:pt x="44482" y="29430"/>
                    <a:pt x="44482" y="26495"/>
                  </a:cubicBezTo>
                  <a:cubicBezTo>
                    <a:pt x="44482" y="21712"/>
                    <a:pt x="42793" y="17809"/>
                    <a:pt x="39412" y="14784"/>
                  </a:cubicBezTo>
                  <a:cubicBezTo>
                    <a:pt x="36073" y="11767"/>
                    <a:pt x="31707" y="10260"/>
                    <a:pt x="26315" y="10260"/>
                  </a:cubicBezTo>
                  <a:cubicBezTo>
                    <a:pt x="22493" y="10260"/>
                    <a:pt x="18449" y="10924"/>
                    <a:pt x="14184" y="12251"/>
                  </a:cubicBezTo>
                  <a:cubicBezTo>
                    <a:pt x="9960" y="13582"/>
                    <a:pt x="5432" y="15589"/>
                    <a:pt x="603" y="18286"/>
                  </a:cubicBezTo>
                  <a:lnTo>
                    <a:pt x="603" y="5975"/>
                  </a:lnTo>
                  <a:cubicBezTo>
                    <a:pt x="5513" y="4003"/>
                    <a:pt x="10100" y="2515"/>
                    <a:pt x="14366" y="1509"/>
                  </a:cubicBezTo>
                  <a:cubicBezTo>
                    <a:pt x="18630" y="504"/>
                    <a:pt x="22532" y="0"/>
                    <a:pt x="26073" y="0"/>
                  </a:cubicBezTo>
                  <a:cubicBezTo>
                    <a:pt x="35407" y="0"/>
                    <a:pt x="42852" y="2333"/>
                    <a:pt x="48405" y="7001"/>
                  </a:cubicBezTo>
                  <a:cubicBezTo>
                    <a:pt x="53958" y="11673"/>
                    <a:pt x="56734" y="17913"/>
                    <a:pt x="56734" y="25705"/>
                  </a:cubicBezTo>
                  <a:cubicBezTo>
                    <a:pt x="56734" y="29415"/>
                    <a:pt x="56029" y="32931"/>
                    <a:pt x="54621" y="36269"/>
                  </a:cubicBezTo>
                  <a:cubicBezTo>
                    <a:pt x="53253" y="39561"/>
                    <a:pt x="50739" y="43465"/>
                    <a:pt x="47076" y="47979"/>
                  </a:cubicBezTo>
                  <a:cubicBezTo>
                    <a:pt x="46071" y="49156"/>
                    <a:pt x="42872" y="52538"/>
                    <a:pt x="37480" y="58125"/>
                  </a:cubicBezTo>
                  <a:cubicBezTo>
                    <a:pt x="32088" y="63683"/>
                    <a:pt x="24484" y="71460"/>
                    <a:pt x="14667" y="81472"/>
                  </a:cubicBez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9" name="Freeform 588">
              <a:extLst>
                <a:ext uri="{FF2B5EF4-FFF2-40B4-BE49-F238E27FC236}">
                  <a16:creationId xmlns:a16="http://schemas.microsoft.com/office/drawing/2014/main" id="{3A9CFC6A-436E-FB27-4587-5209B1C6183C}"/>
                </a:ext>
              </a:extLst>
            </p:cNvPr>
            <p:cNvSpPr/>
            <p:nvPr/>
          </p:nvSpPr>
          <p:spPr>
            <a:xfrm>
              <a:off x="373152" y="3491896"/>
              <a:ext cx="62285" cy="93488"/>
            </a:xfrm>
            <a:custGeom>
              <a:avLst/>
              <a:gdLst>
                <a:gd name="connsiteX0" fmla="*/ 31142 w 62285"/>
                <a:gd name="connsiteY0" fmla="*/ 9656 h 93488"/>
                <a:gd name="connsiteX1" fmla="*/ 16960 w 62285"/>
                <a:gd name="connsiteY1" fmla="*/ 18951 h 93488"/>
                <a:gd name="connsiteX2" fmla="*/ 12251 w 62285"/>
                <a:gd name="connsiteY2" fmla="*/ 46774 h 93488"/>
                <a:gd name="connsiteX3" fmla="*/ 16960 w 62285"/>
                <a:gd name="connsiteY3" fmla="*/ 74598 h 93488"/>
                <a:gd name="connsiteX4" fmla="*/ 31142 w 62285"/>
                <a:gd name="connsiteY4" fmla="*/ 83832 h 93488"/>
                <a:gd name="connsiteX5" fmla="*/ 45326 w 62285"/>
                <a:gd name="connsiteY5" fmla="*/ 74598 h 93488"/>
                <a:gd name="connsiteX6" fmla="*/ 50093 w 62285"/>
                <a:gd name="connsiteY6" fmla="*/ 46774 h 93488"/>
                <a:gd name="connsiteX7" fmla="*/ 45326 w 62285"/>
                <a:gd name="connsiteY7" fmla="*/ 18951 h 93488"/>
                <a:gd name="connsiteX8" fmla="*/ 31142 w 62285"/>
                <a:gd name="connsiteY8" fmla="*/ 9656 h 93488"/>
                <a:gd name="connsiteX9" fmla="*/ 31142 w 62285"/>
                <a:gd name="connsiteY9" fmla="*/ 0 h 93488"/>
                <a:gd name="connsiteX10" fmla="*/ 54258 w 62285"/>
                <a:gd name="connsiteY10" fmla="*/ 12010 h 93488"/>
                <a:gd name="connsiteX11" fmla="*/ 62285 w 62285"/>
                <a:gd name="connsiteY11" fmla="*/ 46774 h 93488"/>
                <a:gd name="connsiteX12" fmla="*/ 54258 w 62285"/>
                <a:gd name="connsiteY12" fmla="*/ 81538 h 93488"/>
                <a:gd name="connsiteX13" fmla="*/ 31142 w 62285"/>
                <a:gd name="connsiteY13" fmla="*/ 93488 h 93488"/>
                <a:gd name="connsiteX14" fmla="*/ 7966 w 62285"/>
                <a:gd name="connsiteY14" fmla="*/ 81538 h 93488"/>
                <a:gd name="connsiteX15" fmla="*/ 0 w 62285"/>
                <a:gd name="connsiteY15" fmla="*/ 46774 h 93488"/>
                <a:gd name="connsiteX16" fmla="*/ 7966 w 62285"/>
                <a:gd name="connsiteY16" fmla="*/ 12010 h 93488"/>
                <a:gd name="connsiteX17" fmla="*/ 31142 w 62285"/>
                <a:gd name="connsiteY17" fmla="*/ 0 h 934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285" h="93488">
                  <a:moveTo>
                    <a:pt x="31142" y="9656"/>
                  </a:moveTo>
                  <a:cubicBezTo>
                    <a:pt x="24865" y="9656"/>
                    <a:pt x="20137" y="12755"/>
                    <a:pt x="16960" y="18951"/>
                  </a:cubicBezTo>
                  <a:cubicBezTo>
                    <a:pt x="13820" y="25106"/>
                    <a:pt x="12251" y="34381"/>
                    <a:pt x="12251" y="46774"/>
                  </a:cubicBezTo>
                  <a:cubicBezTo>
                    <a:pt x="12251" y="59127"/>
                    <a:pt x="13820" y="68401"/>
                    <a:pt x="16960" y="74598"/>
                  </a:cubicBezTo>
                  <a:cubicBezTo>
                    <a:pt x="20137" y="80754"/>
                    <a:pt x="24865" y="83832"/>
                    <a:pt x="31142" y="83832"/>
                  </a:cubicBezTo>
                  <a:cubicBezTo>
                    <a:pt x="37459" y="83832"/>
                    <a:pt x="42186" y="80754"/>
                    <a:pt x="45326" y="74598"/>
                  </a:cubicBezTo>
                  <a:cubicBezTo>
                    <a:pt x="48504" y="68401"/>
                    <a:pt x="50093" y="59127"/>
                    <a:pt x="50093" y="46774"/>
                  </a:cubicBezTo>
                  <a:cubicBezTo>
                    <a:pt x="50093" y="34381"/>
                    <a:pt x="48504" y="25106"/>
                    <a:pt x="45326" y="18951"/>
                  </a:cubicBezTo>
                  <a:cubicBezTo>
                    <a:pt x="42186" y="12755"/>
                    <a:pt x="37459" y="9656"/>
                    <a:pt x="31142" y="9656"/>
                  </a:cubicBezTo>
                  <a:moveTo>
                    <a:pt x="31142" y="0"/>
                  </a:moveTo>
                  <a:cubicBezTo>
                    <a:pt x="41242" y="0"/>
                    <a:pt x="48946" y="4003"/>
                    <a:pt x="54258" y="12010"/>
                  </a:cubicBezTo>
                  <a:cubicBezTo>
                    <a:pt x="59609" y="19976"/>
                    <a:pt x="62285" y="31565"/>
                    <a:pt x="62285" y="46774"/>
                  </a:cubicBezTo>
                  <a:cubicBezTo>
                    <a:pt x="62285" y="61942"/>
                    <a:pt x="59609" y="73531"/>
                    <a:pt x="54258" y="81538"/>
                  </a:cubicBezTo>
                  <a:cubicBezTo>
                    <a:pt x="48946" y="89504"/>
                    <a:pt x="41242" y="93488"/>
                    <a:pt x="31142" y="93488"/>
                  </a:cubicBezTo>
                  <a:cubicBezTo>
                    <a:pt x="21043" y="93488"/>
                    <a:pt x="13318" y="89504"/>
                    <a:pt x="7966" y="81538"/>
                  </a:cubicBezTo>
                  <a:cubicBezTo>
                    <a:pt x="2655" y="73531"/>
                    <a:pt x="0" y="61942"/>
                    <a:pt x="0" y="46774"/>
                  </a:cubicBezTo>
                  <a:cubicBezTo>
                    <a:pt x="0" y="31565"/>
                    <a:pt x="2655" y="19976"/>
                    <a:pt x="7966" y="12010"/>
                  </a:cubicBezTo>
                  <a:cubicBezTo>
                    <a:pt x="13318" y="4003"/>
                    <a:pt x="21043" y="0"/>
                    <a:pt x="31142" y="0"/>
                  </a:cubicBez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0" name="Freeform 589">
              <a:extLst>
                <a:ext uri="{FF2B5EF4-FFF2-40B4-BE49-F238E27FC236}">
                  <a16:creationId xmlns:a16="http://schemas.microsoft.com/office/drawing/2014/main" id="{FF27E55E-E4E7-E68F-2287-D66BFD3BA0A4}"/>
                </a:ext>
              </a:extLst>
            </p:cNvPr>
            <p:cNvSpPr/>
            <p:nvPr/>
          </p:nvSpPr>
          <p:spPr>
            <a:xfrm>
              <a:off x="378221" y="2982398"/>
              <a:ext cx="57216" cy="91737"/>
            </a:xfrm>
            <a:custGeom>
              <a:avLst/>
              <a:gdLst>
                <a:gd name="connsiteX0" fmla="*/ 14667 w 57216"/>
                <a:gd name="connsiteY0" fmla="*/ 81478 h 91737"/>
                <a:gd name="connsiteX1" fmla="*/ 57217 w 57216"/>
                <a:gd name="connsiteY1" fmla="*/ 81478 h 91737"/>
                <a:gd name="connsiteX2" fmla="*/ 57217 w 57216"/>
                <a:gd name="connsiteY2" fmla="*/ 91737 h 91737"/>
                <a:gd name="connsiteX3" fmla="*/ 0 w 57216"/>
                <a:gd name="connsiteY3" fmla="*/ 91737 h 91737"/>
                <a:gd name="connsiteX4" fmla="*/ 0 w 57216"/>
                <a:gd name="connsiteY4" fmla="*/ 81478 h 91737"/>
                <a:gd name="connsiteX5" fmla="*/ 18892 w 57216"/>
                <a:gd name="connsiteY5" fmla="*/ 62224 h 91737"/>
                <a:gd name="connsiteX6" fmla="*/ 33980 w 57216"/>
                <a:gd name="connsiteY6" fmla="*/ 46594 h 91737"/>
                <a:gd name="connsiteX7" fmla="*/ 42128 w 57216"/>
                <a:gd name="connsiteY7" fmla="*/ 35488 h 91737"/>
                <a:gd name="connsiteX8" fmla="*/ 44482 w 57216"/>
                <a:gd name="connsiteY8" fmla="*/ 26495 h 91737"/>
                <a:gd name="connsiteX9" fmla="*/ 39412 w 57216"/>
                <a:gd name="connsiteY9" fmla="*/ 14786 h 91737"/>
                <a:gd name="connsiteX10" fmla="*/ 26315 w 57216"/>
                <a:gd name="connsiteY10" fmla="*/ 10259 h 91737"/>
                <a:gd name="connsiteX11" fmla="*/ 14184 w 57216"/>
                <a:gd name="connsiteY11" fmla="*/ 12251 h 91737"/>
                <a:gd name="connsiteX12" fmla="*/ 603 w 57216"/>
                <a:gd name="connsiteY12" fmla="*/ 18287 h 91737"/>
                <a:gd name="connsiteX13" fmla="*/ 603 w 57216"/>
                <a:gd name="connsiteY13" fmla="*/ 5975 h 91737"/>
                <a:gd name="connsiteX14" fmla="*/ 14366 w 57216"/>
                <a:gd name="connsiteY14" fmla="*/ 1508 h 91737"/>
                <a:gd name="connsiteX15" fmla="*/ 26073 w 57216"/>
                <a:gd name="connsiteY15" fmla="*/ 0 h 91737"/>
                <a:gd name="connsiteX16" fmla="*/ 48405 w 57216"/>
                <a:gd name="connsiteY16" fmla="*/ 7001 h 91737"/>
                <a:gd name="connsiteX17" fmla="*/ 56734 w 57216"/>
                <a:gd name="connsiteY17" fmla="*/ 25710 h 91737"/>
                <a:gd name="connsiteX18" fmla="*/ 54621 w 57216"/>
                <a:gd name="connsiteY18" fmla="*/ 36272 h 91737"/>
                <a:gd name="connsiteX19" fmla="*/ 47076 w 57216"/>
                <a:gd name="connsiteY19" fmla="*/ 47981 h 91737"/>
                <a:gd name="connsiteX20" fmla="*/ 37480 w 57216"/>
                <a:gd name="connsiteY20" fmla="*/ 58121 h 91737"/>
                <a:gd name="connsiteX21" fmla="*/ 14667 w 57216"/>
                <a:gd name="connsiteY21" fmla="*/ 81478 h 91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7216" h="91737">
                  <a:moveTo>
                    <a:pt x="14667" y="81478"/>
                  </a:moveTo>
                  <a:lnTo>
                    <a:pt x="57217" y="81478"/>
                  </a:lnTo>
                  <a:lnTo>
                    <a:pt x="57217" y="91737"/>
                  </a:lnTo>
                  <a:lnTo>
                    <a:pt x="0" y="91737"/>
                  </a:lnTo>
                  <a:lnTo>
                    <a:pt x="0" y="81478"/>
                  </a:lnTo>
                  <a:cubicBezTo>
                    <a:pt x="4628" y="76690"/>
                    <a:pt x="10925" y="70271"/>
                    <a:pt x="18892" y="62224"/>
                  </a:cubicBezTo>
                  <a:cubicBezTo>
                    <a:pt x="26899" y="54137"/>
                    <a:pt x="31929" y="48927"/>
                    <a:pt x="33980" y="46594"/>
                  </a:cubicBezTo>
                  <a:cubicBezTo>
                    <a:pt x="37882" y="42207"/>
                    <a:pt x="40598" y="38505"/>
                    <a:pt x="42128" y="35488"/>
                  </a:cubicBezTo>
                  <a:cubicBezTo>
                    <a:pt x="43697" y="32429"/>
                    <a:pt x="44482" y="29431"/>
                    <a:pt x="44482" y="26495"/>
                  </a:cubicBezTo>
                  <a:cubicBezTo>
                    <a:pt x="44482" y="21706"/>
                    <a:pt x="42793" y="17803"/>
                    <a:pt x="39412" y="14786"/>
                  </a:cubicBezTo>
                  <a:cubicBezTo>
                    <a:pt x="36073" y="11769"/>
                    <a:pt x="31707" y="10259"/>
                    <a:pt x="26315" y="10259"/>
                  </a:cubicBezTo>
                  <a:cubicBezTo>
                    <a:pt x="22493" y="10259"/>
                    <a:pt x="18449" y="10924"/>
                    <a:pt x="14184" y="12251"/>
                  </a:cubicBezTo>
                  <a:cubicBezTo>
                    <a:pt x="9960" y="13579"/>
                    <a:pt x="5432" y="15592"/>
                    <a:pt x="603" y="18287"/>
                  </a:cubicBezTo>
                  <a:lnTo>
                    <a:pt x="603" y="5975"/>
                  </a:lnTo>
                  <a:cubicBezTo>
                    <a:pt x="5513" y="4003"/>
                    <a:pt x="10100" y="2513"/>
                    <a:pt x="14366" y="1508"/>
                  </a:cubicBezTo>
                  <a:cubicBezTo>
                    <a:pt x="18630" y="502"/>
                    <a:pt x="22532" y="0"/>
                    <a:pt x="26073" y="0"/>
                  </a:cubicBezTo>
                  <a:cubicBezTo>
                    <a:pt x="35407" y="0"/>
                    <a:pt x="42852" y="2333"/>
                    <a:pt x="48405" y="7001"/>
                  </a:cubicBezTo>
                  <a:cubicBezTo>
                    <a:pt x="53958" y="11669"/>
                    <a:pt x="56734" y="17904"/>
                    <a:pt x="56734" y="25710"/>
                  </a:cubicBezTo>
                  <a:cubicBezTo>
                    <a:pt x="56734" y="29412"/>
                    <a:pt x="56029" y="32933"/>
                    <a:pt x="54621" y="36272"/>
                  </a:cubicBezTo>
                  <a:cubicBezTo>
                    <a:pt x="53253" y="39572"/>
                    <a:pt x="50739" y="43474"/>
                    <a:pt x="47076" y="47981"/>
                  </a:cubicBezTo>
                  <a:cubicBezTo>
                    <a:pt x="46071" y="49147"/>
                    <a:pt x="42872" y="52528"/>
                    <a:pt x="37480" y="58121"/>
                  </a:cubicBezTo>
                  <a:cubicBezTo>
                    <a:pt x="32088" y="63674"/>
                    <a:pt x="24484" y="71459"/>
                    <a:pt x="14667" y="81478"/>
                  </a:cubicBez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1" name="Freeform 590">
              <a:extLst>
                <a:ext uri="{FF2B5EF4-FFF2-40B4-BE49-F238E27FC236}">
                  <a16:creationId xmlns:a16="http://schemas.microsoft.com/office/drawing/2014/main" id="{CEFCCEAE-3E42-FF92-5B49-4507E42C7462}"/>
                </a:ext>
              </a:extLst>
            </p:cNvPr>
            <p:cNvSpPr/>
            <p:nvPr/>
          </p:nvSpPr>
          <p:spPr>
            <a:xfrm>
              <a:off x="111438" y="3553937"/>
              <a:ext cx="92477" cy="65956"/>
            </a:xfrm>
            <a:custGeom>
              <a:avLst/>
              <a:gdLst>
                <a:gd name="connsiteX0" fmla="*/ 5444 w 92477"/>
                <a:gd name="connsiteY0" fmla="*/ 0 h 65956"/>
                <a:gd name="connsiteX1" fmla="*/ 8724 w 92477"/>
                <a:gd name="connsiteY1" fmla="*/ 629 h 65956"/>
                <a:gd name="connsiteX2" fmla="*/ 63303 w 92477"/>
                <a:gd name="connsiteY2" fmla="*/ 14309 h 65956"/>
                <a:gd name="connsiteX3" fmla="*/ 83962 w 92477"/>
                <a:gd name="connsiteY3" fmla="*/ 27080 h 65956"/>
                <a:gd name="connsiteX4" fmla="*/ 92477 w 92477"/>
                <a:gd name="connsiteY4" fmla="*/ 47809 h 65956"/>
                <a:gd name="connsiteX5" fmla="*/ 88918 w 92477"/>
                <a:gd name="connsiteY5" fmla="*/ 58697 h 65956"/>
                <a:gd name="connsiteX6" fmla="*/ 80054 w 92477"/>
                <a:gd name="connsiteY6" fmla="*/ 62954 h 65956"/>
                <a:gd name="connsiteX7" fmla="*/ 73005 w 92477"/>
                <a:gd name="connsiteY7" fmla="*/ 60442 h 65956"/>
                <a:gd name="connsiteX8" fmla="*/ 70771 w 92477"/>
                <a:gd name="connsiteY8" fmla="*/ 54928 h 65956"/>
                <a:gd name="connsiteX9" fmla="*/ 71050 w 92477"/>
                <a:gd name="connsiteY9" fmla="*/ 52905 h 65956"/>
                <a:gd name="connsiteX10" fmla="*/ 72516 w 92477"/>
                <a:gd name="connsiteY10" fmla="*/ 50741 h 65956"/>
                <a:gd name="connsiteX11" fmla="*/ 75727 w 92477"/>
                <a:gd name="connsiteY11" fmla="*/ 49624 h 65956"/>
                <a:gd name="connsiteX12" fmla="*/ 81589 w 92477"/>
                <a:gd name="connsiteY12" fmla="*/ 52486 h 65956"/>
                <a:gd name="connsiteX13" fmla="*/ 83055 w 92477"/>
                <a:gd name="connsiteY13" fmla="*/ 55208 h 65956"/>
                <a:gd name="connsiteX14" fmla="*/ 83334 w 92477"/>
                <a:gd name="connsiteY14" fmla="*/ 58627 h 65956"/>
                <a:gd name="connsiteX15" fmla="*/ 86614 w 92477"/>
                <a:gd name="connsiteY15" fmla="*/ 56254 h 65956"/>
                <a:gd name="connsiteX16" fmla="*/ 88429 w 92477"/>
                <a:gd name="connsiteY16" fmla="*/ 52975 h 65956"/>
                <a:gd name="connsiteX17" fmla="*/ 89127 w 92477"/>
                <a:gd name="connsiteY17" fmla="*/ 50113 h 65956"/>
                <a:gd name="connsiteX18" fmla="*/ 89337 w 92477"/>
                <a:gd name="connsiteY18" fmla="*/ 47809 h 65956"/>
                <a:gd name="connsiteX19" fmla="*/ 80333 w 92477"/>
                <a:gd name="connsiteY19" fmla="*/ 32036 h 65956"/>
                <a:gd name="connsiteX20" fmla="*/ 74889 w 92477"/>
                <a:gd name="connsiteY20" fmla="*/ 28546 h 65956"/>
                <a:gd name="connsiteX21" fmla="*/ 68957 w 92477"/>
                <a:gd name="connsiteY21" fmla="*/ 25894 h 65956"/>
                <a:gd name="connsiteX22" fmla="*/ 64001 w 92477"/>
                <a:gd name="connsiteY22" fmla="*/ 24288 h 65956"/>
                <a:gd name="connsiteX23" fmla="*/ 58278 w 92477"/>
                <a:gd name="connsiteY23" fmla="*/ 22754 h 65956"/>
                <a:gd name="connsiteX24" fmla="*/ 64769 w 92477"/>
                <a:gd name="connsiteY24" fmla="*/ 37201 h 65956"/>
                <a:gd name="connsiteX25" fmla="*/ 63862 w 92477"/>
                <a:gd name="connsiteY25" fmla="*/ 43553 h 65956"/>
                <a:gd name="connsiteX26" fmla="*/ 61070 w 92477"/>
                <a:gd name="connsiteY26" fmla="*/ 49065 h 65956"/>
                <a:gd name="connsiteX27" fmla="*/ 55696 w 92477"/>
                <a:gd name="connsiteY27" fmla="*/ 53183 h 65956"/>
                <a:gd name="connsiteX28" fmla="*/ 47739 w 92477"/>
                <a:gd name="connsiteY28" fmla="*/ 54649 h 65956"/>
                <a:gd name="connsiteX29" fmla="*/ 36363 w 92477"/>
                <a:gd name="connsiteY29" fmla="*/ 52765 h 65956"/>
                <a:gd name="connsiteX30" fmla="*/ 17728 w 92477"/>
                <a:gd name="connsiteY30" fmla="*/ 46343 h 65956"/>
                <a:gd name="connsiteX31" fmla="*/ 7677 w 92477"/>
                <a:gd name="connsiteY31" fmla="*/ 43901 h 65956"/>
                <a:gd name="connsiteX32" fmla="*/ 5095 w 92477"/>
                <a:gd name="connsiteY32" fmla="*/ 44250 h 65956"/>
                <a:gd name="connsiteX33" fmla="*/ 3699 w 92477"/>
                <a:gd name="connsiteY33" fmla="*/ 45297 h 65956"/>
                <a:gd name="connsiteX34" fmla="*/ 3211 w 92477"/>
                <a:gd name="connsiteY34" fmla="*/ 46413 h 65956"/>
                <a:gd name="connsiteX35" fmla="*/ 3141 w 92477"/>
                <a:gd name="connsiteY35" fmla="*/ 47461 h 65956"/>
                <a:gd name="connsiteX36" fmla="*/ 7328 w 92477"/>
                <a:gd name="connsiteY36" fmla="*/ 55417 h 65956"/>
                <a:gd name="connsiteX37" fmla="*/ 20869 w 92477"/>
                <a:gd name="connsiteY37" fmla="*/ 61908 h 65956"/>
                <a:gd name="connsiteX38" fmla="*/ 23032 w 92477"/>
                <a:gd name="connsiteY38" fmla="*/ 62816 h 65956"/>
                <a:gd name="connsiteX39" fmla="*/ 23451 w 92477"/>
                <a:gd name="connsiteY39" fmla="*/ 64212 h 65956"/>
                <a:gd name="connsiteX40" fmla="*/ 21985 w 92477"/>
                <a:gd name="connsiteY40" fmla="*/ 65956 h 65956"/>
                <a:gd name="connsiteX41" fmla="*/ 19263 w 92477"/>
                <a:gd name="connsiteY41" fmla="*/ 65328 h 65956"/>
                <a:gd name="connsiteX42" fmla="*/ 13750 w 92477"/>
                <a:gd name="connsiteY42" fmla="*/ 63234 h 65956"/>
                <a:gd name="connsiteX43" fmla="*/ 7398 w 92477"/>
                <a:gd name="connsiteY43" fmla="*/ 59605 h 65956"/>
                <a:gd name="connsiteX44" fmla="*/ 2164 w 92477"/>
                <a:gd name="connsiteY44" fmla="*/ 54231 h 65956"/>
                <a:gd name="connsiteX45" fmla="*/ 0 w 92477"/>
                <a:gd name="connsiteY45" fmla="*/ 47042 h 65956"/>
                <a:gd name="connsiteX46" fmla="*/ 3420 w 92477"/>
                <a:gd name="connsiteY46" fmla="*/ 38597 h 65956"/>
                <a:gd name="connsiteX47" fmla="*/ 11725 w 92477"/>
                <a:gd name="connsiteY47" fmla="*/ 35317 h 65956"/>
                <a:gd name="connsiteX48" fmla="*/ 15564 w 92477"/>
                <a:gd name="connsiteY48" fmla="*/ 35875 h 65956"/>
                <a:gd name="connsiteX49" fmla="*/ 21985 w 92477"/>
                <a:gd name="connsiteY49" fmla="*/ 38177 h 65956"/>
                <a:gd name="connsiteX50" fmla="*/ 50042 w 92477"/>
                <a:gd name="connsiteY50" fmla="*/ 45506 h 65956"/>
                <a:gd name="connsiteX51" fmla="*/ 54160 w 92477"/>
                <a:gd name="connsiteY51" fmla="*/ 45157 h 65956"/>
                <a:gd name="connsiteX52" fmla="*/ 57790 w 92477"/>
                <a:gd name="connsiteY52" fmla="*/ 43831 h 65956"/>
                <a:gd name="connsiteX53" fmla="*/ 60581 w 92477"/>
                <a:gd name="connsiteY53" fmla="*/ 41109 h 65956"/>
                <a:gd name="connsiteX54" fmla="*/ 61558 w 92477"/>
                <a:gd name="connsiteY54" fmla="*/ 36643 h 65956"/>
                <a:gd name="connsiteX55" fmla="*/ 60023 w 92477"/>
                <a:gd name="connsiteY55" fmla="*/ 30291 h 65956"/>
                <a:gd name="connsiteX56" fmla="*/ 56254 w 92477"/>
                <a:gd name="connsiteY56" fmla="*/ 25196 h 65956"/>
                <a:gd name="connsiteX57" fmla="*/ 52276 w 92477"/>
                <a:gd name="connsiteY57" fmla="*/ 21985 h 65956"/>
                <a:gd name="connsiteX58" fmla="*/ 49414 w 92477"/>
                <a:gd name="connsiteY58" fmla="*/ 20450 h 65956"/>
                <a:gd name="connsiteX59" fmla="*/ 23730 w 92477"/>
                <a:gd name="connsiteY59" fmla="*/ 14029 h 65956"/>
                <a:gd name="connsiteX60" fmla="*/ 12284 w 92477"/>
                <a:gd name="connsiteY60" fmla="*/ 11167 h 65956"/>
                <a:gd name="connsiteX61" fmla="*/ 4537 w 92477"/>
                <a:gd name="connsiteY61" fmla="*/ 9213 h 65956"/>
                <a:gd name="connsiteX62" fmla="*/ 2303 w 92477"/>
                <a:gd name="connsiteY62" fmla="*/ 6910 h 65956"/>
                <a:gd name="connsiteX63" fmla="*/ 1535 w 92477"/>
                <a:gd name="connsiteY63" fmla="*/ 4188 h 65956"/>
                <a:gd name="connsiteX64" fmla="*/ 2582 w 92477"/>
                <a:gd name="connsiteY64" fmla="*/ 1257 h 65956"/>
                <a:gd name="connsiteX65" fmla="*/ 5444 w 92477"/>
                <a:gd name="connsiteY65" fmla="*/ 0 h 65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92477" h="65956">
                  <a:moveTo>
                    <a:pt x="5444" y="0"/>
                  </a:moveTo>
                  <a:cubicBezTo>
                    <a:pt x="6095" y="0"/>
                    <a:pt x="7189" y="210"/>
                    <a:pt x="8724" y="629"/>
                  </a:cubicBezTo>
                  <a:lnTo>
                    <a:pt x="63303" y="14309"/>
                  </a:lnTo>
                  <a:cubicBezTo>
                    <a:pt x="71400" y="16310"/>
                    <a:pt x="78286" y="20567"/>
                    <a:pt x="83962" y="27080"/>
                  </a:cubicBezTo>
                  <a:cubicBezTo>
                    <a:pt x="89639" y="33548"/>
                    <a:pt x="92477" y="40458"/>
                    <a:pt x="92477" y="47809"/>
                  </a:cubicBezTo>
                  <a:cubicBezTo>
                    <a:pt x="92477" y="52230"/>
                    <a:pt x="91291" y="55859"/>
                    <a:pt x="88918" y="58697"/>
                  </a:cubicBezTo>
                  <a:cubicBezTo>
                    <a:pt x="86591" y="61536"/>
                    <a:pt x="83637" y="62954"/>
                    <a:pt x="80054" y="62954"/>
                  </a:cubicBezTo>
                  <a:cubicBezTo>
                    <a:pt x="76890" y="62954"/>
                    <a:pt x="74540" y="62117"/>
                    <a:pt x="73005" y="60442"/>
                  </a:cubicBezTo>
                  <a:cubicBezTo>
                    <a:pt x="71516" y="58767"/>
                    <a:pt x="70771" y="56929"/>
                    <a:pt x="70771" y="54928"/>
                  </a:cubicBezTo>
                  <a:cubicBezTo>
                    <a:pt x="70771" y="54277"/>
                    <a:pt x="70864" y="53602"/>
                    <a:pt x="71050" y="52905"/>
                  </a:cubicBezTo>
                  <a:cubicBezTo>
                    <a:pt x="71237" y="52206"/>
                    <a:pt x="71725" y="51485"/>
                    <a:pt x="72516" y="50741"/>
                  </a:cubicBezTo>
                  <a:cubicBezTo>
                    <a:pt x="73307" y="49997"/>
                    <a:pt x="74377" y="49624"/>
                    <a:pt x="75727" y="49624"/>
                  </a:cubicBezTo>
                  <a:cubicBezTo>
                    <a:pt x="77913" y="49624"/>
                    <a:pt x="79868" y="50578"/>
                    <a:pt x="81589" y="52486"/>
                  </a:cubicBezTo>
                  <a:cubicBezTo>
                    <a:pt x="82380" y="53417"/>
                    <a:pt x="82869" y="54325"/>
                    <a:pt x="83055" y="55208"/>
                  </a:cubicBezTo>
                  <a:cubicBezTo>
                    <a:pt x="83241" y="56046"/>
                    <a:pt x="83334" y="57185"/>
                    <a:pt x="83334" y="58627"/>
                  </a:cubicBezTo>
                  <a:cubicBezTo>
                    <a:pt x="84637" y="58069"/>
                    <a:pt x="85731" y="57278"/>
                    <a:pt x="86614" y="56254"/>
                  </a:cubicBezTo>
                  <a:cubicBezTo>
                    <a:pt x="87499" y="55231"/>
                    <a:pt x="88104" y="54138"/>
                    <a:pt x="88429" y="52975"/>
                  </a:cubicBezTo>
                  <a:cubicBezTo>
                    <a:pt x="88802" y="51811"/>
                    <a:pt x="89034" y="50856"/>
                    <a:pt x="89127" y="50113"/>
                  </a:cubicBezTo>
                  <a:cubicBezTo>
                    <a:pt x="89267" y="49322"/>
                    <a:pt x="89337" y="48554"/>
                    <a:pt x="89337" y="47809"/>
                  </a:cubicBezTo>
                  <a:cubicBezTo>
                    <a:pt x="89337" y="41854"/>
                    <a:pt x="86335" y="36596"/>
                    <a:pt x="80333" y="32036"/>
                  </a:cubicBezTo>
                  <a:cubicBezTo>
                    <a:pt x="78518" y="30687"/>
                    <a:pt x="76704" y="29524"/>
                    <a:pt x="74889" y="28546"/>
                  </a:cubicBezTo>
                  <a:cubicBezTo>
                    <a:pt x="73121" y="27523"/>
                    <a:pt x="71144" y="26638"/>
                    <a:pt x="68957" y="25894"/>
                  </a:cubicBezTo>
                  <a:cubicBezTo>
                    <a:pt x="66816" y="25149"/>
                    <a:pt x="65164" y="24615"/>
                    <a:pt x="64001" y="24288"/>
                  </a:cubicBezTo>
                  <a:cubicBezTo>
                    <a:pt x="62838" y="23917"/>
                    <a:pt x="60930" y="23405"/>
                    <a:pt x="58278" y="22754"/>
                  </a:cubicBezTo>
                  <a:cubicBezTo>
                    <a:pt x="62605" y="27080"/>
                    <a:pt x="64769" y="31896"/>
                    <a:pt x="64769" y="37201"/>
                  </a:cubicBezTo>
                  <a:cubicBezTo>
                    <a:pt x="64769" y="39435"/>
                    <a:pt x="64467" y="41552"/>
                    <a:pt x="63862" y="43553"/>
                  </a:cubicBezTo>
                  <a:cubicBezTo>
                    <a:pt x="63257" y="45506"/>
                    <a:pt x="62326" y="47344"/>
                    <a:pt x="61070" y="49065"/>
                  </a:cubicBezTo>
                  <a:cubicBezTo>
                    <a:pt x="59767" y="50788"/>
                    <a:pt x="57976" y="52160"/>
                    <a:pt x="55696" y="53183"/>
                  </a:cubicBezTo>
                  <a:cubicBezTo>
                    <a:pt x="53416" y="54161"/>
                    <a:pt x="50764" y="54649"/>
                    <a:pt x="47739" y="54649"/>
                  </a:cubicBezTo>
                  <a:cubicBezTo>
                    <a:pt x="44529" y="54649"/>
                    <a:pt x="40737" y="54021"/>
                    <a:pt x="36363" y="52765"/>
                  </a:cubicBezTo>
                  <a:cubicBezTo>
                    <a:pt x="31989" y="51509"/>
                    <a:pt x="25777" y="49368"/>
                    <a:pt x="17728" y="46343"/>
                  </a:cubicBezTo>
                  <a:cubicBezTo>
                    <a:pt x="13214" y="44715"/>
                    <a:pt x="9864" y="43901"/>
                    <a:pt x="7677" y="43901"/>
                  </a:cubicBezTo>
                  <a:cubicBezTo>
                    <a:pt x="6607" y="43901"/>
                    <a:pt x="5746" y="44018"/>
                    <a:pt x="5095" y="44250"/>
                  </a:cubicBezTo>
                  <a:cubicBezTo>
                    <a:pt x="4397" y="44482"/>
                    <a:pt x="3932" y="44831"/>
                    <a:pt x="3699" y="45297"/>
                  </a:cubicBezTo>
                  <a:cubicBezTo>
                    <a:pt x="3420" y="45762"/>
                    <a:pt x="3257" y="46135"/>
                    <a:pt x="3211" y="46413"/>
                  </a:cubicBezTo>
                  <a:cubicBezTo>
                    <a:pt x="3164" y="46646"/>
                    <a:pt x="3141" y="46994"/>
                    <a:pt x="3141" y="47461"/>
                  </a:cubicBezTo>
                  <a:cubicBezTo>
                    <a:pt x="3141" y="50207"/>
                    <a:pt x="4537" y="52859"/>
                    <a:pt x="7328" y="55417"/>
                  </a:cubicBezTo>
                  <a:cubicBezTo>
                    <a:pt x="10120" y="57976"/>
                    <a:pt x="14633" y="60140"/>
                    <a:pt x="20869" y="61908"/>
                  </a:cubicBezTo>
                  <a:cubicBezTo>
                    <a:pt x="22032" y="62279"/>
                    <a:pt x="22753" y="62582"/>
                    <a:pt x="23032" y="62816"/>
                  </a:cubicBezTo>
                  <a:cubicBezTo>
                    <a:pt x="23311" y="63048"/>
                    <a:pt x="23451" y="63513"/>
                    <a:pt x="23451" y="64212"/>
                  </a:cubicBezTo>
                  <a:cubicBezTo>
                    <a:pt x="23404" y="65375"/>
                    <a:pt x="22916" y="65956"/>
                    <a:pt x="21985" y="65956"/>
                  </a:cubicBezTo>
                  <a:cubicBezTo>
                    <a:pt x="21613" y="65956"/>
                    <a:pt x="20706" y="65746"/>
                    <a:pt x="19263" y="65328"/>
                  </a:cubicBezTo>
                  <a:cubicBezTo>
                    <a:pt x="17774" y="64909"/>
                    <a:pt x="15936" y="64212"/>
                    <a:pt x="13750" y="63234"/>
                  </a:cubicBezTo>
                  <a:cubicBezTo>
                    <a:pt x="11516" y="62211"/>
                    <a:pt x="9399" y="61001"/>
                    <a:pt x="7398" y="59605"/>
                  </a:cubicBezTo>
                  <a:cubicBezTo>
                    <a:pt x="5351" y="58209"/>
                    <a:pt x="3606" y="56416"/>
                    <a:pt x="2164" y="54231"/>
                  </a:cubicBezTo>
                  <a:cubicBezTo>
                    <a:pt x="721" y="51997"/>
                    <a:pt x="0" y="49600"/>
                    <a:pt x="0" y="47042"/>
                  </a:cubicBezTo>
                  <a:cubicBezTo>
                    <a:pt x="0" y="43551"/>
                    <a:pt x="1140" y="40737"/>
                    <a:pt x="3420" y="38597"/>
                  </a:cubicBezTo>
                  <a:cubicBezTo>
                    <a:pt x="5653" y="36410"/>
                    <a:pt x="8422" y="35317"/>
                    <a:pt x="11725" y="35317"/>
                  </a:cubicBezTo>
                  <a:cubicBezTo>
                    <a:pt x="13075" y="35317"/>
                    <a:pt x="14354" y="35503"/>
                    <a:pt x="15564" y="35875"/>
                  </a:cubicBezTo>
                  <a:cubicBezTo>
                    <a:pt x="16727" y="36200"/>
                    <a:pt x="18868" y="36967"/>
                    <a:pt x="21985" y="38177"/>
                  </a:cubicBezTo>
                  <a:cubicBezTo>
                    <a:pt x="34548" y="43063"/>
                    <a:pt x="43901" y="45506"/>
                    <a:pt x="50042" y="45506"/>
                  </a:cubicBezTo>
                  <a:cubicBezTo>
                    <a:pt x="51531" y="45506"/>
                    <a:pt x="52904" y="45390"/>
                    <a:pt x="54160" y="45157"/>
                  </a:cubicBezTo>
                  <a:cubicBezTo>
                    <a:pt x="55370" y="44879"/>
                    <a:pt x="56580" y="44436"/>
                    <a:pt x="57790" y="43831"/>
                  </a:cubicBezTo>
                  <a:cubicBezTo>
                    <a:pt x="58953" y="43226"/>
                    <a:pt x="59883" y="42319"/>
                    <a:pt x="60581" y="41109"/>
                  </a:cubicBezTo>
                  <a:cubicBezTo>
                    <a:pt x="61233" y="39853"/>
                    <a:pt x="61558" y="38363"/>
                    <a:pt x="61558" y="36643"/>
                  </a:cubicBezTo>
                  <a:cubicBezTo>
                    <a:pt x="61558" y="34455"/>
                    <a:pt x="61047" y="32338"/>
                    <a:pt x="60023" y="30291"/>
                  </a:cubicBezTo>
                  <a:cubicBezTo>
                    <a:pt x="58953" y="28198"/>
                    <a:pt x="57696" y="26499"/>
                    <a:pt x="56254" y="25196"/>
                  </a:cubicBezTo>
                  <a:cubicBezTo>
                    <a:pt x="54812" y="23847"/>
                    <a:pt x="53486" y="22776"/>
                    <a:pt x="52276" y="21985"/>
                  </a:cubicBezTo>
                  <a:cubicBezTo>
                    <a:pt x="51019" y="21148"/>
                    <a:pt x="50066" y="20637"/>
                    <a:pt x="49414" y="20450"/>
                  </a:cubicBezTo>
                  <a:lnTo>
                    <a:pt x="23730" y="14029"/>
                  </a:lnTo>
                  <a:lnTo>
                    <a:pt x="12284" y="11167"/>
                  </a:lnTo>
                  <a:cubicBezTo>
                    <a:pt x="8143" y="10283"/>
                    <a:pt x="5560" y="9632"/>
                    <a:pt x="4537" y="9213"/>
                  </a:cubicBezTo>
                  <a:cubicBezTo>
                    <a:pt x="3560" y="8655"/>
                    <a:pt x="2815" y="7888"/>
                    <a:pt x="2303" y="6910"/>
                  </a:cubicBezTo>
                  <a:cubicBezTo>
                    <a:pt x="1791" y="5933"/>
                    <a:pt x="1535" y="5025"/>
                    <a:pt x="1535" y="4188"/>
                  </a:cubicBezTo>
                  <a:cubicBezTo>
                    <a:pt x="1535" y="3024"/>
                    <a:pt x="1884" y="2049"/>
                    <a:pt x="2582" y="1257"/>
                  </a:cubicBezTo>
                  <a:cubicBezTo>
                    <a:pt x="3280" y="419"/>
                    <a:pt x="4234" y="0"/>
                    <a:pt x="5444" y="0"/>
                  </a:cubicBez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892" name="Group 891">
            <a:extLst>
              <a:ext uri="{FF2B5EF4-FFF2-40B4-BE49-F238E27FC236}">
                <a16:creationId xmlns:a16="http://schemas.microsoft.com/office/drawing/2014/main" id="{89592122-BAF2-CB89-D60C-22585CF3CF44}"/>
              </a:ext>
            </a:extLst>
          </p:cNvPr>
          <p:cNvGrpSpPr/>
          <p:nvPr/>
        </p:nvGrpSpPr>
        <p:grpSpPr>
          <a:xfrm>
            <a:off x="576446" y="2651641"/>
            <a:ext cx="2912392" cy="1867168"/>
            <a:chOff x="576446" y="2651641"/>
            <a:chExt cx="2912392" cy="1867168"/>
          </a:xfrm>
        </p:grpSpPr>
        <p:sp>
          <p:nvSpPr>
            <p:cNvPr id="592" name="Freeform 591">
              <a:extLst>
                <a:ext uri="{FF2B5EF4-FFF2-40B4-BE49-F238E27FC236}">
                  <a16:creationId xmlns:a16="http://schemas.microsoft.com/office/drawing/2014/main" id="{B0B92EF3-1207-1BA5-B3EE-4791D54C63FF}"/>
                </a:ext>
              </a:extLst>
            </p:cNvPr>
            <p:cNvSpPr/>
            <p:nvPr/>
          </p:nvSpPr>
          <p:spPr>
            <a:xfrm>
              <a:off x="576446" y="3512777"/>
              <a:ext cx="2912392" cy="550928"/>
            </a:xfrm>
            <a:custGeom>
              <a:avLst/>
              <a:gdLst>
                <a:gd name="connsiteX0" fmla="*/ 0 w 2912392"/>
                <a:gd name="connsiteY0" fmla="*/ 33351 h 550928"/>
                <a:gd name="connsiteX1" fmla="*/ 9739 w 2912392"/>
                <a:gd name="connsiteY1" fmla="*/ 29536 h 550928"/>
                <a:gd name="connsiteX2" fmla="*/ 19480 w 2912392"/>
                <a:gd name="connsiteY2" fmla="*/ 25899 h 550928"/>
                <a:gd name="connsiteX3" fmla="*/ 29221 w 2912392"/>
                <a:gd name="connsiteY3" fmla="*/ 22456 h 550928"/>
                <a:gd name="connsiteX4" fmla="*/ 38961 w 2912392"/>
                <a:gd name="connsiteY4" fmla="*/ 19217 h 550928"/>
                <a:gd name="connsiteX5" fmla="*/ 48702 w 2912392"/>
                <a:gd name="connsiteY5" fmla="*/ 16195 h 550928"/>
                <a:gd name="connsiteX6" fmla="*/ 58443 w 2912392"/>
                <a:gd name="connsiteY6" fmla="*/ 13402 h 550928"/>
                <a:gd name="connsiteX7" fmla="*/ 68182 w 2912392"/>
                <a:gd name="connsiteY7" fmla="*/ 10847 h 550928"/>
                <a:gd name="connsiteX8" fmla="*/ 77923 w 2912392"/>
                <a:gd name="connsiteY8" fmla="*/ 8542 h 550928"/>
                <a:gd name="connsiteX9" fmla="*/ 87664 w 2912392"/>
                <a:gd name="connsiteY9" fmla="*/ 6493 h 550928"/>
                <a:gd name="connsiteX10" fmla="*/ 97404 w 2912392"/>
                <a:gd name="connsiteY10" fmla="*/ 4713 h 550928"/>
                <a:gd name="connsiteX11" fmla="*/ 107145 w 2912392"/>
                <a:gd name="connsiteY11" fmla="*/ 3206 h 550928"/>
                <a:gd name="connsiteX12" fmla="*/ 116886 w 2912392"/>
                <a:gd name="connsiteY12" fmla="*/ 1982 h 550928"/>
                <a:gd name="connsiteX13" fmla="*/ 126625 w 2912392"/>
                <a:gd name="connsiteY13" fmla="*/ 1043 h 550928"/>
                <a:gd name="connsiteX14" fmla="*/ 136366 w 2912392"/>
                <a:gd name="connsiteY14" fmla="*/ 398 h 550928"/>
                <a:gd name="connsiteX15" fmla="*/ 146107 w 2912392"/>
                <a:gd name="connsiteY15" fmla="*/ 48 h 550928"/>
                <a:gd name="connsiteX16" fmla="*/ 155846 w 2912392"/>
                <a:gd name="connsiteY16" fmla="*/ 0 h 550928"/>
                <a:gd name="connsiteX17" fmla="*/ 165587 w 2912392"/>
                <a:gd name="connsiteY17" fmla="*/ 253 h 550928"/>
                <a:gd name="connsiteX18" fmla="*/ 175328 w 2912392"/>
                <a:gd name="connsiteY18" fmla="*/ 812 h 550928"/>
                <a:gd name="connsiteX19" fmla="*/ 185068 w 2912392"/>
                <a:gd name="connsiteY19" fmla="*/ 1676 h 550928"/>
                <a:gd name="connsiteX20" fmla="*/ 194809 w 2912392"/>
                <a:gd name="connsiteY20" fmla="*/ 2846 h 550928"/>
                <a:gd name="connsiteX21" fmla="*/ 204550 w 2912392"/>
                <a:gd name="connsiteY21" fmla="*/ 4319 h 550928"/>
                <a:gd name="connsiteX22" fmla="*/ 214289 w 2912392"/>
                <a:gd name="connsiteY22" fmla="*/ 6095 h 550928"/>
                <a:gd name="connsiteX23" fmla="*/ 224030 w 2912392"/>
                <a:gd name="connsiteY23" fmla="*/ 8171 h 550928"/>
                <a:gd name="connsiteX24" fmla="*/ 233771 w 2912392"/>
                <a:gd name="connsiteY24" fmla="*/ 10543 h 550928"/>
                <a:gd name="connsiteX25" fmla="*/ 243510 w 2912392"/>
                <a:gd name="connsiteY25" fmla="*/ 13206 h 550928"/>
                <a:gd name="connsiteX26" fmla="*/ 253251 w 2912392"/>
                <a:gd name="connsiteY26" fmla="*/ 16157 h 550928"/>
                <a:gd name="connsiteX27" fmla="*/ 262992 w 2912392"/>
                <a:gd name="connsiteY27" fmla="*/ 19388 h 550928"/>
                <a:gd name="connsiteX28" fmla="*/ 272732 w 2912392"/>
                <a:gd name="connsiteY28" fmla="*/ 22892 h 550928"/>
                <a:gd name="connsiteX29" fmla="*/ 282473 w 2912392"/>
                <a:gd name="connsiteY29" fmla="*/ 26663 h 550928"/>
                <a:gd name="connsiteX30" fmla="*/ 292214 w 2912392"/>
                <a:gd name="connsiteY30" fmla="*/ 30693 h 550928"/>
                <a:gd name="connsiteX31" fmla="*/ 301953 w 2912392"/>
                <a:gd name="connsiteY31" fmla="*/ 34972 h 550928"/>
                <a:gd name="connsiteX32" fmla="*/ 311694 w 2912392"/>
                <a:gd name="connsiteY32" fmla="*/ 39491 h 550928"/>
                <a:gd name="connsiteX33" fmla="*/ 321435 w 2912392"/>
                <a:gd name="connsiteY33" fmla="*/ 44240 h 550928"/>
                <a:gd name="connsiteX34" fmla="*/ 331175 w 2912392"/>
                <a:gd name="connsiteY34" fmla="*/ 49208 h 550928"/>
                <a:gd name="connsiteX35" fmla="*/ 340916 w 2912392"/>
                <a:gd name="connsiteY35" fmla="*/ 54383 h 550928"/>
                <a:gd name="connsiteX36" fmla="*/ 350656 w 2912392"/>
                <a:gd name="connsiteY36" fmla="*/ 59755 h 550928"/>
                <a:gd name="connsiteX37" fmla="*/ 360396 w 2912392"/>
                <a:gd name="connsiteY37" fmla="*/ 65311 h 550928"/>
                <a:gd name="connsiteX38" fmla="*/ 370137 w 2912392"/>
                <a:gd name="connsiteY38" fmla="*/ 71038 h 550928"/>
                <a:gd name="connsiteX39" fmla="*/ 379878 w 2912392"/>
                <a:gd name="connsiteY39" fmla="*/ 76923 h 550928"/>
                <a:gd name="connsiteX40" fmla="*/ 389617 w 2912392"/>
                <a:gd name="connsiteY40" fmla="*/ 82953 h 550928"/>
                <a:gd name="connsiteX41" fmla="*/ 399358 w 2912392"/>
                <a:gd name="connsiteY41" fmla="*/ 89115 h 550928"/>
                <a:gd name="connsiteX42" fmla="*/ 409099 w 2912392"/>
                <a:gd name="connsiteY42" fmla="*/ 95395 h 550928"/>
                <a:gd name="connsiteX43" fmla="*/ 418839 w 2912392"/>
                <a:gd name="connsiteY43" fmla="*/ 101778 h 550928"/>
                <a:gd name="connsiteX44" fmla="*/ 428580 w 2912392"/>
                <a:gd name="connsiteY44" fmla="*/ 108252 h 550928"/>
                <a:gd name="connsiteX45" fmla="*/ 438321 w 2912392"/>
                <a:gd name="connsiteY45" fmla="*/ 114798 h 550928"/>
                <a:gd name="connsiteX46" fmla="*/ 448060 w 2912392"/>
                <a:gd name="connsiteY46" fmla="*/ 121407 h 550928"/>
                <a:gd name="connsiteX47" fmla="*/ 457801 w 2912392"/>
                <a:gd name="connsiteY47" fmla="*/ 128063 h 550928"/>
                <a:gd name="connsiteX48" fmla="*/ 467542 w 2912392"/>
                <a:gd name="connsiteY48" fmla="*/ 134749 h 550928"/>
                <a:gd name="connsiteX49" fmla="*/ 477281 w 2912392"/>
                <a:gd name="connsiteY49" fmla="*/ 141454 h 550928"/>
                <a:gd name="connsiteX50" fmla="*/ 487022 w 2912392"/>
                <a:gd name="connsiteY50" fmla="*/ 148163 h 550928"/>
                <a:gd name="connsiteX51" fmla="*/ 496763 w 2912392"/>
                <a:gd name="connsiteY51" fmla="*/ 154860 h 550928"/>
                <a:gd name="connsiteX52" fmla="*/ 506503 w 2912392"/>
                <a:gd name="connsiteY52" fmla="*/ 161535 h 550928"/>
                <a:gd name="connsiteX53" fmla="*/ 516244 w 2912392"/>
                <a:gd name="connsiteY53" fmla="*/ 168171 h 550928"/>
                <a:gd name="connsiteX54" fmla="*/ 525985 w 2912392"/>
                <a:gd name="connsiteY54" fmla="*/ 174756 h 550928"/>
                <a:gd name="connsiteX55" fmla="*/ 535724 w 2912392"/>
                <a:gd name="connsiteY55" fmla="*/ 181276 h 550928"/>
                <a:gd name="connsiteX56" fmla="*/ 545465 w 2912392"/>
                <a:gd name="connsiteY56" fmla="*/ 187720 h 550928"/>
                <a:gd name="connsiteX57" fmla="*/ 555206 w 2912392"/>
                <a:gd name="connsiteY57" fmla="*/ 194074 h 550928"/>
                <a:gd name="connsiteX58" fmla="*/ 564946 w 2912392"/>
                <a:gd name="connsiteY58" fmla="*/ 200327 h 550928"/>
                <a:gd name="connsiteX59" fmla="*/ 574687 w 2912392"/>
                <a:gd name="connsiteY59" fmla="*/ 206467 h 550928"/>
                <a:gd name="connsiteX60" fmla="*/ 584428 w 2912392"/>
                <a:gd name="connsiteY60" fmla="*/ 212483 h 550928"/>
                <a:gd name="connsiteX61" fmla="*/ 594167 w 2912392"/>
                <a:gd name="connsiteY61" fmla="*/ 218365 h 550928"/>
                <a:gd name="connsiteX62" fmla="*/ 603908 w 2912392"/>
                <a:gd name="connsiteY62" fmla="*/ 224103 h 550928"/>
                <a:gd name="connsiteX63" fmla="*/ 613649 w 2912392"/>
                <a:gd name="connsiteY63" fmla="*/ 229684 h 550928"/>
                <a:gd name="connsiteX64" fmla="*/ 623388 w 2912392"/>
                <a:gd name="connsiteY64" fmla="*/ 235103 h 550928"/>
                <a:gd name="connsiteX65" fmla="*/ 633129 w 2912392"/>
                <a:gd name="connsiteY65" fmla="*/ 240350 h 550928"/>
                <a:gd name="connsiteX66" fmla="*/ 642870 w 2912392"/>
                <a:gd name="connsiteY66" fmla="*/ 245416 h 550928"/>
                <a:gd name="connsiteX67" fmla="*/ 652610 w 2912392"/>
                <a:gd name="connsiteY67" fmla="*/ 250295 h 550928"/>
                <a:gd name="connsiteX68" fmla="*/ 662351 w 2912392"/>
                <a:gd name="connsiteY68" fmla="*/ 254980 h 550928"/>
                <a:gd name="connsiteX69" fmla="*/ 672092 w 2912392"/>
                <a:gd name="connsiteY69" fmla="*/ 259463 h 550928"/>
                <a:gd name="connsiteX70" fmla="*/ 681831 w 2912392"/>
                <a:gd name="connsiteY70" fmla="*/ 263739 h 550928"/>
                <a:gd name="connsiteX71" fmla="*/ 691572 w 2912392"/>
                <a:gd name="connsiteY71" fmla="*/ 267803 h 550928"/>
                <a:gd name="connsiteX72" fmla="*/ 701313 w 2912392"/>
                <a:gd name="connsiteY72" fmla="*/ 271650 h 550928"/>
                <a:gd name="connsiteX73" fmla="*/ 711052 w 2912392"/>
                <a:gd name="connsiteY73" fmla="*/ 275278 h 550928"/>
                <a:gd name="connsiteX74" fmla="*/ 720793 w 2912392"/>
                <a:gd name="connsiteY74" fmla="*/ 278681 h 550928"/>
                <a:gd name="connsiteX75" fmla="*/ 730534 w 2912392"/>
                <a:gd name="connsiteY75" fmla="*/ 281856 h 550928"/>
                <a:gd name="connsiteX76" fmla="*/ 740274 w 2912392"/>
                <a:gd name="connsiteY76" fmla="*/ 284803 h 550928"/>
                <a:gd name="connsiteX77" fmla="*/ 750015 w 2912392"/>
                <a:gd name="connsiteY77" fmla="*/ 287519 h 550928"/>
                <a:gd name="connsiteX78" fmla="*/ 759756 w 2912392"/>
                <a:gd name="connsiteY78" fmla="*/ 290003 h 550928"/>
                <a:gd name="connsiteX79" fmla="*/ 769495 w 2912392"/>
                <a:gd name="connsiteY79" fmla="*/ 292252 h 550928"/>
                <a:gd name="connsiteX80" fmla="*/ 779236 w 2912392"/>
                <a:gd name="connsiteY80" fmla="*/ 294270 h 550928"/>
                <a:gd name="connsiteX81" fmla="*/ 788977 w 2912392"/>
                <a:gd name="connsiteY81" fmla="*/ 296055 h 550928"/>
                <a:gd name="connsiteX82" fmla="*/ 798717 w 2912392"/>
                <a:gd name="connsiteY82" fmla="*/ 297606 h 550928"/>
                <a:gd name="connsiteX83" fmla="*/ 808458 w 2912392"/>
                <a:gd name="connsiteY83" fmla="*/ 298927 h 550928"/>
                <a:gd name="connsiteX84" fmla="*/ 818199 w 2912392"/>
                <a:gd name="connsiteY84" fmla="*/ 300018 h 550928"/>
                <a:gd name="connsiteX85" fmla="*/ 827938 w 2912392"/>
                <a:gd name="connsiteY85" fmla="*/ 300882 h 550928"/>
                <a:gd name="connsiteX86" fmla="*/ 837679 w 2912392"/>
                <a:gd name="connsiteY86" fmla="*/ 301521 h 550928"/>
                <a:gd name="connsiteX87" fmla="*/ 847420 w 2912392"/>
                <a:gd name="connsiteY87" fmla="*/ 301937 h 550928"/>
                <a:gd name="connsiteX88" fmla="*/ 857159 w 2912392"/>
                <a:gd name="connsiteY88" fmla="*/ 302135 h 550928"/>
                <a:gd name="connsiteX89" fmla="*/ 866900 w 2912392"/>
                <a:gd name="connsiteY89" fmla="*/ 302117 h 550928"/>
                <a:gd name="connsiteX90" fmla="*/ 876641 w 2912392"/>
                <a:gd name="connsiteY90" fmla="*/ 301889 h 550928"/>
                <a:gd name="connsiteX91" fmla="*/ 886381 w 2912392"/>
                <a:gd name="connsiteY91" fmla="*/ 301453 h 550928"/>
                <a:gd name="connsiteX92" fmla="*/ 896122 w 2912392"/>
                <a:gd name="connsiteY92" fmla="*/ 300812 h 550928"/>
                <a:gd name="connsiteX93" fmla="*/ 905863 w 2912392"/>
                <a:gd name="connsiteY93" fmla="*/ 299975 h 550928"/>
                <a:gd name="connsiteX94" fmla="*/ 915602 w 2912392"/>
                <a:gd name="connsiteY94" fmla="*/ 298942 h 550928"/>
                <a:gd name="connsiteX95" fmla="*/ 925343 w 2912392"/>
                <a:gd name="connsiteY95" fmla="*/ 297722 h 550928"/>
                <a:gd name="connsiteX96" fmla="*/ 935084 w 2912392"/>
                <a:gd name="connsiteY96" fmla="*/ 296318 h 550928"/>
                <a:gd name="connsiteX97" fmla="*/ 944824 w 2912392"/>
                <a:gd name="connsiteY97" fmla="*/ 294736 h 550928"/>
                <a:gd name="connsiteX98" fmla="*/ 954564 w 2912392"/>
                <a:gd name="connsiteY98" fmla="*/ 292983 h 550928"/>
                <a:gd name="connsiteX99" fmla="*/ 964305 w 2912392"/>
                <a:gd name="connsiteY99" fmla="*/ 291062 h 550928"/>
                <a:gd name="connsiteX100" fmla="*/ 974045 w 2912392"/>
                <a:gd name="connsiteY100" fmla="*/ 288981 h 550928"/>
                <a:gd name="connsiteX101" fmla="*/ 983786 w 2912392"/>
                <a:gd name="connsiteY101" fmla="*/ 286743 h 550928"/>
                <a:gd name="connsiteX102" fmla="*/ 993522 w 2912392"/>
                <a:gd name="connsiteY102" fmla="*/ 284358 h 550928"/>
                <a:gd name="connsiteX103" fmla="*/ 1003266 w 2912392"/>
                <a:gd name="connsiteY103" fmla="*/ 281829 h 550928"/>
                <a:gd name="connsiteX104" fmla="*/ 1013010 w 2912392"/>
                <a:gd name="connsiteY104" fmla="*/ 279162 h 550928"/>
                <a:gd name="connsiteX105" fmla="*/ 1022754 w 2912392"/>
                <a:gd name="connsiteY105" fmla="*/ 276366 h 550928"/>
                <a:gd name="connsiteX106" fmla="*/ 1032483 w 2912392"/>
                <a:gd name="connsiteY106" fmla="*/ 273443 h 550928"/>
                <a:gd name="connsiteX107" fmla="*/ 1042227 w 2912392"/>
                <a:gd name="connsiteY107" fmla="*/ 270402 h 550928"/>
                <a:gd name="connsiteX108" fmla="*/ 1051971 w 2912392"/>
                <a:gd name="connsiteY108" fmla="*/ 267249 h 550928"/>
                <a:gd name="connsiteX109" fmla="*/ 1061715 w 2912392"/>
                <a:gd name="connsiteY109" fmla="*/ 263989 h 550928"/>
                <a:gd name="connsiteX110" fmla="*/ 1071444 w 2912392"/>
                <a:gd name="connsiteY110" fmla="*/ 260628 h 550928"/>
                <a:gd name="connsiteX111" fmla="*/ 1081188 w 2912392"/>
                <a:gd name="connsiteY111" fmla="*/ 257173 h 550928"/>
                <a:gd name="connsiteX112" fmla="*/ 1090932 w 2912392"/>
                <a:gd name="connsiteY112" fmla="*/ 253630 h 550928"/>
                <a:gd name="connsiteX113" fmla="*/ 1100676 w 2912392"/>
                <a:gd name="connsiteY113" fmla="*/ 250005 h 550928"/>
                <a:gd name="connsiteX114" fmla="*/ 1110405 w 2912392"/>
                <a:gd name="connsiteY114" fmla="*/ 246303 h 550928"/>
                <a:gd name="connsiteX115" fmla="*/ 1120149 w 2912392"/>
                <a:gd name="connsiteY115" fmla="*/ 242530 h 550928"/>
                <a:gd name="connsiteX116" fmla="*/ 1129893 w 2912392"/>
                <a:gd name="connsiteY116" fmla="*/ 238695 h 550928"/>
                <a:gd name="connsiteX117" fmla="*/ 1139637 w 2912392"/>
                <a:gd name="connsiteY117" fmla="*/ 234801 h 550928"/>
                <a:gd name="connsiteX118" fmla="*/ 1149381 w 2912392"/>
                <a:gd name="connsiteY118" fmla="*/ 230854 h 550928"/>
                <a:gd name="connsiteX119" fmla="*/ 1159110 w 2912392"/>
                <a:gd name="connsiteY119" fmla="*/ 226859 h 550928"/>
                <a:gd name="connsiteX120" fmla="*/ 1168854 w 2912392"/>
                <a:gd name="connsiteY120" fmla="*/ 222826 h 550928"/>
                <a:gd name="connsiteX121" fmla="*/ 1178598 w 2912392"/>
                <a:gd name="connsiteY121" fmla="*/ 218757 h 550928"/>
                <a:gd name="connsiteX122" fmla="*/ 1188341 w 2912392"/>
                <a:gd name="connsiteY122" fmla="*/ 214659 h 550928"/>
                <a:gd name="connsiteX123" fmla="*/ 1198070 w 2912392"/>
                <a:gd name="connsiteY123" fmla="*/ 210538 h 550928"/>
                <a:gd name="connsiteX124" fmla="*/ 1207814 w 2912392"/>
                <a:gd name="connsiteY124" fmla="*/ 206400 h 550928"/>
                <a:gd name="connsiteX125" fmla="*/ 1217558 w 2912392"/>
                <a:gd name="connsiteY125" fmla="*/ 202249 h 550928"/>
                <a:gd name="connsiteX126" fmla="*/ 1227302 w 2912392"/>
                <a:gd name="connsiteY126" fmla="*/ 198094 h 550928"/>
                <a:gd name="connsiteX127" fmla="*/ 1237031 w 2912392"/>
                <a:gd name="connsiteY127" fmla="*/ 193939 h 550928"/>
                <a:gd name="connsiteX128" fmla="*/ 1246775 w 2912392"/>
                <a:gd name="connsiteY128" fmla="*/ 189789 h 550928"/>
                <a:gd name="connsiteX129" fmla="*/ 1256519 w 2912392"/>
                <a:gd name="connsiteY129" fmla="*/ 185650 h 550928"/>
                <a:gd name="connsiteX130" fmla="*/ 1266263 w 2912392"/>
                <a:gd name="connsiteY130" fmla="*/ 181531 h 550928"/>
                <a:gd name="connsiteX131" fmla="*/ 1276007 w 2912392"/>
                <a:gd name="connsiteY131" fmla="*/ 177433 h 550928"/>
                <a:gd name="connsiteX132" fmla="*/ 1285736 w 2912392"/>
                <a:gd name="connsiteY132" fmla="*/ 173366 h 550928"/>
                <a:gd name="connsiteX133" fmla="*/ 1295480 w 2912392"/>
                <a:gd name="connsiteY133" fmla="*/ 169334 h 550928"/>
                <a:gd name="connsiteX134" fmla="*/ 1305224 w 2912392"/>
                <a:gd name="connsiteY134" fmla="*/ 165345 h 550928"/>
                <a:gd name="connsiteX135" fmla="*/ 1314968 w 2912392"/>
                <a:gd name="connsiteY135" fmla="*/ 161401 h 550928"/>
                <a:gd name="connsiteX136" fmla="*/ 1324697 w 2912392"/>
                <a:gd name="connsiteY136" fmla="*/ 157511 h 550928"/>
                <a:gd name="connsiteX137" fmla="*/ 1334441 w 2912392"/>
                <a:gd name="connsiteY137" fmla="*/ 153680 h 550928"/>
                <a:gd name="connsiteX138" fmla="*/ 1344185 w 2912392"/>
                <a:gd name="connsiteY138" fmla="*/ 149914 h 550928"/>
                <a:gd name="connsiteX139" fmla="*/ 1353929 w 2912392"/>
                <a:gd name="connsiteY139" fmla="*/ 146220 h 550928"/>
                <a:gd name="connsiteX140" fmla="*/ 1363658 w 2912392"/>
                <a:gd name="connsiteY140" fmla="*/ 142604 h 550928"/>
                <a:gd name="connsiteX141" fmla="*/ 1373402 w 2912392"/>
                <a:gd name="connsiteY141" fmla="*/ 139072 h 550928"/>
                <a:gd name="connsiteX142" fmla="*/ 1383146 w 2912392"/>
                <a:gd name="connsiteY142" fmla="*/ 135630 h 550928"/>
                <a:gd name="connsiteX143" fmla="*/ 1392890 w 2912392"/>
                <a:gd name="connsiteY143" fmla="*/ 132285 h 550928"/>
                <a:gd name="connsiteX144" fmla="*/ 1402619 w 2912392"/>
                <a:gd name="connsiteY144" fmla="*/ 129042 h 550928"/>
                <a:gd name="connsiteX145" fmla="*/ 1412363 w 2912392"/>
                <a:gd name="connsiteY145" fmla="*/ 125907 h 550928"/>
                <a:gd name="connsiteX146" fmla="*/ 1422106 w 2912392"/>
                <a:gd name="connsiteY146" fmla="*/ 122887 h 550928"/>
                <a:gd name="connsiteX147" fmla="*/ 1431850 w 2912392"/>
                <a:gd name="connsiteY147" fmla="*/ 119987 h 550928"/>
                <a:gd name="connsiteX148" fmla="*/ 1441594 w 2912392"/>
                <a:gd name="connsiteY148" fmla="*/ 117216 h 550928"/>
                <a:gd name="connsiteX149" fmla="*/ 1451323 w 2912392"/>
                <a:gd name="connsiteY149" fmla="*/ 114579 h 550928"/>
                <a:gd name="connsiteX150" fmla="*/ 1461067 w 2912392"/>
                <a:gd name="connsiteY150" fmla="*/ 112081 h 550928"/>
                <a:gd name="connsiteX151" fmla="*/ 1470811 w 2912392"/>
                <a:gd name="connsiteY151" fmla="*/ 109727 h 550928"/>
                <a:gd name="connsiteX152" fmla="*/ 1480555 w 2912392"/>
                <a:gd name="connsiteY152" fmla="*/ 107526 h 550928"/>
                <a:gd name="connsiteX153" fmla="*/ 1490284 w 2912392"/>
                <a:gd name="connsiteY153" fmla="*/ 105482 h 550928"/>
                <a:gd name="connsiteX154" fmla="*/ 1500028 w 2912392"/>
                <a:gd name="connsiteY154" fmla="*/ 103600 h 550928"/>
                <a:gd name="connsiteX155" fmla="*/ 1509772 w 2912392"/>
                <a:gd name="connsiteY155" fmla="*/ 101888 h 550928"/>
                <a:gd name="connsiteX156" fmla="*/ 1519516 w 2912392"/>
                <a:gd name="connsiteY156" fmla="*/ 100351 h 550928"/>
                <a:gd name="connsiteX157" fmla="*/ 1529245 w 2912392"/>
                <a:gd name="connsiteY157" fmla="*/ 98992 h 550928"/>
                <a:gd name="connsiteX158" fmla="*/ 1538989 w 2912392"/>
                <a:gd name="connsiteY158" fmla="*/ 97819 h 550928"/>
                <a:gd name="connsiteX159" fmla="*/ 1548733 w 2912392"/>
                <a:gd name="connsiteY159" fmla="*/ 96836 h 550928"/>
                <a:gd name="connsiteX160" fmla="*/ 1558477 w 2912392"/>
                <a:gd name="connsiteY160" fmla="*/ 96049 h 550928"/>
                <a:gd name="connsiteX161" fmla="*/ 1568221 w 2912392"/>
                <a:gd name="connsiteY161" fmla="*/ 95461 h 550928"/>
                <a:gd name="connsiteX162" fmla="*/ 1577950 w 2912392"/>
                <a:gd name="connsiteY162" fmla="*/ 95076 h 550928"/>
                <a:gd name="connsiteX163" fmla="*/ 1587694 w 2912392"/>
                <a:gd name="connsiteY163" fmla="*/ 94901 h 550928"/>
                <a:gd name="connsiteX164" fmla="*/ 1597438 w 2912392"/>
                <a:gd name="connsiteY164" fmla="*/ 94938 h 550928"/>
                <a:gd name="connsiteX165" fmla="*/ 1607182 w 2912392"/>
                <a:gd name="connsiteY165" fmla="*/ 95190 h 550928"/>
                <a:gd name="connsiteX166" fmla="*/ 1616911 w 2912392"/>
                <a:gd name="connsiteY166" fmla="*/ 95663 h 550928"/>
                <a:gd name="connsiteX167" fmla="*/ 1626655 w 2912392"/>
                <a:gd name="connsiteY167" fmla="*/ 96358 h 550928"/>
                <a:gd name="connsiteX168" fmla="*/ 1636399 w 2912392"/>
                <a:gd name="connsiteY168" fmla="*/ 97280 h 550928"/>
                <a:gd name="connsiteX169" fmla="*/ 1646142 w 2912392"/>
                <a:gd name="connsiteY169" fmla="*/ 98429 h 550928"/>
                <a:gd name="connsiteX170" fmla="*/ 1655872 w 2912392"/>
                <a:gd name="connsiteY170" fmla="*/ 99808 h 550928"/>
                <a:gd name="connsiteX171" fmla="*/ 1665616 w 2912392"/>
                <a:gd name="connsiteY171" fmla="*/ 101420 h 550928"/>
                <a:gd name="connsiteX172" fmla="*/ 1675359 w 2912392"/>
                <a:gd name="connsiteY172" fmla="*/ 103265 h 550928"/>
                <a:gd name="connsiteX173" fmla="*/ 1685103 w 2912392"/>
                <a:gd name="connsiteY173" fmla="*/ 105346 h 550928"/>
                <a:gd name="connsiteX174" fmla="*/ 1694832 w 2912392"/>
                <a:gd name="connsiteY174" fmla="*/ 107663 h 550928"/>
                <a:gd name="connsiteX175" fmla="*/ 1704576 w 2912392"/>
                <a:gd name="connsiteY175" fmla="*/ 110215 h 550928"/>
                <a:gd name="connsiteX176" fmla="*/ 1714320 w 2912392"/>
                <a:gd name="connsiteY176" fmla="*/ 113004 h 550928"/>
                <a:gd name="connsiteX177" fmla="*/ 1724064 w 2912392"/>
                <a:gd name="connsiteY177" fmla="*/ 116029 h 550928"/>
                <a:gd name="connsiteX178" fmla="*/ 1733808 w 2912392"/>
                <a:gd name="connsiteY178" fmla="*/ 119289 h 550928"/>
                <a:gd name="connsiteX179" fmla="*/ 1743537 w 2912392"/>
                <a:gd name="connsiteY179" fmla="*/ 122783 h 550928"/>
                <a:gd name="connsiteX180" fmla="*/ 1753281 w 2912392"/>
                <a:gd name="connsiteY180" fmla="*/ 126509 h 550928"/>
                <a:gd name="connsiteX181" fmla="*/ 1763025 w 2912392"/>
                <a:gd name="connsiteY181" fmla="*/ 130464 h 550928"/>
                <a:gd name="connsiteX182" fmla="*/ 1772769 w 2912392"/>
                <a:gd name="connsiteY182" fmla="*/ 134650 h 550928"/>
                <a:gd name="connsiteX183" fmla="*/ 1782498 w 2912392"/>
                <a:gd name="connsiteY183" fmla="*/ 139058 h 550928"/>
                <a:gd name="connsiteX184" fmla="*/ 1792242 w 2912392"/>
                <a:gd name="connsiteY184" fmla="*/ 143690 h 550928"/>
                <a:gd name="connsiteX185" fmla="*/ 1801986 w 2912392"/>
                <a:gd name="connsiteY185" fmla="*/ 148540 h 550928"/>
                <a:gd name="connsiteX186" fmla="*/ 1811730 w 2912392"/>
                <a:gd name="connsiteY186" fmla="*/ 153606 h 550928"/>
                <a:gd name="connsiteX187" fmla="*/ 1821459 w 2912392"/>
                <a:gd name="connsiteY187" fmla="*/ 158880 h 550928"/>
                <a:gd name="connsiteX188" fmla="*/ 1831203 w 2912392"/>
                <a:gd name="connsiteY188" fmla="*/ 164360 h 550928"/>
                <a:gd name="connsiteX189" fmla="*/ 1840947 w 2912392"/>
                <a:gd name="connsiteY189" fmla="*/ 170039 h 550928"/>
                <a:gd name="connsiteX190" fmla="*/ 1850691 w 2912392"/>
                <a:gd name="connsiteY190" fmla="*/ 175912 h 550928"/>
                <a:gd name="connsiteX191" fmla="*/ 1860435 w 2912392"/>
                <a:gd name="connsiteY191" fmla="*/ 181976 h 550928"/>
                <a:gd name="connsiteX192" fmla="*/ 1870164 w 2912392"/>
                <a:gd name="connsiteY192" fmla="*/ 188220 h 550928"/>
                <a:gd name="connsiteX193" fmla="*/ 1879908 w 2912392"/>
                <a:gd name="connsiteY193" fmla="*/ 194642 h 550928"/>
                <a:gd name="connsiteX194" fmla="*/ 1889652 w 2912392"/>
                <a:gd name="connsiteY194" fmla="*/ 201230 h 550928"/>
                <a:gd name="connsiteX195" fmla="*/ 1899395 w 2912392"/>
                <a:gd name="connsiteY195" fmla="*/ 207981 h 550928"/>
                <a:gd name="connsiteX196" fmla="*/ 1909124 w 2912392"/>
                <a:gd name="connsiteY196" fmla="*/ 214885 h 550928"/>
                <a:gd name="connsiteX197" fmla="*/ 1918868 w 2912392"/>
                <a:gd name="connsiteY197" fmla="*/ 221935 h 550928"/>
                <a:gd name="connsiteX198" fmla="*/ 1928612 w 2912392"/>
                <a:gd name="connsiteY198" fmla="*/ 229124 h 550928"/>
                <a:gd name="connsiteX199" fmla="*/ 1938356 w 2912392"/>
                <a:gd name="connsiteY199" fmla="*/ 236441 h 550928"/>
                <a:gd name="connsiteX200" fmla="*/ 1948085 w 2912392"/>
                <a:gd name="connsiteY200" fmla="*/ 243879 h 550928"/>
                <a:gd name="connsiteX201" fmla="*/ 1957829 w 2912392"/>
                <a:gd name="connsiteY201" fmla="*/ 251426 h 550928"/>
                <a:gd name="connsiteX202" fmla="*/ 1967573 w 2912392"/>
                <a:gd name="connsiteY202" fmla="*/ 259077 h 550928"/>
                <a:gd name="connsiteX203" fmla="*/ 1977317 w 2912392"/>
                <a:gd name="connsiteY203" fmla="*/ 266821 h 550928"/>
                <a:gd name="connsiteX204" fmla="*/ 1987046 w 2912392"/>
                <a:gd name="connsiteY204" fmla="*/ 274648 h 550928"/>
                <a:gd name="connsiteX205" fmla="*/ 1996790 w 2912392"/>
                <a:gd name="connsiteY205" fmla="*/ 282547 h 550928"/>
                <a:gd name="connsiteX206" fmla="*/ 2006534 w 2912392"/>
                <a:gd name="connsiteY206" fmla="*/ 290509 h 550928"/>
                <a:gd name="connsiteX207" fmla="*/ 2016278 w 2912392"/>
                <a:gd name="connsiteY207" fmla="*/ 298525 h 550928"/>
                <a:gd name="connsiteX208" fmla="*/ 2026022 w 2912392"/>
                <a:gd name="connsiteY208" fmla="*/ 306584 h 550928"/>
                <a:gd name="connsiteX209" fmla="*/ 2035751 w 2912392"/>
                <a:gd name="connsiteY209" fmla="*/ 314674 h 550928"/>
                <a:gd name="connsiteX210" fmla="*/ 2045495 w 2912392"/>
                <a:gd name="connsiteY210" fmla="*/ 322786 h 550928"/>
                <a:gd name="connsiteX211" fmla="*/ 2055239 w 2912392"/>
                <a:gd name="connsiteY211" fmla="*/ 330909 h 550928"/>
                <a:gd name="connsiteX212" fmla="*/ 2064983 w 2912392"/>
                <a:gd name="connsiteY212" fmla="*/ 339034 h 550928"/>
                <a:gd name="connsiteX213" fmla="*/ 2074712 w 2912392"/>
                <a:gd name="connsiteY213" fmla="*/ 347146 h 550928"/>
                <a:gd name="connsiteX214" fmla="*/ 2084456 w 2912392"/>
                <a:gd name="connsiteY214" fmla="*/ 355239 h 550928"/>
                <a:gd name="connsiteX215" fmla="*/ 2094200 w 2912392"/>
                <a:gd name="connsiteY215" fmla="*/ 363300 h 550928"/>
                <a:gd name="connsiteX216" fmla="*/ 2103944 w 2912392"/>
                <a:gd name="connsiteY216" fmla="*/ 371317 h 550928"/>
                <a:gd name="connsiteX217" fmla="*/ 2113673 w 2912392"/>
                <a:gd name="connsiteY217" fmla="*/ 379280 h 550928"/>
                <a:gd name="connsiteX218" fmla="*/ 2123417 w 2912392"/>
                <a:gd name="connsiteY218" fmla="*/ 387181 h 550928"/>
                <a:gd name="connsiteX219" fmla="*/ 2133161 w 2912392"/>
                <a:gd name="connsiteY219" fmla="*/ 395006 h 550928"/>
                <a:gd name="connsiteX220" fmla="*/ 2142905 w 2912392"/>
                <a:gd name="connsiteY220" fmla="*/ 402746 h 550928"/>
                <a:gd name="connsiteX221" fmla="*/ 2152649 w 2912392"/>
                <a:gd name="connsiteY221" fmla="*/ 410389 h 550928"/>
                <a:gd name="connsiteX222" fmla="*/ 2162377 w 2912392"/>
                <a:gd name="connsiteY222" fmla="*/ 417925 h 550928"/>
                <a:gd name="connsiteX223" fmla="*/ 2172121 w 2912392"/>
                <a:gd name="connsiteY223" fmla="*/ 425347 h 550928"/>
                <a:gd name="connsiteX224" fmla="*/ 2181865 w 2912392"/>
                <a:gd name="connsiteY224" fmla="*/ 432640 h 550928"/>
                <a:gd name="connsiteX225" fmla="*/ 2191609 w 2912392"/>
                <a:gd name="connsiteY225" fmla="*/ 439796 h 550928"/>
                <a:gd name="connsiteX226" fmla="*/ 2201338 w 2912392"/>
                <a:gd name="connsiteY226" fmla="*/ 446804 h 550928"/>
                <a:gd name="connsiteX227" fmla="*/ 2211082 w 2912392"/>
                <a:gd name="connsiteY227" fmla="*/ 453656 h 550928"/>
                <a:gd name="connsiteX228" fmla="*/ 2220826 w 2912392"/>
                <a:gd name="connsiteY228" fmla="*/ 460341 h 550928"/>
                <a:gd name="connsiteX229" fmla="*/ 2230570 w 2912392"/>
                <a:gd name="connsiteY229" fmla="*/ 466852 h 550928"/>
                <a:gd name="connsiteX230" fmla="*/ 2240299 w 2912392"/>
                <a:gd name="connsiteY230" fmla="*/ 473178 h 550928"/>
                <a:gd name="connsiteX231" fmla="*/ 2250043 w 2912392"/>
                <a:gd name="connsiteY231" fmla="*/ 479309 h 550928"/>
                <a:gd name="connsiteX232" fmla="*/ 2259787 w 2912392"/>
                <a:gd name="connsiteY232" fmla="*/ 485239 h 550928"/>
                <a:gd name="connsiteX233" fmla="*/ 2269531 w 2912392"/>
                <a:gd name="connsiteY233" fmla="*/ 490959 h 550928"/>
                <a:gd name="connsiteX234" fmla="*/ 2279260 w 2912392"/>
                <a:gd name="connsiteY234" fmla="*/ 496458 h 550928"/>
                <a:gd name="connsiteX235" fmla="*/ 2289004 w 2912392"/>
                <a:gd name="connsiteY235" fmla="*/ 501732 h 550928"/>
                <a:gd name="connsiteX236" fmla="*/ 2298748 w 2912392"/>
                <a:gd name="connsiteY236" fmla="*/ 506768 h 550928"/>
                <a:gd name="connsiteX237" fmla="*/ 2308492 w 2912392"/>
                <a:gd name="connsiteY237" fmla="*/ 511566 h 550928"/>
                <a:gd name="connsiteX238" fmla="*/ 2318236 w 2912392"/>
                <a:gd name="connsiteY238" fmla="*/ 516125 h 550928"/>
                <a:gd name="connsiteX239" fmla="*/ 2327965 w 2912392"/>
                <a:gd name="connsiteY239" fmla="*/ 520416 h 550928"/>
                <a:gd name="connsiteX240" fmla="*/ 2337709 w 2912392"/>
                <a:gd name="connsiteY240" fmla="*/ 524453 h 550928"/>
                <a:gd name="connsiteX241" fmla="*/ 2347453 w 2912392"/>
                <a:gd name="connsiteY241" fmla="*/ 528208 h 550928"/>
                <a:gd name="connsiteX242" fmla="*/ 2357197 w 2912392"/>
                <a:gd name="connsiteY242" fmla="*/ 531709 h 550928"/>
                <a:gd name="connsiteX243" fmla="*/ 2366926 w 2912392"/>
                <a:gd name="connsiteY243" fmla="*/ 534927 h 550928"/>
                <a:gd name="connsiteX244" fmla="*/ 2376670 w 2912392"/>
                <a:gd name="connsiteY244" fmla="*/ 537862 h 550928"/>
                <a:gd name="connsiteX245" fmla="*/ 2386413 w 2912392"/>
                <a:gd name="connsiteY245" fmla="*/ 540499 h 550928"/>
                <a:gd name="connsiteX246" fmla="*/ 2396157 w 2912392"/>
                <a:gd name="connsiteY246" fmla="*/ 542853 h 550928"/>
                <a:gd name="connsiteX247" fmla="*/ 2405886 w 2912392"/>
                <a:gd name="connsiteY247" fmla="*/ 544924 h 550928"/>
                <a:gd name="connsiteX248" fmla="*/ 2415630 w 2912392"/>
                <a:gd name="connsiteY248" fmla="*/ 546682 h 550928"/>
                <a:gd name="connsiteX249" fmla="*/ 2425374 w 2912392"/>
                <a:gd name="connsiteY249" fmla="*/ 548142 h 550928"/>
                <a:gd name="connsiteX250" fmla="*/ 2435118 w 2912392"/>
                <a:gd name="connsiteY250" fmla="*/ 549305 h 550928"/>
                <a:gd name="connsiteX251" fmla="*/ 2444862 w 2912392"/>
                <a:gd name="connsiteY251" fmla="*/ 550154 h 550928"/>
                <a:gd name="connsiteX252" fmla="*/ 2454591 w 2912392"/>
                <a:gd name="connsiteY252" fmla="*/ 550690 h 550928"/>
                <a:gd name="connsiteX253" fmla="*/ 2464335 w 2912392"/>
                <a:gd name="connsiteY253" fmla="*/ 550929 h 550928"/>
                <a:gd name="connsiteX254" fmla="*/ 2474079 w 2912392"/>
                <a:gd name="connsiteY254" fmla="*/ 550854 h 550928"/>
                <a:gd name="connsiteX255" fmla="*/ 2483823 w 2912392"/>
                <a:gd name="connsiteY255" fmla="*/ 550467 h 550928"/>
                <a:gd name="connsiteX256" fmla="*/ 2493552 w 2912392"/>
                <a:gd name="connsiteY256" fmla="*/ 549781 h 550928"/>
                <a:gd name="connsiteX257" fmla="*/ 2503296 w 2912392"/>
                <a:gd name="connsiteY257" fmla="*/ 548768 h 550928"/>
                <a:gd name="connsiteX258" fmla="*/ 2513040 w 2912392"/>
                <a:gd name="connsiteY258" fmla="*/ 547457 h 550928"/>
                <a:gd name="connsiteX259" fmla="*/ 2522784 w 2912392"/>
                <a:gd name="connsiteY259" fmla="*/ 545833 h 550928"/>
                <a:gd name="connsiteX260" fmla="*/ 2532513 w 2912392"/>
                <a:gd name="connsiteY260" fmla="*/ 543911 h 550928"/>
                <a:gd name="connsiteX261" fmla="*/ 2542257 w 2912392"/>
                <a:gd name="connsiteY261" fmla="*/ 541676 h 550928"/>
                <a:gd name="connsiteX262" fmla="*/ 2552001 w 2912392"/>
                <a:gd name="connsiteY262" fmla="*/ 539143 h 550928"/>
                <a:gd name="connsiteX263" fmla="*/ 2561745 w 2912392"/>
                <a:gd name="connsiteY263" fmla="*/ 536298 h 550928"/>
                <a:gd name="connsiteX264" fmla="*/ 2571474 w 2912392"/>
                <a:gd name="connsiteY264" fmla="*/ 533169 h 550928"/>
                <a:gd name="connsiteX265" fmla="*/ 2581218 w 2912392"/>
                <a:gd name="connsiteY265" fmla="*/ 529742 h 550928"/>
                <a:gd name="connsiteX266" fmla="*/ 2590962 w 2912392"/>
                <a:gd name="connsiteY266" fmla="*/ 526032 h 550928"/>
                <a:gd name="connsiteX267" fmla="*/ 2600705 w 2912392"/>
                <a:gd name="connsiteY267" fmla="*/ 522025 h 550928"/>
                <a:gd name="connsiteX268" fmla="*/ 2610449 w 2912392"/>
                <a:gd name="connsiteY268" fmla="*/ 517749 h 550928"/>
                <a:gd name="connsiteX269" fmla="*/ 2620178 w 2912392"/>
                <a:gd name="connsiteY269" fmla="*/ 513190 h 550928"/>
                <a:gd name="connsiteX270" fmla="*/ 2629922 w 2912392"/>
                <a:gd name="connsiteY270" fmla="*/ 508347 h 550928"/>
                <a:gd name="connsiteX271" fmla="*/ 2639666 w 2912392"/>
                <a:gd name="connsiteY271" fmla="*/ 503252 h 550928"/>
                <a:gd name="connsiteX272" fmla="*/ 2649410 w 2912392"/>
                <a:gd name="connsiteY272" fmla="*/ 497893 h 550928"/>
                <a:gd name="connsiteX273" fmla="*/ 2659139 w 2912392"/>
                <a:gd name="connsiteY273" fmla="*/ 492279 h 550928"/>
                <a:gd name="connsiteX274" fmla="*/ 2668883 w 2912392"/>
                <a:gd name="connsiteY274" fmla="*/ 486415 h 550928"/>
                <a:gd name="connsiteX275" fmla="*/ 2678627 w 2912392"/>
                <a:gd name="connsiteY275" fmla="*/ 480309 h 550928"/>
                <a:gd name="connsiteX276" fmla="*/ 2688371 w 2912392"/>
                <a:gd name="connsiteY276" fmla="*/ 473966 h 550928"/>
                <a:gd name="connsiteX277" fmla="*/ 2698100 w 2912392"/>
                <a:gd name="connsiteY277" fmla="*/ 467396 h 550928"/>
                <a:gd name="connsiteX278" fmla="*/ 2707844 w 2912392"/>
                <a:gd name="connsiteY278" fmla="*/ 460604 h 550928"/>
                <a:gd name="connsiteX279" fmla="*/ 2717588 w 2912392"/>
                <a:gd name="connsiteY279" fmla="*/ 453597 h 550928"/>
                <a:gd name="connsiteX280" fmla="*/ 2727332 w 2912392"/>
                <a:gd name="connsiteY280" fmla="*/ 446381 h 550928"/>
                <a:gd name="connsiteX281" fmla="*/ 2737076 w 2912392"/>
                <a:gd name="connsiteY281" fmla="*/ 438967 h 550928"/>
                <a:gd name="connsiteX282" fmla="*/ 2746805 w 2912392"/>
                <a:gd name="connsiteY282" fmla="*/ 431363 h 550928"/>
                <a:gd name="connsiteX283" fmla="*/ 2756549 w 2912392"/>
                <a:gd name="connsiteY283" fmla="*/ 423574 h 550928"/>
                <a:gd name="connsiteX284" fmla="*/ 2766293 w 2912392"/>
                <a:gd name="connsiteY284" fmla="*/ 415610 h 550928"/>
                <a:gd name="connsiteX285" fmla="*/ 2776037 w 2912392"/>
                <a:gd name="connsiteY285" fmla="*/ 407480 h 550928"/>
                <a:gd name="connsiteX286" fmla="*/ 2785766 w 2912392"/>
                <a:gd name="connsiteY286" fmla="*/ 399190 h 550928"/>
                <a:gd name="connsiteX287" fmla="*/ 2795510 w 2912392"/>
                <a:gd name="connsiteY287" fmla="*/ 390751 h 550928"/>
                <a:gd name="connsiteX288" fmla="*/ 2805254 w 2912392"/>
                <a:gd name="connsiteY288" fmla="*/ 382169 h 550928"/>
                <a:gd name="connsiteX289" fmla="*/ 2814998 w 2912392"/>
                <a:gd name="connsiteY289" fmla="*/ 373458 h 550928"/>
                <a:gd name="connsiteX290" fmla="*/ 2824727 w 2912392"/>
                <a:gd name="connsiteY290" fmla="*/ 364621 h 550928"/>
                <a:gd name="connsiteX291" fmla="*/ 2834471 w 2912392"/>
                <a:gd name="connsiteY291" fmla="*/ 355670 h 550928"/>
                <a:gd name="connsiteX292" fmla="*/ 2844215 w 2912392"/>
                <a:gd name="connsiteY292" fmla="*/ 346613 h 550928"/>
                <a:gd name="connsiteX293" fmla="*/ 2853958 w 2912392"/>
                <a:gd name="connsiteY293" fmla="*/ 337460 h 550928"/>
                <a:gd name="connsiteX294" fmla="*/ 2863687 w 2912392"/>
                <a:gd name="connsiteY294" fmla="*/ 328220 h 550928"/>
                <a:gd name="connsiteX295" fmla="*/ 2873431 w 2912392"/>
                <a:gd name="connsiteY295" fmla="*/ 318902 h 550928"/>
                <a:gd name="connsiteX296" fmla="*/ 2883175 w 2912392"/>
                <a:gd name="connsiteY296" fmla="*/ 309514 h 550928"/>
                <a:gd name="connsiteX297" fmla="*/ 2892919 w 2912392"/>
                <a:gd name="connsiteY297" fmla="*/ 300069 h 550928"/>
                <a:gd name="connsiteX298" fmla="*/ 2902663 w 2912392"/>
                <a:gd name="connsiteY298" fmla="*/ 290570 h 550928"/>
                <a:gd name="connsiteX299" fmla="*/ 2912392 w 2912392"/>
                <a:gd name="connsiteY299" fmla="*/ 281032 h 5509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50928">
                  <a:moveTo>
                    <a:pt x="0" y="33351"/>
                  </a:moveTo>
                  <a:lnTo>
                    <a:pt x="9739" y="29536"/>
                  </a:lnTo>
                  <a:lnTo>
                    <a:pt x="19480" y="25899"/>
                  </a:lnTo>
                  <a:lnTo>
                    <a:pt x="29221" y="22456"/>
                  </a:lnTo>
                  <a:lnTo>
                    <a:pt x="38961" y="19217"/>
                  </a:lnTo>
                  <a:lnTo>
                    <a:pt x="48702" y="16195"/>
                  </a:lnTo>
                  <a:lnTo>
                    <a:pt x="58443" y="13402"/>
                  </a:lnTo>
                  <a:lnTo>
                    <a:pt x="68182" y="10847"/>
                  </a:lnTo>
                  <a:lnTo>
                    <a:pt x="77923" y="8542"/>
                  </a:lnTo>
                  <a:lnTo>
                    <a:pt x="87664" y="6493"/>
                  </a:lnTo>
                  <a:lnTo>
                    <a:pt x="97404" y="4713"/>
                  </a:lnTo>
                  <a:lnTo>
                    <a:pt x="107145" y="3206"/>
                  </a:lnTo>
                  <a:lnTo>
                    <a:pt x="116886" y="1982"/>
                  </a:lnTo>
                  <a:lnTo>
                    <a:pt x="126625" y="1043"/>
                  </a:lnTo>
                  <a:lnTo>
                    <a:pt x="136366" y="398"/>
                  </a:lnTo>
                  <a:lnTo>
                    <a:pt x="146107" y="48"/>
                  </a:lnTo>
                  <a:lnTo>
                    <a:pt x="155846" y="0"/>
                  </a:lnTo>
                  <a:lnTo>
                    <a:pt x="165587" y="253"/>
                  </a:lnTo>
                  <a:lnTo>
                    <a:pt x="175328" y="812"/>
                  </a:lnTo>
                  <a:lnTo>
                    <a:pt x="185068" y="1676"/>
                  </a:lnTo>
                  <a:lnTo>
                    <a:pt x="194809" y="2846"/>
                  </a:lnTo>
                  <a:lnTo>
                    <a:pt x="204550" y="4319"/>
                  </a:lnTo>
                  <a:lnTo>
                    <a:pt x="214289" y="6095"/>
                  </a:lnTo>
                  <a:lnTo>
                    <a:pt x="224030" y="8171"/>
                  </a:lnTo>
                  <a:lnTo>
                    <a:pt x="233771" y="10543"/>
                  </a:lnTo>
                  <a:lnTo>
                    <a:pt x="243510" y="13206"/>
                  </a:lnTo>
                  <a:lnTo>
                    <a:pt x="253251" y="16157"/>
                  </a:lnTo>
                  <a:lnTo>
                    <a:pt x="262992" y="19388"/>
                  </a:lnTo>
                  <a:lnTo>
                    <a:pt x="272732" y="22892"/>
                  </a:lnTo>
                  <a:lnTo>
                    <a:pt x="282473" y="26663"/>
                  </a:lnTo>
                  <a:lnTo>
                    <a:pt x="292214" y="30693"/>
                  </a:lnTo>
                  <a:lnTo>
                    <a:pt x="301953" y="34972"/>
                  </a:lnTo>
                  <a:lnTo>
                    <a:pt x="311694" y="39491"/>
                  </a:lnTo>
                  <a:lnTo>
                    <a:pt x="321435" y="44240"/>
                  </a:lnTo>
                  <a:lnTo>
                    <a:pt x="331175" y="49208"/>
                  </a:lnTo>
                  <a:lnTo>
                    <a:pt x="340916" y="54383"/>
                  </a:lnTo>
                  <a:lnTo>
                    <a:pt x="350656" y="59755"/>
                  </a:lnTo>
                  <a:lnTo>
                    <a:pt x="360396" y="65311"/>
                  </a:lnTo>
                  <a:lnTo>
                    <a:pt x="370137" y="71038"/>
                  </a:lnTo>
                  <a:lnTo>
                    <a:pt x="379878" y="76923"/>
                  </a:lnTo>
                  <a:lnTo>
                    <a:pt x="389617" y="82953"/>
                  </a:lnTo>
                  <a:lnTo>
                    <a:pt x="399358" y="89115"/>
                  </a:lnTo>
                  <a:lnTo>
                    <a:pt x="409099" y="95395"/>
                  </a:lnTo>
                  <a:lnTo>
                    <a:pt x="418839" y="101778"/>
                  </a:lnTo>
                  <a:lnTo>
                    <a:pt x="428580" y="108252"/>
                  </a:lnTo>
                  <a:lnTo>
                    <a:pt x="438321" y="114798"/>
                  </a:lnTo>
                  <a:lnTo>
                    <a:pt x="448060" y="121407"/>
                  </a:lnTo>
                  <a:lnTo>
                    <a:pt x="457801" y="128063"/>
                  </a:lnTo>
                  <a:lnTo>
                    <a:pt x="467542" y="134749"/>
                  </a:lnTo>
                  <a:lnTo>
                    <a:pt x="477281" y="141454"/>
                  </a:lnTo>
                  <a:lnTo>
                    <a:pt x="487022" y="148163"/>
                  </a:lnTo>
                  <a:lnTo>
                    <a:pt x="496763" y="154860"/>
                  </a:lnTo>
                  <a:lnTo>
                    <a:pt x="506503" y="161535"/>
                  </a:lnTo>
                  <a:lnTo>
                    <a:pt x="516244" y="168171"/>
                  </a:lnTo>
                  <a:lnTo>
                    <a:pt x="525985" y="174756"/>
                  </a:lnTo>
                  <a:lnTo>
                    <a:pt x="535724" y="181276"/>
                  </a:lnTo>
                  <a:lnTo>
                    <a:pt x="545465" y="187720"/>
                  </a:lnTo>
                  <a:lnTo>
                    <a:pt x="555206" y="194074"/>
                  </a:lnTo>
                  <a:lnTo>
                    <a:pt x="564946" y="200327"/>
                  </a:lnTo>
                  <a:lnTo>
                    <a:pt x="574687" y="206467"/>
                  </a:lnTo>
                  <a:lnTo>
                    <a:pt x="584428" y="212483"/>
                  </a:lnTo>
                  <a:lnTo>
                    <a:pt x="594167" y="218365"/>
                  </a:lnTo>
                  <a:lnTo>
                    <a:pt x="603908" y="224103"/>
                  </a:lnTo>
                  <a:lnTo>
                    <a:pt x="613649" y="229684"/>
                  </a:lnTo>
                  <a:lnTo>
                    <a:pt x="623388" y="235103"/>
                  </a:lnTo>
                  <a:lnTo>
                    <a:pt x="633129" y="240350"/>
                  </a:lnTo>
                  <a:lnTo>
                    <a:pt x="642870" y="245416"/>
                  </a:lnTo>
                  <a:lnTo>
                    <a:pt x="652610" y="250295"/>
                  </a:lnTo>
                  <a:lnTo>
                    <a:pt x="662351" y="254980"/>
                  </a:lnTo>
                  <a:lnTo>
                    <a:pt x="672092" y="259463"/>
                  </a:lnTo>
                  <a:lnTo>
                    <a:pt x="681831" y="263739"/>
                  </a:lnTo>
                  <a:lnTo>
                    <a:pt x="691572" y="267803"/>
                  </a:lnTo>
                  <a:lnTo>
                    <a:pt x="701313" y="271650"/>
                  </a:lnTo>
                  <a:lnTo>
                    <a:pt x="711052" y="275278"/>
                  </a:lnTo>
                  <a:lnTo>
                    <a:pt x="720793" y="278681"/>
                  </a:lnTo>
                  <a:lnTo>
                    <a:pt x="730534" y="281856"/>
                  </a:lnTo>
                  <a:lnTo>
                    <a:pt x="740274" y="284803"/>
                  </a:lnTo>
                  <a:lnTo>
                    <a:pt x="750015" y="287519"/>
                  </a:lnTo>
                  <a:lnTo>
                    <a:pt x="759756" y="290003"/>
                  </a:lnTo>
                  <a:lnTo>
                    <a:pt x="769495" y="292252"/>
                  </a:lnTo>
                  <a:lnTo>
                    <a:pt x="779236" y="294270"/>
                  </a:lnTo>
                  <a:lnTo>
                    <a:pt x="788977" y="296055"/>
                  </a:lnTo>
                  <a:lnTo>
                    <a:pt x="798717" y="297606"/>
                  </a:lnTo>
                  <a:lnTo>
                    <a:pt x="808458" y="298927"/>
                  </a:lnTo>
                  <a:lnTo>
                    <a:pt x="818199" y="300018"/>
                  </a:lnTo>
                  <a:lnTo>
                    <a:pt x="827938" y="300882"/>
                  </a:lnTo>
                  <a:lnTo>
                    <a:pt x="837679" y="301521"/>
                  </a:lnTo>
                  <a:lnTo>
                    <a:pt x="847420" y="301937"/>
                  </a:lnTo>
                  <a:lnTo>
                    <a:pt x="857159" y="302135"/>
                  </a:lnTo>
                  <a:lnTo>
                    <a:pt x="866900" y="302117"/>
                  </a:lnTo>
                  <a:lnTo>
                    <a:pt x="876641" y="301889"/>
                  </a:lnTo>
                  <a:lnTo>
                    <a:pt x="886381" y="301453"/>
                  </a:lnTo>
                  <a:lnTo>
                    <a:pt x="896122" y="300812"/>
                  </a:lnTo>
                  <a:lnTo>
                    <a:pt x="905863" y="299975"/>
                  </a:lnTo>
                  <a:lnTo>
                    <a:pt x="915602" y="298942"/>
                  </a:lnTo>
                  <a:lnTo>
                    <a:pt x="925343" y="297722"/>
                  </a:lnTo>
                  <a:lnTo>
                    <a:pt x="935084" y="296318"/>
                  </a:lnTo>
                  <a:lnTo>
                    <a:pt x="944824" y="294736"/>
                  </a:lnTo>
                  <a:lnTo>
                    <a:pt x="954564" y="292983"/>
                  </a:lnTo>
                  <a:lnTo>
                    <a:pt x="964305" y="291062"/>
                  </a:lnTo>
                  <a:lnTo>
                    <a:pt x="974045" y="288981"/>
                  </a:lnTo>
                  <a:lnTo>
                    <a:pt x="983786" y="286743"/>
                  </a:lnTo>
                  <a:lnTo>
                    <a:pt x="993522" y="284358"/>
                  </a:lnTo>
                  <a:lnTo>
                    <a:pt x="1003266" y="281829"/>
                  </a:lnTo>
                  <a:lnTo>
                    <a:pt x="1013010" y="279162"/>
                  </a:lnTo>
                  <a:lnTo>
                    <a:pt x="1022754" y="276366"/>
                  </a:lnTo>
                  <a:lnTo>
                    <a:pt x="1032483" y="273443"/>
                  </a:lnTo>
                  <a:lnTo>
                    <a:pt x="1042227" y="270402"/>
                  </a:lnTo>
                  <a:lnTo>
                    <a:pt x="1051971" y="267249"/>
                  </a:lnTo>
                  <a:lnTo>
                    <a:pt x="1061715" y="263989"/>
                  </a:lnTo>
                  <a:lnTo>
                    <a:pt x="1071444" y="260628"/>
                  </a:lnTo>
                  <a:lnTo>
                    <a:pt x="1081188" y="257173"/>
                  </a:lnTo>
                  <a:lnTo>
                    <a:pt x="1090932" y="253630"/>
                  </a:lnTo>
                  <a:lnTo>
                    <a:pt x="1100676" y="250005"/>
                  </a:lnTo>
                  <a:lnTo>
                    <a:pt x="1110405" y="246303"/>
                  </a:lnTo>
                  <a:lnTo>
                    <a:pt x="1120149" y="242530"/>
                  </a:lnTo>
                  <a:lnTo>
                    <a:pt x="1129893" y="238695"/>
                  </a:lnTo>
                  <a:lnTo>
                    <a:pt x="1139637" y="234801"/>
                  </a:lnTo>
                  <a:lnTo>
                    <a:pt x="1149381" y="230854"/>
                  </a:lnTo>
                  <a:lnTo>
                    <a:pt x="1159110" y="226859"/>
                  </a:lnTo>
                  <a:lnTo>
                    <a:pt x="1168854" y="222826"/>
                  </a:lnTo>
                  <a:lnTo>
                    <a:pt x="1178598" y="218757"/>
                  </a:lnTo>
                  <a:lnTo>
                    <a:pt x="1188341" y="214659"/>
                  </a:lnTo>
                  <a:lnTo>
                    <a:pt x="1198070" y="210538"/>
                  </a:lnTo>
                  <a:lnTo>
                    <a:pt x="1207814" y="206400"/>
                  </a:lnTo>
                  <a:lnTo>
                    <a:pt x="1217558" y="202249"/>
                  </a:lnTo>
                  <a:lnTo>
                    <a:pt x="1227302" y="198094"/>
                  </a:lnTo>
                  <a:lnTo>
                    <a:pt x="1237031" y="193939"/>
                  </a:lnTo>
                  <a:lnTo>
                    <a:pt x="1246775" y="189789"/>
                  </a:lnTo>
                  <a:lnTo>
                    <a:pt x="1256519" y="185650"/>
                  </a:lnTo>
                  <a:lnTo>
                    <a:pt x="1266263" y="181531"/>
                  </a:lnTo>
                  <a:lnTo>
                    <a:pt x="1276007" y="177433"/>
                  </a:lnTo>
                  <a:lnTo>
                    <a:pt x="1285736" y="173366"/>
                  </a:lnTo>
                  <a:lnTo>
                    <a:pt x="1295480" y="169334"/>
                  </a:lnTo>
                  <a:lnTo>
                    <a:pt x="1305224" y="165345"/>
                  </a:lnTo>
                  <a:lnTo>
                    <a:pt x="1314968" y="161401"/>
                  </a:lnTo>
                  <a:lnTo>
                    <a:pt x="1324697" y="157511"/>
                  </a:lnTo>
                  <a:lnTo>
                    <a:pt x="1334441" y="153680"/>
                  </a:lnTo>
                  <a:lnTo>
                    <a:pt x="1344185" y="149914"/>
                  </a:lnTo>
                  <a:lnTo>
                    <a:pt x="1353929" y="146220"/>
                  </a:lnTo>
                  <a:lnTo>
                    <a:pt x="1363658" y="142604"/>
                  </a:lnTo>
                  <a:lnTo>
                    <a:pt x="1373402" y="139072"/>
                  </a:lnTo>
                  <a:lnTo>
                    <a:pt x="1383146" y="135630"/>
                  </a:lnTo>
                  <a:lnTo>
                    <a:pt x="1392890" y="132285"/>
                  </a:lnTo>
                  <a:lnTo>
                    <a:pt x="1402619" y="129042"/>
                  </a:lnTo>
                  <a:lnTo>
                    <a:pt x="1412363" y="125907"/>
                  </a:lnTo>
                  <a:lnTo>
                    <a:pt x="1422106" y="122887"/>
                  </a:lnTo>
                  <a:lnTo>
                    <a:pt x="1431850" y="119987"/>
                  </a:lnTo>
                  <a:lnTo>
                    <a:pt x="1441594" y="117216"/>
                  </a:lnTo>
                  <a:lnTo>
                    <a:pt x="1451323" y="114579"/>
                  </a:lnTo>
                  <a:lnTo>
                    <a:pt x="1461067" y="112081"/>
                  </a:lnTo>
                  <a:lnTo>
                    <a:pt x="1470811" y="109727"/>
                  </a:lnTo>
                  <a:lnTo>
                    <a:pt x="1480555" y="107526"/>
                  </a:lnTo>
                  <a:lnTo>
                    <a:pt x="1490284" y="105482"/>
                  </a:lnTo>
                  <a:lnTo>
                    <a:pt x="1500028" y="103600"/>
                  </a:lnTo>
                  <a:lnTo>
                    <a:pt x="1509772" y="101888"/>
                  </a:lnTo>
                  <a:lnTo>
                    <a:pt x="1519516" y="100351"/>
                  </a:lnTo>
                  <a:lnTo>
                    <a:pt x="1529245" y="98992"/>
                  </a:lnTo>
                  <a:lnTo>
                    <a:pt x="1538989" y="97819"/>
                  </a:lnTo>
                  <a:lnTo>
                    <a:pt x="1548733" y="96836"/>
                  </a:lnTo>
                  <a:lnTo>
                    <a:pt x="1558477" y="96049"/>
                  </a:lnTo>
                  <a:lnTo>
                    <a:pt x="1568221" y="95461"/>
                  </a:lnTo>
                  <a:lnTo>
                    <a:pt x="1577950" y="95076"/>
                  </a:lnTo>
                  <a:lnTo>
                    <a:pt x="1587694" y="94901"/>
                  </a:lnTo>
                  <a:lnTo>
                    <a:pt x="1597438" y="94938"/>
                  </a:lnTo>
                  <a:lnTo>
                    <a:pt x="1607182" y="95190"/>
                  </a:lnTo>
                  <a:lnTo>
                    <a:pt x="1616911" y="95663"/>
                  </a:lnTo>
                  <a:lnTo>
                    <a:pt x="1626655" y="96358"/>
                  </a:lnTo>
                  <a:lnTo>
                    <a:pt x="1636399" y="97280"/>
                  </a:lnTo>
                  <a:lnTo>
                    <a:pt x="1646142" y="98429"/>
                  </a:lnTo>
                  <a:lnTo>
                    <a:pt x="1655872" y="99808"/>
                  </a:lnTo>
                  <a:lnTo>
                    <a:pt x="1665616" y="101420"/>
                  </a:lnTo>
                  <a:lnTo>
                    <a:pt x="1675359" y="103265"/>
                  </a:lnTo>
                  <a:lnTo>
                    <a:pt x="1685103" y="105346"/>
                  </a:lnTo>
                  <a:lnTo>
                    <a:pt x="1694832" y="107663"/>
                  </a:lnTo>
                  <a:lnTo>
                    <a:pt x="1704576" y="110215"/>
                  </a:lnTo>
                  <a:lnTo>
                    <a:pt x="1714320" y="113004"/>
                  </a:lnTo>
                  <a:lnTo>
                    <a:pt x="1724064" y="116029"/>
                  </a:lnTo>
                  <a:lnTo>
                    <a:pt x="1733808" y="119289"/>
                  </a:lnTo>
                  <a:lnTo>
                    <a:pt x="1743537" y="122783"/>
                  </a:lnTo>
                  <a:lnTo>
                    <a:pt x="1753281" y="126509"/>
                  </a:lnTo>
                  <a:lnTo>
                    <a:pt x="1763025" y="130464"/>
                  </a:lnTo>
                  <a:lnTo>
                    <a:pt x="1772769" y="134650"/>
                  </a:lnTo>
                  <a:lnTo>
                    <a:pt x="1782498" y="139058"/>
                  </a:lnTo>
                  <a:lnTo>
                    <a:pt x="1792242" y="143690"/>
                  </a:lnTo>
                  <a:lnTo>
                    <a:pt x="1801986" y="148540"/>
                  </a:lnTo>
                  <a:lnTo>
                    <a:pt x="1811730" y="153606"/>
                  </a:lnTo>
                  <a:lnTo>
                    <a:pt x="1821459" y="158880"/>
                  </a:lnTo>
                  <a:lnTo>
                    <a:pt x="1831203" y="164360"/>
                  </a:lnTo>
                  <a:lnTo>
                    <a:pt x="1840947" y="170039"/>
                  </a:lnTo>
                  <a:lnTo>
                    <a:pt x="1850691" y="175912"/>
                  </a:lnTo>
                  <a:lnTo>
                    <a:pt x="1860435" y="181976"/>
                  </a:lnTo>
                  <a:lnTo>
                    <a:pt x="1870164" y="188220"/>
                  </a:lnTo>
                  <a:lnTo>
                    <a:pt x="1879908" y="194642"/>
                  </a:lnTo>
                  <a:lnTo>
                    <a:pt x="1889652" y="201230"/>
                  </a:lnTo>
                  <a:lnTo>
                    <a:pt x="1899395" y="207981"/>
                  </a:lnTo>
                  <a:lnTo>
                    <a:pt x="1909124" y="214885"/>
                  </a:lnTo>
                  <a:lnTo>
                    <a:pt x="1918868" y="221935"/>
                  </a:lnTo>
                  <a:lnTo>
                    <a:pt x="1928612" y="229124"/>
                  </a:lnTo>
                  <a:lnTo>
                    <a:pt x="1938356" y="236441"/>
                  </a:lnTo>
                  <a:lnTo>
                    <a:pt x="1948085" y="243879"/>
                  </a:lnTo>
                  <a:lnTo>
                    <a:pt x="1957829" y="251426"/>
                  </a:lnTo>
                  <a:lnTo>
                    <a:pt x="1967573" y="259077"/>
                  </a:lnTo>
                  <a:lnTo>
                    <a:pt x="1977317" y="266821"/>
                  </a:lnTo>
                  <a:lnTo>
                    <a:pt x="1987046" y="274648"/>
                  </a:lnTo>
                  <a:lnTo>
                    <a:pt x="1996790" y="282547"/>
                  </a:lnTo>
                  <a:lnTo>
                    <a:pt x="2006534" y="290509"/>
                  </a:lnTo>
                  <a:lnTo>
                    <a:pt x="2016278" y="298525"/>
                  </a:lnTo>
                  <a:lnTo>
                    <a:pt x="2026022" y="306584"/>
                  </a:lnTo>
                  <a:lnTo>
                    <a:pt x="2035751" y="314674"/>
                  </a:lnTo>
                  <a:lnTo>
                    <a:pt x="2045495" y="322786"/>
                  </a:lnTo>
                  <a:lnTo>
                    <a:pt x="2055239" y="330909"/>
                  </a:lnTo>
                  <a:lnTo>
                    <a:pt x="2064983" y="339034"/>
                  </a:lnTo>
                  <a:lnTo>
                    <a:pt x="2074712" y="347146"/>
                  </a:lnTo>
                  <a:lnTo>
                    <a:pt x="2084456" y="355239"/>
                  </a:lnTo>
                  <a:lnTo>
                    <a:pt x="2094200" y="363300"/>
                  </a:lnTo>
                  <a:lnTo>
                    <a:pt x="2103944" y="371317"/>
                  </a:lnTo>
                  <a:lnTo>
                    <a:pt x="2113673" y="379280"/>
                  </a:lnTo>
                  <a:lnTo>
                    <a:pt x="2123417" y="387181"/>
                  </a:lnTo>
                  <a:lnTo>
                    <a:pt x="2133161" y="395006"/>
                  </a:lnTo>
                  <a:lnTo>
                    <a:pt x="2142905" y="402746"/>
                  </a:lnTo>
                  <a:lnTo>
                    <a:pt x="2152649" y="410389"/>
                  </a:lnTo>
                  <a:lnTo>
                    <a:pt x="2162377" y="417925"/>
                  </a:lnTo>
                  <a:lnTo>
                    <a:pt x="2172121" y="425347"/>
                  </a:lnTo>
                  <a:lnTo>
                    <a:pt x="2181865" y="432640"/>
                  </a:lnTo>
                  <a:lnTo>
                    <a:pt x="2191609" y="439796"/>
                  </a:lnTo>
                  <a:lnTo>
                    <a:pt x="2201338" y="446804"/>
                  </a:lnTo>
                  <a:lnTo>
                    <a:pt x="2211082" y="453656"/>
                  </a:lnTo>
                  <a:lnTo>
                    <a:pt x="2220826" y="460341"/>
                  </a:lnTo>
                  <a:lnTo>
                    <a:pt x="2230570" y="466852"/>
                  </a:lnTo>
                  <a:lnTo>
                    <a:pt x="2240299" y="473178"/>
                  </a:lnTo>
                  <a:lnTo>
                    <a:pt x="2250043" y="479309"/>
                  </a:lnTo>
                  <a:lnTo>
                    <a:pt x="2259787" y="485239"/>
                  </a:lnTo>
                  <a:lnTo>
                    <a:pt x="2269531" y="490959"/>
                  </a:lnTo>
                  <a:lnTo>
                    <a:pt x="2279260" y="496458"/>
                  </a:lnTo>
                  <a:lnTo>
                    <a:pt x="2289004" y="501732"/>
                  </a:lnTo>
                  <a:lnTo>
                    <a:pt x="2298748" y="506768"/>
                  </a:lnTo>
                  <a:lnTo>
                    <a:pt x="2308492" y="511566"/>
                  </a:lnTo>
                  <a:lnTo>
                    <a:pt x="2318236" y="516125"/>
                  </a:lnTo>
                  <a:lnTo>
                    <a:pt x="2327965" y="520416"/>
                  </a:lnTo>
                  <a:lnTo>
                    <a:pt x="2337709" y="524453"/>
                  </a:lnTo>
                  <a:lnTo>
                    <a:pt x="2347453" y="528208"/>
                  </a:lnTo>
                  <a:lnTo>
                    <a:pt x="2357197" y="531709"/>
                  </a:lnTo>
                  <a:lnTo>
                    <a:pt x="2366926" y="534927"/>
                  </a:lnTo>
                  <a:lnTo>
                    <a:pt x="2376670" y="537862"/>
                  </a:lnTo>
                  <a:lnTo>
                    <a:pt x="2386413" y="540499"/>
                  </a:lnTo>
                  <a:lnTo>
                    <a:pt x="2396157" y="542853"/>
                  </a:lnTo>
                  <a:lnTo>
                    <a:pt x="2405886" y="544924"/>
                  </a:lnTo>
                  <a:lnTo>
                    <a:pt x="2415630" y="546682"/>
                  </a:lnTo>
                  <a:lnTo>
                    <a:pt x="2425374" y="548142"/>
                  </a:lnTo>
                  <a:lnTo>
                    <a:pt x="2435118" y="549305"/>
                  </a:lnTo>
                  <a:lnTo>
                    <a:pt x="2444862" y="550154"/>
                  </a:lnTo>
                  <a:lnTo>
                    <a:pt x="2454591" y="550690"/>
                  </a:lnTo>
                  <a:lnTo>
                    <a:pt x="2464335" y="550929"/>
                  </a:lnTo>
                  <a:lnTo>
                    <a:pt x="2474079" y="550854"/>
                  </a:lnTo>
                  <a:lnTo>
                    <a:pt x="2483823" y="550467"/>
                  </a:lnTo>
                  <a:lnTo>
                    <a:pt x="2493552" y="549781"/>
                  </a:lnTo>
                  <a:lnTo>
                    <a:pt x="2503296" y="548768"/>
                  </a:lnTo>
                  <a:lnTo>
                    <a:pt x="2513040" y="547457"/>
                  </a:lnTo>
                  <a:lnTo>
                    <a:pt x="2522784" y="545833"/>
                  </a:lnTo>
                  <a:lnTo>
                    <a:pt x="2532513" y="543911"/>
                  </a:lnTo>
                  <a:lnTo>
                    <a:pt x="2542257" y="541676"/>
                  </a:lnTo>
                  <a:lnTo>
                    <a:pt x="2552001" y="539143"/>
                  </a:lnTo>
                  <a:lnTo>
                    <a:pt x="2561745" y="536298"/>
                  </a:lnTo>
                  <a:lnTo>
                    <a:pt x="2571474" y="533169"/>
                  </a:lnTo>
                  <a:lnTo>
                    <a:pt x="2581218" y="529742"/>
                  </a:lnTo>
                  <a:lnTo>
                    <a:pt x="2590962" y="526032"/>
                  </a:lnTo>
                  <a:lnTo>
                    <a:pt x="2600705" y="522025"/>
                  </a:lnTo>
                  <a:lnTo>
                    <a:pt x="2610449" y="517749"/>
                  </a:lnTo>
                  <a:lnTo>
                    <a:pt x="2620178" y="513190"/>
                  </a:lnTo>
                  <a:lnTo>
                    <a:pt x="2629922" y="508347"/>
                  </a:lnTo>
                  <a:lnTo>
                    <a:pt x="2639666" y="503252"/>
                  </a:lnTo>
                  <a:lnTo>
                    <a:pt x="2649410" y="497893"/>
                  </a:lnTo>
                  <a:lnTo>
                    <a:pt x="2659139" y="492279"/>
                  </a:lnTo>
                  <a:lnTo>
                    <a:pt x="2668883" y="486415"/>
                  </a:lnTo>
                  <a:lnTo>
                    <a:pt x="2678627" y="480309"/>
                  </a:lnTo>
                  <a:lnTo>
                    <a:pt x="2688371" y="473966"/>
                  </a:lnTo>
                  <a:lnTo>
                    <a:pt x="2698100" y="467396"/>
                  </a:lnTo>
                  <a:lnTo>
                    <a:pt x="2707844" y="460604"/>
                  </a:lnTo>
                  <a:lnTo>
                    <a:pt x="2717588" y="453597"/>
                  </a:lnTo>
                  <a:lnTo>
                    <a:pt x="2727332" y="446381"/>
                  </a:lnTo>
                  <a:lnTo>
                    <a:pt x="2737076" y="438967"/>
                  </a:lnTo>
                  <a:lnTo>
                    <a:pt x="2746805" y="431363"/>
                  </a:lnTo>
                  <a:lnTo>
                    <a:pt x="2756549" y="423574"/>
                  </a:lnTo>
                  <a:lnTo>
                    <a:pt x="2766293" y="415610"/>
                  </a:lnTo>
                  <a:lnTo>
                    <a:pt x="2776037" y="407480"/>
                  </a:lnTo>
                  <a:lnTo>
                    <a:pt x="2785766" y="399190"/>
                  </a:lnTo>
                  <a:lnTo>
                    <a:pt x="2795510" y="390751"/>
                  </a:lnTo>
                  <a:lnTo>
                    <a:pt x="2805254" y="382169"/>
                  </a:lnTo>
                  <a:lnTo>
                    <a:pt x="2814998" y="373458"/>
                  </a:lnTo>
                  <a:lnTo>
                    <a:pt x="2824727" y="364621"/>
                  </a:lnTo>
                  <a:lnTo>
                    <a:pt x="2834471" y="355670"/>
                  </a:lnTo>
                  <a:lnTo>
                    <a:pt x="2844215" y="346613"/>
                  </a:lnTo>
                  <a:lnTo>
                    <a:pt x="2853958" y="337460"/>
                  </a:lnTo>
                  <a:lnTo>
                    <a:pt x="2863687" y="328220"/>
                  </a:lnTo>
                  <a:lnTo>
                    <a:pt x="2873431" y="318902"/>
                  </a:lnTo>
                  <a:lnTo>
                    <a:pt x="2883175" y="309514"/>
                  </a:lnTo>
                  <a:lnTo>
                    <a:pt x="2892919" y="300069"/>
                  </a:lnTo>
                  <a:lnTo>
                    <a:pt x="2902663" y="290570"/>
                  </a:lnTo>
                  <a:lnTo>
                    <a:pt x="2912392" y="28103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3" name="Freeform 592">
              <a:extLst>
                <a:ext uri="{FF2B5EF4-FFF2-40B4-BE49-F238E27FC236}">
                  <a16:creationId xmlns:a16="http://schemas.microsoft.com/office/drawing/2014/main" id="{7DDCDCEF-FECC-82BA-94A0-F7F87C4BDCF1}"/>
                </a:ext>
              </a:extLst>
            </p:cNvPr>
            <p:cNvSpPr/>
            <p:nvPr/>
          </p:nvSpPr>
          <p:spPr>
            <a:xfrm>
              <a:off x="576446" y="3225590"/>
              <a:ext cx="2912392" cy="736899"/>
            </a:xfrm>
            <a:custGeom>
              <a:avLst/>
              <a:gdLst>
                <a:gd name="connsiteX0" fmla="*/ 0 w 2912392"/>
                <a:gd name="connsiteY0" fmla="*/ 496290 h 736899"/>
                <a:gd name="connsiteX1" fmla="*/ 9739 w 2912392"/>
                <a:gd name="connsiteY1" fmla="*/ 503808 h 736899"/>
                <a:gd name="connsiteX2" fmla="*/ 19480 w 2912392"/>
                <a:gd name="connsiteY2" fmla="*/ 511342 h 736899"/>
                <a:gd name="connsiteX3" fmla="*/ 29221 w 2912392"/>
                <a:gd name="connsiteY3" fmla="*/ 518888 h 736899"/>
                <a:gd name="connsiteX4" fmla="*/ 38961 w 2912392"/>
                <a:gd name="connsiteY4" fmla="*/ 526439 h 736899"/>
                <a:gd name="connsiteX5" fmla="*/ 48702 w 2912392"/>
                <a:gd name="connsiteY5" fmla="*/ 533993 h 736899"/>
                <a:gd name="connsiteX6" fmla="*/ 58443 w 2912392"/>
                <a:gd name="connsiteY6" fmla="*/ 541539 h 736899"/>
                <a:gd name="connsiteX7" fmla="*/ 68182 w 2912392"/>
                <a:gd name="connsiteY7" fmla="*/ 549075 h 736899"/>
                <a:gd name="connsiteX8" fmla="*/ 77923 w 2912392"/>
                <a:gd name="connsiteY8" fmla="*/ 556593 h 736899"/>
                <a:gd name="connsiteX9" fmla="*/ 87664 w 2912392"/>
                <a:gd name="connsiteY9" fmla="*/ 564086 h 736899"/>
                <a:gd name="connsiteX10" fmla="*/ 97404 w 2912392"/>
                <a:gd name="connsiteY10" fmla="*/ 571546 h 736899"/>
                <a:gd name="connsiteX11" fmla="*/ 107145 w 2912392"/>
                <a:gd name="connsiteY11" fmla="*/ 578965 h 736899"/>
                <a:gd name="connsiteX12" fmla="*/ 116886 w 2912392"/>
                <a:gd name="connsiteY12" fmla="*/ 586338 h 736899"/>
                <a:gd name="connsiteX13" fmla="*/ 126625 w 2912392"/>
                <a:gd name="connsiteY13" fmla="*/ 593651 h 736899"/>
                <a:gd name="connsiteX14" fmla="*/ 136366 w 2912392"/>
                <a:gd name="connsiteY14" fmla="*/ 600900 h 736899"/>
                <a:gd name="connsiteX15" fmla="*/ 146107 w 2912392"/>
                <a:gd name="connsiteY15" fmla="*/ 608074 h 736899"/>
                <a:gd name="connsiteX16" fmla="*/ 155846 w 2912392"/>
                <a:gd name="connsiteY16" fmla="*/ 615163 h 736899"/>
                <a:gd name="connsiteX17" fmla="*/ 165587 w 2912392"/>
                <a:gd name="connsiteY17" fmla="*/ 622158 h 736899"/>
                <a:gd name="connsiteX18" fmla="*/ 175328 w 2912392"/>
                <a:gd name="connsiteY18" fmla="*/ 629047 h 736899"/>
                <a:gd name="connsiteX19" fmla="*/ 185068 w 2912392"/>
                <a:gd name="connsiteY19" fmla="*/ 635823 h 736899"/>
                <a:gd name="connsiteX20" fmla="*/ 194809 w 2912392"/>
                <a:gd name="connsiteY20" fmla="*/ 642474 h 736899"/>
                <a:gd name="connsiteX21" fmla="*/ 204550 w 2912392"/>
                <a:gd name="connsiteY21" fmla="*/ 648989 h 736899"/>
                <a:gd name="connsiteX22" fmla="*/ 214289 w 2912392"/>
                <a:gd name="connsiteY22" fmla="*/ 655357 h 736899"/>
                <a:gd name="connsiteX23" fmla="*/ 224030 w 2912392"/>
                <a:gd name="connsiteY23" fmla="*/ 661568 h 736899"/>
                <a:gd name="connsiteX24" fmla="*/ 233771 w 2912392"/>
                <a:gd name="connsiteY24" fmla="*/ 667610 h 736899"/>
                <a:gd name="connsiteX25" fmla="*/ 243510 w 2912392"/>
                <a:gd name="connsiteY25" fmla="*/ 673473 h 736899"/>
                <a:gd name="connsiteX26" fmla="*/ 253251 w 2912392"/>
                <a:gd name="connsiteY26" fmla="*/ 679145 h 736899"/>
                <a:gd name="connsiteX27" fmla="*/ 262992 w 2912392"/>
                <a:gd name="connsiteY27" fmla="*/ 684614 h 736899"/>
                <a:gd name="connsiteX28" fmla="*/ 272732 w 2912392"/>
                <a:gd name="connsiteY28" fmla="*/ 689871 h 736899"/>
                <a:gd name="connsiteX29" fmla="*/ 282473 w 2912392"/>
                <a:gd name="connsiteY29" fmla="*/ 694903 h 736899"/>
                <a:gd name="connsiteX30" fmla="*/ 292214 w 2912392"/>
                <a:gd name="connsiteY30" fmla="*/ 699702 h 736899"/>
                <a:gd name="connsiteX31" fmla="*/ 301953 w 2912392"/>
                <a:gd name="connsiteY31" fmla="*/ 704256 h 736899"/>
                <a:gd name="connsiteX32" fmla="*/ 311694 w 2912392"/>
                <a:gd name="connsiteY32" fmla="*/ 708551 h 736899"/>
                <a:gd name="connsiteX33" fmla="*/ 321435 w 2912392"/>
                <a:gd name="connsiteY33" fmla="*/ 712581 h 736899"/>
                <a:gd name="connsiteX34" fmla="*/ 331175 w 2912392"/>
                <a:gd name="connsiteY34" fmla="*/ 716336 h 736899"/>
                <a:gd name="connsiteX35" fmla="*/ 340916 w 2912392"/>
                <a:gd name="connsiteY35" fmla="*/ 719804 h 736899"/>
                <a:gd name="connsiteX36" fmla="*/ 350656 w 2912392"/>
                <a:gd name="connsiteY36" fmla="*/ 722976 h 736899"/>
                <a:gd name="connsiteX37" fmla="*/ 360396 w 2912392"/>
                <a:gd name="connsiteY37" fmla="*/ 725844 h 736899"/>
                <a:gd name="connsiteX38" fmla="*/ 370137 w 2912392"/>
                <a:gd name="connsiteY38" fmla="*/ 728399 h 736899"/>
                <a:gd name="connsiteX39" fmla="*/ 379878 w 2912392"/>
                <a:gd name="connsiteY39" fmla="*/ 730633 h 736899"/>
                <a:gd name="connsiteX40" fmla="*/ 389617 w 2912392"/>
                <a:gd name="connsiteY40" fmla="*/ 732538 h 736899"/>
                <a:gd name="connsiteX41" fmla="*/ 399358 w 2912392"/>
                <a:gd name="connsiteY41" fmla="*/ 734107 h 736899"/>
                <a:gd name="connsiteX42" fmla="*/ 409099 w 2912392"/>
                <a:gd name="connsiteY42" fmla="*/ 735335 h 736899"/>
                <a:gd name="connsiteX43" fmla="*/ 418839 w 2912392"/>
                <a:gd name="connsiteY43" fmla="*/ 736212 h 736899"/>
                <a:gd name="connsiteX44" fmla="*/ 428580 w 2912392"/>
                <a:gd name="connsiteY44" fmla="*/ 736735 h 736899"/>
                <a:gd name="connsiteX45" fmla="*/ 438321 w 2912392"/>
                <a:gd name="connsiteY45" fmla="*/ 736899 h 736899"/>
                <a:gd name="connsiteX46" fmla="*/ 448060 w 2912392"/>
                <a:gd name="connsiteY46" fmla="*/ 736700 h 736899"/>
                <a:gd name="connsiteX47" fmla="*/ 457801 w 2912392"/>
                <a:gd name="connsiteY47" fmla="*/ 736133 h 736899"/>
                <a:gd name="connsiteX48" fmla="*/ 467542 w 2912392"/>
                <a:gd name="connsiteY48" fmla="*/ 735195 h 736899"/>
                <a:gd name="connsiteX49" fmla="*/ 477281 w 2912392"/>
                <a:gd name="connsiteY49" fmla="*/ 733885 h 736899"/>
                <a:gd name="connsiteX50" fmla="*/ 487022 w 2912392"/>
                <a:gd name="connsiteY50" fmla="*/ 732200 h 736899"/>
                <a:gd name="connsiteX51" fmla="*/ 496763 w 2912392"/>
                <a:gd name="connsiteY51" fmla="*/ 730140 h 736899"/>
                <a:gd name="connsiteX52" fmla="*/ 506503 w 2912392"/>
                <a:gd name="connsiteY52" fmla="*/ 727702 h 736899"/>
                <a:gd name="connsiteX53" fmla="*/ 516244 w 2912392"/>
                <a:gd name="connsiteY53" fmla="*/ 724889 h 736899"/>
                <a:gd name="connsiteX54" fmla="*/ 525985 w 2912392"/>
                <a:gd name="connsiteY54" fmla="*/ 721702 h 736899"/>
                <a:gd name="connsiteX55" fmla="*/ 535724 w 2912392"/>
                <a:gd name="connsiteY55" fmla="*/ 718141 h 736899"/>
                <a:gd name="connsiteX56" fmla="*/ 545465 w 2912392"/>
                <a:gd name="connsiteY56" fmla="*/ 714209 h 736899"/>
                <a:gd name="connsiteX57" fmla="*/ 555206 w 2912392"/>
                <a:gd name="connsiteY57" fmla="*/ 709910 h 736899"/>
                <a:gd name="connsiteX58" fmla="*/ 564946 w 2912392"/>
                <a:gd name="connsiteY58" fmla="*/ 705246 h 736899"/>
                <a:gd name="connsiteX59" fmla="*/ 574687 w 2912392"/>
                <a:gd name="connsiteY59" fmla="*/ 700224 h 736899"/>
                <a:gd name="connsiteX60" fmla="*/ 584428 w 2912392"/>
                <a:gd name="connsiteY60" fmla="*/ 694845 h 736899"/>
                <a:gd name="connsiteX61" fmla="*/ 594167 w 2912392"/>
                <a:gd name="connsiteY61" fmla="*/ 689120 h 736899"/>
                <a:gd name="connsiteX62" fmla="*/ 603908 w 2912392"/>
                <a:gd name="connsiteY62" fmla="*/ 683050 h 736899"/>
                <a:gd name="connsiteX63" fmla="*/ 613649 w 2912392"/>
                <a:gd name="connsiteY63" fmla="*/ 676643 h 736899"/>
                <a:gd name="connsiteX64" fmla="*/ 623388 w 2912392"/>
                <a:gd name="connsiteY64" fmla="*/ 669910 h 736899"/>
                <a:gd name="connsiteX65" fmla="*/ 633129 w 2912392"/>
                <a:gd name="connsiteY65" fmla="*/ 662856 h 736899"/>
                <a:gd name="connsiteX66" fmla="*/ 642870 w 2912392"/>
                <a:gd name="connsiteY66" fmla="*/ 655488 h 736899"/>
                <a:gd name="connsiteX67" fmla="*/ 652610 w 2912392"/>
                <a:gd name="connsiteY67" fmla="*/ 647820 h 736899"/>
                <a:gd name="connsiteX68" fmla="*/ 662351 w 2912392"/>
                <a:gd name="connsiteY68" fmla="*/ 639856 h 736899"/>
                <a:gd name="connsiteX69" fmla="*/ 672092 w 2912392"/>
                <a:gd name="connsiteY69" fmla="*/ 631611 h 736899"/>
                <a:gd name="connsiteX70" fmla="*/ 681831 w 2912392"/>
                <a:gd name="connsiteY70" fmla="*/ 623092 h 736899"/>
                <a:gd name="connsiteX71" fmla="*/ 691572 w 2912392"/>
                <a:gd name="connsiteY71" fmla="*/ 614312 h 736899"/>
                <a:gd name="connsiteX72" fmla="*/ 701313 w 2912392"/>
                <a:gd name="connsiteY72" fmla="*/ 605280 h 736899"/>
                <a:gd name="connsiteX73" fmla="*/ 711052 w 2912392"/>
                <a:gd name="connsiteY73" fmla="*/ 596010 h 736899"/>
                <a:gd name="connsiteX74" fmla="*/ 720793 w 2912392"/>
                <a:gd name="connsiteY74" fmla="*/ 586512 h 736899"/>
                <a:gd name="connsiteX75" fmla="*/ 730534 w 2912392"/>
                <a:gd name="connsiteY75" fmla="*/ 576799 h 736899"/>
                <a:gd name="connsiteX76" fmla="*/ 740274 w 2912392"/>
                <a:gd name="connsiteY76" fmla="*/ 566884 h 736899"/>
                <a:gd name="connsiteX77" fmla="*/ 750015 w 2912392"/>
                <a:gd name="connsiteY77" fmla="*/ 556779 h 736899"/>
                <a:gd name="connsiteX78" fmla="*/ 759756 w 2912392"/>
                <a:gd name="connsiteY78" fmla="*/ 546496 h 736899"/>
                <a:gd name="connsiteX79" fmla="*/ 769495 w 2912392"/>
                <a:gd name="connsiteY79" fmla="*/ 536050 h 736899"/>
                <a:gd name="connsiteX80" fmla="*/ 779236 w 2912392"/>
                <a:gd name="connsiteY80" fmla="*/ 525453 h 736899"/>
                <a:gd name="connsiteX81" fmla="*/ 788977 w 2912392"/>
                <a:gd name="connsiteY81" fmla="*/ 514718 h 736899"/>
                <a:gd name="connsiteX82" fmla="*/ 798717 w 2912392"/>
                <a:gd name="connsiteY82" fmla="*/ 503858 h 736899"/>
                <a:gd name="connsiteX83" fmla="*/ 808458 w 2912392"/>
                <a:gd name="connsiteY83" fmla="*/ 492888 h 736899"/>
                <a:gd name="connsiteX84" fmla="*/ 818199 w 2912392"/>
                <a:gd name="connsiteY84" fmla="*/ 481820 h 736899"/>
                <a:gd name="connsiteX85" fmla="*/ 827938 w 2912392"/>
                <a:gd name="connsiteY85" fmla="*/ 470668 h 736899"/>
                <a:gd name="connsiteX86" fmla="*/ 837679 w 2912392"/>
                <a:gd name="connsiteY86" fmla="*/ 459443 h 736899"/>
                <a:gd name="connsiteX87" fmla="*/ 847420 w 2912392"/>
                <a:gd name="connsiteY87" fmla="*/ 448161 h 736899"/>
                <a:gd name="connsiteX88" fmla="*/ 857159 w 2912392"/>
                <a:gd name="connsiteY88" fmla="*/ 436835 h 736899"/>
                <a:gd name="connsiteX89" fmla="*/ 866900 w 2912392"/>
                <a:gd name="connsiteY89" fmla="*/ 425476 h 736899"/>
                <a:gd name="connsiteX90" fmla="*/ 876641 w 2912392"/>
                <a:gd name="connsiteY90" fmla="*/ 414099 h 736899"/>
                <a:gd name="connsiteX91" fmla="*/ 886381 w 2912392"/>
                <a:gd name="connsiteY91" fmla="*/ 402715 h 736899"/>
                <a:gd name="connsiteX92" fmla="*/ 896122 w 2912392"/>
                <a:gd name="connsiteY92" fmla="*/ 391335 h 736899"/>
                <a:gd name="connsiteX93" fmla="*/ 905863 w 2912392"/>
                <a:gd name="connsiteY93" fmla="*/ 379975 h 736899"/>
                <a:gd name="connsiteX94" fmla="*/ 915602 w 2912392"/>
                <a:gd name="connsiteY94" fmla="*/ 368644 h 736899"/>
                <a:gd name="connsiteX95" fmla="*/ 925343 w 2912392"/>
                <a:gd name="connsiteY95" fmla="*/ 357355 h 736899"/>
                <a:gd name="connsiteX96" fmla="*/ 935084 w 2912392"/>
                <a:gd name="connsiteY96" fmla="*/ 346118 h 736899"/>
                <a:gd name="connsiteX97" fmla="*/ 944824 w 2912392"/>
                <a:gd name="connsiteY97" fmla="*/ 334947 h 736899"/>
                <a:gd name="connsiteX98" fmla="*/ 954564 w 2912392"/>
                <a:gd name="connsiteY98" fmla="*/ 323849 h 736899"/>
                <a:gd name="connsiteX99" fmla="*/ 964305 w 2912392"/>
                <a:gd name="connsiteY99" fmla="*/ 312837 h 736899"/>
                <a:gd name="connsiteX100" fmla="*/ 974045 w 2912392"/>
                <a:gd name="connsiteY100" fmla="*/ 301919 h 736899"/>
                <a:gd name="connsiteX101" fmla="*/ 983786 w 2912392"/>
                <a:gd name="connsiteY101" fmla="*/ 291107 h 736899"/>
                <a:gd name="connsiteX102" fmla="*/ 993522 w 2912392"/>
                <a:gd name="connsiteY102" fmla="*/ 280409 h 736899"/>
                <a:gd name="connsiteX103" fmla="*/ 1003266 w 2912392"/>
                <a:gd name="connsiteY103" fmla="*/ 269834 h 736899"/>
                <a:gd name="connsiteX104" fmla="*/ 1013010 w 2912392"/>
                <a:gd name="connsiteY104" fmla="*/ 259391 h 736899"/>
                <a:gd name="connsiteX105" fmla="*/ 1022754 w 2912392"/>
                <a:gd name="connsiteY105" fmla="*/ 249090 h 736899"/>
                <a:gd name="connsiteX106" fmla="*/ 1032483 w 2912392"/>
                <a:gd name="connsiteY106" fmla="*/ 238935 h 736899"/>
                <a:gd name="connsiteX107" fmla="*/ 1042227 w 2912392"/>
                <a:gd name="connsiteY107" fmla="*/ 228938 h 736899"/>
                <a:gd name="connsiteX108" fmla="*/ 1051971 w 2912392"/>
                <a:gd name="connsiteY108" fmla="*/ 219101 h 736899"/>
                <a:gd name="connsiteX109" fmla="*/ 1061715 w 2912392"/>
                <a:gd name="connsiteY109" fmla="*/ 209436 h 736899"/>
                <a:gd name="connsiteX110" fmla="*/ 1071444 w 2912392"/>
                <a:gd name="connsiteY110" fmla="*/ 199946 h 736899"/>
                <a:gd name="connsiteX111" fmla="*/ 1081188 w 2912392"/>
                <a:gd name="connsiteY111" fmla="*/ 190638 h 736899"/>
                <a:gd name="connsiteX112" fmla="*/ 1090932 w 2912392"/>
                <a:gd name="connsiteY112" fmla="*/ 181519 h 736899"/>
                <a:gd name="connsiteX113" fmla="*/ 1100676 w 2912392"/>
                <a:gd name="connsiteY113" fmla="*/ 172591 h 736899"/>
                <a:gd name="connsiteX114" fmla="*/ 1110405 w 2912392"/>
                <a:gd name="connsiteY114" fmla="*/ 163861 h 736899"/>
                <a:gd name="connsiteX115" fmla="*/ 1120149 w 2912392"/>
                <a:gd name="connsiteY115" fmla="*/ 155334 h 736899"/>
                <a:gd name="connsiteX116" fmla="*/ 1129893 w 2912392"/>
                <a:gd name="connsiteY116" fmla="*/ 147013 h 736899"/>
                <a:gd name="connsiteX117" fmla="*/ 1139637 w 2912392"/>
                <a:gd name="connsiteY117" fmla="*/ 138902 h 736899"/>
                <a:gd name="connsiteX118" fmla="*/ 1149381 w 2912392"/>
                <a:gd name="connsiteY118" fmla="*/ 131005 h 736899"/>
                <a:gd name="connsiteX119" fmla="*/ 1159110 w 2912392"/>
                <a:gd name="connsiteY119" fmla="*/ 123326 h 736899"/>
                <a:gd name="connsiteX120" fmla="*/ 1168854 w 2912392"/>
                <a:gd name="connsiteY120" fmla="*/ 115866 h 736899"/>
                <a:gd name="connsiteX121" fmla="*/ 1178598 w 2912392"/>
                <a:gd name="connsiteY121" fmla="*/ 108630 h 736899"/>
                <a:gd name="connsiteX122" fmla="*/ 1188341 w 2912392"/>
                <a:gd name="connsiteY122" fmla="*/ 101619 h 736899"/>
                <a:gd name="connsiteX123" fmla="*/ 1198070 w 2912392"/>
                <a:gd name="connsiteY123" fmla="*/ 94834 h 736899"/>
                <a:gd name="connsiteX124" fmla="*/ 1207814 w 2912392"/>
                <a:gd name="connsiteY124" fmla="*/ 88278 h 736899"/>
                <a:gd name="connsiteX125" fmla="*/ 1217558 w 2912392"/>
                <a:gd name="connsiteY125" fmla="*/ 81952 h 736899"/>
                <a:gd name="connsiteX126" fmla="*/ 1227302 w 2912392"/>
                <a:gd name="connsiteY126" fmla="*/ 75860 h 736899"/>
                <a:gd name="connsiteX127" fmla="*/ 1237031 w 2912392"/>
                <a:gd name="connsiteY127" fmla="*/ 69998 h 736899"/>
                <a:gd name="connsiteX128" fmla="*/ 1246775 w 2912392"/>
                <a:gd name="connsiteY128" fmla="*/ 64373 h 736899"/>
                <a:gd name="connsiteX129" fmla="*/ 1256519 w 2912392"/>
                <a:gd name="connsiteY129" fmla="*/ 58982 h 736899"/>
                <a:gd name="connsiteX130" fmla="*/ 1266263 w 2912392"/>
                <a:gd name="connsiteY130" fmla="*/ 53826 h 736899"/>
                <a:gd name="connsiteX131" fmla="*/ 1276007 w 2912392"/>
                <a:gd name="connsiteY131" fmla="*/ 48906 h 736899"/>
                <a:gd name="connsiteX132" fmla="*/ 1285736 w 2912392"/>
                <a:gd name="connsiteY132" fmla="*/ 44223 h 736899"/>
                <a:gd name="connsiteX133" fmla="*/ 1295480 w 2912392"/>
                <a:gd name="connsiteY133" fmla="*/ 39776 h 736899"/>
                <a:gd name="connsiteX134" fmla="*/ 1305224 w 2912392"/>
                <a:gd name="connsiteY134" fmla="*/ 35565 h 736899"/>
                <a:gd name="connsiteX135" fmla="*/ 1314968 w 2912392"/>
                <a:gd name="connsiteY135" fmla="*/ 31592 h 736899"/>
                <a:gd name="connsiteX136" fmla="*/ 1324697 w 2912392"/>
                <a:gd name="connsiteY136" fmla="*/ 27854 h 736899"/>
                <a:gd name="connsiteX137" fmla="*/ 1334441 w 2912392"/>
                <a:gd name="connsiteY137" fmla="*/ 24354 h 736899"/>
                <a:gd name="connsiteX138" fmla="*/ 1344185 w 2912392"/>
                <a:gd name="connsiteY138" fmla="*/ 21088 h 736899"/>
                <a:gd name="connsiteX139" fmla="*/ 1353929 w 2912392"/>
                <a:gd name="connsiteY139" fmla="*/ 18061 h 736899"/>
                <a:gd name="connsiteX140" fmla="*/ 1363658 w 2912392"/>
                <a:gd name="connsiteY140" fmla="*/ 15267 h 736899"/>
                <a:gd name="connsiteX141" fmla="*/ 1373402 w 2912392"/>
                <a:gd name="connsiteY141" fmla="*/ 12710 h 736899"/>
                <a:gd name="connsiteX142" fmla="*/ 1383146 w 2912392"/>
                <a:gd name="connsiteY142" fmla="*/ 10388 h 736899"/>
                <a:gd name="connsiteX143" fmla="*/ 1392890 w 2912392"/>
                <a:gd name="connsiteY143" fmla="*/ 8299 h 736899"/>
                <a:gd name="connsiteX144" fmla="*/ 1402619 w 2912392"/>
                <a:gd name="connsiteY144" fmla="*/ 6445 h 736899"/>
                <a:gd name="connsiteX145" fmla="*/ 1412363 w 2912392"/>
                <a:gd name="connsiteY145" fmla="*/ 4826 h 736899"/>
                <a:gd name="connsiteX146" fmla="*/ 1422106 w 2912392"/>
                <a:gd name="connsiteY146" fmla="*/ 3440 h 736899"/>
                <a:gd name="connsiteX147" fmla="*/ 1431850 w 2912392"/>
                <a:gd name="connsiteY147" fmla="*/ 2287 h 736899"/>
                <a:gd name="connsiteX148" fmla="*/ 1441594 w 2912392"/>
                <a:gd name="connsiteY148" fmla="*/ 1368 h 736899"/>
                <a:gd name="connsiteX149" fmla="*/ 1451323 w 2912392"/>
                <a:gd name="connsiteY149" fmla="*/ 679 h 736899"/>
                <a:gd name="connsiteX150" fmla="*/ 1461067 w 2912392"/>
                <a:gd name="connsiteY150" fmla="*/ 223 h 736899"/>
                <a:gd name="connsiteX151" fmla="*/ 1470811 w 2912392"/>
                <a:gd name="connsiteY151" fmla="*/ 0 h 736899"/>
                <a:gd name="connsiteX152" fmla="*/ 1480555 w 2912392"/>
                <a:gd name="connsiteY152" fmla="*/ 9 h 736899"/>
                <a:gd name="connsiteX153" fmla="*/ 1490284 w 2912392"/>
                <a:gd name="connsiteY153" fmla="*/ 247 h 736899"/>
                <a:gd name="connsiteX154" fmla="*/ 1500028 w 2912392"/>
                <a:gd name="connsiteY154" fmla="*/ 718 h 736899"/>
                <a:gd name="connsiteX155" fmla="*/ 1509772 w 2912392"/>
                <a:gd name="connsiteY155" fmla="*/ 1418 h 736899"/>
                <a:gd name="connsiteX156" fmla="*/ 1519516 w 2912392"/>
                <a:gd name="connsiteY156" fmla="*/ 2350 h 736899"/>
                <a:gd name="connsiteX157" fmla="*/ 1529245 w 2912392"/>
                <a:gd name="connsiteY157" fmla="*/ 3512 h 736899"/>
                <a:gd name="connsiteX158" fmla="*/ 1538989 w 2912392"/>
                <a:gd name="connsiteY158" fmla="*/ 4902 h 736899"/>
                <a:gd name="connsiteX159" fmla="*/ 1548733 w 2912392"/>
                <a:gd name="connsiteY159" fmla="*/ 6521 h 736899"/>
                <a:gd name="connsiteX160" fmla="*/ 1558477 w 2912392"/>
                <a:gd name="connsiteY160" fmla="*/ 8370 h 736899"/>
                <a:gd name="connsiteX161" fmla="*/ 1568221 w 2912392"/>
                <a:gd name="connsiteY161" fmla="*/ 10447 h 736899"/>
                <a:gd name="connsiteX162" fmla="*/ 1577950 w 2912392"/>
                <a:gd name="connsiteY162" fmla="*/ 12752 h 736899"/>
                <a:gd name="connsiteX163" fmla="*/ 1587694 w 2912392"/>
                <a:gd name="connsiteY163" fmla="*/ 15283 h 736899"/>
                <a:gd name="connsiteX164" fmla="*/ 1597438 w 2912392"/>
                <a:gd name="connsiteY164" fmla="*/ 18041 h 736899"/>
                <a:gd name="connsiteX165" fmla="*/ 1607182 w 2912392"/>
                <a:gd name="connsiteY165" fmla="*/ 21024 h 736899"/>
                <a:gd name="connsiteX166" fmla="*/ 1616911 w 2912392"/>
                <a:gd name="connsiteY166" fmla="*/ 24232 h 736899"/>
                <a:gd name="connsiteX167" fmla="*/ 1626655 w 2912392"/>
                <a:gd name="connsiteY167" fmla="*/ 27663 h 736899"/>
                <a:gd name="connsiteX168" fmla="*/ 1636399 w 2912392"/>
                <a:gd name="connsiteY168" fmla="*/ 31316 h 736899"/>
                <a:gd name="connsiteX169" fmla="*/ 1646142 w 2912392"/>
                <a:gd name="connsiteY169" fmla="*/ 35190 h 736899"/>
                <a:gd name="connsiteX170" fmla="*/ 1655872 w 2912392"/>
                <a:gd name="connsiteY170" fmla="*/ 39283 h 736899"/>
                <a:gd name="connsiteX171" fmla="*/ 1665616 w 2912392"/>
                <a:gd name="connsiteY171" fmla="*/ 43591 h 736899"/>
                <a:gd name="connsiteX172" fmla="*/ 1675359 w 2912392"/>
                <a:gd name="connsiteY172" fmla="*/ 48116 h 736899"/>
                <a:gd name="connsiteX173" fmla="*/ 1685103 w 2912392"/>
                <a:gd name="connsiteY173" fmla="*/ 52856 h 736899"/>
                <a:gd name="connsiteX174" fmla="*/ 1694832 w 2912392"/>
                <a:gd name="connsiteY174" fmla="*/ 57804 h 736899"/>
                <a:gd name="connsiteX175" fmla="*/ 1704576 w 2912392"/>
                <a:gd name="connsiteY175" fmla="*/ 62960 h 736899"/>
                <a:gd name="connsiteX176" fmla="*/ 1714320 w 2912392"/>
                <a:gd name="connsiteY176" fmla="*/ 68321 h 736899"/>
                <a:gd name="connsiteX177" fmla="*/ 1724064 w 2912392"/>
                <a:gd name="connsiteY177" fmla="*/ 73883 h 736899"/>
                <a:gd name="connsiteX178" fmla="*/ 1733808 w 2912392"/>
                <a:gd name="connsiteY178" fmla="*/ 79643 h 736899"/>
                <a:gd name="connsiteX179" fmla="*/ 1743537 w 2912392"/>
                <a:gd name="connsiteY179" fmla="*/ 85598 h 736899"/>
                <a:gd name="connsiteX180" fmla="*/ 1753281 w 2912392"/>
                <a:gd name="connsiteY180" fmla="*/ 91740 h 736899"/>
                <a:gd name="connsiteX181" fmla="*/ 1763025 w 2912392"/>
                <a:gd name="connsiteY181" fmla="*/ 98070 h 736899"/>
                <a:gd name="connsiteX182" fmla="*/ 1772769 w 2912392"/>
                <a:gd name="connsiteY182" fmla="*/ 104579 h 736899"/>
                <a:gd name="connsiteX183" fmla="*/ 1782498 w 2912392"/>
                <a:gd name="connsiteY183" fmla="*/ 111263 h 736899"/>
                <a:gd name="connsiteX184" fmla="*/ 1792242 w 2912392"/>
                <a:gd name="connsiteY184" fmla="*/ 118116 h 736899"/>
                <a:gd name="connsiteX185" fmla="*/ 1801986 w 2912392"/>
                <a:gd name="connsiteY185" fmla="*/ 125134 h 736899"/>
                <a:gd name="connsiteX186" fmla="*/ 1811730 w 2912392"/>
                <a:gd name="connsiteY186" fmla="*/ 132307 h 736899"/>
                <a:gd name="connsiteX187" fmla="*/ 1821459 w 2912392"/>
                <a:gd name="connsiteY187" fmla="*/ 139632 h 736899"/>
                <a:gd name="connsiteX188" fmla="*/ 1831203 w 2912392"/>
                <a:gd name="connsiteY188" fmla="*/ 147101 h 736899"/>
                <a:gd name="connsiteX189" fmla="*/ 1840947 w 2912392"/>
                <a:gd name="connsiteY189" fmla="*/ 154705 h 736899"/>
                <a:gd name="connsiteX190" fmla="*/ 1850691 w 2912392"/>
                <a:gd name="connsiteY190" fmla="*/ 162438 h 736899"/>
                <a:gd name="connsiteX191" fmla="*/ 1860435 w 2912392"/>
                <a:gd name="connsiteY191" fmla="*/ 170291 h 736899"/>
                <a:gd name="connsiteX192" fmla="*/ 1870164 w 2912392"/>
                <a:gd name="connsiteY192" fmla="*/ 178256 h 736899"/>
                <a:gd name="connsiteX193" fmla="*/ 1879908 w 2912392"/>
                <a:gd name="connsiteY193" fmla="*/ 186324 h 736899"/>
                <a:gd name="connsiteX194" fmla="*/ 1889652 w 2912392"/>
                <a:gd name="connsiteY194" fmla="*/ 194487 h 736899"/>
                <a:gd name="connsiteX195" fmla="*/ 1899395 w 2912392"/>
                <a:gd name="connsiteY195" fmla="*/ 202733 h 736899"/>
                <a:gd name="connsiteX196" fmla="*/ 1909124 w 2912392"/>
                <a:gd name="connsiteY196" fmla="*/ 211054 h 736899"/>
                <a:gd name="connsiteX197" fmla="*/ 1918868 w 2912392"/>
                <a:gd name="connsiteY197" fmla="*/ 219441 h 736899"/>
                <a:gd name="connsiteX198" fmla="*/ 1928612 w 2912392"/>
                <a:gd name="connsiteY198" fmla="*/ 227883 h 736899"/>
                <a:gd name="connsiteX199" fmla="*/ 1938356 w 2912392"/>
                <a:gd name="connsiteY199" fmla="*/ 236368 h 736899"/>
                <a:gd name="connsiteX200" fmla="*/ 1948085 w 2912392"/>
                <a:gd name="connsiteY200" fmla="*/ 244887 h 736899"/>
                <a:gd name="connsiteX201" fmla="*/ 1957829 w 2912392"/>
                <a:gd name="connsiteY201" fmla="*/ 253429 h 736899"/>
                <a:gd name="connsiteX202" fmla="*/ 1967573 w 2912392"/>
                <a:gd name="connsiteY202" fmla="*/ 261982 h 736899"/>
                <a:gd name="connsiteX203" fmla="*/ 1977317 w 2912392"/>
                <a:gd name="connsiteY203" fmla="*/ 270536 h 736899"/>
                <a:gd name="connsiteX204" fmla="*/ 1987046 w 2912392"/>
                <a:gd name="connsiteY204" fmla="*/ 279079 h 736899"/>
                <a:gd name="connsiteX205" fmla="*/ 1996790 w 2912392"/>
                <a:gd name="connsiteY205" fmla="*/ 287598 h 736899"/>
                <a:gd name="connsiteX206" fmla="*/ 2006534 w 2912392"/>
                <a:gd name="connsiteY206" fmla="*/ 296085 h 736899"/>
                <a:gd name="connsiteX207" fmla="*/ 2016278 w 2912392"/>
                <a:gd name="connsiteY207" fmla="*/ 304523 h 736899"/>
                <a:gd name="connsiteX208" fmla="*/ 2026022 w 2912392"/>
                <a:gd name="connsiteY208" fmla="*/ 312907 h 736899"/>
                <a:gd name="connsiteX209" fmla="*/ 2035751 w 2912392"/>
                <a:gd name="connsiteY209" fmla="*/ 321221 h 736899"/>
                <a:gd name="connsiteX210" fmla="*/ 2045495 w 2912392"/>
                <a:gd name="connsiteY210" fmla="*/ 329454 h 736899"/>
                <a:gd name="connsiteX211" fmla="*/ 2055239 w 2912392"/>
                <a:gd name="connsiteY211" fmla="*/ 337596 h 736899"/>
                <a:gd name="connsiteX212" fmla="*/ 2064983 w 2912392"/>
                <a:gd name="connsiteY212" fmla="*/ 345636 h 736899"/>
                <a:gd name="connsiteX213" fmla="*/ 2074712 w 2912392"/>
                <a:gd name="connsiteY213" fmla="*/ 353562 h 736899"/>
                <a:gd name="connsiteX214" fmla="*/ 2084456 w 2912392"/>
                <a:gd name="connsiteY214" fmla="*/ 361361 h 736899"/>
                <a:gd name="connsiteX215" fmla="*/ 2094200 w 2912392"/>
                <a:gd name="connsiteY215" fmla="*/ 369027 h 736899"/>
                <a:gd name="connsiteX216" fmla="*/ 2103944 w 2912392"/>
                <a:gd name="connsiteY216" fmla="*/ 376546 h 736899"/>
                <a:gd name="connsiteX217" fmla="*/ 2113673 w 2912392"/>
                <a:gd name="connsiteY217" fmla="*/ 383911 h 736899"/>
                <a:gd name="connsiteX218" fmla="*/ 2123417 w 2912392"/>
                <a:gd name="connsiteY218" fmla="*/ 391109 h 736899"/>
                <a:gd name="connsiteX219" fmla="*/ 2133161 w 2912392"/>
                <a:gd name="connsiteY219" fmla="*/ 398132 h 736899"/>
                <a:gd name="connsiteX220" fmla="*/ 2142905 w 2912392"/>
                <a:gd name="connsiteY220" fmla="*/ 404971 h 736899"/>
                <a:gd name="connsiteX221" fmla="*/ 2152649 w 2912392"/>
                <a:gd name="connsiteY221" fmla="*/ 411617 h 736899"/>
                <a:gd name="connsiteX222" fmla="*/ 2162377 w 2912392"/>
                <a:gd name="connsiteY222" fmla="*/ 418064 h 736899"/>
                <a:gd name="connsiteX223" fmla="*/ 2172121 w 2912392"/>
                <a:gd name="connsiteY223" fmla="*/ 424302 h 736899"/>
                <a:gd name="connsiteX224" fmla="*/ 2181865 w 2912392"/>
                <a:gd name="connsiteY224" fmla="*/ 430326 h 736899"/>
                <a:gd name="connsiteX225" fmla="*/ 2191609 w 2912392"/>
                <a:gd name="connsiteY225" fmla="*/ 436126 h 736899"/>
                <a:gd name="connsiteX226" fmla="*/ 2201338 w 2912392"/>
                <a:gd name="connsiteY226" fmla="*/ 441700 h 736899"/>
                <a:gd name="connsiteX227" fmla="*/ 2211082 w 2912392"/>
                <a:gd name="connsiteY227" fmla="*/ 447041 h 736899"/>
                <a:gd name="connsiteX228" fmla="*/ 2220826 w 2912392"/>
                <a:gd name="connsiteY228" fmla="*/ 452144 h 736899"/>
                <a:gd name="connsiteX229" fmla="*/ 2230570 w 2912392"/>
                <a:gd name="connsiteY229" fmla="*/ 457004 h 736899"/>
                <a:gd name="connsiteX230" fmla="*/ 2240299 w 2912392"/>
                <a:gd name="connsiteY230" fmla="*/ 461618 h 736899"/>
                <a:gd name="connsiteX231" fmla="*/ 2250043 w 2912392"/>
                <a:gd name="connsiteY231" fmla="*/ 465985 h 736899"/>
                <a:gd name="connsiteX232" fmla="*/ 2259787 w 2912392"/>
                <a:gd name="connsiteY232" fmla="*/ 470102 h 736899"/>
                <a:gd name="connsiteX233" fmla="*/ 2269531 w 2912392"/>
                <a:gd name="connsiteY233" fmla="*/ 473965 h 736899"/>
                <a:gd name="connsiteX234" fmla="*/ 2279260 w 2912392"/>
                <a:gd name="connsiteY234" fmla="*/ 477575 h 736899"/>
                <a:gd name="connsiteX235" fmla="*/ 2289004 w 2912392"/>
                <a:gd name="connsiteY235" fmla="*/ 480932 h 736899"/>
                <a:gd name="connsiteX236" fmla="*/ 2298748 w 2912392"/>
                <a:gd name="connsiteY236" fmla="*/ 484035 h 736899"/>
                <a:gd name="connsiteX237" fmla="*/ 2308492 w 2912392"/>
                <a:gd name="connsiteY237" fmla="*/ 486887 h 736899"/>
                <a:gd name="connsiteX238" fmla="*/ 2318236 w 2912392"/>
                <a:gd name="connsiteY238" fmla="*/ 489487 h 736899"/>
                <a:gd name="connsiteX239" fmla="*/ 2327965 w 2912392"/>
                <a:gd name="connsiteY239" fmla="*/ 491841 h 736899"/>
                <a:gd name="connsiteX240" fmla="*/ 2337709 w 2912392"/>
                <a:gd name="connsiteY240" fmla="*/ 493949 h 736899"/>
                <a:gd name="connsiteX241" fmla="*/ 2347453 w 2912392"/>
                <a:gd name="connsiteY241" fmla="*/ 495817 h 736899"/>
                <a:gd name="connsiteX242" fmla="*/ 2357197 w 2912392"/>
                <a:gd name="connsiteY242" fmla="*/ 497449 h 736899"/>
                <a:gd name="connsiteX243" fmla="*/ 2366926 w 2912392"/>
                <a:gd name="connsiteY243" fmla="*/ 498848 h 736899"/>
                <a:gd name="connsiteX244" fmla="*/ 2376670 w 2912392"/>
                <a:gd name="connsiteY244" fmla="*/ 500020 h 736899"/>
                <a:gd name="connsiteX245" fmla="*/ 2386413 w 2912392"/>
                <a:gd name="connsiteY245" fmla="*/ 500974 h 736899"/>
                <a:gd name="connsiteX246" fmla="*/ 2396157 w 2912392"/>
                <a:gd name="connsiteY246" fmla="*/ 501713 h 736899"/>
                <a:gd name="connsiteX247" fmla="*/ 2405886 w 2912392"/>
                <a:gd name="connsiteY247" fmla="*/ 502245 h 736899"/>
                <a:gd name="connsiteX248" fmla="*/ 2415630 w 2912392"/>
                <a:gd name="connsiteY248" fmla="*/ 502580 h 736899"/>
                <a:gd name="connsiteX249" fmla="*/ 2425374 w 2912392"/>
                <a:gd name="connsiteY249" fmla="*/ 502723 h 736899"/>
                <a:gd name="connsiteX250" fmla="*/ 2435118 w 2912392"/>
                <a:gd name="connsiteY250" fmla="*/ 502684 h 736899"/>
                <a:gd name="connsiteX251" fmla="*/ 2444862 w 2912392"/>
                <a:gd name="connsiteY251" fmla="*/ 502473 h 736899"/>
                <a:gd name="connsiteX252" fmla="*/ 2454591 w 2912392"/>
                <a:gd name="connsiteY252" fmla="*/ 502097 h 736899"/>
                <a:gd name="connsiteX253" fmla="*/ 2464335 w 2912392"/>
                <a:gd name="connsiteY253" fmla="*/ 501568 h 736899"/>
                <a:gd name="connsiteX254" fmla="*/ 2474079 w 2912392"/>
                <a:gd name="connsiteY254" fmla="*/ 500895 h 736899"/>
                <a:gd name="connsiteX255" fmla="*/ 2483823 w 2912392"/>
                <a:gd name="connsiteY255" fmla="*/ 500089 h 736899"/>
                <a:gd name="connsiteX256" fmla="*/ 2493552 w 2912392"/>
                <a:gd name="connsiteY256" fmla="*/ 499159 h 736899"/>
                <a:gd name="connsiteX257" fmla="*/ 2503296 w 2912392"/>
                <a:gd name="connsiteY257" fmla="*/ 498116 h 736899"/>
                <a:gd name="connsiteX258" fmla="*/ 2513040 w 2912392"/>
                <a:gd name="connsiteY258" fmla="*/ 496973 h 736899"/>
                <a:gd name="connsiteX259" fmla="*/ 2522784 w 2912392"/>
                <a:gd name="connsiteY259" fmla="*/ 495740 h 736899"/>
                <a:gd name="connsiteX260" fmla="*/ 2532513 w 2912392"/>
                <a:gd name="connsiteY260" fmla="*/ 494427 h 736899"/>
                <a:gd name="connsiteX261" fmla="*/ 2542257 w 2912392"/>
                <a:gd name="connsiteY261" fmla="*/ 493046 h 736899"/>
                <a:gd name="connsiteX262" fmla="*/ 2552001 w 2912392"/>
                <a:gd name="connsiteY262" fmla="*/ 491608 h 736899"/>
                <a:gd name="connsiteX263" fmla="*/ 2561745 w 2912392"/>
                <a:gd name="connsiteY263" fmla="*/ 490126 h 736899"/>
                <a:gd name="connsiteX264" fmla="*/ 2571474 w 2912392"/>
                <a:gd name="connsiteY264" fmla="*/ 488611 h 736899"/>
                <a:gd name="connsiteX265" fmla="*/ 2581218 w 2912392"/>
                <a:gd name="connsiteY265" fmla="*/ 487072 h 736899"/>
                <a:gd name="connsiteX266" fmla="*/ 2590962 w 2912392"/>
                <a:gd name="connsiteY266" fmla="*/ 485522 h 736899"/>
                <a:gd name="connsiteX267" fmla="*/ 2600705 w 2912392"/>
                <a:gd name="connsiteY267" fmla="*/ 483971 h 736899"/>
                <a:gd name="connsiteX268" fmla="*/ 2610449 w 2912392"/>
                <a:gd name="connsiteY268" fmla="*/ 482431 h 736899"/>
                <a:gd name="connsiteX269" fmla="*/ 2620178 w 2912392"/>
                <a:gd name="connsiteY269" fmla="*/ 480911 h 736899"/>
                <a:gd name="connsiteX270" fmla="*/ 2629922 w 2912392"/>
                <a:gd name="connsiteY270" fmla="*/ 479424 h 736899"/>
                <a:gd name="connsiteX271" fmla="*/ 2639666 w 2912392"/>
                <a:gd name="connsiteY271" fmla="*/ 477977 h 736899"/>
                <a:gd name="connsiteX272" fmla="*/ 2649410 w 2912392"/>
                <a:gd name="connsiteY272" fmla="*/ 476584 h 736899"/>
                <a:gd name="connsiteX273" fmla="*/ 2659139 w 2912392"/>
                <a:gd name="connsiteY273" fmla="*/ 475251 h 736899"/>
                <a:gd name="connsiteX274" fmla="*/ 2668883 w 2912392"/>
                <a:gd name="connsiteY274" fmla="*/ 473990 h 736899"/>
                <a:gd name="connsiteX275" fmla="*/ 2678627 w 2912392"/>
                <a:gd name="connsiteY275" fmla="*/ 472807 h 736899"/>
                <a:gd name="connsiteX276" fmla="*/ 2688371 w 2912392"/>
                <a:gd name="connsiteY276" fmla="*/ 471715 h 736899"/>
                <a:gd name="connsiteX277" fmla="*/ 2698100 w 2912392"/>
                <a:gd name="connsiteY277" fmla="*/ 470718 h 736899"/>
                <a:gd name="connsiteX278" fmla="*/ 2707844 w 2912392"/>
                <a:gd name="connsiteY278" fmla="*/ 469827 h 736899"/>
                <a:gd name="connsiteX279" fmla="*/ 2717588 w 2912392"/>
                <a:gd name="connsiteY279" fmla="*/ 469048 h 736899"/>
                <a:gd name="connsiteX280" fmla="*/ 2727332 w 2912392"/>
                <a:gd name="connsiteY280" fmla="*/ 468388 h 736899"/>
                <a:gd name="connsiteX281" fmla="*/ 2737076 w 2912392"/>
                <a:gd name="connsiteY281" fmla="*/ 467856 h 736899"/>
                <a:gd name="connsiteX282" fmla="*/ 2746805 w 2912392"/>
                <a:gd name="connsiteY282" fmla="*/ 467456 h 736899"/>
                <a:gd name="connsiteX283" fmla="*/ 2756549 w 2912392"/>
                <a:gd name="connsiteY283" fmla="*/ 467193 h 736899"/>
                <a:gd name="connsiteX284" fmla="*/ 2766293 w 2912392"/>
                <a:gd name="connsiteY284" fmla="*/ 467076 h 736899"/>
                <a:gd name="connsiteX285" fmla="*/ 2776037 w 2912392"/>
                <a:gd name="connsiteY285" fmla="*/ 467107 h 736899"/>
                <a:gd name="connsiteX286" fmla="*/ 2785766 w 2912392"/>
                <a:gd name="connsiteY286" fmla="*/ 467290 h 736899"/>
                <a:gd name="connsiteX287" fmla="*/ 2795510 w 2912392"/>
                <a:gd name="connsiteY287" fmla="*/ 467631 h 736899"/>
                <a:gd name="connsiteX288" fmla="*/ 2805254 w 2912392"/>
                <a:gd name="connsiteY288" fmla="*/ 468133 h 736899"/>
                <a:gd name="connsiteX289" fmla="*/ 2814998 w 2912392"/>
                <a:gd name="connsiteY289" fmla="*/ 468798 h 736899"/>
                <a:gd name="connsiteX290" fmla="*/ 2824727 w 2912392"/>
                <a:gd name="connsiteY290" fmla="*/ 469629 h 736899"/>
                <a:gd name="connsiteX291" fmla="*/ 2834471 w 2912392"/>
                <a:gd name="connsiteY291" fmla="*/ 470629 h 736899"/>
                <a:gd name="connsiteX292" fmla="*/ 2844215 w 2912392"/>
                <a:gd name="connsiteY292" fmla="*/ 471799 h 736899"/>
                <a:gd name="connsiteX293" fmla="*/ 2853958 w 2912392"/>
                <a:gd name="connsiteY293" fmla="*/ 473140 h 736899"/>
                <a:gd name="connsiteX294" fmla="*/ 2863687 w 2912392"/>
                <a:gd name="connsiteY294" fmla="*/ 474652 h 736899"/>
                <a:gd name="connsiteX295" fmla="*/ 2873431 w 2912392"/>
                <a:gd name="connsiteY295" fmla="*/ 476337 h 736899"/>
                <a:gd name="connsiteX296" fmla="*/ 2883175 w 2912392"/>
                <a:gd name="connsiteY296" fmla="*/ 478192 h 736899"/>
                <a:gd name="connsiteX297" fmla="*/ 2892919 w 2912392"/>
                <a:gd name="connsiteY297" fmla="*/ 480218 h 736899"/>
                <a:gd name="connsiteX298" fmla="*/ 2902663 w 2912392"/>
                <a:gd name="connsiteY298" fmla="*/ 482414 h 736899"/>
                <a:gd name="connsiteX299" fmla="*/ 2912392 w 2912392"/>
                <a:gd name="connsiteY299" fmla="*/ 484779 h 736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36899">
                  <a:moveTo>
                    <a:pt x="0" y="496290"/>
                  </a:moveTo>
                  <a:lnTo>
                    <a:pt x="9739" y="503808"/>
                  </a:lnTo>
                  <a:lnTo>
                    <a:pt x="19480" y="511342"/>
                  </a:lnTo>
                  <a:lnTo>
                    <a:pt x="29221" y="518888"/>
                  </a:lnTo>
                  <a:lnTo>
                    <a:pt x="38961" y="526439"/>
                  </a:lnTo>
                  <a:lnTo>
                    <a:pt x="48702" y="533993"/>
                  </a:lnTo>
                  <a:lnTo>
                    <a:pt x="58443" y="541539"/>
                  </a:lnTo>
                  <a:lnTo>
                    <a:pt x="68182" y="549075"/>
                  </a:lnTo>
                  <a:lnTo>
                    <a:pt x="77923" y="556593"/>
                  </a:lnTo>
                  <a:lnTo>
                    <a:pt x="87664" y="564086"/>
                  </a:lnTo>
                  <a:lnTo>
                    <a:pt x="97404" y="571546"/>
                  </a:lnTo>
                  <a:lnTo>
                    <a:pt x="107145" y="578965"/>
                  </a:lnTo>
                  <a:lnTo>
                    <a:pt x="116886" y="586338"/>
                  </a:lnTo>
                  <a:lnTo>
                    <a:pt x="126625" y="593651"/>
                  </a:lnTo>
                  <a:lnTo>
                    <a:pt x="136366" y="600900"/>
                  </a:lnTo>
                  <a:lnTo>
                    <a:pt x="146107" y="608074"/>
                  </a:lnTo>
                  <a:lnTo>
                    <a:pt x="155846" y="615163"/>
                  </a:lnTo>
                  <a:lnTo>
                    <a:pt x="165587" y="622158"/>
                  </a:lnTo>
                  <a:lnTo>
                    <a:pt x="175328" y="629047"/>
                  </a:lnTo>
                  <a:lnTo>
                    <a:pt x="185068" y="635823"/>
                  </a:lnTo>
                  <a:lnTo>
                    <a:pt x="194809" y="642474"/>
                  </a:lnTo>
                  <a:lnTo>
                    <a:pt x="204550" y="648989"/>
                  </a:lnTo>
                  <a:lnTo>
                    <a:pt x="214289" y="655357"/>
                  </a:lnTo>
                  <a:lnTo>
                    <a:pt x="224030" y="661568"/>
                  </a:lnTo>
                  <a:lnTo>
                    <a:pt x="233771" y="667610"/>
                  </a:lnTo>
                  <a:lnTo>
                    <a:pt x="243510" y="673473"/>
                  </a:lnTo>
                  <a:lnTo>
                    <a:pt x="253251" y="679145"/>
                  </a:lnTo>
                  <a:lnTo>
                    <a:pt x="262992" y="684614"/>
                  </a:lnTo>
                  <a:lnTo>
                    <a:pt x="272732" y="689871"/>
                  </a:lnTo>
                  <a:lnTo>
                    <a:pt x="282473" y="694903"/>
                  </a:lnTo>
                  <a:lnTo>
                    <a:pt x="292214" y="699702"/>
                  </a:lnTo>
                  <a:lnTo>
                    <a:pt x="301953" y="704256"/>
                  </a:lnTo>
                  <a:lnTo>
                    <a:pt x="311694" y="708551"/>
                  </a:lnTo>
                  <a:lnTo>
                    <a:pt x="321435" y="712581"/>
                  </a:lnTo>
                  <a:lnTo>
                    <a:pt x="331175" y="716336"/>
                  </a:lnTo>
                  <a:lnTo>
                    <a:pt x="340916" y="719804"/>
                  </a:lnTo>
                  <a:lnTo>
                    <a:pt x="350656" y="722976"/>
                  </a:lnTo>
                  <a:lnTo>
                    <a:pt x="360396" y="725844"/>
                  </a:lnTo>
                  <a:lnTo>
                    <a:pt x="370137" y="728399"/>
                  </a:lnTo>
                  <a:lnTo>
                    <a:pt x="379878" y="730633"/>
                  </a:lnTo>
                  <a:lnTo>
                    <a:pt x="389617" y="732538"/>
                  </a:lnTo>
                  <a:lnTo>
                    <a:pt x="399358" y="734107"/>
                  </a:lnTo>
                  <a:lnTo>
                    <a:pt x="409099" y="735335"/>
                  </a:lnTo>
                  <a:lnTo>
                    <a:pt x="418839" y="736212"/>
                  </a:lnTo>
                  <a:lnTo>
                    <a:pt x="428580" y="736735"/>
                  </a:lnTo>
                  <a:lnTo>
                    <a:pt x="438321" y="736899"/>
                  </a:lnTo>
                  <a:lnTo>
                    <a:pt x="448060" y="736700"/>
                  </a:lnTo>
                  <a:lnTo>
                    <a:pt x="457801" y="736133"/>
                  </a:lnTo>
                  <a:lnTo>
                    <a:pt x="467542" y="735195"/>
                  </a:lnTo>
                  <a:lnTo>
                    <a:pt x="477281" y="733885"/>
                  </a:lnTo>
                  <a:lnTo>
                    <a:pt x="487022" y="732200"/>
                  </a:lnTo>
                  <a:lnTo>
                    <a:pt x="496763" y="730140"/>
                  </a:lnTo>
                  <a:lnTo>
                    <a:pt x="506503" y="727702"/>
                  </a:lnTo>
                  <a:lnTo>
                    <a:pt x="516244" y="724889"/>
                  </a:lnTo>
                  <a:lnTo>
                    <a:pt x="525985" y="721702"/>
                  </a:lnTo>
                  <a:lnTo>
                    <a:pt x="535724" y="718141"/>
                  </a:lnTo>
                  <a:lnTo>
                    <a:pt x="545465" y="714209"/>
                  </a:lnTo>
                  <a:lnTo>
                    <a:pt x="555206" y="709910"/>
                  </a:lnTo>
                  <a:lnTo>
                    <a:pt x="564946" y="705246"/>
                  </a:lnTo>
                  <a:lnTo>
                    <a:pt x="574687" y="700224"/>
                  </a:lnTo>
                  <a:lnTo>
                    <a:pt x="584428" y="694845"/>
                  </a:lnTo>
                  <a:lnTo>
                    <a:pt x="594167" y="689120"/>
                  </a:lnTo>
                  <a:lnTo>
                    <a:pt x="603908" y="683050"/>
                  </a:lnTo>
                  <a:lnTo>
                    <a:pt x="613649" y="676643"/>
                  </a:lnTo>
                  <a:lnTo>
                    <a:pt x="623388" y="669910"/>
                  </a:lnTo>
                  <a:lnTo>
                    <a:pt x="633129" y="662856"/>
                  </a:lnTo>
                  <a:lnTo>
                    <a:pt x="642870" y="655488"/>
                  </a:lnTo>
                  <a:lnTo>
                    <a:pt x="652610" y="647820"/>
                  </a:lnTo>
                  <a:lnTo>
                    <a:pt x="662351" y="639856"/>
                  </a:lnTo>
                  <a:lnTo>
                    <a:pt x="672092" y="631611"/>
                  </a:lnTo>
                  <a:lnTo>
                    <a:pt x="681831" y="623092"/>
                  </a:lnTo>
                  <a:lnTo>
                    <a:pt x="691572" y="614312"/>
                  </a:lnTo>
                  <a:lnTo>
                    <a:pt x="701313" y="605280"/>
                  </a:lnTo>
                  <a:lnTo>
                    <a:pt x="711052" y="596010"/>
                  </a:lnTo>
                  <a:lnTo>
                    <a:pt x="720793" y="586512"/>
                  </a:lnTo>
                  <a:lnTo>
                    <a:pt x="730534" y="576799"/>
                  </a:lnTo>
                  <a:lnTo>
                    <a:pt x="740274" y="566884"/>
                  </a:lnTo>
                  <a:lnTo>
                    <a:pt x="750015" y="556779"/>
                  </a:lnTo>
                  <a:lnTo>
                    <a:pt x="759756" y="546496"/>
                  </a:lnTo>
                  <a:lnTo>
                    <a:pt x="769495" y="536050"/>
                  </a:lnTo>
                  <a:lnTo>
                    <a:pt x="779236" y="525453"/>
                  </a:lnTo>
                  <a:lnTo>
                    <a:pt x="788977" y="514718"/>
                  </a:lnTo>
                  <a:lnTo>
                    <a:pt x="798717" y="503858"/>
                  </a:lnTo>
                  <a:lnTo>
                    <a:pt x="808458" y="492888"/>
                  </a:lnTo>
                  <a:lnTo>
                    <a:pt x="818199" y="481820"/>
                  </a:lnTo>
                  <a:lnTo>
                    <a:pt x="827938" y="470668"/>
                  </a:lnTo>
                  <a:lnTo>
                    <a:pt x="837679" y="459443"/>
                  </a:lnTo>
                  <a:lnTo>
                    <a:pt x="847420" y="448161"/>
                  </a:lnTo>
                  <a:lnTo>
                    <a:pt x="857159" y="436835"/>
                  </a:lnTo>
                  <a:lnTo>
                    <a:pt x="866900" y="425476"/>
                  </a:lnTo>
                  <a:lnTo>
                    <a:pt x="876641" y="414099"/>
                  </a:lnTo>
                  <a:lnTo>
                    <a:pt x="886381" y="402715"/>
                  </a:lnTo>
                  <a:lnTo>
                    <a:pt x="896122" y="391335"/>
                  </a:lnTo>
                  <a:lnTo>
                    <a:pt x="905863" y="379975"/>
                  </a:lnTo>
                  <a:lnTo>
                    <a:pt x="915602" y="368644"/>
                  </a:lnTo>
                  <a:lnTo>
                    <a:pt x="925343" y="357355"/>
                  </a:lnTo>
                  <a:lnTo>
                    <a:pt x="935084" y="346118"/>
                  </a:lnTo>
                  <a:lnTo>
                    <a:pt x="944824" y="334947"/>
                  </a:lnTo>
                  <a:lnTo>
                    <a:pt x="954564" y="323849"/>
                  </a:lnTo>
                  <a:lnTo>
                    <a:pt x="964305" y="312837"/>
                  </a:lnTo>
                  <a:lnTo>
                    <a:pt x="974045" y="301919"/>
                  </a:lnTo>
                  <a:lnTo>
                    <a:pt x="983786" y="291107"/>
                  </a:lnTo>
                  <a:lnTo>
                    <a:pt x="993522" y="280409"/>
                  </a:lnTo>
                  <a:lnTo>
                    <a:pt x="1003266" y="269834"/>
                  </a:lnTo>
                  <a:lnTo>
                    <a:pt x="1013010" y="259391"/>
                  </a:lnTo>
                  <a:lnTo>
                    <a:pt x="1022754" y="249090"/>
                  </a:lnTo>
                  <a:lnTo>
                    <a:pt x="1032483" y="238935"/>
                  </a:lnTo>
                  <a:lnTo>
                    <a:pt x="1042227" y="228938"/>
                  </a:lnTo>
                  <a:lnTo>
                    <a:pt x="1051971" y="219101"/>
                  </a:lnTo>
                  <a:lnTo>
                    <a:pt x="1061715" y="209436"/>
                  </a:lnTo>
                  <a:lnTo>
                    <a:pt x="1071444" y="199946"/>
                  </a:lnTo>
                  <a:lnTo>
                    <a:pt x="1081188" y="190638"/>
                  </a:lnTo>
                  <a:lnTo>
                    <a:pt x="1090932" y="181519"/>
                  </a:lnTo>
                  <a:lnTo>
                    <a:pt x="1100676" y="172591"/>
                  </a:lnTo>
                  <a:lnTo>
                    <a:pt x="1110405" y="163861"/>
                  </a:lnTo>
                  <a:lnTo>
                    <a:pt x="1120149" y="155334"/>
                  </a:lnTo>
                  <a:lnTo>
                    <a:pt x="1129893" y="147013"/>
                  </a:lnTo>
                  <a:lnTo>
                    <a:pt x="1139637" y="138902"/>
                  </a:lnTo>
                  <a:lnTo>
                    <a:pt x="1149381" y="131005"/>
                  </a:lnTo>
                  <a:lnTo>
                    <a:pt x="1159110" y="123326"/>
                  </a:lnTo>
                  <a:lnTo>
                    <a:pt x="1168854" y="115866"/>
                  </a:lnTo>
                  <a:lnTo>
                    <a:pt x="1178598" y="108630"/>
                  </a:lnTo>
                  <a:lnTo>
                    <a:pt x="1188341" y="101619"/>
                  </a:lnTo>
                  <a:lnTo>
                    <a:pt x="1198070" y="94834"/>
                  </a:lnTo>
                  <a:lnTo>
                    <a:pt x="1207814" y="88278"/>
                  </a:lnTo>
                  <a:lnTo>
                    <a:pt x="1217558" y="81952"/>
                  </a:lnTo>
                  <a:lnTo>
                    <a:pt x="1227302" y="75860"/>
                  </a:lnTo>
                  <a:lnTo>
                    <a:pt x="1237031" y="69998"/>
                  </a:lnTo>
                  <a:lnTo>
                    <a:pt x="1246775" y="64373"/>
                  </a:lnTo>
                  <a:lnTo>
                    <a:pt x="1256519" y="58982"/>
                  </a:lnTo>
                  <a:lnTo>
                    <a:pt x="1266263" y="53826"/>
                  </a:lnTo>
                  <a:lnTo>
                    <a:pt x="1276007" y="48906"/>
                  </a:lnTo>
                  <a:lnTo>
                    <a:pt x="1285736" y="44223"/>
                  </a:lnTo>
                  <a:lnTo>
                    <a:pt x="1295480" y="39776"/>
                  </a:lnTo>
                  <a:lnTo>
                    <a:pt x="1305224" y="35565"/>
                  </a:lnTo>
                  <a:lnTo>
                    <a:pt x="1314968" y="31592"/>
                  </a:lnTo>
                  <a:lnTo>
                    <a:pt x="1324697" y="27854"/>
                  </a:lnTo>
                  <a:lnTo>
                    <a:pt x="1334441" y="24354"/>
                  </a:lnTo>
                  <a:lnTo>
                    <a:pt x="1344185" y="21088"/>
                  </a:lnTo>
                  <a:lnTo>
                    <a:pt x="1353929" y="18061"/>
                  </a:lnTo>
                  <a:lnTo>
                    <a:pt x="1363658" y="15267"/>
                  </a:lnTo>
                  <a:lnTo>
                    <a:pt x="1373402" y="12710"/>
                  </a:lnTo>
                  <a:lnTo>
                    <a:pt x="1383146" y="10388"/>
                  </a:lnTo>
                  <a:lnTo>
                    <a:pt x="1392890" y="8299"/>
                  </a:lnTo>
                  <a:lnTo>
                    <a:pt x="1402619" y="6445"/>
                  </a:lnTo>
                  <a:lnTo>
                    <a:pt x="1412363" y="4826"/>
                  </a:lnTo>
                  <a:lnTo>
                    <a:pt x="1422106" y="3440"/>
                  </a:lnTo>
                  <a:lnTo>
                    <a:pt x="1431850" y="2287"/>
                  </a:lnTo>
                  <a:lnTo>
                    <a:pt x="1441594" y="1368"/>
                  </a:lnTo>
                  <a:lnTo>
                    <a:pt x="1451323" y="679"/>
                  </a:lnTo>
                  <a:lnTo>
                    <a:pt x="1461067" y="223"/>
                  </a:lnTo>
                  <a:lnTo>
                    <a:pt x="1470811" y="0"/>
                  </a:lnTo>
                  <a:lnTo>
                    <a:pt x="1480555" y="9"/>
                  </a:lnTo>
                  <a:lnTo>
                    <a:pt x="1490284" y="247"/>
                  </a:lnTo>
                  <a:lnTo>
                    <a:pt x="1500028" y="718"/>
                  </a:lnTo>
                  <a:lnTo>
                    <a:pt x="1509772" y="1418"/>
                  </a:lnTo>
                  <a:lnTo>
                    <a:pt x="1519516" y="2350"/>
                  </a:lnTo>
                  <a:lnTo>
                    <a:pt x="1529245" y="3512"/>
                  </a:lnTo>
                  <a:lnTo>
                    <a:pt x="1538989" y="4902"/>
                  </a:lnTo>
                  <a:lnTo>
                    <a:pt x="1548733" y="6521"/>
                  </a:lnTo>
                  <a:lnTo>
                    <a:pt x="1558477" y="8370"/>
                  </a:lnTo>
                  <a:lnTo>
                    <a:pt x="1568221" y="10447"/>
                  </a:lnTo>
                  <a:lnTo>
                    <a:pt x="1577950" y="12752"/>
                  </a:lnTo>
                  <a:lnTo>
                    <a:pt x="1587694" y="15283"/>
                  </a:lnTo>
                  <a:lnTo>
                    <a:pt x="1597438" y="18041"/>
                  </a:lnTo>
                  <a:lnTo>
                    <a:pt x="1607182" y="21024"/>
                  </a:lnTo>
                  <a:lnTo>
                    <a:pt x="1616911" y="24232"/>
                  </a:lnTo>
                  <a:lnTo>
                    <a:pt x="1626655" y="27663"/>
                  </a:lnTo>
                  <a:lnTo>
                    <a:pt x="1636399" y="31316"/>
                  </a:lnTo>
                  <a:lnTo>
                    <a:pt x="1646142" y="35190"/>
                  </a:lnTo>
                  <a:lnTo>
                    <a:pt x="1655872" y="39283"/>
                  </a:lnTo>
                  <a:lnTo>
                    <a:pt x="1665616" y="43591"/>
                  </a:lnTo>
                  <a:lnTo>
                    <a:pt x="1675359" y="48116"/>
                  </a:lnTo>
                  <a:lnTo>
                    <a:pt x="1685103" y="52856"/>
                  </a:lnTo>
                  <a:lnTo>
                    <a:pt x="1694832" y="57804"/>
                  </a:lnTo>
                  <a:lnTo>
                    <a:pt x="1704576" y="62960"/>
                  </a:lnTo>
                  <a:lnTo>
                    <a:pt x="1714320" y="68321"/>
                  </a:lnTo>
                  <a:lnTo>
                    <a:pt x="1724064" y="73883"/>
                  </a:lnTo>
                  <a:lnTo>
                    <a:pt x="1733808" y="79643"/>
                  </a:lnTo>
                  <a:lnTo>
                    <a:pt x="1743537" y="85598"/>
                  </a:lnTo>
                  <a:lnTo>
                    <a:pt x="1753281" y="91740"/>
                  </a:lnTo>
                  <a:lnTo>
                    <a:pt x="1763025" y="98070"/>
                  </a:lnTo>
                  <a:lnTo>
                    <a:pt x="1772769" y="104579"/>
                  </a:lnTo>
                  <a:lnTo>
                    <a:pt x="1782498" y="111263"/>
                  </a:lnTo>
                  <a:lnTo>
                    <a:pt x="1792242" y="118116"/>
                  </a:lnTo>
                  <a:lnTo>
                    <a:pt x="1801986" y="125134"/>
                  </a:lnTo>
                  <a:lnTo>
                    <a:pt x="1811730" y="132307"/>
                  </a:lnTo>
                  <a:lnTo>
                    <a:pt x="1821459" y="139632"/>
                  </a:lnTo>
                  <a:lnTo>
                    <a:pt x="1831203" y="147101"/>
                  </a:lnTo>
                  <a:lnTo>
                    <a:pt x="1840947" y="154705"/>
                  </a:lnTo>
                  <a:lnTo>
                    <a:pt x="1850691" y="162438"/>
                  </a:lnTo>
                  <a:lnTo>
                    <a:pt x="1860435" y="170291"/>
                  </a:lnTo>
                  <a:lnTo>
                    <a:pt x="1870164" y="178256"/>
                  </a:lnTo>
                  <a:lnTo>
                    <a:pt x="1879908" y="186324"/>
                  </a:lnTo>
                  <a:lnTo>
                    <a:pt x="1889652" y="194487"/>
                  </a:lnTo>
                  <a:lnTo>
                    <a:pt x="1899395" y="202733"/>
                  </a:lnTo>
                  <a:lnTo>
                    <a:pt x="1909124" y="211054"/>
                  </a:lnTo>
                  <a:lnTo>
                    <a:pt x="1918868" y="219441"/>
                  </a:lnTo>
                  <a:lnTo>
                    <a:pt x="1928612" y="227883"/>
                  </a:lnTo>
                  <a:lnTo>
                    <a:pt x="1938356" y="236368"/>
                  </a:lnTo>
                  <a:lnTo>
                    <a:pt x="1948085" y="244887"/>
                  </a:lnTo>
                  <a:lnTo>
                    <a:pt x="1957829" y="253429"/>
                  </a:lnTo>
                  <a:lnTo>
                    <a:pt x="1967573" y="261982"/>
                  </a:lnTo>
                  <a:lnTo>
                    <a:pt x="1977317" y="270536"/>
                  </a:lnTo>
                  <a:lnTo>
                    <a:pt x="1987046" y="279079"/>
                  </a:lnTo>
                  <a:lnTo>
                    <a:pt x="1996790" y="287598"/>
                  </a:lnTo>
                  <a:lnTo>
                    <a:pt x="2006534" y="296085"/>
                  </a:lnTo>
                  <a:lnTo>
                    <a:pt x="2016278" y="304523"/>
                  </a:lnTo>
                  <a:lnTo>
                    <a:pt x="2026022" y="312907"/>
                  </a:lnTo>
                  <a:lnTo>
                    <a:pt x="2035751" y="321221"/>
                  </a:lnTo>
                  <a:lnTo>
                    <a:pt x="2045495" y="329454"/>
                  </a:lnTo>
                  <a:lnTo>
                    <a:pt x="2055239" y="337596"/>
                  </a:lnTo>
                  <a:lnTo>
                    <a:pt x="2064983" y="345636"/>
                  </a:lnTo>
                  <a:lnTo>
                    <a:pt x="2074712" y="353562"/>
                  </a:lnTo>
                  <a:lnTo>
                    <a:pt x="2084456" y="361361"/>
                  </a:lnTo>
                  <a:lnTo>
                    <a:pt x="2094200" y="369027"/>
                  </a:lnTo>
                  <a:lnTo>
                    <a:pt x="2103944" y="376546"/>
                  </a:lnTo>
                  <a:lnTo>
                    <a:pt x="2113673" y="383911"/>
                  </a:lnTo>
                  <a:lnTo>
                    <a:pt x="2123417" y="391109"/>
                  </a:lnTo>
                  <a:lnTo>
                    <a:pt x="2133161" y="398132"/>
                  </a:lnTo>
                  <a:lnTo>
                    <a:pt x="2142905" y="404971"/>
                  </a:lnTo>
                  <a:lnTo>
                    <a:pt x="2152649" y="411617"/>
                  </a:lnTo>
                  <a:lnTo>
                    <a:pt x="2162377" y="418064"/>
                  </a:lnTo>
                  <a:lnTo>
                    <a:pt x="2172121" y="424302"/>
                  </a:lnTo>
                  <a:lnTo>
                    <a:pt x="2181865" y="430326"/>
                  </a:lnTo>
                  <a:lnTo>
                    <a:pt x="2191609" y="436126"/>
                  </a:lnTo>
                  <a:lnTo>
                    <a:pt x="2201338" y="441700"/>
                  </a:lnTo>
                  <a:lnTo>
                    <a:pt x="2211082" y="447041"/>
                  </a:lnTo>
                  <a:lnTo>
                    <a:pt x="2220826" y="452144"/>
                  </a:lnTo>
                  <a:lnTo>
                    <a:pt x="2230570" y="457004"/>
                  </a:lnTo>
                  <a:lnTo>
                    <a:pt x="2240299" y="461618"/>
                  </a:lnTo>
                  <a:lnTo>
                    <a:pt x="2250043" y="465985"/>
                  </a:lnTo>
                  <a:lnTo>
                    <a:pt x="2259787" y="470102"/>
                  </a:lnTo>
                  <a:lnTo>
                    <a:pt x="2269531" y="473965"/>
                  </a:lnTo>
                  <a:lnTo>
                    <a:pt x="2279260" y="477575"/>
                  </a:lnTo>
                  <a:lnTo>
                    <a:pt x="2289004" y="480932"/>
                  </a:lnTo>
                  <a:lnTo>
                    <a:pt x="2298748" y="484035"/>
                  </a:lnTo>
                  <a:lnTo>
                    <a:pt x="2308492" y="486887"/>
                  </a:lnTo>
                  <a:lnTo>
                    <a:pt x="2318236" y="489487"/>
                  </a:lnTo>
                  <a:lnTo>
                    <a:pt x="2327965" y="491841"/>
                  </a:lnTo>
                  <a:lnTo>
                    <a:pt x="2337709" y="493949"/>
                  </a:lnTo>
                  <a:lnTo>
                    <a:pt x="2347453" y="495817"/>
                  </a:lnTo>
                  <a:lnTo>
                    <a:pt x="2357197" y="497449"/>
                  </a:lnTo>
                  <a:lnTo>
                    <a:pt x="2366926" y="498848"/>
                  </a:lnTo>
                  <a:lnTo>
                    <a:pt x="2376670" y="500020"/>
                  </a:lnTo>
                  <a:lnTo>
                    <a:pt x="2386413" y="500974"/>
                  </a:lnTo>
                  <a:lnTo>
                    <a:pt x="2396157" y="501713"/>
                  </a:lnTo>
                  <a:lnTo>
                    <a:pt x="2405886" y="502245"/>
                  </a:lnTo>
                  <a:lnTo>
                    <a:pt x="2415630" y="502580"/>
                  </a:lnTo>
                  <a:lnTo>
                    <a:pt x="2425374" y="502723"/>
                  </a:lnTo>
                  <a:lnTo>
                    <a:pt x="2435118" y="502684"/>
                  </a:lnTo>
                  <a:lnTo>
                    <a:pt x="2444862" y="502473"/>
                  </a:lnTo>
                  <a:lnTo>
                    <a:pt x="2454591" y="502097"/>
                  </a:lnTo>
                  <a:lnTo>
                    <a:pt x="2464335" y="501568"/>
                  </a:lnTo>
                  <a:lnTo>
                    <a:pt x="2474079" y="500895"/>
                  </a:lnTo>
                  <a:lnTo>
                    <a:pt x="2483823" y="500089"/>
                  </a:lnTo>
                  <a:lnTo>
                    <a:pt x="2493552" y="499159"/>
                  </a:lnTo>
                  <a:lnTo>
                    <a:pt x="2503296" y="498116"/>
                  </a:lnTo>
                  <a:lnTo>
                    <a:pt x="2513040" y="496973"/>
                  </a:lnTo>
                  <a:lnTo>
                    <a:pt x="2522784" y="495740"/>
                  </a:lnTo>
                  <a:lnTo>
                    <a:pt x="2532513" y="494427"/>
                  </a:lnTo>
                  <a:lnTo>
                    <a:pt x="2542257" y="493046"/>
                  </a:lnTo>
                  <a:lnTo>
                    <a:pt x="2552001" y="491608"/>
                  </a:lnTo>
                  <a:lnTo>
                    <a:pt x="2561745" y="490126"/>
                  </a:lnTo>
                  <a:lnTo>
                    <a:pt x="2571474" y="488611"/>
                  </a:lnTo>
                  <a:lnTo>
                    <a:pt x="2581218" y="487072"/>
                  </a:lnTo>
                  <a:lnTo>
                    <a:pt x="2590962" y="485522"/>
                  </a:lnTo>
                  <a:lnTo>
                    <a:pt x="2600705" y="483971"/>
                  </a:lnTo>
                  <a:lnTo>
                    <a:pt x="2610449" y="482431"/>
                  </a:lnTo>
                  <a:lnTo>
                    <a:pt x="2620178" y="480911"/>
                  </a:lnTo>
                  <a:lnTo>
                    <a:pt x="2629922" y="479424"/>
                  </a:lnTo>
                  <a:lnTo>
                    <a:pt x="2639666" y="477977"/>
                  </a:lnTo>
                  <a:lnTo>
                    <a:pt x="2649410" y="476584"/>
                  </a:lnTo>
                  <a:lnTo>
                    <a:pt x="2659139" y="475251"/>
                  </a:lnTo>
                  <a:lnTo>
                    <a:pt x="2668883" y="473990"/>
                  </a:lnTo>
                  <a:lnTo>
                    <a:pt x="2678627" y="472807"/>
                  </a:lnTo>
                  <a:lnTo>
                    <a:pt x="2688371" y="471715"/>
                  </a:lnTo>
                  <a:lnTo>
                    <a:pt x="2698100" y="470718"/>
                  </a:lnTo>
                  <a:lnTo>
                    <a:pt x="2707844" y="469827"/>
                  </a:lnTo>
                  <a:lnTo>
                    <a:pt x="2717588" y="469048"/>
                  </a:lnTo>
                  <a:lnTo>
                    <a:pt x="2727332" y="468388"/>
                  </a:lnTo>
                  <a:lnTo>
                    <a:pt x="2737076" y="467856"/>
                  </a:lnTo>
                  <a:lnTo>
                    <a:pt x="2746805" y="467456"/>
                  </a:lnTo>
                  <a:lnTo>
                    <a:pt x="2756549" y="467193"/>
                  </a:lnTo>
                  <a:lnTo>
                    <a:pt x="2766293" y="467076"/>
                  </a:lnTo>
                  <a:lnTo>
                    <a:pt x="2776037" y="467107"/>
                  </a:lnTo>
                  <a:lnTo>
                    <a:pt x="2785766" y="467290"/>
                  </a:lnTo>
                  <a:lnTo>
                    <a:pt x="2795510" y="467631"/>
                  </a:lnTo>
                  <a:lnTo>
                    <a:pt x="2805254" y="468133"/>
                  </a:lnTo>
                  <a:lnTo>
                    <a:pt x="2814998" y="468798"/>
                  </a:lnTo>
                  <a:lnTo>
                    <a:pt x="2824727" y="469629"/>
                  </a:lnTo>
                  <a:lnTo>
                    <a:pt x="2834471" y="470629"/>
                  </a:lnTo>
                  <a:lnTo>
                    <a:pt x="2844215" y="471799"/>
                  </a:lnTo>
                  <a:lnTo>
                    <a:pt x="2853958" y="473140"/>
                  </a:lnTo>
                  <a:lnTo>
                    <a:pt x="2863687" y="474652"/>
                  </a:lnTo>
                  <a:lnTo>
                    <a:pt x="2873431" y="476337"/>
                  </a:lnTo>
                  <a:lnTo>
                    <a:pt x="2883175" y="478192"/>
                  </a:lnTo>
                  <a:lnTo>
                    <a:pt x="2892919" y="480218"/>
                  </a:lnTo>
                  <a:lnTo>
                    <a:pt x="2902663" y="482414"/>
                  </a:lnTo>
                  <a:lnTo>
                    <a:pt x="2912392" y="48477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4" name="Freeform 593">
              <a:extLst>
                <a:ext uri="{FF2B5EF4-FFF2-40B4-BE49-F238E27FC236}">
                  <a16:creationId xmlns:a16="http://schemas.microsoft.com/office/drawing/2014/main" id="{26045E6F-0BAA-7DE4-0F07-C853AEC643C4}"/>
                </a:ext>
              </a:extLst>
            </p:cNvPr>
            <p:cNvSpPr/>
            <p:nvPr/>
          </p:nvSpPr>
          <p:spPr>
            <a:xfrm>
              <a:off x="576446" y="3505579"/>
              <a:ext cx="2912392" cy="551362"/>
            </a:xfrm>
            <a:custGeom>
              <a:avLst/>
              <a:gdLst>
                <a:gd name="connsiteX0" fmla="*/ 0 w 2912392"/>
                <a:gd name="connsiteY0" fmla="*/ 252980 h 551362"/>
                <a:gd name="connsiteX1" fmla="*/ 9739 w 2912392"/>
                <a:gd name="connsiteY1" fmla="*/ 260854 h 551362"/>
                <a:gd name="connsiteX2" fmla="*/ 19480 w 2912392"/>
                <a:gd name="connsiteY2" fmla="*/ 268620 h 551362"/>
                <a:gd name="connsiteX3" fmla="*/ 29221 w 2912392"/>
                <a:gd name="connsiteY3" fmla="*/ 276273 h 551362"/>
                <a:gd name="connsiteX4" fmla="*/ 38961 w 2912392"/>
                <a:gd name="connsiteY4" fmla="*/ 283814 h 551362"/>
                <a:gd name="connsiteX5" fmla="*/ 48702 w 2912392"/>
                <a:gd name="connsiteY5" fmla="*/ 291241 h 551362"/>
                <a:gd name="connsiteX6" fmla="*/ 58443 w 2912392"/>
                <a:gd name="connsiteY6" fmla="*/ 298553 h 551362"/>
                <a:gd name="connsiteX7" fmla="*/ 68182 w 2912392"/>
                <a:gd name="connsiteY7" fmla="*/ 305751 h 551362"/>
                <a:gd name="connsiteX8" fmla="*/ 77923 w 2912392"/>
                <a:gd name="connsiteY8" fmla="*/ 312832 h 551362"/>
                <a:gd name="connsiteX9" fmla="*/ 87664 w 2912392"/>
                <a:gd name="connsiteY9" fmla="*/ 319799 h 551362"/>
                <a:gd name="connsiteX10" fmla="*/ 97404 w 2912392"/>
                <a:gd name="connsiteY10" fmla="*/ 326653 h 551362"/>
                <a:gd name="connsiteX11" fmla="*/ 107145 w 2912392"/>
                <a:gd name="connsiteY11" fmla="*/ 333392 h 551362"/>
                <a:gd name="connsiteX12" fmla="*/ 116886 w 2912392"/>
                <a:gd name="connsiteY12" fmla="*/ 340017 h 551362"/>
                <a:gd name="connsiteX13" fmla="*/ 126625 w 2912392"/>
                <a:gd name="connsiteY13" fmla="*/ 346531 h 551362"/>
                <a:gd name="connsiteX14" fmla="*/ 136366 w 2912392"/>
                <a:gd name="connsiteY14" fmla="*/ 352936 h 551362"/>
                <a:gd name="connsiteX15" fmla="*/ 146107 w 2912392"/>
                <a:gd name="connsiteY15" fmla="*/ 359232 h 551362"/>
                <a:gd name="connsiteX16" fmla="*/ 155846 w 2912392"/>
                <a:gd name="connsiteY16" fmla="*/ 365421 h 551362"/>
                <a:gd name="connsiteX17" fmla="*/ 165587 w 2912392"/>
                <a:gd name="connsiteY17" fmla="*/ 371506 h 551362"/>
                <a:gd name="connsiteX18" fmla="*/ 175328 w 2912392"/>
                <a:gd name="connsiteY18" fmla="*/ 377490 h 551362"/>
                <a:gd name="connsiteX19" fmla="*/ 185068 w 2912392"/>
                <a:gd name="connsiteY19" fmla="*/ 383372 h 551362"/>
                <a:gd name="connsiteX20" fmla="*/ 194809 w 2912392"/>
                <a:gd name="connsiteY20" fmla="*/ 389154 h 551362"/>
                <a:gd name="connsiteX21" fmla="*/ 204550 w 2912392"/>
                <a:gd name="connsiteY21" fmla="*/ 394842 h 551362"/>
                <a:gd name="connsiteX22" fmla="*/ 214289 w 2912392"/>
                <a:gd name="connsiteY22" fmla="*/ 400436 h 551362"/>
                <a:gd name="connsiteX23" fmla="*/ 224030 w 2912392"/>
                <a:gd name="connsiteY23" fmla="*/ 405938 h 551362"/>
                <a:gd name="connsiteX24" fmla="*/ 233771 w 2912392"/>
                <a:gd name="connsiteY24" fmla="*/ 411349 h 551362"/>
                <a:gd name="connsiteX25" fmla="*/ 243510 w 2912392"/>
                <a:gd name="connsiteY25" fmla="*/ 416674 h 551362"/>
                <a:gd name="connsiteX26" fmla="*/ 253251 w 2912392"/>
                <a:gd name="connsiteY26" fmla="*/ 421912 h 551362"/>
                <a:gd name="connsiteX27" fmla="*/ 262992 w 2912392"/>
                <a:gd name="connsiteY27" fmla="*/ 427066 h 551362"/>
                <a:gd name="connsiteX28" fmla="*/ 272732 w 2912392"/>
                <a:gd name="connsiteY28" fmla="*/ 432138 h 551362"/>
                <a:gd name="connsiteX29" fmla="*/ 282473 w 2912392"/>
                <a:gd name="connsiteY29" fmla="*/ 437127 h 551362"/>
                <a:gd name="connsiteX30" fmla="*/ 292214 w 2912392"/>
                <a:gd name="connsiteY30" fmla="*/ 442038 h 551362"/>
                <a:gd name="connsiteX31" fmla="*/ 301953 w 2912392"/>
                <a:gd name="connsiteY31" fmla="*/ 446868 h 551362"/>
                <a:gd name="connsiteX32" fmla="*/ 311694 w 2912392"/>
                <a:gd name="connsiteY32" fmla="*/ 451619 h 551362"/>
                <a:gd name="connsiteX33" fmla="*/ 321435 w 2912392"/>
                <a:gd name="connsiteY33" fmla="*/ 456292 h 551362"/>
                <a:gd name="connsiteX34" fmla="*/ 331175 w 2912392"/>
                <a:gd name="connsiteY34" fmla="*/ 460887 h 551362"/>
                <a:gd name="connsiteX35" fmla="*/ 340916 w 2912392"/>
                <a:gd name="connsiteY35" fmla="*/ 465402 h 551362"/>
                <a:gd name="connsiteX36" fmla="*/ 350656 w 2912392"/>
                <a:gd name="connsiteY36" fmla="*/ 469839 h 551362"/>
                <a:gd name="connsiteX37" fmla="*/ 360396 w 2912392"/>
                <a:gd name="connsiteY37" fmla="*/ 474194 h 551362"/>
                <a:gd name="connsiteX38" fmla="*/ 370137 w 2912392"/>
                <a:gd name="connsiteY38" fmla="*/ 478469 h 551362"/>
                <a:gd name="connsiteX39" fmla="*/ 379878 w 2912392"/>
                <a:gd name="connsiteY39" fmla="*/ 482661 h 551362"/>
                <a:gd name="connsiteX40" fmla="*/ 389617 w 2912392"/>
                <a:gd name="connsiteY40" fmla="*/ 486768 h 551362"/>
                <a:gd name="connsiteX41" fmla="*/ 399358 w 2912392"/>
                <a:gd name="connsiteY41" fmla="*/ 490786 h 551362"/>
                <a:gd name="connsiteX42" fmla="*/ 409099 w 2912392"/>
                <a:gd name="connsiteY42" fmla="*/ 494716 h 551362"/>
                <a:gd name="connsiteX43" fmla="*/ 418839 w 2912392"/>
                <a:gd name="connsiteY43" fmla="*/ 498553 h 551362"/>
                <a:gd name="connsiteX44" fmla="*/ 428580 w 2912392"/>
                <a:gd name="connsiteY44" fmla="*/ 502292 h 551362"/>
                <a:gd name="connsiteX45" fmla="*/ 438321 w 2912392"/>
                <a:gd name="connsiteY45" fmla="*/ 505934 h 551362"/>
                <a:gd name="connsiteX46" fmla="*/ 448060 w 2912392"/>
                <a:gd name="connsiteY46" fmla="*/ 509472 h 551362"/>
                <a:gd name="connsiteX47" fmla="*/ 457801 w 2912392"/>
                <a:gd name="connsiteY47" fmla="*/ 512908 h 551362"/>
                <a:gd name="connsiteX48" fmla="*/ 467542 w 2912392"/>
                <a:gd name="connsiteY48" fmla="*/ 516215 h 551362"/>
                <a:gd name="connsiteX49" fmla="*/ 477281 w 2912392"/>
                <a:gd name="connsiteY49" fmla="*/ 519419 h 551362"/>
                <a:gd name="connsiteX50" fmla="*/ 487022 w 2912392"/>
                <a:gd name="connsiteY50" fmla="*/ 522503 h 551362"/>
                <a:gd name="connsiteX51" fmla="*/ 496763 w 2912392"/>
                <a:gd name="connsiteY51" fmla="*/ 525468 h 551362"/>
                <a:gd name="connsiteX52" fmla="*/ 506503 w 2912392"/>
                <a:gd name="connsiteY52" fmla="*/ 528284 h 551362"/>
                <a:gd name="connsiteX53" fmla="*/ 516244 w 2912392"/>
                <a:gd name="connsiteY53" fmla="*/ 530980 h 551362"/>
                <a:gd name="connsiteX54" fmla="*/ 525985 w 2912392"/>
                <a:gd name="connsiteY54" fmla="*/ 533528 h 551362"/>
                <a:gd name="connsiteX55" fmla="*/ 535724 w 2912392"/>
                <a:gd name="connsiteY55" fmla="*/ 535927 h 551362"/>
                <a:gd name="connsiteX56" fmla="*/ 545465 w 2912392"/>
                <a:gd name="connsiteY56" fmla="*/ 538177 h 551362"/>
                <a:gd name="connsiteX57" fmla="*/ 555206 w 2912392"/>
                <a:gd name="connsiteY57" fmla="*/ 540262 h 551362"/>
                <a:gd name="connsiteX58" fmla="*/ 564946 w 2912392"/>
                <a:gd name="connsiteY58" fmla="*/ 542199 h 551362"/>
                <a:gd name="connsiteX59" fmla="*/ 574687 w 2912392"/>
                <a:gd name="connsiteY59" fmla="*/ 543957 h 551362"/>
                <a:gd name="connsiteX60" fmla="*/ 584428 w 2912392"/>
                <a:gd name="connsiteY60" fmla="*/ 545537 h 551362"/>
                <a:gd name="connsiteX61" fmla="*/ 594167 w 2912392"/>
                <a:gd name="connsiteY61" fmla="*/ 546937 h 551362"/>
                <a:gd name="connsiteX62" fmla="*/ 603908 w 2912392"/>
                <a:gd name="connsiteY62" fmla="*/ 548159 h 551362"/>
                <a:gd name="connsiteX63" fmla="*/ 613649 w 2912392"/>
                <a:gd name="connsiteY63" fmla="*/ 549202 h 551362"/>
                <a:gd name="connsiteX64" fmla="*/ 623388 w 2912392"/>
                <a:gd name="connsiteY64" fmla="*/ 550036 h 551362"/>
                <a:gd name="connsiteX65" fmla="*/ 633129 w 2912392"/>
                <a:gd name="connsiteY65" fmla="*/ 550677 h 551362"/>
                <a:gd name="connsiteX66" fmla="*/ 642870 w 2912392"/>
                <a:gd name="connsiteY66" fmla="*/ 551109 h 551362"/>
                <a:gd name="connsiteX67" fmla="*/ 652610 w 2912392"/>
                <a:gd name="connsiteY67" fmla="*/ 551347 h 551362"/>
                <a:gd name="connsiteX68" fmla="*/ 662351 w 2912392"/>
                <a:gd name="connsiteY68" fmla="*/ 551362 h 551362"/>
                <a:gd name="connsiteX69" fmla="*/ 672092 w 2912392"/>
                <a:gd name="connsiteY69" fmla="*/ 551183 h 551362"/>
                <a:gd name="connsiteX70" fmla="*/ 681831 w 2912392"/>
                <a:gd name="connsiteY70" fmla="*/ 550766 h 551362"/>
                <a:gd name="connsiteX71" fmla="*/ 691572 w 2912392"/>
                <a:gd name="connsiteY71" fmla="*/ 550140 h 551362"/>
                <a:gd name="connsiteX72" fmla="*/ 701313 w 2912392"/>
                <a:gd name="connsiteY72" fmla="*/ 549291 h 551362"/>
                <a:gd name="connsiteX73" fmla="*/ 711052 w 2912392"/>
                <a:gd name="connsiteY73" fmla="*/ 548233 h 551362"/>
                <a:gd name="connsiteX74" fmla="*/ 720793 w 2912392"/>
                <a:gd name="connsiteY74" fmla="*/ 546937 h 551362"/>
                <a:gd name="connsiteX75" fmla="*/ 730534 w 2912392"/>
                <a:gd name="connsiteY75" fmla="*/ 545417 h 551362"/>
                <a:gd name="connsiteX76" fmla="*/ 740274 w 2912392"/>
                <a:gd name="connsiteY76" fmla="*/ 543674 h 551362"/>
                <a:gd name="connsiteX77" fmla="*/ 750015 w 2912392"/>
                <a:gd name="connsiteY77" fmla="*/ 541708 h 551362"/>
                <a:gd name="connsiteX78" fmla="*/ 759756 w 2912392"/>
                <a:gd name="connsiteY78" fmla="*/ 539517 h 551362"/>
                <a:gd name="connsiteX79" fmla="*/ 769495 w 2912392"/>
                <a:gd name="connsiteY79" fmla="*/ 537104 h 551362"/>
                <a:gd name="connsiteX80" fmla="*/ 779236 w 2912392"/>
                <a:gd name="connsiteY80" fmla="*/ 534467 h 551362"/>
                <a:gd name="connsiteX81" fmla="*/ 788977 w 2912392"/>
                <a:gd name="connsiteY81" fmla="*/ 531621 h 551362"/>
                <a:gd name="connsiteX82" fmla="*/ 798717 w 2912392"/>
                <a:gd name="connsiteY82" fmla="*/ 528537 h 551362"/>
                <a:gd name="connsiteX83" fmla="*/ 808458 w 2912392"/>
                <a:gd name="connsiteY83" fmla="*/ 525259 h 551362"/>
                <a:gd name="connsiteX84" fmla="*/ 818199 w 2912392"/>
                <a:gd name="connsiteY84" fmla="*/ 521758 h 551362"/>
                <a:gd name="connsiteX85" fmla="*/ 827938 w 2912392"/>
                <a:gd name="connsiteY85" fmla="*/ 518063 h 551362"/>
                <a:gd name="connsiteX86" fmla="*/ 837679 w 2912392"/>
                <a:gd name="connsiteY86" fmla="*/ 514145 h 551362"/>
                <a:gd name="connsiteX87" fmla="*/ 847420 w 2912392"/>
                <a:gd name="connsiteY87" fmla="*/ 510047 h 551362"/>
                <a:gd name="connsiteX88" fmla="*/ 857159 w 2912392"/>
                <a:gd name="connsiteY88" fmla="*/ 505752 h 551362"/>
                <a:gd name="connsiteX89" fmla="*/ 866900 w 2912392"/>
                <a:gd name="connsiteY89" fmla="*/ 501269 h 551362"/>
                <a:gd name="connsiteX90" fmla="*/ 876641 w 2912392"/>
                <a:gd name="connsiteY90" fmla="*/ 496604 h 551362"/>
                <a:gd name="connsiteX91" fmla="*/ 886381 w 2912392"/>
                <a:gd name="connsiteY91" fmla="*/ 491763 h 551362"/>
                <a:gd name="connsiteX92" fmla="*/ 896122 w 2912392"/>
                <a:gd name="connsiteY92" fmla="*/ 486754 h 551362"/>
                <a:gd name="connsiteX93" fmla="*/ 905863 w 2912392"/>
                <a:gd name="connsiteY93" fmla="*/ 481583 h 551362"/>
                <a:gd name="connsiteX94" fmla="*/ 915602 w 2912392"/>
                <a:gd name="connsiteY94" fmla="*/ 476256 h 551362"/>
                <a:gd name="connsiteX95" fmla="*/ 925343 w 2912392"/>
                <a:gd name="connsiteY95" fmla="*/ 470783 h 551362"/>
                <a:gd name="connsiteX96" fmla="*/ 935084 w 2912392"/>
                <a:gd name="connsiteY96" fmla="*/ 465167 h 551362"/>
                <a:gd name="connsiteX97" fmla="*/ 944824 w 2912392"/>
                <a:gd name="connsiteY97" fmla="*/ 459421 h 551362"/>
                <a:gd name="connsiteX98" fmla="*/ 954564 w 2912392"/>
                <a:gd name="connsiteY98" fmla="*/ 453549 h 551362"/>
                <a:gd name="connsiteX99" fmla="*/ 964305 w 2912392"/>
                <a:gd name="connsiteY99" fmla="*/ 447559 h 551362"/>
                <a:gd name="connsiteX100" fmla="*/ 974045 w 2912392"/>
                <a:gd name="connsiteY100" fmla="*/ 441460 h 551362"/>
                <a:gd name="connsiteX101" fmla="*/ 983786 w 2912392"/>
                <a:gd name="connsiteY101" fmla="*/ 435262 h 551362"/>
                <a:gd name="connsiteX102" fmla="*/ 993522 w 2912392"/>
                <a:gd name="connsiteY102" fmla="*/ 428969 h 551362"/>
                <a:gd name="connsiteX103" fmla="*/ 1003266 w 2912392"/>
                <a:gd name="connsiteY103" fmla="*/ 422592 h 551362"/>
                <a:gd name="connsiteX104" fmla="*/ 1013010 w 2912392"/>
                <a:gd name="connsiteY104" fmla="*/ 416138 h 551362"/>
                <a:gd name="connsiteX105" fmla="*/ 1022754 w 2912392"/>
                <a:gd name="connsiteY105" fmla="*/ 409616 h 551362"/>
                <a:gd name="connsiteX106" fmla="*/ 1032483 w 2912392"/>
                <a:gd name="connsiteY106" fmla="*/ 403032 h 551362"/>
                <a:gd name="connsiteX107" fmla="*/ 1042227 w 2912392"/>
                <a:gd name="connsiteY107" fmla="*/ 396396 h 551362"/>
                <a:gd name="connsiteX108" fmla="*/ 1051971 w 2912392"/>
                <a:gd name="connsiteY108" fmla="*/ 389716 h 551362"/>
                <a:gd name="connsiteX109" fmla="*/ 1061715 w 2912392"/>
                <a:gd name="connsiteY109" fmla="*/ 382996 h 551362"/>
                <a:gd name="connsiteX110" fmla="*/ 1071444 w 2912392"/>
                <a:gd name="connsiteY110" fmla="*/ 376247 h 551362"/>
                <a:gd name="connsiteX111" fmla="*/ 1081188 w 2912392"/>
                <a:gd name="connsiteY111" fmla="*/ 369474 h 551362"/>
                <a:gd name="connsiteX112" fmla="*/ 1090932 w 2912392"/>
                <a:gd name="connsiteY112" fmla="*/ 362686 h 551362"/>
                <a:gd name="connsiteX113" fmla="*/ 1100676 w 2912392"/>
                <a:gd name="connsiteY113" fmla="*/ 355888 h 551362"/>
                <a:gd name="connsiteX114" fmla="*/ 1110405 w 2912392"/>
                <a:gd name="connsiteY114" fmla="*/ 349088 h 551362"/>
                <a:gd name="connsiteX115" fmla="*/ 1120149 w 2912392"/>
                <a:gd name="connsiteY115" fmla="*/ 342289 h 551362"/>
                <a:gd name="connsiteX116" fmla="*/ 1129893 w 2912392"/>
                <a:gd name="connsiteY116" fmla="*/ 335501 h 551362"/>
                <a:gd name="connsiteX117" fmla="*/ 1139637 w 2912392"/>
                <a:gd name="connsiteY117" fmla="*/ 328728 h 551362"/>
                <a:gd name="connsiteX118" fmla="*/ 1149381 w 2912392"/>
                <a:gd name="connsiteY118" fmla="*/ 321976 h 551362"/>
                <a:gd name="connsiteX119" fmla="*/ 1159110 w 2912392"/>
                <a:gd name="connsiteY119" fmla="*/ 315248 h 551362"/>
                <a:gd name="connsiteX120" fmla="*/ 1168854 w 2912392"/>
                <a:gd name="connsiteY120" fmla="*/ 308551 h 551362"/>
                <a:gd name="connsiteX121" fmla="*/ 1178598 w 2912392"/>
                <a:gd name="connsiteY121" fmla="*/ 301888 h 551362"/>
                <a:gd name="connsiteX122" fmla="*/ 1188341 w 2912392"/>
                <a:gd name="connsiteY122" fmla="*/ 295264 h 551362"/>
                <a:gd name="connsiteX123" fmla="*/ 1198070 w 2912392"/>
                <a:gd name="connsiteY123" fmla="*/ 288683 h 551362"/>
                <a:gd name="connsiteX124" fmla="*/ 1207814 w 2912392"/>
                <a:gd name="connsiteY124" fmla="*/ 282148 h 551362"/>
                <a:gd name="connsiteX125" fmla="*/ 1217558 w 2912392"/>
                <a:gd name="connsiteY125" fmla="*/ 275662 h 551362"/>
                <a:gd name="connsiteX126" fmla="*/ 1227302 w 2912392"/>
                <a:gd name="connsiteY126" fmla="*/ 269229 h 551362"/>
                <a:gd name="connsiteX127" fmla="*/ 1237031 w 2912392"/>
                <a:gd name="connsiteY127" fmla="*/ 262851 h 551362"/>
                <a:gd name="connsiteX128" fmla="*/ 1246775 w 2912392"/>
                <a:gd name="connsiteY128" fmla="*/ 256529 h 551362"/>
                <a:gd name="connsiteX129" fmla="*/ 1256519 w 2912392"/>
                <a:gd name="connsiteY129" fmla="*/ 250267 h 551362"/>
                <a:gd name="connsiteX130" fmla="*/ 1266263 w 2912392"/>
                <a:gd name="connsiteY130" fmla="*/ 244068 h 551362"/>
                <a:gd name="connsiteX131" fmla="*/ 1276007 w 2912392"/>
                <a:gd name="connsiteY131" fmla="*/ 237929 h 551362"/>
                <a:gd name="connsiteX132" fmla="*/ 1285736 w 2912392"/>
                <a:gd name="connsiteY132" fmla="*/ 231856 h 551362"/>
                <a:gd name="connsiteX133" fmla="*/ 1295480 w 2912392"/>
                <a:gd name="connsiteY133" fmla="*/ 225849 h 551362"/>
                <a:gd name="connsiteX134" fmla="*/ 1305224 w 2912392"/>
                <a:gd name="connsiteY134" fmla="*/ 219907 h 551362"/>
                <a:gd name="connsiteX135" fmla="*/ 1314968 w 2912392"/>
                <a:gd name="connsiteY135" fmla="*/ 214033 h 551362"/>
                <a:gd name="connsiteX136" fmla="*/ 1324697 w 2912392"/>
                <a:gd name="connsiteY136" fmla="*/ 208227 h 551362"/>
                <a:gd name="connsiteX137" fmla="*/ 1334441 w 2912392"/>
                <a:gd name="connsiteY137" fmla="*/ 202488 h 551362"/>
                <a:gd name="connsiteX138" fmla="*/ 1344185 w 2912392"/>
                <a:gd name="connsiteY138" fmla="*/ 196817 h 551362"/>
                <a:gd name="connsiteX139" fmla="*/ 1353929 w 2912392"/>
                <a:gd name="connsiteY139" fmla="*/ 191217 h 551362"/>
                <a:gd name="connsiteX140" fmla="*/ 1363658 w 2912392"/>
                <a:gd name="connsiteY140" fmla="*/ 185683 h 551362"/>
                <a:gd name="connsiteX141" fmla="*/ 1373402 w 2912392"/>
                <a:gd name="connsiteY141" fmla="*/ 180220 h 551362"/>
                <a:gd name="connsiteX142" fmla="*/ 1383146 w 2912392"/>
                <a:gd name="connsiteY142" fmla="*/ 174825 h 551362"/>
                <a:gd name="connsiteX143" fmla="*/ 1392890 w 2912392"/>
                <a:gd name="connsiteY143" fmla="*/ 169497 h 551362"/>
                <a:gd name="connsiteX144" fmla="*/ 1402619 w 2912392"/>
                <a:gd name="connsiteY144" fmla="*/ 164239 h 551362"/>
                <a:gd name="connsiteX145" fmla="*/ 1412363 w 2912392"/>
                <a:gd name="connsiteY145" fmla="*/ 159048 h 551362"/>
                <a:gd name="connsiteX146" fmla="*/ 1422106 w 2912392"/>
                <a:gd name="connsiteY146" fmla="*/ 153926 h 551362"/>
                <a:gd name="connsiteX147" fmla="*/ 1431850 w 2912392"/>
                <a:gd name="connsiteY147" fmla="*/ 148872 h 551362"/>
                <a:gd name="connsiteX148" fmla="*/ 1441594 w 2912392"/>
                <a:gd name="connsiteY148" fmla="*/ 143887 h 551362"/>
                <a:gd name="connsiteX149" fmla="*/ 1451323 w 2912392"/>
                <a:gd name="connsiteY149" fmla="*/ 138969 h 551362"/>
                <a:gd name="connsiteX150" fmla="*/ 1461067 w 2912392"/>
                <a:gd name="connsiteY150" fmla="*/ 134118 h 551362"/>
                <a:gd name="connsiteX151" fmla="*/ 1470811 w 2912392"/>
                <a:gd name="connsiteY151" fmla="*/ 129335 h 551362"/>
                <a:gd name="connsiteX152" fmla="*/ 1480555 w 2912392"/>
                <a:gd name="connsiteY152" fmla="*/ 124621 h 551362"/>
                <a:gd name="connsiteX153" fmla="*/ 1490284 w 2912392"/>
                <a:gd name="connsiteY153" fmla="*/ 119976 h 551362"/>
                <a:gd name="connsiteX154" fmla="*/ 1500028 w 2912392"/>
                <a:gd name="connsiteY154" fmla="*/ 115397 h 551362"/>
                <a:gd name="connsiteX155" fmla="*/ 1509772 w 2912392"/>
                <a:gd name="connsiteY155" fmla="*/ 110890 h 551362"/>
                <a:gd name="connsiteX156" fmla="*/ 1519516 w 2912392"/>
                <a:gd name="connsiteY156" fmla="*/ 106450 h 551362"/>
                <a:gd name="connsiteX157" fmla="*/ 1529245 w 2912392"/>
                <a:gd name="connsiteY157" fmla="*/ 102082 h 551362"/>
                <a:gd name="connsiteX158" fmla="*/ 1538989 w 2912392"/>
                <a:gd name="connsiteY158" fmla="*/ 97785 h 551362"/>
                <a:gd name="connsiteX159" fmla="*/ 1548733 w 2912392"/>
                <a:gd name="connsiteY159" fmla="*/ 93558 h 551362"/>
                <a:gd name="connsiteX160" fmla="*/ 1558477 w 2912392"/>
                <a:gd name="connsiteY160" fmla="*/ 89406 h 551362"/>
                <a:gd name="connsiteX161" fmla="*/ 1568221 w 2912392"/>
                <a:gd name="connsiteY161" fmla="*/ 85326 h 551362"/>
                <a:gd name="connsiteX162" fmla="*/ 1577950 w 2912392"/>
                <a:gd name="connsiteY162" fmla="*/ 81322 h 551362"/>
                <a:gd name="connsiteX163" fmla="*/ 1587694 w 2912392"/>
                <a:gd name="connsiteY163" fmla="*/ 77394 h 551362"/>
                <a:gd name="connsiteX164" fmla="*/ 1597438 w 2912392"/>
                <a:gd name="connsiteY164" fmla="*/ 73543 h 551362"/>
                <a:gd name="connsiteX165" fmla="*/ 1607182 w 2912392"/>
                <a:gd name="connsiteY165" fmla="*/ 69772 h 551362"/>
                <a:gd name="connsiteX166" fmla="*/ 1616911 w 2912392"/>
                <a:gd name="connsiteY166" fmla="*/ 66081 h 551362"/>
                <a:gd name="connsiteX167" fmla="*/ 1626655 w 2912392"/>
                <a:gd name="connsiteY167" fmla="*/ 62473 h 551362"/>
                <a:gd name="connsiteX168" fmla="*/ 1636399 w 2912392"/>
                <a:gd name="connsiteY168" fmla="*/ 58948 h 551362"/>
                <a:gd name="connsiteX169" fmla="*/ 1646142 w 2912392"/>
                <a:gd name="connsiteY169" fmla="*/ 55509 h 551362"/>
                <a:gd name="connsiteX170" fmla="*/ 1655872 w 2912392"/>
                <a:gd name="connsiteY170" fmla="*/ 52158 h 551362"/>
                <a:gd name="connsiteX171" fmla="*/ 1665616 w 2912392"/>
                <a:gd name="connsiteY171" fmla="*/ 48895 h 551362"/>
                <a:gd name="connsiteX172" fmla="*/ 1675359 w 2912392"/>
                <a:gd name="connsiteY172" fmla="*/ 45725 h 551362"/>
                <a:gd name="connsiteX173" fmla="*/ 1685103 w 2912392"/>
                <a:gd name="connsiteY173" fmla="*/ 42647 h 551362"/>
                <a:gd name="connsiteX174" fmla="*/ 1694832 w 2912392"/>
                <a:gd name="connsiteY174" fmla="*/ 39664 h 551362"/>
                <a:gd name="connsiteX175" fmla="*/ 1704576 w 2912392"/>
                <a:gd name="connsiteY175" fmla="*/ 36778 h 551362"/>
                <a:gd name="connsiteX176" fmla="*/ 1714320 w 2912392"/>
                <a:gd name="connsiteY176" fmla="*/ 33991 h 551362"/>
                <a:gd name="connsiteX177" fmla="*/ 1724064 w 2912392"/>
                <a:gd name="connsiteY177" fmla="*/ 31303 h 551362"/>
                <a:gd name="connsiteX178" fmla="*/ 1733808 w 2912392"/>
                <a:gd name="connsiteY178" fmla="*/ 28718 h 551362"/>
                <a:gd name="connsiteX179" fmla="*/ 1743537 w 2912392"/>
                <a:gd name="connsiteY179" fmla="*/ 26236 h 551362"/>
                <a:gd name="connsiteX180" fmla="*/ 1753281 w 2912392"/>
                <a:gd name="connsiteY180" fmla="*/ 23859 h 551362"/>
                <a:gd name="connsiteX181" fmla="*/ 1763025 w 2912392"/>
                <a:gd name="connsiteY181" fmla="*/ 21590 h 551362"/>
                <a:gd name="connsiteX182" fmla="*/ 1772769 w 2912392"/>
                <a:gd name="connsiteY182" fmla="*/ 19430 h 551362"/>
                <a:gd name="connsiteX183" fmla="*/ 1782498 w 2912392"/>
                <a:gd name="connsiteY183" fmla="*/ 17380 h 551362"/>
                <a:gd name="connsiteX184" fmla="*/ 1792242 w 2912392"/>
                <a:gd name="connsiteY184" fmla="*/ 15440 h 551362"/>
                <a:gd name="connsiteX185" fmla="*/ 1801986 w 2912392"/>
                <a:gd name="connsiteY185" fmla="*/ 13613 h 551362"/>
                <a:gd name="connsiteX186" fmla="*/ 1811730 w 2912392"/>
                <a:gd name="connsiteY186" fmla="*/ 11898 h 551362"/>
                <a:gd name="connsiteX187" fmla="*/ 1821459 w 2912392"/>
                <a:gd name="connsiteY187" fmla="*/ 10300 h 551362"/>
                <a:gd name="connsiteX188" fmla="*/ 1831203 w 2912392"/>
                <a:gd name="connsiteY188" fmla="*/ 8814 h 551362"/>
                <a:gd name="connsiteX189" fmla="*/ 1840947 w 2912392"/>
                <a:gd name="connsiteY189" fmla="*/ 7444 h 551362"/>
                <a:gd name="connsiteX190" fmla="*/ 1850691 w 2912392"/>
                <a:gd name="connsiteY190" fmla="*/ 6191 h 551362"/>
                <a:gd name="connsiteX191" fmla="*/ 1860435 w 2912392"/>
                <a:gd name="connsiteY191" fmla="*/ 5052 h 551362"/>
                <a:gd name="connsiteX192" fmla="*/ 1870164 w 2912392"/>
                <a:gd name="connsiteY192" fmla="*/ 4030 h 551362"/>
                <a:gd name="connsiteX193" fmla="*/ 1879908 w 2912392"/>
                <a:gd name="connsiteY193" fmla="*/ 3126 h 551362"/>
                <a:gd name="connsiteX194" fmla="*/ 1889652 w 2912392"/>
                <a:gd name="connsiteY194" fmla="*/ 2336 h 551362"/>
                <a:gd name="connsiteX195" fmla="*/ 1899395 w 2912392"/>
                <a:gd name="connsiteY195" fmla="*/ 1661 h 551362"/>
                <a:gd name="connsiteX196" fmla="*/ 1909124 w 2912392"/>
                <a:gd name="connsiteY196" fmla="*/ 1103 h 551362"/>
                <a:gd name="connsiteX197" fmla="*/ 1918868 w 2912392"/>
                <a:gd name="connsiteY197" fmla="*/ 657 h 551362"/>
                <a:gd name="connsiteX198" fmla="*/ 1928612 w 2912392"/>
                <a:gd name="connsiteY198" fmla="*/ 326 h 551362"/>
                <a:gd name="connsiteX199" fmla="*/ 1938356 w 2912392"/>
                <a:gd name="connsiteY199" fmla="*/ 107 h 551362"/>
                <a:gd name="connsiteX200" fmla="*/ 1948085 w 2912392"/>
                <a:gd name="connsiteY200" fmla="*/ 0 h 551362"/>
                <a:gd name="connsiteX201" fmla="*/ 1957829 w 2912392"/>
                <a:gd name="connsiteY201" fmla="*/ 3 h 551362"/>
                <a:gd name="connsiteX202" fmla="*/ 1967573 w 2912392"/>
                <a:gd name="connsiteY202" fmla="*/ 113 h 551362"/>
                <a:gd name="connsiteX203" fmla="*/ 1977317 w 2912392"/>
                <a:gd name="connsiteY203" fmla="*/ 331 h 551362"/>
                <a:gd name="connsiteX204" fmla="*/ 1987046 w 2912392"/>
                <a:gd name="connsiteY204" fmla="*/ 654 h 551362"/>
                <a:gd name="connsiteX205" fmla="*/ 1996790 w 2912392"/>
                <a:gd name="connsiteY205" fmla="*/ 1082 h 551362"/>
                <a:gd name="connsiteX206" fmla="*/ 2006534 w 2912392"/>
                <a:gd name="connsiteY206" fmla="*/ 1609 h 551362"/>
                <a:gd name="connsiteX207" fmla="*/ 2016278 w 2912392"/>
                <a:gd name="connsiteY207" fmla="*/ 2236 h 551362"/>
                <a:gd name="connsiteX208" fmla="*/ 2026022 w 2912392"/>
                <a:gd name="connsiteY208" fmla="*/ 2962 h 551362"/>
                <a:gd name="connsiteX209" fmla="*/ 2035751 w 2912392"/>
                <a:gd name="connsiteY209" fmla="*/ 3781 h 551362"/>
                <a:gd name="connsiteX210" fmla="*/ 2045495 w 2912392"/>
                <a:gd name="connsiteY210" fmla="*/ 4695 h 551362"/>
                <a:gd name="connsiteX211" fmla="*/ 2055239 w 2912392"/>
                <a:gd name="connsiteY211" fmla="*/ 5699 h 551362"/>
                <a:gd name="connsiteX212" fmla="*/ 2064983 w 2912392"/>
                <a:gd name="connsiteY212" fmla="*/ 6791 h 551362"/>
                <a:gd name="connsiteX213" fmla="*/ 2074712 w 2912392"/>
                <a:gd name="connsiteY213" fmla="*/ 7968 h 551362"/>
                <a:gd name="connsiteX214" fmla="*/ 2084456 w 2912392"/>
                <a:gd name="connsiteY214" fmla="*/ 9228 h 551362"/>
                <a:gd name="connsiteX215" fmla="*/ 2094200 w 2912392"/>
                <a:gd name="connsiteY215" fmla="*/ 10571 h 551362"/>
                <a:gd name="connsiteX216" fmla="*/ 2103944 w 2912392"/>
                <a:gd name="connsiteY216" fmla="*/ 11991 h 551362"/>
                <a:gd name="connsiteX217" fmla="*/ 2113673 w 2912392"/>
                <a:gd name="connsiteY217" fmla="*/ 13485 h 551362"/>
                <a:gd name="connsiteX218" fmla="*/ 2123417 w 2912392"/>
                <a:gd name="connsiteY218" fmla="*/ 15054 h 551362"/>
                <a:gd name="connsiteX219" fmla="*/ 2133161 w 2912392"/>
                <a:gd name="connsiteY219" fmla="*/ 16694 h 551362"/>
                <a:gd name="connsiteX220" fmla="*/ 2142905 w 2912392"/>
                <a:gd name="connsiteY220" fmla="*/ 18402 h 551362"/>
                <a:gd name="connsiteX221" fmla="*/ 2152649 w 2912392"/>
                <a:gd name="connsiteY221" fmla="*/ 20176 h 551362"/>
                <a:gd name="connsiteX222" fmla="*/ 2162377 w 2912392"/>
                <a:gd name="connsiteY222" fmla="*/ 22013 h 551362"/>
                <a:gd name="connsiteX223" fmla="*/ 2172121 w 2912392"/>
                <a:gd name="connsiteY223" fmla="*/ 23911 h 551362"/>
                <a:gd name="connsiteX224" fmla="*/ 2181865 w 2912392"/>
                <a:gd name="connsiteY224" fmla="*/ 25869 h 551362"/>
                <a:gd name="connsiteX225" fmla="*/ 2191609 w 2912392"/>
                <a:gd name="connsiteY225" fmla="*/ 27883 h 551362"/>
                <a:gd name="connsiteX226" fmla="*/ 2201338 w 2912392"/>
                <a:gd name="connsiteY226" fmla="*/ 29951 h 551362"/>
                <a:gd name="connsiteX227" fmla="*/ 2211082 w 2912392"/>
                <a:gd name="connsiteY227" fmla="*/ 32072 h 551362"/>
                <a:gd name="connsiteX228" fmla="*/ 2220826 w 2912392"/>
                <a:gd name="connsiteY228" fmla="*/ 34242 h 551362"/>
                <a:gd name="connsiteX229" fmla="*/ 2230570 w 2912392"/>
                <a:gd name="connsiteY229" fmla="*/ 36462 h 551362"/>
                <a:gd name="connsiteX230" fmla="*/ 2240299 w 2912392"/>
                <a:gd name="connsiteY230" fmla="*/ 38727 h 551362"/>
                <a:gd name="connsiteX231" fmla="*/ 2250043 w 2912392"/>
                <a:gd name="connsiteY231" fmla="*/ 41038 h 551362"/>
                <a:gd name="connsiteX232" fmla="*/ 2259787 w 2912392"/>
                <a:gd name="connsiteY232" fmla="*/ 43392 h 551362"/>
                <a:gd name="connsiteX233" fmla="*/ 2269531 w 2912392"/>
                <a:gd name="connsiteY233" fmla="*/ 45786 h 551362"/>
                <a:gd name="connsiteX234" fmla="*/ 2279260 w 2912392"/>
                <a:gd name="connsiteY234" fmla="*/ 48221 h 551362"/>
                <a:gd name="connsiteX235" fmla="*/ 2289004 w 2912392"/>
                <a:gd name="connsiteY235" fmla="*/ 50694 h 551362"/>
                <a:gd name="connsiteX236" fmla="*/ 2298748 w 2912392"/>
                <a:gd name="connsiteY236" fmla="*/ 53203 h 551362"/>
                <a:gd name="connsiteX237" fmla="*/ 2308492 w 2912392"/>
                <a:gd name="connsiteY237" fmla="*/ 55748 h 551362"/>
                <a:gd name="connsiteX238" fmla="*/ 2318236 w 2912392"/>
                <a:gd name="connsiteY238" fmla="*/ 58328 h 551362"/>
                <a:gd name="connsiteX239" fmla="*/ 2327965 w 2912392"/>
                <a:gd name="connsiteY239" fmla="*/ 60941 h 551362"/>
                <a:gd name="connsiteX240" fmla="*/ 2337709 w 2912392"/>
                <a:gd name="connsiteY240" fmla="*/ 63587 h 551362"/>
                <a:gd name="connsiteX241" fmla="*/ 2347453 w 2912392"/>
                <a:gd name="connsiteY241" fmla="*/ 66263 h 551362"/>
                <a:gd name="connsiteX242" fmla="*/ 2357197 w 2912392"/>
                <a:gd name="connsiteY242" fmla="*/ 68970 h 551362"/>
                <a:gd name="connsiteX243" fmla="*/ 2366926 w 2912392"/>
                <a:gd name="connsiteY243" fmla="*/ 71707 h 551362"/>
                <a:gd name="connsiteX244" fmla="*/ 2376670 w 2912392"/>
                <a:gd name="connsiteY244" fmla="*/ 74473 h 551362"/>
                <a:gd name="connsiteX245" fmla="*/ 2386413 w 2912392"/>
                <a:gd name="connsiteY245" fmla="*/ 77266 h 551362"/>
                <a:gd name="connsiteX246" fmla="*/ 2396157 w 2912392"/>
                <a:gd name="connsiteY246" fmla="*/ 80088 h 551362"/>
                <a:gd name="connsiteX247" fmla="*/ 2405886 w 2912392"/>
                <a:gd name="connsiteY247" fmla="*/ 82935 h 551362"/>
                <a:gd name="connsiteX248" fmla="*/ 2415630 w 2912392"/>
                <a:gd name="connsiteY248" fmla="*/ 85809 h 551362"/>
                <a:gd name="connsiteX249" fmla="*/ 2425374 w 2912392"/>
                <a:gd name="connsiteY249" fmla="*/ 88709 h 551362"/>
                <a:gd name="connsiteX250" fmla="*/ 2435118 w 2912392"/>
                <a:gd name="connsiteY250" fmla="*/ 91633 h 551362"/>
                <a:gd name="connsiteX251" fmla="*/ 2444862 w 2912392"/>
                <a:gd name="connsiteY251" fmla="*/ 94582 h 551362"/>
                <a:gd name="connsiteX252" fmla="*/ 2454591 w 2912392"/>
                <a:gd name="connsiteY252" fmla="*/ 97554 h 551362"/>
                <a:gd name="connsiteX253" fmla="*/ 2464335 w 2912392"/>
                <a:gd name="connsiteY253" fmla="*/ 100550 h 551362"/>
                <a:gd name="connsiteX254" fmla="*/ 2474079 w 2912392"/>
                <a:gd name="connsiteY254" fmla="*/ 103570 h 551362"/>
                <a:gd name="connsiteX255" fmla="*/ 2483823 w 2912392"/>
                <a:gd name="connsiteY255" fmla="*/ 106613 h 551362"/>
                <a:gd name="connsiteX256" fmla="*/ 2493552 w 2912392"/>
                <a:gd name="connsiteY256" fmla="*/ 109676 h 551362"/>
                <a:gd name="connsiteX257" fmla="*/ 2503296 w 2912392"/>
                <a:gd name="connsiteY257" fmla="*/ 112761 h 551362"/>
                <a:gd name="connsiteX258" fmla="*/ 2513040 w 2912392"/>
                <a:gd name="connsiteY258" fmla="*/ 115868 h 551362"/>
                <a:gd name="connsiteX259" fmla="*/ 2522784 w 2912392"/>
                <a:gd name="connsiteY259" fmla="*/ 118994 h 551362"/>
                <a:gd name="connsiteX260" fmla="*/ 2532513 w 2912392"/>
                <a:gd name="connsiteY260" fmla="*/ 122140 h 551362"/>
                <a:gd name="connsiteX261" fmla="*/ 2542257 w 2912392"/>
                <a:gd name="connsiteY261" fmla="*/ 125306 h 551362"/>
                <a:gd name="connsiteX262" fmla="*/ 2552001 w 2912392"/>
                <a:gd name="connsiteY262" fmla="*/ 128490 h 551362"/>
                <a:gd name="connsiteX263" fmla="*/ 2561745 w 2912392"/>
                <a:gd name="connsiteY263" fmla="*/ 131692 h 551362"/>
                <a:gd name="connsiteX264" fmla="*/ 2571474 w 2912392"/>
                <a:gd name="connsiteY264" fmla="*/ 134910 h 551362"/>
                <a:gd name="connsiteX265" fmla="*/ 2581218 w 2912392"/>
                <a:gd name="connsiteY265" fmla="*/ 138143 h 551362"/>
                <a:gd name="connsiteX266" fmla="*/ 2590962 w 2912392"/>
                <a:gd name="connsiteY266" fmla="*/ 141393 h 551362"/>
                <a:gd name="connsiteX267" fmla="*/ 2600705 w 2912392"/>
                <a:gd name="connsiteY267" fmla="*/ 144656 h 551362"/>
                <a:gd name="connsiteX268" fmla="*/ 2610449 w 2912392"/>
                <a:gd name="connsiteY268" fmla="*/ 147931 h 551362"/>
                <a:gd name="connsiteX269" fmla="*/ 2620178 w 2912392"/>
                <a:gd name="connsiteY269" fmla="*/ 151217 h 551362"/>
                <a:gd name="connsiteX270" fmla="*/ 2629922 w 2912392"/>
                <a:gd name="connsiteY270" fmla="*/ 154514 h 551362"/>
                <a:gd name="connsiteX271" fmla="*/ 2639666 w 2912392"/>
                <a:gd name="connsiteY271" fmla="*/ 157820 h 551362"/>
                <a:gd name="connsiteX272" fmla="*/ 2649410 w 2912392"/>
                <a:gd name="connsiteY272" fmla="*/ 161133 h 551362"/>
                <a:gd name="connsiteX273" fmla="*/ 2659139 w 2912392"/>
                <a:gd name="connsiteY273" fmla="*/ 164452 h 551362"/>
                <a:gd name="connsiteX274" fmla="*/ 2668883 w 2912392"/>
                <a:gd name="connsiteY274" fmla="*/ 167775 h 551362"/>
                <a:gd name="connsiteX275" fmla="*/ 2678627 w 2912392"/>
                <a:gd name="connsiteY275" fmla="*/ 171100 h 551362"/>
                <a:gd name="connsiteX276" fmla="*/ 2688371 w 2912392"/>
                <a:gd name="connsiteY276" fmla="*/ 174425 h 551362"/>
                <a:gd name="connsiteX277" fmla="*/ 2698100 w 2912392"/>
                <a:gd name="connsiteY277" fmla="*/ 177748 h 551362"/>
                <a:gd name="connsiteX278" fmla="*/ 2707844 w 2912392"/>
                <a:gd name="connsiteY278" fmla="*/ 181067 h 551362"/>
                <a:gd name="connsiteX279" fmla="*/ 2717588 w 2912392"/>
                <a:gd name="connsiteY279" fmla="*/ 184381 h 551362"/>
                <a:gd name="connsiteX280" fmla="*/ 2727332 w 2912392"/>
                <a:gd name="connsiteY280" fmla="*/ 187687 h 551362"/>
                <a:gd name="connsiteX281" fmla="*/ 2737076 w 2912392"/>
                <a:gd name="connsiteY281" fmla="*/ 190981 h 551362"/>
                <a:gd name="connsiteX282" fmla="*/ 2746805 w 2912392"/>
                <a:gd name="connsiteY282" fmla="*/ 194260 h 551362"/>
                <a:gd name="connsiteX283" fmla="*/ 2756549 w 2912392"/>
                <a:gd name="connsiteY283" fmla="*/ 197525 h 551362"/>
                <a:gd name="connsiteX284" fmla="*/ 2766293 w 2912392"/>
                <a:gd name="connsiteY284" fmla="*/ 200770 h 551362"/>
                <a:gd name="connsiteX285" fmla="*/ 2776037 w 2912392"/>
                <a:gd name="connsiteY285" fmla="*/ 203994 h 551362"/>
                <a:gd name="connsiteX286" fmla="*/ 2785766 w 2912392"/>
                <a:gd name="connsiteY286" fmla="*/ 207191 h 551362"/>
                <a:gd name="connsiteX287" fmla="*/ 2795510 w 2912392"/>
                <a:gd name="connsiteY287" fmla="*/ 210360 h 551362"/>
                <a:gd name="connsiteX288" fmla="*/ 2805254 w 2912392"/>
                <a:gd name="connsiteY288" fmla="*/ 213498 h 551362"/>
                <a:gd name="connsiteX289" fmla="*/ 2814998 w 2912392"/>
                <a:gd name="connsiteY289" fmla="*/ 216601 h 551362"/>
                <a:gd name="connsiteX290" fmla="*/ 2824727 w 2912392"/>
                <a:gd name="connsiteY290" fmla="*/ 219666 h 551362"/>
                <a:gd name="connsiteX291" fmla="*/ 2834471 w 2912392"/>
                <a:gd name="connsiteY291" fmla="*/ 222689 h 551362"/>
                <a:gd name="connsiteX292" fmla="*/ 2844215 w 2912392"/>
                <a:gd name="connsiteY292" fmla="*/ 225666 h 551362"/>
                <a:gd name="connsiteX293" fmla="*/ 2853958 w 2912392"/>
                <a:gd name="connsiteY293" fmla="*/ 228592 h 551362"/>
                <a:gd name="connsiteX294" fmla="*/ 2863687 w 2912392"/>
                <a:gd name="connsiteY294" fmla="*/ 231466 h 551362"/>
                <a:gd name="connsiteX295" fmla="*/ 2873431 w 2912392"/>
                <a:gd name="connsiteY295" fmla="*/ 234284 h 551362"/>
                <a:gd name="connsiteX296" fmla="*/ 2883175 w 2912392"/>
                <a:gd name="connsiteY296" fmla="*/ 237038 h 551362"/>
                <a:gd name="connsiteX297" fmla="*/ 2892919 w 2912392"/>
                <a:gd name="connsiteY297" fmla="*/ 239728 h 551362"/>
                <a:gd name="connsiteX298" fmla="*/ 2902663 w 2912392"/>
                <a:gd name="connsiteY298" fmla="*/ 242347 h 551362"/>
                <a:gd name="connsiteX299" fmla="*/ 2912392 w 2912392"/>
                <a:gd name="connsiteY299" fmla="*/ 244893 h 551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51362">
                  <a:moveTo>
                    <a:pt x="0" y="252980"/>
                  </a:moveTo>
                  <a:lnTo>
                    <a:pt x="9739" y="260854"/>
                  </a:lnTo>
                  <a:lnTo>
                    <a:pt x="19480" y="268620"/>
                  </a:lnTo>
                  <a:lnTo>
                    <a:pt x="29221" y="276273"/>
                  </a:lnTo>
                  <a:lnTo>
                    <a:pt x="38961" y="283814"/>
                  </a:lnTo>
                  <a:lnTo>
                    <a:pt x="48702" y="291241"/>
                  </a:lnTo>
                  <a:lnTo>
                    <a:pt x="58443" y="298553"/>
                  </a:lnTo>
                  <a:lnTo>
                    <a:pt x="68182" y="305751"/>
                  </a:lnTo>
                  <a:lnTo>
                    <a:pt x="77923" y="312832"/>
                  </a:lnTo>
                  <a:lnTo>
                    <a:pt x="87664" y="319799"/>
                  </a:lnTo>
                  <a:lnTo>
                    <a:pt x="97404" y="326653"/>
                  </a:lnTo>
                  <a:lnTo>
                    <a:pt x="107145" y="333392"/>
                  </a:lnTo>
                  <a:lnTo>
                    <a:pt x="116886" y="340017"/>
                  </a:lnTo>
                  <a:lnTo>
                    <a:pt x="126625" y="346531"/>
                  </a:lnTo>
                  <a:lnTo>
                    <a:pt x="136366" y="352936"/>
                  </a:lnTo>
                  <a:lnTo>
                    <a:pt x="146107" y="359232"/>
                  </a:lnTo>
                  <a:lnTo>
                    <a:pt x="155846" y="365421"/>
                  </a:lnTo>
                  <a:lnTo>
                    <a:pt x="165587" y="371506"/>
                  </a:lnTo>
                  <a:lnTo>
                    <a:pt x="175328" y="377490"/>
                  </a:lnTo>
                  <a:lnTo>
                    <a:pt x="185068" y="383372"/>
                  </a:lnTo>
                  <a:lnTo>
                    <a:pt x="194809" y="389154"/>
                  </a:lnTo>
                  <a:lnTo>
                    <a:pt x="204550" y="394842"/>
                  </a:lnTo>
                  <a:lnTo>
                    <a:pt x="214289" y="400436"/>
                  </a:lnTo>
                  <a:lnTo>
                    <a:pt x="224030" y="405938"/>
                  </a:lnTo>
                  <a:lnTo>
                    <a:pt x="233771" y="411349"/>
                  </a:lnTo>
                  <a:lnTo>
                    <a:pt x="243510" y="416674"/>
                  </a:lnTo>
                  <a:lnTo>
                    <a:pt x="253251" y="421912"/>
                  </a:lnTo>
                  <a:lnTo>
                    <a:pt x="262992" y="427066"/>
                  </a:lnTo>
                  <a:lnTo>
                    <a:pt x="272732" y="432138"/>
                  </a:lnTo>
                  <a:lnTo>
                    <a:pt x="282473" y="437127"/>
                  </a:lnTo>
                  <a:lnTo>
                    <a:pt x="292214" y="442038"/>
                  </a:lnTo>
                  <a:lnTo>
                    <a:pt x="301953" y="446868"/>
                  </a:lnTo>
                  <a:lnTo>
                    <a:pt x="311694" y="451619"/>
                  </a:lnTo>
                  <a:lnTo>
                    <a:pt x="321435" y="456292"/>
                  </a:lnTo>
                  <a:lnTo>
                    <a:pt x="331175" y="460887"/>
                  </a:lnTo>
                  <a:lnTo>
                    <a:pt x="340916" y="465402"/>
                  </a:lnTo>
                  <a:lnTo>
                    <a:pt x="350656" y="469839"/>
                  </a:lnTo>
                  <a:lnTo>
                    <a:pt x="360396" y="474194"/>
                  </a:lnTo>
                  <a:lnTo>
                    <a:pt x="370137" y="478469"/>
                  </a:lnTo>
                  <a:lnTo>
                    <a:pt x="379878" y="482661"/>
                  </a:lnTo>
                  <a:lnTo>
                    <a:pt x="389617" y="486768"/>
                  </a:lnTo>
                  <a:lnTo>
                    <a:pt x="399358" y="490786"/>
                  </a:lnTo>
                  <a:lnTo>
                    <a:pt x="409099" y="494716"/>
                  </a:lnTo>
                  <a:lnTo>
                    <a:pt x="418839" y="498553"/>
                  </a:lnTo>
                  <a:lnTo>
                    <a:pt x="428580" y="502292"/>
                  </a:lnTo>
                  <a:lnTo>
                    <a:pt x="438321" y="505934"/>
                  </a:lnTo>
                  <a:lnTo>
                    <a:pt x="448060" y="509472"/>
                  </a:lnTo>
                  <a:lnTo>
                    <a:pt x="457801" y="512908"/>
                  </a:lnTo>
                  <a:lnTo>
                    <a:pt x="467542" y="516215"/>
                  </a:lnTo>
                  <a:lnTo>
                    <a:pt x="477281" y="519419"/>
                  </a:lnTo>
                  <a:lnTo>
                    <a:pt x="487022" y="522503"/>
                  </a:lnTo>
                  <a:lnTo>
                    <a:pt x="496763" y="525468"/>
                  </a:lnTo>
                  <a:lnTo>
                    <a:pt x="506503" y="528284"/>
                  </a:lnTo>
                  <a:lnTo>
                    <a:pt x="516244" y="530980"/>
                  </a:lnTo>
                  <a:lnTo>
                    <a:pt x="525985" y="533528"/>
                  </a:lnTo>
                  <a:lnTo>
                    <a:pt x="535724" y="535927"/>
                  </a:lnTo>
                  <a:lnTo>
                    <a:pt x="545465" y="538177"/>
                  </a:lnTo>
                  <a:lnTo>
                    <a:pt x="555206" y="540262"/>
                  </a:lnTo>
                  <a:lnTo>
                    <a:pt x="564946" y="542199"/>
                  </a:lnTo>
                  <a:lnTo>
                    <a:pt x="574687" y="543957"/>
                  </a:lnTo>
                  <a:lnTo>
                    <a:pt x="584428" y="545537"/>
                  </a:lnTo>
                  <a:lnTo>
                    <a:pt x="594167" y="546937"/>
                  </a:lnTo>
                  <a:lnTo>
                    <a:pt x="603908" y="548159"/>
                  </a:lnTo>
                  <a:lnTo>
                    <a:pt x="613649" y="549202"/>
                  </a:lnTo>
                  <a:lnTo>
                    <a:pt x="623388" y="550036"/>
                  </a:lnTo>
                  <a:lnTo>
                    <a:pt x="633129" y="550677"/>
                  </a:lnTo>
                  <a:lnTo>
                    <a:pt x="642870" y="551109"/>
                  </a:lnTo>
                  <a:lnTo>
                    <a:pt x="652610" y="551347"/>
                  </a:lnTo>
                  <a:lnTo>
                    <a:pt x="662351" y="551362"/>
                  </a:lnTo>
                  <a:lnTo>
                    <a:pt x="672092" y="551183"/>
                  </a:lnTo>
                  <a:lnTo>
                    <a:pt x="681831" y="550766"/>
                  </a:lnTo>
                  <a:lnTo>
                    <a:pt x="691572" y="550140"/>
                  </a:lnTo>
                  <a:lnTo>
                    <a:pt x="701313" y="549291"/>
                  </a:lnTo>
                  <a:lnTo>
                    <a:pt x="711052" y="548233"/>
                  </a:lnTo>
                  <a:lnTo>
                    <a:pt x="720793" y="546937"/>
                  </a:lnTo>
                  <a:lnTo>
                    <a:pt x="730534" y="545417"/>
                  </a:lnTo>
                  <a:lnTo>
                    <a:pt x="740274" y="543674"/>
                  </a:lnTo>
                  <a:lnTo>
                    <a:pt x="750015" y="541708"/>
                  </a:lnTo>
                  <a:lnTo>
                    <a:pt x="759756" y="539517"/>
                  </a:lnTo>
                  <a:lnTo>
                    <a:pt x="769495" y="537104"/>
                  </a:lnTo>
                  <a:lnTo>
                    <a:pt x="779236" y="534467"/>
                  </a:lnTo>
                  <a:lnTo>
                    <a:pt x="788977" y="531621"/>
                  </a:lnTo>
                  <a:lnTo>
                    <a:pt x="798717" y="528537"/>
                  </a:lnTo>
                  <a:lnTo>
                    <a:pt x="808458" y="525259"/>
                  </a:lnTo>
                  <a:lnTo>
                    <a:pt x="818199" y="521758"/>
                  </a:lnTo>
                  <a:lnTo>
                    <a:pt x="827938" y="518063"/>
                  </a:lnTo>
                  <a:lnTo>
                    <a:pt x="837679" y="514145"/>
                  </a:lnTo>
                  <a:lnTo>
                    <a:pt x="847420" y="510047"/>
                  </a:lnTo>
                  <a:lnTo>
                    <a:pt x="857159" y="505752"/>
                  </a:lnTo>
                  <a:lnTo>
                    <a:pt x="866900" y="501269"/>
                  </a:lnTo>
                  <a:lnTo>
                    <a:pt x="876641" y="496604"/>
                  </a:lnTo>
                  <a:lnTo>
                    <a:pt x="886381" y="491763"/>
                  </a:lnTo>
                  <a:lnTo>
                    <a:pt x="896122" y="486754"/>
                  </a:lnTo>
                  <a:lnTo>
                    <a:pt x="905863" y="481583"/>
                  </a:lnTo>
                  <a:lnTo>
                    <a:pt x="915602" y="476256"/>
                  </a:lnTo>
                  <a:lnTo>
                    <a:pt x="925343" y="470783"/>
                  </a:lnTo>
                  <a:lnTo>
                    <a:pt x="935084" y="465167"/>
                  </a:lnTo>
                  <a:lnTo>
                    <a:pt x="944824" y="459421"/>
                  </a:lnTo>
                  <a:lnTo>
                    <a:pt x="954564" y="453549"/>
                  </a:lnTo>
                  <a:lnTo>
                    <a:pt x="964305" y="447559"/>
                  </a:lnTo>
                  <a:lnTo>
                    <a:pt x="974045" y="441460"/>
                  </a:lnTo>
                  <a:lnTo>
                    <a:pt x="983786" y="435262"/>
                  </a:lnTo>
                  <a:lnTo>
                    <a:pt x="993522" y="428969"/>
                  </a:lnTo>
                  <a:lnTo>
                    <a:pt x="1003266" y="422592"/>
                  </a:lnTo>
                  <a:lnTo>
                    <a:pt x="1013010" y="416138"/>
                  </a:lnTo>
                  <a:lnTo>
                    <a:pt x="1022754" y="409616"/>
                  </a:lnTo>
                  <a:lnTo>
                    <a:pt x="1032483" y="403032"/>
                  </a:lnTo>
                  <a:lnTo>
                    <a:pt x="1042227" y="396396"/>
                  </a:lnTo>
                  <a:lnTo>
                    <a:pt x="1051971" y="389716"/>
                  </a:lnTo>
                  <a:lnTo>
                    <a:pt x="1061715" y="382996"/>
                  </a:lnTo>
                  <a:lnTo>
                    <a:pt x="1071444" y="376247"/>
                  </a:lnTo>
                  <a:lnTo>
                    <a:pt x="1081188" y="369474"/>
                  </a:lnTo>
                  <a:lnTo>
                    <a:pt x="1090932" y="362686"/>
                  </a:lnTo>
                  <a:lnTo>
                    <a:pt x="1100676" y="355888"/>
                  </a:lnTo>
                  <a:lnTo>
                    <a:pt x="1110405" y="349088"/>
                  </a:lnTo>
                  <a:lnTo>
                    <a:pt x="1120149" y="342289"/>
                  </a:lnTo>
                  <a:lnTo>
                    <a:pt x="1129893" y="335501"/>
                  </a:lnTo>
                  <a:lnTo>
                    <a:pt x="1139637" y="328728"/>
                  </a:lnTo>
                  <a:lnTo>
                    <a:pt x="1149381" y="321976"/>
                  </a:lnTo>
                  <a:lnTo>
                    <a:pt x="1159110" y="315248"/>
                  </a:lnTo>
                  <a:lnTo>
                    <a:pt x="1168854" y="308551"/>
                  </a:lnTo>
                  <a:lnTo>
                    <a:pt x="1178598" y="301888"/>
                  </a:lnTo>
                  <a:lnTo>
                    <a:pt x="1188341" y="295264"/>
                  </a:lnTo>
                  <a:lnTo>
                    <a:pt x="1198070" y="288683"/>
                  </a:lnTo>
                  <a:lnTo>
                    <a:pt x="1207814" y="282148"/>
                  </a:lnTo>
                  <a:lnTo>
                    <a:pt x="1217558" y="275662"/>
                  </a:lnTo>
                  <a:lnTo>
                    <a:pt x="1227302" y="269229"/>
                  </a:lnTo>
                  <a:lnTo>
                    <a:pt x="1237031" y="262851"/>
                  </a:lnTo>
                  <a:lnTo>
                    <a:pt x="1246775" y="256529"/>
                  </a:lnTo>
                  <a:lnTo>
                    <a:pt x="1256519" y="250267"/>
                  </a:lnTo>
                  <a:lnTo>
                    <a:pt x="1266263" y="244068"/>
                  </a:lnTo>
                  <a:lnTo>
                    <a:pt x="1276007" y="237929"/>
                  </a:lnTo>
                  <a:lnTo>
                    <a:pt x="1285736" y="231856"/>
                  </a:lnTo>
                  <a:lnTo>
                    <a:pt x="1295480" y="225849"/>
                  </a:lnTo>
                  <a:lnTo>
                    <a:pt x="1305224" y="219907"/>
                  </a:lnTo>
                  <a:lnTo>
                    <a:pt x="1314968" y="214033"/>
                  </a:lnTo>
                  <a:lnTo>
                    <a:pt x="1324697" y="208227"/>
                  </a:lnTo>
                  <a:lnTo>
                    <a:pt x="1334441" y="202488"/>
                  </a:lnTo>
                  <a:lnTo>
                    <a:pt x="1344185" y="196817"/>
                  </a:lnTo>
                  <a:lnTo>
                    <a:pt x="1353929" y="191217"/>
                  </a:lnTo>
                  <a:lnTo>
                    <a:pt x="1363658" y="185683"/>
                  </a:lnTo>
                  <a:lnTo>
                    <a:pt x="1373402" y="180220"/>
                  </a:lnTo>
                  <a:lnTo>
                    <a:pt x="1383146" y="174825"/>
                  </a:lnTo>
                  <a:lnTo>
                    <a:pt x="1392890" y="169497"/>
                  </a:lnTo>
                  <a:lnTo>
                    <a:pt x="1402619" y="164239"/>
                  </a:lnTo>
                  <a:lnTo>
                    <a:pt x="1412363" y="159048"/>
                  </a:lnTo>
                  <a:lnTo>
                    <a:pt x="1422106" y="153926"/>
                  </a:lnTo>
                  <a:lnTo>
                    <a:pt x="1431850" y="148872"/>
                  </a:lnTo>
                  <a:lnTo>
                    <a:pt x="1441594" y="143887"/>
                  </a:lnTo>
                  <a:lnTo>
                    <a:pt x="1451323" y="138969"/>
                  </a:lnTo>
                  <a:lnTo>
                    <a:pt x="1461067" y="134118"/>
                  </a:lnTo>
                  <a:lnTo>
                    <a:pt x="1470811" y="129335"/>
                  </a:lnTo>
                  <a:lnTo>
                    <a:pt x="1480555" y="124621"/>
                  </a:lnTo>
                  <a:lnTo>
                    <a:pt x="1490284" y="119976"/>
                  </a:lnTo>
                  <a:lnTo>
                    <a:pt x="1500028" y="115397"/>
                  </a:lnTo>
                  <a:lnTo>
                    <a:pt x="1509772" y="110890"/>
                  </a:lnTo>
                  <a:lnTo>
                    <a:pt x="1519516" y="106450"/>
                  </a:lnTo>
                  <a:lnTo>
                    <a:pt x="1529245" y="102082"/>
                  </a:lnTo>
                  <a:lnTo>
                    <a:pt x="1538989" y="97785"/>
                  </a:lnTo>
                  <a:lnTo>
                    <a:pt x="1548733" y="93558"/>
                  </a:lnTo>
                  <a:lnTo>
                    <a:pt x="1558477" y="89406"/>
                  </a:lnTo>
                  <a:lnTo>
                    <a:pt x="1568221" y="85326"/>
                  </a:lnTo>
                  <a:lnTo>
                    <a:pt x="1577950" y="81322"/>
                  </a:lnTo>
                  <a:lnTo>
                    <a:pt x="1587694" y="77394"/>
                  </a:lnTo>
                  <a:lnTo>
                    <a:pt x="1597438" y="73543"/>
                  </a:lnTo>
                  <a:lnTo>
                    <a:pt x="1607182" y="69772"/>
                  </a:lnTo>
                  <a:lnTo>
                    <a:pt x="1616911" y="66081"/>
                  </a:lnTo>
                  <a:lnTo>
                    <a:pt x="1626655" y="62473"/>
                  </a:lnTo>
                  <a:lnTo>
                    <a:pt x="1636399" y="58948"/>
                  </a:lnTo>
                  <a:lnTo>
                    <a:pt x="1646142" y="55509"/>
                  </a:lnTo>
                  <a:lnTo>
                    <a:pt x="1655872" y="52158"/>
                  </a:lnTo>
                  <a:lnTo>
                    <a:pt x="1665616" y="48895"/>
                  </a:lnTo>
                  <a:lnTo>
                    <a:pt x="1675359" y="45725"/>
                  </a:lnTo>
                  <a:lnTo>
                    <a:pt x="1685103" y="42647"/>
                  </a:lnTo>
                  <a:lnTo>
                    <a:pt x="1694832" y="39664"/>
                  </a:lnTo>
                  <a:lnTo>
                    <a:pt x="1704576" y="36778"/>
                  </a:lnTo>
                  <a:lnTo>
                    <a:pt x="1714320" y="33991"/>
                  </a:lnTo>
                  <a:lnTo>
                    <a:pt x="1724064" y="31303"/>
                  </a:lnTo>
                  <a:lnTo>
                    <a:pt x="1733808" y="28718"/>
                  </a:lnTo>
                  <a:lnTo>
                    <a:pt x="1743537" y="26236"/>
                  </a:lnTo>
                  <a:lnTo>
                    <a:pt x="1753281" y="23859"/>
                  </a:lnTo>
                  <a:lnTo>
                    <a:pt x="1763025" y="21590"/>
                  </a:lnTo>
                  <a:lnTo>
                    <a:pt x="1772769" y="19430"/>
                  </a:lnTo>
                  <a:lnTo>
                    <a:pt x="1782498" y="17380"/>
                  </a:lnTo>
                  <a:lnTo>
                    <a:pt x="1792242" y="15440"/>
                  </a:lnTo>
                  <a:lnTo>
                    <a:pt x="1801986" y="13613"/>
                  </a:lnTo>
                  <a:lnTo>
                    <a:pt x="1811730" y="11898"/>
                  </a:lnTo>
                  <a:lnTo>
                    <a:pt x="1821459" y="10300"/>
                  </a:lnTo>
                  <a:lnTo>
                    <a:pt x="1831203" y="8814"/>
                  </a:lnTo>
                  <a:lnTo>
                    <a:pt x="1840947" y="7444"/>
                  </a:lnTo>
                  <a:lnTo>
                    <a:pt x="1850691" y="6191"/>
                  </a:lnTo>
                  <a:lnTo>
                    <a:pt x="1860435" y="5052"/>
                  </a:lnTo>
                  <a:lnTo>
                    <a:pt x="1870164" y="4030"/>
                  </a:lnTo>
                  <a:lnTo>
                    <a:pt x="1879908" y="3126"/>
                  </a:lnTo>
                  <a:lnTo>
                    <a:pt x="1889652" y="2336"/>
                  </a:lnTo>
                  <a:lnTo>
                    <a:pt x="1899395" y="1661"/>
                  </a:lnTo>
                  <a:lnTo>
                    <a:pt x="1909124" y="1103"/>
                  </a:lnTo>
                  <a:lnTo>
                    <a:pt x="1918868" y="657"/>
                  </a:lnTo>
                  <a:lnTo>
                    <a:pt x="1928612" y="326"/>
                  </a:lnTo>
                  <a:lnTo>
                    <a:pt x="1938356" y="107"/>
                  </a:lnTo>
                  <a:lnTo>
                    <a:pt x="1948085" y="0"/>
                  </a:lnTo>
                  <a:lnTo>
                    <a:pt x="1957829" y="3"/>
                  </a:lnTo>
                  <a:lnTo>
                    <a:pt x="1967573" y="113"/>
                  </a:lnTo>
                  <a:lnTo>
                    <a:pt x="1977317" y="331"/>
                  </a:lnTo>
                  <a:lnTo>
                    <a:pt x="1987046" y="654"/>
                  </a:lnTo>
                  <a:lnTo>
                    <a:pt x="1996790" y="1082"/>
                  </a:lnTo>
                  <a:lnTo>
                    <a:pt x="2006534" y="1609"/>
                  </a:lnTo>
                  <a:lnTo>
                    <a:pt x="2016278" y="2236"/>
                  </a:lnTo>
                  <a:lnTo>
                    <a:pt x="2026022" y="2962"/>
                  </a:lnTo>
                  <a:lnTo>
                    <a:pt x="2035751" y="3781"/>
                  </a:lnTo>
                  <a:lnTo>
                    <a:pt x="2045495" y="4695"/>
                  </a:lnTo>
                  <a:lnTo>
                    <a:pt x="2055239" y="5699"/>
                  </a:lnTo>
                  <a:lnTo>
                    <a:pt x="2064983" y="6791"/>
                  </a:lnTo>
                  <a:lnTo>
                    <a:pt x="2074712" y="7968"/>
                  </a:lnTo>
                  <a:lnTo>
                    <a:pt x="2084456" y="9228"/>
                  </a:lnTo>
                  <a:lnTo>
                    <a:pt x="2094200" y="10571"/>
                  </a:lnTo>
                  <a:lnTo>
                    <a:pt x="2103944" y="11991"/>
                  </a:lnTo>
                  <a:lnTo>
                    <a:pt x="2113673" y="13485"/>
                  </a:lnTo>
                  <a:lnTo>
                    <a:pt x="2123417" y="15054"/>
                  </a:lnTo>
                  <a:lnTo>
                    <a:pt x="2133161" y="16694"/>
                  </a:lnTo>
                  <a:lnTo>
                    <a:pt x="2142905" y="18402"/>
                  </a:lnTo>
                  <a:lnTo>
                    <a:pt x="2152649" y="20176"/>
                  </a:lnTo>
                  <a:lnTo>
                    <a:pt x="2162377" y="22013"/>
                  </a:lnTo>
                  <a:lnTo>
                    <a:pt x="2172121" y="23911"/>
                  </a:lnTo>
                  <a:lnTo>
                    <a:pt x="2181865" y="25869"/>
                  </a:lnTo>
                  <a:lnTo>
                    <a:pt x="2191609" y="27883"/>
                  </a:lnTo>
                  <a:lnTo>
                    <a:pt x="2201338" y="29951"/>
                  </a:lnTo>
                  <a:lnTo>
                    <a:pt x="2211082" y="32072"/>
                  </a:lnTo>
                  <a:lnTo>
                    <a:pt x="2220826" y="34242"/>
                  </a:lnTo>
                  <a:lnTo>
                    <a:pt x="2230570" y="36462"/>
                  </a:lnTo>
                  <a:lnTo>
                    <a:pt x="2240299" y="38727"/>
                  </a:lnTo>
                  <a:lnTo>
                    <a:pt x="2250043" y="41038"/>
                  </a:lnTo>
                  <a:lnTo>
                    <a:pt x="2259787" y="43392"/>
                  </a:lnTo>
                  <a:lnTo>
                    <a:pt x="2269531" y="45786"/>
                  </a:lnTo>
                  <a:lnTo>
                    <a:pt x="2279260" y="48221"/>
                  </a:lnTo>
                  <a:lnTo>
                    <a:pt x="2289004" y="50694"/>
                  </a:lnTo>
                  <a:lnTo>
                    <a:pt x="2298748" y="53203"/>
                  </a:lnTo>
                  <a:lnTo>
                    <a:pt x="2308492" y="55748"/>
                  </a:lnTo>
                  <a:lnTo>
                    <a:pt x="2318236" y="58328"/>
                  </a:lnTo>
                  <a:lnTo>
                    <a:pt x="2327965" y="60941"/>
                  </a:lnTo>
                  <a:lnTo>
                    <a:pt x="2337709" y="63587"/>
                  </a:lnTo>
                  <a:lnTo>
                    <a:pt x="2347453" y="66263"/>
                  </a:lnTo>
                  <a:lnTo>
                    <a:pt x="2357197" y="68970"/>
                  </a:lnTo>
                  <a:lnTo>
                    <a:pt x="2366926" y="71707"/>
                  </a:lnTo>
                  <a:lnTo>
                    <a:pt x="2376670" y="74473"/>
                  </a:lnTo>
                  <a:lnTo>
                    <a:pt x="2386413" y="77266"/>
                  </a:lnTo>
                  <a:lnTo>
                    <a:pt x="2396157" y="80088"/>
                  </a:lnTo>
                  <a:lnTo>
                    <a:pt x="2405886" y="82935"/>
                  </a:lnTo>
                  <a:lnTo>
                    <a:pt x="2415630" y="85809"/>
                  </a:lnTo>
                  <a:lnTo>
                    <a:pt x="2425374" y="88709"/>
                  </a:lnTo>
                  <a:lnTo>
                    <a:pt x="2435118" y="91633"/>
                  </a:lnTo>
                  <a:lnTo>
                    <a:pt x="2444862" y="94582"/>
                  </a:lnTo>
                  <a:lnTo>
                    <a:pt x="2454591" y="97554"/>
                  </a:lnTo>
                  <a:lnTo>
                    <a:pt x="2464335" y="100550"/>
                  </a:lnTo>
                  <a:lnTo>
                    <a:pt x="2474079" y="103570"/>
                  </a:lnTo>
                  <a:lnTo>
                    <a:pt x="2483823" y="106613"/>
                  </a:lnTo>
                  <a:lnTo>
                    <a:pt x="2493552" y="109676"/>
                  </a:lnTo>
                  <a:lnTo>
                    <a:pt x="2503296" y="112761"/>
                  </a:lnTo>
                  <a:lnTo>
                    <a:pt x="2513040" y="115868"/>
                  </a:lnTo>
                  <a:lnTo>
                    <a:pt x="2522784" y="118994"/>
                  </a:lnTo>
                  <a:lnTo>
                    <a:pt x="2532513" y="122140"/>
                  </a:lnTo>
                  <a:lnTo>
                    <a:pt x="2542257" y="125306"/>
                  </a:lnTo>
                  <a:lnTo>
                    <a:pt x="2552001" y="128490"/>
                  </a:lnTo>
                  <a:lnTo>
                    <a:pt x="2561745" y="131692"/>
                  </a:lnTo>
                  <a:lnTo>
                    <a:pt x="2571474" y="134910"/>
                  </a:lnTo>
                  <a:lnTo>
                    <a:pt x="2581218" y="138143"/>
                  </a:lnTo>
                  <a:lnTo>
                    <a:pt x="2590962" y="141393"/>
                  </a:lnTo>
                  <a:lnTo>
                    <a:pt x="2600705" y="144656"/>
                  </a:lnTo>
                  <a:lnTo>
                    <a:pt x="2610449" y="147931"/>
                  </a:lnTo>
                  <a:lnTo>
                    <a:pt x="2620178" y="151217"/>
                  </a:lnTo>
                  <a:lnTo>
                    <a:pt x="2629922" y="154514"/>
                  </a:lnTo>
                  <a:lnTo>
                    <a:pt x="2639666" y="157820"/>
                  </a:lnTo>
                  <a:lnTo>
                    <a:pt x="2649410" y="161133"/>
                  </a:lnTo>
                  <a:lnTo>
                    <a:pt x="2659139" y="164452"/>
                  </a:lnTo>
                  <a:lnTo>
                    <a:pt x="2668883" y="167775"/>
                  </a:lnTo>
                  <a:lnTo>
                    <a:pt x="2678627" y="171100"/>
                  </a:lnTo>
                  <a:lnTo>
                    <a:pt x="2688371" y="174425"/>
                  </a:lnTo>
                  <a:lnTo>
                    <a:pt x="2698100" y="177748"/>
                  </a:lnTo>
                  <a:lnTo>
                    <a:pt x="2707844" y="181067"/>
                  </a:lnTo>
                  <a:lnTo>
                    <a:pt x="2717588" y="184381"/>
                  </a:lnTo>
                  <a:lnTo>
                    <a:pt x="2727332" y="187687"/>
                  </a:lnTo>
                  <a:lnTo>
                    <a:pt x="2737076" y="190981"/>
                  </a:lnTo>
                  <a:lnTo>
                    <a:pt x="2746805" y="194260"/>
                  </a:lnTo>
                  <a:lnTo>
                    <a:pt x="2756549" y="197525"/>
                  </a:lnTo>
                  <a:lnTo>
                    <a:pt x="2766293" y="200770"/>
                  </a:lnTo>
                  <a:lnTo>
                    <a:pt x="2776037" y="203994"/>
                  </a:lnTo>
                  <a:lnTo>
                    <a:pt x="2785766" y="207191"/>
                  </a:lnTo>
                  <a:lnTo>
                    <a:pt x="2795510" y="210360"/>
                  </a:lnTo>
                  <a:lnTo>
                    <a:pt x="2805254" y="213498"/>
                  </a:lnTo>
                  <a:lnTo>
                    <a:pt x="2814998" y="216601"/>
                  </a:lnTo>
                  <a:lnTo>
                    <a:pt x="2824727" y="219666"/>
                  </a:lnTo>
                  <a:lnTo>
                    <a:pt x="2834471" y="222689"/>
                  </a:lnTo>
                  <a:lnTo>
                    <a:pt x="2844215" y="225666"/>
                  </a:lnTo>
                  <a:lnTo>
                    <a:pt x="2853958" y="228592"/>
                  </a:lnTo>
                  <a:lnTo>
                    <a:pt x="2863687" y="231466"/>
                  </a:lnTo>
                  <a:lnTo>
                    <a:pt x="2873431" y="234284"/>
                  </a:lnTo>
                  <a:lnTo>
                    <a:pt x="2883175" y="237038"/>
                  </a:lnTo>
                  <a:lnTo>
                    <a:pt x="2892919" y="239728"/>
                  </a:lnTo>
                  <a:lnTo>
                    <a:pt x="2902663" y="242347"/>
                  </a:lnTo>
                  <a:lnTo>
                    <a:pt x="2912392" y="24489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5" name="Freeform 594">
              <a:extLst>
                <a:ext uri="{FF2B5EF4-FFF2-40B4-BE49-F238E27FC236}">
                  <a16:creationId xmlns:a16="http://schemas.microsoft.com/office/drawing/2014/main" id="{30E47E29-B7B1-332E-B677-BB6597CF6326}"/>
                </a:ext>
              </a:extLst>
            </p:cNvPr>
            <p:cNvSpPr/>
            <p:nvPr/>
          </p:nvSpPr>
          <p:spPr>
            <a:xfrm>
              <a:off x="576446" y="3400759"/>
              <a:ext cx="2912392" cy="500932"/>
            </a:xfrm>
            <a:custGeom>
              <a:avLst/>
              <a:gdLst>
                <a:gd name="connsiteX0" fmla="*/ 0 w 2912392"/>
                <a:gd name="connsiteY0" fmla="*/ 164462 h 500932"/>
                <a:gd name="connsiteX1" fmla="*/ 9739 w 2912392"/>
                <a:gd name="connsiteY1" fmla="*/ 164716 h 500932"/>
                <a:gd name="connsiteX2" fmla="*/ 19480 w 2912392"/>
                <a:gd name="connsiteY2" fmla="*/ 164944 h 500932"/>
                <a:gd name="connsiteX3" fmla="*/ 29221 w 2912392"/>
                <a:gd name="connsiteY3" fmla="*/ 165142 h 500932"/>
                <a:gd name="connsiteX4" fmla="*/ 38961 w 2912392"/>
                <a:gd name="connsiteY4" fmla="*/ 165307 h 500932"/>
                <a:gd name="connsiteX5" fmla="*/ 48702 w 2912392"/>
                <a:gd name="connsiteY5" fmla="*/ 165435 h 500932"/>
                <a:gd name="connsiteX6" fmla="*/ 58443 w 2912392"/>
                <a:gd name="connsiteY6" fmla="*/ 165522 h 500932"/>
                <a:gd name="connsiteX7" fmla="*/ 68182 w 2912392"/>
                <a:gd name="connsiteY7" fmla="*/ 165565 h 500932"/>
                <a:gd name="connsiteX8" fmla="*/ 77923 w 2912392"/>
                <a:gd name="connsiteY8" fmla="*/ 165560 h 500932"/>
                <a:gd name="connsiteX9" fmla="*/ 87664 w 2912392"/>
                <a:gd name="connsiteY9" fmla="*/ 165504 h 500932"/>
                <a:gd name="connsiteX10" fmla="*/ 97404 w 2912392"/>
                <a:gd name="connsiteY10" fmla="*/ 165392 h 500932"/>
                <a:gd name="connsiteX11" fmla="*/ 107145 w 2912392"/>
                <a:gd name="connsiteY11" fmla="*/ 165224 h 500932"/>
                <a:gd name="connsiteX12" fmla="*/ 116886 w 2912392"/>
                <a:gd name="connsiteY12" fmla="*/ 164994 h 500932"/>
                <a:gd name="connsiteX13" fmla="*/ 126625 w 2912392"/>
                <a:gd name="connsiteY13" fmla="*/ 164702 h 500932"/>
                <a:gd name="connsiteX14" fmla="*/ 136366 w 2912392"/>
                <a:gd name="connsiteY14" fmla="*/ 164345 h 500932"/>
                <a:gd name="connsiteX15" fmla="*/ 146107 w 2912392"/>
                <a:gd name="connsiteY15" fmla="*/ 163920 h 500932"/>
                <a:gd name="connsiteX16" fmla="*/ 155846 w 2912392"/>
                <a:gd name="connsiteY16" fmla="*/ 163424 h 500932"/>
                <a:gd name="connsiteX17" fmla="*/ 165587 w 2912392"/>
                <a:gd name="connsiteY17" fmla="*/ 162855 h 500932"/>
                <a:gd name="connsiteX18" fmla="*/ 175328 w 2912392"/>
                <a:gd name="connsiteY18" fmla="*/ 162213 h 500932"/>
                <a:gd name="connsiteX19" fmla="*/ 185068 w 2912392"/>
                <a:gd name="connsiteY19" fmla="*/ 161495 h 500932"/>
                <a:gd name="connsiteX20" fmla="*/ 194809 w 2912392"/>
                <a:gd name="connsiteY20" fmla="*/ 160699 h 500932"/>
                <a:gd name="connsiteX21" fmla="*/ 204550 w 2912392"/>
                <a:gd name="connsiteY21" fmla="*/ 159824 h 500932"/>
                <a:gd name="connsiteX22" fmla="*/ 214289 w 2912392"/>
                <a:gd name="connsiteY22" fmla="*/ 158872 h 500932"/>
                <a:gd name="connsiteX23" fmla="*/ 224030 w 2912392"/>
                <a:gd name="connsiteY23" fmla="*/ 157838 h 500932"/>
                <a:gd name="connsiteX24" fmla="*/ 233771 w 2912392"/>
                <a:gd name="connsiteY24" fmla="*/ 156724 h 500932"/>
                <a:gd name="connsiteX25" fmla="*/ 243510 w 2912392"/>
                <a:gd name="connsiteY25" fmla="*/ 155529 h 500932"/>
                <a:gd name="connsiteX26" fmla="*/ 253251 w 2912392"/>
                <a:gd name="connsiteY26" fmla="*/ 154252 h 500932"/>
                <a:gd name="connsiteX27" fmla="*/ 262992 w 2912392"/>
                <a:gd name="connsiteY27" fmla="*/ 152895 h 500932"/>
                <a:gd name="connsiteX28" fmla="*/ 272732 w 2912392"/>
                <a:gd name="connsiteY28" fmla="*/ 151454 h 500932"/>
                <a:gd name="connsiteX29" fmla="*/ 282473 w 2912392"/>
                <a:gd name="connsiteY29" fmla="*/ 149934 h 500932"/>
                <a:gd name="connsiteX30" fmla="*/ 292214 w 2912392"/>
                <a:gd name="connsiteY30" fmla="*/ 148333 h 500932"/>
                <a:gd name="connsiteX31" fmla="*/ 301953 w 2912392"/>
                <a:gd name="connsiteY31" fmla="*/ 146652 h 500932"/>
                <a:gd name="connsiteX32" fmla="*/ 311694 w 2912392"/>
                <a:gd name="connsiteY32" fmla="*/ 144891 h 500932"/>
                <a:gd name="connsiteX33" fmla="*/ 321435 w 2912392"/>
                <a:gd name="connsiteY33" fmla="*/ 143054 h 500932"/>
                <a:gd name="connsiteX34" fmla="*/ 331175 w 2912392"/>
                <a:gd name="connsiteY34" fmla="*/ 141138 h 500932"/>
                <a:gd name="connsiteX35" fmla="*/ 340916 w 2912392"/>
                <a:gd name="connsiteY35" fmla="*/ 139148 h 500932"/>
                <a:gd name="connsiteX36" fmla="*/ 350656 w 2912392"/>
                <a:gd name="connsiteY36" fmla="*/ 137083 h 500932"/>
                <a:gd name="connsiteX37" fmla="*/ 360396 w 2912392"/>
                <a:gd name="connsiteY37" fmla="*/ 134946 h 500932"/>
                <a:gd name="connsiteX38" fmla="*/ 370137 w 2912392"/>
                <a:gd name="connsiteY38" fmla="*/ 132738 h 500932"/>
                <a:gd name="connsiteX39" fmla="*/ 379878 w 2912392"/>
                <a:gd name="connsiteY39" fmla="*/ 130460 h 500932"/>
                <a:gd name="connsiteX40" fmla="*/ 389617 w 2912392"/>
                <a:gd name="connsiteY40" fmla="*/ 128116 h 500932"/>
                <a:gd name="connsiteX41" fmla="*/ 399358 w 2912392"/>
                <a:gd name="connsiteY41" fmla="*/ 125707 h 500932"/>
                <a:gd name="connsiteX42" fmla="*/ 409099 w 2912392"/>
                <a:gd name="connsiteY42" fmla="*/ 123236 h 500932"/>
                <a:gd name="connsiteX43" fmla="*/ 418839 w 2912392"/>
                <a:gd name="connsiteY43" fmla="*/ 120704 h 500932"/>
                <a:gd name="connsiteX44" fmla="*/ 428580 w 2912392"/>
                <a:gd name="connsiteY44" fmla="*/ 118113 h 500932"/>
                <a:gd name="connsiteX45" fmla="*/ 438321 w 2912392"/>
                <a:gd name="connsiteY45" fmla="*/ 115469 h 500932"/>
                <a:gd name="connsiteX46" fmla="*/ 448060 w 2912392"/>
                <a:gd name="connsiteY46" fmla="*/ 112770 h 500932"/>
                <a:gd name="connsiteX47" fmla="*/ 457801 w 2912392"/>
                <a:gd name="connsiteY47" fmla="*/ 110023 h 500932"/>
                <a:gd name="connsiteX48" fmla="*/ 467542 w 2912392"/>
                <a:gd name="connsiteY48" fmla="*/ 107229 h 500932"/>
                <a:gd name="connsiteX49" fmla="*/ 477281 w 2912392"/>
                <a:gd name="connsiteY49" fmla="*/ 104391 h 500932"/>
                <a:gd name="connsiteX50" fmla="*/ 487022 w 2912392"/>
                <a:gd name="connsiteY50" fmla="*/ 101513 h 500932"/>
                <a:gd name="connsiteX51" fmla="*/ 496763 w 2912392"/>
                <a:gd name="connsiteY51" fmla="*/ 98597 h 500932"/>
                <a:gd name="connsiteX52" fmla="*/ 506503 w 2912392"/>
                <a:gd name="connsiteY52" fmla="*/ 95647 h 500932"/>
                <a:gd name="connsiteX53" fmla="*/ 516244 w 2912392"/>
                <a:gd name="connsiteY53" fmla="*/ 92666 h 500932"/>
                <a:gd name="connsiteX54" fmla="*/ 525985 w 2912392"/>
                <a:gd name="connsiteY54" fmla="*/ 89659 h 500932"/>
                <a:gd name="connsiteX55" fmla="*/ 535724 w 2912392"/>
                <a:gd name="connsiteY55" fmla="*/ 86627 h 500932"/>
                <a:gd name="connsiteX56" fmla="*/ 545465 w 2912392"/>
                <a:gd name="connsiteY56" fmla="*/ 83577 h 500932"/>
                <a:gd name="connsiteX57" fmla="*/ 555206 w 2912392"/>
                <a:gd name="connsiteY57" fmla="*/ 80513 h 500932"/>
                <a:gd name="connsiteX58" fmla="*/ 564946 w 2912392"/>
                <a:gd name="connsiteY58" fmla="*/ 77435 h 500932"/>
                <a:gd name="connsiteX59" fmla="*/ 574687 w 2912392"/>
                <a:gd name="connsiteY59" fmla="*/ 74350 h 500932"/>
                <a:gd name="connsiteX60" fmla="*/ 584428 w 2912392"/>
                <a:gd name="connsiteY60" fmla="*/ 71263 h 500932"/>
                <a:gd name="connsiteX61" fmla="*/ 594167 w 2912392"/>
                <a:gd name="connsiteY61" fmla="*/ 68176 h 500932"/>
                <a:gd name="connsiteX62" fmla="*/ 603908 w 2912392"/>
                <a:gd name="connsiteY62" fmla="*/ 65097 h 500932"/>
                <a:gd name="connsiteX63" fmla="*/ 613649 w 2912392"/>
                <a:gd name="connsiteY63" fmla="*/ 62026 h 500932"/>
                <a:gd name="connsiteX64" fmla="*/ 623388 w 2912392"/>
                <a:gd name="connsiteY64" fmla="*/ 58972 h 500932"/>
                <a:gd name="connsiteX65" fmla="*/ 633129 w 2912392"/>
                <a:gd name="connsiteY65" fmla="*/ 55937 h 500932"/>
                <a:gd name="connsiteX66" fmla="*/ 642870 w 2912392"/>
                <a:gd name="connsiteY66" fmla="*/ 52927 h 500932"/>
                <a:gd name="connsiteX67" fmla="*/ 652610 w 2912392"/>
                <a:gd name="connsiteY67" fmla="*/ 49947 h 500932"/>
                <a:gd name="connsiteX68" fmla="*/ 662351 w 2912392"/>
                <a:gd name="connsiteY68" fmla="*/ 47002 h 500932"/>
                <a:gd name="connsiteX69" fmla="*/ 672092 w 2912392"/>
                <a:gd name="connsiteY69" fmla="*/ 44097 h 500932"/>
                <a:gd name="connsiteX70" fmla="*/ 681831 w 2912392"/>
                <a:gd name="connsiteY70" fmla="*/ 41237 h 500932"/>
                <a:gd name="connsiteX71" fmla="*/ 691572 w 2912392"/>
                <a:gd name="connsiteY71" fmla="*/ 38429 h 500932"/>
                <a:gd name="connsiteX72" fmla="*/ 701313 w 2912392"/>
                <a:gd name="connsiteY72" fmla="*/ 35676 h 500932"/>
                <a:gd name="connsiteX73" fmla="*/ 711052 w 2912392"/>
                <a:gd name="connsiteY73" fmla="*/ 32983 h 500932"/>
                <a:gd name="connsiteX74" fmla="*/ 720793 w 2912392"/>
                <a:gd name="connsiteY74" fmla="*/ 30360 h 500932"/>
                <a:gd name="connsiteX75" fmla="*/ 730534 w 2912392"/>
                <a:gd name="connsiteY75" fmla="*/ 27807 h 500932"/>
                <a:gd name="connsiteX76" fmla="*/ 740274 w 2912392"/>
                <a:gd name="connsiteY76" fmla="*/ 25333 h 500932"/>
                <a:gd name="connsiteX77" fmla="*/ 750015 w 2912392"/>
                <a:gd name="connsiteY77" fmla="*/ 22943 h 500932"/>
                <a:gd name="connsiteX78" fmla="*/ 759756 w 2912392"/>
                <a:gd name="connsiteY78" fmla="*/ 20641 h 500932"/>
                <a:gd name="connsiteX79" fmla="*/ 769495 w 2912392"/>
                <a:gd name="connsiteY79" fmla="*/ 18433 h 500932"/>
                <a:gd name="connsiteX80" fmla="*/ 779236 w 2912392"/>
                <a:gd name="connsiteY80" fmla="*/ 16326 h 500932"/>
                <a:gd name="connsiteX81" fmla="*/ 788977 w 2912392"/>
                <a:gd name="connsiteY81" fmla="*/ 14322 h 500932"/>
                <a:gd name="connsiteX82" fmla="*/ 798717 w 2912392"/>
                <a:gd name="connsiteY82" fmla="*/ 12430 h 500932"/>
                <a:gd name="connsiteX83" fmla="*/ 808458 w 2912392"/>
                <a:gd name="connsiteY83" fmla="*/ 10654 h 500932"/>
                <a:gd name="connsiteX84" fmla="*/ 818199 w 2912392"/>
                <a:gd name="connsiteY84" fmla="*/ 8997 h 500932"/>
                <a:gd name="connsiteX85" fmla="*/ 827938 w 2912392"/>
                <a:gd name="connsiteY85" fmla="*/ 7466 h 500932"/>
                <a:gd name="connsiteX86" fmla="*/ 837679 w 2912392"/>
                <a:gd name="connsiteY86" fmla="*/ 6065 h 500932"/>
                <a:gd name="connsiteX87" fmla="*/ 847420 w 2912392"/>
                <a:gd name="connsiteY87" fmla="*/ 4801 h 500932"/>
                <a:gd name="connsiteX88" fmla="*/ 857159 w 2912392"/>
                <a:gd name="connsiteY88" fmla="*/ 3673 h 500932"/>
                <a:gd name="connsiteX89" fmla="*/ 866900 w 2912392"/>
                <a:gd name="connsiteY89" fmla="*/ 2689 h 500932"/>
                <a:gd name="connsiteX90" fmla="*/ 876641 w 2912392"/>
                <a:gd name="connsiteY90" fmla="*/ 1853 h 500932"/>
                <a:gd name="connsiteX91" fmla="*/ 886381 w 2912392"/>
                <a:gd name="connsiteY91" fmla="*/ 1168 h 500932"/>
                <a:gd name="connsiteX92" fmla="*/ 896122 w 2912392"/>
                <a:gd name="connsiteY92" fmla="*/ 638 h 500932"/>
                <a:gd name="connsiteX93" fmla="*/ 905863 w 2912392"/>
                <a:gd name="connsiteY93" fmla="*/ 264 h 500932"/>
                <a:gd name="connsiteX94" fmla="*/ 915602 w 2912392"/>
                <a:gd name="connsiteY94" fmla="*/ 51 h 500932"/>
                <a:gd name="connsiteX95" fmla="*/ 925343 w 2912392"/>
                <a:gd name="connsiteY95" fmla="*/ 0 h 500932"/>
                <a:gd name="connsiteX96" fmla="*/ 935084 w 2912392"/>
                <a:gd name="connsiteY96" fmla="*/ 115 h 500932"/>
                <a:gd name="connsiteX97" fmla="*/ 944824 w 2912392"/>
                <a:gd name="connsiteY97" fmla="*/ 396 h 500932"/>
                <a:gd name="connsiteX98" fmla="*/ 954564 w 2912392"/>
                <a:gd name="connsiteY98" fmla="*/ 846 h 500932"/>
                <a:gd name="connsiteX99" fmla="*/ 964305 w 2912392"/>
                <a:gd name="connsiteY99" fmla="*/ 1466 h 500932"/>
                <a:gd name="connsiteX100" fmla="*/ 974045 w 2912392"/>
                <a:gd name="connsiteY100" fmla="*/ 2256 h 500932"/>
                <a:gd name="connsiteX101" fmla="*/ 983786 w 2912392"/>
                <a:gd name="connsiteY101" fmla="*/ 3215 h 500932"/>
                <a:gd name="connsiteX102" fmla="*/ 993522 w 2912392"/>
                <a:gd name="connsiteY102" fmla="*/ 4346 h 500932"/>
                <a:gd name="connsiteX103" fmla="*/ 1003266 w 2912392"/>
                <a:gd name="connsiteY103" fmla="*/ 5645 h 500932"/>
                <a:gd name="connsiteX104" fmla="*/ 1013010 w 2912392"/>
                <a:gd name="connsiteY104" fmla="*/ 7114 h 500932"/>
                <a:gd name="connsiteX105" fmla="*/ 1022754 w 2912392"/>
                <a:gd name="connsiteY105" fmla="*/ 8752 h 500932"/>
                <a:gd name="connsiteX106" fmla="*/ 1032483 w 2912392"/>
                <a:gd name="connsiteY106" fmla="*/ 10555 h 500932"/>
                <a:gd name="connsiteX107" fmla="*/ 1042227 w 2912392"/>
                <a:gd name="connsiteY107" fmla="*/ 12521 h 500932"/>
                <a:gd name="connsiteX108" fmla="*/ 1051971 w 2912392"/>
                <a:gd name="connsiteY108" fmla="*/ 14649 h 500932"/>
                <a:gd name="connsiteX109" fmla="*/ 1061715 w 2912392"/>
                <a:gd name="connsiteY109" fmla="*/ 16934 h 500932"/>
                <a:gd name="connsiteX110" fmla="*/ 1071444 w 2912392"/>
                <a:gd name="connsiteY110" fmla="*/ 19376 h 500932"/>
                <a:gd name="connsiteX111" fmla="*/ 1081188 w 2912392"/>
                <a:gd name="connsiteY111" fmla="*/ 21969 h 500932"/>
                <a:gd name="connsiteX112" fmla="*/ 1090932 w 2912392"/>
                <a:gd name="connsiteY112" fmla="*/ 24709 h 500932"/>
                <a:gd name="connsiteX113" fmla="*/ 1100676 w 2912392"/>
                <a:gd name="connsiteY113" fmla="*/ 27590 h 500932"/>
                <a:gd name="connsiteX114" fmla="*/ 1110405 w 2912392"/>
                <a:gd name="connsiteY114" fmla="*/ 30611 h 500932"/>
                <a:gd name="connsiteX115" fmla="*/ 1120149 w 2912392"/>
                <a:gd name="connsiteY115" fmla="*/ 33764 h 500932"/>
                <a:gd name="connsiteX116" fmla="*/ 1129893 w 2912392"/>
                <a:gd name="connsiteY116" fmla="*/ 37045 h 500932"/>
                <a:gd name="connsiteX117" fmla="*/ 1139637 w 2912392"/>
                <a:gd name="connsiteY117" fmla="*/ 40446 h 500932"/>
                <a:gd name="connsiteX118" fmla="*/ 1149381 w 2912392"/>
                <a:gd name="connsiteY118" fmla="*/ 43965 h 500932"/>
                <a:gd name="connsiteX119" fmla="*/ 1159110 w 2912392"/>
                <a:gd name="connsiteY119" fmla="*/ 47592 h 500932"/>
                <a:gd name="connsiteX120" fmla="*/ 1168854 w 2912392"/>
                <a:gd name="connsiteY120" fmla="*/ 51323 h 500932"/>
                <a:gd name="connsiteX121" fmla="*/ 1178598 w 2912392"/>
                <a:gd name="connsiteY121" fmla="*/ 55149 h 500932"/>
                <a:gd name="connsiteX122" fmla="*/ 1188341 w 2912392"/>
                <a:gd name="connsiteY122" fmla="*/ 59064 h 500932"/>
                <a:gd name="connsiteX123" fmla="*/ 1198070 w 2912392"/>
                <a:gd name="connsiteY123" fmla="*/ 63063 h 500932"/>
                <a:gd name="connsiteX124" fmla="*/ 1207814 w 2912392"/>
                <a:gd name="connsiteY124" fmla="*/ 67136 h 500932"/>
                <a:gd name="connsiteX125" fmla="*/ 1217558 w 2912392"/>
                <a:gd name="connsiteY125" fmla="*/ 71277 h 500932"/>
                <a:gd name="connsiteX126" fmla="*/ 1227302 w 2912392"/>
                <a:gd name="connsiteY126" fmla="*/ 75480 h 500932"/>
                <a:gd name="connsiteX127" fmla="*/ 1237031 w 2912392"/>
                <a:gd name="connsiteY127" fmla="*/ 79735 h 500932"/>
                <a:gd name="connsiteX128" fmla="*/ 1246775 w 2912392"/>
                <a:gd name="connsiteY128" fmla="*/ 84038 h 500932"/>
                <a:gd name="connsiteX129" fmla="*/ 1256519 w 2912392"/>
                <a:gd name="connsiteY129" fmla="*/ 88378 h 500932"/>
                <a:gd name="connsiteX130" fmla="*/ 1266263 w 2912392"/>
                <a:gd name="connsiteY130" fmla="*/ 92751 h 500932"/>
                <a:gd name="connsiteX131" fmla="*/ 1276007 w 2912392"/>
                <a:gd name="connsiteY131" fmla="*/ 97147 h 500932"/>
                <a:gd name="connsiteX132" fmla="*/ 1285736 w 2912392"/>
                <a:gd name="connsiteY132" fmla="*/ 101563 h 500932"/>
                <a:gd name="connsiteX133" fmla="*/ 1295480 w 2912392"/>
                <a:gd name="connsiteY133" fmla="*/ 105988 h 500932"/>
                <a:gd name="connsiteX134" fmla="*/ 1305224 w 2912392"/>
                <a:gd name="connsiteY134" fmla="*/ 110418 h 500932"/>
                <a:gd name="connsiteX135" fmla="*/ 1314968 w 2912392"/>
                <a:gd name="connsiteY135" fmla="*/ 114846 h 500932"/>
                <a:gd name="connsiteX136" fmla="*/ 1324697 w 2912392"/>
                <a:gd name="connsiteY136" fmla="*/ 119263 h 500932"/>
                <a:gd name="connsiteX137" fmla="*/ 1334441 w 2912392"/>
                <a:gd name="connsiteY137" fmla="*/ 123668 h 500932"/>
                <a:gd name="connsiteX138" fmla="*/ 1344185 w 2912392"/>
                <a:gd name="connsiteY138" fmla="*/ 128051 h 500932"/>
                <a:gd name="connsiteX139" fmla="*/ 1353929 w 2912392"/>
                <a:gd name="connsiteY139" fmla="*/ 132409 h 500932"/>
                <a:gd name="connsiteX140" fmla="*/ 1363658 w 2912392"/>
                <a:gd name="connsiteY140" fmla="*/ 136735 h 500932"/>
                <a:gd name="connsiteX141" fmla="*/ 1373402 w 2912392"/>
                <a:gd name="connsiteY141" fmla="*/ 141026 h 500932"/>
                <a:gd name="connsiteX142" fmla="*/ 1383146 w 2912392"/>
                <a:gd name="connsiteY142" fmla="*/ 145277 h 500932"/>
                <a:gd name="connsiteX143" fmla="*/ 1392890 w 2912392"/>
                <a:gd name="connsiteY143" fmla="*/ 149485 h 500932"/>
                <a:gd name="connsiteX144" fmla="*/ 1402619 w 2912392"/>
                <a:gd name="connsiteY144" fmla="*/ 153643 h 500932"/>
                <a:gd name="connsiteX145" fmla="*/ 1412363 w 2912392"/>
                <a:gd name="connsiteY145" fmla="*/ 157749 h 500932"/>
                <a:gd name="connsiteX146" fmla="*/ 1422106 w 2912392"/>
                <a:gd name="connsiteY146" fmla="*/ 161803 h 500932"/>
                <a:gd name="connsiteX147" fmla="*/ 1431850 w 2912392"/>
                <a:gd name="connsiteY147" fmla="*/ 165799 h 500932"/>
                <a:gd name="connsiteX148" fmla="*/ 1441594 w 2912392"/>
                <a:gd name="connsiteY148" fmla="*/ 169735 h 500932"/>
                <a:gd name="connsiteX149" fmla="*/ 1451323 w 2912392"/>
                <a:gd name="connsiteY149" fmla="*/ 173612 h 500932"/>
                <a:gd name="connsiteX150" fmla="*/ 1461067 w 2912392"/>
                <a:gd name="connsiteY150" fmla="*/ 177426 h 500932"/>
                <a:gd name="connsiteX151" fmla="*/ 1470811 w 2912392"/>
                <a:gd name="connsiteY151" fmla="*/ 181178 h 500932"/>
                <a:gd name="connsiteX152" fmla="*/ 1480555 w 2912392"/>
                <a:gd name="connsiteY152" fmla="*/ 184865 h 500932"/>
                <a:gd name="connsiteX153" fmla="*/ 1490284 w 2912392"/>
                <a:gd name="connsiteY153" fmla="*/ 188489 h 500932"/>
                <a:gd name="connsiteX154" fmla="*/ 1500028 w 2912392"/>
                <a:gd name="connsiteY154" fmla="*/ 192048 h 500932"/>
                <a:gd name="connsiteX155" fmla="*/ 1509772 w 2912392"/>
                <a:gd name="connsiteY155" fmla="*/ 195545 h 500932"/>
                <a:gd name="connsiteX156" fmla="*/ 1519516 w 2912392"/>
                <a:gd name="connsiteY156" fmla="*/ 198980 h 500932"/>
                <a:gd name="connsiteX157" fmla="*/ 1529245 w 2912392"/>
                <a:gd name="connsiteY157" fmla="*/ 202354 h 500932"/>
                <a:gd name="connsiteX158" fmla="*/ 1538989 w 2912392"/>
                <a:gd name="connsiteY158" fmla="*/ 205669 h 500932"/>
                <a:gd name="connsiteX159" fmla="*/ 1548733 w 2912392"/>
                <a:gd name="connsiteY159" fmla="*/ 208924 h 500932"/>
                <a:gd name="connsiteX160" fmla="*/ 1558477 w 2912392"/>
                <a:gd name="connsiteY160" fmla="*/ 212126 h 500932"/>
                <a:gd name="connsiteX161" fmla="*/ 1568221 w 2912392"/>
                <a:gd name="connsiteY161" fmla="*/ 215272 h 500932"/>
                <a:gd name="connsiteX162" fmla="*/ 1577950 w 2912392"/>
                <a:gd name="connsiteY162" fmla="*/ 218370 h 500932"/>
                <a:gd name="connsiteX163" fmla="*/ 1587694 w 2912392"/>
                <a:gd name="connsiteY163" fmla="*/ 221418 h 500932"/>
                <a:gd name="connsiteX164" fmla="*/ 1597438 w 2912392"/>
                <a:gd name="connsiteY164" fmla="*/ 224422 h 500932"/>
                <a:gd name="connsiteX165" fmla="*/ 1607182 w 2912392"/>
                <a:gd name="connsiteY165" fmla="*/ 227384 h 500932"/>
                <a:gd name="connsiteX166" fmla="*/ 1616911 w 2912392"/>
                <a:gd name="connsiteY166" fmla="*/ 230305 h 500932"/>
                <a:gd name="connsiteX167" fmla="*/ 1626655 w 2912392"/>
                <a:gd name="connsiteY167" fmla="*/ 233193 h 500932"/>
                <a:gd name="connsiteX168" fmla="*/ 1636399 w 2912392"/>
                <a:gd name="connsiteY168" fmla="*/ 236048 h 500932"/>
                <a:gd name="connsiteX169" fmla="*/ 1646142 w 2912392"/>
                <a:gd name="connsiteY169" fmla="*/ 238872 h 500932"/>
                <a:gd name="connsiteX170" fmla="*/ 1655872 w 2912392"/>
                <a:gd name="connsiteY170" fmla="*/ 241672 h 500932"/>
                <a:gd name="connsiteX171" fmla="*/ 1665616 w 2912392"/>
                <a:gd name="connsiteY171" fmla="*/ 244449 h 500932"/>
                <a:gd name="connsiteX172" fmla="*/ 1675359 w 2912392"/>
                <a:gd name="connsiteY172" fmla="*/ 247205 h 500932"/>
                <a:gd name="connsiteX173" fmla="*/ 1685103 w 2912392"/>
                <a:gd name="connsiteY173" fmla="*/ 249947 h 500932"/>
                <a:gd name="connsiteX174" fmla="*/ 1694832 w 2912392"/>
                <a:gd name="connsiteY174" fmla="*/ 252675 h 500932"/>
                <a:gd name="connsiteX175" fmla="*/ 1704576 w 2912392"/>
                <a:gd name="connsiteY175" fmla="*/ 255392 h 500932"/>
                <a:gd name="connsiteX176" fmla="*/ 1714320 w 2912392"/>
                <a:gd name="connsiteY176" fmla="*/ 258103 h 500932"/>
                <a:gd name="connsiteX177" fmla="*/ 1724064 w 2912392"/>
                <a:gd name="connsiteY177" fmla="*/ 260808 h 500932"/>
                <a:gd name="connsiteX178" fmla="*/ 1733808 w 2912392"/>
                <a:gd name="connsiteY178" fmla="*/ 263511 h 500932"/>
                <a:gd name="connsiteX179" fmla="*/ 1743537 w 2912392"/>
                <a:gd name="connsiteY179" fmla="*/ 266212 h 500932"/>
                <a:gd name="connsiteX180" fmla="*/ 1753281 w 2912392"/>
                <a:gd name="connsiteY180" fmla="*/ 268915 h 500932"/>
                <a:gd name="connsiteX181" fmla="*/ 1763025 w 2912392"/>
                <a:gd name="connsiteY181" fmla="*/ 271620 h 500932"/>
                <a:gd name="connsiteX182" fmla="*/ 1772769 w 2912392"/>
                <a:gd name="connsiteY182" fmla="*/ 274329 h 500932"/>
                <a:gd name="connsiteX183" fmla="*/ 1782498 w 2912392"/>
                <a:gd name="connsiteY183" fmla="*/ 277042 h 500932"/>
                <a:gd name="connsiteX184" fmla="*/ 1792242 w 2912392"/>
                <a:gd name="connsiteY184" fmla="*/ 279761 h 500932"/>
                <a:gd name="connsiteX185" fmla="*/ 1801986 w 2912392"/>
                <a:gd name="connsiteY185" fmla="*/ 282486 h 500932"/>
                <a:gd name="connsiteX186" fmla="*/ 1811730 w 2912392"/>
                <a:gd name="connsiteY186" fmla="*/ 285217 h 500932"/>
                <a:gd name="connsiteX187" fmla="*/ 1821459 w 2912392"/>
                <a:gd name="connsiteY187" fmla="*/ 287954 h 500932"/>
                <a:gd name="connsiteX188" fmla="*/ 1831203 w 2912392"/>
                <a:gd name="connsiteY188" fmla="*/ 290694 h 500932"/>
                <a:gd name="connsiteX189" fmla="*/ 1840947 w 2912392"/>
                <a:gd name="connsiteY189" fmla="*/ 293440 h 500932"/>
                <a:gd name="connsiteX190" fmla="*/ 1850691 w 2912392"/>
                <a:gd name="connsiteY190" fmla="*/ 296186 h 500932"/>
                <a:gd name="connsiteX191" fmla="*/ 1860435 w 2912392"/>
                <a:gd name="connsiteY191" fmla="*/ 298933 h 500932"/>
                <a:gd name="connsiteX192" fmla="*/ 1870164 w 2912392"/>
                <a:gd name="connsiteY192" fmla="*/ 301681 h 500932"/>
                <a:gd name="connsiteX193" fmla="*/ 1879908 w 2912392"/>
                <a:gd name="connsiteY193" fmla="*/ 304422 h 500932"/>
                <a:gd name="connsiteX194" fmla="*/ 1889652 w 2912392"/>
                <a:gd name="connsiteY194" fmla="*/ 307157 h 500932"/>
                <a:gd name="connsiteX195" fmla="*/ 1899395 w 2912392"/>
                <a:gd name="connsiteY195" fmla="*/ 309884 h 500932"/>
                <a:gd name="connsiteX196" fmla="*/ 1909124 w 2912392"/>
                <a:gd name="connsiteY196" fmla="*/ 312599 h 500932"/>
                <a:gd name="connsiteX197" fmla="*/ 1918868 w 2912392"/>
                <a:gd name="connsiteY197" fmla="*/ 315297 h 500932"/>
                <a:gd name="connsiteX198" fmla="*/ 1928612 w 2912392"/>
                <a:gd name="connsiteY198" fmla="*/ 317974 h 500932"/>
                <a:gd name="connsiteX199" fmla="*/ 1938356 w 2912392"/>
                <a:gd name="connsiteY199" fmla="*/ 320629 h 500932"/>
                <a:gd name="connsiteX200" fmla="*/ 1948085 w 2912392"/>
                <a:gd name="connsiteY200" fmla="*/ 323256 h 500932"/>
                <a:gd name="connsiteX201" fmla="*/ 1957829 w 2912392"/>
                <a:gd name="connsiteY201" fmla="*/ 325850 h 500932"/>
                <a:gd name="connsiteX202" fmla="*/ 1967573 w 2912392"/>
                <a:gd name="connsiteY202" fmla="*/ 328408 h 500932"/>
                <a:gd name="connsiteX203" fmla="*/ 1977317 w 2912392"/>
                <a:gd name="connsiteY203" fmla="*/ 330924 h 500932"/>
                <a:gd name="connsiteX204" fmla="*/ 1987046 w 2912392"/>
                <a:gd name="connsiteY204" fmla="*/ 333395 h 500932"/>
                <a:gd name="connsiteX205" fmla="*/ 1996790 w 2912392"/>
                <a:gd name="connsiteY205" fmla="*/ 335816 h 500932"/>
                <a:gd name="connsiteX206" fmla="*/ 2006534 w 2912392"/>
                <a:gd name="connsiteY206" fmla="*/ 338180 h 500932"/>
                <a:gd name="connsiteX207" fmla="*/ 2016278 w 2912392"/>
                <a:gd name="connsiteY207" fmla="*/ 340485 h 500932"/>
                <a:gd name="connsiteX208" fmla="*/ 2026022 w 2912392"/>
                <a:gd name="connsiteY208" fmla="*/ 342724 h 500932"/>
                <a:gd name="connsiteX209" fmla="*/ 2035751 w 2912392"/>
                <a:gd name="connsiteY209" fmla="*/ 344894 h 500932"/>
                <a:gd name="connsiteX210" fmla="*/ 2045495 w 2912392"/>
                <a:gd name="connsiteY210" fmla="*/ 346990 h 500932"/>
                <a:gd name="connsiteX211" fmla="*/ 2055239 w 2912392"/>
                <a:gd name="connsiteY211" fmla="*/ 349007 h 500932"/>
                <a:gd name="connsiteX212" fmla="*/ 2064983 w 2912392"/>
                <a:gd name="connsiteY212" fmla="*/ 350941 h 500932"/>
                <a:gd name="connsiteX213" fmla="*/ 2074712 w 2912392"/>
                <a:gd name="connsiteY213" fmla="*/ 352787 h 500932"/>
                <a:gd name="connsiteX214" fmla="*/ 2084456 w 2912392"/>
                <a:gd name="connsiteY214" fmla="*/ 354544 h 500932"/>
                <a:gd name="connsiteX215" fmla="*/ 2094200 w 2912392"/>
                <a:gd name="connsiteY215" fmla="*/ 356205 h 500932"/>
                <a:gd name="connsiteX216" fmla="*/ 2103944 w 2912392"/>
                <a:gd name="connsiteY216" fmla="*/ 357768 h 500932"/>
                <a:gd name="connsiteX217" fmla="*/ 2113673 w 2912392"/>
                <a:gd name="connsiteY217" fmla="*/ 359229 h 500932"/>
                <a:gd name="connsiteX218" fmla="*/ 2123417 w 2912392"/>
                <a:gd name="connsiteY218" fmla="*/ 360587 h 500932"/>
                <a:gd name="connsiteX219" fmla="*/ 2133161 w 2912392"/>
                <a:gd name="connsiteY219" fmla="*/ 361838 h 500932"/>
                <a:gd name="connsiteX220" fmla="*/ 2142905 w 2912392"/>
                <a:gd name="connsiteY220" fmla="*/ 362979 h 500932"/>
                <a:gd name="connsiteX221" fmla="*/ 2152649 w 2912392"/>
                <a:gd name="connsiteY221" fmla="*/ 364012 h 500932"/>
                <a:gd name="connsiteX222" fmla="*/ 2162377 w 2912392"/>
                <a:gd name="connsiteY222" fmla="*/ 364934 h 500932"/>
                <a:gd name="connsiteX223" fmla="*/ 2172121 w 2912392"/>
                <a:gd name="connsiteY223" fmla="*/ 365742 h 500932"/>
                <a:gd name="connsiteX224" fmla="*/ 2181865 w 2912392"/>
                <a:gd name="connsiteY224" fmla="*/ 366439 h 500932"/>
                <a:gd name="connsiteX225" fmla="*/ 2191609 w 2912392"/>
                <a:gd name="connsiteY225" fmla="*/ 367022 h 500932"/>
                <a:gd name="connsiteX226" fmla="*/ 2201338 w 2912392"/>
                <a:gd name="connsiteY226" fmla="*/ 367494 h 500932"/>
                <a:gd name="connsiteX227" fmla="*/ 2211082 w 2912392"/>
                <a:gd name="connsiteY227" fmla="*/ 367854 h 500932"/>
                <a:gd name="connsiteX228" fmla="*/ 2220826 w 2912392"/>
                <a:gd name="connsiteY228" fmla="*/ 368106 h 500932"/>
                <a:gd name="connsiteX229" fmla="*/ 2230570 w 2912392"/>
                <a:gd name="connsiteY229" fmla="*/ 368249 h 500932"/>
                <a:gd name="connsiteX230" fmla="*/ 2240299 w 2912392"/>
                <a:gd name="connsiteY230" fmla="*/ 368289 h 500932"/>
                <a:gd name="connsiteX231" fmla="*/ 2250043 w 2912392"/>
                <a:gd name="connsiteY231" fmla="*/ 368225 h 500932"/>
                <a:gd name="connsiteX232" fmla="*/ 2259787 w 2912392"/>
                <a:gd name="connsiteY232" fmla="*/ 368065 h 500932"/>
                <a:gd name="connsiteX233" fmla="*/ 2269531 w 2912392"/>
                <a:gd name="connsiteY233" fmla="*/ 367810 h 500932"/>
                <a:gd name="connsiteX234" fmla="*/ 2279260 w 2912392"/>
                <a:gd name="connsiteY234" fmla="*/ 367466 h 500932"/>
                <a:gd name="connsiteX235" fmla="*/ 2289004 w 2912392"/>
                <a:gd name="connsiteY235" fmla="*/ 367036 h 500932"/>
                <a:gd name="connsiteX236" fmla="*/ 2298748 w 2912392"/>
                <a:gd name="connsiteY236" fmla="*/ 366527 h 500932"/>
                <a:gd name="connsiteX237" fmla="*/ 2308492 w 2912392"/>
                <a:gd name="connsiteY237" fmla="*/ 365944 h 500932"/>
                <a:gd name="connsiteX238" fmla="*/ 2318236 w 2912392"/>
                <a:gd name="connsiteY238" fmla="*/ 365295 h 500932"/>
                <a:gd name="connsiteX239" fmla="*/ 2327965 w 2912392"/>
                <a:gd name="connsiteY239" fmla="*/ 364586 h 500932"/>
                <a:gd name="connsiteX240" fmla="*/ 2337709 w 2912392"/>
                <a:gd name="connsiteY240" fmla="*/ 363823 h 500932"/>
                <a:gd name="connsiteX241" fmla="*/ 2347453 w 2912392"/>
                <a:gd name="connsiteY241" fmla="*/ 363014 h 500932"/>
                <a:gd name="connsiteX242" fmla="*/ 2357197 w 2912392"/>
                <a:gd name="connsiteY242" fmla="*/ 362167 h 500932"/>
                <a:gd name="connsiteX243" fmla="*/ 2366926 w 2912392"/>
                <a:gd name="connsiteY243" fmla="*/ 361291 h 500932"/>
                <a:gd name="connsiteX244" fmla="*/ 2376670 w 2912392"/>
                <a:gd name="connsiteY244" fmla="*/ 360394 h 500932"/>
                <a:gd name="connsiteX245" fmla="*/ 2386413 w 2912392"/>
                <a:gd name="connsiteY245" fmla="*/ 359486 h 500932"/>
                <a:gd name="connsiteX246" fmla="*/ 2396157 w 2912392"/>
                <a:gd name="connsiteY246" fmla="*/ 358574 h 500932"/>
                <a:gd name="connsiteX247" fmla="*/ 2405886 w 2912392"/>
                <a:gd name="connsiteY247" fmla="*/ 357668 h 500932"/>
                <a:gd name="connsiteX248" fmla="*/ 2415630 w 2912392"/>
                <a:gd name="connsiteY248" fmla="*/ 356777 h 500932"/>
                <a:gd name="connsiteX249" fmla="*/ 2425374 w 2912392"/>
                <a:gd name="connsiteY249" fmla="*/ 355911 h 500932"/>
                <a:gd name="connsiteX250" fmla="*/ 2435118 w 2912392"/>
                <a:gd name="connsiteY250" fmla="*/ 355080 h 500932"/>
                <a:gd name="connsiteX251" fmla="*/ 2444862 w 2912392"/>
                <a:gd name="connsiteY251" fmla="*/ 354295 h 500932"/>
                <a:gd name="connsiteX252" fmla="*/ 2454591 w 2912392"/>
                <a:gd name="connsiteY252" fmla="*/ 353562 h 500932"/>
                <a:gd name="connsiteX253" fmla="*/ 2464335 w 2912392"/>
                <a:gd name="connsiteY253" fmla="*/ 352894 h 500932"/>
                <a:gd name="connsiteX254" fmla="*/ 2474079 w 2912392"/>
                <a:gd name="connsiteY254" fmla="*/ 352301 h 500932"/>
                <a:gd name="connsiteX255" fmla="*/ 2483823 w 2912392"/>
                <a:gd name="connsiteY255" fmla="*/ 351792 h 500932"/>
                <a:gd name="connsiteX256" fmla="*/ 2493552 w 2912392"/>
                <a:gd name="connsiteY256" fmla="*/ 351376 h 500932"/>
                <a:gd name="connsiteX257" fmla="*/ 2503296 w 2912392"/>
                <a:gd name="connsiteY257" fmla="*/ 351063 h 500932"/>
                <a:gd name="connsiteX258" fmla="*/ 2513040 w 2912392"/>
                <a:gd name="connsiteY258" fmla="*/ 350864 h 500932"/>
                <a:gd name="connsiteX259" fmla="*/ 2522784 w 2912392"/>
                <a:gd name="connsiteY259" fmla="*/ 350785 h 500932"/>
                <a:gd name="connsiteX260" fmla="*/ 2532513 w 2912392"/>
                <a:gd name="connsiteY260" fmla="*/ 350837 h 500932"/>
                <a:gd name="connsiteX261" fmla="*/ 2542257 w 2912392"/>
                <a:gd name="connsiteY261" fmla="*/ 351029 h 500932"/>
                <a:gd name="connsiteX262" fmla="*/ 2552001 w 2912392"/>
                <a:gd name="connsiteY262" fmla="*/ 351369 h 500932"/>
                <a:gd name="connsiteX263" fmla="*/ 2561745 w 2912392"/>
                <a:gd name="connsiteY263" fmla="*/ 351865 h 500932"/>
                <a:gd name="connsiteX264" fmla="*/ 2571474 w 2912392"/>
                <a:gd name="connsiteY264" fmla="*/ 352525 h 500932"/>
                <a:gd name="connsiteX265" fmla="*/ 2581218 w 2912392"/>
                <a:gd name="connsiteY265" fmla="*/ 353355 h 500932"/>
                <a:gd name="connsiteX266" fmla="*/ 2590962 w 2912392"/>
                <a:gd name="connsiteY266" fmla="*/ 354363 h 500932"/>
                <a:gd name="connsiteX267" fmla="*/ 2600705 w 2912392"/>
                <a:gd name="connsiteY267" fmla="*/ 355557 h 500932"/>
                <a:gd name="connsiteX268" fmla="*/ 2610449 w 2912392"/>
                <a:gd name="connsiteY268" fmla="*/ 356941 h 500932"/>
                <a:gd name="connsiteX269" fmla="*/ 2620178 w 2912392"/>
                <a:gd name="connsiteY269" fmla="*/ 358522 h 500932"/>
                <a:gd name="connsiteX270" fmla="*/ 2629922 w 2912392"/>
                <a:gd name="connsiteY270" fmla="*/ 360304 h 500932"/>
                <a:gd name="connsiteX271" fmla="*/ 2639666 w 2912392"/>
                <a:gd name="connsiteY271" fmla="*/ 362291 h 500932"/>
                <a:gd name="connsiteX272" fmla="*/ 2649410 w 2912392"/>
                <a:gd name="connsiteY272" fmla="*/ 364487 h 500932"/>
                <a:gd name="connsiteX273" fmla="*/ 2659139 w 2912392"/>
                <a:gd name="connsiteY273" fmla="*/ 366898 h 500932"/>
                <a:gd name="connsiteX274" fmla="*/ 2668883 w 2912392"/>
                <a:gd name="connsiteY274" fmla="*/ 369525 h 500932"/>
                <a:gd name="connsiteX275" fmla="*/ 2678627 w 2912392"/>
                <a:gd name="connsiteY275" fmla="*/ 372369 h 500932"/>
                <a:gd name="connsiteX276" fmla="*/ 2688371 w 2912392"/>
                <a:gd name="connsiteY276" fmla="*/ 375432 h 500932"/>
                <a:gd name="connsiteX277" fmla="*/ 2698100 w 2912392"/>
                <a:gd name="connsiteY277" fmla="*/ 378717 h 500932"/>
                <a:gd name="connsiteX278" fmla="*/ 2707844 w 2912392"/>
                <a:gd name="connsiteY278" fmla="*/ 382223 h 500932"/>
                <a:gd name="connsiteX279" fmla="*/ 2717588 w 2912392"/>
                <a:gd name="connsiteY279" fmla="*/ 385949 h 500932"/>
                <a:gd name="connsiteX280" fmla="*/ 2727332 w 2912392"/>
                <a:gd name="connsiteY280" fmla="*/ 389896 h 500932"/>
                <a:gd name="connsiteX281" fmla="*/ 2737076 w 2912392"/>
                <a:gd name="connsiteY281" fmla="*/ 394060 h 500932"/>
                <a:gd name="connsiteX282" fmla="*/ 2746805 w 2912392"/>
                <a:gd name="connsiteY282" fmla="*/ 398441 h 500932"/>
                <a:gd name="connsiteX283" fmla="*/ 2756549 w 2912392"/>
                <a:gd name="connsiteY283" fmla="*/ 403035 h 500932"/>
                <a:gd name="connsiteX284" fmla="*/ 2766293 w 2912392"/>
                <a:gd name="connsiteY284" fmla="*/ 407839 h 500932"/>
                <a:gd name="connsiteX285" fmla="*/ 2776037 w 2912392"/>
                <a:gd name="connsiteY285" fmla="*/ 412849 h 500932"/>
                <a:gd name="connsiteX286" fmla="*/ 2785766 w 2912392"/>
                <a:gd name="connsiteY286" fmla="*/ 418059 h 500932"/>
                <a:gd name="connsiteX287" fmla="*/ 2795510 w 2912392"/>
                <a:gd name="connsiteY287" fmla="*/ 423466 h 500932"/>
                <a:gd name="connsiteX288" fmla="*/ 2805254 w 2912392"/>
                <a:gd name="connsiteY288" fmla="*/ 429062 h 500932"/>
                <a:gd name="connsiteX289" fmla="*/ 2814998 w 2912392"/>
                <a:gd name="connsiteY289" fmla="*/ 434843 h 500932"/>
                <a:gd name="connsiteX290" fmla="*/ 2824727 w 2912392"/>
                <a:gd name="connsiteY290" fmla="*/ 440798 h 500932"/>
                <a:gd name="connsiteX291" fmla="*/ 2834471 w 2912392"/>
                <a:gd name="connsiteY291" fmla="*/ 446925 h 500932"/>
                <a:gd name="connsiteX292" fmla="*/ 2844215 w 2912392"/>
                <a:gd name="connsiteY292" fmla="*/ 453209 h 500932"/>
                <a:gd name="connsiteX293" fmla="*/ 2853958 w 2912392"/>
                <a:gd name="connsiteY293" fmla="*/ 459647 h 500932"/>
                <a:gd name="connsiteX294" fmla="*/ 2863687 w 2912392"/>
                <a:gd name="connsiteY294" fmla="*/ 466229 h 500932"/>
                <a:gd name="connsiteX295" fmla="*/ 2873431 w 2912392"/>
                <a:gd name="connsiteY295" fmla="*/ 472943 h 500932"/>
                <a:gd name="connsiteX296" fmla="*/ 2883175 w 2912392"/>
                <a:gd name="connsiteY296" fmla="*/ 479781 h 500932"/>
                <a:gd name="connsiteX297" fmla="*/ 2892919 w 2912392"/>
                <a:gd name="connsiteY297" fmla="*/ 486733 h 500932"/>
                <a:gd name="connsiteX298" fmla="*/ 2902663 w 2912392"/>
                <a:gd name="connsiteY298" fmla="*/ 493787 h 500932"/>
                <a:gd name="connsiteX299" fmla="*/ 2912392 w 2912392"/>
                <a:gd name="connsiteY299" fmla="*/ 500932 h 500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00932">
                  <a:moveTo>
                    <a:pt x="0" y="164462"/>
                  </a:moveTo>
                  <a:lnTo>
                    <a:pt x="9739" y="164716"/>
                  </a:lnTo>
                  <a:lnTo>
                    <a:pt x="19480" y="164944"/>
                  </a:lnTo>
                  <a:lnTo>
                    <a:pt x="29221" y="165142"/>
                  </a:lnTo>
                  <a:lnTo>
                    <a:pt x="38961" y="165307"/>
                  </a:lnTo>
                  <a:lnTo>
                    <a:pt x="48702" y="165435"/>
                  </a:lnTo>
                  <a:lnTo>
                    <a:pt x="58443" y="165522"/>
                  </a:lnTo>
                  <a:lnTo>
                    <a:pt x="68182" y="165565"/>
                  </a:lnTo>
                  <a:lnTo>
                    <a:pt x="77923" y="165560"/>
                  </a:lnTo>
                  <a:lnTo>
                    <a:pt x="87664" y="165504"/>
                  </a:lnTo>
                  <a:lnTo>
                    <a:pt x="97404" y="165392"/>
                  </a:lnTo>
                  <a:lnTo>
                    <a:pt x="107145" y="165224"/>
                  </a:lnTo>
                  <a:lnTo>
                    <a:pt x="116886" y="164994"/>
                  </a:lnTo>
                  <a:lnTo>
                    <a:pt x="126625" y="164702"/>
                  </a:lnTo>
                  <a:lnTo>
                    <a:pt x="136366" y="164345"/>
                  </a:lnTo>
                  <a:lnTo>
                    <a:pt x="146107" y="163920"/>
                  </a:lnTo>
                  <a:lnTo>
                    <a:pt x="155846" y="163424"/>
                  </a:lnTo>
                  <a:lnTo>
                    <a:pt x="165587" y="162855"/>
                  </a:lnTo>
                  <a:lnTo>
                    <a:pt x="175328" y="162213"/>
                  </a:lnTo>
                  <a:lnTo>
                    <a:pt x="185068" y="161495"/>
                  </a:lnTo>
                  <a:lnTo>
                    <a:pt x="194809" y="160699"/>
                  </a:lnTo>
                  <a:lnTo>
                    <a:pt x="204550" y="159824"/>
                  </a:lnTo>
                  <a:lnTo>
                    <a:pt x="214289" y="158872"/>
                  </a:lnTo>
                  <a:lnTo>
                    <a:pt x="224030" y="157838"/>
                  </a:lnTo>
                  <a:lnTo>
                    <a:pt x="233771" y="156724"/>
                  </a:lnTo>
                  <a:lnTo>
                    <a:pt x="243510" y="155529"/>
                  </a:lnTo>
                  <a:lnTo>
                    <a:pt x="253251" y="154252"/>
                  </a:lnTo>
                  <a:lnTo>
                    <a:pt x="262992" y="152895"/>
                  </a:lnTo>
                  <a:lnTo>
                    <a:pt x="272732" y="151454"/>
                  </a:lnTo>
                  <a:lnTo>
                    <a:pt x="282473" y="149934"/>
                  </a:lnTo>
                  <a:lnTo>
                    <a:pt x="292214" y="148333"/>
                  </a:lnTo>
                  <a:lnTo>
                    <a:pt x="301953" y="146652"/>
                  </a:lnTo>
                  <a:lnTo>
                    <a:pt x="311694" y="144891"/>
                  </a:lnTo>
                  <a:lnTo>
                    <a:pt x="321435" y="143054"/>
                  </a:lnTo>
                  <a:lnTo>
                    <a:pt x="331175" y="141138"/>
                  </a:lnTo>
                  <a:lnTo>
                    <a:pt x="340916" y="139148"/>
                  </a:lnTo>
                  <a:lnTo>
                    <a:pt x="350656" y="137083"/>
                  </a:lnTo>
                  <a:lnTo>
                    <a:pt x="360396" y="134946"/>
                  </a:lnTo>
                  <a:lnTo>
                    <a:pt x="370137" y="132738"/>
                  </a:lnTo>
                  <a:lnTo>
                    <a:pt x="379878" y="130460"/>
                  </a:lnTo>
                  <a:lnTo>
                    <a:pt x="389617" y="128116"/>
                  </a:lnTo>
                  <a:lnTo>
                    <a:pt x="399358" y="125707"/>
                  </a:lnTo>
                  <a:lnTo>
                    <a:pt x="409099" y="123236"/>
                  </a:lnTo>
                  <a:lnTo>
                    <a:pt x="418839" y="120704"/>
                  </a:lnTo>
                  <a:lnTo>
                    <a:pt x="428580" y="118113"/>
                  </a:lnTo>
                  <a:lnTo>
                    <a:pt x="438321" y="115469"/>
                  </a:lnTo>
                  <a:lnTo>
                    <a:pt x="448060" y="112770"/>
                  </a:lnTo>
                  <a:lnTo>
                    <a:pt x="457801" y="110023"/>
                  </a:lnTo>
                  <a:lnTo>
                    <a:pt x="467542" y="107229"/>
                  </a:lnTo>
                  <a:lnTo>
                    <a:pt x="477281" y="104391"/>
                  </a:lnTo>
                  <a:lnTo>
                    <a:pt x="487022" y="101513"/>
                  </a:lnTo>
                  <a:lnTo>
                    <a:pt x="496763" y="98597"/>
                  </a:lnTo>
                  <a:lnTo>
                    <a:pt x="506503" y="95647"/>
                  </a:lnTo>
                  <a:lnTo>
                    <a:pt x="516244" y="92666"/>
                  </a:lnTo>
                  <a:lnTo>
                    <a:pt x="525985" y="89659"/>
                  </a:lnTo>
                  <a:lnTo>
                    <a:pt x="535724" y="86627"/>
                  </a:lnTo>
                  <a:lnTo>
                    <a:pt x="545465" y="83577"/>
                  </a:lnTo>
                  <a:lnTo>
                    <a:pt x="555206" y="80513"/>
                  </a:lnTo>
                  <a:lnTo>
                    <a:pt x="564946" y="77435"/>
                  </a:lnTo>
                  <a:lnTo>
                    <a:pt x="574687" y="74350"/>
                  </a:lnTo>
                  <a:lnTo>
                    <a:pt x="584428" y="71263"/>
                  </a:lnTo>
                  <a:lnTo>
                    <a:pt x="594167" y="68176"/>
                  </a:lnTo>
                  <a:lnTo>
                    <a:pt x="603908" y="65097"/>
                  </a:lnTo>
                  <a:lnTo>
                    <a:pt x="613649" y="62026"/>
                  </a:lnTo>
                  <a:lnTo>
                    <a:pt x="623388" y="58972"/>
                  </a:lnTo>
                  <a:lnTo>
                    <a:pt x="633129" y="55937"/>
                  </a:lnTo>
                  <a:lnTo>
                    <a:pt x="642870" y="52927"/>
                  </a:lnTo>
                  <a:lnTo>
                    <a:pt x="652610" y="49947"/>
                  </a:lnTo>
                  <a:lnTo>
                    <a:pt x="662351" y="47002"/>
                  </a:lnTo>
                  <a:lnTo>
                    <a:pt x="672092" y="44097"/>
                  </a:lnTo>
                  <a:lnTo>
                    <a:pt x="681831" y="41237"/>
                  </a:lnTo>
                  <a:lnTo>
                    <a:pt x="691572" y="38429"/>
                  </a:lnTo>
                  <a:lnTo>
                    <a:pt x="701313" y="35676"/>
                  </a:lnTo>
                  <a:lnTo>
                    <a:pt x="711052" y="32983"/>
                  </a:lnTo>
                  <a:lnTo>
                    <a:pt x="720793" y="30360"/>
                  </a:lnTo>
                  <a:lnTo>
                    <a:pt x="730534" y="27807"/>
                  </a:lnTo>
                  <a:lnTo>
                    <a:pt x="740274" y="25333"/>
                  </a:lnTo>
                  <a:lnTo>
                    <a:pt x="750015" y="22943"/>
                  </a:lnTo>
                  <a:lnTo>
                    <a:pt x="759756" y="20641"/>
                  </a:lnTo>
                  <a:lnTo>
                    <a:pt x="769495" y="18433"/>
                  </a:lnTo>
                  <a:lnTo>
                    <a:pt x="779236" y="16326"/>
                  </a:lnTo>
                  <a:lnTo>
                    <a:pt x="788977" y="14322"/>
                  </a:lnTo>
                  <a:lnTo>
                    <a:pt x="798717" y="12430"/>
                  </a:lnTo>
                  <a:lnTo>
                    <a:pt x="808458" y="10654"/>
                  </a:lnTo>
                  <a:lnTo>
                    <a:pt x="818199" y="8997"/>
                  </a:lnTo>
                  <a:lnTo>
                    <a:pt x="827938" y="7466"/>
                  </a:lnTo>
                  <a:lnTo>
                    <a:pt x="837679" y="6065"/>
                  </a:lnTo>
                  <a:lnTo>
                    <a:pt x="847420" y="4801"/>
                  </a:lnTo>
                  <a:lnTo>
                    <a:pt x="857159" y="3673"/>
                  </a:lnTo>
                  <a:lnTo>
                    <a:pt x="866900" y="2689"/>
                  </a:lnTo>
                  <a:lnTo>
                    <a:pt x="876641" y="1853"/>
                  </a:lnTo>
                  <a:lnTo>
                    <a:pt x="886381" y="1168"/>
                  </a:lnTo>
                  <a:lnTo>
                    <a:pt x="896122" y="638"/>
                  </a:lnTo>
                  <a:lnTo>
                    <a:pt x="905863" y="264"/>
                  </a:lnTo>
                  <a:lnTo>
                    <a:pt x="915602" y="51"/>
                  </a:lnTo>
                  <a:lnTo>
                    <a:pt x="925343" y="0"/>
                  </a:lnTo>
                  <a:lnTo>
                    <a:pt x="935084" y="115"/>
                  </a:lnTo>
                  <a:lnTo>
                    <a:pt x="944824" y="396"/>
                  </a:lnTo>
                  <a:lnTo>
                    <a:pt x="954564" y="846"/>
                  </a:lnTo>
                  <a:lnTo>
                    <a:pt x="964305" y="1466"/>
                  </a:lnTo>
                  <a:lnTo>
                    <a:pt x="974045" y="2256"/>
                  </a:lnTo>
                  <a:lnTo>
                    <a:pt x="983786" y="3215"/>
                  </a:lnTo>
                  <a:lnTo>
                    <a:pt x="993522" y="4346"/>
                  </a:lnTo>
                  <a:lnTo>
                    <a:pt x="1003266" y="5645"/>
                  </a:lnTo>
                  <a:lnTo>
                    <a:pt x="1013010" y="7114"/>
                  </a:lnTo>
                  <a:lnTo>
                    <a:pt x="1022754" y="8752"/>
                  </a:lnTo>
                  <a:lnTo>
                    <a:pt x="1032483" y="10555"/>
                  </a:lnTo>
                  <a:lnTo>
                    <a:pt x="1042227" y="12521"/>
                  </a:lnTo>
                  <a:lnTo>
                    <a:pt x="1051971" y="14649"/>
                  </a:lnTo>
                  <a:lnTo>
                    <a:pt x="1061715" y="16934"/>
                  </a:lnTo>
                  <a:lnTo>
                    <a:pt x="1071444" y="19376"/>
                  </a:lnTo>
                  <a:lnTo>
                    <a:pt x="1081188" y="21969"/>
                  </a:lnTo>
                  <a:lnTo>
                    <a:pt x="1090932" y="24709"/>
                  </a:lnTo>
                  <a:lnTo>
                    <a:pt x="1100676" y="27590"/>
                  </a:lnTo>
                  <a:lnTo>
                    <a:pt x="1110405" y="30611"/>
                  </a:lnTo>
                  <a:lnTo>
                    <a:pt x="1120149" y="33764"/>
                  </a:lnTo>
                  <a:lnTo>
                    <a:pt x="1129893" y="37045"/>
                  </a:lnTo>
                  <a:lnTo>
                    <a:pt x="1139637" y="40446"/>
                  </a:lnTo>
                  <a:lnTo>
                    <a:pt x="1149381" y="43965"/>
                  </a:lnTo>
                  <a:lnTo>
                    <a:pt x="1159110" y="47592"/>
                  </a:lnTo>
                  <a:lnTo>
                    <a:pt x="1168854" y="51323"/>
                  </a:lnTo>
                  <a:lnTo>
                    <a:pt x="1178598" y="55149"/>
                  </a:lnTo>
                  <a:lnTo>
                    <a:pt x="1188341" y="59064"/>
                  </a:lnTo>
                  <a:lnTo>
                    <a:pt x="1198070" y="63063"/>
                  </a:lnTo>
                  <a:lnTo>
                    <a:pt x="1207814" y="67136"/>
                  </a:lnTo>
                  <a:lnTo>
                    <a:pt x="1217558" y="71277"/>
                  </a:lnTo>
                  <a:lnTo>
                    <a:pt x="1227302" y="75480"/>
                  </a:lnTo>
                  <a:lnTo>
                    <a:pt x="1237031" y="79735"/>
                  </a:lnTo>
                  <a:lnTo>
                    <a:pt x="1246775" y="84038"/>
                  </a:lnTo>
                  <a:lnTo>
                    <a:pt x="1256519" y="88378"/>
                  </a:lnTo>
                  <a:lnTo>
                    <a:pt x="1266263" y="92751"/>
                  </a:lnTo>
                  <a:lnTo>
                    <a:pt x="1276007" y="97147"/>
                  </a:lnTo>
                  <a:lnTo>
                    <a:pt x="1285736" y="101563"/>
                  </a:lnTo>
                  <a:lnTo>
                    <a:pt x="1295480" y="105988"/>
                  </a:lnTo>
                  <a:lnTo>
                    <a:pt x="1305224" y="110418"/>
                  </a:lnTo>
                  <a:lnTo>
                    <a:pt x="1314968" y="114846"/>
                  </a:lnTo>
                  <a:lnTo>
                    <a:pt x="1324697" y="119263"/>
                  </a:lnTo>
                  <a:lnTo>
                    <a:pt x="1334441" y="123668"/>
                  </a:lnTo>
                  <a:lnTo>
                    <a:pt x="1344185" y="128051"/>
                  </a:lnTo>
                  <a:lnTo>
                    <a:pt x="1353929" y="132409"/>
                  </a:lnTo>
                  <a:lnTo>
                    <a:pt x="1363658" y="136735"/>
                  </a:lnTo>
                  <a:lnTo>
                    <a:pt x="1373402" y="141026"/>
                  </a:lnTo>
                  <a:lnTo>
                    <a:pt x="1383146" y="145277"/>
                  </a:lnTo>
                  <a:lnTo>
                    <a:pt x="1392890" y="149485"/>
                  </a:lnTo>
                  <a:lnTo>
                    <a:pt x="1402619" y="153643"/>
                  </a:lnTo>
                  <a:lnTo>
                    <a:pt x="1412363" y="157749"/>
                  </a:lnTo>
                  <a:lnTo>
                    <a:pt x="1422106" y="161803"/>
                  </a:lnTo>
                  <a:lnTo>
                    <a:pt x="1431850" y="165799"/>
                  </a:lnTo>
                  <a:lnTo>
                    <a:pt x="1441594" y="169735"/>
                  </a:lnTo>
                  <a:lnTo>
                    <a:pt x="1451323" y="173612"/>
                  </a:lnTo>
                  <a:lnTo>
                    <a:pt x="1461067" y="177426"/>
                  </a:lnTo>
                  <a:lnTo>
                    <a:pt x="1470811" y="181178"/>
                  </a:lnTo>
                  <a:lnTo>
                    <a:pt x="1480555" y="184865"/>
                  </a:lnTo>
                  <a:lnTo>
                    <a:pt x="1490284" y="188489"/>
                  </a:lnTo>
                  <a:lnTo>
                    <a:pt x="1500028" y="192048"/>
                  </a:lnTo>
                  <a:lnTo>
                    <a:pt x="1509772" y="195545"/>
                  </a:lnTo>
                  <a:lnTo>
                    <a:pt x="1519516" y="198980"/>
                  </a:lnTo>
                  <a:lnTo>
                    <a:pt x="1529245" y="202354"/>
                  </a:lnTo>
                  <a:lnTo>
                    <a:pt x="1538989" y="205669"/>
                  </a:lnTo>
                  <a:lnTo>
                    <a:pt x="1548733" y="208924"/>
                  </a:lnTo>
                  <a:lnTo>
                    <a:pt x="1558477" y="212126"/>
                  </a:lnTo>
                  <a:lnTo>
                    <a:pt x="1568221" y="215272"/>
                  </a:lnTo>
                  <a:lnTo>
                    <a:pt x="1577950" y="218370"/>
                  </a:lnTo>
                  <a:lnTo>
                    <a:pt x="1587694" y="221418"/>
                  </a:lnTo>
                  <a:lnTo>
                    <a:pt x="1597438" y="224422"/>
                  </a:lnTo>
                  <a:lnTo>
                    <a:pt x="1607182" y="227384"/>
                  </a:lnTo>
                  <a:lnTo>
                    <a:pt x="1616911" y="230305"/>
                  </a:lnTo>
                  <a:lnTo>
                    <a:pt x="1626655" y="233193"/>
                  </a:lnTo>
                  <a:lnTo>
                    <a:pt x="1636399" y="236048"/>
                  </a:lnTo>
                  <a:lnTo>
                    <a:pt x="1646142" y="238872"/>
                  </a:lnTo>
                  <a:lnTo>
                    <a:pt x="1655872" y="241672"/>
                  </a:lnTo>
                  <a:lnTo>
                    <a:pt x="1665616" y="244449"/>
                  </a:lnTo>
                  <a:lnTo>
                    <a:pt x="1675359" y="247205"/>
                  </a:lnTo>
                  <a:lnTo>
                    <a:pt x="1685103" y="249947"/>
                  </a:lnTo>
                  <a:lnTo>
                    <a:pt x="1694832" y="252675"/>
                  </a:lnTo>
                  <a:lnTo>
                    <a:pt x="1704576" y="255392"/>
                  </a:lnTo>
                  <a:lnTo>
                    <a:pt x="1714320" y="258103"/>
                  </a:lnTo>
                  <a:lnTo>
                    <a:pt x="1724064" y="260808"/>
                  </a:lnTo>
                  <a:lnTo>
                    <a:pt x="1733808" y="263511"/>
                  </a:lnTo>
                  <a:lnTo>
                    <a:pt x="1743537" y="266212"/>
                  </a:lnTo>
                  <a:lnTo>
                    <a:pt x="1753281" y="268915"/>
                  </a:lnTo>
                  <a:lnTo>
                    <a:pt x="1763025" y="271620"/>
                  </a:lnTo>
                  <a:lnTo>
                    <a:pt x="1772769" y="274329"/>
                  </a:lnTo>
                  <a:lnTo>
                    <a:pt x="1782498" y="277042"/>
                  </a:lnTo>
                  <a:lnTo>
                    <a:pt x="1792242" y="279761"/>
                  </a:lnTo>
                  <a:lnTo>
                    <a:pt x="1801986" y="282486"/>
                  </a:lnTo>
                  <a:lnTo>
                    <a:pt x="1811730" y="285217"/>
                  </a:lnTo>
                  <a:lnTo>
                    <a:pt x="1821459" y="287954"/>
                  </a:lnTo>
                  <a:lnTo>
                    <a:pt x="1831203" y="290694"/>
                  </a:lnTo>
                  <a:lnTo>
                    <a:pt x="1840947" y="293440"/>
                  </a:lnTo>
                  <a:lnTo>
                    <a:pt x="1850691" y="296186"/>
                  </a:lnTo>
                  <a:lnTo>
                    <a:pt x="1860435" y="298933"/>
                  </a:lnTo>
                  <a:lnTo>
                    <a:pt x="1870164" y="301681"/>
                  </a:lnTo>
                  <a:lnTo>
                    <a:pt x="1879908" y="304422"/>
                  </a:lnTo>
                  <a:lnTo>
                    <a:pt x="1889652" y="307157"/>
                  </a:lnTo>
                  <a:lnTo>
                    <a:pt x="1899395" y="309884"/>
                  </a:lnTo>
                  <a:lnTo>
                    <a:pt x="1909124" y="312599"/>
                  </a:lnTo>
                  <a:lnTo>
                    <a:pt x="1918868" y="315297"/>
                  </a:lnTo>
                  <a:lnTo>
                    <a:pt x="1928612" y="317974"/>
                  </a:lnTo>
                  <a:lnTo>
                    <a:pt x="1938356" y="320629"/>
                  </a:lnTo>
                  <a:lnTo>
                    <a:pt x="1948085" y="323256"/>
                  </a:lnTo>
                  <a:lnTo>
                    <a:pt x="1957829" y="325850"/>
                  </a:lnTo>
                  <a:lnTo>
                    <a:pt x="1967573" y="328408"/>
                  </a:lnTo>
                  <a:lnTo>
                    <a:pt x="1977317" y="330924"/>
                  </a:lnTo>
                  <a:lnTo>
                    <a:pt x="1987046" y="333395"/>
                  </a:lnTo>
                  <a:lnTo>
                    <a:pt x="1996790" y="335816"/>
                  </a:lnTo>
                  <a:lnTo>
                    <a:pt x="2006534" y="338180"/>
                  </a:lnTo>
                  <a:lnTo>
                    <a:pt x="2016278" y="340485"/>
                  </a:lnTo>
                  <a:lnTo>
                    <a:pt x="2026022" y="342724"/>
                  </a:lnTo>
                  <a:lnTo>
                    <a:pt x="2035751" y="344894"/>
                  </a:lnTo>
                  <a:lnTo>
                    <a:pt x="2045495" y="346990"/>
                  </a:lnTo>
                  <a:lnTo>
                    <a:pt x="2055239" y="349007"/>
                  </a:lnTo>
                  <a:lnTo>
                    <a:pt x="2064983" y="350941"/>
                  </a:lnTo>
                  <a:lnTo>
                    <a:pt x="2074712" y="352787"/>
                  </a:lnTo>
                  <a:lnTo>
                    <a:pt x="2084456" y="354544"/>
                  </a:lnTo>
                  <a:lnTo>
                    <a:pt x="2094200" y="356205"/>
                  </a:lnTo>
                  <a:lnTo>
                    <a:pt x="2103944" y="357768"/>
                  </a:lnTo>
                  <a:lnTo>
                    <a:pt x="2113673" y="359229"/>
                  </a:lnTo>
                  <a:lnTo>
                    <a:pt x="2123417" y="360587"/>
                  </a:lnTo>
                  <a:lnTo>
                    <a:pt x="2133161" y="361838"/>
                  </a:lnTo>
                  <a:lnTo>
                    <a:pt x="2142905" y="362979"/>
                  </a:lnTo>
                  <a:lnTo>
                    <a:pt x="2152649" y="364012"/>
                  </a:lnTo>
                  <a:lnTo>
                    <a:pt x="2162377" y="364934"/>
                  </a:lnTo>
                  <a:lnTo>
                    <a:pt x="2172121" y="365742"/>
                  </a:lnTo>
                  <a:lnTo>
                    <a:pt x="2181865" y="366439"/>
                  </a:lnTo>
                  <a:lnTo>
                    <a:pt x="2191609" y="367022"/>
                  </a:lnTo>
                  <a:lnTo>
                    <a:pt x="2201338" y="367494"/>
                  </a:lnTo>
                  <a:lnTo>
                    <a:pt x="2211082" y="367854"/>
                  </a:lnTo>
                  <a:lnTo>
                    <a:pt x="2220826" y="368106"/>
                  </a:lnTo>
                  <a:lnTo>
                    <a:pt x="2230570" y="368249"/>
                  </a:lnTo>
                  <a:lnTo>
                    <a:pt x="2240299" y="368289"/>
                  </a:lnTo>
                  <a:lnTo>
                    <a:pt x="2250043" y="368225"/>
                  </a:lnTo>
                  <a:lnTo>
                    <a:pt x="2259787" y="368065"/>
                  </a:lnTo>
                  <a:lnTo>
                    <a:pt x="2269531" y="367810"/>
                  </a:lnTo>
                  <a:lnTo>
                    <a:pt x="2279260" y="367466"/>
                  </a:lnTo>
                  <a:lnTo>
                    <a:pt x="2289004" y="367036"/>
                  </a:lnTo>
                  <a:lnTo>
                    <a:pt x="2298748" y="366527"/>
                  </a:lnTo>
                  <a:lnTo>
                    <a:pt x="2308492" y="365944"/>
                  </a:lnTo>
                  <a:lnTo>
                    <a:pt x="2318236" y="365295"/>
                  </a:lnTo>
                  <a:lnTo>
                    <a:pt x="2327965" y="364586"/>
                  </a:lnTo>
                  <a:lnTo>
                    <a:pt x="2337709" y="363823"/>
                  </a:lnTo>
                  <a:lnTo>
                    <a:pt x="2347453" y="363014"/>
                  </a:lnTo>
                  <a:lnTo>
                    <a:pt x="2357197" y="362167"/>
                  </a:lnTo>
                  <a:lnTo>
                    <a:pt x="2366926" y="361291"/>
                  </a:lnTo>
                  <a:lnTo>
                    <a:pt x="2376670" y="360394"/>
                  </a:lnTo>
                  <a:lnTo>
                    <a:pt x="2386413" y="359486"/>
                  </a:lnTo>
                  <a:lnTo>
                    <a:pt x="2396157" y="358574"/>
                  </a:lnTo>
                  <a:lnTo>
                    <a:pt x="2405886" y="357668"/>
                  </a:lnTo>
                  <a:lnTo>
                    <a:pt x="2415630" y="356777"/>
                  </a:lnTo>
                  <a:lnTo>
                    <a:pt x="2425374" y="355911"/>
                  </a:lnTo>
                  <a:lnTo>
                    <a:pt x="2435118" y="355080"/>
                  </a:lnTo>
                  <a:lnTo>
                    <a:pt x="2444862" y="354295"/>
                  </a:lnTo>
                  <a:lnTo>
                    <a:pt x="2454591" y="353562"/>
                  </a:lnTo>
                  <a:lnTo>
                    <a:pt x="2464335" y="352894"/>
                  </a:lnTo>
                  <a:lnTo>
                    <a:pt x="2474079" y="352301"/>
                  </a:lnTo>
                  <a:lnTo>
                    <a:pt x="2483823" y="351792"/>
                  </a:lnTo>
                  <a:lnTo>
                    <a:pt x="2493552" y="351376"/>
                  </a:lnTo>
                  <a:lnTo>
                    <a:pt x="2503296" y="351063"/>
                  </a:lnTo>
                  <a:lnTo>
                    <a:pt x="2513040" y="350864"/>
                  </a:lnTo>
                  <a:lnTo>
                    <a:pt x="2522784" y="350785"/>
                  </a:lnTo>
                  <a:lnTo>
                    <a:pt x="2532513" y="350837"/>
                  </a:lnTo>
                  <a:lnTo>
                    <a:pt x="2542257" y="351029"/>
                  </a:lnTo>
                  <a:lnTo>
                    <a:pt x="2552001" y="351369"/>
                  </a:lnTo>
                  <a:lnTo>
                    <a:pt x="2561745" y="351865"/>
                  </a:lnTo>
                  <a:lnTo>
                    <a:pt x="2571474" y="352525"/>
                  </a:lnTo>
                  <a:lnTo>
                    <a:pt x="2581218" y="353355"/>
                  </a:lnTo>
                  <a:lnTo>
                    <a:pt x="2590962" y="354363"/>
                  </a:lnTo>
                  <a:lnTo>
                    <a:pt x="2600705" y="355557"/>
                  </a:lnTo>
                  <a:lnTo>
                    <a:pt x="2610449" y="356941"/>
                  </a:lnTo>
                  <a:lnTo>
                    <a:pt x="2620178" y="358522"/>
                  </a:lnTo>
                  <a:lnTo>
                    <a:pt x="2629922" y="360304"/>
                  </a:lnTo>
                  <a:lnTo>
                    <a:pt x="2639666" y="362291"/>
                  </a:lnTo>
                  <a:lnTo>
                    <a:pt x="2649410" y="364487"/>
                  </a:lnTo>
                  <a:lnTo>
                    <a:pt x="2659139" y="366898"/>
                  </a:lnTo>
                  <a:lnTo>
                    <a:pt x="2668883" y="369525"/>
                  </a:lnTo>
                  <a:lnTo>
                    <a:pt x="2678627" y="372369"/>
                  </a:lnTo>
                  <a:lnTo>
                    <a:pt x="2688371" y="375432"/>
                  </a:lnTo>
                  <a:lnTo>
                    <a:pt x="2698100" y="378717"/>
                  </a:lnTo>
                  <a:lnTo>
                    <a:pt x="2707844" y="382223"/>
                  </a:lnTo>
                  <a:lnTo>
                    <a:pt x="2717588" y="385949"/>
                  </a:lnTo>
                  <a:lnTo>
                    <a:pt x="2727332" y="389896"/>
                  </a:lnTo>
                  <a:lnTo>
                    <a:pt x="2737076" y="394060"/>
                  </a:lnTo>
                  <a:lnTo>
                    <a:pt x="2746805" y="398441"/>
                  </a:lnTo>
                  <a:lnTo>
                    <a:pt x="2756549" y="403035"/>
                  </a:lnTo>
                  <a:lnTo>
                    <a:pt x="2766293" y="407839"/>
                  </a:lnTo>
                  <a:lnTo>
                    <a:pt x="2776037" y="412849"/>
                  </a:lnTo>
                  <a:lnTo>
                    <a:pt x="2785766" y="418059"/>
                  </a:lnTo>
                  <a:lnTo>
                    <a:pt x="2795510" y="423466"/>
                  </a:lnTo>
                  <a:lnTo>
                    <a:pt x="2805254" y="429062"/>
                  </a:lnTo>
                  <a:lnTo>
                    <a:pt x="2814998" y="434843"/>
                  </a:lnTo>
                  <a:lnTo>
                    <a:pt x="2824727" y="440798"/>
                  </a:lnTo>
                  <a:lnTo>
                    <a:pt x="2834471" y="446925"/>
                  </a:lnTo>
                  <a:lnTo>
                    <a:pt x="2844215" y="453209"/>
                  </a:lnTo>
                  <a:lnTo>
                    <a:pt x="2853958" y="459647"/>
                  </a:lnTo>
                  <a:lnTo>
                    <a:pt x="2863687" y="466229"/>
                  </a:lnTo>
                  <a:lnTo>
                    <a:pt x="2873431" y="472943"/>
                  </a:lnTo>
                  <a:lnTo>
                    <a:pt x="2883175" y="479781"/>
                  </a:lnTo>
                  <a:lnTo>
                    <a:pt x="2892919" y="486733"/>
                  </a:lnTo>
                  <a:lnTo>
                    <a:pt x="2902663" y="493787"/>
                  </a:lnTo>
                  <a:lnTo>
                    <a:pt x="2912392" y="50093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6" name="Freeform 595">
              <a:extLst>
                <a:ext uri="{FF2B5EF4-FFF2-40B4-BE49-F238E27FC236}">
                  <a16:creationId xmlns:a16="http://schemas.microsoft.com/office/drawing/2014/main" id="{A045A0DE-8ABE-DF88-032B-25F8ABF663C7}"/>
                </a:ext>
              </a:extLst>
            </p:cNvPr>
            <p:cNvSpPr/>
            <p:nvPr/>
          </p:nvSpPr>
          <p:spPr>
            <a:xfrm>
              <a:off x="576446" y="3198417"/>
              <a:ext cx="2912392" cy="900285"/>
            </a:xfrm>
            <a:custGeom>
              <a:avLst/>
              <a:gdLst>
                <a:gd name="connsiteX0" fmla="*/ 0 w 2912392"/>
                <a:gd name="connsiteY0" fmla="*/ 827192 h 900285"/>
                <a:gd name="connsiteX1" fmla="*/ 9739 w 2912392"/>
                <a:gd name="connsiteY1" fmla="*/ 832555 h 900285"/>
                <a:gd name="connsiteX2" fmla="*/ 19480 w 2912392"/>
                <a:gd name="connsiteY2" fmla="*/ 837770 h 900285"/>
                <a:gd name="connsiteX3" fmla="*/ 29221 w 2912392"/>
                <a:gd name="connsiteY3" fmla="*/ 842821 h 900285"/>
                <a:gd name="connsiteX4" fmla="*/ 38961 w 2912392"/>
                <a:gd name="connsiteY4" fmla="*/ 847722 h 900285"/>
                <a:gd name="connsiteX5" fmla="*/ 48702 w 2912392"/>
                <a:gd name="connsiteY5" fmla="*/ 852445 h 900285"/>
                <a:gd name="connsiteX6" fmla="*/ 58443 w 2912392"/>
                <a:gd name="connsiteY6" fmla="*/ 856989 h 900285"/>
                <a:gd name="connsiteX7" fmla="*/ 68182 w 2912392"/>
                <a:gd name="connsiteY7" fmla="*/ 861340 h 900285"/>
                <a:gd name="connsiteX8" fmla="*/ 77923 w 2912392"/>
                <a:gd name="connsiteY8" fmla="*/ 865497 h 900285"/>
                <a:gd name="connsiteX9" fmla="*/ 87664 w 2912392"/>
                <a:gd name="connsiteY9" fmla="*/ 869445 h 900285"/>
                <a:gd name="connsiteX10" fmla="*/ 97404 w 2912392"/>
                <a:gd name="connsiteY10" fmla="*/ 873185 h 900285"/>
                <a:gd name="connsiteX11" fmla="*/ 107145 w 2912392"/>
                <a:gd name="connsiteY11" fmla="*/ 876701 h 900285"/>
                <a:gd name="connsiteX12" fmla="*/ 116886 w 2912392"/>
                <a:gd name="connsiteY12" fmla="*/ 879993 h 900285"/>
                <a:gd name="connsiteX13" fmla="*/ 126625 w 2912392"/>
                <a:gd name="connsiteY13" fmla="*/ 883048 h 900285"/>
                <a:gd name="connsiteX14" fmla="*/ 136366 w 2912392"/>
                <a:gd name="connsiteY14" fmla="*/ 885879 h 900285"/>
                <a:gd name="connsiteX15" fmla="*/ 146107 w 2912392"/>
                <a:gd name="connsiteY15" fmla="*/ 888471 h 900285"/>
                <a:gd name="connsiteX16" fmla="*/ 155846 w 2912392"/>
                <a:gd name="connsiteY16" fmla="*/ 890810 h 900285"/>
                <a:gd name="connsiteX17" fmla="*/ 165587 w 2912392"/>
                <a:gd name="connsiteY17" fmla="*/ 892896 h 900285"/>
                <a:gd name="connsiteX18" fmla="*/ 175328 w 2912392"/>
                <a:gd name="connsiteY18" fmla="*/ 894729 h 900285"/>
                <a:gd name="connsiteX19" fmla="*/ 185068 w 2912392"/>
                <a:gd name="connsiteY19" fmla="*/ 896308 h 900285"/>
                <a:gd name="connsiteX20" fmla="*/ 194809 w 2912392"/>
                <a:gd name="connsiteY20" fmla="*/ 897634 h 900285"/>
                <a:gd name="connsiteX21" fmla="*/ 204550 w 2912392"/>
                <a:gd name="connsiteY21" fmla="*/ 898692 h 900285"/>
                <a:gd name="connsiteX22" fmla="*/ 214289 w 2912392"/>
                <a:gd name="connsiteY22" fmla="*/ 899481 h 900285"/>
                <a:gd name="connsiteX23" fmla="*/ 224030 w 2912392"/>
                <a:gd name="connsiteY23" fmla="*/ 900018 h 900285"/>
                <a:gd name="connsiteX24" fmla="*/ 233771 w 2912392"/>
                <a:gd name="connsiteY24" fmla="*/ 900286 h 900285"/>
                <a:gd name="connsiteX25" fmla="*/ 243510 w 2912392"/>
                <a:gd name="connsiteY25" fmla="*/ 900286 h 900285"/>
                <a:gd name="connsiteX26" fmla="*/ 253251 w 2912392"/>
                <a:gd name="connsiteY26" fmla="*/ 900018 h 900285"/>
                <a:gd name="connsiteX27" fmla="*/ 262992 w 2912392"/>
                <a:gd name="connsiteY27" fmla="*/ 899496 h 900285"/>
                <a:gd name="connsiteX28" fmla="*/ 272732 w 2912392"/>
                <a:gd name="connsiteY28" fmla="*/ 898707 h 900285"/>
                <a:gd name="connsiteX29" fmla="*/ 282473 w 2912392"/>
                <a:gd name="connsiteY29" fmla="*/ 897664 h 900285"/>
                <a:gd name="connsiteX30" fmla="*/ 292214 w 2912392"/>
                <a:gd name="connsiteY30" fmla="*/ 896352 h 900285"/>
                <a:gd name="connsiteX31" fmla="*/ 301953 w 2912392"/>
                <a:gd name="connsiteY31" fmla="*/ 894788 h 900285"/>
                <a:gd name="connsiteX32" fmla="*/ 311694 w 2912392"/>
                <a:gd name="connsiteY32" fmla="*/ 892971 h 900285"/>
                <a:gd name="connsiteX33" fmla="*/ 321435 w 2912392"/>
                <a:gd name="connsiteY33" fmla="*/ 890915 h 900285"/>
                <a:gd name="connsiteX34" fmla="*/ 331175 w 2912392"/>
                <a:gd name="connsiteY34" fmla="*/ 888605 h 900285"/>
                <a:gd name="connsiteX35" fmla="*/ 340916 w 2912392"/>
                <a:gd name="connsiteY35" fmla="*/ 886057 h 900285"/>
                <a:gd name="connsiteX36" fmla="*/ 350656 w 2912392"/>
                <a:gd name="connsiteY36" fmla="*/ 883286 h 900285"/>
                <a:gd name="connsiteX37" fmla="*/ 360396 w 2912392"/>
                <a:gd name="connsiteY37" fmla="*/ 880277 h 900285"/>
                <a:gd name="connsiteX38" fmla="*/ 370137 w 2912392"/>
                <a:gd name="connsiteY38" fmla="*/ 877043 h 900285"/>
                <a:gd name="connsiteX39" fmla="*/ 379878 w 2912392"/>
                <a:gd name="connsiteY39" fmla="*/ 873587 h 900285"/>
                <a:gd name="connsiteX40" fmla="*/ 389617 w 2912392"/>
                <a:gd name="connsiteY40" fmla="*/ 869937 h 900285"/>
                <a:gd name="connsiteX41" fmla="*/ 399358 w 2912392"/>
                <a:gd name="connsiteY41" fmla="*/ 866078 h 900285"/>
                <a:gd name="connsiteX42" fmla="*/ 409099 w 2912392"/>
                <a:gd name="connsiteY42" fmla="*/ 862010 h 900285"/>
                <a:gd name="connsiteX43" fmla="*/ 418839 w 2912392"/>
                <a:gd name="connsiteY43" fmla="*/ 857764 h 900285"/>
                <a:gd name="connsiteX44" fmla="*/ 428580 w 2912392"/>
                <a:gd name="connsiteY44" fmla="*/ 853339 h 900285"/>
                <a:gd name="connsiteX45" fmla="*/ 438321 w 2912392"/>
                <a:gd name="connsiteY45" fmla="*/ 848720 h 900285"/>
                <a:gd name="connsiteX46" fmla="*/ 448060 w 2912392"/>
                <a:gd name="connsiteY46" fmla="*/ 843953 h 900285"/>
                <a:gd name="connsiteX47" fmla="*/ 457801 w 2912392"/>
                <a:gd name="connsiteY47" fmla="*/ 839021 h 900285"/>
                <a:gd name="connsiteX48" fmla="*/ 467542 w 2912392"/>
                <a:gd name="connsiteY48" fmla="*/ 833941 h 900285"/>
                <a:gd name="connsiteX49" fmla="*/ 477281 w 2912392"/>
                <a:gd name="connsiteY49" fmla="*/ 828726 h 900285"/>
                <a:gd name="connsiteX50" fmla="*/ 487022 w 2912392"/>
                <a:gd name="connsiteY50" fmla="*/ 823377 h 900285"/>
                <a:gd name="connsiteX51" fmla="*/ 496763 w 2912392"/>
                <a:gd name="connsiteY51" fmla="*/ 817894 h 900285"/>
                <a:gd name="connsiteX52" fmla="*/ 506503 w 2912392"/>
                <a:gd name="connsiteY52" fmla="*/ 812297 h 900285"/>
                <a:gd name="connsiteX53" fmla="*/ 516244 w 2912392"/>
                <a:gd name="connsiteY53" fmla="*/ 806597 h 900285"/>
                <a:gd name="connsiteX54" fmla="*/ 525985 w 2912392"/>
                <a:gd name="connsiteY54" fmla="*/ 800796 h 900285"/>
                <a:gd name="connsiteX55" fmla="*/ 535724 w 2912392"/>
                <a:gd name="connsiteY55" fmla="*/ 794908 h 900285"/>
                <a:gd name="connsiteX56" fmla="*/ 545465 w 2912392"/>
                <a:gd name="connsiteY56" fmla="*/ 788938 h 900285"/>
                <a:gd name="connsiteX57" fmla="*/ 555206 w 2912392"/>
                <a:gd name="connsiteY57" fmla="*/ 782898 h 900285"/>
                <a:gd name="connsiteX58" fmla="*/ 564946 w 2912392"/>
                <a:gd name="connsiteY58" fmla="*/ 776794 h 900285"/>
                <a:gd name="connsiteX59" fmla="*/ 574687 w 2912392"/>
                <a:gd name="connsiteY59" fmla="*/ 770635 h 900285"/>
                <a:gd name="connsiteX60" fmla="*/ 584428 w 2912392"/>
                <a:gd name="connsiteY60" fmla="*/ 764430 h 900285"/>
                <a:gd name="connsiteX61" fmla="*/ 594167 w 2912392"/>
                <a:gd name="connsiteY61" fmla="*/ 758187 h 900285"/>
                <a:gd name="connsiteX62" fmla="*/ 603908 w 2912392"/>
                <a:gd name="connsiteY62" fmla="*/ 751914 h 900285"/>
                <a:gd name="connsiteX63" fmla="*/ 613649 w 2912392"/>
                <a:gd name="connsiteY63" fmla="*/ 745623 h 900285"/>
                <a:gd name="connsiteX64" fmla="*/ 623388 w 2912392"/>
                <a:gd name="connsiteY64" fmla="*/ 739316 h 900285"/>
                <a:gd name="connsiteX65" fmla="*/ 633129 w 2912392"/>
                <a:gd name="connsiteY65" fmla="*/ 733003 h 900285"/>
                <a:gd name="connsiteX66" fmla="*/ 642870 w 2912392"/>
                <a:gd name="connsiteY66" fmla="*/ 726693 h 900285"/>
                <a:gd name="connsiteX67" fmla="*/ 652610 w 2912392"/>
                <a:gd name="connsiteY67" fmla="*/ 720394 h 900285"/>
                <a:gd name="connsiteX68" fmla="*/ 662351 w 2912392"/>
                <a:gd name="connsiteY68" fmla="*/ 714111 h 900285"/>
                <a:gd name="connsiteX69" fmla="*/ 672092 w 2912392"/>
                <a:gd name="connsiteY69" fmla="*/ 707852 h 900285"/>
                <a:gd name="connsiteX70" fmla="*/ 681831 w 2912392"/>
                <a:gd name="connsiteY70" fmla="*/ 701624 h 900285"/>
                <a:gd name="connsiteX71" fmla="*/ 691572 w 2912392"/>
                <a:gd name="connsiteY71" fmla="*/ 695432 h 900285"/>
                <a:gd name="connsiteX72" fmla="*/ 701313 w 2912392"/>
                <a:gd name="connsiteY72" fmla="*/ 689285 h 900285"/>
                <a:gd name="connsiteX73" fmla="*/ 711052 w 2912392"/>
                <a:gd name="connsiteY73" fmla="*/ 683187 h 900285"/>
                <a:gd name="connsiteX74" fmla="*/ 720793 w 2912392"/>
                <a:gd name="connsiteY74" fmla="*/ 677145 h 900285"/>
                <a:gd name="connsiteX75" fmla="*/ 730534 w 2912392"/>
                <a:gd name="connsiteY75" fmla="*/ 671163 h 900285"/>
                <a:gd name="connsiteX76" fmla="*/ 740274 w 2912392"/>
                <a:gd name="connsiteY76" fmla="*/ 665249 h 900285"/>
                <a:gd name="connsiteX77" fmla="*/ 750015 w 2912392"/>
                <a:gd name="connsiteY77" fmla="*/ 659405 h 900285"/>
                <a:gd name="connsiteX78" fmla="*/ 759756 w 2912392"/>
                <a:gd name="connsiteY78" fmla="*/ 653636 h 900285"/>
                <a:gd name="connsiteX79" fmla="*/ 769495 w 2912392"/>
                <a:gd name="connsiteY79" fmla="*/ 647949 h 900285"/>
                <a:gd name="connsiteX80" fmla="*/ 779236 w 2912392"/>
                <a:gd name="connsiteY80" fmla="*/ 642347 h 900285"/>
                <a:gd name="connsiteX81" fmla="*/ 788977 w 2912392"/>
                <a:gd name="connsiteY81" fmla="*/ 636832 h 900285"/>
                <a:gd name="connsiteX82" fmla="*/ 798717 w 2912392"/>
                <a:gd name="connsiteY82" fmla="*/ 631410 h 900285"/>
                <a:gd name="connsiteX83" fmla="*/ 808458 w 2912392"/>
                <a:gd name="connsiteY83" fmla="*/ 626082 h 900285"/>
                <a:gd name="connsiteX84" fmla="*/ 818199 w 2912392"/>
                <a:gd name="connsiteY84" fmla="*/ 620853 h 900285"/>
                <a:gd name="connsiteX85" fmla="*/ 827938 w 2912392"/>
                <a:gd name="connsiteY85" fmla="*/ 615724 h 900285"/>
                <a:gd name="connsiteX86" fmla="*/ 837679 w 2912392"/>
                <a:gd name="connsiteY86" fmla="*/ 610700 h 900285"/>
                <a:gd name="connsiteX87" fmla="*/ 847420 w 2912392"/>
                <a:gd name="connsiteY87" fmla="*/ 605781 h 900285"/>
                <a:gd name="connsiteX88" fmla="*/ 857159 w 2912392"/>
                <a:gd name="connsiteY88" fmla="*/ 600968 h 900285"/>
                <a:gd name="connsiteX89" fmla="*/ 866900 w 2912392"/>
                <a:gd name="connsiteY89" fmla="*/ 596266 h 900285"/>
                <a:gd name="connsiteX90" fmla="*/ 876641 w 2912392"/>
                <a:gd name="connsiteY90" fmla="*/ 591673 h 900285"/>
                <a:gd name="connsiteX91" fmla="*/ 886381 w 2912392"/>
                <a:gd name="connsiteY91" fmla="*/ 587191 h 900285"/>
                <a:gd name="connsiteX92" fmla="*/ 896122 w 2912392"/>
                <a:gd name="connsiteY92" fmla="*/ 582821 h 900285"/>
                <a:gd name="connsiteX93" fmla="*/ 905863 w 2912392"/>
                <a:gd name="connsiteY93" fmla="*/ 578563 h 900285"/>
                <a:gd name="connsiteX94" fmla="*/ 915602 w 2912392"/>
                <a:gd name="connsiteY94" fmla="*/ 574418 h 900285"/>
                <a:gd name="connsiteX95" fmla="*/ 925343 w 2912392"/>
                <a:gd name="connsiteY95" fmla="*/ 570385 h 900285"/>
                <a:gd name="connsiteX96" fmla="*/ 935084 w 2912392"/>
                <a:gd name="connsiteY96" fmla="*/ 566465 h 900285"/>
                <a:gd name="connsiteX97" fmla="*/ 944824 w 2912392"/>
                <a:gd name="connsiteY97" fmla="*/ 562657 h 900285"/>
                <a:gd name="connsiteX98" fmla="*/ 954564 w 2912392"/>
                <a:gd name="connsiteY98" fmla="*/ 558959 h 900285"/>
                <a:gd name="connsiteX99" fmla="*/ 964305 w 2912392"/>
                <a:gd name="connsiteY99" fmla="*/ 555372 h 900285"/>
                <a:gd name="connsiteX100" fmla="*/ 974045 w 2912392"/>
                <a:gd name="connsiteY100" fmla="*/ 551893 h 900285"/>
                <a:gd name="connsiteX101" fmla="*/ 983786 w 2912392"/>
                <a:gd name="connsiteY101" fmla="*/ 548519 h 900285"/>
                <a:gd name="connsiteX102" fmla="*/ 993522 w 2912392"/>
                <a:gd name="connsiteY102" fmla="*/ 545254 h 900285"/>
                <a:gd name="connsiteX103" fmla="*/ 1003266 w 2912392"/>
                <a:gd name="connsiteY103" fmla="*/ 542091 h 900285"/>
                <a:gd name="connsiteX104" fmla="*/ 1013010 w 2912392"/>
                <a:gd name="connsiteY104" fmla="*/ 539029 h 900285"/>
                <a:gd name="connsiteX105" fmla="*/ 1022754 w 2912392"/>
                <a:gd name="connsiteY105" fmla="*/ 536065 h 900285"/>
                <a:gd name="connsiteX106" fmla="*/ 1032483 w 2912392"/>
                <a:gd name="connsiteY106" fmla="*/ 533199 h 900285"/>
                <a:gd name="connsiteX107" fmla="*/ 1042227 w 2912392"/>
                <a:gd name="connsiteY107" fmla="*/ 530426 h 900285"/>
                <a:gd name="connsiteX108" fmla="*/ 1051971 w 2912392"/>
                <a:gd name="connsiteY108" fmla="*/ 527744 h 900285"/>
                <a:gd name="connsiteX109" fmla="*/ 1061715 w 2912392"/>
                <a:gd name="connsiteY109" fmla="*/ 525150 h 900285"/>
                <a:gd name="connsiteX110" fmla="*/ 1071444 w 2912392"/>
                <a:gd name="connsiteY110" fmla="*/ 522640 h 900285"/>
                <a:gd name="connsiteX111" fmla="*/ 1081188 w 2912392"/>
                <a:gd name="connsiteY111" fmla="*/ 520213 h 900285"/>
                <a:gd name="connsiteX112" fmla="*/ 1090932 w 2912392"/>
                <a:gd name="connsiteY112" fmla="*/ 517862 h 900285"/>
                <a:gd name="connsiteX113" fmla="*/ 1100676 w 2912392"/>
                <a:gd name="connsiteY113" fmla="*/ 515584 h 900285"/>
                <a:gd name="connsiteX114" fmla="*/ 1110405 w 2912392"/>
                <a:gd name="connsiteY114" fmla="*/ 513377 h 900285"/>
                <a:gd name="connsiteX115" fmla="*/ 1120149 w 2912392"/>
                <a:gd name="connsiteY115" fmla="*/ 511236 h 900285"/>
                <a:gd name="connsiteX116" fmla="*/ 1129893 w 2912392"/>
                <a:gd name="connsiteY116" fmla="*/ 509156 h 900285"/>
                <a:gd name="connsiteX117" fmla="*/ 1139637 w 2912392"/>
                <a:gd name="connsiteY117" fmla="*/ 507136 h 900285"/>
                <a:gd name="connsiteX118" fmla="*/ 1149381 w 2912392"/>
                <a:gd name="connsiteY118" fmla="*/ 505166 h 900285"/>
                <a:gd name="connsiteX119" fmla="*/ 1159110 w 2912392"/>
                <a:gd name="connsiteY119" fmla="*/ 503247 h 900285"/>
                <a:gd name="connsiteX120" fmla="*/ 1168854 w 2912392"/>
                <a:gd name="connsiteY120" fmla="*/ 501372 h 900285"/>
                <a:gd name="connsiteX121" fmla="*/ 1178598 w 2912392"/>
                <a:gd name="connsiteY121" fmla="*/ 499536 h 900285"/>
                <a:gd name="connsiteX122" fmla="*/ 1188341 w 2912392"/>
                <a:gd name="connsiteY122" fmla="*/ 497735 h 900285"/>
                <a:gd name="connsiteX123" fmla="*/ 1198070 w 2912392"/>
                <a:gd name="connsiteY123" fmla="*/ 495963 h 900285"/>
                <a:gd name="connsiteX124" fmla="*/ 1207814 w 2912392"/>
                <a:gd name="connsiteY124" fmla="*/ 494216 h 900285"/>
                <a:gd name="connsiteX125" fmla="*/ 1217558 w 2912392"/>
                <a:gd name="connsiteY125" fmla="*/ 492489 h 900285"/>
                <a:gd name="connsiteX126" fmla="*/ 1227302 w 2912392"/>
                <a:gd name="connsiteY126" fmla="*/ 490777 h 900285"/>
                <a:gd name="connsiteX127" fmla="*/ 1237031 w 2912392"/>
                <a:gd name="connsiteY127" fmla="*/ 489074 h 900285"/>
                <a:gd name="connsiteX128" fmla="*/ 1246775 w 2912392"/>
                <a:gd name="connsiteY128" fmla="*/ 487376 h 900285"/>
                <a:gd name="connsiteX129" fmla="*/ 1256519 w 2912392"/>
                <a:gd name="connsiteY129" fmla="*/ 485677 h 900285"/>
                <a:gd name="connsiteX130" fmla="*/ 1266263 w 2912392"/>
                <a:gd name="connsiteY130" fmla="*/ 483971 h 900285"/>
                <a:gd name="connsiteX131" fmla="*/ 1276007 w 2912392"/>
                <a:gd name="connsiteY131" fmla="*/ 482253 h 900285"/>
                <a:gd name="connsiteX132" fmla="*/ 1285736 w 2912392"/>
                <a:gd name="connsiteY132" fmla="*/ 480520 h 900285"/>
                <a:gd name="connsiteX133" fmla="*/ 1295480 w 2912392"/>
                <a:gd name="connsiteY133" fmla="*/ 478764 h 900285"/>
                <a:gd name="connsiteX134" fmla="*/ 1305224 w 2912392"/>
                <a:gd name="connsiteY134" fmla="*/ 476979 h 900285"/>
                <a:gd name="connsiteX135" fmla="*/ 1314968 w 2912392"/>
                <a:gd name="connsiteY135" fmla="*/ 475161 h 900285"/>
                <a:gd name="connsiteX136" fmla="*/ 1324697 w 2912392"/>
                <a:gd name="connsiteY136" fmla="*/ 473305 h 900285"/>
                <a:gd name="connsiteX137" fmla="*/ 1334441 w 2912392"/>
                <a:gd name="connsiteY137" fmla="*/ 471405 h 900285"/>
                <a:gd name="connsiteX138" fmla="*/ 1344185 w 2912392"/>
                <a:gd name="connsiteY138" fmla="*/ 469455 h 900285"/>
                <a:gd name="connsiteX139" fmla="*/ 1353929 w 2912392"/>
                <a:gd name="connsiteY139" fmla="*/ 467451 h 900285"/>
                <a:gd name="connsiteX140" fmla="*/ 1363658 w 2912392"/>
                <a:gd name="connsiteY140" fmla="*/ 465386 h 900285"/>
                <a:gd name="connsiteX141" fmla="*/ 1373402 w 2912392"/>
                <a:gd name="connsiteY141" fmla="*/ 463256 h 900285"/>
                <a:gd name="connsiteX142" fmla="*/ 1383146 w 2912392"/>
                <a:gd name="connsiteY142" fmla="*/ 461054 h 900285"/>
                <a:gd name="connsiteX143" fmla="*/ 1392890 w 2912392"/>
                <a:gd name="connsiteY143" fmla="*/ 458775 h 900285"/>
                <a:gd name="connsiteX144" fmla="*/ 1402619 w 2912392"/>
                <a:gd name="connsiteY144" fmla="*/ 456415 h 900285"/>
                <a:gd name="connsiteX145" fmla="*/ 1412363 w 2912392"/>
                <a:gd name="connsiteY145" fmla="*/ 453970 h 900285"/>
                <a:gd name="connsiteX146" fmla="*/ 1422106 w 2912392"/>
                <a:gd name="connsiteY146" fmla="*/ 451433 h 900285"/>
                <a:gd name="connsiteX147" fmla="*/ 1431850 w 2912392"/>
                <a:gd name="connsiteY147" fmla="*/ 448799 h 900285"/>
                <a:gd name="connsiteX148" fmla="*/ 1441594 w 2912392"/>
                <a:gd name="connsiteY148" fmla="*/ 446064 h 900285"/>
                <a:gd name="connsiteX149" fmla="*/ 1451323 w 2912392"/>
                <a:gd name="connsiteY149" fmla="*/ 443222 h 900285"/>
                <a:gd name="connsiteX150" fmla="*/ 1461067 w 2912392"/>
                <a:gd name="connsiteY150" fmla="*/ 440271 h 900285"/>
                <a:gd name="connsiteX151" fmla="*/ 1470811 w 2912392"/>
                <a:gd name="connsiteY151" fmla="*/ 437205 h 900285"/>
                <a:gd name="connsiteX152" fmla="*/ 1480555 w 2912392"/>
                <a:gd name="connsiteY152" fmla="*/ 434018 h 900285"/>
                <a:gd name="connsiteX153" fmla="*/ 1490284 w 2912392"/>
                <a:gd name="connsiteY153" fmla="*/ 430709 h 900285"/>
                <a:gd name="connsiteX154" fmla="*/ 1500028 w 2912392"/>
                <a:gd name="connsiteY154" fmla="*/ 427272 h 900285"/>
                <a:gd name="connsiteX155" fmla="*/ 1509772 w 2912392"/>
                <a:gd name="connsiteY155" fmla="*/ 423705 h 900285"/>
                <a:gd name="connsiteX156" fmla="*/ 1519516 w 2912392"/>
                <a:gd name="connsiteY156" fmla="*/ 420001 h 900285"/>
                <a:gd name="connsiteX157" fmla="*/ 1529245 w 2912392"/>
                <a:gd name="connsiteY157" fmla="*/ 416161 h 900285"/>
                <a:gd name="connsiteX158" fmla="*/ 1538989 w 2912392"/>
                <a:gd name="connsiteY158" fmla="*/ 412179 h 900285"/>
                <a:gd name="connsiteX159" fmla="*/ 1548733 w 2912392"/>
                <a:gd name="connsiteY159" fmla="*/ 408053 h 900285"/>
                <a:gd name="connsiteX160" fmla="*/ 1558477 w 2912392"/>
                <a:gd name="connsiteY160" fmla="*/ 403782 h 900285"/>
                <a:gd name="connsiteX161" fmla="*/ 1568221 w 2912392"/>
                <a:gd name="connsiteY161" fmla="*/ 399361 h 900285"/>
                <a:gd name="connsiteX162" fmla="*/ 1577950 w 2912392"/>
                <a:gd name="connsiteY162" fmla="*/ 394789 h 900285"/>
                <a:gd name="connsiteX163" fmla="*/ 1587694 w 2912392"/>
                <a:gd name="connsiteY163" fmla="*/ 390064 h 900285"/>
                <a:gd name="connsiteX164" fmla="*/ 1597438 w 2912392"/>
                <a:gd name="connsiteY164" fmla="*/ 385188 h 900285"/>
                <a:gd name="connsiteX165" fmla="*/ 1607182 w 2912392"/>
                <a:gd name="connsiteY165" fmla="*/ 380155 h 900285"/>
                <a:gd name="connsiteX166" fmla="*/ 1616911 w 2912392"/>
                <a:gd name="connsiteY166" fmla="*/ 374966 h 900285"/>
                <a:gd name="connsiteX167" fmla="*/ 1626655 w 2912392"/>
                <a:gd name="connsiteY167" fmla="*/ 369623 h 900285"/>
                <a:gd name="connsiteX168" fmla="*/ 1636399 w 2912392"/>
                <a:gd name="connsiteY168" fmla="*/ 364122 h 900285"/>
                <a:gd name="connsiteX169" fmla="*/ 1646142 w 2912392"/>
                <a:gd name="connsiteY169" fmla="*/ 358468 h 900285"/>
                <a:gd name="connsiteX170" fmla="*/ 1655872 w 2912392"/>
                <a:gd name="connsiteY170" fmla="*/ 352659 h 900285"/>
                <a:gd name="connsiteX171" fmla="*/ 1665616 w 2912392"/>
                <a:gd name="connsiteY171" fmla="*/ 346696 h 900285"/>
                <a:gd name="connsiteX172" fmla="*/ 1675359 w 2912392"/>
                <a:gd name="connsiteY172" fmla="*/ 340582 h 900285"/>
                <a:gd name="connsiteX173" fmla="*/ 1685103 w 2912392"/>
                <a:gd name="connsiteY173" fmla="*/ 334320 h 900285"/>
                <a:gd name="connsiteX174" fmla="*/ 1694832 w 2912392"/>
                <a:gd name="connsiteY174" fmla="*/ 327912 h 900285"/>
                <a:gd name="connsiteX175" fmla="*/ 1704576 w 2912392"/>
                <a:gd name="connsiteY175" fmla="*/ 321359 h 900285"/>
                <a:gd name="connsiteX176" fmla="*/ 1714320 w 2912392"/>
                <a:gd name="connsiteY176" fmla="*/ 314667 h 900285"/>
                <a:gd name="connsiteX177" fmla="*/ 1724064 w 2912392"/>
                <a:gd name="connsiteY177" fmla="*/ 307840 h 900285"/>
                <a:gd name="connsiteX178" fmla="*/ 1733808 w 2912392"/>
                <a:gd name="connsiteY178" fmla="*/ 300880 h 900285"/>
                <a:gd name="connsiteX179" fmla="*/ 1743537 w 2912392"/>
                <a:gd name="connsiteY179" fmla="*/ 293796 h 900285"/>
                <a:gd name="connsiteX180" fmla="*/ 1753281 w 2912392"/>
                <a:gd name="connsiteY180" fmla="*/ 286591 h 900285"/>
                <a:gd name="connsiteX181" fmla="*/ 1763025 w 2912392"/>
                <a:gd name="connsiteY181" fmla="*/ 279271 h 900285"/>
                <a:gd name="connsiteX182" fmla="*/ 1772769 w 2912392"/>
                <a:gd name="connsiteY182" fmla="*/ 271842 h 900285"/>
                <a:gd name="connsiteX183" fmla="*/ 1782498 w 2912392"/>
                <a:gd name="connsiteY183" fmla="*/ 264314 h 900285"/>
                <a:gd name="connsiteX184" fmla="*/ 1792242 w 2912392"/>
                <a:gd name="connsiteY184" fmla="*/ 256692 h 900285"/>
                <a:gd name="connsiteX185" fmla="*/ 1801986 w 2912392"/>
                <a:gd name="connsiteY185" fmla="*/ 248983 h 900285"/>
                <a:gd name="connsiteX186" fmla="*/ 1811730 w 2912392"/>
                <a:gd name="connsiteY186" fmla="*/ 241198 h 900285"/>
                <a:gd name="connsiteX187" fmla="*/ 1821459 w 2912392"/>
                <a:gd name="connsiteY187" fmla="*/ 233345 h 900285"/>
                <a:gd name="connsiteX188" fmla="*/ 1831203 w 2912392"/>
                <a:gd name="connsiteY188" fmla="*/ 225432 h 900285"/>
                <a:gd name="connsiteX189" fmla="*/ 1840947 w 2912392"/>
                <a:gd name="connsiteY189" fmla="*/ 217470 h 900285"/>
                <a:gd name="connsiteX190" fmla="*/ 1850691 w 2912392"/>
                <a:gd name="connsiteY190" fmla="*/ 209471 h 900285"/>
                <a:gd name="connsiteX191" fmla="*/ 1860435 w 2912392"/>
                <a:gd name="connsiteY191" fmla="*/ 201442 h 900285"/>
                <a:gd name="connsiteX192" fmla="*/ 1870164 w 2912392"/>
                <a:gd name="connsiteY192" fmla="*/ 193396 h 900285"/>
                <a:gd name="connsiteX193" fmla="*/ 1879908 w 2912392"/>
                <a:gd name="connsiteY193" fmla="*/ 185345 h 900285"/>
                <a:gd name="connsiteX194" fmla="*/ 1889652 w 2912392"/>
                <a:gd name="connsiteY194" fmla="*/ 177299 h 900285"/>
                <a:gd name="connsiteX195" fmla="*/ 1899395 w 2912392"/>
                <a:gd name="connsiteY195" fmla="*/ 169272 h 900285"/>
                <a:gd name="connsiteX196" fmla="*/ 1909124 w 2912392"/>
                <a:gd name="connsiteY196" fmla="*/ 161276 h 900285"/>
                <a:gd name="connsiteX197" fmla="*/ 1918868 w 2912392"/>
                <a:gd name="connsiteY197" fmla="*/ 153322 h 900285"/>
                <a:gd name="connsiteX198" fmla="*/ 1928612 w 2912392"/>
                <a:gd name="connsiteY198" fmla="*/ 145425 h 900285"/>
                <a:gd name="connsiteX199" fmla="*/ 1938356 w 2912392"/>
                <a:gd name="connsiteY199" fmla="*/ 137597 h 900285"/>
                <a:gd name="connsiteX200" fmla="*/ 1948085 w 2912392"/>
                <a:gd name="connsiteY200" fmla="*/ 129852 h 900285"/>
                <a:gd name="connsiteX201" fmla="*/ 1957829 w 2912392"/>
                <a:gd name="connsiteY201" fmla="*/ 122203 h 900285"/>
                <a:gd name="connsiteX202" fmla="*/ 1967573 w 2912392"/>
                <a:gd name="connsiteY202" fmla="*/ 114664 h 900285"/>
                <a:gd name="connsiteX203" fmla="*/ 1977317 w 2912392"/>
                <a:gd name="connsiteY203" fmla="*/ 107249 h 900285"/>
                <a:gd name="connsiteX204" fmla="*/ 1987046 w 2912392"/>
                <a:gd name="connsiteY204" fmla="*/ 99971 h 900285"/>
                <a:gd name="connsiteX205" fmla="*/ 1996790 w 2912392"/>
                <a:gd name="connsiteY205" fmla="*/ 92845 h 900285"/>
                <a:gd name="connsiteX206" fmla="*/ 2006534 w 2912392"/>
                <a:gd name="connsiteY206" fmla="*/ 85884 h 900285"/>
                <a:gd name="connsiteX207" fmla="*/ 2016278 w 2912392"/>
                <a:gd name="connsiteY207" fmla="*/ 79102 h 900285"/>
                <a:gd name="connsiteX208" fmla="*/ 2026022 w 2912392"/>
                <a:gd name="connsiteY208" fmla="*/ 72512 h 900285"/>
                <a:gd name="connsiteX209" fmla="*/ 2035751 w 2912392"/>
                <a:gd name="connsiteY209" fmla="*/ 66129 h 900285"/>
                <a:gd name="connsiteX210" fmla="*/ 2045495 w 2912392"/>
                <a:gd name="connsiteY210" fmla="*/ 59965 h 900285"/>
                <a:gd name="connsiteX211" fmla="*/ 2055239 w 2912392"/>
                <a:gd name="connsiteY211" fmla="*/ 54036 h 900285"/>
                <a:gd name="connsiteX212" fmla="*/ 2064983 w 2912392"/>
                <a:gd name="connsiteY212" fmla="*/ 48352 h 900285"/>
                <a:gd name="connsiteX213" fmla="*/ 2074712 w 2912392"/>
                <a:gd name="connsiteY213" fmla="*/ 42925 h 900285"/>
                <a:gd name="connsiteX214" fmla="*/ 2084456 w 2912392"/>
                <a:gd name="connsiteY214" fmla="*/ 37772 h 900285"/>
                <a:gd name="connsiteX215" fmla="*/ 2094200 w 2912392"/>
                <a:gd name="connsiteY215" fmla="*/ 32900 h 900285"/>
                <a:gd name="connsiteX216" fmla="*/ 2103944 w 2912392"/>
                <a:gd name="connsiteY216" fmla="*/ 28324 h 900285"/>
                <a:gd name="connsiteX217" fmla="*/ 2113673 w 2912392"/>
                <a:gd name="connsiteY217" fmla="*/ 24054 h 900285"/>
                <a:gd name="connsiteX218" fmla="*/ 2123417 w 2912392"/>
                <a:gd name="connsiteY218" fmla="*/ 20102 h 900285"/>
                <a:gd name="connsiteX219" fmla="*/ 2133161 w 2912392"/>
                <a:gd name="connsiteY219" fmla="*/ 16475 h 900285"/>
                <a:gd name="connsiteX220" fmla="*/ 2142905 w 2912392"/>
                <a:gd name="connsiteY220" fmla="*/ 13187 h 900285"/>
                <a:gd name="connsiteX221" fmla="*/ 2152649 w 2912392"/>
                <a:gd name="connsiteY221" fmla="*/ 10245 h 900285"/>
                <a:gd name="connsiteX222" fmla="*/ 2162377 w 2912392"/>
                <a:gd name="connsiteY222" fmla="*/ 7658 h 900285"/>
                <a:gd name="connsiteX223" fmla="*/ 2172121 w 2912392"/>
                <a:gd name="connsiteY223" fmla="*/ 5434 h 900285"/>
                <a:gd name="connsiteX224" fmla="*/ 2181865 w 2912392"/>
                <a:gd name="connsiteY224" fmla="*/ 3580 h 900285"/>
                <a:gd name="connsiteX225" fmla="*/ 2191609 w 2912392"/>
                <a:gd name="connsiteY225" fmla="*/ 2105 h 900285"/>
                <a:gd name="connsiteX226" fmla="*/ 2201338 w 2912392"/>
                <a:gd name="connsiteY226" fmla="*/ 1013 h 900285"/>
                <a:gd name="connsiteX227" fmla="*/ 2211082 w 2912392"/>
                <a:gd name="connsiteY227" fmla="*/ 310 h 900285"/>
                <a:gd name="connsiteX228" fmla="*/ 2220826 w 2912392"/>
                <a:gd name="connsiteY228" fmla="*/ 0 h 900285"/>
                <a:gd name="connsiteX229" fmla="*/ 2230570 w 2912392"/>
                <a:gd name="connsiteY229" fmla="*/ 88 h 900285"/>
                <a:gd name="connsiteX230" fmla="*/ 2240299 w 2912392"/>
                <a:gd name="connsiteY230" fmla="*/ 577 h 900285"/>
                <a:gd name="connsiteX231" fmla="*/ 2250043 w 2912392"/>
                <a:gd name="connsiteY231" fmla="*/ 1469 h 900285"/>
                <a:gd name="connsiteX232" fmla="*/ 2259787 w 2912392"/>
                <a:gd name="connsiteY232" fmla="*/ 2765 h 900285"/>
                <a:gd name="connsiteX233" fmla="*/ 2269531 w 2912392"/>
                <a:gd name="connsiteY233" fmla="*/ 4468 h 900285"/>
                <a:gd name="connsiteX234" fmla="*/ 2279260 w 2912392"/>
                <a:gd name="connsiteY234" fmla="*/ 6576 h 900285"/>
                <a:gd name="connsiteX235" fmla="*/ 2289004 w 2912392"/>
                <a:gd name="connsiteY235" fmla="*/ 9090 h 900285"/>
                <a:gd name="connsiteX236" fmla="*/ 2298748 w 2912392"/>
                <a:gd name="connsiteY236" fmla="*/ 12007 h 900285"/>
                <a:gd name="connsiteX237" fmla="*/ 2308492 w 2912392"/>
                <a:gd name="connsiteY237" fmla="*/ 15327 h 900285"/>
                <a:gd name="connsiteX238" fmla="*/ 2318236 w 2912392"/>
                <a:gd name="connsiteY238" fmla="*/ 19042 h 900285"/>
                <a:gd name="connsiteX239" fmla="*/ 2327965 w 2912392"/>
                <a:gd name="connsiteY239" fmla="*/ 23155 h 900285"/>
                <a:gd name="connsiteX240" fmla="*/ 2337709 w 2912392"/>
                <a:gd name="connsiteY240" fmla="*/ 27654 h 900285"/>
                <a:gd name="connsiteX241" fmla="*/ 2347453 w 2912392"/>
                <a:gd name="connsiteY241" fmla="*/ 32538 h 900285"/>
                <a:gd name="connsiteX242" fmla="*/ 2357197 w 2912392"/>
                <a:gd name="connsiteY242" fmla="*/ 37800 h 900285"/>
                <a:gd name="connsiteX243" fmla="*/ 2366926 w 2912392"/>
                <a:gd name="connsiteY243" fmla="*/ 43434 h 900285"/>
                <a:gd name="connsiteX244" fmla="*/ 2376670 w 2912392"/>
                <a:gd name="connsiteY244" fmla="*/ 49427 h 900285"/>
                <a:gd name="connsiteX245" fmla="*/ 2386413 w 2912392"/>
                <a:gd name="connsiteY245" fmla="*/ 55777 h 900285"/>
                <a:gd name="connsiteX246" fmla="*/ 2396157 w 2912392"/>
                <a:gd name="connsiteY246" fmla="*/ 62471 h 900285"/>
                <a:gd name="connsiteX247" fmla="*/ 2405886 w 2912392"/>
                <a:gd name="connsiteY247" fmla="*/ 69501 h 900285"/>
                <a:gd name="connsiteX248" fmla="*/ 2415630 w 2912392"/>
                <a:gd name="connsiteY248" fmla="*/ 76853 h 900285"/>
                <a:gd name="connsiteX249" fmla="*/ 2425374 w 2912392"/>
                <a:gd name="connsiteY249" fmla="*/ 84519 h 900285"/>
                <a:gd name="connsiteX250" fmla="*/ 2435118 w 2912392"/>
                <a:gd name="connsiteY250" fmla="*/ 92485 h 900285"/>
                <a:gd name="connsiteX251" fmla="*/ 2444862 w 2912392"/>
                <a:gd name="connsiteY251" fmla="*/ 100741 h 900285"/>
                <a:gd name="connsiteX252" fmla="*/ 2454591 w 2912392"/>
                <a:gd name="connsiteY252" fmla="*/ 109269 h 900285"/>
                <a:gd name="connsiteX253" fmla="*/ 2464335 w 2912392"/>
                <a:gd name="connsiteY253" fmla="*/ 118060 h 900285"/>
                <a:gd name="connsiteX254" fmla="*/ 2474079 w 2912392"/>
                <a:gd name="connsiteY254" fmla="*/ 127096 h 900285"/>
                <a:gd name="connsiteX255" fmla="*/ 2483823 w 2912392"/>
                <a:gd name="connsiteY255" fmla="*/ 136364 h 900285"/>
                <a:gd name="connsiteX256" fmla="*/ 2493552 w 2912392"/>
                <a:gd name="connsiteY256" fmla="*/ 145849 h 900285"/>
                <a:gd name="connsiteX257" fmla="*/ 2503296 w 2912392"/>
                <a:gd name="connsiteY257" fmla="*/ 155533 h 900285"/>
                <a:gd name="connsiteX258" fmla="*/ 2513040 w 2912392"/>
                <a:gd name="connsiteY258" fmla="*/ 165403 h 900285"/>
                <a:gd name="connsiteX259" fmla="*/ 2522784 w 2912392"/>
                <a:gd name="connsiteY259" fmla="*/ 175438 h 900285"/>
                <a:gd name="connsiteX260" fmla="*/ 2532513 w 2912392"/>
                <a:gd name="connsiteY260" fmla="*/ 185623 h 900285"/>
                <a:gd name="connsiteX261" fmla="*/ 2542257 w 2912392"/>
                <a:gd name="connsiteY261" fmla="*/ 195942 h 900285"/>
                <a:gd name="connsiteX262" fmla="*/ 2552001 w 2912392"/>
                <a:gd name="connsiteY262" fmla="*/ 206376 h 900285"/>
                <a:gd name="connsiteX263" fmla="*/ 2561745 w 2912392"/>
                <a:gd name="connsiteY263" fmla="*/ 216907 h 900285"/>
                <a:gd name="connsiteX264" fmla="*/ 2571474 w 2912392"/>
                <a:gd name="connsiteY264" fmla="*/ 227515 h 900285"/>
                <a:gd name="connsiteX265" fmla="*/ 2581218 w 2912392"/>
                <a:gd name="connsiteY265" fmla="*/ 238184 h 900285"/>
                <a:gd name="connsiteX266" fmla="*/ 2590962 w 2912392"/>
                <a:gd name="connsiteY266" fmla="*/ 248895 h 900285"/>
                <a:gd name="connsiteX267" fmla="*/ 2600705 w 2912392"/>
                <a:gd name="connsiteY267" fmla="*/ 259630 h 900285"/>
                <a:gd name="connsiteX268" fmla="*/ 2610449 w 2912392"/>
                <a:gd name="connsiteY268" fmla="*/ 270366 h 900285"/>
                <a:gd name="connsiteX269" fmla="*/ 2620178 w 2912392"/>
                <a:gd name="connsiteY269" fmla="*/ 281089 h 900285"/>
                <a:gd name="connsiteX270" fmla="*/ 2629922 w 2912392"/>
                <a:gd name="connsiteY270" fmla="*/ 291777 h 900285"/>
                <a:gd name="connsiteX271" fmla="*/ 2639666 w 2912392"/>
                <a:gd name="connsiteY271" fmla="*/ 302412 h 900285"/>
                <a:gd name="connsiteX272" fmla="*/ 2649410 w 2912392"/>
                <a:gd name="connsiteY272" fmla="*/ 312976 h 900285"/>
                <a:gd name="connsiteX273" fmla="*/ 2659139 w 2912392"/>
                <a:gd name="connsiteY273" fmla="*/ 323448 h 900285"/>
                <a:gd name="connsiteX274" fmla="*/ 2668883 w 2912392"/>
                <a:gd name="connsiteY274" fmla="*/ 333812 h 900285"/>
                <a:gd name="connsiteX275" fmla="*/ 2678627 w 2912392"/>
                <a:gd name="connsiteY275" fmla="*/ 344047 h 900285"/>
                <a:gd name="connsiteX276" fmla="*/ 2688371 w 2912392"/>
                <a:gd name="connsiteY276" fmla="*/ 354135 h 900285"/>
                <a:gd name="connsiteX277" fmla="*/ 2698100 w 2912392"/>
                <a:gd name="connsiteY277" fmla="*/ 364060 h 900285"/>
                <a:gd name="connsiteX278" fmla="*/ 2707844 w 2912392"/>
                <a:gd name="connsiteY278" fmla="*/ 373802 h 900285"/>
                <a:gd name="connsiteX279" fmla="*/ 2717588 w 2912392"/>
                <a:gd name="connsiteY279" fmla="*/ 383343 h 900285"/>
                <a:gd name="connsiteX280" fmla="*/ 2727332 w 2912392"/>
                <a:gd name="connsiteY280" fmla="*/ 392669 h 900285"/>
                <a:gd name="connsiteX281" fmla="*/ 2737076 w 2912392"/>
                <a:gd name="connsiteY281" fmla="*/ 401758 h 900285"/>
                <a:gd name="connsiteX282" fmla="*/ 2746805 w 2912392"/>
                <a:gd name="connsiteY282" fmla="*/ 410598 h 900285"/>
                <a:gd name="connsiteX283" fmla="*/ 2756549 w 2912392"/>
                <a:gd name="connsiteY283" fmla="*/ 419172 h 900285"/>
                <a:gd name="connsiteX284" fmla="*/ 2766293 w 2912392"/>
                <a:gd name="connsiteY284" fmla="*/ 427462 h 900285"/>
                <a:gd name="connsiteX285" fmla="*/ 2776037 w 2912392"/>
                <a:gd name="connsiteY285" fmla="*/ 435456 h 900285"/>
                <a:gd name="connsiteX286" fmla="*/ 2785766 w 2912392"/>
                <a:gd name="connsiteY286" fmla="*/ 443137 h 900285"/>
                <a:gd name="connsiteX287" fmla="*/ 2795510 w 2912392"/>
                <a:gd name="connsiteY287" fmla="*/ 450492 h 900285"/>
                <a:gd name="connsiteX288" fmla="*/ 2805254 w 2912392"/>
                <a:gd name="connsiteY288" fmla="*/ 457508 h 900285"/>
                <a:gd name="connsiteX289" fmla="*/ 2814998 w 2912392"/>
                <a:gd name="connsiteY289" fmla="*/ 464172 h 900285"/>
                <a:gd name="connsiteX290" fmla="*/ 2824727 w 2912392"/>
                <a:gd name="connsiteY290" fmla="*/ 470471 h 900285"/>
                <a:gd name="connsiteX291" fmla="*/ 2834471 w 2912392"/>
                <a:gd name="connsiteY291" fmla="*/ 476395 h 900285"/>
                <a:gd name="connsiteX292" fmla="*/ 2844215 w 2912392"/>
                <a:gd name="connsiteY292" fmla="*/ 481931 h 900285"/>
                <a:gd name="connsiteX293" fmla="*/ 2853958 w 2912392"/>
                <a:gd name="connsiteY293" fmla="*/ 487073 h 900285"/>
                <a:gd name="connsiteX294" fmla="*/ 2863687 w 2912392"/>
                <a:gd name="connsiteY294" fmla="*/ 491808 h 900285"/>
                <a:gd name="connsiteX295" fmla="*/ 2873431 w 2912392"/>
                <a:gd name="connsiteY295" fmla="*/ 496129 h 900285"/>
                <a:gd name="connsiteX296" fmla="*/ 2883175 w 2912392"/>
                <a:gd name="connsiteY296" fmla="*/ 500028 h 900285"/>
                <a:gd name="connsiteX297" fmla="*/ 2892919 w 2912392"/>
                <a:gd name="connsiteY297" fmla="*/ 503498 h 900285"/>
                <a:gd name="connsiteX298" fmla="*/ 2902663 w 2912392"/>
                <a:gd name="connsiteY298" fmla="*/ 506534 h 900285"/>
                <a:gd name="connsiteX299" fmla="*/ 2912392 w 2912392"/>
                <a:gd name="connsiteY299" fmla="*/ 509131 h 900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900285">
                  <a:moveTo>
                    <a:pt x="0" y="827192"/>
                  </a:moveTo>
                  <a:lnTo>
                    <a:pt x="9739" y="832555"/>
                  </a:lnTo>
                  <a:lnTo>
                    <a:pt x="19480" y="837770"/>
                  </a:lnTo>
                  <a:lnTo>
                    <a:pt x="29221" y="842821"/>
                  </a:lnTo>
                  <a:lnTo>
                    <a:pt x="38961" y="847722"/>
                  </a:lnTo>
                  <a:lnTo>
                    <a:pt x="48702" y="852445"/>
                  </a:lnTo>
                  <a:lnTo>
                    <a:pt x="58443" y="856989"/>
                  </a:lnTo>
                  <a:lnTo>
                    <a:pt x="68182" y="861340"/>
                  </a:lnTo>
                  <a:lnTo>
                    <a:pt x="77923" y="865497"/>
                  </a:lnTo>
                  <a:lnTo>
                    <a:pt x="87664" y="869445"/>
                  </a:lnTo>
                  <a:lnTo>
                    <a:pt x="97404" y="873185"/>
                  </a:lnTo>
                  <a:lnTo>
                    <a:pt x="107145" y="876701"/>
                  </a:lnTo>
                  <a:lnTo>
                    <a:pt x="116886" y="879993"/>
                  </a:lnTo>
                  <a:lnTo>
                    <a:pt x="126625" y="883048"/>
                  </a:lnTo>
                  <a:lnTo>
                    <a:pt x="136366" y="885879"/>
                  </a:lnTo>
                  <a:lnTo>
                    <a:pt x="146107" y="888471"/>
                  </a:lnTo>
                  <a:lnTo>
                    <a:pt x="155846" y="890810"/>
                  </a:lnTo>
                  <a:lnTo>
                    <a:pt x="165587" y="892896"/>
                  </a:lnTo>
                  <a:lnTo>
                    <a:pt x="175328" y="894729"/>
                  </a:lnTo>
                  <a:lnTo>
                    <a:pt x="185068" y="896308"/>
                  </a:lnTo>
                  <a:lnTo>
                    <a:pt x="194809" y="897634"/>
                  </a:lnTo>
                  <a:lnTo>
                    <a:pt x="204550" y="898692"/>
                  </a:lnTo>
                  <a:lnTo>
                    <a:pt x="214289" y="899481"/>
                  </a:lnTo>
                  <a:lnTo>
                    <a:pt x="224030" y="900018"/>
                  </a:lnTo>
                  <a:lnTo>
                    <a:pt x="233771" y="900286"/>
                  </a:lnTo>
                  <a:lnTo>
                    <a:pt x="243510" y="900286"/>
                  </a:lnTo>
                  <a:lnTo>
                    <a:pt x="253251" y="900018"/>
                  </a:lnTo>
                  <a:lnTo>
                    <a:pt x="262992" y="899496"/>
                  </a:lnTo>
                  <a:lnTo>
                    <a:pt x="272732" y="898707"/>
                  </a:lnTo>
                  <a:lnTo>
                    <a:pt x="282473" y="897664"/>
                  </a:lnTo>
                  <a:lnTo>
                    <a:pt x="292214" y="896352"/>
                  </a:lnTo>
                  <a:lnTo>
                    <a:pt x="301953" y="894788"/>
                  </a:lnTo>
                  <a:lnTo>
                    <a:pt x="311694" y="892971"/>
                  </a:lnTo>
                  <a:lnTo>
                    <a:pt x="321435" y="890915"/>
                  </a:lnTo>
                  <a:lnTo>
                    <a:pt x="331175" y="888605"/>
                  </a:lnTo>
                  <a:lnTo>
                    <a:pt x="340916" y="886057"/>
                  </a:lnTo>
                  <a:lnTo>
                    <a:pt x="350656" y="883286"/>
                  </a:lnTo>
                  <a:lnTo>
                    <a:pt x="360396" y="880277"/>
                  </a:lnTo>
                  <a:lnTo>
                    <a:pt x="370137" y="877043"/>
                  </a:lnTo>
                  <a:lnTo>
                    <a:pt x="379878" y="873587"/>
                  </a:lnTo>
                  <a:lnTo>
                    <a:pt x="389617" y="869937"/>
                  </a:lnTo>
                  <a:lnTo>
                    <a:pt x="399358" y="866078"/>
                  </a:lnTo>
                  <a:lnTo>
                    <a:pt x="409099" y="862010"/>
                  </a:lnTo>
                  <a:lnTo>
                    <a:pt x="418839" y="857764"/>
                  </a:lnTo>
                  <a:lnTo>
                    <a:pt x="428580" y="853339"/>
                  </a:lnTo>
                  <a:lnTo>
                    <a:pt x="438321" y="848720"/>
                  </a:lnTo>
                  <a:lnTo>
                    <a:pt x="448060" y="843953"/>
                  </a:lnTo>
                  <a:lnTo>
                    <a:pt x="457801" y="839021"/>
                  </a:lnTo>
                  <a:lnTo>
                    <a:pt x="467542" y="833941"/>
                  </a:lnTo>
                  <a:lnTo>
                    <a:pt x="477281" y="828726"/>
                  </a:lnTo>
                  <a:lnTo>
                    <a:pt x="487022" y="823377"/>
                  </a:lnTo>
                  <a:lnTo>
                    <a:pt x="496763" y="817894"/>
                  </a:lnTo>
                  <a:lnTo>
                    <a:pt x="506503" y="812297"/>
                  </a:lnTo>
                  <a:lnTo>
                    <a:pt x="516244" y="806597"/>
                  </a:lnTo>
                  <a:lnTo>
                    <a:pt x="525985" y="800796"/>
                  </a:lnTo>
                  <a:lnTo>
                    <a:pt x="535724" y="794908"/>
                  </a:lnTo>
                  <a:lnTo>
                    <a:pt x="545465" y="788938"/>
                  </a:lnTo>
                  <a:lnTo>
                    <a:pt x="555206" y="782898"/>
                  </a:lnTo>
                  <a:lnTo>
                    <a:pt x="564946" y="776794"/>
                  </a:lnTo>
                  <a:lnTo>
                    <a:pt x="574687" y="770635"/>
                  </a:lnTo>
                  <a:lnTo>
                    <a:pt x="584428" y="764430"/>
                  </a:lnTo>
                  <a:lnTo>
                    <a:pt x="594167" y="758187"/>
                  </a:lnTo>
                  <a:lnTo>
                    <a:pt x="603908" y="751914"/>
                  </a:lnTo>
                  <a:lnTo>
                    <a:pt x="613649" y="745623"/>
                  </a:lnTo>
                  <a:lnTo>
                    <a:pt x="623388" y="739316"/>
                  </a:lnTo>
                  <a:lnTo>
                    <a:pt x="633129" y="733003"/>
                  </a:lnTo>
                  <a:lnTo>
                    <a:pt x="642870" y="726693"/>
                  </a:lnTo>
                  <a:lnTo>
                    <a:pt x="652610" y="720394"/>
                  </a:lnTo>
                  <a:lnTo>
                    <a:pt x="662351" y="714111"/>
                  </a:lnTo>
                  <a:lnTo>
                    <a:pt x="672092" y="707852"/>
                  </a:lnTo>
                  <a:lnTo>
                    <a:pt x="681831" y="701624"/>
                  </a:lnTo>
                  <a:lnTo>
                    <a:pt x="691572" y="695432"/>
                  </a:lnTo>
                  <a:lnTo>
                    <a:pt x="701313" y="689285"/>
                  </a:lnTo>
                  <a:lnTo>
                    <a:pt x="711052" y="683187"/>
                  </a:lnTo>
                  <a:lnTo>
                    <a:pt x="720793" y="677145"/>
                  </a:lnTo>
                  <a:lnTo>
                    <a:pt x="730534" y="671163"/>
                  </a:lnTo>
                  <a:lnTo>
                    <a:pt x="740274" y="665249"/>
                  </a:lnTo>
                  <a:lnTo>
                    <a:pt x="750015" y="659405"/>
                  </a:lnTo>
                  <a:lnTo>
                    <a:pt x="759756" y="653636"/>
                  </a:lnTo>
                  <a:lnTo>
                    <a:pt x="769495" y="647949"/>
                  </a:lnTo>
                  <a:lnTo>
                    <a:pt x="779236" y="642347"/>
                  </a:lnTo>
                  <a:lnTo>
                    <a:pt x="788977" y="636832"/>
                  </a:lnTo>
                  <a:lnTo>
                    <a:pt x="798717" y="631410"/>
                  </a:lnTo>
                  <a:lnTo>
                    <a:pt x="808458" y="626082"/>
                  </a:lnTo>
                  <a:lnTo>
                    <a:pt x="818199" y="620853"/>
                  </a:lnTo>
                  <a:lnTo>
                    <a:pt x="827938" y="615724"/>
                  </a:lnTo>
                  <a:lnTo>
                    <a:pt x="837679" y="610700"/>
                  </a:lnTo>
                  <a:lnTo>
                    <a:pt x="847420" y="605781"/>
                  </a:lnTo>
                  <a:lnTo>
                    <a:pt x="857159" y="600968"/>
                  </a:lnTo>
                  <a:lnTo>
                    <a:pt x="866900" y="596266"/>
                  </a:lnTo>
                  <a:lnTo>
                    <a:pt x="876641" y="591673"/>
                  </a:lnTo>
                  <a:lnTo>
                    <a:pt x="886381" y="587191"/>
                  </a:lnTo>
                  <a:lnTo>
                    <a:pt x="896122" y="582821"/>
                  </a:lnTo>
                  <a:lnTo>
                    <a:pt x="905863" y="578563"/>
                  </a:lnTo>
                  <a:lnTo>
                    <a:pt x="915602" y="574418"/>
                  </a:lnTo>
                  <a:lnTo>
                    <a:pt x="925343" y="570385"/>
                  </a:lnTo>
                  <a:lnTo>
                    <a:pt x="935084" y="566465"/>
                  </a:lnTo>
                  <a:lnTo>
                    <a:pt x="944824" y="562657"/>
                  </a:lnTo>
                  <a:lnTo>
                    <a:pt x="954564" y="558959"/>
                  </a:lnTo>
                  <a:lnTo>
                    <a:pt x="964305" y="555372"/>
                  </a:lnTo>
                  <a:lnTo>
                    <a:pt x="974045" y="551893"/>
                  </a:lnTo>
                  <a:lnTo>
                    <a:pt x="983786" y="548519"/>
                  </a:lnTo>
                  <a:lnTo>
                    <a:pt x="993522" y="545254"/>
                  </a:lnTo>
                  <a:lnTo>
                    <a:pt x="1003266" y="542091"/>
                  </a:lnTo>
                  <a:lnTo>
                    <a:pt x="1013010" y="539029"/>
                  </a:lnTo>
                  <a:lnTo>
                    <a:pt x="1022754" y="536065"/>
                  </a:lnTo>
                  <a:lnTo>
                    <a:pt x="1032483" y="533199"/>
                  </a:lnTo>
                  <a:lnTo>
                    <a:pt x="1042227" y="530426"/>
                  </a:lnTo>
                  <a:lnTo>
                    <a:pt x="1051971" y="527744"/>
                  </a:lnTo>
                  <a:lnTo>
                    <a:pt x="1061715" y="525150"/>
                  </a:lnTo>
                  <a:lnTo>
                    <a:pt x="1071444" y="522640"/>
                  </a:lnTo>
                  <a:lnTo>
                    <a:pt x="1081188" y="520213"/>
                  </a:lnTo>
                  <a:lnTo>
                    <a:pt x="1090932" y="517862"/>
                  </a:lnTo>
                  <a:lnTo>
                    <a:pt x="1100676" y="515584"/>
                  </a:lnTo>
                  <a:lnTo>
                    <a:pt x="1110405" y="513377"/>
                  </a:lnTo>
                  <a:lnTo>
                    <a:pt x="1120149" y="511236"/>
                  </a:lnTo>
                  <a:lnTo>
                    <a:pt x="1129893" y="509156"/>
                  </a:lnTo>
                  <a:lnTo>
                    <a:pt x="1139637" y="507136"/>
                  </a:lnTo>
                  <a:lnTo>
                    <a:pt x="1149381" y="505166"/>
                  </a:lnTo>
                  <a:lnTo>
                    <a:pt x="1159110" y="503247"/>
                  </a:lnTo>
                  <a:lnTo>
                    <a:pt x="1168854" y="501372"/>
                  </a:lnTo>
                  <a:lnTo>
                    <a:pt x="1178598" y="499536"/>
                  </a:lnTo>
                  <a:lnTo>
                    <a:pt x="1188341" y="497735"/>
                  </a:lnTo>
                  <a:lnTo>
                    <a:pt x="1198070" y="495963"/>
                  </a:lnTo>
                  <a:lnTo>
                    <a:pt x="1207814" y="494216"/>
                  </a:lnTo>
                  <a:lnTo>
                    <a:pt x="1217558" y="492489"/>
                  </a:lnTo>
                  <a:lnTo>
                    <a:pt x="1227302" y="490777"/>
                  </a:lnTo>
                  <a:lnTo>
                    <a:pt x="1237031" y="489074"/>
                  </a:lnTo>
                  <a:lnTo>
                    <a:pt x="1246775" y="487376"/>
                  </a:lnTo>
                  <a:lnTo>
                    <a:pt x="1256519" y="485677"/>
                  </a:lnTo>
                  <a:lnTo>
                    <a:pt x="1266263" y="483971"/>
                  </a:lnTo>
                  <a:lnTo>
                    <a:pt x="1276007" y="482253"/>
                  </a:lnTo>
                  <a:lnTo>
                    <a:pt x="1285736" y="480520"/>
                  </a:lnTo>
                  <a:lnTo>
                    <a:pt x="1295480" y="478764"/>
                  </a:lnTo>
                  <a:lnTo>
                    <a:pt x="1305224" y="476979"/>
                  </a:lnTo>
                  <a:lnTo>
                    <a:pt x="1314968" y="475161"/>
                  </a:lnTo>
                  <a:lnTo>
                    <a:pt x="1324697" y="473305"/>
                  </a:lnTo>
                  <a:lnTo>
                    <a:pt x="1334441" y="471405"/>
                  </a:lnTo>
                  <a:lnTo>
                    <a:pt x="1344185" y="469455"/>
                  </a:lnTo>
                  <a:lnTo>
                    <a:pt x="1353929" y="467451"/>
                  </a:lnTo>
                  <a:lnTo>
                    <a:pt x="1363658" y="465386"/>
                  </a:lnTo>
                  <a:lnTo>
                    <a:pt x="1373402" y="463256"/>
                  </a:lnTo>
                  <a:lnTo>
                    <a:pt x="1383146" y="461054"/>
                  </a:lnTo>
                  <a:lnTo>
                    <a:pt x="1392890" y="458775"/>
                  </a:lnTo>
                  <a:lnTo>
                    <a:pt x="1402619" y="456415"/>
                  </a:lnTo>
                  <a:lnTo>
                    <a:pt x="1412363" y="453970"/>
                  </a:lnTo>
                  <a:lnTo>
                    <a:pt x="1422106" y="451433"/>
                  </a:lnTo>
                  <a:lnTo>
                    <a:pt x="1431850" y="448799"/>
                  </a:lnTo>
                  <a:lnTo>
                    <a:pt x="1441594" y="446064"/>
                  </a:lnTo>
                  <a:lnTo>
                    <a:pt x="1451323" y="443222"/>
                  </a:lnTo>
                  <a:lnTo>
                    <a:pt x="1461067" y="440271"/>
                  </a:lnTo>
                  <a:lnTo>
                    <a:pt x="1470811" y="437205"/>
                  </a:lnTo>
                  <a:lnTo>
                    <a:pt x="1480555" y="434018"/>
                  </a:lnTo>
                  <a:lnTo>
                    <a:pt x="1490284" y="430709"/>
                  </a:lnTo>
                  <a:lnTo>
                    <a:pt x="1500028" y="427272"/>
                  </a:lnTo>
                  <a:lnTo>
                    <a:pt x="1509772" y="423705"/>
                  </a:lnTo>
                  <a:lnTo>
                    <a:pt x="1519516" y="420001"/>
                  </a:lnTo>
                  <a:lnTo>
                    <a:pt x="1529245" y="416161"/>
                  </a:lnTo>
                  <a:lnTo>
                    <a:pt x="1538989" y="412179"/>
                  </a:lnTo>
                  <a:lnTo>
                    <a:pt x="1548733" y="408053"/>
                  </a:lnTo>
                  <a:lnTo>
                    <a:pt x="1558477" y="403782"/>
                  </a:lnTo>
                  <a:lnTo>
                    <a:pt x="1568221" y="399361"/>
                  </a:lnTo>
                  <a:lnTo>
                    <a:pt x="1577950" y="394789"/>
                  </a:lnTo>
                  <a:lnTo>
                    <a:pt x="1587694" y="390064"/>
                  </a:lnTo>
                  <a:lnTo>
                    <a:pt x="1597438" y="385188"/>
                  </a:lnTo>
                  <a:lnTo>
                    <a:pt x="1607182" y="380155"/>
                  </a:lnTo>
                  <a:lnTo>
                    <a:pt x="1616911" y="374966"/>
                  </a:lnTo>
                  <a:lnTo>
                    <a:pt x="1626655" y="369623"/>
                  </a:lnTo>
                  <a:lnTo>
                    <a:pt x="1636399" y="364122"/>
                  </a:lnTo>
                  <a:lnTo>
                    <a:pt x="1646142" y="358468"/>
                  </a:lnTo>
                  <a:lnTo>
                    <a:pt x="1655872" y="352659"/>
                  </a:lnTo>
                  <a:lnTo>
                    <a:pt x="1665616" y="346696"/>
                  </a:lnTo>
                  <a:lnTo>
                    <a:pt x="1675359" y="340582"/>
                  </a:lnTo>
                  <a:lnTo>
                    <a:pt x="1685103" y="334320"/>
                  </a:lnTo>
                  <a:lnTo>
                    <a:pt x="1694832" y="327912"/>
                  </a:lnTo>
                  <a:lnTo>
                    <a:pt x="1704576" y="321359"/>
                  </a:lnTo>
                  <a:lnTo>
                    <a:pt x="1714320" y="314667"/>
                  </a:lnTo>
                  <a:lnTo>
                    <a:pt x="1724064" y="307840"/>
                  </a:lnTo>
                  <a:lnTo>
                    <a:pt x="1733808" y="300880"/>
                  </a:lnTo>
                  <a:lnTo>
                    <a:pt x="1743537" y="293796"/>
                  </a:lnTo>
                  <a:lnTo>
                    <a:pt x="1753281" y="286591"/>
                  </a:lnTo>
                  <a:lnTo>
                    <a:pt x="1763025" y="279271"/>
                  </a:lnTo>
                  <a:lnTo>
                    <a:pt x="1772769" y="271842"/>
                  </a:lnTo>
                  <a:lnTo>
                    <a:pt x="1782498" y="264314"/>
                  </a:lnTo>
                  <a:lnTo>
                    <a:pt x="1792242" y="256692"/>
                  </a:lnTo>
                  <a:lnTo>
                    <a:pt x="1801986" y="248983"/>
                  </a:lnTo>
                  <a:lnTo>
                    <a:pt x="1811730" y="241198"/>
                  </a:lnTo>
                  <a:lnTo>
                    <a:pt x="1821459" y="233345"/>
                  </a:lnTo>
                  <a:lnTo>
                    <a:pt x="1831203" y="225432"/>
                  </a:lnTo>
                  <a:lnTo>
                    <a:pt x="1840947" y="217470"/>
                  </a:lnTo>
                  <a:lnTo>
                    <a:pt x="1850691" y="209471"/>
                  </a:lnTo>
                  <a:lnTo>
                    <a:pt x="1860435" y="201442"/>
                  </a:lnTo>
                  <a:lnTo>
                    <a:pt x="1870164" y="193396"/>
                  </a:lnTo>
                  <a:lnTo>
                    <a:pt x="1879908" y="185345"/>
                  </a:lnTo>
                  <a:lnTo>
                    <a:pt x="1889652" y="177299"/>
                  </a:lnTo>
                  <a:lnTo>
                    <a:pt x="1899395" y="169272"/>
                  </a:lnTo>
                  <a:lnTo>
                    <a:pt x="1909124" y="161276"/>
                  </a:lnTo>
                  <a:lnTo>
                    <a:pt x="1918868" y="153322"/>
                  </a:lnTo>
                  <a:lnTo>
                    <a:pt x="1928612" y="145425"/>
                  </a:lnTo>
                  <a:lnTo>
                    <a:pt x="1938356" y="137597"/>
                  </a:lnTo>
                  <a:lnTo>
                    <a:pt x="1948085" y="129852"/>
                  </a:lnTo>
                  <a:lnTo>
                    <a:pt x="1957829" y="122203"/>
                  </a:lnTo>
                  <a:lnTo>
                    <a:pt x="1967573" y="114664"/>
                  </a:lnTo>
                  <a:lnTo>
                    <a:pt x="1977317" y="107249"/>
                  </a:lnTo>
                  <a:lnTo>
                    <a:pt x="1987046" y="99971"/>
                  </a:lnTo>
                  <a:lnTo>
                    <a:pt x="1996790" y="92845"/>
                  </a:lnTo>
                  <a:lnTo>
                    <a:pt x="2006534" y="85884"/>
                  </a:lnTo>
                  <a:lnTo>
                    <a:pt x="2016278" y="79102"/>
                  </a:lnTo>
                  <a:lnTo>
                    <a:pt x="2026022" y="72512"/>
                  </a:lnTo>
                  <a:lnTo>
                    <a:pt x="2035751" y="66129"/>
                  </a:lnTo>
                  <a:lnTo>
                    <a:pt x="2045495" y="59965"/>
                  </a:lnTo>
                  <a:lnTo>
                    <a:pt x="2055239" y="54036"/>
                  </a:lnTo>
                  <a:lnTo>
                    <a:pt x="2064983" y="48352"/>
                  </a:lnTo>
                  <a:lnTo>
                    <a:pt x="2074712" y="42925"/>
                  </a:lnTo>
                  <a:lnTo>
                    <a:pt x="2084456" y="37772"/>
                  </a:lnTo>
                  <a:lnTo>
                    <a:pt x="2094200" y="32900"/>
                  </a:lnTo>
                  <a:lnTo>
                    <a:pt x="2103944" y="28324"/>
                  </a:lnTo>
                  <a:lnTo>
                    <a:pt x="2113673" y="24054"/>
                  </a:lnTo>
                  <a:lnTo>
                    <a:pt x="2123417" y="20102"/>
                  </a:lnTo>
                  <a:lnTo>
                    <a:pt x="2133161" y="16475"/>
                  </a:lnTo>
                  <a:lnTo>
                    <a:pt x="2142905" y="13187"/>
                  </a:lnTo>
                  <a:lnTo>
                    <a:pt x="2152649" y="10245"/>
                  </a:lnTo>
                  <a:lnTo>
                    <a:pt x="2162377" y="7658"/>
                  </a:lnTo>
                  <a:lnTo>
                    <a:pt x="2172121" y="5434"/>
                  </a:lnTo>
                  <a:lnTo>
                    <a:pt x="2181865" y="3580"/>
                  </a:lnTo>
                  <a:lnTo>
                    <a:pt x="2191609" y="2105"/>
                  </a:lnTo>
                  <a:lnTo>
                    <a:pt x="2201338" y="1013"/>
                  </a:lnTo>
                  <a:lnTo>
                    <a:pt x="2211082" y="310"/>
                  </a:lnTo>
                  <a:lnTo>
                    <a:pt x="2220826" y="0"/>
                  </a:lnTo>
                  <a:lnTo>
                    <a:pt x="2230570" y="88"/>
                  </a:lnTo>
                  <a:lnTo>
                    <a:pt x="2240299" y="577"/>
                  </a:lnTo>
                  <a:lnTo>
                    <a:pt x="2250043" y="1469"/>
                  </a:lnTo>
                  <a:lnTo>
                    <a:pt x="2259787" y="2765"/>
                  </a:lnTo>
                  <a:lnTo>
                    <a:pt x="2269531" y="4468"/>
                  </a:lnTo>
                  <a:lnTo>
                    <a:pt x="2279260" y="6576"/>
                  </a:lnTo>
                  <a:lnTo>
                    <a:pt x="2289004" y="9090"/>
                  </a:lnTo>
                  <a:lnTo>
                    <a:pt x="2298748" y="12007"/>
                  </a:lnTo>
                  <a:lnTo>
                    <a:pt x="2308492" y="15327"/>
                  </a:lnTo>
                  <a:lnTo>
                    <a:pt x="2318236" y="19042"/>
                  </a:lnTo>
                  <a:lnTo>
                    <a:pt x="2327965" y="23155"/>
                  </a:lnTo>
                  <a:lnTo>
                    <a:pt x="2337709" y="27654"/>
                  </a:lnTo>
                  <a:lnTo>
                    <a:pt x="2347453" y="32538"/>
                  </a:lnTo>
                  <a:lnTo>
                    <a:pt x="2357197" y="37800"/>
                  </a:lnTo>
                  <a:lnTo>
                    <a:pt x="2366926" y="43434"/>
                  </a:lnTo>
                  <a:lnTo>
                    <a:pt x="2376670" y="49427"/>
                  </a:lnTo>
                  <a:lnTo>
                    <a:pt x="2386413" y="55777"/>
                  </a:lnTo>
                  <a:lnTo>
                    <a:pt x="2396157" y="62471"/>
                  </a:lnTo>
                  <a:lnTo>
                    <a:pt x="2405886" y="69501"/>
                  </a:lnTo>
                  <a:lnTo>
                    <a:pt x="2415630" y="76853"/>
                  </a:lnTo>
                  <a:lnTo>
                    <a:pt x="2425374" y="84519"/>
                  </a:lnTo>
                  <a:lnTo>
                    <a:pt x="2435118" y="92485"/>
                  </a:lnTo>
                  <a:lnTo>
                    <a:pt x="2444862" y="100741"/>
                  </a:lnTo>
                  <a:lnTo>
                    <a:pt x="2454591" y="109269"/>
                  </a:lnTo>
                  <a:lnTo>
                    <a:pt x="2464335" y="118060"/>
                  </a:lnTo>
                  <a:lnTo>
                    <a:pt x="2474079" y="127096"/>
                  </a:lnTo>
                  <a:lnTo>
                    <a:pt x="2483823" y="136364"/>
                  </a:lnTo>
                  <a:lnTo>
                    <a:pt x="2493552" y="145849"/>
                  </a:lnTo>
                  <a:lnTo>
                    <a:pt x="2503296" y="155533"/>
                  </a:lnTo>
                  <a:lnTo>
                    <a:pt x="2513040" y="165403"/>
                  </a:lnTo>
                  <a:lnTo>
                    <a:pt x="2522784" y="175438"/>
                  </a:lnTo>
                  <a:lnTo>
                    <a:pt x="2532513" y="185623"/>
                  </a:lnTo>
                  <a:lnTo>
                    <a:pt x="2542257" y="195942"/>
                  </a:lnTo>
                  <a:lnTo>
                    <a:pt x="2552001" y="206376"/>
                  </a:lnTo>
                  <a:lnTo>
                    <a:pt x="2561745" y="216907"/>
                  </a:lnTo>
                  <a:lnTo>
                    <a:pt x="2571474" y="227515"/>
                  </a:lnTo>
                  <a:lnTo>
                    <a:pt x="2581218" y="238184"/>
                  </a:lnTo>
                  <a:lnTo>
                    <a:pt x="2590962" y="248895"/>
                  </a:lnTo>
                  <a:lnTo>
                    <a:pt x="2600705" y="259630"/>
                  </a:lnTo>
                  <a:lnTo>
                    <a:pt x="2610449" y="270366"/>
                  </a:lnTo>
                  <a:lnTo>
                    <a:pt x="2620178" y="281089"/>
                  </a:lnTo>
                  <a:lnTo>
                    <a:pt x="2629922" y="291777"/>
                  </a:lnTo>
                  <a:lnTo>
                    <a:pt x="2639666" y="302412"/>
                  </a:lnTo>
                  <a:lnTo>
                    <a:pt x="2649410" y="312976"/>
                  </a:lnTo>
                  <a:lnTo>
                    <a:pt x="2659139" y="323448"/>
                  </a:lnTo>
                  <a:lnTo>
                    <a:pt x="2668883" y="333812"/>
                  </a:lnTo>
                  <a:lnTo>
                    <a:pt x="2678627" y="344047"/>
                  </a:lnTo>
                  <a:lnTo>
                    <a:pt x="2688371" y="354135"/>
                  </a:lnTo>
                  <a:lnTo>
                    <a:pt x="2698100" y="364060"/>
                  </a:lnTo>
                  <a:lnTo>
                    <a:pt x="2707844" y="373802"/>
                  </a:lnTo>
                  <a:lnTo>
                    <a:pt x="2717588" y="383343"/>
                  </a:lnTo>
                  <a:lnTo>
                    <a:pt x="2727332" y="392669"/>
                  </a:lnTo>
                  <a:lnTo>
                    <a:pt x="2737076" y="401758"/>
                  </a:lnTo>
                  <a:lnTo>
                    <a:pt x="2746805" y="410598"/>
                  </a:lnTo>
                  <a:lnTo>
                    <a:pt x="2756549" y="419172"/>
                  </a:lnTo>
                  <a:lnTo>
                    <a:pt x="2766293" y="427462"/>
                  </a:lnTo>
                  <a:lnTo>
                    <a:pt x="2776037" y="435456"/>
                  </a:lnTo>
                  <a:lnTo>
                    <a:pt x="2785766" y="443137"/>
                  </a:lnTo>
                  <a:lnTo>
                    <a:pt x="2795510" y="450492"/>
                  </a:lnTo>
                  <a:lnTo>
                    <a:pt x="2805254" y="457508"/>
                  </a:lnTo>
                  <a:lnTo>
                    <a:pt x="2814998" y="464172"/>
                  </a:lnTo>
                  <a:lnTo>
                    <a:pt x="2824727" y="470471"/>
                  </a:lnTo>
                  <a:lnTo>
                    <a:pt x="2834471" y="476395"/>
                  </a:lnTo>
                  <a:lnTo>
                    <a:pt x="2844215" y="481931"/>
                  </a:lnTo>
                  <a:lnTo>
                    <a:pt x="2853958" y="487073"/>
                  </a:lnTo>
                  <a:lnTo>
                    <a:pt x="2863687" y="491808"/>
                  </a:lnTo>
                  <a:lnTo>
                    <a:pt x="2873431" y="496129"/>
                  </a:lnTo>
                  <a:lnTo>
                    <a:pt x="2883175" y="500028"/>
                  </a:lnTo>
                  <a:lnTo>
                    <a:pt x="2892919" y="503498"/>
                  </a:lnTo>
                  <a:lnTo>
                    <a:pt x="2902663" y="506534"/>
                  </a:lnTo>
                  <a:lnTo>
                    <a:pt x="2912392" y="50913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7" name="Freeform 596">
              <a:extLst>
                <a:ext uri="{FF2B5EF4-FFF2-40B4-BE49-F238E27FC236}">
                  <a16:creationId xmlns:a16="http://schemas.microsoft.com/office/drawing/2014/main" id="{6894E7A6-D1CA-3BB0-5AF7-7EC80F68DE5F}"/>
                </a:ext>
              </a:extLst>
            </p:cNvPr>
            <p:cNvSpPr/>
            <p:nvPr/>
          </p:nvSpPr>
          <p:spPr>
            <a:xfrm>
              <a:off x="576446" y="3097450"/>
              <a:ext cx="2912392" cy="739719"/>
            </a:xfrm>
            <a:custGeom>
              <a:avLst/>
              <a:gdLst>
                <a:gd name="connsiteX0" fmla="*/ 0 w 2912392"/>
                <a:gd name="connsiteY0" fmla="*/ 397697 h 739719"/>
                <a:gd name="connsiteX1" fmla="*/ 9739 w 2912392"/>
                <a:gd name="connsiteY1" fmla="*/ 398929 h 739719"/>
                <a:gd name="connsiteX2" fmla="*/ 19480 w 2912392"/>
                <a:gd name="connsiteY2" fmla="*/ 400129 h 739719"/>
                <a:gd name="connsiteX3" fmla="*/ 29221 w 2912392"/>
                <a:gd name="connsiteY3" fmla="*/ 401294 h 739719"/>
                <a:gd name="connsiteX4" fmla="*/ 38961 w 2912392"/>
                <a:gd name="connsiteY4" fmla="*/ 402421 h 739719"/>
                <a:gd name="connsiteX5" fmla="*/ 48702 w 2912392"/>
                <a:gd name="connsiteY5" fmla="*/ 403512 h 739719"/>
                <a:gd name="connsiteX6" fmla="*/ 58443 w 2912392"/>
                <a:gd name="connsiteY6" fmla="*/ 404562 h 739719"/>
                <a:gd name="connsiteX7" fmla="*/ 68182 w 2912392"/>
                <a:gd name="connsiteY7" fmla="*/ 405571 h 739719"/>
                <a:gd name="connsiteX8" fmla="*/ 77923 w 2912392"/>
                <a:gd name="connsiteY8" fmla="*/ 406538 h 739719"/>
                <a:gd name="connsiteX9" fmla="*/ 87664 w 2912392"/>
                <a:gd name="connsiteY9" fmla="*/ 407460 h 739719"/>
                <a:gd name="connsiteX10" fmla="*/ 97404 w 2912392"/>
                <a:gd name="connsiteY10" fmla="*/ 408336 h 739719"/>
                <a:gd name="connsiteX11" fmla="*/ 107145 w 2912392"/>
                <a:gd name="connsiteY11" fmla="*/ 409165 h 739719"/>
                <a:gd name="connsiteX12" fmla="*/ 116886 w 2912392"/>
                <a:gd name="connsiteY12" fmla="*/ 409945 h 739719"/>
                <a:gd name="connsiteX13" fmla="*/ 126625 w 2912392"/>
                <a:gd name="connsiteY13" fmla="*/ 410674 h 739719"/>
                <a:gd name="connsiteX14" fmla="*/ 136366 w 2912392"/>
                <a:gd name="connsiteY14" fmla="*/ 411352 h 739719"/>
                <a:gd name="connsiteX15" fmla="*/ 146107 w 2912392"/>
                <a:gd name="connsiteY15" fmla="*/ 411976 h 739719"/>
                <a:gd name="connsiteX16" fmla="*/ 155846 w 2912392"/>
                <a:gd name="connsiteY16" fmla="*/ 412545 h 739719"/>
                <a:gd name="connsiteX17" fmla="*/ 165587 w 2912392"/>
                <a:gd name="connsiteY17" fmla="*/ 413056 h 739719"/>
                <a:gd name="connsiteX18" fmla="*/ 175328 w 2912392"/>
                <a:gd name="connsiteY18" fmla="*/ 413509 h 739719"/>
                <a:gd name="connsiteX19" fmla="*/ 185068 w 2912392"/>
                <a:gd name="connsiteY19" fmla="*/ 413903 h 739719"/>
                <a:gd name="connsiteX20" fmla="*/ 194809 w 2912392"/>
                <a:gd name="connsiteY20" fmla="*/ 414233 h 739719"/>
                <a:gd name="connsiteX21" fmla="*/ 204550 w 2912392"/>
                <a:gd name="connsiteY21" fmla="*/ 414502 h 739719"/>
                <a:gd name="connsiteX22" fmla="*/ 214289 w 2912392"/>
                <a:gd name="connsiteY22" fmla="*/ 414703 h 739719"/>
                <a:gd name="connsiteX23" fmla="*/ 224030 w 2912392"/>
                <a:gd name="connsiteY23" fmla="*/ 414837 h 739719"/>
                <a:gd name="connsiteX24" fmla="*/ 233771 w 2912392"/>
                <a:gd name="connsiteY24" fmla="*/ 414902 h 739719"/>
                <a:gd name="connsiteX25" fmla="*/ 243510 w 2912392"/>
                <a:gd name="connsiteY25" fmla="*/ 414895 h 739719"/>
                <a:gd name="connsiteX26" fmla="*/ 253251 w 2912392"/>
                <a:gd name="connsiteY26" fmla="*/ 414814 h 739719"/>
                <a:gd name="connsiteX27" fmla="*/ 262992 w 2912392"/>
                <a:gd name="connsiteY27" fmla="*/ 414658 h 739719"/>
                <a:gd name="connsiteX28" fmla="*/ 272732 w 2912392"/>
                <a:gd name="connsiteY28" fmla="*/ 414424 h 739719"/>
                <a:gd name="connsiteX29" fmla="*/ 282473 w 2912392"/>
                <a:gd name="connsiteY29" fmla="*/ 414111 h 739719"/>
                <a:gd name="connsiteX30" fmla="*/ 292214 w 2912392"/>
                <a:gd name="connsiteY30" fmla="*/ 413715 h 739719"/>
                <a:gd name="connsiteX31" fmla="*/ 301953 w 2912392"/>
                <a:gd name="connsiteY31" fmla="*/ 413234 h 739719"/>
                <a:gd name="connsiteX32" fmla="*/ 311694 w 2912392"/>
                <a:gd name="connsiteY32" fmla="*/ 412666 h 739719"/>
                <a:gd name="connsiteX33" fmla="*/ 321435 w 2912392"/>
                <a:gd name="connsiteY33" fmla="*/ 412010 h 739719"/>
                <a:gd name="connsiteX34" fmla="*/ 331175 w 2912392"/>
                <a:gd name="connsiteY34" fmla="*/ 411261 h 739719"/>
                <a:gd name="connsiteX35" fmla="*/ 340916 w 2912392"/>
                <a:gd name="connsiteY35" fmla="*/ 410419 h 739719"/>
                <a:gd name="connsiteX36" fmla="*/ 350656 w 2912392"/>
                <a:gd name="connsiteY36" fmla="*/ 409482 h 739719"/>
                <a:gd name="connsiteX37" fmla="*/ 360396 w 2912392"/>
                <a:gd name="connsiteY37" fmla="*/ 408445 h 739719"/>
                <a:gd name="connsiteX38" fmla="*/ 370137 w 2912392"/>
                <a:gd name="connsiteY38" fmla="*/ 407308 h 739719"/>
                <a:gd name="connsiteX39" fmla="*/ 379878 w 2912392"/>
                <a:gd name="connsiteY39" fmla="*/ 406067 h 739719"/>
                <a:gd name="connsiteX40" fmla="*/ 389617 w 2912392"/>
                <a:gd name="connsiteY40" fmla="*/ 404722 h 739719"/>
                <a:gd name="connsiteX41" fmla="*/ 399358 w 2912392"/>
                <a:gd name="connsiteY41" fmla="*/ 403269 h 739719"/>
                <a:gd name="connsiteX42" fmla="*/ 409099 w 2912392"/>
                <a:gd name="connsiteY42" fmla="*/ 401706 h 739719"/>
                <a:gd name="connsiteX43" fmla="*/ 418839 w 2912392"/>
                <a:gd name="connsiteY43" fmla="*/ 400032 h 739719"/>
                <a:gd name="connsiteX44" fmla="*/ 428580 w 2912392"/>
                <a:gd name="connsiteY44" fmla="*/ 398244 h 739719"/>
                <a:gd name="connsiteX45" fmla="*/ 438321 w 2912392"/>
                <a:gd name="connsiteY45" fmla="*/ 396340 h 739719"/>
                <a:gd name="connsiteX46" fmla="*/ 448060 w 2912392"/>
                <a:gd name="connsiteY46" fmla="*/ 394319 h 739719"/>
                <a:gd name="connsiteX47" fmla="*/ 457801 w 2912392"/>
                <a:gd name="connsiteY47" fmla="*/ 392180 h 739719"/>
                <a:gd name="connsiteX48" fmla="*/ 467542 w 2912392"/>
                <a:gd name="connsiteY48" fmla="*/ 389921 h 739719"/>
                <a:gd name="connsiteX49" fmla="*/ 477281 w 2912392"/>
                <a:gd name="connsiteY49" fmla="*/ 387540 h 739719"/>
                <a:gd name="connsiteX50" fmla="*/ 487022 w 2912392"/>
                <a:gd name="connsiteY50" fmla="*/ 385037 h 739719"/>
                <a:gd name="connsiteX51" fmla="*/ 496763 w 2912392"/>
                <a:gd name="connsiteY51" fmla="*/ 382409 h 739719"/>
                <a:gd name="connsiteX52" fmla="*/ 506503 w 2912392"/>
                <a:gd name="connsiteY52" fmla="*/ 379659 h 739719"/>
                <a:gd name="connsiteX53" fmla="*/ 516244 w 2912392"/>
                <a:gd name="connsiteY53" fmla="*/ 376782 h 739719"/>
                <a:gd name="connsiteX54" fmla="*/ 525985 w 2912392"/>
                <a:gd name="connsiteY54" fmla="*/ 373780 h 739719"/>
                <a:gd name="connsiteX55" fmla="*/ 535724 w 2912392"/>
                <a:gd name="connsiteY55" fmla="*/ 370652 h 739719"/>
                <a:gd name="connsiteX56" fmla="*/ 545465 w 2912392"/>
                <a:gd name="connsiteY56" fmla="*/ 367400 h 739719"/>
                <a:gd name="connsiteX57" fmla="*/ 555206 w 2912392"/>
                <a:gd name="connsiteY57" fmla="*/ 364022 h 739719"/>
                <a:gd name="connsiteX58" fmla="*/ 564946 w 2912392"/>
                <a:gd name="connsiteY58" fmla="*/ 360520 h 739719"/>
                <a:gd name="connsiteX59" fmla="*/ 574687 w 2912392"/>
                <a:gd name="connsiteY59" fmla="*/ 356895 h 739719"/>
                <a:gd name="connsiteX60" fmla="*/ 584428 w 2912392"/>
                <a:gd name="connsiteY60" fmla="*/ 353145 h 739719"/>
                <a:gd name="connsiteX61" fmla="*/ 594167 w 2912392"/>
                <a:gd name="connsiteY61" fmla="*/ 349274 h 739719"/>
                <a:gd name="connsiteX62" fmla="*/ 603908 w 2912392"/>
                <a:gd name="connsiteY62" fmla="*/ 345284 h 739719"/>
                <a:gd name="connsiteX63" fmla="*/ 613649 w 2912392"/>
                <a:gd name="connsiteY63" fmla="*/ 341175 h 739719"/>
                <a:gd name="connsiteX64" fmla="*/ 623388 w 2912392"/>
                <a:gd name="connsiteY64" fmla="*/ 336949 h 739719"/>
                <a:gd name="connsiteX65" fmla="*/ 633129 w 2912392"/>
                <a:gd name="connsiteY65" fmla="*/ 332609 h 739719"/>
                <a:gd name="connsiteX66" fmla="*/ 642870 w 2912392"/>
                <a:gd name="connsiteY66" fmla="*/ 328159 h 739719"/>
                <a:gd name="connsiteX67" fmla="*/ 652610 w 2912392"/>
                <a:gd name="connsiteY67" fmla="*/ 323600 h 739719"/>
                <a:gd name="connsiteX68" fmla="*/ 662351 w 2912392"/>
                <a:gd name="connsiteY68" fmla="*/ 318935 h 739719"/>
                <a:gd name="connsiteX69" fmla="*/ 672092 w 2912392"/>
                <a:gd name="connsiteY69" fmla="*/ 314167 h 739719"/>
                <a:gd name="connsiteX70" fmla="*/ 681831 w 2912392"/>
                <a:gd name="connsiteY70" fmla="*/ 309301 h 739719"/>
                <a:gd name="connsiteX71" fmla="*/ 691572 w 2912392"/>
                <a:gd name="connsiteY71" fmla="*/ 304340 h 739719"/>
                <a:gd name="connsiteX72" fmla="*/ 701313 w 2912392"/>
                <a:gd name="connsiteY72" fmla="*/ 299289 h 739719"/>
                <a:gd name="connsiteX73" fmla="*/ 711052 w 2912392"/>
                <a:gd name="connsiteY73" fmla="*/ 294149 h 739719"/>
                <a:gd name="connsiteX74" fmla="*/ 720793 w 2912392"/>
                <a:gd name="connsiteY74" fmla="*/ 288928 h 739719"/>
                <a:gd name="connsiteX75" fmla="*/ 730534 w 2912392"/>
                <a:gd name="connsiteY75" fmla="*/ 283629 h 739719"/>
                <a:gd name="connsiteX76" fmla="*/ 740274 w 2912392"/>
                <a:gd name="connsiteY76" fmla="*/ 278256 h 739719"/>
                <a:gd name="connsiteX77" fmla="*/ 750015 w 2912392"/>
                <a:gd name="connsiteY77" fmla="*/ 272817 h 739719"/>
                <a:gd name="connsiteX78" fmla="*/ 759756 w 2912392"/>
                <a:gd name="connsiteY78" fmla="*/ 267313 h 739719"/>
                <a:gd name="connsiteX79" fmla="*/ 769495 w 2912392"/>
                <a:gd name="connsiteY79" fmla="*/ 261751 h 739719"/>
                <a:gd name="connsiteX80" fmla="*/ 779236 w 2912392"/>
                <a:gd name="connsiteY80" fmla="*/ 256137 h 739719"/>
                <a:gd name="connsiteX81" fmla="*/ 788977 w 2912392"/>
                <a:gd name="connsiteY81" fmla="*/ 250476 h 739719"/>
                <a:gd name="connsiteX82" fmla="*/ 798717 w 2912392"/>
                <a:gd name="connsiteY82" fmla="*/ 244774 h 739719"/>
                <a:gd name="connsiteX83" fmla="*/ 808458 w 2912392"/>
                <a:gd name="connsiteY83" fmla="*/ 239035 h 739719"/>
                <a:gd name="connsiteX84" fmla="*/ 818199 w 2912392"/>
                <a:gd name="connsiteY84" fmla="*/ 233266 h 739719"/>
                <a:gd name="connsiteX85" fmla="*/ 827938 w 2912392"/>
                <a:gd name="connsiteY85" fmla="*/ 227473 h 739719"/>
                <a:gd name="connsiteX86" fmla="*/ 837679 w 2912392"/>
                <a:gd name="connsiteY86" fmla="*/ 221661 h 739719"/>
                <a:gd name="connsiteX87" fmla="*/ 847420 w 2912392"/>
                <a:gd name="connsiteY87" fmla="*/ 215837 h 739719"/>
                <a:gd name="connsiteX88" fmla="*/ 857159 w 2912392"/>
                <a:gd name="connsiteY88" fmla="*/ 210006 h 739719"/>
                <a:gd name="connsiteX89" fmla="*/ 866900 w 2912392"/>
                <a:gd name="connsiteY89" fmla="*/ 204173 h 739719"/>
                <a:gd name="connsiteX90" fmla="*/ 876641 w 2912392"/>
                <a:gd name="connsiteY90" fmla="*/ 198344 h 739719"/>
                <a:gd name="connsiteX91" fmla="*/ 886381 w 2912392"/>
                <a:gd name="connsiteY91" fmla="*/ 192526 h 739719"/>
                <a:gd name="connsiteX92" fmla="*/ 896122 w 2912392"/>
                <a:gd name="connsiteY92" fmla="*/ 186724 h 739719"/>
                <a:gd name="connsiteX93" fmla="*/ 905863 w 2912392"/>
                <a:gd name="connsiteY93" fmla="*/ 180944 h 739719"/>
                <a:gd name="connsiteX94" fmla="*/ 915602 w 2912392"/>
                <a:gd name="connsiteY94" fmla="*/ 175190 h 739719"/>
                <a:gd name="connsiteX95" fmla="*/ 925343 w 2912392"/>
                <a:gd name="connsiteY95" fmla="*/ 169468 h 739719"/>
                <a:gd name="connsiteX96" fmla="*/ 935084 w 2912392"/>
                <a:gd name="connsiteY96" fmla="*/ 163786 h 739719"/>
                <a:gd name="connsiteX97" fmla="*/ 944824 w 2912392"/>
                <a:gd name="connsiteY97" fmla="*/ 158145 h 739719"/>
                <a:gd name="connsiteX98" fmla="*/ 954564 w 2912392"/>
                <a:gd name="connsiteY98" fmla="*/ 152552 h 739719"/>
                <a:gd name="connsiteX99" fmla="*/ 964305 w 2912392"/>
                <a:gd name="connsiteY99" fmla="*/ 147011 h 739719"/>
                <a:gd name="connsiteX100" fmla="*/ 974045 w 2912392"/>
                <a:gd name="connsiteY100" fmla="*/ 141528 h 739719"/>
                <a:gd name="connsiteX101" fmla="*/ 983786 w 2912392"/>
                <a:gd name="connsiteY101" fmla="*/ 136108 h 739719"/>
                <a:gd name="connsiteX102" fmla="*/ 993522 w 2912392"/>
                <a:gd name="connsiteY102" fmla="*/ 130753 h 739719"/>
                <a:gd name="connsiteX103" fmla="*/ 1003266 w 2912392"/>
                <a:gd name="connsiteY103" fmla="*/ 125470 h 739719"/>
                <a:gd name="connsiteX104" fmla="*/ 1013010 w 2912392"/>
                <a:gd name="connsiteY104" fmla="*/ 120262 h 739719"/>
                <a:gd name="connsiteX105" fmla="*/ 1022754 w 2912392"/>
                <a:gd name="connsiteY105" fmla="*/ 115132 h 739719"/>
                <a:gd name="connsiteX106" fmla="*/ 1032483 w 2912392"/>
                <a:gd name="connsiteY106" fmla="*/ 110084 h 739719"/>
                <a:gd name="connsiteX107" fmla="*/ 1042227 w 2912392"/>
                <a:gd name="connsiteY107" fmla="*/ 105121 h 739719"/>
                <a:gd name="connsiteX108" fmla="*/ 1051971 w 2912392"/>
                <a:gd name="connsiteY108" fmla="*/ 100249 h 739719"/>
                <a:gd name="connsiteX109" fmla="*/ 1061715 w 2912392"/>
                <a:gd name="connsiteY109" fmla="*/ 95470 h 739719"/>
                <a:gd name="connsiteX110" fmla="*/ 1071444 w 2912392"/>
                <a:gd name="connsiteY110" fmla="*/ 90784 h 739719"/>
                <a:gd name="connsiteX111" fmla="*/ 1081188 w 2912392"/>
                <a:gd name="connsiteY111" fmla="*/ 86198 h 739719"/>
                <a:gd name="connsiteX112" fmla="*/ 1090932 w 2912392"/>
                <a:gd name="connsiteY112" fmla="*/ 81712 h 739719"/>
                <a:gd name="connsiteX113" fmla="*/ 1100676 w 2912392"/>
                <a:gd name="connsiteY113" fmla="*/ 77330 h 739719"/>
                <a:gd name="connsiteX114" fmla="*/ 1110405 w 2912392"/>
                <a:gd name="connsiteY114" fmla="*/ 73054 h 739719"/>
                <a:gd name="connsiteX115" fmla="*/ 1120149 w 2912392"/>
                <a:gd name="connsiteY115" fmla="*/ 68885 h 739719"/>
                <a:gd name="connsiteX116" fmla="*/ 1129893 w 2912392"/>
                <a:gd name="connsiteY116" fmla="*/ 64825 h 739719"/>
                <a:gd name="connsiteX117" fmla="*/ 1139637 w 2912392"/>
                <a:gd name="connsiteY117" fmla="*/ 60879 h 739719"/>
                <a:gd name="connsiteX118" fmla="*/ 1149381 w 2912392"/>
                <a:gd name="connsiteY118" fmla="*/ 57045 h 739719"/>
                <a:gd name="connsiteX119" fmla="*/ 1159110 w 2912392"/>
                <a:gd name="connsiteY119" fmla="*/ 53326 h 739719"/>
                <a:gd name="connsiteX120" fmla="*/ 1168854 w 2912392"/>
                <a:gd name="connsiteY120" fmla="*/ 49724 h 739719"/>
                <a:gd name="connsiteX121" fmla="*/ 1178598 w 2912392"/>
                <a:gd name="connsiteY121" fmla="*/ 46239 h 739719"/>
                <a:gd name="connsiteX122" fmla="*/ 1188341 w 2912392"/>
                <a:gd name="connsiteY122" fmla="*/ 42873 h 739719"/>
                <a:gd name="connsiteX123" fmla="*/ 1198070 w 2912392"/>
                <a:gd name="connsiteY123" fmla="*/ 39628 h 739719"/>
                <a:gd name="connsiteX124" fmla="*/ 1207814 w 2912392"/>
                <a:gd name="connsiteY124" fmla="*/ 36504 h 739719"/>
                <a:gd name="connsiteX125" fmla="*/ 1217558 w 2912392"/>
                <a:gd name="connsiteY125" fmla="*/ 33502 h 739719"/>
                <a:gd name="connsiteX126" fmla="*/ 1227302 w 2912392"/>
                <a:gd name="connsiteY126" fmla="*/ 30623 h 739719"/>
                <a:gd name="connsiteX127" fmla="*/ 1237031 w 2912392"/>
                <a:gd name="connsiteY127" fmla="*/ 27869 h 739719"/>
                <a:gd name="connsiteX128" fmla="*/ 1246775 w 2912392"/>
                <a:gd name="connsiteY128" fmla="*/ 25239 h 739719"/>
                <a:gd name="connsiteX129" fmla="*/ 1256519 w 2912392"/>
                <a:gd name="connsiteY129" fmla="*/ 22736 h 739719"/>
                <a:gd name="connsiteX130" fmla="*/ 1266263 w 2912392"/>
                <a:gd name="connsiteY130" fmla="*/ 20358 h 739719"/>
                <a:gd name="connsiteX131" fmla="*/ 1276007 w 2912392"/>
                <a:gd name="connsiteY131" fmla="*/ 18108 h 739719"/>
                <a:gd name="connsiteX132" fmla="*/ 1285736 w 2912392"/>
                <a:gd name="connsiteY132" fmla="*/ 15985 h 739719"/>
                <a:gd name="connsiteX133" fmla="*/ 1295480 w 2912392"/>
                <a:gd name="connsiteY133" fmla="*/ 13992 h 739719"/>
                <a:gd name="connsiteX134" fmla="*/ 1305224 w 2912392"/>
                <a:gd name="connsiteY134" fmla="*/ 12128 h 739719"/>
                <a:gd name="connsiteX135" fmla="*/ 1314968 w 2912392"/>
                <a:gd name="connsiteY135" fmla="*/ 10394 h 739719"/>
                <a:gd name="connsiteX136" fmla="*/ 1324697 w 2912392"/>
                <a:gd name="connsiteY136" fmla="*/ 8790 h 739719"/>
                <a:gd name="connsiteX137" fmla="*/ 1334441 w 2912392"/>
                <a:gd name="connsiteY137" fmla="*/ 7318 h 739719"/>
                <a:gd name="connsiteX138" fmla="*/ 1344185 w 2912392"/>
                <a:gd name="connsiteY138" fmla="*/ 5979 h 739719"/>
                <a:gd name="connsiteX139" fmla="*/ 1353929 w 2912392"/>
                <a:gd name="connsiteY139" fmla="*/ 4772 h 739719"/>
                <a:gd name="connsiteX140" fmla="*/ 1363658 w 2912392"/>
                <a:gd name="connsiteY140" fmla="*/ 3698 h 739719"/>
                <a:gd name="connsiteX141" fmla="*/ 1373402 w 2912392"/>
                <a:gd name="connsiteY141" fmla="*/ 2759 h 739719"/>
                <a:gd name="connsiteX142" fmla="*/ 1383146 w 2912392"/>
                <a:gd name="connsiteY142" fmla="*/ 1956 h 739719"/>
                <a:gd name="connsiteX143" fmla="*/ 1392890 w 2912392"/>
                <a:gd name="connsiteY143" fmla="*/ 1290 h 739719"/>
                <a:gd name="connsiteX144" fmla="*/ 1402619 w 2912392"/>
                <a:gd name="connsiteY144" fmla="*/ 760 h 739719"/>
                <a:gd name="connsiteX145" fmla="*/ 1412363 w 2912392"/>
                <a:gd name="connsiteY145" fmla="*/ 368 h 739719"/>
                <a:gd name="connsiteX146" fmla="*/ 1422106 w 2912392"/>
                <a:gd name="connsiteY146" fmla="*/ 115 h 739719"/>
                <a:gd name="connsiteX147" fmla="*/ 1431850 w 2912392"/>
                <a:gd name="connsiteY147" fmla="*/ 0 h 739719"/>
                <a:gd name="connsiteX148" fmla="*/ 1441594 w 2912392"/>
                <a:gd name="connsiteY148" fmla="*/ 27 h 739719"/>
                <a:gd name="connsiteX149" fmla="*/ 1451323 w 2912392"/>
                <a:gd name="connsiteY149" fmla="*/ 195 h 739719"/>
                <a:gd name="connsiteX150" fmla="*/ 1461067 w 2912392"/>
                <a:gd name="connsiteY150" fmla="*/ 505 h 739719"/>
                <a:gd name="connsiteX151" fmla="*/ 1470811 w 2912392"/>
                <a:gd name="connsiteY151" fmla="*/ 958 h 739719"/>
                <a:gd name="connsiteX152" fmla="*/ 1480555 w 2912392"/>
                <a:gd name="connsiteY152" fmla="*/ 1555 h 739719"/>
                <a:gd name="connsiteX153" fmla="*/ 1490284 w 2912392"/>
                <a:gd name="connsiteY153" fmla="*/ 2296 h 739719"/>
                <a:gd name="connsiteX154" fmla="*/ 1500028 w 2912392"/>
                <a:gd name="connsiteY154" fmla="*/ 3184 h 739719"/>
                <a:gd name="connsiteX155" fmla="*/ 1509772 w 2912392"/>
                <a:gd name="connsiteY155" fmla="*/ 4216 h 739719"/>
                <a:gd name="connsiteX156" fmla="*/ 1519516 w 2912392"/>
                <a:gd name="connsiteY156" fmla="*/ 5396 h 739719"/>
                <a:gd name="connsiteX157" fmla="*/ 1529245 w 2912392"/>
                <a:gd name="connsiteY157" fmla="*/ 6722 h 739719"/>
                <a:gd name="connsiteX158" fmla="*/ 1538989 w 2912392"/>
                <a:gd name="connsiteY158" fmla="*/ 8197 h 739719"/>
                <a:gd name="connsiteX159" fmla="*/ 1548733 w 2912392"/>
                <a:gd name="connsiteY159" fmla="*/ 9820 h 739719"/>
                <a:gd name="connsiteX160" fmla="*/ 1558477 w 2912392"/>
                <a:gd name="connsiteY160" fmla="*/ 11591 h 739719"/>
                <a:gd name="connsiteX161" fmla="*/ 1568221 w 2912392"/>
                <a:gd name="connsiteY161" fmla="*/ 13510 h 739719"/>
                <a:gd name="connsiteX162" fmla="*/ 1577950 w 2912392"/>
                <a:gd name="connsiteY162" fmla="*/ 15580 h 739719"/>
                <a:gd name="connsiteX163" fmla="*/ 1587694 w 2912392"/>
                <a:gd name="connsiteY163" fmla="*/ 17797 h 739719"/>
                <a:gd name="connsiteX164" fmla="*/ 1597438 w 2912392"/>
                <a:gd name="connsiteY164" fmla="*/ 20163 h 739719"/>
                <a:gd name="connsiteX165" fmla="*/ 1607182 w 2912392"/>
                <a:gd name="connsiteY165" fmla="*/ 22678 h 739719"/>
                <a:gd name="connsiteX166" fmla="*/ 1616911 w 2912392"/>
                <a:gd name="connsiteY166" fmla="*/ 25340 h 739719"/>
                <a:gd name="connsiteX167" fmla="*/ 1626655 w 2912392"/>
                <a:gd name="connsiteY167" fmla="*/ 28150 h 739719"/>
                <a:gd name="connsiteX168" fmla="*/ 1636399 w 2912392"/>
                <a:gd name="connsiteY168" fmla="*/ 31108 h 739719"/>
                <a:gd name="connsiteX169" fmla="*/ 1646142 w 2912392"/>
                <a:gd name="connsiteY169" fmla="*/ 34210 h 739719"/>
                <a:gd name="connsiteX170" fmla="*/ 1655872 w 2912392"/>
                <a:gd name="connsiteY170" fmla="*/ 37458 h 739719"/>
                <a:gd name="connsiteX171" fmla="*/ 1665616 w 2912392"/>
                <a:gd name="connsiteY171" fmla="*/ 40849 h 739719"/>
                <a:gd name="connsiteX172" fmla="*/ 1675359 w 2912392"/>
                <a:gd name="connsiteY172" fmla="*/ 44381 h 739719"/>
                <a:gd name="connsiteX173" fmla="*/ 1685103 w 2912392"/>
                <a:gd name="connsiteY173" fmla="*/ 48054 h 739719"/>
                <a:gd name="connsiteX174" fmla="*/ 1694832 w 2912392"/>
                <a:gd name="connsiteY174" fmla="*/ 51865 h 739719"/>
                <a:gd name="connsiteX175" fmla="*/ 1704576 w 2912392"/>
                <a:gd name="connsiteY175" fmla="*/ 55813 h 739719"/>
                <a:gd name="connsiteX176" fmla="*/ 1714320 w 2912392"/>
                <a:gd name="connsiteY176" fmla="*/ 59895 h 739719"/>
                <a:gd name="connsiteX177" fmla="*/ 1724064 w 2912392"/>
                <a:gd name="connsiteY177" fmla="*/ 64109 h 739719"/>
                <a:gd name="connsiteX178" fmla="*/ 1733808 w 2912392"/>
                <a:gd name="connsiteY178" fmla="*/ 68452 h 739719"/>
                <a:gd name="connsiteX179" fmla="*/ 1743537 w 2912392"/>
                <a:gd name="connsiteY179" fmla="*/ 72922 h 739719"/>
                <a:gd name="connsiteX180" fmla="*/ 1753281 w 2912392"/>
                <a:gd name="connsiteY180" fmla="*/ 77513 h 739719"/>
                <a:gd name="connsiteX181" fmla="*/ 1763025 w 2912392"/>
                <a:gd name="connsiteY181" fmla="*/ 82226 h 739719"/>
                <a:gd name="connsiteX182" fmla="*/ 1772769 w 2912392"/>
                <a:gd name="connsiteY182" fmla="*/ 87055 h 739719"/>
                <a:gd name="connsiteX183" fmla="*/ 1782498 w 2912392"/>
                <a:gd name="connsiteY183" fmla="*/ 91997 h 739719"/>
                <a:gd name="connsiteX184" fmla="*/ 1792242 w 2912392"/>
                <a:gd name="connsiteY184" fmla="*/ 97047 h 739719"/>
                <a:gd name="connsiteX185" fmla="*/ 1801986 w 2912392"/>
                <a:gd name="connsiteY185" fmla="*/ 102204 h 739719"/>
                <a:gd name="connsiteX186" fmla="*/ 1811730 w 2912392"/>
                <a:gd name="connsiteY186" fmla="*/ 107460 h 739719"/>
                <a:gd name="connsiteX187" fmla="*/ 1821459 w 2912392"/>
                <a:gd name="connsiteY187" fmla="*/ 112812 h 739719"/>
                <a:gd name="connsiteX188" fmla="*/ 1831203 w 2912392"/>
                <a:gd name="connsiteY188" fmla="*/ 118256 h 739719"/>
                <a:gd name="connsiteX189" fmla="*/ 1840947 w 2912392"/>
                <a:gd name="connsiteY189" fmla="*/ 123788 h 739719"/>
                <a:gd name="connsiteX190" fmla="*/ 1850691 w 2912392"/>
                <a:gd name="connsiteY190" fmla="*/ 129402 h 739719"/>
                <a:gd name="connsiteX191" fmla="*/ 1860435 w 2912392"/>
                <a:gd name="connsiteY191" fmla="*/ 135092 h 739719"/>
                <a:gd name="connsiteX192" fmla="*/ 1870164 w 2912392"/>
                <a:gd name="connsiteY192" fmla="*/ 140855 h 739719"/>
                <a:gd name="connsiteX193" fmla="*/ 1879908 w 2912392"/>
                <a:gd name="connsiteY193" fmla="*/ 146683 h 739719"/>
                <a:gd name="connsiteX194" fmla="*/ 1889652 w 2912392"/>
                <a:gd name="connsiteY194" fmla="*/ 152573 h 739719"/>
                <a:gd name="connsiteX195" fmla="*/ 1899395 w 2912392"/>
                <a:gd name="connsiteY195" fmla="*/ 158519 h 739719"/>
                <a:gd name="connsiteX196" fmla="*/ 1909124 w 2912392"/>
                <a:gd name="connsiteY196" fmla="*/ 164515 h 739719"/>
                <a:gd name="connsiteX197" fmla="*/ 1918868 w 2912392"/>
                <a:gd name="connsiteY197" fmla="*/ 170555 h 739719"/>
                <a:gd name="connsiteX198" fmla="*/ 1928612 w 2912392"/>
                <a:gd name="connsiteY198" fmla="*/ 176633 h 739719"/>
                <a:gd name="connsiteX199" fmla="*/ 1938356 w 2912392"/>
                <a:gd name="connsiteY199" fmla="*/ 182743 h 739719"/>
                <a:gd name="connsiteX200" fmla="*/ 1948085 w 2912392"/>
                <a:gd name="connsiteY200" fmla="*/ 188882 h 739719"/>
                <a:gd name="connsiteX201" fmla="*/ 1957829 w 2912392"/>
                <a:gd name="connsiteY201" fmla="*/ 195041 h 739719"/>
                <a:gd name="connsiteX202" fmla="*/ 1967573 w 2912392"/>
                <a:gd name="connsiteY202" fmla="*/ 201215 h 739719"/>
                <a:gd name="connsiteX203" fmla="*/ 1977317 w 2912392"/>
                <a:gd name="connsiteY203" fmla="*/ 207398 h 739719"/>
                <a:gd name="connsiteX204" fmla="*/ 1987046 w 2912392"/>
                <a:gd name="connsiteY204" fmla="*/ 213586 h 739719"/>
                <a:gd name="connsiteX205" fmla="*/ 1996790 w 2912392"/>
                <a:gd name="connsiteY205" fmla="*/ 219770 h 739719"/>
                <a:gd name="connsiteX206" fmla="*/ 2006534 w 2912392"/>
                <a:gd name="connsiteY206" fmla="*/ 225946 h 739719"/>
                <a:gd name="connsiteX207" fmla="*/ 2016278 w 2912392"/>
                <a:gd name="connsiteY207" fmla="*/ 232110 h 739719"/>
                <a:gd name="connsiteX208" fmla="*/ 2026022 w 2912392"/>
                <a:gd name="connsiteY208" fmla="*/ 238254 h 739719"/>
                <a:gd name="connsiteX209" fmla="*/ 2035751 w 2912392"/>
                <a:gd name="connsiteY209" fmla="*/ 244373 h 739719"/>
                <a:gd name="connsiteX210" fmla="*/ 2045495 w 2912392"/>
                <a:gd name="connsiteY210" fmla="*/ 250462 h 739719"/>
                <a:gd name="connsiteX211" fmla="*/ 2055239 w 2912392"/>
                <a:gd name="connsiteY211" fmla="*/ 256516 h 739719"/>
                <a:gd name="connsiteX212" fmla="*/ 2064983 w 2912392"/>
                <a:gd name="connsiteY212" fmla="*/ 262530 h 739719"/>
                <a:gd name="connsiteX213" fmla="*/ 2074712 w 2912392"/>
                <a:gd name="connsiteY213" fmla="*/ 268499 h 739719"/>
                <a:gd name="connsiteX214" fmla="*/ 2084456 w 2912392"/>
                <a:gd name="connsiteY214" fmla="*/ 274418 h 739719"/>
                <a:gd name="connsiteX215" fmla="*/ 2094200 w 2912392"/>
                <a:gd name="connsiteY215" fmla="*/ 280284 h 739719"/>
                <a:gd name="connsiteX216" fmla="*/ 2103944 w 2912392"/>
                <a:gd name="connsiteY216" fmla="*/ 286092 h 739719"/>
                <a:gd name="connsiteX217" fmla="*/ 2113673 w 2912392"/>
                <a:gd name="connsiteY217" fmla="*/ 291837 h 739719"/>
                <a:gd name="connsiteX218" fmla="*/ 2123417 w 2912392"/>
                <a:gd name="connsiteY218" fmla="*/ 297515 h 739719"/>
                <a:gd name="connsiteX219" fmla="*/ 2133161 w 2912392"/>
                <a:gd name="connsiteY219" fmla="*/ 303126 h 739719"/>
                <a:gd name="connsiteX220" fmla="*/ 2142905 w 2912392"/>
                <a:gd name="connsiteY220" fmla="*/ 308664 h 739719"/>
                <a:gd name="connsiteX221" fmla="*/ 2152649 w 2912392"/>
                <a:gd name="connsiteY221" fmla="*/ 314126 h 739719"/>
                <a:gd name="connsiteX222" fmla="*/ 2162377 w 2912392"/>
                <a:gd name="connsiteY222" fmla="*/ 319510 h 739719"/>
                <a:gd name="connsiteX223" fmla="*/ 2172121 w 2912392"/>
                <a:gd name="connsiteY223" fmla="*/ 324814 h 739719"/>
                <a:gd name="connsiteX224" fmla="*/ 2181865 w 2912392"/>
                <a:gd name="connsiteY224" fmla="*/ 330036 h 739719"/>
                <a:gd name="connsiteX225" fmla="*/ 2191609 w 2912392"/>
                <a:gd name="connsiteY225" fmla="*/ 335176 h 739719"/>
                <a:gd name="connsiteX226" fmla="*/ 2201338 w 2912392"/>
                <a:gd name="connsiteY226" fmla="*/ 340232 h 739719"/>
                <a:gd name="connsiteX227" fmla="*/ 2211082 w 2912392"/>
                <a:gd name="connsiteY227" fmla="*/ 345200 h 739719"/>
                <a:gd name="connsiteX228" fmla="*/ 2220826 w 2912392"/>
                <a:gd name="connsiteY228" fmla="*/ 350084 h 739719"/>
                <a:gd name="connsiteX229" fmla="*/ 2230570 w 2912392"/>
                <a:gd name="connsiteY229" fmla="*/ 354882 h 739719"/>
                <a:gd name="connsiteX230" fmla="*/ 2240299 w 2912392"/>
                <a:gd name="connsiteY230" fmla="*/ 359596 h 739719"/>
                <a:gd name="connsiteX231" fmla="*/ 2250043 w 2912392"/>
                <a:gd name="connsiteY231" fmla="*/ 364223 h 739719"/>
                <a:gd name="connsiteX232" fmla="*/ 2259787 w 2912392"/>
                <a:gd name="connsiteY232" fmla="*/ 368768 h 739719"/>
                <a:gd name="connsiteX233" fmla="*/ 2269531 w 2912392"/>
                <a:gd name="connsiteY233" fmla="*/ 373230 h 739719"/>
                <a:gd name="connsiteX234" fmla="*/ 2279260 w 2912392"/>
                <a:gd name="connsiteY234" fmla="*/ 377612 h 739719"/>
                <a:gd name="connsiteX235" fmla="*/ 2289004 w 2912392"/>
                <a:gd name="connsiteY235" fmla="*/ 381916 h 739719"/>
                <a:gd name="connsiteX236" fmla="*/ 2298748 w 2912392"/>
                <a:gd name="connsiteY236" fmla="*/ 386146 h 739719"/>
                <a:gd name="connsiteX237" fmla="*/ 2308492 w 2912392"/>
                <a:gd name="connsiteY237" fmla="*/ 390303 h 739719"/>
                <a:gd name="connsiteX238" fmla="*/ 2318236 w 2912392"/>
                <a:gd name="connsiteY238" fmla="*/ 394392 h 739719"/>
                <a:gd name="connsiteX239" fmla="*/ 2327965 w 2912392"/>
                <a:gd name="connsiteY239" fmla="*/ 398417 h 739719"/>
                <a:gd name="connsiteX240" fmla="*/ 2337709 w 2912392"/>
                <a:gd name="connsiteY240" fmla="*/ 402380 h 739719"/>
                <a:gd name="connsiteX241" fmla="*/ 2347453 w 2912392"/>
                <a:gd name="connsiteY241" fmla="*/ 406288 h 739719"/>
                <a:gd name="connsiteX242" fmla="*/ 2357197 w 2912392"/>
                <a:gd name="connsiteY242" fmla="*/ 410144 h 739719"/>
                <a:gd name="connsiteX243" fmla="*/ 2366926 w 2912392"/>
                <a:gd name="connsiteY243" fmla="*/ 413955 h 739719"/>
                <a:gd name="connsiteX244" fmla="*/ 2376670 w 2912392"/>
                <a:gd name="connsiteY244" fmla="*/ 417726 h 739719"/>
                <a:gd name="connsiteX245" fmla="*/ 2386413 w 2912392"/>
                <a:gd name="connsiteY245" fmla="*/ 421462 h 739719"/>
                <a:gd name="connsiteX246" fmla="*/ 2396157 w 2912392"/>
                <a:gd name="connsiteY246" fmla="*/ 425171 h 739719"/>
                <a:gd name="connsiteX247" fmla="*/ 2405886 w 2912392"/>
                <a:gd name="connsiteY247" fmla="*/ 428857 h 739719"/>
                <a:gd name="connsiteX248" fmla="*/ 2415630 w 2912392"/>
                <a:gd name="connsiteY248" fmla="*/ 432528 h 739719"/>
                <a:gd name="connsiteX249" fmla="*/ 2425374 w 2912392"/>
                <a:gd name="connsiteY249" fmla="*/ 436192 h 739719"/>
                <a:gd name="connsiteX250" fmla="*/ 2435118 w 2912392"/>
                <a:gd name="connsiteY250" fmla="*/ 439852 h 739719"/>
                <a:gd name="connsiteX251" fmla="*/ 2444862 w 2912392"/>
                <a:gd name="connsiteY251" fmla="*/ 443520 h 739719"/>
                <a:gd name="connsiteX252" fmla="*/ 2454591 w 2912392"/>
                <a:gd name="connsiteY252" fmla="*/ 447202 h 739719"/>
                <a:gd name="connsiteX253" fmla="*/ 2464335 w 2912392"/>
                <a:gd name="connsiteY253" fmla="*/ 450906 h 739719"/>
                <a:gd name="connsiteX254" fmla="*/ 2474079 w 2912392"/>
                <a:gd name="connsiteY254" fmla="*/ 454636 h 739719"/>
                <a:gd name="connsiteX255" fmla="*/ 2483823 w 2912392"/>
                <a:gd name="connsiteY255" fmla="*/ 458404 h 739719"/>
                <a:gd name="connsiteX256" fmla="*/ 2493552 w 2912392"/>
                <a:gd name="connsiteY256" fmla="*/ 462217 h 739719"/>
                <a:gd name="connsiteX257" fmla="*/ 2503296 w 2912392"/>
                <a:gd name="connsiteY257" fmla="*/ 466082 h 739719"/>
                <a:gd name="connsiteX258" fmla="*/ 2513040 w 2912392"/>
                <a:gd name="connsiteY258" fmla="*/ 470006 h 739719"/>
                <a:gd name="connsiteX259" fmla="*/ 2522784 w 2912392"/>
                <a:gd name="connsiteY259" fmla="*/ 473998 h 739719"/>
                <a:gd name="connsiteX260" fmla="*/ 2532513 w 2912392"/>
                <a:gd name="connsiteY260" fmla="*/ 478064 h 739719"/>
                <a:gd name="connsiteX261" fmla="*/ 2542257 w 2912392"/>
                <a:gd name="connsiteY261" fmla="*/ 482213 h 739719"/>
                <a:gd name="connsiteX262" fmla="*/ 2552001 w 2912392"/>
                <a:gd name="connsiteY262" fmla="*/ 486453 h 739719"/>
                <a:gd name="connsiteX263" fmla="*/ 2561745 w 2912392"/>
                <a:gd name="connsiteY263" fmla="*/ 490789 h 739719"/>
                <a:gd name="connsiteX264" fmla="*/ 2571474 w 2912392"/>
                <a:gd name="connsiteY264" fmla="*/ 495230 h 739719"/>
                <a:gd name="connsiteX265" fmla="*/ 2581218 w 2912392"/>
                <a:gd name="connsiteY265" fmla="*/ 499782 h 739719"/>
                <a:gd name="connsiteX266" fmla="*/ 2590962 w 2912392"/>
                <a:gd name="connsiteY266" fmla="*/ 504451 h 739719"/>
                <a:gd name="connsiteX267" fmla="*/ 2600705 w 2912392"/>
                <a:gd name="connsiteY267" fmla="*/ 509244 h 739719"/>
                <a:gd name="connsiteX268" fmla="*/ 2610449 w 2912392"/>
                <a:gd name="connsiteY268" fmla="*/ 514165 h 739719"/>
                <a:gd name="connsiteX269" fmla="*/ 2620178 w 2912392"/>
                <a:gd name="connsiteY269" fmla="*/ 519224 h 739719"/>
                <a:gd name="connsiteX270" fmla="*/ 2629922 w 2912392"/>
                <a:gd name="connsiteY270" fmla="*/ 524420 h 739719"/>
                <a:gd name="connsiteX271" fmla="*/ 2639666 w 2912392"/>
                <a:gd name="connsiteY271" fmla="*/ 529762 h 739719"/>
                <a:gd name="connsiteX272" fmla="*/ 2649410 w 2912392"/>
                <a:gd name="connsiteY272" fmla="*/ 535252 h 739719"/>
                <a:gd name="connsiteX273" fmla="*/ 2659139 w 2912392"/>
                <a:gd name="connsiteY273" fmla="*/ 540896 h 739719"/>
                <a:gd name="connsiteX274" fmla="*/ 2668883 w 2912392"/>
                <a:gd name="connsiteY274" fmla="*/ 546694 h 739719"/>
                <a:gd name="connsiteX275" fmla="*/ 2678627 w 2912392"/>
                <a:gd name="connsiteY275" fmla="*/ 552651 h 739719"/>
                <a:gd name="connsiteX276" fmla="*/ 2688371 w 2912392"/>
                <a:gd name="connsiteY276" fmla="*/ 558770 h 739719"/>
                <a:gd name="connsiteX277" fmla="*/ 2698100 w 2912392"/>
                <a:gd name="connsiteY277" fmla="*/ 565050 h 739719"/>
                <a:gd name="connsiteX278" fmla="*/ 2707844 w 2912392"/>
                <a:gd name="connsiteY278" fmla="*/ 571494 h 739719"/>
                <a:gd name="connsiteX279" fmla="*/ 2717588 w 2912392"/>
                <a:gd name="connsiteY279" fmla="*/ 578101 h 739719"/>
                <a:gd name="connsiteX280" fmla="*/ 2727332 w 2912392"/>
                <a:gd name="connsiteY280" fmla="*/ 584873 h 739719"/>
                <a:gd name="connsiteX281" fmla="*/ 2737076 w 2912392"/>
                <a:gd name="connsiteY281" fmla="*/ 591807 h 739719"/>
                <a:gd name="connsiteX282" fmla="*/ 2746805 w 2912392"/>
                <a:gd name="connsiteY282" fmla="*/ 598902 h 739719"/>
                <a:gd name="connsiteX283" fmla="*/ 2756549 w 2912392"/>
                <a:gd name="connsiteY283" fmla="*/ 606158 h 739719"/>
                <a:gd name="connsiteX284" fmla="*/ 2766293 w 2912392"/>
                <a:gd name="connsiteY284" fmla="*/ 613568 h 739719"/>
                <a:gd name="connsiteX285" fmla="*/ 2776037 w 2912392"/>
                <a:gd name="connsiteY285" fmla="*/ 621134 h 739719"/>
                <a:gd name="connsiteX286" fmla="*/ 2785766 w 2912392"/>
                <a:gd name="connsiteY286" fmla="*/ 628847 h 739719"/>
                <a:gd name="connsiteX287" fmla="*/ 2795510 w 2912392"/>
                <a:gd name="connsiteY287" fmla="*/ 636707 h 739719"/>
                <a:gd name="connsiteX288" fmla="*/ 2805254 w 2912392"/>
                <a:gd name="connsiteY288" fmla="*/ 644704 h 739719"/>
                <a:gd name="connsiteX289" fmla="*/ 2814998 w 2912392"/>
                <a:gd name="connsiteY289" fmla="*/ 652835 h 739719"/>
                <a:gd name="connsiteX290" fmla="*/ 2824727 w 2912392"/>
                <a:gd name="connsiteY290" fmla="*/ 661093 h 739719"/>
                <a:gd name="connsiteX291" fmla="*/ 2834471 w 2912392"/>
                <a:gd name="connsiteY291" fmla="*/ 669469 h 739719"/>
                <a:gd name="connsiteX292" fmla="*/ 2844215 w 2912392"/>
                <a:gd name="connsiteY292" fmla="*/ 677957 h 739719"/>
                <a:gd name="connsiteX293" fmla="*/ 2853958 w 2912392"/>
                <a:gd name="connsiteY293" fmla="*/ 686550 h 739719"/>
                <a:gd name="connsiteX294" fmla="*/ 2863687 w 2912392"/>
                <a:gd name="connsiteY294" fmla="*/ 695236 h 739719"/>
                <a:gd name="connsiteX295" fmla="*/ 2873431 w 2912392"/>
                <a:gd name="connsiteY295" fmla="*/ 704005 h 739719"/>
                <a:gd name="connsiteX296" fmla="*/ 2883175 w 2912392"/>
                <a:gd name="connsiteY296" fmla="*/ 712849 h 739719"/>
                <a:gd name="connsiteX297" fmla="*/ 2892919 w 2912392"/>
                <a:gd name="connsiteY297" fmla="*/ 721757 h 739719"/>
                <a:gd name="connsiteX298" fmla="*/ 2902663 w 2912392"/>
                <a:gd name="connsiteY298" fmla="*/ 730718 h 739719"/>
                <a:gd name="connsiteX299" fmla="*/ 2912392 w 2912392"/>
                <a:gd name="connsiteY299" fmla="*/ 739720 h 739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39719">
                  <a:moveTo>
                    <a:pt x="0" y="397697"/>
                  </a:moveTo>
                  <a:lnTo>
                    <a:pt x="9739" y="398929"/>
                  </a:lnTo>
                  <a:lnTo>
                    <a:pt x="19480" y="400129"/>
                  </a:lnTo>
                  <a:lnTo>
                    <a:pt x="29221" y="401294"/>
                  </a:lnTo>
                  <a:lnTo>
                    <a:pt x="38961" y="402421"/>
                  </a:lnTo>
                  <a:lnTo>
                    <a:pt x="48702" y="403512"/>
                  </a:lnTo>
                  <a:lnTo>
                    <a:pt x="58443" y="404562"/>
                  </a:lnTo>
                  <a:lnTo>
                    <a:pt x="68182" y="405571"/>
                  </a:lnTo>
                  <a:lnTo>
                    <a:pt x="77923" y="406538"/>
                  </a:lnTo>
                  <a:lnTo>
                    <a:pt x="87664" y="407460"/>
                  </a:lnTo>
                  <a:lnTo>
                    <a:pt x="97404" y="408336"/>
                  </a:lnTo>
                  <a:lnTo>
                    <a:pt x="107145" y="409165"/>
                  </a:lnTo>
                  <a:lnTo>
                    <a:pt x="116886" y="409945"/>
                  </a:lnTo>
                  <a:lnTo>
                    <a:pt x="126625" y="410674"/>
                  </a:lnTo>
                  <a:lnTo>
                    <a:pt x="136366" y="411352"/>
                  </a:lnTo>
                  <a:lnTo>
                    <a:pt x="146107" y="411976"/>
                  </a:lnTo>
                  <a:lnTo>
                    <a:pt x="155846" y="412545"/>
                  </a:lnTo>
                  <a:lnTo>
                    <a:pt x="165587" y="413056"/>
                  </a:lnTo>
                  <a:lnTo>
                    <a:pt x="175328" y="413509"/>
                  </a:lnTo>
                  <a:lnTo>
                    <a:pt x="185068" y="413903"/>
                  </a:lnTo>
                  <a:lnTo>
                    <a:pt x="194809" y="414233"/>
                  </a:lnTo>
                  <a:lnTo>
                    <a:pt x="204550" y="414502"/>
                  </a:lnTo>
                  <a:lnTo>
                    <a:pt x="214289" y="414703"/>
                  </a:lnTo>
                  <a:lnTo>
                    <a:pt x="224030" y="414837"/>
                  </a:lnTo>
                  <a:lnTo>
                    <a:pt x="233771" y="414902"/>
                  </a:lnTo>
                  <a:lnTo>
                    <a:pt x="243510" y="414895"/>
                  </a:lnTo>
                  <a:lnTo>
                    <a:pt x="253251" y="414814"/>
                  </a:lnTo>
                  <a:lnTo>
                    <a:pt x="262992" y="414658"/>
                  </a:lnTo>
                  <a:lnTo>
                    <a:pt x="272732" y="414424"/>
                  </a:lnTo>
                  <a:lnTo>
                    <a:pt x="282473" y="414111"/>
                  </a:lnTo>
                  <a:lnTo>
                    <a:pt x="292214" y="413715"/>
                  </a:lnTo>
                  <a:lnTo>
                    <a:pt x="301953" y="413234"/>
                  </a:lnTo>
                  <a:lnTo>
                    <a:pt x="311694" y="412666"/>
                  </a:lnTo>
                  <a:lnTo>
                    <a:pt x="321435" y="412010"/>
                  </a:lnTo>
                  <a:lnTo>
                    <a:pt x="331175" y="411261"/>
                  </a:lnTo>
                  <a:lnTo>
                    <a:pt x="340916" y="410419"/>
                  </a:lnTo>
                  <a:lnTo>
                    <a:pt x="350656" y="409482"/>
                  </a:lnTo>
                  <a:lnTo>
                    <a:pt x="360396" y="408445"/>
                  </a:lnTo>
                  <a:lnTo>
                    <a:pt x="370137" y="407308"/>
                  </a:lnTo>
                  <a:lnTo>
                    <a:pt x="379878" y="406067"/>
                  </a:lnTo>
                  <a:lnTo>
                    <a:pt x="389617" y="404722"/>
                  </a:lnTo>
                  <a:lnTo>
                    <a:pt x="399358" y="403269"/>
                  </a:lnTo>
                  <a:lnTo>
                    <a:pt x="409099" y="401706"/>
                  </a:lnTo>
                  <a:lnTo>
                    <a:pt x="418839" y="400032"/>
                  </a:lnTo>
                  <a:lnTo>
                    <a:pt x="428580" y="398244"/>
                  </a:lnTo>
                  <a:lnTo>
                    <a:pt x="438321" y="396340"/>
                  </a:lnTo>
                  <a:lnTo>
                    <a:pt x="448060" y="394319"/>
                  </a:lnTo>
                  <a:lnTo>
                    <a:pt x="457801" y="392180"/>
                  </a:lnTo>
                  <a:lnTo>
                    <a:pt x="467542" y="389921"/>
                  </a:lnTo>
                  <a:lnTo>
                    <a:pt x="477281" y="387540"/>
                  </a:lnTo>
                  <a:lnTo>
                    <a:pt x="487022" y="385037"/>
                  </a:lnTo>
                  <a:lnTo>
                    <a:pt x="496763" y="382409"/>
                  </a:lnTo>
                  <a:lnTo>
                    <a:pt x="506503" y="379659"/>
                  </a:lnTo>
                  <a:lnTo>
                    <a:pt x="516244" y="376782"/>
                  </a:lnTo>
                  <a:lnTo>
                    <a:pt x="525985" y="373780"/>
                  </a:lnTo>
                  <a:lnTo>
                    <a:pt x="535724" y="370652"/>
                  </a:lnTo>
                  <a:lnTo>
                    <a:pt x="545465" y="367400"/>
                  </a:lnTo>
                  <a:lnTo>
                    <a:pt x="555206" y="364022"/>
                  </a:lnTo>
                  <a:lnTo>
                    <a:pt x="564946" y="360520"/>
                  </a:lnTo>
                  <a:lnTo>
                    <a:pt x="574687" y="356895"/>
                  </a:lnTo>
                  <a:lnTo>
                    <a:pt x="584428" y="353145"/>
                  </a:lnTo>
                  <a:lnTo>
                    <a:pt x="594167" y="349274"/>
                  </a:lnTo>
                  <a:lnTo>
                    <a:pt x="603908" y="345284"/>
                  </a:lnTo>
                  <a:lnTo>
                    <a:pt x="613649" y="341175"/>
                  </a:lnTo>
                  <a:lnTo>
                    <a:pt x="623388" y="336949"/>
                  </a:lnTo>
                  <a:lnTo>
                    <a:pt x="633129" y="332609"/>
                  </a:lnTo>
                  <a:lnTo>
                    <a:pt x="642870" y="328159"/>
                  </a:lnTo>
                  <a:lnTo>
                    <a:pt x="652610" y="323600"/>
                  </a:lnTo>
                  <a:lnTo>
                    <a:pt x="662351" y="318935"/>
                  </a:lnTo>
                  <a:lnTo>
                    <a:pt x="672092" y="314167"/>
                  </a:lnTo>
                  <a:lnTo>
                    <a:pt x="681831" y="309301"/>
                  </a:lnTo>
                  <a:lnTo>
                    <a:pt x="691572" y="304340"/>
                  </a:lnTo>
                  <a:lnTo>
                    <a:pt x="701313" y="299289"/>
                  </a:lnTo>
                  <a:lnTo>
                    <a:pt x="711052" y="294149"/>
                  </a:lnTo>
                  <a:lnTo>
                    <a:pt x="720793" y="288928"/>
                  </a:lnTo>
                  <a:lnTo>
                    <a:pt x="730534" y="283629"/>
                  </a:lnTo>
                  <a:lnTo>
                    <a:pt x="740274" y="278256"/>
                  </a:lnTo>
                  <a:lnTo>
                    <a:pt x="750015" y="272817"/>
                  </a:lnTo>
                  <a:lnTo>
                    <a:pt x="759756" y="267313"/>
                  </a:lnTo>
                  <a:lnTo>
                    <a:pt x="769495" y="261751"/>
                  </a:lnTo>
                  <a:lnTo>
                    <a:pt x="779236" y="256137"/>
                  </a:lnTo>
                  <a:lnTo>
                    <a:pt x="788977" y="250476"/>
                  </a:lnTo>
                  <a:lnTo>
                    <a:pt x="798717" y="244774"/>
                  </a:lnTo>
                  <a:lnTo>
                    <a:pt x="808458" y="239035"/>
                  </a:lnTo>
                  <a:lnTo>
                    <a:pt x="818199" y="233266"/>
                  </a:lnTo>
                  <a:lnTo>
                    <a:pt x="827938" y="227473"/>
                  </a:lnTo>
                  <a:lnTo>
                    <a:pt x="837679" y="221661"/>
                  </a:lnTo>
                  <a:lnTo>
                    <a:pt x="847420" y="215837"/>
                  </a:lnTo>
                  <a:lnTo>
                    <a:pt x="857159" y="210006"/>
                  </a:lnTo>
                  <a:lnTo>
                    <a:pt x="866900" y="204173"/>
                  </a:lnTo>
                  <a:lnTo>
                    <a:pt x="876641" y="198344"/>
                  </a:lnTo>
                  <a:lnTo>
                    <a:pt x="886381" y="192526"/>
                  </a:lnTo>
                  <a:lnTo>
                    <a:pt x="896122" y="186724"/>
                  </a:lnTo>
                  <a:lnTo>
                    <a:pt x="905863" y="180944"/>
                  </a:lnTo>
                  <a:lnTo>
                    <a:pt x="915602" y="175190"/>
                  </a:lnTo>
                  <a:lnTo>
                    <a:pt x="925343" y="169468"/>
                  </a:lnTo>
                  <a:lnTo>
                    <a:pt x="935084" y="163786"/>
                  </a:lnTo>
                  <a:lnTo>
                    <a:pt x="944824" y="158145"/>
                  </a:lnTo>
                  <a:lnTo>
                    <a:pt x="954564" y="152552"/>
                  </a:lnTo>
                  <a:lnTo>
                    <a:pt x="964305" y="147011"/>
                  </a:lnTo>
                  <a:lnTo>
                    <a:pt x="974045" y="141528"/>
                  </a:lnTo>
                  <a:lnTo>
                    <a:pt x="983786" y="136108"/>
                  </a:lnTo>
                  <a:lnTo>
                    <a:pt x="993522" y="130753"/>
                  </a:lnTo>
                  <a:lnTo>
                    <a:pt x="1003266" y="125470"/>
                  </a:lnTo>
                  <a:lnTo>
                    <a:pt x="1013010" y="120262"/>
                  </a:lnTo>
                  <a:lnTo>
                    <a:pt x="1022754" y="115132"/>
                  </a:lnTo>
                  <a:lnTo>
                    <a:pt x="1032483" y="110084"/>
                  </a:lnTo>
                  <a:lnTo>
                    <a:pt x="1042227" y="105121"/>
                  </a:lnTo>
                  <a:lnTo>
                    <a:pt x="1051971" y="100249"/>
                  </a:lnTo>
                  <a:lnTo>
                    <a:pt x="1061715" y="95470"/>
                  </a:lnTo>
                  <a:lnTo>
                    <a:pt x="1071444" y="90784"/>
                  </a:lnTo>
                  <a:lnTo>
                    <a:pt x="1081188" y="86198"/>
                  </a:lnTo>
                  <a:lnTo>
                    <a:pt x="1090932" y="81712"/>
                  </a:lnTo>
                  <a:lnTo>
                    <a:pt x="1100676" y="77330"/>
                  </a:lnTo>
                  <a:lnTo>
                    <a:pt x="1110405" y="73054"/>
                  </a:lnTo>
                  <a:lnTo>
                    <a:pt x="1120149" y="68885"/>
                  </a:lnTo>
                  <a:lnTo>
                    <a:pt x="1129893" y="64825"/>
                  </a:lnTo>
                  <a:lnTo>
                    <a:pt x="1139637" y="60879"/>
                  </a:lnTo>
                  <a:lnTo>
                    <a:pt x="1149381" y="57045"/>
                  </a:lnTo>
                  <a:lnTo>
                    <a:pt x="1159110" y="53326"/>
                  </a:lnTo>
                  <a:lnTo>
                    <a:pt x="1168854" y="49724"/>
                  </a:lnTo>
                  <a:lnTo>
                    <a:pt x="1178598" y="46239"/>
                  </a:lnTo>
                  <a:lnTo>
                    <a:pt x="1188341" y="42873"/>
                  </a:lnTo>
                  <a:lnTo>
                    <a:pt x="1198070" y="39628"/>
                  </a:lnTo>
                  <a:lnTo>
                    <a:pt x="1207814" y="36504"/>
                  </a:lnTo>
                  <a:lnTo>
                    <a:pt x="1217558" y="33502"/>
                  </a:lnTo>
                  <a:lnTo>
                    <a:pt x="1227302" y="30623"/>
                  </a:lnTo>
                  <a:lnTo>
                    <a:pt x="1237031" y="27869"/>
                  </a:lnTo>
                  <a:lnTo>
                    <a:pt x="1246775" y="25239"/>
                  </a:lnTo>
                  <a:lnTo>
                    <a:pt x="1256519" y="22736"/>
                  </a:lnTo>
                  <a:lnTo>
                    <a:pt x="1266263" y="20358"/>
                  </a:lnTo>
                  <a:lnTo>
                    <a:pt x="1276007" y="18108"/>
                  </a:lnTo>
                  <a:lnTo>
                    <a:pt x="1285736" y="15985"/>
                  </a:lnTo>
                  <a:lnTo>
                    <a:pt x="1295480" y="13992"/>
                  </a:lnTo>
                  <a:lnTo>
                    <a:pt x="1305224" y="12128"/>
                  </a:lnTo>
                  <a:lnTo>
                    <a:pt x="1314968" y="10394"/>
                  </a:lnTo>
                  <a:lnTo>
                    <a:pt x="1324697" y="8790"/>
                  </a:lnTo>
                  <a:lnTo>
                    <a:pt x="1334441" y="7318"/>
                  </a:lnTo>
                  <a:lnTo>
                    <a:pt x="1344185" y="5979"/>
                  </a:lnTo>
                  <a:lnTo>
                    <a:pt x="1353929" y="4772"/>
                  </a:lnTo>
                  <a:lnTo>
                    <a:pt x="1363658" y="3698"/>
                  </a:lnTo>
                  <a:lnTo>
                    <a:pt x="1373402" y="2759"/>
                  </a:lnTo>
                  <a:lnTo>
                    <a:pt x="1383146" y="1956"/>
                  </a:lnTo>
                  <a:lnTo>
                    <a:pt x="1392890" y="1290"/>
                  </a:lnTo>
                  <a:lnTo>
                    <a:pt x="1402619" y="760"/>
                  </a:lnTo>
                  <a:lnTo>
                    <a:pt x="1412363" y="368"/>
                  </a:lnTo>
                  <a:lnTo>
                    <a:pt x="1422106" y="115"/>
                  </a:lnTo>
                  <a:lnTo>
                    <a:pt x="1431850" y="0"/>
                  </a:lnTo>
                  <a:lnTo>
                    <a:pt x="1441594" y="27"/>
                  </a:lnTo>
                  <a:lnTo>
                    <a:pt x="1451323" y="195"/>
                  </a:lnTo>
                  <a:lnTo>
                    <a:pt x="1461067" y="505"/>
                  </a:lnTo>
                  <a:lnTo>
                    <a:pt x="1470811" y="958"/>
                  </a:lnTo>
                  <a:lnTo>
                    <a:pt x="1480555" y="1555"/>
                  </a:lnTo>
                  <a:lnTo>
                    <a:pt x="1490284" y="2296"/>
                  </a:lnTo>
                  <a:lnTo>
                    <a:pt x="1500028" y="3184"/>
                  </a:lnTo>
                  <a:lnTo>
                    <a:pt x="1509772" y="4216"/>
                  </a:lnTo>
                  <a:lnTo>
                    <a:pt x="1519516" y="5396"/>
                  </a:lnTo>
                  <a:lnTo>
                    <a:pt x="1529245" y="6722"/>
                  </a:lnTo>
                  <a:lnTo>
                    <a:pt x="1538989" y="8197"/>
                  </a:lnTo>
                  <a:lnTo>
                    <a:pt x="1548733" y="9820"/>
                  </a:lnTo>
                  <a:lnTo>
                    <a:pt x="1558477" y="11591"/>
                  </a:lnTo>
                  <a:lnTo>
                    <a:pt x="1568221" y="13510"/>
                  </a:lnTo>
                  <a:lnTo>
                    <a:pt x="1577950" y="15580"/>
                  </a:lnTo>
                  <a:lnTo>
                    <a:pt x="1587694" y="17797"/>
                  </a:lnTo>
                  <a:lnTo>
                    <a:pt x="1597438" y="20163"/>
                  </a:lnTo>
                  <a:lnTo>
                    <a:pt x="1607182" y="22678"/>
                  </a:lnTo>
                  <a:lnTo>
                    <a:pt x="1616911" y="25340"/>
                  </a:lnTo>
                  <a:lnTo>
                    <a:pt x="1626655" y="28150"/>
                  </a:lnTo>
                  <a:lnTo>
                    <a:pt x="1636399" y="31108"/>
                  </a:lnTo>
                  <a:lnTo>
                    <a:pt x="1646142" y="34210"/>
                  </a:lnTo>
                  <a:lnTo>
                    <a:pt x="1655872" y="37458"/>
                  </a:lnTo>
                  <a:lnTo>
                    <a:pt x="1665616" y="40849"/>
                  </a:lnTo>
                  <a:lnTo>
                    <a:pt x="1675359" y="44381"/>
                  </a:lnTo>
                  <a:lnTo>
                    <a:pt x="1685103" y="48054"/>
                  </a:lnTo>
                  <a:lnTo>
                    <a:pt x="1694832" y="51865"/>
                  </a:lnTo>
                  <a:lnTo>
                    <a:pt x="1704576" y="55813"/>
                  </a:lnTo>
                  <a:lnTo>
                    <a:pt x="1714320" y="59895"/>
                  </a:lnTo>
                  <a:lnTo>
                    <a:pt x="1724064" y="64109"/>
                  </a:lnTo>
                  <a:lnTo>
                    <a:pt x="1733808" y="68452"/>
                  </a:lnTo>
                  <a:lnTo>
                    <a:pt x="1743537" y="72922"/>
                  </a:lnTo>
                  <a:lnTo>
                    <a:pt x="1753281" y="77513"/>
                  </a:lnTo>
                  <a:lnTo>
                    <a:pt x="1763025" y="82226"/>
                  </a:lnTo>
                  <a:lnTo>
                    <a:pt x="1772769" y="87055"/>
                  </a:lnTo>
                  <a:lnTo>
                    <a:pt x="1782498" y="91997"/>
                  </a:lnTo>
                  <a:lnTo>
                    <a:pt x="1792242" y="97047"/>
                  </a:lnTo>
                  <a:lnTo>
                    <a:pt x="1801986" y="102204"/>
                  </a:lnTo>
                  <a:lnTo>
                    <a:pt x="1811730" y="107460"/>
                  </a:lnTo>
                  <a:lnTo>
                    <a:pt x="1821459" y="112812"/>
                  </a:lnTo>
                  <a:lnTo>
                    <a:pt x="1831203" y="118256"/>
                  </a:lnTo>
                  <a:lnTo>
                    <a:pt x="1840947" y="123788"/>
                  </a:lnTo>
                  <a:lnTo>
                    <a:pt x="1850691" y="129402"/>
                  </a:lnTo>
                  <a:lnTo>
                    <a:pt x="1860435" y="135092"/>
                  </a:lnTo>
                  <a:lnTo>
                    <a:pt x="1870164" y="140855"/>
                  </a:lnTo>
                  <a:lnTo>
                    <a:pt x="1879908" y="146683"/>
                  </a:lnTo>
                  <a:lnTo>
                    <a:pt x="1889652" y="152573"/>
                  </a:lnTo>
                  <a:lnTo>
                    <a:pt x="1899395" y="158519"/>
                  </a:lnTo>
                  <a:lnTo>
                    <a:pt x="1909124" y="164515"/>
                  </a:lnTo>
                  <a:lnTo>
                    <a:pt x="1918868" y="170555"/>
                  </a:lnTo>
                  <a:lnTo>
                    <a:pt x="1928612" y="176633"/>
                  </a:lnTo>
                  <a:lnTo>
                    <a:pt x="1938356" y="182743"/>
                  </a:lnTo>
                  <a:lnTo>
                    <a:pt x="1948085" y="188882"/>
                  </a:lnTo>
                  <a:lnTo>
                    <a:pt x="1957829" y="195041"/>
                  </a:lnTo>
                  <a:lnTo>
                    <a:pt x="1967573" y="201215"/>
                  </a:lnTo>
                  <a:lnTo>
                    <a:pt x="1977317" y="207398"/>
                  </a:lnTo>
                  <a:lnTo>
                    <a:pt x="1987046" y="213586"/>
                  </a:lnTo>
                  <a:lnTo>
                    <a:pt x="1996790" y="219770"/>
                  </a:lnTo>
                  <a:lnTo>
                    <a:pt x="2006534" y="225946"/>
                  </a:lnTo>
                  <a:lnTo>
                    <a:pt x="2016278" y="232110"/>
                  </a:lnTo>
                  <a:lnTo>
                    <a:pt x="2026022" y="238254"/>
                  </a:lnTo>
                  <a:lnTo>
                    <a:pt x="2035751" y="244373"/>
                  </a:lnTo>
                  <a:lnTo>
                    <a:pt x="2045495" y="250462"/>
                  </a:lnTo>
                  <a:lnTo>
                    <a:pt x="2055239" y="256516"/>
                  </a:lnTo>
                  <a:lnTo>
                    <a:pt x="2064983" y="262530"/>
                  </a:lnTo>
                  <a:lnTo>
                    <a:pt x="2074712" y="268499"/>
                  </a:lnTo>
                  <a:lnTo>
                    <a:pt x="2084456" y="274418"/>
                  </a:lnTo>
                  <a:lnTo>
                    <a:pt x="2094200" y="280284"/>
                  </a:lnTo>
                  <a:lnTo>
                    <a:pt x="2103944" y="286092"/>
                  </a:lnTo>
                  <a:lnTo>
                    <a:pt x="2113673" y="291837"/>
                  </a:lnTo>
                  <a:lnTo>
                    <a:pt x="2123417" y="297515"/>
                  </a:lnTo>
                  <a:lnTo>
                    <a:pt x="2133161" y="303126"/>
                  </a:lnTo>
                  <a:lnTo>
                    <a:pt x="2142905" y="308664"/>
                  </a:lnTo>
                  <a:lnTo>
                    <a:pt x="2152649" y="314126"/>
                  </a:lnTo>
                  <a:lnTo>
                    <a:pt x="2162377" y="319510"/>
                  </a:lnTo>
                  <a:lnTo>
                    <a:pt x="2172121" y="324814"/>
                  </a:lnTo>
                  <a:lnTo>
                    <a:pt x="2181865" y="330036"/>
                  </a:lnTo>
                  <a:lnTo>
                    <a:pt x="2191609" y="335176"/>
                  </a:lnTo>
                  <a:lnTo>
                    <a:pt x="2201338" y="340232"/>
                  </a:lnTo>
                  <a:lnTo>
                    <a:pt x="2211082" y="345200"/>
                  </a:lnTo>
                  <a:lnTo>
                    <a:pt x="2220826" y="350084"/>
                  </a:lnTo>
                  <a:lnTo>
                    <a:pt x="2230570" y="354882"/>
                  </a:lnTo>
                  <a:lnTo>
                    <a:pt x="2240299" y="359596"/>
                  </a:lnTo>
                  <a:lnTo>
                    <a:pt x="2250043" y="364223"/>
                  </a:lnTo>
                  <a:lnTo>
                    <a:pt x="2259787" y="368768"/>
                  </a:lnTo>
                  <a:lnTo>
                    <a:pt x="2269531" y="373230"/>
                  </a:lnTo>
                  <a:lnTo>
                    <a:pt x="2279260" y="377612"/>
                  </a:lnTo>
                  <a:lnTo>
                    <a:pt x="2289004" y="381916"/>
                  </a:lnTo>
                  <a:lnTo>
                    <a:pt x="2298748" y="386146"/>
                  </a:lnTo>
                  <a:lnTo>
                    <a:pt x="2308492" y="390303"/>
                  </a:lnTo>
                  <a:lnTo>
                    <a:pt x="2318236" y="394392"/>
                  </a:lnTo>
                  <a:lnTo>
                    <a:pt x="2327965" y="398417"/>
                  </a:lnTo>
                  <a:lnTo>
                    <a:pt x="2337709" y="402380"/>
                  </a:lnTo>
                  <a:lnTo>
                    <a:pt x="2347453" y="406288"/>
                  </a:lnTo>
                  <a:lnTo>
                    <a:pt x="2357197" y="410144"/>
                  </a:lnTo>
                  <a:lnTo>
                    <a:pt x="2366926" y="413955"/>
                  </a:lnTo>
                  <a:lnTo>
                    <a:pt x="2376670" y="417726"/>
                  </a:lnTo>
                  <a:lnTo>
                    <a:pt x="2386413" y="421462"/>
                  </a:lnTo>
                  <a:lnTo>
                    <a:pt x="2396157" y="425171"/>
                  </a:lnTo>
                  <a:lnTo>
                    <a:pt x="2405886" y="428857"/>
                  </a:lnTo>
                  <a:lnTo>
                    <a:pt x="2415630" y="432528"/>
                  </a:lnTo>
                  <a:lnTo>
                    <a:pt x="2425374" y="436192"/>
                  </a:lnTo>
                  <a:lnTo>
                    <a:pt x="2435118" y="439852"/>
                  </a:lnTo>
                  <a:lnTo>
                    <a:pt x="2444862" y="443520"/>
                  </a:lnTo>
                  <a:lnTo>
                    <a:pt x="2454591" y="447202"/>
                  </a:lnTo>
                  <a:lnTo>
                    <a:pt x="2464335" y="450906"/>
                  </a:lnTo>
                  <a:lnTo>
                    <a:pt x="2474079" y="454636"/>
                  </a:lnTo>
                  <a:lnTo>
                    <a:pt x="2483823" y="458404"/>
                  </a:lnTo>
                  <a:lnTo>
                    <a:pt x="2493552" y="462217"/>
                  </a:lnTo>
                  <a:lnTo>
                    <a:pt x="2503296" y="466082"/>
                  </a:lnTo>
                  <a:lnTo>
                    <a:pt x="2513040" y="470006"/>
                  </a:lnTo>
                  <a:lnTo>
                    <a:pt x="2522784" y="473998"/>
                  </a:lnTo>
                  <a:lnTo>
                    <a:pt x="2532513" y="478064"/>
                  </a:lnTo>
                  <a:lnTo>
                    <a:pt x="2542257" y="482213"/>
                  </a:lnTo>
                  <a:lnTo>
                    <a:pt x="2552001" y="486453"/>
                  </a:lnTo>
                  <a:lnTo>
                    <a:pt x="2561745" y="490789"/>
                  </a:lnTo>
                  <a:lnTo>
                    <a:pt x="2571474" y="495230"/>
                  </a:lnTo>
                  <a:lnTo>
                    <a:pt x="2581218" y="499782"/>
                  </a:lnTo>
                  <a:lnTo>
                    <a:pt x="2590962" y="504451"/>
                  </a:lnTo>
                  <a:lnTo>
                    <a:pt x="2600705" y="509244"/>
                  </a:lnTo>
                  <a:lnTo>
                    <a:pt x="2610449" y="514165"/>
                  </a:lnTo>
                  <a:lnTo>
                    <a:pt x="2620178" y="519224"/>
                  </a:lnTo>
                  <a:lnTo>
                    <a:pt x="2629922" y="524420"/>
                  </a:lnTo>
                  <a:lnTo>
                    <a:pt x="2639666" y="529762"/>
                  </a:lnTo>
                  <a:lnTo>
                    <a:pt x="2649410" y="535252"/>
                  </a:lnTo>
                  <a:lnTo>
                    <a:pt x="2659139" y="540896"/>
                  </a:lnTo>
                  <a:lnTo>
                    <a:pt x="2668883" y="546694"/>
                  </a:lnTo>
                  <a:lnTo>
                    <a:pt x="2678627" y="552651"/>
                  </a:lnTo>
                  <a:lnTo>
                    <a:pt x="2688371" y="558770"/>
                  </a:lnTo>
                  <a:lnTo>
                    <a:pt x="2698100" y="565050"/>
                  </a:lnTo>
                  <a:lnTo>
                    <a:pt x="2707844" y="571494"/>
                  </a:lnTo>
                  <a:lnTo>
                    <a:pt x="2717588" y="578101"/>
                  </a:lnTo>
                  <a:lnTo>
                    <a:pt x="2727332" y="584873"/>
                  </a:lnTo>
                  <a:lnTo>
                    <a:pt x="2737076" y="591807"/>
                  </a:lnTo>
                  <a:lnTo>
                    <a:pt x="2746805" y="598902"/>
                  </a:lnTo>
                  <a:lnTo>
                    <a:pt x="2756549" y="606158"/>
                  </a:lnTo>
                  <a:lnTo>
                    <a:pt x="2766293" y="613568"/>
                  </a:lnTo>
                  <a:lnTo>
                    <a:pt x="2776037" y="621134"/>
                  </a:lnTo>
                  <a:lnTo>
                    <a:pt x="2785766" y="628847"/>
                  </a:lnTo>
                  <a:lnTo>
                    <a:pt x="2795510" y="636707"/>
                  </a:lnTo>
                  <a:lnTo>
                    <a:pt x="2805254" y="644704"/>
                  </a:lnTo>
                  <a:lnTo>
                    <a:pt x="2814998" y="652835"/>
                  </a:lnTo>
                  <a:lnTo>
                    <a:pt x="2824727" y="661093"/>
                  </a:lnTo>
                  <a:lnTo>
                    <a:pt x="2834471" y="669469"/>
                  </a:lnTo>
                  <a:lnTo>
                    <a:pt x="2844215" y="677957"/>
                  </a:lnTo>
                  <a:lnTo>
                    <a:pt x="2853958" y="686550"/>
                  </a:lnTo>
                  <a:lnTo>
                    <a:pt x="2863687" y="695236"/>
                  </a:lnTo>
                  <a:lnTo>
                    <a:pt x="2873431" y="704005"/>
                  </a:lnTo>
                  <a:lnTo>
                    <a:pt x="2883175" y="712849"/>
                  </a:lnTo>
                  <a:lnTo>
                    <a:pt x="2892919" y="721757"/>
                  </a:lnTo>
                  <a:lnTo>
                    <a:pt x="2902663" y="730718"/>
                  </a:lnTo>
                  <a:lnTo>
                    <a:pt x="2912392" y="73972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8" name="Freeform 597">
              <a:extLst>
                <a:ext uri="{FF2B5EF4-FFF2-40B4-BE49-F238E27FC236}">
                  <a16:creationId xmlns:a16="http://schemas.microsoft.com/office/drawing/2014/main" id="{34D51D3F-B660-BD38-3A8F-F9C7B5E3634D}"/>
                </a:ext>
              </a:extLst>
            </p:cNvPr>
            <p:cNvSpPr/>
            <p:nvPr/>
          </p:nvSpPr>
          <p:spPr>
            <a:xfrm>
              <a:off x="576446" y="3498296"/>
              <a:ext cx="2912392" cy="245241"/>
            </a:xfrm>
            <a:custGeom>
              <a:avLst/>
              <a:gdLst>
                <a:gd name="connsiteX0" fmla="*/ 0 w 2912392"/>
                <a:gd name="connsiteY0" fmla="*/ 192182 h 245241"/>
                <a:gd name="connsiteX1" fmla="*/ 9739 w 2912392"/>
                <a:gd name="connsiteY1" fmla="*/ 194251 h 245241"/>
                <a:gd name="connsiteX2" fmla="*/ 19480 w 2912392"/>
                <a:gd name="connsiteY2" fmla="*/ 196102 h 245241"/>
                <a:gd name="connsiteX3" fmla="*/ 29221 w 2912392"/>
                <a:gd name="connsiteY3" fmla="*/ 197736 h 245241"/>
                <a:gd name="connsiteX4" fmla="*/ 38961 w 2912392"/>
                <a:gd name="connsiteY4" fmla="*/ 199164 h 245241"/>
                <a:gd name="connsiteX5" fmla="*/ 48702 w 2912392"/>
                <a:gd name="connsiteY5" fmla="*/ 200387 h 245241"/>
                <a:gd name="connsiteX6" fmla="*/ 58443 w 2912392"/>
                <a:gd name="connsiteY6" fmla="*/ 201413 h 245241"/>
                <a:gd name="connsiteX7" fmla="*/ 68182 w 2912392"/>
                <a:gd name="connsiteY7" fmla="*/ 202252 h 245241"/>
                <a:gd name="connsiteX8" fmla="*/ 77923 w 2912392"/>
                <a:gd name="connsiteY8" fmla="*/ 202908 h 245241"/>
                <a:gd name="connsiteX9" fmla="*/ 87664 w 2912392"/>
                <a:gd name="connsiteY9" fmla="*/ 203389 h 245241"/>
                <a:gd name="connsiteX10" fmla="*/ 97404 w 2912392"/>
                <a:gd name="connsiteY10" fmla="*/ 203705 h 245241"/>
                <a:gd name="connsiteX11" fmla="*/ 107145 w 2912392"/>
                <a:gd name="connsiteY11" fmla="*/ 203861 h 245241"/>
                <a:gd name="connsiteX12" fmla="*/ 116886 w 2912392"/>
                <a:gd name="connsiteY12" fmla="*/ 203867 h 245241"/>
                <a:gd name="connsiteX13" fmla="*/ 126625 w 2912392"/>
                <a:gd name="connsiteY13" fmla="*/ 203732 h 245241"/>
                <a:gd name="connsiteX14" fmla="*/ 136366 w 2912392"/>
                <a:gd name="connsiteY14" fmla="*/ 203465 h 245241"/>
                <a:gd name="connsiteX15" fmla="*/ 146107 w 2912392"/>
                <a:gd name="connsiteY15" fmla="*/ 203073 h 245241"/>
                <a:gd name="connsiteX16" fmla="*/ 155846 w 2912392"/>
                <a:gd name="connsiteY16" fmla="*/ 202565 h 245241"/>
                <a:gd name="connsiteX17" fmla="*/ 165587 w 2912392"/>
                <a:gd name="connsiteY17" fmla="*/ 201953 h 245241"/>
                <a:gd name="connsiteX18" fmla="*/ 175328 w 2912392"/>
                <a:gd name="connsiteY18" fmla="*/ 201244 h 245241"/>
                <a:gd name="connsiteX19" fmla="*/ 185068 w 2912392"/>
                <a:gd name="connsiteY19" fmla="*/ 200447 h 245241"/>
                <a:gd name="connsiteX20" fmla="*/ 194809 w 2912392"/>
                <a:gd name="connsiteY20" fmla="*/ 199570 h 245241"/>
                <a:gd name="connsiteX21" fmla="*/ 204550 w 2912392"/>
                <a:gd name="connsiteY21" fmla="*/ 198624 h 245241"/>
                <a:gd name="connsiteX22" fmla="*/ 214289 w 2912392"/>
                <a:gd name="connsiteY22" fmla="*/ 197619 h 245241"/>
                <a:gd name="connsiteX23" fmla="*/ 224030 w 2912392"/>
                <a:gd name="connsiteY23" fmla="*/ 196559 h 245241"/>
                <a:gd name="connsiteX24" fmla="*/ 233771 w 2912392"/>
                <a:gd name="connsiteY24" fmla="*/ 195458 h 245241"/>
                <a:gd name="connsiteX25" fmla="*/ 243510 w 2912392"/>
                <a:gd name="connsiteY25" fmla="*/ 194321 h 245241"/>
                <a:gd name="connsiteX26" fmla="*/ 253251 w 2912392"/>
                <a:gd name="connsiteY26" fmla="*/ 193156 h 245241"/>
                <a:gd name="connsiteX27" fmla="*/ 262992 w 2912392"/>
                <a:gd name="connsiteY27" fmla="*/ 191975 h 245241"/>
                <a:gd name="connsiteX28" fmla="*/ 272732 w 2912392"/>
                <a:gd name="connsiteY28" fmla="*/ 190780 h 245241"/>
                <a:gd name="connsiteX29" fmla="*/ 282473 w 2912392"/>
                <a:gd name="connsiteY29" fmla="*/ 189582 h 245241"/>
                <a:gd name="connsiteX30" fmla="*/ 292214 w 2912392"/>
                <a:gd name="connsiteY30" fmla="*/ 188387 h 245241"/>
                <a:gd name="connsiteX31" fmla="*/ 301953 w 2912392"/>
                <a:gd name="connsiteY31" fmla="*/ 187203 h 245241"/>
                <a:gd name="connsiteX32" fmla="*/ 311694 w 2912392"/>
                <a:gd name="connsiteY32" fmla="*/ 186033 h 245241"/>
                <a:gd name="connsiteX33" fmla="*/ 321435 w 2912392"/>
                <a:gd name="connsiteY33" fmla="*/ 184887 h 245241"/>
                <a:gd name="connsiteX34" fmla="*/ 331175 w 2912392"/>
                <a:gd name="connsiteY34" fmla="*/ 183767 h 245241"/>
                <a:gd name="connsiteX35" fmla="*/ 340916 w 2912392"/>
                <a:gd name="connsiteY35" fmla="*/ 182681 h 245241"/>
                <a:gd name="connsiteX36" fmla="*/ 350656 w 2912392"/>
                <a:gd name="connsiteY36" fmla="*/ 181631 h 245241"/>
                <a:gd name="connsiteX37" fmla="*/ 360396 w 2912392"/>
                <a:gd name="connsiteY37" fmla="*/ 180622 h 245241"/>
                <a:gd name="connsiteX38" fmla="*/ 370137 w 2912392"/>
                <a:gd name="connsiteY38" fmla="*/ 179658 h 245241"/>
                <a:gd name="connsiteX39" fmla="*/ 379878 w 2912392"/>
                <a:gd name="connsiteY39" fmla="*/ 178742 h 245241"/>
                <a:gd name="connsiteX40" fmla="*/ 389617 w 2912392"/>
                <a:gd name="connsiteY40" fmla="*/ 177876 h 245241"/>
                <a:gd name="connsiteX41" fmla="*/ 399358 w 2912392"/>
                <a:gd name="connsiteY41" fmla="*/ 177063 h 245241"/>
                <a:gd name="connsiteX42" fmla="*/ 409099 w 2912392"/>
                <a:gd name="connsiteY42" fmla="*/ 176304 h 245241"/>
                <a:gd name="connsiteX43" fmla="*/ 418839 w 2912392"/>
                <a:gd name="connsiteY43" fmla="*/ 175601 h 245241"/>
                <a:gd name="connsiteX44" fmla="*/ 428580 w 2912392"/>
                <a:gd name="connsiteY44" fmla="*/ 174954 h 245241"/>
                <a:gd name="connsiteX45" fmla="*/ 438321 w 2912392"/>
                <a:gd name="connsiteY45" fmla="*/ 174363 h 245241"/>
                <a:gd name="connsiteX46" fmla="*/ 448060 w 2912392"/>
                <a:gd name="connsiteY46" fmla="*/ 173828 h 245241"/>
                <a:gd name="connsiteX47" fmla="*/ 457801 w 2912392"/>
                <a:gd name="connsiteY47" fmla="*/ 173347 h 245241"/>
                <a:gd name="connsiteX48" fmla="*/ 467542 w 2912392"/>
                <a:gd name="connsiteY48" fmla="*/ 172921 h 245241"/>
                <a:gd name="connsiteX49" fmla="*/ 477281 w 2912392"/>
                <a:gd name="connsiteY49" fmla="*/ 172545 h 245241"/>
                <a:gd name="connsiteX50" fmla="*/ 487022 w 2912392"/>
                <a:gd name="connsiteY50" fmla="*/ 172219 h 245241"/>
                <a:gd name="connsiteX51" fmla="*/ 496763 w 2912392"/>
                <a:gd name="connsiteY51" fmla="*/ 171939 h 245241"/>
                <a:gd name="connsiteX52" fmla="*/ 506503 w 2912392"/>
                <a:gd name="connsiteY52" fmla="*/ 171703 h 245241"/>
                <a:gd name="connsiteX53" fmla="*/ 516244 w 2912392"/>
                <a:gd name="connsiteY53" fmla="*/ 171507 h 245241"/>
                <a:gd name="connsiteX54" fmla="*/ 525985 w 2912392"/>
                <a:gd name="connsiteY54" fmla="*/ 171346 h 245241"/>
                <a:gd name="connsiteX55" fmla="*/ 535724 w 2912392"/>
                <a:gd name="connsiteY55" fmla="*/ 171218 h 245241"/>
                <a:gd name="connsiteX56" fmla="*/ 545465 w 2912392"/>
                <a:gd name="connsiteY56" fmla="*/ 171116 h 245241"/>
                <a:gd name="connsiteX57" fmla="*/ 555206 w 2912392"/>
                <a:gd name="connsiteY57" fmla="*/ 171037 h 245241"/>
                <a:gd name="connsiteX58" fmla="*/ 564946 w 2912392"/>
                <a:gd name="connsiteY58" fmla="*/ 170975 h 245241"/>
                <a:gd name="connsiteX59" fmla="*/ 574687 w 2912392"/>
                <a:gd name="connsiteY59" fmla="*/ 170924 h 245241"/>
                <a:gd name="connsiteX60" fmla="*/ 584428 w 2912392"/>
                <a:gd name="connsiteY60" fmla="*/ 170879 h 245241"/>
                <a:gd name="connsiteX61" fmla="*/ 594167 w 2912392"/>
                <a:gd name="connsiteY61" fmla="*/ 170835 h 245241"/>
                <a:gd name="connsiteX62" fmla="*/ 603908 w 2912392"/>
                <a:gd name="connsiteY62" fmla="*/ 170784 h 245241"/>
                <a:gd name="connsiteX63" fmla="*/ 613649 w 2912392"/>
                <a:gd name="connsiteY63" fmla="*/ 170720 h 245241"/>
                <a:gd name="connsiteX64" fmla="*/ 623388 w 2912392"/>
                <a:gd name="connsiteY64" fmla="*/ 170638 h 245241"/>
                <a:gd name="connsiteX65" fmla="*/ 633129 w 2912392"/>
                <a:gd name="connsiteY65" fmla="*/ 170532 h 245241"/>
                <a:gd name="connsiteX66" fmla="*/ 642870 w 2912392"/>
                <a:gd name="connsiteY66" fmla="*/ 170394 h 245241"/>
                <a:gd name="connsiteX67" fmla="*/ 652610 w 2912392"/>
                <a:gd name="connsiteY67" fmla="*/ 170219 h 245241"/>
                <a:gd name="connsiteX68" fmla="*/ 662351 w 2912392"/>
                <a:gd name="connsiteY68" fmla="*/ 170000 h 245241"/>
                <a:gd name="connsiteX69" fmla="*/ 672092 w 2912392"/>
                <a:gd name="connsiteY69" fmla="*/ 169732 h 245241"/>
                <a:gd name="connsiteX70" fmla="*/ 681831 w 2912392"/>
                <a:gd name="connsiteY70" fmla="*/ 169407 h 245241"/>
                <a:gd name="connsiteX71" fmla="*/ 691572 w 2912392"/>
                <a:gd name="connsiteY71" fmla="*/ 169020 h 245241"/>
                <a:gd name="connsiteX72" fmla="*/ 701313 w 2912392"/>
                <a:gd name="connsiteY72" fmla="*/ 168566 h 245241"/>
                <a:gd name="connsiteX73" fmla="*/ 711052 w 2912392"/>
                <a:gd name="connsiteY73" fmla="*/ 168038 h 245241"/>
                <a:gd name="connsiteX74" fmla="*/ 720793 w 2912392"/>
                <a:gd name="connsiteY74" fmla="*/ 167432 h 245241"/>
                <a:gd name="connsiteX75" fmla="*/ 730534 w 2912392"/>
                <a:gd name="connsiteY75" fmla="*/ 166740 h 245241"/>
                <a:gd name="connsiteX76" fmla="*/ 740274 w 2912392"/>
                <a:gd name="connsiteY76" fmla="*/ 165961 h 245241"/>
                <a:gd name="connsiteX77" fmla="*/ 750015 w 2912392"/>
                <a:gd name="connsiteY77" fmla="*/ 165090 h 245241"/>
                <a:gd name="connsiteX78" fmla="*/ 759756 w 2912392"/>
                <a:gd name="connsiteY78" fmla="*/ 164120 h 245241"/>
                <a:gd name="connsiteX79" fmla="*/ 769495 w 2912392"/>
                <a:gd name="connsiteY79" fmla="*/ 163047 h 245241"/>
                <a:gd name="connsiteX80" fmla="*/ 779236 w 2912392"/>
                <a:gd name="connsiteY80" fmla="*/ 161871 h 245241"/>
                <a:gd name="connsiteX81" fmla="*/ 788977 w 2912392"/>
                <a:gd name="connsiteY81" fmla="*/ 160587 h 245241"/>
                <a:gd name="connsiteX82" fmla="*/ 798717 w 2912392"/>
                <a:gd name="connsiteY82" fmla="*/ 159193 h 245241"/>
                <a:gd name="connsiteX83" fmla="*/ 808458 w 2912392"/>
                <a:gd name="connsiteY83" fmla="*/ 157685 h 245241"/>
                <a:gd name="connsiteX84" fmla="*/ 818199 w 2912392"/>
                <a:gd name="connsiteY84" fmla="*/ 156062 h 245241"/>
                <a:gd name="connsiteX85" fmla="*/ 827938 w 2912392"/>
                <a:gd name="connsiteY85" fmla="*/ 154325 h 245241"/>
                <a:gd name="connsiteX86" fmla="*/ 837679 w 2912392"/>
                <a:gd name="connsiteY86" fmla="*/ 152470 h 245241"/>
                <a:gd name="connsiteX87" fmla="*/ 847420 w 2912392"/>
                <a:gd name="connsiteY87" fmla="*/ 150499 h 245241"/>
                <a:gd name="connsiteX88" fmla="*/ 857159 w 2912392"/>
                <a:gd name="connsiteY88" fmla="*/ 148410 h 245241"/>
                <a:gd name="connsiteX89" fmla="*/ 866900 w 2912392"/>
                <a:gd name="connsiteY89" fmla="*/ 146205 h 245241"/>
                <a:gd name="connsiteX90" fmla="*/ 876641 w 2912392"/>
                <a:gd name="connsiteY90" fmla="*/ 143885 h 245241"/>
                <a:gd name="connsiteX91" fmla="*/ 886381 w 2912392"/>
                <a:gd name="connsiteY91" fmla="*/ 141451 h 245241"/>
                <a:gd name="connsiteX92" fmla="*/ 896122 w 2912392"/>
                <a:gd name="connsiteY92" fmla="*/ 138906 h 245241"/>
                <a:gd name="connsiteX93" fmla="*/ 905863 w 2912392"/>
                <a:gd name="connsiteY93" fmla="*/ 136251 h 245241"/>
                <a:gd name="connsiteX94" fmla="*/ 915602 w 2912392"/>
                <a:gd name="connsiteY94" fmla="*/ 133489 h 245241"/>
                <a:gd name="connsiteX95" fmla="*/ 925343 w 2912392"/>
                <a:gd name="connsiteY95" fmla="*/ 130625 h 245241"/>
                <a:gd name="connsiteX96" fmla="*/ 935084 w 2912392"/>
                <a:gd name="connsiteY96" fmla="*/ 127663 h 245241"/>
                <a:gd name="connsiteX97" fmla="*/ 944824 w 2912392"/>
                <a:gd name="connsiteY97" fmla="*/ 124606 h 245241"/>
                <a:gd name="connsiteX98" fmla="*/ 954564 w 2912392"/>
                <a:gd name="connsiteY98" fmla="*/ 121460 h 245241"/>
                <a:gd name="connsiteX99" fmla="*/ 964305 w 2912392"/>
                <a:gd name="connsiteY99" fmla="*/ 118228 h 245241"/>
                <a:gd name="connsiteX100" fmla="*/ 974045 w 2912392"/>
                <a:gd name="connsiteY100" fmla="*/ 114917 h 245241"/>
                <a:gd name="connsiteX101" fmla="*/ 983786 w 2912392"/>
                <a:gd name="connsiteY101" fmla="*/ 111532 h 245241"/>
                <a:gd name="connsiteX102" fmla="*/ 993522 w 2912392"/>
                <a:gd name="connsiteY102" fmla="*/ 108082 h 245241"/>
                <a:gd name="connsiteX103" fmla="*/ 1003266 w 2912392"/>
                <a:gd name="connsiteY103" fmla="*/ 104572 h 245241"/>
                <a:gd name="connsiteX104" fmla="*/ 1013010 w 2912392"/>
                <a:gd name="connsiteY104" fmla="*/ 101006 h 245241"/>
                <a:gd name="connsiteX105" fmla="*/ 1022754 w 2912392"/>
                <a:gd name="connsiteY105" fmla="*/ 97396 h 245241"/>
                <a:gd name="connsiteX106" fmla="*/ 1032483 w 2912392"/>
                <a:gd name="connsiteY106" fmla="*/ 93746 h 245241"/>
                <a:gd name="connsiteX107" fmla="*/ 1042227 w 2912392"/>
                <a:gd name="connsiteY107" fmla="*/ 90066 h 245241"/>
                <a:gd name="connsiteX108" fmla="*/ 1051971 w 2912392"/>
                <a:gd name="connsiteY108" fmla="*/ 86362 h 245241"/>
                <a:gd name="connsiteX109" fmla="*/ 1061715 w 2912392"/>
                <a:gd name="connsiteY109" fmla="*/ 82642 h 245241"/>
                <a:gd name="connsiteX110" fmla="*/ 1071444 w 2912392"/>
                <a:gd name="connsiteY110" fmla="*/ 78914 h 245241"/>
                <a:gd name="connsiteX111" fmla="*/ 1081188 w 2912392"/>
                <a:gd name="connsiteY111" fmla="*/ 75188 h 245241"/>
                <a:gd name="connsiteX112" fmla="*/ 1090932 w 2912392"/>
                <a:gd name="connsiteY112" fmla="*/ 71470 h 245241"/>
                <a:gd name="connsiteX113" fmla="*/ 1100676 w 2912392"/>
                <a:gd name="connsiteY113" fmla="*/ 67770 h 245241"/>
                <a:gd name="connsiteX114" fmla="*/ 1110405 w 2912392"/>
                <a:gd name="connsiteY114" fmla="*/ 64095 h 245241"/>
                <a:gd name="connsiteX115" fmla="*/ 1120149 w 2912392"/>
                <a:gd name="connsiteY115" fmla="*/ 60454 h 245241"/>
                <a:gd name="connsiteX116" fmla="*/ 1129893 w 2912392"/>
                <a:gd name="connsiteY116" fmla="*/ 56856 h 245241"/>
                <a:gd name="connsiteX117" fmla="*/ 1139637 w 2912392"/>
                <a:gd name="connsiteY117" fmla="*/ 53307 h 245241"/>
                <a:gd name="connsiteX118" fmla="*/ 1149381 w 2912392"/>
                <a:gd name="connsiteY118" fmla="*/ 49818 h 245241"/>
                <a:gd name="connsiteX119" fmla="*/ 1159110 w 2912392"/>
                <a:gd name="connsiteY119" fmla="*/ 46394 h 245241"/>
                <a:gd name="connsiteX120" fmla="*/ 1168854 w 2912392"/>
                <a:gd name="connsiteY120" fmla="*/ 43045 h 245241"/>
                <a:gd name="connsiteX121" fmla="*/ 1178598 w 2912392"/>
                <a:gd name="connsiteY121" fmla="*/ 39776 h 245241"/>
                <a:gd name="connsiteX122" fmla="*/ 1188341 w 2912392"/>
                <a:gd name="connsiteY122" fmla="*/ 36598 h 245241"/>
                <a:gd name="connsiteX123" fmla="*/ 1198070 w 2912392"/>
                <a:gd name="connsiteY123" fmla="*/ 33514 h 245241"/>
                <a:gd name="connsiteX124" fmla="*/ 1207814 w 2912392"/>
                <a:gd name="connsiteY124" fmla="*/ 30534 h 245241"/>
                <a:gd name="connsiteX125" fmla="*/ 1217558 w 2912392"/>
                <a:gd name="connsiteY125" fmla="*/ 27663 h 245241"/>
                <a:gd name="connsiteX126" fmla="*/ 1227302 w 2912392"/>
                <a:gd name="connsiteY126" fmla="*/ 24907 h 245241"/>
                <a:gd name="connsiteX127" fmla="*/ 1237031 w 2912392"/>
                <a:gd name="connsiteY127" fmla="*/ 22274 h 245241"/>
                <a:gd name="connsiteX128" fmla="*/ 1246775 w 2912392"/>
                <a:gd name="connsiteY128" fmla="*/ 19767 h 245241"/>
                <a:gd name="connsiteX129" fmla="*/ 1256519 w 2912392"/>
                <a:gd name="connsiteY129" fmla="*/ 17393 h 245241"/>
                <a:gd name="connsiteX130" fmla="*/ 1266263 w 2912392"/>
                <a:gd name="connsiteY130" fmla="*/ 15155 h 245241"/>
                <a:gd name="connsiteX131" fmla="*/ 1276007 w 2912392"/>
                <a:gd name="connsiteY131" fmla="*/ 13060 h 245241"/>
                <a:gd name="connsiteX132" fmla="*/ 1285736 w 2912392"/>
                <a:gd name="connsiteY132" fmla="*/ 11110 h 245241"/>
                <a:gd name="connsiteX133" fmla="*/ 1295480 w 2912392"/>
                <a:gd name="connsiteY133" fmla="*/ 9310 h 245241"/>
                <a:gd name="connsiteX134" fmla="*/ 1305224 w 2912392"/>
                <a:gd name="connsiteY134" fmla="*/ 7663 h 245241"/>
                <a:gd name="connsiteX135" fmla="*/ 1314968 w 2912392"/>
                <a:gd name="connsiteY135" fmla="*/ 6170 h 245241"/>
                <a:gd name="connsiteX136" fmla="*/ 1324697 w 2912392"/>
                <a:gd name="connsiteY136" fmla="*/ 4836 h 245241"/>
                <a:gd name="connsiteX137" fmla="*/ 1334441 w 2912392"/>
                <a:gd name="connsiteY137" fmla="*/ 3662 h 245241"/>
                <a:gd name="connsiteX138" fmla="*/ 1344185 w 2912392"/>
                <a:gd name="connsiteY138" fmla="*/ 2649 h 245241"/>
                <a:gd name="connsiteX139" fmla="*/ 1353929 w 2912392"/>
                <a:gd name="connsiteY139" fmla="*/ 1798 h 245241"/>
                <a:gd name="connsiteX140" fmla="*/ 1363658 w 2912392"/>
                <a:gd name="connsiteY140" fmla="*/ 1112 h 245241"/>
                <a:gd name="connsiteX141" fmla="*/ 1373402 w 2912392"/>
                <a:gd name="connsiteY141" fmla="*/ 589 h 245241"/>
                <a:gd name="connsiteX142" fmla="*/ 1383146 w 2912392"/>
                <a:gd name="connsiteY142" fmla="*/ 229 h 245241"/>
                <a:gd name="connsiteX143" fmla="*/ 1392890 w 2912392"/>
                <a:gd name="connsiteY143" fmla="*/ 34 h 245241"/>
                <a:gd name="connsiteX144" fmla="*/ 1402619 w 2912392"/>
                <a:gd name="connsiteY144" fmla="*/ 0 h 245241"/>
                <a:gd name="connsiteX145" fmla="*/ 1412363 w 2912392"/>
                <a:gd name="connsiteY145" fmla="*/ 128 h 245241"/>
                <a:gd name="connsiteX146" fmla="*/ 1422106 w 2912392"/>
                <a:gd name="connsiteY146" fmla="*/ 414 h 245241"/>
                <a:gd name="connsiteX147" fmla="*/ 1431850 w 2912392"/>
                <a:gd name="connsiteY147" fmla="*/ 860 h 245241"/>
                <a:gd name="connsiteX148" fmla="*/ 1441594 w 2912392"/>
                <a:gd name="connsiteY148" fmla="*/ 1460 h 245241"/>
                <a:gd name="connsiteX149" fmla="*/ 1451323 w 2912392"/>
                <a:gd name="connsiteY149" fmla="*/ 2214 h 245241"/>
                <a:gd name="connsiteX150" fmla="*/ 1461067 w 2912392"/>
                <a:gd name="connsiteY150" fmla="*/ 3117 h 245241"/>
                <a:gd name="connsiteX151" fmla="*/ 1470811 w 2912392"/>
                <a:gd name="connsiteY151" fmla="*/ 4167 h 245241"/>
                <a:gd name="connsiteX152" fmla="*/ 1480555 w 2912392"/>
                <a:gd name="connsiteY152" fmla="*/ 5361 h 245241"/>
                <a:gd name="connsiteX153" fmla="*/ 1490284 w 2912392"/>
                <a:gd name="connsiteY153" fmla="*/ 6694 h 245241"/>
                <a:gd name="connsiteX154" fmla="*/ 1500028 w 2912392"/>
                <a:gd name="connsiteY154" fmla="*/ 8163 h 245241"/>
                <a:gd name="connsiteX155" fmla="*/ 1509772 w 2912392"/>
                <a:gd name="connsiteY155" fmla="*/ 9763 h 245241"/>
                <a:gd name="connsiteX156" fmla="*/ 1519516 w 2912392"/>
                <a:gd name="connsiteY156" fmla="*/ 11492 h 245241"/>
                <a:gd name="connsiteX157" fmla="*/ 1529245 w 2912392"/>
                <a:gd name="connsiteY157" fmla="*/ 13344 h 245241"/>
                <a:gd name="connsiteX158" fmla="*/ 1538989 w 2912392"/>
                <a:gd name="connsiteY158" fmla="*/ 15313 h 245241"/>
                <a:gd name="connsiteX159" fmla="*/ 1548733 w 2912392"/>
                <a:gd name="connsiteY159" fmla="*/ 17396 h 245241"/>
                <a:gd name="connsiteX160" fmla="*/ 1558477 w 2912392"/>
                <a:gd name="connsiteY160" fmla="*/ 19588 h 245241"/>
                <a:gd name="connsiteX161" fmla="*/ 1568221 w 2912392"/>
                <a:gd name="connsiteY161" fmla="*/ 21884 h 245241"/>
                <a:gd name="connsiteX162" fmla="*/ 1577950 w 2912392"/>
                <a:gd name="connsiteY162" fmla="*/ 24278 h 245241"/>
                <a:gd name="connsiteX163" fmla="*/ 1587694 w 2912392"/>
                <a:gd name="connsiteY163" fmla="*/ 26766 h 245241"/>
                <a:gd name="connsiteX164" fmla="*/ 1597438 w 2912392"/>
                <a:gd name="connsiteY164" fmla="*/ 29342 h 245241"/>
                <a:gd name="connsiteX165" fmla="*/ 1607182 w 2912392"/>
                <a:gd name="connsiteY165" fmla="*/ 32003 h 245241"/>
                <a:gd name="connsiteX166" fmla="*/ 1616911 w 2912392"/>
                <a:gd name="connsiteY166" fmla="*/ 34741 h 245241"/>
                <a:gd name="connsiteX167" fmla="*/ 1626655 w 2912392"/>
                <a:gd name="connsiteY167" fmla="*/ 37551 h 245241"/>
                <a:gd name="connsiteX168" fmla="*/ 1636399 w 2912392"/>
                <a:gd name="connsiteY168" fmla="*/ 40431 h 245241"/>
                <a:gd name="connsiteX169" fmla="*/ 1646142 w 2912392"/>
                <a:gd name="connsiteY169" fmla="*/ 43374 h 245241"/>
                <a:gd name="connsiteX170" fmla="*/ 1655872 w 2912392"/>
                <a:gd name="connsiteY170" fmla="*/ 46375 h 245241"/>
                <a:gd name="connsiteX171" fmla="*/ 1665616 w 2912392"/>
                <a:gd name="connsiteY171" fmla="*/ 49427 h 245241"/>
                <a:gd name="connsiteX172" fmla="*/ 1675359 w 2912392"/>
                <a:gd name="connsiteY172" fmla="*/ 52529 h 245241"/>
                <a:gd name="connsiteX173" fmla="*/ 1685103 w 2912392"/>
                <a:gd name="connsiteY173" fmla="*/ 55676 h 245241"/>
                <a:gd name="connsiteX174" fmla="*/ 1694832 w 2912392"/>
                <a:gd name="connsiteY174" fmla="*/ 58860 h 245241"/>
                <a:gd name="connsiteX175" fmla="*/ 1704576 w 2912392"/>
                <a:gd name="connsiteY175" fmla="*/ 62078 h 245241"/>
                <a:gd name="connsiteX176" fmla="*/ 1714320 w 2912392"/>
                <a:gd name="connsiteY176" fmla="*/ 65326 h 245241"/>
                <a:gd name="connsiteX177" fmla="*/ 1724064 w 2912392"/>
                <a:gd name="connsiteY177" fmla="*/ 68601 h 245241"/>
                <a:gd name="connsiteX178" fmla="*/ 1733808 w 2912392"/>
                <a:gd name="connsiteY178" fmla="*/ 71897 h 245241"/>
                <a:gd name="connsiteX179" fmla="*/ 1743537 w 2912392"/>
                <a:gd name="connsiteY179" fmla="*/ 75209 h 245241"/>
                <a:gd name="connsiteX180" fmla="*/ 1753281 w 2912392"/>
                <a:gd name="connsiteY180" fmla="*/ 78536 h 245241"/>
                <a:gd name="connsiteX181" fmla="*/ 1763025 w 2912392"/>
                <a:gd name="connsiteY181" fmla="*/ 81871 h 245241"/>
                <a:gd name="connsiteX182" fmla="*/ 1772769 w 2912392"/>
                <a:gd name="connsiteY182" fmla="*/ 85215 h 245241"/>
                <a:gd name="connsiteX183" fmla="*/ 1782498 w 2912392"/>
                <a:gd name="connsiteY183" fmla="*/ 88560 h 245241"/>
                <a:gd name="connsiteX184" fmla="*/ 1792242 w 2912392"/>
                <a:gd name="connsiteY184" fmla="*/ 91904 h 245241"/>
                <a:gd name="connsiteX185" fmla="*/ 1801986 w 2912392"/>
                <a:gd name="connsiteY185" fmla="*/ 95245 h 245241"/>
                <a:gd name="connsiteX186" fmla="*/ 1811730 w 2912392"/>
                <a:gd name="connsiteY186" fmla="*/ 98579 h 245241"/>
                <a:gd name="connsiteX187" fmla="*/ 1821459 w 2912392"/>
                <a:gd name="connsiteY187" fmla="*/ 101905 h 245241"/>
                <a:gd name="connsiteX188" fmla="*/ 1831203 w 2912392"/>
                <a:gd name="connsiteY188" fmla="*/ 105217 h 245241"/>
                <a:gd name="connsiteX189" fmla="*/ 1840947 w 2912392"/>
                <a:gd name="connsiteY189" fmla="*/ 108514 h 245241"/>
                <a:gd name="connsiteX190" fmla="*/ 1850691 w 2912392"/>
                <a:gd name="connsiteY190" fmla="*/ 111793 h 245241"/>
                <a:gd name="connsiteX191" fmla="*/ 1860435 w 2912392"/>
                <a:gd name="connsiteY191" fmla="*/ 115053 h 245241"/>
                <a:gd name="connsiteX192" fmla="*/ 1870164 w 2912392"/>
                <a:gd name="connsiteY192" fmla="*/ 118292 h 245241"/>
                <a:gd name="connsiteX193" fmla="*/ 1879908 w 2912392"/>
                <a:gd name="connsiteY193" fmla="*/ 121506 h 245241"/>
                <a:gd name="connsiteX194" fmla="*/ 1889652 w 2912392"/>
                <a:gd name="connsiteY194" fmla="*/ 124693 h 245241"/>
                <a:gd name="connsiteX195" fmla="*/ 1899395 w 2912392"/>
                <a:gd name="connsiteY195" fmla="*/ 127853 h 245241"/>
                <a:gd name="connsiteX196" fmla="*/ 1909124 w 2912392"/>
                <a:gd name="connsiteY196" fmla="*/ 130983 h 245241"/>
                <a:gd name="connsiteX197" fmla="*/ 1918868 w 2912392"/>
                <a:gd name="connsiteY197" fmla="*/ 134082 h 245241"/>
                <a:gd name="connsiteX198" fmla="*/ 1928612 w 2912392"/>
                <a:gd name="connsiteY198" fmla="*/ 137148 h 245241"/>
                <a:gd name="connsiteX199" fmla="*/ 1938356 w 2912392"/>
                <a:gd name="connsiteY199" fmla="*/ 140180 h 245241"/>
                <a:gd name="connsiteX200" fmla="*/ 1948085 w 2912392"/>
                <a:gd name="connsiteY200" fmla="*/ 143175 h 245241"/>
                <a:gd name="connsiteX201" fmla="*/ 1957829 w 2912392"/>
                <a:gd name="connsiteY201" fmla="*/ 146134 h 245241"/>
                <a:gd name="connsiteX202" fmla="*/ 1967573 w 2912392"/>
                <a:gd name="connsiteY202" fmla="*/ 149054 h 245241"/>
                <a:gd name="connsiteX203" fmla="*/ 1977317 w 2912392"/>
                <a:gd name="connsiteY203" fmla="*/ 151934 h 245241"/>
                <a:gd name="connsiteX204" fmla="*/ 1987046 w 2912392"/>
                <a:gd name="connsiteY204" fmla="*/ 154774 h 245241"/>
                <a:gd name="connsiteX205" fmla="*/ 1996790 w 2912392"/>
                <a:gd name="connsiteY205" fmla="*/ 157572 h 245241"/>
                <a:gd name="connsiteX206" fmla="*/ 2006534 w 2912392"/>
                <a:gd name="connsiteY206" fmla="*/ 160326 h 245241"/>
                <a:gd name="connsiteX207" fmla="*/ 2016278 w 2912392"/>
                <a:gd name="connsiteY207" fmla="*/ 163038 h 245241"/>
                <a:gd name="connsiteX208" fmla="*/ 2026022 w 2912392"/>
                <a:gd name="connsiteY208" fmla="*/ 165707 h 245241"/>
                <a:gd name="connsiteX209" fmla="*/ 2035751 w 2912392"/>
                <a:gd name="connsiteY209" fmla="*/ 168327 h 245241"/>
                <a:gd name="connsiteX210" fmla="*/ 2045495 w 2912392"/>
                <a:gd name="connsiteY210" fmla="*/ 170903 h 245241"/>
                <a:gd name="connsiteX211" fmla="*/ 2055239 w 2912392"/>
                <a:gd name="connsiteY211" fmla="*/ 173432 h 245241"/>
                <a:gd name="connsiteX212" fmla="*/ 2064983 w 2912392"/>
                <a:gd name="connsiteY212" fmla="*/ 175914 h 245241"/>
                <a:gd name="connsiteX213" fmla="*/ 2074712 w 2912392"/>
                <a:gd name="connsiteY213" fmla="*/ 178347 h 245241"/>
                <a:gd name="connsiteX214" fmla="*/ 2084456 w 2912392"/>
                <a:gd name="connsiteY214" fmla="*/ 180732 h 245241"/>
                <a:gd name="connsiteX215" fmla="*/ 2094200 w 2912392"/>
                <a:gd name="connsiteY215" fmla="*/ 183067 h 245241"/>
                <a:gd name="connsiteX216" fmla="*/ 2103944 w 2912392"/>
                <a:gd name="connsiteY216" fmla="*/ 185352 h 245241"/>
                <a:gd name="connsiteX217" fmla="*/ 2113673 w 2912392"/>
                <a:gd name="connsiteY217" fmla="*/ 187589 h 245241"/>
                <a:gd name="connsiteX218" fmla="*/ 2123417 w 2912392"/>
                <a:gd name="connsiteY218" fmla="*/ 189773 h 245241"/>
                <a:gd name="connsiteX219" fmla="*/ 2133161 w 2912392"/>
                <a:gd name="connsiteY219" fmla="*/ 191906 h 245241"/>
                <a:gd name="connsiteX220" fmla="*/ 2142905 w 2912392"/>
                <a:gd name="connsiteY220" fmla="*/ 193989 h 245241"/>
                <a:gd name="connsiteX221" fmla="*/ 2152649 w 2912392"/>
                <a:gd name="connsiteY221" fmla="*/ 196020 h 245241"/>
                <a:gd name="connsiteX222" fmla="*/ 2162377 w 2912392"/>
                <a:gd name="connsiteY222" fmla="*/ 198000 h 245241"/>
                <a:gd name="connsiteX223" fmla="*/ 2172121 w 2912392"/>
                <a:gd name="connsiteY223" fmla="*/ 199928 h 245241"/>
                <a:gd name="connsiteX224" fmla="*/ 2181865 w 2912392"/>
                <a:gd name="connsiteY224" fmla="*/ 201804 h 245241"/>
                <a:gd name="connsiteX225" fmla="*/ 2191609 w 2912392"/>
                <a:gd name="connsiteY225" fmla="*/ 203627 h 245241"/>
                <a:gd name="connsiteX226" fmla="*/ 2201338 w 2912392"/>
                <a:gd name="connsiteY226" fmla="*/ 205399 h 245241"/>
                <a:gd name="connsiteX227" fmla="*/ 2211082 w 2912392"/>
                <a:gd name="connsiteY227" fmla="*/ 207118 h 245241"/>
                <a:gd name="connsiteX228" fmla="*/ 2220826 w 2912392"/>
                <a:gd name="connsiteY228" fmla="*/ 208787 h 245241"/>
                <a:gd name="connsiteX229" fmla="*/ 2230570 w 2912392"/>
                <a:gd name="connsiteY229" fmla="*/ 210403 h 245241"/>
                <a:gd name="connsiteX230" fmla="*/ 2240299 w 2912392"/>
                <a:gd name="connsiteY230" fmla="*/ 211968 h 245241"/>
                <a:gd name="connsiteX231" fmla="*/ 2250043 w 2912392"/>
                <a:gd name="connsiteY231" fmla="*/ 213482 h 245241"/>
                <a:gd name="connsiteX232" fmla="*/ 2259787 w 2912392"/>
                <a:gd name="connsiteY232" fmla="*/ 214945 h 245241"/>
                <a:gd name="connsiteX233" fmla="*/ 2269531 w 2912392"/>
                <a:gd name="connsiteY233" fmla="*/ 216359 h 245241"/>
                <a:gd name="connsiteX234" fmla="*/ 2279260 w 2912392"/>
                <a:gd name="connsiteY234" fmla="*/ 217722 h 245241"/>
                <a:gd name="connsiteX235" fmla="*/ 2289004 w 2912392"/>
                <a:gd name="connsiteY235" fmla="*/ 219036 h 245241"/>
                <a:gd name="connsiteX236" fmla="*/ 2298748 w 2912392"/>
                <a:gd name="connsiteY236" fmla="*/ 220302 h 245241"/>
                <a:gd name="connsiteX237" fmla="*/ 2308492 w 2912392"/>
                <a:gd name="connsiteY237" fmla="*/ 221520 h 245241"/>
                <a:gd name="connsiteX238" fmla="*/ 2318236 w 2912392"/>
                <a:gd name="connsiteY238" fmla="*/ 222691 h 245241"/>
                <a:gd name="connsiteX239" fmla="*/ 2327965 w 2912392"/>
                <a:gd name="connsiteY239" fmla="*/ 223816 h 245241"/>
                <a:gd name="connsiteX240" fmla="*/ 2337709 w 2912392"/>
                <a:gd name="connsiteY240" fmla="*/ 224894 h 245241"/>
                <a:gd name="connsiteX241" fmla="*/ 2347453 w 2912392"/>
                <a:gd name="connsiteY241" fmla="*/ 225930 h 245241"/>
                <a:gd name="connsiteX242" fmla="*/ 2357197 w 2912392"/>
                <a:gd name="connsiteY242" fmla="*/ 226920 h 245241"/>
                <a:gd name="connsiteX243" fmla="*/ 2366926 w 2912392"/>
                <a:gd name="connsiteY243" fmla="*/ 227869 h 245241"/>
                <a:gd name="connsiteX244" fmla="*/ 2376670 w 2912392"/>
                <a:gd name="connsiteY244" fmla="*/ 228777 h 245241"/>
                <a:gd name="connsiteX245" fmla="*/ 2386413 w 2912392"/>
                <a:gd name="connsiteY245" fmla="*/ 229644 h 245241"/>
                <a:gd name="connsiteX246" fmla="*/ 2396157 w 2912392"/>
                <a:gd name="connsiteY246" fmla="*/ 230471 h 245241"/>
                <a:gd name="connsiteX247" fmla="*/ 2405886 w 2912392"/>
                <a:gd name="connsiteY247" fmla="*/ 231262 h 245241"/>
                <a:gd name="connsiteX248" fmla="*/ 2415630 w 2912392"/>
                <a:gd name="connsiteY248" fmla="*/ 232016 h 245241"/>
                <a:gd name="connsiteX249" fmla="*/ 2425374 w 2912392"/>
                <a:gd name="connsiteY249" fmla="*/ 232734 h 245241"/>
                <a:gd name="connsiteX250" fmla="*/ 2435118 w 2912392"/>
                <a:gd name="connsiteY250" fmla="*/ 233418 h 245241"/>
                <a:gd name="connsiteX251" fmla="*/ 2444862 w 2912392"/>
                <a:gd name="connsiteY251" fmla="*/ 234069 h 245241"/>
                <a:gd name="connsiteX252" fmla="*/ 2454591 w 2912392"/>
                <a:gd name="connsiteY252" fmla="*/ 234689 h 245241"/>
                <a:gd name="connsiteX253" fmla="*/ 2464335 w 2912392"/>
                <a:gd name="connsiteY253" fmla="*/ 235277 h 245241"/>
                <a:gd name="connsiteX254" fmla="*/ 2474079 w 2912392"/>
                <a:gd name="connsiteY254" fmla="*/ 235839 h 245241"/>
                <a:gd name="connsiteX255" fmla="*/ 2483823 w 2912392"/>
                <a:gd name="connsiteY255" fmla="*/ 236371 h 245241"/>
                <a:gd name="connsiteX256" fmla="*/ 2493552 w 2912392"/>
                <a:gd name="connsiteY256" fmla="*/ 236879 h 245241"/>
                <a:gd name="connsiteX257" fmla="*/ 2503296 w 2912392"/>
                <a:gd name="connsiteY257" fmla="*/ 237360 h 245241"/>
                <a:gd name="connsiteX258" fmla="*/ 2513040 w 2912392"/>
                <a:gd name="connsiteY258" fmla="*/ 237819 h 245241"/>
                <a:gd name="connsiteX259" fmla="*/ 2522784 w 2912392"/>
                <a:gd name="connsiteY259" fmla="*/ 238256 h 245241"/>
                <a:gd name="connsiteX260" fmla="*/ 2532513 w 2912392"/>
                <a:gd name="connsiteY260" fmla="*/ 238670 h 245241"/>
                <a:gd name="connsiteX261" fmla="*/ 2542257 w 2912392"/>
                <a:gd name="connsiteY261" fmla="*/ 239066 h 245241"/>
                <a:gd name="connsiteX262" fmla="*/ 2552001 w 2912392"/>
                <a:gd name="connsiteY262" fmla="*/ 239442 h 245241"/>
                <a:gd name="connsiteX263" fmla="*/ 2561745 w 2912392"/>
                <a:gd name="connsiteY263" fmla="*/ 239801 h 245241"/>
                <a:gd name="connsiteX264" fmla="*/ 2571474 w 2912392"/>
                <a:gd name="connsiteY264" fmla="*/ 240143 h 245241"/>
                <a:gd name="connsiteX265" fmla="*/ 2581218 w 2912392"/>
                <a:gd name="connsiteY265" fmla="*/ 240471 h 245241"/>
                <a:gd name="connsiteX266" fmla="*/ 2590962 w 2912392"/>
                <a:gd name="connsiteY266" fmla="*/ 240784 h 245241"/>
                <a:gd name="connsiteX267" fmla="*/ 2600705 w 2912392"/>
                <a:gd name="connsiteY267" fmla="*/ 241082 h 245241"/>
                <a:gd name="connsiteX268" fmla="*/ 2610449 w 2912392"/>
                <a:gd name="connsiteY268" fmla="*/ 241368 h 245241"/>
                <a:gd name="connsiteX269" fmla="*/ 2620178 w 2912392"/>
                <a:gd name="connsiteY269" fmla="*/ 241644 h 245241"/>
                <a:gd name="connsiteX270" fmla="*/ 2629922 w 2912392"/>
                <a:gd name="connsiteY270" fmla="*/ 241906 h 245241"/>
                <a:gd name="connsiteX271" fmla="*/ 2639666 w 2912392"/>
                <a:gd name="connsiteY271" fmla="*/ 242159 h 245241"/>
                <a:gd name="connsiteX272" fmla="*/ 2649410 w 2912392"/>
                <a:gd name="connsiteY272" fmla="*/ 242402 h 245241"/>
                <a:gd name="connsiteX273" fmla="*/ 2659139 w 2912392"/>
                <a:gd name="connsiteY273" fmla="*/ 242634 h 245241"/>
                <a:gd name="connsiteX274" fmla="*/ 2668883 w 2912392"/>
                <a:gd name="connsiteY274" fmla="*/ 242858 h 245241"/>
                <a:gd name="connsiteX275" fmla="*/ 2678627 w 2912392"/>
                <a:gd name="connsiteY275" fmla="*/ 243074 h 245241"/>
                <a:gd name="connsiteX276" fmla="*/ 2688371 w 2912392"/>
                <a:gd name="connsiteY276" fmla="*/ 243280 h 245241"/>
                <a:gd name="connsiteX277" fmla="*/ 2698100 w 2912392"/>
                <a:gd name="connsiteY277" fmla="*/ 243478 h 245241"/>
                <a:gd name="connsiteX278" fmla="*/ 2707844 w 2912392"/>
                <a:gd name="connsiteY278" fmla="*/ 243667 h 245241"/>
                <a:gd name="connsiteX279" fmla="*/ 2717588 w 2912392"/>
                <a:gd name="connsiteY279" fmla="*/ 243849 h 245241"/>
                <a:gd name="connsiteX280" fmla="*/ 2727332 w 2912392"/>
                <a:gd name="connsiteY280" fmla="*/ 244021 h 245241"/>
                <a:gd name="connsiteX281" fmla="*/ 2737076 w 2912392"/>
                <a:gd name="connsiteY281" fmla="*/ 244184 h 245241"/>
                <a:gd name="connsiteX282" fmla="*/ 2746805 w 2912392"/>
                <a:gd name="connsiteY282" fmla="*/ 244339 h 245241"/>
                <a:gd name="connsiteX283" fmla="*/ 2756549 w 2912392"/>
                <a:gd name="connsiteY283" fmla="*/ 244483 h 245241"/>
                <a:gd name="connsiteX284" fmla="*/ 2766293 w 2912392"/>
                <a:gd name="connsiteY284" fmla="*/ 244619 h 245241"/>
                <a:gd name="connsiteX285" fmla="*/ 2776037 w 2912392"/>
                <a:gd name="connsiteY285" fmla="*/ 244743 h 245241"/>
                <a:gd name="connsiteX286" fmla="*/ 2785766 w 2912392"/>
                <a:gd name="connsiteY286" fmla="*/ 244856 h 245241"/>
                <a:gd name="connsiteX287" fmla="*/ 2795510 w 2912392"/>
                <a:gd name="connsiteY287" fmla="*/ 244956 h 245241"/>
                <a:gd name="connsiteX288" fmla="*/ 2805254 w 2912392"/>
                <a:gd name="connsiteY288" fmla="*/ 245042 h 245241"/>
                <a:gd name="connsiteX289" fmla="*/ 2814998 w 2912392"/>
                <a:gd name="connsiteY289" fmla="*/ 245115 h 245241"/>
                <a:gd name="connsiteX290" fmla="*/ 2824727 w 2912392"/>
                <a:gd name="connsiteY290" fmla="*/ 245173 h 245241"/>
                <a:gd name="connsiteX291" fmla="*/ 2834471 w 2912392"/>
                <a:gd name="connsiteY291" fmla="*/ 245215 h 245241"/>
                <a:gd name="connsiteX292" fmla="*/ 2844215 w 2912392"/>
                <a:gd name="connsiteY292" fmla="*/ 245237 h 245241"/>
                <a:gd name="connsiteX293" fmla="*/ 2853958 w 2912392"/>
                <a:gd name="connsiteY293" fmla="*/ 245242 h 245241"/>
                <a:gd name="connsiteX294" fmla="*/ 2863687 w 2912392"/>
                <a:gd name="connsiteY294" fmla="*/ 245225 h 245241"/>
                <a:gd name="connsiteX295" fmla="*/ 2873431 w 2912392"/>
                <a:gd name="connsiteY295" fmla="*/ 245187 h 245241"/>
                <a:gd name="connsiteX296" fmla="*/ 2883175 w 2912392"/>
                <a:gd name="connsiteY296" fmla="*/ 245123 h 245241"/>
                <a:gd name="connsiteX297" fmla="*/ 2892919 w 2912392"/>
                <a:gd name="connsiteY297" fmla="*/ 245033 h 245241"/>
                <a:gd name="connsiteX298" fmla="*/ 2902663 w 2912392"/>
                <a:gd name="connsiteY298" fmla="*/ 244917 h 245241"/>
                <a:gd name="connsiteX299" fmla="*/ 2912392 w 2912392"/>
                <a:gd name="connsiteY299" fmla="*/ 244771 h 2452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245241">
                  <a:moveTo>
                    <a:pt x="0" y="192182"/>
                  </a:moveTo>
                  <a:lnTo>
                    <a:pt x="9739" y="194251"/>
                  </a:lnTo>
                  <a:lnTo>
                    <a:pt x="19480" y="196102"/>
                  </a:lnTo>
                  <a:lnTo>
                    <a:pt x="29221" y="197736"/>
                  </a:lnTo>
                  <a:lnTo>
                    <a:pt x="38961" y="199164"/>
                  </a:lnTo>
                  <a:lnTo>
                    <a:pt x="48702" y="200387"/>
                  </a:lnTo>
                  <a:lnTo>
                    <a:pt x="58443" y="201413"/>
                  </a:lnTo>
                  <a:lnTo>
                    <a:pt x="68182" y="202252"/>
                  </a:lnTo>
                  <a:lnTo>
                    <a:pt x="77923" y="202908"/>
                  </a:lnTo>
                  <a:lnTo>
                    <a:pt x="87664" y="203389"/>
                  </a:lnTo>
                  <a:lnTo>
                    <a:pt x="97404" y="203705"/>
                  </a:lnTo>
                  <a:lnTo>
                    <a:pt x="107145" y="203861"/>
                  </a:lnTo>
                  <a:lnTo>
                    <a:pt x="116886" y="203867"/>
                  </a:lnTo>
                  <a:lnTo>
                    <a:pt x="126625" y="203732"/>
                  </a:lnTo>
                  <a:lnTo>
                    <a:pt x="136366" y="203465"/>
                  </a:lnTo>
                  <a:lnTo>
                    <a:pt x="146107" y="203073"/>
                  </a:lnTo>
                  <a:lnTo>
                    <a:pt x="155846" y="202565"/>
                  </a:lnTo>
                  <a:lnTo>
                    <a:pt x="165587" y="201953"/>
                  </a:lnTo>
                  <a:lnTo>
                    <a:pt x="175328" y="201244"/>
                  </a:lnTo>
                  <a:lnTo>
                    <a:pt x="185068" y="200447"/>
                  </a:lnTo>
                  <a:lnTo>
                    <a:pt x="194809" y="199570"/>
                  </a:lnTo>
                  <a:lnTo>
                    <a:pt x="204550" y="198624"/>
                  </a:lnTo>
                  <a:lnTo>
                    <a:pt x="214289" y="197619"/>
                  </a:lnTo>
                  <a:lnTo>
                    <a:pt x="224030" y="196559"/>
                  </a:lnTo>
                  <a:lnTo>
                    <a:pt x="233771" y="195458"/>
                  </a:lnTo>
                  <a:lnTo>
                    <a:pt x="243510" y="194321"/>
                  </a:lnTo>
                  <a:lnTo>
                    <a:pt x="253251" y="193156"/>
                  </a:lnTo>
                  <a:lnTo>
                    <a:pt x="262992" y="191975"/>
                  </a:lnTo>
                  <a:lnTo>
                    <a:pt x="272732" y="190780"/>
                  </a:lnTo>
                  <a:lnTo>
                    <a:pt x="282473" y="189582"/>
                  </a:lnTo>
                  <a:lnTo>
                    <a:pt x="292214" y="188387"/>
                  </a:lnTo>
                  <a:lnTo>
                    <a:pt x="301953" y="187203"/>
                  </a:lnTo>
                  <a:lnTo>
                    <a:pt x="311694" y="186033"/>
                  </a:lnTo>
                  <a:lnTo>
                    <a:pt x="321435" y="184887"/>
                  </a:lnTo>
                  <a:lnTo>
                    <a:pt x="331175" y="183767"/>
                  </a:lnTo>
                  <a:lnTo>
                    <a:pt x="340916" y="182681"/>
                  </a:lnTo>
                  <a:lnTo>
                    <a:pt x="350656" y="181631"/>
                  </a:lnTo>
                  <a:lnTo>
                    <a:pt x="360396" y="180622"/>
                  </a:lnTo>
                  <a:lnTo>
                    <a:pt x="370137" y="179658"/>
                  </a:lnTo>
                  <a:lnTo>
                    <a:pt x="379878" y="178742"/>
                  </a:lnTo>
                  <a:lnTo>
                    <a:pt x="389617" y="177876"/>
                  </a:lnTo>
                  <a:lnTo>
                    <a:pt x="399358" y="177063"/>
                  </a:lnTo>
                  <a:lnTo>
                    <a:pt x="409099" y="176304"/>
                  </a:lnTo>
                  <a:lnTo>
                    <a:pt x="418839" y="175601"/>
                  </a:lnTo>
                  <a:lnTo>
                    <a:pt x="428580" y="174954"/>
                  </a:lnTo>
                  <a:lnTo>
                    <a:pt x="438321" y="174363"/>
                  </a:lnTo>
                  <a:lnTo>
                    <a:pt x="448060" y="173828"/>
                  </a:lnTo>
                  <a:lnTo>
                    <a:pt x="457801" y="173347"/>
                  </a:lnTo>
                  <a:lnTo>
                    <a:pt x="467542" y="172921"/>
                  </a:lnTo>
                  <a:lnTo>
                    <a:pt x="477281" y="172545"/>
                  </a:lnTo>
                  <a:lnTo>
                    <a:pt x="487022" y="172219"/>
                  </a:lnTo>
                  <a:lnTo>
                    <a:pt x="496763" y="171939"/>
                  </a:lnTo>
                  <a:lnTo>
                    <a:pt x="506503" y="171703"/>
                  </a:lnTo>
                  <a:lnTo>
                    <a:pt x="516244" y="171507"/>
                  </a:lnTo>
                  <a:lnTo>
                    <a:pt x="525985" y="171346"/>
                  </a:lnTo>
                  <a:lnTo>
                    <a:pt x="535724" y="171218"/>
                  </a:lnTo>
                  <a:lnTo>
                    <a:pt x="545465" y="171116"/>
                  </a:lnTo>
                  <a:lnTo>
                    <a:pt x="555206" y="171037"/>
                  </a:lnTo>
                  <a:lnTo>
                    <a:pt x="564946" y="170975"/>
                  </a:lnTo>
                  <a:lnTo>
                    <a:pt x="574687" y="170924"/>
                  </a:lnTo>
                  <a:lnTo>
                    <a:pt x="584428" y="170879"/>
                  </a:lnTo>
                  <a:lnTo>
                    <a:pt x="594167" y="170835"/>
                  </a:lnTo>
                  <a:lnTo>
                    <a:pt x="603908" y="170784"/>
                  </a:lnTo>
                  <a:lnTo>
                    <a:pt x="613649" y="170720"/>
                  </a:lnTo>
                  <a:lnTo>
                    <a:pt x="623388" y="170638"/>
                  </a:lnTo>
                  <a:lnTo>
                    <a:pt x="633129" y="170532"/>
                  </a:lnTo>
                  <a:lnTo>
                    <a:pt x="642870" y="170394"/>
                  </a:lnTo>
                  <a:lnTo>
                    <a:pt x="652610" y="170219"/>
                  </a:lnTo>
                  <a:lnTo>
                    <a:pt x="662351" y="170000"/>
                  </a:lnTo>
                  <a:lnTo>
                    <a:pt x="672092" y="169732"/>
                  </a:lnTo>
                  <a:lnTo>
                    <a:pt x="681831" y="169407"/>
                  </a:lnTo>
                  <a:lnTo>
                    <a:pt x="691572" y="169020"/>
                  </a:lnTo>
                  <a:lnTo>
                    <a:pt x="701313" y="168566"/>
                  </a:lnTo>
                  <a:lnTo>
                    <a:pt x="711052" y="168038"/>
                  </a:lnTo>
                  <a:lnTo>
                    <a:pt x="720793" y="167432"/>
                  </a:lnTo>
                  <a:lnTo>
                    <a:pt x="730534" y="166740"/>
                  </a:lnTo>
                  <a:lnTo>
                    <a:pt x="740274" y="165961"/>
                  </a:lnTo>
                  <a:lnTo>
                    <a:pt x="750015" y="165090"/>
                  </a:lnTo>
                  <a:lnTo>
                    <a:pt x="759756" y="164120"/>
                  </a:lnTo>
                  <a:lnTo>
                    <a:pt x="769495" y="163047"/>
                  </a:lnTo>
                  <a:lnTo>
                    <a:pt x="779236" y="161871"/>
                  </a:lnTo>
                  <a:lnTo>
                    <a:pt x="788977" y="160587"/>
                  </a:lnTo>
                  <a:lnTo>
                    <a:pt x="798717" y="159193"/>
                  </a:lnTo>
                  <a:lnTo>
                    <a:pt x="808458" y="157685"/>
                  </a:lnTo>
                  <a:lnTo>
                    <a:pt x="818199" y="156062"/>
                  </a:lnTo>
                  <a:lnTo>
                    <a:pt x="827938" y="154325"/>
                  </a:lnTo>
                  <a:lnTo>
                    <a:pt x="837679" y="152470"/>
                  </a:lnTo>
                  <a:lnTo>
                    <a:pt x="847420" y="150499"/>
                  </a:lnTo>
                  <a:lnTo>
                    <a:pt x="857159" y="148410"/>
                  </a:lnTo>
                  <a:lnTo>
                    <a:pt x="866900" y="146205"/>
                  </a:lnTo>
                  <a:lnTo>
                    <a:pt x="876641" y="143885"/>
                  </a:lnTo>
                  <a:lnTo>
                    <a:pt x="886381" y="141451"/>
                  </a:lnTo>
                  <a:lnTo>
                    <a:pt x="896122" y="138906"/>
                  </a:lnTo>
                  <a:lnTo>
                    <a:pt x="905863" y="136251"/>
                  </a:lnTo>
                  <a:lnTo>
                    <a:pt x="915602" y="133489"/>
                  </a:lnTo>
                  <a:lnTo>
                    <a:pt x="925343" y="130625"/>
                  </a:lnTo>
                  <a:lnTo>
                    <a:pt x="935084" y="127663"/>
                  </a:lnTo>
                  <a:lnTo>
                    <a:pt x="944824" y="124606"/>
                  </a:lnTo>
                  <a:lnTo>
                    <a:pt x="954564" y="121460"/>
                  </a:lnTo>
                  <a:lnTo>
                    <a:pt x="964305" y="118228"/>
                  </a:lnTo>
                  <a:lnTo>
                    <a:pt x="974045" y="114917"/>
                  </a:lnTo>
                  <a:lnTo>
                    <a:pt x="983786" y="111532"/>
                  </a:lnTo>
                  <a:lnTo>
                    <a:pt x="993522" y="108082"/>
                  </a:lnTo>
                  <a:lnTo>
                    <a:pt x="1003266" y="104572"/>
                  </a:lnTo>
                  <a:lnTo>
                    <a:pt x="1013010" y="101006"/>
                  </a:lnTo>
                  <a:lnTo>
                    <a:pt x="1022754" y="97396"/>
                  </a:lnTo>
                  <a:lnTo>
                    <a:pt x="1032483" y="93746"/>
                  </a:lnTo>
                  <a:lnTo>
                    <a:pt x="1042227" y="90066"/>
                  </a:lnTo>
                  <a:lnTo>
                    <a:pt x="1051971" y="86362"/>
                  </a:lnTo>
                  <a:lnTo>
                    <a:pt x="1061715" y="82642"/>
                  </a:lnTo>
                  <a:lnTo>
                    <a:pt x="1071444" y="78914"/>
                  </a:lnTo>
                  <a:lnTo>
                    <a:pt x="1081188" y="75188"/>
                  </a:lnTo>
                  <a:lnTo>
                    <a:pt x="1090932" y="71470"/>
                  </a:lnTo>
                  <a:lnTo>
                    <a:pt x="1100676" y="67770"/>
                  </a:lnTo>
                  <a:lnTo>
                    <a:pt x="1110405" y="64095"/>
                  </a:lnTo>
                  <a:lnTo>
                    <a:pt x="1120149" y="60454"/>
                  </a:lnTo>
                  <a:lnTo>
                    <a:pt x="1129893" y="56856"/>
                  </a:lnTo>
                  <a:lnTo>
                    <a:pt x="1139637" y="53307"/>
                  </a:lnTo>
                  <a:lnTo>
                    <a:pt x="1149381" y="49818"/>
                  </a:lnTo>
                  <a:lnTo>
                    <a:pt x="1159110" y="46394"/>
                  </a:lnTo>
                  <a:lnTo>
                    <a:pt x="1168854" y="43045"/>
                  </a:lnTo>
                  <a:lnTo>
                    <a:pt x="1178598" y="39776"/>
                  </a:lnTo>
                  <a:lnTo>
                    <a:pt x="1188341" y="36598"/>
                  </a:lnTo>
                  <a:lnTo>
                    <a:pt x="1198070" y="33514"/>
                  </a:lnTo>
                  <a:lnTo>
                    <a:pt x="1207814" y="30534"/>
                  </a:lnTo>
                  <a:lnTo>
                    <a:pt x="1217558" y="27663"/>
                  </a:lnTo>
                  <a:lnTo>
                    <a:pt x="1227302" y="24907"/>
                  </a:lnTo>
                  <a:lnTo>
                    <a:pt x="1237031" y="22274"/>
                  </a:lnTo>
                  <a:lnTo>
                    <a:pt x="1246775" y="19767"/>
                  </a:lnTo>
                  <a:lnTo>
                    <a:pt x="1256519" y="17393"/>
                  </a:lnTo>
                  <a:lnTo>
                    <a:pt x="1266263" y="15155"/>
                  </a:lnTo>
                  <a:lnTo>
                    <a:pt x="1276007" y="13060"/>
                  </a:lnTo>
                  <a:lnTo>
                    <a:pt x="1285736" y="11110"/>
                  </a:lnTo>
                  <a:lnTo>
                    <a:pt x="1295480" y="9310"/>
                  </a:lnTo>
                  <a:lnTo>
                    <a:pt x="1305224" y="7663"/>
                  </a:lnTo>
                  <a:lnTo>
                    <a:pt x="1314968" y="6170"/>
                  </a:lnTo>
                  <a:lnTo>
                    <a:pt x="1324697" y="4836"/>
                  </a:lnTo>
                  <a:lnTo>
                    <a:pt x="1334441" y="3662"/>
                  </a:lnTo>
                  <a:lnTo>
                    <a:pt x="1344185" y="2649"/>
                  </a:lnTo>
                  <a:lnTo>
                    <a:pt x="1353929" y="1798"/>
                  </a:lnTo>
                  <a:lnTo>
                    <a:pt x="1363658" y="1112"/>
                  </a:lnTo>
                  <a:lnTo>
                    <a:pt x="1373402" y="589"/>
                  </a:lnTo>
                  <a:lnTo>
                    <a:pt x="1383146" y="229"/>
                  </a:lnTo>
                  <a:lnTo>
                    <a:pt x="1392890" y="34"/>
                  </a:lnTo>
                  <a:lnTo>
                    <a:pt x="1402619" y="0"/>
                  </a:lnTo>
                  <a:lnTo>
                    <a:pt x="1412363" y="128"/>
                  </a:lnTo>
                  <a:lnTo>
                    <a:pt x="1422106" y="414"/>
                  </a:lnTo>
                  <a:lnTo>
                    <a:pt x="1431850" y="860"/>
                  </a:lnTo>
                  <a:lnTo>
                    <a:pt x="1441594" y="1460"/>
                  </a:lnTo>
                  <a:lnTo>
                    <a:pt x="1451323" y="2214"/>
                  </a:lnTo>
                  <a:lnTo>
                    <a:pt x="1461067" y="3117"/>
                  </a:lnTo>
                  <a:lnTo>
                    <a:pt x="1470811" y="4167"/>
                  </a:lnTo>
                  <a:lnTo>
                    <a:pt x="1480555" y="5361"/>
                  </a:lnTo>
                  <a:lnTo>
                    <a:pt x="1490284" y="6694"/>
                  </a:lnTo>
                  <a:lnTo>
                    <a:pt x="1500028" y="8163"/>
                  </a:lnTo>
                  <a:lnTo>
                    <a:pt x="1509772" y="9763"/>
                  </a:lnTo>
                  <a:lnTo>
                    <a:pt x="1519516" y="11492"/>
                  </a:lnTo>
                  <a:lnTo>
                    <a:pt x="1529245" y="13344"/>
                  </a:lnTo>
                  <a:lnTo>
                    <a:pt x="1538989" y="15313"/>
                  </a:lnTo>
                  <a:lnTo>
                    <a:pt x="1548733" y="17396"/>
                  </a:lnTo>
                  <a:lnTo>
                    <a:pt x="1558477" y="19588"/>
                  </a:lnTo>
                  <a:lnTo>
                    <a:pt x="1568221" y="21884"/>
                  </a:lnTo>
                  <a:lnTo>
                    <a:pt x="1577950" y="24278"/>
                  </a:lnTo>
                  <a:lnTo>
                    <a:pt x="1587694" y="26766"/>
                  </a:lnTo>
                  <a:lnTo>
                    <a:pt x="1597438" y="29342"/>
                  </a:lnTo>
                  <a:lnTo>
                    <a:pt x="1607182" y="32003"/>
                  </a:lnTo>
                  <a:lnTo>
                    <a:pt x="1616911" y="34741"/>
                  </a:lnTo>
                  <a:lnTo>
                    <a:pt x="1626655" y="37551"/>
                  </a:lnTo>
                  <a:lnTo>
                    <a:pt x="1636399" y="40431"/>
                  </a:lnTo>
                  <a:lnTo>
                    <a:pt x="1646142" y="43374"/>
                  </a:lnTo>
                  <a:lnTo>
                    <a:pt x="1655872" y="46375"/>
                  </a:lnTo>
                  <a:lnTo>
                    <a:pt x="1665616" y="49427"/>
                  </a:lnTo>
                  <a:lnTo>
                    <a:pt x="1675359" y="52529"/>
                  </a:lnTo>
                  <a:lnTo>
                    <a:pt x="1685103" y="55676"/>
                  </a:lnTo>
                  <a:lnTo>
                    <a:pt x="1694832" y="58860"/>
                  </a:lnTo>
                  <a:lnTo>
                    <a:pt x="1704576" y="62078"/>
                  </a:lnTo>
                  <a:lnTo>
                    <a:pt x="1714320" y="65326"/>
                  </a:lnTo>
                  <a:lnTo>
                    <a:pt x="1724064" y="68601"/>
                  </a:lnTo>
                  <a:lnTo>
                    <a:pt x="1733808" y="71897"/>
                  </a:lnTo>
                  <a:lnTo>
                    <a:pt x="1743537" y="75209"/>
                  </a:lnTo>
                  <a:lnTo>
                    <a:pt x="1753281" y="78536"/>
                  </a:lnTo>
                  <a:lnTo>
                    <a:pt x="1763025" y="81871"/>
                  </a:lnTo>
                  <a:lnTo>
                    <a:pt x="1772769" y="85215"/>
                  </a:lnTo>
                  <a:lnTo>
                    <a:pt x="1782498" y="88560"/>
                  </a:lnTo>
                  <a:lnTo>
                    <a:pt x="1792242" y="91904"/>
                  </a:lnTo>
                  <a:lnTo>
                    <a:pt x="1801986" y="95245"/>
                  </a:lnTo>
                  <a:lnTo>
                    <a:pt x="1811730" y="98579"/>
                  </a:lnTo>
                  <a:lnTo>
                    <a:pt x="1821459" y="101905"/>
                  </a:lnTo>
                  <a:lnTo>
                    <a:pt x="1831203" y="105217"/>
                  </a:lnTo>
                  <a:lnTo>
                    <a:pt x="1840947" y="108514"/>
                  </a:lnTo>
                  <a:lnTo>
                    <a:pt x="1850691" y="111793"/>
                  </a:lnTo>
                  <a:lnTo>
                    <a:pt x="1860435" y="115053"/>
                  </a:lnTo>
                  <a:lnTo>
                    <a:pt x="1870164" y="118292"/>
                  </a:lnTo>
                  <a:lnTo>
                    <a:pt x="1879908" y="121506"/>
                  </a:lnTo>
                  <a:lnTo>
                    <a:pt x="1889652" y="124693"/>
                  </a:lnTo>
                  <a:lnTo>
                    <a:pt x="1899395" y="127853"/>
                  </a:lnTo>
                  <a:lnTo>
                    <a:pt x="1909124" y="130983"/>
                  </a:lnTo>
                  <a:lnTo>
                    <a:pt x="1918868" y="134082"/>
                  </a:lnTo>
                  <a:lnTo>
                    <a:pt x="1928612" y="137148"/>
                  </a:lnTo>
                  <a:lnTo>
                    <a:pt x="1938356" y="140180"/>
                  </a:lnTo>
                  <a:lnTo>
                    <a:pt x="1948085" y="143175"/>
                  </a:lnTo>
                  <a:lnTo>
                    <a:pt x="1957829" y="146134"/>
                  </a:lnTo>
                  <a:lnTo>
                    <a:pt x="1967573" y="149054"/>
                  </a:lnTo>
                  <a:lnTo>
                    <a:pt x="1977317" y="151934"/>
                  </a:lnTo>
                  <a:lnTo>
                    <a:pt x="1987046" y="154774"/>
                  </a:lnTo>
                  <a:lnTo>
                    <a:pt x="1996790" y="157572"/>
                  </a:lnTo>
                  <a:lnTo>
                    <a:pt x="2006534" y="160326"/>
                  </a:lnTo>
                  <a:lnTo>
                    <a:pt x="2016278" y="163038"/>
                  </a:lnTo>
                  <a:lnTo>
                    <a:pt x="2026022" y="165707"/>
                  </a:lnTo>
                  <a:lnTo>
                    <a:pt x="2035751" y="168327"/>
                  </a:lnTo>
                  <a:lnTo>
                    <a:pt x="2045495" y="170903"/>
                  </a:lnTo>
                  <a:lnTo>
                    <a:pt x="2055239" y="173432"/>
                  </a:lnTo>
                  <a:lnTo>
                    <a:pt x="2064983" y="175914"/>
                  </a:lnTo>
                  <a:lnTo>
                    <a:pt x="2074712" y="178347"/>
                  </a:lnTo>
                  <a:lnTo>
                    <a:pt x="2084456" y="180732"/>
                  </a:lnTo>
                  <a:lnTo>
                    <a:pt x="2094200" y="183067"/>
                  </a:lnTo>
                  <a:lnTo>
                    <a:pt x="2103944" y="185352"/>
                  </a:lnTo>
                  <a:lnTo>
                    <a:pt x="2113673" y="187589"/>
                  </a:lnTo>
                  <a:lnTo>
                    <a:pt x="2123417" y="189773"/>
                  </a:lnTo>
                  <a:lnTo>
                    <a:pt x="2133161" y="191906"/>
                  </a:lnTo>
                  <a:lnTo>
                    <a:pt x="2142905" y="193989"/>
                  </a:lnTo>
                  <a:lnTo>
                    <a:pt x="2152649" y="196020"/>
                  </a:lnTo>
                  <a:lnTo>
                    <a:pt x="2162377" y="198000"/>
                  </a:lnTo>
                  <a:lnTo>
                    <a:pt x="2172121" y="199928"/>
                  </a:lnTo>
                  <a:lnTo>
                    <a:pt x="2181865" y="201804"/>
                  </a:lnTo>
                  <a:lnTo>
                    <a:pt x="2191609" y="203627"/>
                  </a:lnTo>
                  <a:lnTo>
                    <a:pt x="2201338" y="205399"/>
                  </a:lnTo>
                  <a:lnTo>
                    <a:pt x="2211082" y="207118"/>
                  </a:lnTo>
                  <a:lnTo>
                    <a:pt x="2220826" y="208787"/>
                  </a:lnTo>
                  <a:lnTo>
                    <a:pt x="2230570" y="210403"/>
                  </a:lnTo>
                  <a:lnTo>
                    <a:pt x="2240299" y="211968"/>
                  </a:lnTo>
                  <a:lnTo>
                    <a:pt x="2250043" y="213482"/>
                  </a:lnTo>
                  <a:lnTo>
                    <a:pt x="2259787" y="214945"/>
                  </a:lnTo>
                  <a:lnTo>
                    <a:pt x="2269531" y="216359"/>
                  </a:lnTo>
                  <a:lnTo>
                    <a:pt x="2279260" y="217722"/>
                  </a:lnTo>
                  <a:lnTo>
                    <a:pt x="2289004" y="219036"/>
                  </a:lnTo>
                  <a:lnTo>
                    <a:pt x="2298748" y="220302"/>
                  </a:lnTo>
                  <a:lnTo>
                    <a:pt x="2308492" y="221520"/>
                  </a:lnTo>
                  <a:lnTo>
                    <a:pt x="2318236" y="222691"/>
                  </a:lnTo>
                  <a:lnTo>
                    <a:pt x="2327965" y="223816"/>
                  </a:lnTo>
                  <a:lnTo>
                    <a:pt x="2337709" y="224894"/>
                  </a:lnTo>
                  <a:lnTo>
                    <a:pt x="2347453" y="225930"/>
                  </a:lnTo>
                  <a:lnTo>
                    <a:pt x="2357197" y="226920"/>
                  </a:lnTo>
                  <a:lnTo>
                    <a:pt x="2366926" y="227869"/>
                  </a:lnTo>
                  <a:lnTo>
                    <a:pt x="2376670" y="228777"/>
                  </a:lnTo>
                  <a:lnTo>
                    <a:pt x="2386413" y="229644"/>
                  </a:lnTo>
                  <a:lnTo>
                    <a:pt x="2396157" y="230471"/>
                  </a:lnTo>
                  <a:lnTo>
                    <a:pt x="2405886" y="231262"/>
                  </a:lnTo>
                  <a:lnTo>
                    <a:pt x="2415630" y="232016"/>
                  </a:lnTo>
                  <a:lnTo>
                    <a:pt x="2425374" y="232734"/>
                  </a:lnTo>
                  <a:lnTo>
                    <a:pt x="2435118" y="233418"/>
                  </a:lnTo>
                  <a:lnTo>
                    <a:pt x="2444862" y="234069"/>
                  </a:lnTo>
                  <a:lnTo>
                    <a:pt x="2454591" y="234689"/>
                  </a:lnTo>
                  <a:lnTo>
                    <a:pt x="2464335" y="235277"/>
                  </a:lnTo>
                  <a:lnTo>
                    <a:pt x="2474079" y="235839"/>
                  </a:lnTo>
                  <a:lnTo>
                    <a:pt x="2483823" y="236371"/>
                  </a:lnTo>
                  <a:lnTo>
                    <a:pt x="2493552" y="236879"/>
                  </a:lnTo>
                  <a:lnTo>
                    <a:pt x="2503296" y="237360"/>
                  </a:lnTo>
                  <a:lnTo>
                    <a:pt x="2513040" y="237819"/>
                  </a:lnTo>
                  <a:lnTo>
                    <a:pt x="2522784" y="238256"/>
                  </a:lnTo>
                  <a:lnTo>
                    <a:pt x="2532513" y="238670"/>
                  </a:lnTo>
                  <a:lnTo>
                    <a:pt x="2542257" y="239066"/>
                  </a:lnTo>
                  <a:lnTo>
                    <a:pt x="2552001" y="239442"/>
                  </a:lnTo>
                  <a:lnTo>
                    <a:pt x="2561745" y="239801"/>
                  </a:lnTo>
                  <a:lnTo>
                    <a:pt x="2571474" y="240143"/>
                  </a:lnTo>
                  <a:lnTo>
                    <a:pt x="2581218" y="240471"/>
                  </a:lnTo>
                  <a:lnTo>
                    <a:pt x="2590962" y="240784"/>
                  </a:lnTo>
                  <a:lnTo>
                    <a:pt x="2600705" y="241082"/>
                  </a:lnTo>
                  <a:lnTo>
                    <a:pt x="2610449" y="241368"/>
                  </a:lnTo>
                  <a:lnTo>
                    <a:pt x="2620178" y="241644"/>
                  </a:lnTo>
                  <a:lnTo>
                    <a:pt x="2629922" y="241906"/>
                  </a:lnTo>
                  <a:lnTo>
                    <a:pt x="2639666" y="242159"/>
                  </a:lnTo>
                  <a:lnTo>
                    <a:pt x="2649410" y="242402"/>
                  </a:lnTo>
                  <a:lnTo>
                    <a:pt x="2659139" y="242634"/>
                  </a:lnTo>
                  <a:lnTo>
                    <a:pt x="2668883" y="242858"/>
                  </a:lnTo>
                  <a:lnTo>
                    <a:pt x="2678627" y="243074"/>
                  </a:lnTo>
                  <a:lnTo>
                    <a:pt x="2688371" y="243280"/>
                  </a:lnTo>
                  <a:lnTo>
                    <a:pt x="2698100" y="243478"/>
                  </a:lnTo>
                  <a:lnTo>
                    <a:pt x="2707844" y="243667"/>
                  </a:lnTo>
                  <a:lnTo>
                    <a:pt x="2717588" y="243849"/>
                  </a:lnTo>
                  <a:lnTo>
                    <a:pt x="2727332" y="244021"/>
                  </a:lnTo>
                  <a:lnTo>
                    <a:pt x="2737076" y="244184"/>
                  </a:lnTo>
                  <a:lnTo>
                    <a:pt x="2746805" y="244339"/>
                  </a:lnTo>
                  <a:lnTo>
                    <a:pt x="2756549" y="244483"/>
                  </a:lnTo>
                  <a:lnTo>
                    <a:pt x="2766293" y="244619"/>
                  </a:lnTo>
                  <a:lnTo>
                    <a:pt x="2776037" y="244743"/>
                  </a:lnTo>
                  <a:lnTo>
                    <a:pt x="2785766" y="244856"/>
                  </a:lnTo>
                  <a:lnTo>
                    <a:pt x="2795510" y="244956"/>
                  </a:lnTo>
                  <a:lnTo>
                    <a:pt x="2805254" y="245042"/>
                  </a:lnTo>
                  <a:lnTo>
                    <a:pt x="2814998" y="245115"/>
                  </a:lnTo>
                  <a:lnTo>
                    <a:pt x="2824727" y="245173"/>
                  </a:lnTo>
                  <a:lnTo>
                    <a:pt x="2834471" y="245215"/>
                  </a:lnTo>
                  <a:lnTo>
                    <a:pt x="2844215" y="245237"/>
                  </a:lnTo>
                  <a:lnTo>
                    <a:pt x="2853958" y="245242"/>
                  </a:lnTo>
                  <a:lnTo>
                    <a:pt x="2863687" y="245225"/>
                  </a:lnTo>
                  <a:lnTo>
                    <a:pt x="2873431" y="245187"/>
                  </a:lnTo>
                  <a:lnTo>
                    <a:pt x="2883175" y="245123"/>
                  </a:lnTo>
                  <a:lnTo>
                    <a:pt x="2892919" y="245033"/>
                  </a:lnTo>
                  <a:lnTo>
                    <a:pt x="2902663" y="244917"/>
                  </a:lnTo>
                  <a:lnTo>
                    <a:pt x="2912392" y="24477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9" name="Freeform 598">
              <a:extLst>
                <a:ext uri="{FF2B5EF4-FFF2-40B4-BE49-F238E27FC236}">
                  <a16:creationId xmlns:a16="http://schemas.microsoft.com/office/drawing/2014/main" id="{6752EEA0-A51C-9AE2-D385-A90DB358455A}"/>
                </a:ext>
              </a:extLst>
            </p:cNvPr>
            <p:cNvSpPr/>
            <p:nvPr/>
          </p:nvSpPr>
          <p:spPr>
            <a:xfrm>
              <a:off x="576446" y="3478178"/>
              <a:ext cx="2912392" cy="300280"/>
            </a:xfrm>
            <a:custGeom>
              <a:avLst/>
              <a:gdLst>
                <a:gd name="connsiteX0" fmla="*/ 0 w 2912392"/>
                <a:gd name="connsiteY0" fmla="*/ 187235 h 300280"/>
                <a:gd name="connsiteX1" fmla="*/ 9739 w 2912392"/>
                <a:gd name="connsiteY1" fmla="*/ 193727 h 300280"/>
                <a:gd name="connsiteX2" fmla="*/ 19480 w 2912392"/>
                <a:gd name="connsiteY2" fmla="*/ 200119 h 300280"/>
                <a:gd name="connsiteX3" fmla="*/ 29221 w 2912392"/>
                <a:gd name="connsiteY3" fmla="*/ 206399 h 300280"/>
                <a:gd name="connsiteX4" fmla="*/ 38961 w 2912392"/>
                <a:gd name="connsiteY4" fmla="*/ 212556 h 300280"/>
                <a:gd name="connsiteX5" fmla="*/ 48702 w 2912392"/>
                <a:gd name="connsiteY5" fmla="*/ 218580 h 300280"/>
                <a:gd name="connsiteX6" fmla="*/ 58443 w 2912392"/>
                <a:gd name="connsiteY6" fmla="*/ 224456 h 300280"/>
                <a:gd name="connsiteX7" fmla="*/ 68182 w 2912392"/>
                <a:gd name="connsiteY7" fmla="*/ 230177 h 300280"/>
                <a:gd name="connsiteX8" fmla="*/ 77923 w 2912392"/>
                <a:gd name="connsiteY8" fmla="*/ 235729 h 300280"/>
                <a:gd name="connsiteX9" fmla="*/ 87664 w 2912392"/>
                <a:gd name="connsiteY9" fmla="*/ 241104 h 300280"/>
                <a:gd name="connsiteX10" fmla="*/ 97404 w 2912392"/>
                <a:gd name="connsiteY10" fmla="*/ 246291 h 300280"/>
                <a:gd name="connsiteX11" fmla="*/ 107145 w 2912392"/>
                <a:gd name="connsiteY11" fmla="*/ 251282 h 300280"/>
                <a:gd name="connsiteX12" fmla="*/ 116886 w 2912392"/>
                <a:gd name="connsiteY12" fmla="*/ 256064 h 300280"/>
                <a:gd name="connsiteX13" fmla="*/ 126625 w 2912392"/>
                <a:gd name="connsiteY13" fmla="*/ 260635 h 300280"/>
                <a:gd name="connsiteX14" fmla="*/ 136366 w 2912392"/>
                <a:gd name="connsiteY14" fmla="*/ 264983 h 300280"/>
                <a:gd name="connsiteX15" fmla="*/ 146107 w 2912392"/>
                <a:gd name="connsiteY15" fmla="*/ 269101 h 300280"/>
                <a:gd name="connsiteX16" fmla="*/ 155846 w 2912392"/>
                <a:gd name="connsiteY16" fmla="*/ 272982 h 300280"/>
                <a:gd name="connsiteX17" fmla="*/ 165587 w 2912392"/>
                <a:gd name="connsiteY17" fmla="*/ 276622 h 300280"/>
                <a:gd name="connsiteX18" fmla="*/ 175328 w 2912392"/>
                <a:gd name="connsiteY18" fmla="*/ 280013 h 300280"/>
                <a:gd name="connsiteX19" fmla="*/ 185068 w 2912392"/>
                <a:gd name="connsiteY19" fmla="*/ 283152 h 300280"/>
                <a:gd name="connsiteX20" fmla="*/ 194809 w 2912392"/>
                <a:gd name="connsiteY20" fmla="*/ 286035 h 300280"/>
                <a:gd name="connsiteX21" fmla="*/ 204550 w 2912392"/>
                <a:gd name="connsiteY21" fmla="*/ 288657 h 300280"/>
                <a:gd name="connsiteX22" fmla="*/ 214289 w 2912392"/>
                <a:gd name="connsiteY22" fmla="*/ 291016 h 300280"/>
                <a:gd name="connsiteX23" fmla="*/ 224030 w 2912392"/>
                <a:gd name="connsiteY23" fmla="*/ 293109 h 300280"/>
                <a:gd name="connsiteX24" fmla="*/ 233771 w 2912392"/>
                <a:gd name="connsiteY24" fmla="*/ 294934 h 300280"/>
                <a:gd name="connsiteX25" fmla="*/ 243510 w 2912392"/>
                <a:gd name="connsiteY25" fmla="*/ 296493 h 300280"/>
                <a:gd name="connsiteX26" fmla="*/ 253251 w 2912392"/>
                <a:gd name="connsiteY26" fmla="*/ 297781 h 300280"/>
                <a:gd name="connsiteX27" fmla="*/ 262992 w 2912392"/>
                <a:gd name="connsiteY27" fmla="*/ 298805 h 300280"/>
                <a:gd name="connsiteX28" fmla="*/ 272732 w 2912392"/>
                <a:gd name="connsiteY28" fmla="*/ 299560 h 300280"/>
                <a:gd name="connsiteX29" fmla="*/ 282473 w 2912392"/>
                <a:gd name="connsiteY29" fmla="*/ 300051 h 300280"/>
                <a:gd name="connsiteX30" fmla="*/ 292214 w 2912392"/>
                <a:gd name="connsiteY30" fmla="*/ 300280 h 300280"/>
                <a:gd name="connsiteX31" fmla="*/ 301953 w 2912392"/>
                <a:gd name="connsiteY31" fmla="*/ 300249 h 300280"/>
                <a:gd name="connsiteX32" fmla="*/ 311694 w 2912392"/>
                <a:gd name="connsiteY32" fmla="*/ 299964 h 300280"/>
                <a:gd name="connsiteX33" fmla="*/ 321435 w 2912392"/>
                <a:gd name="connsiteY33" fmla="*/ 299426 h 300280"/>
                <a:gd name="connsiteX34" fmla="*/ 331175 w 2912392"/>
                <a:gd name="connsiteY34" fmla="*/ 298644 h 300280"/>
                <a:gd name="connsiteX35" fmla="*/ 340916 w 2912392"/>
                <a:gd name="connsiteY35" fmla="*/ 297621 h 300280"/>
                <a:gd name="connsiteX36" fmla="*/ 350656 w 2912392"/>
                <a:gd name="connsiteY36" fmla="*/ 296363 h 300280"/>
                <a:gd name="connsiteX37" fmla="*/ 360396 w 2912392"/>
                <a:gd name="connsiteY37" fmla="*/ 294878 h 300280"/>
                <a:gd name="connsiteX38" fmla="*/ 370137 w 2912392"/>
                <a:gd name="connsiteY38" fmla="*/ 293170 h 300280"/>
                <a:gd name="connsiteX39" fmla="*/ 379878 w 2912392"/>
                <a:gd name="connsiteY39" fmla="*/ 291250 h 300280"/>
                <a:gd name="connsiteX40" fmla="*/ 389617 w 2912392"/>
                <a:gd name="connsiteY40" fmla="*/ 289125 h 300280"/>
                <a:gd name="connsiteX41" fmla="*/ 399358 w 2912392"/>
                <a:gd name="connsiteY41" fmla="*/ 286802 h 300280"/>
                <a:gd name="connsiteX42" fmla="*/ 409099 w 2912392"/>
                <a:gd name="connsiteY42" fmla="*/ 284292 h 300280"/>
                <a:gd name="connsiteX43" fmla="*/ 418839 w 2912392"/>
                <a:gd name="connsiteY43" fmla="*/ 281603 h 300280"/>
                <a:gd name="connsiteX44" fmla="*/ 428580 w 2912392"/>
                <a:gd name="connsiteY44" fmla="*/ 278744 h 300280"/>
                <a:gd name="connsiteX45" fmla="*/ 438321 w 2912392"/>
                <a:gd name="connsiteY45" fmla="*/ 275725 h 300280"/>
                <a:gd name="connsiteX46" fmla="*/ 448060 w 2912392"/>
                <a:gd name="connsiteY46" fmla="*/ 272556 h 300280"/>
                <a:gd name="connsiteX47" fmla="*/ 457801 w 2912392"/>
                <a:gd name="connsiteY47" fmla="*/ 269247 h 300280"/>
                <a:gd name="connsiteX48" fmla="*/ 467542 w 2912392"/>
                <a:gd name="connsiteY48" fmla="*/ 265810 h 300280"/>
                <a:gd name="connsiteX49" fmla="*/ 477281 w 2912392"/>
                <a:gd name="connsiteY49" fmla="*/ 262253 h 300280"/>
                <a:gd name="connsiteX50" fmla="*/ 487022 w 2912392"/>
                <a:gd name="connsiteY50" fmla="*/ 258588 h 300280"/>
                <a:gd name="connsiteX51" fmla="*/ 496763 w 2912392"/>
                <a:gd name="connsiteY51" fmla="*/ 254825 h 300280"/>
                <a:gd name="connsiteX52" fmla="*/ 506503 w 2912392"/>
                <a:gd name="connsiteY52" fmla="*/ 250975 h 300280"/>
                <a:gd name="connsiteX53" fmla="*/ 516244 w 2912392"/>
                <a:gd name="connsiteY53" fmla="*/ 247047 h 300280"/>
                <a:gd name="connsiteX54" fmla="*/ 525985 w 2912392"/>
                <a:gd name="connsiteY54" fmla="*/ 243056 h 300280"/>
                <a:gd name="connsiteX55" fmla="*/ 535724 w 2912392"/>
                <a:gd name="connsiteY55" fmla="*/ 239008 h 300280"/>
                <a:gd name="connsiteX56" fmla="*/ 545465 w 2912392"/>
                <a:gd name="connsiteY56" fmla="*/ 234915 h 300280"/>
                <a:gd name="connsiteX57" fmla="*/ 555206 w 2912392"/>
                <a:gd name="connsiteY57" fmla="*/ 230788 h 300280"/>
                <a:gd name="connsiteX58" fmla="*/ 564946 w 2912392"/>
                <a:gd name="connsiteY58" fmla="*/ 226636 h 300280"/>
                <a:gd name="connsiteX59" fmla="*/ 574687 w 2912392"/>
                <a:gd name="connsiteY59" fmla="*/ 222469 h 300280"/>
                <a:gd name="connsiteX60" fmla="*/ 584428 w 2912392"/>
                <a:gd name="connsiteY60" fmla="*/ 218297 h 300280"/>
                <a:gd name="connsiteX61" fmla="*/ 594167 w 2912392"/>
                <a:gd name="connsiteY61" fmla="*/ 214128 h 300280"/>
                <a:gd name="connsiteX62" fmla="*/ 603908 w 2912392"/>
                <a:gd name="connsiteY62" fmla="*/ 209974 h 300280"/>
                <a:gd name="connsiteX63" fmla="*/ 613649 w 2912392"/>
                <a:gd name="connsiteY63" fmla="*/ 205841 h 300280"/>
                <a:gd name="connsiteX64" fmla="*/ 623388 w 2912392"/>
                <a:gd name="connsiteY64" fmla="*/ 201738 h 300280"/>
                <a:gd name="connsiteX65" fmla="*/ 633129 w 2912392"/>
                <a:gd name="connsiteY65" fmla="*/ 197674 h 300280"/>
                <a:gd name="connsiteX66" fmla="*/ 642870 w 2912392"/>
                <a:gd name="connsiteY66" fmla="*/ 193654 h 300280"/>
                <a:gd name="connsiteX67" fmla="*/ 652610 w 2912392"/>
                <a:gd name="connsiteY67" fmla="*/ 189688 h 300280"/>
                <a:gd name="connsiteX68" fmla="*/ 662351 w 2912392"/>
                <a:gd name="connsiteY68" fmla="*/ 185783 h 300280"/>
                <a:gd name="connsiteX69" fmla="*/ 672092 w 2912392"/>
                <a:gd name="connsiteY69" fmla="*/ 181942 h 300280"/>
                <a:gd name="connsiteX70" fmla="*/ 681831 w 2912392"/>
                <a:gd name="connsiteY70" fmla="*/ 178174 h 300280"/>
                <a:gd name="connsiteX71" fmla="*/ 691572 w 2912392"/>
                <a:gd name="connsiteY71" fmla="*/ 174484 h 300280"/>
                <a:gd name="connsiteX72" fmla="*/ 701313 w 2912392"/>
                <a:gd name="connsiteY72" fmla="*/ 170875 h 300280"/>
                <a:gd name="connsiteX73" fmla="*/ 711052 w 2912392"/>
                <a:gd name="connsiteY73" fmla="*/ 167353 h 300280"/>
                <a:gd name="connsiteX74" fmla="*/ 720793 w 2912392"/>
                <a:gd name="connsiteY74" fmla="*/ 163922 h 300280"/>
                <a:gd name="connsiteX75" fmla="*/ 730534 w 2912392"/>
                <a:gd name="connsiteY75" fmla="*/ 160586 h 300280"/>
                <a:gd name="connsiteX76" fmla="*/ 740274 w 2912392"/>
                <a:gd name="connsiteY76" fmla="*/ 157345 h 300280"/>
                <a:gd name="connsiteX77" fmla="*/ 750015 w 2912392"/>
                <a:gd name="connsiteY77" fmla="*/ 154206 h 300280"/>
                <a:gd name="connsiteX78" fmla="*/ 759756 w 2912392"/>
                <a:gd name="connsiteY78" fmla="*/ 151168 h 300280"/>
                <a:gd name="connsiteX79" fmla="*/ 769495 w 2912392"/>
                <a:gd name="connsiteY79" fmla="*/ 148233 h 300280"/>
                <a:gd name="connsiteX80" fmla="*/ 779236 w 2912392"/>
                <a:gd name="connsiteY80" fmla="*/ 145404 h 300280"/>
                <a:gd name="connsiteX81" fmla="*/ 788977 w 2912392"/>
                <a:gd name="connsiteY81" fmla="*/ 142679 h 300280"/>
                <a:gd name="connsiteX82" fmla="*/ 798717 w 2912392"/>
                <a:gd name="connsiteY82" fmla="*/ 140059 h 300280"/>
                <a:gd name="connsiteX83" fmla="*/ 808458 w 2912392"/>
                <a:gd name="connsiteY83" fmla="*/ 137544 h 300280"/>
                <a:gd name="connsiteX84" fmla="*/ 818199 w 2912392"/>
                <a:gd name="connsiteY84" fmla="*/ 135135 h 300280"/>
                <a:gd name="connsiteX85" fmla="*/ 827938 w 2912392"/>
                <a:gd name="connsiteY85" fmla="*/ 132830 h 300280"/>
                <a:gd name="connsiteX86" fmla="*/ 837679 w 2912392"/>
                <a:gd name="connsiteY86" fmla="*/ 130627 h 300280"/>
                <a:gd name="connsiteX87" fmla="*/ 847420 w 2912392"/>
                <a:gd name="connsiteY87" fmla="*/ 128525 h 300280"/>
                <a:gd name="connsiteX88" fmla="*/ 857159 w 2912392"/>
                <a:gd name="connsiteY88" fmla="*/ 126521 h 300280"/>
                <a:gd name="connsiteX89" fmla="*/ 866900 w 2912392"/>
                <a:gd name="connsiteY89" fmla="*/ 124612 h 300280"/>
                <a:gd name="connsiteX90" fmla="*/ 876641 w 2912392"/>
                <a:gd name="connsiteY90" fmla="*/ 122797 h 300280"/>
                <a:gd name="connsiteX91" fmla="*/ 886381 w 2912392"/>
                <a:gd name="connsiteY91" fmla="*/ 121074 h 300280"/>
                <a:gd name="connsiteX92" fmla="*/ 896122 w 2912392"/>
                <a:gd name="connsiteY92" fmla="*/ 119436 h 300280"/>
                <a:gd name="connsiteX93" fmla="*/ 905863 w 2912392"/>
                <a:gd name="connsiteY93" fmla="*/ 117884 h 300280"/>
                <a:gd name="connsiteX94" fmla="*/ 915602 w 2912392"/>
                <a:gd name="connsiteY94" fmla="*/ 116410 h 300280"/>
                <a:gd name="connsiteX95" fmla="*/ 925343 w 2912392"/>
                <a:gd name="connsiteY95" fmla="*/ 115014 h 300280"/>
                <a:gd name="connsiteX96" fmla="*/ 935084 w 2912392"/>
                <a:gd name="connsiteY96" fmla="*/ 113690 h 300280"/>
                <a:gd name="connsiteX97" fmla="*/ 944824 w 2912392"/>
                <a:gd name="connsiteY97" fmla="*/ 112432 h 300280"/>
                <a:gd name="connsiteX98" fmla="*/ 954564 w 2912392"/>
                <a:gd name="connsiteY98" fmla="*/ 111240 h 300280"/>
                <a:gd name="connsiteX99" fmla="*/ 964305 w 2912392"/>
                <a:gd name="connsiteY99" fmla="*/ 110107 h 300280"/>
                <a:gd name="connsiteX100" fmla="*/ 974045 w 2912392"/>
                <a:gd name="connsiteY100" fmla="*/ 109028 h 300280"/>
                <a:gd name="connsiteX101" fmla="*/ 983786 w 2912392"/>
                <a:gd name="connsiteY101" fmla="*/ 108000 h 300280"/>
                <a:gd name="connsiteX102" fmla="*/ 993522 w 2912392"/>
                <a:gd name="connsiteY102" fmla="*/ 107019 h 300280"/>
                <a:gd name="connsiteX103" fmla="*/ 1003266 w 2912392"/>
                <a:gd name="connsiteY103" fmla="*/ 106079 h 300280"/>
                <a:gd name="connsiteX104" fmla="*/ 1013010 w 2912392"/>
                <a:gd name="connsiteY104" fmla="*/ 105176 h 300280"/>
                <a:gd name="connsiteX105" fmla="*/ 1022754 w 2912392"/>
                <a:gd name="connsiteY105" fmla="*/ 104306 h 300280"/>
                <a:gd name="connsiteX106" fmla="*/ 1032483 w 2912392"/>
                <a:gd name="connsiteY106" fmla="*/ 103465 h 300280"/>
                <a:gd name="connsiteX107" fmla="*/ 1042227 w 2912392"/>
                <a:gd name="connsiteY107" fmla="*/ 102648 h 300280"/>
                <a:gd name="connsiteX108" fmla="*/ 1051971 w 2912392"/>
                <a:gd name="connsiteY108" fmla="*/ 101851 h 300280"/>
                <a:gd name="connsiteX109" fmla="*/ 1061715 w 2912392"/>
                <a:gd name="connsiteY109" fmla="*/ 101070 h 300280"/>
                <a:gd name="connsiteX110" fmla="*/ 1071444 w 2912392"/>
                <a:gd name="connsiteY110" fmla="*/ 100301 h 300280"/>
                <a:gd name="connsiteX111" fmla="*/ 1081188 w 2912392"/>
                <a:gd name="connsiteY111" fmla="*/ 99543 h 300280"/>
                <a:gd name="connsiteX112" fmla="*/ 1090932 w 2912392"/>
                <a:gd name="connsiteY112" fmla="*/ 98788 h 300280"/>
                <a:gd name="connsiteX113" fmla="*/ 1100676 w 2912392"/>
                <a:gd name="connsiteY113" fmla="*/ 98035 h 300280"/>
                <a:gd name="connsiteX114" fmla="*/ 1110405 w 2912392"/>
                <a:gd name="connsiteY114" fmla="*/ 97280 h 300280"/>
                <a:gd name="connsiteX115" fmla="*/ 1120149 w 2912392"/>
                <a:gd name="connsiteY115" fmla="*/ 96522 h 300280"/>
                <a:gd name="connsiteX116" fmla="*/ 1129893 w 2912392"/>
                <a:gd name="connsiteY116" fmla="*/ 95754 h 300280"/>
                <a:gd name="connsiteX117" fmla="*/ 1139637 w 2912392"/>
                <a:gd name="connsiteY117" fmla="*/ 94978 h 300280"/>
                <a:gd name="connsiteX118" fmla="*/ 1149381 w 2912392"/>
                <a:gd name="connsiteY118" fmla="*/ 94190 h 300280"/>
                <a:gd name="connsiteX119" fmla="*/ 1159110 w 2912392"/>
                <a:gd name="connsiteY119" fmla="*/ 93387 h 300280"/>
                <a:gd name="connsiteX120" fmla="*/ 1168854 w 2912392"/>
                <a:gd name="connsiteY120" fmla="*/ 92569 h 300280"/>
                <a:gd name="connsiteX121" fmla="*/ 1178598 w 2912392"/>
                <a:gd name="connsiteY121" fmla="*/ 91732 h 300280"/>
                <a:gd name="connsiteX122" fmla="*/ 1188341 w 2912392"/>
                <a:gd name="connsiteY122" fmla="*/ 90875 h 300280"/>
                <a:gd name="connsiteX123" fmla="*/ 1198070 w 2912392"/>
                <a:gd name="connsiteY123" fmla="*/ 89999 h 300280"/>
                <a:gd name="connsiteX124" fmla="*/ 1207814 w 2912392"/>
                <a:gd name="connsiteY124" fmla="*/ 89100 h 300280"/>
                <a:gd name="connsiteX125" fmla="*/ 1217558 w 2912392"/>
                <a:gd name="connsiteY125" fmla="*/ 88178 h 300280"/>
                <a:gd name="connsiteX126" fmla="*/ 1227302 w 2912392"/>
                <a:gd name="connsiteY126" fmla="*/ 87235 h 300280"/>
                <a:gd name="connsiteX127" fmla="*/ 1237031 w 2912392"/>
                <a:gd name="connsiteY127" fmla="*/ 86268 h 300280"/>
                <a:gd name="connsiteX128" fmla="*/ 1246775 w 2912392"/>
                <a:gd name="connsiteY128" fmla="*/ 85277 h 300280"/>
                <a:gd name="connsiteX129" fmla="*/ 1256519 w 2912392"/>
                <a:gd name="connsiteY129" fmla="*/ 84263 h 300280"/>
                <a:gd name="connsiteX130" fmla="*/ 1266263 w 2912392"/>
                <a:gd name="connsiteY130" fmla="*/ 83226 h 300280"/>
                <a:gd name="connsiteX131" fmla="*/ 1276007 w 2912392"/>
                <a:gd name="connsiteY131" fmla="*/ 82166 h 300280"/>
                <a:gd name="connsiteX132" fmla="*/ 1285736 w 2912392"/>
                <a:gd name="connsiteY132" fmla="*/ 81085 h 300280"/>
                <a:gd name="connsiteX133" fmla="*/ 1295480 w 2912392"/>
                <a:gd name="connsiteY133" fmla="*/ 79981 h 300280"/>
                <a:gd name="connsiteX134" fmla="*/ 1305224 w 2912392"/>
                <a:gd name="connsiteY134" fmla="*/ 78857 h 300280"/>
                <a:gd name="connsiteX135" fmla="*/ 1314968 w 2912392"/>
                <a:gd name="connsiteY135" fmla="*/ 77715 h 300280"/>
                <a:gd name="connsiteX136" fmla="*/ 1324697 w 2912392"/>
                <a:gd name="connsiteY136" fmla="*/ 76552 h 300280"/>
                <a:gd name="connsiteX137" fmla="*/ 1334441 w 2912392"/>
                <a:gd name="connsiteY137" fmla="*/ 75375 h 300280"/>
                <a:gd name="connsiteX138" fmla="*/ 1344185 w 2912392"/>
                <a:gd name="connsiteY138" fmla="*/ 74182 h 300280"/>
                <a:gd name="connsiteX139" fmla="*/ 1353929 w 2912392"/>
                <a:gd name="connsiteY139" fmla="*/ 72974 h 300280"/>
                <a:gd name="connsiteX140" fmla="*/ 1363658 w 2912392"/>
                <a:gd name="connsiteY140" fmla="*/ 71755 h 300280"/>
                <a:gd name="connsiteX141" fmla="*/ 1373402 w 2912392"/>
                <a:gd name="connsiteY141" fmla="*/ 70524 h 300280"/>
                <a:gd name="connsiteX142" fmla="*/ 1383146 w 2912392"/>
                <a:gd name="connsiteY142" fmla="*/ 69285 h 300280"/>
                <a:gd name="connsiteX143" fmla="*/ 1392890 w 2912392"/>
                <a:gd name="connsiteY143" fmla="*/ 68038 h 300280"/>
                <a:gd name="connsiteX144" fmla="*/ 1402619 w 2912392"/>
                <a:gd name="connsiteY144" fmla="*/ 66786 h 300280"/>
                <a:gd name="connsiteX145" fmla="*/ 1412363 w 2912392"/>
                <a:gd name="connsiteY145" fmla="*/ 65532 h 300280"/>
                <a:gd name="connsiteX146" fmla="*/ 1422106 w 2912392"/>
                <a:gd name="connsiteY146" fmla="*/ 64274 h 300280"/>
                <a:gd name="connsiteX147" fmla="*/ 1431850 w 2912392"/>
                <a:gd name="connsiteY147" fmla="*/ 63017 h 300280"/>
                <a:gd name="connsiteX148" fmla="*/ 1441594 w 2912392"/>
                <a:gd name="connsiteY148" fmla="*/ 61761 h 300280"/>
                <a:gd name="connsiteX149" fmla="*/ 1451323 w 2912392"/>
                <a:gd name="connsiteY149" fmla="*/ 60509 h 300280"/>
                <a:gd name="connsiteX150" fmla="*/ 1461067 w 2912392"/>
                <a:gd name="connsiteY150" fmla="*/ 59262 h 300280"/>
                <a:gd name="connsiteX151" fmla="*/ 1470811 w 2912392"/>
                <a:gd name="connsiteY151" fmla="*/ 58023 h 300280"/>
                <a:gd name="connsiteX152" fmla="*/ 1480555 w 2912392"/>
                <a:gd name="connsiteY152" fmla="*/ 56792 h 300280"/>
                <a:gd name="connsiteX153" fmla="*/ 1490284 w 2912392"/>
                <a:gd name="connsiteY153" fmla="*/ 55572 h 300280"/>
                <a:gd name="connsiteX154" fmla="*/ 1500028 w 2912392"/>
                <a:gd name="connsiteY154" fmla="*/ 54362 h 300280"/>
                <a:gd name="connsiteX155" fmla="*/ 1509772 w 2912392"/>
                <a:gd name="connsiteY155" fmla="*/ 53167 h 300280"/>
                <a:gd name="connsiteX156" fmla="*/ 1519516 w 2912392"/>
                <a:gd name="connsiteY156" fmla="*/ 51986 h 300280"/>
                <a:gd name="connsiteX157" fmla="*/ 1529245 w 2912392"/>
                <a:gd name="connsiteY157" fmla="*/ 50819 h 300280"/>
                <a:gd name="connsiteX158" fmla="*/ 1538989 w 2912392"/>
                <a:gd name="connsiteY158" fmla="*/ 49670 h 300280"/>
                <a:gd name="connsiteX159" fmla="*/ 1548733 w 2912392"/>
                <a:gd name="connsiteY159" fmla="*/ 48538 h 300280"/>
                <a:gd name="connsiteX160" fmla="*/ 1558477 w 2912392"/>
                <a:gd name="connsiteY160" fmla="*/ 47425 h 300280"/>
                <a:gd name="connsiteX161" fmla="*/ 1568221 w 2912392"/>
                <a:gd name="connsiteY161" fmla="*/ 46333 h 300280"/>
                <a:gd name="connsiteX162" fmla="*/ 1577950 w 2912392"/>
                <a:gd name="connsiteY162" fmla="*/ 45260 h 300280"/>
                <a:gd name="connsiteX163" fmla="*/ 1587694 w 2912392"/>
                <a:gd name="connsiteY163" fmla="*/ 44208 h 300280"/>
                <a:gd name="connsiteX164" fmla="*/ 1597438 w 2912392"/>
                <a:gd name="connsiteY164" fmla="*/ 43179 h 300280"/>
                <a:gd name="connsiteX165" fmla="*/ 1607182 w 2912392"/>
                <a:gd name="connsiteY165" fmla="*/ 42170 h 300280"/>
                <a:gd name="connsiteX166" fmla="*/ 1616911 w 2912392"/>
                <a:gd name="connsiteY166" fmla="*/ 41184 h 300280"/>
                <a:gd name="connsiteX167" fmla="*/ 1626655 w 2912392"/>
                <a:gd name="connsiteY167" fmla="*/ 40221 h 300280"/>
                <a:gd name="connsiteX168" fmla="*/ 1636399 w 2912392"/>
                <a:gd name="connsiteY168" fmla="*/ 39281 h 300280"/>
                <a:gd name="connsiteX169" fmla="*/ 1646142 w 2912392"/>
                <a:gd name="connsiteY169" fmla="*/ 38363 h 300280"/>
                <a:gd name="connsiteX170" fmla="*/ 1655872 w 2912392"/>
                <a:gd name="connsiteY170" fmla="*/ 37469 h 300280"/>
                <a:gd name="connsiteX171" fmla="*/ 1665616 w 2912392"/>
                <a:gd name="connsiteY171" fmla="*/ 36598 h 300280"/>
                <a:gd name="connsiteX172" fmla="*/ 1675359 w 2912392"/>
                <a:gd name="connsiteY172" fmla="*/ 35750 h 300280"/>
                <a:gd name="connsiteX173" fmla="*/ 1685103 w 2912392"/>
                <a:gd name="connsiteY173" fmla="*/ 34923 h 300280"/>
                <a:gd name="connsiteX174" fmla="*/ 1694832 w 2912392"/>
                <a:gd name="connsiteY174" fmla="*/ 34120 h 300280"/>
                <a:gd name="connsiteX175" fmla="*/ 1704576 w 2912392"/>
                <a:gd name="connsiteY175" fmla="*/ 33339 h 300280"/>
                <a:gd name="connsiteX176" fmla="*/ 1714320 w 2912392"/>
                <a:gd name="connsiteY176" fmla="*/ 32580 h 300280"/>
                <a:gd name="connsiteX177" fmla="*/ 1724064 w 2912392"/>
                <a:gd name="connsiteY177" fmla="*/ 31844 h 300280"/>
                <a:gd name="connsiteX178" fmla="*/ 1733808 w 2912392"/>
                <a:gd name="connsiteY178" fmla="*/ 31127 h 300280"/>
                <a:gd name="connsiteX179" fmla="*/ 1743537 w 2912392"/>
                <a:gd name="connsiteY179" fmla="*/ 30433 h 300280"/>
                <a:gd name="connsiteX180" fmla="*/ 1753281 w 2912392"/>
                <a:gd name="connsiteY180" fmla="*/ 29759 h 300280"/>
                <a:gd name="connsiteX181" fmla="*/ 1763025 w 2912392"/>
                <a:gd name="connsiteY181" fmla="*/ 29105 h 300280"/>
                <a:gd name="connsiteX182" fmla="*/ 1772769 w 2912392"/>
                <a:gd name="connsiteY182" fmla="*/ 28473 h 300280"/>
                <a:gd name="connsiteX183" fmla="*/ 1782498 w 2912392"/>
                <a:gd name="connsiteY183" fmla="*/ 27861 h 300280"/>
                <a:gd name="connsiteX184" fmla="*/ 1792242 w 2912392"/>
                <a:gd name="connsiteY184" fmla="*/ 27270 h 300280"/>
                <a:gd name="connsiteX185" fmla="*/ 1801986 w 2912392"/>
                <a:gd name="connsiteY185" fmla="*/ 26699 h 300280"/>
                <a:gd name="connsiteX186" fmla="*/ 1811730 w 2912392"/>
                <a:gd name="connsiteY186" fmla="*/ 26149 h 300280"/>
                <a:gd name="connsiteX187" fmla="*/ 1821459 w 2912392"/>
                <a:gd name="connsiteY187" fmla="*/ 25619 h 300280"/>
                <a:gd name="connsiteX188" fmla="*/ 1831203 w 2912392"/>
                <a:gd name="connsiteY188" fmla="*/ 25109 h 300280"/>
                <a:gd name="connsiteX189" fmla="*/ 1840947 w 2912392"/>
                <a:gd name="connsiteY189" fmla="*/ 24622 h 300280"/>
                <a:gd name="connsiteX190" fmla="*/ 1850691 w 2912392"/>
                <a:gd name="connsiteY190" fmla="*/ 24156 h 300280"/>
                <a:gd name="connsiteX191" fmla="*/ 1860435 w 2912392"/>
                <a:gd name="connsiteY191" fmla="*/ 23712 h 300280"/>
                <a:gd name="connsiteX192" fmla="*/ 1870164 w 2912392"/>
                <a:gd name="connsiteY192" fmla="*/ 23290 h 300280"/>
                <a:gd name="connsiteX193" fmla="*/ 1879908 w 2912392"/>
                <a:gd name="connsiteY193" fmla="*/ 22892 h 300280"/>
                <a:gd name="connsiteX194" fmla="*/ 1889652 w 2912392"/>
                <a:gd name="connsiteY194" fmla="*/ 22520 h 300280"/>
                <a:gd name="connsiteX195" fmla="*/ 1899395 w 2912392"/>
                <a:gd name="connsiteY195" fmla="*/ 22173 h 300280"/>
                <a:gd name="connsiteX196" fmla="*/ 1909124 w 2912392"/>
                <a:gd name="connsiteY196" fmla="*/ 21854 h 300280"/>
                <a:gd name="connsiteX197" fmla="*/ 1918868 w 2912392"/>
                <a:gd name="connsiteY197" fmla="*/ 21562 h 300280"/>
                <a:gd name="connsiteX198" fmla="*/ 1928612 w 2912392"/>
                <a:gd name="connsiteY198" fmla="*/ 21300 h 300280"/>
                <a:gd name="connsiteX199" fmla="*/ 1938356 w 2912392"/>
                <a:gd name="connsiteY199" fmla="*/ 21069 h 300280"/>
                <a:gd name="connsiteX200" fmla="*/ 1948085 w 2912392"/>
                <a:gd name="connsiteY200" fmla="*/ 20870 h 300280"/>
                <a:gd name="connsiteX201" fmla="*/ 1957829 w 2912392"/>
                <a:gd name="connsiteY201" fmla="*/ 20708 h 300280"/>
                <a:gd name="connsiteX202" fmla="*/ 1967573 w 2912392"/>
                <a:gd name="connsiteY202" fmla="*/ 20581 h 300280"/>
                <a:gd name="connsiteX203" fmla="*/ 1977317 w 2912392"/>
                <a:gd name="connsiteY203" fmla="*/ 20494 h 300280"/>
                <a:gd name="connsiteX204" fmla="*/ 1987046 w 2912392"/>
                <a:gd name="connsiteY204" fmla="*/ 20446 h 300280"/>
                <a:gd name="connsiteX205" fmla="*/ 1996790 w 2912392"/>
                <a:gd name="connsiteY205" fmla="*/ 20441 h 300280"/>
                <a:gd name="connsiteX206" fmla="*/ 2006534 w 2912392"/>
                <a:gd name="connsiteY206" fmla="*/ 20483 h 300280"/>
                <a:gd name="connsiteX207" fmla="*/ 2016278 w 2912392"/>
                <a:gd name="connsiteY207" fmla="*/ 20571 h 300280"/>
                <a:gd name="connsiteX208" fmla="*/ 2026022 w 2912392"/>
                <a:gd name="connsiteY208" fmla="*/ 20708 h 300280"/>
                <a:gd name="connsiteX209" fmla="*/ 2035751 w 2912392"/>
                <a:gd name="connsiteY209" fmla="*/ 20899 h 300280"/>
                <a:gd name="connsiteX210" fmla="*/ 2045495 w 2912392"/>
                <a:gd name="connsiteY210" fmla="*/ 21143 h 300280"/>
                <a:gd name="connsiteX211" fmla="*/ 2055239 w 2912392"/>
                <a:gd name="connsiteY211" fmla="*/ 21444 h 300280"/>
                <a:gd name="connsiteX212" fmla="*/ 2064983 w 2912392"/>
                <a:gd name="connsiteY212" fmla="*/ 21805 h 300280"/>
                <a:gd name="connsiteX213" fmla="*/ 2074712 w 2912392"/>
                <a:gd name="connsiteY213" fmla="*/ 22225 h 300280"/>
                <a:gd name="connsiteX214" fmla="*/ 2084456 w 2912392"/>
                <a:gd name="connsiteY214" fmla="*/ 22710 h 300280"/>
                <a:gd name="connsiteX215" fmla="*/ 2094200 w 2912392"/>
                <a:gd name="connsiteY215" fmla="*/ 23260 h 300280"/>
                <a:gd name="connsiteX216" fmla="*/ 2103944 w 2912392"/>
                <a:gd name="connsiteY216" fmla="*/ 23879 h 300280"/>
                <a:gd name="connsiteX217" fmla="*/ 2113673 w 2912392"/>
                <a:gd name="connsiteY217" fmla="*/ 24567 h 300280"/>
                <a:gd name="connsiteX218" fmla="*/ 2123417 w 2912392"/>
                <a:gd name="connsiteY218" fmla="*/ 25325 h 300280"/>
                <a:gd name="connsiteX219" fmla="*/ 2133161 w 2912392"/>
                <a:gd name="connsiteY219" fmla="*/ 26158 h 300280"/>
                <a:gd name="connsiteX220" fmla="*/ 2142905 w 2912392"/>
                <a:gd name="connsiteY220" fmla="*/ 27064 h 300280"/>
                <a:gd name="connsiteX221" fmla="*/ 2152649 w 2912392"/>
                <a:gd name="connsiteY221" fmla="*/ 28044 h 300280"/>
                <a:gd name="connsiteX222" fmla="*/ 2162377 w 2912392"/>
                <a:gd name="connsiteY222" fmla="*/ 29102 h 300280"/>
                <a:gd name="connsiteX223" fmla="*/ 2172121 w 2912392"/>
                <a:gd name="connsiteY223" fmla="*/ 30237 h 300280"/>
                <a:gd name="connsiteX224" fmla="*/ 2181865 w 2912392"/>
                <a:gd name="connsiteY224" fmla="*/ 31449 h 300280"/>
                <a:gd name="connsiteX225" fmla="*/ 2191609 w 2912392"/>
                <a:gd name="connsiteY225" fmla="*/ 32739 h 300280"/>
                <a:gd name="connsiteX226" fmla="*/ 2201338 w 2912392"/>
                <a:gd name="connsiteY226" fmla="*/ 34105 h 300280"/>
                <a:gd name="connsiteX227" fmla="*/ 2211082 w 2912392"/>
                <a:gd name="connsiteY227" fmla="*/ 35550 h 300280"/>
                <a:gd name="connsiteX228" fmla="*/ 2220826 w 2912392"/>
                <a:gd name="connsiteY228" fmla="*/ 37070 h 300280"/>
                <a:gd name="connsiteX229" fmla="*/ 2230570 w 2912392"/>
                <a:gd name="connsiteY229" fmla="*/ 38664 h 300280"/>
                <a:gd name="connsiteX230" fmla="*/ 2240299 w 2912392"/>
                <a:gd name="connsiteY230" fmla="*/ 40333 h 300280"/>
                <a:gd name="connsiteX231" fmla="*/ 2250043 w 2912392"/>
                <a:gd name="connsiteY231" fmla="*/ 42073 h 300280"/>
                <a:gd name="connsiteX232" fmla="*/ 2259787 w 2912392"/>
                <a:gd name="connsiteY232" fmla="*/ 43884 h 300280"/>
                <a:gd name="connsiteX233" fmla="*/ 2269531 w 2912392"/>
                <a:gd name="connsiteY233" fmla="*/ 45759 h 300280"/>
                <a:gd name="connsiteX234" fmla="*/ 2279260 w 2912392"/>
                <a:gd name="connsiteY234" fmla="*/ 47699 h 300280"/>
                <a:gd name="connsiteX235" fmla="*/ 2289004 w 2912392"/>
                <a:gd name="connsiteY235" fmla="*/ 49700 h 300280"/>
                <a:gd name="connsiteX236" fmla="*/ 2298748 w 2912392"/>
                <a:gd name="connsiteY236" fmla="*/ 51756 h 300280"/>
                <a:gd name="connsiteX237" fmla="*/ 2308492 w 2912392"/>
                <a:gd name="connsiteY237" fmla="*/ 53866 h 300280"/>
                <a:gd name="connsiteX238" fmla="*/ 2318236 w 2912392"/>
                <a:gd name="connsiteY238" fmla="*/ 56022 h 300280"/>
                <a:gd name="connsiteX239" fmla="*/ 2327965 w 2912392"/>
                <a:gd name="connsiteY239" fmla="*/ 58221 h 300280"/>
                <a:gd name="connsiteX240" fmla="*/ 2337709 w 2912392"/>
                <a:gd name="connsiteY240" fmla="*/ 60459 h 300280"/>
                <a:gd name="connsiteX241" fmla="*/ 2347453 w 2912392"/>
                <a:gd name="connsiteY241" fmla="*/ 62726 h 300280"/>
                <a:gd name="connsiteX242" fmla="*/ 2357197 w 2912392"/>
                <a:gd name="connsiteY242" fmla="*/ 65019 h 300280"/>
                <a:gd name="connsiteX243" fmla="*/ 2366926 w 2912392"/>
                <a:gd name="connsiteY243" fmla="*/ 67332 h 300280"/>
                <a:gd name="connsiteX244" fmla="*/ 2376670 w 2912392"/>
                <a:gd name="connsiteY244" fmla="*/ 69656 h 300280"/>
                <a:gd name="connsiteX245" fmla="*/ 2386413 w 2912392"/>
                <a:gd name="connsiteY245" fmla="*/ 71986 h 300280"/>
                <a:gd name="connsiteX246" fmla="*/ 2396157 w 2912392"/>
                <a:gd name="connsiteY246" fmla="*/ 74312 h 300280"/>
                <a:gd name="connsiteX247" fmla="*/ 2405886 w 2912392"/>
                <a:gd name="connsiteY247" fmla="*/ 76628 h 300280"/>
                <a:gd name="connsiteX248" fmla="*/ 2415630 w 2912392"/>
                <a:gd name="connsiteY248" fmla="*/ 78927 h 300280"/>
                <a:gd name="connsiteX249" fmla="*/ 2425374 w 2912392"/>
                <a:gd name="connsiteY249" fmla="*/ 81201 h 300280"/>
                <a:gd name="connsiteX250" fmla="*/ 2435118 w 2912392"/>
                <a:gd name="connsiteY250" fmla="*/ 83439 h 300280"/>
                <a:gd name="connsiteX251" fmla="*/ 2444862 w 2912392"/>
                <a:gd name="connsiteY251" fmla="*/ 85633 h 300280"/>
                <a:gd name="connsiteX252" fmla="*/ 2454591 w 2912392"/>
                <a:gd name="connsiteY252" fmla="*/ 87774 h 300280"/>
                <a:gd name="connsiteX253" fmla="*/ 2464335 w 2912392"/>
                <a:gd name="connsiteY253" fmla="*/ 89856 h 300280"/>
                <a:gd name="connsiteX254" fmla="*/ 2474079 w 2912392"/>
                <a:gd name="connsiteY254" fmla="*/ 91869 h 300280"/>
                <a:gd name="connsiteX255" fmla="*/ 2483823 w 2912392"/>
                <a:gd name="connsiteY255" fmla="*/ 93801 h 300280"/>
                <a:gd name="connsiteX256" fmla="*/ 2493552 w 2912392"/>
                <a:gd name="connsiteY256" fmla="*/ 95644 h 300280"/>
                <a:gd name="connsiteX257" fmla="*/ 2503296 w 2912392"/>
                <a:gd name="connsiteY257" fmla="*/ 97392 h 300280"/>
                <a:gd name="connsiteX258" fmla="*/ 2513040 w 2912392"/>
                <a:gd name="connsiteY258" fmla="*/ 99032 h 300280"/>
                <a:gd name="connsiteX259" fmla="*/ 2522784 w 2912392"/>
                <a:gd name="connsiteY259" fmla="*/ 100558 h 300280"/>
                <a:gd name="connsiteX260" fmla="*/ 2532513 w 2912392"/>
                <a:gd name="connsiteY260" fmla="*/ 101960 h 300280"/>
                <a:gd name="connsiteX261" fmla="*/ 2542257 w 2912392"/>
                <a:gd name="connsiteY261" fmla="*/ 103228 h 300280"/>
                <a:gd name="connsiteX262" fmla="*/ 2552001 w 2912392"/>
                <a:gd name="connsiteY262" fmla="*/ 104354 h 300280"/>
                <a:gd name="connsiteX263" fmla="*/ 2561745 w 2912392"/>
                <a:gd name="connsiteY263" fmla="*/ 105331 h 300280"/>
                <a:gd name="connsiteX264" fmla="*/ 2571474 w 2912392"/>
                <a:gd name="connsiteY264" fmla="*/ 106149 h 300280"/>
                <a:gd name="connsiteX265" fmla="*/ 2581218 w 2912392"/>
                <a:gd name="connsiteY265" fmla="*/ 106800 h 300280"/>
                <a:gd name="connsiteX266" fmla="*/ 2590962 w 2912392"/>
                <a:gd name="connsiteY266" fmla="*/ 107279 h 300280"/>
                <a:gd name="connsiteX267" fmla="*/ 2600705 w 2912392"/>
                <a:gd name="connsiteY267" fmla="*/ 107574 h 300280"/>
                <a:gd name="connsiteX268" fmla="*/ 2610449 w 2912392"/>
                <a:gd name="connsiteY268" fmla="*/ 107681 h 300280"/>
                <a:gd name="connsiteX269" fmla="*/ 2620178 w 2912392"/>
                <a:gd name="connsiteY269" fmla="*/ 107593 h 300280"/>
                <a:gd name="connsiteX270" fmla="*/ 2629922 w 2912392"/>
                <a:gd name="connsiteY270" fmla="*/ 107304 h 300280"/>
                <a:gd name="connsiteX271" fmla="*/ 2639666 w 2912392"/>
                <a:gd name="connsiteY271" fmla="*/ 106806 h 300280"/>
                <a:gd name="connsiteX272" fmla="*/ 2649410 w 2912392"/>
                <a:gd name="connsiteY272" fmla="*/ 106097 h 300280"/>
                <a:gd name="connsiteX273" fmla="*/ 2659139 w 2912392"/>
                <a:gd name="connsiteY273" fmla="*/ 105169 h 300280"/>
                <a:gd name="connsiteX274" fmla="*/ 2668883 w 2912392"/>
                <a:gd name="connsiteY274" fmla="*/ 104017 h 300280"/>
                <a:gd name="connsiteX275" fmla="*/ 2678627 w 2912392"/>
                <a:gd name="connsiteY275" fmla="*/ 102641 h 300280"/>
                <a:gd name="connsiteX276" fmla="*/ 2688371 w 2912392"/>
                <a:gd name="connsiteY276" fmla="*/ 101033 h 300280"/>
                <a:gd name="connsiteX277" fmla="*/ 2698100 w 2912392"/>
                <a:gd name="connsiteY277" fmla="*/ 99191 h 300280"/>
                <a:gd name="connsiteX278" fmla="*/ 2707844 w 2912392"/>
                <a:gd name="connsiteY278" fmla="*/ 97113 h 300280"/>
                <a:gd name="connsiteX279" fmla="*/ 2717588 w 2912392"/>
                <a:gd name="connsiteY279" fmla="*/ 94799 h 300280"/>
                <a:gd name="connsiteX280" fmla="*/ 2727332 w 2912392"/>
                <a:gd name="connsiteY280" fmla="*/ 92244 h 300280"/>
                <a:gd name="connsiteX281" fmla="*/ 2737076 w 2912392"/>
                <a:gd name="connsiteY281" fmla="*/ 89449 h 300280"/>
                <a:gd name="connsiteX282" fmla="*/ 2746805 w 2912392"/>
                <a:gd name="connsiteY282" fmla="*/ 86413 h 300280"/>
                <a:gd name="connsiteX283" fmla="*/ 2756549 w 2912392"/>
                <a:gd name="connsiteY283" fmla="*/ 83135 h 300280"/>
                <a:gd name="connsiteX284" fmla="*/ 2766293 w 2912392"/>
                <a:gd name="connsiteY284" fmla="*/ 79617 h 300280"/>
                <a:gd name="connsiteX285" fmla="*/ 2776037 w 2912392"/>
                <a:gd name="connsiteY285" fmla="*/ 75861 h 300280"/>
                <a:gd name="connsiteX286" fmla="*/ 2785766 w 2912392"/>
                <a:gd name="connsiteY286" fmla="*/ 71868 h 300280"/>
                <a:gd name="connsiteX287" fmla="*/ 2795510 w 2912392"/>
                <a:gd name="connsiteY287" fmla="*/ 67638 h 300280"/>
                <a:gd name="connsiteX288" fmla="*/ 2805254 w 2912392"/>
                <a:gd name="connsiteY288" fmla="*/ 63178 h 300280"/>
                <a:gd name="connsiteX289" fmla="*/ 2814998 w 2912392"/>
                <a:gd name="connsiteY289" fmla="*/ 58487 h 300280"/>
                <a:gd name="connsiteX290" fmla="*/ 2824727 w 2912392"/>
                <a:gd name="connsiteY290" fmla="*/ 53572 h 300280"/>
                <a:gd name="connsiteX291" fmla="*/ 2834471 w 2912392"/>
                <a:gd name="connsiteY291" fmla="*/ 48434 h 300280"/>
                <a:gd name="connsiteX292" fmla="*/ 2844215 w 2912392"/>
                <a:gd name="connsiteY292" fmla="*/ 43080 h 300280"/>
                <a:gd name="connsiteX293" fmla="*/ 2853958 w 2912392"/>
                <a:gd name="connsiteY293" fmla="*/ 37514 h 300280"/>
                <a:gd name="connsiteX294" fmla="*/ 2863687 w 2912392"/>
                <a:gd name="connsiteY294" fmla="*/ 31742 h 300280"/>
                <a:gd name="connsiteX295" fmla="*/ 2873431 w 2912392"/>
                <a:gd name="connsiteY295" fmla="*/ 25769 h 300280"/>
                <a:gd name="connsiteX296" fmla="*/ 2883175 w 2912392"/>
                <a:gd name="connsiteY296" fmla="*/ 19601 h 300280"/>
                <a:gd name="connsiteX297" fmla="*/ 2892919 w 2912392"/>
                <a:gd name="connsiteY297" fmla="*/ 13247 h 300280"/>
                <a:gd name="connsiteX298" fmla="*/ 2902663 w 2912392"/>
                <a:gd name="connsiteY298" fmla="*/ 6711 h 300280"/>
                <a:gd name="connsiteX299" fmla="*/ 2912392 w 2912392"/>
                <a:gd name="connsiteY299" fmla="*/ 0 h 300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00280">
                  <a:moveTo>
                    <a:pt x="0" y="187235"/>
                  </a:moveTo>
                  <a:lnTo>
                    <a:pt x="9739" y="193727"/>
                  </a:lnTo>
                  <a:lnTo>
                    <a:pt x="19480" y="200119"/>
                  </a:lnTo>
                  <a:lnTo>
                    <a:pt x="29221" y="206399"/>
                  </a:lnTo>
                  <a:lnTo>
                    <a:pt x="38961" y="212556"/>
                  </a:lnTo>
                  <a:lnTo>
                    <a:pt x="48702" y="218580"/>
                  </a:lnTo>
                  <a:lnTo>
                    <a:pt x="58443" y="224456"/>
                  </a:lnTo>
                  <a:lnTo>
                    <a:pt x="68182" y="230177"/>
                  </a:lnTo>
                  <a:lnTo>
                    <a:pt x="77923" y="235729"/>
                  </a:lnTo>
                  <a:lnTo>
                    <a:pt x="87664" y="241104"/>
                  </a:lnTo>
                  <a:lnTo>
                    <a:pt x="97404" y="246291"/>
                  </a:lnTo>
                  <a:lnTo>
                    <a:pt x="107145" y="251282"/>
                  </a:lnTo>
                  <a:lnTo>
                    <a:pt x="116886" y="256064"/>
                  </a:lnTo>
                  <a:lnTo>
                    <a:pt x="126625" y="260635"/>
                  </a:lnTo>
                  <a:lnTo>
                    <a:pt x="136366" y="264983"/>
                  </a:lnTo>
                  <a:lnTo>
                    <a:pt x="146107" y="269101"/>
                  </a:lnTo>
                  <a:lnTo>
                    <a:pt x="155846" y="272982"/>
                  </a:lnTo>
                  <a:lnTo>
                    <a:pt x="165587" y="276622"/>
                  </a:lnTo>
                  <a:lnTo>
                    <a:pt x="175328" y="280013"/>
                  </a:lnTo>
                  <a:lnTo>
                    <a:pt x="185068" y="283152"/>
                  </a:lnTo>
                  <a:lnTo>
                    <a:pt x="194809" y="286035"/>
                  </a:lnTo>
                  <a:lnTo>
                    <a:pt x="204550" y="288657"/>
                  </a:lnTo>
                  <a:lnTo>
                    <a:pt x="214289" y="291016"/>
                  </a:lnTo>
                  <a:lnTo>
                    <a:pt x="224030" y="293109"/>
                  </a:lnTo>
                  <a:lnTo>
                    <a:pt x="233771" y="294934"/>
                  </a:lnTo>
                  <a:lnTo>
                    <a:pt x="243510" y="296493"/>
                  </a:lnTo>
                  <a:lnTo>
                    <a:pt x="253251" y="297781"/>
                  </a:lnTo>
                  <a:lnTo>
                    <a:pt x="262992" y="298805"/>
                  </a:lnTo>
                  <a:lnTo>
                    <a:pt x="272732" y="299560"/>
                  </a:lnTo>
                  <a:lnTo>
                    <a:pt x="282473" y="300051"/>
                  </a:lnTo>
                  <a:lnTo>
                    <a:pt x="292214" y="300280"/>
                  </a:lnTo>
                  <a:lnTo>
                    <a:pt x="301953" y="300249"/>
                  </a:lnTo>
                  <a:lnTo>
                    <a:pt x="311694" y="299964"/>
                  </a:lnTo>
                  <a:lnTo>
                    <a:pt x="321435" y="299426"/>
                  </a:lnTo>
                  <a:lnTo>
                    <a:pt x="331175" y="298644"/>
                  </a:lnTo>
                  <a:lnTo>
                    <a:pt x="340916" y="297621"/>
                  </a:lnTo>
                  <a:lnTo>
                    <a:pt x="350656" y="296363"/>
                  </a:lnTo>
                  <a:lnTo>
                    <a:pt x="360396" y="294878"/>
                  </a:lnTo>
                  <a:lnTo>
                    <a:pt x="370137" y="293170"/>
                  </a:lnTo>
                  <a:lnTo>
                    <a:pt x="379878" y="291250"/>
                  </a:lnTo>
                  <a:lnTo>
                    <a:pt x="389617" y="289125"/>
                  </a:lnTo>
                  <a:lnTo>
                    <a:pt x="399358" y="286802"/>
                  </a:lnTo>
                  <a:lnTo>
                    <a:pt x="409099" y="284292"/>
                  </a:lnTo>
                  <a:lnTo>
                    <a:pt x="418839" y="281603"/>
                  </a:lnTo>
                  <a:lnTo>
                    <a:pt x="428580" y="278744"/>
                  </a:lnTo>
                  <a:lnTo>
                    <a:pt x="438321" y="275725"/>
                  </a:lnTo>
                  <a:lnTo>
                    <a:pt x="448060" y="272556"/>
                  </a:lnTo>
                  <a:lnTo>
                    <a:pt x="457801" y="269247"/>
                  </a:lnTo>
                  <a:lnTo>
                    <a:pt x="467542" y="265810"/>
                  </a:lnTo>
                  <a:lnTo>
                    <a:pt x="477281" y="262253"/>
                  </a:lnTo>
                  <a:lnTo>
                    <a:pt x="487022" y="258588"/>
                  </a:lnTo>
                  <a:lnTo>
                    <a:pt x="496763" y="254825"/>
                  </a:lnTo>
                  <a:lnTo>
                    <a:pt x="506503" y="250975"/>
                  </a:lnTo>
                  <a:lnTo>
                    <a:pt x="516244" y="247047"/>
                  </a:lnTo>
                  <a:lnTo>
                    <a:pt x="525985" y="243056"/>
                  </a:lnTo>
                  <a:lnTo>
                    <a:pt x="535724" y="239008"/>
                  </a:lnTo>
                  <a:lnTo>
                    <a:pt x="545465" y="234915"/>
                  </a:lnTo>
                  <a:lnTo>
                    <a:pt x="555206" y="230788"/>
                  </a:lnTo>
                  <a:lnTo>
                    <a:pt x="564946" y="226636"/>
                  </a:lnTo>
                  <a:lnTo>
                    <a:pt x="574687" y="222469"/>
                  </a:lnTo>
                  <a:lnTo>
                    <a:pt x="584428" y="218297"/>
                  </a:lnTo>
                  <a:lnTo>
                    <a:pt x="594167" y="214128"/>
                  </a:lnTo>
                  <a:lnTo>
                    <a:pt x="603908" y="209974"/>
                  </a:lnTo>
                  <a:lnTo>
                    <a:pt x="613649" y="205841"/>
                  </a:lnTo>
                  <a:lnTo>
                    <a:pt x="623388" y="201738"/>
                  </a:lnTo>
                  <a:lnTo>
                    <a:pt x="633129" y="197674"/>
                  </a:lnTo>
                  <a:lnTo>
                    <a:pt x="642870" y="193654"/>
                  </a:lnTo>
                  <a:lnTo>
                    <a:pt x="652610" y="189688"/>
                  </a:lnTo>
                  <a:lnTo>
                    <a:pt x="662351" y="185783"/>
                  </a:lnTo>
                  <a:lnTo>
                    <a:pt x="672092" y="181942"/>
                  </a:lnTo>
                  <a:lnTo>
                    <a:pt x="681831" y="178174"/>
                  </a:lnTo>
                  <a:lnTo>
                    <a:pt x="691572" y="174484"/>
                  </a:lnTo>
                  <a:lnTo>
                    <a:pt x="701313" y="170875"/>
                  </a:lnTo>
                  <a:lnTo>
                    <a:pt x="711052" y="167353"/>
                  </a:lnTo>
                  <a:lnTo>
                    <a:pt x="720793" y="163922"/>
                  </a:lnTo>
                  <a:lnTo>
                    <a:pt x="730534" y="160586"/>
                  </a:lnTo>
                  <a:lnTo>
                    <a:pt x="740274" y="157345"/>
                  </a:lnTo>
                  <a:lnTo>
                    <a:pt x="750015" y="154206"/>
                  </a:lnTo>
                  <a:lnTo>
                    <a:pt x="759756" y="151168"/>
                  </a:lnTo>
                  <a:lnTo>
                    <a:pt x="769495" y="148233"/>
                  </a:lnTo>
                  <a:lnTo>
                    <a:pt x="779236" y="145404"/>
                  </a:lnTo>
                  <a:lnTo>
                    <a:pt x="788977" y="142679"/>
                  </a:lnTo>
                  <a:lnTo>
                    <a:pt x="798717" y="140059"/>
                  </a:lnTo>
                  <a:lnTo>
                    <a:pt x="808458" y="137544"/>
                  </a:lnTo>
                  <a:lnTo>
                    <a:pt x="818199" y="135135"/>
                  </a:lnTo>
                  <a:lnTo>
                    <a:pt x="827938" y="132830"/>
                  </a:lnTo>
                  <a:lnTo>
                    <a:pt x="837679" y="130627"/>
                  </a:lnTo>
                  <a:lnTo>
                    <a:pt x="847420" y="128525"/>
                  </a:lnTo>
                  <a:lnTo>
                    <a:pt x="857159" y="126521"/>
                  </a:lnTo>
                  <a:lnTo>
                    <a:pt x="866900" y="124612"/>
                  </a:lnTo>
                  <a:lnTo>
                    <a:pt x="876641" y="122797"/>
                  </a:lnTo>
                  <a:lnTo>
                    <a:pt x="886381" y="121074"/>
                  </a:lnTo>
                  <a:lnTo>
                    <a:pt x="896122" y="119436"/>
                  </a:lnTo>
                  <a:lnTo>
                    <a:pt x="905863" y="117884"/>
                  </a:lnTo>
                  <a:lnTo>
                    <a:pt x="915602" y="116410"/>
                  </a:lnTo>
                  <a:lnTo>
                    <a:pt x="925343" y="115014"/>
                  </a:lnTo>
                  <a:lnTo>
                    <a:pt x="935084" y="113690"/>
                  </a:lnTo>
                  <a:lnTo>
                    <a:pt x="944824" y="112432"/>
                  </a:lnTo>
                  <a:lnTo>
                    <a:pt x="954564" y="111240"/>
                  </a:lnTo>
                  <a:lnTo>
                    <a:pt x="964305" y="110107"/>
                  </a:lnTo>
                  <a:lnTo>
                    <a:pt x="974045" y="109028"/>
                  </a:lnTo>
                  <a:lnTo>
                    <a:pt x="983786" y="108000"/>
                  </a:lnTo>
                  <a:lnTo>
                    <a:pt x="993522" y="107019"/>
                  </a:lnTo>
                  <a:lnTo>
                    <a:pt x="1003266" y="106079"/>
                  </a:lnTo>
                  <a:lnTo>
                    <a:pt x="1013010" y="105176"/>
                  </a:lnTo>
                  <a:lnTo>
                    <a:pt x="1022754" y="104306"/>
                  </a:lnTo>
                  <a:lnTo>
                    <a:pt x="1032483" y="103465"/>
                  </a:lnTo>
                  <a:lnTo>
                    <a:pt x="1042227" y="102648"/>
                  </a:lnTo>
                  <a:lnTo>
                    <a:pt x="1051971" y="101851"/>
                  </a:lnTo>
                  <a:lnTo>
                    <a:pt x="1061715" y="101070"/>
                  </a:lnTo>
                  <a:lnTo>
                    <a:pt x="1071444" y="100301"/>
                  </a:lnTo>
                  <a:lnTo>
                    <a:pt x="1081188" y="99543"/>
                  </a:lnTo>
                  <a:lnTo>
                    <a:pt x="1090932" y="98788"/>
                  </a:lnTo>
                  <a:lnTo>
                    <a:pt x="1100676" y="98035"/>
                  </a:lnTo>
                  <a:lnTo>
                    <a:pt x="1110405" y="97280"/>
                  </a:lnTo>
                  <a:lnTo>
                    <a:pt x="1120149" y="96522"/>
                  </a:lnTo>
                  <a:lnTo>
                    <a:pt x="1129893" y="95754"/>
                  </a:lnTo>
                  <a:lnTo>
                    <a:pt x="1139637" y="94978"/>
                  </a:lnTo>
                  <a:lnTo>
                    <a:pt x="1149381" y="94190"/>
                  </a:lnTo>
                  <a:lnTo>
                    <a:pt x="1159110" y="93387"/>
                  </a:lnTo>
                  <a:lnTo>
                    <a:pt x="1168854" y="92569"/>
                  </a:lnTo>
                  <a:lnTo>
                    <a:pt x="1178598" y="91732"/>
                  </a:lnTo>
                  <a:lnTo>
                    <a:pt x="1188341" y="90875"/>
                  </a:lnTo>
                  <a:lnTo>
                    <a:pt x="1198070" y="89999"/>
                  </a:lnTo>
                  <a:lnTo>
                    <a:pt x="1207814" y="89100"/>
                  </a:lnTo>
                  <a:lnTo>
                    <a:pt x="1217558" y="88178"/>
                  </a:lnTo>
                  <a:lnTo>
                    <a:pt x="1227302" y="87235"/>
                  </a:lnTo>
                  <a:lnTo>
                    <a:pt x="1237031" y="86268"/>
                  </a:lnTo>
                  <a:lnTo>
                    <a:pt x="1246775" y="85277"/>
                  </a:lnTo>
                  <a:lnTo>
                    <a:pt x="1256519" y="84263"/>
                  </a:lnTo>
                  <a:lnTo>
                    <a:pt x="1266263" y="83226"/>
                  </a:lnTo>
                  <a:lnTo>
                    <a:pt x="1276007" y="82166"/>
                  </a:lnTo>
                  <a:lnTo>
                    <a:pt x="1285736" y="81085"/>
                  </a:lnTo>
                  <a:lnTo>
                    <a:pt x="1295480" y="79981"/>
                  </a:lnTo>
                  <a:lnTo>
                    <a:pt x="1305224" y="78857"/>
                  </a:lnTo>
                  <a:lnTo>
                    <a:pt x="1314968" y="77715"/>
                  </a:lnTo>
                  <a:lnTo>
                    <a:pt x="1324697" y="76552"/>
                  </a:lnTo>
                  <a:lnTo>
                    <a:pt x="1334441" y="75375"/>
                  </a:lnTo>
                  <a:lnTo>
                    <a:pt x="1344185" y="74182"/>
                  </a:lnTo>
                  <a:lnTo>
                    <a:pt x="1353929" y="72974"/>
                  </a:lnTo>
                  <a:lnTo>
                    <a:pt x="1363658" y="71755"/>
                  </a:lnTo>
                  <a:lnTo>
                    <a:pt x="1373402" y="70524"/>
                  </a:lnTo>
                  <a:lnTo>
                    <a:pt x="1383146" y="69285"/>
                  </a:lnTo>
                  <a:lnTo>
                    <a:pt x="1392890" y="68038"/>
                  </a:lnTo>
                  <a:lnTo>
                    <a:pt x="1402619" y="66786"/>
                  </a:lnTo>
                  <a:lnTo>
                    <a:pt x="1412363" y="65532"/>
                  </a:lnTo>
                  <a:lnTo>
                    <a:pt x="1422106" y="64274"/>
                  </a:lnTo>
                  <a:lnTo>
                    <a:pt x="1431850" y="63017"/>
                  </a:lnTo>
                  <a:lnTo>
                    <a:pt x="1441594" y="61761"/>
                  </a:lnTo>
                  <a:lnTo>
                    <a:pt x="1451323" y="60509"/>
                  </a:lnTo>
                  <a:lnTo>
                    <a:pt x="1461067" y="59262"/>
                  </a:lnTo>
                  <a:lnTo>
                    <a:pt x="1470811" y="58023"/>
                  </a:lnTo>
                  <a:lnTo>
                    <a:pt x="1480555" y="56792"/>
                  </a:lnTo>
                  <a:lnTo>
                    <a:pt x="1490284" y="55572"/>
                  </a:lnTo>
                  <a:lnTo>
                    <a:pt x="1500028" y="54362"/>
                  </a:lnTo>
                  <a:lnTo>
                    <a:pt x="1509772" y="53167"/>
                  </a:lnTo>
                  <a:lnTo>
                    <a:pt x="1519516" y="51986"/>
                  </a:lnTo>
                  <a:lnTo>
                    <a:pt x="1529245" y="50819"/>
                  </a:lnTo>
                  <a:lnTo>
                    <a:pt x="1538989" y="49670"/>
                  </a:lnTo>
                  <a:lnTo>
                    <a:pt x="1548733" y="48538"/>
                  </a:lnTo>
                  <a:lnTo>
                    <a:pt x="1558477" y="47425"/>
                  </a:lnTo>
                  <a:lnTo>
                    <a:pt x="1568221" y="46333"/>
                  </a:lnTo>
                  <a:lnTo>
                    <a:pt x="1577950" y="45260"/>
                  </a:lnTo>
                  <a:lnTo>
                    <a:pt x="1587694" y="44208"/>
                  </a:lnTo>
                  <a:lnTo>
                    <a:pt x="1597438" y="43179"/>
                  </a:lnTo>
                  <a:lnTo>
                    <a:pt x="1607182" y="42170"/>
                  </a:lnTo>
                  <a:lnTo>
                    <a:pt x="1616911" y="41184"/>
                  </a:lnTo>
                  <a:lnTo>
                    <a:pt x="1626655" y="40221"/>
                  </a:lnTo>
                  <a:lnTo>
                    <a:pt x="1636399" y="39281"/>
                  </a:lnTo>
                  <a:lnTo>
                    <a:pt x="1646142" y="38363"/>
                  </a:lnTo>
                  <a:lnTo>
                    <a:pt x="1655872" y="37469"/>
                  </a:lnTo>
                  <a:lnTo>
                    <a:pt x="1665616" y="36598"/>
                  </a:lnTo>
                  <a:lnTo>
                    <a:pt x="1675359" y="35750"/>
                  </a:lnTo>
                  <a:lnTo>
                    <a:pt x="1685103" y="34923"/>
                  </a:lnTo>
                  <a:lnTo>
                    <a:pt x="1694832" y="34120"/>
                  </a:lnTo>
                  <a:lnTo>
                    <a:pt x="1704576" y="33339"/>
                  </a:lnTo>
                  <a:lnTo>
                    <a:pt x="1714320" y="32580"/>
                  </a:lnTo>
                  <a:lnTo>
                    <a:pt x="1724064" y="31844"/>
                  </a:lnTo>
                  <a:lnTo>
                    <a:pt x="1733808" y="31127"/>
                  </a:lnTo>
                  <a:lnTo>
                    <a:pt x="1743537" y="30433"/>
                  </a:lnTo>
                  <a:lnTo>
                    <a:pt x="1753281" y="29759"/>
                  </a:lnTo>
                  <a:lnTo>
                    <a:pt x="1763025" y="29105"/>
                  </a:lnTo>
                  <a:lnTo>
                    <a:pt x="1772769" y="28473"/>
                  </a:lnTo>
                  <a:lnTo>
                    <a:pt x="1782498" y="27861"/>
                  </a:lnTo>
                  <a:lnTo>
                    <a:pt x="1792242" y="27270"/>
                  </a:lnTo>
                  <a:lnTo>
                    <a:pt x="1801986" y="26699"/>
                  </a:lnTo>
                  <a:lnTo>
                    <a:pt x="1811730" y="26149"/>
                  </a:lnTo>
                  <a:lnTo>
                    <a:pt x="1821459" y="25619"/>
                  </a:lnTo>
                  <a:lnTo>
                    <a:pt x="1831203" y="25109"/>
                  </a:lnTo>
                  <a:lnTo>
                    <a:pt x="1840947" y="24622"/>
                  </a:lnTo>
                  <a:lnTo>
                    <a:pt x="1850691" y="24156"/>
                  </a:lnTo>
                  <a:lnTo>
                    <a:pt x="1860435" y="23712"/>
                  </a:lnTo>
                  <a:lnTo>
                    <a:pt x="1870164" y="23290"/>
                  </a:lnTo>
                  <a:lnTo>
                    <a:pt x="1879908" y="22892"/>
                  </a:lnTo>
                  <a:lnTo>
                    <a:pt x="1889652" y="22520"/>
                  </a:lnTo>
                  <a:lnTo>
                    <a:pt x="1899395" y="22173"/>
                  </a:lnTo>
                  <a:lnTo>
                    <a:pt x="1909124" y="21854"/>
                  </a:lnTo>
                  <a:lnTo>
                    <a:pt x="1918868" y="21562"/>
                  </a:lnTo>
                  <a:lnTo>
                    <a:pt x="1928612" y="21300"/>
                  </a:lnTo>
                  <a:lnTo>
                    <a:pt x="1938356" y="21069"/>
                  </a:lnTo>
                  <a:lnTo>
                    <a:pt x="1948085" y="20870"/>
                  </a:lnTo>
                  <a:lnTo>
                    <a:pt x="1957829" y="20708"/>
                  </a:lnTo>
                  <a:lnTo>
                    <a:pt x="1967573" y="20581"/>
                  </a:lnTo>
                  <a:lnTo>
                    <a:pt x="1977317" y="20494"/>
                  </a:lnTo>
                  <a:lnTo>
                    <a:pt x="1987046" y="20446"/>
                  </a:lnTo>
                  <a:lnTo>
                    <a:pt x="1996790" y="20441"/>
                  </a:lnTo>
                  <a:lnTo>
                    <a:pt x="2006534" y="20483"/>
                  </a:lnTo>
                  <a:lnTo>
                    <a:pt x="2016278" y="20571"/>
                  </a:lnTo>
                  <a:lnTo>
                    <a:pt x="2026022" y="20708"/>
                  </a:lnTo>
                  <a:lnTo>
                    <a:pt x="2035751" y="20899"/>
                  </a:lnTo>
                  <a:lnTo>
                    <a:pt x="2045495" y="21143"/>
                  </a:lnTo>
                  <a:lnTo>
                    <a:pt x="2055239" y="21444"/>
                  </a:lnTo>
                  <a:lnTo>
                    <a:pt x="2064983" y="21805"/>
                  </a:lnTo>
                  <a:lnTo>
                    <a:pt x="2074712" y="22225"/>
                  </a:lnTo>
                  <a:lnTo>
                    <a:pt x="2084456" y="22710"/>
                  </a:lnTo>
                  <a:lnTo>
                    <a:pt x="2094200" y="23260"/>
                  </a:lnTo>
                  <a:lnTo>
                    <a:pt x="2103944" y="23879"/>
                  </a:lnTo>
                  <a:lnTo>
                    <a:pt x="2113673" y="24567"/>
                  </a:lnTo>
                  <a:lnTo>
                    <a:pt x="2123417" y="25325"/>
                  </a:lnTo>
                  <a:lnTo>
                    <a:pt x="2133161" y="26158"/>
                  </a:lnTo>
                  <a:lnTo>
                    <a:pt x="2142905" y="27064"/>
                  </a:lnTo>
                  <a:lnTo>
                    <a:pt x="2152649" y="28044"/>
                  </a:lnTo>
                  <a:lnTo>
                    <a:pt x="2162377" y="29102"/>
                  </a:lnTo>
                  <a:lnTo>
                    <a:pt x="2172121" y="30237"/>
                  </a:lnTo>
                  <a:lnTo>
                    <a:pt x="2181865" y="31449"/>
                  </a:lnTo>
                  <a:lnTo>
                    <a:pt x="2191609" y="32739"/>
                  </a:lnTo>
                  <a:lnTo>
                    <a:pt x="2201338" y="34105"/>
                  </a:lnTo>
                  <a:lnTo>
                    <a:pt x="2211082" y="35550"/>
                  </a:lnTo>
                  <a:lnTo>
                    <a:pt x="2220826" y="37070"/>
                  </a:lnTo>
                  <a:lnTo>
                    <a:pt x="2230570" y="38664"/>
                  </a:lnTo>
                  <a:lnTo>
                    <a:pt x="2240299" y="40333"/>
                  </a:lnTo>
                  <a:lnTo>
                    <a:pt x="2250043" y="42073"/>
                  </a:lnTo>
                  <a:lnTo>
                    <a:pt x="2259787" y="43884"/>
                  </a:lnTo>
                  <a:lnTo>
                    <a:pt x="2269531" y="45759"/>
                  </a:lnTo>
                  <a:lnTo>
                    <a:pt x="2279260" y="47699"/>
                  </a:lnTo>
                  <a:lnTo>
                    <a:pt x="2289004" y="49700"/>
                  </a:lnTo>
                  <a:lnTo>
                    <a:pt x="2298748" y="51756"/>
                  </a:lnTo>
                  <a:lnTo>
                    <a:pt x="2308492" y="53866"/>
                  </a:lnTo>
                  <a:lnTo>
                    <a:pt x="2318236" y="56022"/>
                  </a:lnTo>
                  <a:lnTo>
                    <a:pt x="2327965" y="58221"/>
                  </a:lnTo>
                  <a:lnTo>
                    <a:pt x="2337709" y="60459"/>
                  </a:lnTo>
                  <a:lnTo>
                    <a:pt x="2347453" y="62726"/>
                  </a:lnTo>
                  <a:lnTo>
                    <a:pt x="2357197" y="65019"/>
                  </a:lnTo>
                  <a:lnTo>
                    <a:pt x="2366926" y="67332"/>
                  </a:lnTo>
                  <a:lnTo>
                    <a:pt x="2376670" y="69656"/>
                  </a:lnTo>
                  <a:lnTo>
                    <a:pt x="2386413" y="71986"/>
                  </a:lnTo>
                  <a:lnTo>
                    <a:pt x="2396157" y="74312"/>
                  </a:lnTo>
                  <a:lnTo>
                    <a:pt x="2405886" y="76628"/>
                  </a:lnTo>
                  <a:lnTo>
                    <a:pt x="2415630" y="78927"/>
                  </a:lnTo>
                  <a:lnTo>
                    <a:pt x="2425374" y="81201"/>
                  </a:lnTo>
                  <a:lnTo>
                    <a:pt x="2435118" y="83439"/>
                  </a:lnTo>
                  <a:lnTo>
                    <a:pt x="2444862" y="85633"/>
                  </a:lnTo>
                  <a:lnTo>
                    <a:pt x="2454591" y="87774"/>
                  </a:lnTo>
                  <a:lnTo>
                    <a:pt x="2464335" y="89856"/>
                  </a:lnTo>
                  <a:lnTo>
                    <a:pt x="2474079" y="91869"/>
                  </a:lnTo>
                  <a:lnTo>
                    <a:pt x="2483823" y="93801"/>
                  </a:lnTo>
                  <a:lnTo>
                    <a:pt x="2493552" y="95644"/>
                  </a:lnTo>
                  <a:lnTo>
                    <a:pt x="2503296" y="97392"/>
                  </a:lnTo>
                  <a:lnTo>
                    <a:pt x="2513040" y="99032"/>
                  </a:lnTo>
                  <a:lnTo>
                    <a:pt x="2522784" y="100558"/>
                  </a:lnTo>
                  <a:lnTo>
                    <a:pt x="2532513" y="101960"/>
                  </a:lnTo>
                  <a:lnTo>
                    <a:pt x="2542257" y="103228"/>
                  </a:lnTo>
                  <a:lnTo>
                    <a:pt x="2552001" y="104354"/>
                  </a:lnTo>
                  <a:lnTo>
                    <a:pt x="2561745" y="105331"/>
                  </a:lnTo>
                  <a:lnTo>
                    <a:pt x="2571474" y="106149"/>
                  </a:lnTo>
                  <a:lnTo>
                    <a:pt x="2581218" y="106800"/>
                  </a:lnTo>
                  <a:lnTo>
                    <a:pt x="2590962" y="107279"/>
                  </a:lnTo>
                  <a:lnTo>
                    <a:pt x="2600705" y="107574"/>
                  </a:lnTo>
                  <a:lnTo>
                    <a:pt x="2610449" y="107681"/>
                  </a:lnTo>
                  <a:lnTo>
                    <a:pt x="2620178" y="107593"/>
                  </a:lnTo>
                  <a:lnTo>
                    <a:pt x="2629922" y="107304"/>
                  </a:lnTo>
                  <a:lnTo>
                    <a:pt x="2639666" y="106806"/>
                  </a:lnTo>
                  <a:lnTo>
                    <a:pt x="2649410" y="106097"/>
                  </a:lnTo>
                  <a:lnTo>
                    <a:pt x="2659139" y="105169"/>
                  </a:lnTo>
                  <a:lnTo>
                    <a:pt x="2668883" y="104017"/>
                  </a:lnTo>
                  <a:lnTo>
                    <a:pt x="2678627" y="102641"/>
                  </a:lnTo>
                  <a:lnTo>
                    <a:pt x="2688371" y="101033"/>
                  </a:lnTo>
                  <a:lnTo>
                    <a:pt x="2698100" y="99191"/>
                  </a:lnTo>
                  <a:lnTo>
                    <a:pt x="2707844" y="97113"/>
                  </a:lnTo>
                  <a:lnTo>
                    <a:pt x="2717588" y="94799"/>
                  </a:lnTo>
                  <a:lnTo>
                    <a:pt x="2727332" y="92244"/>
                  </a:lnTo>
                  <a:lnTo>
                    <a:pt x="2737076" y="89449"/>
                  </a:lnTo>
                  <a:lnTo>
                    <a:pt x="2746805" y="86413"/>
                  </a:lnTo>
                  <a:lnTo>
                    <a:pt x="2756549" y="83135"/>
                  </a:lnTo>
                  <a:lnTo>
                    <a:pt x="2766293" y="79617"/>
                  </a:lnTo>
                  <a:lnTo>
                    <a:pt x="2776037" y="75861"/>
                  </a:lnTo>
                  <a:lnTo>
                    <a:pt x="2785766" y="71868"/>
                  </a:lnTo>
                  <a:lnTo>
                    <a:pt x="2795510" y="67638"/>
                  </a:lnTo>
                  <a:lnTo>
                    <a:pt x="2805254" y="63178"/>
                  </a:lnTo>
                  <a:lnTo>
                    <a:pt x="2814998" y="58487"/>
                  </a:lnTo>
                  <a:lnTo>
                    <a:pt x="2824727" y="53572"/>
                  </a:lnTo>
                  <a:lnTo>
                    <a:pt x="2834471" y="48434"/>
                  </a:lnTo>
                  <a:lnTo>
                    <a:pt x="2844215" y="43080"/>
                  </a:lnTo>
                  <a:lnTo>
                    <a:pt x="2853958" y="37514"/>
                  </a:lnTo>
                  <a:lnTo>
                    <a:pt x="2863687" y="31742"/>
                  </a:lnTo>
                  <a:lnTo>
                    <a:pt x="2873431" y="25769"/>
                  </a:lnTo>
                  <a:lnTo>
                    <a:pt x="2883175" y="19601"/>
                  </a:lnTo>
                  <a:lnTo>
                    <a:pt x="2892919" y="13247"/>
                  </a:lnTo>
                  <a:lnTo>
                    <a:pt x="2902663" y="6711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0" name="Freeform 599">
              <a:extLst>
                <a:ext uri="{FF2B5EF4-FFF2-40B4-BE49-F238E27FC236}">
                  <a16:creationId xmlns:a16="http://schemas.microsoft.com/office/drawing/2014/main" id="{A63D373A-113A-820D-F316-14E42B06F525}"/>
                </a:ext>
              </a:extLst>
            </p:cNvPr>
            <p:cNvSpPr/>
            <p:nvPr/>
          </p:nvSpPr>
          <p:spPr>
            <a:xfrm>
              <a:off x="576446" y="3252946"/>
              <a:ext cx="2912392" cy="637852"/>
            </a:xfrm>
            <a:custGeom>
              <a:avLst/>
              <a:gdLst>
                <a:gd name="connsiteX0" fmla="*/ 0 w 2912392"/>
                <a:gd name="connsiteY0" fmla="*/ 591201 h 637852"/>
                <a:gd name="connsiteX1" fmla="*/ 9739 w 2912392"/>
                <a:gd name="connsiteY1" fmla="*/ 590676 h 637852"/>
                <a:gd name="connsiteX2" fmla="*/ 19480 w 2912392"/>
                <a:gd name="connsiteY2" fmla="*/ 590043 h 637852"/>
                <a:gd name="connsiteX3" fmla="*/ 29221 w 2912392"/>
                <a:gd name="connsiteY3" fmla="*/ 589307 h 637852"/>
                <a:gd name="connsiteX4" fmla="*/ 38961 w 2912392"/>
                <a:gd name="connsiteY4" fmla="*/ 588474 h 637852"/>
                <a:gd name="connsiteX5" fmla="*/ 48702 w 2912392"/>
                <a:gd name="connsiteY5" fmla="*/ 587547 h 637852"/>
                <a:gd name="connsiteX6" fmla="*/ 58443 w 2912392"/>
                <a:gd name="connsiteY6" fmla="*/ 586533 h 637852"/>
                <a:gd name="connsiteX7" fmla="*/ 68182 w 2912392"/>
                <a:gd name="connsiteY7" fmla="*/ 585438 h 637852"/>
                <a:gd name="connsiteX8" fmla="*/ 77923 w 2912392"/>
                <a:gd name="connsiteY8" fmla="*/ 584265 h 637852"/>
                <a:gd name="connsiteX9" fmla="*/ 87664 w 2912392"/>
                <a:gd name="connsiteY9" fmla="*/ 583021 h 637852"/>
                <a:gd name="connsiteX10" fmla="*/ 97404 w 2912392"/>
                <a:gd name="connsiteY10" fmla="*/ 581714 h 637852"/>
                <a:gd name="connsiteX11" fmla="*/ 107145 w 2912392"/>
                <a:gd name="connsiteY11" fmla="*/ 580348 h 637852"/>
                <a:gd name="connsiteX12" fmla="*/ 116886 w 2912392"/>
                <a:gd name="connsiteY12" fmla="*/ 578931 h 637852"/>
                <a:gd name="connsiteX13" fmla="*/ 126625 w 2912392"/>
                <a:gd name="connsiteY13" fmla="*/ 577468 h 637852"/>
                <a:gd name="connsiteX14" fmla="*/ 136366 w 2912392"/>
                <a:gd name="connsiteY14" fmla="*/ 575966 h 637852"/>
                <a:gd name="connsiteX15" fmla="*/ 146107 w 2912392"/>
                <a:gd name="connsiteY15" fmla="*/ 574433 h 637852"/>
                <a:gd name="connsiteX16" fmla="*/ 155846 w 2912392"/>
                <a:gd name="connsiteY16" fmla="*/ 572875 h 637852"/>
                <a:gd name="connsiteX17" fmla="*/ 165587 w 2912392"/>
                <a:gd name="connsiteY17" fmla="*/ 571299 h 637852"/>
                <a:gd name="connsiteX18" fmla="*/ 175328 w 2912392"/>
                <a:gd name="connsiteY18" fmla="*/ 569712 h 637852"/>
                <a:gd name="connsiteX19" fmla="*/ 185068 w 2912392"/>
                <a:gd name="connsiteY19" fmla="*/ 568122 h 637852"/>
                <a:gd name="connsiteX20" fmla="*/ 194809 w 2912392"/>
                <a:gd name="connsiteY20" fmla="*/ 566535 h 637852"/>
                <a:gd name="connsiteX21" fmla="*/ 204550 w 2912392"/>
                <a:gd name="connsiteY21" fmla="*/ 564960 h 637852"/>
                <a:gd name="connsiteX22" fmla="*/ 214289 w 2912392"/>
                <a:gd name="connsiteY22" fmla="*/ 563402 h 637852"/>
                <a:gd name="connsiteX23" fmla="*/ 224030 w 2912392"/>
                <a:gd name="connsiteY23" fmla="*/ 561870 h 637852"/>
                <a:gd name="connsiteX24" fmla="*/ 233771 w 2912392"/>
                <a:gd name="connsiteY24" fmla="*/ 560372 h 637852"/>
                <a:gd name="connsiteX25" fmla="*/ 243510 w 2912392"/>
                <a:gd name="connsiteY25" fmla="*/ 558913 h 637852"/>
                <a:gd name="connsiteX26" fmla="*/ 253251 w 2912392"/>
                <a:gd name="connsiteY26" fmla="*/ 557501 h 637852"/>
                <a:gd name="connsiteX27" fmla="*/ 262992 w 2912392"/>
                <a:gd name="connsiteY27" fmla="*/ 556143 h 637852"/>
                <a:gd name="connsiteX28" fmla="*/ 272732 w 2912392"/>
                <a:gd name="connsiteY28" fmla="*/ 554847 h 637852"/>
                <a:gd name="connsiteX29" fmla="*/ 282473 w 2912392"/>
                <a:gd name="connsiteY29" fmla="*/ 553618 h 637852"/>
                <a:gd name="connsiteX30" fmla="*/ 292214 w 2912392"/>
                <a:gd name="connsiteY30" fmla="*/ 552463 h 637852"/>
                <a:gd name="connsiteX31" fmla="*/ 301953 w 2912392"/>
                <a:gd name="connsiteY31" fmla="*/ 551389 h 637852"/>
                <a:gd name="connsiteX32" fmla="*/ 311694 w 2912392"/>
                <a:gd name="connsiteY32" fmla="*/ 550403 h 637852"/>
                <a:gd name="connsiteX33" fmla="*/ 321435 w 2912392"/>
                <a:gd name="connsiteY33" fmla="*/ 549509 h 637852"/>
                <a:gd name="connsiteX34" fmla="*/ 331175 w 2912392"/>
                <a:gd name="connsiteY34" fmla="*/ 548713 h 637852"/>
                <a:gd name="connsiteX35" fmla="*/ 340916 w 2912392"/>
                <a:gd name="connsiteY35" fmla="*/ 548020 h 637852"/>
                <a:gd name="connsiteX36" fmla="*/ 350656 w 2912392"/>
                <a:gd name="connsiteY36" fmla="*/ 547438 h 637852"/>
                <a:gd name="connsiteX37" fmla="*/ 360396 w 2912392"/>
                <a:gd name="connsiteY37" fmla="*/ 546968 h 637852"/>
                <a:gd name="connsiteX38" fmla="*/ 370137 w 2912392"/>
                <a:gd name="connsiteY38" fmla="*/ 546617 h 637852"/>
                <a:gd name="connsiteX39" fmla="*/ 379878 w 2912392"/>
                <a:gd name="connsiteY39" fmla="*/ 546387 h 637852"/>
                <a:gd name="connsiteX40" fmla="*/ 389617 w 2912392"/>
                <a:gd name="connsiteY40" fmla="*/ 546282 h 637852"/>
                <a:gd name="connsiteX41" fmla="*/ 399358 w 2912392"/>
                <a:gd name="connsiteY41" fmla="*/ 546307 h 637852"/>
                <a:gd name="connsiteX42" fmla="*/ 409099 w 2912392"/>
                <a:gd name="connsiteY42" fmla="*/ 546462 h 637852"/>
                <a:gd name="connsiteX43" fmla="*/ 418839 w 2912392"/>
                <a:gd name="connsiteY43" fmla="*/ 546751 h 637852"/>
                <a:gd name="connsiteX44" fmla="*/ 428580 w 2912392"/>
                <a:gd name="connsiteY44" fmla="*/ 547174 h 637852"/>
                <a:gd name="connsiteX45" fmla="*/ 438321 w 2912392"/>
                <a:gd name="connsiteY45" fmla="*/ 547734 h 637852"/>
                <a:gd name="connsiteX46" fmla="*/ 448060 w 2912392"/>
                <a:gd name="connsiteY46" fmla="*/ 548432 h 637852"/>
                <a:gd name="connsiteX47" fmla="*/ 457801 w 2912392"/>
                <a:gd name="connsiteY47" fmla="*/ 549266 h 637852"/>
                <a:gd name="connsiteX48" fmla="*/ 467542 w 2912392"/>
                <a:gd name="connsiteY48" fmla="*/ 550237 h 637852"/>
                <a:gd name="connsiteX49" fmla="*/ 477281 w 2912392"/>
                <a:gd name="connsiteY49" fmla="*/ 551346 h 637852"/>
                <a:gd name="connsiteX50" fmla="*/ 487022 w 2912392"/>
                <a:gd name="connsiteY50" fmla="*/ 552588 h 637852"/>
                <a:gd name="connsiteX51" fmla="*/ 496763 w 2912392"/>
                <a:gd name="connsiteY51" fmla="*/ 553964 h 637852"/>
                <a:gd name="connsiteX52" fmla="*/ 506503 w 2912392"/>
                <a:gd name="connsiteY52" fmla="*/ 555468 h 637852"/>
                <a:gd name="connsiteX53" fmla="*/ 516244 w 2912392"/>
                <a:gd name="connsiteY53" fmla="*/ 557101 h 637852"/>
                <a:gd name="connsiteX54" fmla="*/ 525985 w 2912392"/>
                <a:gd name="connsiteY54" fmla="*/ 558858 h 637852"/>
                <a:gd name="connsiteX55" fmla="*/ 535724 w 2912392"/>
                <a:gd name="connsiteY55" fmla="*/ 560734 h 637852"/>
                <a:gd name="connsiteX56" fmla="*/ 545465 w 2912392"/>
                <a:gd name="connsiteY56" fmla="*/ 562726 h 637852"/>
                <a:gd name="connsiteX57" fmla="*/ 555206 w 2912392"/>
                <a:gd name="connsiteY57" fmla="*/ 564826 h 637852"/>
                <a:gd name="connsiteX58" fmla="*/ 564946 w 2912392"/>
                <a:gd name="connsiteY58" fmla="*/ 567030 h 637852"/>
                <a:gd name="connsiteX59" fmla="*/ 574687 w 2912392"/>
                <a:gd name="connsiteY59" fmla="*/ 569333 h 637852"/>
                <a:gd name="connsiteX60" fmla="*/ 584428 w 2912392"/>
                <a:gd name="connsiteY60" fmla="*/ 571726 h 637852"/>
                <a:gd name="connsiteX61" fmla="*/ 594167 w 2912392"/>
                <a:gd name="connsiteY61" fmla="*/ 574202 h 637852"/>
                <a:gd name="connsiteX62" fmla="*/ 603908 w 2912392"/>
                <a:gd name="connsiteY62" fmla="*/ 576755 h 637852"/>
                <a:gd name="connsiteX63" fmla="*/ 613649 w 2912392"/>
                <a:gd name="connsiteY63" fmla="*/ 579375 h 637852"/>
                <a:gd name="connsiteX64" fmla="*/ 623388 w 2912392"/>
                <a:gd name="connsiteY64" fmla="*/ 582054 h 637852"/>
                <a:gd name="connsiteX65" fmla="*/ 633129 w 2912392"/>
                <a:gd name="connsiteY65" fmla="*/ 584784 h 637852"/>
                <a:gd name="connsiteX66" fmla="*/ 642870 w 2912392"/>
                <a:gd name="connsiteY66" fmla="*/ 587553 h 637852"/>
                <a:gd name="connsiteX67" fmla="*/ 652610 w 2912392"/>
                <a:gd name="connsiteY67" fmla="*/ 590353 h 637852"/>
                <a:gd name="connsiteX68" fmla="*/ 662351 w 2912392"/>
                <a:gd name="connsiteY68" fmla="*/ 593175 h 637852"/>
                <a:gd name="connsiteX69" fmla="*/ 672092 w 2912392"/>
                <a:gd name="connsiteY69" fmla="*/ 596006 h 637852"/>
                <a:gd name="connsiteX70" fmla="*/ 681831 w 2912392"/>
                <a:gd name="connsiteY70" fmla="*/ 598836 h 637852"/>
                <a:gd name="connsiteX71" fmla="*/ 691572 w 2912392"/>
                <a:gd name="connsiteY71" fmla="*/ 601655 h 637852"/>
                <a:gd name="connsiteX72" fmla="*/ 701313 w 2912392"/>
                <a:gd name="connsiteY72" fmla="*/ 604450 h 637852"/>
                <a:gd name="connsiteX73" fmla="*/ 711052 w 2912392"/>
                <a:gd name="connsiteY73" fmla="*/ 607212 h 637852"/>
                <a:gd name="connsiteX74" fmla="*/ 720793 w 2912392"/>
                <a:gd name="connsiteY74" fmla="*/ 609929 h 637852"/>
                <a:gd name="connsiteX75" fmla="*/ 730534 w 2912392"/>
                <a:gd name="connsiteY75" fmla="*/ 612587 h 637852"/>
                <a:gd name="connsiteX76" fmla="*/ 740274 w 2912392"/>
                <a:gd name="connsiteY76" fmla="*/ 615176 h 637852"/>
                <a:gd name="connsiteX77" fmla="*/ 750015 w 2912392"/>
                <a:gd name="connsiteY77" fmla="*/ 617685 h 637852"/>
                <a:gd name="connsiteX78" fmla="*/ 759756 w 2912392"/>
                <a:gd name="connsiteY78" fmla="*/ 620100 h 637852"/>
                <a:gd name="connsiteX79" fmla="*/ 769495 w 2912392"/>
                <a:gd name="connsiteY79" fmla="*/ 622411 h 637852"/>
                <a:gd name="connsiteX80" fmla="*/ 779236 w 2912392"/>
                <a:gd name="connsiteY80" fmla="*/ 624606 h 637852"/>
                <a:gd name="connsiteX81" fmla="*/ 788977 w 2912392"/>
                <a:gd name="connsiteY81" fmla="*/ 626672 h 637852"/>
                <a:gd name="connsiteX82" fmla="*/ 798717 w 2912392"/>
                <a:gd name="connsiteY82" fmla="*/ 628598 h 637852"/>
                <a:gd name="connsiteX83" fmla="*/ 808458 w 2912392"/>
                <a:gd name="connsiteY83" fmla="*/ 630373 h 637852"/>
                <a:gd name="connsiteX84" fmla="*/ 818199 w 2912392"/>
                <a:gd name="connsiteY84" fmla="*/ 631987 h 637852"/>
                <a:gd name="connsiteX85" fmla="*/ 827938 w 2912392"/>
                <a:gd name="connsiteY85" fmla="*/ 633427 h 637852"/>
                <a:gd name="connsiteX86" fmla="*/ 837679 w 2912392"/>
                <a:gd name="connsiteY86" fmla="*/ 634683 h 637852"/>
                <a:gd name="connsiteX87" fmla="*/ 847420 w 2912392"/>
                <a:gd name="connsiteY87" fmla="*/ 635744 h 637852"/>
                <a:gd name="connsiteX88" fmla="*/ 857159 w 2912392"/>
                <a:gd name="connsiteY88" fmla="*/ 636602 h 637852"/>
                <a:gd name="connsiteX89" fmla="*/ 866900 w 2912392"/>
                <a:gd name="connsiteY89" fmla="*/ 637244 h 637852"/>
                <a:gd name="connsiteX90" fmla="*/ 876641 w 2912392"/>
                <a:gd name="connsiteY90" fmla="*/ 637665 h 637852"/>
                <a:gd name="connsiteX91" fmla="*/ 886381 w 2912392"/>
                <a:gd name="connsiteY91" fmla="*/ 637852 h 637852"/>
                <a:gd name="connsiteX92" fmla="*/ 896122 w 2912392"/>
                <a:gd name="connsiteY92" fmla="*/ 637800 h 637852"/>
                <a:gd name="connsiteX93" fmla="*/ 905863 w 2912392"/>
                <a:gd name="connsiteY93" fmla="*/ 637498 h 637852"/>
                <a:gd name="connsiteX94" fmla="*/ 915602 w 2912392"/>
                <a:gd name="connsiteY94" fmla="*/ 636940 h 637852"/>
                <a:gd name="connsiteX95" fmla="*/ 925343 w 2912392"/>
                <a:gd name="connsiteY95" fmla="*/ 636118 h 637852"/>
                <a:gd name="connsiteX96" fmla="*/ 935084 w 2912392"/>
                <a:gd name="connsiteY96" fmla="*/ 635027 h 637852"/>
                <a:gd name="connsiteX97" fmla="*/ 944824 w 2912392"/>
                <a:gd name="connsiteY97" fmla="*/ 633663 h 637852"/>
                <a:gd name="connsiteX98" fmla="*/ 954564 w 2912392"/>
                <a:gd name="connsiteY98" fmla="*/ 632016 h 637852"/>
                <a:gd name="connsiteX99" fmla="*/ 964305 w 2912392"/>
                <a:gd name="connsiteY99" fmla="*/ 630084 h 637852"/>
                <a:gd name="connsiteX100" fmla="*/ 974045 w 2912392"/>
                <a:gd name="connsiteY100" fmla="*/ 627864 h 637852"/>
                <a:gd name="connsiteX101" fmla="*/ 983786 w 2912392"/>
                <a:gd name="connsiteY101" fmla="*/ 625351 h 637852"/>
                <a:gd name="connsiteX102" fmla="*/ 993522 w 2912392"/>
                <a:gd name="connsiteY102" fmla="*/ 622542 h 637852"/>
                <a:gd name="connsiteX103" fmla="*/ 1003266 w 2912392"/>
                <a:gd name="connsiteY103" fmla="*/ 619436 h 637852"/>
                <a:gd name="connsiteX104" fmla="*/ 1013010 w 2912392"/>
                <a:gd name="connsiteY104" fmla="*/ 616031 h 637852"/>
                <a:gd name="connsiteX105" fmla="*/ 1022754 w 2912392"/>
                <a:gd name="connsiteY105" fmla="*/ 612326 h 637852"/>
                <a:gd name="connsiteX106" fmla="*/ 1032483 w 2912392"/>
                <a:gd name="connsiteY106" fmla="*/ 608322 h 637852"/>
                <a:gd name="connsiteX107" fmla="*/ 1042227 w 2912392"/>
                <a:gd name="connsiteY107" fmla="*/ 604018 h 637852"/>
                <a:gd name="connsiteX108" fmla="*/ 1051971 w 2912392"/>
                <a:gd name="connsiteY108" fmla="*/ 599417 h 637852"/>
                <a:gd name="connsiteX109" fmla="*/ 1061715 w 2912392"/>
                <a:gd name="connsiteY109" fmla="*/ 594520 h 637852"/>
                <a:gd name="connsiteX110" fmla="*/ 1071444 w 2912392"/>
                <a:gd name="connsiteY110" fmla="*/ 589331 h 637852"/>
                <a:gd name="connsiteX111" fmla="*/ 1081188 w 2912392"/>
                <a:gd name="connsiteY111" fmla="*/ 583851 h 637852"/>
                <a:gd name="connsiteX112" fmla="*/ 1090932 w 2912392"/>
                <a:gd name="connsiteY112" fmla="*/ 578084 h 637852"/>
                <a:gd name="connsiteX113" fmla="*/ 1100676 w 2912392"/>
                <a:gd name="connsiteY113" fmla="*/ 572036 h 637852"/>
                <a:gd name="connsiteX114" fmla="*/ 1110405 w 2912392"/>
                <a:gd name="connsiteY114" fmla="*/ 565711 h 637852"/>
                <a:gd name="connsiteX115" fmla="*/ 1120149 w 2912392"/>
                <a:gd name="connsiteY115" fmla="*/ 559116 h 637852"/>
                <a:gd name="connsiteX116" fmla="*/ 1129893 w 2912392"/>
                <a:gd name="connsiteY116" fmla="*/ 552256 h 637852"/>
                <a:gd name="connsiteX117" fmla="*/ 1139637 w 2912392"/>
                <a:gd name="connsiteY117" fmla="*/ 545140 h 637852"/>
                <a:gd name="connsiteX118" fmla="*/ 1149381 w 2912392"/>
                <a:gd name="connsiteY118" fmla="*/ 537774 h 637852"/>
                <a:gd name="connsiteX119" fmla="*/ 1159110 w 2912392"/>
                <a:gd name="connsiteY119" fmla="*/ 530165 h 637852"/>
                <a:gd name="connsiteX120" fmla="*/ 1168854 w 2912392"/>
                <a:gd name="connsiteY120" fmla="*/ 522326 h 637852"/>
                <a:gd name="connsiteX121" fmla="*/ 1178598 w 2912392"/>
                <a:gd name="connsiteY121" fmla="*/ 514261 h 637852"/>
                <a:gd name="connsiteX122" fmla="*/ 1188341 w 2912392"/>
                <a:gd name="connsiteY122" fmla="*/ 505981 h 637852"/>
                <a:gd name="connsiteX123" fmla="*/ 1198070 w 2912392"/>
                <a:gd name="connsiteY123" fmla="*/ 497498 h 637852"/>
                <a:gd name="connsiteX124" fmla="*/ 1207814 w 2912392"/>
                <a:gd name="connsiteY124" fmla="*/ 488821 h 637852"/>
                <a:gd name="connsiteX125" fmla="*/ 1217558 w 2912392"/>
                <a:gd name="connsiteY125" fmla="*/ 479960 h 637852"/>
                <a:gd name="connsiteX126" fmla="*/ 1227302 w 2912392"/>
                <a:gd name="connsiteY126" fmla="*/ 470929 h 637852"/>
                <a:gd name="connsiteX127" fmla="*/ 1237031 w 2912392"/>
                <a:gd name="connsiteY127" fmla="*/ 461736 h 637852"/>
                <a:gd name="connsiteX128" fmla="*/ 1246775 w 2912392"/>
                <a:gd name="connsiteY128" fmla="*/ 452396 h 637852"/>
                <a:gd name="connsiteX129" fmla="*/ 1256519 w 2912392"/>
                <a:gd name="connsiteY129" fmla="*/ 442920 h 637852"/>
                <a:gd name="connsiteX130" fmla="*/ 1266263 w 2912392"/>
                <a:gd name="connsiteY130" fmla="*/ 433319 h 637852"/>
                <a:gd name="connsiteX131" fmla="*/ 1276007 w 2912392"/>
                <a:gd name="connsiteY131" fmla="*/ 423608 h 637852"/>
                <a:gd name="connsiteX132" fmla="*/ 1285736 w 2912392"/>
                <a:gd name="connsiteY132" fmla="*/ 413797 h 637852"/>
                <a:gd name="connsiteX133" fmla="*/ 1295480 w 2912392"/>
                <a:gd name="connsiteY133" fmla="*/ 403901 h 637852"/>
                <a:gd name="connsiteX134" fmla="*/ 1305224 w 2912392"/>
                <a:gd name="connsiteY134" fmla="*/ 393932 h 637852"/>
                <a:gd name="connsiteX135" fmla="*/ 1314968 w 2912392"/>
                <a:gd name="connsiteY135" fmla="*/ 383904 h 637852"/>
                <a:gd name="connsiteX136" fmla="*/ 1324697 w 2912392"/>
                <a:gd name="connsiteY136" fmla="*/ 373829 h 637852"/>
                <a:gd name="connsiteX137" fmla="*/ 1334441 w 2912392"/>
                <a:gd name="connsiteY137" fmla="*/ 363720 h 637852"/>
                <a:gd name="connsiteX138" fmla="*/ 1344185 w 2912392"/>
                <a:gd name="connsiteY138" fmla="*/ 353590 h 637852"/>
                <a:gd name="connsiteX139" fmla="*/ 1353929 w 2912392"/>
                <a:gd name="connsiteY139" fmla="*/ 343453 h 637852"/>
                <a:gd name="connsiteX140" fmla="*/ 1363658 w 2912392"/>
                <a:gd name="connsiteY140" fmla="*/ 333322 h 637852"/>
                <a:gd name="connsiteX141" fmla="*/ 1373402 w 2912392"/>
                <a:gd name="connsiteY141" fmla="*/ 323208 h 637852"/>
                <a:gd name="connsiteX142" fmla="*/ 1383146 w 2912392"/>
                <a:gd name="connsiteY142" fmla="*/ 313126 h 637852"/>
                <a:gd name="connsiteX143" fmla="*/ 1392890 w 2912392"/>
                <a:gd name="connsiteY143" fmla="*/ 303086 h 637852"/>
                <a:gd name="connsiteX144" fmla="*/ 1402619 w 2912392"/>
                <a:gd name="connsiteY144" fmla="*/ 293100 h 637852"/>
                <a:gd name="connsiteX145" fmla="*/ 1412363 w 2912392"/>
                <a:gd name="connsiteY145" fmla="*/ 283183 h 637852"/>
                <a:gd name="connsiteX146" fmla="*/ 1422106 w 2912392"/>
                <a:gd name="connsiteY146" fmla="*/ 273343 h 637852"/>
                <a:gd name="connsiteX147" fmla="*/ 1431850 w 2912392"/>
                <a:gd name="connsiteY147" fmla="*/ 263593 h 637852"/>
                <a:gd name="connsiteX148" fmla="*/ 1441594 w 2912392"/>
                <a:gd name="connsiteY148" fmla="*/ 253944 h 637852"/>
                <a:gd name="connsiteX149" fmla="*/ 1451323 w 2912392"/>
                <a:gd name="connsiteY149" fmla="*/ 244406 h 637852"/>
                <a:gd name="connsiteX150" fmla="*/ 1461067 w 2912392"/>
                <a:gd name="connsiteY150" fmla="*/ 234990 h 637852"/>
                <a:gd name="connsiteX151" fmla="*/ 1470811 w 2912392"/>
                <a:gd name="connsiteY151" fmla="*/ 225703 h 637852"/>
                <a:gd name="connsiteX152" fmla="*/ 1480555 w 2912392"/>
                <a:gd name="connsiteY152" fmla="*/ 216557 h 637852"/>
                <a:gd name="connsiteX153" fmla="*/ 1490284 w 2912392"/>
                <a:gd name="connsiteY153" fmla="*/ 207561 h 637852"/>
                <a:gd name="connsiteX154" fmla="*/ 1500028 w 2912392"/>
                <a:gd name="connsiteY154" fmla="*/ 198721 h 637852"/>
                <a:gd name="connsiteX155" fmla="*/ 1509772 w 2912392"/>
                <a:gd name="connsiteY155" fmla="*/ 190048 h 637852"/>
                <a:gd name="connsiteX156" fmla="*/ 1519516 w 2912392"/>
                <a:gd name="connsiteY156" fmla="*/ 181547 h 637852"/>
                <a:gd name="connsiteX157" fmla="*/ 1529245 w 2912392"/>
                <a:gd name="connsiteY157" fmla="*/ 173225 h 637852"/>
                <a:gd name="connsiteX158" fmla="*/ 1538989 w 2912392"/>
                <a:gd name="connsiteY158" fmla="*/ 165088 h 637852"/>
                <a:gd name="connsiteX159" fmla="*/ 1548733 w 2912392"/>
                <a:gd name="connsiteY159" fmla="*/ 157144 h 637852"/>
                <a:gd name="connsiteX160" fmla="*/ 1558477 w 2912392"/>
                <a:gd name="connsiteY160" fmla="*/ 149397 h 637852"/>
                <a:gd name="connsiteX161" fmla="*/ 1568221 w 2912392"/>
                <a:gd name="connsiteY161" fmla="*/ 141850 h 637852"/>
                <a:gd name="connsiteX162" fmla="*/ 1577950 w 2912392"/>
                <a:gd name="connsiteY162" fmla="*/ 134510 h 637852"/>
                <a:gd name="connsiteX163" fmla="*/ 1587694 w 2912392"/>
                <a:gd name="connsiteY163" fmla="*/ 127377 h 637852"/>
                <a:gd name="connsiteX164" fmla="*/ 1597438 w 2912392"/>
                <a:gd name="connsiteY164" fmla="*/ 120458 h 637852"/>
                <a:gd name="connsiteX165" fmla="*/ 1607182 w 2912392"/>
                <a:gd name="connsiteY165" fmla="*/ 113754 h 637852"/>
                <a:gd name="connsiteX166" fmla="*/ 1616911 w 2912392"/>
                <a:gd name="connsiteY166" fmla="*/ 107267 h 637852"/>
                <a:gd name="connsiteX167" fmla="*/ 1626655 w 2912392"/>
                <a:gd name="connsiteY167" fmla="*/ 100997 h 637852"/>
                <a:gd name="connsiteX168" fmla="*/ 1636399 w 2912392"/>
                <a:gd name="connsiteY168" fmla="*/ 94945 h 637852"/>
                <a:gd name="connsiteX169" fmla="*/ 1646142 w 2912392"/>
                <a:gd name="connsiteY169" fmla="*/ 89114 h 637852"/>
                <a:gd name="connsiteX170" fmla="*/ 1655872 w 2912392"/>
                <a:gd name="connsiteY170" fmla="*/ 83503 h 637852"/>
                <a:gd name="connsiteX171" fmla="*/ 1665616 w 2912392"/>
                <a:gd name="connsiteY171" fmla="*/ 78109 h 637852"/>
                <a:gd name="connsiteX172" fmla="*/ 1675359 w 2912392"/>
                <a:gd name="connsiteY172" fmla="*/ 72933 h 637852"/>
                <a:gd name="connsiteX173" fmla="*/ 1685103 w 2912392"/>
                <a:gd name="connsiteY173" fmla="*/ 67974 h 637852"/>
                <a:gd name="connsiteX174" fmla="*/ 1694832 w 2912392"/>
                <a:gd name="connsiteY174" fmla="*/ 63230 h 637852"/>
                <a:gd name="connsiteX175" fmla="*/ 1704576 w 2912392"/>
                <a:gd name="connsiteY175" fmla="*/ 58696 h 637852"/>
                <a:gd name="connsiteX176" fmla="*/ 1714320 w 2912392"/>
                <a:gd name="connsiteY176" fmla="*/ 54372 h 637852"/>
                <a:gd name="connsiteX177" fmla="*/ 1724064 w 2912392"/>
                <a:gd name="connsiteY177" fmla="*/ 50254 h 637852"/>
                <a:gd name="connsiteX178" fmla="*/ 1733808 w 2912392"/>
                <a:gd name="connsiteY178" fmla="*/ 46339 h 637852"/>
                <a:gd name="connsiteX179" fmla="*/ 1743537 w 2912392"/>
                <a:gd name="connsiteY179" fmla="*/ 42623 h 637852"/>
                <a:gd name="connsiteX180" fmla="*/ 1753281 w 2912392"/>
                <a:gd name="connsiteY180" fmla="*/ 39102 h 637852"/>
                <a:gd name="connsiteX181" fmla="*/ 1763025 w 2912392"/>
                <a:gd name="connsiteY181" fmla="*/ 35773 h 637852"/>
                <a:gd name="connsiteX182" fmla="*/ 1772769 w 2912392"/>
                <a:gd name="connsiteY182" fmla="*/ 32627 h 637852"/>
                <a:gd name="connsiteX183" fmla="*/ 1782498 w 2912392"/>
                <a:gd name="connsiteY183" fmla="*/ 29665 h 637852"/>
                <a:gd name="connsiteX184" fmla="*/ 1792242 w 2912392"/>
                <a:gd name="connsiteY184" fmla="*/ 26879 h 637852"/>
                <a:gd name="connsiteX185" fmla="*/ 1801986 w 2912392"/>
                <a:gd name="connsiteY185" fmla="*/ 24264 h 637852"/>
                <a:gd name="connsiteX186" fmla="*/ 1811730 w 2912392"/>
                <a:gd name="connsiteY186" fmla="*/ 21818 h 637852"/>
                <a:gd name="connsiteX187" fmla="*/ 1821459 w 2912392"/>
                <a:gd name="connsiteY187" fmla="*/ 19531 h 637852"/>
                <a:gd name="connsiteX188" fmla="*/ 1831203 w 2912392"/>
                <a:gd name="connsiteY188" fmla="*/ 17401 h 637852"/>
                <a:gd name="connsiteX189" fmla="*/ 1840947 w 2912392"/>
                <a:gd name="connsiteY189" fmla="*/ 15420 h 637852"/>
                <a:gd name="connsiteX190" fmla="*/ 1850691 w 2912392"/>
                <a:gd name="connsiteY190" fmla="*/ 13586 h 637852"/>
                <a:gd name="connsiteX191" fmla="*/ 1860435 w 2912392"/>
                <a:gd name="connsiteY191" fmla="*/ 11892 h 637852"/>
                <a:gd name="connsiteX192" fmla="*/ 1870164 w 2912392"/>
                <a:gd name="connsiteY192" fmla="*/ 10332 h 637852"/>
                <a:gd name="connsiteX193" fmla="*/ 1879908 w 2912392"/>
                <a:gd name="connsiteY193" fmla="*/ 8904 h 637852"/>
                <a:gd name="connsiteX194" fmla="*/ 1889652 w 2912392"/>
                <a:gd name="connsiteY194" fmla="*/ 7598 h 637852"/>
                <a:gd name="connsiteX195" fmla="*/ 1899395 w 2912392"/>
                <a:gd name="connsiteY195" fmla="*/ 6413 h 637852"/>
                <a:gd name="connsiteX196" fmla="*/ 1909124 w 2912392"/>
                <a:gd name="connsiteY196" fmla="*/ 5343 h 637852"/>
                <a:gd name="connsiteX197" fmla="*/ 1918868 w 2912392"/>
                <a:gd name="connsiteY197" fmla="*/ 4382 h 637852"/>
                <a:gd name="connsiteX198" fmla="*/ 1928612 w 2912392"/>
                <a:gd name="connsiteY198" fmla="*/ 3528 h 637852"/>
                <a:gd name="connsiteX199" fmla="*/ 1938356 w 2912392"/>
                <a:gd name="connsiteY199" fmla="*/ 2776 h 637852"/>
                <a:gd name="connsiteX200" fmla="*/ 1948085 w 2912392"/>
                <a:gd name="connsiteY200" fmla="*/ 2122 h 637852"/>
                <a:gd name="connsiteX201" fmla="*/ 1957829 w 2912392"/>
                <a:gd name="connsiteY201" fmla="*/ 1561 h 637852"/>
                <a:gd name="connsiteX202" fmla="*/ 1967573 w 2912392"/>
                <a:gd name="connsiteY202" fmla="*/ 1091 h 637852"/>
                <a:gd name="connsiteX203" fmla="*/ 1977317 w 2912392"/>
                <a:gd name="connsiteY203" fmla="*/ 709 h 637852"/>
                <a:gd name="connsiteX204" fmla="*/ 1987046 w 2912392"/>
                <a:gd name="connsiteY204" fmla="*/ 411 h 637852"/>
                <a:gd name="connsiteX205" fmla="*/ 1996790 w 2912392"/>
                <a:gd name="connsiteY205" fmla="*/ 195 h 637852"/>
                <a:gd name="connsiteX206" fmla="*/ 2006534 w 2912392"/>
                <a:gd name="connsiteY206" fmla="*/ 58 h 637852"/>
                <a:gd name="connsiteX207" fmla="*/ 2016278 w 2912392"/>
                <a:gd name="connsiteY207" fmla="*/ 0 h 637852"/>
                <a:gd name="connsiteX208" fmla="*/ 2026022 w 2912392"/>
                <a:gd name="connsiteY208" fmla="*/ 16 h 637852"/>
                <a:gd name="connsiteX209" fmla="*/ 2035751 w 2912392"/>
                <a:gd name="connsiteY209" fmla="*/ 109 h 637852"/>
                <a:gd name="connsiteX210" fmla="*/ 2045495 w 2912392"/>
                <a:gd name="connsiteY210" fmla="*/ 273 h 637852"/>
                <a:gd name="connsiteX211" fmla="*/ 2055239 w 2912392"/>
                <a:gd name="connsiteY211" fmla="*/ 511 h 637852"/>
                <a:gd name="connsiteX212" fmla="*/ 2064983 w 2912392"/>
                <a:gd name="connsiteY212" fmla="*/ 819 h 637852"/>
                <a:gd name="connsiteX213" fmla="*/ 2074712 w 2912392"/>
                <a:gd name="connsiteY213" fmla="*/ 1201 h 637852"/>
                <a:gd name="connsiteX214" fmla="*/ 2084456 w 2912392"/>
                <a:gd name="connsiteY214" fmla="*/ 1654 h 637852"/>
                <a:gd name="connsiteX215" fmla="*/ 2094200 w 2912392"/>
                <a:gd name="connsiteY215" fmla="*/ 2180 h 637852"/>
                <a:gd name="connsiteX216" fmla="*/ 2103944 w 2912392"/>
                <a:gd name="connsiteY216" fmla="*/ 2779 h 637852"/>
                <a:gd name="connsiteX217" fmla="*/ 2113673 w 2912392"/>
                <a:gd name="connsiteY217" fmla="*/ 3451 h 637852"/>
                <a:gd name="connsiteX218" fmla="*/ 2123417 w 2912392"/>
                <a:gd name="connsiteY218" fmla="*/ 4197 h 637852"/>
                <a:gd name="connsiteX219" fmla="*/ 2133161 w 2912392"/>
                <a:gd name="connsiteY219" fmla="*/ 5019 h 637852"/>
                <a:gd name="connsiteX220" fmla="*/ 2142905 w 2912392"/>
                <a:gd name="connsiteY220" fmla="*/ 5921 h 637852"/>
                <a:gd name="connsiteX221" fmla="*/ 2152649 w 2912392"/>
                <a:gd name="connsiteY221" fmla="*/ 6900 h 637852"/>
                <a:gd name="connsiteX222" fmla="*/ 2162377 w 2912392"/>
                <a:gd name="connsiteY222" fmla="*/ 7962 h 637852"/>
                <a:gd name="connsiteX223" fmla="*/ 2172121 w 2912392"/>
                <a:gd name="connsiteY223" fmla="*/ 9106 h 637852"/>
                <a:gd name="connsiteX224" fmla="*/ 2181865 w 2912392"/>
                <a:gd name="connsiteY224" fmla="*/ 10335 h 637852"/>
                <a:gd name="connsiteX225" fmla="*/ 2191609 w 2912392"/>
                <a:gd name="connsiteY225" fmla="*/ 11654 h 637852"/>
                <a:gd name="connsiteX226" fmla="*/ 2201338 w 2912392"/>
                <a:gd name="connsiteY226" fmla="*/ 13060 h 637852"/>
                <a:gd name="connsiteX227" fmla="*/ 2211082 w 2912392"/>
                <a:gd name="connsiteY227" fmla="*/ 14561 h 637852"/>
                <a:gd name="connsiteX228" fmla="*/ 2220826 w 2912392"/>
                <a:gd name="connsiteY228" fmla="*/ 16155 h 637852"/>
                <a:gd name="connsiteX229" fmla="*/ 2230570 w 2912392"/>
                <a:gd name="connsiteY229" fmla="*/ 17847 h 637852"/>
                <a:gd name="connsiteX230" fmla="*/ 2240299 w 2912392"/>
                <a:gd name="connsiteY230" fmla="*/ 19638 h 637852"/>
                <a:gd name="connsiteX231" fmla="*/ 2250043 w 2912392"/>
                <a:gd name="connsiteY231" fmla="*/ 21531 h 637852"/>
                <a:gd name="connsiteX232" fmla="*/ 2259787 w 2912392"/>
                <a:gd name="connsiteY232" fmla="*/ 23529 h 637852"/>
                <a:gd name="connsiteX233" fmla="*/ 2269531 w 2912392"/>
                <a:gd name="connsiteY233" fmla="*/ 25632 h 637852"/>
                <a:gd name="connsiteX234" fmla="*/ 2279260 w 2912392"/>
                <a:gd name="connsiteY234" fmla="*/ 27845 h 637852"/>
                <a:gd name="connsiteX235" fmla="*/ 2289004 w 2912392"/>
                <a:gd name="connsiteY235" fmla="*/ 30169 h 637852"/>
                <a:gd name="connsiteX236" fmla="*/ 2298748 w 2912392"/>
                <a:gd name="connsiteY236" fmla="*/ 32603 h 637852"/>
                <a:gd name="connsiteX237" fmla="*/ 2308492 w 2912392"/>
                <a:gd name="connsiteY237" fmla="*/ 35154 h 637852"/>
                <a:gd name="connsiteX238" fmla="*/ 2318236 w 2912392"/>
                <a:gd name="connsiteY238" fmla="*/ 37820 h 637852"/>
                <a:gd name="connsiteX239" fmla="*/ 2327965 w 2912392"/>
                <a:gd name="connsiteY239" fmla="*/ 40601 h 637852"/>
                <a:gd name="connsiteX240" fmla="*/ 2337709 w 2912392"/>
                <a:gd name="connsiteY240" fmla="*/ 43502 h 637852"/>
                <a:gd name="connsiteX241" fmla="*/ 2347453 w 2912392"/>
                <a:gd name="connsiteY241" fmla="*/ 46521 h 637852"/>
                <a:gd name="connsiteX242" fmla="*/ 2357197 w 2912392"/>
                <a:gd name="connsiteY242" fmla="*/ 49658 h 637852"/>
                <a:gd name="connsiteX243" fmla="*/ 2366926 w 2912392"/>
                <a:gd name="connsiteY243" fmla="*/ 52917 h 637852"/>
                <a:gd name="connsiteX244" fmla="*/ 2376670 w 2912392"/>
                <a:gd name="connsiteY244" fmla="*/ 56294 h 637852"/>
                <a:gd name="connsiteX245" fmla="*/ 2386413 w 2912392"/>
                <a:gd name="connsiteY245" fmla="*/ 59791 h 637852"/>
                <a:gd name="connsiteX246" fmla="*/ 2396157 w 2912392"/>
                <a:gd name="connsiteY246" fmla="*/ 63407 h 637852"/>
                <a:gd name="connsiteX247" fmla="*/ 2405886 w 2912392"/>
                <a:gd name="connsiteY247" fmla="*/ 67139 h 637852"/>
                <a:gd name="connsiteX248" fmla="*/ 2415630 w 2912392"/>
                <a:gd name="connsiteY248" fmla="*/ 70989 h 637852"/>
                <a:gd name="connsiteX249" fmla="*/ 2425374 w 2912392"/>
                <a:gd name="connsiteY249" fmla="*/ 74954 h 637852"/>
                <a:gd name="connsiteX250" fmla="*/ 2435118 w 2912392"/>
                <a:gd name="connsiteY250" fmla="*/ 79032 h 637852"/>
                <a:gd name="connsiteX251" fmla="*/ 2444862 w 2912392"/>
                <a:gd name="connsiteY251" fmla="*/ 83220 h 637852"/>
                <a:gd name="connsiteX252" fmla="*/ 2454591 w 2912392"/>
                <a:gd name="connsiteY252" fmla="*/ 87517 h 637852"/>
                <a:gd name="connsiteX253" fmla="*/ 2464335 w 2912392"/>
                <a:gd name="connsiteY253" fmla="*/ 91919 h 637852"/>
                <a:gd name="connsiteX254" fmla="*/ 2474079 w 2912392"/>
                <a:gd name="connsiteY254" fmla="*/ 96423 h 637852"/>
                <a:gd name="connsiteX255" fmla="*/ 2483823 w 2912392"/>
                <a:gd name="connsiteY255" fmla="*/ 101026 h 637852"/>
                <a:gd name="connsiteX256" fmla="*/ 2493552 w 2912392"/>
                <a:gd name="connsiteY256" fmla="*/ 105723 h 637852"/>
                <a:gd name="connsiteX257" fmla="*/ 2503296 w 2912392"/>
                <a:gd name="connsiteY257" fmla="*/ 110512 h 637852"/>
                <a:gd name="connsiteX258" fmla="*/ 2513040 w 2912392"/>
                <a:gd name="connsiteY258" fmla="*/ 115387 h 637852"/>
                <a:gd name="connsiteX259" fmla="*/ 2522784 w 2912392"/>
                <a:gd name="connsiteY259" fmla="*/ 120342 h 637852"/>
                <a:gd name="connsiteX260" fmla="*/ 2532513 w 2912392"/>
                <a:gd name="connsiteY260" fmla="*/ 125373 h 637852"/>
                <a:gd name="connsiteX261" fmla="*/ 2542257 w 2912392"/>
                <a:gd name="connsiteY261" fmla="*/ 130476 h 637852"/>
                <a:gd name="connsiteX262" fmla="*/ 2552001 w 2912392"/>
                <a:gd name="connsiteY262" fmla="*/ 135645 h 637852"/>
                <a:gd name="connsiteX263" fmla="*/ 2561745 w 2912392"/>
                <a:gd name="connsiteY263" fmla="*/ 140871 h 637852"/>
                <a:gd name="connsiteX264" fmla="*/ 2571474 w 2912392"/>
                <a:gd name="connsiteY264" fmla="*/ 146152 h 637852"/>
                <a:gd name="connsiteX265" fmla="*/ 2581218 w 2912392"/>
                <a:gd name="connsiteY265" fmla="*/ 151479 h 637852"/>
                <a:gd name="connsiteX266" fmla="*/ 2590962 w 2912392"/>
                <a:gd name="connsiteY266" fmla="*/ 156849 h 637852"/>
                <a:gd name="connsiteX267" fmla="*/ 2600705 w 2912392"/>
                <a:gd name="connsiteY267" fmla="*/ 162250 h 637852"/>
                <a:gd name="connsiteX268" fmla="*/ 2610449 w 2912392"/>
                <a:gd name="connsiteY268" fmla="*/ 167679 h 637852"/>
                <a:gd name="connsiteX269" fmla="*/ 2620178 w 2912392"/>
                <a:gd name="connsiteY269" fmla="*/ 173129 h 637852"/>
                <a:gd name="connsiteX270" fmla="*/ 2629922 w 2912392"/>
                <a:gd name="connsiteY270" fmla="*/ 178591 h 637852"/>
                <a:gd name="connsiteX271" fmla="*/ 2639666 w 2912392"/>
                <a:gd name="connsiteY271" fmla="*/ 184059 h 637852"/>
                <a:gd name="connsiteX272" fmla="*/ 2649410 w 2912392"/>
                <a:gd name="connsiteY272" fmla="*/ 189525 h 637852"/>
                <a:gd name="connsiteX273" fmla="*/ 2659139 w 2912392"/>
                <a:gd name="connsiteY273" fmla="*/ 194983 h 637852"/>
                <a:gd name="connsiteX274" fmla="*/ 2668883 w 2912392"/>
                <a:gd name="connsiteY274" fmla="*/ 200423 h 637852"/>
                <a:gd name="connsiteX275" fmla="*/ 2678627 w 2912392"/>
                <a:gd name="connsiteY275" fmla="*/ 205840 h 637852"/>
                <a:gd name="connsiteX276" fmla="*/ 2688371 w 2912392"/>
                <a:gd name="connsiteY276" fmla="*/ 211224 h 637852"/>
                <a:gd name="connsiteX277" fmla="*/ 2698100 w 2912392"/>
                <a:gd name="connsiteY277" fmla="*/ 216570 h 637852"/>
                <a:gd name="connsiteX278" fmla="*/ 2707844 w 2912392"/>
                <a:gd name="connsiteY278" fmla="*/ 221870 h 637852"/>
                <a:gd name="connsiteX279" fmla="*/ 2717588 w 2912392"/>
                <a:gd name="connsiteY279" fmla="*/ 227114 h 637852"/>
                <a:gd name="connsiteX280" fmla="*/ 2727332 w 2912392"/>
                <a:gd name="connsiteY280" fmla="*/ 232299 h 637852"/>
                <a:gd name="connsiteX281" fmla="*/ 2737076 w 2912392"/>
                <a:gd name="connsiteY281" fmla="*/ 237412 h 637852"/>
                <a:gd name="connsiteX282" fmla="*/ 2746805 w 2912392"/>
                <a:gd name="connsiteY282" fmla="*/ 242451 h 637852"/>
                <a:gd name="connsiteX283" fmla="*/ 2756549 w 2912392"/>
                <a:gd name="connsiteY283" fmla="*/ 247407 h 637852"/>
                <a:gd name="connsiteX284" fmla="*/ 2766293 w 2912392"/>
                <a:gd name="connsiteY284" fmla="*/ 252271 h 637852"/>
                <a:gd name="connsiteX285" fmla="*/ 2776037 w 2912392"/>
                <a:gd name="connsiteY285" fmla="*/ 257039 h 637852"/>
                <a:gd name="connsiteX286" fmla="*/ 2785766 w 2912392"/>
                <a:gd name="connsiteY286" fmla="*/ 261701 h 637852"/>
                <a:gd name="connsiteX287" fmla="*/ 2795510 w 2912392"/>
                <a:gd name="connsiteY287" fmla="*/ 266254 h 637852"/>
                <a:gd name="connsiteX288" fmla="*/ 2805254 w 2912392"/>
                <a:gd name="connsiteY288" fmla="*/ 270688 h 637852"/>
                <a:gd name="connsiteX289" fmla="*/ 2814998 w 2912392"/>
                <a:gd name="connsiteY289" fmla="*/ 274999 h 637852"/>
                <a:gd name="connsiteX290" fmla="*/ 2824727 w 2912392"/>
                <a:gd name="connsiteY290" fmla="*/ 279180 h 637852"/>
                <a:gd name="connsiteX291" fmla="*/ 2834471 w 2912392"/>
                <a:gd name="connsiteY291" fmla="*/ 283227 h 637852"/>
                <a:gd name="connsiteX292" fmla="*/ 2844215 w 2912392"/>
                <a:gd name="connsiteY292" fmla="*/ 287130 h 637852"/>
                <a:gd name="connsiteX293" fmla="*/ 2853958 w 2912392"/>
                <a:gd name="connsiteY293" fmla="*/ 290888 h 637852"/>
                <a:gd name="connsiteX294" fmla="*/ 2863687 w 2912392"/>
                <a:gd name="connsiteY294" fmla="*/ 294493 h 637852"/>
                <a:gd name="connsiteX295" fmla="*/ 2873431 w 2912392"/>
                <a:gd name="connsiteY295" fmla="*/ 297941 h 637852"/>
                <a:gd name="connsiteX296" fmla="*/ 2883175 w 2912392"/>
                <a:gd name="connsiteY296" fmla="*/ 301226 h 637852"/>
                <a:gd name="connsiteX297" fmla="*/ 2892919 w 2912392"/>
                <a:gd name="connsiteY297" fmla="*/ 304344 h 637852"/>
                <a:gd name="connsiteX298" fmla="*/ 2902663 w 2912392"/>
                <a:gd name="connsiteY298" fmla="*/ 307293 h 637852"/>
                <a:gd name="connsiteX299" fmla="*/ 2912392 w 2912392"/>
                <a:gd name="connsiteY299" fmla="*/ 310066 h 637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37852">
                  <a:moveTo>
                    <a:pt x="0" y="591201"/>
                  </a:moveTo>
                  <a:lnTo>
                    <a:pt x="9739" y="590676"/>
                  </a:lnTo>
                  <a:lnTo>
                    <a:pt x="19480" y="590043"/>
                  </a:lnTo>
                  <a:lnTo>
                    <a:pt x="29221" y="589307"/>
                  </a:lnTo>
                  <a:lnTo>
                    <a:pt x="38961" y="588474"/>
                  </a:lnTo>
                  <a:lnTo>
                    <a:pt x="48702" y="587547"/>
                  </a:lnTo>
                  <a:lnTo>
                    <a:pt x="58443" y="586533"/>
                  </a:lnTo>
                  <a:lnTo>
                    <a:pt x="68182" y="585438"/>
                  </a:lnTo>
                  <a:lnTo>
                    <a:pt x="77923" y="584265"/>
                  </a:lnTo>
                  <a:lnTo>
                    <a:pt x="87664" y="583021"/>
                  </a:lnTo>
                  <a:lnTo>
                    <a:pt x="97404" y="581714"/>
                  </a:lnTo>
                  <a:lnTo>
                    <a:pt x="107145" y="580348"/>
                  </a:lnTo>
                  <a:lnTo>
                    <a:pt x="116886" y="578931"/>
                  </a:lnTo>
                  <a:lnTo>
                    <a:pt x="126625" y="577468"/>
                  </a:lnTo>
                  <a:lnTo>
                    <a:pt x="136366" y="575966"/>
                  </a:lnTo>
                  <a:lnTo>
                    <a:pt x="146107" y="574433"/>
                  </a:lnTo>
                  <a:lnTo>
                    <a:pt x="155846" y="572875"/>
                  </a:lnTo>
                  <a:lnTo>
                    <a:pt x="165587" y="571299"/>
                  </a:lnTo>
                  <a:lnTo>
                    <a:pt x="175328" y="569712"/>
                  </a:lnTo>
                  <a:lnTo>
                    <a:pt x="185068" y="568122"/>
                  </a:lnTo>
                  <a:lnTo>
                    <a:pt x="194809" y="566535"/>
                  </a:lnTo>
                  <a:lnTo>
                    <a:pt x="204550" y="564960"/>
                  </a:lnTo>
                  <a:lnTo>
                    <a:pt x="214289" y="563402"/>
                  </a:lnTo>
                  <a:lnTo>
                    <a:pt x="224030" y="561870"/>
                  </a:lnTo>
                  <a:lnTo>
                    <a:pt x="233771" y="560372"/>
                  </a:lnTo>
                  <a:lnTo>
                    <a:pt x="243510" y="558913"/>
                  </a:lnTo>
                  <a:lnTo>
                    <a:pt x="253251" y="557501"/>
                  </a:lnTo>
                  <a:lnTo>
                    <a:pt x="262992" y="556143"/>
                  </a:lnTo>
                  <a:lnTo>
                    <a:pt x="272732" y="554847"/>
                  </a:lnTo>
                  <a:lnTo>
                    <a:pt x="282473" y="553618"/>
                  </a:lnTo>
                  <a:lnTo>
                    <a:pt x="292214" y="552463"/>
                  </a:lnTo>
                  <a:lnTo>
                    <a:pt x="301953" y="551389"/>
                  </a:lnTo>
                  <a:lnTo>
                    <a:pt x="311694" y="550403"/>
                  </a:lnTo>
                  <a:lnTo>
                    <a:pt x="321435" y="549509"/>
                  </a:lnTo>
                  <a:lnTo>
                    <a:pt x="331175" y="548713"/>
                  </a:lnTo>
                  <a:lnTo>
                    <a:pt x="340916" y="548020"/>
                  </a:lnTo>
                  <a:lnTo>
                    <a:pt x="350656" y="547438"/>
                  </a:lnTo>
                  <a:lnTo>
                    <a:pt x="360396" y="546968"/>
                  </a:lnTo>
                  <a:lnTo>
                    <a:pt x="370137" y="546617"/>
                  </a:lnTo>
                  <a:lnTo>
                    <a:pt x="379878" y="546387"/>
                  </a:lnTo>
                  <a:lnTo>
                    <a:pt x="389617" y="546282"/>
                  </a:lnTo>
                  <a:lnTo>
                    <a:pt x="399358" y="546307"/>
                  </a:lnTo>
                  <a:lnTo>
                    <a:pt x="409099" y="546462"/>
                  </a:lnTo>
                  <a:lnTo>
                    <a:pt x="418839" y="546751"/>
                  </a:lnTo>
                  <a:lnTo>
                    <a:pt x="428580" y="547174"/>
                  </a:lnTo>
                  <a:lnTo>
                    <a:pt x="438321" y="547734"/>
                  </a:lnTo>
                  <a:lnTo>
                    <a:pt x="448060" y="548432"/>
                  </a:lnTo>
                  <a:lnTo>
                    <a:pt x="457801" y="549266"/>
                  </a:lnTo>
                  <a:lnTo>
                    <a:pt x="467542" y="550237"/>
                  </a:lnTo>
                  <a:lnTo>
                    <a:pt x="477281" y="551346"/>
                  </a:lnTo>
                  <a:lnTo>
                    <a:pt x="487022" y="552588"/>
                  </a:lnTo>
                  <a:lnTo>
                    <a:pt x="496763" y="553964"/>
                  </a:lnTo>
                  <a:lnTo>
                    <a:pt x="506503" y="555468"/>
                  </a:lnTo>
                  <a:lnTo>
                    <a:pt x="516244" y="557101"/>
                  </a:lnTo>
                  <a:lnTo>
                    <a:pt x="525985" y="558858"/>
                  </a:lnTo>
                  <a:lnTo>
                    <a:pt x="535724" y="560734"/>
                  </a:lnTo>
                  <a:lnTo>
                    <a:pt x="545465" y="562726"/>
                  </a:lnTo>
                  <a:lnTo>
                    <a:pt x="555206" y="564826"/>
                  </a:lnTo>
                  <a:lnTo>
                    <a:pt x="564946" y="567030"/>
                  </a:lnTo>
                  <a:lnTo>
                    <a:pt x="574687" y="569333"/>
                  </a:lnTo>
                  <a:lnTo>
                    <a:pt x="584428" y="571726"/>
                  </a:lnTo>
                  <a:lnTo>
                    <a:pt x="594167" y="574202"/>
                  </a:lnTo>
                  <a:lnTo>
                    <a:pt x="603908" y="576755"/>
                  </a:lnTo>
                  <a:lnTo>
                    <a:pt x="613649" y="579375"/>
                  </a:lnTo>
                  <a:lnTo>
                    <a:pt x="623388" y="582054"/>
                  </a:lnTo>
                  <a:lnTo>
                    <a:pt x="633129" y="584784"/>
                  </a:lnTo>
                  <a:lnTo>
                    <a:pt x="642870" y="587553"/>
                  </a:lnTo>
                  <a:lnTo>
                    <a:pt x="652610" y="590353"/>
                  </a:lnTo>
                  <a:lnTo>
                    <a:pt x="662351" y="593175"/>
                  </a:lnTo>
                  <a:lnTo>
                    <a:pt x="672092" y="596006"/>
                  </a:lnTo>
                  <a:lnTo>
                    <a:pt x="681831" y="598836"/>
                  </a:lnTo>
                  <a:lnTo>
                    <a:pt x="691572" y="601655"/>
                  </a:lnTo>
                  <a:lnTo>
                    <a:pt x="701313" y="604450"/>
                  </a:lnTo>
                  <a:lnTo>
                    <a:pt x="711052" y="607212"/>
                  </a:lnTo>
                  <a:lnTo>
                    <a:pt x="720793" y="609929"/>
                  </a:lnTo>
                  <a:lnTo>
                    <a:pt x="730534" y="612587"/>
                  </a:lnTo>
                  <a:lnTo>
                    <a:pt x="740274" y="615176"/>
                  </a:lnTo>
                  <a:lnTo>
                    <a:pt x="750015" y="617685"/>
                  </a:lnTo>
                  <a:lnTo>
                    <a:pt x="759756" y="620100"/>
                  </a:lnTo>
                  <a:lnTo>
                    <a:pt x="769495" y="622411"/>
                  </a:lnTo>
                  <a:lnTo>
                    <a:pt x="779236" y="624606"/>
                  </a:lnTo>
                  <a:lnTo>
                    <a:pt x="788977" y="626672"/>
                  </a:lnTo>
                  <a:lnTo>
                    <a:pt x="798717" y="628598"/>
                  </a:lnTo>
                  <a:lnTo>
                    <a:pt x="808458" y="630373"/>
                  </a:lnTo>
                  <a:lnTo>
                    <a:pt x="818199" y="631987"/>
                  </a:lnTo>
                  <a:lnTo>
                    <a:pt x="827938" y="633427"/>
                  </a:lnTo>
                  <a:lnTo>
                    <a:pt x="837679" y="634683"/>
                  </a:lnTo>
                  <a:lnTo>
                    <a:pt x="847420" y="635744"/>
                  </a:lnTo>
                  <a:lnTo>
                    <a:pt x="857159" y="636602"/>
                  </a:lnTo>
                  <a:lnTo>
                    <a:pt x="866900" y="637244"/>
                  </a:lnTo>
                  <a:lnTo>
                    <a:pt x="876641" y="637665"/>
                  </a:lnTo>
                  <a:lnTo>
                    <a:pt x="886381" y="637852"/>
                  </a:lnTo>
                  <a:lnTo>
                    <a:pt x="896122" y="637800"/>
                  </a:lnTo>
                  <a:lnTo>
                    <a:pt x="905863" y="637498"/>
                  </a:lnTo>
                  <a:lnTo>
                    <a:pt x="915602" y="636940"/>
                  </a:lnTo>
                  <a:lnTo>
                    <a:pt x="925343" y="636118"/>
                  </a:lnTo>
                  <a:lnTo>
                    <a:pt x="935084" y="635027"/>
                  </a:lnTo>
                  <a:lnTo>
                    <a:pt x="944824" y="633663"/>
                  </a:lnTo>
                  <a:lnTo>
                    <a:pt x="954564" y="632016"/>
                  </a:lnTo>
                  <a:lnTo>
                    <a:pt x="964305" y="630084"/>
                  </a:lnTo>
                  <a:lnTo>
                    <a:pt x="974045" y="627864"/>
                  </a:lnTo>
                  <a:lnTo>
                    <a:pt x="983786" y="625351"/>
                  </a:lnTo>
                  <a:lnTo>
                    <a:pt x="993522" y="622542"/>
                  </a:lnTo>
                  <a:lnTo>
                    <a:pt x="1003266" y="619436"/>
                  </a:lnTo>
                  <a:lnTo>
                    <a:pt x="1013010" y="616031"/>
                  </a:lnTo>
                  <a:lnTo>
                    <a:pt x="1022754" y="612326"/>
                  </a:lnTo>
                  <a:lnTo>
                    <a:pt x="1032483" y="608322"/>
                  </a:lnTo>
                  <a:lnTo>
                    <a:pt x="1042227" y="604018"/>
                  </a:lnTo>
                  <a:lnTo>
                    <a:pt x="1051971" y="599417"/>
                  </a:lnTo>
                  <a:lnTo>
                    <a:pt x="1061715" y="594520"/>
                  </a:lnTo>
                  <a:lnTo>
                    <a:pt x="1071444" y="589331"/>
                  </a:lnTo>
                  <a:lnTo>
                    <a:pt x="1081188" y="583851"/>
                  </a:lnTo>
                  <a:lnTo>
                    <a:pt x="1090932" y="578084"/>
                  </a:lnTo>
                  <a:lnTo>
                    <a:pt x="1100676" y="572036"/>
                  </a:lnTo>
                  <a:lnTo>
                    <a:pt x="1110405" y="565711"/>
                  </a:lnTo>
                  <a:lnTo>
                    <a:pt x="1120149" y="559116"/>
                  </a:lnTo>
                  <a:lnTo>
                    <a:pt x="1129893" y="552256"/>
                  </a:lnTo>
                  <a:lnTo>
                    <a:pt x="1139637" y="545140"/>
                  </a:lnTo>
                  <a:lnTo>
                    <a:pt x="1149381" y="537774"/>
                  </a:lnTo>
                  <a:lnTo>
                    <a:pt x="1159110" y="530165"/>
                  </a:lnTo>
                  <a:lnTo>
                    <a:pt x="1168854" y="522326"/>
                  </a:lnTo>
                  <a:lnTo>
                    <a:pt x="1178598" y="514261"/>
                  </a:lnTo>
                  <a:lnTo>
                    <a:pt x="1188341" y="505981"/>
                  </a:lnTo>
                  <a:lnTo>
                    <a:pt x="1198070" y="497498"/>
                  </a:lnTo>
                  <a:lnTo>
                    <a:pt x="1207814" y="488821"/>
                  </a:lnTo>
                  <a:lnTo>
                    <a:pt x="1217558" y="479960"/>
                  </a:lnTo>
                  <a:lnTo>
                    <a:pt x="1227302" y="470929"/>
                  </a:lnTo>
                  <a:lnTo>
                    <a:pt x="1237031" y="461736"/>
                  </a:lnTo>
                  <a:lnTo>
                    <a:pt x="1246775" y="452396"/>
                  </a:lnTo>
                  <a:lnTo>
                    <a:pt x="1256519" y="442920"/>
                  </a:lnTo>
                  <a:lnTo>
                    <a:pt x="1266263" y="433319"/>
                  </a:lnTo>
                  <a:lnTo>
                    <a:pt x="1276007" y="423608"/>
                  </a:lnTo>
                  <a:lnTo>
                    <a:pt x="1285736" y="413797"/>
                  </a:lnTo>
                  <a:lnTo>
                    <a:pt x="1295480" y="403901"/>
                  </a:lnTo>
                  <a:lnTo>
                    <a:pt x="1305224" y="393932"/>
                  </a:lnTo>
                  <a:lnTo>
                    <a:pt x="1314968" y="383904"/>
                  </a:lnTo>
                  <a:lnTo>
                    <a:pt x="1324697" y="373829"/>
                  </a:lnTo>
                  <a:lnTo>
                    <a:pt x="1334441" y="363720"/>
                  </a:lnTo>
                  <a:lnTo>
                    <a:pt x="1344185" y="353590"/>
                  </a:lnTo>
                  <a:lnTo>
                    <a:pt x="1353929" y="343453"/>
                  </a:lnTo>
                  <a:lnTo>
                    <a:pt x="1363658" y="333322"/>
                  </a:lnTo>
                  <a:lnTo>
                    <a:pt x="1373402" y="323208"/>
                  </a:lnTo>
                  <a:lnTo>
                    <a:pt x="1383146" y="313126"/>
                  </a:lnTo>
                  <a:lnTo>
                    <a:pt x="1392890" y="303086"/>
                  </a:lnTo>
                  <a:lnTo>
                    <a:pt x="1402619" y="293100"/>
                  </a:lnTo>
                  <a:lnTo>
                    <a:pt x="1412363" y="283183"/>
                  </a:lnTo>
                  <a:lnTo>
                    <a:pt x="1422106" y="273343"/>
                  </a:lnTo>
                  <a:lnTo>
                    <a:pt x="1431850" y="263593"/>
                  </a:lnTo>
                  <a:lnTo>
                    <a:pt x="1441594" y="253944"/>
                  </a:lnTo>
                  <a:lnTo>
                    <a:pt x="1451323" y="244406"/>
                  </a:lnTo>
                  <a:lnTo>
                    <a:pt x="1461067" y="234990"/>
                  </a:lnTo>
                  <a:lnTo>
                    <a:pt x="1470811" y="225703"/>
                  </a:lnTo>
                  <a:lnTo>
                    <a:pt x="1480555" y="216557"/>
                  </a:lnTo>
                  <a:lnTo>
                    <a:pt x="1490284" y="207561"/>
                  </a:lnTo>
                  <a:lnTo>
                    <a:pt x="1500028" y="198721"/>
                  </a:lnTo>
                  <a:lnTo>
                    <a:pt x="1509772" y="190048"/>
                  </a:lnTo>
                  <a:lnTo>
                    <a:pt x="1519516" y="181547"/>
                  </a:lnTo>
                  <a:lnTo>
                    <a:pt x="1529245" y="173225"/>
                  </a:lnTo>
                  <a:lnTo>
                    <a:pt x="1538989" y="165088"/>
                  </a:lnTo>
                  <a:lnTo>
                    <a:pt x="1548733" y="157144"/>
                  </a:lnTo>
                  <a:lnTo>
                    <a:pt x="1558477" y="149397"/>
                  </a:lnTo>
                  <a:lnTo>
                    <a:pt x="1568221" y="141850"/>
                  </a:lnTo>
                  <a:lnTo>
                    <a:pt x="1577950" y="134510"/>
                  </a:lnTo>
                  <a:lnTo>
                    <a:pt x="1587694" y="127377"/>
                  </a:lnTo>
                  <a:lnTo>
                    <a:pt x="1597438" y="120458"/>
                  </a:lnTo>
                  <a:lnTo>
                    <a:pt x="1607182" y="113754"/>
                  </a:lnTo>
                  <a:lnTo>
                    <a:pt x="1616911" y="107267"/>
                  </a:lnTo>
                  <a:lnTo>
                    <a:pt x="1626655" y="100997"/>
                  </a:lnTo>
                  <a:lnTo>
                    <a:pt x="1636399" y="94945"/>
                  </a:lnTo>
                  <a:lnTo>
                    <a:pt x="1646142" y="89114"/>
                  </a:lnTo>
                  <a:lnTo>
                    <a:pt x="1655872" y="83503"/>
                  </a:lnTo>
                  <a:lnTo>
                    <a:pt x="1665616" y="78109"/>
                  </a:lnTo>
                  <a:lnTo>
                    <a:pt x="1675359" y="72933"/>
                  </a:lnTo>
                  <a:lnTo>
                    <a:pt x="1685103" y="67974"/>
                  </a:lnTo>
                  <a:lnTo>
                    <a:pt x="1694832" y="63230"/>
                  </a:lnTo>
                  <a:lnTo>
                    <a:pt x="1704576" y="58696"/>
                  </a:lnTo>
                  <a:lnTo>
                    <a:pt x="1714320" y="54372"/>
                  </a:lnTo>
                  <a:lnTo>
                    <a:pt x="1724064" y="50254"/>
                  </a:lnTo>
                  <a:lnTo>
                    <a:pt x="1733808" y="46339"/>
                  </a:lnTo>
                  <a:lnTo>
                    <a:pt x="1743537" y="42623"/>
                  </a:lnTo>
                  <a:lnTo>
                    <a:pt x="1753281" y="39102"/>
                  </a:lnTo>
                  <a:lnTo>
                    <a:pt x="1763025" y="35773"/>
                  </a:lnTo>
                  <a:lnTo>
                    <a:pt x="1772769" y="32627"/>
                  </a:lnTo>
                  <a:lnTo>
                    <a:pt x="1782498" y="29665"/>
                  </a:lnTo>
                  <a:lnTo>
                    <a:pt x="1792242" y="26879"/>
                  </a:lnTo>
                  <a:lnTo>
                    <a:pt x="1801986" y="24264"/>
                  </a:lnTo>
                  <a:lnTo>
                    <a:pt x="1811730" y="21818"/>
                  </a:lnTo>
                  <a:lnTo>
                    <a:pt x="1821459" y="19531"/>
                  </a:lnTo>
                  <a:lnTo>
                    <a:pt x="1831203" y="17401"/>
                  </a:lnTo>
                  <a:lnTo>
                    <a:pt x="1840947" y="15420"/>
                  </a:lnTo>
                  <a:lnTo>
                    <a:pt x="1850691" y="13586"/>
                  </a:lnTo>
                  <a:lnTo>
                    <a:pt x="1860435" y="11892"/>
                  </a:lnTo>
                  <a:lnTo>
                    <a:pt x="1870164" y="10332"/>
                  </a:lnTo>
                  <a:lnTo>
                    <a:pt x="1879908" y="8904"/>
                  </a:lnTo>
                  <a:lnTo>
                    <a:pt x="1889652" y="7598"/>
                  </a:lnTo>
                  <a:lnTo>
                    <a:pt x="1899395" y="6413"/>
                  </a:lnTo>
                  <a:lnTo>
                    <a:pt x="1909124" y="5343"/>
                  </a:lnTo>
                  <a:lnTo>
                    <a:pt x="1918868" y="4382"/>
                  </a:lnTo>
                  <a:lnTo>
                    <a:pt x="1928612" y="3528"/>
                  </a:lnTo>
                  <a:lnTo>
                    <a:pt x="1938356" y="2776"/>
                  </a:lnTo>
                  <a:lnTo>
                    <a:pt x="1948085" y="2122"/>
                  </a:lnTo>
                  <a:lnTo>
                    <a:pt x="1957829" y="1561"/>
                  </a:lnTo>
                  <a:lnTo>
                    <a:pt x="1967573" y="1091"/>
                  </a:lnTo>
                  <a:lnTo>
                    <a:pt x="1977317" y="709"/>
                  </a:lnTo>
                  <a:lnTo>
                    <a:pt x="1987046" y="411"/>
                  </a:lnTo>
                  <a:lnTo>
                    <a:pt x="1996790" y="195"/>
                  </a:lnTo>
                  <a:lnTo>
                    <a:pt x="2006534" y="58"/>
                  </a:lnTo>
                  <a:lnTo>
                    <a:pt x="2016278" y="0"/>
                  </a:lnTo>
                  <a:lnTo>
                    <a:pt x="2026022" y="16"/>
                  </a:lnTo>
                  <a:lnTo>
                    <a:pt x="2035751" y="109"/>
                  </a:lnTo>
                  <a:lnTo>
                    <a:pt x="2045495" y="273"/>
                  </a:lnTo>
                  <a:lnTo>
                    <a:pt x="2055239" y="511"/>
                  </a:lnTo>
                  <a:lnTo>
                    <a:pt x="2064983" y="819"/>
                  </a:lnTo>
                  <a:lnTo>
                    <a:pt x="2074712" y="1201"/>
                  </a:lnTo>
                  <a:lnTo>
                    <a:pt x="2084456" y="1654"/>
                  </a:lnTo>
                  <a:lnTo>
                    <a:pt x="2094200" y="2180"/>
                  </a:lnTo>
                  <a:lnTo>
                    <a:pt x="2103944" y="2779"/>
                  </a:lnTo>
                  <a:lnTo>
                    <a:pt x="2113673" y="3451"/>
                  </a:lnTo>
                  <a:lnTo>
                    <a:pt x="2123417" y="4197"/>
                  </a:lnTo>
                  <a:lnTo>
                    <a:pt x="2133161" y="5019"/>
                  </a:lnTo>
                  <a:lnTo>
                    <a:pt x="2142905" y="5921"/>
                  </a:lnTo>
                  <a:lnTo>
                    <a:pt x="2152649" y="6900"/>
                  </a:lnTo>
                  <a:lnTo>
                    <a:pt x="2162377" y="7962"/>
                  </a:lnTo>
                  <a:lnTo>
                    <a:pt x="2172121" y="9106"/>
                  </a:lnTo>
                  <a:lnTo>
                    <a:pt x="2181865" y="10335"/>
                  </a:lnTo>
                  <a:lnTo>
                    <a:pt x="2191609" y="11654"/>
                  </a:lnTo>
                  <a:lnTo>
                    <a:pt x="2201338" y="13060"/>
                  </a:lnTo>
                  <a:lnTo>
                    <a:pt x="2211082" y="14561"/>
                  </a:lnTo>
                  <a:lnTo>
                    <a:pt x="2220826" y="16155"/>
                  </a:lnTo>
                  <a:lnTo>
                    <a:pt x="2230570" y="17847"/>
                  </a:lnTo>
                  <a:lnTo>
                    <a:pt x="2240299" y="19638"/>
                  </a:lnTo>
                  <a:lnTo>
                    <a:pt x="2250043" y="21531"/>
                  </a:lnTo>
                  <a:lnTo>
                    <a:pt x="2259787" y="23529"/>
                  </a:lnTo>
                  <a:lnTo>
                    <a:pt x="2269531" y="25632"/>
                  </a:lnTo>
                  <a:lnTo>
                    <a:pt x="2279260" y="27845"/>
                  </a:lnTo>
                  <a:lnTo>
                    <a:pt x="2289004" y="30169"/>
                  </a:lnTo>
                  <a:lnTo>
                    <a:pt x="2298748" y="32603"/>
                  </a:lnTo>
                  <a:lnTo>
                    <a:pt x="2308492" y="35154"/>
                  </a:lnTo>
                  <a:lnTo>
                    <a:pt x="2318236" y="37820"/>
                  </a:lnTo>
                  <a:lnTo>
                    <a:pt x="2327965" y="40601"/>
                  </a:lnTo>
                  <a:lnTo>
                    <a:pt x="2337709" y="43502"/>
                  </a:lnTo>
                  <a:lnTo>
                    <a:pt x="2347453" y="46521"/>
                  </a:lnTo>
                  <a:lnTo>
                    <a:pt x="2357197" y="49658"/>
                  </a:lnTo>
                  <a:lnTo>
                    <a:pt x="2366926" y="52917"/>
                  </a:lnTo>
                  <a:lnTo>
                    <a:pt x="2376670" y="56294"/>
                  </a:lnTo>
                  <a:lnTo>
                    <a:pt x="2386413" y="59791"/>
                  </a:lnTo>
                  <a:lnTo>
                    <a:pt x="2396157" y="63407"/>
                  </a:lnTo>
                  <a:lnTo>
                    <a:pt x="2405886" y="67139"/>
                  </a:lnTo>
                  <a:lnTo>
                    <a:pt x="2415630" y="70989"/>
                  </a:lnTo>
                  <a:lnTo>
                    <a:pt x="2425374" y="74954"/>
                  </a:lnTo>
                  <a:lnTo>
                    <a:pt x="2435118" y="79032"/>
                  </a:lnTo>
                  <a:lnTo>
                    <a:pt x="2444862" y="83220"/>
                  </a:lnTo>
                  <a:lnTo>
                    <a:pt x="2454591" y="87517"/>
                  </a:lnTo>
                  <a:lnTo>
                    <a:pt x="2464335" y="91919"/>
                  </a:lnTo>
                  <a:lnTo>
                    <a:pt x="2474079" y="96423"/>
                  </a:lnTo>
                  <a:lnTo>
                    <a:pt x="2483823" y="101026"/>
                  </a:lnTo>
                  <a:lnTo>
                    <a:pt x="2493552" y="105723"/>
                  </a:lnTo>
                  <a:lnTo>
                    <a:pt x="2503296" y="110512"/>
                  </a:lnTo>
                  <a:lnTo>
                    <a:pt x="2513040" y="115387"/>
                  </a:lnTo>
                  <a:lnTo>
                    <a:pt x="2522784" y="120342"/>
                  </a:lnTo>
                  <a:lnTo>
                    <a:pt x="2532513" y="125373"/>
                  </a:lnTo>
                  <a:lnTo>
                    <a:pt x="2542257" y="130476"/>
                  </a:lnTo>
                  <a:lnTo>
                    <a:pt x="2552001" y="135645"/>
                  </a:lnTo>
                  <a:lnTo>
                    <a:pt x="2561745" y="140871"/>
                  </a:lnTo>
                  <a:lnTo>
                    <a:pt x="2571474" y="146152"/>
                  </a:lnTo>
                  <a:lnTo>
                    <a:pt x="2581218" y="151479"/>
                  </a:lnTo>
                  <a:lnTo>
                    <a:pt x="2590962" y="156849"/>
                  </a:lnTo>
                  <a:lnTo>
                    <a:pt x="2600705" y="162250"/>
                  </a:lnTo>
                  <a:lnTo>
                    <a:pt x="2610449" y="167679"/>
                  </a:lnTo>
                  <a:lnTo>
                    <a:pt x="2620178" y="173129"/>
                  </a:lnTo>
                  <a:lnTo>
                    <a:pt x="2629922" y="178591"/>
                  </a:lnTo>
                  <a:lnTo>
                    <a:pt x="2639666" y="184059"/>
                  </a:lnTo>
                  <a:lnTo>
                    <a:pt x="2649410" y="189525"/>
                  </a:lnTo>
                  <a:lnTo>
                    <a:pt x="2659139" y="194983"/>
                  </a:lnTo>
                  <a:lnTo>
                    <a:pt x="2668883" y="200423"/>
                  </a:lnTo>
                  <a:lnTo>
                    <a:pt x="2678627" y="205840"/>
                  </a:lnTo>
                  <a:lnTo>
                    <a:pt x="2688371" y="211224"/>
                  </a:lnTo>
                  <a:lnTo>
                    <a:pt x="2698100" y="216570"/>
                  </a:lnTo>
                  <a:lnTo>
                    <a:pt x="2707844" y="221870"/>
                  </a:lnTo>
                  <a:lnTo>
                    <a:pt x="2717588" y="227114"/>
                  </a:lnTo>
                  <a:lnTo>
                    <a:pt x="2727332" y="232299"/>
                  </a:lnTo>
                  <a:lnTo>
                    <a:pt x="2737076" y="237412"/>
                  </a:lnTo>
                  <a:lnTo>
                    <a:pt x="2746805" y="242451"/>
                  </a:lnTo>
                  <a:lnTo>
                    <a:pt x="2756549" y="247407"/>
                  </a:lnTo>
                  <a:lnTo>
                    <a:pt x="2766293" y="252271"/>
                  </a:lnTo>
                  <a:lnTo>
                    <a:pt x="2776037" y="257039"/>
                  </a:lnTo>
                  <a:lnTo>
                    <a:pt x="2785766" y="261701"/>
                  </a:lnTo>
                  <a:lnTo>
                    <a:pt x="2795510" y="266254"/>
                  </a:lnTo>
                  <a:lnTo>
                    <a:pt x="2805254" y="270688"/>
                  </a:lnTo>
                  <a:lnTo>
                    <a:pt x="2814998" y="274999"/>
                  </a:lnTo>
                  <a:lnTo>
                    <a:pt x="2824727" y="279180"/>
                  </a:lnTo>
                  <a:lnTo>
                    <a:pt x="2834471" y="283227"/>
                  </a:lnTo>
                  <a:lnTo>
                    <a:pt x="2844215" y="287130"/>
                  </a:lnTo>
                  <a:lnTo>
                    <a:pt x="2853958" y="290888"/>
                  </a:lnTo>
                  <a:lnTo>
                    <a:pt x="2863687" y="294493"/>
                  </a:lnTo>
                  <a:lnTo>
                    <a:pt x="2873431" y="297941"/>
                  </a:lnTo>
                  <a:lnTo>
                    <a:pt x="2883175" y="301226"/>
                  </a:lnTo>
                  <a:lnTo>
                    <a:pt x="2892919" y="304344"/>
                  </a:lnTo>
                  <a:lnTo>
                    <a:pt x="2902663" y="307293"/>
                  </a:lnTo>
                  <a:lnTo>
                    <a:pt x="2912392" y="31006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1" name="Freeform 600">
              <a:extLst>
                <a:ext uri="{FF2B5EF4-FFF2-40B4-BE49-F238E27FC236}">
                  <a16:creationId xmlns:a16="http://schemas.microsoft.com/office/drawing/2014/main" id="{AFB47A4D-014F-5D64-2628-3A185E38513C}"/>
                </a:ext>
              </a:extLst>
            </p:cNvPr>
            <p:cNvSpPr/>
            <p:nvPr/>
          </p:nvSpPr>
          <p:spPr>
            <a:xfrm>
              <a:off x="576446" y="3175477"/>
              <a:ext cx="2912392" cy="831756"/>
            </a:xfrm>
            <a:custGeom>
              <a:avLst/>
              <a:gdLst>
                <a:gd name="connsiteX0" fmla="*/ 0 w 2912392"/>
                <a:gd name="connsiteY0" fmla="*/ 124241 h 831756"/>
                <a:gd name="connsiteX1" fmla="*/ 9739 w 2912392"/>
                <a:gd name="connsiteY1" fmla="*/ 119192 h 831756"/>
                <a:gd name="connsiteX2" fmla="*/ 19480 w 2912392"/>
                <a:gd name="connsiteY2" fmla="*/ 114110 h 831756"/>
                <a:gd name="connsiteX3" fmla="*/ 29221 w 2912392"/>
                <a:gd name="connsiteY3" fmla="*/ 109005 h 831756"/>
                <a:gd name="connsiteX4" fmla="*/ 38961 w 2912392"/>
                <a:gd name="connsiteY4" fmla="*/ 103892 h 831756"/>
                <a:gd name="connsiteX5" fmla="*/ 48702 w 2912392"/>
                <a:gd name="connsiteY5" fmla="*/ 98779 h 831756"/>
                <a:gd name="connsiteX6" fmla="*/ 58443 w 2912392"/>
                <a:gd name="connsiteY6" fmla="*/ 93680 h 831756"/>
                <a:gd name="connsiteX7" fmla="*/ 68182 w 2912392"/>
                <a:gd name="connsiteY7" fmla="*/ 88607 h 831756"/>
                <a:gd name="connsiteX8" fmla="*/ 77923 w 2912392"/>
                <a:gd name="connsiteY8" fmla="*/ 83573 h 831756"/>
                <a:gd name="connsiteX9" fmla="*/ 87664 w 2912392"/>
                <a:gd name="connsiteY9" fmla="*/ 78585 h 831756"/>
                <a:gd name="connsiteX10" fmla="*/ 97404 w 2912392"/>
                <a:gd name="connsiteY10" fmla="*/ 73659 h 831756"/>
                <a:gd name="connsiteX11" fmla="*/ 107145 w 2912392"/>
                <a:gd name="connsiteY11" fmla="*/ 68805 h 831756"/>
                <a:gd name="connsiteX12" fmla="*/ 116886 w 2912392"/>
                <a:gd name="connsiteY12" fmla="*/ 64033 h 831756"/>
                <a:gd name="connsiteX13" fmla="*/ 126625 w 2912392"/>
                <a:gd name="connsiteY13" fmla="*/ 59358 h 831756"/>
                <a:gd name="connsiteX14" fmla="*/ 136366 w 2912392"/>
                <a:gd name="connsiteY14" fmla="*/ 54785 h 831756"/>
                <a:gd name="connsiteX15" fmla="*/ 146107 w 2912392"/>
                <a:gd name="connsiteY15" fmla="*/ 50330 h 831756"/>
                <a:gd name="connsiteX16" fmla="*/ 155846 w 2912392"/>
                <a:gd name="connsiteY16" fmla="*/ 46001 h 831756"/>
                <a:gd name="connsiteX17" fmla="*/ 165587 w 2912392"/>
                <a:gd name="connsiteY17" fmla="*/ 41809 h 831756"/>
                <a:gd name="connsiteX18" fmla="*/ 175328 w 2912392"/>
                <a:gd name="connsiteY18" fmla="*/ 37764 h 831756"/>
                <a:gd name="connsiteX19" fmla="*/ 185068 w 2912392"/>
                <a:gd name="connsiteY19" fmla="*/ 33876 h 831756"/>
                <a:gd name="connsiteX20" fmla="*/ 194809 w 2912392"/>
                <a:gd name="connsiteY20" fmla="*/ 30154 h 831756"/>
                <a:gd name="connsiteX21" fmla="*/ 204550 w 2912392"/>
                <a:gd name="connsiteY21" fmla="*/ 26608 h 831756"/>
                <a:gd name="connsiteX22" fmla="*/ 214289 w 2912392"/>
                <a:gd name="connsiteY22" fmla="*/ 23248 h 831756"/>
                <a:gd name="connsiteX23" fmla="*/ 224030 w 2912392"/>
                <a:gd name="connsiteY23" fmla="*/ 20081 h 831756"/>
                <a:gd name="connsiteX24" fmla="*/ 233771 w 2912392"/>
                <a:gd name="connsiteY24" fmla="*/ 17116 h 831756"/>
                <a:gd name="connsiteX25" fmla="*/ 243510 w 2912392"/>
                <a:gd name="connsiteY25" fmla="*/ 14363 h 831756"/>
                <a:gd name="connsiteX26" fmla="*/ 253251 w 2912392"/>
                <a:gd name="connsiteY26" fmla="*/ 11827 h 831756"/>
                <a:gd name="connsiteX27" fmla="*/ 262992 w 2912392"/>
                <a:gd name="connsiteY27" fmla="*/ 9517 h 831756"/>
                <a:gd name="connsiteX28" fmla="*/ 272732 w 2912392"/>
                <a:gd name="connsiteY28" fmla="*/ 7442 h 831756"/>
                <a:gd name="connsiteX29" fmla="*/ 282473 w 2912392"/>
                <a:gd name="connsiteY29" fmla="*/ 5606 h 831756"/>
                <a:gd name="connsiteX30" fmla="*/ 292214 w 2912392"/>
                <a:gd name="connsiteY30" fmla="*/ 4020 h 831756"/>
                <a:gd name="connsiteX31" fmla="*/ 301953 w 2912392"/>
                <a:gd name="connsiteY31" fmla="*/ 2685 h 831756"/>
                <a:gd name="connsiteX32" fmla="*/ 311694 w 2912392"/>
                <a:gd name="connsiteY32" fmla="*/ 1611 h 831756"/>
                <a:gd name="connsiteX33" fmla="*/ 321435 w 2912392"/>
                <a:gd name="connsiteY33" fmla="*/ 802 h 831756"/>
                <a:gd name="connsiteX34" fmla="*/ 331175 w 2912392"/>
                <a:gd name="connsiteY34" fmla="*/ 262 h 831756"/>
                <a:gd name="connsiteX35" fmla="*/ 340916 w 2912392"/>
                <a:gd name="connsiteY35" fmla="*/ 0 h 831756"/>
                <a:gd name="connsiteX36" fmla="*/ 350656 w 2912392"/>
                <a:gd name="connsiteY36" fmla="*/ 18 h 831756"/>
                <a:gd name="connsiteX37" fmla="*/ 360396 w 2912392"/>
                <a:gd name="connsiteY37" fmla="*/ 322 h 831756"/>
                <a:gd name="connsiteX38" fmla="*/ 370137 w 2912392"/>
                <a:gd name="connsiteY38" fmla="*/ 913 h 831756"/>
                <a:gd name="connsiteX39" fmla="*/ 379878 w 2912392"/>
                <a:gd name="connsiteY39" fmla="*/ 1798 h 831756"/>
                <a:gd name="connsiteX40" fmla="*/ 389617 w 2912392"/>
                <a:gd name="connsiteY40" fmla="*/ 2980 h 831756"/>
                <a:gd name="connsiteX41" fmla="*/ 399358 w 2912392"/>
                <a:gd name="connsiteY41" fmla="*/ 4459 h 831756"/>
                <a:gd name="connsiteX42" fmla="*/ 409099 w 2912392"/>
                <a:gd name="connsiteY42" fmla="*/ 6243 h 831756"/>
                <a:gd name="connsiteX43" fmla="*/ 418839 w 2912392"/>
                <a:gd name="connsiteY43" fmla="*/ 8329 h 831756"/>
                <a:gd name="connsiteX44" fmla="*/ 428580 w 2912392"/>
                <a:gd name="connsiteY44" fmla="*/ 10721 h 831756"/>
                <a:gd name="connsiteX45" fmla="*/ 438321 w 2912392"/>
                <a:gd name="connsiteY45" fmla="*/ 13421 h 831756"/>
                <a:gd name="connsiteX46" fmla="*/ 448060 w 2912392"/>
                <a:gd name="connsiteY46" fmla="*/ 16431 h 831756"/>
                <a:gd name="connsiteX47" fmla="*/ 457801 w 2912392"/>
                <a:gd name="connsiteY47" fmla="*/ 19750 h 831756"/>
                <a:gd name="connsiteX48" fmla="*/ 467542 w 2912392"/>
                <a:gd name="connsiteY48" fmla="*/ 23379 h 831756"/>
                <a:gd name="connsiteX49" fmla="*/ 477281 w 2912392"/>
                <a:gd name="connsiteY49" fmla="*/ 27320 h 831756"/>
                <a:gd name="connsiteX50" fmla="*/ 487022 w 2912392"/>
                <a:gd name="connsiteY50" fmla="*/ 31571 h 831756"/>
                <a:gd name="connsiteX51" fmla="*/ 496763 w 2912392"/>
                <a:gd name="connsiteY51" fmla="*/ 36131 h 831756"/>
                <a:gd name="connsiteX52" fmla="*/ 506503 w 2912392"/>
                <a:gd name="connsiteY52" fmla="*/ 41002 h 831756"/>
                <a:gd name="connsiteX53" fmla="*/ 516244 w 2912392"/>
                <a:gd name="connsiteY53" fmla="*/ 46181 h 831756"/>
                <a:gd name="connsiteX54" fmla="*/ 525985 w 2912392"/>
                <a:gd name="connsiteY54" fmla="*/ 51665 h 831756"/>
                <a:gd name="connsiteX55" fmla="*/ 535724 w 2912392"/>
                <a:gd name="connsiteY55" fmla="*/ 57455 h 831756"/>
                <a:gd name="connsiteX56" fmla="*/ 545465 w 2912392"/>
                <a:gd name="connsiteY56" fmla="*/ 63546 h 831756"/>
                <a:gd name="connsiteX57" fmla="*/ 555206 w 2912392"/>
                <a:gd name="connsiteY57" fmla="*/ 69936 h 831756"/>
                <a:gd name="connsiteX58" fmla="*/ 564946 w 2912392"/>
                <a:gd name="connsiteY58" fmla="*/ 76622 h 831756"/>
                <a:gd name="connsiteX59" fmla="*/ 574687 w 2912392"/>
                <a:gd name="connsiteY59" fmla="*/ 83603 h 831756"/>
                <a:gd name="connsiteX60" fmla="*/ 584428 w 2912392"/>
                <a:gd name="connsiteY60" fmla="*/ 90870 h 831756"/>
                <a:gd name="connsiteX61" fmla="*/ 594167 w 2912392"/>
                <a:gd name="connsiteY61" fmla="*/ 98424 h 831756"/>
                <a:gd name="connsiteX62" fmla="*/ 603908 w 2912392"/>
                <a:gd name="connsiteY62" fmla="*/ 106258 h 831756"/>
                <a:gd name="connsiteX63" fmla="*/ 613649 w 2912392"/>
                <a:gd name="connsiteY63" fmla="*/ 114368 h 831756"/>
                <a:gd name="connsiteX64" fmla="*/ 623388 w 2912392"/>
                <a:gd name="connsiteY64" fmla="*/ 122747 h 831756"/>
                <a:gd name="connsiteX65" fmla="*/ 633129 w 2912392"/>
                <a:gd name="connsiteY65" fmla="*/ 131391 h 831756"/>
                <a:gd name="connsiteX66" fmla="*/ 642870 w 2912392"/>
                <a:gd name="connsiteY66" fmla="*/ 140293 h 831756"/>
                <a:gd name="connsiteX67" fmla="*/ 652610 w 2912392"/>
                <a:gd name="connsiteY67" fmla="*/ 149447 h 831756"/>
                <a:gd name="connsiteX68" fmla="*/ 662351 w 2912392"/>
                <a:gd name="connsiteY68" fmla="*/ 158847 h 831756"/>
                <a:gd name="connsiteX69" fmla="*/ 672092 w 2912392"/>
                <a:gd name="connsiteY69" fmla="*/ 168485 h 831756"/>
                <a:gd name="connsiteX70" fmla="*/ 681831 w 2912392"/>
                <a:gd name="connsiteY70" fmla="*/ 178354 h 831756"/>
                <a:gd name="connsiteX71" fmla="*/ 691572 w 2912392"/>
                <a:gd name="connsiteY71" fmla="*/ 188445 h 831756"/>
                <a:gd name="connsiteX72" fmla="*/ 701313 w 2912392"/>
                <a:gd name="connsiteY72" fmla="*/ 198751 h 831756"/>
                <a:gd name="connsiteX73" fmla="*/ 711052 w 2912392"/>
                <a:gd name="connsiteY73" fmla="*/ 209264 h 831756"/>
                <a:gd name="connsiteX74" fmla="*/ 720793 w 2912392"/>
                <a:gd name="connsiteY74" fmla="*/ 219975 h 831756"/>
                <a:gd name="connsiteX75" fmla="*/ 730534 w 2912392"/>
                <a:gd name="connsiteY75" fmla="*/ 230872 h 831756"/>
                <a:gd name="connsiteX76" fmla="*/ 740274 w 2912392"/>
                <a:gd name="connsiteY76" fmla="*/ 241949 h 831756"/>
                <a:gd name="connsiteX77" fmla="*/ 750015 w 2912392"/>
                <a:gd name="connsiteY77" fmla="*/ 253195 h 831756"/>
                <a:gd name="connsiteX78" fmla="*/ 759756 w 2912392"/>
                <a:gd name="connsiteY78" fmla="*/ 264600 h 831756"/>
                <a:gd name="connsiteX79" fmla="*/ 769495 w 2912392"/>
                <a:gd name="connsiteY79" fmla="*/ 276153 h 831756"/>
                <a:gd name="connsiteX80" fmla="*/ 779236 w 2912392"/>
                <a:gd name="connsiteY80" fmla="*/ 287844 h 831756"/>
                <a:gd name="connsiteX81" fmla="*/ 788977 w 2912392"/>
                <a:gd name="connsiteY81" fmla="*/ 299662 h 831756"/>
                <a:gd name="connsiteX82" fmla="*/ 798717 w 2912392"/>
                <a:gd name="connsiteY82" fmla="*/ 311596 h 831756"/>
                <a:gd name="connsiteX83" fmla="*/ 808458 w 2912392"/>
                <a:gd name="connsiteY83" fmla="*/ 323634 h 831756"/>
                <a:gd name="connsiteX84" fmla="*/ 818199 w 2912392"/>
                <a:gd name="connsiteY84" fmla="*/ 335763 h 831756"/>
                <a:gd name="connsiteX85" fmla="*/ 827938 w 2912392"/>
                <a:gd name="connsiteY85" fmla="*/ 347975 h 831756"/>
                <a:gd name="connsiteX86" fmla="*/ 837679 w 2912392"/>
                <a:gd name="connsiteY86" fmla="*/ 360254 h 831756"/>
                <a:gd name="connsiteX87" fmla="*/ 847420 w 2912392"/>
                <a:gd name="connsiteY87" fmla="*/ 372591 h 831756"/>
                <a:gd name="connsiteX88" fmla="*/ 857159 w 2912392"/>
                <a:gd name="connsiteY88" fmla="*/ 384970 h 831756"/>
                <a:gd name="connsiteX89" fmla="*/ 866900 w 2912392"/>
                <a:gd name="connsiteY89" fmla="*/ 397383 h 831756"/>
                <a:gd name="connsiteX90" fmla="*/ 876641 w 2912392"/>
                <a:gd name="connsiteY90" fmla="*/ 409813 h 831756"/>
                <a:gd name="connsiteX91" fmla="*/ 886381 w 2912392"/>
                <a:gd name="connsiteY91" fmla="*/ 422249 h 831756"/>
                <a:gd name="connsiteX92" fmla="*/ 896122 w 2912392"/>
                <a:gd name="connsiteY92" fmla="*/ 434679 h 831756"/>
                <a:gd name="connsiteX93" fmla="*/ 905863 w 2912392"/>
                <a:gd name="connsiteY93" fmla="*/ 447090 h 831756"/>
                <a:gd name="connsiteX94" fmla="*/ 915602 w 2912392"/>
                <a:gd name="connsiteY94" fmla="*/ 459468 h 831756"/>
                <a:gd name="connsiteX95" fmla="*/ 925343 w 2912392"/>
                <a:gd name="connsiteY95" fmla="*/ 471802 h 831756"/>
                <a:gd name="connsiteX96" fmla="*/ 935084 w 2912392"/>
                <a:gd name="connsiteY96" fmla="*/ 484077 h 831756"/>
                <a:gd name="connsiteX97" fmla="*/ 944824 w 2912392"/>
                <a:gd name="connsiteY97" fmla="*/ 496282 h 831756"/>
                <a:gd name="connsiteX98" fmla="*/ 954564 w 2912392"/>
                <a:gd name="connsiteY98" fmla="*/ 508404 h 831756"/>
                <a:gd name="connsiteX99" fmla="*/ 964305 w 2912392"/>
                <a:gd name="connsiteY99" fmla="*/ 520430 h 831756"/>
                <a:gd name="connsiteX100" fmla="*/ 974045 w 2912392"/>
                <a:gd name="connsiteY100" fmla="*/ 532348 h 831756"/>
                <a:gd name="connsiteX101" fmla="*/ 983786 w 2912392"/>
                <a:gd name="connsiteY101" fmla="*/ 544145 h 831756"/>
                <a:gd name="connsiteX102" fmla="*/ 993522 w 2912392"/>
                <a:gd name="connsiteY102" fmla="*/ 555809 h 831756"/>
                <a:gd name="connsiteX103" fmla="*/ 1003266 w 2912392"/>
                <a:gd name="connsiteY103" fmla="*/ 567331 h 831756"/>
                <a:gd name="connsiteX104" fmla="*/ 1013010 w 2912392"/>
                <a:gd name="connsiteY104" fmla="*/ 578696 h 831756"/>
                <a:gd name="connsiteX105" fmla="*/ 1022754 w 2912392"/>
                <a:gd name="connsiteY105" fmla="*/ 589895 h 831756"/>
                <a:gd name="connsiteX106" fmla="*/ 1032483 w 2912392"/>
                <a:gd name="connsiteY106" fmla="*/ 600916 h 831756"/>
                <a:gd name="connsiteX107" fmla="*/ 1042227 w 2912392"/>
                <a:gd name="connsiteY107" fmla="*/ 611748 h 831756"/>
                <a:gd name="connsiteX108" fmla="*/ 1051971 w 2912392"/>
                <a:gd name="connsiteY108" fmla="*/ 622381 h 831756"/>
                <a:gd name="connsiteX109" fmla="*/ 1061715 w 2912392"/>
                <a:gd name="connsiteY109" fmla="*/ 632807 h 831756"/>
                <a:gd name="connsiteX110" fmla="*/ 1071444 w 2912392"/>
                <a:gd name="connsiteY110" fmla="*/ 643015 h 831756"/>
                <a:gd name="connsiteX111" fmla="*/ 1081188 w 2912392"/>
                <a:gd name="connsiteY111" fmla="*/ 652996 h 831756"/>
                <a:gd name="connsiteX112" fmla="*/ 1090932 w 2912392"/>
                <a:gd name="connsiteY112" fmla="*/ 662741 h 831756"/>
                <a:gd name="connsiteX113" fmla="*/ 1100676 w 2912392"/>
                <a:gd name="connsiteY113" fmla="*/ 672242 h 831756"/>
                <a:gd name="connsiteX114" fmla="*/ 1110405 w 2912392"/>
                <a:gd name="connsiteY114" fmla="*/ 681493 h 831756"/>
                <a:gd name="connsiteX115" fmla="*/ 1120149 w 2912392"/>
                <a:gd name="connsiteY115" fmla="*/ 690487 h 831756"/>
                <a:gd name="connsiteX116" fmla="*/ 1129893 w 2912392"/>
                <a:gd name="connsiteY116" fmla="*/ 699215 h 831756"/>
                <a:gd name="connsiteX117" fmla="*/ 1139637 w 2912392"/>
                <a:gd name="connsiteY117" fmla="*/ 707675 h 831756"/>
                <a:gd name="connsiteX118" fmla="*/ 1149381 w 2912392"/>
                <a:gd name="connsiteY118" fmla="*/ 715857 h 831756"/>
                <a:gd name="connsiteX119" fmla="*/ 1159110 w 2912392"/>
                <a:gd name="connsiteY119" fmla="*/ 723761 h 831756"/>
                <a:gd name="connsiteX120" fmla="*/ 1168854 w 2912392"/>
                <a:gd name="connsiteY120" fmla="*/ 731379 h 831756"/>
                <a:gd name="connsiteX121" fmla="*/ 1178598 w 2912392"/>
                <a:gd name="connsiteY121" fmla="*/ 738711 h 831756"/>
                <a:gd name="connsiteX122" fmla="*/ 1188341 w 2912392"/>
                <a:gd name="connsiteY122" fmla="*/ 745751 h 831756"/>
                <a:gd name="connsiteX123" fmla="*/ 1198070 w 2912392"/>
                <a:gd name="connsiteY123" fmla="*/ 752498 h 831756"/>
                <a:gd name="connsiteX124" fmla="*/ 1207814 w 2912392"/>
                <a:gd name="connsiteY124" fmla="*/ 758951 h 831756"/>
                <a:gd name="connsiteX125" fmla="*/ 1217558 w 2912392"/>
                <a:gd name="connsiteY125" fmla="*/ 765107 h 831756"/>
                <a:gd name="connsiteX126" fmla="*/ 1227302 w 2912392"/>
                <a:gd name="connsiteY126" fmla="*/ 770969 h 831756"/>
                <a:gd name="connsiteX127" fmla="*/ 1237031 w 2912392"/>
                <a:gd name="connsiteY127" fmla="*/ 776533 h 831756"/>
                <a:gd name="connsiteX128" fmla="*/ 1246775 w 2912392"/>
                <a:gd name="connsiteY128" fmla="*/ 781805 h 831756"/>
                <a:gd name="connsiteX129" fmla="*/ 1256519 w 2912392"/>
                <a:gd name="connsiteY129" fmla="*/ 786781 h 831756"/>
                <a:gd name="connsiteX130" fmla="*/ 1266263 w 2912392"/>
                <a:gd name="connsiteY130" fmla="*/ 791467 h 831756"/>
                <a:gd name="connsiteX131" fmla="*/ 1276007 w 2912392"/>
                <a:gd name="connsiteY131" fmla="*/ 795863 h 831756"/>
                <a:gd name="connsiteX132" fmla="*/ 1285736 w 2912392"/>
                <a:gd name="connsiteY132" fmla="*/ 799976 h 831756"/>
                <a:gd name="connsiteX133" fmla="*/ 1295480 w 2912392"/>
                <a:gd name="connsiteY133" fmla="*/ 803804 h 831756"/>
                <a:gd name="connsiteX134" fmla="*/ 1305224 w 2912392"/>
                <a:gd name="connsiteY134" fmla="*/ 807358 h 831756"/>
                <a:gd name="connsiteX135" fmla="*/ 1314968 w 2912392"/>
                <a:gd name="connsiteY135" fmla="*/ 810637 h 831756"/>
                <a:gd name="connsiteX136" fmla="*/ 1324697 w 2912392"/>
                <a:gd name="connsiteY136" fmla="*/ 813650 h 831756"/>
                <a:gd name="connsiteX137" fmla="*/ 1334441 w 2912392"/>
                <a:gd name="connsiteY137" fmla="*/ 816402 h 831756"/>
                <a:gd name="connsiteX138" fmla="*/ 1344185 w 2912392"/>
                <a:gd name="connsiteY138" fmla="*/ 818899 h 831756"/>
                <a:gd name="connsiteX139" fmla="*/ 1353929 w 2912392"/>
                <a:gd name="connsiteY139" fmla="*/ 821147 h 831756"/>
                <a:gd name="connsiteX140" fmla="*/ 1363658 w 2912392"/>
                <a:gd name="connsiteY140" fmla="*/ 823155 h 831756"/>
                <a:gd name="connsiteX141" fmla="*/ 1373402 w 2912392"/>
                <a:gd name="connsiteY141" fmla="*/ 824928 h 831756"/>
                <a:gd name="connsiteX142" fmla="*/ 1383146 w 2912392"/>
                <a:gd name="connsiteY142" fmla="*/ 826478 h 831756"/>
                <a:gd name="connsiteX143" fmla="*/ 1392890 w 2912392"/>
                <a:gd name="connsiteY143" fmla="*/ 827808 h 831756"/>
                <a:gd name="connsiteX144" fmla="*/ 1402619 w 2912392"/>
                <a:gd name="connsiteY144" fmla="*/ 828929 h 831756"/>
                <a:gd name="connsiteX145" fmla="*/ 1412363 w 2912392"/>
                <a:gd name="connsiteY145" fmla="*/ 829849 h 831756"/>
                <a:gd name="connsiteX146" fmla="*/ 1422106 w 2912392"/>
                <a:gd name="connsiteY146" fmla="*/ 830578 h 831756"/>
                <a:gd name="connsiteX147" fmla="*/ 1431850 w 2912392"/>
                <a:gd name="connsiteY147" fmla="*/ 831125 h 831756"/>
                <a:gd name="connsiteX148" fmla="*/ 1441594 w 2912392"/>
                <a:gd name="connsiteY148" fmla="*/ 831496 h 831756"/>
                <a:gd name="connsiteX149" fmla="*/ 1451323 w 2912392"/>
                <a:gd name="connsiteY149" fmla="*/ 831704 h 831756"/>
                <a:gd name="connsiteX150" fmla="*/ 1461067 w 2912392"/>
                <a:gd name="connsiteY150" fmla="*/ 831757 h 831756"/>
                <a:gd name="connsiteX151" fmla="*/ 1470811 w 2912392"/>
                <a:gd name="connsiteY151" fmla="*/ 831663 h 831756"/>
                <a:gd name="connsiteX152" fmla="*/ 1480555 w 2912392"/>
                <a:gd name="connsiteY152" fmla="*/ 831433 h 831756"/>
                <a:gd name="connsiteX153" fmla="*/ 1490284 w 2912392"/>
                <a:gd name="connsiteY153" fmla="*/ 831076 h 831756"/>
                <a:gd name="connsiteX154" fmla="*/ 1500028 w 2912392"/>
                <a:gd name="connsiteY154" fmla="*/ 830600 h 831756"/>
                <a:gd name="connsiteX155" fmla="*/ 1509772 w 2912392"/>
                <a:gd name="connsiteY155" fmla="*/ 830015 h 831756"/>
                <a:gd name="connsiteX156" fmla="*/ 1519516 w 2912392"/>
                <a:gd name="connsiteY156" fmla="*/ 829331 h 831756"/>
                <a:gd name="connsiteX157" fmla="*/ 1529245 w 2912392"/>
                <a:gd name="connsiteY157" fmla="*/ 828553 h 831756"/>
                <a:gd name="connsiteX158" fmla="*/ 1538989 w 2912392"/>
                <a:gd name="connsiteY158" fmla="*/ 827694 h 831756"/>
                <a:gd name="connsiteX159" fmla="*/ 1548733 w 2912392"/>
                <a:gd name="connsiteY159" fmla="*/ 826758 h 831756"/>
                <a:gd name="connsiteX160" fmla="*/ 1558477 w 2912392"/>
                <a:gd name="connsiteY160" fmla="*/ 825757 h 831756"/>
                <a:gd name="connsiteX161" fmla="*/ 1568221 w 2912392"/>
                <a:gd name="connsiteY161" fmla="*/ 824694 h 831756"/>
                <a:gd name="connsiteX162" fmla="*/ 1577950 w 2912392"/>
                <a:gd name="connsiteY162" fmla="*/ 823581 h 831756"/>
                <a:gd name="connsiteX163" fmla="*/ 1587694 w 2912392"/>
                <a:gd name="connsiteY163" fmla="*/ 822422 h 831756"/>
                <a:gd name="connsiteX164" fmla="*/ 1597438 w 2912392"/>
                <a:gd name="connsiteY164" fmla="*/ 821226 h 831756"/>
                <a:gd name="connsiteX165" fmla="*/ 1607182 w 2912392"/>
                <a:gd name="connsiteY165" fmla="*/ 819997 h 831756"/>
                <a:gd name="connsiteX166" fmla="*/ 1616911 w 2912392"/>
                <a:gd name="connsiteY166" fmla="*/ 818741 h 831756"/>
                <a:gd name="connsiteX167" fmla="*/ 1626655 w 2912392"/>
                <a:gd name="connsiteY167" fmla="*/ 817465 h 831756"/>
                <a:gd name="connsiteX168" fmla="*/ 1636399 w 2912392"/>
                <a:gd name="connsiteY168" fmla="*/ 816172 h 831756"/>
                <a:gd name="connsiteX169" fmla="*/ 1646142 w 2912392"/>
                <a:gd name="connsiteY169" fmla="*/ 814869 h 831756"/>
                <a:gd name="connsiteX170" fmla="*/ 1655872 w 2912392"/>
                <a:gd name="connsiteY170" fmla="*/ 813557 h 831756"/>
                <a:gd name="connsiteX171" fmla="*/ 1665616 w 2912392"/>
                <a:gd name="connsiteY171" fmla="*/ 812242 h 831756"/>
                <a:gd name="connsiteX172" fmla="*/ 1675359 w 2912392"/>
                <a:gd name="connsiteY172" fmla="*/ 810926 h 831756"/>
                <a:gd name="connsiteX173" fmla="*/ 1685103 w 2912392"/>
                <a:gd name="connsiteY173" fmla="*/ 809612 h 831756"/>
                <a:gd name="connsiteX174" fmla="*/ 1694832 w 2912392"/>
                <a:gd name="connsiteY174" fmla="*/ 808303 h 831756"/>
                <a:gd name="connsiteX175" fmla="*/ 1704576 w 2912392"/>
                <a:gd name="connsiteY175" fmla="*/ 806999 h 831756"/>
                <a:gd name="connsiteX176" fmla="*/ 1714320 w 2912392"/>
                <a:gd name="connsiteY176" fmla="*/ 805701 h 831756"/>
                <a:gd name="connsiteX177" fmla="*/ 1724064 w 2912392"/>
                <a:gd name="connsiteY177" fmla="*/ 804414 h 831756"/>
                <a:gd name="connsiteX178" fmla="*/ 1733808 w 2912392"/>
                <a:gd name="connsiteY178" fmla="*/ 803133 h 831756"/>
                <a:gd name="connsiteX179" fmla="*/ 1743537 w 2912392"/>
                <a:gd name="connsiteY179" fmla="*/ 801860 h 831756"/>
                <a:gd name="connsiteX180" fmla="*/ 1753281 w 2912392"/>
                <a:gd name="connsiteY180" fmla="*/ 800595 h 831756"/>
                <a:gd name="connsiteX181" fmla="*/ 1763025 w 2912392"/>
                <a:gd name="connsiteY181" fmla="*/ 799338 h 831756"/>
                <a:gd name="connsiteX182" fmla="*/ 1772769 w 2912392"/>
                <a:gd name="connsiteY182" fmla="*/ 798086 h 831756"/>
                <a:gd name="connsiteX183" fmla="*/ 1782498 w 2912392"/>
                <a:gd name="connsiteY183" fmla="*/ 796836 h 831756"/>
                <a:gd name="connsiteX184" fmla="*/ 1792242 w 2912392"/>
                <a:gd name="connsiteY184" fmla="*/ 795589 h 831756"/>
                <a:gd name="connsiteX185" fmla="*/ 1801986 w 2912392"/>
                <a:gd name="connsiteY185" fmla="*/ 794342 h 831756"/>
                <a:gd name="connsiteX186" fmla="*/ 1811730 w 2912392"/>
                <a:gd name="connsiteY186" fmla="*/ 793091 h 831756"/>
                <a:gd name="connsiteX187" fmla="*/ 1821459 w 2912392"/>
                <a:gd name="connsiteY187" fmla="*/ 791833 h 831756"/>
                <a:gd name="connsiteX188" fmla="*/ 1831203 w 2912392"/>
                <a:gd name="connsiteY188" fmla="*/ 790565 h 831756"/>
                <a:gd name="connsiteX189" fmla="*/ 1840947 w 2912392"/>
                <a:gd name="connsiteY189" fmla="*/ 789284 h 831756"/>
                <a:gd name="connsiteX190" fmla="*/ 1850691 w 2912392"/>
                <a:gd name="connsiteY190" fmla="*/ 787986 h 831756"/>
                <a:gd name="connsiteX191" fmla="*/ 1860435 w 2912392"/>
                <a:gd name="connsiteY191" fmla="*/ 786666 h 831756"/>
                <a:gd name="connsiteX192" fmla="*/ 1870164 w 2912392"/>
                <a:gd name="connsiteY192" fmla="*/ 785321 h 831756"/>
                <a:gd name="connsiteX193" fmla="*/ 1879908 w 2912392"/>
                <a:gd name="connsiteY193" fmla="*/ 783947 h 831756"/>
                <a:gd name="connsiteX194" fmla="*/ 1889652 w 2912392"/>
                <a:gd name="connsiteY194" fmla="*/ 782538 h 831756"/>
                <a:gd name="connsiteX195" fmla="*/ 1899395 w 2912392"/>
                <a:gd name="connsiteY195" fmla="*/ 781091 h 831756"/>
                <a:gd name="connsiteX196" fmla="*/ 1909124 w 2912392"/>
                <a:gd name="connsiteY196" fmla="*/ 779601 h 831756"/>
                <a:gd name="connsiteX197" fmla="*/ 1918868 w 2912392"/>
                <a:gd name="connsiteY197" fmla="*/ 778062 h 831756"/>
                <a:gd name="connsiteX198" fmla="*/ 1928612 w 2912392"/>
                <a:gd name="connsiteY198" fmla="*/ 776472 h 831756"/>
                <a:gd name="connsiteX199" fmla="*/ 1938356 w 2912392"/>
                <a:gd name="connsiteY199" fmla="*/ 774824 h 831756"/>
                <a:gd name="connsiteX200" fmla="*/ 1948085 w 2912392"/>
                <a:gd name="connsiteY200" fmla="*/ 773116 h 831756"/>
                <a:gd name="connsiteX201" fmla="*/ 1957829 w 2912392"/>
                <a:gd name="connsiteY201" fmla="*/ 771341 h 831756"/>
                <a:gd name="connsiteX202" fmla="*/ 1967573 w 2912392"/>
                <a:gd name="connsiteY202" fmla="*/ 769495 h 831756"/>
                <a:gd name="connsiteX203" fmla="*/ 1977317 w 2912392"/>
                <a:gd name="connsiteY203" fmla="*/ 767575 h 831756"/>
                <a:gd name="connsiteX204" fmla="*/ 1987046 w 2912392"/>
                <a:gd name="connsiteY204" fmla="*/ 765575 h 831756"/>
                <a:gd name="connsiteX205" fmla="*/ 1996790 w 2912392"/>
                <a:gd name="connsiteY205" fmla="*/ 763494 h 831756"/>
                <a:gd name="connsiteX206" fmla="*/ 2006534 w 2912392"/>
                <a:gd name="connsiteY206" fmla="*/ 761326 h 831756"/>
                <a:gd name="connsiteX207" fmla="*/ 2016278 w 2912392"/>
                <a:gd name="connsiteY207" fmla="*/ 759067 h 831756"/>
                <a:gd name="connsiteX208" fmla="*/ 2026022 w 2912392"/>
                <a:gd name="connsiteY208" fmla="*/ 756716 h 831756"/>
                <a:gd name="connsiteX209" fmla="*/ 2035751 w 2912392"/>
                <a:gd name="connsiteY209" fmla="*/ 754267 h 831756"/>
                <a:gd name="connsiteX210" fmla="*/ 2045495 w 2912392"/>
                <a:gd name="connsiteY210" fmla="*/ 751721 h 831756"/>
                <a:gd name="connsiteX211" fmla="*/ 2055239 w 2912392"/>
                <a:gd name="connsiteY211" fmla="*/ 749072 h 831756"/>
                <a:gd name="connsiteX212" fmla="*/ 2064983 w 2912392"/>
                <a:gd name="connsiteY212" fmla="*/ 746318 h 831756"/>
                <a:gd name="connsiteX213" fmla="*/ 2074712 w 2912392"/>
                <a:gd name="connsiteY213" fmla="*/ 743459 h 831756"/>
                <a:gd name="connsiteX214" fmla="*/ 2084456 w 2912392"/>
                <a:gd name="connsiteY214" fmla="*/ 740493 h 831756"/>
                <a:gd name="connsiteX215" fmla="*/ 2094200 w 2912392"/>
                <a:gd name="connsiteY215" fmla="*/ 737419 h 831756"/>
                <a:gd name="connsiteX216" fmla="*/ 2103944 w 2912392"/>
                <a:gd name="connsiteY216" fmla="*/ 734235 h 831756"/>
                <a:gd name="connsiteX217" fmla="*/ 2113673 w 2912392"/>
                <a:gd name="connsiteY217" fmla="*/ 730941 h 831756"/>
                <a:gd name="connsiteX218" fmla="*/ 2123417 w 2912392"/>
                <a:gd name="connsiteY218" fmla="*/ 727537 h 831756"/>
                <a:gd name="connsiteX219" fmla="*/ 2133161 w 2912392"/>
                <a:gd name="connsiteY219" fmla="*/ 724023 h 831756"/>
                <a:gd name="connsiteX220" fmla="*/ 2142905 w 2912392"/>
                <a:gd name="connsiteY220" fmla="*/ 720400 h 831756"/>
                <a:gd name="connsiteX221" fmla="*/ 2152649 w 2912392"/>
                <a:gd name="connsiteY221" fmla="*/ 716668 h 831756"/>
                <a:gd name="connsiteX222" fmla="*/ 2162377 w 2912392"/>
                <a:gd name="connsiteY222" fmla="*/ 712828 h 831756"/>
                <a:gd name="connsiteX223" fmla="*/ 2172121 w 2912392"/>
                <a:gd name="connsiteY223" fmla="*/ 708885 h 831756"/>
                <a:gd name="connsiteX224" fmla="*/ 2181865 w 2912392"/>
                <a:gd name="connsiteY224" fmla="*/ 704838 h 831756"/>
                <a:gd name="connsiteX225" fmla="*/ 2191609 w 2912392"/>
                <a:gd name="connsiteY225" fmla="*/ 700689 h 831756"/>
                <a:gd name="connsiteX226" fmla="*/ 2201338 w 2912392"/>
                <a:gd name="connsiteY226" fmla="*/ 696442 h 831756"/>
                <a:gd name="connsiteX227" fmla="*/ 2211082 w 2912392"/>
                <a:gd name="connsiteY227" fmla="*/ 692102 h 831756"/>
                <a:gd name="connsiteX228" fmla="*/ 2220826 w 2912392"/>
                <a:gd name="connsiteY228" fmla="*/ 687668 h 831756"/>
                <a:gd name="connsiteX229" fmla="*/ 2230570 w 2912392"/>
                <a:gd name="connsiteY229" fmla="*/ 683148 h 831756"/>
                <a:gd name="connsiteX230" fmla="*/ 2240299 w 2912392"/>
                <a:gd name="connsiteY230" fmla="*/ 678544 h 831756"/>
                <a:gd name="connsiteX231" fmla="*/ 2250043 w 2912392"/>
                <a:gd name="connsiteY231" fmla="*/ 673862 h 831756"/>
                <a:gd name="connsiteX232" fmla="*/ 2259787 w 2912392"/>
                <a:gd name="connsiteY232" fmla="*/ 669104 h 831756"/>
                <a:gd name="connsiteX233" fmla="*/ 2269531 w 2912392"/>
                <a:gd name="connsiteY233" fmla="*/ 664277 h 831756"/>
                <a:gd name="connsiteX234" fmla="*/ 2279260 w 2912392"/>
                <a:gd name="connsiteY234" fmla="*/ 659387 h 831756"/>
                <a:gd name="connsiteX235" fmla="*/ 2289004 w 2912392"/>
                <a:gd name="connsiteY235" fmla="*/ 654438 h 831756"/>
                <a:gd name="connsiteX236" fmla="*/ 2298748 w 2912392"/>
                <a:gd name="connsiteY236" fmla="*/ 649436 h 831756"/>
                <a:gd name="connsiteX237" fmla="*/ 2308492 w 2912392"/>
                <a:gd name="connsiteY237" fmla="*/ 644388 h 831756"/>
                <a:gd name="connsiteX238" fmla="*/ 2318236 w 2912392"/>
                <a:gd name="connsiteY238" fmla="*/ 639300 h 831756"/>
                <a:gd name="connsiteX239" fmla="*/ 2327965 w 2912392"/>
                <a:gd name="connsiteY239" fmla="*/ 634178 h 831756"/>
                <a:gd name="connsiteX240" fmla="*/ 2337709 w 2912392"/>
                <a:gd name="connsiteY240" fmla="*/ 629028 h 831756"/>
                <a:gd name="connsiteX241" fmla="*/ 2347453 w 2912392"/>
                <a:gd name="connsiteY241" fmla="*/ 623858 h 831756"/>
                <a:gd name="connsiteX242" fmla="*/ 2357197 w 2912392"/>
                <a:gd name="connsiteY242" fmla="*/ 618674 h 831756"/>
                <a:gd name="connsiteX243" fmla="*/ 2366926 w 2912392"/>
                <a:gd name="connsiteY243" fmla="*/ 613485 h 831756"/>
                <a:gd name="connsiteX244" fmla="*/ 2376670 w 2912392"/>
                <a:gd name="connsiteY244" fmla="*/ 608294 h 831756"/>
                <a:gd name="connsiteX245" fmla="*/ 2386413 w 2912392"/>
                <a:gd name="connsiteY245" fmla="*/ 603112 h 831756"/>
                <a:gd name="connsiteX246" fmla="*/ 2396157 w 2912392"/>
                <a:gd name="connsiteY246" fmla="*/ 597945 h 831756"/>
                <a:gd name="connsiteX247" fmla="*/ 2405886 w 2912392"/>
                <a:gd name="connsiteY247" fmla="*/ 592801 h 831756"/>
                <a:gd name="connsiteX248" fmla="*/ 2415630 w 2912392"/>
                <a:gd name="connsiteY248" fmla="*/ 587686 h 831756"/>
                <a:gd name="connsiteX249" fmla="*/ 2425374 w 2912392"/>
                <a:gd name="connsiteY249" fmla="*/ 582607 h 831756"/>
                <a:gd name="connsiteX250" fmla="*/ 2435118 w 2912392"/>
                <a:gd name="connsiteY250" fmla="*/ 577572 h 831756"/>
                <a:gd name="connsiteX251" fmla="*/ 2444862 w 2912392"/>
                <a:gd name="connsiteY251" fmla="*/ 572589 h 831756"/>
                <a:gd name="connsiteX252" fmla="*/ 2454591 w 2912392"/>
                <a:gd name="connsiteY252" fmla="*/ 567663 h 831756"/>
                <a:gd name="connsiteX253" fmla="*/ 2464335 w 2912392"/>
                <a:gd name="connsiteY253" fmla="*/ 562803 h 831756"/>
                <a:gd name="connsiteX254" fmla="*/ 2474079 w 2912392"/>
                <a:gd name="connsiteY254" fmla="*/ 558016 h 831756"/>
                <a:gd name="connsiteX255" fmla="*/ 2483823 w 2912392"/>
                <a:gd name="connsiteY255" fmla="*/ 553306 h 831756"/>
                <a:gd name="connsiteX256" fmla="*/ 2493552 w 2912392"/>
                <a:gd name="connsiteY256" fmla="*/ 548685 h 831756"/>
                <a:gd name="connsiteX257" fmla="*/ 2503296 w 2912392"/>
                <a:gd name="connsiteY257" fmla="*/ 544154 h 831756"/>
                <a:gd name="connsiteX258" fmla="*/ 2513040 w 2912392"/>
                <a:gd name="connsiteY258" fmla="*/ 539723 h 831756"/>
                <a:gd name="connsiteX259" fmla="*/ 2522784 w 2912392"/>
                <a:gd name="connsiteY259" fmla="*/ 535396 h 831756"/>
                <a:gd name="connsiteX260" fmla="*/ 2532513 w 2912392"/>
                <a:gd name="connsiteY260" fmla="*/ 531180 h 831756"/>
                <a:gd name="connsiteX261" fmla="*/ 2542257 w 2912392"/>
                <a:gd name="connsiteY261" fmla="*/ 527081 h 831756"/>
                <a:gd name="connsiteX262" fmla="*/ 2552001 w 2912392"/>
                <a:gd name="connsiteY262" fmla="*/ 523105 h 831756"/>
                <a:gd name="connsiteX263" fmla="*/ 2561745 w 2912392"/>
                <a:gd name="connsiteY263" fmla="*/ 519256 h 831756"/>
                <a:gd name="connsiteX264" fmla="*/ 2571474 w 2912392"/>
                <a:gd name="connsiteY264" fmla="*/ 515540 h 831756"/>
                <a:gd name="connsiteX265" fmla="*/ 2581218 w 2912392"/>
                <a:gd name="connsiteY265" fmla="*/ 511963 h 831756"/>
                <a:gd name="connsiteX266" fmla="*/ 2590962 w 2912392"/>
                <a:gd name="connsiteY266" fmla="*/ 508528 h 831756"/>
                <a:gd name="connsiteX267" fmla="*/ 2600705 w 2912392"/>
                <a:gd name="connsiteY267" fmla="*/ 505238 h 831756"/>
                <a:gd name="connsiteX268" fmla="*/ 2610449 w 2912392"/>
                <a:gd name="connsiteY268" fmla="*/ 502100 h 831756"/>
                <a:gd name="connsiteX269" fmla="*/ 2620178 w 2912392"/>
                <a:gd name="connsiteY269" fmla="*/ 499116 h 831756"/>
                <a:gd name="connsiteX270" fmla="*/ 2629922 w 2912392"/>
                <a:gd name="connsiteY270" fmla="*/ 496291 h 831756"/>
                <a:gd name="connsiteX271" fmla="*/ 2639666 w 2912392"/>
                <a:gd name="connsiteY271" fmla="*/ 493627 h 831756"/>
                <a:gd name="connsiteX272" fmla="*/ 2649410 w 2912392"/>
                <a:gd name="connsiteY272" fmla="*/ 491127 h 831756"/>
                <a:gd name="connsiteX273" fmla="*/ 2659139 w 2912392"/>
                <a:gd name="connsiteY273" fmla="*/ 488794 h 831756"/>
                <a:gd name="connsiteX274" fmla="*/ 2668883 w 2912392"/>
                <a:gd name="connsiteY274" fmla="*/ 486630 h 831756"/>
                <a:gd name="connsiteX275" fmla="*/ 2678627 w 2912392"/>
                <a:gd name="connsiteY275" fmla="*/ 484639 h 831756"/>
                <a:gd name="connsiteX276" fmla="*/ 2688371 w 2912392"/>
                <a:gd name="connsiteY276" fmla="*/ 482821 h 831756"/>
                <a:gd name="connsiteX277" fmla="*/ 2698100 w 2912392"/>
                <a:gd name="connsiteY277" fmla="*/ 481176 h 831756"/>
                <a:gd name="connsiteX278" fmla="*/ 2707844 w 2912392"/>
                <a:gd name="connsiteY278" fmla="*/ 479708 h 831756"/>
                <a:gd name="connsiteX279" fmla="*/ 2717588 w 2912392"/>
                <a:gd name="connsiteY279" fmla="*/ 478418 h 831756"/>
                <a:gd name="connsiteX280" fmla="*/ 2727332 w 2912392"/>
                <a:gd name="connsiteY280" fmla="*/ 477304 h 831756"/>
                <a:gd name="connsiteX281" fmla="*/ 2737076 w 2912392"/>
                <a:gd name="connsiteY281" fmla="*/ 476370 h 831756"/>
                <a:gd name="connsiteX282" fmla="*/ 2746805 w 2912392"/>
                <a:gd name="connsiteY282" fmla="*/ 475611 h 831756"/>
                <a:gd name="connsiteX283" fmla="*/ 2756549 w 2912392"/>
                <a:gd name="connsiteY283" fmla="*/ 475032 h 831756"/>
                <a:gd name="connsiteX284" fmla="*/ 2766293 w 2912392"/>
                <a:gd name="connsiteY284" fmla="*/ 474631 h 831756"/>
                <a:gd name="connsiteX285" fmla="*/ 2776037 w 2912392"/>
                <a:gd name="connsiteY285" fmla="*/ 474406 h 831756"/>
                <a:gd name="connsiteX286" fmla="*/ 2785766 w 2912392"/>
                <a:gd name="connsiteY286" fmla="*/ 474357 h 831756"/>
                <a:gd name="connsiteX287" fmla="*/ 2795510 w 2912392"/>
                <a:gd name="connsiteY287" fmla="*/ 474482 h 831756"/>
                <a:gd name="connsiteX288" fmla="*/ 2805254 w 2912392"/>
                <a:gd name="connsiteY288" fmla="*/ 474781 h 831756"/>
                <a:gd name="connsiteX289" fmla="*/ 2814998 w 2912392"/>
                <a:gd name="connsiteY289" fmla="*/ 475252 h 831756"/>
                <a:gd name="connsiteX290" fmla="*/ 2824727 w 2912392"/>
                <a:gd name="connsiteY290" fmla="*/ 475891 h 831756"/>
                <a:gd name="connsiteX291" fmla="*/ 2834471 w 2912392"/>
                <a:gd name="connsiteY291" fmla="*/ 476700 h 831756"/>
                <a:gd name="connsiteX292" fmla="*/ 2844215 w 2912392"/>
                <a:gd name="connsiteY292" fmla="*/ 477673 h 831756"/>
                <a:gd name="connsiteX293" fmla="*/ 2853958 w 2912392"/>
                <a:gd name="connsiteY293" fmla="*/ 478809 h 831756"/>
                <a:gd name="connsiteX294" fmla="*/ 2863687 w 2912392"/>
                <a:gd name="connsiteY294" fmla="*/ 480105 h 831756"/>
                <a:gd name="connsiteX295" fmla="*/ 2873431 w 2912392"/>
                <a:gd name="connsiteY295" fmla="*/ 481559 h 831756"/>
                <a:gd name="connsiteX296" fmla="*/ 2883175 w 2912392"/>
                <a:gd name="connsiteY296" fmla="*/ 483167 h 831756"/>
                <a:gd name="connsiteX297" fmla="*/ 2892919 w 2912392"/>
                <a:gd name="connsiteY297" fmla="*/ 484923 h 831756"/>
                <a:gd name="connsiteX298" fmla="*/ 2902663 w 2912392"/>
                <a:gd name="connsiteY298" fmla="*/ 486829 h 831756"/>
                <a:gd name="connsiteX299" fmla="*/ 2912392 w 2912392"/>
                <a:gd name="connsiteY299" fmla="*/ 488877 h 831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31756">
                  <a:moveTo>
                    <a:pt x="0" y="124241"/>
                  </a:moveTo>
                  <a:lnTo>
                    <a:pt x="9739" y="119192"/>
                  </a:lnTo>
                  <a:lnTo>
                    <a:pt x="19480" y="114110"/>
                  </a:lnTo>
                  <a:lnTo>
                    <a:pt x="29221" y="109005"/>
                  </a:lnTo>
                  <a:lnTo>
                    <a:pt x="38961" y="103892"/>
                  </a:lnTo>
                  <a:lnTo>
                    <a:pt x="48702" y="98779"/>
                  </a:lnTo>
                  <a:lnTo>
                    <a:pt x="58443" y="93680"/>
                  </a:lnTo>
                  <a:lnTo>
                    <a:pt x="68182" y="88607"/>
                  </a:lnTo>
                  <a:lnTo>
                    <a:pt x="77923" y="83573"/>
                  </a:lnTo>
                  <a:lnTo>
                    <a:pt x="87664" y="78585"/>
                  </a:lnTo>
                  <a:lnTo>
                    <a:pt x="97404" y="73659"/>
                  </a:lnTo>
                  <a:lnTo>
                    <a:pt x="107145" y="68805"/>
                  </a:lnTo>
                  <a:lnTo>
                    <a:pt x="116886" y="64033"/>
                  </a:lnTo>
                  <a:lnTo>
                    <a:pt x="126625" y="59358"/>
                  </a:lnTo>
                  <a:lnTo>
                    <a:pt x="136366" y="54785"/>
                  </a:lnTo>
                  <a:lnTo>
                    <a:pt x="146107" y="50330"/>
                  </a:lnTo>
                  <a:lnTo>
                    <a:pt x="155846" y="46001"/>
                  </a:lnTo>
                  <a:lnTo>
                    <a:pt x="165587" y="41809"/>
                  </a:lnTo>
                  <a:lnTo>
                    <a:pt x="175328" y="37764"/>
                  </a:lnTo>
                  <a:lnTo>
                    <a:pt x="185068" y="33876"/>
                  </a:lnTo>
                  <a:lnTo>
                    <a:pt x="194809" y="30154"/>
                  </a:lnTo>
                  <a:lnTo>
                    <a:pt x="204550" y="26608"/>
                  </a:lnTo>
                  <a:lnTo>
                    <a:pt x="214289" y="23248"/>
                  </a:lnTo>
                  <a:lnTo>
                    <a:pt x="224030" y="20081"/>
                  </a:lnTo>
                  <a:lnTo>
                    <a:pt x="233771" y="17116"/>
                  </a:lnTo>
                  <a:lnTo>
                    <a:pt x="243510" y="14363"/>
                  </a:lnTo>
                  <a:lnTo>
                    <a:pt x="253251" y="11827"/>
                  </a:lnTo>
                  <a:lnTo>
                    <a:pt x="262992" y="9517"/>
                  </a:lnTo>
                  <a:lnTo>
                    <a:pt x="272732" y="7442"/>
                  </a:lnTo>
                  <a:lnTo>
                    <a:pt x="282473" y="5606"/>
                  </a:lnTo>
                  <a:lnTo>
                    <a:pt x="292214" y="4020"/>
                  </a:lnTo>
                  <a:lnTo>
                    <a:pt x="301953" y="2685"/>
                  </a:lnTo>
                  <a:lnTo>
                    <a:pt x="311694" y="1611"/>
                  </a:lnTo>
                  <a:lnTo>
                    <a:pt x="321435" y="802"/>
                  </a:lnTo>
                  <a:lnTo>
                    <a:pt x="331175" y="262"/>
                  </a:lnTo>
                  <a:lnTo>
                    <a:pt x="340916" y="0"/>
                  </a:lnTo>
                  <a:lnTo>
                    <a:pt x="350656" y="18"/>
                  </a:lnTo>
                  <a:lnTo>
                    <a:pt x="360396" y="322"/>
                  </a:lnTo>
                  <a:lnTo>
                    <a:pt x="370137" y="913"/>
                  </a:lnTo>
                  <a:lnTo>
                    <a:pt x="379878" y="1798"/>
                  </a:lnTo>
                  <a:lnTo>
                    <a:pt x="389617" y="2980"/>
                  </a:lnTo>
                  <a:lnTo>
                    <a:pt x="399358" y="4459"/>
                  </a:lnTo>
                  <a:lnTo>
                    <a:pt x="409099" y="6243"/>
                  </a:lnTo>
                  <a:lnTo>
                    <a:pt x="418839" y="8329"/>
                  </a:lnTo>
                  <a:lnTo>
                    <a:pt x="428580" y="10721"/>
                  </a:lnTo>
                  <a:lnTo>
                    <a:pt x="438321" y="13421"/>
                  </a:lnTo>
                  <a:lnTo>
                    <a:pt x="448060" y="16431"/>
                  </a:lnTo>
                  <a:lnTo>
                    <a:pt x="457801" y="19750"/>
                  </a:lnTo>
                  <a:lnTo>
                    <a:pt x="467542" y="23379"/>
                  </a:lnTo>
                  <a:lnTo>
                    <a:pt x="477281" y="27320"/>
                  </a:lnTo>
                  <a:lnTo>
                    <a:pt x="487022" y="31571"/>
                  </a:lnTo>
                  <a:lnTo>
                    <a:pt x="496763" y="36131"/>
                  </a:lnTo>
                  <a:lnTo>
                    <a:pt x="506503" y="41002"/>
                  </a:lnTo>
                  <a:lnTo>
                    <a:pt x="516244" y="46181"/>
                  </a:lnTo>
                  <a:lnTo>
                    <a:pt x="525985" y="51665"/>
                  </a:lnTo>
                  <a:lnTo>
                    <a:pt x="535724" y="57455"/>
                  </a:lnTo>
                  <a:lnTo>
                    <a:pt x="545465" y="63546"/>
                  </a:lnTo>
                  <a:lnTo>
                    <a:pt x="555206" y="69936"/>
                  </a:lnTo>
                  <a:lnTo>
                    <a:pt x="564946" y="76622"/>
                  </a:lnTo>
                  <a:lnTo>
                    <a:pt x="574687" y="83603"/>
                  </a:lnTo>
                  <a:lnTo>
                    <a:pt x="584428" y="90870"/>
                  </a:lnTo>
                  <a:lnTo>
                    <a:pt x="594167" y="98424"/>
                  </a:lnTo>
                  <a:lnTo>
                    <a:pt x="603908" y="106258"/>
                  </a:lnTo>
                  <a:lnTo>
                    <a:pt x="613649" y="114368"/>
                  </a:lnTo>
                  <a:lnTo>
                    <a:pt x="623388" y="122747"/>
                  </a:lnTo>
                  <a:lnTo>
                    <a:pt x="633129" y="131391"/>
                  </a:lnTo>
                  <a:lnTo>
                    <a:pt x="642870" y="140293"/>
                  </a:lnTo>
                  <a:lnTo>
                    <a:pt x="652610" y="149447"/>
                  </a:lnTo>
                  <a:lnTo>
                    <a:pt x="662351" y="158847"/>
                  </a:lnTo>
                  <a:lnTo>
                    <a:pt x="672092" y="168485"/>
                  </a:lnTo>
                  <a:lnTo>
                    <a:pt x="681831" y="178354"/>
                  </a:lnTo>
                  <a:lnTo>
                    <a:pt x="691572" y="188445"/>
                  </a:lnTo>
                  <a:lnTo>
                    <a:pt x="701313" y="198751"/>
                  </a:lnTo>
                  <a:lnTo>
                    <a:pt x="711052" y="209264"/>
                  </a:lnTo>
                  <a:lnTo>
                    <a:pt x="720793" y="219975"/>
                  </a:lnTo>
                  <a:lnTo>
                    <a:pt x="730534" y="230872"/>
                  </a:lnTo>
                  <a:lnTo>
                    <a:pt x="740274" y="241949"/>
                  </a:lnTo>
                  <a:lnTo>
                    <a:pt x="750015" y="253195"/>
                  </a:lnTo>
                  <a:lnTo>
                    <a:pt x="759756" y="264600"/>
                  </a:lnTo>
                  <a:lnTo>
                    <a:pt x="769495" y="276153"/>
                  </a:lnTo>
                  <a:lnTo>
                    <a:pt x="779236" y="287844"/>
                  </a:lnTo>
                  <a:lnTo>
                    <a:pt x="788977" y="299662"/>
                  </a:lnTo>
                  <a:lnTo>
                    <a:pt x="798717" y="311596"/>
                  </a:lnTo>
                  <a:lnTo>
                    <a:pt x="808458" y="323634"/>
                  </a:lnTo>
                  <a:lnTo>
                    <a:pt x="818199" y="335763"/>
                  </a:lnTo>
                  <a:lnTo>
                    <a:pt x="827938" y="347975"/>
                  </a:lnTo>
                  <a:lnTo>
                    <a:pt x="837679" y="360254"/>
                  </a:lnTo>
                  <a:lnTo>
                    <a:pt x="847420" y="372591"/>
                  </a:lnTo>
                  <a:lnTo>
                    <a:pt x="857159" y="384970"/>
                  </a:lnTo>
                  <a:lnTo>
                    <a:pt x="866900" y="397383"/>
                  </a:lnTo>
                  <a:lnTo>
                    <a:pt x="876641" y="409813"/>
                  </a:lnTo>
                  <a:lnTo>
                    <a:pt x="886381" y="422249"/>
                  </a:lnTo>
                  <a:lnTo>
                    <a:pt x="896122" y="434679"/>
                  </a:lnTo>
                  <a:lnTo>
                    <a:pt x="905863" y="447090"/>
                  </a:lnTo>
                  <a:lnTo>
                    <a:pt x="915602" y="459468"/>
                  </a:lnTo>
                  <a:lnTo>
                    <a:pt x="925343" y="471802"/>
                  </a:lnTo>
                  <a:lnTo>
                    <a:pt x="935084" y="484077"/>
                  </a:lnTo>
                  <a:lnTo>
                    <a:pt x="944824" y="496282"/>
                  </a:lnTo>
                  <a:lnTo>
                    <a:pt x="954564" y="508404"/>
                  </a:lnTo>
                  <a:lnTo>
                    <a:pt x="964305" y="520430"/>
                  </a:lnTo>
                  <a:lnTo>
                    <a:pt x="974045" y="532348"/>
                  </a:lnTo>
                  <a:lnTo>
                    <a:pt x="983786" y="544145"/>
                  </a:lnTo>
                  <a:lnTo>
                    <a:pt x="993522" y="555809"/>
                  </a:lnTo>
                  <a:lnTo>
                    <a:pt x="1003266" y="567331"/>
                  </a:lnTo>
                  <a:lnTo>
                    <a:pt x="1013010" y="578696"/>
                  </a:lnTo>
                  <a:lnTo>
                    <a:pt x="1022754" y="589895"/>
                  </a:lnTo>
                  <a:lnTo>
                    <a:pt x="1032483" y="600916"/>
                  </a:lnTo>
                  <a:lnTo>
                    <a:pt x="1042227" y="611748"/>
                  </a:lnTo>
                  <a:lnTo>
                    <a:pt x="1051971" y="622381"/>
                  </a:lnTo>
                  <a:lnTo>
                    <a:pt x="1061715" y="632807"/>
                  </a:lnTo>
                  <a:lnTo>
                    <a:pt x="1071444" y="643015"/>
                  </a:lnTo>
                  <a:lnTo>
                    <a:pt x="1081188" y="652996"/>
                  </a:lnTo>
                  <a:lnTo>
                    <a:pt x="1090932" y="662741"/>
                  </a:lnTo>
                  <a:lnTo>
                    <a:pt x="1100676" y="672242"/>
                  </a:lnTo>
                  <a:lnTo>
                    <a:pt x="1110405" y="681493"/>
                  </a:lnTo>
                  <a:lnTo>
                    <a:pt x="1120149" y="690487"/>
                  </a:lnTo>
                  <a:lnTo>
                    <a:pt x="1129893" y="699215"/>
                  </a:lnTo>
                  <a:lnTo>
                    <a:pt x="1139637" y="707675"/>
                  </a:lnTo>
                  <a:lnTo>
                    <a:pt x="1149381" y="715857"/>
                  </a:lnTo>
                  <a:lnTo>
                    <a:pt x="1159110" y="723761"/>
                  </a:lnTo>
                  <a:lnTo>
                    <a:pt x="1168854" y="731379"/>
                  </a:lnTo>
                  <a:lnTo>
                    <a:pt x="1178598" y="738711"/>
                  </a:lnTo>
                  <a:lnTo>
                    <a:pt x="1188341" y="745751"/>
                  </a:lnTo>
                  <a:lnTo>
                    <a:pt x="1198070" y="752498"/>
                  </a:lnTo>
                  <a:lnTo>
                    <a:pt x="1207814" y="758951"/>
                  </a:lnTo>
                  <a:lnTo>
                    <a:pt x="1217558" y="765107"/>
                  </a:lnTo>
                  <a:lnTo>
                    <a:pt x="1227302" y="770969"/>
                  </a:lnTo>
                  <a:lnTo>
                    <a:pt x="1237031" y="776533"/>
                  </a:lnTo>
                  <a:lnTo>
                    <a:pt x="1246775" y="781805"/>
                  </a:lnTo>
                  <a:lnTo>
                    <a:pt x="1256519" y="786781"/>
                  </a:lnTo>
                  <a:lnTo>
                    <a:pt x="1266263" y="791467"/>
                  </a:lnTo>
                  <a:lnTo>
                    <a:pt x="1276007" y="795863"/>
                  </a:lnTo>
                  <a:lnTo>
                    <a:pt x="1285736" y="799976"/>
                  </a:lnTo>
                  <a:lnTo>
                    <a:pt x="1295480" y="803804"/>
                  </a:lnTo>
                  <a:lnTo>
                    <a:pt x="1305224" y="807358"/>
                  </a:lnTo>
                  <a:lnTo>
                    <a:pt x="1314968" y="810637"/>
                  </a:lnTo>
                  <a:lnTo>
                    <a:pt x="1324697" y="813650"/>
                  </a:lnTo>
                  <a:lnTo>
                    <a:pt x="1334441" y="816402"/>
                  </a:lnTo>
                  <a:lnTo>
                    <a:pt x="1344185" y="818899"/>
                  </a:lnTo>
                  <a:lnTo>
                    <a:pt x="1353929" y="821147"/>
                  </a:lnTo>
                  <a:lnTo>
                    <a:pt x="1363658" y="823155"/>
                  </a:lnTo>
                  <a:lnTo>
                    <a:pt x="1373402" y="824928"/>
                  </a:lnTo>
                  <a:lnTo>
                    <a:pt x="1383146" y="826478"/>
                  </a:lnTo>
                  <a:lnTo>
                    <a:pt x="1392890" y="827808"/>
                  </a:lnTo>
                  <a:lnTo>
                    <a:pt x="1402619" y="828929"/>
                  </a:lnTo>
                  <a:lnTo>
                    <a:pt x="1412363" y="829849"/>
                  </a:lnTo>
                  <a:lnTo>
                    <a:pt x="1422106" y="830578"/>
                  </a:lnTo>
                  <a:lnTo>
                    <a:pt x="1431850" y="831125"/>
                  </a:lnTo>
                  <a:lnTo>
                    <a:pt x="1441594" y="831496"/>
                  </a:lnTo>
                  <a:lnTo>
                    <a:pt x="1451323" y="831704"/>
                  </a:lnTo>
                  <a:lnTo>
                    <a:pt x="1461067" y="831757"/>
                  </a:lnTo>
                  <a:lnTo>
                    <a:pt x="1470811" y="831663"/>
                  </a:lnTo>
                  <a:lnTo>
                    <a:pt x="1480555" y="831433"/>
                  </a:lnTo>
                  <a:lnTo>
                    <a:pt x="1490284" y="831076"/>
                  </a:lnTo>
                  <a:lnTo>
                    <a:pt x="1500028" y="830600"/>
                  </a:lnTo>
                  <a:lnTo>
                    <a:pt x="1509772" y="830015"/>
                  </a:lnTo>
                  <a:lnTo>
                    <a:pt x="1519516" y="829331"/>
                  </a:lnTo>
                  <a:lnTo>
                    <a:pt x="1529245" y="828553"/>
                  </a:lnTo>
                  <a:lnTo>
                    <a:pt x="1538989" y="827694"/>
                  </a:lnTo>
                  <a:lnTo>
                    <a:pt x="1548733" y="826758"/>
                  </a:lnTo>
                  <a:lnTo>
                    <a:pt x="1558477" y="825757"/>
                  </a:lnTo>
                  <a:lnTo>
                    <a:pt x="1568221" y="824694"/>
                  </a:lnTo>
                  <a:lnTo>
                    <a:pt x="1577950" y="823581"/>
                  </a:lnTo>
                  <a:lnTo>
                    <a:pt x="1587694" y="822422"/>
                  </a:lnTo>
                  <a:lnTo>
                    <a:pt x="1597438" y="821226"/>
                  </a:lnTo>
                  <a:lnTo>
                    <a:pt x="1607182" y="819997"/>
                  </a:lnTo>
                  <a:lnTo>
                    <a:pt x="1616911" y="818741"/>
                  </a:lnTo>
                  <a:lnTo>
                    <a:pt x="1626655" y="817465"/>
                  </a:lnTo>
                  <a:lnTo>
                    <a:pt x="1636399" y="816172"/>
                  </a:lnTo>
                  <a:lnTo>
                    <a:pt x="1646142" y="814869"/>
                  </a:lnTo>
                  <a:lnTo>
                    <a:pt x="1655872" y="813557"/>
                  </a:lnTo>
                  <a:lnTo>
                    <a:pt x="1665616" y="812242"/>
                  </a:lnTo>
                  <a:lnTo>
                    <a:pt x="1675359" y="810926"/>
                  </a:lnTo>
                  <a:lnTo>
                    <a:pt x="1685103" y="809612"/>
                  </a:lnTo>
                  <a:lnTo>
                    <a:pt x="1694832" y="808303"/>
                  </a:lnTo>
                  <a:lnTo>
                    <a:pt x="1704576" y="806999"/>
                  </a:lnTo>
                  <a:lnTo>
                    <a:pt x="1714320" y="805701"/>
                  </a:lnTo>
                  <a:lnTo>
                    <a:pt x="1724064" y="804414"/>
                  </a:lnTo>
                  <a:lnTo>
                    <a:pt x="1733808" y="803133"/>
                  </a:lnTo>
                  <a:lnTo>
                    <a:pt x="1743537" y="801860"/>
                  </a:lnTo>
                  <a:lnTo>
                    <a:pt x="1753281" y="800595"/>
                  </a:lnTo>
                  <a:lnTo>
                    <a:pt x="1763025" y="799338"/>
                  </a:lnTo>
                  <a:lnTo>
                    <a:pt x="1772769" y="798086"/>
                  </a:lnTo>
                  <a:lnTo>
                    <a:pt x="1782498" y="796836"/>
                  </a:lnTo>
                  <a:lnTo>
                    <a:pt x="1792242" y="795589"/>
                  </a:lnTo>
                  <a:lnTo>
                    <a:pt x="1801986" y="794342"/>
                  </a:lnTo>
                  <a:lnTo>
                    <a:pt x="1811730" y="793091"/>
                  </a:lnTo>
                  <a:lnTo>
                    <a:pt x="1821459" y="791833"/>
                  </a:lnTo>
                  <a:lnTo>
                    <a:pt x="1831203" y="790565"/>
                  </a:lnTo>
                  <a:lnTo>
                    <a:pt x="1840947" y="789284"/>
                  </a:lnTo>
                  <a:lnTo>
                    <a:pt x="1850691" y="787986"/>
                  </a:lnTo>
                  <a:lnTo>
                    <a:pt x="1860435" y="786666"/>
                  </a:lnTo>
                  <a:lnTo>
                    <a:pt x="1870164" y="785321"/>
                  </a:lnTo>
                  <a:lnTo>
                    <a:pt x="1879908" y="783947"/>
                  </a:lnTo>
                  <a:lnTo>
                    <a:pt x="1889652" y="782538"/>
                  </a:lnTo>
                  <a:lnTo>
                    <a:pt x="1899395" y="781091"/>
                  </a:lnTo>
                  <a:lnTo>
                    <a:pt x="1909124" y="779601"/>
                  </a:lnTo>
                  <a:lnTo>
                    <a:pt x="1918868" y="778062"/>
                  </a:lnTo>
                  <a:lnTo>
                    <a:pt x="1928612" y="776472"/>
                  </a:lnTo>
                  <a:lnTo>
                    <a:pt x="1938356" y="774824"/>
                  </a:lnTo>
                  <a:lnTo>
                    <a:pt x="1948085" y="773116"/>
                  </a:lnTo>
                  <a:lnTo>
                    <a:pt x="1957829" y="771341"/>
                  </a:lnTo>
                  <a:lnTo>
                    <a:pt x="1967573" y="769495"/>
                  </a:lnTo>
                  <a:lnTo>
                    <a:pt x="1977317" y="767575"/>
                  </a:lnTo>
                  <a:lnTo>
                    <a:pt x="1987046" y="765575"/>
                  </a:lnTo>
                  <a:lnTo>
                    <a:pt x="1996790" y="763494"/>
                  </a:lnTo>
                  <a:lnTo>
                    <a:pt x="2006534" y="761326"/>
                  </a:lnTo>
                  <a:lnTo>
                    <a:pt x="2016278" y="759067"/>
                  </a:lnTo>
                  <a:lnTo>
                    <a:pt x="2026022" y="756716"/>
                  </a:lnTo>
                  <a:lnTo>
                    <a:pt x="2035751" y="754267"/>
                  </a:lnTo>
                  <a:lnTo>
                    <a:pt x="2045495" y="751721"/>
                  </a:lnTo>
                  <a:lnTo>
                    <a:pt x="2055239" y="749072"/>
                  </a:lnTo>
                  <a:lnTo>
                    <a:pt x="2064983" y="746318"/>
                  </a:lnTo>
                  <a:lnTo>
                    <a:pt x="2074712" y="743459"/>
                  </a:lnTo>
                  <a:lnTo>
                    <a:pt x="2084456" y="740493"/>
                  </a:lnTo>
                  <a:lnTo>
                    <a:pt x="2094200" y="737419"/>
                  </a:lnTo>
                  <a:lnTo>
                    <a:pt x="2103944" y="734235"/>
                  </a:lnTo>
                  <a:lnTo>
                    <a:pt x="2113673" y="730941"/>
                  </a:lnTo>
                  <a:lnTo>
                    <a:pt x="2123417" y="727537"/>
                  </a:lnTo>
                  <a:lnTo>
                    <a:pt x="2133161" y="724023"/>
                  </a:lnTo>
                  <a:lnTo>
                    <a:pt x="2142905" y="720400"/>
                  </a:lnTo>
                  <a:lnTo>
                    <a:pt x="2152649" y="716668"/>
                  </a:lnTo>
                  <a:lnTo>
                    <a:pt x="2162377" y="712828"/>
                  </a:lnTo>
                  <a:lnTo>
                    <a:pt x="2172121" y="708885"/>
                  </a:lnTo>
                  <a:lnTo>
                    <a:pt x="2181865" y="704838"/>
                  </a:lnTo>
                  <a:lnTo>
                    <a:pt x="2191609" y="700689"/>
                  </a:lnTo>
                  <a:lnTo>
                    <a:pt x="2201338" y="696442"/>
                  </a:lnTo>
                  <a:lnTo>
                    <a:pt x="2211082" y="692102"/>
                  </a:lnTo>
                  <a:lnTo>
                    <a:pt x="2220826" y="687668"/>
                  </a:lnTo>
                  <a:lnTo>
                    <a:pt x="2230570" y="683148"/>
                  </a:lnTo>
                  <a:lnTo>
                    <a:pt x="2240299" y="678544"/>
                  </a:lnTo>
                  <a:lnTo>
                    <a:pt x="2250043" y="673862"/>
                  </a:lnTo>
                  <a:lnTo>
                    <a:pt x="2259787" y="669104"/>
                  </a:lnTo>
                  <a:lnTo>
                    <a:pt x="2269531" y="664277"/>
                  </a:lnTo>
                  <a:lnTo>
                    <a:pt x="2279260" y="659387"/>
                  </a:lnTo>
                  <a:lnTo>
                    <a:pt x="2289004" y="654438"/>
                  </a:lnTo>
                  <a:lnTo>
                    <a:pt x="2298748" y="649436"/>
                  </a:lnTo>
                  <a:lnTo>
                    <a:pt x="2308492" y="644388"/>
                  </a:lnTo>
                  <a:lnTo>
                    <a:pt x="2318236" y="639300"/>
                  </a:lnTo>
                  <a:lnTo>
                    <a:pt x="2327965" y="634178"/>
                  </a:lnTo>
                  <a:lnTo>
                    <a:pt x="2337709" y="629028"/>
                  </a:lnTo>
                  <a:lnTo>
                    <a:pt x="2347453" y="623858"/>
                  </a:lnTo>
                  <a:lnTo>
                    <a:pt x="2357197" y="618674"/>
                  </a:lnTo>
                  <a:lnTo>
                    <a:pt x="2366926" y="613485"/>
                  </a:lnTo>
                  <a:lnTo>
                    <a:pt x="2376670" y="608294"/>
                  </a:lnTo>
                  <a:lnTo>
                    <a:pt x="2386413" y="603112"/>
                  </a:lnTo>
                  <a:lnTo>
                    <a:pt x="2396157" y="597945"/>
                  </a:lnTo>
                  <a:lnTo>
                    <a:pt x="2405886" y="592801"/>
                  </a:lnTo>
                  <a:lnTo>
                    <a:pt x="2415630" y="587686"/>
                  </a:lnTo>
                  <a:lnTo>
                    <a:pt x="2425374" y="582607"/>
                  </a:lnTo>
                  <a:lnTo>
                    <a:pt x="2435118" y="577572"/>
                  </a:lnTo>
                  <a:lnTo>
                    <a:pt x="2444862" y="572589"/>
                  </a:lnTo>
                  <a:lnTo>
                    <a:pt x="2454591" y="567663"/>
                  </a:lnTo>
                  <a:lnTo>
                    <a:pt x="2464335" y="562803"/>
                  </a:lnTo>
                  <a:lnTo>
                    <a:pt x="2474079" y="558016"/>
                  </a:lnTo>
                  <a:lnTo>
                    <a:pt x="2483823" y="553306"/>
                  </a:lnTo>
                  <a:lnTo>
                    <a:pt x="2493552" y="548685"/>
                  </a:lnTo>
                  <a:lnTo>
                    <a:pt x="2503296" y="544154"/>
                  </a:lnTo>
                  <a:lnTo>
                    <a:pt x="2513040" y="539723"/>
                  </a:lnTo>
                  <a:lnTo>
                    <a:pt x="2522784" y="535396"/>
                  </a:lnTo>
                  <a:lnTo>
                    <a:pt x="2532513" y="531180"/>
                  </a:lnTo>
                  <a:lnTo>
                    <a:pt x="2542257" y="527081"/>
                  </a:lnTo>
                  <a:lnTo>
                    <a:pt x="2552001" y="523105"/>
                  </a:lnTo>
                  <a:lnTo>
                    <a:pt x="2561745" y="519256"/>
                  </a:lnTo>
                  <a:lnTo>
                    <a:pt x="2571474" y="515540"/>
                  </a:lnTo>
                  <a:lnTo>
                    <a:pt x="2581218" y="511963"/>
                  </a:lnTo>
                  <a:lnTo>
                    <a:pt x="2590962" y="508528"/>
                  </a:lnTo>
                  <a:lnTo>
                    <a:pt x="2600705" y="505238"/>
                  </a:lnTo>
                  <a:lnTo>
                    <a:pt x="2610449" y="502100"/>
                  </a:lnTo>
                  <a:lnTo>
                    <a:pt x="2620178" y="499116"/>
                  </a:lnTo>
                  <a:lnTo>
                    <a:pt x="2629922" y="496291"/>
                  </a:lnTo>
                  <a:lnTo>
                    <a:pt x="2639666" y="493627"/>
                  </a:lnTo>
                  <a:lnTo>
                    <a:pt x="2649410" y="491127"/>
                  </a:lnTo>
                  <a:lnTo>
                    <a:pt x="2659139" y="488794"/>
                  </a:lnTo>
                  <a:lnTo>
                    <a:pt x="2668883" y="486630"/>
                  </a:lnTo>
                  <a:lnTo>
                    <a:pt x="2678627" y="484639"/>
                  </a:lnTo>
                  <a:lnTo>
                    <a:pt x="2688371" y="482821"/>
                  </a:lnTo>
                  <a:lnTo>
                    <a:pt x="2698100" y="481176"/>
                  </a:lnTo>
                  <a:lnTo>
                    <a:pt x="2707844" y="479708"/>
                  </a:lnTo>
                  <a:lnTo>
                    <a:pt x="2717588" y="478418"/>
                  </a:lnTo>
                  <a:lnTo>
                    <a:pt x="2727332" y="477304"/>
                  </a:lnTo>
                  <a:lnTo>
                    <a:pt x="2737076" y="476370"/>
                  </a:lnTo>
                  <a:lnTo>
                    <a:pt x="2746805" y="475611"/>
                  </a:lnTo>
                  <a:lnTo>
                    <a:pt x="2756549" y="475032"/>
                  </a:lnTo>
                  <a:lnTo>
                    <a:pt x="2766293" y="474631"/>
                  </a:lnTo>
                  <a:lnTo>
                    <a:pt x="2776037" y="474406"/>
                  </a:lnTo>
                  <a:lnTo>
                    <a:pt x="2785766" y="474357"/>
                  </a:lnTo>
                  <a:lnTo>
                    <a:pt x="2795510" y="474482"/>
                  </a:lnTo>
                  <a:lnTo>
                    <a:pt x="2805254" y="474781"/>
                  </a:lnTo>
                  <a:lnTo>
                    <a:pt x="2814998" y="475252"/>
                  </a:lnTo>
                  <a:lnTo>
                    <a:pt x="2824727" y="475891"/>
                  </a:lnTo>
                  <a:lnTo>
                    <a:pt x="2834471" y="476700"/>
                  </a:lnTo>
                  <a:lnTo>
                    <a:pt x="2844215" y="477673"/>
                  </a:lnTo>
                  <a:lnTo>
                    <a:pt x="2853958" y="478809"/>
                  </a:lnTo>
                  <a:lnTo>
                    <a:pt x="2863687" y="480105"/>
                  </a:lnTo>
                  <a:lnTo>
                    <a:pt x="2873431" y="481559"/>
                  </a:lnTo>
                  <a:lnTo>
                    <a:pt x="2883175" y="483167"/>
                  </a:lnTo>
                  <a:lnTo>
                    <a:pt x="2892919" y="484923"/>
                  </a:lnTo>
                  <a:lnTo>
                    <a:pt x="2902663" y="486829"/>
                  </a:lnTo>
                  <a:lnTo>
                    <a:pt x="2912392" y="48887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2" name="Freeform 601">
              <a:extLst>
                <a:ext uri="{FF2B5EF4-FFF2-40B4-BE49-F238E27FC236}">
                  <a16:creationId xmlns:a16="http://schemas.microsoft.com/office/drawing/2014/main" id="{580C0868-3D38-3FCC-FDDA-DA93A2A1E9E8}"/>
                </a:ext>
              </a:extLst>
            </p:cNvPr>
            <p:cNvSpPr/>
            <p:nvPr/>
          </p:nvSpPr>
          <p:spPr>
            <a:xfrm>
              <a:off x="576446" y="3142019"/>
              <a:ext cx="2912392" cy="791621"/>
            </a:xfrm>
            <a:custGeom>
              <a:avLst/>
              <a:gdLst>
                <a:gd name="connsiteX0" fmla="*/ 0 w 2912392"/>
                <a:gd name="connsiteY0" fmla="*/ 539786 h 791621"/>
                <a:gd name="connsiteX1" fmla="*/ 9739 w 2912392"/>
                <a:gd name="connsiteY1" fmla="*/ 550148 h 791621"/>
                <a:gd name="connsiteX2" fmla="*/ 19480 w 2912392"/>
                <a:gd name="connsiteY2" fmla="*/ 560385 h 791621"/>
                <a:gd name="connsiteX3" fmla="*/ 29221 w 2912392"/>
                <a:gd name="connsiteY3" fmla="*/ 570488 h 791621"/>
                <a:gd name="connsiteX4" fmla="*/ 38961 w 2912392"/>
                <a:gd name="connsiteY4" fmla="*/ 580446 h 791621"/>
                <a:gd name="connsiteX5" fmla="*/ 48702 w 2912392"/>
                <a:gd name="connsiteY5" fmla="*/ 590253 h 791621"/>
                <a:gd name="connsiteX6" fmla="*/ 58443 w 2912392"/>
                <a:gd name="connsiteY6" fmla="*/ 599899 h 791621"/>
                <a:gd name="connsiteX7" fmla="*/ 68182 w 2912392"/>
                <a:gd name="connsiteY7" fmla="*/ 609373 h 791621"/>
                <a:gd name="connsiteX8" fmla="*/ 77923 w 2912392"/>
                <a:gd name="connsiteY8" fmla="*/ 618670 h 791621"/>
                <a:gd name="connsiteX9" fmla="*/ 87664 w 2912392"/>
                <a:gd name="connsiteY9" fmla="*/ 627782 h 791621"/>
                <a:gd name="connsiteX10" fmla="*/ 97404 w 2912392"/>
                <a:gd name="connsiteY10" fmla="*/ 636699 h 791621"/>
                <a:gd name="connsiteX11" fmla="*/ 107145 w 2912392"/>
                <a:gd name="connsiteY11" fmla="*/ 645415 h 791621"/>
                <a:gd name="connsiteX12" fmla="*/ 116886 w 2912392"/>
                <a:gd name="connsiteY12" fmla="*/ 653922 h 791621"/>
                <a:gd name="connsiteX13" fmla="*/ 126625 w 2912392"/>
                <a:gd name="connsiteY13" fmla="*/ 662217 h 791621"/>
                <a:gd name="connsiteX14" fmla="*/ 136366 w 2912392"/>
                <a:gd name="connsiteY14" fmla="*/ 670287 h 791621"/>
                <a:gd name="connsiteX15" fmla="*/ 146107 w 2912392"/>
                <a:gd name="connsiteY15" fmla="*/ 678132 h 791621"/>
                <a:gd name="connsiteX16" fmla="*/ 155846 w 2912392"/>
                <a:gd name="connsiteY16" fmla="*/ 685743 h 791621"/>
                <a:gd name="connsiteX17" fmla="*/ 165587 w 2912392"/>
                <a:gd name="connsiteY17" fmla="*/ 693115 h 791621"/>
                <a:gd name="connsiteX18" fmla="*/ 175328 w 2912392"/>
                <a:gd name="connsiteY18" fmla="*/ 700245 h 791621"/>
                <a:gd name="connsiteX19" fmla="*/ 185068 w 2912392"/>
                <a:gd name="connsiteY19" fmla="*/ 707125 h 791621"/>
                <a:gd name="connsiteX20" fmla="*/ 194809 w 2912392"/>
                <a:gd name="connsiteY20" fmla="*/ 713752 h 791621"/>
                <a:gd name="connsiteX21" fmla="*/ 204550 w 2912392"/>
                <a:gd name="connsiteY21" fmla="*/ 720123 h 791621"/>
                <a:gd name="connsiteX22" fmla="*/ 214289 w 2912392"/>
                <a:gd name="connsiteY22" fmla="*/ 726233 h 791621"/>
                <a:gd name="connsiteX23" fmla="*/ 224030 w 2912392"/>
                <a:gd name="connsiteY23" fmla="*/ 732078 h 791621"/>
                <a:gd name="connsiteX24" fmla="*/ 233771 w 2912392"/>
                <a:gd name="connsiteY24" fmla="*/ 737657 h 791621"/>
                <a:gd name="connsiteX25" fmla="*/ 243510 w 2912392"/>
                <a:gd name="connsiteY25" fmla="*/ 742966 h 791621"/>
                <a:gd name="connsiteX26" fmla="*/ 253251 w 2912392"/>
                <a:gd name="connsiteY26" fmla="*/ 748003 h 791621"/>
                <a:gd name="connsiteX27" fmla="*/ 262992 w 2912392"/>
                <a:gd name="connsiteY27" fmla="*/ 752767 h 791621"/>
                <a:gd name="connsiteX28" fmla="*/ 272732 w 2912392"/>
                <a:gd name="connsiteY28" fmla="*/ 757256 h 791621"/>
                <a:gd name="connsiteX29" fmla="*/ 282473 w 2912392"/>
                <a:gd name="connsiteY29" fmla="*/ 761468 h 791621"/>
                <a:gd name="connsiteX30" fmla="*/ 292214 w 2912392"/>
                <a:gd name="connsiteY30" fmla="*/ 765402 h 791621"/>
                <a:gd name="connsiteX31" fmla="*/ 301953 w 2912392"/>
                <a:gd name="connsiteY31" fmla="*/ 769059 h 791621"/>
                <a:gd name="connsiteX32" fmla="*/ 311694 w 2912392"/>
                <a:gd name="connsiteY32" fmla="*/ 772438 h 791621"/>
                <a:gd name="connsiteX33" fmla="*/ 321435 w 2912392"/>
                <a:gd name="connsiteY33" fmla="*/ 775538 h 791621"/>
                <a:gd name="connsiteX34" fmla="*/ 331175 w 2912392"/>
                <a:gd name="connsiteY34" fmla="*/ 778361 h 791621"/>
                <a:gd name="connsiteX35" fmla="*/ 340916 w 2912392"/>
                <a:gd name="connsiteY35" fmla="*/ 780908 h 791621"/>
                <a:gd name="connsiteX36" fmla="*/ 350656 w 2912392"/>
                <a:gd name="connsiteY36" fmla="*/ 783178 h 791621"/>
                <a:gd name="connsiteX37" fmla="*/ 360396 w 2912392"/>
                <a:gd name="connsiteY37" fmla="*/ 785175 h 791621"/>
                <a:gd name="connsiteX38" fmla="*/ 370137 w 2912392"/>
                <a:gd name="connsiteY38" fmla="*/ 786897 h 791621"/>
                <a:gd name="connsiteX39" fmla="*/ 379878 w 2912392"/>
                <a:gd name="connsiteY39" fmla="*/ 788350 h 791621"/>
                <a:gd name="connsiteX40" fmla="*/ 389617 w 2912392"/>
                <a:gd name="connsiteY40" fmla="*/ 789531 h 791621"/>
                <a:gd name="connsiteX41" fmla="*/ 399358 w 2912392"/>
                <a:gd name="connsiteY41" fmla="*/ 790448 h 791621"/>
                <a:gd name="connsiteX42" fmla="*/ 409099 w 2912392"/>
                <a:gd name="connsiteY42" fmla="*/ 791100 h 791621"/>
                <a:gd name="connsiteX43" fmla="*/ 418839 w 2912392"/>
                <a:gd name="connsiteY43" fmla="*/ 791490 h 791621"/>
                <a:gd name="connsiteX44" fmla="*/ 428580 w 2912392"/>
                <a:gd name="connsiteY44" fmla="*/ 791622 h 791621"/>
                <a:gd name="connsiteX45" fmla="*/ 438321 w 2912392"/>
                <a:gd name="connsiteY45" fmla="*/ 791496 h 791621"/>
                <a:gd name="connsiteX46" fmla="*/ 448060 w 2912392"/>
                <a:gd name="connsiteY46" fmla="*/ 791120 h 791621"/>
                <a:gd name="connsiteX47" fmla="*/ 457801 w 2912392"/>
                <a:gd name="connsiteY47" fmla="*/ 790494 h 791621"/>
                <a:gd name="connsiteX48" fmla="*/ 467542 w 2912392"/>
                <a:gd name="connsiteY48" fmla="*/ 789621 h 791621"/>
                <a:gd name="connsiteX49" fmla="*/ 477281 w 2912392"/>
                <a:gd name="connsiteY49" fmla="*/ 788506 h 791621"/>
                <a:gd name="connsiteX50" fmla="*/ 487022 w 2912392"/>
                <a:gd name="connsiteY50" fmla="*/ 787153 h 791621"/>
                <a:gd name="connsiteX51" fmla="*/ 496763 w 2912392"/>
                <a:gd name="connsiteY51" fmla="*/ 785565 h 791621"/>
                <a:gd name="connsiteX52" fmla="*/ 506503 w 2912392"/>
                <a:gd name="connsiteY52" fmla="*/ 783746 h 791621"/>
                <a:gd name="connsiteX53" fmla="*/ 516244 w 2912392"/>
                <a:gd name="connsiteY53" fmla="*/ 781699 h 791621"/>
                <a:gd name="connsiteX54" fmla="*/ 525985 w 2912392"/>
                <a:gd name="connsiteY54" fmla="*/ 779428 h 791621"/>
                <a:gd name="connsiteX55" fmla="*/ 535724 w 2912392"/>
                <a:gd name="connsiteY55" fmla="*/ 776937 h 791621"/>
                <a:gd name="connsiteX56" fmla="*/ 545465 w 2912392"/>
                <a:gd name="connsiteY56" fmla="*/ 774230 h 791621"/>
                <a:gd name="connsiteX57" fmla="*/ 555206 w 2912392"/>
                <a:gd name="connsiteY57" fmla="*/ 771311 h 791621"/>
                <a:gd name="connsiteX58" fmla="*/ 564946 w 2912392"/>
                <a:gd name="connsiteY58" fmla="*/ 768183 h 791621"/>
                <a:gd name="connsiteX59" fmla="*/ 574687 w 2912392"/>
                <a:gd name="connsiteY59" fmla="*/ 764850 h 791621"/>
                <a:gd name="connsiteX60" fmla="*/ 584428 w 2912392"/>
                <a:gd name="connsiteY60" fmla="*/ 761316 h 791621"/>
                <a:gd name="connsiteX61" fmla="*/ 594167 w 2912392"/>
                <a:gd name="connsiteY61" fmla="*/ 757585 h 791621"/>
                <a:gd name="connsiteX62" fmla="*/ 603908 w 2912392"/>
                <a:gd name="connsiteY62" fmla="*/ 753659 h 791621"/>
                <a:gd name="connsiteX63" fmla="*/ 613649 w 2912392"/>
                <a:gd name="connsiteY63" fmla="*/ 749542 h 791621"/>
                <a:gd name="connsiteX64" fmla="*/ 623388 w 2912392"/>
                <a:gd name="connsiteY64" fmla="*/ 745238 h 791621"/>
                <a:gd name="connsiteX65" fmla="*/ 633129 w 2912392"/>
                <a:gd name="connsiteY65" fmla="*/ 740751 h 791621"/>
                <a:gd name="connsiteX66" fmla="*/ 642870 w 2912392"/>
                <a:gd name="connsiteY66" fmla="*/ 736081 h 791621"/>
                <a:gd name="connsiteX67" fmla="*/ 652610 w 2912392"/>
                <a:gd name="connsiteY67" fmla="*/ 731236 h 791621"/>
                <a:gd name="connsiteX68" fmla="*/ 662351 w 2912392"/>
                <a:gd name="connsiteY68" fmla="*/ 726214 h 791621"/>
                <a:gd name="connsiteX69" fmla="*/ 672092 w 2912392"/>
                <a:gd name="connsiteY69" fmla="*/ 721020 h 791621"/>
                <a:gd name="connsiteX70" fmla="*/ 681831 w 2912392"/>
                <a:gd name="connsiteY70" fmla="*/ 715658 h 791621"/>
                <a:gd name="connsiteX71" fmla="*/ 691572 w 2912392"/>
                <a:gd name="connsiteY71" fmla="*/ 710129 h 791621"/>
                <a:gd name="connsiteX72" fmla="*/ 701313 w 2912392"/>
                <a:gd name="connsiteY72" fmla="*/ 704436 h 791621"/>
                <a:gd name="connsiteX73" fmla="*/ 711052 w 2912392"/>
                <a:gd name="connsiteY73" fmla="*/ 698580 h 791621"/>
                <a:gd name="connsiteX74" fmla="*/ 720793 w 2912392"/>
                <a:gd name="connsiteY74" fmla="*/ 692566 h 791621"/>
                <a:gd name="connsiteX75" fmla="*/ 730534 w 2912392"/>
                <a:gd name="connsiteY75" fmla="*/ 686395 h 791621"/>
                <a:gd name="connsiteX76" fmla="*/ 740274 w 2912392"/>
                <a:gd name="connsiteY76" fmla="*/ 680070 h 791621"/>
                <a:gd name="connsiteX77" fmla="*/ 750015 w 2912392"/>
                <a:gd name="connsiteY77" fmla="*/ 673592 h 791621"/>
                <a:gd name="connsiteX78" fmla="*/ 759756 w 2912392"/>
                <a:gd name="connsiteY78" fmla="*/ 666963 h 791621"/>
                <a:gd name="connsiteX79" fmla="*/ 769495 w 2912392"/>
                <a:gd name="connsiteY79" fmla="*/ 660186 h 791621"/>
                <a:gd name="connsiteX80" fmla="*/ 779236 w 2912392"/>
                <a:gd name="connsiteY80" fmla="*/ 653262 h 791621"/>
                <a:gd name="connsiteX81" fmla="*/ 788977 w 2912392"/>
                <a:gd name="connsiteY81" fmla="*/ 646194 h 791621"/>
                <a:gd name="connsiteX82" fmla="*/ 798717 w 2912392"/>
                <a:gd name="connsiteY82" fmla="*/ 638983 h 791621"/>
                <a:gd name="connsiteX83" fmla="*/ 808458 w 2912392"/>
                <a:gd name="connsiteY83" fmla="*/ 631632 h 791621"/>
                <a:gd name="connsiteX84" fmla="*/ 818199 w 2912392"/>
                <a:gd name="connsiteY84" fmla="*/ 624142 h 791621"/>
                <a:gd name="connsiteX85" fmla="*/ 827938 w 2912392"/>
                <a:gd name="connsiteY85" fmla="*/ 616517 h 791621"/>
                <a:gd name="connsiteX86" fmla="*/ 837679 w 2912392"/>
                <a:gd name="connsiteY86" fmla="*/ 608756 h 791621"/>
                <a:gd name="connsiteX87" fmla="*/ 847420 w 2912392"/>
                <a:gd name="connsiteY87" fmla="*/ 600861 h 791621"/>
                <a:gd name="connsiteX88" fmla="*/ 857159 w 2912392"/>
                <a:gd name="connsiteY88" fmla="*/ 592838 h 791621"/>
                <a:gd name="connsiteX89" fmla="*/ 866900 w 2912392"/>
                <a:gd name="connsiteY89" fmla="*/ 584685 h 791621"/>
                <a:gd name="connsiteX90" fmla="*/ 876641 w 2912392"/>
                <a:gd name="connsiteY90" fmla="*/ 576407 h 791621"/>
                <a:gd name="connsiteX91" fmla="*/ 886381 w 2912392"/>
                <a:gd name="connsiteY91" fmla="*/ 568006 h 791621"/>
                <a:gd name="connsiteX92" fmla="*/ 896122 w 2912392"/>
                <a:gd name="connsiteY92" fmla="*/ 559484 h 791621"/>
                <a:gd name="connsiteX93" fmla="*/ 905863 w 2912392"/>
                <a:gd name="connsiteY93" fmla="*/ 550842 h 791621"/>
                <a:gd name="connsiteX94" fmla="*/ 915602 w 2912392"/>
                <a:gd name="connsiteY94" fmla="*/ 542086 h 791621"/>
                <a:gd name="connsiteX95" fmla="*/ 925343 w 2912392"/>
                <a:gd name="connsiteY95" fmla="*/ 533218 h 791621"/>
                <a:gd name="connsiteX96" fmla="*/ 935084 w 2912392"/>
                <a:gd name="connsiteY96" fmla="*/ 524242 h 791621"/>
                <a:gd name="connsiteX97" fmla="*/ 944824 w 2912392"/>
                <a:gd name="connsiteY97" fmla="*/ 515158 h 791621"/>
                <a:gd name="connsiteX98" fmla="*/ 954564 w 2912392"/>
                <a:gd name="connsiteY98" fmla="*/ 505974 h 791621"/>
                <a:gd name="connsiteX99" fmla="*/ 964305 w 2912392"/>
                <a:gd name="connsiteY99" fmla="*/ 496690 h 791621"/>
                <a:gd name="connsiteX100" fmla="*/ 974045 w 2912392"/>
                <a:gd name="connsiteY100" fmla="*/ 487313 h 791621"/>
                <a:gd name="connsiteX101" fmla="*/ 983786 w 2912392"/>
                <a:gd name="connsiteY101" fmla="*/ 477846 h 791621"/>
                <a:gd name="connsiteX102" fmla="*/ 993522 w 2912392"/>
                <a:gd name="connsiteY102" fmla="*/ 468294 h 791621"/>
                <a:gd name="connsiteX103" fmla="*/ 1003266 w 2912392"/>
                <a:gd name="connsiteY103" fmla="*/ 458662 h 791621"/>
                <a:gd name="connsiteX104" fmla="*/ 1013010 w 2912392"/>
                <a:gd name="connsiteY104" fmla="*/ 448954 h 791621"/>
                <a:gd name="connsiteX105" fmla="*/ 1022754 w 2912392"/>
                <a:gd name="connsiteY105" fmla="*/ 439176 h 791621"/>
                <a:gd name="connsiteX106" fmla="*/ 1032483 w 2912392"/>
                <a:gd name="connsiteY106" fmla="*/ 429333 h 791621"/>
                <a:gd name="connsiteX107" fmla="*/ 1042227 w 2912392"/>
                <a:gd name="connsiteY107" fmla="*/ 419432 h 791621"/>
                <a:gd name="connsiteX108" fmla="*/ 1051971 w 2912392"/>
                <a:gd name="connsiteY108" fmla="*/ 409479 h 791621"/>
                <a:gd name="connsiteX109" fmla="*/ 1061715 w 2912392"/>
                <a:gd name="connsiteY109" fmla="*/ 399479 h 791621"/>
                <a:gd name="connsiteX110" fmla="*/ 1071444 w 2912392"/>
                <a:gd name="connsiteY110" fmla="*/ 389439 h 791621"/>
                <a:gd name="connsiteX111" fmla="*/ 1081188 w 2912392"/>
                <a:gd name="connsiteY111" fmla="*/ 379367 h 791621"/>
                <a:gd name="connsiteX112" fmla="*/ 1090932 w 2912392"/>
                <a:gd name="connsiteY112" fmla="*/ 369268 h 791621"/>
                <a:gd name="connsiteX113" fmla="*/ 1100676 w 2912392"/>
                <a:gd name="connsiteY113" fmla="*/ 359153 h 791621"/>
                <a:gd name="connsiteX114" fmla="*/ 1110405 w 2912392"/>
                <a:gd name="connsiteY114" fmla="*/ 349026 h 791621"/>
                <a:gd name="connsiteX115" fmla="*/ 1120149 w 2912392"/>
                <a:gd name="connsiteY115" fmla="*/ 338897 h 791621"/>
                <a:gd name="connsiteX116" fmla="*/ 1129893 w 2912392"/>
                <a:gd name="connsiteY116" fmla="*/ 328771 h 791621"/>
                <a:gd name="connsiteX117" fmla="*/ 1139637 w 2912392"/>
                <a:gd name="connsiteY117" fmla="*/ 318661 h 791621"/>
                <a:gd name="connsiteX118" fmla="*/ 1149381 w 2912392"/>
                <a:gd name="connsiteY118" fmla="*/ 308570 h 791621"/>
                <a:gd name="connsiteX119" fmla="*/ 1159110 w 2912392"/>
                <a:gd name="connsiteY119" fmla="*/ 298510 h 791621"/>
                <a:gd name="connsiteX120" fmla="*/ 1168854 w 2912392"/>
                <a:gd name="connsiteY120" fmla="*/ 288490 h 791621"/>
                <a:gd name="connsiteX121" fmla="*/ 1178598 w 2912392"/>
                <a:gd name="connsiteY121" fmla="*/ 278516 h 791621"/>
                <a:gd name="connsiteX122" fmla="*/ 1188341 w 2912392"/>
                <a:gd name="connsiteY122" fmla="*/ 268599 h 791621"/>
                <a:gd name="connsiteX123" fmla="*/ 1198070 w 2912392"/>
                <a:gd name="connsiteY123" fmla="*/ 258748 h 791621"/>
                <a:gd name="connsiteX124" fmla="*/ 1207814 w 2912392"/>
                <a:gd name="connsiteY124" fmla="*/ 248971 h 791621"/>
                <a:gd name="connsiteX125" fmla="*/ 1217558 w 2912392"/>
                <a:gd name="connsiteY125" fmla="*/ 239278 h 791621"/>
                <a:gd name="connsiteX126" fmla="*/ 1227302 w 2912392"/>
                <a:gd name="connsiteY126" fmla="*/ 229677 h 791621"/>
                <a:gd name="connsiteX127" fmla="*/ 1237031 w 2912392"/>
                <a:gd name="connsiteY127" fmla="*/ 220177 h 791621"/>
                <a:gd name="connsiteX128" fmla="*/ 1246775 w 2912392"/>
                <a:gd name="connsiteY128" fmla="*/ 210788 h 791621"/>
                <a:gd name="connsiteX129" fmla="*/ 1256519 w 2912392"/>
                <a:gd name="connsiteY129" fmla="*/ 201519 h 791621"/>
                <a:gd name="connsiteX130" fmla="*/ 1266263 w 2912392"/>
                <a:gd name="connsiteY130" fmla="*/ 192379 h 791621"/>
                <a:gd name="connsiteX131" fmla="*/ 1276007 w 2912392"/>
                <a:gd name="connsiteY131" fmla="*/ 183377 h 791621"/>
                <a:gd name="connsiteX132" fmla="*/ 1285736 w 2912392"/>
                <a:gd name="connsiteY132" fmla="*/ 174519 h 791621"/>
                <a:gd name="connsiteX133" fmla="*/ 1295480 w 2912392"/>
                <a:gd name="connsiteY133" fmla="*/ 165817 h 791621"/>
                <a:gd name="connsiteX134" fmla="*/ 1305224 w 2912392"/>
                <a:gd name="connsiteY134" fmla="*/ 157278 h 791621"/>
                <a:gd name="connsiteX135" fmla="*/ 1314968 w 2912392"/>
                <a:gd name="connsiteY135" fmla="*/ 148909 h 791621"/>
                <a:gd name="connsiteX136" fmla="*/ 1324697 w 2912392"/>
                <a:gd name="connsiteY136" fmla="*/ 140719 h 791621"/>
                <a:gd name="connsiteX137" fmla="*/ 1334441 w 2912392"/>
                <a:gd name="connsiteY137" fmla="*/ 132717 h 791621"/>
                <a:gd name="connsiteX138" fmla="*/ 1344185 w 2912392"/>
                <a:gd name="connsiteY138" fmla="*/ 124907 h 791621"/>
                <a:gd name="connsiteX139" fmla="*/ 1353929 w 2912392"/>
                <a:gd name="connsiteY139" fmla="*/ 117300 h 791621"/>
                <a:gd name="connsiteX140" fmla="*/ 1363658 w 2912392"/>
                <a:gd name="connsiteY140" fmla="*/ 109899 h 791621"/>
                <a:gd name="connsiteX141" fmla="*/ 1373402 w 2912392"/>
                <a:gd name="connsiteY141" fmla="*/ 102712 h 791621"/>
                <a:gd name="connsiteX142" fmla="*/ 1383146 w 2912392"/>
                <a:gd name="connsiteY142" fmla="*/ 95745 h 791621"/>
                <a:gd name="connsiteX143" fmla="*/ 1392890 w 2912392"/>
                <a:gd name="connsiteY143" fmla="*/ 89005 h 791621"/>
                <a:gd name="connsiteX144" fmla="*/ 1402619 w 2912392"/>
                <a:gd name="connsiteY144" fmla="*/ 82494 h 791621"/>
                <a:gd name="connsiteX145" fmla="*/ 1412363 w 2912392"/>
                <a:gd name="connsiteY145" fmla="*/ 76219 h 791621"/>
                <a:gd name="connsiteX146" fmla="*/ 1422106 w 2912392"/>
                <a:gd name="connsiteY146" fmla="*/ 70185 h 791621"/>
                <a:gd name="connsiteX147" fmla="*/ 1431850 w 2912392"/>
                <a:gd name="connsiteY147" fmla="*/ 64393 h 791621"/>
                <a:gd name="connsiteX148" fmla="*/ 1441594 w 2912392"/>
                <a:gd name="connsiteY148" fmla="*/ 58849 h 791621"/>
                <a:gd name="connsiteX149" fmla="*/ 1451323 w 2912392"/>
                <a:gd name="connsiteY149" fmla="*/ 53556 h 791621"/>
                <a:gd name="connsiteX150" fmla="*/ 1461067 w 2912392"/>
                <a:gd name="connsiteY150" fmla="*/ 48514 h 791621"/>
                <a:gd name="connsiteX151" fmla="*/ 1470811 w 2912392"/>
                <a:gd name="connsiteY151" fmla="*/ 43727 h 791621"/>
                <a:gd name="connsiteX152" fmla="*/ 1480555 w 2912392"/>
                <a:gd name="connsiteY152" fmla="*/ 39196 h 791621"/>
                <a:gd name="connsiteX153" fmla="*/ 1490284 w 2912392"/>
                <a:gd name="connsiteY153" fmla="*/ 34922 h 791621"/>
                <a:gd name="connsiteX154" fmla="*/ 1500028 w 2912392"/>
                <a:gd name="connsiteY154" fmla="*/ 30905 h 791621"/>
                <a:gd name="connsiteX155" fmla="*/ 1509772 w 2912392"/>
                <a:gd name="connsiteY155" fmla="*/ 27146 h 791621"/>
                <a:gd name="connsiteX156" fmla="*/ 1519516 w 2912392"/>
                <a:gd name="connsiteY156" fmla="*/ 23643 h 791621"/>
                <a:gd name="connsiteX157" fmla="*/ 1529245 w 2912392"/>
                <a:gd name="connsiteY157" fmla="*/ 20397 h 791621"/>
                <a:gd name="connsiteX158" fmla="*/ 1538989 w 2912392"/>
                <a:gd name="connsiteY158" fmla="*/ 17404 h 791621"/>
                <a:gd name="connsiteX159" fmla="*/ 1548733 w 2912392"/>
                <a:gd name="connsiteY159" fmla="*/ 14662 h 791621"/>
                <a:gd name="connsiteX160" fmla="*/ 1558477 w 2912392"/>
                <a:gd name="connsiteY160" fmla="*/ 12169 h 791621"/>
                <a:gd name="connsiteX161" fmla="*/ 1568221 w 2912392"/>
                <a:gd name="connsiteY161" fmla="*/ 9924 h 791621"/>
                <a:gd name="connsiteX162" fmla="*/ 1577950 w 2912392"/>
                <a:gd name="connsiteY162" fmla="*/ 7920 h 791621"/>
                <a:gd name="connsiteX163" fmla="*/ 1587694 w 2912392"/>
                <a:gd name="connsiteY163" fmla="*/ 6155 h 791621"/>
                <a:gd name="connsiteX164" fmla="*/ 1597438 w 2912392"/>
                <a:gd name="connsiteY164" fmla="*/ 4625 h 791621"/>
                <a:gd name="connsiteX165" fmla="*/ 1607182 w 2912392"/>
                <a:gd name="connsiteY165" fmla="*/ 3324 h 791621"/>
                <a:gd name="connsiteX166" fmla="*/ 1616911 w 2912392"/>
                <a:gd name="connsiteY166" fmla="*/ 2245 h 791621"/>
                <a:gd name="connsiteX167" fmla="*/ 1626655 w 2912392"/>
                <a:gd name="connsiteY167" fmla="*/ 1386 h 791621"/>
                <a:gd name="connsiteX168" fmla="*/ 1636399 w 2912392"/>
                <a:gd name="connsiteY168" fmla="*/ 739 h 791621"/>
                <a:gd name="connsiteX169" fmla="*/ 1646142 w 2912392"/>
                <a:gd name="connsiteY169" fmla="*/ 296 h 791621"/>
                <a:gd name="connsiteX170" fmla="*/ 1655872 w 2912392"/>
                <a:gd name="connsiteY170" fmla="*/ 52 h 791621"/>
                <a:gd name="connsiteX171" fmla="*/ 1665616 w 2912392"/>
                <a:gd name="connsiteY171" fmla="*/ 0 h 791621"/>
                <a:gd name="connsiteX172" fmla="*/ 1675359 w 2912392"/>
                <a:gd name="connsiteY172" fmla="*/ 133 h 791621"/>
                <a:gd name="connsiteX173" fmla="*/ 1685103 w 2912392"/>
                <a:gd name="connsiteY173" fmla="*/ 441 h 791621"/>
                <a:gd name="connsiteX174" fmla="*/ 1694832 w 2912392"/>
                <a:gd name="connsiteY174" fmla="*/ 916 h 791621"/>
                <a:gd name="connsiteX175" fmla="*/ 1704576 w 2912392"/>
                <a:gd name="connsiteY175" fmla="*/ 1554 h 791621"/>
                <a:gd name="connsiteX176" fmla="*/ 1714320 w 2912392"/>
                <a:gd name="connsiteY176" fmla="*/ 2341 h 791621"/>
                <a:gd name="connsiteX177" fmla="*/ 1724064 w 2912392"/>
                <a:gd name="connsiteY177" fmla="*/ 3273 h 791621"/>
                <a:gd name="connsiteX178" fmla="*/ 1733808 w 2912392"/>
                <a:gd name="connsiteY178" fmla="*/ 4339 h 791621"/>
                <a:gd name="connsiteX179" fmla="*/ 1743537 w 2912392"/>
                <a:gd name="connsiteY179" fmla="*/ 5529 h 791621"/>
                <a:gd name="connsiteX180" fmla="*/ 1753281 w 2912392"/>
                <a:gd name="connsiteY180" fmla="*/ 6837 h 791621"/>
                <a:gd name="connsiteX181" fmla="*/ 1763025 w 2912392"/>
                <a:gd name="connsiteY181" fmla="*/ 8253 h 791621"/>
                <a:gd name="connsiteX182" fmla="*/ 1772769 w 2912392"/>
                <a:gd name="connsiteY182" fmla="*/ 9766 h 791621"/>
                <a:gd name="connsiteX183" fmla="*/ 1782498 w 2912392"/>
                <a:gd name="connsiteY183" fmla="*/ 11371 h 791621"/>
                <a:gd name="connsiteX184" fmla="*/ 1792242 w 2912392"/>
                <a:gd name="connsiteY184" fmla="*/ 13054 h 791621"/>
                <a:gd name="connsiteX185" fmla="*/ 1801986 w 2912392"/>
                <a:gd name="connsiteY185" fmla="*/ 14811 h 791621"/>
                <a:gd name="connsiteX186" fmla="*/ 1811730 w 2912392"/>
                <a:gd name="connsiteY186" fmla="*/ 16629 h 791621"/>
                <a:gd name="connsiteX187" fmla="*/ 1821459 w 2912392"/>
                <a:gd name="connsiteY187" fmla="*/ 18502 h 791621"/>
                <a:gd name="connsiteX188" fmla="*/ 1831203 w 2912392"/>
                <a:gd name="connsiteY188" fmla="*/ 20419 h 791621"/>
                <a:gd name="connsiteX189" fmla="*/ 1840947 w 2912392"/>
                <a:gd name="connsiteY189" fmla="*/ 22372 h 791621"/>
                <a:gd name="connsiteX190" fmla="*/ 1850691 w 2912392"/>
                <a:gd name="connsiteY190" fmla="*/ 24355 h 791621"/>
                <a:gd name="connsiteX191" fmla="*/ 1860435 w 2912392"/>
                <a:gd name="connsiteY191" fmla="*/ 26358 h 791621"/>
                <a:gd name="connsiteX192" fmla="*/ 1870164 w 2912392"/>
                <a:gd name="connsiteY192" fmla="*/ 28374 h 791621"/>
                <a:gd name="connsiteX193" fmla="*/ 1879908 w 2912392"/>
                <a:gd name="connsiteY193" fmla="*/ 30392 h 791621"/>
                <a:gd name="connsiteX194" fmla="*/ 1889652 w 2912392"/>
                <a:gd name="connsiteY194" fmla="*/ 32410 h 791621"/>
                <a:gd name="connsiteX195" fmla="*/ 1899395 w 2912392"/>
                <a:gd name="connsiteY195" fmla="*/ 34415 h 791621"/>
                <a:gd name="connsiteX196" fmla="*/ 1909124 w 2912392"/>
                <a:gd name="connsiteY196" fmla="*/ 36406 h 791621"/>
                <a:gd name="connsiteX197" fmla="*/ 1918868 w 2912392"/>
                <a:gd name="connsiteY197" fmla="*/ 38371 h 791621"/>
                <a:gd name="connsiteX198" fmla="*/ 1928612 w 2912392"/>
                <a:gd name="connsiteY198" fmla="*/ 40306 h 791621"/>
                <a:gd name="connsiteX199" fmla="*/ 1938356 w 2912392"/>
                <a:gd name="connsiteY199" fmla="*/ 42207 h 791621"/>
                <a:gd name="connsiteX200" fmla="*/ 1948085 w 2912392"/>
                <a:gd name="connsiteY200" fmla="*/ 44065 h 791621"/>
                <a:gd name="connsiteX201" fmla="*/ 1957829 w 2912392"/>
                <a:gd name="connsiteY201" fmla="*/ 45877 h 791621"/>
                <a:gd name="connsiteX202" fmla="*/ 1967573 w 2912392"/>
                <a:gd name="connsiteY202" fmla="*/ 47638 h 791621"/>
                <a:gd name="connsiteX203" fmla="*/ 1977317 w 2912392"/>
                <a:gd name="connsiteY203" fmla="*/ 49342 h 791621"/>
                <a:gd name="connsiteX204" fmla="*/ 1987046 w 2912392"/>
                <a:gd name="connsiteY204" fmla="*/ 50987 h 791621"/>
                <a:gd name="connsiteX205" fmla="*/ 1996790 w 2912392"/>
                <a:gd name="connsiteY205" fmla="*/ 52567 h 791621"/>
                <a:gd name="connsiteX206" fmla="*/ 2006534 w 2912392"/>
                <a:gd name="connsiteY206" fmla="*/ 54080 h 791621"/>
                <a:gd name="connsiteX207" fmla="*/ 2016278 w 2912392"/>
                <a:gd name="connsiteY207" fmla="*/ 55523 h 791621"/>
                <a:gd name="connsiteX208" fmla="*/ 2026022 w 2912392"/>
                <a:gd name="connsiteY208" fmla="*/ 56893 h 791621"/>
                <a:gd name="connsiteX209" fmla="*/ 2035751 w 2912392"/>
                <a:gd name="connsiteY209" fmla="*/ 58188 h 791621"/>
                <a:gd name="connsiteX210" fmla="*/ 2045495 w 2912392"/>
                <a:gd name="connsiteY210" fmla="*/ 59407 h 791621"/>
                <a:gd name="connsiteX211" fmla="*/ 2055239 w 2912392"/>
                <a:gd name="connsiteY211" fmla="*/ 60546 h 791621"/>
                <a:gd name="connsiteX212" fmla="*/ 2064983 w 2912392"/>
                <a:gd name="connsiteY212" fmla="*/ 61606 h 791621"/>
                <a:gd name="connsiteX213" fmla="*/ 2074712 w 2912392"/>
                <a:gd name="connsiteY213" fmla="*/ 62586 h 791621"/>
                <a:gd name="connsiteX214" fmla="*/ 2084456 w 2912392"/>
                <a:gd name="connsiteY214" fmla="*/ 63485 h 791621"/>
                <a:gd name="connsiteX215" fmla="*/ 2094200 w 2912392"/>
                <a:gd name="connsiteY215" fmla="*/ 64303 h 791621"/>
                <a:gd name="connsiteX216" fmla="*/ 2103944 w 2912392"/>
                <a:gd name="connsiteY216" fmla="*/ 65040 h 791621"/>
                <a:gd name="connsiteX217" fmla="*/ 2113673 w 2912392"/>
                <a:gd name="connsiteY217" fmla="*/ 65696 h 791621"/>
                <a:gd name="connsiteX218" fmla="*/ 2123417 w 2912392"/>
                <a:gd name="connsiteY218" fmla="*/ 66274 h 791621"/>
                <a:gd name="connsiteX219" fmla="*/ 2133161 w 2912392"/>
                <a:gd name="connsiteY219" fmla="*/ 66773 h 791621"/>
                <a:gd name="connsiteX220" fmla="*/ 2142905 w 2912392"/>
                <a:gd name="connsiteY220" fmla="*/ 67194 h 791621"/>
                <a:gd name="connsiteX221" fmla="*/ 2152649 w 2912392"/>
                <a:gd name="connsiteY221" fmla="*/ 67540 h 791621"/>
                <a:gd name="connsiteX222" fmla="*/ 2162377 w 2912392"/>
                <a:gd name="connsiteY222" fmla="*/ 67813 h 791621"/>
                <a:gd name="connsiteX223" fmla="*/ 2172121 w 2912392"/>
                <a:gd name="connsiteY223" fmla="*/ 68014 h 791621"/>
                <a:gd name="connsiteX224" fmla="*/ 2181865 w 2912392"/>
                <a:gd name="connsiteY224" fmla="*/ 68145 h 791621"/>
                <a:gd name="connsiteX225" fmla="*/ 2191609 w 2912392"/>
                <a:gd name="connsiteY225" fmla="*/ 68208 h 791621"/>
                <a:gd name="connsiteX226" fmla="*/ 2201338 w 2912392"/>
                <a:gd name="connsiteY226" fmla="*/ 68206 h 791621"/>
                <a:gd name="connsiteX227" fmla="*/ 2211082 w 2912392"/>
                <a:gd name="connsiteY227" fmla="*/ 68143 h 791621"/>
                <a:gd name="connsiteX228" fmla="*/ 2220826 w 2912392"/>
                <a:gd name="connsiteY228" fmla="*/ 68020 h 791621"/>
                <a:gd name="connsiteX229" fmla="*/ 2230570 w 2912392"/>
                <a:gd name="connsiteY229" fmla="*/ 67840 h 791621"/>
                <a:gd name="connsiteX230" fmla="*/ 2240299 w 2912392"/>
                <a:gd name="connsiteY230" fmla="*/ 67606 h 791621"/>
                <a:gd name="connsiteX231" fmla="*/ 2250043 w 2912392"/>
                <a:gd name="connsiteY231" fmla="*/ 67321 h 791621"/>
                <a:gd name="connsiteX232" fmla="*/ 2259787 w 2912392"/>
                <a:gd name="connsiteY232" fmla="*/ 66987 h 791621"/>
                <a:gd name="connsiteX233" fmla="*/ 2269531 w 2912392"/>
                <a:gd name="connsiteY233" fmla="*/ 66609 h 791621"/>
                <a:gd name="connsiteX234" fmla="*/ 2279260 w 2912392"/>
                <a:gd name="connsiteY234" fmla="*/ 66189 h 791621"/>
                <a:gd name="connsiteX235" fmla="*/ 2289004 w 2912392"/>
                <a:gd name="connsiteY235" fmla="*/ 65728 h 791621"/>
                <a:gd name="connsiteX236" fmla="*/ 2298748 w 2912392"/>
                <a:gd name="connsiteY236" fmla="*/ 65232 h 791621"/>
                <a:gd name="connsiteX237" fmla="*/ 2308492 w 2912392"/>
                <a:gd name="connsiteY237" fmla="*/ 64702 h 791621"/>
                <a:gd name="connsiteX238" fmla="*/ 2318236 w 2912392"/>
                <a:gd name="connsiteY238" fmla="*/ 64140 h 791621"/>
                <a:gd name="connsiteX239" fmla="*/ 2327965 w 2912392"/>
                <a:gd name="connsiteY239" fmla="*/ 63550 h 791621"/>
                <a:gd name="connsiteX240" fmla="*/ 2337709 w 2912392"/>
                <a:gd name="connsiteY240" fmla="*/ 62935 h 791621"/>
                <a:gd name="connsiteX241" fmla="*/ 2347453 w 2912392"/>
                <a:gd name="connsiteY241" fmla="*/ 62296 h 791621"/>
                <a:gd name="connsiteX242" fmla="*/ 2357197 w 2912392"/>
                <a:gd name="connsiteY242" fmla="*/ 61636 h 791621"/>
                <a:gd name="connsiteX243" fmla="*/ 2366926 w 2912392"/>
                <a:gd name="connsiteY243" fmla="*/ 60958 h 791621"/>
                <a:gd name="connsiteX244" fmla="*/ 2376670 w 2912392"/>
                <a:gd name="connsiteY244" fmla="*/ 60262 h 791621"/>
                <a:gd name="connsiteX245" fmla="*/ 2386413 w 2912392"/>
                <a:gd name="connsiteY245" fmla="*/ 59551 h 791621"/>
                <a:gd name="connsiteX246" fmla="*/ 2396157 w 2912392"/>
                <a:gd name="connsiteY246" fmla="*/ 58829 h 791621"/>
                <a:gd name="connsiteX247" fmla="*/ 2405886 w 2912392"/>
                <a:gd name="connsiteY247" fmla="*/ 58093 h 791621"/>
                <a:gd name="connsiteX248" fmla="*/ 2415630 w 2912392"/>
                <a:gd name="connsiteY248" fmla="*/ 57349 h 791621"/>
                <a:gd name="connsiteX249" fmla="*/ 2425374 w 2912392"/>
                <a:gd name="connsiteY249" fmla="*/ 56595 h 791621"/>
                <a:gd name="connsiteX250" fmla="*/ 2435118 w 2912392"/>
                <a:gd name="connsiteY250" fmla="*/ 55835 h 791621"/>
                <a:gd name="connsiteX251" fmla="*/ 2444862 w 2912392"/>
                <a:gd name="connsiteY251" fmla="*/ 55068 h 791621"/>
                <a:gd name="connsiteX252" fmla="*/ 2454591 w 2912392"/>
                <a:gd name="connsiteY252" fmla="*/ 54296 h 791621"/>
                <a:gd name="connsiteX253" fmla="*/ 2464335 w 2912392"/>
                <a:gd name="connsiteY253" fmla="*/ 53520 h 791621"/>
                <a:gd name="connsiteX254" fmla="*/ 2474079 w 2912392"/>
                <a:gd name="connsiteY254" fmla="*/ 52738 h 791621"/>
                <a:gd name="connsiteX255" fmla="*/ 2483823 w 2912392"/>
                <a:gd name="connsiteY255" fmla="*/ 51954 h 791621"/>
                <a:gd name="connsiteX256" fmla="*/ 2493552 w 2912392"/>
                <a:gd name="connsiteY256" fmla="*/ 51168 h 791621"/>
                <a:gd name="connsiteX257" fmla="*/ 2503296 w 2912392"/>
                <a:gd name="connsiteY257" fmla="*/ 50378 h 791621"/>
                <a:gd name="connsiteX258" fmla="*/ 2513040 w 2912392"/>
                <a:gd name="connsiteY258" fmla="*/ 49585 h 791621"/>
                <a:gd name="connsiteX259" fmla="*/ 2522784 w 2912392"/>
                <a:gd name="connsiteY259" fmla="*/ 48790 h 791621"/>
                <a:gd name="connsiteX260" fmla="*/ 2532513 w 2912392"/>
                <a:gd name="connsiteY260" fmla="*/ 47991 h 791621"/>
                <a:gd name="connsiteX261" fmla="*/ 2542257 w 2912392"/>
                <a:gd name="connsiteY261" fmla="*/ 47191 h 791621"/>
                <a:gd name="connsiteX262" fmla="*/ 2552001 w 2912392"/>
                <a:gd name="connsiteY262" fmla="*/ 46388 h 791621"/>
                <a:gd name="connsiteX263" fmla="*/ 2561745 w 2912392"/>
                <a:gd name="connsiteY263" fmla="*/ 45582 h 791621"/>
                <a:gd name="connsiteX264" fmla="*/ 2571474 w 2912392"/>
                <a:gd name="connsiteY264" fmla="*/ 44773 h 791621"/>
                <a:gd name="connsiteX265" fmla="*/ 2581218 w 2912392"/>
                <a:gd name="connsiteY265" fmla="*/ 43961 h 791621"/>
                <a:gd name="connsiteX266" fmla="*/ 2590962 w 2912392"/>
                <a:gd name="connsiteY266" fmla="*/ 43144 h 791621"/>
                <a:gd name="connsiteX267" fmla="*/ 2600705 w 2912392"/>
                <a:gd name="connsiteY267" fmla="*/ 42324 h 791621"/>
                <a:gd name="connsiteX268" fmla="*/ 2610449 w 2912392"/>
                <a:gd name="connsiteY268" fmla="*/ 41500 h 791621"/>
                <a:gd name="connsiteX269" fmla="*/ 2620178 w 2912392"/>
                <a:gd name="connsiteY269" fmla="*/ 40671 h 791621"/>
                <a:gd name="connsiteX270" fmla="*/ 2629922 w 2912392"/>
                <a:gd name="connsiteY270" fmla="*/ 39837 h 791621"/>
                <a:gd name="connsiteX271" fmla="*/ 2639666 w 2912392"/>
                <a:gd name="connsiteY271" fmla="*/ 39000 h 791621"/>
                <a:gd name="connsiteX272" fmla="*/ 2649410 w 2912392"/>
                <a:gd name="connsiteY272" fmla="*/ 38158 h 791621"/>
                <a:gd name="connsiteX273" fmla="*/ 2659139 w 2912392"/>
                <a:gd name="connsiteY273" fmla="*/ 37310 h 791621"/>
                <a:gd name="connsiteX274" fmla="*/ 2668883 w 2912392"/>
                <a:gd name="connsiteY274" fmla="*/ 36458 h 791621"/>
                <a:gd name="connsiteX275" fmla="*/ 2678627 w 2912392"/>
                <a:gd name="connsiteY275" fmla="*/ 35601 h 791621"/>
                <a:gd name="connsiteX276" fmla="*/ 2688371 w 2912392"/>
                <a:gd name="connsiteY276" fmla="*/ 34741 h 791621"/>
                <a:gd name="connsiteX277" fmla="*/ 2698100 w 2912392"/>
                <a:gd name="connsiteY277" fmla="*/ 33876 h 791621"/>
                <a:gd name="connsiteX278" fmla="*/ 2707844 w 2912392"/>
                <a:gd name="connsiteY278" fmla="*/ 33009 h 791621"/>
                <a:gd name="connsiteX279" fmla="*/ 2717588 w 2912392"/>
                <a:gd name="connsiteY279" fmla="*/ 32137 h 791621"/>
                <a:gd name="connsiteX280" fmla="*/ 2727332 w 2912392"/>
                <a:gd name="connsiteY280" fmla="*/ 31265 h 791621"/>
                <a:gd name="connsiteX281" fmla="*/ 2737076 w 2912392"/>
                <a:gd name="connsiteY281" fmla="*/ 30391 h 791621"/>
                <a:gd name="connsiteX282" fmla="*/ 2746805 w 2912392"/>
                <a:gd name="connsiteY282" fmla="*/ 29516 h 791621"/>
                <a:gd name="connsiteX283" fmla="*/ 2756549 w 2912392"/>
                <a:gd name="connsiteY283" fmla="*/ 28643 h 791621"/>
                <a:gd name="connsiteX284" fmla="*/ 2766293 w 2912392"/>
                <a:gd name="connsiteY284" fmla="*/ 27772 h 791621"/>
                <a:gd name="connsiteX285" fmla="*/ 2776037 w 2912392"/>
                <a:gd name="connsiteY285" fmla="*/ 26903 h 791621"/>
                <a:gd name="connsiteX286" fmla="*/ 2785766 w 2912392"/>
                <a:gd name="connsiteY286" fmla="*/ 26039 h 791621"/>
                <a:gd name="connsiteX287" fmla="*/ 2795510 w 2912392"/>
                <a:gd name="connsiteY287" fmla="*/ 25181 h 791621"/>
                <a:gd name="connsiteX288" fmla="*/ 2805254 w 2912392"/>
                <a:gd name="connsiteY288" fmla="*/ 24330 h 791621"/>
                <a:gd name="connsiteX289" fmla="*/ 2814998 w 2912392"/>
                <a:gd name="connsiteY289" fmla="*/ 23490 h 791621"/>
                <a:gd name="connsiteX290" fmla="*/ 2824727 w 2912392"/>
                <a:gd name="connsiteY290" fmla="*/ 22660 h 791621"/>
                <a:gd name="connsiteX291" fmla="*/ 2834471 w 2912392"/>
                <a:gd name="connsiteY291" fmla="*/ 21842 h 791621"/>
                <a:gd name="connsiteX292" fmla="*/ 2844215 w 2912392"/>
                <a:gd name="connsiteY292" fmla="*/ 21040 h 791621"/>
                <a:gd name="connsiteX293" fmla="*/ 2853958 w 2912392"/>
                <a:gd name="connsiteY293" fmla="*/ 20257 h 791621"/>
                <a:gd name="connsiteX294" fmla="*/ 2863687 w 2912392"/>
                <a:gd name="connsiteY294" fmla="*/ 19489 h 791621"/>
                <a:gd name="connsiteX295" fmla="*/ 2873431 w 2912392"/>
                <a:gd name="connsiteY295" fmla="*/ 18746 h 791621"/>
                <a:gd name="connsiteX296" fmla="*/ 2883175 w 2912392"/>
                <a:gd name="connsiteY296" fmla="*/ 18023 h 791621"/>
                <a:gd name="connsiteX297" fmla="*/ 2892919 w 2912392"/>
                <a:gd name="connsiteY297" fmla="*/ 17326 h 791621"/>
                <a:gd name="connsiteX298" fmla="*/ 2902663 w 2912392"/>
                <a:gd name="connsiteY298" fmla="*/ 16657 h 791621"/>
                <a:gd name="connsiteX299" fmla="*/ 2912392 w 2912392"/>
                <a:gd name="connsiteY299" fmla="*/ 16018 h 791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91621">
                  <a:moveTo>
                    <a:pt x="0" y="539786"/>
                  </a:moveTo>
                  <a:lnTo>
                    <a:pt x="9739" y="550148"/>
                  </a:lnTo>
                  <a:lnTo>
                    <a:pt x="19480" y="560385"/>
                  </a:lnTo>
                  <a:lnTo>
                    <a:pt x="29221" y="570488"/>
                  </a:lnTo>
                  <a:lnTo>
                    <a:pt x="38961" y="580446"/>
                  </a:lnTo>
                  <a:lnTo>
                    <a:pt x="48702" y="590253"/>
                  </a:lnTo>
                  <a:lnTo>
                    <a:pt x="58443" y="599899"/>
                  </a:lnTo>
                  <a:lnTo>
                    <a:pt x="68182" y="609373"/>
                  </a:lnTo>
                  <a:lnTo>
                    <a:pt x="77923" y="618670"/>
                  </a:lnTo>
                  <a:lnTo>
                    <a:pt x="87664" y="627782"/>
                  </a:lnTo>
                  <a:lnTo>
                    <a:pt x="97404" y="636699"/>
                  </a:lnTo>
                  <a:lnTo>
                    <a:pt x="107145" y="645415"/>
                  </a:lnTo>
                  <a:lnTo>
                    <a:pt x="116886" y="653922"/>
                  </a:lnTo>
                  <a:lnTo>
                    <a:pt x="126625" y="662217"/>
                  </a:lnTo>
                  <a:lnTo>
                    <a:pt x="136366" y="670287"/>
                  </a:lnTo>
                  <a:lnTo>
                    <a:pt x="146107" y="678132"/>
                  </a:lnTo>
                  <a:lnTo>
                    <a:pt x="155846" y="685743"/>
                  </a:lnTo>
                  <a:lnTo>
                    <a:pt x="165587" y="693115"/>
                  </a:lnTo>
                  <a:lnTo>
                    <a:pt x="175328" y="700245"/>
                  </a:lnTo>
                  <a:lnTo>
                    <a:pt x="185068" y="707125"/>
                  </a:lnTo>
                  <a:lnTo>
                    <a:pt x="194809" y="713752"/>
                  </a:lnTo>
                  <a:lnTo>
                    <a:pt x="204550" y="720123"/>
                  </a:lnTo>
                  <a:lnTo>
                    <a:pt x="214289" y="726233"/>
                  </a:lnTo>
                  <a:lnTo>
                    <a:pt x="224030" y="732078"/>
                  </a:lnTo>
                  <a:lnTo>
                    <a:pt x="233771" y="737657"/>
                  </a:lnTo>
                  <a:lnTo>
                    <a:pt x="243510" y="742966"/>
                  </a:lnTo>
                  <a:lnTo>
                    <a:pt x="253251" y="748003"/>
                  </a:lnTo>
                  <a:lnTo>
                    <a:pt x="262992" y="752767"/>
                  </a:lnTo>
                  <a:lnTo>
                    <a:pt x="272732" y="757256"/>
                  </a:lnTo>
                  <a:lnTo>
                    <a:pt x="282473" y="761468"/>
                  </a:lnTo>
                  <a:lnTo>
                    <a:pt x="292214" y="765402"/>
                  </a:lnTo>
                  <a:lnTo>
                    <a:pt x="301953" y="769059"/>
                  </a:lnTo>
                  <a:lnTo>
                    <a:pt x="311694" y="772438"/>
                  </a:lnTo>
                  <a:lnTo>
                    <a:pt x="321435" y="775538"/>
                  </a:lnTo>
                  <a:lnTo>
                    <a:pt x="331175" y="778361"/>
                  </a:lnTo>
                  <a:lnTo>
                    <a:pt x="340916" y="780908"/>
                  </a:lnTo>
                  <a:lnTo>
                    <a:pt x="350656" y="783178"/>
                  </a:lnTo>
                  <a:lnTo>
                    <a:pt x="360396" y="785175"/>
                  </a:lnTo>
                  <a:lnTo>
                    <a:pt x="370137" y="786897"/>
                  </a:lnTo>
                  <a:lnTo>
                    <a:pt x="379878" y="788350"/>
                  </a:lnTo>
                  <a:lnTo>
                    <a:pt x="389617" y="789531"/>
                  </a:lnTo>
                  <a:lnTo>
                    <a:pt x="399358" y="790448"/>
                  </a:lnTo>
                  <a:lnTo>
                    <a:pt x="409099" y="791100"/>
                  </a:lnTo>
                  <a:lnTo>
                    <a:pt x="418839" y="791490"/>
                  </a:lnTo>
                  <a:lnTo>
                    <a:pt x="428580" y="791622"/>
                  </a:lnTo>
                  <a:lnTo>
                    <a:pt x="438321" y="791496"/>
                  </a:lnTo>
                  <a:lnTo>
                    <a:pt x="448060" y="791120"/>
                  </a:lnTo>
                  <a:lnTo>
                    <a:pt x="457801" y="790494"/>
                  </a:lnTo>
                  <a:lnTo>
                    <a:pt x="467542" y="789621"/>
                  </a:lnTo>
                  <a:lnTo>
                    <a:pt x="477281" y="788506"/>
                  </a:lnTo>
                  <a:lnTo>
                    <a:pt x="487022" y="787153"/>
                  </a:lnTo>
                  <a:lnTo>
                    <a:pt x="496763" y="785565"/>
                  </a:lnTo>
                  <a:lnTo>
                    <a:pt x="506503" y="783746"/>
                  </a:lnTo>
                  <a:lnTo>
                    <a:pt x="516244" y="781699"/>
                  </a:lnTo>
                  <a:lnTo>
                    <a:pt x="525985" y="779428"/>
                  </a:lnTo>
                  <a:lnTo>
                    <a:pt x="535724" y="776937"/>
                  </a:lnTo>
                  <a:lnTo>
                    <a:pt x="545465" y="774230"/>
                  </a:lnTo>
                  <a:lnTo>
                    <a:pt x="555206" y="771311"/>
                  </a:lnTo>
                  <a:lnTo>
                    <a:pt x="564946" y="768183"/>
                  </a:lnTo>
                  <a:lnTo>
                    <a:pt x="574687" y="764850"/>
                  </a:lnTo>
                  <a:lnTo>
                    <a:pt x="584428" y="761316"/>
                  </a:lnTo>
                  <a:lnTo>
                    <a:pt x="594167" y="757585"/>
                  </a:lnTo>
                  <a:lnTo>
                    <a:pt x="603908" y="753659"/>
                  </a:lnTo>
                  <a:lnTo>
                    <a:pt x="613649" y="749542"/>
                  </a:lnTo>
                  <a:lnTo>
                    <a:pt x="623388" y="745238"/>
                  </a:lnTo>
                  <a:lnTo>
                    <a:pt x="633129" y="740751"/>
                  </a:lnTo>
                  <a:lnTo>
                    <a:pt x="642870" y="736081"/>
                  </a:lnTo>
                  <a:lnTo>
                    <a:pt x="652610" y="731236"/>
                  </a:lnTo>
                  <a:lnTo>
                    <a:pt x="662351" y="726214"/>
                  </a:lnTo>
                  <a:lnTo>
                    <a:pt x="672092" y="721020"/>
                  </a:lnTo>
                  <a:lnTo>
                    <a:pt x="681831" y="715658"/>
                  </a:lnTo>
                  <a:lnTo>
                    <a:pt x="691572" y="710129"/>
                  </a:lnTo>
                  <a:lnTo>
                    <a:pt x="701313" y="704436"/>
                  </a:lnTo>
                  <a:lnTo>
                    <a:pt x="711052" y="698580"/>
                  </a:lnTo>
                  <a:lnTo>
                    <a:pt x="720793" y="692566"/>
                  </a:lnTo>
                  <a:lnTo>
                    <a:pt x="730534" y="686395"/>
                  </a:lnTo>
                  <a:lnTo>
                    <a:pt x="740274" y="680070"/>
                  </a:lnTo>
                  <a:lnTo>
                    <a:pt x="750015" y="673592"/>
                  </a:lnTo>
                  <a:lnTo>
                    <a:pt x="759756" y="666963"/>
                  </a:lnTo>
                  <a:lnTo>
                    <a:pt x="769495" y="660186"/>
                  </a:lnTo>
                  <a:lnTo>
                    <a:pt x="779236" y="653262"/>
                  </a:lnTo>
                  <a:lnTo>
                    <a:pt x="788977" y="646194"/>
                  </a:lnTo>
                  <a:lnTo>
                    <a:pt x="798717" y="638983"/>
                  </a:lnTo>
                  <a:lnTo>
                    <a:pt x="808458" y="631632"/>
                  </a:lnTo>
                  <a:lnTo>
                    <a:pt x="818199" y="624142"/>
                  </a:lnTo>
                  <a:lnTo>
                    <a:pt x="827938" y="616517"/>
                  </a:lnTo>
                  <a:lnTo>
                    <a:pt x="837679" y="608756"/>
                  </a:lnTo>
                  <a:lnTo>
                    <a:pt x="847420" y="600861"/>
                  </a:lnTo>
                  <a:lnTo>
                    <a:pt x="857159" y="592838"/>
                  </a:lnTo>
                  <a:lnTo>
                    <a:pt x="866900" y="584685"/>
                  </a:lnTo>
                  <a:lnTo>
                    <a:pt x="876641" y="576407"/>
                  </a:lnTo>
                  <a:lnTo>
                    <a:pt x="886381" y="568006"/>
                  </a:lnTo>
                  <a:lnTo>
                    <a:pt x="896122" y="559484"/>
                  </a:lnTo>
                  <a:lnTo>
                    <a:pt x="905863" y="550842"/>
                  </a:lnTo>
                  <a:lnTo>
                    <a:pt x="915602" y="542086"/>
                  </a:lnTo>
                  <a:lnTo>
                    <a:pt x="925343" y="533218"/>
                  </a:lnTo>
                  <a:lnTo>
                    <a:pt x="935084" y="524242"/>
                  </a:lnTo>
                  <a:lnTo>
                    <a:pt x="944824" y="515158"/>
                  </a:lnTo>
                  <a:lnTo>
                    <a:pt x="954564" y="505974"/>
                  </a:lnTo>
                  <a:lnTo>
                    <a:pt x="964305" y="496690"/>
                  </a:lnTo>
                  <a:lnTo>
                    <a:pt x="974045" y="487313"/>
                  </a:lnTo>
                  <a:lnTo>
                    <a:pt x="983786" y="477846"/>
                  </a:lnTo>
                  <a:lnTo>
                    <a:pt x="993522" y="468294"/>
                  </a:lnTo>
                  <a:lnTo>
                    <a:pt x="1003266" y="458662"/>
                  </a:lnTo>
                  <a:lnTo>
                    <a:pt x="1013010" y="448954"/>
                  </a:lnTo>
                  <a:lnTo>
                    <a:pt x="1022754" y="439176"/>
                  </a:lnTo>
                  <a:lnTo>
                    <a:pt x="1032483" y="429333"/>
                  </a:lnTo>
                  <a:lnTo>
                    <a:pt x="1042227" y="419432"/>
                  </a:lnTo>
                  <a:lnTo>
                    <a:pt x="1051971" y="409479"/>
                  </a:lnTo>
                  <a:lnTo>
                    <a:pt x="1061715" y="399479"/>
                  </a:lnTo>
                  <a:lnTo>
                    <a:pt x="1071444" y="389439"/>
                  </a:lnTo>
                  <a:lnTo>
                    <a:pt x="1081188" y="379367"/>
                  </a:lnTo>
                  <a:lnTo>
                    <a:pt x="1090932" y="369268"/>
                  </a:lnTo>
                  <a:lnTo>
                    <a:pt x="1100676" y="359153"/>
                  </a:lnTo>
                  <a:lnTo>
                    <a:pt x="1110405" y="349026"/>
                  </a:lnTo>
                  <a:lnTo>
                    <a:pt x="1120149" y="338897"/>
                  </a:lnTo>
                  <a:lnTo>
                    <a:pt x="1129893" y="328771"/>
                  </a:lnTo>
                  <a:lnTo>
                    <a:pt x="1139637" y="318661"/>
                  </a:lnTo>
                  <a:lnTo>
                    <a:pt x="1149381" y="308570"/>
                  </a:lnTo>
                  <a:lnTo>
                    <a:pt x="1159110" y="298510"/>
                  </a:lnTo>
                  <a:lnTo>
                    <a:pt x="1168854" y="288490"/>
                  </a:lnTo>
                  <a:lnTo>
                    <a:pt x="1178598" y="278516"/>
                  </a:lnTo>
                  <a:lnTo>
                    <a:pt x="1188341" y="268599"/>
                  </a:lnTo>
                  <a:lnTo>
                    <a:pt x="1198070" y="258748"/>
                  </a:lnTo>
                  <a:lnTo>
                    <a:pt x="1207814" y="248971"/>
                  </a:lnTo>
                  <a:lnTo>
                    <a:pt x="1217558" y="239278"/>
                  </a:lnTo>
                  <a:lnTo>
                    <a:pt x="1227302" y="229677"/>
                  </a:lnTo>
                  <a:lnTo>
                    <a:pt x="1237031" y="220177"/>
                  </a:lnTo>
                  <a:lnTo>
                    <a:pt x="1246775" y="210788"/>
                  </a:lnTo>
                  <a:lnTo>
                    <a:pt x="1256519" y="201519"/>
                  </a:lnTo>
                  <a:lnTo>
                    <a:pt x="1266263" y="192379"/>
                  </a:lnTo>
                  <a:lnTo>
                    <a:pt x="1276007" y="183377"/>
                  </a:lnTo>
                  <a:lnTo>
                    <a:pt x="1285736" y="174519"/>
                  </a:lnTo>
                  <a:lnTo>
                    <a:pt x="1295480" y="165817"/>
                  </a:lnTo>
                  <a:lnTo>
                    <a:pt x="1305224" y="157278"/>
                  </a:lnTo>
                  <a:lnTo>
                    <a:pt x="1314968" y="148909"/>
                  </a:lnTo>
                  <a:lnTo>
                    <a:pt x="1324697" y="140719"/>
                  </a:lnTo>
                  <a:lnTo>
                    <a:pt x="1334441" y="132717"/>
                  </a:lnTo>
                  <a:lnTo>
                    <a:pt x="1344185" y="124907"/>
                  </a:lnTo>
                  <a:lnTo>
                    <a:pt x="1353929" y="117300"/>
                  </a:lnTo>
                  <a:lnTo>
                    <a:pt x="1363658" y="109899"/>
                  </a:lnTo>
                  <a:lnTo>
                    <a:pt x="1373402" y="102712"/>
                  </a:lnTo>
                  <a:lnTo>
                    <a:pt x="1383146" y="95745"/>
                  </a:lnTo>
                  <a:lnTo>
                    <a:pt x="1392890" y="89005"/>
                  </a:lnTo>
                  <a:lnTo>
                    <a:pt x="1402619" y="82494"/>
                  </a:lnTo>
                  <a:lnTo>
                    <a:pt x="1412363" y="76219"/>
                  </a:lnTo>
                  <a:lnTo>
                    <a:pt x="1422106" y="70185"/>
                  </a:lnTo>
                  <a:lnTo>
                    <a:pt x="1431850" y="64393"/>
                  </a:lnTo>
                  <a:lnTo>
                    <a:pt x="1441594" y="58849"/>
                  </a:lnTo>
                  <a:lnTo>
                    <a:pt x="1451323" y="53556"/>
                  </a:lnTo>
                  <a:lnTo>
                    <a:pt x="1461067" y="48514"/>
                  </a:lnTo>
                  <a:lnTo>
                    <a:pt x="1470811" y="43727"/>
                  </a:lnTo>
                  <a:lnTo>
                    <a:pt x="1480555" y="39196"/>
                  </a:lnTo>
                  <a:lnTo>
                    <a:pt x="1490284" y="34922"/>
                  </a:lnTo>
                  <a:lnTo>
                    <a:pt x="1500028" y="30905"/>
                  </a:lnTo>
                  <a:lnTo>
                    <a:pt x="1509772" y="27146"/>
                  </a:lnTo>
                  <a:lnTo>
                    <a:pt x="1519516" y="23643"/>
                  </a:lnTo>
                  <a:lnTo>
                    <a:pt x="1529245" y="20397"/>
                  </a:lnTo>
                  <a:lnTo>
                    <a:pt x="1538989" y="17404"/>
                  </a:lnTo>
                  <a:lnTo>
                    <a:pt x="1548733" y="14662"/>
                  </a:lnTo>
                  <a:lnTo>
                    <a:pt x="1558477" y="12169"/>
                  </a:lnTo>
                  <a:lnTo>
                    <a:pt x="1568221" y="9924"/>
                  </a:lnTo>
                  <a:lnTo>
                    <a:pt x="1577950" y="7920"/>
                  </a:lnTo>
                  <a:lnTo>
                    <a:pt x="1587694" y="6155"/>
                  </a:lnTo>
                  <a:lnTo>
                    <a:pt x="1597438" y="4625"/>
                  </a:lnTo>
                  <a:lnTo>
                    <a:pt x="1607182" y="3324"/>
                  </a:lnTo>
                  <a:lnTo>
                    <a:pt x="1616911" y="2245"/>
                  </a:lnTo>
                  <a:lnTo>
                    <a:pt x="1626655" y="1386"/>
                  </a:lnTo>
                  <a:lnTo>
                    <a:pt x="1636399" y="739"/>
                  </a:lnTo>
                  <a:lnTo>
                    <a:pt x="1646142" y="296"/>
                  </a:lnTo>
                  <a:lnTo>
                    <a:pt x="1655872" y="52"/>
                  </a:lnTo>
                  <a:lnTo>
                    <a:pt x="1665616" y="0"/>
                  </a:lnTo>
                  <a:lnTo>
                    <a:pt x="1675359" y="133"/>
                  </a:lnTo>
                  <a:lnTo>
                    <a:pt x="1685103" y="441"/>
                  </a:lnTo>
                  <a:lnTo>
                    <a:pt x="1694832" y="916"/>
                  </a:lnTo>
                  <a:lnTo>
                    <a:pt x="1704576" y="1554"/>
                  </a:lnTo>
                  <a:lnTo>
                    <a:pt x="1714320" y="2341"/>
                  </a:lnTo>
                  <a:lnTo>
                    <a:pt x="1724064" y="3273"/>
                  </a:lnTo>
                  <a:lnTo>
                    <a:pt x="1733808" y="4339"/>
                  </a:lnTo>
                  <a:lnTo>
                    <a:pt x="1743537" y="5529"/>
                  </a:lnTo>
                  <a:lnTo>
                    <a:pt x="1753281" y="6837"/>
                  </a:lnTo>
                  <a:lnTo>
                    <a:pt x="1763025" y="8253"/>
                  </a:lnTo>
                  <a:lnTo>
                    <a:pt x="1772769" y="9766"/>
                  </a:lnTo>
                  <a:lnTo>
                    <a:pt x="1782498" y="11371"/>
                  </a:lnTo>
                  <a:lnTo>
                    <a:pt x="1792242" y="13054"/>
                  </a:lnTo>
                  <a:lnTo>
                    <a:pt x="1801986" y="14811"/>
                  </a:lnTo>
                  <a:lnTo>
                    <a:pt x="1811730" y="16629"/>
                  </a:lnTo>
                  <a:lnTo>
                    <a:pt x="1821459" y="18502"/>
                  </a:lnTo>
                  <a:lnTo>
                    <a:pt x="1831203" y="20419"/>
                  </a:lnTo>
                  <a:lnTo>
                    <a:pt x="1840947" y="22372"/>
                  </a:lnTo>
                  <a:lnTo>
                    <a:pt x="1850691" y="24355"/>
                  </a:lnTo>
                  <a:lnTo>
                    <a:pt x="1860435" y="26358"/>
                  </a:lnTo>
                  <a:lnTo>
                    <a:pt x="1870164" y="28374"/>
                  </a:lnTo>
                  <a:lnTo>
                    <a:pt x="1879908" y="30392"/>
                  </a:lnTo>
                  <a:lnTo>
                    <a:pt x="1889652" y="32410"/>
                  </a:lnTo>
                  <a:lnTo>
                    <a:pt x="1899395" y="34415"/>
                  </a:lnTo>
                  <a:lnTo>
                    <a:pt x="1909124" y="36406"/>
                  </a:lnTo>
                  <a:lnTo>
                    <a:pt x="1918868" y="38371"/>
                  </a:lnTo>
                  <a:lnTo>
                    <a:pt x="1928612" y="40306"/>
                  </a:lnTo>
                  <a:lnTo>
                    <a:pt x="1938356" y="42207"/>
                  </a:lnTo>
                  <a:lnTo>
                    <a:pt x="1948085" y="44065"/>
                  </a:lnTo>
                  <a:lnTo>
                    <a:pt x="1957829" y="45877"/>
                  </a:lnTo>
                  <a:lnTo>
                    <a:pt x="1967573" y="47638"/>
                  </a:lnTo>
                  <a:lnTo>
                    <a:pt x="1977317" y="49342"/>
                  </a:lnTo>
                  <a:lnTo>
                    <a:pt x="1987046" y="50987"/>
                  </a:lnTo>
                  <a:lnTo>
                    <a:pt x="1996790" y="52567"/>
                  </a:lnTo>
                  <a:lnTo>
                    <a:pt x="2006534" y="54080"/>
                  </a:lnTo>
                  <a:lnTo>
                    <a:pt x="2016278" y="55523"/>
                  </a:lnTo>
                  <a:lnTo>
                    <a:pt x="2026022" y="56893"/>
                  </a:lnTo>
                  <a:lnTo>
                    <a:pt x="2035751" y="58188"/>
                  </a:lnTo>
                  <a:lnTo>
                    <a:pt x="2045495" y="59407"/>
                  </a:lnTo>
                  <a:lnTo>
                    <a:pt x="2055239" y="60546"/>
                  </a:lnTo>
                  <a:lnTo>
                    <a:pt x="2064983" y="61606"/>
                  </a:lnTo>
                  <a:lnTo>
                    <a:pt x="2074712" y="62586"/>
                  </a:lnTo>
                  <a:lnTo>
                    <a:pt x="2084456" y="63485"/>
                  </a:lnTo>
                  <a:lnTo>
                    <a:pt x="2094200" y="64303"/>
                  </a:lnTo>
                  <a:lnTo>
                    <a:pt x="2103944" y="65040"/>
                  </a:lnTo>
                  <a:lnTo>
                    <a:pt x="2113673" y="65696"/>
                  </a:lnTo>
                  <a:lnTo>
                    <a:pt x="2123417" y="66274"/>
                  </a:lnTo>
                  <a:lnTo>
                    <a:pt x="2133161" y="66773"/>
                  </a:lnTo>
                  <a:lnTo>
                    <a:pt x="2142905" y="67194"/>
                  </a:lnTo>
                  <a:lnTo>
                    <a:pt x="2152649" y="67540"/>
                  </a:lnTo>
                  <a:lnTo>
                    <a:pt x="2162377" y="67813"/>
                  </a:lnTo>
                  <a:lnTo>
                    <a:pt x="2172121" y="68014"/>
                  </a:lnTo>
                  <a:lnTo>
                    <a:pt x="2181865" y="68145"/>
                  </a:lnTo>
                  <a:lnTo>
                    <a:pt x="2191609" y="68208"/>
                  </a:lnTo>
                  <a:lnTo>
                    <a:pt x="2201338" y="68206"/>
                  </a:lnTo>
                  <a:lnTo>
                    <a:pt x="2211082" y="68143"/>
                  </a:lnTo>
                  <a:lnTo>
                    <a:pt x="2220826" y="68020"/>
                  </a:lnTo>
                  <a:lnTo>
                    <a:pt x="2230570" y="67840"/>
                  </a:lnTo>
                  <a:lnTo>
                    <a:pt x="2240299" y="67606"/>
                  </a:lnTo>
                  <a:lnTo>
                    <a:pt x="2250043" y="67321"/>
                  </a:lnTo>
                  <a:lnTo>
                    <a:pt x="2259787" y="66987"/>
                  </a:lnTo>
                  <a:lnTo>
                    <a:pt x="2269531" y="66609"/>
                  </a:lnTo>
                  <a:lnTo>
                    <a:pt x="2279260" y="66189"/>
                  </a:lnTo>
                  <a:lnTo>
                    <a:pt x="2289004" y="65728"/>
                  </a:lnTo>
                  <a:lnTo>
                    <a:pt x="2298748" y="65232"/>
                  </a:lnTo>
                  <a:lnTo>
                    <a:pt x="2308492" y="64702"/>
                  </a:lnTo>
                  <a:lnTo>
                    <a:pt x="2318236" y="64140"/>
                  </a:lnTo>
                  <a:lnTo>
                    <a:pt x="2327965" y="63550"/>
                  </a:lnTo>
                  <a:lnTo>
                    <a:pt x="2337709" y="62935"/>
                  </a:lnTo>
                  <a:lnTo>
                    <a:pt x="2347453" y="62296"/>
                  </a:lnTo>
                  <a:lnTo>
                    <a:pt x="2357197" y="61636"/>
                  </a:lnTo>
                  <a:lnTo>
                    <a:pt x="2366926" y="60958"/>
                  </a:lnTo>
                  <a:lnTo>
                    <a:pt x="2376670" y="60262"/>
                  </a:lnTo>
                  <a:lnTo>
                    <a:pt x="2386413" y="59551"/>
                  </a:lnTo>
                  <a:lnTo>
                    <a:pt x="2396157" y="58829"/>
                  </a:lnTo>
                  <a:lnTo>
                    <a:pt x="2405886" y="58093"/>
                  </a:lnTo>
                  <a:lnTo>
                    <a:pt x="2415630" y="57349"/>
                  </a:lnTo>
                  <a:lnTo>
                    <a:pt x="2425374" y="56595"/>
                  </a:lnTo>
                  <a:lnTo>
                    <a:pt x="2435118" y="55835"/>
                  </a:lnTo>
                  <a:lnTo>
                    <a:pt x="2444862" y="55068"/>
                  </a:lnTo>
                  <a:lnTo>
                    <a:pt x="2454591" y="54296"/>
                  </a:lnTo>
                  <a:lnTo>
                    <a:pt x="2464335" y="53520"/>
                  </a:lnTo>
                  <a:lnTo>
                    <a:pt x="2474079" y="52738"/>
                  </a:lnTo>
                  <a:lnTo>
                    <a:pt x="2483823" y="51954"/>
                  </a:lnTo>
                  <a:lnTo>
                    <a:pt x="2493552" y="51168"/>
                  </a:lnTo>
                  <a:lnTo>
                    <a:pt x="2503296" y="50378"/>
                  </a:lnTo>
                  <a:lnTo>
                    <a:pt x="2513040" y="49585"/>
                  </a:lnTo>
                  <a:lnTo>
                    <a:pt x="2522784" y="48790"/>
                  </a:lnTo>
                  <a:lnTo>
                    <a:pt x="2532513" y="47991"/>
                  </a:lnTo>
                  <a:lnTo>
                    <a:pt x="2542257" y="47191"/>
                  </a:lnTo>
                  <a:lnTo>
                    <a:pt x="2552001" y="46388"/>
                  </a:lnTo>
                  <a:lnTo>
                    <a:pt x="2561745" y="45582"/>
                  </a:lnTo>
                  <a:lnTo>
                    <a:pt x="2571474" y="44773"/>
                  </a:lnTo>
                  <a:lnTo>
                    <a:pt x="2581218" y="43961"/>
                  </a:lnTo>
                  <a:lnTo>
                    <a:pt x="2590962" y="43144"/>
                  </a:lnTo>
                  <a:lnTo>
                    <a:pt x="2600705" y="42324"/>
                  </a:lnTo>
                  <a:lnTo>
                    <a:pt x="2610449" y="41500"/>
                  </a:lnTo>
                  <a:lnTo>
                    <a:pt x="2620178" y="40671"/>
                  </a:lnTo>
                  <a:lnTo>
                    <a:pt x="2629922" y="39837"/>
                  </a:lnTo>
                  <a:lnTo>
                    <a:pt x="2639666" y="39000"/>
                  </a:lnTo>
                  <a:lnTo>
                    <a:pt x="2649410" y="38158"/>
                  </a:lnTo>
                  <a:lnTo>
                    <a:pt x="2659139" y="37310"/>
                  </a:lnTo>
                  <a:lnTo>
                    <a:pt x="2668883" y="36458"/>
                  </a:lnTo>
                  <a:lnTo>
                    <a:pt x="2678627" y="35601"/>
                  </a:lnTo>
                  <a:lnTo>
                    <a:pt x="2688371" y="34741"/>
                  </a:lnTo>
                  <a:lnTo>
                    <a:pt x="2698100" y="33876"/>
                  </a:lnTo>
                  <a:lnTo>
                    <a:pt x="2707844" y="33009"/>
                  </a:lnTo>
                  <a:lnTo>
                    <a:pt x="2717588" y="32137"/>
                  </a:lnTo>
                  <a:lnTo>
                    <a:pt x="2727332" y="31265"/>
                  </a:lnTo>
                  <a:lnTo>
                    <a:pt x="2737076" y="30391"/>
                  </a:lnTo>
                  <a:lnTo>
                    <a:pt x="2746805" y="29516"/>
                  </a:lnTo>
                  <a:lnTo>
                    <a:pt x="2756549" y="28643"/>
                  </a:lnTo>
                  <a:lnTo>
                    <a:pt x="2766293" y="27772"/>
                  </a:lnTo>
                  <a:lnTo>
                    <a:pt x="2776037" y="26903"/>
                  </a:lnTo>
                  <a:lnTo>
                    <a:pt x="2785766" y="26039"/>
                  </a:lnTo>
                  <a:lnTo>
                    <a:pt x="2795510" y="25181"/>
                  </a:lnTo>
                  <a:lnTo>
                    <a:pt x="2805254" y="24330"/>
                  </a:lnTo>
                  <a:lnTo>
                    <a:pt x="2814998" y="23490"/>
                  </a:lnTo>
                  <a:lnTo>
                    <a:pt x="2824727" y="22660"/>
                  </a:lnTo>
                  <a:lnTo>
                    <a:pt x="2834471" y="21842"/>
                  </a:lnTo>
                  <a:lnTo>
                    <a:pt x="2844215" y="21040"/>
                  </a:lnTo>
                  <a:lnTo>
                    <a:pt x="2853958" y="20257"/>
                  </a:lnTo>
                  <a:lnTo>
                    <a:pt x="2863687" y="19489"/>
                  </a:lnTo>
                  <a:lnTo>
                    <a:pt x="2873431" y="18746"/>
                  </a:lnTo>
                  <a:lnTo>
                    <a:pt x="2883175" y="18023"/>
                  </a:lnTo>
                  <a:lnTo>
                    <a:pt x="2892919" y="17326"/>
                  </a:lnTo>
                  <a:lnTo>
                    <a:pt x="2902663" y="16657"/>
                  </a:lnTo>
                  <a:lnTo>
                    <a:pt x="2912392" y="1601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3" name="Freeform 602">
              <a:extLst>
                <a:ext uri="{FF2B5EF4-FFF2-40B4-BE49-F238E27FC236}">
                  <a16:creationId xmlns:a16="http://schemas.microsoft.com/office/drawing/2014/main" id="{1986F91F-4529-7AEF-1401-F5DDBA7BB2A3}"/>
                </a:ext>
              </a:extLst>
            </p:cNvPr>
            <p:cNvSpPr/>
            <p:nvPr/>
          </p:nvSpPr>
          <p:spPr>
            <a:xfrm>
              <a:off x="576446" y="3396870"/>
              <a:ext cx="2912392" cy="423105"/>
            </a:xfrm>
            <a:custGeom>
              <a:avLst/>
              <a:gdLst>
                <a:gd name="connsiteX0" fmla="*/ 0 w 2912392"/>
                <a:gd name="connsiteY0" fmla="*/ 289544 h 423105"/>
                <a:gd name="connsiteX1" fmla="*/ 9739 w 2912392"/>
                <a:gd name="connsiteY1" fmla="*/ 290156 h 423105"/>
                <a:gd name="connsiteX2" fmla="*/ 19480 w 2912392"/>
                <a:gd name="connsiteY2" fmla="*/ 290588 h 423105"/>
                <a:gd name="connsiteX3" fmla="*/ 29221 w 2912392"/>
                <a:gd name="connsiteY3" fmla="*/ 290837 h 423105"/>
                <a:gd name="connsiteX4" fmla="*/ 38961 w 2912392"/>
                <a:gd name="connsiteY4" fmla="*/ 290900 h 423105"/>
                <a:gd name="connsiteX5" fmla="*/ 48702 w 2912392"/>
                <a:gd name="connsiteY5" fmla="*/ 290777 h 423105"/>
                <a:gd name="connsiteX6" fmla="*/ 58443 w 2912392"/>
                <a:gd name="connsiteY6" fmla="*/ 290468 h 423105"/>
                <a:gd name="connsiteX7" fmla="*/ 68182 w 2912392"/>
                <a:gd name="connsiteY7" fmla="*/ 289968 h 423105"/>
                <a:gd name="connsiteX8" fmla="*/ 77923 w 2912392"/>
                <a:gd name="connsiteY8" fmla="*/ 289283 h 423105"/>
                <a:gd name="connsiteX9" fmla="*/ 87664 w 2912392"/>
                <a:gd name="connsiteY9" fmla="*/ 288409 h 423105"/>
                <a:gd name="connsiteX10" fmla="*/ 97404 w 2912392"/>
                <a:gd name="connsiteY10" fmla="*/ 287346 h 423105"/>
                <a:gd name="connsiteX11" fmla="*/ 107145 w 2912392"/>
                <a:gd name="connsiteY11" fmla="*/ 286095 h 423105"/>
                <a:gd name="connsiteX12" fmla="*/ 116886 w 2912392"/>
                <a:gd name="connsiteY12" fmla="*/ 284657 h 423105"/>
                <a:gd name="connsiteX13" fmla="*/ 126625 w 2912392"/>
                <a:gd name="connsiteY13" fmla="*/ 283033 h 423105"/>
                <a:gd name="connsiteX14" fmla="*/ 136366 w 2912392"/>
                <a:gd name="connsiteY14" fmla="*/ 281223 h 423105"/>
                <a:gd name="connsiteX15" fmla="*/ 146107 w 2912392"/>
                <a:gd name="connsiteY15" fmla="*/ 279228 h 423105"/>
                <a:gd name="connsiteX16" fmla="*/ 155846 w 2912392"/>
                <a:gd name="connsiteY16" fmla="*/ 277051 h 423105"/>
                <a:gd name="connsiteX17" fmla="*/ 165587 w 2912392"/>
                <a:gd name="connsiteY17" fmla="*/ 274696 h 423105"/>
                <a:gd name="connsiteX18" fmla="*/ 175328 w 2912392"/>
                <a:gd name="connsiteY18" fmla="*/ 272160 h 423105"/>
                <a:gd name="connsiteX19" fmla="*/ 185068 w 2912392"/>
                <a:gd name="connsiteY19" fmla="*/ 269450 h 423105"/>
                <a:gd name="connsiteX20" fmla="*/ 194809 w 2912392"/>
                <a:gd name="connsiteY20" fmla="*/ 266567 h 423105"/>
                <a:gd name="connsiteX21" fmla="*/ 204550 w 2912392"/>
                <a:gd name="connsiteY21" fmla="*/ 263512 h 423105"/>
                <a:gd name="connsiteX22" fmla="*/ 214289 w 2912392"/>
                <a:gd name="connsiteY22" fmla="*/ 260293 h 423105"/>
                <a:gd name="connsiteX23" fmla="*/ 224030 w 2912392"/>
                <a:gd name="connsiteY23" fmla="*/ 256911 h 423105"/>
                <a:gd name="connsiteX24" fmla="*/ 233771 w 2912392"/>
                <a:gd name="connsiteY24" fmla="*/ 253368 h 423105"/>
                <a:gd name="connsiteX25" fmla="*/ 243510 w 2912392"/>
                <a:gd name="connsiteY25" fmla="*/ 249671 h 423105"/>
                <a:gd name="connsiteX26" fmla="*/ 253251 w 2912392"/>
                <a:gd name="connsiteY26" fmla="*/ 245823 h 423105"/>
                <a:gd name="connsiteX27" fmla="*/ 262992 w 2912392"/>
                <a:gd name="connsiteY27" fmla="*/ 241828 h 423105"/>
                <a:gd name="connsiteX28" fmla="*/ 272732 w 2912392"/>
                <a:gd name="connsiteY28" fmla="*/ 237694 h 423105"/>
                <a:gd name="connsiteX29" fmla="*/ 282473 w 2912392"/>
                <a:gd name="connsiteY29" fmla="*/ 233421 h 423105"/>
                <a:gd name="connsiteX30" fmla="*/ 292214 w 2912392"/>
                <a:gd name="connsiteY30" fmla="*/ 229018 h 423105"/>
                <a:gd name="connsiteX31" fmla="*/ 301953 w 2912392"/>
                <a:gd name="connsiteY31" fmla="*/ 224490 h 423105"/>
                <a:gd name="connsiteX32" fmla="*/ 311694 w 2912392"/>
                <a:gd name="connsiteY32" fmla="*/ 219842 h 423105"/>
                <a:gd name="connsiteX33" fmla="*/ 321435 w 2912392"/>
                <a:gd name="connsiteY33" fmla="*/ 215080 h 423105"/>
                <a:gd name="connsiteX34" fmla="*/ 331175 w 2912392"/>
                <a:gd name="connsiteY34" fmla="*/ 210211 h 423105"/>
                <a:gd name="connsiteX35" fmla="*/ 340916 w 2912392"/>
                <a:gd name="connsiteY35" fmla="*/ 205241 h 423105"/>
                <a:gd name="connsiteX36" fmla="*/ 350656 w 2912392"/>
                <a:gd name="connsiteY36" fmla="*/ 200177 h 423105"/>
                <a:gd name="connsiteX37" fmla="*/ 360396 w 2912392"/>
                <a:gd name="connsiteY37" fmla="*/ 195023 h 423105"/>
                <a:gd name="connsiteX38" fmla="*/ 370137 w 2912392"/>
                <a:gd name="connsiteY38" fmla="*/ 189789 h 423105"/>
                <a:gd name="connsiteX39" fmla="*/ 379878 w 2912392"/>
                <a:gd name="connsiteY39" fmla="*/ 184482 h 423105"/>
                <a:gd name="connsiteX40" fmla="*/ 389617 w 2912392"/>
                <a:gd name="connsiteY40" fmla="*/ 179110 h 423105"/>
                <a:gd name="connsiteX41" fmla="*/ 399358 w 2912392"/>
                <a:gd name="connsiteY41" fmla="*/ 173677 h 423105"/>
                <a:gd name="connsiteX42" fmla="*/ 409099 w 2912392"/>
                <a:gd name="connsiteY42" fmla="*/ 168193 h 423105"/>
                <a:gd name="connsiteX43" fmla="*/ 418839 w 2912392"/>
                <a:gd name="connsiteY43" fmla="*/ 162666 h 423105"/>
                <a:gd name="connsiteX44" fmla="*/ 428580 w 2912392"/>
                <a:gd name="connsiteY44" fmla="*/ 157104 h 423105"/>
                <a:gd name="connsiteX45" fmla="*/ 438321 w 2912392"/>
                <a:gd name="connsiteY45" fmla="*/ 151514 h 423105"/>
                <a:gd name="connsiteX46" fmla="*/ 448060 w 2912392"/>
                <a:gd name="connsiteY46" fmla="*/ 145903 h 423105"/>
                <a:gd name="connsiteX47" fmla="*/ 457801 w 2912392"/>
                <a:gd name="connsiteY47" fmla="*/ 140283 h 423105"/>
                <a:gd name="connsiteX48" fmla="*/ 467542 w 2912392"/>
                <a:gd name="connsiteY48" fmla="*/ 134658 h 423105"/>
                <a:gd name="connsiteX49" fmla="*/ 477281 w 2912392"/>
                <a:gd name="connsiteY49" fmla="*/ 129040 h 423105"/>
                <a:gd name="connsiteX50" fmla="*/ 487022 w 2912392"/>
                <a:gd name="connsiteY50" fmla="*/ 123435 h 423105"/>
                <a:gd name="connsiteX51" fmla="*/ 496763 w 2912392"/>
                <a:gd name="connsiteY51" fmla="*/ 117854 h 423105"/>
                <a:gd name="connsiteX52" fmla="*/ 506503 w 2912392"/>
                <a:gd name="connsiteY52" fmla="*/ 112303 h 423105"/>
                <a:gd name="connsiteX53" fmla="*/ 516244 w 2912392"/>
                <a:gd name="connsiteY53" fmla="*/ 106791 h 423105"/>
                <a:gd name="connsiteX54" fmla="*/ 525985 w 2912392"/>
                <a:gd name="connsiteY54" fmla="*/ 101328 h 423105"/>
                <a:gd name="connsiteX55" fmla="*/ 535724 w 2912392"/>
                <a:gd name="connsiteY55" fmla="*/ 95921 h 423105"/>
                <a:gd name="connsiteX56" fmla="*/ 545465 w 2912392"/>
                <a:gd name="connsiteY56" fmla="*/ 90580 h 423105"/>
                <a:gd name="connsiteX57" fmla="*/ 555206 w 2912392"/>
                <a:gd name="connsiteY57" fmla="*/ 85313 h 423105"/>
                <a:gd name="connsiteX58" fmla="*/ 564946 w 2912392"/>
                <a:gd name="connsiteY58" fmla="*/ 80128 h 423105"/>
                <a:gd name="connsiteX59" fmla="*/ 574687 w 2912392"/>
                <a:gd name="connsiteY59" fmla="*/ 75034 h 423105"/>
                <a:gd name="connsiteX60" fmla="*/ 584428 w 2912392"/>
                <a:gd name="connsiteY60" fmla="*/ 70042 h 423105"/>
                <a:gd name="connsiteX61" fmla="*/ 594167 w 2912392"/>
                <a:gd name="connsiteY61" fmla="*/ 65155 h 423105"/>
                <a:gd name="connsiteX62" fmla="*/ 603908 w 2912392"/>
                <a:gd name="connsiteY62" fmla="*/ 60386 h 423105"/>
                <a:gd name="connsiteX63" fmla="*/ 613649 w 2912392"/>
                <a:gd name="connsiteY63" fmla="*/ 55742 h 423105"/>
                <a:gd name="connsiteX64" fmla="*/ 623388 w 2912392"/>
                <a:gd name="connsiteY64" fmla="*/ 51230 h 423105"/>
                <a:gd name="connsiteX65" fmla="*/ 633129 w 2912392"/>
                <a:gd name="connsiteY65" fmla="*/ 46859 h 423105"/>
                <a:gd name="connsiteX66" fmla="*/ 642870 w 2912392"/>
                <a:gd name="connsiteY66" fmla="*/ 42638 h 423105"/>
                <a:gd name="connsiteX67" fmla="*/ 652610 w 2912392"/>
                <a:gd name="connsiteY67" fmla="*/ 38572 h 423105"/>
                <a:gd name="connsiteX68" fmla="*/ 662351 w 2912392"/>
                <a:gd name="connsiteY68" fmla="*/ 34671 h 423105"/>
                <a:gd name="connsiteX69" fmla="*/ 672092 w 2912392"/>
                <a:gd name="connsiteY69" fmla="*/ 30944 h 423105"/>
                <a:gd name="connsiteX70" fmla="*/ 681831 w 2912392"/>
                <a:gd name="connsiteY70" fmla="*/ 27393 h 423105"/>
                <a:gd name="connsiteX71" fmla="*/ 691572 w 2912392"/>
                <a:gd name="connsiteY71" fmla="*/ 24031 h 423105"/>
                <a:gd name="connsiteX72" fmla="*/ 701313 w 2912392"/>
                <a:gd name="connsiteY72" fmla="*/ 20862 h 423105"/>
                <a:gd name="connsiteX73" fmla="*/ 711052 w 2912392"/>
                <a:gd name="connsiteY73" fmla="*/ 17891 h 423105"/>
                <a:gd name="connsiteX74" fmla="*/ 720793 w 2912392"/>
                <a:gd name="connsiteY74" fmla="*/ 15128 h 423105"/>
                <a:gd name="connsiteX75" fmla="*/ 730534 w 2912392"/>
                <a:gd name="connsiteY75" fmla="*/ 12578 h 423105"/>
                <a:gd name="connsiteX76" fmla="*/ 740274 w 2912392"/>
                <a:gd name="connsiteY76" fmla="*/ 10248 h 423105"/>
                <a:gd name="connsiteX77" fmla="*/ 750015 w 2912392"/>
                <a:gd name="connsiteY77" fmla="*/ 8141 h 423105"/>
                <a:gd name="connsiteX78" fmla="*/ 759756 w 2912392"/>
                <a:gd name="connsiteY78" fmla="*/ 6265 h 423105"/>
                <a:gd name="connsiteX79" fmla="*/ 769495 w 2912392"/>
                <a:gd name="connsiteY79" fmla="*/ 4626 h 423105"/>
                <a:gd name="connsiteX80" fmla="*/ 779236 w 2912392"/>
                <a:gd name="connsiteY80" fmla="*/ 3227 h 423105"/>
                <a:gd name="connsiteX81" fmla="*/ 788977 w 2912392"/>
                <a:gd name="connsiteY81" fmla="*/ 2074 h 423105"/>
                <a:gd name="connsiteX82" fmla="*/ 798717 w 2912392"/>
                <a:gd name="connsiteY82" fmla="*/ 1171 h 423105"/>
                <a:gd name="connsiteX83" fmla="*/ 808458 w 2912392"/>
                <a:gd name="connsiteY83" fmla="*/ 522 h 423105"/>
                <a:gd name="connsiteX84" fmla="*/ 818199 w 2912392"/>
                <a:gd name="connsiteY84" fmla="*/ 130 h 423105"/>
                <a:gd name="connsiteX85" fmla="*/ 827938 w 2912392"/>
                <a:gd name="connsiteY85" fmla="*/ 0 h 423105"/>
                <a:gd name="connsiteX86" fmla="*/ 837679 w 2912392"/>
                <a:gd name="connsiteY86" fmla="*/ 134 h 423105"/>
                <a:gd name="connsiteX87" fmla="*/ 847420 w 2912392"/>
                <a:gd name="connsiteY87" fmla="*/ 536 h 423105"/>
                <a:gd name="connsiteX88" fmla="*/ 857159 w 2912392"/>
                <a:gd name="connsiteY88" fmla="*/ 1208 h 423105"/>
                <a:gd name="connsiteX89" fmla="*/ 866900 w 2912392"/>
                <a:gd name="connsiteY89" fmla="*/ 2151 h 423105"/>
                <a:gd name="connsiteX90" fmla="*/ 876641 w 2912392"/>
                <a:gd name="connsiteY90" fmla="*/ 3369 h 423105"/>
                <a:gd name="connsiteX91" fmla="*/ 886381 w 2912392"/>
                <a:gd name="connsiteY91" fmla="*/ 4859 h 423105"/>
                <a:gd name="connsiteX92" fmla="*/ 896122 w 2912392"/>
                <a:gd name="connsiteY92" fmla="*/ 6626 h 423105"/>
                <a:gd name="connsiteX93" fmla="*/ 905863 w 2912392"/>
                <a:gd name="connsiteY93" fmla="*/ 8668 h 423105"/>
                <a:gd name="connsiteX94" fmla="*/ 915602 w 2912392"/>
                <a:gd name="connsiteY94" fmla="*/ 10988 h 423105"/>
                <a:gd name="connsiteX95" fmla="*/ 925343 w 2912392"/>
                <a:gd name="connsiteY95" fmla="*/ 13582 h 423105"/>
                <a:gd name="connsiteX96" fmla="*/ 935084 w 2912392"/>
                <a:gd name="connsiteY96" fmla="*/ 16451 h 423105"/>
                <a:gd name="connsiteX97" fmla="*/ 944824 w 2912392"/>
                <a:gd name="connsiteY97" fmla="*/ 19595 h 423105"/>
                <a:gd name="connsiteX98" fmla="*/ 954564 w 2912392"/>
                <a:gd name="connsiteY98" fmla="*/ 23010 h 423105"/>
                <a:gd name="connsiteX99" fmla="*/ 964305 w 2912392"/>
                <a:gd name="connsiteY99" fmla="*/ 26694 h 423105"/>
                <a:gd name="connsiteX100" fmla="*/ 974045 w 2912392"/>
                <a:gd name="connsiteY100" fmla="*/ 30647 h 423105"/>
                <a:gd name="connsiteX101" fmla="*/ 983786 w 2912392"/>
                <a:gd name="connsiteY101" fmla="*/ 34864 h 423105"/>
                <a:gd name="connsiteX102" fmla="*/ 993522 w 2912392"/>
                <a:gd name="connsiteY102" fmla="*/ 39341 h 423105"/>
                <a:gd name="connsiteX103" fmla="*/ 1003266 w 2912392"/>
                <a:gd name="connsiteY103" fmla="*/ 44074 h 423105"/>
                <a:gd name="connsiteX104" fmla="*/ 1013010 w 2912392"/>
                <a:gd name="connsiteY104" fmla="*/ 49061 h 423105"/>
                <a:gd name="connsiteX105" fmla="*/ 1022754 w 2912392"/>
                <a:gd name="connsiteY105" fmla="*/ 54295 h 423105"/>
                <a:gd name="connsiteX106" fmla="*/ 1032483 w 2912392"/>
                <a:gd name="connsiteY106" fmla="*/ 59772 h 423105"/>
                <a:gd name="connsiteX107" fmla="*/ 1042227 w 2912392"/>
                <a:gd name="connsiteY107" fmla="*/ 65484 h 423105"/>
                <a:gd name="connsiteX108" fmla="*/ 1051971 w 2912392"/>
                <a:gd name="connsiteY108" fmla="*/ 71427 h 423105"/>
                <a:gd name="connsiteX109" fmla="*/ 1061715 w 2912392"/>
                <a:gd name="connsiteY109" fmla="*/ 77592 h 423105"/>
                <a:gd name="connsiteX110" fmla="*/ 1071444 w 2912392"/>
                <a:gd name="connsiteY110" fmla="*/ 83975 h 423105"/>
                <a:gd name="connsiteX111" fmla="*/ 1081188 w 2912392"/>
                <a:gd name="connsiteY111" fmla="*/ 90565 h 423105"/>
                <a:gd name="connsiteX112" fmla="*/ 1090932 w 2912392"/>
                <a:gd name="connsiteY112" fmla="*/ 97356 h 423105"/>
                <a:gd name="connsiteX113" fmla="*/ 1100676 w 2912392"/>
                <a:gd name="connsiteY113" fmla="*/ 104338 h 423105"/>
                <a:gd name="connsiteX114" fmla="*/ 1110405 w 2912392"/>
                <a:gd name="connsiteY114" fmla="*/ 111502 h 423105"/>
                <a:gd name="connsiteX115" fmla="*/ 1120149 w 2912392"/>
                <a:gd name="connsiteY115" fmla="*/ 118839 h 423105"/>
                <a:gd name="connsiteX116" fmla="*/ 1129893 w 2912392"/>
                <a:gd name="connsiteY116" fmla="*/ 126339 h 423105"/>
                <a:gd name="connsiteX117" fmla="*/ 1139637 w 2912392"/>
                <a:gd name="connsiteY117" fmla="*/ 133991 h 423105"/>
                <a:gd name="connsiteX118" fmla="*/ 1149381 w 2912392"/>
                <a:gd name="connsiteY118" fmla="*/ 141786 h 423105"/>
                <a:gd name="connsiteX119" fmla="*/ 1159110 w 2912392"/>
                <a:gd name="connsiteY119" fmla="*/ 149711 h 423105"/>
                <a:gd name="connsiteX120" fmla="*/ 1168854 w 2912392"/>
                <a:gd name="connsiteY120" fmla="*/ 157755 h 423105"/>
                <a:gd name="connsiteX121" fmla="*/ 1178598 w 2912392"/>
                <a:gd name="connsiteY121" fmla="*/ 165905 h 423105"/>
                <a:gd name="connsiteX122" fmla="*/ 1188341 w 2912392"/>
                <a:gd name="connsiteY122" fmla="*/ 174150 h 423105"/>
                <a:gd name="connsiteX123" fmla="*/ 1198070 w 2912392"/>
                <a:gd name="connsiteY123" fmla="*/ 182477 h 423105"/>
                <a:gd name="connsiteX124" fmla="*/ 1207814 w 2912392"/>
                <a:gd name="connsiteY124" fmla="*/ 190872 h 423105"/>
                <a:gd name="connsiteX125" fmla="*/ 1217558 w 2912392"/>
                <a:gd name="connsiteY125" fmla="*/ 199325 h 423105"/>
                <a:gd name="connsiteX126" fmla="*/ 1227302 w 2912392"/>
                <a:gd name="connsiteY126" fmla="*/ 207817 h 423105"/>
                <a:gd name="connsiteX127" fmla="*/ 1237031 w 2912392"/>
                <a:gd name="connsiteY127" fmla="*/ 216339 h 423105"/>
                <a:gd name="connsiteX128" fmla="*/ 1246775 w 2912392"/>
                <a:gd name="connsiteY128" fmla="*/ 224875 h 423105"/>
                <a:gd name="connsiteX129" fmla="*/ 1256519 w 2912392"/>
                <a:gd name="connsiteY129" fmla="*/ 233409 h 423105"/>
                <a:gd name="connsiteX130" fmla="*/ 1266263 w 2912392"/>
                <a:gd name="connsiteY130" fmla="*/ 241930 h 423105"/>
                <a:gd name="connsiteX131" fmla="*/ 1276007 w 2912392"/>
                <a:gd name="connsiteY131" fmla="*/ 250421 h 423105"/>
                <a:gd name="connsiteX132" fmla="*/ 1285736 w 2912392"/>
                <a:gd name="connsiteY132" fmla="*/ 258867 h 423105"/>
                <a:gd name="connsiteX133" fmla="*/ 1295480 w 2912392"/>
                <a:gd name="connsiteY133" fmla="*/ 267255 h 423105"/>
                <a:gd name="connsiteX134" fmla="*/ 1305224 w 2912392"/>
                <a:gd name="connsiteY134" fmla="*/ 275569 h 423105"/>
                <a:gd name="connsiteX135" fmla="*/ 1314968 w 2912392"/>
                <a:gd name="connsiteY135" fmla="*/ 283793 h 423105"/>
                <a:gd name="connsiteX136" fmla="*/ 1324697 w 2912392"/>
                <a:gd name="connsiteY136" fmla="*/ 291913 h 423105"/>
                <a:gd name="connsiteX137" fmla="*/ 1334441 w 2912392"/>
                <a:gd name="connsiteY137" fmla="*/ 299915 h 423105"/>
                <a:gd name="connsiteX138" fmla="*/ 1344185 w 2912392"/>
                <a:gd name="connsiteY138" fmla="*/ 307782 h 423105"/>
                <a:gd name="connsiteX139" fmla="*/ 1353929 w 2912392"/>
                <a:gd name="connsiteY139" fmla="*/ 315501 h 423105"/>
                <a:gd name="connsiteX140" fmla="*/ 1363658 w 2912392"/>
                <a:gd name="connsiteY140" fmla="*/ 323056 h 423105"/>
                <a:gd name="connsiteX141" fmla="*/ 1373402 w 2912392"/>
                <a:gd name="connsiteY141" fmla="*/ 330434 h 423105"/>
                <a:gd name="connsiteX142" fmla="*/ 1383146 w 2912392"/>
                <a:gd name="connsiteY142" fmla="*/ 337618 h 423105"/>
                <a:gd name="connsiteX143" fmla="*/ 1392890 w 2912392"/>
                <a:gd name="connsiteY143" fmla="*/ 344597 h 423105"/>
                <a:gd name="connsiteX144" fmla="*/ 1402619 w 2912392"/>
                <a:gd name="connsiteY144" fmla="*/ 351357 h 423105"/>
                <a:gd name="connsiteX145" fmla="*/ 1412363 w 2912392"/>
                <a:gd name="connsiteY145" fmla="*/ 357882 h 423105"/>
                <a:gd name="connsiteX146" fmla="*/ 1422106 w 2912392"/>
                <a:gd name="connsiteY146" fmla="*/ 364161 h 423105"/>
                <a:gd name="connsiteX147" fmla="*/ 1431850 w 2912392"/>
                <a:gd name="connsiteY147" fmla="*/ 370180 h 423105"/>
                <a:gd name="connsiteX148" fmla="*/ 1441594 w 2912392"/>
                <a:gd name="connsiteY148" fmla="*/ 375928 h 423105"/>
                <a:gd name="connsiteX149" fmla="*/ 1451323 w 2912392"/>
                <a:gd name="connsiteY149" fmla="*/ 381393 h 423105"/>
                <a:gd name="connsiteX150" fmla="*/ 1461067 w 2912392"/>
                <a:gd name="connsiteY150" fmla="*/ 386563 h 423105"/>
                <a:gd name="connsiteX151" fmla="*/ 1470811 w 2912392"/>
                <a:gd name="connsiteY151" fmla="*/ 391428 h 423105"/>
                <a:gd name="connsiteX152" fmla="*/ 1480555 w 2912392"/>
                <a:gd name="connsiteY152" fmla="*/ 395976 h 423105"/>
                <a:gd name="connsiteX153" fmla="*/ 1490284 w 2912392"/>
                <a:gd name="connsiteY153" fmla="*/ 400199 h 423105"/>
                <a:gd name="connsiteX154" fmla="*/ 1500028 w 2912392"/>
                <a:gd name="connsiteY154" fmla="*/ 404087 h 423105"/>
                <a:gd name="connsiteX155" fmla="*/ 1509772 w 2912392"/>
                <a:gd name="connsiteY155" fmla="*/ 407633 h 423105"/>
                <a:gd name="connsiteX156" fmla="*/ 1519516 w 2912392"/>
                <a:gd name="connsiteY156" fmla="*/ 410829 h 423105"/>
                <a:gd name="connsiteX157" fmla="*/ 1529245 w 2912392"/>
                <a:gd name="connsiteY157" fmla="*/ 413667 h 423105"/>
                <a:gd name="connsiteX158" fmla="*/ 1538989 w 2912392"/>
                <a:gd name="connsiteY158" fmla="*/ 416142 h 423105"/>
                <a:gd name="connsiteX159" fmla="*/ 1548733 w 2912392"/>
                <a:gd name="connsiteY159" fmla="*/ 418247 h 423105"/>
                <a:gd name="connsiteX160" fmla="*/ 1558477 w 2912392"/>
                <a:gd name="connsiteY160" fmla="*/ 419980 h 423105"/>
                <a:gd name="connsiteX161" fmla="*/ 1568221 w 2912392"/>
                <a:gd name="connsiteY161" fmla="*/ 421334 h 423105"/>
                <a:gd name="connsiteX162" fmla="*/ 1577950 w 2912392"/>
                <a:gd name="connsiteY162" fmla="*/ 422307 h 423105"/>
                <a:gd name="connsiteX163" fmla="*/ 1587694 w 2912392"/>
                <a:gd name="connsiteY163" fmla="*/ 422899 h 423105"/>
                <a:gd name="connsiteX164" fmla="*/ 1597438 w 2912392"/>
                <a:gd name="connsiteY164" fmla="*/ 423106 h 423105"/>
                <a:gd name="connsiteX165" fmla="*/ 1607182 w 2912392"/>
                <a:gd name="connsiteY165" fmla="*/ 422927 h 423105"/>
                <a:gd name="connsiteX166" fmla="*/ 1616911 w 2912392"/>
                <a:gd name="connsiteY166" fmla="*/ 422365 h 423105"/>
                <a:gd name="connsiteX167" fmla="*/ 1626655 w 2912392"/>
                <a:gd name="connsiteY167" fmla="*/ 421421 h 423105"/>
                <a:gd name="connsiteX168" fmla="*/ 1636399 w 2912392"/>
                <a:gd name="connsiteY168" fmla="*/ 420095 h 423105"/>
                <a:gd name="connsiteX169" fmla="*/ 1646142 w 2912392"/>
                <a:gd name="connsiteY169" fmla="*/ 418392 h 423105"/>
                <a:gd name="connsiteX170" fmla="*/ 1655872 w 2912392"/>
                <a:gd name="connsiteY170" fmla="*/ 416315 h 423105"/>
                <a:gd name="connsiteX171" fmla="*/ 1665616 w 2912392"/>
                <a:gd name="connsiteY171" fmla="*/ 413868 h 423105"/>
                <a:gd name="connsiteX172" fmla="*/ 1675359 w 2912392"/>
                <a:gd name="connsiteY172" fmla="*/ 411058 h 423105"/>
                <a:gd name="connsiteX173" fmla="*/ 1685103 w 2912392"/>
                <a:gd name="connsiteY173" fmla="*/ 407892 h 423105"/>
                <a:gd name="connsiteX174" fmla="*/ 1694832 w 2912392"/>
                <a:gd name="connsiteY174" fmla="*/ 404376 h 423105"/>
                <a:gd name="connsiteX175" fmla="*/ 1704576 w 2912392"/>
                <a:gd name="connsiteY175" fmla="*/ 400520 h 423105"/>
                <a:gd name="connsiteX176" fmla="*/ 1714320 w 2912392"/>
                <a:gd name="connsiteY176" fmla="*/ 396331 h 423105"/>
                <a:gd name="connsiteX177" fmla="*/ 1724064 w 2912392"/>
                <a:gd name="connsiteY177" fmla="*/ 391821 h 423105"/>
                <a:gd name="connsiteX178" fmla="*/ 1733808 w 2912392"/>
                <a:gd name="connsiteY178" fmla="*/ 386998 h 423105"/>
                <a:gd name="connsiteX179" fmla="*/ 1743537 w 2912392"/>
                <a:gd name="connsiteY179" fmla="*/ 381874 h 423105"/>
                <a:gd name="connsiteX180" fmla="*/ 1753281 w 2912392"/>
                <a:gd name="connsiteY180" fmla="*/ 376464 h 423105"/>
                <a:gd name="connsiteX181" fmla="*/ 1763025 w 2912392"/>
                <a:gd name="connsiteY181" fmla="*/ 370778 h 423105"/>
                <a:gd name="connsiteX182" fmla="*/ 1772769 w 2912392"/>
                <a:gd name="connsiteY182" fmla="*/ 364830 h 423105"/>
                <a:gd name="connsiteX183" fmla="*/ 1782498 w 2912392"/>
                <a:gd name="connsiteY183" fmla="*/ 358635 h 423105"/>
                <a:gd name="connsiteX184" fmla="*/ 1792242 w 2912392"/>
                <a:gd name="connsiteY184" fmla="*/ 352206 h 423105"/>
                <a:gd name="connsiteX185" fmla="*/ 1801986 w 2912392"/>
                <a:gd name="connsiteY185" fmla="*/ 345560 h 423105"/>
                <a:gd name="connsiteX186" fmla="*/ 1811730 w 2912392"/>
                <a:gd name="connsiteY186" fmla="*/ 338712 h 423105"/>
                <a:gd name="connsiteX187" fmla="*/ 1821459 w 2912392"/>
                <a:gd name="connsiteY187" fmla="*/ 331678 h 423105"/>
                <a:gd name="connsiteX188" fmla="*/ 1831203 w 2912392"/>
                <a:gd name="connsiteY188" fmla="*/ 324476 h 423105"/>
                <a:gd name="connsiteX189" fmla="*/ 1840947 w 2912392"/>
                <a:gd name="connsiteY189" fmla="*/ 317120 h 423105"/>
                <a:gd name="connsiteX190" fmla="*/ 1850691 w 2912392"/>
                <a:gd name="connsiteY190" fmla="*/ 309632 h 423105"/>
                <a:gd name="connsiteX191" fmla="*/ 1860435 w 2912392"/>
                <a:gd name="connsiteY191" fmla="*/ 302026 h 423105"/>
                <a:gd name="connsiteX192" fmla="*/ 1870164 w 2912392"/>
                <a:gd name="connsiteY192" fmla="*/ 294322 h 423105"/>
                <a:gd name="connsiteX193" fmla="*/ 1879908 w 2912392"/>
                <a:gd name="connsiteY193" fmla="*/ 286537 h 423105"/>
                <a:gd name="connsiteX194" fmla="*/ 1889652 w 2912392"/>
                <a:gd name="connsiteY194" fmla="*/ 278690 h 423105"/>
                <a:gd name="connsiteX195" fmla="*/ 1899395 w 2912392"/>
                <a:gd name="connsiteY195" fmla="*/ 270799 h 423105"/>
                <a:gd name="connsiteX196" fmla="*/ 1909124 w 2912392"/>
                <a:gd name="connsiteY196" fmla="*/ 262884 h 423105"/>
                <a:gd name="connsiteX197" fmla="*/ 1918868 w 2912392"/>
                <a:gd name="connsiteY197" fmla="*/ 254960 h 423105"/>
                <a:gd name="connsiteX198" fmla="*/ 1928612 w 2912392"/>
                <a:gd name="connsiteY198" fmla="*/ 247049 h 423105"/>
                <a:gd name="connsiteX199" fmla="*/ 1938356 w 2912392"/>
                <a:gd name="connsiteY199" fmla="*/ 239167 h 423105"/>
                <a:gd name="connsiteX200" fmla="*/ 1948085 w 2912392"/>
                <a:gd name="connsiteY200" fmla="*/ 231335 h 423105"/>
                <a:gd name="connsiteX201" fmla="*/ 1957829 w 2912392"/>
                <a:gd name="connsiteY201" fmla="*/ 223567 h 423105"/>
                <a:gd name="connsiteX202" fmla="*/ 1967573 w 2912392"/>
                <a:gd name="connsiteY202" fmla="*/ 215883 h 423105"/>
                <a:gd name="connsiteX203" fmla="*/ 1977317 w 2912392"/>
                <a:gd name="connsiteY203" fmla="*/ 208301 h 423105"/>
                <a:gd name="connsiteX204" fmla="*/ 1987046 w 2912392"/>
                <a:gd name="connsiteY204" fmla="*/ 200837 h 423105"/>
                <a:gd name="connsiteX205" fmla="*/ 1996790 w 2912392"/>
                <a:gd name="connsiteY205" fmla="*/ 193507 h 423105"/>
                <a:gd name="connsiteX206" fmla="*/ 2006534 w 2912392"/>
                <a:gd name="connsiteY206" fmla="*/ 186328 h 423105"/>
                <a:gd name="connsiteX207" fmla="*/ 2016278 w 2912392"/>
                <a:gd name="connsiteY207" fmla="*/ 179317 h 423105"/>
                <a:gd name="connsiteX208" fmla="*/ 2026022 w 2912392"/>
                <a:gd name="connsiteY208" fmla="*/ 172487 h 423105"/>
                <a:gd name="connsiteX209" fmla="*/ 2035751 w 2912392"/>
                <a:gd name="connsiteY209" fmla="*/ 165854 h 423105"/>
                <a:gd name="connsiteX210" fmla="*/ 2045495 w 2912392"/>
                <a:gd name="connsiteY210" fmla="*/ 159431 h 423105"/>
                <a:gd name="connsiteX211" fmla="*/ 2055239 w 2912392"/>
                <a:gd name="connsiteY211" fmla="*/ 153233 h 423105"/>
                <a:gd name="connsiteX212" fmla="*/ 2064983 w 2912392"/>
                <a:gd name="connsiteY212" fmla="*/ 147272 h 423105"/>
                <a:gd name="connsiteX213" fmla="*/ 2074712 w 2912392"/>
                <a:gd name="connsiteY213" fmla="*/ 141558 h 423105"/>
                <a:gd name="connsiteX214" fmla="*/ 2084456 w 2912392"/>
                <a:gd name="connsiteY214" fmla="*/ 136105 h 423105"/>
                <a:gd name="connsiteX215" fmla="*/ 2094200 w 2912392"/>
                <a:gd name="connsiteY215" fmla="*/ 130923 h 423105"/>
                <a:gd name="connsiteX216" fmla="*/ 2103944 w 2912392"/>
                <a:gd name="connsiteY216" fmla="*/ 126020 h 423105"/>
                <a:gd name="connsiteX217" fmla="*/ 2113673 w 2912392"/>
                <a:gd name="connsiteY217" fmla="*/ 121407 h 423105"/>
                <a:gd name="connsiteX218" fmla="*/ 2123417 w 2912392"/>
                <a:gd name="connsiteY218" fmla="*/ 117091 h 423105"/>
                <a:gd name="connsiteX219" fmla="*/ 2133161 w 2912392"/>
                <a:gd name="connsiteY219" fmla="*/ 113079 h 423105"/>
                <a:gd name="connsiteX220" fmla="*/ 2142905 w 2912392"/>
                <a:gd name="connsiteY220" fmla="*/ 109376 h 423105"/>
                <a:gd name="connsiteX221" fmla="*/ 2152649 w 2912392"/>
                <a:gd name="connsiteY221" fmla="*/ 105991 h 423105"/>
                <a:gd name="connsiteX222" fmla="*/ 2162377 w 2912392"/>
                <a:gd name="connsiteY222" fmla="*/ 102927 h 423105"/>
                <a:gd name="connsiteX223" fmla="*/ 2172121 w 2912392"/>
                <a:gd name="connsiteY223" fmla="*/ 100185 h 423105"/>
                <a:gd name="connsiteX224" fmla="*/ 2181865 w 2912392"/>
                <a:gd name="connsiteY224" fmla="*/ 97770 h 423105"/>
                <a:gd name="connsiteX225" fmla="*/ 2191609 w 2912392"/>
                <a:gd name="connsiteY225" fmla="*/ 95684 h 423105"/>
                <a:gd name="connsiteX226" fmla="*/ 2201338 w 2912392"/>
                <a:gd name="connsiteY226" fmla="*/ 93929 h 423105"/>
                <a:gd name="connsiteX227" fmla="*/ 2211082 w 2912392"/>
                <a:gd name="connsiteY227" fmla="*/ 92502 h 423105"/>
                <a:gd name="connsiteX228" fmla="*/ 2220826 w 2912392"/>
                <a:gd name="connsiteY228" fmla="*/ 91404 h 423105"/>
                <a:gd name="connsiteX229" fmla="*/ 2230570 w 2912392"/>
                <a:gd name="connsiteY229" fmla="*/ 90632 h 423105"/>
                <a:gd name="connsiteX230" fmla="*/ 2240299 w 2912392"/>
                <a:gd name="connsiteY230" fmla="*/ 90184 h 423105"/>
                <a:gd name="connsiteX231" fmla="*/ 2250043 w 2912392"/>
                <a:gd name="connsiteY231" fmla="*/ 90057 h 423105"/>
                <a:gd name="connsiteX232" fmla="*/ 2259787 w 2912392"/>
                <a:gd name="connsiteY232" fmla="*/ 90246 h 423105"/>
                <a:gd name="connsiteX233" fmla="*/ 2269531 w 2912392"/>
                <a:gd name="connsiteY233" fmla="*/ 90747 h 423105"/>
                <a:gd name="connsiteX234" fmla="*/ 2279260 w 2912392"/>
                <a:gd name="connsiteY234" fmla="*/ 91551 h 423105"/>
                <a:gd name="connsiteX235" fmla="*/ 2289004 w 2912392"/>
                <a:gd name="connsiteY235" fmla="*/ 92654 h 423105"/>
                <a:gd name="connsiteX236" fmla="*/ 2298748 w 2912392"/>
                <a:gd name="connsiteY236" fmla="*/ 94047 h 423105"/>
                <a:gd name="connsiteX237" fmla="*/ 2308492 w 2912392"/>
                <a:gd name="connsiteY237" fmla="*/ 95723 h 423105"/>
                <a:gd name="connsiteX238" fmla="*/ 2318236 w 2912392"/>
                <a:gd name="connsiteY238" fmla="*/ 97672 h 423105"/>
                <a:gd name="connsiteX239" fmla="*/ 2327965 w 2912392"/>
                <a:gd name="connsiteY239" fmla="*/ 99883 h 423105"/>
                <a:gd name="connsiteX240" fmla="*/ 2337709 w 2912392"/>
                <a:gd name="connsiteY240" fmla="*/ 102349 h 423105"/>
                <a:gd name="connsiteX241" fmla="*/ 2347453 w 2912392"/>
                <a:gd name="connsiteY241" fmla="*/ 105054 h 423105"/>
                <a:gd name="connsiteX242" fmla="*/ 2357197 w 2912392"/>
                <a:gd name="connsiteY242" fmla="*/ 107992 h 423105"/>
                <a:gd name="connsiteX243" fmla="*/ 2366926 w 2912392"/>
                <a:gd name="connsiteY243" fmla="*/ 111148 h 423105"/>
                <a:gd name="connsiteX244" fmla="*/ 2376670 w 2912392"/>
                <a:gd name="connsiteY244" fmla="*/ 114509 h 423105"/>
                <a:gd name="connsiteX245" fmla="*/ 2386413 w 2912392"/>
                <a:gd name="connsiteY245" fmla="*/ 118063 h 423105"/>
                <a:gd name="connsiteX246" fmla="*/ 2396157 w 2912392"/>
                <a:gd name="connsiteY246" fmla="*/ 121795 h 423105"/>
                <a:gd name="connsiteX247" fmla="*/ 2405886 w 2912392"/>
                <a:gd name="connsiteY247" fmla="*/ 125692 h 423105"/>
                <a:gd name="connsiteX248" fmla="*/ 2415630 w 2912392"/>
                <a:gd name="connsiteY248" fmla="*/ 129742 h 423105"/>
                <a:gd name="connsiteX249" fmla="*/ 2425374 w 2912392"/>
                <a:gd name="connsiteY249" fmla="*/ 133927 h 423105"/>
                <a:gd name="connsiteX250" fmla="*/ 2435118 w 2912392"/>
                <a:gd name="connsiteY250" fmla="*/ 138233 h 423105"/>
                <a:gd name="connsiteX251" fmla="*/ 2444862 w 2912392"/>
                <a:gd name="connsiteY251" fmla="*/ 142646 h 423105"/>
                <a:gd name="connsiteX252" fmla="*/ 2454591 w 2912392"/>
                <a:gd name="connsiteY252" fmla="*/ 147150 h 423105"/>
                <a:gd name="connsiteX253" fmla="*/ 2464335 w 2912392"/>
                <a:gd name="connsiteY253" fmla="*/ 151730 h 423105"/>
                <a:gd name="connsiteX254" fmla="*/ 2474079 w 2912392"/>
                <a:gd name="connsiteY254" fmla="*/ 156369 h 423105"/>
                <a:gd name="connsiteX255" fmla="*/ 2483823 w 2912392"/>
                <a:gd name="connsiteY255" fmla="*/ 161054 h 423105"/>
                <a:gd name="connsiteX256" fmla="*/ 2493552 w 2912392"/>
                <a:gd name="connsiteY256" fmla="*/ 165766 h 423105"/>
                <a:gd name="connsiteX257" fmla="*/ 2503296 w 2912392"/>
                <a:gd name="connsiteY257" fmla="*/ 170492 h 423105"/>
                <a:gd name="connsiteX258" fmla="*/ 2513040 w 2912392"/>
                <a:gd name="connsiteY258" fmla="*/ 175217 h 423105"/>
                <a:gd name="connsiteX259" fmla="*/ 2522784 w 2912392"/>
                <a:gd name="connsiteY259" fmla="*/ 179922 h 423105"/>
                <a:gd name="connsiteX260" fmla="*/ 2532513 w 2912392"/>
                <a:gd name="connsiteY260" fmla="*/ 184594 h 423105"/>
                <a:gd name="connsiteX261" fmla="*/ 2542257 w 2912392"/>
                <a:gd name="connsiteY261" fmla="*/ 189217 h 423105"/>
                <a:gd name="connsiteX262" fmla="*/ 2552001 w 2912392"/>
                <a:gd name="connsiteY262" fmla="*/ 193778 h 423105"/>
                <a:gd name="connsiteX263" fmla="*/ 2561745 w 2912392"/>
                <a:gd name="connsiteY263" fmla="*/ 198259 h 423105"/>
                <a:gd name="connsiteX264" fmla="*/ 2571474 w 2912392"/>
                <a:gd name="connsiteY264" fmla="*/ 202647 h 423105"/>
                <a:gd name="connsiteX265" fmla="*/ 2581218 w 2912392"/>
                <a:gd name="connsiteY265" fmla="*/ 206928 h 423105"/>
                <a:gd name="connsiteX266" fmla="*/ 2590962 w 2912392"/>
                <a:gd name="connsiteY266" fmla="*/ 211089 h 423105"/>
                <a:gd name="connsiteX267" fmla="*/ 2600705 w 2912392"/>
                <a:gd name="connsiteY267" fmla="*/ 215113 h 423105"/>
                <a:gd name="connsiteX268" fmla="*/ 2610449 w 2912392"/>
                <a:gd name="connsiteY268" fmla="*/ 218990 h 423105"/>
                <a:gd name="connsiteX269" fmla="*/ 2620178 w 2912392"/>
                <a:gd name="connsiteY269" fmla="*/ 222705 h 423105"/>
                <a:gd name="connsiteX270" fmla="*/ 2629922 w 2912392"/>
                <a:gd name="connsiteY270" fmla="*/ 226248 h 423105"/>
                <a:gd name="connsiteX271" fmla="*/ 2639666 w 2912392"/>
                <a:gd name="connsiteY271" fmla="*/ 229607 h 423105"/>
                <a:gd name="connsiteX272" fmla="*/ 2649410 w 2912392"/>
                <a:gd name="connsiteY272" fmla="*/ 232768 h 423105"/>
                <a:gd name="connsiteX273" fmla="*/ 2659139 w 2912392"/>
                <a:gd name="connsiteY273" fmla="*/ 235721 h 423105"/>
                <a:gd name="connsiteX274" fmla="*/ 2668883 w 2912392"/>
                <a:gd name="connsiteY274" fmla="*/ 238458 h 423105"/>
                <a:gd name="connsiteX275" fmla="*/ 2678627 w 2912392"/>
                <a:gd name="connsiteY275" fmla="*/ 240966 h 423105"/>
                <a:gd name="connsiteX276" fmla="*/ 2688371 w 2912392"/>
                <a:gd name="connsiteY276" fmla="*/ 243236 h 423105"/>
                <a:gd name="connsiteX277" fmla="*/ 2698100 w 2912392"/>
                <a:gd name="connsiteY277" fmla="*/ 245263 h 423105"/>
                <a:gd name="connsiteX278" fmla="*/ 2707844 w 2912392"/>
                <a:gd name="connsiteY278" fmla="*/ 247034 h 423105"/>
                <a:gd name="connsiteX279" fmla="*/ 2717588 w 2912392"/>
                <a:gd name="connsiteY279" fmla="*/ 248543 h 423105"/>
                <a:gd name="connsiteX280" fmla="*/ 2727332 w 2912392"/>
                <a:gd name="connsiteY280" fmla="*/ 249784 h 423105"/>
                <a:gd name="connsiteX281" fmla="*/ 2737076 w 2912392"/>
                <a:gd name="connsiteY281" fmla="*/ 250751 h 423105"/>
                <a:gd name="connsiteX282" fmla="*/ 2746805 w 2912392"/>
                <a:gd name="connsiteY282" fmla="*/ 251438 h 423105"/>
                <a:gd name="connsiteX283" fmla="*/ 2756549 w 2912392"/>
                <a:gd name="connsiteY283" fmla="*/ 251839 h 423105"/>
                <a:gd name="connsiteX284" fmla="*/ 2766293 w 2912392"/>
                <a:gd name="connsiteY284" fmla="*/ 251951 h 423105"/>
                <a:gd name="connsiteX285" fmla="*/ 2776037 w 2912392"/>
                <a:gd name="connsiteY285" fmla="*/ 251769 h 423105"/>
                <a:gd name="connsiteX286" fmla="*/ 2785766 w 2912392"/>
                <a:gd name="connsiteY286" fmla="*/ 251291 h 423105"/>
                <a:gd name="connsiteX287" fmla="*/ 2795510 w 2912392"/>
                <a:gd name="connsiteY287" fmla="*/ 250512 h 423105"/>
                <a:gd name="connsiteX288" fmla="*/ 2805254 w 2912392"/>
                <a:gd name="connsiteY288" fmla="*/ 249433 h 423105"/>
                <a:gd name="connsiteX289" fmla="*/ 2814998 w 2912392"/>
                <a:gd name="connsiteY289" fmla="*/ 248052 h 423105"/>
                <a:gd name="connsiteX290" fmla="*/ 2824727 w 2912392"/>
                <a:gd name="connsiteY290" fmla="*/ 246370 h 423105"/>
                <a:gd name="connsiteX291" fmla="*/ 2834471 w 2912392"/>
                <a:gd name="connsiteY291" fmla="*/ 244384 h 423105"/>
                <a:gd name="connsiteX292" fmla="*/ 2844215 w 2912392"/>
                <a:gd name="connsiteY292" fmla="*/ 242095 h 423105"/>
                <a:gd name="connsiteX293" fmla="*/ 2853958 w 2912392"/>
                <a:gd name="connsiteY293" fmla="*/ 239507 h 423105"/>
                <a:gd name="connsiteX294" fmla="*/ 2863687 w 2912392"/>
                <a:gd name="connsiteY294" fmla="*/ 236620 h 423105"/>
                <a:gd name="connsiteX295" fmla="*/ 2873431 w 2912392"/>
                <a:gd name="connsiteY295" fmla="*/ 233437 h 423105"/>
                <a:gd name="connsiteX296" fmla="*/ 2883175 w 2912392"/>
                <a:gd name="connsiteY296" fmla="*/ 229963 h 423105"/>
                <a:gd name="connsiteX297" fmla="*/ 2892919 w 2912392"/>
                <a:gd name="connsiteY297" fmla="*/ 226199 h 423105"/>
                <a:gd name="connsiteX298" fmla="*/ 2902663 w 2912392"/>
                <a:gd name="connsiteY298" fmla="*/ 222150 h 423105"/>
                <a:gd name="connsiteX299" fmla="*/ 2912392 w 2912392"/>
                <a:gd name="connsiteY299" fmla="*/ 217822 h 4231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23105">
                  <a:moveTo>
                    <a:pt x="0" y="289544"/>
                  </a:moveTo>
                  <a:lnTo>
                    <a:pt x="9739" y="290156"/>
                  </a:lnTo>
                  <a:lnTo>
                    <a:pt x="19480" y="290588"/>
                  </a:lnTo>
                  <a:lnTo>
                    <a:pt x="29221" y="290837"/>
                  </a:lnTo>
                  <a:lnTo>
                    <a:pt x="38961" y="290900"/>
                  </a:lnTo>
                  <a:lnTo>
                    <a:pt x="48702" y="290777"/>
                  </a:lnTo>
                  <a:lnTo>
                    <a:pt x="58443" y="290468"/>
                  </a:lnTo>
                  <a:lnTo>
                    <a:pt x="68182" y="289968"/>
                  </a:lnTo>
                  <a:lnTo>
                    <a:pt x="77923" y="289283"/>
                  </a:lnTo>
                  <a:lnTo>
                    <a:pt x="87664" y="288409"/>
                  </a:lnTo>
                  <a:lnTo>
                    <a:pt x="97404" y="287346"/>
                  </a:lnTo>
                  <a:lnTo>
                    <a:pt x="107145" y="286095"/>
                  </a:lnTo>
                  <a:lnTo>
                    <a:pt x="116886" y="284657"/>
                  </a:lnTo>
                  <a:lnTo>
                    <a:pt x="126625" y="283033"/>
                  </a:lnTo>
                  <a:lnTo>
                    <a:pt x="136366" y="281223"/>
                  </a:lnTo>
                  <a:lnTo>
                    <a:pt x="146107" y="279228"/>
                  </a:lnTo>
                  <a:lnTo>
                    <a:pt x="155846" y="277051"/>
                  </a:lnTo>
                  <a:lnTo>
                    <a:pt x="165587" y="274696"/>
                  </a:lnTo>
                  <a:lnTo>
                    <a:pt x="175328" y="272160"/>
                  </a:lnTo>
                  <a:lnTo>
                    <a:pt x="185068" y="269450"/>
                  </a:lnTo>
                  <a:lnTo>
                    <a:pt x="194809" y="266567"/>
                  </a:lnTo>
                  <a:lnTo>
                    <a:pt x="204550" y="263512"/>
                  </a:lnTo>
                  <a:lnTo>
                    <a:pt x="214289" y="260293"/>
                  </a:lnTo>
                  <a:lnTo>
                    <a:pt x="224030" y="256911"/>
                  </a:lnTo>
                  <a:lnTo>
                    <a:pt x="233771" y="253368"/>
                  </a:lnTo>
                  <a:lnTo>
                    <a:pt x="243510" y="249671"/>
                  </a:lnTo>
                  <a:lnTo>
                    <a:pt x="253251" y="245823"/>
                  </a:lnTo>
                  <a:lnTo>
                    <a:pt x="262992" y="241828"/>
                  </a:lnTo>
                  <a:lnTo>
                    <a:pt x="272732" y="237694"/>
                  </a:lnTo>
                  <a:lnTo>
                    <a:pt x="282473" y="233421"/>
                  </a:lnTo>
                  <a:lnTo>
                    <a:pt x="292214" y="229018"/>
                  </a:lnTo>
                  <a:lnTo>
                    <a:pt x="301953" y="224490"/>
                  </a:lnTo>
                  <a:lnTo>
                    <a:pt x="311694" y="219842"/>
                  </a:lnTo>
                  <a:lnTo>
                    <a:pt x="321435" y="215080"/>
                  </a:lnTo>
                  <a:lnTo>
                    <a:pt x="331175" y="210211"/>
                  </a:lnTo>
                  <a:lnTo>
                    <a:pt x="340916" y="205241"/>
                  </a:lnTo>
                  <a:lnTo>
                    <a:pt x="350656" y="200177"/>
                  </a:lnTo>
                  <a:lnTo>
                    <a:pt x="360396" y="195023"/>
                  </a:lnTo>
                  <a:lnTo>
                    <a:pt x="370137" y="189789"/>
                  </a:lnTo>
                  <a:lnTo>
                    <a:pt x="379878" y="184482"/>
                  </a:lnTo>
                  <a:lnTo>
                    <a:pt x="389617" y="179110"/>
                  </a:lnTo>
                  <a:lnTo>
                    <a:pt x="399358" y="173677"/>
                  </a:lnTo>
                  <a:lnTo>
                    <a:pt x="409099" y="168193"/>
                  </a:lnTo>
                  <a:lnTo>
                    <a:pt x="418839" y="162666"/>
                  </a:lnTo>
                  <a:lnTo>
                    <a:pt x="428580" y="157104"/>
                  </a:lnTo>
                  <a:lnTo>
                    <a:pt x="438321" y="151514"/>
                  </a:lnTo>
                  <a:lnTo>
                    <a:pt x="448060" y="145903"/>
                  </a:lnTo>
                  <a:lnTo>
                    <a:pt x="457801" y="140283"/>
                  </a:lnTo>
                  <a:lnTo>
                    <a:pt x="467542" y="134658"/>
                  </a:lnTo>
                  <a:lnTo>
                    <a:pt x="477281" y="129040"/>
                  </a:lnTo>
                  <a:lnTo>
                    <a:pt x="487022" y="123435"/>
                  </a:lnTo>
                  <a:lnTo>
                    <a:pt x="496763" y="117854"/>
                  </a:lnTo>
                  <a:lnTo>
                    <a:pt x="506503" y="112303"/>
                  </a:lnTo>
                  <a:lnTo>
                    <a:pt x="516244" y="106791"/>
                  </a:lnTo>
                  <a:lnTo>
                    <a:pt x="525985" y="101328"/>
                  </a:lnTo>
                  <a:lnTo>
                    <a:pt x="535724" y="95921"/>
                  </a:lnTo>
                  <a:lnTo>
                    <a:pt x="545465" y="90580"/>
                  </a:lnTo>
                  <a:lnTo>
                    <a:pt x="555206" y="85313"/>
                  </a:lnTo>
                  <a:lnTo>
                    <a:pt x="564946" y="80128"/>
                  </a:lnTo>
                  <a:lnTo>
                    <a:pt x="574687" y="75034"/>
                  </a:lnTo>
                  <a:lnTo>
                    <a:pt x="584428" y="70042"/>
                  </a:lnTo>
                  <a:lnTo>
                    <a:pt x="594167" y="65155"/>
                  </a:lnTo>
                  <a:lnTo>
                    <a:pt x="603908" y="60386"/>
                  </a:lnTo>
                  <a:lnTo>
                    <a:pt x="613649" y="55742"/>
                  </a:lnTo>
                  <a:lnTo>
                    <a:pt x="623388" y="51230"/>
                  </a:lnTo>
                  <a:lnTo>
                    <a:pt x="633129" y="46859"/>
                  </a:lnTo>
                  <a:lnTo>
                    <a:pt x="642870" y="42638"/>
                  </a:lnTo>
                  <a:lnTo>
                    <a:pt x="652610" y="38572"/>
                  </a:lnTo>
                  <a:lnTo>
                    <a:pt x="662351" y="34671"/>
                  </a:lnTo>
                  <a:lnTo>
                    <a:pt x="672092" y="30944"/>
                  </a:lnTo>
                  <a:lnTo>
                    <a:pt x="681831" y="27393"/>
                  </a:lnTo>
                  <a:lnTo>
                    <a:pt x="691572" y="24031"/>
                  </a:lnTo>
                  <a:lnTo>
                    <a:pt x="701313" y="20862"/>
                  </a:lnTo>
                  <a:lnTo>
                    <a:pt x="711052" y="17891"/>
                  </a:lnTo>
                  <a:lnTo>
                    <a:pt x="720793" y="15128"/>
                  </a:lnTo>
                  <a:lnTo>
                    <a:pt x="730534" y="12578"/>
                  </a:lnTo>
                  <a:lnTo>
                    <a:pt x="740274" y="10248"/>
                  </a:lnTo>
                  <a:lnTo>
                    <a:pt x="750015" y="8141"/>
                  </a:lnTo>
                  <a:lnTo>
                    <a:pt x="759756" y="6265"/>
                  </a:lnTo>
                  <a:lnTo>
                    <a:pt x="769495" y="4626"/>
                  </a:lnTo>
                  <a:lnTo>
                    <a:pt x="779236" y="3227"/>
                  </a:lnTo>
                  <a:lnTo>
                    <a:pt x="788977" y="2074"/>
                  </a:lnTo>
                  <a:lnTo>
                    <a:pt x="798717" y="1171"/>
                  </a:lnTo>
                  <a:lnTo>
                    <a:pt x="808458" y="522"/>
                  </a:lnTo>
                  <a:lnTo>
                    <a:pt x="818199" y="130"/>
                  </a:lnTo>
                  <a:lnTo>
                    <a:pt x="827938" y="0"/>
                  </a:lnTo>
                  <a:lnTo>
                    <a:pt x="837679" y="134"/>
                  </a:lnTo>
                  <a:lnTo>
                    <a:pt x="847420" y="536"/>
                  </a:lnTo>
                  <a:lnTo>
                    <a:pt x="857159" y="1208"/>
                  </a:lnTo>
                  <a:lnTo>
                    <a:pt x="866900" y="2151"/>
                  </a:lnTo>
                  <a:lnTo>
                    <a:pt x="876641" y="3369"/>
                  </a:lnTo>
                  <a:lnTo>
                    <a:pt x="886381" y="4859"/>
                  </a:lnTo>
                  <a:lnTo>
                    <a:pt x="896122" y="6626"/>
                  </a:lnTo>
                  <a:lnTo>
                    <a:pt x="905863" y="8668"/>
                  </a:lnTo>
                  <a:lnTo>
                    <a:pt x="915602" y="10988"/>
                  </a:lnTo>
                  <a:lnTo>
                    <a:pt x="925343" y="13582"/>
                  </a:lnTo>
                  <a:lnTo>
                    <a:pt x="935084" y="16451"/>
                  </a:lnTo>
                  <a:lnTo>
                    <a:pt x="944824" y="19595"/>
                  </a:lnTo>
                  <a:lnTo>
                    <a:pt x="954564" y="23010"/>
                  </a:lnTo>
                  <a:lnTo>
                    <a:pt x="964305" y="26694"/>
                  </a:lnTo>
                  <a:lnTo>
                    <a:pt x="974045" y="30647"/>
                  </a:lnTo>
                  <a:lnTo>
                    <a:pt x="983786" y="34864"/>
                  </a:lnTo>
                  <a:lnTo>
                    <a:pt x="993522" y="39341"/>
                  </a:lnTo>
                  <a:lnTo>
                    <a:pt x="1003266" y="44074"/>
                  </a:lnTo>
                  <a:lnTo>
                    <a:pt x="1013010" y="49061"/>
                  </a:lnTo>
                  <a:lnTo>
                    <a:pt x="1022754" y="54295"/>
                  </a:lnTo>
                  <a:lnTo>
                    <a:pt x="1032483" y="59772"/>
                  </a:lnTo>
                  <a:lnTo>
                    <a:pt x="1042227" y="65484"/>
                  </a:lnTo>
                  <a:lnTo>
                    <a:pt x="1051971" y="71427"/>
                  </a:lnTo>
                  <a:lnTo>
                    <a:pt x="1061715" y="77592"/>
                  </a:lnTo>
                  <a:lnTo>
                    <a:pt x="1071444" y="83975"/>
                  </a:lnTo>
                  <a:lnTo>
                    <a:pt x="1081188" y="90565"/>
                  </a:lnTo>
                  <a:lnTo>
                    <a:pt x="1090932" y="97356"/>
                  </a:lnTo>
                  <a:lnTo>
                    <a:pt x="1100676" y="104338"/>
                  </a:lnTo>
                  <a:lnTo>
                    <a:pt x="1110405" y="111502"/>
                  </a:lnTo>
                  <a:lnTo>
                    <a:pt x="1120149" y="118839"/>
                  </a:lnTo>
                  <a:lnTo>
                    <a:pt x="1129893" y="126339"/>
                  </a:lnTo>
                  <a:lnTo>
                    <a:pt x="1139637" y="133991"/>
                  </a:lnTo>
                  <a:lnTo>
                    <a:pt x="1149381" y="141786"/>
                  </a:lnTo>
                  <a:lnTo>
                    <a:pt x="1159110" y="149711"/>
                  </a:lnTo>
                  <a:lnTo>
                    <a:pt x="1168854" y="157755"/>
                  </a:lnTo>
                  <a:lnTo>
                    <a:pt x="1178598" y="165905"/>
                  </a:lnTo>
                  <a:lnTo>
                    <a:pt x="1188341" y="174150"/>
                  </a:lnTo>
                  <a:lnTo>
                    <a:pt x="1198070" y="182477"/>
                  </a:lnTo>
                  <a:lnTo>
                    <a:pt x="1207814" y="190872"/>
                  </a:lnTo>
                  <a:lnTo>
                    <a:pt x="1217558" y="199325"/>
                  </a:lnTo>
                  <a:lnTo>
                    <a:pt x="1227302" y="207817"/>
                  </a:lnTo>
                  <a:lnTo>
                    <a:pt x="1237031" y="216339"/>
                  </a:lnTo>
                  <a:lnTo>
                    <a:pt x="1246775" y="224875"/>
                  </a:lnTo>
                  <a:lnTo>
                    <a:pt x="1256519" y="233409"/>
                  </a:lnTo>
                  <a:lnTo>
                    <a:pt x="1266263" y="241930"/>
                  </a:lnTo>
                  <a:lnTo>
                    <a:pt x="1276007" y="250421"/>
                  </a:lnTo>
                  <a:lnTo>
                    <a:pt x="1285736" y="258867"/>
                  </a:lnTo>
                  <a:lnTo>
                    <a:pt x="1295480" y="267255"/>
                  </a:lnTo>
                  <a:lnTo>
                    <a:pt x="1305224" y="275569"/>
                  </a:lnTo>
                  <a:lnTo>
                    <a:pt x="1314968" y="283793"/>
                  </a:lnTo>
                  <a:lnTo>
                    <a:pt x="1324697" y="291913"/>
                  </a:lnTo>
                  <a:lnTo>
                    <a:pt x="1334441" y="299915"/>
                  </a:lnTo>
                  <a:lnTo>
                    <a:pt x="1344185" y="307782"/>
                  </a:lnTo>
                  <a:lnTo>
                    <a:pt x="1353929" y="315501"/>
                  </a:lnTo>
                  <a:lnTo>
                    <a:pt x="1363658" y="323056"/>
                  </a:lnTo>
                  <a:lnTo>
                    <a:pt x="1373402" y="330434"/>
                  </a:lnTo>
                  <a:lnTo>
                    <a:pt x="1383146" y="337618"/>
                  </a:lnTo>
                  <a:lnTo>
                    <a:pt x="1392890" y="344597"/>
                  </a:lnTo>
                  <a:lnTo>
                    <a:pt x="1402619" y="351357"/>
                  </a:lnTo>
                  <a:lnTo>
                    <a:pt x="1412363" y="357882"/>
                  </a:lnTo>
                  <a:lnTo>
                    <a:pt x="1422106" y="364161"/>
                  </a:lnTo>
                  <a:lnTo>
                    <a:pt x="1431850" y="370180"/>
                  </a:lnTo>
                  <a:lnTo>
                    <a:pt x="1441594" y="375928"/>
                  </a:lnTo>
                  <a:lnTo>
                    <a:pt x="1451323" y="381393"/>
                  </a:lnTo>
                  <a:lnTo>
                    <a:pt x="1461067" y="386563"/>
                  </a:lnTo>
                  <a:lnTo>
                    <a:pt x="1470811" y="391428"/>
                  </a:lnTo>
                  <a:lnTo>
                    <a:pt x="1480555" y="395976"/>
                  </a:lnTo>
                  <a:lnTo>
                    <a:pt x="1490284" y="400199"/>
                  </a:lnTo>
                  <a:lnTo>
                    <a:pt x="1500028" y="404087"/>
                  </a:lnTo>
                  <a:lnTo>
                    <a:pt x="1509772" y="407633"/>
                  </a:lnTo>
                  <a:lnTo>
                    <a:pt x="1519516" y="410829"/>
                  </a:lnTo>
                  <a:lnTo>
                    <a:pt x="1529245" y="413667"/>
                  </a:lnTo>
                  <a:lnTo>
                    <a:pt x="1538989" y="416142"/>
                  </a:lnTo>
                  <a:lnTo>
                    <a:pt x="1548733" y="418247"/>
                  </a:lnTo>
                  <a:lnTo>
                    <a:pt x="1558477" y="419980"/>
                  </a:lnTo>
                  <a:lnTo>
                    <a:pt x="1568221" y="421334"/>
                  </a:lnTo>
                  <a:lnTo>
                    <a:pt x="1577950" y="422307"/>
                  </a:lnTo>
                  <a:lnTo>
                    <a:pt x="1587694" y="422899"/>
                  </a:lnTo>
                  <a:lnTo>
                    <a:pt x="1597438" y="423106"/>
                  </a:lnTo>
                  <a:lnTo>
                    <a:pt x="1607182" y="422927"/>
                  </a:lnTo>
                  <a:lnTo>
                    <a:pt x="1616911" y="422365"/>
                  </a:lnTo>
                  <a:lnTo>
                    <a:pt x="1626655" y="421421"/>
                  </a:lnTo>
                  <a:lnTo>
                    <a:pt x="1636399" y="420095"/>
                  </a:lnTo>
                  <a:lnTo>
                    <a:pt x="1646142" y="418392"/>
                  </a:lnTo>
                  <a:lnTo>
                    <a:pt x="1655872" y="416315"/>
                  </a:lnTo>
                  <a:lnTo>
                    <a:pt x="1665616" y="413868"/>
                  </a:lnTo>
                  <a:lnTo>
                    <a:pt x="1675359" y="411058"/>
                  </a:lnTo>
                  <a:lnTo>
                    <a:pt x="1685103" y="407892"/>
                  </a:lnTo>
                  <a:lnTo>
                    <a:pt x="1694832" y="404376"/>
                  </a:lnTo>
                  <a:lnTo>
                    <a:pt x="1704576" y="400520"/>
                  </a:lnTo>
                  <a:lnTo>
                    <a:pt x="1714320" y="396331"/>
                  </a:lnTo>
                  <a:lnTo>
                    <a:pt x="1724064" y="391821"/>
                  </a:lnTo>
                  <a:lnTo>
                    <a:pt x="1733808" y="386998"/>
                  </a:lnTo>
                  <a:lnTo>
                    <a:pt x="1743537" y="381874"/>
                  </a:lnTo>
                  <a:lnTo>
                    <a:pt x="1753281" y="376464"/>
                  </a:lnTo>
                  <a:lnTo>
                    <a:pt x="1763025" y="370778"/>
                  </a:lnTo>
                  <a:lnTo>
                    <a:pt x="1772769" y="364830"/>
                  </a:lnTo>
                  <a:lnTo>
                    <a:pt x="1782498" y="358635"/>
                  </a:lnTo>
                  <a:lnTo>
                    <a:pt x="1792242" y="352206"/>
                  </a:lnTo>
                  <a:lnTo>
                    <a:pt x="1801986" y="345560"/>
                  </a:lnTo>
                  <a:lnTo>
                    <a:pt x="1811730" y="338712"/>
                  </a:lnTo>
                  <a:lnTo>
                    <a:pt x="1821459" y="331678"/>
                  </a:lnTo>
                  <a:lnTo>
                    <a:pt x="1831203" y="324476"/>
                  </a:lnTo>
                  <a:lnTo>
                    <a:pt x="1840947" y="317120"/>
                  </a:lnTo>
                  <a:lnTo>
                    <a:pt x="1850691" y="309632"/>
                  </a:lnTo>
                  <a:lnTo>
                    <a:pt x="1860435" y="302026"/>
                  </a:lnTo>
                  <a:lnTo>
                    <a:pt x="1870164" y="294322"/>
                  </a:lnTo>
                  <a:lnTo>
                    <a:pt x="1879908" y="286537"/>
                  </a:lnTo>
                  <a:lnTo>
                    <a:pt x="1889652" y="278690"/>
                  </a:lnTo>
                  <a:lnTo>
                    <a:pt x="1899395" y="270799"/>
                  </a:lnTo>
                  <a:lnTo>
                    <a:pt x="1909124" y="262884"/>
                  </a:lnTo>
                  <a:lnTo>
                    <a:pt x="1918868" y="254960"/>
                  </a:lnTo>
                  <a:lnTo>
                    <a:pt x="1928612" y="247049"/>
                  </a:lnTo>
                  <a:lnTo>
                    <a:pt x="1938356" y="239167"/>
                  </a:lnTo>
                  <a:lnTo>
                    <a:pt x="1948085" y="231335"/>
                  </a:lnTo>
                  <a:lnTo>
                    <a:pt x="1957829" y="223567"/>
                  </a:lnTo>
                  <a:lnTo>
                    <a:pt x="1967573" y="215883"/>
                  </a:lnTo>
                  <a:lnTo>
                    <a:pt x="1977317" y="208301"/>
                  </a:lnTo>
                  <a:lnTo>
                    <a:pt x="1987046" y="200837"/>
                  </a:lnTo>
                  <a:lnTo>
                    <a:pt x="1996790" y="193507"/>
                  </a:lnTo>
                  <a:lnTo>
                    <a:pt x="2006534" y="186328"/>
                  </a:lnTo>
                  <a:lnTo>
                    <a:pt x="2016278" y="179317"/>
                  </a:lnTo>
                  <a:lnTo>
                    <a:pt x="2026022" y="172487"/>
                  </a:lnTo>
                  <a:lnTo>
                    <a:pt x="2035751" y="165854"/>
                  </a:lnTo>
                  <a:lnTo>
                    <a:pt x="2045495" y="159431"/>
                  </a:lnTo>
                  <a:lnTo>
                    <a:pt x="2055239" y="153233"/>
                  </a:lnTo>
                  <a:lnTo>
                    <a:pt x="2064983" y="147272"/>
                  </a:lnTo>
                  <a:lnTo>
                    <a:pt x="2074712" y="141558"/>
                  </a:lnTo>
                  <a:lnTo>
                    <a:pt x="2084456" y="136105"/>
                  </a:lnTo>
                  <a:lnTo>
                    <a:pt x="2094200" y="130923"/>
                  </a:lnTo>
                  <a:lnTo>
                    <a:pt x="2103944" y="126020"/>
                  </a:lnTo>
                  <a:lnTo>
                    <a:pt x="2113673" y="121407"/>
                  </a:lnTo>
                  <a:lnTo>
                    <a:pt x="2123417" y="117091"/>
                  </a:lnTo>
                  <a:lnTo>
                    <a:pt x="2133161" y="113079"/>
                  </a:lnTo>
                  <a:lnTo>
                    <a:pt x="2142905" y="109376"/>
                  </a:lnTo>
                  <a:lnTo>
                    <a:pt x="2152649" y="105991"/>
                  </a:lnTo>
                  <a:lnTo>
                    <a:pt x="2162377" y="102927"/>
                  </a:lnTo>
                  <a:lnTo>
                    <a:pt x="2172121" y="100185"/>
                  </a:lnTo>
                  <a:lnTo>
                    <a:pt x="2181865" y="97770"/>
                  </a:lnTo>
                  <a:lnTo>
                    <a:pt x="2191609" y="95684"/>
                  </a:lnTo>
                  <a:lnTo>
                    <a:pt x="2201338" y="93929"/>
                  </a:lnTo>
                  <a:lnTo>
                    <a:pt x="2211082" y="92502"/>
                  </a:lnTo>
                  <a:lnTo>
                    <a:pt x="2220826" y="91404"/>
                  </a:lnTo>
                  <a:lnTo>
                    <a:pt x="2230570" y="90632"/>
                  </a:lnTo>
                  <a:lnTo>
                    <a:pt x="2240299" y="90184"/>
                  </a:lnTo>
                  <a:lnTo>
                    <a:pt x="2250043" y="90057"/>
                  </a:lnTo>
                  <a:lnTo>
                    <a:pt x="2259787" y="90246"/>
                  </a:lnTo>
                  <a:lnTo>
                    <a:pt x="2269531" y="90747"/>
                  </a:lnTo>
                  <a:lnTo>
                    <a:pt x="2279260" y="91551"/>
                  </a:lnTo>
                  <a:lnTo>
                    <a:pt x="2289004" y="92654"/>
                  </a:lnTo>
                  <a:lnTo>
                    <a:pt x="2298748" y="94047"/>
                  </a:lnTo>
                  <a:lnTo>
                    <a:pt x="2308492" y="95723"/>
                  </a:lnTo>
                  <a:lnTo>
                    <a:pt x="2318236" y="97672"/>
                  </a:lnTo>
                  <a:lnTo>
                    <a:pt x="2327965" y="99883"/>
                  </a:lnTo>
                  <a:lnTo>
                    <a:pt x="2337709" y="102349"/>
                  </a:lnTo>
                  <a:lnTo>
                    <a:pt x="2347453" y="105054"/>
                  </a:lnTo>
                  <a:lnTo>
                    <a:pt x="2357197" y="107992"/>
                  </a:lnTo>
                  <a:lnTo>
                    <a:pt x="2366926" y="111148"/>
                  </a:lnTo>
                  <a:lnTo>
                    <a:pt x="2376670" y="114509"/>
                  </a:lnTo>
                  <a:lnTo>
                    <a:pt x="2386413" y="118063"/>
                  </a:lnTo>
                  <a:lnTo>
                    <a:pt x="2396157" y="121795"/>
                  </a:lnTo>
                  <a:lnTo>
                    <a:pt x="2405886" y="125692"/>
                  </a:lnTo>
                  <a:lnTo>
                    <a:pt x="2415630" y="129742"/>
                  </a:lnTo>
                  <a:lnTo>
                    <a:pt x="2425374" y="133927"/>
                  </a:lnTo>
                  <a:lnTo>
                    <a:pt x="2435118" y="138233"/>
                  </a:lnTo>
                  <a:lnTo>
                    <a:pt x="2444862" y="142646"/>
                  </a:lnTo>
                  <a:lnTo>
                    <a:pt x="2454591" y="147150"/>
                  </a:lnTo>
                  <a:lnTo>
                    <a:pt x="2464335" y="151730"/>
                  </a:lnTo>
                  <a:lnTo>
                    <a:pt x="2474079" y="156369"/>
                  </a:lnTo>
                  <a:lnTo>
                    <a:pt x="2483823" y="161054"/>
                  </a:lnTo>
                  <a:lnTo>
                    <a:pt x="2493552" y="165766"/>
                  </a:lnTo>
                  <a:lnTo>
                    <a:pt x="2503296" y="170492"/>
                  </a:lnTo>
                  <a:lnTo>
                    <a:pt x="2513040" y="175217"/>
                  </a:lnTo>
                  <a:lnTo>
                    <a:pt x="2522784" y="179922"/>
                  </a:lnTo>
                  <a:lnTo>
                    <a:pt x="2532513" y="184594"/>
                  </a:lnTo>
                  <a:lnTo>
                    <a:pt x="2542257" y="189217"/>
                  </a:lnTo>
                  <a:lnTo>
                    <a:pt x="2552001" y="193778"/>
                  </a:lnTo>
                  <a:lnTo>
                    <a:pt x="2561745" y="198259"/>
                  </a:lnTo>
                  <a:lnTo>
                    <a:pt x="2571474" y="202647"/>
                  </a:lnTo>
                  <a:lnTo>
                    <a:pt x="2581218" y="206928"/>
                  </a:lnTo>
                  <a:lnTo>
                    <a:pt x="2590962" y="211089"/>
                  </a:lnTo>
                  <a:lnTo>
                    <a:pt x="2600705" y="215113"/>
                  </a:lnTo>
                  <a:lnTo>
                    <a:pt x="2610449" y="218990"/>
                  </a:lnTo>
                  <a:lnTo>
                    <a:pt x="2620178" y="222705"/>
                  </a:lnTo>
                  <a:lnTo>
                    <a:pt x="2629922" y="226248"/>
                  </a:lnTo>
                  <a:lnTo>
                    <a:pt x="2639666" y="229607"/>
                  </a:lnTo>
                  <a:lnTo>
                    <a:pt x="2649410" y="232768"/>
                  </a:lnTo>
                  <a:lnTo>
                    <a:pt x="2659139" y="235721"/>
                  </a:lnTo>
                  <a:lnTo>
                    <a:pt x="2668883" y="238458"/>
                  </a:lnTo>
                  <a:lnTo>
                    <a:pt x="2678627" y="240966"/>
                  </a:lnTo>
                  <a:lnTo>
                    <a:pt x="2688371" y="243236"/>
                  </a:lnTo>
                  <a:lnTo>
                    <a:pt x="2698100" y="245263"/>
                  </a:lnTo>
                  <a:lnTo>
                    <a:pt x="2707844" y="247034"/>
                  </a:lnTo>
                  <a:lnTo>
                    <a:pt x="2717588" y="248543"/>
                  </a:lnTo>
                  <a:lnTo>
                    <a:pt x="2727332" y="249784"/>
                  </a:lnTo>
                  <a:lnTo>
                    <a:pt x="2737076" y="250751"/>
                  </a:lnTo>
                  <a:lnTo>
                    <a:pt x="2746805" y="251438"/>
                  </a:lnTo>
                  <a:lnTo>
                    <a:pt x="2756549" y="251839"/>
                  </a:lnTo>
                  <a:lnTo>
                    <a:pt x="2766293" y="251951"/>
                  </a:lnTo>
                  <a:lnTo>
                    <a:pt x="2776037" y="251769"/>
                  </a:lnTo>
                  <a:lnTo>
                    <a:pt x="2785766" y="251291"/>
                  </a:lnTo>
                  <a:lnTo>
                    <a:pt x="2795510" y="250512"/>
                  </a:lnTo>
                  <a:lnTo>
                    <a:pt x="2805254" y="249433"/>
                  </a:lnTo>
                  <a:lnTo>
                    <a:pt x="2814998" y="248052"/>
                  </a:lnTo>
                  <a:lnTo>
                    <a:pt x="2824727" y="246370"/>
                  </a:lnTo>
                  <a:lnTo>
                    <a:pt x="2834471" y="244384"/>
                  </a:lnTo>
                  <a:lnTo>
                    <a:pt x="2844215" y="242095"/>
                  </a:lnTo>
                  <a:lnTo>
                    <a:pt x="2853958" y="239507"/>
                  </a:lnTo>
                  <a:lnTo>
                    <a:pt x="2863687" y="236620"/>
                  </a:lnTo>
                  <a:lnTo>
                    <a:pt x="2873431" y="233437"/>
                  </a:lnTo>
                  <a:lnTo>
                    <a:pt x="2883175" y="229963"/>
                  </a:lnTo>
                  <a:lnTo>
                    <a:pt x="2892919" y="226199"/>
                  </a:lnTo>
                  <a:lnTo>
                    <a:pt x="2902663" y="222150"/>
                  </a:lnTo>
                  <a:lnTo>
                    <a:pt x="2912392" y="21782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4" name="Freeform 603">
              <a:extLst>
                <a:ext uri="{FF2B5EF4-FFF2-40B4-BE49-F238E27FC236}">
                  <a16:creationId xmlns:a16="http://schemas.microsoft.com/office/drawing/2014/main" id="{AD6A6D4D-E297-60BF-CB0A-0A235211BEF4}"/>
                </a:ext>
              </a:extLst>
            </p:cNvPr>
            <p:cNvSpPr/>
            <p:nvPr/>
          </p:nvSpPr>
          <p:spPr>
            <a:xfrm>
              <a:off x="576446" y="3213365"/>
              <a:ext cx="2912392" cy="478348"/>
            </a:xfrm>
            <a:custGeom>
              <a:avLst/>
              <a:gdLst>
                <a:gd name="connsiteX0" fmla="*/ 0 w 2912392"/>
                <a:gd name="connsiteY0" fmla="*/ 189774 h 478348"/>
                <a:gd name="connsiteX1" fmla="*/ 9739 w 2912392"/>
                <a:gd name="connsiteY1" fmla="*/ 184811 h 478348"/>
                <a:gd name="connsiteX2" fmla="*/ 19480 w 2912392"/>
                <a:gd name="connsiteY2" fmla="*/ 180114 h 478348"/>
                <a:gd name="connsiteX3" fmla="*/ 29221 w 2912392"/>
                <a:gd name="connsiteY3" fmla="*/ 175689 h 478348"/>
                <a:gd name="connsiteX4" fmla="*/ 38961 w 2912392"/>
                <a:gd name="connsiteY4" fmla="*/ 171536 h 478348"/>
                <a:gd name="connsiteX5" fmla="*/ 48702 w 2912392"/>
                <a:gd name="connsiteY5" fmla="*/ 167664 h 478348"/>
                <a:gd name="connsiteX6" fmla="*/ 58443 w 2912392"/>
                <a:gd name="connsiteY6" fmla="*/ 164071 h 478348"/>
                <a:gd name="connsiteX7" fmla="*/ 68182 w 2912392"/>
                <a:gd name="connsiteY7" fmla="*/ 160760 h 478348"/>
                <a:gd name="connsiteX8" fmla="*/ 77923 w 2912392"/>
                <a:gd name="connsiteY8" fmla="*/ 157731 h 478348"/>
                <a:gd name="connsiteX9" fmla="*/ 87664 w 2912392"/>
                <a:gd name="connsiteY9" fmla="*/ 154985 h 478348"/>
                <a:gd name="connsiteX10" fmla="*/ 97404 w 2912392"/>
                <a:gd name="connsiteY10" fmla="*/ 152521 h 478348"/>
                <a:gd name="connsiteX11" fmla="*/ 107145 w 2912392"/>
                <a:gd name="connsiteY11" fmla="*/ 150337 h 478348"/>
                <a:gd name="connsiteX12" fmla="*/ 116886 w 2912392"/>
                <a:gd name="connsiteY12" fmla="*/ 148430 h 478348"/>
                <a:gd name="connsiteX13" fmla="*/ 126625 w 2912392"/>
                <a:gd name="connsiteY13" fmla="*/ 146798 h 478348"/>
                <a:gd name="connsiteX14" fmla="*/ 136366 w 2912392"/>
                <a:gd name="connsiteY14" fmla="*/ 145436 h 478348"/>
                <a:gd name="connsiteX15" fmla="*/ 146107 w 2912392"/>
                <a:gd name="connsiteY15" fmla="*/ 144341 h 478348"/>
                <a:gd name="connsiteX16" fmla="*/ 155846 w 2912392"/>
                <a:gd name="connsiteY16" fmla="*/ 143507 h 478348"/>
                <a:gd name="connsiteX17" fmla="*/ 165587 w 2912392"/>
                <a:gd name="connsiteY17" fmla="*/ 142927 h 478348"/>
                <a:gd name="connsiteX18" fmla="*/ 175328 w 2912392"/>
                <a:gd name="connsiteY18" fmla="*/ 142598 h 478348"/>
                <a:gd name="connsiteX19" fmla="*/ 185068 w 2912392"/>
                <a:gd name="connsiteY19" fmla="*/ 142509 h 478348"/>
                <a:gd name="connsiteX20" fmla="*/ 194809 w 2912392"/>
                <a:gd name="connsiteY20" fmla="*/ 142653 h 478348"/>
                <a:gd name="connsiteX21" fmla="*/ 204550 w 2912392"/>
                <a:gd name="connsiteY21" fmla="*/ 143024 h 478348"/>
                <a:gd name="connsiteX22" fmla="*/ 214289 w 2912392"/>
                <a:gd name="connsiteY22" fmla="*/ 143613 h 478348"/>
                <a:gd name="connsiteX23" fmla="*/ 224030 w 2912392"/>
                <a:gd name="connsiteY23" fmla="*/ 144408 h 478348"/>
                <a:gd name="connsiteX24" fmla="*/ 233771 w 2912392"/>
                <a:gd name="connsiteY24" fmla="*/ 145404 h 478348"/>
                <a:gd name="connsiteX25" fmla="*/ 243510 w 2912392"/>
                <a:gd name="connsiteY25" fmla="*/ 146587 h 478348"/>
                <a:gd name="connsiteX26" fmla="*/ 253251 w 2912392"/>
                <a:gd name="connsiteY26" fmla="*/ 147948 h 478348"/>
                <a:gd name="connsiteX27" fmla="*/ 262992 w 2912392"/>
                <a:gd name="connsiteY27" fmla="*/ 149477 h 478348"/>
                <a:gd name="connsiteX28" fmla="*/ 272732 w 2912392"/>
                <a:gd name="connsiteY28" fmla="*/ 151164 h 478348"/>
                <a:gd name="connsiteX29" fmla="*/ 282473 w 2912392"/>
                <a:gd name="connsiteY29" fmla="*/ 152996 h 478348"/>
                <a:gd name="connsiteX30" fmla="*/ 292214 w 2912392"/>
                <a:gd name="connsiteY30" fmla="*/ 154964 h 478348"/>
                <a:gd name="connsiteX31" fmla="*/ 301953 w 2912392"/>
                <a:gd name="connsiteY31" fmla="*/ 157055 h 478348"/>
                <a:gd name="connsiteX32" fmla="*/ 311694 w 2912392"/>
                <a:gd name="connsiteY32" fmla="*/ 159258 h 478348"/>
                <a:gd name="connsiteX33" fmla="*/ 321435 w 2912392"/>
                <a:gd name="connsiteY33" fmla="*/ 161563 h 478348"/>
                <a:gd name="connsiteX34" fmla="*/ 331175 w 2912392"/>
                <a:gd name="connsiteY34" fmla="*/ 163957 h 478348"/>
                <a:gd name="connsiteX35" fmla="*/ 340916 w 2912392"/>
                <a:gd name="connsiteY35" fmla="*/ 166431 h 478348"/>
                <a:gd name="connsiteX36" fmla="*/ 350656 w 2912392"/>
                <a:gd name="connsiteY36" fmla="*/ 168971 h 478348"/>
                <a:gd name="connsiteX37" fmla="*/ 360396 w 2912392"/>
                <a:gd name="connsiteY37" fmla="*/ 171566 h 478348"/>
                <a:gd name="connsiteX38" fmla="*/ 370137 w 2912392"/>
                <a:gd name="connsiteY38" fmla="*/ 174209 h 478348"/>
                <a:gd name="connsiteX39" fmla="*/ 379878 w 2912392"/>
                <a:gd name="connsiteY39" fmla="*/ 176885 h 478348"/>
                <a:gd name="connsiteX40" fmla="*/ 389617 w 2912392"/>
                <a:gd name="connsiteY40" fmla="*/ 179586 h 478348"/>
                <a:gd name="connsiteX41" fmla="*/ 399358 w 2912392"/>
                <a:gd name="connsiteY41" fmla="*/ 182302 h 478348"/>
                <a:gd name="connsiteX42" fmla="*/ 409099 w 2912392"/>
                <a:gd name="connsiteY42" fmla="*/ 185023 h 478348"/>
                <a:gd name="connsiteX43" fmla="*/ 418839 w 2912392"/>
                <a:gd name="connsiteY43" fmla="*/ 187739 h 478348"/>
                <a:gd name="connsiteX44" fmla="*/ 428580 w 2912392"/>
                <a:gd name="connsiteY44" fmla="*/ 190442 h 478348"/>
                <a:gd name="connsiteX45" fmla="*/ 438321 w 2912392"/>
                <a:gd name="connsiteY45" fmla="*/ 193122 h 478348"/>
                <a:gd name="connsiteX46" fmla="*/ 448060 w 2912392"/>
                <a:gd name="connsiteY46" fmla="*/ 195773 h 478348"/>
                <a:gd name="connsiteX47" fmla="*/ 457801 w 2912392"/>
                <a:gd name="connsiteY47" fmla="*/ 198386 h 478348"/>
                <a:gd name="connsiteX48" fmla="*/ 467542 w 2912392"/>
                <a:gd name="connsiteY48" fmla="*/ 200956 h 478348"/>
                <a:gd name="connsiteX49" fmla="*/ 477281 w 2912392"/>
                <a:gd name="connsiteY49" fmla="*/ 203474 h 478348"/>
                <a:gd name="connsiteX50" fmla="*/ 487022 w 2912392"/>
                <a:gd name="connsiteY50" fmla="*/ 205937 h 478348"/>
                <a:gd name="connsiteX51" fmla="*/ 496763 w 2912392"/>
                <a:gd name="connsiteY51" fmla="*/ 208335 h 478348"/>
                <a:gd name="connsiteX52" fmla="*/ 506503 w 2912392"/>
                <a:gd name="connsiteY52" fmla="*/ 210669 h 478348"/>
                <a:gd name="connsiteX53" fmla="*/ 516244 w 2912392"/>
                <a:gd name="connsiteY53" fmla="*/ 212932 h 478348"/>
                <a:gd name="connsiteX54" fmla="*/ 525985 w 2912392"/>
                <a:gd name="connsiteY54" fmla="*/ 215119 h 478348"/>
                <a:gd name="connsiteX55" fmla="*/ 535724 w 2912392"/>
                <a:gd name="connsiteY55" fmla="*/ 217229 h 478348"/>
                <a:gd name="connsiteX56" fmla="*/ 545465 w 2912392"/>
                <a:gd name="connsiteY56" fmla="*/ 219259 h 478348"/>
                <a:gd name="connsiteX57" fmla="*/ 555206 w 2912392"/>
                <a:gd name="connsiteY57" fmla="*/ 221208 h 478348"/>
                <a:gd name="connsiteX58" fmla="*/ 564946 w 2912392"/>
                <a:gd name="connsiteY58" fmla="*/ 223075 h 478348"/>
                <a:gd name="connsiteX59" fmla="*/ 574687 w 2912392"/>
                <a:gd name="connsiteY59" fmla="*/ 224858 h 478348"/>
                <a:gd name="connsiteX60" fmla="*/ 584428 w 2912392"/>
                <a:gd name="connsiteY60" fmla="*/ 226558 h 478348"/>
                <a:gd name="connsiteX61" fmla="*/ 594167 w 2912392"/>
                <a:gd name="connsiteY61" fmla="*/ 228176 h 478348"/>
                <a:gd name="connsiteX62" fmla="*/ 603908 w 2912392"/>
                <a:gd name="connsiteY62" fmla="*/ 229714 h 478348"/>
                <a:gd name="connsiteX63" fmla="*/ 613649 w 2912392"/>
                <a:gd name="connsiteY63" fmla="*/ 231171 h 478348"/>
                <a:gd name="connsiteX64" fmla="*/ 623388 w 2912392"/>
                <a:gd name="connsiteY64" fmla="*/ 232552 h 478348"/>
                <a:gd name="connsiteX65" fmla="*/ 633129 w 2912392"/>
                <a:gd name="connsiteY65" fmla="*/ 233859 h 478348"/>
                <a:gd name="connsiteX66" fmla="*/ 642870 w 2912392"/>
                <a:gd name="connsiteY66" fmla="*/ 235094 h 478348"/>
                <a:gd name="connsiteX67" fmla="*/ 652610 w 2912392"/>
                <a:gd name="connsiteY67" fmla="*/ 236262 h 478348"/>
                <a:gd name="connsiteX68" fmla="*/ 662351 w 2912392"/>
                <a:gd name="connsiteY68" fmla="*/ 237369 h 478348"/>
                <a:gd name="connsiteX69" fmla="*/ 672092 w 2912392"/>
                <a:gd name="connsiteY69" fmla="*/ 238416 h 478348"/>
                <a:gd name="connsiteX70" fmla="*/ 681831 w 2912392"/>
                <a:gd name="connsiteY70" fmla="*/ 239412 h 478348"/>
                <a:gd name="connsiteX71" fmla="*/ 691572 w 2912392"/>
                <a:gd name="connsiteY71" fmla="*/ 240359 h 478348"/>
                <a:gd name="connsiteX72" fmla="*/ 701313 w 2912392"/>
                <a:gd name="connsiteY72" fmla="*/ 241265 h 478348"/>
                <a:gd name="connsiteX73" fmla="*/ 711052 w 2912392"/>
                <a:gd name="connsiteY73" fmla="*/ 242135 h 478348"/>
                <a:gd name="connsiteX74" fmla="*/ 720793 w 2912392"/>
                <a:gd name="connsiteY74" fmla="*/ 242977 h 478348"/>
                <a:gd name="connsiteX75" fmla="*/ 730534 w 2912392"/>
                <a:gd name="connsiteY75" fmla="*/ 243795 h 478348"/>
                <a:gd name="connsiteX76" fmla="*/ 740274 w 2912392"/>
                <a:gd name="connsiteY76" fmla="*/ 244598 h 478348"/>
                <a:gd name="connsiteX77" fmla="*/ 750015 w 2912392"/>
                <a:gd name="connsiteY77" fmla="*/ 245392 h 478348"/>
                <a:gd name="connsiteX78" fmla="*/ 759756 w 2912392"/>
                <a:gd name="connsiteY78" fmla="*/ 246183 h 478348"/>
                <a:gd name="connsiteX79" fmla="*/ 769495 w 2912392"/>
                <a:gd name="connsiteY79" fmla="*/ 246980 h 478348"/>
                <a:gd name="connsiteX80" fmla="*/ 779236 w 2912392"/>
                <a:gd name="connsiteY80" fmla="*/ 247791 h 478348"/>
                <a:gd name="connsiteX81" fmla="*/ 788977 w 2912392"/>
                <a:gd name="connsiteY81" fmla="*/ 248621 h 478348"/>
                <a:gd name="connsiteX82" fmla="*/ 798717 w 2912392"/>
                <a:gd name="connsiteY82" fmla="*/ 249478 h 478348"/>
                <a:gd name="connsiteX83" fmla="*/ 808458 w 2912392"/>
                <a:gd name="connsiteY83" fmla="*/ 250368 h 478348"/>
                <a:gd name="connsiteX84" fmla="*/ 818199 w 2912392"/>
                <a:gd name="connsiteY84" fmla="*/ 251301 h 478348"/>
                <a:gd name="connsiteX85" fmla="*/ 827938 w 2912392"/>
                <a:gd name="connsiteY85" fmla="*/ 252283 h 478348"/>
                <a:gd name="connsiteX86" fmla="*/ 837679 w 2912392"/>
                <a:gd name="connsiteY86" fmla="*/ 253318 h 478348"/>
                <a:gd name="connsiteX87" fmla="*/ 847420 w 2912392"/>
                <a:gd name="connsiteY87" fmla="*/ 254418 h 478348"/>
                <a:gd name="connsiteX88" fmla="*/ 857159 w 2912392"/>
                <a:gd name="connsiteY88" fmla="*/ 255585 h 478348"/>
                <a:gd name="connsiteX89" fmla="*/ 866900 w 2912392"/>
                <a:gd name="connsiteY89" fmla="*/ 256826 h 478348"/>
                <a:gd name="connsiteX90" fmla="*/ 876641 w 2912392"/>
                <a:gd name="connsiteY90" fmla="*/ 258147 h 478348"/>
                <a:gd name="connsiteX91" fmla="*/ 886381 w 2912392"/>
                <a:gd name="connsiteY91" fmla="*/ 259555 h 478348"/>
                <a:gd name="connsiteX92" fmla="*/ 896122 w 2912392"/>
                <a:gd name="connsiteY92" fmla="*/ 261054 h 478348"/>
                <a:gd name="connsiteX93" fmla="*/ 905863 w 2912392"/>
                <a:gd name="connsiteY93" fmla="*/ 262650 h 478348"/>
                <a:gd name="connsiteX94" fmla="*/ 915602 w 2912392"/>
                <a:gd name="connsiteY94" fmla="*/ 264347 h 478348"/>
                <a:gd name="connsiteX95" fmla="*/ 925343 w 2912392"/>
                <a:gd name="connsiteY95" fmla="*/ 266149 h 478348"/>
                <a:gd name="connsiteX96" fmla="*/ 935084 w 2912392"/>
                <a:gd name="connsiteY96" fmla="*/ 268060 h 478348"/>
                <a:gd name="connsiteX97" fmla="*/ 944824 w 2912392"/>
                <a:gd name="connsiteY97" fmla="*/ 270084 h 478348"/>
                <a:gd name="connsiteX98" fmla="*/ 954564 w 2912392"/>
                <a:gd name="connsiteY98" fmla="*/ 272222 h 478348"/>
                <a:gd name="connsiteX99" fmla="*/ 964305 w 2912392"/>
                <a:gd name="connsiteY99" fmla="*/ 274480 h 478348"/>
                <a:gd name="connsiteX100" fmla="*/ 974045 w 2912392"/>
                <a:gd name="connsiteY100" fmla="*/ 276856 h 478348"/>
                <a:gd name="connsiteX101" fmla="*/ 983786 w 2912392"/>
                <a:gd name="connsiteY101" fmla="*/ 279354 h 478348"/>
                <a:gd name="connsiteX102" fmla="*/ 993522 w 2912392"/>
                <a:gd name="connsiteY102" fmla="*/ 281975 h 478348"/>
                <a:gd name="connsiteX103" fmla="*/ 1003266 w 2912392"/>
                <a:gd name="connsiteY103" fmla="*/ 284720 h 478348"/>
                <a:gd name="connsiteX104" fmla="*/ 1013010 w 2912392"/>
                <a:gd name="connsiteY104" fmla="*/ 287586 h 478348"/>
                <a:gd name="connsiteX105" fmla="*/ 1022754 w 2912392"/>
                <a:gd name="connsiteY105" fmla="*/ 290575 h 478348"/>
                <a:gd name="connsiteX106" fmla="*/ 1032483 w 2912392"/>
                <a:gd name="connsiteY106" fmla="*/ 293687 h 478348"/>
                <a:gd name="connsiteX107" fmla="*/ 1042227 w 2912392"/>
                <a:gd name="connsiteY107" fmla="*/ 296919 h 478348"/>
                <a:gd name="connsiteX108" fmla="*/ 1051971 w 2912392"/>
                <a:gd name="connsiteY108" fmla="*/ 300268 h 478348"/>
                <a:gd name="connsiteX109" fmla="*/ 1061715 w 2912392"/>
                <a:gd name="connsiteY109" fmla="*/ 303735 h 478348"/>
                <a:gd name="connsiteX110" fmla="*/ 1071444 w 2912392"/>
                <a:gd name="connsiteY110" fmla="*/ 307314 h 478348"/>
                <a:gd name="connsiteX111" fmla="*/ 1081188 w 2912392"/>
                <a:gd name="connsiteY111" fmla="*/ 311004 h 478348"/>
                <a:gd name="connsiteX112" fmla="*/ 1090932 w 2912392"/>
                <a:gd name="connsiteY112" fmla="*/ 314799 h 478348"/>
                <a:gd name="connsiteX113" fmla="*/ 1100676 w 2912392"/>
                <a:gd name="connsiteY113" fmla="*/ 318695 h 478348"/>
                <a:gd name="connsiteX114" fmla="*/ 1110405 w 2912392"/>
                <a:gd name="connsiteY114" fmla="*/ 322690 h 478348"/>
                <a:gd name="connsiteX115" fmla="*/ 1120149 w 2912392"/>
                <a:gd name="connsiteY115" fmla="*/ 326775 h 478348"/>
                <a:gd name="connsiteX116" fmla="*/ 1129893 w 2912392"/>
                <a:gd name="connsiteY116" fmla="*/ 330948 h 478348"/>
                <a:gd name="connsiteX117" fmla="*/ 1139637 w 2912392"/>
                <a:gd name="connsiteY117" fmla="*/ 335200 h 478348"/>
                <a:gd name="connsiteX118" fmla="*/ 1149381 w 2912392"/>
                <a:gd name="connsiteY118" fmla="*/ 339525 h 478348"/>
                <a:gd name="connsiteX119" fmla="*/ 1159110 w 2912392"/>
                <a:gd name="connsiteY119" fmla="*/ 343919 h 478348"/>
                <a:gd name="connsiteX120" fmla="*/ 1168854 w 2912392"/>
                <a:gd name="connsiteY120" fmla="*/ 348374 h 478348"/>
                <a:gd name="connsiteX121" fmla="*/ 1178598 w 2912392"/>
                <a:gd name="connsiteY121" fmla="*/ 352881 h 478348"/>
                <a:gd name="connsiteX122" fmla="*/ 1188341 w 2912392"/>
                <a:gd name="connsiteY122" fmla="*/ 357433 h 478348"/>
                <a:gd name="connsiteX123" fmla="*/ 1198070 w 2912392"/>
                <a:gd name="connsiteY123" fmla="*/ 362023 h 478348"/>
                <a:gd name="connsiteX124" fmla="*/ 1207814 w 2912392"/>
                <a:gd name="connsiteY124" fmla="*/ 366642 h 478348"/>
                <a:gd name="connsiteX125" fmla="*/ 1217558 w 2912392"/>
                <a:gd name="connsiteY125" fmla="*/ 371281 h 478348"/>
                <a:gd name="connsiteX126" fmla="*/ 1227302 w 2912392"/>
                <a:gd name="connsiteY126" fmla="*/ 375933 h 478348"/>
                <a:gd name="connsiteX127" fmla="*/ 1237031 w 2912392"/>
                <a:gd name="connsiteY127" fmla="*/ 380589 h 478348"/>
                <a:gd name="connsiteX128" fmla="*/ 1246775 w 2912392"/>
                <a:gd name="connsiteY128" fmla="*/ 385237 h 478348"/>
                <a:gd name="connsiteX129" fmla="*/ 1256519 w 2912392"/>
                <a:gd name="connsiteY129" fmla="*/ 389872 h 478348"/>
                <a:gd name="connsiteX130" fmla="*/ 1266263 w 2912392"/>
                <a:gd name="connsiteY130" fmla="*/ 394483 h 478348"/>
                <a:gd name="connsiteX131" fmla="*/ 1276007 w 2912392"/>
                <a:gd name="connsiteY131" fmla="*/ 399060 h 478348"/>
                <a:gd name="connsiteX132" fmla="*/ 1285736 w 2912392"/>
                <a:gd name="connsiteY132" fmla="*/ 403597 h 478348"/>
                <a:gd name="connsiteX133" fmla="*/ 1295480 w 2912392"/>
                <a:gd name="connsiteY133" fmla="*/ 408080 h 478348"/>
                <a:gd name="connsiteX134" fmla="*/ 1305224 w 2912392"/>
                <a:gd name="connsiteY134" fmla="*/ 412502 h 478348"/>
                <a:gd name="connsiteX135" fmla="*/ 1314968 w 2912392"/>
                <a:gd name="connsiteY135" fmla="*/ 416854 h 478348"/>
                <a:gd name="connsiteX136" fmla="*/ 1324697 w 2912392"/>
                <a:gd name="connsiteY136" fmla="*/ 421126 h 478348"/>
                <a:gd name="connsiteX137" fmla="*/ 1334441 w 2912392"/>
                <a:gd name="connsiteY137" fmla="*/ 425308 h 478348"/>
                <a:gd name="connsiteX138" fmla="*/ 1344185 w 2912392"/>
                <a:gd name="connsiteY138" fmla="*/ 429392 h 478348"/>
                <a:gd name="connsiteX139" fmla="*/ 1353929 w 2912392"/>
                <a:gd name="connsiteY139" fmla="*/ 433370 h 478348"/>
                <a:gd name="connsiteX140" fmla="*/ 1363658 w 2912392"/>
                <a:gd name="connsiteY140" fmla="*/ 437230 h 478348"/>
                <a:gd name="connsiteX141" fmla="*/ 1373402 w 2912392"/>
                <a:gd name="connsiteY141" fmla="*/ 440965 h 478348"/>
                <a:gd name="connsiteX142" fmla="*/ 1383146 w 2912392"/>
                <a:gd name="connsiteY142" fmla="*/ 444568 h 478348"/>
                <a:gd name="connsiteX143" fmla="*/ 1392890 w 2912392"/>
                <a:gd name="connsiteY143" fmla="*/ 448027 h 478348"/>
                <a:gd name="connsiteX144" fmla="*/ 1402619 w 2912392"/>
                <a:gd name="connsiteY144" fmla="*/ 451336 h 478348"/>
                <a:gd name="connsiteX145" fmla="*/ 1412363 w 2912392"/>
                <a:gd name="connsiteY145" fmla="*/ 454489 h 478348"/>
                <a:gd name="connsiteX146" fmla="*/ 1422106 w 2912392"/>
                <a:gd name="connsiteY146" fmla="*/ 457475 h 478348"/>
                <a:gd name="connsiteX147" fmla="*/ 1431850 w 2912392"/>
                <a:gd name="connsiteY147" fmla="*/ 460286 h 478348"/>
                <a:gd name="connsiteX148" fmla="*/ 1441594 w 2912392"/>
                <a:gd name="connsiteY148" fmla="*/ 462919 h 478348"/>
                <a:gd name="connsiteX149" fmla="*/ 1451323 w 2912392"/>
                <a:gd name="connsiteY149" fmla="*/ 465365 h 478348"/>
                <a:gd name="connsiteX150" fmla="*/ 1461067 w 2912392"/>
                <a:gd name="connsiteY150" fmla="*/ 467618 h 478348"/>
                <a:gd name="connsiteX151" fmla="*/ 1470811 w 2912392"/>
                <a:gd name="connsiteY151" fmla="*/ 469670 h 478348"/>
                <a:gd name="connsiteX152" fmla="*/ 1480555 w 2912392"/>
                <a:gd name="connsiteY152" fmla="*/ 471517 h 478348"/>
                <a:gd name="connsiteX153" fmla="*/ 1490284 w 2912392"/>
                <a:gd name="connsiteY153" fmla="*/ 473154 h 478348"/>
                <a:gd name="connsiteX154" fmla="*/ 1500028 w 2912392"/>
                <a:gd name="connsiteY154" fmla="*/ 474576 h 478348"/>
                <a:gd name="connsiteX155" fmla="*/ 1509772 w 2912392"/>
                <a:gd name="connsiteY155" fmla="*/ 475777 h 478348"/>
                <a:gd name="connsiteX156" fmla="*/ 1519516 w 2912392"/>
                <a:gd name="connsiteY156" fmla="*/ 476754 h 478348"/>
                <a:gd name="connsiteX157" fmla="*/ 1529245 w 2912392"/>
                <a:gd name="connsiteY157" fmla="*/ 477502 h 478348"/>
                <a:gd name="connsiteX158" fmla="*/ 1538989 w 2912392"/>
                <a:gd name="connsiteY158" fmla="*/ 478019 h 478348"/>
                <a:gd name="connsiteX159" fmla="*/ 1548733 w 2912392"/>
                <a:gd name="connsiteY159" fmla="*/ 478302 h 478348"/>
                <a:gd name="connsiteX160" fmla="*/ 1558477 w 2912392"/>
                <a:gd name="connsiteY160" fmla="*/ 478348 h 478348"/>
                <a:gd name="connsiteX161" fmla="*/ 1568221 w 2912392"/>
                <a:gd name="connsiteY161" fmla="*/ 478155 h 478348"/>
                <a:gd name="connsiteX162" fmla="*/ 1577950 w 2912392"/>
                <a:gd name="connsiteY162" fmla="*/ 477719 h 478348"/>
                <a:gd name="connsiteX163" fmla="*/ 1587694 w 2912392"/>
                <a:gd name="connsiteY163" fmla="*/ 477043 h 478348"/>
                <a:gd name="connsiteX164" fmla="*/ 1597438 w 2912392"/>
                <a:gd name="connsiteY164" fmla="*/ 476124 h 478348"/>
                <a:gd name="connsiteX165" fmla="*/ 1607182 w 2912392"/>
                <a:gd name="connsiteY165" fmla="*/ 474960 h 478348"/>
                <a:gd name="connsiteX166" fmla="*/ 1616911 w 2912392"/>
                <a:gd name="connsiteY166" fmla="*/ 473555 h 478348"/>
                <a:gd name="connsiteX167" fmla="*/ 1626655 w 2912392"/>
                <a:gd name="connsiteY167" fmla="*/ 471906 h 478348"/>
                <a:gd name="connsiteX168" fmla="*/ 1636399 w 2912392"/>
                <a:gd name="connsiteY168" fmla="*/ 470017 h 478348"/>
                <a:gd name="connsiteX169" fmla="*/ 1646142 w 2912392"/>
                <a:gd name="connsiteY169" fmla="*/ 467886 h 478348"/>
                <a:gd name="connsiteX170" fmla="*/ 1655872 w 2912392"/>
                <a:gd name="connsiteY170" fmla="*/ 465516 h 478348"/>
                <a:gd name="connsiteX171" fmla="*/ 1665616 w 2912392"/>
                <a:gd name="connsiteY171" fmla="*/ 462910 h 478348"/>
                <a:gd name="connsiteX172" fmla="*/ 1675359 w 2912392"/>
                <a:gd name="connsiteY172" fmla="*/ 460072 h 478348"/>
                <a:gd name="connsiteX173" fmla="*/ 1685103 w 2912392"/>
                <a:gd name="connsiteY173" fmla="*/ 457001 h 478348"/>
                <a:gd name="connsiteX174" fmla="*/ 1694832 w 2912392"/>
                <a:gd name="connsiteY174" fmla="*/ 453702 h 478348"/>
                <a:gd name="connsiteX175" fmla="*/ 1704576 w 2912392"/>
                <a:gd name="connsiteY175" fmla="*/ 450180 h 478348"/>
                <a:gd name="connsiteX176" fmla="*/ 1714320 w 2912392"/>
                <a:gd name="connsiteY176" fmla="*/ 446439 h 478348"/>
                <a:gd name="connsiteX177" fmla="*/ 1724064 w 2912392"/>
                <a:gd name="connsiteY177" fmla="*/ 442482 h 478348"/>
                <a:gd name="connsiteX178" fmla="*/ 1733808 w 2912392"/>
                <a:gd name="connsiteY178" fmla="*/ 438315 h 478348"/>
                <a:gd name="connsiteX179" fmla="*/ 1743537 w 2912392"/>
                <a:gd name="connsiteY179" fmla="*/ 433942 h 478348"/>
                <a:gd name="connsiteX180" fmla="*/ 1753281 w 2912392"/>
                <a:gd name="connsiteY180" fmla="*/ 429369 h 478348"/>
                <a:gd name="connsiteX181" fmla="*/ 1763025 w 2912392"/>
                <a:gd name="connsiteY181" fmla="*/ 424602 h 478348"/>
                <a:gd name="connsiteX182" fmla="*/ 1772769 w 2912392"/>
                <a:gd name="connsiteY182" fmla="*/ 419646 h 478348"/>
                <a:gd name="connsiteX183" fmla="*/ 1782498 w 2912392"/>
                <a:gd name="connsiteY183" fmla="*/ 414508 h 478348"/>
                <a:gd name="connsiteX184" fmla="*/ 1792242 w 2912392"/>
                <a:gd name="connsiteY184" fmla="*/ 409195 h 478348"/>
                <a:gd name="connsiteX185" fmla="*/ 1801986 w 2912392"/>
                <a:gd name="connsiteY185" fmla="*/ 403712 h 478348"/>
                <a:gd name="connsiteX186" fmla="*/ 1811730 w 2912392"/>
                <a:gd name="connsiteY186" fmla="*/ 398066 h 478348"/>
                <a:gd name="connsiteX187" fmla="*/ 1821459 w 2912392"/>
                <a:gd name="connsiteY187" fmla="*/ 392266 h 478348"/>
                <a:gd name="connsiteX188" fmla="*/ 1831203 w 2912392"/>
                <a:gd name="connsiteY188" fmla="*/ 386317 h 478348"/>
                <a:gd name="connsiteX189" fmla="*/ 1840947 w 2912392"/>
                <a:gd name="connsiteY189" fmla="*/ 380229 h 478348"/>
                <a:gd name="connsiteX190" fmla="*/ 1850691 w 2912392"/>
                <a:gd name="connsiteY190" fmla="*/ 374008 h 478348"/>
                <a:gd name="connsiteX191" fmla="*/ 1860435 w 2912392"/>
                <a:gd name="connsiteY191" fmla="*/ 367661 h 478348"/>
                <a:gd name="connsiteX192" fmla="*/ 1870164 w 2912392"/>
                <a:gd name="connsiteY192" fmla="*/ 361196 h 478348"/>
                <a:gd name="connsiteX193" fmla="*/ 1879908 w 2912392"/>
                <a:gd name="connsiteY193" fmla="*/ 354623 h 478348"/>
                <a:gd name="connsiteX194" fmla="*/ 1889652 w 2912392"/>
                <a:gd name="connsiteY194" fmla="*/ 347946 h 478348"/>
                <a:gd name="connsiteX195" fmla="*/ 1899395 w 2912392"/>
                <a:gd name="connsiteY195" fmla="*/ 341176 h 478348"/>
                <a:gd name="connsiteX196" fmla="*/ 1909124 w 2912392"/>
                <a:gd name="connsiteY196" fmla="*/ 334320 h 478348"/>
                <a:gd name="connsiteX197" fmla="*/ 1918868 w 2912392"/>
                <a:gd name="connsiteY197" fmla="*/ 327386 h 478348"/>
                <a:gd name="connsiteX198" fmla="*/ 1928612 w 2912392"/>
                <a:gd name="connsiteY198" fmla="*/ 320382 h 478348"/>
                <a:gd name="connsiteX199" fmla="*/ 1938356 w 2912392"/>
                <a:gd name="connsiteY199" fmla="*/ 313315 h 478348"/>
                <a:gd name="connsiteX200" fmla="*/ 1948085 w 2912392"/>
                <a:gd name="connsiteY200" fmla="*/ 306195 h 478348"/>
                <a:gd name="connsiteX201" fmla="*/ 1957829 w 2912392"/>
                <a:gd name="connsiteY201" fmla="*/ 299027 h 478348"/>
                <a:gd name="connsiteX202" fmla="*/ 1967573 w 2912392"/>
                <a:gd name="connsiteY202" fmla="*/ 291822 h 478348"/>
                <a:gd name="connsiteX203" fmla="*/ 1977317 w 2912392"/>
                <a:gd name="connsiteY203" fmla="*/ 284584 h 478348"/>
                <a:gd name="connsiteX204" fmla="*/ 1987046 w 2912392"/>
                <a:gd name="connsiteY204" fmla="*/ 277324 h 478348"/>
                <a:gd name="connsiteX205" fmla="*/ 1996790 w 2912392"/>
                <a:gd name="connsiteY205" fmla="*/ 270047 h 478348"/>
                <a:gd name="connsiteX206" fmla="*/ 2006534 w 2912392"/>
                <a:gd name="connsiteY206" fmla="*/ 262761 h 478348"/>
                <a:gd name="connsiteX207" fmla="*/ 2016278 w 2912392"/>
                <a:gd name="connsiteY207" fmla="*/ 255474 h 478348"/>
                <a:gd name="connsiteX208" fmla="*/ 2026022 w 2912392"/>
                <a:gd name="connsiteY208" fmla="*/ 248193 h 478348"/>
                <a:gd name="connsiteX209" fmla="*/ 2035751 w 2912392"/>
                <a:gd name="connsiteY209" fmla="*/ 240924 h 478348"/>
                <a:gd name="connsiteX210" fmla="*/ 2045495 w 2912392"/>
                <a:gd name="connsiteY210" fmla="*/ 233674 h 478348"/>
                <a:gd name="connsiteX211" fmla="*/ 2055239 w 2912392"/>
                <a:gd name="connsiteY211" fmla="*/ 226450 h 478348"/>
                <a:gd name="connsiteX212" fmla="*/ 2064983 w 2912392"/>
                <a:gd name="connsiteY212" fmla="*/ 219258 h 478348"/>
                <a:gd name="connsiteX213" fmla="*/ 2074712 w 2912392"/>
                <a:gd name="connsiteY213" fmla="*/ 212103 h 478348"/>
                <a:gd name="connsiteX214" fmla="*/ 2084456 w 2912392"/>
                <a:gd name="connsiteY214" fmla="*/ 204994 h 478348"/>
                <a:gd name="connsiteX215" fmla="*/ 2094200 w 2912392"/>
                <a:gd name="connsiteY215" fmla="*/ 197934 h 478348"/>
                <a:gd name="connsiteX216" fmla="*/ 2103944 w 2912392"/>
                <a:gd name="connsiteY216" fmla="*/ 190932 h 478348"/>
                <a:gd name="connsiteX217" fmla="*/ 2113673 w 2912392"/>
                <a:gd name="connsiteY217" fmla="*/ 183989 h 478348"/>
                <a:gd name="connsiteX218" fmla="*/ 2123417 w 2912392"/>
                <a:gd name="connsiteY218" fmla="*/ 177115 h 478348"/>
                <a:gd name="connsiteX219" fmla="*/ 2133161 w 2912392"/>
                <a:gd name="connsiteY219" fmla="*/ 170310 h 478348"/>
                <a:gd name="connsiteX220" fmla="*/ 2142905 w 2912392"/>
                <a:gd name="connsiteY220" fmla="*/ 163585 h 478348"/>
                <a:gd name="connsiteX221" fmla="*/ 2152649 w 2912392"/>
                <a:gd name="connsiteY221" fmla="*/ 156940 h 478348"/>
                <a:gd name="connsiteX222" fmla="*/ 2162377 w 2912392"/>
                <a:gd name="connsiteY222" fmla="*/ 150381 h 478348"/>
                <a:gd name="connsiteX223" fmla="*/ 2172121 w 2912392"/>
                <a:gd name="connsiteY223" fmla="*/ 143915 h 478348"/>
                <a:gd name="connsiteX224" fmla="*/ 2181865 w 2912392"/>
                <a:gd name="connsiteY224" fmla="*/ 137543 h 478348"/>
                <a:gd name="connsiteX225" fmla="*/ 2191609 w 2912392"/>
                <a:gd name="connsiteY225" fmla="*/ 131270 h 478348"/>
                <a:gd name="connsiteX226" fmla="*/ 2201338 w 2912392"/>
                <a:gd name="connsiteY226" fmla="*/ 125101 h 478348"/>
                <a:gd name="connsiteX227" fmla="*/ 2211082 w 2912392"/>
                <a:gd name="connsiteY227" fmla="*/ 119038 h 478348"/>
                <a:gd name="connsiteX228" fmla="*/ 2220826 w 2912392"/>
                <a:gd name="connsiteY228" fmla="*/ 113088 h 478348"/>
                <a:gd name="connsiteX229" fmla="*/ 2230570 w 2912392"/>
                <a:gd name="connsiteY229" fmla="*/ 107252 h 478348"/>
                <a:gd name="connsiteX230" fmla="*/ 2240299 w 2912392"/>
                <a:gd name="connsiteY230" fmla="*/ 101535 h 478348"/>
                <a:gd name="connsiteX231" fmla="*/ 2250043 w 2912392"/>
                <a:gd name="connsiteY231" fmla="*/ 95941 h 478348"/>
                <a:gd name="connsiteX232" fmla="*/ 2259787 w 2912392"/>
                <a:gd name="connsiteY232" fmla="*/ 90470 h 478348"/>
                <a:gd name="connsiteX233" fmla="*/ 2269531 w 2912392"/>
                <a:gd name="connsiteY233" fmla="*/ 85128 h 478348"/>
                <a:gd name="connsiteX234" fmla="*/ 2279260 w 2912392"/>
                <a:gd name="connsiteY234" fmla="*/ 79920 h 478348"/>
                <a:gd name="connsiteX235" fmla="*/ 2289004 w 2912392"/>
                <a:gd name="connsiteY235" fmla="*/ 74845 h 478348"/>
                <a:gd name="connsiteX236" fmla="*/ 2298748 w 2912392"/>
                <a:gd name="connsiteY236" fmla="*/ 69909 h 478348"/>
                <a:gd name="connsiteX237" fmla="*/ 2308492 w 2912392"/>
                <a:gd name="connsiteY237" fmla="*/ 65114 h 478348"/>
                <a:gd name="connsiteX238" fmla="*/ 2318236 w 2912392"/>
                <a:gd name="connsiteY238" fmla="*/ 60465 h 478348"/>
                <a:gd name="connsiteX239" fmla="*/ 2327965 w 2912392"/>
                <a:gd name="connsiteY239" fmla="*/ 55961 h 478348"/>
                <a:gd name="connsiteX240" fmla="*/ 2337709 w 2912392"/>
                <a:gd name="connsiteY240" fmla="*/ 51609 h 478348"/>
                <a:gd name="connsiteX241" fmla="*/ 2347453 w 2912392"/>
                <a:gd name="connsiteY241" fmla="*/ 47412 h 478348"/>
                <a:gd name="connsiteX242" fmla="*/ 2357197 w 2912392"/>
                <a:gd name="connsiteY242" fmla="*/ 43369 h 478348"/>
                <a:gd name="connsiteX243" fmla="*/ 2366926 w 2912392"/>
                <a:gd name="connsiteY243" fmla="*/ 39487 h 478348"/>
                <a:gd name="connsiteX244" fmla="*/ 2376670 w 2912392"/>
                <a:gd name="connsiteY244" fmla="*/ 35768 h 478348"/>
                <a:gd name="connsiteX245" fmla="*/ 2386413 w 2912392"/>
                <a:gd name="connsiteY245" fmla="*/ 32215 h 478348"/>
                <a:gd name="connsiteX246" fmla="*/ 2396157 w 2912392"/>
                <a:gd name="connsiteY246" fmla="*/ 28830 h 478348"/>
                <a:gd name="connsiteX247" fmla="*/ 2405886 w 2912392"/>
                <a:gd name="connsiteY247" fmla="*/ 25616 h 478348"/>
                <a:gd name="connsiteX248" fmla="*/ 2415630 w 2912392"/>
                <a:gd name="connsiteY248" fmla="*/ 22578 h 478348"/>
                <a:gd name="connsiteX249" fmla="*/ 2425374 w 2912392"/>
                <a:gd name="connsiteY249" fmla="*/ 19719 h 478348"/>
                <a:gd name="connsiteX250" fmla="*/ 2435118 w 2912392"/>
                <a:gd name="connsiteY250" fmla="*/ 17038 h 478348"/>
                <a:gd name="connsiteX251" fmla="*/ 2444862 w 2912392"/>
                <a:gd name="connsiteY251" fmla="*/ 14543 h 478348"/>
                <a:gd name="connsiteX252" fmla="*/ 2454591 w 2912392"/>
                <a:gd name="connsiteY252" fmla="*/ 12235 h 478348"/>
                <a:gd name="connsiteX253" fmla="*/ 2464335 w 2912392"/>
                <a:gd name="connsiteY253" fmla="*/ 10116 h 478348"/>
                <a:gd name="connsiteX254" fmla="*/ 2474079 w 2912392"/>
                <a:gd name="connsiteY254" fmla="*/ 8191 h 478348"/>
                <a:gd name="connsiteX255" fmla="*/ 2483823 w 2912392"/>
                <a:gd name="connsiteY255" fmla="*/ 6462 h 478348"/>
                <a:gd name="connsiteX256" fmla="*/ 2493552 w 2912392"/>
                <a:gd name="connsiteY256" fmla="*/ 4930 h 478348"/>
                <a:gd name="connsiteX257" fmla="*/ 2503296 w 2912392"/>
                <a:gd name="connsiteY257" fmla="*/ 3601 h 478348"/>
                <a:gd name="connsiteX258" fmla="*/ 2513040 w 2912392"/>
                <a:gd name="connsiteY258" fmla="*/ 2476 h 478348"/>
                <a:gd name="connsiteX259" fmla="*/ 2522784 w 2912392"/>
                <a:gd name="connsiteY259" fmla="*/ 1557 h 478348"/>
                <a:gd name="connsiteX260" fmla="*/ 2532513 w 2912392"/>
                <a:gd name="connsiteY260" fmla="*/ 848 h 478348"/>
                <a:gd name="connsiteX261" fmla="*/ 2542257 w 2912392"/>
                <a:gd name="connsiteY261" fmla="*/ 350 h 478348"/>
                <a:gd name="connsiteX262" fmla="*/ 2552001 w 2912392"/>
                <a:gd name="connsiteY262" fmla="*/ 67 h 478348"/>
                <a:gd name="connsiteX263" fmla="*/ 2561745 w 2912392"/>
                <a:gd name="connsiteY263" fmla="*/ 0 h 478348"/>
                <a:gd name="connsiteX264" fmla="*/ 2571474 w 2912392"/>
                <a:gd name="connsiteY264" fmla="*/ 150 h 478348"/>
                <a:gd name="connsiteX265" fmla="*/ 2581218 w 2912392"/>
                <a:gd name="connsiteY265" fmla="*/ 520 h 478348"/>
                <a:gd name="connsiteX266" fmla="*/ 2590962 w 2912392"/>
                <a:gd name="connsiteY266" fmla="*/ 1110 h 478348"/>
                <a:gd name="connsiteX267" fmla="*/ 2600705 w 2912392"/>
                <a:gd name="connsiteY267" fmla="*/ 1922 h 478348"/>
                <a:gd name="connsiteX268" fmla="*/ 2610449 w 2912392"/>
                <a:gd name="connsiteY268" fmla="*/ 2957 h 478348"/>
                <a:gd name="connsiteX269" fmla="*/ 2620178 w 2912392"/>
                <a:gd name="connsiteY269" fmla="*/ 4218 h 478348"/>
                <a:gd name="connsiteX270" fmla="*/ 2629922 w 2912392"/>
                <a:gd name="connsiteY270" fmla="*/ 5700 h 478348"/>
                <a:gd name="connsiteX271" fmla="*/ 2639666 w 2912392"/>
                <a:gd name="connsiteY271" fmla="*/ 7408 h 478348"/>
                <a:gd name="connsiteX272" fmla="*/ 2649410 w 2912392"/>
                <a:gd name="connsiteY272" fmla="*/ 9339 h 478348"/>
                <a:gd name="connsiteX273" fmla="*/ 2659139 w 2912392"/>
                <a:gd name="connsiteY273" fmla="*/ 11492 h 478348"/>
                <a:gd name="connsiteX274" fmla="*/ 2668883 w 2912392"/>
                <a:gd name="connsiteY274" fmla="*/ 13866 h 478348"/>
                <a:gd name="connsiteX275" fmla="*/ 2678627 w 2912392"/>
                <a:gd name="connsiteY275" fmla="*/ 16462 h 478348"/>
                <a:gd name="connsiteX276" fmla="*/ 2688371 w 2912392"/>
                <a:gd name="connsiteY276" fmla="*/ 19275 h 478348"/>
                <a:gd name="connsiteX277" fmla="*/ 2698100 w 2912392"/>
                <a:gd name="connsiteY277" fmla="*/ 22304 h 478348"/>
                <a:gd name="connsiteX278" fmla="*/ 2707844 w 2912392"/>
                <a:gd name="connsiteY278" fmla="*/ 25544 h 478348"/>
                <a:gd name="connsiteX279" fmla="*/ 2717588 w 2912392"/>
                <a:gd name="connsiteY279" fmla="*/ 28996 h 478348"/>
                <a:gd name="connsiteX280" fmla="*/ 2727332 w 2912392"/>
                <a:gd name="connsiteY280" fmla="*/ 32653 h 478348"/>
                <a:gd name="connsiteX281" fmla="*/ 2737076 w 2912392"/>
                <a:gd name="connsiteY281" fmla="*/ 36511 h 478348"/>
                <a:gd name="connsiteX282" fmla="*/ 2746805 w 2912392"/>
                <a:gd name="connsiteY282" fmla="*/ 40565 h 478348"/>
                <a:gd name="connsiteX283" fmla="*/ 2756549 w 2912392"/>
                <a:gd name="connsiteY283" fmla="*/ 44813 h 478348"/>
                <a:gd name="connsiteX284" fmla="*/ 2766293 w 2912392"/>
                <a:gd name="connsiteY284" fmla="*/ 49244 h 478348"/>
                <a:gd name="connsiteX285" fmla="*/ 2776037 w 2912392"/>
                <a:gd name="connsiteY285" fmla="*/ 53855 h 478348"/>
                <a:gd name="connsiteX286" fmla="*/ 2785766 w 2912392"/>
                <a:gd name="connsiteY286" fmla="*/ 58639 h 478348"/>
                <a:gd name="connsiteX287" fmla="*/ 2795510 w 2912392"/>
                <a:gd name="connsiteY287" fmla="*/ 63587 h 478348"/>
                <a:gd name="connsiteX288" fmla="*/ 2805254 w 2912392"/>
                <a:gd name="connsiteY288" fmla="*/ 68695 h 478348"/>
                <a:gd name="connsiteX289" fmla="*/ 2814998 w 2912392"/>
                <a:gd name="connsiteY289" fmla="*/ 73950 h 478348"/>
                <a:gd name="connsiteX290" fmla="*/ 2824727 w 2912392"/>
                <a:gd name="connsiteY290" fmla="*/ 79346 h 478348"/>
                <a:gd name="connsiteX291" fmla="*/ 2834471 w 2912392"/>
                <a:gd name="connsiteY291" fmla="*/ 84872 h 478348"/>
                <a:gd name="connsiteX292" fmla="*/ 2844215 w 2912392"/>
                <a:gd name="connsiteY292" fmla="*/ 90522 h 478348"/>
                <a:gd name="connsiteX293" fmla="*/ 2853958 w 2912392"/>
                <a:gd name="connsiteY293" fmla="*/ 96282 h 478348"/>
                <a:gd name="connsiteX294" fmla="*/ 2863687 w 2912392"/>
                <a:gd name="connsiteY294" fmla="*/ 102141 h 478348"/>
                <a:gd name="connsiteX295" fmla="*/ 2873431 w 2912392"/>
                <a:gd name="connsiteY295" fmla="*/ 108094 h 478348"/>
                <a:gd name="connsiteX296" fmla="*/ 2883175 w 2912392"/>
                <a:gd name="connsiteY296" fmla="*/ 114123 h 478348"/>
                <a:gd name="connsiteX297" fmla="*/ 2892919 w 2912392"/>
                <a:gd name="connsiteY297" fmla="*/ 120221 h 478348"/>
                <a:gd name="connsiteX298" fmla="*/ 2902663 w 2912392"/>
                <a:gd name="connsiteY298" fmla="*/ 126373 h 478348"/>
                <a:gd name="connsiteX299" fmla="*/ 2912392 w 2912392"/>
                <a:gd name="connsiteY299" fmla="*/ 132570 h 478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78348">
                  <a:moveTo>
                    <a:pt x="0" y="189774"/>
                  </a:moveTo>
                  <a:lnTo>
                    <a:pt x="9739" y="184811"/>
                  </a:lnTo>
                  <a:lnTo>
                    <a:pt x="19480" y="180114"/>
                  </a:lnTo>
                  <a:lnTo>
                    <a:pt x="29221" y="175689"/>
                  </a:lnTo>
                  <a:lnTo>
                    <a:pt x="38961" y="171536"/>
                  </a:lnTo>
                  <a:lnTo>
                    <a:pt x="48702" y="167664"/>
                  </a:lnTo>
                  <a:lnTo>
                    <a:pt x="58443" y="164071"/>
                  </a:lnTo>
                  <a:lnTo>
                    <a:pt x="68182" y="160760"/>
                  </a:lnTo>
                  <a:lnTo>
                    <a:pt x="77923" y="157731"/>
                  </a:lnTo>
                  <a:lnTo>
                    <a:pt x="87664" y="154985"/>
                  </a:lnTo>
                  <a:lnTo>
                    <a:pt x="97404" y="152521"/>
                  </a:lnTo>
                  <a:lnTo>
                    <a:pt x="107145" y="150337"/>
                  </a:lnTo>
                  <a:lnTo>
                    <a:pt x="116886" y="148430"/>
                  </a:lnTo>
                  <a:lnTo>
                    <a:pt x="126625" y="146798"/>
                  </a:lnTo>
                  <a:lnTo>
                    <a:pt x="136366" y="145436"/>
                  </a:lnTo>
                  <a:lnTo>
                    <a:pt x="146107" y="144341"/>
                  </a:lnTo>
                  <a:lnTo>
                    <a:pt x="155846" y="143507"/>
                  </a:lnTo>
                  <a:lnTo>
                    <a:pt x="165587" y="142927"/>
                  </a:lnTo>
                  <a:lnTo>
                    <a:pt x="175328" y="142598"/>
                  </a:lnTo>
                  <a:lnTo>
                    <a:pt x="185068" y="142509"/>
                  </a:lnTo>
                  <a:lnTo>
                    <a:pt x="194809" y="142653"/>
                  </a:lnTo>
                  <a:lnTo>
                    <a:pt x="204550" y="143024"/>
                  </a:lnTo>
                  <a:lnTo>
                    <a:pt x="214289" y="143613"/>
                  </a:lnTo>
                  <a:lnTo>
                    <a:pt x="224030" y="144408"/>
                  </a:lnTo>
                  <a:lnTo>
                    <a:pt x="233771" y="145404"/>
                  </a:lnTo>
                  <a:lnTo>
                    <a:pt x="243510" y="146587"/>
                  </a:lnTo>
                  <a:lnTo>
                    <a:pt x="253251" y="147948"/>
                  </a:lnTo>
                  <a:lnTo>
                    <a:pt x="262992" y="149477"/>
                  </a:lnTo>
                  <a:lnTo>
                    <a:pt x="272732" y="151164"/>
                  </a:lnTo>
                  <a:lnTo>
                    <a:pt x="282473" y="152996"/>
                  </a:lnTo>
                  <a:lnTo>
                    <a:pt x="292214" y="154964"/>
                  </a:lnTo>
                  <a:lnTo>
                    <a:pt x="301953" y="157055"/>
                  </a:lnTo>
                  <a:lnTo>
                    <a:pt x="311694" y="159258"/>
                  </a:lnTo>
                  <a:lnTo>
                    <a:pt x="321435" y="161563"/>
                  </a:lnTo>
                  <a:lnTo>
                    <a:pt x="331175" y="163957"/>
                  </a:lnTo>
                  <a:lnTo>
                    <a:pt x="340916" y="166431"/>
                  </a:lnTo>
                  <a:lnTo>
                    <a:pt x="350656" y="168971"/>
                  </a:lnTo>
                  <a:lnTo>
                    <a:pt x="360396" y="171566"/>
                  </a:lnTo>
                  <a:lnTo>
                    <a:pt x="370137" y="174209"/>
                  </a:lnTo>
                  <a:lnTo>
                    <a:pt x="379878" y="176885"/>
                  </a:lnTo>
                  <a:lnTo>
                    <a:pt x="389617" y="179586"/>
                  </a:lnTo>
                  <a:lnTo>
                    <a:pt x="399358" y="182302"/>
                  </a:lnTo>
                  <a:lnTo>
                    <a:pt x="409099" y="185023"/>
                  </a:lnTo>
                  <a:lnTo>
                    <a:pt x="418839" y="187739"/>
                  </a:lnTo>
                  <a:lnTo>
                    <a:pt x="428580" y="190442"/>
                  </a:lnTo>
                  <a:lnTo>
                    <a:pt x="438321" y="193122"/>
                  </a:lnTo>
                  <a:lnTo>
                    <a:pt x="448060" y="195773"/>
                  </a:lnTo>
                  <a:lnTo>
                    <a:pt x="457801" y="198386"/>
                  </a:lnTo>
                  <a:lnTo>
                    <a:pt x="467542" y="200956"/>
                  </a:lnTo>
                  <a:lnTo>
                    <a:pt x="477281" y="203474"/>
                  </a:lnTo>
                  <a:lnTo>
                    <a:pt x="487022" y="205937"/>
                  </a:lnTo>
                  <a:lnTo>
                    <a:pt x="496763" y="208335"/>
                  </a:lnTo>
                  <a:lnTo>
                    <a:pt x="506503" y="210669"/>
                  </a:lnTo>
                  <a:lnTo>
                    <a:pt x="516244" y="212932"/>
                  </a:lnTo>
                  <a:lnTo>
                    <a:pt x="525985" y="215119"/>
                  </a:lnTo>
                  <a:lnTo>
                    <a:pt x="535724" y="217229"/>
                  </a:lnTo>
                  <a:lnTo>
                    <a:pt x="545465" y="219259"/>
                  </a:lnTo>
                  <a:lnTo>
                    <a:pt x="555206" y="221208"/>
                  </a:lnTo>
                  <a:lnTo>
                    <a:pt x="564946" y="223075"/>
                  </a:lnTo>
                  <a:lnTo>
                    <a:pt x="574687" y="224858"/>
                  </a:lnTo>
                  <a:lnTo>
                    <a:pt x="584428" y="226558"/>
                  </a:lnTo>
                  <a:lnTo>
                    <a:pt x="594167" y="228176"/>
                  </a:lnTo>
                  <a:lnTo>
                    <a:pt x="603908" y="229714"/>
                  </a:lnTo>
                  <a:lnTo>
                    <a:pt x="613649" y="231171"/>
                  </a:lnTo>
                  <a:lnTo>
                    <a:pt x="623388" y="232552"/>
                  </a:lnTo>
                  <a:lnTo>
                    <a:pt x="633129" y="233859"/>
                  </a:lnTo>
                  <a:lnTo>
                    <a:pt x="642870" y="235094"/>
                  </a:lnTo>
                  <a:lnTo>
                    <a:pt x="652610" y="236262"/>
                  </a:lnTo>
                  <a:lnTo>
                    <a:pt x="662351" y="237369"/>
                  </a:lnTo>
                  <a:lnTo>
                    <a:pt x="672092" y="238416"/>
                  </a:lnTo>
                  <a:lnTo>
                    <a:pt x="681831" y="239412"/>
                  </a:lnTo>
                  <a:lnTo>
                    <a:pt x="691572" y="240359"/>
                  </a:lnTo>
                  <a:lnTo>
                    <a:pt x="701313" y="241265"/>
                  </a:lnTo>
                  <a:lnTo>
                    <a:pt x="711052" y="242135"/>
                  </a:lnTo>
                  <a:lnTo>
                    <a:pt x="720793" y="242977"/>
                  </a:lnTo>
                  <a:lnTo>
                    <a:pt x="730534" y="243795"/>
                  </a:lnTo>
                  <a:lnTo>
                    <a:pt x="740274" y="244598"/>
                  </a:lnTo>
                  <a:lnTo>
                    <a:pt x="750015" y="245392"/>
                  </a:lnTo>
                  <a:lnTo>
                    <a:pt x="759756" y="246183"/>
                  </a:lnTo>
                  <a:lnTo>
                    <a:pt x="769495" y="246980"/>
                  </a:lnTo>
                  <a:lnTo>
                    <a:pt x="779236" y="247791"/>
                  </a:lnTo>
                  <a:lnTo>
                    <a:pt x="788977" y="248621"/>
                  </a:lnTo>
                  <a:lnTo>
                    <a:pt x="798717" y="249478"/>
                  </a:lnTo>
                  <a:lnTo>
                    <a:pt x="808458" y="250368"/>
                  </a:lnTo>
                  <a:lnTo>
                    <a:pt x="818199" y="251301"/>
                  </a:lnTo>
                  <a:lnTo>
                    <a:pt x="827938" y="252283"/>
                  </a:lnTo>
                  <a:lnTo>
                    <a:pt x="837679" y="253318"/>
                  </a:lnTo>
                  <a:lnTo>
                    <a:pt x="847420" y="254418"/>
                  </a:lnTo>
                  <a:lnTo>
                    <a:pt x="857159" y="255585"/>
                  </a:lnTo>
                  <a:lnTo>
                    <a:pt x="866900" y="256826"/>
                  </a:lnTo>
                  <a:lnTo>
                    <a:pt x="876641" y="258147"/>
                  </a:lnTo>
                  <a:lnTo>
                    <a:pt x="886381" y="259555"/>
                  </a:lnTo>
                  <a:lnTo>
                    <a:pt x="896122" y="261054"/>
                  </a:lnTo>
                  <a:lnTo>
                    <a:pt x="905863" y="262650"/>
                  </a:lnTo>
                  <a:lnTo>
                    <a:pt x="915602" y="264347"/>
                  </a:lnTo>
                  <a:lnTo>
                    <a:pt x="925343" y="266149"/>
                  </a:lnTo>
                  <a:lnTo>
                    <a:pt x="935084" y="268060"/>
                  </a:lnTo>
                  <a:lnTo>
                    <a:pt x="944824" y="270084"/>
                  </a:lnTo>
                  <a:lnTo>
                    <a:pt x="954564" y="272222"/>
                  </a:lnTo>
                  <a:lnTo>
                    <a:pt x="964305" y="274480"/>
                  </a:lnTo>
                  <a:lnTo>
                    <a:pt x="974045" y="276856"/>
                  </a:lnTo>
                  <a:lnTo>
                    <a:pt x="983786" y="279354"/>
                  </a:lnTo>
                  <a:lnTo>
                    <a:pt x="993522" y="281975"/>
                  </a:lnTo>
                  <a:lnTo>
                    <a:pt x="1003266" y="284720"/>
                  </a:lnTo>
                  <a:lnTo>
                    <a:pt x="1013010" y="287586"/>
                  </a:lnTo>
                  <a:lnTo>
                    <a:pt x="1022754" y="290575"/>
                  </a:lnTo>
                  <a:lnTo>
                    <a:pt x="1032483" y="293687"/>
                  </a:lnTo>
                  <a:lnTo>
                    <a:pt x="1042227" y="296919"/>
                  </a:lnTo>
                  <a:lnTo>
                    <a:pt x="1051971" y="300268"/>
                  </a:lnTo>
                  <a:lnTo>
                    <a:pt x="1061715" y="303735"/>
                  </a:lnTo>
                  <a:lnTo>
                    <a:pt x="1071444" y="307314"/>
                  </a:lnTo>
                  <a:lnTo>
                    <a:pt x="1081188" y="311004"/>
                  </a:lnTo>
                  <a:lnTo>
                    <a:pt x="1090932" y="314799"/>
                  </a:lnTo>
                  <a:lnTo>
                    <a:pt x="1100676" y="318695"/>
                  </a:lnTo>
                  <a:lnTo>
                    <a:pt x="1110405" y="322690"/>
                  </a:lnTo>
                  <a:lnTo>
                    <a:pt x="1120149" y="326775"/>
                  </a:lnTo>
                  <a:lnTo>
                    <a:pt x="1129893" y="330948"/>
                  </a:lnTo>
                  <a:lnTo>
                    <a:pt x="1139637" y="335200"/>
                  </a:lnTo>
                  <a:lnTo>
                    <a:pt x="1149381" y="339525"/>
                  </a:lnTo>
                  <a:lnTo>
                    <a:pt x="1159110" y="343919"/>
                  </a:lnTo>
                  <a:lnTo>
                    <a:pt x="1168854" y="348374"/>
                  </a:lnTo>
                  <a:lnTo>
                    <a:pt x="1178598" y="352881"/>
                  </a:lnTo>
                  <a:lnTo>
                    <a:pt x="1188341" y="357433"/>
                  </a:lnTo>
                  <a:lnTo>
                    <a:pt x="1198070" y="362023"/>
                  </a:lnTo>
                  <a:lnTo>
                    <a:pt x="1207814" y="366642"/>
                  </a:lnTo>
                  <a:lnTo>
                    <a:pt x="1217558" y="371281"/>
                  </a:lnTo>
                  <a:lnTo>
                    <a:pt x="1227302" y="375933"/>
                  </a:lnTo>
                  <a:lnTo>
                    <a:pt x="1237031" y="380589"/>
                  </a:lnTo>
                  <a:lnTo>
                    <a:pt x="1246775" y="385237"/>
                  </a:lnTo>
                  <a:lnTo>
                    <a:pt x="1256519" y="389872"/>
                  </a:lnTo>
                  <a:lnTo>
                    <a:pt x="1266263" y="394483"/>
                  </a:lnTo>
                  <a:lnTo>
                    <a:pt x="1276007" y="399060"/>
                  </a:lnTo>
                  <a:lnTo>
                    <a:pt x="1285736" y="403597"/>
                  </a:lnTo>
                  <a:lnTo>
                    <a:pt x="1295480" y="408080"/>
                  </a:lnTo>
                  <a:lnTo>
                    <a:pt x="1305224" y="412502"/>
                  </a:lnTo>
                  <a:lnTo>
                    <a:pt x="1314968" y="416854"/>
                  </a:lnTo>
                  <a:lnTo>
                    <a:pt x="1324697" y="421126"/>
                  </a:lnTo>
                  <a:lnTo>
                    <a:pt x="1334441" y="425308"/>
                  </a:lnTo>
                  <a:lnTo>
                    <a:pt x="1344185" y="429392"/>
                  </a:lnTo>
                  <a:lnTo>
                    <a:pt x="1353929" y="433370"/>
                  </a:lnTo>
                  <a:lnTo>
                    <a:pt x="1363658" y="437230"/>
                  </a:lnTo>
                  <a:lnTo>
                    <a:pt x="1373402" y="440965"/>
                  </a:lnTo>
                  <a:lnTo>
                    <a:pt x="1383146" y="444568"/>
                  </a:lnTo>
                  <a:lnTo>
                    <a:pt x="1392890" y="448027"/>
                  </a:lnTo>
                  <a:lnTo>
                    <a:pt x="1402619" y="451336"/>
                  </a:lnTo>
                  <a:lnTo>
                    <a:pt x="1412363" y="454489"/>
                  </a:lnTo>
                  <a:lnTo>
                    <a:pt x="1422106" y="457475"/>
                  </a:lnTo>
                  <a:lnTo>
                    <a:pt x="1431850" y="460286"/>
                  </a:lnTo>
                  <a:lnTo>
                    <a:pt x="1441594" y="462919"/>
                  </a:lnTo>
                  <a:lnTo>
                    <a:pt x="1451323" y="465365"/>
                  </a:lnTo>
                  <a:lnTo>
                    <a:pt x="1461067" y="467618"/>
                  </a:lnTo>
                  <a:lnTo>
                    <a:pt x="1470811" y="469670"/>
                  </a:lnTo>
                  <a:lnTo>
                    <a:pt x="1480555" y="471517"/>
                  </a:lnTo>
                  <a:lnTo>
                    <a:pt x="1490284" y="473154"/>
                  </a:lnTo>
                  <a:lnTo>
                    <a:pt x="1500028" y="474576"/>
                  </a:lnTo>
                  <a:lnTo>
                    <a:pt x="1509772" y="475777"/>
                  </a:lnTo>
                  <a:lnTo>
                    <a:pt x="1519516" y="476754"/>
                  </a:lnTo>
                  <a:lnTo>
                    <a:pt x="1529245" y="477502"/>
                  </a:lnTo>
                  <a:lnTo>
                    <a:pt x="1538989" y="478019"/>
                  </a:lnTo>
                  <a:lnTo>
                    <a:pt x="1548733" y="478302"/>
                  </a:lnTo>
                  <a:lnTo>
                    <a:pt x="1558477" y="478348"/>
                  </a:lnTo>
                  <a:lnTo>
                    <a:pt x="1568221" y="478155"/>
                  </a:lnTo>
                  <a:lnTo>
                    <a:pt x="1577950" y="477719"/>
                  </a:lnTo>
                  <a:lnTo>
                    <a:pt x="1587694" y="477043"/>
                  </a:lnTo>
                  <a:lnTo>
                    <a:pt x="1597438" y="476124"/>
                  </a:lnTo>
                  <a:lnTo>
                    <a:pt x="1607182" y="474960"/>
                  </a:lnTo>
                  <a:lnTo>
                    <a:pt x="1616911" y="473555"/>
                  </a:lnTo>
                  <a:lnTo>
                    <a:pt x="1626655" y="471906"/>
                  </a:lnTo>
                  <a:lnTo>
                    <a:pt x="1636399" y="470017"/>
                  </a:lnTo>
                  <a:lnTo>
                    <a:pt x="1646142" y="467886"/>
                  </a:lnTo>
                  <a:lnTo>
                    <a:pt x="1655872" y="465516"/>
                  </a:lnTo>
                  <a:lnTo>
                    <a:pt x="1665616" y="462910"/>
                  </a:lnTo>
                  <a:lnTo>
                    <a:pt x="1675359" y="460072"/>
                  </a:lnTo>
                  <a:lnTo>
                    <a:pt x="1685103" y="457001"/>
                  </a:lnTo>
                  <a:lnTo>
                    <a:pt x="1694832" y="453702"/>
                  </a:lnTo>
                  <a:lnTo>
                    <a:pt x="1704576" y="450180"/>
                  </a:lnTo>
                  <a:lnTo>
                    <a:pt x="1714320" y="446439"/>
                  </a:lnTo>
                  <a:lnTo>
                    <a:pt x="1724064" y="442482"/>
                  </a:lnTo>
                  <a:lnTo>
                    <a:pt x="1733808" y="438315"/>
                  </a:lnTo>
                  <a:lnTo>
                    <a:pt x="1743537" y="433942"/>
                  </a:lnTo>
                  <a:lnTo>
                    <a:pt x="1753281" y="429369"/>
                  </a:lnTo>
                  <a:lnTo>
                    <a:pt x="1763025" y="424602"/>
                  </a:lnTo>
                  <a:lnTo>
                    <a:pt x="1772769" y="419646"/>
                  </a:lnTo>
                  <a:lnTo>
                    <a:pt x="1782498" y="414508"/>
                  </a:lnTo>
                  <a:lnTo>
                    <a:pt x="1792242" y="409195"/>
                  </a:lnTo>
                  <a:lnTo>
                    <a:pt x="1801986" y="403712"/>
                  </a:lnTo>
                  <a:lnTo>
                    <a:pt x="1811730" y="398066"/>
                  </a:lnTo>
                  <a:lnTo>
                    <a:pt x="1821459" y="392266"/>
                  </a:lnTo>
                  <a:lnTo>
                    <a:pt x="1831203" y="386317"/>
                  </a:lnTo>
                  <a:lnTo>
                    <a:pt x="1840947" y="380229"/>
                  </a:lnTo>
                  <a:lnTo>
                    <a:pt x="1850691" y="374008"/>
                  </a:lnTo>
                  <a:lnTo>
                    <a:pt x="1860435" y="367661"/>
                  </a:lnTo>
                  <a:lnTo>
                    <a:pt x="1870164" y="361196"/>
                  </a:lnTo>
                  <a:lnTo>
                    <a:pt x="1879908" y="354623"/>
                  </a:lnTo>
                  <a:lnTo>
                    <a:pt x="1889652" y="347946"/>
                  </a:lnTo>
                  <a:lnTo>
                    <a:pt x="1899395" y="341176"/>
                  </a:lnTo>
                  <a:lnTo>
                    <a:pt x="1909124" y="334320"/>
                  </a:lnTo>
                  <a:lnTo>
                    <a:pt x="1918868" y="327386"/>
                  </a:lnTo>
                  <a:lnTo>
                    <a:pt x="1928612" y="320382"/>
                  </a:lnTo>
                  <a:lnTo>
                    <a:pt x="1938356" y="313315"/>
                  </a:lnTo>
                  <a:lnTo>
                    <a:pt x="1948085" y="306195"/>
                  </a:lnTo>
                  <a:lnTo>
                    <a:pt x="1957829" y="299027"/>
                  </a:lnTo>
                  <a:lnTo>
                    <a:pt x="1967573" y="291822"/>
                  </a:lnTo>
                  <a:lnTo>
                    <a:pt x="1977317" y="284584"/>
                  </a:lnTo>
                  <a:lnTo>
                    <a:pt x="1987046" y="277324"/>
                  </a:lnTo>
                  <a:lnTo>
                    <a:pt x="1996790" y="270047"/>
                  </a:lnTo>
                  <a:lnTo>
                    <a:pt x="2006534" y="262761"/>
                  </a:lnTo>
                  <a:lnTo>
                    <a:pt x="2016278" y="255474"/>
                  </a:lnTo>
                  <a:lnTo>
                    <a:pt x="2026022" y="248193"/>
                  </a:lnTo>
                  <a:lnTo>
                    <a:pt x="2035751" y="240924"/>
                  </a:lnTo>
                  <a:lnTo>
                    <a:pt x="2045495" y="233674"/>
                  </a:lnTo>
                  <a:lnTo>
                    <a:pt x="2055239" y="226450"/>
                  </a:lnTo>
                  <a:lnTo>
                    <a:pt x="2064983" y="219258"/>
                  </a:lnTo>
                  <a:lnTo>
                    <a:pt x="2074712" y="212103"/>
                  </a:lnTo>
                  <a:lnTo>
                    <a:pt x="2084456" y="204994"/>
                  </a:lnTo>
                  <a:lnTo>
                    <a:pt x="2094200" y="197934"/>
                  </a:lnTo>
                  <a:lnTo>
                    <a:pt x="2103944" y="190932"/>
                  </a:lnTo>
                  <a:lnTo>
                    <a:pt x="2113673" y="183989"/>
                  </a:lnTo>
                  <a:lnTo>
                    <a:pt x="2123417" y="177115"/>
                  </a:lnTo>
                  <a:lnTo>
                    <a:pt x="2133161" y="170310"/>
                  </a:lnTo>
                  <a:lnTo>
                    <a:pt x="2142905" y="163585"/>
                  </a:lnTo>
                  <a:lnTo>
                    <a:pt x="2152649" y="156940"/>
                  </a:lnTo>
                  <a:lnTo>
                    <a:pt x="2162377" y="150381"/>
                  </a:lnTo>
                  <a:lnTo>
                    <a:pt x="2172121" y="143915"/>
                  </a:lnTo>
                  <a:lnTo>
                    <a:pt x="2181865" y="137543"/>
                  </a:lnTo>
                  <a:lnTo>
                    <a:pt x="2191609" y="131270"/>
                  </a:lnTo>
                  <a:lnTo>
                    <a:pt x="2201338" y="125101"/>
                  </a:lnTo>
                  <a:lnTo>
                    <a:pt x="2211082" y="119038"/>
                  </a:lnTo>
                  <a:lnTo>
                    <a:pt x="2220826" y="113088"/>
                  </a:lnTo>
                  <a:lnTo>
                    <a:pt x="2230570" y="107252"/>
                  </a:lnTo>
                  <a:lnTo>
                    <a:pt x="2240299" y="101535"/>
                  </a:lnTo>
                  <a:lnTo>
                    <a:pt x="2250043" y="95941"/>
                  </a:lnTo>
                  <a:lnTo>
                    <a:pt x="2259787" y="90470"/>
                  </a:lnTo>
                  <a:lnTo>
                    <a:pt x="2269531" y="85128"/>
                  </a:lnTo>
                  <a:lnTo>
                    <a:pt x="2279260" y="79920"/>
                  </a:lnTo>
                  <a:lnTo>
                    <a:pt x="2289004" y="74845"/>
                  </a:lnTo>
                  <a:lnTo>
                    <a:pt x="2298748" y="69909"/>
                  </a:lnTo>
                  <a:lnTo>
                    <a:pt x="2308492" y="65114"/>
                  </a:lnTo>
                  <a:lnTo>
                    <a:pt x="2318236" y="60465"/>
                  </a:lnTo>
                  <a:lnTo>
                    <a:pt x="2327965" y="55961"/>
                  </a:lnTo>
                  <a:lnTo>
                    <a:pt x="2337709" y="51609"/>
                  </a:lnTo>
                  <a:lnTo>
                    <a:pt x="2347453" y="47412"/>
                  </a:lnTo>
                  <a:lnTo>
                    <a:pt x="2357197" y="43369"/>
                  </a:lnTo>
                  <a:lnTo>
                    <a:pt x="2366926" y="39487"/>
                  </a:lnTo>
                  <a:lnTo>
                    <a:pt x="2376670" y="35768"/>
                  </a:lnTo>
                  <a:lnTo>
                    <a:pt x="2386413" y="32215"/>
                  </a:lnTo>
                  <a:lnTo>
                    <a:pt x="2396157" y="28830"/>
                  </a:lnTo>
                  <a:lnTo>
                    <a:pt x="2405886" y="25616"/>
                  </a:lnTo>
                  <a:lnTo>
                    <a:pt x="2415630" y="22578"/>
                  </a:lnTo>
                  <a:lnTo>
                    <a:pt x="2425374" y="19719"/>
                  </a:lnTo>
                  <a:lnTo>
                    <a:pt x="2435118" y="17038"/>
                  </a:lnTo>
                  <a:lnTo>
                    <a:pt x="2444862" y="14543"/>
                  </a:lnTo>
                  <a:lnTo>
                    <a:pt x="2454591" y="12235"/>
                  </a:lnTo>
                  <a:lnTo>
                    <a:pt x="2464335" y="10116"/>
                  </a:lnTo>
                  <a:lnTo>
                    <a:pt x="2474079" y="8191"/>
                  </a:lnTo>
                  <a:lnTo>
                    <a:pt x="2483823" y="6462"/>
                  </a:lnTo>
                  <a:lnTo>
                    <a:pt x="2493552" y="4930"/>
                  </a:lnTo>
                  <a:lnTo>
                    <a:pt x="2503296" y="3601"/>
                  </a:lnTo>
                  <a:lnTo>
                    <a:pt x="2513040" y="2476"/>
                  </a:lnTo>
                  <a:lnTo>
                    <a:pt x="2522784" y="1557"/>
                  </a:lnTo>
                  <a:lnTo>
                    <a:pt x="2532513" y="848"/>
                  </a:lnTo>
                  <a:lnTo>
                    <a:pt x="2542257" y="350"/>
                  </a:lnTo>
                  <a:lnTo>
                    <a:pt x="2552001" y="67"/>
                  </a:lnTo>
                  <a:lnTo>
                    <a:pt x="2561745" y="0"/>
                  </a:lnTo>
                  <a:lnTo>
                    <a:pt x="2571474" y="150"/>
                  </a:lnTo>
                  <a:lnTo>
                    <a:pt x="2581218" y="520"/>
                  </a:lnTo>
                  <a:lnTo>
                    <a:pt x="2590962" y="1110"/>
                  </a:lnTo>
                  <a:lnTo>
                    <a:pt x="2600705" y="1922"/>
                  </a:lnTo>
                  <a:lnTo>
                    <a:pt x="2610449" y="2957"/>
                  </a:lnTo>
                  <a:lnTo>
                    <a:pt x="2620178" y="4218"/>
                  </a:lnTo>
                  <a:lnTo>
                    <a:pt x="2629922" y="5700"/>
                  </a:lnTo>
                  <a:lnTo>
                    <a:pt x="2639666" y="7408"/>
                  </a:lnTo>
                  <a:lnTo>
                    <a:pt x="2649410" y="9339"/>
                  </a:lnTo>
                  <a:lnTo>
                    <a:pt x="2659139" y="11492"/>
                  </a:lnTo>
                  <a:lnTo>
                    <a:pt x="2668883" y="13866"/>
                  </a:lnTo>
                  <a:lnTo>
                    <a:pt x="2678627" y="16462"/>
                  </a:lnTo>
                  <a:lnTo>
                    <a:pt x="2688371" y="19275"/>
                  </a:lnTo>
                  <a:lnTo>
                    <a:pt x="2698100" y="22304"/>
                  </a:lnTo>
                  <a:lnTo>
                    <a:pt x="2707844" y="25544"/>
                  </a:lnTo>
                  <a:lnTo>
                    <a:pt x="2717588" y="28996"/>
                  </a:lnTo>
                  <a:lnTo>
                    <a:pt x="2727332" y="32653"/>
                  </a:lnTo>
                  <a:lnTo>
                    <a:pt x="2737076" y="36511"/>
                  </a:lnTo>
                  <a:lnTo>
                    <a:pt x="2746805" y="40565"/>
                  </a:lnTo>
                  <a:lnTo>
                    <a:pt x="2756549" y="44813"/>
                  </a:lnTo>
                  <a:lnTo>
                    <a:pt x="2766293" y="49244"/>
                  </a:lnTo>
                  <a:lnTo>
                    <a:pt x="2776037" y="53855"/>
                  </a:lnTo>
                  <a:lnTo>
                    <a:pt x="2785766" y="58639"/>
                  </a:lnTo>
                  <a:lnTo>
                    <a:pt x="2795510" y="63587"/>
                  </a:lnTo>
                  <a:lnTo>
                    <a:pt x="2805254" y="68695"/>
                  </a:lnTo>
                  <a:lnTo>
                    <a:pt x="2814998" y="73950"/>
                  </a:lnTo>
                  <a:lnTo>
                    <a:pt x="2824727" y="79346"/>
                  </a:lnTo>
                  <a:lnTo>
                    <a:pt x="2834471" y="84872"/>
                  </a:lnTo>
                  <a:lnTo>
                    <a:pt x="2844215" y="90522"/>
                  </a:lnTo>
                  <a:lnTo>
                    <a:pt x="2853958" y="96282"/>
                  </a:lnTo>
                  <a:lnTo>
                    <a:pt x="2863687" y="102141"/>
                  </a:lnTo>
                  <a:lnTo>
                    <a:pt x="2873431" y="108094"/>
                  </a:lnTo>
                  <a:lnTo>
                    <a:pt x="2883175" y="114123"/>
                  </a:lnTo>
                  <a:lnTo>
                    <a:pt x="2892919" y="120221"/>
                  </a:lnTo>
                  <a:lnTo>
                    <a:pt x="2902663" y="126373"/>
                  </a:lnTo>
                  <a:lnTo>
                    <a:pt x="2912392" y="13257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5" name="Freeform 604">
              <a:extLst>
                <a:ext uri="{FF2B5EF4-FFF2-40B4-BE49-F238E27FC236}">
                  <a16:creationId xmlns:a16="http://schemas.microsoft.com/office/drawing/2014/main" id="{2DD35D7B-0A41-853C-AA53-88A0056CC1AA}"/>
                </a:ext>
              </a:extLst>
            </p:cNvPr>
            <p:cNvSpPr/>
            <p:nvPr/>
          </p:nvSpPr>
          <p:spPr>
            <a:xfrm>
              <a:off x="576446" y="3194402"/>
              <a:ext cx="2912392" cy="589627"/>
            </a:xfrm>
            <a:custGeom>
              <a:avLst/>
              <a:gdLst>
                <a:gd name="connsiteX0" fmla="*/ 0 w 2912392"/>
                <a:gd name="connsiteY0" fmla="*/ 589627 h 589627"/>
                <a:gd name="connsiteX1" fmla="*/ 9739 w 2912392"/>
                <a:gd name="connsiteY1" fmla="*/ 582853 h 589627"/>
                <a:gd name="connsiteX2" fmla="*/ 19480 w 2912392"/>
                <a:gd name="connsiteY2" fmla="*/ 575990 h 589627"/>
                <a:gd name="connsiteX3" fmla="*/ 29221 w 2912392"/>
                <a:gd name="connsiteY3" fmla="*/ 569058 h 589627"/>
                <a:gd name="connsiteX4" fmla="*/ 38961 w 2912392"/>
                <a:gd name="connsiteY4" fmla="*/ 562072 h 589627"/>
                <a:gd name="connsiteX5" fmla="*/ 48702 w 2912392"/>
                <a:gd name="connsiteY5" fmla="*/ 555048 h 589627"/>
                <a:gd name="connsiteX6" fmla="*/ 58443 w 2912392"/>
                <a:gd name="connsiteY6" fmla="*/ 548004 h 589627"/>
                <a:gd name="connsiteX7" fmla="*/ 68182 w 2912392"/>
                <a:gd name="connsiteY7" fmla="*/ 540954 h 589627"/>
                <a:gd name="connsiteX8" fmla="*/ 77923 w 2912392"/>
                <a:gd name="connsiteY8" fmla="*/ 533914 h 589627"/>
                <a:gd name="connsiteX9" fmla="*/ 87664 w 2912392"/>
                <a:gd name="connsiteY9" fmla="*/ 526900 h 589627"/>
                <a:gd name="connsiteX10" fmla="*/ 97404 w 2912392"/>
                <a:gd name="connsiteY10" fmla="*/ 519927 h 589627"/>
                <a:gd name="connsiteX11" fmla="*/ 107145 w 2912392"/>
                <a:gd name="connsiteY11" fmla="*/ 513009 h 589627"/>
                <a:gd name="connsiteX12" fmla="*/ 116886 w 2912392"/>
                <a:gd name="connsiteY12" fmla="*/ 506160 h 589627"/>
                <a:gd name="connsiteX13" fmla="*/ 126625 w 2912392"/>
                <a:gd name="connsiteY13" fmla="*/ 499396 h 589627"/>
                <a:gd name="connsiteX14" fmla="*/ 136366 w 2912392"/>
                <a:gd name="connsiteY14" fmla="*/ 492727 h 589627"/>
                <a:gd name="connsiteX15" fmla="*/ 146107 w 2912392"/>
                <a:gd name="connsiteY15" fmla="*/ 486167 h 589627"/>
                <a:gd name="connsiteX16" fmla="*/ 155846 w 2912392"/>
                <a:gd name="connsiteY16" fmla="*/ 479731 h 589627"/>
                <a:gd name="connsiteX17" fmla="*/ 165587 w 2912392"/>
                <a:gd name="connsiteY17" fmla="*/ 473426 h 589627"/>
                <a:gd name="connsiteX18" fmla="*/ 175328 w 2912392"/>
                <a:gd name="connsiteY18" fmla="*/ 467265 h 589627"/>
                <a:gd name="connsiteX19" fmla="*/ 185068 w 2912392"/>
                <a:gd name="connsiteY19" fmla="*/ 461259 h 589627"/>
                <a:gd name="connsiteX20" fmla="*/ 194809 w 2912392"/>
                <a:gd name="connsiteY20" fmla="*/ 455417 h 589627"/>
                <a:gd name="connsiteX21" fmla="*/ 204550 w 2912392"/>
                <a:gd name="connsiteY21" fmla="*/ 449750 h 589627"/>
                <a:gd name="connsiteX22" fmla="*/ 214289 w 2912392"/>
                <a:gd name="connsiteY22" fmla="*/ 444264 h 589627"/>
                <a:gd name="connsiteX23" fmla="*/ 224030 w 2912392"/>
                <a:gd name="connsiteY23" fmla="*/ 438967 h 589627"/>
                <a:gd name="connsiteX24" fmla="*/ 233771 w 2912392"/>
                <a:gd name="connsiteY24" fmla="*/ 433869 h 589627"/>
                <a:gd name="connsiteX25" fmla="*/ 243510 w 2912392"/>
                <a:gd name="connsiteY25" fmla="*/ 428973 h 589627"/>
                <a:gd name="connsiteX26" fmla="*/ 253251 w 2912392"/>
                <a:gd name="connsiteY26" fmla="*/ 424287 h 589627"/>
                <a:gd name="connsiteX27" fmla="*/ 262992 w 2912392"/>
                <a:gd name="connsiteY27" fmla="*/ 419818 h 589627"/>
                <a:gd name="connsiteX28" fmla="*/ 272732 w 2912392"/>
                <a:gd name="connsiteY28" fmla="*/ 415565 h 589627"/>
                <a:gd name="connsiteX29" fmla="*/ 282473 w 2912392"/>
                <a:gd name="connsiteY29" fmla="*/ 411537 h 589627"/>
                <a:gd name="connsiteX30" fmla="*/ 292214 w 2912392"/>
                <a:gd name="connsiteY30" fmla="*/ 407734 h 589627"/>
                <a:gd name="connsiteX31" fmla="*/ 301953 w 2912392"/>
                <a:gd name="connsiteY31" fmla="*/ 404160 h 589627"/>
                <a:gd name="connsiteX32" fmla="*/ 311694 w 2912392"/>
                <a:gd name="connsiteY32" fmla="*/ 400817 h 589627"/>
                <a:gd name="connsiteX33" fmla="*/ 321435 w 2912392"/>
                <a:gd name="connsiteY33" fmla="*/ 397706 h 589627"/>
                <a:gd name="connsiteX34" fmla="*/ 331175 w 2912392"/>
                <a:gd name="connsiteY34" fmla="*/ 394826 h 589627"/>
                <a:gd name="connsiteX35" fmla="*/ 340916 w 2912392"/>
                <a:gd name="connsiteY35" fmla="*/ 392177 h 589627"/>
                <a:gd name="connsiteX36" fmla="*/ 350656 w 2912392"/>
                <a:gd name="connsiteY36" fmla="*/ 389760 h 589627"/>
                <a:gd name="connsiteX37" fmla="*/ 360396 w 2912392"/>
                <a:gd name="connsiteY37" fmla="*/ 387573 h 589627"/>
                <a:gd name="connsiteX38" fmla="*/ 370137 w 2912392"/>
                <a:gd name="connsiteY38" fmla="*/ 385615 h 589627"/>
                <a:gd name="connsiteX39" fmla="*/ 379878 w 2912392"/>
                <a:gd name="connsiteY39" fmla="*/ 383883 h 589627"/>
                <a:gd name="connsiteX40" fmla="*/ 389617 w 2912392"/>
                <a:gd name="connsiteY40" fmla="*/ 382372 h 589627"/>
                <a:gd name="connsiteX41" fmla="*/ 399358 w 2912392"/>
                <a:gd name="connsiteY41" fmla="*/ 381082 h 589627"/>
                <a:gd name="connsiteX42" fmla="*/ 409099 w 2912392"/>
                <a:gd name="connsiteY42" fmla="*/ 380006 h 589627"/>
                <a:gd name="connsiteX43" fmla="*/ 418839 w 2912392"/>
                <a:gd name="connsiteY43" fmla="*/ 379143 h 589627"/>
                <a:gd name="connsiteX44" fmla="*/ 428580 w 2912392"/>
                <a:gd name="connsiteY44" fmla="*/ 378485 h 589627"/>
                <a:gd name="connsiteX45" fmla="*/ 438321 w 2912392"/>
                <a:gd name="connsiteY45" fmla="*/ 378030 h 589627"/>
                <a:gd name="connsiteX46" fmla="*/ 448060 w 2912392"/>
                <a:gd name="connsiteY46" fmla="*/ 377770 h 589627"/>
                <a:gd name="connsiteX47" fmla="*/ 457801 w 2912392"/>
                <a:gd name="connsiteY47" fmla="*/ 377701 h 589627"/>
                <a:gd name="connsiteX48" fmla="*/ 467542 w 2912392"/>
                <a:gd name="connsiteY48" fmla="*/ 377816 h 589627"/>
                <a:gd name="connsiteX49" fmla="*/ 477281 w 2912392"/>
                <a:gd name="connsiteY49" fmla="*/ 378108 h 589627"/>
                <a:gd name="connsiteX50" fmla="*/ 487022 w 2912392"/>
                <a:gd name="connsiteY50" fmla="*/ 378573 h 589627"/>
                <a:gd name="connsiteX51" fmla="*/ 496763 w 2912392"/>
                <a:gd name="connsiteY51" fmla="*/ 379201 h 589627"/>
                <a:gd name="connsiteX52" fmla="*/ 506503 w 2912392"/>
                <a:gd name="connsiteY52" fmla="*/ 379987 h 589627"/>
                <a:gd name="connsiteX53" fmla="*/ 516244 w 2912392"/>
                <a:gd name="connsiteY53" fmla="*/ 380924 h 589627"/>
                <a:gd name="connsiteX54" fmla="*/ 525985 w 2912392"/>
                <a:gd name="connsiteY54" fmla="*/ 382004 h 589627"/>
                <a:gd name="connsiteX55" fmla="*/ 535724 w 2912392"/>
                <a:gd name="connsiteY55" fmla="*/ 383220 h 589627"/>
                <a:gd name="connsiteX56" fmla="*/ 545465 w 2912392"/>
                <a:gd name="connsiteY56" fmla="*/ 384564 h 589627"/>
                <a:gd name="connsiteX57" fmla="*/ 555206 w 2912392"/>
                <a:gd name="connsiteY57" fmla="*/ 386028 h 589627"/>
                <a:gd name="connsiteX58" fmla="*/ 564946 w 2912392"/>
                <a:gd name="connsiteY58" fmla="*/ 387607 h 589627"/>
                <a:gd name="connsiteX59" fmla="*/ 574687 w 2912392"/>
                <a:gd name="connsiteY59" fmla="*/ 389292 h 589627"/>
                <a:gd name="connsiteX60" fmla="*/ 584428 w 2912392"/>
                <a:gd name="connsiteY60" fmla="*/ 391077 h 589627"/>
                <a:gd name="connsiteX61" fmla="*/ 594167 w 2912392"/>
                <a:gd name="connsiteY61" fmla="*/ 392955 h 589627"/>
                <a:gd name="connsiteX62" fmla="*/ 603908 w 2912392"/>
                <a:gd name="connsiteY62" fmla="*/ 394915 h 589627"/>
                <a:gd name="connsiteX63" fmla="*/ 613649 w 2912392"/>
                <a:gd name="connsiteY63" fmla="*/ 396954 h 589627"/>
                <a:gd name="connsiteX64" fmla="*/ 623388 w 2912392"/>
                <a:gd name="connsiteY64" fmla="*/ 399062 h 589627"/>
                <a:gd name="connsiteX65" fmla="*/ 633129 w 2912392"/>
                <a:gd name="connsiteY65" fmla="*/ 401234 h 589627"/>
                <a:gd name="connsiteX66" fmla="*/ 642870 w 2912392"/>
                <a:gd name="connsiteY66" fmla="*/ 403463 h 589627"/>
                <a:gd name="connsiteX67" fmla="*/ 652610 w 2912392"/>
                <a:gd name="connsiteY67" fmla="*/ 405744 h 589627"/>
                <a:gd name="connsiteX68" fmla="*/ 662351 w 2912392"/>
                <a:gd name="connsiteY68" fmla="*/ 408067 h 589627"/>
                <a:gd name="connsiteX69" fmla="*/ 672092 w 2912392"/>
                <a:gd name="connsiteY69" fmla="*/ 410430 h 589627"/>
                <a:gd name="connsiteX70" fmla="*/ 681831 w 2912392"/>
                <a:gd name="connsiteY70" fmla="*/ 412824 h 589627"/>
                <a:gd name="connsiteX71" fmla="*/ 691572 w 2912392"/>
                <a:gd name="connsiteY71" fmla="*/ 415245 h 589627"/>
                <a:gd name="connsiteX72" fmla="*/ 701313 w 2912392"/>
                <a:gd name="connsiteY72" fmla="*/ 417687 h 589627"/>
                <a:gd name="connsiteX73" fmla="*/ 711052 w 2912392"/>
                <a:gd name="connsiteY73" fmla="*/ 420145 h 589627"/>
                <a:gd name="connsiteX74" fmla="*/ 720793 w 2912392"/>
                <a:gd name="connsiteY74" fmla="*/ 422614 h 589627"/>
                <a:gd name="connsiteX75" fmla="*/ 730534 w 2912392"/>
                <a:gd name="connsiteY75" fmla="*/ 425089 h 589627"/>
                <a:gd name="connsiteX76" fmla="*/ 740274 w 2912392"/>
                <a:gd name="connsiteY76" fmla="*/ 427566 h 589627"/>
                <a:gd name="connsiteX77" fmla="*/ 750015 w 2912392"/>
                <a:gd name="connsiteY77" fmla="*/ 430040 h 589627"/>
                <a:gd name="connsiteX78" fmla="*/ 759756 w 2912392"/>
                <a:gd name="connsiteY78" fmla="*/ 432507 h 589627"/>
                <a:gd name="connsiteX79" fmla="*/ 769495 w 2912392"/>
                <a:gd name="connsiteY79" fmla="*/ 434962 h 589627"/>
                <a:gd name="connsiteX80" fmla="*/ 779236 w 2912392"/>
                <a:gd name="connsiteY80" fmla="*/ 437404 h 589627"/>
                <a:gd name="connsiteX81" fmla="*/ 788977 w 2912392"/>
                <a:gd name="connsiteY81" fmla="*/ 439828 h 589627"/>
                <a:gd name="connsiteX82" fmla="*/ 798717 w 2912392"/>
                <a:gd name="connsiteY82" fmla="*/ 442232 h 589627"/>
                <a:gd name="connsiteX83" fmla="*/ 808458 w 2912392"/>
                <a:gd name="connsiteY83" fmla="*/ 444611 h 589627"/>
                <a:gd name="connsiteX84" fmla="*/ 818199 w 2912392"/>
                <a:gd name="connsiteY84" fmla="*/ 446962 h 589627"/>
                <a:gd name="connsiteX85" fmla="*/ 827938 w 2912392"/>
                <a:gd name="connsiteY85" fmla="*/ 449285 h 589627"/>
                <a:gd name="connsiteX86" fmla="*/ 837679 w 2912392"/>
                <a:gd name="connsiteY86" fmla="*/ 451573 h 589627"/>
                <a:gd name="connsiteX87" fmla="*/ 847420 w 2912392"/>
                <a:gd name="connsiteY87" fmla="*/ 453829 h 589627"/>
                <a:gd name="connsiteX88" fmla="*/ 857159 w 2912392"/>
                <a:gd name="connsiteY88" fmla="*/ 456046 h 589627"/>
                <a:gd name="connsiteX89" fmla="*/ 866900 w 2912392"/>
                <a:gd name="connsiteY89" fmla="*/ 458226 h 589627"/>
                <a:gd name="connsiteX90" fmla="*/ 876641 w 2912392"/>
                <a:gd name="connsiteY90" fmla="*/ 460362 h 589627"/>
                <a:gd name="connsiteX91" fmla="*/ 886381 w 2912392"/>
                <a:gd name="connsiteY91" fmla="*/ 462457 h 589627"/>
                <a:gd name="connsiteX92" fmla="*/ 896122 w 2912392"/>
                <a:gd name="connsiteY92" fmla="*/ 464506 h 589627"/>
                <a:gd name="connsiteX93" fmla="*/ 905863 w 2912392"/>
                <a:gd name="connsiteY93" fmla="*/ 466508 h 589627"/>
                <a:gd name="connsiteX94" fmla="*/ 915602 w 2912392"/>
                <a:gd name="connsiteY94" fmla="*/ 468460 h 589627"/>
                <a:gd name="connsiteX95" fmla="*/ 925343 w 2912392"/>
                <a:gd name="connsiteY95" fmla="*/ 470362 h 589627"/>
                <a:gd name="connsiteX96" fmla="*/ 935084 w 2912392"/>
                <a:gd name="connsiteY96" fmla="*/ 472213 h 589627"/>
                <a:gd name="connsiteX97" fmla="*/ 944824 w 2912392"/>
                <a:gd name="connsiteY97" fmla="*/ 474008 h 589627"/>
                <a:gd name="connsiteX98" fmla="*/ 954564 w 2912392"/>
                <a:gd name="connsiteY98" fmla="*/ 475747 h 589627"/>
                <a:gd name="connsiteX99" fmla="*/ 964305 w 2912392"/>
                <a:gd name="connsiteY99" fmla="*/ 477429 h 589627"/>
                <a:gd name="connsiteX100" fmla="*/ 974045 w 2912392"/>
                <a:gd name="connsiteY100" fmla="*/ 479051 h 589627"/>
                <a:gd name="connsiteX101" fmla="*/ 983786 w 2912392"/>
                <a:gd name="connsiteY101" fmla="*/ 480611 h 589627"/>
                <a:gd name="connsiteX102" fmla="*/ 993522 w 2912392"/>
                <a:gd name="connsiteY102" fmla="*/ 482109 h 589627"/>
                <a:gd name="connsiteX103" fmla="*/ 1003266 w 2912392"/>
                <a:gd name="connsiteY103" fmla="*/ 483541 h 589627"/>
                <a:gd name="connsiteX104" fmla="*/ 1013010 w 2912392"/>
                <a:gd name="connsiteY104" fmla="*/ 484904 h 589627"/>
                <a:gd name="connsiteX105" fmla="*/ 1022754 w 2912392"/>
                <a:gd name="connsiteY105" fmla="*/ 486198 h 589627"/>
                <a:gd name="connsiteX106" fmla="*/ 1032483 w 2912392"/>
                <a:gd name="connsiteY106" fmla="*/ 487420 h 589627"/>
                <a:gd name="connsiteX107" fmla="*/ 1042227 w 2912392"/>
                <a:gd name="connsiteY107" fmla="*/ 488567 h 589627"/>
                <a:gd name="connsiteX108" fmla="*/ 1051971 w 2912392"/>
                <a:gd name="connsiteY108" fmla="*/ 489639 h 589627"/>
                <a:gd name="connsiteX109" fmla="*/ 1061715 w 2912392"/>
                <a:gd name="connsiteY109" fmla="*/ 490629 h 589627"/>
                <a:gd name="connsiteX110" fmla="*/ 1071444 w 2912392"/>
                <a:gd name="connsiteY110" fmla="*/ 491538 h 589627"/>
                <a:gd name="connsiteX111" fmla="*/ 1081188 w 2912392"/>
                <a:gd name="connsiteY111" fmla="*/ 492364 h 589627"/>
                <a:gd name="connsiteX112" fmla="*/ 1090932 w 2912392"/>
                <a:gd name="connsiteY112" fmla="*/ 493101 h 589627"/>
                <a:gd name="connsiteX113" fmla="*/ 1100676 w 2912392"/>
                <a:gd name="connsiteY113" fmla="*/ 493746 h 589627"/>
                <a:gd name="connsiteX114" fmla="*/ 1110405 w 2912392"/>
                <a:gd name="connsiteY114" fmla="*/ 494299 h 589627"/>
                <a:gd name="connsiteX115" fmla="*/ 1120149 w 2912392"/>
                <a:gd name="connsiteY115" fmla="*/ 494755 h 589627"/>
                <a:gd name="connsiteX116" fmla="*/ 1129893 w 2912392"/>
                <a:gd name="connsiteY116" fmla="*/ 495111 h 589627"/>
                <a:gd name="connsiteX117" fmla="*/ 1139637 w 2912392"/>
                <a:gd name="connsiteY117" fmla="*/ 495364 h 589627"/>
                <a:gd name="connsiteX118" fmla="*/ 1149381 w 2912392"/>
                <a:gd name="connsiteY118" fmla="*/ 495510 h 589627"/>
                <a:gd name="connsiteX119" fmla="*/ 1159110 w 2912392"/>
                <a:gd name="connsiteY119" fmla="*/ 495546 h 589627"/>
                <a:gd name="connsiteX120" fmla="*/ 1168854 w 2912392"/>
                <a:gd name="connsiteY120" fmla="*/ 495469 h 589627"/>
                <a:gd name="connsiteX121" fmla="*/ 1178598 w 2912392"/>
                <a:gd name="connsiteY121" fmla="*/ 495273 h 589627"/>
                <a:gd name="connsiteX122" fmla="*/ 1188341 w 2912392"/>
                <a:gd name="connsiteY122" fmla="*/ 494958 h 589627"/>
                <a:gd name="connsiteX123" fmla="*/ 1198070 w 2912392"/>
                <a:gd name="connsiteY123" fmla="*/ 494518 h 589627"/>
                <a:gd name="connsiteX124" fmla="*/ 1207814 w 2912392"/>
                <a:gd name="connsiteY124" fmla="*/ 493949 h 589627"/>
                <a:gd name="connsiteX125" fmla="*/ 1217558 w 2912392"/>
                <a:gd name="connsiteY125" fmla="*/ 493250 h 589627"/>
                <a:gd name="connsiteX126" fmla="*/ 1227302 w 2912392"/>
                <a:gd name="connsiteY126" fmla="*/ 492416 h 589627"/>
                <a:gd name="connsiteX127" fmla="*/ 1237031 w 2912392"/>
                <a:gd name="connsiteY127" fmla="*/ 491443 h 589627"/>
                <a:gd name="connsiteX128" fmla="*/ 1246775 w 2912392"/>
                <a:gd name="connsiteY128" fmla="*/ 490328 h 589627"/>
                <a:gd name="connsiteX129" fmla="*/ 1256519 w 2912392"/>
                <a:gd name="connsiteY129" fmla="*/ 489067 h 589627"/>
                <a:gd name="connsiteX130" fmla="*/ 1266263 w 2912392"/>
                <a:gd name="connsiteY130" fmla="*/ 487659 h 589627"/>
                <a:gd name="connsiteX131" fmla="*/ 1276007 w 2912392"/>
                <a:gd name="connsiteY131" fmla="*/ 486097 h 589627"/>
                <a:gd name="connsiteX132" fmla="*/ 1285736 w 2912392"/>
                <a:gd name="connsiteY132" fmla="*/ 484379 h 589627"/>
                <a:gd name="connsiteX133" fmla="*/ 1295480 w 2912392"/>
                <a:gd name="connsiteY133" fmla="*/ 482505 h 589627"/>
                <a:gd name="connsiteX134" fmla="*/ 1305224 w 2912392"/>
                <a:gd name="connsiteY134" fmla="*/ 480470 h 589627"/>
                <a:gd name="connsiteX135" fmla="*/ 1314968 w 2912392"/>
                <a:gd name="connsiteY135" fmla="*/ 478271 h 589627"/>
                <a:gd name="connsiteX136" fmla="*/ 1324697 w 2912392"/>
                <a:gd name="connsiteY136" fmla="*/ 475905 h 589627"/>
                <a:gd name="connsiteX137" fmla="*/ 1334441 w 2912392"/>
                <a:gd name="connsiteY137" fmla="*/ 473372 h 589627"/>
                <a:gd name="connsiteX138" fmla="*/ 1344185 w 2912392"/>
                <a:gd name="connsiteY138" fmla="*/ 470668 h 589627"/>
                <a:gd name="connsiteX139" fmla="*/ 1353929 w 2912392"/>
                <a:gd name="connsiteY139" fmla="*/ 467791 h 589627"/>
                <a:gd name="connsiteX140" fmla="*/ 1363658 w 2912392"/>
                <a:gd name="connsiteY140" fmla="*/ 464739 h 589627"/>
                <a:gd name="connsiteX141" fmla="*/ 1373402 w 2912392"/>
                <a:gd name="connsiteY141" fmla="*/ 461514 h 589627"/>
                <a:gd name="connsiteX142" fmla="*/ 1383146 w 2912392"/>
                <a:gd name="connsiteY142" fmla="*/ 458111 h 589627"/>
                <a:gd name="connsiteX143" fmla="*/ 1392890 w 2912392"/>
                <a:gd name="connsiteY143" fmla="*/ 454531 h 589627"/>
                <a:gd name="connsiteX144" fmla="*/ 1402619 w 2912392"/>
                <a:gd name="connsiteY144" fmla="*/ 450773 h 589627"/>
                <a:gd name="connsiteX145" fmla="*/ 1412363 w 2912392"/>
                <a:gd name="connsiteY145" fmla="*/ 446837 h 589627"/>
                <a:gd name="connsiteX146" fmla="*/ 1422106 w 2912392"/>
                <a:gd name="connsiteY146" fmla="*/ 442723 h 589627"/>
                <a:gd name="connsiteX147" fmla="*/ 1431850 w 2912392"/>
                <a:gd name="connsiteY147" fmla="*/ 438431 h 589627"/>
                <a:gd name="connsiteX148" fmla="*/ 1441594 w 2912392"/>
                <a:gd name="connsiteY148" fmla="*/ 433961 h 589627"/>
                <a:gd name="connsiteX149" fmla="*/ 1451323 w 2912392"/>
                <a:gd name="connsiteY149" fmla="*/ 429317 h 589627"/>
                <a:gd name="connsiteX150" fmla="*/ 1461067 w 2912392"/>
                <a:gd name="connsiteY150" fmla="*/ 424497 h 589627"/>
                <a:gd name="connsiteX151" fmla="*/ 1470811 w 2912392"/>
                <a:gd name="connsiteY151" fmla="*/ 419505 h 589627"/>
                <a:gd name="connsiteX152" fmla="*/ 1480555 w 2912392"/>
                <a:gd name="connsiteY152" fmla="*/ 414341 h 589627"/>
                <a:gd name="connsiteX153" fmla="*/ 1490284 w 2912392"/>
                <a:gd name="connsiteY153" fmla="*/ 409008 h 589627"/>
                <a:gd name="connsiteX154" fmla="*/ 1500028 w 2912392"/>
                <a:gd name="connsiteY154" fmla="*/ 403511 h 589627"/>
                <a:gd name="connsiteX155" fmla="*/ 1509772 w 2912392"/>
                <a:gd name="connsiteY155" fmla="*/ 397850 h 589627"/>
                <a:gd name="connsiteX156" fmla="*/ 1519516 w 2912392"/>
                <a:gd name="connsiteY156" fmla="*/ 392031 h 589627"/>
                <a:gd name="connsiteX157" fmla="*/ 1529245 w 2912392"/>
                <a:gd name="connsiteY157" fmla="*/ 386056 h 589627"/>
                <a:gd name="connsiteX158" fmla="*/ 1538989 w 2912392"/>
                <a:gd name="connsiteY158" fmla="*/ 379930 h 589627"/>
                <a:gd name="connsiteX159" fmla="*/ 1548733 w 2912392"/>
                <a:gd name="connsiteY159" fmla="*/ 373656 h 589627"/>
                <a:gd name="connsiteX160" fmla="*/ 1558477 w 2912392"/>
                <a:gd name="connsiteY160" fmla="*/ 367242 h 589627"/>
                <a:gd name="connsiteX161" fmla="*/ 1568221 w 2912392"/>
                <a:gd name="connsiteY161" fmla="*/ 360689 h 589627"/>
                <a:gd name="connsiteX162" fmla="*/ 1577950 w 2912392"/>
                <a:gd name="connsiteY162" fmla="*/ 354006 h 589627"/>
                <a:gd name="connsiteX163" fmla="*/ 1587694 w 2912392"/>
                <a:gd name="connsiteY163" fmla="*/ 347197 h 589627"/>
                <a:gd name="connsiteX164" fmla="*/ 1597438 w 2912392"/>
                <a:gd name="connsiteY164" fmla="*/ 340269 h 589627"/>
                <a:gd name="connsiteX165" fmla="*/ 1607182 w 2912392"/>
                <a:gd name="connsiteY165" fmla="*/ 333228 h 589627"/>
                <a:gd name="connsiteX166" fmla="*/ 1616911 w 2912392"/>
                <a:gd name="connsiteY166" fmla="*/ 326079 h 589627"/>
                <a:gd name="connsiteX167" fmla="*/ 1626655 w 2912392"/>
                <a:gd name="connsiteY167" fmla="*/ 318831 h 589627"/>
                <a:gd name="connsiteX168" fmla="*/ 1636399 w 2912392"/>
                <a:gd name="connsiteY168" fmla="*/ 311491 h 589627"/>
                <a:gd name="connsiteX169" fmla="*/ 1646142 w 2912392"/>
                <a:gd name="connsiteY169" fmla="*/ 304066 h 589627"/>
                <a:gd name="connsiteX170" fmla="*/ 1655872 w 2912392"/>
                <a:gd name="connsiteY170" fmla="*/ 296564 h 589627"/>
                <a:gd name="connsiteX171" fmla="*/ 1665616 w 2912392"/>
                <a:gd name="connsiteY171" fmla="*/ 288993 h 589627"/>
                <a:gd name="connsiteX172" fmla="*/ 1675359 w 2912392"/>
                <a:gd name="connsiteY172" fmla="*/ 281360 h 589627"/>
                <a:gd name="connsiteX173" fmla="*/ 1685103 w 2912392"/>
                <a:gd name="connsiteY173" fmla="*/ 273673 h 589627"/>
                <a:gd name="connsiteX174" fmla="*/ 1694832 w 2912392"/>
                <a:gd name="connsiteY174" fmla="*/ 265942 h 589627"/>
                <a:gd name="connsiteX175" fmla="*/ 1704576 w 2912392"/>
                <a:gd name="connsiteY175" fmla="*/ 258177 h 589627"/>
                <a:gd name="connsiteX176" fmla="*/ 1714320 w 2912392"/>
                <a:gd name="connsiteY176" fmla="*/ 250383 h 589627"/>
                <a:gd name="connsiteX177" fmla="*/ 1724064 w 2912392"/>
                <a:gd name="connsiteY177" fmla="*/ 242570 h 589627"/>
                <a:gd name="connsiteX178" fmla="*/ 1733808 w 2912392"/>
                <a:gd name="connsiteY178" fmla="*/ 234748 h 589627"/>
                <a:gd name="connsiteX179" fmla="*/ 1743537 w 2912392"/>
                <a:gd name="connsiteY179" fmla="*/ 226926 h 589627"/>
                <a:gd name="connsiteX180" fmla="*/ 1753281 w 2912392"/>
                <a:gd name="connsiteY180" fmla="*/ 219112 h 589627"/>
                <a:gd name="connsiteX181" fmla="*/ 1763025 w 2912392"/>
                <a:gd name="connsiteY181" fmla="*/ 211315 h 589627"/>
                <a:gd name="connsiteX182" fmla="*/ 1772769 w 2912392"/>
                <a:gd name="connsiteY182" fmla="*/ 203545 h 589627"/>
                <a:gd name="connsiteX183" fmla="*/ 1782498 w 2912392"/>
                <a:gd name="connsiteY183" fmla="*/ 195813 h 589627"/>
                <a:gd name="connsiteX184" fmla="*/ 1792242 w 2912392"/>
                <a:gd name="connsiteY184" fmla="*/ 188123 h 589627"/>
                <a:gd name="connsiteX185" fmla="*/ 1801986 w 2912392"/>
                <a:gd name="connsiteY185" fmla="*/ 180488 h 589627"/>
                <a:gd name="connsiteX186" fmla="*/ 1811730 w 2912392"/>
                <a:gd name="connsiteY186" fmla="*/ 172916 h 589627"/>
                <a:gd name="connsiteX187" fmla="*/ 1821459 w 2912392"/>
                <a:gd name="connsiteY187" fmla="*/ 165416 h 589627"/>
                <a:gd name="connsiteX188" fmla="*/ 1831203 w 2912392"/>
                <a:gd name="connsiteY188" fmla="*/ 157995 h 589627"/>
                <a:gd name="connsiteX189" fmla="*/ 1840947 w 2912392"/>
                <a:gd name="connsiteY189" fmla="*/ 150664 h 589627"/>
                <a:gd name="connsiteX190" fmla="*/ 1850691 w 2912392"/>
                <a:gd name="connsiteY190" fmla="*/ 143433 h 589627"/>
                <a:gd name="connsiteX191" fmla="*/ 1860435 w 2912392"/>
                <a:gd name="connsiteY191" fmla="*/ 136306 h 589627"/>
                <a:gd name="connsiteX192" fmla="*/ 1870164 w 2912392"/>
                <a:gd name="connsiteY192" fmla="*/ 129293 h 589627"/>
                <a:gd name="connsiteX193" fmla="*/ 1879908 w 2912392"/>
                <a:gd name="connsiteY193" fmla="*/ 122404 h 589627"/>
                <a:gd name="connsiteX194" fmla="*/ 1889652 w 2912392"/>
                <a:gd name="connsiteY194" fmla="*/ 115646 h 589627"/>
                <a:gd name="connsiteX195" fmla="*/ 1899395 w 2912392"/>
                <a:gd name="connsiteY195" fmla="*/ 109025 h 589627"/>
                <a:gd name="connsiteX196" fmla="*/ 1909124 w 2912392"/>
                <a:gd name="connsiteY196" fmla="*/ 102550 h 589627"/>
                <a:gd name="connsiteX197" fmla="*/ 1918868 w 2912392"/>
                <a:gd name="connsiteY197" fmla="*/ 96227 h 589627"/>
                <a:gd name="connsiteX198" fmla="*/ 1928612 w 2912392"/>
                <a:gd name="connsiteY198" fmla="*/ 90063 h 589627"/>
                <a:gd name="connsiteX199" fmla="*/ 1938356 w 2912392"/>
                <a:gd name="connsiteY199" fmla="*/ 84066 h 589627"/>
                <a:gd name="connsiteX200" fmla="*/ 1948085 w 2912392"/>
                <a:gd name="connsiteY200" fmla="*/ 78240 h 589627"/>
                <a:gd name="connsiteX201" fmla="*/ 1957829 w 2912392"/>
                <a:gd name="connsiteY201" fmla="*/ 72595 h 589627"/>
                <a:gd name="connsiteX202" fmla="*/ 1967573 w 2912392"/>
                <a:gd name="connsiteY202" fmla="*/ 67133 h 589627"/>
                <a:gd name="connsiteX203" fmla="*/ 1977317 w 2912392"/>
                <a:gd name="connsiteY203" fmla="*/ 61861 h 589627"/>
                <a:gd name="connsiteX204" fmla="*/ 1987046 w 2912392"/>
                <a:gd name="connsiteY204" fmla="*/ 56783 h 589627"/>
                <a:gd name="connsiteX205" fmla="*/ 1996790 w 2912392"/>
                <a:gd name="connsiteY205" fmla="*/ 51904 h 589627"/>
                <a:gd name="connsiteX206" fmla="*/ 2006534 w 2912392"/>
                <a:gd name="connsiteY206" fmla="*/ 47230 h 589627"/>
                <a:gd name="connsiteX207" fmla="*/ 2016278 w 2912392"/>
                <a:gd name="connsiteY207" fmla="*/ 42763 h 589627"/>
                <a:gd name="connsiteX208" fmla="*/ 2026022 w 2912392"/>
                <a:gd name="connsiteY208" fmla="*/ 38508 h 589627"/>
                <a:gd name="connsiteX209" fmla="*/ 2035751 w 2912392"/>
                <a:gd name="connsiteY209" fmla="*/ 34467 h 589627"/>
                <a:gd name="connsiteX210" fmla="*/ 2045495 w 2912392"/>
                <a:gd name="connsiteY210" fmla="*/ 30644 h 589627"/>
                <a:gd name="connsiteX211" fmla="*/ 2055239 w 2912392"/>
                <a:gd name="connsiteY211" fmla="*/ 27042 h 589627"/>
                <a:gd name="connsiteX212" fmla="*/ 2064983 w 2912392"/>
                <a:gd name="connsiteY212" fmla="*/ 23663 h 589627"/>
                <a:gd name="connsiteX213" fmla="*/ 2074712 w 2912392"/>
                <a:gd name="connsiteY213" fmla="*/ 20507 h 589627"/>
                <a:gd name="connsiteX214" fmla="*/ 2084456 w 2912392"/>
                <a:gd name="connsiteY214" fmla="*/ 17576 h 589627"/>
                <a:gd name="connsiteX215" fmla="*/ 2094200 w 2912392"/>
                <a:gd name="connsiteY215" fmla="*/ 14874 h 589627"/>
                <a:gd name="connsiteX216" fmla="*/ 2103944 w 2912392"/>
                <a:gd name="connsiteY216" fmla="*/ 12397 h 589627"/>
                <a:gd name="connsiteX217" fmla="*/ 2113673 w 2912392"/>
                <a:gd name="connsiteY217" fmla="*/ 10151 h 589627"/>
                <a:gd name="connsiteX218" fmla="*/ 2123417 w 2912392"/>
                <a:gd name="connsiteY218" fmla="*/ 8130 h 589627"/>
                <a:gd name="connsiteX219" fmla="*/ 2133161 w 2912392"/>
                <a:gd name="connsiteY219" fmla="*/ 6338 h 589627"/>
                <a:gd name="connsiteX220" fmla="*/ 2142905 w 2912392"/>
                <a:gd name="connsiteY220" fmla="*/ 4771 h 589627"/>
                <a:gd name="connsiteX221" fmla="*/ 2152649 w 2912392"/>
                <a:gd name="connsiteY221" fmla="*/ 3430 h 589627"/>
                <a:gd name="connsiteX222" fmla="*/ 2162377 w 2912392"/>
                <a:gd name="connsiteY222" fmla="*/ 2312 h 589627"/>
                <a:gd name="connsiteX223" fmla="*/ 2172121 w 2912392"/>
                <a:gd name="connsiteY223" fmla="*/ 1417 h 589627"/>
                <a:gd name="connsiteX224" fmla="*/ 2181865 w 2912392"/>
                <a:gd name="connsiteY224" fmla="*/ 740 h 589627"/>
                <a:gd name="connsiteX225" fmla="*/ 2191609 w 2912392"/>
                <a:gd name="connsiteY225" fmla="*/ 280 h 589627"/>
                <a:gd name="connsiteX226" fmla="*/ 2201338 w 2912392"/>
                <a:gd name="connsiteY226" fmla="*/ 36 h 589627"/>
                <a:gd name="connsiteX227" fmla="*/ 2211082 w 2912392"/>
                <a:gd name="connsiteY227" fmla="*/ 0 h 589627"/>
                <a:gd name="connsiteX228" fmla="*/ 2220826 w 2912392"/>
                <a:gd name="connsiteY228" fmla="*/ 173 h 589627"/>
                <a:gd name="connsiteX229" fmla="*/ 2230570 w 2912392"/>
                <a:gd name="connsiteY229" fmla="*/ 548 h 589627"/>
                <a:gd name="connsiteX230" fmla="*/ 2240299 w 2912392"/>
                <a:gd name="connsiteY230" fmla="*/ 1123 h 589627"/>
                <a:gd name="connsiteX231" fmla="*/ 2250043 w 2912392"/>
                <a:gd name="connsiteY231" fmla="*/ 1892 h 589627"/>
                <a:gd name="connsiteX232" fmla="*/ 2259787 w 2912392"/>
                <a:gd name="connsiteY232" fmla="*/ 2850 h 589627"/>
                <a:gd name="connsiteX233" fmla="*/ 2269531 w 2912392"/>
                <a:gd name="connsiteY233" fmla="*/ 3994 h 589627"/>
                <a:gd name="connsiteX234" fmla="*/ 2279260 w 2912392"/>
                <a:gd name="connsiteY234" fmla="*/ 5317 h 589627"/>
                <a:gd name="connsiteX235" fmla="*/ 2289004 w 2912392"/>
                <a:gd name="connsiteY235" fmla="*/ 6815 h 589627"/>
                <a:gd name="connsiteX236" fmla="*/ 2298748 w 2912392"/>
                <a:gd name="connsiteY236" fmla="*/ 8479 h 589627"/>
                <a:gd name="connsiteX237" fmla="*/ 2308492 w 2912392"/>
                <a:gd name="connsiteY237" fmla="*/ 10307 h 589627"/>
                <a:gd name="connsiteX238" fmla="*/ 2318236 w 2912392"/>
                <a:gd name="connsiteY238" fmla="*/ 12290 h 589627"/>
                <a:gd name="connsiteX239" fmla="*/ 2327965 w 2912392"/>
                <a:gd name="connsiteY239" fmla="*/ 14422 h 589627"/>
                <a:gd name="connsiteX240" fmla="*/ 2337709 w 2912392"/>
                <a:gd name="connsiteY240" fmla="*/ 16697 h 589627"/>
                <a:gd name="connsiteX241" fmla="*/ 2347453 w 2912392"/>
                <a:gd name="connsiteY241" fmla="*/ 19109 h 589627"/>
                <a:gd name="connsiteX242" fmla="*/ 2357197 w 2912392"/>
                <a:gd name="connsiteY242" fmla="*/ 21651 h 589627"/>
                <a:gd name="connsiteX243" fmla="*/ 2366926 w 2912392"/>
                <a:gd name="connsiteY243" fmla="*/ 24314 h 589627"/>
                <a:gd name="connsiteX244" fmla="*/ 2376670 w 2912392"/>
                <a:gd name="connsiteY244" fmla="*/ 27092 h 589627"/>
                <a:gd name="connsiteX245" fmla="*/ 2386413 w 2912392"/>
                <a:gd name="connsiteY245" fmla="*/ 29980 h 589627"/>
                <a:gd name="connsiteX246" fmla="*/ 2396157 w 2912392"/>
                <a:gd name="connsiteY246" fmla="*/ 32965 h 589627"/>
                <a:gd name="connsiteX247" fmla="*/ 2405886 w 2912392"/>
                <a:gd name="connsiteY247" fmla="*/ 36045 h 589627"/>
                <a:gd name="connsiteX248" fmla="*/ 2415630 w 2912392"/>
                <a:gd name="connsiteY248" fmla="*/ 39211 h 589627"/>
                <a:gd name="connsiteX249" fmla="*/ 2425374 w 2912392"/>
                <a:gd name="connsiteY249" fmla="*/ 42453 h 589627"/>
                <a:gd name="connsiteX250" fmla="*/ 2435118 w 2912392"/>
                <a:gd name="connsiteY250" fmla="*/ 45767 h 589627"/>
                <a:gd name="connsiteX251" fmla="*/ 2444862 w 2912392"/>
                <a:gd name="connsiteY251" fmla="*/ 49141 h 589627"/>
                <a:gd name="connsiteX252" fmla="*/ 2454591 w 2912392"/>
                <a:gd name="connsiteY252" fmla="*/ 52571 h 589627"/>
                <a:gd name="connsiteX253" fmla="*/ 2464335 w 2912392"/>
                <a:gd name="connsiteY253" fmla="*/ 56048 h 589627"/>
                <a:gd name="connsiteX254" fmla="*/ 2474079 w 2912392"/>
                <a:gd name="connsiteY254" fmla="*/ 59563 h 589627"/>
                <a:gd name="connsiteX255" fmla="*/ 2483823 w 2912392"/>
                <a:gd name="connsiteY255" fmla="*/ 63111 h 589627"/>
                <a:gd name="connsiteX256" fmla="*/ 2493552 w 2912392"/>
                <a:gd name="connsiteY256" fmla="*/ 66682 h 589627"/>
                <a:gd name="connsiteX257" fmla="*/ 2503296 w 2912392"/>
                <a:gd name="connsiteY257" fmla="*/ 70268 h 589627"/>
                <a:gd name="connsiteX258" fmla="*/ 2513040 w 2912392"/>
                <a:gd name="connsiteY258" fmla="*/ 73865 h 589627"/>
                <a:gd name="connsiteX259" fmla="*/ 2522784 w 2912392"/>
                <a:gd name="connsiteY259" fmla="*/ 77460 h 589627"/>
                <a:gd name="connsiteX260" fmla="*/ 2532513 w 2912392"/>
                <a:gd name="connsiteY260" fmla="*/ 81050 h 589627"/>
                <a:gd name="connsiteX261" fmla="*/ 2542257 w 2912392"/>
                <a:gd name="connsiteY261" fmla="*/ 84626 h 589627"/>
                <a:gd name="connsiteX262" fmla="*/ 2552001 w 2912392"/>
                <a:gd name="connsiteY262" fmla="*/ 88181 h 589627"/>
                <a:gd name="connsiteX263" fmla="*/ 2561745 w 2912392"/>
                <a:gd name="connsiteY263" fmla="*/ 91706 h 589627"/>
                <a:gd name="connsiteX264" fmla="*/ 2571474 w 2912392"/>
                <a:gd name="connsiteY264" fmla="*/ 95197 h 589627"/>
                <a:gd name="connsiteX265" fmla="*/ 2581218 w 2912392"/>
                <a:gd name="connsiteY265" fmla="*/ 98646 h 589627"/>
                <a:gd name="connsiteX266" fmla="*/ 2590962 w 2912392"/>
                <a:gd name="connsiteY266" fmla="*/ 102045 h 589627"/>
                <a:gd name="connsiteX267" fmla="*/ 2600705 w 2912392"/>
                <a:gd name="connsiteY267" fmla="*/ 105388 h 589627"/>
                <a:gd name="connsiteX268" fmla="*/ 2610449 w 2912392"/>
                <a:gd name="connsiteY268" fmla="*/ 108667 h 589627"/>
                <a:gd name="connsiteX269" fmla="*/ 2620178 w 2912392"/>
                <a:gd name="connsiteY269" fmla="*/ 111879 h 589627"/>
                <a:gd name="connsiteX270" fmla="*/ 2629922 w 2912392"/>
                <a:gd name="connsiteY270" fmla="*/ 115016 h 589627"/>
                <a:gd name="connsiteX271" fmla="*/ 2639666 w 2912392"/>
                <a:gd name="connsiteY271" fmla="*/ 118071 h 589627"/>
                <a:gd name="connsiteX272" fmla="*/ 2649410 w 2912392"/>
                <a:gd name="connsiteY272" fmla="*/ 121039 h 589627"/>
                <a:gd name="connsiteX273" fmla="*/ 2659139 w 2912392"/>
                <a:gd name="connsiteY273" fmla="*/ 123915 h 589627"/>
                <a:gd name="connsiteX274" fmla="*/ 2668883 w 2912392"/>
                <a:gd name="connsiteY274" fmla="*/ 126692 h 589627"/>
                <a:gd name="connsiteX275" fmla="*/ 2678627 w 2912392"/>
                <a:gd name="connsiteY275" fmla="*/ 129365 h 589627"/>
                <a:gd name="connsiteX276" fmla="*/ 2688371 w 2912392"/>
                <a:gd name="connsiteY276" fmla="*/ 131930 h 589627"/>
                <a:gd name="connsiteX277" fmla="*/ 2698100 w 2912392"/>
                <a:gd name="connsiteY277" fmla="*/ 134381 h 589627"/>
                <a:gd name="connsiteX278" fmla="*/ 2707844 w 2912392"/>
                <a:gd name="connsiteY278" fmla="*/ 136716 h 589627"/>
                <a:gd name="connsiteX279" fmla="*/ 2717588 w 2912392"/>
                <a:gd name="connsiteY279" fmla="*/ 138926 h 589627"/>
                <a:gd name="connsiteX280" fmla="*/ 2727332 w 2912392"/>
                <a:gd name="connsiteY280" fmla="*/ 141010 h 589627"/>
                <a:gd name="connsiteX281" fmla="*/ 2737076 w 2912392"/>
                <a:gd name="connsiteY281" fmla="*/ 142963 h 589627"/>
                <a:gd name="connsiteX282" fmla="*/ 2746805 w 2912392"/>
                <a:gd name="connsiteY282" fmla="*/ 144781 h 589627"/>
                <a:gd name="connsiteX283" fmla="*/ 2756549 w 2912392"/>
                <a:gd name="connsiteY283" fmla="*/ 146460 h 589627"/>
                <a:gd name="connsiteX284" fmla="*/ 2766293 w 2912392"/>
                <a:gd name="connsiteY284" fmla="*/ 147999 h 589627"/>
                <a:gd name="connsiteX285" fmla="*/ 2776037 w 2912392"/>
                <a:gd name="connsiteY285" fmla="*/ 149392 h 589627"/>
                <a:gd name="connsiteX286" fmla="*/ 2785766 w 2912392"/>
                <a:gd name="connsiteY286" fmla="*/ 150638 h 589627"/>
                <a:gd name="connsiteX287" fmla="*/ 2795510 w 2912392"/>
                <a:gd name="connsiteY287" fmla="*/ 151734 h 589627"/>
                <a:gd name="connsiteX288" fmla="*/ 2805254 w 2912392"/>
                <a:gd name="connsiteY288" fmla="*/ 152677 h 589627"/>
                <a:gd name="connsiteX289" fmla="*/ 2814998 w 2912392"/>
                <a:gd name="connsiteY289" fmla="*/ 153465 h 589627"/>
                <a:gd name="connsiteX290" fmla="*/ 2824727 w 2912392"/>
                <a:gd name="connsiteY290" fmla="*/ 154099 h 589627"/>
                <a:gd name="connsiteX291" fmla="*/ 2834471 w 2912392"/>
                <a:gd name="connsiteY291" fmla="*/ 154572 h 589627"/>
                <a:gd name="connsiteX292" fmla="*/ 2844215 w 2912392"/>
                <a:gd name="connsiteY292" fmla="*/ 154888 h 589627"/>
                <a:gd name="connsiteX293" fmla="*/ 2853958 w 2912392"/>
                <a:gd name="connsiteY293" fmla="*/ 155043 h 589627"/>
                <a:gd name="connsiteX294" fmla="*/ 2863687 w 2912392"/>
                <a:gd name="connsiteY294" fmla="*/ 155036 h 589627"/>
                <a:gd name="connsiteX295" fmla="*/ 2873431 w 2912392"/>
                <a:gd name="connsiteY295" fmla="*/ 154867 h 589627"/>
                <a:gd name="connsiteX296" fmla="*/ 2883175 w 2912392"/>
                <a:gd name="connsiteY296" fmla="*/ 154538 h 589627"/>
                <a:gd name="connsiteX297" fmla="*/ 2892919 w 2912392"/>
                <a:gd name="connsiteY297" fmla="*/ 154047 h 589627"/>
                <a:gd name="connsiteX298" fmla="*/ 2902663 w 2912392"/>
                <a:gd name="connsiteY298" fmla="*/ 153392 h 589627"/>
                <a:gd name="connsiteX299" fmla="*/ 2912392 w 2912392"/>
                <a:gd name="connsiteY299" fmla="*/ 152578 h 589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89627">
                  <a:moveTo>
                    <a:pt x="0" y="589627"/>
                  </a:moveTo>
                  <a:lnTo>
                    <a:pt x="9739" y="582853"/>
                  </a:lnTo>
                  <a:lnTo>
                    <a:pt x="19480" y="575990"/>
                  </a:lnTo>
                  <a:lnTo>
                    <a:pt x="29221" y="569058"/>
                  </a:lnTo>
                  <a:lnTo>
                    <a:pt x="38961" y="562072"/>
                  </a:lnTo>
                  <a:lnTo>
                    <a:pt x="48702" y="555048"/>
                  </a:lnTo>
                  <a:lnTo>
                    <a:pt x="58443" y="548004"/>
                  </a:lnTo>
                  <a:lnTo>
                    <a:pt x="68182" y="540954"/>
                  </a:lnTo>
                  <a:lnTo>
                    <a:pt x="77923" y="533914"/>
                  </a:lnTo>
                  <a:lnTo>
                    <a:pt x="87664" y="526900"/>
                  </a:lnTo>
                  <a:lnTo>
                    <a:pt x="97404" y="519927"/>
                  </a:lnTo>
                  <a:lnTo>
                    <a:pt x="107145" y="513009"/>
                  </a:lnTo>
                  <a:lnTo>
                    <a:pt x="116886" y="506160"/>
                  </a:lnTo>
                  <a:lnTo>
                    <a:pt x="126625" y="499396"/>
                  </a:lnTo>
                  <a:lnTo>
                    <a:pt x="136366" y="492727"/>
                  </a:lnTo>
                  <a:lnTo>
                    <a:pt x="146107" y="486167"/>
                  </a:lnTo>
                  <a:lnTo>
                    <a:pt x="155846" y="479731"/>
                  </a:lnTo>
                  <a:lnTo>
                    <a:pt x="165587" y="473426"/>
                  </a:lnTo>
                  <a:lnTo>
                    <a:pt x="175328" y="467265"/>
                  </a:lnTo>
                  <a:lnTo>
                    <a:pt x="185068" y="461259"/>
                  </a:lnTo>
                  <a:lnTo>
                    <a:pt x="194809" y="455417"/>
                  </a:lnTo>
                  <a:lnTo>
                    <a:pt x="204550" y="449750"/>
                  </a:lnTo>
                  <a:lnTo>
                    <a:pt x="214289" y="444264"/>
                  </a:lnTo>
                  <a:lnTo>
                    <a:pt x="224030" y="438967"/>
                  </a:lnTo>
                  <a:lnTo>
                    <a:pt x="233771" y="433869"/>
                  </a:lnTo>
                  <a:lnTo>
                    <a:pt x="243510" y="428973"/>
                  </a:lnTo>
                  <a:lnTo>
                    <a:pt x="253251" y="424287"/>
                  </a:lnTo>
                  <a:lnTo>
                    <a:pt x="262992" y="419818"/>
                  </a:lnTo>
                  <a:lnTo>
                    <a:pt x="272732" y="415565"/>
                  </a:lnTo>
                  <a:lnTo>
                    <a:pt x="282473" y="411537"/>
                  </a:lnTo>
                  <a:lnTo>
                    <a:pt x="292214" y="407734"/>
                  </a:lnTo>
                  <a:lnTo>
                    <a:pt x="301953" y="404160"/>
                  </a:lnTo>
                  <a:lnTo>
                    <a:pt x="311694" y="400817"/>
                  </a:lnTo>
                  <a:lnTo>
                    <a:pt x="321435" y="397706"/>
                  </a:lnTo>
                  <a:lnTo>
                    <a:pt x="331175" y="394826"/>
                  </a:lnTo>
                  <a:lnTo>
                    <a:pt x="340916" y="392177"/>
                  </a:lnTo>
                  <a:lnTo>
                    <a:pt x="350656" y="389760"/>
                  </a:lnTo>
                  <a:lnTo>
                    <a:pt x="360396" y="387573"/>
                  </a:lnTo>
                  <a:lnTo>
                    <a:pt x="370137" y="385615"/>
                  </a:lnTo>
                  <a:lnTo>
                    <a:pt x="379878" y="383883"/>
                  </a:lnTo>
                  <a:lnTo>
                    <a:pt x="389617" y="382372"/>
                  </a:lnTo>
                  <a:lnTo>
                    <a:pt x="399358" y="381082"/>
                  </a:lnTo>
                  <a:lnTo>
                    <a:pt x="409099" y="380006"/>
                  </a:lnTo>
                  <a:lnTo>
                    <a:pt x="418839" y="379143"/>
                  </a:lnTo>
                  <a:lnTo>
                    <a:pt x="428580" y="378485"/>
                  </a:lnTo>
                  <a:lnTo>
                    <a:pt x="438321" y="378030"/>
                  </a:lnTo>
                  <a:lnTo>
                    <a:pt x="448060" y="377770"/>
                  </a:lnTo>
                  <a:lnTo>
                    <a:pt x="457801" y="377701"/>
                  </a:lnTo>
                  <a:lnTo>
                    <a:pt x="467542" y="377816"/>
                  </a:lnTo>
                  <a:lnTo>
                    <a:pt x="477281" y="378108"/>
                  </a:lnTo>
                  <a:lnTo>
                    <a:pt x="487022" y="378573"/>
                  </a:lnTo>
                  <a:lnTo>
                    <a:pt x="496763" y="379201"/>
                  </a:lnTo>
                  <a:lnTo>
                    <a:pt x="506503" y="379987"/>
                  </a:lnTo>
                  <a:lnTo>
                    <a:pt x="516244" y="380924"/>
                  </a:lnTo>
                  <a:lnTo>
                    <a:pt x="525985" y="382004"/>
                  </a:lnTo>
                  <a:lnTo>
                    <a:pt x="535724" y="383220"/>
                  </a:lnTo>
                  <a:lnTo>
                    <a:pt x="545465" y="384564"/>
                  </a:lnTo>
                  <a:lnTo>
                    <a:pt x="555206" y="386028"/>
                  </a:lnTo>
                  <a:lnTo>
                    <a:pt x="564946" y="387607"/>
                  </a:lnTo>
                  <a:lnTo>
                    <a:pt x="574687" y="389292"/>
                  </a:lnTo>
                  <a:lnTo>
                    <a:pt x="584428" y="391077"/>
                  </a:lnTo>
                  <a:lnTo>
                    <a:pt x="594167" y="392955"/>
                  </a:lnTo>
                  <a:lnTo>
                    <a:pt x="603908" y="394915"/>
                  </a:lnTo>
                  <a:lnTo>
                    <a:pt x="613649" y="396954"/>
                  </a:lnTo>
                  <a:lnTo>
                    <a:pt x="623388" y="399062"/>
                  </a:lnTo>
                  <a:lnTo>
                    <a:pt x="633129" y="401234"/>
                  </a:lnTo>
                  <a:lnTo>
                    <a:pt x="642870" y="403463"/>
                  </a:lnTo>
                  <a:lnTo>
                    <a:pt x="652610" y="405744"/>
                  </a:lnTo>
                  <a:lnTo>
                    <a:pt x="662351" y="408067"/>
                  </a:lnTo>
                  <a:lnTo>
                    <a:pt x="672092" y="410430"/>
                  </a:lnTo>
                  <a:lnTo>
                    <a:pt x="681831" y="412824"/>
                  </a:lnTo>
                  <a:lnTo>
                    <a:pt x="691572" y="415245"/>
                  </a:lnTo>
                  <a:lnTo>
                    <a:pt x="701313" y="417687"/>
                  </a:lnTo>
                  <a:lnTo>
                    <a:pt x="711052" y="420145"/>
                  </a:lnTo>
                  <a:lnTo>
                    <a:pt x="720793" y="422614"/>
                  </a:lnTo>
                  <a:lnTo>
                    <a:pt x="730534" y="425089"/>
                  </a:lnTo>
                  <a:lnTo>
                    <a:pt x="740274" y="427566"/>
                  </a:lnTo>
                  <a:lnTo>
                    <a:pt x="750015" y="430040"/>
                  </a:lnTo>
                  <a:lnTo>
                    <a:pt x="759756" y="432507"/>
                  </a:lnTo>
                  <a:lnTo>
                    <a:pt x="769495" y="434962"/>
                  </a:lnTo>
                  <a:lnTo>
                    <a:pt x="779236" y="437404"/>
                  </a:lnTo>
                  <a:lnTo>
                    <a:pt x="788977" y="439828"/>
                  </a:lnTo>
                  <a:lnTo>
                    <a:pt x="798717" y="442232"/>
                  </a:lnTo>
                  <a:lnTo>
                    <a:pt x="808458" y="444611"/>
                  </a:lnTo>
                  <a:lnTo>
                    <a:pt x="818199" y="446962"/>
                  </a:lnTo>
                  <a:lnTo>
                    <a:pt x="827938" y="449285"/>
                  </a:lnTo>
                  <a:lnTo>
                    <a:pt x="837679" y="451573"/>
                  </a:lnTo>
                  <a:lnTo>
                    <a:pt x="847420" y="453829"/>
                  </a:lnTo>
                  <a:lnTo>
                    <a:pt x="857159" y="456046"/>
                  </a:lnTo>
                  <a:lnTo>
                    <a:pt x="866900" y="458226"/>
                  </a:lnTo>
                  <a:lnTo>
                    <a:pt x="876641" y="460362"/>
                  </a:lnTo>
                  <a:lnTo>
                    <a:pt x="886381" y="462457"/>
                  </a:lnTo>
                  <a:lnTo>
                    <a:pt x="896122" y="464506"/>
                  </a:lnTo>
                  <a:lnTo>
                    <a:pt x="905863" y="466508"/>
                  </a:lnTo>
                  <a:lnTo>
                    <a:pt x="915602" y="468460"/>
                  </a:lnTo>
                  <a:lnTo>
                    <a:pt x="925343" y="470362"/>
                  </a:lnTo>
                  <a:lnTo>
                    <a:pt x="935084" y="472213"/>
                  </a:lnTo>
                  <a:lnTo>
                    <a:pt x="944824" y="474008"/>
                  </a:lnTo>
                  <a:lnTo>
                    <a:pt x="954564" y="475747"/>
                  </a:lnTo>
                  <a:lnTo>
                    <a:pt x="964305" y="477429"/>
                  </a:lnTo>
                  <a:lnTo>
                    <a:pt x="974045" y="479051"/>
                  </a:lnTo>
                  <a:lnTo>
                    <a:pt x="983786" y="480611"/>
                  </a:lnTo>
                  <a:lnTo>
                    <a:pt x="993522" y="482109"/>
                  </a:lnTo>
                  <a:lnTo>
                    <a:pt x="1003266" y="483541"/>
                  </a:lnTo>
                  <a:lnTo>
                    <a:pt x="1013010" y="484904"/>
                  </a:lnTo>
                  <a:lnTo>
                    <a:pt x="1022754" y="486198"/>
                  </a:lnTo>
                  <a:lnTo>
                    <a:pt x="1032483" y="487420"/>
                  </a:lnTo>
                  <a:lnTo>
                    <a:pt x="1042227" y="488567"/>
                  </a:lnTo>
                  <a:lnTo>
                    <a:pt x="1051971" y="489639"/>
                  </a:lnTo>
                  <a:lnTo>
                    <a:pt x="1061715" y="490629"/>
                  </a:lnTo>
                  <a:lnTo>
                    <a:pt x="1071444" y="491538"/>
                  </a:lnTo>
                  <a:lnTo>
                    <a:pt x="1081188" y="492364"/>
                  </a:lnTo>
                  <a:lnTo>
                    <a:pt x="1090932" y="493101"/>
                  </a:lnTo>
                  <a:lnTo>
                    <a:pt x="1100676" y="493746"/>
                  </a:lnTo>
                  <a:lnTo>
                    <a:pt x="1110405" y="494299"/>
                  </a:lnTo>
                  <a:lnTo>
                    <a:pt x="1120149" y="494755"/>
                  </a:lnTo>
                  <a:lnTo>
                    <a:pt x="1129893" y="495111"/>
                  </a:lnTo>
                  <a:lnTo>
                    <a:pt x="1139637" y="495364"/>
                  </a:lnTo>
                  <a:lnTo>
                    <a:pt x="1149381" y="495510"/>
                  </a:lnTo>
                  <a:lnTo>
                    <a:pt x="1159110" y="495546"/>
                  </a:lnTo>
                  <a:lnTo>
                    <a:pt x="1168854" y="495469"/>
                  </a:lnTo>
                  <a:lnTo>
                    <a:pt x="1178598" y="495273"/>
                  </a:lnTo>
                  <a:lnTo>
                    <a:pt x="1188341" y="494958"/>
                  </a:lnTo>
                  <a:lnTo>
                    <a:pt x="1198070" y="494518"/>
                  </a:lnTo>
                  <a:lnTo>
                    <a:pt x="1207814" y="493949"/>
                  </a:lnTo>
                  <a:lnTo>
                    <a:pt x="1217558" y="493250"/>
                  </a:lnTo>
                  <a:lnTo>
                    <a:pt x="1227302" y="492416"/>
                  </a:lnTo>
                  <a:lnTo>
                    <a:pt x="1237031" y="491443"/>
                  </a:lnTo>
                  <a:lnTo>
                    <a:pt x="1246775" y="490328"/>
                  </a:lnTo>
                  <a:lnTo>
                    <a:pt x="1256519" y="489067"/>
                  </a:lnTo>
                  <a:lnTo>
                    <a:pt x="1266263" y="487659"/>
                  </a:lnTo>
                  <a:lnTo>
                    <a:pt x="1276007" y="486097"/>
                  </a:lnTo>
                  <a:lnTo>
                    <a:pt x="1285736" y="484379"/>
                  </a:lnTo>
                  <a:lnTo>
                    <a:pt x="1295480" y="482505"/>
                  </a:lnTo>
                  <a:lnTo>
                    <a:pt x="1305224" y="480470"/>
                  </a:lnTo>
                  <a:lnTo>
                    <a:pt x="1314968" y="478271"/>
                  </a:lnTo>
                  <a:lnTo>
                    <a:pt x="1324697" y="475905"/>
                  </a:lnTo>
                  <a:lnTo>
                    <a:pt x="1334441" y="473372"/>
                  </a:lnTo>
                  <a:lnTo>
                    <a:pt x="1344185" y="470668"/>
                  </a:lnTo>
                  <a:lnTo>
                    <a:pt x="1353929" y="467791"/>
                  </a:lnTo>
                  <a:lnTo>
                    <a:pt x="1363658" y="464739"/>
                  </a:lnTo>
                  <a:lnTo>
                    <a:pt x="1373402" y="461514"/>
                  </a:lnTo>
                  <a:lnTo>
                    <a:pt x="1383146" y="458111"/>
                  </a:lnTo>
                  <a:lnTo>
                    <a:pt x="1392890" y="454531"/>
                  </a:lnTo>
                  <a:lnTo>
                    <a:pt x="1402619" y="450773"/>
                  </a:lnTo>
                  <a:lnTo>
                    <a:pt x="1412363" y="446837"/>
                  </a:lnTo>
                  <a:lnTo>
                    <a:pt x="1422106" y="442723"/>
                  </a:lnTo>
                  <a:lnTo>
                    <a:pt x="1431850" y="438431"/>
                  </a:lnTo>
                  <a:lnTo>
                    <a:pt x="1441594" y="433961"/>
                  </a:lnTo>
                  <a:lnTo>
                    <a:pt x="1451323" y="429317"/>
                  </a:lnTo>
                  <a:lnTo>
                    <a:pt x="1461067" y="424497"/>
                  </a:lnTo>
                  <a:lnTo>
                    <a:pt x="1470811" y="419505"/>
                  </a:lnTo>
                  <a:lnTo>
                    <a:pt x="1480555" y="414341"/>
                  </a:lnTo>
                  <a:lnTo>
                    <a:pt x="1490284" y="409008"/>
                  </a:lnTo>
                  <a:lnTo>
                    <a:pt x="1500028" y="403511"/>
                  </a:lnTo>
                  <a:lnTo>
                    <a:pt x="1509772" y="397850"/>
                  </a:lnTo>
                  <a:lnTo>
                    <a:pt x="1519516" y="392031"/>
                  </a:lnTo>
                  <a:lnTo>
                    <a:pt x="1529245" y="386056"/>
                  </a:lnTo>
                  <a:lnTo>
                    <a:pt x="1538989" y="379930"/>
                  </a:lnTo>
                  <a:lnTo>
                    <a:pt x="1548733" y="373656"/>
                  </a:lnTo>
                  <a:lnTo>
                    <a:pt x="1558477" y="367242"/>
                  </a:lnTo>
                  <a:lnTo>
                    <a:pt x="1568221" y="360689"/>
                  </a:lnTo>
                  <a:lnTo>
                    <a:pt x="1577950" y="354006"/>
                  </a:lnTo>
                  <a:lnTo>
                    <a:pt x="1587694" y="347197"/>
                  </a:lnTo>
                  <a:lnTo>
                    <a:pt x="1597438" y="340269"/>
                  </a:lnTo>
                  <a:lnTo>
                    <a:pt x="1607182" y="333228"/>
                  </a:lnTo>
                  <a:lnTo>
                    <a:pt x="1616911" y="326079"/>
                  </a:lnTo>
                  <a:lnTo>
                    <a:pt x="1626655" y="318831"/>
                  </a:lnTo>
                  <a:lnTo>
                    <a:pt x="1636399" y="311491"/>
                  </a:lnTo>
                  <a:lnTo>
                    <a:pt x="1646142" y="304066"/>
                  </a:lnTo>
                  <a:lnTo>
                    <a:pt x="1655872" y="296564"/>
                  </a:lnTo>
                  <a:lnTo>
                    <a:pt x="1665616" y="288993"/>
                  </a:lnTo>
                  <a:lnTo>
                    <a:pt x="1675359" y="281360"/>
                  </a:lnTo>
                  <a:lnTo>
                    <a:pt x="1685103" y="273673"/>
                  </a:lnTo>
                  <a:lnTo>
                    <a:pt x="1694832" y="265942"/>
                  </a:lnTo>
                  <a:lnTo>
                    <a:pt x="1704576" y="258177"/>
                  </a:lnTo>
                  <a:lnTo>
                    <a:pt x="1714320" y="250383"/>
                  </a:lnTo>
                  <a:lnTo>
                    <a:pt x="1724064" y="242570"/>
                  </a:lnTo>
                  <a:lnTo>
                    <a:pt x="1733808" y="234748"/>
                  </a:lnTo>
                  <a:lnTo>
                    <a:pt x="1743537" y="226926"/>
                  </a:lnTo>
                  <a:lnTo>
                    <a:pt x="1753281" y="219112"/>
                  </a:lnTo>
                  <a:lnTo>
                    <a:pt x="1763025" y="211315"/>
                  </a:lnTo>
                  <a:lnTo>
                    <a:pt x="1772769" y="203545"/>
                  </a:lnTo>
                  <a:lnTo>
                    <a:pt x="1782498" y="195813"/>
                  </a:lnTo>
                  <a:lnTo>
                    <a:pt x="1792242" y="188123"/>
                  </a:lnTo>
                  <a:lnTo>
                    <a:pt x="1801986" y="180488"/>
                  </a:lnTo>
                  <a:lnTo>
                    <a:pt x="1811730" y="172916"/>
                  </a:lnTo>
                  <a:lnTo>
                    <a:pt x="1821459" y="165416"/>
                  </a:lnTo>
                  <a:lnTo>
                    <a:pt x="1831203" y="157995"/>
                  </a:lnTo>
                  <a:lnTo>
                    <a:pt x="1840947" y="150664"/>
                  </a:lnTo>
                  <a:lnTo>
                    <a:pt x="1850691" y="143433"/>
                  </a:lnTo>
                  <a:lnTo>
                    <a:pt x="1860435" y="136306"/>
                  </a:lnTo>
                  <a:lnTo>
                    <a:pt x="1870164" y="129293"/>
                  </a:lnTo>
                  <a:lnTo>
                    <a:pt x="1879908" y="122404"/>
                  </a:lnTo>
                  <a:lnTo>
                    <a:pt x="1889652" y="115646"/>
                  </a:lnTo>
                  <a:lnTo>
                    <a:pt x="1899395" y="109025"/>
                  </a:lnTo>
                  <a:lnTo>
                    <a:pt x="1909124" y="102550"/>
                  </a:lnTo>
                  <a:lnTo>
                    <a:pt x="1918868" y="96227"/>
                  </a:lnTo>
                  <a:lnTo>
                    <a:pt x="1928612" y="90063"/>
                  </a:lnTo>
                  <a:lnTo>
                    <a:pt x="1938356" y="84066"/>
                  </a:lnTo>
                  <a:lnTo>
                    <a:pt x="1948085" y="78240"/>
                  </a:lnTo>
                  <a:lnTo>
                    <a:pt x="1957829" y="72595"/>
                  </a:lnTo>
                  <a:lnTo>
                    <a:pt x="1967573" y="67133"/>
                  </a:lnTo>
                  <a:lnTo>
                    <a:pt x="1977317" y="61861"/>
                  </a:lnTo>
                  <a:lnTo>
                    <a:pt x="1987046" y="56783"/>
                  </a:lnTo>
                  <a:lnTo>
                    <a:pt x="1996790" y="51904"/>
                  </a:lnTo>
                  <a:lnTo>
                    <a:pt x="2006534" y="47230"/>
                  </a:lnTo>
                  <a:lnTo>
                    <a:pt x="2016278" y="42763"/>
                  </a:lnTo>
                  <a:lnTo>
                    <a:pt x="2026022" y="38508"/>
                  </a:lnTo>
                  <a:lnTo>
                    <a:pt x="2035751" y="34467"/>
                  </a:lnTo>
                  <a:lnTo>
                    <a:pt x="2045495" y="30644"/>
                  </a:lnTo>
                  <a:lnTo>
                    <a:pt x="2055239" y="27042"/>
                  </a:lnTo>
                  <a:lnTo>
                    <a:pt x="2064983" y="23663"/>
                  </a:lnTo>
                  <a:lnTo>
                    <a:pt x="2074712" y="20507"/>
                  </a:lnTo>
                  <a:lnTo>
                    <a:pt x="2084456" y="17576"/>
                  </a:lnTo>
                  <a:lnTo>
                    <a:pt x="2094200" y="14874"/>
                  </a:lnTo>
                  <a:lnTo>
                    <a:pt x="2103944" y="12397"/>
                  </a:lnTo>
                  <a:lnTo>
                    <a:pt x="2113673" y="10151"/>
                  </a:lnTo>
                  <a:lnTo>
                    <a:pt x="2123417" y="8130"/>
                  </a:lnTo>
                  <a:lnTo>
                    <a:pt x="2133161" y="6338"/>
                  </a:lnTo>
                  <a:lnTo>
                    <a:pt x="2142905" y="4771"/>
                  </a:lnTo>
                  <a:lnTo>
                    <a:pt x="2152649" y="3430"/>
                  </a:lnTo>
                  <a:lnTo>
                    <a:pt x="2162377" y="2312"/>
                  </a:lnTo>
                  <a:lnTo>
                    <a:pt x="2172121" y="1417"/>
                  </a:lnTo>
                  <a:lnTo>
                    <a:pt x="2181865" y="740"/>
                  </a:lnTo>
                  <a:lnTo>
                    <a:pt x="2191609" y="280"/>
                  </a:lnTo>
                  <a:lnTo>
                    <a:pt x="2201338" y="36"/>
                  </a:lnTo>
                  <a:lnTo>
                    <a:pt x="2211082" y="0"/>
                  </a:lnTo>
                  <a:lnTo>
                    <a:pt x="2220826" y="173"/>
                  </a:lnTo>
                  <a:lnTo>
                    <a:pt x="2230570" y="548"/>
                  </a:lnTo>
                  <a:lnTo>
                    <a:pt x="2240299" y="1123"/>
                  </a:lnTo>
                  <a:lnTo>
                    <a:pt x="2250043" y="1892"/>
                  </a:lnTo>
                  <a:lnTo>
                    <a:pt x="2259787" y="2850"/>
                  </a:lnTo>
                  <a:lnTo>
                    <a:pt x="2269531" y="3994"/>
                  </a:lnTo>
                  <a:lnTo>
                    <a:pt x="2279260" y="5317"/>
                  </a:lnTo>
                  <a:lnTo>
                    <a:pt x="2289004" y="6815"/>
                  </a:lnTo>
                  <a:lnTo>
                    <a:pt x="2298748" y="8479"/>
                  </a:lnTo>
                  <a:lnTo>
                    <a:pt x="2308492" y="10307"/>
                  </a:lnTo>
                  <a:lnTo>
                    <a:pt x="2318236" y="12290"/>
                  </a:lnTo>
                  <a:lnTo>
                    <a:pt x="2327965" y="14422"/>
                  </a:lnTo>
                  <a:lnTo>
                    <a:pt x="2337709" y="16697"/>
                  </a:lnTo>
                  <a:lnTo>
                    <a:pt x="2347453" y="19109"/>
                  </a:lnTo>
                  <a:lnTo>
                    <a:pt x="2357197" y="21651"/>
                  </a:lnTo>
                  <a:lnTo>
                    <a:pt x="2366926" y="24314"/>
                  </a:lnTo>
                  <a:lnTo>
                    <a:pt x="2376670" y="27092"/>
                  </a:lnTo>
                  <a:lnTo>
                    <a:pt x="2386413" y="29980"/>
                  </a:lnTo>
                  <a:lnTo>
                    <a:pt x="2396157" y="32965"/>
                  </a:lnTo>
                  <a:lnTo>
                    <a:pt x="2405886" y="36045"/>
                  </a:lnTo>
                  <a:lnTo>
                    <a:pt x="2415630" y="39211"/>
                  </a:lnTo>
                  <a:lnTo>
                    <a:pt x="2425374" y="42453"/>
                  </a:lnTo>
                  <a:lnTo>
                    <a:pt x="2435118" y="45767"/>
                  </a:lnTo>
                  <a:lnTo>
                    <a:pt x="2444862" y="49141"/>
                  </a:lnTo>
                  <a:lnTo>
                    <a:pt x="2454591" y="52571"/>
                  </a:lnTo>
                  <a:lnTo>
                    <a:pt x="2464335" y="56048"/>
                  </a:lnTo>
                  <a:lnTo>
                    <a:pt x="2474079" y="59563"/>
                  </a:lnTo>
                  <a:lnTo>
                    <a:pt x="2483823" y="63111"/>
                  </a:lnTo>
                  <a:lnTo>
                    <a:pt x="2493552" y="66682"/>
                  </a:lnTo>
                  <a:lnTo>
                    <a:pt x="2503296" y="70268"/>
                  </a:lnTo>
                  <a:lnTo>
                    <a:pt x="2513040" y="73865"/>
                  </a:lnTo>
                  <a:lnTo>
                    <a:pt x="2522784" y="77460"/>
                  </a:lnTo>
                  <a:lnTo>
                    <a:pt x="2532513" y="81050"/>
                  </a:lnTo>
                  <a:lnTo>
                    <a:pt x="2542257" y="84626"/>
                  </a:lnTo>
                  <a:lnTo>
                    <a:pt x="2552001" y="88181"/>
                  </a:lnTo>
                  <a:lnTo>
                    <a:pt x="2561745" y="91706"/>
                  </a:lnTo>
                  <a:lnTo>
                    <a:pt x="2571474" y="95197"/>
                  </a:lnTo>
                  <a:lnTo>
                    <a:pt x="2581218" y="98646"/>
                  </a:lnTo>
                  <a:lnTo>
                    <a:pt x="2590962" y="102045"/>
                  </a:lnTo>
                  <a:lnTo>
                    <a:pt x="2600705" y="105388"/>
                  </a:lnTo>
                  <a:lnTo>
                    <a:pt x="2610449" y="108667"/>
                  </a:lnTo>
                  <a:lnTo>
                    <a:pt x="2620178" y="111879"/>
                  </a:lnTo>
                  <a:lnTo>
                    <a:pt x="2629922" y="115016"/>
                  </a:lnTo>
                  <a:lnTo>
                    <a:pt x="2639666" y="118071"/>
                  </a:lnTo>
                  <a:lnTo>
                    <a:pt x="2649410" y="121039"/>
                  </a:lnTo>
                  <a:lnTo>
                    <a:pt x="2659139" y="123915"/>
                  </a:lnTo>
                  <a:lnTo>
                    <a:pt x="2668883" y="126692"/>
                  </a:lnTo>
                  <a:lnTo>
                    <a:pt x="2678627" y="129365"/>
                  </a:lnTo>
                  <a:lnTo>
                    <a:pt x="2688371" y="131930"/>
                  </a:lnTo>
                  <a:lnTo>
                    <a:pt x="2698100" y="134381"/>
                  </a:lnTo>
                  <a:lnTo>
                    <a:pt x="2707844" y="136716"/>
                  </a:lnTo>
                  <a:lnTo>
                    <a:pt x="2717588" y="138926"/>
                  </a:lnTo>
                  <a:lnTo>
                    <a:pt x="2727332" y="141010"/>
                  </a:lnTo>
                  <a:lnTo>
                    <a:pt x="2737076" y="142963"/>
                  </a:lnTo>
                  <a:lnTo>
                    <a:pt x="2746805" y="144781"/>
                  </a:lnTo>
                  <a:lnTo>
                    <a:pt x="2756549" y="146460"/>
                  </a:lnTo>
                  <a:lnTo>
                    <a:pt x="2766293" y="147999"/>
                  </a:lnTo>
                  <a:lnTo>
                    <a:pt x="2776037" y="149392"/>
                  </a:lnTo>
                  <a:lnTo>
                    <a:pt x="2785766" y="150638"/>
                  </a:lnTo>
                  <a:lnTo>
                    <a:pt x="2795510" y="151734"/>
                  </a:lnTo>
                  <a:lnTo>
                    <a:pt x="2805254" y="152677"/>
                  </a:lnTo>
                  <a:lnTo>
                    <a:pt x="2814998" y="153465"/>
                  </a:lnTo>
                  <a:lnTo>
                    <a:pt x="2824727" y="154099"/>
                  </a:lnTo>
                  <a:lnTo>
                    <a:pt x="2834471" y="154572"/>
                  </a:lnTo>
                  <a:lnTo>
                    <a:pt x="2844215" y="154888"/>
                  </a:lnTo>
                  <a:lnTo>
                    <a:pt x="2853958" y="155043"/>
                  </a:lnTo>
                  <a:lnTo>
                    <a:pt x="2863687" y="155036"/>
                  </a:lnTo>
                  <a:lnTo>
                    <a:pt x="2873431" y="154867"/>
                  </a:lnTo>
                  <a:lnTo>
                    <a:pt x="2883175" y="154538"/>
                  </a:lnTo>
                  <a:lnTo>
                    <a:pt x="2892919" y="154047"/>
                  </a:lnTo>
                  <a:lnTo>
                    <a:pt x="2902663" y="153392"/>
                  </a:lnTo>
                  <a:lnTo>
                    <a:pt x="2912392" y="15257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6" name="Freeform 605">
              <a:extLst>
                <a:ext uri="{FF2B5EF4-FFF2-40B4-BE49-F238E27FC236}">
                  <a16:creationId xmlns:a16="http://schemas.microsoft.com/office/drawing/2014/main" id="{62FF4F4A-161E-3B78-AE96-56A985B14538}"/>
                </a:ext>
              </a:extLst>
            </p:cNvPr>
            <p:cNvSpPr/>
            <p:nvPr/>
          </p:nvSpPr>
          <p:spPr>
            <a:xfrm>
              <a:off x="576446" y="2742395"/>
              <a:ext cx="2912392" cy="633433"/>
            </a:xfrm>
            <a:custGeom>
              <a:avLst/>
              <a:gdLst>
                <a:gd name="connsiteX0" fmla="*/ 0 w 2912392"/>
                <a:gd name="connsiteY0" fmla="*/ 0 h 633433"/>
                <a:gd name="connsiteX1" fmla="*/ 9739 w 2912392"/>
                <a:gd name="connsiteY1" fmla="*/ 1520 h 633433"/>
                <a:gd name="connsiteX2" fmla="*/ 19480 w 2912392"/>
                <a:gd name="connsiteY2" fmla="*/ 3491 h 633433"/>
                <a:gd name="connsiteX3" fmla="*/ 29221 w 2912392"/>
                <a:gd name="connsiteY3" fmla="*/ 5909 h 633433"/>
                <a:gd name="connsiteX4" fmla="*/ 38961 w 2912392"/>
                <a:gd name="connsiteY4" fmla="*/ 8765 h 633433"/>
                <a:gd name="connsiteX5" fmla="*/ 48702 w 2912392"/>
                <a:gd name="connsiteY5" fmla="*/ 12049 h 633433"/>
                <a:gd name="connsiteX6" fmla="*/ 58443 w 2912392"/>
                <a:gd name="connsiteY6" fmla="*/ 15753 h 633433"/>
                <a:gd name="connsiteX7" fmla="*/ 68182 w 2912392"/>
                <a:gd name="connsiteY7" fmla="*/ 19865 h 633433"/>
                <a:gd name="connsiteX8" fmla="*/ 77923 w 2912392"/>
                <a:gd name="connsiteY8" fmla="*/ 24376 h 633433"/>
                <a:gd name="connsiteX9" fmla="*/ 87664 w 2912392"/>
                <a:gd name="connsiteY9" fmla="*/ 29274 h 633433"/>
                <a:gd name="connsiteX10" fmla="*/ 97404 w 2912392"/>
                <a:gd name="connsiteY10" fmla="*/ 34545 h 633433"/>
                <a:gd name="connsiteX11" fmla="*/ 107145 w 2912392"/>
                <a:gd name="connsiteY11" fmla="*/ 40180 h 633433"/>
                <a:gd name="connsiteX12" fmla="*/ 116886 w 2912392"/>
                <a:gd name="connsiteY12" fmla="*/ 46162 h 633433"/>
                <a:gd name="connsiteX13" fmla="*/ 126625 w 2912392"/>
                <a:gd name="connsiteY13" fmla="*/ 52479 h 633433"/>
                <a:gd name="connsiteX14" fmla="*/ 136366 w 2912392"/>
                <a:gd name="connsiteY14" fmla="*/ 59116 h 633433"/>
                <a:gd name="connsiteX15" fmla="*/ 146107 w 2912392"/>
                <a:gd name="connsiteY15" fmla="*/ 66061 h 633433"/>
                <a:gd name="connsiteX16" fmla="*/ 155846 w 2912392"/>
                <a:gd name="connsiteY16" fmla="*/ 73296 h 633433"/>
                <a:gd name="connsiteX17" fmla="*/ 165587 w 2912392"/>
                <a:gd name="connsiteY17" fmla="*/ 80808 h 633433"/>
                <a:gd name="connsiteX18" fmla="*/ 175328 w 2912392"/>
                <a:gd name="connsiteY18" fmla="*/ 88579 h 633433"/>
                <a:gd name="connsiteX19" fmla="*/ 185068 w 2912392"/>
                <a:gd name="connsiteY19" fmla="*/ 96595 h 633433"/>
                <a:gd name="connsiteX20" fmla="*/ 194809 w 2912392"/>
                <a:gd name="connsiteY20" fmla="*/ 104838 h 633433"/>
                <a:gd name="connsiteX21" fmla="*/ 204550 w 2912392"/>
                <a:gd name="connsiteY21" fmla="*/ 113293 h 633433"/>
                <a:gd name="connsiteX22" fmla="*/ 214289 w 2912392"/>
                <a:gd name="connsiteY22" fmla="*/ 121944 h 633433"/>
                <a:gd name="connsiteX23" fmla="*/ 224030 w 2912392"/>
                <a:gd name="connsiteY23" fmla="*/ 130774 h 633433"/>
                <a:gd name="connsiteX24" fmla="*/ 233771 w 2912392"/>
                <a:gd name="connsiteY24" fmla="*/ 139766 h 633433"/>
                <a:gd name="connsiteX25" fmla="*/ 243510 w 2912392"/>
                <a:gd name="connsiteY25" fmla="*/ 148902 h 633433"/>
                <a:gd name="connsiteX26" fmla="*/ 253251 w 2912392"/>
                <a:gd name="connsiteY26" fmla="*/ 158169 h 633433"/>
                <a:gd name="connsiteX27" fmla="*/ 262992 w 2912392"/>
                <a:gd name="connsiteY27" fmla="*/ 167547 h 633433"/>
                <a:gd name="connsiteX28" fmla="*/ 272732 w 2912392"/>
                <a:gd name="connsiteY28" fmla="*/ 177019 h 633433"/>
                <a:gd name="connsiteX29" fmla="*/ 282473 w 2912392"/>
                <a:gd name="connsiteY29" fmla="*/ 186573 h 633433"/>
                <a:gd name="connsiteX30" fmla="*/ 292214 w 2912392"/>
                <a:gd name="connsiteY30" fmla="*/ 196188 h 633433"/>
                <a:gd name="connsiteX31" fmla="*/ 301953 w 2912392"/>
                <a:gd name="connsiteY31" fmla="*/ 205852 h 633433"/>
                <a:gd name="connsiteX32" fmla="*/ 311694 w 2912392"/>
                <a:gd name="connsiteY32" fmla="*/ 215545 h 633433"/>
                <a:gd name="connsiteX33" fmla="*/ 321435 w 2912392"/>
                <a:gd name="connsiteY33" fmla="*/ 225253 h 633433"/>
                <a:gd name="connsiteX34" fmla="*/ 331175 w 2912392"/>
                <a:gd name="connsiteY34" fmla="*/ 234963 h 633433"/>
                <a:gd name="connsiteX35" fmla="*/ 340916 w 2912392"/>
                <a:gd name="connsiteY35" fmla="*/ 244656 h 633433"/>
                <a:gd name="connsiteX36" fmla="*/ 350656 w 2912392"/>
                <a:gd name="connsiteY36" fmla="*/ 254321 h 633433"/>
                <a:gd name="connsiteX37" fmla="*/ 360396 w 2912392"/>
                <a:gd name="connsiteY37" fmla="*/ 263941 h 633433"/>
                <a:gd name="connsiteX38" fmla="*/ 370137 w 2912392"/>
                <a:gd name="connsiteY38" fmla="*/ 273505 h 633433"/>
                <a:gd name="connsiteX39" fmla="*/ 379878 w 2912392"/>
                <a:gd name="connsiteY39" fmla="*/ 282996 h 633433"/>
                <a:gd name="connsiteX40" fmla="*/ 389617 w 2912392"/>
                <a:gd name="connsiteY40" fmla="*/ 292403 h 633433"/>
                <a:gd name="connsiteX41" fmla="*/ 399358 w 2912392"/>
                <a:gd name="connsiteY41" fmla="*/ 301713 h 633433"/>
                <a:gd name="connsiteX42" fmla="*/ 409099 w 2912392"/>
                <a:gd name="connsiteY42" fmla="*/ 310913 h 633433"/>
                <a:gd name="connsiteX43" fmla="*/ 418839 w 2912392"/>
                <a:gd name="connsiteY43" fmla="*/ 319994 h 633433"/>
                <a:gd name="connsiteX44" fmla="*/ 428580 w 2912392"/>
                <a:gd name="connsiteY44" fmla="*/ 328941 h 633433"/>
                <a:gd name="connsiteX45" fmla="*/ 438321 w 2912392"/>
                <a:gd name="connsiteY45" fmla="*/ 337747 h 633433"/>
                <a:gd name="connsiteX46" fmla="*/ 448060 w 2912392"/>
                <a:gd name="connsiteY46" fmla="*/ 346400 h 633433"/>
                <a:gd name="connsiteX47" fmla="*/ 457801 w 2912392"/>
                <a:gd name="connsiteY47" fmla="*/ 354889 h 633433"/>
                <a:gd name="connsiteX48" fmla="*/ 467542 w 2912392"/>
                <a:gd name="connsiteY48" fmla="*/ 363207 h 633433"/>
                <a:gd name="connsiteX49" fmla="*/ 477281 w 2912392"/>
                <a:gd name="connsiteY49" fmla="*/ 371344 h 633433"/>
                <a:gd name="connsiteX50" fmla="*/ 487022 w 2912392"/>
                <a:gd name="connsiteY50" fmla="*/ 379294 h 633433"/>
                <a:gd name="connsiteX51" fmla="*/ 496763 w 2912392"/>
                <a:gd name="connsiteY51" fmla="*/ 387047 h 633433"/>
                <a:gd name="connsiteX52" fmla="*/ 506503 w 2912392"/>
                <a:gd name="connsiteY52" fmla="*/ 394597 h 633433"/>
                <a:gd name="connsiteX53" fmla="*/ 516244 w 2912392"/>
                <a:gd name="connsiteY53" fmla="*/ 401937 h 633433"/>
                <a:gd name="connsiteX54" fmla="*/ 525985 w 2912392"/>
                <a:gd name="connsiteY54" fmla="*/ 409062 h 633433"/>
                <a:gd name="connsiteX55" fmla="*/ 535724 w 2912392"/>
                <a:gd name="connsiteY55" fmla="*/ 415966 h 633433"/>
                <a:gd name="connsiteX56" fmla="*/ 545465 w 2912392"/>
                <a:gd name="connsiteY56" fmla="*/ 422645 h 633433"/>
                <a:gd name="connsiteX57" fmla="*/ 555206 w 2912392"/>
                <a:gd name="connsiteY57" fmla="*/ 429094 h 633433"/>
                <a:gd name="connsiteX58" fmla="*/ 564946 w 2912392"/>
                <a:gd name="connsiteY58" fmla="*/ 435308 h 633433"/>
                <a:gd name="connsiteX59" fmla="*/ 574687 w 2912392"/>
                <a:gd name="connsiteY59" fmla="*/ 441284 h 633433"/>
                <a:gd name="connsiteX60" fmla="*/ 584428 w 2912392"/>
                <a:gd name="connsiteY60" fmla="*/ 447019 h 633433"/>
                <a:gd name="connsiteX61" fmla="*/ 594167 w 2912392"/>
                <a:gd name="connsiteY61" fmla="*/ 452512 h 633433"/>
                <a:gd name="connsiteX62" fmla="*/ 603908 w 2912392"/>
                <a:gd name="connsiteY62" fmla="*/ 457759 h 633433"/>
                <a:gd name="connsiteX63" fmla="*/ 613649 w 2912392"/>
                <a:gd name="connsiteY63" fmla="*/ 462759 h 633433"/>
                <a:gd name="connsiteX64" fmla="*/ 623388 w 2912392"/>
                <a:gd name="connsiteY64" fmla="*/ 467512 h 633433"/>
                <a:gd name="connsiteX65" fmla="*/ 633129 w 2912392"/>
                <a:gd name="connsiteY65" fmla="*/ 472015 h 633433"/>
                <a:gd name="connsiteX66" fmla="*/ 642870 w 2912392"/>
                <a:gd name="connsiteY66" fmla="*/ 476268 h 633433"/>
                <a:gd name="connsiteX67" fmla="*/ 652610 w 2912392"/>
                <a:gd name="connsiteY67" fmla="*/ 480273 h 633433"/>
                <a:gd name="connsiteX68" fmla="*/ 662351 w 2912392"/>
                <a:gd name="connsiteY68" fmla="*/ 484029 h 633433"/>
                <a:gd name="connsiteX69" fmla="*/ 672092 w 2912392"/>
                <a:gd name="connsiteY69" fmla="*/ 487536 h 633433"/>
                <a:gd name="connsiteX70" fmla="*/ 681831 w 2912392"/>
                <a:gd name="connsiteY70" fmla="*/ 490796 h 633433"/>
                <a:gd name="connsiteX71" fmla="*/ 691572 w 2912392"/>
                <a:gd name="connsiteY71" fmla="*/ 493810 h 633433"/>
                <a:gd name="connsiteX72" fmla="*/ 701313 w 2912392"/>
                <a:gd name="connsiteY72" fmla="*/ 496580 h 633433"/>
                <a:gd name="connsiteX73" fmla="*/ 711052 w 2912392"/>
                <a:gd name="connsiteY73" fmla="*/ 499107 h 633433"/>
                <a:gd name="connsiteX74" fmla="*/ 720793 w 2912392"/>
                <a:gd name="connsiteY74" fmla="*/ 501392 h 633433"/>
                <a:gd name="connsiteX75" fmla="*/ 730534 w 2912392"/>
                <a:gd name="connsiteY75" fmla="*/ 503441 h 633433"/>
                <a:gd name="connsiteX76" fmla="*/ 740274 w 2912392"/>
                <a:gd name="connsiteY76" fmla="*/ 505254 h 633433"/>
                <a:gd name="connsiteX77" fmla="*/ 750015 w 2912392"/>
                <a:gd name="connsiteY77" fmla="*/ 506835 h 633433"/>
                <a:gd name="connsiteX78" fmla="*/ 759756 w 2912392"/>
                <a:gd name="connsiteY78" fmla="*/ 508188 h 633433"/>
                <a:gd name="connsiteX79" fmla="*/ 769495 w 2912392"/>
                <a:gd name="connsiteY79" fmla="*/ 509313 h 633433"/>
                <a:gd name="connsiteX80" fmla="*/ 779236 w 2912392"/>
                <a:gd name="connsiteY80" fmla="*/ 510216 h 633433"/>
                <a:gd name="connsiteX81" fmla="*/ 788977 w 2912392"/>
                <a:gd name="connsiteY81" fmla="*/ 510899 h 633433"/>
                <a:gd name="connsiteX82" fmla="*/ 798717 w 2912392"/>
                <a:gd name="connsiteY82" fmla="*/ 511369 h 633433"/>
                <a:gd name="connsiteX83" fmla="*/ 808458 w 2912392"/>
                <a:gd name="connsiteY83" fmla="*/ 511627 h 633433"/>
                <a:gd name="connsiteX84" fmla="*/ 818199 w 2912392"/>
                <a:gd name="connsiteY84" fmla="*/ 511677 h 633433"/>
                <a:gd name="connsiteX85" fmla="*/ 827938 w 2912392"/>
                <a:gd name="connsiteY85" fmla="*/ 511525 h 633433"/>
                <a:gd name="connsiteX86" fmla="*/ 837679 w 2912392"/>
                <a:gd name="connsiteY86" fmla="*/ 511174 h 633433"/>
                <a:gd name="connsiteX87" fmla="*/ 847420 w 2912392"/>
                <a:gd name="connsiteY87" fmla="*/ 510630 h 633433"/>
                <a:gd name="connsiteX88" fmla="*/ 857159 w 2912392"/>
                <a:gd name="connsiteY88" fmla="*/ 509895 h 633433"/>
                <a:gd name="connsiteX89" fmla="*/ 866900 w 2912392"/>
                <a:gd name="connsiteY89" fmla="*/ 508976 h 633433"/>
                <a:gd name="connsiteX90" fmla="*/ 876641 w 2912392"/>
                <a:gd name="connsiteY90" fmla="*/ 507878 h 633433"/>
                <a:gd name="connsiteX91" fmla="*/ 886381 w 2912392"/>
                <a:gd name="connsiteY91" fmla="*/ 506603 h 633433"/>
                <a:gd name="connsiteX92" fmla="*/ 896122 w 2912392"/>
                <a:gd name="connsiteY92" fmla="*/ 505157 h 633433"/>
                <a:gd name="connsiteX93" fmla="*/ 905863 w 2912392"/>
                <a:gd name="connsiteY93" fmla="*/ 503547 h 633433"/>
                <a:gd name="connsiteX94" fmla="*/ 915602 w 2912392"/>
                <a:gd name="connsiteY94" fmla="*/ 501777 h 633433"/>
                <a:gd name="connsiteX95" fmla="*/ 925343 w 2912392"/>
                <a:gd name="connsiteY95" fmla="*/ 499850 h 633433"/>
                <a:gd name="connsiteX96" fmla="*/ 935084 w 2912392"/>
                <a:gd name="connsiteY96" fmla="*/ 497773 h 633433"/>
                <a:gd name="connsiteX97" fmla="*/ 944824 w 2912392"/>
                <a:gd name="connsiteY97" fmla="*/ 495552 h 633433"/>
                <a:gd name="connsiteX98" fmla="*/ 954564 w 2912392"/>
                <a:gd name="connsiteY98" fmla="*/ 493191 h 633433"/>
                <a:gd name="connsiteX99" fmla="*/ 964305 w 2912392"/>
                <a:gd name="connsiteY99" fmla="*/ 490694 h 633433"/>
                <a:gd name="connsiteX100" fmla="*/ 974045 w 2912392"/>
                <a:gd name="connsiteY100" fmla="*/ 488068 h 633433"/>
                <a:gd name="connsiteX101" fmla="*/ 983786 w 2912392"/>
                <a:gd name="connsiteY101" fmla="*/ 485318 h 633433"/>
                <a:gd name="connsiteX102" fmla="*/ 993522 w 2912392"/>
                <a:gd name="connsiteY102" fmla="*/ 482450 h 633433"/>
                <a:gd name="connsiteX103" fmla="*/ 1003266 w 2912392"/>
                <a:gd name="connsiteY103" fmla="*/ 479467 h 633433"/>
                <a:gd name="connsiteX104" fmla="*/ 1013010 w 2912392"/>
                <a:gd name="connsiteY104" fmla="*/ 476377 h 633433"/>
                <a:gd name="connsiteX105" fmla="*/ 1022754 w 2912392"/>
                <a:gd name="connsiteY105" fmla="*/ 473184 h 633433"/>
                <a:gd name="connsiteX106" fmla="*/ 1032483 w 2912392"/>
                <a:gd name="connsiteY106" fmla="*/ 469895 h 633433"/>
                <a:gd name="connsiteX107" fmla="*/ 1042227 w 2912392"/>
                <a:gd name="connsiteY107" fmla="*/ 466512 h 633433"/>
                <a:gd name="connsiteX108" fmla="*/ 1051971 w 2912392"/>
                <a:gd name="connsiteY108" fmla="*/ 463044 h 633433"/>
                <a:gd name="connsiteX109" fmla="*/ 1061715 w 2912392"/>
                <a:gd name="connsiteY109" fmla="*/ 459497 h 633433"/>
                <a:gd name="connsiteX110" fmla="*/ 1071444 w 2912392"/>
                <a:gd name="connsiteY110" fmla="*/ 455872 h 633433"/>
                <a:gd name="connsiteX111" fmla="*/ 1081188 w 2912392"/>
                <a:gd name="connsiteY111" fmla="*/ 452178 h 633433"/>
                <a:gd name="connsiteX112" fmla="*/ 1090932 w 2912392"/>
                <a:gd name="connsiteY112" fmla="*/ 448419 h 633433"/>
                <a:gd name="connsiteX113" fmla="*/ 1100676 w 2912392"/>
                <a:gd name="connsiteY113" fmla="*/ 444603 h 633433"/>
                <a:gd name="connsiteX114" fmla="*/ 1110405 w 2912392"/>
                <a:gd name="connsiteY114" fmla="*/ 440733 h 633433"/>
                <a:gd name="connsiteX115" fmla="*/ 1120149 w 2912392"/>
                <a:gd name="connsiteY115" fmla="*/ 436814 h 633433"/>
                <a:gd name="connsiteX116" fmla="*/ 1129893 w 2912392"/>
                <a:gd name="connsiteY116" fmla="*/ 432854 h 633433"/>
                <a:gd name="connsiteX117" fmla="*/ 1139637 w 2912392"/>
                <a:gd name="connsiteY117" fmla="*/ 428857 h 633433"/>
                <a:gd name="connsiteX118" fmla="*/ 1149381 w 2912392"/>
                <a:gd name="connsiteY118" fmla="*/ 424828 h 633433"/>
                <a:gd name="connsiteX119" fmla="*/ 1159110 w 2912392"/>
                <a:gd name="connsiteY119" fmla="*/ 420773 h 633433"/>
                <a:gd name="connsiteX120" fmla="*/ 1168854 w 2912392"/>
                <a:gd name="connsiteY120" fmla="*/ 416698 h 633433"/>
                <a:gd name="connsiteX121" fmla="*/ 1178598 w 2912392"/>
                <a:gd name="connsiteY121" fmla="*/ 412606 h 633433"/>
                <a:gd name="connsiteX122" fmla="*/ 1188341 w 2912392"/>
                <a:gd name="connsiteY122" fmla="*/ 408506 h 633433"/>
                <a:gd name="connsiteX123" fmla="*/ 1198070 w 2912392"/>
                <a:gd name="connsiteY123" fmla="*/ 404402 h 633433"/>
                <a:gd name="connsiteX124" fmla="*/ 1207814 w 2912392"/>
                <a:gd name="connsiteY124" fmla="*/ 400298 h 633433"/>
                <a:gd name="connsiteX125" fmla="*/ 1217558 w 2912392"/>
                <a:gd name="connsiteY125" fmla="*/ 396200 h 633433"/>
                <a:gd name="connsiteX126" fmla="*/ 1227302 w 2912392"/>
                <a:gd name="connsiteY126" fmla="*/ 392114 h 633433"/>
                <a:gd name="connsiteX127" fmla="*/ 1237031 w 2912392"/>
                <a:gd name="connsiteY127" fmla="*/ 388045 h 633433"/>
                <a:gd name="connsiteX128" fmla="*/ 1246775 w 2912392"/>
                <a:gd name="connsiteY128" fmla="*/ 383999 h 633433"/>
                <a:gd name="connsiteX129" fmla="*/ 1256519 w 2912392"/>
                <a:gd name="connsiteY129" fmla="*/ 379978 h 633433"/>
                <a:gd name="connsiteX130" fmla="*/ 1266263 w 2912392"/>
                <a:gd name="connsiteY130" fmla="*/ 375991 h 633433"/>
                <a:gd name="connsiteX131" fmla="*/ 1276007 w 2912392"/>
                <a:gd name="connsiteY131" fmla="*/ 372040 h 633433"/>
                <a:gd name="connsiteX132" fmla="*/ 1285736 w 2912392"/>
                <a:gd name="connsiteY132" fmla="*/ 368131 h 633433"/>
                <a:gd name="connsiteX133" fmla="*/ 1295480 w 2912392"/>
                <a:gd name="connsiteY133" fmla="*/ 364271 h 633433"/>
                <a:gd name="connsiteX134" fmla="*/ 1305224 w 2912392"/>
                <a:gd name="connsiteY134" fmla="*/ 360463 h 633433"/>
                <a:gd name="connsiteX135" fmla="*/ 1314968 w 2912392"/>
                <a:gd name="connsiteY135" fmla="*/ 356711 h 633433"/>
                <a:gd name="connsiteX136" fmla="*/ 1324697 w 2912392"/>
                <a:gd name="connsiteY136" fmla="*/ 353021 h 633433"/>
                <a:gd name="connsiteX137" fmla="*/ 1334441 w 2912392"/>
                <a:gd name="connsiteY137" fmla="*/ 349399 h 633433"/>
                <a:gd name="connsiteX138" fmla="*/ 1344185 w 2912392"/>
                <a:gd name="connsiteY138" fmla="*/ 345847 h 633433"/>
                <a:gd name="connsiteX139" fmla="*/ 1353929 w 2912392"/>
                <a:gd name="connsiteY139" fmla="*/ 342373 h 633433"/>
                <a:gd name="connsiteX140" fmla="*/ 1363658 w 2912392"/>
                <a:gd name="connsiteY140" fmla="*/ 338977 h 633433"/>
                <a:gd name="connsiteX141" fmla="*/ 1373402 w 2912392"/>
                <a:gd name="connsiteY141" fmla="*/ 335668 h 633433"/>
                <a:gd name="connsiteX142" fmla="*/ 1383146 w 2912392"/>
                <a:gd name="connsiteY142" fmla="*/ 332448 h 633433"/>
                <a:gd name="connsiteX143" fmla="*/ 1392890 w 2912392"/>
                <a:gd name="connsiteY143" fmla="*/ 329323 h 633433"/>
                <a:gd name="connsiteX144" fmla="*/ 1402619 w 2912392"/>
                <a:gd name="connsiteY144" fmla="*/ 326294 h 633433"/>
                <a:gd name="connsiteX145" fmla="*/ 1412363 w 2912392"/>
                <a:gd name="connsiteY145" fmla="*/ 323369 h 633433"/>
                <a:gd name="connsiteX146" fmla="*/ 1422106 w 2912392"/>
                <a:gd name="connsiteY146" fmla="*/ 320552 h 633433"/>
                <a:gd name="connsiteX147" fmla="*/ 1431850 w 2912392"/>
                <a:gd name="connsiteY147" fmla="*/ 317844 h 633433"/>
                <a:gd name="connsiteX148" fmla="*/ 1441594 w 2912392"/>
                <a:gd name="connsiteY148" fmla="*/ 315252 h 633433"/>
                <a:gd name="connsiteX149" fmla="*/ 1451323 w 2912392"/>
                <a:gd name="connsiteY149" fmla="*/ 312779 h 633433"/>
                <a:gd name="connsiteX150" fmla="*/ 1461067 w 2912392"/>
                <a:gd name="connsiteY150" fmla="*/ 310429 h 633433"/>
                <a:gd name="connsiteX151" fmla="*/ 1470811 w 2912392"/>
                <a:gd name="connsiteY151" fmla="*/ 308206 h 633433"/>
                <a:gd name="connsiteX152" fmla="*/ 1480555 w 2912392"/>
                <a:gd name="connsiteY152" fmla="*/ 306113 h 633433"/>
                <a:gd name="connsiteX153" fmla="*/ 1490284 w 2912392"/>
                <a:gd name="connsiteY153" fmla="*/ 304154 h 633433"/>
                <a:gd name="connsiteX154" fmla="*/ 1500028 w 2912392"/>
                <a:gd name="connsiteY154" fmla="*/ 302335 h 633433"/>
                <a:gd name="connsiteX155" fmla="*/ 1509772 w 2912392"/>
                <a:gd name="connsiteY155" fmla="*/ 300655 h 633433"/>
                <a:gd name="connsiteX156" fmla="*/ 1519516 w 2912392"/>
                <a:gd name="connsiteY156" fmla="*/ 299121 h 633433"/>
                <a:gd name="connsiteX157" fmla="*/ 1529245 w 2912392"/>
                <a:gd name="connsiteY157" fmla="*/ 297735 h 633433"/>
                <a:gd name="connsiteX158" fmla="*/ 1538989 w 2912392"/>
                <a:gd name="connsiteY158" fmla="*/ 296500 h 633433"/>
                <a:gd name="connsiteX159" fmla="*/ 1548733 w 2912392"/>
                <a:gd name="connsiteY159" fmla="*/ 295420 h 633433"/>
                <a:gd name="connsiteX160" fmla="*/ 1558477 w 2912392"/>
                <a:gd name="connsiteY160" fmla="*/ 294499 h 633433"/>
                <a:gd name="connsiteX161" fmla="*/ 1568221 w 2912392"/>
                <a:gd name="connsiteY161" fmla="*/ 293738 h 633433"/>
                <a:gd name="connsiteX162" fmla="*/ 1577950 w 2912392"/>
                <a:gd name="connsiteY162" fmla="*/ 293140 h 633433"/>
                <a:gd name="connsiteX163" fmla="*/ 1587694 w 2912392"/>
                <a:gd name="connsiteY163" fmla="*/ 292708 h 633433"/>
                <a:gd name="connsiteX164" fmla="*/ 1597438 w 2912392"/>
                <a:gd name="connsiteY164" fmla="*/ 292446 h 633433"/>
                <a:gd name="connsiteX165" fmla="*/ 1607182 w 2912392"/>
                <a:gd name="connsiteY165" fmla="*/ 292355 h 633433"/>
                <a:gd name="connsiteX166" fmla="*/ 1616911 w 2912392"/>
                <a:gd name="connsiteY166" fmla="*/ 292439 h 633433"/>
                <a:gd name="connsiteX167" fmla="*/ 1626655 w 2912392"/>
                <a:gd name="connsiteY167" fmla="*/ 292696 h 633433"/>
                <a:gd name="connsiteX168" fmla="*/ 1636399 w 2912392"/>
                <a:gd name="connsiteY168" fmla="*/ 293135 h 633433"/>
                <a:gd name="connsiteX169" fmla="*/ 1646142 w 2912392"/>
                <a:gd name="connsiteY169" fmla="*/ 293751 h 633433"/>
                <a:gd name="connsiteX170" fmla="*/ 1655872 w 2912392"/>
                <a:gd name="connsiteY170" fmla="*/ 294550 h 633433"/>
                <a:gd name="connsiteX171" fmla="*/ 1665616 w 2912392"/>
                <a:gd name="connsiteY171" fmla="*/ 295530 h 633433"/>
                <a:gd name="connsiteX172" fmla="*/ 1675359 w 2912392"/>
                <a:gd name="connsiteY172" fmla="*/ 296697 h 633433"/>
                <a:gd name="connsiteX173" fmla="*/ 1685103 w 2912392"/>
                <a:gd name="connsiteY173" fmla="*/ 298050 h 633433"/>
                <a:gd name="connsiteX174" fmla="*/ 1694832 w 2912392"/>
                <a:gd name="connsiteY174" fmla="*/ 299587 h 633433"/>
                <a:gd name="connsiteX175" fmla="*/ 1704576 w 2912392"/>
                <a:gd name="connsiteY175" fmla="*/ 301314 h 633433"/>
                <a:gd name="connsiteX176" fmla="*/ 1714320 w 2912392"/>
                <a:gd name="connsiteY176" fmla="*/ 303227 h 633433"/>
                <a:gd name="connsiteX177" fmla="*/ 1724064 w 2912392"/>
                <a:gd name="connsiteY177" fmla="*/ 305329 h 633433"/>
                <a:gd name="connsiteX178" fmla="*/ 1733808 w 2912392"/>
                <a:gd name="connsiteY178" fmla="*/ 307619 h 633433"/>
                <a:gd name="connsiteX179" fmla="*/ 1743537 w 2912392"/>
                <a:gd name="connsiteY179" fmla="*/ 310097 h 633433"/>
                <a:gd name="connsiteX180" fmla="*/ 1753281 w 2912392"/>
                <a:gd name="connsiteY180" fmla="*/ 312762 h 633433"/>
                <a:gd name="connsiteX181" fmla="*/ 1763025 w 2912392"/>
                <a:gd name="connsiteY181" fmla="*/ 315616 h 633433"/>
                <a:gd name="connsiteX182" fmla="*/ 1772769 w 2912392"/>
                <a:gd name="connsiteY182" fmla="*/ 318652 h 633433"/>
                <a:gd name="connsiteX183" fmla="*/ 1782498 w 2912392"/>
                <a:gd name="connsiteY183" fmla="*/ 321875 h 633433"/>
                <a:gd name="connsiteX184" fmla="*/ 1792242 w 2912392"/>
                <a:gd name="connsiteY184" fmla="*/ 325279 h 633433"/>
                <a:gd name="connsiteX185" fmla="*/ 1801986 w 2912392"/>
                <a:gd name="connsiteY185" fmla="*/ 328864 h 633433"/>
                <a:gd name="connsiteX186" fmla="*/ 1811730 w 2912392"/>
                <a:gd name="connsiteY186" fmla="*/ 332627 h 633433"/>
                <a:gd name="connsiteX187" fmla="*/ 1821459 w 2912392"/>
                <a:gd name="connsiteY187" fmla="*/ 336567 h 633433"/>
                <a:gd name="connsiteX188" fmla="*/ 1831203 w 2912392"/>
                <a:gd name="connsiteY188" fmla="*/ 340677 h 633433"/>
                <a:gd name="connsiteX189" fmla="*/ 1840947 w 2912392"/>
                <a:gd name="connsiteY189" fmla="*/ 344959 h 633433"/>
                <a:gd name="connsiteX190" fmla="*/ 1850691 w 2912392"/>
                <a:gd name="connsiteY190" fmla="*/ 349405 h 633433"/>
                <a:gd name="connsiteX191" fmla="*/ 1860435 w 2912392"/>
                <a:gd name="connsiteY191" fmla="*/ 354013 h 633433"/>
                <a:gd name="connsiteX192" fmla="*/ 1870164 w 2912392"/>
                <a:gd name="connsiteY192" fmla="*/ 358779 h 633433"/>
                <a:gd name="connsiteX193" fmla="*/ 1879908 w 2912392"/>
                <a:gd name="connsiteY193" fmla="*/ 363699 h 633433"/>
                <a:gd name="connsiteX194" fmla="*/ 1889652 w 2912392"/>
                <a:gd name="connsiteY194" fmla="*/ 368765 h 633433"/>
                <a:gd name="connsiteX195" fmla="*/ 1899395 w 2912392"/>
                <a:gd name="connsiteY195" fmla="*/ 373973 h 633433"/>
                <a:gd name="connsiteX196" fmla="*/ 1909124 w 2912392"/>
                <a:gd name="connsiteY196" fmla="*/ 379319 h 633433"/>
                <a:gd name="connsiteX197" fmla="*/ 1918868 w 2912392"/>
                <a:gd name="connsiteY197" fmla="*/ 384796 h 633433"/>
                <a:gd name="connsiteX198" fmla="*/ 1928612 w 2912392"/>
                <a:gd name="connsiteY198" fmla="*/ 390395 h 633433"/>
                <a:gd name="connsiteX199" fmla="*/ 1938356 w 2912392"/>
                <a:gd name="connsiteY199" fmla="*/ 396113 h 633433"/>
                <a:gd name="connsiteX200" fmla="*/ 1948085 w 2912392"/>
                <a:gd name="connsiteY200" fmla="*/ 401942 h 633433"/>
                <a:gd name="connsiteX201" fmla="*/ 1957829 w 2912392"/>
                <a:gd name="connsiteY201" fmla="*/ 407872 h 633433"/>
                <a:gd name="connsiteX202" fmla="*/ 1967573 w 2912392"/>
                <a:gd name="connsiteY202" fmla="*/ 413898 h 633433"/>
                <a:gd name="connsiteX203" fmla="*/ 1977317 w 2912392"/>
                <a:gd name="connsiteY203" fmla="*/ 420011 h 633433"/>
                <a:gd name="connsiteX204" fmla="*/ 1987046 w 2912392"/>
                <a:gd name="connsiteY204" fmla="*/ 426202 h 633433"/>
                <a:gd name="connsiteX205" fmla="*/ 1996790 w 2912392"/>
                <a:gd name="connsiteY205" fmla="*/ 432464 h 633433"/>
                <a:gd name="connsiteX206" fmla="*/ 2006534 w 2912392"/>
                <a:gd name="connsiteY206" fmla="*/ 438787 h 633433"/>
                <a:gd name="connsiteX207" fmla="*/ 2016278 w 2912392"/>
                <a:gd name="connsiteY207" fmla="*/ 445164 h 633433"/>
                <a:gd name="connsiteX208" fmla="*/ 2026022 w 2912392"/>
                <a:gd name="connsiteY208" fmla="*/ 451581 h 633433"/>
                <a:gd name="connsiteX209" fmla="*/ 2035751 w 2912392"/>
                <a:gd name="connsiteY209" fmla="*/ 458033 h 633433"/>
                <a:gd name="connsiteX210" fmla="*/ 2045495 w 2912392"/>
                <a:gd name="connsiteY210" fmla="*/ 464509 h 633433"/>
                <a:gd name="connsiteX211" fmla="*/ 2055239 w 2912392"/>
                <a:gd name="connsiteY211" fmla="*/ 470999 h 633433"/>
                <a:gd name="connsiteX212" fmla="*/ 2064983 w 2912392"/>
                <a:gd name="connsiteY212" fmla="*/ 477490 h 633433"/>
                <a:gd name="connsiteX213" fmla="*/ 2074712 w 2912392"/>
                <a:gd name="connsiteY213" fmla="*/ 483977 h 633433"/>
                <a:gd name="connsiteX214" fmla="*/ 2084456 w 2912392"/>
                <a:gd name="connsiteY214" fmla="*/ 490446 h 633433"/>
                <a:gd name="connsiteX215" fmla="*/ 2094200 w 2912392"/>
                <a:gd name="connsiteY215" fmla="*/ 496888 h 633433"/>
                <a:gd name="connsiteX216" fmla="*/ 2103944 w 2912392"/>
                <a:gd name="connsiteY216" fmla="*/ 503294 h 633433"/>
                <a:gd name="connsiteX217" fmla="*/ 2113673 w 2912392"/>
                <a:gd name="connsiteY217" fmla="*/ 509649 h 633433"/>
                <a:gd name="connsiteX218" fmla="*/ 2123417 w 2912392"/>
                <a:gd name="connsiteY218" fmla="*/ 515947 h 633433"/>
                <a:gd name="connsiteX219" fmla="*/ 2133161 w 2912392"/>
                <a:gd name="connsiteY219" fmla="*/ 522177 h 633433"/>
                <a:gd name="connsiteX220" fmla="*/ 2142905 w 2912392"/>
                <a:gd name="connsiteY220" fmla="*/ 528327 h 633433"/>
                <a:gd name="connsiteX221" fmla="*/ 2152649 w 2912392"/>
                <a:gd name="connsiteY221" fmla="*/ 534386 h 633433"/>
                <a:gd name="connsiteX222" fmla="*/ 2162377 w 2912392"/>
                <a:gd name="connsiteY222" fmla="*/ 540346 h 633433"/>
                <a:gd name="connsiteX223" fmla="*/ 2172121 w 2912392"/>
                <a:gd name="connsiteY223" fmla="*/ 546195 h 633433"/>
                <a:gd name="connsiteX224" fmla="*/ 2181865 w 2912392"/>
                <a:gd name="connsiteY224" fmla="*/ 551925 h 633433"/>
                <a:gd name="connsiteX225" fmla="*/ 2191609 w 2912392"/>
                <a:gd name="connsiteY225" fmla="*/ 557526 h 633433"/>
                <a:gd name="connsiteX226" fmla="*/ 2201338 w 2912392"/>
                <a:gd name="connsiteY226" fmla="*/ 562986 h 633433"/>
                <a:gd name="connsiteX227" fmla="*/ 2211082 w 2912392"/>
                <a:gd name="connsiteY227" fmla="*/ 568298 h 633433"/>
                <a:gd name="connsiteX228" fmla="*/ 2220826 w 2912392"/>
                <a:gd name="connsiteY228" fmla="*/ 573453 h 633433"/>
                <a:gd name="connsiteX229" fmla="*/ 2230570 w 2912392"/>
                <a:gd name="connsiteY229" fmla="*/ 578441 h 633433"/>
                <a:gd name="connsiteX230" fmla="*/ 2240299 w 2912392"/>
                <a:gd name="connsiteY230" fmla="*/ 583253 h 633433"/>
                <a:gd name="connsiteX231" fmla="*/ 2250043 w 2912392"/>
                <a:gd name="connsiteY231" fmla="*/ 587884 h 633433"/>
                <a:gd name="connsiteX232" fmla="*/ 2259787 w 2912392"/>
                <a:gd name="connsiteY232" fmla="*/ 592322 h 633433"/>
                <a:gd name="connsiteX233" fmla="*/ 2269531 w 2912392"/>
                <a:gd name="connsiteY233" fmla="*/ 596564 h 633433"/>
                <a:gd name="connsiteX234" fmla="*/ 2279260 w 2912392"/>
                <a:gd name="connsiteY234" fmla="*/ 600600 h 633433"/>
                <a:gd name="connsiteX235" fmla="*/ 2289004 w 2912392"/>
                <a:gd name="connsiteY235" fmla="*/ 604425 h 633433"/>
                <a:gd name="connsiteX236" fmla="*/ 2298748 w 2912392"/>
                <a:gd name="connsiteY236" fmla="*/ 608030 h 633433"/>
                <a:gd name="connsiteX237" fmla="*/ 2308492 w 2912392"/>
                <a:gd name="connsiteY237" fmla="*/ 611414 h 633433"/>
                <a:gd name="connsiteX238" fmla="*/ 2318236 w 2912392"/>
                <a:gd name="connsiteY238" fmla="*/ 614570 h 633433"/>
                <a:gd name="connsiteX239" fmla="*/ 2327965 w 2912392"/>
                <a:gd name="connsiteY239" fmla="*/ 617491 h 633433"/>
                <a:gd name="connsiteX240" fmla="*/ 2337709 w 2912392"/>
                <a:gd name="connsiteY240" fmla="*/ 620175 h 633433"/>
                <a:gd name="connsiteX241" fmla="*/ 2347453 w 2912392"/>
                <a:gd name="connsiteY241" fmla="*/ 622618 h 633433"/>
                <a:gd name="connsiteX242" fmla="*/ 2357197 w 2912392"/>
                <a:gd name="connsiteY242" fmla="*/ 624819 h 633433"/>
                <a:gd name="connsiteX243" fmla="*/ 2366926 w 2912392"/>
                <a:gd name="connsiteY243" fmla="*/ 626770 h 633433"/>
                <a:gd name="connsiteX244" fmla="*/ 2376670 w 2912392"/>
                <a:gd name="connsiteY244" fmla="*/ 628475 h 633433"/>
                <a:gd name="connsiteX245" fmla="*/ 2386413 w 2912392"/>
                <a:gd name="connsiteY245" fmla="*/ 629929 h 633433"/>
                <a:gd name="connsiteX246" fmla="*/ 2396157 w 2912392"/>
                <a:gd name="connsiteY246" fmla="*/ 631131 h 633433"/>
                <a:gd name="connsiteX247" fmla="*/ 2405886 w 2912392"/>
                <a:gd name="connsiteY247" fmla="*/ 632083 h 633433"/>
                <a:gd name="connsiteX248" fmla="*/ 2415630 w 2912392"/>
                <a:gd name="connsiteY248" fmla="*/ 632784 h 633433"/>
                <a:gd name="connsiteX249" fmla="*/ 2425374 w 2912392"/>
                <a:gd name="connsiteY249" fmla="*/ 633234 h 633433"/>
                <a:gd name="connsiteX250" fmla="*/ 2435118 w 2912392"/>
                <a:gd name="connsiteY250" fmla="*/ 633433 h 633433"/>
                <a:gd name="connsiteX251" fmla="*/ 2444862 w 2912392"/>
                <a:gd name="connsiteY251" fmla="*/ 633387 h 633433"/>
                <a:gd name="connsiteX252" fmla="*/ 2454591 w 2912392"/>
                <a:gd name="connsiteY252" fmla="*/ 633095 h 633433"/>
                <a:gd name="connsiteX253" fmla="*/ 2464335 w 2912392"/>
                <a:gd name="connsiteY253" fmla="*/ 632562 h 633433"/>
                <a:gd name="connsiteX254" fmla="*/ 2474079 w 2912392"/>
                <a:gd name="connsiteY254" fmla="*/ 631790 h 633433"/>
                <a:gd name="connsiteX255" fmla="*/ 2483823 w 2912392"/>
                <a:gd name="connsiteY255" fmla="*/ 630784 h 633433"/>
                <a:gd name="connsiteX256" fmla="*/ 2493552 w 2912392"/>
                <a:gd name="connsiteY256" fmla="*/ 629548 h 633433"/>
                <a:gd name="connsiteX257" fmla="*/ 2503296 w 2912392"/>
                <a:gd name="connsiteY257" fmla="*/ 628087 h 633433"/>
                <a:gd name="connsiteX258" fmla="*/ 2513040 w 2912392"/>
                <a:gd name="connsiteY258" fmla="*/ 626407 h 633433"/>
                <a:gd name="connsiteX259" fmla="*/ 2522784 w 2912392"/>
                <a:gd name="connsiteY259" fmla="*/ 624513 h 633433"/>
                <a:gd name="connsiteX260" fmla="*/ 2532513 w 2912392"/>
                <a:gd name="connsiteY260" fmla="*/ 622412 h 633433"/>
                <a:gd name="connsiteX261" fmla="*/ 2542257 w 2912392"/>
                <a:gd name="connsiteY261" fmla="*/ 620111 h 633433"/>
                <a:gd name="connsiteX262" fmla="*/ 2552001 w 2912392"/>
                <a:gd name="connsiteY262" fmla="*/ 617616 h 633433"/>
                <a:gd name="connsiteX263" fmla="*/ 2561745 w 2912392"/>
                <a:gd name="connsiteY263" fmla="*/ 614936 h 633433"/>
                <a:gd name="connsiteX264" fmla="*/ 2571474 w 2912392"/>
                <a:gd name="connsiteY264" fmla="*/ 612078 h 633433"/>
                <a:gd name="connsiteX265" fmla="*/ 2581218 w 2912392"/>
                <a:gd name="connsiteY265" fmla="*/ 609052 h 633433"/>
                <a:gd name="connsiteX266" fmla="*/ 2590962 w 2912392"/>
                <a:gd name="connsiteY266" fmla="*/ 605866 h 633433"/>
                <a:gd name="connsiteX267" fmla="*/ 2600705 w 2912392"/>
                <a:gd name="connsiteY267" fmla="*/ 602527 h 633433"/>
                <a:gd name="connsiteX268" fmla="*/ 2610449 w 2912392"/>
                <a:gd name="connsiteY268" fmla="*/ 599045 h 633433"/>
                <a:gd name="connsiteX269" fmla="*/ 2620178 w 2912392"/>
                <a:gd name="connsiteY269" fmla="*/ 595430 h 633433"/>
                <a:gd name="connsiteX270" fmla="*/ 2629922 w 2912392"/>
                <a:gd name="connsiteY270" fmla="*/ 591692 h 633433"/>
                <a:gd name="connsiteX271" fmla="*/ 2639666 w 2912392"/>
                <a:gd name="connsiteY271" fmla="*/ 587839 h 633433"/>
                <a:gd name="connsiteX272" fmla="*/ 2649410 w 2912392"/>
                <a:gd name="connsiteY272" fmla="*/ 583884 h 633433"/>
                <a:gd name="connsiteX273" fmla="*/ 2659139 w 2912392"/>
                <a:gd name="connsiteY273" fmla="*/ 579833 h 633433"/>
                <a:gd name="connsiteX274" fmla="*/ 2668883 w 2912392"/>
                <a:gd name="connsiteY274" fmla="*/ 575700 h 633433"/>
                <a:gd name="connsiteX275" fmla="*/ 2678627 w 2912392"/>
                <a:gd name="connsiteY275" fmla="*/ 571492 h 633433"/>
                <a:gd name="connsiteX276" fmla="*/ 2688371 w 2912392"/>
                <a:gd name="connsiteY276" fmla="*/ 567222 h 633433"/>
                <a:gd name="connsiteX277" fmla="*/ 2698100 w 2912392"/>
                <a:gd name="connsiteY277" fmla="*/ 562898 h 633433"/>
                <a:gd name="connsiteX278" fmla="*/ 2707844 w 2912392"/>
                <a:gd name="connsiteY278" fmla="*/ 558533 h 633433"/>
                <a:gd name="connsiteX279" fmla="*/ 2717588 w 2912392"/>
                <a:gd name="connsiteY279" fmla="*/ 554135 h 633433"/>
                <a:gd name="connsiteX280" fmla="*/ 2727332 w 2912392"/>
                <a:gd name="connsiteY280" fmla="*/ 549714 h 633433"/>
                <a:gd name="connsiteX281" fmla="*/ 2737076 w 2912392"/>
                <a:gd name="connsiteY281" fmla="*/ 545282 h 633433"/>
                <a:gd name="connsiteX282" fmla="*/ 2746805 w 2912392"/>
                <a:gd name="connsiteY282" fmla="*/ 540846 h 633433"/>
                <a:gd name="connsiteX283" fmla="*/ 2756549 w 2912392"/>
                <a:gd name="connsiteY283" fmla="*/ 536420 h 633433"/>
                <a:gd name="connsiteX284" fmla="*/ 2766293 w 2912392"/>
                <a:gd name="connsiteY284" fmla="*/ 532010 h 633433"/>
                <a:gd name="connsiteX285" fmla="*/ 2776037 w 2912392"/>
                <a:gd name="connsiteY285" fmla="*/ 527628 h 633433"/>
                <a:gd name="connsiteX286" fmla="*/ 2785766 w 2912392"/>
                <a:gd name="connsiteY286" fmla="*/ 523281 h 633433"/>
                <a:gd name="connsiteX287" fmla="*/ 2795510 w 2912392"/>
                <a:gd name="connsiteY287" fmla="*/ 518979 h 633433"/>
                <a:gd name="connsiteX288" fmla="*/ 2805254 w 2912392"/>
                <a:gd name="connsiteY288" fmla="*/ 514731 h 633433"/>
                <a:gd name="connsiteX289" fmla="*/ 2814998 w 2912392"/>
                <a:gd name="connsiteY289" fmla="*/ 510548 h 633433"/>
                <a:gd name="connsiteX290" fmla="*/ 2824727 w 2912392"/>
                <a:gd name="connsiteY290" fmla="*/ 506433 h 633433"/>
                <a:gd name="connsiteX291" fmla="*/ 2834471 w 2912392"/>
                <a:gd name="connsiteY291" fmla="*/ 502398 h 633433"/>
                <a:gd name="connsiteX292" fmla="*/ 2844215 w 2912392"/>
                <a:gd name="connsiteY292" fmla="*/ 498450 h 633433"/>
                <a:gd name="connsiteX293" fmla="*/ 2853958 w 2912392"/>
                <a:gd name="connsiteY293" fmla="*/ 494596 h 633433"/>
                <a:gd name="connsiteX294" fmla="*/ 2863687 w 2912392"/>
                <a:gd name="connsiteY294" fmla="*/ 490842 h 633433"/>
                <a:gd name="connsiteX295" fmla="*/ 2873431 w 2912392"/>
                <a:gd name="connsiteY295" fmla="*/ 487197 h 633433"/>
                <a:gd name="connsiteX296" fmla="*/ 2883175 w 2912392"/>
                <a:gd name="connsiteY296" fmla="*/ 483666 h 633433"/>
                <a:gd name="connsiteX297" fmla="*/ 2892919 w 2912392"/>
                <a:gd name="connsiteY297" fmla="*/ 480254 h 633433"/>
                <a:gd name="connsiteX298" fmla="*/ 2902663 w 2912392"/>
                <a:gd name="connsiteY298" fmla="*/ 476969 h 633433"/>
                <a:gd name="connsiteX299" fmla="*/ 2912392 w 2912392"/>
                <a:gd name="connsiteY299" fmla="*/ 473814 h 633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33433">
                  <a:moveTo>
                    <a:pt x="0" y="0"/>
                  </a:moveTo>
                  <a:lnTo>
                    <a:pt x="9739" y="1520"/>
                  </a:lnTo>
                  <a:lnTo>
                    <a:pt x="19480" y="3491"/>
                  </a:lnTo>
                  <a:lnTo>
                    <a:pt x="29221" y="5909"/>
                  </a:lnTo>
                  <a:lnTo>
                    <a:pt x="38961" y="8765"/>
                  </a:lnTo>
                  <a:lnTo>
                    <a:pt x="48702" y="12049"/>
                  </a:lnTo>
                  <a:lnTo>
                    <a:pt x="58443" y="15753"/>
                  </a:lnTo>
                  <a:lnTo>
                    <a:pt x="68182" y="19865"/>
                  </a:lnTo>
                  <a:lnTo>
                    <a:pt x="77923" y="24376"/>
                  </a:lnTo>
                  <a:lnTo>
                    <a:pt x="87664" y="29274"/>
                  </a:lnTo>
                  <a:lnTo>
                    <a:pt x="97404" y="34545"/>
                  </a:lnTo>
                  <a:lnTo>
                    <a:pt x="107145" y="40180"/>
                  </a:lnTo>
                  <a:lnTo>
                    <a:pt x="116886" y="46162"/>
                  </a:lnTo>
                  <a:lnTo>
                    <a:pt x="126625" y="52479"/>
                  </a:lnTo>
                  <a:lnTo>
                    <a:pt x="136366" y="59116"/>
                  </a:lnTo>
                  <a:lnTo>
                    <a:pt x="146107" y="66061"/>
                  </a:lnTo>
                  <a:lnTo>
                    <a:pt x="155846" y="73296"/>
                  </a:lnTo>
                  <a:lnTo>
                    <a:pt x="165587" y="80808"/>
                  </a:lnTo>
                  <a:lnTo>
                    <a:pt x="175328" y="88579"/>
                  </a:lnTo>
                  <a:lnTo>
                    <a:pt x="185068" y="96595"/>
                  </a:lnTo>
                  <a:lnTo>
                    <a:pt x="194809" y="104838"/>
                  </a:lnTo>
                  <a:lnTo>
                    <a:pt x="204550" y="113293"/>
                  </a:lnTo>
                  <a:lnTo>
                    <a:pt x="214289" y="121944"/>
                  </a:lnTo>
                  <a:lnTo>
                    <a:pt x="224030" y="130774"/>
                  </a:lnTo>
                  <a:lnTo>
                    <a:pt x="233771" y="139766"/>
                  </a:lnTo>
                  <a:lnTo>
                    <a:pt x="243510" y="148902"/>
                  </a:lnTo>
                  <a:lnTo>
                    <a:pt x="253251" y="158169"/>
                  </a:lnTo>
                  <a:lnTo>
                    <a:pt x="262992" y="167547"/>
                  </a:lnTo>
                  <a:lnTo>
                    <a:pt x="272732" y="177019"/>
                  </a:lnTo>
                  <a:lnTo>
                    <a:pt x="282473" y="186573"/>
                  </a:lnTo>
                  <a:lnTo>
                    <a:pt x="292214" y="196188"/>
                  </a:lnTo>
                  <a:lnTo>
                    <a:pt x="301953" y="205852"/>
                  </a:lnTo>
                  <a:lnTo>
                    <a:pt x="311694" y="215545"/>
                  </a:lnTo>
                  <a:lnTo>
                    <a:pt x="321435" y="225253"/>
                  </a:lnTo>
                  <a:lnTo>
                    <a:pt x="331175" y="234963"/>
                  </a:lnTo>
                  <a:lnTo>
                    <a:pt x="340916" y="244656"/>
                  </a:lnTo>
                  <a:lnTo>
                    <a:pt x="350656" y="254321"/>
                  </a:lnTo>
                  <a:lnTo>
                    <a:pt x="360396" y="263941"/>
                  </a:lnTo>
                  <a:lnTo>
                    <a:pt x="370137" y="273505"/>
                  </a:lnTo>
                  <a:lnTo>
                    <a:pt x="379878" y="282996"/>
                  </a:lnTo>
                  <a:lnTo>
                    <a:pt x="389617" y="292403"/>
                  </a:lnTo>
                  <a:lnTo>
                    <a:pt x="399358" y="301713"/>
                  </a:lnTo>
                  <a:lnTo>
                    <a:pt x="409099" y="310913"/>
                  </a:lnTo>
                  <a:lnTo>
                    <a:pt x="418839" y="319994"/>
                  </a:lnTo>
                  <a:lnTo>
                    <a:pt x="428580" y="328941"/>
                  </a:lnTo>
                  <a:lnTo>
                    <a:pt x="438321" y="337747"/>
                  </a:lnTo>
                  <a:lnTo>
                    <a:pt x="448060" y="346400"/>
                  </a:lnTo>
                  <a:lnTo>
                    <a:pt x="457801" y="354889"/>
                  </a:lnTo>
                  <a:lnTo>
                    <a:pt x="467542" y="363207"/>
                  </a:lnTo>
                  <a:lnTo>
                    <a:pt x="477281" y="371344"/>
                  </a:lnTo>
                  <a:lnTo>
                    <a:pt x="487022" y="379294"/>
                  </a:lnTo>
                  <a:lnTo>
                    <a:pt x="496763" y="387047"/>
                  </a:lnTo>
                  <a:lnTo>
                    <a:pt x="506503" y="394597"/>
                  </a:lnTo>
                  <a:lnTo>
                    <a:pt x="516244" y="401937"/>
                  </a:lnTo>
                  <a:lnTo>
                    <a:pt x="525985" y="409062"/>
                  </a:lnTo>
                  <a:lnTo>
                    <a:pt x="535724" y="415966"/>
                  </a:lnTo>
                  <a:lnTo>
                    <a:pt x="545465" y="422645"/>
                  </a:lnTo>
                  <a:lnTo>
                    <a:pt x="555206" y="429094"/>
                  </a:lnTo>
                  <a:lnTo>
                    <a:pt x="564946" y="435308"/>
                  </a:lnTo>
                  <a:lnTo>
                    <a:pt x="574687" y="441284"/>
                  </a:lnTo>
                  <a:lnTo>
                    <a:pt x="584428" y="447019"/>
                  </a:lnTo>
                  <a:lnTo>
                    <a:pt x="594167" y="452512"/>
                  </a:lnTo>
                  <a:lnTo>
                    <a:pt x="603908" y="457759"/>
                  </a:lnTo>
                  <a:lnTo>
                    <a:pt x="613649" y="462759"/>
                  </a:lnTo>
                  <a:lnTo>
                    <a:pt x="623388" y="467512"/>
                  </a:lnTo>
                  <a:lnTo>
                    <a:pt x="633129" y="472015"/>
                  </a:lnTo>
                  <a:lnTo>
                    <a:pt x="642870" y="476268"/>
                  </a:lnTo>
                  <a:lnTo>
                    <a:pt x="652610" y="480273"/>
                  </a:lnTo>
                  <a:lnTo>
                    <a:pt x="662351" y="484029"/>
                  </a:lnTo>
                  <a:lnTo>
                    <a:pt x="672092" y="487536"/>
                  </a:lnTo>
                  <a:lnTo>
                    <a:pt x="681831" y="490796"/>
                  </a:lnTo>
                  <a:lnTo>
                    <a:pt x="691572" y="493810"/>
                  </a:lnTo>
                  <a:lnTo>
                    <a:pt x="701313" y="496580"/>
                  </a:lnTo>
                  <a:lnTo>
                    <a:pt x="711052" y="499107"/>
                  </a:lnTo>
                  <a:lnTo>
                    <a:pt x="720793" y="501392"/>
                  </a:lnTo>
                  <a:lnTo>
                    <a:pt x="730534" y="503441"/>
                  </a:lnTo>
                  <a:lnTo>
                    <a:pt x="740274" y="505254"/>
                  </a:lnTo>
                  <a:lnTo>
                    <a:pt x="750015" y="506835"/>
                  </a:lnTo>
                  <a:lnTo>
                    <a:pt x="759756" y="508188"/>
                  </a:lnTo>
                  <a:lnTo>
                    <a:pt x="769495" y="509313"/>
                  </a:lnTo>
                  <a:lnTo>
                    <a:pt x="779236" y="510216"/>
                  </a:lnTo>
                  <a:lnTo>
                    <a:pt x="788977" y="510899"/>
                  </a:lnTo>
                  <a:lnTo>
                    <a:pt x="798717" y="511369"/>
                  </a:lnTo>
                  <a:lnTo>
                    <a:pt x="808458" y="511627"/>
                  </a:lnTo>
                  <a:lnTo>
                    <a:pt x="818199" y="511677"/>
                  </a:lnTo>
                  <a:lnTo>
                    <a:pt x="827938" y="511525"/>
                  </a:lnTo>
                  <a:lnTo>
                    <a:pt x="837679" y="511174"/>
                  </a:lnTo>
                  <a:lnTo>
                    <a:pt x="847420" y="510630"/>
                  </a:lnTo>
                  <a:lnTo>
                    <a:pt x="857159" y="509895"/>
                  </a:lnTo>
                  <a:lnTo>
                    <a:pt x="866900" y="508976"/>
                  </a:lnTo>
                  <a:lnTo>
                    <a:pt x="876641" y="507878"/>
                  </a:lnTo>
                  <a:lnTo>
                    <a:pt x="886381" y="506603"/>
                  </a:lnTo>
                  <a:lnTo>
                    <a:pt x="896122" y="505157"/>
                  </a:lnTo>
                  <a:lnTo>
                    <a:pt x="905863" y="503547"/>
                  </a:lnTo>
                  <a:lnTo>
                    <a:pt x="915602" y="501777"/>
                  </a:lnTo>
                  <a:lnTo>
                    <a:pt x="925343" y="499850"/>
                  </a:lnTo>
                  <a:lnTo>
                    <a:pt x="935084" y="497773"/>
                  </a:lnTo>
                  <a:lnTo>
                    <a:pt x="944824" y="495552"/>
                  </a:lnTo>
                  <a:lnTo>
                    <a:pt x="954564" y="493191"/>
                  </a:lnTo>
                  <a:lnTo>
                    <a:pt x="964305" y="490694"/>
                  </a:lnTo>
                  <a:lnTo>
                    <a:pt x="974045" y="488068"/>
                  </a:lnTo>
                  <a:lnTo>
                    <a:pt x="983786" y="485318"/>
                  </a:lnTo>
                  <a:lnTo>
                    <a:pt x="993522" y="482450"/>
                  </a:lnTo>
                  <a:lnTo>
                    <a:pt x="1003266" y="479467"/>
                  </a:lnTo>
                  <a:lnTo>
                    <a:pt x="1013010" y="476377"/>
                  </a:lnTo>
                  <a:lnTo>
                    <a:pt x="1022754" y="473184"/>
                  </a:lnTo>
                  <a:lnTo>
                    <a:pt x="1032483" y="469895"/>
                  </a:lnTo>
                  <a:lnTo>
                    <a:pt x="1042227" y="466512"/>
                  </a:lnTo>
                  <a:lnTo>
                    <a:pt x="1051971" y="463044"/>
                  </a:lnTo>
                  <a:lnTo>
                    <a:pt x="1061715" y="459497"/>
                  </a:lnTo>
                  <a:lnTo>
                    <a:pt x="1071444" y="455872"/>
                  </a:lnTo>
                  <a:lnTo>
                    <a:pt x="1081188" y="452178"/>
                  </a:lnTo>
                  <a:lnTo>
                    <a:pt x="1090932" y="448419"/>
                  </a:lnTo>
                  <a:lnTo>
                    <a:pt x="1100676" y="444603"/>
                  </a:lnTo>
                  <a:lnTo>
                    <a:pt x="1110405" y="440733"/>
                  </a:lnTo>
                  <a:lnTo>
                    <a:pt x="1120149" y="436814"/>
                  </a:lnTo>
                  <a:lnTo>
                    <a:pt x="1129893" y="432854"/>
                  </a:lnTo>
                  <a:lnTo>
                    <a:pt x="1139637" y="428857"/>
                  </a:lnTo>
                  <a:lnTo>
                    <a:pt x="1149381" y="424828"/>
                  </a:lnTo>
                  <a:lnTo>
                    <a:pt x="1159110" y="420773"/>
                  </a:lnTo>
                  <a:lnTo>
                    <a:pt x="1168854" y="416698"/>
                  </a:lnTo>
                  <a:lnTo>
                    <a:pt x="1178598" y="412606"/>
                  </a:lnTo>
                  <a:lnTo>
                    <a:pt x="1188341" y="408506"/>
                  </a:lnTo>
                  <a:lnTo>
                    <a:pt x="1198070" y="404402"/>
                  </a:lnTo>
                  <a:lnTo>
                    <a:pt x="1207814" y="400298"/>
                  </a:lnTo>
                  <a:lnTo>
                    <a:pt x="1217558" y="396200"/>
                  </a:lnTo>
                  <a:lnTo>
                    <a:pt x="1227302" y="392114"/>
                  </a:lnTo>
                  <a:lnTo>
                    <a:pt x="1237031" y="388045"/>
                  </a:lnTo>
                  <a:lnTo>
                    <a:pt x="1246775" y="383999"/>
                  </a:lnTo>
                  <a:lnTo>
                    <a:pt x="1256519" y="379978"/>
                  </a:lnTo>
                  <a:lnTo>
                    <a:pt x="1266263" y="375991"/>
                  </a:lnTo>
                  <a:lnTo>
                    <a:pt x="1276007" y="372040"/>
                  </a:lnTo>
                  <a:lnTo>
                    <a:pt x="1285736" y="368131"/>
                  </a:lnTo>
                  <a:lnTo>
                    <a:pt x="1295480" y="364271"/>
                  </a:lnTo>
                  <a:lnTo>
                    <a:pt x="1305224" y="360463"/>
                  </a:lnTo>
                  <a:lnTo>
                    <a:pt x="1314968" y="356711"/>
                  </a:lnTo>
                  <a:lnTo>
                    <a:pt x="1324697" y="353021"/>
                  </a:lnTo>
                  <a:lnTo>
                    <a:pt x="1334441" y="349399"/>
                  </a:lnTo>
                  <a:lnTo>
                    <a:pt x="1344185" y="345847"/>
                  </a:lnTo>
                  <a:lnTo>
                    <a:pt x="1353929" y="342373"/>
                  </a:lnTo>
                  <a:lnTo>
                    <a:pt x="1363658" y="338977"/>
                  </a:lnTo>
                  <a:lnTo>
                    <a:pt x="1373402" y="335668"/>
                  </a:lnTo>
                  <a:lnTo>
                    <a:pt x="1383146" y="332448"/>
                  </a:lnTo>
                  <a:lnTo>
                    <a:pt x="1392890" y="329323"/>
                  </a:lnTo>
                  <a:lnTo>
                    <a:pt x="1402619" y="326294"/>
                  </a:lnTo>
                  <a:lnTo>
                    <a:pt x="1412363" y="323369"/>
                  </a:lnTo>
                  <a:lnTo>
                    <a:pt x="1422106" y="320552"/>
                  </a:lnTo>
                  <a:lnTo>
                    <a:pt x="1431850" y="317844"/>
                  </a:lnTo>
                  <a:lnTo>
                    <a:pt x="1441594" y="315252"/>
                  </a:lnTo>
                  <a:lnTo>
                    <a:pt x="1451323" y="312779"/>
                  </a:lnTo>
                  <a:lnTo>
                    <a:pt x="1461067" y="310429"/>
                  </a:lnTo>
                  <a:lnTo>
                    <a:pt x="1470811" y="308206"/>
                  </a:lnTo>
                  <a:lnTo>
                    <a:pt x="1480555" y="306113"/>
                  </a:lnTo>
                  <a:lnTo>
                    <a:pt x="1490284" y="304154"/>
                  </a:lnTo>
                  <a:lnTo>
                    <a:pt x="1500028" y="302335"/>
                  </a:lnTo>
                  <a:lnTo>
                    <a:pt x="1509772" y="300655"/>
                  </a:lnTo>
                  <a:lnTo>
                    <a:pt x="1519516" y="299121"/>
                  </a:lnTo>
                  <a:lnTo>
                    <a:pt x="1529245" y="297735"/>
                  </a:lnTo>
                  <a:lnTo>
                    <a:pt x="1538989" y="296500"/>
                  </a:lnTo>
                  <a:lnTo>
                    <a:pt x="1548733" y="295420"/>
                  </a:lnTo>
                  <a:lnTo>
                    <a:pt x="1558477" y="294499"/>
                  </a:lnTo>
                  <a:lnTo>
                    <a:pt x="1568221" y="293738"/>
                  </a:lnTo>
                  <a:lnTo>
                    <a:pt x="1577950" y="293140"/>
                  </a:lnTo>
                  <a:lnTo>
                    <a:pt x="1587694" y="292708"/>
                  </a:lnTo>
                  <a:lnTo>
                    <a:pt x="1597438" y="292446"/>
                  </a:lnTo>
                  <a:lnTo>
                    <a:pt x="1607182" y="292355"/>
                  </a:lnTo>
                  <a:lnTo>
                    <a:pt x="1616911" y="292439"/>
                  </a:lnTo>
                  <a:lnTo>
                    <a:pt x="1626655" y="292696"/>
                  </a:lnTo>
                  <a:lnTo>
                    <a:pt x="1636399" y="293135"/>
                  </a:lnTo>
                  <a:lnTo>
                    <a:pt x="1646142" y="293751"/>
                  </a:lnTo>
                  <a:lnTo>
                    <a:pt x="1655872" y="294550"/>
                  </a:lnTo>
                  <a:lnTo>
                    <a:pt x="1665616" y="295530"/>
                  </a:lnTo>
                  <a:lnTo>
                    <a:pt x="1675359" y="296697"/>
                  </a:lnTo>
                  <a:lnTo>
                    <a:pt x="1685103" y="298050"/>
                  </a:lnTo>
                  <a:lnTo>
                    <a:pt x="1694832" y="299587"/>
                  </a:lnTo>
                  <a:lnTo>
                    <a:pt x="1704576" y="301314"/>
                  </a:lnTo>
                  <a:lnTo>
                    <a:pt x="1714320" y="303227"/>
                  </a:lnTo>
                  <a:lnTo>
                    <a:pt x="1724064" y="305329"/>
                  </a:lnTo>
                  <a:lnTo>
                    <a:pt x="1733808" y="307619"/>
                  </a:lnTo>
                  <a:lnTo>
                    <a:pt x="1743537" y="310097"/>
                  </a:lnTo>
                  <a:lnTo>
                    <a:pt x="1753281" y="312762"/>
                  </a:lnTo>
                  <a:lnTo>
                    <a:pt x="1763025" y="315616"/>
                  </a:lnTo>
                  <a:lnTo>
                    <a:pt x="1772769" y="318652"/>
                  </a:lnTo>
                  <a:lnTo>
                    <a:pt x="1782498" y="321875"/>
                  </a:lnTo>
                  <a:lnTo>
                    <a:pt x="1792242" y="325279"/>
                  </a:lnTo>
                  <a:lnTo>
                    <a:pt x="1801986" y="328864"/>
                  </a:lnTo>
                  <a:lnTo>
                    <a:pt x="1811730" y="332627"/>
                  </a:lnTo>
                  <a:lnTo>
                    <a:pt x="1821459" y="336567"/>
                  </a:lnTo>
                  <a:lnTo>
                    <a:pt x="1831203" y="340677"/>
                  </a:lnTo>
                  <a:lnTo>
                    <a:pt x="1840947" y="344959"/>
                  </a:lnTo>
                  <a:lnTo>
                    <a:pt x="1850691" y="349405"/>
                  </a:lnTo>
                  <a:lnTo>
                    <a:pt x="1860435" y="354013"/>
                  </a:lnTo>
                  <a:lnTo>
                    <a:pt x="1870164" y="358779"/>
                  </a:lnTo>
                  <a:lnTo>
                    <a:pt x="1879908" y="363699"/>
                  </a:lnTo>
                  <a:lnTo>
                    <a:pt x="1889652" y="368765"/>
                  </a:lnTo>
                  <a:lnTo>
                    <a:pt x="1899395" y="373973"/>
                  </a:lnTo>
                  <a:lnTo>
                    <a:pt x="1909124" y="379319"/>
                  </a:lnTo>
                  <a:lnTo>
                    <a:pt x="1918868" y="384796"/>
                  </a:lnTo>
                  <a:lnTo>
                    <a:pt x="1928612" y="390395"/>
                  </a:lnTo>
                  <a:lnTo>
                    <a:pt x="1938356" y="396113"/>
                  </a:lnTo>
                  <a:lnTo>
                    <a:pt x="1948085" y="401942"/>
                  </a:lnTo>
                  <a:lnTo>
                    <a:pt x="1957829" y="407872"/>
                  </a:lnTo>
                  <a:lnTo>
                    <a:pt x="1967573" y="413898"/>
                  </a:lnTo>
                  <a:lnTo>
                    <a:pt x="1977317" y="420011"/>
                  </a:lnTo>
                  <a:lnTo>
                    <a:pt x="1987046" y="426202"/>
                  </a:lnTo>
                  <a:lnTo>
                    <a:pt x="1996790" y="432464"/>
                  </a:lnTo>
                  <a:lnTo>
                    <a:pt x="2006534" y="438787"/>
                  </a:lnTo>
                  <a:lnTo>
                    <a:pt x="2016278" y="445164"/>
                  </a:lnTo>
                  <a:lnTo>
                    <a:pt x="2026022" y="451581"/>
                  </a:lnTo>
                  <a:lnTo>
                    <a:pt x="2035751" y="458033"/>
                  </a:lnTo>
                  <a:lnTo>
                    <a:pt x="2045495" y="464509"/>
                  </a:lnTo>
                  <a:lnTo>
                    <a:pt x="2055239" y="470999"/>
                  </a:lnTo>
                  <a:lnTo>
                    <a:pt x="2064983" y="477490"/>
                  </a:lnTo>
                  <a:lnTo>
                    <a:pt x="2074712" y="483977"/>
                  </a:lnTo>
                  <a:lnTo>
                    <a:pt x="2084456" y="490446"/>
                  </a:lnTo>
                  <a:lnTo>
                    <a:pt x="2094200" y="496888"/>
                  </a:lnTo>
                  <a:lnTo>
                    <a:pt x="2103944" y="503294"/>
                  </a:lnTo>
                  <a:lnTo>
                    <a:pt x="2113673" y="509649"/>
                  </a:lnTo>
                  <a:lnTo>
                    <a:pt x="2123417" y="515947"/>
                  </a:lnTo>
                  <a:lnTo>
                    <a:pt x="2133161" y="522177"/>
                  </a:lnTo>
                  <a:lnTo>
                    <a:pt x="2142905" y="528327"/>
                  </a:lnTo>
                  <a:lnTo>
                    <a:pt x="2152649" y="534386"/>
                  </a:lnTo>
                  <a:lnTo>
                    <a:pt x="2162377" y="540346"/>
                  </a:lnTo>
                  <a:lnTo>
                    <a:pt x="2172121" y="546195"/>
                  </a:lnTo>
                  <a:lnTo>
                    <a:pt x="2181865" y="551925"/>
                  </a:lnTo>
                  <a:lnTo>
                    <a:pt x="2191609" y="557526"/>
                  </a:lnTo>
                  <a:lnTo>
                    <a:pt x="2201338" y="562986"/>
                  </a:lnTo>
                  <a:lnTo>
                    <a:pt x="2211082" y="568298"/>
                  </a:lnTo>
                  <a:lnTo>
                    <a:pt x="2220826" y="573453"/>
                  </a:lnTo>
                  <a:lnTo>
                    <a:pt x="2230570" y="578441"/>
                  </a:lnTo>
                  <a:lnTo>
                    <a:pt x="2240299" y="583253"/>
                  </a:lnTo>
                  <a:lnTo>
                    <a:pt x="2250043" y="587884"/>
                  </a:lnTo>
                  <a:lnTo>
                    <a:pt x="2259787" y="592322"/>
                  </a:lnTo>
                  <a:lnTo>
                    <a:pt x="2269531" y="596564"/>
                  </a:lnTo>
                  <a:lnTo>
                    <a:pt x="2279260" y="600600"/>
                  </a:lnTo>
                  <a:lnTo>
                    <a:pt x="2289004" y="604425"/>
                  </a:lnTo>
                  <a:lnTo>
                    <a:pt x="2298748" y="608030"/>
                  </a:lnTo>
                  <a:lnTo>
                    <a:pt x="2308492" y="611414"/>
                  </a:lnTo>
                  <a:lnTo>
                    <a:pt x="2318236" y="614570"/>
                  </a:lnTo>
                  <a:lnTo>
                    <a:pt x="2327965" y="617491"/>
                  </a:lnTo>
                  <a:lnTo>
                    <a:pt x="2337709" y="620175"/>
                  </a:lnTo>
                  <a:lnTo>
                    <a:pt x="2347453" y="622618"/>
                  </a:lnTo>
                  <a:lnTo>
                    <a:pt x="2357197" y="624819"/>
                  </a:lnTo>
                  <a:lnTo>
                    <a:pt x="2366926" y="626770"/>
                  </a:lnTo>
                  <a:lnTo>
                    <a:pt x="2376670" y="628475"/>
                  </a:lnTo>
                  <a:lnTo>
                    <a:pt x="2386413" y="629929"/>
                  </a:lnTo>
                  <a:lnTo>
                    <a:pt x="2396157" y="631131"/>
                  </a:lnTo>
                  <a:lnTo>
                    <a:pt x="2405886" y="632083"/>
                  </a:lnTo>
                  <a:lnTo>
                    <a:pt x="2415630" y="632784"/>
                  </a:lnTo>
                  <a:lnTo>
                    <a:pt x="2425374" y="633234"/>
                  </a:lnTo>
                  <a:lnTo>
                    <a:pt x="2435118" y="633433"/>
                  </a:lnTo>
                  <a:lnTo>
                    <a:pt x="2444862" y="633387"/>
                  </a:lnTo>
                  <a:lnTo>
                    <a:pt x="2454591" y="633095"/>
                  </a:lnTo>
                  <a:lnTo>
                    <a:pt x="2464335" y="632562"/>
                  </a:lnTo>
                  <a:lnTo>
                    <a:pt x="2474079" y="631790"/>
                  </a:lnTo>
                  <a:lnTo>
                    <a:pt x="2483823" y="630784"/>
                  </a:lnTo>
                  <a:lnTo>
                    <a:pt x="2493552" y="629548"/>
                  </a:lnTo>
                  <a:lnTo>
                    <a:pt x="2503296" y="628087"/>
                  </a:lnTo>
                  <a:lnTo>
                    <a:pt x="2513040" y="626407"/>
                  </a:lnTo>
                  <a:lnTo>
                    <a:pt x="2522784" y="624513"/>
                  </a:lnTo>
                  <a:lnTo>
                    <a:pt x="2532513" y="622412"/>
                  </a:lnTo>
                  <a:lnTo>
                    <a:pt x="2542257" y="620111"/>
                  </a:lnTo>
                  <a:lnTo>
                    <a:pt x="2552001" y="617616"/>
                  </a:lnTo>
                  <a:lnTo>
                    <a:pt x="2561745" y="614936"/>
                  </a:lnTo>
                  <a:lnTo>
                    <a:pt x="2571474" y="612078"/>
                  </a:lnTo>
                  <a:lnTo>
                    <a:pt x="2581218" y="609052"/>
                  </a:lnTo>
                  <a:lnTo>
                    <a:pt x="2590962" y="605866"/>
                  </a:lnTo>
                  <a:lnTo>
                    <a:pt x="2600705" y="602527"/>
                  </a:lnTo>
                  <a:lnTo>
                    <a:pt x="2610449" y="599045"/>
                  </a:lnTo>
                  <a:lnTo>
                    <a:pt x="2620178" y="595430"/>
                  </a:lnTo>
                  <a:lnTo>
                    <a:pt x="2629922" y="591692"/>
                  </a:lnTo>
                  <a:lnTo>
                    <a:pt x="2639666" y="587839"/>
                  </a:lnTo>
                  <a:lnTo>
                    <a:pt x="2649410" y="583884"/>
                  </a:lnTo>
                  <a:lnTo>
                    <a:pt x="2659139" y="579833"/>
                  </a:lnTo>
                  <a:lnTo>
                    <a:pt x="2668883" y="575700"/>
                  </a:lnTo>
                  <a:lnTo>
                    <a:pt x="2678627" y="571492"/>
                  </a:lnTo>
                  <a:lnTo>
                    <a:pt x="2688371" y="567222"/>
                  </a:lnTo>
                  <a:lnTo>
                    <a:pt x="2698100" y="562898"/>
                  </a:lnTo>
                  <a:lnTo>
                    <a:pt x="2707844" y="558533"/>
                  </a:lnTo>
                  <a:lnTo>
                    <a:pt x="2717588" y="554135"/>
                  </a:lnTo>
                  <a:lnTo>
                    <a:pt x="2727332" y="549714"/>
                  </a:lnTo>
                  <a:lnTo>
                    <a:pt x="2737076" y="545282"/>
                  </a:lnTo>
                  <a:lnTo>
                    <a:pt x="2746805" y="540846"/>
                  </a:lnTo>
                  <a:lnTo>
                    <a:pt x="2756549" y="536420"/>
                  </a:lnTo>
                  <a:lnTo>
                    <a:pt x="2766293" y="532010"/>
                  </a:lnTo>
                  <a:lnTo>
                    <a:pt x="2776037" y="527628"/>
                  </a:lnTo>
                  <a:lnTo>
                    <a:pt x="2785766" y="523281"/>
                  </a:lnTo>
                  <a:lnTo>
                    <a:pt x="2795510" y="518979"/>
                  </a:lnTo>
                  <a:lnTo>
                    <a:pt x="2805254" y="514731"/>
                  </a:lnTo>
                  <a:lnTo>
                    <a:pt x="2814998" y="510548"/>
                  </a:lnTo>
                  <a:lnTo>
                    <a:pt x="2824727" y="506433"/>
                  </a:lnTo>
                  <a:lnTo>
                    <a:pt x="2834471" y="502398"/>
                  </a:lnTo>
                  <a:lnTo>
                    <a:pt x="2844215" y="498450"/>
                  </a:lnTo>
                  <a:lnTo>
                    <a:pt x="2853958" y="494596"/>
                  </a:lnTo>
                  <a:lnTo>
                    <a:pt x="2863687" y="490842"/>
                  </a:lnTo>
                  <a:lnTo>
                    <a:pt x="2873431" y="487197"/>
                  </a:lnTo>
                  <a:lnTo>
                    <a:pt x="2883175" y="483666"/>
                  </a:lnTo>
                  <a:lnTo>
                    <a:pt x="2892919" y="480254"/>
                  </a:lnTo>
                  <a:lnTo>
                    <a:pt x="2902663" y="476969"/>
                  </a:lnTo>
                  <a:lnTo>
                    <a:pt x="2912392" y="47381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7" name="Freeform 606">
              <a:extLst>
                <a:ext uri="{FF2B5EF4-FFF2-40B4-BE49-F238E27FC236}">
                  <a16:creationId xmlns:a16="http://schemas.microsoft.com/office/drawing/2014/main" id="{AA903083-6E2C-4D58-8BE3-F4D7EC306E86}"/>
                </a:ext>
              </a:extLst>
            </p:cNvPr>
            <p:cNvSpPr/>
            <p:nvPr/>
          </p:nvSpPr>
          <p:spPr>
            <a:xfrm>
              <a:off x="576446" y="3277374"/>
              <a:ext cx="2912392" cy="531331"/>
            </a:xfrm>
            <a:custGeom>
              <a:avLst/>
              <a:gdLst>
                <a:gd name="connsiteX0" fmla="*/ 0 w 2912392"/>
                <a:gd name="connsiteY0" fmla="*/ 169765 h 531331"/>
                <a:gd name="connsiteX1" fmla="*/ 9739 w 2912392"/>
                <a:gd name="connsiteY1" fmla="*/ 164355 h 531331"/>
                <a:gd name="connsiteX2" fmla="*/ 19480 w 2912392"/>
                <a:gd name="connsiteY2" fmla="*/ 158922 h 531331"/>
                <a:gd name="connsiteX3" fmla="*/ 29221 w 2912392"/>
                <a:gd name="connsiteY3" fmla="*/ 153470 h 531331"/>
                <a:gd name="connsiteX4" fmla="*/ 38961 w 2912392"/>
                <a:gd name="connsiteY4" fmla="*/ 148005 h 531331"/>
                <a:gd name="connsiteX5" fmla="*/ 48702 w 2912392"/>
                <a:gd name="connsiteY5" fmla="*/ 142536 h 531331"/>
                <a:gd name="connsiteX6" fmla="*/ 58443 w 2912392"/>
                <a:gd name="connsiteY6" fmla="*/ 137066 h 531331"/>
                <a:gd name="connsiteX7" fmla="*/ 68182 w 2912392"/>
                <a:gd name="connsiteY7" fmla="*/ 131604 h 531331"/>
                <a:gd name="connsiteX8" fmla="*/ 77923 w 2912392"/>
                <a:gd name="connsiteY8" fmla="*/ 126156 h 531331"/>
                <a:gd name="connsiteX9" fmla="*/ 87664 w 2912392"/>
                <a:gd name="connsiteY9" fmla="*/ 120726 h 531331"/>
                <a:gd name="connsiteX10" fmla="*/ 97404 w 2912392"/>
                <a:gd name="connsiteY10" fmla="*/ 115324 h 531331"/>
                <a:gd name="connsiteX11" fmla="*/ 107145 w 2912392"/>
                <a:gd name="connsiteY11" fmla="*/ 109956 h 531331"/>
                <a:gd name="connsiteX12" fmla="*/ 116886 w 2912392"/>
                <a:gd name="connsiteY12" fmla="*/ 104628 h 531331"/>
                <a:gd name="connsiteX13" fmla="*/ 126625 w 2912392"/>
                <a:gd name="connsiteY13" fmla="*/ 99346 h 531331"/>
                <a:gd name="connsiteX14" fmla="*/ 136366 w 2912392"/>
                <a:gd name="connsiteY14" fmla="*/ 94120 h 531331"/>
                <a:gd name="connsiteX15" fmla="*/ 146107 w 2912392"/>
                <a:gd name="connsiteY15" fmla="*/ 88954 h 531331"/>
                <a:gd name="connsiteX16" fmla="*/ 155846 w 2912392"/>
                <a:gd name="connsiteY16" fmla="*/ 83859 h 531331"/>
                <a:gd name="connsiteX17" fmla="*/ 165587 w 2912392"/>
                <a:gd name="connsiteY17" fmla="*/ 78838 h 531331"/>
                <a:gd name="connsiteX18" fmla="*/ 175328 w 2912392"/>
                <a:gd name="connsiteY18" fmla="*/ 73902 h 531331"/>
                <a:gd name="connsiteX19" fmla="*/ 185068 w 2912392"/>
                <a:gd name="connsiteY19" fmla="*/ 69057 h 531331"/>
                <a:gd name="connsiteX20" fmla="*/ 194809 w 2912392"/>
                <a:gd name="connsiteY20" fmla="*/ 64310 h 531331"/>
                <a:gd name="connsiteX21" fmla="*/ 204550 w 2912392"/>
                <a:gd name="connsiteY21" fmla="*/ 59670 h 531331"/>
                <a:gd name="connsiteX22" fmla="*/ 214289 w 2912392"/>
                <a:gd name="connsiteY22" fmla="*/ 55144 h 531331"/>
                <a:gd name="connsiteX23" fmla="*/ 224030 w 2912392"/>
                <a:gd name="connsiteY23" fmla="*/ 50738 h 531331"/>
                <a:gd name="connsiteX24" fmla="*/ 233771 w 2912392"/>
                <a:gd name="connsiteY24" fmla="*/ 46464 h 531331"/>
                <a:gd name="connsiteX25" fmla="*/ 243510 w 2912392"/>
                <a:gd name="connsiteY25" fmla="*/ 42327 h 531331"/>
                <a:gd name="connsiteX26" fmla="*/ 253251 w 2912392"/>
                <a:gd name="connsiteY26" fmla="*/ 38334 h 531331"/>
                <a:gd name="connsiteX27" fmla="*/ 262992 w 2912392"/>
                <a:gd name="connsiteY27" fmla="*/ 34494 h 531331"/>
                <a:gd name="connsiteX28" fmla="*/ 272732 w 2912392"/>
                <a:gd name="connsiteY28" fmla="*/ 30816 h 531331"/>
                <a:gd name="connsiteX29" fmla="*/ 282473 w 2912392"/>
                <a:gd name="connsiteY29" fmla="*/ 27305 h 531331"/>
                <a:gd name="connsiteX30" fmla="*/ 292214 w 2912392"/>
                <a:gd name="connsiteY30" fmla="*/ 23971 h 531331"/>
                <a:gd name="connsiteX31" fmla="*/ 301953 w 2912392"/>
                <a:gd name="connsiteY31" fmla="*/ 20821 h 531331"/>
                <a:gd name="connsiteX32" fmla="*/ 311694 w 2912392"/>
                <a:gd name="connsiteY32" fmla="*/ 17864 h 531331"/>
                <a:gd name="connsiteX33" fmla="*/ 321435 w 2912392"/>
                <a:gd name="connsiteY33" fmla="*/ 15106 h 531331"/>
                <a:gd name="connsiteX34" fmla="*/ 331175 w 2912392"/>
                <a:gd name="connsiteY34" fmla="*/ 12555 h 531331"/>
                <a:gd name="connsiteX35" fmla="*/ 340916 w 2912392"/>
                <a:gd name="connsiteY35" fmla="*/ 10219 h 531331"/>
                <a:gd name="connsiteX36" fmla="*/ 350656 w 2912392"/>
                <a:gd name="connsiteY36" fmla="*/ 8105 h 531331"/>
                <a:gd name="connsiteX37" fmla="*/ 360396 w 2912392"/>
                <a:gd name="connsiteY37" fmla="*/ 6219 h 531331"/>
                <a:gd name="connsiteX38" fmla="*/ 370137 w 2912392"/>
                <a:gd name="connsiteY38" fmla="*/ 4569 h 531331"/>
                <a:gd name="connsiteX39" fmla="*/ 379878 w 2912392"/>
                <a:gd name="connsiteY39" fmla="*/ 3163 h 531331"/>
                <a:gd name="connsiteX40" fmla="*/ 389617 w 2912392"/>
                <a:gd name="connsiteY40" fmla="*/ 2007 h 531331"/>
                <a:gd name="connsiteX41" fmla="*/ 399358 w 2912392"/>
                <a:gd name="connsiteY41" fmla="*/ 1105 h 531331"/>
                <a:gd name="connsiteX42" fmla="*/ 409099 w 2912392"/>
                <a:gd name="connsiteY42" fmla="*/ 466 h 531331"/>
                <a:gd name="connsiteX43" fmla="*/ 418839 w 2912392"/>
                <a:gd name="connsiteY43" fmla="*/ 97 h 531331"/>
                <a:gd name="connsiteX44" fmla="*/ 428580 w 2912392"/>
                <a:gd name="connsiteY44" fmla="*/ 0 h 531331"/>
                <a:gd name="connsiteX45" fmla="*/ 438321 w 2912392"/>
                <a:gd name="connsiteY45" fmla="*/ 182 h 531331"/>
                <a:gd name="connsiteX46" fmla="*/ 448060 w 2912392"/>
                <a:gd name="connsiteY46" fmla="*/ 648 h 531331"/>
                <a:gd name="connsiteX47" fmla="*/ 457801 w 2912392"/>
                <a:gd name="connsiteY47" fmla="*/ 1403 h 531331"/>
                <a:gd name="connsiteX48" fmla="*/ 467542 w 2912392"/>
                <a:gd name="connsiteY48" fmla="*/ 2452 h 531331"/>
                <a:gd name="connsiteX49" fmla="*/ 477281 w 2912392"/>
                <a:gd name="connsiteY49" fmla="*/ 3798 h 531331"/>
                <a:gd name="connsiteX50" fmla="*/ 487022 w 2912392"/>
                <a:gd name="connsiteY50" fmla="*/ 5446 h 531331"/>
                <a:gd name="connsiteX51" fmla="*/ 496763 w 2912392"/>
                <a:gd name="connsiteY51" fmla="*/ 7396 h 531331"/>
                <a:gd name="connsiteX52" fmla="*/ 506503 w 2912392"/>
                <a:gd name="connsiteY52" fmla="*/ 9653 h 531331"/>
                <a:gd name="connsiteX53" fmla="*/ 516244 w 2912392"/>
                <a:gd name="connsiteY53" fmla="*/ 12219 h 531331"/>
                <a:gd name="connsiteX54" fmla="*/ 525985 w 2912392"/>
                <a:gd name="connsiteY54" fmla="*/ 15096 h 531331"/>
                <a:gd name="connsiteX55" fmla="*/ 535724 w 2912392"/>
                <a:gd name="connsiteY55" fmla="*/ 18284 h 531331"/>
                <a:gd name="connsiteX56" fmla="*/ 545465 w 2912392"/>
                <a:gd name="connsiteY56" fmla="*/ 21785 h 531331"/>
                <a:gd name="connsiteX57" fmla="*/ 555206 w 2912392"/>
                <a:gd name="connsiteY57" fmla="*/ 25598 h 531331"/>
                <a:gd name="connsiteX58" fmla="*/ 564946 w 2912392"/>
                <a:gd name="connsiteY58" fmla="*/ 29723 h 531331"/>
                <a:gd name="connsiteX59" fmla="*/ 574687 w 2912392"/>
                <a:gd name="connsiteY59" fmla="*/ 34162 h 531331"/>
                <a:gd name="connsiteX60" fmla="*/ 584428 w 2912392"/>
                <a:gd name="connsiteY60" fmla="*/ 38909 h 531331"/>
                <a:gd name="connsiteX61" fmla="*/ 594167 w 2912392"/>
                <a:gd name="connsiteY61" fmla="*/ 43964 h 531331"/>
                <a:gd name="connsiteX62" fmla="*/ 603908 w 2912392"/>
                <a:gd name="connsiteY62" fmla="*/ 49325 h 531331"/>
                <a:gd name="connsiteX63" fmla="*/ 613649 w 2912392"/>
                <a:gd name="connsiteY63" fmla="*/ 54986 h 531331"/>
                <a:gd name="connsiteX64" fmla="*/ 623388 w 2912392"/>
                <a:gd name="connsiteY64" fmla="*/ 60947 h 531331"/>
                <a:gd name="connsiteX65" fmla="*/ 633129 w 2912392"/>
                <a:gd name="connsiteY65" fmla="*/ 67200 h 531331"/>
                <a:gd name="connsiteX66" fmla="*/ 642870 w 2912392"/>
                <a:gd name="connsiteY66" fmla="*/ 73743 h 531331"/>
                <a:gd name="connsiteX67" fmla="*/ 652610 w 2912392"/>
                <a:gd name="connsiteY67" fmla="*/ 80566 h 531331"/>
                <a:gd name="connsiteX68" fmla="*/ 662351 w 2912392"/>
                <a:gd name="connsiteY68" fmla="*/ 87666 h 531331"/>
                <a:gd name="connsiteX69" fmla="*/ 672092 w 2912392"/>
                <a:gd name="connsiteY69" fmla="*/ 95033 h 531331"/>
                <a:gd name="connsiteX70" fmla="*/ 681831 w 2912392"/>
                <a:gd name="connsiteY70" fmla="*/ 102663 h 531331"/>
                <a:gd name="connsiteX71" fmla="*/ 691572 w 2912392"/>
                <a:gd name="connsiteY71" fmla="*/ 110544 h 531331"/>
                <a:gd name="connsiteX72" fmla="*/ 701313 w 2912392"/>
                <a:gd name="connsiteY72" fmla="*/ 118669 h 531331"/>
                <a:gd name="connsiteX73" fmla="*/ 711052 w 2912392"/>
                <a:gd name="connsiteY73" fmla="*/ 127027 h 531331"/>
                <a:gd name="connsiteX74" fmla="*/ 720793 w 2912392"/>
                <a:gd name="connsiteY74" fmla="*/ 135609 h 531331"/>
                <a:gd name="connsiteX75" fmla="*/ 730534 w 2912392"/>
                <a:gd name="connsiteY75" fmla="*/ 144404 h 531331"/>
                <a:gd name="connsiteX76" fmla="*/ 740274 w 2912392"/>
                <a:gd name="connsiteY76" fmla="*/ 153400 h 531331"/>
                <a:gd name="connsiteX77" fmla="*/ 750015 w 2912392"/>
                <a:gd name="connsiteY77" fmla="*/ 162585 h 531331"/>
                <a:gd name="connsiteX78" fmla="*/ 759756 w 2912392"/>
                <a:gd name="connsiteY78" fmla="*/ 171946 h 531331"/>
                <a:gd name="connsiteX79" fmla="*/ 769495 w 2912392"/>
                <a:gd name="connsiteY79" fmla="*/ 181471 h 531331"/>
                <a:gd name="connsiteX80" fmla="*/ 779236 w 2912392"/>
                <a:gd name="connsiteY80" fmla="*/ 191146 h 531331"/>
                <a:gd name="connsiteX81" fmla="*/ 788977 w 2912392"/>
                <a:gd name="connsiteY81" fmla="*/ 200956 h 531331"/>
                <a:gd name="connsiteX82" fmla="*/ 798717 w 2912392"/>
                <a:gd name="connsiteY82" fmla="*/ 210888 h 531331"/>
                <a:gd name="connsiteX83" fmla="*/ 808458 w 2912392"/>
                <a:gd name="connsiteY83" fmla="*/ 220924 h 531331"/>
                <a:gd name="connsiteX84" fmla="*/ 818199 w 2912392"/>
                <a:gd name="connsiteY84" fmla="*/ 231050 h 531331"/>
                <a:gd name="connsiteX85" fmla="*/ 827938 w 2912392"/>
                <a:gd name="connsiteY85" fmla="*/ 241253 h 531331"/>
                <a:gd name="connsiteX86" fmla="*/ 837679 w 2912392"/>
                <a:gd name="connsiteY86" fmla="*/ 251513 h 531331"/>
                <a:gd name="connsiteX87" fmla="*/ 847420 w 2912392"/>
                <a:gd name="connsiteY87" fmla="*/ 261814 h 531331"/>
                <a:gd name="connsiteX88" fmla="*/ 857159 w 2912392"/>
                <a:gd name="connsiteY88" fmla="*/ 272142 h 531331"/>
                <a:gd name="connsiteX89" fmla="*/ 866900 w 2912392"/>
                <a:gd name="connsiteY89" fmla="*/ 282477 h 531331"/>
                <a:gd name="connsiteX90" fmla="*/ 876641 w 2912392"/>
                <a:gd name="connsiteY90" fmla="*/ 292802 h 531331"/>
                <a:gd name="connsiteX91" fmla="*/ 886381 w 2912392"/>
                <a:gd name="connsiteY91" fmla="*/ 303102 h 531331"/>
                <a:gd name="connsiteX92" fmla="*/ 896122 w 2912392"/>
                <a:gd name="connsiteY92" fmla="*/ 313358 h 531331"/>
                <a:gd name="connsiteX93" fmla="*/ 905863 w 2912392"/>
                <a:gd name="connsiteY93" fmla="*/ 323552 h 531331"/>
                <a:gd name="connsiteX94" fmla="*/ 915602 w 2912392"/>
                <a:gd name="connsiteY94" fmla="*/ 333669 h 531331"/>
                <a:gd name="connsiteX95" fmla="*/ 925343 w 2912392"/>
                <a:gd name="connsiteY95" fmla="*/ 343687 h 531331"/>
                <a:gd name="connsiteX96" fmla="*/ 935084 w 2912392"/>
                <a:gd name="connsiteY96" fmla="*/ 353593 h 531331"/>
                <a:gd name="connsiteX97" fmla="*/ 944824 w 2912392"/>
                <a:gd name="connsiteY97" fmla="*/ 363367 h 531331"/>
                <a:gd name="connsiteX98" fmla="*/ 954564 w 2912392"/>
                <a:gd name="connsiteY98" fmla="*/ 372993 h 531331"/>
                <a:gd name="connsiteX99" fmla="*/ 964305 w 2912392"/>
                <a:gd name="connsiteY99" fmla="*/ 382454 h 531331"/>
                <a:gd name="connsiteX100" fmla="*/ 974045 w 2912392"/>
                <a:gd name="connsiteY100" fmla="*/ 391733 h 531331"/>
                <a:gd name="connsiteX101" fmla="*/ 983786 w 2912392"/>
                <a:gd name="connsiteY101" fmla="*/ 400814 h 531331"/>
                <a:gd name="connsiteX102" fmla="*/ 993522 w 2912392"/>
                <a:gd name="connsiteY102" fmla="*/ 409682 h 531331"/>
                <a:gd name="connsiteX103" fmla="*/ 1003266 w 2912392"/>
                <a:gd name="connsiteY103" fmla="*/ 418319 h 531331"/>
                <a:gd name="connsiteX104" fmla="*/ 1013010 w 2912392"/>
                <a:gd name="connsiteY104" fmla="*/ 426713 h 531331"/>
                <a:gd name="connsiteX105" fmla="*/ 1022754 w 2912392"/>
                <a:gd name="connsiteY105" fmla="*/ 434846 h 531331"/>
                <a:gd name="connsiteX106" fmla="*/ 1032483 w 2912392"/>
                <a:gd name="connsiteY106" fmla="*/ 442707 h 531331"/>
                <a:gd name="connsiteX107" fmla="*/ 1042227 w 2912392"/>
                <a:gd name="connsiteY107" fmla="*/ 450280 h 531331"/>
                <a:gd name="connsiteX108" fmla="*/ 1051971 w 2912392"/>
                <a:gd name="connsiteY108" fmla="*/ 457555 h 531331"/>
                <a:gd name="connsiteX109" fmla="*/ 1061715 w 2912392"/>
                <a:gd name="connsiteY109" fmla="*/ 464519 h 531331"/>
                <a:gd name="connsiteX110" fmla="*/ 1071444 w 2912392"/>
                <a:gd name="connsiteY110" fmla="*/ 471158 h 531331"/>
                <a:gd name="connsiteX111" fmla="*/ 1081188 w 2912392"/>
                <a:gd name="connsiteY111" fmla="*/ 477465 h 531331"/>
                <a:gd name="connsiteX112" fmla="*/ 1090932 w 2912392"/>
                <a:gd name="connsiteY112" fmla="*/ 483429 h 531331"/>
                <a:gd name="connsiteX113" fmla="*/ 1100676 w 2912392"/>
                <a:gd name="connsiteY113" fmla="*/ 489040 h 531331"/>
                <a:gd name="connsiteX114" fmla="*/ 1110405 w 2912392"/>
                <a:gd name="connsiteY114" fmla="*/ 494292 h 531331"/>
                <a:gd name="connsiteX115" fmla="*/ 1120149 w 2912392"/>
                <a:gd name="connsiteY115" fmla="*/ 499174 h 531331"/>
                <a:gd name="connsiteX116" fmla="*/ 1129893 w 2912392"/>
                <a:gd name="connsiteY116" fmla="*/ 503684 h 531331"/>
                <a:gd name="connsiteX117" fmla="*/ 1139637 w 2912392"/>
                <a:gd name="connsiteY117" fmla="*/ 507815 h 531331"/>
                <a:gd name="connsiteX118" fmla="*/ 1149381 w 2912392"/>
                <a:gd name="connsiteY118" fmla="*/ 511563 h 531331"/>
                <a:gd name="connsiteX119" fmla="*/ 1159110 w 2912392"/>
                <a:gd name="connsiteY119" fmla="*/ 514922 h 531331"/>
                <a:gd name="connsiteX120" fmla="*/ 1168854 w 2912392"/>
                <a:gd name="connsiteY120" fmla="*/ 517893 h 531331"/>
                <a:gd name="connsiteX121" fmla="*/ 1178598 w 2912392"/>
                <a:gd name="connsiteY121" fmla="*/ 520474 h 531331"/>
                <a:gd name="connsiteX122" fmla="*/ 1188341 w 2912392"/>
                <a:gd name="connsiteY122" fmla="*/ 522662 h 531331"/>
                <a:gd name="connsiteX123" fmla="*/ 1198070 w 2912392"/>
                <a:gd name="connsiteY123" fmla="*/ 524462 h 531331"/>
                <a:gd name="connsiteX124" fmla="*/ 1207814 w 2912392"/>
                <a:gd name="connsiteY124" fmla="*/ 525873 h 531331"/>
                <a:gd name="connsiteX125" fmla="*/ 1217558 w 2912392"/>
                <a:gd name="connsiteY125" fmla="*/ 526898 h 531331"/>
                <a:gd name="connsiteX126" fmla="*/ 1227302 w 2912392"/>
                <a:gd name="connsiteY126" fmla="*/ 527542 h 531331"/>
                <a:gd name="connsiteX127" fmla="*/ 1237031 w 2912392"/>
                <a:gd name="connsiteY127" fmla="*/ 527808 h 531331"/>
                <a:gd name="connsiteX128" fmla="*/ 1246775 w 2912392"/>
                <a:gd name="connsiteY128" fmla="*/ 527703 h 531331"/>
                <a:gd name="connsiteX129" fmla="*/ 1256519 w 2912392"/>
                <a:gd name="connsiteY129" fmla="*/ 527235 h 531331"/>
                <a:gd name="connsiteX130" fmla="*/ 1266263 w 2912392"/>
                <a:gd name="connsiteY130" fmla="*/ 526408 h 531331"/>
                <a:gd name="connsiteX131" fmla="*/ 1276007 w 2912392"/>
                <a:gd name="connsiteY131" fmla="*/ 525235 h 531331"/>
                <a:gd name="connsiteX132" fmla="*/ 1285736 w 2912392"/>
                <a:gd name="connsiteY132" fmla="*/ 523724 h 531331"/>
                <a:gd name="connsiteX133" fmla="*/ 1295480 w 2912392"/>
                <a:gd name="connsiteY133" fmla="*/ 521886 h 531331"/>
                <a:gd name="connsiteX134" fmla="*/ 1305224 w 2912392"/>
                <a:gd name="connsiteY134" fmla="*/ 519732 h 531331"/>
                <a:gd name="connsiteX135" fmla="*/ 1314968 w 2912392"/>
                <a:gd name="connsiteY135" fmla="*/ 517273 h 531331"/>
                <a:gd name="connsiteX136" fmla="*/ 1324697 w 2912392"/>
                <a:gd name="connsiteY136" fmla="*/ 514524 h 531331"/>
                <a:gd name="connsiteX137" fmla="*/ 1334441 w 2912392"/>
                <a:gd name="connsiteY137" fmla="*/ 511498 h 531331"/>
                <a:gd name="connsiteX138" fmla="*/ 1344185 w 2912392"/>
                <a:gd name="connsiteY138" fmla="*/ 508212 h 531331"/>
                <a:gd name="connsiteX139" fmla="*/ 1353929 w 2912392"/>
                <a:gd name="connsiteY139" fmla="*/ 504678 h 531331"/>
                <a:gd name="connsiteX140" fmla="*/ 1363658 w 2912392"/>
                <a:gd name="connsiteY140" fmla="*/ 500913 h 531331"/>
                <a:gd name="connsiteX141" fmla="*/ 1373402 w 2912392"/>
                <a:gd name="connsiteY141" fmla="*/ 496933 h 531331"/>
                <a:gd name="connsiteX142" fmla="*/ 1383146 w 2912392"/>
                <a:gd name="connsiteY142" fmla="*/ 492756 h 531331"/>
                <a:gd name="connsiteX143" fmla="*/ 1392890 w 2912392"/>
                <a:gd name="connsiteY143" fmla="*/ 488398 h 531331"/>
                <a:gd name="connsiteX144" fmla="*/ 1402619 w 2912392"/>
                <a:gd name="connsiteY144" fmla="*/ 483879 h 531331"/>
                <a:gd name="connsiteX145" fmla="*/ 1412363 w 2912392"/>
                <a:gd name="connsiteY145" fmla="*/ 479214 h 531331"/>
                <a:gd name="connsiteX146" fmla="*/ 1422106 w 2912392"/>
                <a:gd name="connsiteY146" fmla="*/ 474424 h 531331"/>
                <a:gd name="connsiteX147" fmla="*/ 1431850 w 2912392"/>
                <a:gd name="connsiteY147" fmla="*/ 469527 h 531331"/>
                <a:gd name="connsiteX148" fmla="*/ 1441594 w 2912392"/>
                <a:gd name="connsiteY148" fmla="*/ 464541 h 531331"/>
                <a:gd name="connsiteX149" fmla="*/ 1451323 w 2912392"/>
                <a:gd name="connsiteY149" fmla="*/ 459486 h 531331"/>
                <a:gd name="connsiteX150" fmla="*/ 1461067 w 2912392"/>
                <a:gd name="connsiteY150" fmla="*/ 454380 h 531331"/>
                <a:gd name="connsiteX151" fmla="*/ 1470811 w 2912392"/>
                <a:gd name="connsiteY151" fmla="*/ 449243 h 531331"/>
                <a:gd name="connsiteX152" fmla="*/ 1480555 w 2912392"/>
                <a:gd name="connsiteY152" fmla="*/ 444092 h 531331"/>
                <a:gd name="connsiteX153" fmla="*/ 1490284 w 2912392"/>
                <a:gd name="connsiteY153" fmla="*/ 438948 h 531331"/>
                <a:gd name="connsiteX154" fmla="*/ 1500028 w 2912392"/>
                <a:gd name="connsiteY154" fmla="*/ 433829 h 531331"/>
                <a:gd name="connsiteX155" fmla="*/ 1509772 w 2912392"/>
                <a:gd name="connsiteY155" fmla="*/ 428751 h 531331"/>
                <a:gd name="connsiteX156" fmla="*/ 1519516 w 2912392"/>
                <a:gd name="connsiteY156" fmla="*/ 423734 h 531331"/>
                <a:gd name="connsiteX157" fmla="*/ 1529245 w 2912392"/>
                <a:gd name="connsiteY157" fmla="*/ 418795 h 531331"/>
                <a:gd name="connsiteX158" fmla="*/ 1538989 w 2912392"/>
                <a:gd name="connsiteY158" fmla="*/ 413952 h 531331"/>
                <a:gd name="connsiteX159" fmla="*/ 1548733 w 2912392"/>
                <a:gd name="connsiteY159" fmla="*/ 409220 h 531331"/>
                <a:gd name="connsiteX160" fmla="*/ 1558477 w 2912392"/>
                <a:gd name="connsiteY160" fmla="*/ 404616 h 531331"/>
                <a:gd name="connsiteX161" fmla="*/ 1568221 w 2912392"/>
                <a:gd name="connsiteY161" fmla="*/ 400155 h 531331"/>
                <a:gd name="connsiteX162" fmla="*/ 1577950 w 2912392"/>
                <a:gd name="connsiteY162" fmla="*/ 395853 h 531331"/>
                <a:gd name="connsiteX163" fmla="*/ 1587694 w 2912392"/>
                <a:gd name="connsiteY163" fmla="*/ 391721 h 531331"/>
                <a:gd name="connsiteX164" fmla="*/ 1597438 w 2912392"/>
                <a:gd name="connsiteY164" fmla="*/ 387776 h 531331"/>
                <a:gd name="connsiteX165" fmla="*/ 1607182 w 2912392"/>
                <a:gd name="connsiteY165" fmla="*/ 384029 h 531331"/>
                <a:gd name="connsiteX166" fmla="*/ 1616911 w 2912392"/>
                <a:gd name="connsiteY166" fmla="*/ 380492 h 531331"/>
                <a:gd name="connsiteX167" fmla="*/ 1626655 w 2912392"/>
                <a:gd name="connsiteY167" fmla="*/ 377177 h 531331"/>
                <a:gd name="connsiteX168" fmla="*/ 1636399 w 2912392"/>
                <a:gd name="connsiteY168" fmla="*/ 374093 h 531331"/>
                <a:gd name="connsiteX169" fmla="*/ 1646142 w 2912392"/>
                <a:gd name="connsiteY169" fmla="*/ 371248 h 531331"/>
                <a:gd name="connsiteX170" fmla="*/ 1655872 w 2912392"/>
                <a:gd name="connsiteY170" fmla="*/ 368653 h 531331"/>
                <a:gd name="connsiteX171" fmla="*/ 1665616 w 2912392"/>
                <a:gd name="connsiteY171" fmla="*/ 366314 h 531331"/>
                <a:gd name="connsiteX172" fmla="*/ 1675359 w 2912392"/>
                <a:gd name="connsiteY172" fmla="*/ 364238 h 531331"/>
                <a:gd name="connsiteX173" fmla="*/ 1685103 w 2912392"/>
                <a:gd name="connsiteY173" fmla="*/ 362431 h 531331"/>
                <a:gd name="connsiteX174" fmla="*/ 1694832 w 2912392"/>
                <a:gd name="connsiteY174" fmla="*/ 360897 h 531331"/>
                <a:gd name="connsiteX175" fmla="*/ 1704576 w 2912392"/>
                <a:gd name="connsiteY175" fmla="*/ 359639 h 531331"/>
                <a:gd name="connsiteX176" fmla="*/ 1714320 w 2912392"/>
                <a:gd name="connsiteY176" fmla="*/ 358660 h 531331"/>
                <a:gd name="connsiteX177" fmla="*/ 1724064 w 2912392"/>
                <a:gd name="connsiteY177" fmla="*/ 357963 h 531331"/>
                <a:gd name="connsiteX178" fmla="*/ 1733808 w 2912392"/>
                <a:gd name="connsiteY178" fmla="*/ 357549 h 531331"/>
                <a:gd name="connsiteX179" fmla="*/ 1743537 w 2912392"/>
                <a:gd name="connsiteY179" fmla="*/ 357415 h 531331"/>
                <a:gd name="connsiteX180" fmla="*/ 1753281 w 2912392"/>
                <a:gd name="connsiteY180" fmla="*/ 357561 h 531331"/>
                <a:gd name="connsiteX181" fmla="*/ 1763025 w 2912392"/>
                <a:gd name="connsiteY181" fmla="*/ 357985 h 531331"/>
                <a:gd name="connsiteX182" fmla="*/ 1772769 w 2912392"/>
                <a:gd name="connsiteY182" fmla="*/ 358687 h 531331"/>
                <a:gd name="connsiteX183" fmla="*/ 1782498 w 2912392"/>
                <a:gd name="connsiteY183" fmla="*/ 359658 h 531331"/>
                <a:gd name="connsiteX184" fmla="*/ 1792242 w 2912392"/>
                <a:gd name="connsiteY184" fmla="*/ 360898 h 531331"/>
                <a:gd name="connsiteX185" fmla="*/ 1801986 w 2912392"/>
                <a:gd name="connsiteY185" fmla="*/ 362398 h 531331"/>
                <a:gd name="connsiteX186" fmla="*/ 1811730 w 2912392"/>
                <a:gd name="connsiteY186" fmla="*/ 364155 h 531331"/>
                <a:gd name="connsiteX187" fmla="*/ 1821459 w 2912392"/>
                <a:gd name="connsiteY187" fmla="*/ 366159 h 531331"/>
                <a:gd name="connsiteX188" fmla="*/ 1831203 w 2912392"/>
                <a:gd name="connsiteY188" fmla="*/ 368403 h 531331"/>
                <a:gd name="connsiteX189" fmla="*/ 1840947 w 2912392"/>
                <a:gd name="connsiteY189" fmla="*/ 370880 h 531331"/>
                <a:gd name="connsiteX190" fmla="*/ 1850691 w 2912392"/>
                <a:gd name="connsiteY190" fmla="*/ 373579 h 531331"/>
                <a:gd name="connsiteX191" fmla="*/ 1860435 w 2912392"/>
                <a:gd name="connsiteY191" fmla="*/ 376491 h 531331"/>
                <a:gd name="connsiteX192" fmla="*/ 1870164 w 2912392"/>
                <a:gd name="connsiteY192" fmla="*/ 379605 h 531331"/>
                <a:gd name="connsiteX193" fmla="*/ 1879908 w 2912392"/>
                <a:gd name="connsiteY193" fmla="*/ 382913 h 531331"/>
                <a:gd name="connsiteX194" fmla="*/ 1889652 w 2912392"/>
                <a:gd name="connsiteY194" fmla="*/ 386399 h 531331"/>
                <a:gd name="connsiteX195" fmla="*/ 1899395 w 2912392"/>
                <a:gd name="connsiteY195" fmla="*/ 390055 h 531331"/>
                <a:gd name="connsiteX196" fmla="*/ 1909124 w 2912392"/>
                <a:gd name="connsiteY196" fmla="*/ 393868 h 531331"/>
                <a:gd name="connsiteX197" fmla="*/ 1918868 w 2912392"/>
                <a:gd name="connsiteY197" fmla="*/ 397824 h 531331"/>
                <a:gd name="connsiteX198" fmla="*/ 1928612 w 2912392"/>
                <a:gd name="connsiteY198" fmla="*/ 401912 h 531331"/>
                <a:gd name="connsiteX199" fmla="*/ 1938356 w 2912392"/>
                <a:gd name="connsiteY199" fmla="*/ 406118 h 531331"/>
                <a:gd name="connsiteX200" fmla="*/ 1948085 w 2912392"/>
                <a:gd name="connsiteY200" fmla="*/ 410428 h 531331"/>
                <a:gd name="connsiteX201" fmla="*/ 1957829 w 2912392"/>
                <a:gd name="connsiteY201" fmla="*/ 414831 h 531331"/>
                <a:gd name="connsiteX202" fmla="*/ 1967573 w 2912392"/>
                <a:gd name="connsiteY202" fmla="*/ 419309 h 531331"/>
                <a:gd name="connsiteX203" fmla="*/ 1977317 w 2912392"/>
                <a:gd name="connsiteY203" fmla="*/ 423854 h 531331"/>
                <a:gd name="connsiteX204" fmla="*/ 1987046 w 2912392"/>
                <a:gd name="connsiteY204" fmla="*/ 428448 h 531331"/>
                <a:gd name="connsiteX205" fmla="*/ 1996790 w 2912392"/>
                <a:gd name="connsiteY205" fmla="*/ 433079 h 531331"/>
                <a:gd name="connsiteX206" fmla="*/ 2006534 w 2912392"/>
                <a:gd name="connsiteY206" fmla="*/ 437732 h 531331"/>
                <a:gd name="connsiteX207" fmla="*/ 2016278 w 2912392"/>
                <a:gd name="connsiteY207" fmla="*/ 442395 h 531331"/>
                <a:gd name="connsiteX208" fmla="*/ 2026022 w 2912392"/>
                <a:gd name="connsiteY208" fmla="*/ 447054 h 531331"/>
                <a:gd name="connsiteX209" fmla="*/ 2035751 w 2912392"/>
                <a:gd name="connsiteY209" fmla="*/ 451697 h 531331"/>
                <a:gd name="connsiteX210" fmla="*/ 2045495 w 2912392"/>
                <a:gd name="connsiteY210" fmla="*/ 456308 h 531331"/>
                <a:gd name="connsiteX211" fmla="*/ 2055239 w 2912392"/>
                <a:gd name="connsiteY211" fmla="*/ 460875 h 531331"/>
                <a:gd name="connsiteX212" fmla="*/ 2064983 w 2912392"/>
                <a:gd name="connsiteY212" fmla="*/ 465388 h 531331"/>
                <a:gd name="connsiteX213" fmla="*/ 2074712 w 2912392"/>
                <a:gd name="connsiteY213" fmla="*/ 469832 h 531331"/>
                <a:gd name="connsiteX214" fmla="*/ 2084456 w 2912392"/>
                <a:gd name="connsiteY214" fmla="*/ 474194 h 531331"/>
                <a:gd name="connsiteX215" fmla="*/ 2094200 w 2912392"/>
                <a:gd name="connsiteY215" fmla="*/ 478467 h 531331"/>
                <a:gd name="connsiteX216" fmla="*/ 2103944 w 2912392"/>
                <a:gd name="connsiteY216" fmla="*/ 482636 h 531331"/>
                <a:gd name="connsiteX217" fmla="*/ 2113673 w 2912392"/>
                <a:gd name="connsiteY217" fmla="*/ 486690 h 531331"/>
                <a:gd name="connsiteX218" fmla="*/ 2123417 w 2912392"/>
                <a:gd name="connsiteY218" fmla="*/ 490620 h 531331"/>
                <a:gd name="connsiteX219" fmla="*/ 2133161 w 2912392"/>
                <a:gd name="connsiteY219" fmla="*/ 494417 h 531331"/>
                <a:gd name="connsiteX220" fmla="*/ 2142905 w 2912392"/>
                <a:gd name="connsiteY220" fmla="*/ 498070 h 531331"/>
                <a:gd name="connsiteX221" fmla="*/ 2152649 w 2912392"/>
                <a:gd name="connsiteY221" fmla="*/ 501568 h 531331"/>
                <a:gd name="connsiteX222" fmla="*/ 2162377 w 2912392"/>
                <a:gd name="connsiteY222" fmla="*/ 504907 h 531331"/>
                <a:gd name="connsiteX223" fmla="*/ 2172121 w 2912392"/>
                <a:gd name="connsiteY223" fmla="*/ 508075 h 531331"/>
                <a:gd name="connsiteX224" fmla="*/ 2181865 w 2912392"/>
                <a:gd name="connsiteY224" fmla="*/ 511066 h 531331"/>
                <a:gd name="connsiteX225" fmla="*/ 2191609 w 2912392"/>
                <a:gd name="connsiteY225" fmla="*/ 513873 h 531331"/>
                <a:gd name="connsiteX226" fmla="*/ 2201338 w 2912392"/>
                <a:gd name="connsiteY226" fmla="*/ 516490 h 531331"/>
                <a:gd name="connsiteX227" fmla="*/ 2211082 w 2912392"/>
                <a:gd name="connsiteY227" fmla="*/ 518908 h 531331"/>
                <a:gd name="connsiteX228" fmla="*/ 2220826 w 2912392"/>
                <a:gd name="connsiteY228" fmla="*/ 521125 h 531331"/>
                <a:gd name="connsiteX229" fmla="*/ 2230570 w 2912392"/>
                <a:gd name="connsiteY229" fmla="*/ 523134 h 531331"/>
                <a:gd name="connsiteX230" fmla="*/ 2240299 w 2912392"/>
                <a:gd name="connsiteY230" fmla="*/ 524933 h 531331"/>
                <a:gd name="connsiteX231" fmla="*/ 2250043 w 2912392"/>
                <a:gd name="connsiteY231" fmla="*/ 526515 h 531331"/>
                <a:gd name="connsiteX232" fmla="*/ 2259787 w 2912392"/>
                <a:gd name="connsiteY232" fmla="*/ 527878 h 531331"/>
                <a:gd name="connsiteX233" fmla="*/ 2269531 w 2912392"/>
                <a:gd name="connsiteY233" fmla="*/ 529020 h 531331"/>
                <a:gd name="connsiteX234" fmla="*/ 2279260 w 2912392"/>
                <a:gd name="connsiteY234" fmla="*/ 529936 h 531331"/>
                <a:gd name="connsiteX235" fmla="*/ 2289004 w 2912392"/>
                <a:gd name="connsiteY235" fmla="*/ 530627 h 531331"/>
                <a:gd name="connsiteX236" fmla="*/ 2298748 w 2912392"/>
                <a:gd name="connsiteY236" fmla="*/ 531091 h 531331"/>
                <a:gd name="connsiteX237" fmla="*/ 2308492 w 2912392"/>
                <a:gd name="connsiteY237" fmla="*/ 531324 h 531331"/>
                <a:gd name="connsiteX238" fmla="*/ 2318236 w 2912392"/>
                <a:gd name="connsiteY238" fmla="*/ 531332 h 531331"/>
                <a:gd name="connsiteX239" fmla="*/ 2327965 w 2912392"/>
                <a:gd name="connsiteY239" fmla="*/ 531108 h 531331"/>
                <a:gd name="connsiteX240" fmla="*/ 2337709 w 2912392"/>
                <a:gd name="connsiteY240" fmla="*/ 530658 h 531331"/>
                <a:gd name="connsiteX241" fmla="*/ 2347453 w 2912392"/>
                <a:gd name="connsiteY241" fmla="*/ 529979 h 531331"/>
                <a:gd name="connsiteX242" fmla="*/ 2357197 w 2912392"/>
                <a:gd name="connsiteY242" fmla="*/ 529076 h 531331"/>
                <a:gd name="connsiteX243" fmla="*/ 2366926 w 2912392"/>
                <a:gd name="connsiteY243" fmla="*/ 527947 h 531331"/>
                <a:gd name="connsiteX244" fmla="*/ 2376670 w 2912392"/>
                <a:gd name="connsiteY244" fmla="*/ 526597 h 531331"/>
                <a:gd name="connsiteX245" fmla="*/ 2386413 w 2912392"/>
                <a:gd name="connsiteY245" fmla="*/ 525028 h 531331"/>
                <a:gd name="connsiteX246" fmla="*/ 2396157 w 2912392"/>
                <a:gd name="connsiteY246" fmla="*/ 523243 h 531331"/>
                <a:gd name="connsiteX247" fmla="*/ 2405886 w 2912392"/>
                <a:gd name="connsiteY247" fmla="*/ 521244 h 531331"/>
                <a:gd name="connsiteX248" fmla="*/ 2415630 w 2912392"/>
                <a:gd name="connsiteY248" fmla="*/ 519036 h 531331"/>
                <a:gd name="connsiteX249" fmla="*/ 2425374 w 2912392"/>
                <a:gd name="connsiteY249" fmla="*/ 516624 h 531331"/>
                <a:gd name="connsiteX250" fmla="*/ 2435118 w 2912392"/>
                <a:gd name="connsiteY250" fmla="*/ 514009 h 531331"/>
                <a:gd name="connsiteX251" fmla="*/ 2444862 w 2912392"/>
                <a:gd name="connsiteY251" fmla="*/ 511197 h 531331"/>
                <a:gd name="connsiteX252" fmla="*/ 2454591 w 2912392"/>
                <a:gd name="connsiteY252" fmla="*/ 508195 h 531331"/>
                <a:gd name="connsiteX253" fmla="*/ 2464335 w 2912392"/>
                <a:gd name="connsiteY253" fmla="*/ 505007 h 531331"/>
                <a:gd name="connsiteX254" fmla="*/ 2474079 w 2912392"/>
                <a:gd name="connsiteY254" fmla="*/ 501637 h 531331"/>
                <a:gd name="connsiteX255" fmla="*/ 2483823 w 2912392"/>
                <a:gd name="connsiteY255" fmla="*/ 498091 h 531331"/>
                <a:gd name="connsiteX256" fmla="*/ 2493552 w 2912392"/>
                <a:gd name="connsiteY256" fmla="*/ 494375 h 531331"/>
                <a:gd name="connsiteX257" fmla="*/ 2503296 w 2912392"/>
                <a:gd name="connsiteY257" fmla="*/ 490497 h 531331"/>
                <a:gd name="connsiteX258" fmla="*/ 2513040 w 2912392"/>
                <a:gd name="connsiteY258" fmla="*/ 486459 h 531331"/>
                <a:gd name="connsiteX259" fmla="*/ 2522784 w 2912392"/>
                <a:gd name="connsiteY259" fmla="*/ 482271 h 531331"/>
                <a:gd name="connsiteX260" fmla="*/ 2532513 w 2912392"/>
                <a:gd name="connsiteY260" fmla="*/ 477938 h 531331"/>
                <a:gd name="connsiteX261" fmla="*/ 2542257 w 2912392"/>
                <a:gd name="connsiteY261" fmla="*/ 473466 h 531331"/>
                <a:gd name="connsiteX262" fmla="*/ 2552001 w 2912392"/>
                <a:gd name="connsiteY262" fmla="*/ 468864 h 531331"/>
                <a:gd name="connsiteX263" fmla="*/ 2561745 w 2912392"/>
                <a:gd name="connsiteY263" fmla="*/ 464135 h 531331"/>
                <a:gd name="connsiteX264" fmla="*/ 2571474 w 2912392"/>
                <a:gd name="connsiteY264" fmla="*/ 459288 h 531331"/>
                <a:gd name="connsiteX265" fmla="*/ 2581218 w 2912392"/>
                <a:gd name="connsiteY265" fmla="*/ 454331 h 531331"/>
                <a:gd name="connsiteX266" fmla="*/ 2590962 w 2912392"/>
                <a:gd name="connsiteY266" fmla="*/ 449268 h 531331"/>
                <a:gd name="connsiteX267" fmla="*/ 2600705 w 2912392"/>
                <a:gd name="connsiteY267" fmla="*/ 444109 h 531331"/>
                <a:gd name="connsiteX268" fmla="*/ 2610449 w 2912392"/>
                <a:gd name="connsiteY268" fmla="*/ 438858 h 531331"/>
                <a:gd name="connsiteX269" fmla="*/ 2620178 w 2912392"/>
                <a:gd name="connsiteY269" fmla="*/ 433525 h 531331"/>
                <a:gd name="connsiteX270" fmla="*/ 2629922 w 2912392"/>
                <a:gd name="connsiteY270" fmla="*/ 428113 h 531331"/>
                <a:gd name="connsiteX271" fmla="*/ 2639666 w 2912392"/>
                <a:gd name="connsiteY271" fmla="*/ 422633 h 531331"/>
                <a:gd name="connsiteX272" fmla="*/ 2649410 w 2912392"/>
                <a:gd name="connsiteY272" fmla="*/ 417088 h 531331"/>
                <a:gd name="connsiteX273" fmla="*/ 2659139 w 2912392"/>
                <a:gd name="connsiteY273" fmla="*/ 411488 h 531331"/>
                <a:gd name="connsiteX274" fmla="*/ 2668883 w 2912392"/>
                <a:gd name="connsiteY274" fmla="*/ 405835 h 531331"/>
                <a:gd name="connsiteX275" fmla="*/ 2678627 w 2912392"/>
                <a:gd name="connsiteY275" fmla="*/ 400139 h 531331"/>
                <a:gd name="connsiteX276" fmla="*/ 2688371 w 2912392"/>
                <a:gd name="connsiteY276" fmla="*/ 394406 h 531331"/>
                <a:gd name="connsiteX277" fmla="*/ 2698100 w 2912392"/>
                <a:gd name="connsiteY277" fmla="*/ 388641 h 531331"/>
                <a:gd name="connsiteX278" fmla="*/ 2707844 w 2912392"/>
                <a:gd name="connsiteY278" fmla="*/ 382850 h 531331"/>
                <a:gd name="connsiteX279" fmla="*/ 2717588 w 2912392"/>
                <a:gd name="connsiteY279" fmla="*/ 377040 h 531331"/>
                <a:gd name="connsiteX280" fmla="*/ 2727332 w 2912392"/>
                <a:gd name="connsiteY280" fmla="*/ 371214 h 531331"/>
                <a:gd name="connsiteX281" fmla="*/ 2737076 w 2912392"/>
                <a:gd name="connsiteY281" fmla="*/ 365380 h 531331"/>
                <a:gd name="connsiteX282" fmla="*/ 2746805 w 2912392"/>
                <a:gd name="connsiteY282" fmla="*/ 359541 h 531331"/>
                <a:gd name="connsiteX283" fmla="*/ 2756549 w 2912392"/>
                <a:gd name="connsiteY283" fmla="*/ 353702 h 531331"/>
                <a:gd name="connsiteX284" fmla="*/ 2766293 w 2912392"/>
                <a:gd name="connsiteY284" fmla="*/ 347869 h 531331"/>
                <a:gd name="connsiteX285" fmla="*/ 2776037 w 2912392"/>
                <a:gd name="connsiteY285" fmla="*/ 342045 h 531331"/>
                <a:gd name="connsiteX286" fmla="*/ 2785766 w 2912392"/>
                <a:gd name="connsiteY286" fmla="*/ 336234 h 531331"/>
                <a:gd name="connsiteX287" fmla="*/ 2795510 w 2912392"/>
                <a:gd name="connsiteY287" fmla="*/ 330440 h 531331"/>
                <a:gd name="connsiteX288" fmla="*/ 2805254 w 2912392"/>
                <a:gd name="connsiteY288" fmla="*/ 324668 h 531331"/>
                <a:gd name="connsiteX289" fmla="*/ 2814998 w 2912392"/>
                <a:gd name="connsiteY289" fmla="*/ 318919 h 531331"/>
                <a:gd name="connsiteX290" fmla="*/ 2824727 w 2912392"/>
                <a:gd name="connsiteY290" fmla="*/ 313194 h 531331"/>
                <a:gd name="connsiteX291" fmla="*/ 2834471 w 2912392"/>
                <a:gd name="connsiteY291" fmla="*/ 307500 h 531331"/>
                <a:gd name="connsiteX292" fmla="*/ 2844215 w 2912392"/>
                <a:gd name="connsiteY292" fmla="*/ 301837 h 531331"/>
                <a:gd name="connsiteX293" fmla="*/ 2853958 w 2912392"/>
                <a:gd name="connsiteY293" fmla="*/ 296207 h 531331"/>
                <a:gd name="connsiteX294" fmla="*/ 2863687 w 2912392"/>
                <a:gd name="connsiteY294" fmla="*/ 290609 h 531331"/>
                <a:gd name="connsiteX295" fmla="*/ 2873431 w 2912392"/>
                <a:gd name="connsiteY295" fmla="*/ 285047 h 531331"/>
                <a:gd name="connsiteX296" fmla="*/ 2883175 w 2912392"/>
                <a:gd name="connsiteY296" fmla="*/ 279521 h 531331"/>
                <a:gd name="connsiteX297" fmla="*/ 2892919 w 2912392"/>
                <a:gd name="connsiteY297" fmla="*/ 274033 h 531331"/>
                <a:gd name="connsiteX298" fmla="*/ 2902663 w 2912392"/>
                <a:gd name="connsiteY298" fmla="*/ 268579 h 531331"/>
                <a:gd name="connsiteX299" fmla="*/ 2912392 w 2912392"/>
                <a:gd name="connsiteY299" fmla="*/ 263162 h 531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31331">
                  <a:moveTo>
                    <a:pt x="0" y="169765"/>
                  </a:moveTo>
                  <a:lnTo>
                    <a:pt x="9739" y="164355"/>
                  </a:lnTo>
                  <a:lnTo>
                    <a:pt x="19480" y="158922"/>
                  </a:lnTo>
                  <a:lnTo>
                    <a:pt x="29221" y="153470"/>
                  </a:lnTo>
                  <a:lnTo>
                    <a:pt x="38961" y="148005"/>
                  </a:lnTo>
                  <a:lnTo>
                    <a:pt x="48702" y="142536"/>
                  </a:lnTo>
                  <a:lnTo>
                    <a:pt x="58443" y="137066"/>
                  </a:lnTo>
                  <a:lnTo>
                    <a:pt x="68182" y="131604"/>
                  </a:lnTo>
                  <a:lnTo>
                    <a:pt x="77923" y="126156"/>
                  </a:lnTo>
                  <a:lnTo>
                    <a:pt x="87664" y="120726"/>
                  </a:lnTo>
                  <a:lnTo>
                    <a:pt x="97404" y="115324"/>
                  </a:lnTo>
                  <a:lnTo>
                    <a:pt x="107145" y="109956"/>
                  </a:lnTo>
                  <a:lnTo>
                    <a:pt x="116886" y="104628"/>
                  </a:lnTo>
                  <a:lnTo>
                    <a:pt x="126625" y="99346"/>
                  </a:lnTo>
                  <a:lnTo>
                    <a:pt x="136366" y="94120"/>
                  </a:lnTo>
                  <a:lnTo>
                    <a:pt x="146107" y="88954"/>
                  </a:lnTo>
                  <a:lnTo>
                    <a:pt x="155846" y="83859"/>
                  </a:lnTo>
                  <a:lnTo>
                    <a:pt x="165587" y="78838"/>
                  </a:lnTo>
                  <a:lnTo>
                    <a:pt x="175328" y="73902"/>
                  </a:lnTo>
                  <a:lnTo>
                    <a:pt x="185068" y="69057"/>
                  </a:lnTo>
                  <a:lnTo>
                    <a:pt x="194809" y="64310"/>
                  </a:lnTo>
                  <a:lnTo>
                    <a:pt x="204550" y="59670"/>
                  </a:lnTo>
                  <a:lnTo>
                    <a:pt x="214289" y="55144"/>
                  </a:lnTo>
                  <a:lnTo>
                    <a:pt x="224030" y="50738"/>
                  </a:lnTo>
                  <a:lnTo>
                    <a:pt x="233771" y="46464"/>
                  </a:lnTo>
                  <a:lnTo>
                    <a:pt x="243510" y="42327"/>
                  </a:lnTo>
                  <a:lnTo>
                    <a:pt x="253251" y="38334"/>
                  </a:lnTo>
                  <a:lnTo>
                    <a:pt x="262992" y="34494"/>
                  </a:lnTo>
                  <a:lnTo>
                    <a:pt x="272732" y="30816"/>
                  </a:lnTo>
                  <a:lnTo>
                    <a:pt x="282473" y="27305"/>
                  </a:lnTo>
                  <a:lnTo>
                    <a:pt x="292214" y="23971"/>
                  </a:lnTo>
                  <a:lnTo>
                    <a:pt x="301953" y="20821"/>
                  </a:lnTo>
                  <a:lnTo>
                    <a:pt x="311694" y="17864"/>
                  </a:lnTo>
                  <a:lnTo>
                    <a:pt x="321435" y="15106"/>
                  </a:lnTo>
                  <a:lnTo>
                    <a:pt x="331175" y="12555"/>
                  </a:lnTo>
                  <a:lnTo>
                    <a:pt x="340916" y="10219"/>
                  </a:lnTo>
                  <a:lnTo>
                    <a:pt x="350656" y="8105"/>
                  </a:lnTo>
                  <a:lnTo>
                    <a:pt x="360396" y="6219"/>
                  </a:lnTo>
                  <a:lnTo>
                    <a:pt x="370137" y="4569"/>
                  </a:lnTo>
                  <a:lnTo>
                    <a:pt x="379878" y="3163"/>
                  </a:lnTo>
                  <a:lnTo>
                    <a:pt x="389617" y="2007"/>
                  </a:lnTo>
                  <a:lnTo>
                    <a:pt x="399358" y="1105"/>
                  </a:lnTo>
                  <a:lnTo>
                    <a:pt x="409099" y="466"/>
                  </a:lnTo>
                  <a:lnTo>
                    <a:pt x="418839" y="97"/>
                  </a:lnTo>
                  <a:lnTo>
                    <a:pt x="428580" y="0"/>
                  </a:lnTo>
                  <a:lnTo>
                    <a:pt x="438321" y="182"/>
                  </a:lnTo>
                  <a:lnTo>
                    <a:pt x="448060" y="648"/>
                  </a:lnTo>
                  <a:lnTo>
                    <a:pt x="457801" y="1403"/>
                  </a:lnTo>
                  <a:lnTo>
                    <a:pt x="467542" y="2452"/>
                  </a:lnTo>
                  <a:lnTo>
                    <a:pt x="477281" y="3798"/>
                  </a:lnTo>
                  <a:lnTo>
                    <a:pt x="487022" y="5446"/>
                  </a:lnTo>
                  <a:lnTo>
                    <a:pt x="496763" y="7396"/>
                  </a:lnTo>
                  <a:lnTo>
                    <a:pt x="506503" y="9653"/>
                  </a:lnTo>
                  <a:lnTo>
                    <a:pt x="516244" y="12219"/>
                  </a:lnTo>
                  <a:lnTo>
                    <a:pt x="525985" y="15096"/>
                  </a:lnTo>
                  <a:lnTo>
                    <a:pt x="535724" y="18284"/>
                  </a:lnTo>
                  <a:lnTo>
                    <a:pt x="545465" y="21785"/>
                  </a:lnTo>
                  <a:lnTo>
                    <a:pt x="555206" y="25598"/>
                  </a:lnTo>
                  <a:lnTo>
                    <a:pt x="564946" y="29723"/>
                  </a:lnTo>
                  <a:lnTo>
                    <a:pt x="574687" y="34162"/>
                  </a:lnTo>
                  <a:lnTo>
                    <a:pt x="584428" y="38909"/>
                  </a:lnTo>
                  <a:lnTo>
                    <a:pt x="594167" y="43964"/>
                  </a:lnTo>
                  <a:lnTo>
                    <a:pt x="603908" y="49325"/>
                  </a:lnTo>
                  <a:lnTo>
                    <a:pt x="613649" y="54986"/>
                  </a:lnTo>
                  <a:lnTo>
                    <a:pt x="623388" y="60947"/>
                  </a:lnTo>
                  <a:lnTo>
                    <a:pt x="633129" y="67200"/>
                  </a:lnTo>
                  <a:lnTo>
                    <a:pt x="642870" y="73743"/>
                  </a:lnTo>
                  <a:lnTo>
                    <a:pt x="652610" y="80566"/>
                  </a:lnTo>
                  <a:lnTo>
                    <a:pt x="662351" y="87666"/>
                  </a:lnTo>
                  <a:lnTo>
                    <a:pt x="672092" y="95033"/>
                  </a:lnTo>
                  <a:lnTo>
                    <a:pt x="681831" y="102663"/>
                  </a:lnTo>
                  <a:lnTo>
                    <a:pt x="691572" y="110544"/>
                  </a:lnTo>
                  <a:lnTo>
                    <a:pt x="701313" y="118669"/>
                  </a:lnTo>
                  <a:lnTo>
                    <a:pt x="711052" y="127027"/>
                  </a:lnTo>
                  <a:lnTo>
                    <a:pt x="720793" y="135609"/>
                  </a:lnTo>
                  <a:lnTo>
                    <a:pt x="730534" y="144404"/>
                  </a:lnTo>
                  <a:lnTo>
                    <a:pt x="740274" y="153400"/>
                  </a:lnTo>
                  <a:lnTo>
                    <a:pt x="750015" y="162585"/>
                  </a:lnTo>
                  <a:lnTo>
                    <a:pt x="759756" y="171946"/>
                  </a:lnTo>
                  <a:lnTo>
                    <a:pt x="769495" y="181471"/>
                  </a:lnTo>
                  <a:lnTo>
                    <a:pt x="779236" y="191146"/>
                  </a:lnTo>
                  <a:lnTo>
                    <a:pt x="788977" y="200956"/>
                  </a:lnTo>
                  <a:lnTo>
                    <a:pt x="798717" y="210888"/>
                  </a:lnTo>
                  <a:lnTo>
                    <a:pt x="808458" y="220924"/>
                  </a:lnTo>
                  <a:lnTo>
                    <a:pt x="818199" y="231050"/>
                  </a:lnTo>
                  <a:lnTo>
                    <a:pt x="827938" y="241253"/>
                  </a:lnTo>
                  <a:lnTo>
                    <a:pt x="837679" y="251513"/>
                  </a:lnTo>
                  <a:lnTo>
                    <a:pt x="847420" y="261814"/>
                  </a:lnTo>
                  <a:lnTo>
                    <a:pt x="857159" y="272142"/>
                  </a:lnTo>
                  <a:lnTo>
                    <a:pt x="866900" y="282477"/>
                  </a:lnTo>
                  <a:lnTo>
                    <a:pt x="876641" y="292802"/>
                  </a:lnTo>
                  <a:lnTo>
                    <a:pt x="886381" y="303102"/>
                  </a:lnTo>
                  <a:lnTo>
                    <a:pt x="896122" y="313358"/>
                  </a:lnTo>
                  <a:lnTo>
                    <a:pt x="905863" y="323552"/>
                  </a:lnTo>
                  <a:lnTo>
                    <a:pt x="915602" y="333669"/>
                  </a:lnTo>
                  <a:lnTo>
                    <a:pt x="925343" y="343687"/>
                  </a:lnTo>
                  <a:lnTo>
                    <a:pt x="935084" y="353593"/>
                  </a:lnTo>
                  <a:lnTo>
                    <a:pt x="944824" y="363367"/>
                  </a:lnTo>
                  <a:lnTo>
                    <a:pt x="954564" y="372993"/>
                  </a:lnTo>
                  <a:lnTo>
                    <a:pt x="964305" y="382454"/>
                  </a:lnTo>
                  <a:lnTo>
                    <a:pt x="974045" y="391733"/>
                  </a:lnTo>
                  <a:lnTo>
                    <a:pt x="983786" y="400814"/>
                  </a:lnTo>
                  <a:lnTo>
                    <a:pt x="993522" y="409682"/>
                  </a:lnTo>
                  <a:lnTo>
                    <a:pt x="1003266" y="418319"/>
                  </a:lnTo>
                  <a:lnTo>
                    <a:pt x="1013010" y="426713"/>
                  </a:lnTo>
                  <a:lnTo>
                    <a:pt x="1022754" y="434846"/>
                  </a:lnTo>
                  <a:lnTo>
                    <a:pt x="1032483" y="442707"/>
                  </a:lnTo>
                  <a:lnTo>
                    <a:pt x="1042227" y="450280"/>
                  </a:lnTo>
                  <a:lnTo>
                    <a:pt x="1051971" y="457555"/>
                  </a:lnTo>
                  <a:lnTo>
                    <a:pt x="1061715" y="464519"/>
                  </a:lnTo>
                  <a:lnTo>
                    <a:pt x="1071444" y="471158"/>
                  </a:lnTo>
                  <a:lnTo>
                    <a:pt x="1081188" y="477465"/>
                  </a:lnTo>
                  <a:lnTo>
                    <a:pt x="1090932" y="483429"/>
                  </a:lnTo>
                  <a:lnTo>
                    <a:pt x="1100676" y="489040"/>
                  </a:lnTo>
                  <a:lnTo>
                    <a:pt x="1110405" y="494292"/>
                  </a:lnTo>
                  <a:lnTo>
                    <a:pt x="1120149" y="499174"/>
                  </a:lnTo>
                  <a:lnTo>
                    <a:pt x="1129893" y="503684"/>
                  </a:lnTo>
                  <a:lnTo>
                    <a:pt x="1139637" y="507815"/>
                  </a:lnTo>
                  <a:lnTo>
                    <a:pt x="1149381" y="511563"/>
                  </a:lnTo>
                  <a:lnTo>
                    <a:pt x="1159110" y="514922"/>
                  </a:lnTo>
                  <a:lnTo>
                    <a:pt x="1168854" y="517893"/>
                  </a:lnTo>
                  <a:lnTo>
                    <a:pt x="1178598" y="520474"/>
                  </a:lnTo>
                  <a:lnTo>
                    <a:pt x="1188341" y="522662"/>
                  </a:lnTo>
                  <a:lnTo>
                    <a:pt x="1198070" y="524462"/>
                  </a:lnTo>
                  <a:lnTo>
                    <a:pt x="1207814" y="525873"/>
                  </a:lnTo>
                  <a:lnTo>
                    <a:pt x="1217558" y="526898"/>
                  </a:lnTo>
                  <a:lnTo>
                    <a:pt x="1227302" y="527542"/>
                  </a:lnTo>
                  <a:lnTo>
                    <a:pt x="1237031" y="527808"/>
                  </a:lnTo>
                  <a:lnTo>
                    <a:pt x="1246775" y="527703"/>
                  </a:lnTo>
                  <a:lnTo>
                    <a:pt x="1256519" y="527235"/>
                  </a:lnTo>
                  <a:lnTo>
                    <a:pt x="1266263" y="526408"/>
                  </a:lnTo>
                  <a:lnTo>
                    <a:pt x="1276007" y="525235"/>
                  </a:lnTo>
                  <a:lnTo>
                    <a:pt x="1285736" y="523724"/>
                  </a:lnTo>
                  <a:lnTo>
                    <a:pt x="1295480" y="521886"/>
                  </a:lnTo>
                  <a:lnTo>
                    <a:pt x="1305224" y="519732"/>
                  </a:lnTo>
                  <a:lnTo>
                    <a:pt x="1314968" y="517273"/>
                  </a:lnTo>
                  <a:lnTo>
                    <a:pt x="1324697" y="514524"/>
                  </a:lnTo>
                  <a:lnTo>
                    <a:pt x="1334441" y="511498"/>
                  </a:lnTo>
                  <a:lnTo>
                    <a:pt x="1344185" y="508212"/>
                  </a:lnTo>
                  <a:lnTo>
                    <a:pt x="1353929" y="504678"/>
                  </a:lnTo>
                  <a:lnTo>
                    <a:pt x="1363658" y="500913"/>
                  </a:lnTo>
                  <a:lnTo>
                    <a:pt x="1373402" y="496933"/>
                  </a:lnTo>
                  <a:lnTo>
                    <a:pt x="1383146" y="492756"/>
                  </a:lnTo>
                  <a:lnTo>
                    <a:pt x="1392890" y="488398"/>
                  </a:lnTo>
                  <a:lnTo>
                    <a:pt x="1402619" y="483879"/>
                  </a:lnTo>
                  <a:lnTo>
                    <a:pt x="1412363" y="479214"/>
                  </a:lnTo>
                  <a:lnTo>
                    <a:pt x="1422106" y="474424"/>
                  </a:lnTo>
                  <a:lnTo>
                    <a:pt x="1431850" y="469527"/>
                  </a:lnTo>
                  <a:lnTo>
                    <a:pt x="1441594" y="464541"/>
                  </a:lnTo>
                  <a:lnTo>
                    <a:pt x="1451323" y="459486"/>
                  </a:lnTo>
                  <a:lnTo>
                    <a:pt x="1461067" y="454380"/>
                  </a:lnTo>
                  <a:lnTo>
                    <a:pt x="1470811" y="449243"/>
                  </a:lnTo>
                  <a:lnTo>
                    <a:pt x="1480555" y="444092"/>
                  </a:lnTo>
                  <a:lnTo>
                    <a:pt x="1490284" y="438948"/>
                  </a:lnTo>
                  <a:lnTo>
                    <a:pt x="1500028" y="433829"/>
                  </a:lnTo>
                  <a:lnTo>
                    <a:pt x="1509772" y="428751"/>
                  </a:lnTo>
                  <a:lnTo>
                    <a:pt x="1519516" y="423734"/>
                  </a:lnTo>
                  <a:lnTo>
                    <a:pt x="1529245" y="418795"/>
                  </a:lnTo>
                  <a:lnTo>
                    <a:pt x="1538989" y="413952"/>
                  </a:lnTo>
                  <a:lnTo>
                    <a:pt x="1548733" y="409220"/>
                  </a:lnTo>
                  <a:lnTo>
                    <a:pt x="1558477" y="404616"/>
                  </a:lnTo>
                  <a:lnTo>
                    <a:pt x="1568221" y="400155"/>
                  </a:lnTo>
                  <a:lnTo>
                    <a:pt x="1577950" y="395853"/>
                  </a:lnTo>
                  <a:lnTo>
                    <a:pt x="1587694" y="391721"/>
                  </a:lnTo>
                  <a:lnTo>
                    <a:pt x="1597438" y="387776"/>
                  </a:lnTo>
                  <a:lnTo>
                    <a:pt x="1607182" y="384029"/>
                  </a:lnTo>
                  <a:lnTo>
                    <a:pt x="1616911" y="380492"/>
                  </a:lnTo>
                  <a:lnTo>
                    <a:pt x="1626655" y="377177"/>
                  </a:lnTo>
                  <a:lnTo>
                    <a:pt x="1636399" y="374093"/>
                  </a:lnTo>
                  <a:lnTo>
                    <a:pt x="1646142" y="371248"/>
                  </a:lnTo>
                  <a:lnTo>
                    <a:pt x="1655872" y="368653"/>
                  </a:lnTo>
                  <a:lnTo>
                    <a:pt x="1665616" y="366314"/>
                  </a:lnTo>
                  <a:lnTo>
                    <a:pt x="1675359" y="364238"/>
                  </a:lnTo>
                  <a:lnTo>
                    <a:pt x="1685103" y="362431"/>
                  </a:lnTo>
                  <a:lnTo>
                    <a:pt x="1694832" y="360897"/>
                  </a:lnTo>
                  <a:lnTo>
                    <a:pt x="1704576" y="359639"/>
                  </a:lnTo>
                  <a:lnTo>
                    <a:pt x="1714320" y="358660"/>
                  </a:lnTo>
                  <a:lnTo>
                    <a:pt x="1724064" y="357963"/>
                  </a:lnTo>
                  <a:lnTo>
                    <a:pt x="1733808" y="357549"/>
                  </a:lnTo>
                  <a:lnTo>
                    <a:pt x="1743537" y="357415"/>
                  </a:lnTo>
                  <a:lnTo>
                    <a:pt x="1753281" y="357561"/>
                  </a:lnTo>
                  <a:lnTo>
                    <a:pt x="1763025" y="357985"/>
                  </a:lnTo>
                  <a:lnTo>
                    <a:pt x="1772769" y="358687"/>
                  </a:lnTo>
                  <a:lnTo>
                    <a:pt x="1782498" y="359658"/>
                  </a:lnTo>
                  <a:lnTo>
                    <a:pt x="1792242" y="360898"/>
                  </a:lnTo>
                  <a:lnTo>
                    <a:pt x="1801986" y="362398"/>
                  </a:lnTo>
                  <a:lnTo>
                    <a:pt x="1811730" y="364155"/>
                  </a:lnTo>
                  <a:lnTo>
                    <a:pt x="1821459" y="366159"/>
                  </a:lnTo>
                  <a:lnTo>
                    <a:pt x="1831203" y="368403"/>
                  </a:lnTo>
                  <a:lnTo>
                    <a:pt x="1840947" y="370880"/>
                  </a:lnTo>
                  <a:lnTo>
                    <a:pt x="1850691" y="373579"/>
                  </a:lnTo>
                  <a:lnTo>
                    <a:pt x="1860435" y="376491"/>
                  </a:lnTo>
                  <a:lnTo>
                    <a:pt x="1870164" y="379605"/>
                  </a:lnTo>
                  <a:lnTo>
                    <a:pt x="1879908" y="382913"/>
                  </a:lnTo>
                  <a:lnTo>
                    <a:pt x="1889652" y="386399"/>
                  </a:lnTo>
                  <a:lnTo>
                    <a:pt x="1899395" y="390055"/>
                  </a:lnTo>
                  <a:lnTo>
                    <a:pt x="1909124" y="393868"/>
                  </a:lnTo>
                  <a:lnTo>
                    <a:pt x="1918868" y="397824"/>
                  </a:lnTo>
                  <a:lnTo>
                    <a:pt x="1928612" y="401912"/>
                  </a:lnTo>
                  <a:lnTo>
                    <a:pt x="1938356" y="406118"/>
                  </a:lnTo>
                  <a:lnTo>
                    <a:pt x="1948085" y="410428"/>
                  </a:lnTo>
                  <a:lnTo>
                    <a:pt x="1957829" y="414831"/>
                  </a:lnTo>
                  <a:lnTo>
                    <a:pt x="1967573" y="419309"/>
                  </a:lnTo>
                  <a:lnTo>
                    <a:pt x="1977317" y="423854"/>
                  </a:lnTo>
                  <a:lnTo>
                    <a:pt x="1987046" y="428448"/>
                  </a:lnTo>
                  <a:lnTo>
                    <a:pt x="1996790" y="433079"/>
                  </a:lnTo>
                  <a:lnTo>
                    <a:pt x="2006534" y="437732"/>
                  </a:lnTo>
                  <a:lnTo>
                    <a:pt x="2016278" y="442395"/>
                  </a:lnTo>
                  <a:lnTo>
                    <a:pt x="2026022" y="447054"/>
                  </a:lnTo>
                  <a:lnTo>
                    <a:pt x="2035751" y="451697"/>
                  </a:lnTo>
                  <a:lnTo>
                    <a:pt x="2045495" y="456308"/>
                  </a:lnTo>
                  <a:lnTo>
                    <a:pt x="2055239" y="460875"/>
                  </a:lnTo>
                  <a:lnTo>
                    <a:pt x="2064983" y="465388"/>
                  </a:lnTo>
                  <a:lnTo>
                    <a:pt x="2074712" y="469832"/>
                  </a:lnTo>
                  <a:lnTo>
                    <a:pt x="2084456" y="474194"/>
                  </a:lnTo>
                  <a:lnTo>
                    <a:pt x="2094200" y="478467"/>
                  </a:lnTo>
                  <a:lnTo>
                    <a:pt x="2103944" y="482636"/>
                  </a:lnTo>
                  <a:lnTo>
                    <a:pt x="2113673" y="486690"/>
                  </a:lnTo>
                  <a:lnTo>
                    <a:pt x="2123417" y="490620"/>
                  </a:lnTo>
                  <a:lnTo>
                    <a:pt x="2133161" y="494417"/>
                  </a:lnTo>
                  <a:lnTo>
                    <a:pt x="2142905" y="498070"/>
                  </a:lnTo>
                  <a:lnTo>
                    <a:pt x="2152649" y="501568"/>
                  </a:lnTo>
                  <a:lnTo>
                    <a:pt x="2162377" y="504907"/>
                  </a:lnTo>
                  <a:lnTo>
                    <a:pt x="2172121" y="508075"/>
                  </a:lnTo>
                  <a:lnTo>
                    <a:pt x="2181865" y="511066"/>
                  </a:lnTo>
                  <a:lnTo>
                    <a:pt x="2191609" y="513873"/>
                  </a:lnTo>
                  <a:lnTo>
                    <a:pt x="2201338" y="516490"/>
                  </a:lnTo>
                  <a:lnTo>
                    <a:pt x="2211082" y="518908"/>
                  </a:lnTo>
                  <a:lnTo>
                    <a:pt x="2220826" y="521125"/>
                  </a:lnTo>
                  <a:lnTo>
                    <a:pt x="2230570" y="523134"/>
                  </a:lnTo>
                  <a:lnTo>
                    <a:pt x="2240299" y="524933"/>
                  </a:lnTo>
                  <a:lnTo>
                    <a:pt x="2250043" y="526515"/>
                  </a:lnTo>
                  <a:lnTo>
                    <a:pt x="2259787" y="527878"/>
                  </a:lnTo>
                  <a:lnTo>
                    <a:pt x="2269531" y="529020"/>
                  </a:lnTo>
                  <a:lnTo>
                    <a:pt x="2279260" y="529936"/>
                  </a:lnTo>
                  <a:lnTo>
                    <a:pt x="2289004" y="530627"/>
                  </a:lnTo>
                  <a:lnTo>
                    <a:pt x="2298748" y="531091"/>
                  </a:lnTo>
                  <a:lnTo>
                    <a:pt x="2308492" y="531324"/>
                  </a:lnTo>
                  <a:lnTo>
                    <a:pt x="2318236" y="531332"/>
                  </a:lnTo>
                  <a:lnTo>
                    <a:pt x="2327965" y="531108"/>
                  </a:lnTo>
                  <a:lnTo>
                    <a:pt x="2337709" y="530658"/>
                  </a:lnTo>
                  <a:lnTo>
                    <a:pt x="2347453" y="529979"/>
                  </a:lnTo>
                  <a:lnTo>
                    <a:pt x="2357197" y="529076"/>
                  </a:lnTo>
                  <a:lnTo>
                    <a:pt x="2366926" y="527947"/>
                  </a:lnTo>
                  <a:lnTo>
                    <a:pt x="2376670" y="526597"/>
                  </a:lnTo>
                  <a:lnTo>
                    <a:pt x="2386413" y="525028"/>
                  </a:lnTo>
                  <a:lnTo>
                    <a:pt x="2396157" y="523243"/>
                  </a:lnTo>
                  <a:lnTo>
                    <a:pt x="2405886" y="521244"/>
                  </a:lnTo>
                  <a:lnTo>
                    <a:pt x="2415630" y="519036"/>
                  </a:lnTo>
                  <a:lnTo>
                    <a:pt x="2425374" y="516624"/>
                  </a:lnTo>
                  <a:lnTo>
                    <a:pt x="2435118" y="514009"/>
                  </a:lnTo>
                  <a:lnTo>
                    <a:pt x="2444862" y="511197"/>
                  </a:lnTo>
                  <a:lnTo>
                    <a:pt x="2454591" y="508195"/>
                  </a:lnTo>
                  <a:lnTo>
                    <a:pt x="2464335" y="505007"/>
                  </a:lnTo>
                  <a:lnTo>
                    <a:pt x="2474079" y="501637"/>
                  </a:lnTo>
                  <a:lnTo>
                    <a:pt x="2483823" y="498091"/>
                  </a:lnTo>
                  <a:lnTo>
                    <a:pt x="2493552" y="494375"/>
                  </a:lnTo>
                  <a:lnTo>
                    <a:pt x="2503296" y="490497"/>
                  </a:lnTo>
                  <a:lnTo>
                    <a:pt x="2513040" y="486459"/>
                  </a:lnTo>
                  <a:lnTo>
                    <a:pt x="2522784" y="482271"/>
                  </a:lnTo>
                  <a:lnTo>
                    <a:pt x="2532513" y="477938"/>
                  </a:lnTo>
                  <a:lnTo>
                    <a:pt x="2542257" y="473466"/>
                  </a:lnTo>
                  <a:lnTo>
                    <a:pt x="2552001" y="468864"/>
                  </a:lnTo>
                  <a:lnTo>
                    <a:pt x="2561745" y="464135"/>
                  </a:lnTo>
                  <a:lnTo>
                    <a:pt x="2571474" y="459288"/>
                  </a:lnTo>
                  <a:lnTo>
                    <a:pt x="2581218" y="454331"/>
                  </a:lnTo>
                  <a:lnTo>
                    <a:pt x="2590962" y="449268"/>
                  </a:lnTo>
                  <a:lnTo>
                    <a:pt x="2600705" y="444109"/>
                  </a:lnTo>
                  <a:lnTo>
                    <a:pt x="2610449" y="438858"/>
                  </a:lnTo>
                  <a:lnTo>
                    <a:pt x="2620178" y="433525"/>
                  </a:lnTo>
                  <a:lnTo>
                    <a:pt x="2629922" y="428113"/>
                  </a:lnTo>
                  <a:lnTo>
                    <a:pt x="2639666" y="422633"/>
                  </a:lnTo>
                  <a:lnTo>
                    <a:pt x="2649410" y="417088"/>
                  </a:lnTo>
                  <a:lnTo>
                    <a:pt x="2659139" y="411488"/>
                  </a:lnTo>
                  <a:lnTo>
                    <a:pt x="2668883" y="405835"/>
                  </a:lnTo>
                  <a:lnTo>
                    <a:pt x="2678627" y="400139"/>
                  </a:lnTo>
                  <a:lnTo>
                    <a:pt x="2688371" y="394406"/>
                  </a:lnTo>
                  <a:lnTo>
                    <a:pt x="2698100" y="388641"/>
                  </a:lnTo>
                  <a:lnTo>
                    <a:pt x="2707844" y="382850"/>
                  </a:lnTo>
                  <a:lnTo>
                    <a:pt x="2717588" y="377040"/>
                  </a:lnTo>
                  <a:lnTo>
                    <a:pt x="2727332" y="371214"/>
                  </a:lnTo>
                  <a:lnTo>
                    <a:pt x="2737076" y="365380"/>
                  </a:lnTo>
                  <a:lnTo>
                    <a:pt x="2746805" y="359541"/>
                  </a:lnTo>
                  <a:lnTo>
                    <a:pt x="2756549" y="353702"/>
                  </a:lnTo>
                  <a:lnTo>
                    <a:pt x="2766293" y="347869"/>
                  </a:lnTo>
                  <a:lnTo>
                    <a:pt x="2776037" y="342045"/>
                  </a:lnTo>
                  <a:lnTo>
                    <a:pt x="2785766" y="336234"/>
                  </a:lnTo>
                  <a:lnTo>
                    <a:pt x="2795510" y="330440"/>
                  </a:lnTo>
                  <a:lnTo>
                    <a:pt x="2805254" y="324668"/>
                  </a:lnTo>
                  <a:lnTo>
                    <a:pt x="2814998" y="318919"/>
                  </a:lnTo>
                  <a:lnTo>
                    <a:pt x="2824727" y="313194"/>
                  </a:lnTo>
                  <a:lnTo>
                    <a:pt x="2834471" y="307500"/>
                  </a:lnTo>
                  <a:lnTo>
                    <a:pt x="2844215" y="301837"/>
                  </a:lnTo>
                  <a:lnTo>
                    <a:pt x="2853958" y="296207"/>
                  </a:lnTo>
                  <a:lnTo>
                    <a:pt x="2863687" y="290609"/>
                  </a:lnTo>
                  <a:lnTo>
                    <a:pt x="2873431" y="285047"/>
                  </a:lnTo>
                  <a:lnTo>
                    <a:pt x="2883175" y="279521"/>
                  </a:lnTo>
                  <a:lnTo>
                    <a:pt x="2892919" y="274033"/>
                  </a:lnTo>
                  <a:lnTo>
                    <a:pt x="2902663" y="268579"/>
                  </a:lnTo>
                  <a:lnTo>
                    <a:pt x="2912392" y="26316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8" name="Freeform 607">
              <a:extLst>
                <a:ext uri="{FF2B5EF4-FFF2-40B4-BE49-F238E27FC236}">
                  <a16:creationId xmlns:a16="http://schemas.microsoft.com/office/drawing/2014/main" id="{0C7EEFF9-1BB1-3DF7-89A8-214696CAD94C}"/>
                </a:ext>
              </a:extLst>
            </p:cNvPr>
            <p:cNvSpPr/>
            <p:nvPr/>
          </p:nvSpPr>
          <p:spPr>
            <a:xfrm>
              <a:off x="576446" y="3165796"/>
              <a:ext cx="2912392" cy="817741"/>
            </a:xfrm>
            <a:custGeom>
              <a:avLst/>
              <a:gdLst>
                <a:gd name="connsiteX0" fmla="*/ 0 w 2912392"/>
                <a:gd name="connsiteY0" fmla="*/ 232969 h 817741"/>
                <a:gd name="connsiteX1" fmla="*/ 9739 w 2912392"/>
                <a:gd name="connsiteY1" fmla="*/ 232867 h 817741"/>
                <a:gd name="connsiteX2" fmla="*/ 19480 w 2912392"/>
                <a:gd name="connsiteY2" fmla="*/ 232768 h 817741"/>
                <a:gd name="connsiteX3" fmla="*/ 29221 w 2912392"/>
                <a:gd name="connsiteY3" fmla="*/ 232676 h 817741"/>
                <a:gd name="connsiteX4" fmla="*/ 38961 w 2912392"/>
                <a:gd name="connsiteY4" fmla="*/ 232594 h 817741"/>
                <a:gd name="connsiteX5" fmla="*/ 48702 w 2912392"/>
                <a:gd name="connsiteY5" fmla="*/ 232524 h 817741"/>
                <a:gd name="connsiteX6" fmla="*/ 58443 w 2912392"/>
                <a:gd name="connsiteY6" fmla="*/ 232470 h 817741"/>
                <a:gd name="connsiteX7" fmla="*/ 68182 w 2912392"/>
                <a:gd name="connsiteY7" fmla="*/ 232436 h 817741"/>
                <a:gd name="connsiteX8" fmla="*/ 77923 w 2912392"/>
                <a:gd name="connsiteY8" fmla="*/ 232426 h 817741"/>
                <a:gd name="connsiteX9" fmla="*/ 87664 w 2912392"/>
                <a:gd name="connsiteY9" fmla="*/ 232442 h 817741"/>
                <a:gd name="connsiteX10" fmla="*/ 97404 w 2912392"/>
                <a:gd name="connsiteY10" fmla="*/ 232488 h 817741"/>
                <a:gd name="connsiteX11" fmla="*/ 107145 w 2912392"/>
                <a:gd name="connsiteY11" fmla="*/ 232570 h 817741"/>
                <a:gd name="connsiteX12" fmla="*/ 116886 w 2912392"/>
                <a:gd name="connsiteY12" fmla="*/ 232688 h 817741"/>
                <a:gd name="connsiteX13" fmla="*/ 126625 w 2912392"/>
                <a:gd name="connsiteY13" fmla="*/ 232849 h 817741"/>
                <a:gd name="connsiteX14" fmla="*/ 136366 w 2912392"/>
                <a:gd name="connsiteY14" fmla="*/ 233054 h 817741"/>
                <a:gd name="connsiteX15" fmla="*/ 146107 w 2912392"/>
                <a:gd name="connsiteY15" fmla="*/ 233309 h 817741"/>
                <a:gd name="connsiteX16" fmla="*/ 155846 w 2912392"/>
                <a:gd name="connsiteY16" fmla="*/ 233616 h 817741"/>
                <a:gd name="connsiteX17" fmla="*/ 165587 w 2912392"/>
                <a:gd name="connsiteY17" fmla="*/ 233978 h 817741"/>
                <a:gd name="connsiteX18" fmla="*/ 175328 w 2912392"/>
                <a:gd name="connsiteY18" fmla="*/ 234401 h 817741"/>
                <a:gd name="connsiteX19" fmla="*/ 185068 w 2912392"/>
                <a:gd name="connsiteY19" fmla="*/ 234887 h 817741"/>
                <a:gd name="connsiteX20" fmla="*/ 194809 w 2912392"/>
                <a:gd name="connsiteY20" fmla="*/ 235440 h 817741"/>
                <a:gd name="connsiteX21" fmla="*/ 204550 w 2912392"/>
                <a:gd name="connsiteY21" fmla="*/ 236061 h 817741"/>
                <a:gd name="connsiteX22" fmla="*/ 214289 w 2912392"/>
                <a:gd name="connsiteY22" fmla="*/ 236757 h 817741"/>
                <a:gd name="connsiteX23" fmla="*/ 224030 w 2912392"/>
                <a:gd name="connsiteY23" fmla="*/ 237527 h 817741"/>
                <a:gd name="connsiteX24" fmla="*/ 233771 w 2912392"/>
                <a:gd name="connsiteY24" fmla="*/ 238378 h 817741"/>
                <a:gd name="connsiteX25" fmla="*/ 243510 w 2912392"/>
                <a:gd name="connsiteY25" fmla="*/ 239312 h 817741"/>
                <a:gd name="connsiteX26" fmla="*/ 253251 w 2912392"/>
                <a:gd name="connsiteY26" fmla="*/ 240331 h 817741"/>
                <a:gd name="connsiteX27" fmla="*/ 262992 w 2912392"/>
                <a:gd name="connsiteY27" fmla="*/ 241437 h 817741"/>
                <a:gd name="connsiteX28" fmla="*/ 272732 w 2912392"/>
                <a:gd name="connsiteY28" fmla="*/ 242634 h 817741"/>
                <a:gd name="connsiteX29" fmla="*/ 282473 w 2912392"/>
                <a:gd name="connsiteY29" fmla="*/ 243926 h 817741"/>
                <a:gd name="connsiteX30" fmla="*/ 292214 w 2912392"/>
                <a:gd name="connsiteY30" fmla="*/ 245313 h 817741"/>
                <a:gd name="connsiteX31" fmla="*/ 301953 w 2912392"/>
                <a:gd name="connsiteY31" fmla="*/ 246799 h 817741"/>
                <a:gd name="connsiteX32" fmla="*/ 311694 w 2912392"/>
                <a:gd name="connsiteY32" fmla="*/ 248384 h 817741"/>
                <a:gd name="connsiteX33" fmla="*/ 321435 w 2912392"/>
                <a:gd name="connsiteY33" fmla="*/ 250072 h 817741"/>
                <a:gd name="connsiteX34" fmla="*/ 331175 w 2912392"/>
                <a:gd name="connsiteY34" fmla="*/ 251866 h 817741"/>
                <a:gd name="connsiteX35" fmla="*/ 340916 w 2912392"/>
                <a:gd name="connsiteY35" fmla="*/ 253765 h 817741"/>
                <a:gd name="connsiteX36" fmla="*/ 350656 w 2912392"/>
                <a:gd name="connsiteY36" fmla="*/ 255774 h 817741"/>
                <a:gd name="connsiteX37" fmla="*/ 360396 w 2912392"/>
                <a:gd name="connsiteY37" fmla="*/ 257892 h 817741"/>
                <a:gd name="connsiteX38" fmla="*/ 370137 w 2912392"/>
                <a:gd name="connsiteY38" fmla="*/ 260123 h 817741"/>
                <a:gd name="connsiteX39" fmla="*/ 379878 w 2912392"/>
                <a:gd name="connsiteY39" fmla="*/ 262466 h 817741"/>
                <a:gd name="connsiteX40" fmla="*/ 389617 w 2912392"/>
                <a:gd name="connsiteY40" fmla="*/ 264923 h 817741"/>
                <a:gd name="connsiteX41" fmla="*/ 399358 w 2912392"/>
                <a:gd name="connsiteY41" fmla="*/ 267498 h 817741"/>
                <a:gd name="connsiteX42" fmla="*/ 409099 w 2912392"/>
                <a:gd name="connsiteY42" fmla="*/ 270189 h 817741"/>
                <a:gd name="connsiteX43" fmla="*/ 418839 w 2912392"/>
                <a:gd name="connsiteY43" fmla="*/ 272997 h 817741"/>
                <a:gd name="connsiteX44" fmla="*/ 428580 w 2912392"/>
                <a:gd name="connsiteY44" fmla="*/ 275926 h 817741"/>
                <a:gd name="connsiteX45" fmla="*/ 438321 w 2912392"/>
                <a:gd name="connsiteY45" fmla="*/ 278973 h 817741"/>
                <a:gd name="connsiteX46" fmla="*/ 448060 w 2912392"/>
                <a:gd name="connsiteY46" fmla="*/ 282142 h 817741"/>
                <a:gd name="connsiteX47" fmla="*/ 457801 w 2912392"/>
                <a:gd name="connsiteY47" fmla="*/ 285433 h 817741"/>
                <a:gd name="connsiteX48" fmla="*/ 467542 w 2912392"/>
                <a:gd name="connsiteY48" fmla="*/ 288845 h 817741"/>
                <a:gd name="connsiteX49" fmla="*/ 477281 w 2912392"/>
                <a:gd name="connsiteY49" fmla="*/ 292381 h 817741"/>
                <a:gd name="connsiteX50" fmla="*/ 487022 w 2912392"/>
                <a:gd name="connsiteY50" fmla="*/ 296038 h 817741"/>
                <a:gd name="connsiteX51" fmla="*/ 496763 w 2912392"/>
                <a:gd name="connsiteY51" fmla="*/ 299820 h 817741"/>
                <a:gd name="connsiteX52" fmla="*/ 506503 w 2912392"/>
                <a:gd name="connsiteY52" fmla="*/ 303726 h 817741"/>
                <a:gd name="connsiteX53" fmla="*/ 516244 w 2912392"/>
                <a:gd name="connsiteY53" fmla="*/ 307755 h 817741"/>
                <a:gd name="connsiteX54" fmla="*/ 525985 w 2912392"/>
                <a:gd name="connsiteY54" fmla="*/ 311909 h 817741"/>
                <a:gd name="connsiteX55" fmla="*/ 535724 w 2912392"/>
                <a:gd name="connsiteY55" fmla="*/ 316186 h 817741"/>
                <a:gd name="connsiteX56" fmla="*/ 545465 w 2912392"/>
                <a:gd name="connsiteY56" fmla="*/ 320589 h 817741"/>
                <a:gd name="connsiteX57" fmla="*/ 555206 w 2912392"/>
                <a:gd name="connsiteY57" fmla="*/ 325115 h 817741"/>
                <a:gd name="connsiteX58" fmla="*/ 564946 w 2912392"/>
                <a:gd name="connsiteY58" fmla="*/ 329765 h 817741"/>
                <a:gd name="connsiteX59" fmla="*/ 574687 w 2912392"/>
                <a:gd name="connsiteY59" fmla="*/ 334540 h 817741"/>
                <a:gd name="connsiteX60" fmla="*/ 584428 w 2912392"/>
                <a:gd name="connsiteY60" fmla="*/ 339438 h 817741"/>
                <a:gd name="connsiteX61" fmla="*/ 594167 w 2912392"/>
                <a:gd name="connsiteY61" fmla="*/ 344458 h 817741"/>
                <a:gd name="connsiteX62" fmla="*/ 603908 w 2912392"/>
                <a:gd name="connsiteY62" fmla="*/ 349602 h 817741"/>
                <a:gd name="connsiteX63" fmla="*/ 613649 w 2912392"/>
                <a:gd name="connsiteY63" fmla="*/ 354865 h 817741"/>
                <a:gd name="connsiteX64" fmla="*/ 623388 w 2912392"/>
                <a:gd name="connsiteY64" fmla="*/ 360251 h 817741"/>
                <a:gd name="connsiteX65" fmla="*/ 633129 w 2912392"/>
                <a:gd name="connsiteY65" fmla="*/ 365758 h 817741"/>
                <a:gd name="connsiteX66" fmla="*/ 642870 w 2912392"/>
                <a:gd name="connsiteY66" fmla="*/ 371384 h 817741"/>
                <a:gd name="connsiteX67" fmla="*/ 652610 w 2912392"/>
                <a:gd name="connsiteY67" fmla="*/ 377127 h 817741"/>
                <a:gd name="connsiteX68" fmla="*/ 662351 w 2912392"/>
                <a:gd name="connsiteY68" fmla="*/ 382989 h 817741"/>
                <a:gd name="connsiteX69" fmla="*/ 672092 w 2912392"/>
                <a:gd name="connsiteY69" fmla="*/ 388966 h 817741"/>
                <a:gd name="connsiteX70" fmla="*/ 681831 w 2912392"/>
                <a:gd name="connsiteY70" fmla="*/ 395058 h 817741"/>
                <a:gd name="connsiteX71" fmla="*/ 691572 w 2912392"/>
                <a:gd name="connsiteY71" fmla="*/ 401262 h 817741"/>
                <a:gd name="connsiteX72" fmla="*/ 701313 w 2912392"/>
                <a:gd name="connsiteY72" fmla="*/ 407580 h 817741"/>
                <a:gd name="connsiteX73" fmla="*/ 711052 w 2912392"/>
                <a:gd name="connsiteY73" fmla="*/ 414004 h 817741"/>
                <a:gd name="connsiteX74" fmla="*/ 720793 w 2912392"/>
                <a:gd name="connsiteY74" fmla="*/ 420537 h 817741"/>
                <a:gd name="connsiteX75" fmla="*/ 730534 w 2912392"/>
                <a:gd name="connsiteY75" fmla="*/ 427175 h 817741"/>
                <a:gd name="connsiteX76" fmla="*/ 740274 w 2912392"/>
                <a:gd name="connsiteY76" fmla="*/ 433915 h 817741"/>
                <a:gd name="connsiteX77" fmla="*/ 750015 w 2912392"/>
                <a:gd name="connsiteY77" fmla="*/ 440755 h 817741"/>
                <a:gd name="connsiteX78" fmla="*/ 759756 w 2912392"/>
                <a:gd name="connsiteY78" fmla="*/ 447694 h 817741"/>
                <a:gd name="connsiteX79" fmla="*/ 769495 w 2912392"/>
                <a:gd name="connsiteY79" fmla="*/ 454726 h 817741"/>
                <a:gd name="connsiteX80" fmla="*/ 779236 w 2912392"/>
                <a:gd name="connsiteY80" fmla="*/ 461851 h 817741"/>
                <a:gd name="connsiteX81" fmla="*/ 788977 w 2912392"/>
                <a:gd name="connsiteY81" fmla="*/ 469062 h 817741"/>
                <a:gd name="connsiteX82" fmla="*/ 798717 w 2912392"/>
                <a:gd name="connsiteY82" fmla="*/ 476358 h 817741"/>
                <a:gd name="connsiteX83" fmla="*/ 808458 w 2912392"/>
                <a:gd name="connsiteY83" fmla="*/ 483736 h 817741"/>
                <a:gd name="connsiteX84" fmla="*/ 818199 w 2912392"/>
                <a:gd name="connsiteY84" fmla="*/ 491190 h 817741"/>
                <a:gd name="connsiteX85" fmla="*/ 827938 w 2912392"/>
                <a:gd name="connsiteY85" fmla="*/ 498715 h 817741"/>
                <a:gd name="connsiteX86" fmla="*/ 837679 w 2912392"/>
                <a:gd name="connsiteY86" fmla="*/ 506309 h 817741"/>
                <a:gd name="connsiteX87" fmla="*/ 847420 w 2912392"/>
                <a:gd name="connsiteY87" fmla="*/ 513966 h 817741"/>
                <a:gd name="connsiteX88" fmla="*/ 857159 w 2912392"/>
                <a:gd name="connsiteY88" fmla="*/ 521682 h 817741"/>
                <a:gd name="connsiteX89" fmla="*/ 866900 w 2912392"/>
                <a:gd name="connsiteY89" fmla="*/ 529450 h 817741"/>
                <a:gd name="connsiteX90" fmla="*/ 876641 w 2912392"/>
                <a:gd name="connsiteY90" fmla="*/ 537265 h 817741"/>
                <a:gd name="connsiteX91" fmla="*/ 886381 w 2912392"/>
                <a:gd name="connsiteY91" fmla="*/ 545123 h 817741"/>
                <a:gd name="connsiteX92" fmla="*/ 896122 w 2912392"/>
                <a:gd name="connsiteY92" fmla="*/ 553017 h 817741"/>
                <a:gd name="connsiteX93" fmla="*/ 905863 w 2912392"/>
                <a:gd name="connsiteY93" fmla="*/ 560941 h 817741"/>
                <a:gd name="connsiteX94" fmla="*/ 915602 w 2912392"/>
                <a:gd name="connsiteY94" fmla="*/ 568888 h 817741"/>
                <a:gd name="connsiteX95" fmla="*/ 925343 w 2912392"/>
                <a:gd name="connsiteY95" fmla="*/ 576851 h 817741"/>
                <a:gd name="connsiteX96" fmla="*/ 935084 w 2912392"/>
                <a:gd name="connsiteY96" fmla="*/ 584824 h 817741"/>
                <a:gd name="connsiteX97" fmla="*/ 944824 w 2912392"/>
                <a:gd name="connsiteY97" fmla="*/ 592801 h 817741"/>
                <a:gd name="connsiteX98" fmla="*/ 954564 w 2912392"/>
                <a:gd name="connsiteY98" fmla="*/ 600773 h 817741"/>
                <a:gd name="connsiteX99" fmla="*/ 964305 w 2912392"/>
                <a:gd name="connsiteY99" fmla="*/ 608732 h 817741"/>
                <a:gd name="connsiteX100" fmla="*/ 974045 w 2912392"/>
                <a:gd name="connsiteY100" fmla="*/ 616672 h 817741"/>
                <a:gd name="connsiteX101" fmla="*/ 983786 w 2912392"/>
                <a:gd name="connsiteY101" fmla="*/ 624585 h 817741"/>
                <a:gd name="connsiteX102" fmla="*/ 993522 w 2912392"/>
                <a:gd name="connsiteY102" fmla="*/ 632462 h 817741"/>
                <a:gd name="connsiteX103" fmla="*/ 1003266 w 2912392"/>
                <a:gd name="connsiteY103" fmla="*/ 640294 h 817741"/>
                <a:gd name="connsiteX104" fmla="*/ 1013010 w 2912392"/>
                <a:gd name="connsiteY104" fmla="*/ 648074 h 817741"/>
                <a:gd name="connsiteX105" fmla="*/ 1022754 w 2912392"/>
                <a:gd name="connsiteY105" fmla="*/ 655792 h 817741"/>
                <a:gd name="connsiteX106" fmla="*/ 1032483 w 2912392"/>
                <a:gd name="connsiteY106" fmla="*/ 663441 h 817741"/>
                <a:gd name="connsiteX107" fmla="*/ 1042227 w 2912392"/>
                <a:gd name="connsiteY107" fmla="*/ 671011 h 817741"/>
                <a:gd name="connsiteX108" fmla="*/ 1051971 w 2912392"/>
                <a:gd name="connsiteY108" fmla="*/ 678494 h 817741"/>
                <a:gd name="connsiteX109" fmla="*/ 1061715 w 2912392"/>
                <a:gd name="connsiteY109" fmla="*/ 685879 h 817741"/>
                <a:gd name="connsiteX110" fmla="*/ 1071444 w 2912392"/>
                <a:gd name="connsiteY110" fmla="*/ 693159 h 817741"/>
                <a:gd name="connsiteX111" fmla="*/ 1081188 w 2912392"/>
                <a:gd name="connsiteY111" fmla="*/ 700324 h 817741"/>
                <a:gd name="connsiteX112" fmla="*/ 1090932 w 2912392"/>
                <a:gd name="connsiteY112" fmla="*/ 707363 h 817741"/>
                <a:gd name="connsiteX113" fmla="*/ 1100676 w 2912392"/>
                <a:gd name="connsiteY113" fmla="*/ 714268 h 817741"/>
                <a:gd name="connsiteX114" fmla="*/ 1110405 w 2912392"/>
                <a:gd name="connsiteY114" fmla="*/ 721030 h 817741"/>
                <a:gd name="connsiteX115" fmla="*/ 1120149 w 2912392"/>
                <a:gd name="connsiteY115" fmla="*/ 727639 h 817741"/>
                <a:gd name="connsiteX116" fmla="*/ 1129893 w 2912392"/>
                <a:gd name="connsiteY116" fmla="*/ 734088 h 817741"/>
                <a:gd name="connsiteX117" fmla="*/ 1139637 w 2912392"/>
                <a:gd name="connsiteY117" fmla="*/ 740363 h 817741"/>
                <a:gd name="connsiteX118" fmla="*/ 1149381 w 2912392"/>
                <a:gd name="connsiteY118" fmla="*/ 746458 h 817741"/>
                <a:gd name="connsiteX119" fmla="*/ 1159110 w 2912392"/>
                <a:gd name="connsiteY119" fmla="*/ 752364 h 817741"/>
                <a:gd name="connsiteX120" fmla="*/ 1168854 w 2912392"/>
                <a:gd name="connsiteY120" fmla="*/ 758071 h 817741"/>
                <a:gd name="connsiteX121" fmla="*/ 1178598 w 2912392"/>
                <a:gd name="connsiteY121" fmla="*/ 763568 h 817741"/>
                <a:gd name="connsiteX122" fmla="*/ 1188341 w 2912392"/>
                <a:gd name="connsiteY122" fmla="*/ 768850 h 817741"/>
                <a:gd name="connsiteX123" fmla="*/ 1198070 w 2912392"/>
                <a:gd name="connsiteY123" fmla="*/ 773905 h 817741"/>
                <a:gd name="connsiteX124" fmla="*/ 1207814 w 2912392"/>
                <a:gd name="connsiteY124" fmla="*/ 778727 h 817741"/>
                <a:gd name="connsiteX125" fmla="*/ 1217558 w 2912392"/>
                <a:gd name="connsiteY125" fmla="*/ 783304 h 817741"/>
                <a:gd name="connsiteX126" fmla="*/ 1227302 w 2912392"/>
                <a:gd name="connsiteY126" fmla="*/ 787630 h 817741"/>
                <a:gd name="connsiteX127" fmla="*/ 1237031 w 2912392"/>
                <a:gd name="connsiteY127" fmla="*/ 791698 h 817741"/>
                <a:gd name="connsiteX128" fmla="*/ 1246775 w 2912392"/>
                <a:gd name="connsiteY128" fmla="*/ 795498 h 817741"/>
                <a:gd name="connsiteX129" fmla="*/ 1256519 w 2912392"/>
                <a:gd name="connsiteY129" fmla="*/ 799023 h 817741"/>
                <a:gd name="connsiteX130" fmla="*/ 1266263 w 2912392"/>
                <a:gd name="connsiteY130" fmla="*/ 802266 h 817741"/>
                <a:gd name="connsiteX131" fmla="*/ 1276007 w 2912392"/>
                <a:gd name="connsiteY131" fmla="*/ 805220 h 817741"/>
                <a:gd name="connsiteX132" fmla="*/ 1285736 w 2912392"/>
                <a:gd name="connsiteY132" fmla="*/ 807876 h 817741"/>
                <a:gd name="connsiteX133" fmla="*/ 1295480 w 2912392"/>
                <a:gd name="connsiteY133" fmla="*/ 810230 h 817741"/>
                <a:gd name="connsiteX134" fmla="*/ 1305224 w 2912392"/>
                <a:gd name="connsiteY134" fmla="*/ 812276 h 817741"/>
                <a:gd name="connsiteX135" fmla="*/ 1314968 w 2912392"/>
                <a:gd name="connsiteY135" fmla="*/ 814006 h 817741"/>
                <a:gd name="connsiteX136" fmla="*/ 1324697 w 2912392"/>
                <a:gd name="connsiteY136" fmla="*/ 815415 h 817741"/>
                <a:gd name="connsiteX137" fmla="*/ 1334441 w 2912392"/>
                <a:gd name="connsiteY137" fmla="*/ 816497 h 817741"/>
                <a:gd name="connsiteX138" fmla="*/ 1344185 w 2912392"/>
                <a:gd name="connsiteY138" fmla="*/ 817249 h 817741"/>
                <a:gd name="connsiteX139" fmla="*/ 1353929 w 2912392"/>
                <a:gd name="connsiteY139" fmla="*/ 817665 h 817741"/>
                <a:gd name="connsiteX140" fmla="*/ 1363658 w 2912392"/>
                <a:gd name="connsiteY140" fmla="*/ 817741 h 817741"/>
                <a:gd name="connsiteX141" fmla="*/ 1373402 w 2912392"/>
                <a:gd name="connsiteY141" fmla="*/ 817473 h 817741"/>
                <a:gd name="connsiteX142" fmla="*/ 1383146 w 2912392"/>
                <a:gd name="connsiteY142" fmla="*/ 816858 h 817741"/>
                <a:gd name="connsiteX143" fmla="*/ 1392890 w 2912392"/>
                <a:gd name="connsiteY143" fmla="*/ 815891 h 817741"/>
                <a:gd name="connsiteX144" fmla="*/ 1402619 w 2912392"/>
                <a:gd name="connsiteY144" fmla="*/ 814571 h 817741"/>
                <a:gd name="connsiteX145" fmla="*/ 1412363 w 2912392"/>
                <a:gd name="connsiteY145" fmla="*/ 812896 h 817741"/>
                <a:gd name="connsiteX146" fmla="*/ 1422106 w 2912392"/>
                <a:gd name="connsiteY146" fmla="*/ 810864 h 817741"/>
                <a:gd name="connsiteX147" fmla="*/ 1431850 w 2912392"/>
                <a:gd name="connsiteY147" fmla="*/ 808471 h 817741"/>
                <a:gd name="connsiteX148" fmla="*/ 1441594 w 2912392"/>
                <a:gd name="connsiteY148" fmla="*/ 805719 h 817741"/>
                <a:gd name="connsiteX149" fmla="*/ 1451323 w 2912392"/>
                <a:gd name="connsiteY149" fmla="*/ 802607 h 817741"/>
                <a:gd name="connsiteX150" fmla="*/ 1461067 w 2912392"/>
                <a:gd name="connsiteY150" fmla="*/ 799134 h 817741"/>
                <a:gd name="connsiteX151" fmla="*/ 1470811 w 2912392"/>
                <a:gd name="connsiteY151" fmla="*/ 795299 h 817741"/>
                <a:gd name="connsiteX152" fmla="*/ 1480555 w 2912392"/>
                <a:gd name="connsiteY152" fmla="*/ 791105 h 817741"/>
                <a:gd name="connsiteX153" fmla="*/ 1490284 w 2912392"/>
                <a:gd name="connsiteY153" fmla="*/ 786550 h 817741"/>
                <a:gd name="connsiteX154" fmla="*/ 1500028 w 2912392"/>
                <a:gd name="connsiteY154" fmla="*/ 781639 h 817741"/>
                <a:gd name="connsiteX155" fmla="*/ 1509772 w 2912392"/>
                <a:gd name="connsiteY155" fmla="*/ 776373 h 817741"/>
                <a:gd name="connsiteX156" fmla="*/ 1519516 w 2912392"/>
                <a:gd name="connsiteY156" fmla="*/ 770753 h 817741"/>
                <a:gd name="connsiteX157" fmla="*/ 1529245 w 2912392"/>
                <a:gd name="connsiteY157" fmla="*/ 764783 h 817741"/>
                <a:gd name="connsiteX158" fmla="*/ 1538989 w 2912392"/>
                <a:gd name="connsiteY158" fmla="*/ 758465 h 817741"/>
                <a:gd name="connsiteX159" fmla="*/ 1548733 w 2912392"/>
                <a:gd name="connsiteY159" fmla="*/ 751804 h 817741"/>
                <a:gd name="connsiteX160" fmla="*/ 1558477 w 2912392"/>
                <a:gd name="connsiteY160" fmla="*/ 744805 h 817741"/>
                <a:gd name="connsiteX161" fmla="*/ 1568221 w 2912392"/>
                <a:gd name="connsiteY161" fmla="*/ 737471 h 817741"/>
                <a:gd name="connsiteX162" fmla="*/ 1577950 w 2912392"/>
                <a:gd name="connsiteY162" fmla="*/ 729807 h 817741"/>
                <a:gd name="connsiteX163" fmla="*/ 1587694 w 2912392"/>
                <a:gd name="connsiteY163" fmla="*/ 721820 h 817741"/>
                <a:gd name="connsiteX164" fmla="*/ 1597438 w 2912392"/>
                <a:gd name="connsiteY164" fmla="*/ 713515 h 817741"/>
                <a:gd name="connsiteX165" fmla="*/ 1607182 w 2912392"/>
                <a:gd name="connsiteY165" fmla="*/ 704899 h 817741"/>
                <a:gd name="connsiteX166" fmla="*/ 1616911 w 2912392"/>
                <a:gd name="connsiteY166" fmla="*/ 695979 h 817741"/>
                <a:gd name="connsiteX167" fmla="*/ 1626655 w 2912392"/>
                <a:gd name="connsiteY167" fmla="*/ 686761 h 817741"/>
                <a:gd name="connsiteX168" fmla="*/ 1636399 w 2912392"/>
                <a:gd name="connsiteY168" fmla="*/ 677254 h 817741"/>
                <a:gd name="connsiteX169" fmla="*/ 1646142 w 2912392"/>
                <a:gd name="connsiteY169" fmla="*/ 667465 h 817741"/>
                <a:gd name="connsiteX170" fmla="*/ 1655872 w 2912392"/>
                <a:gd name="connsiteY170" fmla="*/ 657403 h 817741"/>
                <a:gd name="connsiteX171" fmla="*/ 1665616 w 2912392"/>
                <a:gd name="connsiteY171" fmla="*/ 647078 h 817741"/>
                <a:gd name="connsiteX172" fmla="*/ 1675359 w 2912392"/>
                <a:gd name="connsiteY172" fmla="*/ 636498 h 817741"/>
                <a:gd name="connsiteX173" fmla="*/ 1685103 w 2912392"/>
                <a:gd name="connsiteY173" fmla="*/ 625672 h 817741"/>
                <a:gd name="connsiteX174" fmla="*/ 1694832 w 2912392"/>
                <a:gd name="connsiteY174" fmla="*/ 614613 h 817741"/>
                <a:gd name="connsiteX175" fmla="*/ 1704576 w 2912392"/>
                <a:gd name="connsiteY175" fmla="*/ 603330 h 817741"/>
                <a:gd name="connsiteX176" fmla="*/ 1714320 w 2912392"/>
                <a:gd name="connsiteY176" fmla="*/ 591834 h 817741"/>
                <a:gd name="connsiteX177" fmla="*/ 1724064 w 2912392"/>
                <a:gd name="connsiteY177" fmla="*/ 580135 h 817741"/>
                <a:gd name="connsiteX178" fmla="*/ 1733808 w 2912392"/>
                <a:gd name="connsiteY178" fmla="*/ 568246 h 817741"/>
                <a:gd name="connsiteX179" fmla="*/ 1743537 w 2912392"/>
                <a:gd name="connsiteY179" fmla="*/ 556179 h 817741"/>
                <a:gd name="connsiteX180" fmla="*/ 1753281 w 2912392"/>
                <a:gd name="connsiteY180" fmla="*/ 543947 h 817741"/>
                <a:gd name="connsiteX181" fmla="*/ 1763025 w 2912392"/>
                <a:gd name="connsiteY181" fmla="*/ 531560 h 817741"/>
                <a:gd name="connsiteX182" fmla="*/ 1772769 w 2912392"/>
                <a:gd name="connsiteY182" fmla="*/ 519033 h 817741"/>
                <a:gd name="connsiteX183" fmla="*/ 1782498 w 2912392"/>
                <a:gd name="connsiteY183" fmla="*/ 506378 h 817741"/>
                <a:gd name="connsiteX184" fmla="*/ 1792242 w 2912392"/>
                <a:gd name="connsiteY184" fmla="*/ 493609 h 817741"/>
                <a:gd name="connsiteX185" fmla="*/ 1801986 w 2912392"/>
                <a:gd name="connsiteY185" fmla="*/ 480741 h 817741"/>
                <a:gd name="connsiteX186" fmla="*/ 1811730 w 2912392"/>
                <a:gd name="connsiteY186" fmla="*/ 467785 h 817741"/>
                <a:gd name="connsiteX187" fmla="*/ 1821459 w 2912392"/>
                <a:gd name="connsiteY187" fmla="*/ 454757 h 817741"/>
                <a:gd name="connsiteX188" fmla="*/ 1831203 w 2912392"/>
                <a:gd name="connsiteY188" fmla="*/ 441671 h 817741"/>
                <a:gd name="connsiteX189" fmla="*/ 1840947 w 2912392"/>
                <a:gd name="connsiteY189" fmla="*/ 428542 h 817741"/>
                <a:gd name="connsiteX190" fmla="*/ 1850691 w 2912392"/>
                <a:gd name="connsiteY190" fmla="*/ 415384 h 817741"/>
                <a:gd name="connsiteX191" fmla="*/ 1860435 w 2912392"/>
                <a:gd name="connsiteY191" fmla="*/ 402210 h 817741"/>
                <a:gd name="connsiteX192" fmla="*/ 1870164 w 2912392"/>
                <a:gd name="connsiteY192" fmla="*/ 389036 h 817741"/>
                <a:gd name="connsiteX193" fmla="*/ 1879908 w 2912392"/>
                <a:gd name="connsiteY193" fmla="*/ 375879 h 817741"/>
                <a:gd name="connsiteX194" fmla="*/ 1889652 w 2912392"/>
                <a:gd name="connsiteY194" fmla="*/ 362751 h 817741"/>
                <a:gd name="connsiteX195" fmla="*/ 1899395 w 2912392"/>
                <a:gd name="connsiteY195" fmla="*/ 349669 h 817741"/>
                <a:gd name="connsiteX196" fmla="*/ 1909124 w 2912392"/>
                <a:gd name="connsiteY196" fmla="*/ 336646 h 817741"/>
                <a:gd name="connsiteX197" fmla="*/ 1918868 w 2912392"/>
                <a:gd name="connsiteY197" fmla="*/ 323698 h 817741"/>
                <a:gd name="connsiteX198" fmla="*/ 1928612 w 2912392"/>
                <a:gd name="connsiteY198" fmla="*/ 310839 h 817741"/>
                <a:gd name="connsiteX199" fmla="*/ 1938356 w 2912392"/>
                <a:gd name="connsiteY199" fmla="*/ 298084 h 817741"/>
                <a:gd name="connsiteX200" fmla="*/ 1948085 w 2912392"/>
                <a:gd name="connsiteY200" fmla="*/ 285450 h 817741"/>
                <a:gd name="connsiteX201" fmla="*/ 1957829 w 2912392"/>
                <a:gd name="connsiteY201" fmla="*/ 272946 h 817741"/>
                <a:gd name="connsiteX202" fmla="*/ 1967573 w 2912392"/>
                <a:gd name="connsiteY202" fmla="*/ 260591 h 817741"/>
                <a:gd name="connsiteX203" fmla="*/ 1977317 w 2912392"/>
                <a:gd name="connsiteY203" fmla="*/ 248397 h 817741"/>
                <a:gd name="connsiteX204" fmla="*/ 1987046 w 2912392"/>
                <a:gd name="connsiteY204" fmla="*/ 236378 h 817741"/>
                <a:gd name="connsiteX205" fmla="*/ 1996790 w 2912392"/>
                <a:gd name="connsiteY205" fmla="*/ 224548 h 817741"/>
                <a:gd name="connsiteX206" fmla="*/ 2006534 w 2912392"/>
                <a:gd name="connsiteY206" fmla="*/ 212920 h 817741"/>
                <a:gd name="connsiteX207" fmla="*/ 2016278 w 2912392"/>
                <a:gd name="connsiteY207" fmla="*/ 201507 h 817741"/>
                <a:gd name="connsiteX208" fmla="*/ 2026022 w 2912392"/>
                <a:gd name="connsiteY208" fmla="*/ 190321 h 817741"/>
                <a:gd name="connsiteX209" fmla="*/ 2035751 w 2912392"/>
                <a:gd name="connsiteY209" fmla="*/ 179373 h 817741"/>
                <a:gd name="connsiteX210" fmla="*/ 2045495 w 2912392"/>
                <a:gd name="connsiteY210" fmla="*/ 168679 h 817741"/>
                <a:gd name="connsiteX211" fmla="*/ 2055239 w 2912392"/>
                <a:gd name="connsiteY211" fmla="*/ 158245 h 817741"/>
                <a:gd name="connsiteX212" fmla="*/ 2064983 w 2912392"/>
                <a:gd name="connsiteY212" fmla="*/ 148084 h 817741"/>
                <a:gd name="connsiteX213" fmla="*/ 2074712 w 2912392"/>
                <a:gd name="connsiteY213" fmla="*/ 138207 h 817741"/>
                <a:gd name="connsiteX214" fmla="*/ 2084456 w 2912392"/>
                <a:gd name="connsiteY214" fmla="*/ 128624 h 817741"/>
                <a:gd name="connsiteX215" fmla="*/ 2094200 w 2912392"/>
                <a:gd name="connsiteY215" fmla="*/ 119344 h 817741"/>
                <a:gd name="connsiteX216" fmla="*/ 2103944 w 2912392"/>
                <a:gd name="connsiteY216" fmla="*/ 110375 h 817741"/>
                <a:gd name="connsiteX217" fmla="*/ 2113673 w 2912392"/>
                <a:gd name="connsiteY217" fmla="*/ 101724 h 817741"/>
                <a:gd name="connsiteX218" fmla="*/ 2123417 w 2912392"/>
                <a:gd name="connsiteY218" fmla="*/ 93400 h 817741"/>
                <a:gd name="connsiteX219" fmla="*/ 2133161 w 2912392"/>
                <a:gd name="connsiteY219" fmla="*/ 85411 h 817741"/>
                <a:gd name="connsiteX220" fmla="*/ 2142905 w 2912392"/>
                <a:gd name="connsiteY220" fmla="*/ 77762 h 817741"/>
                <a:gd name="connsiteX221" fmla="*/ 2152649 w 2912392"/>
                <a:gd name="connsiteY221" fmla="*/ 70460 h 817741"/>
                <a:gd name="connsiteX222" fmla="*/ 2162377 w 2912392"/>
                <a:gd name="connsiteY222" fmla="*/ 63508 h 817741"/>
                <a:gd name="connsiteX223" fmla="*/ 2172121 w 2912392"/>
                <a:gd name="connsiteY223" fmla="*/ 56913 h 817741"/>
                <a:gd name="connsiteX224" fmla="*/ 2181865 w 2912392"/>
                <a:gd name="connsiteY224" fmla="*/ 50674 h 817741"/>
                <a:gd name="connsiteX225" fmla="*/ 2191609 w 2912392"/>
                <a:gd name="connsiteY225" fmla="*/ 44800 h 817741"/>
                <a:gd name="connsiteX226" fmla="*/ 2201338 w 2912392"/>
                <a:gd name="connsiteY226" fmla="*/ 39290 h 817741"/>
                <a:gd name="connsiteX227" fmla="*/ 2211082 w 2912392"/>
                <a:gd name="connsiteY227" fmla="*/ 34145 h 817741"/>
                <a:gd name="connsiteX228" fmla="*/ 2220826 w 2912392"/>
                <a:gd name="connsiteY228" fmla="*/ 29369 h 817741"/>
                <a:gd name="connsiteX229" fmla="*/ 2230570 w 2912392"/>
                <a:gd name="connsiteY229" fmla="*/ 24960 h 817741"/>
                <a:gd name="connsiteX230" fmla="*/ 2240299 w 2912392"/>
                <a:gd name="connsiteY230" fmla="*/ 20918 h 817741"/>
                <a:gd name="connsiteX231" fmla="*/ 2250043 w 2912392"/>
                <a:gd name="connsiteY231" fmla="*/ 17244 h 817741"/>
                <a:gd name="connsiteX232" fmla="*/ 2259787 w 2912392"/>
                <a:gd name="connsiteY232" fmla="*/ 13934 h 817741"/>
                <a:gd name="connsiteX233" fmla="*/ 2269531 w 2912392"/>
                <a:gd name="connsiteY233" fmla="*/ 10986 h 817741"/>
                <a:gd name="connsiteX234" fmla="*/ 2279260 w 2912392"/>
                <a:gd name="connsiteY234" fmla="*/ 8399 h 817741"/>
                <a:gd name="connsiteX235" fmla="*/ 2289004 w 2912392"/>
                <a:gd name="connsiteY235" fmla="*/ 6168 h 817741"/>
                <a:gd name="connsiteX236" fmla="*/ 2298748 w 2912392"/>
                <a:gd name="connsiteY236" fmla="*/ 4289 h 817741"/>
                <a:gd name="connsiteX237" fmla="*/ 2308492 w 2912392"/>
                <a:gd name="connsiteY237" fmla="*/ 2758 h 817741"/>
                <a:gd name="connsiteX238" fmla="*/ 2318236 w 2912392"/>
                <a:gd name="connsiteY238" fmla="*/ 1570 h 817741"/>
                <a:gd name="connsiteX239" fmla="*/ 2327965 w 2912392"/>
                <a:gd name="connsiteY239" fmla="*/ 718 h 817741"/>
                <a:gd name="connsiteX240" fmla="*/ 2337709 w 2912392"/>
                <a:gd name="connsiteY240" fmla="*/ 197 h 817741"/>
                <a:gd name="connsiteX241" fmla="*/ 2347453 w 2912392"/>
                <a:gd name="connsiteY241" fmla="*/ 0 h 817741"/>
                <a:gd name="connsiteX242" fmla="*/ 2357197 w 2912392"/>
                <a:gd name="connsiteY242" fmla="*/ 119 h 817741"/>
                <a:gd name="connsiteX243" fmla="*/ 2366926 w 2912392"/>
                <a:gd name="connsiteY243" fmla="*/ 548 h 817741"/>
                <a:gd name="connsiteX244" fmla="*/ 2376670 w 2912392"/>
                <a:gd name="connsiteY244" fmla="*/ 1278 h 817741"/>
                <a:gd name="connsiteX245" fmla="*/ 2386413 w 2912392"/>
                <a:gd name="connsiteY245" fmla="*/ 2302 h 817741"/>
                <a:gd name="connsiteX246" fmla="*/ 2396157 w 2912392"/>
                <a:gd name="connsiteY246" fmla="*/ 3609 h 817741"/>
                <a:gd name="connsiteX247" fmla="*/ 2405886 w 2912392"/>
                <a:gd name="connsiteY247" fmla="*/ 5192 h 817741"/>
                <a:gd name="connsiteX248" fmla="*/ 2415630 w 2912392"/>
                <a:gd name="connsiteY248" fmla="*/ 7041 h 817741"/>
                <a:gd name="connsiteX249" fmla="*/ 2425374 w 2912392"/>
                <a:gd name="connsiteY249" fmla="*/ 9146 h 817741"/>
                <a:gd name="connsiteX250" fmla="*/ 2435118 w 2912392"/>
                <a:gd name="connsiteY250" fmla="*/ 11499 h 817741"/>
                <a:gd name="connsiteX251" fmla="*/ 2444862 w 2912392"/>
                <a:gd name="connsiteY251" fmla="*/ 14088 h 817741"/>
                <a:gd name="connsiteX252" fmla="*/ 2454591 w 2912392"/>
                <a:gd name="connsiteY252" fmla="*/ 16904 h 817741"/>
                <a:gd name="connsiteX253" fmla="*/ 2464335 w 2912392"/>
                <a:gd name="connsiteY253" fmla="*/ 19939 h 817741"/>
                <a:gd name="connsiteX254" fmla="*/ 2474079 w 2912392"/>
                <a:gd name="connsiteY254" fmla="*/ 23180 h 817741"/>
                <a:gd name="connsiteX255" fmla="*/ 2483823 w 2912392"/>
                <a:gd name="connsiteY255" fmla="*/ 26617 h 817741"/>
                <a:gd name="connsiteX256" fmla="*/ 2493552 w 2912392"/>
                <a:gd name="connsiteY256" fmla="*/ 30242 h 817741"/>
                <a:gd name="connsiteX257" fmla="*/ 2503296 w 2912392"/>
                <a:gd name="connsiteY257" fmla="*/ 34044 h 817741"/>
                <a:gd name="connsiteX258" fmla="*/ 2513040 w 2912392"/>
                <a:gd name="connsiteY258" fmla="*/ 38012 h 817741"/>
                <a:gd name="connsiteX259" fmla="*/ 2522784 w 2912392"/>
                <a:gd name="connsiteY259" fmla="*/ 42136 h 817741"/>
                <a:gd name="connsiteX260" fmla="*/ 2532513 w 2912392"/>
                <a:gd name="connsiteY260" fmla="*/ 46407 h 817741"/>
                <a:gd name="connsiteX261" fmla="*/ 2542257 w 2912392"/>
                <a:gd name="connsiteY261" fmla="*/ 50817 h 817741"/>
                <a:gd name="connsiteX262" fmla="*/ 2552001 w 2912392"/>
                <a:gd name="connsiteY262" fmla="*/ 55354 h 817741"/>
                <a:gd name="connsiteX263" fmla="*/ 2561745 w 2912392"/>
                <a:gd name="connsiteY263" fmla="*/ 60009 h 817741"/>
                <a:gd name="connsiteX264" fmla="*/ 2571474 w 2912392"/>
                <a:gd name="connsiteY264" fmla="*/ 64773 h 817741"/>
                <a:gd name="connsiteX265" fmla="*/ 2581218 w 2912392"/>
                <a:gd name="connsiteY265" fmla="*/ 69639 h 817741"/>
                <a:gd name="connsiteX266" fmla="*/ 2590962 w 2912392"/>
                <a:gd name="connsiteY266" fmla="*/ 74598 h 817741"/>
                <a:gd name="connsiteX267" fmla="*/ 2600705 w 2912392"/>
                <a:gd name="connsiteY267" fmla="*/ 79641 h 817741"/>
                <a:gd name="connsiteX268" fmla="*/ 2610449 w 2912392"/>
                <a:gd name="connsiteY268" fmla="*/ 84759 h 817741"/>
                <a:gd name="connsiteX269" fmla="*/ 2620178 w 2912392"/>
                <a:gd name="connsiteY269" fmla="*/ 89948 h 817741"/>
                <a:gd name="connsiteX270" fmla="*/ 2629922 w 2912392"/>
                <a:gd name="connsiteY270" fmla="*/ 95199 h 817741"/>
                <a:gd name="connsiteX271" fmla="*/ 2639666 w 2912392"/>
                <a:gd name="connsiteY271" fmla="*/ 100504 h 817741"/>
                <a:gd name="connsiteX272" fmla="*/ 2649410 w 2912392"/>
                <a:gd name="connsiteY272" fmla="*/ 105859 h 817741"/>
                <a:gd name="connsiteX273" fmla="*/ 2659139 w 2912392"/>
                <a:gd name="connsiteY273" fmla="*/ 111257 h 817741"/>
                <a:gd name="connsiteX274" fmla="*/ 2668883 w 2912392"/>
                <a:gd name="connsiteY274" fmla="*/ 116692 h 817741"/>
                <a:gd name="connsiteX275" fmla="*/ 2678627 w 2912392"/>
                <a:gd name="connsiteY275" fmla="*/ 122160 h 817741"/>
                <a:gd name="connsiteX276" fmla="*/ 2688371 w 2912392"/>
                <a:gd name="connsiteY276" fmla="*/ 127656 h 817741"/>
                <a:gd name="connsiteX277" fmla="*/ 2698100 w 2912392"/>
                <a:gd name="connsiteY277" fmla="*/ 133175 h 817741"/>
                <a:gd name="connsiteX278" fmla="*/ 2707844 w 2912392"/>
                <a:gd name="connsiteY278" fmla="*/ 138714 h 817741"/>
                <a:gd name="connsiteX279" fmla="*/ 2717588 w 2912392"/>
                <a:gd name="connsiteY279" fmla="*/ 144270 h 817741"/>
                <a:gd name="connsiteX280" fmla="*/ 2727332 w 2912392"/>
                <a:gd name="connsiteY280" fmla="*/ 149839 h 817741"/>
                <a:gd name="connsiteX281" fmla="*/ 2737076 w 2912392"/>
                <a:gd name="connsiteY281" fmla="*/ 155419 h 817741"/>
                <a:gd name="connsiteX282" fmla="*/ 2746805 w 2912392"/>
                <a:gd name="connsiteY282" fmla="*/ 161007 h 817741"/>
                <a:gd name="connsiteX283" fmla="*/ 2756549 w 2912392"/>
                <a:gd name="connsiteY283" fmla="*/ 166602 h 817741"/>
                <a:gd name="connsiteX284" fmla="*/ 2766293 w 2912392"/>
                <a:gd name="connsiteY284" fmla="*/ 172202 h 817741"/>
                <a:gd name="connsiteX285" fmla="*/ 2776037 w 2912392"/>
                <a:gd name="connsiteY285" fmla="*/ 177807 h 817741"/>
                <a:gd name="connsiteX286" fmla="*/ 2785766 w 2912392"/>
                <a:gd name="connsiteY286" fmla="*/ 183415 h 817741"/>
                <a:gd name="connsiteX287" fmla="*/ 2795510 w 2912392"/>
                <a:gd name="connsiteY287" fmla="*/ 189026 h 817741"/>
                <a:gd name="connsiteX288" fmla="*/ 2805254 w 2912392"/>
                <a:gd name="connsiteY288" fmla="*/ 194642 h 817741"/>
                <a:gd name="connsiteX289" fmla="*/ 2814998 w 2912392"/>
                <a:gd name="connsiteY289" fmla="*/ 200260 h 817741"/>
                <a:gd name="connsiteX290" fmla="*/ 2824727 w 2912392"/>
                <a:gd name="connsiteY290" fmla="*/ 205882 h 817741"/>
                <a:gd name="connsiteX291" fmla="*/ 2834471 w 2912392"/>
                <a:gd name="connsiteY291" fmla="*/ 211509 h 817741"/>
                <a:gd name="connsiteX292" fmla="*/ 2844215 w 2912392"/>
                <a:gd name="connsiteY292" fmla="*/ 217142 h 817741"/>
                <a:gd name="connsiteX293" fmla="*/ 2853958 w 2912392"/>
                <a:gd name="connsiteY293" fmla="*/ 222783 h 817741"/>
                <a:gd name="connsiteX294" fmla="*/ 2863687 w 2912392"/>
                <a:gd name="connsiteY294" fmla="*/ 228431 h 817741"/>
                <a:gd name="connsiteX295" fmla="*/ 2873431 w 2912392"/>
                <a:gd name="connsiteY295" fmla="*/ 234090 h 817741"/>
                <a:gd name="connsiteX296" fmla="*/ 2883175 w 2912392"/>
                <a:gd name="connsiteY296" fmla="*/ 239762 h 817741"/>
                <a:gd name="connsiteX297" fmla="*/ 2892919 w 2912392"/>
                <a:gd name="connsiteY297" fmla="*/ 245447 h 817741"/>
                <a:gd name="connsiteX298" fmla="*/ 2902663 w 2912392"/>
                <a:gd name="connsiteY298" fmla="*/ 251148 h 817741"/>
                <a:gd name="connsiteX299" fmla="*/ 2912392 w 2912392"/>
                <a:gd name="connsiteY299" fmla="*/ 256867 h 817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17741">
                  <a:moveTo>
                    <a:pt x="0" y="232969"/>
                  </a:moveTo>
                  <a:lnTo>
                    <a:pt x="9739" y="232867"/>
                  </a:lnTo>
                  <a:lnTo>
                    <a:pt x="19480" y="232768"/>
                  </a:lnTo>
                  <a:lnTo>
                    <a:pt x="29221" y="232676"/>
                  </a:lnTo>
                  <a:lnTo>
                    <a:pt x="38961" y="232594"/>
                  </a:lnTo>
                  <a:lnTo>
                    <a:pt x="48702" y="232524"/>
                  </a:lnTo>
                  <a:lnTo>
                    <a:pt x="58443" y="232470"/>
                  </a:lnTo>
                  <a:lnTo>
                    <a:pt x="68182" y="232436"/>
                  </a:lnTo>
                  <a:lnTo>
                    <a:pt x="77923" y="232426"/>
                  </a:lnTo>
                  <a:lnTo>
                    <a:pt x="87664" y="232442"/>
                  </a:lnTo>
                  <a:lnTo>
                    <a:pt x="97404" y="232488"/>
                  </a:lnTo>
                  <a:lnTo>
                    <a:pt x="107145" y="232570"/>
                  </a:lnTo>
                  <a:lnTo>
                    <a:pt x="116886" y="232688"/>
                  </a:lnTo>
                  <a:lnTo>
                    <a:pt x="126625" y="232849"/>
                  </a:lnTo>
                  <a:lnTo>
                    <a:pt x="136366" y="233054"/>
                  </a:lnTo>
                  <a:lnTo>
                    <a:pt x="146107" y="233309"/>
                  </a:lnTo>
                  <a:lnTo>
                    <a:pt x="155846" y="233616"/>
                  </a:lnTo>
                  <a:lnTo>
                    <a:pt x="165587" y="233978"/>
                  </a:lnTo>
                  <a:lnTo>
                    <a:pt x="175328" y="234401"/>
                  </a:lnTo>
                  <a:lnTo>
                    <a:pt x="185068" y="234887"/>
                  </a:lnTo>
                  <a:lnTo>
                    <a:pt x="194809" y="235440"/>
                  </a:lnTo>
                  <a:lnTo>
                    <a:pt x="204550" y="236061"/>
                  </a:lnTo>
                  <a:lnTo>
                    <a:pt x="214289" y="236757"/>
                  </a:lnTo>
                  <a:lnTo>
                    <a:pt x="224030" y="237527"/>
                  </a:lnTo>
                  <a:lnTo>
                    <a:pt x="233771" y="238378"/>
                  </a:lnTo>
                  <a:lnTo>
                    <a:pt x="243510" y="239312"/>
                  </a:lnTo>
                  <a:lnTo>
                    <a:pt x="253251" y="240331"/>
                  </a:lnTo>
                  <a:lnTo>
                    <a:pt x="262992" y="241437"/>
                  </a:lnTo>
                  <a:lnTo>
                    <a:pt x="272732" y="242634"/>
                  </a:lnTo>
                  <a:lnTo>
                    <a:pt x="282473" y="243926"/>
                  </a:lnTo>
                  <a:lnTo>
                    <a:pt x="292214" y="245313"/>
                  </a:lnTo>
                  <a:lnTo>
                    <a:pt x="301953" y="246799"/>
                  </a:lnTo>
                  <a:lnTo>
                    <a:pt x="311694" y="248384"/>
                  </a:lnTo>
                  <a:lnTo>
                    <a:pt x="321435" y="250072"/>
                  </a:lnTo>
                  <a:lnTo>
                    <a:pt x="331175" y="251866"/>
                  </a:lnTo>
                  <a:lnTo>
                    <a:pt x="340916" y="253765"/>
                  </a:lnTo>
                  <a:lnTo>
                    <a:pt x="350656" y="255774"/>
                  </a:lnTo>
                  <a:lnTo>
                    <a:pt x="360396" y="257892"/>
                  </a:lnTo>
                  <a:lnTo>
                    <a:pt x="370137" y="260123"/>
                  </a:lnTo>
                  <a:lnTo>
                    <a:pt x="379878" y="262466"/>
                  </a:lnTo>
                  <a:lnTo>
                    <a:pt x="389617" y="264923"/>
                  </a:lnTo>
                  <a:lnTo>
                    <a:pt x="399358" y="267498"/>
                  </a:lnTo>
                  <a:lnTo>
                    <a:pt x="409099" y="270189"/>
                  </a:lnTo>
                  <a:lnTo>
                    <a:pt x="418839" y="272997"/>
                  </a:lnTo>
                  <a:lnTo>
                    <a:pt x="428580" y="275926"/>
                  </a:lnTo>
                  <a:lnTo>
                    <a:pt x="438321" y="278973"/>
                  </a:lnTo>
                  <a:lnTo>
                    <a:pt x="448060" y="282142"/>
                  </a:lnTo>
                  <a:lnTo>
                    <a:pt x="457801" y="285433"/>
                  </a:lnTo>
                  <a:lnTo>
                    <a:pt x="467542" y="288845"/>
                  </a:lnTo>
                  <a:lnTo>
                    <a:pt x="477281" y="292381"/>
                  </a:lnTo>
                  <a:lnTo>
                    <a:pt x="487022" y="296038"/>
                  </a:lnTo>
                  <a:lnTo>
                    <a:pt x="496763" y="299820"/>
                  </a:lnTo>
                  <a:lnTo>
                    <a:pt x="506503" y="303726"/>
                  </a:lnTo>
                  <a:lnTo>
                    <a:pt x="516244" y="307755"/>
                  </a:lnTo>
                  <a:lnTo>
                    <a:pt x="525985" y="311909"/>
                  </a:lnTo>
                  <a:lnTo>
                    <a:pt x="535724" y="316186"/>
                  </a:lnTo>
                  <a:lnTo>
                    <a:pt x="545465" y="320589"/>
                  </a:lnTo>
                  <a:lnTo>
                    <a:pt x="555206" y="325115"/>
                  </a:lnTo>
                  <a:lnTo>
                    <a:pt x="564946" y="329765"/>
                  </a:lnTo>
                  <a:lnTo>
                    <a:pt x="574687" y="334540"/>
                  </a:lnTo>
                  <a:lnTo>
                    <a:pt x="584428" y="339438"/>
                  </a:lnTo>
                  <a:lnTo>
                    <a:pt x="594167" y="344458"/>
                  </a:lnTo>
                  <a:lnTo>
                    <a:pt x="603908" y="349602"/>
                  </a:lnTo>
                  <a:lnTo>
                    <a:pt x="613649" y="354865"/>
                  </a:lnTo>
                  <a:lnTo>
                    <a:pt x="623388" y="360251"/>
                  </a:lnTo>
                  <a:lnTo>
                    <a:pt x="633129" y="365758"/>
                  </a:lnTo>
                  <a:lnTo>
                    <a:pt x="642870" y="371384"/>
                  </a:lnTo>
                  <a:lnTo>
                    <a:pt x="652610" y="377127"/>
                  </a:lnTo>
                  <a:lnTo>
                    <a:pt x="662351" y="382989"/>
                  </a:lnTo>
                  <a:lnTo>
                    <a:pt x="672092" y="388966"/>
                  </a:lnTo>
                  <a:lnTo>
                    <a:pt x="681831" y="395058"/>
                  </a:lnTo>
                  <a:lnTo>
                    <a:pt x="691572" y="401262"/>
                  </a:lnTo>
                  <a:lnTo>
                    <a:pt x="701313" y="407580"/>
                  </a:lnTo>
                  <a:lnTo>
                    <a:pt x="711052" y="414004"/>
                  </a:lnTo>
                  <a:lnTo>
                    <a:pt x="720793" y="420537"/>
                  </a:lnTo>
                  <a:lnTo>
                    <a:pt x="730534" y="427175"/>
                  </a:lnTo>
                  <a:lnTo>
                    <a:pt x="740274" y="433915"/>
                  </a:lnTo>
                  <a:lnTo>
                    <a:pt x="750015" y="440755"/>
                  </a:lnTo>
                  <a:lnTo>
                    <a:pt x="759756" y="447694"/>
                  </a:lnTo>
                  <a:lnTo>
                    <a:pt x="769495" y="454726"/>
                  </a:lnTo>
                  <a:lnTo>
                    <a:pt x="779236" y="461851"/>
                  </a:lnTo>
                  <a:lnTo>
                    <a:pt x="788977" y="469062"/>
                  </a:lnTo>
                  <a:lnTo>
                    <a:pt x="798717" y="476358"/>
                  </a:lnTo>
                  <a:lnTo>
                    <a:pt x="808458" y="483736"/>
                  </a:lnTo>
                  <a:lnTo>
                    <a:pt x="818199" y="491190"/>
                  </a:lnTo>
                  <a:lnTo>
                    <a:pt x="827938" y="498715"/>
                  </a:lnTo>
                  <a:lnTo>
                    <a:pt x="837679" y="506309"/>
                  </a:lnTo>
                  <a:lnTo>
                    <a:pt x="847420" y="513966"/>
                  </a:lnTo>
                  <a:lnTo>
                    <a:pt x="857159" y="521682"/>
                  </a:lnTo>
                  <a:lnTo>
                    <a:pt x="866900" y="529450"/>
                  </a:lnTo>
                  <a:lnTo>
                    <a:pt x="876641" y="537265"/>
                  </a:lnTo>
                  <a:lnTo>
                    <a:pt x="886381" y="545123"/>
                  </a:lnTo>
                  <a:lnTo>
                    <a:pt x="896122" y="553017"/>
                  </a:lnTo>
                  <a:lnTo>
                    <a:pt x="905863" y="560941"/>
                  </a:lnTo>
                  <a:lnTo>
                    <a:pt x="915602" y="568888"/>
                  </a:lnTo>
                  <a:lnTo>
                    <a:pt x="925343" y="576851"/>
                  </a:lnTo>
                  <a:lnTo>
                    <a:pt x="935084" y="584824"/>
                  </a:lnTo>
                  <a:lnTo>
                    <a:pt x="944824" y="592801"/>
                  </a:lnTo>
                  <a:lnTo>
                    <a:pt x="954564" y="600773"/>
                  </a:lnTo>
                  <a:lnTo>
                    <a:pt x="964305" y="608732"/>
                  </a:lnTo>
                  <a:lnTo>
                    <a:pt x="974045" y="616672"/>
                  </a:lnTo>
                  <a:lnTo>
                    <a:pt x="983786" y="624585"/>
                  </a:lnTo>
                  <a:lnTo>
                    <a:pt x="993522" y="632462"/>
                  </a:lnTo>
                  <a:lnTo>
                    <a:pt x="1003266" y="640294"/>
                  </a:lnTo>
                  <a:lnTo>
                    <a:pt x="1013010" y="648074"/>
                  </a:lnTo>
                  <a:lnTo>
                    <a:pt x="1022754" y="655792"/>
                  </a:lnTo>
                  <a:lnTo>
                    <a:pt x="1032483" y="663441"/>
                  </a:lnTo>
                  <a:lnTo>
                    <a:pt x="1042227" y="671011"/>
                  </a:lnTo>
                  <a:lnTo>
                    <a:pt x="1051971" y="678494"/>
                  </a:lnTo>
                  <a:lnTo>
                    <a:pt x="1061715" y="685879"/>
                  </a:lnTo>
                  <a:lnTo>
                    <a:pt x="1071444" y="693159"/>
                  </a:lnTo>
                  <a:lnTo>
                    <a:pt x="1081188" y="700324"/>
                  </a:lnTo>
                  <a:lnTo>
                    <a:pt x="1090932" y="707363"/>
                  </a:lnTo>
                  <a:lnTo>
                    <a:pt x="1100676" y="714268"/>
                  </a:lnTo>
                  <a:lnTo>
                    <a:pt x="1110405" y="721030"/>
                  </a:lnTo>
                  <a:lnTo>
                    <a:pt x="1120149" y="727639"/>
                  </a:lnTo>
                  <a:lnTo>
                    <a:pt x="1129893" y="734088"/>
                  </a:lnTo>
                  <a:lnTo>
                    <a:pt x="1139637" y="740363"/>
                  </a:lnTo>
                  <a:lnTo>
                    <a:pt x="1149381" y="746458"/>
                  </a:lnTo>
                  <a:lnTo>
                    <a:pt x="1159110" y="752364"/>
                  </a:lnTo>
                  <a:lnTo>
                    <a:pt x="1168854" y="758071"/>
                  </a:lnTo>
                  <a:lnTo>
                    <a:pt x="1178598" y="763568"/>
                  </a:lnTo>
                  <a:lnTo>
                    <a:pt x="1188341" y="768850"/>
                  </a:lnTo>
                  <a:lnTo>
                    <a:pt x="1198070" y="773905"/>
                  </a:lnTo>
                  <a:lnTo>
                    <a:pt x="1207814" y="778727"/>
                  </a:lnTo>
                  <a:lnTo>
                    <a:pt x="1217558" y="783304"/>
                  </a:lnTo>
                  <a:lnTo>
                    <a:pt x="1227302" y="787630"/>
                  </a:lnTo>
                  <a:lnTo>
                    <a:pt x="1237031" y="791698"/>
                  </a:lnTo>
                  <a:lnTo>
                    <a:pt x="1246775" y="795498"/>
                  </a:lnTo>
                  <a:lnTo>
                    <a:pt x="1256519" y="799023"/>
                  </a:lnTo>
                  <a:lnTo>
                    <a:pt x="1266263" y="802266"/>
                  </a:lnTo>
                  <a:lnTo>
                    <a:pt x="1276007" y="805220"/>
                  </a:lnTo>
                  <a:lnTo>
                    <a:pt x="1285736" y="807876"/>
                  </a:lnTo>
                  <a:lnTo>
                    <a:pt x="1295480" y="810230"/>
                  </a:lnTo>
                  <a:lnTo>
                    <a:pt x="1305224" y="812276"/>
                  </a:lnTo>
                  <a:lnTo>
                    <a:pt x="1314968" y="814006"/>
                  </a:lnTo>
                  <a:lnTo>
                    <a:pt x="1324697" y="815415"/>
                  </a:lnTo>
                  <a:lnTo>
                    <a:pt x="1334441" y="816497"/>
                  </a:lnTo>
                  <a:lnTo>
                    <a:pt x="1344185" y="817249"/>
                  </a:lnTo>
                  <a:lnTo>
                    <a:pt x="1353929" y="817665"/>
                  </a:lnTo>
                  <a:lnTo>
                    <a:pt x="1363658" y="817741"/>
                  </a:lnTo>
                  <a:lnTo>
                    <a:pt x="1373402" y="817473"/>
                  </a:lnTo>
                  <a:lnTo>
                    <a:pt x="1383146" y="816858"/>
                  </a:lnTo>
                  <a:lnTo>
                    <a:pt x="1392890" y="815891"/>
                  </a:lnTo>
                  <a:lnTo>
                    <a:pt x="1402619" y="814571"/>
                  </a:lnTo>
                  <a:lnTo>
                    <a:pt x="1412363" y="812896"/>
                  </a:lnTo>
                  <a:lnTo>
                    <a:pt x="1422106" y="810864"/>
                  </a:lnTo>
                  <a:lnTo>
                    <a:pt x="1431850" y="808471"/>
                  </a:lnTo>
                  <a:lnTo>
                    <a:pt x="1441594" y="805719"/>
                  </a:lnTo>
                  <a:lnTo>
                    <a:pt x="1451323" y="802607"/>
                  </a:lnTo>
                  <a:lnTo>
                    <a:pt x="1461067" y="799134"/>
                  </a:lnTo>
                  <a:lnTo>
                    <a:pt x="1470811" y="795299"/>
                  </a:lnTo>
                  <a:lnTo>
                    <a:pt x="1480555" y="791105"/>
                  </a:lnTo>
                  <a:lnTo>
                    <a:pt x="1490284" y="786550"/>
                  </a:lnTo>
                  <a:lnTo>
                    <a:pt x="1500028" y="781639"/>
                  </a:lnTo>
                  <a:lnTo>
                    <a:pt x="1509772" y="776373"/>
                  </a:lnTo>
                  <a:lnTo>
                    <a:pt x="1519516" y="770753"/>
                  </a:lnTo>
                  <a:lnTo>
                    <a:pt x="1529245" y="764783"/>
                  </a:lnTo>
                  <a:lnTo>
                    <a:pt x="1538989" y="758465"/>
                  </a:lnTo>
                  <a:lnTo>
                    <a:pt x="1548733" y="751804"/>
                  </a:lnTo>
                  <a:lnTo>
                    <a:pt x="1558477" y="744805"/>
                  </a:lnTo>
                  <a:lnTo>
                    <a:pt x="1568221" y="737471"/>
                  </a:lnTo>
                  <a:lnTo>
                    <a:pt x="1577950" y="729807"/>
                  </a:lnTo>
                  <a:lnTo>
                    <a:pt x="1587694" y="721820"/>
                  </a:lnTo>
                  <a:lnTo>
                    <a:pt x="1597438" y="713515"/>
                  </a:lnTo>
                  <a:lnTo>
                    <a:pt x="1607182" y="704899"/>
                  </a:lnTo>
                  <a:lnTo>
                    <a:pt x="1616911" y="695979"/>
                  </a:lnTo>
                  <a:lnTo>
                    <a:pt x="1626655" y="686761"/>
                  </a:lnTo>
                  <a:lnTo>
                    <a:pt x="1636399" y="677254"/>
                  </a:lnTo>
                  <a:lnTo>
                    <a:pt x="1646142" y="667465"/>
                  </a:lnTo>
                  <a:lnTo>
                    <a:pt x="1655872" y="657403"/>
                  </a:lnTo>
                  <a:lnTo>
                    <a:pt x="1665616" y="647078"/>
                  </a:lnTo>
                  <a:lnTo>
                    <a:pt x="1675359" y="636498"/>
                  </a:lnTo>
                  <a:lnTo>
                    <a:pt x="1685103" y="625672"/>
                  </a:lnTo>
                  <a:lnTo>
                    <a:pt x="1694832" y="614613"/>
                  </a:lnTo>
                  <a:lnTo>
                    <a:pt x="1704576" y="603330"/>
                  </a:lnTo>
                  <a:lnTo>
                    <a:pt x="1714320" y="591834"/>
                  </a:lnTo>
                  <a:lnTo>
                    <a:pt x="1724064" y="580135"/>
                  </a:lnTo>
                  <a:lnTo>
                    <a:pt x="1733808" y="568246"/>
                  </a:lnTo>
                  <a:lnTo>
                    <a:pt x="1743537" y="556179"/>
                  </a:lnTo>
                  <a:lnTo>
                    <a:pt x="1753281" y="543947"/>
                  </a:lnTo>
                  <a:lnTo>
                    <a:pt x="1763025" y="531560"/>
                  </a:lnTo>
                  <a:lnTo>
                    <a:pt x="1772769" y="519033"/>
                  </a:lnTo>
                  <a:lnTo>
                    <a:pt x="1782498" y="506378"/>
                  </a:lnTo>
                  <a:lnTo>
                    <a:pt x="1792242" y="493609"/>
                  </a:lnTo>
                  <a:lnTo>
                    <a:pt x="1801986" y="480741"/>
                  </a:lnTo>
                  <a:lnTo>
                    <a:pt x="1811730" y="467785"/>
                  </a:lnTo>
                  <a:lnTo>
                    <a:pt x="1821459" y="454757"/>
                  </a:lnTo>
                  <a:lnTo>
                    <a:pt x="1831203" y="441671"/>
                  </a:lnTo>
                  <a:lnTo>
                    <a:pt x="1840947" y="428542"/>
                  </a:lnTo>
                  <a:lnTo>
                    <a:pt x="1850691" y="415384"/>
                  </a:lnTo>
                  <a:lnTo>
                    <a:pt x="1860435" y="402210"/>
                  </a:lnTo>
                  <a:lnTo>
                    <a:pt x="1870164" y="389036"/>
                  </a:lnTo>
                  <a:lnTo>
                    <a:pt x="1879908" y="375879"/>
                  </a:lnTo>
                  <a:lnTo>
                    <a:pt x="1889652" y="362751"/>
                  </a:lnTo>
                  <a:lnTo>
                    <a:pt x="1899395" y="349669"/>
                  </a:lnTo>
                  <a:lnTo>
                    <a:pt x="1909124" y="336646"/>
                  </a:lnTo>
                  <a:lnTo>
                    <a:pt x="1918868" y="323698"/>
                  </a:lnTo>
                  <a:lnTo>
                    <a:pt x="1928612" y="310839"/>
                  </a:lnTo>
                  <a:lnTo>
                    <a:pt x="1938356" y="298084"/>
                  </a:lnTo>
                  <a:lnTo>
                    <a:pt x="1948085" y="285450"/>
                  </a:lnTo>
                  <a:lnTo>
                    <a:pt x="1957829" y="272946"/>
                  </a:lnTo>
                  <a:lnTo>
                    <a:pt x="1967573" y="260591"/>
                  </a:lnTo>
                  <a:lnTo>
                    <a:pt x="1977317" y="248397"/>
                  </a:lnTo>
                  <a:lnTo>
                    <a:pt x="1987046" y="236378"/>
                  </a:lnTo>
                  <a:lnTo>
                    <a:pt x="1996790" y="224548"/>
                  </a:lnTo>
                  <a:lnTo>
                    <a:pt x="2006534" y="212920"/>
                  </a:lnTo>
                  <a:lnTo>
                    <a:pt x="2016278" y="201507"/>
                  </a:lnTo>
                  <a:lnTo>
                    <a:pt x="2026022" y="190321"/>
                  </a:lnTo>
                  <a:lnTo>
                    <a:pt x="2035751" y="179373"/>
                  </a:lnTo>
                  <a:lnTo>
                    <a:pt x="2045495" y="168679"/>
                  </a:lnTo>
                  <a:lnTo>
                    <a:pt x="2055239" y="158245"/>
                  </a:lnTo>
                  <a:lnTo>
                    <a:pt x="2064983" y="148084"/>
                  </a:lnTo>
                  <a:lnTo>
                    <a:pt x="2074712" y="138207"/>
                  </a:lnTo>
                  <a:lnTo>
                    <a:pt x="2084456" y="128624"/>
                  </a:lnTo>
                  <a:lnTo>
                    <a:pt x="2094200" y="119344"/>
                  </a:lnTo>
                  <a:lnTo>
                    <a:pt x="2103944" y="110375"/>
                  </a:lnTo>
                  <a:lnTo>
                    <a:pt x="2113673" y="101724"/>
                  </a:lnTo>
                  <a:lnTo>
                    <a:pt x="2123417" y="93400"/>
                  </a:lnTo>
                  <a:lnTo>
                    <a:pt x="2133161" y="85411"/>
                  </a:lnTo>
                  <a:lnTo>
                    <a:pt x="2142905" y="77762"/>
                  </a:lnTo>
                  <a:lnTo>
                    <a:pt x="2152649" y="70460"/>
                  </a:lnTo>
                  <a:lnTo>
                    <a:pt x="2162377" y="63508"/>
                  </a:lnTo>
                  <a:lnTo>
                    <a:pt x="2172121" y="56913"/>
                  </a:lnTo>
                  <a:lnTo>
                    <a:pt x="2181865" y="50674"/>
                  </a:lnTo>
                  <a:lnTo>
                    <a:pt x="2191609" y="44800"/>
                  </a:lnTo>
                  <a:lnTo>
                    <a:pt x="2201338" y="39290"/>
                  </a:lnTo>
                  <a:lnTo>
                    <a:pt x="2211082" y="34145"/>
                  </a:lnTo>
                  <a:lnTo>
                    <a:pt x="2220826" y="29369"/>
                  </a:lnTo>
                  <a:lnTo>
                    <a:pt x="2230570" y="24960"/>
                  </a:lnTo>
                  <a:lnTo>
                    <a:pt x="2240299" y="20918"/>
                  </a:lnTo>
                  <a:lnTo>
                    <a:pt x="2250043" y="17244"/>
                  </a:lnTo>
                  <a:lnTo>
                    <a:pt x="2259787" y="13934"/>
                  </a:lnTo>
                  <a:lnTo>
                    <a:pt x="2269531" y="10986"/>
                  </a:lnTo>
                  <a:lnTo>
                    <a:pt x="2279260" y="8399"/>
                  </a:lnTo>
                  <a:lnTo>
                    <a:pt x="2289004" y="6168"/>
                  </a:lnTo>
                  <a:lnTo>
                    <a:pt x="2298748" y="4289"/>
                  </a:lnTo>
                  <a:lnTo>
                    <a:pt x="2308492" y="2758"/>
                  </a:lnTo>
                  <a:lnTo>
                    <a:pt x="2318236" y="1570"/>
                  </a:lnTo>
                  <a:lnTo>
                    <a:pt x="2327965" y="718"/>
                  </a:lnTo>
                  <a:lnTo>
                    <a:pt x="2337709" y="197"/>
                  </a:lnTo>
                  <a:lnTo>
                    <a:pt x="2347453" y="0"/>
                  </a:lnTo>
                  <a:lnTo>
                    <a:pt x="2357197" y="119"/>
                  </a:lnTo>
                  <a:lnTo>
                    <a:pt x="2366926" y="548"/>
                  </a:lnTo>
                  <a:lnTo>
                    <a:pt x="2376670" y="1278"/>
                  </a:lnTo>
                  <a:lnTo>
                    <a:pt x="2386413" y="2302"/>
                  </a:lnTo>
                  <a:lnTo>
                    <a:pt x="2396157" y="3609"/>
                  </a:lnTo>
                  <a:lnTo>
                    <a:pt x="2405886" y="5192"/>
                  </a:lnTo>
                  <a:lnTo>
                    <a:pt x="2415630" y="7041"/>
                  </a:lnTo>
                  <a:lnTo>
                    <a:pt x="2425374" y="9146"/>
                  </a:lnTo>
                  <a:lnTo>
                    <a:pt x="2435118" y="11499"/>
                  </a:lnTo>
                  <a:lnTo>
                    <a:pt x="2444862" y="14088"/>
                  </a:lnTo>
                  <a:lnTo>
                    <a:pt x="2454591" y="16904"/>
                  </a:lnTo>
                  <a:lnTo>
                    <a:pt x="2464335" y="19939"/>
                  </a:lnTo>
                  <a:lnTo>
                    <a:pt x="2474079" y="23180"/>
                  </a:lnTo>
                  <a:lnTo>
                    <a:pt x="2483823" y="26617"/>
                  </a:lnTo>
                  <a:lnTo>
                    <a:pt x="2493552" y="30242"/>
                  </a:lnTo>
                  <a:lnTo>
                    <a:pt x="2503296" y="34044"/>
                  </a:lnTo>
                  <a:lnTo>
                    <a:pt x="2513040" y="38012"/>
                  </a:lnTo>
                  <a:lnTo>
                    <a:pt x="2522784" y="42136"/>
                  </a:lnTo>
                  <a:lnTo>
                    <a:pt x="2532513" y="46407"/>
                  </a:lnTo>
                  <a:lnTo>
                    <a:pt x="2542257" y="50817"/>
                  </a:lnTo>
                  <a:lnTo>
                    <a:pt x="2552001" y="55354"/>
                  </a:lnTo>
                  <a:lnTo>
                    <a:pt x="2561745" y="60009"/>
                  </a:lnTo>
                  <a:lnTo>
                    <a:pt x="2571474" y="64773"/>
                  </a:lnTo>
                  <a:lnTo>
                    <a:pt x="2581218" y="69639"/>
                  </a:lnTo>
                  <a:lnTo>
                    <a:pt x="2590962" y="74598"/>
                  </a:lnTo>
                  <a:lnTo>
                    <a:pt x="2600705" y="79641"/>
                  </a:lnTo>
                  <a:lnTo>
                    <a:pt x="2610449" y="84759"/>
                  </a:lnTo>
                  <a:lnTo>
                    <a:pt x="2620178" y="89948"/>
                  </a:lnTo>
                  <a:lnTo>
                    <a:pt x="2629922" y="95199"/>
                  </a:lnTo>
                  <a:lnTo>
                    <a:pt x="2639666" y="100504"/>
                  </a:lnTo>
                  <a:lnTo>
                    <a:pt x="2649410" y="105859"/>
                  </a:lnTo>
                  <a:lnTo>
                    <a:pt x="2659139" y="111257"/>
                  </a:lnTo>
                  <a:lnTo>
                    <a:pt x="2668883" y="116692"/>
                  </a:lnTo>
                  <a:lnTo>
                    <a:pt x="2678627" y="122160"/>
                  </a:lnTo>
                  <a:lnTo>
                    <a:pt x="2688371" y="127656"/>
                  </a:lnTo>
                  <a:lnTo>
                    <a:pt x="2698100" y="133175"/>
                  </a:lnTo>
                  <a:lnTo>
                    <a:pt x="2707844" y="138714"/>
                  </a:lnTo>
                  <a:lnTo>
                    <a:pt x="2717588" y="144270"/>
                  </a:lnTo>
                  <a:lnTo>
                    <a:pt x="2727332" y="149839"/>
                  </a:lnTo>
                  <a:lnTo>
                    <a:pt x="2737076" y="155419"/>
                  </a:lnTo>
                  <a:lnTo>
                    <a:pt x="2746805" y="161007"/>
                  </a:lnTo>
                  <a:lnTo>
                    <a:pt x="2756549" y="166602"/>
                  </a:lnTo>
                  <a:lnTo>
                    <a:pt x="2766293" y="172202"/>
                  </a:lnTo>
                  <a:lnTo>
                    <a:pt x="2776037" y="177807"/>
                  </a:lnTo>
                  <a:lnTo>
                    <a:pt x="2785766" y="183415"/>
                  </a:lnTo>
                  <a:lnTo>
                    <a:pt x="2795510" y="189026"/>
                  </a:lnTo>
                  <a:lnTo>
                    <a:pt x="2805254" y="194642"/>
                  </a:lnTo>
                  <a:lnTo>
                    <a:pt x="2814998" y="200260"/>
                  </a:lnTo>
                  <a:lnTo>
                    <a:pt x="2824727" y="205882"/>
                  </a:lnTo>
                  <a:lnTo>
                    <a:pt x="2834471" y="211509"/>
                  </a:lnTo>
                  <a:lnTo>
                    <a:pt x="2844215" y="217142"/>
                  </a:lnTo>
                  <a:lnTo>
                    <a:pt x="2853958" y="222783"/>
                  </a:lnTo>
                  <a:lnTo>
                    <a:pt x="2863687" y="228431"/>
                  </a:lnTo>
                  <a:lnTo>
                    <a:pt x="2873431" y="234090"/>
                  </a:lnTo>
                  <a:lnTo>
                    <a:pt x="2883175" y="239762"/>
                  </a:lnTo>
                  <a:lnTo>
                    <a:pt x="2892919" y="245447"/>
                  </a:lnTo>
                  <a:lnTo>
                    <a:pt x="2902663" y="251148"/>
                  </a:lnTo>
                  <a:lnTo>
                    <a:pt x="2912392" y="25686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9" name="Freeform 608">
              <a:extLst>
                <a:ext uri="{FF2B5EF4-FFF2-40B4-BE49-F238E27FC236}">
                  <a16:creationId xmlns:a16="http://schemas.microsoft.com/office/drawing/2014/main" id="{DFB32980-0308-FFED-2BAA-1C2E3A19C69D}"/>
                </a:ext>
              </a:extLst>
            </p:cNvPr>
            <p:cNvSpPr/>
            <p:nvPr/>
          </p:nvSpPr>
          <p:spPr>
            <a:xfrm>
              <a:off x="576446" y="3186826"/>
              <a:ext cx="2912392" cy="992212"/>
            </a:xfrm>
            <a:custGeom>
              <a:avLst/>
              <a:gdLst>
                <a:gd name="connsiteX0" fmla="*/ 0 w 2912392"/>
                <a:gd name="connsiteY0" fmla="*/ 0 h 992212"/>
                <a:gd name="connsiteX1" fmla="*/ 9739 w 2912392"/>
                <a:gd name="connsiteY1" fmla="*/ 2665 h 992212"/>
                <a:gd name="connsiteX2" fmla="*/ 19480 w 2912392"/>
                <a:gd name="connsiteY2" fmla="*/ 5398 h 992212"/>
                <a:gd name="connsiteX3" fmla="*/ 29221 w 2912392"/>
                <a:gd name="connsiteY3" fmla="*/ 8188 h 992212"/>
                <a:gd name="connsiteX4" fmla="*/ 38961 w 2912392"/>
                <a:gd name="connsiteY4" fmla="*/ 11031 h 992212"/>
                <a:gd name="connsiteX5" fmla="*/ 48702 w 2912392"/>
                <a:gd name="connsiteY5" fmla="*/ 13922 h 992212"/>
                <a:gd name="connsiteX6" fmla="*/ 58443 w 2912392"/>
                <a:gd name="connsiteY6" fmla="*/ 16851 h 992212"/>
                <a:gd name="connsiteX7" fmla="*/ 68182 w 2912392"/>
                <a:gd name="connsiteY7" fmla="*/ 19813 h 992212"/>
                <a:gd name="connsiteX8" fmla="*/ 77923 w 2912392"/>
                <a:gd name="connsiteY8" fmla="*/ 22803 h 992212"/>
                <a:gd name="connsiteX9" fmla="*/ 87664 w 2912392"/>
                <a:gd name="connsiteY9" fmla="*/ 25814 h 992212"/>
                <a:gd name="connsiteX10" fmla="*/ 97404 w 2912392"/>
                <a:gd name="connsiteY10" fmla="*/ 28840 h 992212"/>
                <a:gd name="connsiteX11" fmla="*/ 107145 w 2912392"/>
                <a:gd name="connsiteY11" fmla="*/ 31875 h 992212"/>
                <a:gd name="connsiteX12" fmla="*/ 116886 w 2912392"/>
                <a:gd name="connsiteY12" fmla="*/ 34916 h 992212"/>
                <a:gd name="connsiteX13" fmla="*/ 126625 w 2912392"/>
                <a:gd name="connsiteY13" fmla="*/ 37954 h 992212"/>
                <a:gd name="connsiteX14" fmla="*/ 136366 w 2912392"/>
                <a:gd name="connsiteY14" fmla="*/ 40986 h 992212"/>
                <a:gd name="connsiteX15" fmla="*/ 146107 w 2912392"/>
                <a:gd name="connsiteY15" fmla="*/ 44007 h 992212"/>
                <a:gd name="connsiteX16" fmla="*/ 155846 w 2912392"/>
                <a:gd name="connsiteY16" fmla="*/ 47012 h 992212"/>
                <a:gd name="connsiteX17" fmla="*/ 165587 w 2912392"/>
                <a:gd name="connsiteY17" fmla="*/ 49997 h 992212"/>
                <a:gd name="connsiteX18" fmla="*/ 175328 w 2912392"/>
                <a:gd name="connsiteY18" fmla="*/ 52955 h 992212"/>
                <a:gd name="connsiteX19" fmla="*/ 185068 w 2912392"/>
                <a:gd name="connsiteY19" fmla="*/ 55886 h 992212"/>
                <a:gd name="connsiteX20" fmla="*/ 194809 w 2912392"/>
                <a:gd name="connsiteY20" fmla="*/ 58784 h 992212"/>
                <a:gd name="connsiteX21" fmla="*/ 204550 w 2912392"/>
                <a:gd name="connsiteY21" fmla="*/ 61645 h 992212"/>
                <a:gd name="connsiteX22" fmla="*/ 214289 w 2912392"/>
                <a:gd name="connsiteY22" fmla="*/ 64466 h 992212"/>
                <a:gd name="connsiteX23" fmla="*/ 224030 w 2912392"/>
                <a:gd name="connsiteY23" fmla="*/ 67244 h 992212"/>
                <a:gd name="connsiteX24" fmla="*/ 233771 w 2912392"/>
                <a:gd name="connsiteY24" fmla="*/ 69976 h 992212"/>
                <a:gd name="connsiteX25" fmla="*/ 243510 w 2912392"/>
                <a:gd name="connsiteY25" fmla="*/ 72659 h 992212"/>
                <a:gd name="connsiteX26" fmla="*/ 253251 w 2912392"/>
                <a:gd name="connsiteY26" fmla="*/ 75292 h 992212"/>
                <a:gd name="connsiteX27" fmla="*/ 262992 w 2912392"/>
                <a:gd name="connsiteY27" fmla="*/ 77870 h 992212"/>
                <a:gd name="connsiteX28" fmla="*/ 272732 w 2912392"/>
                <a:gd name="connsiteY28" fmla="*/ 80393 h 992212"/>
                <a:gd name="connsiteX29" fmla="*/ 282473 w 2912392"/>
                <a:gd name="connsiteY29" fmla="*/ 82859 h 992212"/>
                <a:gd name="connsiteX30" fmla="*/ 292214 w 2912392"/>
                <a:gd name="connsiteY30" fmla="*/ 85265 h 992212"/>
                <a:gd name="connsiteX31" fmla="*/ 301953 w 2912392"/>
                <a:gd name="connsiteY31" fmla="*/ 87612 h 992212"/>
                <a:gd name="connsiteX32" fmla="*/ 311694 w 2912392"/>
                <a:gd name="connsiteY32" fmla="*/ 89897 h 992212"/>
                <a:gd name="connsiteX33" fmla="*/ 321435 w 2912392"/>
                <a:gd name="connsiteY33" fmla="*/ 92120 h 992212"/>
                <a:gd name="connsiteX34" fmla="*/ 331175 w 2912392"/>
                <a:gd name="connsiteY34" fmla="*/ 94279 h 992212"/>
                <a:gd name="connsiteX35" fmla="*/ 340916 w 2912392"/>
                <a:gd name="connsiteY35" fmla="*/ 96376 h 992212"/>
                <a:gd name="connsiteX36" fmla="*/ 350656 w 2912392"/>
                <a:gd name="connsiteY36" fmla="*/ 98408 h 992212"/>
                <a:gd name="connsiteX37" fmla="*/ 360396 w 2912392"/>
                <a:gd name="connsiteY37" fmla="*/ 100374 h 992212"/>
                <a:gd name="connsiteX38" fmla="*/ 370137 w 2912392"/>
                <a:gd name="connsiteY38" fmla="*/ 102279 h 992212"/>
                <a:gd name="connsiteX39" fmla="*/ 379878 w 2912392"/>
                <a:gd name="connsiteY39" fmla="*/ 104117 h 992212"/>
                <a:gd name="connsiteX40" fmla="*/ 389617 w 2912392"/>
                <a:gd name="connsiteY40" fmla="*/ 105893 h 992212"/>
                <a:gd name="connsiteX41" fmla="*/ 399358 w 2912392"/>
                <a:gd name="connsiteY41" fmla="*/ 107605 h 992212"/>
                <a:gd name="connsiteX42" fmla="*/ 409099 w 2912392"/>
                <a:gd name="connsiteY42" fmla="*/ 109256 h 992212"/>
                <a:gd name="connsiteX43" fmla="*/ 418839 w 2912392"/>
                <a:gd name="connsiteY43" fmla="*/ 110844 h 992212"/>
                <a:gd name="connsiteX44" fmla="*/ 428580 w 2912392"/>
                <a:gd name="connsiteY44" fmla="*/ 112371 h 992212"/>
                <a:gd name="connsiteX45" fmla="*/ 438321 w 2912392"/>
                <a:gd name="connsiteY45" fmla="*/ 113839 h 992212"/>
                <a:gd name="connsiteX46" fmla="*/ 448060 w 2912392"/>
                <a:gd name="connsiteY46" fmla="*/ 115248 h 992212"/>
                <a:gd name="connsiteX47" fmla="*/ 457801 w 2912392"/>
                <a:gd name="connsiteY47" fmla="*/ 116601 h 992212"/>
                <a:gd name="connsiteX48" fmla="*/ 467542 w 2912392"/>
                <a:gd name="connsiteY48" fmla="*/ 117899 h 992212"/>
                <a:gd name="connsiteX49" fmla="*/ 477281 w 2912392"/>
                <a:gd name="connsiteY49" fmla="*/ 119141 h 992212"/>
                <a:gd name="connsiteX50" fmla="*/ 487022 w 2912392"/>
                <a:gd name="connsiteY50" fmla="*/ 120332 h 992212"/>
                <a:gd name="connsiteX51" fmla="*/ 496763 w 2912392"/>
                <a:gd name="connsiteY51" fmla="*/ 121473 h 992212"/>
                <a:gd name="connsiteX52" fmla="*/ 506503 w 2912392"/>
                <a:gd name="connsiteY52" fmla="*/ 122565 h 992212"/>
                <a:gd name="connsiteX53" fmla="*/ 516244 w 2912392"/>
                <a:gd name="connsiteY53" fmla="*/ 123609 h 992212"/>
                <a:gd name="connsiteX54" fmla="*/ 525985 w 2912392"/>
                <a:gd name="connsiteY54" fmla="*/ 124611 h 992212"/>
                <a:gd name="connsiteX55" fmla="*/ 535724 w 2912392"/>
                <a:gd name="connsiteY55" fmla="*/ 125569 h 992212"/>
                <a:gd name="connsiteX56" fmla="*/ 545465 w 2912392"/>
                <a:gd name="connsiteY56" fmla="*/ 126486 h 992212"/>
                <a:gd name="connsiteX57" fmla="*/ 555206 w 2912392"/>
                <a:gd name="connsiteY57" fmla="*/ 127367 h 992212"/>
                <a:gd name="connsiteX58" fmla="*/ 564946 w 2912392"/>
                <a:gd name="connsiteY58" fmla="*/ 128212 h 992212"/>
                <a:gd name="connsiteX59" fmla="*/ 574687 w 2912392"/>
                <a:gd name="connsiteY59" fmla="*/ 129024 h 992212"/>
                <a:gd name="connsiteX60" fmla="*/ 584428 w 2912392"/>
                <a:gd name="connsiteY60" fmla="*/ 129804 h 992212"/>
                <a:gd name="connsiteX61" fmla="*/ 594167 w 2912392"/>
                <a:gd name="connsiteY61" fmla="*/ 130557 h 992212"/>
                <a:gd name="connsiteX62" fmla="*/ 603908 w 2912392"/>
                <a:gd name="connsiteY62" fmla="*/ 131284 h 992212"/>
                <a:gd name="connsiteX63" fmla="*/ 613649 w 2912392"/>
                <a:gd name="connsiteY63" fmla="*/ 131989 h 992212"/>
                <a:gd name="connsiteX64" fmla="*/ 623388 w 2912392"/>
                <a:gd name="connsiteY64" fmla="*/ 132671 h 992212"/>
                <a:gd name="connsiteX65" fmla="*/ 633129 w 2912392"/>
                <a:gd name="connsiteY65" fmla="*/ 133337 h 992212"/>
                <a:gd name="connsiteX66" fmla="*/ 642870 w 2912392"/>
                <a:gd name="connsiteY66" fmla="*/ 133988 h 992212"/>
                <a:gd name="connsiteX67" fmla="*/ 652610 w 2912392"/>
                <a:gd name="connsiteY67" fmla="*/ 134627 h 992212"/>
                <a:gd name="connsiteX68" fmla="*/ 662351 w 2912392"/>
                <a:gd name="connsiteY68" fmla="*/ 135256 h 992212"/>
                <a:gd name="connsiteX69" fmla="*/ 672092 w 2912392"/>
                <a:gd name="connsiteY69" fmla="*/ 135879 h 992212"/>
                <a:gd name="connsiteX70" fmla="*/ 681831 w 2912392"/>
                <a:gd name="connsiteY70" fmla="*/ 136497 h 992212"/>
                <a:gd name="connsiteX71" fmla="*/ 691572 w 2912392"/>
                <a:gd name="connsiteY71" fmla="*/ 137115 h 992212"/>
                <a:gd name="connsiteX72" fmla="*/ 701313 w 2912392"/>
                <a:gd name="connsiteY72" fmla="*/ 137734 h 992212"/>
                <a:gd name="connsiteX73" fmla="*/ 711052 w 2912392"/>
                <a:gd name="connsiteY73" fmla="*/ 138358 h 992212"/>
                <a:gd name="connsiteX74" fmla="*/ 720793 w 2912392"/>
                <a:gd name="connsiteY74" fmla="*/ 138988 h 992212"/>
                <a:gd name="connsiteX75" fmla="*/ 730534 w 2912392"/>
                <a:gd name="connsiteY75" fmla="*/ 139629 h 992212"/>
                <a:gd name="connsiteX76" fmla="*/ 740274 w 2912392"/>
                <a:gd name="connsiteY76" fmla="*/ 140281 h 992212"/>
                <a:gd name="connsiteX77" fmla="*/ 750015 w 2912392"/>
                <a:gd name="connsiteY77" fmla="*/ 140950 h 992212"/>
                <a:gd name="connsiteX78" fmla="*/ 759756 w 2912392"/>
                <a:gd name="connsiteY78" fmla="*/ 141637 h 992212"/>
                <a:gd name="connsiteX79" fmla="*/ 769495 w 2912392"/>
                <a:gd name="connsiteY79" fmla="*/ 142345 h 992212"/>
                <a:gd name="connsiteX80" fmla="*/ 779236 w 2912392"/>
                <a:gd name="connsiteY80" fmla="*/ 143076 h 992212"/>
                <a:gd name="connsiteX81" fmla="*/ 788977 w 2912392"/>
                <a:gd name="connsiteY81" fmla="*/ 143833 h 992212"/>
                <a:gd name="connsiteX82" fmla="*/ 798717 w 2912392"/>
                <a:gd name="connsiteY82" fmla="*/ 144619 h 992212"/>
                <a:gd name="connsiteX83" fmla="*/ 808458 w 2912392"/>
                <a:gd name="connsiteY83" fmla="*/ 145435 h 992212"/>
                <a:gd name="connsiteX84" fmla="*/ 818199 w 2912392"/>
                <a:gd name="connsiteY84" fmla="*/ 146286 h 992212"/>
                <a:gd name="connsiteX85" fmla="*/ 827938 w 2912392"/>
                <a:gd name="connsiteY85" fmla="*/ 147171 h 992212"/>
                <a:gd name="connsiteX86" fmla="*/ 837679 w 2912392"/>
                <a:gd name="connsiteY86" fmla="*/ 148094 h 992212"/>
                <a:gd name="connsiteX87" fmla="*/ 847420 w 2912392"/>
                <a:gd name="connsiteY87" fmla="*/ 149057 h 992212"/>
                <a:gd name="connsiteX88" fmla="*/ 857159 w 2912392"/>
                <a:gd name="connsiteY88" fmla="*/ 150063 h 992212"/>
                <a:gd name="connsiteX89" fmla="*/ 866900 w 2912392"/>
                <a:gd name="connsiteY89" fmla="*/ 151111 h 992212"/>
                <a:gd name="connsiteX90" fmla="*/ 876641 w 2912392"/>
                <a:gd name="connsiteY90" fmla="*/ 152207 h 992212"/>
                <a:gd name="connsiteX91" fmla="*/ 886381 w 2912392"/>
                <a:gd name="connsiteY91" fmla="*/ 153348 h 992212"/>
                <a:gd name="connsiteX92" fmla="*/ 896122 w 2912392"/>
                <a:gd name="connsiteY92" fmla="*/ 154540 h 992212"/>
                <a:gd name="connsiteX93" fmla="*/ 905863 w 2912392"/>
                <a:gd name="connsiteY93" fmla="*/ 155781 h 992212"/>
                <a:gd name="connsiteX94" fmla="*/ 915602 w 2912392"/>
                <a:gd name="connsiteY94" fmla="*/ 157074 h 992212"/>
                <a:gd name="connsiteX95" fmla="*/ 925343 w 2912392"/>
                <a:gd name="connsiteY95" fmla="*/ 158419 h 992212"/>
                <a:gd name="connsiteX96" fmla="*/ 935084 w 2912392"/>
                <a:gd name="connsiteY96" fmla="*/ 159817 h 992212"/>
                <a:gd name="connsiteX97" fmla="*/ 944824 w 2912392"/>
                <a:gd name="connsiteY97" fmla="*/ 161271 h 992212"/>
                <a:gd name="connsiteX98" fmla="*/ 954564 w 2912392"/>
                <a:gd name="connsiteY98" fmla="*/ 162779 h 992212"/>
                <a:gd name="connsiteX99" fmla="*/ 964305 w 2912392"/>
                <a:gd name="connsiteY99" fmla="*/ 164342 h 992212"/>
                <a:gd name="connsiteX100" fmla="*/ 974045 w 2912392"/>
                <a:gd name="connsiteY100" fmla="*/ 165960 h 992212"/>
                <a:gd name="connsiteX101" fmla="*/ 983786 w 2912392"/>
                <a:gd name="connsiteY101" fmla="*/ 167633 h 992212"/>
                <a:gd name="connsiteX102" fmla="*/ 993522 w 2912392"/>
                <a:gd name="connsiteY102" fmla="*/ 169361 h 992212"/>
                <a:gd name="connsiteX103" fmla="*/ 1003266 w 2912392"/>
                <a:gd name="connsiteY103" fmla="*/ 171145 h 992212"/>
                <a:gd name="connsiteX104" fmla="*/ 1013010 w 2912392"/>
                <a:gd name="connsiteY104" fmla="*/ 172983 h 992212"/>
                <a:gd name="connsiteX105" fmla="*/ 1022754 w 2912392"/>
                <a:gd name="connsiteY105" fmla="*/ 174874 h 992212"/>
                <a:gd name="connsiteX106" fmla="*/ 1032483 w 2912392"/>
                <a:gd name="connsiteY106" fmla="*/ 176817 h 992212"/>
                <a:gd name="connsiteX107" fmla="*/ 1042227 w 2912392"/>
                <a:gd name="connsiteY107" fmla="*/ 178810 h 992212"/>
                <a:gd name="connsiteX108" fmla="*/ 1051971 w 2912392"/>
                <a:gd name="connsiteY108" fmla="*/ 180854 h 992212"/>
                <a:gd name="connsiteX109" fmla="*/ 1061715 w 2912392"/>
                <a:gd name="connsiteY109" fmla="*/ 182946 h 992212"/>
                <a:gd name="connsiteX110" fmla="*/ 1071444 w 2912392"/>
                <a:gd name="connsiteY110" fmla="*/ 185083 h 992212"/>
                <a:gd name="connsiteX111" fmla="*/ 1081188 w 2912392"/>
                <a:gd name="connsiteY111" fmla="*/ 187265 h 992212"/>
                <a:gd name="connsiteX112" fmla="*/ 1090932 w 2912392"/>
                <a:gd name="connsiteY112" fmla="*/ 189488 h 992212"/>
                <a:gd name="connsiteX113" fmla="*/ 1100676 w 2912392"/>
                <a:gd name="connsiteY113" fmla="*/ 191751 h 992212"/>
                <a:gd name="connsiteX114" fmla="*/ 1110405 w 2912392"/>
                <a:gd name="connsiteY114" fmla="*/ 194050 h 992212"/>
                <a:gd name="connsiteX115" fmla="*/ 1120149 w 2912392"/>
                <a:gd name="connsiteY115" fmla="*/ 196383 h 992212"/>
                <a:gd name="connsiteX116" fmla="*/ 1129893 w 2912392"/>
                <a:gd name="connsiteY116" fmla="*/ 198748 h 992212"/>
                <a:gd name="connsiteX117" fmla="*/ 1139637 w 2912392"/>
                <a:gd name="connsiteY117" fmla="*/ 201139 h 992212"/>
                <a:gd name="connsiteX118" fmla="*/ 1149381 w 2912392"/>
                <a:gd name="connsiteY118" fmla="*/ 203556 h 992212"/>
                <a:gd name="connsiteX119" fmla="*/ 1159110 w 2912392"/>
                <a:gd name="connsiteY119" fmla="*/ 205995 h 992212"/>
                <a:gd name="connsiteX120" fmla="*/ 1168854 w 2912392"/>
                <a:gd name="connsiteY120" fmla="*/ 208450 h 992212"/>
                <a:gd name="connsiteX121" fmla="*/ 1178598 w 2912392"/>
                <a:gd name="connsiteY121" fmla="*/ 210919 h 992212"/>
                <a:gd name="connsiteX122" fmla="*/ 1188341 w 2912392"/>
                <a:gd name="connsiteY122" fmla="*/ 213400 h 992212"/>
                <a:gd name="connsiteX123" fmla="*/ 1198070 w 2912392"/>
                <a:gd name="connsiteY123" fmla="*/ 215886 h 992212"/>
                <a:gd name="connsiteX124" fmla="*/ 1207814 w 2912392"/>
                <a:gd name="connsiteY124" fmla="*/ 218374 h 992212"/>
                <a:gd name="connsiteX125" fmla="*/ 1217558 w 2912392"/>
                <a:gd name="connsiteY125" fmla="*/ 220862 h 992212"/>
                <a:gd name="connsiteX126" fmla="*/ 1227302 w 2912392"/>
                <a:gd name="connsiteY126" fmla="*/ 223346 h 992212"/>
                <a:gd name="connsiteX127" fmla="*/ 1237031 w 2912392"/>
                <a:gd name="connsiteY127" fmla="*/ 225821 h 992212"/>
                <a:gd name="connsiteX128" fmla="*/ 1246775 w 2912392"/>
                <a:gd name="connsiteY128" fmla="*/ 228282 h 992212"/>
                <a:gd name="connsiteX129" fmla="*/ 1256519 w 2912392"/>
                <a:gd name="connsiteY129" fmla="*/ 230727 h 992212"/>
                <a:gd name="connsiteX130" fmla="*/ 1266263 w 2912392"/>
                <a:gd name="connsiteY130" fmla="*/ 233151 h 992212"/>
                <a:gd name="connsiteX131" fmla="*/ 1276007 w 2912392"/>
                <a:gd name="connsiteY131" fmla="*/ 235553 h 992212"/>
                <a:gd name="connsiteX132" fmla="*/ 1285736 w 2912392"/>
                <a:gd name="connsiteY132" fmla="*/ 237926 h 992212"/>
                <a:gd name="connsiteX133" fmla="*/ 1295480 w 2912392"/>
                <a:gd name="connsiteY133" fmla="*/ 240268 h 992212"/>
                <a:gd name="connsiteX134" fmla="*/ 1305224 w 2912392"/>
                <a:gd name="connsiteY134" fmla="*/ 242576 h 992212"/>
                <a:gd name="connsiteX135" fmla="*/ 1314968 w 2912392"/>
                <a:gd name="connsiteY135" fmla="*/ 244847 h 992212"/>
                <a:gd name="connsiteX136" fmla="*/ 1324697 w 2912392"/>
                <a:gd name="connsiteY136" fmla="*/ 247077 h 992212"/>
                <a:gd name="connsiteX137" fmla="*/ 1334441 w 2912392"/>
                <a:gd name="connsiteY137" fmla="*/ 249264 h 992212"/>
                <a:gd name="connsiteX138" fmla="*/ 1344185 w 2912392"/>
                <a:gd name="connsiteY138" fmla="*/ 251405 h 992212"/>
                <a:gd name="connsiteX139" fmla="*/ 1353929 w 2912392"/>
                <a:gd name="connsiteY139" fmla="*/ 253499 h 992212"/>
                <a:gd name="connsiteX140" fmla="*/ 1363658 w 2912392"/>
                <a:gd name="connsiteY140" fmla="*/ 255543 h 992212"/>
                <a:gd name="connsiteX141" fmla="*/ 1373402 w 2912392"/>
                <a:gd name="connsiteY141" fmla="*/ 257535 h 992212"/>
                <a:gd name="connsiteX142" fmla="*/ 1383146 w 2912392"/>
                <a:gd name="connsiteY142" fmla="*/ 259473 h 992212"/>
                <a:gd name="connsiteX143" fmla="*/ 1392890 w 2912392"/>
                <a:gd name="connsiteY143" fmla="*/ 261358 h 992212"/>
                <a:gd name="connsiteX144" fmla="*/ 1402619 w 2912392"/>
                <a:gd name="connsiteY144" fmla="*/ 263189 h 992212"/>
                <a:gd name="connsiteX145" fmla="*/ 1412363 w 2912392"/>
                <a:gd name="connsiteY145" fmla="*/ 264964 h 992212"/>
                <a:gd name="connsiteX146" fmla="*/ 1422106 w 2912392"/>
                <a:gd name="connsiteY146" fmla="*/ 266683 h 992212"/>
                <a:gd name="connsiteX147" fmla="*/ 1431850 w 2912392"/>
                <a:gd name="connsiteY147" fmla="*/ 268347 h 992212"/>
                <a:gd name="connsiteX148" fmla="*/ 1441594 w 2912392"/>
                <a:gd name="connsiteY148" fmla="*/ 269956 h 992212"/>
                <a:gd name="connsiteX149" fmla="*/ 1451323 w 2912392"/>
                <a:gd name="connsiteY149" fmla="*/ 271512 h 992212"/>
                <a:gd name="connsiteX150" fmla="*/ 1461067 w 2912392"/>
                <a:gd name="connsiteY150" fmla="*/ 273016 h 992212"/>
                <a:gd name="connsiteX151" fmla="*/ 1470811 w 2912392"/>
                <a:gd name="connsiteY151" fmla="*/ 274471 h 992212"/>
                <a:gd name="connsiteX152" fmla="*/ 1480555 w 2912392"/>
                <a:gd name="connsiteY152" fmla="*/ 275877 h 992212"/>
                <a:gd name="connsiteX153" fmla="*/ 1490284 w 2912392"/>
                <a:gd name="connsiteY153" fmla="*/ 277237 h 992212"/>
                <a:gd name="connsiteX154" fmla="*/ 1500028 w 2912392"/>
                <a:gd name="connsiteY154" fmla="*/ 278556 h 992212"/>
                <a:gd name="connsiteX155" fmla="*/ 1509772 w 2912392"/>
                <a:gd name="connsiteY155" fmla="*/ 279836 h 992212"/>
                <a:gd name="connsiteX156" fmla="*/ 1519516 w 2912392"/>
                <a:gd name="connsiteY156" fmla="*/ 281081 h 992212"/>
                <a:gd name="connsiteX157" fmla="*/ 1529245 w 2912392"/>
                <a:gd name="connsiteY157" fmla="*/ 282296 h 992212"/>
                <a:gd name="connsiteX158" fmla="*/ 1538989 w 2912392"/>
                <a:gd name="connsiteY158" fmla="*/ 283483 h 992212"/>
                <a:gd name="connsiteX159" fmla="*/ 1548733 w 2912392"/>
                <a:gd name="connsiteY159" fmla="*/ 284650 h 992212"/>
                <a:gd name="connsiteX160" fmla="*/ 1558477 w 2912392"/>
                <a:gd name="connsiteY160" fmla="*/ 285800 h 992212"/>
                <a:gd name="connsiteX161" fmla="*/ 1568221 w 2912392"/>
                <a:gd name="connsiteY161" fmla="*/ 286940 h 992212"/>
                <a:gd name="connsiteX162" fmla="*/ 1577950 w 2912392"/>
                <a:gd name="connsiteY162" fmla="*/ 288076 h 992212"/>
                <a:gd name="connsiteX163" fmla="*/ 1587694 w 2912392"/>
                <a:gd name="connsiteY163" fmla="*/ 289213 h 992212"/>
                <a:gd name="connsiteX164" fmla="*/ 1597438 w 2912392"/>
                <a:gd name="connsiteY164" fmla="*/ 290359 h 992212"/>
                <a:gd name="connsiteX165" fmla="*/ 1607182 w 2912392"/>
                <a:gd name="connsiteY165" fmla="*/ 291521 h 992212"/>
                <a:gd name="connsiteX166" fmla="*/ 1616911 w 2912392"/>
                <a:gd name="connsiteY166" fmla="*/ 292704 h 992212"/>
                <a:gd name="connsiteX167" fmla="*/ 1626655 w 2912392"/>
                <a:gd name="connsiteY167" fmla="*/ 293918 h 992212"/>
                <a:gd name="connsiteX168" fmla="*/ 1636399 w 2912392"/>
                <a:gd name="connsiteY168" fmla="*/ 295168 h 992212"/>
                <a:gd name="connsiteX169" fmla="*/ 1646142 w 2912392"/>
                <a:gd name="connsiteY169" fmla="*/ 296464 h 992212"/>
                <a:gd name="connsiteX170" fmla="*/ 1655872 w 2912392"/>
                <a:gd name="connsiteY170" fmla="*/ 297813 h 992212"/>
                <a:gd name="connsiteX171" fmla="*/ 1665616 w 2912392"/>
                <a:gd name="connsiteY171" fmla="*/ 299222 h 992212"/>
                <a:gd name="connsiteX172" fmla="*/ 1675359 w 2912392"/>
                <a:gd name="connsiteY172" fmla="*/ 300700 h 992212"/>
                <a:gd name="connsiteX173" fmla="*/ 1685103 w 2912392"/>
                <a:gd name="connsiteY173" fmla="*/ 302256 h 992212"/>
                <a:gd name="connsiteX174" fmla="*/ 1694832 w 2912392"/>
                <a:gd name="connsiteY174" fmla="*/ 303896 h 992212"/>
                <a:gd name="connsiteX175" fmla="*/ 1704576 w 2912392"/>
                <a:gd name="connsiteY175" fmla="*/ 305630 h 992212"/>
                <a:gd name="connsiteX176" fmla="*/ 1714320 w 2912392"/>
                <a:gd name="connsiteY176" fmla="*/ 307466 h 992212"/>
                <a:gd name="connsiteX177" fmla="*/ 1724064 w 2912392"/>
                <a:gd name="connsiteY177" fmla="*/ 309412 h 992212"/>
                <a:gd name="connsiteX178" fmla="*/ 1733808 w 2912392"/>
                <a:gd name="connsiteY178" fmla="*/ 311477 h 992212"/>
                <a:gd name="connsiteX179" fmla="*/ 1743537 w 2912392"/>
                <a:gd name="connsiteY179" fmla="*/ 313665 h 992212"/>
                <a:gd name="connsiteX180" fmla="*/ 1753281 w 2912392"/>
                <a:gd name="connsiteY180" fmla="*/ 315988 h 992212"/>
                <a:gd name="connsiteX181" fmla="*/ 1763025 w 2912392"/>
                <a:gd name="connsiteY181" fmla="*/ 318454 h 992212"/>
                <a:gd name="connsiteX182" fmla="*/ 1772769 w 2912392"/>
                <a:gd name="connsiteY182" fmla="*/ 321067 h 992212"/>
                <a:gd name="connsiteX183" fmla="*/ 1782498 w 2912392"/>
                <a:gd name="connsiteY183" fmla="*/ 323835 h 992212"/>
                <a:gd name="connsiteX184" fmla="*/ 1792242 w 2912392"/>
                <a:gd name="connsiteY184" fmla="*/ 326767 h 992212"/>
                <a:gd name="connsiteX185" fmla="*/ 1801986 w 2912392"/>
                <a:gd name="connsiteY185" fmla="*/ 329869 h 992212"/>
                <a:gd name="connsiteX186" fmla="*/ 1811730 w 2912392"/>
                <a:gd name="connsiteY186" fmla="*/ 333147 h 992212"/>
                <a:gd name="connsiteX187" fmla="*/ 1821459 w 2912392"/>
                <a:gd name="connsiteY187" fmla="*/ 336607 h 992212"/>
                <a:gd name="connsiteX188" fmla="*/ 1831203 w 2912392"/>
                <a:gd name="connsiteY188" fmla="*/ 340254 h 992212"/>
                <a:gd name="connsiteX189" fmla="*/ 1840947 w 2912392"/>
                <a:gd name="connsiteY189" fmla="*/ 344095 h 992212"/>
                <a:gd name="connsiteX190" fmla="*/ 1850691 w 2912392"/>
                <a:gd name="connsiteY190" fmla="*/ 348133 h 992212"/>
                <a:gd name="connsiteX191" fmla="*/ 1860435 w 2912392"/>
                <a:gd name="connsiteY191" fmla="*/ 352373 h 992212"/>
                <a:gd name="connsiteX192" fmla="*/ 1870164 w 2912392"/>
                <a:gd name="connsiteY192" fmla="*/ 356819 h 992212"/>
                <a:gd name="connsiteX193" fmla="*/ 1879908 w 2912392"/>
                <a:gd name="connsiteY193" fmla="*/ 361475 h 992212"/>
                <a:gd name="connsiteX194" fmla="*/ 1889652 w 2912392"/>
                <a:gd name="connsiteY194" fmla="*/ 366342 h 992212"/>
                <a:gd name="connsiteX195" fmla="*/ 1899395 w 2912392"/>
                <a:gd name="connsiteY195" fmla="*/ 371426 h 992212"/>
                <a:gd name="connsiteX196" fmla="*/ 1909124 w 2912392"/>
                <a:gd name="connsiteY196" fmla="*/ 376727 h 992212"/>
                <a:gd name="connsiteX197" fmla="*/ 1918868 w 2912392"/>
                <a:gd name="connsiteY197" fmla="*/ 382245 h 992212"/>
                <a:gd name="connsiteX198" fmla="*/ 1928612 w 2912392"/>
                <a:gd name="connsiteY198" fmla="*/ 387983 h 992212"/>
                <a:gd name="connsiteX199" fmla="*/ 1938356 w 2912392"/>
                <a:gd name="connsiteY199" fmla="*/ 393942 h 992212"/>
                <a:gd name="connsiteX200" fmla="*/ 1948085 w 2912392"/>
                <a:gd name="connsiteY200" fmla="*/ 400120 h 992212"/>
                <a:gd name="connsiteX201" fmla="*/ 1957829 w 2912392"/>
                <a:gd name="connsiteY201" fmla="*/ 406517 h 992212"/>
                <a:gd name="connsiteX202" fmla="*/ 1967573 w 2912392"/>
                <a:gd name="connsiteY202" fmla="*/ 413132 h 992212"/>
                <a:gd name="connsiteX203" fmla="*/ 1977317 w 2912392"/>
                <a:gd name="connsiteY203" fmla="*/ 419964 h 992212"/>
                <a:gd name="connsiteX204" fmla="*/ 1987046 w 2912392"/>
                <a:gd name="connsiteY204" fmla="*/ 427008 h 992212"/>
                <a:gd name="connsiteX205" fmla="*/ 1996790 w 2912392"/>
                <a:gd name="connsiteY205" fmla="*/ 434264 h 992212"/>
                <a:gd name="connsiteX206" fmla="*/ 2006534 w 2912392"/>
                <a:gd name="connsiteY206" fmla="*/ 441727 h 992212"/>
                <a:gd name="connsiteX207" fmla="*/ 2016278 w 2912392"/>
                <a:gd name="connsiteY207" fmla="*/ 449394 h 992212"/>
                <a:gd name="connsiteX208" fmla="*/ 2026022 w 2912392"/>
                <a:gd name="connsiteY208" fmla="*/ 457259 h 992212"/>
                <a:gd name="connsiteX209" fmla="*/ 2035751 w 2912392"/>
                <a:gd name="connsiteY209" fmla="*/ 465318 h 992212"/>
                <a:gd name="connsiteX210" fmla="*/ 2045495 w 2912392"/>
                <a:gd name="connsiteY210" fmla="*/ 473566 h 992212"/>
                <a:gd name="connsiteX211" fmla="*/ 2055239 w 2912392"/>
                <a:gd name="connsiteY211" fmla="*/ 481997 h 992212"/>
                <a:gd name="connsiteX212" fmla="*/ 2064983 w 2912392"/>
                <a:gd name="connsiteY212" fmla="*/ 490603 h 992212"/>
                <a:gd name="connsiteX213" fmla="*/ 2074712 w 2912392"/>
                <a:gd name="connsiteY213" fmla="*/ 499380 h 992212"/>
                <a:gd name="connsiteX214" fmla="*/ 2084456 w 2912392"/>
                <a:gd name="connsiteY214" fmla="*/ 508316 h 992212"/>
                <a:gd name="connsiteX215" fmla="*/ 2094200 w 2912392"/>
                <a:gd name="connsiteY215" fmla="*/ 517409 h 992212"/>
                <a:gd name="connsiteX216" fmla="*/ 2103944 w 2912392"/>
                <a:gd name="connsiteY216" fmla="*/ 526646 h 992212"/>
                <a:gd name="connsiteX217" fmla="*/ 2113673 w 2912392"/>
                <a:gd name="connsiteY217" fmla="*/ 536022 h 992212"/>
                <a:gd name="connsiteX218" fmla="*/ 2123417 w 2912392"/>
                <a:gd name="connsiteY218" fmla="*/ 545526 h 992212"/>
                <a:gd name="connsiteX219" fmla="*/ 2133161 w 2912392"/>
                <a:gd name="connsiteY219" fmla="*/ 555149 h 992212"/>
                <a:gd name="connsiteX220" fmla="*/ 2142905 w 2912392"/>
                <a:gd name="connsiteY220" fmla="*/ 564883 h 992212"/>
                <a:gd name="connsiteX221" fmla="*/ 2152649 w 2912392"/>
                <a:gd name="connsiteY221" fmla="*/ 574718 h 992212"/>
                <a:gd name="connsiteX222" fmla="*/ 2162377 w 2912392"/>
                <a:gd name="connsiteY222" fmla="*/ 584642 h 992212"/>
                <a:gd name="connsiteX223" fmla="*/ 2172121 w 2912392"/>
                <a:gd name="connsiteY223" fmla="*/ 594647 h 992212"/>
                <a:gd name="connsiteX224" fmla="*/ 2181865 w 2912392"/>
                <a:gd name="connsiteY224" fmla="*/ 604720 h 992212"/>
                <a:gd name="connsiteX225" fmla="*/ 2191609 w 2912392"/>
                <a:gd name="connsiteY225" fmla="*/ 614853 h 992212"/>
                <a:gd name="connsiteX226" fmla="*/ 2201338 w 2912392"/>
                <a:gd name="connsiteY226" fmla="*/ 625035 h 992212"/>
                <a:gd name="connsiteX227" fmla="*/ 2211082 w 2912392"/>
                <a:gd name="connsiteY227" fmla="*/ 635252 h 992212"/>
                <a:gd name="connsiteX228" fmla="*/ 2220826 w 2912392"/>
                <a:gd name="connsiteY228" fmla="*/ 645498 h 992212"/>
                <a:gd name="connsiteX229" fmla="*/ 2230570 w 2912392"/>
                <a:gd name="connsiteY229" fmla="*/ 655758 h 992212"/>
                <a:gd name="connsiteX230" fmla="*/ 2240299 w 2912392"/>
                <a:gd name="connsiteY230" fmla="*/ 666023 h 992212"/>
                <a:gd name="connsiteX231" fmla="*/ 2250043 w 2912392"/>
                <a:gd name="connsiteY231" fmla="*/ 676281 h 992212"/>
                <a:gd name="connsiteX232" fmla="*/ 2259787 w 2912392"/>
                <a:gd name="connsiteY232" fmla="*/ 686521 h 992212"/>
                <a:gd name="connsiteX233" fmla="*/ 2269531 w 2912392"/>
                <a:gd name="connsiteY233" fmla="*/ 696733 h 992212"/>
                <a:gd name="connsiteX234" fmla="*/ 2279260 w 2912392"/>
                <a:gd name="connsiteY234" fmla="*/ 706905 h 992212"/>
                <a:gd name="connsiteX235" fmla="*/ 2289004 w 2912392"/>
                <a:gd name="connsiteY235" fmla="*/ 717025 h 992212"/>
                <a:gd name="connsiteX236" fmla="*/ 2298748 w 2912392"/>
                <a:gd name="connsiteY236" fmla="*/ 727085 h 992212"/>
                <a:gd name="connsiteX237" fmla="*/ 2308492 w 2912392"/>
                <a:gd name="connsiteY237" fmla="*/ 737073 h 992212"/>
                <a:gd name="connsiteX238" fmla="*/ 2318236 w 2912392"/>
                <a:gd name="connsiteY238" fmla="*/ 746978 h 992212"/>
                <a:gd name="connsiteX239" fmla="*/ 2327965 w 2912392"/>
                <a:gd name="connsiteY239" fmla="*/ 756791 h 992212"/>
                <a:gd name="connsiteX240" fmla="*/ 2337709 w 2912392"/>
                <a:gd name="connsiteY240" fmla="*/ 766499 h 992212"/>
                <a:gd name="connsiteX241" fmla="*/ 2347453 w 2912392"/>
                <a:gd name="connsiteY241" fmla="*/ 776095 h 992212"/>
                <a:gd name="connsiteX242" fmla="*/ 2357197 w 2912392"/>
                <a:gd name="connsiteY242" fmla="*/ 785570 h 992212"/>
                <a:gd name="connsiteX243" fmla="*/ 2366926 w 2912392"/>
                <a:gd name="connsiteY243" fmla="*/ 794911 h 992212"/>
                <a:gd name="connsiteX244" fmla="*/ 2376670 w 2912392"/>
                <a:gd name="connsiteY244" fmla="*/ 804111 h 992212"/>
                <a:gd name="connsiteX245" fmla="*/ 2386413 w 2912392"/>
                <a:gd name="connsiteY245" fmla="*/ 813163 h 992212"/>
                <a:gd name="connsiteX246" fmla="*/ 2396157 w 2912392"/>
                <a:gd name="connsiteY246" fmla="*/ 822054 h 992212"/>
                <a:gd name="connsiteX247" fmla="*/ 2405886 w 2912392"/>
                <a:gd name="connsiteY247" fmla="*/ 830782 h 992212"/>
                <a:gd name="connsiteX248" fmla="*/ 2415630 w 2912392"/>
                <a:gd name="connsiteY248" fmla="*/ 839334 h 992212"/>
                <a:gd name="connsiteX249" fmla="*/ 2425374 w 2912392"/>
                <a:gd name="connsiteY249" fmla="*/ 847693 h 992212"/>
                <a:gd name="connsiteX250" fmla="*/ 2435118 w 2912392"/>
                <a:gd name="connsiteY250" fmla="*/ 855872 h 992212"/>
                <a:gd name="connsiteX251" fmla="*/ 2444862 w 2912392"/>
                <a:gd name="connsiteY251" fmla="*/ 863858 h 992212"/>
                <a:gd name="connsiteX252" fmla="*/ 2454591 w 2912392"/>
                <a:gd name="connsiteY252" fmla="*/ 871635 h 992212"/>
                <a:gd name="connsiteX253" fmla="*/ 2464335 w 2912392"/>
                <a:gd name="connsiteY253" fmla="*/ 879204 h 992212"/>
                <a:gd name="connsiteX254" fmla="*/ 2474079 w 2912392"/>
                <a:gd name="connsiteY254" fmla="*/ 886549 h 992212"/>
                <a:gd name="connsiteX255" fmla="*/ 2483823 w 2912392"/>
                <a:gd name="connsiteY255" fmla="*/ 893686 h 992212"/>
                <a:gd name="connsiteX256" fmla="*/ 2493552 w 2912392"/>
                <a:gd name="connsiteY256" fmla="*/ 900599 h 992212"/>
                <a:gd name="connsiteX257" fmla="*/ 2503296 w 2912392"/>
                <a:gd name="connsiteY257" fmla="*/ 907259 h 992212"/>
                <a:gd name="connsiteX258" fmla="*/ 2513040 w 2912392"/>
                <a:gd name="connsiteY258" fmla="*/ 913710 h 992212"/>
                <a:gd name="connsiteX259" fmla="*/ 2522784 w 2912392"/>
                <a:gd name="connsiteY259" fmla="*/ 919908 h 992212"/>
                <a:gd name="connsiteX260" fmla="*/ 2532513 w 2912392"/>
                <a:gd name="connsiteY260" fmla="*/ 925867 h 992212"/>
                <a:gd name="connsiteX261" fmla="*/ 2542257 w 2912392"/>
                <a:gd name="connsiteY261" fmla="*/ 931574 h 992212"/>
                <a:gd name="connsiteX262" fmla="*/ 2552001 w 2912392"/>
                <a:gd name="connsiteY262" fmla="*/ 937027 h 992212"/>
                <a:gd name="connsiteX263" fmla="*/ 2561745 w 2912392"/>
                <a:gd name="connsiteY263" fmla="*/ 942241 h 992212"/>
                <a:gd name="connsiteX264" fmla="*/ 2571474 w 2912392"/>
                <a:gd name="connsiteY264" fmla="*/ 947188 h 992212"/>
                <a:gd name="connsiteX265" fmla="*/ 2581218 w 2912392"/>
                <a:gd name="connsiteY265" fmla="*/ 951896 h 992212"/>
                <a:gd name="connsiteX266" fmla="*/ 2590962 w 2912392"/>
                <a:gd name="connsiteY266" fmla="*/ 956321 h 992212"/>
                <a:gd name="connsiteX267" fmla="*/ 2600705 w 2912392"/>
                <a:gd name="connsiteY267" fmla="*/ 960508 h 992212"/>
                <a:gd name="connsiteX268" fmla="*/ 2610449 w 2912392"/>
                <a:gd name="connsiteY268" fmla="*/ 964426 h 992212"/>
                <a:gd name="connsiteX269" fmla="*/ 2620178 w 2912392"/>
                <a:gd name="connsiteY269" fmla="*/ 968091 h 992212"/>
                <a:gd name="connsiteX270" fmla="*/ 2629922 w 2912392"/>
                <a:gd name="connsiteY270" fmla="*/ 971488 h 992212"/>
                <a:gd name="connsiteX271" fmla="*/ 2639666 w 2912392"/>
                <a:gd name="connsiteY271" fmla="*/ 974617 h 992212"/>
                <a:gd name="connsiteX272" fmla="*/ 2649410 w 2912392"/>
                <a:gd name="connsiteY272" fmla="*/ 977492 h 992212"/>
                <a:gd name="connsiteX273" fmla="*/ 2659139 w 2912392"/>
                <a:gd name="connsiteY273" fmla="*/ 980115 h 992212"/>
                <a:gd name="connsiteX274" fmla="*/ 2668883 w 2912392"/>
                <a:gd name="connsiteY274" fmla="*/ 982469 h 992212"/>
                <a:gd name="connsiteX275" fmla="*/ 2678627 w 2912392"/>
                <a:gd name="connsiteY275" fmla="*/ 984569 h 992212"/>
                <a:gd name="connsiteX276" fmla="*/ 2688371 w 2912392"/>
                <a:gd name="connsiteY276" fmla="*/ 986402 h 992212"/>
                <a:gd name="connsiteX277" fmla="*/ 2698100 w 2912392"/>
                <a:gd name="connsiteY277" fmla="*/ 987981 h 992212"/>
                <a:gd name="connsiteX278" fmla="*/ 2707844 w 2912392"/>
                <a:gd name="connsiteY278" fmla="*/ 989307 h 992212"/>
                <a:gd name="connsiteX279" fmla="*/ 2717588 w 2912392"/>
                <a:gd name="connsiteY279" fmla="*/ 990395 h 992212"/>
                <a:gd name="connsiteX280" fmla="*/ 2727332 w 2912392"/>
                <a:gd name="connsiteY280" fmla="*/ 991214 h 992212"/>
                <a:gd name="connsiteX281" fmla="*/ 2737076 w 2912392"/>
                <a:gd name="connsiteY281" fmla="*/ 991795 h 992212"/>
                <a:gd name="connsiteX282" fmla="*/ 2746805 w 2912392"/>
                <a:gd name="connsiteY282" fmla="*/ 992123 h 992212"/>
                <a:gd name="connsiteX283" fmla="*/ 2756549 w 2912392"/>
                <a:gd name="connsiteY283" fmla="*/ 992213 h 992212"/>
                <a:gd name="connsiteX284" fmla="*/ 2766293 w 2912392"/>
                <a:gd name="connsiteY284" fmla="*/ 992064 h 992212"/>
                <a:gd name="connsiteX285" fmla="*/ 2776037 w 2912392"/>
                <a:gd name="connsiteY285" fmla="*/ 991676 h 992212"/>
                <a:gd name="connsiteX286" fmla="*/ 2785766 w 2912392"/>
                <a:gd name="connsiteY286" fmla="*/ 991050 h 992212"/>
                <a:gd name="connsiteX287" fmla="*/ 2795510 w 2912392"/>
                <a:gd name="connsiteY287" fmla="*/ 990201 h 992212"/>
                <a:gd name="connsiteX288" fmla="*/ 2805254 w 2912392"/>
                <a:gd name="connsiteY288" fmla="*/ 989114 h 992212"/>
                <a:gd name="connsiteX289" fmla="*/ 2814998 w 2912392"/>
                <a:gd name="connsiteY289" fmla="*/ 987803 h 992212"/>
                <a:gd name="connsiteX290" fmla="*/ 2824727 w 2912392"/>
                <a:gd name="connsiteY290" fmla="*/ 986283 h 992212"/>
                <a:gd name="connsiteX291" fmla="*/ 2834471 w 2912392"/>
                <a:gd name="connsiteY291" fmla="*/ 984525 h 992212"/>
                <a:gd name="connsiteX292" fmla="*/ 2844215 w 2912392"/>
                <a:gd name="connsiteY292" fmla="*/ 982573 h 992212"/>
                <a:gd name="connsiteX293" fmla="*/ 2853958 w 2912392"/>
                <a:gd name="connsiteY293" fmla="*/ 980398 h 992212"/>
                <a:gd name="connsiteX294" fmla="*/ 2863687 w 2912392"/>
                <a:gd name="connsiteY294" fmla="*/ 978014 h 992212"/>
                <a:gd name="connsiteX295" fmla="*/ 2873431 w 2912392"/>
                <a:gd name="connsiteY295" fmla="*/ 975421 h 992212"/>
                <a:gd name="connsiteX296" fmla="*/ 2883175 w 2912392"/>
                <a:gd name="connsiteY296" fmla="*/ 972635 h 992212"/>
                <a:gd name="connsiteX297" fmla="*/ 2892919 w 2912392"/>
                <a:gd name="connsiteY297" fmla="*/ 969656 h 992212"/>
                <a:gd name="connsiteX298" fmla="*/ 2902663 w 2912392"/>
                <a:gd name="connsiteY298" fmla="*/ 966482 h 992212"/>
                <a:gd name="connsiteX299" fmla="*/ 2912392 w 2912392"/>
                <a:gd name="connsiteY299" fmla="*/ 963130 h 992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992212">
                  <a:moveTo>
                    <a:pt x="0" y="0"/>
                  </a:moveTo>
                  <a:lnTo>
                    <a:pt x="9739" y="2665"/>
                  </a:lnTo>
                  <a:lnTo>
                    <a:pt x="19480" y="5398"/>
                  </a:lnTo>
                  <a:lnTo>
                    <a:pt x="29221" y="8188"/>
                  </a:lnTo>
                  <a:lnTo>
                    <a:pt x="38961" y="11031"/>
                  </a:lnTo>
                  <a:lnTo>
                    <a:pt x="48702" y="13922"/>
                  </a:lnTo>
                  <a:lnTo>
                    <a:pt x="58443" y="16851"/>
                  </a:lnTo>
                  <a:lnTo>
                    <a:pt x="68182" y="19813"/>
                  </a:lnTo>
                  <a:lnTo>
                    <a:pt x="77923" y="22803"/>
                  </a:lnTo>
                  <a:lnTo>
                    <a:pt x="87664" y="25814"/>
                  </a:lnTo>
                  <a:lnTo>
                    <a:pt x="97404" y="28840"/>
                  </a:lnTo>
                  <a:lnTo>
                    <a:pt x="107145" y="31875"/>
                  </a:lnTo>
                  <a:lnTo>
                    <a:pt x="116886" y="34916"/>
                  </a:lnTo>
                  <a:lnTo>
                    <a:pt x="126625" y="37954"/>
                  </a:lnTo>
                  <a:lnTo>
                    <a:pt x="136366" y="40986"/>
                  </a:lnTo>
                  <a:lnTo>
                    <a:pt x="146107" y="44007"/>
                  </a:lnTo>
                  <a:lnTo>
                    <a:pt x="155846" y="47012"/>
                  </a:lnTo>
                  <a:lnTo>
                    <a:pt x="165587" y="49997"/>
                  </a:lnTo>
                  <a:lnTo>
                    <a:pt x="175328" y="52955"/>
                  </a:lnTo>
                  <a:lnTo>
                    <a:pt x="185068" y="55886"/>
                  </a:lnTo>
                  <a:lnTo>
                    <a:pt x="194809" y="58784"/>
                  </a:lnTo>
                  <a:lnTo>
                    <a:pt x="204550" y="61645"/>
                  </a:lnTo>
                  <a:lnTo>
                    <a:pt x="214289" y="64466"/>
                  </a:lnTo>
                  <a:lnTo>
                    <a:pt x="224030" y="67244"/>
                  </a:lnTo>
                  <a:lnTo>
                    <a:pt x="233771" y="69976"/>
                  </a:lnTo>
                  <a:lnTo>
                    <a:pt x="243510" y="72659"/>
                  </a:lnTo>
                  <a:lnTo>
                    <a:pt x="253251" y="75292"/>
                  </a:lnTo>
                  <a:lnTo>
                    <a:pt x="262992" y="77870"/>
                  </a:lnTo>
                  <a:lnTo>
                    <a:pt x="272732" y="80393"/>
                  </a:lnTo>
                  <a:lnTo>
                    <a:pt x="282473" y="82859"/>
                  </a:lnTo>
                  <a:lnTo>
                    <a:pt x="292214" y="85265"/>
                  </a:lnTo>
                  <a:lnTo>
                    <a:pt x="301953" y="87612"/>
                  </a:lnTo>
                  <a:lnTo>
                    <a:pt x="311694" y="89897"/>
                  </a:lnTo>
                  <a:lnTo>
                    <a:pt x="321435" y="92120"/>
                  </a:lnTo>
                  <a:lnTo>
                    <a:pt x="331175" y="94279"/>
                  </a:lnTo>
                  <a:lnTo>
                    <a:pt x="340916" y="96376"/>
                  </a:lnTo>
                  <a:lnTo>
                    <a:pt x="350656" y="98408"/>
                  </a:lnTo>
                  <a:lnTo>
                    <a:pt x="360396" y="100374"/>
                  </a:lnTo>
                  <a:lnTo>
                    <a:pt x="370137" y="102279"/>
                  </a:lnTo>
                  <a:lnTo>
                    <a:pt x="379878" y="104117"/>
                  </a:lnTo>
                  <a:lnTo>
                    <a:pt x="389617" y="105893"/>
                  </a:lnTo>
                  <a:lnTo>
                    <a:pt x="399358" y="107605"/>
                  </a:lnTo>
                  <a:lnTo>
                    <a:pt x="409099" y="109256"/>
                  </a:lnTo>
                  <a:lnTo>
                    <a:pt x="418839" y="110844"/>
                  </a:lnTo>
                  <a:lnTo>
                    <a:pt x="428580" y="112371"/>
                  </a:lnTo>
                  <a:lnTo>
                    <a:pt x="438321" y="113839"/>
                  </a:lnTo>
                  <a:lnTo>
                    <a:pt x="448060" y="115248"/>
                  </a:lnTo>
                  <a:lnTo>
                    <a:pt x="457801" y="116601"/>
                  </a:lnTo>
                  <a:lnTo>
                    <a:pt x="467542" y="117899"/>
                  </a:lnTo>
                  <a:lnTo>
                    <a:pt x="477281" y="119141"/>
                  </a:lnTo>
                  <a:lnTo>
                    <a:pt x="487022" y="120332"/>
                  </a:lnTo>
                  <a:lnTo>
                    <a:pt x="496763" y="121473"/>
                  </a:lnTo>
                  <a:lnTo>
                    <a:pt x="506503" y="122565"/>
                  </a:lnTo>
                  <a:lnTo>
                    <a:pt x="516244" y="123609"/>
                  </a:lnTo>
                  <a:lnTo>
                    <a:pt x="525985" y="124611"/>
                  </a:lnTo>
                  <a:lnTo>
                    <a:pt x="535724" y="125569"/>
                  </a:lnTo>
                  <a:lnTo>
                    <a:pt x="545465" y="126486"/>
                  </a:lnTo>
                  <a:lnTo>
                    <a:pt x="555206" y="127367"/>
                  </a:lnTo>
                  <a:lnTo>
                    <a:pt x="564946" y="128212"/>
                  </a:lnTo>
                  <a:lnTo>
                    <a:pt x="574687" y="129024"/>
                  </a:lnTo>
                  <a:lnTo>
                    <a:pt x="584428" y="129804"/>
                  </a:lnTo>
                  <a:lnTo>
                    <a:pt x="594167" y="130557"/>
                  </a:lnTo>
                  <a:lnTo>
                    <a:pt x="603908" y="131284"/>
                  </a:lnTo>
                  <a:lnTo>
                    <a:pt x="613649" y="131989"/>
                  </a:lnTo>
                  <a:lnTo>
                    <a:pt x="623388" y="132671"/>
                  </a:lnTo>
                  <a:lnTo>
                    <a:pt x="633129" y="133337"/>
                  </a:lnTo>
                  <a:lnTo>
                    <a:pt x="642870" y="133988"/>
                  </a:lnTo>
                  <a:lnTo>
                    <a:pt x="652610" y="134627"/>
                  </a:lnTo>
                  <a:lnTo>
                    <a:pt x="662351" y="135256"/>
                  </a:lnTo>
                  <a:lnTo>
                    <a:pt x="672092" y="135879"/>
                  </a:lnTo>
                  <a:lnTo>
                    <a:pt x="681831" y="136497"/>
                  </a:lnTo>
                  <a:lnTo>
                    <a:pt x="691572" y="137115"/>
                  </a:lnTo>
                  <a:lnTo>
                    <a:pt x="701313" y="137734"/>
                  </a:lnTo>
                  <a:lnTo>
                    <a:pt x="711052" y="138358"/>
                  </a:lnTo>
                  <a:lnTo>
                    <a:pt x="720793" y="138988"/>
                  </a:lnTo>
                  <a:lnTo>
                    <a:pt x="730534" y="139629"/>
                  </a:lnTo>
                  <a:lnTo>
                    <a:pt x="740274" y="140281"/>
                  </a:lnTo>
                  <a:lnTo>
                    <a:pt x="750015" y="140950"/>
                  </a:lnTo>
                  <a:lnTo>
                    <a:pt x="759756" y="141637"/>
                  </a:lnTo>
                  <a:lnTo>
                    <a:pt x="769495" y="142345"/>
                  </a:lnTo>
                  <a:lnTo>
                    <a:pt x="779236" y="143076"/>
                  </a:lnTo>
                  <a:lnTo>
                    <a:pt x="788977" y="143833"/>
                  </a:lnTo>
                  <a:lnTo>
                    <a:pt x="798717" y="144619"/>
                  </a:lnTo>
                  <a:lnTo>
                    <a:pt x="808458" y="145435"/>
                  </a:lnTo>
                  <a:lnTo>
                    <a:pt x="818199" y="146286"/>
                  </a:lnTo>
                  <a:lnTo>
                    <a:pt x="827938" y="147171"/>
                  </a:lnTo>
                  <a:lnTo>
                    <a:pt x="837679" y="148094"/>
                  </a:lnTo>
                  <a:lnTo>
                    <a:pt x="847420" y="149057"/>
                  </a:lnTo>
                  <a:lnTo>
                    <a:pt x="857159" y="150063"/>
                  </a:lnTo>
                  <a:lnTo>
                    <a:pt x="866900" y="151111"/>
                  </a:lnTo>
                  <a:lnTo>
                    <a:pt x="876641" y="152207"/>
                  </a:lnTo>
                  <a:lnTo>
                    <a:pt x="886381" y="153348"/>
                  </a:lnTo>
                  <a:lnTo>
                    <a:pt x="896122" y="154540"/>
                  </a:lnTo>
                  <a:lnTo>
                    <a:pt x="905863" y="155781"/>
                  </a:lnTo>
                  <a:lnTo>
                    <a:pt x="915602" y="157074"/>
                  </a:lnTo>
                  <a:lnTo>
                    <a:pt x="925343" y="158419"/>
                  </a:lnTo>
                  <a:lnTo>
                    <a:pt x="935084" y="159817"/>
                  </a:lnTo>
                  <a:lnTo>
                    <a:pt x="944824" y="161271"/>
                  </a:lnTo>
                  <a:lnTo>
                    <a:pt x="954564" y="162779"/>
                  </a:lnTo>
                  <a:lnTo>
                    <a:pt x="964305" y="164342"/>
                  </a:lnTo>
                  <a:lnTo>
                    <a:pt x="974045" y="165960"/>
                  </a:lnTo>
                  <a:lnTo>
                    <a:pt x="983786" y="167633"/>
                  </a:lnTo>
                  <a:lnTo>
                    <a:pt x="993522" y="169361"/>
                  </a:lnTo>
                  <a:lnTo>
                    <a:pt x="1003266" y="171145"/>
                  </a:lnTo>
                  <a:lnTo>
                    <a:pt x="1013010" y="172983"/>
                  </a:lnTo>
                  <a:lnTo>
                    <a:pt x="1022754" y="174874"/>
                  </a:lnTo>
                  <a:lnTo>
                    <a:pt x="1032483" y="176817"/>
                  </a:lnTo>
                  <a:lnTo>
                    <a:pt x="1042227" y="178810"/>
                  </a:lnTo>
                  <a:lnTo>
                    <a:pt x="1051971" y="180854"/>
                  </a:lnTo>
                  <a:lnTo>
                    <a:pt x="1061715" y="182946"/>
                  </a:lnTo>
                  <a:lnTo>
                    <a:pt x="1071444" y="185083"/>
                  </a:lnTo>
                  <a:lnTo>
                    <a:pt x="1081188" y="187265"/>
                  </a:lnTo>
                  <a:lnTo>
                    <a:pt x="1090932" y="189488"/>
                  </a:lnTo>
                  <a:lnTo>
                    <a:pt x="1100676" y="191751"/>
                  </a:lnTo>
                  <a:lnTo>
                    <a:pt x="1110405" y="194050"/>
                  </a:lnTo>
                  <a:lnTo>
                    <a:pt x="1120149" y="196383"/>
                  </a:lnTo>
                  <a:lnTo>
                    <a:pt x="1129893" y="198748"/>
                  </a:lnTo>
                  <a:lnTo>
                    <a:pt x="1139637" y="201139"/>
                  </a:lnTo>
                  <a:lnTo>
                    <a:pt x="1149381" y="203556"/>
                  </a:lnTo>
                  <a:lnTo>
                    <a:pt x="1159110" y="205995"/>
                  </a:lnTo>
                  <a:lnTo>
                    <a:pt x="1168854" y="208450"/>
                  </a:lnTo>
                  <a:lnTo>
                    <a:pt x="1178598" y="210919"/>
                  </a:lnTo>
                  <a:lnTo>
                    <a:pt x="1188341" y="213400"/>
                  </a:lnTo>
                  <a:lnTo>
                    <a:pt x="1198070" y="215886"/>
                  </a:lnTo>
                  <a:lnTo>
                    <a:pt x="1207814" y="218374"/>
                  </a:lnTo>
                  <a:lnTo>
                    <a:pt x="1217558" y="220862"/>
                  </a:lnTo>
                  <a:lnTo>
                    <a:pt x="1227302" y="223346"/>
                  </a:lnTo>
                  <a:lnTo>
                    <a:pt x="1237031" y="225821"/>
                  </a:lnTo>
                  <a:lnTo>
                    <a:pt x="1246775" y="228282"/>
                  </a:lnTo>
                  <a:lnTo>
                    <a:pt x="1256519" y="230727"/>
                  </a:lnTo>
                  <a:lnTo>
                    <a:pt x="1266263" y="233151"/>
                  </a:lnTo>
                  <a:lnTo>
                    <a:pt x="1276007" y="235553"/>
                  </a:lnTo>
                  <a:lnTo>
                    <a:pt x="1285736" y="237926"/>
                  </a:lnTo>
                  <a:lnTo>
                    <a:pt x="1295480" y="240268"/>
                  </a:lnTo>
                  <a:lnTo>
                    <a:pt x="1305224" y="242576"/>
                  </a:lnTo>
                  <a:lnTo>
                    <a:pt x="1314968" y="244847"/>
                  </a:lnTo>
                  <a:lnTo>
                    <a:pt x="1324697" y="247077"/>
                  </a:lnTo>
                  <a:lnTo>
                    <a:pt x="1334441" y="249264"/>
                  </a:lnTo>
                  <a:lnTo>
                    <a:pt x="1344185" y="251405"/>
                  </a:lnTo>
                  <a:lnTo>
                    <a:pt x="1353929" y="253499"/>
                  </a:lnTo>
                  <a:lnTo>
                    <a:pt x="1363658" y="255543"/>
                  </a:lnTo>
                  <a:lnTo>
                    <a:pt x="1373402" y="257535"/>
                  </a:lnTo>
                  <a:lnTo>
                    <a:pt x="1383146" y="259473"/>
                  </a:lnTo>
                  <a:lnTo>
                    <a:pt x="1392890" y="261358"/>
                  </a:lnTo>
                  <a:lnTo>
                    <a:pt x="1402619" y="263189"/>
                  </a:lnTo>
                  <a:lnTo>
                    <a:pt x="1412363" y="264964"/>
                  </a:lnTo>
                  <a:lnTo>
                    <a:pt x="1422106" y="266683"/>
                  </a:lnTo>
                  <a:lnTo>
                    <a:pt x="1431850" y="268347"/>
                  </a:lnTo>
                  <a:lnTo>
                    <a:pt x="1441594" y="269956"/>
                  </a:lnTo>
                  <a:lnTo>
                    <a:pt x="1451323" y="271512"/>
                  </a:lnTo>
                  <a:lnTo>
                    <a:pt x="1461067" y="273016"/>
                  </a:lnTo>
                  <a:lnTo>
                    <a:pt x="1470811" y="274471"/>
                  </a:lnTo>
                  <a:lnTo>
                    <a:pt x="1480555" y="275877"/>
                  </a:lnTo>
                  <a:lnTo>
                    <a:pt x="1490284" y="277237"/>
                  </a:lnTo>
                  <a:lnTo>
                    <a:pt x="1500028" y="278556"/>
                  </a:lnTo>
                  <a:lnTo>
                    <a:pt x="1509772" y="279836"/>
                  </a:lnTo>
                  <a:lnTo>
                    <a:pt x="1519516" y="281081"/>
                  </a:lnTo>
                  <a:lnTo>
                    <a:pt x="1529245" y="282296"/>
                  </a:lnTo>
                  <a:lnTo>
                    <a:pt x="1538989" y="283483"/>
                  </a:lnTo>
                  <a:lnTo>
                    <a:pt x="1548733" y="284650"/>
                  </a:lnTo>
                  <a:lnTo>
                    <a:pt x="1558477" y="285800"/>
                  </a:lnTo>
                  <a:lnTo>
                    <a:pt x="1568221" y="286940"/>
                  </a:lnTo>
                  <a:lnTo>
                    <a:pt x="1577950" y="288076"/>
                  </a:lnTo>
                  <a:lnTo>
                    <a:pt x="1587694" y="289213"/>
                  </a:lnTo>
                  <a:lnTo>
                    <a:pt x="1597438" y="290359"/>
                  </a:lnTo>
                  <a:lnTo>
                    <a:pt x="1607182" y="291521"/>
                  </a:lnTo>
                  <a:lnTo>
                    <a:pt x="1616911" y="292704"/>
                  </a:lnTo>
                  <a:lnTo>
                    <a:pt x="1626655" y="293918"/>
                  </a:lnTo>
                  <a:lnTo>
                    <a:pt x="1636399" y="295168"/>
                  </a:lnTo>
                  <a:lnTo>
                    <a:pt x="1646142" y="296464"/>
                  </a:lnTo>
                  <a:lnTo>
                    <a:pt x="1655872" y="297813"/>
                  </a:lnTo>
                  <a:lnTo>
                    <a:pt x="1665616" y="299222"/>
                  </a:lnTo>
                  <a:lnTo>
                    <a:pt x="1675359" y="300700"/>
                  </a:lnTo>
                  <a:lnTo>
                    <a:pt x="1685103" y="302256"/>
                  </a:lnTo>
                  <a:lnTo>
                    <a:pt x="1694832" y="303896"/>
                  </a:lnTo>
                  <a:lnTo>
                    <a:pt x="1704576" y="305630"/>
                  </a:lnTo>
                  <a:lnTo>
                    <a:pt x="1714320" y="307466"/>
                  </a:lnTo>
                  <a:lnTo>
                    <a:pt x="1724064" y="309412"/>
                  </a:lnTo>
                  <a:lnTo>
                    <a:pt x="1733808" y="311477"/>
                  </a:lnTo>
                  <a:lnTo>
                    <a:pt x="1743537" y="313665"/>
                  </a:lnTo>
                  <a:lnTo>
                    <a:pt x="1753281" y="315988"/>
                  </a:lnTo>
                  <a:lnTo>
                    <a:pt x="1763025" y="318454"/>
                  </a:lnTo>
                  <a:lnTo>
                    <a:pt x="1772769" y="321067"/>
                  </a:lnTo>
                  <a:lnTo>
                    <a:pt x="1782498" y="323835"/>
                  </a:lnTo>
                  <a:lnTo>
                    <a:pt x="1792242" y="326767"/>
                  </a:lnTo>
                  <a:lnTo>
                    <a:pt x="1801986" y="329869"/>
                  </a:lnTo>
                  <a:lnTo>
                    <a:pt x="1811730" y="333147"/>
                  </a:lnTo>
                  <a:lnTo>
                    <a:pt x="1821459" y="336607"/>
                  </a:lnTo>
                  <a:lnTo>
                    <a:pt x="1831203" y="340254"/>
                  </a:lnTo>
                  <a:lnTo>
                    <a:pt x="1840947" y="344095"/>
                  </a:lnTo>
                  <a:lnTo>
                    <a:pt x="1850691" y="348133"/>
                  </a:lnTo>
                  <a:lnTo>
                    <a:pt x="1860435" y="352373"/>
                  </a:lnTo>
                  <a:lnTo>
                    <a:pt x="1870164" y="356819"/>
                  </a:lnTo>
                  <a:lnTo>
                    <a:pt x="1879908" y="361475"/>
                  </a:lnTo>
                  <a:lnTo>
                    <a:pt x="1889652" y="366342"/>
                  </a:lnTo>
                  <a:lnTo>
                    <a:pt x="1899395" y="371426"/>
                  </a:lnTo>
                  <a:lnTo>
                    <a:pt x="1909124" y="376727"/>
                  </a:lnTo>
                  <a:lnTo>
                    <a:pt x="1918868" y="382245"/>
                  </a:lnTo>
                  <a:lnTo>
                    <a:pt x="1928612" y="387983"/>
                  </a:lnTo>
                  <a:lnTo>
                    <a:pt x="1938356" y="393942"/>
                  </a:lnTo>
                  <a:lnTo>
                    <a:pt x="1948085" y="400120"/>
                  </a:lnTo>
                  <a:lnTo>
                    <a:pt x="1957829" y="406517"/>
                  </a:lnTo>
                  <a:lnTo>
                    <a:pt x="1967573" y="413132"/>
                  </a:lnTo>
                  <a:lnTo>
                    <a:pt x="1977317" y="419964"/>
                  </a:lnTo>
                  <a:lnTo>
                    <a:pt x="1987046" y="427008"/>
                  </a:lnTo>
                  <a:lnTo>
                    <a:pt x="1996790" y="434264"/>
                  </a:lnTo>
                  <a:lnTo>
                    <a:pt x="2006534" y="441727"/>
                  </a:lnTo>
                  <a:lnTo>
                    <a:pt x="2016278" y="449394"/>
                  </a:lnTo>
                  <a:lnTo>
                    <a:pt x="2026022" y="457259"/>
                  </a:lnTo>
                  <a:lnTo>
                    <a:pt x="2035751" y="465318"/>
                  </a:lnTo>
                  <a:lnTo>
                    <a:pt x="2045495" y="473566"/>
                  </a:lnTo>
                  <a:lnTo>
                    <a:pt x="2055239" y="481997"/>
                  </a:lnTo>
                  <a:lnTo>
                    <a:pt x="2064983" y="490603"/>
                  </a:lnTo>
                  <a:lnTo>
                    <a:pt x="2074712" y="499380"/>
                  </a:lnTo>
                  <a:lnTo>
                    <a:pt x="2084456" y="508316"/>
                  </a:lnTo>
                  <a:lnTo>
                    <a:pt x="2094200" y="517409"/>
                  </a:lnTo>
                  <a:lnTo>
                    <a:pt x="2103944" y="526646"/>
                  </a:lnTo>
                  <a:lnTo>
                    <a:pt x="2113673" y="536022"/>
                  </a:lnTo>
                  <a:lnTo>
                    <a:pt x="2123417" y="545526"/>
                  </a:lnTo>
                  <a:lnTo>
                    <a:pt x="2133161" y="555149"/>
                  </a:lnTo>
                  <a:lnTo>
                    <a:pt x="2142905" y="564883"/>
                  </a:lnTo>
                  <a:lnTo>
                    <a:pt x="2152649" y="574718"/>
                  </a:lnTo>
                  <a:lnTo>
                    <a:pt x="2162377" y="584642"/>
                  </a:lnTo>
                  <a:lnTo>
                    <a:pt x="2172121" y="594647"/>
                  </a:lnTo>
                  <a:lnTo>
                    <a:pt x="2181865" y="604720"/>
                  </a:lnTo>
                  <a:lnTo>
                    <a:pt x="2191609" y="614853"/>
                  </a:lnTo>
                  <a:lnTo>
                    <a:pt x="2201338" y="625035"/>
                  </a:lnTo>
                  <a:lnTo>
                    <a:pt x="2211082" y="635252"/>
                  </a:lnTo>
                  <a:lnTo>
                    <a:pt x="2220826" y="645498"/>
                  </a:lnTo>
                  <a:lnTo>
                    <a:pt x="2230570" y="655758"/>
                  </a:lnTo>
                  <a:lnTo>
                    <a:pt x="2240299" y="666023"/>
                  </a:lnTo>
                  <a:lnTo>
                    <a:pt x="2250043" y="676281"/>
                  </a:lnTo>
                  <a:lnTo>
                    <a:pt x="2259787" y="686521"/>
                  </a:lnTo>
                  <a:lnTo>
                    <a:pt x="2269531" y="696733"/>
                  </a:lnTo>
                  <a:lnTo>
                    <a:pt x="2279260" y="706905"/>
                  </a:lnTo>
                  <a:lnTo>
                    <a:pt x="2289004" y="717025"/>
                  </a:lnTo>
                  <a:lnTo>
                    <a:pt x="2298748" y="727085"/>
                  </a:lnTo>
                  <a:lnTo>
                    <a:pt x="2308492" y="737073"/>
                  </a:lnTo>
                  <a:lnTo>
                    <a:pt x="2318236" y="746978"/>
                  </a:lnTo>
                  <a:lnTo>
                    <a:pt x="2327965" y="756791"/>
                  </a:lnTo>
                  <a:lnTo>
                    <a:pt x="2337709" y="766499"/>
                  </a:lnTo>
                  <a:lnTo>
                    <a:pt x="2347453" y="776095"/>
                  </a:lnTo>
                  <a:lnTo>
                    <a:pt x="2357197" y="785570"/>
                  </a:lnTo>
                  <a:lnTo>
                    <a:pt x="2366926" y="794911"/>
                  </a:lnTo>
                  <a:lnTo>
                    <a:pt x="2376670" y="804111"/>
                  </a:lnTo>
                  <a:lnTo>
                    <a:pt x="2386413" y="813163"/>
                  </a:lnTo>
                  <a:lnTo>
                    <a:pt x="2396157" y="822054"/>
                  </a:lnTo>
                  <a:lnTo>
                    <a:pt x="2405886" y="830782"/>
                  </a:lnTo>
                  <a:lnTo>
                    <a:pt x="2415630" y="839334"/>
                  </a:lnTo>
                  <a:lnTo>
                    <a:pt x="2425374" y="847693"/>
                  </a:lnTo>
                  <a:lnTo>
                    <a:pt x="2435118" y="855872"/>
                  </a:lnTo>
                  <a:lnTo>
                    <a:pt x="2444862" y="863858"/>
                  </a:lnTo>
                  <a:lnTo>
                    <a:pt x="2454591" y="871635"/>
                  </a:lnTo>
                  <a:lnTo>
                    <a:pt x="2464335" y="879204"/>
                  </a:lnTo>
                  <a:lnTo>
                    <a:pt x="2474079" y="886549"/>
                  </a:lnTo>
                  <a:lnTo>
                    <a:pt x="2483823" y="893686"/>
                  </a:lnTo>
                  <a:lnTo>
                    <a:pt x="2493552" y="900599"/>
                  </a:lnTo>
                  <a:lnTo>
                    <a:pt x="2503296" y="907259"/>
                  </a:lnTo>
                  <a:lnTo>
                    <a:pt x="2513040" y="913710"/>
                  </a:lnTo>
                  <a:lnTo>
                    <a:pt x="2522784" y="919908"/>
                  </a:lnTo>
                  <a:lnTo>
                    <a:pt x="2532513" y="925867"/>
                  </a:lnTo>
                  <a:lnTo>
                    <a:pt x="2542257" y="931574"/>
                  </a:lnTo>
                  <a:lnTo>
                    <a:pt x="2552001" y="937027"/>
                  </a:lnTo>
                  <a:lnTo>
                    <a:pt x="2561745" y="942241"/>
                  </a:lnTo>
                  <a:lnTo>
                    <a:pt x="2571474" y="947188"/>
                  </a:lnTo>
                  <a:lnTo>
                    <a:pt x="2581218" y="951896"/>
                  </a:lnTo>
                  <a:lnTo>
                    <a:pt x="2590962" y="956321"/>
                  </a:lnTo>
                  <a:lnTo>
                    <a:pt x="2600705" y="960508"/>
                  </a:lnTo>
                  <a:lnTo>
                    <a:pt x="2610449" y="964426"/>
                  </a:lnTo>
                  <a:lnTo>
                    <a:pt x="2620178" y="968091"/>
                  </a:lnTo>
                  <a:lnTo>
                    <a:pt x="2629922" y="971488"/>
                  </a:lnTo>
                  <a:lnTo>
                    <a:pt x="2639666" y="974617"/>
                  </a:lnTo>
                  <a:lnTo>
                    <a:pt x="2649410" y="977492"/>
                  </a:lnTo>
                  <a:lnTo>
                    <a:pt x="2659139" y="980115"/>
                  </a:lnTo>
                  <a:lnTo>
                    <a:pt x="2668883" y="982469"/>
                  </a:lnTo>
                  <a:lnTo>
                    <a:pt x="2678627" y="984569"/>
                  </a:lnTo>
                  <a:lnTo>
                    <a:pt x="2688371" y="986402"/>
                  </a:lnTo>
                  <a:lnTo>
                    <a:pt x="2698100" y="987981"/>
                  </a:lnTo>
                  <a:lnTo>
                    <a:pt x="2707844" y="989307"/>
                  </a:lnTo>
                  <a:lnTo>
                    <a:pt x="2717588" y="990395"/>
                  </a:lnTo>
                  <a:lnTo>
                    <a:pt x="2727332" y="991214"/>
                  </a:lnTo>
                  <a:lnTo>
                    <a:pt x="2737076" y="991795"/>
                  </a:lnTo>
                  <a:lnTo>
                    <a:pt x="2746805" y="992123"/>
                  </a:lnTo>
                  <a:lnTo>
                    <a:pt x="2756549" y="992213"/>
                  </a:lnTo>
                  <a:lnTo>
                    <a:pt x="2766293" y="992064"/>
                  </a:lnTo>
                  <a:lnTo>
                    <a:pt x="2776037" y="991676"/>
                  </a:lnTo>
                  <a:lnTo>
                    <a:pt x="2785766" y="991050"/>
                  </a:lnTo>
                  <a:lnTo>
                    <a:pt x="2795510" y="990201"/>
                  </a:lnTo>
                  <a:lnTo>
                    <a:pt x="2805254" y="989114"/>
                  </a:lnTo>
                  <a:lnTo>
                    <a:pt x="2814998" y="987803"/>
                  </a:lnTo>
                  <a:lnTo>
                    <a:pt x="2824727" y="986283"/>
                  </a:lnTo>
                  <a:lnTo>
                    <a:pt x="2834471" y="984525"/>
                  </a:lnTo>
                  <a:lnTo>
                    <a:pt x="2844215" y="982573"/>
                  </a:lnTo>
                  <a:lnTo>
                    <a:pt x="2853958" y="980398"/>
                  </a:lnTo>
                  <a:lnTo>
                    <a:pt x="2863687" y="978014"/>
                  </a:lnTo>
                  <a:lnTo>
                    <a:pt x="2873431" y="975421"/>
                  </a:lnTo>
                  <a:lnTo>
                    <a:pt x="2883175" y="972635"/>
                  </a:lnTo>
                  <a:lnTo>
                    <a:pt x="2892919" y="969656"/>
                  </a:lnTo>
                  <a:lnTo>
                    <a:pt x="2902663" y="966482"/>
                  </a:lnTo>
                  <a:lnTo>
                    <a:pt x="2912392" y="96313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0" name="Freeform 609">
              <a:extLst>
                <a:ext uri="{FF2B5EF4-FFF2-40B4-BE49-F238E27FC236}">
                  <a16:creationId xmlns:a16="http://schemas.microsoft.com/office/drawing/2014/main" id="{8052F184-5AD2-16BF-0CEB-90F6B9E5A70F}"/>
                </a:ext>
              </a:extLst>
            </p:cNvPr>
            <p:cNvSpPr/>
            <p:nvPr/>
          </p:nvSpPr>
          <p:spPr>
            <a:xfrm>
              <a:off x="576446" y="3299763"/>
              <a:ext cx="2912392" cy="544501"/>
            </a:xfrm>
            <a:custGeom>
              <a:avLst/>
              <a:gdLst>
                <a:gd name="connsiteX0" fmla="*/ 0 w 2912392"/>
                <a:gd name="connsiteY0" fmla="*/ 331267 h 544501"/>
                <a:gd name="connsiteX1" fmla="*/ 9739 w 2912392"/>
                <a:gd name="connsiteY1" fmla="*/ 330930 h 544501"/>
                <a:gd name="connsiteX2" fmla="*/ 19480 w 2912392"/>
                <a:gd name="connsiteY2" fmla="*/ 330339 h 544501"/>
                <a:gd name="connsiteX3" fmla="*/ 29221 w 2912392"/>
                <a:gd name="connsiteY3" fmla="*/ 329495 h 544501"/>
                <a:gd name="connsiteX4" fmla="*/ 38961 w 2912392"/>
                <a:gd name="connsiteY4" fmla="*/ 328405 h 544501"/>
                <a:gd name="connsiteX5" fmla="*/ 48702 w 2912392"/>
                <a:gd name="connsiteY5" fmla="*/ 327073 h 544501"/>
                <a:gd name="connsiteX6" fmla="*/ 58443 w 2912392"/>
                <a:gd name="connsiteY6" fmla="*/ 325507 h 544501"/>
                <a:gd name="connsiteX7" fmla="*/ 68182 w 2912392"/>
                <a:gd name="connsiteY7" fmla="*/ 323710 h 544501"/>
                <a:gd name="connsiteX8" fmla="*/ 77923 w 2912392"/>
                <a:gd name="connsiteY8" fmla="*/ 321694 h 544501"/>
                <a:gd name="connsiteX9" fmla="*/ 87664 w 2912392"/>
                <a:gd name="connsiteY9" fmla="*/ 319464 h 544501"/>
                <a:gd name="connsiteX10" fmla="*/ 97404 w 2912392"/>
                <a:gd name="connsiteY10" fmla="*/ 317031 h 544501"/>
                <a:gd name="connsiteX11" fmla="*/ 107145 w 2912392"/>
                <a:gd name="connsiteY11" fmla="*/ 314404 h 544501"/>
                <a:gd name="connsiteX12" fmla="*/ 116886 w 2912392"/>
                <a:gd name="connsiteY12" fmla="*/ 311593 h 544501"/>
                <a:gd name="connsiteX13" fmla="*/ 126625 w 2912392"/>
                <a:gd name="connsiteY13" fmla="*/ 308610 h 544501"/>
                <a:gd name="connsiteX14" fmla="*/ 136366 w 2912392"/>
                <a:gd name="connsiteY14" fmla="*/ 305465 h 544501"/>
                <a:gd name="connsiteX15" fmla="*/ 146107 w 2912392"/>
                <a:gd name="connsiteY15" fmla="*/ 302171 h 544501"/>
                <a:gd name="connsiteX16" fmla="*/ 155846 w 2912392"/>
                <a:gd name="connsiteY16" fmla="*/ 298740 h 544501"/>
                <a:gd name="connsiteX17" fmla="*/ 165587 w 2912392"/>
                <a:gd name="connsiteY17" fmla="*/ 295183 h 544501"/>
                <a:gd name="connsiteX18" fmla="*/ 175328 w 2912392"/>
                <a:gd name="connsiteY18" fmla="*/ 291518 h 544501"/>
                <a:gd name="connsiteX19" fmla="*/ 185068 w 2912392"/>
                <a:gd name="connsiteY19" fmla="*/ 287756 h 544501"/>
                <a:gd name="connsiteX20" fmla="*/ 194809 w 2912392"/>
                <a:gd name="connsiteY20" fmla="*/ 283911 h 544501"/>
                <a:gd name="connsiteX21" fmla="*/ 204550 w 2912392"/>
                <a:gd name="connsiteY21" fmla="*/ 279997 h 544501"/>
                <a:gd name="connsiteX22" fmla="*/ 214289 w 2912392"/>
                <a:gd name="connsiteY22" fmla="*/ 276030 h 544501"/>
                <a:gd name="connsiteX23" fmla="*/ 224030 w 2912392"/>
                <a:gd name="connsiteY23" fmla="*/ 272024 h 544501"/>
                <a:gd name="connsiteX24" fmla="*/ 233771 w 2912392"/>
                <a:gd name="connsiteY24" fmla="*/ 267992 h 544501"/>
                <a:gd name="connsiteX25" fmla="*/ 243510 w 2912392"/>
                <a:gd name="connsiteY25" fmla="*/ 263953 h 544501"/>
                <a:gd name="connsiteX26" fmla="*/ 253251 w 2912392"/>
                <a:gd name="connsiteY26" fmla="*/ 259919 h 544501"/>
                <a:gd name="connsiteX27" fmla="*/ 262992 w 2912392"/>
                <a:gd name="connsiteY27" fmla="*/ 255906 h 544501"/>
                <a:gd name="connsiteX28" fmla="*/ 272732 w 2912392"/>
                <a:gd name="connsiteY28" fmla="*/ 251928 h 544501"/>
                <a:gd name="connsiteX29" fmla="*/ 282473 w 2912392"/>
                <a:gd name="connsiteY29" fmla="*/ 248001 h 544501"/>
                <a:gd name="connsiteX30" fmla="*/ 292214 w 2912392"/>
                <a:gd name="connsiteY30" fmla="*/ 244139 h 544501"/>
                <a:gd name="connsiteX31" fmla="*/ 301953 w 2912392"/>
                <a:gd name="connsiteY31" fmla="*/ 240356 h 544501"/>
                <a:gd name="connsiteX32" fmla="*/ 311694 w 2912392"/>
                <a:gd name="connsiteY32" fmla="*/ 236669 h 544501"/>
                <a:gd name="connsiteX33" fmla="*/ 321435 w 2912392"/>
                <a:gd name="connsiteY33" fmla="*/ 233087 h 544501"/>
                <a:gd name="connsiteX34" fmla="*/ 331175 w 2912392"/>
                <a:gd name="connsiteY34" fmla="*/ 229628 h 544501"/>
                <a:gd name="connsiteX35" fmla="*/ 340916 w 2912392"/>
                <a:gd name="connsiteY35" fmla="*/ 226302 h 544501"/>
                <a:gd name="connsiteX36" fmla="*/ 350656 w 2912392"/>
                <a:gd name="connsiteY36" fmla="*/ 223124 h 544501"/>
                <a:gd name="connsiteX37" fmla="*/ 360396 w 2912392"/>
                <a:gd name="connsiteY37" fmla="*/ 220106 h 544501"/>
                <a:gd name="connsiteX38" fmla="*/ 370137 w 2912392"/>
                <a:gd name="connsiteY38" fmla="*/ 217257 h 544501"/>
                <a:gd name="connsiteX39" fmla="*/ 379878 w 2912392"/>
                <a:gd name="connsiteY39" fmla="*/ 214593 h 544501"/>
                <a:gd name="connsiteX40" fmla="*/ 389617 w 2912392"/>
                <a:gd name="connsiteY40" fmla="*/ 212120 h 544501"/>
                <a:gd name="connsiteX41" fmla="*/ 399358 w 2912392"/>
                <a:gd name="connsiteY41" fmla="*/ 209852 h 544501"/>
                <a:gd name="connsiteX42" fmla="*/ 409099 w 2912392"/>
                <a:gd name="connsiteY42" fmla="*/ 207796 h 544501"/>
                <a:gd name="connsiteX43" fmla="*/ 418839 w 2912392"/>
                <a:gd name="connsiteY43" fmla="*/ 205961 h 544501"/>
                <a:gd name="connsiteX44" fmla="*/ 428580 w 2912392"/>
                <a:gd name="connsiteY44" fmla="*/ 204356 h 544501"/>
                <a:gd name="connsiteX45" fmla="*/ 438321 w 2912392"/>
                <a:gd name="connsiteY45" fmla="*/ 202988 h 544501"/>
                <a:gd name="connsiteX46" fmla="*/ 448060 w 2912392"/>
                <a:gd name="connsiteY46" fmla="*/ 201865 h 544501"/>
                <a:gd name="connsiteX47" fmla="*/ 457801 w 2912392"/>
                <a:gd name="connsiteY47" fmla="*/ 200990 h 544501"/>
                <a:gd name="connsiteX48" fmla="*/ 467542 w 2912392"/>
                <a:gd name="connsiteY48" fmla="*/ 200372 h 544501"/>
                <a:gd name="connsiteX49" fmla="*/ 477281 w 2912392"/>
                <a:gd name="connsiteY49" fmla="*/ 200013 h 544501"/>
                <a:gd name="connsiteX50" fmla="*/ 487022 w 2912392"/>
                <a:gd name="connsiteY50" fmla="*/ 199918 h 544501"/>
                <a:gd name="connsiteX51" fmla="*/ 496763 w 2912392"/>
                <a:gd name="connsiteY51" fmla="*/ 200089 h 544501"/>
                <a:gd name="connsiteX52" fmla="*/ 506503 w 2912392"/>
                <a:gd name="connsiteY52" fmla="*/ 200528 h 544501"/>
                <a:gd name="connsiteX53" fmla="*/ 516244 w 2912392"/>
                <a:gd name="connsiteY53" fmla="*/ 201239 h 544501"/>
                <a:gd name="connsiteX54" fmla="*/ 525985 w 2912392"/>
                <a:gd name="connsiteY54" fmla="*/ 202221 h 544501"/>
                <a:gd name="connsiteX55" fmla="*/ 535724 w 2912392"/>
                <a:gd name="connsiteY55" fmla="*/ 203472 h 544501"/>
                <a:gd name="connsiteX56" fmla="*/ 545465 w 2912392"/>
                <a:gd name="connsiteY56" fmla="*/ 204997 h 544501"/>
                <a:gd name="connsiteX57" fmla="*/ 555206 w 2912392"/>
                <a:gd name="connsiteY57" fmla="*/ 206787 h 544501"/>
                <a:gd name="connsiteX58" fmla="*/ 564946 w 2912392"/>
                <a:gd name="connsiteY58" fmla="*/ 208846 h 544501"/>
                <a:gd name="connsiteX59" fmla="*/ 574687 w 2912392"/>
                <a:gd name="connsiteY59" fmla="*/ 211169 h 544501"/>
                <a:gd name="connsiteX60" fmla="*/ 584428 w 2912392"/>
                <a:gd name="connsiteY60" fmla="*/ 213753 h 544501"/>
                <a:gd name="connsiteX61" fmla="*/ 594167 w 2912392"/>
                <a:gd name="connsiteY61" fmla="*/ 216592 h 544501"/>
                <a:gd name="connsiteX62" fmla="*/ 603908 w 2912392"/>
                <a:gd name="connsiteY62" fmla="*/ 219684 h 544501"/>
                <a:gd name="connsiteX63" fmla="*/ 613649 w 2912392"/>
                <a:gd name="connsiteY63" fmla="*/ 223021 h 544501"/>
                <a:gd name="connsiteX64" fmla="*/ 623388 w 2912392"/>
                <a:gd name="connsiteY64" fmla="*/ 226597 h 544501"/>
                <a:gd name="connsiteX65" fmla="*/ 633129 w 2912392"/>
                <a:gd name="connsiteY65" fmla="*/ 230408 h 544501"/>
                <a:gd name="connsiteX66" fmla="*/ 642870 w 2912392"/>
                <a:gd name="connsiteY66" fmla="*/ 234446 h 544501"/>
                <a:gd name="connsiteX67" fmla="*/ 652610 w 2912392"/>
                <a:gd name="connsiteY67" fmla="*/ 238701 h 544501"/>
                <a:gd name="connsiteX68" fmla="*/ 662351 w 2912392"/>
                <a:gd name="connsiteY68" fmla="*/ 243166 h 544501"/>
                <a:gd name="connsiteX69" fmla="*/ 672092 w 2912392"/>
                <a:gd name="connsiteY69" fmla="*/ 247836 h 544501"/>
                <a:gd name="connsiteX70" fmla="*/ 681831 w 2912392"/>
                <a:gd name="connsiteY70" fmla="*/ 252697 h 544501"/>
                <a:gd name="connsiteX71" fmla="*/ 691572 w 2912392"/>
                <a:gd name="connsiteY71" fmla="*/ 257742 h 544501"/>
                <a:gd name="connsiteX72" fmla="*/ 701313 w 2912392"/>
                <a:gd name="connsiteY72" fmla="*/ 262961 h 544501"/>
                <a:gd name="connsiteX73" fmla="*/ 711052 w 2912392"/>
                <a:gd name="connsiteY73" fmla="*/ 268346 h 544501"/>
                <a:gd name="connsiteX74" fmla="*/ 720793 w 2912392"/>
                <a:gd name="connsiteY74" fmla="*/ 273884 h 544501"/>
                <a:gd name="connsiteX75" fmla="*/ 730534 w 2912392"/>
                <a:gd name="connsiteY75" fmla="*/ 279565 h 544501"/>
                <a:gd name="connsiteX76" fmla="*/ 740274 w 2912392"/>
                <a:gd name="connsiteY76" fmla="*/ 285378 h 544501"/>
                <a:gd name="connsiteX77" fmla="*/ 750015 w 2912392"/>
                <a:gd name="connsiteY77" fmla="*/ 291314 h 544501"/>
                <a:gd name="connsiteX78" fmla="*/ 759756 w 2912392"/>
                <a:gd name="connsiteY78" fmla="*/ 297360 h 544501"/>
                <a:gd name="connsiteX79" fmla="*/ 769495 w 2912392"/>
                <a:gd name="connsiteY79" fmla="*/ 303507 h 544501"/>
                <a:gd name="connsiteX80" fmla="*/ 779236 w 2912392"/>
                <a:gd name="connsiteY80" fmla="*/ 309741 h 544501"/>
                <a:gd name="connsiteX81" fmla="*/ 788977 w 2912392"/>
                <a:gd name="connsiteY81" fmla="*/ 316054 h 544501"/>
                <a:gd name="connsiteX82" fmla="*/ 798717 w 2912392"/>
                <a:gd name="connsiteY82" fmla="*/ 322432 h 544501"/>
                <a:gd name="connsiteX83" fmla="*/ 808458 w 2912392"/>
                <a:gd name="connsiteY83" fmla="*/ 328865 h 544501"/>
                <a:gd name="connsiteX84" fmla="*/ 818199 w 2912392"/>
                <a:gd name="connsiteY84" fmla="*/ 335342 h 544501"/>
                <a:gd name="connsiteX85" fmla="*/ 827938 w 2912392"/>
                <a:gd name="connsiteY85" fmla="*/ 341853 h 544501"/>
                <a:gd name="connsiteX86" fmla="*/ 837679 w 2912392"/>
                <a:gd name="connsiteY86" fmla="*/ 348384 h 544501"/>
                <a:gd name="connsiteX87" fmla="*/ 847420 w 2912392"/>
                <a:gd name="connsiteY87" fmla="*/ 354927 h 544501"/>
                <a:gd name="connsiteX88" fmla="*/ 857159 w 2912392"/>
                <a:gd name="connsiteY88" fmla="*/ 361469 h 544501"/>
                <a:gd name="connsiteX89" fmla="*/ 866900 w 2912392"/>
                <a:gd name="connsiteY89" fmla="*/ 368000 h 544501"/>
                <a:gd name="connsiteX90" fmla="*/ 876641 w 2912392"/>
                <a:gd name="connsiteY90" fmla="*/ 374513 h 544501"/>
                <a:gd name="connsiteX91" fmla="*/ 886381 w 2912392"/>
                <a:gd name="connsiteY91" fmla="*/ 380994 h 544501"/>
                <a:gd name="connsiteX92" fmla="*/ 896122 w 2912392"/>
                <a:gd name="connsiteY92" fmla="*/ 387435 h 544501"/>
                <a:gd name="connsiteX93" fmla="*/ 905863 w 2912392"/>
                <a:gd name="connsiteY93" fmla="*/ 393826 h 544501"/>
                <a:gd name="connsiteX94" fmla="*/ 915602 w 2912392"/>
                <a:gd name="connsiteY94" fmla="*/ 400158 h 544501"/>
                <a:gd name="connsiteX95" fmla="*/ 925343 w 2912392"/>
                <a:gd name="connsiteY95" fmla="*/ 406422 h 544501"/>
                <a:gd name="connsiteX96" fmla="*/ 935084 w 2912392"/>
                <a:gd name="connsiteY96" fmla="*/ 412609 h 544501"/>
                <a:gd name="connsiteX97" fmla="*/ 944824 w 2912392"/>
                <a:gd name="connsiteY97" fmla="*/ 418714 h 544501"/>
                <a:gd name="connsiteX98" fmla="*/ 954564 w 2912392"/>
                <a:gd name="connsiteY98" fmla="*/ 424724 h 544501"/>
                <a:gd name="connsiteX99" fmla="*/ 964305 w 2912392"/>
                <a:gd name="connsiteY99" fmla="*/ 430634 h 544501"/>
                <a:gd name="connsiteX100" fmla="*/ 974045 w 2912392"/>
                <a:gd name="connsiteY100" fmla="*/ 436439 h 544501"/>
                <a:gd name="connsiteX101" fmla="*/ 983786 w 2912392"/>
                <a:gd name="connsiteY101" fmla="*/ 442129 h 544501"/>
                <a:gd name="connsiteX102" fmla="*/ 993522 w 2912392"/>
                <a:gd name="connsiteY102" fmla="*/ 447698 h 544501"/>
                <a:gd name="connsiteX103" fmla="*/ 1003266 w 2912392"/>
                <a:gd name="connsiteY103" fmla="*/ 453142 h 544501"/>
                <a:gd name="connsiteX104" fmla="*/ 1013010 w 2912392"/>
                <a:gd name="connsiteY104" fmla="*/ 458454 h 544501"/>
                <a:gd name="connsiteX105" fmla="*/ 1022754 w 2912392"/>
                <a:gd name="connsiteY105" fmla="*/ 463630 h 544501"/>
                <a:gd name="connsiteX106" fmla="*/ 1032483 w 2912392"/>
                <a:gd name="connsiteY106" fmla="*/ 468662 h 544501"/>
                <a:gd name="connsiteX107" fmla="*/ 1042227 w 2912392"/>
                <a:gd name="connsiteY107" fmla="*/ 473549 h 544501"/>
                <a:gd name="connsiteX108" fmla="*/ 1051971 w 2912392"/>
                <a:gd name="connsiteY108" fmla="*/ 478287 h 544501"/>
                <a:gd name="connsiteX109" fmla="*/ 1061715 w 2912392"/>
                <a:gd name="connsiteY109" fmla="*/ 482872 h 544501"/>
                <a:gd name="connsiteX110" fmla="*/ 1071444 w 2912392"/>
                <a:gd name="connsiteY110" fmla="*/ 487298 h 544501"/>
                <a:gd name="connsiteX111" fmla="*/ 1081188 w 2912392"/>
                <a:gd name="connsiteY111" fmla="*/ 491567 h 544501"/>
                <a:gd name="connsiteX112" fmla="*/ 1090932 w 2912392"/>
                <a:gd name="connsiteY112" fmla="*/ 495671 h 544501"/>
                <a:gd name="connsiteX113" fmla="*/ 1100676 w 2912392"/>
                <a:gd name="connsiteY113" fmla="*/ 499613 h 544501"/>
                <a:gd name="connsiteX114" fmla="*/ 1110405 w 2912392"/>
                <a:gd name="connsiteY114" fmla="*/ 503389 h 544501"/>
                <a:gd name="connsiteX115" fmla="*/ 1120149 w 2912392"/>
                <a:gd name="connsiteY115" fmla="*/ 506998 h 544501"/>
                <a:gd name="connsiteX116" fmla="*/ 1129893 w 2912392"/>
                <a:gd name="connsiteY116" fmla="*/ 510436 h 544501"/>
                <a:gd name="connsiteX117" fmla="*/ 1139637 w 2912392"/>
                <a:gd name="connsiteY117" fmla="*/ 513707 h 544501"/>
                <a:gd name="connsiteX118" fmla="*/ 1149381 w 2912392"/>
                <a:gd name="connsiteY118" fmla="*/ 516808 h 544501"/>
                <a:gd name="connsiteX119" fmla="*/ 1159110 w 2912392"/>
                <a:gd name="connsiteY119" fmla="*/ 519739 h 544501"/>
                <a:gd name="connsiteX120" fmla="*/ 1168854 w 2912392"/>
                <a:gd name="connsiteY120" fmla="*/ 522500 h 544501"/>
                <a:gd name="connsiteX121" fmla="*/ 1178598 w 2912392"/>
                <a:gd name="connsiteY121" fmla="*/ 525092 h 544501"/>
                <a:gd name="connsiteX122" fmla="*/ 1188341 w 2912392"/>
                <a:gd name="connsiteY122" fmla="*/ 527515 h 544501"/>
                <a:gd name="connsiteX123" fmla="*/ 1198070 w 2912392"/>
                <a:gd name="connsiteY123" fmla="*/ 529769 h 544501"/>
                <a:gd name="connsiteX124" fmla="*/ 1207814 w 2912392"/>
                <a:gd name="connsiteY124" fmla="*/ 531858 h 544501"/>
                <a:gd name="connsiteX125" fmla="*/ 1217558 w 2912392"/>
                <a:gd name="connsiteY125" fmla="*/ 533780 h 544501"/>
                <a:gd name="connsiteX126" fmla="*/ 1227302 w 2912392"/>
                <a:gd name="connsiteY126" fmla="*/ 535536 h 544501"/>
                <a:gd name="connsiteX127" fmla="*/ 1237031 w 2912392"/>
                <a:gd name="connsiteY127" fmla="*/ 537131 h 544501"/>
                <a:gd name="connsiteX128" fmla="*/ 1246775 w 2912392"/>
                <a:gd name="connsiteY128" fmla="*/ 538564 h 544501"/>
                <a:gd name="connsiteX129" fmla="*/ 1256519 w 2912392"/>
                <a:gd name="connsiteY129" fmla="*/ 539836 h 544501"/>
                <a:gd name="connsiteX130" fmla="*/ 1266263 w 2912392"/>
                <a:gd name="connsiteY130" fmla="*/ 540952 h 544501"/>
                <a:gd name="connsiteX131" fmla="*/ 1276007 w 2912392"/>
                <a:gd name="connsiteY131" fmla="*/ 541910 h 544501"/>
                <a:gd name="connsiteX132" fmla="*/ 1285736 w 2912392"/>
                <a:gd name="connsiteY132" fmla="*/ 542716 h 544501"/>
                <a:gd name="connsiteX133" fmla="*/ 1295480 w 2912392"/>
                <a:gd name="connsiteY133" fmla="*/ 543369 h 544501"/>
                <a:gd name="connsiteX134" fmla="*/ 1305224 w 2912392"/>
                <a:gd name="connsiteY134" fmla="*/ 543871 h 544501"/>
                <a:gd name="connsiteX135" fmla="*/ 1314968 w 2912392"/>
                <a:gd name="connsiteY135" fmla="*/ 544227 h 544501"/>
                <a:gd name="connsiteX136" fmla="*/ 1324697 w 2912392"/>
                <a:gd name="connsiteY136" fmla="*/ 544436 h 544501"/>
                <a:gd name="connsiteX137" fmla="*/ 1334441 w 2912392"/>
                <a:gd name="connsiteY137" fmla="*/ 544501 h 544501"/>
                <a:gd name="connsiteX138" fmla="*/ 1344185 w 2912392"/>
                <a:gd name="connsiteY138" fmla="*/ 544424 h 544501"/>
                <a:gd name="connsiteX139" fmla="*/ 1353929 w 2912392"/>
                <a:gd name="connsiteY139" fmla="*/ 544206 h 544501"/>
                <a:gd name="connsiteX140" fmla="*/ 1363658 w 2912392"/>
                <a:gd name="connsiteY140" fmla="*/ 543852 h 544501"/>
                <a:gd name="connsiteX141" fmla="*/ 1373402 w 2912392"/>
                <a:gd name="connsiteY141" fmla="*/ 543360 h 544501"/>
                <a:gd name="connsiteX142" fmla="*/ 1383146 w 2912392"/>
                <a:gd name="connsiteY142" fmla="*/ 542733 h 544501"/>
                <a:gd name="connsiteX143" fmla="*/ 1392890 w 2912392"/>
                <a:gd name="connsiteY143" fmla="*/ 541973 h 544501"/>
                <a:gd name="connsiteX144" fmla="*/ 1402619 w 2912392"/>
                <a:gd name="connsiteY144" fmla="*/ 541080 h 544501"/>
                <a:gd name="connsiteX145" fmla="*/ 1412363 w 2912392"/>
                <a:gd name="connsiteY145" fmla="*/ 540058 h 544501"/>
                <a:gd name="connsiteX146" fmla="*/ 1422106 w 2912392"/>
                <a:gd name="connsiteY146" fmla="*/ 538908 h 544501"/>
                <a:gd name="connsiteX147" fmla="*/ 1431850 w 2912392"/>
                <a:gd name="connsiteY147" fmla="*/ 537628 h 544501"/>
                <a:gd name="connsiteX148" fmla="*/ 1441594 w 2912392"/>
                <a:gd name="connsiteY148" fmla="*/ 536223 h 544501"/>
                <a:gd name="connsiteX149" fmla="*/ 1451323 w 2912392"/>
                <a:gd name="connsiteY149" fmla="*/ 534690 h 544501"/>
                <a:gd name="connsiteX150" fmla="*/ 1461067 w 2912392"/>
                <a:gd name="connsiteY150" fmla="*/ 533033 h 544501"/>
                <a:gd name="connsiteX151" fmla="*/ 1470811 w 2912392"/>
                <a:gd name="connsiteY151" fmla="*/ 531252 h 544501"/>
                <a:gd name="connsiteX152" fmla="*/ 1480555 w 2912392"/>
                <a:gd name="connsiteY152" fmla="*/ 529344 h 544501"/>
                <a:gd name="connsiteX153" fmla="*/ 1490284 w 2912392"/>
                <a:gd name="connsiteY153" fmla="*/ 527315 h 544501"/>
                <a:gd name="connsiteX154" fmla="*/ 1500028 w 2912392"/>
                <a:gd name="connsiteY154" fmla="*/ 525161 h 544501"/>
                <a:gd name="connsiteX155" fmla="*/ 1509772 w 2912392"/>
                <a:gd name="connsiteY155" fmla="*/ 522884 h 544501"/>
                <a:gd name="connsiteX156" fmla="*/ 1519516 w 2912392"/>
                <a:gd name="connsiteY156" fmla="*/ 520484 h 544501"/>
                <a:gd name="connsiteX157" fmla="*/ 1529245 w 2912392"/>
                <a:gd name="connsiteY157" fmla="*/ 517960 h 544501"/>
                <a:gd name="connsiteX158" fmla="*/ 1538989 w 2912392"/>
                <a:gd name="connsiteY158" fmla="*/ 515314 h 544501"/>
                <a:gd name="connsiteX159" fmla="*/ 1548733 w 2912392"/>
                <a:gd name="connsiteY159" fmla="*/ 512543 h 544501"/>
                <a:gd name="connsiteX160" fmla="*/ 1558477 w 2912392"/>
                <a:gd name="connsiteY160" fmla="*/ 509646 h 544501"/>
                <a:gd name="connsiteX161" fmla="*/ 1568221 w 2912392"/>
                <a:gd name="connsiteY161" fmla="*/ 506628 h 544501"/>
                <a:gd name="connsiteX162" fmla="*/ 1577950 w 2912392"/>
                <a:gd name="connsiteY162" fmla="*/ 503483 h 544501"/>
                <a:gd name="connsiteX163" fmla="*/ 1587694 w 2912392"/>
                <a:gd name="connsiteY163" fmla="*/ 500212 h 544501"/>
                <a:gd name="connsiteX164" fmla="*/ 1597438 w 2912392"/>
                <a:gd name="connsiteY164" fmla="*/ 496815 h 544501"/>
                <a:gd name="connsiteX165" fmla="*/ 1607182 w 2912392"/>
                <a:gd name="connsiteY165" fmla="*/ 493293 h 544501"/>
                <a:gd name="connsiteX166" fmla="*/ 1616911 w 2912392"/>
                <a:gd name="connsiteY166" fmla="*/ 489643 h 544501"/>
                <a:gd name="connsiteX167" fmla="*/ 1626655 w 2912392"/>
                <a:gd name="connsiteY167" fmla="*/ 485866 h 544501"/>
                <a:gd name="connsiteX168" fmla="*/ 1636399 w 2912392"/>
                <a:gd name="connsiteY168" fmla="*/ 481961 h 544501"/>
                <a:gd name="connsiteX169" fmla="*/ 1646142 w 2912392"/>
                <a:gd name="connsiteY169" fmla="*/ 477928 h 544501"/>
                <a:gd name="connsiteX170" fmla="*/ 1655872 w 2912392"/>
                <a:gd name="connsiteY170" fmla="*/ 473765 h 544501"/>
                <a:gd name="connsiteX171" fmla="*/ 1665616 w 2912392"/>
                <a:gd name="connsiteY171" fmla="*/ 469474 h 544501"/>
                <a:gd name="connsiteX172" fmla="*/ 1675359 w 2912392"/>
                <a:gd name="connsiteY172" fmla="*/ 465054 h 544501"/>
                <a:gd name="connsiteX173" fmla="*/ 1685103 w 2912392"/>
                <a:gd name="connsiteY173" fmla="*/ 460504 h 544501"/>
                <a:gd name="connsiteX174" fmla="*/ 1694832 w 2912392"/>
                <a:gd name="connsiteY174" fmla="*/ 455825 h 544501"/>
                <a:gd name="connsiteX175" fmla="*/ 1704576 w 2912392"/>
                <a:gd name="connsiteY175" fmla="*/ 451017 h 544501"/>
                <a:gd name="connsiteX176" fmla="*/ 1714320 w 2912392"/>
                <a:gd name="connsiteY176" fmla="*/ 446081 h 544501"/>
                <a:gd name="connsiteX177" fmla="*/ 1724064 w 2912392"/>
                <a:gd name="connsiteY177" fmla="*/ 441016 h 544501"/>
                <a:gd name="connsiteX178" fmla="*/ 1733808 w 2912392"/>
                <a:gd name="connsiteY178" fmla="*/ 435825 h 544501"/>
                <a:gd name="connsiteX179" fmla="*/ 1743537 w 2912392"/>
                <a:gd name="connsiteY179" fmla="*/ 430506 h 544501"/>
                <a:gd name="connsiteX180" fmla="*/ 1753281 w 2912392"/>
                <a:gd name="connsiteY180" fmla="*/ 425062 h 544501"/>
                <a:gd name="connsiteX181" fmla="*/ 1763025 w 2912392"/>
                <a:gd name="connsiteY181" fmla="*/ 419494 h 544501"/>
                <a:gd name="connsiteX182" fmla="*/ 1772769 w 2912392"/>
                <a:gd name="connsiteY182" fmla="*/ 413804 h 544501"/>
                <a:gd name="connsiteX183" fmla="*/ 1782498 w 2912392"/>
                <a:gd name="connsiteY183" fmla="*/ 407994 h 544501"/>
                <a:gd name="connsiteX184" fmla="*/ 1792242 w 2912392"/>
                <a:gd name="connsiteY184" fmla="*/ 402064 h 544501"/>
                <a:gd name="connsiteX185" fmla="*/ 1801986 w 2912392"/>
                <a:gd name="connsiteY185" fmla="*/ 396018 h 544501"/>
                <a:gd name="connsiteX186" fmla="*/ 1811730 w 2912392"/>
                <a:gd name="connsiteY186" fmla="*/ 389859 h 544501"/>
                <a:gd name="connsiteX187" fmla="*/ 1821459 w 2912392"/>
                <a:gd name="connsiteY187" fmla="*/ 383588 h 544501"/>
                <a:gd name="connsiteX188" fmla="*/ 1831203 w 2912392"/>
                <a:gd name="connsiteY188" fmla="*/ 377210 h 544501"/>
                <a:gd name="connsiteX189" fmla="*/ 1840947 w 2912392"/>
                <a:gd name="connsiteY189" fmla="*/ 370727 h 544501"/>
                <a:gd name="connsiteX190" fmla="*/ 1850691 w 2912392"/>
                <a:gd name="connsiteY190" fmla="*/ 364143 h 544501"/>
                <a:gd name="connsiteX191" fmla="*/ 1860435 w 2912392"/>
                <a:gd name="connsiteY191" fmla="*/ 357461 h 544501"/>
                <a:gd name="connsiteX192" fmla="*/ 1870164 w 2912392"/>
                <a:gd name="connsiteY192" fmla="*/ 350688 h 544501"/>
                <a:gd name="connsiteX193" fmla="*/ 1879908 w 2912392"/>
                <a:gd name="connsiteY193" fmla="*/ 343825 h 544501"/>
                <a:gd name="connsiteX194" fmla="*/ 1889652 w 2912392"/>
                <a:gd name="connsiteY194" fmla="*/ 336879 h 544501"/>
                <a:gd name="connsiteX195" fmla="*/ 1899395 w 2912392"/>
                <a:gd name="connsiteY195" fmla="*/ 329854 h 544501"/>
                <a:gd name="connsiteX196" fmla="*/ 1909124 w 2912392"/>
                <a:gd name="connsiteY196" fmla="*/ 322757 h 544501"/>
                <a:gd name="connsiteX197" fmla="*/ 1918868 w 2912392"/>
                <a:gd name="connsiteY197" fmla="*/ 315590 h 544501"/>
                <a:gd name="connsiteX198" fmla="*/ 1928612 w 2912392"/>
                <a:gd name="connsiteY198" fmla="*/ 308360 h 544501"/>
                <a:gd name="connsiteX199" fmla="*/ 1938356 w 2912392"/>
                <a:gd name="connsiteY199" fmla="*/ 301074 h 544501"/>
                <a:gd name="connsiteX200" fmla="*/ 1948085 w 2912392"/>
                <a:gd name="connsiteY200" fmla="*/ 293738 h 544501"/>
                <a:gd name="connsiteX201" fmla="*/ 1957829 w 2912392"/>
                <a:gd name="connsiteY201" fmla="*/ 286357 h 544501"/>
                <a:gd name="connsiteX202" fmla="*/ 1967573 w 2912392"/>
                <a:gd name="connsiteY202" fmla="*/ 278939 h 544501"/>
                <a:gd name="connsiteX203" fmla="*/ 1977317 w 2912392"/>
                <a:gd name="connsiteY203" fmla="*/ 271488 h 544501"/>
                <a:gd name="connsiteX204" fmla="*/ 1987046 w 2912392"/>
                <a:gd name="connsiteY204" fmla="*/ 264013 h 544501"/>
                <a:gd name="connsiteX205" fmla="*/ 1996790 w 2912392"/>
                <a:gd name="connsiteY205" fmla="*/ 256522 h 544501"/>
                <a:gd name="connsiteX206" fmla="*/ 2006534 w 2912392"/>
                <a:gd name="connsiteY206" fmla="*/ 249019 h 544501"/>
                <a:gd name="connsiteX207" fmla="*/ 2016278 w 2912392"/>
                <a:gd name="connsiteY207" fmla="*/ 241513 h 544501"/>
                <a:gd name="connsiteX208" fmla="*/ 2026022 w 2912392"/>
                <a:gd name="connsiteY208" fmla="*/ 234011 h 544501"/>
                <a:gd name="connsiteX209" fmla="*/ 2035751 w 2912392"/>
                <a:gd name="connsiteY209" fmla="*/ 226520 h 544501"/>
                <a:gd name="connsiteX210" fmla="*/ 2045495 w 2912392"/>
                <a:gd name="connsiteY210" fmla="*/ 219046 h 544501"/>
                <a:gd name="connsiteX211" fmla="*/ 2055239 w 2912392"/>
                <a:gd name="connsiteY211" fmla="*/ 211600 h 544501"/>
                <a:gd name="connsiteX212" fmla="*/ 2064983 w 2912392"/>
                <a:gd name="connsiteY212" fmla="*/ 204186 h 544501"/>
                <a:gd name="connsiteX213" fmla="*/ 2074712 w 2912392"/>
                <a:gd name="connsiteY213" fmla="*/ 196813 h 544501"/>
                <a:gd name="connsiteX214" fmla="*/ 2084456 w 2912392"/>
                <a:gd name="connsiteY214" fmla="*/ 189488 h 544501"/>
                <a:gd name="connsiteX215" fmla="*/ 2094200 w 2912392"/>
                <a:gd name="connsiteY215" fmla="*/ 182219 h 544501"/>
                <a:gd name="connsiteX216" fmla="*/ 2103944 w 2912392"/>
                <a:gd name="connsiteY216" fmla="*/ 175011 h 544501"/>
                <a:gd name="connsiteX217" fmla="*/ 2113673 w 2912392"/>
                <a:gd name="connsiteY217" fmla="*/ 167874 h 544501"/>
                <a:gd name="connsiteX218" fmla="*/ 2123417 w 2912392"/>
                <a:gd name="connsiteY218" fmla="*/ 160814 h 544501"/>
                <a:gd name="connsiteX219" fmla="*/ 2133161 w 2912392"/>
                <a:gd name="connsiteY219" fmla="*/ 153836 h 544501"/>
                <a:gd name="connsiteX220" fmla="*/ 2142905 w 2912392"/>
                <a:gd name="connsiteY220" fmla="*/ 146950 h 544501"/>
                <a:gd name="connsiteX221" fmla="*/ 2152649 w 2912392"/>
                <a:gd name="connsiteY221" fmla="*/ 140161 h 544501"/>
                <a:gd name="connsiteX222" fmla="*/ 2162377 w 2912392"/>
                <a:gd name="connsiteY222" fmla="*/ 133477 h 544501"/>
                <a:gd name="connsiteX223" fmla="*/ 2172121 w 2912392"/>
                <a:gd name="connsiteY223" fmla="*/ 126902 h 544501"/>
                <a:gd name="connsiteX224" fmla="*/ 2181865 w 2912392"/>
                <a:gd name="connsiteY224" fmla="*/ 120443 h 544501"/>
                <a:gd name="connsiteX225" fmla="*/ 2191609 w 2912392"/>
                <a:gd name="connsiteY225" fmla="*/ 114108 h 544501"/>
                <a:gd name="connsiteX226" fmla="*/ 2201338 w 2912392"/>
                <a:gd name="connsiteY226" fmla="*/ 107901 h 544501"/>
                <a:gd name="connsiteX227" fmla="*/ 2211082 w 2912392"/>
                <a:gd name="connsiteY227" fmla="*/ 101829 h 544501"/>
                <a:gd name="connsiteX228" fmla="*/ 2220826 w 2912392"/>
                <a:gd name="connsiteY228" fmla="*/ 95894 h 544501"/>
                <a:gd name="connsiteX229" fmla="*/ 2230570 w 2912392"/>
                <a:gd name="connsiteY229" fmla="*/ 90105 h 544501"/>
                <a:gd name="connsiteX230" fmla="*/ 2240299 w 2912392"/>
                <a:gd name="connsiteY230" fmla="*/ 84465 h 544501"/>
                <a:gd name="connsiteX231" fmla="*/ 2250043 w 2912392"/>
                <a:gd name="connsiteY231" fmla="*/ 78980 h 544501"/>
                <a:gd name="connsiteX232" fmla="*/ 2259787 w 2912392"/>
                <a:gd name="connsiteY232" fmla="*/ 73653 h 544501"/>
                <a:gd name="connsiteX233" fmla="*/ 2269531 w 2912392"/>
                <a:gd name="connsiteY233" fmla="*/ 68489 h 544501"/>
                <a:gd name="connsiteX234" fmla="*/ 2279260 w 2912392"/>
                <a:gd name="connsiteY234" fmla="*/ 63492 h 544501"/>
                <a:gd name="connsiteX235" fmla="*/ 2289004 w 2912392"/>
                <a:gd name="connsiteY235" fmla="*/ 58666 h 544501"/>
                <a:gd name="connsiteX236" fmla="*/ 2298748 w 2912392"/>
                <a:gd name="connsiteY236" fmla="*/ 54013 h 544501"/>
                <a:gd name="connsiteX237" fmla="*/ 2308492 w 2912392"/>
                <a:gd name="connsiteY237" fmla="*/ 49539 h 544501"/>
                <a:gd name="connsiteX238" fmla="*/ 2318236 w 2912392"/>
                <a:gd name="connsiteY238" fmla="*/ 45244 h 544501"/>
                <a:gd name="connsiteX239" fmla="*/ 2327965 w 2912392"/>
                <a:gd name="connsiteY239" fmla="*/ 41133 h 544501"/>
                <a:gd name="connsiteX240" fmla="*/ 2337709 w 2912392"/>
                <a:gd name="connsiteY240" fmla="*/ 37207 h 544501"/>
                <a:gd name="connsiteX241" fmla="*/ 2347453 w 2912392"/>
                <a:gd name="connsiteY241" fmla="*/ 33469 h 544501"/>
                <a:gd name="connsiteX242" fmla="*/ 2357197 w 2912392"/>
                <a:gd name="connsiteY242" fmla="*/ 29923 h 544501"/>
                <a:gd name="connsiteX243" fmla="*/ 2366926 w 2912392"/>
                <a:gd name="connsiteY243" fmla="*/ 26568 h 544501"/>
                <a:gd name="connsiteX244" fmla="*/ 2376670 w 2912392"/>
                <a:gd name="connsiteY244" fmla="*/ 23408 h 544501"/>
                <a:gd name="connsiteX245" fmla="*/ 2386413 w 2912392"/>
                <a:gd name="connsiteY245" fmla="*/ 20441 h 544501"/>
                <a:gd name="connsiteX246" fmla="*/ 2396157 w 2912392"/>
                <a:gd name="connsiteY246" fmla="*/ 17673 h 544501"/>
                <a:gd name="connsiteX247" fmla="*/ 2405886 w 2912392"/>
                <a:gd name="connsiteY247" fmla="*/ 15105 h 544501"/>
                <a:gd name="connsiteX248" fmla="*/ 2415630 w 2912392"/>
                <a:gd name="connsiteY248" fmla="*/ 12734 h 544501"/>
                <a:gd name="connsiteX249" fmla="*/ 2425374 w 2912392"/>
                <a:gd name="connsiteY249" fmla="*/ 10563 h 544501"/>
                <a:gd name="connsiteX250" fmla="*/ 2435118 w 2912392"/>
                <a:gd name="connsiteY250" fmla="*/ 8594 h 544501"/>
                <a:gd name="connsiteX251" fmla="*/ 2444862 w 2912392"/>
                <a:gd name="connsiteY251" fmla="*/ 6827 h 544501"/>
                <a:gd name="connsiteX252" fmla="*/ 2454591 w 2912392"/>
                <a:gd name="connsiteY252" fmla="*/ 5261 h 544501"/>
                <a:gd name="connsiteX253" fmla="*/ 2464335 w 2912392"/>
                <a:gd name="connsiteY253" fmla="*/ 3899 h 544501"/>
                <a:gd name="connsiteX254" fmla="*/ 2474079 w 2912392"/>
                <a:gd name="connsiteY254" fmla="*/ 2740 h 544501"/>
                <a:gd name="connsiteX255" fmla="*/ 2483823 w 2912392"/>
                <a:gd name="connsiteY255" fmla="*/ 1783 h 544501"/>
                <a:gd name="connsiteX256" fmla="*/ 2493552 w 2912392"/>
                <a:gd name="connsiteY256" fmla="*/ 1032 h 544501"/>
                <a:gd name="connsiteX257" fmla="*/ 2503296 w 2912392"/>
                <a:gd name="connsiteY257" fmla="*/ 484 h 544501"/>
                <a:gd name="connsiteX258" fmla="*/ 2513040 w 2912392"/>
                <a:gd name="connsiteY258" fmla="*/ 140 h 544501"/>
                <a:gd name="connsiteX259" fmla="*/ 2522784 w 2912392"/>
                <a:gd name="connsiteY259" fmla="*/ 0 h 544501"/>
                <a:gd name="connsiteX260" fmla="*/ 2532513 w 2912392"/>
                <a:gd name="connsiteY260" fmla="*/ 64 h 544501"/>
                <a:gd name="connsiteX261" fmla="*/ 2542257 w 2912392"/>
                <a:gd name="connsiteY261" fmla="*/ 332 h 544501"/>
                <a:gd name="connsiteX262" fmla="*/ 2552001 w 2912392"/>
                <a:gd name="connsiteY262" fmla="*/ 805 h 544501"/>
                <a:gd name="connsiteX263" fmla="*/ 2561745 w 2912392"/>
                <a:gd name="connsiteY263" fmla="*/ 1481 h 544501"/>
                <a:gd name="connsiteX264" fmla="*/ 2571474 w 2912392"/>
                <a:gd name="connsiteY264" fmla="*/ 2362 h 544501"/>
                <a:gd name="connsiteX265" fmla="*/ 2581218 w 2912392"/>
                <a:gd name="connsiteY265" fmla="*/ 3446 h 544501"/>
                <a:gd name="connsiteX266" fmla="*/ 2590962 w 2912392"/>
                <a:gd name="connsiteY266" fmla="*/ 4733 h 544501"/>
                <a:gd name="connsiteX267" fmla="*/ 2600705 w 2912392"/>
                <a:gd name="connsiteY267" fmla="*/ 6226 h 544501"/>
                <a:gd name="connsiteX268" fmla="*/ 2610449 w 2912392"/>
                <a:gd name="connsiteY268" fmla="*/ 7920 h 544501"/>
                <a:gd name="connsiteX269" fmla="*/ 2620178 w 2912392"/>
                <a:gd name="connsiteY269" fmla="*/ 9820 h 544501"/>
                <a:gd name="connsiteX270" fmla="*/ 2629922 w 2912392"/>
                <a:gd name="connsiteY270" fmla="*/ 11921 h 544501"/>
                <a:gd name="connsiteX271" fmla="*/ 2639666 w 2912392"/>
                <a:gd name="connsiteY271" fmla="*/ 14226 h 544501"/>
                <a:gd name="connsiteX272" fmla="*/ 2649410 w 2912392"/>
                <a:gd name="connsiteY272" fmla="*/ 16733 h 544501"/>
                <a:gd name="connsiteX273" fmla="*/ 2659139 w 2912392"/>
                <a:gd name="connsiteY273" fmla="*/ 19442 h 544501"/>
                <a:gd name="connsiteX274" fmla="*/ 2668883 w 2912392"/>
                <a:gd name="connsiteY274" fmla="*/ 22354 h 544501"/>
                <a:gd name="connsiteX275" fmla="*/ 2678627 w 2912392"/>
                <a:gd name="connsiteY275" fmla="*/ 25467 h 544501"/>
                <a:gd name="connsiteX276" fmla="*/ 2688371 w 2912392"/>
                <a:gd name="connsiteY276" fmla="*/ 28782 h 544501"/>
                <a:gd name="connsiteX277" fmla="*/ 2698100 w 2912392"/>
                <a:gd name="connsiteY277" fmla="*/ 32297 h 544501"/>
                <a:gd name="connsiteX278" fmla="*/ 2707844 w 2912392"/>
                <a:gd name="connsiteY278" fmla="*/ 36012 h 544501"/>
                <a:gd name="connsiteX279" fmla="*/ 2717588 w 2912392"/>
                <a:gd name="connsiteY279" fmla="*/ 39926 h 544501"/>
                <a:gd name="connsiteX280" fmla="*/ 2727332 w 2912392"/>
                <a:gd name="connsiteY280" fmla="*/ 44040 h 544501"/>
                <a:gd name="connsiteX281" fmla="*/ 2737076 w 2912392"/>
                <a:gd name="connsiteY281" fmla="*/ 48350 h 544501"/>
                <a:gd name="connsiteX282" fmla="*/ 2746805 w 2912392"/>
                <a:gd name="connsiteY282" fmla="*/ 52857 h 544501"/>
                <a:gd name="connsiteX283" fmla="*/ 2756549 w 2912392"/>
                <a:gd name="connsiteY283" fmla="*/ 57559 h 544501"/>
                <a:gd name="connsiteX284" fmla="*/ 2766293 w 2912392"/>
                <a:gd name="connsiteY284" fmla="*/ 62455 h 544501"/>
                <a:gd name="connsiteX285" fmla="*/ 2776037 w 2912392"/>
                <a:gd name="connsiteY285" fmla="*/ 67545 h 544501"/>
                <a:gd name="connsiteX286" fmla="*/ 2785766 w 2912392"/>
                <a:gd name="connsiteY286" fmla="*/ 72823 h 544501"/>
                <a:gd name="connsiteX287" fmla="*/ 2795510 w 2912392"/>
                <a:gd name="connsiteY287" fmla="*/ 78291 h 544501"/>
                <a:gd name="connsiteX288" fmla="*/ 2805254 w 2912392"/>
                <a:gd name="connsiteY288" fmla="*/ 83945 h 544501"/>
                <a:gd name="connsiteX289" fmla="*/ 2814998 w 2912392"/>
                <a:gd name="connsiteY289" fmla="*/ 89784 h 544501"/>
                <a:gd name="connsiteX290" fmla="*/ 2824727 w 2912392"/>
                <a:gd name="connsiteY290" fmla="*/ 95805 h 544501"/>
                <a:gd name="connsiteX291" fmla="*/ 2834471 w 2912392"/>
                <a:gd name="connsiteY291" fmla="*/ 102004 h 544501"/>
                <a:gd name="connsiteX292" fmla="*/ 2844215 w 2912392"/>
                <a:gd name="connsiteY292" fmla="*/ 108380 h 544501"/>
                <a:gd name="connsiteX293" fmla="*/ 2853958 w 2912392"/>
                <a:gd name="connsiteY293" fmla="*/ 114928 h 544501"/>
                <a:gd name="connsiteX294" fmla="*/ 2863687 w 2912392"/>
                <a:gd name="connsiteY294" fmla="*/ 121644 h 544501"/>
                <a:gd name="connsiteX295" fmla="*/ 2873431 w 2912392"/>
                <a:gd name="connsiteY295" fmla="*/ 128526 h 544501"/>
                <a:gd name="connsiteX296" fmla="*/ 2883175 w 2912392"/>
                <a:gd name="connsiteY296" fmla="*/ 135569 h 544501"/>
                <a:gd name="connsiteX297" fmla="*/ 2892919 w 2912392"/>
                <a:gd name="connsiteY297" fmla="*/ 142768 h 544501"/>
                <a:gd name="connsiteX298" fmla="*/ 2902663 w 2912392"/>
                <a:gd name="connsiteY298" fmla="*/ 150119 h 544501"/>
                <a:gd name="connsiteX299" fmla="*/ 2912392 w 2912392"/>
                <a:gd name="connsiteY299" fmla="*/ 157616 h 544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44501">
                  <a:moveTo>
                    <a:pt x="0" y="331267"/>
                  </a:moveTo>
                  <a:lnTo>
                    <a:pt x="9739" y="330930"/>
                  </a:lnTo>
                  <a:lnTo>
                    <a:pt x="19480" y="330339"/>
                  </a:lnTo>
                  <a:lnTo>
                    <a:pt x="29221" y="329495"/>
                  </a:lnTo>
                  <a:lnTo>
                    <a:pt x="38961" y="328405"/>
                  </a:lnTo>
                  <a:lnTo>
                    <a:pt x="48702" y="327073"/>
                  </a:lnTo>
                  <a:lnTo>
                    <a:pt x="58443" y="325507"/>
                  </a:lnTo>
                  <a:lnTo>
                    <a:pt x="68182" y="323710"/>
                  </a:lnTo>
                  <a:lnTo>
                    <a:pt x="77923" y="321694"/>
                  </a:lnTo>
                  <a:lnTo>
                    <a:pt x="87664" y="319464"/>
                  </a:lnTo>
                  <a:lnTo>
                    <a:pt x="97404" y="317031"/>
                  </a:lnTo>
                  <a:lnTo>
                    <a:pt x="107145" y="314404"/>
                  </a:lnTo>
                  <a:lnTo>
                    <a:pt x="116886" y="311593"/>
                  </a:lnTo>
                  <a:lnTo>
                    <a:pt x="126625" y="308610"/>
                  </a:lnTo>
                  <a:lnTo>
                    <a:pt x="136366" y="305465"/>
                  </a:lnTo>
                  <a:lnTo>
                    <a:pt x="146107" y="302171"/>
                  </a:lnTo>
                  <a:lnTo>
                    <a:pt x="155846" y="298740"/>
                  </a:lnTo>
                  <a:lnTo>
                    <a:pt x="165587" y="295183"/>
                  </a:lnTo>
                  <a:lnTo>
                    <a:pt x="175328" y="291518"/>
                  </a:lnTo>
                  <a:lnTo>
                    <a:pt x="185068" y="287756"/>
                  </a:lnTo>
                  <a:lnTo>
                    <a:pt x="194809" y="283911"/>
                  </a:lnTo>
                  <a:lnTo>
                    <a:pt x="204550" y="279997"/>
                  </a:lnTo>
                  <a:lnTo>
                    <a:pt x="214289" y="276030"/>
                  </a:lnTo>
                  <a:lnTo>
                    <a:pt x="224030" y="272024"/>
                  </a:lnTo>
                  <a:lnTo>
                    <a:pt x="233771" y="267992"/>
                  </a:lnTo>
                  <a:lnTo>
                    <a:pt x="243510" y="263953"/>
                  </a:lnTo>
                  <a:lnTo>
                    <a:pt x="253251" y="259919"/>
                  </a:lnTo>
                  <a:lnTo>
                    <a:pt x="262992" y="255906"/>
                  </a:lnTo>
                  <a:lnTo>
                    <a:pt x="272732" y="251928"/>
                  </a:lnTo>
                  <a:lnTo>
                    <a:pt x="282473" y="248001"/>
                  </a:lnTo>
                  <a:lnTo>
                    <a:pt x="292214" y="244139"/>
                  </a:lnTo>
                  <a:lnTo>
                    <a:pt x="301953" y="240356"/>
                  </a:lnTo>
                  <a:lnTo>
                    <a:pt x="311694" y="236669"/>
                  </a:lnTo>
                  <a:lnTo>
                    <a:pt x="321435" y="233087"/>
                  </a:lnTo>
                  <a:lnTo>
                    <a:pt x="331175" y="229628"/>
                  </a:lnTo>
                  <a:lnTo>
                    <a:pt x="340916" y="226302"/>
                  </a:lnTo>
                  <a:lnTo>
                    <a:pt x="350656" y="223124"/>
                  </a:lnTo>
                  <a:lnTo>
                    <a:pt x="360396" y="220106"/>
                  </a:lnTo>
                  <a:lnTo>
                    <a:pt x="370137" y="217257"/>
                  </a:lnTo>
                  <a:lnTo>
                    <a:pt x="379878" y="214593"/>
                  </a:lnTo>
                  <a:lnTo>
                    <a:pt x="389617" y="212120"/>
                  </a:lnTo>
                  <a:lnTo>
                    <a:pt x="399358" y="209852"/>
                  </a:lnTo>
                  <a:lnTo>
                    <a:pt x="409099" y="207796"/>
                  </a:lnTo>
                  <a:lnTo>
                    <a:pt x="418839" y="205961"/>
                  </a:lnTo>
                  <a:lnTo>
                    <a:pt x="428580" y="204356"/>
                  </a:lnTo>
                  <a:lnTo>
                    <a:pt x="438321" y="202988"/>
                  </a:lnTo>
                  <a:lnTo>
                    <a:pt x="448060" y="201865"/>
                  </a:lnTo>
                  <a:lnTo>
                    <a:pt x="457801" y="200990"/>
                  </a:lnTo>
                  <a:lnTo>
                    <a:pt x="467542" y="200372"/>
                  </a:lnTo>
                  <a:lnTo>
                    <a:pt x="477281" y="200013"/>
                  </a:lnTo>
                  <a:lnTo>
                    <a:pt x="487022" y="199918"/>
                  </a:lnTo>
                  <a:lnTo>
                    <a:pt x="496763" y="200089"/>
                  </a:lnTo>
                  <a:lnTo>
                    <a:pt x="506503" y="200528"/>
                  </a:lnTo>
                  <a:lnTo>
                    <a:pt x="516244" y="201239"/>
                  </a:lnTo>
                  <a:lnTo>
                    <a:pt x="525985" y="202221"/>
                  </a:lnTo>
                  <a:lnTo>
                    <a:pt x="535724" y="203472"/>
                  </a:lnTo>
                  <a:lnTo>
                    <a:pt x="545465" y="204997"/>
                  </a:lnTo>
                  <a:lnTo>
                    <a:pt x="555206" y="206787"/>
                  </a:lnTo>
                  <a:lnTo>
                    <a:pt x="564946" y="208846"/>
                  </a:lnTo>
                  <a:lnTo>
                    <a:pt x="574687" y="211169"/>
                  </a:lnTo>
                  <a:lnTo>
                    <a:pt x="584428" y="213753"/>
                  </a:lnTo>
                  <a:lnTo>
                    <a:pt x="594167" y="216592"/>
                  </a:lnTo>
                  <a:lnTo>
                    <a:pt x="603908" y="219684"/>
                  </a:lnTo>
                  <a:lnTo>
                    <a:pt x="613649" y="223021"/>
                  </a:lnTo>
                  <a:lnTo>
                    <a:pt x="623388" y="226597"/>
                  </a:lnTo>
                  <a:lnTo>
                    <a:pt x="633129" y="230408"/>
                  </a:lnTo>
                  <a:lnTo>
                    <a:pt x="642870" y="234446"/>
                  </a:lnTo>
                  <a:lnTo>
                    <a:pt x="652610" y="238701"/>
                  </a:lnTo>
                  <a:lnTo>
                    <a:pt x="662351" y="243166"/>
                  </a:lnTo>
                  <a:lnTo>
                    <a:pt x="672092" y="247836"/>
                  </a:lnTo>
                  <a:lnTo>
                    <a:pt x="681831" y="252697"/>
                  </a:lnTo>
                  <a:lnTo>
                    <a:pt x="691572" y="257742"/>
                  </a:lnTo>
                  <a:lnTo>
                    <a:pt x="701313" y="262961"/>
                  </a:lnTo>
                  <a:lnTo>
                    <a:pt x="711052" y="268346"/>
                  </a:lnTo>
                  <a:lnTo>
                    <a:pt x="720793" y="273884"/>
                  </a:lnTo>
                  <a:lnTo>
                    <a:pt x="730534" y="279565"/>
                  </a:lnTo>
                  <a:lnTo>
                    <a:pt x="740274" y="285378"/>
                  </a:lnTo>
                  <a:lnTo>
                    <a:pt x="750015" y="291314"/>
                  </a:lnTo>
                  <a:lnTo>
                    <a:pt x="759756" y="297360"/>
                  </a:lnTo>
                  <a:lnTo>
                    <a:pt x="769495" y="303507"/>
                  </a:lnTo>
                  <a:lnTo>
                    <a:pt x="779236" y="309741"/>
                  </a:lnTo>
                  <a:lnTo>
                    <a:pt x="788977" y="316054"/>
                  </a:lnTo>
                  <a:lnTo>
                    <a:pt x="798717" y="322432"/>
                  </a:lnTo>
                  <a:lnTo>
                    <a:pt x="808458" y="328865"/>
                  </a:lnTo>
                  <a:lnTo>
                    <a:pt x="818199" y="335342"/>
                  </a:lnTo>
                  <a:lnTo>
                    <a:pt x="827938" y="341853"/>
                  </a:lnTo>
                  <a:lnTo>
                    <a:pt x="837679" y="348384"/>
                  </a:lnTo>
                  <a:lnTo>
                    <a:pt x="847420" y="354927"/>
                  </a:lnTo>
                  <a:lnTo>
                    <a:pt x="857159" y="361469"/>
                  </a:lnTo>
                  <a:lnTo>
                    <a:pt x="866900" y="368000"/>
                  </a:lnTo>
                  <a:lnTo>
                    <a:pt x="876641" y="374513"/>
                  </a:lnTo>
                  <a:lnTo>
                    <a:pt x="886381" y="380994"/>
                  </a:lnTo>
                  <a:lnTo>
                    <a:pt x="896122" y="387435"/>
                  </a:lnTo>
                  <a:lnTo>
                    <a:pt x="905863" y="393826"/>
                  </a:lnTo>
                  <a:lnTo>
                    <a:pt x="915602" y="400158"/>
                  </a:lnTo>
                  <a:lnTo>
                    <a:pt x="925343" y="406422"/>
                  </a:lnTo>
                  <a:lnTo>
                    <a:pt x="935084" y="412609"/>
                  </a:lnTo>
                  <a:lnTo>
                    <a:pt x="944824" y="418714"/>
                  </a:lnTo>
                  <a:lnTo>
                    <a:pt x="954564" y="424724"/>
                  </a:lnTo>
                  <a:lnTo>
                    <a:pt x="964305" y="430634"/>
                  </a:lnTo>
                  <a:lnTo>
                    <a:pt x="974045" y="436439"/>
                  </a:lnTo>
                  <a:lnTo>
                    <a:pt x="983786" y="442129"/>
                  </a:lnTo>
                  <a:lnTo>
                    <a:pt x="993522" y="447698"/>
                  </a:lnTo>
                  <a:lnTo>
                    <a:pt x="1003266" y="453142"/>
                  </a:lnTo>
                  <a:lnTo>
                    <a:pt x="1013010" y="458454"/>
                  </a:lnTo>
                  <a:lnTo>
                    <a:pt x="1022754" y="463630"/>
                  </a:lnTo>
                  <a:lnTo>
                    <a:pt x="1032483" y="468662"/>
                  </a:lnTo>
                  <a:lnTo>
                    <a:pt x="1042227" y="473549"/>
                  </a:lnTo>
                  <a:lnTo>
                    <a:pt x="1051971" y="478287"/>
                  </a:lnTo>
                  <a:lnTo>
                    <a:pt x="1061715" y="482872"/>
                  </a:lnTo>
                  <a:lnTo>
                    <a:pt x="1071444" y="487298"/>
                  </a:lnTo>
                  <a:lnTo>
                    <a:pt x="1081188" y="491567"/>
                  </a:lnTo>
                  <a:lnTo>
                    <a:pt x="1090932" y="495671"/>
                  </a:lnTo>
                  <a:lnTo>
                    <a:pt x="1100676" y="499613"/>
                  </a:lnTo>
                  <a:lnTo>
                    <a:pt x="1110405" y="503389"/>
                  </a:lnTo>
                  <a:lnTo>
                    <a:pt x="1120149" y="506998"/>
                  </a:lnTo>
                  <a:lnTo>
                    <a:pt x="1129893" y="510436"/>
                  </a:lnTo>
                  <a:lnTo>
                    <a:pt x="1139637" y="513707"/>
                  </a:lnTo>
                  <a:lnTo>
                    <a:pt x="1149381" y="516808"/>
                  </a:lnTo>
                  <a:lnTo>
                    <a:pt x="1159110" y="519739"/>
                  </a:lnTo>
                  <a:lnTo>
                    <a:pt x="1168854" y="522500"/>
                  </a:lnTo>
                  <a:lnTo>
                    <a:pt x="1178598" y="525092"/>
                  </a:lnTo>
                  <a:lnTo>
                    <a:pt x="1188341" y="527515"/>
                  </a:lnTo>
                  <a:lnTo>
                    <a:pt x="1198070" y="529769"/>
                  </a:lnTo>
                  <a:lnTo>
                    <a:pt x="1207814" y="531858"/>
                  </a:lnTo>
                  <a:lnTo>
                    <a:pt x="1217558" y="533780"/>
                  </a:lnTo>
                  <a:lnTo>
                    <a:pt x="1227302" y="535536"/>
                  </a:lnTo>
                  <a:lnTo>
                    <a:pt x="1237031" y="537131"/>
                  </a:lnTo>
                  <a:lnTo>
                    <a:pt x="1246775" y="538564"/>
                  </a:lnTo>
                  <a:lnTo>
                    <a:pt x="1256519" y="539836"/>
                  </a:lnTo>
                  <a:lnTo>
                    <a:pt x="1266263" y="540952"/>
                  </a:lnTo>
                  <a:lnTo>
                    <a:pt x="1276007" y="541910"/>
                  </a:lnTo>
                  <a:lnTo>
                    <a:pt x="1285736" y="542716"/>
                  </a:lnTo>
                  <a:lnTo>
                    <a:pt x="1295480" y="543369"/>
                  </a:lnTo>
                  <a:lnTo>
                    <a:pt x="1305224" y="543871"/>
                  </a:lnTo>
                  <a:lnTo>
                    <a:pt x="1314968" y="544227"/>
                  </a:lnTo>
                  <a:lnTo>
                    <a:pt x="1324697" y="544436"/>
                  </a:lnTo>
                  <a:lnTo>
                    <a:pt x="1334441" y="544501"/>
                  </a:lnTo>
                  <a:lnTo>
                    <a:pt x="1344185" y="544424"/>
                  </a:lnTo>
                  <a:lnTo>
                    <a:pt x="1353929" y="544206"/>
                  </a:lnTo>
                  <a:lnTo>
                    <a:pt x="1363658" y="543852"/>
                  </a:lnTo>
                  <a:lnTo>
                    <a:pt x="1373402" y="543360"/>
                  </a:lnTo>
                  <a:lnTo>
                    <a:pt x="1383146" y="542733"/>
                  </a:lnTo>
                  <a:lnTo>
                    <a:pt x="1392890" y="541973"/>
                  </a:lnTo>
                  <a:lnTo>
                    <a:pt x="1402619" y="541080"/>
                  </a:lnTo>
                  <a:lnTo>
                    <a:pt x="1412363" y="540058"/>
                  </a:lnTo>
                  <a:lnTo>
                    <a:pt x="1422106" y="538908"/>
                  </a:lnTo>
                  <a:lnTo>
                    <a:pt x="1431850" y="537628"/>
                  </a:lnTo>
                  <a:lnTo>
                    <a:pt x="1441594" y="536223"/>
                  </a:lnTo>
                  <a:lnTo>
                    <a:pt x="1451323" y="534690"/>
                  </a:lnTo>
                  <a:lnTo>
                    <a:pt x="1461067" y="533033"/>
                  </a:lnTo>
                  <a:lnTo>
                    <a:pt x="1470811" y="531252"/>
                  </a:lnTo>
                  <a:lnTo>
                    <a:pt x="1480555" y="529344"/>
                  </a:lnTo>
                  <a:lnTo>
                    <a:pt x="1490284" y="527315"/>
                  </a:lnTo>
                  <a:lnTo>
                    <a:pt x="1500028" y="525161"/>
                  </a:lnTo>
                  <a:lnTo>
                    <a:pt x="1509772" y="522884"/>
                  </a:lnTo>
                  <a:lnTo>
                    <a:pt x="1519516" y="520484"/>
                  </a:lnTo>
                  <a:lnTo>
                    <a:pt x="1529245" y="517960"/>
                  </a:lnTo>
                  <a:lnTo>
                    <a:pt x="1538989" y="515314"/>
                  </a:lnTo>
                  <a:lnTo>
                    <a:pt x="1548733" y="512543"/>
                  </a:lnTo>
                  <a:lnTo>
                    <a:pt x="1558477" y="509646"/>
                  </a:lnTo>
                  <a:lnTo>
                    <a:pt x="1568221" y="506628"/>
                  </a:lnTo>
                  <a:lnTo>
                    <a:pt x="1577950" y="503483"/>
                  </a:lnTo>
                  <a:lnTo>
                    <a:pt x="1587694" y="500212"/>
                  </a:lnTo>
                  <a:lnTo>
                    <a:pt x="1597438" y="496815"/>
                  </a:lnTo>
                  <a:lnTo>
                    <a:pt x="1607182" y="493293"/>
                  </a:lnTo>
                  <a:lnTo>
                    <a:pt x="1616911" y="489643"/>
                  </a:lnTo>
                  <a:lnTo>
                    <a:pt x="1626655" y="485866"/>
                  </a:lnTo>
                  <a:lnTo>
                    <a:pt x="1636399" y="481961"/>
                  </a:lnTo>
                  <a:lnTo>
                    <a:pt x="1646142" y="477928"/>
                  </a:lnTo>
                  <a:lnTo>
                    <a:pt x="1655872" y="473765"/>
                  </a:lnTo>
                  <a:lnTo>
                    <a:pt x="1665616" y="469474"/>
                  </a:lnTo>
                  <a:lnTo>
                    <a:pt x="1675359" y="465054"/>
                  </a:lnTo>
                  <a:lnTo>
                    <a:pt x="1685103" y="460504"/>
                  </a:lnTo>
                  <a:lnTo>
                    <a:pt x="1694832" y="455825"/>
                  </a:lnTo>
                  <a:lnTo>
                    <a:pt x="1704576" y="451017"/>
                  </a:lnTo>
                  <a:lnTo>
                    <a:pt x="1714320" y="446081"/>
                  </a:lnTo>
                  <a:lnTo>
                    <a:pt x="1724064" y="441016"/>
                  </a:lnTo>
                  <a:lnTo>
                    <a:pt x="1733808" y="435825"/>
                  </a:lnTo>
                  <a:lnTo>
                    <a:pt x="1743537" y="430506"/>
                  </a:lnTo>
                  <a:lnTo>
                    <a:pt x="1753281" y="425062"/>
                  </a:lnTo>
                  <a:lnTo>
                    <a:pt x="1763025" y="419494"/>
                  </a:lnTo>
                  <a:lnTo>
                    <a:pt x="1772769" y="413804"/>
                  </a:lnTo>
                  <a:lnTo>
                    <a:pt x="1782498" y="407994"/>
                  </a:lnTo>
                  <a:lnTo>
                    <a:pt x="1792242" y="402064"/>
                  </a:lnTo>
                  <a:lnTo>
                    <a:pt x="1801986" y="396018"/>
                  </a:lnTo>
                  <a:lnTo>
                    <a:pt x="1811730" y="389859"/>
                  </a:lnTo>
                  <a:lnTo>
                    <a:pt x="1821459" y="383588"/>
                  </a:lnTo>
                  <a:lnTo>
                    <a:pt x="1831203" y="377210"/>
                  </a:lnTo>
                  <a:lnTo>
                    <a:pt x="1840947" y="370727"/>
                  </a:lnTo>
                  <a:lnTo>
                    <a:pt x="1850691" y="364143"/>
                  </a:lnTo>
                  <a:lnTo>
                    <a:pt x="1860435" y="357461"/>
                  </a:lnTo>
                  <a:lnTo>
                    <a:pt x="1870164" y="350688"/>
                  </a:lnTo>
                  <a:lnTo>
                    <a:pt x="1879908" y="343825"/>
                  </a:lnTo>
                  <a:lnTo>
                    <a:pt x="1889652" y="336879"/>
                  </a:lnTo>
                  <a:lnTo>
                    <a:pt x="1899395" y="329854"/>
                  </a:lnTo>
                  <a:lnTo>
                    <a:pt x="1909124" y="322757"/>
                  </a:lnTo>
                  <a:lnTo>
                    <a:pt x="1918868" y="315590"/>
                  </a:lnTo>
                  <a:lnTo>
                    <a:pt x="1928612" y="308360"/>
                  </a:lnTo>
                  <a:lnTo>
                    <a:pt x="1938356" y="301074"/>
                  </a:lnTo>
                  <a:lnTo>
                    <a:pt x="1948085" y="293738"/>
                  </a:lnTo>
                  <a:lnTo>
                    <a:pt x="1957829" y="286357"/>
                  </a:lnTo>
                  <a:lnTo>
                    <a:pt x="1967573" y="278939"/>
                  </a:lnTo>
                  <a:lnTo>
                    <a:pt x="1977317" y="271488"/>
                  </a:lnTo>
                  <a:lnTo>
                    <a:pt x="1987046" y="264013"/>
                  </a:lnTo>
                  <a:lnTo>
                    <a:pt x="1996790" y="256522"/>
                  </a:lnTo>
                  <a:lnTo>
                    <a:pt x="2006534" y="249019"/>
                  </a:lnTo>
                  <a:lnTo>
                    <a:pt x="2016278" y="241513"/>
                  </a:lnTo>
                  <a:lnTo>
                    <a:pt x="2026022" y="234011"/>
                  </a:lnTo>
                  <a:lnTo>
                    <a:pt x="2035751" y="226520"/>
                  </a:lnTo>
                  <a:lnTo>
                    <a:pt x="2045495" y="219046"/>
                  </a:lnTo>
                  <a:lnTo>
                    <a:pt x="2055239" y="211600"/>
                  </a:lnTo>
                  <a:lnTo>
                    <a:pt x="2064983" y="204186"/>
                  </a:lnTo>
                  <a:lnTo>
                    <a:pt x="2074712" y="196813"/>
                  </a:lnTo>
                  <a:lnTo>
                    <a:pt x="2084456" y="189488"/>
                  </a:lnTo>
                  <a:lnTo>
                    <a:pt x="2094200" y="182219"/>
                  </a:lnTo>
                  <a:lnTo>
                    <a:pt x="2103944" y="175011"/>
                  </a:lnTo>
                  <a:lnTo>
                    <a:pt x="2113673" y="167874"/>
                  </a:lnTo>
                  <a:lnTo>
                    <a:pt x="2123417" y="160814"/>
                  </a:lnTo>
                  <a:lnTo>
                    <a:pt x="2133161" y="153836"/>
                  </a:lnTo>
                  <a:lnTo>
                    <a:pt x="2142905" y="146950"/>
                  </a:lnTo>
                  <a:lnTo>
                    <a:pt x="2152649" y="140161"/>
                  </a:lnTo>
                  <a:lnTo>
                    <a:pt x="2162377" y="133477"/>
                  </a:lnTo>
                  <a:lnTo>
                    <a:pt x="2172121" y="126902"/>
                  </a:lnTo>
                  <a:lnTo>
                    <a:pt x="2181865" y="120443"/>
                  </a:lnTo>
                  <a:lnTo>
                    <a:pt x="2191609" y="114108"/>
                  </a:lnTo>
                  <a:lnTo>
                    <a:pt x="2201338" y="107901"/>
                  </a:lnTo>
                  <a:lnTo>
                    <a:pt x="2211082" y="101829"/>
                  </a:lnTo>
                  <a:lnTo>
                    <a:pt x="2220826" y="95894"/>
                  </a:lnTo>
                  <a:lnTo>
                    <a:pt x="2230570" y="90105"/>
                  </a:lnTo>
                  <a:lnTo>
                    <a:pt x="2240299" y="84465"/>
                  </a:lnTo>
                  <a:lnTo>
                    <a:pt x="2250043" y="78980"/>
                  </a:lnTo>
                  <a:lnTo>
                    <a:pt x="2259787" y="73653"/>
                  </a:lnTo>
                  <a:lnTo>
                    <a:pt x="2269531" y="68489"/>
                  </a:lnTo>
                  <a:lnTo>
                    <a:pt x="2279260" y="63492"/>
                  </a:lnTo>
                  <a:lnTo>
                    <a:pt x="2289004" y="58666"/>
                  </a:lnTo>
                  <a:lnTo>
                    <a:pt x="2298748" y="54013"/>
                  </a:lnTo>
                  <a:lnTo>
                    <a:pt x="2308492" y="49539"/>
                  </a:lnTo>
                  <a:lnTo>
                    <a:pt x="2318236" y="45244"/>
                  </a:lnTo>
                  <a:lnTo>
                    <a:pt x="2327965" y="41133"/>
                  </a:lnTo>
                  <a:lnTo>
                    <a:pt x="2337709" y="37207"/>
                  </a:lnTo>
                  <a:lnTo>
                    <a:pt x="2347453" y="33469"/>
                  </a:lnTo>
                  <a:lnTo>
                    <a:pt x="2357197" y="29923"/>
                  </a:lnTo>
                  <a:lnTo>
                    <a:pt x="2366926" y="26568"/>
                  </a:lnTo>
                  <a:lnTo>
                    <a:pt x="2376670" y="23408"/>
                  </a:lnTo>
                  <a:lnTo>
                    <a:pt x="2386413" y="20441"/>
                  </a:lnTo>
                  <a:lnTo>
                    <a:pt x="2396157" y="17673"/>
                  </a:lnTo>
                  <a:lnTo>
                    <a:pt x="2405886" y="15105"/>
                  </a:lnTo>
                  <a:lnTo>
                    <a:pt x="2415630" y="12734"/>
                  </a:lnTo>
                  <a:lnTo>
                    <a:pt x="2425374" y="10563"/>
                  </a:lnTo>
                  <a:lnTo>
                    <a:pt x="2435118" y="8594"/>
                  </a:lnTo>
                  <a:lnTo>
                    <a:pt x="2444862" y="6827"/>
                  </a:lnTo>
                  <a:lnTo>
                    <a:pt x="2454591" y="5261"/>
                  </a:lnTo>
                  <a:lnTo>
                    <a:pt x="2464335" y="3899"/>
                  </a:lnTo>
                  <a:lnTo>
                    <a:pt x="2474079" y="2740"/>
                  </a:lnTo>
                  <a:lnTo>
                    <a:pt x="2483823" y="1783"/>
                  </a:lnTo>
                  <a:lnTo>
                    <a:pt x="2493552" y="1032"/>
                  </a:lnTo>
                  <a:lnTo>
                    <a:pt x="2503296" y="484"/>
                  </a:lnTo>
                  <a:lnTo>
                    <a:pt x="2513040" y="140"/>
                  </a:lnTo>
                  <a:lnTo>
                    <a:pt x="2522784" y="0"/>
                  </a:lnTo>
                  <a:lnTo>
                    <a:pt x="2532513" y="64"/>
                  </a:lnTo>
                  <a:lnTo>
                    <a:pt x="2542257" y="332"/>
                  </a:lnTo>
                  <a:lnTo>
                    <a:pt x="2552001" y="805"/>
                  </a:lnTo>
                  <a:lnTo>
                    <a:pt x="2561745" y="1481"/>
                  </a:lnTo>
                  <a:lnTo>
                    <a:pt x="2571474" y="2362"/>
                  </a:lnTo>
                  <a:lnTo>
                    <a:pt x="2581218" y="3446"/>
                  </a:lnTo>
                  <a:lnTo>
                    <a:pt x="2590962" y="4733"/>
                  </a:lnTo>
                  <a:lnTo>
                    <a:pt x="2600705" y="6226"/>
                  </a:lnTo>
                  <a:lnTo>
                    <a:pt x="2610449" y="7920"/>
                  </a:lnTo>
                  <a:lnTo>
                    <a:pt x="2620178" y="9820"/>
                  </a:lnTo>
                  <a:lnTo>
                    <a:pt x="2629922" y="11921"/>
                  </a:lnTo>
                  <a:lnTo>
                    <a:pt x="2639666" y="14226"/>
                  </a:lnTo>
                  <a:lnTo>
                    <a:pt x="2649410" y="16733"/>
                  </a:lnTo>
                  <a:lnTo>
                    <a:pt x="2659139" y="19442"/>
                  </a:lnTo>
                  <a:lnTo>
                    <a:pt x="2668883" y="22354"/>
                  </a:lnTo>
                  <a:lnTo>
                    <a:pt x="2678627" y="25467"/>
                  </a:lnTo>
                  <a:lnTo>
                    <a:pt x="2688371" y="28782"/>
                  </a:lnTo>
                  <a:lnTo>
                    <a:pt x="2698100" y="32297"/>
                  </a:lnTo>
                  <a:lnTo>
                    <a:pt x="2707844" y="36012"/>
                  </a:lnTo>
                  <a:lnTo>
                    <a:pt x="2717588" y="39926"/>
                  </a:lnTo>
                  <a:lnTo>
                    <a:pt x="2727332" y="44040"/>
                  </a:lnTo>
                  <a:lnTo>
                    <a:pt x="2737076" y="48350"/>
                  </a:lnTo>
                  <a:lnTo>
                    <a:pt x="2746805" y="52857"/>
                  </a:lnTo>
                  <a:lnTo>
                    <a:pt x="2756549" y="57559"/>
                  </a:lnTo>
                  <a:lnTo>
                    <a:pt x="2766293" y="62455"/>
                  </a:lnTo>
                  <a:lnTo>
                    <a:pt x="2776037" y="67545"/>
                  </a:lnTo>
                  <a:lnTo>
                    <a:pt x="2785766" y="72823"/>
                  </a:lnTo>
                  <a:lnTo>
                    <a:pt x="2795510" y="78291"/>
                  </a:lnTo>
                  <a:lnTo>
                    <a:pt x="2805254" y="83945"/>
                  </a:lnTo>
                  <a:lnTo>
                    <a:pt x="2814998" y="89784"/>
                  </a:lnTo>
                  <a:lnTo>
                    <a:pt x="2824727" y="95805"/>
                  </a:lnTo>
                  <a:lnTo>
                    <a:pt x="2834471" y="102004"/>
                  </a:lnTo>
                  <a:lnTo>
                    <a:pt x="2844215" y="108380"/>
                  </a:lnTo>
                  <a:lnTo>
                    <a:pt x="2853958" y="114928"/>
                  </a:lnTo>
                  <a:lnTo>
                    <a:pt x="2863687" y="121644"/>
                  </a:lnTo>
                  <a:lnTo>
                    <a:pt x="2873431" y="128526"/>
                  </a:lnTo>
                  <a:lnTo>
                    <a:pt x="2883175" y="135569"/>
                  </a:lnTo>
                  <a:lnTo>
                    <a:pt x="2892919" y="142768"/>
                  </a:lnTo>
                  <a:lnTo>
                    <a:pt x="2902663" y="150119"/>
                  </a:lnTo>
                  <a:lnTo>
                    <a:pt x="2912392" y="15761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1" name="Freeform 610">
              <a:extLst>
                <a:ext uri="{FF2B5EF4-FFF2-40B4-BE49-F238E27FC236}">
                  <a16:creationId xmlns:a16="http://schemas.microsoft.com/office/drawing/2014/main" id="{6014B078-9DF5-DA2C-1710-C3C47FC16A2F}"/>
                </a:ext>
              </a:extLst>
            </p:cNvPr>
            <p:cNvSpPr/>
            <p:nvPr/>
          </p:nvSpPr>
          <p:spPr>
            <a:xfrm>
              <a:off x="576446" y="3646134"/>
              <a:ext cx="2912392" cy="346152"/>
            </a:xfrm>
            <a:custGeom>
              <a:avLst/>
              <a:gdLst>
                <a:gd name="connsiteX0" fmla="*/ 0 w 2912392"/>
                <a:gd name="connsiteY0" fmla="*/ 10441 h 346152"/>
                <a:gd name="connsiteX1" fmla="*/ 9739 w 2912392"/>
                <a:gd name="connsiteY1" fmla="*/ 10917 h 346152"/>
                <a:gd name="connsiteX2" fmla="*/ 19480 w 2912392"/>
                <a:gd name="connsiteY2" fmla="*/ 11413 h 346152"/>
                <a:gd name="connsiteX3" fmla="*/ 29221 w 2912392"/>
                <a:gd name="connsiteY3" fmla="*/ 11934 h 346152"/>
                <a:gd name="connsiteX4" fmla="*/ 38961 w 2912392"/>
                <a:gd name="connsiteY4" fmla="*/ 12478 h 346152"/>
                <a:gd name="connsiteX5" fmla="*/ 48702 w 2912392"/>
                <a:gd name="connsiteY5" fmla="*/ 13047 h 346152"/>
                <a:gd name="connsiteX6" fmla="*/ 58443 w 2912392"/>
                <a:gd name="connsiteY6" fmla="*/ 13645 h 346152"/>
                <a:gd name="connsiteX7" fmla="*/ 68182 w 2912392"/>
                <a:gd name="connsiteY7" fmla="*/ 14269 h 346152"/>
                <a:gd name="connsiteX8" fmla="*/ 77923 w 2912392"/>
                <a:gd name="connsiteY8" fmla="*/ 14923 h 346152"/>
                <a:gd name="connsiteX9" fmla="*/ 87664 w 2912392"/>
                <a:gd name="connsiteY9" fmla="*/ 15608 h 346152"/>
                <a:gd name="connsiteX10" fmla="*/ 97404 w 2912392"/>
                <a:gd name="connsiteY10" fmla="*/ 16326 h 346152"/>
                <a:gd name="connsiteX11" fmla="*/ 107145 w 2912392"/>
                <a:gd name="connsiteY11" fmla="*/ 17079 h 346152"/>
                <a:gd name="connsiteX12" fmla="*/ 116886 w 2912392"/>
                <a:gd name="connsiteY12" fmla="*/ 17868 h 346152"/>
                <a:gd name="connsiteX13" fmla="*/ 126625 w 2912392"/>
                <a:gd name="connsiteY13" fmla="*/ 18695 h 346152"/>
                <a:gd name="connsiteX14" fmla="*/ 136366 w 2912392"/>
                <a:gd name="connsiteY14" fmla="*/ 19561 h 346152"/>
                <a:gd name="connsiteX15" fmla="*/ 146107 w 2912392"/>
                <a:gd name="connsiteY15" fmla="*/ 20468 h 346152"/>
                <a:gd name="connsiteX16" fmla="*/ 155846 w 2912392"/>
                <a:gd name="connsiteY16" fmla="*/ 21419 h 346152"/>
                <a:gd name="connsiteX17" fmla="*/ 165587 w 2912392"/>
                <a:gd name="connsiteY17" fmla="*/ 22413 h 346152"/>
                <a:gd name="connsiteX18" fmla="*/ 175328 w 2912392"/>
                <a:gd name="connsiteY18" fmla="*/ 23454 h 346152"/>
                <a:gd name="connsiteX19" fmla="*/ 185068 w 2912392"/>
                <a:gd name="connsiteY19" fmla="*/ 24543 h 346152"/>
                <a:gd name="connsiteX20" fmla="*/ 194809 w 2912392"/>
                <a:gd name="connsiteY20" fmla="*/ 25683 h 346152"/>
                <a:gd name="connsiteX21" fmla="*/ 204550 w 2912392"/>
                <a:gd name="connsiteY21" fmla="*/ 26873 h 346152"/>
                <a:gd name="connsiteX22" fmla="*/ 214289 w 2912392"/>
                <a:gd name="connsiteY22" fmla="*/ 28116 h 346152"/>
                <a:gd name="connsiteX23" fmla="*/ 224030 w 2912392"/>
                <a:gd name="connsiteY23" fmla="*/ 29414 h 346152"/>
                <a:gd name="connsiteX24" fmla="*/ 233771 w 2912392"/>
                <a:gd name="connsiteY24" fmla="*/ 30765 h 346152"/>
                <a:gd name="connsiteX25" fmla="*/ 243510 w 2912392"/>
                <a:gd name="connsiteY25" fmla="*/ 32176 h 346152"/>
                <a:gd name="connsiteX26" fmla="*/ 253251 w 2912392"/>
                <a:gd name="connsiteY26" fmla="*/ 33643 h 346152"/>
                <a:gd name="connsiteX27" fmla="*/ 262992 w 2912392"/>
                <a:gd name="connsiteY27" fmla="*/ 35169 h 346152"/>
                <a:gd name="connsiteX28" fmla="*/ 272732 w 2912392"/>
                <a:gd name="connsiteY28" fmla="*/ 36756 h 346152"/>
                <a:gd name="connsiteX29" fmla="*/ 282473 w 2912392"/>
                <a:gd name="connsiteY29" fmla="*/ 38404 h 346152"/>
                <a:gd name="connsiteX30" fmla="*/ 292214 w 2912392"/>
                <a:gd name="connsiteY30" fmla="*/ 40113 h 346152"/>
                <a:gd name="connsiteX31" fmla="*/ 301953 w 2912392"/>
                <a:gd name="connsiteY31" fmla="*/ 41884 h 346152"/>
                <a:gd name="connsiteX32" fmla="*/ 311694 w 2912392"/>
                <a:gd name="connsiteY32" fmla="*/ 43717 h 346152"/>
                <a:gd name="connsiteX33" fmla="*/ 321435 w 2912392"/>
                <a:gd name="connsiteY33" fmla="*/ 45613 h 346152"/>
                <a:gd name="connsiteX34" fmla="*/ 331175 w 2912392"/>
                <a:gd name="connsiteY34" fmla="*/ 47571 h 346152"/>
                <a:gd name="connsiteX35" fmla="*/ 340916 w 2912392"/>
                <a:gd name="connsiteY35" fmla="*/ 49591 h 346152"/>
                <a:gd name="connsiteX36" fmla="*/ 350656 w 2912392"/>
                <a:gd name="connsiteY36" fmla="*/ 51674 h 346152"/>
                <a:gd name="connsiteX37" fmla="*/ 360396 w 2912392"/>
                <a:gd name="connsiteY37" fmla="*/ 53820 h 346152"/>
                <a:gd name="connsiteX38" fmla="*/ 370137 w 2912392"/>
                <a:gd name="connsiteY38" fmla="*/ 56025 h 346152"/>
                <a:gd name="connsiteX39" fmla="*/ 379878 w 2912392"/>
                <a:gd name="connsiteY39" fmla="*/ 58289 h 346152"/>
                <a:gd name="connsiteX40" fmla="*/ 389617 w 2912392"/>
                <a:gd name="connsiteY40" fmla="*/ 60614 h 346152"/>
                <a:gd name="connsiteX41" fmla="*/ 399358 w 2912392"/>
                <a:gd name="connsiteY41" fmla="*/ 62994 h 346152"/>
                <a:gd name="connsiteX42" fmla="*/ 409099 w 2912392"/>
                <a:gd name="connsiteY42" fmla="*/ 65432 h 346152"/>
                <a:gd name="connsiteX43" fmla="*/ 418839 w 2912392"/>
                <a:gd name="connsiteY43" fmla="*/ 67921 h 346152"/>
                <a:gd name="connsiteX44" fmla="*/ 428580 w 2912392"/>
                <a:gd name="connsiteY44" fmla="*/ 70465 h 346152"/>
                <a:gd name="connsiteX45" fmla="*/ 438321 w 2912392"/>
                <a:gd name="connsiteY45" fmla="*/ 73059 h 346152"/>
                <a:gd name="connsiteX46" fmla="*/ 448060 w 2912392"/>
                <a:gd name="connsiteY46" fmla="*/ 75699 h 346152"/>
                <a:gd name="connsiteX47" fmla="*/ 457801 w 2912392"/>
                <a:gd name="connsiteY47" fmla="*/ 78384 h 346152"/>
                <a:gd name="connsiteX48" fmla="*/ 467542 w 2912392"/>
                <a:gd name="connsiteY48" fmla="*/ 81112 h 346152"/>
                <a:gd name="connsiteX49" fmla="*/ 477281 w 2912392"/>
                <a:gd name="connsiteY49" fmla="*/ 83878 h 346152"/>
                <a:gd name="connsiteX50" fmla="*/ 487022 w 2912392"/>
                <a:gd name="connsiteY50" fmla="*/ 86681 h 346152"/>
                <a:gd name="connsiteX51" fmla="*/ 496763 w 2912392"/>
                <a:gd name="connsiteY51" fmla="*/ 89516 h 346152"/>
                <a:gd name="connsiteX52" fmla="*/ 506503 w 2912392"/>
                <a:gd name="connsiteY52" fmla="*/ 92380 h 346152"/>
                <a:gd name="connsiteX53" fmla="*/ 516244 w 2912392"/>
                <a:gd name="connsiteY53" fmla="*/ 95269 h 346152"/>
                <a:gd name="connsiteX54" fmla="*/ 525985 w 2912392"/>
                <a:gd name="connsiteY54" fmla="*/ 98180 h 346152"/>
                <a:gd name="connsiteX55" fmla="*/ 535724 w 2912392"/>
                <a:gd name="connsiteY55" fmla="*/ 101109 h 346152"/>
                <a:gd name="connsiteX56" fmla="*/ 545465 w 2912392"/>
                <a:gd name="connsiteY56" fmla="*/ 104052 h 346152"/>
                <a:gd name="connsiteX57" fmla="*/ 555206 w 2912392"/>
                <a:gd name="connsiteY57" fmla="*/ 107003 h 346152"/>
                <a:gd name="connsiteX58" fmla="*/ 564946 w 2912392"/>
                <a:gd name="connsiteY58" fmla="*/ 109959 h 346152"/>
                <a:gd name="connsiteX59" fmla="*/ 574687 w 2912392"/>
                <a:gd name="connsiteY59" fmla="*/ 112915 h 346152"/>
                <a:gd name="connsiteX60" fmla="*/ 584428 w 2912392"/>
                <a:gd name="connsiteY60" fmla="*/ 115866 h 346152"/>
                <a:gd name="connsiteX61" fmla="*/ 594167 w 2912392"/>
                <a:gd name="connsiteY61" fmla="*/ 118809 h 346152"/>
                <a:gd name="connsiteX62" fmla="*/ 603908 w 2912392"/>
                <a:gd name="connsiteY62" fmla="*/ 121738 h 346152"/>
                <a:gd name="connsiteX63" fmla="*/ 613649 w 2912392"/>
                <a:gd name="connsiteY63" fmla="*/ 124648 h 346152"/>
                <a:gd name="connsiteX64" fmla="*/ 623388 w 2912392"/>
                <a:gd name="connsiteY64" fmla="*/ 127535 h 346152"/>
                <a:gd name="connsiteX65" fmla="*/ 633129 w 2912392"/>
                <a:gd name="connsiteY65" fmla="*/ 130394 h 346152"/>
                <a:gd name="connsiteX66" fmla="*/ 642870 w 2912392"/>
                <a:gd name="connsiteY66" fmla="*/ 133221 h 346152"/>
                <a:gd name="connsiteX67" fmla="*/ 652610 w 2912392"/>
                <a:gd name="connsiteY67" fmla="*/ 136008 h 346152"/>
                <a:gd name="connsiteX68" fmla="*/ 662351 w 2912392"/>
                <a:gd name="connsiteY68" fmla="*/ 138753 h 346152"/>
                <a:gd name="connsiteX69" fmla="*/ 672092 w 2912392"/>
                <a:gd name="connsiteY69" fmla="*/ 141451 h 346152"/>
                <a:gd name="connsiteX70" fmla="*/ 681831 w 2912392"/>
                <a:gd name="connsiteY70" fmla="*/ 144096 h 346152"/>
                <a:gd name="connsiteX71" fmla="*/ 691572 w 2912392"/>
                <a:gd name="connsiteY71" fmla="*/ 146683 h 346152"/>
                <a:gd name="connsiteX72" fmla="*/ 701313 w 2912392"/>
                <a:gd name="connsiteY72" fmla="*/ 149210 h 346152"/>
                <a:gd name="connsiteX73" fmla="*/ 711052 w 2912392"/>
                <a:gd name="connsiteY73" fmla="*/ 151672 h 346152"/>
                <a:gd name="connsiteX74" fmla="*/ 720793 w 2912392"/>
                <a:gd name="connsiteY74" fmla="*/ 154062 h 346152"/>
                <a:gd name="connsiteX75" fmla="*/ 730534 w 2912392"/>
                <a:gd name="connsiteY75" fmla="*/ 156377 h 346152"/>
                <a:gd name="connsiteX76" fmla="*/ 740274 w 2912392"/>
                <a:gd name="connsiteY76" fmla="*/ 158613 h 346152"/>
                <a:gd name="connsiteX77" fmla="*/ 750015 w 2912392"/>
                <a:gd name="connsiteY77" fmla="*/ 160768 h 346152"/>
                <a:gd name="connsiteX78" fmla="*/ 759756 w 2912392"/>
                <a:gd name="connsiteY78" fmla="*/ 162834 h 346152"/>
                <a:gd name="connsiteX79" fmla="*/ 769495 w 2912392"/>
                <a:gd name="connsiteY79" fmla="*/ 164811 h 346152"/>
                <a:gd name="connsiteX80" fmla="*/ 779236 w 2912392"/>
                <a:gd name="connsiteY80" fmla="*/ 166694 h 346152"/>
                <a:gd name="connsiteX81" fmla="*/ 788977 w 2912392"/>
                <a:gd name="connsiteY81" fmla="*/ 168482 h 346152"/>
                <a:gd name="connsiteX82" fmla="*/ 798717 w 2912392"/>
                <a:gd name="connsiteY82" fmla="*/ 170169 h 346152"/>
                <a:gd name="connsiteX83" fmla="*/ 808458 w 2912392"/>
                <a:gd name="connsiteY83" fmla="*/ 171753 h 346152"/>
                <a:gd name="connsiteX84" fmla="*/ 818199 w 2912392"/>
                <a:gd name="connsiteY84" fmla="*/ 173230 h 346152"/>
                <a:gd name="connsiteX85" fmla="*/ 827938 w 2912392"/>
                <a:gd name="connsiteY85" fmla="*/ 174601 h 346152"/>
                <a:gd name="connsiteX86" fmla="*/ 837679 w 2912392"/>
                <a:gd name="connsiteY86" fmla="*/ 175863 h 346152"/>
                <a:gd name="connsiteX87" fmla="*/ 847420 w 2912392"/>
                <a:gd name="connsiteY87" fmla="*/ 177013 h 346152"/>
                <a:gd name="connsiteX88" fmla="*/ 857159 w 2912392"/>
                <a:gd name="connsiteY88" fmla="*/ 178050 h 346152"/>
                <a:gd name="connsiteX89" fmla="*/ 866900 w 2912392"/>
                <a:gd name="connsiteY89" fmla="*/ 178973 h 346152"/>
                <a:gd name="connsiteX90" fmla="*/ 876641 w 2912392"/>
                <a:gd name="connsiteY90" fmla="*/ 179780 h 346152"/>
                <a:gd name="connsiteX91" fmla="*/ 886381 w 2912392"/>
                <a:gd name="connsiteY91" fmla="*/ 180471 h 346152"/>
                <a:gd name="connsiteX92" fmla="*/ 896122 w 2912392"/>
                <a:gd name="connsiteY92" fmla="*/ 181047 h 346152"/>
                <a:gd name="connsiteX93" fmla="*/ 905863 w 2912392"/>
                <a:gd name="connsiteY93" fmla="*/ 181504 h 346152"/>
                <a:gd name="connsiteX94" fmla="*/ 915602 w 2912392"/>
                <a:gd name="connsiteY94" fmla="*/ 181847 h 346152"/>
                <a:gd name="connsiteX95" fmla="*/ 925343 w 2912392"/>
                <a:gd name="connsiteY95" fmla="*/ 182072 h 346152"/>
                <a:gd name="connsiteX96" fmla="*/ 935084 w 2912392"/>
                <a:gd name="connsiteY96" fmla="*/ 182182 h 346152"/>
                <a:gd name="connsiteX97" fmla="*/ 944824 w 2912392"/>
                <a:gd name="connsiteY97" fmla="*/ 182177 h 346152"/>
                <a:gd name="connsiteX98" fmla="*/ 954564 w 2912392"/>
                <a:gd name="connsiteY98" fmla="*/ 182060 h 346152"/>
                <a:gd name="connsiteX99" fmla="*/ 964305 w 2912392"/>
                <a:gd name="connsiteY99" fmla="*/ 181830 h 346152"/>
                <a:gd name="connsiteX100" fmla="*/ 974045 w 2912392"/>
                <a:gd name="connsiteY100" fmla="*/ 181492 h 346152"/>
                <a:gd name="connsiteX101" fmla="*/ 983786 w 2912392"/>
                <a:gd name="connsiteY101" fmla="*/ 181044 h 346152"/>
                <a:gd name="connsiteX102" fmla="*/ 993522 w 2912392"/>
                <a:gd name="connsiteY102" fmla="*/ 180492 h 346152"/>
                <a:gd name="connsiteX103" fmla="*/ 1003266 w 2912392"/>
                <a:gd name="connsiteY103" fmla="*/ 179837 h 346152"/>
                <a:gd name="connsiteX104" fmla="*/ 1013010 w 2912392"/>
                <a:gd name="connsiteY104" fmla="*/ 179080 h 346152"/>
                <a:gd name="connsiteX105" fmla="*/ 1022754 w 2912392"/>
                <a:gd name="connsiteY105" fmla="*/ 178228 h 346152"/>
                <a:gd name="connsiteX106" fmla="*/ 1032483 w 2912392"/>
                <a:gd name="connsiteY106" fmla="*/ 177282 h 346152"/>
                <a:gd name="connsiteX107" fmla="*/ 1042227 w 2912392"/>
                <a:gd name="connsiteY107" fmla="*/ 176245 h 346152"/>
                <a:gd name="connsiteX108" fmla="*/ 1051971 w 2912392"/>
                <a:gd name="connsiteY108" fmla="*/ 175123 h 346152"/>
                <a:gd name="connsiteX109" fmla="*/ 1061715 w 2912392"/>
                <a:gd name="connsiteY109" fmla="*/ 173917 h 346152"/>
                <a:gd name="connsiteX110" fmla="*/ 1071444 w 2912392"/>
                <a:gd name="connsiteY110" fmla="*/ 172633 h 346152"/>
                <a:gd name="connsiteX111" fmla="*/ 1081188 w 2912392"/>
                <a:gd name="connsiteY111" fmla="*/ 171276 h 346152"/>
                <a:gd name="connsiteX112" fmla="*/ 1090932 w 2912392"/>
                <a:gd name="connsiteY112" fmla="*/ 169850 h 346152"/>
                <a:gd name="connsiteX113" fmla="*/ 1100676 w 2912392"/>
                <a:gd name="connsiteY113" fmla="*/ 168357 h 346152"/>
                <a:gd name="connsiteX114" fmla="*/ 1110405 w 2912392"/>
                <a:gd name="connsiteY114" fmla="*/ 166806 h 346152"/>
                <a:gd name="connsiteX115" fmla="*/ 1120149 w 2912392"/>
                <a:gd name="connsiteY115" fmla="*/ 165200 h 346152"/>
                <a:gd name="connsiteX116" fmla="*/ 1129893 w 2912392"/>
                <a:gd name="connsiteY116" fmla="*/ 163543 h 346152"/>
                <a:gd name="connsiteX117" fmla="*/ 1139637 w 2912392"/>
                <a:gd name="connsiteY117" fmla="*/ 161842 h 346152"/>
                <a:gd name="connsiteX118" fmla="*/ 1149381 w 2912392"/>
                <a:gd name="connsiteY118" fmla="*/ 160101 h 346152"/>
                <a:gd name="connsiteX119" fmla="*/ 1159110 w 2912392"/>
                <a:gd name="connsiteY119" fmla="*/ 158326 h 346152"/>
                <a:gd name="connsiteX120" fmla="*/ 1168854 w 2912392"/>
                <a:gd name="connsiteY120" fmla="*/ 156523 h 346152"/>
                <a:gd name="connsiteX121" fmla="*/ 1178598 w 2912392"/>
                <a:gd name="connsiteY121" fmla="*/ 154696 h 346152"/>
                <a:gd name="connsiteX122" fmla="*/ 1188341 w 2912392"/>
                <a:gd name="connsiteY122" fmla="*/ 152850 h 346152"/>
                <a:gd name="connsiteX123" fmla="*/ 1198070 w 2912392"/>
                <a:gd name="connsiteY123" fmla="*/ 150994 h 346152"/>
                <a:gd name="connsiteX124" fmla="*/ 1207814 w 2912392"/>
                <a:gd name="connsiteY124" fmla="*/ 149130 h 346152"/>
                <a:gd name="connsiteX125" fmla="*/ 1217558 w 2912392"/>
                <a:gd name="connsiteY125" fmla="*/ 147263 h 346152"/>
                <a:gd name="connsiteX126" fmla="*/ 1227302 w 2912392"/>
                <a:gd name="connsiteY126" fmla="*/ 145402 h 346152"/>
                <a:gd name="connsiteX127" fmla="*/ 1237031 w 2912392"/>
                <a:gd name="connsiteY127" fmla="*/ 143550 h 346152"/>
                <a:gd name="connsiteX128" fmla="*/ 1246775 w 2912392"/>
                <a:gd name="connsiteY128" fmla="*/ 141713 h 346152"/>
                <a:gd name="connsiteX129" fmla="*/ 1256519 w 2912392"/>
                <a:gd name="connsiteY129" fmla="*/ 139896 h 346152"/>
                <a:gd name="connsiteX130" fmla="*/ 1266263 w 2912392"/>
                <a:gd name="connsiteY130" fmla="*/ 138105 h 346152"/>
                <a:gd name="connsiteX131" fmla="*/ 1276007 w 2912392"/>
                <a:gd name="connsiteY131" fmla="*/ 136342 h 346152"/>
                <a:gd name="connsiteX132" fmla="*/ 1285736 w 2912392"/>
                <a:gd name="connsiteY132" fmla="*/ 134617 h 346152"/>
                <a:gd name="connsiteX133" fmla="*/ 1295480 w 2912392"/>
                <a:gd name="connsiteY133" fmla="*/ 132930 h 346152"/>
                <a:gd name="connsiteX134" fmla="*/ 1305224 w 2912392"/>
                <a:gd name="connsiteY134" fmla="*/ 131290 h 346152"/>
                <a:gd name="connsiteX135" fmla="*/ 1314968 w 2912392"/>
                <a:gd name="connsiteY135" fmla="*/ 129699 h 346152"/>
                <a:gd name="connsiteX136" fmla="*/ 1324697 w 2912392"/>
                <a:gd name="connsiteY136" fmla="*/ 128163 h 346152"/>
                <a:gd name="connsiteX137" fmla="*/ 1334441 w 2912392"/>
                <a:gd name="connsiteY137" fmla="*/ 126683 h 346152"/>
                <a:gd name="connsiteX138" fmla="*/ 1344185 w 2912392"/>
                <a:gd name="connsiteY138" fmla="*/ 125268 h 346152"/>
                <a:gd name="connsiteX139" fmla="*/ 1353929 w 2912392"/>
                <a:gd name="connsiteY139" fmla="*/ 123918 h 346152"/>
                <a:gd name="connsiteX140" fmla="*/ 1363658 w 2912392"/>
                <a:gd name="connsiteY140" fmla="*/ 122640 h 346152"/>
                <a:gd name="connsiteX141" fmla="*/ 1373402 w 2912392"/>
                <a:gd name="connsiteY141" fmla="*/ 121434 h 346152"/>
                <a:gd name="connsiteX142" fmla="*/ 1383146 w 2912392"/>
                <a:gd name="connsiteY142" fmla="*/ 120305 h 346152"/>
                <a:gd name="connsiteX143" fmla="*/ 1392890 w 2912392"/>
                <a:gd name="connsiteY143" fmla="*/ 119257 h 346152"/>
                <a:gd name="connsiteX144" fmla="*/ 1402619 w 2912392"/>
                <a:gd name="connsiteY144" fmla="*/ 118292 h 346152"/>
                <a:gd name="connsiteX145" fmla="*/ 1412363 w 2912392"/>
                <a:gd name="connsiteY145" fmla="*/ 117413 h 346152"/>
                <a:gd name="connsiteX146" fmla="*/ 1422106 w 2912392"/>
                <a:gd name="connsiteY146" fmla="*/ 116623 h 346152"/>
                <a:gd name="connsiteX147" fmla="*/ 1431850 w 2912392"/>
                <a:gd name="connsiteY147" fmla="*/ 115923 h 346152"/>
                <a:gd name="connsiteX148" fmla="*/ 1441594 w 2912392"/>
                <a:gd name="connsiteY148" fmla="*/ 115317 h 346152"/>
                <a:gd name="connsiteX149" fmla="*/ 1451323 w 2912392"/>
                <a:gd name="connsiteY149" fmla="*/ 114804 h 346152"/>
                <a:gd name="connsiteX150" fmla="*/ 1461067 w 2912392"/>
                <a:gd name="connsiteY150" fmla="*/ 114388 h 346152"/>
                <a:gd name="connsiteX151" fmla="*/ 1470811 w 2912392"/>
                <a:gd name="connsiteY151" fmla="*/ 114071 h 346152"/>
                <a:gd name="connsiteX152" fmla="*/ 1480555 w 2912392"/>
                <a:gd name="connsiteY152" fmla="*/ 113851 h 346152"/>
                <a:gd name="connsiteX153" fmla="*/ 1490284 w 2912392"/>
                <a:gd name="connsiteY153" fmla="*/ 113731 h 346152"/>
                <a:gd name="connsiteX154" fmla="*/ 1500028 w 2912392"/>
                <a:gd name="connsiteY154" fmla="*/ 113714 h 346152"/>
                <a:gd name="connsiteX155" fmla="*/ 1509772 w 2912392"/>
                <a:gd name="connsiteY155" fmla="*/ 113796 h 346152"/>
                <a:gd name="connsiteX156" fmla="*/ 1519516 w 2912392"/>
                <a:gd name="connsiteY156" fmla="*/ 113980 h 346152"/>
                <a:gd name="connsiteX157" fmla="*/ 1529245 w 2912392"/>
                <a:gd name="connsiteY157" fmla="*/ 114266 h 346152"/>
                <a:gd name="connsiteX158" fmla="*/ 1538989 w 2912392"/>
                <a:gd name="connsiteY158" fmla="*/ 114654 h 346152"/>
                <a:gd name="connsiteX159" fmla="*/ 1548733 w 2912392"/>
                <a:gd name="connsiteY159" fmla="*/ 115142 h 346152"/>
                <a:gd name="connsiteX160" fmla="*/ 1558477 w 2912392"/>
                <a:gd name="connsiteY160" fmla="*/ 115734 h 346152"/>
                <a:gd name="connsiteX161" fmla="*/ 1568221 w 2912392"/>
                <a:gd name="connsiteY161" fmla="*/ 116425 h 346152"/>
                <a:gd name="connsiteX162" fmla="*/ 1577950 w 2912392"/>
                <a:gd name="connsiteY162" fmla="*/ 117216 h 346152"/>
                <a:gd name="connsiteX163" fmla="*/ 1587694 w 2912392"/>
                <a:gd name="connsiteY163" fmla="*/ 118107 h 346152"/>
                <a:gd name="connsiteX164" fmla="*/ 1597438 w 2912392"/>
                <a:gd name="connsiteY164" fmla="*/ 119097 h 346152"/>
                <a:gd name="connsiteX165" fmla="*/ 1607182 w 2912392"/>
                <a:gd name="connsiteY165" fmla="*/ 120183 h 346152"/>
                <a:gd name="connsiteX166" fmla="*/ 1616911 w 2912392"/>
                <a:gd name="connsiteY166" fmla="*/ 121366 h 346152"/>
                <a:gd name="connsiteX167" fmla="*/ 1626655 w 2912392"/>
                <a:gd name="connsiteY167" fmla="*/ 122643 h 346152"/>
                <a:gd name="connsiteX168" fmla="*/ 1636399 w 2912392"/>
                <a:gd name="connsiteY168" fmla="*/ 124015 h 346152"/>
                <a:gd name="connsiteX169" fmla="*/ 1646142 w 2912392"/>
                <a:gd name="connsiteY169" fmla="*/ 125478 h 346152"/>
                <a:gd name="connsiteX170" fmla="*/ 1655872 w 2912392"/>
                <a:gd name="connsiteY170" fmla="*/ 127030 h 346152"/>
                <a:gd name="connsiteX171" fmla="*/ 1665616 w 2912392"/>
                <a:gd name="connsiteY171" fmla="*/ 128674 h 346152"/>
                <a:gd name="connsiteX172" fmla="*/ 1675359 w 2912392"/>
                <a:gd name="connsiteY172" fmla="*/ 130403 h 346152"/>
                <a:gd name="connsiteX173" fmla="*/ 1685103 w 2912392"/>
                <a:gd name="connsiteY173" fmla="*/ 132220 h 346152"/>
                <a:gd name="connsiteX174" fmla="*/ 1694832 w 2912392"/>
                <a:gd name="connsiteY174" fmla="*/ 134119 h 346152"/>
                <a:gd name="connsiteX175" fmla="*/ 1704576 w 2912392"/>
                <a:gd name="connsiteY175" fmla="*/ 136101 h 346152"/>
                <a:gd name="connsiteX176" fmla="*/ 1714320 w 2912392"/>
                <a:gd name="connsiteY176" fmla="*/ 138164 h 346152"/>
                <a:gd name="connsiteX177" fmla="*/ 1724064 w 2912392"/>
                <a:gd name="connsiteY177" fmla="*/ 140305 h 346152"/>
                <a:gd name="connsiteX178" fmla="*/ 1733808 w 2912392"/>
                <a:gd name="connsiteY178" fmla="*/ 142524 h 346152"/>
                <a:gd name="connsiteX179" fmla="*/ 1743537 w 2912392"/>
                <a:gd name="connsiteY179" fmla="*/ 144817 h 346152"/>
                <a:gd name="connsiteX180" fmla="*/ 1753281 w 2912392"/>
                <a:gd name="connsiteY180" fmla="*/ 147184 h 346152"/>
                <a:gd name="connsiteX181" fmla="*/ 1763025 w 2912392"/>
                <a:gd name="connsiteY181" fmla="*/ 149623 h 346152"/>
                <a:gd name="connsiteX182" fmla="*/ 1772769 w 2912392"/>
                <a:gd name="connsiteY182" fmla="*/ 152131 h 346152"/>
                <a:gd name="connsiteX183" fmla="*/ 1782498 w 2912392"/>
                <a:gd name="connsiteY183" fmla="*/ 154708 h 346152"/>
                <a:gd name="connsiteX184" fmla="*/ 1792242 w 2912392"/>
                <a:gd name="connsiteY184" fmla="*/ 157353 h 346152"/>
                <a:gd name="connsiteX185" fmla="*/ 1801986 w 2912392"/>
                <a:gd name="connsiteY185" fmla="*/ 160061 h 346152"/>
                <a:gd name="connsiteX186" fmla="*/ 1811730 w 2912392"/>
                <a:gd name="connsiteY186" fmla="*/ 162834 h 346152"/>
                <a:gd name="connsiteX187" fmla="*/ 1821459 w 2912392"/>
                <a:gd name="connsiteY187" fmla="*/ 165668 h 346152"/>
                <a:gd name="connsiteX188" fmla="*/ 1831203 w 2912392"/>
                <a:gd name="connsiteY188" fmla="*/ 168561 h 346152"/>
                <a:gd name="connsiteX189" fmla="*/ 1840947 w 2912392"/>
                <a:gd name="connsiteY189" fmla="*/ 171514 h 346152"/>
                <a:gd name="connsiteX190" fmla="*/ 1850691 w 2912392"/>
                <a:gd name="connsiteY190" fmla="*/ 174524 h 346152"/>
                <a:gd name="connsiteX191" fmla="*/ 1860435 w 2912392"/>
                <a:gd name="connsiteY191" fmla="*/ 177590 h 346152"/>
                <a:gd name="connsiteX192" fmla="*/ 1870164 w 2912392"/>
                <a:gd name="connsiteY192" fmla="*/ 180708 h 346152"/>
                <a:gd name="connsiteX193" fmla="*/ 1879908 w 2912392"/>
                <a:gd name="connsiteY193" fmla="*/ 183880 h 346152"/>
                <a:gd name="connsiteX194" fmla="*/ 1889652 w 2912392"/>
                <a:gd name="connsiteY194" fmla="*/ 187103 h 346152"/>
                <a:gd name="connsiteX195" fmla="*/ 1899395 w 2912392"/>
                <a:gd name="connsiteY195" fmla="*/ 190375 h 346152"/>
                <a:gd name="connsiteX196" fmla="*/ 1909124 w 2912392"/>
                <a:gd name="connsiteY196" fmla="*/ 193693 h 346152"/>
                <a:gd name="connsiteX197" fmla="*/ 1918868 w 2912392"/>
                <a:gd name="connsiteY197" fmla="*/ 197058 h 346152"/>
                <a:gd name="connsiteX198" fmla="*/ 1928612 w 2912392"/>
                <a:gd name="connsiteY198" fmla="*/ 200467 h 346152"/>
                <a:gd name="connsiteX199" fmla="*/ 1938356 w 2912392"/>
                <a:gd name="connsiteY199" fmla="*/ 203919 h 346152"/>
                <a:gd name="connsiteX200" fmla="*/ 1948085 w 2912392"/>
                <a:gd name="connsiteY200" fmla="*/ 207412 h 346152"/>
                <a:gd name="connsiteX201" fmla="*/ 1957829 w 2912392"/>
                <a:gd name="connsiteY201" fmla="*/ 210943 h 346152"/>
                <a:gd name="connsiteX202" fmla="*/ 1967573 w 2912392"/>
                <a:gd name="connsiteY202" fmla="*/ 214510 h 346152"/>
                <a:gd name="connsiteX203" fmla="*/ 1977317 w 2912392"/>
                <a:gd name="connsiteY203" fmla="*/ 218112 h 346152"/>
                <a:gd name="connsiteX204" fmla="*/ 1987046 w 2912392"/>
                <a:gd name="connsiteY204" fmla="*/ 221748 h 346152"/>
                <a:gd name="connsiteX205" fmla="*/ 1996790 w 2912392"/>
                <a:gd name="connsiteY205" fmla="*/ 225411 h 346152"/>
                <a:gd name="connsiteX206" fmla="*/ 2006534 w 2912392"/>
                <a:gd name="connsiteY206" fmla="*/ 229103 h 346152"/>
                <a:gd name="connsiteX207" fmla="*/ 2016278 w 2912392"/>
                <a:gd name="connsiteY207" fmla="*/ 232821 h 346152"/>
                <a:gd name="connsiteX208" fmla="*/ 2026022 w 2912392"/>
                <a:gd name="connsiteY208" fmla="*/ 236560 h 346152"/>
                <a:gd name="connsiteX209" fmla="*/ 2035751 w 2912392"/>
                <a:gd name="connsiteY209" fmla="*/ 240318 h 346152"/>
                <a:gd name="connsiteX210" fmla="*/ 2045495 w 2912392"/>
                <a:gd name="connsiteY210" fmla="*/ 244090 h 346152"/>
                <a:gd name="connsiteX211" fmla="*/ 2055239 w 2912392"/>
                <a:gd name="connsiteY211" fmla="*/ 247876 h 346152"/>
                <a:gd name="connsiteX212" fmla="*/ 2064983 w 2912392"/>
                <a:gd name="connsiteY212" fmla="*/ 251671 h 346152"/>
                <a:gd name="connsiteX213" fmla="*/ 2074712 w 2912392"/>
                <a:gd name="connsiteY213" fmla="*/ 255471 h 346152"/>
                <a:gd name="connsiteX214" fmla="*/ 2084456 w 2912392"/>
                <a:gd name="connsiteY214" fmla="*/ 259272 h 346152"/>
                <a:gd name="connsiteX215" fmla="*/ 2094200 w 2912392"/>
                <a:gd name="connsiteY215" fmla="*/ 263070 h 346152"/>
                <a:gd name="connsiteX216" fmla="*/ 2103944 w 2912392"/>
                <a:gd name="connsiteY216" fmla="*/ 266860 h 346152"/>
                <a:gd name="connsiteX217" fmla="*/ 2113673 w 2912392"/>
                <a:gd name="connsiteY217" fmla="*/ 270637 h 346152"/>
                <a:gd name="connsiteX218" fmla="*/ 2123417 w 2912392"/>
                <a:gd name="connsiteY218" fmla="*/ 274398 h 346152"/>
                <a:gd name="connsiteX219" fmla="*/ 2133161 w 2912392"/>
                <a:gd name="connsiteY219" fmla="*/ 278134 h 346152"/>
                <a:gd name="connsiteX220" fmla="*/ 2142905 w 2912392"/>
                <a:gd name="connsiteY220" fmla="*/ 281844 h 346152"/>
                <a:gd name="connsiteX221" fmla="*/ 2152649 w 2912392"/>
                <a:gd name="connsiteY221" fmla="*/ 285521 h 346152"/>
                <a:gd name="connsiteX222" fmla="*/ 2162377 w 2912392"/>
                <a:gd name="connsiteY222" fmla="*/ 289156 h 346152"/>
                <a:gd name="connsiteX223" fmla="*/ 2172121 w 2912392"/>
                <a:gd name="connsiteY223" fmla="*/ 292747 h 346152"/>
                <a:gd name="connsiteX224" fmla="*/ 2181865 w 2912392"/>
                <a:gd name="connsiteY224" fmla="*/ 296286 h 346152"/>
                <a:gd name="connsiteX225" fmla="*/ 2191609 w 2912392"/>
                <a:gd name="connsiteY225" fmla="*/ 299766 h 346152"/>
                <a:gd name="connsiteX226" fmla="*/ 2201338 w 2912392"/>
                <a:gd name="connsiteY226" fmla="*/ 303181 h 346152"/>
                <a:gd name="connsiteX227" fmla="*/ 2211082 w 2912392"/>
                <a:gd name="connsiteY227" fmla="*/ 306523 h 346152"/>
                <a:gd name="connsiteX228" fmla="*/ 2220826 w 2912392"/>
                <a:gd name="connsiteY228" fmla="*/ 309784 h 346152"/>
                <a:gd name="connsiteX229" fmla="*/ 2230570 w 2912392"/>
                <a:gd name="connsiteY229" fmla="*/ 312959 h 346152"/>
                <a:gd name="connsiteX230" fmla="*/ 2240299 w 2912392"/>
                <a:gd name="connsiteY230" fmla="*/ 316040 h 346152"/>
                <a:gd name="connsiteX231" fmla="*/ 2250043 w 2912392"/>
                <a:gd name="connsiteY231" fmla="*/ 319019 h 346152"/>
                <a:gd name="connsiteX232" fmla="*/ 2259787 w 2912392"/>
                <a:gd name="connsiteY232" fmla="*/ 321885 h 346152"/>
                <a:gd name="connsiteX233" fmla="*/ 2269531 w 2912392"/>
                <a:gd name="connsiteY233" fmla="*/ 324635 h 346152"/>
                <a:gd name="connsiteX234" fmla="*/ 2279260 w 2912392"/>
                <a:gd name="connsiteY234" fmla="*/ 327258 h 346152"/>
                <a:gd name="connsiteX235" fmla="*/ 2289004 w 2912392"/>
                <a:gd name="connsiteY235" fmla="*/ 329747 h 346152"/>
                <a:gd name="connsiteX236" fmla="*/ 2298748 w 2912392"/>
                <a:gd name="connsiteY236" fmla="*/ 332092 h 346152"/>
                <a:gd name="connsiteX237" fmla="*/ 2308492 w 2912392"/>
                <a:gd name="connsiteY237" fmla="*/ 334287 h 346152"/>
                <a:gd name="connsiteX238" fmla="*/ 2318236 w 2912392"/>
                <a:gd name="connsiteY238" fmla="*/ 336324 h 346152"/>
                <a:gd name="connsiteX239" fmla="*/ 2327965 w 2912392"/>
                <a:gd name="connsiteY239" fmla="*/ 338192 h 346152"/>
                <a:gd name="connsiteX240" fmla="*/ 2337709 w 2912392"/>
                <a:gd name="connsiteY240" fmla="*/ 339885 h 346152"/>
                <a:gd name="connsiteX241" fmla="*/ 2347453 w 2912392"/>
                <a:gd name="connsiteY241" fmla="*/ 341394 h 346152"/>
                <a:gd name="connsiteX242" fmla="*/ 2357197 w 2912392"/>
                <a:gd name="connsiteY242" fmla="*/ 342711 h 346152"/>
                <a:gd name="connsiteX243" fmla="*/ 2366926 w 2912392"/>
                <a:gd name="connsiteY243" fmla="*/ 343828 h 346152"/>
                <a:gd name="connsiteX244" fmla="*/ 2376670 w 2912392"/>
                <a:gd name="connsiteY244" fmla="*/ 344739 h 346152"/>
                <a:gd name="connsiteX245" fmla="*/ 2386413 w 2912392"/>
                <a:gd name="connsiteY245" fmla="*/ 345433 h 346152"/>
                <a:gd name="connsiteX246" fmla="*/ 2396157 w 2912392"/>
                <a:gd name="connsiteY246" fmla="*/ 345905 h 346152"/>
                <a:gd name="connsiteX247" fmla="*/ 2405886 w 2912392"/>
                <a:gd name="connsiteY247" fmla="*/ 346148 h 346152"/>
                <a:gd name="connsiteX248" fmla="*/ 2415630 w 2912392"/>
                <a:gd name="connsiteY248" fmla="*/ 346153 h 346152"/>
                <a:gd name="connsiteX249" fmla="*/ 2425374 w 2912392"/>
                <a:gd name="connsiteY249" fmla="*/ 345916 h 346152"/>
                <a:gd name="connsiteX250" fmla="*/ 2435118 w 2912392"/>
                <a:gd name="connsiteY250" fmla="*/ 345427 h 346152"/>
                <a:gd name="connsiteX251" fmla="*/ 2444862 w 2912392"/>
                <a:gd name="connsiteY251" fmla="*/ 344684 h 346152"/>
                <a:gd name="connsiteX252" fmla="*/ 2454591 w 2912392"/>
                <a:gd name="connsiteY252" fmla="*/ 343678 h 346152"/>
                <a:gd name="connsiteX253" fmla="*/ 2464335 w 2912392"/>
                <a:gd name="connsiteY253" fmla="*/ 342404 h 346152"/>
                <a:gd name="connsiteX254" fmla="*/ 2474079 w 2912392"/>
                <a:gd name="connsiteY254" fmla="*/ 340859 h 346152"/>
                <a:gd name="connsiteX255" fmla="*/ 2483823 w 2912392"/>
                <a:gd name="connsiteY255" fmla="*/ 339038 h 346152"/>
                <a:gd name="connsiteX256" fmla="*/ 2493552 w 2912392"/>
                <a:gd name="connsiteY256" fmla="*/ 336935 h 346152"/>
                <a:gd name="connsiteX257" fmla="*/ 2503296 w 2912392"/>
                <a:gd name="connsiteY257" fmla="*/ 334548 h 346152"/>
                <a:gd name="connsiteX258" fmla="*/ 2513040 w 2912392"/>
                <a:gd name="connsiteY258" fmla="*/ 331872 h 346152"/>
                <a:gd name="connsiteX259" fmla="*/ 2522784 w 2912392"/>
                <a:gd name="connsiteY259" fmla="*/ 328905 h 346152"/>
                <a:gd name="connsiteX260" fmla="*/ 2532513 w 2912392"/>
                <a:gd name="connsiteY260" fmla="*/ 325647 h 346152"/>
                <a:gd name="connsiteX261" fmla="*/ 2542257 w 2912392"/>
                <a:gd name="connsiteY261" fmla="*/ 322092 h 346152"/>
                <a:gd name="connsiteX262" fmla="*/ 2552001 w 2912392"/>
                <a:gd name="connsiteY262" fmla="*/ 318242 h 346152"/>
                <a:gd name="connsiteX263" fmla="*/ 2561745 w 2912392"/>
                <a:gd name="connsiteY263" fmla="*/ 314094 h 346152"/>
                <a:gd name="connsiteX264" fmla="*/ 2571474 w 2912392"/>
                <a:gd name="connsiteY264" fmla="*/ 309650 h 346152"/>
                <a:gd name="connsiteX265" fmla="*/ 2581218 w 2912392"/>
                <a:gd name="connsiteY265" fmla="*/ 304909 h 346152"/>
                <a:gd name="connsiteX266" fmla="*/ 2590962 w 2912392"/>
                <a:gd name="connsiteY266" fmla="*/ 299872 h 346152"/>
                <a:gd name="connsiteX267" fmla="*/ 2600705 w 2912392"/>
                <a:gd name="connsiteY267" fmla="*/ 294538 h 346152"/>
                <a:gd name="connsiteX268" fmla="*/ 2610449 w 2912392"/>
                <a:gd name="connsiteY268" fmla="*/ 288914 h 346152"/>
                <a:gd name="connsiteX269" fmla="*/ 2620178 w 2912392"/>
                <a:gd name="connsiteY269" fmla="*/ 282997 h 346152"/>
                <a:gd name="connsiteX270" fmla="*/ 2629922 w 2912392"/>
                <a:gd name="connsiteY270" fmla="*/ 276792 h 346152"/>
                <a:gd name="connsiteX271" fmla="*/ 2639666 w 2912392"/>
                <a:gd name="connsiteY271" fmla="*/ 270303 h 346152"/>
                <a:gd name="connsiteX272" fmla="*/ 2649410 w 2912392"/>
                <a:gd name="connsiteY272" fmla="*/ 263535 h 346152"/>
                <a:gd name="connsiteX273" fmla="*/ 2659139 w 2912392"/>
                <a:gd name="connsiteY273" fmla="*/ 256489 h 346152"/>
                <a:gd name="connsiteX274" fmla="*/ 2668883 w 2912392"/>
                <a:gd name="connsiteY274" fmla="*/ 249172 h 346152"/>
                <a:gd name="connsiteX275" fmla="*/ 2678627 w 2912392"/>
                <a:gd name="connsiteY275" fmla="*/ 241590 h 346152"/>
                <a:gd name="connsiteX276" fmla="*/ 2688371 w 2912392"/>
                <a:gd name="connsiteY276" fmla="*/ 233747 h 346152"/>
                <a:gd name="connsiteX277" fmla="*/ 2698100 w 2912392"/>
                <a:gd name="connsiteY277" fmla="*/ 225651 h 346152"/>
                <a:gd name="connsiteX278" fmla="*/ 2707844 w 2912392"/>
                <a:gd name="connsiteY278" fmla="*/ 217306 h 346152"/>
                <a:gd name="connsiteX279" fmla="*/ 2717588 w 2912392"/>
                <a:gd name="connsiteY279" fmla="*/ 208723 h 346152"/>
                <a:gd name="connsiteX280" fmla="*/ 2727332 w 2912392"/>
                <a:gd name="connsiteY280" fmla="*/ 199906 h 346152"/>
                <a:gd name="connsiteX281" fmla="*/ 2737076 w 2912392"/>
                <a:gd name="connsiteY281" fmla="*/ 190863 h 346152"/>
                <a:gd name="connsiteX282" fmla="*/ 2746805 w 2912392"/>
                <a:gd name="connsiteY282" fmla="*/ 181604 h 346152"/>
                <a:gd name="connsiteX283" fmla="*/ 2756549 w 2912392"/>
                <a:gd name="connsiteY283" fmla="*/ 172137 h 346152"/>
                <a:gd name="connsiteX284" fmla="*/ 2766293 w 2912392"/>
                <a:gd name="connsiteY284" fmla="*/ 162469 h 346152"/>
                <a:gd name="connsiteX285" fmla="*/ 2776037 w 2912392"/>
                <a:gd name="connsiteY285" fmla="*/ 152612 h 346152"/>
                <a:gd name="connsiteX286" fmla="*/ 2785766 w 2912392"/>
                <a:gd name="connsiteY286" fmla="*/ 142571 h 346152"/>
                <a:gd name="connsiteX287" fmla="*/ 2795510 w 2912392"/>
                <a:gd name="connsiteY287" fmla="*/ 132360 h 346152"/>
                <a:gd name="connsiteX288" fmla="*/ 2805254 w 2912392"/>
                <a:gd name="connsiteY288" fmla="*/ 121985 h 346152"/>
                <a:gd name="connsiteX289" fmla="*/ 2814998 w 2912392"/>
                <a:gd name="connsiteY289" fmla="*/ 111458 h 346152"/>
                <a:gd name="connsiteX290" fmla="*/ 2824727 w 2912392"/>
                <a:gd name="connsiteY290" fmla="*/ 100787 h 346152"/>
                <a:gd name="connsiteX291" fmla="*/ 2834471 w 2912392"/>
                <a:gd name="connsiteY291" fmla="*/ 89985 h 346152"/>
                <a:gd name="connsiteX292" fmla="*/ 2844215 w 2912392"/>
                <a:gd name="connsiteY292" fmla="*/ 79059 h 346152"/>
                <a:gd name="connsiteX293" fmla="*/ 2853958 w 2912392"/>
                <a:gd name="connsiteY293" fmla="*/ 68021 h 346152"/>
                <a:gd name="connsiteX294" fmla="*/ 2863687 w 2912392"/>
                <a:gd name="connsiteY294" fmla="*/ 56880 h 346152"/>
                <a:gd name="connsiteX295" fmla="*/ 2873431 w 2912392"/>
                <a:gd name="connsiteY295" fmla="*/ 45648 h 346152"/>
                <a:gd name="connsiteX296" fmla="*/ 2883175 w 2912392"/>
                <a:gd name="connsiteY296" fmla="*/ 34333 h 346152"/>
                <a:gd name="connsiteX297" fmla="*/ 2892919 w 2912392"/>
                <a:gd name="connsiteY297" fmla="*/ 22947 h 346152"/>
                <a:gd name="connsiteX298" fmla="*/ 2902663 w 2912392"/>
                <a:gd name="connsiteY298" fmla="*/ 11499 h 346152"/>
                <a:gd name="connsiteX299" fmla="*/ 2912392 w 2912392"/>
                <a:gd name="connsiteY299" fmla="*/ 0 h 346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46152">
                  <a:moveTo>
                    <a:pt x="0" y="10441"/>
                  </a:moveTo>
                  <a:lnTo>
                    <a:pt x="9739" y="10917"/>
                  </a:lnTo>
                  <a:lnTo>
                    <a:pt x="19480" y="11413"/>
                  </a:lnTo>
                  <a:lnTo>
                    <a:pt x="29221" y="11934"/>
                  </a:lnTo>
                  <a:lnTo>
                    <a:pt x="38961" y="12478"/>
                  </a:lnTo>
                  <a:lnTo>
                    <a:pt x="48702" y="13047"/>
                  </a:lnTo>
                  <a:lnTo>
                    <a:pt x="58443" y="13645"/>
                  </a:lnTo>
                  <a:lnTo>
                    <a:pt x="68182" y="14269"/>
                  </a:lnTo>
                  <a:lnTo>
                    <a:pt x="77923" y="14923"/>
                  </a:lnTo>
                  <a:lnTo>
                    <a:pt x="87664" y="15608"/>
                  </a:lnTo>
                  <a:lnTo>
                    <a:pt x="97404" y="16326"/>
                  </a:lnTo>
                  <a:lnTo>
                    <a:pt x="107145" y="17079"/>
                  </a:lnTo>
                  <a:lnTo>
                    <a:pt x="116886" y="17868"/>
                  </a:lnTo>
                  <a:lnTo>
                    <a:pt x="126625" y="18695"/>
                  </a:lnTo>
                  <a:lnTo>
                    <a:pt x="136366" y="19561"/>
                  </a:lnTo>
                  <a:lnTo>
                    <a:pt x="146107" y="20468"/>
                  </a:lnTo>
                  <a:lnTo>
                    <a:pt x="155846" y="21419"/>
                  </a:lnTo>
                  <a:lnTo>
                    <a:pt x="165587" y="22413"/>
                  </a:lnTo>
                  <a:lnTo>
                    <a:pt x="175328" y="23454"/>
                  </a:lnTo>
                  <a:lnTo>
                    <a:pt x="185068" y="24543"/>
                  </a:lnTo>
                  <a:lnTo>
                    <a:pt x="194809" y="25683"/>
                  </a:lnTo>
                  <a:lnTo>
                    <a:pt x="204550" y="26873"/>
                  </a:lnTo>
                  <a:lnTo>
                    <a:pt x="214289" y="28116"/>
                  </a:lnTo>
                  <a:lnTo>
                    <a:pt x="224030" y="29414"/>
                  </a:lnTo>
                  <a:lnTo>
                    <a:pt x="233771" y="30765"/>
                  </a:lnTo>
                  <a:lnTo>
                    <a:pt x="243510" y="32176"/>
                  </a:lnTo>
                  <a:lnTo>
                    <a:pt x="253251" y="33643"/>
                  </a:lnTo>
                  <a:lnTo>
                    <a:pt x="262992" y="35169"/>
                  </a:lnTo>
                  <a:lnTo>
                    <a:pt x="272732" y="36756"/>
                  </a:lnTo>
                  <a:lnTo>
                    <a:pt x="282473" y="38404"/>
                  </a:lnTo>
                  <a:lnTo>
                    <a:pt x="292214" y="40113"/>
                  </a:lnTo>
                  <a:lnTo>
                    <a:pt x="301953" y="41884"/>
                  </a:lnTo>
                  <a:lnTo>
                    <a:pt x="311694" y="43717"/>
                  </a:lnTo>
                  <a:lnTo>
                    <a:pt x="321435" y="45613"/>
                  </a:lnTo>
                  <a:lnTo>
                    <a:pt x="331175" y="47571"/>
                  </a:lnTo>
                  <a:lnTo>
                    <a:pt x="340916" y="49591"/>
                  </a:lnTo>
                  <a:lnTo>
                    <a:pt x="350656" y="51674"/>
                  </a:lnTo>
                  <a:lnTo>
                    <a:pt x="360396" y="53820"/>
                  </a:lnTo>
                  <a:lnTo>
                    <a:pt x="370137" y="56025"/>
                  </a:lnTo>
                  <a:lnTo>
                    <a:pt x="379878" y="58289"/>
                  </a:lnTo>
                  <a:lnTo>
                    <a:pt x="389617" y="60614"/>
                  </a:lnTo>
                  <a:lnTo>
                    <a:pt x="399358" y="62994"/>
                  </a:lnTo>
                  <a:lnTo>
                    <a:pt x="409099" y="65432"/>
                  </a:lnTo>
                  <a:lnTo>
                    <a:pt x="418839" y="67921"/>
                  </a:lnTo>
                  <a:lnTo>
                    <a:pt x="428580" y="70465"/>
                  </a:lnTo>
                  <a:lnTo>
                    <a:pt x="438321" y="73059"/>
                  </a:lnTo>
                  <a:lnTo>
                    <a:pt x="448060" y="75699"/>
                  </a:lnTo>
                  <a:lnTo>
                    <a:pt x="457801" y="78384"/>
                  </a:lnTo>
                  <a:lnTo>
                    <a:pt x="467542" y="81112"/>
                  </a:lnTo>
                  <a:lnTo>
                    <a:pt x="477281" y="83878"/>
                  </a:lnTo>
                  <a:lnTo>
                    <a:pt x="487022" y="86681"/>
                  </a:lnTo>
                  <a:lnTo>
                    <a:pt x="496763" y="89516"/>
                  </a:lnTo>
                  <a:lnTo>
                    <a:pt x="506503" y="92380"/>
                  </a:lnTo>
                  <a:lnTo>
                    <a:pt x="516244" y="95269"/>
                  </a:lnTo>
                  <a:lnTo>
                    <a:pt x="525985" y="98180"/>
                  </a:lnTo>
                  <a:lnTo>
                    <a:pt x="535724" y="101109"/>
                  </a:lnTo>
                  <a:lnTo>
                    <a:pt x="545465" y="104052"/>
                  </a:lnTo>
                  <a:lnTo>
                    <a:pt x="555206" y="107003"/>
                  </a:lnTo>
                  <a:lnTo>
                    <a:pt x="564946" y="109959"/>
                  </a:lnTo>
                  <a:lnTo>
                    <a:pt x="574687" y="112915"/>
                  </a:lnTo>
                  <a:lnTo>
                    <a:pt x="584428" y="115866"/>
                  </a:lnTo>
                  <a:lnTo>
                    <a:pt x="594167" y="118809"/>
                  </a:lnTo>
                  <a:lnTo>
                    <a:pt x="603908" y="121738"/>
                  </a:lnTo>
                  <a:lnTo>
                    <a:pt x="613649" y="124648"/>
                  </a:lnTo>
                  <a:lnTo>
                    <a:pt x="623388" y="127535"/>
                  </a:lnTo>
                  <a:lnTo>
                    <a:pt x="633129" y="130394"/>
                  </a:lnTo>
                  <a:lnTo>
                    <a:pt x="642870" y="133221"/>
                  </a:lnTo>
                  <a:lnTo>
                    <a:pt x="652610" y="136008"/>
                  </a:lnTo>
                  <a:lnTo>
                    <a:pt x="662351" y="138753"/>
                  </a:lnTo>
                  <a:lnTo>
                    <a:pt x="672092" y="141451"/>
                  </a:lnTo>
                  <a:lnTo>
                    <a:pt x="681831" y="144096"/>
                  </a:lnTo>
                  <a:lnTo>
                    <a:pt x="691572" y="146683"/>
                  </a:lnTo>
                  <a:lnTo>
                    <a:pt x="701313" y="149210"/>
                  </a:lnTo>
                  <a:lnTo>
                    <a:pt x="711052" y="151672"/>
                  </a:lnTo>
                  <a:lnTo>
                    <a:pt x="720793" y="154062"/>
                  </a:lnTo>
                  <a:lnTo>
                    <a:pt x="730534" y="156377"/>
                  </a:lnTo>
                  <a:lnTo>
                    <a:pt x="740274" y="158613"/>
                  </a:lnTo>
                  <a:lnTo>
                    <a:pt x="750015" y="160768"/>
                  </a:lnTo>
                  <a:lnTo>
                    <a:pt x="759756" y="162834"/>
                  </a:lnTo>
                  <a:lnTo>
                    <a:pt x="769495" y="164811"/>
                  </a:lnTo>
                  <a:lnTo>
                    <a:pt x="779236" y="166694"/>
                  </a:lnTo>
                  <a:lnTo>
                    <a:pt x="788977" y="168482"/>
                  </a:lnTo>
                  <a:lnTo>
                    <a:pt x="798717" y="170169"/>
                  </a:lnTo>
                  <a:lnTo>
                    <a:pt x="808458" y="171753"/>
                  </a:lnTo>
                  <a:lnTo>
                    <a:pt x="818199" y="173230"/>
                  </a:lnTo>
                  <a:lnTo>
                    <a:pt x="827938" y="174601"/>
                  </a:lnTo>
                  <a:lnTo>
                    <a:pt x="837679" y="175863"/>
                  </a:lnTo>
                  <a:lnTo>
                    <a:pt x="847420" y="177013"/>
                  </a:lnTo>
                  <a:lnTo>
                    <a:pt x="857159" y="178050"/>
                  </a:lnTo>
                  <a:lnTo>
                    <a:pt x="866900" y="178973"/>
                  </a:lnTo>
                  <a:lnTo>
                    <a:pt x="876641" y="179780"/>
                  </a:lnTo>
                  <a:lnTo>
                    <a:pt x="886381" y="180471"/>
                  </a:lnTo>
                  <a:lnTo>
                    <a:pt x="896122" y="181047"/>
                  </a:lnTo>
                  <a:lnTo>
                    <a:pt x="905863" y="181504"/>
                  </a:lnTo>
                  <a:lnTo>
                    <a:pt x="915602" y="181847"/>
                  </a:lnTo>
                  <a:lnTo>
                    <a:pt x="925343" y="182072"/>
                  </a:lnTo>
                  <a:lnTo>
                    <a:pt x="935084" y="182182"/>
                  </a:lnTo>
                  <a:lnTo>
                    <a:pt x="944824" y="182177"/>
                  </a:lnTo>
                  <a:lnTo>
                    <a:pt x="954564" y="182060"/>
                  </a:lnTo>
                  <a:lnTo>
                    <a:pt x="964305" y="181830"/>
                  </a:lnTo>
                  <a:lnTo>
                    <a:pt x="974045" y="181492"/>
                  </a:lnTo>
                  <a:lnTo>
                    <a:pt x="983786" y="181044"/>
                  </a:lnTo>
                  <a:lnTo>
                    <a:pt x="993522" y="180492"/>
                  </a:lnTo>
                  <a:lnTo>
                    <a:pt x="1003266" y="179837"/>
                  </a:lnTo>
                  <a:lnTo>
                    <a:pt x="1013010" y="179080"/>
                  </a:lnTo>
                  <a:lnTo>
                    <a:pt x="1022754" y="178228"/>
                  </a:lnTo>
                  <a:lnTo>
                    <a:pt x="1032483" y="177282"/>
                  </a:lnTo>
                  <a:lnTo>
                    <a:pt x="1042227" y="176245"/>
                  </a:lnTo>
                  <a:lnTo>
                    <a:pt x="1051971" y="175123"/>
                  </a:lnTo>
                  <a:lnTo>
                    <a:pt x="1061715" y="173917"/>
                  </a:lnTo>
                  <a:lnTo>
                    <a:pt x="1071444" y="172633"/>
                  </a:lnTo>
                  <a:lnTo>
                    <a:pt x="1081188" y="171276"/>
                  </a:lnTo>
                  <a:lnTo>
                    <a:pt x="1090932" y="169850"/>
                  </a:lnTo>
                  <a:lnTo>
                    <a:pt x="1100676" y="168357"/>
                  </a:lnTo>
                  <a:lnTo>
                    <a:pt x="1110405" y="166806"/>
                  </a:lnTo>
                  <a:lnTo>
                    <a:pt x="1120149" y="165200"/>
                  </a:lnTo>
                  <a:lnTo>
                    <a:pt x="1129893" y="163543"/>
                  </a:lnTo>
                  <a:lnTo>
                    <a:pt x="1139637" y="161842"/>
                  </a:lnTo>
                  <a:lnTo>
                    <a:pt x="1149381" y="160101"/>
                  </a:lnTo>
                  <a:lnTo>
                    <a:pt x="1159110" y="158326"/>
                  </a:lnTo>
                  <a:lnTo>
                    <a:pt x="1168854" y="156523"/>
                  </a:lnTo>
                  <a:lnTo>
                    <a:pt x="1178598" y="154696"/>
                  </a:lnTo>
                  <a:lnTo>
                    <a:pt x="1188341" y="152850"/>
                  </a:lnTo>
                  <a:lnTo>
                    <a:pt x="1198070" y="150994"/>
                  </a:lnTo>
                  <a:lnTo>
                    <a:pt x="1207814" y="149130"/>
                  </a:lnTo>
                  <a:lnTo>
                    <a:pt x="1217558" y="147263"/>
                  </a:lnTo>
                  <a:lnTo>
                    <a:pt x="1227302" y="145402"/>
                  </a:lnTo>
                  <a:lnTo>
                    <a:pt x="1237031" y="143550"/>
                  </a:lnTo>
                  <a:lnTo>
                    <a:pt x="1246775" y="141713"/>
                  </a:lnTo>
                  <a:lnTo>
                    <a:pt x="1256519" y="139896"/>
                  </a:lnTo>
                  <a:lnTo>
                    <a:pt x="1266263" y="138105"/>
                  </a:lnTo>
                  <a:lnTo>
                    <a:pt x="1276007" y="136342"/>
                  </a:lnTo>
                  <a:lnTo>
                    <a:pt x="1285736" y="134617"/>
                  </a:lnTo>
                  <a:lnTo>
                    <a:pt x="1295480" y="132930"/>
                  </a:lnTo>
                  <a:lnTo>
                    <a:pt x="1305224" y="131290"/>
                  </a:lnTo>
                  <a:lnTo>
                    <a:pt x="1314968" y="129699"/>
                  </a:lnTo>
                  <a:lnTo>
                    <a:pt x="1324697" y="128163"/>
                  </a:lnTo>
                  <a:lnTo>
                    <a:pt x="1334441" y="126683"/>
                  </a:lnTo>
                  <a:lnTo>
                    <a:pt x="1344185" y="125268"/>
                  </a:lnTo>
                  <a:lnTo>
                    <a:pt x="1353929" y="123918"/>
                  </a:lnTo>
                  <a:lnTo>
                    <a:pt x="1363658" y="122640"/>
                  </a:lnTo>
                  <a:lnTo>
                    <a:pt x="1373402" y="121434"/>
                  </a:lnTo>
                  <a:lnTo>
                    <a:pt x="1383146" y="120305"/>
                  </a:lnTo>
                  <a:lnTo>
                    <a:pt x="1392890" y="119257"/>
                  </a:lnTo>
                  <a:lnTo>
                    <a:pt x="1402619" y="118292"/>
                  </a:lnTo>
                  <a:lnTo>
                    <a:pt x="1412363" y="117413"/>
                  </a:lnTo>
                  <a:lnTo>
                    <a:pt x="1422106" y="116623"/>
                  </a:lnTo>
                  <a:lnTo>
                    <a:pt x="1431850" y="115923"/>
                  </a:lnTo>
                  <a:lnTo>
                    <a:pt x="1441594" y="115317"/>
                  </a:lnTo>
                  <a:lnTo>
                    <a:pt x="1451323" y="114804"/>
                  </a:lnTo>
                  <a:lnTo>
                    <a:pt x="1461067" y="114388"/>
                  </a:lnTo>
                  <a:lnTo>
                    <a:pt x="1470811" y="114071"/>
                  </a:lnTo>
                  <a:lnTo>
                    <a:pt x="1480555" y="113851"/>
                  </a:lnTo>
                  <a:lnTo>
                    <a:pt x="1490284" y="113731"/>
                  </a:lnTo>
                  <a:lnTo>
                    <a:pt x="1500028" y="113714"/>
                  </a:lnTo>
                  <a:lnTo>
                    <a:pt x="1509772" y="113796"/>
                  </a:lnTo>
                  <a:lnTo>
                    <a:pt x="1519516" y="113980"/>
                  </a:lnTo>
                  <a:lnTo>
                    <a:pt x="1529245" y="114266"/>
                  </a:lnTo>
                  <a:lnTo>
                    <a:pt x="1538989" y="114654"/>
                  </a:lnTo>
                  <a:lnTo>
                    <a:pt x="1548733" y="115142"/>
                  </a:lnTo>
                  <a:lnTo>
                    <a:pt x="1558477" y="115734"/>
                  </a:lnTo>
                  <a:lnTo>
                    <a:pt x="1568221" y="116425"/>
                  </a:lnTo>
                  <a:lnTo>
                    <a:pt x="1577950" y="117216"/>
                  </a:lnTo>
                  <a:lnTo>
                    <a:pt x="1587694" y="118107"/>
                  </a:lnTo>
                  <a:lnTo>
                    <a:pt x="1597438" y="119097"/>
                  </a:lnTo>
                  <a:lnTo>
                    <a:pt x="1607182" y="120183"/>
                  </a:lnTo>
                  <a:lnTo>
                    <a:pt x="1616911" y="121366"/>
                  </a:lnTo>
                  <a:lnTo>
                    <a:pt x="1626655" y="122643"/>
                  </a:lnTo>
                  <a:lnTo>
                    <a:pt x="1636399" y="124015"/>
                  </a:lnTo>
                  <a:lnTo>
                    <a:pt x="1646142" y="125478"/>
                  </a:lnTo>
                  <a:lnTo>
                    <a:pt x="1655872" y="127030"/>
                  </a:lnTo>
                  <a:lnTo>
                    <a:pt x="1665616" y="128674"/>
                  </a:lnTo>
                  <a:lnTo>
                    <a:pt x="1675359" y="130403"/>
                  </a:lnTo>
                  <a:lnTo>
                    <a:pt x="1685103" y="132220"/>
                  </a:lnTo>
                  <a:lnTo>
                    <a:pt x="1694832" y="134119"/>
                  </a:lnTo>
                  <a:lnTo>
                    <a:pt x="1704576" y="136101"/>
                  </a:lnTo>
                  <a:lnTo>
                    <a:pt x="1714320" y="138164"/>
                  </a:lnTo>
                  <a:lnTo>
                    <a:pt x="1724064" y="140305"/>
                  </a:lnTo>
                  <a:lnTo>
                    <a:pt x="1733808" y="142524"/>
                  </a:lnTo>
                  <a:lnTo>
                    <a:pt x="1743537" y="144817"/>
                  </a:lnTo>
                  <a:lnTo>
                    <a:pt x="1753281" y="147184"/>
                  </a:lnTo>
                  <a:lnTo>
                    <a:pt x="1763025" y="149623"/>
                  </a:lnTo>
                  <a:lnTo>
                    <a:pt x="1772769" y="152131"/>
                  </a:lnTo>
                  <a:lnTo>
                    <a:pt x="1782498" y="154708"/>
                  </a:lnTo>
                  <a:lnTo>
                    <a:pt x="1792242" y="157353"/>
                  </a:lnTo>
                  <a:lnTo>
                    <a:pt x="1801986" y="160061"/>
                  </a:lnTo>
                  <a:lnTo>
                    <a:pt x="1811730" y="162834"/>
                  </a:lnTo>
                  <a:lnTo>
                    <a:pt x="1821459" y="165668"/>
                  </a:lnTo>
                  <a:lnTo>
                    <a:pt x="1831203" y="168561"/>
                  </a:lnTo>
                  <a:lnTo>
                    <a:pt x="1840947" y="171514"/>
                  </a:lnTo>
                  <a:lnTo>
                    <a:pt x="1850691" y="174524"/>
                  </a:lnTo>
                  <a:lnTo>
                    <a:pt x="1860435" y="177590"/>
                  </a:lnTo>
                  <a:lnTo>
                    <a:pt x="1870164" y="180708"/>
                  </a:lnTo>
                  <a:lnTo>
                    <a:pt x="1879908" y="183880"/>
                  </a:lnTo>
                  <a:lnTo>
                    <a:pt x="1889652" y="187103"/>
                  </a:lnTo>
                  <a:lnTo>
                    <a:pt x="1899395" y="190375"/>
                  </a:lnTo>
                  <a:lnTo>
                    <a:pt x="1909124" y="193693"/>
                  </a:lnTo>
                  <a:lnTo>
                    <a:pt x="1918868" y="197058"/>
                  </a:lnTo>
                  <a:lnTo>
                    <a:pt x="1928612" y="200467"/>
                  </a:lnTo>
                  <a:lnTo>
                    <a:pt x="1938356" y="203919"/>
                  </a:lnTo>
                  <a:lnTo>
                    <a:pt x="1948085" y="207412"/>
                  </a:lnTo>
                  <a:lnTo>
                    <a:pt x="1957829" y="210943"/>
                  </a:lnTo>
                  <a:lnTo>
                    <a:pt x="1967573" y="214510"/>
                  </a:lnTo>
                  <a:lnTo>
                    <a:pt x="1977317" y="218112"/>
                  </a:lnTo>
                  <a:lnTo>
                    <a:pt x="1987046" y="221748"/>
                  </a:lnTo>
                  <a:lnTo>
                    <a:pt x="1996790" y="225411"/>
                  </a:lnTo>
                  <a:lnTo>
                    <a:pt x="2006534" y="229103"/>
                  </a:lnTo>
                  <a:lnTo>
                    <a:pt x="2016278" y="232821"/>
                  </a:lnTo>
                  <a:lnTo>
                    <a:pt x="2026022" y="236560"/>
                  </a:lnTo>
                  <a:lnTo>
                    <a:pt x="2035751" y="240318"/>
                  </a:lnTo>
                  <a:lnTo>
                    <a:pt x="2045495" y="244090"/>
                  </a:lnTo>
                  <a:lnTo>
                    <a:pt x="2055239" y="247876"/>
                  </a:lnTo>
                  <a:lnTo>
                    <a:pt x="2064983" y="251671"/>
                  </a:lnTo>
                  <a:lnTo>
                    <a:pt x="2074712" y="255471"/>
                  </a:lnTo>
                  <a:lnTo>
                    <a:pt x="2084456" y="259272"/>
                  </a:lnTo>
                  <a:lnTo>
                    <a:pt x="2094200" y="263070"/>
                  </a:lnTo>
                  <a:lnTo>
                    <a:pt x="2103944" y="266860"/>
                  </a:lnTo>
                  <a:lnTo>
                    <a:pt x="2113673" y="270637"/>
                  </a:lnTo>
                  <a:lnTo>
                    <a:pt x="2123417" y="274398"/>
                  </a:lnTo>
                  <a:lnTo>
                    <a:pt x="2133161" y="278134"/>
                  </a:lnTo>
                  <a:lnTo>
                    <a:pt x="2142905" y="281844"/>
                  </a:lnTo>
                  <a:lnTo>
                    <a:pt x="2152649" y="285521"/>
                  </a:lnTo>
                  <a:lnTo>
                    <a:pt x="2162377" y="289156"/>
                  </a:lnTo>
                  <a:lnTo>
                    <a:pt x="2172121" y="292747"/>
                  </a:lnTo>
                  <a:lnTo>
                    <a:pt x="2181865" y="296286"/>
                  </a:lnTo>
                  <a:lnTo>
                    <a:pt x="2191609" y="299766"/>
                  </a:lnTo>
                  <a:lnTo>
                    <a:pt x="2201338" y="303181"/>
                  </a:lnTo>
                  <a:lnTo>
                    <a:pt x="2211082" y="306523"/>
                  </a:lnTo>
                  <a:lnTo>
                    <a:pt x="2220826" y="309784"/>
                  </a:lnTo>
                  <a:lnTo>
                    <a:pt x="2230570" y="312959"/>
                  </a:lnTo>
                  <a:lnTo>
                    <a:pt x="2240299" y="316040"/>
                  </a:lnTo>
                  <a:lnTo>
                    <a:pt x="2250043" y="319019"/>
                  </a:lnTo>
                  <a:lnTo>
                    <a:pt x="2259787" y="321885"/>
                  </a:lnTo>
                  <a:lnTo>
                    <a:pt x="2269531" y="324635"/>
                  </a:lnTo>
                  <a:lnTo>
                    <a:pt x="2279260" y="327258"/>
                  </a:lnTo>
                  <a:lnTo>
                    <a:pt x="2289004" y="329747"/>
                  </a:lnTo>
                  <a:lnTo>
                    <a:pt x="2298748" y="332092"/>
                  </a:lnTo>
                  <a:lnTo>
                    <a:pt x="2308492" y="334287"/>
                  </a:lnTo>
                  <a:lnTo>
                    <a:pt x="2318236" y="336324"/>
                  </a:lnTo>
                  <a:lnTo>
                    <a:pt x="2327965" y="338192"/>
                  </a:lnTo>
                  <a:lnTo>
                    <a:pt x="2337709" y="339885"/>
                  </a:lnTo>
                  <a:lnTo>
                    <a:pt x="2347453" y="341394"/>
                  </a:lnTo>
                  <a:lnTo>
                    <a:pt x="2357197" y="342711"/>
                  </a:lnTo>
                  <a:lnTo>
                    <a:pt x="2366926" y="343828"/>
                  </a:lnTo>
                  <a:lnTo>
                    <a:pt x="2376670" y="344739"/>
                  </a:lnTo>
                  <a:lnTo>
                    <a:pt x="2386413" y="345433"/>
                  </a:lnTo>
                  <a:lnTo>
                    <a:pt x="2396157" y="345905"/>
                  </a:lnTo>
                  <a:lnTo>
                    <a:pt x="2405886" y="346148"/>
                  </a:lnTo>
                  <a:lnTo>
                    <a:pt x="2415630" y="346153"/>
                  </a:lnTo>
                  <a:lnTo>
                    <a:pt x="2425374" y="345916"/>
                  </a:lnTo>
                  <a:lnTo>
                    <a:pt x="2435118" y="345427"/>
                  </a:lnTo>
                  <a:lnTo>
                    <a:pt x="2444862" y="344684"/>
                  </a:lnTo>
                  <a:lnTo>
                    <a:pt x="2454591" y="343678"/>
                  </a:lnTo>
                  <a:lnTo>
                    <a:pt x="2464335" y="342404"/>
                  </a:lnTo>
                  <a:lnTo>
                    <a:pt x="2474079" y="340859"/>
                  </a:lnTo>
                  <a:lnTo>
                    <a:pt x="2483823" y="339038"/>
                  </a:lnTo>
                  <a:lnTo>
                    <a:pt x="2493552" y="336935"/>
                  </a:lnTo>
                  <a:lnTo>
                    <a:pt x="2503296" y="334548"/>
                  </a:lnTo>
                  <a:lnTo>
                    <a:pt x="2513040" y="331872"/>
                  </a:lnTo>
                  <a:lnTo>
                    <a:pt x="2522784" y="328905"/>
                  </a:lnTo>
                  <a:lnTo>
                    <a:pt x="2532513" y="325647"/>
                  </a:lnTo>
                  <a:lnTo>
                    <a:pt x="2542257" y="322092"/>
                  </a:lnTo>
                  <a:lnTo>
                    <a:pt x="2552001" y="318242"/>
                  </a:lnTo>
                  <a:lnTo>
                    <a:pt x="2561745" y="314094"/>
                  </a:lnTo>
                  <a:lnTo>
                    <a:pt x="2571474" y="309650"/>
                  </a:lnTo>
                  <a:lnTo>
                    <a:pt x="2581218" y="304909"/>
                  </a:lnTo>
                  <a:lnTo>
                    <a:pt x="2590962" y="299872"/>
                  </a:lnTo>
                  <a:lnTo>
                    <a:pt x="2600705" y="294538"/>
                  </a:lnTo>
                  <a:lnTo>
                    <a:pt x="2610449" y="288914"/>
                  </a:lnTo>
                  <a:lnTo>
                    <a:pt x="2620178" y="282997"/>
                  </a:lnTo>
                  <a:lnTo>
                    <a:pt x="2629922" y="276792"/>
                  </a:lnTo>
                  <a:lnTo>
                    <a:pt x="2639666" y="270303"/>
                  </a:lnTo>
                  <a:lnTo>
                    <a:pt x="2649410" y="263535"/>
                  </a:lnTo>
                  <a:lnTo>
                    <a:pt x="2659139" y="256489"/>
                  </a:lnTo>
                  <a:lnTo>
                    <a:pt x="2668883" y="249172"/>
                  </a:lnTo>
                  <a:lnTo>
                    <a:pt x="2678627" y="241590"/>
                  </a:lnTo>
                  <a:lnTo>
                    <a:pt x="2688371" y="233747"/>
                  </a:lnTo>
                  <a:lnTo>
                    <a:pt x="2698100" y="225651"/>
                  </a:lnTo>
                  <a:lnTo>
                    <a:pt x="2707844" y="217306"/>
                  </a:lnTo>
                  <a:lnTo>
                    <a:pt x="2717588" y="208723"/>
                  </a:lnTo>
                  <a:lnTo>
                    <a:pt x="2727332" y="199906"/>
                  </a:lnTo>
                  <a:lnTo>
                    <a:pt x="2737076" y="190863"/>
                  </a:lnTo>
                  <a:lnTo>
                    <a:pt x="2746805" y="181604"/>
                  </a:lnTo>
                  <a:lnTo>
                    <a:pt x="2756549" y="172137"/>
                  </a:lnTo>
                  <a:lnTo>
                    <a:pt x="2766293" y="162469"/>
                  </a:lnTo>
                  <a:lnTo>
                    <a:pt x="2776037" y="152612"/>
                  </a:lnTo>
                  <a:lnTo>
                    <a:pt x="2785766" y="142571"/>
                  </a:lnTo>
                  <a:lnTo>
                    <a:pt x="2795510" y="132360"/>
                  </a:lnTo>
                  <a:lnTo>
                    <a:pt x="2805254" y="121985"/>
                  </a:lnTo>
                  <a:lnTo>
                    <a:pt x="2814998" y="111458"/>
                  </a:lnTo>
                  <a:lnTo>
                    <a:pt x="2824727" y="100787"/>
                  </a:lnTo>
                  <a:lnTo>
                    <a:pt x="2834471" y="89985"/>
                  </a:lnTo>
                  <a:lnTo>
                    <a:pt x="2844215" y="79059"/>
                  </a:lnTo>
                  <a:lnTo>
                    <a:pt x="2853958" y="68021"/>
                  </a:lnTo>
                  <a:lnTo>
                    <a:pt x="2863687" y="56880"/>
                  </a:lnTo>
                  <a:lnTo>
                    <a:pt x="2873431" y="45648"/>
                  </a:lnTo>
                  <a:lnTo>
                    <a:pt x="2883175" y="34333"/>
                  </a:lnTo>
                  <a:lnTo>
                    <a:pt x="2892919" y="22947"/>
                  </a:lnTo>
                  <a:lnTo>
                    <a:pt x="2902663" y="11499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2" name="Freeform 611">
              <a:extLst>
                <a:ext uri="{FF2B5EF4-FFF2-40B4-BE49-F238E27FC236}">
                  <a16:creationId xmlns:a16="http://schemas.microsoft.com/office/drawing/2014/main" id="{906E100A-EE90-CCE2-1B21-5B625FC4B83B}"/>
                </a:ext>
              </a:extLst>
            </p:cNvPr>
            <p:cNvSpPr/>
            <p:nvPr/>
          </p:nvSpPr>
          <p:spPr>
            <a:xfrm>
              <a:off x="576446" y="3197613"/>
              <a:ext cx="2912392" cy="746693"/>
            </a:xfrm>
            <a:custGeom>
              <a:avLst/>
              <a:gdLst>
                <a:gd name="connsiteX0" fmla="*/ 0 w 2912392"/>
                <a:gd name="connsiteY0" fmla="*/ 0 h 746693"/>
                <a:gd name="connsiteX1" fmla="*/ 9739 w 2912392"/>
                <a:gd name="connsiteY1" fmla="*/ 3652 h 746693"/>
                <a:gd name="connsiteX2" fmla="*/ 19480 w 2912392"/>
                <a:gd name="connsiteY2" fmla="*/ 7338 h 746693"/>
                <a:gd name="connsiteX3" fmla="*/ 29221 w 2912392"/>
                <a:gd name="connsiteY3" fmla="*/ 11049 h 746693"/>
                <a:gd name="connsiteX4" fmla="*/ 38961 w 2912392"/>
                <a:gd name="connsiteY4" fmla="*/ 14778 h 746693"/>
                <a:gd name="connsiteX5" fmla="*/ 48702 w 2912392"/>
                <a:gd name="connsiteY5" fmla="*/ 18516 h 746693"/>
                <a:gd name="connsiteX6" fmla="*/ 58443 w 2912392"/>
                <a:gd name="connsiteY6" fmla="*/ 22256 h 746693"/>
                <a:gd name="connsiteX7" fmla="*/ 68182 w 2912392"/>
                <a:gd name="connsiteY7" fmla="*/ 25987 h 746693"/>
                <a:gd name="connsiteX8" fmla="*/ 77923 w 2912392"/>
                <a:gd name="connsiteY8" fmla="*/ 29701 h 746693"/>
                <a:gd name="connsiteX9" fmla="*/ 87664 w 2912392"/>
                <a:gd name="connsiteY9" fmla="*/ 33392 h 746693"/>
                <a:gd name="connsiteX10" fmla="*/ 97404 w 2912392"/>
                <a:gd name="connsiteY10" fmla="*/ 37049 h 746693"/>
                <a:gd name="connsiteX11" fmla="*/ 107145 w 2912392"/>
                <a:gd name="connsiteY11" fmla="*/ 40665 h 746693"/>
                <a:gd name="connsiteX12" fmla="*/ 116886 w 2912392"/>
                <a:gd name="connsiteY12" fmla="*/ 44232 h 746693"/>
                <a:gd name="connsiteX13" fmla="*/ 126625 w 2912392"/>
                <a:gd name="connsiteY13" fmla="*/ 47742 h 746693"/>
                <a:gd name="connsiteX14" fmla="*/ 136366 w 2912392"/>
                <a:gd name="connsiteY14" fmla="*/ 51185 h 746693"/>
                <a:gd name="connsiteX15" fmla="*/ 146107 w 2912392"/>
                <a:gd name="connsiteY15" fmla="*/ 54557 h 746693"/>
                <a:gd name="connsiteX16" fmla="*/ 155846 w 2912392"/>
                <a:gd name="connsiteY16" fmla="*/ 57847 h 746693"/>
                <a:gd name="connsiteX17" fmla="*/ 165587 w 2912392"/>
                <a:gd name="connsiteY17" fmla="*/ 61049 h 746693"/>
                <a:gd name="connsiteX18" fmla="*/ 175328 w 2912392"/>
                <a:gd name="connsiteY18" fmla="*/ 64155 h 746693"/>
                <a:gd name="connsiteX19" fmla="*/ 185068 w 2912392"/>
                <a:gd name="connsiteY19" fmla="*/ 67159 h 746693"/>
                <a:gd name="connsiteX20" fmla="*/ 194809 w 2912392"/>
                <a:gd name="connsiteY20" fmla="*/ 70055 h 746693"/>
                <a:gd name="connsiteX21" fmla="*/ 204550 w 2912392"/>
                <a:gd name="connsiteY21" fmla="*/ 72834 h 746693"/>
                <a:gd name="connsiteX22" fmla="*/ 214289 w 2912392"/>
                <a:gd name="connsiteY22" fmla="*/ 75493 h 746693"/>
                <a:gd name="connsiteX23" fmla="*/ 224030 w 2912392"/>
                <a:gd name="connsiteY23" fmla="*/ 78024 h 746693"/>
                <a:gd name="connsiteX24" fmla="*/ 233771 w 2912392"/>
                <a:gd name="connsiteY24" fmla="*/ 80422 h 746693"/>
                <a:gd name="connsiteX25" fmla="*/ 243510 w 2912392"/>
                <a:gd name="connsiteY25" fmla="*/ 82682 h 746693"/>
                <a:gd name="connsiteX26" fmla="*/ 253251 w 2912392"/>
                <a:gd name="connsiteY26" fmla="*/ 84801 h 746693"/>
                <a:gd name="connsiteX27" fmla="*/ 262992 w 2912392"/>
                <a:gd name="connsiteY27" fmla="*/ 86772 h 746693"/>
                <a:gd name="connsiteX28" fmla="*/ 272732 w 2912392"/>
                <a:gd name="connsiteY28" fmla="*/ 88591 h 746693"/>
                <a:gd name="connsiteX29" fmla="*/ 282473 w 2912392"/>
                <a:gd name="connsiteY29" fmla="*/ 90257 h 746693"/>
                <a:gd name="connsiteX30" fmla="*/ 292214 w 2912392"/>
                <a:gd name="connsiteY30" fmla="*/ 91764 h 746693"/>
                <a:gd name="connsiteX31" fmla="*/ 301953 w 2912392"/>
                <a:gd name="connsiteY31" fmla="*/ 93111 h 746693"/>
                <a:gd name="connsiteX32" fmla="*/ 311694 w 2912392"/>
                <a:gd name="connsiteY32" fmla="*/ 94296 h 746693"/>
                <a:gd name="connsiteX33" fmla="*/ 321435 w 2912392"/>
                <a:gd name="connsiteY33" fmla="*/ 95315 h 746693"/>
                <a:gd name="connsiteX34" fmla="*/ 331175 w 2912392"/>
                <a:gd name="connsiteY34" fmla="*/ 96170 h 746693"/>
                <a:gd name="connsiteX35" fmla="*/ 340916 w 2912392"/>
                <a:gd name="connsiteY35" fmla="*/ 96857 h 746693"/>
                <a:gd name="connsiteX36" fmla="*/ 350656 w 2912392"/>
                <a:gd name="connsiteY36" fmla="*/ 97377 h 746693"/>
                <a:gd name="connsiteX37" fmla="*/ 360396 w 2912392"/>
                <a:gd name="connsiteY37" fmla="*/ 97730 h 746693"/>
                <a:gd name="connsiteX38" fmla="*/ 370137 w 2912392"/>
                <a:gd name="connsiteY38" fmla="*/ 97918 h 746693"/>
                <a:gd name="connsiteX39" fmla="*/ 379878 w 2912392"/>
                <a:gd name="connsiteY39" fmla="*/ 97938 h 746693"/>
                <a:gd name="connsiteX40" fmla="*/ 389617 w 2912392"/>
                <a:gd name="connsiteY40" fmla="*/ 97795 h 746693"/>
                <a:gd name="connsiteX41" fmla="*/ 399358 w 2912392"/>
                <a:gd name="connsiteY41" fmla="*/ 97491 h 746693"/>
                <a:gd name="connsiteX42" fmla="*/ 409099 w 2912392"/>
                <a:gd name="connsiteY42" fmla="*/ 97027 h 746693"/>
                <a:gd name="connsiteX43" fmla="*/ 418839 w 2912392"/>
                <a:gd name="connsiteY43" fmla="*/ 96407 h 746693"/>
                <a:gd name="connsiteX44" fmla="*/ 428580 w 2912392"/>
                <a:gd name="connsiteY44" fmla="*/ 95634 h 746693"/>
                <a:gd name="connsiteX45" fmla="*/ 438321 w 2912392"/>
                <a:gd name="connsiteY45" fmla="*/ 94713 h 746693"/>
                <a:gd name="connsiteX46" fmla="*/ 448060 w 2912392"/>
                <a:gd name="connsiteY46" fmla="*/ 93646 h 746693"/>
                <a:gd name="connsiteX47" fmla="*/ 457801 w 2912392"/>
                <a:gd name="connsiteY47" fmla="*/ 92441 h 746693"/>
                <a:gd name="connsiteX48" fmla="*/ 467542 w 2912392"/>
                <a:gd name="connsiteY48" fmla="*/ 91100 h 746693"/>
                <a:gd name="connsiteX49" fmla="*/ 477281 w 2912392"/>
                <a:gd name="connsiteY49" fmla="*/ 89632 h 746693"/>
                <a:gd name="connsiteX50" fmla="*/ 487022 w 2912392"/>
                <a:gd name="connsiteY50" fmla="*/ 88041 h 746693"/>
                <a:gd name="connsiteX51" fmla="*/ 496763 w 2912392"/>
                <a:gd name="connsiteY51" fmla="*/ 86335 h 746693"/>
                <a:gd name="connsiteX52" fmla="*/ 506503 w 2912392"/>
                <a:gd name="connsiteY52" fmla="*/ 84520 h 746693"/>
                <a:gd name="connsiteX53" fmla="*/ 516244 w 2912392"/>
                <a:gd name="connsiteY53" fmla="*/ 82604 h 746693"/>
                <a:gd name="connsiteX54" fmla="*/ 525985 w 2912392"/>
                <a:gd name="connsiteY54" fmla="*/ 80595 h 746693"/>
                <a:gd name="connsiteX55" fmla="*/ 535724 w 2912392"/>
                <a:gd name="connsiteY55" fmla="*/ 78500 h 746693"/>
                <a:gd name="connsiteX56" fmla="*/ 545465 w 2912392"/>
                <a:gd name="connsiteY56" fmla="*/ 76327 h 746693"/>
                <a:gd name="connsiteX57" fmla="*/ 555206 w 2912392"/>
                <a:gd name="connsiteY57" fmla="*/ 74087 h 746693"/>
                <a:gd name="connsiteX58" fmla="*/ 564946 w 2912392"/>
                <a:gd name="connsiteY58" fmla="*/ 71788 h 746693"/>
                <a:gd name="connsiteX59" fmla="*/ 574687 w 2912392"/>
                <a:gd name="connsiteY59" fmla="*/ 69438 h 746693"/>
                <a:gd name="connsiteX60" fmla="*/ 584428 w 2912392"/>
                <a:gd name="connsiteY60" fmla="*/ 67048 h 746693"/>
                <a:gd name="connsiteX61" fmla="*/ 594167 w 2912392"/>
                <a:gd name="connsiteY61" fmla="*/ 64627 h 746693"/>
                <a:gd name="connsiteX62" fmla="*/ 603908 w 2912392"/>
                <a:gd name="connsiteY62" fmla="*/ 62185 h 746693"/>
                <a:gd name="connsiteX63" fmla="*/ 613649 w 2912392"/>
                <a:gd name="connsiteY63" fmla="*/ 59732 h 746693"/>
                <a:gd name="connsiteX64" fmla="*/ 623388 w 2912392"/>
                <a:gd name="connsiteY64" fmla="*/ 57278 h 746693"/>
                <a:gd name="connsiteX65" fmla="*/ 633129 w 2912392"/>
                <a:gd name="connsiteY65" fmla="*/ 54833 h 746693"/>
                <a:gd name="connsiteX66" fmla="*/ 642870 w 2912392"/>
                <a:gd name="connsiteY66" fmla="*/ 52407 h 746693"/>
                <a:gd name="connsiteX67" fmla="*/ 652610 w 2912392"/>
                <a:gd name="connsiteY67" fmla="*/ 50013 h 746693"/>
                <a:gd name="connsiteX68" fmla="*/ 662351 w 2912392"/>
                <a:gd name="connsiteY68" fmla="*/ 47657 h 746693"/>
                <a:gd name="connsiteX69" fmla="*/ 672092 w 2912392"/>
                <a:gd name="connsiteY69" fmla="*/ 45353 h 746693"/>
                <a:gd name="connsiteX70" fmla="*/ 681831 w 2912392"/>
                <a:gd name="connsiteY70" fmla="*/ 43109 h 746693"/>
                <a:gd name="connsiteX71" fmla="*/ 691572 w 2912392"/>
                <a:gd name="connsiteY71" fmla="*/ 40936 h 746693"/>
                <a:gd name="connsiteX72" fmla="*/ 701313 w 2912392"/>
                <a:gd name="connsiteY72" fmla="*/ 38845 h 746693"/>
                <a:gd name="connsiteX73" fmla="*/ 711052 w 2912392"/>
                <a:gd name="connsiteY73" fmla="*/ 36845 h 746693"/>
                <a:gd name="connsiteX74" fmla="*/ 720793 w 2912392"/>
                <a:gd name="connsiteY74" fmla="*/ 34946 h 746693"/>
                <a:gd name="connsiteX75" fmla="*/ 730534 w 2912392"/>
                <a:gd name="connsiteY75" fmla="*/ 33156 h 746693"/>
                <a:gd name="connsiteX76" fmla="*/ 740274 w 2912392"/>
                <a:gd name="connsiteY76" fmla="*/ 31486 h 746693"/>
                <a:gd name="connsiteX77" fmla="*/ 750015 w 2912392"/>
                <a:gd name="connsiteY77" fmla="*/ 29945 h 746693"/>
                <a:gd name="connsiteX78" fmla="*/ 759756 w 2912392"/>
                <a:gd name="connsiteY78" fmla="*/ 28542 h 746693"/>
                <a:gd name="connsiteX79" fmla="*/ 769495 w 2912392"/>
                <a:gd name="connsiteY79" fmla="*/ 27284 h 746693"/>
                <a:gd name="connsiteX80" fmla="*/ 779236 w 2912392"/>
                <a:gd name="connsiteY80" fmla="*/ 26182 h 746693"/>
                <a:gd name="connsiteX81" fmla="*/ 788977 w 2912392"/>
                <a:gd name="connsiteY81" fmla="*/ 25240 h 746693"/>
                <a:gd name="connsiteX82" fmla="*/ 798717 w 2912392"/>
                <a:gd name="connsiteY82" fmla="*/ 24470 h 746693"/>
                <a:gd name="connsiteX83" fmla="*/ 808458 w 2912392"/>
                <a:gd name="connsiteY83" fmla="*/ 23876 h 746693"/>
                <a:gd name="connsiteX84" fmla="*/ 818199 w 2912392"/>
                <a:gd name="connsiteY84" fmla="*/ 23464 h 746693"/>
                <a:gd name="connsiteX85" fmla="*/ 827938 w 2912392"/>
                <a:gd name="connsiteY85" fmla="*/ 23242 h 746693"/>
                <a:gd name="connsiteX86" fmla="*/ 837679 w 2912392"/>
                <a:gd name="connsiteY86" fmla="*/ 23216 h 746693"/>
                <a:gd name="connsiteX87" fmla="*/ 847420 w 2912392"/>
                <a:gd name="connsiteY87" fmla="*/ 23388 h 746693"/>
                <a:gd name="connsiteX88" fmla="*/ 857159 w 2912392"/>
                <a:gd name="connsiteY88" fmla="*/ 23767 h 746693"/>
                <a:gd name="connsiteX89" fmla="*/ 866900 w 2912392"/>
                <a:gd name="connsiteY89" fmla="*/ 24355 h 746693"/>
                <a:gd name="connsiteX90" fmla="*/ 876641 w 2912392"/>
                <a:gd name="connsiteY90" fmla="*/ 25157 h 746693"/>
                <a:gd name="connsiteX91" fmla="*/ 886381 w 2912392"/>
                <a:gd name="connsiteY91" fmla="*/ 26175 h 746693"/>
                <a:gd name="connsiteX92" fmla="*/ 896122 w 2912392"/>
                <a:gd name="connsiteY92" fmla="*/ 27411 h 746693"/>
                <a:gd name="connsiteX93" fmla="*/ 905863 w 2912392"/>
                <a:gd name="connsiteY93" fmla="*/ 28870 h 746693"/>
                <a:gd name="connsiteX94" fmla="*/ 915602 w 2912392"/>
                <a:gd name="connsiteY94" fmla="*/ 30550 h 746693"/>
                <a:gd name="connsiteX95" fmla="*/ 925343 w 2912392"/>
                <a:gd name="connsiteY95" fmla="*/ 32456 h 746693"/>
                <a:gd name="connsiteX96" fmla="*/ 935084 w 2912392"/>
                <a:gd name="connsiteY96" fmla="*/ 34586 h 746693"/>
                <a:gd name="connsiteX97" fmla="*/ 944824 w 2912392"/>
                <a:gd name="connsiteY97" fmla="*/ 36942 h 746693"/>
                <a:gd name="connsiteX98" fmla="*/ 954564 w 2912392"/>
                <a:gd name="connsiteY98" fmla="*/ 39521 h 746693"/>
                <a:gd name="connsiteX99" fmla="*/ 964305 w 2912392"/>
                <a:gd name="connsiteY99" fmla="*/ 42324 h 746693"/>
                <a:gd name="connsiteX100" fmla="*/ 974045 w 2912392"/>
                <a:gd name="connsiteY100" fmla="*/ 45347 h 746693"/>
                <a:gd name="connsiteX101" fmla="*/ 983786 w 2912392"/>
                <a:gd name="connsiteY101" fmla="*/ 48590 h 746693"/>
                <a:gd name="connsiteX102" fmla="*/ 993522 w 2912392"/>
                <a:gd name="connsiteY102" fmla="*/ 52050 h 746693"/>
                <a:gd name="connsiteX103" fmla="*/ 1003266 w 2912392"/>
                <a:gd name="connsiteY103" fmla="*/ 55725 h 746693"/>
                <a:gd name="connsiteX104" fmla="*/ 1013010 w 2912392"/>
                <a:gd name="connsiteY104" fmla="*/ 59609 h 746693"/>
                <a:gd name="connsiteX105" fmla="*/ 1022754 w 2912392"/>
                <a:gd name="connsiteY105" fmla="*/ 63701 h 746693"/>
                <a:gd name="connsiteX106" fmla="*/ 1032483 w 2912392"/>
                <a:gd name="connsiteY106" fmla="*/ 67993 h 746693"/>
                <a:gd name="connsiteX107" fmla="*/ 1042227 w 2912392"/>
                <a:gd name="connsiteY107" fmla="*/ 72482 h 746693"/>
                <a:gd name="connsiteX108" fmla="*/ 1051971 w 2912392"/>
                <a:gd name="connsiteY108" fmla="*/ 77165 h 746693"/>
                <a:gd name="connsiteX109" fmla="*/ 1061715 w 2912392"/>
                <a:gd name="connsiteY109" fmla="*/ 82032 h 746693"/>
                <a:gd name="connsiteX110" fmla="*/ 1071444 w 2912392"/>
                <a:gd name="connsiteY110" fmla="*/ 87080 h 746693"/>
                <a:gd name="connsiteX111" fmla="*/ 1081188 w 2912392"/>
                <a:gd name="connsiteY111" fmla="*/ 92301 h 746693"/>
                <a:gd name="connsiteX112" fmla="*/ 1090932 w 2912392"/>
                <a:gd name="connsiteY112" fmla="*/ 97690 h 746693"/>
                <a:gd name="connsiteX113" fmla="*/ 1100676 w 2912392"/>
                <a:gd name="connsiteY113" fmla="*/ 103238 h 746693"/>
                <a:gd name="connsiteX114" fmla="*/ 1110405 w 2912392"/>
                <a:gd name="connsiteY114" fmla="*/ 108938 h 746693"/>
                <a:gd name="connsiteX115" fmla="*/ 1120149 w 2912392"/>
                <a:gd name="connsiteY115" fmla="*/ 114785 h 746693"/>
                <a:gd name="connsiteX116" fmla="*/ 1129893 w 2912392"/>
                <a:gd name="connsiteY116" fmla="*/ 120768 h 746693"/>
                <a:gd name="connsiteX117" fmla="*/ 1139637 w 2912392"/>
                <a:gd name="connsiteY117" fmla="*/ 126883 h 746693"/>
                <a:gd name="connsiteX118" fmla="*/ 1149381 w 2912392"/>
                <a:gd name="connsiteY118" fmla="*/ 133118 h 746693"/>
                <a:gd name="connsiteX119" fmla="*/ 1159110 w 2912392"/>
                <a:gd name="connsiteY119" fmla="*/ 139466 h 746693"/>
                <a:gd name="connsiteX120" fmla="*/ 1168854 w 2912392"/>
                <a:gd name="connsiteY120" fmla="*/ 145919 h 746693"/>
                <a:gd name="connsiteX121" fmla="*/ 1178598 w 2912392"/>
                <a:gd name="connsiteY121" fmla="*/ 152470 h 746693"/>
                <a:gd name="connsiteX122" fmla="*/ 1188341 w 2912392"/>
                <a:gd name="connsiteY122" fmla="*/ 159109 h 746693"/>
                <a:gd name="connsiteX123" fmla="*/ 1198070 w 2912392"/>
                <a:gd name="connsiteY123" fmla="*/ 165827 h 746693"/>
                <a:gd name="connsiteX124" fmla="*/ 1207814 w 2912392"/>
                <a:gd name="connsiteY124" fmla="*/ 172618 h 746693"/>
                <a:gd name="connsiteX125" fmla="*/ 1217558 w 2912392"/>
                <a:gd name="connsiteY125" fmla="*/ 179472 h 746693"/>
                <a:gd name="connsiteX126" fmla="*/ 1227302 w 2912392"/>
                <a:gd name="connsiteY126" fmla="*/ 186379 h 746693"/>
                <a:gd name="connsiteX127" fmla="*/ 1237031 w 2912392"/>
                <a:gd name="connsiteY127" fmla="*/ 193334 h 746693"/>
                <a:gd name="connsiteX128" fmla="*/ 1246775 w 2912392"/>
                <a:gd name="connsiteY128" fmla="*/ 200326 h 746693"/>
                <a:gd name="connsiteX129" fmla="*/ 1256519 w 2912392"/>
                <a:gd name="connsiteY129" fmla="*/ 207349 h 746693"/>
                <a:gd name="connsiteX130" fmla="*/ 1266263 w 2912392"/>
                <a:gd name="connsiteY130" fmla="*/ 214395 h 746693"/>
                <a:gd name="connsiteX131" fmla="*/ 1276007 w 2912392"/>
                <a:gd name="connsiteY131" fmla="*/ 221454 h 746693"/>
                <a:gd name="connsiteX132" fmla="*/ 1285736 w 2912392"/>
                <a:gd name="connsiteY132" fmla="*/ 228522 h 746693"/>
                <a:gd name="connsiteX133" fmla="*/ 1295480 w 2912392"/>
                <a:gd name="connsiteY133" fmla="*/ 235589 h 746693"/>
                <a:gd name="connsiteX134" fmla="*/ 1305224 w 2912392"/>
                <a:gd name="connsiteY134" fmla="*/ 242648 h 746693"/>
                <a:gd name="connsiteX135" fmla="*/ 1314968 w 2912392"/>
                <a:gd name="connsiteY135" fmla="*/ 249692 h 746693"/>
                <a:gd name="connsiteX136" fmla="*/ 1324697 w 2912392"/>
                <a:gd name="connsiteY136" fmla="*/ 256717 h 746693"/>
                <a:gd name="connsiteX137" fmla="*/ 1334441 w 2912392"/>
                <a:gd name="connsiteY137" fmla="*/ 263713 h 746693"/>
                <a:gd name="connsiteX138" fmla="*/ 1344185 w 2912392"/>
                <a:gd name="connsiteY138" fmla="*/ 270676 h 746693"/>
                <a:gd name="connsiteX139" fmla="*/ 1353929 w 2912392"/>
                <a:gd name="connsiteY139" fmla="*/ 277601 h 746693"/>
                <a:gd name="connsiteX140" fmla="*/ 1363658 w 2912392"/>
                <a:gd name="connsiteY140" fmla="*/ 284480 h 746693"/>
                <a:gd name="connsiteX141" fmla="*/ 1373402 w 2912392"/>
                <a:gd name="connsiteY141" fmla="*/ 291308 h 746693"/>
                <a:gd name="connsiteX142" fmla="*/ 1383146 w 2912392"/>
                <a:gd name="connsiteY142" fmla="*/ 298082 h 746693"/>
                <a:gd name="connsiteX143" fmla="*/ 1392890 w 2912392"/>
                <a:gd name="connsiteY143" fmla="*/ 304797 h 746693"/>
                <a:gd name="connsiteX144" fmla="*/ 1402619 w 2912392"/>
                <a:gd name="connsiteY144" fmla="*/ 311447 h 746693"/>
                <a:gd name="connsiteX145" fmla="*/ 1412363 w 2912392"/>
                <a:gd name="connsiteY145" fmla="*/ 318029 h 746693"/>
                <a:gd name="connsiteX146" fmla="*/ 1422106 w 2912392"/>
                <a:gd name="connsiteY146" fmla="*/ 324542 h 746693"/>
                <a:gd name="connsiteX147" fmla="*/ 1431850 w 2912392"/>
                <a:gd name="connsiteY147" fmla="*/ 330976 h 746693"/>
                <a:gd name="connsiteX148" fmla="*/ 1441594 w 2912392"/>
                <a:gd name="connsiteY148" fmla="*/ 337335 h 746693"/>
                <a:gd name="connsiteX149" fmla="*/ 1451323 w 2912392"/>
                <a:gd name="connsiteY149" fmla="*/ 343612 h 746693"/>
                <a:gd name="connsiteX150" fmla="*/ 1461067 w 2912392"/>
                <a:gd name="connsiteY150" fmla="*/ 349806 h 746693"/>
                <a:gd name="connsiteX151" fmla="*/ 1470811 w 2912392"/>
                <a:gd name="connsiteY151" fmla="*/ 355914 h 746693"/>
                <a:gd name="connsiteX152" fmla="*/ 1480555 w 2912392"/>
                <a:gd name="connsiteY152" fmla="*/ 361935 h 746693"/>
                <a:gd name="connsiteX153" fmla="*/ 1490284 w 2912392"/>
                <a:gd name="connsiteY153" fmla="*/ 367868 h 746693"/>
                <a:gd name="connsiteX154" fmla="*/ 1500028 w 2912392"/>
                <a:gd name="connsiteY154" fmla="*/ 373710 h 746693"/>
                <a:gd name="connsiteX155" fmla="*/ 1509772 w 2912392"/>
                <a:gd name="connsiteY155" fmla="*/ 379461 h 746693"/>
                <a:gd name="connsiteX156" fmla="*/ 1519516 w 2912392"/>
                <a:gd name="connsiteY156" fmla="*/ 385119 h 746693"/>
                <a:gd name="connsiteX157" fmla="*/ 1529245 w 2912392"/>
                <a:gd name="connsiteY157" fmla="*/ 390686 h 746693"/>
                <a:gd name="connsiteX158" fmla="*/ 1538989 w 2912392"/>
                <a:gd name="connsiteY158" fmla="*/ 396159 h 746693"/>
                <a:gd name="connsiteX159" fmla="*/ 1548733 w 2912392"/>
                <a:gd name="connsiteY159" fmla="*/ 401541 h 746693"/>
                <a:gd name="connsiteX160" fmla="*/ 1558477 w 2912392"/>
                <a:gd name="connsiteY160" fmla="*/ 406829 h 746693"/>
                <a:gd name="connsiteX161" fmla="*/ 1568221 w 2912392"/>
                <a:gd name="connsiteY161" fmla="*/ 412025 h 746693"/>
                <a:gd name="connsiteX162" fmla="*/ 1577950 w 2912392"/>
                <a:gd name="connsiteY162" fmla="*/ 417130 h 746693"/>
                <a:gd name="connsiteX163" fmla="*/ 1587694 w 2912392"/>
                <a:gd name="connsiteY163" fmla="*/ 422143 h 746693"/>
                <a:gd name="connsiteX164" fmla="*/ 1597438 w 2912392"/>
                <a:gd name="connsiteY164" fmla="*/ 427066 h 746693"/>
                <a:gd name="connsiteX165" fmla="*/ 1607182 w 2912392"/>
                <a:gd name="connsiteY165" fmla="*/ 431901 h 746693"/>
                <a:gd name="connsiteX166" fmla="*/ 1616911 w 2912392"/>
                <a:gd name="connsiteY166" fmla="*/ 436649 h 746693"/>
                <a:gd name="connsiteX167" fmla="*/ 1626655 w 2912392"/>
                <a:gd name="connsiteY167" fmla="*/ 441309 h 746693"/>
                <a:gd name="connsiteX168" fmla="*/ 1636399 w 2912392"/>
                <a:gd name="connsiteY168" fmla="*/ 445886 h 746693"/>
                <a:gd name="connsiteX169" fmla="*/ 1646142 w 2912392"/>
                <a:gd name="connsiteY169" fmla="*/ 450378 h 746693"/>
                <a:gd name="connsiteX170" fmla="*/ 1655872 w 2912392"/>
                <a:gd name="connsiteY170" fmla="*/ 454791 h 746693"/>
                <a:gd name="connsiteX171" fmla="*/ 1665616 w 2912392"/>
                <a:gd name="connsiteY171" fmla="*/ 459124 h 746693"/>
                <a:gd name="connsiteX172" fmla="*/ 1675359 w 2912392"/>
                <a:gd name="connsiteY172" fmla="*/ 463379 h 746693"/>
                <a:gd name="connsiteX173" fmla="*/ 1685103 w 2912392"/>
                <a:gd name="connsiteY173" fmla="*/ 467560 h 746693"/>
                <a:gd name="connsiteX174" fmla="*/ 1694832 w 2912392"/>
                <a:gd name="connsiteY174" fmla="*/ 471667 h 746693"/>
                <a:gd name="connsiteX175" fmla="*/ 1704576 w 2912392"/>
                <a:gd name="connsiteY175" fmla="*/ 475704 h 746693"/>
                <a:gd name="connsiteX176" fmla="*/ 1714320 w 2912392"/>
                <a:gd name="connsiteY176" fmla="*/ 479671 h 746693"/>
                <a:gd name="connsiteX177" fmla="*/ 1724064 w 2912392"/>
                <a:gd name="connsiteY177" fmla="*/ 483572 h 746693"/>
                <a:gd name="connsiteX178" fmla="*/ 1733808 w 2912392"/>
                <a:gd name="connsiteY178" fmla="*/ 487410 h 746693"/>
                <a:gd name="connsiteX179" fmla="*/ 1743537 w 2912392"/>
                <a:gd name="connsiteY179" fmla="*/ 491187 h 746693"/>
                <a:gd name="connsiteX180" fmla="*/ 1753281 w 2912392"/>
                <a:gd name="connsiteY180" fmla="*/ 494904 h 746693"/>
                <a:gd name="connsiteX181" fmla="*/ 1763025 w 2912392"/>
                <a:gd name="connsiteY181" fmla="*/ 498565 h 746693"/>
                <a:gd name="connsiteX182" fmla="*/ 1772769 w 2912392"/>
                <a:gd name="connsiteY182" fmla="*/ 502170 h 746693"/>
                <a:gd name="connsiteX183" fmla="*/ 1782498 w 2912392"/>
                <a:gd name="connsiteY183" fmla="*/ 505727 h 746693"/>
                <a:gd name="connsiteX184" fmla="*/ 1792242 w 2912392"/>
                <a:gd name="connsiteY184" fmla="*/ 509232 h 746693"/>
                <a:gd name="connsiteX185" fmla="*/ 1801986 w 2912392"/>
                <a:gd name="connsiteY185" fmla="*/ 512693 h 746693"/>
                <a:gd name="connsiteX186" fmla="*/ 1811730 w 2912392"/>
                <a:gd name="connsiteY186" fmla="*/ 516110 h 746693"/>
                <a:gd name="connsiteX187" fmla="*/ 1821459 w 2912392"/>
                <a:gd name="connsiteY187" fmla="*/ 519486 h 746693"/>
                <a:gd name="connsiteX188" fmla="*/ 1831203 w 2912392"/>
                <a:gd name="connsiteY188" fmla="*/ 522825 h 746693"/>
                <a:gd name="connsiteX189" fmla="*/ 1840947 w 2912392"/>
                <a:gd name="connsiteY189" fmla="*/ 526126 h 746693"/>
                <a:gd name="connsiteX190" fmla="*/ 1850691 w 2912392"/>
                <a:gd name="connsiteY190" fmla="*/ 529395 h 746693"/>
                <a:gd name="connsiteX191" fmla="*/ 1860435 w 2912392"/>
                <a:gd name="connsiteY191" fmla="*/ 532633 h 746693"/>
                <a:gd name="connsiteX192" fmla="*/ 1870164 w 2912392"/>
                <a:gd name="connsiteY192" fmla="*/ 535843 h 746693"/>
                <a:gd name="connsiteX193" fmla="*/ 1879908 w 2912392"/>
                <a:gd name="connsiteY193" fmla="*/ 539029 h 746693"/>
                <a:gd name="connsiteX194" fmla="*/ 1889652 w 2912392"/>
                <a:gd name="connsiteY194" fmla="*/ 542192 h 746693"/>
                <a:gd name="connsiteX195" fmla="*/ 1899395 w 2912392"/>
                <a:gd name="connsiteY195" fmla="*/ 545334 h 746693"/>
                <a:gd name="connsiteX196" fmla="*/ 1909124 w 2912392"/>
                <a:gd name="connsiteY196" fmla="*/ 548460 h 746693"/>
                <a:gd name="connsiteX197" fmla="*/ 1918868 w 2912392"/>
                <a:gd name="connsiteY197" fmla="*/ 551569 h 746693"/>
                <a:gd name="connsiteX198" fmla="*/ 1928612 w 2912392"/>
                <a:gd name="connsiteY198" fmla="*/ 554667 h 746693"/>
                <a:gd name="connsiteX199" fmla="*/ 1938356 w 2912392"/>
                <a:gd name="connsiteY199" fmla="*/ 557754 h 746693"/>
                <a:gd name="connsiteX200" fmla="*/ 1948085 w 2912392"/>
                <a:gd name="connsiteY200" fmla="*/ 560832 h 746693"/>
                <a:gd name="connsiteX201" fmla="*/ 1957829 w 2912392"/>
                <a:gd name="connsiteY201" fmla="*/ 563906 h 746693"/>
                <a:gd name="connsiteX202" fmla="*/ 1967573 w 2912392"/>
                <a:gd name="connsiteY202" fmla="*/ 566976 h 746693"/>
                <a:gd name="connsiteX203" fmla="*/ 1977317 w 2912392"/>
                <a:gd name="connsiteY203" fmla="*/ 570047 h 746693"/>
                <a:gd name="connsiteX204" fmla="*/ 1987046 w 2912392"/>
                <a:gd name="connsiteY204" fmla="*/ 573118 h 746693"/>
                <a:gd name="connsiteX205" fmla="*/ 1996790 w 2912392"/>
                <a:gd name="connsiteY205" fmla="*/ 576193 h 746693"/>
                <a:gd name="connsiteX206" fmla="*/ 2006534 w 2912392"/>
                <a:gd name="connsiteY206" fmla="*/ 579272 h 746693"/>
                <a:gd name="connsiteX207" fmla="*/ 2016278 w 2912392"/>
                <a:gd name="connsiteY207" fmla="*/ 582359 h 746693"/>
                <a:gd name="connsiteX208" fmla="*/ 2026022 w 2912392"/>
                <a:gd name="connsiteY208" fmla="*/ 585455 h 746693"/>
                <a:gd name="connsiteX209" fmla="*/ 2035751 w 2912392"/>
                <a:gd name="connsiteY209" fmla="*/ 588562 h 746693"/>
                <a:gd name="connsiteX210" fmla="*/ 2045495 w 2912392"/>
                <a:gd name="connsiteY210" fmla="*/ 591682 h 746693"/>
                <a:gd name="connsiteX211" fmla="*/ 2055239 w 2912392"/>
                <a:gd name="connsiteY211" fmla="*/ 594815 h 746693"/>
                <a:gd name="connsiteX212" fmla="*/ 2064983 w 2912392"/>
                <a:gd name="connsiteY212" fmla="*/ 597963 h 746693"/>
                <a:gd name="connsiteX213" fmla="*/ 2074712 w 2912392"/>
                <a:gd name="connsiteY213" fmla="*/ 601129 h 746693"/>
                <a:gd name="connsiteX214" fmla="*/ 2084456 w 2912392"/>
                <a:gd name="connsiteY214" fmla="*/ 604312 h 746693"/>
                <a:gd name="connsiteX215" fmla="*/ 2094200 w 2912392"/>
                <a:gd name="connsiteY215" fmla="*/ 607512 h 746693"/>
                <a:gd name="connsiteX216" fmla="*/ 2103944 w 2912392"/>
                <a:gd name="connsiteY216" fmla="*/ 610733 h 746693"/>
                <a:gd name="connsiteX217" fmla="*/ 2113673 w 2912392"/>
                <a:gd name="connsiteY217" fmla="*/ 613972 h 746693"/>
                <a:gd name="connsiteX218" fmla="*/ 2123417 w 2912392"/>
                <a:gd name="connsiteY218" fmla="*/ 617233 h 746693"/>
                <a:gd name="connsiteX219" fmla="*/ 2133161 w 2912392"/>
                <a:gd name="connsiteY219" fmla="*/ 620513 h 746693"/>
                <a:gd name="connsiteX220" fmla="*/ 2142905 w 2912392"/>
                <a:gd name="connsiteY220" fmla="*/ 623814 h 746693"/>
                <a:gd name="connsiteX221" fmla="*/ 2152649 w 2912392"/>
                <a:gd name="connsiteY221" fmla="*/ 627135 h 746693"/>
                <a:gd name="connsiteX222" fmla="*/ 2162377 w 2912392"/>
                <a:gd name="connsiteY222" fmla="*/ 630476 h 746693"/>
                <a:gd name="connsiteX223" fmla="*/ 2172121 w 2912392"/>
                <a:gd name="connsiteY223" fmla="*/ 633834 h 746693"/>
                <a:gd name="connsiteX224" fmla="*/ 2181865 w 2912392"/>
                <a:gd name="connsiteY224" fmla="*/ 637212 h 746693"/>
                <a:gd name="connsiteX225" fmla="*/ 2191609 w 2912392"/>
                <a:gd name="connsiteY225" fmla="*/ 640606 h 746693"/>
                <a:gd name="connsiteX226" fmla="*/ 2201338 w 2912392"/>
                <a:gd name="connsiteY226" fmla="*/ 644016 h 746693"/>
                <a:gd name="connsiteX227" fmla="*/ 2211082 w 2912392"/>
                <a:gd name="connsiteY227" fmla="*/ 647438 h 746693"/>
                <a:gd name="connsiteX228" fmla="*/ 2220826 w 2912392"/>
                <a:gd name="connsiteY228" fmla="*/ 650874 h 746693"/>
                <a:gd name="connsiteX229" fmla="*/ 2230570 w 2912392"/>
                <a:gd name="connsiteY229" fmla="*/ 654319 h 746693"/>
                <a:gd name="connsiteX230" fmla="*/ 2240299 w 2912392"/>
                <a:gd name="connsiteY230" fmla="*/ 657771 h 746693"/>
                <a:gd name="connsiteX231" fmla="*/ 2250043 w 2912392"/>
                <a:gd name="connsiteY231" fmla="*/ 661226 h 746693"/>
                <a:gd name="connsiteX232" fmla="*/ 2259787 w 2912392"/>
                <a:gd name="connsiteY232" fmla="*/ 664684 h 746693"/>
                <a:gd name="connsiteX233" fmla="*/ 2269531 w 2912392"/>
                <a:gd name="connsiteY233" fmla="*/ 668140 h 746693"/>
                <a:gd name="connsiteX234" fmla="*/ 2279260 w 2912392"/>
                <a:gd name="connsiteY234" fmla="*/ 671589 h 746693"/>
                <a:gd name="connsiteX235" fmla="*/ 2289004 w 2912392"/>
                <a:gd name="connsiteY235" fmla="*/ 675031 h 746693"/>
                <a:gd name="connsiteX236" fmla="*/ 2298748 w 2912392"/>
                <a:gd name="connsiteY236" fmla="*/ 678459 h 746693"/>
                <a:gd name="connsiteX237" fmla="*/ 2308492 w 2912392"/>
                <a:gd name="connsiteY237" fmla="*/ 681870 h 746693"/>
                <a:gd name="connsiteX238" fmla="*/ 2318236 w 2912392"/>
                <a:gd name="connsiteY238" fmla="*/ 685258 h 746693"/>
                <a:gd name="connsiteX239" fmla="*/ 2327965 w 2912392"/>
                <a:gd name="connsiteY239" fmla="*/ 688620 h 746693"/>
                <a:gd name="connsiteX240" fmla="*/ 2337709 w 2912392"/>
                <a:gd name="connsiteY240" fmla="*/ 691949 h 746693"/>
                <a:gd name="connsiteX241" fmla="*/ 2347453 w 2912392"/>
                <a:gd name="connsiteY241" fmla="*/ 695242 h 746693"/>
                <a:gd name="connsiteX242" fmla="*/ 2357197 w 2912392"/>
                <a:gd name="connsiteY242" fmla="*/ 698491 h 746693"/>
                <a:gd name="connsiteX243" fmla="*/ 2366926 w 2912392"/>
                <a:gd name="connsiteY243" fmla="*/ 701693 h 746693"/>
                <a:gd name="connsiteX244" fmla="*/ 2376670 w 2912392"/>
                <a:gd name="connsiteY244" fmla="*/ 704838 h 746693"/>
                <a:gd name="connsiteX245" fmla="*/ 2386413 w 2912392"/>
                <a:gd name="connsiteY245" fmla="*/ 707924 h 746693"/>
                <a:gd name="connsiteX246" fmla="*/ 2396157 w 2912392"/>
                <a:gd name="connsiteY246" fmla="*/ 710944 h 746693"/>
                <a:gd name="connsiteX247" fmla="*/ 2405886 w 2912392"/>
                <a:gd name="connsiteY247" fmla="*/ 713889 h 746693"/>
                <a:gd name="connsiteX248" fmla="*/ 2415630 w 2912392"/>
                <a:gd name="connsiteY248" fmla="*/ 716754 h 746693"/>
                <a:gd name="connsiteX249" fmla="*/ 2425374 w 2912392"/>
                <a:gd name="connsiteY249" fmla="*/ 719533 h 746693"/>
                <a:gd name="connsiteX250" fmla="*/ 2435118 w 2912392"/>
                <a:gd name="connsiteY250" fmla="*/ 722218 h 746693"/>
                <a:gd name="connsiteX251" fmla="*/ 2444862 w 2912392"/>
                <a:gd name="connsiteY251" fmla="*/ 724801 h 746693"/>
                <a:gd name="connsiteX252" fmla="*/ 2454591 w 2912392"/>
                <a:gd name="connsiteY252" fmla="*/ 727279 h 746693"/>
                <a:gd name="connsiteX253" fmla="*/ 2464335 w 2912392"/>
                <a:gd name="connsiteY253" fmla="*/ 729640 h 746693"/>
                <a:gd name="connsiteX254" fmla="*/ 2474079 w 2912392"/>
                <a:gd name="connsiteY254" fmla="*/ 731881 h 746693"/>
                <a:gd name="connsiteX255" fmla="*/ 2483823 w 2912392"/>
                <a:gd name="connsiteY255" fmla="*/ 733991 h 746693"/>
                <a:gd name="connsiteX256" fmla="*/ 2493552 w 2912392"/>
                <a:gd name="connsiteY256" fmla="*/ 735966 h 746693"/>
                <a:gd name="connsiteX257" fmla="*/ 2503296 w 2912392"/>
                <a:gd name="connsiteY257" fmla="*/ 737798 h 746693"/>
                <a:gd name="connsiteX258" fmla="*/ 2513040 w 2912392"/>
                <a:gd name="connsiteY258" fmla="*/ 739478 h 746693"/>
                <a:gd name="connsiteX259" fmla="*/ 2522784 w 2912392"/>
                <a:gd name="connsiteY259" fmla="*/ 741001 h 746693"/>
                <a:gd name="connsiteX260" fmla="*/ 2532513 w 2912392"/>
                <a:gd name="connsiteY260" fmla="*/ 742358 h 746693"/>
                <a:gd name="connsiteX261" fmla="*/ 2542257 w 2912392"/>
                <a:gd name="connsiteY261" fmla="*/ 743546 h 746693"/>
                <a:gd name="connsiteX262" fmla="*/ 2552001 w 2912392"/>
                <a:gd name="connsiteY262" fmla="*/ 744554 h 746693"/>
                <a:gd name="connsiteX263" fmla="*/ 2561745 w 2912392"/>
                <a:gd name="connsiteY263" fmla="*/ 745377 h 746693"/>
                <a:gd name="connsiteX264" fmla="*/ 2571474 w 2912392"/>
                <a:gd name="connsiteY264" fmla="*/ 746008 h 746693"/>
                <a:gd name="connsiteX265" fmla="*/ 2581218 w 2912392"/>
                <a:gd name="connsiteY265" fmla="*/ 746443 h 746693"/>
                <a:gd name="connsiteX266" fmla="*/ 2590962 w 2912392"/>
                <a:gd name="connsiteY266" fmla="*/ 746673 h 746693"/>
                <a:gd name="connsiteX267" fmla="*/ 2600705 w 2912392"/>
                <a:gd name="connsiteY267" fmla="*/ 746694 h 746693"/>
                <a:gd name="connsiteX268" fmla="*/ 2610449 w 2912392"/>
                <a:gd name="connsiteY268" fmla="*/ 746499 h 746693"/>
                <a:gd name="connsiteX269" fmla="*/ 2620178 w 2912392"/>
                <a:gd name="connsiteY269" fmla="*/ 746083 h 746693"/>
                <a:gd name="connsiteX270" fmla="*/ 2629922 w 2912392"/>
                <a:gd name="connsiteY270" fmla="*/ 745441 h 746693"/>
                <a:gd name="connsiteX271" fmla="*/ 2639666 w 2912392"/>
                <a:gd name="connsiteY271" fmla="*/ 744568 h 746693"/>
                <a:gd name="connsiteX272" fmla="*/ 2649410 w 2912392"/>
                <a:gd name="connsiteY272" fmla="*/ 743458 h 746693"/>
                <a:gd name="connsiteX273" fmla="*/ 2659139 w 2912392"/>
                <a:gd name="connsiteY273" fmla="*/ 742109 h 746693"/>
                <a:gd name="connsiteX274" fmla="*/ 2668883 w 2912392"/>
                <a:gd name="connsiteY274" fmla="*/ 740517 h 746693"/>
                <a:gd name="connsiteX275" fmla="*/ 2678627 w 2912392"/>
                <a:gd name="connsiteY275" fmla="*/ 738678 h 746693"/>
                <a:gd name="connsiteX276" fmla="*/ 2688371 w 2912392"/>
                <a:gd name="connsiteY276" fmla="*/ 736588 h 746693"/>
                <a:gd name="connsiteX277" fmla="*/ 2698100 w 2912392"/>
                <a:gd name="connsiteY277" fmla="*/ 734244 h 746693"/>
                <a:gd name="connsiteX278" fmla="*/ 2707844 w 2912392"/>
                <a:gd name="connsiteY278" fmla="*/ 731644 h 746693"/>
                <a:gd name="connsiteX279" fmla="*/ 2717588 w 2912392"/>
                <a:gd name="connsiteY279" fmla="*/ 728785 h 746693"/>
                <a:gd name="connsiteX280" fmla="*/ 2727332 w 2912392"/>
                <a:gd name="connsiteY280" fmla="*/ 725667 h 746693"/>
                <a:gd name="connsiteX281" fmla="*/ 2737076 w 2912392"/>
                <a:gd name="connsiteY281" fmla="*/ 722288 h 746693"/>
                <a:gd name="connsiteX282" fmla="*/ 2746805 w 2912392"/>
                <a:gd name="connsiteY282" fmla="*/ 718646 h 746693"/>
                <a:gd name="connsiteX283" fmla="*/ 2756549 w 2912392"/>
                <a:gd name="connsiteY283" fmla="*/ 714741 h 746693"/>
                <a:gd name="connsiteX284" fmla="*/ 2766293 w 2912392"/>
                <a:gd name="connsiteY284" fmla="*/ 710574 h 746693"/>
                <a:gd name="connsiteX285" fmla="*/ 2776037 w 2912392"/>
                <a:gd name="connsiteY285" fmla="*/ 706145 h 746693"/>
                <a:gd name="connsiteX286" fmla="*/ 2785766 w 2912392"/>
                <a:gd name="connsiteY286" fmla="*/ 701451 h 746693"/>
                <a:gd name="connsiteX287" fmla="*/ 2795510 w 2912392"/>
                <a:gd name="connsiteY287" fmla="*/ 696499 h 746693"/>
                <a:gd name="connsiteX288" fmla="*/ 2805254 w 2912392"/>
                <a:gd name="connsiteY288" fmla="*/ 691287 h 746693"/>
                <a:gd name="connsiteX289" fmla="*/ 2814998 w 2912392"/>
                <a:gd name="connsiteY289" fmla="*/ 685818 h 746693"/>
                <a:gd name="connsiteX290" fmla="*/ 2824727 w 2912392"/>
                <a:gd name="connsiteY290" fmla="*/ 680094 h 746693"/>
                <a:gd name="connsiteX291" fmla="*/ 2834471 w 2912392"/>
                <a:gd name="connsiteY291" fmla="*/ 674116 h 746693"/>
                <a:gd name="connsiteX292" fmla="*/ 2844215 w 2912392"/>
                <a:gd name="connsiteY292" fmla="*/ 667892 h 746693"/>
                <a:gd name="connsiteX293" fmla="*/ 2853958 w 2912392"/>
                <a:gd name="connsiteY293" fmla="*/ 661421 h 746693"/>
                <a:gd name="connsiteX294" fmla="*/ 2863687 w 2912392"/>
                <a:gd name="connsiteY294" fmla="*/ 654709 h 746693"/>
                <a:gd name="connsiteX295" fmla="*/ 2873431 w 2912392"/>
                <a:gd name="connsiteY295" fmla="*/ 647760 h 746693"/>
                <a:gd name="connsiteX296" fmla="*/ 2883175 w 2912392"/>
                <a:gd name="connsiteY296" fmla="*/ 640579 h 746693"/>
                <a:gd name="connsiteX297" fmla="*/ 2892919 w 2912392"/>
                <a:gd name="connsiteY297" fmla="*/ 633171 h 746693"/>
                <a:gd name="connsiteX298" fmla="*/ 2902663 w 2912392"/>
                <a:gd name="connsiteY298" fmla="*/ 625543 h 746693"/>
                <a:gd name="connsiteX299" fmla="*/ 2912392 w 2912392"/>
                <a:gd name="connsiteY299" fmla="*/ 617698 h 746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46693">
                  <a:moveTo>
                    <a:pt x="0" y="0"/>
                  </a:moveTo>
                  <a:lnTo>
                    <a:pt x="9739" y="3652"/>
                  </a:lnTo>
                  <a:lnTo>
                    <a:pt x="19480" y="7338"/>
                  </a:lnTo>
                  <a:lnTo>
                    <a:pt x="29221" y="11049"/>
                  </a:lnTo>
                  <a:lnTo>
                    <a:pt x="38961" y="14778"/>
                  </a:lnTo>
                  <a:lnTo>
                    <a:pt x="48702" y="18516"/>
                  </a:lnTo>
                  <a:lnTo>
                    <a:pt x="58443" y="22256"/>
                  </a:lnTo>
                  <a:lnTo>
                    <a:pt x="68182" y="25987"/>
                  </a:lnTo>
                  <a:lnTo>
                    <a:pt x="77923" y="29701"/>
                  </a:lnTo>
                  <a:lnTo>
                    <a:pt x="87664" y="33392"/>
                  </a:lnTo>
                  <a:lnTo>
                    <a:pt x="97404" y="37049"/>
                  </a:lnTo>
                  <a:lnTo>
                    <a:pt x="107145" y="40665"/>
                  </a:lnTo>
                  <a:lnTo>
                    <a:pt x="116886" y="44232"/>
                  </a:lnTo>
                  <a:lnTo>
                    <a:pt x="126625" y="47742"/>
                  </a:lnTo>
                  <a:lnTo>
                    <a:pt x="136366" y="51185"/>
                  </a:lnTo>
                  <a:lnTo>
                    <a:pt x="146107" y="54557"/>
                  </a:lnTo>
                  <a:lnTo>
                    <a:pt x="155846" y="57847"/>
                  </a:lnTo>
                  <a:lnTo>
                    <a:pt x="165587" y="61049"/>
                  </a:lnTo>
                  <a:lnTo>
                    <a:pt x="175328" y="64155"/>
                  </a:lnTo>
                  <a:lnTo>
                    <a:pt x="185068" y="67159"/>
                  </a:lnTo>
                  <a:lnTo>
                    <a:pt x="194809" y="70055"/>
                  </a:lnTo>
                  <a:lnTo>
                    <a:pt x="204550" y="72834"/>
                  </a:lnTo>
                  <a:lnTo>
                    <a:pt x="214289" y="75493"/>
                  </a:lnTo>
                  <a:lnTo>
                    <a:pt x="224030" y="78024"/>
                  </a:lnTo>
                  <a:lnTo>
                    <a:pt x="233771" y="80422"/>
                  </a:lnTo>
                  <a:lnTo>
                    <a:pt x="243510" y="82682"/>
                  </a:lnTo>
                  <a:lnTo>
                    <a:pt x="253251" y="84801"/>
                  </a:lnTo>
                  <a:lnTo>
                    <a:pt x="262992" y="86772"/>
                  </a:lnTo>
                  <a:lnTo>
                    <a:pt x="272732" y="88591"/>
                  </a:lnTo>
                  <a:lnTo>
                    <a:pt x="282473" y="90257"/>
                  </a:lnTo>
                  <a:lnTo>
                    <a:pt x="292214" y="91764"/>
                  </a:lnTo>
                  <a:lnTo>
                    <a:pt x="301953" y="93111"/>
                  </a:lnTo>
                  <a:lnTo>
                    <a:pt x="311694" y="94296"/>
                  </a:lnTo>
                  <a:lnTo>
                    <a:pt x="321435" y="95315"/>
                  </a:lnTo>
                  <a:lnTo>
                    <a:pt x="331175" y="96170"/>
                  </a:lnTo>
                  <a:lnTo>
                    <a:pt x="340916" y="96857"/>
                  </a:lnTo>
                  <a:lnTo>
                    <a:pt x="350656" y="97377"/>
                  </a:lnTo>
                  <a:lnTo>
                    <a:pt x="360396" y="97730"/>
                  </a:lnTo>
                  <a:lnTo>
                    <a:pt x="370137" y="97918"/>
                  </a:lnTo>
                  <a:lnTo>
                    <a:pt x="379878" y="97938"/>
                  </a:lnTo>
                  <a:lnTo>
                    <a:pt x="389617" y="97795"/>
                  </a:lnTo>
                  <a:lnTo>
                    <a:pt x="399358" y="97491"/>
                  </a:lnTo>
                  <a:lnTo>
                    <a:pt x="409099" y="97027"/>
                  </a:lnTo>
                  <a:lnTo>
                    <a:pt x="418839" y="96407"/>
                  </a:lnTo>
                  <a:lnTo>
                    <a:pt x="428580" y="95634"/>
                  </a:lnTo>
                  <a:lnTo>
                    <a:pt x="438321" y="94713"/>
                  </a:lnTo>
                  <a:lnTo>
                    <a:pt x="448060" y="93646"/>
                  </a:lnTo>
                  <a:lnTo>
                    <a:pt x="457801" y="92441"/>
                  </a:lnTo>
                  <a:lnTo>
                    <a:pt x="467542" y="91100"/>
                  </a:lnTo>
                  <a:lnTo>
                    <a:pt x="477281" y="89632"/>
                  </a:lnTo>
                  <a:lnTo>
                    <a:pt x="487022" y="88041"/>
                  </a:lnTo>
                  <a:lnTo>
                    <a:pt x="496763" y="86335"/>
                  </a:lnTo>
                  <a:lnTo>
                    <a:pt x="506503" y="84520"/>
                  </a:lnTo>
                  <a:lnTo>
                    <a:pt x="516244" y="82604"/>
                  </a:lnTo>
                  <a:lnTo>
                    <a:pt x="525985" y="80595"/>
                  </a:lnTo>
                  <a:lnTo>
                    <a:pt x="535724" y="78500"/>
                  </a:lnTo>
                  <a:lnTo>
                    <a:pt x="545465" y="76327"/>
                  </a:lnTo>
                  <a:lnTo>
                    <a:pt x="555206" y="74087"/>
                  </a:lnTo>
                  <a:lnTo>
                    <a:pt x="564946" y="71788"/>
                  </a:lnTo>
                  <a:lnTo>
                    <a:pt x="574687" y="69438"/>
                  </a:lnTo>
                  <a:lnTo>
                    <a:pt x="584428" y="67048"/>
                  </a:lnTo>
                  <a:lnTo>
                    <a:pt x="594167" y="64627"/>
                  </a:lnTo>
                  <a:lnTo>
                    <a:pt x="603908" y="62185"/>
                  </a:lnTo>
                  <a:lnTo>
                    <a:pt x="613649" y="59732"/>
                  </a:lnTo>
                  <a:lnTo>
                    <a:pt x="623388" y="57278"/>
                  </a:lnTo>
                  <a:lnTo>
                    <a:pt x="633129" y="54833"/>
                  </a:lnTo>
                  <a:lnTo>
                    <a:pt x="642870" y="52407"/>
                  </a:lnTo>
                  <a:lnTo>
                    <a:pt x="652610" y="50013"/>
                  </a:lnTo>
                  <a:lnTo>
                    <a:pt x="662351" y="47657"/>
                  </a:lnTo>
                  <a:lnTo>
                    <a:pt x="672092" y="45353"/>
                  </a:lnTo>
                  <a:lnTo>
                    <a:pt x="681831" y="43109"/>
                  </a:lnTo>
                  <a:lnTo>
                    <a:pt x="691572" y="40936"/>
                  </a:lnTo>
                  <a:lnTo>
                    <a:pt x="701313" y="38845"/>
                  </a:lnTo>
                  <a:lnTo>
                    <a:pt x="711052" y="36845"/>
                  </a:lnTo>
                  <a:lnTo>
                    <a:pt x="720793" y="34946"/>
                  </a:lnTo>
                  <a:lnTo>
                    <a:pt x="730534" y="33156"/>
                  </a:lnTo>
                  <a:lnTo>
                    <a:pt x="740274" y="31486"/>
                  </a:lnTo>
                  <a:lnTo>
                    <a:pt x="750015" y="29945"/>
                  </a:lnTo>
                  <a:lnTo>
                    <a:pt x="759756" y="28542"/>
                  </a:lnTo>
                  <a:lnTo>
                    <a:pt x="769495" y="27284"/>
                  </a:lnTo>
                  <a:lnTo>
                    <a:pt x="779236" y="26182"/>
                  </a:lnTo>
                  <a:lnTo>
                    <a:pt x="788977" y="25240"/>
                  </a:lnTo>
                  <a:lnTo>
                    <a:pt x="798717" y="24470"/>
                  </a:lnTo>
                  <a:lnTo>
                    <a:pt x="808458" y="23876"/>
                  </a:lnTo>
                  <a:lnTo>
                    <a:pt x="818199" y="23464"/>
                  </a:lnTo>
                  <a:lnTo>
                    <a:pt x="827938" y="23242"/>
                  </a:lnTo>
                  <a:lnTo>
                    <a:pt x="837679" y="23216"/>
                  </a:lnTo>
                  <a:lnTo>
                    <a:pt x="847420" y="23388"/>
                  </a:lnTo>
                  <a:lnTo>
                    <a:pt x="857159" y="23767"/>
                  </a:lnTo>
                  <a:lnTo>
                    <a:pt x="866900" y="24355"/>
                  </a:lnTo>
                  <a:lnTo>
                    <a:pt x="876641" y="25157"/>
                  </a:lnTo>
                  <a:lnTo>
                    <a:pt x="886381" y="26175"/>
                  </a:lnTo>
                  <a:lnTo>
                    <a:pt x="896122" y="27411"/>
                  </a:lnTo>
                  <a:lnTo>
                    <a:pt x="905863" y="28870"/>
                  </a:lnTo>
                  <a:lnTo>
                    <a:pt x="915602" y="30550"/>
                  </a:lnTo>
                  <a:lnTo>
                    <a:pt x="925343" y="32456"/>
                  </a:lnTo>
                  <a:lnTo>
                    <a:pt x="935084" y="34586"/>
                  </a:lnTo>
                  <a:lnTo>
                    <a:pt x="944824" y="36942"/>
                  </a:lnTo>
                  <a:lnTo>
                    <a:pt x="954564" y="39521"/>
                  </a:lnTo>
                  <a:lnTo>
                    <a:pt x="964305" y="42324"/>
                  </a:lnTo>
                  <a:lnTo>
                    <a:pt x="974045" y="45347"/>
                  </a:lnTo>
                  <a:lnTo>
                    <a:pt x="983786" y="48590"/>
                  </a:lnTo>
                  <a:lnTo>
                    <a:pt x="993522" y="52050"/>
                  </a:lnTo>
                  <a:lnTo>
                    <a:pt x="1003266" y="55725"/>
                  </a:lnTo>
                  <a:lnTo>
                    <a:pt x="1013010" y="59609"/>
                  </a:lnTo>
                  <a:lnTo>
                    <a:pt x="1022754" y="63701"/>
                  </a:lnTo>
                  <a:lnTo>
                    <a:pt x="1032483" y="67993"/>
                  </a:lnTo>
                  <a:lnTo>
                    <a:pt x="1042227" y="72482"/>
                  </a:lnTo>
                  <a:lnTo>
                    <a:pt x="1051971" y="77165"/>
                  </a:lnTo>
                  <a:lnTo>
                    <a:pt x="1061715" y="82032"/>
                  </a:lnTo>
                  <a:lnTo>
                    <a:pt x="1071444" y="87080"/>
                  </a:lnTo>
                  <a:lnTo>
                    <a:pt x="1081188" y="92301"/>
                  </a:lnTo>
                  <a:lnTo>
                    <a:pt x="1090932" y="97690"/>
                  </a:lnTo>
                  <a:lnTo>
                    <a:pt x="1100676" y="103238"/>
                  </a:lnTo>
                  <a:lnTo>
                    <a:pt x="1110405" y="108938"/>
                  </a:lnTo>
                  <a:lnTo>
                    <a:pt x="1120149" y="114785"/>
                  </a:lnTo>
                  <a:lnTo>
                    <a:pt x="1129893" y="120768"/>
                  </a:lnTo>
                  <a:lnTo>
                    <a:pt x="1139637" y="126883"/>
                  </a:lnTo>
                  <a:lnTo>
                    <a:pt x="1149381" y="133118"/>
                  </a:lnTo>
                  <a:lnTo>
                    <a:pt x="1159110" y="139466"/>
                  </a:lnTo>
                  <a:lnTo>
                    <a:pt x="1168854" y="145919"/>
                  </a:lnTo>
                  <a:lnTo>
                    <a:pt x="1178598" y="152470"/>
                  </a:lnTo>
                  <a:lnTo>
                    <a:pt x="1188341" y="159109"/>
                  </a:lnTo>
                  <a:lnTo>
                    <a:pt x="1198070" y="165827"/>
                  </a:lnTo>
                  <a:lnTo>
                    <a:pt x="1207814" y="172618"/>
                  </a:lnTo>
                  <a:lnTo>
                    <a:pt x="1217558" y="179472"/>
                  </a:lnTo>
                  <a:lnTo>
                    <a:pt x="1227302" y="186379"/>
                  </a:lnTo>
                  <a:lnTo>
                    <a:pt x="1237031" y="193334"/>
                  </a:lnTo>
                  <a:lnTo>
                    <a:pt x="1246775" y="200326"/>
                  </a:lnTo>
                  <a:lnTo>
                    <a:pt x="1256519" y="207349"/>
                  </a:lnTo>
                  <a:lnTo>
                    <a:pt x="1266263" y="214395"/>
                  </a:lnTo>
                  <a:lnTo>
                    <a:pt x="1276007" y="221454"/>
                  </a:lnTo>
                  <a:lnTo>
                    <a:pt x="1285736" y="228522"/>
                  </a:lnTo>
                  <a:lnTo>
                    <a:pt x="1295480" y="235589"/>
                  </a:lnTo>
                  <a:lnTo>
                    <a:pt x="1305224" y="242648"/>
                  </a:lnTo>
                  <a:lnTo>
                    <a:pt x="1314968" y="249692"/>
                  </a:lnTo>
                  <a:lnTo>
                    <a:pt x="1324697" y="256717"/>
                  </a:lnTo>
                  <a:lnTo>
                    <a:pt x="1334441" y="263713"/>
                  </a:lnTo>
                  <a:lnTo>
                    <a:pt x="1344185" y="270676"/>
                  </a:lnTo>
                  <a:lnTo>
                    <a:pt x="1353929" y="277601"/>
                  </a:lnTo>
                  <a:lnTo>
                    <a:pt x="1363658" y="284480"/>
                  </a:lnTo>
                  <a:lnTo>
                    <a:pt x="1373402" y="291308"/>
                  </a:lnTo>
                  <a:lnTo>
                    <a:pt x="1383146" y="298082"/>
                  </a:lnTo>
                  <a:lnTo>
                    <a:pt x="1392890" y="304797"/>
                  </a:lnTo>
                  <a:lnTo>
                    <a:pt x="1402619" y="311447"/>
                  </a:lnTo>
                  <a:lnTo>
                    <a:pt x="1412363" y="318029"/>
                  </a:lnTo>
                  <a:lnTo>
                    <a:pt x="1422106" y="324542"/>
                  </a:lnTo>
                  <a:lnTo>
                    <a:pt x="1431850" y="330976"/>
                  </a:lnTo>
                  <a:lnTo>
                    <a:pt x="1441594" y="337335"/>
                  </a:lnTo>
                  <a:lnTo>
                    <a:pt x="1451323" y="343612"/>
                  </a:lnTo>
                  <a:lnTo>
                    <a:pt x="1461067" y="349806"/>
                  </a:lnTo>
                  <a:lnTo>
                    <a:pt x="1470811" y="355914"/>
                  </a:lnTo>
                  <a:lnTo>
                    <a:pt x="1480555" y="361935"/>
                  </a:lnTo>
                  <a:lnTo>
                    <a:pt x="1490284" y="367868"/>
                  </a:lnTo>
                  <a:lnTo>
                    <a:pt x="1500028" y="373710"/>
                  </a:lnTo>
                  <a:lnTo>
                    <a:pt x="1509772" y="379461"/>
                  </a:lnTo>
                  <a:lnTo>
                    <a:pt x="1519516" y="385119"/>
                  </a:lnTo>
                  <a:lnTo>
                    <a:pt x="1529245" y="390686"/>
                  </a:lnTo>
                  <a:lnTo>
                    <a:pt x="1538989" y="396159"/>
                  </a:lnTo>
                  <a:lnTo>
                    <a:pt x="1548733" y="401541"/>
                  </a:lnTo>
                  <a:lnTo>
                    <a:pt x="1558477" y="406829"/>
                  </a:lnTo>
                  <a:lnTo>
                    <a:pt x="1568221" y="412025"/>
                  </a:lnTo>
                  <a:lnTo>
                    <a:pt x="1577950" y="417130"/>
                  </a:lnTo>
                  <a:lnTo>
                    <a:pt x="1587694" y="422143"/>
                  </a:lnTo>
                  <a:lnTo>
                    <a:pt x="1597438" y="427066"/>
                  </a:lnTo>
                  <a:lnTo>
                    <a:pt x="1607182" y="431901"/>
                  </a:lnTo>
                  <a:lnTo>
                    <a:pt x="1616911" y="436649"/>
                  </a:lnTo>
                  <a:lnTo>
                    <a:pt x="1626655" y="441309"/>
                  </a:lnTo>
                  <a:lnTo>
                    <a:pt x="1636399" y="445886"/>
                  </a:lnTo>
                  <a:lnTo>
                    <a:pt x="1646142" y="450378"/>
                  </a:lnTo>
                  <a:lnTo>
                    <a:pt x="1655872" y="454791"/>
                  </a:lnTo>
                  <a:lnTo>
                    <a:pt x="1665616" y="459124"/>
                  </a:lnTo>
                  <a:lnTo>
                    <a:pt x="1675359" y="463379"/>
                  </a:lnTo>
                  <a:lnTo>
                    <a:pt x="1685103" y="467560"/>
                  </a:lnTo>
                  <a:lnTo>
                    <a:pt x="1694832" y="471667"/>
                  </a:lnTo>
                  <a:lnTo>
                    <a:pt x="1704576" y="475704"/>
                  </a:lnTo>
                  <a:lnTo>
                    <a:pt x="1714320" y="479671"/>
                  </a:lnTo>
                  <a:lnTo>
                    <a:pt x="1724064" y="483572"/>
                  </a:lnTo>
                  <a:lnTo>
                    <a:pt x="1733808" y="487410"/>
                  </a:lnTo>
                  <a:lnTo>
                    <a:pt x="1743537" y="491187"/>
                  </a:lnTo>
                  <a:lnTo>
                    <a:pt x="1753281" y="494904"/>
                  </a:lnTo>
                  <a:lnTo>
                    <a:pt x="1763025" y="498565"/>
                  </a:lnTo>
                  <a:lnTo>
                    <a:pt x="1772769" y="502170"/>
                  </a:lnTo>
                  <a:lnTo>
                    <a:pt x="1782498" y="505727"/>
                  </a:lnTo>
                  <a:lnTo>
                    <a:pt x="1792242" y="509232"/>
                  </a:lnTo>
                  <a:lnTo>
                    <a:pt x="1801986" y="512693"/>
                  </a:lnTo>
                  <a:lnTo>
                    <a:pt x="1811730" y="516110"/>
                  </a:lnTo>
                  <a:lnTo>
                    <a:pt x="1821459" y="519486"/>
                  </a:lnTo>
                  <a:lnTo>
                    <a:pt x="1831203" y="522825"/>
                  </a:lnTo>
                  <a:lnTo>
                    <a:pt x="1840947" y="526126"/>
                  </a:lnTo>
                  <a:lnTo>
                    <a:pt x="1850691" y="529395"/>
                  </a:lnTo>
                  <a:lnTo>
                    <a:pt x="1860435" y="532633"/>
                  </a:lnTo>
                  <a:lnTo>
                    <a:pt x="1870164" y="535843"/>
                  </a:lnTo>
                  <a:lnTo>
                    <a:pt x="1879908" y="539029"/>
                  </a:lnTo>
                  <a:lnTo>
                    <a:pt x="1889652" y="542192"/>
                  </a:lnTo>
                  <a:lnTo>
                    <a:pt x="1899395" y="545334"/>
                  </a:lnTo>
                  <a:lnTo>
                    <a:pt x="1909124" y="548460"/>
                  </a:lnTo>
                  <a:lnTo>
                    <a:pt x="1918868" y="551569"/>
                  </a:lnTo>
                  <a:lnTo>
                    <a:pt x="1928612" y="554667"/>
                  </a:lnTo>
                  <a:lnTo>
                    <a:pt x="1938356" y="557754"/>
                  </a:lnTo>
                  <a:lnTo>
                    <a:pt x="1948085" y="560832"/>
                  </a:lnTo>
                  <a:lnTo>
                    <a:pt x="1957829" y="563906"/>
                  </a:lnTo>
                  <a:lnTo>
                    <a:pt x="1967573" y="566976"/>
                  </a:lnTo>
                  <a:lnTo>
                    <a:pt x="1977317" y="570047"/>
                  </a:lnTo>
                  <a:lnTo>
                    <a:pt x="1987046" y="573118"/>
                  </a:lnTo>
                  <a:lnTo>
                    <a:pt x="1996790" y="576193"/>
                  </a:lnTo>
                  <a:lnTo>
                    <a:pt x="2006534" y="579272"/>
                  </a:lnTo>
                  <a:lnTo>
                    <a:pt x="2016278" y="582359"/>
                  </a:lnTo>
                  <a:lnTo>
                    <a:pt x="2026022" y="585455"/>
                  </a:lnTo>
                  <a:lnTo>
                    <a:pt x="2035751" y="588562"/>
                  </a:lnTo>
                  <a:lnTo>
                    <a:pt x="2045495" y="591682"/>
                  </a:lnTo>
                  <a:lnTo>
                    <a:pt x="2055239" y="594815"/>
                  </a:lnTo>
                  <a:lnTo>
                    <a:pt x="2064983" y="597963"/>
                  </a:lnTo>
                  <a:lnTo>
                    <a:pt x="2074712" y="601129"/>
                  </a:lnTo>
                  <a:lnTo>
                    <a:pt x="2084456" y="604312"/>
                  </a:lnTo>
                  <a:lnTo>
                    <a:pt x="2094200" y="607512"/>
                  </a:lnTo>
                  <a:lnTo>
                    <a:pt x="2103944" y="610733"/>
                  </a:lnTo>
                  <a:lnTo>
                    <a:pt x="2113673" y="613972"/>
                  </a:lnTo>
                  <a:lnTo>
                    <a:pt x="2123417" y="617233"/>
                  </a:lnTo>
                  <a:lnTo>
                    <a:pt x="2133161" y="620513"/>
                  </a:lnTo>
                  <a:lnTo>
                    <a:pt x="2142905" y="623814"/>
                  </a:lnTo>
                  <a:lnTo>
                    <a:pt x="2152649" y="627135"/>
                  </a:lnTo>
                  <a:lnTo>
                    <a:pt x="2162377" y="630476"/>
                  </a:lnTo>
                  <a:lnTo>
                    <a:pt x="2172121" y="633834"/>
                  </a:lnTo>
                  <a:lnTo>
                    <a:pt x="2181865" y="637212"/>
                  </a:lnTo>
                  <a:lnTo>
                    <a:pt x="2191609" y="640606"/>
                  </a:lnTo>
                  <a:lnTo>
                    <a:pt x="2201338" y="644016"/>
                  </a:lnTo>
                  <a:lnTo>
                    <a:pt x="2211082" y="647438"/>
                  </a:lnTo>
                  <a:lnTo>
                    <a:pt x="2220826" y="650874"/>
                  </a:lnTo>
                  <a:lnTo>
                    <a:pt x="2230570" y="654319"/>
                  </a:lnTo>
                  <a:lnTo>
                    <a:pt x="2240299" y="657771"/>
                  </a:lnTo>
                  <a:lnTo>
                    <a:pt x="2250043" y="661226"/>
                  </a:lnTo>
                  <a:lnTo>
                    <a:pt x="2259787" y="664684"/>
                  </a:lnTo>
                  <a:lnTo>
                    <a:pt x="2269531" y="668140"/>
                  </a:lnTo>
                  <a:lnTo>
                    <a:pt x="2279260" y="671589"/>
                  </a:lnTo>
                  <a:lnTo>
                    <a:pt x="2289004" y="675031"/>
                  </a:lnTo>
                  <a:lnTo>
                    <a:pt x="2298748" y="678459"/>
                  </a:lnTo>
                  <a:lnTo>
                    <a:pt x="2308492" y="681870"/>
                  </a:lnTo>
                  <a:lnTo>
                    <a:pt x="2318236" y="685258"/>
                  </a:lnTo>
                  <a:lnTo>
                    <a:pt x="2327965" y="688620"/>
                  </a:lnTo>
                  <a:lnTo>
                    <a:pt x="2337709" y="691949"/>
                  </a:lnTo>
                  <a:lnTo>
                    <a:pt x="2347453" y="695242"/>
                  </a:lnTo>
                  <a:lnTo>
                    <a:pt x="2357197" y="698491"/>
                  </a:lnTo>
                  <a:lnTo>
                    <a:pt x="2366926" y="701693"/>
                  </a:lnTo>
                  <a:lnTo>
                    <a:pt x="2376670" y="704838"/>
                  </a:lnTo>
                  <a:lnTo>
                    <a:pt x="2386413" y="707924"/>
                  </a:lnTo>
                  <a:lnTo>
                    <a:pt x="2396157" y="710944"/>
                  </a:lnTo>
                  <a:lnTo>
                    <a:pt x="2405886" y="713889"/>
                  </a:lnTo>
                  <a:lnTo>
                    <a:pt x="2415630" y="716754"/>
                  </a:lnTo>
                  <a:lnTo>
                    <a:pt x="2425374" y="719533"/>
                  </a:lnTo>
                  <a:lnTo>
                    <a:pt x="2435118" y="722218"/>
                  </a:lnTo>
                  <a:lnTo>
                    <a:pt x="2444862" y="724801"/>
                  </a:lnTo>
                  <a:lnTo>
                    <a:pt x="2454591" y="727279"/>
                  </a:lnTo>
                  <a:lnTo>
                    <a:pt x="2464335" y="729640"/>
                  </a:lnTo>
                  <a:lnTo>
                    <a:pt x="2474079" y="731881"/>
                  </a:lnTo>
                  <a:lnTo>
                    <a:pt x="2483823" y="733991"/>
                  </a:lnTo>
                  <a:lnTo>
                    <a:pt x="2493552" y="735966"/>
                  </a:lnTo>
                  <a:lnTo>
                    <a:pt x="2503296" y="737798"/>
                  </a:lnTo>
                  <a:lnTo>
                    <a:pt x="2513040" y="739478"/>
                  </a:lnTo>
                  <a:lnTo>
                    <a:pt x="2522784" y="741001"/>
                  </a:lnTo>
                  <a:lnTo>
                    <a:pt x="2532513" y="742358"/>
                  </a:lnTo>
                  <a:lnTo>
                    <a:pt x="2542257" y="743546"/>
                  </a:lnTo>
                  <a:lnTo>
                    <a:pt x="2552001" y="744554"/>
                  </a:lnTo>
                  <a:lnTo>
                    <a:pt x="2561745" y="745377"/>
                  </a:lnTo>
                  <a:lnTo>
                    <a:pt x="2571474" y="746008"/>
                  </a:lnTo>
                  <a:lnTo>
                    <a:pt x="2581218" y="746443"/>
                  </a:lnTo>
                  <a:lnTo>
                    <a:pt x="2590962" y="746673"/>
                  </a:lnTo>
                  <a:lnTo>
                    <a:pt x="2600705" y="746694"/>
                  </a:lnTo>
                  <a:lnTo>
                    <a:pt x="2610449" y="746499"/>
                  </a:lnTo>
                  <a:lnTo>
                    <a:pt x="2620178" y="746083"/>
                  </a:lnTo>
                  <a:lnTo>
                    <a:pt x="2629922" y="745441"/>
                  </a:lnTo>
                  <a:lnTo>
                    <a:pt x="2639666" y="744568"/>
                  </a:lnTo>
                  <a:lnTo>
                    <a:pt x="2649410" y="743458"/>
                  </a:lnTo>
                  <a:lnTo>
                    <a:pt x="2659139" y="742109"/>
                  </a:lnTo>
                  <a:lnTo>
                    <a:pt x="2668883" y="740517"/>
                  </a:lnTo>
                  <a:lnTo>
                    <a:pt x="2678627" y="738678"/>
                  </a:lnTo>
                  <a:lnTo>
                    <a:pt x="2688371" y="736588"/>
                  </a:lnTo>
                  <a:lnTo>
                    <a:pt x="2698100" y="734244"/>
                  </a:lnTo>
                  <a:lnTo>
                    <a:pt x="2707844" y="731644"/>
                  </a:lnTo>
                  <a:lnTo>
                    <a:pt x="2717588" y="728785"/>
                  </a:lnTo>
                  <a:lnTo>
                    <a:pt x="2727332" y="725667"/>
                  </a:lnTo>
                  <a:lnTo>
                    <a:pt x="2737076" y="722288"/>
                  </a:lnTo>
                  <a:lnTo>
                    <a:pt x="2746805" y="718646"/>
                  </a:lnTo>
                  <a:lnTo>
                    <a:pt x="2756549" y="714741"/>
                  </a:lnTo>
                  <a:lnTo>
                    <a:pt x="2766293" y="710574"/>
                  </a:lnTo>
                  <a:lnTo>
                    <a:pt x="2776037" y="706145"/>
                  </a:lnTo>
                  <a:lnTo>
                    <a:pt x="2785766" y="701451"/>
                  </a:lnTo>
                  <a:lnTo>
                    <a:pt x="2795510" y="696499"/>
                  </a:lnTo>
                  <a:lnTo>
                    <a:pt x="2805254" y="691287"/>
                  </a:lnTo>
                  <a:lnTo>
                    <a:pt x="2814998" y="685818"/>
                  </a:lnTo>
                  <a:lnTo>
                    <a:pt x="2824727" y="680094"/>
                  </a:lnTo>
                  <a:lnTo>
                    <a:pt x="2834471" y="674116"/>
                  </a:lnTo>
                  <a:lnTo>
                    <a:pt x="2844215" y="667892"/>
                  </a:lnTo>
                  <a:lnTo>
                    <a:pt x="2853958" y="661421"/>
                  </a:lnTo>
                  <a:lnTo>
                    <a:pt x="2863687" y="654709"/>
                  </a:lnTo>
                  <a:lnTo>
                    <a:pt x="2873431" y="647760"/>
                  </a:lnTo>
                  <a:lnTo>
                    <a:pt x="2883175" y="640579"/>
                  </a:lnTo>
                  <a:lnTo>
                    <a:pt x="2892919" y="633171"/>
                  </a:lnTo>
                  <a:lnTo>
                    <a:pt x="2902663" y="625543"/>
                  </a:lnTo>
                  <a:lnTo>
                    <a:pt x="2912392" y="61769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3" name="Freeform 612">
              <a:extLst>
                <a:ext uri="{FF2B5EF4-FFF2-40B4-BE49-F238E27FC236}">
                  <a16:creationId xmlns:a16="http://schemas.microsoft.com/office/drawing/2014/main" id="{41160176-9EC0-EC54-DCA1-B7331C8624EF}"/>
                </a:ext>
              </a:extLst>
            </p:cNvPr>
            <p:cNvSpPr/>
            <p:nvPr/>
          </p:nvSpPr>
          <p:spPr>
            <a:xfrm>
              <a:off x="576446" y="3294864"/>
              <a:ext cx="2912392" cy="524378"/>
            </a:xfrm>
            <a:custGeom>
              <a:avLst/>
              <a:gdLst>
                <a:gd name="connsiteX0" fmla="*/ 0 w 2912392"/>
                <a:gd name="connsiteY0" fmla="*/ 407891 h 524378"/>
                <a:gd name="connsiteX1" fmla="*/ 9739 w 2912392"/>
                <a:gd name="connsiteY1" fmla="*/ 406513 h 524378"/>
                <a:gd name="connsiteX2" fmla="*/ 19480 w 2912392"/>
                <a:gd name="connsiteY2" fmla="*/ 405225 h 524378"/>
                <a:gd name="connsiteX3" fmla="*/ 29221 w 2912392"/>
                <a:gd name="connsiteY3" fmla="*/ 404036 h 524378"/>
                <a:gd name="connsiteX4" fmla="*/ 38961 w 2912392"/>
                <a:gd name="connsiteY4" fmla="*/ 402950 h 524378"/>
                <a:gd name="connsiteX5" fmla="*/ 48702 w 2912392"/>
                <a:gd name="connsiteY5" fmla="*/ 401975 h 524378"/>
                <a:gd name="connsiteX6" fmla="*/ 58443 w 2912392"/>
                <a:gd name="connsiteY6" fmla="*/ 401110 h 524378"/>
                <a:gd name="connsiteX7" fmla="*/ 68182 w 2912392"/>
                <a:gd name="connsiteY7" fmla="*/ 400367 h 524378"/>
                <a:gd name="connsiteX8" fmla="*/ 77923 w 2912392"/>
                <a:gd name="connsiteY8" fmla="*/ 399744 h 524378"/>
                <a:gd name="connsiteX9" fmla="*/ 87664 w 2912392"/>
                <a:gd name="connsiteY9" fmla="*/ 399249 h 524378"/>
                <a:gd name="connsiteX10" fmla="*/ 97404 w 2912392"/>
                <a:gd name="connsiteY10" fmla="*/ 398883 h 524378"/>
                <a:gd name="connsiteX11" fmla="*/ 107145 w 2912392"/>
                <a:gd name="connsiteY11" fmla="*/ 398648 h 524378"/>
                <a:gd name="connsiteX12" fmla="*/ 116886 w 2912392"/>
                <a:gd name="connsiteY12" fmla="*/ 398548 h 524378"/>
                <a:gd name="connsiteX13" fmla="*/ 126625 w 2912392"/>
                <a:gd name="connsiteY13" fmla="*/ 398584 h 524378"/>
                <a:gd name="connsiteX14" fmla="*/ 136366 w 2912392"/>
                <a:gd name="connsiteY14" fmla="*/ 398756 h 524378"/>
                <a:gd name="connsiteX15" fmla="*/ 146107 w 2912392"/>
                <a:gd name="connsiteY15" fmla="*/ 399069 h 524378"/>
                <a:gd name="connsiteX16" fmla="*/ 155846 w 2912392"/>
                <a:gd name="connsiteY16" fmla="*/ 399519 h 524378"/>
                <a:gd name="connsiteX17" fmla="*/ 165587 w 2912392"/>
                <a:gd name="connsiteY17" fmla="*/ 400109 h 524378"/>
                <a:gd name="connsiteX18" fmla="*/ 175328 w 2912392"/>
                <a:gd name="connsiteY18" fmla="*/ 400836 h 524378"/>
                <a:gd name="connsiteX19" fmla="*/ 185068 w 2912392"/>
                <a:gd name="connsiteY19" fmla="*/ 401702 h 524378"/>
                <a:gd name="connsiteX20" fmla="*/ 194809 w 2912392"/>
                <a:gd name="connsiteY20" fmla="*/ 402705 h 524378"/>
                <a:gd name="connsiteX21" fmla="*/ 204550 w 2912392"/>
                <a:gd name="connsiteY21" fmla="*/ 403841 h 524378"/>
                <a:gd name="connsiteX22" fmla="*/ 214289 w 2912392"/>
                <a:gd name="connsiteY22" fmla="*/ 405111 h 524378"/>
                <a:gd name="connsiteX23" fmla="*/ 224030 w 2912392"/>
                <a:gd name="connsiteY23" fmla="*/ 406510 h 524378"/>
                <a:gd name="connsiteX24" fmla="*/ 233771 w 2912392"/>
                <a:gd name="connsiteY24" fmla="*/ 408037 h 524378"/>
                <a:gd name="connsiteX25" fmla="*/ 243510 w 2912392"/>
                <a:gd name="connsiteY25" fmla="*/ 409689 h 524378"/>
                <a:gd name="connsiteX26" fmla="*/ 253251 w 2912392"/>
                <a:gd name="connsiteY26" fmla="*/ 411462 h 524378"/>
                <a:gd name="connsiteX27" fmla="*/ 262992 w 2912392"/>
                <a:gd name="connsiteY27" fmla="*/ 413351 h 524378"/>
                <a:gd name="connsiteX28" fmla="*/ 272732 w 2912392"/>
                <a:gd name="connsiteY28" fmla="*/ 415354 h 524378"/>
                <a:gd name="connsiteX29" fmla="*/ 282473 w 2912392"/>
                <a:gd name="connsiteY29" fmla="*/ 417465 h 524378"/>
                <a:gd name="connsiteX30" fmla="*/ 292214 w 2912392"/>
                <a:gd name="connsiteY30" fmla="*/ 419680 h 524378"/>
                <a:gd name="connsiteX31" fmla="*/ 301953 w 2912392"/>
                <a:gd name="connsiteY31" fmla="*/ 421996 h 524378"/>
                <a:gd name="connsiteX32" fmla="*/ 311694 w 2912392"/>
                <a:gd name="connsiteY32" fmla="*/ 424403 h 524378"/>
                <a:gd name="connsiteX33" fmla="*/ 321435 w 2912392"/>
                <a:gd name="connsiteY33" fmla="*/ 426900 h 524378"/>
                <a:gd name="connsiteX34" fmla="*/ 331175 w 2912392"/>
                <a:gd name="connsiteY34" fmla="*/ 429480 h 524378"/>
                <a:gd name="connsiteX35" fmla="*/ 340916 w 2912392"/>
                <a:gd name="connsiteY35" fmla="*/ 432136 h 524378"/>
                <a:gd name="connsiteX36" fmla="*/ 350656 w 2912392"/>
                <a:gd name="connsiteY36" fmla="*/ 434864 h 524378"/>
                <a:gd name="connsiteX37" fmla="*/ 360396 w 2912392"/>
                <a:gd name="connsiteY37" fmla="*/ 437655 h 524378"/>
                <a:gd name="connsiteX38" fmla="*/ 370137 w 2912392"/>
                <a:gd name="connsiteY38" fmla="*/ 440505 h 524378"/>
                <a:gd name="connsiteX39" fmla="*/ 379878 w 2912392"/>
                <a:gd name="connsiteY39" fmla="*/ 443406 h 524378"/>
                <a:gd name="connsiteX40" fmla="*/ 389617 w 2912392"/>
                <a:gd name="connsiteY40" fmla="*/ 446353 h 524378"/>
                <a:gd name="connsiteX41" fmla="*/ 399358 w 2912392"/>
                <a:gd name="connsiteY41" fmla="*/ 449337 h 524378"/>
                <a:gd name="connsiteX42" fmla="*/ 409099 w 2912392"/>
                <a:gd name="connsiteY42" fmla="*/ 452354 h 524378"/>
                <a:gd name="connsiteX43" fmla="*/ 418839 w 2912392"/>
                <a:gd name="connsiteY43" fmla="*/ 455393 h 524378"/>
                <a:gd name="connsiteX44" fmla="*/ 428580 w 2912392"/>
                <a:gd name="connsiteY44" fmla="*/ 458452 h 524378"/>
                <a:gd name="connsiteX45" fmla="*/ 438321 w 2912392"/>
                <a:gd name="connsiteY45" fmla="*/ 461520 h 524378"/>
                <a:gd name="connsiteX46" fmla="*/ 448060 w 2912392"/>
                <a:gd name="connsiteY46" fmla="*/ 464590 h 524378"/>
                <a:gd name="connsiteX47" fmla="*/ 457801 w 2912392"/>
                <a:gd name="connsiteY47" fmla="*/ 467657 h 524378"/>
                <a:gd name="connsiteX48" fmla="*/ 467542 w 2912392"/>
                <a:gd name="connsiteY48" fmla="*/ 470712 h 524378"/>
                <a:gd name="connsiteX49" fmla="*/ 477281 w 2912392"/>
                <a:gd name="connsiteY49" fmla="*/ 473749 h 524378"/>
                <a:gd name="connsiteX50" fmla="*/ 487022 w 2912392"/>
                <a:gd name="connsiteY50" fmla="*/ 476760 h 524378"/>
                <a:gd name="connsiteX51" fmla="*/ 496763 w 2912392"/>
                <a:gd name="connsiteY51" fmla="*/ 479738 h 524378"/>
                <a:gd name="connsiteX52" fmla="*/ 506503 w 2912392"/>
                <a:gd name="connsiteY52" fmla="*/ 482676 h 524378"/>
                <a:gd name="connsiteX53" fmla="*/ 516244 w 2912392"/>
                <a:gd name="connsiteY53" fmla="*/ 485567 h 524378"/>
                <a:gd name="connsiteX54" fmla="*/ 525985 w 2912392"/>
                <a:gd name="connsiteY54" fmla="*/ 488404 h 524378"/>
                <a:gd name="connsiteX55" fmla="*/ 535724 w 2912392"/>
                <a:gd name="connsiteY55" fmla="*/ 491178 h 524378"/>
                <a:gd name="connsiteX56" fmla="*/ 545465 w 2912392"/>
                <a:gd name="connsiteY56" fmla="*/ 493885 h 524378"/>
                <a:gd name="connsiteX57" fmla="*/ 555206 w 2912392"/>
                <a:gd name="connsiteY57" fmla="*/ 496517 h 524378"/>
                <a:gd name="connsiteX58" fmla="*/ 564946 w 2912392"/>
                <a:gd name="connsiteY58" fmla="*/ 499068 h 524378"/>
                <a:gd name="connsiteX59" fmla="*/ 574687 w 2912392"/>
                <a:gd name="connsiteY59" fmla="*/ 501531 h 524378"/>
                <a:gd name="connsiteX60" fmla="*/ 584428 w 2912392"/>
                <a:gd name="connsiteY60" fmla="*/ 503898 h 524378"/>
                <a:gd name="connsiteX61" fmla="*/ 594167 w 2912392"/>
                <a:gd name="connsiteY61" fmla="*/ 506165 h 524378"/>
                <a:gd name="connsiteX62" fmla="*/ 603908 w 2912392"/>
                <a:gd name="connsiteY62" fmla="*/ 508325 h 524378"/>
                <a:gd name="connsiteX63" fmla="*/ 613649 w 2912392"/>
                <a:gd name="connsiteY63" fmla="*/ 510372 h 524378"/>
                <a:gd name="connsiteX64" fmla="*/ 623388 w 2912392"/>
                <a:gd name="connsiteY64" fmla="*/ 512300 h 524378"/>
                <a:gd name="connsiteX65" fmla="*/ 633129 w 2912392"/>
                <a:gd name="connsiteY65" fmla="*/ 514104 h 524378"/>
                <a:gd name="connsiteX66" fmla="*/ 642870 w 2912392"/>
                <a:gd name="connsiteY66" fmla="*/ 515779 h 524378"/>
                <a:gd name="connsiteX67" fmla="*/ 652610 w 2912392"/>
                <a:gd name="connsiteY67" fmla="*/ 517318 h 524378"/>
                <a:gd name="connsiteX68" fmla="*/ 662351 w 2912392"/>
                <a:gd name="connsiteY68" fmla="*/ 518717 h 524378"/>
                <a:gd name="connsiteX69" fmla="*/ 672092 w 2912392"/>
                <a:gd name="connsiteY69" fmla="*/ 519973 h 524378"/>
                <a:gd name="connsiteX70" fmla="*/ 681831 w 2912392"/>
                <a:gd name="connsiteY70" fmla="*/ 521080 h 524378"/>
                <a:gd name="connsiteX71" fmla="*/ 691572 w 2912392"/>
                <a:gd name="connsiteY71" fmla="*/ 522033 h 524378"/>
                <a:gd name="connsiteX72" fmla="*/ 701313 w 2912392"/>
                <a:gd name="connsiteY72" fmla="*/ 522829 h 524378"/>
                <a:gd name="connsiteX73" fmla="*/ 711052 w 2912392"/>
                <a:gd name="connsiteY73" fmla="*/ 523465 h 524378"/>
                <a:gd name="connsiteX74" fmla="*/ 720793 w 2912392"/>
                <a:gd name="connsiteY74" fmla="*/ 523938 h 524378"/>
                <a:gd name="connsiteX75" fmla="*/ 730534 w 2912392"/>
                <a:gd name="connsiteY75" fmla="*/ 524243 h 524378"/>
                <a:gd name="connsiteX76" fmla="*/ 740274 w 2912392"/>
                <a:gd name="connsiteY76" fmla="*/ 524379 h 524378"/>
                <a:gd name="connsiteX77" fmla="*/ 750015 w 2912392"/>
                <a:gd name="connsiteY77" fmla="*/ 524341 h 524378"/>
                <a:gd name="connsiteX78" fmla="*/ 759756 w 2912392"/>
                <a:gd name="connsiteY78" fmla="*/ 524130 h 524378"/>
                <a:gd name="connsiteX79" fmla="*/ 769495 w 2912392"/>
                <a:gd name="connsiteY79" fmla="*/ 523744 h 524378"/>
                <a:gd name="connsiteX80" fmla="*/ 779236 w 2912392"/>
                <a:gd name="connsiteY80" fmla="*/ 523178 h 524378"/>
                <a:gd name="connsiteX81" fmla="*/ 788977 w 2912392"/>
                <a:gd name="connsiteY81" fmla="*/ 522434 h 524378"/>
                <a:gd name="connsiteX82" fmla="*/ 798717 w 2912392"/>
                <a:gd name="connsiteY82" fmla="*/ 521512 h 524378"/>
                <a:gd name="connsiteX83" fmla="*/ 808458 w 2912392"/>
                <a:gd name="connsiteY83" fmla="*/ 520408 h 524378"/>
                <a:gd name="connsiteX84" fmla="*/ 818199 w 2912392"/>
                <a:gd name="connsiteY84" fmla="*/ 519124 h 524378"/>
                <a:gd name="connsiteX85" fmla="*/ 827938 w 2912392"/>
                <a:gd name="connsiteY85" fmla="*/ 517661 h 524378"/>
                <a:gd name="connsiteX86" fmla="*/ 837679 w 2912392"/>
                <a:gd name="connsiteY86" fmla="*/ 516017 h 524378"/>
                <a:gd name="connsiteX87" fmla="*/ 847420 w 2912392"/>
                <a:gd name="connsiteY87" fmla="*/ 514195 h 524378"/>
                <a:gd name="connsiteX88" fmla="*/ 857159 w 2912392"/>
                <a:gd name="connsiteY88" fmla="*/ 512196 h 524378"/>
                <a:gd name="connsiteX89" fmla="*/ 866900 w 2912392"/>
                <a:gd name="connsiteY89" fmla="*/ 510019 h 524378"/>
                <a:gd name="connsiteX90" fmla="*/ 876641 w 2912392"/>
                <a:gd name="connsiteY90" fmla="*/ 507668 h 524378"/>
                <a:gd name="connsiteX91" fmla="*/ 886381 w 2912392"/>
                <a:gd name="connsiteY91" fmla="*/ 505146 h 524378"/>
                <a:gd name="connsiteX92" fmla="*/ 896122 w 2912392"/>
                <a:gd name="connsiteY92" fmla="*/ 502453 h 524378"/>
                <a:gd name="connsiteX93" fmla="*/ 905863 w 2912392"/>
                <a:gd name="connsiteY93" fmla="*/ 499594 h 524378"/>
                <a:gd name="connsiteX94" fmla="*/ 915602 w 2912392"/>
                <a:gd name="connsiteY94" fmla="*/ 496570 h 524378"/>
                <a:gd name="connsiteX95" fmla="*/ 925343 w 2912392"/>
                <a:gd name="connsiteY95" fmla="*/ 493386 h 524378"/>
                <a:gd name="connsiteX96" fmla="*/ 935084 w 2912392"/>
                <a:gd name="connsiteY96" fmla="*/ 490044 h 524378"/>
                <a:gd name="connsiteX97" fmla="*/ 944824 w 2912392"/>
                <a:gd name="connsiteY97" fmla="*/ 486549 h 524378"/>
                <a:gd name="connsiteX98" fmla="*/ 954564 w 2912392"/>
                <a:gd name="connsiteY98" fmla="*/ 482906 h 524378"/>
                <a:gd name="connsiteX99" fmla="*/ 964305 w 2912392"/>
                <a:gd name="connsiteY99" fmla="*/ 479115 h 524378"/>
                <a:gd name="connsiteX100" fmla="*/ 974045 w 2912392"/>
                <a:gd name="connsiteY100" fmla="*/ 475187 h 524378"/>
                <a:gd name="connsiteX101" fmla="*/ 983786 w 2912392"/>
                <a:gd name="connsiteY101" fmla="*/ 471121 h 524378"/>
                <a:gd name="connsiteX102" fmla="*/ 993522 w 2912392"/>
                <a:gd name="connsiteY102" fmla="*/ 466925 h 524378"/>
                <a:gd name="connsiteX103" fmla="*/ 1003266 w 2912392"/>
                <a:gd name="connsiteY103" fmla="*/ 462603 h 524378"/>
                <a:gd name="connsiteX104" fmla="*/ 1013010 w 2912392"/>
                <a:gd name="connsiteY104" fmla="*/ 458162 h 524378"/>
                <a:gd name="connsiteX105" fmla="*/ 1022754 w 2912392"/>
                <a:gd name="connsiteY105" fmla="*/ 453605 h 524378"/>
                <a:gd name="connsiteX106" fmla="*/ 1032483 w 2912392"/>
                <a:gd name="connsiteY106" fmla="*/ 448939 h 524378"/>
                <a:gd name="connsiteX107" fmla="*/ 1042227 w 2912392"/>
                <a:gd name="connsiteY107" fmla="*/ 444170 h 524378"/>
                <a:gd name="connsiteX108" fmla="*/ 1051971 w 2912392"/>
                <a:gd name="connsiteY108" fmla="*/ 439302 h 524378"/>
                <a:gd name="connsiteX109" fmla="*/ 1061715 w 2912392"/>
                <a:gd name="connsiteY109" fmla="*/ 434343 h 524378"/>
                <a:gd name="connsiteX110" fmla="*/ 1071444 w 2912392"/>
                <a:gd name="connsiteY110" fmla="*/ 429298 h 524378"/>
                <a:gd name="connsiteX111" fmla="*/ 1081188 w 2912392"/>
                <a:gd name="connsiteY111" fmla="*/ 424171 h 524378"/>
                <a:gd name="connsiteX112" fmla="*/ 1090932 w 2912392"/>
                <a:gd name="connsiteY112" fmla="*/ 418971 h 524378"/>
                <a:gd name="connsiteX113" fmla="*/ 1100676 w 2912392"/>
                <a:gd name="connsiteY113" fmla="*/ 413703 h 524378"/>
                <a:gd name="connsiteX114" fmla="*/ 1110405 w 2912392"/>
                <a:gd name="connsiteY114" fmla="*/ 408374 h 524378"/>
                <a:gd name="connsiteX115" fmla="*/ 1120149 w 2912392"/>
                <a:gd name="connsiteY115" fmla="*/ 402986 h 524378"/>
                <a:gd name="connsiteX116" fmla="*/ 1129893 w 2912392"/>
                <a:gd name="connsiteY116" fmla="*/ 397549 h 524378"/>
                <a:gd name="connsiteX117" fmla="*/ 1139637 w 2912392"/>
                <a:gd name="connsiteY117" fmla="*/ 392068 h 524378"/>
                <a:gd name="connsiteX118" fmla="*/ 1149381 w 2912392"/>
                <a:gd name="connsiteY118" fmla="*/ 386548 h 524378"/>
                <a:gd name="connsiteX119" fmla="*/ 1159110 w 2912392"/>
                <a:gd name="connsiteY119" fmla="*/ 380995 h 524378"/>
                <a:gd name="connsiteX120" fmla="*/ 1168854 w 2912392"/>
                <a:gd name="connsiteY120" fmla="*/ 375414 h 524378"/>
                <a:gd name="connsiteX121" fmla="*/ 1178598 w 2912392"/>
                <a:gd name="connsiteY121" fmla="*/ 369812 h 524378"/>
                <a:gd name="connsiteX122" fmla="*/ 1188341 w 2912392"/>
                <a:gd name="connsiteY122" fmla="*/ 364192 h 524378"/>
                <a:gd name="connsiteX123" fmla="*/ 1198070 w 2912392"/>
                <a:gd name="connsiteY123" fmla="*/ 358562 h 524378"/>
                <a:gd name="connsiteX124" fmla="*/ 1207814 w 2912392"/>
                <a:gd name="connsiteY124" fmla="*/ 352924 h 524378"/>
                <a:gd name="connsiteX125" fmla="*/ 1217558 w 2912392"/>
                <a:gd name="connsiteY125" fmla="*/ 347286 h 524378"/>
                <a:gd name="connsiteX126" fmla="*/ 1227302 w 2912392"/>
                <a:gd name="connsiteY126" fmla="*/ 341650 h 524378"/>
                <a:gd name="connsiteX127" fmla="*/ 1237031 w 2912392"/>
                <a:gd name="connsiteY127" fmla="*/ 336023 h 524378"/>
                <a:gd name="connsiteX128" fmla="*/ 1246775 w 2912392"/>
                <a:gd name="connsiteY128" fmla="*/ 330406 h 524378"/>
                <a:gd name="connsiteX129" fmla="*/ 1256519 w 2912392"/>
                <a:gd name="connsiteY129" fmla="*/ 324807 h 524378"/>
                <a:gd name="connsiteX130" fmla="*/ 1266263 w 2912392"/>
                <a:gd name="connsiteY130" fmla="*/ 319226 h 524378"/>
                <a:gd name="connsiteX131" fmla="*/ 1276007 w 2912392"/>
                <a:gd name="connsiteY131" fmla="*/ 313670 h 524378"/>
                <a:gd name="connsiteX132" fmla="*/ 1285736 w 2912392"/>
                <a:gd name="connsiteY132" fmla="*/ 308142 h 524378"/>
                <a:gd name="connsiteX133" fmla="*/ 1295480 w 2912392"/>
                <a:gd name="connsiteY133" fmla="*/ 302644 h 524378"/>
                <a:gd name="connsiteX134" fmla="*/ 1305224 w 2912392"/>
                <a:gd name="connsiteY134" fmla="*/ 297179 h 524378"/>
                <a:gd name="connsiteX135" fmla="*/ 1314968 w 2912392"/>
                <a:gd name="connsiteY135" fmla="*/ 291753 h 524378"/>
                <a:gd name="connsiteX136" fmla="*/ 1324697 w 2912392"/>
                <a:gd name="connsiteY136" fmla="*/ 286364 h 524378"/>
                <a:gd name="connsiteX137" fmla="*/ 1334441 w 2912392"/>
                <a:gd name="connsiteY137" fmla="*/ 281019 h 524378"/>
                <a:gd name="connsiteX138" fmla="*/ 1344185 w 2912392"/>
                <a:gd name="connsiteY138" fmla="*/ 275718 h 524378"/>
                <a:gd name="connsiteX139" fmla="*/ 1353929 w 2912392"/>
                <a:gd name="connsiteY139" fmla="*/ 270463 h 524378"/>
                <a:gd name="connsiteX140" fmla="*/ 1363658 w 2912392"/>
                <a:gd name="connsiteY140" fmla="*/ 265255 h 524378"/>
                <a:gd name="connsiteX141" fmla="*/ 1373402 w 2912392"/>
                <a:gd name="connsiteY141" fmla="*/ 260097 h 524378"/>
                <a:gd name="connsiteX142" fmla="*/ 1383146 w 2912392"/>
                <a:gd name="connsiteY142" fmla="*/ 254992 h 524378"/>
                <a:gd name="connsiteX143" fmla="*/ 1392890 w 2912392"/>
                <a:gd name="connsiteY143" fmla="*/ 249939 h 524378"/>
                <a:gd name="connsiteX144" fmla="*/ 1402619 w 2912392"/>
                <a:gd name="connsiteY144" fmla="*/ 244939 h 524378"/>
                <a:gd name="connsiteX145" fmla="*/ 1412363 w 2912392"/>
                <a:gd name="connsiteY145" fmla="*/ 239994 h 524378"/>
                <a:gd name="connsiteX146" fmla="*/ 1422106 w 2912392"/>
                <a:gd name="connsiteY146" fmla="*/ 235106 h 524378"/>
                <a:gd name="connsiteX147" fmla="*/ 1431850 w 2912392"/>
                <a:gd name="connsiteY147" fmla="*/ 230274 h 524378"/>
                <a:gd name="connsiteX148" fmla="*/ 1441594 w 2912392"/>
                <a:gd name="connsiteY148" fmla="*/ 225499 h 524378"/>
                <a:gd name="connsiteX149" fmla="*/ 1451323 w 2912392"/>
                <a:gd name="connsiteY149" fmla="*/ 220781 h 524378"/>
                <a:gd name="connsiteX150" fmla="*/ 1461067 w 2912392"/>
                <a:gd name="connsiteY150" fmla="*/ 216120 h 524378"/>
                <a:gd name="connsiteX151" fmla="*/ 1470811 w 2912392"/>
                <a:gd name="connsiteY151" fmla="*/ 211518 h 524378"/>
                <a:gd name="connsiteX152" fmla="*/ 1480555 w 2912392"/>
                <a:gd name="connsiteY152" fmla="*/ 206972 h 524378"/>
                <a:gd name="connsiteX153" fmla="*/ 1490284 w 2912392"/>
                <a:gd name="connsiteY153" fmla="*/ 202486 h 524378"/>
                <a:gd name="connsiteX154" fmla="*/ 1500028 w 2912392"/>
                <a:gd name="connsiteY154" fmla="*/ 198057 h 524378"/>
                <a:gd name="connsiteX155" fmla="*/ 1509772 w 2912392"/>
                <a:gd name="connsiteY155" fmla="*/ 193685 h 524378"/>
                <a:gd name="connsiteX156" fmla="*/ 1519516 w 2912392"/>
                <a:gd name="connsiteY156" fmla="*/ 189372 h 524378"/>
                <a:gd name="connsiteX157" fmla="*/ 1529245 w 2912392"/>
                <a:gd name="connsiteY157" fmla="*/ 185115 h 524378"/>
                <a:gd name="connsiteX158" fmla="*/ 1538989 w 2912392"/>
                <a:gd name="connsiteY158" fmla="*/ 180917 h 524378"/>
                <a:gd name="connsiteX159" fmla="*/ 1548733 w 2912392"/>
                <a:gd name="connsiteY159" fmla="*/ 176775 h 524378"/>
                <a:gd name="connsiteX160" fmla="*/ 1558477 w 2912392"/>
                <a:gd name="connsiteY160" fmla="*/ 172690 h 524378"/>
                <a:gd name="connsiteX161" fmla="*/ 1568221 w 2912392"/>
                <a:gd name="connsiteY161" fmla="*/ 168659 h 524378"/>
                <a:gd name="connsiteX162" fmla="*/ 1577950 w 2912392"/>
                <a:gd name="connsiteY162" fmla="*/ 164686 h 524378"/>
                <a:gd name="connsiteX163" fmla="*/ 1587694 w 2912392"/>
                <a:gd name="connsiteY163" fmla="*/ 160769 h 524378"/>
                <a:gd name="connsiteX164" fmla="*/ 1597438 w 2912392"/>
                <a:gd name="connsiteY164" fmla="*/ 156906 h 524378"/>
                <a:gd name="connsiteX165" fmla="*/ 1607182 w 2912392"/>
                <a:gd name="connsiteY165" fmla="*/ 153099 h 524378"/>
                <a:gd name="connsiteX166" fmla="*/ 1616911 w 2912392"/>
                <a:gd name="connsiteY166" fmla="*/ 149347 h 524378"/>
                <a:gd name="connsiteX167" fmla="*/ 1626655 w 2912392"/>
                <a:gd name="connsiteY167" fmla="*/ 145651 h 524378"/>
                <a:gd name="connsiteX168" fmla="*/ 1636399 w 2912392"/>
                <a:gd name="connsiteY168" fmla="*/ 142008 h 524378"/>
                <a:gd name="connsiteX169" fmla="*/ 1646142 w 2912392"/>
                <a:gd name="connsiteY169" fmla="*/ 138422 h 524378"/>
                <a:gd name="connsiteX170" fmla="*/ 1655872 w 2912392"/>
                <a:gd name="connsiteY170" fmla="*/ 134889 h 524378"/>
                <a:gd name="connsiteX171" fmla="*/ 1665616 w 2912392"/>
                <a:gd name="connsiteY171" fmla="*/ 131413 h 524378"/>
                <a:gd name="connsiteX172" fmla="*/ 1675359 w 2912392"/>
                <a:gd name="connsiteY172" fmla="*/ 127991 h 524378"/>
                <a:gd name="connsiteX173" fmla="*/ 1685103 w 2912392"/>
                <a:gd name="connsiteY173" fmla="*/ 124625 h 524378"/>
                <a:gd name="connsiteX174" fmla="*/ 1694832 w 2912392"/>
                <a:gd name="connsiteY174" fmla="*/ 121316 h 524378"/>
                <a:gd name="connsiteX175" fmla="*/ 1704576 w 2912392"/>
                <a:gd name="connsiteY175" fmla="*/ 118063 h 524378"/>
                <a:gd name="connsiteX176" fmla="*/ 1714320 w 2912392"/>
                <a:gd name="connsiteY176" fmla="*/ 114867 h 524378"/>
                <a:gd name="connsiteX177" fmla="*/ 1724064 w 2912392"/>
                <a:gd name="connsiteY177" fmla="*/ 111727 h 524378"/>
                <a:gd name="connsiteX178" fmla="*/ 1733808 w 2912392"/>
                <a:gd name="connsiteY178" fmla="*/ 108648 h 524378"/>
                <a:gd name="connsiteX179" fmla="*/ 1743537 w 2912392"/>
                <a:gd name="connsiteY179" fmla="*/ 105626 h 524378"/>
                <a:gd name="connsiteX180" fmla="*/ 1753281 w 2912392"/>
                <a:gd name="connsiteY180" fmla="*/ 102664 h 524378"/>
                <a:gd name="connsiteX181" fmla="*/ 1763025 w 2912392"/>
                <a:gd name="connsiteY181" fmla="*/ 99764 h 524378"/>
                <a:gd name="connsiteX182" fmla="*/ 1772769 w 2912392"/>
                <a:gd name="connsiteY182" fmla="*/ 96925 h 524378"/>
                <a:gd name="connsiteX183" fmla="*/ 1782498 w 2912392"/>
                <a:gd name="connsiteY183" fmla="*/ 94150 h 524378"/>
                <a:gd name="connsiteX184" fmla="*/ 1792242 w 2912392"/>
                <a:gd name="connsiteY184" fmla="*/ 91438 h 524378"/>
                <a:gd name="connsiteX185" fmla="*/ 1801986 w 2912392"/>
                <a:gd name="connsiteY185" fmla="*/ 88792 h 524378"/>
                <a:gd name="connsiteX186" fmla="*/ 1811730 w 2912392"/>
                <a:gd name="connsiteY186" fmla="*/ 86211 h 524378"/>
                <a:gd name="connsiteX187" fmla="*/ 1821459 w 2912392"/>
                <a:gd name="connsiteY187" fmla="*/ 83698 h 524378"/>
                <a:gd name="connsiteX188" fmla="*/ 1831203 w 2912392"/>
                <a:gd name="connsiteY188" fmla="*/ 81255 h 524378"/>
                <a:gd name="connsiteX189" fmla="*/ 1840947 w 2912392"/>
                <a:gd name="connsiteY189" fmla="*/ 78881 h 524378"/>
                <a:gd name="connsiteX190" fmla="*/ 1850691 w 2912392"/>
                <a:gd name="connsiteY190" fmla="*/ 76579 h 524378"/>
                <a:gd name="connsiteX191" fmla="*/ 1860435 w 2912392"/>
                <a:gd name="connsiteY191" fmla="*/ 74352 h 524378"/>
                <a:gd name="connsiteX192" fmla="*/ 1870164 w 2912392"/>
                <a:gd name="connsiteY192" fmla="*/ 72197 h 524378"/>
                <a:gd name="connsiteX193" fmla="*/ 1879908 w 2912392"/>
                <a:gd name="connsiteY193" fmla="*/ 70118 h 524378"/>
                <a:gd name="connsiteX194" fmla="*/ 1889652 w 2912392"/>
                <a:gd name="connsiteY194" fmla="*/ 68117 h 524378"/>
                <a:gd name="connsiteX195" fmla="*/ 1899395 w 2912392"/>
                <a:gd name="connsiteY195" fmla="*/ 66193 h 524378"/>
                <a:gd name="connsiteX196" fmla="*/ 1909124 w 2912392"/>
                <a:gd name="connsiteY196" fmla="*/ 64349 h 524378"/>
                <a:gd name="connsiteX197" fmla="*/ 1918868 w 2912392"/>
                <a:gd name="connsiteY197" fmla="*/ 62586 h 524378"/>
                <a:gd name="connsiteX198" fmla="*/ 1928612 w 2912392"/>
                <a:gd name="connsiteY198" fmla="*/ 60905 h 524378"/>
                <a:gd name="connsiteX199" fmla="*/ 1938356 w 2912392"/>
                <a:gd name="connsiteY199" fmla="*/ 59307 h 524378"/>
                <a:gd name="connsiteX200" fmla="*/ 1948085 w 2912392"/>
                <a:gd name="connsiteY200" fmla="*/ 57793 h 524378"/>
                <a:gd name="connsiteX201" fmla="*/ 1957829 w 2912392"/>
                <a:gd name="connsiteY201" fmla="*/ 56363 h 524378"/>
                <a:gd name="connsiteX202" fmla="*/ 1967573 w 2912392"/>
                <a:gd name="connsiteY202" fmla="*/ 55020 h 524378"/>
                <a:gd name="connsiteX203" fmla="*/ 1977317 w 2912392"/>
                <a:gd name="connsiteY203" fmla="*/ 53763 h 524378"/>
                <a:gd name="connsiteX204" fmla="*/ 1987046 w 2912392"/>
                <a:gd name="connsiteY204" fmla="*/ 52592 h 524378"/>
                <a:gd name="connsiteX205" fmla="*/ 1996790 w 2912392"/>
                <a:gd name="connsiteY205" fmla="*/ 51509 h 524378"/>
                <a:gd name="connsiteX206" fmla="*/ 2006534 w 2912392"/>
                <a:gd name="connsiteY206" fmla="*/ 50512 h 524378"/>
                <a:gd name="connsiteX207" fmla="*/ 2016278 w 2912392"/>
                <a:gd name="connsiteY207" fmla="*/ 49605 h 524378"/>
                <a:gd name="connsiteX208" fmla="*/ 2026022 w 2912392"/>
                <a:gd name="connsiteY208" fmla="*/ 48784 h 524378"/>
                <a:gd name="connsiteX209" fmla="*/ 2035751 w 2912392"/>
                <a:gd name="connsiteY209" fmla="*/ 48051 h 524378"/>
                <a:gd name="connsiteX210" fmla="*/ 2045495 w 2912392"/>
                <a:gd name="connsiteY210" fmla="*/ 47404 h 524378"/>
                <a:gd name="connsiteX211" fmla="*/ 2055239 w 2912392"/>
                <a:gd name="connsiteY211" fmla="*/ 46844 h 524378"/>
                <a:gd name="connsiteX212" fmla="*/ 2064983 w 2912392"/>
                <a:gd name="connsiteY212" fmla="*/ 46369 h 524378"/>
                <a:gd name="connsiteX213" fmla="*/ 2074712 w 2912392"/>
                <a:gd name="connsiteY213" fmla="*/ 45978 h 524378"/>
                <a:gd name="connsiteX214" fmla="*/ 2084456 w 2912392"/>
                <a:gd name="connsiteY214" fmla="*/ 45671 h 524378"/>
                <a:gd name="connsiteX215" fmla="*/ 2094200 w 2912392"/>
                <a:gd name="connsiteY215" fmla="*/ 45446 h 524378"/>
                <a:gd name="connsiteX216" fmla="*/ 2103944 w 2912392"/>
                <a:gd name="connsiteY216" fmla="*/ 45302 h 524378"/>
                <a:gd name="connsiteX217" fmla="*/ 2113673 w 2912392"/>
                <a:gd name="connsiteY217" fmla="*/ 45235 h 524378"/>
                <a:gd name="connsiteX218" fmla="*/ 2123417 w 2912392"/>
                <a:gd name="connsiteY218" fmla="*/ 45244 h 524378"/>
                <a:gd name="connsiteX219" fmla="*/ 2133161 w 2912392"/>
                <a:gd name="connsiteY219" fmla="*/ 45327 h 524378"/>
                <a:gd name="connsiteX220" fmla="*/ 2142905 w 2912392"/>
                <a:gd name="connsiteY220" fmla="*/ 45481 h 524378"/>
                <a:gd name="connsiteX221" fmla="*/ 2152649 w 2912392"/>
                <a:gd name="connsiteY221" fmla="*/ 45704 h 524378"/>
                <a:gd name="connsiteX222" fmla="*/ 2162377 w 2912392"/>
                <a:gd name="connsiteY222" fmla="*/ 45993 h 524378"/>
                <a:gd name="connsiteX223" fmla="*/ 2172121 w 2912392"/>
                <a:gd name="connsiteY223" fmla="*/ 46343 h 524378"/>
                <a:gd name="connsiteX224" fmla="*/ 2181865 w 2912392"/>
                <a:gd name="connsiteY224" fmla="*/ 46753 h 524378"/>
                <a:gd name="connsiteX225" fmla="*/ 2191609 w 2912392"/>
                <a:gd name="connsiteY225" fmla="*/ 47218 h 524378"/>
                <a:gd name="connsiteX226" fmla="*/ 2201338 w 2912392"/>
                <a:gd name="connsiteY226" fmla="*/ 47735 h 524378"/>
                <a:gd name="connsiteX227" fmla="*/ 2211082 w 2912392"/>
                <a:gd name="connsiteY227" fmla="*/ 48298 h 524378"/>
                <a:gd name="connsiteX228" fmla="*/ 2220826 w 2912392"/>
                <a:gd name="connsiteY228" fmla="*/ 48904 h 524378"/>
                <a:gd name="connsiteX229" fmla="*/ 2230570 w 2912392"/>
                <a:gd name="connsiteY229" fmla="*/ 49551 h 524378"/>
                <a:gd name="connsiteX230" fmla="*/ 2240299 w 2912392"/>
                <a:gd name="connsiteY230" fmla="*/ 50230 h 524378"/>
                <a:gd name="connsiteX231" fmla="*/ 2250043 w 2912392"/>
                <a:gd name="connsiteY231" fmla="*/ 50940 h 524378"/>
                <a:gd name="connsiteX232" fmla="*/ 2259787 w 2912392"/>
                <a:gd name="connsiteY232" fmla="*/ 51673 h 524378"/>
                <a:gd name="connsiteX233" fmla="*/ 2269531 w 2912392"/>
                <a:gd name="connsiteY233" fmla="*/ 52427 h 524378"/>
                <a:gd name="connsiteX234" fmla="*/ 2279260 w 2912392"/>
                <a:gd name="connsiteY234" fmla="*/ 53194 h 524378"/>
                <a:gd name="connsiteX235" fmla="*/ 2289004 w 2912392"/>
                <a:gd name="connsiteY235" fmla="*/ 53970 h 524378"/>
                <a:gd name="connsiteX236" fmla="*/ 2298748 w 2912392"/>
                <a:gd name="connsiteY236" fmla="*/ 54749 h 524378"/>
                <a:gd name="connsiteX237" fmla="*/ 2308492 w 2912392"/>
                <a:gd name="connsiteY237" fmla="*/ 55528 h 524378"/>
                <a:gd name="connsiteX238" fmla="*/ 2318236 w 2912392"/>
                <a:gd name="connsiteY238" fmla="*/ 56300 h 524378"/>
                <a:gd name="connsiteX239" fmla="*/ 2327965 w 2912392"/>
                <a:gd name="connsiteY239" fmla="*/ 57059 h 524378"/>
                <a:gd name="connsiteX240" fmla="*/ 2337709 w 2912392"/>
                <a:gd name="connsiteY240" fmla="*/ 57799 h 524378"/>
                <a:gd name="connsiteX241" fmla="*/ 2347453 w 2912392"/>
                <a:gd name="connsiteY241" fmla="*/ 58517 h 524378"/>
                <a:gd name="connsiteX242" fmla="*/ 2357197 w 2912392"/>
                <a:gd name="connsiteY242" fmla="*/ 59206 h 524378"/>
                <a:gd name="connsiteX243" fmla="*/ 2366926 w 2912392"/>
                <a:gd name="connsiteY243" fmla="*/ 59860 h 524378"/>
                <a:gd name="connsiteX244" fmla="*/ 2376670 w 2912392"/>
                <a:gd name="connsiteY244" fmla="*/ 60473 h 524378"/>
                <a:gd name="connsiteX245" fmla="*/ 2386413 w 2912392"/>
                <a:gd name="connsiteY245" fmla="*/ 61044 h 524378"/>
                <a:gd name="connsiteX246" fmla="*/ 2396157 w 2912392"/>
                <a:gd name="connsiteY246" fmla="*/ 61563 h 524378"/>
                <a:gd name="connsiteX247" fmla="*/ 2405886 w 2912392"/>
                <a:gd name="connsiteY247" fmla="*/ 62027 h 524378"/>
                <a:gd name="connsiteX248" fmla="*/ 2415630 w 2912392"/>
                <a:gd name="connsiteY248" fmla="*/ 62433 h 524378"/>
                <a:gd name="connsiteX249" fmla="*/ 2425374 w 2912392"/>
                <a:gd name="connsiteY249" fmla="*/ 62772 h 524378"/>
                <a:gd name="connsiteX250" fmla="*/ 2435118 w 2912392"/>
                <a:gd name="connsiteY250" fmla="*/ 63043 h 524378"/>
                <a:gd name="connsiteX251" fmla="*/ 2444862 w 2912392"/>
                <a:gd name="connsiteY251" fmla="*/ 63243 h 524378"/>
                <a:gd name="connsiteX252" fmla="*/ 2454591 w 2912392"/>
                <a:gd name="connsiteY252" fmla="*/ 63364 h 524378"/>
                <a:gd name="connsiteX253" fmla="*/ 2464335 w 2912392"/>
                <a:gd name="connsiteY253" fmla="*/ 63406 h 524378"/>
                <a:gd name="connsiteX254" fmla="*/ 2474079 w 2912392"/>
                <a:gd name="connsiteY254" fmla="*/ 63362 h 524378"/>
                <a:gd name="connsiteX255" fmla="*/ 2483823 w 2912392"/>
                <a:gd name="connsiteY255" fmla="*/ 63233 h 524378"/>
                <a:gd name="connsiteX256" fmla="*/ 2493552 w 2912392"/>
                <a:gd name="connsiteY256" fmla="*/ 63014 h 524378"/>
                <a:gd name="connsiteX257" fmla="*/ 2503296 w 2912392"/>
                <a:gd name="connsiteY257" fmla="*/ 62704 h 524378"/>
                <a:gd name="connsiteX258" fmla="*/ 2513040 w 2912392"/>
                <a:gd name="connsiteY258" fmla="*/ 62299 h 524378"/>
                <a:gd name="connsiteX259" fmla="*/ 2522784 w 2912392"/>
                <a:gd name="connsiteY259" fmla="*/ 61798 h 524378"/>
                <a:gd name="connsiteX260" fmla="*/ 2532513 w 2912392"/>
                <a:gd name="connsiteY260" fmla="*/ 61200 h 524378"/>
                <a:gd name="connsiteX261" fmla="*/ 2542257 w 2912392"/>
                <a:gd name="connsiteY261" fmla="*/ 60506 h 524378"/>
                <a:gd name="connsiteX262" fmla="*/ 2552001 w 2912392"/>
                <a:gd name="connsiteY262" fmla="*/ 59715 h 524378"/>
                <a:gd name="connsiteX263" fmla="*/ 2561745 w 2912392"/>
                <a:gd name="connsiteY263" fmla="*/ 58826 h 524378"/>
                <a:gd name="connsiteX264" fmla="*/ 2571474 w 2912392"/>
                <a:gd name="connsiteY264" fmla="*/ 57839 h 524378"/>
                <a:gd name="connsiteX265" fmla="*/ 2581218 w 2912392"/>
                <a:gd name="connsiteY265" fmla="*/ 56756 h 524378"/>
                <a:gd name="connsiteX266" fmla="*/ 2590962 w 2912392"/>
                <a:gd name="connsiteY266" fmla="*/ 55581 h 524378"/>
                <a:gd name="connsiteX267" fmla="*/ 2600705 w 2912392"/>
                <a:gd name="connsiteY267" fmla="*/ 54311 h 524378"/>
                <a:gd name="connsiteX268" fmla="*/ 2610449 w 2912392"/>
                <a:gd name="connsiteY268" fmla="*/ 52952 h 524378"/>
                <a:gd name="connsiteX269" fmla="*/ 2620178 w 2912392"/>
                <a:gd name="connsiteY269" fmla="*/ 51507 h 524378"/>
                <a:gd name="connsiteX270" fmla="*/ 2629922 w 2912392"/>
                <a:gd name="connsiteY270" fmla="*/ 49979 h 524378"/>
                <a:gd name="connsiteX271" fmla="*/ 2639666 w 2912392"/>
                <a:gd name="connsiteY271" fmla="*/ 48371 h 524378"/>
                <a:gd name="connsiteX272" fmla="*/ 2649410 w 2912392"/>
                <a:gd name="connsiteY272" fmla="*/ 46689 h 524378"/>
                <a:gd name="connsiteX273" fmla="*/ 2659139 w 2912392"/>
                <a:gd name="connsiteY273" fmla="*/ 44935 h 524378"/>
                <a:gd name="connsiteX274" fmla="*/ 2668883 w 2912392"/>
                <a:gd name="connsiteY274" fmla="*/ 43119 h 524378"/>
                <a:gd name="connsiteX275" fmla="*/ 2678627 w 2912392"/>
                <a:gd name="connsiteY275" fmla="*/ 41242 h 524378"/>
                <a:gd name="connsiteX276" fmla="*/ 2688371 w 2912392"/>
                <a:gd name="connsiteY276" fmla="*/ 39314 h 524378"/>
                <a:gd name="connsiteX277" fmla="*/ 2698100 w 2912392"/>
                <a:gd name="connsiteY277" fmla="*/ 37340 h 524378"/>
                <a:gd name="connsiteX278" fmla="*/ 2707844 w 2912392"/>
                <a:gd name="connsiteY278" fmla="*/ 35327 h 524378"/>
                <a:gd name="connsiteX279" fmla="*/ 2717588 w 2912392"/>
                <a:gd name="connsiteY279" fmla="*/ 33283 h 524378"/>
                <a:gd name="connsiteX280" fmla="*/ 2727332 w 2912392"/>
                <a:gd name="connsiteY280" fmla="*/ 31215 h 524378"/>
                <a:gd name="connsiteX281" fmla="*/ 2737076 w 2912392"/>
                <a:gd name="connsiteY281" fmla="*/ 29133 h 524378"/>
                <a:gd name="connsiteX282" fmla="*/ 2746805 w 2912392"/>
                <a:gd name="connsiteY282" fmla="*/ 27045 h 524378"/>
                <a:gd name="connsiteX283" fmla="*/ 2756549 w 2912392"/>
                <a:gd name="connsiteY283" fmla="*/ 24959 h 524378"/>
                <a:gd name="connsiteX284" fmla="*/ 2766293 w 2912392"/>
                <a:gd name="connsiteY284" fmla="*/ 22885 h 524378"/>
                <a:gd name="connsiteX285" fmla="*/ 2776037 w 2912392"/>
                <a:gd name="connsiteY285" fmla="*/ 20832 h 524378"/>
                <a:gd name="connsiteX286" fmla="*/ 2785766 w 2912392"/>
                <a:gd name="connsiteY286" fmla="*/ 18810 h 524378"/>
                <a:gd name="connsiteX287" fmla="*/ 2795510 w 2912392"/>
                <a:gd name="connsiteY287" fmla="*/ 16830 h 524378"/>
                <a:gd name="connsiteX288" fmla="*/ 2805254 w 2912392"/>
                <a:gd name="connsiteY288" fmla="*/ 14900 h 524378"/>
                <a:gd name="connsiteX289" fmla="*/ 2814998 w 2912392"/>
                <a:gd name="connsiteY289" fmla="*/ 13032 h 524378"/>
                <a:gd name="connsiteX290" fmla="*/ 2824727 w 2912392"/>
                <a:gd name="connsiteY290" fmla="*/ 11235 h 524378"/>
                <a:gd name="connsiteX291" fmla="*/ 2834471 w 2912392"/>
                <a:gd name="connsiteY291" fmla="*/ 9520 h 524378"/>
                <a:gd name="connsiteX292" fmla="*/ 2844215 w 2912392"/>
                <a:gd name="connsiteY292" fmla="*/ 7898 h 524378"/>
                <a:gd name="connsiteX293" fmla="*/ 2853958 w 2912392"/>
                <a:gd name="connsiteY293" fmla="*/ 6380 h 524378"/>
                <a:gd name="connsiteX294" fmla="*/ 2863687 w 2912392"/>
                <a:gd name="connsiteY294" fmla="*/ 4973 h 524378"/>
                <a:gd name="connsiteX295" fmla="*/ 2873431 w 2912392"/>
                <a:gd name="connsiteY295" fmla="*/ 3690 h 524378"/>
                <a:gd name="connsiteX296" fmla="*/ 2883175 w 2912392"/>
                <a:gd name="connsiteY296" fmla="*/ 2542 h 524378"/>
                <a:gd name="connsiteX297" fmla="*/ 2892919 w 2912392"/>
                <a:gd name="connsiteY297" fmla="*/ 1538 h 524378"/>
                <a:gd name="connsiteX298" fmla="*/ 2902663 w 2912392"/>
                <a:gd name="connsiteY298" fmla="*/ 687 h 524378"/>
                <a:gd name="connsiteX299" fmla="*/ 2912392 w 2912392"/>
                <a:gd name="connsiteY299" fmla="*/ 0 h 52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24378">
                  <a:moveTo>
                    <a:pt x="0" y="407891"/>
                  </a:moveTo>
                  <a:lnTo>
                    <a:pt x="9739" y="406513"/>
                  </a:lnTo>
                  <a:lnTo>
                    <a:pt x="19480" y="405225"/>
                  </a:lnTo>
                  <a:lnTo>
                    <a:pt x="29221" y="404036"/>
                  </a:lnTo>
                  <a:lnTo>
                    <a:pt x="38961" y="402950"/>
                  </a:lnTo>
                  <a:lnTo>
                    <a:pt x="48702" y="401975"/>
                  </a:lnTo>
                  <a:lnTo>
                    <a:pt x="58443" y="401110"/>
                  </a:lnTo>
                  <a:lnTo>
                    <a:pt x="68182" y="400367"/>
                  </a:lnTo>
                  <a:lnTo>
                    <a:pt x="77923" y="399744"/>
                  </a:lnTo>
                  <a:lnTo>
                    <a:pt x="87664" y="399249"/>
                  </a:lnTo>
                  <a:lnTo>
                    <a:pt x="97404" y="398883"/>
                  </a:lnTo>
                  <a:lnTo>
                    <a:pt x="107145" y="398648"/>
                  </a:lnTo>
                  <a:lnTo>
                    <a:pt x="116886" y="398548"/>
                  </a:lnTo>
                  <a:lnTo>
                    <a:pt x="126625" y="398584"/>
                  </a:lnTo>
                  <a:lnTo>
                    <a:pt x="136366" y="398756"/>
                  </a:lnTo>
                  <a:lnTo>
                    <a:pt x="146107" y="399069"/>
                  </a:lnTo>
                  <a:lnTo>
                    <a:pt x="155846" y="399519"/>
                  </a:lnTo>
                  <a:lnTo>
                    <a:pt x="165587" y="400109"/>
                  </a:lnTo>
                  <a:lnTo>
                    <a:pt x="175328" y="400836"/>
                  </a:lnTo>
                  <a:lnTo>
                    <a:pt x="185068" y="401702"/>
                  </a:lnTo>
                  <a:lnTo>
                    <a:pt x="194809" y="402705"/>
                  </a:lnTo>
                  <a:lnTo>
                    <a:pt x="204550" y="403841"/>
                  </a:lnTo>
                  <a:lnTo>
                    <a:pt x="214289" y="405111"/>
                  </a:lnTo>
                  <a:lnTo>
                    <a:pt x="224030" y="406510"/>
                  </a:lnTo>
                  <a:lnTo>
                    <a:pt x="233771" y="408037"/>
                  </a:lnTo>
                  <a:lnTo>
                    <a:pt x="243510" y="409689"/>
                  </a:lnTo>
                  <a:lnTo>
                    <a:pt x="253251" y="411462"/>
                  </a:lnTo>
                  <a:lnTo>
                    <a:pt x="262992" y="413351"/>
                  </a:lnTo>
                  <a:lnTo>
                    <a:pt x="272732" y="415354"/>
                  </a:lnTo>
                  <a:lnTo>
                    <a:pt x="282473" y="417465"/>
                  </a:lnTo>
                  <a:lnTo>
                    <a:pt x="292214" y="419680"/>
                  </a:lnTo>
                  <a:lnTo>
                    <a:pt x="301953" y="421996"/>
                  </a:lnTo>
                  <a:lnTo>
                    <a:pt x="311694" y="424403"/>
                  </a:lnTo>
                  <a:lnTo>
                    <a:pt x="321435" y="426900"/>
                  </a:lnTo>
                  <a:lnTo>
                    <a:pt x="331175" y="429480"/>
                  </a:lnTo>
                  <a:lnTo>
                    <a:pt x="340916" y="432136"/>
                  </a:lnTo>
                  <a:lnTo>
                    <a:pt x="350656" y="434864"/>
                  </a:lnTo>
                  <a:lnTo>
                    <a:pt x="360396" y="437655"/>
                  </a:lnTo>
                  <a:lnTo>
                    <a:pt x="370137" y="440505"/>
                  </a:lnTo>
                  <a:lnTo>
                    <a:pt x="379878" y="443406"/>
                  </a:lnTo>
                  <a:lnTo>
                    <a:pt x="389617" y="446353"/>
                  </a:lnTo>
                  <a:lnTo>
                    <a:pt x="399358" y="449337"/>
                  </a:lnTo>
                  <a:lnTo>
                    <a:pt x="409099" y="452354"/>
                  </a:lnTo>
                  <a:lnTo>
                    <a:pt x="418839" y="455393"/>
                  </a:lnTo>
                  <a:lnTo>
                    <a:pt x="428580" y="458452"/>
                  </a:lnTo>
                  <a:lnTo>
                    <a:pt x="438321" y="461520"/>
                  </a:lnTo>
                  <a:lnTo>
                    <a:pt x="448060" y="464590"/>
                  </a:lnTo>
                  <a:lnTo>
                    <a:pt x="457801" y="467657"/>
                  </a:lnTo>
                  <a:lnTo>
                    <a:pt x="467542" y="470712"/>
                  </a:lnTo>
                  <a:lnTo>
                    <a:pt x="477281" y="473749"/>
                  </a:lnTo>
                  <a:lnTo>
                    <a:pt x="487022" y="476760"/>
                  </a:lnTo>
                  <a:lnTo>
                    <a:pt x="496763" y="479738"/>
                  </a:lnTo>
                  <a:lnTo>
                    <a:pt x="506503" y="482676"/>
                  </a:lnTo>
                  <a:lnTo>
                    <a:pt x="516244" y="485567"/>
                  </a:lnTo>
                  <a:lnTo>
                    <a:pt x="525985" y="488404"/>
                  </a:lnTo>
                  <a:lnTo>
                    <a:pt x="535724" y="491178"/>
                  </a:lnTo>
                  <a:lnTo>
                    <a:pt x="545465" y="493885"/>
                  </a:lnTo>
                  <a:lnTo>
                    <a:pt x="555206" y="496517"/>
                  </a:lnTo>
                  <a:lnTo>
                    <a:pt x="564946" y="499068"/>
                  </a:lnTo>
                  <a:lnTo>
                    <a:pt x="574687" y="501531"/>
                  </a:lnTo>
                  <a:lnTo>
                    <a:pt x="584428" y="503898"/>
                  </a:lnTo>
                  <a:lnTo>
                    <a:pt x="594167" y="506165"/>
                  </a:lnTo>
                  <a:lnTo>
                    <a:pt x="603908" y="508325"/>
                  </a:lnTo>
                  <a:lnTo>
                    <a:pt x="613649" y="510372"/>
                  </a:lnTo>
                  <a:lnTo>
                    <a:pt x="623388" y="512300"/>
                  </a:lnTo>
                  <a:lnTo>
                    <a:pt x="633129" y="514104"/>
                  </a:lnTo>
                  <a:lnTo>
                    <a:pt x="642870" y="515779"/>
                  </a:lnTo>
                  <a:lnTo>
                    <a:pt x="652610" y="517318"/>
                  </a:lnTo>
                  <a:lnTo>
                    <a:pt x="662351" y="518717"/>
                  </a:lnTo>
                  <a:lnTo>
                    <a:pt x="672092" y="519973"/>
                  </a:lnTo>
                  <a:lnTo>
                    <a:pt x="681831" y="521080"/>
                  </a:lnTo>
                  <a:lnTo>
                    <a:pt x="691572" y="522033"/>
                  </a:lnTo>
                  <a:lnTo>
                    <a:pt x="701313" y="522829"/>
                  </a:lnTo>
                  <a:lnTo>
                    <a:pt x="711052" y="523465"/>
                  </a:lnTo>
                  <a:lnTo>
                    <a:pt x="720793" y="523938"/>
                  </a:lnTo>
                  <a:lnTo>
                    <a:pt x="730534" y="524243"/>
                  </a:lnTo>
                  <a:lnTo>
                    <a:pt x="740274" y="524379"/>
                  </a:lnTo>
                  <a:lnTo>
                    <a:pt x="750015" y="524341"/>
                  </a:lnTo>
                  <a:lnTo>
                    <a:pt x="759756" y="524130"/>
                  </a:lnTo>
                  <a:lnTo>
                    <a:pt x="769495" y="523744"/>
                  </a:lnTo>
                  <a:lnTo>
                    <a:pt x="779236" y="523178"/>
                  </a:lnTo>
                  <a:lnTo>
                    <a:pt x="788977" y="522434"/>
                  </a:lnTo>
                  <a:lnTo>
                    <a:pt x="798717" y="521512"/>
                  </a:lnTo>
                  <a:lnTo>
                    <a:pt x="808458" y="520408"/>
                  </a:lnTo>
                  <a:lnTo>
                    <a:pt x="818199" y="519124"/>
                  </a:lnTo>
                  <a:lnTo>
                    <a:pt x="827938" y="517661"/>
                  </a:lnTo>
                  <a:lnTo>
                    <a:pt x="837679" y="516017"/>
                  </a:lnTo>
                  <a:lnTo>
                    <a:pt x="847420" y="514195"/>
                  </a:lnTo>
                  <a:lnTo>
                    <a:pt x="857159" y="512196"/>
                  </a:lnTo>
                  <a:lnTo>
                    <a:pt x="866900" y="510019"/>
                  </a:lnTo>
                  <a:lnTo>
                    <a:pt x="876641" y="507668"/>
                  </a:lnTo>
                  <a:lnTo>
                    <a:pt x="886381" y="505146"/>
                  </a:lnTo>
                  <a:lnTo>
                    <a:pt x="896122" y="502453"/>
                  </a:lnTo>
                  <a:lnTo>
                    <a:pt x="905863" y="499594"/>
                  </a:lnTo>
                  <a:lnTo>
                    <a:pt x="915602" y="496570"/>
                  </a:lnTo>
                  <a:lnTo>
                    <a:pt x="925343" y="493386"/>
                  </a:lnTo>
                  <a:lnTo>
                    <a:pt x="935084" y="490044"/>
                  </a:lnTo>
                  <a:lnTo>
                    <a:pt x="944824" y="486549"/>
                  </a:lnTo>
                  <a:lnTo>
                    <a:pt x="954564" y="482906"/>
                  </a:lnTo>
                  <a:lnTo>
                    <a:pt x="964305" y="479115"/>
                  </a:lnTo>
                  <a:lnTo>
                    <a:pt x="974045" y="475187"/>
                  </a:lnTo>
                  <a:lnTo>
                    <a:pt x="983786" y="471121"/>
                  </a:lnTo>
                  <a:lnTo>
                    <a:pt x="993522" y="466925"/>
                  </a:lnTo>
                  <a:lnTo>
                    <a:pt x="1003266" y="462603"/>
                  </a:lnTo>
                  <a:lnTo>
                    <a:pt x="1013010" y="458162"/>
                  </a:lnTo>
                  <a:lnTo>
                    <a:pt x="1022754" y="453605"/>
                  </a:lnTo>
                  <a:lnTo>
                    <a:pt x="1032483" y="448939"/>
                  </a:lnTo>
                  <a:lnTo>
                    <a:pt x="1042227" y="444170"/>
                  </a:lnTo>
                  <a:lnTo>
                    <a:pt x="1051971" y="439302"/>
                  </a:lnTo>
                  <a:lnTo>
                    <a:pt x="1061715" y="434343"/>
                  </a:lnTo>
                  <a:lnTo>
                    <a:pt x="1071444" y="429298"/>
                  </a:lnTo>
                  <a:lnTo>
                    <a:pt x="1081188" y="424171"/>
                  </a:lnTo>
                  <a:lnTo>
                    <a:pt x="1090932" y="418971"/>
                  </a:lnTo>
                  <a:lnTo>
                    <a:pt x="1100676" y="413703"/>
                  </a:lnTo>
                  <a:lnTo>
                    <a:pt x="1110405" y="408374"/>
                  </a:lnTo>
                  <a:lnTo>
                    <a:pt x="1120149" y="402986"/>
                  </a:lnTo>
                  <a:lnTo>
                    <a:pt x="1129893" y="397549"/>
                  </a:lnTo>
                  <a:lnTo>
                    <a:pt x="1139637" y="392068"/>
                  </a:lnTo>
                  <a:lnTo>
                    <a:pt x="1149381" y="386548"/>
                  </a:lnTo>
                  <a:lnTo>
                    <a:pt x="1159110" y="380995"/>
                  </a:lnTo>
                  <a:lnTo>
                    <a:pt x="1168854" y="375414"/>
                  </a:lnTo>
                  <a:lnTo>
                    <a:pt x="1178598" y="369812"/>
                  </a:lnTo>
                  <a:lnTo>
                    <a:pt x="1188341" y="364192"/>
                  </a:lnTo>
                  <a:lnTo>
                    <a:pt x="1198070" y="358562"/>
                  </a:lnTo>
                  <a:lnTo>
                    <a:pt x="1207814" y="352924"/>
                  </a:lnTo>
                  <a:lnTo>
                    <a:pt x="1217558" y="347286"/>
                  </a:lnTo>
                  <a:lnTo>
                    <a:pt x="1227302" y="341650"/>
                  </a:lnTo>
                  <a:lnTo>
                    <a:pt x="1237031" y="336023"/>
                  </a:lnTo>
                  <a:lnTo>
                    <a:pt x="1246775" y="330406"/>
                  </a:lnTo>
                  <a:lnTo>
                    <a:pt x="1256519" y="324807"/>
                  </a:lnTo>
                  <a:lnTo>
                    <a:pt x="1266263" y="319226"/>
                  </a:lnTo>
                  <a:lnTo>
                    <a:pt x="1276007" y="313670"/>
                  </a:lnTo>
                  <a:lnTo>
                    <a:pt x="1285736" y="308142"/>
                  </a:lnTo>
                  <a:lnTo>
                    <a:pt x="1295480" y="302644"/>
                  </a:lnTo>
                  <a:lnTo>
                    <a:pt x="1305224" y="297179"/>
                  </a:lnTo>
                  <a:lnTo>
                    <a:pt x="1314968" y="291753"/>
                  </a:lnTo>
                  <a:lnTo>
                    <a:pt x="1324697" y="286364"/>
                  </a:lnTo>
                  <a:lnTo>
                    <a:pt x="1334441" y="281019"/>
                  </a:lnTo>
                  <a:lnTo>
                    <a:pt x="1344185" y="275718"/>
                  </a:lnTo>
                  <a:lnTo>
                    <a:pt x="1353929" y="270463"/>
                  </a:lnTo>
                  <a:lnTo>
                    <a:pt x="1363658" y="265255"/>
                  </a:lnTo>
                  <a:lnTo>
                    <a:pt x="1373402" y="260097"/>
                  </a:lnTo>
                  <a:lnTo>
                    <a:pt x="1383146" y="254992"/>
                  </a:lnTo>
                  <a:lnTo>
                    <a:pt x="1392890" y="249939"/>
                  </a:lnTo>
                  <a:lnTo>
                    <a:pt x="1402619" y="244939"/>
                  </a:lnTo>
                  <a:lnTo>
                    <a:pt x="1412363" y="239994"/>
                  </a:lnTo>
                  <a:lnTo>
                    <a:pt x="1422106" y="235106"/>
                  </a:lnTo>
                  <a:lnTo>
                    <a:pt x="1431850" y="230274"/>
                  </a:lnTo>
                  <a:lnTo>
                    <a:pt x="1441594" y="225499"/>
                  </a:lnTo>
                  <a:lnTo>
                    <a:pt x="1451323" y="220781"/>
                  </a:lnTo>
                  <a:lnTo>
                    <a:pt x="1461067" y="216120"/>
                  </a:lnTo>
                  <a:lnTo>
                    <a:pt x="1470811" y="211518"/>
                  </a:lnTo>
                  <a:lnTo>
                    <a:pt x="1480555" y="206972"/>
                  </a:lnTo>
                  <a:lnTo>
                    <a:pt x="1490284" y="202486"/>
                  </a:lnTo>
                  <a:lnTo>
                    <a:pt x="1500028" y="198057"/>
                  </a:lnTo>
                  <a:lnTo>
                    <a:pt x="1509772" y="193685"/>
                  </a:lnTo>
                  <a:lnTo>
                    <a:pt x="1519516" y="189372"/>
                  </a:lnTo>
                  <a:lnTo>
                    <a:pt x="1529245" y="185115"/>
                  </a:lnTo>
                  <a:lnTo>
                    <a:pt x="1538989" y="180917"/>
                  </a:lnTo>
                  <a:lnTo>
                    <a:pt x="1548733" y="176775"/>
                  </a:lnTo>
                  <a:lnTo>
                    <a:pt x="1558477" y="172690"/>
                  </a:lnTo>
                  <a:lnTo>
                    <a:pt x="1568221" y="168659"/>
                  </a:lnTo>
                  <a:lnTo>
                    <a:pt x="1577950" y="164686"/>
                  </a:lnTo>
                  <a:lnTo>
                    <a:pt x="1587694" y="160769"/>
                  </a:lnTo>
                  <a:lnTo>
                    <a:pt x="1597438" y="156906"/>
                  </a:lnTo>
                  <a:lnTo>
                    <a:pt x="1607182" y="153099"/>
                  </a:lnTo>
                  <a:lnTo>
                    <a:pt x="1616911" y="149347"/>
                  </a:lnTo>
                  <a:lnTo>
                    <a:pt x="1626655" y="145651"/>
                  </a:lnTo>
                  <a:lnTo>
                    <a:pt x="1636399" y="142008"/>
                  </a:lnTo>
                  <a:lnTo>
                    <a:pt x="1646142" y="138422"/>
                  </a:lnTo>
                  <a:lnTo>
                    <a:pt x="1655872" y="134889"/>
                  </a:lnTo>
                  <a:lnTo>
                    <a:pt x="1665616" y="131413"/>
                  </a:lnTo>
                  <a:lnTo>
                    <a:pt x="1675359" y="127991"/>
                  </a:lnTo>
                  <a:lnTo>
                    <a:pt x="1685103" y="124625"/>
                  </a:lnTo>
                  <a:lnTo>
                    <a:pt x="1694832" y="121316"/>
                  </a:lnTo>
                  <a:lnTo>
                    <a:pt x="1704576" y="118063"/>
                  </a:lnTo>
                  <a:lnTo>
                    <a:pt x="1714320" y="114867"/>
                  </a:lnTo>
                  <a:lnTo>
                    <a:pt x="1724064" y="111727"/>
                  </a:lnTo>
                  <a:lnTo>
                    <a:pt x="1733808" y="108648"/>
                  </a:lnTo>
                  <a:lnTo>
                    <a:pt x="1743537" y="105626"/>
                  </a:lnTo>
                  <a:lnTo>
                    <a:pt x="1753281" y="102664"/>
                  </a:lnTo>
                  <a:lnTo>
                    <a:pt x="1763025" y="99764"/>
                  </a:lnTo>
                  <a:lnTo>
                    <a:pt x="1772769" y="96925"/>
                  </a:lnTo>
                  <a:lnTo>
                    <a:pt x="1782498" y="94150"/>
                  </a:lnTo>
                  <a:lnTo>
                    <a:pt x="1792242" y="91438"/>
                  </a:lnTo>
                  <a:lnTo>
                    <a:pt x="1801986" y="88792"/>
                  </a:lnTo>
                  <a:lnTo>
                    <a:pt x="1811730" y="86211"/>
                  </a:lnTo>
                  <a:lnTo>
                    <a:pt x="1821459" y="83698"/>
                  </a:lnTo>
                  <a:lnTo>
                    <a:pt x="1831203" y="81255"/>
                  </a:lnTo>
                  <a:lnTo>
                    <a:pt x="1840947" y="78881"/>
                  </a:lnTo>
                  <a:lnTo>
                    <a:pt x="1850691" y="76579"/>
                  </a:lnTo>
                  <a:lnTo>
                    <a:pt x="1860435" y="74352"/>
                  </a:lnTo>
                  <a:lnTo>
                    <a:pt x="1870164" y="72197"/>
                  </a:lnTo>
                  <a:lnTo>
                    <a:pt x="1879908" y="70118"/>
                  </a:lnTo>
                  <a:lnTo>
                    <a:pt x="1889652" y="68117"/>
                  </a:lnTo>
                  <a:lnTo>
                    <a:pt x="1899395" y="66193"/>
                  </a:lnTo>
                  <a:lnTo>
                    <a:pt x="1909124" y="64349"/>
                  </a:lnTo>
                  <a:lnTo>
                    <a:pt x="1918868" y="62586"/>
                  </a:lnTo>
                  <a:lnTo>
                    <a:pt x="1928612" y="60905"/>
                  </a:lnTo>
                  <a:lnTo>
                    <a:pt x="1938356" y="59307"/>
                  </a:lnTo>
                  <a:lnTo>
                    <a:pt x="1948085" y="57793"/>
                  </a:lnTo>
                  <a:lnTo>
                    <a:pt x="1957829" y="56363"/>
                  </a:lnTo>
                  <a:lnTo>
                    <a:pt x="1967573" y="55020"/>
                  </a:lnTo>
                  <a:lnTo>
                    <a:pt x="1977317" y="53763"/>
                  </a:lnTo>
                  <a:lnTo>
                    <a:pt x="1987046" y="52592"/>
                  </a:lnTo>
                  <a:lnTo>
                    <a:pt x="1996790" y="51509"/>
                  </a:lnTo>
                  <a:lnTo>
                    <a:pt x="2006534" y="50512"/>
                  </a:lnTo>
                  <a:lnTo>
                    <a:pt x="2016278" y="49605"/>
                  </a:lnTo>
                  <a:lnTo>
                    <a:pt x="2026022" y="48784"/>
                  </a:lnTo>
                  <a:lnTo>
                    <a:pt x="2035751" y="48051"/>
                  </a:lnTo>
                  <a:lnTo>
                    <a:pt x="2045495" y="47404"/>
                  </a:lnTo>
                  <a:lnTo>
                    <a:pt x="2055239" y="46844"/>
                  </a:lnTo>
                  <a:lnTo>
                    <a:pt x="2064983" y="46369"/>
                  </a:lnTo>
                  <a:lnTo>
                    <a:pt x="2074712" y="45978"/>
                  </a:lnTo>
                  <a:lnTo>
                    <a:pt x="2084456" y="45671"/>
                  </a:lnTo>
                  <a:lnTo>
                    <a:pt x="2094200" y="45446"/>
                  </a:lnTo>
                  <a:lnTo>
                    <a:pt x="2103944" y="45302"/>
                  </a:lnTo>
                  <a:lnTo>
                    <a:pt x="2113673" y="45235"/>
                  </a:lnTo>
                  <a:lnTo>
                    <a:pt x="2123417" y="45244"/>
                  </a:lnTo>
                  <a:lnTo>
                    <a:pt x="2133161" y="45327"/>
                  </a:lnTo>
                  <a:lnTo>
                    <a:pt x="2142905" y="45481"/>
                  </a:lnTo>
                  <a:lnTo>
                    <a:pt x="2152649" y="45704"/>
                  </a:lnTo>
                  <a:lnTo>
                    <a:pt x="2162377" y="45993"/>
                  </a:lnTo>
                  <a:lnTo>
                    <a:pt x="2172121" y="46343"/>
                  </a:lnTo>
                  <a:lnTo>
                    <a:pt x="2181865" y="46753"/>
                  </a:lnTo>
                  <a:lnTo>
                    <a:pt x="2191609" y="47218"/>
                  </a:lnTo>
                  <a:lnTo>
                    <a:pt x="2201338" y="47735"/>
                  </a:lnTo>
                  <a:lnTo>
                    <a:pt x="2211082" y="48298"/>
                  </a:lnTo>
                  <a:lnTo>
                    <a:pt x="2220826" y="48904"/>
                  </a:lnTo>
                  <a:lnTo>
                    <a:pt x="2230570" y="49551"/>
                  </a:lnTo>
                  <a:lnTo>
                    <a:pt x="2240299" y="50230"/>
                  </a:lnTo>
                  <a:lnTo>
                    <a:pt x="2250043" y="50940"/>
                  </a:lnTo>
                  <a:lnTo>
                    <a:pt x="2259787" y="51673"/>
                  </a:lnTo>
                  <a:lnTo>
                    <a:pt x="2269531" y="52427"/>
                  </a:lnTo>
                  <a:lnTo>
                    <a:pt x="2279260" y="53194"/>
                  </a:lnTo>
                  <a:lnTo>
                    <a:pt x="2289004" y="53970"/>
                  </a:lnTo>
                  <a:lnTo>
                    <a:pt x="2298748" y="54749"/>
                  </a:lnTo>
                  <a:lnTo>
                    <a:pt x="2308492" y="55528"/>
                  </a:lnTo>
                  <a:lnTo>
                    <a:pt x="2318236" y="56300"/>
                  </a:lnTo>
                  <a:lnTo>
                    <a:pt x="2327965" y="57059"/>
                  </a:lnTo>
                  <a:lnTo>
                    <a:pt x="2337709" y="57799"/>
                  </a:lnTo>
                  <a:lnTo>
                    <a:pt x="2347453" y="58517"/>
                  </a:lnTo>
                  <a:lnTo>
                    <a:pt x="2357197" y="59206"/>
                  </a:lnTo>
                  <a:lnTo>
                    <a:pt x="2366926" y="59860"/>
                  </a:lnTo>
                  <a:lnTo>
                    <a:pt x="2376670" y="60473"/>
                  </a:lnTo>
                  <a:lnTo>
                    <a:pt x="2386413" y="61044"/>
                  </a:lnTo>
                  <a:lnTo>
                    <a:pt x="2396157" y="61563"/>
                  </a:lnTo>
                  <a:lnTo>
                    <a:pt x="2405886" y="62027"/>
                  </a:lnTo>
                  <a:lnTo>
                    <a:pt x="2415630" y="62433"/>
                  </a:lnTo>
                  <a:lnTo>
                    <a:pt x="2425374" y="62772"/>
                  </a:lnTo>
                  <a:lnTo>
                    <a:pt x="2435118" y="63043"/>
                  </a:lnTo>
                  <a:lnTo>
                    <a:pt x="2444862" y="63243"/>
                  </a:lnTo>
                  <a:lnTo>
                    <a:pt x="2454591" y="63364"/>
                  </a:lnTo>
                  <a:lnTo>
                    <a:pt x="2464335" y="63406"/>
                  </a:lnTo>
                  <a:lnTo>
                    <a:pt x="2474079" y="63362"/>
                  </a:lnTo>
                  <a:lnTo>
                    <a:pt x="2483823" y="63233"/>
                  </a:lnTo>
                  <a:lnTo>
                    <a:pt x="2493552" y="63014"/>
                  </a:lnTo>
                  <a:lnTo>
                    <a:pt x="2503296" y="62704"/>
                  </a:lnTo>
                  <a:lnTo>
                    <a:pt x="2513040" y="62299"/>
                  </a:lnTo>
                  <a:lnTo>
                    <a:pt x="2522784" y="61798"/>
                  </a:lnTo>
                  <a:lnTo>
                    <a:pt x="2532513" y="61200"/>
                  </a:lnTo>
                  <a:lnTo>
                    <a:pt x="2542257" y="60506"/>
                  </a:lnTo>
                  <a:lnTo>
                    <a:pt x="2552001" y="59715"/>
                  </a:lnTo>
                  <a:lnTo>
                    <a:pt x="2561745" y="58826"/>
                  </a:lnTo>
                  <a:lnTo>
                    <a:pt x="2571474" y="57839"/>
                  </a:lnTo>
                  <a:lnTo>
                    <a:pt x="2581218" y="56756"/>
                  </a:lnTo>
                  <a:lnTo>
                    <a:pt x="2590962" y="55581"/>
                  </a:lnTo>
                  <a:lnTo>
                    <a:pt x="2600705" y="54311"/>
                  </a:lnTo>
                  <a:lnTo>
                    <a:pt x="2610449" y="52952"/>
                  </a:lnTo>
                  <a:lnTo>
                    <a:pt x="2620178" y="51507"/>
                  </a:lnTo>
                  <a:lnTo>
                    <a:pt x="2629922" y="49979"/>
                  </a:lnTo>
                  <a:lnTo>
                    <a:pt x="2639666" y="48371"/>
                  </a:lnTo>
                  <a:lnTo>
                    <a:pt x="2649410" y="46689"/>
                  </a:lnTo>
                  <a:lnTo>
                    <a:pt x="2659139" y="44935"/>
                  </a:lnTo>
                  <a:lnTo>
                    <a:pt x="2668883" y="43119"/>
                  </a:lnTo>
                  <a:lnTo>
                    <a:pt x="2678627" y="41242"/>
                  </a:lnTo>
                  <a:lnTo>
                    <a:pt x="2688371" y="39314"/>
                  </a:lnTo>
                  <a:lnTo>
                    <a:pt x="2698100" y="37340"/>
                  </a:lnTo>
                  <a:lnTo>
                    <a:pt x="2707844" y="35327"/>
                  </a:lnTo>
                  <a:lnTo>
                    <a:pt x="2717588" y="33283"/>
                  </a:lnTo>
                  <a:lnTo>
                    <a:pt x="2727332" y="31215"/>
                  </a:lnTo>
                  <a:lnTo>
                    <a:pt x="2737076" y="29133"/>
                  </a:lnTo>
                  <a:lnTo>
                    <a:pt x="2746805" y="27045"/>
                  </a:lnTo>
                  <a:lnTo>
                    <a:pt x="2756549" y="24959"/>
                  </a:lnTo>
                  <a:lnTo>
                    <a:pt x="2766293" y="22885"/>
                  </a:lnTo>
                  <a:lnTo>
                    <a:pt x="2776037" y="20832"/>
                  </a:lnTo>
                  <a:lnTo>
                    <a:pt x="2785766" y="18810"/>
                  </a:lnTo>
                  <a:lnTo>
                    <a:pt x="2795510" y="16830"/>
                  </a:lnTo>
                  <a:lnTo>
                    <a:pt x="2805254" y="14900"/>
                  </a:lnTo>
                  <a:lnTo>
                    <a:pt x="2814998" y="13032"/>
                  </a:lnTo>
                  <a:lnTo>
                    <a:pt x="2824727" y="11235"/>
                  </a:lnTo>
                  <a:lnTo>
                    <a:pt x="2834471" y="9520"/>
                  </a:lnTo>
                  <a:lnTo>
                    <a:pt x="2844215" y="7898"/>
                  </a:lnTo>
                  <a:lnTo>
                    <a:pt x="2853958" y="6380"/>
                  </a:lnTo>
                  <a:lnTo>
                    <a:pt x="2863687" y="4973"/>
                  </a:lnTo>
                  <a:lnTo>
                    <a:pt x="2873431" y="3690"/>
                  </a:lnTo>
                  <a:lnTo>
                    <a:pt x="2883175" y="2542"/>
                  </a:lnTo>
                  <a:lnTo>
                    <a:pt x="2892919" y="1538"/>
                  </a:lnTo>
                  <a:lnTo>
                    <a:pt x="2902663" y="687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4" name="Freeform 613">
              <a:extLst>
                <a:ext uri="{FF2B5EF4-FFF2-40B4-BE49-F238E27FC236}">
                  <a16:creationId xmlns:a16="http://schemas.microsoft.com/office/drawing/2014/main" id="{21247AFB-ED9B-282F-B101-9A54934E0D56}"/>
                </a:ext>
              </a:extLst>
            </p:cNvPr>
            <p:cNvSpPr/>
            <p:nvPr/>
          </p:nvSpPr>
          <p:spPr>
            <a:xfrm>
              <a:off x="576446" y="3340671"/>
              <a:ext cx="2912392" cy="323130"/>
            </a:xfrm>
            <a:custGeom>
              <a:avLst/>
              <a:gdLst>
                <a:gd name="connsiteX0" fmla="*/ 0 w 2912392"/>
                <a:gd name="connsiteY0" fmla="*/ 0 h 323130"/>
                <a:gd name="connsiteX1" fmla="*/ 9739 w 2912392"/>
                <a:gd name="connsiteY1" fmla="*/ 304 h 323130"/>
                <a:gd name="connsiteX2" fmla="*/ 19480 w 2912392"/>
                <a:gd name="connsiteY2" fmla="*/ 641 h 323130"/>
                <a:gd name="connsiteX3" fmla="*/ 29221 w 2912392"/>
                <a:gd name="connsiteY3" fmla="*/ 1018 h 323130"/>
                <a:gd name="connsiteX4" fmla="*/ 38961 w 2912392"/>
                <a:gd name="connsiteY4" fmla="*/ 1439 h 323130"/>
                <a:gd name="connsiteX5" fmla="*/ 48702 w 2912392"/>
                <a:gd name="connsiteY5" fmla="*/ 1911 h 323130"/>
                <a:gd name="connsiteX6" fmla="*/ 58443 w 2912392"/>
                <a:gd name="connsiteY6" fmla="*/ 2439 h 323130"/>
                <a:gd name="connsiteX7" fmla="*/ 68182 w 2912392"/>
                <a:gd name="connsiteY7" fmla="*/ 3026 h 323130"/>
                <a:gd name="connsiteX8" fmla="*/ 77923 w 2912392"/>
                <a:gd name="connsiteY8" fmla="*/ 3679 h 323130"/>
                <a:gd name="connsiteX9" fmla="*/ 87664 w 2912392"/>
                <a:gd name="connsiteY9" fmla="*/ 4400 h 323130"/>
                <a:gd name="connsiteX10" fmla="*/ 97404 w 2912392"/>
                <a:gd name="connsiteY10" fmla="*/ 5192 h 323130"/>
                <a:gd name="connsiteX11" fmla="*/ 107145 w 2912392"/>
                <a:gd name="connsiteY11" fmla="*/ 6061 h 323130"/>
                <a:gd name="connsiteX12" fmla="*/ 116886 w 2912392"/>
                <a:gd name="connsiteY12" fmla="*/ 7010 h 323130"/>
                <a:gd name="connsiteX13" fmla="*/ 126625 w 2912392"/>
                <a:gd name="connsiteY13" fmla="*/ 8039 h 323130"/>
                <a:gd name="connsiteX14" fmla="*/ 136366 w 2912392"/>
                <a:gd name="connsiteY14" fmla="*/ 9152 h 323130"/>
                <a:gd name="connsiteX15" fmla="*/ 146107 w 2912392"/>
                <a:gd name="connsiteY15" fmla="*/ 10352 h 323130"/>
                <a:gd name="connsiteX16" fmla="*/ 155846 w 2912392"/>
                <a:gd name="connsiteY16" fmla="*/ 11638 h 323130"/>
                <a:gd name="connsiteX17" fmla="*/ 165587 w 2912392"/>
                <a:gd name="connsiteY17" fmla="*/ 13011 h 323130"/>
                <a:gd name="connsiteX18" fmla="*/ 175328 w 2912392"/>
                <a:gd name="connsiteY18" fmla="*/ 14474 h 323130"/>
                <a:gd name="connsiteX19" fmla="*/ 185068 w 2912392"/>
                <a:gd name="connsiteY19" fmla="*/ 16027 h 323130"/>
                <a:gd name="connsiteX20" fmla="*/ 194809 w 2912392"/>
                <a:gd name="connsiteY20" fmla="*/ 17667 h 323130"/>
                <a:gd name="connsiteX21" fmla="*/ 204550 w 2912392"/>
                <a:gd name="connsiteY21" fmla="*/ 19396 h 323130"/>
                <a:gd name="connsiteX22" fmla="*/ 214289 w 2912392"/>
                <a:gd name="connsiteY22" fmla="*/ 21210 h 323130"/>
                <a:gd name="connsiteX23" fmla="*/ 224030 w 2912392"/>
                <a:gd name="connsiteY23" fmla="*/ 23110 h 323130"/>
                <a:gd name="connsiteX24" fmla="*/ 233771 w 2912392"/>
                <a:gd name="connsiteY24" fmla="*/ 25093 h 323130"/>
                <a:gd name="connsiteX25" fmla="*/ 243510 w 2912392"/>
                <a:gd name="connsiteY25" fmla="*/ 27158 h 323130"/>
                <a:gd name="connsiteX26" fmla="*/ 253251 w 2912392"/>
                <a:gd name="connsiteY26" fmla="*/ 29299 h 323130"/>
                <a:gd name="connsiteX27" fmla="*/ 262992 w 2912392"/>
                <a:gd name="connsiteY27" fmla="*/ 31514 h 323130"/>
                <a:gd name="connsiteX28" fmla="*/ 272732 w 2912392"/>
                <a:gd name="connsiteY28" fmla="*/ 33800 h 323130"/>
                <a:gd name="connsiteX29" fmla="*/ 282473 w 2912392"/>
                <a:gd name="connsiteY29" fmla="*/ 36152 h 323130"/>
                <a:gd name="connsiteX30" fmla="*/ 292214 w 2912392"/>
                <a:gd name="connsiteY30" fmla="*/ 38566 h 323130"/>
                <a:gd name="connsiteX31" fmla="*/ 301953 w 2912392"/>
                <a:gd name="connsiteY31" fmla="*/ 41038 h 323130"/>
                <a:gd name="connsiteX32" fmla="*/ 311694 w 2912392"/>
                <a:gd name="connsiteY32" fmla="*/ 43560 h 323130"/>
                <a:gd name="connsiteX33" fmla="*/ 321435 w 2912392"/>
                <a:gd name="connsiteY33" fmla="*/ 46129 h 323130"/>
                <a:gd name="connsiteX34" fmla="*/ 331175 w 2912392"/>
                <a:gd name="connsiteY34" fmla="*/ 48738 h 323130"/>
                <a:gd name="connsiteX35" fmla="*/ 340916 w 2912392"/>
                <a:gd name="connsiteY35" fmla="*/ 51381 h 323130"/>
                <a:gd name="connsiteX36" fmla="*/ 350656 w 2912392"/>
                <a:gd name="connsiteY36" fmla="*/ 54052 h 323130"/>
                <a:gd name="connsiteX37" fmla="*/ 360396 w 2912392"/>
                <a:gd name="connsiteY37" fmla="*/ 56743 h 323130"/>
                <a:gd name="connsiteX38" fmla="*/ 370137 w 2912392"/>
                <a:gd name="connsiteY38" fmla="*/ 59447 h 323130"/>
                <a:gd name="connsiteX39" fmla="*/ 379878 w 2912392"/>
                <a:gd name="connsiteY39" fmla="*/ 62159 h 323130"/>
                <a:gd name="connsiteX40" fmla="*/ 389617 w 2912392"/>
                <a:gd name="connsiteY40" fmla="*/ 64870 h 323130"/>
                <a:gd name="connsiteX41" fmla="*/ 399358 w 2912392"/>
                <a:gd name="connsiteY41" fmla="*/ 67573 h 323130"/>
                <a:gd name="connsiteX42" fmla="*/ 409099 w 2912392"/>
                <a:gd name="connsiteY42" fmla="*/ 70259 h 323130"/>
                <a:gd name="connsiteX43" fmla="*/ 418839 w 2912392"/>
                <a:gd name="connsiteY43" fmla="*/ 72922 h 323130"/>
                <a:gd name="connsiteX44" fmla="*/ 428580 w 2912392"/>
                <a:gd name="connsiteY44" fmla="*/ 75553 h 323130"/>
                <a:gd name="connsiteX45" fmla="*/ 438321 w 2912392"/>
                <a:gd name="connsiteY45" fmla="*/ 78145 h 323130"/>
                <a:gd name="connsiteX46" fmla="*/ 448060 w 2912392"/>
                <a:gd name="connsiteY46" fmla="*/ 80691 h 323130"/>
                <a:gd name="connsiteX47" fmla="*/ 457801 w 2912392"/>
                <a:gd name="connsiteY47" fmla="*/ 83181 h 323130"/>
                <a:gd name="connsiteX48" fmla="*/ 467542 w 2912392"/>
                <a:gd name="connsiteY48" fmla="*/ 85609 h 323130"/>
                <a:gd name="connsiteX49" fmla="*/ 477281 w 2912392"/>
                <a:gd name="connsiteY49" fmla="*/ 87967 h 323130"/>
                <a:gd name="connsiteX50" fmla="*/ 487022 w 2912392"/>
                <a:gd name="connsiteY50" fmla="*/ 90246 h 323130"/>
                <a:gd name="connsiteX51" fmla="*/ 496763 w 2912392"/>
                <a:gd name="connsiteY51" fmla="*/ 92441 h 323130"/>
                <a:gd name="connsiteX52" fmla="*/ 506503 w 2912392"/>
                <a:gd name="connsiteY52" fmla="*/ 94543 h 323130"/>
                <a:gd name="connsiteX53" fmla="*/ 516244 w 2912392"/>
                <a:gd name="connsiteY53" fmla="*/ 96545 h 323130"/>
                <a:gd name="connsiteX54" fmla="*/ 525985 w 2912392"/>
                <a:gd name="connsiteY54" fmla="*/ 98440 h 323130"/>
                <a:gd name="connsiteX55" fmla="*/ 535724 w 2912392"/>
                <a:gd name="connsiteY55" fmla="*/ 100224 h 323130"/>
                <a:gd name="connsiteX56" fmla="*/ 545465 w 2912392"/>
                <a:gd name="connsiteY56" fmla="*/ 101888 h 323130"/>
                <a:gd name="connsiteX57" fmla="*/ 555206 w 2912392"/>
                <a:gd name="connsiteY57" fmla="*/ 103426 h 323130"/>
                <a:gd name="connsiteX58" fmla="*/ 564946 w 2912392"/>
                <a:gd name="connsiteY58" fmla="*/ 104834 h 323130"/>
                <a:gd name="connsiteX59" fmla="*/ 574687 w 2912392"/>
                <a:gd name="connsiteY59" fmla="*/ 106105 h 323130"/>
                <a:gd name="connsiteX60" fmla="*/ 584428 w 2912392"/>
                <a:gd name="connsiteY60" fmla="*/ 107235 h 323130"/>
                <a:gd name="connsiteX61" fmla="*/ 594167 w 2912392"/>
                <a:gd name="connsiteY61" fmla="*/ 108220 h 323130"/>
                <a:gd name="connsiteX62" fmla="*/ 603908 w 2912392"/>
                <a:gd name="connsiteY62" fmla="*/ 109055 h 323130"/>
                <a:gd name="connsiteX63" fmla="*/ 613649 w 2912392"/>
                <a:gd name="connsiteY63" fmla="*/ 109737 h 323130"/>
                <a:gd name="connsiteX64" fmla="*/ 623388 w 2912392"/>
                <a:gd name="connsiteY64" fmla="*/ 110263 h 323130"/>
                <a:gd name="connsiteX65" fmla="*/ 633129 w 2912392"/>
                <a:gd name="connsiteY65" fmla="*/ 110628 h 323130"/>
                <a:gd name="connsiteX66" fmla="*/ 642870 w 2912392"/>
                <a:gd name="connsiteY66" fmla="*/ 110833 h 323130"/>
                <a:gd name="connsiteX67" fmla="*/ 652610 w 2912392"/>
                <a:gd name="connsiteY67" fmla="*/ 110875 h 323130"/>
                <a:gd name="connsiteX68" fmla="*/ 662351 w 2912392"/>
                <a:gd name="connsiteY68" fmla="*/ 110753 h 323130"/>
                <a:gd name="connsiteX69" fmla="*/ 672092 w 2912392"/>
                <a:gd name="connsiteY69" fmla="*/ 110466 h 323130"/>
                <a:gd name="connsiteX70" fmla="*/ 681831 w 2912392"/>
                <a:gd name="connsiteY70" fmla="*/ 110014 h 323130"/>
                <a:gd name="connsiteX71" fmla="*/ 691572 w 2912392"/>
                <a:gd name="connsiteY71" fmla="*/ 109397 h 323130"/>
                <a:gd name="connsiteX72" fmla="*/ 701313 w 2912392"/>
                <a:gd name="connsiteY72" fmla="*/ 108617 h 323130"/>
                <a:gd name="connsiteX73" fmla="*/ 711052 w 2912392"/>
                <a:gd name="connsiteY73" fmla="*/ 107675 h 323130"/>
                <a:gd name="connsiteX74" fmla="*/ 720793 w 2912392"/>
                <a:gd name="connsiteY74" fmla="*/ 106572 h 323130"/>
                <a:gd name="connsiteX75" fmla="*/ 730534 w 2912392"/>
                <a:gd name="connsiteY75" fmla="*/ 105313 h 323130"/>
                <a:gd name="connsiteX76" fmla="*/ 740274 w 2912392"/>
                <a:gd name="connsiteY76" fmla="*/ 103899 h 323130"/>
                <a:gd name="connsiteX77" fmla="*/ 750015 w 2912392"/>
                <a:gd name="connsiteY77" fmla="*/ 102335 h 323130"/>
                <a:gd name="connsiteX78" fmla="*/ 759756 w 2912392"/>
                <a:gd name="connsiteY78" fmla="*/ 100625 h 323130"/>
                <a:gd name="connsiteX79" fmla="*/ 769495 w 2912392"/>
                <a:gd name="connsiteY79" fmla="*/ 98774 h 323130"/>
                <a:gd name="connsiteX80" fmla="*/ 779236 w 2912392"/>
                <a:gd name="connsiteY80" fmla="*/ 96785 h 323130"/>
                <a:gd name="connsiteX81" fmla="*/ 788977 w 2912392"/>
                <a:gd name="connsiteY81" fmla="*/ 94667 h 323130"/>
                <a:gd name="connsiteX82" fmla="*/ 798717 w 2912392"/>
                <a:gd name="connsiteY82" fmla="*/ 92424 h 323130"/>
                <a:gd name="connsiteX83" fmla="*/ 808458 w 2912392"/>
                <a:gd name="connsiteY83" fmla="*/ 90064 h 323130"/>
                <a:gd name="connsiteX84" fmla="*/ 818199 w 2912392"/>
                <a:gd name="connsiteY84" fmla="*/ 87593 h 323130"/>
                <a:gd name="connsiteX85" fmla="*/ 827938 w 2912392"/>
                <a:gd name="connsiteY85" fmla="*/ 85019 h 323130"/>
                <a:gd name="connsiteX86" fmla="*/ 837679 w 2912392"/>
                <a:gd name="connsiteY86" fmla="*/ 82350 h 323130"/>
                <a:gd name="connsiteX87" fmla="*/ 847420 w 2912392"/>
                <a:gd name="connsiteY87" fmla="*/ 79593 h 323130"/>
                <a:gd name="connsiteX88" fmla="*/ 857159 w 2912392"/>
                <a:gd name="connsiteY88" fmla="*/ 76759 h 323130"/>
                <a:gd name="connsiteX89" fmla="*/ 866900 w 2912392"/>
                <a:gd name="connsiteY89" fmla="*/ 73856 h 323130"/>
                <a:gd name="connsiteX90" fmla="*/ 876641 w 2912392"/>
                <a:gd name="connsiteY90" fmla="*/ 70892 h 323130"/>
                <a:gd name="connsiteX91" fmla="*/ 886381 w 2912392"/>
                <a:gd name="connsiteY91" fmla="*/ 67878 h 323130"/>
                <a:gd name="connsiteX92" fmla="*/ 896122 w 2912392"/>
                <a:gd name="connsiteY92" fmla="*/ 64822 h 323130"/>
                <a:gd name="connsiteX93" fmla="*/ 905863 w 2912392"/>
                <a:gd name="connsiteY93" fmla="*/ 61737 h 323130"/>
                <a:gd name="connsiteX94" fmla="*/ 915602 w 2912392"/>
                <a:gd name="connsiteY94" fmla="*/ 58629 h 323130"/>
                <a:gd name="connsiteX95" fmla="*/ 925343 w 2912392"/>
                <a:gd name="connsiteY95" fmla="*/ 55511 h 323130"/>
                <a:gd name="connsiteX96" fmla="*/ 935084 w 2912392"/>
                <a:gd name="connsiteY96" fmla="*/ 52391 h 323130"/>
                <a:gd name="connsiteX97" fmla="*/ 944824 w 2912392"/>
                <a:gd name="connsiteY97" fmla="*/ 49281 h 323130"/>
                <a:gd name="connsiteX98" fmla="*/ 954564 w 2912392"/>
                <a:gd name="connsiteY98" fmla="*/ 46191 h 323130"/>
                <a:gd name="connsiteX99" fmla="*/ 964305 w 2912392"/>
                <a:gd name="connsiteY99" fmla="*/ 43131 h 323130"/>
                <a:gd name="connsiteX100" fmla="*/ 974045 w 2912392"/>
                <a:gd name="connsiteY100" fmla="*/ 40111 h 323130"/>
                <a:gd name="connsiteX101" fmla="*/ 983786 w 2912392"/>
                <a:gd name="connsiteY101" fmla="*/ 37140 h 323130"/>
                <a:gd name="connsiteX102" fmla="*/ 993522 w 2912392"/>
                <a:gd name="connsiteY102" fmla="*/ 34230 h 323130"/>
                <a:gd name="connsiteX103" fmla="*/ 1003266 w 2912392"/>
                <a:gd name="connsiteY103" fmla="*/ 31391 h 323130"/>
                <a:gd name="connsiteX104" fmla="*/ 1013010 w 2912392"/>
                <a:gd name="connsiteY104" fmla="*/ 28630 h 323130"/>
                <a:gd name="connsiteX105" fmla="*/ 1022754 w 2912392"/>
                <a:gd name="connsiteY105" fmla="*/ 25957 h 323130"/>
                <a:gd name="connsiteX106" fmla="*/ 1032483 w 2912392"/>
                <a:gd name="connsiteY106" fmla="*/ 23381 h 323130"/>
                <a:gd name="connsiteX107" fmla="*/ 1042227 w 2912392"/>
                <a:gd name="connsiteY107" fmla="*/ 20912 h 323130"/>
                <a:gd name="connsiteX108" fmla="*/ 1051971 w 2912392"/>
                <a:gd name="connsiteY108" fmla="*/ 18557 h 323130"/>
                <a:gd name="connsiteX109" fmla="*/ 1061715 w 2912392"/>
                <a:gd name="connsiteY109" fmla="*/ 16323 h 323130"/>
                <a:gd name="connsiteX110" fmla="*/ 1071444 w 2912392"/>
                <a:gd name="connsiteY110" fmla="*/ 14220 h 323130"/>
                <a:gd name="connsiteX111" fmla="*/ 1081188 w 2912392"/>
                <a:gd name="connsiteY111" fmla="*/ 12253 h 323130"/>
                <a:gd name="connsiteX112" fmla="*/ 1090932 w 2912392"/>
                <a:gd name="connsiteY112" fmla="*/ 10428 h 323130"/>
                <a:gd name="connsiteX113" fmla="*/ 1100676 w 2912392"/>
                <a:gd name="connsiteY113" fmla="*/ 8753 h 323130"/>
                <a:gd name="connsiteX114" fmla="*/ 1110405 w 2912392"/>
                <a:gd name="connsiteY114" fmla="*/ 7232 h 323130"/>
                <a:gd name="connsiteX115" fmla="*/ 1120149 w 2912392"/>
                <a:gd name="connsiteY115" fmla="*/ 5870 h 323130"/>
                <a:gd name="connsiteX116" fmla="*/ 1129893 w 2912392"/>
                <a:gd name="connsiteY116" fmla="*/ 4671 h 323130"/>
                <a:gd name="connsiteX117" fmla="*/ 1139637 w 2912392"/>
                <a:gd name="connsiteY117" fmla="*/ 3640 h 323130"/>
                <a:gd name="connsiteX118" fmla="*/ 1149381 w 2912392"/>
                <a:gd name="connsiteY118" fmla="*/ 2779 h 323130"/>
                <a:gd name="connsiteX119" fmla="*/ 1159110 w 2912392"/>
                <a:gd name="connsiteY119" fmla="*/ 2090 h 323130"/>
                <a:gd name="connsiteX120" fmla="*/ 1168854 w 2912392"/>
                <a:gd name="connsiteY120" fmla="*/ 1576 h 323130"/>
                <a:gd name="connsiteX121" fmla="*/ 1178598 w 2912392"/>
                <a:gd name="connsiteY121" fmla="*/ 1238 h 323130"/>
                <a:gd name="connsiteX122" fmla="*/ 1188341 w 2912392"/>
                <a:gd name="connsiteY122" fmla="*/ 1076 h 323130"/>
                <a:gd name="connsiteX123" fmla="*/ 1198070 w 2912392"/>
                <a:gd name="connsiteY123" fmla="*/ 1089 h 323130"/>
                <a:gd name="connsiteX124" fmla="*/ 1207814 w 2912392"/>
                <a:gd name="connsiteY124" fmla="*/ 1278 h 323130"/>
                <a:gd name="connsiteX125" fmla="*/ 1217558 w 2912392"/>
                <a:gd name="connsiteY125" fmla="*/ 1640 h 323130"/>
                <a:gd name="connsiteX126" fmla="*/ 1227302 w 2912392"/>
                <a:gd name="connsiteY126" fmla="*/ 2174 h 323130"/>
                <a:gd name="connsiteX127" fmla="*/ 1237031 w 2912392"/>
                <a:gd name="connsiteY127" fmla="*/ 2875 h 323130"/>
                <a:gd name="connsiteX128" fmla="*/ 1246775 w 2912392"/>
                <a:gd name="connsiteY128" fmla="*/ 3743 h 323130"/>
                <a:gd name="connsiteX129" fmla="*/ 1256519 w 2912392"/>
                <a:gd name="connsiteY129" fmla="*/ 4771 h 323130"/>
                <a:gd name="connsiteX130" fmla="*/ 1266263 w 2912392"/>
                <a:gd name="connsiteY130" fmla="*/ 5955 h 323130"/>
                <a:gd name="connsiteX131" fmla="*/ 1276007 w 2912392"/>
                <a:gd name="connsiteY131" fmla="*/ 7290 h 323130"/>
                <a:gd name="connsiteX132" fmla="*/ 1285736 w 2912392"/>
                <a:gd name="connsiteY132" fmla="*/ 8771 h 323130"/>
                <a:gd name="connsiteX133" fmla="*/ 1295480 w 2912392"/>
                <a:gd name="connsiteY133" fmla="*/ 10389 h 323130"/>
                <a:gd name="connsiteX134" fmla="*/ 1305224 w 2912392"/>
                <a:gd name="connsiteY134" fmla="*/ 12140 h 323130"/>
                <a:gd name="connsiteX135" fmla="*/ 1314968 w 2912392"/>
                <a:gd name="connsiteY135" fmla="*/ 14014 h 323130"/>
                <a:gd name="connsiteX136" fmla="*/ 1324697 w 2912392"/>
                <a:gd name="connsiteY136" fmla="*/ 16004 h 323130"/>
                <a:gd name="connsiteX137" fmla="*/ 1334441 w 2912392"/>
                <a:gd name="connsiteY137" fmla="*/ 18104 h 323130"/>
                <a:gd name="connsiteX138" fmla="*/ 1344185 w 2912392"/>
                <a:gd name="connsiteY138" fmla="*/ 20301 h 323130"/>
                <a:gd name="connsiteX139" fmla="*/ 1353929 w 2912392"/>
                <a:gd name="connsiteY139" fmla="*/ 22588 h 323130"/>
                <a:gd name="connsiteX140" fmla="*/ 1363658 w 2912392"/>
                <a:gd name="connsiteY140" fmla="*/ 24956 h 323130"/>
                <a:gd name="connsiteX141" fmla="*/ 1373402 w 2912392"/>
                <a:gd name="connsiteY141" fmla="*/ 27393 h 323130"/>
                <a:gd name="connsiteX142" fmla="*/ 1383146 w 2912392"/>
                <a:gd name="connsiteY142" fmla="*/ 29892 h 323130"/>
                <a:gd name="connsiteX143" fmla="*/ 1392890 w 2912392"/>
                <a:gd name="connsiteY143" fmla="*/ 32441 h 323130"/>
                <a:gd name="connsiteX144" fmla="*/ 1402619 w 2912392"/>
                <a:gd name="connsiteY144" fmla="*/ 35027 h 323130"/>
                <a:gd name="connsiteX145" fmla="*/ 1412363 w 2912392"/>
                <a:gd name="connsiteY145" fmla="*/ 37645 h 323130"/>
                <a:gd name="connsiteX146" fmla="*/ 1422106 w 2912392"/>
                <a:gd name="connsiteY146" fmla="*/ 40279 h 323130"/>
                <a:gd name="connsiteX147" fmla="*/ 1431850 w 2912392"/>
                <a:gd name="connsiteY147" fmla="*/ 42921 h 323130"/>
                <a:gd name="connsiteX148" fmla="*/ 1441594 w 2912392"/>
                <a:gd name="connsiteY148" fmla="*/ 45560 h 323130"/>
                <a:gd name="connsiteX149" fmla="*/ 1451323 w 2912392"/>
                <a:gd name="connsiteY149" fmla="*/ 48185 h 323130"/>
                <a:gd name="connsiteX150" fmla="*/ 1461067 w 2912392"/>
                <a:gd name="connsiteY150" fmla="*/ 50783 h 323130"/>
                <a:gd name="connsiteX151" fmla="*/ 1470811 w 2912392"/>
                <a:gd name="connsiteY151" fmla="*/ 53347 h 323130"/>
                <a:gd name="connsiteX152" fmla="*/ 1480555 w 2912392"/>
                <a:gd name="connsiteY152" fmla="*/ 55865 h 323130"/>
                <a:gd name="connsiteX153" fmla="*/ 1490284 w 2912392"/>
                <a:gd name="connsiteY153" fmla="*/ 58328 h 323130"/>
                <a:gd name="connsiteX154" fmla="*/ 1500028 w 2912392"/>
                <a:gd name="connsiteY154" fmla="*/ 60724 h 323130"/>
                <a:gd name="connsiteX155" fmla="*/ 1509772 w 2912392"/>
                <a:gd name="connsiteY155" fmla="*/ 63045 h 323130"/>
                <a:gd name="connsiteX156" fmla="*/ 1519516 w 2912392"/>
                <a:gd name="connsiteY156" fmla="*/ 65281 h 323130"/>
                <a:gd name="connsiteX157" fmla="*/ 1529245 w 2912392"/>
                <a:gd name="connsiteY157" fmla="*/ 67424 h 323130"/>
                <a:gd name="connsiteX158" fmla="*/ 1538989 w 2912392"/>
                <a:gd name="connsiteY158" fmla="*/ 69464 h 323130"/>
                <a:gd name="connsiteX159" fmla="*/ 1548733 w 2912392"/>
                <a:gd name="connsiteY159" fmla="*/ 71394 h 323130"/>
                <a:gd name="connsiteX160" fmla="*/ 1558477 w 2912392"/>
                <a:gd name="connsiteY160" fmla="*/ 73206 h 323130"/>
                <a:gd name="connsiteX161" fmla="*/ 1568221 w 2912392"/>
                <a:gd name="connsiteY161" fmla="*/ 74893 h 323130"/>
                <a:gd name="connsiteX162" fmla="*/ 1577950 w 2912392"/>
                <a:gd name="connsiteY162" fmla="*/ 76448 h 323130"/>
                <a:gd name="connsiteX163" fmla="*/ 1587694 w 2912392"/>
                <a:gd name="connsiteY163" fmla="*/ 77867 h 323130"/>
                <a:gd name="connsiteX164" fmla="*/ 1597438 w 2912392"/>
                <a:gd name="connsiteY164" fmla="*/ 79142 h 323130"/>
                <a:gd name="connsiteX165" fmla="*/ 1607182 w 2912392"/>
                <a:gd name="connsiteY165" fmla="*/ 80268 h 323130"/>
                <a:gd name="connsiteX166" fmla="*/ 1616911 w 2912392"/>
                <a:gd name="connsiteY166" fmla="*/ 81244 h 323130"/>
                <a:gd name="connsiteX167" fmla="*/ 1626655 w 2912392"/>
                <a:gd name="connsiteY167" fmla="*/ 82065 h 323130"/>
                <a:gd name="connsiteX168" fmla="*/ 1636399 w 2912392"/>
                <a:gd name="connsiteY168" fmla="*/ 82727 h 323130"/>
                <a:gd name="connsiteX169" fmla="*/ 1646142 w 2912392"/>
                <a:gd name="connsiteY169" fmla="*/ 83229 h 323130"/>
                <a:gd name="connsiteX170" fmla="*/ 1655872 w 2912392"/>
                <a:gd name="connsiteY170" fmla="*/ 83568 h 323130"/>
                <a:gd name="connsiteX171" fmla="*/ 1665616 w 2912392"/>
                <a:gd name="connsiteY171" fmla="*/ 83746 h 323130"/>
                <a:gd name="connsiteX172" fmla="*/ 1675359 w 2912392"/>
                <a:gd name="connsiteY172" fmla="*/ 83761 h 323130"/>
                <a:gd name="connsiteX173" fmla="*/ 1685103 w 2912392"/>
                <a:gd name="connsiteY173" fmla="*/ 83613 h 323130"/>
                <a:gd name="connsiteX174" fmla="*/ 1694832 w 2912392"/>
                <a:gd name="connsiteY174" fmla="*/ 83305 h 323130"/>
                <a:gd name="connsiteX175" fmla="*/ 1704576 w 2912392"/>
                <a:gd name="connsiteY175" fmla="*/ 82837 h 323130"/>
                <a:gd name="connsiteX176" fmla="*/ 1714320 w 2912392"/>
                <a:gd name="connsiteY176" fmla="*/ 82213 h 323130"/>
                <a:gd name="connsiteX177" fmla="*/ 1724064 w 2912392"/>
                <a:gd name="connsiteY177" fmla="*/ 81436 h 323130"/>
                <a:gd name="connsiteX178" fmla="*/ 1733808 w 2912392"/>
                <a:gd name="connsiteY178" fmla="*/ 80511 h 323130"/>
                <a:gd name="connsiteX179" fmla="*/ 1743537 w 2912392"/>
                <a:gd name="connsiteY179" fmla="*/ 79440 h 323130"/>
                <a:gd name="connsiteX180" fmla="*/ 1753281 w 2912392"/>
                <a:gd name="connsiteY180" fmla="*/ 78232 h 323130"/>
                <a:gd name="connsiteX181" fmla="*/ 1763025 w 2912392"/>
                <a:gd name="connsiteY181" fmla="*/ 76888 h 323130"/>
                <a:gd name="connsiteX182" fmla="*/ 1772769 w 2912392"/>
                <a:gd name="connsiteY182" fmla="*/ 75419 h 323130"/>
                <a:gd name="connsiteX183" fmla="*/ 1782498 w 2912392"/>
                <a:gd name="connsiteY183" fmla="*/ 73829 h 323130"/>
                <a:gd name="connsiteX184" fmla="*/ 1792242 w 2912392"/>
                <a:gd name="connsiteY184" fmla="*/ 72126 h 323130"/>
                <a:gd name="connsiteX185" fmla="*/ 1801986 w 2912392"/>
                <a:gd name="connsiteY185" fmla="*/ 70320 h 323130"/>
                <a:gd name="connsiteX186" fmla="*/ 1811730 w 2912392"/>
                <a:gd name="connsiteY186" fmla="*/ 68416 h 323130"/>
                <a:gd name="connsiteX187" fmla="*/ 1821459 w 2912392"/>
                <a:gd name="connsiteY187" fmla="*/ 66426 h 323130"/>
                <a:gd name="connsiteX188" fmla="*/ 1831203 w 2912392"/>
                <a:gd name="connsiteY188" fmla="*/ 64358 h 323130"/>
                <a:gd name="connsiteX189" fmla="*/ 1840947 w 2912392"/>
                <a:gd name="connsiteY189" fmla="*/ 62221 h 323130"/>
                <a:gd name="connsiteX190" fmla="*/ 1850691 w 2912392"/>
                <a:gd name="connsiteY190" fmla="*/ 60025 h 323130"/>
                <a:gd name="connsiteX191" fmla="*/ 1860435 w 2912392"/>
                <a:gd name="connsiteY191" fmla="*/ 57781 h 323130"/>
                <a:gd name="connsiteX192" fmla="*/ 1870164 w 2912392"/>
                <a:gd name="connsiteY192" fmla="*/ 55499 h 323130"/>
                <a:gd name="connsiteX193" fmla="*/ 1879908 w 2912392"/>
                <a:gd name="connsiteY193" fmla="*/ 53189 h 323130"/>
                <a:gd name="connsiteX194" fmla="*/ 1889652 w 2912392"/>
                <a:gd name="connsiteY194" fmla="*/ 50864 h 323130"/>
                <a:gd name="connsiteX195" fmla="*/ 1899395 w 2912392"/>
                <a:gd name="connsiteY195" fmla="*/ 48532 h 323130"/>
                <a:gd name="connsiteX196" fmla="*/ 1909124 w 2912392"/>
                <a:gd name="connsiteY196" fmla="*/ 46206 h 323130"/>
                <a:gd name="connsiteX197" fmla="*/ 1918868 w 2912392"/>
                <a:gd name="connsiteY197" fmla="*/ 43897 h 323130"/>
                <a:gd name="connsiteX198" fmla="*/ 1928612 w 2912392"/>
                <a:gd name="connsiteY198" fmla="*/ 41614 h 323130"/>
                <a:gd name="connsiteX199" fmla="*/ 1938356 w 2912392"/>
                <a:gd name="connsiteY199" fmla="*/ 39371 h 323130"/>
                <a:gd name="connsiteX200" fmla="*/ 1948085 w 2912392"/>
                <a:gd name="connsiteY200" fmla="*/ 37176 h 323130"/>
                <a:gd name="connsiteX201" fmla="*/ 1957829 w 2912392"/>
                <a:gd name="connsiteY201" fmla="*/ 35041 h 323130"/>
                <a:gd name="connsiteX202" fmla="*/ 1967573 w 2912392"/>
                <a:gd name="connsiteY202" fmla="*/ 32977 h 323130"/>
                <a:gd name="connsiteX203" fmla="*/ 1977317 w 2912392"/>
                <a:gd name="connsiteY203" fmla="*/ 30994 h 323130"/>
                <a:gd name="connsiteX204" fmla="*/ 1987046 w 2912392"/>
                <a:gd name="connsiteY204" fmla="*/ 29102 h 323130"/>
                <a:gd name="connsiteX205" fmla="*/ 1996790 w 2912392"/>
                <a:gd name="connsiteY205" fmla="*/ 27310 h 323130"/>
                <a:gd name="connsiteX206" fmla="*/ 2006534 w 2912392"/>
                <a:gd name="connsiteY206" fmla="*/ 25629 h 323130"/>
                <a:gd name="connsiteX207" fmla="*/ 2016278 w 2912392"/>
                <a:gd name="connsiteY207" fmla="*/ 24068 h 323130"/>
                <a:gd name="connsiteX208" fmla="*/ 2026022 w 2912392"/>
                <a:gd name="connsiteY208" fmla="*/ 22634 h 323130"/>
                <a:gd name="connsiteX209" fmla="*/ 2035751 w 2912392"/>
                <a:gd name="connsiteY209" fmla="*/ 21338 h 323130"/>
                <a:gd name="connsiteX210" fmla="*/ 2045495 w 2912392"/>
                <a:gd name="connsiteY210" fmla="*/ 20185 h 323130"/>
                <a:gd name="connsiteX211" fmla="*/ 2055239 w 2912392"/>
                <a:gd name="connsiteY211" fmla="*/ 19185 h 323130"/>
                <a:gd name="connsiteX212" fmla="*/ 2064983 w 2912392"/>
                <a:gd name="connsiteY212" fmla="*/ 18344 h 323130"/>
                <a:gd name="connsiteX213" fmla="*/ 2074712 w 2912392"/>
                <a:gd name="connsiteY213" fmla="*/ 17667 h 323130"/>
                <a:gd name="connsiteX214" fmla="*/ 2084456 w 2912392"/>
                <a:gd name="connsiteY214" fmla="*/ 17162 h 323130"/>
                <a:gd name="connsiteX215" fmla="*/ 2094200 w 2912392"/>
                <a:gd name="connsiteY215" fmla="*/ 16833 h 323130"/>
                <a:gd name="connsiteX216" fmla="*/ 2103944 w 2912392"/>
                <a:gd name="connsiteY216" fmla="*/ 16685 h 323130"/>
                <a:gd name="connsiteX217" fmla="*/ 2113673 w 2912392"/>
                <a:gd name="connsiteY217" fmla="*/ 16724 h 323130"/>
                <a:gd name="connsiteX218" fmla="*/ 2123417 w 2912392"/>
                <a:gd name="connsiteY218" fmla="*/ 16951 h 323130"/>
                <a:gd name="connsiteX219" fmla="*/ 2133161 w 2912392"/>
                <a:gd name="connsiteY219" fmla="*/ 17369 h 323130"/>
                <a:gd name="connsiteX220" fmla="*/ 2142905 w 2912392"/>
                <a:gd name="connsiteY220" fmla="*/ 17982 h 323130"/>
                <a:gd name="connsiteX221" fmla="*/ 2152649 w 2912392"/>
                <a:gd name="connsiteY221" fmla="*/ 18791 h 323130"/>
                <a:gd name="connsiteX222" fmla="*/ 2162377 w 2912392"/>
                <a:gd name="connsiteY222" fmla="*/ 19798 h 323130"/>
                <a:gd name="connsiteX223" fmla="*/ 2172121 w 2912392"/>
                <a:gd name="connsiteY223" fmla="*/ 21002 h 323130"/>
                <a:gd name="connsiteX224" fmla="*/ 2181865 w 2912392"/>
                <a:gd name="connsiteY224" fmla="*/ 22404 h 323130"/>
                <a:gd name="connsiteX225" fmla="*/ 2191609 w 2912392"/>
                <a:gd name="connsiteY225" fmla="*/ 24004 h 323130"/>
                <a:gd name="connsiteX226" fmla="*/ 2201338 w 2912392"/>
                <a:gd name="connsiteY226" fmla="*/ 25799 h 323130"/>
                <a:gd name="connsiteX227" fmla="*/ 2211082 w 2912392"/>
                <a:gd name="connsiteY227" fmla="*/ 27788 h 323130"/>
                <a:gd name="connsiteX228" fmla="*/ 2220826 w 2912392"/>
                <a:gd name="connsiteY228" fmla="*/ 29969 h 323130"/>
                <a:gd name="connsiteX229" fmla="*/ 2230570 w 2912392"/>
                <a:gd name="connsiteY229" fmla="*/ 32340 h 323130"/>
                <a:gd name="connsiteX230" fmla="*/ 2240299 w 2912392"/>
                <a:gd name="connsiteY230" fmla="*/ 34896 h 323130"/>
                <a:gd name="connsiteX231" fmla="*/ 2250043 w 2912392"/>
                <a:gd name="connsiteY231" fmla="*/ 37635 h 323130"/>
                <a:gd name="connsiteX232" fmla="*/ 2259787 w 2912392"/>
                <a:gd name="connsiteY232" fmla="*/ 40551 h 323130"/>
                <a:gd name="connsiteX233" fmla="*/ 2269531 w 2912392"/>
                <a:gd name="connsiteY233" fmla="*/ 43638 h 323130"/>
                <a:gd name="connsiteX234" fmla="*/ 2279260 w 2912392"/>
                <a:gd name="connsiteY234" fmla="*/ 46895 h 323130"/>
                <a:gd name="connsiteX235" fmla="*/ 2289004 w 2912392"/>
                <a:gd name="connsiteY235" fmla="*/ 50311 h 323130"/>
                <a:gd name="connsiteX236" fmla="*/ 2298748 w 2912392"/>
                <a:gd name="connsiteY236" fmla="*/ 53885 h 323130"/>
                <a:gd name="connsiteX237" fmla="*/ 2308492 w 2912392"/>
                <a:gd name="connsiteY237" fmla="*/ 57607 h 323130"/>
                <a:gd name="connsiteX238" fmla="*/ 2318236 w 2912392"/>
                <a:gd name="connsiteY238" fmla="*/ 61472 h 323130"/>
                <a:gd name="connsiteX239" fmla="*/ 2327965 w 2912392"/>
                <a:gd name="connsiteY239" fmla="*/ 65474 h 323130"/>
                <a:gd name="connsiteX240" fmla="*/ 2337709 w 2912392"/>
                <a:gd name="connsiteY240" fmla="*/ 69602 h 323130"/>
                <a:gd name="connsiteX241" fmla="*/ 2347453 w 2912392"/>
                <a:gd name="connsiteY241" fmla="*/ 73853 h 323130"/>
                <a:gd name="connsiteX242" fmla="*/ 2357197 w 2912392"/>
                <a:gd name="connsiteY242" fmla="*/ 78218 h 323130"/>
                <a:gd name="connsiteX243" fmla="*/ 2366926 w 2912392"/>
                <a:gd name="connsiteY243" fmla="*/ 82688 h 323130"/>
                <a:gd name="connsiteX244" fmla="*/ 2376670 w 2912392"/>
                <a:gd name="connsiteY244" fmla="*/ 87256 h 323130"/>
                <a:gd name="connsiteX245" fmla="*/ 2386413 w 2912392"/>
                <a:gd name="connsiteY245" fmla="*/ 91913 h 323130"/>
                <a:gd name="connsiteX246" fmla="*/ 2396157 w 2912392"/>
                <a:gd name="connsiteY246" fmla="*/ 96653 h 323130"/>
                <a:gd name="connsiteX247" fmla="*/ 2405886 w 2912392"/>
                <a:gd name="connsiteY247" fmla="*/ 101466 h 323130"/>
                <a:gd name="connsiteX248" fmla="*/ 2415630 w 2912392"/>
                <a:gd name="connsiteY248" fmla="*/ 106346 h 323130"/>
                <a:gd name="connsiteX249" fmla="*/ 2425374 w 2912392"/>
                <a:gd name="connsiteY249" fmla="*/ 111283 h 323130"/>
                <a:gd name="connsiteX250" fmla="*/ 2435118 w 2912392"/>
                <a:gd name="connsiteY250" fmla="*/ 116270 h 323130"/>
                <a:gd name="connsiteX251" fmla="*/ 2444862 w 2912392"/>
                <a:gd name="connsiteY251" fmla="*/ 121299 h 323130"/>
                <a:gd name="connsiteX252" fmla="*/ 2454591 w 2912392"/>
                <a:gd name="connsiteY252" fmla="*/ 126361 h 323130"/>
                <a:gd name="connsiteX253" fmla="*/ 2464335 w 2912392"/>
                <a:gd name="connsiteY253" fmla="*/ 131451 h 323130"/>
                <a:gd name="connsiteX254" fmla="*/ 2474079 w 2912392"/>
                <a:gd name="connsiteY254" fmla="*/ 136560 h 323130"/>
                <a:gd name="connsiteX255" fmla="*/ 2483823 w 2912392"/>
                <a:gd name="connsiteY255" fmla="*/ 141680 h 323130"/>
                <a:gd name="connsiteX256" fmla="*/ 2493552 w 2912392"/>
                <a:gd name="connsiteY256" fmla="*/ 146806 h 323130"/>
                <a:gd name="connsiteX257" fmla="*/ 2503296 w 2912392"/>
                <a:gd name="connsiteY257" fmla="*/ 151929 h 323130"/>
                <a:gd name="connsiteX258" fmla="*/ 2513040 w 2912392"/>
                <a:gd name="connsiteY258" fmla="*/ 157046 h 323130"/>
                <a:gd name="connsiteX259" fmla="*/ 2522784 w 2912392"/>
                <a:gd name="connsiteY259" fmla="*/ 162147 h 323130"/>
                <a:gd name="connsiteX260" fmla="*/ 2532513 w 2912392"/>
                <a:gd name="connsiteY260" fmla="*/ 167228 h 323130"/>
                <a:gd name="connsiteX261" fmla="*/ 2542257 w 2912392"/>
                <a:gd name="connsiteY261" fmla="*/ 172283 h 323130"/>
                <a:gd name="connsiteX262" fmla="*/ 2552001 w 2912392"/>
                <a:gd name="connsiteY262" fmla="*/ 177307 h 323130"/>
                <a:gd name="connsiteX263" fmla="*/ 2561745 w 2912392"/>
                <a:gd name="connsiteY263" fmla="*/ 182295 h 323130"/>
                <a:gd name="connsiteX264" fmla="*/ 2571474 w 2912392"/>
                <a:gd name="connsiteY264" fmla="*/ 187243 h 323130"/>
                <a:gd name="connsiteX265" fmla="*/ 2581218 w 2912392"/>
                <a:gd name="connsiteY265" fmla="*/ 192145 h 323130"/>
                <a:gd name="connsiteX266" fmla="*/ 2590962 w 2912392"/>
                <a:gd name="connsiteY266" fmla="*/ 196999 h 323130"/>
                <a:gd name="connsiteX267" fmla="*/ 2600705 w 2912392"/>
                <a:gd name="connsiteY267" fmla="*/ 201801 h 323130"/>
                <a:gd name="connsiteX268" fmla="*/ 2610449 w 2912392"/>
                <a:gd name="connsiteY268" fmla="*/ 206546 h 323130"/>
                <a:gd name="connsiteX269" fmla="*/ 2620178 w 2912392"/>
                <a:gd name="connsiteY269" fmla="*/ 211233 h 323130"/>
                <a:gd name="connsiteX270" fmla="*/ 2629922 w 2912392"/>
                <a:gd name="connsiteY270" fmla="*/ 215861 h 323130"/>
                <a:gd name="connsiteX271" fmla="*/ 2639666 w 2912392"/>
                <a:gd name="connsiteY271" fmla="*/ 220426 h 323130"/>
                <a:gd name="connsiteX272" fmla="*/ 2649410 w 2912392"/>
                <a:gd name="connsiteY272" fmla="*/ 224925 h 323130"/>
                <a:gd name="connsiteX273" fmla="*/ 2659139 w 2912392"/>
                <a:gd name="connsiteY273" fmla="*/ 229359 h 323130"/>
                <a:gd name="connsiteX274" fmla="*/ 2668883 w 2912392"/>
                <a:gd name="connsiteY274" fmla="*/ 233725 h 323130"/>
                <a:gd name="connsiteX275" fmla="*/ 2678627 w 2912392"/>
                <a:gd name="connsiteY275" fmla="*/ 238025 h 323130"/>
                <a:gd name="connsiteX276" fmla="*/ 2688371 w 2912392"/>
                <a:gd name="connsiteY276" fmla="*/ 242254 h 323130"/>
                <a:gd name="connsiteX277" fmla="*/ 2698100 w 2912392"/>
                <a:gd name="connsiteY277" fmla="*/ 246417 h 323130"/>
                <a:gd name="connsiteX278" fmla="*/ 2707844 w 2912392"/>
                <a:gd name="connsiteY278" fmla="*/ 250511 h 323130"/>
                <a:gd name="connsiteX279" fmla="*/ 2717588 w 2912392"/>
                <a:gd name="connsiteY279" fmla="*/ 254537 h 323130"/>
                <a:gd name="connsiteX280" fmla="*/ 2727332 w 2912392"/>
                <a:gd name="connsiteY280" fmla="*/ 258496 h 323130"/>
                <a:gd name="connsiteX281" fmla="*/ 2737076 w 2912392"/>
                <a:gd name="connsiteY281" fmla="*/ 262389 h 323130"/>
                <a:gd name="connsiteX282" fmla="*/ 2746805 w 2912392"/>
                <a:gd name="connsiteY282" fmla="*/ 266216 h 323130"/>
                <a:gd name="connsiteX283" fmla="*/ 2756549 w 2912392"/>
                <a:gd name="connsiteY283" fmla="*/ 269980 h 323130"/>
                <a:gd name="connsiteX284" fmla="*/ 2766293 w 2912392"/>
                <a:gd name="connsiteY284" fmla="*/ 273682 h 323130"/>
                <a:gd name="connsiteX285" fmla="*/ 2776037 w 2912392"/>
                <a:gd name="connsiteY285" fmla="*/ 277322 h 323130"/>
                <a:gd name="connsiteX286" fmla="*/ 2785766 w 2912392"/>
                <a:gd name="connsiteY286" fmla="*/ 280905 h 323130"/>
                <a:gd name="connsiteX287" fmla="*/ 2795510 w 2912392"/>
                <a:gd name="connsiteY287" fmla="*/ 284431 h 323130"/>
                <a:gd name="connsiteX288" fmla="*/ 2805254 w 2912392"/>
                <a:gd name="connsiteY288" fmla="*/ 287900 h 323130"/>
                <a:gd name="connsiteX289" fmla="*/ 2814998 w 2912392"/>
                <a:gd name="connsiteY289" fmla="*/ 291320 h 323130"/>
                <a:gd name="connsiteX290" fmla="*/ 2824727 w 2912392"/>
                <a:gd name="connsiteY290" fmla="*/ 294687 h 323130"/>
                <a:gd name="connsiteX291" fmla="*/ 2834471 w 2912392"/>
                <a:gd name="connsiteY291" fmla="*/ 298008 h 323130"/>
                <a:gd name="connsiteX292" fmla="*/ 2844215 w 2912392"/>
                <a:gd name="connsiteY292" fmla="*/ 301283 h 323130"/>
                <a:gd name="connsiteX293" fmla="*/ 2853958 w 2912392"/>
                <a:gd name="connsiteY293" fmla="*/ 304514 h 323130"/>
                <a:gd name="connsiteX294" fmla="*/ 2863687 w 2912392"/>
                <a:gd name="connsiteY294" fmla="*/ 307704 h 323130"/>
                <a:gd name="connsiteX295" fmla="*/ 2873431 w 2912392"/>
                <a:gd name="connsiteY295" fmla="*/ 310857 h 323130"/>
                <a:gd name="connsiteX296" fmla="*/ 2883175 w 2912392"/>
                <a:gd name="connsiteY296" fmla="*/ 313974 h 323130"/>
                <a:gd name="connsiteX297" fmla="*/ 2892919 w 2912392"/>
                <a:gd name="connsiteY297" fmla="*/ 317056 h 323130"/>
                <a:gd name="connsiteX298" fmla="*/ 2902663 w 2912392"/>
                <a:gd name="connsiteY298" fmla="*/ 320108 h 323130"/>
                <a:gd name="connsiteX299" fmla="*/ 2912392 w 2912392"/>
                <a:gd name="connsiteY299" fmla="*/ 323131 h 323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23130">
                  <a:moveTo>
                    <a:pt x="0" y="0"/>
                  </a:moveTo>
                  <a:lnTo>
                    <a:pt x="9739" y="304"/>
                  </a:lnTo>
                  <a:lnTo>
                    <a:pt x="19480" y="641"/>
                  </a:lnTo>
                  <a:lnTo>
                    <a:pt x="29221" y="1018"/>
                  </a:lnTo>
                  <a:lnTo>
                    <a:pt x="38961" y="1439"/>
                  </a:lnTo>
                  <a:lnTo>
                    <a:pt x="48702" y="1911"/>
                  </a:lnTo>
                  <a:lnTo>
                    <a:pt x="58443" y="2439"/>
                  </a:lnTo>
                  <a:lnTo>
                    <a:pt x="68182" y="3026"/>
                  </a:lnTo>
                  <a:lnTo>
                    <a:pt x="77923" y="3679"/>
                  </a:lnTo>
                  <a:lnTo>
                    <a:pt x="87664" y="4400"/>
                  </a:lnTo>
                  <a:lnTo>
                    <a:pt x="97404" y="5192"/>
                  </a:lnTo>
                  <a:lnTo>
                    <a:pt x="107145" y="6061"/>
                  </a:lnTo>
                  <a:lnTo>
                    <a:pt x="116886" y="7010"/>
                  </a:lnTo>
                  <a:lnTo>
                    <a:pt x="126625" y="8039"/>
                  </a:lnTo>
                  <a:lnTo>
                    <a:pt x="136366" y="9152"/>
                  </a:lnTo>
                  <a:lnTo>
                    <a:pt x="146107" y="10352"/>
                  </a:lnTo>
                  <a:lnTo>
                    <a:pt x="155846" y="11638"/>
                  </a:lnTo>
                  <a:lnTo>
                    <a:pt x="165587" y="13011"/>
                  </a:lnTo>
                  <a:lnTo>
                    <a:pt x="175328" y="14474"/>
                  </a:lnTo>
                  <a:lnTo>
                    <a:pt x="185068" y="16027"/>
                  </a:lnTo>
                  <a:lnTo>
                    <a:pt x="194809" y="17667"/>
                  </a:lnTo>
                  <a:lnTo>
                    <a:pt x="204550" y="19396"/>
                  </a:lnTo>
                  <a:lnTo>
                    <a:pt x="214289" y="21210"/>
                  </a:lnTo>
                  <a:lnTo>
                    <a:pt x="224030" y="23110"/>
                  </a:lnTo>
                  <a:lnTo>
                    <a:pt x="233771" y="25093"/>
                  </a:lnTo>
                  <a:lnTo>
                    <a:pt x="243510" y="27158"/>
                  </a:lnTo>
                  <a:lnTo>
                    <a:pt x="253251" y="29299"/>
                  </a:lnTo>
                  <a:lnTo>
                    <a:pt x="262992" y="31514"/>
                  </a:lnTo>
                  <a:lnTo>
                    <a:pt x="272732" y="33800"/>
                  </a:lnTo>
                  <a:lnTo>
                    <a:pt x="282473" y="36152"/>
                  </a:lnTo>
                  <a:lnTo>
                    <a:pt x="292214" y="38566"/>
                  </a:lnTo>
                  <a:lnTo>
                    <a:pt x="301953" y="41038"/>
                  </a:lnTo>
                  <a:lnTo>
                    <a:pt x="311694" y="43560"/>
                  </a:lnTo>
                  <a:lnTo>
                    <a:pt x="321435" y="46129"/>
                  </a:lnTo>
                  <a:lnTo>
                    <a:pt x="331175" y="48738"/>
                  </a:lnTo>
                  <a:lnTo>
                    <a:pt x="340916" y="51381"/>
                  </a:lnTo>
                  <a:lnTo>
                    <a:pt x="350656" y="54052"/>
                  </a:lnTo>
                  <a:lnTo>
                    <a:pt x="360396" y="56743"/>
                  </a:lnTo>
                  <a:lnTo>
                    <a:pt x="370137" y="59447"/>
                  </a:lnTo>
                  <a:lnTo>
                    <a:pt x="379878" y="62159"/>
                  </a:lnTo>
                  <a:lnTo>
                    <a:pt x="389617" y="64870"/>
                  </a:lnTo>
                  <a:lnTo>
                    <a:pt x="399358" y="67573"/>
                  </a:lnTo>
                  <a:lnTo>
                    <a:pt x="409099" y="70259"/>
                  </a:lnTo>
                  <a:lnTo>
                    <a:pt x="418839" y="72922"/>
                  </a:lnTo>
                  <a:lnTo>
                    <a:pt x="428580" y="75553"/>
                  </a:lnTo>
                  <a:lnTo>
                    <a:pt x="438321" y="78145"/>
                  </a:lnTo>
                  <a:lnTo>
                    <a:pt x="448060" y="80691"/>
                  </a:lnTo>
                  <a:lnTo>
                    <a:pt x="457801" y="83181"/>
                  </a:lnTo>
                  <a:lnTo>
                    <a:pt x="467542" y="85609"/>
                  </a:lnTo>
                  <a:lnTo>
                    <a:pt x="477281" y="87967"/>
                  </a:lnTo>
                  <a:lnTo>
                    <a:pt x="487022" y="90246"/>
                  </a:lnTo>
                  <a:lnTo>
                    <a:pt x="496763" y="92441"/>
                  </a:lnTo>
                  <a:lnTo>
                    <a:pt x="506503" y="94543"/>
                  </a:lnTo>
                  <a:lnTo>
                    <a:pt x="516244" y="96545"/>
                  </a:lnTo>
                  <a:lnTo>
                    <a:pt x="525985" y="98440"/>
                  </a:lnTo>
                  <a:lnTo>
                    <a:pt x="535724" y="100224"/>
                  </a:lnTo>
                  <a:lnTo>
                    <a:pt x="545465" y="101888"/>
                  </a:lnTo>
                  <a:lnTo>
                    <a:pt x="555206" y="103426"/>
                  </a:lnTo>
                  <a:lnTo>
                    <a:pt x="564946" y="104834"/>
                  </a:lnTo>
                  <a:lnTo>
                    <a:pt x="574687" y="106105"/>
                  </a:lnTo>
                  <a:lnTo>
                    <a:pt x="584428" y="107235"/>
                  </a:lnTo>
                  <a:lnTo>
                    <a:pt x="594167" y="108220"/>
                  </a:lnTo>
                  <a:lnTo>
                    <a:pt x="603908" y="109055"/>
                  </a:lnTo>
                  <a:lnTo>
                    <a:pt x="613649" y="109737"/>
                  </a:lnTo>
                  <a:lnTo>
                    <a:pt x="623388" y="110263"/>
                  </a:lnTo>
                  <a:lnTo>
                    <a:pt x="633129" y="110628"/>
                  </a:lnTo>
                  <a:lnTo>
                    <a:pt x="642870" y="110833"/>
                  </a:lnTo>
                  <a:lnTo>
                    <a:pt x="652610" y="110875"/>
                  </a:lnTo>
                  <a:lnTo>
                    <a:pt x="662351" y="110753"/>
                  </a:lnTo>
                  <a:lnTo>
                    <a:pt x="672092" y="110466"/>
                  </a:lnTo>
                  <a:lnTo>
                    <a:pt x="681831" y="110014"/>
                  </a:lnTo>
                  <a:lnTo>
                    <a:pt x="691572" y="109397"/>
                  </a:lnTo>
                  <a:lnTo>
                    <a:pt x="701313" y="108617"/>
                  </a:lnTo>
                  <a:lnTo>
                    <a:pt x="711052" y="107675"/>
                  </a:lnTo>
                  <a:lnTo>
                    <a:pt x="720793" y="106572"/>
                  </a:lnTo>
                  <a:lnTo>
                    <a:pt x="730534" y="105313"/>
                  </a:lnTo>
                  <a:lnTo>
                    <a:pt x="740274" y="103899"/>
                  </a:lnTo>
                  <a:lnTo>
                    <a:pt x="750015" y="102335"/>
                  </a:lnTo>
                  <a:lnTo>
                    <a:pt x="759756" y="100625"/>
                  </a:lnTo>
                  <a:lnTo>
                    <a:pt x="769495" y="98774"/>
                  </a:lnTo>
                  <a:lnTo>
                    <a:pt x="779236" y="96785"/>
                  </a:lnTo>
                  <a:lnTo>
                    <a:pt x="788977" y="94667"/>
                  </a:lnTo>
                  <a:lnTo>
                    <a:pt x="798717" y="92424"/>
                  </a:lnTo>
                  <a:lnTo>
                    <a:pt x="808458" y="90064"/>
                  </a:lnTo>
                  <a:lnTo>
                    <a:pt x="818199" y="87593"/>
                  </a:lnTo>
                  <a:lnTo>
                    <a:pt x="827938" y="85019"/>
                  </a:lnTo>
                  <a:lnTo>
                    <a:pt x="837679" y="82350"/>
                  </a:lnTo>
                  <a:lnTo>
                    <a:pt x="847420" y="79593"/>
                  </a:lnTo>
                  <a:lnTo>
                    <a:pt x="857159" y="76759"/>
                  </a:lnTo>
                  <a:lnTo>
                    <a:pt x="866900" y="73856"/>
                  </a:lnTo>
                  <a:lnTo>
                    <a:pt x="876641" y="70892"/>
                  </a:lnTo>
                  <a:lnTo>
                    <a:pt x="886381" y="67878"/>
                  </a:lnTo>
                  <a:lnTo>
                    <a:pt x="896122" y="64822"/>
                  </a:lnTo>
                  <a:lnTo>
                    <a:pt x="905863" y="61737"/>
                  </a:lnTo>
                  <a:lnTo>
                    <a:pt x="915602" y="58629"/>
                  </a:lnTo>
                  <a:lnTo>
                    <a:pt x="925343" y="55511"/>
                  </a:lnTo>
                  <a:lnTo>
                    <a:pt x="935084" y="52391"/>
                  </a:lnTo>
                  <a:lnTo>
                    <a:pt x="944824" y="49281"/>
                  </a:lnTo>
                  <a:lnTo>
                    <a:pt x="954564" y="46191"/>
                  </a:lnTo>
                  <a:lnTo>
                    <a:pt x="964305" y="43131"/>
                  </a:lnTo>
                  <a:lnTo>
                    <a:pt x="974045" y="40111"/>
                  </a:lnTo>
                  <a:lnTo>
                    <a:pt x="983786" y="37140"/>
                  </a:lnTo>
                  <a:lnTo>
                    <a:pt x="993522" y="34230"/>
                  </a:lnTo>
                  <a:lnTo>
                    <a:pt x="1003266" y="31391"/>
                  </a:lnTo>
                  <a:lnTo>
                    <a:pt x="1013010" y="28630"/>
                  </a:lnTo>
                  <a:lnTo>
                    <a:pt x="1022754" y="25957"/>
                  </a:lnTo>
                  <a:lnTo>
                    <a:pt x="1032483" y="23381"/>
                  </a:lnTo>
                  <a:lnTo>
                    <a:pt x="1042227" y="20912"/>
                  </a:lnTo>
                  <a:lnTo>
                    <a:pt x="1051971" y="18557"/>
                  </a:lnTo>
                  <a:lnTo>
                    <a:pt x="1061715" y="16323"/>
                  </a:lnTo>
                  <a:lnTo>
                    <a:pt x="1071444" y="14220"/>
                  </a:lnTo>
                  <a:lnTo>
                    <a:pt x="1081188" y="12253"/>
                  </a:lnTo>
                  <a:lnTo>
                    <a:pt x="1090932" y="10428"/>
                  </a:lnTo>
                  <a:lnTo>
                    <a:pt x="1100676" y="8753"/>
                  </a:lnTo>
                  <a:lnTo>
                    <a:pt x="1110405" y="7232"/>
                  </a:lnTo>
                  <a:lnTo>
                    <a:pt x="1120149" y="5870"/>
                  </a:lnTo>
                  <a:lnTo>
                    <a:pt x="1129893" y="4671"/>
                  </a:lnTo>
                  <a:lnTo>
                    <a:pt x="1139637" y="3640"/>
                  </a:lnTo>
                  <a:lnTo>
                    <a:pt x="1149381" y="2779"/>
                  </a:lnTo>
                  <a:lnTo>
                    <a:pt x="1159110" y="2090"/>
                  </a:lnTo>
                  <a:lnTo>
                    <a:pt x="1168854" y="1576"/>
                  </a:lnTo>
                  <a:lnTo>
                    <a:pt x="1178598" y="1238"/>
                  </a:lnTo>
                  <a:lnTo>
                    <a:pt x="1188341" y="1076"/>
                  </a:lnTo>
                  <a:lnTo>
                    <a:pt x="1198070" y="1089"/>
                  </a:lnTo>
                  <a:lnTo>
                    <a:pt x="1207814" y="1278"/>
                  </a:lnTo>
                  <a:lnTo>
                    <a:pt x="1217558" y="1640"/>
                  </a:lnTo>
                  <a:lnTo>
                    <a:pt x="1227302" y="2174"/>
                  </a:lnTo>
                  <a:lnTo>
                    <a:pt x="1237031" y="2875"/>
                  </a:lnTo>
                  <a:lnTo>
                    <a:pt x="1246775" y="3743"/>
                  </a:lnTo>
                  <a:lnTo>
                    <a:pt x="1256519" y="4771"/>
                  </a:lnTo>
                  <a:lnTo>
                    <a:pt x="1266263" y="5955"/>
                  </a:lnTo>
                  <a:lnTo>
                    <a:pt x="1276007" y="7290"/>
                  </a:lnTo>
                  <a:lnTo>
                    <a:pt x="1285736" y="8771"/>
                  </a:lnTo>
                  <a:lnTo>
                    <a:pt x="1295480" y="10389"/>
                  </a:lnTo>
                  <a:lnTo>
                    <a:pt x="1305224" y="12140"/>
                  </a:lnTo>
                  <a:lnTo>
                    <a:pt x="1314968" y="14014"/>
                  </a:lnTo>
                  <a:lnTo>
                    <a:pt x="1324697" y="16004"/>
                  </a:lnTo>
                  <a:lnTo>
                    <a:pt x="1334441" y="18104"/>
                  </a:lnTo>
                  <a:lnTo>
                    <a:pt x="1344185" y="20301"/>
                  </a:lnTo>
                  <a:lnTo>
                    <a:pt x="1353929" y="22588"/>
                  </a:lnTo>
                  <a:lnTo>
                    <a:pt x="1363658" y="24956"/>
                  </a:lnTo>
                  <a:lnTo>
                    <a:pt x="1373402" y="27393"/>
                  </a:lnTo>
                  <a:lnTo>
                    <a:pt x="1383146" y="29892"/>
                  </a:lnTo>
                  <a:lnTo>
                    <a:pt x="1392890" y="32441"/>
                  </a:lnTo>
                  <a:lnTo>
                    <a:pt x="1402619" y="35027"/>
                  </a:lnTo>
                  <a:lnTo>
                    <a:pt x="1412363" y="37645"/>
                  </a:lnTo>
                  <a:lnTo>
                    <a:pt x="1422106" y="40279"/>
                  </a:lnTo>
                  <a:lnTo>
                    <a:pt x="1431850" y="42921"/>
                  </a:lnTo>
                  <a:lnTo>
                    <a:pt x="1441594" y="45560"/>
                  </a:lnTo>
                  <a:lnTo>
                    <a:pt x="1451323" y="48185"/>
                  </a:lnTo>
                  <a:lnTo>
                    <a:pt x="1461067" y="50783"/>
                  </a:lnTo>
                  <a:lnTo>
                    <a:pt x="1470811" y="53347"/>
                  </a:lnTo>
                  <a:lnTo>
                    <a:pt x="1480555" y="55865"/>
                  </a:lnTo>
                  <a:lnTo>
                    <a:pt x="1490284" y="58328"/>
                  </a:lnTo>
                  <a:lnTo>
                    <a:pt x="1500028" y="60724"/>
                  </a:lnTo>
                  <a:lnTo>
                    <a:pt x="1509772" y="63045"/>
                  </a:lnTo>
                  <a:lnTo>
                    <a:pt x="1519516" y="65281"/>
                  </a:lnTo>
                  <a:lnTo>
                    <a:pt x="1529245" y="67424"/>
                  </a:lnTo>
                  <a:lnTo>
                    <a:pt x="1538989" y="69464"/>
                  </a:lnTo>
                  <a:lnTo>
                    <a:pt x="1548733" y="71394"/>
                  </a:lnTo>
                  <a:lnTo>
                    <a:pt x="1558477" y="73206"/>
                  </a:lnTo>
                  <a:lnTo>
                    <a:pt x="1568221" y="74893"/>
                  </a:lnTo>
                  <a:lnTo>
                    <a:pt x="1577950" y="76448"/>
                  </a:lnTo>
                  <a:lnTo>
                    <a:pt x="1587694" y="77867"/>
                  </a:lnTo>
                  <a:lnTo>
                    <a:pt x="1597438" y="79142"/>
                  </a:lnTo>
                  <a:lnTo>
                    <a:pt x="1607182" y="80268"/>
                  </a:lnTo>
                  <a:lnTo>
                    <a:pt x="1616911" y="81244"/>
                  </a:lnTo>
                  <a:lnTo>
                    <a:pt x="1626655" y="82065"/>
                  </a:lnTo>
                  <a:lnTo>
                    <a:pt x="1636399" y="82727"/>
                  </a:lnTo>
                  <a:lnTo>
                    <a:pt x="1646142" y="83229"/>
                  </a:lnTo>
                  <a:lnTo>
                    <a:pt x="1655872" y="83568"/>
                  </a:lnTo>
                  <a:lnTo>
                    <a:pt x="1665616" y="83746"/>
                  </a:lnTo>
                  <a:lnTo>
                    <a:pt x="1675359" y="83761"/>
                  </a:lnTo>
                  <a:lnTo>
                    <a:pt x="1685103" y="83613"/>
                  </a:lnTo>
                  <a:lnTo>
                    <a:pt x="1694832" y="83305"/>
                  </a:lnTo>
                  <a:lnTo>
                    <a:pt x="1704576" y="82837"/>
                  </a:lnTo>
                  <a:lnTo>
                    <a:pt x="1714320" y="82213"/>
                  </a:lnTo>
                  <a:lnTo>
                    <a:pt x="1724064" y="81436"/>
                  </a:lnTo>
                  <a:lnTo>
                    <a:pt x="1733808" y="80511"/>
                  </a:lnTo>
                  <a:lnTo>
                    <a:pt x="1743537" y="79440"/>
                  </a:lnTo>
                  <a:lnTo>
                    <a:pt x="1753281" y="78232"/>
                  </a:lnTo>
                  <a:lnTo>
                    <a:pt x="1763025" y="76888"/>
                  </a:lnTo>
                  <a:lnTo>
                    <a:pt x="1772769" y="75419"/>
                  </a:lnTo>
                  <a:lnTo>
                    <a:pt x="1782498" y="73829"/>
                  </a:lnTo>
                  <a:lnTo>
                    <a:pt x="1792242" y="72126"/>
                  </a:lnTo>
                  <a:lnTo>
                    <a:pt x="1801986" y="70320"/>
                  </a:lnTo>
                  <a:lnTo>
                    <a:pt x="1811730" y="68416"/>
                  </a:lnTo>
                  <a:lnTo>
                    <a:pt x="1821459" y="66426"/>
                  </a:lnTo>
                  <a:lnTo>
                    <a:pt x="1831203" y="64358"/>
                  </a:lnTo>
                  <a:lnTo>
                    <a:pt x="1840947" y="62221"/>
                  </a:lnTo>
                  <a:lnTo>
                    <a:pt x="1850691" y="60025"/>
                  </a:lnTo>
                  <a:lnTo>
                    <a:pt x="1860435" y="57781"/>
                  </a:lnTo>
                  <a:lnTo>
                    <a:pt x="1870164" y="55499"/>
                  </a:lnTo>
                  <a:lnTo>
                    <a:pt x="1879908" y="53189"/>
                  </a:lnTo>
                  <a:lnTo>
                    <a:pt x="1889652" y="50864"/>
                  </a:lnTo>
                  <a:lnTo>
                    <a:pt x="1899395" y="48532"/>
                  </a:lnTo>
                  <a:lnTo>
                    <a:pt x="1909124" y="46206"/>
                  </a:lnTo>
                  <a:lnTo>
                    <a:pt x="1918868" y="43897"/>
                  </a:lnTo>
                  <a:lnTo>
                    <a:pt x="1928612" y="41614"/>
                  </a:lnTo>
                  <a:lnTo>
                    <a:pt x="1938356" y="39371"/>
                  </a:lnTo>
                  <a:lnTo>
                    <a:pt x="1948085" y="37176"/>
                  </a:lnTo>
                  <a:lnTo>
                    <a:pt x="1957829" y="35041"/>
                  </a:lnTo>
                  <a:lnTo>
                    <a:pt x="1967573" y="32977"/>
                  </a:lnTo>
                  <a:lnTo>
                    <a:pt x="1977317" y="30994"/>
                  </a:lnTo>
                  <a:lnTo>
                    <a:pt x="1987046" y="29102"/>
                  </a:lnTo>
                  <a:lnTo>
                    <a:pt x="1996790" y="27310"/>
                  </a:lnTo>
                  <a:lnTo>
                    <a:pt x="2006534" y="25629"/>
                  </a:lnTo>
                  <a:lnTo>
                    <a:pt x="2016278" y="24068"/>
                  </a:lnTo>
                  <a:lnTo>
                    <a:pt x="2026022" y="22634"/>
                  </a:lnTo>
                  <a:lnTo>
                    <a:pt x="2035751" y="21338"/>
                  </a:lnTo>
                  <a:lnTo>
                    <a:pt x="2045495" y="20185"/>
                  </a:lnTo>
                  <a:lnTo>
                    <a:pt x="2055239" y="19185"/>
                  </a:lnTo>
                  <a:lnTo>
                    <a:pt x="2064983" y="18344"/>
                  </a:lnTo>
                  <a:lnTo>
                    <a:pt x="2074712" y="17667"/>
                  </a:lnTo>
                  <a:lnTo>
                    <a:pt x="2084456" y="17162"/>
                  </a:lnTo>
                  <a:lnTo>
                    <a:pt x="2094200" y="16833"/>
                  </a:lnTo>
                  <a:lnTo>
                    <a:pt x="2103944" y="16685"/>
                  </a:lnTo>
                  <a:lnTo>
                    <a:pt x="2113673" y="16724"/>
                  </a:lnTo>
                  <a:lnTo>
                    <a:pt x="2123417" y="16951"/>
                  </a:lnTo>
                  <a:lnTo>
                    <a:pt x="2133161" y="17369"/>
                  </a:lnTo>
                  <a:lnTo>
                    <a:pt x="2142905" y="17982"/>
                  </a:lnTo>
                  <a:lnTo>
                    <a:pt x="2152649" y="18791"/>
                  </a:lnTo>
                  <a:lnTo>
                    <a:pt x="2162377" y="19798"/>
                  </a:lnTo>
                  <a:lnTo>
                    <a:pt x="2172121" y="21002"/>
                  </a:lnTo>
                  <a:lnTo>
                    <a:pt x="2181865" y="22404"/>
                  </a:lnTo>
                  <a:lnTo>
                    <a:pt x="2191609" y="24004"/>
                  </a:lnTo>
                  <a:lnTo>
                    <a:pt x="2201338" y="25799"/>
                  </a:lnTo>
                  <a:lnTo>
                    <a:pt x="2211082" y="27788"/>
                  </a:lnTo>
                  <a:lnTo>
                    <a:pt x="2220826" y="29969"/>
                  </a:lnTo>
                  <a:lnTo>
                    <a:pt x="2230570" y="32340"/>
                  </a:lnTo>
                  <a:lnTo>
                    <a:pt x="2240299" y="34896"/>
                  </a:lnTo>
                  <a:lnTo>
                    <a:pt x="2250043" y="37635"/>
                  </a:lnTo>
                  <a:lnTo>
                    <a:pt x="2259787" y="40551"/>
                  </a:lnTo>
                  <a:lnTo>
                    <a:pt x="2269531" y="43638"/>
                  </a:lnTo>
                  <a:lnTo>
                    <a:pt x="2279260" y="46895"/>
                  </a:lnTo>
                  <a:lnTo>
                    <a:pt x="2289004" y="50311"/>
                  </a:lnTo>
                  <a:lnTo>
                    <a:pt x="2298748" y="53885"/>
                  </a:lnTo>
                  <a:lnTo>
                    <a:pt x="2308492" y="57607"/>
                  </a:lnTo>
                  <a:lnTo>
                    <a:pt x="2318236" y="61472"/>
                  </a:lnTo>
                  <a:lnTo>
                    <a:pt x="2327965" y="65474"/>
                  </a:lnTo>
                  <a:lnTo>
                    <a:pt x="2337709" y="69602"/>
                  </a:lnTo>
                  <a:lnTo>
                    <a:pt x="2347453" y="73853"/>
                  </a:lnTo>
                  <a:lnTo>
                    <a:pt x="2357197" y="78218"/>
                  </a:lnTo>
                  <a:lnTo>
                    <a:pt x="2366926" y="82688"/>
                  </a:lnTo>
                  <a:lnTo>
                    <a:pt x="2376670" y="87256"/>
                  </a:lnTo>
                  <a:lnTo>
                    <a:pt x="2386413" y="91913"/>
                  </a:lnTo>
                  <a:lnTo>
                    <a:pt x="2396157" y="96653"/>
                  </a:lnTo>
                  <a:lnTo>
                    <a:pt x="2405886" y="101466"/>
                  </a:lnTo>
                  <a:lnTo>
                    <a:pt x="2415630" y="106346"/>
                  </a:lnTo>
                  <a:lnTo>
                    <a:pt x="2425374" y="111283"/>
                  </a:lnTo>
                  <a:lnTo>
                    <a:pt x="2435118" y="116270"/>
                  </a:lnTo>
                  <a:lnTo>
                    <a:pt x="2444862" y="121299"/>
                  </a:lnTo>
                  <a:lnTo>
                    <a:pt x="2454591" y="126361"/>
                  </a:lnTo>
                  <a:lnTo>
                    <a:pt x="2464335" y="131451"/>
                  </a:lnTo>
                  <a:lnTo>
                    <a:pt x="2474079" y="136560"/>
                  </a:lnTo>
                  <a:lnTo>
                    <a:pt x="2483823" y="141680"/>
                  </a:lnTo>
                  <a:lnTo>
                    <a:pt x="2493552" y="146806"/>
                  </a:lnTo>
                  <a:lnTo>
                    <a:pt x="2503296" y="151929"/>
                  </a:lnTo>
                  <a:lnTo>
                    <a:pt x="2513040" y="157046"/>
                  </a:lnTo>
                  <a:lnTo>
                    <a:pt x="2522784" y="162147"/>
                  </a:lnTo>
                  <a:lnTo>
                    <a:pt x="2532513" y="167228"/>
                  </a:lnTo>
                  <a:lnTo>
                    <a:pt x="2542257" y="172283"/>
                  </a:lnTo>
                  <a:lnTo>
                    <a:pt x="2552001" y="177307"/>
                  </a:lnTo>
                  <a:lnTo>
                    <a:pt x="2561745" y="182295"/>
                  </a:lnTo>
                  <a:lnTo>
                    <a:pt x="2571474" y="187243"/>
                  </a:lnTo>
                  <a:lnTo>
                    <a:pt x="2581218" y="192145"/>
                  </a:lnTo>
                  <a:lnTo>
                    <a:pt x="2590962" y="196999"/>
                  </a:lnTo>
                  <a:lnTo>
                    <a:pt x="2600705" y="201801"/>
                  </a:lnTo>
                  <a:lnTo>
                    <a:pt x="2610449" y="206546"/>
                  </a:lnTo>
                  <a:lnTo>
                    <a:pt x="2620178" y="211233"/>
                  </a:lnTo>
                  <a:lnTo>
                    <a:pt x="2629922" y="215861"/>
                  </a:lnTo>
                  <a:lnTo>
                    <a:pt x="2639666" y="220426"/>
                  </a:lnTo>
                  <a:lnTo>
                    <a:pt x="2649410" y="224925"/>
                  </a:lnTo>
                  <a:lnTo>
                    <a:pt x="2659139" y="229359"/>
                  </a:lnTo>
                  <a:lnTo>
                    <a:pt x="2668883" y="233725"/>
                  </a:lnTo>
                  <a:lnTo>
                    <a:pt x="2678627" y="238025"/>
                  </a:lnTo>
                  <a:lnTo>
                    <a:pt x="2688371" y="242254"/>
                  </a:lnTo>
                  <a:lnTo>
                    <a:pt x="2698100" y="246417"/>
                  </a:lnTo>
                  <a:lnTo>
                    <a:pt x="2707844" y="250511"/>
                  </a:lnTo>
                  <a:lnTo>
                    <a:pt x="2717588" y="254537"/>
                  </a:lnTo>
                  <a:lnTo>
                    <a:pt x="2727332" y="258496"/>
                  </a:lnTo>
                  <a:lnTo>
                    <a:pt x="2737076" y="262389"/>
                  </a:lnTo>
                  <a:lnTo>
                    <a:pt x="2746805" y="266216"/>
                  </a:lnTo>
                  <a:lnTo>
                    <a:pt x="2756549" y="269980"/>
                  </a:lnTo>
                  <a:lnTo>
                    <a:pt x="2766293" y="273682"/>
                  </a:lnTo>
                  <a:lnTo>
                    <a:pt x="2776037" y="277322"/>
                  </a:lnTo>
                  <a:lnTo>
                    <a:pt x="2785766" y="280905"/>
                  </a:lnTo>
                  <a:lnTo>
                    <a:pt x="2795510" y="284431"/>
                  </a:lnTo>
                  <a:lnTo>
                    <a:pt x="2805254" y="287900"/>
                  </a:lnTo>
                  <a:lnTo>
                    <a:pt x="2814998" y="291320"/>
                  </a:lnTo>
                  <a:lnTo>
                    <a:pt x="2824727" y="294687"/>
                  </a:lnTo>
                  <a:lnTo>
                    <a:pt x="2834471" y="298008"/>
                  </a:lnTo>
                  <a:lnTo>
                    <a:pt x="2844215" y="301283"/>
                  </a:lnTo>
                  <a:lnTo>
                    <a:pt x="2853958" y="304514"/>
                  </a:lnTo>
                  <a:lnTo>
                    <a:pt x="2863687" y="307704"/>
                  </a:lnTo>
                  <a:lnTo>
                    <a:pt x="2873431" y="310857"/>
                  </a:lnTo>
                  <a:lnTo>
                    <a:pt x="2883175" y="313974"/>
                  </a:lnTo>
                  <a:lnTo>
                    <a:pt x="2892919" y="317056"/>
                  </a:lnTo>
                  <a:lnTo>
                    <a:pt x="2902663" y="320108"/>
                  </a:lnTo>
                  <a:lnTo>
                    <a:pt x="2912392" y="32313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5" name="Freeform 614">
              <a:extLst>
                <a:ext uri="{FF2B5EF4-FFF2-40B4-BE49-F238E27FC236}">
                  <a16:creationId xmlns:a16="http://schemas.microsoft.com/office/drawing/2014/main" id="{0AD4BA4F-549F-9B2B-5C36-6D0C50664CCF}"/>
                </a:ext>
              </a:extLst>
            </p:cNvPr>
            <p:cNvSpPr/>
            <p:nvPr/>
          </p:nvSpPr>
          <p:spPr>
            <a:xfrm>
              <a:off x="576446" y="3371935"/>
              <a:ext cx="2912392" cy="477026"/>
            </a:xfrm>
            <a:custGeom>
              <a:avLst/>
              <a:gdLst>
                <a:gd name="connsiteX0" fmla="*/ 0 w 2912392"/>
                <a:gd name="connsiteY0" fmla="*/ 0 h 477026"/>
                <a:gd name="connsiteX1" fmla="*/ 9739 w 2912392"/>
                <a:gd name="connsiteY1" fmla="*/ 4096 h 477026"/>
                <a:gd name="connsiteX2" fmla="*/ 19480 w 2912392"/>
                <a:gd name="connsiteY2" fmla="*/ 8288 h 477026"/>
                <a:gd name="connsiteX3" fmla="*/ 29221 w 2912392"/>
                <a:gd name="connsiteY3" fmla="*/ 12569 h 477026"/>
                <a:gd name="connsiteX4" fmla="*/ 38961 w 2912392"/>
                <a:gd name="connsiteY4" fmla="*/ 16933 h 477026"/>
                <a:gd name="connsiteX5" fmla="*/ 48702 w 2912392"/>
                <a:gd name="connsiteY5" fmla="*/ 21374 h 477026"/>
                <a:gd name="connsiteX6" fmla="*/ 58443 w 2912392"/>
                <a:gd name="connsiteY6" fmla="*/ 25887 h 477026"/>
                <a:gd name="connsiteX7" fmla="*/ 68182 w 2912392"/>
                <a:gd name="connsiteY7" fmla="*/ 30462 h 477026"/>
                <a:gd name="connsiteX8" fmla="*/ 77923 w 2912392"/>
                <a:gd name="connsiteY8" fmla="*/ 35095 h 477026"/>
                <a:gd name="connsiteX9" fmla="*/ 87664 w 2912392"/>
                <a:gd name="connsiteY9" fmla="*/ 39777 h 477026"/>
                <a:gd name="connsiteX10" fmla="*/ 97404 w 2912392"/>
                <a:gd name="connsiteY10" fmla="*/ 44503 h 477026"/>
                <a:gd name="connsiteX11" fmla="*/ 107145 w 2912392"/>
                <a:gd name="connsiteY11" fmla="*/ 49265 h 477026"/>
                <a:gd name="connsiteX12" fmla="*/ 116886 w 2912392"/>
                <a:gd name="connsiteY12" fmla="*/ 54056 h 477026"/>
                <a:gd name="connsiteX13" fmla="*/ 126625 w 2912392"/>
                <a:gd name="connsiteY13" fmla="*/ 58869 h 477026"/>
                <a:gd name="connsiteX14" fmla="*/ 136366 w 2912392"/>
                <a:gd name="connsiteY14" fmla="*/ 63698 h 477026"/>
                <a:gd name="connsiteX15" fmla="*/ 146107 w 2912392"/>
                <a:gd name="connsiteY15" fmla="*/ 68535 h 477026"/>
                <a:gd name="connsiteX16" fmla="*/ 155846 w 2912392"/>
                <a:gd name="connsiteY16" fmla="*/ 73373 h 477026"/>
                <a:gd name="connsiteX17" fmla="*/ 165587 w 2912392"/>
                <a:gd name="connsiteY17" fmla="*/ 78206 h 477026"/>
                <a:gd name="connsiteX18" fmla="*/ 175328 w 2912392"/>
                <a:gd name="connsiteY18" fmla="*/ 83029 h 477026"/>
                <a:gd name="connsiteX19" fmla="*/ 185068 w 2912392"/>
                <a:gd name="connsiteY19" fmla="*/ 87832 h 477026"/>
                <a:gd name="connsiteX20" fmla="*/ 194809 w 2912392"/>
                <a:gd name="connsiteY20" fmla="*/ 92612 h 477026"/>
                <a:gd name="connsiteX21" fmla="*/ 204550 w 2912392"/>
                <a:gd name="connsiteY21" fmla="*/ 97360 h 477026"/>
                <a:gd name="connsiteX22" fmla="*/ 214289 w 2912392"/>
                <a:gd name="connsiteY22" fmla="*/ 102073 h 477026"/>
                <a:gd name="connsiteX23" fmla="*/ 224030 w 2912392"/>
                <a:gd name="connsiteY23" fmla="*/ 106742 h 477026"/>
                <a:gd name="connsiteX24" fmla="*/ 233771 w 2912392"/>
                <a:gd name="connsiteY24" fmla="*/ 111365 h 477026"/>
                <a:gd name="connsiteX25" fmla="*/ 243510 w 2912392"/>
                <a:gd name="connsiteY25" fmla="*/ 115935 h 477026"/>
                <a:gd name="connsiteX26" fmla="*/ 253251 w 2912392"/>
                <a:gd name="connsiteY26" fmla="*/ 120446 h 477026"/>
                <a:gd name="connsiteX27" fmla="*/ 262992 w 2912392"/>
                <a:gd name="connsiteY27" fmla="*/ 124897 h 477026"/>
                <a:gd name="connsiteX28" fmla="*/ 272732 w 2912392"/>
                <a:gd name="connsiteY28" fmla="*/ 129280 h 477026"/>
                <a:gd name="connsiteX29" fmla="*/ 282473 w 2912392"/>
                <a:gd name="connsiteY29" fmla="*/ 133592 h 477026"/>
                <a:gd name="connsiteX30" fmla="*/ 292214 w 2912392"/>
                <a:gd name="connsiteY30" fmla="*/ 137830 h 477026"/>
                <a:gd name="connsiteX31" fmla="*/ 301953 w 2912392"/>
                <a:gd name="connsiteY31" fmla="*/ 141992 h 477026"/>
                <a:gd name="connsiteX32" fmla="*/ 311694 w 2912392"/>
                <a:gd name="connsiteY32" fmla="*/ 146073 h 477026"/>
                <a:gd name="connsiteX33" fmla="*/ 321435 w 2912392"/>
                <a:gd name="connsiteY33" fmla="*/ 150069 h 477026"/>
                <a:gd name="connsiteX34" fmla="*/ 331175 w 2912392"/>
                <a:gd name="connsiteY34" fmla="*/ 153981 h 477026"/>
                <a:gd name="connsiteX35" fmla="*/ 340916 w 2912392"/>
                <a:gd name="connsiteY35" fmla="*/ 157806 h 477026"/>
                <a:gd name="connsiteX36" fmla="*/ 350656 w 2912392"/>
                <a:gd name="connsiteY36" fmla="*/ 161541 h 477026"/>
                <a:gd name="connsiteX37" fmla="*/ 360396 w 2912392"/>
                <a:gd name="connsiteY37" fmla="*/ 165186 h 477026"/>
                <a:gd name="connsiteX38" fmla="*/ 370137 w 2912392"/>
                <a:gd name="connsiteY38" fmla="*/ 168741 h 477026"/>
                <a:gd name="connsiteX39" fmla="*/ 379878 w 2912392"/>
                <a:gd name="connsiteY39" fmla="*/ 172204 h 477026"/>
                <a:gd name="connsiteX40" fmla="*/ 389617 w 2912392"/>
                <a:gd name="connsiteY40" fmla="*/ 175576 h 477026"/>
                <a:gd name="connsiteX41" fmla="*/ 399358 w 2912392"/>
                <a:gd name="connsiteY41" fmla="*/ 178856 h 477026"/>
                <a:gd name="connsiteX42" fmla="*/ 409099 w 2912392"/>
                <a:gd name="connsiteY42" fmla="*/ 182045 h 477026"/>
                <a:gd name="connsiteX43" fmla="*/ 418839 w 2912392"/>
                <a:gd name="connsiteY43" fmla="*/ 185144 h 477026"/>
                <a:gd name="connsiteX44" fmla="*/ 428580 w 2912392"/>
                <a:gd name="connsiteY44" fmla="*/ 188153 h 477026"/>
                <a:gd name="connsiteX45" fmla="*/ 438321 w 2912392"/>
                <a:gd name="connsiteY45" fmla="*/ 191075 h 477026"/>
                <a:gd name="connsiteX46" fmla="*/ 448060 w 2912392"/>
                <a:gd name="connsiteY46" fmla="*/ 193910 h 477026"/>
                <a:gd name="connsiteX47" fmla="*/ 457801 w 2912392"/>
                <a:gd name="connsiteY47" fmla="*/ 196662 h 477026"/>
                <a:gd name="connsiteX48" fmla="*/ 467542 w 2912392"/>
                <a:gd name="connsiteY48" fmla="*/ 199330 h 477026"/>
                <a:gd name="connsiteX49" fmla="*/ 477281 w 2912392"/>
                <a:gd name="connsiteY49" fmla="*/ 201918 h 477026"/>
                <a:gd name="connsiteX50" fmla="*/ 487022 w 2912392"/>
                <a:gd name="connsiteY50" fmla="*/ 204429 h 477026"/>
                <a:gd name="connsiteX51" fmla="*/ 496763 w 2912392"/>
                <a:gd name="connsiteY51" fmla="*/ 206863 h 477026"/>
                <a:gd name="connsiteX52" fmla="*/ 506503 w 2912392"/>
                <a:gd name="connsiteY52" fmla="*/ 209226 h 477026"/>
                <a:gd name="connsiteX53" fmla="*/ 516244 w 2912392"/>
                <a:gd name="connsiteY53" fmla="*/ 211518 h 477026"/>
                <a:gd name="connsiteX54" fmla="*/ 525985 w 2912392"/>
                <a:gd name="connsiteY54" fmla="*/ 213742 h 477026"/>
                <a:gd name="connsiteX55" fmla="*/ 535724 w 2912392"/>
                <a:gd name="connsiteY55" fmla="*/ 215903 h 477026"/>
                <a:gd name="connsiteX56" fmla="*/ 545465 w 2912392"/>
                <a:gd name="connsiteY56" fmla="*/ 218002 h 477026"/>
                <a:gd name="connsiteX57" fmla="*/ 555206 w 2912392"/>
                <a:gd name="connsiteY57" fmla="*/ 220042 h 477026"/>
                <a:gd name="connsiteX58" fmla="*/ 564946 w 2912392"/>
                <a:gd name="connsiteY58" fmla="*/ 222026 h 477026"/>
                <a:gd name="connsiteX59" fmla="*/ 574687 w 2912392"/>
                <a:gd name="connsiteY59" fmla="*/ 223956 h 477026"/>
                <a:gd name="connsiteX60" fmla="*/ 584428 w 2912392"/>
                <a:gd name="connsiteY60" fmla="*/ 225836 h 477026"/>
                <a:gd name="connsiteX61" fmla="*/ 594167 w 2912392"/>
                <a:gd name="connsiteY61" fmla="*/ 227667 h 477026"/>
                <a:gd name="connsiteX62" fmla="*/ 603908 w 2912392"/>
                <a:gd name="connsiteY62" fmla="*/ 229452 h 477026"/>
                <a:gd name="connsiteX63" fmla="*/ 613649 w 2912392"/>
                <a:gd name="connsiteY63" fmla="*/ 231193 h 477026"/>
                <a:gd name="connsiteX64" fmla="*/ 623388 w 2912392"/>
                <a:gd name="connsiteY64" fmla="*/ 232893 h 477026"/>
                <a:gd name="connsiteX65" fmla="*/ 633129 w 2912392"/>
                <a:gd name="connsiteY65" fmla="*/ 234552 h 477026"/>
                <a:gd name="connsiteX66" fmla="*/ 642870 w 2912392"/>
                <a:gd name="connsiteY66" fmla="*/ 236173 h 477026"/>
                <a:gd name="connsiteX67" fmla="*/ 652610 w 2912392"/>
                <a:gd name="connsiteY67" fmla="*/ 237756 h 477026"/>
                <a:gd name="connsiteX68" fmla="*/ 662351 w 2912392"/>
                <a:gd name="connsiteY68" fmla="*/ 239303 h 477026"/>
                <a:gd name="connsiteX69" fmla="*/ 672092 w 2912392"/>
                <a:gd name="connsiteY69" fmla="*/ 240814 h 477026"/>
                <a:gd name="connsiteX70" fmla="*/ 681831 w 2912392"/>
                <a:gd name="connsiteY70" fmla="*/ 242289 h 477026"/>
                <a:gd name="connsiteX71" fmla="*/ 691572 w 2912392"/>
                <a:gd name="connsiteY71" fmla="*/ 243729 h 477026"/>
                <a:gd name="connsiteX72" fmla="*/ 701313 w 2912392"/>
                <a:gd name="connsiteY72" fmla="*/ 245136 h 477026"/>
                <a:gd name="connsiteX73" fmla="*/ 711052 w 2912392"/>
                <a:gd name="connsiteY73" fmla="*/ 246505 h 477026"/>
                <a:gd name="connsiteX74" fmla="*/ 720793 w 2912392"/>
                <a:gd name="connsiteY74" fmla="*/ 247837 h 477026"/>
                <a:gd name="connsiteX75" fmla="*/ 730534 w 2912392"/>
                <a:gd name="connsiteY75" fmla="*/ 249133 h 477026"/>
                <a:gd name="connsiteX76" fmla="*/ 740274 w 2912392"/>
                <a:gd name="connsiteY76" fmla="*/ 250388 h 477026"/>
                <a:gd name="connsiteX77" fmla="*/ 750015 w 2912392"/>
                <a:gd name="connsiteY77" fmla="*/ 251604 h 477026"/>
                <a:gd name="connsiteX78" fmla="*/ 759756 w 2912392"/>
                <a:gd name="connsiteY78" fmla="*/ 252775 h 477026"/>
                <a:gd name="connsiteX79" fmla="*/ 769495 w 2912392"/>
                <a:gd name="connsiteY79" fmla="*/ 253901 h 477026"/>
                <a:gd name="connsiteX80" fmla="*/ 779236 w 2912392"/>
                <a:gd name="connsiteY80" fmla="*/ 254980 h 477026"/>
                <a:gd name="connsiteX81" fmla="*/ 788977 w 2912392"/>
                <a:gd name="connsiteY81" fmla="*/ 256006 h 477026"/>
                <a:gd name="connsiteX82" fmla="*/ 798717 w 2912392"/>
                <a:gd name="connsiteY82" fmla="*/ 256979 h 477026"/>
                <a:gd name="connsiteX83" fmla="*/ 808458 w 2912392"/>
                <a:gd name="connsiteY83" fmla="*/ 257894 h 477026"/>
                <a:gd name="connsiteX84" fmla="*/ 818199 w 2912392"/>
                <a:gd name="connsiteY84" fmla="*/ 258748 h 477026"/>
                <a:gd name="connsiteX85" fmla="*/ 827938 w 2912392"/>
                <a:gd name="connsiteY85" fmla="*/ 259537 h 477026"/>
                <a:gd name="connsiteX86" fmla="*/ 837679 w 2912392"/>
                <a:gd name="connsiteY86" fmla="*/ 260257 h 477026"/>
                <a:gd name="connsiteX87" fmla="*/ 847420 w 2912392"/>
                <a:gd name="connsiteY87" fmla="*/ 260902 h 477026"/>
                <a:gd name="connsiteX88" fmla="*/ 857159 w 2912392"/>
                <a:gd name="connsiteY88" fmla="*/ 261471 h 477026"/>
                <a:gd name="connsiteX89" fmla="*/ 866900 w 2912392"/>
                <a:gd name="connsiteY89" fmla="*/ 261958 h 477026"/>
                <a:gd name="connsiteX90" fmla="*/ 876641 w 2912392"/>
                <a:gd name="connsiteY90" fmla="*/ 262358 h 477026"/>
                <a:gd name="connsiteX91" fmla="*/ 886381 w 2912392"/>
                <a:gd name="connsiteY91" fmla="*/ 262667 h 477026"/>
                <a:gd name="connsiteX92" fmla="*/ 896122 w 2912392"/>
                <a:gd name="connsiteY92" fmla="*/ 262882 h 477026"/>
                <a:gd name="connsiteX93" fmla="*/ 905863 w 2912392"/>
                <a:gd name="connsiteY93" fmla="*/ 262997 h 477026"/>
                <a:gd name="connsiteX94" fmla="*/ 915602 w 2912392"/>
                <a:gd name="connsiteY94" fmla="*/ 263007 h 477026"/>
                <a:gd name="connsiteX95" fmla="*/ 925343 w 2912392"/>
                <a:gd name="connsiteY95" fmla="*/ 262909 h 477026"/>
                <a:gd name="connsiteX96" fmla="*/ 935084 w 2912392"/>
                <a:gd name="connsiteY96" fmla="*/ 262699 h 477026"/>
                <a:gd name="connsiteX97" fmla="*/ 944824 w 2912392"/>
                <a:gd name="connsiteY97" fmla="*/ 262371 h 477026"/>
                <a:gd name="connsiteX98" fmla="*/ 954564 w 2912392"/>
                <a:gd name="connsiteY98" fmla="*/ 261924 h 477026"/>
                <a:gd name="connsiteX99" fmla="*/ 964305 w 2912392"/>
                <a:gd name="connsiteY99" fmla="*/ 261355 h 477026"/>
                <a:gd name="connsiteX100" fmla="*/ 974045 w 2912392"/>
                <a:gd name="connsiteY100" fmla="*/ 260658 h 477026"/>
                <a:gd name="connsiteX101" fmla="*/ 983786 w 2912392"/>
                <a:gd name="connsiteY101" fmla="*/ 259831 h 477026"/>
                <a:gd name="connsiteX102" fmla="*/ 993522 w 2912392"/>
                <a:gd name="connsiteY102" fmla="*/ 258871 h 477026"/>
                <a:gd name="connsiteX103" fmla="*/ 1003266 w 2912392"/>
                <a:gd name="connsiteY103" fmla="*/ 257778 h 477026"/>
                <a:gd name="connsiteX104" fmla="*/ 1013010 w 2912392"/>
                <a:gd name="connsiteY104" fmla="*/ 256547 h 477026"/>
                <a:gd name="connsiteX105" fmla="*/ 1022754 w 2912392"/>
                <a:gd name="connsiteY105" fmla="*/ 255179 h 477026"/>
                <a:gd name="connsiteX106" fmla="*/ 1032483 w 2912392"/>
                <a:gd name="connsiteY106" fmla="*/ 253673 h 477026"/>
                <a:gd name="connsiteX107" fmla="*/ 1042227 w 2912392"/>
                <a:gd name="connsiteY107" fmla="*/ 252028 h 477026"/>
                <a:gd name="connsiteX108" fmla="*/ 1051971 w 2912392"/>
                <a:gd name="connsiteY108" fmla="*/ 250243 h 477026"/>
                <a:gd name="connsiteX109" fmla="*/ 1061715 w 2912392"/>
                <a:gd name="connsiteY109" fmla="*/ 248320 h 477026"/>
                <a:gd name="connsiteX110" fmla="*/ 1071444 w 2912392"/>
                <a:gd name="connsiteY110" fmla="*/ 246259 h 477026"/>
                <a:gd name="connsiteX111" fmla="*/ 1081188 w 2912392"/>
                <a:gd name="connsiteY111" fmla="*/ 244063 h 477026"/>
                <a:gd name="connsiteX112" fmla="*/ 1090932 w 2912392"/>
                <a:gd name="connsiteY112" fmla="*/ 241733 h 477026"/>
                <a:gd name="connsiteX113" fmla="*/ 1100676 w 2912392"/>
                <a:gd name="connsiteY113" fmla="*/ 239272 h 477026"/>
                <a:gd name="connsiteX114" fmla="*/ 1110405 w 2912392"/>
                <a:gd name="connsiteY114" fmla="*/ 236684 h 477026"/>
                <a:gd name="connsiteX115" fmla="*/ 1120149 w 2912392"/>
                <a:gd name="connsiteY115" fmla="*/ 233972 h 477026"/>
                <a:gd name="connsiteX116" fmla="*/ 1129893 w 2912392"/>
                <a:gd name="connsiteY116" fmla="*/ 231141 h 477026"/>
                <a:gd name="connsiteX117" fmla="*/ 1139637 w 2912392"/>
                <a:gd name="connsiteY117" fmla="*/ 228196 h 477026"/>
                <a:gd name="connsiteX118" fmla="*/ 1149381 w 2912392"/>
                <a:gd name="connsiteY118" fmla="*/ 225143 h 477026"/>
                <a:gd name="connsiteX119" fmla="*/ 1159110 w 2912392"/>
                <a:gd name="connsiteY119" fmla="*/ 221987 h 477026"/>
                <a:gd name="connsiteX120" fmla="*/ 1168854 w 2912392"/>
                <a:gd name="connsiteY120" fmla="*/ 218738 h 477026"/>
                <a:gd name="connsiteX121" fmla="*/ 1178598 w 2912392"/>
                <a:gd name="connsiteY121" fmla="*/ 215401 h 477026"/>
                <a:gd name="connsiteX122" fmla="*/ 1188341 w 2912392"/>
                <a:gd name="connsiteY122" fmla="*/ 211983 h 477026"/>
                <a:gd name="connsiteX123" fmla="*/ 1198070 w 2912392"/>
                <a:gd name="connsiteY123" fmla="*/ 208493 h 477026"/>
                <a:gd name="connsiteX124" fmla="*/ 1207814 w 2912392"/>
                <a:gd name="connsiteY124" fmla="*/ 204943 h 477026"/>
                <a:gd name="connsiteX125" fmla="*/ 1217558 w 2912392"/>
                <a:gd name="connsiteY125" fmla="*/ 201339 h 477026"/>
                <a:gd name="connsiteX126" fmla="*/ 1227302 w 2912392"/>
                <a:gd name="connsiteY126" fmla="*/ 197693 h 477026"/>
                <a:gd name="connsiteX127" fmla="*/ 1237031 w 2912392"/>
                <a:gd name="connsiteY127" fmla="*/ 194013 h 477026"/>
                <a:gd name="connsiteX128" fmla="*/ 1246775 w 2912392"/>
                <a:gd name="connsiteY128" fmla="*/ 190314 h 477026"/>
                <a:gd name="connsiteX129" fmla="*/ 1256519 w 2912392"/>
                <a:gd name="connsiteY129" fmla="*/ 186602 h 477026"/>
                <a:gd name="connsiteX130" fmla="*/ 1266263 w 2912392"/>
                <a:gd name="connsiteY130" fmla="*/ 182892 h 477026"/>
                <a:gd name="connsiteX131" fmla="*/ 1276007 w 2912392"/>
                <a:gd name="connsiteY131" fmla="*/ 179196 h 477026"/>
                <a:gd name="connsiteX132" fmla="*/ 1285736 w 2912392"/>
                <a:gd name="connsiteY132" fmla="*/ 175523 h 477026"/>
                <a:gd name="connsiteX133" fmla="*/ 1295480 w 2912392"/>
                <a:gd name="connsiteY133" fmla="*/ 171890 h 477026"/>
                <a:gd name="connsiteX134" fmla="*/ 1305224 w 2912392"/>
                <a:gd name="connsiteY134" fmla="*/ 168305 h 477026"/>
                <a:gd name="connsiteX135" fmla="*/ 1314968 w 2912392"/>
                <a:gd name="connsiteY135" fmla="*/ 164783 h 477026"/>
                <a:gd name="connsiteX136" fmla="*/ 1324697 w 2912392"/>
                <a:gd name="connsiteY136" fmla="*/ 161335 h 477026"/>
                <a:gd name="connsiteX137" fmla="*/ 1334441 w 2912392"/>
                <a:gd name="connsiteY137" fmla="*/ 157977 h 477026"/>
                <a:gd name="connsiteX138" fmla="*/ 1344185 w 2912392"/>
                <a:gd name="connsiteY138" fmla="*/ 154720 h 477026"/>
                <a:gd name="connsiteX139" fmla="*/ 1353929 w 2912392"/>
                <a:gd name="connsiteY139" fmla="*/ 151576 h 477026"/>
                <a:gd name="connsiteX140" fmla="*/ 1363658 w 2912392"/>
                <a:gd name="connsiteY140" fmla="*/ 148559 h 477026"/>
                <a:gd name="connsiteX141" fmla="*/ 1373402 w 2912392"/>
                <a:gd name="connsiteY141" fmla="*/ 145682 h 477026"/>
                <a:gd name="connsiteX142" fmla="*/ 1383146 w 2912392"/>
                <a:gd name="connsiteY142" fmla="*/ 142957 h 477026"/>
                <a:gd name="connsiteX143" fmla="*/ 1392890 w 2912392"/>
                <a:gd name="connsiteY143" fmla="*/ 140396 h 477026"/>
                <a:gd name="connsiteX144" fmla="*/ 1402619 w 2912392"/>
                <a:gd name="connsiteY144" fmla="*/ 138011 h 477026"/>
                <a:gd name="connsiteX145" fmla="*/ 1412363 w 2912392"/>
                <a:gd name="connsiteY145" fmla="*/ 135813 h 477026"/>
                <a:gd name="connsiteX146" fmla="*/ 1422106 w 2912392"/>
                <a:gd name="connsiteY146" fmla="*/ 133815 h 477026"/>
                <a:gd name="connsiteX147" fmla="*/ 1431850 w 2912392"/>
                <a:gd name="connsiteY147" fmla="*/ 132029 h 477026"/>
                <a:gd name="connsiteX148" fmla="*/ 1441594 w 2912392"/>
                <a:gd name="connsiteY148" fmla="*/ 130461 h 477026"/>
                <a:gd name="connsiteX149" fmla="*/ 1451323 w 2912392"/>
                <a:gd name="connsiteY149" fmla="*/ 129126 h 477026"/>
                <a:gd name="connsiteX150" fmla="*/ 1461067 w 2912392"/>
                <a:gd name="connsiteY150" fmla="*/ 128031 h 477026"/>
                <a:gd name="connsiteX151" fmla="*/ 1470811 w 2912392"/>
                <a:gd name="connsiteY151" fmla="*/ 127185 h 477026"/>
                <a:gd name="connsiteX152" fmla="*/ 1480555 w 2912392"/>
                <a:gd name="connsiteY152" fmla="*/ 126598 h 477026"/>
                <a:gd name="connsiteX153" fmla="*/ 1490284 w 2912392"/>
                <a:gd name="connsiteY153" fmla="*/ 126278 h 477026"/>
                <a:gd name="connsiteX154" fmla="*/ 1500028 w 2912392"/>
                <a:gd name="connsiteY154" fmla="*/ 126229 h 477026"/>
                <a:gd name="connsiteX155" fmla="*/ 1509772 w 2912392"/>
                <a:gd name="connsiteY155" fmla="*/ 126461 h 477026"/>
                <a:gd name="connsiteX156" fmla="*/ 1519516 w 2912392"/>
                <a:gd name="connsiteY156" fmla="*/ 126977 h 477026"/>
                <a:gd name="connsiteX157" fmla="*/ 1529245 w 2912392"/>
                <a:gd name="connsiteY157" fmla="*/ 127784 h 477026"/>
                <a:gd name="connsiteX158" fmla="*/ 1538989 w 2912392"/>
                <a:gd name="connsiteY158" fmla="*/ 128885 h 477026"/>
                <a:gd name="connsiteX159" fmla="*/ 1548733 w 2912392"/>
                <a:gd name="connsiteY159" fmla="*/ 130286 h 477026"/>
                <a:gd name="connsiteX160" fmla="*/ 1558477 w 2912392"/>
                <a:gd name="connsiteY160" fmla="*/ 131986 h 477026"/>
                <a:gd name="connsiteX161" fmla="*/ 1568221 w 2912392"/>
                <a:gd name="connsiteY161" fmla="*/ 133988 h 477026"/>
                <a:gd name="connsiteX162" fmla="*/ 1577950 w 2912392"/>
                <a:gd name="connsiteY162" fmla="*/ 136294 h 477026"/>
                <a:gd name="connsiteX163" fmla="*/ 1587694 w 2912392"/>
                <a:gd name="connsiteY163" fmla="*/ 138903 h 477026"/>
                <a:gd name="connsiteX164" fmla="*/ 1597438 w 2912392"/>
                <a:gd name="connsiteY164" fmla="*/ 141816 h 477026"/>
                <a:gd name="connsiteX165" fmla="*/ 1607182 w 2912392"/>
                <a:gd name="connsiteY165" fmla="*/ 145030 h 477026"/>
                <a:gd name="connsiteX166" fmla="*/ 1616911 w 2912392"/>
                <a:gd name="connsiteY166" fmla="*/ 148541 h 477026"/>
                <a:gd name="connsiteX167" fmla="*/ 1626655 w 2912392"/>
                <a:gd name="connsiteY167" fmla="*/ 152348 h 477026"/>
                <a:gd name="connsiteX168" fmla="*/ 1636399 w 2912392"/>
                <a:gd name="connsiteY168" fmla="*/ 156445 h 477026"/>
                <a:gd name="connsiteX169" fmla="*/ 1646142 w 2912392"/>
                <a:gd name="connsiteY169" fmla="*/ 160830 h 477026"/>
                <a:gd name="connsiteX170" fmla="*/ 1655872 w 2912392"/>
                <a:gd name="connsiteY170" fmla="*/ 165493 h 477026"/>
                <a:gd name="connsiteX171" fmla="*/ 1665616 w 2912392"/>
                <a:gd name="connsiteY171" fmla="*/ 170429 h 477026"/>
                <a:gd name="connsiteX172" fmla="*/ 1675359 w 2912392"/>
                <a:gd name="connsiteY172" fmla="*/ 175632 h 477026"/>
                <a:gd name="connsiteX173" fmla="*/ 1685103 w 2912392"/>
                <a:gd name="connsiteY173" fmla="*/ 181091 h 477026"/>
                <a:gd name="connsiteX174" fmla="*/ 1694832 w 2912392"/>
                <a:gd name="connsiteY174" fmla="*/ 186797 h 477026"/>
                <a:gd name="connsiteX175" fmla="*/ 1704576 w 2912392"/>
                <a:gd name="connsiteY175" fmla="*/ 192742 h 477026"/>
                <a:gd name="connsiteX176" fmla="*/ 1714320 w 2912392"/>
                <a:gd name="connsiteY176" fmla="*/ 198913 h 477026"/>
                <a:gd name="connsiteX177" fmla="*/ 1724064 w 2912392"/>
                <a:gd name="connsiteY177" fmla="*/ 205300 h 477026"/>
                <a:gd name="connsiteX178" fmla="*/ 1733808 w 2912392"/>
                <a:gd name="connsiteY178" fmla="*/ 211892 h 477026"/>
                <a:gd name="connsiteX179" fmla="*/ 1743537 w 2912392"/>
                <a:gd name="connsiteY179" fmla="*/ 218672 h 477026"/>
                <a:gd name="connsiteX180" fmla="*/ 1753281 w 2912392"/>
                <a:gd name="connsiteY180" fmla="*/ 225630 h 477026"/>
                <a:gd name="connsiteX181" fmla="*/ 1763025 w 2912392"/>
                <a:gd name="connsiteY181" fmla="*/ 232752 h 477026"/>
                <a:gd name="connsiteX182" fmla="*/ 1772769 w 2912392"/>
                <a:gd name="connsiteY182" fmla="*/ 240023 h 477026"/>
                <a:gd name="connsiteX183" fmla="*/ 1782498 w 2912392"/>
                <a:gd name="connsiteY183" fmla="*/ 247427 h 477026"/>
                <a:gd name="connsiteX184" fmla="*/ 1792242 w 2912392"/>
                <a:gd name="connsiteY184" fmla="*/ 254951 h 477026"/>
                <a:gd name="connsiteX185" fmla="*/ 1801986 w 2912392"/>
                <a:gd name="connsiteY185" fmla="*/ 262578 h 477026"/>
                <a:gd name="connsiteX186" fmla="*/ 1811730 w 2912392"/>
                <a:gd name="connsiteY186" fmla="*/ 270291 h 477026"/>
                <a:gd name="connsiteX187" fmla="*/ 1821459 w 2912392"/>
                <a:gd name="connsiteY187" fmla="*/ 278075 h 477026"/>
                <a:gd name="connsiteX188" fmla="*/ 1831203 w 2912392"/>
                <a:gd name="connsiteY188" fmla="*/ 285911 h 477026"/>
                <a:gd name="connsiteX189" fmla="*/ 1840947 w 2912392"/>
                <a:gd name="connsiteY189" fmla="*/ 293786 h 477026"/>
                <a:gd name="connsiteX190" fmla="*/ 1850691 w 2912392"/>
                <a:gd name="connsiteY190" fmla="*/ 301680 h 477026"/>
                <a:gd name="connsiteX191" fmla="*/ 1860435 w 2912392"/>
                <a:gd name="connsiteY191" fmla="*/ 309577 h 477026"/>
                <a:gd name="connsiteX192" fmla="*/ 1870164 w 2912392"/>
                <a:gd name="connsiteY192" fmla="*/ 317460 h 477026"/>
                <a:gd name="connsiteX193" fmla="*/ 1879908 w 2912392"/>
                <a:gd name="connsiteY193" fmla="*/ 325312 h 477026"/>
                <a:gd name="connsiteX194" fmla="*/ 1889652 w 2912392"/>
                <a:gd name="connsiteY194" fmla="*/ 333114 h 477026"/>
                <a:gd name="connsiteX195" fmla="*/ 1899395 w 2912392"/>
                <a:gd name="connsiteY195" fmla="*/ 340853 h 477026"/>
                <a:gd name="connsiteX196" fmla="*/ 1909124 w 2912392"/>
                <a:gd name="connsiteY196" fmla="*/ 348510 h 477026"/>
                <a:gd name="connsiteX197" fmla="*/ 1918868 w 2912392"/>
                <a:gd name="connsiteY197" fmla="*/ 356068 h 477026"/>
                <a:gd name="connsiteX198" fmla="*/ 1928612 w 2912392"/>
                <a:gd name="connsiteY198" fmla="*/ 363511 h 477026"/>
                <a:gd name="connsiteX199" fmla="*/ 1938356 w 2912392"/>
                <a:gd name="connsiteY199" fmla="*/ 370825 h 477026"/>
                <a:gd name="connsiteX200" fmla="*/ 1948085 w 2912392"/>
                <a:gd name="connsiteY200" fmla="*/ 377993 h 477026"/>
                <a:gd name="connsiteX201" fmla="*/ 1957829 w 2912392"/>
                <a:gd name="connsiteY201" fmla="*/ 385000 h 477026"/>
                <a:gd name="connsiteX202" fmla="*/ 1967573 w 2912392"/>
                <a:gd name="connsiteY202" fmla="*/ 391831 h 477026"/>
                <a:gd name="connsiteX203" fmla="*/ 1977317 w 2912392"/>
                <a:gd name="connsiteY203" fmla="*/ 398473 h 477026"/>
                <a:gd name="connsiteX204" fmla="*/ 1987046 w 2912392"/>
                <a:gd name="connsiteY204" fmla="*/ 404913 h 477026"/>
                <a:gd name="connsiteX205" fmla="*/ 1996790 w 2912392"/>
                <a:gd name="connsiteY205" fmla="*/ 411136 h 477026"/>
                <a:gd name="connsiteX206" fmla="*/ 2006534 w 2912392"/>
                <a:gd name="connsiteY206" fmla="*/ 417130 h 477026"/>
                <a:gd name="connsiteX207" fmla="*/ 2016278 w 2912392"/>
                <a:gd name="connsiteY207" fmla="*/ 422885 h 477026"/>
                <a:gd name="connsiteX208" fmla="*/ 2026022 w 2912392"/>
                <a:gd name="connsiteY208" fmla="*/ 428390 h 477026"/>
                <a:gd name="connsiteX209" fmla="*/ 2035751 w 2912392"/>
                <a:gd name="connsiteY209" fmla="*/ 433635 h 477026"/>
                <a:gd name="connsiteX210" fmla="*/ 2045495 w 2912392"/>
                <a:gd name="connsiteY210" fmla="*/ 438610 h 477026"/>
                <a:gd name="connsiteX211" fmla="*/ 2055239 w 2912392"/>
                <a:gd name="connsiteY211" fmla="*/ 443306 h 477026"/>
                <a:gd name="connsiteX212" fmla="*/ 2064983 w 2912392"/>
                <a:gd name="connsiteY212" fmla="*/ 447714 h 477026"/>
                <a:gd name="connsiteX213" fmla="*/ 2074712 w 2912392"/>
                <a:gd name="connsiteY213" fmla="*/ 451831 h 477026"/>
                <a:gd name="connsiteX214" fmla="*/ 2084456 w 2912392"/>
                <a:gd name="connsiteY214" fmla="*/ 455647 h 477026"/>
                <a:gd name="connsiteX215" fmla="*/ 2094200 w 2912392"/>
                <a:gd name="connsiteY215" fmla="*/ 459158 h 477026"/>
                <a:gd name="connsiteX216" fmla="*/ 2103944 w 2912392"/>
                <a:gd name="connsiteY216" fmla="*/ 462362 h 477026"/>
                <a:gd name="connsiteX217" fmla="*/ 2113673 w 2912392"/>
                <a:gd name="connsiteY217" fmla="*/ 465250 h 477026"/>
                <a:gd name="connsiteX218" fmla="*/ 2123417 w 2912392"/>
                <a:gd name="connsiteY218" fmla="*/ 467825 h 477026"/>
                <a:gd name="connsiteX219" fmla="*/ 2133161 w 2912392"/>
                <a:gd name="connsiteY219" fmla="*/ 470082 h 477026"/>
                <a:gd name="connsiteX220" fmla="*/ 2142905 w 2912392"/>
                <a:gd name="connsiteY220" fmla="*/ 472021 h 477026"/>
                <a:gd name="connsiteX221" fmla="*/ 2152649 w 2912392"/>
                <a:gd name="connsiteY221" fmla="*/ 473642 h 477026"/>
                <a:gd name="connsiteX222" fmla="*/ 2162377 w 2912392"/>
                <a:gd name="connsiteY222" fmla="*/ 474945 h 477026"/>
                <a:gd name="connsiteX223" fmla="*/ 2172121 w 2912392"/>
                <a:gd name="connsiteY223" fmla="*/ 475933 h 477026"/>
                <a:gd name="connsiteX224" fmla="*/ 2181865 w 2912392"/>
                <a:gd name="connsiteY224" fmla="*/ 476606 h 477026"/>
                <a:gd name="connsiteX225" fmla="*/ 2191609 w 2912392"/>
                <a:gd name="connsiteY225" fmla="*/ 476970 h 477026"/>
                <a:gd name="connsiteX226" fmla="*/ 2201338 w 2912392"/>
                <a:gd name="connsiteY226" fmla="*/ 477027 h 477026"/>
                <a:gd name="connsiteX227" fmla="*/ 2211082 w 2912392"/>
                <a:gd name="connsiteY227" fmla="*/ 476781 h 477026"/>
                <a:gd name="connsiteX228" fmla="*/ 2220826 w 2912392"/>
                <a:gd name="connsiteY228" fmla="*/ 476238 h 477026"/>
                <a:gd name="connsiteX229" fmla="*/ 2230570 w 2912392"/>
                <a:gd name="connsiteY229" fmla="*/ 475407 h 477026"/>
                <a:gd name="connsiteX230" fmla="*/ 2240299 w 2912392"/>
                <a:gd name="connsiteY230" fmla="*/ 474290 h 477026"/>
                <a:gd name="connsiteX231" fmla="*/ 2250043 w 2912392"/>
                <a:gd name="connsiteY231" fmla="*/ 472897 h 477026"/>
                <a:gd name="connsiteX232" fmla="*/ 2259787 w 2912392"/>
                <a:gd name="connsiteY232" fmla="*/ 471235 h 477026"/>
                <a:gd name="connsiteX233" fmla="*/ 2269531 w 2912392"/>
                <a:gd name="connsiteY233" fmla="*/ 469313 h 477026"/>
                <a:gd name="connsiteX234" fmla="*/ 2279260 w 2912392"/>
                <a:gd name="connsiteY234" fmla="*/ 467140 h 477026"/>
                <a:gd name="connsiteX235" fmla="*/ 2289004 w 2912392"/>
                <a:gd name="connsiteY235" fmla="*/ 464725 h 477026"/>
                <a:gd name="connsiteX236" fmla="*/ 2298748 w 2912392"/>
                <a:gd name="connsiteY236" fmla="*/ 462075 h 477026"/>
                <a:gd name="connsiteX237" fmla="*/ 2308492 w 2912392"/>
                <a:gd name="connsiteY237" fmla="*/ 459204 h 477026"/>
                <a:gd name="connsiteX238" fmla="*/ 2318236 w 2912392"/>
                <a:gd name="connsiteY238" fmla="*/ 456122 h 477026"/>
                <a:gd name="connsiteX239" fmla="*/ 2327965 w 2912392"/>
                <a:gd name="connsiteY239" fmla="*/ 452837 h 477026"/>
                <a:gd name="connsiteX240" fmla="*/ 2337709 w 2912392"/>
                <a:gd name="connsiteY240" fmla="*/ 449362 h 477026"/>
                <a:gd name="connsiteX241" fmla="*/ 2347453 w 2912392"/>
                <a:gd name="connsiteY241" fmla="*/ 445707 h 477026"/>
                <a:gd name="connsiteX242" fmla="*/ 2357197 w 2912392"/>
                <a:gd name="connsiteY242" fmla="*/ 441884 h 477026"/>
                <a:gd name="connsiteX243" fmla="*/ 2366926 w 2912392"/>
                <a:gd name="connsiteY243" fmla="*/ 437903 h 477026"/>
                <a:gd name="connsiteX244" fmla="*/ 2376670 w 2912392"/>
                <a:gd name="connsiteY244" fmla="*/ 433778 h 477026"/>
                <a:gd name="connsiteX245" fmla="*/ 2386413 w 2912392"/>
                <a:gd name="connsiteY245" fmla="*/ 429517 h 477026"/>
                <a:gd name="connsiteX246" fmla="*/ 2396157 w 2912392"/>
                <a:gd name="connsiteY246" fmla="*/ 425133 h 477026"/>
                <a:gd name="connsiteX247" fmla="*/ 2405886 w 2912392"/>
                <a:gd name="connsiteY247" fmla="*/ 420638 h 477026"/>
                <a:gd name="connsiteX248" fmla="*/ 2415630 w 2912392"/>
                <a:gd name="connsiteY248" fmla="*/ 416041 h 477026"/>
                <a:gd name="connsiteX249" fmla="*/ 2425374 w 2912392"/>
                <a:gd name="connsiteY249" fmla="*/ 411355 h 477026"/>
                <a:gd name="connsiteX250" fmla="*/ 2435118 w 2912392"/>
                <a:gd name="connsiteY250" fmla="*/ 406589 h 477026"/>
                <a:gd name="connsiteX251" fmla="*/ 2444862 w 2912392"/>
                <a:gd name="connsiteY251" fmla="*/ 401754 h 477026"/>
                <a:gd name="connsiteX252" fmla="*/ 2454591 w 2912392"/>
                <a:gd name="connsiteY252" fmla="*/ 396861 h 477026"/>
                <a:gd name="connsiteX253" fmla="*/ 2464335 w 2912392"/>
                <a:gd name="connsiteY253" fmla="*/ 391919 h 477026"/>
                <a:gd name="connsiteX254" fmla="*/ 2474079 w 2912392"/>
                <a:gd name="connsiteY254" fmla="*/ 386938 h 477026"/>
                <a:gd name="connsiteX255" fmla="*/ 2483823 w 2912392"/>
                <a:gd name="connsiteY255" fmla="*/ 381929 h 477026"/>
                <a:gd name="connsiteX256" fmla="*/ 2493552 w 2912392"/>
                <a:gd name="connsiteY256" fmla="*/ 376900 h 477026"/>
                <a:gd name="connsiteX257" fmla="*/ 2503296 w 2912392"/>
                <a:gd name="connsiteY257" fmla="*/ 371858 h 477026"/>
                <a:gd name="connsiteX258" fmla="*/ 2513040 w 2912392"/>
                <a:gd name="connsiteY258" fmla="*/ 366813 h 477026"/>
                <a:gd name="connsiteX259" fmla="*/ 2522784 w 2912392"/>
                <a:gd name="connsiteY259" fmla="*/ 361771 h 477026"/>
                <a:gd name="connsiteX260" fmla="*/ 2532513 w 2912392"/>
                <a:gd name="connsiteY260" fmla="*/ 356743 h 477026"/>
                <a:gd name="connsiteX261" fmla="*/ 2542257 w 2912392"/>
                <a:gd name="connsiteY261" fmla="*/ 351734 h 477026"/>
                <a:gd name="connsiteX262" fmla="*/ 2552001 w 2912392"/>
                <a:gd name="connsiteY262" fmla="*/ 346748 h 477026"/>
                <a:gd name="connsiteX263" fmla="*/ 2561745 w 2912392"/>
                <a:gd name="connsiteY263" fmla="*/ 341798 h 477026"/>
                <a:gd name="connsiteX264" fmla="*/ 2571474 w 2912392"/>
                <a:gd name="connsiteY264" fmla="*/ 336882 h 477026"/>
                <a:gd name="connsiteX265" fmla="*/ 2581218 w 2912392"/>
                <a:gd name="connsiteY265" fmla="*/ 332010 h 477026"/>
                <a:gd name="connsiteX266" fmla="*/ 2590962 w 2912392"/>
                <a:gd name="connsiteY266" fmla="*/ 327188 h 477026"/>
                <a:gd name="connsiteX267" fmla="*/ 2600705 w 2912392"/>
                <a:gd name="connsiteY267" fmla="*/ 322417 h 477026"/>
                <a:gd name="connsiteX268" fmla="*/ 2610449 w 2912392"/>
                <a:gd name="connsiteY268" fmla="*/ 317703 h 477026"/>
                <a:gd name="connsiteX269" fmla="*/ 2620178 w 2912392"/>
                <a:gd name="connsiteY269" fmla="*/ 313050 h 477026"/>
                <a:gd name="connsiteX270" fmla="*/ 2629922 w 2912392"/>
                <a:gd name="connsiteY270" fmla="*/ 308462 h 477026"/>
                <a:gd name="connsiteX271" fmla="*/ 2639666 w 2912392"/>
                <a:gd name="connsiteY271" fmla="*/ 303941 h 477026"/>
                <a:gd name="connsiteX272" fmla="*/ 2649410 w 2912392"/>
                <a:gd name="connsiteY272" fmla="*/ 299490 h 477026"/>
                <a:gd name="connsiteX273" fmla="*/ 2659139 w 2912392"/>
                <a:gd name="connsiteY273" fmla="*/ 295113 h 477026"/>
                <a:gd name="connsiteX274" fmla="*/ 2668883 w 2912392"/>
                <a:gd name="connsiteY274" fmla="*/ 290810 h 477026"/>
                <a:gd name="connsiteX275" fmla="*/ 2678627 w 2912392"/>
                <a:gd name="connsiteY275" fmla="*/ 286585 h 477026"/>
                <a:gd name="connsiteX276" fmla="*/ 2688371 w 2912392"/>
                <a:gd name="connsiteY276" fmla="*/ 282438 h 477026"/>
                <a:gd name="connsiteX277" fmla="*/ 2698100 w 2912392"/>
                <a:gd name="connsiteY277" fmla="*/ 278373 h 477026"/>
                <a:gd name="connsiteX278" fmla="*/ 2707844 w 2912392"/>
                <a:gd name="connsiteY278" fmla="*/ 274389 h 477026"/>
                <a:gd name="connsiteX279" fmla="*/ 2717588 w 2912392"/>
                <a:gd name="connsiteY279" fmla="*/ 270487 h 477026"/>
                <a:gd name="connsiteX280" fmla="*/ 2727332 w 2912392"/>
                <a:gd name="connsiteY280" fmla="*/ 266671 h 477026"/>
                <a:gd name="connsiteX281" fmla="*/ 2737076 w 2912392"/>
                <a:gd name="connsiteY281" fmla="*/ 262939 h 477026"/>
                <a:gd name="connsiteX282" fmla="*/ 2746805 w 2912392"/>
                <a:gd name="connsiteY282" fmla="*/ 259293 h 477026"/>
                <a:gd name="connsiteX283" fmla="*/ 2756549 w 2912392"/>
                <a:gd name="connsiteY283" fmla="*/ 255735 h 477026"/>
                <a:gd name="connsiteX284" fmla="*/ 2766293 w 2912392"/>
                <a:gd name="connsiteY284" fmla="*/ 252265 h 477026"/>
                <a:gd name="connsiteX285" fmla="*/ 2776037 w 2912392"/>
                <a:gd name="connsiteY285" fmla="*/ 248883 h 477026"/>
                <a:gd name="connsiteX286" fmla="*/ 2785766 w 2912392"/>
                <a:gd name="connsiteY286" fmla="*/ 245590 h 477026"/>
                <a:gd name="connsiteX287" fmla="*/ 2795510 w 2912392"/>
                <a:gd name="connsiteY287" fmla="*/ 242389 h 477026"/>
                <a:gd name="connsiteX288" fmla="*/ 2805254 w 2912392"/>
                <a:gd name="connsiteY288" fmla="*/ 239278 h 477026"/>
                <a:gd name="connsiteX289" fmla="*/ 2814998 w 2912392"/>
                <a:gd name="connsiteY289" fmla="*/ 236261 h 477026"/>
                <a:gd name="connsiteX290" fmla="*/ 2824727 w 2912392"/>
                <a:gd name="connsiteY290" fmla="*/ 233336 h 477026"/>
                <a:gd name="connsiteX291" fmla="*/ 2834471 w 2912392"/>
                <a:gd name="connsiteY291" fmla="*/ 230505 h 477026"/>
                <a:gd name="connsiteX292" fmla="*/ 2844215 w 2912392"/>
                <a:gd name="connsiteY292" fmla="*/ 227773 h 477026"/>
                <a:gd name="connsiteX293" fmla="*/ 2853958 w 2912392"/>
                <a:gd name="connsiteY293" fmla="*/ 225135 h 477026"/>
                <a:gd name="connsiteX294" fmla="*/ 2863687 w 2912392"/>
                <a:gd name="connsiteY294" fmla="*/ 222600 h 477026"/>
                <a:gd name="connsiteX295" fmla="*/ 2873431 w 2912392"/>
                <a:gd name="connsiteY295" fmla="*/ 220164 h 477026"/>
                <a:gd name="connsiteX296" fmla="*/ 2883175 w 2912392"/>
                <a:gd name="connsiteY296" fmla="*/ 217832 h 477026"/>
                <a:gd name="connsiteX297" fmla="*/ 2892919 w 2912392"/>
                <a:gd name="connsiteY297" fmla="*/ 215605 h 477026"/>
                <a:gd name="connsiteX298" fmla="*/ 2902663 w 2912392"/>
                <a:gd name="connsiteY298" fmla="*/ 213484 h 477026"/>
                <a:gd name="connsiteX299" fmla="*/ 2912392 w 2912392"/>
                <a:gd name="connsiteY299" fmla="*/ 211475 h 477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77026">
                  <a:moveTo>
                    <a:pt x="0" y="0"/>
                  </a:moveTo>
                  <a:lnTo>
                    <a:pt x="9739" y="4096"/>
                  </a:lnTo>
                  <a:lnTo>
                    <a:pt x="19480" y="8288"/>
                  </a:lnTo>
                  <a:lnTo>
                    <a:pt x="29221" y="12569"/>
                  </a:lnTo>
                  <a:lnTo>
                    <a:pt x="38961" y="16933"/>
                  </a:lnTo>
                  <a:lnTo>
                    <a:pt x="48702" y="21374"/>
                  </a:lnTo>
                  <a:lnTo>
                    <a:pt x="58443" y="25887"/>
                  </a:lnTo>
                  <a:lnTo>
                    <a:pt x="68182" y="30462"/>
                  </a:lnTo>
                  <a:lnTo>
                    <a:pt x="77923" y="35095"/>
                  </a:lnTo>
                  <a:lnTo>
                    <a:pt x="87664" y="39777"/>
                  </a:lnTo>
                  <a:lnTo>
                    <a:pt x="97404" y="44503"/>
                  </a:lnTo>
                  <a:lnTo>
                    <a:pt x="107145" y="49265"/>
                  </a:lnTo>
                  <a:lnTo>
                    <a:pt x="116886" y="54056"/>
                  </a:lnTo>
                  <a:lnTo>
                    <a:pt x="126625" y="58869"/>
                  </a:lnTo>
                  <a:lnTo>
                    <a:pt x="136366" y="63698"/>
                  </a:lnTo>
                  <a:lnTo>
                    <a:pt x="146107" y="68535"/>
                  </a:lnTo>
                  <a:lnTo>
                    <a:pt x="155846" y="73373"/>
                  </a:lnTo>
                  <a:lnTo>
                    <a:pt x="165587" y="78206"/>
                  </a:lnTo>
                  <a:lnTo>
                    <a:pt x="175328" y="83029"/>
                  </a:lnTo>
                  <a:lnTo>
                    <a:pt x="185068" y="87832"/>
                  </a:lnTo>
                  <a:lnTo>
                    <a:pt x="194809" y="92612"/>
                  </a:lnTo>
                  <a:lnTo>
                    <a:pt x="204550" y="97360"/>
                  </a:lnTo>
                  <a:lnTo>
                    <a:pt x="214289" y="102073"/>
                  </a:lnTo>
                  <a:lnTo>
                    <a:pt x="224030" y="106742"/>
                  </a:lnTo>
                  <a:lnTo>
                    <a:pt x="233771" y="111365"/>
                  </a:lnTo>
                  <a:lnTo>
                    <a:pt x="243510" y="115935"/>
                  </a:lnTo>
                  <a:lnTo>
                    <a:pt x="253251" y="120446"/>
                  </a:lnTo>
                  <a:lnTo>
                    <a:pt x="262992" y="124897"/>
                  </a:lnTo>
                  <a:lnTo>
                    <a:pt x="272732" y="129280"/>
                  </a:lnTo>
                  <a:lnTo>
                    <a:pt x="282473" y="133592"/>
                  </a:lnTo>
                  <a:lnTo>
                    <a:pt x="292214" y="137830"/>
                  </a:lnTo>
                  <a:lnTo>
                    <a:pt x="301953" y="141992"/>
                  </a:lnTo>
                  <a:lnTo>
                    <a:pt x="311694" y="146073"/>
                  </a:lnTo>
                  <a:lnTo>
                    <a:pt x="321435" y="150069"/>
                  </a:lnTo>
                  <a:lnTo>
                    <a:pt x="331175" y="153981"/>
                  </a:lnTo>
                  <a:lnTo>
                    <a:pt x="340916" y="157806"/>
                  </a:lnTo>
                  <a:lnTo>
                    <a:pt x="350656" y="161541"/>
                  </a:lnTo>
                  <a:lnTo>
                    <a:pt x="360396" y="165186"/>
                  </a:lnTo>
                  <a:lnTo>
                    <a:pt x="370137" y="168741"/>
                  </a:lnTo>
                  <a:lnTo>
                    <a:pt x="379878" y="172204"/>
                  </a:lnTo>
                  <a:lnTo>
                    <a:pt x="389617" y="175576"/>
                  </a:lnTo>
                  <a:lnTo>
                    <a:pt x="399358" y="178856"/>
                  </a:lnTo>
                  <a:lnTo>
                    <a:pt x="409099" y="182045"/>
                  </a:lnTo>
                  <a:lnTo>
                    <a:pt x="418839" y="185144"/>
                  </a:lnTo>
                  <a:lnTo>
                    <a:pt x="428580" y="188153"/>
                  </a:lnTo>
                  <a:lnTo>
                    <a:pt x="438321" y="191075"/>
                  </a:lnTo>
                  <a:lnTo>
                    <a:pt x="448060" y="193910"/>
                  </a:lnTo>
                  <a:lnTo>
                    <a:pt x="457801" y="196662"/>
                  </a:lnTo>
                  <a:lnTo>
                    <a:pt x="467542" y="199330"/>
                  </a:lnTo>
                  <a:lnTo>
                    <a:pt x="477281" y="201918"/>
                  </a:lnTo>
                  <a:lnTo>
                    <a:pt x="487022" y="204429"/>
                  </a:lnTo>
                  <a:lnTo>
                    <a:pt x="496763" y="206863"/>
                  </a:lnTo>
                  <a:lnTo>
                    <a:pt x="506503" y="209226"/>
                  </a:lnTo>
                  <a:lnTo>
                    <a:pt x="516244" y="211518"/>
                  </a:lnTo>
                  <a:lnTo>
                    <a:pt x="525985" y="213742"/>
                  </a:lnTo>
                  <a:lnTo>
                    <a:pt x="535724" y="215903"/>
                  </a:lnTo>
                  <a:lnTo>
                    <a:pt x="545465" y="218002"/>
                  </a:lnTo>
                  <a:lnTo>
                    <a:pt x="555206" y="220042"/>
                  </a:lnTo>
                  <a:lnTo>
                    <a:pt x="564946" y="222026"/>
                  </a:lnTo>
                  <a:lnTo>
                    <a:pt x="574687" y="223956"/>
                  </a:lnTo>
                  <a:lnTo>
                    <a:pt x="584428" y="225836"/>
                  </a:lnTo>
                  <a:lnTo>
                    <a:pt x="594167" y="227667"/>
                  </a:lnTo>
                  <a:lnTo>
                    <a:pt x="603908" y="229452"/>
                  </a:lnTo>
                  <a:lnTo>
                    <a:pt x="613649" y="231193"/>
                  </a:lnTo>
                  <a:lnTo>
                    <a:pt x="623388" y="232893"/>
                  </a:lnTo>
                  <a:lnTo>
                    <a:pt x="633129" y="234552"/>
                  </a:lnTo>
                  <a:lnTo>
                    <a:pt x="642870" y="236173"/>
                  </a:lnTo>
                  <a:lnTo>
                    <a:pt x="652610" y="237756"/>
                  </a:lnTo>
                  <a:lnTo>
                    <a:pt x="662351" y="239303"/>
                  </a:lnTo>
                  <a:lnTo>
                    <a:pt x="672092" y="240814"/>
                  </a:lnTo>
                  <a:lnTo>
                    <a:pt x="681831" y="242289"/>
                  </a:lnTo>
                  <a:lnTo>
                    <a:pt x="691572" y="243729"/>
                  </a:lnTo>
                  <a:lnTo>
                    <a:pt x="701313" y="245136"/>
                  </a:lnTo>
                  <a:lnTo>
                    <a:pt x="711052" y="246505"/>
                  </a:lnTo>
                  <a:lnTo>
                    <a:pt x="720793" y="247837"/>
                  </a:lnTo>
                  <a:lnTo>
                    <a:pt x="730534" y="249133"/>
                  </a:lnTo>
                  <a:lnTo>
                    <a:pt x="740274" y="250388"/>
                  </a:lnTo>
                  <a:lnTo>
                    <a:pt x="750015" y="251604"/>
                  </a:lnTo>
                  <a:lnTo>
                    <a:pt x="759756" y="252775"/>
                  </a:lnTo>
                  <a:lnTo>
                    <a:pt x="769495" y="253901"/>
                  </a:lnTo>
                  <a:lnTo>
                    <a:pt x="779236" y="254980"/>
                  </a:lnTo>
                  <a:lnTo>
                    <a:pt x="788977" y="256006"/>
                  </a:lnTo>
                  <a:lnTo>
                    <a:pt x="798717" y="256979"/>
                  </a:lnTo>
                  <a:lnTo>
                    <a:pt x="808458" y="257894"/>
                  </a:lnTo>
                  <a:lnTo>
                    <a:pt x="818199" y="258748"/>
                  </a:lnTo>
                  <a:lnTo>
                    <a:pt x="827938" y="259537"/>
                  </a:lnTo>
                  <a:lnTo>
                    <a:pt x="837679" y="260257"/>
                  </a:lnTo>
                  <a:lnTo>
                    <a:pt x="847420" y="260902"/>
                  </a:lnTo>
                  <a:lnTo>
                    <a:pt x="857159" y="261471"/>
                  </a:lnTo>
                  <a:lnTo>
                    <a:pt x="866900" y="261958"/>
                  </a:lnTo>
                  <a:lnTo>
                    <a:pt x="876641" y="262358"/>
                  </a:lnTo>
                  <a:lnTo>
                    <a:pt x="886381" y="262667"/>
                  </a:lnTo>
                  <a:lnTo>
                    <a:pt x="896122" y="262882"/>
                  </a:lnTo>
                  <a:lnTo>
                    <a:pt x="905863" y="262997"/>
                  </a:lnTo>
                  <a:lnTo>
                    <a:pt x="915602" y="263007"/>
                  </a:lnTo>
                  <a:lnTo>
                    <a:pt x="925343" y="262909"/>
                  </a:lnTo>
                  <a:lnTo>
                    <a:pt x="935084" y="262699"/>
                  </a:lnTo>
                  <a:lnTo>
                    <a:pt x="944824" y="262371"/>
                  </a:lnTo>
                  <a:lnTo>
                    <a:pt x="954564" y="261924"/>
                  </a:lnTo>
                  <a:lnTo>
                    <a:pt x="964305" y="261355"/>
                  </a:lnTo>
                  <a:lnTo>
                    <a:pt x="974045" y="260658"/>
                  </a:lnTo>
                  <a:lnTo>
                    <a:pt x="983786" y="259831"/>
                  </a:lnTo>
                  <a:lnTo>
                    <a:pt x="993522" y="258871"/>
                  </a:lnTo>
                  <a:lnTo>
                    <a:pt x="1003266" y="257778"/>
                  </a:lnTo>
                  <a:lnTo>
                    <a:pt x="1013010" y="256547"/>
                  </a:lnTo>
                  <a:lnTo>
                    <a:pt x="1022754" y="255179"/>
                  </a:lnTo>
                  <a:lnTo>
                    <a:pt x="1032483" y="253673"/>
                  </a:lnTo>
                  <a:lnTo>
                    <a:pt x="1042227" y="252028"/>
                  </a:lnTo>
                  <a:lnTo>
                    <a:pt x="1051971" y="250243"/>
                  </a:lnTo>
                  <a:lnTo>
                    <a:pt x="1061715" y="248320"/>
                  </a:lnTo>
                  <a:lnTo>
                    <a:pt x="1071444" y="246259"/>
                  </a:lnTo>
                  <a:lnTo>
                    <a:pt x="1081188" y="244063"/>
                  </a:lnTo>
                  <a:lnTo>
                    <a:pt x="1090932" y="241733"/>
                  </a:lnTo>
                  <a:lnTo>
                    <a:pt x="1100676" y="239272"/>
                  </a:lnTo>
                  <a:lnTo>
                    <a:pt x="1110405" y="236684"/>
                  </a:lnTo>
                  <a:lnTo>
                    <a:pt x="1120149" y="233972"/>
                  </a:lnTo>
                  <a:lnTo>
                    <a:pt x="1129893" y="231141"/>
                  </a:lnTo>
                  <a:lnTo>
                    <a:pt x="1139637" y="228196"/>
                  </a:lnTo>
                  <a:lnTo>
                    <a:pt x="1149381" y="225143"/>
                  </a:lnTo>
                  <a:lnTo>
                    <a:pt x="1159110" y="221987"/>
                  </a:lnTo>
                  <a:lnTo>
                    <a:pt x="1168854" y="218738"/>
                  </a:lnTo>
                  <a:lnTo>
                    <a:pt x="1178598" y="215401"/>
                  </a:lnTo>
                  <a:lnTo>
                    <a:pt x="1188341" y="211983"/>
                  </a:lnTo>
                  <a:lnTo>
                    <a:pt x="1198070" y="208493"/>
                  </a:lnTo>
                  <a:lnTo>
                    <a:pt x="1207814" y="204943"/>
                  </a:lnTo>
                  <a:lnTo>
                    <a:pt x="1217558" y="201339"/>
                  </a:lnTo>
                  <a:lnTo>
                    <a:pt x="1227302" y="197693"/>
                  </a:lnTo>
                  <a:lnTo>
                    <a:pt x="1237031" y="194013"/>
                  </a:lnTo>
                  <a:lnTo>
                    <a:pt x="1246775" y="190314"/>
                  </a:lnTo>
                  <a:lnTo>
                    <a:pt x="1256519" y="186602"/>
                  </a:lnTo>
                  <a:lnTo>
                    <a:pt x="1266263" y="182892"/>
                  </a:lnTo>
                  <a:lnTo>
                    <a:pt x="1276007" y="179196"/>
                  </a:lnTo>
                  <a:lnTo>
                    <a:pt x="1285736" y="175523"/>
                  </a:lnTo>
                  <a:lnTo>
                    <a:pt x="1295480" y="171890"/>
                  </a:lnTo>
                  <a:lnTo>
                    <a:pt x="1305224" y="168305"/>
                  </a:lnTo>
                  <a:lnTo>
                    <a:pt x="1314968" y="164783"/>
                  </a:lnTo>
                  <a:lnTo>
                    <a:pt x="1324697" y="161335"/>
                  </a:lnTo>
                  <a:lnTo>
                    <a:pt x="1334441" y="157977"/>
                  </a:lnTo>
                  <a:lnTo>
                    <a:pt x="1344185" y="154720"/>
                  </a:lnTo>
                  <a:lnTo>
                    <a:pt x="1353929" y="151576"/>
                  </a:lnTo>
                  <a:lnTo>
                    <a:pt x="1363658" y="148559"/>
                  </a:lnTo>
                  <a:lnTo>
                    <a:pt x="1373402" y="145682"/>
                  </a:lnTo>
                  <a:lnTo>
                    <a:pt x="1383146" y="142957"/>
                  </a:lnTo>
                  <a:lnTo>
                    <a:pt x="1392890" y="140396"/>
                  </a:lnTo>
                  <a:lnTo>
                    <a:pt x="1402619" y="138011"/>
                  </a:lnTo>
                  <a:lnTo>
                    <a:pt x="1412363" y="135813"/>
                  </a:lnTo>
                  <a:lnTo>
                    <a:pt x="1422106" y="133815"/>
                  </a:lnTo>
                  <a:lnTo>
                    <a:pt x="1431850" y="132029"/>
                  </a:lnTo>
                  <a:lnTo>
                    <a:pt x="1441594" y="130461"/>
                  </a:lnTo>
                  <a:lnTo>
                    <a:pt x="1451323" y="129126"/>
                  </a:lnTo>
                  <a:lnTo>
                    <a:pt x="1461067" y="128031"/>
                  </a:lnTo>
                  <a:lnTo>
                    <a:pt x="1470811" y="127185"/>
                  </a:lnTo>
                  <a:lnTo>
                    <a:pt x="1480555" y="126598"/>
                  </a:lnTo>
                  <a:lnTo>
                    <a:pt x="1490284" y="126278"/>
                  </a:lnTo>
                  <a:lnTo>
                    <a:pt x="1500028" y="126229"/>
                  </a:lnTo>
                  <a:lnTo>
                    <a:pt x="1509772" y="126461"/>
                  </a:lnTo>
                  <a:lnTo>
                    <a:pt x="1519516" y="126977"/>
                  </a:lnTo>
                  <a:lnTo>
                    <a:pt x="1529245" y="127784"/>
                  </a:lnTo>
                  <a:lnTo>
                    <a:pt x="1538989" y="128885"/>
                  </a:lnTo>
                  <a:lnTo>
                    <a:pt x="1548733" y="130286"/>
                  </a:lnTo>
                  <a:lnTo>
                    <a:pt x="1558477" y="131986"/>
                  </a:lnTo>
                  <a:lnTo>
                    <a:pt x="1568221" y="133988"/>
                  </a:lnTo>
                  <a:lnTo>
                    <a:pt x="1577950" y="136294"/>
                  </a:lnTo>
                  <a:lnTo>
                    <a:pt x="1587694" y="138903"/>
                  </a:lnTo>
                  <a:lnTo>
                    <a:pt x="1597438" y="141816"/>
                  </a:lnTo>
                  <a:lnTo>
                    <a:pt x="1607182" y="145030"/>
                  </a:lnTo>
                  <a:lnTo>
                    <a:pt x="1616911" y="148541"/>
                  </a:lnTo>
                  <a:lnTo>
                    <a:pt x="1626655" y="152348"/>
                  </a:lnTo>
                  <a:lnTo>
                    <a:pt x="1636399" y="156445"/>
                  </a:lnTo>
                  <a:lnTo>
                    <a:pt x="1646142" y="160830"/>
                  </a:lnTo>
                  <a:lnTo>
                    <a:pt x="1655872" y="165493"/>
                  </a:lnTo>
                  <a:lnTo>
                    <a:pt x="1665616" y="170429"/>
                  </a:lnTo>
                  <a:lnTo>
                    <a:pt x="1675359" y="175632"/>
                  </a:lnTo>
                  <a:lnTo>
                    <a:pt x="1685103" y="181091"/>
                  </a:lnTo>
                  <a:lnTo>
                    <a:pt x="1694832" y="186797"/>
                  </a:lnTo>
                  <a:lnTo>
                    <a:pt x="1704576" y="192742"/>
                  </a:lnTo>
                  <a:lnTo>
                    <a:pt x="1714320" y="198913"/>
                  </a:lnTo>
                  <a:lnTo>
                    <a:pt x="1724064" y="205300"/>
                  </a:lnTo>
                  <a:lnTo>
                    <a:pt x="1733808" y="211892"/>
                  </a:lnTo>
                  <a:lnTo>
                    <a:pt x="1743537" y="218672"/>
                  </a:lnTo>
                  <a:lnTo>
                    <a:pt x="1753281" y="225630"/>
                  </a:lnTo>
                  <a:lnTo>
                    <a:pt x="1763025" y="232752"/>
                  </a:lnTo>
                  <a:lnTo>
                    <a:pt x="1772769" y="240023"/>
                  </a:lnTo>
                  <a:lnTo>
                    <a:pt x="1782498" y="247427"/>
                  </a:lnTo>
                  <a:lnTo>
                    <a:pt x="1792242" y="254951"/>
                  </a:lnTo>
                  <a:lnTo>
                    <a:pt x="1801986" y="262578"/>
                  </a:lnTo>
                  <a:lnTo>
                    <a:pt x="1811730" y="270291"/>
                  </a:lnTo>
                  <a:lnTo>
                    <a:pt x="1821459" y="278075"/>
                  </a:lnTo>
                  <a:lnTo>
                    <a:pt x="1831203" y="285911"/>
                  </a:lnTo>
                  <a:lnTo>
                    <a:pt x="1840947" y="293786"/>
                  </a:lnTo>
                  <a:lnTo>
                    <a:pt x="1850691" y="301680"/>
                  </a:lnTo>
                  <a:lnTo>
                    <a:pt x="1860435" y="309577"/>
                  </a:lnTo>
                  <a:lnTo>
                    <a:pt x="1870164" y="317460"/>
                  </a:lnTo>
                  <a:lnTo>
                    <a:pt x="1879908" y="325312"/>
                  </a:lnTo>
                  <a:lnTo>
                    <a:pt x="1889652" y="333114"/>
                  </a:lnTo>
                  <a:lnTo>
                    <a:pt x="1899395" y="340853"/>
                  </a:lnTo>
                  <a:lnTo>
                    <a:pt x="1909124" y="348510"/>
                  </a:lnTo>
                  <a:lnTo>
                    <a:pt x="1918868" y="356068"/>
                  </a:lnTo>
                  <a:lnTo>
                    <a:pt x="1928612" y="363511"/>
                  </a:lnTo>
                  <a:lnTo>
                    <a:pt x="1938356" y="370825"/>
                  </a:lnTo>
                  <a:lnTo>
                    <a:pt x="1948085" y="377993"/>
                  </a:lnTo>
                  <a:lnTo>
                    <a:pt x="1957829" y="385000"/>
                  </a:lnTo>
                  <a:lnTo>
                    <a:pt x="1967573" y="391831"/>
                  </a:lnTo>
                  <a:lnTo>
                    <a:pt x="1977317" y="398473"/>
                  </a:lnTo>
                  <a:lnTo>
                    <a:pt x="1987046" y="404913"/>
                  </a:lnTo>
                  <a:lnTo>
                    <a:pt x="1996790" y="411136"/>
                  </a:lnTo>
                  <a:lnTo>
                    <a:pt x="2006534" y="417130"/>
                  </a:lnTo>
                  <a:lnTo>
                    <a:pt x="2016278" y="422885"/>
                  </a:lnTo>
                  <a:lnTo>
                    <a:pt x="2026022" y="428390"/>
                  </a:lnTo>
                  <a:lnTo>
                    <a:pt x="2035751" y="433635"/>
                  </a:lnTo>
                  <a:lnTo>
                    <a:pt x="2045495" y="438610"/>
                  </a:lnTo>
                  <a:lnTo>
                    <a:pt x="2055239" y="443306"/>
                  </a:lnTo>
                  <a:lnTo>
                    <a:pt x="2064983" y="447714"/>
                  </a:lnTo>
                  <a:lnTo>
                    <a:pt x="2074712" y="451831"/>
                  </a:lnTo>
                  <a:lnTo>
                    <a:pt x="2084456" y="455647"/>
                  </a:lnTo>
                  <a:lnTo>
                    <a:pt x="2094200" y="459158"/>
                  </a:lnTo>
                  <a:lnTo>
                    <a:pt x="2103944" y="462362"/>
                  </a:lnTo>
                  <a:lnTo>
                    <a:pt x="2113673" y="465250"/>
                  </a:lnTo>
                  <a:lnTo>
                    <a:pt x="2123417" y="467825"/>
                  </a:lnTo>
                  <a:lnTo>
                    <a:pt x="2133161" y="470082"/>
                  </a:lnTo>
                  <a:lnTo>
                    <a:pt x="2142905" y="472021"/>
                  </a:lnTo>
                  <a:lnTo>
                    <a:pt x="2152649" y="473642"/>
                  </a:lnTo>
                  <a:lnTo>
                    <a:pt x="2162377" y="474945"/>
                  </a:lnTo>
                  <a:lnTo>
                    <a:pt x="2172121" y="475933"/>
                  </a:lnTo>
                  <a:lnTo>
                    <a:pt x="2181865" y="476606"/>
                  </a:lnTo>
                  <a:lnTo>
                    <a:pt x="2191609" y="476970"/>
                  </a:lnTo>
                  <a:lnTo>
                    <a:pt x="2201338" y="477027"/>
                  </a:lnTo>
                  <a:lnTo>
                    <a:pt x="2211082" y="476781"/>
                  </a:lnTo>
                  <a:lnTo>
                    <a:pt x="2220826" y="476238"/>
                  </a:lnTo>
                  <a:lnTo>
                    <a:pt x="2230570" y="475407"/>
                  </a:lnTo>
                  <a:lnTo>
                    <a:pt x="2240299" y="474290"/>
                  </a:lnTo>
                  <a:lnTo>
                    <a:pt x="2250043" y="472897"/>
                  </a:lnTo>
                  <a:lnTo>
                    <a:pt x="2259787" y="471235"/>
                  </a:lnTo>
                  <a:lnTo>
                    <a:pt x="2269531" y="469313"/>
                  </a:lnTo>
                  <a:lnTo>
                    <a:pt x="2279260" y="467140"/>
                  </a:lnTo>
                  <a:lnTo>
                    <a:pt x="2289004" y="464725"/>
                  </a:lnTo>
                  <a:lnTo>
                    <a:pt x="2298748" y="462075"/>
                  </a:lnTo>
                  <a:lnTo>
                    <a:pt x="2308492" y="459204"/>
                  </a:lnTo>
                  <a:lnTo>
                    <a:pt x="2318236" y="456122"/>
                  </a:lnTo>
                  <a:lnTo>
                    <a:pt x="2327965" y="452837"/>
                  </a:lnTo>
                  <a:lnTo>
                    <a:pt x="2337709" y="449362"/>
                  </a:lnTo>
                  <a:lnTo>
                    <a:pt x="2347453" y="445707"/>
                  </a:lnTo>
                  <a:lnTo>
                    <a:pt x="2357197" y="441884"/>
                  </a:lnTo>
                  <a:lnTo>
                    <a:pt x="2366926" y="437903"/>
                  </a:lnTo>
                  <a:lnTo>
                    <a:pt x="2376670" y="433778"/>
                  </a:lnTo>
                  <a:lnTo>
                    <a:pt x="2386413" y="429517"/>
                  </a:lnTo>
                  <a:lnTo>
                    <a:pt x="2396157" y="425133"/>
                  </a:lnTo>
                  <a:lnTo>
                    <a:pt x="2405886" y="420638"/>
                  </a:lnTo>
                  <a:lnTo>
                    <a:pt x="2415630" y="416041"/>
                  </a:lnTo>
                  <a:lnTo>
                    <a:pt x="2425374" y="411355"/>
                  </a:lnTo>
                  <a:lnTo>
                    <a:pt x="2435118" y="406589"/>
                  </a:lnTo>
                  <a:lnTo>
                    <a:pt x="2444862" y="401754"/>
                  </a:lnTo>
                  <a:lnTo>
                    <a:pt x="2454591" y="396861"/>
                  </a:lnTo>
                  <a:lnTo>
                    <a:pt x="2464335" y="391919"/>
                  </a:lnTo>
                  <a:lnTo>
                    <a:pt x="2474079" y="386938"/>
                  </a:lnTo>
                  <a:lnTo>
                    <a:pt x="2483823" y="381929"/>
                  </a:lnTo>
                  <a:lnTo>
                    <a:pt x="2493552" y="376900"/>
                  </a:lnTo>
                  <a:lnTo>
                    <a:pt x="2503296" y="371858"/>
                  </a:lnTo>
                  <a:lnTo>
                    <a:pt x="2513040" y="366813"/>
                  </a:lnTo>
                  <a:lnTo>
                    <a:pt x="2522784" y="361771"/>
                  </a:lnTo>
                  <a:lnTo>
                    <a:pt x="2532513" y="356743"/>
                  </a:lnTo>
                  <a:lnTo>
                    <a:pt x="2542257" y="351734"/>
                  </a:lnTo>
                  <a:lnTo>
                    <a:pt x="2552001" y="346748"/>
                  </a:lnTo>
                  <a:lnTo>
                    <a:pt x="2561745" y="341798"/>
                  </a:lnTo>
                  <a:lnTo>
                    <a:pt x="2571474" y="336882"/>
                  </a:lnTo>
                  <a:lnTo>
                    <a:pt x="2581218" y="332010"/>
                  </a:lnTo>
                  <a:lnTo>
                    <a:pt x="2590962" y="327188"/>
                  </a:lnTo>
                  <a:lnTo>
                    <a:pt x="2600705" y="322417"/>
                  </a:lnTo>
                  <a:lnTo>
                    <a:pt x="2610449" y="317703"/>
                  </a:lnTo>
                  <a:lnTo>
                    <a:pt x="2620178" y="313050"/>
                  </a:lnTo>
                  <a:lnTo>
                    <a:pt x="2629922" y="308462"/>
                  </a:lnTo>
                  <a:lnTo>
                    <a:pt x="2639666" y="303941"/>
                  </a:lnTo>
                  <a:lnTo>
                    <a:pt x="2649410" y="299490"/>
                  </a:lnTo>
                  <a:lnTo>
                    <a:pt x="2659139" y="295113"/>
                  </a:lnTo>
                  <a:lnTo>
                    <a:pt x="2668883" y="290810"/>
                  </a:lnTo>
                  <a:lnTo>
                    <a:pt x="2678627" y="286585"/>
                  </a:lnTo>
                  <a:lnTo>
                    <a:pt x="2688371" y="282438"/>
                  </a:lnTo>
                  <a:lnTo>
                    <a:pt x="2698100" y="278373"/>
                  </a:lnTo>
                  <a:lnTo>
                    <a:pt x="2707844" y="274389"/>
                  </a:lnTo>
                  <a:lnTo>
                    <a:pt x="2717588" y="270487"/>
                  </a:lnTo>
                  <a:lnTo>
                    <a:pt x="2727332" y="266671"/>
                  </a:lnTo>
                  <a:lnTo>
                    <a:pt x="2737076" y="262939"/>
                  </a:lnTo>
                  <a:lnTo>
                    <a:pt x="2746805" y="259293"/>
                  </a:lnTo>
                  <a:lnTo>
                    <a:pt x="2756549" y="255735"/>
                  </a:lnTo>
                  <a:lnTo>
                    <a:pt x="2766293" y="252265"/>
                  </a:lnTo>
                  <a:lnTo>
                    <a:pt x="2776037" y="248883"/>
                  </a:lnTo>
                  <a:lnTo>
                    <a:pt x="2785766" y="245590"/>
                  </a:lnTo>
                  <a:lnTo>
                    <a:pt x="2795510" y="242389"/>
                  </a:lnTo>
                  <a:lnTo>
                    <a:pt x="2805254" y="239278"/>
                  </a:lnTo>
                  <a:lnTo>
                    <a:pt x="2814998" y="236261"/>
                  </a:lnTo>
                  <a:lnTo>
                    <a:pt x="2824727" y="233336"/>
                  </a:lnTo>
                  <a:lnTo>
                    <a:pt x="2834471" y="230505"/>
                  </a:lnTo>
                  <a:lnTo>
                    <a:pt x="2844215" y="227773"/>
                  </a:lnTo>
                  <a:lnTo>
                    <a:pt x="2853958" y="225135"/>
                  </a:lnTo>
                  <a:lnTo>
                    <a:pt x="2863687" y="222600"/>
                  </a:lnTo>
                  <a:lnTo>
                    <a:pt x="2873431" y="220164"/>
                  </a:lnTo>
                  <a:lnTo>
                    <a:pt x="2883175" y="217832"/>
                  </a:lnTo>
                  <a:lnTo>
                    <a:pt x="2892919" y="215605"/>
                  </a:lnTo>
                  <a:lnTo>
                    <a:pt x="2902663" y="213484"/>
                  </a:lnTo>
                  <a:lnTo>
                    <a:pt x="2912392" y="21147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6" name="Freeform 615">
              <a:extLst>
                <a:ext uri="{FF2B5EF4-FFF2-40B4-BE49-F238E27FC236}">
                  <a16:creationId xmlns:a16="http://schemas.microsoft.com/office/drawing/2014/main" id="{E3FB43A2-D65E-075B-7A04-6A3E733E974B}"/>
                </a:ext>
              </a:extLst>
            </p:cNvPr>
            <p:cNvSpPr/>
            <p:nvPr/>
          </p:nvSpPr>
          <p:spPr>
            <a:xfrm>
              <a:off x="576446" y="3205849"/>
              <a:ext cx="2912392" cy="674868"/>
            </a:xfrm>
            <a:custGeom>
              <a:avLst/>
              <a:gdLst>
                <a:gd name="connsiteX0" fmla="*/ 0 w 2912392"/>
                <a:gd name="connsiteY0" fmla="*/ 527162 h 674868"/>
                <a:gd name="connsiteX1" fmla="*/ 9739 w 2912392"/>
                <a:gd name="connsiteY1" fmla="*/ 524869 h 674868"/>
                <a:gd name="connsiteX2" fmla="*/ 19480 w 2912392"/>
                <a:gd name="connsiteY2" fmla="*/ 522317 h 674868"/>
                <a:gd name="connsiteX3" fmla="*/ 29221 w 2912392"/>
                <a:gd name="connsiteY3" fmla="*/ 519507 h 674868"/>
                <a:gd name="connsiteX4" fmla="*/ 38961 w 2912392"/>
                <a:gd name="connsiteY4" fmla="*/ 516437 h 674868"/>
                <a:gd name="connsiteX5" fmla="*/ 48702 w 2912392"/>
                <a:gd name="connsiteY5" fmla="*/ 513109 h 674868"/>
                <a:gd name="connsiteX6" fmla="*/ 58443 w 2912392"/>
                <a:gd name="connsiteY6" fmla="*/ 509524 h 674868"/>
                <a:gd name="connsiteX7" fmla="*/ 68182 w 2912392"/>
                <a:gd name="connsiteY7" fmla="*/ 505683 h 674868"/>
                <a:gd name="connsiteX8" fmla="*/ 77923 w 2912392"/>
                <a:gd name="connsiteY8" fmla="*/ 501586 h 674868"/>
                <a:gd name="connsiteX9" fmla="*/ 87664 w 2912392"/>
                <a:gd name="connsiteY9" fmla="*/ 497239 h 674868"/>
                <a:gd name="connsiteX10" fmla="*/ 97404 w 2912392"/>
                <a:gd name="connsiteY10" fmla="*/ 492641 h 674868"/>
                <a:gd name="connsiteX11" fmla="*/ 107145 w 2912392"/>
                <a:gd name="connsiteY11" fmla="*/ 487794 h 674868"/>
                <a:gd name="connsiteX12" fmla="*/ 116886 w 2912392"/>
                <a:gd name="connsiteY12" fmla="*/ 482705 h 674868"/>
                <a:gd name="connsiteX13" fmla="*/ 126625 w 2912392"/>
                <a:gd name="connsiteY13" fmla="*/ 477375 h 674868"/>
                <a:gd name="connsiteX14" fmla="*/ 136366 w 2912392"/>
                <a:gd name="connsiteY14" fmla="*/ 471811 h 674868"/>
                <a:gd name="connsiteX15" fmla="*/ 146107 w 2912392"/>
                <a:gd name="connsiteY15" fmla="*/ 466013 h 674868"/>
                <a:gd name="connsiteX16" fmla="*/ 155846 w 2912392"/>
                <a:gd name="connsiteY16" fmla="*/ 459988 h 674868"/>
                <a:gd name="connsiteX17" fmla="*/ 165587 w 2912392"/>
                <a:gd name="connsiteY17" fmla="*/ 453743 h 674868"/>
                <a:gd name="connsiteX18" fmla="*/ 175328 w 2912392"/>
                <a:gd name="connsiteY18" fmla="*/ 447281 h 674868"/>
                <a:gd name="connsiteX19" fmla="*/ 185068 w 2912392"/>
                <a:gd name="connsiteY19" fmla="*/ 440608 h 674868"/>
                <a:gd name="connsiteX20" fmla="*/ 194809 w 2912392"/>
                <a:gd name="connsiteY20" fmla="*/ 433732 h 674868"/>
                <a:gd name="connsiteX21" fmla="*/ 204550 w 2912392"/>
                <a:gd name="connsiteY21" fmla="*/ 426659 h 674868"/>
                <a:gd name="connsiteX22" fmla="*/ 214289 w 2912392"/>
                <a:gd name="connsiteY22" fmla="*/ 419396 h 674868"/>
                <a:gd name="connsiteX23" fmla="*/ 224030 w 2912392"/>
                <a:gd name="connsiteY23" fmla="*/ 411949 h 674868"/>
                <a:gd name="connsiteX24" fmla="*/ 233771 w 2912392"/>
                <a:gd name="connsiteY24" fmla="*/ 404329 h 674868"/>
                <a:gd name="connsiteX25" fmla="*/ 243510 w 2912392"/>
                <a:gd name="connsiteY25" fmla="*/ 396539 h 674868"/>
                <a:gd name="connsiteX26" fmla="*/ 253251 w 2912392"/>
                <a:gd name="connsiteY26" fmla="*/ 388594 h 674868"/>
                <a:gd name="connsiteX27" fmla="*/ 262992 w 2912392"/>
                <a:gd name="connsiteY27" fmla="*/ 380496 h 674868"/>
                <a:gd name="connsiteX28" fmla="*/ 272732 w 2912392"/>
                <a:gd name="connsiteY28" fmla="*/ 372258 h 674868"/>
                <a:gd name="connsiteX29" fmla="*/ 282473 w 2912392"/>
                <a:gd name="connsiteY29" fmla="*/ 363890 h 674868"/>
                <a:gd name="connsiteX30" fmla="*/ 292214 w 2912392"/>
                <a:gd name="connsiteY30" fmla="*/ 355397 h 674868"/>
                <a:gd name="connsiteX31" fmla="*/ 301953 w 2912392"/>
                <a:gd name="connsiteY31" fmla="*/ 346793 h 674868"/>
                <a:gd name="connsiteX32" fmla="*/ 311694 w 2912392"/>
                <a:gd name="connsiteY32" fmla="*/ 338086 h 674868"/>
                <a:gd name="connsiteX33" fmla="*/ 321435 w 2912392"/>
                <a:gd name="connsiteY33" fmla="*/ 329288 h 674868"/>
                <a:gd name="connsiteX34" fmla="*/ 331175 w 2912392"/>
                <a:gd name="connsiteY34" fmla="*/ 320407 h 674868"/>
                <a:gd name="connsiteX35" fmla="*/ 340916 w 2912392"/>
                <a:gd name="connsiteY35" fmla="*/ 311456 h 674868"/>
                <a:gd name="connsiteX36" fmla="*/ 350656 w 2912392"/>
                <a:gd name="connsiteY36" fmla="*/ 302443 h 674868"/>
                <a:gd name="connsiteX37" fmla="*/ 360396 w 2912392"/>
                <a:gd name="connsiteY37" fmla="*/ 293382 h 674868"/>
                <a:gd name="connsiteX38" fmla="*/ 370137 w 2912392"/>
                <a:gd name="connsiteY38" fmla="*/ 284283 h 674868"/>
                <a:gd name="connsiteX39" fmla="*/ 379878 w 2912392"/>
                <a:gd name="connsiteY39" fmla="*/ 275157 h 674868"/>
                <a:gd name="connsiteX40" fmla="*/ 389617 w 2912392"/>
                <a:gd name="connsiteY40" fmla="*/ 266015 h 674868"/>
                <a:gd name="connsiteX41" fmla="*/ 399358 w 2912392"/>
                <a:gd name="connsiteY41" fmla="*/ 256870 h 674868"/>
                <a:gd name="connsiteX42" fmla="*/ 409099 w 2912392"/>
                <a:gd name="connsiteY42" fmla="*/ 247731 h 674868"/>
                <a:gd name="connsiteX43" fmla="*/ 418839 w 2912392"/>
                <a:gd name="connsiteY43" fmla="*/ 238613 h 674868"/>
                <a:gd name="connsiteX44" fmla="*/ 428580 w 2912392"/>
                <a:gd name="connsiteY44" fmla="*/ 229525 h 674868"/>
                <a:gd name="connsiteX45" fmla="*/ 438321 w 2912392"/>
                <a:gd name="connsiteY45" fmla="*/ 220478 h 674868"/>
                <a:gd name="connsiteX46" fmla="*/ 448060 w 2912392"/>
                <a:gd name="connsiteY46" fmla="*/ 211485 h 674868"/>
                <a:gd name="connsiteX47" fmla="*/ 457801 w 2912392"/>
                <a:gd name="connsiteY47" fmla="*/ 202558 h 674868"/>
                <a:gd name="connsiteX48" fmla="*/ 467542 w 2912392"/>
                <a:gd name="connsiteY48" fmla="*/ 193706 h 674868"/>
                <a:gd name="connsiteX49" fmla="*/ 477281 w 2912392"/>
                <a:gd name="connsiteY49" fmla="*/ 184944 h 674868"/>
                <a:gd name="connsiteX50" fmla="*/ 487022 w 2912392"/>
                <a:gd name="connsiteY50" fmla="*/ 176279 h 674868"/>
                <a:gd name="connsiteX51" fmla="*/ 496763 w 2912392"/>
                <a:gd name="connsiteY51" fmla="*/ 167725 h 674868"/>
                <a:gd name="connsiteX52" fmla="*/ 506503 w 2912392"/>
                <a:gd name="connsiteY52" fmla="*/ 159292 h 674868"/>
                <a:gd name="connsiteX53" fmla="*/ 516244 w 2912392"/>
                <a:gd name="connsiteY53" fmla="*/ 150989 h 674868"/>
                <a:gd name="connsiteX54" fmla="*/ 525985 w 2912392"/>
                <a:gd name="connsiteY54" fmla="*/ 142831 h 674868"/>
                <a:gd name="connsiteX55" fmla="*/ 535724 w 2912392"/>
                <a:gd name="connsiteY55" fmla="*/ 134822 h 674868"/>
                <a:gd name="connsiteX56" fmla="*/ 545465 w 2912392"/>
                <a:gd name="connsiteY56" fmla="*/ 126975 h 674868"/>
                <a:gd name="connsiteX57" fmla="*/ 555206 w 2912392"/>
                <a:gd name="connsiteY57" fmla="*/ 119301 h 674868"/>
                <a:gd name="connsiteX58" fmla="*/ 564946 w 2912392"/>
                <a:gd name="connsiteY58" fmla="*/ 111808 h 674868"/>
                <a:gd name="connsiteX59" fmla="*/ 574687 w 2912392"/>
                <a:gd name="connsiteY59" fmla="*/ 104504 h 674868"/>
                <a:gd name="connsiteX60" fmla="*/ 584428 w 2912392"/>
                <a:gd name="connsiteY60" fmla="*/ 97398 h 674868"/>
                <a:gd name="connsiteX61" fmla="*/ 594167 w 2912392"/>
                <a:gd name="connsiteY61" fmla="*/ 90499 h 674868"/>
                <a:gd name="connsiteX62" fmla="*/ 603908 w 2912392"/>
                <a:gd name="connsiteY62" fmla="*/ 83816 h 674868"/>
                <a:gd name="connsiteX63" fmla="*/ 613649 w 2912392"/>
                <a:gd name="connsiteY63" fmla="*/ 77353 h 674868"/>
                <a:gd name="connsiteX64" fmla="*/ 623388 w 2912392"/>
                <a:gd name="connsiteY64" fmla="*/ 71119 h 674868"/>
                <a:gd name="connsiteX65" fmla="*/ 633129 w 2912392"/>
                <a:gd name="connsiteY65" fmla="*/ 65122 h 674868"/>
                <a:gd name="connsiteX66" fmla="*/ 642870 w 2912392"/>
                <a:gd name="connsiteY66" fmla="*/ 59365 h 674868"/>
                <a:gd name="connsiteX67" fmla="*/ 652610 w 2912392"/>
                <a:gd name="connsiteY67" fmla="*/ 53857 h 674868"/>
                <a:gd name="connsiteX68" fmla="*/ 662351 w 2912392"/>
                <a:gd name="connsiteY68" fmla="*/ 48600 h 674868"/>
                <a:gd name="connsiteX69" fmla="*/ 672092 w 2912392"/>
                <a:gd name="connsiteY69" fmla="*/ 43600 h 674868"/>
                <a:gd name="connsiteX70" fmla="*/ 681831 w 2912392"/>
                <a:gd name="connsiteY70" fmla="*/ 38863 h 674868"/>
                <a:gd name="connsiteX71" fmla="*/ 691572 w 2912392"/>
                <a:gd name="connsiteY71" fmla="*/ 34390 h 674868"/>
                <a:gd name="connsiteX72" fmla="*/ 701313 w 2912392"/>
                <a:gd name="connsiteY72" fmla="*/ 30185 h 674868"/>
                <a:gd name="connsiteX73" fmla="*/ 711052 w 2912392"/>
                <a:gd name="connsiteY73" fmla="*/ 26252 h 674868"/>
                <a:gd name="connsiteX74" fmla="*/ 720793 w 2912392"/>
                <a:gd name="connsiteY74" fmla="*/ 22591 h 674868"/>
                <a:gd name="connsiteX75" fmla="*/ 730534 w 2912392"/>
                <a:gd name="connsiteY75" fmla="*/ 19206 h 674868"/>
                <a:gd name="connsiteX76" fmla="*/ 740274 w 2912392"/>
                <a:gd name="connsiteY76" fmla="*/ 16097 h 674868"/>
                <a:gd name="connsiteX77" fmla="*/ 750015 w 2912392"/>
                <a:gd name="connsiteY77" fmla="*/ 13266 h 674868"/>
                <a:gd name="connsiteX78" fmla="*/ 759756 w 2912392"/>
                <a:gd name="connsiteY78" fmla="*/ 10711 h 674868"/>
                <a:gd name="connsiteX79" fmla="*/ 769495 w 2912392"/>
                <a:gd name="connsiteY79" fmla="*/ 8433 h 674868"/>
                <a:gd name="connsiteX80" fmla="*/ 779236 w 2912392"/>
                <a:gd name="connsiteY80" fmla="*/ 6430 h 674868"/>
                <a:gd name="connsiteX81" fmla="*/ 788977 w 2912392"/>
                <a:gd name="connsiteY81" fmla="*/ 4704 h 674868"/>
                <a:gd name="connsiteX82" fmla="*/ 798717 w 2912392"/>
                <a:gd name="connsiteY82" fmla="*/ 3251 h 674868"/>
                <a:gd name="connsiteX83" fmla="*/ 808458 w 2912392"/>
                <a:gd name="connsiteY83" fmla="*/ 2068 h 674868"/>
                <a:gd name="connsiteX84" fmla="*/ 818199 w 2912392"/>
                <a:gd name="connsiteY84" fmla="*/ 1156 h 674868"/>
                <a:gd name="connsiteX85" fmla="*/ 827938 w 2912392"/>
                <a:gd name="connsiteY85" fmla="*/ 508 h 674868"/>
                <a:gd name="connsiteX86" fmla="*/ 837679 w 2912392"/>
                <a:gd name="connsiteY86" fmla="*/ 125 h 674868"/>
                <a:gd name="connsiteX87" fmla="*/ 847420 w 2912392"/>
                <a:gd name="connsiteY87" fmla="*/ 0 h 674868"/>
                <a:gd name="connsiteX88" fmla="*/ 857159 w 2912392"/>
                <a:gd name="connsiteY88" fmla="*/ 131 h 674868"/>
                <a:gd name="connsiteX89" fmla="*/ 866900 w 2912392"/>
                <a:gd name="connsiteY89" fmla="*/ 514 h 674868"/>
                <a:gd name="connsiteX90" fmla="*/ 876641 w 2912392"/>
                <a:gd name="connsiteY90" fmla="*/ 1143 h 674868"/>
                <a:gd name="connsiteX91" fmla="*/ 886381 w 2912392"/>
                <a:gd name="connsiteY91" fmla="*/ 2013 h 674868"/>
                <a:gd name="connsiteX92" fmla="*/ 896122 w 2912392"/>
                <a:gd name="connsiteY92" fmla="*/ 3121 h 674868"/>
                <a:gd name="connsiteX93" fmla="*/ 905863 w 2912392"/>
                <a:gd name="connsiteY93" fmla="*/ 4461 h 674868"/>
                <a:gd name="connsiteX94" fmla="*/ 915602 w 2912392"/>
                <a:gd name="connsiteY94" fmla="*/ 6025 h 674868"/>
                <a:gd name="connsiteX95" fmla="*/ 925343 w 2912392"/>
                <a:gd name="connsiteY95" fmla="*/ 7812 h 674868"/>
                <a:gd name="connsiteX96" fmla="*/ 935084 w 2912392"/>
                <a:gd name="connsiteY96" fmla="*/ 9812 h 674868"/>
                <a:gd name="connsiteX97" fmla="*/ 944824 w 2912392"/>
                <a:gd name="connsiteY97" fmla="*/ 12022 h 674868"/>
                <a:gd name="connsiteX98" fmla="*/ 954564 w 2912392"/>
                <a:gd name="connsiteY98" fmla="*/ 14434 h 674868"/>
                <a:gd name="connsiteX99" fmla="*/ 964305 w 2912392"/>
                <a:gd name="connsiteY99" fmla="*/ 17043 h 674868"/>
                <a:gd name="connsiteX100" fmla="*/ 974045 w 2912392"/>
                <a:gd name="connsiteY100" fmla="*/ 19844 h 674868"/>
                <a:gd name="connsiteX101" fmla="*/ 983786 w 2912392"/>
                <a:gd name="connsiteY101" fmla="*/ 22828 h 674868"/>
                <a:gd name="connsiteX102" fmla="*/ 993522 w 2912392"/>
                <a:gd name="connsiteY102" fmla="*/ 25990 h 674868"/>
                <a:gd name="connsiteX103" fmla="*/ 1003266 w 2912392"/>
                <a:gd name="connsiteY103" fmla="*/ 29324 h 674868"/>
                <a:gd name="connsiteX104" fmla="*/ 1013010 w 2912392"/>
                <a:gd name="connsiteY104" fmla="*/ 32825 h 674868"/>
                <a:gd name="connsiteX105" fmla="*/ 1022754 w 2912392"/>
                <a:gd name="connsiteY105" fmla="*/ 36485 h 674868"/>
                <a:gd name="connsiteX106" fmla="*/ 1032483 w 2912392"/>
                <a:gd name="connsiteY106" fmla="*/ 40299 h 674868"/>
                <a:gd name="connsiteX107" fmla="*/ 1042227 w 2912392"/>
                <a:gd name="connsiteY107" fmla="*/ 44260 h 674868"/>
                <a:gd name="connsiteX108" fmla="*/ 1051971 w 2912392"/>
                <a:gd name="connsiteY108" fmla="*/ 48365 h 674868"/>
                <a:gd name="connsiteX109" fmla="*/ 1061715 w 2912392"/>
                <a:gd name="connsiteY109" fmla="*/ 52604 h 674868"/>
                <a:gd name="connsiteX110" fmla="*/ 1071444 w 2912392"/>
                <a:gd name="connsiteY110" fmla="*/ 56975 h 674868"/>
                <a:gd name="connsiteX111" fmla="*/ 1081188 w 2912392"/>
                <a:gd name="connsiteY111" fmla="*/ 61470 h 674868"/>
                <a:gd name="connsiteX112" fmla="*/ 1090932 w 2912392"/>
                <a:gd name="connsiteY112" fmla="*/ 66086 h 674868"/>
                <a:gd name="connsiteX113" fmla="*/ 1100676 w 2912392"/>
                <a:gd name="connsiteY113" fmla="*/ 70815 h 674868"/>
                <a:gd name="connsiteX114" fmla="*/ 1110405 w 2912392"/>
                <a:gd name="connsiteY114" fmla="*/ 75654 h 674868"/>
                <a:gd name="connsiteX115" fmla="*/ 1120149 w 2912392"/>
                <a:gd name="connsiteY115" fmla="*/ 80598 h 674868"/>
                <a:gd name="connsiteX116" fmla="*/ 1129893 w 2912392"/>
                <a:gd name="connsiteY116" fmla="*/ 85641 h 674868"/>
                <a:gd name="connsiteX117" fmla="*/ 1139637 w 2912392"/>
                <a:gd name="connsiteY117" fmla="*/ 90779 h 674868"/>
                <a:gd name="connsiteX118" fmla="*/ 1149381 w 2912392"/>
                <a:gd name="connsiteY118" fmla="*/ 96009 h 674868"/>
                <a:gd name="connsiteX119" fmla="*/ 1159110 w 2912392"/>
                <a:gd name="connsiteY119" fmla="*/ 101325 h 674868"/>
                <a:gd name="connsiteX120" fmla="*/ 1168854 w 2912392"/>
                <a:gd name="connsiteY120" fmla="*/ 106724 h 674868"/>
                <a:gd name="connsiteX121" fmla="*/ 1178598 w 2912392"/>
                <a:gd name="connsiteY121" fmla="*/ 112201 h 674868"/>
                <a:gd name="connsiteX122" fmla="*/ 1188341 w 2912392"/>
                <a:gd name="connsiteY122" fmla="*/ 117754 h 674868"/>
                <a:gd name="connsiteX123" fmla="*/ 1198070 w 2912392"/>
                <a:gd name="connsiteY123" fmla="*/ 123378 h 674868"/>
                <a:gd name="connsiteX124" fmla="*/ 1207814 w 2912392"/>
                <a:gd name="connsiteY124" fmla="*/ 129070 h 674868"/>
                <a:gd name="connsiteX125" fmla="*/ 1217558 w 2912392"/>
                <a:gd name="connsiteY125" fmla="*/ 134827 h 674868"/>
                <a:gd name="connsiteX126" fmla="*/ 1227302 w 2912392"/>
                <a:gd name="connsiteY126" fmla="*/ 140645 h 674868"/>
                <a:gd name="connsiteX127" fmla="*/ 1237031 w 2912392"/>
                <a:gd name="connsiteY127" fmla="*/ 146523 h 674868"/>
                <a:gd name="connsiteX128" fmla="*/ 1246775 w 2912392"/>
                <a:gd name="connsiteY128" fmla="*/ 152454 h 674868"/>
                <a:gd name="connsiteX129" fmla="*/ 1256519 w 2912392"/>
                <a:gd name="connsiteY129" fmla="*/ 158439 h 674868"/>
                <a:gd name="connsiteX130" fmla="*/ 1266263 w 2912392"/>
                <a:gd name="connsiteY130" fmla="*/ 164474 h 674868"/>
                <a:gd name="connsiteX131" fmla="*/ 1276007 w 2912392"/>
                <a:gd name="connsiteY131" fmla="*/ 170556 h 674868"/>
                <a:gd name="connsiteX132" fmla="*/ 1285736 w 2912392"/>
                <a:gd name="connsiteY132" fmla="*/ 176683 h 674868"/>
                <a:gd name="connsiteX133" fmla="*/ 1295480 w 2912392"/>
                <a:gd name="connsiteY133" fmla="*/ 182851 h 674868"/>
                <a:gd name="connsiteX134" fmla="*/ 1305224 w 2912392"/>
                <a:gd name="connsiteY134" fmla="*/ 189059 h 674868"/>
                <a:gd name="connsiteX135" fmla="*/ 1314968 w 2912392"/>
                <a:gd name="connsiteY135" fmla="*/ 195305 h 674868"/>
                <a:gd name="connsiteX136" fmla="*/ 1324697 w 2912392"/>
                <a:gd name="connsiteY136" fmla="*/ 201583 h 674868"/>
                <a:gd name="connsiteX137" fmla="*/ 1334441 w 2912392"/>
                <a:gd name="connsiteY137" fmla="*/ 207896 h 674868"/>
                <a:gd name="connsiteX138" fmla="*/ 1344185 w 2912392"/>
                <a:gd name="connsiteY138" fmla="*/ 214237 h 674868"/>
                <a:gd name="connsiteX139" fmla="*/ 1353929 w 2912392"/>
                <a:gd name="connsiteY139" fmla="*/ 220605 h 674868"/>
                <a:gd name="connsiteX140" fmla="*/ 1363658 w 2912392"/>
                <a:gd name="connsiteY140" fmla="*/ 226998 h 674868"/>
                <a:gd name="connsiteX141" fmla="*/ 1373402 w 2912392"/>
                <a:gd name="connsiteY141" fmla="*/ 233413 h 674868"/>
                <a:gd name="connsiteX142" fmla="*/ 1383146 w 2912392"/>
                <a:gd name="connsiteY142" fmla="*/ 239847 h 674868"/>
                <a:gd name="connsiteX143" fmla="*/ 1392890 w 2912392"/>
                <a:gd name="connsiteY143" fmla="*/ 246298 h 674868"/>
                <a:gd name="connsiteX144" fmla="*/ 1402619 w 2912392"/>
                <a:gd name="connsiteY144" fmla="*/ 252763 h 674868"/>
                <a:gd name="connsiteX145" fmla="*/ 1412363 w 2912392"/>
                <a:gd name="connsiteY145" fmla="*/ 259239 h 674868"/>
                <a:gd name="connsiteX146" fmla="*/ 1422106 w 2912392"/>
                <a:gd name="connsiteY146" fmla="*/ 265725 h 674868"/>
                <a:gd name="connsiteX147" fmla="*/ 1431850 w 2912392"/>
                <a:gd name="connsiteY147" fmla="*/ 272216 h 674868"/>
                <a:gd name="connsiteX148" fmla="*/ 1441594 w 2912392"/>
                <a:gd name="connsiteY148" fmla="*/ 278709 h 674868"/>
                <a:gd name="connsiteX149" fmla="*/ 1451323 w 2912392"/>
                <a:gd name="connsiteY149" fmla="*/ 285204 h 674868"/>
                <a:gd name="connsiteX150" fmla="*/ 1461067 w 2912392"/>
                <a:gd name="connsiteY150" fmla="*/ 291694 h 674868"/>
                <a:gd name="connsiteX151" fmla="*/ 1470811 w 2912392"/>
                <a:gd name="connsiteY151" fmla="*/ 298178 h 674868"/>
                <a:gd name="connsiteX152" fmla="*/ 1480555 w 2912392"/>
                <a:gd name="connsiteY152" fmla="*/ 304651 h 674868"/>
                <a:gd name="connsiteX153" fmla="*/ 1490284 w 2912392"/>
                <a:gd name="connsiteY153" fmla="*/ 311113 h 674868"/>
                <a:gd name="connsiteX154" fmla="*/ 1500028 w 2912392"/>
                <a:gd name="connsiteY154" fmla="*/ 317560 h 674868"/>
                <a:gd name="connsiteX155" fmla="*/ 1509772 w 2912392"/>
                <a:gd name="connsiteY155" fmla="*/ 323986 h 674868"/>
                <a:gd name="connsiteX156" fmla="*/ 1519516 w 2912392"/>
                <a:gd name="connsiteY156" fmla="*/ 330389 h 674868"/>
                <a:gd name="connsiteX157" fmla="*/ 1529245 w 2912392"/>
                <a:gd name="connsiteY157" fmla="*/ 336768 h 674868"/>
                <a:gd name="connsiteX158" fmla="*/ 1538989 w 2912392"/>
                <a:gd name="connsiteY158" fmla="*/ 343116 h 674868"/>
                <a:gd name="connsiteX159" fmla="*/ 1548733 w 2912392"/>
                <a:gd name="connsiteY159" fmla="*/ 349432 h 674868"/>
                <a:gd name="connsiteX160" fmla="*/ 1558477 w 2912392"/>
                <a:gd name="connsiteY160" fmla="*/ 355710 h 674868"/>
                <a:gd name="connsiteX161" fmla="*/ 1568221 w 2912392"/>
                <a:gd name="connsiteY161" fmla="*/ 361950 h 674868"/>
                <a:gd name="connsiteX162" fmla="*/ 1577950 w 2912392"/>
                <a:gd name="connsiteY162" fmla="*/ 368148 h 674868"/>
                <a:gd name="connsiteX163" fmla="*/ 1587694 w 2912392"/>
                <a:gd name="connsiteY163" fmla="*/ 374298 h 674868"/>
                <a:gd name="connsiteX164" fmla="*/ 1597438 w 2912392"/>
                <a:gd name="connsiteY164" fmla="*/ 380399 h 674868"/>
                <a:gd name="connsiteX165" fmla="*/ 1607182 w 2912392"/>
                <a:gd name="connsiteY165" fmla="*/ 386447 h 674868"/>
                <a:gd name="connsiteX166" fmla="*/ 1616911 w 2912392"/>
                <a:gd name="connsiteY166" fmla="*/ 392439 h 674868"/>
                <a:gd name="connsiteX167" fmla="*/ 1626655 w 2912392"/>
                <a:gd name="connsiteY167" fmla="*/ 398373 h 674868"/>
                <a:gd name="connsiteX168" fmla="*/ 1636399 w 2912392"/>
                <a:gd name="connsiteY168" fmla="*/ 404245 h 674868"/>
                <a:gd name="connsiteX169" fmla="*/ 1646142 w 2912392"/>
                <a:gd name="connsiteY169" fmla="*/ 410053 h 674868"/>
                <a:gd name="connsiteX170" fmla="*/ 1655872 w 2912392"/>
                <a:gd name="connsiteY170" fmla="*/ 415792 h 674868"/>
                <a:gd name="connsiteX171" fmla="*/ 1665616 w 2912392"/>
                <a:gd name="connsiteY171" fmla="*/ 421462 h 674868"/>
                <a:gd name="connsiteX172" fmla="*/ 1675359 w 2912392"/>
                <a:gd name="connsiteY172" fmla="*/ 427060 h 674868"/>
                <a:gd name="connsiteX173" fmla="*/ 1685103 w 2912392"/>
                <a:gd name="connsiteY173" fmla="*/ 432583 h 674868"/>
                <a:gd name="connsiteX174" fmla="*/ 1694832 w 2912392"/>
                <a:gd name="connsiteY174" fmla="*/ 438029 h 674868"/>
                <a:gd name="connsiteX175" fmla="*/ 1704576 w 2912392"/>
                <a:gd name="connsiteY175" fmla="*/ 443397 h 674868"/>
                <a:gd name="connsiteX176" fmla="*/ 1714320 w 2912392"/>
                <a:gd name="connsiteY176" fmla="*/ 448684 h 674868"/>
                <a:gd name="connsiteX177" fmla="*/ 1724064 w 2912392"/>
                <a:gd name="connsiteY177" fmla="*/ 453892 h 674868"/>
                <a:gd name="connsiteX178" fmla="*/ 1733808 w 2912392"/>
                <a:gd name="connsiteY178" fmla="*/ 459014 h 674868"/>
                <a:gd name="connsiteX179" fmla="*/ 1743537 w 2912392"/>
                <a:gd name="connsiteY179" fmla="*/ 464053 h 674868"/>
                <a:gd name="connsiteX180" fmla="*/ 1753281 w 2912392"/>
                <a:gd name="connsiteY180" fmla="*/ 469008 h 674868"/>
                <a:gd name="connsiteX181" fmla="*/ 1763025 w 2912392"/>
                <a:gd name="connsiteY181" fmla="*/ 473876 h 674868"/>
                <a:gd name="connsiteX182" fmla="*/ 1772769 w 2912392"/>
                <a:gd name="connsiteY182" fmla="*/ 478658 h 674868"/>
                <a:gd name="connsiteX183" fmla="*/ 1782498 w 2912392"/>
                <a:gd name="connsiteY183" fmla="*/ 483356 h 674868"/>
                <a:gd name="connsiteX184" fmla="*/ 1792242 w 2912392"/>
                <a:gd name="connsiteY184" fmla="*/ 487965 h 674868"/>
                <a:gd name="connsiteX185" fmla="*/ 1801986 w 2912392"/>
                <a:gd name="connsiteY185" fmla="*/ 492490 h 674868"/>
                <a:gd name="connsiteX186" fmla="*/ 1811730 w 2912392"/>
                <a:gd name="connsiteY186" fmla="*/ 496929 h 674868"/>
                <a:gd name="connsiteX187" fmla="*/ 1821459 w 2912392"/>
                <a:gd name="connsiteY187" fmla="*/ 501284 h 674868"/>
                <a:gd name="connsiteX188" fmla="*/ 1831203 w 2912392"/>
                <a:gd name="connsiteY188" fmla="*/ 505554 h 674868"/>
                <a:gd name="connsiteX189" fmla="*/ 1840947 w 2912392"/>
                <a:gd name="connsiteY189" fmla="*/ 509742 h 674868"/>
                <a:gd name="connsiteX190" fmla="*/ 1850691 w 2912392"/>
                <a:gd name="connsiteY190" fmla="*/ 513848 h 674868"/>
                <a:gd name="connsiteX191" fmla="*/ 1860435 w 2912392"/>
                <a:gd name="connsiteY191" fmla="*/ 517875 h 674868"/>
                <a:gd name="connsiteX192" fmla="*/ 1870164 w 2912392"/>
                <a:gd name="connsiteY192" fmla="*/ 521823 h 674868"/>
                <a:gd name="connsiteX193" fmla="*/ 1879908 w 2912392"/>
                <a:gd name="connsiteY193" fmla="*/ 525696 h 674868"/>
                <a:gd name="connsiteX194" fmla="*/ 1889652 w 2912392"/>
                <a:gd name="connsiteY194" fmla="*/ 529493 h 674868"/>
                <a:gd name="connsiteX195" fmla="*/ 1899395 w 2912392"/>
                <a:gd name="connsiteY195" fmla="*/ 533218 h 674868"/>
                <a:gd name="connsiteX196" fmla="*/ 1909124 w 2912392"/>
                <a:gd name="connsiteY196" fmla="*/ 536874 h 674868"/>
                <a:gd name="connsiteX197" fmla="*/ 1918868 w 2912392"/>
                <a:gd name="connsiteY197" fmla="*/ 540462 h 674868"/>
                <a:gd name="connsiteX198" fmla="*/ 1928612 w 2912392"/>
                <a:gd name="connsiteY198" fmla="*/ 543984 h 674868"/>
                <a:gd name="connsiteX199" fmla="*/ 1938356 w 2912392"/>
                <a:gd name="connsiteY199" fmla="*/ 547444 h 674868"/>
                <a:gd name="connsiteX200" fmla="*/ 1948085 w 2912392"/>
                <a:gd name="connsiteY200" fmla="*/ 550844 h 674868"/>
                <a:gd name="connsiteX201" fmla="*/ 1957829 w 2912392"/>
                <a:gd name="connsiteY201" fmla="*/ 554187 h 674868"/>
                <a:gd name="connsiteX202" fmla="*/ 1967573 w 2912392"/>
                <a:gd name="connsiteY202" fmla="*/ 557474 h 674868"/>
                <a:gd name="connsiteX203" fmla="*/ 1977317 w 2912392"/>
                <a:gd name="connsiteY203" fmla="*/ 560710 h 674868"/>
                <a:gd name="connsiteX204" fmla="*/ 1987046 w 2912392"/>
                <a:gd name="connsiteY204" fmla="*/ 563897 h 674868"/>
                <a:gd name="connsiteX205" fmla="*/ 1996790 w 2912392"/>
                <a:gd name="connsiteY205" fmla="*/ 567036 h 674868"/>
                <a:gd name="connsiteX206" fmla="*/ 2006534 w 2912392"/>
                <a:gd name="connsiteY206" fmla="*/ 570132 h 674868"/>
                <a:gd name="connsiteX207" fmla="*/ 2016278 w 2912392"/>
                <a:gd name="connsiteY207" fmla="*/ 573186 h 674868"/>
                <a:gd name="connsiteX208" fmla="*/ 2026022 w 2912392"/>
                <a:gd name="connsiteY208" fmla="*/ 576202 h 674868"/>
                <a:gd name="connsiteX209" fmla="*/ 2035751 w 2912392"/>
                <a:gd name="connsiteY209" fmla="*/ 579180 h 674868"/>
                <a:gd name="connsiteX210" fmla="*/ 2045495 w 2912392"/>
                <a:gd name="connsiteY210" fmla="*/ 582124 h 674868"/>
                <a:gd name="connsiteX211" fmla="*/ 2055239 w 2912392"/>
                <a:gd name="connsiteY211" fmla="*/ 585037 h 674868"/>
                <a:gd name="connsiteX212" fmla="*/ 2064983 w 2912392"/>
                <a:gd name="connsiteY212" fmla="*/ 587918 h 674868"/>
                <a:gd name="connsiteX213" fmla="*/ 2074712 w 2912392"/>
                <a:gd name="connsiteY213" fmla="*/ 590771 h 674868"/>
                <a:gd name="connsiteX214" fmla="*/ 2084456 w 2912392"/>
                <a:gd name="connsiteY214" fmla="*/ 593598 h 674868"/>
                <a:gd name="connsiteX215" fmla="*/ 2094200 w 2912392"/>
                <a:gd name="connsiteY215" fmla="*/ 596397 h 674868"/>
                <a:gd name="connsiteX216" fmla="*/ 2103944 w 2912392"/>
                <a:gd name="connsiteY216" fmla="*/ 599175 h 674868"/>
                <a:gd name="connsiteX217" fmla="*/ 2113673 w 2912392"/>
                <a:gd name="connsiteY217" fmla="*/ 601926 h 674868"/>
                <a:gd name="connsiteX218" fmla="*/ 2123417 w 2912392"/>
                <a:gd name="connsiteY218" fmla="*/ 604657 h 674868"/>
                <a:gd name="connsiteX219" fmla="*/ 2133161 w 2912392"/>
                <a:gd name="connsiteY219" fmla="*/ 607366 h 674868"/>
                <a:gd name="connsiteX220" fmla="*/ 2142905 w 2912392"/>
                <a:gd name="connsiteY220" fmla="*/ 610054 h 674868"/>
                <a:gd name="connsiteX221" fmla="*/ 2152649 w 2912392"/>
                <a:gd name="connsiteY221" fmla="*/ 612719 h 674868"/>
                <a:gd name="connsiteX222" fmla="*/ 2162377 w 2912392"/>
                <a:gd name="connsiteY222" fmla="*/ 615362 h 674868"/>
                <a:gd name="connsiteX223" fmla="*/ 2172121 w 2912392"/>
                <a:gd name="connsiteY223" fmla="*/ 617983 h 674868"/>
                <a:gd name="connsiteX224" fmla="*/ 2181865 w 2912392"/>
                <a:gd name="connsiteY224" fmla="*/ 620581 h 674868"/>
                <a:gd name="connsiteX225" fmla="*/ 2191609 w 2912392"/>
                <a:gd name="connsiteY225" fmla="*/ 623156 h 674868"/>
                <a:gd name="connsiteX226" fmla="*/ 2201338 w 2912392"/>
                <a:gd name="connsiteY226" fmla="*/ 625705 h 674868"/>
                <a:gd name="connsiteX227" fmla="*/ 2211082 w 2912392"/>
                <a:gd name="connsiteY227" fmla="*/ 628226 h 674868"/>
                <a:gd name="connsiteX228" fmla="*/ 2220826 w 2912392"/>
                <a:gd name="connsiteY228" fmla="*/ 630720 h 674868"/>
                <a:gd name="connsiteX229" fmla="*/ 2230570 w 2912392"/>
                <a:gd name="connsiteY229" fmla="*/ 633183 h 674868"/>
                <a:gd name="connsiteX230" fmla="*/ 2240299 w 2912392"/>
                <a:gd name="connsiteY230" fmla="*/ 635611 h 674868"/>
                <a:gd name="connsiteX231" fmla="*/ 2250043 w 2912392"/>
                <a:gd name="connsiteY231" fmla="*/ 638006 h 674868"/>
                <a:gd name="connsiteX232" fmla="*/ 2259787 w 2912392"/>
                <a:gd name="connsiteY232" fmla="*/ 640361 h 674868"/>
                <a:gd name="connsiteX233" fmla="*/ 2269531 w 2912392"/>
                <a:gd name="connsiteY233" fmla="*/ 642675 h 674868"/>
                <a:gd name="connsiteX234" fmla="*/ 2279260 w 2912392"/>
                <a:gd name="connsiteY234" fmla="*/ 644944 h 674868"/>
                <a:gd name="connsiteX235" fmla="*/ 2289004 w 2912392"/>
                <a:gd name="connsiteY235" fmla="*/ 647164 h 674868"/>
                <a:gd name="connsiteX236" fmla="*/ 2298748 w 2912392"/>
                <a:gd name="connsiteY236" fmla="*/ 649332 h 674868"/>
                <a:gd name="connsiteX237" fmla="*/ 2308492 w 2912392"/>
                <a:gd name="connsiteY237" fmla="*/ 651445 h 674868"/>
                <a:gd name="connsiteX238" fmla="*/ 2318236 w 2912392"/>
                <a:gd name="connsiteY238" fmla="*/ 653498 h 674868"/>
                <a:gd name="connsiteX239" fmla="*/ 2327965 w 2912392"/>
                <a:gd name="connsiteY239" fmla="*/ 655485 h 674868"/>
                <a:gd name="connsiteX240" fmla="*/ 2337709 w 2912392"/>
                <a:gd name="connsiteY240" fmla="*/ 657406 h 674868"/>
                <a:gd name="connsiteX241" fmla="*/ 2347453 w 2912392"/>
                <a:gd name="connsiteY241" fmla="*/ 659252 h 674868"/>
                <a:gd name="connsiteX242" fmla="*/ 2357197 w 2912392"/>
                <a:gd name="connsiteY242" fmla="*/ 661020 h 674868"/>
                <a:gd name="connsiteX243" fmla="*/ 2366926 w 2912392"/>
                <a:gd name="connsiteY243" fmla="*/ 662705 h 674868"/>
                <a:gd name="connsiteX244" fmla="*/ 2376670 w 2912392"/>
                <a:gd name="connsiteY244" fmla="*/ 664304 h 674868"/>
                <a:gd name="connsiteX245" fmla="*/ 2386413 w 2912392"/>
                <a:gd name="connsiteY245" fmla="*/ 665810 h 674868"/>
                <a:gd name="connsiteX246" fmla="*/ 2396157 w 2912392"/>
                <a:gd name="connsiteY246" fmla="*/ 667218 h 674868"/>
                <a:gd name="connsiteX247" fmla="*/ 2405886 w 2912392"/>
                <a:gd name="connsiteY247" fmla="*/ 668525 h 674868"/>
                <a:gd name="connsiteX248" fmla="*/ 2415630 w 2912392"/>
                <a:gd name="connsiteY248" fmla="*/ 669723 h 674868"/>
                <a:gd name="connsiteX249" fmla="*/ 2425374 w 2912392"/>
                <a:gd name="connsiteY249" fmla="*/ 670809 h 674868"/>
                <a:gd name="connsiteX250" fmla="*/ 2435118 w 2912392"/>
                <a:gd name="connsiteY250" fmla="*/ 671777 h 674868"/>
                <a:gd name="connsiteX251" fmla="*/ 2444862 w 2912392"/>
                <a:gd name="connsiteY251" fmla="*/ 672625 h 674868"/>
                <a:gd name="connsiteX252" fmla="*/ 2454591 w 2912392"/>
                <a:gd name="connsiteY252" fmla="*/ 673345 h 674868"/>
                <a:gd name="connsiteX253" fmla="*/ 2464335 w 2912392"/>
                <a:gd name="connsiteY253" fmla="*/ 673932 h 674868"/>
                <a:gd name="connsiteX254" fmla="*/ 2474079 w 2912392"/>
                <a:gd name="connsiteY254" fmla="*/ 674382 h 674868"/>
                <a:gd name="connsiteX255" fmla="*/ 2483823 w 2912392"/>
                <a:gd name="connsiteY255" fmla="*/ 674691 h 674868"/>
                <a:gd name="connsiteX256" fmla="*/ 2493552 w 2912392"/>
                <a:gd name="connsiteY256" fmla="*/ 674855 h 674868"/>
                <a:gd name="connsiteX257" fmla="*/ 2503296 w 2912392"/>
                <a:gd name="connsiteY257" fmla="*/ 674869 h 674868"/>
                <a:gd name="connsiteX258" fmla="*/ 2513040 w 2912392"/>
                <a:gd name="connsiteY258" fmla="*/ 674727 h 674868"/>
                <a:gd name="connsiteX259" fmla="*/ 2522784 w 2912392"/>
                <a:gd name="connsiteY259" fmla="*/ 674428 h 674868"/>
                <a:gd name="connsiteX260" fmla="*/ 2532513 w 2912392"/>
                <a:gd name="connsiteY260" fmla="*/ 673967 h 674868"/>
                <a:gd name="connsiteX261" fmla="*/ 2542257 w 2912392"/>
                <a:gd name="connsiteY261" fmla="*/ 673340 h 674868"/>
                <a:gd name="connsiteX262" fmla="*/ 2552001 w 2912392"/>
                <a:gd name="connsiteY262" fmla="*/ 672545 h 674868"/>
                <a:gd name="connsiteX263" fmla="*/ 2561745 w 2912392"/>
                <a:gd name="connsiteY263" fmla="*/ 671578 h 674868"/>
                <a:gd name="connsiteX264" fmla="*/ 2571474 w 2912392"/>
                <a:gd name="connsiteY264" fmla="*/ 670435 h 674868"/>
                <a:gd name="connsiteX265" fmla="*/ 2581218 w 2912392"/>
                <a:gd name="connsiteY265" fmla="*/ 669115 h 674868"/>
                <a:gd name="connsiteX266" fmla="*/ 2590962 w 2912392"/>
                <a:gd name="connsiteY266" fmla="*/ 667616 h 674868"/>
                <a:gd name="connsiteX267" fmla="*/ 2600705 w 2912392"/>
                <a:gd name="connsiteY267" fmla="*/ 665934 h 674868"/>
                <a:gd name="connsiteX268" fmla="*/ 2610449 w 2912392"/>
                <a:gd name="connsiteY268" fmla="*/ 664070 h 674868"/>
                <a:gd name="connsiteX269" fmla="*/ 2620178 w 2912392"/>
                <a:gd name="connsiteY269" fmla="*/ 662020 h 674868"/>
                <a:gd name="connsiteX270" fmla="*/ 2629922 w 2912392"/>
                <a:gd name="connsiteY270" fmla="*/ 659785 h 674868"/>
                <a:gd name="connsiteX271" fmla="*/ 2639666 w 2912392"/>
                <a:gd name="connsiteY271" fmla="*/ 657362 h 674868"/>
                <a:gd name="connsiteX272" fmla="*/ 2649410 w 2912392"/>
                <a:gd name="connsiteY272" fmla="*/ 654754 h 674868"/>
                <a:gd name="connsiteX273" fmla="*/ 2659139 w 2912392"/>
                <a:gd name="connsiteY273" fmla="*/ 651957 h 674868"/>
                <a:gd name="connsiteX274" fmla="*/ 2668883 w 2912392"/>
                <a:gd name="connsiteY274" fmla="*/ 648974 h 674868"/>
                <a:gd name="connsiteX275" fmla="*/ 2678627 w 2912392"/>
                <a:gd name="connsiteY275" fmla="*/ 645805 h 674868"/>
                <a:gd name="connsiteX276" fmla="*/ 2688371 w 2912392"/>
                <a:gd name="connsiteY276" fmla="*/ 642452 h 674868"/>
                <a:gd name="connsiteX277" fmla="*/ 2698100 w 2912392"/>
                <a:gd name="connsiteY277" fmla="*/ 638915 h 674868"/>
                <a:gd name="connsiteX278" fmla="*/ 2707844 w 2912392"/>
                <a:gd name="connsiteY278" fmla="*/ 635194 h 674868"/>
                <a:gd name="connsiteX279" fmla="*/ 2717588 w 2912392"/>
                <a:gd name="connsiteY279" fmla="*/ 631295 h 674868"/>
                <a:gd name="connsiteX280" fmla="*/ 2727332 w 2912392"/>
                <a:gd name="connsiteY280" fmla="*/ 627219 h 674868"/>
                <a:gd name="connsiteX281" fmla="*/ 2737076 w 2912392"/>
                <a:gd name="connsiteY281" fmla="*/ 622968 h 674868"/>
                <a:gd name="connsiteX282" fmla="*/ 2746805 w 2912392"/>
                <a:gd name="connsiteY282" fmla="*/ 618546 h 674868"/>
                <a:gd name="connsiteX283" fmla="*/ 2756549 w 2912392"/>
                <a:gd name="connsiteY283" fmla="*/ 613956 h 674868"/>
                <a:gd name="connsiteX284" fmla="*/ 2766293 w 2912392"/>
                <a:gd name="connsiteY284" fmla="*/ 609203 h 674868"/>
                <a:gd name="connsiteX285" fmla="*/ 2776037 w 2912392"/>
                <a:gd name="connsiteY285" fmla="*/ 604291 h 674868"/>
                <a:gd name="connsiteX286" fmla="*/ 2785766 w 2912392"/>
                <a:gd name="connsiteY286" fmla="*/ 599224 h 674868"/>
                <a:gd name="connsiteX287" fmla="*/ 2795510 w 2912392"/>
                <a:gd name="connsiteY287" fmla="*/ 594009 h 674868"/>
                <a:gd name="connsiteX288" fmla="*/ 2805254 w 2912392"/>
                <a:gd name="connsiteY288" fmla="*/ 588650 h 674868"/>
                <a:gd name="connsiteX289" fmla="*/ 2814998 w 2912392"/>
                <a:gd name="connsiteY289" fmla="*/ 583152 h 674868"/>
                <a:gd name="connsiteX290" fmla="*/ 2824727 w 2912392"/>
                <a:gd name="connsiteY290" fmla="*/ 577523 h 674868"/>
                <a:gd name="connsiteX291" fmla="*/ 2834471 w 2912392"/>
                <a:gd name="connsiteY291" fmla="*/ 571768 h 674868"/>
                <a:gd name="connsiteX292" fmla="*/ 2844215 w 2912392"/>
                <a:gd name="connsiteY292" fmla="*/ 565896 h 674868"/>
                <a:gd name="connsiteX293" fmla="*/ 2853958 w 2912392"/>
                <a:gd name="connsiteY293" fmla="*/ 559911 h 674868"/>
                <a:gd name="connsiteX294" fmla="*/ 2863687 w 2912392"/>
                <a:gd name="connsiteY294" fmla="*/ 553823 h 674868"/>
                <a:gd name="connsiteX295" fmla="*/ 2873431 w 2912392"/>
                <a:gd name="connsiteY295" fmla="*/ 547640 h 674868"/>
                <a:gd name="connsiteX296" fmla="*/ 2883175 w 2912392"/>
                <a:gd name="connsiteY296" fmla="*/ 541368 h 674868"/>
                <a:gd name="connsiteX297" fmla="*/ 2892919 w 2912392"/>
                <a:gd name="connsiteY297" fmla="*/ 535017 h 674868"/>
                <a:gd name="connsiteX298" fmla="*/ 2902663 w 2912392"/>
                <a:gd name="connsiteY298" fmla="*/ 528594 h 674868"/>
                <a:gd name="connsiteX299" fmla="*/ 2912392 w 2912392"/>
                <a:gd name="connsiteY299" fmla="*/ 522109 h 674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74868">
                  <a:moveTo>
                    <a:pt x="0" y="527162"/>
                  </a:moveTo>
                  <a:lnTo>
                    <a:pt x="9739" y="524869"/>
                  </a:lnTo>
                  <a:lnTo>
                    <a:pt x="19480" y="522317"/>
                  </a:lnTo>
                  <a:lnTo>
                    <a:pt x="29221" y="519507"/>
                  </a:lnTo>
                  <a:lnTo>
                    <a:pt x="38961" y="516437"/>
                  </a:lnTo>
                  <a:lnTo>
                    <a:pt x="48702" y="513109"/>
                  </a:lnTo>
                  <a:lnTo>
                    <a:pt x="58443" y="509524"/>
                  </a:lnTo>
                  <a:lnTo>
                    <a:pt x="68182" y="505683"/>
                  </a:lnTo>
                  <a:lnTo>
                    <a:pt x="77923" y="501586"/>
                  </a:lnTo>
                  <a:lnTo>
                    <a:pt x="87664" y="497239"/>
                  </a:lnTo>
                  <a:lnTo>
                    <a:pt x="97404" y="492641"/>
                  </a:lnTo>
                  <a:lnTo>
                    <a:pt x="107145" y="487794"/>
                  </a:lnTo>
                  <a:lnTo>
                    <a:pt x="116886" y="482705"/>
                  </a:lnTo>
                  <a:lnTo>
                    <a:pt x="126625" y="477375"/>
                  </a:lnTo>
                  <a:lnTo>
                    <a:pt x="136366" y="471811"/>
                  </a:lnTo>
                  <a:lnTo>
                    <a:pt x="146107" y="466013"/>
                  </a:lnTo>
                  <a:lnTo>
                    <a:pt x="155846" y="459988"/>
                  </a:lnTo>
                  <a:lnTo>
                    <a:pt x="165587" y="453743"/>
                  </a:lnTo>
                  <a:lnTo>
                    <a:pt x="175328" y="447281"/>
                  </a:lnTo>
                  <a:lnTo>
                    <a:pt x="185068" y="440608"/>
                  </a:lnTo>
                  <a:lnTo>
                    <a:pt x="194809" y="433732"/>
                  </a:lnTo>
                  <a:lnTo>
                    <a:pt x="204550" y="426659"/>
                  </a:lnTo>
                  <a:lnTo>
                    <a:pt x="214289" y="419396"/>
                  </a:lnTo>
                  <a:lnTo>
                    <a:pt x="224030" y="411949"/>
                  </a:lnTo>
                  <a:lnTo>
                    <a:pt x="233771" y="404329"/>
                  </a:lnTo>
                  <a:lnTo>
                    <a:pt x="243510" y="396539"/>
                  </a:lnTo>
                  <a:lnTo>
                    <a:pt x="253251" y="388594"/>
                  </a:lnTo>
                  <a:lnTo>
                    <a:pt x="262992" y="380496"/>
                  </a:lnTo>
                  <a:lnTo>
                    <a:pt x="272732" y="372258"/>
                  </a:lnTo>
                  <a:lnTo>
                    <a:pt x="282473" y="363890"/>
                  </a:lnTo>
                  <a:lnTo>
                    <a:pt x="292214" y="355397"/>
                  </a:lnTo>
                  <a:lnTo>
                    <a:pt x="301953" y="346793"/>
                  </a:lnTo>
                  <a:lnTo>
                    <a:pt x="311694" y="338086"/>
                  </a:lnTo>
                  <a:lnTo>
                    <a:pt x="321435" y="329288"/>
                  </a:lnTo>
                  <a:lnTo>
                    <a:pt x="331175" y="320407"/>
                  </a:lnTo>
                  <a:lnTo>
                    <a:pt x="340916" y="311456"/>
                  </a:lnTo>
                  <a:lnTo>
                    <a:pt x="350656" y="302443"/>
                  </a:lnTo>
                  <a:lnTo>
                    <a:pt x="360396" y="293382"/>
                  </a:lnTo>
                  <a:lnTo>
                    <a:pt x="370137" y="284283"/>
                  </a:lnTo>
                  <a:lnTo>
                    <a:pt x="379878" y="275157"/>
                  </a:lnTo>
                  <a:lnTo>
                    <a:pt x="389617" y="266015"/>
                  </a:lnTo>
                  <a:lnTo>
                    <a:pt x="399358" y="256870"/>
                  </a:lnTo>
                  <a:lnTo>
                    <a:pt x="409099" y="247731"/>
                  </a:lnTo>
                  <a:lnTo>
                    <a:pt x="418839" y="238613"/>
                  </a:lnTo>
                  <a:lnTo>
                    <a:pt x="428580" y="229525"/>
                  </a:lnTo>
                  <a:lnTo>
                    <a:pt x="438321" y="220478"/>
                  </a:lnTo>
                  <a:lnTo>
                    <a:pt x="448060" y="211485"/>
                  </a:lnTo>
                  <a:lnTo>
                    <a:pt x="457801" y="202558"/>
                  </a:lnTo>
                  <a:lnTo>
                    <a:pt x="467542" y="193706"/>
                  </a:lnTo>
                  <a:lnTo>
                    <a:pt x="477281" y="184944"/>
                  </a:lnTo>
                  <a:lnTo>
                    <a:pt x="487022" y="176279"/>
                  </a:lnTo>
                  <a:lnTo>
                    <a:pt x="496763" y="167725"/>
                  </a:lnTo>
                  <a:lnTo>
                    <a:pt x="506503" y="159292"/>
                  </a:lnTo>
                  <a:lnTo>
                    <a:pt x="516244" y="150989"/>
                  </a:lnTo>
                  <a:lnTo>
                    <a:pt x="525985" y="142831"/>
                  </a:lnTo>
                  <a:lnTo>
                    <a:pt x="535724" y="134822"/>
                  </a:lnTo>
                  <a:lnTo>
                    <a:pt x="545465" y="126975"/>
                  </a:lnTo>
                  <a:lnTo>
                    <a:pt x="555206" y="119301"/>
                  </a:lnTo>
                  <a:lnTo>
                    <a:pt x="564946" y="111808"/>
                  </a:lnTo>
                  <a:lnTo>
                    <a:pt x="574687" y="104504"/>
                  </a:lnTo>
                  <a:lnTo>
                    <a:pt x="584428" y="97398"/>
                  </a:lnTo>
                  <a:lnTo>
                    <a:pt x="594167" y="90499"/>
                  </a:lnTo>
                  <a:lnTo>
                    <a:pt x="603908" y="83816"/>
                  </a:lnTo>
                  <a:lnTo>
                    <a:pt x="613649" y="77353"/>
                  </a:lnTo>
                  <a:lnTo>
                    <a:pt x="623388" y="71119"/>
                  </a:lnTo>
                  <a:lnTo>
                    <a:pt x="633129" y="65122"/>
                  </a:lnTo>
                  <a:lnTo>
                    <a:pt x="642870" y="59365"/>
                  </a:lnTo>
                  <a:lnTo>
                    <a:pt x="652610" y="53857"/>
                  </a:lnTo>
                  <a:lnTo>
                    <a:pt x="662351" y="48600"/>
                  </a:lnTo>
                  <a:lnTo>
                    <a:pt x="672092" y="43600"/>
                  </a:lnTo>
                  <a:lnTo>
                    <a:pt x="681831" y="38863"/>
                  </a:lnTo>
                  <a:lnTo>
                    <a:pt x="691572" y="34390"/>
                  </a:lnTo>
                  <a:lnTo>
                    <a:pt x="701313" y="30185"/>
                  </a:lnTo>
                  <a:lnTo>
                    <a:pt x="711052" y="26252"/>
                  </a:lnTo>
                  <a:lnTo>
                    <a:pt x="720793" y="22591"/>
                  </a:lnTo>
                  <a:lnTo>
                    <a:pt x="730534" y="19206"/>
                  </a:lnTo>
                  <a:lnTo>
                    <a:pt x="740274" y="16097"/>
                  </a:lnTo>
                  <a:lnTo>
                    <a:pt x="750015" y="13266"/>
                  </a:lnTo>
                  <a:lnTo>
                    <a:pt x="759756" y="10711"/>
                  </a:lnTo>
                  <a:lnTo>
                    <a:pt x="769495" y="8433"/>
                  </a:lnTo>
                  <a:lnTo>
                    <a:pt x="779236" y="6430"/>
                  </a:lnTo>
                  <a:lnTo>
                    <a:pt x="788977" y="4704"/>
                  </a:lnTo>
                  <a:lnTo>
                    <a:pt x="798717" y="3251"/>
                  </a:lnTo>
                  <a:lnTo>
                    <a:pt x="808458" y="2068"/>
                  </a:lnTo>
                  <a:lnTo>
                    <a:pt x="818199" y="1156"/>
                  </a:lnTo>
                  <a:lnTo>
                    <a:pt x="827938" y="508"/>
                  </a:lnTo>
                  <a:lnTo>
                    <a:pt x="837679" y="125"/>
                  </a:lnTo>
                  <a:lnTo>
                    <a:pt x="847420" y="0"/>
                  </a:lnTo>
                  <a:lnTo>
                    <a:pt x="857159" y="131"/>
                  </a:lnTo>
                  <a:lnTo>
                    <a:pt x="866900" y="514"/>
                  </a:lnTo>
                  <a:lnTo>
                    <a:pt x="876641" y="1143"/>
                  </a:lnTo>
                  <a:lnTo>
                    <a:pt x="886381" y="2013"/>
                  </a:lnTo>
                  <a:lnTo>
                    <a:pt x="896122" y="3121"/>
                  </a:lnTo>
                  <a:lnTo>
                    <a:pt x="905863" y="4461"/>
                  </a:lnTo>
                  <a:lnTo>
                    <a:pt x="915602" y="6025"/>
                  </a:lnTo>
                  <a:lnTo>
                    <a:pt x="925343" y="7812"/>
                  </a:lnTo>
                  <a:lnTo>
                    <a:pt x="935084" y="9812"/>
                  </a:lnTo>
                  <a:lnTo>
                    <a:pt x="944824" y="12022"/>
                  </a:lnTo>
                  <a:lnTo>
                    <a:pt x="954564" y="14434"/>
                  </a:lnTo>
                  <a:lnTo>
                    <a:pt x="964305" y="17043"/>
                  </a:lnTo>
                  <a:lnTo>
                    <a:pt x="974045" y="19844"/>
                  </a:lnTo>
                  <a:lnTo>
                    <a:pt x="983786" y="22828"/>
                  </a:lnTo>
                  <a:lnTo>
                    <a:pt x="993522" y="25990"/>
                  </a:lnTo>
                  <a:lnTo>
                    <a:pt x="1003266" y="29324"/>
                  </a:lnTo>
                  <a:lnTo>
                    <a:pt x="1013010" y="32825"/>
                  </a:lnTo>
                  <a:lnTo>
                    <a:pt x="1022754" y="36485"/>
                  </a:lnTo>
                  <a:lnTo>
                    <a:pt x="1032483" y="40299"/>
                  </a:lnTo>
                  <a:lnTo>
                    <a:pt x="1042227" y="44260"/>
                  </a:lnTo>
                  <a:lnTo>
                    <a:pt x="1051971" y="48365"/>
                  </a:lnTo>
                  <a:lnTo>
                    <a:pt x="1061715" y="52604"/>
                  </a:lnTo>
                  <a:lnTo>
                    <a:pt x="1071444" y="56975"/>
                  </a:lnTo>
                  <a:lnTo>
                    <a:pt x="1081188" y="61470"/>
                  </a:lnTo>
                  <a:lnTo>
                    <a:pt x="1090932" y="66086"/>
                  </a:lnTo>
                  <a:lnTo>
                    <a:pt x="1100676" y="70815"/>
                  </a:lnTo>
                  <a:lnTo>
                    <a:pt x="1110405" y="75654"/>
                  </a:lnTo>
                  <a:lnTo>
                    <a:pt x="1120149" y="80598"/>
                  </a:lnTo>
                  <a:lnTo>
                    <a:pt x="1129893" y="85641"/>
                  </a:lnTo>
                  <a:lnTo>
                    <a:pt x="1139637" y="90779"/>
                  </a:lnTo>
                  <a:lnTo>
                    <a:pt x="1149381" y="96009"/>
                  </a:lnTo>
                  <a:lnTo>
                    <a:pt x="1159110" y="101325"/>
                  </a:lnTo>
                  <a:lnTo>
                    <a:pt x="1168854" y="106724"/>
                  </a:lnTo>
                  <a:lnTo>
                    <a:pt x="1178598" y="112201"/>
                  </a:lnTo>
                  <a:lnTo>
                    <a:pt x="1188341" y="117754"/>
                  </a:lnTo>
                  <a:lnTo>
                    <a:pt x="1198070" y="123378"/>
                  </a:lnTo>
                  <a:lnTo>
                    <a:pt x="1207814" y="129070"/>
                  </a:lnTo>
                  <a:lnTo>
                    <a:pt x="1217558" y="134827"/>
                  </a:lnTo>
                  <a:lnTo>
                    <a:pt x="1227302" y="140645"/>
                  </a:lnTo>
                  <a:lnTo>
                    <a:pt x="1237031" y="146523"/>
                  </a:lnTo>
                  <a:lnTo>
                    <a:pt x="1246775" y="152454"/>
                  </a:lnTo>
                  <a:lnTo>
                    <a:pt x="1256519" y="158439"/>
                  </a:lnTo>
                  <a:lnTo>
                    <a:pt x="1266263" y="164474"/>
                  </a:lnTo>
                  <a:lnTo>
                    <a:pt x="1276007" y="170556"/>
                  </a:lnTo>
                  <a:lnTo>
                    <a:pt x="1285736" y="176683"/>
                  </a:lnTo>
                  <a:lnTo>
                    <a:pt x="1295480" y="182851"/>
                  </a:lnTo>
                  <a:lnTo>
                    <a:pt x="1305224" y="189059"/>
                  </a:lnTo>
                  <a:lnTo>
                    <a:pt x="1314968" y="195305"/>
                  </a:lnTo>
                  <a:lnTo>
                    <a:pt x="1324697" y="201583"/>
                  </a:lnTo>
                  <a:lnTo>
                    <a:pt x="1334441" y="207896"/>
                  </a:lnTo>
                  <a:lnTo>
                    <a:pt x="1344185" y="214237"/>
                  </a:lnTo>
                  <a:lnTo>
                    <a:pt x="1353929" y="220605"/>
                  </a:lnTo>
                  <a:lnTo>
                    <a:pt x="1363658" y="226998"/>
                  </a:lnTo>
                  <a:lnTo>
                    <a:pt x="1373402" y="233413"/>
                  </a:lnTo>
                  <a:lnTo>
                    <a:pt x="1383146" y="239847"/>
                  </a:lnTo>
                  <a:lnTo>
                    <a:pt x="1392890" y="246298"/>
                  </a:lnTo>
                  <a:lnTo>
                    <a:pt x="1402619" y="252763"/>
                  </a:lnTo>
                  <a:lnTo>
                    <a:pt x="1412363" y="259239"/>
                  </a:lnTo>
                  <a:lnTo>
                    <a:pt x="1422106" y="265725"/>
                  </a:lnTo>
                  <a:lnTo>
                    <a:pt x="1431850" y="272216"/>
                  </a:lnTo>
                  <a:lnTo>
                    <a:pt x="1441594" y="278709"/>
                  </a:lnTo>
                  <a:lnTo>
                    <a:pt x="1451323" y="285204"/>
                  </a:lnTo>
                  <a:lnTo>
                    <a:pt x="1461067" y="291694"/>
                  </a:lnTo>
                  <a:lnTo>
                    <a:pt x="1470811" y="298178"/>
                  </a:lnTo>
                  <a:lnTo>
                    <a:pt x="1480555" y="304651"/>
                  </a:lnTo>
                  <a:lnTo>
                    <a:pt x="1490284" y="311113"/>
                  </a:lnTo>
                  <a:lnTo>
                    <a:pt x="1500028" y="317560"/>
                  </a:lnTo>
                  <a:lnTo>
                    <a:pt x="1509772" y="323986"/>
                  </a:lnTo>
                  <a:lnTo>
                    <a:pt x="1519516" y="330389"/>
                  </a:lnTo>
                  <a:lnTo>
                    <a:pt x="1529245" y="336768"/>
                  </a:lnTo>
                  <a:lnTo>
                    <a:pt x="1538989" y="343116"/>
                  </a:lnTo>
                  <a:lnTo>
                    <a:pt x="1548733" y="349432"/>
                  </a:lnTo>
                  <a:lnTo>
                    <a:pt x="1558477" y="355710"/>
                  </a:lnTo>
                  <a:lnTo>
                    <a:pt x="1568221" y="361950"/>
                  </a:lnTo>
                  <a:lnTo>
                    <a:pt x="1577950" y="368148"/>
                  </a:lnTo>
                  <a:lnTo>
                    <a:pt x="1587694" y="374298"/>
                  </a:lnTo>
                  <a:lnTo>
                    <a:pt x="1597438" y="380399"/>
                  </a:lnTo>
                  <a:lnTo>
                    <a:pt x="1607182" y="386447"/>
                  </a:lnTo>
                  <a:lnTo>
                    <a:pt x="1616911" y="392439"/>
                  </a:lnTo>
                  <a:lnTo>
                    <a:pt x="1626655" y="398373"/>
                  </a:lnTo>
                  <a:lnTo>
                    <a:pt x="1636399" y="404245"/>
                  </a:lnTo>
                  <a:lnTo>
                    <a:pt x="1646142" y="410053"/>
                  </a:lnTo>
                  <a:lnTo>
                    <a:pt x="1655872" y="415792"/>
                  </a:lnTo>
                  <a:lnTo>
                    <a:pt x="1665616" y="421462"/>
                  </a:lnTo>
                  <a:lnTo>
                    <a:pt x="1675359" y="427060"/>
                  </a:lnTo>
                  <a:lnTo>
                    <a:pt x="1685103" y="432583"/>
                  </a:lnTo>
                  <a:lnTo>
                    <a:pt x="1694832" y="438029"/>
                  </a:lnTo>
                  <a:lnTo>
                    <a:pt x="1704576" y="443397"/>
                  </a:lnTo>
                  <a:lnTo>
                    <a:pt x="1714320" y="448684"/>
                  </a:lnTo>
                  <a:lnTo>
                    <a:pt x="1724064" y="453892"/>
                  </a:lnTo>
                  <a:lnTo>
                    <a:pt x="1733808" y="459014"/>
                  </a:lnTo>
                  <a:lnTo>
                    <a:pt x="1743537" y="464053"/>
                  </a:lnTo>
                  <a:lnTo>
                    <a:pt x="1753281" y="469008"/>
                  </a:lnTo>
                  <a:lnTo>
                    <a:pt x="1763025" y="473876"/>
                  </a:lnTo>
                  <a:lnTo>
                    <a:pt x="1772769" y="478658"/>
                  </a:lnTo>
                  <a:lnTo>
                    <a:pt x="1782498" y="483356"/>
                  </a:lnTo>
                  <a:lnTo>
                    <a:pt x="1792242" y="487965"/>
                  </a:lnTo>
                  <a:lnTo>
                    <a:pt x="1801986" y="492490"/>
                  </a:lnTo>
                  <a:lnTo>
                    <a:pt x="1811730" y="496929"/>
                  </a:lnTo>
                  <a:lnTo>
                    <a:pt x="1821459" y="501284"/>
                  </a:lnTo>
                  <a:lnTo>
                    <a:pt x="1831203" y="505554"/>
                  </a:lnTo>
                  <a:lnTo>
                    <a:pt x="1840947" y="509742"/>
                  </a:lnTo>
                  <a:lnTo>
                    <a:pt x="1850691" y="513848"/>
                  </a:lnTo>
                  <a:lnTo>
                    <a:pt x="1860435" y="517875"/>
                  </a:lnTo>
                  <a:lnTo>
                    <a:pt x="1870164" y="521823"/>
                  </a:lnTo>
                  <a:lnTo>
                    <a:pt x="1879908" y="525696"/>
                  </a:lnTo>
                  <a:lnTo>
                    <a:pt x="1889652" y="529493"/>
                  </a:lnTo>
                  <a:lnTo>
                    <a:pt x="1899395" y="533218"/>
                  </a:lnTo>
                  <a:lnTo>
                    <a:pt x="1909124" y="536874"/>
                  </a:lnTo>
                  <a:lnTo>
                    <a:pt x="1918868" y="540462"/>
                  </a:lnTo>
                  <a:lnTo>
                    <a:pt x="1928612" y="543984"/>
                  </a:lnTo>
                  <a:lnTo>
                    <a:pt x="1938356" y="547444"/>
                  </a:lnTo>
                  <a:lnTo>
                    <a:pt x="1948085" y="550844"/>
                  </a:lnTo>
                  <a:lnTo>
                    <a:pt x="1957829" y="554187"/>
                  </a:lnTo>
                  <a:lnTo>
                    <a:pt x="1967573" y="557474"/>
                  </a:lnTo>
                  <a:lnTo>
                    <a:pt x="1977317" y="560710"/>
                  </a:lnTo>
                  <a:lnTo>
                    <a:pt x="1987046" y="563897"/>
                  </a:lnTo>
                  <a:lnTo>
                    <a:pt x="1996790" y="567036"/>
                  </a:lnTo>
                  <a:lnTo>
                    <a:pt x="2006534" y="570132"/>
                  </a:lnTo>
                  <a:lnTo>
                    <a:pt x="2016278" y="573186"/>
                  </a:lnTo>
                  <a:lnTo>
                    <a:pt x="2026022" y="576202"/>
                  </a:lnTo>
                  <a:lnTo>
                    <a:pt x="2035751" y="579180"/>
                  </a:lnTo>
                  <a:lnTo>
                    <a:pt x="2045495" y="582124"/>
                  </a:lnTo>
                  <a:lnTo>
                    <a:pt x="2055239" y="585037"/>
                  </a:lnTo>
                  <a:lnTo>
                    <a:pt x="2064983" y="587918"/>
                  </a:lnTo>
                  <a:lnTo>
                    <a:pt x="2074712" y="590771"/>
                  </a:lnTo>
                  <a:lnTo>
                    <a:pt x="2084456" y="593598"/>
                  </a:lnTo>
                  <a:lnTo>
                    <a:pt x="2094200" y="596397"/>
                  </a:lnTo>
                  <a:lnTo>
                    <a:pt x="2103944" y="599175"/>
                  </a:lnTo>
                  <a:lnTo>
                    <a:pt x="2113673" y="601926"/>
                  </a:lnTo>
                  <a:lnTo>
                    <a:pt x="2123417" y="604657"/>
                  </a:lnTo>
                  <a:lnTo>
                    <a:pt x="2133161" y="607366"/>
                  </a:lnTo>
                  <a:lnTo>
                    <a:pt x="2142905" y="610054"/>
                  </a:lnTo>
                  <a:lnTo>
                    <a:pt x="2152649" y="612719"/>
                  </a:lnTo>
                  <a:lnTo>
                    <a:pt x="2162377" y="615362"/>
                  </a:lnTo>
                  <a:lnTo>
                    <a:pt x="2172121" y="617983"/>
                  </a:lnTo>
                  <a:lnTo>
                    <a:pt x="2181865" y="620581"/>
                  </a:lnTo>
                  <a:lnTo>
                    <a:pt x="2191609" y="623156"/>
                  </a:lnTo>
                  <a:lnTo>
                    <a:pt x="2201338" y="625705"/>
                  </a:lnTo>
                  <a:lnTo>
                    <a:pt x="2211082" y="628226"/>
                  </a:lnTo>
                  <a:lnTo>
                    <a:pt x="2220826" y="630720"/>
                  </a:lnTo>
                  <a:lnTo>
                    <a:pt x="2230570" y="633183"/>
                  </a:lnTo>
                  <a:lnTo>
                    <a:pt x="2240299" y="635611"/>
                  </a:lnTo>
                  <a:lnTo>
                    <a:pt x="2250043" y="638006"/>
                  </a:lnTo>
                  <a:lnTo>
                    <a:pt x="2259787" y="640361"/>
                  </a:lnTo>
                  <a:lnTo>
                    <a:pt x="2269531" y="642675"/>
                  </a:lnTo>
                  <a:lnTo>
                    <a:pt x="2279260" y="644944"/>
                  </a:lnTo>
                  <a:lnTo>
                    <a:pt x="2289004" y="647164"/>
                  </a:lnTo>
                  <a:lnTo>
                    <a:pt x="2298748" y="649332"/>
                  </a:lnTo>
                  <a:lnTo>
                    <a:pt x="2308492" y="651445"/>
                  </a:lnTo>
                  <a:lnTo>
                    <a:pt x="2318236" y="653498"/>
                  </a:lnTo>
                  <a:lnTo>
                    <a:pt x="2327965" y="655485"/>
                  </a:lnTo>
                  <a:lnTo>
                    <a:pt x="2337709" y="657406"/>
                  </a:lnTo>
                  <a:lnTo>
                    <a:pt x="2347453" y="659252"/>
                  </a:lnTo>
                  <a:lnTo>
                    <a:pt x="2357197" y="661020"/>
                  </a:lnTo>
                  <a:lnTo>
                    <a:pt x="2366926" y="662705"/>
                  </a:lnTo>
                  <a:lnTo>
                    <a:pt x="2376670" y="664304"/>
                  </a:lnTo>
                  <a:lnTo>
                    <a:pt x="2386413" y="665810"/>
                  </a:lnTo>
                  <a:lnTo>
                    <a:pt x="2396157" y="667218"/>
                  </a:lnTo>
                  <a:lnTo>
                    <a:pt x="2405886" y="668525"/>
                  </a:lnTo>
                  <a:lnTo>
                    <a:pt x="2415630" y="669723"/>
                  </a:lnTo>
                  <a:lnTo>
                    <a:pt x="2425374" y="670809"/>
                  </a:lnTo>
                  <a:lnTo>
                    <a:pt x="2435118" y="671777"/>
                  </a:lnTo>
                  <a:lnTo>
                    <a:pt x="2444862" y="672625"/>
                  </a:lnTo>
                  <a:lnTo>
                    <a:pt x="2454591" y="673345"/>
                  </a:lnTo>
                  <a:lnTo>
                    <a:pt x="2464335" y="673932"/>
                  </a:lnTo>
                  <a:lnTo>
                    <a:pt x="2474079" y="674382"/>
                  </a:lnTo>
                  <a:lnTo>
                    <a:pt x="2483823" y="674691"/>
                  </a:lnTo>
                  <a:lnTo>
                    <a:pt x="2493552" y="674855"/>
                  </a:lnTo>
                  <a:lnTo>
                    <a:pt x="2503296" y="674869"/>
                  </a:lnTo>
                  <a:lnTo>
                    <a:pt x="2513040" y="674727"/>
                  </a:lnTo>
                  <a:lnTo>
                    <a:pt x="2522784" y="674428"/>
                  </a:lnTo>
                  <a:lnTo>
                    <a:pt x="2532513" y="673967"/>
                  </a:lnTo>
                  <a:lnTo>
                    <a:pt x="2542257" y="673340"/>
                  </a:lnTo>
                  <a:lnTo>
                    <a:pt x="2552001" y="672545"/>
                  </a:lnTo>
                  <a:lnTo>
                    <a:pt x="2561745" y="671578"/>
                  </a:lnTo>
                  <a:lnTo>
                    <a:pt x="2571474" y="670435"/>
                  </a:lnTo>
                  <a:lnTo>
                    <a:pt x="2581218" y="669115"/>
                  </a:lnTo>
                  <a:lnTo>
                    <a:pt x="2590962" y="667616"/>
                  </a:lnTo>
                  <a:lnTo>
                    <a:pt x="2600705" y="665934"/>
                  </a:lnTo>
                  <a:lnTo>
                    <a:pt x="2610449" y="664070"/>
                  </a:lnTo>
                  <a:lnTo>
                    <a:pt x="2620178" y="662020"/>
                  </a:lnTo>
                  <a:lnTo>
                    <a:pt x="2629922" y="659785"/>
                  </a:lnTo>
                  <a:lnTo>
                    <a:pt x="2639666" y="657362"/>
                  </a:lnTo>
                  <a:lnTo>
                    <a:pt x="2649410" y="654754"/>
                  </a:lnTo>
                  <a:lnTo>
                    <a:pt x="2659139" y="651957"/>
                  </a:lnTo>
                  <a:lnTo>
                    <a:pt x="2668883" y="648974"/>
                  </a:lnTo>
                  <a:lnTo>
                    <a:pt x="2678627" y="645805"/>
                  </a:lnTo>
                  <a:lnTo>
                    <a:pt x="2688371" y="642452"/>
                  </a:lnTo>
                  <a:lnTo>
                    <a:pt x="2698100" y="638915"/>
                  </a:lnTo>
                  <a:lnTo>
                    <a:pt x="2707844" y="635194"/>
                  </a:lnTo>
                  <a:lnTo>
                    <a:pt x="2717588" y="631295"/>
                  </a:lnTo>
                  <a:lnTo>
                    <a:pt x="2727332" y="627219"/>
                  </a:lnTo>
                  <a:lnTo>
                    <a:pt x="2737076" y="622968"/>
                  </a:lnTo>
                  <a:lnTo>
                    <a:pt x="2746805" y="618546"/>
                  </a:lnTo>
                  <a:lnTo>
                    <a:pt x="2756549" y="613956"/>
                  </a:lnTo>
                  <a:lnTo>
                    <a:pt x="2766293" y="609203"/>
                  </a:lnTo>
                  <a:lnTo>
                    <a:pt x="2776037" y="604291"/>
                  </a:lnTo>
                  <a:lnTo>
                    <a:pt x="2785766" y="599224"/>
                  </a:lnTo>
                  <a:lnTo>
                    <a:pt x="2795510" y="594009"/>
                  </a:lnTo>
                  <a:lnTo>
                    <a:pt x="2805254" y="588650"/>
                  </a:lnTo>
                  <a:lnTo>
                    <a:pt x="2814998" y="583152"/>
                  </a:lnTo>
                  <a:lnTo>
                    <a:pt x="2824727" y="577523"/>
                  </a:lnTo>
                  <a:lnTo>
                    <a:pt x="2834471" y="571768"/>
                  </a:lnTo>
                  <a:lnTo>
                    <a:pt x="2844215" y="565896"/>
                  </a:lnTo>
                  <a:lnTo>
                    <a:pt x="2853958" y="559911"/>
                  </a:lnTo>
                  <a:lnTo>
                    <a:pt x="2863687" y="553823"/>
                  </a:lnTo>
                  <a:lnTo>
                    <a:pt x="2873431" y="547640"/>
                  </a:lnTo>
                  <a:lnTo>
                    <a:pt x="2883175" y="541368"/>
                  </a:lnTo>
                  <a:lnTo>
                    <a:pt x="2892919" y="535017"/>
                  </a:lnTo>
                  <a:lnTo>
                    <a:pt x="2902663" y="528594"/>
                  </a:lnTo>
                  <a:lnTo>
                    <a:pt x="2912392" y="52210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7" name="Freeform 616">
              <a:extLst>
                <a:ext uri="{FF2B5EF4-FFF2-40B4-BE49-F238E27FC236}">
                  <a16:creationId xmlns:a16="http://schemas.microsoft.com/office/drawing/2014/main" id="{CEC8766F-6053-B53C-16D6-6D4E3B21B220}"/>
                </a:ext>
              </a:extLst>
            </p:cNvPr>
            <p:cNvSpPr/>
            <p:nvPr/>
          </p:nvSpPr>
          <p:spPr>
            <a:xfrm>
              <a:off x="576446" y="3548755"/>
              <a:ext cx="2912392" cy="192000"/>
            </a:xfrm>
            <a:custGeom>
              <a:avLst/>
              <a:gdLst>
                <a:gd name="connsiteX0" fmla="*/ 0 w 2912392"/>
                <a:gd name="connsiteY0" fmla="*/ 167833 h 192000"/>
                <a:gd name="connsiteX1" fmla="*/ 9739 w 2912392"/>
                <a:gd name="connsiteY1" fmla="*/ 169744 h 192000"/>
                <a:gd name="connsiteX2" fmla="*/ 19480 w 2912392"/>
                <a:gd name="connsiteY2" fmla="*/ 171383 h 192000"/>
                <a:gd name="connsiteX3" fmla="*/ 29221 w 2912392"/>
                <a:gd name="connsiteY3" fmla="*/ 172757 h 192000"/>
                <a:gd name="connsiteX4" fmla="*/ 38961 w 2912392"/>
                <a:gd name="connsiteY4" fmla="*/ 173867 h 192000"/>
                <a:gd name="connsiteX5" fmla="*/ 48702 w 2912392"/>
                <a:gd name="connsiteY5" fmla="*/ 174720 h 192000"/>
                <a:gd name="connsiteX6" fmla="*/ 58443 w 2912392"/>
                <a:gd name="connsiteY6" fmla="*/ 175324 h 192000"/>
                <a:gd name="connsiteX7" fmla="*/ 68182 w 2912392"/>
                <a:gd name="connsiteY7" fmla="*/ 175683 h 192000"/>
                <a:gd name="connsiteX8" fmla="*/ 77923 w 2912392"/>
                <a:gd name="connsiteY8" fmla="*/ 175804 h 192000"/>
                <a:gd name="connsiteX9" fmla="*/ 87664 w 2912392"/>
                <a:gd name="connsiteY9" fmla="*/ 175692 h 192000"/>
                <a:gd name="connsiteX10" fmla="*/ 97404 w 2912392"/>
                <a:gd name="connsiteY10" fmla="*/ 175358 h 192000"/>
                <a:gd name="connsiteX11" fmla="*/ 107145 w 2912392"/>
                <a:gd name="connsiteY11" fmla="*/ 174808 h 192000"/>
                <a:gd name="connsiteX12" fmla="*/ 116886 w 2912392"/>
                <a:gd name="connsiteY12" fmla="*/ 174051 h 192000"/>
                <a:gd name="connsiteX13" fmla="*/ 126625 w 2912392"/>
                <a:gd name="connsiteY13" fmla="*/ 173098 h 192000"/>
                <a:gd name="connsiteX14" fmla="*/ 136366 w 2912392"/>
                <a:gd name="connsiteY14" fmla="*/ 171954 h 192000"/>
                <a:gd name="connsiteX15" fmla="*/ 146107 w 2912392"/>
                <a:gd name="connsiteY15" fmla="*/ 170631 h 192000"/>
                <a:gd name="connsiteX16" fmla="*/ 155846 w 2912392"/>
                <a:gd name="connsiteY16" fmla="*/ 169138 h 192000"/>
                <a:gd name="connsiteX17" fmla="*/ 165587 w 2912392"/>
                <a:gd name="connsiteY17" fmla="*/ 167485 h 192000"/>
                <a:gd name="connsiteX18" fmla="*/ 175328 w 2912392"/>
                <a:gd name="connsiteY18" fmla="*/ 165684 h 192000"/>
                <a:gd name="connsiteX19" fmla="*/ 185068 w 2912392"/>
                <a:gd name="connsiteY19" fmla="*/ 163743 h 192000"/>
                <a:gd name="connsiteX20" fmla="*/ 194809 w 2912392"/>
                <a:gd name="connsiteY20" fmla="*/ 161676 h 192000"/>
                <a:gd name="connsiteX21" fmla="*/ 204550 w 2912392"/>
                <a:gd name="connsiteY21" fmla="*/ 159491 h 192000"/>
                <a:gd name="connsiteX22" fmla="*/ 214289 w 2912392"/>
                <a:gd name="connsiteY22" fmla="*/ 157202 h 192000"/>
                <a:gd name="connsiteX23" fmla="*/ 224030 w 2912392"/>
                <a:gd name="connsiteY23" fmla="*/ 154818 h 192000"/>
                <a:gd name="connsiteX24" fmla="*/ 233771 w 2912392"/>
                <a:gd name="connsiteY24" fmla="*/ 152351 h 192000"/>
                <a:gd name="connsiteX25" fmla="*/ 243510 w 2912392"/>
                <a:gd name="connsiteY25" fmla="*/ 149814 h 192000"/>
                <a:gd name="connsiteX26" fmla="*/ 253251 w 2912392"/>
                <a:gd name="connsiteY26" fmla="*/ 147218 h 192000"/>
                <a:gd name="connsiteX27" fmla="*/ 262992 w 2912392"/>
                <a:gd name="connsiteY27" fmla="*/ 144574 h 192000"/>
                <a:gd name="connsiteX28" fmla="*/ 272732 w 2912392"/>
                <a:gd name="connsiteY28" fmla="*/ 141893 h 192000"/>
                <a:gd name="connsiteX29" fmla="*/ 282473 w 2912392"/>
                <a:gd name="connsiteY29" fmla="*/ 139188 h 192000"/>
                <a:gd name="connsiteX30" fmla="*/ 292214 w 2912392"/>
                <a:gd name="connsiteY30" fmla="*/ 136469 h 192000"/>
                <a:gd name="connsiteX31" fmla="*/ 301953 w 2912392"/>
                <a:gd name="connsiteY31" fmla="*/ 133748 h 192000"/>
                <a:gd name="connsiteX32" fmla="*/ 311694 w 2912392"/>
                <a:gd name="connsiteY32" fmla="*/ 131038 h 192000"/>
                <a:gd name="connsiteX33" fmla="*/ 321435 w 2912392"/>
                <a:gd name="connsiteY33" fmla="*/ 128347 h 192000"/>
                <a:gd name="connsiteX34" fmla="*/ 331175 w 2912392"/>
                <a:gd name="connsiteY34" fmla="*/ 125686 h 192000"/>
                <a:gd name="connsiteX35" fmla="*/ 340916 w 2912392"/>
                <a:gd name="connsiteY35" fmla="*/ 123069 h 192000"/>
                <a:gd name="connsiteX36" fmla="*/ 350656 w 2912392"/>
                <a:gd name="connsiteY36" fmla="*/ 120503 h 192000"/>
                <a:gd name="connsiteX37" fmla="*/ 360396 w 2912392"/>
                <a:gd name="connsiteY37" fmla="*/ 117998 h 192000"/>
                <a:gd name="connsiteX38" fmla="*/ 370137 w 2912392"/>
                <a:gd name="connsiteY38" fmla="*/ 115566 h 192000"/>
                <a:gd name="connsiteX39" fmla="*/ 379878 w 2912392"/>
                <a:gd name="connsiteY39" fmla="*/ 113213 h 192000"/>
                <a:gd name="connsiteX40" fmla="*/ 389617 w 2912392"/>
                <a:gd name="connsiteY40" fmla="*/ 110950 h 192000"/>
                <a:gd name="connsiteX41" fmla="*/ 399358 w 2912392"/>
                <a:gd name="connsiteY41" fmla="*/ 108786 h 192000"/>
                <a:gd name="connsiteX42" fmla="*/ 409099 w 2912392"/>
                <a:gd name="connsiteY42" fmla="*/ 106727 h 192000"/>
                <a:gd name="connsiteX43" fmla="*/ 418839 w 2912392"/>
                <a:gd name="connsiteY43" fmla="*/ 104783 h 192000"/>
                <a:gd name="connsiteX44" fmla="*/ 428580 w 2912392"/>
                <a:gd name="connsiteY44" fmla="*/ 102961 h 192000"/>
                <a:gd name="connsiteX45" fmla="*/ 438321 w 2912392"/>
                <a:gd name="connsiteY45" fmla="*/ 101264 h 192000"/>
                <a:gd name="connsiteX46" fmla="*/ 448060 w 2912392"/>
                <a:gd name="connsiteY46" fmla="*/ 99703 h 192000"/>
                <a:gd name="connsiteX47" fmla="*/ 457801 w 2912392"/>
                <a:gd name="connsiteY47" fmla="*/ 98278 h 192000"/>
                <a:gd name="connsiteX48" fmla="*/ 467542 w 2912392"/>
                <a:gd name="connsiteY48" fmla="*/ 97000 h 192000"/>
                <a:gd name="connsiteX49" fmla="*/ 477281 w 2912392"/>
                <a:gd name="connsiteY49" fmla="*/ 95869 h 192000"/>
                <a:gd name="connsiteX50" fmla="*/ 487022 w 2912392"/>
                <a:gd name="connsiteY50" fmla="*/ 94890 h 192000"/>
                <a:gd name="connsiteX51" fmla="*/ 496763 w 2912392"/>
                <a:gd name="connsiteY51" fmla="*/ 94068 h 192000"/>
                <a:gd name="connsiteX52" fmla="*/ 506503 w 2912392"/>
                <a:gd name="connsiteY52" fmla="*/ 93403 h 192000"/>
                <a:gd name="connsiteX53" fmla="*/ 516244 w 2912392"/>
                <a:gd name="connsiteY53" fmla="*/ 92898 h 192000"/>
                <a:gd name="connsiteX54" fmla="*/ 525985 w 2912392"/>
                <a:gd name="connsiteY54" fmla="*/ 92557 h 192000"/>
                <a:gd name="connsiteX55" fmla="*/ 535724 w 2912392"/>
                <a:gd name="connsiteY55" fmla="*/ 92377 h 192000"/>
                <a:gd name="connsiteX56" fmla="*/ 545465 w 2912392"/>
                <a:gd name="connsiteY56" fmla="*/ 92360 h 192000"/>
                <a:gd name="connsiteX57" fmla="*/ 555206 w 2912392"/>
                <a:gd name="connsiteY57" fmla="*/ 92505 h 192000"/>
                <a:gd name="connsiteX58" fmla="*/ 564946 w 2912392"/>
                <a:gd name="connsiteY58" fmla="*/ 92812 h 192000"/>
                <a:gd name="connsiteX59" fmla="*/ 574687 w 2912392"/>
                <a:gd name="connsiteY59" fmla="*/ 93278 h 192000"/>
                <a:gd name="connsiteX60" fmla="*/ 584428 w 2912392"/>
                <a:gd name="connsiteY60" fmla="*/ 93904 h 192000"/>
                <a:gd name="connsiteX61" fmla="*/ 594167 w 2912392"/>
                <a:gd name="connsiteY61" fmla="*/ 94683 h 192000"/>
                <a:gd name="connsiteX62" fmla="*/ 603908 w 2912392"/>
                <a:gd name="connsiteY62" fmla="*/ 95614 h 192000"/>
                <a:gd name="connsiteX63" fmla="*/ 613649 w 2912392"/>
                <a:gd name="connsiteY63" fmla="*/ 96693 h 192000"/>
                <a:gd name="connsiteX64" fmla="*/ 623388 w 2912392"/>
                <a:gd name="connsiteY64" fmla="*/ 97916 h 192000"/>
                <a:gd name="connsiteX65" fmla="*/ 633129 w 2912392"/>
                <a:gd name="connsiteY65" fmla="*/ 99278 h 192000"/>
                <a:gd name="connsiteX66" fmla="*/ 642870 w 2912392"/>
                <a:gd name="connsiteY66" fmla="*/ 100772 h 192000"/>
                <a:gd name="connsiteX67" fmla="*/ 652610 w 2912392"/>
                <a:gd name="connsiteY67" fmla="*/ 102393 h 192000"/>
                <a:gd name="connsiteX68" fmla="*/ 662351 w 2912392"/>
                <a:gd name="connsiteY68" fmla="*/ 104136 h 192000"/>
                <a:gd name="connsiteX69" fmla="*/ 672092 w 2912392"/>
                <a:gd name="connsiteY69" fmla="*/ 105994 h 192000"/>
                <a:gd name="connsiteX70" fmla="*/ 681831 w 2912392"/>
                <a:gd name="connsiteY70" fmla="*/ 107958 h 192000"/>
                <a:gd name="connsiteX71" fmla="*/ 691572 w 2912392"/>
                <a:gd name="connsiteY71" fmla="*/ 110023 h 192000"/>
                <a:gd name="connsiteX72" fmla="*/ 701313 w 2912392"/>
                <a:gd name="connsiteY72" fmla="*/ 112177 h 192000"/>
                <a:gd name="connsiteX73" fmla="*/ 711052 w 2912392"/>
                <a:gd name="connsiteY73" fmla="*/ 114417 h 192000"/>
                <a:gd name="connsiteX74" fmla="*/ 720793 w 2912392"/>
                <a:gd name="connsiteY74" fmla="*/ 116732 h 192000"/>
                <a:gd name="connsiteX75" fmla="*/ 730534 w 2912392"/>
                <a:gd name="connsiteY75" fmla="*/ 119113 h 192000"/>
                <a:gd name="connsiteX76" fmla="*/ 740274 w 2912392"/>
                <a:gd name="connsiteY76" fmla="*/ 121552 h 192000"/>
                <a:gd name="connsiteX77" fmla="*/ 750015 w 2912392"/>
                <a:gd name="connsiteY77" fmla="*/ 124038 h 192000"/>
                <a:gd name="connsiteX78" fmla="*/ 759756 w 2912392"/>
                <a:gd name="connsiteY78" fmla="*/ 126564 h 192000"/>
                <a:gd name="connsiteX79" fmla="*/ 769495 w 2912392"/>
                <a:gd name="connsiteY79" fmla="*/ 129119 h 192000"/>
                <a:gd name="connsiteX80" fmla="*/ 779236 w 2912392"/>
                <a:gd name="connsiteY80" fmla="*/ 131695 h 192000"/>
                <a:gd name="connsiteX81" fmla="*/ 788977 w 2912392"/>
                <a:gd name="connsiteY81" fmla="*/ 134282 h 192000"/>
                <a:gd name="connsiteX82" fmla="*/ 798717 w 2912392"/>
                <a:gd name="connsiteY82" fmla="*/ 136868 h 192000"/>
                <a:gd name="connsiteX83" fmla="*/ 808458 w 2912392"/>
                <a:gd name="connsiteY83" fmla="*/ 139447 h 192000"/>
                <a:gd name="connsiteX84" fmla="*/ 818199 w 2912392"/>
                <a:gd name="connsiteY84" fmla="*/ 142007 h 192000"/>
                <a:gd name="connsiteX85" fmla="*/ 827938 w 2912392"/>
                <a:gd name="connsiteY85" fmla="*/ 144539 h 192000"/>
                <a:gd name="connsiteX86" fmla="*/ 837679 w 2912392"/>
                <a:gd name="connsiteY86" fmla="*/ 147037 h 192000"/>
                <a:gd name="connsiteX87" fmla="*/ 847420 w 2912392"/>
                <a:gd name="connsiteY87" fmla="*/ 149486 h 192000"/>
                <a:gd name="connsiteX88" fmla="*/ 857159 w 2912392"/>
                <a:gd name="connsiteY88" fmla="*/ 151882 h 192000"/>
                <a:gd name="connsiteX89" fmla="*/ 866900 w 2912392"/>
                <a:gd name="connsiteY89" fmla="*/ 154212 h 192000"/>
                <a:gd name="connsiteX90" fmla="*/ 876641 w 2912392"/>
                <a:gd name="connsiteY90" fmla="*/ 156471 h 192000"/>
                <a:gd name="connsiteX91" fmla="*/ 886381 w 2912392"/>
                <a:gd name="connsiteY91" fmla="*/ 158647 h 192000"/>
                <a:gd name="connsiteX92" fmla="*/ 896122 w 2912392"/>
                <a:gd name="connsiteY92" fmla="*/ 160736 h 192000"/>
                <a:gd name="connsiteX93" fmla="*/ 905863 w 2912392"/>
                <a:gd name="connsiteY93" fmla="*/ 162728 h 192000"/>
                <a:gd name="connsiteX94" fmla="*/ 915602 w 2912392"/>
                <a:gd name="connsiteY94" fmla="*/ 164616 h 192000"/>
                <a:gd name="connsiteX95" fmla="*/ 925343 w 2912392"/>
                <a:gd name="connsiteY95" fmla="*/ 166392 h 192000"/>
                <a:gd name="connsiteX96" fmla="*/ 935084 w 2912392"/>
                <a:gd name="connsiteY96" fmla="*/ 168052 h 192000"/>
                <a:gd name="connsiteX97" fmla="*/ 944824 w 2912392"/>
                <a:gd name="connsiteY97" fmla="*/ 169586 h 192000"/>
                <a:gd name="connsiteX98" fmla="*/ 954564 w 2912392"/>
                <a:gd name="connsiteY98" fmla="*/ 170991 h 192000"/>
                <a:gd name="connsiteX99" fmla="*/ 964305 w 2912392"/>
                <a:gd name="connsiteY99" fmla="*/ 172261 h 192000"/>
                <a:gd name="connsiteX100" fmla="*/ 974045 w 2912392"/>
                <a:gd name="connsiteY100" fmla="*/ 173390 h 192000"/>
                <a:gd name="connsiteX101" fmla="*/ 983786 w 2912392"/>
                <a:gd name="connsiteY101" fmla="*/ 174375 h 192000"/>
                <a:gd name="connsiteX102" fmla="*/ 993522 w 2912392"/>
                <a:gd name="connsiteY102" fmla="*/ 175209 h 192000"/>
                <a:gd name="connsiteX103" fmla="*/ 1003266 w 2912392"/>
                <a:gd name="connsiteY103" fmla="*/ 175893 h 192000"/>
                <a:gd name="connsiteX104" fmla="*/ 1013010 w 2912392"/>
                <a:gd name="connsiteY104" fmla="*/ 176420 h 192000"/>
                <a:gd name="connsiteX105" fmla="*/ 1022754 w 2912392"/>
                <a:gd name="connsiteY105" fmla="*/ 176790 h 192000"/>
                <a:gd name="connsiteX106" fmla="*/ 1032483 w 2912392"/>
                <a:gd name="connsiteY106" fmla="*/ 177000 h 192000"/>
                <a:gd name="connsiteX107" fmla="*/ 1042227 w 2912392"/>
                <a:gd name="connsiteY107" fmla="*/ 177048 h 192000"/>
                <a:gd name="connsiteX108" fmla="*/ 1051971 w 2912392"/>
                <a:gd name="connsiteY108" fmla="*/ 176933 h 192000"/>
                <a:gd name="connsiteX109" fmla="*/ 1061715 w 2912392"/>
                <a:gd name="connsiteY109" fmla="*/ 176654 h 192000"/>
                <a:gd name="connsiteX110" fmla="*/ 1071444 w 2912392"/>
                <a:gd name="connsiteY110" fmla="*/ 176213 h 192000"/>
                <a:gd name="connsiteX111" fmla="*/ 1081188 w 2912392"/>
                <a:gd name="connsiteY111" fmla="*/ 175608 h 192000"/>
                <a:gd name="connsiteX112" fmla="*/ 1090932 w 2912392"/>
                <a:gd name="connsiteY112" fmla="*/ 174841 h 192000"/>
                <a:gd name="connsiteX113" fmla="*/ 1100676 w 2912392"/>
                <a:gd name="connsiteY113" fmla="*/ 173913 h 192000"/>
                <a:gd name="connsiteX114" fmla="*/ 1110405 w 2912392"/>
                <a:gd name="connsiteY114" fmla="*/ 172825 h 192000"/>
                <a:gd name="connsiteX115" fmla="*/ 1120149 w 2912392"/>
                <a:gd name="connsiteY115" fmla="*/ 171581 h 192000"/>
                <a:gd name="connsiteX116" fmla="*/ 1129893 w 2912392"/>
                <a:gd name="connsiteY116" fmla="*/ 170184 h 192000"/>
                <a:gd name="connsiteX117" fmla="*/ 1139637 w 2912392"/>
                <a:gd name="connsiteY117" fmla="*/ 168634 h 192000"/>
                <a:gd name="connsiteX118" fmla="*/ 1149381 w 2912392"/>
                <a:gd name="connsiteY118" fmla="*/ 166937 h 192000"/>
                <a:gd name="connsiteX119" fmla="*/ 1159110 w 2912392"/>
                <a:gd name="connsiteY119" fmla="*/ 165097 h 192000"/>
                <a:gd name="connsiteX120" fmla="*/ 1168854 w 2912392"/>
                <a:gd name="connsiteY120" fmla="*/ 163117 h 192000"/>
                <a:gd name="connsiteX121" fmla="*/ 1178598 w 2912392"/>
                <a:gd name="connsiteY121" fmla="*/ 161003 h 192000"/>
                <a:gd name="connsiteX122" fmla="*/ 1188341 w 2912392"/>
                <a:gd name="connsiteY122" fmla="*/ 158758 h 192000"/>
                <a:gd name="connsiteX123" fmla="*/ 1198070 w 2912392"/>
                <a:gd name="connsiteY123" fmla="*/ 156389 h 192000"/>
                <a:gd name="connsiteX124" fmla="*/ 1207814 w 2912392"/>
                <a:gd name="connsiteY124" fmla="*/ 153899 h 192000"/>
                <a:gd name="connsiteX125" fmla="*/ 1217558 w 2912392"/>
                <a:gd name="connsiteY125" fmla="*/ 151298 h 192000"/>
                <a:gd name="connsiteX126" fmla="*/ 1227302 w 2912392"/>
                <a:gd name="connsiteY126" fmla="*/ 148588 h 192000"/>
                <a:gd name="connsiteX127" fmla="*/ 1237031 w 2912392"/>
                <a:gd name="connsiteY127" fmla="*/ 145776 h 192000"/>
                <a:gd name="connsiteX128" fmla="*/ 1246775 w 2912392"/>
                <a:gd name="connsiteY128" fmla="*/ 142871 h 192000"/>
                <a:gd name="connsiteX129" fmla="*/ 1256519 w 2912392"/>
                <a:gd name="connsiteY129" fmla="*/ 139876 h 192000"/>
                <a:gd name="connsiteX130" fmla="*/ 1266263 w 2912392"/>
                <a:gd name="connsiteY130" fmla="*/ 136799 h 192000"/>
                <a:gd name="connsiteX131" fmla="*/ 1276007 w 2912392"/>
                <a:gd name="connsiteY131" fmla="*/ 133648 h 192000"/>
                <a:gd name="connsiteX132" fmla="*/ 1285736 w 2912392"/>
                <a:gd name="connsiteY132" fmla="*/ 130429 h 192000"/>
                <a:gd name="connsiteX133" fmla="*/ 1295480 w 2912392"/>
                <a:gd name="connsiteY133" fmla="*/ 127148 h 192000"/>
                <a:gd name="connsiteX134" fmla="*/ 1305224 w 2912392"/>
                <a:gd name="connsiteY134" fmla="*/ 123814 h 192000"/>
                <a:gd name="connsiteX135" fmla="*/ 1314968 w 2912392"/>
                <a:gd name="connsiteY135" fmla="*/ 120431 h 192000"/>
                <a:gd name="connsiteX136" fmla="*/ 1324697 w 2912392"/>
                <a:gd name="connsiteY136" fmla="*/ 117009 h 192000"/>
                <a:gd name="connsiteX137" fmla="*/ 1334441 w 2912392"/>
                <a:gd name="connsiteY137" fmla="*/ 113553 h 192000"/>
                <a:gd name="connsiteX138" fmla="*/ 1344185 w 2912392"/>
                <a:gd name="connsiteY138" fmla="*/ 110071 h 192000"/>
                <a:gd name="connsiteX139" fmla="*/ 1353929 w 2912392"/>
                <a:gd name="connsiteY139" fmla="*/ 106568 h 192000"/>
                <a:gd name="connsiteX140" fmla="*/ 1363658 w 2912392"/>
                <a:gd name="connsiteY140" fmla="*/ 103053 h 192000"/>
                <a:gd name="connsiteX141" fmla="*/ 1373402 w 2912392"/>
                <a:gd name="connsiteY141" fmla="*/ 99531 h 192000"/>
                <a:gd name="connsiteX142" fmla="*/ 1383146 w 2912392"/>
                <a:gd name="connsiteY142" fmla="*/ 96009 h 192000"/>
                <a:gd name="connsiteX143" fmla="*/ 1392890 w 2912392"/>
                <a:gd name="connsiteY143" fmla="*/ 92493 h 192000"/>
                <a:gd name="connsiteX144" fmla="*/ 1402619 w 2912392"/>
                <a:gd name="connsiteY144" fmla="*/ 88990 h 192000"/>
                <a:gd name="connsiteX145" fmla="*/ 1412363 w 2912392"/>
                <a:gd name="connsiteY145" fmla="*/ 85505 h 192000"/>
                <a:gd name="connsiteX146" fmla="*/ 1422106 w 2912392"/>
                <a:gd name="connsiteY146" fmla="*/ 82044 h 192000"/>
                <a:gd name="connsiteX147" fmla="*/ 1431850 w 2912392"/>
                <a:gd name="connsiteY147" fmla="*/ 78613 h 192000"/>
                <a:gd name="connsiteX148" fmla="*/ 1441594 w 2912392"/>
                <a:gd name="connsiteY148" fmla="*/ 75216 h 192000"/>
                <a:gd name="connsiteX149" fmla="*/ 1451323 w 2912392"/>
                <a:gd name="connsiteY149" fmla="*/ 71859 h 192000"/>
                <a:gd name="connsiteX150" fmla="*/ 1461067 w 2912392"/>
                <a:gd name="connsiteY150" fmla="*/ 68547 h 192000"/>
                <a:gd name="connsiteX151" fmla="*/ 1470811 w 2912392"/>
                <a:gd name="connsiteY151" fmla="*/ 65284 h 192000"/>
                <a:gd name="connsiteX152" fmla="*/ 1480555 w 2912392"/>
                <a:gd name="connsiteY152" fmla="*/ 62075 h 192000"/>
                <a:gd name="connsiteX153" fmla="*/ 1490284 w 2912392"/>
                <a:gd name="connsiteY153" fmla="*/ 58924 h 192000"/>
                <a:gd name="connsiteX154" fmla="*/ 1500028 w 2912392"/>
                <a:gd name="connsiteY154" fmla="*/ 55834 h 192000"/>
                <a:gd name="connsiteX155" fmla="*/ 1509772 w 2912392"/>
                <a:gd name="connsiteY155" fmla="*/ 52809 h 192000"/>
                <a:gd name="connsiteX156" fmla="*/ 1519516 w 2912392"/>
                <a:gd name="connsiteY156" fmla="*/ 49853 h 192000"/>
                <a:gd name="connsiteX157" fmla="*/ 1529245 w 2912392"/>
                <a:gd name="connsiteY157" fmla="*/ 46969 h 192000"/>
                <a:gd name="connsiteX158" fmla="*/ 1538989 w 2912392"/>
                <a:gd name="connsiteY158" fmla="*/ 44158 h 192000"/>
                <a:gd name="connsiteX159" fmla="*/ 1548733 w 2912392"/>
                <a:gd name="connsiteY159" fmla="*/ 41424 h 192000"/>
                <a:gd name="connsiteX160" fmla="*/ 1558477 w 2912392"/>
                <a:gd name="connsiteY160" fmla="*/ 38770 h 192000"/>
                <a:gd name="connsiteX161" fmla="*/ 1568221 w 2912392"/>
                <a:gd name="connsiteY161" fmla="*/ 36196 h 192000"/>
                <a:gd name="connsiteX162" fmla="*/ 1577950 w 2912392"/>
                <a:gd name="connsiteY162" fmla="*/ 33706 h 192000"/>
                <a:gd name="connsiteX163" fmla="*/ 1587694 w 2912392"/>
                <a:gd name="connsiteY163" fmla="*/ 31300 h 192000"/>
                <a:gd name="connsiteX164" fmla="*/ 1597438 w 2912392"/>
                <a:gd name="connsiteY164" fmla="*/ 28980 h 192000"/>
                <a:gd name="connsiteX165" fmla="*/ 1607182 w 2912392"/>
                <a:gd name="connsiteY165" fmla="*/ 26747 h 192000"/>
                <a:gd name="connsiteX166" fmla="*/ 1616911 w 2912392"/>
                <a:gd name="connsiteY166" fmla="*/ 24603 h 192000"/>
                <a:gd name="connsiteX167" fmla="*/ 1626655 w 2912392"/>
                <a:gd name="connsiteY167" fmla="*/ 22547 h 192000"/>
                <a:gd name="connsiteX168" fmla="*/ 1636399 w 2912392"/>
                <a:gd name="connsiteY168" fmla="*/ 20581 h 192000"/>
                <a:gd name="connsiteX169" fmla="*/ 1646142 w 2912392"/>
                <a:gd name="connsiteY169" fmla="*/ 18704 h 192000"/>
                <a:gd name="connsiteX170" fmla="*/ 1655872 w 2912392"/>
                <a:gd name="connsiteY170" fmla="*/ 16919 h 192000"/>
                <a:gd name="connsiteX171" fmla="*/ 1665616 w 2912392"/>
                <a:gd name="connsiteY171" fmla="*/ 15224 h 192000"/>
                <a:gd name="connsiteX172" fmla="*/ 1675359 w 2912392"/>
                <a:gd name="connsiteY172" fmla="*/ 13619 h 192000"/>
                <a:gd name="connsiteX173" fmla="*/ 1685103 w 2912392"/>
                <a:gd name="connsiteY173" fmla="*/ 12105 h 192000"/>
                <a:gd name="connsiteX174" fmla="*/ 1694832 w 2912392"/>
                <a:gd name="connsiteY174" fmla="*/ 10683 h 192000"/>
                <a:gd name="connsiteX175" fmla="*/ 1704576 w 2912392"/>
                <a:gd name="connsiteY175" fmla="*/ 9349 h 192000"/>
                <a:gd name="connsiteX176" fmla="*/ 1714320 w 2912392"/>
                <a:gd name="connsiteY176" fmla="*/ 8107 h 192000"/>
                <a:gd name="connsiteX177" fmla="*/ 1724064 w 2912392"/>
                <a:gd name="connsiteY177" fmla="*/ 6953 h 192000"/>
                <a:gd name="connsiteX178" fmla="*/ 1733808 w 2912392"/>
                <a:gd name="connsiteY178" fmla="*/ 5891 h 192000"/>
                <a:gd name="connsiteX179" fmla="*/ 1743537 w 2912392"/>
                <a:gd name="connsiteY179" fmla="*/ 4917 h 192000"/>
                <a:gd name="connsiteX180" fmla="*/ 1753281 w 2912392"/>
                <a:gd name="connsiteY180" fmla="*/ 4032 h 192000"/>
                <a:gd name="connsiteX181" fmla="*/ 1763025 w 2912392"/>
                <a:gd name="connsiteY181" fmla="*/ 3235 h 192000"/>
                <a:gd name="connsiteX182" fmla="*/ 1772769 w 2912392"/>
                <a:gd name="connsiteY182" fmla="*/ 2525 h 192000"/>
                <a:gd name="connsiteX183" fmla="*/ 1782498 w 2912392"/>
                <a:gd name="connsiteY183" fmla="*/ 1904 h 192000"/>
                <a:gd name="connsiteX184" fmla="*/ 1792242 w 2912392"/>
                <a:gd name="connsiteY184" fmla="*/ 1371 h 192000"/>
                <a:gd name="connsiteX185" fmla="*/ 1801986 w 2912392"/>
                <a:gd name="connsiteY185" fmla="*/ 925 h 192000"/>
                <a:gd name="connsiteX186" fmla="*/ 1811730 w 2912392"/>
                <a:gd name="connsiteY186" fmla="*/ 566 h 192000"/>
                <a:gd name="connsiteX187" fmla="*/ 1821459 w 2912392"/>
                <a:gd name="connsiteY187" fmla="*/ 295 h 192000"/>
                <a:gd name="connsiteX188" fmla="*/ 1831203 w 2912392"/>
                <a:gd name="connsiteY188" fmla="*/ 109 h 192000"/>
                <a:gd name="connsiteX189" fmla="*/ 1840947 w 2912392"/>
                <a:gd name="connsiteY189" fmla="*/ 12 h 192000"/>
                <a:gd name="connsiteX190" fmla="*/ 1850691 w 2912392"/>
                <a:gd name="connsiteY190" fmla="*/ 0 h 192000"/>
                <a:gd name="connsiteX191" fmla="*/ 1860435 w 2912392"/>
                <a:gd name="connsiteY191" fmla="*/ 76 h 192000"/>
                <a:gd name="connsiteX192" fmla="*/ 1870164 w 2912392"/>
                <a:gd name="connsiteY192" fmla="*/ 238 h 192000"/>
                <a:gd name="connsiteX193" fmla="*/ 1879908 w 2912392"/>
                <a:gd name="connsiteY193" fmla="*/ 489 h 192000"/>
                <a:gd name="connsiteX194" fmla="*/ 1889652 w 2912392"/>
                <a:gd name="connsiteY194" fmla="*/ 827 h 192000"/>
                <a:gd name="connsiteX195" fmla="*/ 1899395 w 2912392"/>
                <a:gd name="connsiteY195" fmla="*/ 1255 h 192000"/>
                <a:gd name="connsiteX196" fmla="*/ 1909124 w 2912392"/>
                <a:gd name="connsiteY196" fmla="*/ 1769 h 192000"/>
                <a:gd name="connsiteX197" fmla="*/ 1918868 w 2912392"/>
                <a:gd name="connsiteY197" fmla="*/ 2373 h 192000"/>
                <a:gd name="connsiteX198" fmla="*/ 1928612 w 2912392"/>
                <a:gd name="connsiteY198" fmla="*/ 3066 h 192000"/>
                <a:gd name="connsiteX199" fmla="*/ 1938356 w 2912392"/>
                <a:gd name="connsiteY199" fmla="*/ 3850 h 192000"/>
                <a:gd name="connsiteX200" fmla="*/ 1948085 w 2912392"/>
                <a:gd name="connsiteY200" fmla="*/ 4726 h 192000"/>
                <a:gd name="connsiteX201" fmla="*/ 1957829 w 2912392"/>
                <a:gd name="connsiteY201" fmla="*/ 5691 h 192000"/>
                <a:gd name="connsiteX202" fmla="*/ 1967573 w 2912392"/>
                <a:gd name="connsiteY202" fmla="*/ 6749 h 192000"/>
                <a:gd name="connsiteX203" fmla="*/ 1977317 w 2912392"/>
                <a:gd name="connsiteY203" fmla="*/ 7901 h 192000"/>
                <a:gd name="connsiteX204" fmla="*/ 1987046 w 2912392"/>
                <a:gd name="connsiteY204" fmla="*/ 9145 h 192000"/>
                <a:gd name="connsiteX205" fmla="*/ 1996790 w 2912392"/>
                <a:gd name="connsiteY205" fmla="*/ 10483 h 192000"/>
                <a:gd name="connsiteX206" fmla="*/ 2006534 w 2912392"/>
                <a:gd name="connsiteY206" fmla="*/ 11916 h 192000"/>
                <a:gd name="connsiteX207" fmla="*/ 2016278 w 2912392"/>
                <a:gd name="connsiteY207" fmla="*/ 13445 h 192000"/>
                <a:gd name="connsiteX208" fmla="*/ 2026022 w 2912392"/>
                <a:gd name="connsiteY208" fmla="*/ 15069 h 192000"/>
                <a:gd name="connsiteX209" fmla="*/ 2035751 w 2912392"/>
                <a:gd name="connsiteY209" fmla="*/ 16788 h 192000"/>
                <a:gd name="connsiteX210" fmla="*/ 2045495 w 2912392"/>
                <a:gd name="connsiteY210" fmla="*/ 18603 h 192000"/>
                <a:gd name="connsiteX211" fmla="*/ 2055239 w 2912392"/>
                <a:gd name="connsiteY211" fmla="*/ 20516 h 192000"/>
                <a:gd name="connsiteX212" fmla="*/ 2064983 w 2912392"/>
                <a:gd name="connsiteY212" fmla="*/ 22524 h 192000"/>
                <a:gd name="connsiteX213" fmla="*/ 2074712 w 2912392"/>
                <a:gd name="connsiteY213" fmla="*/ 24630 h 192000"/>
                <a:gd name="connsiteX214" fmla="*/ 2084456 w 2912392"/>
                <a:gd name="connsiteY214" fmla="*/ 26830 h 192000"/>
                <a:gd name="connsiteX215" fmla="*/ 2094200 w 2912392"/>
                <a:gd name="connsiteY215" fmla="*/ 29126 h 192000"/>
                <a:gd name="connsiteX216" fmla="*/ 2103944 w 2912392"/>
                <a:gd name="connsiteY216" fmla="*/ 31519 h 192000"/>
                <a:gd name="connsiteX217" fmla="*/ 2113673 w 2912392"/>
                <a:gd name="connsiteY217" fmla="*/ 34004 h 192000"/>
                <a:gd name="connsiteX218" fmla="*/ 2123417 w 2912392"/>
                <a:gd name="connsiteY218" fmla="*/ 36583 h 192000"/>
                <a:gd name="connsiteX219" fmla="*/ 2133161 w 2912392"/>
                <a:gd name="connsiteY219" fmla="*/ 39254 h 192000"/>
                <a:gd name="connsiteX220" fmla="*/ 2142905 w 2912392"/>
                <a:gd name="connsiteY220" fmla="*/ 42017 h 192000"/>
                <a:gd name="connsiteX221" fmla="*/ 2152649 w 2912392"/>
                <a:gd name="connsiteY221" fmla="*/ 44867 h 192000"/>
                <a:gd name="connsiteX222" fmla="*/ 2162377 w 2912392"/>
                <a:gd name="connsiteY222" fmla="*/ 47805 h 192000"/>
                <a:gd name="connsiteX223" fmla="*/ 2172121 w 2912392"/>
                <a:gd name="connsiteY223" fmla="*/ 50826 h 192000"/>
                <a:gd name="connsiteX224" fmla="*/ 2181865 w 2912392"/>
                <a:gd name="connsiteY224" fmla="*/ 53931 h 192000"/>
                <a:gd name="connsiteX225" fmla="*/ 2191609 w 2912392"/>
                <a:gd name="connsiteY225" fmla="*/ 57115 h 192000"/>
                <a:gd name="connsiteX226" fmla="*/ 2201338 w 2912392"/>
                <a:gd name="connsiteY226" fmla="*/ 60377 h 192000"/>
                <a:gd name="connsiteX227" fmla="*/ 2211082 w 2912392"/>
                <a:gd name="connsiteY227" fmla="*/ 63710 h 192000"/>
                <a:gd name="connsiteX228" fmla="*/ 2220826 w 2912392"/>
                <a:gd name="connsiteY228" fmla="*/ 67113 h 192000"/>
                <a:gd name="connsiteX229" fmla="*/ 2230570 w 2912392"/>
                <a:gd name="connsiteY229" fmla="*/ 70582 h 192000"/>
                <a:gd name="connsiteX230" fmla="*/ 2240299 w 2912392"/>
                <a:gd name="connsiteY230" fmla="*/ 74112 h 192000"/>
                <a:gd name="connsiteX231" fmla="*/ 2250043 w 2912392"/>
                <a:gd name="connsiteY231" fmla="*/ 77700 h 192000"/>
                <a:gd name="connsiteX232" fmla="*/ 2259787 w 2912392"/>
                <a:gd name="connsiteY232" fmla="*/ 81338 h 192000"/>
                <a:gd name="connsiteX233" fmla="*/ 2269531 w 2912392"/>
                <a:gd name="connsiteY233" fmla="*/ 85024 h 192000"/>
                <a:gd name="connsiteX234" fmla="*/ 2279260 w 2912392"/>
                <a:gd name="connsiteY234" fmla="*/ 88753 h 192000"/>
                <a:gd name="connsiteX235" fmla="*/ 2289004 w 2912392"/>
                <a:gd name="connsiteY235" fmla="*/ 92517 h 192000"/>
                <a:gd name="connsiteX236" fmla="*/ 2298748 w 2912392"/>
                <a:gd name="connsiteY236" fmla="*/ 96311 h 192000"/>
                <a:gd name="connsiteX237" fmla="*/ 2308492 w 2912392"/>
                <a:gd name="connsiteY237" fmla="*/ 100132 h 192000"/>
                <a:gd name="connsiteX238" fmla="*/ 2318236 w 2912392"/>
                <a:gd name="connsiteY238" fmla="*/ 103968 h 192000"/>
                <a:gd name="connsiteX239" fmla="*/ 2327965 w 2912392"/>
                <a:gd name="connsiteY239" fmla="*/ 107816 h 192000"/>
                <a:gd name="connsiteX240" fmla="*/ 2337709 w 2912392"/>
                <a:gd name="connsiteY240" fmla="*/ 111669 h 192000"/>
                <a:gd name="connsiteX241" fmla="*/ 2347453 w 2912392"/>
                <a:gd name="connsiteY241" fmla="*/ 115519 h 192000"/>
                <a:gd name="connsiteX242" fmla="*/ 2357197 w 2912392"/>
                <a:gd name="connsiteY242" fmla="*/ 119360 h 192000"/>
                <a:gd name="connsiteX243" fmla="*/ 2366926 w 2912392"/>
                <a:gd name="connsiteY243" fmla="*/ 123185 h 192000"/>
                <a:gd name="connsiteX244" fmla="*/ 2376670 w 2912392"/>
                <a:gd name="connsiteY244" fmla="*/ 126984 h 192000"/>
                <a:gd name="connsiteX245" fmla="*/ 2386413 w 2912392"/>
                <a:gd name="connsiteY245" fmla="*/ 130752 h 192000"/>
                <a:gd name="connsiteX246" fmla="*/ 2396157 w 2912392"/>
                <a:gd name="connsiteY246" fmla="*/ 134480 h 192000"/>
                <a:gd name="connsiteX247" fmla="*/ 2405886 w 2912392"/>
                <a:gd name="connsiteY247" fmla="*/ 138160 h 192000"/>
                <a:gd name="connsiteX248" fmla="*/ 2415630 w 2912392"/>
                <a:gd name="connsiteY248" fmla="*/ 141785 h 192000"/>
                <a:gd name="connsiteX249" fmla="*/ 2425374 w 2912392"/>
                <a:gd name="connsiteY249" fmla="*/ 145346 h 192000"/>
                <a:gd name="connsiteX250" fmla="*/ 2435118 w 2912392"/>
                <a:gd name="connsiteY250" fmla="*/ 148835 h 192000"/>
                <a:gd name="connsiteX251" fmla="*/ 2444862 w 2912392"/>
                <a:gd name="connsiteY251" fmla="*/ 152244 h 192000"/>
                <a:gd name="connsiteX252" fmla="*/ 2454591 w 2912392"/>
                <a:gd name="connsiteY252" fmla="*/ 155566 h 192000"/>
                <a:gd name="connsiteX253" fmla="*/ 2464335 w 2912392"/>
                <a:gd name="connsiteY253" fmla="*/ 158792 h 192000"/>
                <a:gd name="connsiteX254" fmla="*/ 2474079 w 2912392"/>
                <a:gd name="connsiteY254" fmla="*/ 161915 h 192000"/>
                <a:gd name="connsiteX255" fmla="*/ 2483823 w 2912392"/>
                <a:gd name="connsiteY255" fmla="*/ 164924 h 192000"/>
                <a:gd name="connsiteX256" fmla="*/ 2493552 w 2912392"/>
                <a:gd name="connsiteY256" fmla="*/ 167816 h 192000"/>
                <a:gd name="connsiteX257" fmla="*/ 2503296 w 2912392"/>
                <a:gd name="connsiteY257" fmla="*/ 170580 h 192000"/>
                <a:gd name="connsiteX258" fmla="*/ 2513040 w 2912392"/>
                <a:gd name="connsiteY258" fmla="*/ 173208 h 192000"/>
                <a:gd name="connsiteX259" fmla="*/ 2522784 w 2912392"/>
                <a:gd name="connsiteY259" fmla="*/ 175695 h 192000"/>
                <a:gd name="connsiteX260" fmla="*/ 2532513 w 2912392"/>
                <a:gd name="connsiteY260" fmla="*/ 178032 h 192000"/>
                <a:gd name="connsiteX261" fmla="*/ 2542257 w 2912392"/>
                <a:gd name="connsiteY261" fmla="*/ 180212 h 192000"/>
                <a:gd name="connsiteX262" fmla="*/ 2552001 w 2912392"/>
                <a:gd name="connsiteY262" fmla="*/ 182228 h 192000"/>
                <a:gd name="connsiteX263" fmla="*/ 2561745 w 2912392"/>
                <a:gd name="connsiteY263" fmla="*/ 184072 h 192000"/>
                <a:gd name="connsiteX264" fmla="*/ 2571474 w 2912392"/>
                <a:gd name="connsiteY264" fmla="*/ 185741 h 192000"/>
                <a:gd name="connsiteX265" fmla="*/ 2581218 w 2912392"/>
                <a:gd name="connsiteY265" fmla="*/ 187225 h 192000"/>
                <a:gd name="connsiteX266" fmla="*/ 2590962 w 2912392"/>
                <a:gd name="connsiteY266" fmla="*/ 188520 h 192000"/>
                <a:gd name="connsiteX267" fmla="*/ 2600705 w 2912392"/>
                <a:gd name="connsiteY267" fmla="*/ 189619 h 192000"/>
                <a:gd name="connsiteX268" fmla="*/ 2610449 w 2912392"/>
                <a:gd name="connsiteY268" fmla="*/ 190518 h 192000"/>
                <a:gd name="connsiteX269" fmla="*/ 2620178 w 2912392"/>
                <a:gd name="connsiteY269" fmla="*/ 191209 h 192000"/>
                <a:gd name="connsiteX270" fmla="*/ 2629922 w 2912392"/>
                <a:gd name="connsiteY270" fmla="*/ 191690 h 192000"/>
                <a:gd name="connsiteX271" fmla="*/ 2639666 w 2912392"/>
                <a:gd name="connsiteY271" fmla="*/ 191956 h 192000"/>
                <a:gd name="connsiteX272" fmla="*/ 2649410 w 2912392"/>
                <a:gd name="connsiteY272" fmla="*/ 192000 h 192000"/>
                <a:gd name="connsiteX273" fmla="*/ 2659139 w 2912392"/>
                <a:gd name="connsiteY273" fmla="*/ 191821 h 192000"/>
                <a:gd name="connsiteX274" fmla="*/ 2668883 w 2912392"/>
                <a:gd name="connsiteY274" fmla="*/ 191415 h 192000"/>
                <a:gd name="connsiteX275" fmla="*/ 2678627 w 2912392"/>
                <a:gd name="connsiteY275" fmla="*/ 190776 h 192000"/>
                <a:gd name="connsiteX276" fmla="*/ 2688371 w 2912392"/>
                <a:gd name="connsiteY276" fmla="*/ 189904 h 192000"/>
                <a:gd name="connsiteX277" fmla="*/ 2698100 w 2912392"/>
                <a:gd name="connsiteY277" fmla="*/ 188795 h 192000"/>
                <a:gd name="connsiteX278" fmla="*/ 2707844 w 2912392"/>
                <a:gd name="connsiteY278" fmla="*/ 187447 h 192000"/>
                <a:gd name="connsiteX279" fmla="*/ 2717588 w 2912392"/>
                <a:gd name="connsiteY279" fmla="*/ 185857 h 192000"/>
                <a:gd name="connsiteX280" fmla="*/ 2727332 w 2912392"/>
                <a:gd name="connsiteY280" fmla="*/ 184025 h 192000"/>
                <a:gd name="connsiteX281" fmla="*/ 2737076 w 2912392"/>
                <a:gd name="connsiteY281" fmla="*/ 181949 h 192000"/>
                <a:gd name="connsiteX282" fmla="*/ 2746805 w 2912392"/>
                <a:gd name="connsiteY282" fmla="*/ 179628 h 192000"/>
                <a:gd name="connsiteX283" fmla="*/ 2756549 w 2912392"/>
                <a:gd name="connsiteY283" fmla="*/ 177061 h 192000"/>
                <a:gd name="connsiteX284" fmla="*/ 2766293 w 2912392"/>
                <a:gd name="connsiteY284" fmla="*/ 174250 h 192000"/>
                <a:gd name="connsiteX285" fmla="*/ 2776037 w 2912392"/>
                <a:gd name="connsiteY285" fmla="*/ 171191 h 192000"/>
                <a:gd name="connsiteX286" fmla="*/ 2785766 w 2912392"/>
                <a:gd name="connsiteY286" fmla="*/ 167888 h 192000"/>
                <a:gd name="connsiteX287" fmla="*/ 2795510 w 2912392"/>
                <a:gd name="connsiteY287" fmla="*/ 164342 h 192000"/>
                <a:gd name="connsiteX288" fmla="*/ 2805254 w 2912392"/>
                <a:gd name="connsiteY288" fmla="*/ 160551 h 192000"/>
                <a:gd name="connsiteX289" fmla="*/ 2814998 w 2912392"/>
                <a:gd name="connsiteY289" fmla="*/ 156520 h 192000"/>
                <a:gd name="connsiteX290" fmla="*/ 2824727 w 2912392"/>
                <a:gd name="connsiteY290" fmla="*/ 152250 h 192000"/>
                <a:gd name="connsiteX291" fmla="*/ 2834471 w 2912392"/>
                <a:gd name="connsiteY291" fmla="*/ 147741 h 192000"/>
                <a:gd name="connsiteX292" fmla="*/ 2844215 w 2912392"/>
                <a:gd name="connsiteY292" fmla="*/ 142999 h 192000"/>
                <a:gd name="connsiteX293" fmla="*/ 2853958 w 2912392"/>
                <a:gd name="connsiteY293" fmla="*/ 138026 h 192000"/>
                <a:gd name="connsiteX294" fmla="*/ 2863687 w 2912392"/>
                <a:gd name="connsiteY294" fmla="*/ 132823 h 192000"/>
                <a:gd name="connsiteX295" fmla="*/ 2873431 w 2912392"/>
                <a:gd name="connsiteY295" fmla="*/ 127397 h 192000"/>
                <a:gd name="connsiteX296" fmla="*/ 2883175 w 2912392"/>
                <a:gd name="connsiteY296" fmla="*/ 121749 h 192000"/>
                <a:gd name="connsiteX297" fmla="*/ 2892919 w 2912392"/>
                <a:gd name="connsiteY297" fmla="*/ 115886 h 192000"/>
                <a:gd name="connsiteX298" fmla="*/ 2902663 w 2912392"/>
                <a:gd name="connsiteY298" fmla="*/ 109810 h 192000"/>
                <a:gd name="connsiteX299" fmla="*/ 2912392 w 2912392"/>
                <a:gd name="connsiteY299" fmla="*/ 103527 h 192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192000">
                  <a:moveTo>
                    <a:pt x="0" y="167833"/>
                  </a:moveTo>
                  <a:lnTo>
                    <a:pt x="9739" y="169744"/>
                  </a:lnTo>
                  <a:lnTo>
                    <a:pt x="19480" y="171383"/>
                  </a:lnTo>
                  <a:lnTo>
                    <a:pt x="29221" y="172757"/>
                  </a:lnTo>
                  <a:lnTo>
                    <a:pt x="38961" y="173867"/>
                  </a:lnTo>
                  <a:lnTo>
                    <a:pt x="48702" y="174720"/>
                  </a:lnTo>
                  <a:lnTo>
                    <a:pt x="58443" y="175324"/>
                  </a:lnTo>
                  <a:lnTo>
                    <a:pt x="68182" y="175683"/>
                  </a:lnTo>
                  <a:lnTo>
                    <a:pt x="77923" y="175804"/>
                  </a:lnTo>
                  <a:lnTo>
                    <a:pt x="87664" y="175692"/>
                  </a:lnTo>
                  <a:lnTo>
                    <a:pt x="97404" y="175358"/>
                  </a:lnTo>
                  <a:lnTo>
                    <a:pt x="107145" y="174808"/>
                  </a:lnTo>
                  <a:lnTo>
                    <a:pt x="116886" y="174051"/>
                  </a:lnTo>
                  <a:lnTo>
                    <a:pt x="126625" y="173098"/>
                  </a:lnTo>
                  <a:lnTo>
                    <a:pt x="136366" y="171954"/>
                  </a:lnTo>
                  <a:lnTo>
                    <a:pt x="146107" y="170631"/>
                  </a:lnTo>
                  <a:lnTo>
                    <a:pt x="155846" y="169138"/>
                  </a:lnTo>
                  <a:lnTo>
                    <a:pt x="165587" y="167485"/>
                  </a:lnTo>
                  <a:lnTo>
                    <a:pt x="175328" y="165684"/>
                  </a:lnTo>
                  <a:lnTo>
                    <a:pt x="185068" y="163743"/>
                  </a:lnTo>
                  <a:lnTo>
                    <a:pt x="194809" y="161676"/>
                  </a:lnTo>
                  <a:lnTo>
                    <a:pt x="204550" y="159491"/>
                  </a:lnTo>
                  <a:lnTo>
                    <a:pt x="214289" y="157202"/>
                  </a:lnTo>
                  <a:lnTo>
                    <a:pt x="224030" y="154818"/>
                  </a:lnTo>
                  <a:lnTo>
                    <a:pt x="233771" y="152351"/>
                  </a:lnTo>
                  <a:lnTo>
                    <a:pt x="243510" y="149814"/>
                  </a:lnTo>
                  <a:lnTo>
                    <a:pt x="253251" y="147218"/>
                  </a:lnTo>
                  <a:lnTo>
                    <a:pt x="262992" y="144574"/>
                  </a:lnTo>
                  <a:lnTo>
                    <a:pt x="272732" y="141893"/>
                  </a:lnTo>
                  <a:lnTo>
                    <a:pt x="282473" y="139188"/>
                  </a:lnTo>
                  <a:lnTo>
                    <a:pt x="292214" y="136469"/>
                  </a:lnTo>
                  <a:lnTo>
                    <a:pt x="301953" y="133748"/>
                  </a:lnTo>
                  <a:lnTo>
                    <a:pt x="311694" y="131038"/>
                  </a:lnTo>
                  <a:lnTo>
                    <a:pt x="321435" y="128347"/>
                  </a:lnTo>
                  <a:lnTo>
                    <a:pt x="331175" y="125686"/>
                  </a:lnTo>
                  <a:lnTo>
                    <a:pt x="340916" y="123069"/>
                  </a:lnTo>
                  <a:lnTo>
                    <a:pt x="350656" y="120503"/>
                  </a:lnTo>
                  <a:lnTo>
                    <a:pt x="360396" y="117998"/>
                  </a:lnTo>
                  <a:lnTo>
                    <a:pt x="370137" y="115566"/>
                  </a:lnTo>
                  <a:lnTo>
                    <a:pt x="379878" y="113213"/>
                  </a:lnTo>
                  <a:lnTo>
                    <a:pt x="389617" y="110950"/>
                  </a:lnTo>
                  <a:lnTo>
                    <a:pt x="399358" y="108786"/>
                  </a:lnTo>
                  <a:lnTo>
                    <a:pt x="409099" y="106727"/>
                  </a:lnTo>
                  <a:lnTo>
                    <a:pt x="418839" y="104783"/>
                  </a:lnTo>
                  <a:lnTo>
                    <a:pt x="428580" y="102961"/>
                  </a:lnTo>
                  <a:lnTo>
                    <a:pt x="438321" y="101264"/>
                  </a:lnTo>
                  <a:lnTo>
                    <a:pt x="448060" y="99703"/>
                  </a:lnTo>
                  <a:lnTo>
                    <a:pt x="457801" y="98278"/>
                  </a:lnTo>
                  <a:lnTo>
                    <a:pt x="467542" y="97000"/>
                  </a:lnTo>
                  <a:lnTo>
                    <a:pt x="477281" y="95869"/>
                  </a:lnTo>
                  <a:lnTo>
                    <a:pt x="487022" y="94890"/>
                  </a:lnTo>
                  <a:lnTo>
                    <a:pt x="496763" y="94068"/>
                  </a:lnTo>
                  <a:lnTo>
                    <a:pt x="506503" y="93403"/>
                  </a:lnTo>
                  <a:lnTo>
                    <a:pt x="516244" y="92898"/>
                  </a:lnTo>
                  <a:lnTo>
                    <a:pt x="525985" y="92557"/>
                  </a:lnTo>
                  <a:lnTo>
                    <a:pt x="535724" y="92377"/>
                  </a:lnTo>
                  <a:lnTo>
                    <a:pt x="545465" y="92360"/>
                  </a:lnTo>
                  <a:lnTo>
                    <a:pt x="555206" y="92505"/>
                  </a:lnTo>
                  <a:lnTo>
                    <a:pt x="564946" y="92812"/>
                  </a:lnTo>
                  <a:lnTo>
                    <a:pt x="574687" y="93278"/>
                  </a:lnTo>
                  <a:lnTo>
                    <a:pt x="584428" y="93904"/>
                  </a:lnTo>
                  <a:lnTo>
                    <a:pt x="594167" y="94683"/>
                  </a:lnTo>
                  <a:lnTo>
                    <a:pt x="603908" y="95614"/>
                  </a:lnTo>
                  <a:lnTo>
                    <a:pt x="613649" y="96693"/>
                  </a:lnTo>
                  <a:lnTo>
                    <a:pt x="623388" y="97916"/>
                  </a:lnTo>
                  <a:lnTo>
                    <a:pt x="633129" y="99278"/>
                  </a:lnTo>
                  <a:lnTo>
                    <a:pt x="642870" y="100772"/>
                  </a:lnTo>
                  <a:lnTo>
                    <a:pt x="652610" y="102393"/>
                  </a:lnTo>
                  <a:lnTo>
                    <a:pt x="662351" y="104136"/>
                  </a:lnTo>
                  <a:lnTo>
                    <a:pt x="672092" y="105994"/>
                  </a:lnTo>
                  <a:lnTo>
                    <a:pt x="681831" y="107958"/>
                  </a:lnTo>
                  <a:lnTo>
                    <a:pt x="691572" y="110023"/>
                  </a:lnTo>
                  <a:lnTo>
                    <a:pt x="701313" y="112177"/>
                  </a:lnTo>
                  <a:lnTo>
                    <a:pt x="711052" y="114417"/>
                  </a:lnTo>
                  <a:lnTo>
                    <a:pt x="720793" y="116732"/>
                  </a:lnTo>
                  <a:lnTo>
                    <a:pt x="730534" y="119113"/>
                  </a:lnTo>
                  <a:lnTo>
                    <a:pt x="740274" y="121552"/>
                  </a:lnTo>
                  <a:lnTo>
                    <a:pt x="750015" y="124038"/>
                  </a:lnTo>
                  <a:lnTo>
                    <a:pt x="759756" y="126564"/>
                  </a:lnTo>
                  <a:lnTo>
                    <a:pt x="769495" y="129119"/>
                  </a:lnTo>
                  <a:lnTo>
                    <a:pt x="779236" y="131695"/>
                  </a:lnTo>
                  <a:lnTo>
                    <a:pt x="788977" y="134282"/>
                  </a:lnTo>
                  <a:lnTo>
                    <a:pt x="798717" y="136868"/>
                  </a:lnTo>
                  <a:lnTo>
                    <a:pt x="808458" y="139447"/>
                  </a:lnTo>
                  <a:lnTo>
                    <a:pt x="818199" y="142007"/>
                  </a:lnTo>
                  <a:lnTo>
                    <a:pt x="827938" y="144539"/>
                  </a:lnTo>
                  <a:lnTo>
                    <a:pt x="837679" y="147037"/>
                  </a:lnTo>
                  <a:lnTo>
                    <a:pt x="847420" y="149486"/>
                  </a:lnTo>
                  <a:lnTo>
                    <a:pt x="857159" y="151882"/>
                  </a:lnTo>
                  <a:lnTo>
                    <a:pt x="866900" y="154212"/>
                  </a:lnTo>
                  <a:lnTo>
                    <a:pt x="876641" y="156471"/>
                  </a:lnTo>
                  <a:lnTo>
                    <a:pt x="886381" y="158647"/>
                  </a:lnTo>
                  <a:lnTo>
                    <a:pt x="896122" y="160736"/>
                  </a:lnTo>
                  <a:lnTo>
                    <a:pt x="905863" y="162728"/>
                  </a:lnTo>
                  <a:lnTo>
                    <a:pt x="915602" y="164616"/>
                  </a:lnTo>
                  <a:lnTo>
                    <a:pt x="925343" y="166392"/>
                  </a:lnTo>
                  <a:lnTo>
                    <a:pt x="935084" y="168052"/>
                  </a:lnTo>
                  <a:lnTo>
                    <a:pt x="944824" y="169586"/>
                  </a:lnTo>
                  <a:lnTo>
                    <a:pt x="954564" y="170991"/>
                  </a:lnTo>
                  <a:lnTo>
                    <a:pt x="964305" y="172261"/>
                  </a:lnTo>
                  <a:lnTo>
                    <a:pt x="974045" y="173390"/>
                  </a:lnTo>
                  <a:lnTo>
                    <a:pt x="983786" y="174375"/>
                  </a:lnTo>
                  <a:lnTo>
                    <a:pt x="993522" y="175209"/>
                  </a:lnTo>
                  <a:lnTo>
                    <a:pt x="1003266" y="175893"/>
                  </a:lnTo>
                  <a:lnTo>
                    <a:pt x="1013010" y="176420"/>
                  </a:lnTo>
                  <a:lnTo>
                    <a:pt x="1022754" y="176790"/>
                  </a:lnTo>
                  <a:lnTo>
                    <a:pt x="1032483" y="177000"/>
                  </a:lnTo>
                  <a:lnTo>
                    <a:pt x="1042227" y="177048"/>
                  </a:lnTo>
                  <a:lnTo>
                    <a:pt x="1051971" y="176933"/>
                  </a:lnTo>
                  <a:lnTo>
                    <a:pt x="1061715" y="176654"/>
                  </a:lnTo>
                  <a:lnTo>
                    <a:pt x="1071444" y="176213"/>
                  </a:lnTo>
                  <a:lnTo>
                    <a:pt x="1081188" y="175608"/>
                  </a:lnTo>
                  <a:lnTo>
                    <a:pt x="1090932" y="174841"/>
                  </a:lnTo>
                  <a:lnTo>
                    <a:pt x="1100676" y="173913"/>
                  </a:lnTo>
                  <a:lnTo>
                    <a:pt x="1110405" y="172825"/>
                  </a:lnTo>
                  <a:lnTo>
                    <a:pt x="1120149" y="171581"/>
                  </a:lnTo>
                  <a:lnTo>
                    <a:pt x="1129893" y="170184"/>
                  </a:lnTo>
                  <a:lnTo>
                    <a:pt x="1139637" y="168634"/>
                  </a:lnTo>
                  <a:lnTo>
                    <a:pt x="1149381" y="166937"/>
                  </a:lnTo>
                  <a:lnTo>
                    <a:pt x="1159110" y="165097"/>
                  </a:lnTo>
                  <a:lnTo>
                    <a:pt x="1168854" y="163117"/>
                  </a:lnTo>
                  <a:lnTo>
                    <a:pt x="1178598" y="161003"/>
                  </a:lnTo>
                  <a:lnTo>
                    <a:pt x="1188341" y="158758"/>
                  </a:lnTo>
                  <a:lnTo>
                    <a:pt x="1198070" y="156389"/>
                  </a:lnTo>
                  <a:lnTo>
                    <a:pt x="1207814" y="153899"/>
                  </a:lnTo>
                  <a:lnTo>
                    <a:pt x="1217558" y="151298"/>
                  </a:lnTo>
                  <a:lnTo>
                    <a:pt x="1227302" y="148588"/>
                  </a:lnTo>
                  <a:lnTo>
                    <a:pt x="1237031" y="145776"/>
                  </a:lnTo>
                  <a:lnTo>
                    <a:pt x="1246775" y="142871"/>
                  </a:lnTo>
                  <a:lnTo>
                    <a:pt x="1256519" y="139876"/>
                  </a:lnTo>
                  <a:lnTo>
                    <a:pt x="1266263" y="136799"/>
                  </a:lnTo>
                  <a:lnTo>
                    <a:pt x="1276007" y="133648"/>
                  </a:lnTo>
                  <a:lnTo>
                    <a:pt x="1285736" y="130429"/>
                  </a:lnTo>
                  <a:lnTo>
                    <a:pt x="1295480" y="127148"/>
                  </a:lnTo>
                  <a:lnTo>
                    <a:pt x="1305224" y="123814"/>
                  </a:lnTo>
                  <a:lnTo>
                    <a:pt x="1314968" y="120431"/>
                  </a:lnTo>
                  <a:lnTo>
                    <a:pt x="1324697" y="117009"/>
                  </a:lnTo>
                  <a:lnTo>
                    <a:pt x="1334441" y="113553"/>
                  </a:lnTo>
                  <a:lnTo>
                    <a:pt x="1344185" y="110071"/>
                  </a:lnTo>
                  <a:lnTo>
                    <a:pt x="1353929" y="106568"/>
                  </a:lnTo>
                  <a:lnTo>
                    <a:pt x="1363658" y="103053"/>
                  </a:lnTo>
                  <a:lnTo>
                    <a:pt x="1373402" y="99531"/>
                  </a:lnTo>
                  <a:lnTo>
                    <a:pt x="1383146" y="96009"/>
                  </a:lnTo>
                  <a:lnTo>
                    <a:pt x="1392890" y="92493"/>
                  </a:lnTo>
                  <a:lnTo>
                    <a:pt x="1402619" y="88990"/>
                  </a:lnTo>
                  <a:lnTo>
                    <a:pt x="1412363" y="85505"/>
                  </a:lnTo>
                  <a:lnTo>
                    <a:pt x="1422106" y="82044"/>
                  </a:lnTo>
                  <a:lnTo>
                    <a:pt x="1431850" y="78613"/>
                  </a:lnTo>
                  <a:lnTo>
                    <a:pt x="1441594" y="75216"/>
                  </a:lnTo>
                  <a:lnTo>
                    <a:pt x="1451323" y="71859"/>
                  </a:lnTo>
                  <a:lnTo>
                    <a:pt x="1461067" y="68547"/>
                  </a:lnTo>
                  <a:lnTo>
                    <a:pt x="1470811" y="65284"/>
                  </a:lnTo>
                  <a:lnTo>
                    <a:pt x="1480555" y="62075"/>
                  </a:lnTo>
                  <a:lnTo>
                    <a:pt x="1490284" y="58924"/>
                  </a:lnTo>
                  <a:lnTo>
                    <a:pt x="1500028" y="55834"/>
                  </a:lnTo>
                  <a:lnTo>
                    <a:pt x="1509772" y="52809"/>
                  </a:lnTo>
                  <a:lnTo>
                    <a:pt x="1519516" y="49853"/>
                  </a:lnTo>
                  <a:lnTo>
                    <a:pt x="1529245" y="46969"/>
                  </a:lnTo>
                  <a:lnTo>
                    <a:pt x="1538989" y="44158"/>
                  </a:lnTo>
                  <a:lnTo>
                    <a:pt x="1548733" y="41424"/>
                  </a:lnTo>
                  <a:lnTo>
                    <a:pt x="1558477" y="38770"/>
                  </a:lnTo>
                  <a:lnTo>
                    <a:pt x="1568221" y="36196"/>
                  </a:lnTo>
                  <a:lnTo>
                    <a:pt x="1577950" y="33706"/>
                  </a:lnTo>
                  <a:lnTo>
                    <a:pt x="1587694" y="31300"/>
                  </a:lnTo>
                  <a:lnTo>
                    <a:pt x="1597438" y="28980"/>
                  </a:lnTo>
                  <a:lnTo>
                    <a:pt x="1607182" y="26747"/>
                  </a:lnTo>
                  <a:lnTo>
                    <a:pt x="1616911" y="24603"/>
                  </a:lnTo>
                  <a:lnTo>
                    <a:pt x="1626655" y="22547"/>
                  </a:lnTo>
                  <a:lnTo>
                    <a:pt x="1636399" y="20581"/>
                  </a:lnTo>
                  <a:lnTo>
                    <a:pt x="1646142" y="18704"/>
                  </a:lnTo>
                  <a:lnTo>
                    <a:pt x="1655872" y="16919"/>
                  </a:lnTo>
                  <a:lnTo>
                    <a:pt x="1665616" y="15224"/>
                  </a:lnTo>
                  <a:lnTo>
                    <a:pt x="1675359" y="13619"/>
                  </a:lnTo>
                  <a:lnTo>
                    <a:pt x="1685103" y="12105"/>
                  </a:lnTo>
                  <a:lnTo>
                    <a:pt x="1694832" y="10683"/>
                  </a:lnTo>
                  <a:lnTo>
                    <a:pt x="1704576" y="9349"/>
                  </a:lnTo>
                  <a:lnTo>
                    <a:pt x="1714320" y="8107"/>
                  </a:lnTo>
                  <a:lnTo>
                    <a:pt x="1724064" y="6953"/>
                  </a:lnTo>
                  <a:lnTo>
                    <a:pt x="1733808" y="5891"/>
                  </a:lnTo>
                  <a:lnTo>
                    <a:pt x="1743537" y="4917"/>
                  </a:lnTo>
                  <a:lnTo>
                    <a:pt x="1753281" y="4032"/>
                  </a:lnTo>
                  <a:lnTo>
                    <a:pt x="1763025" y="3235"/>
                  </a:lnTo>
                  <a:lnTo>
                    <a:pt x="1772769" y="2525"/>
                  </a:lnTo>
                  <a:lnTo>
                    <a:pt x="1782498" y="1904"/>
                  </a:lnTo>
                  <a:lnTo>
                    <a:pt x="1792242" y="1371"/>
                  </a:lnTo>
                  <a:lnTo>
                    <a:pt x="1801986" y="925"/>
                  </a:lnTo>
                  <a:lnTo>
                    <a:pt x="1811730" y="566"/>
                  </a:lnTo>
                  <a:lnTo>
                    <a:pt x="1821459" y="295"/>
                  </a:lnTo>
                  <a:lnTo>
                    <a:pt x="1831203" y="109"/>
                  </a:lnTo>
                  <a:lnTo>
                    <a:pt x="1840947" y="12"/>
                  </a:lnTo>
                  <a:lnTo>
                    <a:pt x="1850691" y="0"/>
                  </a:lnTo>
                  <a:lnTo>
                    <a:pt x="1860435" y="76"/>
                  </a:lnTo>
                  <a:lnTo>
                    <a:pt x="1870164" y="238"/>
                  </a:lnTo>
                  <a:lnTo>
                    <a:pt x="1879908" y="489"/>
                  </a:lnTo>
                  <a:lnTo>
                    <a:pt x="1889652" y="827"/>
                  </a:lnTo>
                  <a:lnTo>
                    <a:pt x="1899395" y="1255"/>
                  </a:lnTo>
                  <a:lnTo>
                    <a:pt x="1909124" y="1769"/>
                  </a:lnTo>
                  <a:lnTo>
                    <a:pt x="1918868" y="2373"/>
                  </a:lnTo>
                  <a:lnTo>
                    <a:pt x="1928612" y="3066"/>
                  </a:lnTo>
                  <a:lnTo>
                    <a:pt x="1938356" y="3850"/>
                  </a:lnTo>
                  <a:lnTo>
                    <a:pt x="1948085" y="4726"/>
                  </a:lnTo>
                  <a:lnTo>
                    <a:pt x="1957829" y="5691"/>
                  </a:lnTo>
                  <a:lnTo>
                    <a:pt x="1967573" y="6749"/>
                  </a:lnTo>
                  <a:lnTo>
                    <a:pt x="1977317" y="7901"/>
                  </a:lnTo>
                  <a:lnTo>
                    <a:pt x="1987046" y="9145"/>
                  </a:lnTo>
                  <a:lnTo>
                    <a:pt x="1996790" y="10483"/>
                  </a:lnTo>
                  <a:lnTo>
                    <a:pt x="2006534" y="11916"/>
                  </a:lnTo>
                  <a:lnTo>
                    <a:pt x="2016278" y="13445"/>
                  </a:lnTo>
                  <a:lnTo>
                    <a:pt x="2026022" y="15069"/>
                  </a:lnTo>
                  <a:lnTo>
                    <a:pt x="2035751" y="16788"/>
                  </a:lnTo>
                  <a:lnTo>
                    <a:pt x="2045495" y="18603"/>
                  </a:lnTo>
                  <a:lnTo>
                    <a:pt x="2055239" y="20516"/>
                  </a:lnTo>
                  <a:lnTo>
                    <a:pt x="2064983" y="22524"/>
                  </a:lnTo>
                  <a:lnTo>
                    <a:pt x="2074712" y="24630"/>
                  </a:lnTo>
                  <a:lnTo>
                    <a:pt x="2084456" y="26830"/>
                  </a:lnTo>
                  <a:lnTo>
                    <a:pt x="2094200" y="29126"/>
                  </a:lnTo>
                  <a:lnTo>
                    <a:pt x="2103944" y="31519"/>
                  </a:lnTo>
                  <a:lnTo>
                    <a:pt x="2113673" y="34004"/>
                  </a:lnTo>
                  <a:lnTo>
                    <a:pt x="2123417" y="36583"/>
                  </a:lnTo>
                  <a:lnTo>
                    <a:pt x="2133161" y="39254"/>
                  </a:lnTo>
                  <a:lnTo>
                    <a:pt x="2142905" y="42017"/>
                  </a:lnTo>
                  <a:lnTo>
                    <a:pt x="2152649" y="44867"/>
                  </a:lnTo>
                  <a:lnTo>
                    <a:pt x="2162377" y="47805"/>
                  </a:lnTo>
                  <a:lnTo>
                    <a:pt x="2172121" y="50826"/>
                  </a:lnTo>
                  <a:lnTo>
                    <a:pt x="2181865" y="53931"/>
                  </a:lnTo>
                  <a:lnTo>
                    <a:pt x="2191609" y="57115"/>
                  </a:lnTo>
                  <a:lnTo>
                    <a:pt x="2201338" y="60377"/>
                  </a:lnTo>
                  <a:lnTo>
                    <a:pt x="2211082" y="63710"/>
                  </a:lnTo>
                  <a:lnTo>
                    <a:pt x="2220826" y="67113"/>
                  </a:lnTo>
                  <a:lnTo>
                    <a:pt x="2230570" y="70582"/>
                  </a:lnTo>
                  <a:lnTo>
                    <a:pt x="2240299" y="74112"/>
                  </a:lnTo>
                  <a:lnTo>
                    <a:pt x="2250043" y="77700"/>
                  </a:lnTo>
                  <a:lnTo>
                    <a:pt x="2259787" y="81338"/>
                  </a:lnTo>
                  <a:lnTo>
                    <a:pt x="2269531" y="85024"/>
                  </a:lnTo>
                  <a:lnTo>
                    <a:pt x="2279260" y="88753"/>
                  </a:lnTo>
                  <a:lnTo>
                    <a:pt x="2289004" y="92517"/>
                  </a:lnTo>
                  <a:lnTo>
                    <a:pt x="2298748" y="96311"/>
                  </a:lnTo>
                  <a:lnTo>
                    <a:pt x="2308492" y="100132"/>
                  </a:lnTo>
                  <a:lnTo>
                    <a:pt x="2318236" y="103968"/>
                  </a:lnTo>
                  <a:lnTo>
                    <a:pt x="2327965" y="107816"/>
                  </a:lnTo>
                  <a:lnTo>
                    <a:pt x="2337709" y="111669"/>
                  </a:lnTo>
                  <a:lnTo>
                    <a:pt x="2347453" y="115519"/>
                  </a:lnTo>
                  <a:lnTo>
                    <a:pt x="2357197" y="119360"/>
                  </a:lnTo>
                  <a:lnTo>
                    <a:pt x="2366926" y="123185"/>
                  </a:lnTo>
                  <a:lnTo>
                    <a:pt x="2376670" y="126984"/>
                  </a:lnTo>
                  <a:lnTo>
                    <a:pt x="2386413" y="130752"/>
                  </a:lnTo>
                  <a:lnTo>
                    <a:pt x="2396157" y="134480"/>
                  </a:lnTo>
                  <a:lnTo>
                    <a:pt x="2405886" y="138160"/>
                  </a:lnTo>
                  <a:lnTo>
                    <a:pt x="2415630" y="141785"/>
                  </a:lnTo>
                  <a:lnTo>
                    <a:pt x="2425374" y="145346"/>
                  </a:lnTo>
                  <a:lnTo>
                    <a:pt x="2435118" y="148835"/>
                  </a:lnTo>
                  <a:lnTo>
                    <a:pt x="2444862" y="152244"/>
                  </a:lnTo>
                  <a:lnTo>
                    <a:pt x="2454591" y="155566"/>
                  </a:lnTo>
                  <a:lnTo>
                    <a:pt x="2464335" y="158792"/>
                  </a:lnTo>
                  <a:lnTo>
                    <a:pt x="2474079" y="161915"/>
                  </a:lnTo>
                  <a:lnTo>
                    <a:pt x="2483823" y="164924"/>
                  </a:lnTo>
                  <a:lnTo>
                    <a:pt x="2493552" y="167816"/>
                  </a:lnTo>
                  <a:lnTo>
                    <a:pt x="2503296" y="170580"/>
                  </a:lnTo>
                  <a:lnTo>
                    <a:pt x="2513040" y="173208"/>
                  </a:lnTo>
                  <a:lnTo>
                    <a:pt x="2522784" y="175695"/>
                  </a:lnTo>
                  <a:lnTo>
                    <a:pt x="2532513" y="178032"/>
                  </a:lnTo>
                  <a:lnTo>
                    <a:pt x="2542257" y="180212"/>
                  </a:lnTo>
                  <a:lnTo>
                    <a:pt x="2552001" y="182228"/>
                  </a:lnTo>
                  <a:lnTo>
                    <a:pt x="2561745" y="184072"/>
                  </a:lnTo>
                  <a:lnTo>
                    <a:pt x="2571474" y="185741"/>
                  </a:lnTo>
                  <a:lnTo>
                    <a:pt x="2581218" y="187225"/>
                  </a:lnTo>
                  <a:lnTo>
                    <a:pt x="2590962" y="188520"/>
                  </a:lnTo>
                  <a:lnTo>
                    <a:pt x="2600705" y="189619"/>
                  </a:lnTo>
                  <a:lnTo>
                    <a:pt x="2610449" y="190518"/>
                  </a:lnTo>
                  <a:lnTo>
                    <a:pt x="2620178" y="191209"/>
                  </a:lnTo>
                  <a:lnTo>
                    <a:pt x="2629922" y="191690"/>
                  </a:lnTo>
                  <a:lnTo>
                    <a:pt x="2639666" y="191956"/>
                  </a:lnTo>
                  <a:lnTo>
                    <a:pt x="2649410" y="192000"/>
                  </a:lnTo>
                  <a:lnTo>
                    <a:pt x="2659139" y="191821"/>
                  </a:lnTo>
                  <a:lnTo>
                    <a:pt x="2668883" y="191415"/>
                  </a:lnTo>
                  <a:lnTo>
                    <a:pt x="2678627" y="190776"/>
                  </a:lnTo>
                  <a:lnTo>
                    <a:pt x="2688371" y="189904"/>
                  </a:lnTo>
                  <a:lnTo>
                    <a:pt x="2698100" y="188795"/>
                  </a:lnTo>
                  <a:lnTo>
                    <a:pt x="2707844" y="187447"/>
                  </a:lnTo>
                  <a:lnTo>
                    <a:pt x="2717588" y="185857"/>
                  </a:lnTo>
                  <a:lnTo>
                    <a:pt x="2727332" y="184025"/>
                  </a:lnTo>
                  <a:lnTo>
                    <a:pt x="2737076" y="181949"/>
                  </a:lnTo>
                  <a:lnTo>
                    <a:pt x="2746805" y="179628"/>
                  </a:lnTo>
                  <a:lnTo>
                    <a:pt x="2756549" y="177061"/>
                  </a:lnTo>
                  <a:lnTo>
                    <a:pt x="2766293" y="174250"/>
                  </a:lnTo>
                  <a:lnTo>
                    <a:pt x="2776037" y="171191"/>
                  </a:lnTo>
                  <a:lnTo>
                    <a:pt x="2785766" y="167888"/>
                  </a:lnTo>
                  <a:lnTo>
                    <a:pt x="2795510" y="164342"/>
                  </a:lnTo>
                  <a:lnTo>
                    <a:pt x="2805254" y="160551"/>
                  </a:lnTo>
                  <a:lnTo>
                    <a:pt x="2814998" y="156520"/>
                  </a:lnTo>
                  <a:lnTo>
                    <a:pt x="2824727" y="152250"/>
                  </a:lnTo>
                  <a:lnTo>
                    <a:pt x="2834471" y="147741"/>
                  </a:lnTo>
                  <a:lnTo>
                    <a:pt x="2844215" y="142999"/>
                  </a:lnTo>
                  <a:lnTo>
                    <a:pt x="2853958" y="138026"/>
                  </a:lnTo>
                  <a:lnTo>
                    <a:pt x="2863687" y="132823"/>
                  </a:lnTo>
                  <a:lnTo>
                    <a:pt x="2873431" y="127397"/>
                  </a:lnTo>
                  <a:lnTo>
                    <a:pt x="2883175" y="121749"/>
                  </a:lnTo>
                  <a:lnTo>
                    <a:pt x="2892919" y="115886"/>
                  </a:lnTo>
                  <a:lnTo>
                    <a:pt x="2902663" y="109810"/>
                  </a:lnTo>
                  <a:lnTo>
                    <a:pt x="2912392" y="10352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8" name="Freeform 617">
              <a:extLst>
                <a:ext uri="{FF2B5EF4-FFF2-40B4-BE49-F238E27FC236}">
                  <a16:creationId xmlns:a16="http://schemas.microsoft.com/office/drawing/2014/main" id="{C950A05B-BEEC-DB58-725A-EFB6D58ED1A0}"/>
                </a:ext>
              </a:extLst>
            </p:cNvPr>
            <p:cNvSpPr/>
            <p:nvPr/>
          </p:nvSpPr>
          <p:spPr>
            <a:xfrm>
              <a:off x="576446" y="3770134"/>
              <a:ext cx="2912392" cy="237418"/>
            </a:xfrm>
            <a:custGeom>
              <a:avLst/>
              <a:gdLst>
                <a:gd name="connsiteX0" fmla="*/ 0 w 2912392"/>
                <a:gd name="connsiteY0" fmla="*/ 0 h 237418"/>
                <a:gd name="connsiteX1" fmla="*/ 9739 w 2912392"/>
                <a:gd name="connsiteY1" fmla="*/ 8625 h 237418"/>
                <a:gd name="connsiteX2" fmla="*/ 19480 w 2912392"/>
                <a:gd name="connsiteY2" fmla="*/ 17053 h 237418"/>
                <a:gd name="connsiteX3" fmla="*/ 29221 w 2912392"/>
                <a:gd name="connsiteY3" fmla="*/ 25279 h 237418"/>
                <a:gd name="connsiteX4" fmla="*/ 38961 w 2912392"/>
                <a:gd name="connsiteY4" fmla="*/ 33298 h 237418"/>
                <a:gd name="connsiteX5" fmla="*/ 48702 w 2912392"/>
                <a:gd name="connsiteY5" fmla="*/ 41106 h 237418"/>
                <a:gd name="connsiteX6" fmla="*/ 58443 w 2912392"/>
                <a:gd name="connsiteY6" fmla="*/ 48700 h 237418"/>
                <a:gd name="connsiteX7" fmla="*/ 68182 w 2912392"/>
                <a:gd name="connsiteY7" fmla="*/ 56077 h 237418"/>
                <a:gd name="connsiteX8" fmla="*/ 77923 w 2912392"/>
                <a:gd name="connsiteY8" fmla="*/ 63230 h 237418"/>
                <a:gd name="connsiteX9" fmla="*/ 87664 w 2912392"/>
                <a:gd name="connsiteY9" fmla="*/ 70161 h 237418"/>
                <a:gd name="connsiteX10" fmla="*/ 97404 w 2912392"/>
                <a:gd name="connsiteY10" fmla="*/ 76865 h 237418"/>
                <a:gd name="connsiteX11" fmla="*/ 107145 w 2912392"/>
                <a:gd name="connsiteY11" fmla="*/ 83342 h 237418"/>
                <a:gd name="connsiteX12" fmla="*/ 116886 w 2912392"/>
                <a:gd name="connsiteY12" fmla="*/ 89589 h 237418"/>
                <a:gd name="connsiteX13" fmla="*/ 126625 w 2912392"/>
                <a:gd name="connsiteY13" fmla="*/ 95605 h 237418"/>
                <a:gd name="connsiteX14" fmla="*/ 136366 w 2912392"/>
                <a:gd name="connsiteY14" fmla="*/ 101392 h 237418"/>
                <a:gd name="connsiteX15" fmla="*/ 146107 w 2912392"/>
                <a:gd name="connsiteY15" fmla="*/ 106946 h 237418"/>
                <a:gd name="connsiteX16" fmla="*/ 155846 w 2912392"/>
                <a:gd name="connsiteY16" fmla="*/ 112271 h 237418"/>
                <a:gd name="connsiteX17" fmla="*/ 165587 w 2912392"/>
                <a:gd name="connsiteY17" fmla="*/ 117364 h 237418"/>
                <a:gd name="connsiteX18" fmla="*/ 175328 w 2912392"/>
                <a:gd name="connsiteY18" fmla="*/ 122228 h 237418"/>
                <a:gd name="connsiteX19" fmla="*/ 185068 w 2912392"/>
                <a:gd name="connsiteY19" fmla="*/ 126865 h 237418"/>
                <a:gd name="connsiteX20" fmla="*/ 194809 w 2912392"/>
                <a:gd name="connsiteY20" fmla="*/ 131275 h 237418"/>
                <a:gd name="connsiteX21" fmla="*/ 204550 w 2912392"/>
                <a:gd name="connsiteY21" fmla="*/ 135460 h 237418"/>
                <a:gd name="connsiteX22" fmla="*/ 214289 w 2912392"/>
                <a:gd name="connsiteY22" fmla="*/ 139423 h 237418"/>
                <a:gd name="connsiteX23" fmla="*/ 224030 w 2912392"/>
                <a:gd name="connsiteY23" fmla="*/ 143167 h 237418"/>
                <a:gd name="connsiteX24" fmla="*/ 233771 w 2912392"/>
                <a:gd name="connsiteY24" fmla="*/ 146695 h 237418"/>
                <a:gd name="connsiteX25" fmla="*/ 243510 w 2912392"/>
                <a:gd name="connsiteY25" fmla="*/ 150010 h 237418"/>
                <a:gd name="connsiteX26" fmla="*/ 253251 w 2912392"/>
                <a:gd name="connsiteY26" fmla="*/ 153115 h 237418"/>
                <a:gd name="connsiteX27" fmla="*/ 262992 w 2912392"/>
                <a:gd name="connsiteY27" fmla="*/ 156015 h 237418"/>
                <a:gd name="connsiteX28" fmla="*/ 272732 w 2912392"/>
                <a:gd name="connsiteY28" fmla="*/ 158713 h 237418"/>
                <a:gd name="connsiteX29" fmla="*/ 282473 w 2912392"/>
                <a:gd name="connsiteY29" fmla="*/ 161213 h 237418"/>
                <a:gd name="connsiteX30" fmla="*/ 292214 w 2912392"/>
                <a:gd name="connsiteY30" fmla="*/ 163522 h 237418"/>
                <a:gd name="connsiteX31" fmla="*/ 301953 w 2912392"/>
                <a:gd name="connsiteY31" fmla="*/ 165644 h 237418"/>
                <a:gd name="connsiteX32" fmla="*/ 311694 w 2912392"/>
                <a:gd name="connsiteY32" fmla="*/ 167582 h 237418"/>
                <a:gd name="connsiteX33" fmla="*/ 321435 w 2912392"/>
                <a:gd name="connsiteY33" fmla="*/ 169345 h 237418"/>
                <a:gd name="connsiteX34" fmla="*/ 331175 w 2912392"/>
                <a:gd name="connsiteY34" fmla="*/ 170936 h 237418"/>
                <a:gd name="connsiteX35" fmla="*/ 340916 w 2912392"/>
                <a:gd name="connsiteY35" fmla="*/ 172362 h 237418"/>
                <a:gd name="connsiteX36" fmla="*/ 350656 w 2912392"/>
                <a:gd name="connsiteY36" fmla="*/ 173628 h 237418"/>
                <a:gd name="connsiteX37" fmla="*/ 360396 w 2912392"/>
                <a:gd name="connsiteY37" fmla="*/ 174741 h 237418"/>
                <a:gd name="connsiteX38" fmla="*/ 370137 w 2912392"/>
                <a:gd name="connsiteY38" fmla="*/ 175708 h 237418"/>
                <a:gd name="connsiteX39" fmla="*/ 379878 w 2912392"/>
                <a:gd name="connsiteY39" fmla="*/ 176532 h 237418"/>
                <a:gd name="connsiteX40" fmla="*/ 389617 w 2912392"/>
                <a:gd name="connsiteY40" fmla="*/ 177223 h 237418"/>
                <a:gd name="connsiteX41" fmla="*/ 399358 w 2912392"/>
                <a:gd name="connsiteY41" fmla="*/ 177787 h 237418"/>
                <a:gd name="connsiteX42" fmla="*/ 409099 w 2912392"/>
                <a:gd name="connsiteY42" fmla="*/ 178229 h 237418"/>
                <a:gd name="connsiteX43" fmla="*/ 418839 w 2912392"/>
                <a:gd name="connsiteY43" fmla="*/ 178558 h 237418"/>
                <a:gd name="connsiteX44" fmla="*/ 428580 w 2912392"/>
                <a:gd name="connsiteY44" fmla="*/ 178780 h 237418"/>
                <a:gd name="connsiteX45" fmla="*/ 438321 w 2912392"/>
                <a:gd name="connsiteY45" fmla="*/ 178902 h 237418"/>
                <a:gd name="connsiteX46" fmla="*/ 448060 w 2912392"/>
                <a:gd name="connsiteY46" fmla="*/ 178931 h 237418"/>
                <a:gd name="connsiteX47" fmla="*/ 457801 w 2912392"/>
                <a:gd name="connsiteY47" fmla="*/ 178874 h 237418"/>
                <a:gd name="connsiteX48" fmla="*/ 467542 w 2912392"/>
                <a:gd name="connsiteY48" fmla="*/ 178739 h 237418"/>
                <a:gd name="connsiteX49" fmla="*/ 477281 w 2912392"/>
                <a:gd name="connsiteY49" fmla="*/ 178532 h 237418"/>
                <a:gd name="connsiteX50" fmla="*/ 487022 w 2912392"/>
                <a:gd name="connsiteY50" fmla="*/ 178260 h 237418"/>
                <a:gd name="connsiteX51" fmla="*/ 496763 w 2912392"/>
                <a:gd name="connsiteY51" fmla="*/ 177931 h 237418"/>
                <a:gd name="connsiteX52" fmla="*/ 506503 w 2912392"/>
                <a:gd name="connsiteY52" fmla="*/ 177551 h 237418"/>
                <a:gd name="connsiteX53" fmla="*/ 516244 w 2912392"/>
                <a:gd name="connsiteY53" fmla="*/ 177128 h 237418"/>
                <a:gd name="connsiteX54" fmla="*/ 525985 w 2912392"/>
                <a:gd name="connsiteY54" fmla="*/ 176669 h 237418"/>
                <a:gd name="connsiteX55" fmla="*/ 535724 w 2912392"/>
                <a:gd name="connsiteY55" fmla="*/ 176180 h 237418"/>
                <a:gd name="connsiteX56" fmla="*/ 545465 w 2912392"/>
                <a:gd name="connsiteY56" fmla="*/ 175669 h 237418"/>
                <a:gd name="connsiteX57" fmla="*/ 555206 w 2912392"/>
                <a:gd name="connsiteY57" fmla="*/ 175142 h 237418"/>
                <a:gd name="connsiteX58" fmla="*/ 564946 w 2912392"/>
                <a:gd name="connsiteY58" fmla="*/ 174606 h 237418"/>
                <a:gd name="connsiteX59" fmla="*/ 574687 w 2912392"/>
                <a:gd name="connsiteY59" fmla="*/ 174066 h 237418"/>
                <a:gd name="connsiteX60" fmla="*/ 584428 w 2912392"/>
                <a:gd name="connsiteY60" fmla="*/ 173530 h 237418"/>
                <a:gd name="connsiteX61" fmla="*/ 594167 w 2912392"/>
                <a:gd name="connsiteY61" fmla="*/ 173004 h 237418"/>
                <a:gd name="connsiteX62" fmla="*/ 603908 w 2912392"/>
                <a:gd name="connsiteY62" fmla="*/ 172493 h 237418"/>
                <a:gd name="connsiteX63" fmla="*/ 613649 w 2912392"/>
                <a:gd name="connsiteY63" fmla="*/ 172003 h 237418"/>
                <a:gd name="connsiteX64" fmla="*/ 623388 w 2912392"/>
                <a:gd name="connsiteY64" fmla="*/ 171541 h 237418"/>
                <a:gd name="connsiteX65" fmla="*/ 633129 w 2912392"/>
                <a:gd name="connsiteY65" fmla="*/ 171112 h 237418"/>
                <a:gd name="connsiteX66" fmla="*/ 642870 w 2912392"/>
                <a:gd name="connsiteY66" fmla="*/ 170720 h 237418"/>
                <a:gd name="connsiteX67" fmla="*/ 652610 w 2912392"/>
                <a:gd name="connsiteY67" fmla="*/ 170370 h 237418"/>
                <a:gd name="connsiteX68" fmla="*/ 662351 w 2912392"/>
                <a:gd name="connsiteY68" fmla="*/ 170069 h 237418"/>
                <a:gd name="connsiteX69" fmla="*/ 672092 w 2912392"/>
                <a:gd name="connsiteY69" fmla="*/ 169819 h 237418"/>
                <a:gd name="connsiteX70" fmla="*/ 681831 w 2912392"/>
                <a:gd name="connsiteY70" fmla="*/ 169625 h 237418"/>
                <a:gd name="connsiteX71" fmla="*/ 691572 w 2912392"/>
                <a:gd name="connsiteY71" fmla="*/ 169491 h 237418"/>
                <a:gd name="connsiteX72" fmla="*/ 701313 w 2912392"/>
                <a:gd name="connsiteY72" fmla="*/ 169421 h 237418"/>
                <a:gd name="connsiteX73" fmla="*/ 711052 w 2912392"/>
                <a:gd name="connsiteY73" fmla="*/ 169418 h 237418"/>
                <a:gd name="connsiteX74" fmla="*/ 720793 w 2912392"/>
                <a:gd name="connsiteY74" fmla="*/ 169483 h 237418"/>
                <a:gd name="connsiteX75" fmla="*/ 730534 w 2912392"/>
                <a:gd name="connsiteY75" fmla="*/ 169623 h 237418"/>
                <a:gd name="connsiteX76" fmla="*/ 740274 w 2912392"/>
                <a:gd name="connsiteY76" fmla="*/ 169836 h 237418"/>
                <a:gd name="connsiteX77" fmla="*/ 750015 w 2912392"/>
                <a:gd name="connsiteY77" fmla="*/ 170128 h 237418"/>
                <a:gd name="connsiteX78" fmla="*/ 759756 w 2912392"/>
                <a:gd name="connsiteY78" fmla="*/ 170498 h 237418"/>
                <a:gd name="connsiteX79" fmla="*/ 769495 w 2912392"/>
                <a:gd name="connsiteY79" fmla="*/ 170948 h 237418"/>
                <a:gd name="connsiteX80" fmla="*/ 779236 w 2912392"/>
                <a:gd name="connsiteY80" fmla="*/ 171478 h 237418"/>
                <a:gd name="connsiteX81" fmla="*/ 788977 w 2912392"/>
                <a:gd name="connsiteY81" fmla="*/ 172091 h 237418"/>
                <a:gd name="connsiteX82" fmla="*/ 798717 w 2912392"/>
                <a:gd name="connsiteY82" fmla="*/ 172785 h 237418"/>
                <a:gd name="connsiteX83" fmla="*/ 808458 w 2912392"/>
                <a:gd name="connsiteY83" fmla="*/ 173561 h 237418"/>
                <a:gd name="connsiteX84" fmla="*/ 818199 w 2912392"/>
                <a:gd name="connsiteY84" fmla="*/ 174418 h 237418"/>
                <a:gd name="connsiteX85" fmla="*/ 827938 w 2912392"/>
                <a:gd name="connsiteY85" fmla="*/ 175356 h 237418"/>
                <a:gd name="connsiteX86" fmla="*/ 837679 w 2912392"/>
                <a:gd name="connsiteY86" fmla="*/ 176373 h 237418"/>
                <a:gd name="connsiteX87" fmla="*/ 847420 w 2912392"/>
                <a:gd name="connsiteY87" fmla="*/ 177469 h 237418"/>
                <a:gd name="connsiteX88" fmla="*/ 857159 w 2912392"/>
                <a:gd name="connsiteY88" fmla="*/ 178640 h 237418"/>
                <a:gd name="connsiteX89" fmla="*/ 866900 w 2912392"/>
                <a:gd name="connsiteY89" fmla="*/ 179886 h 237418"/>
                <a:gd name="connsiteX90" fmla="*/ 876641 w 2912392"/>
                <a:gd name="connsiteY90" fmla="*/ 181201 h 237418"/>
                <a:gd name="connsiteX91" fmla="*/ 886381 w 2912392"/>
                <a:gd name="connsiteY91" fmla="*/ 182587 h 237418"/>
                <a:gd name="connsiteX92" fmla="*/ 896122 w 2912392"/>
                <a:gd name="connsiteY92" fmla="*/ 184038 h 237418"/>
                <a:gd name="connsiteX93" fmla="*/ 905863 w 2912392"/>
                <a:gd name="connsiteY93" fmla="*/ 185550 h 237418"/>
                <a:gd name="connsiteX94" fmla="*/ 915602 w 2912392"/>
                <a:gd name="connsiteY94" fmla="*/ 187121 h 237418"/>
                <a:gd name="connsiteX95" fmla="*/ 925343 w 2912392"/>
                <a:gd name="connsiteY95" fmla="*/ 188746 h 237418"/>
                <a:gd name="connsiteX96" fmla="*/ 935084 w 2912392"/>
                <a:gd name="connsiteY96" fmla="*/ 190419 h 237418"/>
                <a:gd name="connsiteX97" fmla="*/ 944824 w 2912392"/>
                <a:gd name="connsiteY97" fmla="*/ 192140 h 237418"/>
                <a:gd name="connsiteX98" fmla="*/ 954564 w 2912392"/>
                <a:gd name="connsiteY98" fmla="*/ 193900 h 237418"/>
                <a:gd name="connsiteX99" fmla="*/ 964305 w 2912392"/>
                <a:gd name="connsiteY99" fmla="*/ 195695 h 237418"/>
                <a:gd name="connsiteX100" fmla="*/ 974045 w 2912392"/>
                <a:gd name="connsiteY100" fmla="*/ 197520 h 237418"/>
                <a:gd name="connsiteX101" fmla="*/ 983786 w 2912392"/>
                <a:gd name="connsiteY101" fmla="*/ 199371 h 237418"/>
                <a:gd name="connsiteX102" fmla="*/ 993522 w 2912392"/>
                <a:gd name="connsiteY102" fmla="*/ 201241 h 237418"/>
                <a:gd name="connsiteX103" fmla="*/ 1003266 w 2912392"/>
                <a:gd name="connsiteY103" fmla="*/ 203124 h 237418"/>
                <a:gd name="connsiteX104" fmla="*/ 1013010 w 2912392"/>
                <a:gd name="connsiteY104" fmla="*/ 205014 h 237418"/>
                <a:gd name="connsiteX105" fmla="*/ 1022754 w 2912392"/>
                <a:gd name="connsiteY105" fmla="*/ 206907 h 237418"/>
                <a:gd name="connsiteX106" fmla="*/ 1032483 w 2912392"/>
                <a:gd name="connsiteY106" fmla="*/ 208794 h 237418"/>
                <a:gd name="connsiteX107" fmla="*/ 1042227 w 2912392"/>
                <a:gd name="connsiteY107" fmla="*/ 210672 h 237418"/>
                <a:gd name="connsiteX108" fmla="*/ 1051971 w 2912392"/>
                <a:gd name="connsiteY108" fmla="*/ 212531 h 237418"/>
                <a:gd name="connsiteX109" fmla="*/ 1061715 w 2912392"/>
                <a:gd name="connsiteY109" fmla="*/ 214368 h 237418"/>
                <a:gd name="connsiteX110" fmla="*/ 1071444 w 2912392"/>
                <a:gd name="connsiteY110" fmla="*/ 216177 h 237418"/>
                <a:gd name="connsiteX111" fmla="*/ 1081188 w 2912392"/>
                <a:gd name="connsiteY111" fmla="*/ 217948 h 237418"/>
                <a:gd name="connsiteX112" fmla="*/ 1090932 w 2912392"/>
                <a:gd name="connsiteY112" fmla="*/ 219680 h 237418"/>
                <a:gd name="connsiteX113" fmla="*/ 1100676 w 2912392"/>
                <a:gd name="connsiteY113" fmla="*/ 221363 h 237418"/>
                <a:gd name="connsiteX114" fmla="*/ 1110405 w 2912392"/>
                <a:gd name="connsiteY114" fmla="*/ 222993 h 237418"/>
                <a:gd name="connsiteX115" fmla="*/ 1120149 w 2912392"/>
                <a:gd name="connsiteY115" fmla="*/ 224563 h 237418"/>
                <a:gd name="connsiteX116" fmla="*/ 1129893 w 2912392"/>
                <a:gd name="connsiteY116" fmla="*/ 226068 h 237418"/>
                <a:gd name="connsiteX117" fmla="*/ 1139637 w 2912392"/>
                <a:gd name="connsiteY117" fmla="*/ 227501 h 237418"/>
                <a:gd name="connsiteX118" fmla="*/ 1149381 w 2912392"/>
                <a:gd name="connsiteY118" fmla="*/ 228857 h 237418"/>
                <a:gd name="connsiteX119" fmla="*/ 1159110 w 2912392"/>
                <a:gd name="connsiteY119" fmla="*/ 230133 h 237418"/>
                <a:gd name="connsiteX120" fmla="*/ 1168854 w 2912392"/>
                <a:gd name="connsiteY120" fmla="*/ 231320 h 237418"/>
                <a:gd name="connsiteX121" fmla="*/ 1178598 w 2912392"/>
                <a:gd name="connsiteY121" fmla="*/ 232415 h 237418"/>
                <a:gd name="connsiteX122" fmla="*/ 1188341 w 2912392"/>
                <a:gd name="connsiteY122" fmla="*/ 233413 h 237418"/>
                <a:gd name="connsiteX123" fmla="*/ 1198070 w 2912392"/>
                <a:gd name="connsiteY123" fmla="*/ 234310 h 237418"/>
                <a:gd name="connsiteX124" fmla="*/ 1207814 w 2912392"/>
                <a:gd name="connsiteY124" fmla="*/ 235101 h 237418"/>
                <a:gd name="connsiteX125" fmla="*/ 1217558 w 2912392"/>
                <a:gd name="connsiteY125" fmla="*/ 235782 h 237418"/>
                <a:gd name="connsiteX126" fmla="*/ 1227302 w 2912392"/>
                <a:gd name="connsiteY126" fmla="*/ 236350 h 237418"/>
                <a:gd name="connsiteX127" fmla="*/ 1237031 w 2912392"/>
                <a:gd name="connsiteY127" fmla="*/ 236801 h 237418"/>
                <a:gd name="connsiteX128" fmla="*/ 1246775 w 2912392"/>
                <a:gd name="connsiteY128" fmla="*/ 237131 h 237418"/>
                <a:gd name="connsiteX129" fmla="*/ 1256519 w 2912392"/>
                <a:gd name="connsiteY129" fmla="*/ 237338 h 237418"/>
                <a:gd name="connsiteX130" fmla="*/ 1266263 w 2912392"/>
                <a:gd name="connsiteY130" fmla="*/ 237418 h 237418"/>
                <a:gd name="connsiteX131" fmla="*/ 1276007 w 2912392"/>
                <a:gd name="connsiteY131" fmla="*/ 237371 h 237418"/>
                <a:gd name="connsiteX132" fmla="*/ 1285736 w 2912392"/>
                <a:gd name="connsiteY132" fmla="*/ 237193 h 237418"/>
                <a:gd name="connsiteX133" fmla="*/ 1295480 w 2912392"/>
                <a:gd name="connsiteY133" fmla="*/ 236882 h 237418"/>
                <a:gd name="connsiteX134" fmla="*/ 1305224 w 2912392"/>
                <a:gd name="connsiteY134" fmla="*/ 236438 h 237418"/>
                <a:gd name="connsiteX135" fmla="*/ 1314968 w 2912392"/>
                <a:gd name="connsiteY135" fmla="*/ 235860 h 237418"/>
                <a:gd name="connsiteX136" fmla="*/ 1324697 w 2912392"/>
                <a:gd name="connsiteY136" fmla="*/ 235145 h 237418"/>
                <a:gd name="connsiteX137" fmla="*/ 1334441 w 2912392"/>
                <a:gd name="connsiteY137" fmla="*/ 234294 h 237418"/>
                <a:gd name="connsiteX138" fmla="*/ 1344185 w 2912392"/>
                <a:gd name="connsiteY138" fmla="*/ 233308 h 237418"/>
                <a:gd name="connsiteX139" fmla="*/ 1353929 w 2912392"/>
                <a:gd name="connsiteY139" fmla="*/ 232184 h 237418"/>
                <a:gd name="connsiteX140" fmla="*/ 1363658 w 2912392"/>
                <a:gd name="connsiteY140" fmla="*/ 230924 h 237418"/>
                <a:gd name="connsiteX141" fmla="*/ 1373402 w 2912392"/>
                <a:gd name="connsiteY141" fmla="*/ 229529 h 237418"/>
                <a:gd name="connsiteX142" fmla="*/ 1383146 w 2912392"/>
                <a:gd name="connsiteY142" fmla="*/ 227999 h 237418"/>
                <a:gd name="connsiteX143" fmla="*/ 1392890 w 2912392"/>
                <a:gd name="connsiteY143" fmla="*/ 226336 h 237418"/>
                <a:gd name="connsiteX144" fmla="*/ 1402619 w 2912392"/>
                <a:gd name="connsiteY144" fmla="*/ 224542 h 237418"/>
                <a:gd name="connsiteX145" fmla="*/ 1412363 w 2912392"/>
                <a:gd name="connsiteY145" fmla="*/ 222619 h 237418"/>
                <a:gd name="connsiteX146" fmla="*/ 1422106 w 2912392"/>
                <a:gd name="connsiteY146" fmla="*/ 220566 h 237418"/>
                <a:gd name="connsiteX147" fmla="*/ 1431850 w 2912392"/>
                <a:gd name="connsiteY147" fmla="*/ 218388 h 237418"/>
                <a:gd name="connsiteX148" fmla="*/ 1441594 w 2912392"/>
                <a:gd name="connsiteY148" fmla="*/ 216087 h 237418"/>
                <a:gd name="connsiteX149" fmla="*/ 1451323 w 2912392"/>
                <a:gd name="connsiteY149" fmla="*/ 213666 h 237418"/>
                <a:gd name="connsiteX150" fmla="*/ 1461067 w 2912392"/>
                <a:gd name="connsiteY150" fmla="*/ 211128 h 237418"/>
                <a:gd name="connsiteX151" fmla="*/ 1470811 w 2912392"/>
                <a:gd name="connsiteY151" fmla="*/ 208475 h 237418"/>
                <a:gd name="connsiteX152" fmla="*/ 1480555 w 2912392"/>
                <a:gd name="connsiteY152" fmla="*/ 205712 h 237418"/>
                <a:gd name="connsiteX153" fmla="*/ 1490284 w 2912392"/>
                <a:gd name="connsiteY153" fmla="*/ 202842 h 237418"/>
                <a:gd name="connsiteX154" fmla="*/ 1500028 w 2912392"/>
                <a:gd name="connsiteY154" fmla="*/ 199868 h 237418"/>
                <a:gd name="connsiteX155" fmla="*/ 1509772 w 2912392"/>
                <a:gd name="connsiteY155" fmla="*/ 196796 h 237418"/>
                <a:gd name="connsiteX156" fmla="*/ 1519516 w 2912392"/>
                <a:gd name="connsiteY156" fmla="*/ 193629 h 237418"/>
                <a:gd name="connsiteX157" fmla="*/ 1529245 w 2912392"/>
                <a:gd name="connsiteY157" fmla="*/ 190370 h 237418"/>
                <a:gd name="connsiteX158" fmla="*/ 1538989 w 2912392"/>
                <a:gd name="connsiteY158" fmla="*/ 187027 h 237418"/>
                <a:gd name="connsiteX159" fmla="*/ 1548733 w 2912392"/>
                <a:gd name="connsiteY159" fmla="*/ 183603 h 237418"/>
                <a:gd name="connsiteX160" fmla="*/ 1558477 w 2912392"/>
                <a:gd name="connsiteY160" fmla="*/ 180102 h 237418"/>
                <a:gd name="connsiteX161" fmla="*/ 1568221 w 2912392"/>
                <a:gd name="connsiteY161" fmla="*/ 176529 h 237418"/>
                <a:gd name="connsiteX162" fmla="*/ 1577950 w 2912392"/>
                <a:gd name="connsiteY162" fmla="*/ 172891 h 237418"/>
                <a:gd name="connsiteX163" fmla="*/ 1587694 w 2912392"/>
                <a:gd name="connsiteY163" fmla="*/ 169191 h 237418"/>
                <a:gd name="connsiteX164" fmla="*/ 1597438 w 2912392"/>
                <a:gd name="connsiteY164" fmla="*/ 165435 h 237418"/>
                <a:gd name="connsiteX165" fmla="*/ 1607182 w 2912392"/>
                <a:gd name="connsiteY165" fmla="*/ 161630 h 237418"/>
                <a:gd name="connsiteX166" fmla="*/ 1616911 w 2912392"/>
                <a:gd name="connsiteY166" fmla="*/ 157782 h 237418"/>
                <a:gd name="connsiteX167" fmla="*/ 1626655 w 2912392"/>
                <a:gd name="connsiteY167" fmla="*/ 153893 h 237418"/>
                <a:gd name="connsiteX168" fmla="*/ 1636399 w 2912392"/>
                <a:gd name="connsiteY168" fmla="*/ 149972 h 237418"/>
                <a:gd name="connsiteX169" fmla="*/ 1646142 w 2912392"/>
                <a:gd name="connsiteY169" fmla="*/ 146023 h 237418"/>
                <a:gd name="connsiteX170" fmla="*/ 1655872 w 2912392"/>
                <a:gd name="connsiteY170" fmla="*/ 142054 h 237418"/>
                <a:gd name="connsiteX171" fmla="*/ 1665616 w 2912392"/>
                <a:gd name="connsiteY171" fmla="*/ 138069 h 237418"/>
                <a:gd name="connsiteX172" fmla="*/ 1675359 w 2912392"/>
                <a:gd name="connsiteY172" fmla="*/ 134076 h 237418"/>
                <a:gd name="connsiteX173" fmla="*/ 1685103 w 2912392"/>
                <a:gd name="connsiteY173" fmla="*/ 130079 h 237418"/>
                <a:gd name="connsiteX174" fmla="*/ 1694832 w 2912392"/>
                <a:gd name="connsiteY174" fmla="*/ 126084 h 237418"/>
                <a:gd name="connsiteX175" fmla="*/ 1704576 w 2912392"/>
                <a:gd name="connsiteY175" fmla="*/ 122100 h 237418"/>
                <a:gd name="connsiteX176" fmla="*/ 1714320 w 2912392"/>
                <a:gd name="connsiteY176" fmla="*/ 118130 h 237418"/>
                <a:gd name="connsiteX177" fmla="*/ 1724064 w 2912392"/>
                <a:gd name="connsiteY177" fmla="*/ 114183 h 237418"/>
                <a:gd name="connsiteX178" fmla="*/ 1733808 w 2912392"/>
                <a:gd name="connsiteY178" fmla="*/ 110263 h 237418"/>
                <a:gd name="connsiteX179" fmla="*/ 1743537 w 2912392"/>
                <a:gd name="connsiteY179" fmla="*/ 106376 h 237418"/>
                <a:gd name="connsiteX180" fmla="*/ 1753281 w 2912392"/>
                <a:gd name="connsiteY180" fmla="*/ 102530 h 237418"/>
                <a:gd name="connsiteX181" fmla="*/ 1763025 w 2912392"/>
                <a:gd name="connsiteY181" fmla="*/ 98731 h 237418"/>
                <a:gd name="connsiteX182" fmla="*/ 1772769 w 2912392"/>
                <a:gd name="connsiteY182" fmla="*/ 94984 h 237418"/>
                <a:gd name="connsiteX183" fmla="*/ 1782498 w 2912392"/>
                <a:gd name="connsiteY183" fmla="*/ 91295 h 237418"/>
                <a:gd name="connsiteX184" fmla="*/ 1792242 w 2912392"/>
                <a:gd name="connsiteY184" fmla="*/ 87670 h 237418"/>
                <a:gd name="connsiteX185" fmla="*/ 1801986 w 2912392"/>
                <a:gd name="connsiteY185" fmla="*/ 84117 h 237418"/>
                <a:gd name="connsiteX186" fmla="*/ 1811730 w 2912392"/>
                <a:gd name="connsiteY186" fmla="*/ 80639 h 237418"/>
                <a:gd name="connsiteX187" fmla="*/ 1821459 w 2912392"/>
                <a:gd name="connsiteY187" fmla="*/ 77245 h 237418"/>
                <a:gd name="connsiteX188" fmla="*/ 1831203 w 2912392"/>
                <a:gd name="connsiteY188" fmla="*/ 73938 h 237418"/>
                <a:gd name="connsiteX189" fmla="*/ 1840947 w 2912392"/>
                <a:gd name="connsiteY189" fmla="*/ 70724 h 237418"/>
                <a:gd name="connsiteX190" fmla="*/ 1850691 w 2912392"/>
                <a:gd name="connsiteY190" fmla="*/ 67610 h 237418"/>
                <a:gd name="connsiteX191" fmla="*/ 1860435 w 2912392"/>
                <a:gd name="connsiteY191" fmla="*/ 64599 h 237418"/>
                <a:gd name="connsiteX192" fmla="*/ 1870164 w 2912392"/>
                <a:gd name="connsiteY192" fmla="*/ 61700 h 237418"/>
                <a:gd name="connsiteX193" fmla="*/ 1879908 w 2912392"/>
                <a:gd name="connsiteY193" fmla="*/ 58914 h 237418"/>
                <a:gd name="connsiteX194" fmla="*/ 1889652 w 2912392"/>
                <a:gd name="connsiteY194" fmla="*/ 56247 h 237418"/>
                <a:gd name="connsiteX195" fmla="*/ 1899395 w 2912392"/>
                <a:gd name="connsiteY195" fmla="*/ 53705 h 237418"/>
                <a:gd name="connsiteX196" fmla="*/ 1909124 w 2912392"/>
                <a:gd name="connsiteY196" fmla="*/ 51291 h 237418"/>
                <a:gd name="connsiteX197" fmla="*/ 1918868 w 2912392"/>
                <a:gd name="connsiteY197" fmla="*/ 49010 h 237418"/>
                <a:gd name="connsiteX198" fmla="*/ 1928612 w 2912392"/>
                <a:gd name="connsiteY198" fmla="*/ 46866 h 237418"/>
                <a:gd name="connsiteX199" fmla="*/ 1938356 w 2912392"/>
                <a:gd name="connsiteY199" fmla="*/ 44864 h 237418"/>
                <a:gd name="connsiteX200" fmla="*/ 1948085 w 2912392"/>
                <a:gd name="connsiteY200" fmla="*/ 43004 h 237418"/>
                <a:gd name="connsiteX201" fmla="*/ 1957829 w 2912392"/>
                <a:gd name="connsiteY201" fmla="*/ 41294 h 237418"/>
                <a:gd name="connsiteX202" fmla="*/ 1967573 w 2912392"/>
                <a:gd name="connsiteY202" fmla="*/ 39733 h 237418"/>
                <a:gd name="connsiteX203" fmla="*/ 1977317 w 2912392"/>
                <a:gd name="connsiteY203" fmla="*/ 38326 h 237418"/>
                <a:gd name="connsiteX204" fmla="*/ 1987046 w 2912392"/>
                <a:gd name="connsiteY204" fmla="*/ 37075 h 237418"/>
                <a:gd name="connsiteX205" fmla="*/ 1996790 w 2912392"/>
                <a:gd name="connsiteY205" fmla="*/ 35981 h 237418"/>
                <a:gd name="connsiteX206" fmla="*/ 2006534 w 2912392"/>
                <a:gd name="connsiteY206" fmla="*/ 35048 h 237418"/>
                <a:gd name="connsiteX207" fmla="*/ 2016278 w 2912392"/>
                <a:gd name="connsiteY207" fmla="*/ 34277 h 237418"/>
                <a:gd name="connsiteX208" fmla="*/ 2026022 w 2912392"/>
                <a:gd name="connsiteY208" fmla="*/ 33667 h 237418"/>
                <a:gd name="connsiteX209" fmla="*/ 2035751 w 2912392"/>
                <a:gd name="connsiteY209" fmla="*/ 33220 h 237418"/>
                <a:gd name="connsiteX210" fmla="*/ 2045495 w 2912392"/>
                <a:gd name="connsiteY210" fmla="*/ 32939 h 237418"/>
                <a:gd name="connsiteX211" fmla="*/ 2055239 w 2912392"/>
                <a:gd name="connsiteY211" fmla="*/ 32819 h 237418"/>
                <a:gd name="connsiteX212" fmla="*/ 2064983 w 2912392"/>
                <a:gd name="connsiteY212" fmla="*/ 32866 h 237418"/>
                <a:gd name="connsiteX213" fmla="*/ 2074712 w 2912392"/>
                <a:gd name="connsiteY213" fmla="*/ 33074 h 237418"/>
                <a:gd name="connsiteX214" fmla="*/ 2084456 w 2912392"/>
                <a:gd name="connsiteY214" fmla="*/ 33447 h 237418"/>
                <a:gd name="connsiteX215" fmla="*/ 2094200 w 2912392"/>
                <a:gd name="connsiteY215" fmla="*/ 33979 h 237418"/>
                <a:gd name="connsiteX216" fmla="*/ 2103944 w 2912392"/>
                <a:gd name="connsiteY216" fmla="*/ 34671 h 237418"/>
                <a:gd name="connsiteX217" fmla="*/ 2113673 w 2912392"/>
                <a:gd name="connsiteY217" fmla="*/ 35521 h 237418"/>
                <a:gd name="connsiteX218" fmla="*/ 2123417 w 2912392"/>
                <a:gd name="connsiteY218" fmla="*/ 36526 h 237418"/>
                <a:gd name="connsiteX219" fmla="*/ 2133161 w 2912392"/>
                <a:gd name="connsiteY219" fmla="*/ 37684 h 237418"/>
                <a:gd name="connsiteX220" fmla="*/ 2142905 w 2912392"/>
                <a:gd name="connsiteY220" fmla="*/ 38992 h 237418"/>
                <a:gd name="connsiteX221" fmla="*/ 2152649 w 2912392"/>
                <a:gd name="connsiteY221" fmla="*/ 40446 h 237418"/>
                <a:gd name="connsiteX222" fmla="*/ 2162377 w 2912392"/>
                <a:gd name="connsiteY222" fmla="*/ 42043 h 237418"/>
                <a:gd name="connsiteX223" fmla="*/ 2172121 w 2912392"/>
                <a:gd name="connsiteY223" fmla="*/ 43781 h 237418"/>
                <a:gd name="connsiteX224" fmla="*/ 2181865 w 2912392"/>
                <a:gd name="connsiteY224" fmla="*/ 45650 h 237418"/>
                <a:gd name="connsiteX225" fmla="*/ 2191609 w 2912392"/>
                <a:gd name="connsiteY225" fmla="*/ 47651 h 237418"/>
                <a:gd name="connsiteX226" fmla="*/ 2201338 w 2912392"/>
                <a:gd name="connsiteY226" fmla="*/ 49777 h 237418"/>
                <a:gd name="connsiteX227" fmla="*/ 2211082 w 2912392"/>
                <a:gd name="connsiteY227" fmla="*/ 52024 h 237418"/>
                <a:gd name="connsiteX228" fmla="*/ 2220826 w 2912392"/>
                <a:gd name="connsiteY228" fmla="*/ 54386 h 237418"/>
                <a:gd name="connsiteX229" fmla="*/ 2230570 w 2912392"/>
                <a:gd name="connsiteY229" fmla="*/ 56856 h 237418"/>
                <a:gd name="connsiteX230" fmla="*/ 2240299 w 2912392"/>
                <a:gd name="connsiteY230" fmla="*/ 59431 h 237418"/>
                <a:gd name="connsiteX231" fmla="*/ 2250043 w 2912392"/>
                <a:gd name="connsiteY231" fmla="*/ 62102 h 237418"/>
                <a:gd name="connsiteX232" fmla="*/ 2259787 w 2912392"/>
                <a:gd name="connsiteY232" fmla="*/ 64866 h 237418"/>
                <a:gd name="connsiteX233" fmla="*/ 2269531 w 2912392"/>
                <a:gd name="connsiteY233" fmla="*/ 67714 h 237418"/>
                <a:gd name="connsiteX234" fmla="*/ 2279260 w 2912392"/>
                <a:gd name="connsiteY234" fmla="*/ 70642 h 237418"/>
                <a:gd name="connsiteX235" fmla="*/ 2289004 w 2912392"/>
                <a:gd name="connsiteY235" fmla="*/ 73641 h 237418"/>
                <a:gd name="connsiteX236" fmla="*/ 2298748 w 2912392"/>
                <a:gd name="connsiteY236" fmla="*/ 76706 h 237418"/>
                <a:gd name="connsiteX237" fmla="*/ 2308492 w 2912392"/>
                <a:gd name="connsiteY237" fmla="*/ 79829 h 237418"/>
                <a:gd name="connsiteX238" fmla="*/ 2318236 w 2912392"/>
                <a:gd name="connsiteY238" fmla="*/ 83004 h 237418"/>
                <a:gd name="connsiteX239" fmla="*/ 2327965 w 2912392"/>
                <a:gd name="connsiteY239" fmla="*/ 86225 h 237418"/>
                <a:gd name="connsiteX240" fmla="*/ 2337709 w 2912392"/>
                <a:gd name="connsiteY240" fmla="*/ 89483 h 237418"/>
                <a:gd name="connsiteX241" fmla="*/ 2347453 w 2912392"/>
                <a:gd name="connsiteY241" fmla="*/ 92771 h 237418"/>
                <a:gd name="connsiteX242" fmla="*/ 2357197 w 2912392"/>
                <a:gd name="connsiteY242" fmla="*/ 96087 h 237418"/>
                <a:gd name="connsiteX243" fmla="*/ 2366926 w 2912392"/>
                <a:gd name="connsiteY243" fmla="*/ 99418 h 237418"/>
                <a:gd name="connsiteX244" fmla="*/ 2376670 w 2912392"/>
                <a:gd name="connsiteY244" fmla="*/ 102760 h 237418"/>
                <a:gd name="connsiteX245" fmla="*/ 2386413 w 2912392"/>
                <a:gd name="connsiteY245" fmla="*/ 106105 h 237418"/>
                <a:gd name="connsiteX246" fmla="*/ 2396157 w 2912392"/>
                <a:gd name="connsiteY246" fmla="*/ 109448 h 237418"/>
                <a:gd name="connsiteX247" fmla="*/ 2405886 w 2912392"/>
                <a:gd name="connsiteY247" fmla="*/ 112782 h 237418"/>
                <a:gd name="connsiteX248" fmla="*/ 2415630 w 2912392"/>
                <a:gd name="connsiteY248" fmla="*/ 116102 h 237418"/>
                <a:gd name="connsiteX249" fmla="*/ 2425374 w 2912392"/>
                <a:gd name="connsiteY249" fmla="*/ 119399 h 237418"/>
                <a:gd name="connsiteX250" fmla="*/ 2435118 w 2912392"/>
                <a:gd name="connsiteY250" fmla="*/ 122668 h 237418"/>
                <a:gd name="connsiteX251" fmla="*/ 2444862 w 2912392"/>
                <a:gd name="connsiteY251" fmla="*/ 125904 h 237418"/>
                <a:gd name="connsiteX252" fmla="*/ 2454591 w 2912392"/>
                <a:gd name="connsiteY252" fmla="*/ 129100 h 237418"/>
                <a:gd name="connsiteX253" fmla="*/ 2464335 w 2912392"/>
                <a:gd name="connsiteY253" fmla="*/ 132251 h 237418"/>
                <a:gd name="connsiteX254" fmla="*/ 2474079 w 2912392"/>
                <a:gd name="connsiteY254" fmla="*/ 135353 h 237418"/>
                <a:gd name="connsiteX255" fmla="*/ 2483823 w 2912392"/>
                <a:gd name="connsiteY255" fmla="*/ 138398 h 237418"/>
                <a:gd name="connsiteX256" fmla="*/ 2493552 w 2912392"/>
                <a:gd name="connsiteY256" fmla="*/ 141384 h 237418"/>
                <a:gd name="connsiteX257" fmla="*/ 2503296 w 2912392"/>
                <a:gd name="connsiteY257" fmla="*/ 144304 h 237418"/>
                <a:gd name="connsiteX258" fmla="*/ 2513040 w 2912392"/>
                <a:gd name="connsiteY258" fmla="*/ 147157 h 237418"/>
                <a:gd name="connsiteX259" fmla="*/ 2522784 w 2912392"/>
                <a:gd name="connsiteY259" fmla="*/ 149934 h 237418"/>
                <a:gd name="connsiteX260" fmla="*/ 2532513 w 2912392"/>
                <a:gd name="connsiteY260" fmla="*/ 152636 h 237418"/>
                <a:gd name="connsiteX261" fmla="*/ 2542257 w 2912392"/>
                <a:gd name="connsiteY261" fmla="*/ 155256 h 237418"/>
                <a:gd name="connsiteX262" fmla="*/ 2552001 w 2912392"/>
                <a:gd name="connsiteY262" fmla="*/ 157792 h 237418"/>
                <a:gd name="connsiteX263" fmla="*/ 2561745 w 2912392"/>
                <a:gd name="connsiteY263" fmla="*/ 160240 h 237418"/>
                <a:gd name="connsiteX264" fmla="*/ 2571474 w 2912392"/>
                <a:gd name="connsiteY264" fmla="*/ 162597 h 237418"/>
                <a:gd name="connsiteX265" fmla="*/ 2581218 w 2912392"/>
                <a:gd name="connsiteY265" fmla="*/ 164860 h 237418"/>
                <a:gd name="connsiteX266" fmla="*/ 2590962 w 2912392"/>
                <a:gd name="connsiteY266" fmla="*/ 167029 h 237418"/>
                <a:gd name="connsiteX267" fmla="*/ 2600705 w 2912392"/>
                <a:gd name="connsiteY267" fmla="*/ 169099 h 237418"/>
                <a:gd name="connsiteX268" fmla="*/ 2610449 w 2912392"/>
                <a:gd name="connsiteY268" fmla="*/ 171069 h 237418"/>
                <a:gd name="connsiteX269" fmla="*/ 2620178 w 2912392"/>
                <a:gd name="connsiteY269" fmla="*/ 172937 h 237418"/>
                <a:gd name="connsiteX270" fmla="*/ 2629922 w 2912392"/>
                <a:gd name="connsiteY270" fmla="*/ 174701 h 237418"/>
                <a:gd name="connsiteX271" fmla="*/ 2639666 w 2912392"/>
                <a:gd name="connsiteY271" fmla="*/ 176359 h 237418"/>
                <a:gd name="connsiteX272" fmla="*/ 2649410 w 2912392"/>
                <a:gd name="connsiteY272" fmla="*/ 177912 h 237418"/>
                <a:gd name="connsiteX273" fmla="*/ 2659139 w 2912392"/>
                <a:gd name="connsiteY273" fmla="*/ 179357 h 237418"/>
                <a:gd name="connsiteX274" fmla="*/ 2668883 w 2912392"/>
                <a:gd name="connsiteY274" fmla="*/ 180693 h 237418"/>
                <a:gd name="connsiteX275" fmla="*/ 2678627 w 2912392"/>
                <a:gd name="connsiteY275" fmla="*/ 181921 h 237418"/>
                <a:gd name="connsiteX276" fmla="*/ 2688371 w 2912392"/>
                <a:gd name="connsiteY276" fmla="*/ 183038 h 237418"/>
                <a:gd name="connsiteX277" fmla="*/ 2698100 w 2912392"/>
                <a:gd name="connsiteY277" fmla="*/ 184046 h 237418"/>
                <a:gd name="connsiteX278" fmla="*/ 2707844 w 2912392"/>
                <a:gd name="connsiteY278" fmla="*/ 184943 h 237418"/>
                <a:gd name="connsiteX279" fmla="*/ 2717588 w 2912392"/>
                <a:gd name="connsiteY279" fmla="*/ 185728 h 237418"/>
                <a:gd name="connsiteX280" fmla="*/ 2727332 w 2912392"/>
                <a:gd name="connsiteY280" fmla="*/ 186401 h 237418"/>
                <a:gd name="connsiteX281" fmla="*/ 2737076 w 2912392"/>
                <a:gd name="connsiteY281" fmla="*/ 186964 h 237418"/>
                <a:gd name="connsiteX282" fmla="*/ 2746805 w 2912392"/>
                <a:gd name="connsiteY282" fmla="*/ 187416 h 237418"/>
                <a:gd name="connsiteX283" fmla="*/ 2756549 w 2912392"/>
                <a:gd name="connsiteY283" fmla="*/ 187755 h 237418"/>
                <a:gd name="connsiteX284" fmla="*/ 2766293 w 2912392"/>
                <a:gd name="connsiteY284" fmla="*/ 187985 h 237418"/>
                <a:gd name="connsiteX285" fmla="*/ 2776037 w 2912392"/>
                <a:gd name="connsiteY285" fmla="*/ 188103 h 237418"/>
                <a:gd name="connsiteX286" fmla="*/ 2785766 w 2912392"/>
                <a:gd name="connsiteY286" fmla="*/ 188109 h 237418"/>
                <a:gd name="connsiteX287" fmla="*/ 2795510 w 2912392"/>
                <a:gd name="connsiteY287" fmla="*/ 188004 h 237418"/>
                <a:gd name="connsiteX288" fmla="*/ 2805254 w 2912392"/>
                <a:gd name="connsiteY288" fmla="*/ 187788 h 237418"/>
                <a:gd name="connsiteX289" fmla="*/ 2814998 w 2912392"/>
                <a:gd name="connsiteY289" fmla="*/ 187462 h 237418"/>
                <a:gd name="connsiteX290" fmla="*/ 2824727 w 2912392"/>
                <a:gd name="connsiteY290" fmla="*/ 187025 h 237418"/>
                <a:gd name="connsiteX291" fmla="*/ 2834471 w 2912392"/>
                <a:gd name="connsiteY291" fmla="*/ 186477 h 237418"/>
                <a:gd name="connsiteX292" fmla="*/ 2844215 w 2912392"/>
                <a:gd name="connsiteY292" fmla="*/ 185820 h 237418"/>
                <a:gd name="connsiteX293" fmla="*/ 2853958 w 2912392"/>
                <a:gd name="connsiteY293" fmla="*/ 185051 h 237418"/>
                <a:gd name="connsiteX294" fmla="*/ 2863687 w 2912392"/>
                <a:gd name="connsiteY294" fmla="*/ 184172 h 237418"/>
                <a:gd name="connsiteX295" fmla="*/ 2873431 w 2912392"/>
                <a:gd name="connsiteY295" fmla="*/ 183184 h 237418"/>
                <a:gd name="connsiteX296" fmla="*/ 2883175 w 2912392"/>
                <a:gd name="connsiteY296" fmla="*/ 182085 h 237418"/>
                <a:gd name="connsiteX297" fmla="*/ 2892919 w 2912392"/>
                <a:gd name="connsiteY297" fmla="*/ 180875 h 237418"/>
                <a:gd name="connsiteX298" fmla="*/ 2902663 w 2912392"/>
                <a:gd name="connsiteY298" fmla="*/ 179554 h 237418"/>
                <a:gd name="connsiteX299" fmla="*/ 2912392 w 2912392"/>
                <a:gd name="connsiteY299" fmla="*/ 178123 h 2374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237418">
                  <a:moveTo>
                    <a:pt x="0" y="0"/>
                  </a:moveTo>
                  <a:lnTo>
                    <a:pt x="9739" y="8625"/>
                  </a:lnTo>
                  <a:lnTo>
                    <a:pt x="19480" y="17053"/>
                  </a:lnTo>
                  <a:lnTo>
                    <a:pt x="29221" y="25279"/>
                  </a:lnTo>
                  <a:lnTo>
                    <a:pt x="38961" y="33298"/>
                  </a:lnTo>
                  <a:lnTo>
                    <a:pt x="48702" y="41106"/>
                  </a:lnTo>
                  <a:lnTo>
                    <a:pt x="58443" y="48700"/>
                  </a:lnTo>
                  <a:lnTo>
                    <a:pt x="68182" y="56077"/>
                  </a:lnTo>
                  <a:lnTo>
                    <a:pt x="77923" y="63230"/>
                  </a:lnTo>
                  <a:lnTo>
                    <a:pt x="87664" y="70161"/>
                  </a:lnTo>
                  <a:lnTo>
                    <a:pt x="97404" y="76865"/>
                  </a:lnTo>
                  <a:lnTo>
                    <a:pt x="107145" y="83342"/>
                  </a:lnTo>
                  <a:lnTo>
                    <a:pt x="116886" y="89589"/>
                  </a:lnTo>
                  <a:lnTo>
                    <a:pt x="126625" y="95605"/>
                  </a:lnTo>
                  <a:lnTo>
                    <a:pt x="136366" y="101392"/>
                  </a:lnTo>
                  <a:lnTo>
                    <a:pt x="146107" y="106946"/>
                  </a:lnTo>
                  <a:lnTo>
                    <a:pt x="155846" y="112271"/>
                  </a:lnTo>
                  <a:lnTo>
                    <a:pt x="165587" y="117364"/>
                  </a:lnTo>
                  <a:lnTo>
                    <a:pt x="175328" y="122228"/>
                  </a:lnTo>
                  <a:lnTo>
                    <a:pt x="185068" y="126865"/>
                  </a:lnTo>
                  <a:lnTo>
                    <a:pt x="194809" y="131275"/>
                  </a:lnTo>
                  <a:lnTo>
                    <a:pt x="204550" y="135460"/>
                  </a:lnTo>
                  <a:lnTo>
                    <a:pt x="214289" y="139423"/>
                  </a:lnTo>
                  <a:lnTo>
                    <a:pt x="224030" y="143167"/>
                  </a:lnTo>
                  <a:lnTo>
                    <a:pt x="233771" y="146695"/>
                  </a:lnTo>
                  <a:lnTo>
                    <a:pt x="243510" y="150010"/>
                  </a:lnTo>
                  <a:lnTo>
                    <a:pt x="253251" y="153115"/>
                  </a:lnTo>
                  <a:lnTo>
                    <a:pt x="262992" y="156015"/>
                  </a:lnTo>
                  <a:lnTo>
                    <a:pt x="272732" y="158713"/>
                  </a:lnTo>
                  <a:lnTo>
                    <a:pt x="282473" y="161213"/>
                  </a:lnTo>
                  <a:lnTo>
                    <a:pt x="292214" y="163522"/>
                  </a:lnTo>
                  <a:lnTo>
                    <a:pt x="301953" y="165644"/>
                  </a:lnTo>
                  <a:lnTo>
                    <a:pt x="311694" y="167582"/>
                  </a:lnTo>
                  <a:lnTo>
                    <a:pt x="321435" y="169345"/>
                  </a:lnTo>
                  <a:lnTo>
                    <a:pt x="331175" y="170936"/>
                  </a:lnTo>
                  <a:lnTo>
                    <a:pt x="340916" y="172362"/>
                  </a:lnTo>
                  <a:lnTo>
                    <a:pt x="350656" y="173628"/>
                  </a:lnTo>
                  <a:lnTo>
                    <a:pt x="360396" y="174741"/>
                  </a:lnTo>
                  <a:lnTo>
                    <a:pt x="370137" y="175708"/>
                  </a:lnTo>
                  <a:lnTo>
                    <a:pt x="379878" y="176532"/>
                  </a:lnTo>
                  <a:lnTo>
                    <a:pt x="389617" y="177223"/>
                  </a:lnTo>
                  <a:lnTo>
                    <a:pt x="399358" y="177787"/>
                  </a:lnTo>
                  <a:lnTo>
                    <a:pt x="409099" y="178229"/>
                  </a:lnTo>
                  <a:lnTo>
                    <a:pt x="418839" y="178558"/>
                  </a:lnTo>
                  <a:lnTo>
                    <a:pt x="428580" y="178780"/>
                  </a:lnTo>
                  <a:lnTo>
                    <a:pt x="438321" y="178902"/>
                  </a:lnTo>
                  <a:lnTo>
                    <a:pt x="448060" y="178931"/>
                  </a:lnTo>
                  <a:lnTo>
                    <a:pt x="457801" y="178874"/>
                  </a:lnTo>
                  <a:lnTo>
                    <a:pt x="467542" y="178739"/>
                  </a:lnTo>
                  <a:lnTo>
                    <a:pt x="477281" y="178532"/>
                  </a:lnTo>
                  <a:lnTo>
                    <a:pt x="487022" y="178260"/>
                  </a:lnTo>
                  <a:lnTo>
                    <a:pt x="496763" y="177931"/>
                  </a:lnTo>
                  <a:lnTo>
                    <a:pt x="506503" y="177551"/>
                  </a:lnTo>
                  <a:lnTo>
                    <a:pt x="516244" y="177128"/>
                  </a:lnTo>
                  <a:lnTo>
                    <a:pt x="525985" y="176669"/>
                  </a:lnTo>
                  <a:lnTo>
                    <a:pt x="535724" y="176180"/>
                  </a:lnTo>
                  <a:lnTo>
                    <a:pt x="545465" y="175669"/>
                  </a:lnTo>
                  <a:lnTo>
                    <a:pt x="555206" y="175142"/>
                  </a:lnTo>
                  <a:lnTo>
                    <a:pt x="564946" y="174606"/>
                  </a:lnTo>
                  <a:lnTo>
                    <a:pt x="574687" y="174066"/>
                  </a:lnTo>
                  <a:lnTo>
                    <a:pt x="584428" y="173530"/>
                  </a:lnTo>
                  <a:lnTo>
                    <a:pt x="594167" y="173004"/>
                  </a:lnTo>
                  <a:lnTo>
                    <a:pt x="603908" y="172493"/>
                  </a:lnTo>
                  <a:lnTo>
                    <a:pt x="613649" y="172003"/>
                  </a:lnTo>
                  <a:lnTo>
                    <a:pt x="623388" y="171541"/>
                  </a:lnTo>
                  <a:lnTo>
                    <a:pt x="633129" y="171112"/>
                  </a:lnTo>
                  <a:lnTo>
                    <a:pt x="642870" y="170720"/>
                  </a:lnTo>
                  <a:lnTo>
                    <a:pt x="652610" y="170370"/>
                  </a:lnTo>
                  <a:lnTo>
                    <a:pt x="662351" y="170069"/>
                  </a:lnTo>
                  <a:lnTo>
                    <a:pt x="672092" y="169819"/>
                  </a:lnTo>
                  <a:lnTo>
                    <a:pt x="681831" y="169625"/>
                  </a:lnTo>
                  <a:lnTo>
                    <a:pt x="691572" y="169491"/>
                  </a:lnTo>
                  <a:lnTo>
                    <a:pt x="701313" y="169421"/>
                  </a:lnTo>
                  <a:lnTo>
                    <a:pt x="711052" y="169418"/>
                  </a:lnTo>
                  <a:lnTo>
                    <a:pt x="720793" y="169483"/>
                  </a:lnTo>
                  <a:lnTo>
                    <a:pt x="730534" y="169623"/>
                  </a:lnTo>
                  <a:lnTo>
                    <a:pt x="740274" y="169836"/>
                  </a:lnTo>
                  <a:lnTo>
                    <a:pt x="750015" y="170128"/>
                  </a:lnTo>
                  <a:lnTo>
                    <a:pt x="759756" y="170498"/>
                  </a:lnTo>
                  <a:lnTo>
                    <a:pt x="769495" y="170948"/>
                  </a:lnTo>
                  <a:lnTo>
                    <a:pt x="779236" y="171478"/>
                  </a:lnTo>
                  <a:lnTo>
                    <a:pt x="788977" y="172091"/>
                  </a:lnTo>
                  <a:lnTo>
                    <a:pt x="798717" y="172785"/>
                  </a:lnTo>
                  <a:lnTo>
                    <a:pt x="808458" y="173561"/>
                  </a:lnTo>
                  <a:lnTo>
                    <a:pt x="818199" y="174418"/>
                  </a:lnTo>
                  <a:lnTo>
                    <a:pt x="827938" y="175356"/>
                  </a:lnTo>
                  <a:lnTo>
                    <a:pt x="837679" y="176373"/>
                  </a:lnTo>
                  <a:lnTo>
                    <a:pt x="847420" y="177469"/>
                  </a:lnTo>
                  <a:lnTo>
                    <a:pt x="857159" y="178640"/>
                  </a:lnTo>
                  <a:lnTo>
                    <a:pt x="866900" y="179886"/>
                  </a:lnTo>
                  <a:lnTo>
                    <a:pt x="876641" y="181201"/>
                  </a:lnTo>
                  <a:lnTo>
                    <a:pt x="886381" y="182587"/>
                  </a:lnTo>
                  <a:lnTo>
                    <a:pt x="896122" y="184038"/>
                  </a:lnTo>
                  <a:lnTo>
                    <a:pt x="905863" y="185550"/>
                  </a:lnTo>
                  <a:lnTo>
                    <a:pt x="915602" y="187121"/>
                  </a:lnTo>
                  <a:lnTo>
                    <a:pt x="925343" y="188746"/>
                  </a:lnTo>
                  <a:lnTo>
                    <a:pt x="935084" y="190419"/>
                  </a:lnTo>
                  <a:lnTo>
                    <a:pt x="944824" y="192140"/>
                  </a:lnTo>
                  <a:lnTo>
                    <a:pt x="954564" y="193900"/>
                  </a:lnTo>
                  <a:lnTo>
                    <a:pt x="964305" y="195695"/>
                  </a:lnTo>
                  <a:lnTo>
                    <a:pt x="974045" y="197520"/>
                  </a:lnTo>
                  <a:lnTo>
                    <a:pt x="983786" y="199371"/>
                  </a:lnTo>
                  <a:lnTo>
                    <a:pt x="993522" y="201241"/>
                  </a:lnTo>
                  <a:lnTo>
                    <a:pt x="1003266" y="203124"/>
                  </a:lnTo>
                  <a:lnTo>
                    <a:pt x="1013010" y="205014"/>
                  </a:lnTo>
                  <a:lnTo>
                    <a:pt x="1022754" y="206907"/>
                  </a:lnTo>
                  <a:lnTo>
                    <a:pt x="1032483" y="208794"/>
                  </a:lnTo>
                  <a:lnTo>
                    <a:pt x="1042227" y="210672"/>
                  </a:lnTo>
                  <a:lnTo>
                    <a:pt x="1051971" y="212531"/>
                  </a:lnTo>
                  <a:lnTo>
                    <a:pt x="1061715" y="214368"/>
                  </a:lnTo>
                  <a:lnTo>
                    <a:pt x="1071444" y="216177"/>
                  </a:lnTo>
                  <a:lnTo>
                    <a:pt x="1081188" y="217948"/>
                  </a:lnTo>
                  <a:lnTo>
                    <a:pt x="1090932" y="219680"/>
                  </a:lnTo>
                  <a:lnTo>
                    <a:pt x="1100676" y="221363"/>
                  </a:lnTo>
                  <a:lnTo>
                    <a:pt x="1110405" y="222993"/>
                  </a:lnTo>
                  <a:lnTo>
                    <a:pt x="1120149" y="224563"/>
                  </a:lnTo>
                  <a:lnTo>
                    <a:pt x="1129893" y="226068"/>
                  </a:lnTo>
                  <a:lnTo>
                    <a:pt x="1139637" y="227501"/>
                  </a:lnTo>
                  <a:lnTo>
                    <a:pt x="1149381" y="228857"/>
                  </a:lnTo>
                  <a:lnTo>
                    <a:pt x="1159110" y="230133"/>
                  </a:lnTo>
                  <a:lnTo>
                    <a:pt x="1168854" y="231320"/>
                  </a:lnTo>
                  <a:lnTo>
                    <a:pt x="1178598" y="232415"/>
                  </a:lnTo>
                  <a:lnTo>
                    <a:pt x="1188341" y="233413"/>
                  </a:lnTo>
                  <a:lnTo>
                    <a:pt x="1198070" y="234310"/>
                  </a:lnTo>
                  <a:lnTo>
                    <a:pt x="1207814" y="235101"/>
                  </a:lnTo>
                  <a:lnTo>
                    <a:pt x="1217558" y="235782"/>
                  </a:lnTo>
                  <a:lnTo>
                    <a:pt x="1227302" y="236350"/>
                  </a:lnTo>
                  <a:lnTo>
                    <a:pt x="1237031" y="236801"/>
                  </a:lnTo>
                  <a:lnTo>
                    <a:pt x="1246775" y="237131"/>
                  </a:lnTo>
                  <a:lnTo>
                    <a:pt x="1256519" y="237338"/>
                  </a:lnTo>
                  <a:lnTo>
                    <a:pt x="1266263" y="237418"/>
                  </a:lnTo>
                  <a:lnTo>
                    <a:pt x="1276007" y="237371"/>
                  </a:lnTo>
                  <a:lnTo>
                    <a:pt x="1285736" y="237193"/>
                  </a:lnTo>
                  <a:lnTo>
                    <a:pt x="1295480" y="236882"/>
                  </a:lnTo>
                  <a:lnTo>
                    <a:pt x="1305224" y="236438"/>
                  </a:lnTo>
                  <a:lnTo>
                    <a:pt x="1314968" y="235860"/>
                  </a:lnTo>
                  <a:lnTo>
                    <a:pt x="1324697" y="235145"/>
                  </a:lnTo>
                  <a:lnTo>
                    <a:pt x="1334441" y="234294"/>
                  </a:lnTo>
                  <a:lnTo>
                    <a:pt x="1344185" y="233308"/>
                  </a:lnTo>
                  <a:lnTo>
                    <a:pt x="1353929" y="232184"/>
                  </a:lnTo>
                  <a:lnTo>
                    <a:pt x="1363658" y="230924"/>
                  </a:lnTo>
                  <a:lnTo>
                    <a:pt x="1373402" y="229529"/>
                  </a:lnTo>
                  <a:lnTo>
                    <a:pt x="1383146" y="227999"/>
                  </a:lnTo>
                  <a:lnTo>
                    <a:pt x="1392890" y="226336"/>
                  </a:lnTo>
                  <a:lnTo>
                    <a:pt x="1402619" y="224542"/>
                  </a:lnTo>
                  <a:lnTo>
                    <a:pt x="1412363" y="222619"/>
                  </a:lnTo>
                  <a:lnTo>
                    <a:pt x="1422106" y="220566"/>
                  </a:lnTo>
                  <a:lnTo>
                    <a:pt x="1431850" y="218388"/>
                  </a:lnTo>
                  <a:lnTo>
                    <a:pt x="1441594" y="216087"/>
                  </a:lnTo>
                  <a:lnTo>
                    <a:pt x="1451323" y="213666"/>
                  </a:lnTo>
                  <a:lnTo>
                    <a:pt x="1461067" y="211128"/>
                  </a:lnTo>
                  <a:lnTo>
                    <a:pt x="1470811" y="208475"/>
                  </a:lnTo>
                  <a:lnTo>
                    <a:pt x="1480555" y="205712"/>
                  </a:lnTo>
                  <a:lnTo>
                    <a:pt x="1490284" y="202842"/>
                  </a:lnTo>
                  <a:lnTo>
                    <a:pt x="1500028" y="199868"/>
                  </a:lnTo>
                  <a:lnTo>
                    <a:pt x="1509772" y="196796"/>
                  </a:lnTo>
                  <a:lnTo>
                    <a:pt x="1519516" y="193629"/>
                  </a:lnTo>
                  <a:lnTo>
                    <a:pt x="1529245" y="190370"/>
                  </a:lnTo>
                  <a:lnTo>
                    <a:pt x="1538989" y="187027"/>
                  </a:lnTo>
                  <a:lnTo>
                    <a:pt x="1548733" y="183603"/>
                  </a:lnTo>
                  <a:lnTo>
                    <a:pt x="1558477" y="180102"/>
                  </a:lnTo>
                  <a:lnTo>
                    <a:pt x="1568221" y="176529"/>
                  </a:lnTo>
                  <a:lnTo>
                    <a:pt x="1577950" y="172891"/>
                  </a:lnTo>
                  <a:lnTo>
                    <a:pt x="1587694" y="169191"/>
                  </a:lnTo>
                  <a:lnTo>
                    <a:pt x="1597438" y="165435"/>
                  </a:lnTo>
                  <a:lnTo>
                    <a:pt x="1607182" y="161630"/>
                  </a:lnTo>
                  <a:lnTo>
                    <a:pt x="1616911" y="157782"/>
                  </a:lnTo>
                  <a:lnTo>
                    <a:pt x="1626655" y="153893"/>
                  </a:lnTo>
                  <a:lnTo>
                    <a:pt x="1636399" y="149972"/>
                  </a:lnTo>
                  <a:lnTo>
                    <a:pt x="1646142" y="146023"/>
                  </a:lnTo>
                  <a:lnTo>
                    <a:pt x="1655872" y="142054"/>
                  </a:lnTo>
                  <a:lnTo>
                    <a:pt x="1665616" y="138069"/>
                  </a:lnTo>
                  <a:lnTo>
                    <a:pt x="1675359" y="134076"/>
                  </a:lnTo>
                  <a:lnTo>
                    <a:pt x="1685103" y="130079"/>
                  </a:lnTo>
                  <a:lnTo>
                    <a:pt x="1694832" y="126084"/>
                  </a:lnTo>
                  <a:lnTo>
                    <a:pt x="1704576" y="122100"/>
                  </a:lnTo>
                  <a:lnTo>
                    <a:pt x="1714320" y="118130"/>
                  </a:lnTo>
                  <a:lnTo>
                    <a:pt x="1724064" y="114183"/>
                  </a:lnTo>
                  <a:lnTo>
                    <a:pt x="1733808" y="110263"/>
                  </a:lnTo>
                  <a:lnTo>
                    <a:pt x="1743537" y="106376"/>
                  </a:lnTo>
                  <a:lnTo>
                    <a:pt x="1753281" y="102530"/>
                  </a:lnTo>
                  <a:lnTo>
                    <a:pt x="1763025" y="98731"/>
                  </a:lnTo>
                  <a:lnTo>
                    <a:pt x="1772769" y="94984"/>
                  </a:lnTo>
                  <a:lnTo>
                    <a:pt x="1782498" y="91295"/>
                  </a:lnTo>
                  <a:lnTo>
                    <a:pt x="1792242" y="87670"/>
                  </a:lnTo>
                  <a:lnTo>
                    <a:pt x="1801986" y="84117"/>
                  </a:lnTo>
                  <a:lnTo>
                    <a:pt x="1811730" y="80639"/>
                  </a:lnTo>
                  <a:lnTo>
                    <a:pt x="1821459" y="77245"/>
                  </a:lnTo>
                  <a:lnTo>
                    <a:pt x="1831203" y="73938"/>
                  </a:lnTo>
                  <a:lnTo>
                    <a:pt x="1840947" y="70724"/>
                  </a:lnTo>
                  <a:lnTo>
                    <a:pt x="1850691" y="67610"/>
                  </a:lnTo>
                  <a:lnTo>
                    <a:pt x="1860435" y="64599"/>
                  </a:lnTo>
                  <a:lnTo>
                    <a:pt x="1870164" y="61700"/>
                  </a:lnTo>
                  <a:lnTo>
                    <a:pt x="1879908" y="58914"/>
                  </a:lnTo>
                  <a:lnTo>
                    <a:pt x="1889652" y="56247"/>
                  </a:lnTo>
                  <a:lnTo>
                    <a:pt x="1899395" y="53705"/>
                  </a:lnTo>
                  <a:lnTo>
                    <a:pt x="1909124" y="51291"/>
                  </a:lnTo>
                  <a:lnTo>
                    <a:pt x="1918868" y="49010"/>
                  </a:lnTo>
                  <a:lnTo>
                    <a:pt x="1928612" y="46866"/>
                  </a:lnTo>
                  <a:lnTo>
                    <a:pt x="1938356" y="44864"/>
                  </a:lnTo>
                  <a:lnTo>
                    <a:pt x="1948085" y="43004"/>
                  </a:lnTo>
                  <a:lnTo>
                    <a:pt x="1957829" y="41294"/>
                  </a:lnTo>
                  <a:lnTo>
                    <a:pt x="1967573" y="39733"/>
                  </a:lnTo>
                  <a:lnTo>
                    <a:pt x="1977317" y="38326"/>
                  </a:lnTo>
                  <a:lnTo>
                    <a:pt x="1987046" y="37075"/>
                  </a:lnTo>
                  <a:lnTo>
                    <a:pt x="1996790" y="35981"/>
                  </a:lnTo>
                  <a:lnTo>
                    <a:pt x="2006534" y="35048"/>
                  </a:lnTo>
                  <a:lnTo>
                    <a:pt x="2016278" y="34277"/>
                  </a:lnTo>
                  <a:lnTo>
                    <a:pt x="2026022" y="33667"/>
                  </a:lnTo>
                  <a:lnTo>
                    <a:pt x="2035751" y="33220"/>
                  </a:lnTo>
                  <a:lnTo>
                    <a:pt x="2045495" y="32939"/>
                  </a:lnTo>
                  <a:lnTo>
                    <a:pt x="2055239" y="32819"/>
                  </a:lnTo>
                  <a:lnTo>
                    <a:pt x="2064983" y="32866"/>
                  </a:lnTo>
                  <a:lnTo>
                    <a:pt x="2074712" y="33074"/>
                  </a:lnTo>
                  <a:lnTo>
                    <a:pt x="2084456" y="33447"/>
                  </a:lnTo>
                  <a:lnTo>
                    <a:pt x="2094200" y="33979"/>
                  </a:lnTo>
                  <a:lnTo>
                    <a:pt x="2103944" y="34671"/>
                  </a:lnTo>
                  <a:lnTo>
                    <a:pt x="2113673" y="35521"/>
                  </a:lnTo>
                  <a:lnTo>
                    <a:pt x="2123417" y="36526"/>
                  </a:lnTo>
                  <a:lnTo>
                    <a:pt x="2133161" y="37684"/>
                  </a:lnTo>
                  <a:lnTo>
                    <a:pt x="2142905" y="38992"/>
                  </a:lnTo>
                  <a:lnTo>
                    <a:pt x="2152649" y="40446"/>
                  </a:lnTo>
                  <a:lnTo>
                    <a:pt x="2162377" y="42043"/>
                  </a:lnTo>
                  <a:lnTo>
                    <a:pt x="2172121" y="43781"/>
                  </a:lnTo>
                  <a:lnTo>
                    <a:pt x="2181865" y="45650"/>
                  </a:lnTo>
                  <a:lnTo>
                    <a:pt x="2191609" y="47651"/>
                  </a:lnTo>
                  <a:lnTo>
                    <a:pt x="2201338" y="49777"/>
                  </a:lnTo>
                  <a:lnTo>
                    <a:pt x="2211082" y="52024"/>
                  </a:lnTo>
                  <a:lnTo>
                    <a:pt x="2220826" y="54386"/>
                  </a:lnTo>
                  <a:lnTo>
                    <a:pt x="2230570" y="56856"/>
                  </a:lnTo>
                  <a:lnTo>
                    <a:pt x="2240299" y="59431"/>
                  </a:lnTo>
                  <a:lnTo>
                    <a:pt x="2250043" y="62102"/>
                  </a:lnTo>
                  <a:lnTo>
                    <a:pt x="2259787" y="64866"/>
                  </a:lnTo>
                  <a:lnTo>
                    <a:pt x="2269531" y="67714"/>
                  </a:lnTo>
                  <a:lnTo>
                    <a:pt x="2279260" y="70642"/>
                  </a:lnTo>
                  <a:lnTo>
                    <a:pt x="2289004" y="73641"/>
                  </a:lnTo>
                  <a:lnTo>
                    <a:pt x="2298748" y="76706"/>
                  </a:lnTo>
                  <a:lnTo>
                    <a:pt x="2308492" y="79829"/>
                  </a:lnTo>
                  <a:lnTo>
                    <a:pt x="2318236" y="83004"/>
                  </a:lnTo>
                  <a:lnTo>
                    <a:pt x="2327965" y="86225"/>
                  </a:lnTo>
                  <a:lnTo>
                    <a:pt x="2337709" y="89483"/>
                  </a:lnTo>
                  <a:lnTo>
                    <a:pt x="2347453" y="92771"/>
                  </a:lnTo>
                  <a:lnTo>
                    <a:pt x="2357197" y="96087"/>
                  </a:lnTo>
                  <a:lnTo>
                    <a:pt x="2366926" y="99418"/>
                  </a:lnTo>
                  <a:lnTo>
                    <a:pt x="2376670" y="102760"/>
                  </a:lnTo>
                  <a:lnTo>
                    <a:pt x="2386413" y="106105"/>
                  </a:lnTo>
                  <a:lnTo>
                    <a:pt x="2396157" y="109448"/>
                  </a:lnTo>
                  <a:lnTo>
                    <a:pt x="2405886" y="112782"/>
                  </a:lnTo>
                  <a:lnTo>
                    <a:pt x="2415630" y="116102"/>
                  </a:lnTo>
                  <a:lnTo>
                    <a:pt x="2425374" y="119399"/>
                  </a:lnTo>
                  <a:lnTo>
                    <a:pt x="2435118" y="122668"/>
                  </a:lnTo>
                  <a:lnTo>
                    <a:pt x="2444862" y="125904"/>
                  </a:lnTo>
                  <a:lnTo>
                    <a:pt x="2454591" y="129100"/>
                  </a:lnTo>
                  <a:lnTo>
                    <a:pt x="2464335" y="132251"/>
                  </a:lnTo>
                  <a:lnTo>
                    <a:pt x="2474079" y="135353"/>
                  </a:lnTo>
                  <a:lnTo>
                    <a:pt x="2483823" y="138398"/>
                  </a:lnTo>
                  <a:lnTo>
                    <a:pt x="2493552" y="141384"/>
                  </a:lnTo>
                  <a:lnTo>
                    <a:pt x="2503296" y="144304"/>
                  </a:lnTo>
                  <a:lnTo>
                    <a:pt x="2513040" y="147157"/>
                  </a:lnTo>
                  <a:lnTo>
                    <a:pt x="2522784" y="149934"/>
                  </a:lnTo>
                  <a:lnTo>
                    <a:pt x="2532513" y="152636"/>
                  </a:lnTo>
                  <a:lnTo>
                    <a:pt x="2542257" y="155256"/>
                  </a:lnTo>
                  <a:lnTo>
                    <a:pt x="2552001" y="157792"/>
                  </a:lnTo>
                  <a:lnTo>
                    <a:pt x="2561745" y="160240"/>
                  </a:lnTo>
                  <a:lnTo>
                    <a:pt x="2571474" y="162597"/>
                  </a:lnTo>
                  <a:lnTo>
                    <a:pt x="2581218" y="164860"/>
                  </a:lnTo>
                  <a:lnTo>
                    <a:pt x="2590962" y="167029"/>
                  </a:lnTo>
                  <a:lnTo>
                    <a:pt x="2600705" y="169099"/>
                  </a:lnTo>
                  <a:lnTo>
                    <a:pt x="2610449" y="171069"/>
                  </a:lnTo>
                  <a:lnTo>
                    <a:pt x="2620178" y="172937"/>
                  </a:lnTo>
                  <a:lnTo>
                    <a:pt x="2629922" y="174701"/>
                  </a:lnTo>
                  <a:lnTo>
                    <a:pt x="2639666" y="176359"/>
                  </a:lnTo>
                  <a:lnTo>
                    <a:pt x="2649410" y="177912"/>
                  </a:lnTo>
                  <a:lnTo>
                    <a:pt x="2659139" y="179357"/>
                  </a:lnTo>
                  <a:lnTo>
                    <a:pt x="2668883" y="180693"/>
                  </a:lnTo>
                  <a:lnTo>
                    <a:pt x="2678627" y="181921"/>
                  </a:lnTo>
                  <a:lnTo>
                    <a:pt x="2688371" y="183038"/>
                  </a:lnTo>
                  <a:lnTo>
                    <a:pt x="2698100" y="184046"/>
                  </a:lnTo>
                  <a:lnTo>
                    <a:pt x="2707844" y="184943"/>
                  </a:lnTo>
                  <a:lnTo>
                    <a:pt x="2717588" y="185728"/>
                  </a:lnTo>
                  <a:lnTo>
                    <a:pt x="2727332" y="186401"/>
                  </a:lnTo>
                  <a:lnTo>
                    <a:pt x="2737076" y="186964"/>
                  </a:lnTo>
                  <a:lnTo>
                    <a:pt x="2746805" y="187416"/>
                  </a:lnTo>
                  <a:lnTo>
                    <a:pt x="2756549" y="187755"/>
                  </a:lnTo>
                  <a:lnTo>
                    <a:pt x="2766293" y="187985"/>
                  </a:lnTo>
                  <a:lnTo>
                    <a:pt x="2776037" y="188103"/>
                  </a:lnTo>
                  <a:lnTo>
                    <a:pt x="2785766" y="188109"/>
                  </a:lnTo>
                  <a:lnTo>
                    <a:pt x="2795510" y="188004"/>
                  </a:lnTo>
                  <a:lnTo>
                    <a:pt x="2805254" y="187788"/>
                  </a:lnTo>
                  <a:lnTo>
                    <a:pt x="2814998" y="187462"/>
                  </a:lnTo>
                  <a:lnTo>
                    <a:pt x="2824727" y="187025"/>
                  </a:lnTo>
                  <a:lnTo>
                    <a:pt x="2834471" y="186477"/>
                  </a:lnTo>
                  <a:lnTo>
                    <a:pt x="2844215" y="185820"/>
                  </a:lnTo>
                  <a:lnTo>
                    <a:pt x="2853958" y="185051"/>
                  </a:lnTo>
                  <a:lnTo>
                    <a:pt x="2863687" y="184172"/>
                  </a:lnTo>
                  <a:lnTo>
                    <a:pt x="2873431" y="183184"/>
                  </a:lnTo>
                  <a:lnTo>
                    <a:pt x="2883175" y="182085"/>
                  </a:lnTo>
                  <a:lnTo>
                    <a:pt x="2892919" y="180875"/>
                  </a:lnTo>
                  <a:lnTo>
                    <a:pt x="2902663" y="179554"/>
                  </a:lnTo>
                  <a:lnTo>
                    <a:pt x="2912392" y="17812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9" name="Freeform 618">
              <a:extLst>
                <a:ext uri="{FF2B5EF4-FFF2-40B4-BE49-F238E27FC236}">
                  <a16:creationId xmlns:a16="http://schemas.microsoft.com/office/drawing/2014/main" id="{107D57D9-2537-5D09-FF6B-CA3751336C48}"/>
                </a:ext>
              </a:extLst>
            </p:cNvPr>
            <p:cNvSpPr/>
            <p:nvPr/>
          </p:nvSpPr>
          <p:spPr>
            <a:xfrm>
              <a:off x="576446" y="2815123"/>
              <a:ext cx="2912392" cy="1146068"/>
            </a:xfrm>
            <a:custGeom>
              <a:avLst/>
              <a:gdLst>
                <a:gd name="connsiteX0" fmla="*/ 0 w 2912392"/>
                <a:gd name="connsiteY0" fmla="*/ 151645 h 1146068"/>
                <a:gd name="connsiteX1" fmla="*/ 9739 w 2912392"/>
                <a:gd name="connsiteY1" fmla="*/ 146128 h 1146068"/>
                <a:gd name="connsiteX2" fmla="*/ 19480 w 2912392"/>
                <a:gd name="connsiteY2" fmla="*/ 140585 h 1146068"/>
                <a:gd name="connsiteX3" fmla="*/ 29221 w 2912392"/>
                <a:gd name="connsiteY3" fmla="*/ 135028 h 1146068"/>
                <a:gd name="connsiteX4" fmla="*/ 38961 w 2912392"/>
                <a:gd name="connsiteY4" fmla="*/ 129462 h 1146068"/>
                <a:gd name="connsiteX5" fmla="*/ 48702 w 2912392"/>
                <a:gd name="connsiteY5" fmla="*/ 123892 h 1146068"/>
                <a:gd name="connsiteX6" fmla="*/ 58443 w 2912392"/>
                <a:gd name="connsiteY6" fmla="*/ 118331 h 1146068"/>
                <a:gd name="connsiteX7" fmla="*/ 68182 w 2912392"/>
                <a:gd name="connsiteY7" fmla="*/ 112782 h 1146068"/>
                <a:gd name="connsiteX8" fmla="*/ 77923 w 2912392"/>
                <a:gd name="connsiteY8" fmla="*/ 107258 h 1146068"/>
                <a:gd name="connsiteX9" fmla="*/ 87664 w 2912392"/>
                <a:gd name="connsiteY9" fmla="*/ 101763 h 1146068"/>
                <a:gd name="connsiteX10" fmla="*/ 97404 w 2912392"/>
                <a:gd name="connsiteY10" fmla="*/ 96310 h 1146068"/>
                <a:gd name="connsiteX11" fmla="*/ 107145 w 2912392"/>
                <a:gd name="connsiteY11" fmla="*/ 90905 h 1146068"/>
                <a:gd name="connsiteX12" fmla="*/ 116886 w 2912392"/>
                <a:gd name="connsiteY12" fmla="*/ 85560 h 1146068"/>
                <a:gd name="connsiteX13" fmla="*/ 126625 w 2912392"/>
                <a:gd name="connsiteY13" fmla="*/ 80282 h 1146068"/>
                <a:gd name="connsiteX14" fmla="*/ 136366 w 2912392"/>
                <a:gd name="connsiteY14" fmla="*/ 75083 h 1146068"/>
                <a:gd name="connsiteX15" fmla="*/ 146107 w 2912392"/>
                <a:gd name="connsiteY15" fmla="*/ 69972 h 1146068"/>
                <a:gd name="connsiteX16" fmla="*/ 155846 w 2912392"/>
                <a:gd name="connsiteY16" fmla="*/ 64958 h 1146068"/>
                <a:gd name="connsiteX17" fmla="*/ 165587 w 2912392"/>
                <a:gd name="connsiteY17" fmla="*/ 60053 h 1146068"/>
                <a:gd name="connsiteX18" fmla="*/ 175328 w 2912392"/>
                <a:gd name="connsiteY18" fmla="*/ 55266 h 1146068"/>
                <a:gd name="connsiteX19" fmla="*/ 185068 w 2912392"/>
                <a:gd name="connsiteY19" fmla="*/ 50609 h 1146068"/>
                <a:gd name="connsiteX20" fmla="*/ 194809 w 2912392"/>
                <a:gd name="connsiteY20" fmla="*/ 46090 h 1146068"/>
                <a:gd name="connsiteX21" fmla="*/ 204550 w 2912392"/>
                <a:gd name="connsiteY21" fmla="*/ 41722 h 1146068"/>
                <a:gd name="connsiteX22" fmla="*/ 214289 w 2912392"/>
                <a:gd name="connsiteY22" fmla="*/ 37513 h 1146068"/>
                <a:gd name="connsiteX23" fmla="*/ 224030 w 2912392"/>
                <a:gd name="connsiteY23" fmla="*/ 33474 h 1146068"/>
                <a:gd name="connsiteX24" fmla="*/ 233771 w 2912392"/>
                <a:gd name="connsiteY24" fmla="*/ 29616 h 1146068"/>
                <a:gd name="connsiteX25" fmla="*/ 243510 w 2912392"/>
                <a:gd name="connsiteY25" fmla="*/ 25948 h 1146068"/>
                <a:gd name="connsiteX26" fmla="*/ 253251 w 2912392"/>
                <a:gd name="connsiteY26" fmla="*/ 22483 h 1146068"/>
                <a:gd name="connsiteX27" fmla="*/ 262992 w 2912392"/>
                <a:gd name="connsiteY27" fmla="*/ 19229 h 1146068"/>
                <a:gd name="connsiteX28" fmla="*/ 272732 w 2912392"/>
                <a:gd name="connsiteY28" fmla="*/ 16195 h 1146068"/>
                <a:gd name="connsiteX29" fmla="*/ 282473 w 2912392"/>
                <a:gd name="connsiteY29" fmla="*/ 13393 h 1146068"/>
                <a:gd name="connsiteX30" fmla="*/ 292214 w 2912392"/>
                <a:gd name="connsiteY30" fmla="*/ 10830 h 1146068"/>
                <a:gd name="connsiteX31" fmla="*/ 301953 w 2912392"/>
                <a:gd name="connsiteY31" fmla="*/ 8516 h 1146068"/>
                <a:gd name="connsiteX32" fmla="*/ 311694 w 2912392"/>
                <a:gd name="connsiteY32" fmla="*/ 6462 h 1146068"/>
                <a:gd name="connsiteX33" fmla="*/ 321435 w 2912392"/>
                <a:gd name="connsiteY33" fmla="*/ 4674 h 1146068"/>
                <a:gd name="connsiteX34" fmla="*/ 331175 w 2912392"/>
                <a:gd name="connsiteY34" fmla="*/ 3162 h 1146068"/>
                <a:gd name="connsiteX35" fmla="*/ 340916 w 2912392"/>
                <a:gd name="connsiteY35" fmla="*/ 1934 h 1146068"/>
                <a:gd name="connsiteX36" fmla="*/ 350656 w 2912392"/>
                <a:gd name="connsiteY36" fmla="*/ 995 h 1146068"/>
                <a:gd name="connsiteX37" fmla="*/ 360396 w 2912392"/>
                <a:gd name="connsiteY37" fmla="*/ 356 h 1146068"/>
                <a:gd name="connsiteX38" fmla="*/ 370137 w 2912392"/>
                <a:gd name="connsiteY38" fmla="*/ 22 h 1146068"/>
                <a:gd name="connsiteX39" fmla="*/ 379878 w 2912392"/>
                <a:gd name="connsiteY39" fmla="*/ 0 h 1146068"/>
                <a:gd name="connsiteX40" fmla="*/ 389617 w 2912392"/>
                <a:gd name="connsiteY40" fmla="*/ 295 h 1146068"/>
                <a:gd name="connsiteX41" fmla="*/ 399358 w 2912392"/>
                <a:gd name="connsiteY41" fmla="*/ 913 h 1146068"/>
                <a:gd name="connsiteX42" fmla="*/ 409099 w 2912392"/>
                <a:gd name="connsiteY42" fmla="*/ 1861 h 1146068"/>
                <a:gd name="connsiteX43" fmla="*/ 418839 w 2912392"/>
                <a:gd name="connsiteY43" fmla="*/ 3142 h 1146068"/>
                <a:gd name="connsiteX44" fmla="*/ 428580 w 2912392"/>
                <a:gd name="connsiteY44" fmla="*/ 4759 h 1146068"/>
                <a:gd name="connsiteX45" fmla="*/ 438321 w 2912392"/>
                <a:gd name="connsiteY45" fmla="*/ 6718 h 1146068"/>
                <a:gd name="connsiteX46" fmla="*/ 448060 w 2912392"/>
                <a:gd name="connsiteY46" fmla="*/ 9020 h 1146068"/>
                <a:gd name="connsiteX47" fmla="*/ 457801 w 2912392"/>
                <a:gd name="connsiteY47" fmla="*/ 11667 h 1146068"/>
                <a:gd name="connsiteX48" fmla="*/ 467542 w 2912392"/>
                <a:gd name="connsiteY48" fmla="*/ 14664 h 1146068"/>
                <a:gd name="connsiteX49" fmla="*/ 477281 w 2912392"/>
                <a:gd name="connsiteY49" fmla="*/ 18010 h 1146068"/>
                <a:gd name="connsiteX50" fmla="*/ 487022 w 2912392"/>
                <a:gd name="connsiteY50" fmla="*/ 21708 h 1146068"/>
                <a:gd name="connsiteX51" fmla="*/ 496763 w 2912392"/>
                <a:gd name="connsiteY51" fmla="*/ 25754 h 1146068"/>
                <a:gd name="connsiteX52" fmla="*/ 506503 w 2912392"/>
                <a:gd name="connsiteY52" fmla="*/ 30153 h 1146068"/>
                <a:gd name="connsiteX53" fmla="*/ 516244 w 2912392"/>
                <a:gd name="connsiteY53" fmla="*/ 34899 h 1146068"/>
                <a:gd name="connsiteX54" fmla="*/ 525985 w 2912392"/>
                <a:gd name="connsiteY54" fmla="*/ 39995 h 1146068"/>
                <a:gd name="connsiteX55" fmla="*/ 535724 w 2912392"/>
                <a:gd name="connsiteY55" fmla="*/ 45436 h 1146068"/>
                <a:gd name="connsiteX56" fmla="*/ 545465 w 2912392"/>
                <a:gd name="connsiteY56" fmla="*/ 51221 h 1146068"/>
                <a:gd name="connsiteX57" fmla="*/ 555206 w 2912392"/>
                <a:gd name="connsiteY57" fmla="*/ 57346 h 1146068"/>
                <a:gd name="connsiteX58" fmla="*/ 564946 w 2912392"/>
                <a:gd name="connsiteY58" fmla="*/ 63808 h 1146068"/>
                <a:gd name="connsiteX59" fmla="*/ 574687 w 2912392"/>
                <a:gd name="connsiteY59" fmla="*/ 70600 h 1146068"/>
                <a:gd name="connsiteX60" fmla="*/ 584428 w 2912392"/>
                <a:gd name="connsiteY60" fmla="*/ 77721 h 1146068"/>
                <a:gd name="connsiteX61" fmla="*/ 594167 w 2912392"/>
                <a:gd name="connsiteY61" fmla="*/ 85164 h 1146068"/>
                <a:gd name="connsiteX62" fmla="*/ 603908 w 2912392"/>
                <a:gd name="connsiteY62" fmla="*/ 92922 h 1146068"/>
                <a:gd name="connsiteX63" fmla="*/ 613649 w 2912392"/>
                <a:gd name="connsiteY63" fmla="*/ 100990 h 1146068"/>
                <a:gd name="connsiteX64" fmla="*/ 623388 w 2912392"/>
                <a:gd name="connsiteY64" fmla="*/ 109360 h 1146068"/>
                <a:gd name="connsiteX65" fmla="*/ 633129 w 2912392"/>
                <a:gd name="connsiteY65" fmla="*/ 118025 h 1146068"/>
                <a:gd name="connsiteX66" fmla="*/ 642870 w 2912392"/>
                <a:gd name="connsiteY66" fmla="*/ 126977 h 1146068"/>
                <a:gd name="connsiteX67" fmla="*/ 652610 w 2912392"/>
                <a:gd name="connsiteY67" fmla="*/ 136208 h 1146068"/>
                <a:gd name="connsiteX68" fmla="*/ 662351 w 2912392"/>
                <a:gd name="connsiteY68" fmla="*/ 145709 h 1146068"/>
                <a:gd name="connsiteX69" fmla="*/ 672092 w 2912392"/>
                <a:gd name="connsiteY69" fmla="*/ 155471 h 1146068"/>
                <a:gd name="connsiteX70" fmla="*/ 681831 w 2912392"/>
                <a:gd name="connsiteY70" fmla="*/ 165483 h 1146068"/>
                <a:gd name="connsiteX71" fmla="*/ 691572 w 2912392"/>
                <a:gd name="connsiteY71" fmla="*/ 175738 h 1146068"/>
                <a:gd name="connsiteX72" fmla="*/ 701313 w 2912392"/>
                <a:gd name="connsiteY72" fmla="*/ 186222 h 1146068"/>
                <a:gd name="connsiteX73" fmla="*/ 711052 w 2912392"/>
                <a:gd name="connsiteY73" fmla="*/ 196929 h 1146068"/>
                <a:gd name="connsiteX74" fmla="*/ 720793 w 2912392"/>
                <a:gd name="connsiteY74" fmla="*/ 207842 h 1146068"/>
                <a:gd name="connsiteX75" fmla="*/ 730534 w 2912392"/>
                <a:gd name="connsiteY75" fmla="*/ 218955 h 1146068"/>
                <a:gd name="connsiteX76" fmla="*/ 740274 w 2912392"/>
                <a:gd name="connsiteY76" fmla="*/ 230255 h 1146068"/>
                <a:gd name="connsiteX77" fmla="*/ 750015 w 2912392"/>
                <a:gd name="connsiteY77" fmla="*/ 241729 h 1146068"/>
                <a:gd name="connsiteX78" fmla="*/ 759756 w 2912392"/>
                <a:gd name="connsiteY78" fmla="*/ 253366 h 1146068"/>
                <a:gd name="connsiteX79" fmla="*/ 769495 w 2912392"/>
                <a:gd name="connsiteY79" fmla="*/ 265154 h 1146068"/>
                <a:gd name="connsiteX80" fmla="*/ 779236 w 2912392"/>
                <a:gd name="connsiteY80" fmla="*/ 277082 h 1146068"/>
                <a:gd name="connsiteX81" fmla="*/ 788977 w 2912392"/>
                <a:gd name="connsiteY81" fmla="*/ 289136 h 1146068"/>
                <a:gd name="connsiteX82" fmla="*/ 798717 w 2912392"/>
                <a:gd name="connsiteY82" fmla="*/ 301304 h 1146068"/>
                <a:gd name="connsiteX83" fmla="*/ 808458 w 2912392"/>
                <a:gd name="connsiteY83" fmla="*/ 313574 h 1146068"/>
                <a:gd name="connsiteX84" fmla="*/ 818199 w 2912392"/>
                <a:gd name="connsiteY84" fmla="*/ 325933 h 1146068"/>
                <a:gd name="connsiteX85" fmla="*/ 827938 w 2912392"/>
                <a:gd name="connsiteY85" fmla="*/ 338369 h 1146068"/>
                <a:gd name="connsiteX86" fmla="*/ 837679 w 2912392"/>
                <a:gd name="connsiteY86" fmla="*/ 350870 h 1146068"/>
                <a:gd name="connsiteX87" fmla="*/ 847420 w 2912392"/>
                <a:gd name="connsiteY87" fmla="*/ 363422 h 1146068"/>
                <a:gd name="connsiteX88" fmla="*/ 857159 w 2912392"/>
                <a:gd name="connsiteY88" fmla="*/ 376015 h 1146068"/>
                <a:gd name="connsiteX89" fmla="*/ 866900 w 2912392"/>
                <a:gd name="connsiteY89" fmla="*/ 388635 h 1146068"/>
                <a:gd name="connsiteX90" fmla="*/ 876641 w 2912392"/>
                <a:gd name="connsiteY90" fmla="*/ 401271 h 1146068"/>
                <a:gd name="connsiteX91" fmla="*/ 886381 w 2912392"/>
                <a:gd name="connsiteY91" fmla="*/ 413910 h 1146068"/>
                <a:gd name="connsiteX92" fmla="*/ 896122 w 2912392"/>
                <a:gd name="connsiteY92" fmla="*/ 426543 h 1146068"/>
                <a:gd name="connsiteX93" fmla="*/ 905863 w 2912392"/>
                <a:gd name="connsiteY93" fmla="*/ 439155 h 1146068"/>
                <a:gd name="connsiteX94" fmla="*/ 915602 w 2912392"/>
                <a:gd name="connsiteY94" fmla="*/ 451737 h 1146068"/>
                <a:gd name="connsiteX95" fmla="*/ 925343 w 2912392"/>
                <a:gd name="connsiteY95" fmla="*/ 464278 h 1146068"/>
                <a:gd name="connsiteX96" fmla="*/ 935084 w 2912392"/>
                <a:gd name="connsiteY96" fmla="*/ 476767 h 1146068"/>
                <a:gd name="connsiteX97" fmla="*/ 944824 w 2912392"/>
                <a:gd name="connsiteY97" fmla="*/ 489193 h 1146068"/>
                <a:gd name="connsiteX98" fmla="*/ 954564 w 2912392"/>
                <a:gd name="connsiteY98" fmla="*/ 501547 h 1146068"/>
                <a:gd name="connsiteX99" fmla="*/ 964305 w 2912392"/>
                <a:gd name="connsiteY99" fmla="*/ 513818 h 1146068"/>
                <a:gd name="connsiteX100" fmla="*/ 974045 w 2912392"/>
                <a:gd name="connsiteY100" fmla="*/ 525998 h 1146068"/>
                <a:gd name="connsiteX101" fmla="*/ 983786 w 2912392"/>
                <a:gd name="connsiteY101" fmla="*/ 538078 h 1146068"/>
                <a:gd name="connsiteX102" fmla="*/ 993522 w 2912392"/>
                <a:gd name="connsiteY102" fmla="*/ 550048 h 1146068"/>
                <a:gd name="connsiteX103" fmla="*/ 1003266 w 2912392"/>
                <a:gd name="connsiteY103" fmla="*/ 561902 h 1146068"/>
                <a:gd name="connsiteX104" fmla="*/ 1013010 w 2912392"/>
                <a:gd name="connsiteY104" fmla="*/ 573630 h 1146068"/>
                <a:gd name="connsiteX105" fmla="*/ 1022754 w 2912392"/>
                <a:gd name="connsiteY105" fmla="*/ 585226 h 1146068"/>
                <a:gd name="connsiteX106" fmla="*/ 1032483 w 2912392"/>
                <a:gd name="connsiteY106" fmla="*/ 596682 h 1146068"/>
                <a:gd name="connsiteX107" fmla="*/ 1042227 w 2912392"/>
                <a:gd name="connsiteY107" fmla="*/ 607993 h 1146068"/>
                <a:gd name="connsiteX108" fmla="*/ 1051971 w 2912392"/>
                <a:gd name="connsiteY108" fmla="*/ 619151 h 1146068"/>
                <a:gd name="connsiteX109" fmla="*/ 1061715 w 2912392"/>
                <a:gd name="connsiteY109" fmla="*/ 630152 h 1146068"/>
                <a:gd name="connsiteX110" fmla="*/ 1071444 w 2912392"/>
                <a:gd name="connsiteY110" fmla="*/ 640992 h 1146068"/>
                <a:gd name="connsiteX111" fmla="*/ 1081188 w 2912392"/>
                <a:gd name="connsiteY111" fmla="*/ 651664 h 1146068"/>
                <a:gd name="connsiteX112" fmla="*/ 1090932 w 2912392"/>
                <a:gd name="connsiteY112" fmla="*/ 662163 h 1146068"/>
                <a:gd name="connsiteX113" fmla="*/ 1100676 w 2912392"/>
                <a:gd name="connsiteY113" fmla="*/ 672488 h 1146068"/>
                <a:gd name="connsiteX114" fmla="*/ 1110405 w 2912392"/>
                <a:gd name="connsiteY114" fmla="*/ 682634 h 1146068"/>
                <a:gd name="connsiteX115" fmla="*/ 1120149 w 2912392"/>
                <a:gd name="connsiteY115" fmla="*/ 692600 h 1146068"/>
                <a:gd name="connsiteX116" fmla="*/ 1129893 w 2912392"/>
                <a:gd name="connsiteY116" fmla="*/ 702381 h 1146068"/>
                <a:gd name="connsiteX117" fmla="*/ 1139637 w 2912392"/>
                <a:gd name="connsiteY117" fmla="*/ 711976 h 1146068"/>
                <a:gd name="connsiteX118" fmla="*/ 1149381 w 2912392"/>
                <a:gd name="connsiteY118" fmla="*/ 721383 h 1146068"/>
                <a:gd name="connsiteX119" fmla="*/ 1159110 w 2912392"/>
                <a:gd name="connsiteY119" fmla="*/ 730603 h 1146068"/>
                <a:gd name="connsiteX120" fmla="*/ 1168854 w 2912392"/>
                <a:gd name="connsiteY120" fmla="*/ 739633 h 1146068"/>
                <a:gd name="connsiteX121" fmla="*/ 1178598 w 2912392"/>
                <a:gd name="connsiteY121" fmla="*/ 748474 h 1146068"/>
                <a:gd name="connsiteX122" fmla="*/ 1188341 w 2912392"/>
                <a:gd name="connsiteY122" fmla="*/ 757125 h 1146068"/>
                <a:gd name="connsiteX123" fmla="*/ 1198070 w 2912392"/>
                <a:gd name="connsiteY123" fmla="*/ 765586 h 1146068"/>
                <a:gd name="connsiteX124" fmla="*/ 1207814 w 2912392"/>
                <a:gd name="connsiteY124" fmla="*/ 773859 h 1146068"/>
                <a:gd name="connsiteX125" fmla="*/ 1217558 w 2912392"/>
                <a:gd name="connsiteY125" fmla="*/ 781946 h 1146068"/>
                <a:gd name="connsiteX126" fmla="*/ 1227302 w 2912392"/>
                <a:gd name="connsiteY126" fmla="*/ 789847 h 1146068"/>
                <a:gd name="connsiteX127" fmla="*/ 1237031 w 2912392"/>
                <a:gd name="connsiteY127" fmla="*/ 797563 h 1146068"/>
                <a:gd name="connsiteX128" fmla="*/ 1246775 w 2912392"/>
                <a:gd name="connsiteY128" fmla="*/ 805098 h 1146068"/>
                <a:gd name="connsiteX129" fmla="*/ 1256519 w 2912392"/>
                <a:gd name="connsiteY129" fmla="*/ 812455 h 1146068"/>
                <a:gd name="connsiteX130" fmla="*/ 1266263 w 2912392"/>
                <a:gd name="connsiteY130" fmla="*/ 819633 h 1146068"/>
                <a:gd name="connsiteX131" fmla="*/ 1276007 w 2912392"/>
                <a:gd name="connsiteY131" fmla="*/ 826639 h 1146068"/>
                <a:gd name="connsiteX132" fmla="*/ 1285736 w 2912392"/>
                <a:gd name="connsiteY132" fmla="*/ 833473 h 1146068"/>
                <a:gd name="connsiteX133" fmla="*/ 1295480 w 2912392"/>
                <a:gd name="connsiteY133" fmla="*/ 840140 h 1146068"/>
                <a:gd name="connsiteX134" fmla="*/ 1305224 w 2912392"/>
                <a:gd name="connsiteY134" fmla="*/ 846645 h 1146068"/>
                <a:gd name="connsiteX135" fmla="*/ 1314968 w 2912392"/>
                <a:gd name="connsiteY135" fmla="*/ 852989 h 1146068"/>
                <a:gd name="connsiteX136" fmla="*/ 1324697 w 2912392"/>
                <a:gd name="connsiteY136" fmla="*/ 859177 h 1146068"/>
                <a:gd name="connsiteX137" fmla="*/ 1334441 w 2912392"/>
                <a:gd name="connsiteY137" fmla="*/ 865214 h 1146068"/>
                <a:gd name="connsiteX138" fmla="*/ 1344185 w 2912392"/>
                <a:gd name="connsiteY138" fmla="*/ 871102 h 1146068"/>
                <a:gd name="connsiteX139" fmla="*/ 1353929 w 2912392"/>
                <a:gd name="connsiteY139" fmla="*/ 876848 h 1146068"/>
                <a:gd name="connsiteX140" fmla="*/ 1363658 w 2912392"/>
                <a:gd name="connsiteY140" fmla="*/ 882455 h 1146068"/>
                <a:gd name="connsiteX141" fmla="*/ 1373402 w 2912392"/>
                <a:gd name="connsiteY141" fmla="*/ 887927 h 1146068"/>
                <a:gd name="connsiteX142" fmla="*/ 1383146 w 2912392"/>
                <a:gd name="connsiteY142" fmla="*/ 893270 h 1146068"/>
                <a:gd name="connsiteX143" fmla="*/ 1392890 w 2912392"/>
                <a:gd name="connsiteY143" fmla="*/ 898489 h 1146068"/>
                <a:gd name="connsiteX144" fmla="*/ 1402619 w 2912392"/>
                <a:gd name="connsiteY144" fmla="*/ 903586 h 1146068"/>
                <a:gd name="connsiteX145" fmla="*/ 1412363 w 2912392"/>
                <a:gd name="connsiteY145" fmla="*/ 908568 h 1146068"/>
                <a:gd name="connsiteX146" fmla="*/ 1422106 w 2912392"/>
                <a:gd name="connsiteY146" fmla="*/ 913439 h 1146068"/>
                <a:gd name="connsiteX147" fmla="*/ 1431850 w 2912392"/>
                <a:gd name="connsiteY147" fmla="*/ 918203 h 1146068"/>
                <a:gd name="connsiteX148" fmla="*/ 1441594 w 2912392"/>
                <a:gd name="connsiteY148" fmla="*/ 922867 h 1146068"/>
                <a:gd name="connsiteX149" fmla="*/ 1451323 w 2912392"/>
                <a:gd name="connsiteY149" fmla="*/ 927433 h 1146068"/>
                <a:gd name="connsiteX150" fmla="*/ 1461067 w 2912392"/>
                <a:gd name="connsiteY150" fmla="*/ 931907 h 1146068"/>
                <a:gd name="connsiteX151" fmla="*/ 1470811 w 2912392"/>
                <a:gd name="connsiteY151" fmla="*/ 936294 h 1146068"/>
                <a:gd name="connsiteX152" fmla="*/ 1480555 w 2912392"/>
                <a:gd name="connsiteY152" fmla="*/ 940597 h 1146068"/>
                <a:gd name="connsiteX153" fmla="*/ 1490284 w 2912392"/>
                <a:gd name="connsiteY153" fmla="*/ 944820 h 1146068"/>
                <a:gd name="connsiteX154" fmla="*/ 1500028 w 2912392"/>
                <a:gd name="connsiteY154" fmla="*/ 948970 h 1146068"/>
                <a:gd name="connsiteX155" fmla="*/ 1509772 w 2912392"/>
                <a:gd name="connsiteY155" fmla="*/ 953048 h 1146068"/>
                <a:gd name="connsiteX156" fmla="*/ 1519516 w 2912392"/>
                <a:gd name="connsiteY156" fmla="*/ 957061 h 1146068"/>
                <a:gd name="connsiteX157" fmla="*/ 1529245 w 2912392"/>
                <a:gd name="connsiteY157" fmla="*/ 961011 h 1146068"/>
                <a:gd name="connsiteX158" fmla="*/ 1538989 w 2912392"/>
                <a:gd name="connsiteY158" fmla="*/ 964903 h 1146068"/>
                <a:gd name="connsiteX159" fmla="*/ 1548733 w 2912392"/>
                <a:gd name="connsiteY159" fmla="*/ 968739 h 1146068"/>
                <a:gd name="connsiteX160" fmla="*/ 1558477 w 2912392"/>
                <a:gd name="connsiteY160" fmla="*/ 972525 h 1146068"/>
                <a:gd name="connsiteX161" fmla="*/ 1568221 w 2912392"/>
                <a:gd name="connsiteY161" fmla="*/ 976263 h 1146068"/>
                <a:gd name="connsiteX162" fmla="*/ 1577950 w 2912392"/>
                <a:gd name="connsiteY162" fmla="*/ 979957 h 1146068"/>
                <a:gd name="connsiteX163" fmla="*/ 1587694 w 2912392"/>
                <a:gd name="connsiteY163" fmla="*/ 983610 h 1146068"/>
                <a:gd name="connsiteX164" fmla="*/ 1597438 w 2912392"/>
                <a:gd name="connsiteY164" fmla="*/ 987223 h 1146068"/>
                <a:gd name="connsiteX165" fmla="*/ 1607182 w 2912392"/>
                <a:gd name="connsiteY165" fmla="*/ 990802 h 1146068"/>
                <a:gd name="connsiteX166" fmla="*/ 1616911 w 2912392"/>
                <a:gd name="connsiteY166" fmla="*/ 994348 h 1146068"/>
                <a:gd name="connsiteX167" fmla="*/ 1626655 w 2912392"/>
                <a:gd name="connsiteY167" fmla="*/ 997864 h 1146068"/>
                <a:gd name="connsiteX168" fmla="*/ 1636399 w 2912392"/>
                <a:gd name="connsiteY168" fmla="*/ 1001352 h 1146068"/>
                <a:gd name="connsiteX169" fmla="*/ 1646142 w 2912392"/>
                <a:gd name="connsiteY169" fmla="*/ 1004813 h 1146068"/>
                <a:gd name="connsiteX170" fmla="*/ 1655872 w 2912392"/>
                <a:gd name="connsiteY170" fmla="*/ 1008251 h 1146068"/>
                <a:gd name="connsiteX171" fmla="*/ 1665616 w 2912392"/>
                <a:gd name="connsiteY171" fmla="*/ 1011668 h 1146068"/>
                <a:gd name="connsiteX172" fmla="*/ 1675359 w 2912392"/>
                <a:gd name="connsiteY172" fmla="*/ 1015063 h 1146068"/>
                <a:gd name="connsiteX173" fmla="*/ 1685103 w 2912392"/>
                <a:gd name="connsiteY173" fmla="*/ 1018439 h 1146068"/>
                <a:gd name="connsiteX174" fmla="*/ 1694832 w 2912392"/>
                <a:gd name="connsiteY174" fmla="*/ 1021799 h 1146068"/>
                <a:gd name="connsiteX175" fmla="*/ 1704576 w 2912392"/>
                <a:gd name="connsiteY175" fmla="*/ 1025141 h 1146068"/>
                <a:gd name="connsiteX176" fmla="*/ 1714320 w 2912392"/>
                <a:gd name="connsiteY176" fmla="*/ 1028468 h 1146068"/>
                <a:gd name="connsiteX177" fmla="*/ 1724064 w 2912392"/>
                <a:gd name="connsiteY177" fmla="*/ 1031780 h 1146068"/>
                <a:gd name="connsiteX178" fmla="*/ 1733808 w 2912392"/>
                <a:gd name="connsiteY178" fmla="*/ 1035077 h 1146068"/>
                <a:gd name="connsiteX179" fmla="*/ 1743537 w 2912392"/>
                <a:gd name="connsiteY179" fmla="*/ 1038361 h 1146068"/>
                <a:gd name="connsiteX180" fmla="*/ 1753281 w 2912392"/>
                <a:gd name="connsiteY180" fmla="*/ 1041630 h 1146068"/>
                <a:gd name="connsiteX181" fmla="*/ 1763025 w 2912392"/>
                <a:gd name="connsiteY181" fmla="*/ 1044885 h 1146068"/>
                <a:gd name="connsiteX182" fmla="*/ 1772769 w 2912392"/>
                <a:gd name="connsiteY182" fmla="*/ 1048126 h 1146068"/>
                <a:gd name="connsiteX183" fmla="*/ 1782498 w 2912392"/>
                <a:gd name="connsiteY183" fmla="*/ 1051353 h 1146068"/>
                <a:gd name="connsiteX184" fmla="*/ 1792242 w 2912392"/>
                <a:gd name="connsiteY184" fmla="*/ 1054565 h 1146068"/>
                <a:gd name="connsiteX185" fmla="*/ 1801986 w 2912392"/>
                <a:gd name="connsiteY185" fmla="*/ 1057761 h 1146068"/>
                <a:gd name="connsiteX186" fmla="*/ 1811730 w 2912392"/>
                <a:gd name="connsiteY186" fmla="*/ 1060939 h 1146068"/>
                <a:gd name="connsiteX187" fmla="*/ 1821459 w 2912392"/>
                <a:gd name="connsiteY187" fmla="*/ 1064100 h 1146068"/>
                <a:gd name="connsiteX188" fmla="*/ 1831203 w 2912392"/>
                <a:gd name="connsiteY188" fmla="*/ 1067242 h 1146068"/>
                <a:gd name="connsiteX189" fmla="*/ 1840947 w 2912392"/>
                <a:gd name="connsiteY189" fmla="*/ 1070364 h 1146068"/>
                <a:gd name="connsiteX190" fmla="*/ 1850691 w 2912392"/>
                <a:gd name="connsiteY190" fmla="*/ 1073463 h 1146068"/>
                <a:gd name="connsiteX191" fmla="*/ 1860435 w 2912392"/>
                <a:gd name="connsiteY191" fmla="*/ 1076538 h 1146068"/>
                <a:gd name="connsiteX192" fmla="*/ 1870164 w 2912392"/>
                <a:gd name="connsiteY192" fmla="*/ 1079588 h 1146068"/>
                <a:gd name="connsiteX193" fmla="*/ 1879908 w 2912392"/>
                <a:gd name="connsiteY193" fmla="*/ 1082609 h 1146068"/>
                <a:gd name="connsiteX194" fmla="*/ 1889652 w 2912392"/>
                <a:gd name="connsiteY194" fmla="*/ 1085601 h 1146068"/>
                <a:gd name="connsiteX195" fmla="*/ 1899395 w 2912392"/>
                <a:gd name="connsiteY195" fmla="*/ 1088561 h 1146068"/>
                <a:gd name="connsiteX196" fmla="*/ 1909124 w 2912392"/>
                <a:gd name="connsiteY196" fmla="*/ 1091485 h 1146068"/>
                <a:gd name="connsiteX197" fmla="*/ 1918868 w 2912392"/>
                <a:gd name="connsiteY197" fmla="*/ 1094370 h 1146068"/>
                <a:gd name="connsiteX198" fmla="*/ 1928612 w 2912392"/>
                <a:gd name="connsiteY198" fmla="*/ 1097218 h 1146068"/>
                <a:gd name="connsiteX199" fmla="*/ 1938356 w 2912392"/>
                <a:gd name="connsiteY199" fmla="*/ 1100019 h 1146068"/>
                <a:gd name="connsiteX200" fmla="*/ 1948085 w 2912392"/>
                <a:gd name="connsiteY200" fmla="*/ 1102775 h 1146068"/>
                <a:gd name="connsiteX201" fmla="*/ 1957829 w 2912392"/>
                <a:gd name="connsiteY201" fmla="*/ 1105481 h 1146068"/>
                <a:gd name="connsiteX202" fmla="*/ 1967573 w 2912392"/>
                <a:gd name="connsiteY202" fmla="*/ 1108134 h 1146068"/>
                <a:gd name="connsiteX203" fmla="*/ 1977317 w 2912392"/>
                <a:gd name="connsiteY203" fmla="*/ 1110731 h 1146068"/>
                <a:gd name="connsiteX204" fmla="*/ 1987046 w 2912392"/>
                <a:gd name="connsiteY204" fmla="*/ 1113267 h 1146068"/>
                <a:gd name="connsiteX205" fmla="*/ 1996790 w 2912392"/>
                <a:gd name="connsiteY205" fmla="*/ 1115740 h 1146068"/>
                <a:gd name="connsiteX206" fmla="*/ 2006534 w 2912392"/>
                <a:gd name="connsiteY206" fmla="*/ 1118146 h 1146068"/>
                <a:gd name="connsiteX207" fmla="*/ 2016278 w 2912392"/>
                <a:gd name="connsiteY207" fmla="*/ 1120481 h 1146068"/>
                <a:gd name="connsiteX208" fmla="*/ 2026022 w 2912392"/>
                <a:gd name="connsiteY208" fmla="*/ 1122740 h 1146068"/>
                <a:gd name="connsiteX209" fmla="*/ 2035751 w 2912392"/>
                <a:gd name="connsiteY209" fmla="*/ 1124921 h 1146068"/>
                <a:gd name="connsiteX210" fmla="*/ 2045495 w 2912392"/>
                <a:gd name="connsiteY210" fmla="*/ 1127019 h 1146068"/>
                <a:gd name="connsiteX211" fmla="*/ 2055239 w 2912392"/>
                <a:gd name="connsiteY211" fmla="*/ 1129030 h 1146068"/>
                <a:gd name="connsiteX212" fmla="*/ 2064983 w 2912392"/>
                <a:gd name="connsiteY212" fmla="*/ 1130950 h 1146068"/>
                <a:gd name="connsiteX213" fmla="*/ 2074712 w 2912392"/>
                <a:gd name="connsiteY213" fmla="*/ 1132776 h 1146068"/>
                <a:gd name="connsiteX214" fmla="*/ 2084456 w 2912392"/>
                <a:gd name="connsiteY214" fmla="*/ 1134501 h 1146068"/>
                <a:gd name="connsiteX215" fmla="*/ 2094200 w 2912392"/>
                <a:gd name="connsiteY215" fmla="*/ 1136123 h 1146068"/>
                <a:gd name="connsiteX216" fmla="*/ 2103944 w 2912392"/>
                <a:gd name="connsiteY216" fmla="*/ 1137640 h 1146068"/>
                <a:gd name="connsiteX217" fmla="*/ 2113673 w 2912392"/>
                <a:gd name="connsiteY217" fmla="*/ 1139044 h 1146068"/>
                <a:gd name="connsiteX218" fmla="*/ 2123417 w 2912392"/>
                <a:gd name="connsiteY218" fmla="*/ 1140332 h 1146068"/>
                <a:gd name="connsiteX219" fmla="*/ 2133161 w 2912392"/>
                <a:gd name="connsiteY219" fmla="*/ 1141500 h 1146068"/>
                <a:gd name="connsiteX220" fmla="*/ 2142905 w 2912392"/>
                <a:gd name="connsiteY220" fmla="*/ 1142545 h 1146068"/>
                <a:gd name="connsiteX221" fmla="*/ 2152649 w 2912392"/>
                <a:gd name="connsiteY221" fmla="*/ 1143463 h 1146068"/>
                <a:gd name="connsiteX222" fmla="*/ 2162377 w 2912392"/>
                <a:gd name="connsiteY222" fmla="*/ 1144248 h 1146068"/>
                <a:gd name="connsiteX223" fmla="*/ 2172121 w 2912392"/>
                <a:gd name="connsiteY223" fmla="*/ 1144899 h 1146068"/>
                <a:gd name="connsiteX224" fmla="*/ 2181865 w 2912392"/>
                <a:gd name="connsiteY224" fmla="*/ 1145410 h 1146068"/>
                <a:gd name="connsiteX225" fmla="*/ 2191609 w 2912392"/>
                <a:gd name="connsiteY225" fmla="*/ 1145778 h 1146068"/>
                <a:gd name="connsiteX226" fmla="*/ 2201338 w 2912392"/>
                <a:gd name="connsiteY226" fmla="*/ 1145998 h 1146068"/>
                <a:gd name="connsiteX227" fmla="*/ 2211082 w 2912392"/>
                <a:gd name="connsiteY227" fmla="*/ 1146068 h 1146068"/>
                <a:gd name="connsiteX228" fmla="*/ 2220826 w 2912392"/>
                <a:gd name="connsiteY228" fmla="*/ 1145987 h 1146068"/>
                <a:gd name="connsiteX229" fmla="*/ 2230570 w 2912392"/>
                <a:gd name="connsiteY229" fmla="*/ 1145747 h 1146068"/>
                <a:gd name="connsiteX230" fmla="*/ 2240299 w 2912392"/>
                <a:gd name="connsiteY230" fmla="*/ 1145346 h 1146068"/>
                <a:gd name="connsiteX231" fmla="*/ 2250043 w 2912392"/>
                <a:gd name="connsiteY231" fmla="*/ 1144781 h 1146068"/>
                <a:gd name="connsiteX232" fmla="*/ 2259787 w 2912392"/>
                <a:gd name="connsiteY232" fmla="*/ 1144051 h 1146068"/>
                <a:gd name="connsiteX233" fmla="*/ 2269531 w 2912392"/>
                <a:gd name="connsiteY233" fmla="*/ 1143151 h 1146068"/>
                <a:gd name="connsiteX234" fmla="*/ 2279260 w 2912392"/>
                <a:gd name="connsiteY234" fmla="*/ 1142080 h 1146068"/>
                <a:gd name="connsiteX235" fmla="*/ 2289004 w 2912392"/>
                <a:gd name="connsiteY235" fmla="*/ 1140834 h 1146068"/>
                <a:gd name="connsiteX236" fmla="*/ 2298748 w 2912392"/>
                <a:gd name="connsiteY236" fmla="*/ 1139410 h 1146068"/>
                <a:gd name="connsiteX237" fmla="*/ 2308492 w 2912392"/>
                <a:gd name="connsiteY237" fmla="*/ 1137808 h 1146068"/>
                <a:gd name="connsiteX238" fmla="*/ 2318236 w 2912392"/>
                <a:gd name="connsiteY238" fmla="*/ 1136024 h 1146068"/>
                <a:gd name="connsiteX239" fmla="*/ 2327965 w 2912392"/>
                <a:gd name="connsiteY239" fmla="*/ 1134057 h 1146068"/>
                <a:gd name="connsiteX240" fmla="*/ 2337709 w 2912392"/>
                <a:gd name="connsiteY240" fmla="*/ 1131904 h 1146068"/>
                <a:gd name="connsiteX241" fmla="*/ 2347453 w 2912392"/>
                <a:gd name="connsiteY241" fmla="*/ 1129563 h 1146068"/>
                <a:gd name="connsiteX242" fmla="*/ 2357197 w 2912392"/>
                <a:gd name="connsiteY242" fmla="*/ 1127035 h 1146068"/>
                <a:gd name="connsiteX243" fmla="*/ 2366926 w 2912392"/>
                <a:gd name="connsiteY243" fmla="*/ 1124317 h 1146068"/>
                <a:gd name="connsiteX244" fmla="*/ 2376670 w 2912392"/>
                <a:gd name="connsiteY244" fmla="*/ 1121408 h 1146068"/>
                <a:gd name="connsiteX245" fmla="*/ 2386413 w 2912392"/>
                <a:gd name="connsiteY245" fmla="*/ 1118306 h 1146068"/>
                <a:gd name="connsiteX246" fmla="*/ 2396157 w 2912392"/>
                <a:gd name="connsiteY246" fmla="*/ 1115010 h 1146068"/>
                <a:gd name="connsiteX247" fmla="*/ 2405886 w 2912392"/>
                <a:gd name="connsiteY247" fmla="*/ 1111521 h 1146068"/>
                <a:gd name="connsiteX248" fmla="*/ 2415630 w 2912392"/>
                <a:gd name="connsiteY248" fmla="*/ 1107836 h 1146068"/>
                <a:gd name="connsiteX249" fmla="*/ 2425374 w 2912392"/>
                <a:gd name="connsiteY249" fmla="*/ 1103956 h 1146068"/>
                <a:gd name="connsiteX250" fmla="*/ 2435118 w 2912392"/>
                <a:gd name="connsiteY250" fmla="*/ 1099882 h 1146068"/>
                <a:gd name="connsiteX251" fmla="*/ 2444862 w 2912392"/>
                <a:gd name="connsiteY251" fmla="*/ 1095612 h 1146068"/>
                <a:gd name="connsiteX252" fmla="*/ 2454591 w 2912392"/>
                <a:gd name="connsiteY252" fmla="*/ 1091145 h 1146068"/>
                <a:gd name="connsiteX253" fmla="*/ 2464335 w 2912392"/>
                <a:gd name="connsiteY253" fmla="*/ 1086481 h 1146068"/>
                <a:gd name="connsiteX254" fmla="*/ 2474079 w 2912392"/>
                <a:gd name="connsiteY254" fmla="*/ 1081623 h 1146068"/>
                <a:gd name="connsiteX255" fmla="*/ 2483823 w 2912392"/>
                <a:gd name="connsiteY255" fmla="*/ 1076569 h 1146068"/>
                <a:gd name="connsiteX256" fmla="*/ 2493552 w 2912392"/>
                <a:gd name="connsiteY256" fmla="*/ 1071320 h 1146068"/>
                <a:gd name="connsiteX257" fmla="*/ 2503296 w 2912392"/>
                <a:gd name="connsiteY257" fmla="*/ 1065876 h 1146068"/>
                <a:gd name="connsiteX258" fmla="*/ 2513040 w 2912392"/>
                <a:gd name="connsiteY258" fmla="*/ 1060238 h 1146068"/>
                <a:gd name="connsiteX259" fmla="*/ 2522784 w 2912392"/>
                <a:gd name="connsiteY259" fmla="*/ 1054408 h 1146068"/>
                <a:gd name="connsiteX260" fmla="*/ 2532513 w 2912392"/>
                <a:gd name="connsiteY260" fmla="*/ 1048385 h 1146068"/>
                <a:gd name="connsiteX261" fmla="*/ 2542257 w 2912392"/>
                <a:gd name="connsiteY261" fmla="*/ 1042169 h 1146068"/>
                <a:gd name="connsiteX262" fmla="*/ 2552001 w 2912392"/>
                <a:gd name="connsiteY262" fmla="*/ 1035764 h 1146068"/>
                <a:gd name="connsiteX263" fmla="*/ 2561745 w 2912392"/>
                <a:gd name="connsiteY263" fmla="*/ 1029170 h 1146068"/>
                <a:gd name="connsiteX264" fmla="*/ 2571474 w 2912392"/>
                <a:gd name="connsiteY264" fmla="*/ 1022386 h 1146068"/>
                <a:gd name="connsiteX265" fmla="*/ 2581218 w 2912392"/>
                <a:gd name="connsiteY265" fmla="*/ 1015416 h 1146068"/>
                <a:gd name="connsiteX266" fmla="*/ 2590962 w 2912392"/>
                <a:gd name="connsiteY266" fmla="*/ 1008262 h 1146068"/>
                <a:gd name="connsiteX267" fmla="*/ 2600705 w 2912392"/>
                <a:gd name="connsiteY267" fmla="*/ 1000923 h 1146068"/>
                <a:gd name="connsiteX268" fmla="*/ 2610449 w 2912392"/>
                <a:gd name="connsiteY268" fmla="*/ 993403 h 1146068"/>
                <a:gd name="connsiteX269" fmla="*/ 2620178 w 2912392"/>
                <a:gd name="connsiteY269" fmla="*/ 985702 h 1146068"/>
                <a:gd name="connsiteX270" fmla="*/ 2629922 w 2912392"/>
                <a:gd name="connsiteY270" fmla="*/ 977822 h 1146068"/>
                <a:gd name="connsiteX271" fmla="*/ 2639666 w 2912392"/>
                <a:gd name="connsiteY271" fmla="*/ 969766 h 1146068"/>
                <a:gd name="connsiteX272" fmla="*/ 2649410 w 2912392"/>
                <a:gd name="connsiteY272" fmla="*/ 961536 h 1146068"/>
                <a:gd name="connsiteX273" fmla="*/ 2659139 w 2912392"/>
                <a:gd name="connsiteY273" fmla="*/ 953133 h 1146068"/>
                <a:gd name="connsiteX274" fmla="*/ 2668883 w 2912392"/>
                <a:gd name="connsiteY274" fmla="*/ 944560 h 1146068"/>
                <a:gd name="connsiteX275" fmla="*/ 2678627 w 2912392"/>
                <a:gd name="connsiteY275" fmla="*/ 935820 h 1146068"/>
                <a:gd name="connsiteX276" fmla="*/ 2688371 w 2912392"/>
                <a:gd name="connsiteY276" fmla="*/ 926915 h 1146068"/>
                <a:gd name="connsiteX277" fmla="*/ 2698100 w 2912392"/>
                <a:gd name="connsiteY277" fmla="*/ 917847 h 1146068"/>
                <a:gd name="connsiteX278" fmla="*/ 2707844 w 2912392"/>
                <a:gd name="connsiteY278" fmla="*/ 908622 h 1146068"/>
                <a:gd name="connsiteX279" fmla="*/ 2717588 w 2912392"/>
                <a:gd name="connsiteY279" fmla="*/ 899238 h 1146068"/>
                <a:gd name="connsiteX280" fmla="*/ 2727332 w 2912392"/>
                <a:gd name="connsiteY280" fmla="*/ 889703 h 1146068"/>
                <a:gd name="connsiteX281" fmla="*/ 2737076 w 2912392"/>
                <a:gd name="connsiteY281" fmla="*/ 880019 h 1146068"/>
                <a:gd name="connsiteX282" fmla="*/ 2746805 w 2912392"/>
                <a:gd name="connsiteY282" fmla="*/ 870187 h 1146068"/>
                <a:gd name="connsiteX283" fmla="*/ 2756549 w 2912392"/>
                <a:gd name="connsiteY283" fmla="*/ 860212 h 1146068"/>
                <a:gd name="connsiteX284" fmla="*/ 2766293 w 2912392"/>
                <a:gd name="connsiteY284" fmla="*/ 850100 h 1146068"/>
                <a:gd name="connsiteX285" fmla="*/ 2776037 w 2912392"/>
                <a:gd name="connsiteY285" fmla="*/ 839854 h 1146068"/>
                <a:gd name="connsiteX286" fmla="*/ 2785766 w 2912392"/>
                <a:gd name="connsiteY286" fmla="*/ 829477 h 1146068"/>
                <a:gd name="connsiteX287" fmla="*/ 2795510 w 2912392"/>
                <a:gd name="connsiteY287" fmla="*/ 818975 h 1146068"/>
                <a:gd name="connsiteX288" fmla="*/ 2805254 w 2912392"/>
                <a:gd name="connsiteY288" fmla="*/ 808353 h 1146068"/>
                <a:gd name="connsiteX289" fmla="*/ 2814998 w 2912392"/>
                <a:gd name="connsiteY289" fmla="*/ 797614 h 1146068"/>
                <a:gd name="connsiteX290" fmla="*/ 2824727 w 2912392"/>
                <a:gd name="connsiteY290" fmla="*/ 786766 h 1146068"/>
                <a:gd name="connsiteX291" fmla="*/ 2834471 w 2912392"/>
                <a:gd name="connsiteY291" fmla="*/ 775814 h 1146068"/>
                <a:gd name="connsiteX292" fmla="*/ 2844215 w 2912392"/>
                <a:gd name="connsiteY292" fmla="*/ 764762 h 1146068"/>
                <a:gd name="connsiteX293" fmla="*/ 2853958 w 2912392"/>
                <a:gd name="connsiteY293" fmla="*/ 753617 h 1146068"/>
                <a:gd name="connsiteX294" fmla="*/ 2863687 w 2912392"/>
                <a:gd name="connsiteY294" fmla="*/ 742388 h 1146068"/>
                <a:gd name="connsiteX295" fmla="*/ 2873431 w 2912392"/>
                <a:gd name="connsiteY295" fmla="*/ 731078 h 1146068"/>
                <a:gd name="connsiteX296" fmla="*/ 2883175 w 2912392"/>
                <a:gd name="connsiteY296" fmla="*/ 719695 h 1146068"/>
                <a:gd name="connsiteX297" fmla="*/ 2892919 w 2912392"/>
                <a:gd name="connsiteY297" fmla="*/ 708248 h 1146068"/>
                <a:gd name="connsiteX298" fmla="*/ 2902663 w 2912392"/>
                <a:gd name="connsiteY298" fmla="*/ 696743 h 1146068"/>
                <a:gd name="connsiteX299" fmla="*/ 2912392 w 2912392"/>
                <a:gd name="connsiteY299" fmla="*/ 685189 h 1146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1146068">
                  <a:moveTo>
                    <a:pt x="0" y="151645"/>
                  </a:moveTo>
                  <a:lnTo>
                    <a:pt x="9739" y="146128"/>
                  </a:lnTo>
                  <a:lnTo>
                    <a:pt x="19480" y="140585"/>
                  </a:lnTo>
                  <a:lnTo>
                    <a:pt x="29221" y="135028"/>
                  </a:lnTo>
                  <a:lnTo>
                    <a:pt x="38961" y="129462"/>
                  </a:lnTo>
                  <a:lnTo>
                    <a:pt x="48702" y="123892"/>
                  </a:lnTo>
                  <a:lnTo>
                    <a:pt x="58443" y="118331"/>
                  </a:lnTo>
                  <a:lnTo>
                    <a:pt x="68182" y="112782"/>
                  </a:lnTo>
                  <a:lnTo>
                    <a:pt x="77923" y="107258"/>
                  </a:lnTo>
                  <a:lnTo>
                    <a:pt x="87664" y="101763"/>
                  </a:lnTo>
                  <a:lnTo>
                    <a:pt x="97404" y="96310"/>
                  </a:lnTo>
                  <a:lnTo>
                    <a:pt x="107145" y="90905"/>
                  </a:lnTo>
                  <a:lnTo>
                    <a:pt x="116886" y="85560"/>
                  </a:lnTo>
                  <a:lnTo>
                    <a:pt x="126625" y="80282"/>
                  </a:lnTo>
                  <a:lnTo>
                    <a:pt x="136366" y="75083"/>
                  </a:lnTo>
                  <a:lnTo>
                    <a:pt x="146107" y="69972"/>
                  </a:lnTo>
                  <a:lnTo>
                    <a:pt x="155846" y="64958"/>
                  </a:lnTo>
                  <a:lnTo>
                    <a:pt x="165587" y="60053"/>
                  </a:lnTo>
                  <a:lnTo>
                    <a:pt x="175328" y="55266"/>
                  </a:lnTo>
                  <a:lnTo>
                    <a:pt x="185068" y="50609"/>
                  </a:lnTo>
                  <a:lnTo>
                    <a:pt x="194809" y="46090"/>
                  </a:lnTo>
                  <a:lnTo>
                    <a:pt x="204550" y="41722"/>
                  </a:lnTo>
                  <a:lnTo>
                    <a:pt x="214289" y="37513"/>
                  </a:lnTo>
                  <a:lnTo>
                    <a:pt x="224030" y="33474"/>
                  </a:lnTo>
                  <a:lnTo>
                    <a:pt x="233771" y="29616"/>
                  </a:lnTo>
                  <a:lnTo>
                    <a:pt x="243510" y="25948"/>
                  </a:lnTo>
                  <a:lnTo>
                    <a:pt x="253251" y="22483"/>
                  </a:lnTo>
                  <a:lnTo>
                    <a:pt x="262992" y="19229"/>
                  </a:lnTo>
                  <a:lnTo>
                    <a:pt x="272732" y="16195"/>
                  </a:lnTo>
                  <a:lnTo>
                    <a:pt x="282473" y="13393"/>
                  </a:lnTo>
                  <a:lnTo>
                    <a:pt x="292214" y="10830"/>
                  </a:lnTo>
                  <a:lnTo>
                    <a:pt x="301953" y="8516"/>
                  </a:lnTo>
                  <a:lnTo>
                    <a:pt x="311694" y="6462"/>
                  </a:lnTo>
                  <a:lnTo>
                    <a:pt x="321435" y="4674"/>
                  </a:lnTo>
                  <a:lnTo>
                    <a:pt x="331175" y="3162"/>
                  </a:lnTo>
                  <a:lnTo>
                    <a:pt x="340916" y="1934"/>
                  </a:lnTo>
                  <a:lnTo>
                    <a:pt x="350656" y="995"/>
                  </a:lnTo>
                  <a:lnTo>
                    <a:pt x="360396" y="356"/>
                  </a:lnTo>
                  <a:lnTo>
                    <a:pt x="370137" y="22"/>
                  </a:lnTo>
                  <a:lnTo>
                    <a:pt x="379878" y="0"/>
                  </a:lnTo>
                  <a:lnTo>
                    <a:pt x="389617" y="295"/>
                  </a:lnTo>
                  <a:lnTo>
                    <a:pt x="399358" y="913"/>
                  </a:lnTo>
                  <a:lnTo>
                    <a:pt x="409099" y="1861"/>
                  </a:lnTo>
                  <a:lnTo>
                    <a:pt x="418839" y="3142"/>
                  </a:lnTo>
                  <a:lnTo>
                    <a:pt x="428580" y="4759"/>
                  </a:lnTo>
                  <a:lnTo>
                    <a:pt x="438321" y="6718"/>
                  </a:lnTo>
                  <a:lnTo>
                    <a:pt x="448060" y="9020"/>
                  </a:lnTo>
                  <a:lnTo>
                    <a:pt x="457801" y="11667"/>
                  </a:lnTo>
                  <a:lnTo>
                    <a:pt x="467542" y="14664"/>
                  </a:lnTo>
                  <a:lnTo>
                    <a:pt x="477281" y="18010"/>
                  </a:lnTo>
                  <a:lnTo>
                    <a:pt x="487022" y="21708"/>
                  </a:lnTo>
                  <a:lnTo>
                    <a:pt x="496763" y="25754"/>
                  </a:lnTo>
                  <a:lnTo>
                    <a:pt x="506503" y="30153"/>
                  </a:lnTo>
                  <a:lnTo>
                    <a:pt x="516244" y="34899"/>
                  </a:lnTo>
                  <a:lnTo>
                    <a:pt x="525985" y="39995"/>
                  </a:lnTo>
                  <a:lnTo>
                    <a:pt x="535724" y="45436"/>
                  </a:lnTo>
                  <a:lnTo>
                    <a:pt x="545465" y="51221"/>
                  </a:lnTo>
                  <a:lnTo>
                    <a:pt x="555206" y="57346"/>
                  </a:lnTo>
                  <a:lnTo>
                    <a:pt x="564946" y="63808"/>
                  </a:lnTo>
                  <a:lnTo>
                    <a:pt x="574687" y="70600"/>
                  </a:lnTo>
                  <a:lnTo>
                    <a:pt x="584428" y="77721"/>
                  </a:lnTo>
                  <a:lnTo>
                    <a:pt x="594167" y="85164"/>
                  </a:lnTo>
                  <a:lnTo>
                    <a:pt x="603908" y="92922"/>
                  </a:lnTo>
                  <a:lnTo>
                    <a:pt x="613649" y="100990"/>
                  </a:lnTo>
                  <a:lnTo>
                    <a:pt x="623388" y="109360"/>
                  </a:lnTo>
                  <a:lnTo>
                    <a:pt x="633129" y="118025"/>
                  </a:lnTo>
                  <a:lnTo>
                    <a:pt x="642870" y="126977"/>
                  </a:lnTo>
                  <a:lnTo>
                    <a:pt x="652610" y="136208"/>
                  </a:lnTo>
                  <a:lnTo>
                    <a:pt x="662351" y="145709"/>
                  </a:lnTo>
                  <a:lnTo>
                    <a:pt x="672092" y="155471"/>
                  </a:lnTo>
                  <a:lnTo>
                    <a:pt x="681831" y="165483"/>
                  </a:lnTo>
                  <a:lnTo>
                    <a:pt x="691572" y="175738"/>
                  </a:lnTo>
                  <a:lnTo>
                    <a:pt x="701313" y="186222"/>
                  </a:lnTo>
                  <a:lnTo>
                    <a:pt x="711052" y="196929"/>
                  </a:lnTo>
                  <a:lnTo>
                    <a:pt x="720793" y="207842"/>
                  </a:lnTo>
                  <a:lnTo>
                    <a:pt x="730534" y="218955"/>
                  </a:lnTo>
                  <a:lnTo>
                    <a:pt x="740274" y="230255"/>
                  </a:lnTo>
                  <a:lnTo>
                    <a:pt x="750015" y="241729"/>
                  </a:lnTo>
                  <a:lnTo>
                    <a:pt x="759756" y="253366"/>
                  </a:lnTo>
                  <a:lnTo>
                    <a:pt x="769495" y="265154"/>
                  </a:lnTo>
                  <a:lnTo>
                    <a:pt x="779236" y="277082"/>
                  </a:lnTo>
                  <a:lnTo>
                    <a:pt x="788977" y="289136"/>
                  </a:lnTo>
                  <a:lnTo>
                    <a:pt x="798717" y="301304"/>
                  </a:lnTo>
                  <a:lnTo>
                    <a:pt x="808458" y="313574"/>
                  </a:lnTo>
                  <a:lnTo>
                    <a:pt x="818199" y="325933"/>
                  </a:lnTo>
                  <a:lnTo>
                    <a:pt x="827938" y="338369"/>
                  </a:lnTo>
                  <a:lnTo>
                    <a:pt x="837679" y="350870"/>
                  </a:lnTo>
                  <a:lnTo>
                    <a:pt x="847420" y="363422"/>
                  </a:lnTo>
                  <a:lnTo>
                    <a:pt x="857159" y="376015"/>
                  </a:lnTo>
                  <a:lnTo>
                    <a:pt x="866900" y="388635"/>
                  </a:lnTo>
                  <a:lnTo>
                    <a:pt x="876641" y="401271"/>
                  </a:lnTo>
                  <a:lnTo>
                    <a:pt x="886381" y="413910"/>
                  </a:lnTo>
                  <a:lnTo>
                    <a:pt x="896122" y="426543"/>
                  </a:lnTo>
                  <a:lnTo>
                    <a:pt x="905863" y="439155"/>
                  </a:lnTo>
                  <a:lnTo>
                    <a:pt x="915602" y="451737"/>
                  </a:lnTo>
                  <a:lnTo>
                    <a:pt x="925343" y="464278"/>
                  </a:lnTo>
                  <a:lnTo>
                    <a:pt x="935084" y="476767"/>
                  </a:lnTo>
                  <a:lnTo>
                    <a:pt x="944824" y="489193"/>
                  </a:lnTo>
                  <a:lnTo>
                    <a:pt x="954564" y="501547"/>
                  </a:lnTo>
                  <a:lnTo>
                    <a:pt x="964305" y="513818"/>
                  </a:lnTo>
                  <a:lnTo>
                    <a:pt x="974045" y="525998"/>
                  </a:lnTo>
                  <a:lnTo>
                    <a:pt x="983786" y="538078"/>
                  </a:lnTo>
                  <a:lnTo>
                    <a:pt x="993522" y="550048"/>
                  </a:lnTo>
                  <a:lnTo>
                    <a:pt x="1003266" y="561902"/>
                  </a:lnTo>
                  <a:lnTo>
                    <a:pt x="1013010" y="573630"/>
                  </a:lnTo>
                  <a:lnTo>
                    <a:pt x="1022754" y="585226"/>
                  </a:lnTo>
                  <a:lnTo>
                    <a:pt x="1032483" y="596682"/>
                  </a:lnTo>
                  <a:lnTo>
                    <a:pt x="1042227" y="607993"/>
                  </a:lnTo>
                  <a:lnTo>
                    <a:pt x="1051971" y="619151"/>
                  </a:lnTo>
                  <a:lnTo>
                    <a:pt x="1061715" y="630152"/>
                  </a:lnTo>
                  <a:lnTo>
                    <a:pt x="1071444" y="640992"/>
                  </a:lnTo>
                  <a:lnTo>
                    <a:pt x="1081188" y="651664"/>
                  </a:lnTo>
                  <a:lnTo>
                    <a:pt x="1090932" y="662163"/>
                  </a:lnTo>
                  <a:lnTo>
                    <a:pt x="1100676" y="672488"/>
                  </a:lnTo>
                  <a:lnTo>
                    <a:pt x="1110405" y="682634"/>
                  </a:lnTo>
                  <a:lnTo>
                    <a:pt x="1120149" y="692600"/>
                  </a:lnTo>
                  <a:lnTo>
                    <a:pt x="1129893" y="702381"/>
                  </a:lnTo>
                  <a:lnTo>
                    <a:pt x="1139637" y="711976"/>
                  </a:lnTo>
                  <a:lnTo>
                    <a:pt x="1149381" y="721383"/>
                  </a:lnTo>
                  <a:lnTo>
                    <a:pt x="1159110" y="730603"/>
                  </a:lnTo>
                  <a:lnTo>
                    <a:pt x="1168854" y="739633"/>
                  </a:lnTo>
                  <a:lnTo>
                    <a:pt x="1178598" y="748474"/>
                  </a:lnTo>
                  <a:lnTo>
                    <a:pt x="1188341" y="757125"/>
                  </a:lnTo>
                  <a:lnTo>
                    <a:pt x="1198070" y="765586"/>
                  </a:lnTo>
                  <a:lnTo>
                    <a:pt x="1207814" y="773859"/>
                  </a:lnTo>
                  <a:lnTo>
                    <a:pt x="1217558" y="781946"/>
                  </a:lnTo>
                  <a:lnTo>
                    <a:pt x="1227302" y="789847"/>
                  </a:lnTo>
                  <a:lnTo>
                    <a:pt x="1237031" y="797563"/>
                  </a:lnTo>
                  <a:lnTo>
                    <a:pt x="1246775" y="805098"/>
                  </a:lnTo>
                  <a:lnTo>
                    <a:pt x="1256519" y="812455"/>
                  </a:lnTo>
                  <a:lnTo>
                    <a:pt x="1266263" y="819633"/>
                  </a:lnTo>
                  <a:lnTo>
                    <a:pt x="1276007" y="826639"/>
                  </a:lnTo>
                  <a:lnTo>
                    <a:pt x="1285736" y="833473"/>
                  </a:lnTo>
                  <a:lnTo>
                    <a:pt x="1295480" y="840140"/>
                  </a:lnTo>
                  <a:lnTo>
                    <a:pt x="1305224" y="846645"/>
                  </a:lnTo>
                  <a:lnTo>
                    <a:pt x="1314968" y="852989"/>
                  </a:lnTo>
                  <a:lnTo>
                    <a:pt x="1324697" y="859177"/>
                  </a:lnTo>
                  <a:lnTo>
                    <a:pt x="1334441" y="865214"/>
                  </a:lnTo>
                  <a:lnTo>
                    <a:pt x="1344185" y="871102"/>
                  </a:lnTo>
                  <a:lnTo>
                    <a:pt x="1353929" y="876848"/>
                  </a:lnTo>
                  <a:lnTo>
                    <a:pt x="1363658" y="882455"/>
                  </a:lnTo>
                  <a:lnTo>
                    <a:pt x="1373402" y="887927"/>
                  </a:lnTo>
                  <a:lnTo>
                    <a:pt x="1383146" y="893270"/>
                  </a:lnTo>
                  <a:lnTo>
                    <a:pt x="1392890" y="898489"/>
                  </a:lnTo>
                  <a:lnTo>
                    <a:pt x="1402619" y="903586"/>
                  </a:lnTo>
                  <a:lnTo>
                    <a:pt x="1412363" y="908568"/>
                  </a:lnTo>
                  <a:lnTo>
                    <a:pt x="1422106" y="913439"/>
                  </a:lnTo>
                  <a:lnTo>
                    <a:pt x="1431850" y="918203"/>
                  </a:lnTo>
                  <a:lnTo>
                    <a:pt x="1441594" y="922867"/>
                  </a:lnTo>
                  <a:lnTo>
                    <a:pt x="1451323" y="927433"/>
                  </a:lnTo>
                  <a:lnTo>
                    <a:pt x="1461067" y="931907"/>
                  </a:lnTo>
                  <a:lnTo>
                    <a:pt x="1470811" y="936294"/>
                  </a:lnTo>
                  <a:lnTo>
                    <a:pt x="1480555" y="940597"/>
                  </a:lnTo>
                  <a:lnTo>
                    <a:pt x="1490284" y="944820"/>
                  </a:lnTo>
                  <a:lnTo>
                    <a:pt x="1500028" y="948970"/>
                  </a:lnTo>
                  <a:lnTo>
                    <a:pt x="1509772" y="953048"/>
                  </a:lnTo>
                  <a:lnTo>
                    <a:pt x="1519516" y="957061"/>
                  </a:lnTo>
                  <a:lnTo>
                    <a:pt x="1529245" y="961011"/>
                  </a:lnTo>
                  <a:lnTo>
                    <a:pt x="1538989" y="964903"/>
                  </a:lnTo>
                  <a:lnTo>
                    <a:pt x="1548733" y="968739"/>
                  </a:lnTo>
                  <a:lnTo>
                    <a:pt x="1558477" y="972525"/>
                  </a:lnTo>
                  <a:lnTo>
                    <a:pt x="1568221" y="976263"/>
                  </a:lnTo>
                  <a:lnTo>
                    <a:pt x="1577950" y="979957"/>
                  </a:lnTo>
                  <a:lnTo>
                    <a:pt x="1587694" y="983610"/>
                  </a:lnTo>
                  <a:lnTo>
                    <a:pt x="1597438" y="987223"/>
                  </a:lnTo>
                  <a:lnTo>
                    <a:pt x="1607182" y="990802"/>
                  </a:lnTo>
                  <a:lnTo>
                    <a:pt x="1616911" y="994348"/>
                  </a:lnTo>
                  <a:lnTo>
                    <a:pt x="1626655" y="997864"/>
                  </a:lnTo>
                  <a:lnTo>
                    <a:pt x="1636399" y="1001352"/>
                  </a:lnTo>
                  <a:lnTo>
                    <a:pt x="1646142" y="1004813"/>
                  </a:lnTo>
                  <a:lnTo>
                    <a:pt x="1655872" y="1008251"/>
                  </a:lnTo>
                  <a:lnTo>
                    <a:pt x="1665616" y="1011668"/>
                  </a:lnTo>
                  <a:lnTo>
                    <a:pt x="1675359" y="1015063"/>
                  </a:lnTo>
                  <a:lnTo>
                    <a:pt x="1685103" y="1018439"/>
                  </a:lnTo>
                  <a:lnTo>
                    <a:pt x="1694832" y="1021799"/>
                  </a:lnTo>
                  <a:lnTo>
                    <a:pt x="1704576" y="1025141"/>
                  </a:lnTo>
                  <a:lnTo>
                    <a:pt x="1714320" y="1028468"/>
                  </a:lnTo>
                  <a:lnTo>
                    <a:pt x="1724064" y="1031780"/>
                  </a:lnTo>
                  <a:lnTo>
                    <a:pt x="1733808" y="1035077"/>
                  </a:lnTo>
                  <a:lnTo>
                    <a:pt x="1743537" y="1038361"/>
                  </a:lnTo>
                  <a:lnTo>
                    <a:pt x="1753281" y="1041630"/>
                  </a:lnTo>
                  <a:lnTo>
                    <a:pt x="1763025" y="1044885"/>
                  </a:lnTo>
                  <a:lnTo>
                    <a:pt x="1772769" y="1048126"/>
                  </a:lnTo>
                  <a:lnTo>
                    <a:pt x="1782498" y="1051353"/>
                  </a:lnTo>
                  <a:lnTo>
                    <a:pt x="1792242" y="1054565"/>
                  </a:lnTo>
                  <a:lnTo>
                    <a:pt x="1801986" y="1057761"/>
                  </a:lnTo>
                  <a:lnTo>
                    <a:pt x="1811730" y="1060939"/>
                  </a:lnTo>
                  <a:lnTo>
                    <a:pt x="1821459" y="1064100"/>
                  </a:lnTo>
                  <a:lnTo>
                    <a:pt x="1831203" y="1067242"/>
                  </a:lnTo>
                  <a:lnTo>
                    <a:pt x="1840947" y="1070364"/>
                  </a:lnTo>
                  <a:lnTo>
                    <a:pt x="1850691" y="1073463"/>
                  </a:lnTo>
                  <a:lnTo>
                    <a:pt x="1860435" y="1076538"/>
                  </a:lnTo>
                  <a:lnTo>
                    <a:pt x="1870164" y="1079588"/>
                  </a:lnTo>
                  <a:lnTo>
                    <a:pt x="1879908" y="1082609"/>
                  </a:lnTo>
                  <a:lnTo>
                    <a:pt x="1889652" y="1085601"/>
                  </a:lnTo>
                  <a:lnTo>
                    <a:pt x="1899395" y="1088561"/>
                  </a:lnTo>
                  <a:lnTo>
                    <a:pt x="1909124" y="1091485"/>
                  </a:lnTo>
                  <a:lnTo>
                    <a:pt x="1918868" y="1094370"/>
                  </a:lnTo>
                  <a:lnTo>
                    <a:pt x="1928612" y="1097218"/>
                  </a:lnTo>
                  <a:lnTo>
                    <a:pt x="1938356" y="1100019"/>
                  </a:lnTo>
                  <a:lnTo>
                    <a:pt x="1948085" y="1102775"/>
                  </a:lnTo>
                  <a:lnTo>
                    <a:pt x="1957829" y="1105481"/>
                  </a:lnTo>
                  <a:lnTo>
                    <a:pt x="1967573" y="1108134"/>
                  </a:lnTo>
                  <a:lnTo>
                    <a:pt x="1977317" y="1110731"/>
                  </a:lnTo>
                  <a:lnTo>
                    <a:pt x="1987046" y="1113267"/>
                  </a:lnTo>
                  <a:lnTo>
                    <a:pt x="1996790" y="1115740"/>
                  </a:lnTo>
                  <a:lnTo>
                    <a:pt x="2006534" y="1118146"/>
                  </a:lnTo>
                  <a:lnTo>
                    <a:pt x="2016278" y="1120481"/>
                  </a:lnTo>
                  <a:lnTo>
                    <a:pt x="2026022" y="1122740"/>
                  </a:lnTo>
                  <a:lnTo>
                    <a:pt x="2035751" y="1124921"/>
                  </a:lnTo>
                  <a:lnTo>
                    <a:pt x="2045495" y="1127019"/>
                  </a:lnTo>
                  <a:lnTo>
                    <a:pt x="2055239" y="1129030"/>
                  </a:lnTo>
                  <a:lnTo>
                    <a:pt x="2064983" y="1130950"/>
                  </a:lnTo>
                  <a:lnTo>
                    <a:pt x="2074712" y="1132776"/>
                  </a:lnTo>
                  <a:lnTo>
                    <a:pt x="2084456" y="1134501"/>
                  </a:lnTo>
                  <a:lnTo>
                    <a:pt x="2094200" y="1136123"/>
                  </a:lnTo>
                  <a:lnTo>
                    <a:pt x="2103944" y="1137640"/>
                  </a:lnTo>
                  <a:lnTo>
                    <a:pt x="2113673" y="1139044"/>
                  </a:lnTo>
                  <a:lnTo>
                    <a:pt x="2123417" y="1140332"/>
                  </a:lnTo>
                  <a:lnTo>
                    <a:pt x="2133161" y="1141500"/>
                  </a:lnTo>
                  <a:lnTo>
                    <a:pt x="2142905" y="1142545"/>
                  </a:lnTo>
                  <a:lnTo>
                    <a:pt x="2152649" y="1143463"/>
                  </a:lnTo>
                  <a:lnTo>
                    <a:pt x="2162377" y="1144248"/>
                  </a:lnTo>
                  <a:lnTo>
                    <a:pt x="2172121" y="1144899"/>
                  </a:lnTo>
                  <a:lnTo>
                    <a:pt x="2181865" y="1145410"/>
                  </a:lnTo>
                  <a:lnTo>
                    <a:pt x="2191609" y="1145778"/>
                  </a:lnTo>
                  <a:lnTo>
                    <a:pt x="2201338" y="1145998"/>
                  </a:lnTo>
                  <a:lnTo>
                    <a:pt x="2211082" y="1146068"/>
                  </a:lnTo>
                  <a:lnTo>
                    <a:pt x="2220826" y="1145987"/>
                  </a:lnTo>
                  <a:lnTo>
                    <a:pt x="2230570" y="1145747"/>
                  </a:lnTo>
                  <a:lnTo>
                    <a:pt x="2240299" y="1145346"/>
                  </a:lnTo>
                  <a:lnTo>
                    <a:pt x="2250043" y="1144781"/>
                  </a:lnTo>
                  <a:lnTo>
                    <a:pt x="2259787" y="1144051"/>
                  </a:lnTo>
                  <a:lnTo>
                    <a:pt x="2269531" y="1143151"/>
                  </a:lnTo>
                  <a:lnTo>
                    <a:pt x="2279260" y="1142080"/>
                  </a:lnTo>
                  <a:lnTo>
                    <a:pt x="2289004" y="1140834"/>
                  </a:lnTo>
                  <a:lnTo>
                    <a:pt x="2298748" y="1139410"/>
                  </a:lnTo>
                  <a:lnTo>
                    <a:pt x="2308492" y="1137808"/>
                  </a:lnTo>
                  <a:lnTo>
                    <a:pt x="2318236" y="1136024"/>
                  </a:lnTo>
                  <a:lnTo>
                    <a:pt x="2327965" y="1134057"/>
                  </a:lnTo>
                  <a:lnTo>
                    <a:pt x="2337709" y="1131904"/>
                  </a:lnTo>
                  <a:lnTo>
                    <a:pt x="2347453" y="1129563"/>
                  </a:lnTo>
                  <a:lnTo>
                    <a:pt x="2357197" y="1127035"/>
                  </a:lnTo>
                  <a:lnTo>
                    <a:pt x="2366926" y="1124317"/>
                  </a:lnTo>
                  <a:lnTo>
                    <a:pt x="2376670" y="1121408"/>
                  </a:lnTo>
                  <a:lnTo>
                    <a:pt x="2386413" y="1118306"/>
                  </a:lnTo>
                  <a:lnTo>
                    <a:pt x="2396157" y="1115010"/>
                  </a:lnTo>
                  <a:lnTo>
                    <a:pt x="2405886" y="1111521"/>
                  </a:lnTo>
                  <a:lnTo>
                    <a:pt x="2415630" y="1107836"/>
                  </a:lnTo>
                  <a:lnTo>
                    <a:pt x="2425374" y="1103956"/>
                  </a:lnTo>
                  <a:lnTo>
                    <a:pt x="2435118" y="1099882"/>
                  </a:lnTo>
                  <a:lnTo>
                    <a:pt x="2444862" y="1095612"/>
                  </a:lnTo>
                  <a:lnTo>
                    <a:pt x="2454591" y="1091145"/>
                  </a:lnTo>
                  <a:lnTo>
                    <a:pt x="2464335" y="1086481"/>
                  </a:lnTo>
                  <a:lnTo>
                    <a:pt x="2474079" y="1081623"/>
                  </a:lnTo>
                  <a:lnTo>
                    <a:pt x="2483823" y="1076569"/>
                  </a:lnTo>
                  <a:lnTo>
                    <a:pt x="2493552" y="1071320"/>
                  </a:lnTo>
                  <a:lnTo>
                    <a:pt x="2503296" y="1065876"/>
                  </a:lnTo>
                  <a:lnTo>
                    <a:pt x="2513040" y="1060238"/>
                  </a:lnTo>
                  <a:lnTo>
                    <a:pt x="2522784" y="1054408"/>
                  </a:lnTo>
                  <a:lnTo>
                    <a:pt x="2532513" y="1048385"/>
                  </a:lnTo>
                  <a:lnTo>
                    <a:pt x="2542257" y="1042169"/>
                  </a:lnTo>
                  <a:lnTo>
                    <a:pt x="2552001" y="1035764"/>
                  </a:lnTo>
                  <a:lnTo>
                    <a:pt x="2561745" y="1029170"/>
                  </a:lnTo>
                  <a:lnTo>
                    <a:pt x="2571474" y="1022386"/>
                  </a:lnTo>
                  <a:lnTo>
                    <a:pt x="2581218" y="1015416"/>
                  </a:lnTo>
                  <a:lnTo>
                    <a:pt x="2590962" y="1008262"/>
                  </a:lnTo>
                  <a:lnTo>
                    <a:pt x="2600705" y="1000923"/>
                  </a:lnTo>
                  <a:lnTo>
                    <a:pt x="2610449" y="993403"/>
                  </a:lnTo>
                  <a:lnTo>
                    <a:pt x="2620178" y="985702"/>
                  </a:lnTo>
                  <a:lnTo>
                    <a:pt x="2629922" y="977822"/>
                  </a:lnTo>
                  <a:lnTo>
                    <a:pt x="2639666" y="969766"/>
                  </a:lnTo>
                  <a:lnTo>
                    <a:pt x="2649410" y="961536"/>
                  </a:lnTo>
                  <a:lnTo>
                    <a:pt x="2659139" y="953133"/>
                  </a:lnTo>
                  <a:lnTo>
                    <a:pt x="2668883" y="944560"/>
                  </a:lnTo>
                  <a:lnTo>
                    <a:pt x="2678627" y="935820"/>
                  </a:lnTo>
                  <a:lnTo>
                    <a:pt x="2688371" y="926915"/>
                  </a:lnTo>
                  <a:lnTo>
                    <a:pt x="2698100" y="917847"/>
                  </a:lnTo>
                  <a:lnTo>
                    <a:pt x="2707844" y="908622"/>
                  </a:lnTo>
                  <a:lnTo>
                    <a:pt x="2717588" y="899238"/>
                  </a:lnTo>
                  <a:lnTo>
                    <a:pt x="2727332" y="889703"/>
                  </a:lnTo>
                  <a:lnTo>
                    <a:pt x="2737076" y="880019"/>
                  </a:lnTo>
                  <a:lnTo>
                    <a:pt x="2746805" y="870187"/>
                  </a:lnTo>
                  <a:lnTo>
                    <a:pt x="2756549" y="860212"/>
                  </a:lnTo>
                  <a:lnTo>
                    <a:pt x="2766293" y="850100"/>
                  </a:lnTo>
                  <a:lnTo>
                    <a:pt x="2776037" y="839854"/>
                  </a:lnTo>
                  <a:lnTo>
                    <a:pt x="2785766" y="829477"/>
                  </a:lnTo>
                  <a:lnTo>
                    <a:pt x="2795510" y="818975"/>
                  </a:lnTo>
                  <a:lnTo>
                    <a:pt x="2805254" y="808353"/>
                  </a:lnTo>
                  <a:lnTo>
                    <a:pt x="2814998" y="797614"/>
                  </a:lnTo>
                  <a:lnTo>
                    <a:pt x="2824727" y="786766"/>
                  </a:lnTo>
                  <a:lnTo>
                    <a:pt x="2834471" y="775814"/>
                  </a:lnTo>
                  <a:lnTo>
                    <a:pt x="2844215" y="764762"/>
                  </a:lnTo>
                  <a:lnTo>
                    <a:pt x="2853958" y="753617"/>
                  </a:lnTo>
                  <a:lnTo>
                    <a:pt x="2863687" y="742388"/>
                  </a:lnTo>
                  <a:lnTo>
                    <a:pt x="2873431" y="731078"/>
                  </a:lnTo>
                  <a:lnTo>
                    <a:pt x="2883175" y="719695"/>
                  </a:lnTo>
                  <a:lnTo>
                    <a:pt x="2892919" y="708248"/>
                  </a:lnTo>
                  <a:lnTo>
                    <a:pt x="2902663" y="696743"/>
                  </a:lnTo>
                  <a:lnTo>
                    <a:pt x="2912392" y="68518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0" name="Freeform 619">
              <a:extLst>
                <a:ext uri="{FF2B5EF4-FFF2-40B4-BE49-F238E27FC236}">
                  <a16:creationId xmlns:a16="http://schemas.microsoft.com/office/drawing/2014/main" id="{39C17506-2C1E-E7A0-84EA-9DE9BF60F295}"/>
                </a:ext>
              </a:extLst>
            </p:cNvPr>
            <p:cNvSpPr/>
            <p:nvPr/>
          </p:nvSpPr>
          <p:spPr>
            <a:xfrm>
              <a:off x="576446" y="3137820"/>
              <a:ext cx="2912392" cy="618704"/>
            </a:xfrm>
            <a:custGeom>
              <a:avLst/>
              <a:gdLst>
                <a:gd name="connsiteX0" fmla="*/ 0 w 2912392"/>
                <a:gd name="connsiteY0" fmla="*/ 587357 h 618704"/>
                <a:gd name="connsiteX1" fmla="*/ 9739 w 2912392"/>
                <a:gd name="connsiteY1" fmla="*/ 590457 h 618704"/>
                <a:gd name="connsiteX2" fmla="*/ 19480 w 2912392"/>
                <a:gd name="connsiteY2" fmla="*/ 593406 h 618704"/>
                <a:gd name="connsiteX3" fmla="*/ 29221 w 2912392"/>
                <a:gd name="connsiteY3" fmla="*/ 596196 h 618704"/>
                <a:gd name="connsiteX4" fmla="*/ 38961 w 2912392"/>
                <a:gd name="connsiteY4" fmla="*/ 598830 h 618704"/>
                <a:gd name="connsiteX5" fmla="*/ 48702 w 2912392"/>
                <a:gd name="connsiteY5" fmla="*/ 601305 h 618704"/>
                <a:gd name="connsiteX6" fmla="*/ 58443 w 2912392"/>
                <a:gd name="connsiteY6" fmla="*/ 603619 h 618704"/>
                <a:gd name="connsiteX7" fmla="*/ 68182 w 2912392"/>
                <a:gd name="connsiteY7" fmla="*/ 605770 h 618704"/>
                <a:gd name="connsiteX8" fmla="*/ 77923 w 2912392"/>
                <a:gd name="connsiteY8" fmla="*/ 607758 h 618704"/>
                <a:gd name="connsiteX9" fmla="*/ 87664 w 2912392"/>
                <a:gd name="connsiteY9" fmla="*/ 609580 h 618704"/>
                <a:gd name="connsiteX10" fmla="*/ 97404 w 2912392"/>
                <a:gd name="connsiteY10" fmla="*/ 611238 h 618704"/>
                <a:gd name="connsiteX11" fmla="*/ 107145 w 2912392"/>
                <a:gd name="connsiteY11" fmla="*/ 612730 h 618704"/>
                <a:gd name="connsiteX12" fmla="*/ 116886 w 2912392"/>
                <a:gd name="connsiteY12" fmla="*/ 614054 h 618704"/>
                <a:gd name="connsiteX13" fmla="*/ 126625 w 2912392"/>
                <a:gd name="connsiteY13" fmla="*/ 615213 h 618704"/>
                <a:gd name="connsiteX14" fmla="*/ 136366 w 2912392"/>
                <a:gd name="connsiteY14" fmla="*/ 616206 h 618704"/>
                <a:gd name="connsiteX15" fmla="*/ 146107 w 2912392"/>
                <a:gd name="connsiteY15" fmla="*/ 617031 h 618704"/>
                <a:gd name="connsiteX16" fmla="*/ 155846 w 2912392"/>
                <a:gd name="connsiteY16" fmla="*/ 617692 h 618704"/>
                <a:gd name="connsiteX17" fmla="*/ 165587 w 2912392"/>
                <a:gd name="connsiteY17" fmla="*/ 618190 h 618704"/>
                <a:gd name="connsiteX18" fmla="*/ 175328 w 2912392"/>
                <a:gd name="connsiteY18" fmla="*/ 618522 h 618704"/>
                <a:gd name="connsiteX19" fmla="*/ 185068 w 2912392"/>
                <a:gd name="connsiteY19" fmla="*/ 618694 h 618704"/>
                <a:gd name="connsiteX20" fmla="*/ 194809 w 2912392"/>
                <a:gd name="connsiteY20" fmla="*/ 618704 h 618704"/>
                <a:gd name="connsiteX21" fmla="*/ 204550 w 2912392"/>
                <a:gd name="connsiteY21" fmla="*/ 618555 h 618704"/>
                <a:gd name="connsiteX22" fmla="*/ 214289 w 2912392"/>
                <a:gd name="connsiteY22" fmla="*/ 618248 h 618704"/>
                <a:gd name="connsiteX23" fmla="*/ 224030 w 2912392"/>
                <a:gd name="connsiteY23" fmla="*/ 617786 h 618704"/>
                <a:gd name="connsiteX24" fmla="*/ 233771 w 2912392"/>
                <a:gd name="connsiteY24" fmla="*/ 617172 h 618704"/>
                <a:gd name="connsiteX25" fmla="*/ 243510 w 2912392"/>
                <a:gd name="connsiteY25" fmla="*/ 616407 h 618704"/>
                <a:gd name="connsiteX26" fmla="*/ 253251 w 2912392"/>
                <a:gd name="connsiteY26" fmla="*/ 615492 h 618704"/>
                <a:gd name="connsiteX27" fmla="*/ 262992 w 2912392"/>
                <a:gd name="connsiteY27" fmla="*/ 614433 h 618704"/>
                <a:gd name="connsiteX28" fmla="*/ 272732 w 2912392"/>
                <a:gd name="connsiteY28" fmla="*/ 613230 h 618704"/>
                <a:gd name="connsiteX29" fmla="*/ 282473 w 2912392"/>
                <a:gd name="connsiteY29" fmla="*/ 611889 h 618704"/>
                <a:gd name="connsiteX30" fmla="*/ 292214 w 2912392"/>
                <a:gd name="connsiteY30" fmla="*/ 610411 h 618704"/>
                <a:gd name="connsiteX31" fmla="*/ 301953 w 2912392"/>
                <a:gd name="connsiteY31" fmla="*/ 608799 h 618704"/>
                <a:gd name="connsiteX32" fmla="*/ 311694 w 2912392"/>
                <a:gd name="connsiteY32" fmla="*/ 607058 h 618704"/>
                <a:gd name="connsiteX33" fmla="*/ 321435 w 2912392"/>
                <a:gd name="connsiteY33" fmla="*/ 605189 h 618704"/>
                <a:gd name="connsiteX34" fmla="*/ 331175 w 2912392"/>
                <a:gd name="connsiteY34" fmla="*/ 603199 h 618704"/>
                <a:gd name="connsiteX35" fmla="*/ 340916 w 2912392"/>
                <a:gd name="connsiteY35" fmla="*/ 601089 h 618704"/>
                <a:gd name="connsiteX36" fmla="*/ 350656 w 2912392"/>
                <a:gd name="connsiteY36" fmla="*/ 598865 h 618704"/>
                <a:gd name="connsiteX37" fmla="*/ 360396 w 2912392"/>
                <a:gd name="connsiteY37" fmla="*/ 596528 h 618704"/>
                <a:gd name="connsiteX38" fmla="*/ 370137 w 2912392"/>
                <a:gd name="connsiteY38" fmla="*/ 594083 h 618704"/>
                <a:gd name="connsiteX39" fmla="*/ 379878 w 2912392"/>
                <a:gd name="connsiteY39" fmla="*/ 591534 h 618704"/>
                <a:gd name="connsiteX40" fmla="*/ 389617 w 2912392"/>
                <a:gd name="connsiteY40" fmla="*/ 588887 h 618704"/>
                <a:gd name="connsiteX41" fmla="*/ 399358 w 2912392"/>
                <a:gd name="connsiteY41" fmla="*/ 586142 h 618704"/>
                <a:gd name="connsiteX42" fmla="*/ 409099 w 2912392"/>
                <a:gd name="connsiteY42" fmla="*/ 583306 h 618704"/>
                <a:gd name="connsiteX43" fmla="*/ 418839 w 2912392"/>
                <a:gd name="connsiteY43" fmla="*/ 580382 h 618704"/>
                <a:gd name="connsiteX44" fmla="*/ 428580 w 2912392"/>
                <a:gd name="connsiteY44" fmla="*/ 577373 h 618704"/>
                <a:gd name="connsiteX45" fmla="*/ 438321 w 2912392"/>
                <a:gd name="connsiteY45" fmla="*/ 574284 h 618704"/>
                <a:gd name="connsiteX46" fmla="*/ 448060 w 2912392"/>
                <a:gd name="connsiteY46" fmla="*/ 571118 h 618704"/>
                <a:gd name="connsiteX47" fmla="*/ 457801 w 2912392"/>
                <a:gd name="connsiteY47" fmla="*/ 567881 h 618704"/>
                <a:gd name="connsiteX48" fmla="*/ 467542 w 2912392"/>
                <a:gd name="connsiteY48" fmla="*/ 564573 h 618704"/>
                <a:gd name="connsiteX49" fmla="*/ 477281 w 2912392"/>
                <a:gd name="connsiteY49" fmla="*/ 561201 h 618704"/>
                <a:gd name="connsiteX50" fmla="*/ 487022 w 2912392"/>
                <a:gd name="connsiteY50" fmla="*/ 557767 h 618704"/>
                <a:gd name="connsiteX51" fmla="*/ 496763 w 2912392"/>
                <a:gd name="connsiteY51" fmla="*/ 554275 h 618704"/>
                <a:gd name="connsiteX52" fmla="*/ 506503 w 2912392"/>
                <a:gd name="connsiteY52" fmla="*/ 550727 h 618704"/>
                <a:gd name="connsiteX53" fmla="*/ 516244 w 2912392"/>
                <a:gd name="connsiteY53" fmla="*/ 547129 h 618704"/>
                <a:gd name="connsiteX54" fmla="*/ 525985 w 2912392"/>
                <a:gd name="connsiteY54" fmla="*/ 543484 h 618704"/>
                <a:gd name="connsiteX55" fmla="*/ 535724 w 2912392"/>
                <a:gd name="connsiteY55" fmla="*/ 539792 h 618704"/>
                <a:gd name="connsiteX56" fmla="*/ 545465 w 2912392"/>
                <a:gd name="connsiteY56" fmla="*/ 536058 h 618704"/>
                <a:gd name="connsiteX57" fmla="*/ 555206 w 2912392"/>
                <a:gd name="connsiteY57" fmla="*/ 532286 h 618704"/>
                <a:gd name="connsiteX58" fmla="*/ 564946 w 2912392"/>
                <a:gd name="connsiteY58" fmla="*/ 528476 h 618704"/>
                <a:gd name="connsiteX59" fmla="*/ 574687 w 2912392"/>
                <a:gd name="connsiteY59" fmla="*/ 524633 h 618704"/>
                <a:gd name="connsiteX60" fmla="*/ 584428 w 2912392"/>
                <a:gd name="connsiteY60" fmla="*/ 520758 h 618704"/>
                <a:gd name="connsiteX61" fmla="*/ 594167 w 2912392"/>
                <a:gd name="connsiteY61" fmla="*/ 516856 h 618704"/>
                <a:gd name="connsiteX62" fmla="*/ 603908 w 2912392"/>
                <a:gd name="connsiteY62" fmla="*/ 512926 h 618704"/>
                <a:gd name="connsiteX63" fmla="*/ 613649 w 2912392"/>
                <a:gd name="connsiteY63" fmla="*/ 508970 h 618704"/>
                <a:gd name="connsiteX64" fmla="*/ 623388 w 2912392"/>
                <a:gd name="connsiteY64" fmla="*/ 504994 h 618704"/>
                <a:gd name="connsiteX65" fmla="*/ 633129 w 2912392"/>
                <a:gd name="connsiteY65" fmla="*/ 500995 h 618704"/>
                <a:gd name="connsiteX66" fmla="*/ 642870 w 2912392"/>
                <a:gd name="connsiteY66" fmla="*/ 496978 h 618704"/>
                <a:gd name="connsiteX67" fmla="*/ 652610 w 2912392"/>
                <a:gd name="connsiteY67" fmla="*/ 492942 h 618704"/>
                <a:gd name="connsiteX68" fmla="*/ 662351 w 2912392"/>
                <a:gd name="connsiteY68" fmla="*/ 488889 h 618704"/>
                <a:gd name="connsiteX69" fmla="*/ 672092 w 2912392"/>
                <a:gd name="connsiteY69" fmla="*/ 484822 h 618704"/>
                <a:gd name="connsiteX70" fmla="*/ 681831 w 2912392"/>
                <a:gd name="connsiteY70" fmla="*/ 480741 h 618704"/>
                <a:gd name="connsiteX71" fmla="*/ 691572 w 2912392"/>
                <a:gd name="connsiteY71" fmla="*/ 476647 h 618704"/>
                <a:gd name="connsiteX72" fmla="*/ 701313 w 2912392"/>
                <a:gd name="connsiteY72" fmla="*/ 472539 h 618704"/>
                <a:gd name="connsiteX73" fmla="*/ 711052 w 2912392"/>
                <a:gd name="connsiteY73" fmla="*/ 468420 h 618704"/>
                <a:gd name="connsiteX74" fmla="*/ 720793 w 2912392"/>
                <a:gd name="connsiteY74" fmla="*/ 464290 h 618704"/>
                <a:gd name="connsiteX75" fmla="*/ 730534 w 2912392"/>
                <a:gd name="connsiteY75" fmla="*/ 460149 h 618704"/>
                <a:gd name="connsiteX76" fmla="*/ 740274 w 2912392"/>
                <a:gd name="connsiteY76" fmla="*/ 455997 h 618704"/>
                <a:gd name="connsiteX77" fmla="*/ 750015 w 2912392"/>
                <a:gd name="connsiteY77" fmla="*/ 451835 h 618704"/>
                <a:gd name="connsiteX78" fmla="*/ 759756 w 2912392"/>
                <a:gd name="connsiteY78" fmla="*/ 447662 h 618704"/>
                <a:gd name="connsiteX79" fmla="*/ 769495 w 2912392"/>
                <a:gd name="connsiteY79" fmla="*/ 443480 h 618704"/>
                <a:gd name="connsiteX80" fmla="*/ 779236 w 2912392"/>
                <a:gd name="connsiteY80" fmla="*/ 439286 h 618704"/>
                <a:gd name="connsiteX81" fmla="*/ 788977 w 2912392"/>
                <a:gd name="connsiteY81" fmla="*/ 435080 h 618704"/>
                <a:gd name="connsiteX82" fmla="*/ 798717 w 2912392"/>
                <a:gd name="connsiteY82" fmla="*/ 430864 h 618704"/>
                <a:gd name="connsiteX83" fmla="*/ 808458 w 2912392"/>
                <a:gd name="connsiteY83" fmla="*/ 426635 h 618704"/>
                <a:gd name="connsiteX84" fmla="*/ 818199 w 2912392"/>
                <a:gd name="connsiteY84" fmla="*/ 422394 h 618704"/>
                <a:gd name="connsiteX85" fmla="*/ 827938 w 2912392"/>
                <a:gd name="connsiteY85" fmla="*/ 418138 h 618704"/>
                <a:gd name="connsiteX86" fmla="*/ 837679 w 2912392"/>
                <a:gd name="connsiteY86" fmla="*/ 413868 h 618704"/>
                <a:gd name="connsiteX87" fmla="*/ 847420 w 2912392"/>
                <a:gd name="connsiteY87" fmla="*/ 409583 h 618704"/>
                <a:gd name="connsiteX88" fmla="*/ 857159 w 2912392"/>
                <a:gd name="connsiteY88" fmla="*/ 405282 h 618704"/>
                <a:gd name="connsiteX89" fmla="*/ 866900 w 2912392"/>
                <a:gd name="connsiteY89" fmla="*/ 400963 h 618704"/>
                <a:gd name="connsiteX90" fmla="*/ 876641 w 2912392"/>
                <a:gd name="connsiteY90" fmla="*/ 396626 h 618704"/>
                <a:gd name="connsiteX91" fmla="*/ 886381 w 2912392"/>
                <a:gd name="connsiteY91" fmla="*/ 392268 h 618704"/>
                <a:gd name="connsiteX92" fmla="*/ 896122 w 2912392"/>
                <a:gd name="connsiteY92" fmla="*/ 387889 h 618704"/>
                <a:gd name="connsiteX93" fmla="*/ 905863 w 2912392"/>
                <a:gd name="connsiteY93" fmla="*/ 383488 h 618704"/>
                <a:gd name="connsiteX94" fmla="*/ 915602 w 2912392"/>
                <a:gd name="connsiteY94" fmla="*/ 379063 h 618704"/>
                <a:gd name="connsiteX95" fmla="*/ 925343 w 2912392"/>
                <a:gd name="connsiteY95" fmla="*/ 374613 h 618704"/>
                <a:gd name="connsiteX96" fmla="*/ 935084 w 2912392"/>
                <a:gd name="connsiteY96" fmla="*/ 370135 h 618704"/>
                <a:gd name="connsiteX97" fmla="*/ 944824 w 2912392"/>
                <a:gd name="connsiteY97" fmla="*/ 365630 h 618704"/>
                <a:gd name="connsiteX98" fmla="*/ 954564 w 2912392"/>
                <a:gd name="connsiteY98" fmla="*/ 361095 h 618704"/>
                <a:gd name="connsiteX99" fmla="*/ 964305 w 2912392"/>
                <a:gd name="connsiteY99" fmla="*/ 356528 h 618704"/>
                <a:gd name="connsiteX100" fmla="*/ 974045 w 2912392"/>
                <a:gd name="connsiteY100" fmla="*/ 351929 h 618704"/>
                <a:gd name="connsiteX101" fmla="*/ 983786 w 2912392"/>
                <a:gd name="connsiteY101" fmla="*/ 347294 h 618704"/>
                <a:gd name="connsiteX102" fmla="*/ 993522 w 2912392"/>
                <a:gd name="connsiteY102" fmla="*/ 342624 h 618704"/>
                <a:gd name="connsiteX103" fmla="*/ 1003266 w 2912392"/>
                <a:gd name="connsiteY103" fmla="*/ 337916 h 618704"/>
                <a:gd name="connsiteX104" fmla="*/ 1013010 w 2912392"/>
                <a:gd name="connsiteY104" fmla="*/ 333171 h 618704"/>
                <a:gd name="connsiteX105" fmla="*/ 1022754 w 2912392"/>
                <a:gd name="connsiteY105" fmla="*/ 328384 h 618704"/>
                <a:gd name="connsiteX106" fmla="*/ 1032483 w 2912392"/>
                <a:gd name="connsiteY106" fmla="*/ 323557 h 618704"/>
                <a:gd name="connsiteX107" fmla="*/ 1042227 w 2912392"/>
                <a:gd name="connsiteY107" fmla="*/ 318685 h 618704"/>
                <a:gd name="connsiteX108" fmla="*/ 1051971 w 2912392"/>
                <a:gd name="connsiteY108" fmla="*/ 313771 h 618704"/>
                <a:gd name="connsiteX109" fmla="*/ 1061715 w 2912392"/>
                <a:gd name="connsiteY109" fmla="*/ 308811 h 618704"/>
                <a:gd name="connsiteX110" fmla="*/ 1071444 w 2912392"/>
                <a:gd name="connsiteY110" fmla="*/ 303805 h 618704"/>
                <a:gd name="connsiteX111" fmla="*/ 1081188 w 2912392"/>
                <a:gd name="connsiteY111" fmla="*/ 298753 h 618704"/>
                <a:gd name="connsiteX112" fmla="*/ 1090932 w 2912392"/>
                <a:gd name="connsiteY112" fmla="*/ 293653 h 618704"/>
                <a:gd name="connsiteX113" fmla="*/ 1100676 w 2912392"/>
                <a:gd name="connsiteY113" fmla="*/ 288505 h 618704"/>
                <a:gd name="connsiteX114" fmla="*/ 1110405 w 2912392"/>
                <a:gd name="connsiteY114" fmla="*/ 283310 h 618704"/>
                <a:gd name="connsiteX115" fmla="*/ 1120149 w 2912392"/>
                <a:gd name="connsiteY115" fmla="*/ 278064 h 618704"/>
                <a:gd name="connsiteX116" fmla="*/ 1129893 w 2912392"/>
                <a:gd name="connsiteY116" fmla="*/ 272771 h 618704"/>
                <a:gd name="connsiteX117" fmla="*/ 1139637 w 2912392"/>
                <a:gd name="connsiteY117" fmla="*/ 267429 h 618704"/>
                <a:gd name="connsiteX118" fmla="*/ 1149381 w 2912392"/>
                <a:gd name="connsiteY118" fmla="*/ 262039 h 618704"/>
                <a:gd name="connsiteX119" fmla="*/ 1159110 w 2912392"/>
                <a:gd name="connsiteY119" fmla="*/ 256601 h 618704"/>
                <a:gd name="connsiteX120" fmla="*/ 1168854 w 2912392"/>
                <a:gd name="connsiteY120" fmla="*/ 251116 h 618704"/>
                <a:gd name="connsiteX121" fmla="*/ 1178598 w 2912392"/>
                <a:gd name="connsiteY121" fmla="*/ 245586 h 618704"/>
                <a:gd name="connsiteX122" fmla="*/ 1188341 w 2912392"/>
                <a:gd name="connsiteY122" fmla="*/ 240011 h 618704"/>
                <a:gd name="connsiteX123" fmla="*/ 1198070 w 2912392"/>
                <a:gd name="connsiteY123" fmla="*/ 234392 h 618704"/>
                <a:gd name="connsiteX124" fmla="*/ 1207814 w 2912392"/>
                <a:gd name="connsiteY124" fmla="*/ 228734 h 618704"/>
                <a:gd name="connsiteX125" fmla="*/ 1217558 w 2912392"/>
                <a:gd name="connsiteY125" fmla="*/ 223035 h 618704"/>
                <a:gd name="connsiteX126" fmla="*/ 1227302 w 2912392"/>
                <a:gd name="connsiteY126" fmla="*/ 217300 h 618704"/>
                <a:gd name="connsiteX127" fmla="*/ 1237031 w 2912392"/>
                <a:gd name="connsiteY127" fmla="*/ 211531 h 618704"/>
                <a:gd name="connsiteX128" fmla="*/ 1246775 w 2912392"/>
                <a:gd name="connsiteY128" fmla="*/ 205731 h 618704"/>
                <a:gd name="connsiteX129" fmla="*/ 1256519 w 2912392"/>
                <a:gd name="connsiteY129" fmla="*/ 199903 h 618704"/>
                <a:gd name="connsiteX130" fmla="*/ 1266263 w 2912392"/>
                <a:gd name="connsiteY130" fmla="*/ 194050 h 618704"/>
                <a:gd name="connsiteX131" fmla="*/ 1276007 w 2912392"/>
                <a:gd name="connsiteY131" fmla="*/ 188177 h 618704"/>
                <a:gd name="connsiteX132" fmla="*/ 1285736 w 2912392"/>
                <a:gd name="connsiteY132" fmla="*/ 182289 h 618704"/>
                <a:gd name="connsiteX133" fmla="*/ 1295480 w 2912392"/>
                <a:gd name="connsiteY133" fmla="*/ 176388 h 618704"/>
                <a:gd name="connsiteX134" fmla="*/ 1305224 w 2912392"/>
                <a:gd name="connsiteY134" fmla="*/ 170479 h 618704"/>
                <a:gd name="connsiteX135" fmla="*/ 1314968 w 2912392"/>
                <a:gd name="connsiteY135" fmla="*/ 164568 h 618704"/>
                <a:gd name="connsiteX136" fmla="*/ 1324697 w 2912392"/>
                <a:gd name="connsiteY136" fmla="*/ 158659 h 618704"/>
                <a:gd name="connsiteX137" fmla="*/ 1334441 w 2912392"/>
                <a:gd name="connsiteY137" fmla="*/ 152761 h 618704"/>
                <a:gd name="connsiteX138" fmla="*/ 1344185 w 2912392"/>
                <a:gd name="connsiteY138" fmla="*/ 146876 h 618704"/>
                <a:gd name="connsiteX139" fmla="*/ 1353929 w 2912392"/>
                <a:gd name="connsiteY139" fmla="*/ 141011 h 618704"/>
                <a:gd name="connsiteX140" fmla="*/ 1363658 w 2912392"/>
                <a:gd name="connsiteY140" fmla="*/ 135174 h 618704"/>
                <a:gd name="connsiteX141" fmla="*/ 1373402 w 2912392"/>
                <a:gd name="connsiteY141" fmla="*/ 129369 h 618704"/>
                <a:gd name="connsiteX142" fmla="*/ 1383146 w 2912392"/>
                <a:gd name="connsiteY142" fmla="*/ 123603 h 618704"/>
                <a:gd name="connsiteX143" fmla="*/ 1392890 w 2912392"/>
                <a:gd name="connsiteY143" fmla="*/ 117885 h 618704"/>
                <a:gd name="connsiteX144" fmla="*/ 1402619 w 2912392"/>
                <a:gd name="connsiteY144" fmla="*/ 112222 h 618704"/>
                <a:gd name="connsiteX145" fmla="*/ 1412363 w 2912392"/>
                <a:gd name="connsiteY145" fmla="*/ 106619 h 618704"/>
                <a:gd name="connsiteX146" fmla="*/ 1422106 w 2912392"/>
                <a:gd name="connsiteY146" fmla="*/ 101084 h 618704"/>
                <a:gd name="connsiteX147" fmla="*/ 1431850 w 2912392"/>
                <a:gd name="connsiteY147" fmla="*/ 95625 h 618704"/>
                <a:gd name="connsiteX148" fmla="*/ 1441594 w 2912392"/>
                <a:gd name="connsiteY148" fmla="*/ 90248 h 618704"/>
                <a:gd name="connsiteX149" fmla="*/ 1451323 w 2912392"/>
                <a:gd name="connsiteY149" fmla="*/ 84963 h 618704"/>
                <a:gd name="connsiteX150" fmla="*/ 1461067 w 2912392"/>
                <a:gd name="connsiteY150" fmla="*/ 79777 h 618704"/>
                <a:gd name="connsiteX151" fmla="*/ 1470811 w 2912392"/>
                <a:gd name="connsiteY151" fmla="*/ 74695 h 618704"/>
                <a:gd name="connsiteX152" fmla="*/ 1480555 w 2912392"/>
                <a:gd name="connsiteY152" fmla="*/ 69727 h 618704"/>
                <a:gd name="connsiteX153" fmla="*/ 1490284 w 2912392"/>
                <a:gd name="connsiteY153" fmla="*/ 64881 h 618704"/>
                <a:gd name="connsiteX154" fmla="*/ 1500028 w 2912392"/>
                <a:gd name="connsiteY154" fmla="*/ 60162 h 618704"/>
                <a:gd name="connsiteX155" fmla="*/ 1509772 w 2912392"/>
                <a:gd name="connsiteY155" fmla="*/ 55579 h 618704"/>
                <a:gd name="connsiteX156" fmla="*/ 1519516 w 2912392"/>
                <a:gd name="connsiteY156" fmla="*/ 51138 h 618704"/>
                <a:gd name="connsiteX157" fmla="*/ 1529245 w 2912392"/>
                <a:gd name="connsiteY157" fmla="*/ 46847 h 618704"/>
                <a:gd name="connsiteX158" fmla="*/ 1538989 w 2912392"/>
                <a:gd name="connsiteY158" fmla="*/ 42712 h 618704"/>
                <a:gd name="connsiteX159" fmla="*/ 1548733 w 2912392"/>
                <a:gd name="connsiteY159" fmla="*/ 38739 h 618704"/>
                <a:gd name="connsiteX160" fmla="*/ 1558477 w 2912392"/>
                <a:gd name="connsiteY160" fmla="*/ 34935 h 618704"/>
                <a:gd name="connsiteX161" fmla="*/ 1568221 w 2912392"/>
                <a:gd name="connsiteY161" fmla="*/ 31306 h 618704"/>
                <a:gd name="connsiteX162" fmla="*/ 1577950 w 2912392"/>
                <a:gd name="connsiteY162" fmla="*/ 27857 h 618704"/>
                <a:gd name="connsiteX163" fmla="*/ 1587694 w 2912392"/>
                <a:gd name="connsiteY163" fmla="*/ 24592 h 618704"/>
                <a:gd name="connsiteX164" fmla="*/ 1597438 w 2912392"/>
                <a:gd name="connsiteY164" fmla="*/ 21517 h 618704"/>
                <a:gd name="connsiteX165" fmla="*/ 1607182 w 2912392"/>
                <a:gd name="connsiteY165" fmla="*/ 18637 h 618704"/>
                <a:gd name="connsiteX166" fmla="*/ 1616911 w 2912392"/>
                <a:gd name="connsiteY166" fmla="*/ 15955 h 618704"/>
                <a:gd name="connsiteX167" fmla="*/ 1626655 w 2912392"/>
                <a:gd name="connsiteY167" fmla="*/ 13475 h 618704"/>
                <a:gd name="connsiteX168" fmla="*/ 1636399 w 2912392"/>
                <a:gd name="connsiteY168" fmla="*/ 11200 h 618704"/>
                <a:gd name="connsiteX169" fmla="*/ 1646142 w 2912392"/>
                <a:gd name="connsiteY169" fmla="*/ 9132 h 618704"/>
                <a:gd name="connsiteX170" fmla="*/ 1655872 w 2912392"/>
                <a:gd name="connsiteY170" fmla="*/ 7272 h 618704"/>
                <a:gd name="connsiteX171" fmla="*/ 1665616 w 2912392"/>
                <a:gd name="connsiteY171" fmla="*/ 5624 h 618704"/>
                <a:gd name="connsiteX172" fmla="*/ 1675359 w 2912392"/>
                <a:gd name="connsiteY172" fmla="*/ 4188 h 618704"/>
                <a:gd name="connsiteX173" fmla="*/ 1685103 w 2912392"/>
                <a:gd name="connsiteY173" fmla="*/ 2965 h 618704"/>
                <a:gd name="connsiteX174" fmla="*/ 1694832 w 2912392"/>
                <a:gd name="connsiteY174" fmla="*/ 1952 h 618704"/>
                <a:gd name="connsiteX175" fmla="*/ 1704576 w 2912392"/>
                <a:gd name="connsiteY175" fmla="*/ 1150 h 618704"/>
                <a:gd name="connsiteX176" fmla="*/ 1714320 w 2912392"/>
                <a:gd name="connsiteY176" fmla="*/ 560 h 618704"/>
                <a:gd name="connsiteX177" fmla="*/ 1724064 w 2912392"/>
                <a:gd name="connsiteY177" fmla="*/ 177 h 618704"/>
                <a:gd name="connsiteX178" fmla="*/ 1733808 w 2912392"/>
                <a:gd name="connsiteY178" fmla="*/ 0 h 618704"/>
                <a:gd name="connsiteX179" fmla="*/ 1743537 w 2912392"/>
                <a:gd name="connsiteY179" fmla="*/ 27 h 618704"/>
                <a:gd name="connsiteX180" fmla="*/ 1753281 w 2912392"/>
                <a:gd name="connsiteY180" fmla="*/ 252 h 618704"/>
                <a:gd name="connsiteX181" fmla="*/ 1763025 w 2912392"/>
                <a:gd name="connsiteY181" fmla="*/ 673 h 618704"/>
                <a:gd name="connsiteX182" fmla="*/ 1772769 w 2912392"/>
                <a:gd name="connsiteY182" fmla="*/ 1286 h 618704"/>
                <a:gd name="connsiteX183" fmla="*/ 1782498 w 2912392"/>
                <a:gd name="connsiteY183" fmla="*/ 2084 h 618704"/>
                <a:gd name="connsiteX184" fmla="*/ 1792242 w 2912392"/>
                <a:gd name="connsiteY184" fmla="*/ 3063 h 618704"/>
                <a:gd name="connsiteX185" fmla="*/ 1801986 w 2912392"/>
                <a:gd name="connsiteY185" fmla="*/ 4218 h 618704"/>
                <a:gd name="connsiteX186" fmla="*/ 1811730 w 2912392"/>
                <a:gd name="connsiteY186" fmla="*/ 5541 h 618704"/>
                <a:gd name="connsiteX187" fmla="*/ 1821459 w 2912392"/>
                <a:gd name="connsiteY187" fmla="*/ 7025 h 618704"/>
                <a:gd name="connsiteX188" fmla="*/ 1831203 w 2912392"/>
                <a:gd name="connsiteY188" fmla="*/ 8664 h 618704"/>
                <a:gd name="connsiteX189" fmla="*/ 1840947 w 2912392"/>
                <a:gd name="connsiteY189" fmla="*/ 10450 h 618704"/>
                <a:gd name="connsiteX190" fmla="*/ 1850691 w 2912392"/>
                <a:gd name="connsiteY190" fmla="*/ 12375 h 618704"/>
                <a:gd name="connsiteX191" fmla="*/ 1860435 w 2912392"/>
                <a:gd name="connsiteY191" fmla="*/ 14433 h 618704"/>
                <a:gd name="connsiteX192" fmla="*/ 1870164 w 2912392"/>
                <a:gd name="connsiteY192" fmla="*/ 16612 h 618704"/>
                <a:gd name="connsiteX193" fmla="*/ 1879908 w 2912392"/>
                <a:gd name="connsiteY193" fmla="*/ 18907 h 618704"/>
                <a:gd name="connsiteX194" fmla="*/ 1889652 w 2912392"/>
                <a:gd name="connsiteY194" fmla="*/ 21307 h 618704"/>
                <a:gd name="connsiteX195" fmla="*/ 1899395 w 2912392"/>
                <a:gd name="connsiteY195" fmla="*/ 23803 h 618704"/>
                <a:gd name="connsiteX196" fmla="*/ 1909124 w 2912392"/>
                <a:gd name="connsiteY196" fmla="*/ 26388 h 618704"/>
                <a:gd name="connsiteX197" fmla="*/ 1918868 w 2912392"/>
                <a:gd name="connsiteY197" fmla="*/ 29052 h 618704"/>
                <a:gd name="connsiteX198" fmla="*/ 1928612 w 2912392"/>
                <a:gd name="connsiteY198" fmla="*/ 31784 h 618704"/>
                <a:gd name="connsiteX199" fmla="*/ 1938356 w 2912392"/>
                <a:gd name="connsiteY199" fmla="*/ 34578 h 618704"/>
                <a:gd name="connsiteX200" fmla="*/ 1948085 w 2912392"/>
                <a:gd name="connsiteY200" fmla="*/ 37423 h 618704"/>
                <a:gd name="connsiteX201" fmla="*/ 1957829 w 2912392"/>
                <a:gd name="connsiteY201" fmla="*/ 40311 h 618704"/>
                <a:gd name="connsiteX202" fmla="*/ 1967573 w 2912392"/>
                <a:gd name="connsiteY202" fmla="*/ 43232 h 618704"/>
                <a:gd name="connsiteX203" fmla="*/ 1977317 w 2912392"/>
                <a:gd name="connsiteY203" fmla="*/ 46179 h 618704"/>
                <a:gd name="connsiteX204" fmla="*/ 1987046 w 2912392"/>
                <a:gd name="connsiteY204" fmla="*/ 49143 h 618704"/>
                <a:gd name="connsiteX205" fmla="*/ 1996790 w 2912392"/>
                <a:gd name="connsiteY205" fmla="*/ 52115 h 618704"/>
                <a:gd name="connsiteX206" fmla="*/ 2006534 w 2912392"/>
                <a:gd name="connsiteY206" fmla="*/ 55087 h 618704"/>
                <a:gd name="connsiteX207" fmla="*/ 2016278 w 2912392"/>
                <a:gd name="connsiteY207" fmla="*/ 58052 h 618704"/>
                <a:gd name="connsiteX208" fmla="*/ 2026022 w 2912392"/>
                <a:gd name="connsiteY208" fmla="*/ 61004 h 618704"/>
                <a:gd name="connsiteX209" fmla="*/ 2035751 w 2912392"/>
                <a:gd name="connsiteY209" fmla="*/ 63933 h 618704"/>
                <a:gd name="connsiteX210" fmla="*/ 2045495 w 2912392"/>
                <a:gd name="connsiteY210" fmla="*/ 66834 h 618704"/>
                <a:gd name="connsiteX211" fmla="*/ 2055239 w 2912392"/>
                <a:gd name="connsiteY211" fmla="*/ 69700 h 618704"/>
                <a:gd name="connsiteX212" fmla="*/ 2064983 w 2912392"/>
                <a:gd name="connsiteY212" fmla="*/ 72528 h 618704"/>
                <a:gd name="connsiteX213" fmla="*/ 2074712 w 2912392"/>
                <a:gd name="connsiteY213" fmla="*/ 75308 h 618704"/>
                <a:gd name="connsiteX214" fmla="*/ 2084456 w 2912392"/>
                <a:gd name="connsiteY214" fmla="*/ 78039 h 618704"/>
                <a:gd name="connsiteX215" fmla="*/ 2094200 w 2912392"/>
                <a:gd name="connsiteY215" fmla="*/ 80715 h 618704"/>
                <a:gd name="connsiteX216" fmla="*/ 2103944 w 2912392"/>
                <a:gd name="connsiteY216" fmla="*/ 83333 h 618704"/>
                <a:gd name="connsiteX217" fmla="*/ 2113673 w 2912392"/>
                <a:gd name="connsiteY217" fmla="*/ 85888 h 618704"/>
                <a:gd name="connsiteX218" fmla="*/ 2123417 w 2912392"/>
                <a:gd name="connsiteY218" fmla="*/ 88379 h 618704"/>
                <a:gd name="connsiteX219" fmla="*/ 2133161 w 2912392"/>
                <a:gd name="connsiteY219" fmla="*/ 90803 h 618704"/>
                <a:gd name="connsiteX220" fmla="*/ 2142905 w 2912392"/>
                <a:gd name="connsiteY220" fmla="*/ 93157 h 618704"/>
                <a:gd name="connsiteX221" fmla="*/ 2152649 w 2912392"/>
                <a:gd name="connsiteY221" fmla="*/ 95440 h 618704"/>
                <a:gd name="connsiteX222" fmla="*/ 2162377 w 2912392"/>
                <a:gd name="connsiteY222" fmla="*/ 97652 h 618704"/>
                <a:gd name="connsiteX223" fmla="*/ 2172121 w 2912392"/>
                <a:gd name="connsiteY223" fmla="*/ 99793 h 618704"/>
                <a:gd name="connsiteX224" fmla="*/ 2181865 w 2912392"/>
                <a:gd name="connsiteY224" fmla="*/ 101863 h 618704"/>
                <a:gd name="connsiteX225" fmla="*/ 2191609 w 2912392"/>
                <a:gd name="connsiteY225" fmla="*/ 103861 h 618704"/>
                <a:gd name="connsiteX226" fmla="*/ 2201338 w 2912392"/>
                <a:gd name="connsiteY226" fmla="*/ 105790 h 618704"/>
                <a:gd name="connsiteX227" fmla="*/ 2211082 w 2912392"/>
                <a:gd name="connsiteY227" fmla="*/ 107651 h 618704"/>
                <a:gd name="connsiteX228" fmla="*/ 2220826 w 2912392"/>
                <a:gd name="connsiteY228" fmla="*/ 109446 h 618704"/>
                <a:gd name="connsiteX229" fmla="*/ 2230570 w 2912392"/>
                <a:gd name="connsiteY229" fmla="*/ 111178 h 618704"/>
                <a:gd name="connsiteX230" fmla="*/ 2240299 w 2912392"/>
                <a:gd name="connsiteY230" fmla="*/ 112848 h 618704"/>
                <a:gd name="connsiteX231" fmla="*/ 2250043 w 2912392"/>
                <a:gd name="connsiteY231" fmla="*/ 114461 h 618704"/>
                <a:gd name="connsiteX232" fmla="*/ 2259787 w 2912392"/>
                <a:gd name="connsiteY232" fmla="*/ 116021 h 618704"/>
                <a:gd name="connsiteX233" fmla="*/ 2269531 w 2912392"/>
                <a:gd name="connsiteY233" fmla="*/ 117532 h 618704"/>
                <a:gd name="connsiteX234" fmla="*/ 2279260 w 2912392"/>
                <a:gd name="connsiteY234" fmla="*/ 118997 h 618704"/>
                <a:gd name="connsiteX235" fmla="*/ 2289004 w 2912392"/>
                <a:gd name="connsiteY235" fmla="*/ 120420 h 618704"/>
                <a:gd name="connsiteX236" fmla="*/ 2298748 w 2912392"/>
                <a:gd name="connsiteY236" fmla="*/ 121807 h 618704"/>
                <a:gd name="connsiteX237" fmla="*/ 2308492 w 2912392"/>
                <a:gd name="connsiteY237" fmla="*/ 123164 h 618704"/>
                <a:gd name="connsiteX238" fmla="*/ 2318236 w 2912392"/>
                <a:gd name="connsiteY238" fmla="*/ 124493 h 618704"/>
                <a:gd name="connsiteX239" fmla="*/ 2327965 w 2912392"/>
                <a:gd name="connsiteY239" fmla="*/ 125804 h 618704"/>
                <a:gd name="connsiteX240" fmla="*/ 2337709 w 2912392"/>
                <a:gd name="connsiteY240" fmla="*/ 127099 h 618704"/>
                <a:gd name="connsiteX241" fmla="*/ 2347453 w 2912392"/>
                <a:gd name="connsiteY241" fmla="*/ 128383 h 618704"/>
                <a:gd name="connsiteX242" fmla="*/ 2357197 w 2912392"/>
                <a:gd name="connsiteY242" fmla="*/ 129666 h 618704"/>
                <a:gd name="connsiteX243" fmla="*/ 2366926 w 2912392"/>
                <a:gd name="connsiteY243" fmla="*/ 130949 h 618704"/>
                <a:gd name="connsiteX244" fmla="*/ 2376670 w 2912392"/>
                <a:gd name="connsiteY244" fmla="*/ 132240 h 618704"/>
                <a:gd name="connsiteX245" fmla="*/ 2386413 w 2912392"/>
                <a:gd name="connsiteY245" fmla="*/ 133546 h 618704"/>
                <a:gd name="connsiteX246" fmla="*/ 2396157 w 2912392"/>
                <a:gd name="connsiteY246" fmla="*/ 134869 h 618704"/>
                <a:gd name="connsiteX247" fmla="*/ 2405886 w 2912392"/>
                <a:gd name="connsiteY247" fmla="*/ 136217 h 618704"/>
                <a:gd name="connsiteX248" fmla="*/ 2415630 w 2912392"/>
                <a:gd name="connsiteY248" fmla="*/ 137597 h 618704"/>
                <a:gd name="connsiteX249" fmla="*/ 2425374 w 2912392"/>
                <a:gd name="connsiteY249" fmla="*/ 139010 h 618704"/>
                <a:gd name="connsiteX250" fmla="*/ 2435118 w 2912392"/>
                <a:gd name="connsiteY250" fmla="*/ 140465 h 618704"/>
                <a:gd name="connsiteX251" fmla="*/ 2444862 w 2912392"/>
                <a:gd name="connsiteY251" fmla="*/ 141966 h 618704"/>
                <a:gd name="connsiteX252" fmla="*/ 2454591 w 2912392"/>
                <a:gd name="connsiteY252" fmla="*/ 143517 h 618704"/>
                <a:gd name="connsiteX253" fmla="*/ 2464335 w 2912392"/>
                <a:gd name="connsiteY253" fmla="*/ 145125 h 618704"/>
                <a:gd name="connsiteX254" fmla="*/ 2474079 w 2912392"/>
                <a:gd name="connsiteY254" fmla="*/ 146792 h 618704"/>
                <a:gd name="connsiteX255" fmla="*/ 2483823 w 2912392"/>
                <a:gd name="connsiteY255" fmla="*/ 148523 h 618704"/>
                <a:gd name="connsiteX256" fmla="*/ 2493552 w 2912392"/>
                <a:gd name="connsiteY256" fmla="*/ 150322 h 618704"/>
                <a:gd name="connsiteX257" fmla="*/ 2503296 w 2912392"/>
                <a:gd name="connsiteY257" fmla="*/ 152193 h 618704"/>
                <a:gd name="connsiteX258" fmla="*/ 2513040 w 2912392"/>
                <a:gd name="connsiteY258" fmla="*/ 154137 h 618704"/>
                <a:gd name="connsiteX259" fmla="*/ 2522784 w 2912392"/>
                <a:gd name="connsiteY259" fmla="*/ 156162 h 618704"/>
                <a:gd name="connsiteX260" fmla="*/ 2532513 w 2912392"/>
                <a:gd name="connsiteY260" fmla="*/ 158266 h 618704"/>
                <a:gd name="connsiteX261" fmla="*/ 2542257 w 2912392"/>
                <a:gd name="connsiteY261" fmla="*/ 160455 h 618704"/>
                <a:gd name="connsiteX262" fmla="*/ 2552001 w 2912392"/>
                <a:gd name="connsiteY262" fmla="*/ 162728 h 618704"/>
                <a:gd name="connsiteX263" fmla="*/ 2561745 w 2912392"/>
                <a:gd name="connsiteY263" fmla="*/ 165088 h 618704"/>
                <a:gd name="connsiteX264" fmla="*/ 2571474 w 2912392"/>
                <a:gd name="connsiteY264" fmla="*/ 167538 h 618704"/>
                <a:gd name="connsiteX265" fmla="*/ 2581218 w 2912392"/>
                <a:gd name="connsiteY265" fmla="*/ 170078 h 618704"/>
                <a:gd name="connsiteX266" fmla="*/ 2590962 w 2912392"/>
                <a:gd name="connsiteY266" fmla="*/ 172709 h 618704"/>
                <a:gd name="connsiteX267" fmla="*/ 2600705 w 2912392"/>
                <a:gd name="connsiteY267" fmla="*/ 175431 h 618704"/>
                <a:gd name="connsiteX268" fmla="*/ 2610449 w 2912392"/>
                <a:gd name="connsiteY268" fmla="*/ 178245 h 618704"/>
                <a:gd name="connsiteX269" fmla="*/ 2620178 w 2912392"/>
                <a:gd name="connsiteY269" fmla="*/ 181152 h 618704"/>
                <a:gd name="connsiteX270" fmla="*/ 2629922 w 2912392"/>
                <a:gd name="connsiteY270" fmla="*/ 184150 h 618704"/>
                <a:gd name="connsiteX271" fmla="*/ 2639666 w 2912392"/>
                <a:gd name="connsiteY271" fmla="*/ 187239 h 618704"/>
                <a:gd name="connsiteX272" fmla="*/ 2649410 w 2912392"/>
                <a:gd name="connsiteY272" fmla="*/ 190418 h 618704"/>
                <a:gd name="connsiteX273" fmla="*/ 2659139 w 2912392"/>
                <a:gd name="connsiteY273" fmla="*/ 193685 h 618704"/>
                <a:gd name="connsiteX274" fmla="*/ 2668883 w 2912392"/>
                <a:gd name="connsiteY274" fmla="*/ 197042 h 618704"/>
                <a:gd name="connsiteX275" fmla="*/ 2678627 w 2912392"/>
                <a:gd name="connsiteY275" fmla="*/ 200482 h 618704"/>
                <a:gd name="connsiteX276" fmla="*/ 2688371 w 2912392"/>
                <a:gd name="connsiteY276" fmla="*/ 204009 h 618704"/>
                <a:gd name="connsiteX277" fmla="*/ 2698100 w 2912392"/>
                <a:gd name="connsiteY277" fmla="*/ 207616 h 618704"/>
                <a:gd name="connsiteX278" fmla="*/ 2707844 w 2912392"/>
                <a:gd name="connsiteY278" fmla="*/ 211303 h 618704"/>
                <a:gd name="connsiteX279" fmla="*/ 2717588 w 2912392"/>
                <a:gd name="connsiteY279" fmla="*/ 215067 h 618704"/>
                <a:gd name="connsiteX280" fmla="*/ 2727332 w 2912392"/>
                <a:gd name="connsiteY280" fmla="*/ 218906 h 618704"/>
                <a:gd name="connsiteX281" fmla="*/ 2737076 w 2912392"/>
                <a:gd name="connsiteY281" fmla="*/ 222816 h 618704"/>
                <a:gd name="connsiteX282" fmla="*/ 2746805 w 2912392"/>
                <a:gd name="connsiteY282" fmla="*/ 226794 h 618704"/>
                <a:gd name="connsiteX283" fmla="*/ 2756549 w 2912392"/>
                <a:gd name="connsiteY283" fmla="*/ 230839 h 618704"/>
                <a:gd name="connsiteX284" fmla="*/ 2766293 w 2912392"/>
                <a:gd name="connsiteY284" fmla="*/ 234945 h 618704"/>
                <a:gd name="connsiteX285" fmla="*/ 2776037 w 2912392"/>
                <a:gd name="connsiteY285" fmla="*/ 239109 h 618704"/>
                <a:gd name="connsiteX286" fmla="*/ 2785766 w 2912392"/>
                <a:gd name="connsiteY286" fmla="*/ 243329 h 618704"/>
                <a:gd name="connsiteX287" fmla="*/ 2795510 w 2912392"/>
                <a:gd name="connsiteY287" fmla="*/ 247600 h 618704"/>
                <a:gd name="connsiteX288" fmla="*/ 2805254 w 2912392"/>
                <a:gd name="connsiteY288" fmla="*/ 251919 h 618704"/>
                <a:gd name="connsiteX289" fmla="*/ 2814998 w 2912392"/>
                <a:gd name="connsiteY289" fmla="*/ 256283 h 618704"/>
                <a:gd name="connsiteX290" fmla="*/ 2824727 w 2912392"/>
                <a:gd name="connsiteY290" fmla="*/ 260686 h 618704"/>
                <a:gd name="connsiteX291" fmla="*/ 2834471 w 2912392"/>
                <a:gd name="connsiteY291" fmla="*/ 265126 h 618704"/>
                <a:gd name="connsiteX292" fmla="*/ 2844215 w 2912392"/>
                <a:gd name="connsiteY292" fmla="*/ 269599 h 618704"/>
                <a:gd name="connsiteX293" fmla="*/ 2853958 w 2912392"/>
                <a:gd name="connsiteY293" fmla="*/ 274098 h 618704"/>
                <a:gd name="connsiteX294" fmla="*/ 2863687 w 2912392"/>
                <a:gd name="connsiteY294" fmla="*/ 278623 h 618704"/>
                <a:gd name="connsiteX295" fmla="*/ 2873431 w 2912392"/>
                <a:gd name="connsiteY295" fmla="*/ 283169 h 618704"/>
                <a:gd name="connsiteX296" fmla="*/ 2883175 w 2912392"/>
                <a:gd name="connsiteY296" fmla="*/ 287731 h 618704"/>
                <a:gd name="connsiteX297" fmla="*/ 2892919 w 2912392"/>
                <a:gd name="connsiteY297" fmla="*/ 292305 h 618704"/>
                <a:gd name="connsiteX298" fmla="*/ 2902663 w 2912392"/>
                <a:gd name="connsiteY298" fmla="*/ 296888 h 618704"/>
                <a:gd name="connsiteX299" fmla="*/ 2912392 w 2912392"/>
                <a:gd name="connsiteY299" fmla="*/ 301475 h 618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18704">
                  <a:moveTo>
                    <a:pt x="0" y="587357"/>
                  </a:moveTo>
                  <a:lnTo>
                    <a:pt x="9739" y="590457"/>
                  </a:lnTo>
                  <a:lnTo>
                    <a:pt x="19480" y="593406"/>
                  </a:lnTo>
                  <a:lnTo>
                    <a:pt x="29221" y="596196"/>
                  </a:lnTo>
                  <a:lnTo>
                    <a:pt x="38961" y="598830"/>
                  </a:lnTo>
                  <a:lnTo>
                    <a:pt x="48702" y="601305"/>
                  </a:lnTo>
                  <a:lnTo>
                    <a:pt x="58443" y="603619"/>
                  </a:lnTo>
                  <a:lnTo>
                    <a:pt x="68182" y="605770"/>
                  </a:lnTo>
                  <a:lnTo>
                    <a:pt x="77923" y="607758"/>
                  </a:lnTo>
                  <a:lnTo>
                    <a:pt x="87664" y="609580"/>
                  </a:lnTo>
                  <a:lnTo>
                    <a:pt x="97404" y="611238"/>
                  </a:lnTo>
                  <a:lnTo>
                    <a:pt x="107145" y="612730"/>
                  </a:lnTo>
                  <a:lnTo>
                    <a:pt x="116886" y="614054"/>
                  </a:lnTo>
                  <a:lnTo>
                    <a:pt x="126625" y="615213"/>
                  </a:lnTo>
                  <a:lnTo>
                    <a:pt x="136366" y="616206"/>
                  </a:lnTo>
                  <a:lnTo>
                    <a:pt x="146107" y="617031"/>
                  </a:lnTo>
                  <a:lnTo>
                    <a:pt x="155846" y="617692"/>
                  </a:lnTo>
                  <a:lnTo>
                    <a:pt x="165587" y="618190"/>
                  </a:lnTo>
                  <a:lnTo>
                    <a:pt x="175328" y="618522"/>
                  </a:lnTo>
                  <a:lnTo>
                    <a:pt x="185068" y="618694"/>
                  </a:lnTo>
                  <a:lnTo>
                    <a:pt x="194809" y="618704"/>
                  </a:lnTo>
                  <a:lnTo>
                    <a:pt x="204550" y="618555"/>
                  </a:lnTo>
                  <a:lnTo>
                    <a:pt x="214289" y="618248"/>
                  </a:lnTo>
                  <a:lnTo>
                    <a:pt x="224030" y="617786"/>
                  </a:lnTo>
                  <a:lnTo>
                    <a:pt x="233771" y="617172"/>
                  </a:lnTo>
                  <a:lnTo>
                    <a:pt x="243510" y="616407"/>
                  </a:lnTo>
                  <a:lnTo>
                    <a:pt x="253251" y="615492"/>
                  </a:lnTo>
                  <a:lnTo>
                    <a:pt x="262992" y="614433"/>
                  </a:lnTo>
                  <a:lnTo>
                    <a:pt x="272732" y="613230"/>
                  </a:lnTo>
                  <a:lnTo>
                    <a:pt x="282473" y="611889"/>
                  </a:lnTo>
                  <a:lnTo>
                    <a:pt x="292214" y="610411"/>
                  </a:lnTo>
                  <a:lnTo>
                    <a:pt x="301953" y="608799"/>
                  </a:lnTo>
                  <a:lnTo>
                    <a:pt x="311694" y="607058"/>
                  </a:lnTo>
                  <a:lnTo>
                    <a:pt x="321435" y="605189"/>
                  </a:lnTo>
                  <a:lnTo>
                    <a:pt x="331175" y="603199"/>
                  </a:lnTo>
                  <a:lnTo>
                    <a:pt x="340916" y="601089"/>
                  </a:lnTo>
                  <a:lnTo>
                    <a:pt x="350656" y="598865"/>
                  </a:lnTo>
                  <a:lnTo>
                    <a:pt x="360396" y="596528"/>
                  </a:lnTo>
                  <a:lnTo>
                    <a:pt x="370137" y="594083"/>
                  </a:lnTo>
                  <a:lnTo>
                    <a:pt x="379878" y="591534"/>
                  </a:lnTo>
                  <a:lnTo>
                    <a:pt x="389617" y="588887"/>
                  </a:lnTo>
                  <a:lnTo>
                    <a:pt x="399358" y="586142"/>
                  </a:lnTo>
                  <a:lnTo>
                    <a:pt x="409099" y="583306"/>
                  </a:lnTo>
                  <a:lnTo>
                    <a:pt x="418839" y="580382"/>
                  </a:lnTo>
                  <a:lnTo>
                    <a:pt x="428580" y="577373"/>
                  </a:lnTo>
                  <a:lnTo>
                    <a:pt x="438321" y="574284"/>
                  </a:lnTo>
                  <a:lnTo>
                    <a:pt x="448060" y="571118"/>
                  </a:lnTo>
                  <a:lnTo>
                    <a:pt x="457801" y="567881"/>
                  </a:lnTo>
                  <a:lnTo>
                    <a:pt x="467542" y="564573"/>
                  </a:lnTo>
                  <a:lnTo>
                    <a:pt x="477281" y="561201"/>
                  </a:lnTo>
                  <a:lnTo>
                    <a:pt x="487022" y="557767"/>
                  </a:lnTo>
                  <a:lnTo>
                    <a:pt x="496763" y="554275"/>
                  </a:lnTo>
                  <a:lnTo>
                    <a:pt x="506503" y="550727"/>
                  </a:lnTo>
                  <a:lnTo>
                    <a:pt x="516244" y="547129"/>
                  </a:lnTo>
                  <a:lnTo>
                    <a:pt x="525985" y="543484"/>
                  </a:lnTo>
                  <a:lnTo>
                    <a:pt x="535724" y="539792"/>
                  </a:lnTo>
                  <a:lnTo>
                    <a:pt x="545465" y="536058"/>
                  </a:lnTo>
                  <a:lnTo>
                    <a:pt x="555206" y="532286"/>
                  </a:lnTo>
                  <a:lnTo>
                    <a:pt x="564946" y="528476"/>
                  </a:lnTo>
                  <a:lnTo>
                    <a:pt x="574687" y="524633"/>
                  </a:lnTo>
                  <a:lnTo>
                    <a:pt x="584428" y="520758"/>
                  </a:lnTo>
                  <a:lnTo>
                    <a:pt x="594167" y="516856"/>
                  </a:lnTo>
                  <a:lnTo>
                    <a:pt x="603908" y="512926"/>
                  </a:lnTo>
                  <a:lnTo>
                    <a:pt x="613649" y="508970"/>
                  </a:lnTo>
                  <a:lnTo>
                    <a:pt x="623388" y="504994"/>
                  </a:lnTo>
                  <a:lnTo>
                    <a:pt x="633129" y="500995"/>
                  </a:lnTo>
                  <a:lnTo>
                    <a:pt x="642870" y="496978"/>
                  </a:lnTo>
                  <a:lnTo>
                    <a:pt x="652610" y="492942"/>
                  </a:lnTo>
                  <a:lnTo>
                    <a:pt x="662351" y="488889"/>
                  </a:lnTo>
                  <a:lnTo>
                    <a:pt x="672092" y="484822"/>
                  </a:lnTo>
                  <a:lnTo>
                    <a:pt x="681831" y="480741"/>
                  </a:lnTo>
                  <a:lnTo>
                    <a:pt x="691572" y="476647"/>
                  </a:lnTo>
                  <a:lnTo>
                    <a:pt x="701313" y="472539"/>
                  </a:lnTo>
                  <a:lnTo>
                    <a:pt x="711052" y="468420"/>
                  </a:lnTo>
                  <a:lnTo>
                    <a:pt x="720793" y="464290"/>
                  </a:lnTo>
                  <a:lnTo>
                    <a:pt x="730534" y="460149"/>
                  </a:lnTo>
                  <a:lnTo>
                    <a:pt x="740274" y="455997"/>
                  </a:lnTo>
                  <a:lnTo>
                    <a:pt x="750015" y="451835"/>
                  </a:lnTo>
                  <a:lnTo>
                    <a:pt x="759756" y="447662"/>
                  </a:lnTo>
                  <a:lnTo>
                    <a:pt x="769495" y="443480"/>
                  </a:lnTo>
                  <a:lnTo>
                    <a:pt x="779236" y="439286"/>
                  </a:lnTo>
                  <a:lnTo>
                    <a:pt x="788977" y="435080"/>
                  </a:lnTo>
                  <a:lnTo>
                    <a:pt x="798717" y="430864"/>
                  </a:lnTo>
                  <a:lnTo>
                    <a:pt x="808458" y="426635"/>
                  </a:lnTo>
                  <a:lnTo>
                    <a:pt x="818199" y="422394"/>
                  </a:lnTo>
                  <a:lnTo>
                    <a:pt x="827938" y="418138"/>
                  </a:lnTo>
                  <a:lnTo>
                    <a:pt x="837679" y="413868"/>
                  </a:lnTo>
                  <a:lnTo>
                    <a:pt x="847420" y="409583"/>
                  </a:lnTo>
                  <a:lnTo>
                    <a:pt x="857159" y="405282"/>
                  </a:lnTo>
                  <a:lnTo>
                    <a:pt x="866900" y="400963"/>
                  </a:lnTo>
                  <a:lnTo>
                    <a:pt x="876641" y="396626"/>
                  </a:lnTo>
                  <a:lnTo>
                    <a:pt x="886381" y="392268"/>
                  </a:lnTo>
                  <a:lnTo>
                    <a:pt x="896122" y="387889"/>
                  </a:lnTo>
                  <a:lnTo>
                    <a:pt x="905863" y="383488"/>
                  </a:lnTo>
                  <a:lnTo>
                    <a:pt x="915602" y="379063"/>
                  </a:lnTo>
                  <a:lnTo>
                    <a:pt x="925343" y="374613"/>
                  </a:lnTo>
                  <a:lnTo>
                    <a:pt x="935084" y="370135"/>
                  </a:lnTo>
                  <a:lnTo>
                    <a:pt x="944824" y="365630"/>
                  </a:lnTo>
                  <a:lnTo>
                    <a:pt x="954564" y="361095"/>
                  </a:lnTo>
                  <a:lnTo>
                    <a:pt x="964305" y="356528"/>
                  </a:lnTo>
                  <a:lnTo>
                    <a:pt x="974045" y="351929"/>
                  </a:lnTo>
                  <a:lnTo>
                    <a:pt x="983786" y="347294"/>
                  </a:lnTo>
                  <a:lnTo>
                    <a:pt x="993522" y="342624"/>
                  </a:lnTo>
                  <a:lnTo>
                    <a:pt x="1003266" y="337916"/>
                  </a:lnTo>
                  <a:lnTo>
                    <a:pt x="1013010" y="333171"/>
                  </a:lnTo>
                  <a:lnTo>
                    <a:pt x="1022754" y="328384"/>
                  </a:lnTo>
                  <a:lnTo>
                    <a:pt x="1032483" y="323557"/>
                  </a:lnTo>
                  <a:lnTo>
                    <a:pt x="1042227" y="318685"/>
                  </a:lnTo>
                  <a:lnTo>
                    <a:pt x="1051971" y="313771"/>
                  </a:lnTo>
                  <a:lnTo>
                    <a:pt x="1061715" y="308811"/>
                  </a:lnTo>
                  <a:lnTo>
                    <a:pt x="1071444" y="303805"/>
                  </a:lnTo>
                  <a:lnTo>
                    <a:pt x="1081188" y="298753"/>
                  </a:lnTo>
                  <a:lnTo>
                    <a:pt x="1090932" y="293653"/>
                  </a:lnTo>
                  <a:lnTo>
                    <a:pt x="1100676" y="288505"/>
                  </a:lnTo>
                  <a:lnTo>
                    <a:pt x="1110405" y="283310"/>
                  </a:lnTo>
                  <a:lnTo>
                    <a:pt x="1120149" y="278064"/>
                  </a:lnTo>
                  <a:lnTo>
                    <a:pt x="1129893" y="272771"/>
                  </a:lnTo>
                  <a:lnTo>
                    <a:pt x="1139637" y="267429"/>
                  </a:lnTo>
                  <a:lnTo>
                    <a:pt x="1149381" y="262039"/>
                  </a:lnTo>
                  <a:lnTo>
                    <a:pt x="1159110" y="256601"/>
                  </a:lnTo>
                  <a:lnTo>
                    <a:pt x="1168854" y="251116"/>
                  </a:lnTo>
                  <a:lnTo>
                    <a:pt x="1178598" y="245586"/>
                  </a:lnTo>
                  <a:lnTo>
                    <a:pt x="1188341" y="240011"/>
                  </a:lnTo>
                  <a:lnTo>
                    <a:pt x="1198070" y="234392"/>
                  </a:lnTo>
                  <a:lnTo>
                    <a:pt x="1207814" y="228734"/>
                  </a:lnTo>
                  <a:lnTo>
                    <a:pt x="1217558" y="223035"/>
                  </a:lnTo>
                  <a:lnTo>
                    <a:pt x="1227302" y="217300"/>
                  </a:lnTo>
                  <a:lnTo>
                    <a:pt x="1237031" y="211531"/>
                  </a:lnTo>
                  <a:lnTo>
                    <a:pt x="1246775" y="205731"/>
                  </a:lnTo>
                  <a:lnTo>
                    <a:pt x="1256519" y="199903"/>
                  </a:lnTo>
                  <a:lnTo>
                    <a:pt x="1266263" y="194050"/>
                  </a:lnTo>
                  <a:lnTo>
                    <a:pt x="1276007" y="188177"/>
                  </a:lnTo>
                  <a:lnTo>
                    <a:pt x="1285736" y="182289"/>
                  </a:lnTo>
                  <a:lnTo>
                    <a:pt x="1295480" y="176388"/>
                  </a:lnTo>
                  <a:lnTo>
                    <a:pt x="1305224" y="170479"/>
                  </a:lnTo>
                  <a:lnTo>
                    <a:pt x="1314968" y="164568"/>
                  </a:lnTo>
                  <a:lnTo>
                    <a:pt x="1324697" y="158659"/>
                  </a:lnTo>
                  <a:lnTo>
                    <a:pt x="1334441" y="152761"/>
                  </a:lnTo>
                  <a:lnTo>
                    <a:pt x="1344185" y="146876"/>
                  </a:lnTo>
                  <a:lnTo>
                    <a:pt x="1353929" y="141011"/>
                  </a:lnTo>
                  <a:lnTo>
                    <a:pt x="1363658" y="135174"/>
                  </a:lnTo>
                  <a:lnTo>
                    <a:pt x="1373402" y="129369"/>
                  </a:lnTo>
                  <a:lnTo>
                    <a:pt x="1383146" y="123603"/>
                  </a:lnTo>
                  <a:lnTo>
                    <a:pt x="1392890" y="117885"/>
                  </a:lnTo>
                  <a:lnTo>
                    <a:pt x="1402619" y="112222"/>
                  </a:lnTo>
                  <a:lnTo>
                    <a:pt x="1412363" y="106619"/>
                  </a:lnTo>
                  <a:lnTo>
                    <a:pt x="1422106" y="101084"/>
                  </a:lnTo>
                  <a:lnTo>
                    <a:pt x="1431850" y="95625"/>
                  </a:lnTo>
                  <a:lnTo>
                    <a:pt x="1441594" y="90248"/>
                  </a:lnTo>
                  <a:lnTo>
                    <a:pt x="1451323" y="84963"/>
                  </a:lnTo>
                  <a:lnTo>
                    <a:pt x="1461067" y="79777"/>
                  </a:lnTo>
                  <a:lnTo>
                    <a:pt x="1470811" y="74695"/>
                  </a:lnTo>
                  <a:lnTo>
                    <a:pt x="1480555" y="69727"/>
                  </a:lnTo>
                  <a:lnTo>
                    <a:pt x="1490284" y="64881"/>
                  </a:lnTo>
                  <a:lnTo>
                    <a:pt x="1500028" y="60162"/>
                  </a:lnTo>
                  <a:lnTo>
                    <a:pt x="1509772" y="55579"/>
                  </a:lnTo>
                  <a:lnTo>
                    <a:pt x="1519516" y="51138"/>
                  </a:lnTo>
                  <a:lnTo>
                    <a:pt x="1529245" y="46847"/>
                  </a:lnTo>
                  <a:lnTo>
                    <a:pt x="1538989" y="42712"/>
                  </a:lnTo>
                  <a:lnTo>
                    <a:pt x="1548733" y="38739"/>
                  </a:lnTo>
                  <a:lnTo>
                    <a:pt x="1558477" y="34935"/>
                  </a:lnTo>
                  <a:lnTo>
                    <a:pt x="1568221" y="31306"/>
                  </a:lnTo>
                  <a:lnTo>
                    <a:pt x="1577950" y="27857"/>
                  </a:lnTo>
                  <a:lnTo>
                    <a:pt x="1587694" y="24592"/>
                  </a:lnTo>
                  <a:lnTo>
                    <a:pt x="1597438" y="21517"/>
                  </a:lnTo>
                  <a:lnTo>
                    <a:pt x="1607182" y="18637"/>
                  </a:lnTo>
                  <a:lnTo>
                    <a:pt x="1616911" y="15955"/>
                  </a:lnTo>
                  <a:lnTo>
                    <a:pt x="1626655" y="13475"/>
                  </a:lnTo>
                  <a:lnTo>
                    <a:pt x="1636399" y="11200"/>
                  </a:lnTo>
                  <a:lnTo>
                    <a:pt x="1646142" y="9132"/>
                  </a:lnTo>
                  <a:lnTo>
                    <a:pt x="1655872" y="7272"/>
                  </a:lnTo>
                  <a:lnTo>
                    <a:pt x="1665616" y="5624"/>
                  </a:lnTo>
                  <a:lnTo>
                    <a:pt x="1675359" y="4188"/>
                  </a:lnTo>
                  <a:lnTo>
                    <a:pt x="1685103" y="2965"/>
                  </a:lnTo>
                  <a:lnTo>
                    <a:pt x="1694832" y="1952"/>
                  </a:lnTo>
                  <a:lnTo>
                    <a:pt x="1704576" y="1150"/>
                  </a:lnTo>
                  <a:lnTo>
                    <a:pt x="1714320" y="560"/>
                  </a:lnTo>
                  <a:lnTo>
                    <a:pt x="1724064" y="177"/>
                  </a:lnTo>
                  <a:lnTo>
                    <a:pt x="1733808" y="0"/>
                  </a:lnTo>
                  <a:lnTo>
                    <a:pt x="1743537" y="27"/>
                  </a:lnTo>
                  <a:lnTo>
                    <a:pt x="1753281" y="252"/>
                  </a:lnTo>
                  <a:lnTo>
                    <a:pt x="1763025" y="673"/>
                  </a:lnTo>
                  <a:lnTo>
                    <a:pt x="1772769" y="1286"/>
                  </a:lnTo>
                  <a:lnTo>
                    <a:pt x="1782498" y="2084"/>
                  </a:lnTo>
                  <a:lnTo>
                    <a:pt x="1792242" y="3063"/>
                  </a:lnTo>
                  <a:lnTo>
                    <a:pt x="1801986" y="4218"/>
                  </a:lnTo>
                  <a:lnTo>
                    <a:pt x="1811730" y="5541"/>
                  </a:lnTo>
                  <a:lnTo>
                    <a:pt x="1821459" y="7025"/>
                  </a:lnTo>
                  <a:lnTo>
                    <a:pt x="1831203" y="8664"/>
                  </a:lnTo>
                  <a:lnTo>
                    <a:pt x="1840947" y="10450"/>
                  </a:lnTo>
                  <a:lnTo>
                    <a:pt x="1850691" y="12375"/>
                  </a:lnTo>
                  <a:lnTo>
                    <a:pt x="1860435" y="14433"/>
                  </a:lnTo>
                  <a:lnTo>
                    <a:pt x="1870164" y="16612"/>
                  </a:lnTo>
                  <a:lnTo>
                    <a:pt x="1879908" y="18907"/>
                  </a:lnTo>
                  <a:lnTo>
                    <a:pt x="1889652" y="21307"/>
                  </a:lnTo>
                  <a:lnTo>
                    <a:pt x="1899395" y="23803"/>
                  </a:lnTo>
                  <a:lnTo>
                    <a:pt x="1909124" y="26388"/>
                  </a:lnTo>
                  <a:lnTo>
                    <a:pt x="1918868" y="29052"/>
                  </a:lnTo>
                  <a:lnTo>
                    <a:pt x="1928612" y="31784"/>
                  </a:lnTo>
                  <a:lnTo>
                    <a:pt x="1938356" y="34578"/>
                  </a:lnTo>
                  <a:lnTo>
                    <a:pt x="1948085" y="37423"/>
                  </a:lnTo>
                  <a:lnTo>
                    <a:pt x="1957829" y="40311"/>
                  </a:lnTo>
                  <a:lnTo>
                    <a:pt x="1967573" y="43232"/>
                  </a:lnTo>
                  <a:lnTo>
                    <a:pt x="1977317" y="46179"/>
                  </a:lnTo>
                  <a:lnTo>
                    <a:pt x="1987046" y="49143"/>
                  </a:lnTo>
                  <a:lnTo>
                    <a:pt x="1996790" y="52115"/>
                  </a:lnTo>
                  <a:lnTo>
                    <a:pt x="2006534" y="55087"/>
                  </a:lnTo>
                  <a:lnTo>
                    <a:pt x="2016278" y="58052"/>
                  </a:lnTo>
                  <a:lnTo>
                    <a:pt x="2026022" y="61004"/>
                  </a:lnTo>
                  <a:lnTo>
                    <a:pt x="2035751" y="63933"/>
                  </a:lnTo>
                  <a:lnTo>
                    <a:pt x="2045495" y="66834"/>
                  </a:lnTo>
                  <a:lnTo>
                    <a:pt x="2055239" y="69700"/>
                  </a:lnTo>
                  <a:lnTo>
                    <a:pt x="2064983" y="72528"/>
                  </a:lnTo>
                  <a:lnTo>
                    <a:pt x="2074712" y="75308"/>
                  </a:lnTo>
                  <a:lnTo>
                    <a:pt x="2084456" y="78039"/>
                  </a:lnTo>
                  <a:lnTo>
                    <a:pt x="2094200" y="80715"/>
                  </a:lnTo>
                  <a:lnTo>
                    <a:pt x="2103944" y="83333"/>
                  </a:lnTo>
                  <a:lnTo>
                    <a:pt x="2113673" y="85888"/>
                  </a:lnTo>
                  <a:lnTo>
                    <a:pt x="2123417" y="88379"/>
                  </a:lnTo>
                  <a:lnTo>
                    <a:pt x="2133161" y="90803"/>
                  </a:lnTo>
                  <a:lnTo>
                    <a:pt x="2142905" y="93157"/>
                  </a:lnTo>
                  <a:lnTo>
                    <a:pt x="2152649" y="95440"/>
                  </a:lnTo>
                  <a:lnTo>
                    <a:pt x="2162377" y="97652"/>
                  </a:lnTo>
                  <a:lnTo>
                    <a:pt x="2172121" y="99793"/>
                  </a:lnTo>
                  <a:lnTo>
                    <a:pt x="2181865" y="101863"/>
                  </a:lnTo>
                  <a:lnTo>
                    <a:pt x="2191609" y="103861"/>
                  </a:lnTo>
                  <a:lnTo>
                    <a:pt x="2201338" y="105790"/>
                  </a:lnTo>
                  <a:lnTo>
                    <a:pt x="2211082" y="107651"/>
                  </a:lnTo>
                  <a:lnTo>
                    <a:pt x="2220826" y="109446"/>
                  </a:lnTo>
                  <a:lnTo>
                    <a:pt x="2230570" y="111178"/>
                  </a:lnTo>
                  <a:lnTo>
                    <a:pt x="2240299" y="112848"/>
                  </a:lnTo>
                  <a:lnTo>
                    <a:pt x="2250043" y="114461"/>
                  </a:lnTo>
                  <a:lnTo>
                    <a:pt x="2259787" y="116021"/>
                  </a:lnTo>
                  <a:lnTo>
                    <a:pt x="2269531" y="117532"/>
                  </a:lnTo>
                  <a:lnTo>
                    <a:pt x="2279260" y="118997"/>
                  </a:lnTo>
                  <a:lnTo>
                    <a:pt x="2289004" y="120420"/>
                  </a:lnTo>
                  <a:lnTo>
                    <a:pt x="2298748" y="121807"/>
                  </a:lnTo>
                  <a:lnTo>
                    <a:pt x="2308492" y="123164"/>
                  </a:lnTo>
                  <a:lnTo>
                    <a:pt x="2318236" y="124493"/>
                  </a:lnTo>
                  <a:lnTo>
                    <a:pt x="2327965" y="125804"/>
                  </a:lnTo>
                  <a:lnTo>
                    <a:pt x="2337709" y="127099"/>
                  </a:lnTo>
                  <a:lnTo>
                    <a:pt x="2347453" y="128383"/>
                  </a:lnTo>
                  <a:lnTo>
                    <a:pt x="2357197" y="129666"/>
                  </a:lnTo>
                  <a:lnTo>
                    <a:pt x="2366926" y="130949"/>
                  </a:lnTo>
                  <a:lnTo>
                    <a:pt x="2376670" y="132240"/>
                  </a:lnTo>
                  <a:lnTo>
                    <a:pt x="2386413" y="133546"/>
                  </a:lnTo>
                  <a:lnTo>
                    <a:pt x="2396157" y="134869"/>
                  </a:lnTo>
                  <a:lnTo>
                    <a:pt x="2405886" y="136217"/>
                  </a:lnTo>
                  <a:lnTo>
                    <a:pt x="2415630" y="137597"/>
                  </a:lnTo>
                  <a:lnTo>
                    <a:pt x="2425374" y="139010"/>
                  </a:lnTo>
                  <a:lnTo>
                    <a:pt x="2435118" y="140465"/>
                  </a:lnTo>
                  <a:lnTo>
                    <a:pt x="2444862" y="141966"/>
                  </a:lnTo>
                  <a:lnTo>
                    <a:pt x="2454591" y="143517"/>
                  </a:lnTo>
                  <a:lnTo>
                    <a:pt x="2464335" y="145125"/>
                  </a:lnTo>
                  <a:lnTo>
                    <a:pt x="2474079" y="146792"/>
                  </a:lnTo>
                  <a:lnTo>
                    <a:pt x="2483823" y="148523"/>
                  </a:lnTo>
                  <a:lnTo>
                    <a:pt x="2493552" y="150322"/>
                  </a:lnTo>
                  <a:lnTo>
                    <a:pt x="2503296" y="152193"/>
                  </a:lnTo>
                  <a:lnTo>
                    <a:pt x="2513040" y="154137"/>
                  </a:lnTo>
                  <a:lnTo>
                    <a:pt x="2522784" y="156162"/>
                  </a:lnTo>
                  <a:lnTo>
                    <a:pt x="2532513" y="158266"/>
                  </a:lnTo>
                  <a:lnTo>
                    <a:pt x="2542257" y="160455"/>
                  </a:lnTo>
                  <a:lnTo>
                    <a:pt x="2552001" y="162728"/>
                  </a:lnTo>
                  <a:lnTo>
                    <a:pt x="2561745" y="165088"/>
                  </a:lnTo>
                  <a:lnTo>
                    <a:pt x="2571474" y="167538"/>
                  </a:lnTo>
                  <a:lnTo>
                    <a:pt x="2581218" y="170078"/>
                  </a:lnTo>
                  <a:lnTo>
                    <a:pt x="2590962" y="172709"/>
                  </a:lnTo>
                  <a:lnTo>
                    <a:pt x="2600705" y="175431"/>
                  </a:lnTo>
                  <a:lnTo>
                    <a:pt x="2610449" y="178245"/>
                  </a:lnTo>
                  <a:lnTo>
                    <a:pt x="2620178" y="181152"/>
                  </a:lnTo>
                  <a:lnTo>
                    <a:pt x="2629922" y="184150"/>
                  </a:lnTo>
                  <a:lnTo>
                    <a:pt x="2639666" y="187239"/>
                  </a:lnTo>
                  <a:lnTo>
                    <a:pt x="2649410" y="190418"/>
                  </a:lnTo>
                  <a:lnTo>
                    <a:pt x="2659139" y="193685"/>
                  </a:lnTo>
                  <a:lnTo>
                    <a:pt x="2668883" y="197042"/>
                  </a:lnTo>
                  <a:lnTo>
                    <a:pt x="2678627" y="200482"/>
                  </a:lnTo>
                  <a:lnTo>
                    <a:pt x="2688371" y="204009"/>
                  </a:lnTo>
                  <a:lnTo>
                    <a:pt x="2698100" y="207616"/>
                  </a:lnTo>
                  <a:lnTo>
                    <a:pt x="2707844" y="211303"/>
                  </a:lnTo>
                  <a:lnTo>
                    <a:pt x="2717588" y="215067"/>
                  </a:lnTo>
                  <a:lnTo>
                    <a:pt x="2727332" y="218906"/>
                  </a:lnTo>
                  <a:lnTo>
                    <a:pt x="2737076" y="222816"/>
                  </a:lnTo>
                  <a:lnTo>
                    <a:pt x="2746805" y="226794"/>
                  </a:lnTo>
                  <a:lnTo>
                    <a:pt x="2756549" y="230839"/>
                  </a:lnTo>
                  <a:lnTo>
                    <a:pt x="2766293" y="234945"/>
                  </a:lnTo>
                  <a:lnTo>
                    <a:pt x="2776037" y="239109"/>
                  </a:lnTo>
                  <a:lnTo>
                    <a:pt x="2785766" y="243329"/>
                  </a:lnTo>
                  <a:lnTo>
                    <a:pt x="2795510" y="247600"/>
                  </a:lnTo>
                  <a:lnTo>
                    <a:pt x="2805254" y="251919"/>
                  </a:lnTo>
                  <a:lnTo>
                    <a:pt x="2814998" y="256283"/>
                  </a:lnTo>
                  <a:lnTo>
                    <a:pt x="2824727" y="260686"/>
                  </a:lnTo>
                  <a:lnTo>
                    <a:pt x="2834471" y="265126"/>
                  </a:lnTo>
                  <a:lnTo>
                    <a:pt x="2844215" y="269599"/>
                  </a:lnTo>
                  <a:lnTo>
                    <a:pt x="2853958" y="274098"/>
                  </a:lnTo>
                  <a:lnTo>
                    <a:pt x="2863687" y="278623"/>
                  </a:lnTo>
                  <a:lnTo>
                    <a:pt x="2873431" y="283169"/>
                  </a:lnTo>
                  <a:lnTo>
                    <a:pt x="2883175" y="287731"/>
                  </a:lnTo>
                  <a:lnTo>
                    <a:pt x="2892919" y="292305"/>
                  </a:lnTo>
                  <a:lnTo>
                    <a:pt x="2902663" y="296888"/>
                  </a:lnTo>
                  <a:lnTo>
                    <a:pt x="2912392" y="30147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1" name="Freeform 620">
              <a:extLst>
                <a:ext uri="{FF2B5EF4-FFF2-40B4-BE49-F238E27FC236}">
                  <a16:creationId xmlns:a16="http://schemas.microsoft.com/office/drawing/2014/main" id="{E533EB34-8E2A-DB63-6CFB-64561A680B51}"/>
                </a:ext>
              </a:extLst>
            </p:cNvPr>
            <p:cNvSpPr/>
            <p:nvPr/>
          </p:nvSpPr>
          <p:spPr>
            <a:xfrm>
              <a:off x="576446" y="3245200"/>
              <a:ext cx="2912392" cy="843908"/>
            </a:xfrm>
            <a:custGeom>
              <a:avLst/>
              <a:gdLst>
                <a:gd name="connsiteX0" fmla="*/ 0 w 2912392"/>
                <a:gd name="connsiteY0" fmla="*/ 520402 h 843908"/>
                <a:gd name="connsiteX1" fmla="*/ 9739 w 2912392"/>
                <a:gd name="connsiteY1" fmla="*/ 515071 h 843908"/>
                <a:gd name="connsiteX2" fmla="*/ 19480 w 2912392"/>
                <a:gd name="connsiteY2" fmla="*/ 509851 h 843908"/>
                <a:gd name="connsiteX3" fmla="*/ 29221 w 2912392"/>
                <a:gd name="connsiteY3" fmla="*/ 504745 h 843908"/>
                <a:gd name="connsiteX4" fmla="*/ 38961 w 2912392"/>
                <a:gd name="connsiteY4" fmla="*/ 499759 h 843908"/>
                <a:gd name="connsiteX5" fmla="*/ 48702 w 2912392"/>
                <a:gd name="connsiteY5" fmla="*/ 494898 h 843908"/>
                <a:gd name="connsiteX6" fmla="*/ 58443 w 2912392"/>
                <a:gd name="connsiteY6" fmla="*/ 490168 h 843908"/>
                <a:gd name="connsiteX7" fmla="*/ 68182 w 2912392"/>
                <a:gd name="connsiteY7" fmla="*/ 485573 h 843908"/>
                <a:gd name="connsiteX8" fmla="*/ 77923 w 2912392"/>
                <a:gd name="connsiteY8" fmla="*/ 481116 h 843908"/>
                <a:gd name="connsiteX9" fmla="*/ 87664 w 2912392"/>
                <a:gd name="connsiteY9" fmla="*/ 476805 h 843908"/>
                <a:gd name="connsiteX10" fmla="*/ 97404 w 2912392"/>
                <a:gd name="connsiteY10" fmla="*/ 472640 h 843908"/>
                <a:gd name="connsiteX11" fmla="*/ 107145 w 2912392"/>
                <a:gd name="connsiteY11" fmla="*/ 468628 h 843908"/>
                <a:gd name="connsiteX12" fmla="*/ 116886 w 2912392"/>
                <a:gd name="connsiteY12" fmla="*/ 464771 h 843908"/>
                <a:gd name="connsiteX13" fmla="*/ 126625 w 2912392"/>
                <a:gd name="connsiteY13" fmla="*/ 461071 h 843908"/>
                <a:gd name="connsiteX14" fmla="*/ 136366 w 2912392"/>
                <a:gd name="connsiteY14" fmla="*/ 457533 h 843908"/>
                <a:gd name="connsiteX15" fmla="*/ 146107 w 2912392"/>
                <a:gd name="connsiteY15" fmla="*/ 454157 h 843908"/>
                <a:gd name="connsiteX16" fmla="*/ 155846 w 2912392"/>
                <a:gd name="connsiteY16" fmla="*/ 450946 h 843908"/>
                <a:gd name="connsiteX17" fmla="*/ 165587 w 2912392"/>
                <a:gd name="connsiteY17" fmla="*/ 447901 h 843908"/>
                <a:gd name="connsiteX18" fmla="*/ 175328 w 2912392"/>
                <a:gd name="connsiteY18" fmla="*/ 445024 h 843908"/>
                <a:gd name="connsiteX19" fmla="*/ 185068 w 2912392"/>
                <a:gd name="connsiteY19" fmla="*/ 442316 h 843908"/>
                <a:gd name="connsiteX20" fmla="*/ 194809 w 2912392"/>
                <a:gd name="connsiteY20" fmla="*/ 439776 h 843908"/>
                <a:gd name="connsiteX21" fmla="*/ 204550 w 2912392"/>
                <a:gd name="connsiteY21" fmla="*/ 437406 h 843908"/>
                <a:gd name="connsiteX22" fmla="*/ 214289 w 2912392"/>
                <a:gd name="connsiteY22" fmla="*/ 435205 h 843908"/>
                <a:gd name="connsiteX23" fmla="*/ 224030 w 2912392"/>
                <a:gd name="connsiteY23" fmla="*/ 433171 h 843908"/>
                <a:gd name="connsiteX24" fmla="*/ 233771 w 2912392"/>
                <a:gd name="connsiteY24" fmla="*/ 431305 h 843908"/>
                <a:gd name="connsiteX25" fmla="*/ 243510 w 2912392"/>
                <a:gd name="connsiteY25" fmla="*/ 429605 h 843908"/>
                <a:gd name="connsiteX26" fmla="*/ 253251 w 2912392"/>
                <a:gd name="connsiteY26" fmla="*/ 428067 h 843908"/>
                <a:gd name="connsiteX27" fmla="*/ 262992 w 2912392"/>
                <a:gd name="connsiteY27" fmla="*/ 426690 h 843908"/>
                <a:gd name="connsiteX28" fmla="*/ 272732 w 2912392"/>
                <a:gd name="connsiteY28" fmla="*/ 425475 h 843908"/>
                <a:gd name="connsiteX29" fmla="*/ 282473 w 2912392"/>
                <a:gd name="connsiteY29" fmla="*/ 424414 h 843908"/>
                <a:gd name="connsiteX30" fmla="*/ 292214 w 2912392"/>
                <a:gd name="connsiteY30" fmla="*/ 423507 h 843908"/>
                <a:gd name="connsiteX31" fmla="*/ 301953 w 2912392"/>
                <a:gd name="connsiteY31" fmla="*/ 422748 h 843908"/>
                <a:gd name="connsiteX32" fmla="*/ 311694 w 2912392"/>
                <a:gd name="connsiteY32" fmla="*/ 422136 h 843908"/>
                <a:gd name="connsiteX33" fmla="*/ 321435 w 2912392"/>
                <a:gd name="connsiteY33" fmla="*/ 421665 h 843908"/>
                <a:gd name="connsiteX34" fmla="*/ 331175 w 2912392"/>
                <a:gd name="connsiteY34" fmla="*/ 421331 h 843908"/>
                <a:gd name="connsiteX35" fmla="*/ 340916 w 2912392"/>
                <a:gd name="connsiteY35" fmla="*/ 421132 h 843908"/>
                <a:gd name="connsiteX36" fmla="*/ 350656 w 2912392"/>
                <a:gd name="connsiteY36" fmla="*/ 421060 h 843908"/>
                <a:gd name="connsiteX37" fmla="*/ 360396 w 2912392"/>
                <a:gd name="connsiteY37" fmla="*/ 421111 h 843908"/>
                <a:gd name="connsiteX38" fmla="*/ 370137 w 2912392"/>
                <a:gd name="connsiteY38" fmla="*/ 421281 h 843908"/>
                <a:gd name="connsiteX39" fmla="*/ 379878 w 2912392"/>
                <a:gd name="connsiteY39" fmla="*/ 421562 h 843908"/>
                <a:gd name="connsiteX40" fmla="*/ 389617 w 2912392"/>
                <a:gd name="connsiteY40" fmla="*/ 421953 h 843908"/>
                <a:gd name="connsiteX41" fmla="*/ 399358 w 2912392"/>
                <a:gd name="connsiteY41" fmla="*/ 422446 h 843908"/>
                <a:gd name="connsiteX42" fmla="*/ 409099 w 2912392"/>
                <a:gd name="connsiteY42" fmla="*/ 423034 h 843908"/>
                <a:gd name="connsiteX43" fmla="*/ 418839 w 2912392"/>
                <a:gd name="connsiteY43" fmla="*/ 423715 h 843908"/>
                <a:gd name="connsiteX44" fmla="*/ 428580 w 2912392"/>
                <a:gd name="connsiteY44" fmla="*/ 424481 h 843908"/>
                <a:gd name="connsiteX45" fmla="*/ 438321 w 2912392"/>
                <a:gd name="connsiteY45" fmla="*/ 425326 h 843908"/>
                <a:gd name="connsiteX46" fmla="*/ 448060 w 2912392"/>
                <a:gd name="connsiteY46" fmla="*/ 426246 h 843908"/>
                <a:gd name="connsiteX47" fmla="*/ 457801 w 2912392"/>
                <a:gd name="connsiteY47" fmla="*/ 427236 h 843908"/>
                <a:gd name="connsiteX48" fmla="*/ 467542 w 2912392"/>
                <a:gd name="connsiteY48" fmla="*/ 428288 h 843908"/>
                <a:gd name="connsiteX49" fmla="*/ 477281 w 2912392"/>
                <a:gd name="connsiteY49" fmla="*/ 429398 h 843908"/>
                <a:gd name="connsiteX50" fmla="*/ 487022 w 2912392"/>
                <a:gd name="connsiteY50" fmla="*/ 430561 h 843908"/>
                <a:gd name="connsiteX51" fmla="*/ 496763 w 2912392"/>
                <a:gd name="connsiteY51" fmla="*/ 431773 h 843908"/>
                <a:gd name="connsiteX52" fmla="*/ 506503 w 2912392"/>
                <a:gd name="connsiteY52" fmla="*/ 433027 h 843908"/>
                <a:gd name="connsiteX53" fmla="*/ 516244 w 2912392"/>
                <a:gd name="connsiteY53" fmla="*/ 434319 h 843908"/>
                <a:gd name="connsiteX54" fmla="*/ 525985 w 2912392"/>
                <a:gd name="connsiteY54" fmla="*/ 435645 h 843908"/>
                <a:gd name="connsiteX55" fmla="*/ 535724 w 2912392"/>
                <a:gd name="connsiteY55" fmla="*/ 437001 h 843908"/>
                <a:gd name="connsiteX56" fmla="*/ 545465 w 2912392"/>
                <a:gd name="connsiteY56" fmla="*/ 438382 h 843908"/>
                <a:gd name="connsiteX57" fmla="*/ 555206 w 2912392"/>
                <a:gd name="connsiteY57" fmla="*/ 439784 h 843908"/>
                <a:gd name="connsiteX58" fmla="*/ 564946 w 2912392"/>
                <a:gd name="connsiteY58" fmla="*/ 441202 h 843908"/>
                <a:gd name="connsiteX59" fmla="*/ 574687 w 2912392"/>
                <a:gd name="connsiteY59" fmla="*/ 442637 h 843908"/>
                <a:gd name="connsiteX60" fmla="*/ 584428 w 2912392"/>
                <a:gd name="connsiteY60" fmla="*/ 444082 h 843908"/>
                <a:gd name="connsiteX61" fmla="*/ 594167 w 2912392"/>
                <a:gd name="connsiteY61" fmla="*/ 445536 h 843908"/>
                <a:gd name="connsiteX62" fmla="*/ 603908 w 2912392"/>
                <a:gd name="connsiteY62" fmla="*/ 446996 h 843908"/>
                <a:gd name="connsiteX63" fmla="*/ 613649 w 2912392"/>
                <a:gd name="connsiteY63" fmla="*/ 448461 h 843908"/>
                <a:gd name="connsiteX64" fmla="*/ 623388 w 2912392"/>
                <a:gd name="connsiteY64" fmla="*/ 449927 h 843908"/>
                <a:gd name="connsiteX65" fmla="*/ 633129 w 2912392"/>
                <a:gd name="connsiteY65" fmla="*/ 451394 h 843908"/>
                <a:gd name="connsiteX66" fmla="*/ 642870 w 2912392"/>
                <a:gd name="connsiteY66" fmla="*/ 452861 h 843908"/>
                <a:gd name="connsiteX67" fmla="*/ 652610 w 2912392"/>
                <a:gd name="connsiteY67" fmla="*/ 454325 h 843908"/>
                <a:gd name="connsiteX68" fmla="*/ 662351 w 2912392"/>
                <a:gd name="connsiteY68" fmla="*/ 455788 h 843908"/>
                <a:gd name="connsiteX69" fmla="*/ 672092 w 2912392"/>
                <a:gd name="connsiteY69" fmla="*/ 457248 h 843908"/>
                <a:gd name="connsiteX70" fmla="*/ 681831 w 2912392"/>
                <a:gd name="connsiteY70" fmla="*/ 458705 h 843908"/>
                <a:gd name="connsiteX71" fmla="*/ 691572 w 2912392"/>
                <a:gd name="connsiteY71" fmla="*/ 460160 h 843908"/>
                <a:gd name="connsiteX72" fmla="*/ 701313 w 2912392"/>
                <a:gd name="connsiteY72" fmla="*/ 461612 h 843908"/>
                <a:gd name="connsiteX73" fmla="*/ 711052 w 2912392"/>
                <a:gd name="connsiteY73" fmla="*/ 463065 h 843908"/>
                <a:gd name="connsiteX74" fmla="*/ 720793 w 2912392"/>
                <a:gd name="connsiteY74" fmla="*/ 464514 h 843908"/>
                <a:gd name="connsiteX75" fmla="*/ 730534 w 2912392"/>
                <a:gd name="connsiteY75" fmla="*/ 465967 h 843908"/>
                <a:gd name="connsiteX76" fmla="*/ 740274 w 2912392"/>
                <a:gd name="connsiteY76" fmla="*/ 467421 h 843908"/>
                <a:gd name="connsiteX77" fmla="*/ 750015 w 2912392"/>
                <a:gd name="connsiteY77" fmla="*/ 468880 h 843908"/>
                <a:gd name="connsiteX78" fmla="*/ 759756 w 2912392"/>
                <a:gd name="connsiteY78" fmla="*/ 470343 h 843908"/>
                <a:gd name="connsiteX79" fmla="*/ 769495 w 2912392"/>
                <a:gd name="connsiteY79" fmla="*/ 471815 h 843908"/>
                <a:gd name="connsiteX80" fmla="*/ 779236 w 2912392"/>
                <a:gd name="connsiteY80" fmla="*/ 473296 h 843908"/>
                <a:gd name="connsiteX81" fmla="*/ 788977 w 2912392"/>
                <a:gd name="connsiteY81" fmla="*/ 474789 h 843908"/>
                <a:gd name="connsiteX82" fmla="*/ 798717 w 2912392"/>
                <a:gd name="connsiteY82" fmla="*/ 476297 h 843908"/>
                <a:gd name="connsiteX83" fmla="*/ 808458 w 2912392"/>
                <a:gd name="connsiteY83" fmla="*/ 477821 h 843908"/>
                <a:gd name="connsiteX84" fmla="*/ 818199 w 2912392"/>
                <a:gd name="connsiteY84" fmla="*/ 479364 h 843908"/>
                <a:gd name="connsiteX85" fmla="*/ 827938 w 2912392"/>
                <a:gd name="connsiteY85" fmla="*/ 480929 h 843908"/>
                <a:gd name="connsiteX86" fmla="*/ 837679 w 2912392"/>
                <a:gd name="connsiteY86" fmla="*/ 482518 h 843908"/>
                <a:gd name="connsiteX87" fmla="*/ 847420 w 2912392"/>
                <a:gd name="connsiteY87" fmla="*/ 484135 h 843908"/>
                <a:gd name="connsiteX88" fmla="*/ 857159 w 2912392"/>
                <a:gd name="connsiteY88" fmla="*/ 485781 h 843908"/>
                <a:gd name="connsiteX89" fmla="*/ 866900 w 2912392"/>
                <a:gd name="connsiteY89" fmla="*/ 487459 h 843908"/>
                <a:gd name="connsiteX90" fmla="*/ 876641 w 2912392"/>
                <a:gd name="connsiteY90" fmla="*/ 489172 h 843908"/>
                <a:gd name="connsiteX91" fmla="*/ 886381 w 2912392"/>
                <a:gd name="connsiteY91" fmla="*/ 490921 h 843908"/>
                <a:gd name="connsiteX92" fmla="*/ 896122 w 2912392"/>
                <a:gd name="connsiteY92" fmla="*/ 492711 h 843908"/>
                <a:gd name="connsiteX93" fmla="*/ 905863 w 2912392"/>
                <a:gd name="connsiteY93" fmla="*/ 494540 h 843908"/>
                <a:gd name="connsiteX94" fmla="*/ 915602 w 2912392"/>
                <a:gd name="connsiteY94" fmla="*/ 496416 h 843908"/>
                <a:gd name="connsiteX95" fmla="*/ 925343 w 2912392"/>
                <a:gd name="connsiteY95" fmla="*/ 498337 h 843908"/>
                <a:gd name="connsiteX96" fmla="*/ 935084 w 2912392"/>
                <a:gd name="connsiteY96" fmla="*/ 500305 h 843908"/>
                <a:gd name="connsiteX97" fmla="*/ 944824 w 2912392"/>
                <a:gd name="connsiteY97" fmla="*/ 502322 h 843908"/>
                <a:gd name="connsiteX98" fmla="*/ 954564 w 2912392"/>
                <a:gd name="connsiteY98" fmla="*/ 504392 h 843908"/>
                <a:gd name="connsiteX99" fmla="*/ 964305 w 2912392"/>
                <a:gd name="connsiteY99" fmla="*/ 506513 h 843908"/>
                <a:gd name="connsiteX100" fmla="*/ 974045 w 2912392"/>
                <a:gd name="connsiteY100" fmla="*/ 508689 h 843908"/>
                <a:gd name="connsiteX101" fmla="*/ 983786 w 2912392"/>
                <a:gd name="connsiteY101" fmla="*/ 510920 h 843908"/>
                <a:gd name="connsiteX102" fmla="*/ 993522 w 2912392"/>
                <a:gd name="connsiteY102" fmla="*/ 513207 h 843908"/>
                <a:gd name="connsiteX103" fmla="*/ 1003266 w 2912392"/>
                <a:gd name="connsiteY103" fmla="*/ 515551 h 843908"/>
                <a:gd name="connsiteX104" fmla="*/ 1013010 w 2912392"/>
                <a:gd name="connsiteY104" fmla="*/ 517951 h 843908"/>
                <a:gd name="connsiteX105" fmla="*/ 1022754 w 2912392"/>
                <a:gd name="connsiteY105" fmla="*/ 520411 h 843908"/>
                <a:gd name="connsiteX106" fmla="*/ 1032483 w 2912392"/>
                <a:gd name="connsiteY106" fmla="*/ 522927 h 843908"/>
                <a:gd name="connsiteX107" fmla="*/ 1042227 w 2912392"/>
                <a:gd name="connsiteY107" fmla="*/ 525502 h 843908"/>
                <a:gd name="connsiteX108" fmla="*/ 1051971 w 2912392"/>
                <a:gd name="connsiteY108" fmla="*/ 528135 h 843908"/>
                <a:gd name="connsiteX109" fmla="*/ 1061715 w 2912392"/>
                <a:gd name="connsiteY109" fmla="*/ 530824 h 843908"/>
                <a:gd name="connsiteX110" fmla="*/ 1071444 w 2912392"/>
                <a:gd name="connsiteY110" fmla="*/ 533571 h 843908"/>
                <a:gd name="connsiteX111" fmla="*/ 1081188 w 2912392"/>
                <a:gd name="connsiteY111" fmla="*/ 536375 h 843908"/>
                <a:gd name="connsiteX112" fmla="*/ 1090932 w 2912392"/>
                <a:gd name="connsiteY112" fmla="*/ 539234 h 843908"/>
                <a:gd name="connsiteX113" fmla="*/ 1100676 w 2912392"/>
                <a:gd name="connsiteY113" fmla="*/ 542149 h 843908"/>
                <a:gd name="connsiteX114" fmla="*/ 1110405 w 2912392"/>
                <a:gd name="connsiteY114" fmla="*/ 545115 h 843908"/>
                <a:gd name="connsiteX115" fmla="*/ 1120149 w 2912392"/>
                <a:gd name="connsiteY115" fmla="*/ 548137 h 843908"/>
                <a:gd name="connsiteX116" fmla="*/ 1129893 w 2912392"/>
                <a:gd name="connsiteY116" fmla="*/ 551207 h 843908"/>
                <a:gd name="connsiteX117" fmla="*/ 1139637 w 2912392"/>
                <a:gd name="connsiteY117" fmla="*/ 554330 h 843908"/>
                <a:gd name="connsiteX118" fmla="*/ 1149381 w 2912392"/>
                <a:gd name="connsiteY118" fmla="*/ 557501 h 843908"/>
                <a:gd name="connsiteX119" fmla="*/ 1159110 w 2912392"/>
                <a:gd name="connsiteY119" fmla="*/ 560717 h 843908"/>
                <a:gd name="connsiteX120" fmla="*/ 1168854 w 2912392"/>
                <a:gd name="connsiteY120" fmla="*/ 563982 h 843908"/>
                <a:gd name="connsiteX121" fmla="*/ 1178598 w 2912392"/>
                <a:gd name="connsiteY121" fmla="*/ 567289 h 843908"/>
                <a:gd name="connsiteX122" fmla="*/ 1188341 w 2912392"/>
                <a:gd name="connsiteY122" fmla="*/ 570638 h 843908"/>
                <a:gd name="connsiteX123" fmla="*/ 1198070 w 2912392"/>
                <a:gd name="connsiteY123" fmla="*/ 574031 h 843908"/>
                <a:gd name="connsiteX124" fmla="*/ 1207814 w 2912392"/>
                <a:gd name="connsiteY124" fmla="*/ 577461 h 843908"/>
                <a:gd name="connsiteX125" fmla="*/ 1217558 w 2912392"/>
                <a:gd name="connsiteY125" fmla="*/ 580929 h 843908"/>
                <a:gd name="connsiteX126" fmla="*/ 1227302 w 2912392"/>
                <a:gd name="connsiteY126" fmla="*/ 584435 h 843908"/>
                <a:gd name="connsiteX127" fmla="*/ 1237031 w 2912392"/>
                <a:gd name="connsiteY127" fmla="*/ 587975 h 843908"/>
                <a:gd name="connsiteX128" fmla="*/ 1246775 w 2912392"/>
                <a:gd name="connsiteY128" fmla="*/ 591548 h 843908"/>
                <a:gd name="connsiteX129" fmla="*/ 1256519 w 2912392"/>
                <a:gd name="connsiteY129" fmla="*/ 595155 h 843908"/>
                <a:gd name="connsiteX130" fmla="*/ 1266263 w 2912392"/>
                <a:gd name="connsiteY130" fmla="*/ 598790 h 843908"/>
                <a:gd name="connsiteX131" fmla="*/ 1276007 w 2912392"/>
                <a:gd name="connsiteY131" fmla="*/ 602457 h 843908"/>
                <a:gd name="connsiteX132" fmla="*/ 1285736 w 2912392"/>
                <a:gd name="connsiteY132" fmla="*/ 606150 h 843908"/>
                <a:gd name="connsiteX133" fmla="*/ 1295480 w 2912392"/>
                <a:gd name="connsiteY133" fmla="*/ 609873 h 843908"/>
                <a:gd name="connsiteX134" fmla="*/ 1305224 w 2912392"/>
                <a:gd name="connsiteY134" fmla="*/ 613620 h 843908"/>
                <a:gd name="connsiteX135" fmla="*/ 1314968 w 2912392"/>
                <a:gd name="connsiteY135" fmla="*/ 617394 h 843908"/>
                <a:gd name="connsiteX136" fmla="*/ 1324697 w 2912392"/>
                <a:gd name="connsiteY136" fmla="*/ 621194 h 843908"/>
                <a:gd name="connsiteX137" fmla="*/ 1334441 w 2912392"/>
                <a:gd name="connsiteY137" fmla="*/ 625015 h 843908"/>
                <a:gd name="connsiteX138" fmla="*/ 1344185 w 2912392"/>
                <a:gd name="connsiteY138" fmla="*/ 628861 h 843908"/>
                <a:gd name="connsiteX139" fmla="*/ 1353929 w 2912392"/>
                <a:gd name="connsiteY139" fmla="*/ 632730 h 843908"/>
                <a:gd name="connsiteX140" fmla="*/ 1363658 w 2912392"/>
                <a:gd name="connsiteY140" fmla="*/ 636620 h 843908"/>
                <a:gd name="connsiteX141" fmla="*/ 1373402 w 2912392"/>
                <a:gd name="connsiteY141" fmla="*/ 640534 h 843908"/>
                <a:gd name="connsiteX142" fmla="*/ 1383146 w 2912392"/>
                <a:gd name="connsiteY142" fmla="*/ 644469 h 843908"/>
                <a:gd name="connsiteX143" fmla="*/ 1392890 w 2912392"/>
                <a:gd name="connsiteY143" fmla="*/ 648424 h 843908"/>
                <a:gd name="connsiteX144" fmla="*/ 1402619 w 2912392"/>
                <a:gd name="connsiteY144" fmla="*/ 652401 h 843908"/>
                <a:gd name="connsiteX145" fmla="*/ 1412363 w 2912392"/>
                <a:gd name="connsiteY145" fmla="*/ 656400 h 843908"/>
                <a:gd name="connsiteX146" fmla="*/ 1422106 w 2912392"/>
                <a:gd name="connsiteY146" fmla="*/ 660420 h 843908"/>
                <a:gd name="connsiteX147" fmla="*/ 1431850 w 2912392"/>
                <a:gd name="connsiteY147" fmla="*/ 664459 h 843908"/>
                <a:gd name="connsiteX148" fmla="*/ 1441594 w 2912392"/>
                <a:gd name="connsiteY148" fmla="*/ 668520 h 843908"/>
                <a:gd name="connsiteX149" fmla="*/ 1451323 w 2912392"/>
                <a:gd name="connsiteY149" fmla="*/ 672601 h 843908"/>
                <a:gd name="connsiteX150" fmla="*/ 1461067 w 2912392"/>
                <a:gd name="connsiteY150" fmla="*/ 676703 h 843908"/>
                <a:gd name="connsiteX151" fmla="*/ 1470811 w 2912392"/>
                <a:gd name="connsiteY151" fmla="*/ 680824 h 843908"/>
                <a:gd name="connsiteX152" fmla="*/ 1480555 w 2912392"/>
                <a:gd name="connsiteY152" fmla="*/ 684966 h 843908"/>
                <a:gd name="connsiteX153" fmla="*/ 1490284 w 2912392"/>
                <a:gd name="connsiteY153" fmla="*/ 689126 h 843908"/>
                <a:gd name="connsiteX154" fmla="*/ 1500028 w 2912392"/>
                <a:gd name="connsiteY154" fmla="*/ 693305 h 843908"/>
                <a:gd name="connsiteX155" fmla="*/ 1509772 w 2912392"/>
                <a:gd name="connsiteY155" fmla="*/ 697502 h 843908"/>
                <a:gd name="connsiteX156" fmla="*/ 1519516 w 2912392"/>
                <a:gd name="connsiteY156" fmla="*/ 701715 h 843908"/>
                <a:gd name="connsiteX157" fmla="*/ 1529245 w 2912392"/>
                <a:gd name="connsiteY157" fmla="*/ 705945 h 843908"/>
                <a:gd name="connsiteX158" fmla="*/ 1538989 w 2912392"/>
                <a:gd name="connsiteY158" fmla="*/ 710190 h 843908"/>
                <a:gd name="connsiteX159" fmla="*/ 1548733 w 2912392"/>
                <a:gd name="connsiteY159" fmla="*/ 714449 h 843908"/>
                <a:gd name="connsiteX160" fmla="*/ 1558477 w 2912392"/>
                <a:gd name="connsiteY160" fmla="*/ 718719 h 843908"/>
                <a:gd name="connsiteX161" fmla="*/ 1568221 w 2912392"/>
                <a:gd name="connsiteY161" fmla="*/ 723000 h 843908"/>
                <a:gd name="connsiteX162" fmla="*/ 1577950 w 2912392"/>
                <a:gd name="connsiteY162" fmla="*/ 727289 h 843908"/>
                <a:gd name="connsiteX163" fmla="*/ 1587694 w 2912392"/>
                <a:gd name="connsiteY163" fmla="*/ 731583 h 843908"/>
                <a:gd name="connsiteX164" fmla="*/ 1597438 w 2912392"/>
                <a:gd name="connsiteY164" fmla="*/ 735882 h 843908"/>
                <a:gd name="connsiteX165" fmla="*/ 1607182 w 2912392"/>
                <a:gd name="connsiteY165" fmla="*/ 740178 h 843908"/>
                <a:gd name="connsiteX166" fmla="*/ 1616911 w 2912392"/>
                <a:gd name="connsiteY166" fmla="*/ 744472 h 843908"/>
                <a:gd name="connsiteX167" fmla="*/ 1626655 w 2912392"/>
                <a:gd name="connsiteY167" fmla="*/ 748760 h 843908"/>
                <a:gd name="connsiteX168" fmla="*/ 1636399 w 2912392"/>
                <a:gd name="connsiteY168" fmla="*/ 753036 h 843908"/>
                <a:gd name="connsiteX169" fmla="*/ 1646142 w 2912392"/>
                <a:gd name="connsiteY169" fmla="*/ 757297 h 843908"/>
                <a:gd name="connsiteX170" fmla="*/ 1655872 w 2912392"/>
                <a:gd name="connsiteY170" fmla="*/ 761539 h 843908"/>
                <a:gd name="connsiteX171" fmla="*/ 1665616 w 2912392"/>
                <a:gd name="connsiteY171" fmla="*/ 765756 h 843908"/>
                <a:gd name="connsiteX172" fmla="*/ 1675359 w 2912392"/>
                <a:gd name="connsiteY172" fmla="*/ 769935 h 843908"/>
                <a:gd name="connsiteX173" fmla="*/ 1685103 w 2912392"/>
                <a:gd name="connsiteY173" fmla="*/ 774091 h 843908"/>
                <a:gd name="connsiteX174" fmla="*/ 1694832 w 2912392"/>
                <a:gd name="connsiteY174" fmla="*/ 778204 h 843908"/>
                <a:gd name="connsiteX175" fmla="*/ 1704576 w 2912392"/>
                <a:gd name="connsiteY175" fmla="*/ 782256 h 843908"/>
                <a:gd name="connsiteX176" fmla="*/ 1714320 w 2912392"/>
                <a:gd name="connsiteY176" fmla="*/ 786264 h 843908"/>
                <a:gd name="connsiteX177" fmla="*/ 1724064 w 2912392"/>
                <a:gd name="connsiteY177" fmla="*/ 790212 h 843908"/>
                <a:gd name="connsiteX178" fmla="*/ 1733808 w 2912392"/>
                <a:gd name="connsiteY178" fmla="*/ 794086 h 843908"/>
                <a:gd name="connsiteX179" fmla="*/ 1743537 w 2912392"/>
                <a:gd name="connsiteY179" fmla="*/ 797885 h 843908"/>
                <a:gd name="connsiteX180" fmla="*/ 1753281 w 2912392"/>
                <a:gd name="connsiteY180" fmla="*/ 801595 h 843908"/>
                <a:gd name="connsiteX181" fmla="*/ 1763025 w 2912392"/>
                <a:gd name="connsiteY181" fmla="*/ 805215 h 843908"/>
                <a:gd name="connsiteX182" fmla="*/ 1772769 w 2912392"/>
                <a:gd name="connsiteY182" fmla="*/ 808732 h 843908"/>
                <a:gd name="connsiteX183" fmla="*/ 1782498 w 2912392"/>
                <a:gd name="connsiteY183" fmla="*/ 812143 h 843908"/>
                <a:gd name="connsiteX184" fmla="*/ 1792242 w 2912392"/>
                <a:gd name="connsiteY184" fmla="*/ 815421 h 843908"/>
                <a:gd name="connsiteX185" fmla="*/ 1801986 w 2912392"/>
                <a:gd name="connsiteY185" fmla="*/ 818580 h 843908"/>
                <a:gd name="connsiteX186" fmla="*/ 1811730 w 2912392"/>
                <a:gd name="connsiteY186" fmla="*/ 821604 h 843908"/>
                <a:gd name="connsiteX187" fmla="*/ 1821459 w 2912392"/>
                <a:gd name="connsiteY187" fmla="*/ 824480 h 843908"/>
                <a:gd name="connsiteX188" fmla="*/ 1831203 w 2912392"/>
                <a:gd name="connsiteY188" fmla="*/ 827192 h 843908"/>
                <a:gd name="connsiteX189" fmla="*/ 1840947 w 2912392"/>
                <a:gd name="connsiteY189" fmla="*/ 829739 h 843908"/>
                <a:gd name="connsiteX190" fmla="*/ 1850691 w 2912392"/>
                <a:gd name="connsiteY190" fmla="*/ 832108 h 843908"/>
                <a:gd name="connsiteX191" fmla="*/ 1860435 w 2912392"/>
                <a:gd name="connsiteY191" fmla="*/ 834283 h 843908"/>
                <a:gd name="connsiteX192" fmla="*/ 1870164 w 2912392"/>
                <a:gd name="connsiteY192" fmla="*/ 836280 h 843908"/>
                <a:gd name="connsiteX193" fmla="*/ 1879908 w 2912392"/>
                <a:gd name="connsiteY193" fmla="*/ 838053 h 843908"/>
                <a:gd name="connsiteX194" fmla="*/ 1889652 w 2912392"/>
                <a:gd name="connsiteY194" fmla="*/ 839617 h 843908"/>
                <a:gd name="connsiteX195" fmla="*/ 1899395 w 2912392"/>
                <a:gd name="connsiteY195" fmla="*/ 840958 h 843908"/>
                <a:gd name="connsiteX196" fmla="*/ 1909124 w 2912392"/>
                <a:gd name="connsiteY196" fmla="*/ 842046 h 843908"/>
                <a:gd name="connsiteX197" fmla="*/ 1918868 w 2912392"/>
                <a:gd name="connsiteY197" fmla="*/ 842910 h 843908"/>
                <a:gd name="connsiteX198" fmla="*/ 1928612 w 2912392"/>
                <a:gd name="connsiteY198" fmla="*/ 843506 h 843908"/>
                <a:gd name="connsiteX199" fmla="*/ 1938356 w 2912392"/>
                <a:gd name="connsiteY199" fmla="*/ 843848 h 843908"/>
                <a:gd name="connsiteX200" fmla="*/ 1948085 w 2912392"/>
                <a:gd name="connsiteY200" fmla="*/ 843908 h 843908"/>
                <a:gd name="connsiteX201" fmla="*/ 1957829 w 2912392"/>
                <a:gd name="connsiteY201" fmla="*/ 843700 h 843908"/>
                <a:gd name="connsiteX202" fmla="*/ 1967573 w 2912392"/>
                <a:gd name="connsiteY202" fmla="*/ 843193 h 843908"/>
                <a:gd name="connsiteX203" fmla="*/ 1977317 w 2912392"/>
                <a:gd name="connsiteY203" fmla="*/ 842403 h 843908"/>
                <a:gd name="connsiteX204" fmla="*/ 1987046 w 2912392"/>
                <a:gd name="connsiteY204" fmla="*/ 841301 h 843908"/>
                <a:gd name="connsiteX205" fmla="*/ 1996790 w 2912392"/>
                <a:gd name="connsiteY205" fmla="*/ 839900 h 843908"/>
                <a:gd name="connsiteX206" fmla="*/ 2006534 w 2912392"/>
                <a:gd name="connsiteY206" fmla="*/ 838172 h 843908"/>
                <a:gd name="connsiteX207" fmla="*/ 2016278 w 2912392"/>
                <a:gd name="connsiteY207" fmla="*/ 836131 h 843908"/>
                <a:gd name="connsiteX208" fmla="*/ 2026022 w 2912392"/>
                <a:gd name="connsiteY208" fmla="*/ 833747 h 843908"/>
                <a:gd name="connsiteX209" fmla="*/ 2035751 w 2912392"/>
                <a:gd name="connsiteY209" fmla="*/ 831050 h 843908"/>
                <a:gd name="connsiteX210" fmla="*/ 2045495 w 2912392"/>
                <a:gd name="connsiteY210" fmla="*/ 828011 h 843908"/>
                <a:gd name="connsiteX211" fmla="*/ 2055239 w 2912392"/>
                <a:gd name="connsiteY211" fmla="*/ 824644 h 843908"/>
                <a:gd name="connsiteX212" fmla="*/ 2064983 w 2912392"/>
                <a:gd name="connsiteY212" fmla="*/ 820919 h 843908"/>
                <a:gd name="connsiteX213" fmla="*/ 2074712 w 2912392"/>
                <a:gd name="connsiteY213" fmla="*/ 816852 h 843908"/>
                <a:gd name="connsiteX214" fmla="*/ 2084456 w 2912392"/>
                <a:gd name="connsiteY214" fmla="*/ 812456 h 843908"/>
                <a:gd name="connsiteX215" fmla="*/ 2094200 w 2912392"/>
                <a:gd name="connsiteY215" fmla="*/ 807704 h 843908"/>
                <a:gd name="connsiteX216" fmla="*/ 2103944 w 2912392"/>
                <a:gd name="connsiteY216" fmla="*/ 802608 h 843908"/>
                <a:gd name="connsiteX217" fmla="*/ 2113673 w 2912392"/>
                <a:gd name="connsiteY217" fmla="*/ 797170 h 843908"/>
                <a:gd name="connsiteX218" fmla="*/ 2123417 w 2912392"/>
                <a:gd name="connsiteY218" fmla="*/ 791374 h 843908"/>
                <a:gd name="connsiteX219" fmla="*/ 2133161 w 2912392"/>
                <a:gd name="connsiteY219" fmla="*/ 785251 h 843908"/>
                <a:gd name="connsiteX220" fmla="*/ 2142905 w 2912392"/>
                <a:gd name="connsiteY220" fmla="*/ 778785 h 843908"/>
                <a:gd name="connsiteX221" fmla="*/ 2152649 w 2912392"/>
                <a:gd name="connsiteY221" fmla="*/ 771976 h 843908"/>
                <a:gd name="connsiteX222" fmla="*/ 2162377 w 2912392"/>
                <a:gd name="connsiteY222" fmla="*/ 764842 h 843908"/>
                <a:gd name="connsiteX223" fmla="*/ 2172121 w 2912392"/>
                <a:gd name="connsiteY223" fmla="*/ 757379 h 843908"/>
                <a:gd name="connsiteX224" fmla="*/ 2181865 w 2912392"/>
                <a:gd name="connsiteY224" fmla="*/ 749595 h 843908"/>
                <a:gd name="connsiteX225" fmla="*/ 2191609 w 2912392"/>
                <a:gd name="connsiteY225" fmla="*/ 741494 h 843908"/>
                <a:gd name="connsiteX226" fmla="*/ 2201338 w 2912392"/>
                <a:gd name="connsiteY226" fmla="*/ 733085 h 843908"/>
                <a:gd name="connsiteX227" fmla="*/ 2211082 w 2912392"/>
                <a:gd name="connsiteY227" fmla="*/ 724375 h 843908"/>
                <a:gd name="connsiteX228" fmla="*/ 2220826 w 2912392"/>
                <a:gd name="connsiteY228" fmla="*/ 715370 h 843908"/>
                <a:gd name="connsiteX229" fmla="*/ 2230570 w 2912392"/>
                <a:gd name="connsiteY229" fmla="*/ 706081 h 843908"/>
                <a:gd name="connsiteX230" fmla="*/ 2240299 w 2912392"/>
                <a:gd name="connsiteY230" fmla="*/ 696514 h 843908"/>
                <a:gd name="connsiteX231" fmla="*/ 2250043 w 2912392"/>
                <a:gd name="connsiteY231" fmla="*/ 686682 h 843908"/>
                <a:gd name="connsiteX232" fmla="*/ 2259787 w 2912392"/>
                <a:gd name="connsiteY232" fmla="*/ 676596 h 843908"/>
                <a:gd name="connsiteX233" fmla="*/ 2269531 w 2912392"/>
                <a:gd name="connsiteY233" fmla="*/ 666262 h 843908"/>
                <a:gd name="connsiteX234" fmla="*/ 2279260 w 2912392"/>
                <a:gd name="connsiteY234" fmla="*/ 655695 h 843908"/>
                <a:gd name="connsiteX235" fmla="*/ 2289004 w 2912392"/>
                <a:gd name="connsiteY235" fmla="*/ 644905 h 843908"/>
                <a:gd name="connsiteX236" fmla="*/ 2298748 w 2912392"/>
                <a:gd name="connsiteY236" fmla="*/ 633905 h 843908"/>
                <a:gd name="connsiteX237" fmla="*/ 2308492 w 2912392"/>
                <a:gd name="connsiteY237" fmla="*/ 622706 h 843908"/>
                <a:gd name="connsiteX238" fmla="*/ 2318236 w 2912392"/>
                <a:gd name="connsiteY238" fmla="*/ 611322 h 843908"/>
                <a:gd name="connsiteX239" fmla="*/ 2327965 w 2912392"/>
                <a:gd name="connsiteY239" fmla="*/ 599766 h 843908"/>
                <a:gd name="connsiteX240" fmla="*/ 2337709 w 2912392"/>
                <a:gd name="connsiteY240" fmla="*/ 588049 h 843908"/>
                <a:gd name="connsiteX241" fmla="*/ 2347453 w 2912392"/>
                <a:gd name="connsiteY241" fmla="*/ 576187 h 843908"/>
                <a:gd name="connsiteX242" fmla="*/ 2357197 w 2912392"/>
                <a:gd name="connsiteY242" fmla="*/ 564192 h 843908"/>
                <a:gd name="connsiteX243" fmla="*/ 2366926 w 2912392"/>
                <a:gd name="connsiteY243" fmla="*/ 552077 h 843908"/>
                <a:gd name="connsiteX244" fmla="*/ 2376670 w 2912392"/>
                <a:gd name="connsiteY244" fmla="*/ 539859 h 843908"/>
                <a:gd name="connsiteX245" fmla="*/ 2386413 w 2912392"/>
                <a:gd name="connsiteY245" fmla="*/ 527548 h 843908"/>
                <a:gd name="connsiteX246" fmla="*/ 2396157 w 2912392"/>
                <a:gd name="connsiteY246" fmla="*/ 515159 h 843908"/>
                <a:gd name="connsiteX247" fmla="*/ 2405886 w 2912392"/>
                <a:gd name="connsiteY247" fmla="*/ 502707 h 843908"/>
                <a:gd name="connsiteX248" fmla="*/ 2415630 w 2912392"/>
                <a:gd name="connsiteY248" fmla="*/ 490205 h 843908"/>
                <a:gd name="connsiteX249" fmla="*/ 2425374 w 2912392"/>
                <a:gd name="connsiteY249" fmla="*/ 477664 h 843908"/>
                <a:gd name="connsiteX250" fmla="*/ 2435118 w 2912392"/>
                <a:gd name="connsiteY250" fmla="*/ 465103 h 843908"/>
                <a:gd name="connsiteX251" fmla="*/ 2444862 w 2912392"/>
                <a:gd name="connsiteY251" fmla="*/ 452530 h 843908"/>
                <a:gd name="connsiteX252" fmla="*/ 2454591 w 2912392"/>
                <a:gd name="connsiteY252" fmla="*/ 439960 h 843908"/>
                <a:gd name="connsiteX253" fmla="*/ 2464335 w 2912392"/>
                <a:gd name="connsiteY253" fmla="*/ 427406 h 843908"/>
                <a:gd name="connsiteX254" fmla="*/ 2474079 w 2912392"/>
                <a:gd name="connsiteY254" fmla="*/ 414880 h 843908"/>
                <a:gd name="connsiteX255" fmla="*/ 2483823 w 2912392"/>
                <a:gd name="connsiteY255" fmla="*/ 402395 h 843908"/>
                <a:gd name="connsiteX256" fmla="*/ 2493552 w 2912392"/>
                <a:gd name="connsiteY256" fmla="*/ 389963 h 843908"/>
                <a:gd name="connsiteX257" fmla="*/ 2503296 w 2912392"/>
                <a:gd name="connsiteY257" fmla="*/ 377592 h 843908"/>
                <a:gd name="connsiteX258" fmla="*/ 2513040 w 2912392"/>
                <a:gd name="connsiteY258" fmla="*/ 365298 h 843908"/>
                <a:gd name="connsiteX259" fmla="*/ 2522784 w 2912392"/>
                <a:gd name="connsiteY259" fmla="*/ 353089 h 843908"/>
                <a:gd name="connsiteX260" fmla="*/ 2532513 w 2912392"/>
                <a:gd name="connsiteY260" fmla="*/ 340975 h 843908"/>
                <a:gd name="connsiteX261" fmla="*/ 2542257 w 2912392"/>
                <a:gd name="connsiteY261" fmla="*/ 328968 h 843908"/>
                <a:gd name="connsiteX262" fmla="*/ 2552001 w 2912392"/>
                <a:gd name="connsiteY262" fmla="*/ 317074 h 843908"/>
                <a:gd name="connsiteX263" fmla="*/ 2561745 w 2912392"/>
                <a:gd name="connsiteY263" fmla="*/ 305305 h 843908"/>
                <a:gd name="connsiteX264" fmla="*/ 2571474 w 2912392"/>
                <a:gd name="connsiteY264" fmla="*/ 293668 h 843908"/>
                <a:gd name="connsiteX265" fmla="*/ 2581218 w 2912392"/>
                <a:gd name="connsiteY265" fmla="*/ 282170 h 843908"/>
                <a:gd name="connsiteX266" fmla="*/ 2590962 w 2912392"/>
                <a:gd name="connsiteY266" fmla="*/ 270820 h 843908"/>
                <a:gd name="connsiteX267" fmla="*/ 2600705 w 2912392"/>
                <a:gd name="connsiteY267" fmla="*/ 259624 h 843908"/>
                <a:gd name="connsiteX268" fmla="*/ 2610449 w 2912392"/>
                <a:gd name="connsiteY268" fmla="*/ 248588 h 843908"/>
                <a:gd name="connsiteX269" fmla="*/ 2620178 w 2912392"/>
                <a:gd name="connsiteY269" fmla="*/ 237719 h 843908"/>
                <a:gd name="connsiteX270" fmla="*/ 2629922 w 2912392"/>
                <a:gd name="connsiteY270" fmla="*/ 227022 h 843908"/>
                <a:gd name="connsiteX271" fmla="*/ 2639666 w 2912392"/>
                <a:gd name="connsiteY271" fmla="*/ 216500 h 843908"/>
                <a:gd name="connsiteX272" fmla="*/ 2649410 w 2912392"/>
                <a:gd name="connsiteY272" fmla="*/ 206160 h 843908"/>
                <a:gd name="connsiteX273" fmla="*/ 2659139 w 2912392"/>
                <a:gd name="connsiteY273" fmla="*/ 196003 h 843908"/>
                <a:gd name="connsiteX274" fmla="*/ 2668883 w 2912392"/>
                <a:gd name="connsiteY274" fmla="*/ 186036 h 843908"/>
                <a:gd name="connsiteX275" fmla="*/ 2678627 w 2912392"/>
                <a:gd name="connsiteY275" fmla="*/ 176259 h 843908"/>
                <a:gd name="connsiteX276" fmla="*/ 2688371 w 2912392"/>
                <a:gd name="connsiteY276" fmla="*/ 166675 h 843908"/>
                <a:gd name="connsiteX277" fmla="*/ 2698100 w 2912392"/>
                <a:gd name="connsiteY277" fmla="*/ 157287 h 843908"/>
                <a:gd name="connsiteX278" fmla="*/ 2707844 w 2912392"/>
                <a:gd name="connsiteY278" fmla="*/ 148096 h 843908"/>
                <a:gd name="connsiteX279" fmla="*/ 2717588 w 2912392"/>
                <a:gd name="connsiteY279" fmla="*/ 139103 h 843908"/>
                <a:gd name="connsiteX280" fmla="*/ 2727332 w 2912392"/>
                <a:gd name="connsiteY280" fmla="*/ 130308 h 843908"/>
                <a:gd name="connsiteX281" fmla="*/ 2737076 w 2912392"/>
                <a:gd name="connsiteY281" fmla="*/ 121714 h 843908"/>
                <a:gd name="connsiteX282" fmla="*/ 2746805 w 2912392"/>
                <a:gd name="connsiteY282" fmla="*/ 113319 h 843908"/>
                <a:gd name="connsiteX283" fmla="*/ 2756549 w 2912392"/>
                <a:gd name="connsiteY283" fmla="*/ 105121 h 843908"/>
                <a:gd name="connsiteX284" fmla="*/ 2766293 w 2912392"/>
                <a:gd name="connsiteY284" fmla="*/ 97125 h 843908"/>
                <a:gd name="connsiteX285" fmla="*/ 2776037 w 2912392"/>
                <a:gd name="connsiteY285" fmla="*/ 89325 h 843908"/>
                <a:gd name="connsiteX286" fmla="*/ 2785766 w 2912392"/>
                <a:gd name="connsiteY286" fmla="*/ 81722 h 843908"/>
                <a:gd name="connsiteX287" fmla="*/ 2795510 w 2912392"/>
                <a:gd name="connsiteY287" fmla="*/ 74315 h 843908"/>
                <a:gd name="connsiteX288" fmla="*/ 2805254 w 2912392"/>
                <a:gd name="connsiteY288" fmla="*/ 67102 h 843908"/>
                <a:gd name="connsiteX289" fmla="*/ 2814998 w 2912392"/>
                <a:gd name="connsiteY289" fmla="*/ 60080 h 843908"/>
                <a:gd name="connsiteX290" fmla="*/ 2824727 w 2912392"/>
                <a:gd name="connsiteY290" fmla="*/ 53250 h 843908"/>
                <a:gd name="connsiteX291" fmla="*/ 2834471 w 2912392"/>
                <a:gd name="connsiteY291" fmla="*/ 46608 h 843908"/>
                <a:gd name="connsiteX292" fmla="*/ 2844215 w 2912392"/>
                <a:gd name="connsiteY292" fmla="*/ 40154 h 843908"/>
                <a:gd name="connsiteX293" fmla="*/ 2853958 w 2912392"/>
                <a:gd name="connsiteY293" fmla="*/ 33883 h 843908"/>
                <a:gd name="connsiteX294" fmla="*/ 2863687 w 2912392"/>
                <a:gd name="connsiteY294" fmla="*/ 27794 h 843908"/>
                <a:gd name="connsiteX295" fmla="*/ 2873431 w 2912392"/>
                <a:gd name="connsiteY295" fmla="*/ 21885 h 843908"/>
                <a:gd name="connsiteX296" fmla="*/ 2883175 w 2912392"/>
                <a:gd name="connsiteY296" fmla="*/ 16153 h 843908"/>
                <a:gd name="connsiteX297" fmla="*/ 2892919 w 2912392"/>
                <a:gd name="connsiteY297" fmla="*/ 10596 h 843908"/>
                <a:gd name="connsiteX298" fmla="*/ 2902663 w 2912392"/>
                <a:gd name="connsiteY298" fmla="*/ 5213 h 843908"/>
                <a:gd name="connsiteX299" fmla="*/ 2912392 w 2912392"/>
                <a:gd name="connsiteY299" fmla="*/ 0 h 843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43908">
                  <a:moveTo>
                    <a:pt x="0" y="520402"/>
                  </a:moveTo>
                  <a:lnTo>
                    <a:pt x="9739" y="515071"/>
                  </a:lnTo>
                  <a:lnTo>
                    <a:pt x="19480" y="509851"/>
                  </a:lnTo>
                  <a:lnTo>
                    <a:pt x="29221" y="504745"/>
                  </a:lnTo>
                  <a:lnTo>
                    <a:pt x="38961" y="499759"/>
                  </a:lnTo>
                  <a:lnTo>
                    <a:pt x="48702" y="494898"/>
                  </a:lnTo>
                  <a:lnTo>
                    <a:pt x="58443" y="490168"/>
                  </a:lnTo>
                  <a:lnTo>
                    <a:pt x="68182" y="485573"/>
                  </a:lnTo>
                  <a:lnTo>
                    <a:pt x="77923" y="481116"/>
                  </a:lnTo>
                  <a:lnTo>
                    <a:pt x="87664" y="476805"/>
                  </a:lnTo>
                  <a:lnTo>
                    <a:pt x="97404" y="472640"/>
                  </a:lnTo>
                  <a:lnTo>
                    <a:pt x="107145" y="468628"/>
                  </a:lnTo>
                  <a:lnTo>
                    <a:pt x="116886" y="464771"/>
                  </a:lnTo>
                  <a:lnTo>
                    <a:pt x="126625" y="461071"/>
                  </a:lnTo>
                  <a:lnTo>
                    <a:pt x="136366" y="457533"/>
                  </a:lnTo>
                  <a:lnTo>
                    <a:pt x="146107" y="454157"/>
                  </a:lnTo>
                  <a:lnTo>
                    <a:pt x="155846" y="450946"/>
                  </a:lnTo>
                  <a:lnTo>
                    <a:pt x="165587" y="447901"/>
                  </a:lnTo>
                  <a:lnTo>
                    <a:pt x="175328" y="445024"/>
                  </a:lnTo>
                  <a:lnTo>
                    <a:pt x="185068" y="442316"/>
                  </a:lnTo>
                  <a:lnTo>
                    <a:pt x="194809" y="439776"/>
                  </a:lnTo>
                  <a:lnTo>
                    <a:pt x="204550" y="437406"/>
                  </a:lnTo>
                  <a:lnTo>
                    <a:pt x="214289" y="435205"/>
                  </a:lnTo>
                  <a:lnTo>
                    <a:pt x="224030" y="433171"/>
                  </a:lnTo>
                  <a:lnTo>
                    <a:pt x="233771" y="431305"/>
                  </a:lnTo>
                  <a:lnTo>
                    <a:pt x="243510" y="429605"/>
                  </a:lnTo>
                  <a:lnTo>
                    <a:pt x="253251" y="428067"/>
                  </a:lnTo>
                  <a:lnTo>
                    <a:pt x="262992" y="426690"/>
                  </a:lnTo>
                  <a:lnTo>
                    <a:pt x="272732" y="425475"/>
                  </a:lnTo>
                  <a:lnTo>
                    <a:pt x="282473" y="424414"/>
                  </a:lnTo>
                  <a:lnTo>
                    <a:pt x="292214" y="423507"/>
                  </a:lnTo>
                  <a:lnTo>
                    <a:pt x="301953" y="422748"/>
                  </a:lnTo>
                  <a:lnTo>
                    <a:pt x="311694" y="422136"/>
                  </a:lnTo>
                  <a:lnTo>
                    <a:pt x="321435" y="421665"/>
                  </a:lnTo>
                  <a:lnTo>
                    <a:pt x="331175" y="421331"/>
                  </a:lnTo>
                  <a:lnTo>
                    <a:pt x="340916" y="421132"/>
                  </a:lnTo>
                  <a:lnTo>
                    <a:pt x="350656" y="421060"/>
                  </a:lnTo>
                  <a:lnTo>
                    <a:pt x="360396" y="421111"/>
                  </a:lnTo>
                  <a:lnTo>
                    <a:pt x="370137" y="421281"/>
                  </a:lnTo>
                  <a:lnTo>
                    <a:pt x="379878" y="421562"/>
                  </a:lnTo>
                  <a:lnTo>
                    <a:pt x="389617" y="421953"/>
                  </a:lnTo>
                  <a:lnTo>
                    <a:pt x="399358" y="422446"/>
                  </a:lnTo>
                  <a:lnTo>
                    <a:pt x="409099" y="423034"/>
                  </a:lnTo>
                  <a:lnTo>
                    <a:pt x="418839" y="423715"/>
                  </a:lnTo>
                  <a:lnTo>
                    <a:pt x="428580" y="424481"/>
                  </a:lnTo>
                  <a:lnTo>
                    <a:pt x="438321" y="425326"/>
                  </a:lnTo>
                  <a:lnTo>
                    <a:pt x="448060" y="426246"/>
                  </a:lnTo>
                  <a:lnTo>
                    <a:pt x="457801" y="427236"/>
                  </a:lnTo>
                  <a:lnTo>
                    <a:pt x="467542" y="428288"/>
                  </a:lnTo>
                  <a:lnTo>
                    <a:pt x="477281" y="429398"/>
                  </a:lnTo>
                  <a:lnTo>
                    <a:pt x="487022" y="430561"/>
                  </a:lnTo>
                  <a:lnTo>
                    <a:pt x="496763" y="431773"/>
                  </a:lnTo>
                  <a:lnTo>
                    <a:pt x="506503" y="433027"/>
                  </a:lnTo>
                  <a:lnTo>
                    <a:pt x="516244" y="434319"/>
                  </a:lnTo>
                  <a:lnTo>
                    <a:pt x="525985" y="435645"/>
                  </a:lnTo>
                  <a:lnTo>
                    <a:pt x="535724" y="437001"/>
                  </a:lnTo>
                  <a:lnTo>
                    <a:pt x="545465" y="438382"/>
                  </a:lnTo>
                  <a:lnTo>
                    <a:pt x="555206" y="439784"/>
                  </a:lnTo>
                  <a:lnTo>
                    <a:pt x="564946" y="441202"/>
                  </a:lnTo>
                  <a:lnTo>
                    <a:pt x="574687" y="442637"/>
                  </a:lnTo>
                  <a:lnTo>
                    <a:pt x="584428" y="444082"/>
                  </a:lnTo>
                  <a:lnTo>
                    <a:pt x="594167" y="445536"/>
                  </a:lnTo>
                  <a:lnTo>
                    <a:pt x="603908" y="446996"/>
                  </a:lnTo>
                  <a:lnTo>
                    <a:pt x="613649" y="448461"/>
                  </a:lnTo>
                  <a:lnTo>
                    <a:pt x="623388" y="449927"/>
                  </a:lnTo>
                  <a:lnTo>
                    <a:pt x="633129" y="451394"/>
                  </a:lnTo>
                  <a:lnTo>
                    <a:pt x="642870" y="452861"/>
                  </a:lnTo>
                  <a:lnTo>
                    <a:pt x="652610" y="454325"/>
                  </a:lnTo>
                  <a:lnTo>
                    <a:pt x="662351" y="455788"/>
                  </a:lnTo>
                  <a:lnTo>
                    <a:pt x="672092" y="457248"/>
                  </a:lnTo>
                  <a:lnTo>
                    <a:pt x="681831" y="458705"/>
                  </a:lnTo>
                  <a:lnTo>
                    <a:pt x="691572" y="460160"/>
                  </a:lnTo>
                  <a:lnTo>
                    <a:pt x="701313" y="461612"/>
                  </a:lnTo>
                  <a:lnTo>
                    <a:pt x="711052" y="463065"/>
                  </a:lnTo>
                  <a:lnTo>
                    <a:pt x="720793" y="464514"/>
                  </a:lnTo>
                  <a:lnTo>
                    <a:pt x="730534" y="465967"/>
                  </a:lnTo>
                  <a:lnTo>
                    <a:pt x="740274" y="467421"/>
                  </a:lnTo>
                  <a:lnTo>
                    <a:pt x="750015" y="468880"/>
                  </a:lnTo>
                  <a:lnTo>
                    <a:pt x="759756" y="470343"/>
                  </a:lnTo>
                  <a:lnTo>
                    <a:pt x="769495" y="471815"/>
                  </a:lnTo>
                  <a:lnTo>
                    <a:pt x="779236" y="473296"/>
                  </a:lnTo>
                  <a:lnTo>
                    <a:pt x="788977" y="474789"/>
                  </a:lnTo>
                  <a:lnTo>
                    <a:pt x="798717" y="476297"/>
                  </a:lnTo>
                  <a:lnTo>
                    <a:pt x="808458" y="477821"/>
                  </a:lnTo>
                  <a:lnTo>
                    <a:pt x="818199" y="479364"/>
                  </a:lnTo>
                  <a:lnTo>
                    <a:pt x="827938" y="480929"/>
                  </a:lnTo>
                  <a:lnTo>
                    <a:pt x="837679" y="482518"/>
                  </a:lnTo>
                  <a:lnTo>
                    <a:pt x="847420" y="484135"/>
                  </a:lnTo>
                  <a:lnTo>
                    <a:pt x="857159" y="485781"/>
                  </a:lnTo>
                  <a:lnTo>
                    <a:pt x="866900" y="487459"/>
                  </a:lnTo>
                  <a:lnTo>
                    <a:pt x="876641" y="489172"/>
                  </a:lnTo>
                  <a:lnTo>
                    <a:pt x="886381" y="490921"/>
                  </a:lnTo>
                  <a:lnTo>
                    <a:pt x="896122" y="492711"/>
                  </a:lnTo>
                  <a:lnTo>
                    <a:pt x="905863" y="494540"/>
                  </a:lnTo>
                  <a:lnTo>
                    <a:pt x="915602" y="496416"/>
                  </a:lnTo>
                  <a:lnTo>
                    <a:pt x="925343" y="498337"/>
                  </a:lnTo>
                  <a:lnTo>
                    <a:pt x="935084" y="500305"/>
                  </a:lnTo>
                  <a:lnTo>
                    <a:pt x="944824" y="502322"/>
                  </a:lnTo>
                  <a:lnTo>
                    <a:pt x="954564" y="504392"/>
                  </a:lnTo>
                  <a:lnTo>
                    <a:pt x="964305" y="506513"/>
                  </a:lnTo>
                  <a:lnTo>
                    <a:pt x="974045" y="508689"/>
                  </a:lnTo>
                  <a:lnTo>
                    <a:pt x="983786" y="510920"/>
                  </a:lnTo>
                  <a:lnTo>
                    <a:pt x="993522" y="513207"/>
                  </a:lnTo>
                  <a:lnTo>
                    <a:pt x="1003266" y="515551"/>
                  </a:lnTo>
                  <a:lnTo>
                    <a:pt x="1013010" y="517951"/>
                  </a:lnTo>
                  <a:lnTo>
                    <a:pt x="1022754" y="520411"/>
                  </a:lnTo>
                  <a:lnTo>
                    <a:pt x="1032483" y="522927"/>
                  </a:lnTo>
                  <a:lnTo>
                    <a:pt x="1042227" y="525502"/>
                  </a:lnTo>
                  <a:lnTo>
                    <a:pt x="1051971" y="528135"/>
                  </a:lnTo>
                  <a:lnTo>
                    <a:pt x="1061715" y="530824"/>
                  </a:lnTo>
                  <a:lnTo>
                    <a:pt x="1071444" y="533571"/>
                  </a:lnTo>
                  <a:lnTo>
                    <a:pt x="1081188" y="536375"/>
                  </a:lnTo>
                  <a:lnTo>
                    <a:pt x="1090932" y="539234"/>
                  </a:lnTo>
                  <a:lnTo>
                    <a:pt x="1100676" y="542149"/>
                  </a:lnTo>
                  <a:lnTo>
                    <a:pt x="1110405" y="545115"/>
                  </a:lnTo>
                  <a:lnTo>
                    <a:pt x="1120149" y="548137"/>
                  </a:lnTo>
                  <a:lnTo>
                    <a:pt x="1129893" y="551207"/>
                  </a:lnTo>
                  <a:lnTo>
                    <a:pt x="1139637" y="554330"/>
                  </a:lnTo>
                  <a:lnTo>
                    <a:pt x="1149381" y="557501"/>
                  </a:lnTo>
                  <a:lnTo>
                    <a:pt x="1159110" y="560717"/>
                  </a:lnTo>
                  <a:lnTo>
                    <a:pt x="1168854" y="563982"/>
                  </a:lnTo>
                  <a:lnTo>
                    <a:pt x="1178598" y="567289"/>
                  </a:lnTo>
                  <a:lnTo>
                    <a:pt x="1188341" y="570638"/>
                  </a:lnTo>
                  <a:lnTo>
                    <a:pt x="1198070" y="574031"/>
                  </a:lnTo>
                  <a:lnTo>
                    <a:pt x="1207814" y="577461"/>
                  </a:lnTo>
                  <a:lnTo>
                    <a:pt x="1217558" y="580929"/>
                  </a:lnTo>
                  <a:lnTo>
                    <a:pt x="1227302" y="584435"/>
                  </a:lnTo>
                  <a:lnTo>
                    <a:pt x="1237031" y="587975"/>
                  </a:lnTo>
                  <a:lnTo>
                    <a:pt x="1246775" y="591548"/>
                  </a:lnTo>
                  <a:lnTo>
                    <a:pt x="1256519" y="595155"/>
                  </a:lnTo>
                  <a:lnTo>
                    <a:pt x="1266263" y="598790"/>
                  </a:lnTo>
                  <a:lnTo>
                    <a:pt x="1276007" y="602457"/>
                  </a:lnTo>
                  <a:lnTo>
                    <a:pt x="1285736" y="606150"/>
                  </a:lnTo>
                  <a:lnTo>
                    <a:pt x="1295480" y="609873"/>
                  </a:lnTo>
                  <a:lnTo>
                    <a:pt x="1305224" y="613620"/>
                  </a:lnTo>
                  <a:lnTo>
                    <a:pt x="1314968" y="617394"/>
                  </a:lnTo>
                  <a:lnTo>
                    <a:pt x="1324697" y="621194"/>
                  </a:lnTo>
                  <a:lnTo>
                    <a:pt x="1334441" y="625015"/>
                  </a:lnTo>
                  <a:lnTo>
                    <a:pt x="1344185" y="628861"/>
                  </a:lnTo>
                  <a:lnTo>
                    <a:pt x="1353929" y="632730"/>
                  </a:lnTo>
                  <a:lnTo>
                    <a:pt x="1363658" y="636620"/>
                  </a:lnTo>
                  <a:lnTo>
                    <a:pt x="1373402" y="640534"/>
                  </a:lnTo>
                  <a:lnTo>
                    <a:pt x="1383146" y="644469"/>
                  </a:lnTo>
                  <a:lnTo>
                    <a:pt x="1392890" y="648424"/>
                  </a:lnTo>
                  <a:lnTo>
                    <a:pt x="1402619" y="652401"/>
                  </a:lnTo>
                  <a:lnTo>
                    <a:pt x="1412363" y="656400"/>
                  </a:lnTo>
                  <a:lnTo>
                    <a:pt x="1422106" y="660420"/>
                  </a:lnTo>
                  <a:lnTo>
                    <a:pt x="1431850" y="664459"/>
                  </a:lnTo>
                  <a:lnTo>
                    <a:pt x="1441594" y="668520"/>
                  </a:lnTo>
                  <a:lnTo>
                    <a:pt x="1451323" y="672601"/>
                  </a:lnTo>
                  <a:lnTo>
                    <a:pt x="1461067" y="676703"/>
                  </a:lnTo>
                  <a:lnTo>
                    <a:pt x="1470811" y="680824"/>
                  </a:lnTo>
                  <a:lnTo>
                    <a:pt x="1480555" y="684966"/>
                  </a:lnTo>
                  <a:lnTo>
                    <a:pt x="1490284" y="689126"/>
                  </a:lnTo>
                  <a:lnTo>
                    <a:pt x="1500028" y="693305"/>
                  </a:lnTo>
                  <a:lnTo>
                    <a:pt x="1509772" y="697502"/>
                  </a:lnTo>
                  <a:lnTo>
                    <a:pt x="1519516" y="701715"/>
                  </a:lnTo>
                  <a:lnTo>
                    <a:pt x="1529245" y="705945"/>
                  </a:lnTo>
                  <a:lnTo>
                    <a:pt x="1538989" y="710190"/>
                  </a:lnTo>
                  <a:lnTo>
                    <a:pt x="1548733" y="714449"/>
                  </a:lnTo>
                  <a:lnTo>
                    <a:pt x="1558477" y="718719"/>
                  </a:lnTo>
                  <a:lnTo>
                    <a:pt x="1568221" y="723000"/>
                  </a:lnTo>
                  <a:lnTo>
                    <a:pt x="1577950" y="727289"/>
                  </a:lnTo>
                  <a:lnTo>
                    <a:pt x="1587694" y="731583"/>
                  </a:lnTo>
                  <a:lnTo>
                    <a:pt x="1597438" y="735882"/>
                  </a:lnTo>
                  <a:lnTo>
                    <a:pt x="1607182" y="740178"/>
                  </a:lnTo>
                  <a:lnTo>
                    <a:pt x="1616911" y="744472"/>
                  </a:lnTo>
                  <a:lnTo>
                    <a:pt x="1626655" y="748760"/>
                  </a:lnTo>
                  <a:lnTo>
                    <a:pt x="1636399" y="753036"/>
                  </a:lnTo>
                  <a:lnTo>
                    <a:pt x="1646142" y="757297"/>
                  </a:lnTo>
                  <a:lnTo>
                    <a:pt x="1655872" y="761539"/>
                  </a:lnTo>
                  <a:lnTo>
                    <a:pt x="1665616" y="765756"/>
                  </a:lnTo>
                  <a:lnTo>
                    <a:pt x="1675359" y="769935"/>
                  </a:lnTo>
                  <a:lnTo>
                    <a:pt x="1685103" y="774091"/>
                  </a:lnTo>
                  <a:lnTo>
                    <a:pt x="1694832" y="778204"/>
                  </a:lnTo>
                  <a:lnTo>
                    <a:pt x="1704576" y="782256"/>
                  </a:lnTo>
                  <a:lnTo>
                    <a:pt x="1714320" y="786264"/>
                  </a:lnTo>
                  <a:lnTo>
                    <a:pt x="1724064" y="790212"/>
                  </a:lnTo>
                  <a:lnTo>
                    <a:pt x="1733808" y="794086"/>
                  </a:lnTo>
                  <a:lnTo>
                    <a:pt x="1743537" y="797885"/>
                  </a:lnTo>
                  <a:lnTo>
                    <a:pt x="1753281" y="801595"/>
                  </a:lnTo>
                  <a:lnTo>
                    <a:pt x="1763025" y="805215"/>
                  </a:lnTo>
                  <a:lnTo>
                    <a:pt x="1772769" y="808732"/>
                  </a:lnTo>
                  <a:lnTo>
                    <a:pt x="1782498" y="812143"/>
                  </a:lnTo>
                  <a:lnTo>
                    <a:pt x="1792242" y="815421"/>
                  </a:lnTo>
                  <a:lnTo>
                    <a:pt x="1801986" y="818580"/>
                  </a:lnTo>
                  <a:lnTo>
                    <a:pt x="1811730" y="821604"/>
                  </a:lnTo>
                  <a:lnTo>
                    <a:pt x="1821459" y="824480"/>
                  </a:lnTo>
                  <a:lnTo>
                    <a:pt x="1831203" y="827192"/>
                  </a:lnTo>
                  <a:lnTo>
                    <a:pt x="1840947" y="829739"/>
                  </a:lnTo>
                  <a:lnTo>
                    <a:pt x="1850691" y="832108"/>
                  </a:lnTo>
                  <a:lnTo>
                    <a:pt x="1860435" y="834283"/>
                  </a:lnTo>
                  <a:lnTo>
                    <a:pt x="1870164" y="836280"/>
                  </a:lnTo>
                  <a:lnTo>
                    <a:pt x="1879908" y="838053"/>
                  </a:lnTo>
                  <a:lnTo>
                    <a:pt x="1889652" y="839617"/>
                  </a:lnTo>
                  <a:lnTo>
                    <a:pt x="1899395" y="840958"/>
                  </a:lnTo>
                  <a:lnTo>
                    <a:pt x="1909124" y="842046"/>
                  </a:lnTo>
                  <a:lnTo>
                    <a:pt x="1918868" y="842910"/>
                  </a:lnTo>
                  <a:lnTo>
                    <a:pt x="1928612" y="843506"/>
                  </a:lnTo>
                  <a:lnTo>
                    <a:pt x="1938356" y="843848"/>
                  </a:lnTo>
                  <a:lnTo>
                    <a:pt x="1948085" y="843908"/>
                  </a:lnTo>
                  <a:lnTo>
                    <a:pt x="1957829" y="843700"/>
                  </a:lnTo>
                  <a:lnTo>
                    <a:pt x="1967573" y="843193"/>
                  </a:lnTo>
                  <a:lnTo>
                    <a:pt x="1977317" y="842403"/>
                  </a:lnTo>
                  <a:lnTo>
                    <a:pt x="1987046" y="841301"/>
                  </a:lnTo>
                  <a:lnTo>
                    <a:pt x="1996790" y="839900"/>
                  </a:lnTo>
                  <a:lnTo>
                    <a:pt x="2006534" y="838172"/>
                  </a:lnTo>
                  <a:lnTo>
                    <a:pt x="2016278" y="836131"/>
                  </a:lnTo>
                  <a:lnTo>
                    <a:pt x="2026022" y="833747"/>
                  </a:lnTo>
                  <a:lnTo>
                    <a:pt x="2035751" y="831050"/>
                  </a:lnTo>
                  <a:lnTo>
                    <a:pt x="2045495" y="828011"/>
                  </a:lnTo>
                  <a:lnTo>
                    <a:pt x="2055239" y="824644"/>
                  </a:lnTo>
                  <a:lnTo>
                    <a:pt x="2064983" y="820919"/>
                  </a:lnTo>
                  <a:lnTo>
                    <a:pt x="2074712" y="816852"/>
                  </a:lnTo>
                  <a:lnTo>
                    <a:pt x="2084456" y="812456"/>
                  </a:lnTo>
                  <a:lnTo>
                    <a:pt x="2094200" y="807704"/>
                  </a:lnTo>
                  <a:lnTo>
                    <a:pt x="2103944" y="802608"/>
                  </a:lnTo>
                  <a:lnTo>
                    <a:pt x="2113673" y="797170"/>
                  </a:lnTo>
                  <a:lnTo>
                    <a:pt x="2123417" y="791374"/>
                  </a:lnTo>
                  <a:lnTo>
                    <a:pt x="2133161" y="785251"/>
                  </a:lnTo>
                  <a:lnTo>
                    <a:pt x="2142905" y="778785"/>
                  </a:lnTo>
                  <a:lnTo>
                    <a:pt x="2152649" y="771976"/>
                  </a:lnTo>
                  <a:lnTo>
                    <a:pt x="2162377" y="764842"/>
                  </a:lnTo>
                  <a:lnTo>
                    <a:pt x="2172121" y="757379"/>
                  </a:lnTo>
                  <a:lnTo>
                    <a:pt x="2181865" y="749595"/>
                  </a:lnTo>
                  <a:lnTo>
                    <a:pt x="2191609" y="741494"/>
                  </a:lnTo>
                  <a:lnTo>
                    <a:pt x="2201338" y="733085"/>
                  </a:lnTo>
                  <a:lnTo>
                    <a:pt x="2211082" y="724375"/>
                  </a:lnTo>
                  <a:lnTo>
                    <a:pt x="2220826" y="715370"/>
                  </a:lnTo>
                  <a:lnTo>
                    <a:pt x="2230570" y="706081"/>
                  </a:lnTo>
                  <a:lnTo>
                    <a:pt x="2240299" y="696514"/>
                  </a:lnTo>
                  <a:lnTo>
                    <a:pt x="2250043" y="686682"/>
                  </a:lnTo>
                  <a:lnTo>
                    <a:pt x="2259787" y="676596"/>
                  </a:lnTo>
                  <a:lnTo>
                    <a:pt x="2269531" y="666262"/>
                  </a:lnTo>
                  <a:lnTo>
                    <a:pt x="2279260" y="655695"/>
                  </a:lnTo>
                  <a:lnTo>
                    <a:pt x="2289004" y="644905"/>
                  </a:lnTo>
                  <a:lnTo>
                    <a:pt x="2298748" y="633905"/>
                  </a:lnTo>
                  <a:lnTo>
                    <a:pt x="2308492" y="622706"/>
                  </a:lnTo>
                  <a:lnTo>
                    <a:pt x="2318236" y="611322"/>
                  </a:lnTo>
                  <a:lnTo>
                    <a:pt x="2327965" y="599766"/>
                  </a:lnTo>
                  <a:lnTo>
                    <a:pt x="2337709" y="588049"/>
                  </a:lnTo>
                  <a:lnTo>
                    <a:pt x="2347453" y="576187"/>
                  </a:lnTo>
                  <a:lnTo>
                    <a:pt x="2357197" y="564192"/>
                  </a:lnTo>
                  <a:lnTo>
                    <a:pt x="2366926" y="552077"/>
                  </a:lnTo>
                  <a:lnTo>
                    <a:pt x="2376670" y="539859"/>
                  </a:lnTo>
                  <a:lnTo>
                    <a:pt x="2386413" y="527548"/>
                  </a:lnTo>
                  <a:lnTo>
                    <a:pt x="2396157" y="515159"/>
                  </a:lnTo>
                  <a:lnTo>
                    <a:pt x="2405886" y="502707"/>
                  </a:lnTo>
                  <a:lnTo>
                    <a:pt x="2415630" y="490205"/>
                  </a:lnTo>
                  <a:lnTo>
                    <a:pt x="2425374" y="477664"/>
                  </a:lnTo>
                  <a:lnTo>
                    <a:pt x="2435118" y="465103"/>
                  </a:lnTo>
                  <a:lnTo>
                    <a:pt x="2444862" y="452530"/>
                  </a:lnTo>
                  <a:lnTo>
                    <a:pt x="2454591" y="439960"/>
                  </a:lnTo>
                  <a:lnTo>
                    <a:pt x="2464335" y="427406"/>
                  </a:lnTo>
                  <a:lnTo>
                    <a:pt x="2474079" y="414880"/>
                  </a:lnTo>
                  <a:lnTo>
                    <a:pt x="2483823" y="402395"/>
                  </a:lnTo>
                  <a:lnTo>
                    <a:pt x="2493552" y="389963"/>
                  </a:lnTo>
                  <a:lnTo>
                    <a:pt x="2503296" y="377592"/>
                  </a:lnTo>
                  <a:lnTo>
                    <a:pt x="2513040" y="365298"/>
                  </a:lnTo>
                  <a:lnTo>
                    <a:pt x="2522784" y="353089"/>
                  </a:lnTo>
                  <a:lnTo>
                    <a:pt x="2532513" y="340975"/>
                  </a:lnTo>
                  <a:lnTo>
                    <a:pt x="2542257" y="328968"/>
                  </a:lnTo>
                  <a:lnTo>
                    <a:pt x="2552001" y="317074"/>
                  </a:lnTo>
                  <a:lnTo>
                    <a:pt x="2561745" y="305305"/>
                  </a:lnTo>
                  <a:lnTo>
                    <a:pt x="2571474" y="293668"/>
                  </a:lnTo>
                  <a:lnTo>
                    <a:pt x="2581218" y="282170"/>
                  </a:lnTo>
                  <a:lnTo>
                    <a:pt x="2590962" y="270820"/>
                  </a:lnTo>
                  <a:lnTo>
                    <a:pt x="2600705" y="259624"/>
                  </a:lnTo>
                  <a:lnTo>
                    <a:pt x="2610449" y="248588"/>
                  </a:lnTo>
                  <a:lnTo>
                    <a:pt x="2620178" y="237719"/>
                  </a:lnTo>
                  <a:lnTo>
                    <a:pt x="2629922" y="227022"/>
                  </a:lnTo>
                  <a:lnTo>
                    <a:pt x="2639666" y="216500"/>
                  </a:lnTo>
                  <a:lnTo>
                    <a:pt x="2649410" y="206160"/>
                  </a:lnTo>
                  <a:lnTo>
                    <a:pt x="2659139" y="196003"/>
                  </a:lnTo>
                  <a:lnTo>
                    <a:pt x="2668883" y="186036"/>
                  </a:lnTo>
                  <a:lnTo>
                    <a:pt x="2678627" y="176259"/>
                  </a:lnTo>
                  <a:lnTo>
                    <a:pt x="2688371" y="166675"/>
                  </a:lnTo>
                  <a:lnTo>
                    <a:pt x="2698100" y="157287"/>
                  </a:lnTo>
                  <a:lnTo>
                    <a:pt x="2707844" y="148096"/>
                  </a:lnTo>
                  <a:lnTo>
                    <a:pt x="2717588" y="139103"/>
                  </a:lnTo>
                  <a:lnTo>
                    <a:pt x="2727332" y="130308"/>
                  </a:lnTo>
                  <a:lnTo>
                    <a:pt x="2737076" y="121714"/>
                  </a:lnTo>
                  <a:lnTo>
                    <a:pt x="2746805" y="113319"/>
                  </a:lnTo>
                  <a:lnTo>
                    <a:pt x="2756549" y="105121"/>
                  </a:lnTo>
                  <a:lnTo>
                    <a:pt x="2766293" y="97125"/>
                  </a:lnTo>
                  <a:lnTo>
                    <a:pt x="2776037" y="89325"/>
                  </a:lnTo>
                  <a:lnTo>
                    <a:pt x="2785766" y="81722"/>
                  </a:lnTo>
                  <a:lnTo>
                    <a:pt x="2795510" y="74315"/>
                  </a:lnTo>
                  <a:lnTo>
                    <a:pt x="2805254" y="67102"/>
                  </a:lnTo>
                  <a:lnTo>
                    <a:pt x="2814998" y="60080"/>
                  </a:lnTo>
                  <a:lnTo>
                    <a:pt x="2824727" y="53250"/>
                  </a:lnTo>
                  <a:lnTo>
                    <a:pt x="2834471" y="46608"/>
                  </a:lnTo>
                  <a:lnTo>
                    <a:pt x="2844215" y="40154"/>
                  </a:lnTo>
                  <a:lnTo>
                    <a:pt x="2853958" y="33883"/>
                  </a:lnTo>
                  <a:lnTo>
                    <a:pt x="2863687" y="27794"/>
                  </a:lnTo>
                  <a:lnTo>
                    <a:pt x="2873431" y="21885"/>
                  </a:lnTo>
                  <a:lnTo>
                    <a:pt x="2883175" y="16153"/>
                  </a:lnTo>
                  <a:lnTo>
                    <a:pt x="2892919" y="10596"/>
                  </a:lnTo>
                  <a:lnTo>
                    <a:pt x="2902663" y="5213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2" name="Freeform 621">
              <a:extLst>
                <a:ext uri="{FF2B5EF4-FFF2-40B4-BE49-F238E27FC236}">
                  <a16:creationId xmlns:a16="http://schemas.microsoft.com/office/drawing/2014/main" id="{3A5BC3EB-855E-99BD-5680-7C4024667C32}"/>
                </a:ext>
              </a:extLst>
            </p:cNvPr>
            <p:cNvSpPr/>
            <p:nvPr/>
          </p:nvSpPr>
          <p:spPr>
            <a:xfrm>
              <a:off x="576446" y="3414853"/>
              <a:ext cx="2912392" cy="423402"/>
            </a:xfrm>
            <a:custGeom>
              <a:avLst/>
              <a:gdLst>
                <a:gd name="connsiteX0" fmla="*/ 0 w 2912392"/>
                <a:gd name="connsiteY0" fmla="*/ 0 h 423402"/>
                <a:gd name="connsiteX1" fmla="*/ 9739 w 2912392"/>
                <a:gd name="connsiteY1" fmla="*/ 5680 h 423402"/>
                <a:gd name="connsiteX2" fmla="*/ 19480 w 2912392"/>
                <a:gd name="connsiteY2" fmla="*/ 11545 h 423402"/>
                <a:gd name="connsiteX3" fmla="*/ 29221 w 2912392"/>
                <a:gd name="connsiteY3" fmla="*/ 17597 h 423402"/>
                <a:gd name="connsiteX4" fmla="*/ 38961 w 2912392"/>
                <a:gd name="connsiteY4" fmla="*/ 23831 h 423402"/>
                <a:gd name="connsiteX5" fmla="*/ 48702 w 2912392"/>
                <a:gd name="connsiteY5" fmla="*/ 30246 h 423402"/>
                <a:gd name="connsiteX6" fmla="*/ 58443 w 2912392"/>
                <a:gd name="connsiteY6" fmla="*/ 36836 h 423402"/>
                <a:gd name="connsiteX7" fmla="*/ 68182 w 2912392"/>
                <a:gd name="connsiteY7" fmla="*/ 43599 h 423402"/>
                <a:gd name="connsiteX8" fmla="*/ 77923 w 2912392"/>
                <a:gd name="connsiteY8" fmla="*/ 50530 h 423402"/>
                <a:gd name="connsiteX9" fmla="*/ 87664 w 2912392"/>
                <a:gd name="connsiteY9" fmla="*/ 57625 h 423402"/>
                <a:gd name="connsiteX10" fmla="*/ 97404 w 2912392"/>
                <a:gd name="connsiteY10" fmla="*/ 64876 h 423402"/>
                <a:gd name="connsiteX11" fmla="*/ 107145 w 2912392"/>
                <a:gd name="connsiteY11" fmla="*/ 72278 h 423402"/>
                <a:gd name="connsiteX12" fmla="*/ 116886 w 2912392"/>
                <a:gd name="connsiteY12" fmla="*/ 79826 h 423402"/>
                <a:gd name="connsiteX13" fmla="*/ 126625 w 2912392"/>
                <a:gd name="connsiteY13" fmla="*/ 87511 h 423402"/>
                <a:gd name="connsiteX14" fmla="*/ 136366 w 2912392"/>
                <a:gd name="connsiteY14" fmla="*/ 95328 h 423402"/>
                <a:gd name="connsiteX15" fmla="*/ 146107 w 2912392"/>
                <a:gd name="connsiteY15" fmla="*/ 103266 h 423402"/>
                <a:gd name="connsiteX16" fmla="*/ 155846 w 2912392"/>
                <a:gd name="connsiteY16" fmla="*/ 111319 h 423402"/>
                <a:gd name="connsiteX17" fmla="*/ 165587 w 2912392"/>
                <a:gd name="connsiteY17" fmla="*/ 119476 h 423402"/>
                <a:gd name="connsiteX18" fmla="*/ 175328 w 2912392"/>
                <a:gd name="connsiteY18" fmla="*/ 127730 h 423402"/>
                <a:gd name="connsiteX19" fmla="*/ 185068 w 2912392"/>
                <a:gd name="connsiteY19" fmla="*/ 136071 h 423402"/>
                <a:gd name="connsiteX20" fmla="*/ 194809 w 2912392"/>
                <a:gd name="connsiteY20" fmla="*/ 144487 h 423402"/>
                <a:gd name="connsiteX21" fmla="*/ 204550 w 2912392"/>
                <a:gd name="connsiteY21" fmla="*/ 152968 h 423402"/>
                <a:gd name="connsiteX22" fmla="*/ 214289 w 2912392"/>
                <a:gd name="connsiteY22" fmla="*/ 161505 h 423402"/>
                <a:gd name="connsiteX23" fmla="*/ 224030 w 2912392"/>
                <a:gd name="connsiteY23" fmla="*/ 170084 h 423402"/>
                <a:gd name="connsiteX24" fmla="*/ 233771 w 2912392"/>
                <a:gd name="connsiteY24" fmla="*/ 178695 h 423402"/>
                <a:gd name="connsiteX25" fmla="*/ 243510 w 2912392"/>
                <a:gd name="connsiteY25" fmla="*/ 187326 h 423402"/>
                <a:gd name="connsiteX26" fmla="*/ 253251 w 2912392"/>
                <a:gd name="connsiteY26" fmla="*/ 195966 h 423402"/>
                <a:gd name="connsiteX27" fmla="*/ 262992 w 2912392"/>
                <a:gd name="connsiteY27" fmla="*/ 204602 h 423402"/>
                <a:gd name="connsiteX28" fmla="*/ 272732 w 2912392"/>
                <a:gd name="connsiteY28" fmla="*/ 213221 h 423402"/>
                <a:gd name="connsiteX29" fmla="*/ 282473 w 2912392"/>
                <a:gd name="connsiteY29" fmla="*/ 221810 h 423402"/>
                <a:gd name="connsiteX30" fmla="*/ 292214 w 2912392"/>
                <a:gd name="connsiteY30" fmla="*/ 230358 h 423402"/>
                <a:gd name="connsiteX31" fmla="*/ 301953 w 2912392"/>
                <a:gd name="connsiteY31" fmla="*/ 238850 h 423402"/>
                <a:gd name="connsiteX32" fmla="*/ 311694 w 2912392"/>
                <a:gd name="connsiteY32" fmla="*/ 247277 h 423402"/>
                <a:gd name="connsiteX33" fmla="*/ 321435 w 2912392"/>
                <a:gd name="connsiteY33" fmla="*/ 255623 h 423402"/>
                <a:gd name="connsiteX34" fmla="*/ 331175 w 2912392"/>
                <a:gd name="connsiteY34" fmla="*/ 263877 h 423402"/>
                <a:gd name="connsiteX35" fmla="*/ 340916 w 2912392"/>
                <a:gd name="connsiteY35" fmla="*/ 272027 h 423402"/>
                <a:gd name="connsiteX36" fmla="*/ 350656 w 2912392"/>
                <a:gd name="connsiteY36" fmla="*/ 280061 h 423402"/>
                <a:gd name="connsiteX37" fmla="*/ 360396 w 2912392"/>
                <a:gd name="connsiteY37" fmla="*/ 287963 h 423402"/>
                <a:gd name="connsiteX38" fmla="*/ 370137 w 2912392"/>
                <a:gd name="connsiteY38" fmla="*/ 295725 h 423402"/>
                <a:gd name="connsiteX39" fmla="*/ 379878 w 2912392"/>
                <a:gd name="connsiteY39" fmla="*/ 303336 h 423402"/>
                <a:gd name="connsiteX40" fmla="*/ 389617 w 2912392"/>
                <a:gd name="connsiteY40" fmla="*/ 310782 h 423402"/>
                <a:gd name="connsiteX41" fmla="*/ 399358 w 2912392"/>
                <a:gd name="connsiteY41" fmla="*/ 318053 h 423402"/>
                <a:gd name="connsiteX42" fmla="*/ 409099 w 2912392"/>
                <a:gd name="connsiteY42" fmla="*/ 325139 h 423402"/>
                <a:gd name="connsiteX43" fmla="*/ 418839 w 2912392"/>
                <a:gd name="connsiteY43" fmla="*/ 332030 h 423402"/>
                <a:gd name="connsiteX44" fmla="*/ 428580 w 2912392"/>
                <a:gd name="connsiteY44" fmla="*/ 338716 h 423402"/>
                <a:gd name="connsiteX45" fmla="*/ 438321 w 2912392"/>
                <a:gd name="connsiteY45" fmla="*/ 345187 h 423402"/>
                <a:gd name="connsiteX46" fmla="*/ 448060 w 2912392"/>
                <a:gd name="connsiteY46" fmla="*/ 351437 h 423402"/>
                <a:gd name="connsiteX47" fmla="*/ 457801 w 2912392"/>
                <a:gd name="connsiteY47" fmla="*/ 357455 h 423402"/>
                <a:gd name="connsiteX48" fmla="*/ 467542 w 2912392"/>
                <a:gd name="connsiteY48" fmla="*/ 363236 h 423402"/>
                <a:gd name="connsiteX49" fmla="*/ 477281 w 2912392"/>
                <a:gd name="connsiteY49" fmla="*/ 368771 h 423402"/>
                <a:gd name="connsiteX50" fmla="*/ 487022 w 2912392"/>
                <a:gd name="connsiteY50" fmla="*/ 374055 h 423402"/>
                <a:gd name="connsiteX51" fmla="*/ 496763 w 2912392"/>
                <a:gd name="connsiteY51" fmla="*/ 379082 h 423402"/>
                <a:gd name="connsiteX52" fmla="*/ 506503 w 2912392"/>
                <a:gd name="connsiteY52" fmla="*/ 383848 h 423402"/>
                <a:gd name="connsiteX53" fmla="*/ 516244 w 2912392"/>
                <a:gd name="connsiteY53" fmla="*/ 388349 h 423402"/>
                <a:gd name="connsiteX54" fmla="*/ 525985 w 2912392"/>
                <a:gd name="connsiteY54" fmla="*/ 392579 h 423402"/>
                <a:gd name="connsiteX55" fmla="*/ 535724 w 2912392"/>
                <a:gd name="connsiteY55" fmla="*/ 396538 h 423402"/>
                <a:gd name="connsiteX56" fmla="*/ 545465 w 2912392"/>
                <a:gd name="connsiteY56" fmla="*/ 400222 h 423402"/>
                <a:gd name="connsiteX57" fmla="*/ 555206 w 2912392"/>
                <a:gd name="connsiteY57" fmla="*/ 403630 h 423402"/>
                <a:gd name="connsiteX58" fmla="*/ 564946 w 2912392"/>
                <a:gd name="connsiteY58" fmla="*/ 406762 h 423402"/>
                <a:gd name="connsiteX59" fmla="*/ 574687 w 2912392"/>
                <a:gd name="connsiteY59" fmla="*/ 409618 h 423402"/>
                <a:gd name="connsiteX60" fmla="*/ 584428 w 2912392"/>
                <a:gd name="connsiteY60" fmla="*/ 412197 h 423402"/>
                <a:gd name="connsiteX61" fmla="*/ 594167 w 2912392"/>
                <a:gd name="connsiteY61" fmla="*/ 414500 h 423402"/>
                <a:gd name="connsiteX62" fmla="*/ 603908 w 2912392"/>
                <a:gd name="connsiteY62" fmla="*/ 416531 h 423402"/>
                <a:gd name="connsiteX63" fmla="*/ 613649 w 2912392"/>
                <a:gd name="connsiteY63" fmla="*/ 418293 h 423402"/>
                <a:gd name="connsiteX64" fmla="*/ 623388 w 2912392"/>
                <a:gd name="connsiteY64" fmla="*/ 419786 h 423402"/>
                <a:gd name="connsiteX65" fmla="*/ 633129 w 2912392"/>
                <a:gd name="connsiteY65" fmla="*/ 421017 h 423402"/>
                <a:gd name="connsiteX66" fmla="*/ 642870 w 2912392"/>
                <a:gd name="connsiteY66" fmla="*/ 421988 h 423402"/>
                <a:gd name="connsiteX67" fmla="*/ 652610 w 2912392"/>
                <a:gd name="connsiteY67" fmla="*/ 422707 h 423402"/>
                <a:gd name="connsiteX68" fmla="*/ 662351 w 2912392"/>
                <a:gd name="connsiteY68" fmla="*/ 423176 h 423402"/>
                <a:gd name="connsiteX69" fmla="*/ 672092 w 2912392"/>
                <a:gd name="connsiteY69" fmla="*/ 423402 h 423402"/>
                <a:gd name="connsiteX70" fmla="*/ 681831 w 2912392"/>
                <a:gd name="connsiteY70" fmla="*/ 423392 h 423402"/>
                <a:gd name="connsiteX71" fmla="*/ 691572 w 2912392"/>
                <a:gd name="connsiteY71" fmla="*/ 423152 h 423402"/>
                <a:gd name="connsiteX72" fmla="*/ 701313 w 2912392"/>
                <a:gd name="connsiteY72" fmla="*/ 422690 h 423402"/>
                <a:gd name="connsiteX73" fmla="*/ 711052 w 2912392"/>
                <a:gd name="connsiteY73" fmla="*/ 422012 h 423402"/>
                <a:gd name="connsiteX74" fmla="*/ 720793 w 2912392"/>
                <a:gd name="connsiteY74" fmla="*/ 421129 h 423402"/>
                <a:gd name="connsiteX75" fmla="*/ 730534 w 2912392"/>
                <a:gd name="connsiteY75" fmla="*/ 420046 h 423402"/>
                <a:gd name="connsiteX76" fmla="*/ 740274 w 2912392"/>
                <a:gd name="connsiteY76" fmla="*/ 418770 h 423402"/>
                <a:gd name="connsiteX77" fmla="*/ 750015 w 2912392"/>
                <a:gd name="connsiteY77" fmla="*/ 417315 h 423402"/>
                <a:gd name="connsiteX78" fmla="*/ 759756 w 2912392"/>
                <a:gd name="connsiteY78" fmla="*/ 415685 h 423402"/>
                <a:gd name="connsiteX79" fmla="*/ 769495 w 2912392"/>
                <a:gd name="connsiteY79" fmla="*/ 413891 h 423402"/>
                <a:gd name="connsiteX80" fmla="*/ 779236 w 2912392"/>
                <a:gd name="connsiteY80" fmla="*/ 411939 h 423402"/>
                <a:gd name="connsiteX81" fmla="*/ 788977 w 2912392"/>
                <a:gd name="connsiteY81" fmla="*/ 409841 h 423402"/>
                <a:gd name="connsiteX82" fmla="*/ 798717 w 2912392"/>
                <a:gd name="connsiteY82" fmla="*/ 407606 h 423402"/>
                <a:gd name="connsiteX83" fmla="*/ 808458 w 2912392"/>
                <a:gd name="connsiteY83" fmla="*/ 405240 h 423402"/>
                <a:gd name="connsiteX84" fmla="*/ 818199 w 2912392"/>
                <a:gd name="connsiteY84" fmla="*/ 402755 h 423402"/>
                <a:gd name="connsiteX85" fmla="*/ 827938 w 2912392"/>
                <a:gd name="connsiteY85" fmla="*/ 400157 h 423402"/>
                <a:gd name="connsiteX86" fmla="*/ 837679 w 2912392"/>
                <a:gd name="connsiteY86" fmla="*/ 397456 h 423402"/>
                <a:gd name="connsiteX87" fmla="*/ 847420 w 2912392"/>
                <a:gd name="connsiteY87" fmla="*/ 394659 h 423402"/>
                <a:gd name="connsiteX88" fmla="*/ 857159 w 2912392"/>
                <a:gd name="connsiteY88" fmla="*/ 391776 h 423402"/>
                <a:gd name="connsiteX89" fmla="*/ 866900 w 2912392"/>
                <a:gd name="connsiteY89" fmla="*/ 388814 h 423402"/>
                <a:gd name="connsiteX90" fmla="*/ 876641 w 2912392"/>
                <a:gd name="connsiteY90" fmla="*/ 385782 h 423402"/>
                <a:gd name="connsiteX91" fmla="*/ 886381 w 2912392"/>
                <a:gd name="connsiteY91" fmla="*/ 382685 h 423402"/>
                <a:gd name="connsiteX92" fmla="*/ 896122 w 2912392"/>
                <a:gd name="connsiteY92" fmla="*/ 379531 h 423402"/>
                <a:gd name="connsiteX93" fmla="*/ 905863 w 2912392"/>
                <a:gd name="connsiteY93" fmla="*/ 376326 h 423402"/>
                <a:gd name="connsiteX94" fmla="*/ 915602 w 2912392"/>
                <a:gd name="connsiteY94" fmla="*/ 373078 h 423402"/>
                <a:gd name="connsiteX95" fmla="*/ 925343 w 2912392"/>
                <a:gd name="connsiteY95" fmla="*/ 369793 h 423402"/>
                <a:gd name="connsiteX96" fmla="*/ 935084 w 2912392"/>
                <a:gd name="connsiteY96" fmla="*/ 366476 h 423402"/>
                <a:gd name="connsiteX97" fmla="*/ 944824 w 2912392"/>
                <a:gd name="connsiteY97" fmla="*/ 363133 h 423402"/>
                <a:gd name="connsiteX98" fmla="*/ 954564 w 2912392"/>
                <a:gd name="connsiteY98" fmla="*/ 359769 h 423402"/>
                <a:gd name="connsiteX99" fmla="*/ 964305 w 2912392"/>
                <a:gd name="connsiteY99" fmla="*/ 356387 h 423402"/>
                <a:gd name="connsiteX100" fmla="*/ 974045 w 2912392"/>
                <a:gd name="connsiteY100" fmla="*/ 352993 h 423402"/>
                <a:gd name="connsiteX101" fmla="*/ 983786 w 2912392"/>
                <a:gd name="connsiteY101" fmla="*/ 349588 h 423402"/>
                <a:gd name="connsiteX102" fmla="*/ 993522 w 2912392"/>
                <a:gd name="connsiteY102" fmla="*/ 346181 h 423402"/>
                <a:gd name="connsiteX103" fmla="*/ 1003266 w 2912392"/>
                <a:gd name="connsiteY103" fmla="*/ 342770 h 423402"/>
                <a:gd name="connsiteX104" fmla="*/ 1013010 w 2912392"/>
                <a:gd name="connsiteY104" fmla="*/ 339360 h 423402"/>
                <a:gd name="connsiteX105" fmla="*/ 1022754 w 2912392"/>
                <a:gd name="connsiteY105" fmla="*/ 335953 h 423402"/>
                <a:gd name="connsiteX106" fmla="*/ 1032483 w 2912392"/>
                <a:gd name="connsiteY106" fmla="*/ 332551 h 423402"/>
                <a:gd name="connsiteX107" fmla="*/ 1042227 w 2912392"/>
                <a:gd name="connsiteY107" fmla="*/ 329156 h 423402"/>
                <a:gd name="connsiteX108" fmla="*/ 1051971 w 2912392"/>
                <a:gd name="connsiteY108" fmla="*/ 325769 h 423402"/>
                <a:gd name="connsiteX109" fmla="*/ 1061715 w 2912392"/>
                <a:gd name="connsiteY109" fmla="*/ 322390 h 423402"/>
                <a:gd name="connsiteX110" fmla="*/ 1071444 w 2912392"/>
                <a:gd name="connsiteY110" fmla="*/ 319023 h 423402"/>
                <a:gd name="connsiteX111" fmla="*/ 1081188 w 2912392"/>
                <a:gd name="connsiteY111" fmla="*/ 315665 h 423402"/>
                <a:gd name="connsiteX112" fmla="*/ 1090932 w 2912392"/>
                <a:gd name="connsiteY112" fmla="*/ 312318 h 423402"/>
                <a:gd name="connsiteX113" fmla="*/ 1100676 w 2912392"/>
                <a:gd name="connsiteY113" fmla="*/ 308984 h 423402"/>
                <a:gd name="connsiteX114" fmla="*/ 1110405 w 2912392"/>
                <a:gd name="connsiteY114" fmla="*/ 305659 h 423402"/>
                <a:gd name="connsiteX115" fmla="*/ 1120149 w 2912392"/>
                <a:gd name="connsiteY115" fmla="*/ 302345 h 423402"/>
                <a:gd name="connsiteX116" fmla="*/ 1129893 w 2912392"/>
                <a:gd name="connsiteY116" fmla="*/ 299042 h 423402"/>
                <a:gd name="connsiteX117" fmla="*/ 1139637 w 2912392"/>
                <a:gd name="connsiteY117" fmla="*/ 295749 h 423402"/>
                <a:gd name="connsiteX118" fmla="*/ 1149381 w 2912392"/>
                <a:gd name="connsiteY118" fmla="*/ 292466 h 423402"/>
                <a:gd name="connsiteX119" fmla="*/ 1159110 w 2912392"/>
                <a:gd name="connsiteY119" fmla="*/ 289191 h 423402"/>
                <a:gd name="connsiteX120" fmla="*/ 1168854 w 2912392"/>
                <a:gd name="connsiteY120" fmla="*/ 285923 h 423402"/>
                <a:gd name="connsiteX121" fmla="*/ 1178598 w 2912392"/>
                <a:gd name="connsiteY121" fmla="*/ 282663 h 423402"/>
                <a:gd name="connsiteX122" fmla="*/ 1188341 w 2912392"/>
                <a:gd name="connsiteY122" fmla="*/ 279410 h 423402"/>
                <a:gd name="connsiteX123" fmla="*/ 1198070 w 2912392"/>
                <a:gd name="connsiteY123" fmla="*/ 276163 h 423402"/>
                <a:gd name="connsiteX124" fmla="*/ 1207814 w 2912392"/>
                <a:gd name="connsiteY124" fmla="*/ 272921 h 423402"/>
                <a:gd name="connsiteX125" fmla="*/ 1217558 w 2912392"/>
                <a:gd name="connsiteY125" fmla="*/ 269683 h 423402"/>
                <a:gd name="connsiteX126" fmla="*/ 1227302 w 2912392"/>
                <a:gd name="connsiteY126" fmla="*/ 266450 h 423402"/>
                <a:gd name="connsiteX127" fmla="*/ 1237031 w 2912392"/>
                <a:gd name="connsiteY127" fmla="*/ 263222 h 423402"/>
                <a:gd name="connsiteX128" fmla="*/ 1246775 w 2912392"/>
                <a:gd name="connsiteY128" fmla="*/ 259996 h 423402"/>
                <a:gd name="connsiteX129" fmla="*/ 1256519 w 2912392"/>
                <a:gd name="connsiteY129" fmla="*/ 256775 h 423402"/>
                <a:gd name="connsiteX130" fmla="*/ 1266263 w 2912392"/>
                <a:gd name="connsiteY130" fmla="*/ 253558 h 423402"/>
                <a:gd name="connsiteX131" fmla="*/ 1276007 w 2912392"/>
                <a:gd name="connsiteY131" fmla="*/ 250345 h 423402"/>
                <a:gd name="connsiteX132" fmla="*/ 1285736 w 2912392"/>
                <a:gd name="connsiteY132" fmla="*/ 247137 h 423402"/>
                <a:gd name="connsiteX133" fmla="*/ 1295480 w 2912392"/>
                <a:gd name="connsiteY133" fmla="*/ 243935 h 423402"/>
                <a:gd name="connsiteX134" fmla="*/ 1305224 w 2912392"/>
                <a:gd name="connsiteY134" fmla="*/ 240738 h 423402"/>
                <a:gd name="connsiteX135" fmla="*/ 1314968 w 2912392"/>
                <a:gd name="connsiteY135" fmla="*/ 237549 h 423402"/>
                <a:gd name="connsiteX136" fmla="*/ 1324697 w 2912392"/>
                <a:gd name="connsiteY136" fmla="*/ 234371 h 423402"/>
                <a:gd name="connsiteX137" fmla="*/ 1334441 w 2912392"/>
                <a:gd name="connsiteY137" fmla="*/ 231202 h 423402"/>
                <a:gd name="connsiteX138" fmla="*/ 1344185 w 2912392"/>
                <a:gd name="connsiteY138" fmla="*/ 228047 h 423402"/>
                <a:gd name="connsiteX139" fmla="*/ 1353929 w 2912392"/>
                <a:gd name="connsiteY139" fmla="*/ 224906 h 423402"/>
                <a:gd name="connsiteX140" fmla="*/ 1363658 w 2912392"/>
                <a:gd name="connsiteY140" fmla="*/ 221782 h 423402"/>
                <a:gd name="connsiteX141" fmla="*/ 1373402 w 2912392"/>
                <a:gd name="connsiteY141" fmla="*/ 218678 h 423402"/>
                <a:gd name="connsiteX142" fmla="*/ 1383146 w 2912392"/>
                <a:gd name="connsiteY142" fmla="*/ 215597 h 423402"/>
                <a:gd name="connsiteX143" fmla="*/ 1392890 w 2912392"/>
                <a:gd name="connsiteY143" fmla="*/ 212541 h 423402"/>
                <a:gd name="connsiteX144" fmla="*/ 1402619 w 2912392"/>
                <a:gd name="connsiteY144" fmla="*/ 209515 h 423402"/>
                <a:gd name="connsiteX145" fmla="*/ 1412363 w 2912392"/>
                <a:gd name="connsiteY145" fmla="*/ 206522 h 423402"/>
                <a:gd name="connsiteX146" fmla="*/ 1422106 w 2912392"/>
                <a:gd name="connsiteY146" fmla="*/ 203565 h 423402"/>
                <a:gd name="connsiteX147" fmla="*/ 1431850 w 2912392"/>
                <a:gd name="connsiteY147" fmla="*/ 200649 h 423402"/>
                <a:gd name="connsiteX148" fmla="*/ 1441594 w 2912392"/>
                <a:gd name="connsiteY148" fmla="*/ 197777 h 423402"/>
                <a:gd name="connsiteX149" fmla="*/ 1451323 w 2912392"/>
                <a:gd name="connsiteY149" fmla="*/ 194952 h 423402"/>
                <a:gd name="connsiteX150" fmla="*/ 1461067 w 2912392"/>
                <a:gd name="connsiteY150" fmla="*/ 192180 h 423402"/>
                <a:gd name="connsiteX151" fmla="*/ 1470811 w 2912392"/>
                <a:gd name="connsiteY151" fmla="*/ 189466 h 423402"/>
                <a:gd name="connsiteX152" fmla="*/ 1480555 w 2912392"/>
                <a:gd name="connsiteY152" fmla="*/ 186815 h 423402"/>
                <a:gd name="connsiteX153" fmla="*/ 1490284 w 2912392"/>
                <a:gd name="connsiteY153" fmla="*/ 184229 h 423402"/>
                <a:gd name="connsiteX154" fmla="*/ 1500028 w 2912392"/>
                <a:gd name="connsiteY154" fmla="*/ 181715 h 423402"/>
                <a:gd name="connsiteX155" fmla="*/ 1509772 w 2912392"/>
                <a:gd name="connsiteY155" fmla="*/ 179276 h 423402"/>
                <a:gd name="connsiteX156" fmla="*/ 1519516 w 2912392"/>
                <a:gd name="connsiteY156" fmla="*/ 176919 h 423402"/>
                <a:gd name="connsiteX157" fmla="*/ 1529245 w 2912392"/>
                <a:gd name="connsiteY157" fmla="*/ 174647 h 423402"/>
                <a:gd name="connsiteX158" fmla="*/ 1538989 w 2912392"/>
                <a:gd name="connsiteY158" fmla="*/ 172466 h 423402"/>
                <a:gd name="connsiteX159" fmla="*/ 1548733 w 2912392"/>
                <a:gd name="connsiteY159" fmla="*/ 170380 h 423402"/>
                <a:gd name="connsiteX160" fmla="*/ 1558477 w 2912392"/>
                <a:gd name="connsiteY160" fmla="*/ 168393 h 423402"/>
                <a:gd name="connsiteX161" fmla="*/ 1568221 w 2912392"/>
                <a:gd name="connsiteY161" fmla="*/ 166509 h 423402"/>
                <a:gd name="connsiteX162" fmla="*/ 1577950 w 2912392"/>
                <a:gd name="connsiteY162" fmla="*/ 164735 h 423402"/>
                <a:gd name="connsiteX163" fmla="*/ 1587694 w 2912392"/>
                <a:gd name="connsiteY163" fmla="*/ 163072 h 423402"/>
                <a:gd name="connsiteX164" fmla="*/ 1597438 w 2912392"/>
                <a:gd name="connsiteY164" fmla="*/ 161526 h 423402"/>
                <a:gd name="connsiteX165" fmla="*/ 1607182 w 2912392"/>
                <a:gd name="connsiteY165" fmla="*/ 160101 h 423402"/>
                <a:gd name="connsiteX166" fmla="*/ 1616911 w 2912392"/>
                <a:gd name="connsiteY166" fmla="*/ 158799 h 423402"/>
                <a:gd name="connsiteX167" fmla="*/ 1626655 w 2912392"/>
                <a:gd name="connsiteY167" fmla="*/ 157625 h 423402"/>
                <a:gd name="connsiteX168" fmla="*/ 1636399 w 2912392"/>
                <a:gd name="connsiteY168" fmla="*/ 156582 h 423402"/>
                <a:gd name="connsiteX169" fmla="*/ 1646142 w 2912392"/>
                <a:gd name="connsiteY169" fmla="*/ 155672 h 423402"/>
                <a:gd name="connsiteX170" fmla="*/ 1655872 w 2912392"/>
                <a:gd name="connsiteY170" fmla="*/ 154897 h 423402"/>
                <a:gd name="connsiteX171" fmla="*/ 1665616 w 2912392"/>
                <a:gd name="connsiteY171" fmla="*/ 154261 h 423402"/>
                <a:gd name="connsiteX172" fmla="*/ 1675359 w 2912392"/>
                <a:gd name="connsiteY172" fmla="*/ 153765 h 423402"/>
                <a:gd name="connsiteX173" fmla="*/ 1685103 w 2912392"/>
                <a:gd name="connsiteY173" fmla="*/ 153410 h 423402"/>
                <a:gd name="connsiteX174" fmla="*/ 1694832 w 2912392"/>
                <a:gd name="connsiteY174" fmla="*/ 153199 h 423402"/>
                <a:gd name="connsiteX175" fmla="*/ 1704576 w 2912392"/>
                <a:gd name="connsiteY175" fmla="*/ 153130 h 423402"/>
                <a:gd name="connsiteX176" fmla="*/ 1714320 w 2912392"/>
                <a:gd name="connsiteY176" fmla="*/ 153206 h 423402"/>
                <a:gd name="connsiteX177" fmla="*/ 1724064 w 2912392"/>
                <a:gd name="connsiteY177" fmla="*/ 153425 h 423402"/>
                <a:gd name="connsiteX178" fmla="*/ 1733808 w 2912392"/>
                <a:gd name="connsiteY178" fmla="*/ 153789 h 423402"/>
                <a:gd name="connsiteX179" fmla="*/ 1743537 w 2912392"/>
                <a:gd name="connsiteY179" fmla="*/ 154295 h 423402"/>
                <a:gd name="connsiteX180" fmla="*/ 1753281 w 2912392"/>
                <a:gd name="connsiteY180" fmla="*/ 154945 h 423402"/>
                <a:gd name="connsiteX181" fmla="*/ 1763025 w 2912392"/>
                <a:gd name="connsiteY181" fmla="*/ 155733 h 423402"/>
                <a:gd name="connsiteX182" fmla="*/ 1772769 w 2912392"/>
                <a:gd name="connsiteY182" fmla="*/ 156660 h 423402"/>
                <a:gd name="connsiteX183" fmla="*/ 1782498 w 2912392"/>
                <a:gd name="connsiteY183" fmla="*/ 157722 h 423402"/>
                <a:gd name="connsiteX184" fmla="*/ 1792242 w 2912392"/>
                <a:gd name="connsiteY184" fmla="*/ 158919 h 423402"/>
                <a:gd name="connsiteX185" fmla="*/ 1801986 w 2912392"/>
                <a:gd name="connsiteY185" fmla="*/ 160245 h 423402"/>
                <a:gd name="connsiteX186" fmla="*/ 1811730 w 2912392"/>
                <a:gd name="connsiteY186" fmla="*/ 161696 h 423402"/>
                <a:gd name="connsiteX187" fmla="*/ 1821459 w 2912392"/>
                <a:gd name="connsiteY187" fmla="*/ 163271 h 423402"/>
                <a:gd name="connsiteX188" fmla="*/ 1831203 w 2912392"/>
                <a:gd name="connsiteY188" fmla="*/ 164963 h 423402"/>
                <a:gd name="connsiteX189" fmla="*/ 1840947 w 2912392"/>
                <a:gd name="connsiteY189" fmla="*/ 166769 h 423402"/>
                <a:gd name="connsiteX190" fmla="*/ 1850691 w 2912392"/>
                <a:gd name="connsiteY190" fmla="*/ 168683 h 423402"/>
                <a:gd name="connsiteX191" fmla="*/ 1860435 w 2912392"/>
                <a:gd name="connsiteY191" fmla="*/ 170699 h 423402"/>
                <a:gd name="connsiteX192" fmla="*/ 1870164 w 2912392"/>
                <a:gd name="connsiteY192" fmla="*/ 172813 h 423402"/>
                <a:gd name="connsiteX193" fmla="*/ 1879908 w 2912392"/>
                <a:gd name="connsiteY193" fmla="*/ 175017 h 423402"/>
                <a:gd name="connsiteX194" fmla="*/ 1889652 w 2912392"/>
                <a:gd name="connsiteY194" fmla="*/ 177307 h 423402"/>
                <a:gd name="connsiteX195" fmla="*/ 1899395 w 2912392"/>
                <a:gd name="connsiteY195" fmla="*/ 179673 h 423402"/>
                <a:gd name="connsiteX196" fmla="*/ 1909124 w 2912392"/>
                <a:gd name="connsiteY196" fmla="*/ 182112 h 423402"/>
                <a:gd name="connsiteX197" fmla="*/ 1918868 w 2912392"/>
                <a:gd name="connsiteY197" fmla="*/ 184613 h 423402"/>
                <a:gd name="connsiteX198" fmla="*/ 1928612 w 2912392"/>
                <a:gd name="connsiteY198" fmla="*/ 187171 h 423402"/>
                <a:gd name="connsiteX199" fmla="*/ 1938356 w 2912392"/>
                <a:gd name="connsiteY199" fmla="*/ 189779 h 423402"/>
                <a:gd name="connsiteX200" fmla="*/ 1948085 w 2912392"/>
                <a:gd name="connsiteY200" fmla="*/ 192428 h 423402"/>
                <a:gd name="connsiteX201" fmla="*/ 1957829 w 2912392"/>
                <a:gd name="connsiteY201" fmla="*/ 195111 h 423402"/>
                <a:gd name="connsiteX202" fmla="*/ 1967573 w 2912392"/>
                <a:gd name="connsiteY202" fmla="*/ 197820 h 423402"/>
                <a:gd name="connsiteX203" fmla="*/ 1977317 w 2912392"/>
                <a:gd name="connsiteY203" fmla="*/ 200545 h 423402"/>
                <a:gd name="connsiteX204" fmla="*/ 1987046 w 2912392"/>
                <a:gd name="connsiteY204" fmla="*/ 203282 h 423402"/>
                <a:gd name="connsiteX205" fmla="*/ 1996790 w 2912392"/>
                <a:gd name="connsiteY205" fmla="*/ 206019 h 423402"/>
                <a:gd name="connsiteX206" fmla="*/ 2006534 w 2912392"/>
                <a:gd name="connsiteY206" fmla="*/ 208750 h 423402"/>
                <a:gd name="connsiteX207" fmla="*/ 2016278 w 2912392"/>
                <a:gd name="connsiteY207" fmla="*/ 211467 h 423402"/>
                <a:gd name="connsiteX208" fmla="*/ 2026022 w 2912392"/>
                <a:gd name="connsiteY208" fmla="*/ 214161 h 423402"/>
                <a:gd name="connsiteX209" fmla="*/ 2035751 w 2912392"/>
                <a:gd name="connsiteY209" fmla="*/ 216825 h 423402"/>
                <a:gd name="connsiteX210" fmla="*/ 2045495 w 2912392"/>
                <a:gd name="connsiteY210" fmla="*/ 219452 h 423402"/>
                <a:gd name="connsiteX211" fmla="*/ 2055239 w 2912392"/>
                <a:gd name="connsiteY211" fmla="*/ 222032 h 423402"/>
                <a:gd name="connsiteX212" fmla="*/ 2064983 w 2912392"/>
                <a:gd name="connsiteY212" fmla="*/ 224560 h 423402"/>
                <a:gd name="connsiteX213" fmla="*/ 2074712 w 2912392"/>
                <a:gd name="connsiteY213" fmla="*/ 227029 h 423402"/>
                <a:gd name="connsiteX214" fmla="*/ 2084456 w 2912392"/>
                <a:gd name="connsiteY214" fmla="*/ 229429 h 423402"/>
                <a:gd name="connsiteX215" fmla="*/ 2094200 w 2912392"/>
                <a:gd name="connsiteY215" fmla="*/ 231757 h 423402"/>
                <a:gd name="connsiteX216" fmla="*/ 2103944 w 2912392"/>
                <a:gd name="connsiteY216" fmla="*/ 234003 h 423402"/>
                <a:gd name="connsiteX217" fmla="*/ 2113673 w 2912392"/>
                <a:gd name="connsiteY217" fmla="*/ 236162 h 423402"/>
                <a:gd name="connsiteX218" fmla="*/ 2123417 w 2912392"/>
                <a:gd name="connsiteY218" fmla="*/ 238230 h 423402"/>
                <a:gd name="connsiteX219" fmla="*/ 2133161 w 2912392"/>
                <a:gd name="connsiteY219" fmla="*/ 240200 h 423402"/>
                <a:gd name="connsiteX220" fmla="*/ 2142905 w 2912392"/>
                <a:gd name="connsiteY220" fmla="*/ 242068 h 423402"/>
                <a:gd name="connsiteX221" fmla="*/ 2152649 w 2912392"/>
                <a:gd name="connsiteY221" fmla="*/ 243828 h 423402"/>
                <a:gd name="connsiteX222" fmla="*/ 2162377 w 2912392"/>
                <a:gd name="connsiteY222" fmla="*/ 245474 h 423402"/>
                <a:gd name="connsiteX223" fmla="*/ 2172121 w 2912392"/>
                <a:gd name="connsiteY223" fmla="*/ 247006 h 423402"/>
                <a:gd name="connsiteX224" fmla="*/ 2181865 w 2912392"/>
                <a:gd name="connsiteY224" fmla="*/ 248418 h 423402"/>
                <a:gd name="connsiteX225" fmla="*/ 2191609 w 2912392"/>
                <a:gd name="connsiteY225" fmla="*/ 249708 h 423402"/>
                <a:gd name="connsiteX226" fmla="*/ 2201338 w 2912392"/>
                <a:gd name="connsiteY226" fmla="*/ 250874 h 423402"/>
                <a:gd name="connsiteX227" fmla="*/ 2211082 w 2912392"/>
                <a:gd name="connsiteY227" fmla="*/ 251912 h 423402"/>
                <a:gd name="connsiteX228" fmla="*/ 2220826 w 2912392"/>
                <a:gd name="connsiteY228" fmla="*/ 252821 h 423402"/>
                <a:gd name="connsiteX229" fmla="*/ 2230570 w 2912392"/>
                <a:gd name="connsiteY229" fmla="*/ 253600 h 423402"/>
                <a:gd name="connsiteX230" fmla="*/ 2240299 w 2912392"/>
                <a:gd name="connsiteY230" fmla="*/ 254250 h 423402"/>
                <a:gd name="connsiteX231" fmla="*/ 2250043 w 2912392"/>
                <a:gd name="connsiteY231" fmla="*/ 254768 h 423402"/>
                <a:gd name="connsiteX232" fmla="*/ 2259787 w 2912392"/>
                <a:gd name="connsiteY232" fmla="*/ 255157 h 423402"/>
                <a:gd name="connsiteX233" fmla="*/ 2269531 w 2912392"/>
                <a:gd name="connsiteY233" fmla="*/ 255418 h 423402"/>
                <a:gd name="connsiteX234" fmla="*/ 2279260 w 2912392"/>
                <a:gd name="connsiteY234" fmla="*/ 255549 h 423402"/>
                <a:gd name="connsiteX235" fmla="*/ 2289004 w 2912392"/>
                <a:gd name="connsiteY235" fmla="*/ 255555 h 423402"/>
                <a:gd name="connsiteX236" fmla="*/ 2298748 w 2912392"/>
                <a:gd name="connsiteY236" fmla="*/ 255436 h 423402"/>
                <a:gd name="connsiteX237" fmla="*/ 2308492 w 2912392"/>
                <a:gd name="connsiteY237" fmla="*/ 255197 h 423402"/>
                <a:gd name="connsiteX238" fmla="*/ 2318236 w 2912392"/>
                <a:gd name="connsiteY238" fmla="*/ 254840 h 423402"/>
                <a:gd name="connsiteX239" fmla="*/ 2327965 w 2912392"/>
                <a:gd name="connsiteY239" fmla="*/ 254369 h 423402"/>
                <a:gd name="connsiteX240" fmla="*/ 2337709 w 2912392"/>
                <a:gd name="connsiteY240" fmla="*/ 253788 h 423402"/>
                <a:gd name="connsiteX241" fmla="*/ 2347453 w 2912392"/>
                <a:gd name="connsiteY241" fmla="*/ 253101 h 423402"/>
                <a:gd name="connsiteX242" fmla="*/ 2357197 w 2912392"/>
                <a:gd name="connsiteY242" fmla="*/ 252314 h 423402"/>
                <a:gd name="connsiteX243" fmla="*/ 2366926 w 2912392"/>
                <a:gd name="connsiteY243" fmla="*/ 251432 h 423402"/>
                <a:gd name="connsiteX244" fmla="*/ 2376670 w 2912392"/>
                <a:gd name="connsiteY244" fmla="*/ 250459 h 423402"/>
                <a:gd name="connsiteX245" fmla="*/ 2386413 w 2912392"/>
                <a:gd name="connsiteY245" fmla="*/ 249404 h 423402"/>
                <a:gd name="connsiteX246" fmla="*/ 2396157 w 2912392"/>
                <a:gd name="connsiteY246" fmla="*/ 248271 h 423402"/>
                <a:gd name="connsiteX247" fmla="*/ 2405886 w 2912392"/>
                <a:gd name="connsiteY247" fmla="*/ 247067 h 423402"/>
                <a:gd name="connsiteX248" fmla="*/ 2415630 w 2912392"/>
                <a:gd name="connsiteY248" fmla="*/ 245799 h 423402"/>
                <a:gd name="connsiteX249" fmla="*/ 2425374 w 2912392"/>
                <a:gd name="connsiteY249" fmla="*/ 244474 h 423402"/>
                <a:gd name="connsiteX250" fmla="*/ 2435118 w 2912392"/>
                <a:gd name="connsiteY250" fmla="*/ 243099 h 423402"/>
                <a:gd name="connsiteX251" fmla="*/ 2444862 w 2912392"/>
                <a:gd name="connsiteY251" fmla="*/ 241682 h 423402"/>
                <a:gd name="connsiteX252" fmla="*/ 2454591 w 2912392"/>
                <a:gd name="connsiteY252" fmla="*/ 240231 h 423402"/>
                <a:gd name="connsiteX253" fmla="*/ 2464335 w 2912392"/>
                <a:gd name="connsiteY253" fmla="*/ 238752 h 423402"/>
                <a:gd name="connsiteX254" fmla="*/ 2474079 w 2912392"/>
                <a:gd name="connsiteY254" fmla="*/ 237253 h 423402"/>
                <a:gd name="connsiteX255" fmla="*/ 2483823 w 2912392"/>
                <a:gd name="connsiteY255" fmla="*/ 235742 h 423402"/>
                <a:gd name="connsiteX256" fmla="*/ 2493552 w 2912392"/>
                <a:gd name="connsiteY256" fmla="*/ 234227 h 423402"/>
                <a:gd name="connsiteX257" fmla="*/ 2503296 w 2912392"/>
                <a:gd name="connsiteY257" fmla="*/ 232716 h 423402"/>
                <a:gd name="connsiteX258" fmla="*/ 2513040 w 2912392"/>
                <a:gd name="connsiteY258" fmla="*/ 231216 h 423402"/>
                <a:gd name="connsiteX259" fmla="*/ 2522784 w 2912392"/>
                <a:gd name="connsiteY259" fmla="*/ 229735 h 423402"/>
                <a:gd name="connsiteX260" fmla="*/ 2532513 w 2912392"/>
                <a:gd name="connsiteY260" fmla="*/ 228279 h 423402"/>
                <a:gd name="connsiteX261" fmla="*/ 2542257 w 2912392"/>
                <a:gd name="connsiteY261" fmla="*/ 226856 h 423402"/>
                <a:gd name="connsiteX262" fmla="*/ 2552001 w 2912392"/>
                <a:gd name="connsiteY262" fmla="*/ 225474 h 423402"/>
                <a:gd name="connsiteX263" fmla="*/ 2561745 w 2912392"/>
                <a:gd name="connsiteY263" fmla="*/ 224139 h 423402"/>
                <a:gd name="connsiteX264" fmla="*/ 2571474 w 2912392"/>
                <a:gd name="connsiteY264" fmla="*/ 222856 h 423402"/>
                <a:gd name="connsiteX265" fmla="*/ 2581218 w 2912392"/>
                <a:gd name="connsiteY265" fmla="*/ 221633 h 423402"/>
                <a:gd name="connsiteX266" fmla="*/ 2590962 w 2912392"/>
                <a:gd name="connsiteY266" fmla="*/ 220477 h 423402"/>
                <a:gd name="connsiteX267" fmla="*/ 2600705 w 2912392"/>
                <a:gd name="connsiteY267" fmla="*/ 219389 h 423402"/>
                <a:gd name="connsiteX268" fmla="*/ 2610449 w 2912392"/>
                <a:gd name="connsiteY268" fmla="*/ 218379 h 423402"/>
                <a:gd name="connsiteX269" fmla="*/ 2620178 w 2912392"/>
                <a:gd name="connsiteY269" fmla="*/ 217448 h 423402"/>
                <a:gd name="connsiteX270" fmla="*/ 2629922 w 2912392"/>
                <a:gd name="connsiteY270" fmla="*/ 216601 h 423402"/>
                <a:gd name="connsiteX271" fmla="*/ 2639666 w 2912392"/>
                <a:gd name="connsiteY271" fmla="*/ 215845 h 423402"/>
                <a:gd name="connsiteX272" fmla="*/ 2649410 w 2912392"/>
                <a:gd name="connsiteY272" fmla="*/ 215179 h 423402"/>
                <a:gd name="connsiteX273" fmla="*/ 2659139 w 2912392"/>
                <a:gd name="connsiteY273" fmla="*/ 214608 h 423402"/>
                <a:gd name="connsiteX274" fmla="*/ 2668883 w 2912392"/>
                <a:gd name="connsiteY274" fmla="*/ 214134 h 423402"/>
                <a:gd name="connsiteX275" fmla="*/ 2678627 w 2912392"/>
                <a:gd name="connsiteY275" fmla="*/ 213759 h 423402"/>
                <a:gd name="connsiteX276" fmla="*/ 2688371 w 2912392"/>
                <a:gd name="connsiteY276" fmla="*/ 213482 h 423402"/>
                <a:gd name="connsiteX277" fmla="*/ 2698100 w 2912392"/>
                <a:gd name="connsiteY277" fmla="*/ 213307 h 423402"/>
                <a:gd name="connsiteX278" fmla="*/ 2707844 w 2912392"/>
                <a:gd name="connsiteY278" fmla="*/ 213231 h 423402"/>
                <a:gd name="connsiteX279" fmla="*/ 2717588 w 2912392"/>
                <a:gd name="connsiteY279" fmla="*/ 213257 h 423402"/>
                <a:gd name="connsiteX280" fmla="*/ 2727332 w 2912392"/>
                <a:gd name="connsiteY280" fmla="*/ 213380 h 423402"/>
                <a:gd name="connsiteX281" fmla="*/ 2737076 w 2912392"/>
                <a:gd name="connsiteY281" fmla="*/ 213602 h 423402"/>
                <a:gd name="connsiteX282" fmla="*/ 2746805 w 2912392"/>
                <a:gd name="connsiteY282" fmla="*/ 213918 h 423402"/>
                <a:gd name="connsiteX283" fmla="*/ 2756549 w 2912392"/>
                <a:gd name="connsiteY283" fmla="*/ 214326 h 423402"/>
                <a:gd name="connsiteX284" fmla="*/ 2766293 w 2912392"/>
                <a:gd name="connsiteY284" fmla="*/ 214824 h 423402"/>
                <a:gd name="connsiteX285" fmla="*/ 2776037 w 2912392"/>
                <a:gd name="connsiteY285" fmla="*/ 215408 h 423402"/>
                <a:gd name="connsiteX286" fmla="*/ 2785766 w 2912392"/>
                <a:gd name="connsiteY286" fmla="*/ 216071 h 423402"/>
                <a:gd name="connsiteX287" fmla="*/ 2795510 w 2912392"/>
                <a:gd name="connsiteY287" fmla="*/ 216811 h 423402"/>
                <a:gd name="connsiteX288" fmla="*/ 2805254 w 2912392"/>
                <a:gd name="connsiteY288" fmla="*/ 217622 h 423402"/>
                <a:gd name="connsiteX289" fmla="*/ 2814998 w 2912392"/>
                <a:gd name="connsiteY289" fmla="*/ 218497 h 423402"/>
                <a:gd name="connsiteX290" fmla="*/ 2824727 w 2912392"/>
                <a:gd name="connsiteY290" fmla="*/ 219429 h 423402"/>
                <a:gd name="connsiteX291" fmla="*/ 2834471 w 2912392"/>
                <a:gd name="connsiteY291" fmla="*/ 220414 h 423402"/>
                <a:gd name="connsiteX292" fmla="*/ 2844215 w 2912392"/>
                <a:gd name="connsiteY292" fmla="*/ 221444 h 423402"/>
                <a:gd name="connsiteX293" fmla="*/ 2853958 w 2912392"/>
                <a:gd name="connsiteY293" fmla="*/ 222509 h 423402"/>
                <a:gd name="connsiteX294" fmla="*/ 2863687 w 2912392"/>
                <a:gd name="connsiteY294" fmla="*/ 223604 h 423402"/>
                <a:gd name="connsiteX295" fmla="*/ 2873431 w 2912392"/>
                <a:gd name="connsiteY295" fmla="*/ 224720 h 423402"/>
                <a:gd name="connsiteX296" fmla="*/ 2883175 w 2912392"/>
                <a:gd name="connsiteY296" fmla="*/ 225848 h 423402"/>
                <a:gd name="connsiteX297" fmla="*/ 2892919 w 2912392"/>
                <a:gd name="connsiteY297" fmla="*/ 226980 h 423402"/>
                <a:gd name="connsiteX298" fmla="*/ 2902663 w 2912392"/>
                <a:gd name="connsiteY298" fmla="*/ 228105 h 423402"/>
                <a:gd name="connsiteX299" fmla="*/ 2912392 w 2912392"/>
                <a:gd name="connsiteY299" fmla="*/ 229216 h 423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23402">
                  <a:moveTo>
                    <a:pt x="0" y="0"/>
                  </a:moveTo>
                  <a:lnTo>
                    <a:pt x="9739" y="5680"/>
                  </a:lnTo>
                  <a:lnTo>
                    <a:pt x="19480" y="11545"/>
                  </a:lnTo>
                  <a:lnTo>
                    <a:pt x="29221" y="17597"/>
                  </a:lnTo>
                  <a:lnTo>
                    <a:pt x="38961" y="23831"/>
                  </a:lnTo>
                  <a:lnTo>
                    <a:pt x="48702" y="30246"/>
                  </a:lnTo>
                  <a:lnTo>
                    <a:pt x="58443" y="36836"/>
                  </a:lnTo>
                  <a:lnTo>
                    <a:pt x="68182" y="43599"/>
                  </a:lnTo>
                  <a:lnTo>
                    <a:pt x="77923" y="50530"/>
                  </a:lnTo>
                  <a:lnTo>
                    <a:pt x="87664" y="57625"/>
                  </a:lnTo>
                  <a:lnTo>
                    <a:pt x="97404" y="64876"/>
                  </a:lnTo>
                  <a:lnTo>
                    <a:pt x="107145" y="72278"/>
                  </a:lnTo>
                  <a:lnTo>
                    <a:pt x="116886" y="79826"/>
                  </a:lnTo>
                  <a:lnTo>
                    <a:pt x="126625" y="87511"/>
                  </a:lnTo>
                  <a:lnTo>
                    <a:pt x="136366" y="95328"/>
                  </a:lnTo>
                  <a:lnTo>
                    <a:pt x="146107" y="103266"/>
                  </a:lnTo>
                  <a:lnTo>
                    <a:pt x="155846" y="111319"/>
                  </a:lnTo>
                  <a:lnTo>
                    <a:pt x="165587" y="119476"/>
                  </a:lnTo>
                  <a:lnTo>
                    <a:pt x="175328" y="127730"/>
                  </a:lnTo>
                  <a:lnTo>
                    <a:pt x="185068" y="136071"/>
                  </a:lnTo>
                  <a:lnTo>
                    <a:pt x="194809" y="144487"/>
                  </a:lnTo>
                  <a:lnTo>
                    <a:pt x="204550" y="152968"/>
                  </a:lnTo>
                  <a:lnTo>
                    <a:pt x="214289" y="161505"/>
                  </a:lnTo>
                  <a:lnTo>
                    <a:pt x="224030" y="170084"/>
                  </a:lnTo>
                  <a:lnTo>
                    <a:pt x="233771" y="178695"/>
                  </a:lnTo>
                  <a:lnTo>
                    <a:pt x="243510" y="187326"/>
                  </a:lnTo>
                  <a:lnTo>
                    <a:pt x="253251" y="195966"/>
                  </a:lnTo>
                  <a:lnTo>
                    <a:pt x="262992" y="204602"/>
                  </a:lnTo>
                  <a:lnTo>
                    <a:pt x="272732" y="213221"/>
                  </a:lnTo>
                  <a:lnTo>
                    <a:pt x="282473" y="221810"/>
                  </a:lnTo>
                  <a:lnTo>
                    <a:pt x="292214" y="230358"/>
                  </a:lnTo>
                  <a:lnTo>
                    <a:pt x="301953" y="238850"/>
                  </a:lnTo>
                  <a:lnTo>
                    <a:pt x="311694" y="247277"/>
                  </a:lnTo>
                  <a:lnTo>
                    <a:pt x="321435" y="255623"/>
                  </a:lnTo>
                  <a:lnTo>
                    <a:pt x="331175" y="263877"/>
                  </a:lnTo>
                  <a:lnTo>
                    <a:pt x="340916" y="272027"/>
                  </a:lnTo>
                  <a:lnTo>
                    <a:pt x="350656" y="280061"/>
                  </a:lnTo>
                  <a:lnTo>
                    <a:pt x="360396" y="287963"/>
                  </a:lnTo>
                  <a:lnTo>
                    <a:pt x="370137" y="295725"/>
                  </a:lnTo>
                  <a:lnTo>
                    <a:pt x="379878" y="303336"/>
                  </a:lnTo>
                  <a:lnTo>
                    <a:pt x="389617" y="310782"/>
                  </a:lnTo>
                  <a:lnTo>
                    <a:pt x="399358" y="318053"/>
                  </a:lnTo>
                  <a:lnTo>
                    <a:pt x="409099" y="325139"/>
                  </a:lnTo>
                  <a:lnTo>
                    <a:pt x="418839" y="332030"/>
                  </a:lnTo>
                  <a:lnTo>
                    <a:pt x="428580" y="338716"/>
                  </a:lnTo>
                  <a:lnTo>
                    <a:pt x="438321" y="345187"/>
                  </a:lnTo>
                  <a:lnTo>
                    <a:pt x="448060" y="351437"/>
                  </a:lnTo>
                  <a:lnTo>
                    <a:pt x="457801" y="357455"/>
                  </a:lnTo>
                  <a:lnTo>
                    <a:pt x="467542" y="363236"/>
                  </a:lnTo>
                  <a:lnTo>
                    <a:pt x="477281" y="368771"/>
                  </a:lnTo>
                  <a:lnTo>
                    <a:pt x="487022" y="374055"/>
                  </a:lnTo>
                  <a:lnTo>
                    <a:pt x="496763" y="379082"/>
                  </a:lnTo>
                  <a:lnTo>
                    <a:pt x="506503" y="383848"/>
                  </a:lnTo>
                  <a:lnTo>
                    <a:pt x="516244" y="388349"/>
                  </a:lnTo>
                  <a:lnTo>
                    <a:pt x="525985" y="392579"/>
                  </a:lnTo>
                  <a:lnTo>
                    <a:pt x="535724" y="396538"/>
                  </a:lnTo>
                  <a:lnTo>
                    <a:pt x="545465" y="400222"/>
                  </a:lnTo>
                  <a:lnTo>
                    <a:pt x="555206" y="403630"/>
                  </a:lnTo>
                  <a:lnTo>
                    <a:pt x="564946" y="406762"/>
                  </a:lnTo>
                  <a:lnTo>
                    <a:pt x="574687" y="409618"/>
                  </a:lnTo>
                  <a:lnTo>
                    <a:pt x="584428" y="412197"/>
                  </a:lnTo>
                  <a:lnTo>
                    <a:pt x="594167" y="414500"/>
                  </a:lnTo>
                  <a:lnTo>
                    <a:pt x="603908" y="416531"/>
                  </a:lnTo>
                  <a:lnTo>
                    <a:pt x="613649" y="418293"/>
                  </a:lnTo>
                  <a:lnTo>
                    <a:pt x="623388" y="419786"/>
                  </a:lnTo>
                  <a:lnTo>
                    <a:pt x="633129" y="421017"/>
                  </a:lnTo>
                  <a:lnTo>
                    <a:pt x="642870" y="421988"/>
                  </a:lnTo>
                  <a:lnTo>
                    <a:pt x="652610" y="422707"/>
                  </a:lnTo>
                  <a:lnTo>
                    <a:pt x="662351" y="423176"/>
                  </a:lnTo>
                  <a:lnTo>
                    <a:pt x="672092" y="423402"/>
                  </a:lnTo>
                  <a:lnTo>
                    <a:pt x="681831" y="423392"/>
                  </a:lnTo>
                  <a:lnTo>
                    <a:pt x="691572" y="423152"/>
                  </a:lnTo>
                  <a:lnTo>
                    <a:pt x="701313" y="422690"/>
                  </a:lnTo>
                  <a:lnTo>
                    <a:pt x="711052" y="422012"/>
                  </a:lnTo>
                  <a:lnTo>
                    <a:pt x="720793" y="421129"/>
                  </a:lnTo>
                  <a:lnTo>
                    <a:pt x="730534" y="420046"/>
                  </a:lnTo>
                  <a:lnTo>
                    <a:pt x="740274" y="418770"/>
                  </a:lnTo>
                  <a:lnTo>
                    <a:pt x="750015" y="417315"/>
                  </a:lnTo>
                  <a:lnTo>
                    <a:pt x="759756" y="415685"/>
                  </a:lnTo>
                  <a:lnTo>
                    <a:pt x="769495" y="413891"/>
                  </a:lnTo>
                  <a:lnTo>
                    <a:pt x="779236" y="411939"/>
                  </a:lnTo>
                  <a:lnTo>
                    <a:pt x="788977" y="409841"/>
                  </a:lnTo>
                  <a:lnTo>
                    <a:pt x="798717" y="407606"/>
                  </a:lnTo>
                  <a:lnTo>
                    <a:pt x="808458" y="405240"/>
                  </a:lnTo>
                  <a:lnTo>
                    <a:pt x="818199" y="402755"/>
                  </a:lnTo>
                  <a:lnTo>
                    <a:pt x="827938" y="400157"/>
                  </a:lnTo>
                  <a:lnTo>
                    <a:pt x="837679" y="397456"/>
                  </a:lnTo>
                  <a:lnTo>
                    <a:pt x="847420" y="394659"/>
                  </a:lnTo>
                  <a:lnTo>
                    <a:pt x="857159" y="391776"/>
                  </a:lnTo>
                  <a:lnTo>
                    <a:pt x="866900" y="388814"/>
                  </a:lnTo>
                  <a:lnTo>
                    <a:pt x="876641" y="385782"/>
                  </a:lnTo>
                  <a:lnTo>
                    <a:pt x="886381" y="382685"/>
                  </a:lnTo>
                  <a:lnTo>
                    <a:pt x="896122" y="379531"/>
                  </a:lnTo>
                  <a:lnTo>
                    <a:pt x="905863" y="376326"/>
                  </a:lnTo>
                  <a:lnTo>
                    <a:pt x="915602" y="373078"/>
                  </a:lnTo>
                  <a:lnTo>
                    <a:pt x="925343" y="369793"/>
                  </a:lnTo>
                  <a:lnTo>
                    <a:pt x="935084" y="366476"/>
                  </a:lnTo>
                  <a:lnTo>
                    <a:pt x="944824" y="363133"/>
                  </a:lnTo>
                  <a:lnTo>
                    <a:pt x="954564" y="359769"/>
                  </a:lnTo>
                  <a:lnTo>
                    <a:pt x="964305" y="356387"/>
                  </a:lnTo>
                  <a:lnTo>
                    <a:pt x="974045" y="352993"/>
                  </a:lnTo>
                  <a:lnTo>
                    <a:pt x="983786" y="349588"/>
                  </a:lnTo>
                  <a:lnTo>
                    <a:pt x="993522" y="346181"/>
                  </a:lnTo>
                  <a:lnTo>
                    <a:pt x="1003266" y="342770"/>
                  </a:lnTo>
                  <a:lnTo>
                    <a:pt x="1013010" y="339360"/>
                  </a:lnTo>
                  <a:lnTo>
                    <a:pt x="1022754" y="335953"/>
                  </a:lnTo>
                  <a:lnTo>
                    <a:pt x="1032483" y="332551"/>
                  </a:lnTo>
                  <a:lnTo>
                    <a:pt x="1042227" y="329156"/>
                  </a:lnTo>
                  <a:lnTo>
                    <a:pt x="1051971" y="325769"/>
                  </a:lnTo>
                  <a:lnTo>
                    <a:pt x="1061715" y="322390"/>
                  </a:lnTo>
                  <a:lnTo>
                    <a:pt x="1071444" y="319023"/>
                  </a:lnTo>
                  <a:lnTo>
                    <a:pt x="1081188" y="315665"/>
                  </a:lnTo>
                  <a:lnTo>
                    <a:pt x="1090932" y="312318"/>
                  </a:lnTo>
                  <a:lnTo>
                    <a:pt x="1100676" y="308984"/>
                  </a:lnTo>
                  <a:lnTo>
                    <a:pt x="1110405" y="305659"/>
                  </a:lnTo>
                  <a:lnTo>
                    <a:pt x="1120149" y="302345"/>
                  </a:lnTo>
                  <a:lnTo>
                    <a:pt x="1129893" y="299042"/>
                  </a:lnTo>
                  <a:lnTo>
                    <a:pt x="1139637" y="295749"/>
                  </a:lnTo>
                  <a:lnTo>
                    <a:pt x="1149381" y="292466"/>
                  </a:lnTo>
                  <a:lnTo>
                    <a:pt x="1159110" y="289191"/>
                  </a:lnTo>
                  <a:lnTo>
                    <a:pt x="1168854" y="285923"/>
                  </a:lnTo>
                  <a:lnTo>
                    <a:pt x="1178598" y="282663"/>
                  </a:lnTo>
                  <a:lnTo>
                    <a:pt x="1188341" y="279410"/>
                  </a:lnTo>
                  <a:lnTo>
                    <a:pt x="1198070" y="276163"/>
                  </a:lnTo>
                  <a:lnTo>
                    <a:pt x="1207814" y="272921"/>
                  </a:lnTo>
                  <a:lnTo>
                    <a:pt x="1217558" y="269683"/>
                  </a:lnTo>
                  <a:lnTo>
                    <a:pt x="1227302" y="266450"/>
                  </a:lnTo>
                  <a:lnTo>
                    <a:pt x="1237031" y="263222"/>
                  </a:lnTo>
                  <a:lnTo>
                    <a:pt x="1246775" y="259996"/>
                  </a:lnTo>
                  <a:lnTo>
                    <a:pt x="1256519" y="256775"/>
                  </a:lnTo>
                  <a:lnTo>
                    <a:pt x="1266263" y="253558"/>
                  </a:lnTo>
                  <a:lnTo>
                    <a:pt x="1276007" y="250345"/>
                  </a:lnTo>
                  <a:lnTo>
                    <a:pt x="1285736" y="247137"/>
                  </a:lnTo>
                  <a:lnTo>
                    <a:pt x="1295480" y="243935"/>
                  </a:lnTo>
                  <a:lnTo>
                    <a:pt x="1305224" y="240738"/>
                  </a:lnTo>
                  <a:lnTo>
                    <a:pt x="1314968" y="237549"/>
                  </a:lnTo>
                  <a:lnTo>
                    <a:pt x="1324697" y="234371"/>
                  </a:lnTo>
                  <a:lnTo>
                    <a:pt x="1334441" y="231202"/>
                  </a:lnTo>
                  <a:lnTo>
                    <a:pt x="1344185" y="228047"/>
                  </a:lnTo>
                  <a:lnTo>
                    <a:pt x="1353929" y="224906"/>
                  </a:lnTo>
                  <a:lnTo>
                    <a:pt x="1363658" y="221782"/>
                  </a:lnTo>
                  <a:lnTo>
                    <a:pt x="1373402" y="218678"/>
                  </a:lnTo>
                  <a:lnTo>
                    <a:pt x="1383146" y="215597"/>
                  </a:lnTo>
                  <a:lnTo>
                    <a:pt x="1392890" y="212541"/>
                  </a:lnTo>
                  <a:lnTo>
                    <a:pt x="1402619" y="209515"/>
                  </a:lnTo>
                  <a:lnTo>
                    <a:pt x="1412363" y="206522"/>
                  </a:lnTo>
                  <a:lnTo>
                    <a:pt x="1422106" y="203565"/>
                  </a:lnTo>
                  <a:lnTo>
                    <a:pt x="1431850" y="200649"/>
                  </a:lnTo>
                  <a:lnTo>
                    <a:pt x="1441594" y="197777"/>
                  </a:lnTo>
                  <a:lnTo>
                    <a:pt x="1451323" y="194952"/>
                  </a:lnTo>
                  <a:lnTo>
                    <a:pt x="1461067" y="192180"/>
                  </a:lnTo>
                  <a:lnTo>
                    <a:pt x="1470811" y="189466"/>
                  </a:lnTo>
                  <a:lnTo>
                    <a:pt x="1480555" y="186815"/>
                  </a:lnTo>
                  <a:lnTo>
                    <a:pt x="1490284" y="184229"/>
                  </a:lnTo>
                  <a:lnTo>
                    <a:pt x="1500028" y="181715"/>
                  </a:lnTo>
                  <a:lnTo>
                    <a:pt x="1509772" y="179276"/>
                  </a:lnTo>
                  <a:lnTo>
                    <a:pt x="1519516" y="176919"/>
                  </a:lnTo>
                  <a:lnTo>
                    <a:pt x="1529245" y="174647"/>
                  </a:lnTo>
                  <a:lnTo>
                    <a:pt x="1538989" y="172466"/>
                  </a:lnTo>
                  <a:lnTo>
                    <a:pt x="1548733" y="170380"/>
                  </a:lnTo>
                  <a:lnTo>
                    <a:pt x="1558477" y="168393"/>
                  </a:lnTo>
                  <a:lnTo>
                    <a:pt x="1568221" y="166509"/>
                  </a:lnTo>
                  <a:lnTo>
                    <a:pt x="1577950" y="164735"/>
                  </a:lnTo>
                  <a:lnTo>
                    <a:pt x="1587694" y="163072"/>
                  </a:lnTo>
                  <a:lnTo>
                    <a:pt x="1597438" y="161526"/>
                  </a:lnTo>
                  <a:lnTo>
                    <a:pt x="1607182" y="160101"/>
                  </a:lnTo>
                  <a:lnTo>
                    <a:pt x="1616911" y="158799"/>
                  </a:lnTo>
                  <a:lnTo>
                    <a:pt x="1626655" y="157625"/>
                  </a:lnTo>
                  <a:lnTo>
                    <a:pt x="1636399" y="156582"/>
                  </a:lnTo>
                  <a:lnTo>
                    <a:pt x="1646142" y="155672"/>
                  </a:lnTo>
                  <a:lnTo>
                    <a:pt x="1655872" y="154897"/>
                  </a:lnTo>
                  <a:lnTo>
                    <a:pt x="1665616" y="154261"/>
                  </a:lnTo>
                  <a:lnTo>
                    <a:pt x="1675359" y="153765"/>
                  </a:lnTo>
                  <a:lnTo>
                    <a:pt x="1685103" y="153410"/>
                  </a:lnTo>
                  <a:lnTo>
                    <a:pt x="1694832" y="153199"/>
                  </a:lnTo>
                  <a:lnTo>
                    <a:pt x="1704576" y="153130"/>
                  </a:lnTo>
                  <a:lnTo>
                    <a:pt x="1714320" y="153206"/>
                  </a:lnTo>
                  <a:lnTo>
                    <a:pt x="1724064" y="153425"/>
                  </a:lnTo>
                  <a:lnTo>
                    <a:pt x="1733808" y="153789"/>
                  </a:lnTo>
                  <a:lnTo>
                    <a:pt x="1743537" y="154295"/>
                  </a:lnTo>
                  <a:lnTo>
                    <a:pt x="1753281" y="154945"/>
                  </a:lnTo>
                  <a:lnTo>
                    <a:pt x="1763025" y="155733"/>
                  </a:lnTo>
                  <a:lnTo>
                    <a:pt x="1772769" y="156660"/>
                  </a:lnTo>
                  <a:lnTo>
                    <a:pt x="1782498" y="157722"/>
                  </a:lnTo>
                  <a:lnTo>
                    <a:pt x="1792242" y="158919"/>
                  </a:lnTo>
                  <a:lnTo>
                    <a:pt x="1801986" y="160245"/>
                  </a:lnTo>
                  <a:lnTo>
                    <a:pt x="1811730" y="161696"/>
                  </a:lnTo>
                  <a:lnTo>
                    <a:pt x="1821459" y="163271"/>
                  </a:lnTo>
                  <a:lnTo>
                    <a:pt x="1831203" y="164963"/>
                  </a:lnTo>
                  <a:lnTo>
                    <a:pt x="1840947" y="166769"/>
                  </a:lnTo>
                  <a:lnTo>
                    <a:pt x="1850691" y="168683"/>
                  </a:lnTo>
                  <a:lnTo>
                    <a:pt x="1860435" y="170699"/>
                  </a:lnTo>
                  <a:lnTo>
                    <a:pt x="1870164" y="172813"/>
                  </a:lnTo>
                  <a:lnTo>
                    <a:pt x="1879908" y="175017"/>
                  </a:lnTo>
                  <a:lnTo>
                    <a:pt x="1889652" y="177307"/>
                  </a:lnTo>
                  <a:lnTo>
                    <a:pt x="1899395" y="179673"/>
                  </a:lnTo>
                  <a:lnTo>
                    <a:pt x="1909124" y="182112"/>
                  </a:lnTo>
                  <a:lnTo>
                    <a:pt x="1918868" y="184613"/>
                  </a:lnTo>
                  <a:lnTo>
                    <a:pt x="1928612" y="187171"/>
                  </a:lnTo>
                  <a:lnTo>
                    <a:pt x="1938356" y="189779"/>
                  </a:lnTo>
                  <a:lnTo>
                    <a:pt x="1948085" y="192428"/>
                  </a:lnTo>
                  <a:lnTo>
                    <a:pt x="1957829" y="195111"/>
                  </a:lnTo>
                  <a:lnTo>
                    <a:pt x="1967573" y="197820"/>
                  </a:lnTo>
                  <a:lnTo>
                    <a:pt x="1977317" y="200545"/>
                  </a:lnTo>
                  <a:lnTo>
                    <a:pt x="1987046" y="203282"/>
                  </a:lnTo>
                  <a:lnTo>
                    <a:pt x="1996790" y="206019"/>
                  </a:lnTo>
                  <a:lnTo>
                    <a:pt x="2006534" y="208750"/>
                  </a:lnTo>
                  <a:lnTo>
                    <a:pt x="2016278" y="211467"/>
                  </a:lnTo>
                  <a:lnTo>
                    <a:pt x="2026022" y="214161"/>
                  </a:lnTo>
                  <a:lnTo>
                    <a:pt x="2035751" y="216825"/>
                  </a:lnTo>
                  <a:lnTo>
                    <a:pt x="2045495" y="219452"/>
                  </a:lnTo>
                  <a:lnTo>
                    <a:pt x="2055239" y="222032"/>
                  </a:lnTo>
                  <a:lnTo>
                    <a:pt x="2064983" y="224560"/>
                  </a:lnTo>
                  <a:lnTo>
                    <a:pt x="2074712" y="227029"/>
                  </a:lnTo>
                  <a:lnTo>
                    <a:pt x="2084456" y="229429"/>
                  </a:lnTo>
                  <a:lnTo>
                    <a:pt x="2094200" y="231757"/>
                  </a:lnTo>
                  <a:lnTo>
                    <a:pt x="2103944" y="234003"/>
                  </a:lnTo>
                  <a:lnTo>
                    <a:pt x="2113673" y="236162"/>
                  </a:lnTo>
                  <a:lnTo>
                    <a:pt x="2123417" y="238230"/>
                  </a:lnTo>
                  <a:lnTo>
                    <a:pt x="2133161" y="240200"/>
                  </a:lnTo>
                  <a:lnTo>
                    <a:pt x="2142905" y="242068"/>
                  </a:lnTo>
                  <a:lnTo>
                    <a:pt x="2152649" y="243828"/>
                  </a:lnTo>
                  <a:lnTo>
                    <a:pt x="2162377" y="245474"/>
                  </a:lnTo>
                  <a:lnTo>
                    <a:pt x="2172121" y="247006"/>
                  </a:lnTo>
                  <a:lnTo>
                    <a:pt x="2181865" y="248418"/>
                  </a:lnTo>
                  <a:lnTo>
                    <a:pt x="2191609" y="249708"/>
                  </a:lnTo>
                  <a:lnTo>
                    <a:pt x="2201338" y="250874"/>
                  </a:lnTo>
                  <a:lnTo>
                    <a:pt x="2211082" y="251912"/>
                  </a:lnTo>
                  <a:lnTo>
                    <a:pt x="2220826" y="252821"/>
                  </a:lnTo>
                  <a:lnTo>
                    <a:pt x="2230570" y="253600"/>
                  </a:lnTo>
                  <a:lnTo>
                    <a:pt x="2240299" y="254250"/>
                  </a:lnTo>
                  <a:lnTo>
                    <a:pt x="2250043" y="254768"/>
                  </a:lnTo>
                  <a:lnTo>
                    <a:pt x="2259787" y="255157"/>
                  </a:lnTo>
                  <a:lnTo>
                    <a:pt x="2269531" y="255418"/>
                  </a:lnTo>
                  <a:lnTo>
                    <a:pt x="2279260" y="255549"/>
                  </a:lnTo>
                  <a:lnTo>
                    <a:pt x="2289004" y="255555"/>
                  </a:lnTo>
                  <a:lnTo>
                    <a:pt x="2298748" y="255436"/>
                  </a:lnTo>
                  <a:lnTo>
                    <a:pt x="2308492" y="255197"/>
                  </a:lnTo>
                  <a:lnTo>
                    <a:pt x="2318236" y="254840"/>
                  </a:lnTo>
                  <a:lnTo>
                    <a:pt x="2327965" y="254369"/>
                  </a:lnTo>
                  <a:lnTo>
                    <a:pt x="2337709" y="253788"/>
                  </a:lnTo>
                  <a:lnTo>
                    <a:pt x="2347453" y="253101"/>
                  </a:lnTo>
                  <a:lnTo>
                    <a:pt x="2357197" y="252314"/>
                  </a:lnTo>
                  <a:lnTo>
                    <a:pt x="2366926" y="251432"/>
                  </a:lnTo>
                  <a:lnTo>
                    <a:pt x="2376670" y="250459"/>
                  </a:lnTo>
                  <a:lnTo>
                    <a:pt x="2386413" y="249404"/>
                  </a:lnTo>
                  <a:lnTo>
                    <a:pt x="2396157" y="248271"/>
                  </a:lnTo>
                  <a:lnTo>
                    <a:pt x="2405886" y="247067"/>
                  </a:lnTo>
                  <a:lnTo>
                    <a:pt x="2415630" y="245799"/>
                  </a:lnTo>
                  <a:lnTo>
                    <a:pt x="2425374" y="244474"/>
                  </a:lnTo>
                  <a:lnTo>
                    <a:pt x="2435118" y="243099"/>
                  </a:lnTo>
                  <a:lnTo>
                    <a:pt x="2444862" y="241682"/>
                  </a:lnTo>
                  <a:lnTo>
                    <a:pt x="2454591" y="240231"/>
                  </a:lnTo>
                  <a:lnTo>
                    <a:pt x="2464335" y="238752"/>
                  </a:lnTo>
                  <a:lnTo>
                    <a:pt x="2474079" y="237253"/>
                  </a:lnTo>
                  <a:lnTo>
                    <a:pt x="2483823" y="235742"/>
                  </a:lnTo>
                  <a:lnTo>
                    <a:pt x="2493552" y="234227"/>
                  </a:lnTo>
                  <a:lnTo>
                    <a:pt x="2503296" y="232716"/>
                  </a:lnTo>
                  <a:lnTo>
                    <a:pt x="2513040" y="231216"/>
                  </a:lnTo>
                  <a:lnTo>
                    <a:pt x="2522784" y="229735"/>
                  </a:lnTo>
                  <a:lnTo>
                    <a:pt x="2532513" y="228279"/>
                  </a:lnTo>
                  <a:lnTo>
                    <a:pt x="2542257" y="226856"/>
                  </a:lnTo>
                  <a:lnTo>
                    <a:pt x="2552001" y="225474"/>
                  </a:lnTo>
                  <a:lnTo>
                    <a:pt x="2561745" y="224139"/>
                  </a:lnTo>
                  <a:lnTo>
                    <a:pt x="2571474" y="222856"/>
                  </a:lnTo>
                  <a:lnTo>
                    <a:pt x="2581218" y="221633"/>
                  </a:lnTo>
                  <a:lnTo>
                    <a:pt x="2590962" y="220477"/>
                  </a:lnTo>
                  <a:lnTo>
                    <a:pt x="2600705" y="219389"/>
                  </a:lnTo>
                  <a:lnTo>
                    <a:pt x="2610449" y="218379"/>
                  </a:lnTo>
                  <a:lnTo>
                    <a:pt x="2620178" y="217448"/>
                  </a:lnTo>
                  <a:lnTo>
                    <a:pt x="2629922" y="216601"/>
                  </a:lnTo>
                  <a:lnTo>
                    <a:pt x="2639666" y="215845"/>
                  </a:lnTo>
                  <a:lnTo>
                    <a:pt x="2649410" y="215179"/>
                  </a:lnTo>
                  <a:lnTo>
                    <a:pt x="2659139" y="214608"/>
                  </a:lnTo>
                  <a:lnTo>
                    <a:pt x="2668883" y="214134"/>
                  </a:lnTo>
                  <a:lnTo>
                    <a:pt x="2678627" y="213759"/>
                  </a:lnTo>
                  <a:lnTo>
                    <a:pt x="2688371" y="213482"/>
                  </a:lnTo>
                  <a:lnTo>
                    <a:pt x="2698100" y="213307"/>
                  </a:lnTo>
                  <a:lnTo>
                    <a:pt x="2707844" y="213231"/>
                  </a:lnTo>
                  <a:lnTo>
                    <a:pt x="2717588" y="213257"/>
                  </a:lnTo>
                  <a:lnTo>
                    <a:pt x="2727332" y="213380"/>
                  </a:lnTo>
                  <a:lnTo>
                    <a:pt x="2737076" y="213602"/>
                  </a:lnTo>
                  <a:lnTo>
                    <a:pt x="2746805" y="213918"/>
                  </a:lnTo>
                  <a:lnTo>
                    <a:pt x="2756549" y="214326"/>
                  </a:lnTo>
                  <a:lnTo>
                    <a:pt x="2766293" y="214824"/>
                  </a:lnTo>
                  <a:lnTo>
                    <a:pt x="2776037" y="215408"/>
                  </a:lnTo>
                  <a:lnTo>
                    <a:pt x="2785766" y="216071"/>
                  </a:lnTo>
                  <a:lnTo>
                    <a:pt x="2795510" y="216811"/>
                  </a:lnTo>
                  <a:lnTo>
                    <a:pt x="2805254" y="217622"/>
                  </a:lnTo>
                  <a:lnTo>
                    <a:pt x="2814998" y="218497"/>
                  </a:lnTo>
                  <a:lnTo>
                    <a:pt x="2824727" y="219429"/>
                  </a:lnTo>
                  <a:lnTo>
                    <a:pt x="2834471" y="220414"/>
                  </a:lnTo>
                  <a:lnTo>
                    <a:pt x="2844215" y="221444"/>
                  </a:lnTo>
                  <a:lnTo>
                    <a:pt x="2853958" y="222509"/>
                  </a:lnTo>
                  <a:lnTo>
                    <a:pt x="2863687" y="223604"/>
                  </a:lnTo>
                  <a:lnTo>
                    <a:pt x="2873431" y="224720"/>
                  </a:lnTo>
                  <a:lnTo>
                    <a:pt x="2883175" y="225848"/>
                  </a:lnTo>
                  <a:lnTo>
                    <a:pt x="2892919" y="226980"/>
                  </a:lnTo>
                  <a:lnTo>
                    <a:pt x="2902663" y="228105"/>
                  </a:lnTo>
                  <a:lnTo>
                    <a:pt x="2912392" y="22921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3" name="Freeform 622">
              <a:extLst>
                <a:ext uri="{FF2B5EF4-FFF2-40B4-BE49-F238E27FC236}">
                  <a16:creationId xmlns:a16="http://schemas.microsoft.com/office/drawing/2014/main" id="{9D19CAB7-BD58-3736-5F25-60A06F5B28B4}"/>
                </a:ext>
              </a:extLst>
            </p:cNvPr>
            <p:cNvSpPr/>
            <p:nvPr/>
          </p:nvSpPr>
          <p:spPr>
            <a:xfrm>
              <a:off x="576446" y="3158239"/>
              <a:ext cx="2912392" cy="638314"/>
            </a:xfrm>
            <a:custGeom>
              <a:avLst/>
              <a:gdLst>
                <a:gd name="connsiteX0" fmla="*/ 0 w 2912392"/>
                <a:gd name="connsiteY0" fmla="*/ 606608 h 638314"/>
                <a:gd name="connsiteX1" fmla="*/ 9739 w 2912392"/>
                <a:gd name="connsiteY1" fmla="*/ 610380 h 638314"/>
                <a:gd name="connsiteX2" fmla="*/ 19480 w 2912392"/>
                <a:gd name="connsiteY2" fmla="*/ 613930 h 638314"/>
                <a:gd name="connsiteX3" fmla="*/ 29221 w 2912392"/>
                <a:gd name="connsiteY3" fmla="*/ 617256 h 638314"/>
                <a:gd name="connsiteX4" fmla="*/ 38961 w 2912392"/>
                <a:gd name="connsiteY4" fmla="*/ 620352 h 638314"/>
                <a:gd name="connsiteX5" fmla="*/ 48702 w 2912392"/>
                <a:gd name="connsiteY5" fmla="*/ 623213 h 638314"/>
                <a:gd name="connsiteX6" fmla="*/ 58443 w 2912392"/>
                <a:gd name="connsiteY6" fmla="*/ 625835 h 638314"/>
                <a:gd name="connsiteX7" fmla="*/ 68182 w 2912392"/>
                <a:gd name="connsiteY7" fmla="*/ 628214 h 638314"/>
                <a:gd name="connsiteX8" fmla="*/ 77923 w 2912392"/>
                <a:gd name="connsiteY8" fmla="*/ 630349 h 638314"/>
                <a:gd name="connsiteX9" fmla="*/ 87664 w 2912392"/>
                <a:gd name="connsiteY9" fmla="*/ 632235 h 638314"/>
                <a:gd name="connsiteX10" fmla="*/ 97404 w 2912392"/>
                <a:gd name="connsiteY10" fmla="*/ 633870 h 638314"/>
                <a:gd name="connsiteX11" fmla="*/ 107145 w 2912392"/>
                <a:gd name="connsiteY11" fmla="*/ 635252 h 638314"/>
                <a:gd name="connsiteX12" fmla="*/ 116886 w 2912392"/>
                <a:gd name="connsiteY12" fmla="*/ 636379 h 638314"/>
                <a:gd name="connsiteX13" fmla="*/ 126625 w 2912392"/>
                <a:gd name="connsiteY13" fmla="*/ 637249 h 638314"/>
                <a:gd name="connsiteX14" fmla="*/ 136366 w 2912392"/>
                <a:gd name="connsiteY14" fmla="*/ 637863 h 638314"/>
                <a:gd name="connsiteX15" fmla="*/ 146107 w 2912392"/>
                <a:gd name="connsiteY15" fmla="*/ 638217 h 638314"/>
                <a:gd name="connsiteX16" fmla="*/ 155846 w 2912392"/>
                <a:gd name="connsiteY16" fmla="*/ 638314 h 638314"/>
                <a:gd name="connsiteX17" fmla="*/ 165587 w 2912392"/>
                <a:gd name="connsiteY17" fmla="*/ 638153 h 638314"/>
                <a:gd name="connsiteX18" fmla="*/ 175328 w 2912392"/>
                <a:gd name="connsiteY18" fmla="*/ 637734 h 638314"/>
                <a:gd name="connsiteX19" fmla="*/ 185068 w 2912392"/>
                <a:gd name="connsiteY19" fmla="*/ 637061 h 638314"/>
                <a:gd name="connsiteX20" fmla="*/ 194809 w 2912392"/>
                <a:gd name="connsiteY20" fmla="*/ 636131 h 638314"/>
                <a:gd name="connsiteX21" fmla="*/ 204550 w 2912392"/>
                <a:gd name="connsiteY21" fmla="*/ 634951 h 638314"/>
                <a:gd name="connsiteX22" fmla="*/ 214289 w 2912392"/>
                <a:gd name="connsiteY22" fmla="*/ 633521 h 638314"/>
                <a:gd name="connsiteX23" fmla="*/ 224030 w 2912392"/>
                <a:gd name="connsiteY23" fmla="*/ 631842 h 638314"/>
                <a:gd name="connsiteX24" fmla="*/ 233771 w 2912392"/>
                <a:gd name="connsiteY24" fmla="*/ 629920 h 638314"/>
                <a:gd name="connsiteX25" fmla="*/ 243510 w 2912392"/>
                <a:gd name="connsiteY25" fmla="*/ 627758 h 638314"/>
                <a:gd name="connsiteX26" fmla="*/ 253251 w 2912392"/>
                <a:gd name="connsiteY26" fmla="*/ 625359 h 638314"/>
                <a:gd name="connsiteX27" fmla="*/ 262992 w 2912392"/>
                <a:gd name="connsiteY27" fmla="*/ 622730 h 638314"/>
                <a:gd name="connsiteX28" fmla="*/ 272732 w 2912392"/>
                <a:gd name="connsiteY28" fmla="*/ 619872 h 638314"/>
                <a:gd name="connsiteX29" fmla="*/ 282473 w 2912392"/>
                <a:gd name="connsiteY29" fmla="*/ 616793 h 638314"/>
                <a:gd name="connsiteX30" fmla="*/ 292214 w 2912392"/>
                <a:gd name="connsiteY30" fmla="*/ 613497 h 638314"/>
                <a:gd name="connsiteX31" fmla="*/ 301953 w 2912392"/>
                <a:gd name="connsiteY31" fmla="*/ 609990 h 638314"/>
                <a:gd name="connsiteX32" fmla="*/ 311694 w 2912392"/>
                <a:gd name="connsiteY32" fmla="*/ 606280 h 638314"/>
                <a:gd name="connsiteX33" fmla="*/ 321435 w 2912392"/>
                <a:gd name="connsiteY33" fmla="*/ 602370 h 638314"/>
                <a:gd name="connsiteX34" fmla="*/ 331175 w 2912392"/>
                <a:gd name="connsiteY34" fmla="*/ 598270 h 638314"/>
                <a:gd name="connsiteX35" fmla="*/ 340916 w 2912392"/>
                <a:gd name="connsiteY35" fmla="*/ 593985 h 638314"/>
                <a:gd name="connsiteX36" fmla="*/ 350656 w 2912392"/>
                <a:gd name="connsiteY36" fmla="*/ 589523 h 638314"/>
                <a:gd name="connsiteX37" fmla="*/ 360396 w 2912392"/>
                <a:gd name="connsiteY37" fmla="*/ 584891 h 638314"/>
                <a:gd name="connsiteX38" fmla="*/ 370137 w 2912392"/>
                <a:gd name="connsiteY38" fmla="*/ 580098 h 638314"/>
                <a:gd name="connsiteX39" fmla="*/ 379878 w 2912392"/>
                <a:gd name="connsiteY39" fmla="*/ 575148 h 638314"/>
                <a:gd name="connsiteX40" fmla="*/ 389617 w 2912392"/>
                <a:gd name="connsiteY40" fmla="*/ 570054 h 638314"/>
                <a:gd name="connsiteX41" fmla="*/ 399358 w 2912392"/>
                <a:gd name="connsiteY41" fmla="*/ 564822 h 638314"/>
                <a:gd name="connsiteX42" fmla="*/ 409099 w 2912392"/>
                <a:gd name="connsiteY42" fmla="*/ 559460 h 638314"/>
                <a:gd name="connsiteX43" fmla="*/ 418839 w 2912392"/>
                <a:gd name="connsiteY43" fmla="*/ 553975 h 638314"/>
                <a:gd name="connsiteX44" fmla="*/ 428580 w 2912392"/>
                <a:gd name="connsiteY44" fmla="*/ 548378 h 638314"/>
                <a:gd name="connsiteX45" fmla="*/ 438321 w 2912392"/>
                <a:gd name="connsiteY45" fmla="*/ 542676 h 638314"/>
                <a:gd name="connsiteX46" fmla="*/ 448060 w 2912392"/>
                <a:gd name="connsiteY46" fmla="*/ 536876 h 638314"/>
                <a:gd name="connsiteX47" fmla="*/ 457801 w 2912392"/>
                <a:gd name="connsiteY47" fmla="*/ 530989 h 638314"/>
                <a:gd name="connsiteX48" fmla="*/ 467542 w 2912392"/>
                <a:gd name="connsiteY48" fmla="*/ 525024 h 638314"/>
                <a:gd name="connsiteX49" fmla="*/ 477281 w 2912392"/>
                <a:gd name="connsiteY49" fmla="*/ 518987 h 638314"/>
                <a:gd name="connsiteX50" fmla="*/ 487022 w 2912392"/>
                <a:gd name="connsiteY50" fmla="*/ 512885 h 638314"/>
                <a:gd name="connsiteX51" fmla="*/ 496763 w 2912392"/>
                <a:gd name="connsiteY51" fmla="*/ 506731 h 638314"/>
                <a:gd name="connsiteX52" fmla="*/ 506503 w 2912392"/>
                <a:gd name="connsiteY52" fmla="*/ 500530 h 638314"/>
                <a:gd name="connsiteX53" fmla="*/ 516244 w 2912392"/>
                <a:gd name="connsiteY53" fmla="*/ 494289 h 638314"/>
                <a:gd name="connsiteX54" fmla="*/ 525985 w 2912392"/>
                <a:gd name="connsiteY54" fmla="*/ 488018 h 638314"/>
                <a:gd name="connsiteX55" fmla="*/ 535724 w 2912392"/>
                <a:gd name="connsiteY55" fmla="*/ 481723 h 638314"/>
                <a:gd name="connsiteX56" fmla="*/ 545465 w 2912392"/>
                <a:gd name="connsiteY56" fmla="*/ 475413 h 638314"/>
                <a:gd name="connsiteX57" fmla="*/ 555206 w 2912392"/>
                <a:gd name="connsiteY57" fmla="*/ 469094 h 638314"/>
                <a:gd name="connsiteX58" fmla="*/ 564946 w 2912392"/>
                <a:gd name="connsiteY58" fmla="*/ 462773 h 638314"/>
                <a:gd name="connsiteX59" fmla="*/ 574687 w 2912392"/>
                <a:gd name="connsiteY59" fmla="*/ 456457 h 638314"/>
                <a:gd name="connsiteX60" fmla="*/ 584428 w 2912392"/>
                <a:gd name="connsiteY60" fmla="*/ 450152 h 638314"/>
                <a:gd name="connsiteX61" fmla="*/ 594167 w 2912392"/>
                <a:gd name="connsiteY61" fmla="*/ 443864 h 638314"/>
                <a:gd name="connsiteX62" fmla="*/ 603908 w 2912392"/>
                <a:gd name="connsiteY62" fmla="*/ 437601 h 638314"/>
                <a:gd name="connsiteX63" fmla="*/ 613649 w 2912392"/>
                <a:gd name="connsiteY63" fmla="*/ 431366 h 638314"/>
                <a:gd name="connsiteX64" fmla="*/ 623388 w 2912392"/>
                <a:gd name="connsiteY64" fmla="*/ 425165 h 638314"/>
                <a:gd name="connsiteX65" fmla="*/ 633129 w 2912392"/>
                <a:gd name="connsiteY65" fmla="*/ 419003 h 638314"/>
                <a:gd name="connsiteX66" fmla="*/ 642870 w 2912392"/>
                <a:gd name="connsiteY66" fmla="*/ 412885 h 638314"/>
                <a:gd name="connsiteX67" fmla="*/ 652610 w 2912392"/>
                <a:gd name="connsiteY67" fmla="*/ 406814 h 638314"/>
                <a:gd name="connsiteX68" fmla="*/ 662351 w 2912392"/>
                <a:gd name="connsiteY68" fmla="*/ 400794 h 638314"/>
                <a:gd name="connsiteX69" fmla="*/ 672092 w 2912392"/>
                <a:gd name="connsiteY69" fmla="*/ 394830 h 638314"/>
                <a:gd name="connsiteX70" fmla="*/ 681831 w 2912392"/>
                <a:gd name="connsiteY70" fmla="*/ 388924 h 638314"/>
                <a:gd name="connsiteX71" fmla="*/ 691572 w 2912392"/>
                <a:gd name="connsiteY71" fmla="*/ 383080 h 638314"/>
                <a:gd name="connsiteX72" fmla="*/ 701313 w 2912392"/>
                <a:gd name="connsiteY72" fmla="*/ 377297 h 638314"/>
                <a:gd name="connsiteX73" fmla="*/ 711052 w 2912392"/>
                <a:gd name="connsiteY73" fmla="*/ 371582 h 638314"/>
                <a:gd name="connsiteX74" fmla="*/ 720793 w 2912392"/>
                <a:gd name="connsiteY74" fmla="*/ 365934 h 638314"/>
                <a:gd name="connsiteX75" fmla="*/ 730534 w 2912392"/>
                <a:gd name="connsiteY75" fmla="*/ 360354 h 638314"/>
                <a:gd name="connsiteX76" fmla="*/ 740274 w 2912392"/>
                <a:gd name="connsiteY76" fmla="*/ 354845 h 638314"/>
                <a:gd name="connsiteX77" fmla="*/ 750015 w 2912392"/>
                <a:gd name="connsiteY77" fmla="*/ 349405 h 638314"/>
                <a:gd name="connsiteX78" fmla="*/ 759756 w 2912392"/>
                <a:gd name="connsiteY78" fmla="*/ 344037 h 638314"/>
                <a:gd name="connsiteX79" fmla="*/ 769495 w 2912392"/>
                <a:gd name="connsiteY79" fmla="*/ 338740 h 638314"/>
                <a:gd name="connsiteX80" fmla="*/ 779236 w 2912392"/>
                <a:gd name="connsiteY80" fmla="*/ 333514 h 638314"/>
                <a:gd name="connsiteX81" fmla="*/ 788977 w 2912392"/>
                <a:gd name="connsiteY81" fmla="*/ 328359 h 638314"/>
                <a:gd name="connsiteX82" fmla="*/ 798717 w 2912392"/>
                <a:gd name="connsiteY82" fmla="*/ 323272 h 638314"/>
                <a:gd name="connsiteX83" fmla="*/ 808458 w 2912392"/>
                <a:gd name="connsiteY83" fmla="*/ 318254 h 638314"/>
                <a:gd name="connsiteX84" fmla="*/ 818199 w 2912392"/>
                <a:gd name="connsiteY84" fmla="*/ 313303 h 638314"/>
                <a:gd name="connsiteX85" fmla="*/ 827938 w 2912392"/>
                <a:gd name="connsiteY85" fmla="*/ 308419 h 638314"/>
                <a:gd name="connsiteX86" fmla="*/ 837679 w 2912392"/>
                <a:gd name="connsiteY86" fmla="*/ 303598 h 638314"/>
                <a:gd name="connsiteX87" fmla="*/ 847420 w 2912392"/>
                <a:gd name="connsiteY87" fmla="*/ 298839 h 638314"/>
                <a:gd name="connsiteX88" fmla="*/ 857159 w 2912392"/>
                <a:gd name="connsiteY88" fmla="*/ 294142 h 638314"/>
                <a:gd name="connsiteX89" fmla="*/ 866900 w 2912392"/>
                <a:gd name="connsiteY89" fmla="*/ 289501 h 638314"/>
                <a:gd name="connsiteX90" fmla="*/ 876641 w 2912392"/>
                <a:gd name="connsiteY90" fmla="*/ 284916 h 638314"/>
                <a:gd name="connsiteX91" fmla="*/ 886381 w 2912392"/>
                <a:gd name="connsiteY91" fmla="*/ 280384 h 638314"/>
                <a:gd name="connsiteX92" fmla="*/ 896122 w 2912392"/>
                <a:gd name="connsiteY92" fmla="*/ 275902 h 638314"/>
                <a:gd name="connsiteX93" fmla="*/ 905863 w 2912392"/>
                <a:gd name="connsiteY93" fmla="*/ 271468 h 638314"/>
                <a:gd name="connsiteX94" fmla="*/ 915602 w 2912392"/>
                <a:gd name="connsiteY94" fmla="*/ 267079 h 638314"/>
                <a:gd name="connsiteX95" fmla="*/ 925343 w 2912392"/>
                <a:gd name="connsiteY95" fmla="*/ 262732 h 638314"/>
                <a:gd name="connsiteX96" fmla="*/ 935084 w 2912392"/>
                <a:gd name="connsiteY96" fmla="*/ 258424 h 638314"/>
                <a:gd name="connsiteX97" fmla="*/ 944824 w 2912392"/>
                <a:gd name="connsiteY97" fmla="*/ 254154 h 638314"/>
                <a:gd name="connsiteX98" fmla="*/ 954564 w 2912392"/>
                <a:gd name="connsiteY98" fmla="*/ 249917 h 638314"/>
                <a:gd name="connsiteX99" fmla="*/ 964305 w 2912392"/>
                <a:gd name="connsiteY99" fmla="*/ 245712 h 638314"/>
                <a:gd name="connsiteX100" fmla="*/ 974045 w 2912392"/>
                <a:gd name="connsiteY100" fmla="*/ 241535 h 638314"/>
                <a:gd name="connsiteX101" fmla="*/ 983786 w 2912392"/>
                <a:gd name="connsiteY101" fmla="*/ 237384 h 638314"/>
                <a:gd name="connsiteX102" fmla="*/ 993522 w 2912392"/>
                <a:gd name="connsiteY102" fmla="*/ 233257 h 638314"/>
                <a:gd name="connsiteX103" fmla="*/ 1003266 w 2912392"/>
                <a:gd name="connsiteY103" fmla="*/ 229151 h 638314"/>
                <a:gd name="connsiteX104" fmla="*/ 1013010 w 2912392"/>
                <a:gd name="connsiteY104" fmla="*/ 225064 h 638314"/>
                <a:gd name="connsiteX105" fmla="*/ 1022754 w 2912392"/>
                <a:gd name="connsiteY105" fmla="*/ 220994 h 638314"/>
                <a:gd name="connsiteX106" fmla="*/ 1032483 w 2912392"/>
                <a:gd name="connsiteY106" fmla="*/ 216940 h 638314"/>
                <a:gd name="connsiteX107" fmla="*/ 1042227 w 2912392"/>
                <a:gd name="connsiteY107" fmla="*/ 212898 h 638314"/>
                <a:gd name="connsiteX108" fmla="*/ 1051971 w 2912392"/>
                <a:gd name="connsiteY108" fmla="*/ 208867 h 638314"/>
                <a:gd name="connsiteX109" fmla="*/ 1061715 w 2912392"/>
                <a:gd name="connsiteY109" fmla="*/ 204849 h 638314"/>
                <a:gd name="connsiteX110" fmla="*/ 1071444 w 2912392"/>
                <a:gd name="connsiteY110" fmla="*/ 200840 h 638314"/>
                <a:gd name="connsiteX111" fmla="*/ 1081188 w 2912392"/>
                <a:gd name="connsiteY111" fmla="*/ 196838 h 638314"/>
                <a:gd name="connsiteX112" fmla="*/ 1090932 w 2912392"/>
                <a:gd name="connsiteY112" fmla="*/ 192843 h 638314"/>
                <a:gd name="connsiteX113" fmla="*/ 1100676 w 2912392"/>
                <a:gd name="connsiteY113" fmla="*/ 188858 h 638314"/>
                <a:gd name="connsiteX114" fmla="*/ 1110405 w 2912392"/>
                <a:gd name="connsiteY114" fmla="*/ 184878 h 638314"/>
                <a:gd name="connsiteX115" fmla="*/ 1120149 w 2912392"/>
                <a:gd name="connsiteY115" fmla="*/ 180905 h 638314"/>
                <a:gd name="connsiteX116" fmla="*/ 1129893 w 2912392"/>
                <a:gd name="connsiteY116" fmla="*/ 176939 h 638314"/>
                <a:gd name="connsiteX117" fmla="*/ 1139637 w 2912392"/>
                <a:gd name="connsiteY117" fmla="*/ 172982 h 638314"/>
                <a:gd name="connsiteX118" fmla="*/ 1149381 w 2912392"/>
                <a:gd name="connsiteY118" fmla="*/ 169030 h 638314"/>
                <a:gd name="connsiteX119" fmla="*/ 1159110 w 2912392"/>
                <a:gd name="connsiteY119" fmla="*/ 165090 h 638314"/>
                <a:gd name="connsiteX120" fmla="*/ 1168854 w 2912392"/>
                <a:gd name="connsiteY120" fmla="*/ 161158 h 638314"/>
                <a:gd name="connsiteX121" fmla="*/ 1178598 w 2912392"/>
                <a:gd name="connsiteY121" fmla="*/ 157238 h 638314"/>
                <a:gd name="connsiteX122" fmla="*/ 1188341 w 2912392"/>
                <a:gd name="connsiteY122" fmla="*/ 153330 h 638314"/>
                <a:gd name="connsiteX123" fmla="*/ 1198070 w 2912392"/>
                <a:gd name="connsiteY123" fmla="*/ 149437 h 638314"/>
                <a:gd name="connsiteX124" fmla="*/ 1207814 w 2912392"/>
                <a:gd name="connsiteY124" fmla="*/ 145560 h 638314"/>
                <a:gd name="connsiteX125" fmla="*/ 1217558 w 2912392"/>
                <a:gd name="connsiteY125" fmla="*/ 141701 h 638314"/>
                <a:gd name="connsiteX126" fmla="*/ 1227302 w 2912392"/>
                <a:gd name="connsiteY126" fmla="*/ 137863 h 638314"/>
                <a:gd name="connsiteX127" fmla="*/ 1237031 w 2912392"/>
                <a:gd name="connsiteY127" fmla="*/ 134048 h 638314"/>
                <a:gd name="connsiteX128" fmla="*/ 1246775 w 2912392"/>
                <a:gd name="connsiteY128" fmla="*/ 130259 h 638314"/>
                <a:gd name="connsiteX129" fmla="*/ 1256519 w 2912392"/>
                <a:gd name="connsiteY129" fmla="*/ 126495 h 638314"/>
                <a:gd name="connsiteX130" fmla="*/ 1266263 w 2912392"/>
                <a:gd name="connsiteY130" fmla="*/ 122763 h 638314"/>
                <a:gd name="connsiteX131" fmla="*/ 1276007 w 2912392"/>
                <a:gd name="connsiteY131" fmla="*/ 119065 h 638314"/>
                <a:gd name="connsiteX132" fmla="*/ 1285736 w 2912392"/>
                <a:gd name="connsiteY132" fmla="*/ 115402 h 638314"/>
                <a:gd name="connsiteX133" fmla="*/ 1295480 w 2912392"/>
                <a:gd name="connsiteY133" fmla="*/ 111778 h 638314"/>
                <a:gd name="connsiteX134" fmla="*/ 1305224 w 2912392"/>
                <a:gd name="connsiteY134" fmla="*/ 108196 h 638314"/>
                <a:gd name="connsiteX135" fmla="*/ 1314968 w 2912392"/>
                <a:gd name="connsiteY135" fmla="*/ 104659 h 638314"/>
                <a:gd name="connsiteX136" fmla="*/ 1324697 w 2912392"/>
                <a:gd name="connsiteY136" fmla="*/ 101170 h 638314"/>
                <a:gd name="connsiteX137" fmla="*/ 1334441 w 2912392"/>
                <a:gd name="connsiteY137" fmla="*/ 97731 h 638314"/>
                <a:gd name="connsiteX138" fmla="*/ 1344185 w 2912392"/>
                <a:gd name="connsiteY138" fmla="*/ 94345 h 638314"/>
                <a:gd name="connsiteX139" fmla="*/ 1353929 w 2912392"/>
                <a:gd name="connsiteY139" fmla="*/ 91016 h 638314"/>
                <a:gd name="connsiteX140" fmla="*/ 1363658 w 2912392"/>
                <a:gd name="connsiteY140" fmla="*/ 87746 h 638314"/>
                <a:gd name="connsiteX141" fmla="*/ 1373402 w 2912392"/>
                <a:gd name="connsiteY141" fmla="*/ 84538 h 638314"/>
                <a:gd name="connsiteX142" fmla="*/ 1383146 w 2912392"/>
                <a:gd name="connsiteY142" fmla="*/ 81396 h 638314"/>
                <a:gd name="connsiteX143" fmla="*/ 1392890 w 2912392"/>
                <a:gd name="connsiteY143" fmla="*/ 78319 h 638314"/>
                <a:gd name="connsiteX144" fmla="*/ 1402619 w 2912392"/>
                <a:gd name="connsiteY144" fmla="*/ 75311 h 638314"/>
                <a:gd name="connsiteX145" fmla="*/ 1412363 w 2912392"/>
                <a:gd name="connsiteY145" fmla="*/ 72376 h 638314"/>
                <a:gd name="connsiteX146" fmla="*/ 1422106 w 2912392"/>
                <a:gd name="connsiteY146" fmla="*/ 69514 h 638314"/>
                <a:gd name="connsiteX147" fmla="*/ 1431850 w 2912392"/>
                <a:gd name="connsiteY147" fmla="*/ 66728 h 638314"/>
                <a:gd name="connsiteX148" fmla="*/ 1441594 w 2912392"/>
                <a:gd name="connsiteY148" fmla="*/ 64019 h 638314"/>
                <a:gd name="connsiteX149" fmla="*/ 1451323 w 2912392"/>
                <a:gd name="connsiteY149" fmla="*/ 61390 h 638314"/>
                <a:gd name="connsiteX150" fmla="*/ 1461067 w 2912392"/>
                <a:gd name="connsiteY150" fmla="*/ 58839 h 638314"/>
                <a:gd name="connsiteX151" fmla="*/ 1470811 w 2912392"/>
                <a:gd name="connsiteY151" fmla="*/ 56370 h 638314"/>
                <a:gd name="connsiteX152" fmla="*/ 1480555 w 2912392"/>
                <a:gd name="connsiteY152" fmla="*/ 53985 h 638314"/>
                <a:gd name="connsiteX153" fmla="*/ 1490284 w 2912392"/>
                <a:gd name="connsiteY153" fmla="*/ 51682 h 638314"/>
                <a:gd name="connsiteX154" fmla="*/ 1500028 w 2912392"/>
                <a:gd name="connsiteY154" fmla="*/ 49463 h 638314"/>
                <a:gd name="connsiteX155" fmla="*/ 1509772 w 2912392"/>
                <a:gd name="connsiteY155" fmla="*/ 47328 h 638314"/>
                <a:gd name="connsiteX156" fmla="*/ 1519516 w 2912392"/>
                <a:gd name="connsiteY156" fmla="*/ 45277 h 638314"/>
                <a:gd name="connsiteX157" fmla="*/ 1529245 w 2912392"/>
                <a:gd name="connsiteY157" fmla="*/ 43311 h 638314"/>
                <a:gd name="connsiteX158" fmla="*/ 1538989 w 2912392"/>
                <a:gd name="connsiteY158" fmla="*/ 41428 h 638314"/>
                <a:gd name="connsiteX159" fmla="*/ 1548733 w 2912392"/>
                <a:gd name="connsiteY159" fmla="*/ 39628 h 638314"/>
                <a:gd name="connsiteX160" fmla="*/ 1558477 w 2912392"/>
                <a:gd name="connsiteY160" fmla="*/ 37912 h 638314"/>
                <a:gd name="connsiteX161" fmla="*/ 1568221 w 2912392"/>
                <a:gd name="connsiteY161" fmla="*/ 36278 h 638314"/>
                <a:gd name="connsiteX162" fmla="*/ 1577950 w 2912392"/>
                <a:gd name="connsiteY162" fmla="*/ 34725 h 638314"/>
                <a:gd name="connsiteX163" fmla="*/ 1587694 w 2912392"/>
                <a:gd name="connsiteY163" fmla="*/ 33250 h 638314"/>
                <a:gd name="connsiteX164" fmla="*/ 1597438 w 2912392"/>
                <a:gd name="connsiteY164" fmla="*/ 31855 h 638314"/>
                <a:gd name="connsiteX165" fmla="*/ 1607182 w 2912392"/>
                <a:gd name="connsiteY165" fmla="*/ 30535 h 638314"/>
                <a:gd name="connsiteX166" fmla="*/ 1616911 w 2912392"/>
                <a:gd name="connsiteY166" fmla="*/ 29291 h 638314"/>
                <a:gd name="connsiteX167" fmla="*/ 1626655 w 2912392"/>
                <a:gd name="connsiteY167" fmla="*/ 28120 h 638314"/>
                <a:gd name="connsiteX168" fmla="*/ 1636399 w 2912392"/>
                <a:gd name="connsiteY168" fmla="*/ 27021 h 638314"/>
                <a:gd name="connsiteX169" fmla="*/ 1646142 w 2912392"/>
                <a:gd name="connsiteY169" fmla="*/ 25990 h 638314"/>
                <a:gd name="connsiteX170" fmla="*/ 1655872 w 2912392"/>
                <a:gd name="connsiteY170" fmla="*/ 25026 h 638314"/>
                <a:gd name="connsiteX171" fmla="*/ 1665616 w 2912392"/>
                <a:gd name="connsiteY171" fmla="*/ 24127 h 638314"/>
                <a:gd name="connsiteX172" fmla="*/ 1675359 w 2912392"/>
                <a:gd name="connsiteY172" fmla="*/ 23290 h 638314"/>
                <a:gd name="connsiteX173" fmla="*/ 1685103 w 2912392"/>
                <a:gd name="connsiteY173" fmla="*/ 22512 h 638314"/>
                <a:gd name="connsiteX174" fmla="*/ 1694832 w 2912392"/>
                <a:gd name="connsiteY174" fmla="*/ 21793 h 638314"/>
                <a:gd name="connsiteX175" fmla="*/ 1704576 w 2912392"/>
                <a:gd name="connsiteY175" fmla="*/ 21128 h 638314"/>
                <a:gd name="connsiteX176" fmla="*/ 1714320 w 2912392"/>
                <a:gd name="connsiteY176" fmla="*/ 20517 h 638314"/>
                <a:gd name="connsiteX177" fmla="*/ 1724064 w 2912392"/>
                <a:gd name="connsiteY177" fmla="*/ 19954 h 638314"/>
                <a:gd name="connsiteX178" fmla="*/ 1733808 w 2912392"/>
                <a:gd name="connsiteY178" fmla="*/ 19440 h 638314"/>
                <a:gd name="connsiteX179" fmla="*/ 1743537 w 2912392"/>
                <a:gd name="connsiteY179" fmla="*/ 18972 h 638314"/>
                <a:gd name="connsiteX180" fmla="*/ 1753281 w 2912392"/>
                <a:gd name="connsiteY180" fmla="*/ 18546 h 638314"/>
                <a:gd name="connsiteX181" fmla="*/ 1763025 w 2912392"/>
                <a:gd name="connsiteY181" fmla="*/ 18160 h 638314"/>
                <a:gd name="connsiteX182" fmla="*/ 1772769 w 2912392"/>
                <a:gd name="connsiteY182" fmla="*/ 17813 h 638314"/>
                <a:gd name="connsiteX183" fmla="*/ 1782498 w 2912392"/>
                <a:gd name="connsiteY183" fmla="*/ 17502 h 638314"/>
                <a:gd name="connsiteX184" fmla="*/ 1792242 w 2912392"/>
                <a:gd name="connsiteY184" fmla="*/ 17226 h 638314"/>
                <a:gd name="connsiteX185" fmla="*/ 1801986 w 2912392"/>
                <a:gd name="connsiteY185" fmla="*/ 16982 h 638314"/>
                <a:gd name="connsiteX186" fmla="*/ 1811730 w 2912392"/>
                <a:gd name="connsiteY186" fmla="*/ 16767 h 638314"/>
                <a:gd name="connsiteX187" fmla="*/ 1821459 w 2912392"/>
                <a:gd name="connsiteY187" fmla="*/ 16583 h 638314"/>
                <a:gd name="connsiteX188" fmla="*/ 1831203 w 2912392"/>
                <a:gd name="connsiteY188" fmla="*/ 16425 h 638314"/>
                <a:gd name="connsiteX189" fmla="*/ 1840947 w 2912392"/>
                <a:gd name="connsiteY189" fmla="*/ 16294 h 638314"/>
                <a:gd name="connsiteX190" fmla="*/ 1850691 w 2912392"/>
                <a:gd name="connsiteY190" fmla="*/ 16185 h 638314"/>
                <a:gd name="connsiteX191" fmla="*/ 1860435 w 2912392"/>
                <a:gd name="connsiteY191" fmla="*/ 16101 h 638314"/>
                <a:gd name="connsiteX192" fmla="*/ 1870164 w 2912392"/>
                <a:gd name="connsiteY192" fmla="*/ 16040 h 638314"/>
                <a:gd name="connsiteX193" fmla="*/ 1879908 w 2912392"/>
                <a:gd name="connsiteY193" fmla="*/ 16000 h 638314"/>
                <a:gd name="connsiteX194" fmla="*/ 1889652 w 2912392"/>
                <a:gd name="connsiteY194" fmla="*/ 15982 h 638314"/>
                <a:gd name="connsiteX195" fmla="*/ 1899395 w 2912392"/>
                <a:gd name="connsiteY195" fmla="*/ 15984 h 638314"/>
                <a:gd name="connsiteX196" fmla="*/ 1909124 w 2912392"/>
                <a:gd name="connsiteY196" fmla="*/ 16006 h 638314"/>
                <a:gd name="connsiteX197" fmla="*/ 1918868 w 2912392"/>
                <a:gd name="connsiteY197" fmla="*/ 16048 h 638314"/>
                <a:gd name="connsiteX198" fmla="*/ 1928612 w 2912392"/>
                <a:gd name="connsiteY198" fmla="*/ 16110 h 638314"/>
                <a:gd name="connsiteX199" fmla="*/ 1938356 w 2912392"/>
                <a:gd name="connsiteY199" fmla="*/ 16192 h 638314"/>
                <a:gd name="connsiteX200" fmla="*/ 1948085 w 2912392"/>
                <a:gd name="connsiteY200" fmla="*/ 16294 h 638314"/>
                <a:gd name="connsiteX201" fmla="*/ 1957829 w 2912392"/>
                <a:gd name="connsiteY201" fmla="*/ 16417 h 638314"/>
                <a:gd name="connsiteX202" fmla="*/ 1967573 w 2912392"/>
                <a:gd name="connsiteY202" fmla="*/ 16562 h 638314"/>
                <a:gd name="connsiteX203" fmla="*/ 1977317 w 2912392"/>
                <a:gd name="connsiteY203" fmla="*/ 16729 h 638314"/>
                <a:gd name="connsiteX204" fmla="*/ 1987046 w 2912392"/>
                <a:gd name="connsiteY204" fmla="*/ 16916 h 638314"/>
                <a:gd name="connsiteX205" fmla="*/ 1996790 w 2912392"/>
                <a:gd name="connsiteY205" fmla="*/ 17128 h 638314"/>
                <a:gd name="connsiteX206" fmla="*/ 2006534 w 2912392"/>
                <a:gd name="connsiteY206" fmla="*/ 17365 h 638314"/>
                <a:gd name="connsiteX207" fmla="*/ 2016278 w 2912392"/>
                <a:gd name="connsiteY207" fmla="*/ 17625 h 638314"/>
                <a:gd name="connsiteX208" fmla="*/ 2026022 w 2912392"/>
                <a:gd name="connsiteY208" fmla="*/ 17913 h 638314"/>
                <a:gd name="connsiteX209" fmla="*/ 2035751 w 2912392"/>
                <a:gd name="connsiteY209" fmla="*/ 18227 h 638314"/>
                <a:gd name="connsiteX210" fmla="*/ 2045495 w 2912392"/>
                <a:gd name="connsiteY210" fmla="*/ 18570 h 638314"/>
                <a:gd name="connsiteX211" fmla="*/ 2055239 w 2912392"/>
                <a:gd name="connsiteY211" fmla="*/ 18941 h 638314"/>
                <a:gd name="connsiteX212" fmla="*/ 2064983 w 2912392"/>
                <a:gd name="connsiteY212" fmla="*/ 19343 h 638314"/>
                <a:gd name="connsiteX213" fmla="*/ 2074712 w 2912392"/>
                <a:gd name="connsiteY213" fmla="*/ 19775 h 638314"/>
                <a:gd name="connsiteX214" fmla="*/ 2084456 w 2912392"/>
                <a:gd name="connsiteY214" fmla="*/ 20242 h 638314"/>
                <a:gd name="connsiteX215" fmla="*/ 2094200 w 2912392"/>
                <a:gd name="connsiteY215" fmla="*/ 20739 h 638314"/>
                <a:gd name="connsiteX216" fmla="*/ 2103944 w 2912392"/>
                <a:gd name="connsiteY216" fmla="*/ 21271 h 638314"/>
                <a:gd name="connsiteX217" fmla="*/ 2113673 w 2912392"/>
                <a:gd name="connsiteY217" fmla="*/ 21837 h 638314"/>
                <a:gd name="connsiteX218" fmla="*/ 2123417 w 2912392"/>
                <a:gd name="connsiteY218" fmla="*/ 22439 h 638314"/>
                <a:gd name="connsiteX219" fmla="*/ 2133161 w 2912392"/>
                <a:gd name="connsiteY219" fmla="*/ 23077 h 638314"/>
                <a:gd name="connsiteX220" fmla="*/ 2142905 w 2912392"/>
                <a:gd name="connsiteY220" fmla="*/ 23750 h 638314"/>
                <a:gd name="connsiteX221" fmla="*/ 2152649 w 2912392"/>
                <a:gd name="connsiteY221" fmla="*/ 24460 h 638314"/>
                <a:gd name="connsiteX222" fmla="*/ 2162377 w 2912392"/>
                <a:gd name="connsiteY222" fmla="*/ 25206 h 638314"/>
                <a:gd name="connsiteX223" fmla="*/ 2172121 w 2912392"/>
                <a:gd name="connsiteY223" fmla="*/ 25988 h 638314"/>
                <a:gd name="connsiteX224" fmla="*/ 2181865 w 2912392"/>
                <a:gd name="connsiteY224" fmla="*/ 26806 h 638314"/>
                <a:gd name="connsiteX225" fmla="*/ 2191609 w 2912392"/>
                <a:gd name="connsiteY225" fmla="*/ 27660 h 638314"/>
                <a:gd name="connsiteX226" fmla="*/ 2201338 w 2912392"/>
                <a:gd name="connsiteY226" fmla="*/ 28548 h 638314"/>
                <a:gd name="connsiteX227" fmla="*/ 2211082 w 2912392"/>
                <a:gd name="connsiteY227" fmla="*/ 29470 h 638314"/>
                <a:gd name="connsiteX228" fmla="*/ 2220826 w 2912392"/>
                <a:gd name="connsiteY228" fmla="*/ 30425 h 638314"/>
                <a:gd name="connsiteX229" fmla="*/ 2230570 w 2912392"/>
                <a:gd name="connsiteY229" fmla="*/ 31412 h 638314"/>
                <a:gd name="connsiteX230" fmla="*/ 2240299 w 2912392"/>
                <a:gd name="connsiteY230" fmla="*/ 32426 h 638314"/>
                <a:gd name="connsiteX231" fmla="*/ 2250043 w 2912392"/>
                <a:gd name="connsiteY231" fmla="*/ 33469 h 638314"/>
                <a:gd name="connsiteX232" fmla="*/ 2259787 w 2912392"/>
                <a:gd name="connsiteY232" fmla="*/ 34537 h 638314"/>
                <a:gd name="connsiteX233" fmla="*/ 2269531 w 2912392"/>
                <a:gd name="connsiteY233" fmla="*/ 35629 h 638314"/>
                <a:gd name="connsiteX234" fmla="*/ 2279260 w 2912392"/>
                <a:gd name="connsiteY234" fmla="*/ 36741 h 638314"/>
                <a:gd name="connsiteX235" fmla="*/ 2289004 w 2912392"/>
                <a:gd name="connsiteY235" fmla="*/ 37870 h 638314"/>
                <a:gd name="connsiteX236" fmla="*/ 2298748 w 2912392"/>
                <a:gd name="connsiteY236" fmla="*/ 39014 h 638314"/>
                <a:gd name="connsiteX237" fmla="*/ 2308492 w 2912392"/>
                <a:gd name="connsiteY237" fmla="*/ 40169 h 638314"/>
                <a:gd name="connsiteX238" fmla="*/ 2318236 w 2912392"/>
                <a:gd name="connsiteY238" fmla="*/ 41333 h 638314"/>
                <a:gd name="connsiteX239" fmla="*/ 2327965 w 2912392"/>
                <a:gd name="connsiteY239" fmla="*/ 42499 h 638314"/>
                <a:gd name="connsiteX240" fmla="*/ 2337709 w 2912392"/>
                <a:gd name="connsiteY240" fmla="*/ 43667 h 638314"/>
                <a:gd name="connsiteX241" fmla="*/ 2347453 w 2912392"/>
                <a:gd name="connsiteY241" fmla="*/ 44830 h 638314"/>
                <a:gd name="connsiteX242" fmla="*/ 2357197 w 2912392"/>
                <a:gd name="connsiteY242" fmla="*/ 45984 h 638314"/>
                <a:gd name="connsiteX243" fmla="*/ 2366926 w 2912392"/>
                <a:gd name="connsiteY243" fmla="*/ 47125 h 638314"/>
                <a:gd name="connsiteX244" fmla="*/ 2376670 w 2912392"/>
                <a:gd name="connsiteY244" fmla="*/ 48249 h 638314"/>
                <a:gd name="connsiteX245" fmla="*/ 2386413 w 2912392"/>
                <a:gd name="connsiteY245" fmla="*/ 49350 h 638314"/>
                <a:gd name="connsiteX246" fmla="*/ 2396157 w 2912392"/>
                <a:gd name="connsiteY246" fmla="*/ 50424 h 638314"/>
                <a:gd name="connsiteX247" fmla="*/ 2405886 w 2912392"/>
                <a:gd name="connsiteY247" fmla="*/ 51466 h 638314"/>
                <a:gd name="connsiteX248" fmla="*/ 2415630 w 2912392"/>
                <a:gd name="connsiteY248" fmla="*/ 52470 h 638314"/>
                <a:gd name="connsiteX249" fmla="*/ 2425374 w 2912392"/>
                <a:gd name="connsiteY249" fmla="*/ 53431 h 638314"/>
                <a:gd name="connsiteX250" fmla="*/ 2435118 w 2912392"/>
                <a:gd name="connsiteY250" fmla="*/ 54346 h 638314"/>
                <a:gd name="connsiteX251" fmla="*/ 2444862 w 2912392"/>
                <a:gd name="connsiteY251" fmla="*/ 55207 h 638314"/>
                <a:gd name="connsiteX252" fmla="*/ 2454591 w 2912392"/>
                <a:gd name="connsiteY252" fmla="*/ 56011 h 638314"/>
                <a:gd name="connsiteX253" fmla="*/ 2464335 w 2912392"/>
                <a:gd name="connsiteY253" fmla="*/ 56752 h 638314"/>
                <a:gd name="connsiteX254" fmla="*/ 2474079 w 2912392"/>
                <a:gd name="connsiteY254" fmla="*/ 57427 h 638314"/>
                <a:gd name="connsiteX255" fmla="*/ 2483823 w 2912392"/>
                <a:gd name="connsiteY255" fmla="*/ 58027 h 638314"/>
                <a:gd name="connsiteX256" fmla="*/ 2493552 w 2912392"/>
                <a:gd name="connsiteY256" fmla="*/ 58551 h 638314"/>
                <a:gd name="connsiteX257" fmla="*/ 2503296 w 2912392"/>
                <a:gd name="connsiteY257" fmla="*/ 58994 h 638314"/>
                <a:gd name="connsiteX258" fmla="*/ 2513040 w 2912392"/>
                <a:gd name="connsiteY258" fmla="*/ 59352 h 638314"/>
                <a:gd name="connsiteX259" fmla="*/ 2522784 w 2912392"/>
                <a:gd name="connsiteY259" fmla="*/ 59618 h 638314"/>
                <a:gd name="connsiteX260" fmla="*/ 2532513 w 2912392"/>
                <a:gd name="connsiteY260" fmla="*/ 59793 h 638314"/>
                <a:gd name="connsiteX261" fmla="*/ 2542257 w 2912392"/>
                <a:gd name="connsiteY261" fmla="*/ 59869 h 638314"/>
                <a:gd name="connsiteX262" fmla="*/ 2552001 w 2912392"/>
                <a:gd name="connsiteY262" fmla="*/ 59843 h 638314"/>
                <a:gd name="connsiteX263" fmla="*/ 2561745 w 2912392"/>
                <a:gd name="connsiteY263" fmla="*/ 59715 h 638314"/>
                <a:gd name="connsiteX264" fmla="*/ 2571474 w 2912392"/>
                <a:gd name="connsiteY264" fmla="*/ 59483 h 638314"/>
                <a:gd name="connsiteX265" fmla="*/ 2581218 w 2912392"/>
                <a:gd name="connsiteY265" fmla="*/ 59140 h 638314"/>
                <a:gd name="connsiteX266" fmla="*/ 2590962 w 2912392"/>
                <a:gd name="connsiteY266" fmla="*/ 58689 h 638314"/>
                <a:gd name="connsiteX267" fmla="*/ 2600705 w 2912392"/>
                <a:gd name="connsiteY267" fmla="*/ 58125 h 638314"/>
                <a:gd name="connsiteX268" fmla="*/ 2610449 w 2912392"/>
                <a:gd name="connsiteY268" fmla="*/ 57450 h 638314"/>
                <a:gd name="connsiteX269" fmla="*/ 2620178 w 2912392"/>
                <a:gd name="connsiteY269" fmla="*/ 56664 h 638314"/>
                <a:gd name="connsiteX270" fmla="*/ 2629922 w 2912392"/>
                <a:gd name="connsiteY270" fmla="*/ 55764 h 638314"/>
                <a:gd name="connsiteX271" fmla="*/ 2639666 w 2912392"/>
                <a:gd name="connsiteY271" fmla="*/ 54752 h 638314"/>
                <a:gd name="connsiteX272" fmla="*/ 2649410 w 2912392"/>
                <a:gd name="connsiteY272" fmla="*/ 53630 h 638314"/>
                <a:gd name="connsiteX273" fmla="*/ 2659139 w 2912392"/>
                <a:gd name="connsiteY273" fmla="*/ 52400 h 638314"/>
                <a:gd name="connsiteX274" fmla="*/ 2668883 w 2912392"/>
                <a:gd name="connsiteY274" fmla="*/ 51062 h 638314"/>
                <a:gd name="connsiteX275" fmla="*/ 2678627 w 2912392"/>
                <a:gd name="connsiteY275" fmla="*/ 49618 h 638314"/>
                <a:gd name="connsiteX276" fmla="*/ 2688371 w 2912392"/>
                <a:gd name="connsiteY276" fmla="*/ 48076 h 638314"/>
                <a:gd name="connsiteX277" fmla="*/ 2698100 w 2912392"/>
                <a:gd name="connsiteY277" fmla="*/ 46434 h 638314"/>
                <a:gd name="connsiteX278" fmla="*/ 2707844 w 2912392"/>
                <a:gd name="connsiteY278" fmla="*/ 44701 h 638314"/>
                <a:gd name="connsiteX279" fmla="*/ 2717588 w 2912392"/>
                <a:gd name="connsiteY279" fmla="*/ 42879 h 638314"/>
                <a:gd name="connsiteX280" fmla="*/ 2727332 w 2912392"/>
                <a:gd name="connsiteY280" fmla="*/ 40977 h 638314"/>
                <a:gd name="connsiteX281" fmla="*/ 2737076 w 2912392"/>
                <a:gd name="connsiteY281" fmla="*/ 38997 h 638314"/>
                <a:gd name="connsiteX282" fmla="*/ 2746805 w 2912392"/>
                <a:gd name="connsiteY282" fmla="*/ 36945 h 638314"/>
                <a:gd name="connsiteX283" fmla="*/ 2756549 w 2912392"/>
                <a:gd name="connsiteY283" fmla="*/ 34832 h 638314"/>
                <a:gd name="connsiteX284" fmla="*/ 2766293 w 2912392"/>
                <a:gd name="connsiteY284" fmla="*/ 32664 h 638314"/>
                <a:gd name="connsiteX285" fmla="*/ 2776037 w 2912392"/>
                <a:gd name="connsiteY285" fmla="*/ 30449 h 638314"/>
                <a:gd name="connsiteX286" fmla="*/ 2785766 w 2912392"/>
                <a:gd name="connsiteY286" fmla="*/ 28195 h 638314"/>
                <a:gd name="connsiteX287" fmla="*/ 2795510 w 2912392"/>
                <a:gd name="connsiteY287" fmla="*/ 25911 h 638314"/>
                <a:gd name="connsiteX288" fmla="*/ 2805254 w 2912392"/>
                <a:gd name="connsiteY288" fmla="*/ 23607 h 638314"/>
                <a:gd name="connsiteX289" fmla="*/ 2814998 w 2912392"/>
                <a:gd name="connsiteY289" fmla="*/ 21292 h 638314"/>
                <a:gd name="connsiteX290" fmla="*/ 2824727 w 2912392"/>
                <a:gd name="connsiteY290" fmla="*/ 18978 h 638314"/>
                <a:gd name="connsiteX291" fmla="*/ 2834471 w 2912392"/>
                <a:gd name="connsiteY291" fmla="*/ 16675 h 638314"/>
                <a:gd name="connsiteX292" fmla="*/ 2844215 w 2912392"/>
                <a:gd name="connsiteY292" fmla="*/ 14392 h 638314"/>
                <a:gd name="connsiteX293" fmla="*/ 2853958 w 2912392"/>
                <a:gd name="connsiteY293" fmla="*/ 12144 h 638314"/>
                <a:gd name="connsiteX294" fmla="*/ 2863687 w 2912392"/>
                <a:gd name="connsiteY294" fmla="*/ 9939 h 638314"/>
                <a:gd name="connsiteX295" fmla="*/ 2873431 w 2912392"/>
                <a:gd name="connsiteY295" fmla="*/ 7791 h 638314"/>
                <a:gd name="connsiteX296" fmla="*/ 2883175 w 2912392"/>
                <a:gd name="connsiteY296" fmla="*/ 5709 h 638314"/>
                <a:gd name="connsiteX297" fmla="*/ 2892919 w 2912392"/>
                <a:gd name="connsiteY297" fmla="*/ 3710 h 638314"/>
                <a:gd name="connsiteX298" fmla="*/ 2902663 w 2912392"/>
                <a:gd name="connsiteY298" fmla="*/ 1803 h 638314"/>
                <a:gd name="connsiteX299" fmla="*/ 2912392 w 2912392"/>
                <a:gd name="connsiteY299" fmla="*/ 0 h 638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38314">
                  <a:moveTo>
                    <a:pt x="0" y="606608"/>
                  </a:moveTo>
                  <a:lnTo>
                    <a:pt x="9739" y="610380"/>
                  </a:lnTo>
                  <a:lnTo>
                    <a:pt x="19480" y="613930"/>
                  </a:lnTo>
                  <a:lnTo>
                    <a:pt x="29221" y="617256"/>
                  </a:lnTo>
                  <a:lnTo>
                    <a:pt x="38961" y="620352"/>
                  </a:lnTo>
                  <a:lnTo>
                    <a:pt x="48702" y="623213"/>
                  </a:lnTo>
                  <a:lnTo>
                    <a:pt x="58443" y="625835"/>
                  </a:lnTo>
                  <a:lnTo>
                    <a:pt x="68182" y="628214"/>
                  </a:lnTo>
                  <a:lnTo>
                    <a:pt x="77923" y="630349"/>
                  </a:lnTo>
                  <a:lnTo>
                    <a:pt x="87664" y="632235"/>
                  </a:lnTo>
                  <a:lnTo>
                    <a:pt x="97404" y="633870"/>
                  </a:lnTo>
                  <a:lnTo>
                    <a:pt x="107145" y="635252"/>
                  </a:lnTo>
                  <a:lnTo>
                    <a:pt x="116886" y="636379"/>
                  </a:lnTo>
                  <a:lnTo>
                    <a:pt x="126625" y="637249"/>
                  </a:lnTo>
                  <a:lnTo>
                    <a:pt x="136366" y="637863"/>
                  </a:lnTo>
                  <a:lnTo>
                    <a:pt x="146107" y="638217"/>
                  </a:lnTo>
                  <a:lnTo>
                    <a:pt x="155846" y="638314"/>
                  </a:lnTo>
                  <a:lnTo>
                    <a:pt x="165587" y="638153"/>
                  </a:lnTo>
                  <a:lnTo>
                    <a:pt x="175328" y="637734"/>
                  </a:lnTo>
                  <a:lnTo>
                    <a:pt x="185068" y="637061"/>
                  </a:lnTo>
                  <a:lnTo>
                    <a:pt x="194809" y="636131"/>
                  </a:lnTo>
                  <a:lnTo>
                    <a:pt x="204550" y="634951"/>
                  </a:lnTo>
                  <a:lnTo>
                    <a:pt x="214289" y="633521"/>
                  </a:lnTo>
                  <a:lnTo>
                    <a:pt x="224030" y="631842"/>
                  </a:lnTo>
                  <a:lnTo>
                    <a:pt x="233771" y="629920"/>
                  </a:lnTo>
                  <a:lnTo>
                    <a:pt x="243510" y="627758"/>
                  </a:lnTo>
                  <a:lnTo>
                    <a:pt x="253251" y="625359"/>
                  </a:lnTo>
                  <a:lnTo>
                    <a:pt x="262992" y="622730"/>
                  </a:lnTo>
                  <a:lnTo>
                    <a:pt x="272732" y="619872"/>
                  </a:lnTo>
                  <a:lnTo>
                    <a:pt x="282473" y="616793"/>
                  </a:lnTo>
                  <a:lnTo>
                    <a:pt x="292214" y="613497"/>
                  </a:lnTo>
                  <a:lnTo>
                    <a:pt x="301953" y="609990"/>
                  </a:lnTo>
                  <a:lnTo>
                    <a:pt x="311694" y="606280"/>
                  </a:lnTo>
                  <a:lnTo>
                    <a:pt x="321435" y="602370"/>
                  </a:lnTo>
                  <a:lnTo>
                    <a:pt x="331175" y="598270"/>
                  </a:lnTo>
                  <a:lnTo>
                    <a:pt x="340916" y="593985"/>
                  </a:lnTo>
                  <a:lnTo>
                    <a:pt x="350656" y="589523"/>
                  </a:lnTo>
                  <a:lnTo>
                    <a:pt x="360396" y="584891"/>
                  </a:lnTo>
                  <a:lnTo>
                    <a:pt x="370137" y="580098"/>
                  </a:lnTo>
                  <a:lnTo>
                    <a:pt x="379878" y="575148"/>
                  </a:lnTo>
                  <a:lnTo>
                    <a:pt x="389617" y="570054"/>
                  </a:lnTo>
                  <a:lnTo>
                    <a:pt x="399358" y="564822"/>
                  </a:lnTo>
                  <a:lnTo>
                    <a:pt x="409099" y="559460"/>
                  </a:lnTo>
                  <a:lnTo>
                    <a:pt x="418839" y="553975"/>
                  </a:lnTo>
                  <a:lnTo>
                    <a:pt x="428580" y="548378"/>
                  </a:lnTo>
                  <a:lnTo>
                    <a:pt x="438321" y="542676"/>
                  </a:lnTo>
                  <a:lnTo>
                    <a:pt x="448060" y="536876"/>
                  </a:lnTo>
                  <a:lnTo>
                    <a:pt x="457801" y="530989"/>
                  </a:lnTo>
                  <a:lnTo>
                    <a:pt x="467542" y="525024"/>
                  </a:lnTo>
                  <a:lnTo>
                    <a:pt x="477281" y="518987"/>
                  </a:lnTo>
                  <a:lnTo>
                    <a:pt x="487022" y="512885"/>
                  </a:lnTo>
                  <a:lnTo>
                    <a:pt x="496763" y="506731"/>
                  </a:lnTo>
                  <a:lnTo>
                    <a:pt x="506503" y="500530"/>
                  </a:lnTo>
                  <a:lnTo>
                    <a:pt x="516244" y="494289"/>
                  </a:lnTo>
                  <a:lnTo>
                    <a:pt x="525985" y="488018"/>
                  </a:lnTo>
                  <a:lnTo>
                    <a:pt x="535724" y="481723"/>
                  </a:lnTo>
                  <a:lnTo>
                    <a:pt x="545465" y="475413"/>
                  </a:lnTo>
                  <a:lnTo>
                    <a:pt x="555206" y="469094"/>
                  </a:lnTo>
                  <a:lnTo>
                    <a:pt x="564946" y="462773"/>
                  </a:lnTo>
                  <a:lnTo>
                    <a:pt x="574687" y="456457"/>
                  </a:lnTo>
                  <a:lnTo>
                    <a:pt x="584428" y="450152"/>
                  </a:lnTo>
                  <a:lnTo>
                    <a:pt x="594167" y="443864"/>
                  </a:lnTo>
                  <a:lnTo>
                    <a:pt x="603908" y="437601"/>
                  </a:lnTo>
                  <a:lnTo>
                    <a:pt x="613649" y="431366"/>
                  </a:lnTo>
                  <a:lnTo>
                    <a:pt x="623388" y="425165"/>
                  </a:lnTo>
                  <a:lnTo>
                    <a:pt x="633129" y="419003"/>
                  </a:lnTo>
                  <a:lnTo>
                    <a:pt x="642870" y="412885"/>
                  </a:lnTo>
                  <a:lnTo>
                    <a:pt x="652610" y="406814"/>
                  </a:lnTo>
                  <a:lnTo>
                    <a:pt x="662351" y="400794"/>
                  </a:lnTo>
                  <a:lnTo>
                    <a:pt x="672092" y="394830"/>
                  </a:lnTo>
                  <a:lnTo>
                    <a:pt x="681831" y="388924"/>
                  </a:lnTo>
                  <a:lnTo>
                    <a:pt x="691572" y="383080"/>
                  </a:lnTo>
                  <a:lnTo>
                    <a:pt x="701313" y="377297"/>
                  </a:lnTo>
                  <a:lnTo>
                    <a:pt x="711052" y="371582"/>
                  </a:lnTo>
                  <a:lnTo>
                    <a:pt x="720793" y="365934"/>
                  </a:lnTo>
                  <a:lnTo>
                    <a:pt x="730534" y="360354"/>
                  </a:lnTo>
                  <a:lnTo>
                    <a:pt x="740274" y="354845"/>
                  </a:lnTo>
                  <a:lnTo>
                    <a:pt x="750015" y="349405"/>
                  </a:lnTo>
                  <a:lnTo>
                    <a:pt x="759756" y="344037"/>
                  </a:lnTo>
                  <a:lnTo>
                    <a:pt x="769495" y="338740"/>
                  </a:lnTo>
                  <a:lnTo>
                    <a:pt x="779236" y="333514"/>
                  </a:lnTo>
                  <a:lnTo>
                    <a:pt x="788977" y="328359"/>
                  </a:lnTo>
                  <a:lnTo>
                    <a:pt x="798717" y="323272"/>
                  </a:lnTo>
                  <a:lnTo>
                    <a:pt x="808458" y="318254"/>
                  </a:lnTo>
                  <a:lnTo>
                    <a:pt x="818199" y="313303"/>
                  </a:lnTo>
                  <a:lnTo>
                    <a:pt x="827938" y="308419"/>
                  </a:lnTo>
                  <a:lnTo>
                    <a:pt x="837679" y="303598"/>
                  </a:lnTo>
                  <a:lnTo>
                    <a:pt x="847420" y="298839"/>
                  </a:lnTo>
                  <a:lnTo>
                    <a:pt x="857159" y="294142"/>
                  </a:lnTo>
                  <a:lnTo>
                    <a:pt x="866900" y="289501"/>
                  </a:lnTo>
                  <a:lnTo>
                    <a:pt x="876641" y="284916"/>
                  </a:lnTo>
                  <a:lnTo>
                    <a:pt x="886381" y="280384"/>
                  </a:lnTo>
                  <a:lnTo>
                    <a:pt x="896122" y="275902"/>
                  </a:lnTo>
                  <a:lnTo>
                    <a:pt x="905863" y="271468"/>
                  </a:lnTo>
                  <a:lnTo>
                    <a:pt x="915602" y="267079"/>
                  </a:lnTo>
                  <a:lnTo>
                    <a:pt x="925343" y="262732"/>
                  </a:lnTo>
                  <a:lnTo>
                    <a:pt x="935084" y="258424"/>
                  </a:lnTo>
                  <a:lnTo>
                    <a:pt x="944824" y="254154"/>
                  </a:lnTo>
                  <a:lnTo>
                    <a:pt x="954564" y="249917"/>
                  </a:lnTo>
                  <a:lnTo>
                    <a:pt x="964305" y="245712"/>
                  </a:lnTo>
                  <a:lnTo>
                    <a:pt x="974045" y="241535"/>
                  </a:lnTo>
                  <a:lnTo>
                    <a:pt x="983786" y="237384"/>
                  </a:lnTo>
                  <a:lnTo>
                    <a:pt x="993522" y="233257"/>
                  </a:lnTo>
                  <a:lnTo>
                    <a:pt x="1003266" y="229151"/>
                  </a:lnTo>
                  <a:lnTo>
                    <a:pt x="1013010" y="225064"/>
                  </a:lnTo>
                  <a:lnTo>
                    <a:pt x="1022754" y="220994"/>
                  </a:lnTo>
                  <a:lnTo>
                    <a:pt x="1032483" y="216940"/>
                  </a:lnTo>
                  <a:lnTo>
                    <a:pt x="1042227" y="212898"/>
                  </a:lnTo>
                  <a:lnTo>
                    <a:pt x="1051971" y="208867"/>
                  </a:lnTo>
                  <a:lnTo>
                    <a:pt x="1061715" y="204849"/>
                  </a:lnTo>
                  <a:lnTo>
                    <a:pt x="1071444" y="200840"/>
                  </a:lnTo>
                  <a:lnTo>
                    <a:pt x="1081188" y="196838"/>
                  </a:lnTo>
                  <a:lnTo>
                    <a:pt x="1090932" y="192843"/>
                  </a:lnTo>
                  <a:lnTo>
                    <a:pt x="1100676" y="188858"/>
                  </a:lnTo>
                  <a:lnTo>
                    <a:pt x="1110405" y="184878"/>
                  </a:lnTo>
                  <a:lnTo>
                    <a:pt x="1120149" y="180905"/>
                  </a:lnTo>
                  <a:lnTo>
                    <a:pt x="1129893" y="176939"/>
                  </a:lnTo>
                  <a:lnTo>
                    <a:pt x="1139637" y="172982"/>
                  </a:lnTo>
                  <a:lnTo>
                    <a:pt x="1149381" y="169030"/>
                  </a:lnTo>
                  <a:lnTo>
                    <a:pt x="1159110" y="165090"/>
                  </a:lnTo>
                  <a:lnTo>
                    <a:pt x="1168854" y="161158"/>
                  </a:lnTo>
                  <a:lnTo>
                    <a:pt x="1178598" y="157238"/>
                  </a:lnTo>
                  <a:lnTo>
                    <a:pt x="1188341" y="153330"/>
                  </a:lnTo>
                  <a:lnTo>
                    <a:pt x="1198070" y="149437"/>
                  </a:lnTo>
                  <a:lnTo>
                    <a:pt x="1207814" y="145560"/>
                  </a:lnTo>
                  <a:lnTo>
                    <a:pt x="1217558" y="141701"/>
                  </a:lnTo>
                  <a:lnTo>
                    <a:pt x="1227302" y="137863"/>
                  </a:lnTo>
                  <a:lnTo>
                    <a:pt x="1237031" y="134048"/>
                  </a:lnTo>
                  <a:lnTo>
                    <a:pt x="1246775" y="130259"/>
                  </a:lnTo>
                  <a:lnTo>
                    <a:pt x="1256519" y="126495"/>
                  </a:lnTo>
                  <a:lnTo>
                    <a:pt x="1266263" y="122763"/>
                  </a:lnTo>
                  <a:lnTo>
                    <a:pt x="1276007" y="119065"/>
                  </a:lnTo>
                  <a:lnTo>
                    <a:pt x="1285736" y="115402"/>
                  </a:lnTo>
                  <a:lnTo>
                    <a:pt x="1295480" y="111778"/>
                  </a:lnTo>
                  <a:lnTo>
                    <a:pt x="1305224" y="108196"/>
                  </a:lnTo>
                  <a:lnTo>
                    <a:pt x="1314968" y="104659"/>
                  </a:lnTo>
                  <a:lnTo>
                    <a:pt x="1324697" y="101170"/>
                  </a:lnTo>
                  <a:lnTo>
                    <a:pt x="1334441" y="97731"/>
                  </a:lnTo>
                  <a:lnTo>
                    <a:pt x="1344185" y="94345"/>
                  </a:lnTo>
                  <a:lnTo>
                    <a:pt x="1353929" y="91016"/>
                  </a:lnTo>
                  <a:lnTo>
                    <a:pt x="1363658" y="87746"/>
                  </a:lnTo>
                  <a:lnTo>
                    <a:pt x="1373402" y="84538"/>
                  </a:lnTo>
                  <a:lnTo>
                    <a:pt x="1383146" y="81396"/>
                  </a:lnTo>
                  <a:lnTo>
                    <a:pt x="1392890" y="78319"/>
                  </a:lnTo>
                  <a:lnTo>
                    <a:pt x="1402619" y="75311"/>
                  </a:lnTo>
                  <a:lnTo>
                    <a:pt x="1412363" y="72376"/>
                  </a:lnTo>
                  <a:lnTo>
                    <a:pt x="1422106" y="69514"/>
                  </a:lnTo>
                  <a:lnTo>
                    <a:pt x="1431850" y="66728"/>
                  </a:lnTo>
                  <a:lnTo>
                    <a:pt x="1441594" y="64019"/>
                  </a:lnTo>
                  <a:lnTo>
                    <a:pt x="1451323" y="61390"/>
                  </a:lnTo>
                  <a:lnTo>
                    <a:pt x="1461067" y="58839"/>
                  </a:lnTo>
                  <a:lnTo>
                    <a:pt x="1470811" y="56370"/>
                  </a:lnTo>
                  <a:lnTo>
                    <a:pt x="1480555" y="53985"/>
                  </a:lnTo>
                  <a:lnTo>
                    <a:pt x="1490284" y="51682"/>
                  </a:lnTo>
                  <a:lnTo>
                    <a:pt x="1500028" y="49463"/>
                  </a:lnTo>
                  <a:lnTo>
                    <a:pt x="1509772" y="47328"/>
                  </a:lnTo>
                  <a:lnTo>
                    <a:pt x="1519516" y="45277"/>
                  </a:lnTo>
                  <a:lnTo>
                    <a:pt x="1529245" y="43311"/>
                  </a:lnTo>
                  <a:lnTo>
                    <a:pt x="1538989" y="41428"/>
                  </a:lnTo>
                  <a:lnTo>
                    <a:pt x="1548733" y="39628"/>
                  </a:lnTo>
                  <a:lnTo>
                    <a:pt x="1558477" y="37912"/>
                  </a:lnTo>
                  <a:lnTo>
                    <a:pt x="1568221" y="36278"/>
                  </a:lnTo>
                  <a:lnTo>
                    <a:pt x="1577950" y="34725"/>
                  </a:lnTo>
                  <a:lnTo>
                    <a:pt x="1587694" y="33250"/>
                  </a:lnTo>
                  <a:lnTo>
                    <a:pt x="1597438" y="31855"/>
                  </a:lnTo>
                  <a:lnTo>
                    <a:pt x="1607182" y="30535"/>
                  </a:lnTo>
                  <a:lnTo>
                    <a:pt x="1616911" y="29291"/>
                  </a:lnTo>
                  <a:lnTo>
                    <a:pt x="1626655" y="28120"/>
                  </a:lnTo>
                  <a:lnTo>
                    <a:pt x="1636399" y="27021"/>
                  </a:lnTo>
                  <a:lnTo>
                    <a:pt x="1646142" y="25990"/>
                  </a:lnTo>
                  <a:lnTo>
                    <a:pt x="1655872" y="25026"/>
                  </a:lnTo>
                  <a:lnTo>
                    <a:pt x="1665616" y="24127"/>
                  </a:lnTo>
                  <a:lnTo>
                    <a:pt x="1675359" y="23290"/>
                  </a:lnTo>
                  <a:lnTo>
                    <a:pt x="1685103" y="22512"/>
                  </a:lnTo>
                  <a:lnTo>
                    <a:pt x="1694832" y="21793"/>
                  </a:lnTo>
                  <a:lnTo>
                    <a:pt x="1704576" y="21128"/>
                  </a:lnTo>
                  <a:lnTo>
                    <a:pt x="1714320" y="20517"/>
                  </a:lnTo>
                  <a:lnTo>
                    <a:pt x="1724064" y="19954"/>
                  </a:lnTo>
                  <a:lnTo>
                    <a:pt x="1733808" y="19440"/>
                  </a:lnTo>
                  <a:lnTo>
                    <a:pt x="1743537" y="18972"/>
                  </a:lnTo>
                  <a:lnTo>
                    <a:pt x="1753281" y="18546"/>
                  </a:lnTo>
                  <a:lnTo>
                    <a:pt x="1763025" y="18160"/>
                  </a:lnTo>
                  <a:lnTo>
                    <a:pt x="1772769" y="17813"/>
                  </a:lnTo>
                  <a:lnTo>
                    <a:pt x="1782498" y="17502"/>
                  </a:lnTo>
                  <a:lnTo>
                    <a:pt x="1792242" y="17226"/>
                  </a:lnTo>
                  <a:lnTo>
                    <a:pt x="1801986" y="16982"/>
                  </a:lnTo>
                  <a:lnTo>
                    <a:pt x="1811730" y="16767"/>
                  </a:lnTo>
                  <a:lnTo>
                    <a:pt x="1821459" y="16583"/>
                  </a:lnTo>
                  <a:lnTo>
                    <a:pt x="1831203" y="16425"/>
                  </a:lnTo>
                  <a:lnTo>
                    <a:pt x="1840947" y="16294"/>
                  </a:lnTo>
                  <a:lnTo>
                    <a:pt x="1850691" y="16185"/>
                  </a:lnTo>
                  <a:lnTo>
                    <a:pt x="1860435" y="16101"/>
                  </a:lnTo>
                  <a:lnTo>
                    <a:pt x="1870164" y="16040"/>
                  </a:lnTo>
                  <a:lnTo>
                    <a:pt x="1879908" y="16000"/>
                  </a:lnTo>
                  <a:lnTo>
                    <a:pt x="1889652" y="15982"/>
                  </a:lnTo>
                  <a:lnTo>
                    <a:pt x="1899395" y="15984"/>
                  </a:lnTo>
                  <a:lnTo>
                    <a:pt x="1909124" y="16006"/>
                  </a:lnTo>
                  <a:lnTo>
                    <a:pt x="1918868" y="16048"/>
                  </a:lnTo>
                  <a:lnTo>
                    <a:pt x="1928612" y="16110"/>
                  </a:lnTo>
                  <a:lnTo>
                    <a:pt x="1938356" y="16192"/>
                  </a:lnTo>
                  <a:lnTo>
                    <a:pt x="1948085" y="16294"/>
                  </a:lnTo>
                  <a:lnTo>
                    <a:pt x="1957829" y="16417"/>
                  </a:lnTo>
                  <a:lnTo>
                    <a:pt x="1967573" y="16562"/>
                  </a:lnTo>
                  <a:lnTo>
                    <a:pt x="1977317" y="16729"/>
                  </a:lnTo>
                  <a:lnTo>
                    <a:pt x="1987046" y="16916"/>
                  </a:lnTo>
                  <a:lnTo>
                    <a:pt x="1996790" y="17128"/>
                  </a:lnTo>
                  <a:lnTo>
                    <a:pt x="2006534" y="17365"/>
                  </a:lnTo>
                  <a:lnTo>
                    <a:pt x="2016278" y="17625"/>
                  </a:lnTo>
                  <a:lnTo>
                    <a:pt x="2026022" y="17913"/>
                  </a:lnTo>
                  <a:lnTo>
                    <a:pt x="2035751" y="18227"/>
                  </a:lnTo>
                  <a:lnTo>
                    <a:pt x="2045495" y="18570"/>
                  </a:lnTo>
                  <a:lnTo>
                    <a:pt x="2055239" y="18941"/>
                  </a:lnTo>
                  <a:lnTo>
                    <a:pt x="2064983" y="19343"/>
                  </a:lnTo>
                  <a:lnTo>
                    <a:pt x="2074712" y="19775"/>
                  </a:lnTo>
                  <a:lnTo>
                    <a:pt x="2084456" y="20242"/>
                  </a:lnTo>
                  <a:lnTo>
                    <a:pt x="2094200" y="20739"/>
                  </a:lnTo>
                  <a:lnTo>
                    <a:pt x="2103944" y="21271"/>
                  </a:lnTo>
                  <a:lnTo>
                    <a:pt x="2113673" y="21837"/>
                  </a:lnTo>
                  <a:lnTo>
                    <a:pt x="2123417" y="22439"/>
                  </a:lnTo>
                  <a:lnTo>
                    <a:pt x="2133161" y="23077"/>
                  </a:lnTo>
                  <a:lnTo>
                    <a:pt x="2142905" y="23750"/>
                  </a:lnTo>
                  <a:lnTo>
                    <a:pt x="2152649" y="24460"/>
                  </a:lnTo>
                  <a:lnTo>
                    <a:pt x="2162377" y="25206"/>
                  </a:lnTo>
                  <a:lnTo>
                    <a:pt x="2172121" y="25988"/>
                  </a:lnTo>
                  <a:lnTo>
                    <a:pt x="2181865" y="26806"/>
                  </a:lnTo>
                  <a:lnTo>
                    <a:pt x="2191609" y="27660"/>
                  </a:lnTo>
                  <a:lnTo>
                    <a:pt x="2201338" y="28548"/>
                  </a:lnTo>
                  <a:lnTo>
                    <a:pt x="2211082" y="29470"/>
                  </a:lnTo>
                  <a:lnTo>
                    <a:pt x="2220826" y="30425"/>
                  </a:lnTo>
                  <a:lnTo>
                    <a:pt x="2230570" y="31412"/>
                  </a:lnTo>
                  <a:lnTo>
                    <a:pt x="2240299" y="32426"/>
                  </a:lnTo>
                  <a:lnTo>
                    <a:pt x="2250043" y="33469"/>
                  </a:lnTo>
                  <a:lnTo>
                    <a:pt x="2259787" y="34537"/>
                  </a:lnTo>
                  <a:lnTo>
                    <a:pt x="2269531" y="35629"/>
                  </a:lnTo>
                  <a:lnTo>
                    <a:pt x="2279260" y="36741"/>
                  </a:lnTo>
                  <a:lnTo>
                    <a:pt x="2289004" y="37870"/>
                  </a:lnTo>
                  <a:lnTo>
                    <a:pt x="2298748" y="39014"/>
                  </a:lnTo>
                  <a:lnTo>
                    <a:pt x="2308492" y="40169"/>
                  </a:lnTo>
                  <a:lnTo>
                    <a:pt x="2318236" y="41333"/>
                  </a:lnTo>
                  <a:lnTo>
                    <a:pt x="2327965" y="42499"/>
                  </a:lnTo>
                  <a:lnTo>
                    <a:pt x="2337709" y="43667"/>
                  </a:lnTo>
                  <a:lnTo>
                    <a:pt x="2347453" y="44830"/>
                  </a:lnTo>
                  <a:lnTo>
                    <a:pt x="2357197" y="45984"/>
                  </a:lnTo>
                  <a:lnTo>
                    <a:pt x="2366926" y="47125"/>
                  </a:lnTo>
                  <a:lnTo>
                    <a:pt x="2376670" y="48249"/>
                  </a:lnTo>
                  <a:lnTo>
                    <a:pt x="2386413" y="49350"/>
                  </a:lnTo>
                  <a:lnTo>
                    <a:pt x="2396157" y="50424"/>
                  </a:lnTo>
                  <a:lnTo>
                    <a:pt x="2405886" y="51466"/>
                  </a:lnTo>
                  <a:lnTo>
                    <a:pt x="2415630" y="52470"/>
                  </a:lnTo>
                  <a:lnTo>
                    <a:pt x="2425374" y="53431"/>
                  </a:lnTo>
                  <a:lnTo>
                    <a:pt x="2435118" y="54346"/>
                  </a:lnTo>
                  <a:lnTo>
                    <a:pt x="2444862" y="55207"/>
                  </a:lnTo>
                  <a:lnTo>
                    <a:pt x="2454591" y="56011"/>
                  </a:lnTo>
                  <a:lnTo>
                    <a:pt x="2464335" y="56752"/>
                  </a:lnTo>
                  <a:lnTo>
                    <a:pt x="2474079" y="57427"/>
                  </a:lnTo>
                  <a:lnTo>
                    <a:pt x="2483823" y="58027"/>
                  </a:lnTo>
                  <a:lnTo>
                    <a:pt x="2493552" y="58551"/>
                  </a:lnTo>
                  <a:lnTo>
                    <a:pt x="2503296" y="58994"/>
                  </a:lnTo>
                  <a:lnTo>
                    <a:pt x="2513040" y="59352"/>
                  </a:lnTo>
                  <a:lnTo>
                    <a:pt x="2522784" y="59618"/>
                  </a:lnTo>
                  <a:lnTo>
                    <a:pt x="2532513" y="59793"/>
                  </a:lnTo>
                  <a:lnTo>
                    <a:pt x="2542257" y="59869"/>
                  </a:lnTo>
                  <a:lnTo>
                    <a:pt x="2552001" y="59843"/>
                  </a:lnTo>
                  <a:lnTo>
                    <a:pt x="2561745" y="59715"/>
                  </a:lnTo>
                  <a:lnTo>
                    <a:pt x="2571474" y="59483"/>
                  </a:lnTo>
                  <a:lnTo>
                    <a:pt x="2581218" y="59140"/>
                  </a:lnTo>
                  <a:lnTo>
                    <a:pt x="2590962" y="58689"/>
                  </a:lnTo>
                  <a:lnTo>
                    <a:pt x="2600705" y="58125"/>
                  </a:lnTo>
                  <a:lnTo>
                    <a:pt x="2610449" y="57450"/>
                  </a:lnTo>
                  <a:lnTo>
                    <a:pt x="2620178" y="56664"/>
                  </a:lnTo>
                  <a:lnTo>
                    <a:pt x="2629922" y="55764"/>
                  </a:lnTo>
                  <a:lnTo>
                    <a:pt x="2639666" y="54752"/>
                  </a:lnTo>
                  <a:lnTo>
                    <a:pt x="2649410" y="53630"/>
                  </a:lnTo>
                  <a:lnTo>
                    <a:pt x="2659139" y="52400"/>
                  </a:lnTo>
                  <a:lnTo>
                    <a:pt x="2668883" y="51062"/>
                  </a:lnTo>
                  <a:lnTo>
                    <a:pt x="2678627" y="49618"/>
                  </a:lnTo>
                  <a:lnTo>
                    <a:pt x="2688371" y="48076"/>
                  </a:lnTo>
                  <a:lnTo>
                    <a:pt x="2698100" y="46434"/>
                  </a:lnTo>
                  <a:lnTo>
                    <a:pt x="2707844" y="44701"/>
                  </a:lnTo>
                  <a:lnTo>
                    <a:pt x="2717588" y="42879"/>
                  </a:lnTo>
                  <a:lnTo>
                    <a:pt x="2727332" y="40977"/>
                  </a:lnTo>
                  <a:lnTo>
                    <a:pt x="2737076" y="38997"/>
                  </a:lnTo>
                  <a:lnTo>
                    <a:pt x="2746805" y="36945"/>
                  </a:lnTo>
                  <a:lnTo>
                    <a:pt x="2756549" y="34832"/>
                  </a:lnTo>
                  <a:lnTo>
                    <a:pt x="2766293" y="32664"/>
                  </a:lnTo>
                  <a:lnTo>
                    <a:pt x="2776037" y="30449"/>
                  </a:lnTo>
                  <a:lnTo>
                    <a:pt x="2785766" y="28195"/>
                  </a:lnTo>
                  <a:lnTo>
                    <a:pt x="2795510" y="25911"/>
                  </a:lnTo>
                  <a:lnTo>
                    <a:pt x="2805254" y="23607"/>
                  </a:lnTo>
                  <a:lnTo>
                    <a:pt x="2814998" y="21292"/>
                  </a:lnTo>
                  <a:lnTo>
                    <a:pt x="2824727" y="18978"/>
                  </a:lnTo>
                  <a:lnTo>
                    <a:pt x="2834471" y="16675"/>
                  </a:lnTo>
                  <a:lnTo>
                    <a:pt x="2844215" y="14392"/>
                  </a:lnTo>
                  <a:lnTo>
                    <a:pt x="2853958" y="12144"/>
                  </a:lnTo>
                  <a:lnTo>
                    <a:pt x="2863687" y="9939"/>
                  </a:lnTo>
                  <a:lnTo>
                    <a:pt x="2873431" y="7791"/>
                  </a:lnTo>
                  <a:lnTo>
                    <a:pt x="2883175" y="5709"/>
                  </a:lnTo>
                  <a:lnTo>
                    <a:pt x="2892919" y="3710"/>
                  </a:lnTo>
                  <a:lnTo>
                    <a:pt x="2902663" y="1803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4" name="Freeform 623">
              <a:extLst>
                <a:ext uri="{FF2B5EF4-FFF2-40B4-BE49-F238E27FC236}">
                  <a16:creationId xmlns:a16="http://schemas.microsoft.com/office/drawing/2014/main" id="{6A31E30A-E494-1907-CB9C-EE3923F5015A}"/>
                </a:ext>
              </a:extLst>
            </p:cNvPr>
            <p:cNvSpPr/>
            <p:nvPr/>
          </p:nvSpPr>
          <p:spPr>
            <a:xfrm>
              <a:off x="576446" y="3116534"/>
              <a:ext cx="2912392" cy="703823"/>
            </a:xfrm>
            <a:custGeom>
              <a:avLst/>
              <a:gdLst>
                <a:gd name="connsiteX0" fmla="*/ 0 w 2912392"/>
                <a:gd name="connsiteY0" fmla="*/ 673747 h 703823"/>
                <a:gd name="connsiteX1" fmla="*/ 9739 w 2912392"/>
                <a:gd name="connsiteY1" fmla="*/ 676160 h 703823"/>
                <a:gd name="connsiteX2" fmla="*/ 19480 w 2912392"/>
                <a:gd name="connsiteY2" fmla="*/ 678480 h 703823"/>
                <a:gd name="connsiteX3" fmla="*/ 29221 w 2912392"/>
                <a:gd name="connsiteY3" fmla="*/ 680708 h 703823"/>
                <a:gd name="connsiteX4" fmla="*/ 38961 w 2912392"/>
                <a:gd name="connsiteY4" fmla="*/ 682838 h 703823"/>
                <a:gd name="connsiteX5" fmla="*/ 48702 w 2912392"/>
                <a:gd name="connsiteY5" fmla="*/ 684873 h 703823"/>
                <a:gd name="connsiteX6" fmla="*/ 58443 w 2912392"/>
                <a:gd name="connsiteY6" fmla="*/ 686807 h 703823"/>
                <a:gd name="connsiteX7" fmla="*/ 68182 w 2912392"/>
                <a:gd name="connsiteY7" fmla="*/ 688643 h 703823"/>
                <a:gd name="connsiteX8" fmla="*/ 77923 w 2912392"/>
                <a:gd name="connsiteY8" fmla="*/ 690377 h 703823"/>
                <a:gd name="connsiteX9" fmla="*/ 87664 w 2912392"/>
                <a:gd name="connsiteY9" fmla="*/ 692007 h 703823"/>
                <a:gd name="connsiteX10" fmla="*/ 97404 w 2912392"/>
                <a:gd name="connsiteY10" fmla="*/ 693534 h 703823"/>
                <a:gd name="connsiteX11" fmla="*/ 107145 w 2912392"/>
                <a:gd name="connsiteY11" fmla="*/ 694957 h 703823"/>
                <a:gd name="connsiteX12" fmla="*/ 116886 w 2912392"/>
                <a:gd name="connsiteY12" fmla="*/ 696274 h 703823"/>
                <a:gd name="connsiteX13" fmla="*/ 126625 w 2912392"/>
                <a:gd name="connsiteY13" fmla="*/ 697485 h 703823"/>
                <a:gd name="connsiteX14" fmla="*/ 136366 w 2912392"/>
                <a:gd name="connsiteY14" fmla="*/ 698589 h 703823"/>
                <a:gd name="connsiteX15" fmla="*/ 146107 w 2912392"/>
                <a:gd name="connsiteY15" fmla="*/ 699588 h 703823"/>
                <a:gd name="connsiteX16" fmla="*/ 155846 w 2912392"/>
                <a:gd name="connsiteY16" fmla="*/ 700479 h 703823"/>
                <a:gd name="connsiteX17" fmla="*/ 165587 w 2912392"/>
                <a:gd name="connsiteY17" fmla="*/ 701264 h 703823"/>
                <a:gd name="connsiteX18" fmla="*/ 175328 w 2912392"/>
                <a:gd name="connsiteY18" fmla="*/ 701942 h 703823"/>
                <a:gd name="connsiteX19" fmla="*/ 185068 w 2912392"/>
                <a:gd name="connsiteY19" fmla="*/ 702514 h 703823"/>
                <a:gd name="connsiteX20" fmla="*/ 194809 w 2912392"/>
                <a:gd name="connsiteY20" fmla="*/ 702980 h 703823"/>
                <a:gd name="connsiteX21" fmla="*/ 204550 w 2912392"/>
                <a:gd name="connsiteY21" fmla="*/ 703344 h 703823"/>
                <a:gd name="connsiteX22" fmla="*/ 214289 w 2912392"/>
                <a:gd name="connsiteY22" fmla="*/ 703604 h 703823"/>
                <a:gd name="connsiteX23" fmla="*/ 224030 w 2912392"/>
                <a:gd name="connsiteY23" fmla="*/ 703764 h 703823"/>
                <a:gd name="connsiteX24" fmla="*/ 233771 w 2912392"/>
                <a:gd name="connsiteY24" fmla="*/ 703823 h 703823"/>
                <a:gd name="connsiteX25" fmla="*/ 243510 w 2912392"/>
                <a:gd name="connsiteY25" fmla="*/ 703785 h 703823"/>
                <a:gd name="connsiteX26" fmla="*/ 253251 w 2912392"/>
                <a:gd name="connsiteY26" fmla="*/ 703651 h 703823"/>
                <a:gd name="connsiteX27" fmla="*/ 262992 w 2912392"/>
                <a:gd name="connsiteY27" fmla="*/ 703424 h 703823"/>
                <a:gd name="connsiteX28" fmla="*/ 272732 w 2912392"/>
                <a:gd name="connsiteY28" fmla="*/ 703107 h 703823"/>
                <a:gd name="connsiteX29" fmla="*/ 282473 w 2912392"/>
                <a:gd name="connsiteY29" fmla="*/ 702702 h 703823"/>
                <a:gd name="connsiteX30" fmla="*/ 292214 w 2912392"/>
                <a:gd name="connsiteY30" fmla="*/ 702211 h 703823"/>
                <a:gd name="connsiteX31" fmla="*/ 301953 w 2912392"/>
                <a:gd name="connsiteY31" fmla="*/ 701639 h 703823"/>
                <a:gd name="connsiteX32" fmla="*/ 311694 w 2912392"/>
                <a:gd name="connsiteY32" fmla="*/ 700990 h 703823"/>
                <a:gd name="connsiteX33" fmla="*/ 321435 w 2912392"/>
                <a:gd name="connsiteY33" fmla="*/ 700267 h 703823"/>
                <a:gd name="connsiteX34" fmla="*/ 331175 w 2912392"/>
                <a:gd name="connsiteY34" fmla="*/ 699473 h 703823"/>
                <a:gd name="connsiteX35" fmla="*/ 340916 w 2912392"/>
                <a:gd name="connsiteY35" fmla="*/ 698613 h 703823"/>
                <a:gd name="connsiteX36" fmla="*/ 350656 w 2912392"/>
                <a:gd name="connsiteY36" fmla="*/ 697691 h 703823"/>
                <a:gd name="connsiteX37" fmla="*/ 360396 w 2912392"/>
                <a:gd name="connsiteY37" fmla="*/ 696711 h 703823"/>
                <a:gd name="connsiteX38" fmla="*/ 370137 w 2912392"/>
                <a:gd name="connsiteY38" fmla="*/ 695678 h 703823"/>
                <a:gd name="connsiteX39" fmla="*/ 379878 w 2912392"/>
                <a:gd name="connsiteY39" fmla="*/ 694597 h 703823"/>
                <a:gd name="connsiteX40" fmla="*/ 389617 w 2912392"/>
                <a:gd name="connsiteY40" fmla="*/ 693472 h 703823"/>
                <a:gd name="connsiteX41" fmla="*/ 399358 w 2912392"/>
                <a:gd name="connsiteY41" fmla="*/ 692308 h 703823"/>
                <a:gd name="connsiteX42" fmla="*/ 409099 w 2912392"/>
                <a:gd name="connsiteY42" fmla="*/ 691110 h 703823"/>
                <a:gd name="connsiteX43" fmla="*/ 418839 w 2912392"/>
                <a:gd name="connsiteY43" fmla="*/ 689884 h 703823"/>
                <a:gd name="connsiteX44" fmla="*/ 428580 w 2912392"/>
                <a:gd name="connsiteY44" fmla="*/ 688634 h 703823"/>
                <a:gd name="connsiteX45" fmla="*/ 438321 w 2912392"/>
                <a:gd name="connsiteY45" fmla="*/ 687366 h 703823"/>
                <a:gd name="connsiteX46" fmla="*/ 448060 w 2912392"/>
                <a:gd name="connsiteY46" fmla="*/ 686085 h 703823"/>
                <a:gd name="connsiteX47" fmla="*/ 457801 w 2912392"/>
                <a:gd name="connsiteY47" fmla="*/ 684796 h 703823"/>
                <a:gd name="connsiteX48" fmla="*/ 467542 w 2912392"/>
                <a:gd name="connsiteY48" fmla="*/ 683504 h 703823"/>
                <a:gd name="connsiteX49" fmla="*/ 477281 w 2912392"/>
                <a:gd name="connsiteY49" fmla="*/ 682214 h 703823"/>
                <a:gd name="connsiteX50" fmla="*/ 487022 w 2912392"/>
                <a:gd name="connsiteY50" fmla="*/ 680933 h 703823"/>
                <a:gd name="connsiteX51" fmla="*/ 496763 w 2912392"/>
                <a:gd name="connsiteY51" fmla="*/ 679663 h 703823"/>
                <a:gd name="connsiteX52" fmla="*/ 506503 w 2912392"/>
                <a:gd name="connsiteY52" fmla="*/ 678412 h 703823"/>
                <a:gd name="connsiteX53" fmla="*/ 516244 w 2912392"/>
                <a:gd name="connsiteY53" fmla="*/ 677183 h 703823"/>
                <a:gd name="connsiteX54" fmla="*/ 525985 w 2912392"/>
                <a:gd name="connsiteY54" fmla="*/ 675982 h 703823"/>
                <a:gd name="connsiteX55" fmla="*/ 535724 w 2912392"/>
                <a:gd name="connsiteY55" fmla="*/ 674814 h 703823"/>
                <a:gd name="connsiteX56" fmla="*/ 545465 w 2912392"/>
                <a:gd name="connsiteY56" fmla="*/ 673681 h 703823"/>
                <a:gd name="connsiteX57" fmla="*/ 555206 w 2912392"/>
                <a:gd name="connsiteY57" fmla="*/ 672589 h 703823"/>
                <a:gd name="connsiteX58" fmla="*/ 564946 w 2912392"/>
                <a:gd name="connsiteY58" fmla="*/ 671543 h 703823"/>
                <a:gd name="connsiteX59" fmla="*/ 574687 w 2912392"/>
                <a:gd name="connsiteY59" fmla="*/ 670547 h 703823"/>
                <a:gd name="connsiteX60" fmla="*/ 584428 w 2912392"/>
                <a:gd name="connsiteY60" fmla="*/ 669603 h 703823"/>
                <a:gd name="connsiteX61" fmla="*/ 594167 w 2912392"/>
                <a:gd name="connsiteY61" fmla="*/ 668717 h 703823"/>
                <a:gd name="connsiteX62" fmla="*/ 603908 w 2912392"/>
                <a:gd name="connsiteY62" fmla="*/ 667892 h 703823"/>
                <a:gd name="connsiteX63" fmla="*/ 613649 w 2912392"/>
                <a:gd name="connsiteY63" fmla="*/ 667129 h 703823"/>
                <a:gd name="connsiteX64" fmla="*/ 623388 w 2912392"/>
                <a:gd name="connsiteY64" fmla="*/ 666433 h 703823"/>
                <a:gd name="connsiteX65" fmla="*/ 633129 w 2912392"/>
                <a:gd name="connsiteY65" fmla="*/ 665806 h 703823"/>
                <a:gd name="connsiteX66" fmla="*/ 642870 w 2912392"/>
                <a:gd name="connsiteY66" fmla="*/ 665250 h 703823"/>
                <a:gd name="connsiteX67" fmla="*/ 652610 w 2912392"/>
                <a:gd name="connsiteY67" fmla="*/ 664767 h 703823"/>
                <a:gd name="connsiteX68" fmla="*/ 662351 w 2912392"/>
                <a:gd name="connsiteY68" fmla="*/ 664361 h 703823"/>
                <a:gd name="connsiteX69" fmla="*/ 672092 w 2912392"/>
                <a:gd name="connsiteY69" fmla="*/ 664031 h 703823"/>
                <a:gd name="connsiteX70" fmla="*/ 681831 w 2912392"/>
                <a:gd name="connsiteY70" fmla="*/ 663779 h 703823"/>
                <a:gd name="connsiteX71" fmla="*/ 691572 w 2912392"/>
                <a:gd name="connsiteY71" fmla="*/ 663608 h 703823"/>
                <a:gd name="connsiteX72" fmla="*/ 701313 w 2912392"/>
                <a:gd name="connsiteY72" fmla="*/ 663516 h 703823"/>
                <a:gd name="connsiteX73" fmla="*/ 711052 w 2912392"/>
                <a:gd name="connsiteY73" fmla="*/ 663502 h 703823"/>
                <a:gd name="connsiteX74" fmla="*/ 720793 w 2912392"/>
                <a:gd name="connsiteY74" fmla="*/ 663571 h 703823"/>
                <a:gd name="connsiteX75" fmla="*/ 730534 w 2912392"/>
                <a:gd name="connsiteY75" fmla="*/ 663718 h 703823"/>
                <a:gd name="connsiteX76" fmla="*/ 740274 w 2912392"/>
                <a:gd name="connsiteY76" fmla="*/ 663946 h 703823"/>
                <a:gd name="connsiteX77" fmla="*/ 750015 w 2912392"/>
                <a:gd name="connsiteY77" fmla="*/ 664253 h 703823"/>
                <a:gd name="connsiteX78" fmla="*/ 759756 w 2912392"/>
                <a:gd name="connsiteY78" fmla="*/ 664636 h 703823"/>
                <a:gd name="connsiteX79" fmla="*/ 769495 w 2912392"/>
                <a:gd name="connsiteY79" fmla="*/ 665097 h 703823"/>
                <a:gd name="connsiteX80" fmla="*/ 779236 w 2912392"/>
                <a:gd name="connsiteY80" fmla="*/ 665630 h 703823"/>
                <a:gd name="connsiteX81" fmla="*/ 788977 w 2912392"/>
                <a:gd name="connsiteY81" fmla="*/ 666235 h 703823"/>
                <a:gd name="connsiteX82" fmla="*/ 798717 w 2912392"/>
                <a:gd name="connsiteY82" fmla="*/ 666911 h 703823"/>
                <a:gd name="connsiteX83" fmla="*/ 808458 w 2912392"/>
                <a:gd name="connsiteY83" fmla="*/ 667653 h 703823"/>
                <a:gd name="connsiteX84" fmla="*/ 818199 w 2912392"/>
                <a:gd name="connsiteY84" fmla="*/ 668461 h 703823"/>
                <a:gd name="connsiteX85" fmla="*/ 827938 w 2912392"/>
                <a:gd name="connsiteY85" fmla="*/ 669329 h 703823"/>
                <a:gd name="connsiteX86" fmla="*/ 837679 w 2912392"/>
                <a:gd name="connsiteY86" fmla="*/ 670255 h 703823"/>
                <a:gd name="connsiteX87" fmla="*/ 847420 w 2912392"/>
                <a:gd name="connsiteY87" fmla="*/ 671235 h 703823"/>
                <a:gd name="connsiteX88" fmla="*/ 857159 w 2912392"/>
                <a:gd name="connsiteY88" fmla="*/ 672266 h 703823"/>
                <a:gd name="connsiteX89" fmla="*/ 866900 w 2912392"/>
                <a:gd name="connsiteY89" fmla="*/ 673342 h 703823"/>
                <a:gd name="connsiteX90" fmla="*/ 876641 w 2912392"/>
                <a:gd name="connsiteY90" fmla="*/ 674461 h 703823"/>
                <a:gd name="connsiteX91" fmla="*/ 886381 w 2912392"/>
                <a:gd name="connsiteY91" fmla="*/ 675615 h 703823"/>
                <a:gd name="connsiteX92" fmla="*/ 896122 w 2912392"/>
                <a:gd name="connsiteY92" fmla="*/ 676804 h 703823"/>
                <a:gd name="connsiteX93" fmla="*/ 905863 w 2912392"/>
                <a:gd name="connsiteY93" fmla="*/ 678020 h 703823"/>
                <a:gd name="connsiteX94" fmla="*/ 915602 w 2912392"/>
                <a:gd name="connsiteY94" fmla="*/ 679258 h 703823"/>
                <a:gd name="connsiteX95" fmla="*/ 925343 w 2912392"/>
                <a:gd name="connsiteY95" fmla="*/ 680513 h 703823"/>
                <a:gd name="connsiteX96" fmla="*/ 935084 w 2912392"/>
                <a:gd name="connsiteY96" fmla="*/ 681780 h 703823"/>
                <a:gd name="connsiteX97" fmla="*/ 944824 w 2912392"/>
                <a:gd name="connsiteY97" fmla="*/ 683054 h 703823"/>
                <a:gd name="connsiteX98" fmla="*/ 954564 w 2912392"/>
                <a:gd name="connsiteY98" fmla="*/ 684328 h 703823"/>
                <a:gd name="connsiteX99" fmla="*/ 964305 w 2912392"/>
                <a:gd name="connsiteY99" fmla="*/ 685597 h 703823"/>
                <a:gd name="connsiteX100" fmla="*/ 974045 w 2912392"/>
                <a:gd name="connsiteY100" fmla="*/ 686856 h 703823"/>
                <a:gd name="connsiteX101" fmla="*/ 983786 w 2912392"/>
                <a:gd name="connsiteY101" fmla="*/ 688098 h 703823"/>
                <a:gd name="connsiteX102" fmla="*/ 993522 w 2912392"/>
                <a:gd name="connsiteY102" fmla="*/ 689316 h 703823"/>
                <a:gd name="connsiteX103" fmla="*/ 1003266 w 2912392"/>
                <a:gd name="connsiteY103" fmla="*/ 690507 h 703823"/>
                <a:gd name="connsiteX104" fmla="*/ 1013010 w 2912392"/>
                <a:gd name="connsiteY104" fmla="*/ 691663 h 703823"/>
                <a:gd name="connsiteX105" fmla="*/ 1022754 w 2912392"/>
                <a:gd name="connsiteY105" fmla="*/ 692777 h 703823"/>
                <a:gd name="connsiteX106" fmla="*/ 1032483 w 2912392"/>
                <a:gd name="connsiteY106" fmla="*/ 693844 h 703823"/>
                <a:gd name="connsiteX107" fmla="*/ 1042227 w 2912392"/>
                <a:gd name="connsiteY107" fmla="*/ 694857 h 703823"/>
                <a:gd name="connsiteX108" fmla="*/ 1051971 w 2912392"/>
                <a:gd name="connsiteY108" fmla="*/ 695812 h 703823"/>
                <a:gd name="connsiteX109" fmla="*/ 1061715 w 2912392"/>
                <a:gd name="connsiteY109" fmla="*/ 696702 h 703823"/>
                <a:gd name="connsiteX110" fmla="*/ 1071444 w 2912392"/>
                <a:gd name="connsiteY110" fmla="*/ 697518 h 703823"/>
                <a:gd name="connsiteX111" fmla="*/ 1081188 w 2912392"/>
                <a:gd name="connsiteY111" fmla="*/ 698259 h 703823"/>
                <a:gd name="connsiteX112" fmla="*/ 1090932 w 2912392"/>
                <a:gd name="connsiteY112" fmla="*/ 698914 h 703823"/>
                <a:gd name="connsiteX113" fmla="*/ 1100676 w 2912392"/>
                <a:gd name="connsiteY113" fmla="*/ 699480 h 703823"/>
                <a:gd name="connsiteX114" fmla="*/ 1110405 w 2912392"/>
                <a:gd name="connsiteY114" fmla="*/ 699951 h 703823"/>
                <a:gd name="connsiteX115" fmla="*/ 1120149 w 2912392"/>
                <a:gd name="connsiteY115" fmla="*/ 700321 h 703823"/>
                <a:gd name="connsiteX116" fmla="*/ 1129893 w 2912392"/>
                <a:gd name="connsiteY116" fmla="*/ 700583 h 703823"/>
                <a:gd name="connsiteX117" fmla="*/ 1139637 w 2912392"/>
                <a:gd name="connsiteY117" fmla="*/ 700732 h 703823"/>
                <a:gd name="connsiteX118" fmla="*/ 1149381 w 2912392"/>
                <a:gd name="connsiteY118" fmla="*/ 700763 h 703823"/>
                <a:gd name="connsiteX119" fmla="*/ 1159110 w 2912392"/>
                <a:gd name="connsiteY119" fmla="*/ 700671 h 703823"/>
                <a:gd name="connsiteX120" fmla="*/ 1168854 w 2912392"/>
                <a:gd name="connsiteY120" fmla="*/ 700449 h 703823"/>
                <a:gd name="connsiteX121" fmla="*/ 1178598 w 2912392"/>
                <a:gd name="connsiteY121" fmla="*/ 700094 h 703823"/>
                <a:gd name="connsiteX122" fmla="*/ 1188341 w 2912392"/>
                <a:gd name="connsiteY122" fmla="*/ 699600 h 703823"/>
                <a:gd name="connsiteX123" fmla="*/ 1198070 w 2912392"/>
                <a:gd name="connsiteY123" fmla="*/ 698962 h 703823"/>
                <a:gd name="connsiteX124" fmla="*/ 1207814 w 2912392"/>
                <a:gd name="connsiteY124" fmla="*/ 698175 h 703823"/>
                <a:gd name="connsiteX125" fmla="*/ 1217558 w 2912392"/>
                <a:gd name="connsiteY125" fmla="*/ 697235 h 703823"/>
                <a:gd name="connsiteX126" fmla="*/ 1227302 w 2912392"/>
                <a:gd name="connsiteY126" fmla="*/ 696139 h 703823"/>
                <a:gd name="connsiteX127" fmla="*/ 1237031 w 2912392"/>
                <a:gd name="connsiteY127" fmla="*/ 694880 h 703823"/>
                <a:gd name="connsiteX128" fmla="*/ 1246775 w 2912392"/>
                <a:gd name="connsiteY128" fmla="*/ 693455 h 703823"/>
                <a:gd name="connsiteX129" fmla="*/ 1256519 w 2912392"/>
                <a:gd name="connsiteY129" fmla="*/ 691861 h 703823"/>
                <a:gd name="connsiteX130" fmla="*/ 1266263 w 2912392"/>
                <a:gd name="connsiteY130" fmla="*/ 690096 h 703823"/>
                <a:gd name="connsiteX131" fmla="*/ 1276007 w 2912392"/>
                <a:gd name="connsiteY131" fmla="*/ 688153 h 703823"/>
                <a:gd name="connsiteX132" fmla="*/ 1285736 w 2912392"/>
                <a:gd name="connsiteY132" fmla="*/ 686031 h 703823"/>
                <a:gd name="connsiteX133" fmla="*/ 1295480 w 2912392"/>
                <a:gd name="connsiteY133" fmla="*/ 683726 h 703823"/>
                <a:gd name="connsiteX134" fmla="*/ 1305224 w 2912392"/>
                <a:gd name="connsiteY134" fmla="*/ 681237 h 703823"/>
                <a:gd name="connsiteX135" fmla="*/ 1314968 w 2912392"/>
                <a:gd name="connsiteY135" fmla="*/ 678559 h 703823"/>
                <a:gd name="connsiteX136" fmla="*/ 1324697 w 2912392"/>
                <a:gd name="connsiteY136" fmla="*/ 675693 h 703823"/>
                <a:gd name="connsiteX137" fmla="*/ 1334441 w 2912392"/>
                <a:gd name="connsiteY137" fmla="*/ 672634 h 703823"/>
                <a:gd name="connsiteX138" fmla="*/ 1344185 w 2912392"/>
                <a:gd name="connsiteY138" fmla="*/ 669381 h 703823"/>
                <a:gd name="connsiteX139" fmla="*/ 1353929 w 2912392"/>
                <a:gd name="connsiteY139" fmla="*/ 665934 h 703823"/>
                <a:gd name="connsiteX140" fmla="*/ 1363658 w 2912392"/>
                <a:gd name="connsiteY140" fmla="*/ 662290 h 703823"/>
                <a:gd name="connsiteX141" fmla="*/ 1373402 w 2912392"/>
                <a:gd name="connsiteY141" fmla="*/ 658449 h 703823"/>
                <a:gd name="connsiteX142" fmla="*/ 1383146 w 2912392"/>
                <a:gd name="connsiteY142" fmla="*/ 654408 h 703823"/>
                <a:gd name="connsiteX143" fmla="*/ 1392890 w 2912392"/>
                <a:gd name="connsiteY143" fmla="*/ 650169 h 703823"/>
                <a:gd name="connsiteX144" fmla="*/ 1402619 w 2912392"/>
                <a:gd name="connsiteY144" fmla="*/ 645732 h 703823"/>
                <a:gd name="connsiteX145" fmla="*/ 1412363 w 2912392"/>
                <a:gd name="connsiteY145" fmla="*/ 641096 h 703823"/>
                <a:gd name="connsiteX146" fmla="*/ 1422106 w 2912392"/>
                <a:gd name="connsiteY146" fmla="*/ 636261 h 703823"/>
                <a:gd name="connsiteX147" fmla="*/ 1431850 w 2912392"/>
                <a:gd name="connsiteY147" fmla="*/ 631227 h 703823"/>
                <a:gd name="connsiteX148" fmla="*/ 1441594 w 2912392"/>
                <a:gd name="connsiteY148" fmla="*/ 625996 h 703823"/>
                <a:gd name="connsiteX149" fmla="*/ 1451323 w 2912392"/>
                <a:gd name="connsiteY149" fmla="*/ 620569 h 703823"/>
                <a:gd name="connsiteX150" fmla="*/ 1461067 w 2912392"/>
                <a:gd name="connsiteY150" fmla="*/ 614948 h 703823"/>
                <a:gd name="connsiteX151" fmla="*/ 1470811 w 2912392"/>
                <a:gd name="connsiteY151" fmla="*/ 609133 h 703823"/>
                <a:gd name="connsiteX152" fmla="*/ 1480555 w 2912392"/>
                <a:gd name="connsiteY152" fmla="*/ 603126 h 703823"/>
                <a:gd name="connsiteX153" fmla="*/ 1490284 w 2912392"/>
                <a:gd name="connsiteY153" fmla="*/ 596931 h 703823"/>
                <a:gd name="connsiteX154" fmla="*/ 1500028 w 2912392"/>
                <a:gd name="connsiteY154" fmla="*/ 590548 h 703823"/>
                <a:gd name="connsiteX155" fmla="*/ 1509772 w 2912392"/>
                <a:gd name="connsiteY155" fmla="*/ 583982 h 703823"/>
                <a:gd name="connsiteX156" fmla="*/ 1519516 w 2912392"/>
                <a:gd name="connsiteY156" fmla="*/ 577234 h 703823"/>
                <a:gd name="connsiteX157" fmla="*/ 1529245 w 2912392"/>
                <a:gd name="connsiteY157" fmla="*/ 570309 h 703823"/>
                <a:gd name="connsiteX158" fmla="*/ 1538989 w 2912392"/>
                <a:gd name="connsiteY158" fmla="*/ 563210 h 703823"/>
                <a:gd name="connsiteX159" fmla="*/ 1548733 w 2912392"/>
                <a:gd name="connsiteY159" fmla="*/ 555941 h 703823"/>
                <a:gd name="connsiteX160" fmla="*/ 1558477 w 2912392"/>
                <a:gd name="connsiteY160" fmla="*/ 548505 h 703823"/>
                <a:gd name="connsiteX161" fmla="*/ 1568221 w 2912392"/>
                <a:gd name="connsiteY161" fmla="*/ 540905 h 703823"/>
                <a:gd name="connsiteX162" fmla="*/ 1577950 w 2912392"/>
                <a:gd name="connsiteY162" fmla="*/ 533148 h 703823"/>
                <a:gd name="connsiteX163" fmla="*/ 1587694 w 2912392"/>
                <a:gd name="connsiteY163" fmla="*/ 525240 h 703823"/>
                <a:gd name="connsiteX164" fmla="*/ 1597438 w 2912392"/>
                <a:gd name="connsiteY164" fmla="*/ 517181 h 703823"/>
                <a:gd name="connsiteX165" fmla="*/ 1607182 w 2912392"/>
                <a:gd name="connsiteY165" fmla="*/ 508981 h 703823"/>
                <a:gd name="connsiteX166" fmla="*/ 1616911 w 2912392"/>
                <a:gd name="connsiteY166" fmla="*/ 500643 h 703823"/>
                <a:gd name="connsiteX167" fmla="*/ 1626655 w 2912392"/>
                <a:gd name="connsiteY167" fmla="*/ 492173 h 703823"/>
                <a:gd name="connsiteX168" fmla="*/ 1636399 w 2912392"/>
                <a:gd name="connsiteY168" fmla="*/ 483576 h 703823"/>
                <a:gd name="connsiteX169" fmla="*/ 1646142 w 2912392"/>
                <a:gd name="connsiteY169" fmla="*/ 474860 h 703823"/>
                <a:gd name="connsiteX170" fmla="*/ 1655872 w 2912392"/>
                <a:gd name="connsiteY170" fmla="*/ 466031 h 703823"/>
                <a:gd name="connsiteX171" fmla="*/ 1665616 w 2912392"/>
                <a:gd name="connsiteY171" fmla="*/ 457093 h 703823"/>
                <a:gd name="connsiteX172" fmla="*/ 1675359 w 2912392"/>
                <a:gd name="connsiteY172" fmla="*/ 448054 h 703823"/>
                <a:gd name="connsiteX173" fmla="*/ 1685103 w 2912392"/>
                <a:gd name="connsiteY173" fmla="*/ 438921 h 703823"/>
                <a:gd name="connsiteX174" fmla="*/ 1694832 w 2912392"/>
                <a:gd name="connsiteY174" fmla="*/ 429702 h 703823"/>
                <a:gd name="connsiteX175" fmla="*/ 1704576 w 2912392"/>
                <a:gd name="connsiteY175" fmla="*/ 420402 h 703823"/>
                <a:gd name="connsiteX176" fmla="*/ 1714320 w 2912392"/>
                <a:gd name="connsiteY176" fmla="*/ 411027 h 703823"/>
                <a:gd name="connsiteX177" fmla="*/ 1724064 w 2912392"/>
                <a:gd name="connsiteY177" fmla="*/ 401587 h 703823"/>
                <a:gd name="connsiteX178" fmla="*/ 1733808 w 2912392"/>
                <a:gd name="connsiteY178" fmla="*/ 392089 h 703823"/>
                <a:gd name="connsiteX179" fmla="*/ 1743537 w 2912392"/>
                <a:gd name="connsiteY179" fmla="*/ 382540 h 703823"/>
                <a:gd name="connsiteX180" fmla="*/ 1753281 w 2912392"/>
                <a:gd name="connsiteY180" fmla="*/ 372947 h 703823"/>
                <a:gd name="connsiteX181" fmla="*/ 1763025 w 2912392"/>
                <a:gd name="connsiteY181" fmla="*/ 363319 h 703823"/>
                <a:gd name="connsiteX182" fmla="*/ 1772769 w 2912392"/>
                <a:gd name="connsiteY182" fmla="*/ 353662 h 703823"/>
                <a:gd name="connsiteX183" fmla="*/ 1782498 w 2912392"/>
                <a:gd name="connsiteY183" fmla="*/ 343985 h 703823"/>
                <a:gd name="connsiteX184" fmla="*/ 1792242 w 2912392"/>
                <a:gd name="connsiteY184" fmla="*/ 334296 h 703823"/>
                <a:gd name="connsiteX185" fmla="*/ 1801986 w 2912392"/>
                <a:gd name="connsiteY185" fmla="*/ 324604 h 703823"/>
                <a:gd name="connsiteX186" fmla="*/ 1811730 w 2912392"/>
                <a:gd name="connsiteY186" fmla="*/ 314914 h 703823"/>
                <a:gd name="connsiteX187" fmla="*/ 1821459 w 2912392"/>
                <a:gd name="connsiteY187" fmla="*/ 305237 h 703823"/>
                <a:gd name="connsiteX188" fmla="*/ 1831203 w 2912392"/>
                <a:gd name="connsiteY188" fmla="*/ 295578 h 703823"/>
                <a:gd name="connsiteX189" fmla="*/ 1840947 w 2912392"/>
                <a:gd name="connsiteY189" fmla="*/ 285949 h 703823"/>
                <a:gd name="connsiteX190" fmla="*/ 1850691 w 2912392"/>
                <a:gd name="connsiteY190" fmla="*/ 276354 h 703823"/>
                <a:gd name="connsiteX191" fmla="*/ 1860435 w 2912392"/>
                <a:gd name="connsiteY191" fmla="*/ 266803 h 703823"/>
                <a:gd name="connsiteX192" fmla="*/ 1870164 w 2912392"/>
                <a:gd name="connsiteY192" fmla="*/ 257307 h 703823"/>
                <a:gd name="connsiteX193" fmla="*/ 1879908 w 2912392"/>
                <a:gd name="connsiteY193" fmla="*/ 247868 h 703823"/>
                <a:gd name="connsiteX194" fmla="*/ 1889652 w 2912392"/>
                <a:gd name="connsiteY194" fmla="*/ 238500 h 703823"/>
                <a:gd name="connsiteX195" fmla="*/ 1899395 w 2912392"/>
                <a:gd name="connsiteY195" fmla="*/ 229206 h 703823"/>
                <a:gd name="connsiteX196" fmla="*/ 1909124 w 2912392"/>
                <a:gd name="connsiteY196" fmla="*/ 219997 h 703823"/>
                <a:gd name="connsiteX197" fmla="*/ 1918868 w 2912392"/>
                <a:gd name="connsiteY197" fmla="*/ 210880 h 703823"/>
                <a:gd name="connsiteX198" fmla="*/ 1928612 w 2912392"/>
                <a:gd name="connsiteY198" fmla="*/ 201863 h 703823"/>
                <a:gd name="connsiteX199" fmla="*/ 1938356 w 2912392"/>
                <a:gd name="connsiteY199" fmla="*/ 192955 h 703823"/>
                <a:gd name="connsiteX200" fmla="*/ 1948085 w 2912392"/>
                <a:gd name="connsiteY200" fmla="*/ 184160 h 703823"/>
                <a:gd name="connsiteX201" fmla="*/ 1957829 w 2912392"/>
                <a:gd name="connsiteY201" fmla="*/ 175491 h 703823"/>
                <a:gd name="connsiteX202" fmla="*/ 1967573 w 2912392"/>
                <a:gd name="connsiteY202" fmla="*/ 166952 h 703823"/>
                <a:gd name="connsiteX203" fmla="*/ 1977317 w 2912392"/>
                <a:gd name="connsiteY203" fmla="*/ 158550 h 703823"/>
                <a:gd name="connsiteX204" fmla="*/ 1987046 w 2912392"/>
                <a:gd name="connsiteY204" fmla="*/ 150295 h 703823"/>
                <a:gd name="connsiteX205" fmla="*/ 1996790 w 2912392"/>
                <a:gd name="connsiteY205" fmla="*/ 142193 h 703823"/>
                <a:gd name="connsiteX206" fmla="*/ 2006534 w 2912392"/>
                <a:gd name="connsiteY206" fmla="*/ 134252 h 703823"/>
                <a:gd name="connsiteX207" fmla="*/ 2016278 w 2912392"/>
                <a:gd name="connsiteY207" fmla="*/ 126476 h 703823"/>
                <a:gd name="connsiteX208" fmla="*/ 2026022 w 2912392"/>
                <a:gd name="connsiteY208" fmla="*/ 118876 h 703823"/>
                <a:gd name="connsiteX209" fmla="*/ 2035751 w 2912392"/>
                <a:gd name="connsiteY209" fmla="*/ 111458 h 703823"/>
                <a:gd name="connsiteX210" fmla="*/ 2045495 w 2912392"/>
                <a:gd name="connsiteY210" fmla="*/ 104226 h 703823"/>
                <a:gd name="connsiteX211" fmla="*/ 2055239 w 2912392"/>
                <a:gd name="connsiteY211" fmla="*/ 97189 h 703823"/>
                <a:gd name="connsiteX212" fmla="*/ 2064983 w 2912392"/>
                <a:gd name="connsiteY212" fmla="*/ 90353 h 703823"/>
                <a:gd name="connsiteX213" fmla="*/ 2074712 w 2912392"/>
                <a:gd name="connsiteY213" fmla="*/ 83726 h 703823"/>
                <a:gd name="connsiteX214" fmla="*/ 2084456 w 2912392"/>
                <a:gd name="connsiteY214" fmla="*/ 77311 h 703823"/>
                <a:gd name="connsiteX215" fmla="*/ 2094200 w 2912392"/>
                <a:gd name="connsiteY215" fmla="*/ 71116 h 703823"/>
                <a:gd name="connsiteX216" fmla="*/ 2103944 w 2912392"/>
                <a:gd name="connsiteY216" fmla="*/ 65146 h 703823"/>
                <a:gd name="connsiteX217" fmla="*/ 2113673 w 2912392"/>
                <a:gd name="connsiteY217" fmla="*/ 59405 h 703823"/>
                <a:gd name="connsiteX218" fmla="*/ 2123417 w 2912392"/>
                <a:gd name="connsiteY218" fmla="*/ 53903 h 703823"/>
                <a:gd name="connsiteX219" fmla="*/ 2133161 w 2912392"/>
                <a:gd name="connsiteY219" fmla="*/ 48642 h 703823"/>
                <a:gd name="connsiteX220" fmla="*/ 2142905 w 2912392"/>
                <a:gd name="connsiteY220" fmla="*/ 43627 h 703823"/>
                <a:gd name="connsiteX221" fmla="*/ 2152649 w 2912392"/>
                <a:gd name="connsiteY221" fmla="*/ 38864 h 703823"/>
                <a:gd name="connsiteX222" fmla="*/ 2162377 w 2912392"/>
                <a:gd name="connsiteY222" fmla="*/ 34357 h 703823"/>
                <a:gd name="connsiteX223" fmla="*/ 2172121 w 2912392"/>
                <a:gd name="connsiteY223" fmla="*/ 30111 h 703823"/>
                <a:gd name="connsiteX224" fmla="*/ 2181865 w 2912392"/>
                <a:gd name="connsiteY224" fmla="*/ 26131 h 703823"/>
                <a:gd name="connsiteX225" fmla="*/ 2191609 w 2912392"/>
                <a:gd name="connsiteY225" fmla="*/ 22418 h 703823"/>
                <a:gd name="connsiteX226" fmla="*/ 2201338 w 2912392"/>
                <a:gd name="connsiteY226" fmla="*/ 18980 h 703823"/>
                <a:gd name="connsiteX227" fmla="*/ 2211082 w 2912392"/>
                <a:gd name="connsiteY227" fmla="*/ 15818 h 703823"/>
                <a:gd name="connsiteX228" fmla="*/ 2220826 w 2912392"/>
                <a:gd name="connsiteY228" fmla="*/ 12935 h 703823"/>
                <a:gd name="connsiteX229" fmla="*/ 2230570 w 2912392"/>
                <a:gd name="connsiteY229" fmla="*/ 10335 h 703823"/>
                <a:gd name="connsiteX230" fmla="*/ 2240299 w 2912392"/>
                <a:gd name="connsiteY230" fmla="*/ 8022 h 703823"/>
                <a:gd name="connsiteX231" fmla="*/ 2250043 w 2912392"/>
                <a:gd name="connsiteY231" fmla="*/ 5995 h 703823"/>
                <a:gd name="connsiteX232" fmla="*/ 2259787 w 2912392"/>
                <a:gd name="connsiteY232" fmla="*/ 4260 h 703823"/>
                <a:gd name="connsiteX233" fmla="*/ 2269531 w 2912392"/>
                <a:gd name="connsiteY233" fmla="*/ 2817 h 703823"/>
                <a:gd name="connsiteX234" fmla="*/ 2279260 w 2912392"/>
                <a:gd name="connsiteY234" fmla="*/ 1669 h 703823"/>
                <a:gd name="connsiteX235" fmla="*/ 2289004 w 2912392"/>
                <a:gd name="connsiteY235" fmla="*/ 815 h 703823"/>
                <a:gd name="connsiteX236" fmla="*/ 2298748 w 2912392"/>
                <a:gd name="connsiteY236" fmla="*/ 259 h 703823"/>
                <a:gd name="connsiteX237" fmla="*/ 2308492 w 2912392"/>
                <a:gd name="connsiteY237" fmla="*/ 0 h 703823"/>
                <a:gd name="connsiteX238" fmla="*/ 2318236 w 2912392"/>
                <a:gd name="connsiteY238" fmla="*/ 39 h 703823"/>
                <a:gd name="connsiteX239" fmla="*/ 2327965 w 2912392"/>
                <a:gd name="connsiteY239" fmla="*/ 377 h 703823"/>
                <a:gd name="connsiteX240" fmla="*/ 2337709 w 2912392"/>
                <a:gd name="connsiteY240" fmla="*/ 1013 h 703823"/>
                <a:gd name="connsiteX241" fmla="*/ 2347453 w 2912392"/>
                <a:gd name="connsiteY241" fmla="*/ 1946 h 703823"/>
                <a:gd name="connsiteX242" fmla="*/ 2357197 w 2912392"/>
                <a:gd name="connsiteY242" fmla="*/ 3178 h 703823"/>
                <a:gd name="connsiteX243" fmla="*/ 2366926 w 2912392"/>
                <a:gd name="connsiteY243" fmla="*/ 4705 h 703823"/>
                <a:gd name="connsiteX244" fmla="*/ 2376670 w 2912392"/>
                <a:gd name="connsiteY244" fmla="*/ 6526 h 703823"/>
                <a:gd name="connsiteX245" fmla="*/ 2386413 w 2912392"/>
                <a:gd name="connsiteY245" fmla="*/ 8641 h 703823"/>
                <a:gd name="connsiteX246" fmla="*/ 2396157 w 2912392"/>
                <a:gd name="connsiteY246" fmla="*/ 11048 h 703823"/>
                <a:gd name="connsiteX247" fmla="*/ 2405886 w 2912392"/>
                <a:gd name="connsiteY247" fmla="*/ 13744 h 703823"/>
                <a:gd name="connsiteX248" fmla="*/ 2415630 w 2912392"/>
                <a:gd name="connsiteY248" fmla="*/ 16726 h 703823"/>
                <a:gd name="connsiteX249" fmla="*/ 2425374 w 2912392"/>
                <a:gd name="connsiteY249" fmla="*/ 19991 h 703823"/>
                <a:gd name="connsiteX250" fmla="*/ 2435118 w 2912392"/>
                <a:gd name="connsiteY250" fmla="*/ 23537 h 703823"/>
                <a:gd name="connsiteX251" fmla="*/ 2444862 w 2912392"/>
                <a:gd name="connsiteY251" fmla="*/ 27359 h 703823"/>
                <a:gd name="connsiteX252" fmla="*/ 2454591 w 2912392"/>
                <a:gd name="connsiteY252" fmla="*/ 31455 h 703823"/>
                <a:gd name="connsiteX253" fmla="*/ 2464335 w 2912392"/>
                <a:gd name="connsiteY253" fmla="*/ 35820 h 703823"/>
                <a:gd name="connsiteX254" fmla="*/ 2474079 w 2912392"/>
                <a:gd name="connsiteY254" fmla="*/ 40449 h 703823"/>
                <a:gd name="connsiteX255" fmla="*/ 2483823 w 2912392"/>
                <a:gd name="connsiteY255" fmla="*/ 45338 h 703823"/>
                <a:gd name="connsiteX256" fmla="*/ 2493552 w 2912392"/>
                <a:gd name="connsiteY256" fmla="*/ 50481 h 703823"/>
                <a:gd name="connsiteX257" fmla="*/ 2503296 w 2912392"/>
                <a:gd name="connsiteY257" fmla="*/ 55876 h 703823"/>
                <a:gd name="connsiteX258" fmla="*/ 2513040 w 2912392"/>
                <a:gd name="connsiteY258" fmla="*/ 61513 h 703823"/>
                <a:gd name="connsiteX259" fmla="*/ 2522784 w 2912392"/>
                <a:gd name="connsiteY259" fmla="*/ 67390 h 703823"/>
                <a:gd name="connsiteX260" fmla="*/ 2532513 w 2912392"/>
                <a:gd name="connsiteY260" fmla="*/ 73498 h 703823"/>
                <a:gd name="connsiteX261" fmla="*/ 2542257 w 2912392"/>
                <a:gd name="connsiteY261" fmla="*/ 79835 h 703823"/>
                <a:gd name="connsiteX262" fmla="*/ 2552001 w 2912392"/>
                <a:gd name="connsiteY262" fmla="*/ 86390 h 703823"/>
                <a:gd name="connsiteX263" fmla="*/ 2561745 w 2912392"/>
                <a:gd name="connsiteY263" fmla="*/ 93159 h 703823"/>
                <a:gd name="connsiteX264" fmla="*/ 2571474 w 2912392"/>
                <a:gd name="connsiteY264" fmla="*/ 100136 h 703823"/>
                <a:gd name="connsiteX265" fmla="*/ 2581218 w 2912392"/>
                <a:gd name="connsiteY265" fmla="*/ 107311 h 703823"/>
                <a:gd name="connsiteX266" fmla="*/ 2590962 w 2912392"/>
                <a:gd name="connsiteY266" fmla="*/ 114682 h 703823"/>
                <a:gd name="connsiteX267" fmla="*/ 2600705 w 2912392"/>
                <a:gd name="connsiteY267" fmla="*/ 122236 h 703823"/>
                <a:gd name="connsiteX268" fmla="*/ 2610449 w 2912392"/>
                <a:gd name="connsiteY268" fmla="*/ 129970 h 703823"/>
                <a:gd name="connsiteX269" fmla="*/ 2620178 w 2912392"/>
                <a:gd name="connsiteY269" fmla="*/ 137874 h 703823"/>
                <a:gd name="connsiteX270" fmla="*/ 2629922 w 2912392"/>
                <a:gd name="connsiteY270" fmla="*/ 145943 h 703823"/>
                <a:gd name="connsiteX271" fmla="*/ 2639666 w 2912392"/>
                <a:gd name="connsiteY271" fmla="*/ 154167 h 703823"/>
                <a:gd name="connsiteX272" fmla="*/ 2649410 w 2912392"/>
                <a:gd name="connsiteY272" fmla="*/ 162539 h 703823"/>
                <a:gd name="connsiteX273" fmla="*/ 2659139 w 2912392"/>
                <a:gd name="connsiteY273" fmla="*/ 171052 h 703823"/>
                <a:gd name="connsiteX274" fmla="*/ 2668883 w 2912392"/>
                <a:gd name="connsiteY274" fmla="*/ 179698 h 703823"/>
                <a:gd name="connsiteX275" fmla="*/ 2678627 w 2912392"/>
                <a:gd name="connsiteY275" fmla="*/ 188471 h 703823"/>
                <a:gd name="connsiteX276" fmla="*/ 2688371 w 2912392"/>
                <a:gd name="connsiteY276" fmla="*/ 197359 h 703823"/>
                <a:gd name="connsiteX277" fmla="*/ 2698100 w 2912392"/>
                <a:gd name="connsiteY277" fmla="*/ 206358 h 703823"/>
                <a:gd name="connsiteX278" fmla="*/ 2707844 w 2912392"/>
                <a:gd name="connsiteY278" fmla="*/ 215462 h 703823"/>
                <a:gd name="connsiteX279" fmla="*/ 2717588 w 2912392"/>
                <a:gd name="connsiteY279" fmla="*/ 224657 h 703823"/>
                <a:gd name="connsiteX280" fmla="*/ 2727332 w 2912392"/>
                <a:gd name="connsiteY280" fmla="*/ 233942 h 703823"/>
                <a:gd name="connsiteX281" fmla="*/ 2737076 w 2912392"/>
                <a:gd name="connsiteY281" fmla="*/ 243306 h 703823"/>
                <a:gd name="connsiteX282" fmla="*/ 2746805 w 2912392"/>
                <a:gd name="connsiteY282" fmla="*/ 252745 h 703823"/>
                <a:gd name="connsiteX283" fmla="*/ 2756549 w 2912392"/>
                <a:gd name="connsiteY283" fmla="*/ 262249 h 703823"/>
                <a:gd name="connsiteX284" fmla="*/ 2766293 w 2912392"/>
                <a:gd name="connsiteY284" fmla="*/ 271811 h 703823"/>
                <a:gd name="connsiteX285" fmla="*/ 2776037 w 2912392"/>
                <a:gd name="connsiteY285" fmla="*/ 281425 h 703823"/>
                <a:gd name="connsiteX286" fmla="*/ 2785766 w 2912392"/>
                <a:gd name="connsiteY286" fmla="*/ 291086 h 703823"/>
                <a:gd name="connsiteX287" fmla="*/ 2795510 w 2912392"/>
                <a:gd name="connsiteY287" fmla="*/ 300785 h 703823"/>
                <a:gd name="connsiteX288" fmla="*/ 2805254 w 2912392"/>
                <a:gd name="connsiteY288" fmla="*/ 310517 h 703823"/>
                <a:gd name="connsiteX289" fmla="*/ 2814998 w 2912392"/>
                <a:gd name="connsiteY289" fmla="*/ 320276 h 703823"/>
                <a:gd name="connsiteX290" fmla="*/ 2824727 w 2912392"/>
                <a:gd name="connsiteY290" fmla="*/ 330056 h 703823"/>
                <a:gd name="connsiteX291" fmla="*/ 2834471 w 2912392"/>
                <a:gd name="connsiteY291" fmla="*/ 339850 h 703823"/>
                <a:gd name="connsiteX292" fmla="*/ 2844215 w 2912392"/>
                <a:gd name="connsiteY292" fmla="*/ 349654 h 703823"/>
                <a:gd name="connsiteX293" fmla="*/ 2853958 w 2912392"/>
                <a:gd name="connsiteY293" fmla="*/ 359463 h 703823"/>
                <a:gd name="connsiteX294" fmla="*/ 2863687 w 2912392"/>
                <a:gd name="connsiteY294" fmla="*/ 369271 h 703823"/>
                <a:gd name="connsiteX295" fmla="*/ 2873431 w 2912392"/>
                <a:gd name="connsiteY295" fmla="*/ 379075 h 703823"/>
                <a:gd name="connsiteX296" fmla="*/ 2883175 w 2912392"/>
                <a:gd name="connsiteY296" fmla="*/ 388868 h 703823"/>
                <a:gd name="connsiteX297" fmla="*/ 2892919 w 2912392"/>
                <a:gd name="connsiteY297" fmla="*/ 398648 h 703823"/>
                <a:gd name="connsiteX298" fmla="*/ 2902663 w 2912392"/>
                <a:gd name="connsiteY298" fmla="*/ 408409 h 703823"/>
                <a:gd name="connsiteX299" fmla="*/ 2912392 w 2912392"/>
                <a:gd name="connsiteY299" fmla="*/ 418149 h 703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03823">
                  <a:moveTo>
                    <a:pt x="0" y="673747"/>
                  </a:moveTo>
                  <a:lnTo>
                    <a:pt x="9739" y="676160"/>
                  </a:lnTo>
                  <a:lnTo>
                    <a:pt x="19480" y="678480"/>
                  </a:lnTo>
                  <a:lnTo>
                    <a:pt x="29221" y="680708"/>
                  </a:lnTo>
                  <a:lnTo>
                    <a:pt x="38961" y="682838"/>
                  </a:lnTo>
                  <a:lnTo>
                    <a:pt x="48702" y="684873"/>
                  </a:lnTo>
                  <a:lnTo>
                    <a:pt x="58443" y="686807"/>
                  </a:lnTo>
                  <a:lnTo>
                    <a:pt x="68182" y="688643"/>
                  </a:lnTo>
                  <a:lnTo>
                    <a:pt x="77923" y="690377"/>
                  </a:lnTo>
                  <a:lnTo>
                    <a:pt x="87664" y="692007"/>
                  </a:lnTo>
                  <a:lnTo>
                    <a:pt x="97404" y="693534"/>
                  </a:lnTo>
                  <a:lnTo>
                    <a:pt x="107145" y="694957"/>
                  </a:lnTo>
                  <a:lnTo>
                    <a:pt x="116886" y="696274"/>
                  </a:lnTo>
                  <a:lnTo>
                    <a:pt x="126625" y="697485"/>
                  </a:lnTo>
                  <a:lnTo>
                    <a:pt x="136366" y="698589"/>
                  </a:lnTo>
                  <a:lnTo>
                    <a:pt x="146107" y="699588"/>
                  </a:lnTo>
                  <a:lnTo>
                    <a:pt x="155846" y="700479"/>
                  </a:lnTo>
                  <a:lnTo>
                    <a:pt x="165587" y="701264"/>
                  </a:lnTo>
                  <a:lnTo>
                    <a:pt x="175328" y="701942"/>
                  </a:lnTo>
                  <a:lnTo>
                    <a:pt x="185068" y="702514"/>
                  </a:lnTo>
                  <a:lnTo>
                    <a:pt x="194809" y="702980"/>
                  </a:lnTo>
                  <a:lnTo>
                    <a:pt x="204550" y="703344"/>
                  </a:lnTo>
                  <a:lnTo>
                    <a:pt x="214289" y="703604"/>
                  </a:lnTo>
                  <a:lnTo>
                    <a:pt x="224030" y="703764"/>
                  </a:lnTo>
                  <a:lnTo>
                    <a:pt x="233771" y="703823"/>
                  </a:lnTo>
                  <a:lnTo>
                    <a:pt x="243510" y="703785"/>
                  </a:lnTo>
                  <a:lnTo>
                    <a:pt x="253251" y="703651"/>
                  </a:lnTo>
                  <a:lnTo>
                    <a:pt x="262992" y="703424"/>
                  </a:lnTo>
                  <a:lnTo>
                    <a:pt x="272732" y="703107"/>
                  </a:lnTo>
                  <a:lnTo>
                    <a:pt x="282473" y="702702"/>
                  </a:lnTo>
                  <a:lnTo>
                    <a:pt x="292214" y="702211"/>
                  </a:lnTo>
                  <a:lnTo>
                    <a:pt x="301953" y="701639"/>
                  </a:lnTo>
                  <a:lnTo>
                    <a:pt x="311694" y="700990"/>
                  </a:lnTo>
                  <a:lnTo>
                    <a:pt x="321435" y="700267"/>
                  </a:lnTo>
                  <a:lnTo>
                    <a:pt x="331175" y="699473"/>
                  </a:lnTo>
                  <a:lnTo>
                    <a:pt x="340916" y="698613"/>
                  </a:lnTo>
                  <a:lnTo>
                    <a:pt x="350656" y="697691"/>
                  </a:lnTo>
                  <a:lnTo>
                    <a:pt x="360396" y="696711"/>
                  </a:lnTo>
                  <a:lnTo>
                    <a:pt x="370137" y="695678"/>
                  </a:lnTo>
                  <a:lnTo>
                    <a:pt x="379878" y="694597"/>
                  </a:lnTo>
                  <a:lnTo>
                    <a:pt x="389617" y="693472"/>
                  </a:lnTo>
                  <a:lnTo>
                    <a:pt x="399358" y="692308"/>
                  </a:lnTo>
                  <a:lnTo>
                    <a:pt x="409099" y="691110"/>
                  </a:lnTo>
                  <a:lnTo>
                    <a:pt x="418839" y="689884"/>
                  </a:lnTo>
                  <a:lnTo>
                    <a:pt x="428580" y="688634"/>
                  </a:lnTo>
                  <a:lnTo>
                    <a:pt x="438321" y="687366"/>
                  </a:lnTo>
                  <a:lnTo>
                    <a:pt x="448060" y="686085"/>
                  </a:lnTo>
                  <a:lnTo>
                    <a:pt x="457801" y="684796"/>
                  </a:lnTo>
                  <a:lnTo>
                    <a:pt x="467542" y="683504"/>
                  </a:lnTo>
                  <a:lnTo>
                    <a:pt x="477281" y="682214"/>
                  </a:lnTo>
                  <a:lnTo>
                    <a:pt x="487022" y="680933"/>
                  </a:lnTo>
                  <a:lnTo>
                    <a:pt x="496763" y="679663"/>
                  </a:lnTo>
                  <a:lnTo>
                    <a:pt x="506503" y="678412"/>
                  </a:lnTo>
                  <a:lnTo>
                    <a:pt x="516244" y="677183"/>
                  </a:lnTo>
                  <a:lnTo>
                    <a:pt x="525985" y="675982"/>
                  </a:lnTo>
                  <a:lnTo>
                    <a:pt x="535724" y="674814"/>
                  </a:lnTo>
                  <a:lnTo>
                    <a:pt x="545465" y="673681"/>
                  </a:lnTo>
                  <a:lnTo>
                    <a:pt x="555206" y="672589"/>
                  </a:lnTo>
                  <a:lnTo>
                    <a:pt x="564946" y="671543"/>
                  </a:lnTo>
                  <a:lnTo>
                    <a:pt x="574687" y="670547"/>
                  </a:lnTo>
                  <a:lnTo>
                    <a:pt x="584428" y="669603"/>
                  </a:lnTo>
                  <a:lnTo>
                    <a:pt x="594167" y="668717"/>
                  </a:lnTo>
                  <a:lnTo>
                    <a:pt x="603908" y="667892"/>
                  </a:lnTo>
                  <a:lnTo>
                    <a:pt x="613649" y="667129"/>
                  </a:lnTo>
                  <a:lnTo>
                    <a:pt x="623388" y="666433"/>
                  </a:lnTo>
                  <a:lnTo>
                    <a:pt x="633129" y="665806"/>
                  </a:lnTo>
                  <a:lnTo>
                    <a:pt x="642870" y="665250"/>
                  </a:lnTo>
                  <a:lnTo>
                    <a:pt x="652610" y="664767"/>
                  </a:lnTo>
                  <a:lnTo>
                    <a:pt x="662351" y="664361"/>
                  </a:lnTo>
                  <a:lnTo>
                    <a:pt x="672092" y="664031"/>
                  </a:lnTo>
                  <a:lnTo>
                    <a:pt x="681831" y="663779"/>
                  </a:lnTo>
                  <a:lnTo>
                    <a:pt x="691572" y="663608"/>
                  </a:lnTo>
                  <a:lnTo>
                    <a:pt x="701313" y="663516"/>
                  </a:lnTo>
                  <a:lnTo>
                    <a:pt x="711052" y="663502"/>
                  </a:lnTo>
                  <a:lnTo>
                    <a:pt x="720793" y="663571"/>
                  </a:lnTo>
                  <a:lnTo>
                    <a:pt x="730534" y="663718"/>
                  </a:lnTo>
                  <a:lnTo>
                    <a:pt x="740274" y="663946"/>
                  </a:lnTo>
                  <a:lnTo>
                    <a:pt x="750015" y="664253"/>
                  </a:lnTo>
                  <a:lnTo>
                    <a:pt x="759756" y="664636"/>
                  </a:lnTo>
                  <a:lnTo>
                    <a:pt x="769495" y="665097"/>
                  </a:lnTo>
                  <a:lnTo>
                    <a:pt x="779236" y="665630"/>
                  </a:lnTo>
                  <a:lnTo>
                    <a:pt x="788977" y="666235"/>
                  </a:lnTo>
                  <a:lnTo>
                    <a:pt x="798717" y="666911"/>
                  </a:lnTo>
                  <a:lnTo>
                    <a:pt x="808458" y="667653"/>
                  </a:lnTo>
                  <a:lnTo>
                    <a:pt x="818199" y="668461"/>
                  </a:lnTo>
                  <a:lnTo>
                    <a:pt x="827938" y="669329"/>
                  </a:lnTo>
                  <a:lnTo>
                    <a:pt x="837679" y="670255"/>
                  </a:lnTo>
                  <a:lnTo>
                    <a:pt x="847420" y="671235"/>
                  </a:lnTo>
                  <a:lnTo>
                    <a:pt x="857159" y="672266"/>
                  </a:lnTo>
                  <a:lnTo>
                    <a:pt x="866900" y="673342"/>
                  </a:lnTo>
                  <a:lnTo>
                    <a:pt x="876641" y="674461"/>
                  </a:lnTo>
                  <a:lnTo>
                    <a:pt x="886381" y="675615"/>
                  </a:lnTo>
                  <a:lnTo>
                    <a:pt x="896122" y="676804"/>
                  </a:lnTo>
                  <a:lnTo>
                    <a:pt x="905863" y="678020"/>
                  </a:lnTo>
                  <a:lnTo>
                    <a:pt x="915602" y="679258"/>
                  </a:lnTo>
                  <a:lnTo>
                    <a:pt x="925343" y="680513"/>
                  </a:lnTo>
                  <a:lnTo>
                    <a:pt x="935084" y="681780"/>
                  </a:lnTo>
                  <a:lnTo>
                    <a:pt x="944824" y="683054"/>
                  </a:lnTo>
                  <a:lnTo>
                    <a:pt x="954564" y="684328"/>
                  </a:lnTo>
                  <a:lnTo>
                    <a:pt x="964305" y="685597"/>
                  </a:lnTo>
                  <a:lnTo>
                    <a:pt x="974045" y="686856"/>
                  </a:lnTo>
                  <a:lnTo>
                    <a:pt x="983786" y="688098"/>
                  </a:lnTo>
                  <a:lnTo>
                    <a:pt x="993522" y="689316"/>
                  </a:lnTo>
                  <a:lnTo>
                    <a:pt x="1003266" y="690507"/>
                  </a:lnTo>
                  <a:lnTo>
                    <a:pt x="1013010" y="691663"/>
                  </a:lnTo>
                  <a:lnTo>
                    <a:pt x="1022754" y="692777"/>
                  </a:lnTo>
                  <a:lnTo>
                    <a:pt x="1032483" y="693844"/>
                  </a:lnTo>
                  <a:lnTo>
                    <a:pt x="1042227" y="694857"/>
                  </a:lnTo>
                  <a:lnTo>
                    <a:pt x="1051971" y="695812"/>
                  </a:lnTo>
                  <a:lnTo>
                    <a:pt x="1061715" y="696702"/>
                  </a:lnTo>
                  <a:lnTo>
                    <a:pt x="1071444" y="697518"/>
                  </a:lnTo>
                  <a:lnTo>
                    <a:pt x="1081188" y="698259"/>
                  </a:lnTo>
                  <a:lnTo>
                    <a:pt x="1090932" y="698914"/>
                  </a:lnTo>
                  <a:lnTo>
                    <a:pt x="1100676" y="699480"/>
                  </a:lnTo>
                  <a:lnTo>
                    <a:pt x="1110405" y="699951"/>
                  </a:lnTo>
                  <a:lnTo>
                    <a:pt x="1120149" y="700321"/>
                  </a:lnTo>
                  <a:lnTo>
                    <a:pt x="1129893" y="700583"/>
                  </a:lnTo>
                  <a:lnTo>
                    <a:pt x="1139637" y="700732"/>
                  </a:lnTo>
                  <a:lnTo>
                    <a:pt x="1149381" y="700763"/>
                  </a:lnTo>
                  <a:lnTo>
                    <a:pt x="1159110" y="700671"/>
                  </a:lnTo>
                  <a:lnTo>
                    <a:pt x="1168854" y="700449"/>
                  </a:lnTo>
                  <a:lnTo>
                    <a:pt x="1178598" y="700094"/>
                  </a:lnTo>
                  <a:lnTo>
                    <a:pt x="1188341" y="699600"/>
                  </a:lnTo>
                  <a:lnTo>
                    <a:pt x="1198070" y="698962"/>
                  </a:lnTo>
                  <a:lnTo>
                    <a:pt x="1207814" y="698175"/>
                  </a:lnTo>
                  <a:lnTo>
                    <a:pt x="1217558" y="697235"/>
                  </a:lnTo>
                  <a:lnTo>
                    <a:pt x="1227302" y="696139"/>
                  </a:lnTo>
                  <a:lnTo>
                    <a:pt x="1237031" y="694880"/>
                  </a:lnTo>
                  <a:lnTo>
                    <a:pt x="1246775" y="693455"/>
                  </a:lnTo>
                  <a:lnTo>
                    <a:pt x="1256519" y="691861"/>
                  </a:lnTo>
                  <a:lnTo>
                    <a:pt x="1266263" y="690096"/>
                  </a:lnTo>
                  <a:lnTo>
                    <a:pt x="1276007" y="688153"/>
                  </a:lnTo>
                  <a:lnTo>
                    <a:pt x="1285736" y="686031"/>
                  </a:lnTo>
                  <a:lnTo>
                    <a:pt x="1295480" y="683726"/>
                  </a:lnTo>
                  <a:lnTo>
                    <a:pt x="1305224" y="681237"/>
                  </a:lnTo>
                  <a:lnTo>
                    <a:pt x="1314968" y="678559"/>
                  </a:lnTo>
                  <a:lnTo>
                    <a:pt x="1324697" y="675693"/>
                  </a:lnTo>
                  <a:lnTo>
                    <a:pt x="1334441" y="672634"/>
                  </a:lnTo>
                  <a:lnTo>
                    <a:pt x="1344185" y="669381"/>
                  </a:lnTo>
                  <a:lnTo>
                    <a:pt x="1353929" y="665934"/>
                  </a:lnTo>
                  <a:lnTo>
                    <a:pt x="1363658" y="662290"/>
                  </a:lnTo>
                  <a:lnTo>
                    <a:pt x="1373402" y="658449"/>
                  </a:lnTo>
                  <a:lnTo>
                    <a:pt x="1383146" y="654408"/>
                  </a:lnTo>
                  <a:lnTo>
                    <a:pt x="1392890" y="650169"/>
                  </a:lnTo>
                  <a:lnTo>
                    <a:pt x="1402619" y="645732"/>
                  </a:lnTo>
                  <a:lnTo>
                    <a:pt x="1412363" y="641096"/>
                  </a:lnTo>
                  <a:lnTo>
                    <a:pt x="1422106" y="636261"/>
                  </a:lnTo>
                  <a:lnTo>
                    <a:pt x="1431850" y="631227"/>
                  </a:lnTo>
                  <a:lnTo>
                    <a:pt x="1441594" y="625996"/>
                  </a:lnTo>
                  <a:lnTo>
                    <a:pt x="1451323" y="620569"/>
                  </a:lnTo>
                  <a:lnTo>
                    <a:pt x="1461067" y="614948"/>
                  </a:lnTo>
                  <a:lnTo>
                    <a:pt x="1470811" y="609133"/>
                  </a:lnTo>
                  <a:lnTo>
                    <a:pt x="1480555" y="603126"/>
                  </a:lnTo>
                  <a:lnTo>
                    <a:pt x="1490284" y="596931"/>
                  </a:lnTo>
                  <a:lnTo>
                    <a:pt x="1500028" y="590548"/>
                  </a:lnTo>
                  <a:lnTo>
                    <a:pt x="1509772" y="583982"/>
                  </a:lnTo>
                  <a:lnTo>
                    <a:pt x="1519516" y="577234"/>
                  </a:lnTo>
                  <a:lnTo>
                    <a:pt x="1529245" y="570309"/>
                  </a:lnTo>
                  <a:lnTo>
                    <a:pt x="1538989" y="563210"/>
                  </a:lnTo>
                  <a:lnTo>
                    <a:pt x="1548733" y="555941"/>
                  </a:lnTo>
                  <a:lnTo>
                    <a:pt x="1558477" y="548505"/>
                  </a:lnTo>
                  <a:lnTo>
                    <a:pt x="1568221" y="540905"/>
                  </a:lnTo>
                  <a:lnTo>
                    <a:pt x="1577950" y="533148"/>
                  </a:lnTo>
                  <a:lnTo>
                    <a:pt x="1587694" y="525240"/>
                  </a:lnTo>
                  <a:lnTo>
                    <a:pt x="1597438" y="517181"/>
                  </a:lnTo>
                  <a:lnTo>
                    <a:pt x="1607182" y="508981"/>
                  </a:lnTo>
                  <a:lnTo>
                    <a:pt x="1616911" y="500643"/>
                  </a:lnTo>
                  <a:lnTo>
                    <a:pt x="1626655" y="492173"/>
                  </a:lnTo>
                  <a:lnTo>
                    <a:pt x="1636399" y="483576"/>
                  </a:lnTo>
                  <a:lnTo>
                    <a:pt x="1646142" y="474860"/>
                  </a:lnTo>
                  <a:lnTo>
                    <a:pt x="1655872" y="466031"/>
                  </a:lnTo>
                  <a:lnTo>
                    <a:pt x="1665616" y="457093"/>
                  </a:lnTo>
                  <a:lnTo>
                    <a:pt x="1675359" y="448054"/>
                  </a:lnTo>
                  <a:lnTo>
                    <a:pt x="1685103" y="438921"/>
                  </a:lnTo>
                  <a:lnTo>
                    <a:pt x="1694832" y="429702"/>
                  </a:lnTo>
                  <a:lnTo>
                    <a:pt x="1704576" y="420402"/>
                  </a:lnTo>
                  <a:lnTo>
                    <a:pt x="1714320" y="411027"/>
                  </a:lnTo>
                  <a:lnTo>
                    <a:pt x="1724064" y="401587"/>
                  </a:lnTo>
                  <a:lnTo>
                    <a:pt x="1733808" y="392089"/>
                  </a:lnTo>
                  <a:lnTo>
                    <a:pt x="1743537" y="382540"/>
                  </a:lnTo>
                  <a:lnTo>
                    <a:pt x="1753281" y="372947"/>
                  </a:lnTo>
                  <a:lnTo>
                    <a:pt x="1763025" y="363319"/>
                  </a:lnTo>
                  <a:lnTo>
                    <a:pt x="1772769" y="353662"/>
                  </a:lnTo>
                  <a:lnTo>
                    <a:pt x="1782498" y="343985"/>
                  </a:lnTo>
                  <a:lnTo>
                    <a:pt x="1792242" y="334296"/>
                  </a:lnTo>
                  <a:lnTo>
                    <a:pt x="1801986" y="324604"/>
                  </a:lnTo>
                  <a:lnTo>
                    <a:pt x="1811730" y="314914"/>
                  </a:lnTo>
                  <a:lnTo>
                    <a:pt x="1821459" y="305237"/>
                  </a:lnTo>
                  <a:lnTo>
                    <a:pt x="1831203" y="295578"/>
                  </a:lnTo>
                  <a:lnTo>
                    <a:pt x="1840947" y="285949"/>
                  </a:lnTo>
                  <a:lnTo>
                    <a:pt x="1850691" y="276354"/>
                  </a:lnTo>
                  <a:lnTo>
                    <a:pt x="1860435" y="266803"/>
                  </a:lnTo>
                  <a:lnTo>
                    <a:pt x="1870164" y="257307"/>
                  </a:lnTo>
                  <a:lnTo>
                    <a:pt x="1879908" y="247868"/>
                  </a:lnTo>
                  <a:lnTo>
                    <a:pt x="1889652" y="238500"/>
                  </a:lnTo>
                  <a:lnTo>
                    <a:pt x="1899395" y="229206"/>
                  </a:lnTo>
                  <a:lnTo>
                    <a:pt x="1909124" y="219997"/>
                  </a:lnTo>
                  <a:lnTo>
                    <a:pt x="1918868" y="210880"/>
                  </a:lnTo>
                  <a:lnTo>
                    <a:pt x="1928612" y="201863"/>
                  </a:lnTo>
                  <a:lnTo>
                    <a:pt x="1938356" y="192955"/>
                  </a:lnTo>
                  <a:lnTo>
                    <a:pt x="1948085" y="184160"/>
                  </a:lnTo>
                  <a:lnTo>
                    <a:pt x="1957829" y="175491"/>
                  </a:lnTo>
                  <a:lnTo>
                    <a:pt x="1967573" y="166952"/>
                  </a:lnTo>
                  <a:lnTo>
                    <a:pt x="1977317" y="158550"/>
                  </a:lnTo>
                  <a:lnTo>
                    <a:pt x="1987046" y="150295"/>
                  </a:lnTo>
                  <a:lnTo>
                    <a:pt x="1996790" y="142193"/>
                  </a:lnTo>
                  <a:lnTo>
                    <a:pt x="2006534" y="134252"/>
                  </a:lnTo>
                  <a:lnTo>
                    <a:pt x="2016278" y="126476"/>
                  </a:lnTo>
                  <a:lnTo>
                    <a:pt x="2026022" y="118876"/>
                  </a:lnTo>
                  <a:lnTo>
                    <a:pt x="2035751" y="111458"/>
                  </a:lnTo>
                  <a:lnTo>
                    <a:pt x="2045495" y="104226"/>
                  </a:lnTo>
                  <a:lnTo>
                    <a:pt x="2055239" y="97189"/>
                  </a:lnTo>
                  <a:lnTo>
                    <a:pt x="2064983" y="90353"/>
                  </a:lnTo>
                  <a:lnTo>
                    <a:pt x="2074712" y="83726"/>
                  </a:lnTo>
                  <a:lnTo>
                    <a:pt x="2084456" y="77311"/>
                  </a:lnTo>
                  <a:lnTo>
                    <a:pt x="2094200" y="71116"/>
                  </a:lnTo>
                  <a:lnTo>
                    <a:pt x="2103944" y="65146"/>
                  </a:lnTo>
                  <a:lnTo>
                    <a:pt x="2113673" y="59405"/>
                  </a:lnTo>
                  <a:lnTo>
                    <a:pt x="2123417" y="53903"/>
                  </a:lnTo>
                  <a:lnTo>
                    <a:pt x="2133161" y="48642"/>
                  </a:lnTo>
                  <a:lnTo>
                    <a:pt x="2142905" y="43627"/>
                  </a:lnTo>
                  <a:lnTo>
                    <a:pt x="2152649" y="38864"/>
                  </a:lnTo>
                  <a:lnTo>
                    <a:pt x="2162377" y="34357"/>
                  </a:lnTo>
                  <a:lnTo>
                    <a:pt x="2172121" y="30111"/>
                  </a:lnTo>
                  <a:lnTo>
                    <a:pt x="2181865" y="26131"/>
                  </a:lnTo>
                  <a:lnTo>
                    <a:pt x="2191609" y="22418"/>
                  </a:lnTo>
                  <a:lnTo>
                    <a:pt x="2201338" y="18980"/>
                  </a:lnTo>
                  <a:lnTo>
                    <a:pt x="2211082" y="15818"/>
                  </a:lnTo>
                  <a:lnTo>
                    <a:pt x="2220826" y="12935"/>
                  </a:lnTo>
                  <a:lnTo>
                    <a:pt x="2230570" y="10335"/>
                  </a:lnTo>
                  <a:lnTo>
                    <a:pt x="2240299" y="8022"/>
                  </a:lnTo>
                  <a:lnTo>
                    <a:pt x="2250043" y="5995"/>
                  </a:lnTo>
                  <a:lnTo>
                    <a:pt x="2259787" y="4260"/>
                  </a:lnTo>
                  <a:lnTo>
                    <a:pt x="2269531" y="2817"/>
                  </a:lnTo>
                  <a:lnTo>
                    <a:pt x="2279260" y="1669"/>
                  </a:lnTo>
                  <a:lnTo>
                    <a:pt x="2289004" y="815"/>
                  </a:lnTo>
                  <a:lnTo>
                    <a:pt x="2298748" y="259"/>
                  </a:lnTo>
                  <a:lnTo>
                    <a:pt x="2308492" y="0"/>
                  </a:lnTo>
                  <a:lnTo>
                    <a:pt x="2318236" y="39"/>
                  </a:lnTo>
                  <a:lnTo>
                    <a:pt x="2327965" y="377"/>
                  </a:lnTo>
                  <a:lnTo>
                    <a:pt x="2337709" y="1013"/>
                  </a:lnTo>
                  <a:lnTo>
                    <a:pt x="2347453" y="1946"/>
                  </a:lnTo>
                  <a:lnTo>
                    <a:pt x="2357197" y="3178"/>
                  </a:lnTo>
                  <a:lnTo>
                    <a:pt x="2366926" y="4705"/>
                  </a:lnTo>
                  <a:lnTo>
                    <a:pt x="2376670" y="6526"/>
                  </a:lnTo>
                  <a:lnTo>
                    <a:pt x="2386413" y="8641"/>
                  </a:lnTo>
                  <a:lnTo>
                    <a:pt x="2396157" y="11048"/>
                  </a:lnTo>
                  <a:lnTo>
                    <a:pt x="2405886" y="13744"/>
                  </a:lnTo>
                  <a:lnTo>
                    <a:pt x="2415630" y="16726"/>
                  </a:lnTo>
                  <a:lnTo>
                    <a:pt x="2425374" y="19991"/>
                  </a:lnTo>
                  <a:lnTo>
                    <a:pt x="2435118" y="23537"/>
                  </a:lnTo>
                  <a:lnTo>
                    <a:pt x="2444862" y="27359"/>
                  </a:lnTo>
                  <a:lnTo>
                    <a:pt x="2454591" y="31455"/>
                  </a:lnTo>
                  <a:lnTo>
                    <a:pt x="2464335" y="35820"/>
                  </a:lnTo>
                  <a:lnTo>
                    <a:pt x="2474079" y="40449"/>
                  </a:lnTo>
                  <a:lnTo>
                    <a:pt x="2483823" y="45338"/>
                  </a:lnTo>
                  <a:lnTo>
                    <a:pt x="2493552" y="50481"/>
                  </a:lnTo>
                  <a:lnTo>
                    <a:pt x="2503296" y="55876"/>
                  </a:lnTo>
                  <a:lnTo>
                    <a:pt x="2513040" y="61513"/>
                  </a:lnTo>
                  <a:lnTo>
                    <a:pt x="2522784" y="67390"/>
                  </a:lnTo>
                  <a:lnTo>
                    <a:pt x="2532513" y="73498"/>
                  </a:lnTo>
                  <a:lnTo>
                    <a:pt x="2542257" y="79835"/>
                  </a:lnTo>
                  <a:lnTo>
                    <a:pt x="2552001" y="86390"/>
                  </a:lnTo>
                  <a:lnTo>
                    <a:pt x="2561745" y="93159"/>
                  </a:lnTo>
                  <a:lnTo>
                    <a:pt x="2571474" y="100136"/>
                  </a:lnTo>
                  <a:lnTo>
                    <a:pt x="2581218" y="107311"/>
                  </a:lnTo>
                  <a:lnTo>
                    <a:pt x="2590962" y="114682"/>
                  </a:lnTo>
                  <a:lnTo>
                    <a:pt x="2600705" y="122236"/>
                  </a:lnTo>
                  <a:lnTo>
                    <a:pt x="2610449" y="129970"/>
                  </a:lnTo>
                  <a:lnTo>
                    <a:pt x="2620178" y="137874"/>
                  </a:lnTo>
                  <a:lnTo>
                    <a:pt x="2629922" y="145943"/>
                  </a:lnTo>
                  <a:lnTo>
                    <a:pt x="2639666" y="154167"/>
                  </a:lnTo>
                  <a:lnTo>
                    <a:pt x="2649410" y="162539"/>
                  </a:lnTo>
                  <a:lnTo>
                    <a:pt x="2659139" y="171052"/>
                  </a:lnTo>
                  <a:lnTo>
                    <a:pt x="2668883" y="179698"/>
                  </a:lnTo>
                  <a:lnTo>
                    <a:pt x="2678627" y="188471"/>
                  </a:lnTo>
                  <a:lnTo>
                    <a:pt x="2688371" y="197359"/>
                  </a:lnTo>
                  <a:lnTo>
                    <a:pt x="2698100" y="206358"/>
                  </a:lnTo>
                  <a:lnTo>
                    <a:pt x="2707844" y="215462"/>
                  </a:lnTo>
                  <a:lnTo>
                    <a:pt x="2717588" y="224657"/>
                  </a:lnTo>
                  <a:lnTo>
                    <a:pt x="2727332" y="233942"/>
                  </a:lnTo>
                  <a:lnTo>
                    <a:pt x="2737076" y="243306"/>
                  </a:lnTo>
                  <a:lnTo>
                    <a:pt x="2746805" y="252745"/>
                  </a:lnTo>
                  <a:lnTo>
                    <a:pt x="2756549" y="262249"/>
                  </a:lnTo>
                  <a:lnTo>
                    <a:pt x="2766293" y="271811"/>
                  </a:lnTo>
                  <a:lnTo>
                    <a:pt x="2776037" y="281425"/>
                  </a:lnTo>
                  <a:lnTo>
                    <a:pt x="2785766" y="291086"/>
                  </a:lnTo>
                  <a:lnTo>
                    <a:pt x="2795510" y="300785"/>
                  </a:lnTo>
                  <a:lnTo>
                    <a:pt x="2805254" y="310517"/>
                  </a:lnTo>
                  <a:lnTo>
                    <a:pt x="2814998" y="320276"/>
                  </a:lnTo>
                  <a:lnTo>
                    <a:pt x="2824727" y="330056"/>
                  </a:lnTo>
                  <a:lnTo>
                    <a:pt x="2834471" y="339850"/>
                  </a:lnTo>
                  <a:lnTo>
                    <a:pt x="2844215" y="349654"/>
                  </a:lnTo>
                  <a:lnTo>
                    <a:pt x="2853958" y="359463"/>
                  </a:lnTo>
                  <a:lnTo>
                    <a:pt x="2863687" y="369271"/>
                  </a:lnTo>
                  <a:lnTo>
                    <a:pt x="2873431" y="379075"/>
                  </a:lnTo>
                  <a:lnTo>
                    <a:pt x="2883175" y="388868"/>
                  </a:lnTo>
                  <a:lnTo>
                    <a:pt x="2892919" y="398648"/>
                  </a:lnTo>
                  <a:lnTo>
                    <a:pt x="2902663" y="408409"/>
                  </a:lnTo>
                  <a:lnTo>
                    <a:pt x="2912392" y="41814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5" name="Freeform 624">
              <a:extLst>
                <a:ext uri="{FF2B5EF4-FFF2-40B4-BE49-F238E27FC236}">
                  <a16:creationId xmlns:a16="http://schemas.microsoft.com/office/drawing/2014/main" id="{9AF9C72E-95AD-3203-E61C-484AAD92FDD1}"/>
                </a:ext>
              </a:extLst>
            </p:cNvPr>
            <p:cNvSpPr/>
            <p:nvPr/>
          </p:nvSpPr>
          <p:spPr>
            <a:xfrm>
              <a:off x="576446" y="3282644"/>
              <a:ext cx="2912392" cy="519132"/>
            </a:xfrm>
            <a:custGeom>
              <a:avLst/>
              <a:gdLst>
                <a:gd name="connsiteX0" fmla="*/ 0 w 2912392"/>
                <a:gd name="connsiteY0" fmla="*/ 152317 h 519132"/>
                <a:gd name="connsiteX1" fmla="*/ 9739 w 2912392"/>
                <a:gd name="connsiteY1" fmla="*/ 146627 h 519132"/>
                <a:gd name="connsiteX2" fmla="*/ 19480 w 2912392"/>
                <a:gd name="connsiteY2" fmla="*/ 140953 h 519132"/>
                <a:gd name="connsiteX3" fmla="*/ 29221 w 2912392"/>
                <a:gd name="connsiteY3" fmla="*/ 135305 h 519132"/>
                <a:gd name="connsiteX4" fmla="*/ 38961 w 2912392"/>
                <a:gd name="connsiteY4" fmla="*/ 129690 h 519132"/>
                <a:gd name="connsiteX5" fmla="*/ 48702 w 2912392"/>
                <a:gd name="connsiteY5" fmla="*/ 124115 h 519132"/>
                <a:gd name="connsiteX6" fmla="*/ 58443 w 2912392"/>
                <a:gd name="connsiteY6" fmla="*/ 118587 h 519132"/>
                <a:gd name="connsiteX7" fmla="*/ 68182 w 2912392"/>
                <a:gd name="connsiteY7" fmla="*/ 113115 h 519132"/>
                <a:gd name="connsiteX8" fmla="*/ 77923 w 2912392"/>
                <a:gd name="connsiteY8" fmla="*/ 107705 h 519132"/>
                <a:gd name="connsiteX9" fmla="*/ 87664 w 2912392"/>
                <a:gd name="connsiteY9" fmla="*/ 102365 h 519132"/>
                <a:gd name="connsiteX10" fmla="*/ 97404 w 2912392"/>
                <a:gd name="connsiteY10" fmla="*/ 97100 h 519132"/>
                <a:gd name="connsiteX11" fmla="*/ 107145 w 2912392"/>
                <a:gd name="connsiteY11" fmla="*/ 91919 h 519132"/>
                <a:gd name="connsiteX12" fmla="*/ 116886 w 2912392"/>
                <a:gd name="connsiteY12" fmla="*/ 86827 h 519132"/>
                <a:gd name="connsiteX13" fmla="*/ 126625 w 2912392"/>
                <a:gd name="connsiteY13" fmla="*/ 81830 h 519132"/>
                <a:gd name="connsiteX14" fmla="*/ 136366 w 2912392"/>
                <a:gd name="connsiteY14" fmla="*/ 76935 h 519132"/>
                <a:gd name="connsiteX15" fmla="*/ 146107 w 2912392"/>
                <a:gd name="connsiteY15" fmla="*/ 72148 h 519132"/>
                <a:gd name="connsiteX16" fmla="*/ 155846 w 2912392"/>
                <a:gd name="connsiteY16" fmla="*/ 67475 h 519132"/>
                <a:gd name="connsiteX17" fmla="*/ 165587 w 2912392"/>
                <a:gd name="connsiteY17" fmla="*/ 62918 h 519132"/>
                <a:gd name="connsiteX18" fmla="*/ 175328 w 2912392"/>
                <a:gd name="connsiteY18" fmla="*/ 58487 h 519132"/>
                <a:gd name="connsiteX19" fmla="*/ 185068 w 2912392"/>
                <a:gd name="connsiteY19" fmla="*/ 54186 h 519132"/>
                <a:gd name="connsiteX20" fmla="*/ 194809 w 2912392"/>
                <a:gd name="connsiteY20" fmla="*/ 50019 h 519132"/>
                <a:gd name="connsiteX21" fmla="*/ 204550 w 2912392"/>
                <a:gd name="connsiteY21" fmla="*/ 45990 h 519132"/>
                <a:gd name="connsiteX22" fmla="*/ 214289 w 2912392"/>
                <a:gd name="connsiteY22" fmla="*/ 42105 h 519132"/>
                <a:gd name="connsiteX23" fmla="*/ 224030 w 2912392"/>
                <a:gd name="connsiteY23" fmla="*/ 38366 h 519132"/>
                <a:gd name="connsiteX24" fmla="*/ 233771 w 2912392"/>
                <a:gd name="connsiteY24" fmla="*/ 34782 h 519132"/>
                <a:gd name="connsiteX25" fmla="*/ 243510 w 2912392"/>
                <a:gd name="connsiteY25" fmla="*/ 31352 h 519132"/>
                <a:gd name="connsiteX26" fmla="*/ 253251 w 2912392"/>
                <a:gd name="connsiteY26" fmla="*/ 28082 h 519132"/>
                <a:gd name="connsiteX27" fmla="*/ 262992 w 2912392"/>
                <a:gd name="connsiteY27" fmla="*/ 24975 h 519132"/>
                <a:gd name="connsiteX28" fmla="*/ 272732 w 2912392"/>
                <a:gd name="connsiteY28" fmla="*/ 22037 h 519132"/>
                <a:gd name="connsiteX29" fmla="*/ 282473 w 2912392"/>
                <a:gd name="connsiteY29" fmla="*/ 19269 h 519132"/>
                <a:gd name="connsiteX30" fmla="*/ 292214 w 2912392"/>
                <a:gd name="connsiteY30" fmla="*/ 16673 h 519132"/>
                <a:gd name="connsiteX31" fmla="*/ 301953 w 2912392"/>
                <a:gd name="connsiteY31" fmla="*/ 14255 h 519132"/>
                <a:gd name="connsiteX32" fmla="*/ 311694 w 2912392"/>
                <a:gd name="connsiteY32" fmla="*/ 12019 h 519132"/>
                <a:gd name="connsiteX33" fmla="*/ 321435 w 2912392"/>
                <a:gd name="connsiteY33" fmla="*/ 9963 h 519132"/>
                <a:gd name="connsiteX34" fmla="*/ 331175 w 2912392"/>
                <a:gd name="connsiteY34" fmla="*/ 8093 h 519132"/>
                <a:gd name="connsiteX35" fmla="*/ 340916 w 2912392"/>
                <a:gd name="connsiteY35" fmla="*/ 6413 h 519132"/>
                <a:gd name="connsiteX36" fmla="*/ 350656 w 2912392"/>
                <a:gd name="connsiteY36" fmla="*/ 4921 h 519132"/>
                <a:gd name="connsiteX37" fmla="*/ 360396 w 2912392"/>
                <a:gd name="connsiteY37" fmla="*/ 3623 h 519132"/>
                <a:gd name="connsiteX38" fmla="*/ 370137 w 2912392"/>
                <a:gd name="connsiteY38" fmla="*/ 2519 h 519132"/>
                <a:gd name="connsiteX39" fmla="*/ 379878 w 2912392"/>
                <a:gd name="connsiteY39" fmla="*/ 1614 h 519132"/>
                <a:gd name="connsiteX40" fmla="*/ 389617 w 2912392"/>
                <a:gd name="connsiteY40" fmla="*/ 907 h 519132"/>
                <a:gd name="connsiteX41" fmla="*/ 399358 w 2912392"/>
                <a:gd name="connsiteY41" fmla="*/ 401 h 519132"/>
                <a:gd name="connsiteX42" fmla="*/ 409099 w 2912392"/>
                <a:gd name="connsiteY42" fmla="*/ 98 h 519132"/>
                <a:gd name="connsiteX43" fmla="*/ 418839 w 2912392"/>
                <a:gd name="connsiteY43" fmla="*/ 0 h 519132"/>
                <a:gd name="connsiteX44" fmla="*/ 428580 w 2912392"/>
                <a:gd name="connsiteY44" fmla="*/ 107 h 519132"/>
                <a:gd name="connsiteX45" fmla="*/ 438321 w 2912392"/>
                <a:gd name="connsiteY45" fmla="*/ 423 h 519132"/>
                <a:gd name="connsiteX46" fmla="*/ 448060 w 2912392"/>
                <a:gd name="connsiteY46" fmla="*/ 946 h 519132"/>
                <a:gd name="connsiteX47" fmla="*/ 457801 w 2912392"/>
                <a:gd name="connsiteY47" fmla="*/ 1681 h 519132"/>
                <a:gd name="connsiteX48" fmla="*/ 467542 w 2912392"/>
                <a:gd name="connsiteY48" fmla="*/ 2625 h 519132"/>
                <a:gd name="connsiteX49" fmla="*/ 477281 w 2912392"/>
                <a:gd name="connsiteY49" fmla="*/ 3783 h 519132"/>
                <a:gd name="connsiteX50" fmla="*/ 487022 w 2912392"/>
                <a:gd name="connsiteY50" fmla="*/ 5152 h 519132"/>
                <a:gd name="connsiteX51" fmla="*/ 496763 w 2912392"/>
                <a:gd name="connsiteY51" fmla="*/ 6734 h 519132"/>
                <a:gd name="connsiteX52" fmla="*/ 506503 w 2912392"/>
                <a:gd name="connsiteY52" fmla="*/ 8531 h 519132"/>
                <a:gd name="connsiteX53" fmla="*/ 516244 w 2912392"/>
                <a:gd name="connsiteY53" fmla="*/ 10543 h 519132"/>
                <a:gd name="connsiteX54" fmla="*/ 525985 w 2912392"/>
                <a:gd name="connsiteY54" fmla="*/ 12768 h 519132"/>
                <a:gd name="connsiteX55" fmla="*/ 535724 w 2912392"/>
                <a:gd name="connsiteY55" fmla="*/ 15207 h 519132"/>
                <a:gd name="connsiteX56" fmla="*/ 545465 w 2912392"/>
                <a:gd name="connsiteY56" fmla="*/ 17862 h 519132"/>
                <a:gd name="connsiteX57" fmla="*/ 555206 w 2912392"/>
                <a:gd name="connsiteY57" fmla="*/ 20730 h 519132"/>
                <a:gd name="connsiteX58" fmla="*/ 564946 w 2912392"/>
                <a:gd name="connsiteY58" fmla="*/ 23812 h 519132"/>
                <a:gd name="connsiteX59" fmla="*/ 574687 w 2912392"/>
                <a:gd name="connsiteY59" fmla="*/ 27106 h 519132"/>
                <a:gd name="connsiteX60" fmla="*/ 584428 w 2912392"/>
                <a:gd name="connsiteY60" fmla="*/ 30613 h 519132"/>
                <a:gd name="connsiteX61" fmla="*/ 594167 w 2912392"/>
                <a:gd name="connsiteY61" fmla="*/ 34330 h 519132"/>
                <a:gd name="connsiteX62" fmla="*/ 603908 w 2912392"/>
                <a:gd name="connsiteY62" fmla="*/ 38258 h 519132"/>
                <a:gd name="connsiteX63" fmla="*/ 613649 w 2912392"/>
                <a:gd name="connsiteY63" fmla="*/ 42392 h 519132"/>
                <a:gd name="connsiteX64" fmla="*/ 623388 w 2912392"/>
                <a:gd name="connsiteY64" fmla="*/ 46734 h 519132"/>
                <a:gd name="connsiteX65" fmla="*/ 633129 w 2912392"/>
                <a:gd name="connsiteY65" fmla="*/ 51279 h 519132"/>
                <a:gd name="connsiteX66" fmla="*/ 642870 w 2912392"/>
                <a:gd name="connsiteY66" fmla="*/ 56026 h 519132"/>
                <a:gd name="connsiteX67" fmla="*/ 652610 w 2912392"/>
                <a:gd name="connsiteY67" fmla="*/ 60974 h 519132"/>
                <a:gd name="connsiteX68" fmla="*/ 662351 w 2912392"/>
                <a:gd name="connsiteY68" fmla="*/ 66119 h 519132"/>
                <a:gd name="connsiteX69" fmla="*/ 672092 w 2912392"/>
                <a:gd name="connsiteY69" fmla="*/ 71457 h 519132"/>
                <a:gd name="connsiteX70" fmla="*/ 681831 w 2912392"/>
                <a:gd name="connsiteY70" fmla="*/ 76986 h 519132"/>
                <a:gd name="connsiteX71" fmla="*/ 691572 w 2912392"/>
                <a:gd name="connsiteY71" fmla="*/ 82703 h 519132"/>
                <a:gd name="connsiteX72" fmla="*/ 701313 w 2912392"/>
                <a:gd name="connsiteY72" fmla="*/ 88603 h 519132"/>
                <a:gd name="connsiteX73" fmla="*/ 711052 w 2912392"/>
                <a:gd name="connsiteY73" fmla="*/ 94683 h 519132"/>
                <a:gd name="connsiteX74" fmla="*/ 720793 w 2912392"/>
                <a:gd name="connsiteY74" fmla="*/ 100938 h 519132"/>
                <a:gd name="connsiteX75" fmla="*/ 730534 w 2912392"/>
                <a:gd name="connsiteY75" fmla="*/ 107364 h 519132"/>
                <a:gd name="connsiteX76" fmla="*/ 740274 w 2912392"/>
                <a:gd name="connsiteY76" fmla="*/ 113955 h 519132"/>
                <a:gd name="connsiteX77" fmla="*/ 750015 w 2912392"/>
                <a:gd name="connsiteY77" fmla="*/ 120707 h 519132"/>
                <a:gd name="connsiteX78" fmla="*/ 759756 w 2912392"/>
                <a:gd name="connsiteY78" fmla="*/ 127616 h 519132"/>
                <a:gd name="connsiteX79" fmla="*/ 769495 w 2912392"/>
                <a:gd name="connsiteY79" fmla="*/ 134673 h 519132"/>
                <a:gd name="connsiteX80" fmla="*/ 779236 w 2912392"/>
                <a:gd name="connsiteY80" fmla="*/ 141874 h 519132"/>
                <a:gd name="connsiteX81" fmla="*/ 788977 w 2912392"/>
                <a:gd name="connsiteY81" fmla="*/ 149212 h 519132"/>
                <a:gd name="connsiteX82" fmla="*/ 798717 w 2912392"/>
                <a:gd name="connsiteY82" fmla="*/ 156682 h 519132"/>
                <a:gd name="connsiteX83" fmla="*/ 808458 w 2912392"/>
                <a:gd name="connsiteY83" fmla="*/ 164276 h 519132"/>
                <a:gd name="connsiteX84" fmla="*/ 818199 w 2912392"/>
                <a:gd name="connsiteY84" fmla="*/ 171986 h 519132"/>
                <a:gd name="connsiteX85" fmla="*/ 827938 w 2912392"/>
                <a:gd name="connsiteY85" fmla="*/ 179807 h 519132"/>
                <a:gd name="connsiteX86" fmla="*/ 837679 w 2912392"/>
                <a:gd name="connsiteY86" fmla="*/ 187730 h 519132"/>
                <a:gd name="connsiteX87" fmla="*/ 847420 w 2912392"/>
                <a:gd name="connsiteY87" fmla="*/ 195747 h 519132"/>
                <a:gd name="connsiteX88" fmla="*/ 857159 w 2912392"/>
                <a:gd name="connsiteY88" fmla="*/ 203851 h 519132"/>
                <a:gd name="connsiteX89" fmla="*/ 866900 w 2912392"/>
                <a:gd name="connsiteY89" fmla="*/ 212032 h 519132"/>
                <a:gd name="connsiteX90" fmla="*/ 876641 w 2912392"/>
                <a:gd name="connsiteY90" fmla="*/ 220284 h 519132"/>
                <a:gd name="connsiteX91" fmla="*/ 886381 w 2912392"/>
                <a:gd name="connsiteY91" fmla="*/ 228597 h 519132"/>
                <a:gd name="connsiteX92" fmla="*/ 896122 w 2912392"/>
                <a:gd name="connsiteY92" fmla="*/ 236961 h 519132"/>
                <a:gd name="connsiteX93" fmla="*/ 905863 w 2912392"/>
                <a:gd name="connsiteY93" fmla="*/ 245368 h 519132"/>
                <a:gd name="connsiteX94" fmla="*/ 915602 w 2912392"/>
                <a:gd name="connsiteY94" fmla="*/ 253810 h 519132"/>
                <a:gd name="connsiteX95" fmla="*/ 925343 w 2912392"/>
                <a:gd name="connsiteY95" fmla="*/ 262274 h 519132"/>
                <a:gd name="connsiteX96" fmla="*/ 935084 w 2912392"/>
                <a:gd name="connsiteY96" fmla="*/ 270755 h 519132"/>
                <a:gd name="connsiteX97" fmla="*/ 944824 w 2912392"/>
                <a:gd name="connsiteY97" fmla="*/ 279240 h 519132"/>
                <a:gd name="connsiteX98" fmla="*/ 954564 w 2912392"/>
                <a:gd name="connsiteY98" fmla="*/ 287720 h 519132"/>
                <a:gd name="connsiteX99" fmla="*/ 964305 w 2912392"/>
                <a:gd name="connsiteY99" fmla="*/ 296184 h 519132"/>
                <a:gd name="connsiteX100" fmla="*/ 974045 w 2912392"/>
                <a:gd name="connsiteY100" fmla="*/ 304625 h 519132"/>
                <a:gd name="connsiteX101" fmla="*/ 983786 w 2912392"/>
                <a:gd name="connsiteY101" fmla="*/ 313031 h 519132"/>
                <a:gd name="connsiteX102" fmla="*/ 993522 w 2912392"/>
                <a:gd name="connsiteY102" fmla="*/ 321390 h 519132"/>
                <a:gd name="connsiteX103" fmla="*/ 1003266 w 2912392"/>
                <a:gd name="connsiteY103" fmla="*/ 329695 h 519132"/>
                <a:gd name="connsiteX104" fmla="*/ 1013010 w 2912392"/>
                <a:gd name="connsiteY104" fmla="*/ 337936 h 519132"/>
                <a:gd name="connsiteX105" fmla="*/ 1022754 w 2912392"/>
                <a:gd name="connsiteY105" fmla="*/ 346099 h 519132"/>
                <a:gd name="connsiteX106" fmla="*/ 1032483 w 2912392"/>
                <a:gd name="connsiteY106" fmla="*/ 354177 h 519132"/>
                <a:gd name="connsiteX107" fmla="*/ 1042227 w 2912392"/>
                <a:gd name="connsiteY107" fmla="*/ 362160 h 519132"/>
                <a:gd name="connsiteX108" fmla="*/ 1051971 w 2912392"/>
                <a:gd name="connsiteY108" fmla="*/ 370037 h 519132"/>
                <a:gd name="connsiteX109" fmla="*/ 1061715 w 2912392"/>
                <a:gd name="connsiteY109" fmla="*/ 377798 h 519132"/>
                <a:gd name="connsiteX110" fmla="*/ 1071444 w 2912392"/>
                <a:gd name="connsiteY110" fmla="*/ 385434 h 519132"/>
                <a:gd name="connsiteX111" fmla="*/ 1081188 w 2912392"/>
                <a:gd name="connsiteY111" fmla="*/ 392934 h 519132"/>
                <a:gd name="connsiteX112" fmla="*/ 1090932 w 2912392"/>
                <a:gd name="connsiteY112" fmla="*/ 400289 h 519132"/>
                <a:gd name="connsiteX113" fmla="*/ 1100676 w 2912392"/>
                <a:gd name="connsiteY113" fmla="*/ 407492 h 519132"/>
                <a:gd name="connsiteX114" fmla="*/ 1110405 w 2912392"/>
                <a:gd name="connsiteY114" fmla="*/ 414531 h 519132"/>
                <a:gd name="connsiteX115" fmla="*/ 1120149 w 2912392"/>
                <a:gd name="connsiteY115" fmla="*/ 421398 h 519132"/>
                <a:gd name="connsiteX116" fmla="*/ 1129893 w 2912392"/>
                <a:gd name="connsiteY116" fmla="*/ 428085 h 519132"/>
                <a:gd name="connsiteX117" fmla="*/ 1139637 w 2912392"/>
                <a:gd name="connsiteY117" fmla="*/ 434582 h 519132"/>
                <a:gd name="connsiteX118" fmla="*/ 1149381 w 2912392"/>
                <a:gd name="connsiteY118" fmla="*/ 440883 h 519132"/>
                <a:gd name="connsiteX119" fmla="*/ 1159110 w 2912392"/>
                <a:gd name="connsiteY119" fmla="*/ 446980 h 519132"/>
                <a:gd name="connsiteX120" fmla="*/ 1168854 w 2912392"/>
                <a:gd name="connsiteY120" fmla="*/ 452865 h 519132"/>
                <a:gd name="connsiteX121" fmla="*/ 1178598 w 2912392"/>
                <a:gd name="connsiteY121" fmla="*/ 458531 h 519132"/>
                <a:gd name="connsiteX122" fmla="*/ 1188341 w 2912392"/>
                <a:gd name="connsiteY122" fmla="*/ 463971 h 519132"/>
                <a:gd name="connsiteX123" fmla="*/ 1198070 w 2912392"/>
                <a:gd name="connsiteY123" fmla="*/ 469179 h 519132"/>
                <a:gd name="connsiteX124" fmla="*/ 1207814 w 2912392"/>
                <a:gd name="connsiteY124" fmla="*/ 474150 h 519132"/>
                <a:gd name="connsiteX125" fmla="*/ 1217558 w 2912392"/>
                <a:gd name="connsiteY125" fmla="*/ 478877 h 519132"/>
                <a:gd name="connsiteX126" fmla="*/ 1227302 w 2912392"/>
                <a:gd name="connsiteY126" fmla="*/ 483356 h 519132"/>
                <a:gd name="connsiteX127" fmla="*/ 1237031 w 2912392"/>
                <a:gd name="connsiteY127" fmla="*/ 487583 h 519132"/>
                <a:gd name="connsiteX128" fmla="*/ 1246775 w 2912392"/>
                <a:gd name="connsiteY128" fmla="*/ 491553 h 519132"/>
                <a:gd name="connsiteX129" fmla="*/ 1256519 w 2912392"/>
                <a:gd name="connsiteY129" fmla="*/ 495263 h 519132"/>
                <a:gd name="connsiteX130" fmla="*/ 1266263 w 2912392"/>
                <a:gd name="connsiteY130" fmla="*/ 498709 h 519132"/>
                <a:gd name="connsiteX131" fmla="*/ 1276007 w 2912392"/>
                <a:gd name="connsiteY131" fmla="*/ 501890 h 519132"/>
                <a:gd name="connsiteX132" fmla="*/ 1285736 w 2912392"/>
                <a:gd name="connsiteY132" fmla="*/ 504803 h 519132"/>
                <a:gd name="connsiteX133" fmla="*/ 1295480 w 2912392"/>
                <a:gd name="connsiteY133" fmla="*/ 507447 h 519132"/>
                <a:gd name="connsiteX134" fmla="*/ 1305224 w 2912392"/>
                <a:gd name="connsiteY134" fmla="*/ 509821 h 519132"/>
                <a:gd name="connsiteX135" fmla="*/ 1314968 w 2912392"/>
                <a:gd name="connsiteY135" fmla="*/ 511923 h 519132"/>
                <a:gd name="connsiteX136" fmla="*/ 1324697 w 2912392"/>
                <a:gd name="connsiteY136" fmla="*/ 513756 h 519132"/>
                <a:gd name="connsiteX137" fmla="*/ 1334441 w 2912392"/>
                <a:gd name="connsiteY137" fmla="*/ 515317 h 519132"/>
                <a:gd name="connsiteX138" fmla="*/ 1344185 w 2912392"/>
                <a:gd name="connsiteY138" fmla="*/ 516610 h 519132"/>
                <a:gd name="connsiteX139" fmla="*/ 1353929 w 2912392"/>
                <a:gd name="connsiteY139" fmla="*/ 517635 h 519132"/>
                <a:gd name="connsiteX140" fmla="*/ 1363658 w 2912392"/>
                <a:gd name="connsiteY140" fmla="*/ 518395 h 519132"/>
                <a:gd name="connsiteX141" fmla="*/ 1373402 w 2912392"/>
                <a:gd name="connsiteY141" fmla="*/ 518894 h 519132"/>
                <a:gd name="connsiteX142" fmla="*/ 1383146 w 2912392"/>
                <a:gd name="connsiteY142" fmla="*/ 519133 h 519132"/>
                <a:gd name="connsiteX143" fmla="*/ 1392890 w 2912392"/>
                <a:gd name="connsiteY143" fmla="*/ 519115 h 519132"/>
                <a:gd name="connsiteX144" fmla="*/ 1402619 w 2912392"/>
                <a:gd name="connsiteY144" fmla="*/ 518847 h 519132"/>
                <a:gd name="connsiteX145" fmla="*/ 1412363 w 2912392"/>
                <a:gd name="connsiteY145" fmla="*/ 518331 h 519132"/>
                <a:gd name="connsiteX146" fmla="*/ 1422106 w 2912392"/>
                <a:gd name="connsiteY146" fmla="*/ 517574 h 519132"/>
                <a:gd name="connsiteX147" fmla="*/ 1431850 w 2912392"/>
                <a:gd name="connsiteY147" fmla="*/ 516582 h 519132"/>
                <a:gd name="connsiteX148" fmla="*/ 1441594 w 2912392"/>
                <a:gd name="connsiteY148" fmla="*/ 515357 h 519132"/>
                <a:gd name="connsiteX149" fmla="*/ 1451323 w 2912392"/>
                <a:gd name="connsiteY149" fmla="*/ 513909 h 519132"/>
                <a:gd name="connsiteX150" fmla="*/ 1461067 w 2912392"/>
                <a:gd name="connsiteY150" fmla="*/ 512243 h 519132"/>
                <a:gd name="connsiteX151" fmla="*/ 1470811 w 2912392"/>
                <a:gd name="connsiteY151" fmla="*/ 510368 h 519132"/>
                <a:gd name="connsiteX152" fmla="*/ 1480555 w 2912392"/>
                <a:gd name="connsiteY152" fmla="*/ 508288 h 519132"/>
                <a:gd name="connsiteX153" fmla="*/ 1490284 w 2912392"/>
                <a:gd name="connsiteY153" fmla="*/ 506011 h 519132"/>
                <a:gd name="connsiteX154" fmla="*/ 1500028 w 2912392"/>
                <a:gd name="connsiteY154" fmla="*/ 503548 h 519132"/>
                <a:gd name="connsiteX155" fmla="*/ 1509772 w 2912392"/>
                <a:gd name="connsiteY155" fmla="*/ 500905 h 519132"/>
                <a:gd name="connsiteX156" fmla="*/ 1519516 w 2912392"/>
                <a:gd name="connsiteY156" fmla="*/ 498089 h 519132"/>
                <a:gd name="connsiteX157" fmla="*/ 1529245 w 2912392"/>
                <a:gd name="connsiteY157" fmla="*/ 495111 h 519132"/>
                <a:gd name="connsiteX158" fmla="*/ 1538989 w 2912392"/>
                <a:gd name="connsiteY158" fmla="*/ 491978 h 519132"/>
                <a:gd name="connsiteX159" fmla="*/ 1548733 w 2912392"/>
                <a:gd name="connsiteY159" fmla="*/ 488699 h 519132"/>
                <a:gd name="connsiteX160" fmla="*/ 1558477 w 2912392"/>
                <a:gd name="connsiteY160" fmla="*/ 485282 h 519132"/>
                <a:gd name="connsiteX161" fmla="*/ 1568221 w 2912392"/>
                <a:gd name="connsiteY161" fmla="*/ 481736 h 519132"/>
                <a:gd name="connsiteX162" fmla="*/ 1577950 w 2912392"/>
                <a:gd name="connsiteY162" fmla="*/ 478071 h 519132"/>
                <a:gd name="connsiteX163" fmla="*/ 1587694 w 2912392"/>
                <a:gd name="connsiteY163" fmla="*/ 474294 h 519132"/>
                <a:gd name="connsiteX164" fmla="*/ 1597438 w 2912392"/>
                <a:gd name="connsiteY164" fmla="*/ 470415 h 519132"/>
                <a:gd name="connsiteX165" fmla="*/ 1607182 w 2912392"/>
                <a:gd name="connsiteY165" fmla="*/ 466441 h 519132"/>
                <a:gd name="connsiteX166" fmla="*/ 1616911 w 2912392"/>
                <a:gd name="connsiteY166" fmla="*/ 462382 h 519132"/>
                <a:gd name="connsiteX167" fmla="*/ 1626655 w 2912392"/>
                <a:gd name="connsiteY167" fmla="*/ 458245 h 519132"/>
                <a:gd name="connsiteX168" fmla="*/ 1636399 w 2912392"/>
                <a:gd name="connsiteY168" fmla="*/ 454039 h 519132"/>
                <a:gd name="connsiteX169" fmla="*/ 1646142 w 2912392"/>
                <a:gd name="connsiteY169" fmla="*/ 449772 h 519132"/>
                <a:gd name="connsiteX170" fmla="*/ 1655872 w 2912392"/>
                <a:gd name="connsiteY170" fmla="*/ 445451 h 519132"/>
                <a:gd name="connsiteX171" fmla="*/ 1665616 w 2912392"/>
                <a:gd name="connsiteY171" fmla="*/ 441083 h 519132"/>
                <a:gd name="connsiteX172" fmla="*/ 1675359 w 2912392"/>
                <a:gd name="connsiteY172" fmla="*/ 436676 h 519132"/>
                <a:gd name="connsiteX173" fmla="*/ 1685103 w 2912392"/>
                <a:gd name="connsiteY173" fmla="*/ 432236 h 519132"/>
                <a:gd name="connsiteX174" fmla="*/ 1694832 w 2912392"/>
                <a:gd name="connsiteY174" fmla="*/ 427769 h 519132"/>
                <a:gd name="connsiteX175" fmla="*/ 1704576 w 2912392"/>
                <a:gd name="connsiteY175" fmla="*/ 423283 h 519132"/>
                <a:gd name="connsiteX176" fmla="*/ 1714320 w 2912392"/>
                <a:gd name="connsiteY176" fmla="*/ 418782 h 519132"/>
                <a:gd name="connsiteX177" fmla="*/ 1724064 w 2912392"/>
                <a:gd name="connsiteY177" fmla="*/ 414271 h 519132"/>
                <a:gd name="connsiteX178" fmla="*/ 1733808 w 2912392"/>
                <a:gd name="connsiteY178" fmla="*/ 409755 h 519132"/>
                <a:gd name="connsiteX179" fmla="*/ 1743537 w 2912392"/>
                <a:gd name="connsiteY179" fmla="*/ 405237 h 519132"/>
                <a:gd name="connsiteX180" fmla="*/ 1753281 w 2912392"/>
                <a:gd name="connsiteY180" fmla="*/ 400726 h 519132"/>
                <a:gd name="connsiteX181" fmla="*/ 1763025 w 2912392"/>
                <a:gd name="connsiteY181" fmla="*/ 396219 h 519132"/>
                <a:gd name="connsiteX182" fmla="*/ 1772769 w 2912392"/>
                <a:gd name="connsiteY182" fmla="*/ 391724 h 519132"/>
                <a:gd name="connsiteX183" fmla="*/ 1782498 w 2912392"/>
                <a:gd name="connsiteY183" fmla="*/ 387241 h 519132"/>
                <a:gd name="connsiteX184" fmla="*/ 1792242 w 2912392"/>
                <a:gd name="connsiteY184" fmla="*/ 382773 h 519132"/>
                <a:gd name="connsiteX185" fmla="*/ 1801986 w 2912392"/>
                <a:gd name="connsiteY185" fmla="*/ 378322 h 519132"/>
                <a:gd name="connsiteX186" fmla="*/ 1811730 w 2912392"/>
                <a:gd name="connsiteY186" fmla="*/ 373888 h 519132"/>
                <a:gd name="connsiteX187" fmla="*/ 1821459 w 2912392"/>
                <a:gd name="connsiteY187" fmla="*/ 369474 h 519132"/>
                <a:gd name="connsiteX188" fmla="*/ 1831203 w 2912392"/>
                <a:gd name="connsiteY188" fmla="*/ 365077 h 519132"/>
                <a:gd name="connsiteX189" fmla="*/ 1840947 w 2912392"/>
                <a:gd name="connsiteY189" fmla="*/ 360700 h 519132"/>
                <a:gd name="connsiteX190" fmla="*/ 1850691 w 2912392"/>
                <a:gd name="connsiteY190" fmla="*/ 356340 h 519132"/>
                <a:gd name="connsiteX191" fmla="*/ 1860435 w 2912392"/>
                <a:gd name="connsiteY191" fmla="*/ 352000 h 519132"/>
                <a:gd name="connsiteX192" fmla="*/ 1870164 w 2912392"/>
                <a:gd name="connsiteY192" fmla="*/ 347675 h 519132"/>
                <a:gd name="connsiteX193" fmla="*/ 1879908 w 2912392"/>
                <a:gd name="connsiteY193" fmla="*/ 343365 h 519132"/>
                <a:gd name="connsiteX194" fmla="*/ 1889652 w 2912392"/>
                <a:gd name="connsiteY194" fmla="*/ 339068 h 519132"/>
                <a:gd name="connsiteX195" fmla="*/ 1899395 w 2912392"/>
                <a:gd name="connsiteY195" fmla="*/ 334782 h 519132"/>
                <a:gd name="connsiteX196" fmla="*/ 1909124 w 2912392"/>
                <a:gd name="connsiteY196" fmla="*/ 330504 h 519132"/>
                <a:gd name="connsiteX197" fmla="*/ 1918868 w 2912392"/>
                <a:gd name="connsiteY197" fmla="*/ 326231 h 519132"/>
                <a:gd name="connsiteX198" fmla="*/ 1928612 w 2912392"/>
                <a:gd name="connsiteY198" fmla="*/ 321961 h 519132"/>
                <a:gd name="connsiteX199" fmla="*/ 1938356 w 2912392"/>
                <a:gd name="connsiteY199" fmla="*/ 317691 h 519132"/>
                <a:gd name="connsiteX200" fmla="*/ 1948085 w 2912392"/>
                <a:gd name="connsiteY200" fmla="*/ 313418 h 519132"/>
                <a:gd name="connsiteX201" fmla="*/ 1957829 w 2912392"/>
                <a:gd name="connsiteY201" fmla="*/ 309136 h 519132"/>
                <a:gd name="connsiteX202" fmla="*/ 1967573 w 2912392"/>
                <a:gd name="connsiteY202" fmla="*/ 304845 h 519132"/>
                <a:gd name="connsiteX203" fmla="*/ 1977317 w 2912392"/>
                <a:gd name="connsiteY203" fmla="*/ 300539 h 519132"/>
                <a:gd name="connsiteX204" fmla="*/ 1987046 w 2912392"/>
                <a:gd name="connsiteY204" fmla="*/ 296216 h 519132"/>
                <a:gd name="connsiteX205" fmla="*/ 1996790 w 2912392"/>
                <a:gd name="connsiteY205" fmla="*/ 291871 h 519132"/>
                <a:gd name="connsiteX206" fmla="*/ 2006534 w 2912392"/>
                <a:gd name="connsiteY206" fmla="*/ 287501 h 519132"/>
                <a:gd name="connsiteX207" fmla="*/ 2016278 w 2912392"/>
                <a:gd name="connsiteY207" fmla="*/ 283104 h 519132"/>
                <a:gd name="connsiteX208" fmla="*/ 2026022 w 2912392"/>
                <a:gd name="connsiteY208" fmla="*/ 278675 h 519132"/>
                <a:gd name="connsiteX209" fmla="*/ 2035751 w 2912392"/>
                <a:gd name="connsiteY209" fmla="*/ 274213 h 519132"/>
                <a:gd name="connsiteX210" fmla="*/ 2045495 w 2912392"/>
                <a:gd name="connsiteY210" fmla="*/ 269713 h 519132"/>
                <a:gd name="connsiteX211" fmla="*/ 2055239 w 2912392"/>
                <a:gd name="connsiteY211" fmla="*/ 265174 h 519132"/>
                <a:gd name="connsiteX212" fmla="*/ 2064983 w 2912392"/>
                <a:gd name="connsiteY212" fmla="*/ 260592 h 519132"/>
                <a:gd name="connsiteX213" fmla="*/ 2074712 w 2912392"/>
                <a:gd name="connsiteY213" fmla="*/ 255966 h 519132"/>
                <a:gd name="connsiteX214" fmla="*/ 2084456 w 2912392"/>
                <a:gd name="connsiteY214" fmla="*/ 251295 h 519132"/>
                <a:gd name="connsiteX215" fmla="*/ 2094200 w 2912392"/>
                <a:gd name="connsiteY215" fmla="*/ 246577 h 519132"/>
                <a:gd name="connsiteX216" fmla="*/ 2103944 w 2912392"/>
                <a:gd name="connsiteY216" fmla="*/ 241810 h 519132"/>
                <a:gd name="connsiteX217" fmla="*/ 2113673 w 2912392"/>
                <a:gd name="connsiteY217" fmla="*/ 236995 h 519132"/>
                <a:gd name="connsiteX218" fmla="*/ 2123417 w 2912392"/>
                <a:gd name="connsiteY218" fmla="*/ 232131 h 519132"/>
                <a:gd name="connsiteX219" fmla="*/ 2133161 w 2912392"/>
                <a:gd name="connsiteY219" fmla="*/ 227218 h 519132"/>
                <a:gd name="connsiteX220" fmla="*/ 2142905 w 2912392"/>
                <a:gd name="connsiteY220" fmla="*/ 222260 h 519132"/>
                <a:gd name="connsiteX221" fmla="*/ 2152649 w 2912392"/>
                <a:gd name="connsiteY221" fmla="*/ 217256 h 519132"/>
                <a:gd name="connsiteX222" fmla="*/ 2162377 w 2912392"/>
                <a:gd name="connsiteY222" fmla="*/ 212206 h 519132"/>
                <a:gd name="connsiteX223" fmla="*/ 2172121 w 2912392"/>
                <a:gd name="connsiteY223" fmla="*/ 207115 h 519132"/>
                <a:gd name="connsiteX224" fmla="*/ 2181865 w 2912392"/>
                <a:gd name="connsiteY224" fmla="*/ 201986 h 519132"/>
                <a:gd name="connsiteX225" fmla="*/ 2191609 w 2912392"/>
                <a:gd name="connsiteY225" fmla="*/ 196822 h 519132"/>
                <a:gd name="connsiteX226" fmla="*/ 2201338 w 2912392"/>
                <a:gd name="connsiteY226" fmla="*/ 191628 h 519132"/>
                <a:gd name="connsiteX227" fmla="*/ 2211082 w 2912392"/>
                <a:gd name="connsiteY227" fmla="*/ 186406 h 519132"/>
                <a:gd name="connsiteX228" fmla="*/ 2220826 w 2912392"/>
                <a:gd name="connsiteY228" fmla="*/ 181164 h 519132"/>
                <a:gd name="connsiteX229" fmla="*/ 2230570 w 2912392"/>
                <a:gd name="connsiteY229" fmla="*/ 175906 h 519132"/>
                <a:gd name="connsiteX230" fmla="*/ 2240299 w 2912392"/>
                <a:gd name="connsiteY230" fmla="*/ 170640 h 519132"/>
                <a:gd name="connsiteX231" fmla="*/ 2250043 w 2912392"/>
                <a:gd name="connsiteY231" fmla="*/ 165371 h 519132"/>
                <a:gd name="connsiteX232" fmla="*/ 2259787 w 2912392"/>
                <a:gd name="connsiteY232" fmla="*/ 160109 h 519132"/>
                <a:gd name="connsiteX233" fmla="*/ 2269531 w 2912392"/>
                <a:gd name="connsiteY233" fmla="*/ 154859 h 519132"/>
                <a:gd name="connsiteX234" fmla="*/ 2279260 w 2912392"/>
                <a:gd name="connsiteY234" fmla="*/ 149629 h 519132"/>
                <a:gd name="connsiteX235" fmla="*/ 2289004 w 2912392"/>
                <a:gd name="connsiteY235" fmla="*/ 144431 h 519132"/>
                <a:gd name="connsiteX236" fmla="*/ 2298748 w 2912392"/>
                <a:gd name="connsiteY236" fmla="*/ 139271 h 519132"/>
                <a:gd name="connsiteX237" fmla="*/ 2308492 w 2912392"/>
                <a:gd name="connsiteY237" fmla="*/ 134161 h 519132"/>
                <a:gd name="connsiteX238" fmla="*/ 2318236 w 2912392"/>
                <a:gd name="connsiteY238" fmla="*/ 129109 h 519132"/>
                <a:gd name="connsiteX239" fmla="*/ 2327965 w 2912392"/>
                <a:gd name="connsiteY239" fmla="*/ 124126 h 519132"/>
                <a:gd name="connsiteX240" fmla="*/ 2337709 w 2912392"/>
                <a:gd name="connsiteY240" fmla="*/ 119223 h 519132"/>
                <a:gd name="connsiteX241" fmla="*/ 2347453 w 2912392"/>
                <a:gd name="connsiteY241" fmla="*/ 114411 h 519132"/>
                <a:gd name="connsiteX242" fmla="*/ 2357197 w 2912392"/>
                <a:gd name="connsiteY242" fmla="*/ 109700 h 519132"/>
                <a:gd name="connsiteX243" fmla="*/ 2366926 w 2912392"/>
                <a:gd name="connsiteY243" fmla="*/ 105102 h 519132"/>
                <a:gd name="connsiteX244" fmla="*/ 2376670 w 2912392"/>
                <a:gd name="connsiteY244" fmla="*/ 100629 h 519132"/>
                <a:gd name="connsiteX245" fmla="*/ 2386413 w 2912392"/>
                <a:gd name="connsiteY245" fmla="*/ 96291 h 519132"/>
                <a:gd name="connsiteX246" fmla="*/ 2396157 w 2912392"/>
                <a:gd name="connsiteY246" fmla="*/ 92101 h 519132"/>
                <a:gd name="connsiteX247" fmla="*/ 2405886 w 2912392"/>
                <a:gd name="connsiteY247" fmla="*/ 88069 h 519132"/>
                <a:gd name="connsiteX248" fmla="*/ 2415630 w 2912392"/>
                <a:gd name="connsiteY248" fmla="*/ 84208 h 519132"/>
                <a:gd name="connsiteX249" fmla="*/ 2425374 w 2912392"/>
                <a:gd name="connsiteY249" fmla="*/ 80528 h 519132"/>
                <a:gd name="connsiteX250" fmla="*/ 2435118 w 2912392"/>
                <a:gd name="connsiteY250" fmla="*/ 77040 h 519132"/>
                <a:gd name="connsiteX251" fmla="*/ 2444862 w 2912392"/>
                <a:gd name="connsiteY251" fmla="*/ 73757 h 519132"/>
                <a:gd name="connsiteX252" fmla="*/ 2454591 w 2912392"/>
                <a:gd name="connsiteY252" fmla="*/ 70688 h 519132"/>
                <a:gd name="connsiteX253" fmla="*/ 2464335 w 2912392"/>
                <a:gd name="connsiteY253" fmla="*/ 67845 h 519132"/>
                <a:gd name="connsiteX254" fmla="*/ 2474079 w 2912392"/>
                <a:gd name="connsiteY254" fmla="*/ 65237 h 519132"/>
                <a:gd name="connsiteX255" fmla="*/ 2483823 w 2912392"/>
                <a:gd name="connsiteY255" fmla="*/ 62875 h 519132"/>
                <a:gd name="connsiteX256" fmla="*/ 2493552 w 2912392"/>
                <a:gd name="connsiteY256" fmla="*/ 60767 h 519132"/>
                <a:gd name="connsiteX257" fmla="*/ 2503296 w 2912392"/>
                <a:gd name="connsiteY257" fmla="*/ 58922 h 519132"/>
                <a:gd name="connsiteX258" fmla="*/ 2513040 w 2912392"/>
                <a:gd name="connsiteY258" fmla="*/ 57349 h 519132"/>
                <a:gd name="connsiteX259" fmla="*/ 2522784 w 2912392"/>
                <a:gd name="connsiteY259" fmla="*/ 56056 h 519132"/>
                <a:gd name="connsiteX260" fmla="*/ 2532513 w 2912392"/>
                <a:gd name="connsiteY260" fmla="*/ 55049 h 519132"/>
                <a:gd name="connsiteX261" fmla="*/ 2542257 w 2912392"/>
                <a:gd name="connsiteY261" fmla="*/ 54337 h 519132"/>
                <a:gd name="connsiteX262" fmla="*/ 2552001 w 2912392"/>
                <a:gd name="connsiteY262" fmla="*/ 53922 h 519132"/>
                <a:gd name="connsiteX263" fmla="*/ 2561745 w 2912392"/>
                <a:gd name="connsiteY263" fmla="*/ 53814 h 519132"/>
                <a:gd name="connsiteX264" fmla="*/ 2571474 w 2912392"/>
                <a:gd name="connsiteY264" fmla="*/ 54015 h 519132"/>
                <a:gd name="connsiteX265" fmla="*/ 2581218 w 2912392"/>
                <a:gd name="connsiteY265" fmla="*/ 54529 h 519132"/>
                <a:gd name="connsiteX266" fmla="*/ 2590962 w 2912392"/>
                <a:gd name="connsiteY266" fmla="*/ 55359 h 519132"/>
                <a:gd name="connsiteX267" fmla="*/ 2600705 w 2912392"/>
                <a:gd name="connsiteY267" fmla="*/ 56506 h 519132"/>
                <a:gd name="connsiteX268" fmla="*/ 2610449 w 2912392"/>
                <a:gd name="connsiteY268" fmla="*/ 57973 h 519132"/>
                <a:gd name="connsiteX269" fmla="*/ 2620178 w 2912392"/>
                <a:gd name="connsiteY269" fmla="*/ 59763 h 519132"/>
                <a:gd name="connsiteX270" fmla="*/ 2629922 w 2912392"/>
                <a:gd name="connsiteY270" fmla="*/ 61871 h 519132"/>
                <a:gd name="connsiteX271" fmla="*/ 2639666 w 2912392"/>
                <a:gd name="connsiteY271" fmla="*/ 64298 h 519132"/>
                <a:gd name="connsiteX272" fmla="*/ 2649410 w 2912392"/>
                <a:gd name="connsiteY272" fmla="*/ 67042 h 519132"/>
                <a:gd name="connsiteX273" fmla="*/ 2659139 w 2912392"/>
                <a:gd name="connsiteY273" fmla="*/ 70101 h 519132"/>
                <a:gd name="connsiteX274" fmla="*/ 2668883 w 2912392"/>
                <a:gd name="connsiteY274" fmla="*/ 73471 h 519132"/>
                <a:gd name="connsiteX275" fmla="*/ 2678627 w 2912392"/>
                <a:gd name="connsiteY275" fmla="*/ 77147 h 519132"/>
                <a:gd name="connsiteX276" fmla="*/ 2688371 w 2912392"/>
                <a:gd name="connsiteY276" fmla="*/ 81125 h 519132"/>
                <a:gd name="connsiteX277" fmla="*/ 2698100 w 2912392"/>
                <a:gd name="connsiteY277" fmla="*/ 85398 h 519132"/>
                <a:gd name="connsiteX278" fmla="*/ 2707844 w 2912392"/>
                <a:gd name="connsiteY278" fmla="*/ 89960 h 519132"/>
                <a:gd name="connsiteX279" fmla="*/ 2717588 w 2912392"/>
                <a:gd name="connsiteY279" fmla="*/ 94802 h 519132"/>
                <a:gd name="connsiteX280" fmla="*/ 2727332 w 2912392"/>
                <a:gd name="connsiteY280" fmla="*/ 99917 h 519132"/>
                <a:gd name="connsiteX281" fmla="*/ 2737076 w 2912392"/>
                <a:gd name="connsiteY281" fmla="*/ 105297 h 519132"/>
                <a:gd name="connsiteX282" fmla="*/ 2746805 w 2912392"/>
                <a:gd name="connsiteY282" fmla="*/ 110930 h 519132"/>
                <a:gd name="connsiteX283" fmla="*/ 2756549 w 2912392"/>
                <a:gd name="connsiteY283" fmla="*/ 116808 h 519132"/>
                <a:gd name="connsiteX284" fmla="*/ 2766293 w 2912392"/>
                <a:gd name="connsiteY284" fmla="*/ 122918 h 519132"/>
                <a:gd name="connsiteX285" fmla="*/ 2776037 w 2912392"/>
                <a:gd name="connsiteY285" fmla="*/ 129250 h 519132"/>
                <a:gd name="connsiteX286" fmla="*/ 2785766 w 2912392"/>
                <a:gd name="connsiteY286" fmla="*/ 135791 h 519132"/>
                <a:gd name="connsiteX287" fmla="*/ 2795510 w 2912392"/>
                <a:gd name="connsiteY287" fmla="*/ 142528 h 519132"/>
                <a:gd name="connsiteX288" fmla="*/ 2805254 w 2912392"/>
                <a:gd name="connsiteY288" fmla="*/ 149450 h 519132"/>
                <a:gd name="connsiteX289" fmla="*/ 2814998 w 2912392"/>
                <a:gd name="connsiteY289" fmla="*/ 156544 h 519132"/>
                <a:gd name="connsiteX290" fmla="*/ 2824727 w 2912392"/>
                <a:gd name="connsiteY290" fmla="*/ 163793 h 519132"/>
                <a:gd name="connsiteX291" fmla="*/ 2834471 w 2912392"/>
                <a:gd name="connsiteY291" fmla="*/ 171185 h 519132"/>
                <a:gd name="connsiteX292" fmla="*/ 2844215 w 2912392"/>
                <a:gd name="connsiteY292" fmla="*/ 178707 h 519132"/>
                <a:gd name="connsiteX293" fmla="*/ 2853958 w 2912392"/>
                <a:gd name="connsiteY293" fmla="*/ 186342 h 519132"/>
                <a:gd name="connsiteX294" fmla="*/ 2863687 w 2912392"/>
                <a:gd name="connsiteY294" fmla="*/ 194076 h 519132"/>
                <a:gd name="connsiteX295" fmla="*/ 2873431 w 2912392"/>
                <a:gd name="connsiteY295" fmla="*/ 201896 h 519132"/>
                <a:gd name="connsiteX296" fmla="*/ 2883175 w 2912392"/>
                <a:gd name="connsiteY296" fmla="*/ 209784 h 519132"/>
                <a:gd name="connsiteX297" fmla="*/ 2892919 w 2912392"/>
                <a:gd name="connsiteY297" fmla="*/ 217728 h 519132"/>
                <a:gd name="connsiteX298" fmla="*/ 2902663 w 2912392"/>
                <a:gd name="connsiteY298" fmla="*/ 225712 h 519132"/>
                <a:gd name="connsiteX299" fmla="*/ 2912392 w 2912392"/>
                <a:gd name="connsiteY299" fmla="*/ 233722 h 519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19132">
                  <a:moveTo>
                    <a:pt x="0" y="152317"/>
                  </a:moveTo>
                  <a:lnTo>
                    <a:pt x="9739" y="146627"/>
                  </a:lnTo>
                  <a:lnTo>
                    <a:pt x="19480" y="140953"/>
                  </a:lnTo>
                  <a:lnTo>
                    <a:pt x="29221" y="135305"/>
                  </a:lnTo>
                  <a:lnTo>
                    <a:pt x="38961" y="129690"/>
                  </a:lnTo>
                  <a:lnTo>
                    <a:pt x="48702" y="124115"/>
                  </a:lnTo>
                  <a:lnTo>
                    <a:pt x="58443" y="118587"/>
                  </a:lnTo>
                  <a:lnTo>
                    <a:pt x="68182" y="113115"/>
                  </a:lnTo>
                  <a:lnTo>
                    <a:pt x="77923" y="107705"/>
                  </a:lnTo>
                  <a:lnTo>
                    <a:pt x="87664" y="102365"/>
                  </a:lnTo>
                  <a:lnTo>
                    <a:pt x="97404" y="97100"/>
                  </a:lnTo>
                  <a:lnTo>
                    <a:pt x="107145" y="91919"/>
                  </a:lnTo>
                  <a:lnTo>
                    <a:pt x="116886" y="86827"/>
                  </a:lnTo>
                  <a:lnTo>
                    <a:pt x="126625" y="81830"/>
                  </a:lnTo>
                  <a:lnTo>
                    <a:pt x="136366" y="76935"/>
                  </a:lnTo>
                  <a:lnTo>
                    <a:pt x="146107" y="72148"/>
                  </a:lnTo>
                  <a:lnTo>
                    <a:pt x="155846" y="67475"/>
                  </a:lnTo>
                  <a:lnTo>
                    <a:pt x="165587" y="62918"/>
                  </a:lnTo>
                  <a:lnTo>
                    <a:pt x="175328" y="58487"/>
                  </a:lnTo>
                  <a:lnTo>
                    <a:pt x="185068" y="54186"/>
                  </a:lnTo>
                  <a:lnTo>
                    <a:pt x="194809" y="50019"/>
                  </a:lnTo>
                  <a:lnTo>
                    <a:pt x="204550" y="45990"/>
                  </a:lnTo>
                  <a:lnTo>
                    <a:pt x="214289" y="42105"/>
                  </a:lnTo>
                  <a:lnTo>
                    <a:pt x="224030" y="38366"/>
                  </a:lnTo>
                  <a:lnTo>
                    <a:pt x="233771" y="34782"/>
                  </a:lnTo>
                  <a:lnTo>
                    <a:pt x="243510" y="31352"/>
                  </a:lnTo>
                  <a:lnTo>
                    <a:pt x="253251" y="28082"/>
                  </a:lnTo>
                  <a:lnTo>
                    <a:pt x="262992" y="24975"/>
                  </a:lnTo>
                  <a:lnTo>
                    <a:pt x="272732" y="22037"/>
                  </a:lnTo>
                  <a:lnTo>
                    <a:pt x="282473" y="19269"/>
                  </a:lnTo>
                  <a:lnTo>
                    <a:pt x="292214" y="16673"/>
                  </a:lnTo>
                  <a:lnTo>
                    <a:pt x="301953" y="14255"/>
                  </a:lnTo>
                  <a:lnTo>
                    <a:pt x="311694" y="12019"/>
                  </a:lnTo>
                  <a:lnTo>
                    <a:pt x="321435" y="9963"/>
                  </a:lnTo>
                  <a:lnTo>
                    <a:pt x="331175" y="8093"/>
                  </a:lnTo>
                  <a:lnTo>
                    <a:pt x="340916" y="6413"/>
                  </a:lnTo>
                  <a:lnTo>
                    <a:pt x="350656" y="4921"/>
                  </a:lnTo>
                  <a:lnTo>
                    <a:pt x="360396" y="3623"/>
                  </a:lnTo>
                  <a:lnTo>
                    <a:pt x="370137" y="2519"/>
                  </a:lnTo>
                  <a:lnTo>
                    <a:pt x="379878" y="1614"/>
                  </a:lnTo>
                  <a:lnTo>
                    <a:pt x="389617" y="907"/>
                  </a:lnTo>
                  <a:lnTo>
                    <a:pt x="399358" y="401"/>
                  </a:lnTo>
                  <a:lnTo>
                    <a:pt x="409099" y="98"/>
                  </a:lnTo>
                  <a:lnTo>
                    <a:pt x="418839" y="0"/>
                  </a:lnTo>
                  <a:lnTo>
                    <a:pt x="428580" y="107"/>
                  </a:lnTo>
                  <a:lnTo>
                    <a:pt x="438321" y="423"/>
                  </a:lnTo>
                  <a:lnTo>
                    <a:pt x="448060" y="946"/>
                  </a:lnTo>
                  <a:lnTo>
                    <a:pt x="457801" y="1681"/>
                  </a:lnTo>
                  <a:lnTo>
                    <a:pt x="467542" y="2625"/>
                  </a:lnTo>
                  <a:lnTo>
                    <a:pt x="477281" y="3783"/>
                  </a:lnTo>
                  <a:lnTo>
                    <a:pt x="487022" y="5152"/>
                  </a:lnTo>
                  <a:lnTo>
                    <a:pt x="496763" y="6734"/>
                  </a:lnTo>
                  <a:lnTo>
                    <a:pt x="506503" y="8531"/>
                  </a:lnTo>
                  <a:lnTo>
                    <a:pt x="516244" y="10543"/>
                  </a:lnTo>
                  <a:lnTo>
                    <a:pt x="525985" y="12768"/>
                  </a:lnTo>
                  <a:lnTo>
                    <a:pt x="535724" y="15207"/>
                  </a:lnTo>
                  <a:lnTo>
                    <a:pt x="545465" y="17862"/>
                  </a:lnTo>
                  <a:lnTo>
                    <a:pt x="555206" y="20730"/>
                  </a:lnTo>
                  <a:lnTo>
                    <a:pt x="564946" y="23812"/>
                  </a:lnTo>
                  <a:lnTo>
                    <a:pt x="574687" y="27106"/>
                  </a:lnTo>
                  <a:lnTo>
                    <a:pt x="584428" y="30613"/>
                  </a:lnTo>
                  <a:lnTo>
                    <a:pt x="594167" y="34330"/>
                  </a:lnTo>
                  <a:lnTo>
                    <a:pt x="603908" y="38258"/>
                  </a:lnTo>
                  <a:lnTo>
                    <a:pt x="613649" y="42392"/>
                  </a:lnTo>
                  <a:lnTo>
                    <a:pt x="623388" y="46734"/>
                  </a:lnTo>
                  <a:lnTo>
                    <a:pt x="633129" y="51279"/>
                  </a:lnTo>
                  <a:lnTo>
                    <a:pt x="642870" y="56026"/>
                  </a:lnTo>
                  <a:lnTo>
                    <a:pt x="652610" y="60974"/>
                  </a:lnTo>
                  <a:lnTo>
                    <a:pt x="662351" y="66119"/>
                  </a:lnTo>
                  <a:lnTo>
                    <a:pt x="672092" y="71457"/>
                  </a:lnTo>
                  <a:lnTo>
                    <a:pt x="681831" y="76986"/>
                  </a:lnTo>
                  <a:lnTo>
                    <a:pt x="691572" y="82703"/>
                  </a:lnTo>
                  <a:lnTo>
                    <a:pt x="701313" y="88603"/>
                  </a:lnTo>
                  <a:lnTo>
                    <a:pt x="711052" y="94683"/>
                  </a:lnTo>
                  <a:lnTo>
                    <a:pt x="720793" y="100938"/>
                  </a:lnTo>
                  <a:lnTo>
                    <a:pt x="730534" y="107364"/>
                  </a:lnTo>
                  <a:lnTo>
                    <a:pt x="740274" y="113955"/>
                  </a:lnTo>
                  <a:lnTo>
                    <a:pt x="750015" y="120707"/>
                  </a:lnTo>
                  <a:lnTo>
                    <a:pt x="759756" y="127616"/>
                  </a:lnTo>
                  <a:lnTo>
                    <a:pt x="769495" y="134673"/>
                  </a:lnTo>
                  <a:lnTo>
                    <a:pt x="779236" y="141874"/>
                  </a:lnTo>
                  <a:lnTo>
                    <a:pt x="788977" y="149212"/>
                  </a:lnTo>
                  <a:lnTo>
                    <a:pt x="798717" y="156682"/>
                  </a:lnTo>
                  <a:lnTo>
                    <a:pt x="808458" y="164276"/>
                  </a:lnTo>
                  <a:lnTo>
                    <a:pt x="818199" y="171986"/>
                  </a:lnTo>
                  <a:lnTo>
                    <a:pt x="827938" y="179807"/>
                  </a:lnTo>
                  <a:lnTo>
                    <a:pt x="837679" y="187730"/>
                  </a:lnTo>
                  <a:lnTo>
                    <a:pt x="847420" y="195747"/>
                  </a:lnTo>
                  <a:lnTo>
                    <a:pt x="857159" y="203851"/>
                  </a:lnTo>
                  <a:lnTo>
                    <a:pt x="866900" y="212032"/>
                  </a:lnTo>
                  <a:lnTo>
                    <a:pt x="876641" y="220284"/>
                  </a:lnTo>
                  <a:lnTo>
                    <a:pt x="886381" y="228597"/>
                  </a:lnTo>
                  <a:lnTo>
                    <a:pt x="896122" y="236961"/>
                  </a:lnTo>
                  <a:lnTo>
                    <a:pt x="905863" y="245368"/>
                  </a:lnTo>
                  <a:lnTo>
                    <a:pt x="915602" y="253810"/>
                  </a:lnTo>
                  <a:lnTo>
                    <a:pt x="925343" y="262274"/>
                  </a:lnTo>
                  <a:lnTo>
                    <a:pt x="935084" y="270755"/>
                  </a:lnTo>
                  <a:lnTo>
                    <a:pt x="944824" y="279240"/>
                  </a:lnTo>
                  <a:lnTo>
                    <a:pt x="954564" y="287720"/>
                  </a:lnTo>
                  <a:lnTo>
                    <a:pt x="964305" y="296184"/>
                  </a:lnTo>
                  <a:lnTo>
                    <a:pt x="974045" y="304625"/>
                  </a:lnTo>
                  <a:lnTo>
                    <a:pt x="983786" y="313031"/>
                  </a:lnTo>
                  <a:lnTo>
                    <a:pt x="993522" y="321390"/>
                  </a:lnTo>
                  <a:lnTo>
                    <a:pt x="1003266" y="329695"/>
                  </a:lnTo>
                  <a:lnTo>
                    <a:pt x="1013010" y="337936"/>
                  </a:lnTo>
                  <a:lnTo>
                    <a:pt x="1022754" y="346099"/>
                  </a:lnTo>
                  <a:lnTo>
                    <a:pt x="1032483" y="354177"/>
                  </a:lnTo>
                  <a:lnTo>
                    <a:pt x="1042227" y="362160"/>
                  </a:lnTo>
                  <a:lnTo>
                    <a:pt x="1051971" y="370037"/>
                  </a:lnTo>
                  <a:lnTo>
                    <a:pt x="1061715" y="377798"/>
                  </a:lnTo>
                  <a:lnTo>
                    <a:pt x="1071444" y="385434"/>
                  </a:lnTo>
                  <a:lnTo>
                    <a:pt x="1081188" y="392934"/>
                  </a:lnTo>
                  <a:lnTo>
                    <a:pt x="1090932" y="400289"/>
                  </a:lnTo>
                  <a:lnTo>
                    <a:pt x="1100676" y="407492"/>
                  </a:lnTo>
                  <a:lnTo>
                    <a:pt x="1110405" y="414531"/>
                  </a:lnTo>
                  <a:lnTo>
                    <a:pt x="1120149" y="421398"/>
                  </a:lnTo>
                  <a:lnTo>
                    <a:pt x="1129893" y="428085"/>
                  </a:lnTo>
                  <a:lnTo>
                    <a:pt x="1139637" y="434582"/>
                  </a:lnTo>
                  <a:lnTo>
                    <a:pt x="1149381" y="440883"/>
                  </a:lnTo>
                  <a:lnTo>
                    <a:pt x="1159110" y="446980"/>
                  </a:lnTo>
                  <a:lnTo>
                    <a:pt x="1168854" y="452865"/>
                  </a:lnTo>
                  <a:lnTo>
                    <a:pt x="1178598" y="458531"/>
                  </a:lnTo>
                  <a:lnTo>
                    <a:pt x="1188341" y="463971"/>
                  </a:lnTo>
                  <a:lnTo>
                    <a:pt x="1198070" y="469179"/>
                  </a:lnTo>
                  <a:lnTo>
                    <a:pt x="1207814" y="474150"/>
                  </a:lnTo>
                  <a:lnTo>
                    <a:pt x="1217558" y="478877"/>
                  </a:lnTo>
                  <a:lnTo>
                    <a:pt x="1227302" y="483356"/>
                  </a:lnTo>
                  <a:lnTo>
                    <a:pt x="1237031" y="487583"/>
                  </a:lnTo>
                  <a:lnTo>
                    <a:pt x="1246775" y="491553"/>
                  </a:lnTo>
                  <a:lnTo>
                    <a:pt x="1256519" y="495263"/>
                  </a:lnTo>
                  <a:lnTo>
                    <a:pt x="1266263" y="498709"/>
                  </a:lnTo>
                  <a:lnTo>
                    <a:pt x="1276007" y="501890"/>
                  </a:lnTo>
                  <a:lnTo>
                    <a:pt x="1285736" y="504803"/>
                  </a:lnTo>
                  <a:lnTo>
                    <a:pt x="1295480" y="507447"/>
                  </a:lnTo>
                  <a:lnTo>
                    <a:pt x="1305224" y="509821"/>
                  </a:lnTo>
                  <a:lnTo>
                    <a:pt x="1314968" y="511923"/>
                  </a:lnTo>
                  <a:lnTo>
                    <a:pt x="1324697" y="513756"/>
                  </a:lnTo>
                  <a:lnTo>
                    <a:pt x="1334441" y="515317"/>
                  </a:lnTo>
                  <a:lnTo>
                    <a:pt x="1344185" y="516610"/>
                  </a:lnTo>
                  <a:lnTo>
                    <a:pt x="1353929" y="517635"/>
                  </a:lnTo>
                  <a:lnTo>
                    <a:pt x="1363658" y="518395"/>
                  </a:lnTo>
                  <a:lnTo>
                    <a:pt x="1373402" y="518894"/>
                  </a:lnTo>
                  <a:lnTo>
                    <a:pt x="1383146" y="519133"/>
                  </a:lnTo>
                  <a:lnTo>
                    <a:pt x="1392890" y="519115"/>
                  </a:lnTo>
                  <a:lnTo>
                    <a:pt x="1402619" y="518847"/>
                  </a:lnTo>
                  <a:lnTo>
                    <a:pt x="1412363" y="518331"/>
                  </a:lnTo>
                  <a:lnTo>
                    <a:pt x="1422106" y="517574"/>
                  </a:lnTo>
                  <a:lnTo>
                    <a:pt x="1431850" y="516582"/>
                  </a:lnTo>
                  <a:lnTo>
                    <a:pt x="1441594" y="515357"/>
                  </a:lnTo>
                  <a:lnTo>
                    <a:pt x="1451323" y="513909"/>
                  </a:lnTo>
                  <a:lnTo>
                    <a:pt x="1461067" y="512243"/>
                  </a:lnTo>
                  <a:lnTo>
                    <a:pt x="1470811" y="510368"/>
                  </a:lnTo>
                  <a:lnTo>
                    <a:pt x="1480555" y="508288"/>
                  </a:lnTo>
                  <a:lnTo>
                    <a:pt x="1490284" y="506011"/>
                  </a:lnTo>
                  <a:lnTo>
                    <a:pt x="1500028" y="503548"/>
                  </a:lnTo>
                  <a:lnTo>
                    <a:pt x="1509772" y="500905"/>
                  </a:lnTo>
                  <a:lnTo>
                    <a:pt x="1519516" y="498089"/>
                  </a:lnTo>
                  <a:lnTo>
                    <a:pt x="1529245" y="495111"/>
                  </a:lnTo>
                  <a:lnTo>
                    <a:pt x="1538989" y="491978"/>
                  </a:lnTo>
                  <a:lnTo>
                    <a:pt x="1548733" y="488699"/>
                  </a:lnTo>
                  <a:lnTo>
                    <a:pt x="1558477" y="485282"/>
                  </a:lnTo>
                  <a:lnTo>
                    <a:pt x="1568221" y="481736"/>
                  </a:lnTo>
                  <a:lnTo>
                    <a:pt x="1577950" y="478071"/>
                  </a:lnTo>
                  <a:lnTo>
                    <a:pt x="1587694" y="474294"/>
                  </a:lnTo>
                  <a:lnTo>
                    <a:pt x="1597438" y="470415"/>
                  </a:lnTo>
                  <a:lnTo>
                    <a:pt x="1607182" y="466441"/>
                  </a:lnTo>
                  <a:lnTo>
                    <a:pt x="1616911" y="462382"/>
                  </a:lnTo>
                  <a:lnTo>
                    <a:pt x="1626655" y="458245"/>
                  </a:lnTo>
                  <a:lnTo>
                    <a:pt x="1636399" y="454039"/>
                  </a:lnTo>
                  <a:lnTo>
                    <a:pt x="1646142" y="449772"/>
                  </a:lnTo>
                  <a:lnTo>
                    <a:pt x="1655872" y="445451"/>
                  </a:lnTo>
                  <a:lnTo>
                    <a:pt x="1665616" y="441083"/>
                  </a:lnTo>
                  <a:lnTo>
                    <a:pt x="1675359" y="436676"/>
                  </a:lnTo>
                  <a:lnTo>
                    <a:pt x="1685103" y="432236"/>
                  </a:lnTo>
                  <a:lnTo>
                    <a:pt x="1694832" y="427769"/>
                  </a:lnTo>
                  <a:lnTo>
                    <a:pt x="1704576" y="423283"/>
                  </a:lnTo>
                  <a:lnTo>
                    <a:pt x="1714320" y="418782"/>
                  </a:lnTo>
                  <a:lnTo>
                    <a:pt x="1724064" y="414271"/>
                  </a:lnTo>
                  <a:lnTo>
                    <a:pt x="1733808" y="409755"/>
                  </a:lnTo>
                  <a:lnTo>
                    <a:pt x="1743537" y="405237"/>
                  </a:lnTo>
                  <a:lnTo>
                    <a:pt x="1753281" y="400726"/>
                  </a:lnTo>
                  <a:lnTo>
                    <a:pt x="1763025" y="396219"/>
                  </a:lnTo>
                  <a:lnTo>
                    <a:pt x="1772769" y="391724"/>
                  </a:lnTo>
                  <a:lnTo>
                    <a:pt x="1782498" y="387241"/>
                  </a:lnTo>
                  <a:lnTo>
                    <a:pt x="1792242" y="382773"/>
                  </a:lnTo>
                  <a:lnTo>
                    <a:pt x="1801986" y="378322"/>
                  </a:lnTo>
                  <a:lnTo>
                    <a:pt x="1811730" y="373888"/>
                  </a:lnTo>
                  <a:lnTo>
                    <a:pt x="1821459" y="369474"/>
                  </a:lnTo>
                  <a:lnTo>
                    <a:pt x="1831203" y="365077"/>
                  </a:lnTo>
                  <a:lnTo>
                    <a:pt x="1840947" y="360700"/>
                  </a:lnTo>
                  <a:lnTo>
                    <a:pt x="1850691" y="356340"/>
                  </a:lnTo>
                  <a:lnTo>
                    <a:pt x="1860435" y="352000"/>
                  </a:lnTo>
                  <a:lnTo>
                    <a:pt x="1870164" y="347675"/>
                  </a:lnTo>
                  <a:lnTo>
                    <a:pt x="1879908" y="343365"/>
                  </a:lnTo>
                  <a:lnTo>
                    <a:pt x="1889652" y="339068"/>
                  </a:lnTo>
                  <a:lnTo>
                    <a:pt x="1899395" y="334782"/>
                  </a:lnTo>
                  <a:lnTo>
                    <a:pt x="1909124" y="330504"/>
                  </a:lnTo>
                  <a:lnTo>
                    <a:pt x="1918868" y="326231"/>
                  </a:lnTo>
                  <a:lnTo>
                    <a:pt x="1928612" y="321961"/>
                  </a:lnTo>
                  <a:lnTo>
                    <a:pt x="1938356" y="317691"/>
                  </a:lnTo>
                  <a:lnTo>
                    <a:pt x="1948085" y="313418"/>
                  </a:lnTo>
                  <a:lnTo>
                    <a:pt x="1957829" y="309136"/>
                  </a:lnTo>
                  <a:lnTo>
                    <a:pt x="1967573" y="304845"/>
                  </a:lnTo>
                  <a:lnTo>
                    <a:pt x="1977317" y="300539"/>
                  </a:lnTo>
                  <a:lnTo>
                    <a:pt x="1987046" y="296216"/>
                  </a:lnTo>
                  <a:lnTo>
                    <a:pt x="1996790" y="291871"/>
                  </a:lnTo>
                  <a:lnTo>
                    <a:pt x="2006534" y="287501"/>
                  </a:lnTo>
                  <a:lnTo>
                    <a:pt x="2016278" y="283104"/>
                  </a:lnTo>
                  <a:lnTo>
                    <a:pt x="2026022" y="278675"/>
                  </a:lnTo>
                  <a:lnTo>
                    <a:pt x="2035751" y="274213"/>
                  </a:lnTo>
                  <a:lnTo>
                    <a:pt x="2045495" y="269713"/>
                  </a:lnTo>
                  <a:lnTo>
                    <a:pt x="2055239" y="265174"/>
                  </a:lnTo>
                  <a:lnTo>
                    <a:pt x="2064983" y="260592"/>
                  </a:lnTo>
                  <a:lnTo>
                    <a:pt x="2074712" y="255966"/>
                  </a:lnTo>
                  <a:lnTo>
                    <a:pt x="2084456" y="251295"/>
                  </a:lnTo>
                  <a:lnTo>
                    <a:pt x="2094200" y="246577"/>
                  </a:lnTo>
                  <a:lnTo>
                    <a:pt x="2103944" y="241810"/>
                  </a:lnTo>
                  <a:lnTo>
                    <a:pt x="2113673" y="236995"/>
                  </a:lnTo>
                  <a:lnTo>
                    <a:pt x="2123417" y="232131"/>
                  </a:lnTo>
                  <a:lnTo>
                    <a:pt x="2133161" y="227218"/>
                  </a:lnTo>
                  <a:lnTo>
                    <a:pt x="2142905" y="222260"/>
                  </a:lnTo>
                  <a:lnTo>
                    <a:pt x="2152649" y="217256"/>
                  </a:lnTo>
                  <a:lnTo>
                    <a:pt x="2162377" y="212206"/>
                  </a:lnTo>
                  <a:lnTo>
                    <a:pt x="2172121" y="207115"/>
                  </a:lnTo>
                  <a:lnTo>
                    <a:pt x="2181865" y="201986"/>
                  </a:lnTo>
                  <a:lnTo>
                    <a:pt x="2191609" y="196822"/>
                  </a:lnTo>
                  <a:lnTo>
                    <a:pt x="2201338" y="191628"/>
                  </a:lnTo>
                  <a:lnTo>
                    <a:pt x="2211082" y="186406"/>
                  </a:lnTo>
                  <a:lnTo>
                    <a:pt x="2220826" y="181164"/>
                  </a:lnTo>
                  <a:lnTo>
                    <a:pt x="2230570" y="175906"/>
                  </a:lnTo>
                  <a:lnTo>
                    <a:pt x="2240299" y="170640"/>
                  </a:lnTo>
                  <a:lnTo>
                    <a:pt x="2250043" y="165371"/>
                  </a:lnTo>
                  <a:lnTo>
                    <a:pt x="2259787" y="160109"/>
                  </a:lnTo>
                  <a:lnTo>
                    <a:pt x="2269531" y="154859"/>
                  </a:lnTo>
                  <a:lnTo>
                    <a:pt x="2279260" y="149629"/>
                  </a:lnTo>
                  <a:lnTo>
                    <a:pt x="2289004" y="144431"/>
                  </a:lnTo>
                  <a:lnTo>
                    <a:pt x="2298748" y="139271"/>
                  </a:lnTo>
                  <a:lnTo>
                    <a:pt x="2308492" y="134161"/>
                  </a:lnTo>
                  <a:lnTo>
                    <a:pt x="2318236" y="129109"/>
                  </a:lnTo>
                  <a:lnTo>
                    <a:pt x="2327965" y="124126"/>
                  </a:lnTo>
                  <a:lnTo>
                    <a:pt x="2337709" y="119223"/>
                  </a:lnTo>
                  <a:lnTo>
                    <a:pt x="2347453" y="114411"/>
                  </a:lnTo>
                  <a:lnTo>
                    <a:pt x="2357197" y="109700"/>
                  </a:lnTo>
                  <a:lnTo>
                    <a:pt x="2366926" y="105102"/>
                  </a:lnTo>
                  <a:lnTo>
                    <a:pt x="2376670" y="100629"/>
                  </a:lnTo>
                  <a:lnTo>
                    <a:pt x="2386413" y="96291"/>
                  </a:lnTo>
                  <a:lnTo>
                    <a:pt x="2396157" y="92101"/>
                  </a:lnTo>
                  <a:lnTo>
                    <a:pt x="2405886" y="88069"/>
                  </a:lnTo>
                  <a:lnTo>
                    <a:pt x="2415630" y="84208"/>
                  </a:lnTo>
                  <a:lnTo>
                    <a:pt x="2425374" y="80528"/>
                  </a:lnTo>
                  <a:lnTo>
                    <a:pt x="2435118" y="77040"/>
                  </a:lnTo>
                  <a:lnTo>
                    <a:pt x="2444862" y="73757"/>
                  </a:lnTo>
                  <a:lnTo>
                    <a:pt x="2454591" y="70688"/>
                  </a:lnTo>
                  <a:lnTo>
                    <a:pt x="2464335" y="67845"/>
                  </a:lnTo>
                  <a:lnTo>
                    <a:pt x="2474079" y="65237"/>
                  </a:lnTo>
                  <a:lnTo>
                    <a:pt x="2483823" y="62875"/>
                  </a:lnTo>
                  <a:lnTo>
                    <a:pt x="2493552" y="60767"/>
                  </a:lnTo>
                  <a:lnTo>
                    <a:pt x="2503296" y="58922"/>
                  </a:lnTo>
                  <a:lnTo>
                    <a:pt x="2513040" y="57349"/>
                  </a:lnTo>
                  <a:lnTo>
                    <a:pt x="2522784" y="56056"/>
                  </a:lnTo>
                  <a:lnTo>
                    <a:pt x="2532513" y="55049"/>
                  </a:lnTo>
                  <a:lnTo>
                    <a:pt x="2542257" y="54337"/>
                  </a:lnTo>
                  <a:lnTo>
                    <a:pt x="2552001" y="53922"/>
                  </a:lnTo>
                  <a:lnTo>
                    <a:pt x="2561745" y="53814"/>
                  </a:lnTo>
                  <a:lnTo>
                    <a:pt x="2571474" y="54015"/>
                  </a:lnTo>
                  <a:lnTo>
                    <a:pt x="2581218" y="54529"/>
                  </a:lnTo>
                  <a:lnTo>
                    <a:pt x="2590962" y="55359"/>
                  </a:lnTo>
                  <a:lnTo>
                    <a:pt x="2600705" y="56506"/>
                  </a:lnTo>
                  <a:lnTo>
                    <a:pt x="2610449" y="57973"/>
                  </a:lnTo>
                  <a:lnTo>
                    <a:pt x="2620178" y="59763"/>
                  </a:lnTo>
                  <a:lnTo>
                    <a:pt x="2629922" y="61871"/>
                  </a:lnTo>
                  <a:lnTo>
                    <a:pt x="2639666" y="64298"/>
                  </a:lnTo>
                  <a:lnTo>
                    <a:pt x="2649410" y="67042"/>
                  </a:lnTo>
                  <a:lnTo>
                    <a:pt x="2659139" y="70101"/>
                  </a:lnTo>
                  <a:lnTo>
                    <a:pt x="2668883" y="73471"/>
                  </a:lnTo>
                  <a:lnTo>
                    <a:pt x="2678627" y="77147"/>
                  </a:lnTo>
                  <a:lnTo>
                    <a:pt x="2688371" y="81125"/>
                  </a:lnTo>
                  <a:lnTo>
                    <a:pt x="2698100" y="85398"/>
                  </a:lnTo>
                  <a:lnTo>
                    <a:pt x="2707844" y="89960"/>
                  </a:lnTo>
                  <a:lnTo>
                    <a:pt x="2717588" y="94802"/>
                  </a:lnTo>
                  <a:lnTo>
                    <a:pt x="2727332" y="99917"/>
                  </a:lnTo>
                  <a:lnTo>
                    <a:pt x="2737076" y="105297"/>
                  </a:lnTo>
                  <a:lnTo>
                    <a:pt x="2746805" y="110930"/>
                  </a:lnTo>
                  <a:lnTo>
                    <a:pt x="2756549" y="116808"/>
                  </a:lnTo>
                  <a:lnTo>
                    <a:pt x="2766293" y="122918"/>
                  </a:lnTo>
                  <a:lnTo>
                    <a:pt x="2776037" y="129250"/>
                  </a:lnTo>
                  <a:lnTo>
                    <a:pt x="2785766" y="135791"/>
                  </a:lnTo>
                  <a:lnTo>
                    <a:pt x="2795510" y="142528"/>
                  </a:lnTo>
                  <a:lnTo>
                    <a:pt x="2805254" y="149450"/>
                  </a:lnTo>
                  <a:lnTo>
                    <a:pt x="2814998" y="156544"/>
                  </a:lnTo>
                  <a:lnTo>
                    <a:pt x="2824727" y="163793"/>
                  </a:lnTo>
                  <a:lnTo>
                    <a:pt x="2834471" y="171185"/>
                  </a:lnTo>
                  <a:lnTo>
                    <a:pt x="2844215" y="178707"/>
                  </a:lnTo>
                  <a:lnTo>
                    <a:pt x="2853958" y="186342"/>
                  </a:lnTo>
                  <a:lnTo>
                    <a:pt x="2863687" y="194076"/>
                  </a:lnTo>
                  <a:lnTo>
                    <a:pt x="2873431" y="201896"/>
                  </a:lnTo>
                  <a:lnTo>
                    <a:pt x="2883175" y="209784"/>
                  </a:lnTo>
                  <a:lnTo>
                    <a:pt x="2892919" y="217728"/>
                  </a:lnTo>
                  <a:lnTo>
                    <a:pt x="2902663" y="225712"/>
                  </a:lnTo>
                  <a:lnTo>
                    <a:pt x="2912392" y="23372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6" name="Freeform 625">
              <a:extLst>
                <a:ext uri="{FF2B5EF4-FFF2-40B4-BE49-F238E27FC236}">
                  <a16:creationId xmlns:a16="http://schemas.microsoft.com/office/drawing/2014/main" id="{8CE175E4-D041-5F13-71D2-610CE0083505}"/>
                </a:ext>
              </a:extLst>
            </p:cNvPr>
            <p:cNvSpPr/>
            <p:nvPr/>
          </p:nvSpPr>
          <p:spPr>
            <a:xfrm>
              <a:off x="576446" y="3288970"/>
              <a:ext cx="2912392" cy="341286"/>
            </a:xfrm>
            <a:custGeom>
              <a:avLst/>
              <a:gdLst>
                <a:gd name="connsiteX0" fmla="*/ 0 w 2912392"/>
                <a:gd name="connsiteY0" fmla="*/ 341287 h 341286"/>
                <a:gd name="connsiteX1" fmla="*/ 9739 w 2912392"/>
                <a:gd name="connsiteY1" fmla="*/ 337882 h 341286"/>
                <a:gd name="connsiteX2" fmla="*/ 19480 w 2912392"/>
                <a:gd name="connsiteY2" fmla="*/ 334485 h 341286"/>
                <a:gd name="connsiteX3" fmla="*/ 29221 w 2912392"/>
                <a:gd name="connsiteY3" fmla="*/ 331091 h 341286"/>
                <a:gd name="connsiteX4" fmla="*/ 38961 w 2912392"/>
                <a:gd name="connsiteY4" fmla="*/ 327700 h 341286"/>
                <a:gd name="connsiteX5" fmla="*/ 48702 w 2912392"/>
                <a:gd name="connsiteY5" fmla="*/ 324312 h 341286"/>
                <a:gd name="connsiteX6" fmla="*/ 58443 w 2912392"/>
                <a:gd name="connsiteY6" fmla="*/ 320924 h 341286"/>
                <a:gd name="connsiteX7" fmla="*/ 68182 w 2912392"/>
                <a:gd name="connsiteY7" fmla="*/ 317535 h 341286"/>
                <a:gd name="connsiteX8" fmla="*/ 77923 w 2912392"/>
                <a:gd name="connsiteY8" fmla="*/ 314144 h 341286"/>
                <a:gd name="connsiteX9" fmla="*/ 87664 w 2912392"/>
                <a:gd name="connsiteY9" fmla="*/ 310748 h 341286"/>
                <a:gd name="connsiteX10" fmla="*/ 97404 w 2912392"/>
                <a:gd name="connsiteY10" fmla="*/ 307348 h 341286"/>
                <a:gd name="connsiteX11" fmla="*/ 107145 w 2912392"/>
                <a:gd name="connsiteY11" fmla="*/ 303942 h 341286"/>
                <a:gd name="connsiteX12" fmla="*/ 116886 w 2912392"/>
                <a:gd name="connsiteY12" fmla="*/ 300527 h 341286"/>
                <a:gd name="connsiteX13" fmla="*/ 126625 w 2912392"/>
                <a:gd name="connsiteY13" fmla="*/ 297104 h 341286"/>
                <a:gd name="connsiteX14" fmla="*/ 136366 w 2912392"/>
                <a:gd name="connsiteY14" fmla="*/ 293668 h 341286"/>
                <a:gd name="connsiteX15" fmla="*/ 146107 w 2912392"/>
                <a:gd name="connsiteY15" fmla="*/ 290222 h 341286"/>
                <a:gd name="connsiteX16" fmla="*/ 155846 w 2912392"/>
                <a:gd name="connsiteY16" fmla="*/ 286762 h 341286"/>
                <a:gd name="connsiteX17" fmla="*/ 165587 w 2912392"/>
                <a:gd name="connsiteY17" fmla="*/ 283286 h 341286"/>
                <a:gd name="connsiteX18" fmla="*/ 175328 w 2912392"/>
                <a:gd name="connsiteY18" fmla="*/ 279795 h 341286"/>
                <a:gd name="connsiteX19" fmla="*/ 185068 w 2912392"/>
                <a:gd name="connsiteY19" fmla="*/ 276288 h 341286"/>
                <a:gd name="connsiteX20" fmla="*/ 194809 w 2912392"/>
                <a:gd name="connsiteY20" fmla="*/ 272762 h 341286"/>
                <a:gd name="connsiteX21" fmla="*/ 204550 w 2912392"/>
                <a:gd name="connsiteY21" fmla="*/ 269216 h 341286"/>
                <a:gd name="connsiteX22" fmla="*/ 214289 w 2912392"/>
                <a:gd name="connsiteY22" fmla="*/ 265649 h 341286"/>
                <a:gd name="connsiteX23" fmla="*/ 224030 w 2912392"/>
                <a:gd name="connsiteY23" fmla="*/ 262061 h 341286"/>
                <a:gd name="connsiteX24" fmla="*/ 233771 w 2912392"/>
                <a:gd name="connsiteY24" fmla="*/ 258450 h 341286"/>
                <a:gd name="connsiteX25" fmla="*/ 243510 w 2912392"/>
                <a:gd name="connsiteY25" fmla="*/ 254817 h 341286"/>
                <a:gd name="connsiteX26" fmla="*/ 253251 w 2912392"/>
                <a:gd name="connsiteY26" fmla="*/ 251160 h 341286"/>
                <a:gd name="connsiteX27" fmla="*/ 262992 w 2912392"/>
                <a:gd name="connsiteY27" fmla="*/ 247478 h 341286"/>
                <a:gd name="connsiteX28" fmla="*/ 272732 w 2912392"/>
                <a:gd name="connsiteY28" fmla="*/ 243771 h 341286"/>
                <a:gd name="connsiteX29" fmla="*/ 282473 w 2912392"/>
                <a:gd name="connsiteY29" fmla="*/ 240039 h 341286"/>
                <a:gd name="connsiteX30" fmla="*/ 292214 w 2912392"/>
                <a:gd name="connsiteY30" fmla="*/ 236282 h 341286"/>
                <a:gd name="connsiteX31" fmla="*/ 301953 w 2912392"/>
                <a:gd name="connsiteY31" fmla="*/ 232499 h 341286"/>
                <a:gd name="connsiteX32" fmla="*/ 311694 w 2912392"/>
                <a:gd name="connsiteY32" fmla="*/ 228689 h 341286"/>
                <a:gd name="connsiteX33" fmla="*/ 321435 w 2912392"/>
                <a:gd name="connsiteY33" fmla="*/ 224854 h 341286"/>
                <a:gd name="connsiteX34" fmla="*/ 331175 w 2912392"/>
                <a:gd name="connsiteY34" fmla="*/ 220994 h 341286"/>
                <a:gd name="connsiteX35" fmla="*/ 340916 w 2912392"/>
                <a:gd name="connsiteY35" fmla="*/ 217109 h 341286"/>
                <a:gd name="connsiteX36" fmla="*/ 350656 w 2912392"/>
                <a:gd name="connsiteY36" fmla="*/ 213198 h 341286"/>
                <a:gd name="connsiteX37" fmla="*/ 360396 w 2912392"/>
                <a:gd name="connsiteY37" fmla="*/ 209265 h 341286"/>
                <a:gd name="connsiteX38" fmla="*/ 370137 w 2912392"/>
                <a:gd name="connsiteY38" fmla="*/ 205308 h 341286"/>
                <a:gd name="connsiteX39" fmla="*/ 379878 w 2912392"/>
                <a:gd name="connsiteY39" fmla="*/ 201328 h 341286"/>
                <a:gd name="connsiteX40" fmla="*/ 389617 w 2912392"/>
                <a:gd name="connsiteY40" fmla="*/ 197328 h 341286"/>
                <a:gd name="connsiteX41" fmla="*/ 399358 w 2912392"/>
                <a:gd name="connsiteY41" fmla="*/ 193307 h 341286"/>
                <a:gd name="connsiteX42" fmla="*/ 409099 w 2912392"/>
                <a:gd name="connsiteY42" fmla="*/ 189266 h 341286"/>
                <a:gd name="connsiteX43" fmla="*/ 418839 w 2912392"/>
                <a:gd name="connsiteY43" fmla="*/ 185211 h 341286"/>
                <a:gd name="connsiteX44" fmla="*/ 428580 w 2912392"/>
                <a:gd name="connsiteY44" fmla="*/ 181137 h 341286"/>
                <a:gd name="connsiteX45" fmla="*/ 438321 w 2912392"/>
                <a:gd name="connsiteY45" fmla="*/ 177051 h 341286"/>
                <a:gd name="connsiteX46" fmla="*/ 448060 w 2912392"/>
                <a:gd name="connsiteY46" fmla="*/ 172953 h 341286"/>
                <a:gd name="connsiteX47" fmla="*/ 457801 w 2912392"/>
                <a:gd name="connsiteY47" fmla="*/ 168844 h 341286"/>
                <a:gd name="connsiteX48" fmla="*/ 467542 w 2912392"/>
                <a:gd name="connsiteY48" fmla="*/ 164728 h 341286"/>
                <a:gd name="connsiteX49" fmla="*/ 477281 w 2912392"/>
                <a:gd name="connsiteY49" fmla="*/ 160607 h 341286"/>
                <a:gd name="connsiteX50" fmla="*/ 487022 w 2912392"/>
                <a:gd name="connsiteY50" fmla="*/ 156481 h 341286"/>
                <a:gd name="connsiteX51" fmla="*/ 496763 w 2912392"/>
                <a:gd name="connsiteY51" fmla="*/ 152356 h 341286"/>
                <a:gd name="connsiteX52" fmla="*/ 506503 w 2912392"/>
                <a:gd name="connsiteY52" fmla="*/ 148232 h 341286"/>
                <a:gd name="connsiteX53" fmla="*/ 516244 w 2912392"/>
                <a:gd name="connsiteY53" fmla="*/ 144112 h 341286"/>
                <a:gd name="connsiteX54" fmla="*/ 525985 w 2912392"/>
                <a:gd name="connsiteY54" fmla="*/ 140000 h 341286"/>
                <a:gd name="connsiteX55" fmla="*/ 535724 w 2912392"/>
                <a:gd name="connsiteY55" fmla="*/ 135898 h 341286"/>
                <a:gd name="connsiteX56" fmla="*/ 545465 w 2912392"/>
                <a:gd name="connsiteY56" fmla="*/ 131810 h 341286"/>
                <a:gd name="connsiteX57" fmla="*/ 555206 w 2912392"/>
                <a:gd name="connsiteY57" fmla="*/ 127738 h 341286"/>
                <a:gd name="connsiteX58" fmla="*/ 564946 w 2912392"/>
                <a:gd name="connsiteY58" fmla="*/ 123684 h 341286"/>
                <a:gd name="connsiteX59" fmla="*/ 574687 w 2912392"/>
                <a:gd name="connsiteY59" fmla="*/ 119652 h 341286"/>
                <a:gd name="connsiteX60" fmla="*/ 584428 w 2912392"/>
                <a:gd name="connsiteY60" fmla="*/ 115647 h 341286"/>
                <a:gd name="connsiteX61" fmla="*/ 594167 w 2912392"/>
                <a:gd name="connsiteY61" fmla="*/ 111671 h 341286"/>
                <a:gd name="connsiteX62" fmla="*/ 603908 w 2912392"/>
                <a:gd name="connsiteY62" fmla="*/ 107726 h 341286"/>
                <a:gd name="connsiteX63" fmla="*/ 613649 w 2912392"/>
                <a:gd name="connsiteY63" fmla="*/ 103815 h 341286"/>
                <a:gd name="connsiteX64" fmla="*/ 623388 w 2912392"/>
                <a:gd name="connsiteY64" fmla="*/ 99942 h 341286"/>
                <a:gd name="connsiteX65" fmla="*/ 633129 w 2912392"/>
                <a:gd name="connsiteY65" fmla="*/ 96112 h 341286"/>
                <a:gd name="connsiteX66" fmla="*/ 642870 w 2912392"/>
                <a:gd name="connsiteY66" fmla="*/ 92326 h 341286"/>
                <a:gd name="connsiteX67" fmla="*/ 652610 w 2912392"/>
                <a:gd name="connsiteY67" fmla="*/ 88588 h 341286"/>
                <a:gd name="connsiteX68" fmla="*/ 662351 w 2912392"/>
                <a:gd name="connsiteY68" fmla="*/ 84900 h 341286"/>
                <a:gd name="connsiteX69" fmla="*/ 672092 w 2912392"/>
                <a:gd name="connsiteY69" fmla="*/ 81265 h 341286"/>
                <a:gd name="connsiteX70" fmla="*/ 681831 w 2912392"/>
                <a:gd name="connsiteY70" fmla="*/ 77688 h 341286"/>
                <a:gd name="connsiteX71" fmla="*/ 691572 w 2912392"/>
                <a:gd name="connsiteY71" fmla="*/ 74170 h 341286"/>
                <a:gd name="connsiteX72" fmla="*/ 701313 w 2912392"/>
                <a:gd name="connsiteY72" fmla="*/ 70715 h 341286"/>
                <a:gd name="connsiteX73" fmla="*/ 711052 w 2912392"/>
                <a:gd name="connsiteY73" fmla="*/ 67324 h 341286"/>
                <a:gd name="connsiteX74" fmla="*/ 720793 w 2912392"/>
                <a:gd name="connsiteY74" fmla="*/ 64000 h 341286"/>
                <a:gd name="connsiteX75" fmla="*/ 730534 w 2912392"/>
                <a:gd name="connsiteY75" fmla="*/ 60748 h 341286"/>
                <a:gd name="connsiteX76" fmla="*/ 740274 w 2912392"/>
                <a:gd name="connsiteY76" fmla="*/ 57567 h 341286"/>
                <a:gd name="connsiteX77" fmla="*/ 750015 w 2912392"/>
                <a:gd name="connsiteY77" fmla="*/ 54462 h 341286"/>
                <a:gd name="connsiteX78" fmla="*/ 759756 w 2912392"/>
                <a:gd name="connsiteY78" fmla="*/ 51433 h 341286"/>
                <a:gd name="connsiteX79" fmla="*/ 769495 w 2912392"/>
                <a:gd name="connsiteY79" fmla="*/ 48483 h 341286"/>
                <a:gd name="connsiteX80" fmla="*/ 779236 w 2912392"/>
                <a:gd name="connsiteY80" fmla="*/ 45615 h 341286"/>
                <a:gd name="connsiteX81" fmla="*/ 788977 w 2912392"/>
                <a:gd name="connsiteY81" fmla="*/ 42827 h 341286"/>
                <a:gd name="connsiteX82" fmla="*/ 798717 w 2912392"/>
                <a:gd name="connsiteY82" fmla="*/ 40124 h 341286"/>
                <a:gd name="connsiteX83" fmla="*/ 808458 w 2912392"/>
                <a:gd name="connsiteY83" fmla="*/ 37508 h 341286"/>
                <a:gd name="connsiteX84" fmla="*/ 818199 w 2912392"/>
                <a:gd name="connsiteY84" fmla="*/ 34977 h 341286"/>
                <a:gd name="connsiteX85" fmla="*/ 827938 w 2912392"/>
                <a:gd name="connsiteY85" fmla="*/ 32535 h 341286"/>
                <a:gd name="connsiteX86" fmla="*/ 837679 w 2912392"/>
                <a:gd name="connsiteY86" fmla="*/ 30181 h 341286"/>
                <a:gd name="connsiteX87" fmla="*/ 847420 w 2912392"/>
                <a:gd name="connsiteY87" fmla="*/ 27918 h 341286"/>
                <a:gd name="connsiteX88" fmla="*/ 857159 w 2912392"/>
                <a:gd name="connsiteY88" fmla="*/ 25744 h 341286"/>
                <a:gd name="connsiteX89" fmla="*/ 866900 w 2912392"/>
                <a:gd name="connsiteY89" fmla="*/ 23661 h 341286"/>
                <a:gd name="connsiteX90" fmla="*/ 876641 w 2912392"/>
                <a:gd name="connsiteY90" fmla="*/ 21669 h 341286"/>
                <a:gd name="connsiteX91" fmla="*/ 886381 w 2912392"/>
                <a:gd name="connsiteY91" fmla="*/ 19770 h 341286"/>
                <a:gd name="connsiteX92" fmla="*/ 896122 w 2912392"/>
                <a:gd name="connsiteY92" fmla="*/ 17961 h 341286"/>
                <a:gd name="connsiteX93" fmla="*/ 905863 w 2912392"/>
                <a:gd name="connsiteY93" fmla="*/ 16243 h 341286"/>
                <a:gd name="connsiteX94" fmla="*/ 915602 w 2912392"/>
                <a:gd name="connsiteY94" fmla="*/ 14617 h 341286"/>
                <a:gd name="connsiteX95" fmla="*/ 925343 w 2912392"/>
                <a:gd name="connsiteY95" fmla="*/ 13083 h 341286"/>
                <a:gd name="connsiteX96" fmla="*/ 935084 w 2912392"/>
                <a:gd name="connsiteY96" fmla="*/ 11638 h 341286"/>
                <a:gd name="connsiteX97" fmla="*/ 944824 w 2912392"/>
                <a:gd name="connsiteY97" fmla="*/ 10283 h 341286"/>
                <a:gd name="connsiteX98" fmla="*/ 954564 w 2912392"/>
                <a:gd name="connsiteY98" fmla="*/ 9018 h 341286"/>
                <a:gd name="connsiteX99" fmla="*/ 964305 w 2912392"/>
                <a:gd name="connsiteY99" fmla="*/ 7841 h 341286"/>
                <a:gd name="connsiteX100" fmla="*/ 974045 w 2912392"/>
                <a:gd name="connsiteY100" fmla="*/ 6751 h 341286"/>
                <a:gd name="connsiteX101" fmla="*/ 983786 w 2912392"/>
                <a:gd name="connsiteY101" fmla="*/ 5748 h 341286"/>
                <a:gd name="connsiteX102" fmla="*/ 993522 w 2912392"/>
                <a:gd name="connsiteY102" fmla="*/ 4830 h 341286"/>
                <a:gd name="connsiteX103" fmla="*/ 1003266 w 2912392"/>
                <a:gd name="connsiteY103" fmla="*/ 3997 h 341286"/>
                <a:gd name="connsiteX104" fmla="*/ 1013010 w 2912392"/>
                <a:gd name="connsiteY104" fmla="*/ 3247 h 341286"/>
                <a:gd name="connsiteX105" fmla="*/ 1022754 w 2912392"/>
                <a:gd name="connsiteY105" fmla="*/ 2578 h 341286"/>
                <a:gd name="connsiteX106" fmla="*/ 1032483 w 2912392"/>
                <a:gd name="connsiteY106" fmla="*/ 1989 h 341286"/>
                <a:gd name="connsiteX107" fmla="*/ 1042227 w 2912392"/>
                <a:gd name="connsiteY107" fmla="*/ 1481 h 341286"/>
                <a:gd name="connsiteX108" fmla="*/ 1051971 w 2912392"/>
                <a:gd name="connsiteY108" fmla="*/ 1049 h 341286"/>
                <a:gd name="connsiteX109" fmla="*/ 1061715 w 2912392"/>
                <a:gd name="connsiteY109" fmla="*/ 693 h 341286"/>
                <a:gd name="connsiteX110" fmla="*/ 1071444 w 2912392"/>
                <a:gd name="connsiteY110" fmla="*/ 411 h 341286"/>
                <a:gd name="connsiteX111" fmla="*/ 1081188 w 2912392"/>
                <a:gd name="connsiteY111" fmla="*/ 204 h 341286"/>
                <a:gd name="connsiteX112" fmla="*/ 1090932 w 2912392"/>
                <a:gd name="connsiteY112" fmla="*/ 67 h 341286"/>
                <a:gd name="connsiteX113" fmla="*/ 1100676 w 2912392"/>
                <a:gd name="connsiteY113" fmla="*/ 0 h 341286"/>
                <a:gd name="connsiteX114" fmla="*/ 1110405 w 2912392"/>
                <a:gd name="connsiteY114" fmla="*/ 2 h 341286"/>
                <a:gd name="connsiteX115" fmla="*/ 1120149 w 2912392"/>
                <a:gd name="connsiteY115" fmla="*/ 70 h 341286"/>
                <a:gd name="connsiteX116" fmla="*/ 1129893 w 2912392"/>
                <a:gd name="connsiteY116" fmla="*/ 204 h 341286"/>
                <a:gd name="connsiteX117" fmla="*/ 1139637 w 2912392"/>
                <a:gd name="connsiteY117" fmla="*/ 402 h 341286"/>
                <a:gd name="connsiteX118" fmla="*/ 1149381 w 2912392"/>
                <a:gd name="connsiteY118" fmla="*/ 662 h 341286"/>
                <a:gd name="connsiteX119" fmla="*/ 1159110 w 2912392"/>
                <a:gd name="connsiteY119" fmla="*/ 983 h 341286"/>
                <a:gd name="connsiteX120" fmla="*/ 1168854 w 2912392"/>
                <a:gd name="connsiteY120" fmla="*/ 1365 h 341286"/>
                <a:gd name="connsiteX121" fmla="*/ 1178598 w 2912392"/>
                <a:gd name="connsiteY121" fmla="*/ 1803 h 341286"/>
                <a:gd name="connsiteX122" fmla="*/ 1188341 w 2912392"/>
                <a:gd name="connsiteY122" fmla="*/ 2299 h 341286"/>
                <a:gd name="connsiteX123" fmla="*/ 1198070 w 2912392"/>
                <a:gd name="connsiteY123" fmla="*/ 2852 h 341286"/>
                <a:gd name="connsiteX124" fmla="*/ 1207814 w 2912392"/>
                <a:gd name="connsiteY124" fmla="*/ 3458 h 341286"/>
                <a:gd name="connsiteX125" fmla="*/ 1217558 w 2912392"/>
                <a:gd name="connsiteY125" fmla="*/ 4117 h 341286"/>
                <a:gd name="connsiteX126" fmla="*/ 1227302 w 2912392"/>
                <a:gd name="connsiteY126" fmla="*/ 4829 h 341286"/>
                <a:gd name="connsiteX127" fmla="*/ 1237031 w 2912392"/>
                <a:gd name="connsiteY127" fmla="*/ 5592 h 341286"/>
                <a:gd name="connsiteX128" fmla="*/ 1246775 w 2912392"/>
                <a:gd name="connsiteY128" fmla="*/ 6405 h 341286"/>
                <a:gd name="connsiteX129" fmla="*/ 1256519 w 2912392"/>
                <a:gd name="connsiteY129" fmla="*/ 7268 h 341286"/>
                <a:gd name="connsiteX130" fmla="*/ 1266263 w 2912392"/>
                <a:gd name="connsiteY130" fmla="*/ 8180 h 341286"/>
                <a:gd name="connsiteX131" fmla="*/ 1276007 w 2912392"/>
                <a:gd name="connsiteY131" fmla="*/ 9139 h 341286"/>
                <a:gd name="connsiteX132" fmla="*/ 1285736 w 2912392"/>
                <a:gd name="connsiteY132" fmla="*/ 10146 h 341286"/>
                <a:gd name="connsiteX133" fmla="*/ 1295480 w 2912392"/>
                <a:gd name="connsiteY133" fmla="*/ 11198 h 341286"/>
                <a:gd name="connsiteX134" fmla="*/ 1305224 w 2912392"/>
                <a:gd name="connsiteY134" fmla="*/ 12298 h 341286"/>
                <a:gd name="connsiteX135" fmla="*/ 1314968 w 2912392"/>
                <a:gd name="connsiteY135" fmla="*/ 13442 h 341286"/>
                <a:gd name="connsiteX136" fmla="*/ 1324697 w 2912392"/>
                <a:gd name="connsiteY136" fmla="*/ 14632 h 341286"/>
                <a:gd name="connsiteX137" fmla="*/ 1334441 w 2912392"/>
                <a:gd name="connsiteY137" fmla="*/ 15866 h 341286"/>
                <a:gd name="connsiteX138" fmla="*/ 1344185 w 2912392"/>
                <a:gd name="connsiteY138" fmla="*/ 17146 h 341286"/>
                <a:gd name="connsiteX139" fmla="*/ 1353929 w 2912392"/>
                <a:gd name="connsiteY139" fmla="*/ 18469 h 341286"/>
                <a:gd name="connsiteX140" fmla="*/ 1363658 w 2912392"/>
                <a:gd name="connsiteY140" fmla="*/ 19835 h 341286"/>
                <a:gd name="connsiteX141" fmla="*/ 1373402 w 2912392"/>
                <a:gd name="connsiteY141" fmla="*/ 21246 h 341286"/>
                <a:gd name="connsiteX142" fmla="*/ 1383146 w 2912392"/>
                <a:gd name="connsiteY142" fmla="*/ 22702 h 341286"/>
                <a:gd name="connsiteX143" fmla="*/ 1392890 w 2912392"/>
                <a:gd name="connsiteY143" fmla="*/ 24200 h 341286"/>
                <a:gd name="connsiteX144" fmla="*/ 1402619 w 2912392"/>
                <a:gd name="connsiteY144" fmla="*/ 25742 h 341286"/>
                <a:gd name="connsiteX145" fmla="*/ 1412363 w 2912392"/>
                <a:gd name="connsiteY145" fmla="*/ 27329 h 341286"/>
                <a:gd name="connsiteX146" fmla="*/ 1422106 w 2912392"/>
                <a:gd name="connsiteY146" fmla="*/ 28961 h 341286"/>
                <a:gd name="connsiteX147" fmla="*/ 1431850 w 2912392"/>
                <a:gd name="connsiteY147" fmla="*/ 30635 h 341286"/>
                <a:gd name="connsiteX148" fmla="*/ 1441594 w 2912392"/>
                <a:gd name="connsiteY148" fmla="*/ 32353 h 341286"/>
                <a:gd name="connsiteX149" fmla="*/ 1451323 w 2912392"/>
                <a:gd name="connsiteY149" fmla="*/ 34117 h 341286"/>
                <a:gd name="connsiteX150" fmla="*/ 1461067 w 2912392"/>
                <a:gd name="connsiteY150" fmla="*/ 35924 h 341286"/>
                <a:gd name="connsiteX151" fmla="*/ 1470811 w 2912392"/>
                <a:gd name="connsiteY151" fmla="*/ 37778 h 341286"/>
                <a:gd name="connsiteX152" fmla="*/ 1480555 w 2912392"/>
                <a:gd name="connsiteY152" fmla="*/ 39675 h 341286"/>
                <a:gd name="connsiteX153" fmla="*/ 1490284 w 2912392"/>
                <a:gd name="connsiteY153" fmla="*/ 41617 h 341286"/>
                <a:gd name="connsiteX154" fmla="*/ 1500028 w 2912392"/>
                <a:gd name="connsiteY154" fmla="*/ 43605 h 341286"/>
                <a:gd name="connsiteX155" fmla="*/ 1509772 w 2912392"/>
                <a:gd name="connsiteY155" fmla="*/ 45639 h 341286"/>
                <a:gd name="connsiteX156" fmla="*/ 1519516 w 2912392"/>
                <a:gd name="connsiteY156" fmla="*/ 47717 h 341286"/>
                <a:gd name="connsiteX157" fmla="*/ 1529245 w 2912392"/>
                <a:gd name="connsiteY157" fmla="*/ 49842 h 341286"/>
                <a:gd name="connsiteX158" fmla="*/ 1538989 w 2912392"/>
                <a:gd name="connsiteY158" fmla="*/ 52011 h 341286"/>
                <a:gd name="connsiteX159" fmla="*/ 1548733 w 2912392"/>
                <a:gd name="connsiteY159" fmla="*/ 54226 h 341286"/>
                <a:gd name="connsiteX160" fmla="*/ 1558477 w 2912392"/>
                <a:gd name="connsiteY160" fmla="*/ 56488 h 341286"/>
                <a:gd name="connsiteX161" fmla="*/ 1568221 w 2912392"/>
                <a:gd name="connsiteY161" fmla="*/ 58794 h 341286"/>
                <a:gd name="connsiteX162" fmla="*/ 1577950 w 2912392"/>
                <a:gd name="connsiteY162" fmla="*/ 61145 h 341286"/>
                <a:gd name="connsiteX163" fmla="*/ 1587694 w 2912392"/>
                <a:gd name="connsiteY163" fmla="*/ 63543 h 341286"/>
                <a:gd name="connsiteX164" fmla="*/ 1597438 w 2912392"/>
                <a:gd name="connsiteY164" fmla="*/ 65985 h 341286"/>
                <a:gd name="connsiteX165" fmla="*/ 1607182 w 2912392"/>
                <a:gd name="connsiteY165" fmla="*/ 68470 h 341286"/>
                <a:gd name="connsiteX166" fmla="*/ 1616911 w 2912392"/>
                <a:gd name="connsiteY166" fmla="*/ 71000 h 341286"/>
                <a:gd name="connsiteX167" fmla="*/ 1626655 w 2912392"/>
                <a:gd name="connsiteY167" fmla="*/ 73573 h 341286"/>
                <a:gd name="connsiteX168" fmla="*/ 1636399 w 2912392"/>
                <a:gd name="connsiteY168" fmla="*/ 76188 h 341286"/>
                <a:gd name="connsiteX169" fmla="*/ 1646142 w 2912392"/>
                <a:gd name="connsiteY169" fmla="*/ 78845 h 341286"/>
                <a:gd name="connsiteX170" fmla="*/ 1655872 w 2912392"/>
                <a:gd name="connsiteY170" fmla="*/ 81544 h 341286"/>
                <a:gd name="connsiteX171" fmla="*/ 1665616 w 2912392"/>
                <a:gd name="connsiteY171" fmla="*/ 84282 h 341286"/>
                <a:gd name="connsiteX172" fmla="*/ 1675359 w 2912392"/>
                <a:gd name="connsiteY172" fmla="*/ 87059 h 341286"/>
                <a:gd name="connsiteX173" fmla="*/ 1685103 w 2912392"/>
                <a:gd name="connsiteY173" fmla="*/ 89872 h 341286"/>
                <a:gd name="connsiteX174" fmla="*/ 1694832 w 2912392"/>
                <a:gd name="connsiteY174" fmla="*/ 92724 h 341286"/>
                <a:gd name="connsiteX175" fmla="*/ 1704576 w 2912392"/>
                <a:gd name="connsiteY175" fmla="*/ 95608 h 341286"/>
                <a:gd name="connsiteX176" fmla="*/ 1714320 w 2912392"/>
                <a:gd name="connsiteY176" fmla="*/ 98526 h 341286"/>
                <a:gd name="connsiteX177" fmla="*/ 1724064 w 2912392"/>
                <a:gd name="connsiteY177" fmla="*/ 101475 h 341286"/>
                <a:gd name="connsiteX178" fmla="*/ 1733808 w 2912392"/>
                <a:gd name="connsiteY178" fmla="*/ 104454 h 341286"/>
                <a:gd name="connsiteX179" fmla="*/ 1743537 w 2912392"/>
                <a:gd name="connsiteY179" fmla="*/ 107459 h 341286"/>
                <a:gd name="connsiteX180" fmla="*/ 1753281 w 2912392"/>
                <a:gd name="connsiteY180" fmla="*/ 110489 h 341286"/>
                <a:gd name="connsiteX181" fmla="*/ 1763025 w 2912392"/>
                <a:gd name="connsiteY181" fmla="*/ 113542 h 341286"/>
                <a:gd name="connsiteX182" fmla="*/ 1772769 w 2912392"/>
                <a:gd name="connsiteY182" fmla="*/ 116616 h 341286"/>
                <a:gd name="connsiteX183" fmla="*/ 1782498 w 2912392"/>
                <a:gd name="connsiteY183" fmla="*/ 119707 h 341286"/>
                <a:gd name="connsiteX184" fmla="*/ 1792242 w 2912392"/>
                <a:gd name="connsiteY184" fmla="*/ 122814 h 341286"/>
                <a:gd name="connsiteX185" fmla="*/ 1801986 w 2912392"/>
                <a:gd name="connsiteY185" fmla="*/ 125932 h 341286"/>
                <a:gd name="connsiteX186" fmla="*/ 1811730 w 2912392"/>
                <a:gd name="connsiteY186" fmla="*/ 129060 h 341286"/>
                <a:gd name="connsiteX187" fmla="*/ 1821459 w 2912392"/>
                <a:gd name="connsiteY187" fmla="*/ 132194 h 341286"/>
                <a:gd name="connsiteX188" fmla="*/ 1831203 w 2912392"/>
                <a:gd name="connsiteY188" fmla="*/ 135330 h 341286"/>
                <a:gd name="connsiteX189" fmla="*/ 1840947 w 2912392"/>
                <a:gd name="connsiteY189" fmla="*/ 138467 h 341286"/>
                <a:gd name="connsiteX190" fmla="*/ 1850691 w 2912392"/>
                <a:gd name="connsiteY190" fmla="*/ 141600 h 341286"/>
                <a:gd name="connsiteX191" fmla="*/ 1860435 w 2912392"/>
                <a:gd name="connsiteY191" fmla="*/ 144724 h 341286"/>
                <a:gd name="connsiteX192" fmla="*/ 1870164 w 2912392"/>
                <a:gd name="connsiteY192" fmla="*/ 147840 h 341286"/>
                <a:gd name="connsiteX193" fmla="*/ 1879908 w 2912392"/>
                <a:gd name="connsiteY193" fmla="*/ 150940 h 341286"/>
                <a:gd name="connsiteX194" fmla="*/ 1889652 w 2912392"/>
                <a:gd name="connsiteY194" fmla="*/ 154021 h 341286"/>
                <a:gd name="connsiteX195" fmla="*/ 1899395 w 2912392"/>
                <a:gd name="connsiteY195" fmla="*/ 157082 h 341286"/>
                <a:gd name="connsiteX196" fmla="*/ 1909124 w 2912392"/>
                <a:gd name="connsiteY196" fmla="*/ 160116 h 341286"/>
                <a:gd name="connsiteX197" fmla="*/ 1918868 w 2912392"/>
                <a:gd name="connsiteY197" fmla="*/ 163122 h 341286"/>
                <a:gd name="connsiteX198" fmla="*/ 1928612 w 2912392"/>
                <a:gd name="connsiteY198" fmla="*/ 166092 h 341286"/>
                <a:gd name="connsiteX199" fmla="*/ 1938356 w 2912392"/>
                <a:gd name="connsiteY199" fmla="*/ 169028 h 341286"/>
                <a:gd name="connsiteX200" fmla="*/ 1948085 w 2912392"/>
                <a:gd name="connsiteY200" fmla="*/ 171919 h 341286"/>
                <a:gd name="connsiteX201" fmla="*/ 1957829 w 2912392"/>
                <a:gd name="connsiteY201" fmla="*/ 174767 h 341286"/>
                <a:gd name="connsiteX202" fmla="*/ 1967573 w 2912392"/>
                <a:gd name="connsiteY202" fmla="*/ 177566 h 341286"/>
                <a:gd name="connsiteX203" fmla="*/ 1977317 w 2912392"/>
                <a:gd name="connsiteY203" fmla="*/ 180312 h 341286"/>
                <a:gd name="connsiteX204" fmla="*/ 1987046 w 2912392"/>
                <a:gd name="connsiteY204" fmla="*/ 183000 h 341286"/>
                <a:gd name="connsiteX205" fmla="*/ 1996790 w 2912392"/>
                <a:gd name="connsiteY205" fmla="*/ 185629 h 341286"/>
                <a:gd name="connsiteX206" fmla="*/ 2006534 w 2912392"/>
                <a:gd name="connsiteY206" fmla="*/ 188194 h 341286"/>
                <a:gd name="connsiteX207" fmla="*/ 2016278 w 2912392"/>
                <a:gd name="connsiteY207" fmla="*/ 190689 h 341286"/>
                <a:gd name="connsiteX208" fmla="*/ 2026022 w 2912392"/>
                <a:gd name="connsiteY208" fmla="*/ 193115 h 341286"/>
                <a:gd name="connsiteX209" fmla="*/ 2035751 w 2912392"/>
                <a:gd name="connsiteY209" fmla="*/ 195466 h 341286"/>
                <a:gd name="connsiteX210" fmla="*/ 2045495 w 2912392"/>
                <a:gd name="connsiteY210" fmla="*/ 197739 h 341286"/>
                <a:gd name="connsiteX211" fmla="*/ 2055239 w 2912392"/>
                <a:gd name="connsiteY211" fmla="*/ 199931 h 341286"/>
                <a:gd name="connsiteX212" fmla="*/ 2064983 w 2912392"/>
                <a:gd name="connsiteY212" fmla="*/ 202039 h 341286"/>
                <a:gd name="connsiteX213" fmla="*/ 2074712 w 2912392"/>
                <a:gd name="connsiteY213" fmla="*/ 204059 h 341286"/>
                <a:gd name="connsiteX214" fmla="*/ 2084456 w 2912392"/>
                <a:gd name="connsiteY214" fmla="*/ 205992 h 341286"/>
                <a:gd name="connsiteX215" fmla="*/ 2094200 w 2912392"/>
                <a:gd name="connsiteY215" fmla="*/ 207830 h 341286"/>
                <a:gd name="connsiteX216" fmla="*/ 2103944 w 2912392"/>
                <a:gd name="connsiteY216" fmla="*/ 209577 h 341286"/>
                <a:gd name="connsiteX217" fmla="*/ 2113673 w 2912392"/>
                <a:gd name="connsiteY217" fmla="*/ 211226 h 341286"/>
                <a:gd name="connsiteX218" fmla="*/ 2123417 w 2912392"/>
                <a:gd name="connsiteY218" fmla="*/ 212777 h 341286"/>
                <a:gd name="connsiteX219" fmla="*/ 2133161 w 2912392"/>
                <a:gd name="connsiteY219" fmla="*/ 214228 h 341286"/>
                <a:gd name="connsiteX220" fmla="*/ 2142905 w 2912392"/>
                <a:gd name="connsiteY220" fmla="*/ 215578 h 341286"/>
                <a:gd name="connsiteX221" fmla="*/ 2152649 w 2912392"/>
                <a:gd name="connsiteY221" fmla="*/ 216825 h 341286"/>
                <a:gd name="connsiteX222" fmla="*/ 2162377 w 2912392"/>
                <a:gd name="connsiteY222" fmla="*/ 217968 h 341286"/>
                <a:gd name="connsiteX223" fmla="*/ 2172121 w 2912392"/>
                <a:gd name="connsiteY223" fmla="*/ 219008 h 341286"/>
                <a:gd name="connsiteX224" fmla="*/ 2181865 w 2912392"/>
                <a:gd name="connsiteY224" fmla="*/ 219942 h 341286"/>
                <a:gd name="connsiteX225" fmla="*/ 2191609 w 2912392"/>
                <a:gd name="connsiteY225" fmla="*/ 220772 h 341286"/>
                <a:gd name="connsiteX226" fmla="*/ 2201338 w 2912392"/>
                <a:gd name="connsiteY226" fmla="*/ 221496 h 341286"/>
                <a:gd name="connsiteX227" fmla="*/ 2211082 w 2912392"/>
                <a:gd name="connsiteY227" fmla="*/ 222117 h 341286"/>
                <a:gd name="connsiteX228" fmla="*/ 2220826 w 2912392"/>
                <a:gd name="connsiteY228" fmla="*/ 222633 h 341286"/>
                <a:gd name="connsiteX229" fmla="*/ 2230570 w 2912392"/>
                <a:gd name="connsiteY229" fmla="*/ 223045 h 341286"/>
                <a:gd name="connsiteX230" fmla="*/ 2240299 w 2912392"/>
                <a:gd name="connsiteY230" fmla="*/ 223355 h 341286"/>
                <a:gd name="connsiteX231" fmla="*/ 2250043 w 2912392"/>
                <a:gd name="connsiteY231" fmla="*/ 223564 h 341286"/>
                <a:gd name="connsiteX232" fmla="*/ 2259787 w 2912392"/>
                <a:gd name="connsiteY232" fmla="*/ 223674 h 341286"/>
                <a:gd name="connsiteX233" fmla="*/ 2269531 w 2912392"/>
                <a:gd name="connsiteY233" fmla="*/ 223686 h 341286"/>
                <a:gd name="connsiteX234" fmla="*/ 2279260 w 2912392"/>
                <a:gd name="connsiteY234" fmla="*/ 223601 h 341286"/>
                <a:gd name="connsiteX235" fmla="*/ 2289004 w 2912392"/>
                <a:gd name="connsiteY235" fmla="*/ 223424 h 341286"/>
                <a:gd name="connsiteX236" fmla="*/ 2298748 w 2912392"/>
                <a:gd name="connsiteY236" fmla="*/ 223156 h 341286"/>
                <a:gd name="connsiteX237" fmla="*/ 2308492 w 2912392"/>
                <a:gd name="connsiteY237" fmla="*/ 222799 h 341286"/>
                <a:gd name="connsiteX238" fmla="*/ 2318236 w 2912392"/>
                <a:gd name="connsiteY238" fmla="*/ 222357 h 341286"/>
                <a:gd name="connsiteX239" fmla="*/ 2327965 w 2912392"/>
                <a:gd name="connsiteY239" fmla="*/ 221834 h 341286"/>
                <a:gd name="connsiteX240" fmla="*/ 2337709 w 2912392"/>
                <a:gd name="connsiteY240" fmla="*/ 221231 h 341286"/>
                <a:gd name="connsiteX241" fmla="*/ 2347453 w 2912392"/>
                <a:gd name="connsiteY241" fmla="*/ 220551 h 341286"/>
                <a:gd name="connsiteX242" fmla="*/ 2357197 w 2912392"/>
                <a:gd name="connsiteY242" fmla="*/ 219802 h 341286"/>
                <a:gd name="connsiteX243" fmla="*/ 2366926 w 2912392"/>
                <a:gd name="connsiteY243" fmla="*/ 218982 h 341286"/>
                <a:gd name="connsiteX244" fmla="*/ 2376670 w 2912392"/>
                <a:gd name="connsiteY244" fmla="*/ 218100 h 341286"/>
                <a:gd name="connsiteX245" fmla="*/ 2386413 w 2912392"/>
                <a:gd name="connsiteY245" fmla="*/ 217157 h 341286"/>
                <a:gd name="connsiteX246" fmla="*/ 2396157 w 2912392"/>
                <a:gd name="connsiteY246" fmla="*/ 216159 h 341286"/>
                <a:gd name="connsiteX247" fmla="*/ 2405886 w 2912392"/>
                <a:gd name="connsiteY247" fmla="*/ 215109 h 341286"/>
                <a:gd name="connsiteX248" fmla="*/ 2415630 w 2912392"/>
                <a:gd name="connsiteY248" fmla="*/ 214012 h 341286"/>
                <a:gd name="connsiteX249" fmla="*/ 2425374 w 2912392"/>
                <a:gd name="connsiteY249" fmla="*/ 212872 h 341286"/>
                <a:gd name="connsiteX250" fmla="*/ 2435118 w 2912392"/>
                <a:gd name="connsiteY250" fmla="*/ 211694 h 341286"/>
                <a:gd name="connsiteX251" fmla="*/ 2444862 w 2912392"/>
                <a:gd name="connsiteY251" fmla="*/ 210482 h 341286"/>
                <a:gd name="connsiteX252" fmla="*/ 2454591 w 2912392"/>
                <a:gd name="connsiteY252" fmla="*/ 209243 h 341286"/>
                <a:gd name="connsiteX253" fmla="*/ 2464335 w 2912392"/>
                <a:gd name="connsiteY253" fmla="*/ 207978 h 341286"/>
                <a:gd name="connsiteX254" fmla="*/ 2474079 w 2912392"/>
                <a:gd name="connsiteY254" fmla="*/ 206694 h 341286"/>
                <a:gd name="connsiteX255" fmla="*/ 2483823 w 2912392"/>
                <a:gd name="connsiteY255" fmla="*/ 205393 h 341286"/>
                <a:gd name="connsiteX256" fmla="*/ 2493552 w 2912392"/>
                <a:gd name="connsiteY256" fmla="*/ 204082 h 341286"/>
                <a:gd name="connsiteX257" fmla="*/ 2503296 w 2912392"/>
                <a:gd name="connsiteY257" fmla="*/ 202765 h 341286"/>
                <a:gd name="connsiteX258" fmla="*/ 2513040 w 2912392"/>
                <a:gd name="connsiteY258" fmla="*/ 201446 h 341286"/>
                <a:gd name="connsiteX259" fmla="*/ 2522784 w 2912392"/>
                <a:gd name="connsiteY259" fmla="*/ 200131 h 341286"/>
                <a:gd name="connsiteX260" fmla="*/ 2532513 w 2912392"/>
                <a:gd name="connsiteY260" fmla="*/ 198821 h 341286"/>
                <a:gd name="connsiteX261" fmla="*/ 2542257 w 2912392"/>
                <a:gd name="connsiteY261" fmla="*/ 197523 h 341286"/>
                <a:gd name="connsiteX262" fmla="*/ 2552001 w 2912392"/>
                <a:gd name="connsiteY262" fmla="*/ 196241 h 341286"/>
                <a:gd name="connsiteX263" fmla="*/ 2561745 w 2912392"/>
                <a:gd name="connsiteY263" fmla="*/ 194976 h 341286"/>
                <a:gd name="connsiteX264" fmla="*/ 2571474 w 2912392"/>
                <a:gd name="connsiteY264" fmla="*/ 193735 h 341286"/>
                <a:gd name="connsiteX265" fmla="*/ 2581218 w 2912392"/>
                <a:gd name="connsiteY265" fmla="*/ 192520 h 341286"/>
                <a:gd name="connsiteX266" fmla="*/ 2590962 w 2912392"/>
                <a:gd name="connsiteY266" fmla="*/ 191336 h 341286"/>
                <a:gd name="connsiteX267" fmla="*/ 2600705 w 2912392"/>
                <a:gd name="connsiteY267" fmla="*/ 190184 h 341286"/>
                <a:gd name="connsiteX268" fmla="*/ 2610449 w 2912392"/>
                <a:gd name="connsiteY268" fmla="*/ 189070 h 341286"/>
                <a:gd name="connsiteX269" fmla="*/ 2620178 w 2912392"/>
                <a:gd name="connsiteY269" fmla="*/ 187994 h 341286"/>
                <a:gd name="connsiteX270" fmla="*/ 2629922 w 2912392"/>
                <a:gd name="connsiteY270" fmla="*/ 186961 h 341286"/>
                <a:gd name="connsiteX271" fmla="*/ 2639666 w 2912392"/>
                <a:gd name="connsiteY271" fmla="*/ 185974 h 341286"/>
                <a:gd name="connsiteX272" fmla="*/ 2649410 w 2912392"/>
                <a:gd name="connsiteY272" fmla="*/ 185033 h 341286"/>
                <a:gd name="connsiteX273" fmla="*/ 2659139 w 2912392"/>
                <a:gd name="connsiteY273" fmla="*/ 184143 h 341286"/>
                <a:gd name="connsiteX274" fmla="*/ 2668883 w 2912392"/>
                <a:gd name="connsiteY274" fmla="*/ 183304 h 341286"/>
                <a:gd name="connsiteX275" fmla="*/ 2678627 w 2912392"/>
                <a:gd name="connsiteY275" fmla="*/ 182519 h 341286"/>
                <a:gd name="connsiteX276" fmla="*/ 2688371 w 2912392"/>
                <a:gd name="connsiteY276" fmla="*/ 181788 h 341286"/>
                <a:gd name="connsiteX277" fmla="*/ 2698100 w 2912392"/>
                <a:gd name="connsiteY277" fmla="*/ 181115 h 341286"/>
                <a:gd name="connsiteX278" fmla="*/ 2707844 w 2912392"/>
                <a:gd name="connsiteY278" fmla="*/ 180500 h 341286"/>
                <a:gd name="connsiteX279" fmla="*/ 2717588 w 2912392"/>
                <a:gd name="connsiteY279" fmla="*/ 179944 h 341286"/>
                <a:gd name="connsiteX280" fmla="*/ 2727332 w 2912392"/>
                <a:gd name="connsiteY280" fmla="*/ 179448 h 341286"/>
                <a:gd name="connsiteX281" fmla="*/ 2737076 w 2912392"/>
                <a:gd name="connsiteY281" fmla="*/ 179013 h 341286"/>
                <a:gd name="connsiteX282" fmla="*/ 2746805 w 2912392"/>
                <a:gd name="connsiteY282" fmla="*/ 178640 h 341286"/>
                <a:gd name="connsiteX283" fmla="*/ 2756549 w 2912392"/>
                <a:gd name="connsiteY283" fmla="*/ 178329 h 341286"/>
                <a:gd name="connsiteX284" fmla="*/ 2766293 w 2912392"/>
                <a:gd name="connsiteY284" fmla="*/ 178079 h 341286"/>
                <a:gd name="connsiteX285" fmla="*/ 2776037 w 2912392"/>
                <a:gd name="connsiteY285" fmla="*/ 177892 h 341286"/>
                <a:gd name="connsiteX286" fmla="*/ 2785766 w 2912392"/>
                <a:gd name="connsiteY286" fmla="*/ 177769 h 341286"/>
                <a:gd name="connsiteX287" fmla="*/ 2795510 w 2912392"/>
                <a:gd name="connsiteY287" fmla="*/ 177708 h 341286"/>
                <a:gd name="connsiteX288" fmla="*/ 2805254 w 2912392"/>
                <a:gd name="connsiteY288" fmla="*/ 177708 h 341286"/>
                <a:gd name="connsiteX289" fmla="*/ 2814998 w 2912392"/>
                <a:gd name="connsiteY289" fmla="*/ 177770 h 341286"/>
                <a:gd name="connsiteX290" fmla="*/ 2824727 w 2912392"/>
                <a:gd name="connsiteY290" fmla="*/ 177894 h 341286"/>
                <a:gd name="connsiteX291" fmla="*/ 2834471 w 2912392"/>
                <a:gd name="connsiteY291" fmla="*/ 178079 h 341286"/>
                <a:gd name="connsiteX292" fmla="*/ 2844215 w 2912392"/>
                <a:gd name="connsiteY292" fmla="*/ 178324 h 341286"/>
                <a:gd name="connsiteX293" fmla="*/ 2853958 w 2912392"/>
                <a:gd name="connsiteY293" fmla="*/ 178630 h 341286"/>
                <a:gd name="connsiteX294" fmla="*/ 2863687 w 2912392"/>
                <a:gd name="connsiteY294" fmla="*/ 178995 h 341286"/>
                <a:gd name="connsiteX295" fmla="*/ 2873431 w 2912392"/>
                <a:gd name="connsiteY295" fmla="*/ 179420 h 341286"/>
                <a:gd name="connsiteX296" fmla="*/ 2883175 w 2912392"/>
                <a:gd name="connsiteY296" fmla="*/ 179902 h 341286"/>
                <a:gd name="connsiteX297" fmla="*/ 2892919 w 2912392"/>
                <a:gd name="connsiteY297" fmla="*/ 180443 h 341286"/>
                <a:gd name="connsiteX298" fmla="*/ 2902663 w 2912392"/>
                <a:gd name="connsiteY298" fmla="*/ 181041 h 341286"/>
                <a:gd name="connsiteX299" fmla="*/ 2912392 w 2912392"/>
                <a:gd name="connsiteY299" fmla="*/ 181695 h 3412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41286">
                  <a:moveTo>
                    <a:pt x="0" y="341287"/>
                  </a:moveTo>
                  <a:lnTo>
                    <a:pt x="9739" y="337882"/>
                  </a:lnTo>
                  <a:lnTo>
                    <a:pt x="19480" y="334485"/>
                  </a:lnTo>
                  <a:lnTo>
                    <a:pt x="29221" y="331091"/>
                  </a:lnTo>
                  <a:lnTo>
                    <a:pt x="38961" y="327700"/>
                  </a:lnTo>
                  <a:lnTo>
                    <a:pt x="48702" y="324312"/>
                  </a:lnTo>
                  <a:lnTo>
                    <a:pt x="58443" y="320924"/>
                  </a:lnTo>
                  <a:lnTo>
                    <a:pt x="68182" y="317535"/>
                  </a:lnTo>
                  <a:lnTo>
                    <a:pt x="77923" y="314144"/>
                  </a:lnTo>
                  <a:lnTo>
                    <a:pt x="87664" y="310748"/>
                  </a:lnTo>
                  <a:lnTo>
                    <a:pt x="97404" y="307348"/>
                  </a:lnTo>
                  <a:lnTo>
                    <a:pt x="107145" y="303942"/>
                  </a:lnTo>
                  <a:lnTo>
                    <a:pt x="116886" y="300527"/>
                  </a:lnTo>
                  <a:lnTo>
                    <a:pt x="126625" y="297104"/>
                  </a:lnTo>
                  <a:lnTo>
                    <a:pt x="136366" y="293668"/>
                  </a:lnTo>
                  <a:lnTo>
                    <a:pt x="146107" y="290222"/>
                  </a:lnTo>
                  <a:lnTo>
                    <a:pt x="155846" y="286762"/>
                  </a:lnTo>
                  <a:lnTo>
                    <a:pt x="165587" y="283286"/>
                  </a:lnTo>
                  <a:lnTo>
                    <a:pt x="175328" y="279795"/>
                  </a:lnTo>
                  <a:lnTo>
                    <a:pt x="185068" y="276288"/>
                  </a:lnTo>
                  <a:lnTo>
                    <a:pt x="194809" y="272762"/>
                  </a:lnTo>
                  <a:lnTo>
                    <a:pt x="204550" y="269216"/>
                  </a:lnTo>
                  <a:lnTo>
                    <a:pt x="214289" y="265649"/>
                  </a:lnTo>
                  <a:lnTo>
                    <a:pt x="224030" y="262061"/>
                  </a:lnTo>
                  <a:lnTo>
                    <a:pt x="233771" y="258450"/>
                  </a:lnTo>
                  <a:lnTo>
                    <a:pt x="243510" y="254817"/>
                  </a:lnTo>
                  <a:lnTo>
                    <a:pt x="253251" y="251160"/>
                  </a:lnTo>
                  <a:lnTo>
                    <a:pt x="262992" y="247478"/>
                  </a:lnTo>
                  <a:lnTo>
                    <a:pt x="272732" y="243771"/>
                  </a:lnTo>
                  <a:lnTo>
                    <a:pt x="282473" y="240039"/>
                  </a:lnTo>
                  <a:lnTo>
                    <a:pt x="292214" y="236282"/>
                  </a:lnTo>
                  <a:lnTo>
                    <a:pt x="301953" y="232499"/>
                  </a:lnTo>
                  <a:lnTo>
                    <a:pt x="311694" y="228689"/>
                  </a:lnTo>
                  <a:lnTo>
                    <a:pt x="321435" y="224854"/>
                  </a:lnTo>
                  <a:lnTo>
                    <a:pt x="331175" y="220994"/>
                  </a:lnTo>
                  <a:lnTo>
                    <a:pt x="340916" y="217109"/>
                  </a:lnTo>
                  <a:lnTo>
                    <a:pt x="350656" y="213198"/>
                  </a:lnTo>
                  <a:lnTo>
                    <a:pt x="360396" y="209265"/>
                  </a:lnTo>
                  <a:lnTo>
                    <a:pt x="370137" y="205308"/>
                  </a:lnTo>
                  <a:lnTo>
                    <a:pt x="379878" y="201328"/>
                  </a:lnTo>
                  <a:lnTo>
                    <a:pt x="389617" y="197328"/>
                  </a:lnTo>
                  <a:lnTo>
                    <a:pt x="399358" y="193307"/>
                  </a:lnTo>
                  <a:lnTo>
                    <a:pt x="409099" y="189266"/>
                  </a:lnTo>
                  <a:lnTo>
                    <a:pt x="418839" y="185211"/>
                  </a:lnTo>
                  <a:lnTo>
                    <a:pt x="428580" y="181137"/>
                  </a:lnTo>
                  <a:lnTo>
                    <a:pt x="438321" y="177051"/>
                  </a:lnTo>
                  <a:lnTo>
                    <a:pt x="448060" y="172953"/>
                  </a:lnTo>
                  <a:lnTo>
                    <a:pt x="457801" y="168844"/>
                  </a:lnTo>
                  <a:lnTo>
                    <a:pt x="467542" y="164728"/>
                  </a:lnTo>
                  <a:lnTo>
                    <a:pt x="477281" y="160607"/>
                  </a:lnTo>
                  <a:lnTo>
                    <a:pt x="487022" y="156481"/>
                  </a:lnTo>
                  <a:lnTo>
                    <a:pt x="496763" y="152356"/>
                  </a:lnTo>
                  <a:lnTo>
                    <a:pt x="506503" y="148232"/>
                  </a:lnTo>
                  <a:lnTo>
                    <a:pt x="516244" y="144112"/>
                  </a:lnTo>
                  <a:lnTo>
                    <a:pt x="525985" y="140000"/>
                  </a:lnTo>
                  <a:lnTo>
                    <a:pt x="535724" y="135898"/>
                  </a:lnTo>
                  <a:lnTo>
                    <a:pt x="545465" y="131810"/>
                  </a:lnTo>
                  <a:lnTo>
                    <a:pt x="555206" y="127738"/>
                  </a:lnTo>
                  <a:lnTo>
                    <a:pt x="564946" y="123684"/>
                  </a:lnTo>
                  <a:lnTo>
                    <a:pt x="574687" y="119652"/>
                  </a:lnTo>
                  <a:lnTo>
                    <a:pt x="584428" y="115647"/>
                  </a:lnTo>
                  <a:lnTo>
                    <a:pt x="594167" y="111671"/>
                  </a:lnTo>
                  <a:lnTo>
                    <a:pt x="603908" y="107726"/>
                  </a:lnTo>
                  <a:lnTo>
                    <a:pt x="613649" y="103815"/>
                  </a:lnTo>
                  <a:lnTo>
                    <a:pt x="623388" y="99942"/>
                  </a:lnTo>
                  <a:lnTo>
                    <a:pt x="633129" y="96112"/>
                  </a:lnTo>
                  <a:lnTo>
                    <a:pt x="642870" y="92326"/>
                  </a:lnTo>
                  <a:lnTo>
                    <a:pt x="652610" y="88588"/>
                  </a:lnTo>
                  <a:lnTo>
                    <a:pt x="662351" y="84900"/>
                  </a:lnTo>
                  <a:lnTo>
                    <a:pt x="672092" y="81265"/>
                  </a:lnTo>
                  <a:lnTo>
                    <a:pt x="681831" y="77688"/>
                  </a:lnTo>
                  <a:lnTo>
                    <a:pt x="691572" y="74170"/>
                  </a:lnTo>
                  <a:lnTo>
                    <a:pt x="701313" y="70715"/>
                  </a:lnTo>
                  <a:lnTo>
                    <a:pt x="711052" y="67324"/>
                  </a:lnTo>
                  <a:lnTo>
                    <a:pt x="720793" y="64000"/>
                  </a:lnTo>
                  <a:lnTo>
                    <a:pt x="730534" y="60748"/>
                  </a:lnTo>
                  <a:lnTo>
                    <a:pt x="740274" y="57567"/>
                  </a:lnTo>
                  <a:lnTo>
                    <a:pt x="750015" y="54462"/>
                  </a:lnTo>
                  <a:lnTo>
                    <a:pt x="759756" y="51433"/>
                  </a:lnTo>
                  <a:lnTo>
                    <a:pt x="769495" y="48483"/>
                  </a:lnTo>
                  <a:lnTo>
                    <a:pt x="779236" y="45615"/>
                  </a:lnTo>
                  <a:lnTo>
                    <a:pt x="788977" y="42827"/>
                  </a:lnTo>
                  <a:lnTo>
                    <a:pt x="798717" y="40124"/>
                  </a:lnTo>
                  <a:lnTo>
                    <a:pt x="808458" y="37508"/>
                  </a:lnTo>
                  <a:lnTo>
                    <a:pt x="818199" y="34977"/>
                  </a:lnTo>
                  <a:lnTo>
                    <a:pt x="827938" y="32535"/>
                  </a:lnTo>
                  <a:lnTo>
                    <a:pt x="837679" y="30181"/>
                  </a:lnTo>
                  <a:lnTo>
                    <a:pt x="847420" y="27918"/>
                  </a:lnTo>
                  <a:lnTo>
                    <a:pt x="857159" y="25744"/>
                  </a:lnTo>
                  <a:lnTo>
                    <a:pt x="866900" y="23661"/>
                  </a:lnTo>
                  <a:lnTo>
                    <a:pt x="876641" y="21669"/>
                  </a:lnTo>
                  <a:lnTo>
                    <a:pt x="886381" y="19770"/>
                  </a:lnTo>
                  <a:lnTo>
                    <a:pt x="896122" y="17961"/>
                  </a:lnTo>
                  <a:lnTo>
                    <a:pt x="905863" y="16243"/>
                  </a:lnTo>
                  <a:lnTo>
                    <a:pt x="915602" y="14617"/>
                  </a:lnTo>
                  <a:lnTo>
                    <a:pt x="925343" y="13083"/>
                  </a:lnTo>
                  <a:lnTo>
                    <a:pt x="935084" y="11638"/>
                  </a:lnTo>
                  <a:lnTo>
                    <a:pt x="944824" y="10283"/>
                  </a:lnTo>
                  <a:lnTo>
                    <a:pt x="954564" y="9018"/>
                  </a:lnTo>
                  <a:lnTo>
                    <a:pt x="964305" y="7841"/>
                  </a:lnTo>
                  <a:lnTo>
                    <a:pt x="974045" y="6751"/>
                  </a:lnTo>
                  <a:lnTo>
                    <a:pt x="983786" y="5748"/>
                  </a:lnTo>
                  <a:lnTo>
                    <a:pt x="993522" y="4830"/>
                  </a:lnTo>
                  <a:lnTo>
                    <a:pt x="1003266" y="3997"/>
                  </a:lnTo>
                  <a:lnTo>
                    <a:pt x="1013010" y="3247"/>
                  </a:lnTo>
                  <a:lnTo>
                    <a:pt x="1022754" y="2578"/>
                  </a:lnTo>
                  <a:lnTo>
                    <a:pt x="1032483" y="1989"/>
                  </a:lnTo>
                  <a:lnTo>
                    <a:pt x="1042227" y="1481"/>
                  </a:lnTo>
                  <a:lnTo>
                    <a:pt x="1051971" y="1049"/>
                  </a:lnTo>
                  <a:lnTo>
                    <a:pt x="1061715" y="693"/>
                  </a:lnTo>
                  <a:lnTo>
                    <a:pt x="1071444" y="411"/>
                  </a:lnTo>
                  <a:lnTo>
                    <a:pt x="1081188" y="204"/>
                  </a:lnTo>
                  <a:lnTo>
                    <a:pt x="1090932" y="67"/>
                  </a:lnTo>
                  <a:lnTo>
                    <a:pt x="1100676" y="0"/>
                  </a:lnTo>
                  <a:lnTo>
                    <a:pt x="1110405" y="2"/>
                  </a:lnTo>
                  <a:lnTo>
                    <a:pt x="1120149" y="70"/>
                  </a:lnTo>
                  <a:lnTo>
                    <a:pt x="1129893" y="204"/>
                  </a:lnTo>
                  <a:lnTo>
                    <a:pt x="1139637" y="402"/>
                  </a:lnTo>
                  <a:lnTo>
                    <a:pt x="1149381" y="662"/>
                  </a:lnTo>
                  <a:lnTo>
                    <a:pt x="1159110" y="983"/>
                  </a:lnTo>
                  <a:lnTo>
                    <a:pt x="1168854" y="1365"/>
                  </a:lnTo>
                  <a:lnTo>
                    <a:pt x="1178598" y="1803"/>
                  </a:lnTo>
                  <a:lnTo>
                    <a:pt x="1188341" y="2299"/>
                  </a:lnTo>
                  <a:lnTo>
                    <a:pt x="1198070" y="2852"/>
                  </a:lnTo>
                  <a:lnTo>
                    <a:pt x="1207814" y="3458"/>
                  </a:lnTo>
                  <a:lnTo>
                    <a:pt x="1217558" y="4117"/>
                  </a:lnTo>
                  <a:lnTo>
                    <a:pt x="1227302" y="4829"/>
                  </a:lnTo>
                  <a:lnTo>
                    <a:pt x="1237031" y="5592"/>
                  </a:lnTo>
                  <a:lnTo>
                    <a:pt x="1246775" y="6405"/>
                  </a:lnTo>
                  <a:lnTo>
                    <a:pt x="1256519" y="7268"/>
                  </a:lnTo>
                  <a:lnTo>
                    <a:pt x="1266263" y="8180"/>
                  </a:lnTo>
                  <a:lnTo>
                    <a:pt x="1276007" y="9139"/>
                  </a:lnTo>
                  <a:lnTo>
                    <a:pt x="1285736" y="10146"/>
                  </a:lnTo>
                  <a:lnTo>
                    <a:pt x="1295480" y="11198"/>
                  </a:lnTo>
                  <a:lnTo>
                    <a:pt x="1305224" y="12298"/>
                  </a:lnTo>
                  <a:lnTo>
                    <a:pt x="1314968" y="13442"/>
                  </a:lnTo>
                  <a:lnTo>
                    <a:pt x="1324697" y="14632"/>
                  </a:lnTo>
                  <a:lnTo>
                    <a:pt x="1334441" y="15866"/>
                  </a:lnTo>
                  <a:lnTo>
                    <a:pt x="1344185" y="17146"/>
                  </a:lnTo>
                  <a:lnTo>
                    <a:pt x="1353929" y="18469"/>
                  </a:lnTo>
                  <a:lnTo>
                    <a:pt x="1363658" y="19835"/>
                  </a:lnTo>
                  <a:lnTo>
                    <a:pt x="1373402" y="21246"/>
                  </a:lnTo>
                  <a:lnTo>
                    <a:pt x="1383146" y="22702"/>
                  </a:lnTo>
                  <a:lnTo>
                    <a:pt x="1392890" y="24200"/>
                  </a:lnTo>
                  <a:lnTo>
                    <a:pt x="1402619" y="25742"/>
                  </a:lnTo>
                  <a:lnTo>
                    <a:pt x="1412363" y="27329"/>
                  </a:lnTo>
                  <a:lnTo>
                    <a:pt x="1422106" y="28961"/>
                  </a:lnTo>
                  <a:lnTo>
                    <a:pt x="1431850" y="30635"/>
                  </a:lnTo>
                  <a:lnTo>
                    <a:pt x="1441594" y="32353"/>
                  </a:lnTo>
                  <a:lnTo>
                    <a:pt x="1451323" y="34117"/>
                  </a:lnTo>
                  <a:lnTo>
                    <a:pt x="1461067" y="35924"/>
                  </a:lnTo>
                  <a:lnTo>
                    <a:pt x="1470811" y="37778"/>
                  </a:lnTo>
                  <a:lnTo>
                    <a:pt x="1480555" y="39675"/>
                  </a:lnTo>
                  <a:lnTo>
                    <a:pt x="1490284" y="41617"/>
                  </a:lnTo>
                  <a:lnTo>
                    <a:pt x="1500028" y="43605"/>
                  </a:lnTo>
                  <a:lnTo>
                    <a:pt x="1509772" y="45639"/>
                  </a:lnTo>
                  <a:lnTo>
                    <a:pt x="1519516" y="47717"/>
                  </a:lnTo>
                  <a:lnTo>
                    <a:pt x="1529245" y="49842"/>
                  </a:lnTo>
                  <a:lnTo>
                    <a:pt x="1538989" y="52011"/>
                  </a:lnTo>
                  <a:lnTo>
                    <a:pt x="1548733" y="54226"/>
                  </a:lnTo>
                  <a:lnTo>
                    <a:pt x="1558477" y="56488"/>
                  </a:lnTo>
                  <a:lnTo>
                    <a:pt x="1568221" y="58794"/>
                  </a:lnTo>
                  <a:lnTo>
                    <a:pt x="1577950" y="61145"/>
                  </a:lnTo>
                  <a:lnTo>
                    <a:pt x="1587694" y="63543"/>
                  </a:lnTo>
                  <a:lnTo>
                    <a:pt x="1597438" y="65985"/>
                  </a:lnTo>
                  <a:lnTo>
                    <a:pt x="1607182" y="68470"/>
                  </a:lnTo>
                  <a:lnTo>
                    <a:pt x="1616911" y="71000"/>
                  </a:lnTo>
                  <a:lnTo>
                    <a:pt x="1626655" y="73573"/>
                  </a:lnTo>
                  <a:lnTo>
                    <a:pt x="1636399" y="76188"/>
                  </a:lnTo>
                  <a:lnTo>
                    <a:pt x="1646142" y="78845"/>
                  </a:lnTo>
                  <a:lnTo>
                    <a:pt x="1655872" y="81544"/>
                  </a:lnTo>
                  <a:lnTo>
                    <a:pt x="1665616" y="84282"/>
                  </a:lnTo>
                  <a:lnTo>
                    <a:pt x="1675359" y="87059"/>
                  </a:lnTo>
                  <a:lnTo>
                    <a:pt x="1685103" y="89872"/>
                  </a:lnTo>
                  <a:lnTo>
                    <a:pt x="1694832" y="92724"/>
                  </a:lnTo>
                  <a:lnTo>
                    <a:pt x="1704576" y="95608"/>
                  </a:lnTo>
                  <a:lnTo>
                    <a:pt x="1714320" y="98526"/>
                  </a:lnTo>
                  <a:lnTo>
                    <a:pt x="1724064" y="101475"/>
                  </a:lnTo>
                  <a:lnTo>
                    <a:pt x="1733808" y="104454"/>
                  </a:lnTo>
                  <a:lnTo>
                    <a:pt x="1743537" y="107459"/>
                  </a:lnTo>
                  <a:lnTo>
                    <a:pt x="1753281" y="110489"/>
                  </a:lnTo>
                  <a:lnTo>
                    <a:pt x="1763025" y="113542"/>
                  </a:lnTo>
                  <a:lnTo>
                    <a:pt x="1772769" y="116616"/>
                  </a:lnTo>
                  <a:lnTo>
                    <a:pt x="1782498" y="119707"/>
                  </a:lnTo>
                  <a:lnTo>
                    <a:pt x="1792242" y="122814"/>
                  </a:lnTo>
                  <a:lnTo>
                    <a:pt x="1801986" y="125932"/>
                  </a:lnTo>
                  <a:lnTo>
                    <a:pt x="1811730" y="129060"/>
                  </a:lnTo>
                  <a:lnTo>
                    <a:pt x="1821459" y="132194"/>
                  </a:lnTo>
                  <a:lnTo>
                    <a:pt x="1831203" y="135330"/>
                  </a:lnTo>
                  <a:lnTo>
                    <a:pt x="1840947" y="138467"/>
                  </a:lnTo>
                  <a:lnTo>
                    <a:pt x="1850691" y="141600"/>
                  </a:lnTo>
                  <a:lnTo>
                    <a:pt x="1860435" y="144724"/>
                  </a:lnTo>
                  <a:lnTo>
                    <a:pt x="1870164" y="147840"/>
                  </a:lnTo>
                  <a:lnTo>
                    <a:pt x="1879908" y="150940"/>
                  </a:lnTo>
                  <a:lnTo>
                    <a:pt x="1889652" y="154021"/>
                  </a:lnTo>
                  <a:lnTo>
                    <a:pt x="1899395" y="157082"/>
                  </a:lnTo>
                  <a:lnTo>
                    <a:pt x="1909124" y="160116"/>
                  </a:lnTo>
                  <a:lnTo>
                    <a:pt x="1918868" y="163122"/>
                  </a:lnTo>
                  <a:lnTo>
                    <a:pt x="1928612" y="166092"/>
                  </a:lnTo>
                  <a:lnTo>
                    <a:pt x="1938356" y="169028"/>
                  </a:lnTo>
                  <a:lnTo>
                    <a:pt x="1948085" y="171919"/>
                  </a:lnTo>
                  <a:lnTo>
                    <a:pt x="1957829" y="174767"/>
                  </a:lnTo>
                  <a:lnTo>
                    <a:pt x="1967573" y="177566"/>
                  </a:lnTo>
                  <a:lnTo>
                    <a:pt x="1977317" y="180312"/>
                  </a:lnTo>
                  <a:lnTo>
                    <a:pt x="1987046" y="183000"/>
                  </a:lnTo>
                  <a:lnTo>
                    <a:pt x="1996790" y="185629"/>
                  </a:lnTo>
                  <a:lnTo>
                    <a:pt x="2006534" y="188194"/>
                  </a:lnTo>
                  <a:lnTo>
                    <a:pt x="2016278" y="190689"/>
                  </a:lnTo>
                  <a:lnTo>
                    <a:pt x="2026022" y="193115"/>
                  </a:lnTo>
                  <a:lnTo>
                    <a:pt x="2035751" y="195466"/>
                  </a:lnTo>
                  <a:lnTo>
                    <a:pt x="2045495" y="197739"/>
                  </a:lnTo>
                  <a:lnTo>
                    <a:pt x="2055239" y="199931"/>
                  </a:lnTo>
                  <a:lnTo>
                    <a:pt x="2064983" y="202039"/>
                  </a:lnTo>
                  <a:lnTo>
                    <a:pt x="2074712" y="204059"/>
                  </a:lnTo>
                  <a:lnTo>
                    <a:pt x="2084456" y="205992"/>
                  </a:lnTo>
                  <a:lnTo>
                    <a:pt x="2094200" y="207830"/>
                  </a:lnTo>
                  <a:lnTo>
                    <a:pt x="2103944" y="209577"/>
                  </a:lnTo>
                  <a:lnTo>
                    <a:pt x="2113673" y="211226"/>
                  </a:lnTo>
                  <a:lnTo>
                    <a:pt x="2123417" y="212777"/>
                  </a:lnTo>
                  <a:lnTo>
                    <a:pt x="2133161" y="214228"/>
                  </a:lnTo>
                  <a:lnTo>
                    <a:pt x="2142905" y="215578"/>
                  </a:lnTo>
                  <a:lnTo>
                    <a:pt x="2152649" y="216825"/>
                  </a:lnTo>
                  <a:lnTo>
                    <a:pt x="2162377" y="217968"/>
                  </a:lnTo>
                  <a:lnTo>
                    <a:pt x="2172121" y="219008"/>
                  </a:lnTo>
                  <a:lnTo>
                    <a:pt x="2181865" y="219942"/>
                  </a:lnTo>
                  <a:lnTo>
                    <a:pt x="2191609" y="220772"/>
                  </a:lnTo>
                  <a:lnTo>
                    <a:pt x="2201338" y="221496"/>
                  </a:lnTo>
                  <a:lnTo>
                    <a:pt x="2211082" y="222117"/>
                  </a:lnTo>
                  <a:lnTo>
                    <a:pt x="2220826" y="222633"/>
                  </a:lnTo>
                  <a:lnTo>
                    <a:pt x="2230570" y="223045"/>
                  </a:lnTo>
                  <a:lnTo>
                    <a:pt x="2240299" y="223355"/>
                  </a:lnTo>
                  <a:lnTo>
                    <a:pt x="2250043" y="223564"/>
                  </a:lnTo>
                  <a:lnTo>
                    <a:pt x="2259787" y="223674"/>
                  </a:lnTo>
                  <a:lnTo>
                    <a:pt x="2269531" y="223686"/>
                  </a:lnTo>
                  <a:lnTo>
                    <a:pt x="2279260" y="223601"/>
                  </a:lnTo>
                  <a:lnTo>
                    <a:pt x="2289004" y="223424"/>
                  </a:lnTo>
                  <a:lnTo>
                    <a:pt x="2298748" y="223156"/>
                  </a:lnTo>
                  <a:lnTo>
                    <a:pt x="2308492" y="222799"/>
                  </a:lnTo>
                  <a:lnTo>
                    <a:pt x="2318236" y="222357"/>
                  </a:lnTo>
                  <a:lnTo>
                    <a:pt x="2327965" y="221834"/>
                  </a:lnTo>
                  <a:lnTo>
                    <a:pt x="2337709" y="221231"/>
                  </a:lnTo>
                  <a:lnTo>
                    <a:pt x="2347453" y="220551"/>
                  </a:lnTo>
                  <a:lnTo>
                    <a:pt x="2357197" y="219802"/>
                  </a:lnTo>
                  <a:lnTo>
                    <a:pt x="2366926" y="218982"/>
                  </a:lnTo>
                  <a:lnTo>
                    <a:pt x="2376670" y="218100"/>
                  </a:lnTo>
                  <a:lnTo>
                    <a:pt x="2386413" y="217157"/>
                  </a:lnTo>
                  <a:lnTo>
                    <a:pt x="2396157" y="216159"/>
                  </a:lnTo>
                  <a:lnTo>
                    <a:pt x="2405886" y="215109"/>
                  </a:lnTo>
                  <a:lnTo>
                    <a:pt x="2415630" y="214012"/>
                  </a:lnTo>
                  <a:lnTo>
                    <a:pt x="2425374" y="212872"/>
                  </a:lnTo>
                  <a:lnTo>
                    <a:pt x="2435118" y="211694"/>
                  </a:lnTo>
                  <a:lnTo>
                    <a:pt x="2444862" y="210482"/>
                  </a:lnTo>
                  <a:lnTo>
                    <a:pt x="2454591" y="209243"/>
                  </a:lnTo>
                  <a:lnTo>
                    <a:pt x="2464335" y="207978"/>
                  </a:lnTo>
                  <a:lnTo>
                    <a:pt x="2474079" y="206694"/>
                  </a:lnTo>
                  <a:lnTo>
                    <a:pt x="2483823" y="205393"/>
                  </a:lnTo>
                  <a:lnTo>
                    <a:pt x="2493552" y="204082"/>
                  </a:lnTo>
                  <a:lnTo>
                    <a:pt x="2503296" y="202765"/>
                  </a:lnTo>
                  <a:lnTo>
                    <a:pt x="2513040" y="201446"/>
                  </a:lnTo>
                  <a:lnTo>
                    <a:pt x="2522784" y="200131"/>
                  </a:lnTo>
                  <a:lnTo>
                    <a:pt x="2532513" y="198821"/>
                  </a:lnTo>
                  <a:lnTo>
                    <a:pt x="2542257" y="197523"/>
                  </a:lnTo>
                  <a:lnTo>
                    <a:pt x="2552001" y="196241"/>
                  </a:lnTo>
                  <a:lnTo>
                    <a:pt x="2561745" y="194976"/>
                  </a:lnTo>
                  <a:lnTo>
                    <a:pt x="2571474" y="193735"/>
                  </a:lnTo>
                  <a:lnTo>
                    <a:pt x="2581218" y="192520"/>
                  </a:lnTo>
                  <a:lnTo>
                    <a:pt x="2590962" y="191336"/>
                  </a:lnTo>
                  <a:lnTo>
                    <a:pt x="2600705" y="190184"/>
                  </a:lnTo>
                  <a:lnTo>
                    <a:pt x="2610449" y="189070"/>
                  </a:lnTo>
                  <a:lnTo>
                    <a:pt x="2620178" y="187994"/>
                  </a:lnTo>
                  <a:lnTo>
                    <a:pt x="2629922" y="186961"/>
                  </a:lnTo>
                  <a:lnTo>
                    <a:pt x="2639666" y="185974"/>
                  </a:lnTo>
                  <a:lnTo>
                    <a:pt x="2649410" y="185033"/>
                  </a:lnTo>
                  <a:lnTo>
                    <a:pt x="2659139" y="184143"/>
                  </a:lnTo>
                  <a:lnTo>
                    <a:pt x="2668883" y="183304"/>
                  </a:lnTo>
                  <a:lnTo>
                    <a:pt x="2678627" y="182519"/>
                  </a:lnTo>
                  <a:lnTo>
                    <a:pt x="2688371" y="181788"/>
                  </a:lnTo>
                  <a:lnTo>
                    <a:pt x="2698100" y="181115"/>
                  </a:lnTo>
                  <a:lnTo>
                    <a:pt x="2707844" y="180500"/>
                  </a:lnTo>
                  <a:lnTo>
                    <a:pt x="2717588" y="179944"/>
                  </a:lnTo>
                  <a:lnTo>
                    <a:pt x="2727332" y="179448"/>
                  </a:lnTo>
                  <a:lnTo>
                    <a:pt x="2737076" y="179013"/>
                  </a:lnTo>
                  <a:lnTo>
                    <a:pt x="2746805" y="178640"/>
                  </a:lnTo>
                  <a:lnTo>
                    <a:pt x="2756549" y="178329"/>
                  </a:lnTo>
                  <a:lnTo>
                    <a:pt x="2766293" y="178079"/>
                  </a:lnTo>
                  <a:lnTo>
                    <a:pt x="2776037" y="177892"/>
                  </a:lnTo>
                  <a:lnTo>
                    <a:pt x="2785766" y="177769"/>
                  </a:lnTo>
                  <a:lnTo>
                    <a:pt x="2795510" y="177708"/>
                  </a:lnTo>
                  <a:lnTo>
                    <a:pt x="2805254" y="177708"/>
                  </a:lnTo>
                  <a:lnTo>
                    <a:pt x="2814998" y="177770"/>
                  </a:lnTo>
                  <a:lnTo>
                    <a:pt x="2824727" y="177894"/>
                  </a:lnTo>
                  <a:lnTo>
                    <a:pt x="2834471" y="178079"/>
                  </a:lnTo>
                  <a:lnTo>
                    <a:pt x="2844215" y="178324"/>
                  </a:lnTo>
                  <a:lnTo>
                    <a:pt x="2853958" y="178630"/>
                  </a:lnTo>
                  <a:lnTo>
                    <a:pt x="2863687" y="178995"/>
                  </a:lnTo>
                  <a:lnTo>
                    <a:pt x="2873431" y="179420"/>
                  </a:lnTo>
                  <a:lnTo>
                    <a:pt x="2883175" y="179902"/>
                  </a:lnTo>
                  <a:lnTo>
                    <a:pt x="2892919" y="180443"/>
                  </a:lnTo>
                  <a:lnTo>
                    <a:pt x="2902663" y="181041"/>
                  </a:lnTo>
                  <a:lnTo>
                    <a:pt x="2912392" y="18169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7" name="Freeform 626">
              <a:extLst>
                <a:ext uri="{FF2B5EF4-FFF2-40B4-BE49-F238E27FC236}">
                  <a16:creationId xmlns:a16="http://schemas.microsoft.com/office/drawing/2014/main" id="{1F33E3B3-8E9D-A493-821D-9E069D75AF35}"/>
                </a:ext>
              </a:extLst>
            </p:cNvPr>
            <p:cNvSpPr/>
            <p:nvPr/>
          </p:nvSpPr>
          <p:spPr>
            <a:xfrm>
              <a:off x="576446" y="3336540"/>
              <a:ext cx="2912392" cy="273604"/>
            </a:xfrm>
            <a:custGeom>
              <a:avLst/>
              <a:gdLst>
                <a:gd name="connsiteX0" fmla="*/ 0 w 2912392"/>
                <a:gd name="connsiteY0" fmla="*/ 242716 h 273604"/>
                <a:gd name="connsiteX1" fmla="*/ 9739 w 2912392"/>
                <a:gd name="connsiteY1" fmla="*/ 241736 h 273604"/>
                <a:gd name="connsiteX2" fmla="*/ 19480 w 2912392"/>
                <a:gd name="connsiteY2" fmla="*/ 240885 h 273604"/>
                <a:gd name="connsiteX3" fmla="*/ 29221 w 2912392"/>
                <a:gd name="connsiteY3" fmla="*/ 240157 h 273604"/>
                <a:gd name="connsiteX4" fmla="*/ 38961 w 2912392"/>
                <a:gd name="connsiteY4" fmla="*/ 239552 h 273604"/>
                <a:gd name="connsiteX5" fmla="*/ 48702 w 2912392"/>
                <a:gd name="connsiteY5" fmla="*/ 239065 h 273604"/>
                <a:gd name="connsiteX6" fmla="*/ 58443 w 2912392"/>
                <a:gd name="connsiteY6" fmla="*/ 238691 h 273604"/>
                <a:gd name="connsiteX7" fmla="*/ 68182 w 2912392"/>
                <a:gd name="connsiteY7" fmla="*/ 238428 h 273604"/>
                <a:gd name="connsiteX8" fmla="*/ 77923 w 2912392"/>
                <a:gd name="connsiteY8" fmla="*/ 238273 h 273604"/>
                <a:gd name="connsiteX9" fmla="*/ 87664 w 2912392"/>
                <a:gd name="connsiteY9" fmla="*/ 238223 h 273604"/>
                <a:gd name="connsiteX10" fmla="*/ 97404 w 2912392"/>
                <a:gd name="connsiteY10" fmla="*/ 238270 h 273604"/>
                <a:gd name="connsiteX11" fmla="*/ 107145 w 2912392"/>
                <a:gd name="connsiteY11" fmla="*/ 238416 h 273604"/>
                <a:gd name="connsiteX12" fmla="*/ 116886 w 2912392"/>
                <a:gd name="connsiteY12" fmla="*/ 238652 h 273604"/>
                <a:gd name="connsiteX13" fmla="*/ 126625 w 2912392"/>
                <a:gd name="connsiteY13" fmla="*/ 238977 h 273604"/>
                <a:gd name="connsiteX14" fmla="*/ 136366 w 2912392"/>
                <a:gd name="connsiteY14" fmla="*/ 239386 h 273604"/>
                <a:gd name="connsiteX15" fmla="*/ 146107 w 2912392"/>
                <a:gd name="connsiteY15" fmla="*/ 239874 h 273604"/>
                <a:gd name="connsiteX16" fmla="*/ 155846 w 2912392"/>
                <a:gd name="connsiteY16" fmla="*/ 240438 h 273604"/>
                <a:gd name="connsiteX17" fmla="*/ 165587 w 2912392"/>
                <a:gd name="connsiteY17" fmla="*/ 241074 h 273604"/>
                <a:gd name="connsiteX18" fmla="*/ 175328 w 2912392"/>
                <a:gd name="connsiteY18" fmla="*/ 241776 h 273604"/>
                <a:gd name="connsiteX19" fmla="*/ 185068 w 2912392"/>
                <a:gd name="connsiteY19" fmla="*/ 242542 h 273604"/>
                <a:gd name="connsiteX20" fmla="*/ 194809 w 2912392"/>
                <a:gd name="connsiteY20" fmla="*/ 243366 h 273604"/>
                <a:gd name="connsiteX21" fmla="*/ 204550 w 2912392"/>
                <a:gd name="connsiteY21" fmla="*/ 244243 h 273604"/>
                <a:gd name="connsiteX22" fmla="*/ 214289 w 2912392"/>
                <a:gd name="connsiteY22" fmla="*/ 245172 h 273604"/>
                <a:gd name="connsiteX23" fmla="*/ 224030 w 2912392"/>
                <a:gd name="connsiteY23" fmla="*/ 246145 h 273604"/>
                <a:gd name="connsiteX24" fmla="*/ 233771 w 2912392"/>
                <a:gd name="connsiteY24" fmla="*/ 247159 h 273604"/>
                <a:gd name="connsiteX25" fmla="*/ 243510 w 2912392"/>
                <a:gd name="connsiteY25" fmla="*/ 248210 h 273604"/>
                <a:gd name="connsiteX26" fmla="*/ 253251 w 2912392"/>
                <a:gd name="connsiteY26" fmla="*/ 249291 h 273604"/>
                <a:gd name="connsiteX27" fmla="*/ 262992 w 2912392"/>
                <a:gd name="connsiteY27" fmla="*/ 250401 h 273604"/>
                <a:gd name="connsiteX28" fmla="*/ 272732 w 2912392"/>
                <a:gd name="connsiteY28" fmla="*/ 251532 h 273604"/>
                <a:gd name="connsiteX29" fmla="*/ 282473 w 2912392"/>
                <a:gd name="connsiteY29" fmla="*/ 252682 h 273604"/>
                <a:gd name="connsiteX30" fmla="*/ 292214 w 2912392"/>
                <a:gd name="connsiteY30" fmla="*/ 253846 h 273604"/>
                <a:gd name="connsiteX31" fmla="*/ 301953 w 2912392"/>
                <a:gd name="connsiteY31" fmla="*/ 255017 h 273604"/>
                <a:gd name="connsiteX32" fmla="*/ 311694 w 2912392"/>
                <a:gd name="connsiteY32" fmla="*/ 256194 h 273604"/>
                <a:gd name="connsiteX33" fmla="*/ 321435 w 2912392"/>
                <a:gd name="connsiteY33" fmla="*/ 257369 h 273604"/>
                <a:gd name="connsiteX34" fmla="*/ 331175 w 2912392"/>
                <a:gd name="connsiteY34" fmla="*/ 258539 h 273604"/>
                <a:gd name="connsiteX35" fmla="*/ 340916 w 2912392"/>
                <a:gd name="connsiteY35" fmla="*/ 259698 h 273604"/>
                <a:gd name="connsiteX36" fmla="*/ 350656 w 2912392"/>
                <a:gd name="connsiteY36" fmla="*/ 260842 h 273604"/>
                <a:gd name="connsiteX37" fmla="*/ 360396 w 2912392"/>
                <a:gd name="connsiteY37" fmla="*/ 261969 h 273604"/>
                <a:gd name="connsiteX38" fmla="*/ 370137 w 2912392"/>
                <a:gd name="connsiteY38" fmla="*/ 263070 h 273604"/>
                <a:gd name="connsiteX39" fmla="*/ 379878 w 2912392"/>
                <a:gd name="connsiteY39" fmla="*/ 264141 h 273604"/>
                <a:gd name="connsiteX40" fmla="*/ 389617 w 2912392"/>
                <a:gd name="connsiteY40" fmla="*/ 265180 h 273604"/>
                <a:gd name="connsiteX41" fmla="*/ 399358 w 2912392"/>
                <a:gd name="connsiteY41" fmla="*/ 266178 h 273604"/>
                <a:gd name="connsiteX42" fmla="*/ 409099 w 2912392"/>
                <a:gd name="connsiteY42" fmla="*/ 267134 h 273604"/>
                <a:gd name="connsiteX43" fmla="*/ 418839 w 2912392"/>
                <a:gd name="connsiteY43" fmla="*/ 268043 h 273604"/>
                <a:gd name="connsiteX44" fmla="*/ 428580 w 2912392"/>
                <a:gd name="connsiteY44" fmla="*/ 268900 h 273604"/>
                <a:gd name="connsiteX45" fmla="*/ 438321 w 2912392"/>
                <a:gd name="connsiteY45" fmla="*/ 269698 h 273604"/>
                <a:gd name="connsiteX46" fmla="*/ 448060 w 2912392"/>
                <a:gd name="connsiteY46" fmla="*/ 270436 h 273604"/>
                <a:gd name="connsiteX47" fmla="*/ 457801 w 2912392"/>
                <a:gd name="connsiteY47" fmla="*/ 271106 h 273604"/>
                <a:gd name="connsiteX48" fmla="*/ 467542 w 2912392"/>
                <a:gd name="connsiteY48" fmla="*/ 271708 h 273604"/>
                <a:gd name="connsiteX49" fmla="*/ 477281 w 2912392"/>
                <a:gd name="connsiteY49" fmla="*/ 272234 h 273604"/>
                <a:gd name="connsiteX50" fmla="*/ 487022 w 2912392"/>
                <a:gd name="connsiteY50" fmla="*/ 272683 h 273604"/>
                <a:gd name="connsiteX51" fmla="*/ 496763 w 2912392"/>
                <a:gd name="connsiteY51" fmla="*/ 273046 h 273604"/>
                <a:gd name="connsiteX52" fmla="*/ 506503 w 2912392"/>
                <a:gd name="connsiteY52" fmla="*/ 273325 h 273604"/>
                <a:gd name="connsiteX53" fmla="*/ 516244 w 2912392"/>
                <a:gd name="connsiteY53" fmla="*/ 273513 h 273604"/>
                <a:gd name="connsiteX54" fmla="*/ 525985 w 2912392"/>
                <a:gd name="connsiteY54" fmla="*/ 273605 h 273604"/>
                <a:gd name="connsiteX55" fmla="*/ 535724 w 2912392"/>
                <a:gd name="connsiteY55" fmla="*/ 273600 h 273604"/>
                <a:gd name="connsiteX56" fmla="*/ 545465 w 2912392"/>
                <a:gd name="connsiteY56" fmla="*/ 273495 h 273604"/>
                <a:gd name="connsiteX57" fmla="*/ 555206 w 2912392"/>
                <a:gd name="connsiteY57" fmla="*/ 273283 h 273604"/>
                <a:gd name="connsiteX58" fmla="*/ 564946 w 2912392"/>
                <a:gd name="connsiteY58" fmla="*/ 272966 h 273604"/>
                <a:gd name="connsiteX59" fmla="*/ 574687 w 2912392"/>
                <a:gd name="connsiteY59" fmla="*/ 272538 h 273604"/>
                <a:gd name="connsiteX60" fmla="*/ 584428 w 2912392"/>
                <a:gd name="connsiteY60" fmla="*/ 271997 h 273604"/>
                <a:gd name="connsiteX61" fmla="*/ 594167 w 2912392"/>
                <a:gd name="connsiteY61" fmla="*/ 271343 h 273604"/>
                <a:gd name="connsiteX62" fmla="*/ 603908 w 2912392"/>
                <a:gd name="connsiteY62" fmla="*/ 270570 h 273604"/>
                <a:gd name="connsiteX63" fmla="*/ 613649 w 2912392"/>
                <a:gd name="connsiteY63" fmla="*/ 269679 h 273604"/>
                <a:gd name="connsiteX64" fmla="*/ 623388 w 2912392"/>
                <a:gd name="connsiteY64" fmla="*/ 268669 h 273604"/>
                <a:gd name="connsiteX65" fmla="*/ 633129 w 2912392"/>
                <a:gd name="connsiteY65" fmla="*/ 267535 h 273604"/>
                <a:gd name="connsiteX66" fmla="*/ 642870 w 2912392"/>
                <a:gd name="connsiteY66" fmla="*/ 266281 h 273604"/>
                <a:gd name="connsiteX67" fmla="*/ 652610 w 2912392"/>
                <a:gd name="connsiteY67" fmla="*/ 264902 h 273604"/>
                <a:gd name="connsiteX68" fmla="*/ 662351 w 2912392"/>
                <a:gd name="connsiteY68" fmla="*/ 263401 h 273604"/>
                <a:gd name="connsiteX69" fmla="*/ 672092 w 2912392"/>
                <a:gd name="connsiteY69" fmla="*/ 261775 h 273604"/>
                <a:gd name="connsiteX70" fmla="*/ 681831 w 2912392"/>
                <a:gd name="connsiteY70" fmla="*/ 260027 h 273604"/>
                <a:gd name="connsiteX71" fmla="*/ 691572 w 2912392"/>
                <a:gd name="connsiteY71" fmla="*/ 258156 h 273604"/>
                <a:gd name="connsiteX72" fmla="*/ 701313 w 2912392"/>
                <a:gd name="connsiteY72" fmla="*/ 256164 h 273604"/>
                <a:gd name="connsiteX73" fmla="*/ 711052 w 2912392"/>
                <a:gd name="connsiteY73" fmla="*/ 254051 h 273604"/>
                <a:gd name="connsiteX74" fmla="*/ 720793 w 2912392"/>
                <a:gd name="connsiteY74" fmla="*/ 251820 h 273604"/>
                <a:gd name="connsiteX75" fmla="*/ 730534 w 2912392"/>
                <a:gd name="connsiteY75" fmla="*/ 249472 h 273604"/>
                <a:gd name="connsiteX76" fmla="*/ 740274 w 2912392"/>
                <a:gd name="connsiteY76" fmla="*/ 247009 h 273604"/>
                <a:gd name="connsiteX77" fmla="*/ 750015 w 2912392"/>
                <a:gd name="connsiteY77" fmla="*/ 244436 h 273604"/>
                <a:gd name="connsiteX78" fmla="*/ 759756 w 2912392"/>
                <a:gd name="connsiteY78" fmla="*/ 241752 h 273604"/>
                <a:gd name="connsiteX79" fmla="*/ 769495 w 2912392"/>
                <a:gd name="connsiteY79" fmla="*/ 238963 h 273604"/>
                <a:gd name="connsiteX80" fmla="*/ 779236 w 2912392"/>
                <a:gd name="connsiteY80" fmla="*/ 236074 h 273604"/>
                <a:gd name="connsiteX81" fmla="*/ 788977 w 2912392"/>
                <a:gd name="connsiteY81" fmla="*/ 233086 h 273604"/>
                <a:gd name="connsiteX82" fmla="*/ 798717 w 2912392"/>
                <a:gd name="connsiteY82" fmla="*/ 230004 h 273604"/>
                <a:gd name="connsiteX83" fmla="*/ 808458 w 2912392"/>
                <a:gd name="connsiteY83" fmla="*/ 226835 h 273604"/>
                <a:gd name="connsiteX84" fmla="*/ 818199 w 2912392"/>
                <a:gd name="connsiteY84" fmla="*/ 223582 h 273604"/>
                <a:gd name="connsiteX85" fmla="*/ 827938 w 2912392"/>
                <a:gd name="connsiteY85" fmla="*/ 220249 h 273604"/>
                <a:gd name="connsiteX86" fmla="*/ 837679 w 2912392"/>
                <a:gd name="connsiteY86" fmla="*/ 216844 h 273604"/>
                <a:gd name="connsiteX87" fmla="*/ 847420 w 2912392"/>
                <a:gd name="connsiteY87" fmla="*/ 213371 h 273604"/>
                <a:gd name="connsiteX88" fmla="*/ 857159 w 2912392"/>
                <a:gd name="connsiteY88" fmla="*/ 209836 h 273604"/>
                <a:gd name="connsiteX89" fmla="*/ 866900 w 2912392"/>
                <a:gd name="connsiteY89" fmla="*/ 206247 h 273604"/>
                <a:gd name="connsiteX90" fmla="*/ 876641 w 2912392"/>
                <a:gd name="connsiteY90" fmla="*/ 202608 h 273604"/>
                <a:gd name="connsiteX91" fmla="*/ 886381 w 2912392"/>
                <a:gd name="connsiteY91" fmla="*/ 198928 h 273604"/>
                <a:gd name="connsiteX92" fmla="*/ 896122 w 2912392"/>
                <a:gd name="connsiteY92" fmla="*/ 195212 h 273604"/>
                <a:gd name="connsiteX93" fmla="*/ 905863 w 2912392"/>
                <a:gd name="connsiteY93" fmla="*/ 191468 h 273604"/>
                <a:gd name="connsiteX94" fmla="*/ 915602 w 2912392"/>
                <a:gd name="connsiteY94" fmla="*/ 187703 h 273604"/>
                <a:gd name="connsiteX95" fmla="*/ 925343 w 2912392"/>
                <a:gd name="connsiteY95" fmla="*/ 183923 h 273604"/>
                <a:gd name="connsiteX96" fmla="*/ 935084 w 2912392"/>
                <a:gd name="connsiteY96" fmla="*/ 180138 h 273604"/>
                <a:gd name="connsiteX97" fmla="*/ 944824 w 2912392"/>
                <a:gd name="connsiteY97" fmla="*/ 176353 h 273604"/>
                <a:gd name="connsiteX98" fmla="*/ 954564 w 2912392"/>
                <a:gd name="connsiteY98" fmla="*/ 172576 h 273604"/>
                <a:gd name="connsiteX99" fmla="*/ 964305 w 2912392"/>
                <a:gd name="connsiteY99" fmla="*/ 168814 h 273604"/>
                <a:gd name="connsiteX100" fmla="*/ 974045 w 2912392"/>
                <a:gd name="connsiteY100" fmla="*/ 165076 h 273604"/>
                <a:gd name="connsiteX101" fmla="*/ 983786 w 2912392"/>
                <a:gd name="connsiteY101" fmla="*/ 161368 h 273604"/>
                <a:gd name="connsiteX102" fmla="*/ 993522 w 2912392"/>
                <a:gd name="connsiteY102" fmla="*/ 157698 h 273604"/>
                <a:gd name="connsiteX103" fmla="*/ 1003266 w 2912392"/>
                <a:gd name="connsiteY103" fmla="*/ 154075 h 273604"/>
                <a:gd name="connsiteX104" fmla="*/ 1013010 w 2912392"/>
                <a:gd name="connsiteY104" fmla="*/ 150502 h 273604"/>
                <a:gd name="connsiteX105" fmla="*/ 1022754 w 2912392"/>
                <a:gd name="connsiteY105" fmla="*/ 146990 h 273604"/>
                <a:gd name="connsiteX106" fmla="*/ 1032483 w 2912392"/>
                <a:gd name="connsiteY106" fmla="*/ 143546 h 273604"/>
                <a:gd name="connsiteX107" fmla="*/ 1042227 w 2912392"/>
                <a:gd name="connsiteY107" fmla="*/ 140174 h 273604"/>
                <a:gd name="connsiteX108" fmla="*/ 1051971 w 2912392"/>
                <a:gd name="connsiteY108" fmla="*/ 136883 h 273604"/>
                <a:gd name="connsiteX109" fmla="*/ 1061715 w 2912392"/>
                <a:gd name="connsiteY109" fmla="*/ 133678 h 273604"/>
                <a:gd name="connsiteX110" fmla="*/ 1071444 w 2912392"/>
                <a:gd name="connsiteY110" fmla="*/ 130567 h 273604"/>
                <a:gd name="connsiteX111" fmla="*/ 1081188 w 2912392"/>
                <a:gd name="connsiteY111" fmla="*/ 127556 h 273604"/>
                <a:gd name="connsiteX112" fmla="*/ 1090932 w 2912392"/>
                <a:gd name="connsiteY112" fmla="*/ 124649 h 273604"/>
                <a:gd name="connsiteX113" fmla="*/ 1100676 w 2912392"/>
                <a:gd name="connsiteY113" fmla="*/ 121853 h 273604"/>
                <a:gd name="connsiteX114" fmla="*/ 1110405 w 2912392"/>
                <a:gd name="connsiteY114" fmla="*/ 119172 h 273604"/>
                <a:gd name="connsiteX115" fmla="*/ 1120149 w 2912392"/>
                <a:gd name="connsiteY115" fmla="*/ 116613 h 273604"/>
                <a:gd name="connsiteX116" fmla="*/ 1129893 w 2912392"/>
                <a:gd name="connsiteY116" fmla="*/ 114178 h 273604"/>
                <a:gd name="connsiteX117" fmla="*/ 1139637 w 2912392"/>
                <a:gd name="connsiteY117" fmla="*/ 111873 h 273604"/>
                <a:gd name="connsiteX118" fmla="*/ 1149381 w 2912392"/>
                <a:gd name="connsiteY118" fmla="*/ 109703 h 273604"/>
                <a:gd name="connsiteX119" fmla="*/ 1159110 w 2912392"/>
                <a:gd name="connsiteY119" fmla="*/ 107670 h 273604"/>
                <a:gd name="connsiteX120" fmla="*/ 1168854 w 2912392"/>
                <a:gd name="connsiteY120" fmla="*/ 105778 h 273604"/>
                <a:gd name="connsiteX121" fmla="*/ 1178598 w 2912392"/>
                <a:gd name="connsiteY121" fmla="*/ 104029 h 273604"/>
                <a:gd name="connsiteX122" fmla="*/ 1188341 w 2912392"/>
                <a:gd name="connsiteY122" fmla="*/ 102426 h 273604"/>
                <a:gd name="connsiteX123" fmla="*/ 1198070 w 2912392"/>
                <a:gd name="connsiteY123" fmla="*/ 100972 h 273604"/>
                <a:gd name="connsiteX124" fmla="*/ 1207814 w 2912392"/>
                <a:gd name="connsiteY124" fmla="*/ 99668 h 273604"/>
                <a:gd name="connsiteX125" fmla="*/ 1217558 w 2912392"/>
                <a:gd name="connsiteY125" fmla="*/ 98515 h 273604"/>
                <a:gd name="connsiteX126" fmla="*/ 1227302 w 2912392"/>
                <a:gd name="connsiteY126" fmla="*/ 97517 h 273604"/>
                <a:gd name="connsiteX127" fmla="*/ 1237031 w 2912392"/>
                <a:gd name="connsiteY127" fmla="*/ 96671 h 273604"/>
                <a:gd name="connsiteX128" fmla="*/ 1246775 w 2912392"/>
                <a:gd name="connsiteY128" fmla="*/ 95978 h 273604"/>
                <a:gd name="connsiteX129" fmla="*/ 1256519 w 2912392"/>
                <a:gd name="connsiteY129" fmla="*/ 95440 h 273604"/>
                <a:gd name="connsiteX130" fmla="*/ 1266263 w 2912392"/>
                <a:gd name="connsiteY130" fmla="*/ 95055 h 273604"/>
                <a:gd name="connsiteX131" fmla="*/ 1276007 w 2912392"/>
                <a:gd name="connsiteY131" fmla="*/ 94823 h 273604"/>
                <a:gd name="connsiteX132" fmla="*/ 1285736 w 2912392"/>
                <a:gd name="connsiteY132" fmla="*/ 94741 h 273604"/>
                <a:gd name="connsiteX133" fmla="*/ 1295480 w 2912392"/>
                <a:gd name="connsiteY133" fmla="*/ 94811 h 273604"/>
                <a:gd name="connsiteX134" fmla="*/ 1305224 w 2912392"/>
                <a:gd name="connsiteY134" fmla="*/ 95029 h 273604"/>
                <a:gd name="connsiteX135" fmla="*/ 1314968 w 2912392"/>
                <a:gd name="connsiteY135" fmla="*/ 95392 h 273604"/>
                <a:gd name="connsiteX136" fmla="*/ 1324697 w 2912392"/>
                <a:gd name="connsiteY136" fmla="*/ 95899 h 273604"/>
                <a:gd name="connsiteX137" fmla="*/ 1334441 w 2912392"/>
                <a:gd name="connsiteY137" fmla="*/ 96547 h 273604"/>
                <a:gd name="connsiteX138" fmla="*/ 1344185 w 2912392"/>
                <a:gd name="connsiteY138" fmla="*/ 97332 h 273604"/>
                <a:gd name="connsiteX139" fmla="*/ 1353929 w 2912392"/>
                <a:gd name="connsiteY139" fmla="*/ 98253 h 273604"/>
                <a:gd name="connsiteX140" fmla="*/ 1363658 w 2912392"/>
                <a:gd name="connsiteY140" fmla="*/ 99303 h 273604"/>
                <a:gd name="connsiteX141" fmla="*/ 1373402 w 2912392"/>
                <a:gd name="connsiteY141" fmla="*/ 100482 h 273604"/>
                <a:gd name="connsiteX142" fmla="*/ 1383146 w 2912392"/>
                <a:gd name="connsiteY142" fmla="*/ 101782 h 273604"/>
                <a:gd name="connsiteX143" fmla="*/ 1392890 w 2912392"/>
                <a:gd name="connsiteY143" fmla="*/ 103201 h 273604"/>
                <a:gd name="connsiteX144" fmla="*/ 1402619 w 2912392"/>
                <a:gd name="connsiteY144" fmla="*/ 104732 h 273604"/>
                <a:gd name="connsiteX145" fmla="*/ 1412363 w 2912392"/>
                <a:gd name="connsiteY145" fmla="*/ 106374 h 273604"/>
                <a:gd name="connsiteX146" fmla="*/ 1422106 w 2912392"/>
                <a:gd name="connsiteY146" fmla="*/ 108119 h 273604"/>
                <a:gd name="connsiteX147" fmla="*/ 1431850 w 2912392"/>
                <a:gd name="connsiteY147" fmla="*/ 109963 h 273604"/>
                <a:gd name="connsiteX148" fmla="*/ 1441594 w 2912392"/>
                <a:gd name="connsiteY148" fmla="*/ 111900 h 273604"/>
                <a:gd name="connsiteX149" fmla="*/ 1451323 w 2912392"/>
                <a:gd name="connsiteY149" fmla="*/ 113925 h 273604"/>
                <a:gd name="connsiteX150" fmla="*/ 1461067 w 2912392"/>
                <a:gd name="connsiteY150" fmla="*/ 116030 h 273604"/>
                <a:gd name="connsiteX151" fmla="*/ 1470811 w 2912392"/>
                <a:gd name="connsiteY151" fmla="*/ 118214 h 273604"/>
                <a:gd name="connsiteX152" fmla="*/ 1480555 w 2912392"/>
                <a:gd name="connsiteY152" fmla="*/ 120467 h 273604"/>
                <a:gd name="connsiteX153" fmla="*/ 1490284 w 2912392"/>
                <a:gd name="connsiteY153" fmla="*/ 122784 h 273604"/>
                <a:gd name="connsiteX154" fmla="*/ 1500028 w 2912392"/>
                <a:gd name="connsiteY154" fmla="*/ 125160 h 273604"/>
                <a:gd name="connsiteX155" fmla="*/ 1509772 w 2912392"/>
                <a:gd name="connsiteY155" fmla="*/ 127587 h 273604"/>
                <a:gd name="connsiteX156" fmla="*/ 1519516 w 2912392"/>
                <a:gd name="connsiteY156" fmla="*/ 130061 h 273604"/>
                <a:gd name="connsiteX157" fmla="*/ 1529245 w 2912392"/>
                <a:gd name="connsiteY157" fmla="*/ 132574 h 273604"/>
                <a:gd name="connsiteX158" fmla="*/ 1538989 w 2912392"/>
                <a:gd name="connsiteY158" fmla="*/ 135120 h 273604"/>
                <a:gd name="connsiteX159" fmla="*/ 1548733 w 2912392"/>
                <a:gd name="connsiteY159" fmla="*/ 137693 h 273604"/>
                <a:gd name="connsiteX160" fmla="*/ 1558477 w 2912392"/>
                <a:gd name="connsiteY160" fmla="*/ 140286 h 273604"/>
                <a:gd name="connsiteX161" fmla="*/ 1568221 w 2912392"/>
                <a:gd name="connsiteY161" fmla="*/ 142893 h 273604"/>
                <a:gd name="connsiteX162" fmla="*/ 1577950 w 2912392"/>
                <a:gd name="connsiteY162" fmla="*/ 145509 h 273604"/>
                <a:gd name="connsiteX163" fmla="*/ 1587694 w 2912392"/>
                <a:gd name="connsiteY163" fmla="*/ 148126 h 273604"/>
                <a:gd name="connsiteX164" fmla="*/ 1597438 w 2912392"/>
                <a:gd name="connsiteY164" fmla="*/ 150737 h 273604"/>
                <a:gd name="connsiteX165" fmla="*/ 1607182 w 2912392"/>
                <a:gd name="connsiteY165" fmla="*/ 153339 h 273604"/>
                <a:gd name="connsiteX166" fmla="*/ 1616911 w 2912392"/>
                <a:gd name="connsiteY166" fmla="*/ 155922 h 273604"/>
                <a:gd name="connsiteX167" fmla="*/ 1626655 w 2912392"/>
                <a:gd name="connsiteY167" fmla="*/ 158482 h 273604"/>
                <a:gd name="connsiteX168" fmla="*/ 1636399 w 2912392"/>
                <a:gd name="connsiteY168" fmla="*/ 161013 h 273604"/>
                <a:gd name="connsiteX169" fmla="*/ 1646142 w 2912392"/>
                <a:gd name="connsiteY169" fmla="*/ 163509 h 273604"/>
                <a:gd name="connsiteX170" fmla="*/ 1655872 w 2912392"/>
                <a:gd name="connsiteY170" fmla="*/ 165963 h 273604"/>
                <a:gd name="connsiteX171" fmla="*/ 1665616 w 2912392"/>
                <a:gd name="connsiteY171" fmla="*/ 168370 h 273604"/>
                <a:gd name="connsiteX172" fmla="*/ 1675359 w 2912392"/>
                <a:gd name="connsiteY172" fmla="*/ 170726 h 273604"/>
                <a:gd name="connsiteX173" fmla="*/ 1685103 w 2912392"/>
                <a:gd name="connsiteY173" fmla="*/ 173022 h 273604"/>
                <a:gd name="connsiteX174" fmla="*/ 1694832 w 2912392"/>
                <a:gd name="connsiteY174" fmla="*/ 175255 h 273604"/>
                <a:gd name="connsiteX175" fmla="*/ 1704576 w 2912392"/>
                <a:gd name="connsiteY175" fmla="*/ 177422 h 273604"/>
                <a:gd name="connsiteX176" fmla="*/ 1714320 w 2912392"/>
                <a:gd name="connsiteY176" fmla="*/ 179512 h 273604"/>
                <a:gd name="connsiteX177" fmla="*/ 1724064 w 2912392"/>
                <a:gd name="connsiteY177" fmla="*/ 181525 h 273604"/>
                <a:gd name="connsiteX178" fmla="*/ 1733808 w 2912392"/>
                <a:gd name="connsiteY178" fmla="*/ 183454 h 273604"/>
                <a:gd name="connsiteX179" fmla="*/ 1743537 w 2912392"/>
                <a:gd name="connsiteY179" fmla="*/ 185296 h 273604"/>
                <a:gd name="connsiteX180" fmla="*/ 1753281 w 2912392"/>
                <a:gd name="connsiteY180" fmla="*/ 187046 h 273604"/>
                <a:gd name="connsiteX181" fmla="*/ 1763025 w 2912392"/>
                <a:gd name="connsiteY181" fmla="*/ 188699 h 273604"/>
                <a:gd name="connsiteX182" fmla="*/ 1772769 w 2912392"/>
                <a:gd name="connsiteY182" fmla="*/ 190253 h 273604"/>
                <a:gd name="connsiteX183" fmla="*/ 1782498 w 2912392"/>
                <a:gd name="connsiteY183" fmla="*/ 191701 h 273604"/>
                <a:gd name="connsiteX184" fmla="*/ 1792242 w 2912392"/>
                <a:gd name="connsiteY184" fmla="*/ 193043 h 273604"/>
                <a:gd name="connsiteX185" fmla="*/ 1801986 w 2912392"/>
                <a:gd name="connsiteY185" fmla="*/ 194274 h 273604"/>
                <a:gd name="connsiteX186" fmla="*/ 1811730 w 2912392"/>
                <a:gd name="connsiteY186" fmla="*/ 195391 h 273604"/>
                <a:gd name="connsiteX187" fmla="*/ 1821459 w 2912392"/>
                <a:gd name="connsiteY187" fmla="*/ 196392 h 273604"/>
                <a:gd name="connsiteX188" fmla="*/ 1831203 w 2912392"/>
                <a:gd name="connsiteY188" fmla="*/ 197273 h 273604"/>
                <a:gd name="connsiteX189" fmla="*/ 1840947 w 2912392"/>
                <a:gd name="connsiteY189" fmla="*/ 198034 h 273604"/>
                <a:gd name="connsiteX190" fmla="*/ 1850691 w 2912392"/>
                <a:gd name="connsiteY190" fmla="*/ 198670 h 273604"/>
                <a:gd name="connsiteX191" fmla="*/ 1860435 w 2912392"/>
                <a:gd name="connsiteY191" fmla="*/ 199181 h 273604"/>
                <a:gd name="connsiteX192" fmla="*/ 1870164 w 2912392"/>
                <a:gd name="connsiteY192" fmla="*/ 199567 h 273604"/>
                <a:gd name="connsiteX193" fmla="*/ 1879908 w 2912392"/>
                <a:gd name="connsiteY193" fmla="*/ 199825 h 273604"/>
                <a:gd name="connsiteX194" fmla="*/ 1889652 w 2912392"/>
                <a:gd name="connsiteY194" fmla="*/ 199953 h 273604"/>
                <a:gd name="connsiteX195" fmla="*/ 1899395 w 2912392"/>
                <a:gd name="connsiteY195" fmla="*/ 199953 h 273604"/>
                <a:gd name="connsiteX196" fmla="*/ 1909124 w 2912392"/>
                <a:gd name="connsiteY196" fmla="*/ 199822 h 273604"/>
                <a:gd name="connsiteX197" fmla="*/ 1918868 w 2912392"/>
                <a:gd name="connsiteY197" fmla="*/ 199563 h 273604"/>
                <a:gd name="connsiteX198" fmla="*/ 1928612 w 2912392"/>
                <a:gd name="connsiteY198" fmla="*/ 199174 h 273604"/>
                <a:gd name="connsiteX199" fmla="*/ 1938356 w 2912392"/>
                <a:gd name="connsiteY199" fmla="*/ 198656 h 273604"/>
                <a:gd name="connsiteX200" fmla="*/ 1948085 w 2912392"/>
                <a:gd name="connsiteY200" fmla="*/ 198010 h 273604"/>
                <a:gd name="connsiteX201" fmla="*/ 1957829 w 2912392"/>
                <a:gd name="connsiteY201" fmla="*/ 197237 h 273604"/>
                <a:gd name="connsiteX202" fmla="*/ 1967573 w 2912392"/>
                <a:gd name="connsiteY202" fmla="*/ 196340 h 273604"/>
                <a:gd name="connsiteX203" fmla="*/ 1977317 w 2912392"/>
                <a:gd name="connsiteY203" fmla="*/ 195318 h 273604"/>
                <a:gd name="connsiteX204" fmla="*/ 1987046 w 2912392"/>
                <a:gd name="connsiteY204" fmla="*/ 194174 h 273604"/>
                <a:gd name="connsiteX205" fmla="*/ 1996790 w 2912392"/>
                <a:gd name="connsiteY205" fmla="*/ 192912 h 273604"/>
                <a:gd name="connsiteX206" fmla="*/ 2006534 w 2912392"/>
                <a:gd name="connsiteY206" fmla="*/ 191532 h 273604"/>
                <a:gd name="connsiteX207" fmla="*/ 2016278 w 2912392"/>
                <a:gd name="connsiteY207" fmla="*/ 190038 h 273604"/>
                <a:gd name="connsiteX208" fmla="*/ 2026022 w 2912392"/>
                <a:gd name="connsiteY208" fmla="*/ 188433 h 273604"/>
                <a:gd name="connsiteX209" fmla="*/ 2035751 w 2912392"/>
                <a:gd name="connsiteY209" fmla="*/ 186722 h 273604"/>
                <a:gd name="connsiteX210" fmla="*/ 2045495 w 2912392"/>
                <a:gd name="connsiteY210" fmla="*/ 184905 h 273604"/>
                <a:gd name="connsiteX211" fmla="*/ 2055239 w 2912392"/>
                <a:gd name="connsiteY211" fmla="*/ 182988 h 273604"/>
                <a:gd name="connsiteX212" fmla="*/ 2064983 w 2912392"/>
                <a:gd name="connsiteY212" fmla="*/ 180975 h 273604"/>
                <a:gd name="connsiteX213" fmla="*/ 2074712 w 2912392"/>
                <a:gd name="connsiteY213" fmla="*/ 178870 h 273604"/>
                <a:gd name="connsiteX214" fmla="*/ 2084456 w 2912392"/>
                <a:gd name="connsiteY214" fmla="*/ 176677 h 273604"/>
                <a:gd name="connsiteX215" fmla="*/ 2094200 w 2912392"/>
                <a:gd name="connsiteY215" fmla="*/ 174400 h 273604"/>
                <a:gd name="connsiteX216" fmla="*/ 2103944 w 2912392"/>
                <a:gd name="connsiteY216" fmla="*/ 172046 h 273604"/>
                <a:gd name="connsiteX217" fmla="*/ 2113673 w 2912392"/>
                <a:gd name="connsiteY217" fmla="*/ 169617 h 273604"/>
                <a:gd name="connsiteX218" fmla="*/ 2123417 w 2912392"/>
                <a:gd name="connsiteY218" fmla="*/ 167120 h 273604"/>
                <a:gd name="connsiteX219" fmla="*/ 2133161 w 2912392"/>
                <a:gd name="connsiteY219" fmla="*/ 164559 h 273604"/>
                <a:gd name="connsiteX220" fmla="*/ 2142905 w 2912392"/>
                <a:gd name="connsiteY220" fmla="*/ 161941 h 273604"/>
                <a:gd name="connsiteX221" fmla="*/ 2152649 w 2912392"/>
                <a:gd name="connsiteY221" fmla="*/ 159269 h 273604"/>
                <a:gd name="connsiteX222" fmla="*/ 2162377 w 2912392"/>
                <a:gd name="connsiteY222" fmla="*/ 156550 h 273604"/>
                <a:gd name="connsiteX223" fmla="*/ 2172121 w 2912392"/>
                <a:gd name="connsiteY223" fmla="*/ 153787 h 273604"/>
                <a:gd name="connsiteX224" fmla="*/ 2181865 w 2912392"/>
                <a:gd name="connsiteY224" fmla="*/ 150989 h 273604"/>
                <a:gd name="connsiteX225" fmla="*/ 2191609 w 2912392"/>
                <a:gd name="connsiteY225" fmla="*/ 148158 h 273604"/>
                <a:gd name="connsiteX226" fmla="*/ 2201338 w 2912392"/>
                <a:gd name="connsiteY226" fmla="*/ 145302 h 273604"/>
                <a:gd name="connsiteX227" fmla="*/ 2211082 w 2912392"/>
                <a:gd name="connsiteY227" fmla="*/ 142425 h 273604"/>
                <a:gd name="connsiteX228" fmla="*/ 2220826 w 2912392"/>
                <a:gd name="connsiteY228" fmla="*/ 139533 h 273604"/>
                <a:gd name="connsiteX229" fmla="*/ 2230570 w 2912392"/>
                <a:gd name="connsiteY229" fmla="*/ 136630 h 273604"/>
                <a:gd name="connsiteX230" fmla="*/ 2240299 w 2912392"/>
                <a:gd name="connsiteY230" fmla="*/ 133723 h 273604"/>
                <a:gd name="connsiteX231" fmla="*/ 2250043 w 2912392"/>
                <a:gd name="connsiteY231" fmla="*/ 130814 h 273604"/>
                <a:gd name="connsiteX232" fmla="*/ 2259787 w 2912392"/>
                <a:gd name="connsiteY232" fmla="*/ 127911 h 273604"/>
                <a:gd name="connsiteX233" fmla="*/ 2269531 w 2912392"/>
                <a:gd name="connsiteY233" fmla="*/ 125016 h 273604"/>
                <a:gd name="connsiteX234" fmla="*/ 2279260 w 2912392"/>
                <a:gd name="connsiteY234" fmla="*/ 122137 h 273604"/>
                <a:gd name="connsiteX235" fmla="*/ 2289004 w 2912392"/>
                <a:gd name="connsiteY235" fmla="*/ 119275 h 273604"/>
                <a:gd name="connsiteX236" fmla="*/ 2298748 w 2912392"/>
                <a:gd name="connsiteY236" fmla="*/ 116435 h 273604"/>
                <a:gd name="connsiteX237" fmla="*/ 2308492 w 2912392"/>
                <a:gd name="connsiteY237" fmla="*/ 113624 h 273604"/>
                <a:gd name="connsiteX238" fmla="*/ 2318236 w 2912392"/>
                <a:gd name="connsiteY238" fmla="*/ 110842 h 273604"/>
                <a:gd name="connsiteX239" fmla="*/ 2327965 w 2912392"/>
                <a:gd name="connsiteY239" fmla="*/ 108094 h 273604"/>
                <a:gd name="connsiteX240" fmla="*/ 2337709 w 2912392"/>
                <a:gd name="connsiteY240" fmla="*/ 105383 h 273604"/>
                <a:gd name="connsiteX241" fmla="*/ 2347453 w 2912392"/>
                <a:gd name="connsiteY241" fmla="*/ 102714 h 273604"/>
                <a:gd name="connsiteX242" fmla="*/ 2357197 w 2912392"/>
                <a:gd name="connsiteY242" fmla="*/ 100085 h 273604"/>
                <a:gd name="connsiteX243" fmla="*/ 2366926 w 2912392"/>
                <a:gd name="connsiteY243" fmla="*/ 97503 h 273604"/>
                <a:gd name="connsiteX244" fmla="*/ 2376670 w 2912392"/>
                <a:gd name="connsiteY244" fmla="*/ 94969 h 273604"/>
                <a:gd name="connsiteX245" fmla="*/ 2386413 w 2912392"/>
                <a:gd name="connsiteY245" fmla="*/ 92485 h 273604"/>
                <a:gd name="connsiteX246" fmla="*/ 2396157 w 2912392"/>
                <a:gd name="connsiteY246" fmla="*/ 90052 h 273604"/>
                <a:gd name="connsiteX247" fmla="*/ 2405886 w 2912392"/>
                <a:gd name="connsiteY247" fmla="*/ 87672 h 273604"/>
                <a:gd name="connsiteX248" fmla="*/ 2415630 w 2912392"/>
                <a:gd name="connsiteY248" fmla="*/ 85346 h 273604"/>
                <a:gd name="connsiteX249" fmla="*/ 2425374 w 2912392"/>
                <a:gd name="connsiteY249" fmla="*/ 83074 h 273604"/>
                <a:gd name="connsiteX250" fmla="*/ 2435118 w 2912392"/>
                <a:gd name="connsiteY250" fmla="*/ 80857 h 273604"/>
                <a:gd name="connsiteX251" fmla="*/ 2444862 w 2912392"/>
                <a:gd name="connsiteY251" fmla="*/ 78695 h 273604"/>
                <a:gd name="connsiteX252" fmla="*/ 2454591 w 2912392"/>
                <a:gd name="connsiteY252" fmla="*/ 76588 h 273604"/>
                <a:gd name="connsiteX253" fmla="*/ 2464335 w 2912392"/>
                <a:gd name="connsiteY253" fmla="*/ 74537 h 273604"/>
                <a:gd name="connsiteX254" fmla="*/ 2474079 w 2912392"/>
                <a:gd name="connsiteY254" fmla="*/ 72540 h 273604"/>
                <a:gd name="connsiteX255" fmla="*/ 2483823 w 2912392"/>
                <a:gd name="connsiteY255" fmla="*/ 70596 h 273604"/>
                <a:gd name="connsiteX256" fmla="*/ 2493552 w 2912392"/>
                <a:gd name="connsiteY256" fmla="*/ 68704 h 273604"/>
                <a:gd name="connsiteX257" fmla="*/ 2503296 w 2912392"/>
                <a:gd name="connsiteY257" fmla="*/ 66864 h 273604"/>
                <a:gd name="connsiteX258" fmla="*/ 2513040 w 2912392"/>
                <a:gd name="connsiteY258" fmla="*/ 65071 h 273604"/>
                <a:gd name="connsiteX259" fmla="*/ 2522784 w 2912392"/>
                <a:gd name="connsiteY259" fmla="*/ 63328 h 273604"/>
                <a:gd name="connsiteX260" fmla="*/ 2532513 w 2912392"/>
                <a:gd name="connsiteY260" fmla="*/ 61628 h 273604"/>
                <a:gd name="connsiteX261" fmla="*/ 2542257 w 2912392"/>
                <a:gd name="connsiteY261" fmla="*/ 59973 h 273604"/>
                <a:gd name="connsiteX262" fmla="*/ 2552001 w 2912392"/>
                <a:gd name="connsiteY262" fmla="*/ 58358 h 273604"/>
                <a:gd name="connsiteX263" fmla="*/ 2561745 w 2912392"/>
                <a:gd name="connsiteY263" fmla="*/ 56780 h 273604"/>
                <a:gd name="connsiteX264" fmla="*/ 2571474 w 2912392"/>
                <a:gd name="connsiteY264" fmla="*/ 55238 h 273604"/>
                <a:gd name="connsiteX265" fmla="*/ 2581218 w 2912392"/>
                <a:gd name="connsiteY265" fmla="*/ 53729 h 273604"/>
                <a:gd name="connsiteX266" fmla="*/ 2590962 w 2912392"/>
                <a:gd name="connsiteY266" fmla="*/ 52249 h 273604"/>
                <a:gd name="connsiteX267" fmla="*/ 2600705 w 2912392"/>
                <a:gd name="connsiteY267" fmla="*/ 50795 h 273604"/>
                <a:gd name="connsiteX268" fmla="*/ 2610449 w 2912392"/>
                <a:gd name="connsiteY268" fmla="*/ 49365 h 273604"/>
                <a:gd name="connsiteX269" fmla="*/ 2620178 w 2912392"/>
                <a:gd name="connsiteY269" fmla="*/ 47954 h 273604"/>
                <a:gd name="connsiteX270" fmla="*/ 2629922 w 2912392"/>
                <a:gd name="connsiteY270" fmla="*/ 46559 h 273604"/>
                <a:gd name="connsiteX271" fmla="*/ 2639666 w 2912392"/>
                <a:gd name="connsiteY271" fmla="*/ 45178 h 273604"/>
                <a:gd name="connsiteX272" fmla="*/ 2649410 w 2912392"/>
                <a:gd name="connsiteY272" fmla="*/ 43806 h 273604"/>
                <a:gd name="connsiteX273" fmla="*/ 2659139 w 2912392"/>
                <a:gd name="connsiteY273" fmla="*/ 42441 h 273604"/>
                <a:gd name="connsiteX274" fmla="*/ 2668883 w 2912392"/>
                <a:gd name="connsiteY274" fmla="*/ 41079 h 273604"/>
                <a:gd name="connsiteX275" fmla="*/ 2678627 w 2912392"/>
                <a:gd name="connsiteY275" fmla="*/ 39718 h 273604"/>
                <a:gd name="connsiteX276" fmla="*/ 2688371 w 2912392"/>
                <a:gd name="connsiteY276" fmla="*/ 38351 h 273604"/>
                <a:gd name="connsiteX277" fmla="*/ 2698100 w 2912392"/>
                <a:gd name="connsiteY277" fmla="*/ 36978 h 273604"/>
                <a:gd name="connsiteX278" fmla="*/ 2707844 w 2912392"/>
                <a:gd name="connsiteY278" fmla="*/ 35595 h 273604"/>
                <a:gd name="connsiteX279" fmla="*/ 2717588 w 2912392"/>
                <a:gd name="connsiteY279" fmla="*/ 34199 h 273604"/>
                <a:gd name="connsiteX280" fmla="*/ 2727332 w 2912392"/>
                <a:gd name="connsiteY280" fmla="*/ 32788 h 273604"/>
                <a:gd name="connsiteX281" fmla="*/ 2737076 w 2912392"/>
                <a:gd name="connsiteY281" fmla="*/ 31356 h 273604"/>
                <a:gd name="connsiteX282" fmla="*/ 2746805 w 2912392"/>
                <a:gd name="connsiteY282" fmla="*/ 29904 h 273604"/>
                <a:gd name="connsiteX283" fmla="*/ 2756549 w 2912392"/>
                <a:gd name="connsiteY283" fmla="*/ 28427 h 273604"/>
                <a:gd name="connsiteX284" fmla="*/ 2766293 w 2912392"/>
                <a:gd name="connsiteY284" fmla="*/ 26924 h 273604"/>
                <a:gd name="connsiteX285" fmla="*/ 2776037 w 2912392"/>
                <a:gd name="connsiteY285" fmla="*/ 25392 h 273604"/>
                <a:gd name="connsiteX286" fmla="*/ 2785766 w 2912392"/>
                <a:gd name="connsiteY286" fmla="*/ 23828 h 273604"/>
                <a:gd name="connsiteX287" fmla="*/ 2795510 w 2912392"/>
                <a:gd name="connsiteY287" fmla="*/ 22232 h 273604"/>
                <a:gd name="connsiteX288" fmla="*/ 2805254 w 2912392"/>
                <a:gd name="connsiteY288" fmla="*/ 20599 h 273604"/>
                <a:gd name="connsiteX289" fmla="*/ 2814998 w 2912392"/>
                <a:gd name="connsiteY289" fmla="*/ 18932 h 273604"/>
                <a:gd name="connsiteX290" fmla="*/ 2824727 w 2912392"/>
                <a:gd name="connsiteY290" fmla="*/ 17225 h 273604"/>
                <a:gd name="connsiteX291" fmla="*/ 2834471 w 2912392"/>
                <a:gd name="connsiteY291" fmla="*/ 15480 h 273604"/>
                <a:gd name="connsiteX292" fmla="*/ 2844215 w 2912392"/>
                <a:gd name="connsiteY292" fmla="*/ 13694 h 273604"/>
                <a:gd name="connsiteX293" fmla="*/ 2853958 w 2912392"/>
                <a:gd name="connsiteY293" fmla="*/ 11866 h 273604"/>
                <a:gd name="connsiteX294" fmla="*/ 2863687 w 2912392"/>
                <a:gd name="connsiteY294" fmla="*/ 9996 h 273604"/>
                <a:gd name="connsiteX295" fmla="*/ 2873431 w 2912392"/>
                <a:gd name="connsiteY295" fmla="*/ 8084 h 273604"/>
                <a:gd name="connsiteX296" fmla="*/ 2883175 w 2912392"/>
                <a:gd name="connsiteY296" fmla="*/ 6128 h 273604"/>
                <a:gd name="connsiteX297" fmla="*/ 2892919 w 2912392"/>
                <a:gd name="connsiteY297" fmla="*/ 4129 h 273604"/>
                <a:gd name="connsiteX298" fmla="*/ 2902663 w 2912392"/>
                <a:gd name="connsiteY298" fmla="*/ 2086 h 273604"/>
                <a:gd name="connsiteX299" fmla="*/ 2912392 w 2912392"/>
                <a:gd name="connsiteY299" fmla="*/ 0 h 273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273604">
                  <a:moveTo>
                    <a:pt x="0" y="242716"/>
                  </a:moveTo>
                  <a:lnTo>
                    <a:pt x="9739" y="241736"/>
                  </a:lnTo>
                  <a:lnTo>
                    <a:pt x="19480" y="240885"/>
                  </a:lnTo>
                  <a:lnTo>
                    <a:pt x="29221" y="240157"/>
                  </a:lnTo>
                  <a:lnTo>
                    <a:pt x="38961" y="239552"/>
                  </a:lnTo>
                  <a:lnTo>
                    <a:pt x="48702" y="239065"/>
                  </a:lnTo>
                  <a:lnTo>
                    <a:pt x="58443" y="238691"/>
                  </a:lnTo>
                  <a:lnTo>
                    <a:pt x="68182" y="238428"/>
                  </a:lnTo>
                  <a:lnTo>
                    <a:pt x="77923" y="238273"/>
                  </a:lnTo>
                  <a:lnTo>
                    <a:pt x="87664" y="238223"/>
                  </a:lnTo>
                  <a:lnTo>
                    <a:pt x="97404" y="238270"/>
                  </a:lnTo>
                  <a:lnTo>
                    <a:pt x="107145" y="238416"/>
                  </a:lnTo>
                  <a:lnTo>
                    <a:pt x="116886" y="238652"/>
                  </a:lnTo>
                  <a:lnTo>
                    <a:pt x="126625" y="238977"/>
                  </a:lnTo>
                  <a:lnTo>
                    <a:pt x="136366" y="239386"/>
                  </a:lnTo>
                  <a:lnTo>
                    <a:pt x="146107" y="239874"/>
                  </a:lnTo>
                  <a:lnTo>
                    <a:pt x="155846" y="240438"/>
                  </a:lnTo>
                  <a:lnTo>
                    <a:pt x="165587" y="241074"/>
                  </a:lnTo>
                  <a:lnTo>
                    <a:pt x="175328" y="241776"/>
                  </a:lnTo>
                  <a:lnTo>
                    <a:pt x="185068" y="242542"/>
                  </a:lnTo>
                  <a:lnTo>
                    <a:pt x="194809" y="243366"/>
                  </a:lnTo>
                  <a:lnTo>
                    <a:pt x="204550" y="244243"/>
                  </a:lnTo>
                  <a:lnTo>
                    <a:pt x="214289" y="245172"/>
                  </a:lnTo>
                  <a:lnTo>
                    <a:pt x="224030" y="246145"/>
                  </a:lnTo>
                  <a:lnTo>
                    <a:pt x="233771" y="247159"/>
                  </a:lnTo>
                  <a:lnTo>
                    <a:pt x="243510" y="248210"/>
                  </a:lnTo>
                  <a:lnTo>
                    <a:pt x="253251" y="249291"/>
                  </a:lnTo>
                  <a:lnTo>
                    <a:pt x="262992" y="250401"/>
                  </a:lnTo>
                  <a:lnTo>
                    <a:pt x="272732" y="251532"/>
                  </a:lnTo>
                  <a:lnTo>
                    <a:pt x="282473" y="252682"/>
                  </a:lnTo>
                  <a:lnTo>
                    <a:pt x="292214" y="253846"/>
                  </a:lnTo>
                  <a:lnTo>
                    <a:pt x="301953" y="255017"/>
                  </a:lnTo>
                  <a:lnTo>
                    <a:pt x="311694" y="256194"/>
                  </a:lnTo>
                  <a:lnTo>
                    <a:pt x="321435" y="257369"/>
                  </a:lnTo>
                  <a:lnTo>
                    <a:pt x="331175" y="258539"/>
                  </a:lnTo>
                  <a:lnTo>
                    <a:pt x="340916" y="259698"/>
                  </a:lnTo>
                  <a:lnTo>
                    <a:pt x="350656" y="260842"/>
                  </a:lnTo>
                  <a:lnTo>
                    <a:pt x="360396" y="261969"/>
                  </a:lnTo>
                  <a:lnTo>
                    <a:pt x="370137" y="263070"/>
                  </a:lnTo>
                  <a:lnTo>
                    <a:pt x="379878" y="264141"/>
                  </a:lnTo>
                  <a:lnTo>
                    <a:pt x="389617" y="265180"/>
                  </a:lnTo>
                  <a:lnTo>
                    <a:pt x="399358" y="266178"/>
                  </a:lnTo>
                  <a:lnTo>
                    <a:pt x="409099" y="267134"/>
                  </a:lnTo>
                  <a:lnTo>
                    <a:pt x="418839" y="268043"/>
                  </a:lnTo>
                  <a:lnTo>
                    <a:pt x="428580" y="268900"/>
                  </a:lnTo>
                  <a:lnTo>
                    <a:pt x="438321" y="269698"/>
                  </a:lnTo>
                  <a:lnTo>
                    <a:pt x="448060" y="270436"/>
                  </a:lnTo>
                  <a:lnTo>
                    <a:pt x="457801" y="271106"/>
                  </a:lnTo>
                  <a:lnTo>
                    <a:pt x="467542" y="271708"/>
                  </a:lnTo>
                  <a:lnTo>
                    <a:pt x="477281" y="272234"/>
                  </a:lnTo>
                  <a:lnTo>
                    <a:pt x="487022" y="272683"/>
                  </a:lnTo>
                  <a:lnTo>
                    <a:pt x="496763" y="273046"/>
                  </a:lnTo>
                  <a:lnTo>
                    <a:pt x="506503" y="273325"/>
                  </a:lnTo>
                  <a:lnTo>
                    <a:pt x="516244" y="273513"/>
                  </a:lnTo>
                  <a:lnTo>
                    <a:pt x="525985" y="273605"/>
                  </a:lnTo>
                  <a:lnTo>
                    <a:pt x="535724" y="273600"/>
                  </a:lnTo>
                  <a:lnTo>
                    <a:pt x="545465" y="273495"/>
                  </a:lnTo>
                  <a:lnTo>
                    <a:pt x="555206" y="273283"/>
                  </a:lnTo>
                  <a:lnTo>
                    <a:pt x="564946" y="272966"/>
                  </a:lnTo>
                  <a:lnTo>
                    <a:pt x="574687" y="272538"/>
                  </a:lnTo>
                  <a:lnTo>
                    <a:pt x="584428" y="271997"/>
                  </a:lnTo>
                  <a:lnTo>
                    <a:pt x="594167" y="271343"/>
                  </a:lnTo>
                  <a:lnTo>
                    <a:pt x="603908" y="270570"/>
                  </a:lnTo>
                  <a:lnTo>
                    <a:pt x="613649" y="269679"/>
                  </a:lnTo>
                  <a:lnTo>
                    <a:pt x="623388" y="268669"/>
                  </a:lnTo>
                  <a:lnTo>
                    <a:pt x="633129" y="267535"/>
                  </a:lnTo>
                  <a:lnTo>
                    <a:pt x="642870" y="266281"/>
                  </a:lnTo>
                  <a:lnTo>
                    <a:pt x="652610" y="264902"/>
                  </a:lnTo>
                  <a:lnTo>
                    <a:pt x="662351" y="263401"/>
                  </a:lnTo>
                  <a:lnTo>
                    <a:pt x="672092" y="261775"/>
                  </a:lnTo>
                  <a:lnTo>
                    <a:pt x="681831" y="260027"/>
                  </a:lnTo>
                  <a:lnTo>
                    <a:pt x="691572" y="258156"/>
                  </a:lnTo>
                  <a:lnTo>
                    <a:pt x="701313" y="256164"/>
                  </a:lnTo>
                  <a:lnTo>
                    <a:pt x="711052" y="254051"/>
                  </a:lnTo>
                  <a:lnTo>
                    <a:pt x="720793" y="251820"/>
                  </a:lnTo>
                  <a:lnTo>
                    <a:pt x="730534" y="249472"/>
                  </a:lnTo>
                  <a:lnTo>
                    <a:pt x="740274" y="247009"/>
                  </a:lnTo>
                  <a:lnTo>
                    <a:pt x="750015" y="244436"/>
                  </a:lnTo>
                  <a:lnTo>
                    <a:pt x="759756" y="241752"/>
                  </a:lnTo>
                  <a:lnTo>
                    <a:pt x="769495" y="238963"/>
                  </a:lnTo>
                  <a:lnTo>
                    <a:pt x="779236" y="236074"/>
                  </a:lnTo>
                  <a:lnTo>
                    <a:pt x="788977" y="233086"/>
                  </a:lnTo>
                  <a:lnTo>
                    <a:pt x="798717" y="230004"/>
                  </a:lnTo>
                  <a:lnTo>
                    <a:pt x="808458" y="226835"/>
                  </a:lnTo>
                  <a:lnTo>
                    <a:pt x="818199" y="223582"/>
                  </a:lnTo>
                  <a:lnTo>
                    <a:pt x="827938" y="220249"/>
                  </a:lnTo>
                  <a:lnTo>
                    <a:pt x="837679" y="216844"/>
                  </a:lnTo>
                  <a:lnTo>
                    <a:pt x="847420" y="213371"/>
                  </a:lnTo>
                  <a:lnTo>
                    <a:pt x="857159" y="209836"/>
                  </a:lnTo>
                  <a:lnTo>
                    <a:pt x="866900" y="206247"/>
                  </a:lnTo>
                  <a:lnTo>
                    <a:pt x="876641" y="202608"/>
                  </a:lnTo>
                  <a:lnTo>
                    <a:pt x="886381" y="198928"/>
                  </a:lnTo>
                  <a:lnTo>
                    <a:pt x="896122" y="195212"/>
                  </a:lnTo>
                  <a:lnTo>
                    <a:pt x="905863" y="191468"/>
                  </a:lnTo>
                  <a:lnTo>
                    <a:pt x="915602" y="187703"/>
                  </a:lnTo>
                  <a:lnTo>
                    <a:pt x="925343" y="183923"/>
                  </a:lnTo>
                  <a:lnTo>
                    <a:pt x="935084" y="180138"/>
                  </a:lnTo>
                  <a:lnTo>
                    <a:pt x="944824" y="176353"/>
                  </a:lnTo>
                  <a:lnTo>
                    <a:pt x="954564" y="172576"/>
                  </a:lnTo>
                  <a:lnTo>
                    <a:pt x="964305" y="168814"/>
                  </a:lnTo>
                  <a:lnTo>
                    <a:pt x="974045" y="165076"/>
                  </a:lnTo>
                  <a:lnTo>
                    <a:pt x="983786" y="161368"/>
                  </a:lnTo>
                  <a:lnTo>
                    <a:pt x="993522" y="157698"/>
                  </a:lnTo>
                  <a:lnTo>
                    <a:pt x="1003266" y="154075"/>
                  </a:lnTo>
                  <a:lnTo>
                    <a:pt x="1013010" y="150502"/>
                  </a:lnTo>
                  <a:lnTo>
                    <a:pt x="1022754" y="146990"/>
                  </a:lnTo>
                  <a:lnTo>
                    <a:pt x="1032483" y="143546"/>
                  </a:lnTo>
                  <a:lnTo>
                    <a:pt x="1042227" y="140174"/>
                  </a:lnTo>
                  <a:lnTo>
                    <a:pt x="1051971" y="136883"/>
                  </a:lnTo>
                  <a:lnTo>
                    <a:pt x="1061715" y="133678"/>
                  </a:lnTo>
                  <a:lnTo>
                    <a:pt x="1071444" y="130567"/>
                  </a:lnTo>
                  <a:lnTo>
                    <a:pt x="1081188" y="127556"/>
                  </a:lnTo>
                  <a:lnTo>
                    <a:pt x="1090932" y="124649"/>
                  </a:lnTo>
                  <a:lnTo>
                    <a:pt x="1100676" y="121853"/>
                  </a:lnTo>
                  <a:lnTo>
                    <a:pt x="1110405" y="119172"/>
                  </a:lnTo>
                  <a:lnTo>
                    <a:pt x="1120149" y="116613"/>
                  </a:lnTo>
                  <a:lnTo>
                    <a:pt x="1129893" y="114178"/>
                  </a:lnTo>
                  <a:lnTo>
                    <a:pt x="1139637" y="111873"/>
                  </a:lnTo>
                  <a:lnTo>
                    <a:pt x="1149381" y="109703"/>
                  </a:lnTo>
                  <a:lnTo>
                    <a:pt x="1159110" y="107670"/>
                  </a:lnTo>
                  <a:lnTo>
                    <a:pt x="1168854" y="105778"/>
                  </a:lnTo>
                  <a:lnTo>
                    <a:pt x="1178598" y="104029"/>
                  </a:lnTo>
                  <a:lnTo>
                    <a:pt x="1188341" y="102426"/>
                  </a:lnTo>
                  <a:lnTo>
                    <a:pt x="1198070" y="100972"/>
                  </a:lnTo>
                  <a:lnTo>
                    <a:pt x="1207814" y="99668"/>
                  </a:lnTo>
                  <a:lnTo>
                    <a:pt x="1217558" y="98515"/>
                  </a:lnTo>
                  <a:lnTo>
                    <a:pt x="1227302" y="97517"/>
                  </a:lnTo>
                  <a:lnTo>
                    <a:pt x="1237031" y="96671"/>
                  </a:lnTo>
                  <a:lnTo>
                    <a:pt x="1246775" y="95978"/>
                  </a:lnTo>
                  <a:lnTo>
                    <a:pt x="1256519" y="95440"/>
                  </a:lnTo>
                  <a:lnTo>
                    <a:pt x="1266263" y="95055"/>
                  </a:lnTo>
                  <a:lnTo>
                    <a:pt x="1276007" y="94823"/>
                  </a:lnTo>
                  <a:lnTo>
                    <a:pt x="1285736" y="94741"/>
                  </a:lnTo>
                  <a:lnTo>
                    <a:pt x="1295480" y="94811"/>
                  </a:lnTo>
                  <a:lnTo>
                    <a:pt x="1305224" y="95029"/>
                  </a:lnTo>
                  <a:lnTo>
                    <a:pt x="1314968" y="95392"/>
                  </a:lnTo>
                  <a:lnTo>
                    <a:pt x="1324697" y="95899"/>
                  </a:lnTo>
                  <a:lnTo>
                    <a:pt x="1334441" y="96547"/>
                  </a:lnTo>
                  <a:lnTo>
                    <a:pt x="1344185" y="97332"/>
                  </a:lnTo>
                  <a:lnTo>
                    <a:pt x="1353929" y="98253"/>
                  </a:lnTo>
                  <a:lnTo>
                    <a:pt x="1363658" y="99303"/>
                  </a:lnTo>
                  <a:lnTo>
                    <a:pt x="1373402" y="100482"/>
                  </a:lnTo>
                  <a:lnTo>
                    <a:pt x="1383146" y="101782"/>
                  </a:lnTo>
                  <a:lnTo>
                    <a:pt x="1392890" y="103201"/>
                  </a:lnTo>
                  <a:lnTo>
                    <a:pt x="1402619" y="104732"/>
                  </a:lnTo>
                  <a:lnTo>
                    <a:pt x="1412363" y="106374"/>
                  </a:lnTo>
                  <a:lnTo>
                    <a:pt x="1422106" y="108119"/>
                  </a:lnTo>
                  <a:lnTo>
                    <a:pt x="1431850" y="109963"/>
                  </a:lnTo>
                  <a:lnTo>
                    <a:pt x="1441594" y="111900"/>
                  </a:lnTo>
                  <a:lnTo>
                    <a:pt x="1451323" y="113925"/>
                  </a:lnTo>
                  <a:lnTo>
                    <a:pt x="1461067" y="116030"/>
                  </a:lnTo>
                  <a:lnTo>
                    <a:pt x="1470811" y="118214"/>
                  </a:lnTo>
                  <a:lnTo>
                    <a:pt x="1480555" y="120467"/>
                  </a:lnTo>
                  <a:lnTo>
                    <a:pt x="1490284" y="122784"/>
                  </a:lnTo>
                  <a:lnTo>
                    <a:pt x="1500028" y="125160"/>
                  </a:lnTo>
                  <a:lnTo>
                    <a:pt x="1509772" y="127587"/>
                  </a:lnTo>
                  <a:lnTo>
                    <a:pt x="1519516" y="130061"/>
                  </a:lnTo>
                  <a:lnTo>
                    <a:pt x="1529245" y="132574"/>
                  </a:lnTo>
                  <a:lnTo>
                    <a:pt x="1538989" y="135120"/>
                  </a:lnTo>
                  <a:lnTo>
                    <a:pt x="1548733" y="137693"/>
                  </a:lnTo>
                  <a:lnTo>
                    <a:pt x="1558477" y="140286"/>
                  </a:lnTo>
                  <a:lnTo>
                    <a:pt x="1568221" y="142893"/>
                  </a:lnTo>
                  <a:lnTo>
                    <a:pt x="1577950" y="145509"/>
                  </a:lnTo>
                  <a:lnTo>
                    <a:pt x="1587694" y="148126"/>
                  </a:lnTo>
                  <a:lnTo>
                    <a:pt x="1597438" y="150737"/>
                  </a:lnTo>
                  <a:lnTo>
                    <a:pt x="1607182" y="153339"/>
                  </a:lnTo>
                  <a:lnTo>
                    <a:pt x="1616911" y="155922"/>
                  </a:lnTo>
                  <a:lnTo>
                    <a:pt x="1626655" y="158482"/>
                  </a:lnTo>
                  <a:lnTo>
                    <a:pt x="1636399" y="161013"/>
                  </a:lnTo>
                  <a:lnTo>
                    <a:pt x="1646142" y="163509"/>
                  </a:lnTo>
                  <a:lnTo>
                    <a:pt x="1655872" y="165963"/>
                  </a:lnTo>
                  <a:lnTo>
                    <a:pt x="1665616" y="168370"/>
                  </a:lnTo>
                  <a:lnTo>
                    <a:pt x="1675359" y="170726"/>
                  </a:lnTo>
                  <a:lnTo>
                    <a:pt x="1685103" y="173022"/>
                  </a:lnTo>
                  <a:lnTo>
                    <a:pt x="1694832" y="175255"/>
                  </a:lnTo>
                  <a:lnTo>
                    <a:pt x="1704576" y="177422"/>
                  </a:lnTo>
                  <a:lnTo>
                    <a:pt x="1714320" y="179512"/>
                  </a:lnTo>
                  <a:lnTo>
                    <a:pt x="1724064" y="181525"/>
                  </a:lnTo>
                  <a:lnTo>
                    <a:pt x="1733808" y="183454"/>
                  </a:lnTo>
                  <a:lnTo>
                    <a:pt x="1743537" y="185296"/>
                  </a:lnTo>
                  <a:lnTo>
                    <a:pt x="1753281" y="187046"/>
                  </a:lnTo>
                  <a:lnTo>
                    <a:pt x="1763025" y="188699"/>
                  </a:lnTo>
                  <a:lnTo>
                    <a:pt x="1772769" y="190253"/>
                  </a:lnTo>
                  <a:lnTo>
                    <a:pt x="1782498" y="191701"/>
                  </a:lnTo>
                  <a:lnTo>
                    <a:pt x="1792242" y="193043"/>
                  </a:lnTo>
                  <a:lnTo>
                    <a:pt x="1801986" y="194274"/>
                  </a:lnTo>
                  <a:lnTo>
                    <a:pt x="1811730" y="195391"/>
                  </a:lnTo>
                  <a:lnTo>
                    <a:pt x="1821459" y="196392"/>
                  </a:lnTo>
                  <a:lnTo>
                    <a:pt x="1831203" y="197273"/>
                  </a:lnTo>
                  <a:lnTo>
                    <a:pt x="1840947" y="198034"/>
                  </a:lnTo>
                  <a:lnTo>
                    <a:pt x="1850691" y="198670"/>
                  </a:lnTo>
                  <a:lnTo>
                    <a:pt x="1860435" y="199181"/>
                  </a:lnTo>
                  <a:lnTo>
                    <a:pt x="1870164" y="199567"/>
                  </a:lnTo>
                  <a:lnTo>
                    <a:pt x="1879908" y="199825"/>
                  </a:lnTo>
                  <a:lnTo>
                    <a:pt x="1889652" y="199953"/>
                  </a:lnTo>
                  <a:lnTo>
                    <a:pt x="1899395" y="199953"/>
                  </a:lnTo>
                  <a:lnTo>
                    <a:pt x="1909124" y="199822"/>
                  </a:lnTo>
                  <a:lnTo>
                    <a:pt x="1918868" y="199563"/>
                  </a:lnTo>
                  <a:lnTo>
                    <a:pt x="1928612" y="199174"/>
                  </a:lnTo>
                  <a:lnTo>
                    <a:pt x="1938356" y="198656"/>
                  </a:lnTo>
                  <a:lnTo>
                    <a:pt x="1948085" y="198010"/>
                  </a:lnTo>
                  <a:lnTo>
                    <a:pt x="1957829" y="197237"/>
                  </a:lnTo>
                  <a:lnTo>
                    <a:pt x="1967573" y="196340"/>
                  </a:lnTo>
                  <a:lnTo>
                    <a:pt x="1977317" y="195318"/>
                  </a:lnTo>
                  <a:lnTo>
                    <a:pt x="1987046" y="194174"/>
                  </a:lnTo>
                  <a:lnTo>
                    <a:pt x="1996790" y="192912"/>
                  </a:lnTo>
                  <a:lnTo>
                    <a:pt x="2006534" y="191532"/>
                  </a:lnTo>
                  <a:lnTo>
                    <a:pt x="2016278" y="190038"/>
                  </a:lnTo>
                  <a:lnTo>
                    <a:pt x="2026022" y="188433"/>
                  </a:lnTo>
                  <a:lnTo>
                    <a:pt x="2035751" y="186722"/>
                  </a:lnTo>
                  <a:lnTo>
                    <a:pt x="2045495" y="184905"/>
                  </a:lnTo>
                  <a:lnTo>
                    <a:pt x="2055239" y="182988"/>
                  </a:lnTo>
                  <a:lnTo>
                    <a:pt x="2064983" y="180975"/>
                  </a:lnTo>
                  <a:lnTo>
                    <a:pt x="2074712" y="178870"/>
                  </a:lnTo>
                  <a:lnTo>
                    <a:pt x="2084456" y="176677"/>
                  </a:lnTo>
                  <a:lnTo>
                    <a:pt x="2094200" y="174400"/>
                  </a:lnTo>
                  <a:lnTo>
                    <a:pt x="2103944" y="172046"/>
                  </a:lnTo>
                  <a:lnTo>
                    <a:pt x="2113673" y="169617"/>
                  </a:lnTo>
                  <a:lnTo>
                    <a:pt x="2123417" y="167120"/>
                  </a:lnTo>
                  <a:lnTo>
                    <a:pt x="2133161" y="164559"/>
                  </a:lnTo>
                  <a:lnTo>
                    <a:pt x="2142905" y="161941"/>
                  </a:lnTo>
                  <a:lnTo>
                    <a:pt x="2152649" y="159269"/>
                  </a:lnTo>
                  <a:lnTo>
                    <a:pt x="2162377" y="156550"/>
                  </a:lnTo>
                  <a:lnTo>
                    <a:pt x="2172121" y="153787"/>
                  </a:lnTo>
                  <a:lnTo>
                    <a:pt x="2181865" y="150989"/>
                  </a:lnTo>
                  <a:lnTo>
                    <a:pt x="2191609" y="148158"/>
                  </a:lnTo>
                  <a:lnTo>
                    <a:pt x="2201338" y="145302"/>
                  </a:lnTo>
                  <a:lnTo>
                    <a:pt x="2211082" y="142425"/>
                  </a:lnTo>
                  <a:lnTo>
                    <a:pt x="2220826" y="139533"/>
                  </a:lnTo>
                  <a:lnTo>
                    <a:pt x="2230570" y="136630"/>
                  </a:lnTo>
                  <a:lnTo>
                    <a:pt x="2240299" y="133723"/>
                  </a:lnTo>
                  <a:lnTo>
                    <a:pt x="2250043" y="130814"/>
                  </a:lnTo>
                  <a:lnTo>
                    <a:pt x="2259787" y="127911"/>
                  </a:lnTo>
                  <a:lnTo>
                    <a:pt x="2269531" y="125016"/>
                  </a:lnTo>
                  <a:lnTo>
                    <a:pt x="2279260" y="122137"/>
                  </a:lnTo>
                  <a:lnTo>
                    <a:pt x="2289004" y="119275"/>
                  </a:lnTo>
                  <a:lnTo>
                    <a:pt x="2298748" y="116435"/>
                  </a:lnTo>
                  <a:lnTo>
                    <a:pt x="2308492" y="113624"/>
                  </a:lnTo>
                  <a:lnTo>
                    <a:pt x="2318236" y="110842"/>
                  </a:lnTo>
                  <a:lnTo>
                    <a:pt x="2327965" y="108094"/>
                  </a:lnTo>
                  <a:lnTo>
                    <a:pt x="2337709" y="105383"/>
                  </a:lnTo>
                  <a:lnTo>
                    <a:pt x="2347453" y="102714"/>
                  </a:lnTo>
                  <a:lnTo>
                    <a:pt x="2357197" y="100085"/>
                  </a:lnTo>
                  <a:lnTo>
                    <a:pt x="2366926" y="97503"/>
                  </a:lnTo>
                  <a:lnTo>
                    <a:pt x="2376670" y="94969"/>
                  </a:lnTo>
                  <a:lnTo>
                    <a:pt x="2386413" y="92485"/>
                  </a:lnTo>
                  <a:lnTo>
                    <a:pt x="2396157" y="90052"/>
                  </a:lnTo>
                  <a:lnTo>
                    <a:pt x="2405886" y="87672"/>
                  </a:lnTo>
                  <a:lnTo>
                    <a:pt x="2415630" y="85346"/>
                  </a:lnTo>
                  <a:lnTo>
                    <a:pt x="2425374" y="83074"/>
                  </a:lnTo>
                  <a:lnTo>
                    <a:pt x="2435118" y="80857"/>
                  </a:lnTo>
                  <a:lnTo>
                    <a:pt x="2444862" y="78695"/>
                  </a:lnTo>
                  <a:lnTo>
                    <a:pt x="2454591" y="76588"/>
                  </a:lnTo>
                  <a:lnTo>
                    <a:pt x="2464335" y="74537"/>
                  </a:lnTo>
                  <a:lnTo>
                    <a:pt x="2474079" y="72540"/>
                  </a:lnTo>
                  <a:lnTo>
                    <a:pt x="2483823" y="70596"/>
                  </a:lnTo>
                  <a:lnTo>
                    <a:pt x="2493552" y="68704"/>
                  </a:lnTo>
                  <a:lnTo>
                    <a:pt x="2503296" y="66864"/>
                  </a:lnTo>
                  <a:lnTo>
                    <a:pt x="2513040" y="65071"/>
                  </a:lnTo>
                  <a:lnTo>
                    <a:pt x="2522784" y="63328"/>
                  </a:lnTo>
                  <a:lnTo>
                    <a:pt x="2532513" y="61628"/>
                  </a:lnTo>
                  <a:lnTo>
                    <a:pt x="2542257" y="59973"/>
                  </a:lnTo>
                  <a:lnTo>
                    <a:pt x="2552001" y="58358"/>
                  </a:lnTo>
                  <a:lnTo>
                    <a:pt x="2561745" y="56780"/>
                  </a:lnTo>
                  <a:lnTo>
                    <a:pt x="2571474" y="55238"/>
                  </a:lnTo>
                  <a:lnTo>
                    <a:pt x="2581218" y="53729"/>
                  </a:lnTo>
                  <a:lnTo>
                    <a:pt x="2590962" y="52249"/>
                  </a:lnTo>
                  <a:lnTo>
                    <a:pt x="2600705" y="50795"/>
                  </a:lnTo>
                  <a:lnTo>
                    <a:pt x="2610449" y="49365"/>
                  </a:lnTo>
                  <a:lnTo>
                    <a:pt x="2620178" y="47954"/>
                  </a:lnTo>
                  <a:lnTo>
                    <a:pt x="2629922" y="46559"/>
                  </a:lnTo>
                  <a:lnTo>
                    <a:pt x="2639666" y="45178"/>
                  </a:lnTo>
                  <a:lnTo>
                    <a:pt x="2649410" y="43806"/>
                  </a:lnTo>
                  <a:lnTo>
                    <a:pt x="2659139" y="42441"/>
                  </a:lnTo>
                  <a:lnTo>
                    <a:pt x="2668883" y="41079"/>
                  </a:lnTo>
                  <a:lnTo>
                    <a:pt x="2678627" y="39718"/>
                  </a:lnTo>
                  <a:lnTo>
                    <a:pt x="2688371" y="38351"/>
                  </a:lnTo>
                  <a:lnTo>
                    <a:pt x="2698100" y="36978"/>
                  </a:lnTo>
                  <a:lnTo>
                    <a:pt x="2707844" y="35595"/>
                  </a:lnTo>
                  <a:lnTo>
                    <a:pt x="2717588" y="34199"/>
                  </a:lnTo>
                  <a:lnTo>
                    <a:pt x="2727332" y="32788"/>
                  </a:lnTo>
                  <a:lnTo>
                    <a:pt x="2737076" y="31356"/>
                  </a:lnTo>
                  <a:lnTo>
                    <a:pt x="2746805" y="29904"/>
                  </a:lnTo>
                  <a:lnTo>
                    <a:pt x="2756549" y="28427"/>
                  </a:lnTo>
                  <a:lnTo>
                    <a:pt x="2766293" y="26924"/>
                  </a:lnTo>
                  <a:lnTo>
                    <a:pt x="2776037" y="25392"/>
                  </a:lnTo>
                  <a:lnTo>
                    <a:pt x="2785766" y="23828"/>
                  </a:lnTo>
                  <a:lnTo>
                    <a:pt x="2795510" y="22232"/>
                  </a:lnTo>
                  <a:lnTo>
                    <a:pt x="2805254" y="20599"/>
                  </a:lnTo>
                  <a:lnTo>
                    <a:pt x="2814998" y="18932"/>
                  </a:lnTo>
                  <a:lnTo>
                    <a:pt x="2824727" y="17225"/>
                  </a:lnTo>
                  <a:lnTo>
                    <a:pt x="2834471" y="15480"/>
                  </a:lnTo>
                  <a:lnTo>
                    <a:pt x="2844215" y="13694"/>
                  </a:lnTo>
                  <a:lnTo>
                    <a:pt x="2853958" y="11866"/>
                  </a:lnTo>
                  <a:lnTo>
                    <a:pt x="2863687" y="9996"/>
                  </a:lnTo>
                  <a:lnTo>
                    <a:pt x="2873431" y="8084"/>
                  </a:lnTo>
                  <a:lnTo>
                    <a:pt x="2883175" y="6128"/>
                  </a:lnTo>
                  <a:lnTo>
                    <a:pt x="2892919" y="4129"/>
                  </a:lnTo>
                  <a:lnTo>
                    <a:pt x="2902663" y="2086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8" name="Freeform 627">
              <a:extLst>
                <a:ext uri="{FF2B5EF4-FFF2-40B4-BE49-F238E27FC236}">
                  <a16:creationId xmlns:a16="http://schemas.microsoft.com/office/drawing/2014/main" id="{29F90384-5BA5-32CB-B2D1-8AE3AB15C5DE}"/>
                </a:ext>
              </a:extLst>
            </p:cNvPr>
            <p:cNvSpPr/>
            <p:nvPr/>
          </p:nvSpPr>
          <p:spPr>
            <a:xfrm>
              <a:off x="576446" y="3294301"/>
              <a:ext cx="2912392" cy="608297"/>
            </a:xfrm>
            <a:custGeom>
              <a:avLst/>
              <a:gdLst>
                <a:gd name="connsiteX0" fmla="*/ 0 w 2912392"/>
                <a:gd name="connsiteY0" fmla="*/ 139982 h 608297"/>
                <a:gd name="connsiteX1" fmla="*/ 9739 w 2912392"/>
                <a:gd name="connsiteY1" fmla="*/ 139305 h 608297"/>
                <a:gd name="connsiteX2" fmla="*/ 19480 w 2912392"/>
                <a:gd name="connsiteY2" fmla="*/ 138815 h 608297"/>
                <a:gd name="connsiteX3" fmla="*/ 29221 w 2912392"/>
                <a:gd name="connsiteY3" fmla="*/ 138514 h 608297"/>
                <a:gd name="connsiteX4" fmla="*/ 38961 w 2912392"/>
                <a:gd name="connsiteY4" fmla="*/ 138406 h 608297"/>
                <a:gd name="connsiteX5" fmla="*/ 48702 w 2912392"/>
                <a:gd name="connsiteY5" fmla="*/ 138494 h 608297"/>
                <a:gd name="connsiteX6" fmla="*/ 58443 w 2912392"/>
                <a:gd name="connsiteY6" fmla="*/ 138781 h 608297"/>
                <a:gd name="connsiteX7" fmla="*/ 68182 w 2912392"/>
                <a:gd name="connsiteY7" fmla="*/ 139270 h 608297"/>
                <a:gd name="connsiteX8" fmla="*/ 77923 w 2912392"/>
                <a:gd name="connsiteY8" fmla="*/ 139966 h 608297"/>
                <a:gd name="connsiteX9" fmla="*/ 87664 w 2912392"/>
                <a:gd name="connsiteY9" fmla="*/ 140870 h 608297"/>
                <a:gd name="connsiteX10" fmla="*/ 97404 w 2912392"/>
                <a:gd name="connsiteY10" fmla="*/ 141987 h 608297"/>
                <a:gd name="connsiteX11" fmla="*/ 107145 w 2912392"/>
                <a:gd name="connsiteY11" fmla="*/ 143318 h 608297"/>
                <a:gd name="connsiteX12" fmla="*/ 116886 w 2912392"/>
                <a:gd name="connsiteY12" fmla="*/ 144866 h 608297"/>
                <a:gd name="connsiteX13" fmla="*/ 126625 w 2912392"/>
                <a:gd name="connsiteY13" fmla="*/ 146633 h 608297"/>
                <a:gd name="connsiteX14" fmla="*/ 136366 w 2912392"/>
                <a:gd name="connsiteY14" fmla="*/ 148622 h 608297"/>
                <a:gd name="connsiteX15" fmla="*/ 146107 w 2912392"/>
                <a:gd name="connsiteY15" fmla="*/ 150836 h 608297"/>
                <a:gd name="connsiteX16" fmla="*/ 155846 w 2912392"/>
                <a:gd name="connsiteY16" fmla="*/ 153273 h 608297"/>
                <a:gd name="connsiteX17" fmla="*/ 165587 w 2912392"/>
                <a:gd name="connsiteY17" fmla="*/ 155939 h 608297"/>
                <a:gd name="connsiteX18" fmla="*/ 175328 w 2912392"/>
                <a:gd name="connsiteY18" fmla="*/ 158832 h 608297"/>
                <a:gd name="connsiteX19" fmla="*/ 185068 w 2912392"/>
                <a:gd name="connsiteY19" fmla="*/ 161955 h 608297"/>
                <a:gd name="connsiteX20" fmla="*/ 194809 w 2912392"/>
                <a:gd name="connsiteY20" fmla="*/ 165307 h 608297"/>
                <a:gd name="connsiteX21" fmla="*/ 204550 w 2912392"/>
                <a:gd name="connsiteY21" fmla="*/ 168890 h 608297"/>
                <a:gd name="connsiteX22" fmla="*/ 214289 w 2912392"/>
                <a:gd name="connsiteY22" fmla="*/ 172703 h 608297"/>
                <a:gd name="connsiteX23" fmla="*/ 224030 w 2912392"/>
                <a:gd name="connsiteY23" fmla="*/ 176745 h 608297"/>
                <a:gd name="connsiteX24" fmla="*/ 233771 w 2912392"/>
                <a:gd name="connsiteY24" fmla="*/ 181018 h 608297"/>
                <a:gd name="connsiteX25" fmla="*/ 243510 w 2912392"/>
                <a:gd name="connsiteY25" fmla="*/ 185518 h 608297"/>
                <a:gd name="connsiteX26" fmla="*/ 253251 w 2912392"/>
                <a:gd name="connsiteY26" fmla="*/ 190245 h 608297"/>
                <a:gd name="connsiteX27" fmla="*/ 262992 w 2912392"/>
                <a:gd name="connsiteY27" fmla="*/ 195198 h 608297"/>
                <a:gd name="connsiteX28" fmla="*/ 272732 w 2912392"/>
                <a:gd name="connsiteY28" fmla="*/ 200372 h 608297"/>
                <a:gd name="connsiteX29" fmla="*/ 282473 w 2912392"/>
                <a:gd name="connsiteY29" fmla="*/ 205767 h 608297"/>
                <a:gd name="connsiteX30" fmla="*/ 292214 w 2912392"/>
                <a:gd name="connsiteY30" fmla="*/ 211378 h 608297"/>
                <a:gd name="connsiteX31" fmla="*/ 301953 w 2912392"/>
                <a:gd name="connsiteY31" fmla="*/ 217202 h 608297"/>
                <a:gd name="connsiteX32" fmla="*/ 311694 w 2912392"/>
                <a:gd name="connsiteY32" fmla="*/ 223236 h 608297"/>
                <a:gd name="connsiteX33" fmla="*/ 321435 w 2912392"/>
                <a:gd name="connsiteY33" fmla="*/ 229476 h 608297"/>
                <a:gd name="connsiteX34" fmla="*/ 331175 w 2912392"/>
                <a:gd name="connsiteY34" fmla="*/ 235914 h 608297"/>
                <a:gd name="connsiteX35" fmla="*/ 340916 w 2912392"/>
                <a:gd name="connsiteY35" fmla="*/ 242546 h 608297"/>
                <a:gd name="connsiteX36" fmla="*/ 350656 w 2912392"/>
                <a:gd name="connsiteY36" fmla="*/ 249367 h 608297"/>
                <a:gd name="connsiteX37" fmla="*/ 360396 w 2912392"/>
                <a:gd name="connsiteY37" fmla="*/ 256371 h 608297"/>
                <a:gd name="connsiteX38" fmla="*/ 370137 w 2912392"/>
                <a:gd name="connsiteY38" fmla="*/ 263550 h 608297"/>
                <a:gd name="connsiteX39" fmla="*/ 379878 w 2912392"/>
                <a:gd name="connsiteY39" fmla="*/ 270896 h 608297"/>
                <a:gd name="connsiteX40" fmla="*/ 389617 w 2912392"/>
                <a:gd name="connsiteY40" fmla="*/ 278402 h 608297"/>
                <a:gd name="connsiteX41" fmla="*/ 399358 w 2912392"/>
                <a:gd name="connsiteY41" fmla="*/ 286060 h 608297"/>
                <a:gd name="connsiteX42" fmla="*/ 409099 w 2912392"/>
                <a:gd name="connsiteY42" fmla="*/ 293863 h 608297"/>
                <a:gd name="connsiteX43" fmla="*/ 418839 w 2912392"/>
                <a:gd name="connsiteY43" fmla="*/ 301800 h 608297"/>
                <a:gd name="connsiteX44" fmla="*/ 428580 w 2912392"/>
                <a:gd name="connsiteY44" fmla="*/ 309860 h 608297"/>
                <a:gd name="connsiteX45" fmla="*/ 438321 w 2912392"/>
                <a:gd name="connsiteY45" fmla="*/ 318035 h 608297"/>
                <a:gd name="connsiteX46" fmla="*/ 448060 w 2912392"/>
                <a:gd name="connsiteY46" fmla="*/ 326316 h 608297"/>
                <a:gd name="connsiteX47" fmla="*/ 457801 w 2912392"/>
                <a:gd name="connsiteY47" fmla="*/ 334689 h 608297"/>
                <a:gd name="connsiteX48" fmla="*/ 467542 w 2912392"/>
                <a:gd name="connsiteY48" fmla="*/ 343146 h 608297"/>
                <a:gd name="connsiteX49" fmla="*/ 477281 w 2912392"/>
                <a:gd name="connsiteY49" fmla="*/ 351674 h 608297"/>
                <a:gd name="connsiteX50" fmla="*/ 487022 w 2912392"/>
                <a:gd name="connsiteY50" fmla="*/ 360262 h 608297"/>
                <a:gd name="connsiteX51" fmla="*/ 496763 w 2912392"/>
                <a:gd name="connsiteY51" fmla="*/ 368896 h 608297"/>
                <a:gd name="connsiteX52" fmla="*/ 506503 w 2912392"/>
                <a:gd name="connsiteY52" fmla="*/ 377566 h 608297"/>
                <a:gd name="connsiteX53" fmla="*/ 516244 w 2912392"/>
                <a:gd name="connsiteY53" fmla="*/ 386259 h 608297"/>
                <a:gd name="connsiteX54" fmla="*/ 525985 w 2912392"/>
                <a:gd name="connsiteY54" fmla="*/ 394962 h 608297"/>
                <a:gd name="connsiteX55" fmla="*/ 535724 w 2912392"/>
                <a:gd name="connsiteY55" fmla="*/ 403661 h 608297"/>
                <a:gd name="connsiteX56" fmla="*/ 545465 w 2912392"/>
                <a:gd name="connsiteY56" fmla="*/ 412343 h 608297"/>
                <a:gd name="connsiteX57" fmla="*/ 555206 w 2912392"/>
                <a:gd name="connsiteY57" fmla="*/ 420996 h 608297"/>
                <a:gd name="connsiteX58" fmla="*/ 564946 w 2912392"/>
                <a:gd name="connsiteY58" fmla="*/ 429606 h 608297"/>
                <a:gd name="connsiteX59" fmla="*/ 574687 w 2912392"/>
                <a:gd name="connsiteY59" fmla="*/ 438161 h 608297"/>
                <a:gd name="connsiteX60" fmla="*/ 584428 w 2912392"/>
                <a:gd name="connsiteY60" fmla="*/ 446645 h 608297"/>
                <a:gd name="connsiteX61" fmla="*/ 594167 w 2912392"/>
                <a:gd name="connsiteY61" fmla="*/ 455045 h 608297"/>
                <a:gd name="connsiteX62" fmla="*/ 603908 w 2912392"/>
                <a:gd name="connsiteY62" fmla="*/ 463348 h 608297"/>
                <a:gd name="connsiteX63" fmla="*/ 613649 w 2912392"/>
                <a:gd name="connsiteY63" fmla="*/ 471539 h 608297"/>
                <a:gd name="connsiteX64" fmla="*/ 623388 w 2912392"/>
                <a:gd name="connsiteY64" fmla="*/ 479607 h 608297"/>
                <a:gd name="connsiteX65" fmla="*/ 633129 w 2912392"/>
                <a:gd name="connsiteY65" fmla="*/ 487538 h 608297"/>
                <a:gd name="connsiteX66" fmla="*/ 642870 w 2912392"/>
                <a:gd name="connsiteY66" fmla="*/ 495317 h 608297"/>
                <a:gd name="connsiteX67" fmla="*/ 652610 w 2912392"/>
                <a:gd name="connsiteY67" fmla="*/ 502933 h 608297"/>
                <a:gd name="connsiteX68" fmla="*/ 662351 w 2912392"/>
                <a:gd name="connsiteY68" fmla="*/ 510371 h 608297"/>
                <a:gd name="connsiteX69" fmla="*/ 672092 w 2912392"/>
                <a:gd name="connsiteY69" fmla="*/ 517620 h 608297"/>
                <a:gd name="connsiteX70" fmla="*/ 681831 w 2912392"/>
                <a:gd name="connsiteY70" fmla="*/ 524668 h 608297"/>
                <a:gd name="connsiteX71" fmla="*/ 691572 w 2912392"/>
                <a:gd name="connsiteY71" fmla="*/ 531502 h 608297"/>
                <a:gd name="connsiteX72" fmla="*/ 701313 w 2912392"/>
                <a:gd name="connsiteY72" fmla="*/ 538110 h 608297"/>
                <a:gd name="connsiteX73" fmla="*/ 711052 w 2912392"/>
                <a:gd name="connsiteY73" fmla="*/ 544480 h 608297"/>
                <a:gd name="connsiteX74" fmla="*/ 720793 w 2912392"/>
                <a:gd name="connsiteY74" fmla="*/ 550602 h 608297"/>
                <a:gd name="connsiteX75" fmla="*/ 730534 w 2912392"/>
                <a:gd name="connsiteY75" fmla="*/ 556465 h 608297"/>
                <a:gd name="connsiteX76" fmla="*/ 740274 w 2912392"/>
                <a:gd name="connsiteY76" fmla="*/ 562058 h 608297"/>
                <a:gd name="connsiteX77" fmla="*/ 750015 w 2912392"/>
                <a:gd name="connsiteY77" fmla="*/ 567373 h 608297"/>
                <a:gd name="connsiteX78" fmla="*/ 759756 w 2912392"/>
                <a:gd name="connsiteY78" fmla="*/ 572398 h 608297"/>
                <a:gd name="connsiteX79" fmla="*/ 769495 w 2912392"/>
                <a:gd name="connsiteY79" fmla="*/ 577124 h 608297"/>
                <a:gd name="connsiteX80" fmla="*/ 779236 w 2912392"/>
                <a:gd name="connsiteY80" fmla="*/ 581545 h 608297"/>
                <a:gd name="connsiteX81" fmla="*/ 788977 w 2912392"/>
                <a:gd name="connsiteY81" fmla="*/ 585651 h 608297"/>
                <a:gd name="connsiteX82" fmla="*/ 798717 w 2912392"/>
                <a:gd name="connsiteY82" fmla="*/ 589435 h 608297"/>
                <a:gd name="connsiteX83" fmla="*/ 808458 w 2912392"/>
                <a:gd name="connsiteY83" fmla="*/ 592890 h 608297"/>
                <a:gd name="connsiteX84" fmla="*/ 818199 w 2912392"/>
                <a:gd name="connsiteY84" fmla="*/ 596008 h 608297"/>
                <a:gd name="connsiteX85" fmla="*/ 827938 w 2912392"/>
                <a:gd name="connsiteY85" fmla="*/ 598787 h 608297"/>
                <a:gd name="connsiteX86" fmla="*/ 837679 w 2912392"/>
                <a:gd name="connsiteY86" fmla="*/ 601217 h 608297"/>
                <a:gd name="connsiteX87" fmla="*/ 847420 w 2912392"/>
                <a:gd name="connsiteY87" fmla="*/ 603297 h 608297"/>
                <a:gd name="connsiteX88" fmla="*/ 857159 w 2912392"/>
                <a:gd name="connsiteY88" fmla="*/ 605021 h 608297"/>
                <a:gd name="connsiteX89" fmla="*/ 866900 w 2912392"/>
                <a:gd name="connsiteY89" fmla="*/ 606386 h 608297"/>
                <a:gd name="connsiteX90" fmla="*/ 876641 w 2912392"/>
                <a:gd name="connsiteY90" fmla="*/ 607388 h 608297"/>
                <a:gd name="connsiteX91" fmla="*/ 886381 w 2912392"/>
                <a:gd name="connsiteY91" fmla="*/ 608026 h 608297"/>
                <a:gd name="connsiteX92" fmla="*/ 896122 w 2912392"/>
                <a:gd name="connsiteY92" fmla="*/ 608297 h 608297"/>
                <a:gd name="connsiteX93" fmla="*/ 905863 w 2912392"/>
                <a:gd name="connsiteY93" fmla="*/ 608200 h 608297"/>
                <a:gd name="connsiteX94" fmla="*/ 915602 w 2912392"/>
                <a:gd name="connsiteY94" fmla="*/ 607734 h 608297"/>
                <a:gd name="connsiteX95" fmla="*/ 925343 w 2912392"/>
                <a:gd name="connsiteY95" fmla="*/ 606901 h 608297"/>
                <a:gd name="connsiteX96" fmla="*/ 935084 w 2912392"/>
                <a:gd name="connsiteY96" fmla="*/ 605699 h 608297"/>
                <a:gd name="connsiteX97" fmla="*/ 944824 w 2912392"/>
                <a:gd name="connsiteY97" fmla="*/ 604128 h 608297"/>
                <a:gd name="connsiteX98" fmla="*/ 954564 w 2912392"/>
                <a:gd name="connsiteY98" fmla="*/ 602195 h 608297"/>
                <a:gd name="connsiteX99" fmla="*/ 964305 w 2912392"/>
                <a:gd name="connsiteY99" fmla="*/ 599896 h 608297"/>
                <a:gd name="connsiteX100" fmla="*/ 974045 w 2912392"/>
                <a:gd name="connsiteY100" fmla="*/ 597238 h 608297"/>
                <a:gd name="connsiteX101" fmla="*/ 983786 w 2912392"/>
                <a:gd name="connsiteY101" fmla="*/ 594222 h 608297"/>
                <a:gd name="connsiteX102" fmla="*/ 993522 w 2912392"/>
                <a:gd name="connsiteY102" fmla="*/ 590852 h 608297"/>
                <a:gd name="connsiteX103" fmla="*/ 1003266 w 2912392"/>
                <a:gd name="connsiteY103" fmla="*/ 587133 h 608297"/>
                <a:gd name="connsiteX104" fmla="*/ 1013010 w 2912392"/>
                <a:gd name="connsiteY104" fmla="*/ 583070 h 608297"/>
                <a:gd name="connsiteX105" fmla="*/ 1022754 w 2912392"/>
                <a:gd name="connsiteY105" fmla="*/ 578668 h 608297"/>
                <a:gd name="connsiteX106" fmla="*/ 1032483 w 2912392"/>
                <a:gd name="connsiteY106" fmla="*/ 573933 h 608297"/>
                <a:gd name="connsiteX107" fmla="*/ 1042227 w 2912392"/>
                <a:gd name="connsiteY107" fmla="*/ 568868 h 608297"/>
                <a:gd name="connsiteX108" fmla="*/ 1051971 w 2912392"/>
                <a:gd name="connsiteY108" fmla="*/ 563486 h 608297"/>
                <a:gd name="connsiteX109" fmla="*/ 1061715 w 2912392"/>
                <a:gd name="connsiteY109" fmla="*/ 557788 h 608297"/>
                <a:gd name="connsiteX110" fmla="*/ 1071444 w 2912392"/>
                <a:gd name="connsiteY110" fmla="*/ 551785 h 608297"/>
                <a:gd name="connsiteX111" fmla="*/ 1081188 w 2912392"/>
                <a:gd name="connsiteY111" fmla="*/ 545483 h 608297"/>
                <a:gd name="connsiteX112" fmla="*/ 1090932 w 2912392"/>
                <a:gd name="connsiteY112" fmla="*/ 538892 h 608297"/>
                <a:gd name="connsiteX113" fmla="*/ 1100676 w 2912392"/>
                <a:gd name="connsiteY113" fmla="*/ 532019 h 608297"/>
                <a:gd name="connsiteX114" fmla="*/ 1110405 w 2912392"/>
                <a:gd name="connsiteY114" fmla="*/ 524875 h 608297"/>
                <a:gd name="connsiteX115" fmla="*/ 1120149 w 2912392"/>
                <a:gd name="connsiteY115" fmla="*/ 517467 h 608297"/>
                <a:gd name="connsiteX116" fmla="*/ 1129893 w 2912392"/>
                <a:gd name="connsiteY116" fmla="*/ 509804 h 608297"/>
                <a:gd name="connsiteX117" fmla="*/ 1139637 w 2912392"/>
                <a:gd name="connsiteY117" fmla="*/ 501901 h 608297"/>
                <a:gd name="connsiteX118" fmla="*/ 1149381 w 2912392"/>
                <a:gd name="connsiteY118" fmla="*/ 493761 h 608297"/>
                <a:gd name="connsiteX119" fmla="*/ 1159110 w 2912392"/>
                <a:gd name="connsiteY119" fmla="*/ 485400 h 608297"/>
                <a:gd name="connsiteX120" fmla="*/ 1168854 w 2912392"/>
                <a:gd name="connsiteY120" fmla="*/ 476827 h 608297"/>
                <a:gd name="connsiteX121" fmla="*/ 1178598 w 2912392"/>
                <a:gd name="connsiteY121" fmla="*/ 468052 h 608297"/>
                <a:gd name="connsiteX122" fmla="*/ 1188341 w 2912392"/>
                <a:gd name="connsiteY122" fmla="*/ 459085 h 608297"/>
                <a:gd name="connsiteX123" fmla="*/ 1198070 w 2912392"/>
                <a:gd name="connsiteY123" fmla="*/ 449942 h 608297"/>
                <a:gd name="connsiteX124" fmla="*/ 1207814 w 2912392"/>
                <a:gd name="connsiteY124" fmla="*/ 440628 h 608297"/>
                <a:gd name="connsiteX125" fmla="*/ 1217558 w 2912392"/>
                <a:gd name="connsiteY125" fmla="*/ 431160 h 608297"/>
                <a:gd name="connsiteX126" fmla="*/ 1227302 w 2912392"/>
                <a:gd name="connsiteY126" fmla="*/ 421549 h 608297"/>
                <a:gd name="connsiteX127" fmla="*/ 1237031 w 2912392"/>
                <a:gd name="connsiteY127" fmla="*/ 411803 h 608297"/>
                <a:gd name="connsiteX128" fmla="*/ 1246775 w 2912392"/>
                <a:gd name="connsiteY128" fmla="*/ 401939 h 608297"/>
                <a:gd name="connsiteX129" fmla="*/ 1256519 w 2912392"/>
                <a:gd name="connsiteY129" fmla="*/ 391965 h 608297"/>
                <a:gd name="connsiteX130" fmla="*/ 1266263 w 2912392"/>
                <a:gd name="connsiteY130" fmla="*/ 381895 h 608297"/>
                <a:gd name="connsiteX131" fmla="*/ 1276007 w 2912392"/>
                <a:gd name="connsiteY131" fmla="*/ 371742 h 608297"/>
                <a:gd name="connsiteX132" fmla="*/ 1285736 w 2912392"/>
                <a:gd name="connsiteY132" fmla="*/ 361516 h 608297"/>
                <a:gd name="connsiteX133" fmla="*/ 1295480 w 2912392"/>
                <a:gd name="connsiteY133" fmla="*/ 351232 h 608297"/>
                <a:gd name="connsiteX134" fmla="*/ 1305224 w 2912392"/>
                <a:gd name="connsiteY134" fmla="*/ 340899 h 608297"/>
                <a:gd name="connsiteX135" fmla="*/ 1314968 w 2912392"/>
                <a:gd name="connsiteY135" fmla="*/ 330534 h 608297"/>
                <a:gd name="connsiteX136" fmla="*/ 1324697 w 2912392"/>
                <a:gd name="connsiteY136" fmla="*/ 320145 h 608297"/>
                <a:gd name="connsiteX137" fmla="*/ 1334441 w 2912392"/>
                <a:gd name="connsiteY137" fmla="*/ 309745 h 608297"/>
                <a:gd name="connsiteX138" fmla="*/ 1344185 w 2912392"/>
                <a:gd name="connsiteY138" fmla="*/ 299349 h 608297"/>
                <a:gd name="connsiteX139" fmla="*/ 1353929 w 2912392"/>
                <a:gd name="connsiteY139" fmla="*/ 288967 h 608297"/>
                <a:gd name="connsiteX140" fmla="*/ 1363658 w 2912392"/>
                <a:gd name="connsiteY140" fmla="*/ 278611 h 608297"/>
                <a:gd name="connsiteX141" fmla="*/ 1373402 w 2912392"/>
                <a:gd name="connsiteY141" fmla="*/ 268293 h 608297"/>
                <a:gd name="connsiteX142" fmla="*/ 1383146 w 2912392"/>
                <a:gd name="connsiteY142" fmla="*/ 258027 h 608297"/>
                <a:gd name="connsiteX143" fmla="*/ 1392890 w 2912392"/>
                <a:gd name="connsiteY143" fmla="*/ 247822 h 608297"/>
                <a:gd name="connsiteX144" fmla="*/ 1402619 w 2912392"/>
                <a:gd name="connsiteY144" fmla="*/ 237692 h 608297"/>
                <a:gd name="connsiteX145" fmla="*/ 1412363 w 2912392"/>
                <a:gd name="connsiteY145" fmla="*/ 227649 h 608297"/>
                <a:gd name="connsiteX146" fmla="*/ 1422106 w 2912392"/>
                <a:gd name="connsiteY146" fmla="*/ 217702 h 608297"/>
                <a:gd name="connsiteX147" fmla="*/ 1431850 w 2912392"/>
                <a:gd name="connsiteY147" fmla="*/ 207863 h 608297"/>
                <a:gd name="connsiteX148" fmla="*/ 1441594 w 2912392"/>
                <a:gd name="connsiteY148" fmla="*/ 198146 h 608297"/>
                <a:gd name="connsiteX149" fmla="*/ 1451323 w 2912392"/>
                <a:gd name="connsiteY149" fmla="*/ 188557 h 608297"/>
                <a:gd name="connsiteX150" fmla="*/ 1461067 w 2912392"/>
                <a:gd name="connsiteY150" fmla="*/ 179111 h 608297"/>
                <a:gd name="connsiteX151" fmla="*/ 1470811 w 2912392"/>
                <a:gd name="connsiteY151" fmla="*/ 169817 h 608297"/>
                <a:gd name="connsiteX152" fmla="*/ 1480555 w 2912392"/>
                <a:gd name="connsiteY152" fmla="*/ 160686 h 608297"/>
                <a:gd name="connsiteX153" fmla="*/ 1490284 w 2912392"/>
                <a:gd name="connsiteY153" fmla="*/ 151727 h 608297"/>
                <a:gd name="connsiteX154" fmla="*/ 1500028 w 2912392"/>
                <a:gd name="connsiteY154" fmla="*/ 142951 h 608297"/>
                <a:gd name="connsiteX155" fmla="*/ 1509772 w 2912392"/>
                <a:gd name="connsiteY155" fmla="*/ 134366 h 608297"/>
                <a:gd name="connsiteX156" fmla="*/ 1519516 w 2912392"/>
                <a:gd name="connsiteY156" fmla="*/ 125983 h 608297"/>
                <a:gd name="connsiteX157" fmla="*/ 1529245 w 2912392"/>
                <a:gd name="connsiteY157" fmla="*/ 117811 h 608297"/>
                <a:gd name="connsiteX158" fmla="*/ 1538989 w 2912392"/>
                <a:gd name="connsiteY158" fmla="*/ 109858 h 608297"/>
                <a:gd name="connsiteX159" fmla="*/ 1548733 w 2912392"/>
                <a:gd name="connsiteY159" fmla="*/ 102131 h 608297"/>
                <a:gd name="connsiteX160" fmla="*/ 1558477 w 2912392"/>
                <a:gd name="connsiteY160" fmla="*/ 94641 h 608297"/>
                <a:gd name="connsiteX161" fmla="*/ 1568221 w 2912392"/>
                <a:gd name="connsiteY161" fmla="*/ 87394 h 608297"/>
                <a:gd name="connsiteX162" fmla="*/ 1577950 w 2912392"/>
                <a:gd name="connsiteY162" fmla="*/ 80399 h 608297"/>
                <a:gd name="connsiteX163" fmla="*/ 1587694 w 2912392"/>
                <a:gd name="connsiteY163" fmla="*/ 73662 h 608297"/>
                <a:gd name="connsiteX164" fmla="*/ 1597438 w 2912392"/>
                <a:gd name="connsiteY164" fmla="*/ 67188 h 608297"/>
                <a:gd name="connsiteX165" fmla="*/ 1607182 w 2912392"/>
                <a:gd name="connsiteY165" fmla="*/ 60988 h 608297"/>
                <a:gd name="connsiteX166" fmla="*/ 1616911 w 2912392"/>
                <a:gd name="connsiteY166" fmla="*/ 55064 h 608297"/>
                <a:gd name="connsiteX167" fmla="*/ 1626655 w 2912392"/>
                <a:gd name="connsiteY167" fmla="*/ 49421 h 608297"/>
                <a:gd name="connsiteX168" fmla="*/ 1636399 w 2912392"/>
                <a:gd name="connsiteY168" fmla="*/ 44067 h 608297"/>
                <a:gd name="connsiteX169" fmla="*/ 1646142 w 2912392"/>
                <a:gd name="connsiteY169" fmla="*/ 39006 h 608297"/>
                <a:gd name="connsiteX170" fmla="*/ 1655872 w 2912392"/>
                <a:gd name="connsiteY170" fmla="*/ 34241 h 608297"/>
                <a:gd name="connsiteX171" fmla="*/ 1665616 w 2912392"/>
                <a:gd name="connsiteY171" fmla="*/ 29777 h 608297"/>
                <a:gd name="connsiteX172" fmla="*/ 1675359 w 2912392"/>
                <a:gd name="connsiteY172" fmla="*/ 25619 h 608297"/>
                <a:gd name="connsiteX173" fmla="*/ 1685103 w 2912392"/>
                <a:gd name="connsiteY173" fmla="*/ 21766 h 608297"/>
                <a:gd name="connsiteX174" fmla="*/ 1694832 w 2912392"/>
                <a:gd name="connsiteY174" fmla="*/ 18223 h 608297"/>
                <a:gd name="connsiteX175" fmla="*/ 1704576 w 2912392"/>
                <a:gd name="connsiteY175" fmla="*/ 14993 h 608297"/>
                <a:gd name="connsiteX176" fmla="*/ 1714320 w 2912392"/>
                <a:gd name="connsiteY176" fmla="*/ 12077 h 608297"/>
                <a:gd name="connsiteX177" fmla="*/ 1724064 w 2912392"/>
                <a:gd name="connsiteY177" fmla="*/ 9476 h 608297"/>
                <a:gd name="connsiteX178" fmla="*/ 1733808 w 2912392"/>
                <a:gd name="connsiteY178" fmla="*/ 7189 h 608297"/>
                <a:gd name="connsiteX179" fmla="*/ 1743537 w 2912392"/>
                <a:gd name="connsiteY179" fmla="*/ 5219 h 608297"/>
                <a:gd name="connsiteX180" fmla="*/ 1753281 w 2912392"/>
                <a:gd name="connsiteY180" fmla="*/ 3565 h 608297"/>
                <a:gd name="connsiteX181" fmla="*/ 1763025 w 2912392"/>
                <a:gd name="connsiteY181" fmla="*/ 2227 h 608297"/>
                <a:gd name="connsiteX182" fmla="*/ 1772769 w 2912392"/>
                <a:gd name="connsiteY182" fmla="*/ 1204 h 608297"/>
                <a:gd name="connsiteX183" fmla="*/ 1782498 w 2912392"/>
                <a:gd name="connsiteY183" fmla="*/ 492 h 608297"/>
                <a:gd name="connsiteX184" fmla="*/ 1792242 w 2912392"/>
                <a:gd name="connsiteY184" fmla="*/ 91 h 608297"/>
                <a:gd name="connsiteX185" fmla="*/ 1801986 w 2912392"/>
                <a:gd name="connsiteY185" fmla="*/ 0 h 608297"/>
                <a:gd name="connsiteX186" fmla="*/ 1811730 w 2912392"/>
                <a:gd name="connsiteY186" fmla="*/ 213 h 608297"/>
                <a:gd name="connsiteX187" fmla="*/ 1821459 w 2912392"/>
                <a:gd name="connsiteY187" fmla="*/ 730 h 608297"/>
                <a:gd name="connsiteX188" fmla="*/ 1831203 w 2912392"/>
                <a:gd name="connsiteY188" fmla="*/ 1545 h 608297"/>
                <a:gd name="connsiteX189" fmla="*/ 1840947 w 2912392"/>
                <a:gd name="connsiteY189" fmla="*/ 2655 h 608297"/>
                <a:gd name="connsiteX190" fmla="*/ 1850691 w 2912392"/>
                <a:gd name="connsiteY190" fmla="*/ 4056 h 608297"/>
                <a:gd name="connsiteX191" fmla="*/ 1860435 w 2912392"/>
                <a:gd name="connsiteY191" fmla="*/ 5741 h 608297"/>
                <a:gd name="connsiteX192" fmla="*/ 1870164 w 2912392"/>
                <a:gd name="connsiteY192" fmla="*/ 7707 h 608297"/>
                <a:gd name="connsiteX193" fmla="*/ 1879908 w 2912392"/>
                <a:gd name="connsiteY193" fmla="*/ 9948 h 608297"/>
                <a:gd name="connsiteX194" fmla="*/ 1889652 w 2912392"/>
                <a:gd name="connsiteY194" fmla="*/ 12459 h 608297"/>
                <a:gd name="connsiteX195" fmla="*/ 1899395 w 2912392"/>
                <a:gd name="connsiteY195" fmla="*/ 15231 h 608297"/>
                <a:gd name="connsiteX196" fmla="*/ 1909124 w 2912392"/>
                <a:gd name="connsiteY196" fmla="*/ 18259 h 608297"/>
                <a:gd name="connsiteX197" fmla="*/ 1918868 w 2912392"/>
                <a:gd name="connsiteY197" fmla="*/ 21537 h 608297"/>
                <a:gd name="connsiteX198" fmla="*/ 1928612 w 2912392"/>
                <a:gd name="connsiteY198" fmla="*/ 25056 h 608297"/>
                <a:gd name="connsiteX199" fmla="*/ 1938356 w 2912392"/>
                <a:gd name="connsiteY199" fmla="*/ 28809 h 608297"/>
                <a:gd name="connsiteX200" fmla="*/ 1948085 w 2912392"/>
                <a:gd name="connsiteY200" fmla="*/ 32788 h 608297"/>
                <a:gd name="connsiteX201" fmla="*/ 1957829 w 2912392"/>
                <a:gd name="connsiteY201" fmla="*/ 36987 h 608297"/>
                <a:gd name="connsiteX202" fmla="*/ 1967573 w 2912392"/>
                <a:gd name="connsiteY202" fmla="*/ 41397 h 608297"/>
                <a:gd name="connsiteX203" fmla="*/ 1977317 w 2912392"/>
                <a:gd name="connsiteY203" fmla="*/ 46007 h 608297"/>
                <a:gd name="connsiteX204" fmla="*/ 1987046 w 2912392"/>
                <a:gd name="connsiteY204" fmla="*/ 50811 h 608297"/>
                <a:gd name="connsiteX205" fmla="*/ 1996790 w 2912392"/>
                <a:gd name="connsiteY205" fmla="*/ 55801 h 608297"/>
                <a:gd name="connsiteX206" fmla="*/ 2006534 w 2912392"/>
                <a:gd name="connsiteY206" fmla="*/ 60965 h 608297"/>
                <a:gd name="connsiteX207" fmla="*/ 2016278 w 2912392"/>
                <a:gd name="connsiteY207" fmla="*/ 66296 h 608297"/>
                <a:gd name="connsiteX208" fmla="*/ 2026022 w 2912392"/>
                <a:gd name="connsiteY208" fmla="*/ 71785 h 608297"/>
                <a:gd name="connsiteX209" fmla="*/ 2035751 w 2912392"/>
                <a:gd name="connsiteY209" fmla="*/ 77421 h 608297"/>
                <a:gd name="connsiteX210" fmla="*/ 2045495 w 2912392"/>
                <a:gd name="connsiteY210" fmla="*/ 83196 h 608297"/>
                <a:gd name="connsiteX211" fmla="*/ 2055239 w 2912392"/>
                <a:gd name="connsiteY211" fmla="*/ 89100 h 608297"/>
                <a:gd name="connsiteX212" fmla="*/ 2064983 w 2912392"/>
                <a:gd name="connsiteY212" fmla="*/ 95124 h 608297"/>
                <a:gd name="connsiteX213" fmla="*/ 2074712 w 2912392"/>
                <a:gd name="connsiteY213" fmla="*/ 101258 h 608297"/>
                <a:gd name="connsiteX214" fmla="*/ 2084456 w 2912392"/>
                <a:gd name="connsiteY214" fmla="*/ 107492 h 608297"/>
                <a:gd name="connsiteX215" fmla="*/ 2094200 w 2912392"/>
                <a:gd name="connsiteY215" fmla="*/ 113818 h 608297"/>
                <a:gd name="connsiteX216" fmla="*/ 2103944 w 2912392"/>
                <a:gd name="connsiteY216" fmla="*/ 120224 h 608297"/>
                <a:gd name="connsiteX217" fmla="*/ 2113673 w 2912392"/>
                <a:gd name="connsiteY217" fmla="*/ 126702 h 608297"/>
                <a:gd name="connsiteX218" fmla="*/ 2123417 w 2912392"/>
                <a:gd name="connsiteY218" fmla="*/ 133242 h 608297"/>
                <a:gd name="connsiteX219" fmla="*/ 2133161 w 2912392"/>
                <a:gd name="connsiteY219" fmla="*/ 139836 h 608297"/>
                <a:gd name="connsiteX220" fmla="*/ 2142905 w 2912392"/>
                <a:gd name="connsiteY220" fmla="*/ 146472 h 608297"/>
                <a:gd name="connsiteX221" fmla="*/ 2152649 w 2912392"/>
                <a:gd name="connsiteY221" fmla="*/ 153142 h 608297"/>
                <a:gd name="connsiteX222" fmla="*/ 2162377 w 2912392"/>
                <a:gd name="connsiteY222" fmla="*/ 159836 h 608297"/>
                <a:gd name="connsiteX223" fmla="*/ 2172121 w 2912392"/>
                <a:gd name="connsiteY223" fmla="*/ 166547 h 608297"/>
                <a:gd name="connsiteX224" fmla="*/ 2181865 w 2912392"/>
                <a:gd name="connsiteY224" fmla="*/ 173265 h 608297"/>
                <a:gd name="connsiteX225" fmla="*/ 2191609 w 2912392"/>
                <a:gd name="connsiteY225" fmla="*/ 179978 h 608297"/>
                <a:gd name="connsiteX226" fmla="*/ 2201338 w 2912392"/>
                <a:gd name="connsiteY226" fmla="*/ 186681 h 608297"/>
                <a:gd name="connsiteX227" fmla="*/ 2211082 w 2912392"/>
                <a:gd name="connsiteY227" fmla="*/ 193365 h 608297"/>
                <a:gd name="connsiteX228" fmla="*/ 2220826 w 2912392"/>
                <a:gd name="connsiteY228" fmla="*/ 200019 h 608297"/>
                <a:gd name="connsiteX229" fmla="*/ 2230570 w 2912392"/>
                <a:gd name="connsiteY229" fmla="*/ 206637 h 608297"/>
                <a:gd name="connsiteX230" fmla="*/ 2240299 w 2912392"/>
                <a:gd name="connsiteY230" fmla="*/ 213209 h 608297"/>
                <a:gd name="connsiteX231" fmla="*/ 2250043 w 2912392"/>
                <a:gd name="connsiteY231" fmla="*/ 219727 h 608297"/>
                <a:gd name="connsiteX232" fmla="*/ 2259787 w 2912392"/>
                <a:gd name="connsiteY232" fmla="*/ 226184 h 608297"/>
                <a:gd name="connsiteX233" fmla="*/ 2269531 w 2912392"/>
                <a:gd name="connsiteY233" fmla="*/ 232573 h 608297"/>
                <a:gd name="connsiteX234" fmla="*/ 2279260 w 2912392"/>
                <a:gd name="connsiteY234" fmla="*/ 238884 h 608297"/>
                <a:gd name="connsiteX235" fmla="*/ 2289004 w 2912392"/>
                <a:gd name="connsiteY235" fmla="*/ 245112 h 608297"/>
                <a:gd name="connsiteX236" fmla="*/ 2298748 w 2912392"/>
                <a:gd name="connsiteY236" fmla="*/ 251248 h 608297"/>
                <a:gd name="connsiteX237" fmla="*/ 2308492 w 2912392"/>
                <a:gd name="connsiteY237" fmla="*/ 257285 h 608297"/>
                <a:gd name="connsiteX238" fmla="*/ 2318236 w 2912392"/>
                <a:gd name="connsiteY238" fmla="*/ 263216 h 608297"/>
                <a:gd name="connsiteX239" fmla="*/ 2327965 w 2912392"/>
                <a:gd name="connsiteY239" fmla="*/ 269034 h 608297"/>
                <a:gd name="connsiteX240" fmla="*/ 2337709 w 2912392"/>
                <a:gd name="connsiteY240" fmla="*/ 274733 h 608297"/>
                <a:gd name="connsiteX241" fmla="*/ 2347453 w 2912392"/>
                <a:gd name="connsiteY241" fmla="*/ 280308 h 608297"/>
                <a:gd name="connsiteX242" fmla="*/ 2357197 w 2912392"/>
                <a:gd name="connsiteY242" fmla="*/ 285749 h 608297"/>
                <a:gd name="connsiteX243" fmla="*/ 2366926 w 2912392"/>
                <a:gd name="connsiteY243" fmla="*/ 291053 h 608297"/>
                <a:gd name="connsiteX244" fmla="*/ 2376670 w 2912392"/>
                <a:gd name="connsiteY244" fmla="*/ 296213 h 608297"/>
                <a:gd name="connsiteX245" fmla="*/ 2386413 w 2912392"/>
                <a:gd name="connsiteY245" fmla="*/ 301223 h 608297"/>
                <a:gd name="connsiteX246" fmla="*/ 2396157 w 2912392"/>
                <a:gd name="connsiteY246" fmla="*/ 306079 h 608297"/>
                <a:gd name="connsiteX247" fmla="*/ 2405886 w 2912392"/>
                <a:gd name="connsiteY247" fmla="*/ 310772 h 608297"/>
                <a:gd name="connsiteX248" fmla="*/ 2415630 w 2912392"/>
                <a:gd name="connsiteY248" fmla="*/ 315301 h 608297"/>
                <a:gd name="connsiteX249" fmla="*/ 2425374 w 2912392"/>
                <a:gd name="connsiteY249" fmla="*/ 319658 h 608297"/>
                <a:gd name="connsiteX250" fmla="*/ 2435118 w 2912392"/>
                <a:gd name="connsiteY250" fmla="*/ 323838 h 608297"/>
                <a:gd name="connsiteX251" fmla="*/ 2444862 w 2912392"/>
                <a:gd name="connsiteY251" fmla="*/ 327840 h 608297"/>
                <a:gd name="connsiteX252" fmla="*/ 2454591 w 2912392"/>
                <a:gd name="connsiteY252" fmla="*/ 331656 h 608297"/>
                <a:gd name="connsiteX253" fmla="*/ 2464335 w 2912392"/>
                <a:gd name="connsiteY253" fmla="*/ 335282 h 608297"/>
                <a:gd name="connsiteX254" fmla="*/ 2474079 w 2912392"/>
                <a:gd name="connsiteY254" fmla="*/ 338713 h 608297"/>
                <a:gd name="connsiteX255" fmla="*/ 2483823 w 2912392"/>
                <a:gd name="connsiteY255" fmla="*/ 341950 h 608297"/>
                <a:gd name="connsiteX256" fmla="*/ 2493552 w 2912392"/>
                <a:gd name="connsiteY256" fmla="*/ 344983 h 608297"/>
                <a:gd name="connsiteX257" fmla="*/ 2503296 w 2912392"/>
                <a:gd name="connsiteY257" fmla="*/ 347811 h 608297"/>
                <a:gd name="connsiteX258" fmla="*/ 2513040 w 2912392"/>
                <a:gd name="connsiteY258" fmla="*/ 350432 h 608297"/>
                <a:gd name="connsiteX259" fmla="*/ 2522784 w 2912392"/>
                <a:gd name="connsiteY259" fmla="*/ 352841 h 608297"/>
                <a:gd name="connsiteX260" fmla="*/ 2532513 w 2912392"/>
                <a:gd name="connsiteY260" fmla="*/ 355035 h 608297"/>
                <a:gd name="connsiteX261" fmla="*/ 2542257 w 2912392"/>
                <a:gd name="connsiteY261" fmla="*/ 357011 h 608297"/>
                <a:gd name="connsiteX262" fmla="*/ 2552001 w 2912392"/>
                <a:gd name="connsiteY262" fmla="*/ 358769 h 608297"/>
                <a:gd name="connsiteX263" fmla="*/ 2561745 w 2912392"/>
                <a:gd name="connsiteY263" fmla="*/ 360304 h 608297"/>
                <a:gd name="connsiteX264" fmla="*/ 2571474 w 2912392"/>
                <a:gd name="connsiteY264" fmla="*/ 361615 h 608297"/>
                <a:gd name="connsiteX265" fmla="*/ 2581218 w 2912392"/>
                <a:gd name="connsiteY265" fmla="*/ 362698 h 608297"/>
                <a:gd name="connsiteX266" fmla="*/ 2590962 w 2912392"/>
                <a:gd name="connsiteY266" fmla="*/ 363555 h 608297"/>
                <a:gd name="connsiteX267" fmla="*/ 2600705 w 2912392"/>
                <a:gd name="connsiteY267" fmla="*/ 364182 h 608297"/>
                <a:gd name="connsiteX268" fmla="*/ 2610449 w 2912392"/>
                <a:gd name="connsiteY268" fmla="*/ 364578 h 608297"/>
                <a:gd name="connsiteX269" fmla="*/ 2620178 w 2912392"/>
                <a:gd name="connsiteY269" fmla="*/ 364744 h 608297"/>
                <a:gd name="connsiteX270" fmla="*/ 2629922 w 2912392"/>
                <a:gd name="connsiteY270" fmla="*/ 364676 h 608297"/>
                <a:gd name="connsiteX271" fmla="*/ 2639666 w 2912392"/>
                <a:gd name="connsiteY271" fmla="*/ 364377 h 608297"/>
                <a:gd name="connsiteX272" fmla="*/ 2649410 w 2912392"/>
                <a:gd name="connsiteY272" fmla="*/ 363847 h 608297"/>
                <a:gd name="connsiteX273" fmla="*/ 2659139 w 2912392"/>
                <a:gd name="connsiteY273" fmla="*/ 363082 h 608297"/>
                <a:gd name="connsiteX274" fmla="*/ 2668883 w 2912392"/>
                <a:gd name="connsiteY274" fmla="*/ 362086 h 608297"/>
                <a:gd name="connsiteX275" fmla="*/ 2678627 w 2912392"/>
                <a:gd name="connsiteY275" fmla="*/ 360859 h 608297"/>
                <a:gd name="connsiteX276" fmla="*/ 2688371 w 2912392"/>
                <a:gd name="connsiteY276" fmla="*/ 359401 h 608297"/>
                <a:gd name="connsiteX277" fmla="*/ 2698100 w 2912392"/>
                <a:gd name="connsiteY277" fmla="*/ 357716 h 608297"/>
                <a:gd name="connsiteX278" fmla="*/ 2707844 w 2912392"/>
                <a:gd name="connsiteY278" fmla="*/ 355803 h 608297"/>
                <a:gd name="connsiteX279" fmla="*/ 2717588 w 2912392"/>
                <a:gd name="connsiteY279" fmla="*/ 353663 h 608297"/>
                <a:gd name="connsiteX280" fmla="*/ 2727332 w 2912392"/>
                <a:gd name="connsiteY280" fmla="*/ 351302 h 608297"/>
                <a:gd name="connsiteX281" fmla="*/ 2737076 w 2912392"/>
                <a:gd name="connsiteY281" fmla="*/ 348721 h 608297"/>
                <a:gd name="connsiteX282" fmla="*/ 2746805 w 2912392"/>
                <a:gd name="connsiteY282" fmla="*/ 345922 h 608297"/>
                <a:gd name="connsiteX283" fmla="*/ 2756549 w 2912392"/>
                <a:gd name="connsiteY283" fmla="*/ 342908 h 608297"/>
                <a:gd name="connsiteX284" fmla="*/ 2766293 w 2912392"/>
                <a:gd name="connsiteY284" fmla="*/ 339683 h 608297"/>
                <a:gd name="connsiteX285" fmla="*/ 2776037 w 2912392"/>
                <a:gd name="connsiteY285" fmla="*/ 336252 h 608297"/>
                <a:gd name="connsiteX286" fmla="*/ 2785766 w 2912392"/>
                <a:gd name="connsiteY286" fmla="*/ 332618 h 608297"/>
                <a:gd name="connsiteX287" fmla="*/ 2795510 w 2912392"/>
                <a:gd name="connsiteY287" fmla="*/ 328786 h 608297"/>
                <a:gd name="connsiteX288" fmla="*/ 2805254 w 2912392"/>
                <a:gd name="connsiteY288" fmla="*/ 324761 h 608297"/>
                <a:gd name="connsiteX289" fmla="*/ 2814998 w 2912392"/>
                <a:gd name="connsiteY289" fmla="*/ 320547 h 608297"/>
                <a:gd name="connsiteX290" fmla="*/ 2824727 w 2912392"/>
                <a:gd name="connsiteY290" fmla="*/ 316149 h 608297"/>
                <a:gd name="connsiteX291" fmla="*/ 2834471 w 2912392"/>
                <a:gd name="connsiteY291" fmla="*/ 311574 h 608297"/>
                <a:gd name="connsiteX292" fmla="*/ 2844215 w 2912392"/>
                <a:gd name="connsiteY292" fmla="*/ 306828 h 608297"/>
                <a:gd name="connsiteX293" fmla="*/ 2853958 w 2912392"/>
                <a:gd name="connsiteY293" fmla="*/ 301916 h 608297"/>
                <a:gd name="connsiteX294" fmla="*/ 2863687 w 2912392"/>
                <a:gd name="connsiteY294" fmla="*/ 296844 h 608297"/>
                <a:gd name="connsiteX295" fmla="*/ 2873431 w 2912392"/>
                <a:gd name="connsiteY295" fmla="*/ 291622 h 608297"/>
                <a:gd name="connsiteX296" fmla="*/ 2883175 w 2912392"/>
                <a:gd name="connsiteY296" fmla="*/ 286254 h 608297"/>
                <a:gd name="connsiteX297" fmla="*/ 2892919 w 2912392"/>
                <a:gd name="connsiteY297" fmla="*/ 280748 h 608297"/>
                <a:gd name="connsiteX298" fmla="*/ 2902663 w 2912392"/>
                <a:gd name="connsiteY298" fmla="*/ 275111 h 608297"/>
                <a:gd name="connsiteX299" fmla="*/ 2912392 w 2912392"/>
                <a:gd name="connsiteY299" fmla="*/ 269351 h 6082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08297">
                  <a:moveTo>
                    <a:pt x="0" y="139982"/>
                  </a:moveTo>
                  <a:lnTo>
                    <a:pt x="9739" y="139305"/>
                  </a:lnTo>
                  <a:lnTo>
                    <a:pt x="19480" y="138815"/>
                  </a:lnTo>
                  <a:lnTo>
                    <a:pt x="29221" y="138514"/>
                  </a:lnTo>
                  <a:lnTo>
                    <a:pt x="38961" y="138406"/>
                  </a:lnTo>
                  <a:lnTo>
                    <a:pt x="48702" y="138494"/>
                  </a:lnTo>
                  <a:lnTo>
                    <a:pt x="58443" y="138781"/>
                  </a:lnTo>
                  <a:lnTo>
                    <a:pt x="68182" y="139270"/>
                  </a:lnTo>
                  <a:lnTo>
                    <a:pt x="77923" y="139966"/>
                  </a:lnTo>
                  <a:lnTo>
                    <a:pt x="87664" y="140870"/>
                  </a:lnTo>
                  <a:lnTo>
                    <a:pt x="97404" y="141987"/>
                  </a:lnTo>
                  <a:lnTo>
                    <a:pt x="107145" y="143318"/>
                  </a:lnTo>
                  <a:lnTo>
                    <a:pt x="116886" y="144866"/>
                  </a:lnTo>
                  <a:lnTo>
                    <a:pt x="126625" y="146633"/>
                  </a:lnTo>
                  <a:lnTo>
                    <a:pt x="136366" y="148622"/>
                  </a:lnTo>
                  <a:lnTo>
                    <a:pt x="146107" y="150836"/>
                  </a:lnTo>
                  <a:lnTo>
                    <a:pt x="155846" y="153273"/>
                  </a:lnTo>
                  <a:lnTo>
                    <a:pt x="165587" y="155939"/>
                  </a:lnTo>
                  <a:lnTo>
                    <a:pt x="175328" y="158832"/>
                  </a:lnTo>
                  <a:lnTo>
                    <a:pt x="185068" y="161955"/>
                  </a:lnTo>
                  <a:lnTo>
                    <a:pt x="194809" y="165307"/>
                  </a:lnTo>
                  <a:lnTo>
                    <a:pt x="204550" y="168890"/>
                  </a:lnTo>
                  <a:lnTo>
                    <a:pt x="214289" y="172703"/>
                  </a:lnTo>
                  <a:lnTo>
                    <a:pt x="224030" y="176745"/>
                  </a:lnTo>
                  <a:lnTo>
                    <a:pt x="233771" y="181018"/>
                  </a:lnTo>
                  <a:lnTo>
                    <a:pt x="243510" y="185518"/>
                  </a:lnTo>
                  <a:lnTo>
                    <a:pt x="253251" y="190245"/>
                  </a:lnTo>
                  <a:lnTo>
                    <a:pt x="262992" y="195198"/>
                  </a:lnTo>
                  <a:lnTo>
                    <a:pt x="272732" y="200372"/>
                  </a:lnTo>
                  <a:lnTo>
                    <a:pt x="282473" y="205767"/>
                  </a:lnTo>
                  <a:lnTo>
                    <a:pt x="292214" y="211378"/>
                  </a:lnTo>
                  <a:lnTo>
                    <a:pt x="301953" y="217202"/>
                  </a:lnTo>
                  <a:lnTo>
                    <a:pt x="311694" y="223236"/>
                  </a:lnTo>
                  <a:lnTo>
                    <a:pt x="321435" y="229476"/>
                  </a:lnTo>
                  <a:lnTo>
                    <a:pt x="331175" y="235914"/>
                  </a:lnTo>
                  <a:lnTo>
                    <a:pt x="340916" y="242546"/>
                  </a:lnTo>
                  <a:lnTo>
                    <a:pt x="350656" y="249367"/>
                  </a:lnTo>
                  <a:lnTo>
                    <a:pt x="360396" y="256371"/>
                  </a:lnTo>
                  <a:lnTo>
                    <a:pt x="370137" y="263550"/>
                  </a:lnTo>
                  <a:lnTo>
                    <a:pt x="379878" y="270896"/>
                  </a:lnTo>
                  <a:lnTo>
                    <a:pt x="389617" y="278402"/>
                  </a:lnTo>
                  <a:lnTo>
                    <a:pt x="399358" y="286060"/>
                  </a:lnTo>
                  <a:lnTo>
                    <a:pt x="409099" y="293863"/>
                  </a:lnTo>
                  <a:lnTo>
                    <a:pt x="418839" y="301800"/>
                  </a:lnTo>
                  <a:lnTo>
                    <a:pt x="428580" y="309860"/>
                  </a:lnTo>
                  <a:lnTo>
                    <a:pt x="438321" y="318035"/>
                  </a:lnTo>
                  <a:lnTo>
                    <a:pt x="448060" y="326316"/>
                  </a:lnTo>
                  <a:lnTo>
                    <a:pt x="457801" y="334689"/>
                  </a:lnTo>
                  <a:lnTo>
                    <a:pt x="467542" y="343146"/>
                  </a:lnTo>
                  <a:lnTo>
                    <a:pt x="477281" y="351674"/>
                  </a:lnTo>
                  <a:lnTo>
                    <a:pt x="487022" y="360262"/>
                  </a:lnTo>
                  <a:lnTo>
                    <a:pt x="496763" y="368896"/>
                  </a:lnTo>
                  <a:lnTo>
                    <a:pt x="506503" y="377566"/>
                  </a:lnTo>
                  <a:lnTo>
                    <a:pt x="516244" y="386259"/>
                  </a:lnTo>
                  <a:lnTo>
                    <a:pt x="525985" y="394962"/>
                  </a:lnTo>
                  <a:lnTo>
                    <a:pt x="535724" y="403661"/>
                  </a:lnTo>
                  <a:lnTo>
                    <a:pt x="545465" y="412343"/>
                  </a:lnTo>
                  <a:lnTo>
                    <a:pt x="555206" y="420996"/>
                  </a:lnTo>
                  <a:lnTo>
                    <a:pt x="564946" y="429606"/>
                  </a:lnTo>
                  <a:lnTo>
                    <a:pt x="574687" y="438161"/>
                  </a:lnTo>
                  <a:lnTo>
                    <a:pt x="584428" y="446645"/>
                  </a:lnTo>
                  <a:lnTo>
                    <a:pt x="594167" y="455045"/>
                  </a:lnTo>
                  <a:lnTo>
                    <a:pt x="603908" y="463348"/>
                  </a:lnTo>
                  <a:lnTo>
                    <a:pt x="613649" y="471539"/>
                  </a:lnTo>
                  <a:lnTo>
                    <a:pt x="623388" y="479607"/>
                  </a:lnTo>
                  <a:lnTo>
                    <a:pt x="633129" y="487538"/>
                  </a:lnTo>
                  <a:lnTo>
                    <a:pt x="642870" y="495317"/>
                  </a:lnTo>
                  <a:lnTo>
                    <a:pt x="652610" y="502933"/>
                  </a:lnTo>
                  <a:lnTo>
                    <a:pt x="662351" y="510371"/>
                  </a:lnTo>
                  <a:lnTo>
                    <a:pt x="672092" y="517620"/>
                  </a:lnTo>
                  <a:lnTo>
                    <a:pt x="681831" y="524668"/>
                  </a:lnTo>
                  <a:lnTo>
                    <a:pt x="691572" y="531502"/>
                  </a:lnTo>
                  <a:lnTo>
                    <a:pt x="701313" y="538110"/>
                  </a:lnTo>
                  <a:lnTo>
                    <a:pt x="711052" y="544480"/>
                  </a:lnTo>
                  <a:lnTo>
                    <a:pt x="720793" y="550602"/>
                  </a:lnTo>
                  <a:lnTo>
                    <a:pt x="730534" y="556465"/>
                  </a:lnTo>
                  <a:lnTo>
                    <a:pt x="740274" y="562058"/>
                  </a:lnTo>
                  <a:lnTo>
                    <a:pt x="750015" y="567373"/>
                  </a:lnTo>
                  <a:lnTo>
                    <a:pt x="759756" y="572398"/>
                  </a:lnTo>
                  <a:lnTo>
                    <a:pt x="769495" y="577124"/>
                  </a:lnTo>
                  <a:lnTo>
                    <a:pt x="779236" y="581545"/>
                  </a:lnTo>
                  <a:lnTo>
                    <a:pt x="788977" y="585651"/>
                  </a:lnTo>
                  <a:lnTo>
                    <a:pt x="798717" y="589435"/>
                  </a:lnTo>
                  <a:lnTo>
                    <a:pt x="808458" y="592890"/>
                  </a:lnTo>
                  <a:lnTo>
                    <a:pt x="818199" y="596008"/>
                  </a:lnTo>
                  <a:lnTo>
                    <a:pt x="827938" y="598787"/>
                  </a:lnTo>
                  <a:lnTo>
                    <a:pt x="837679" y="601217"/>
                  </a:lnTo>
                  <a:lnTo>
                    <a:pt x="847420" y="603297"/>
                  </a:lnTo>
                  <a:lnTo>
                    <a:pt x="857159" y="605021"/>
                  </a:lnTo>
                  <a:lnTo>
                    <a:pt x="866900" y="606386"/>
                  </a:lnTo>
                  <a:lnTo>
                    <a:pt x="876641" y="607388"/>
                  </a:lnTo>
                  <a:lnTo>
                    <a:pt x="886381" y="608026"/>
                  </a:lnTo>
                  <a:lnTo>
                    <a:pt x="896122" y="608297"/>
                  </a:lnTo>
                  <a:lnTo>
                    <a:pt x="905863" y="608200"/>
                  </a:lnTo>
                  <a:lnTo>
                    <a:pt x="915602" y="607734"/>
                  </a:lnTo>
                  <a:lnTo>
                    <a:pt x="925343" y="606901"/>
                  </a:lnTo>
                  <a:lnTo>
                    <a:pt x="935084" y="605699"/>
                  </a:lnTo>
                  <a:lnTo>
                    <a:pt x="944824" y="604128"/>
                  </a:lnTo>
                  <a:lnTo>
                    <a:pt x="954564" y="602195"/>
                  </a:lnTo>
                  <a:lnTo>
                    <a:pt x="964305" y="599896"/>
                  </a:lnTo>
                  <a:lnTo>
                    <a:pt x="974045" y="597238"/>
                  </a:lnTo>
                  <a:lnTo>
                    <a:pt x="983786" y="594222"/>
                  </a:lnTo>
                  <a:lnTo>
                    <a:pt x="993522" y="590852"/>
                  </a:lnTo>
                  <a:lnTo>
                    <a:pt x="1003266" y="587133"/>
                  </a:lnTo>
                  <a:lnTo>
                    <a:pt x="1013010" y="583070"/>
                  </a:lnTo>
                  <a:lnTo>
                    <a:pt x="1022754" y="578668"/>
                  </a:lnTo>
                  <a:lnTo>
                    <a:pt x="1032483" y="573933"/>
                  </a:lnTo>
                  <a:lnTo>
                    <a:pt x="1042227" y="568868"/>
                  </a:lnTo>
                  <a:lnTo>
                    <a:pt x="1051971" y="563486"/>
                  </a:lnTo>
                  <a:lnTo>
                    <a:pt x="1061715" y="557788"/>
                  </a:lnTo>
                  <a:lnTo>
                    <a:pt x="1071444" y="551785"/>
                  </a:lnTo>
                  <a:lnTo>
                    <a:pt x="1081188" y="545483"/>
                  </a:lnTo>
                  <a:lnTo>
                    <a:pt x="1090932" y="538892"/>
                  </a:lnTo>
                  <a:lnTo>
                    <a:pt x="1100676" y="532019"/>
                  </a:lnTo>
                  <a:lnTo>
                    <a:pt x="1110405" y="524875"/>
                  </a:lnTo>
                  <a:lnTo>
                    <a:pt x="1120149" y="517467"/>
                  </a:lnTo>
                  <a:lnTo>
                    <a:pt x="1129893" y="509804"/>
                  </a:lnTo>
                  <a:lnTo>
                    <a:pt x="1139637" y="501901"/>
                  </a:lnTo>
                  <a:lnTo>
                    <a:pt x="1149381" y="493761"/>
                  </a:lnTo>
                  <a:lnTo>
                    <a:pt x="1159110" y="485400"/>
                  </a:lnTo>
                  <a:lnTo>
                    <a:pt x="1168854" y="476827"/>
                  </a:lnTo>
                  <a:lnTo>
                    <a:pt x="1178598" y="468052"/>
                  </a:lnTo>
                  <a:lnTo>
                    <a:pt x="1188341" y="459085"/>
                  </a:lnTo>
                  <a:lnTo>
                    <a:pt x="1198070" y="449942"/>
                  </a:lnTo>
                  <a:lnTo>
                    <a:pt x="1207814" y="440628"/>
                  </a:lnTo>
                  <a:lnTo>
                    <a:pt x="1217558" y="431160"/>
                  </a:lnTo>
                  <a:lnTo>
                    <a:pt x="1227302" y="421549"/>
                  </a:lnTo>
                  <a:lnTo>
                    <a:pt x="1237031" y="411803"/>
                  </a:lnTo>
                  <a:lnTo>
                    <a:pt x="1246775" y="401939"/>
                  </a:lnTo>
                  <a:lnTo>
                    <a:pt x="1256519" y="391965"/>
                  </a:lnTo>
                  <a:lnTo>
                    <a:pt x="1266263" y="381895"/>
                  </a:lnTo>
                  <a:lnTo>
                    <a:pt x="1276007" y="371742"/>
                  </a:lnTo>
                  <a:lnTo>
                    <a:pt x="1285736" y="361516"/>
                  </a:lnTo>
                  <a:lnTo>
                    <a:pt x="1295480" y="351232"/>
                  </a:lnTo>
                  <a:lnTo>
                    <a:pt x="1305224" y="340899"/>
                  </a:lnTo>
                  <a:lnTo>
                    <a:pt x="1314968" y="330534"/>
                  </a:lnTo>
                  <a:lnTo>
                    <a:pt x="1324697" y="320145"/>
                  </a:lnTo>
                  <a:lnTo>
                    <a:pt x="1334441" y="309745"/>
                  </a:lnTo>
                  <a:lnTo>
                    <a:pt x="1344185" y="299349"/>
                  </a:lnTo>
                  <a:lnTo>
                    <a:pt x="1353929" y="288967"/>
                  </a:lnTo>
                  <a:lnTo>
                    <a:pt x="1363658" y="278611"/>
                  </a:lnTo>
                  <a:lnTo>
                    <a:pt x="1373402" y="268293"/>
                  </a:lnTo>
                  <a:lnTo>
                    <a:pt x="1383146" y="258027"/>
                  </a:lnTo>
                  <a:lnTo>
                    <a:pt x="1392890" y="247822"/>
                  </a:lnTo>
                  <a:lnTo>
                    <a:pt x="1402619" y="237692"/>
                  </a:lnTo>
                  <a:lnTo>
                    <a:pt x="1412363" y="227649"/>
                  </a:lnTo>
                  <a:lnTo>
                    <a:pt x="1422106" y="217702"/>
                  </a:lnTo>
                  <a:lnTo>
                    <a:pt x="1431850" y="207863"/>
                  </a:lnTo>
                  <a:lnTo>
                    <a:pt x="1441594" y="198146"/>
                  </a:lnTo>
                  <a:lnTo>
                    <a:pt x="1451323" y="188557"/>
                  </a:lnTo>
                  <a:lnTo>
                    <a:pt x="1461067" y="179111"/>
                  </a:lnTo>
                  <a:lnTo>
                    <a:pt x="1470811" y="169817"/>
                  </a:lnTo>
                  <a:lnTo>
                    <a:pt x="1480555" y="160686"/>
                  </a:lnTo>
                  <a:lnTo>
                    <a:pt x="1490284" y="151727"/>
                  </a:lnTo>
                  <a:lnTo>
                    <a:pt x="1500028" y="142951"/>
                  </a:lnTo>
                  <a:lnTo>
                    <a:pt x="1509772" y="134366"/>
                  </a:lnTo>
                  <a:lnTo>
                    <a:pt x="1519516" y="125983"/>
                  </a:lnTo>
                  <a:lnTo>
                    <a:pt x="1529245" y="117811"/>
                  </a:lnTo>
                  <a:lnTo>
                    <a:pt x="1538989" y="109858"/>
                  </a:lnTo>
                  <a:lnTo>
                    <a:pt x="1548733" y="102131"/>
                  </a:lnTo>
                  <a:lnTo>
                    <a:pt x="1558477" y="94641"/>
                  </a:lnTo>
                  <a:lnTo>
                    <a:pt x="1568221" y="87394"/>
                  </a:lnTo>
                  <a:lnTo>
                    <a:pt x="1577950" y="80399"/>
                  </a:lnTo>
                  <a:lnTo>
                    <a:pt x="1587694" y="73662"/>
                  </a:lnTo>
                  <a:lnTo>
                    <a:pt x="1597438" y="67188"/>
                  </a:lnTo>
                  <a:lnTo>
                    <a:pt x="1607182" y="60988"/>
                  </a:lnTo>
                  <a:lnTo>
                    <a:pt x="1616911" y="55064"/>
                  </a:lnTo>
                  <a:lnTo>
                    <a:pt x="1626655" y="49421"/>
                  </a:lnTo>
                  <a:lnTo>
                    <a:pt x="1636399" y="44067"/>
                  </a:lnTo>
                  <a:lnTo>
                    <a:pt x="1646142" y="39006"/>
                  </a:lnTo>
                  <a:lnTo>
                    <a:pt x="1655872" y="34241"/>
                  </a:lnTo>
                  <a:lnTo>
                    <a:pt x="1665616" y="29777"/>
                  </a:lnTo>
                  <a:lnTo>
                    <a:pt x="1675359" y="25619"/>
                  </a:lnTo>
                  <a:lnTo>
                    <a:pt x="1685103" y="21766"/>
                  </a:lnTo>
                  <a:lnTo>
                    <a:pt x="1694832" y="18223"/>
                  </a:lnTo>
                  <a:lnTo>
                    <a:pt x="1704576" y="14993"/>
                  </a:lnTo>
                  <a:lnTo>
                    <a:pt x="1714320" y="12077"/>
                  </a:lnTo>
                  <a:lnTo>
                    <a:pt x="1724064" y="9476"/>
                  </a:lnTo>
                  <a:lnTo>
                    <a:pt x="1733808" y="7189"/>
                  </a:lnTo>
                  <a:lnTo>
                    <a:pt x="1743537" y="5219"/>
                  </a:lnTo>
                  <a:lnTo>
                    <a:pt x="1753281" y="3565"/>
                  </a:lnTo>
                  <a:lnTo>
                    <a:pt x="1763025" y="2227"/>
                  </a:lnTo>
                  <a:lnTo>
                    <a:pt x="1772769" y="1204"/>
                  </a:lnTo>
                  <a:lnTo>
                    <a:pt x="1782498" y="492"/>
                  </a:lnTo>
                  <a:lnTo>
                    <a:pt x="1792242" y="91"/>
                  </a:lnTo>
                  <a:lnTo>
                    <a:pt x="1801986" y="0"/>
                  </a:lnTo>
                  <a:lnTo>
                    <a:pt x="1811730" y="213"/>
                  </a:lnTo>
                  <a:lnTo>
                    <a:pt x="1821459" y="730"/>
                  </a:lnTo>
                  <a:lnTo>
                    <a:pt x="1831203" y="1545"/>
                  </a:lnTo>
                  <a:lnTo>
                    <a:pt x="1840947" y="2655"/>
                  </a:lnTo>
                  <a:lnTo>
                    <a:pt x="1850691" y="4056"/>
                  </a:lnTo>
                  <a:lnTo>
                    <a:pt x="1860435" y="5741"/>
                  </a:lnTo>
                  <a:lnTo>
                    <a:pt x="1870164" y="7707"/>
                  </a:lnTo>
                  <a:lnTo>
                    <a:pt x="1879908" y="9948"/>
                  </a:lnTo>
                  <a:lnTo>
                    <a:pt x="1889652" y="12459"/>
                  </a:lnTo>
                  <a:lnTo>
                    <a:pt x="1899395" y="15231"/>
                  </a:lnTo>
                  <a:lnTo>
                    <a:pt x="1909124" y="18259"/>
                  </a:lnTo>
                  <a:lnTo>
                    <a:pt x="1918868" y="21537"/>
                  </a:lnTo>
                  <a:lnTo>
                    <a:pt x="1928612" y="25056"/>
                  </a:lnTo>
                  <a:lnTo>
                    <a:pt x="1938356" y="28809"/>
                  </a:lnTo>
                  <a:lnTo>
                    <a:pt x="1948085" y="32788"/>
                  </a:lnTo>
                  <a:lnTo>
                    <a:pt x="1957829" y="36987"/>
                  </a:lnTo>
                  <a:lnTo>
                    <a:pt x="1967573" y="41397"/>
                  </a:lnTo>
                  <a:lnTo>
                    <a:pt x="1977317" y="46007"/>
                  </a:lnTo>
                  <a:lnTo>
                    <a:pt x="1987046" y="50811"/>
                  </a:lnTo>
                  <a:lnTo>
                    <a:pt x="1996790" y="55801"/>
                  </a:lnTo>
                  <a:lnTo>
                    <a:pt x="2006534" y="60965"/>
                  </a:lnTo>
                  <a:lnTo>
                    <a:pt x="2016278" y="66296"/>
                  </a:lnTo>
                  <a:lnTo>
                    <a:pt x="2026022" y="71785"/>
                  </a:lnTo>
                  <a:lnTo>
                    <a:pt x="2035751" y="77421"/>
                  </a:lnTo>
                  <a:lnTo>
                    <a:pt x="2045495" y="83196"/>
                  </a:lnTo>
                  <a:lnTo>
                    <a:pt x="2055239" y="89100"/>
                  </a:lnTo>
                  <a:lnTo>
                    <a:pt x="2064983" y="95124"/>
                  </a:lnTo>
                  <a:lnTo>
                    <a:pt x="2074712" y="101258"/>
                  </a:lnTo>
                  <a:lnTo>
                    <a:pt x="2084456" y="107492"/>
                  </a:lnTo>
                  <a:lnTo>
                    <a:pt x="2094200" y="113818"/>
                  </a:lnTo>
                  <a:lnTo>
                    <a:pt x="2103944" y="120224"/>
                  </a:lnTo>
                  <a:lnTo>
                    <a:pt x="2113673" y="126702"/>
                  </a:lnTo>
                  <a:lnTo>
                    <a:pt x="2123417" y="133242"/>
                  </a:lnTo>
                  <a:lnTo>
                    <a:pt x="2133161" y="139836"/>
                  </a:lnTo>
                  <a:lnTo>
                    <a:pt x="2142905" y="146472"/>
                  </a:lnTo>
                  <a:lnTo>
                    <a:pt x="2152649" y="153142"/>
                  </a:lnTo>
                  <a:lnTo>
                    <a:pt x="2162377" y="159836"/>
                  </a:lnTo>
                  <a:lnTo>
                    <a:pt x="2172121" y="166547"/>
                  </a:lnTo>
                  <a:lnTo>
                    <a:pt x="2181865" y="173265"/>
                  </a:lnTo>
                  <a:lnTo>
                    <a:pt x="2191609" y="179978"/>
                  </a:lnTo>
                  <a:lnTo>
                    <a:pt x="2201338" y="186681"/>
                  </a:lnTo>
                  <a:lnTo>
                    <a:pt x="2211082" y="193365"/>
                  </a:lnTo>
                  <a:lnTo>
                    <a:pt x="2220826" y="200019"/>
                  </a:lnTo>
                  <a:lnTo>
                    <a:pt x="2230570" y="206637"/>
                  </a:lnTo>
                  <a:lnTo>
                    <a:pt x="2240299" y="213209"/>
                  </a:lnTo>
                  <a:lnTo>
                    <a:pt x="2250043" y="219727"/>
                  </a:lnTo>
                  <a:lnTo>
                    <a:pt x="2259787" y="226184"/>
                  </a:lnTo>
                  <a:lnTo>
                    <a:pt x="2269531" y="232573"/>
                  </a:lnTo>
                  <a:lnTo>
                    <a:pt x="2279260" y="238884"/>
                  </a:lnTo>
                  <a:lnTo>
                    <a:pt x="2289004" y="245112"/>
                  </a:lnTo>
                  <a:lnTo>
                    <a:pt x="2298748" y="251248"/>
                  </a:lnTo>
                  <a:lnTo>
                    <a:pt x="2308492" y="257285"/>
                  </a:lnTo>
                  <a:lnTo>
                    <a:pt x="2318236" y="263216"/>
                  </a:lnTo>
                  <a:lnTo>
                    <a:pt x="2327965" y="269034"/>
                  </a:lnTo>
                  <a:lnTo>
                    <a:pt x="2337709" y="274733"/>
                  </a:lnTo>
                  <a:lnTo>
                    <a:pt x="2347453" y="280308"/>
                  </a:lnTo>
                  <a:lnTo>
                    <a:pt x="2357197" y="285749"/>
                  </a:lnTo>
                  <a:lnTo>
                    <a:pt x="2366926" y="291053"/>
                  </a:lnTo>
                  <a:lnTo>
                    <a:pt x="2376670" y="296213"/>
                  </a:lnTo>
                  <a:lnTo>
                    <a:pt x="2386413" y="301223"/>
                  </a:lnTo>
                  <a:lnTo>
                    <a:pt x="2396157" y="306079"/>
                  </a:lnTo>
                  <a:lnTo>
                    <a:pt x="2405886" y="310772"/>
                  </a:lnTo>
                  <a:lnTo>
                    <a:pt x="2415630" y="315301"/>
                  </a:lnTo>
                  <a:lnTo>
                    <a:pt x="2425374" y="319658"/>
                  </a:lnTo>
                  <a:lnTo>
                    <a:pt x="2435118" y="323838"/>
                  </a:lnTo>
                  <a:lnTo>
                    <a:pt x="2444862" y="327840"/>
                  </a:lnTo>
                  <a:lnTo>
                    <a:pt x="2454591" y="331656"/>
                  </a:lnTo>
                  <a:lnTo>
                    <a:pt x="2464335" y="335282"/>
                  </a:lnTo>
                  <a:lnTo>
                    <a:pt x="2474079" y="338713"/>
                  </a:lnTo>
                  <a:lnTo>
                    <a:pt x="2483823" y="341950"/>
                  </a:lnTo>
                  <a:lnTo>
                    <a:pt x="2493552" y="344983"/>
                  </a:lnTo>
                  <a:lnTo>
                    <a:pt x="2503296" y="347811"/>
                  </a:lnTo>
                  <a:lnTo>
                    <a:pt x="2513040" y="350432"/>
                  </a:lnTo>
                  <a:lnTo>
                    <a:pt x="2522784" y="352841"/>
                  </a:lnTo>
                  <a:lnTo>
                    <a:pt x="2532513" y="355035"/>
                  </a:lnTo>
                  <a:lnTo>
                    <a:pt x="2542257" y="357011"/>
                  </a:lnTo>
                  <a:lnTo>
                    <a:pt x="2552001" y="358769"/>
                  </a:lnTo>
                  <a:lnTo>
                    <a:pt x="2561745" y="360304"/>
                  </a:lnTo>
                  <a:lnTo>
                    <a:pt x="2571474" y="361615"/>
                  </a:lnTo>
                  <a:lnTo>
                    <a:pt x="2581218" y="362698"/>
                  </a:lnTo>
                  <a:lnTo>
                    <a:pt x="2590962" y="363555"/>
                  </a:lnTo>
                  <a:lnTo>
                    <a:pt x="2600705" y="364182"/>
                  </a:lnTo>
                  <a:lnTo>
                    <a:pt x="2610449" y="364578"/>
                  </a:lnTo>
                  <a:lnTo>
                    <a:pt x="2620178" y="364744"/>
                  </a:lnTo>
                  <a:lnTo>
                    <a:pt x="2629922" y="364676"/>
                  </a:lnTo>
                  <a:lnTo>
                    <a:pt x="2639666" y="364377"/>
                  </a:lnTo>
                  <a:lnTo>
                    <a:pt x="2649410" y="363847"/>
                  </a:lnTo>
                  <a:lnTo>
                    <a:pt x="2659139" y="363082"/>
                  </a:lnTo>
                  <a:lnTo>
                    <a:pt x="2668883" y="362086"/>
                  </a:lnTo>
                  <a:lnTo>
                    <a:pt x="2678627" y="360859"/>
                  </a:lnTo>
                  <a:lnTo>
                    <a:pt x="2688371" y="359401"/>
                  </a:lnTo>
                  <a:lnTo>
                    <a:pt x="2698100" y="357716"/>
                  </a:lnTo>
                  <a:lnTo>
                    <a:pt x="2707844" y="355803"/>
                  </a:lnTo>
                  <a:lnTo>
                    <a:pt x="2717588" y="353663"/>
                  </a:lnTo>
                  <a:lnTo>
                    <a:pt x="2727332" y="351302"/>
                  </a:lnTo>
                  <a:lnTo>
                    <a:pt x="2737076" y="348721"/>
                  </a:lnTo>
                  <a:lnTo>
                    <a:pt x="2746805" y="345922"/>
                  </a:lnTo>
                  <a:lnTo>
                    <a:pt x="2756549" y="342908"/>
                  </a:lnTo>
                  <a:lnTo>
                    <a:pt x="2766293" y="339683"/>
                  </a:lnTo>
                  <a:lnTo>
                    <a:pt x="2776037" y="336252"/>
                  </a:lnTo>
                  <a:lnTo>
                    <a:pt x="2785766" y="332618"/>
                  </a:lnTo>
                  <a:lnTo>
                    <a:pt x="2795510" y="328786"/>
                  </a:lnTo>
                  <a:lnTo>
                    <a:pt x="2805254" y="324761"/>
                  </a:lnTo>
                  <a:lnTo>
                    <a:pt x="2814998" y="320547"/>
                  </a:lnTo>
                  <a:lnTo>
                    <a:pt x="2824727" y="316149"/>
                  </a:lnTo>
                  <a:lnTo>
                    <a:pt x="2834471" y="311574"/>
                  </a:lnTo>
                  <a:lnTo>
                    <a:pt x="2844215" y="306828"/>
                  </a:lnTo>
                  <a:lnTo>
                    <a:pt x="2853958" y="301916"/>
                  </a:lnTo>
                  <a:lnTo>
                    <a:pt x="2863687" y="296844"/>
                  </a:lnTo>
                  <a:lnTo>
                    <a:pt x="2873431" y="291622"/>
                  </a:lnTo>
                  <a:lnTo>
                    <a:pt x="2883175" y="286254"/>
                  </a:lnTo>
                  <a:lnTo>
                    <a:pt x="2892919" y="280748"/>
                  </a:lnTo>
                  <a:lnTo>
                    <a:pt x="2902663" y="275111"/>
                  </a:lnTo>
                  <a:lnTo>
                    <a:pt x="2912392" y="26935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9" name="Freeform 628">
              <a:extLst>
                <a:ext uri="{FF2B5EF4-FFF2-40B4-BE49-F238E27FC236}">
                  <a16:creationId xmlns:a16="http://schemas.microsoft.com/office/drawing/2014/main" id="{9B18E3F0-CE3E-A736-5C0D-706A301445AB}"/>
                </a:ext>
              </a:extLst>
            </p:cNvPr>
            <p:cNvSpPr/>
            <p:nvPr/>
          </p:nvSpPr>
          <p:spPr>
            <a:xfrm>
              <a:off x="576446" y="3192604"/>
              <a:ext cx="2912392" cy="432188"/>
            </a:xfrm>
            <a:custGeom>
              <a:avLst/>
              <a:gdLst>
                <a:gd name="connsiteX0" fmla="*/ 0 w 2912392"/>
                <a:gd name="connsiteY0" fmla="*/ 102624 h 432188"/>
                <a:gd name="connsiteX1" fmla="*/ 9739 w 2912392"/>
                <a:gd name="connsiteY1" fmla="*/ 98400 h 432188"/>
                <a:gd name="connsiteX2" fmla="*/ 19480 w 2912392"/>
                <a:gd name="connsiteY2" fmla="*/ 94156 h 432188"/>
                <a:gd name="connsiteX3" fmla="*/ 29221 w 2912392"/>
                <a:gd name="connsiteY3" fmla="*/ 89897 h 432188"/>
                <a:gd name="connsiteX4" fmla="*/ 38961 w 2912392"/>
                <a:gd name="connsiteY4" fmla="*/ 85633 h 432188"/>
                <a:gd name="connsiteX5" fmla="*/ 48702 w 2912392"/>
                <a:gd name="connsiteY5" fmla="*/ 81374 h 432188"/>
                <a:gd name="connsiteX6" fmla="*/ 58443 w 2912392"/>
                <a:gd name="connsiteY6" fmla="*/ 77126 h 432188"/>
                <a:gd name="connsiteX7" fmla="*/ 68182 w 2912392"/>
                <a:gd name="connsiteY7" fmla="*/ 72902 h 432188"/>
                <a:gd name="connsiteX8" fmla="*/ 77923 w 2912392"/>
                <a:gd name="connsiteY8" fmla="*/ 68708 h 432188"/>
                <a:gd name="connsiteX9" fmla="*/ 87664 w 2912392"/>
                <a:gd name="connsiteY9" fmla="*/ 64556 h 432188"/>
                <a:gd name="connsiteX10" fmla="*/ 97404 w 2912392"/>
                <a:gd name="connsiteY10" fmla="*/ 60453 h 432188"/>
                <a:gd name="connsiteX11" fmla="*/ 107145 w 2912392"/>
                <a:gd name="connsiteY11" fmla="*/ 56409 h 432188"/>
                <a:gd name="connsiteX12" fmla="*/ 116886 w 2912392"/>
                <a:gd name="connsiteY12" fmla="*/ 52434 h 432188"/>
                <a:gd name="connsiteX13" fmla="*/ 126625 w 2912392"/>
                <a:gd name="connsiteY13" fmla="*/ 48538 h 432188"/>
                <a:gd name="connsiteX14" fmla="*/ 136366 w 2912392"/>
                <a:gd name="connsiteY14" fmla="*/ 44730 h 432188"/>
                <a:gd name="connsiteX15" fmla="*/ 146107 w 2912392"/>
                <a:gd name="connsiteY15" fmla="*/ 41018 h 432188"/>
                <a:gd name="connsiteX16" fmla="*/ 155846 w 2912392"/>
                <a:gd name="connsiteY16" fmla="*/ 37413 h 432188"/>
                <a:gd name="connsiteX17" fmla="*/ 165587 w 2912392"/>
                <a:gd name="connsiteY17" fmla="*/ 33923 h 432188"/>
                <a:gd name="connsiteX18" fmla="*/ 175328 w 2912392"/>
                <a:gd name="connsiteY18" fmla="*/ 30559 h 432188"/>
                <a:gd name="connsiteX19" fmla="*/ 185068 w 2912392"/>
                <a:gd name="connsiteY19" fmla="*/ 27328 h 432188"/>
                <a:gd name="connsiteX20" fmla="*/ 194809 w 2912392"/>
                <a:gd name="connsiteY20" fmla="*/ 24239 h 432188"/>
                <a:gd name="connsiteX21" fmla="*/ 204550 w 2912392"/>
                <a:gd name="connsiteY21" fmla="*/ 21301 h 432188"/>
                <a:gd name="connsiteX22" fmla="*/ 214289 w 2912392"/>
                <a:gd name="connsiteY22" fmla="*/ 18521 h 432188"/>
                <a:gd name="connsiteX23" fmla="*/ 224030 w 2912392"/>
                <a:gd name="connsiteY23" fmla="*/ 15908 h 432188"/>
                <a:gd name="connsiteX24" fmla="*/ 233771 w 2912392"/>
                <a:gd name="connsiteY24" fmla="*/ 13470 h 432188"/>
                <a:gd name="connsiteX25" fmla="*/ 243510 w 2912392"/>
                <a:gd name="connsiteY25" fmla="*/ 11213 h 432188"/>
                <a:gd name="connsiteX26" fmla="*/ 253251 w 2912392"/>
                <a:gd name="connsiteY26" fmla="*/ 9145 h 432188"/>
                <a:gd name="connsiteX27" fmla="*/ 262992 w 2912392"/>
                <a:gd name="connsiteY27" fmla="*/ 7274 h 432188"/>
                <a:gd name="connsiteX28" fmla="*/ 272732 w 2912392"/>
                <a:gd name="connsiteY28" fmla="*/ 5603 h 432188"/>
                <a:gd name="connsiteX29" fmla="*/ 282473 w 2912392"/>
                <a:gd name="connsiteY29" fmla="*/ 4140 h 432188"/>
                <a:gd name="connsiteX30" fmla="*/ 292214 w 2912392"/>
                <a:gd name="connsiteY30" fmla="*/ 2890 h 432188"/>
                <a:gd name="connsiteX31" fmla="*/ 301953 w 2912392"/>
                <a:gd name="connsiteY31" fmla="*/ 1859 h 432188"/>
                <a:gd name="connsiteX32" fmla="*/ 311694 w 2912392"/>
                <a:gd name="connsiteY32" fmla="*/ 1050 h 432188"/>
                <a:gd name="connsiteX33" fmla="*/ 321435 w 2912392"/>
                <a:gd name="connsiteY33" fmla="*/ 469 h 432188"/>
                <a:gd name="connsiteX34" fmla="*/ 331175 w 2912392"/>
                <a:gd name="connsiteY34" fmla="*/ 118 h 432188"/>
                <a:gd name="connsiteX35" fmla="*/ 340916 w 2912392"/>
                <a:gd name="connsiteY35" fmla="*/ 0 h 432188"/>
                <a:gd name="connsiteX36" fmla="*/ 350656 w 2912392"/>
                <a:gd name="connsiteY36" fmla="*/ 118 h 432188"/>
                <a:gd name="connsiteX37" fmla="*/ 360396 w 2912392"/>
                <a:gd name="connsiteY37" fmla="*/ 474 h 432188"/>
                <a:gd name="connsiteX38" fmla="*/ 370137 w 2912392"/>
                <a:gd name="connsiteY38" fmla="*/ 1070 h 432188"/>
                <a:gd name="connsiteX39" fmla="*/ 379878 w 2912392"/>
                <a:gd name="connsiteY39" fmla="*/ 1906 h 432188"/>
                <a:gd name="connsiteX40" fmla="*/ 389617 w 2912392"/>
                <a:gd name="connsiteY40" fmla="*/ 2983 h 432188"/>
                <a:gd name="connsiteX41" fmla="*/ 399358 w 2912392"/>
                <a:gd name="connsiteY41" fmla="*/ 4301 h 432188"/>
                <a:gd name="connsiteX42" fmla="*/ 409099 w 2912392"/>
                <a:gd name="connsiteY42" fmla="*/ 5860 h 432188"/>
                <a:gd name="connsiteX43" fmla="*/ 418839 w 2912392"/>
                <a:gd name="connsiteY43" fmla="*/ 7657 h 432188"/>
                <a:gd name="connsiteX44" fmla="*/ 428580 w 2912392"/>
                <a:gd name="connsiteY44" fmla="*/ 9692 h 432188"/>
                <a:gd name="connsiteX45" fmla="*/ 438321 w 2912392"/>
                <a:gd name="connsiteY45" fmla="*/ 11962 h 432188"/>
                <a:gd name="connsiteX46" fmla="*/ 448060 w 2912392"/>
                <a:gd name="connsiteY46" fmla="*/ 14464 h 432188"/>
                <a:gd name="connsiteX47" fmla="*/ 457801 w 2912392"/>
                <a:gd name="connsiteY47" fmla="*/ 17195 h 432188"/>
                <a:gd name="connsiteX48" fmla="*/ 467542 w 2912392"/>
                <a:gd name="connsiteY48" fmla="*/ 20152 h 432188"/>
                <a:gd name="connsiteX49" fmla="*/ 477281 w 2912392"/>
                <a:gd name="connsiteY49" fmla="*/ 23329 h 432188"/>
                <a:gd name="connsiteX50" fmla="*/ 487022 w 2912392"/>
                <a:gd name="connsiteY50" fmla="*/ 26721 h 432188"/>
                <a:gd name="connsiteX51" fmla="*/ 496763 w 2912392"/>
                <a:gd name="connsiteY51" fmla="*/ 30324 h 432188"/>
                <a:gd name="connsiteX52" fmla="*/ 506503 w 2912392"/>
                <a:gd name="connsiteY52" fmla="*/ 34132 h 432188"/>
                <a:gd name="connsiteX53" fmla="*/ 516244 w 2912392"/>
                <a:gd name="connsiteY53" fmla="*/ 38138 h 432188"/>
                <a:gd name="connsiteX54" fmla="*/ 525985 w 2912392"/>
                <a:gd name="connsiteY54" fmla="*/ 42337 h 432188"/>
                <a:gd name="connsiteX55" fmla="*/ 535724 w 2912392"/>
                <a:gd name="connsiteY55" fmla="*/ 46719 h 432188"/>
                <a:gd name="connsiteX56" fmla="*/ 545465 w 2912392"/>
                <a:gd name="connsiteY56" fmla="*/ 51279 h 432188"/>
                <a:gd name="connsiteX57" fmla="*/ 555206 w 2912392"/>
                <a:gd name="connsiteY57" fmla="*/ 56008 h 432188"/>
                <a:gd name="connsiteX58" fmla="*/ 564946 w 2912392"/>
                <a:gd name="connsiteY58" fmla="*/ 60898 h 432188"/>
                <a:gd name="connsiteX59" fmla="*/ 574687 w 2912392"/>
                <a:gd name="connsiteY59" fmla="*/ 65941 h 432188"/>
                <a:gd name="connsiteX60" fmla="*/ 584428 w 2912392"/>
                <a:gd name="connsiteY60" fmla="*/ 71128 h 432188"/>
                <a:gd name="connsiteX61" fmla="*/ 594167 w 2912392"/>
                <a:gd name="connsiteY61" fmla="*/ 76448 h 432188"/>
                <a:gd name="connsiteX62" fmla="*/ 603908 w 2912392"/>
                <a:gd name="connsiteY62" fmla="*/ 81894 h 432188"/>
                <a:gd name="connsiteX63" fmla="*/ 613649 w 2912392"/>
                <a:gd name="connsiteY63" fmla="*/ 87457 h 432188"/>
                <a:gd name="connsiteX64" fmla="*/ 623388 w 2912392"/>
                <a:gd name="connsiteY64" fmla="*/ 93125 h 432188"/>
                <a:gd name="connsiteX65" fmla="*/ 633129 w 2912392"/>
                <a:gd name="connsiteY65" fmla="*/ 98889 h 432188"/>
                <a:gd name="connsiteX66" fmla="*/ 642870 w 2912392"/>
                <a:gd name="connsiteY66" fmla="*/ 104738 h 432188"/>
                <a:gd name="connsiteX67" fmla="*/ 652610 w 2912392"/>
                <a:gd name="connsiteY67" fmla="*/ 110664 h 432188"/>
                <a:gd name="connsiteX68" fmla="*/ 662351 w 2912392"/>
                <a:gd name="connsiteY68" fmla="*/ 116656 h 432188"/>
                <a:gd name="connsiteX69" fmla="*/ 672092 w 2912392"/>
                <a:gd name="connsiteY69" fmla="*/ 122703 h 432188"/>
                <a:gd name="connsiteX70" fmla="*/ 681831 w 2912392"/>
                <a:gd name="connsiteY70" fmla="*/ 128794 h 432188"/>
                <a:gd name="connsiteX71" fmla="*/ 691572 w 2912392"/>
                <a:gd name="connsiteY71" fmla="*/ 134921 h 432188"/>
                <a:gd name="connsiteX72" fmla="*/ 701313 w 2912392"/>
                <a:gd name="connsiteY72" fmla="*/ 141073 h 432188"/>
                <a:gd name="connsiteX73" fmla="*/ 711052 w 2912392"/>
                <a:gd name="connsiteY73" fmla="*/ 147238 h 432188"/>
                <a:gd name="connsiteX74" fmla="*/ 720793 w 2912392"/>
                <a:gd name="connsiteY74" fmla="*/ 153406 h 432188"/>
                <a:gd name="connsiteX75" fmla="*/ 730534 w 2912392"/>
                <a:gd name="connsiteY75" fmla="*/ 159570 h 432188"/>
                <a:gd name="connsiteX76" fmla="*/ 740274 w 2912392"/>
                <a:gd name="connsiteY76" fmla="*/ 165715 h 432188"/>
                <a:gd name="connsiteX77" fmla="*/ 750015 w 2912392"/>
                <a:gd name="connsiteY77" fmla="*/ 171837 h 432188"/>
                <a:gd name="connsiteX78" fmla="*/ 759756 w 2912392"/>
                <a:gd name="connsiteY78" fmla="*/ 177922 h 432188"/>
                <a:gd name="connsiteX79" fmla="*/ 769495 w 2912392"/>
                <a:gd name="connsiteY79" fmla="*/ 183962 h 432188"/>
                <a:gd name="connsiteX80" fmla="*/ 779236 w 2912392"/>
                <a:gd name="connsiteY80" fmla="*/ 189949 h 432188"/>
                <a:gd name="connsiteX81" fmla="*/ 788977 w 2912392"/>
                <a:gd name="connsiteY81" fmla="*/ 195871 h 432188"/>
                <a:gd name="connsiteX82" fmla="*/ 798717 w 2912392"/>
                <a:gd name="connsiteY82" fmla="*/ 201722 h 432188"/>
                <a:gd name="connsiteX83" fmla="*/ 808458 w 2912392"/>
                <a:gd name="connsiteY83" fmla="*/ 207492 h 432188"/>
                <a:gd name="connsiteX84" fmla="*/ 818199 w 2912392"/>
                <a:gd name="connsiteY84" fmla="*/ 213173 h 432188"/>
                <a:gd name="connsiteX85" fmla="*/ 827938 w 2912392"/>
                <a:gd name="connsiteY85" fmla="*/ 218757 h 432188"/>
                <a:gd name="connsiteX86" fmla="*/ 837679 w 2912392"/>
                <a:gd name="connsiteY86" fmla="*/ 224237 h 432188"/>
                <a:gd name="connsiteX87" fmla="*/ 847420 w 2912392"/>
                <a:gd name="connsiteY87" fmla="*/ 229605 h 432188"/>
                <a:gd name="connsiteX88" fmla="*/ 857159 w 2912392"/>
                <a:gd name="connsiteY88" fmla="*/ 234854 h 432188"/>
                <a:gd name="connsiteX89" fmla="*/ 866900 w 2912392"/>
                <a:gd name="connsiteY89" fmla="*/ 239978 h 432188"/>
                <a:gd name="connsiteX90" fmla="*/ 876641 w 2912392"/>
                <a:gd name="connsiteY90" fmla="*/ 244971 h 432188"/>
                <a:gd name="connsiteX91" fmla="*/ 886381 w 2912392"/>
                <a:gd name="connsiteY91" fmla="*/ 249825 h 432188"/>
                <a:gd name="connsiteX92" fmla="*/ 896122 w 2912392"/>
                <a:gd name="connsiteY92" fmla="*/ 254536 h 432188"/>
                <a:gd name="connsiteX93" fmla="*/ 905863 w 2912392"/>
                <a:gd name="connsiteY93" fmla="*/ 259099 h 432188"/>
                <a:gd name="connsiteX94" fmla="*/ 915602 w 2912392"/>
                <a:gd name="connsiteY94" fmla="*/ 263509 h 432188"/>
                <a:gd name="connsiteX95" fmla="*/ 925343 w 2912392"/>
                <a:gd name="connsiteY95" fmla="*/ 267762 h 432188"/>
                <a:gd name="connsiteX96" fmla="*/ 935084 w 2912392"/>
                <a:gd name="connsiteY96" fmla="*/ 271851 h 432188"/>
                <a:gd name="connsiteX97" fmla="*/ 944824 w 2912392"/>
                <a:gd name="connsiteY97" fmla="*/ 275776 h 432188"/>
                <a:gd name="connsiteX98" fmla="*/ 954564 w 2912392"/>
                <a:gd name="connsiteY98" fmla="*/ 279533 h 432188"/>
                <a:gd name="connsiteX99" fmla="*/ 964305 w 2912392"/>
                <a:gd name="connsiteY99" fmla="*/ 283118 h 432188"/>
                <a:gd name="connsiteX100" fmla="*/ 974045 w 2912392"/>
                <a:gd name="connsiteY100" fmla="*/ 286528 h 432188"/>
                <a:gd name="connsiteX101" fmla="*/ 983786 w 2912392"/>
                <a:gd name="connsiteY101" fmla="*/ 289764 h 432188"/>
                <a:gd name="connsiteX102" fmla="*/ 993522 w 2912392"/>
                <a:gd name="connsiteY102" fmla="*/ 292822 h 432188"/>
                <a:gd name="connsiteX103" fmla="*/ 1003266 w 2912392"/>
                <a:gd name="connsiteY103" fmla="*/ 295700 h 432188"/>
                <a:gd name="connsiteX104" fmla="*/ 1013010 w 2912392"/>
                <a:gd name="connsiteY104" fmla="*/ 298400 h 432188"/>
                <a:gd name="connsiteX105" fmla="*/ 1022754 w 2912392"/>
                <a:gd name="connsiteY105" fmla="*/ 300918 h 432188"/>
                <a:gd name="connsiteX106" fmla="*/ 1032483 w 2912392"/>
                <a:gd name="connsiteY106" fmla="*/ 303257 h 432188"/>
                <a:gd name="connsiteX107" fmla="*/ 1042227 w 2912392"/>
                <a:gd name="connsiteY107" fmla="*/ 305416 h 432188"/>
                <a:gd name="connsiteX108" fmla="*/ 1051971 w 2912392"/>
                <a:gd name="connsiteY108" fmla="*/ 307396 h 432188"/>
                <a:gd name="connsiteX109" fmla="*/ 1061715 w 2912392"/>
                <a:gd name="connsiteY109" fmla="*/ 309197 h 432188"/>
                <a:gd name="connsiteX110" fmla="*/ 1071444 w 2912392"/>
                <a:gd name="connsiteY110" fmla="*/ 310824 h 432188"/>
                <a:gd name="connsiteX111" fmla="*/ 1081188 w 2912392"/>
                <a:gd name="connsiteY111" fmla="*/ 312275 h 432188"/>
                <a:gd name="connsiteX112" fmla="*/ 1090932 w 2912392"/>
                <a:gd name="connsiteY112" fmla="*/ 313554 h 432188"/>
                <a:gd name="connsiteX113" fmla="*/ 1100676 w 2912392"/>
                <a:gd name="connsiteY113" fmla="*/ 314663 h 432188"/>
                <a:gd name="connsiteX114" fmla="*/ 1110405 w 2912392"/>
                <a:gd name="connsiteY114" fmla="*/ 315607 h 432188"/>
                <a:gd name="connsiteX115" fmla="*/ 1120149 w 2912392"/>
                <a:gd name="connsiteY115" fmla="*/ 316386 h 432188"/>
                <a:gd name="connsiteX116" fmla="*/ 1129893 w 2912392"/>
                <a:gd name="connsiteY116" fmla="*/ 317007 h 432188"/>
                <a:gd name="connsiteX117" fmla="*/ 1139637 w 2912392"/>
                <a:gd name="connsiteY117" fmla="*/ 317473 h 432188"/>
                <a:gd name="connsiteX118" fmla="*/ 1149381 w 2912392"/>
                <a:gd name="connsiteY118" fmla="*/ 317788 h 432188"/>
                <a:gd name="connsiteX119" fmla="*/ 1159110 w 2912392"/>
                <a:gd name="connsiteY119" fmla="*/ 317956 h 432188"/>
                <a:gd name="connsiteX120" fmla="*/ 1168854 w 2912392"/>
                <a:gd name="connsiteY120" fmla="*/ 317984 h 432188"/>
                <a:gd name="connsiteX121" fmla="*/ 1178598 w 2912392"/>
                <a:gd name="connsiteY121" fmla="*/ 317879 h 432188"/>
                <a:gd name="connsiteX122" fmla="*/ 1188341 w 2912392"/>
                <a:gd name="connsiteY122" fmla="*/ 317642 h 432188"/>
                <a:gd name="connsiteX123" fmla="*/ 1198070 w 2912392"/>
                <a:gd name="connsiteY123" fmla="*/ 317283 h 432188"/>
                <a:gd name="connsiteX124" fmla="*/ 1207814 w 2912392"/>
                <a:gd name="connsiteY124" fmla="*/ 316806 h 432188"/>
                <a:gd name="connsiteX125" fmla="*/ 1217558 w 2912392"/>
                <a:gd name="connsiteY125" fmla="*/ 316219 h 432188"/>
                <a:gd name="connsiteX126" fmla="*/ 1227302 w 2912392"/>
                <a:gd name="connsiteY126" fmla="*/ 315529 h 432188"/>
                <a:gd name="connsiteX127" fmla="*/ 1237031 w 2912392"/>
                <a:gd name="connsiteY127" fmla="*/ 314744 h 432188"/>
                <a:gd name="connsiteX128" fmla="*/ 1246775 w 2912392"/>
                <a:gd name="connsiteY128" fmla="*/ 313869 h 432188"/>
                <a:gd name="connsiteX129" fmla="*/ 1256519 w 2912392"/>
                <a:gd name="connsiteY129" fmla="*/ 312914 h 432188"/>
                <a:gd name="connsiteX130" fmla="*/ 1266263 w 2912392"/>
                <a:gd name="connsiteY130" fmla="*/ 311886 h 432188"/>
                <a:gd name="connsiteX131" fmla="*/ 1276007 w 2912392"/>
                <a:gd name="connsiteY131" fmla="*/ 310793 h 432188"/>
                <a:gd name="connsiteX132" fmla="*/ 1285736 w 2912392"/>
                <a:gd name="connsiteY132" fmla="*/ 309644 h 432188"/>
                <a:gd name="connsiteX133" fmla="*/ 1295480 w 2912392"/>
                <a:gd name="connsiteY133" fmla="*/ 308446 h 432188"/>
                <a:gd name="connsiteX134" fmla="*/ 1305224 w 2912392"/>
                <a:gd name="connsiteY134" fmla="*/ 307210 h 432188"/>
                <a:gd name="connsiteX135" fmla="*/ 1314968 w 2912392"/>
                <a:gd name="connsiteY135" fmla="*/ 305942 h 432188"/>
                <a:gd name="connsiteX136" fmla="*/ 1324697 w 2912392"/>
                <a:gd name="connsiteY136" fmla="*/ 304654 h 432188"/>
                <a:gd name="connsiteX137" fmla="*/ 1334441 w 2912392"/>
                <a:gd name="connsiteY137" fmla="*/ 303352 h 432188"/>
                <a:gd name="connsiteX138" fmla="*/ 1344185 w 2912392"/>
                <a:gd name="connsiteY138" fmla="*/ 302047 h 432188"/>
                <a:gd name="connsiteX139" fmla="*/ 1353929 w 2912392"/>
                <a:gd name="connsiteY139" fmla="*/ 300748 h 432188"/>
                <a:gd name="connsiteX140" fmla="*/ 1363658 w 2912392"/>
                <a:gd name="connsiteY140" fmla="*/ 299462 h 432188"/>
                <a:gd name="connsiteX141" fmla="*/ 1373402 w 2912392"/>
                <a:gd name="connsiteY141" fmla="*/ 298200 h 432188"/>
                <a:gd name="connsiteX142" fmla="*/ 1383146 w 2912392"/>
                <a:gd name="connsiteY142" fmla="*/ 296972 h 432188"/>
                <a:gd name="connsiteX143" fmla="*/ 1392890 w 2912392"/>
                <a:gd name="connsiteY143" fmla="*/ 295785 h 432188"/>
                <a:gd name="connsiteX144" fmla="*/ 1402619 w 2912392"/>
                <a:gd name="connsiteY144" fmla="*/ 294648 h 432188"/>
                <a:gd name="connsiteX145" fmla="*/ 1412363 w 2912392"/>
                <a:gd name="connsiteY145" fmla="*/ 293571 h 432188"/>
                <a:gd name="connsiteX146" fmla="*/ 1422106 w 2912392"/>
                <a:gd name="connsiteY146" fmla="*/ 292561 h 432188"/>
                <a:gd name="connsiteX147" fmla="*/ 1431850 w 2912392"/>
                <a:gd name="connsiteY147" fmla="*/ 291628 h 432188"/>
                <a:gd name="connsiteX148" fmla="*/ 1441594 w 2912392"/>
                <a:gd name="connsiteY148" fmla="*/ 290779 h 432188"/>
                <a:gd name="connsiteX149" fmla="*/ 1451323 w 2912392"/>
                <a:gd name="connsiteY149" fmla="*/ 290024 h 432188"/>
                <a:gd name="connsiteX150" fmla="*/ 1461067 w 2912392"/>
                <a:gd name="connsiteY150" fmla="*/ 289366 h 432188"/>
                <a:gd name="connsiteX151" fmla="*/ 1470811 w 2912392"/>
                <a:gd name="connsiteY151" fmla="*/ 288820 h 432188"/>
                <a:gd name="connsiteX152" fmla="*/ 1480555 w 2912392"/>
                <a:gd name="connsiteY152" fmla="*/ 288386 h 432188"/>
                <a:gd name="connsiteX153" fmla="*/ 1490284 w 2912392"/>
                <a:gd name="connsiteY153" fmla="*/ 288075 h 432188"/>
                <a:gd name="connsiteX154" fmla="*/ 1500028 w 2912392"/>
                <a:gd name="connsiteY154" fmla="*/ 287892 h 432188"/>
                <a:gd name="connsiteX155" fmla="*/ 1509772 w 2912392"/>
                <a:gd name="connsiteY155" fmla="*/ 287841 h 432188"/>
                <a:gd name="connsiteX156" fmla="*/ 1519516 w 2912392"/>
                <a:gd name="connsiteY156" fmla="*/ 287932 h 432188"/>
                <a:gd name="connsiteX157" fmla="*/ 1529245 w 2912392"/>
                <a:gd name="connsiteY157" fmla="*/ 288166 h 432188"/>
                <a:gd name="connsiteX158" fmla="*/ 1538989 w 2912392"/>
                <a:gd name="connsiteY158" fmla="*/ 288550 h 432188"/>
                <a:gd name="connsiteX159" fmla="*/ 1548733 w 2912392"/>
                <a:gd name="connsiteY159" fmla="*/ 289086 h 432188"/>
                <a:gd name="connsiteX160" fmla="*/ 1558477 w 2912392"/>
                <a:gd name="connsiteY160" fmla="*/ 289779 h 432188"/>
                <a:gd name="connsiteX161" fmla="*/ 1568221 w 2912392"/>
                <a:gd name="connsiteY161" fmla="*/ 290633 h 432188"/>
                <a:gd name="connsiteX162" fmla="*/ 1577950 w 2912392"/>
                <a:gd name="connsiteY162" fmla="*/ 291648 h 432188"/>
                <a:gd name="connsiteX163" fmla="*/ 1587694 w 2912392"/>
                <a:gd name="connsiteY163" fmla="*/ 292826 h 432188"/>
                <a:gd name="connsiteX164" fmla="*/ 1597438 w 2912392"/>
                <a:gd name="connsiteY164" fmla="*/ 294170 h 432188"/>
                <a:gd name="connsiteX165" fmla="*/ 1607182 w 2912392"/>
                <a:gd name="connsiteY165" fmla="*/ 295679 h 432188"/>
                <a:gd name="connsiteX166" fmla="*/ 1616911 w 2912392"/>
                <a:gd name="connsiteY166" fmla="*/ 297352 h 432188"/>
                <a:gd name="connsiteX167" fmla="*/ 1626655 w 2912392"/>
                <a:gd name="connsiteY167" fmla="*/ 299192 h 432188"/>
                <a:gd name="connsiteX168" fmla="*/ 1636399 w 2912392"/>
                <a:gd name="connsiteY168" fmla="*/ 301193 h 432188"/>
                <a:gd name="connsiteX169" fmla="*/ 1646142 w 2912392"/>
                <a:gd name="connsiteY169" fmla="*/ 303357 h 432188"/>
                <a:gd name="connsiteX170" fmla="*/ 1655872 w 2912392"/>
                <a:gd name="connsiteY170" fmla="*/ 305676 h 432188"/>
                <a:gd name="connsiteX171" fmla="*/ 1665616 w 2912392"/>
                <a:gd name="connsiteY171" fmla="*/ 308153 h 432188"/>
                <a:gd name="connsiteX172" fmla="*/ 1675359 w 2912392"/>
                <a:gd name="connsiteY172" fmla="*/ 310778 h 432188"/>
                <a:gd name="connsiteX173" fmla="*/ 1685103 w 2912392"/>
                <a:gd name="connsiteY173" fmla="*/ 313551 h 432188"/>
                <a:gd name="connsiteX174" fmla="*/ 1694832 w 2912392"/>
                <a:gd name="connsiteY174" fmla="*/ 316463 h 432188"/>
                <a:gd name="connsiteX175" fmla="*/ 1704576 w 2912392"/>
                <a:gd name="connsiteY175" fmla="*/ 319509 h 432188"/>
                <a:gd name="connsiteX176" fmla="*/ 1714320 w 2912392"/>
                <a:gd name="connsiteY176" fmla="*/ 322684 h 432188"/>
                <a:gd name="connsiteX177" fmla="*/ 1724064 w 2912392"/>
                <a:gd name="connsiteY177" fmla="*/ 325978 h 432188"/>
                <a:gd name="connsiteX178" fmla="*/ 1733808 w 2912392"/>
                <a:gd name="connsiteY178" fmla="*/ 329384 h 432188"/>
                <a:gd name="connsiteX179" fmla="*/ 1743537 w 2912392"/>
                <a:gd name="connsiteY179" fmla="*/ 332894 h 432188"/>
                <a:gd name="connsiteX180" fmla="*/ 1753281 w 2912392"/>
                <a:gd name="connsiteY180" fmla="*/ 336499 h 432188"/>
                <a:gd name="connsiteX181" fmla="*/ 1763025 w 2912392"/>
                <a:gd name="connsiteY181" fmla="*/ 340188 h 432188"/>
                <a:gd name="connsiteX182" fmla="*/ 1772769 w 2912392"/>
                <a:gd name="connsiteY182" fmla="*/ 343953 h 432188"/>
                <a:gd name="connsiteX183" fmla="*/ 1782498 w 2912392"/>
                <a:gd name="connsiteY183" fmla="*/ 347782 h 432188"/>
                <a:gd name="connsiteX184" fmla="*/ 1792242 w 2912392"/>
                <a:gd name="connsiteY184" fmla="*/ 351665 h 432188"/>
                <a:gd name="connsiteX185" fmla="*/ 1801986 w 2912392"/>
                <a:gd name="connsiteY185" fmla="*/ 355589 h 432188"/>
                <a:gd name="connsiteX186" fmla="*/ 1811730 w 2912392"/>
                <a:gd name="connsiteY186" fmla="*/ 359544 h 432188"/>
                <a:gd name="connsiteX187" fmla="*/ 1821459 w 2912392"/>
                <a:gd name="connsiteY187" fmla="*/ 363517 h 432188"/>
                <a:gd name="connsiteX188" fmla="*/ 1831203 w 2912392"/>
                <a:gd name="connsiteY188" fmla="*/ 367495 h 432188"/>
                <a:gd name="connsiteX189" fmla="*/ 1840947 w 2912392"/>
                <a:gd name="connsiteY189" fmla="*/ 371466 h 432188"/>
                <a:gd name="connsiteX190" fmla="*/ 1850691 w 2912392"/>
                <a:gd name="connsiteY190" fmla="*/ 375417 h 432188"/>
                <a:gd name="connsiteX191" fmla="*/ 1860435 w 2912392"/>
                <a:gd name="connsiteY191" fmla="*/ 379337 h 432188"/>
                <a:gd name="connsiteX192" fmla="*/ 1870164 w 2912392"/>
                <a:gd name="connsiteY192" fmla="*/ 383209 h 432188"/>
                <a:gd name="connsiteX193" fmla="*/ 1879908 w 2912392"/>
                <a:gd name="connsiteY193" fmla="*/ 387023 h 432188"/>
                <a:gd name="connsiteX194" fmla="*/ 1889652 w 2912392"/>
                <a:gd name="connsiteY194" fmla="*/ 390764 h 432188"/>
                <a:gd name="connsiteX195" fmla="*/ 1899395 w 2912392"/>
                <a:gd name="connsiteY195" fmla="*/ 394421 h 432188"/>
                <a:gd name="connsiteX196" fmla="*/ 1909124 w 2912392"/>
                <a:gd name="connsiteY196" fmla="*/ 397979 h 432188"/>
                <a:gd name="connsiteX197" fmla="*/ 1918868 w 2912392"/>
                <a:gd name="connsiteY197" fmla="*/ 401426 h 432188"/>
                <a:gd name="connsiteX198" fmla="*/ 1928612 w 2912392"/>
                <a:gd name="connsiteY198" fmla="*/ 404749 h 432188"/>
                <a:gd name="connsiteX199" fmla="*/ 1938356 w 2912392"/>
                <a:gd name="connsiteY199" fmla="*/ 407936 h 432188"/>
                <a:gd name="connsiteX200" fmla="*/ 1948085 w 2912392"/>
                <a:gd name="connsiteY200" fmla="*/ 410974 h 432188"/>
                <a:gd name="connsiteX201" fmla="*/ 1957829 w 2912392"/>
                <a:gd name="connsiteY201" fmla="*/ 413852 h 432188"/>
                <a:gd name="connsiteX202" fmla="*/ 1967573 w 2912392"/>
                <a:gd name="connsiteY202" fmla="*/ 416558 h 432188"/>
                <a:gd name="connsiteX203" fmla="*/ 1977317 w 2912392"/>
                <a:gd name="connsiteY203" fmla="*/ 419080 h 432188"/>
                <a:gd name="connsiteX204" fmla="*/ 1987046 w 2912392"/>
                <a:gd name="connsiteY204" fmla="*/ 421410 h 432188"/>
                <a:gd name="connsiteX205" fmla="*/ 1996790 w 2912392"/>
                <a:gd name="connsiteY205" fmla="*/ 423535 h 432188"/>
                <a:gd name="connsiteX206" fmla="*/ 2006534 w 2912392"/>
                <a:gd name="connsiteY206" fmla="*/ 425448 h 432188"/>
                <a:gd name="connsiteX207" fmla="*/ 2016278 w 2912392"/>
                <a:gd name="connsiteY207" fmla="*/ 427139 h 432188"/>
                <a:gd name="connsiteX208" fmla="*/ 2026022 w 2912392"/>
                <a:gd name="connsiteY208" fmla="*/ 428597 h 432188"/>
                <a:gd name="connsiteX209" fmla="*/ 2035751 w 2912392"/>
                <a:gd name="connsiteY209" fmla="*/ 429819 h 432188"/>
                <a:gd name="connsiteX210" fmla="*/ 2045495 w 2912392"/>
                <a:gd name="connsiteY210" fmla="*/ 430795 h 432188"/>
                <a:gd name="connsiteX211" fmla="*/ 2055239 w 2912392"/>
                <a:gd name="connsiteY211" fmla="*/ 431519 h 432188"/>
                <a:gd name="connsiteX212" fmla="*/ 2064983 w 2912392"/>
                <a:gd name="connsiteY212" fmla="*/ 431985 h 432188"/>
                <a:gd name="connsiteX213" fmla="*/ 2074712 w 2912392"/>
                <a:gd name="connsiteY213" fmla="*/ 432188 h 432188"/>
                <a:gd name="connsiteX214" fmla="*/ 2084456 w 2912392"/>
                <a:gd name="connsiteY214" fmla="*/ 432126 h 432188"/>
                <a:gd name="connsiteX215" fmla="*/ 2094200 w 2912392"/>
                <a:gd name="connsiteY215" fmla="*/ 431793 h 432188"/>
                <a:gd name="connsiteX216" fmla="*/ 2103944 w 2912392"/>
                <a:gd name="connsiteY216" fmla="*/ 431188 h 432188"/>
                <a:gd name="connsiteX217" fmla="*/ 2113673 w 2912392"/>
                <a:gd name="connsiteY217" fmla="*/ 430309 h 432188"/>
                <a:gd name="connsiteX218" fmla="*/ 2123417 w 2912392"/>
                <a:gd name="connsiteY218" fmla="*/ 429155 h 432188"/>
                <a:gd name="connsiteX219" fmla="*/ 2133161 w 2912392"/>
                <a:gd name="connsiteY219" fmla="*/ 427724 h 432188"/>
                <a:gd name="connsiteX220" fmla="*/ 2142905 w 2912392"/>
                <a:gd name="connsiteY220" fmla="*/ 426019 h 432188"/>
                <a:gd name="connsiteX221" fmla="*/ 2152649 w 2912392"/>
                <a:gd name="connsiteY221" fmla="*/ 424041 h 432188"/>
                <a:gd name="connsiteX222" fmla="*/ 2162377 w 2912392"/>
                <a:gd name="connsiteY222" fmla="*/ 421792 h 432188"/>
                <a:gd name="connsiteX223" fmla="*/ 2172121 w 2912392"/>
                <a:gd name="connsiteY223" fmla="*/ 419274 h 432188"/>
                <a:gd name="connsiteX224" fmla="*/ 2181865 w 2912392"/>
                <a:gd name="connsiteY224" fmla="*/ 416492 h 432188"/>
                <a:gd name="connsiteX225" fmla="*/ 2191609 w 2912392"/>
                <a:gd name="connsiteY225" fmla="*/ 413451 h 432188"/>
                <a:gd name="connsiteX226" fmla="*/ 2201338 w 2912392"/>
                <a:gd name="connsiteY226" fmla="*/ 410157 h 432188"/>
                <a:gd name="connsiteX227" fmla="*/ 2211082 w 2912392"/>
                <a:gd name="connsiteY227" fmla="*/ 406613 h 432188"/>
                <a:gd name="connsiteX228" fmla="*/ 2220826 w 2912392"/>
                <a:gd name="connsiteY228" fmla="*/ 402828 h 432188"/>
                <a:gd name="connsiteX229" fmla="*/ 2230570 w 2912392"/>
                <a:gd name="connsiteY229" fmla="*/ 398809 h 432188"/>
                <a:gd name="connsiteX230" fmla="*/ 2240299 w 2912392"/>
                <a:gd name="connsiteY230" fmla="*/ 394564 h 432188"/>
                <a:gd name="connsiteX231" fmla="*/ 2250043 w 2912392"/>
                <a:gd name="connsiteY231" fmla="*/ 390101 h 432188"/>
                <a:gd name="connsiteX232" fmla="*/ 2259787 w 2912392"/>
                <a:gd name="connsiteY232" fmla="*/ 385431 h 432188"/>
                <a:gd name="connsiteX233" fmla="*/ 2269531 w 2912392"/>
                <a:gd name="connsiteY233" fmla="*/ 380563 h 432188"/>
                <a:gd name="connsiteX234" fmla="*/ 2279260 w 2912392"/>
                <a:gd name="connsiteY234" fmla="*/ 375506 h 432188"/>
                <a:gd name="connsiteX235" fmla="*/ 2289004 w 2912392"/>
                <a:gd name="connsiteY235" fmla="*/ 370272 h 432188"/>
                <a:gd name="connsiteX236" fmla="*/ 2298748 w 2912392"/>
                <a:gd name="connsiteY236" fmla="*/ 364873 h 432188"/>
                <a:gd name="connsiteX237" fmla="*/ 2308492 w 2912392"/>
                <a:gd name="connsiteY237" fmla="*/ 359319 h 432188"/>
                <a:gd name="connsiteX238" fmla="*/ 2318236 w 2912392"/>
                <a:gd name="connsiteY238" fmla="*/ 353623 h 432188"/>
                <a:gd name="connsiteX239" fmla="*/ 2327965 w 2912392"/>
                <a:gd name="connsiteY239" fmla="*/ 347797 h 432188"/>
                <a:gd name="connsiteX240" fmla="*/ 2337709 w 2912392"/>
                <a:gd name="connsiteY240" fmla="*/ 341853 h 432188"/>
                <a:gd name="connsiteX241" fmla="*/ 2347453 w 2912392"/>
                <a:gd name="connsiteY241" fmla="*/ 335804 h 432188"/>
                <a:gd name="connsiteX242" fmla="*/ 2357197 w 2912392"/>
                <a:gd name="connsiteY242" fmla="*/ 329664 h 432188"/>
                <a:gd name="connsiteX243" fmla="*/ 2366926 w 2912392"/>
                <a:gd name="connsiteY243" fmla="*/ 323443 h 432188"/>
                <a:gd name="connsiteX244" fmla="*/ 2376670 w 2912392"/>
                <a:gd name="connsiteY244" fmla="*/ 317158 h 432188"/>
                <a:gd name="connsiteX245" fmla="*/ 2386413 w 2912392"/>
                <a:gd name="connsiteY245" fmla="*/ 310820 h 432188"/>
                <a:gd name="connsiteX246" fmla="*/ 2396157 w 2912392"/>
                <a:gd name="connsiteY246" fmla="*/ 304443 h 432188"/>
                <a:gd name="connsiteX247" fmla="*/ 2405886 w 2912392"/>
                <a:gd name="connsiteY247" fmla="*/ 298038 h 432188"/>
                <a:gd name="connsiteX248" fmla="*/ 2415630 w 2912392"/>
                <a:gd name="connsiteY248" fmla="*/ 291621 h 432188"/>
                <a:gd name="connsiteX249" fmla="*/ 2425374 w 2912392"/>
                <a:gd name="connsiteY249" fmla="*/ 285204 h 432188"/>
                <a:gd name="connsiteX250" fmla="*/ 2435118 w 2912392"/>
                <a:gd name="connsiteY250" fmla="*/ 278799 h 432188"/>
                <a:gd name="connsiteX251" fmla="*/ 2444862 w 2912392"/>
                <a:gd name="connsiteY251" fmla="*/ 272417 h 432188"/>
                <a:gd name="connsiteX252" fmla="*/ 2454591 w 2912392"/>
                <a:gd name="connsiteY252" fmla="*/ 266075 h 432188"/>
                <a:gd name="connsiteX253" fmla="*/ 2464335 w 2912392"/>
                <a:gd name="connsiteY253" fmla="*/ 259780 h 432188"/>
                <a:gd name="connsiteX254" fmla="*/ 2474079 w 2912392"/>
                <a:gd name="connsiteY254" fmla="*/ 253548 h 432188"/>
                <a:gd name="connsiteX255" fmla="*/ 2483823 w 2912392"/>
                <a:gd name="connsiteY255" fmla="*/ 247389 h 432188"/>
                <a:gd name="connsiteX256" fmla="*/ 2493552 w 2912392"/>
                <a:gd name="connsiteY256" fmla="*/ 241311 h 432188"/>
                <a:gd name="connsiteX257" fmla="*/ 2503296 w 2912392"/>
                <a:gd name="connsiteY257" fmla="*/ 235329 h 432188"/>
                <a:gd name="connsiteX258" fmla="*/ 2513040 w 2912392"/>
                <a:gd name="connsiteY258" fmla="*/ 229452 h 432188"/>
                <a:gd name="connsiteX259" fmla="*/ 2522784 w 2912392"/>
                <a:gd name="connsiteY259" fmla="*/ 223689 h 432188"/>
                <a:gd name="connsiteX260" fmla="*/ 2532513 w 2912392"/>
                <a:gd name="connsiteY260" fmla="*/ 218051 h 432188"/>
                <a:gd name="connsiteX261" fmla="*/ 2542257 w 2912392"/>
                <a:gd name="connsiteY261" fmla="*/ 212544 h 432188"/>
                <a:gd name="connsiteX262" fmla="*/ 2552001 w 2912392"/>
                <a:gd name="connsiteY262" fmla="*/ 207179 h 432188"/>
                <a:gd name="connsiteX263" fmla="*/ 2561745 w 2912392"/>
                <a:gd name="connsiteY263" fmla="*/ 201965 h 432188"/>
                <a:gd name="connsiteX264" fmla="*/ 2571474 w 2912392"/>
                <a:gd name="connsiteY264" fmla="*/ 196905 h 432188"/>
                <a:gd name="connsiteX265" fmla="*/ 2581218 w 2912392"/>
                <a:gd name="connsiteY265" fmla="*/ 192009 h 432188"/>
                <a:gd name="connsiteX266" fmla="*/ 2590962 w 2912392"/>
                <a:gd name="connsiteY266" fmla="*/ 187285 h 432188"/>
                <a:gd name="connsiteX267" fmla="*/ 2600705 w 2912392"/>
                <a:gd name="connsiteY267" fmla="*/ 182735 h 432188"/>
                <a:gd name="connsiteX268" fmla="*/ 2610449 w 2912392"/>
                <a:gd name="connsiteY268" fmla="*/ 178368 h 432188"/>
                <a:gd name="connsiteX269" fmla="*/ 2620178 w 2912392"/>
                <a:gd name="connsiteY269" fmla="*/ 174184 h 432188"/>
                <a:gd name="connsiteX270" fmla="*/ 2629922 w 2912392"/>
                <a:gd name="connsiteY270" fmla="*/ 170193 h 432188"/>
                <a:gd name="connsiteX271" fmla="*/ 2639666 w 2912392"/>
                <a:gd name="connsiteY271" fmla="*/ 166395 h 432188"/>
                <a:gd name="connsiteX272" fmla="*/ 2649410 w 2912392"/>
                <a:gd name="connsiteY272" fmla="*/ 162794 h 432188"/>
                <a:gd name="connsiteX273" fmla="*/ 2659139 w 2912392"/>
                <a:gd name="connsiteY273" fmla="*/ 159392 h 432188"/>
                <a:gd name="connsiteX274" fmla="*/ 2668883 w 2912392"/>
                <a:gd name="connsiteY274" fmla="*/ 156193 h 432188"/>
                <a:gd name="connsiteX275" fmla="*/ 2678627 w 2912392"/>
                <a:gd name="connsiteY275" fmla="*/ 153199 h 432188"/>
                <a:gd name="connsiteX276" fmla="*/ 2688371 w 2912392"/>
                <a:gd name="connsiteY276" fmla="*/ 150408 h 432188"/>
                <a:gd name="connsiteX277" fmla="*/ 2698100 w 2912392"/>
                <a:gd name="connsiteY277" fmla="*/ 147823 h 432188"/>
                <a:gd name="connsiteX278" fmla="*/ 2707844 w 2912392"/>
                <a:gd name="connsiteY278" fmla="*/ 145444 h 432188"/>
                <a:gd name="connsiteX279" fmla="*/ 2717588 w 2912392"/>
                <a:gd name="connsiteY279" fmla="*/ 143270 h 432188"/>
                <a:gd name="connsiteX280" fmla="*/ 2727332 w 2912392"/>
                <a:gd name="connsiteY280" fmla="*/ 141302 h 432188"/>
                <a:gd name="connsiteX281" fmla="*/ 2737076 w 2912392"/>
                <a:gd name="connsiteY281" fmla="*/ 139536 h 432188"/>
                <a:gd name="connsiteX282" fmla="*/ 2746805 w 2912392"/>
                <a:gd name="connsiteY282" fmla="*/ 137975 h 432188"/>
                <a:gd name="connsiteX283" fmla="*/ 2756549 w 2912392"/>
                <a:gd name="connsiteY283" fmla="*/ 136615 h 432188"/>
                <a:gd name="connsiteX284" fmla="*/ 2766293 w 2912392"/>
                <a:gd name="connsiteY284" fmla="*/ 135453 h 432188"/>
                <a:gd name="connsiteX285" fmla="*/ 2776037 w 2912392"/>
                <a:gd name="connsiteY285" fmla="*/ 134486 h 432188"/>
                <a:gd name="connsiteX286" fmla="*/ 2785766 w 2912392"/>
                <a:gd name="connsiteY286" fmla="*/ 133714 h 432188"/>
                <a:gd name="connsiteX287" fmla="*/ 2795510 w 2912392"/>
                <a:gd name="connsiteY287" fmla="*/ 133131 h 432188"/>
                <a:gd name="connsiteX288" fmla="*/ 2805254 w 2912392"/>
                <a:gd name="connsiteY288" fmla="*/ 132736 h 432188"/>
                <a:gd name="connsiteX289" fmla="*/ 2814998 w 2912392"/>
                <a:gd name="connsiteY289" fmla="*/ 132526 h 432188"/>
                <a:gd name="connsiteX290" fmla="*/ 2824727 w 2912392"/>
                <a:gd name="connsiteY290" fmla="*/ 132495 h 432188"/>
                <a:gd name="connsiteX291" fmla="*/ 2834471 w 2912392"/>
                <a:gd name="connsiteY291" fmla="*/ 132640 h 432188"/>
                <a:gd name="connsiteX292" fmla="*/ 2844215 w 2912392"/>
                <a:gd name="connsiteY292" fmla="*/ 132956 h 432188"/>
                <a:gd name="connsiteX293" fmla="*/ 2853958 w 2912392"/>
                <a:gd name="connsiteY293" fmla="*/ 133440 h 432188"/>
                <a:gd name="connsiteX294" fmla="*/ 2863687 w 2912392"/>
                <a:gd name="connsiteY294" fmla="*/ 134088 h 432188"/>
                <a:gd name="connsiteX295" fmla="*/ 2873431 w 2912392"/>
                <a:gd name="connsiteY295" fmla="*/ 134894 h 432188"/>
                <a:gd name="connsiteX296" fmla="*/ 2883175 w 2912392"/>
                <a:gd name="connsiteY296" fmla="*/ 135855 h 432188"/>
                <a:gd name="connsiteX297" fmla="*/ 2892919 w 2912392"/>
                <a:gd name="connsiteY297" fmla="*/ 136963 h 432188"/>
                <a:gd name="connsiteX298" fmla="*/ 2902663 w 2912392"/>
                <a:gd name="connsiteY298" fmla="*/ 138219 h 432188"/>
                <a:gd name="connsiteX299" fmla="*/ 2912392 w 2912392"/>
                <a:gd name="connsiteY299" fmla="*/ 139614 h 4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32188">
                  <a:moveTo>
                    <a:pt x="0" y="102624"/>
                  </a:moveTo>
                  <a:lnTo>
                    <a:pt x="9739" y="98400"/>
                  </a:lnTo>
                  <a:lnTo>
                    <a:pt x="19480" y="94156"/>
                  </a:lnTo>
                  <a:lnTo>
                    <a:pt x="29221" y="89897"/>
                  </a:lnTo>
                  <a:lnTo>
                    <a:pt x="38961" y="85633"/>
                  </a:lnTo>
                  <a:lnTo>
                    <a:pt x="48702" y="81374"/>
                  </a:lnTo>
                  <a:lnTo>
                    <a:pt x="58443" y="77126"/>
                  </a:lnTo>
                  <a:lnTo>
                    <a:pt x="68182" y="72902"/>
                  </a:lnTo>
                  <a:lnTo>
                    <a:pt x="77923" y="68708"/>
                  </a:lnTo>
                  <a:lnTo>
                    <a:pt x="87664" y="64556"/>
                  </a:lnTo>
                  <a:lnTo>
                    <a:pt x="97404" y="60453"/>
                  </a:lnTo>
                  <a:lnTo>
                    <a:pt x="107145" y="56409"/>
                  </a:lnTo>
                  <a:lnTo>
                    <a:pt x="116886" y="52434"/>
                  </a:lnTo>
                  <a:lnTo>
                    <a:pt x="126625" y="48538"/>
                  </a:lnTo>
                  <a:lnTo>
                    <a:pt x="136366" y="44730"/>
                  </a:lnTo>
                  <a:lnTo>
                    <a:pt x="146107" y="41018"/>
                  </a:lnTo>
                  <a:lnTo>
                    <a:pt x="155846" y="37413"/>
                  </a:lnTo>
                  <a:lnTo>
                    <a:pt x="165587" y="33923"/>
                  </a:lnTo>
                  <a:lnTo>
                    <a:pt x="175328" y="30559"/>
                  </a:lnTo>
                  <a:lnTo>
                    <a:pt x="185068" y="27328"/>
                  </a:lnTo>
                  <a:lnTo>
                    <a:pt x="194809" y="24239"/>
                  </a:lnTo>
                  <a:lnTo>
                    <a:pt x="204550" y="21301"/>
                  </a:lnTo>
                  <a:lnTo>
                    <a:pt x="214289" y="18521"/>
                  </a:lnTo>
                  <a:lnTo>
                    <a:pt x="224030" y="15908"/>
                  </a:lnTo>
                  <a:lnTo>
                    <a:pt x="233771" y="13470"/>
                  </a:lnTo>
                  <a:lnTo>
                    <a:pt x="243510" y="11213"/>
                  </a:lnTo>
                  <a:lnTo>
                    <a:pt x="253251" y="9145"/>
                  </a:lnTo>
                  <a:lnTo>
                    <a:pt x="262992" y="7274"/>
                  </a:lnTo>
                  <a:lnTo>
                    <a:pt x="272732" y="5603"/>
                  </a:lnTo>
                  <a:lnTo>
                    <a:pt x="282473" y="4140"/>
                  </a:lnTo>
                  <a:lnTo>
                    <a:pt x="292214" y="2890"/>
                  </a:lnTo>
                  <a:lnTo>
                    <a:pt x="301953" y="1859"/>
                  </a:lnTo>
                  <a:lnTo>
                    <a:pt x="311694" y="1050"/>
                  </a:lnTo>
                  <a:lnTo>
                    <a:pt x="321435" y="469"/>
                  </a:lnTo>
                  <a:lnTo>
                    <a:pt x="331175" y="118"/>
                  </a:lnTo>
                  <a:lnTo>
                    <a:pt x="340916" y="0"/>
                  </a:lnTo>
                  <a:lnTo>
                    <a:pt x="350656" y="118"/>
                  </a:lnTo>
                  <a:lnTo>
                    <a:pt x="360396" y="474"/>
                  </a:lnTo>
                  <a:lnTo>
                    <a:pt x="370137" y="1070"/>
                  </a:lnTo>
                  <a:lnTo>
                    <a:pt x="379878" y="1906"/>
                  </a:lnTo>
                  <a:lnTo>
                    <a:pt x="389617" y="2983"/>
                  </a:lnTo>
                  <a:lnTo>
                    <a:pt x="399358" y="4301"/>
                  </a:lnTo>
                  <a:lnTo>
                    <a:pt x="409099" y="5860"/>
                  </a:lnTo>
                  <a:lnTo>
                    <a:pt x="418839" y="7657"/>
                  </a:lnTo>
                  <a:lnTo>
                    <a:pt x="428580" y="9692"/>
                  </a:lnTo>
                  <a:lnTo>
                    <a:pt x="438321" y="11962"/>
                  </a:lnTo>
                  <a:lnTo>
                    <a:pt x="448060" y="14464"/>
                  </a:lnTo>
                  <a:lnTo>
                    <a:pt x="457801" y="17195"/>
                  </a:lnTo>
                  <a:lnTo>
                    <a:pt x="467542" y="20152"/>
                  </a:lnTo>
                  <a:lnTo>
                    <a:pt x="477281" y="23329"/>
                  </a:lnTo>
                  <a:lnTo>
                    <a:pt x="487022" y="26721"/>
                  </a:lnTo>
                  <a:lnTo>
                    <a:pt x="496763" y="30324"/>
                  </a:lnTo>
                  <a:lnTo>
                    <a:pt x="506503" y="34132"/>
                  </a:lnTo>
                  <a:lnTo>
                    <a:pt x="516244" y="38138"/>
                  </a:lnTo>
                  <a:lnTo>
                    <a:pt x="525985" y="42337"/>
                  </a:lnTo>
                  <a:lnTo>
                    <a:pt x="535724" y="46719"/>
                  </a:lnTo>
                  <a:lnTo>
                    <a:pt x="545465" y="51279"/>
                  </a:lnTo>
                  <a:lnTo>
                    <a:pt x="555206" y="56008"/>
                  </a:lnTo>
                  <a:lnTo>
                    <a:pt x="564946" y="60898"/>
                  </a:lnTo>
                  <a:lnTo>
                    <a:pt x="574687" y="65941"/>
                  </a:lnTo>
                  <a:lnTo>
                    <a:pt x="584428" y="71128"/>
                  </a:lnTo>
                  <a:lnTo>
                    <a:pt x="594167" y="76448"/>
                  </a:lnTo>
                  <a:lnTo>
                    <a:pt x="603908" y="81894"/>
                  </a:lnTo>
                  <a:lnTo>
                    <a:pt x="613649" y="87457"/>
                  </a:lnTo>
                  <a:lnTo>
                    <a:pt x="623388" y="93125"/>
                  </a:lnTo>
                  <a:lnTo>
                    <a:pt x="633129" y="98889"/>
                  </a:lnTo>
                  <a:lnTo>
                    <a:pt x="642870" y="104738"/>
                  </a:lnTo>
                  <a:lnTo>
                    <a:pt x="652610" y="110664"/>
                  </a:lnTo>
                  <a:lnTo>
                    <a:pt x="662351" y="116656"/>
                  </a:lnTo>
                  <a:lnTo>
                    <a:pt x="672092" y="122703"/>
                  </a:lnTo>
                  <a:lnTo>
                    <a:pt x="681831" y="128794"/>
                  </a:lnTo>
                  <a:lnTo>
                    <a:pt x="691572" y="134921"/>
                  </a:lnTo>
                  <a:lnTo>
                    <a:pt x="701313" y="141073"/>
                  </a:lnTo>
                  <a:lnTo>
                    <a:pt x="711052" y="147238"/>
                  </a:lnTo>
                  <a:lnTo>
                    <a:pt x="720793" y="153406"/>
                  </a:lnTo>
                  <a:lnTo>
                    <a:pt x="730534" y="159570"/>
                  </a:lnTo>
                  <a:lnTo>
                    <a:pt x="740274" y="165715"/>
                  </a:lnTo>
                  <a:lnTo>
                    <a:pt x="750015" y="171837"/>
                  </a:lnTo>
                  <a:lnTo>
                    <a:pt x="759756" y="177922"/>
                  </a:lnTo>
                  <a:lnTo>
                    <a:pt x="769495" y="183962"/>
                  </a:lnTo>
                  <a:lnTo>
                    <a:pt x="779236" y="189949"/>
                  </a:lnTo>
                  <a:lnTo>
                    <a:pt x="788977" y="195871"/>
                  </a:lnTo>
                  <a:lnTo>
                    <a:pt x="798717" y="201722"/>
                  </a:lnTo>
                  <a:lnTo>
                    <a:pt x="808458" y="207492"/>
                  </a:lnTo>
                  <a:lnTo>
                    <a:pt x="818199" y="213173"/>
                  </a:lnTo>
                  <a:lnTo>
                    <a:pt x="827938" y="218757"/>
                  </a:lnTo>
                  <a:lnTo>
                    <a:pt x="837679" y="224237"/>
                  </a:lnTo>
                  <a:lnTo>
                    <a:pt x="847420" y="229605"/>
                  </a:lnTo>
                  <a:lnTo>
                    <a:pt x="857159" y="234854"/>
                  </a:lnTo>
                  <a:lnTo>
                    <a:pt x="866900" y="239978"/>
                  </a:lnTo>
                  <a:lnTo>
                    <a:pt x="876641" y="244971"/>
                  </a:lnTo>
                  <a:lnTo>
                    <a:pt x="886381" y="249825"/>
                  </a:lnTo>
                  <a:lnTo>
                    <a:pt x="896122" y="254536"/>
                  </a:lnTo>
                  <a:lnTo>
                    <a:pt x="905863" y="259099"/>
                  </a:lnTo>
                  <a:lnTo>
                    <a:pt x="915602" y="263509"/>
                  </a:lnTo>
                  <a:lnTo>
                    <a:pt x="925343" y="267762"/>
                  </a:lnTo>
                  <a:lnTo>
                    <a:pt x="935084" y="271851"/>
                  </a:lnTo>
                  <a:lnTo>
                    <a:pt x="944824" y="275776"/>
                  </a:lnTo>
                  <a:lnTo>
                    <a:pt x="954564" y="279533"/>
                  </a:lnTo>
                  <a:lnTo>
                    <a:pt x="964305" y="283118"/>
                  </a:lnTo>
                  <a:lnTo>
                    <a:pt x="974045" y="286528"/>
                  </a:lnTo>
                  <a:lnTo>
                    <a:pt x="983786" y="289764"/>
                  </a:lnTo>
                  <a:lnTo>
                    <a:pt x="993522" y="292822"/>
                  </a:lnTo>
                  <a:lnTo>
                    <a:pt x="1003266" y="295700"/>
                  </a:lnTo>
                  <a:lnTo>
                    <a:pt x="1013010" y="298400"/>
                  </a:lnTo>
                  <a:lnTo>
                    <a:pt x="1022754" y="300918"/>
                  </a:lnTo>
                  <a:lnTo>
                    <a:pt x="1032483" y="303257"/>
                  </a:lnTo>
                  <a:lnTo>
                    <a:pt x="1042227" y="305416"/>
                  </a:lnTo>
                  <a:lnTo>
                    <a:pt x="1051971" y="307396"/>
                  </a:lnTo>
                  <a:lnTo>
                    <a:pt x="1061715" y="309197"/>
                  </a:lnTo>
                  <a:lnTo>
                    <a:pt x="1071444" y="310824"/>
                  </a:lnTo>
                  <a:lnTo>
                    <a:pt x="1081188" y="312275"/>
                  </a:lnTo>
                  <a:lnTo>
                    <a:pt x="1090932" y="313554"/>
                  </a:lnTo>
                  <a:lnTo>
                    <a:pt x="1100676" y="314663"/>
                  </a:lnTo>
                  <a:lnTo>
                    <a:pt x="1110405" y="315607"/>
                  </a:lnTo>
                  <a:lnTo>
                    <a:pt x="1120149" y="316386"/>
                  </a:lnTo>
                  <a:lnTo>
                    <a:pt x="1129893" y="317007"/>
                  </a:lnTo>
                  <a:lnTo>
                    <a:pt x="1139637" y="317473"/>
                  </a:lnTo>
                  <a:lnTo>
                    <a:pt x="1149381" y="317788"/>
                  </a:lnTo>
                  <a:lnTo>
                    <a:pt x="1159110" y="317956"/>
                  </a:lnTo>
                  <a:lnTo>
                    <a:pt x="1168854" y="317984"/>
                  </a:lnTo>
                  <a:lnTo>
                    <a:pt x="1178598" y="317879"/>
                  </a:lnTo>
                  <a:lnTo>
                    <a:pt x="1188341" y="317642"/>
                  </a:lnTo>
                  <a:lnTo>
                    <a:pt x="1198070" y="317283"/>
                  </a:lnTo>
                  <a:lnTo>
                    <a:pt x="1207814" y="316806"/>
                  </a:lnTo>
                  <a:lnTo>
                    <a:pt x="1217558" y="316219"/>
                  </a:lnTo>
                  <a:lnTo>
                    <a:pt x="1227302" y="315529"/>
                  </a:lnTo>
                  <a:lnTo>
                    <a:pt x="1237031" y="314744"/>
                  </a:lnTo>
                  <a:lnTo>
                    <a:pt x="1246775" y="313869"/>
                  </a:lnTo>
                  <a:lnTo>
                    <a:pt x="1256519" y="312914"/>
                  </a:lnTo>
                  <a:lnTo>
                    <a:pt x="1266263" y="311886"/>
                  </a:lnTo>
                  <a:lnTo>
                    <a:pt x="1276007" y="310793"/>
                  </a:lnTo>
                  <a:lnTo>
                    <a:pt x="1285736" y="309644"/>
                  </a:lnTo>
                  <a:lnTo>
                    <a:pt x="1295480" y="308446"/>
                  </a:lnTo>
                  <a:lnTo>
                    <a:pt x="1305224" y="307210"/>
                  </a:lnTo>
                  <a:lnTo>
                    <a:pt x="1314968" y="305942"/>
                  </a:lnTo>
                  <a:lnTo>
                    <a:pt x="1324697" y="304654"/>
                  </a:lnTo>
                  <a:lnTo>
                    <a:pt x="1334441" y="303352"/>
                  </a:lnTo>
                  <a:lnTo>
                    <a:pt x="1344185" y="302047"/>
                  </a:lnTo>
                  <a:lnTo>
                    <a:pt x="1353929" y="300748"/>
                  </a:lnTo>
                  <a:lnTo>
                    <a:pt x="1363658" y="299462"/>
                  </a:lnTo>
                  <a:lnTo>
                    <a:pt x="1373402" y="298200"/>
                  </a:lnTo>
                  <a:lnTo>
                    <a:pt x="1383146" y="296972"/>
                  </a:lnTo>
                  <a:lnTo>
                    <a:pt x="1392890" y="295785"/>
                  </a:lnTo>
                  <a:lnTo>
                    <a:pt x="1402619" y="294648"/>
                  </a:lnTo>
                  <a:lnTo>
                    <a:pt x="1412363" y="293571"/>
                  </a:lnTo>
                  <a:lnTo>
                    <a:pt x="1422106" y="292561"/>
                  </a:lnTo>
                  <a:lnTo>
                    <a:pt x="1431850" y="291628"/>
                  </a:lnTo>
                  <a:lnTo>
                    <a:pt x="1441594" y="290779"/>
                  </a:lnTo>
                  <a:lnTo>
                    <a:pt x="1451323" y="290024"/>
                  </a:lnTo>
                  <a:lnTo>
                    <a:pt x="1461067" y="289366"/>
                  </a:lnTo>
                  <a:lnTo>
                    <a:pt x="1470811" y="288820"/>
                  </a:lnTo>
                  <a:lnTo>
                    <a:pt x="1480555" y="288386"/>
                  </a:lnTo>
                  <a:lnTo>
                    <a:pt x="1490284" y="288075"/>
                  </a:lnTo>
                  <a:lnTo>
                    <a:pt x="1500028" y="287892"/>
                  </a:lnTo>
                  <a:lnTo>
                    <a:pt x="1509772" y="287841"/>
                  </a:lnTo>
                  <a:lnTo>
                    <a:pt x="1519516" y="287932"/>
                  </a:lnTo>
                  <a:lnTo>
                    <a:pt x="1529245" y="288166"/>
                  </a:lnTo>
                  <a:lnTo>
                    <a:pt x="1538989" y="288550"/>
                  </a:lnTo>
                  <a:lnTo>
                    <a:pt x="1548733" y="289086"/>
                  </a:lnTo>
                  <a:lnTo>
                    <a:pt x="1558477" y="289779"/>
                  </a:lnTo>
                  <a:lnTo>
                    <a:pt x="1568221" y="290633"/>
                  </a:lnTo>
                  <a:lnTo>
                    <a:pt x="1577950" y="291648"/>
                  </a:lnTo>
                  <a:lnTo>
                    <a:pt x="1587694" y="292826"/>
                  </a:lnTo>
                  <a:lnTo>
                    <a:pt x="1597438" y="294170"/>
                  </a:lnTo>
                  <a:lnTo>
                    <a:pt x="1607182" y="295679"/>
                  </a:lnTo>
                  <a:lnTo>
                    <a:pt x="1616911" y="297352"/>
                  </a:lnTo>
                  <a:lnTo>
                    <a:pt x="1626655" y="299192"/>
                  </a:lnTo>
                  <a:lnTo>
                    <a:pt x="1636399" y="301193"/>
                  </a:lnTo>
                  <a:lnTo>
                    <a:pt x="1646142" y="303357"/>
                  </a:lnTo>
                  <a:lnTo>
                    <a:pt x="1655872" y="305676"/>
                  </a:lnTo>
                  <a:lnTo>
                    <a:pt x="1665616" y="308153"/>
                  </a:lnTo>
                  <a:lnTo>
                    <a:pt x="1675359" y="310778"/>
                  </a:lnTo>
                  <a:lnTo>
                    <a:pt x="1685103" y="313551"/>
                  </a:lnTo>
                  <a:lnTo>
                    <a:pt x="1694832" y="316463"/>
                  </a:lnTo>
                  <a:lnTo>
                    <a:pt x="1704576" y="319509"/>
                  </a:lnTo>
                  <a:lnTo>
                    <a:pt x="1714320" y="322684"/>
                  </a:lnTo>
                  <a:lnTo>
                    <a:pt x="1724064" y="325978"/>
                  </a:lnTo>
                  <a:lnTo>
                    <a:pt x="1733808" y="329384"/>
                  </a:lnTo>
                  <a:lnTo>
                    <a:pt x="1743537" y="332894"/>
                  </a:lnTo>
                  <a:lnTo>
                    <a:pt x="1753281" y="336499"/>
                  </a:lnTo>
                  <a:lnTo>
                    <a:pt x="1763025" y="340188"/>
                  </a:lnTo>
                  <a:lnTo>
                    <a:pt x="1772769" y="343953"/>
                  </a:lnTo>
                  <a:lnTo>
                    <a:pt x="1782498" y="347782"/>
                  </a:lnTo>
                  <a:lnTo>
                    <a:pt x="1792242" y="351665"/>
                  </a:lnTo>
                  <a:lnTo>
                    <a:pt x="1801986" y="355589"/>
                  </a:lnTo>
                  <a:lnTo>
                    <a:pt x="1811730" y="359544"/>
                  </a:lnTo>
                  <a:lnTo>
                    <a:pt x="1821459" y="363517"/>
                  </a:lnTo>
                  <a:lnTo>
                    <a:pt x="1831203" y="367495"/>
                  </a:lnTo>
                  <a:lnTo>
                    <a:pt x="1840947" y="371466"/>
                  </a:lnTo>
                  <a:lnTo>
                    <a:pt x="1850691" y="375417"/>
                  </a:lnTo>
                  <a:lnTo>
                    <a:pt x="1860435" y="379337"/>
                  </a:lnTo>
                  <a:lnTo>
                    <a:pt x="1870164" y="383209"/>
                  </a:lnTo>
                  <a:lnTo>
                    <a:pt x="1879908" y="387023"/>
                  </a:lnTo>
                  <a:lnTo>
                    <a:pt x="1889652" y="390764"/>
                  </a:lnTo>
                  <a:lnTo>
                    <a:pt x="1899395" y="394421"/>
                  </a:lnTo>
                  <a:lnTo>
                    <a:pt x="1909124" y="397979"/>
                  </a:lnTo>
                  <a:lnTo>
                    <a:pt x="1918868" y="401426"/>
                  </a:lnTo>
                  <a:lnTo>
                    <a:pt x="1928612" y="404749"/>
                  </a:lnTo>
                  <a:lnTo>
                    <a:pt x="1938356" y="407936"/>
                  </a:lnTo>
                  <a:lnTo>
                    <a:pt x="1948085" y="410974"/>
                  </a:lnTo>
                  <a:lnTo>
                    <a:pt x="1957829" y="413852"/>
                  </a:lnTo>
                  <a:lnTo>
                    <a:pt x="1967573" y="416558"/>
                  </a:lnTo>
                  <a:lnTo>
                    <a:pt x="1977317" y="419080"/>
                  </a:lnTo>
                  <a:lnTo>
                    <a:pt x="1987046" y="421410"/>
                  </a:lnTo>
                  <a:lnTo>
                    <a:pt x="1996790" y="423535"/>
                  </a:lnTo>
                  <a:lnTo>
                    <a:pt x="2006534" y="425448"/>
                  </a:lnTo>
                  <a:lnTo>
                    <a:pt x="2016278" y="427139"/>
                  </a:lnTo>
                  <a:lnTo>
                    <a:pt x="2026022" y="428597"/>
                  </a:lnTo>
                  <a:lnTo>
                    <a:pt x="2035751" y="429819"/>
                  </a:lnTo>
                  <a:lnTo>
                    <a:pt x="2045495" y="430795"/>
                  </a:lnTo>
                  <a:lnTo>
                    <a:pt x="2055239" y="431519"/>
                  </a:lnTo>
                  <a:lnTo>
                    <a:pt x="2064983" y="431985"/>
                  </a:lnTo>
                  <a:lnTo>
                    <a:pt x="2074712" y="432188"/>
                  </a:lnTo>
                  <a:lnTo>
                    <a:pt x="2084456" y="432126"/>
                  </a:lnTo>
                  <a:lnTo>
                    <a:pt x="2094200" y="431793"/>
                  </a:lnTo>
                  <a:lnTo>
                    <a:pt x="2103944" y="431188"/>
                  </a:lnTo>
                  <a:lnTo>
                    <a:pt x="2113673" y="430309"/>
                  </a:lnTo>
                  <a:lnTo>
                    <a:pt x="2123417" y="429155"/>
                  </a:lnTo>
                  <a:lnTo>
                    <a:pt x="2133161" y="427724"/>
                  </a:lnTo>
                  <a:lnTo>
                    <a:pt x="2142905" y="426019"/>
                  </a:lnTo>
                  <a:lnTo>
                    <a:pt x="2152649" y="424041"/>
                  </a:lnTo>
                  <a:lnTo>
                    <a:pt x="2162377" y="421792"/>
                  </a:lnTo>
                  <a:lnTo>
                    <a:pt x="2172121" y="419274"/>
                  </a:lnTo>
                  <a:lnTo>
                    <a:pt x="2181865" y="416492"/>
                  </a:lnTo>
                  <a:lnTo>
                    <a:pt x="2191609" y="413451"/>
                  </a:lnTo>
                  <a:lnTo>
                    <a:pt x="2201338" y="410157"/>
                  </a:lnTo>
                  <a:lnTo>
                    <a:pt x="2211082" y="406613"/>
                  </a:lnTo>
                  <a:lnTo>
                    <a:pt x="2220826" y="402828"/>
                  </a:lnTo>
                  <a:lnTo>
                    <a:pt x="2230570" y="398809"/>
                  </a:lnTo>
                  <a:lnTo>
                    <a:pt x="2240299" y="394564"/>
                  </a:lnTo>
                  <a:lnTo>
                    <a:pt x="2250043" y="390101"/>
                  </a:lnTo>
                  <a:lnTo>
                    <a:pt x="2259787" y="385431"/>
                  </a:lnTo>
                  <a:lnTo>
                    <a:pt x="2269531" y="380563"/>
                  </a:lnTo>
                  <a:lnTo>
                    <a:pt x="2279260" y="375506"/>
                  </a:lnTo>
                  <a:lnTo>
                    <a:pt x="2289004" y="370272"/>
                  </a:lnTo>
                  <a:lnTo>
                    <a:pt x="2298748" y="364873"/>
                  </a:lnTo>
                  <a:lnTo>
                    <a:pt x="2308492" y="359319"/>
                  </a:lnTo>
                  <a:lnTo>
                    <a:pt x="2318236" y="353623"/>
                  </a:lnTo>
                  <a:lnTo>
                    <a:pt x="2327965" y="347797"/>
                  </a:lnTo>
                  <a:lnTo>
                    <a:pt x="2337709" y="341853"/>
                  </a:lnTo>
                  <a:lnTo>
                    <a:pt x="2347453" y="335804"/>
                  </a:lnTo>
                  <a:lnTo>
                    <a:pt x="2357197" y="329664"/>
                  </a:lnTo>
                  <a:lnTo>
                    <a:pt x="2366926" y="323443"/>
                  </a:lnTo>
                  <a:lnTo>
                    <a:pt x="2376670" y="317158"/>
                  </a:lnTo>
                  <a:lnTo>
                    <a:pt x="2386413" y="310820"/>
                  </a:lnTo>
                  <a:lnTo>
                    <a:pt x="2396157" y="304443"/>
                  </a:lnTo>
                  <a:lnTo>
                    <a:pt x="2405886" y="298038"/>
                  </a:lnTo>
                  <a:lnTo>
                    <a:pt x="2415630" y="291621"/>
                  </a:lnTo>
                  <a:lnTo>
                    <a:pt x="2425374" y="285204"/>
                  </a:lnTo>
                  <a:lnTo>
                    <a:pt x="2435118" y="278799"/>
                  </a:lnTo>
                  <a:lnTo>
                    <a:pt x="2444862" y="272417"/>
                  </a:lnTo>
                  <a:lnTo>
                    <a:pt x="2454591" y="266075"/>
                  </a:lnTo>
                  <a:lnTo>
                    <a:pt x="2464335" y="259780"/>
                  </a:lnTo>
                  <a:lnTo>
                    <a:pt x="2474079" y="253548"/>
                  </a:lnTo>
                  <a:lnTo>
                    <a:pt x="2483823" y="247389"/>
                  </a:lnTo>
                  <a:lnTo>
                    <a:pt x="2493552" y="241311"/>
                  </a:lnTo>
                  <a:lnTo>
                    <a:pt x="2503296" y="235329"/>
                  </a:lnTo>
                  <a:lnTo>
                    <a:pt x="2513040" y="229452"/>
                  </a:lnTo>
                  <a:lnTo>
                    <a:pt x="2522784" y="223689"/>
                  </a:lnTo>
                  <a:lnTo>
                    <a:pt x="2532513" y="218051"/>
                  </a:lnTo>
                  <a:lnTo>
                    <a:pt x="2542257" y="212544"/>
                  </a:lnTo>
                  <a:lnTo>
                    <a:pt x="2552001" y="207179"/>
                  </a:lnTo>
                  <a:lnTo>
                    <a:pt x="2561745" y="201965"/>
                  </a:lnTo>
                  <a:lnTo>
                    <a:pt x="2571474" y="196905"/>
                  </a:lnTo>
                  <a:lnTo>
                    <a:pt x="2581218" y="192009"/>
                  </a:lnTo>
                  <a:lnTo>
                    <a:pt x="2590962" y="187285"/>
                  </a:lnTo>
                  <a:lnTo>
                    <a:pt x="2600705" y="182735"/>
                  </a:lnTo>
                  <a:lnTo>
                    <a:pt x="2610449" y="178368"/>
                  </a:lnTo>
                  <a:lnTo>
                    <a:pt x="2620178" y="174184"/>
                  </a:lnTo>
                  <a:lnTo>
                    <a:pt x="2629922" y="170193"/>
                  </a:lnTo>
                  <a:lnTo>
                    <a:pt x="2639666" y="166395"/>
                  </a:lnTo>
                  <a:lnTo>
                    <a:pt x="2649410" y="162794"/>
                  </a:lnTo>
                  <a:lnTo>
                    <a:pt x="2659139" y="159392"/>
                  </a:lnTo>
                  <a:lnTo>
                    <a:pt x="2668883" y="156193"/>
                  </a:lnTo>
                  <a:lnTo>
                    <a:pt x="2678627" y="153199"/>
                  </a:lnTo>
                  <a:lnTo>
                    <a:pt x="2688371" y="150408"/>
                  </a:lnTo>
                  <a:lnTo>
                    <a:pt x="2698100" y="147823"/>
                  </a:lnTo>
                  <a:lnTo>
                    <a:pt x="2707844" y="145444"/>
                  </a:lnTo>
                  <a:lnTo>
                    <a:pt x="2717588" y="143270"/>
                  </a:lnTo>
                  <a:lnTo>
                    <a:pt x="2727332" y="141302"/>
                  </a:lnTo>
                  <a:lnTo>
                    <a:pt x="2737076" y="139536"/>
                  </a:lnTo>
                  <a:lnTo>
                    <a:pt x="2746805" y="137975"/>
                  </a:lnTo>
                  <a:lnTo>
                    <a:pt x="2756549" y="136615"/>
                  </a:lnTo>
                  <a:lnTo>
                    <a:pt x="2766293" y="135453"/>
                  </a:lnTo>
                  <a:lnTo>
                    <a:pt x="2776037" y="134486"/>
                  </a:lnTo>
                  <a:lnTo>
                    <a:pt x="2785766" y="133714"/>
                  </a:lnTo>
                  <a:lnTo>
                    <a:pt x="2795510" y="133131"/>
                  </a:lnTo>
                  <a:lnTo>
                    <a:pt x="2805254" y="132736"/>
                  </a:lnTo>
                  <a:lnTo>
                    <a:pt x="2814998" y="132526"/>
                  </a:lnTo>
                  <a:lnTo>
                    <a:pt x="2824727" y="132495"/>
                  </a:lnTo>
                  <a:lnTo>
                    <a:pt x="2834471" y="132640"/>
                  </a:lnTo>
                  <a:lnTo>
                    <a:pt x="2844215" y="132956"/>
                  </a:lnTo>
                  <a:lnTo>
                    <a:pt x="2853958" y="133440"/>
                  </a:lnTo>
                  <a:lnTo>
                    <a:pt x="2863687" y="134088"/>
                  </a:lnTo>
                  <a:lnTo>
                    <a:pt x="2873431" y="134894"/>
                  </a:lnTo>
                  <a:lnTo>
                    <a:pt x="2883175" y="135855"/>
                  </a:lnTo>
                  <a:lnTo>
                    <a:pt x="2892919" y="136963"/>
                  </a:lnTo>
                  <a:lnTo>
                    <a:pt x="2902663" y="138219"/>
                  </a:lnTo>
                  <a:lnTo>
                    <a:pt x="2912392" y="13961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0" name="Freeform 629">
              <a:extLst>
                <a:ext uri="{FF2B5EF4-FFF2-40B4-BE49-F238E27FC236}">
                  <a16:creationId xmlns:a16="http://schemas.microsoft.com/office/drawing/2014/main" id="{63DEF857-3052-9AE6-9512-F4A3B89C2FA1}"/>
                </a:ext>
              </a:extLst>
            </p:cNvPr>
            <p:cNvSpPr/>
            <p:nvPr/>
          </p:nvSpPr>
          <p:spPr>
            <a:xfrm>
              <a:off x="576446" y="3515743"/>
              <a:ext cx="2912392" cy="380856"/>
            </a:xfrm>
            <a:custGeom>
              <a:avLst/>
              <a:gdLst>
                <a:gd name="connsiteX0" fmla="*/ 0 w 2912392"/>
                <a:gd name="connsiteY0" fmla="*/ 176046 h 380856"/>
                <a:gd name="connsiteX1" fmla="*/ 9739 w 2912392"/>
                <a:gd name="connsiteY1" fmla="*/ 179984 h 380856"/>
                <a:gd name="connsiteX2" fmla="*/ 19480 w 2912392"/>
                <a:gd name="connsiteY2" fmla="*/ 183944 h 380856"/>
                <a:gd name="connsiteX3" fmla="*/ 29221 w 2912392"/>
                <a:gd name="connsiteY3" fmla="*/ 187922 h 380856"/>
                <a:gd name="connsiteX4" fmla="*/ 38961 w 2912392"/>
                <a:gd name="connsiteY4" fmla="*/ 191915 h 380856"/>
                <a:gd name="connsiteX5" fmla="*/ 48702 w 2912392"/>
                <a:gd name="connsiteY5" fmla="*/ 195919 h 380856"/>
                <a:gd name="connsiteX6" fmla="*/ 58443 w 2912392"/>
                <a:gd name="connsiteY6" fmla="*/ 199926 h 380856"/>
                <a:gd name="connsiteX7" fmla="*/ 68182 w 2912392"/>
                <a:gd name="connsiteY7" fmla="*/ 203937 h 380856"/>
                <a:gd name="connsiteX8" fmla="*/ 77923 w 2912392"/>
                <a:gd name="connsiteY8" fmla="*/ 207947 h 380856"/>
                <a:gd name="connsiteX9" fmla="*/ 87664 w 2912392"/>
                <a:gd name="connsiteY9" fmla="*/ 211953 h 380856"/>
                <a:gd name="connsiteX10" fmla="*/ 97404 w 2912392"/>
                <a:gd name="connsiteY10" fmla="*/ 215952 h 380856"/>
                <a:gd name="connsiteX11" fmla="*/ 107145 w 2912392"/>
                <a:gd name="connsiteY11" fmla="*/ 219939 h 380856"/>
                <a:gd name="connsiteX12" fmla="*/ 116886 w 2912392"/>
                <a:gd name="connsiteY12" fmla="*/ 223915 h 380856"/>
                <a:gd name="connsiteX13" fmla="*/ 126625 w 2912392"/>
                <a:gd name="connsiteY13" fmla="*/ 227875 h 380856"/>
                <a:gd name="connsiteX14" fmla="*/ 136366 w 2912392"/>
                <a:gd name="connsiteY14" fmla="*/ 231819 h 380856"/>
                <a:gd name="connsiteX15" fmla="*/ 146107 w 2912392"/>
                <a:gd name="connsiteY15" fmla="*/ 235742 h 380856"/>
                <a:gd name="connsiteX16" fmla="*/ 155846 w 2912392"/>
                <a:gd name="connsiteY16" fmla="*/ 239646 h 380856"/>
                <a:gd name="connsiteX17" fmla="*/ 165587 w 2912392"/>
                <a:gd name="connsiteY17" fmla="*/ 243525 h 380856"/>
                <a:gd name="connsiteX18" fmla="*/ 175328 w 2912392"/>
                <a:gd name="connsiteY18" fmla="*/ 247380 h 380856"/>
                <a:gd name="connsiteX19" fmla="*/ 185068 w 2912392"/>
                <a:gd name="connsiteY19" fmla="*/ 251209 h 380856"/>
                <a:gd name="connsiteX20" fmla="*/ 194809 w 2912392"/>
                <a:gd name="connsiteY20" fmla="*/ 255011 h 380856"/>
                <a:gd name="connsiteX21" fmla="*/ 204550 w 2912392"/>
                <a:gd name="connsiteY21" fmla="*/ 258785 h 380856"/>
                <a:gd name="connsiteX22" fmla="*/ 214289 w 2912392"/>
                <a:gd name="connsiteY22" fmla="*/ 262528 h 380856"/>
                <a:gd name="connsiteX23" fmla="*/ 224030 w 2912392"/>
                <a:gd name="connsiteY23" fmla="*/ 266240 h 380856"/>
                <a:gd name="connsiteX24" fmla="*/ 233771 w 2912392"/>
                <a:gd name="connsiteY24" fmla="*/ 269920 h 380856"/>
                <a:gd name="connsiteX25" fmla="*/ 243510 w 2912392"/>
                <a:gd name="connsiteY25" fmla="*/ 273569 h 380856"/>
                <a:gd name="connsiteX26" fmla="*/ 253251 w 2912392"/>
                <a:gd name="connsiteY26" fmla="*/ 277184 h 380856"/>
                <a:gd name="connsiteX27" fmla="*/ 262992 w 2912392"/>
                <a:gd name="connsiteY27" fmla="*/ 280762 h 380856"/>
                <a:gd name="connsiteX28" fmla="*/ 272732 w 2912392"/>
                <a:gd name="connsiteY28" fmla="*/ 284307 h 380856"/>
                <a:gd name="connsiteX29" fmla="*/ 282473 w 2912392"/>
                <a:gd name="connsiteY29" fmla="*/ 287814 h 380856"/>
                <a:gd name="connsiteX30" fmla="*/ 292214 w 2912392"/>
                <a:gd name="connsiteY30" fmla="*/ 291284 h 380856"/>
                <a:gd name="connsiteX31" fmla="*/ 301953 w 2912392"/>
                <a:gd name="connsiteY31" fmla="*/ 294715 h 380856"/>
                <a:gd name="connsiteX32" fmla="*/ 311694 w 2912392"/>
                <a:gd name="connsiteY32" fmla="*/ 298108 h 380856"/>
                <a:gd name="connsiteX33" fmla="*/ 321435 w 2912392"/>
                <a:gd name="connsiteY33" fmla="*/ 301460 h 380856"/>
                <a:gd name="connsiteX34" fmla="*/ 331175 w 2912392"/>
                <a:gd name="connsiteY34" fmla="*/ 304771 h 380856"/>
                <a:gd name="connsiteX35" fmla="*/ 340916 w 2912392"/>
                <a:gd name="connsiteY35" fmla="*/ 308039 h 380856"/>
                <a:gd name="connsiteX36" fmla="*/ 350656 w 2912392"/>
                <a:gd name="connsiteY36" fmla="*/ 311265 h 380856"/>
                <a:gd name="connsiteX37" fmla="*/ 360396 w 2912392"/>
                <a:gd name="connsiteY37" fmla="*/ 314446 h 380856"/>
                <a:gd name="connsiteX38" fmla="*/ 370137 w 2912392"/>
                <a:gd name="connsiteY38" fmla="*/ 317579 h 380856"/>
                <a:gd name="connsiteX39" fmla="*/ 379878 w 2912392"/>
                <a:gd name="connsiteY39" fmla="*/ 320666 h 380856"/>
                <a:gd name="connsiteX40" fmla="*/ 389617 w 2912392"/>
                <a:gd name="connsiteY40" fmla="*/ 323704 h 380856"/>
                <a:gd name="connsiteX41" fmla="*/ 399358 w 2912392"/>
                <a:gd name="connsiteY41" fmla="*/ 326690 h 380856"/>
                <a:gd name="connsiteX42" fmla="*/ 409099 w 2912392"/>
                <a:gd name="connsiteY42" fmla="*/ 329625 h 380856"/>
                <a:gd name="connsiteX43" fmla="*/ 418839 w 2912392"/>
                <a:gd name="connsiteY43" fmla="*/ 332505 h 380856"/>
                <a:gd name="connsiteX44" fmla="*/ 428580 w 2912392"/>
                <a:gd name="connsiteY44" fmla="*/ 335328 h 380856"/>
                <a:gd name="connsiteX45" fmla="*/ 438321 w 2912392"/>
                <a:gd name="connsiteY45" fmla="*/ 338094 h 380856"/>
                <a:gd name="connsiteX46" fmla="*/ 448060 w 2912392"/>
                <a:gd name="connsiteY46" fmla="*/ 340798 h 380856"/>
                <a:gd name="connsiteX47" fmla="*/ 457801 w 2912392"/>
                <a:gd name="connsiteY47" fmla="*/ 343441 h 380856"/>
                <a:gd name="connsiteX48" fmla="*/ 467542 w 2912392"/>
                <a:gd name="connsiteY48" fmla="*/ 346017 h 380856"/>
                <a:gd name="connsiteX49" fmla="*/ 477281 w 2912392"/>
                <a:gd name="connsiteY49" fmla="*/ 348526 h 380856"/>
                <a:gd name="connsiteX50" fmla="*/ 487022 w 2912392"/>
                <a:gd name="connsiteY50" fmla="*/ 350966 h 380856"/>
                <a:gd name="connsiteX51" fmla="*/ 496763 w 2912392"/>
                <a:gd name="connsiteY51" fmla="*/ 353332 h 380856"/>
                <a:gd name="connsiteX52" fmla="*/ 506503 w 2912392"/>
                <a:gd name="connsiteY52" fmla="*/ 355622 h 380856"/>
                <a:gd name="connsiteX53" fmla="*/ 516244 w 2912392"/>
                <a:gd name="connsiteY53" fmla="*/ 357835 h 380856"/>
                <a:gd name="connsiteX54" fmla="*/ 525985 w 2912392"/>
                <a:gd name="connsiteY54" fmla="*/ 359965 h 380856"/>
                <a:gd name="connsiteX55" fmla="*/ 535724 w 2912392"/>
                <a:gd name="connsiteY55" fmla="*/ 362011 h 380856"/>
                <a:gd name="connsiteX56" fmla="*/ 545465 w 2912392"/>
                <a:gd name="connsiteY56" fmla="*/ 363969 h 380856"/>
                <a:gd name="connsiteX57" fmla="*/ 555206 w 2912392"/>
                <a:gd name="connsiteY57" fmla="*/ 365837 h 380856"/>
                <a:gd name="connsiteX58" fmla="*/ 564946 w 2912392"/>
                <a:gd name="connsiteY58" fmla="*/ 367612 h 380856"/>
                <a:gd name="connsiteX59" fmla="*/ 574687 w 2912392"/>
                <a:gd name="connsiteY59" fmla="*/ 369289 h 380856"/>
                <a:gd name="connsiteX60" fmla="*/ 584428 w 2912392"/>
                <a:gd name="connsiteY60" fmla="*/ 370865 h 380856"/>
                <a:gd name="connsiteX61" fmla="*/ 594167 w 2912392"/>
                <a:gd name="connsiteY61" fmla="*/ 372340 h 380856"/>
                <a:gd name="connsiteX62" fmla="*/ 603908 w 2912392"/>
                <a:gd name="connsiteY62" fmla="*/ 373708 h 380856"/>
                <a:gd name="connsiteX63" fmla="*/ 613649 w 2912392"/>
                <a:gd name="connsiteY63" fmla="*/ 374966 h 380856"/>
                <a:gd name="connsiteX64" fmla="*/ 623388 w 2912392"/>
                <a:gd name="connsiteY64" fmla="*/ 376110 h 380856"/>
                <a:gd name="connsiteX65" fmla="*/ 633129 w 2912392"/>
                <a:gd name="connsiteY65" fmla="*/ 377139 h 380856"/>
                <a:gd name="connsiteX66" fmla="*/ 642870 w 2912392"/>
                <a:gd name="connsiteY66" fmla="*/ 378050 h 380856"/>
                <a:gd name="connsiteX67" fmla="*/ 652610 w 2912392"/>
                <a:gd name="connsiteY67" fmla="*/ 378838 h 380856"/>
                <a:gd name="connsiteX68" fmla="*/ 662351 w 2912392"/>
                <a:gd name="connsiteY68" fmla="*/ 379502 h 380856"/>
                <a:gd name="connsiteX69" fmla="*/ 672092 w 2912392"/>
                <a:gd name="connsiteY69" fmla="*/ 380039 h 380856"/>
                <a:gd name="connsiteX70" fmla="*/ 681831 w 2912392"/>
                <a:gd name="connsiteY70" fmla="*/ 380445 h 380856"/>
                <a:gd name="connsiteX71" fmla="*/ 691572 w 2912392"/>
                <a:gd name="connsiteY71" fmla="*/ 380718 h 380856"/>
                <a:gd name="connsiteX72" fmla="*/ 701313 w 2912392"/>
                <a:gd name="connsiteY72" fmla="*/ 380857 h 380856"/>
                <a:gd name="connsiteX73" fmla="*/ 711052 w 2912392"/>
                <a:gd name="connsiteY73" fmla="*/ 380857 h 380856"/>
                <a:gd name="connsiteX74" fmla="*/ 720793 w 2912392"/>
                <a:gd name="connsiteY74" fmla="*/ 380718 h 380856"/>
                <a:gd name="connsiteX75" fmla="*/ 730534 w 2912392"/>
                <a:gd name="connsiteY75" fmla="*/ 380438 h 380856"/>
                <a:gd name="connsiteX76" fmla="*/ 740274 w 2912392"/>
                <a:gd name="connsiteY76" fmla="*/ 380015 h 380856"/>
                <a:gd name="connsiteX77" fmla="*/ 750015 w 2912392"/>
                <a:gd name="connsiteY77" fmla="*/ 379446 h 380856"/>
                <a:gd name="connsiteX78" fmla="*/ 759756 w 2912392"/>
                <a:gd name="connsiteY78" fmla="*/ 378731 h 380856"/>
                <a:gd name="connsiteX79" fmla="*/ 769495 w 2912392"/>
                <a:gd name="connsiteY79" fmla="*/ 377869 h 380856"/>
                <a:gd name="connsiteX80" fmla="*/ 779236 w 2912392"/>
                <a:gd name="connsiteY80" fmla="*/ 376858 h 380856"/>
                <a:gd name="connsiteX81" fmla="*/ 788977 w 2912392"/>
                <a:gd name="connsiteY81" fmla="*/ 375699 h 380856"/>
                <a:gd name="connsiteX82" fmla="*/ 798717 w 2912392"/>
                <a:gd name="connsiteY82" fmla="*/ 374389 h 380856"/>
                <a:gd name="connsiteX83" fmla="*/ 808458 w 2912392"/>
                <a:gd name="connsiteY83" fmla="*/ 372930 h 380856"/>
                <a:gd name="connsiteX84" fmla="*/ 818199 w 2912392"/>
                <a:gd name="connsiteY84" fmla="*/ 371321 h 380856"/>
                <a:gd name="connsiteX85" fmla="*/ 827938 w 2912392"/>
                <a:gd name="connsiteY85" fmla="*/ 369562 h 380856"/>
                <a:gd name="connsiteX86" fmla="*/ 837679 w 2912392"/>
                <a:gd name="connsiteY86" fmla="*/ 367655 h 380856"/>
                <a:gd name="connsiteX87" fmla="*/ 847420 w 2912392"/>
                <a:gd name="connsiteY87" fmla="*/ 365597 h 380856"/>
                <a:gd name="connsiteX88" fmla="*/ 857159 w 2912392"/>
                <a:gd name="connsiteY88" fmla="*/ 363394 h 380856"/>
                <a:gd name="connsiteX89" fmla="*/ 866900 w 2912392"/>
                <a:gd name="connsiteY89" fmla="*/ 361043 h 380856"/>
                <a:gd name="connsiteX90" fmla="*/ 876641 w 2912392"/>
                <a:gd name="connsiteY90" fmla="*/ 358547 h 380856"/>
                <a:gd name="connsiteX91" fmla="*/ 886381 w 2912392"/>
                <a:gd name="connsiteY91" fmla="*/ 355908 h 380856"/>
                <a:gd name="connsiteX92" fmla="*/ 896122 w 2912392"/>
                <a:gd name="connsiteY92" fmla="*/ 353130 h 380856"/>
                <a:gd name="connsiteX93" fmla="*/ 905863 w 2912392"/>
                <a:gd name="connsiteY93" fmla="*/ 350211 h 380856"/>
                <a:gd name="connsiteX94" fmla="*/ 915602 w 2912392"/>
                <a:gd name="connsiteY94" fmla="*/ 347157 h 380856"/>
                <a:gd name="connsiteX95" fmla="*/ 925343 w 2912392"/>
                <a:gd name="connsiteY95" fmla="*/ 343968 h 380856"/>
                <a:gd name="connsiteX96" fmla="*/ 935084 w 2912392"/>
                <a:gd name="connsiteY96" fmla="*/ 340649 h 380856"/>
                <a:gd name="connsiteX97" fmla="*/ 944824 w 2912392"/>
                <a:gd name="connsiteY97" fmla="*/ 337203 h 380856"/>
                <a:gd name="connsiteX98" fmla="*/ 954564 w 2912392"/>
                <a:gd name="connsiteY98" fmla="*/ 333633 h 380856"/>
                <a:gd name="connsiteX99" fmla="*/ 964305 w 2912392"/>
                <a:gd name="connsiteY99" fmla="*/ 329942 h 380856"/>
                <a:gd name="connsiteX100" fmla="*/ 974045 w 2912392"/>
                <a:gd name="connsiteY100" fmla="*/ 326136 h 380856"/>
                <a:gd name="connsiteX101" fmla="*/ 983786 w 2912392"/>
                <a:gd name="connsiteY101" fmla="*/ 322217 h 380856"/>
                <a:gd name="connsiteX102" fmla="*/ 993522 w 2912392"/>
                <a:gd name="connsiteY102" fmla="*/ 318190 h 380856"/>
                <a:gd name="connsiteX103" fmla="*/ 1003266 w 2912392"/>
                <a:gd name="connsiteY103" fmla="*/ 314060 h 380856"/>
                <a:gd name="connsiteX104" fmla="*/ 1013010 w 2912392"/>
                <a:gd name="connsiteY104" fmla="*/ 309832 h 380856"/>
                <a:gd name="connsiteX105" fmla="*/ 1022754 w 2912392"/>
                <a:gd name="connsiteY105" fmla="*/ 305510 h 380856"/>
                <a:gd name="connsiteX106" fmla="*/ 1032483 w 2912392"/>
                <a:gd name="connsiteY106" fmla="*/ 301099 h 380856"/>
                <a:gd name="connsiteX107" fmla="*/ 1042227 w 2912392"/>
                <a:gd name="connsiteY107" fmla="*/ 296605 h 380856"/>
                <a:gd name="connsiteX108" fmla="*/ 1051971 w 2912392"/>
                <a:gd name="connsiteY108" fmla="*/ 292032 h 380856"/>
                <a:gd name="connsiteX109" fmla="*/ 1061715 w 2912392"/>
                <a:gd name="connsiteY109" fmla="*/ 287388 h 380856"/>
                <a:gd name="connsiteX110" fmla="*/ 1071444 w 2912392"/>
                <a:gd name="connsiteY110" fmla="*/ 282677 h 380856"/>
                <a:gd name="connsiteX111" fmla="*/ 1081188 w 2912392"/>
                <a:gd name="connsiteY111" fmla="*/ 277903 h 380856"/>
                <a:gd name="connsiteX112" fmla="*/ 1090932 w 2912392"/>
                <a:gd name="connsiteY112" fmla="*/ 273074 h 380856"/>
                <a:gd name="connsiteX113" fmla="*/ 1100676 w 2912392"/>
                <a:gd name="connsiteY113" fmla="*/ 268197 h 380856"/>
                <a:gd name="connsiteX114" fmla="*/ 1110405 w 2912392"/>
                <a:gd name="connsiteY114" fmla="*/ 263275 h 380856"/>
                <a:gd name="connsiteX115" fmla="*/ 1120149 w 2912392"/>
                <a:gd name="connsiteY115" fmla="*/ 258317 h 380856"/>
                <a:gd name="connsiteX116" fmla="*/ 1129893 w 2912392"/>
                <a:gd name="connsiteY116" fmla="*/ 253326 h 380856"/>
                <a:gd name="connsiteX117" fmla="*/ 1139637 w 2912392"/>
                <a:gd name="connsiteY117" fmla="*/ 248311 h 380856"/>
                <a:gd name="connsiteX118" fmla="*/ 1149381 w 2912392"/>
                <a:gd name="connsiteY118" fmla="*/ 243277 h 380856"/>
                <a:gd name="connsiteX119" fmla="*/ 1159110 w 2912392"/>
                <a:gd name="connsiteY119" fmla="*/ 238229 h 380856"/>
                <a:gd name="connsiteX120" fmla="*/ 1168854 w 2912392"/>
                <a:gd name="connsiteY120" fmla="*/ 233174 h 380856"/>
                <a:gd name="connsiteX121" fmla="*/ 1178598 w 2912392"/>
                <a:gd name="connsiteY121" fmla="*/ 228118 h 380856"/>
                <a:gd name="connsiteX122" fmla="*/ 1188341 w 2912392"/>
                <a:gd name="connsiteY122" fmla="*/ 223068 h 380856"/>
                <a:gd name="connsiteX123" fmla="*/ 1198070 w 2912392"/>
                <a:gd name="connsiteY123" fmla="*/ 218027 h 380856"/>
                <a:gd name="connsiteX124" fmla="*/ 1207814 w 2912392"/>
                <a:gd name="connsiteY124" fmla="*/ 213006 h 380856"/>
                <a:gd name="connsiteX125" fmla="*/ 1217558 w 2912392"/>
                <a:gd name="connsiteY125" fmla="*/ 208006 h 380856"/>
                <a:gd name="connsiteX126" fmla="*/ 1227302 w 2912392"/>
                <a:gd name="connsiteY126" fmla="*/ 203036 h 380856"/>
                <a:gd name="connsiteX127" fmla="*/ 1237031 w 2912392"/>
                <a:gd name="connsiteY127" fmla="*/ 198100 h 380856"/>
                <a:gd name="connsiteX128" fmla="*/ 1246775 w 2912392"/>
                <a:gd name="connsiteY128" fmla="*/ 193204 h 380856"/>
                <a:gd name="connsiteX129" fmla="*/ 1256519 w 2912392"/>
                <a:gd name="connsiteY129" fmla="*/ 188353 h 380856"/>
                <a:gd name="connsiteX130" fmla="*/ 1266263 w 2912392"/>
                <a:gd name="connsiteY130" fmla="*/ 183552 h 380856"/>
                <a:gd name="connsiteX131" fmla="*/ 1276007 w 2912392"/>
                <a:gd name="connsiteY131" fmla="*/ 178809 h 380856"/>
                <a:gd name="connsiteX132" fmla="*/ 1285736 w 2912392"/>
                <a:gd name="connsiteY132" fmla="*/ 174124 h 380856"/>
                <a:gd name="connsiteX133" fmla="*/ 1295480 w 2912392"/>
                <a:gd name="connsiteY133" fmla="*/ 169506 h 380856"/>
                <a:gd name="connsiteX134" fmla="*/ 1305224 w 2912392"/>
                <a:gd name="connsiteY134" fmla="*/ 164957 h 380856"/>
                <a:gd name="connsiteX135" fmla="*/ 1314968 w 2912392"/>
                <a:gd name="connsiteY135" fmla="*/ 160483 h 380856"/>
                <a:gd name="connsiteX136" fmla="*/ 1324697 w 2912392"/>
                <a:gd name="connsiteY136" fmla="*/ 156088 h 380856"/>
                <a:gd name="connsiteX137" fmla="*/ 1334441 w 2912392"/>
                <a:gd name="connsiteY137" fmla="*/ 151773 h 380856"/>
                <a:gd name="connsiteX138" fmla="*/ 1344185 w 2912392"/>
                <a:gd name="connsiteY138" fmla="*/ 147545 h 380856"/>
                <a:gd name="connsiteX139" fmla="*/ 1353929 w 2912392"/>
                <a:gd name="connsiteY139" fmla="*/ 143407 h 380856"/>
                <a:gd name="connsiteX140" fmla="*/ 1363658 w 2912392"/>
                <a:gd name="connsiteY140" fmla="*/ 139361 h 380856"/>
                <a:gd name="connsiteX141" fmla="*/ 1373402 w 2912392"/>
                <a:gd name="connsiteY141" fmla="*/ 135409 h 380856"/>
                <a:gd name="connsiteX142" fmla="*/ 1383146 w 2912392"/>
                <a:gd name="connsiteY142" fmla="*/ 131557 h 380856"/>
                <a:gd name="connsiteX143" fmla="*/ 1392890 w 2912392"/>
                <a:gd name="connsiteY143" fmla="*/ 127805 h 380856"/>
                <a:gd name="connsiteX144" fmla="*/ 1402619 w 2912392"/>
                <a:gd name="connsiteY144" fmla="*/ 124155 h 380856"/>
                <a:gd name="connsiteX145" fmla="*/ 1412363 w 2912392"/>
                <a:gd name="connsiteY145" fmla="*/ 120607 h 380856"/>
                <a:gd name="connsiteX146" fmla="*/ 1422106 w 2912392"/>
                <a:gd name="connsiteY146" fmla="*/ 117167 h 380856"/>
                <a:gd name="connsiteX147" fmla="*/ 1431850 w 2912392"/>
                <a:gd name="connsiteY147" fmla="*/ 113834 h 380856"/>
                <a:gd name="connsiteX148" fmla="*/ 1441594 w 2912392"/>
                <a:gd name="connsiteY148" fmla="*/ 110607 h 380856"/>
                <a:gd name="connsiteX149" fmla="*/ 1451323 w 2912392"/>
                <a:gd name="connsiteY149" fmla="*/ 107489 h 380856"/>
                <a:gd name="connsiteX150" fmla="*/ 1461067 w 2912392"/>
                <a:gd name="connsiteY150" fmla="*/ 104481 h 380856"/>
                <a:gd name="connsiteX151" fmla="*/ 1470811 w 2912392"/>
                <a:gd name="connsiteY151" fmla="*/ 101578 h 380856"/>
                <a:gd name="connsiteX152" fmla="*/ 1480555 w 2912392"/>
                <a:gd name="connsiteY152" fmla="*/ 98786 h 380856"/>
                <a:gd name="connsiteX153" fmla="*/ 1490284 w 2912392"/>
                <a:gd name="connsiteY153" fmla="*/ 96100 h 380856"/>
                <a:gd name="connsiteX154" fmla="*/ 1500028 w 2912392"/>
                <a:gd name="connsiteY154" fmla="*/ 93522 h 380856"/>
                <a:gd name="connsiteX155" fmla="*/ 1509772 w 2912392"/>
                <a:gd name="connsiteY155" fmla="*/ 91049 h 380856"/>
                <a:gd name="connsiteX156" fmla="*/ 1519516 w 2912392"/>
                <a:gd name="connsiteY156" fmla="*/ 88679 h 380856"/>
                <a:gd name="connsiteX157" fmla="*/ 1529245 w 2912392"/>
                <a:gd name="connsiteY157" fmla="*/ 86411 h 380856"/>
                <a:gd name="connsiteX158" fmla="*/ 1538989 w 2912392"/>
                <a:gd name="connsiteY158" fmla="*/ 84245 h 380856"/>
                <a:gd name="connsiteX159" fmla="*/ 1548733 w 2912392"/>
                <a:gd name="connsiteY159" fmla="*/ 82175 h 380856"/>
                <a:gd name="connsiteX160" fmla="*/ 1558477 w 2912392"/>
                <a:gd name="connsiteY160" fmla="*/ 80201 h 380856"/>
                <a:gd name="connsiteX161" fmla="*/ 1568221 w 2912392"/>
                <a:gd name="connsiteY161" fmla="*/ 78320 h 380856"/>
                <a:gd name="connsiteX162" fmla="*/ 1577950 w 2912392"/>
                <a:gd name="connsiteY162" fmla="*/ 76527 h 380856"/>
                <a:gd name="connsiteX163" fmla="*/ 1587694 w 2912392"/>
                <a:gd name="connsiteY163" fmla="*/ 74821 h 380856"/>
                <a:gd name="connsiteX164" fmla="*/ 1597438 w 2912392"/>
                <a:gd name="connsiteY164" fmla="*/ 73199 h 380856"/>
                <a:gd name="connsiteX165" fmla="*/ 1607182 w 2912392"/>
                <a:gd name="connsiteY165" fmla="*/ 71655 h 380856"/>
                <a:gd name="connsiteX166" fmla="*/ 1616911 w 2912392"/>
                <a:gd name="connsiteY166" fmla="*/ 70186 h 380856"/>
                <a:gd name="connsiteX167" fmla="*/ 1626655 w 2912392"/>
                <a:gd name="connsiteY167" fmla="*/ 68790 h 380856"/>
                <a:gd name="connsiteX168" fmla="*/ 1636399 w 2912392"/>
                <a:gd name="connsiteY168" fmla="*/ 67460 h 380856"/>
                <a:gd name="connsiteX169" fmla="*/ 1646142 w 2912392"/>
                <a:gd name="connsiteY169" fmla="*/ 66193 h 380856"/>
                <a:gd name="connsiteX170" fmla="*/ 1655872 w 2912392"/>
                <a:gd name="connsiteY170" fmla="*/ 64986 h 380856"/>
                <a:gd name="connsiteX171" fmla="*/ 1665616 w 2912392"/>
                <a:gd name="connsiteY171" fmla="*/ 63833 h 380856"/>
                <a:gd name="connsiteX172" fmla="*/ 1675359 w 2912392"/>
                <a:gd name="connsiteY172" fmla="*/ 62729 h 380856"/>
                <a:gd name="connsiteX173" fmla="*/ 1685103 w 2912392"/>
                <a:gd name="connsiteY173" fmla="*/ 61671 h 380856"/>
                <a:gd name="connsiteX174" fmla="*/ 1694832 w 2912392"/>
                <a:gd name="connsiteY174" fmla="*/ 60655 h 380856"/>
                <a:gd name="connsiteX175" fmla="*/ 1704576 w 2912392"/>
                <a:gd name="connsiteY175" fmla="*/ 59675 h 380856"/>
                <a:gd name="connsiteX176" fmla="*/ 1714320 w 2912392"/>
                <a:gd name="connsiteY176" fmla="*/ 58726 h 380856"/>
                <a:gd name="connsiteX177" fmla="*/ 1724064 w 2912392"/>
                <a:gd name="connsiteY177" fmla="*/ 57805 h 380856"/>
                <a:gd name="connsiteX178" fmla="*/ 1733808 w 2912392"/>
                <a:gd name="connsiteY178" fmla="*/ 56905 h 380856"/>
                <a:gd name="connsiteX179" fmla="*/ 1743537 w 2912392"/>
                <a:gd name="connsiteY179" fmla="*/ 56026 h 380856"/>
                <a:gd name="connsiteX180" fmla="*/ 1753281 w 2912392"/>
                <a:gd name="connsiteY180" fmla="*/ 55159 h 380856"/>
                <a:gd name="connsiteX181" fmla="*/ 1763025 w 2912392"/>
                <a:gd name="connsiteY181" fmla="*/ 54304 h 380856"/>
                <a:gd name="connsiteX182" fmla="*/ 1772769 w 2912392"/>
                <a:gd name="connsiteY182" fmla="*/ 53453 h 380856"/>
                <a:gd name="connsiteX183" fmla="*/ 1782498 w 2912392"/>
                <a:gd name="connsiteY183" fmla="*/ 52605 h 380856"/>
                <a:gd name="connsiteX184" fmla="*/ 1792242 w 2912392"/>
                <a:gd name="connsiteY184" fmla="*/ 51756 h 380856"/>
                <a:gd name="connsiteX185" fmla="*/ 1801986 w 2912392"/>
                <a:gd name="connsiteY185" fmla="*/ 50901 h 380856"/>
                <a:gd name="connsiteX186" fmla="*/ 1811730 w 2912392"/>
                <a:gd name="connsiteY186" fmla="*/ 50037 h 380856"/>
                <a:gd name="connsiteX187" fmla="*/ 1821459 w 2912392"/>
                <a:gd name="connsiteY187" fmla="*/ 49162 h 380856"/>
                <a:gd name="connsiteX188" fmla="*/ 1831203 w 2912392"/>
                <a:gd name="connsiteY188" fmla="*/ 48273 h 380856"/>
                <a:gd name="connsiteX189" fmla="*/ 1840947 w 2912392"/>
                <a:gd name="connsiteY189" fmla="*/ 47365 h 380856"/>
                <a:gd name="connsiteX190" fmla="*/ 1850691 w 2912392"/>
                <a:gd name="connsiteY190" fmla="*/ 46437 h 380856"/>
                <a:gd name="connsiteX191" fmla="*/ 1860435 w 2912392"/>
                <a:gd name="connsiteY191" fmla="*/ 45490 h 380856"/>
                <a:gd name="connsiteX192" fmla="*/ 1870164 w 2912392"/>
                <a:gd name="connsiteY192" fmla="*/ 44517 h 380856"/>
                <a:gd name="connsiteX193" fmla="*/ 1879908 w 2912392"/>
                <a:gd name="connsiteY193" fmla="*/ 43518 h 380856"/>
                <a:gd name="connsiteX194" fmla="*/ 1889652 w 2912392"/>
                <a:gd name="connsiteY194" fmla="*/ 42495 h 380856"/>
                <a:gd name="connsiteX195" fmla="*/ 1899395 w 2912392"/>
                <a:gd name="connsiteY195" fmla="*/ 41443 h 380856"/>
                <a:gd name="connsiteX196" fmla="*/ 1909124 w 2912392"/>
                <a:gd name="connsiteY196" fmla="*/ 40364 h 380856"/>
                <a:gd name="connsiteX197" fmla="*/ 1918868 w 2912392"/>
                <a:gd name="connsiteY197" fmla="*/ 39256 h 380856"/>
                <a:gd name="connsiteX198" fmla="*/ 1928612 w 2912392"/>
                <a:gd name="connsiteY198" fmla="*/ 38121 h 380856"/>
                <a:gd name="connsiteX199" fmla="*/ 1938356 w 2912392"/>
                <a:gd name="connsiteY199" fmla="*/ 36955 h 380856"/>
                <a:gd name="connsiteX200" fmla="*/ 1948085 w 2912392"/>
                <a:gd name="connsiteY200" fmla="*/ 35763 h 380856"/>
                <a:gd name="connsiteX201" fmla="*/ 1957829 w 2912392"/>
                <a:gd name="connsiteY201" fmla="*/ 34546 h 380856"/>
                <a:gd name="connsiteX202" fmla="*/ 1967573 w 2912392"/>
                <a:gd name="connsiteY202" fmla="*/ 33302 h 380856"/>
                <a:gd name="connsiteX203" fmla="*/ 1977317 w 2912392"/>
                <a:gd name="connsiteY203" fmla="*/ 32036 h 380856"/>
                <a:gd name="connsiteX204" fmla="*/ 1987046 w 2912392"/>
                <a:gd name="connsiteY204" fmla="*/ 30747 h 380856"/>
                <a:gd name="connsiteX205" fmla="*/ 1996790 w 2912392"/>
                <a:gd name="connsiteY205" fmla="*/ 29439 h 380856"/>
                <a:gd name="connsiteX206" fmla="*/ 2006534 w 2912392"/>
                <a:gd name="connsiteY206" fmla="*/ 28113 h 380856"/>
                <a:gd name="connsiteX207" fmla="*/ 2016278 w 2912392"/>
                <a:gd name="connsiteY207" fmla="*/ 26773 h 380856"/>
                <a:gd name="connsiteX208" fmla="*/ 2026022 w 2912392"/>
                <a:gd name="connsiteY208" fmla="*/ 25422 h 380856"/>
                <a:gd name="connsiteX209" fmla="*/ 2035751 w 2912392"/>
                <a:gd name="connsiteY209" fmla="*/ 24063 h 380856"/>
                <a:gd name="connsiteX210" fmla="*/ 2045495 w 2912392"/>
                <a:gd name="connsiteY210" fmla="*/ 22700 h 380856"/>
                <a:gd name="connsiteX211" fmla="*/ 2055239 w 2912392"/>
                <a:gd name="connsiteY211" fmla="*/ 21335 h 380856"/>
                <a:gd name="connsiteX212" fmla="*/ 2064983 w 2912392"/>
                <a:gd name="connsiteY212" fmla="*/ 19974 h 380856"/>
                <a:gd name="connsiteX213" fmla="*/ 2074712 w 2912392"/>
                <a:gd name="connsiteY213" fmla="*/ 18618 h 380856"/>
                <a:gd name="connsiteX214" fmla="*/ 2084456 w 2912392"/>
                <a:gd name="connsiteY214" fmla="*/ 17275 h 380856"/>
                <a:gd name="connsiteX215" fmla="*/ 2094200 w 2912392"/>
                <a:gd name="connsiteY215" fmla="*/ 15948 h 380856"/>
                <a:gd name="connsiteX216" fmla="*/ 2103944 w 2912392"/>
                <a:gd name="connsiteY216" fmla="*/ 14640 h 380856"/>
                <a:gd name="connsiteX217" fmla="*/ 2113673 w 2912392"/>
                <a:gd name="connsiteY217" fmla="*/ 13358 h 380856"/>
                <a:gd name="connsiteX218" fmla="*/ 2123417 w 2912392"/>
                <a:gd name="connsiteY218" fmla="*/ 12105 h 380856"/>
                <a:gd name="connsiteX219" fmla="*/ 2133161 w 2912392"/>
                <a:gd name="connsiteY219" fmla="*/ 10888 h 380856"/>
                <a:gd name="connsiteX220" fmla="*/ 2142905 w 2912392"/>
                <a:gd name="connsiteY220" fmla="*/ 9710 h 380856"/>
                <a:gd name="connsiteX221" fmla="*/ 2152649 w 2912392"/>
                <a:gd name="connsiteY221" fmla="*/ 8576 h 380856"/>
                <a:gd name="connsiteX222" fmla="*/ 2162377 w 2912392"/>
                <a:gd name="connsiteY222" fmla="*/ 7491 h 380856"/>
                <a:gd name="connsiteX223" fmla="*/ 2172121 w 2912392"/>
                <a:gd name="connsiteY223" fmla="*/ 6460 h 380856"/>
                <a:gd name="connsiteX224" fmla="*/ 2181865 w 2912392"/>
                <a:gd name="connsiteY224" fmla="*/ 5489 h 380856"/>
                <a:gd name="connsiteX225" fmla="*/ 2191609 w 2912392"/>
                <a:gd name="connsiteY225" fmla="*/ 4583 h 380856"/>
                <a:gd name="connsiteX226" fmla="*/ 2201338 w 2912392"/>
                <a:gd name="connsiteY226" fmla="*/ 3744 h 380856"/>
                <a:gd name="connsiteX227" fmla="*/ 2211082 w 2912392"/>
                <a:gd name="connsiteY227" fmla="*/ 2978 h 380856"/>
                <a:gd name="connsiteX228" fmla="*/ 2220826 w 2912392"/>
                <a:gd name="connsiteY228" fmla="*/ 2292 h 380856"/>
                <a:gd name="connsiteX229" fmla="*/ 2230570 w 2912392"/>
                <a:gd name="connsiteY229" fmla="*/ 1685 h 380856"/>
                <a:gd name="connsiteX230" fmla="*/ 2240299 w 2912392"/>
                <a:gd name="connsiteY230" fmla="*/ 1167 h 380856"/>
                <a:gd name="connsiteX231" fmla="*/ 2250043 w 2912392"/>
                <a:gd name="connsiteY231" fmla="*/ 737 h 380856"/>
                <a:gd name="connsiteX232" fmla="*/ 2259787 w 2912392"/>
                <a:gd name="connsiteY232" fmla="*/ 404 h 380856"/>
                <a:gd name="connsiteX233" fmla="*/ 2269531 w 2912392"/>
                <a:gd name="connsiteY233" fmla="*/ 167 h 380856"/>
                <a:gd name="connsiteX234" fmla="*/ 2279260 w 2912392"/>
                <a:gd name="connsiteY234" fmla="*/ 31 h 380856"/>
                <a:gd name="connsiteX235" fmla="*/ 2289004 w 2912392"/>
                <a:gd name="connsiteY235" fmla="*/ 0 h 380856"/>
                <a:gd name="connsiteX236" fmla="*/ 2298748 w 2912392"/>
                <a:gd name="connsiteY236" fmla="*/ 76 h 380856"/>
                <a:gd name="connsiteX237" fmla="*/ 2308492 w 2912392"/>
                <a:gd name="connsiteY237" fmla="*/ 262 h 380856"/>
                <a:gd name="connsiteX238" fmla="*/ 2318236 w 2912392"/>
                <a:gd name="connsiteY238" fmla="*/ 559 h 380856"/>
                <a:gd name="connsiteX239" fmla="*/ 2327965 w 2912392"/>
                <a:gd name="connsiteY239" fmla="*/ 971 h 380856"/>
                <a:gd name="connsiteX240" fmla="*/ 2337709 w 2912392"/>
                <a:gd name="connsiteY240" fmla="*/ 1499 h 380856"/>
                <a:gd name="connsiteX241" fmla="*/ 2347453 w 2912392"/>
                <a:gd name="connsiteY241" fmla="*/ 2142 h 380856"/>
                <a:gd name="connsiteX242" fmla="*/ 2357197 w 2912392"/>
                <a:gd name="connsiteY242" fmla="*/ 2905 h 380856"/>
                <a:gd name="connsiteX243" fmla="*/ 2366926 w 2912392"/>
                <a:gd name="connsiteY243" fmla="*/ 3787 h 380856"/>
                <a:gd name="connsiteX244" fmla="*/ 2376670 w 2912392"/>
                <a:gd name="connsiteY244" fmla="*/ 4787 h 380856"/>
                <a:gd name="connsiteX245" fmla="*/ 2386413 w 2912392"/>
                <a:gd name="connsiteY245" fmla="*/ 5907 h 380856"/>
                <a:gd name="connsiteX246" fmla="*/ 2396157 w 2912392"/>
                <a:gd name="connsiteY246" fmla="*/ 7147 h 380856"/>
                <a:gd name="connsiteX247" fmla="*/ 2405886 w 2912392"/>
                <a:gd name="connsiteY247" fmla="*/ 8504 h 380856"/>
                <a:gd name="connsiteX248" fmla="*/ 2415630 w 2912392"/>
                <a:gd name="connsiteY248" fmla="*/ 9979 h 380856"/>
                <a:gd name="connsiteX249" fmla="*/ 2425374 w 2912392"/>
                <a:gd name="connsiteY249" fmla="*/ 11571 h 380856"/>
                <a:gd name="connsiteX250" fmla="*/ 2435118 w 2912392"/>
                <a:gd name="connsiteY250" fmla="*/ 13276 h 380856"/>
                <a:gd name="connsiteX251" fmla="*/ 2444862 w 2912392"/>
                <a:gd name="connsiteY251" fmla="*/ 15096 h 380856"/>
                <a:gd name="connsiteX252" fmla="*/ 2454591 w 2912392"/>
                <a:gd name="connsiteY252" fmla="*/ 17024 h 380856"/>
                <a:gd name="connsiteX253" fmla="*/ 2464335 w 2912392"/>
                <a:gd name="connsiteY253" fmla="*/ 19060 h 380856"/>
                <a:gd name="connsiteX254" fmla="*/ 2474079 w 2912392"/>
                <a:gd name="connsiteY254" fmla="*/ 21203 h 380856"/>
                <a:gd name="connsiteX255" fmla="*/ 2483823 w 2912392"/>
                <a:gd name="connsiteY255" fmla="*/ 23445 h 380856"/>
                <a:gd name="connsiteX256" fmla="*/ 2493552 w 2912392"/>
                <a:gd name="connsiteY256" fmla="*/ 25787 h 380856"/>
                <a:gd name="connsiteX257" fmla="*/ 2503296 w 2912392"/>
                <a:gd name="connsiteY257" fmla="*/ 28225 h 380856"/>
                <a:gd name="connsiteX258" fmla="*/ 2513040 w 2912392"/>
                <a:gd name="connsiteY258" fmla="*/ 30752 h 380856"/>
                <a:gd name="connsiteX259" fmla="*/ 2522784 w 2912392"/>
                <a:gd name="connsiteY259" fmla="*/ 33366 h 380856"/>
                <a:gd name="connsiteX260" fmla="*/ 2532513 w 2912392"/>
                <a:gd name="connsiteY260" fmla="*/ 36061 h 380856"/>
                <a:gd name="connsiteX261" fmla="*/ 2542257 w 2912392"/>
                <a:gd name="connsiteY261" fmla="*/ 38836 h 380856"/>
                <a:gd name="connsiteX262" fmla="*/ 2552001 w 2912392"/>
                <a:gd name="connsiteY262" fmla="*/ 41681 h 380856"/>
                <a:gd name="connsiteX263" fmla="*/ 2561745 w 2912392"/>
                <a:gd name="connsiteY263" fmla="*/ 44596 h 380856"/>
                <a:gd name="connsiteX264" fmla="*/ 2571474 w 2912392"/>
                <a:gd name="connsiteY264" fmla="*/ 47571 h 380856"/>
                <a:gd name="connsiteX265" fmla="*/ 2581218 w 2912392"/>
                <a:gd name="connsiteY265" fmla="*/ 50604 h 380856"/>
                <a:gd name="connsiteX266" fmla="*/ 2590962 w 2912392"/>
                <a:gd name="connsiteY266" fmla="*/ 53690 h 380856"/>
                <a:gd name="connsiteX267" fmla="*/ 2600705 w 2912392"/>
                <a:gd name="connsiteY267" fmla="*/ 56822 h 380856"/>
                <a:gd name="connsiteX268" fmla="*/ 2610449 w 2912392"/>
                <a:gd name="connsiteY268" fmla="*/ 59992 h 380856"/>
                <a:gd name="connsiteX269" fmla="*/ 2620178 w 2912392"/>
                <a:gd name="connsiteY269" fmla="*/ 63198 h 380856"/>
                <a:gd name="connsiteX270" fmla="*/ 2629922 w 2912392"/>
                <a:gd name="connsiteY270" fmla="*/ 66433 h 380856"/>
                <a:gd name="connsiteX271" fmla="*/ 2639666 w 2912392"/>
                <a:gd name="connsiteY271" fmla="*/ 69691 h 380856"/>
                <a:gd name="connsiteX272" fmla="*/ 2649410 w 2912392"/>
                <a:gd name="connsiteY272" fmla="*/ 72968 h 380856"/>
                <a:gd name="connsiteX273" fmla="*/ 2659139 w 2912392"/>
                <a:gd name="connsiteY273" fmla="*/ 76253 h 380856"/>
                <a:gd name="connsiteX274" fmla="*/ 2668883 w 2912392"/>
                <a:gd name="connsiteY274" fmla="*/ 79546 h 380856"/>
                <a:gd name="connsiteX275" fmla="*/ 2678627 w 2912392"/>
                <a:gd name="connsiteY275" fmla="*/ 82837 h 380856"/>
                <a:gd name="connsiteX276" fmla="*/ 2688371 w 2912392"/>
                <a:gd name="connsiteY276" fmla="*/ 86124 h 380856"/>
                <a:gd name="connsiteX277" fmla="*/ 2698100 w 2912392"/>
                <a:gd name="connsiteY277" fmla="*/ 89397 h 380856"/>
                <a:gd name="connsiteX278" fmla="*/ 2707844 w 2912392"/>
                <a:gd name="connsiteY278" fmla="*/ 92654 h 380856"/>
                <a:gd name="connsiteX279" fmla="*/ 2717588 w 2912392"/>
                <a:gd name="connsiteY279" fmla="*/ 95887 h 380856"/>
                <a:gd name="connsiteX280" fmla="*/ 2727332 w 2912392"/>
                <a:gd name="connsiteY280" fmla="*/ 99093 h 380856"/>
                <a:gd name="connsiteX281" fmla="*/ 2737076 w 2912392"/>
                <a:gd name="connsiteY281" fmla="*/ 102264 h 380856"/>
                <a:gd name="connsiteX282" fmla="*/ 2746805 w 2912392"/>
                <a:gd name="connsiteY282" fmla="*/ 105397 h 380856"/>
                <a:gd name="connsiteX283" fmla="*/ 2756549 w 2912392"/>
                <a:gd name="connsiteY283" fmla="*/ 108487 h 380856"/>
                <a:gd name="connsiteX284" fmla="*/ 2766293 w 2912392"/>
                <a:gd name="connsiteY284" fmla="*/ 111528 h 380856"/>
                <a:gd name="connsiteX285" fmla="*/ 2776037 w 2912392"/>
                <a:gd name="connsiteY285" fmla="*/ 114517 h 380856"/>
                <a:gd name="connsiteX286" fmla="*/ 2785766 w 2912392"/>
                <a:gd name="connsiteY286" fmla="*/ 117447 h 380856"/>
                <a:gd name="connsiteX287" fmla="*/ 2795510 w 2912392"/>
                <a:gd name="connsiteY287" fmla="*/ 120315 h 380856"/>
                <a:gd name="connsiteX288" fmla="*/ 2805254 w 2912392"/>
                <a:gd name="connsiteY288" fmla="*/ 123119 h 380856"/>
                <a:gd name="connsiteX289" fmla="*/ 2814998 w 2912392"/>
                <a:gd name="connsiteY289" fmla="*/ 125852 h 380856"/>
                <a:gd name="connsiteX290" fmla="*/ 2824727 w 2912392"/>
                <a:gd name="connsiteY290" fmla="*/ 128513 h 380856"/>
                <a:gd name="connsiteX291" fmla="*/ 2834471 w 2912392"/>
                <a:gd name="connsiteY291" fmla="*/ 131096 h 380856"/>
                <a:gd name="connsiteX292" fmla="*/ 2844215 w 2912392"/>
                <a:gd name="connsiteY292" fmla="*/ 133601 h 380856"/>
                <a:gd name="connsiteX293" fmla="*/ 2853958 w 2912392"/>
                <a:gd name="connsiteY293" fmla="*/ 136022 h 380856"/>
                <a:gd name="connsiteX294" fmla="*/ 2863687 w 2912392"/>
                <a:gd name="connsiteY294" fmla="*/ 138358 h 380856"/>
                <a:gd name="connsiteX295" fmla="*/ 2873431 w 2912392"/>
                <a:gd name="connsiteY295" fmla="*/ 140606 h 380856"/>
                <a:gd name="connsiteX296" fmla="*/ 2883175 w 2912392"/>
                <a:gd name="connsiteY296" fmla="*/ 142765 h 380856"/>
                <a:gd name="connsiteX297" fmla="*/ 2892919 w 2912392"/>
                <a:gd name="connsiteY297" fmla="*/ 144831 h 380856"/>
                <a:gd name="connsiteX298" fmla="*/ 2902663 w 2912392"/>
                <a:gd name="connsiteY298" fmla="*/ 146804 h 380856"/>
                <a:gd name="connsiteX299" fmla="*/ 2912392 w 2912392"/>
                <a:gd name="connsiteY299" fmla="*/ 148683 h 380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80856">
                  <a:moveTo>
                    <a:pt x="0" y="176046"/>
                  </a:moveTo>
                  <a:lnTo>
                    <a:pt x="9739" y="179984"/>
                  </a:lnTo>
                  <a:lnTo>
                    <a:pt x="19480" y="183944"/>
                  </a:lnTo>
                  <a:lnTo>
                    <a:pt x="29221" y="187922"/>
                  </a:lnTo>
                  <a:lnTo>
                    <a:pt x="38961" y="191915"/>
                  </a:lnTo>
                  <a:lnTo>
                    <a:pt x="48702" y="195919"/>
                  </a:lnTo>
                  <a:lnTo>
                    <a:pt x="58443" y="199926"/>
                  </a:lnTo>
                  <a:lnTo>
                    <a:pt x="68182" y="203937"/>
                  </a:lnTo>
                  <a:lnTo>
                    <a:pt x="77923" y="207947"/>
                  </a:lnTo>
                  <a:lnTo>
                    <a:pt x="87664" y="211953"/>
                  </a:lnTo>
                  <a:lnTo>
                    <a:pt x="97404" y="215952"/>
                  </a:lnTo>
                  <a:lnTo>
                    <a:pt x="107145" y="219939"/>
                  </a:lnTo>
                  <a:lnTo>
                    <a:pt x="116886" y="223915"/>
                  </a:lnTo>
                  <a:lnTo>
                    <a:pt x="126625" y="227875"/>
                  </a:lnTo>
                  <a:lnTo>
                    <a:pt x="136366" y="231819"/>
                  </a:lnTo>
                  <a:lnTo>
                    <a:pt x="146107" y="235742"/>
                  </a:lnTo>
                  <a:lnTo>
                    <a:pt x="155846" y="239646"/>
                  </a:lnTo>
                  <a:lnTo>
                    <a:pt x="165587" y="243525"/>
                  </a:lnTo>
                  <a:lnTo>
                    <a:pt x="175328" y="247380"/>
                  </a:lnTo>
                  <a:lnTo>
                    <a:pt x="185068" y="251209"/>
                  </a:lnTo>
                  <a:lnTo>
                    <a:pt x="194809" y="255011"/>
                  </a:lnTo>
                  <a:lnTo>
                    <a:pt x="204550" y="258785"/>
                  </a:lnTo>
                  <a:lnTo>
                    <a:pt x="214289" y="262528"/>
                  </a:lnTo>
                  <a:lnTo>
                    <a:pt x="224030" y="266240"/>
                  </a:lnTo>
                  <a:lnTo>
                    <a:pt x="233771" y="269920"/>
                  </a:lnTo>
                  <a:lnTo>
                    <a:pt x="243510" y="273569"/>
                  </a:lnTo>
                  <a:lnTo>
                    <a:pt x="253251" y="277184"/>
                  </a:lnTo>
                  <a:lnTo>
                    <a:pt x="262992" y="280762"/>
                  </a:lnTo>
                  <a:lnTo>
                    <a:pt x="272732" y="284307"/>
                  </a:lnTo>
                  <a:lnTo>
                    <a:pt x="282473" y="287814"/>
                  </a:lnTo>
                  <a:lnTo>
                    <a:pt x="292214" y="291284"/>
                  </a:lnTo>
                  <a:lnTo>
                    <a:pt x="301953" y="294715"/>
                  </a:lnTo>
                  <a:lnTo>
                    <a:pt x="311694" y="298108"/>
                  </a:lnTo>
                  <a:lnTo>
                    <a:pt x="321435" y="301460"/>
                  </a:lnTo>
                  <a:lnTo>
                    <a:pt x="331175" y="304771"/>
                  </a:lnTo>
                  <a:lnTo>
                    <a:pt x="340916" y="308039"/>
                  </a:lnTo>
                  <a:lnTo>
                    <a:pt x="350656" y="311265"/>
                  </a:lnTo>
                  <a:lnTo>
                    <a:pt x="360396" y="314446"/>
                  </a:lnTo>
                  <a:lnTo>
                    <a:pt x="370137" y="317579"/>
                  </a:lnTo>
                  <a:lnTo>
                    <a:pt x="379878" y="320666"/>
                  </a:lnTo>
                  <a:lnTo>
                    <a:pt x="389617" y="323704"/>
                  </a:lnTo>
                  <a:lnTo>
                    <a:pt x="399358" y="326690"/>
                  </a:lnTo>
                  <a:lnTo>
                    <a:pt x="409099" y="329625"/>
                  </a:lnTo>
                  <a:lnTo>
                    <a:pt x="418839" y="332505"/>
                  </a:lnTo>
                  <a:lnTo>
                    <a:pt x="428580" y="335328"/>
                  </a:lnTo>
                  <a:lnTo>
                    <a:pt x="438321" y="338094"/>
                  </a:lnTo>
                  <a:lnTo>
                    <a:pt x="448060" y="340798"/>
                  </a:lnTo>
                  <a:lnTo>
                    <a:pt x="457801" y="343441"/>
                  </a:lnTo>
                  <a:lnTo>
                    <a:pt x="467542" y="346017"/>
                  </a:lnTo>
                  <a:lnTo>
                    <a:pt x="477281" y="348526"/>
                  </a:lnTo>
                  <a:lnTo>
                    <a:pt x="487022" y="350966"/>
                  </a:lnTo>
                  <a:lnTo>
                    <a:pt x="496763" y="353332"/>
                  </a:lnTo>
                  <a:lnTo>
                    <a:pt x="506503" y="355622"/>
                  </a:lnTo>
                  <a:lnTo>
                    <a:pt x="516244" y="357835"/>
                  </a:lnTo>
                  <a:lnTo>
                    <a:pt x="525985" y="359965"/>
                  </a:lnTo>
                  <a:lnTo>
                    <a:pt x="535724" y="362011"/>
                  </a:lnTo>
                  <a:lnTo>
                    <a:pt x="545465" y="363969"/>
                  </a:lnTo>
                  <a:lnTo>
                    <a:pt x="555206" y="365837"/>
                  </a:lnTo>
                  <a:lnTo>
                    <a:pt x="564946" y="367612"/>
                  </a:lnTo>
                  <a:lnTo>
                    <a:pt x="574687" y="369289"/>
                  </a:lnTo>
                  <a:lnTo>
                    <a:pt x="584428" y="370865"/>
                  </a:lnTo>
                  <a:lnTo>
                    <a:pt x="594167" y="372340"/>
                  </a:lnTo>
                  <a:lnTo>
                    <a:pt x="603908" y="373708"/>
                  </a:lnTo>
                  <a:lnTo>
                    <a:pt x="613649" y="374966"/>
                  </a:lnTo>
                  <a:lnTo>
                    <a:pt x="623388" y="376110"/>
                  </a:lnTo>
                  <a:lnTo>
                    <a:pt x="633129" y="377139"/>
                  </a:lnTo>
                  <a:lnTo>
                    <a:pt x="642870" y="378050"/>
                  </a:lnTo>
                  <a:lnTo>
                    <a:pt x="652610" y="378838"/>
                  </a:lnTo>
                  <a:lnTo>
                    <a:pt x="662351" y="379502"/>
                  </a:lnTo>
                  <a:lnTo>
                    <a:pt x="672092" y="380039"/>
                  </a:lnTo>
                  <a:lnTo>
                    <a:pt x="681831" y="380445"/>
                  </a:lnTo>
                  <a:lnTo>
                    <a:pt x="691572" y="380718"/>
                  </a:lnTo>
                  <a:lnTo>
                    <a:pt x="701313" y="380857"/>
                  </a:lnTo>
                  <a:lnTo>
                    <a:pt x="711052" y="380857"/>
                  </a:lnTo>
                  <a:lnTo>
                    <a:pt x="720793" y="380718"/>
                  </a:lnTo>
                  <a:lnTo>
                    <a:pt x="730534" y="380438"/>
                  </a:lnTo>
                  <a:lnTo>
                    <a:pt x="740274" y="380015"/>
                  </a:lnTo>
                  <a:lnTo>
                    <a:pt x="750015" y="379446"/>
                  </a:lnTo>
                  <a:lnTo>
                    <a:pt x="759756" y="378731"/>
                  </a:lnTo>
                  <a:lnTo>
                    <a:pt x="769495" y="377869"/>
                  </a:lnTo>
                  <a:lnTo>
                    <a:pt x="779236" y="376858"/>
                  </a:lnTo>
                  <a:lnTo>
                    <a:pt x="788977" y="375699"/>
                  </a:lnTo>
                  <a:lnTo>
                    <a:pt x="798717" y="374389"/>
                  </a:lnTo>
                  <a:lnTo>
                    <a:pt x="808458" y="372930"/>
                  </a:lnTo>
                  <a:lnTo>
                    <a:pt x="818199" y="371321"/>
                  </a:lnTo>
                  <a:lnTo>
                    <a:pt x="827938" y="369562"/>
                  </a:lnTo>
                  <a:lnTo>
                    <a:pt x="837679" y="367655"/>
                  </a:lnTo>
                  <a:lnTo>
                    <a:pt x="847420" y="365597"/>
                  </a:lnTo>
                  <a:lnTo>
                    <a:pt x="857159" y="363394"/>
                  </a:lnTo>
                  <a:lnTo>
                    <a:pt x="866900" y="361043"/>
                  </a:lnTo>
                  <a:lnTo>
                    <a:pt x="876641" y="358547"/>
                  </a:lnTo>
                  <a:lnTo>
                    <a:pt x="886381" y="355908"/>
                  </a:lnTo>
                  <a:lnTo>
                    <a:pt x="896122" y="353130"/>
                  </a:lnTo>
                  <a:lnTo>
                    <a:pt x="905863" y="350211"/>
                  </a:lnTo>
                  <a:lnTo>
                    <a:pt x="915602" y="347157"/>
                  </a:lnTo>
                  <a:lnTo>
                    <a:pt x="925343" y="343968"/>
                  </a:lnTo>
                  <a:lnTo>
                    <a:pt x="935084" y="340649"/>
                  </a:lnTo>
                  <a:lnTo>
                    <a:pt x="944824" y="337203"/>
                  </a:lnTo>
                  <a:lnTo>
                    <a:pt x="954564" y="333633"/>
                  </a:lnTo>
                  <a:lnTo>
                    <a:pt x="964305" y="329942"/>
                  </a:lnTo>
                  <a:lnTo>
                    <a:pt x="974045" y="326136"/>
                  </a:lnTo>
                  <a:lnTo>
                    <a:pt x="983786" y="322217"/>
                  </a:lnTo>
                  <a:lnTo>
                    <a:pt x="993522" y="318190"/>
                  </a:lnTo>
                  <a:lnTo>
                    <a:pt x="1003266" y="314060"/>
                  </a:lnTo>
                  <a:lnTo>
                    <a:pt x="1013010" y="309832"/>
                  </a:lnTo>
                  <a:lnTo>
                    <a:pt x="1022754" y="305510"/>
                  </a:lnTo>
                  <a:lnTo>
                    <a:pt x="1032483" y="301099"/>
                  </a:lnTo>
                  <a:lnTo>
                    <a:pt x="1042227" y="296605"/>
                  </a:lnTo>
                  <a:lnTo>
                    <a:pt x="1051971" y="292032"/>
                  </a:lnTo>
                  <a:lnTo>
                    <a:pt x="1061715" y="287388"/>
                  </a:lnTo>
                  <a:lnTo>
                    <a:pt x="1071444" y="282677"/>
                  </a:lnTo>
                  <a:lnTo>
                    <a:pt x="1081188" y="277903"/>
                  </a:lnTo>
                  <a:lnTo>
                    <a:pt x="1090932" y="273074"/>
                  </a:lnTo>
                  <a:lnTo>
                    <a:pt x="1100676" y="268197"/>
                  </a:lnTo>
                  <a:lnTo>
                    <a:pt x="1110405" y="263275"/>
                  </a:lnTo>
                  <a:lnTo>
                    <a:pt x="1120149" y="258317"/>
                  </a:lnTo>
                  <a:lnTo>
                    <a:pt x="1129893" y="253326"/>
                  </a:lnTo>
                  <a:lnTo>
                    <a:pt x="1139637" y="248311"/>
                  </a:lnTo>
                  <a:lnTo>
                    <a:pt x="1149381" y="243277"/>
                  </a:lnTo>
                  <a:lnTo>
                    <a:pt x="1159110" y="238229"/>
                  </a:lnTo>
                  <a:lnTo>
                    <a:pt x="1168854" y="233174"/>
                  </a:lnTo>
                  <a:lnTo>
                    <a:pt x="1178598" y="228118"/>
                  </a:lnTo>
                  <a:lnTo>
                    <a:pt x="1188341" y="223068"/>
                  </a:lnTo>
                  <a:lnTo>
                    <a:pt x="1198070" y="218027"/>
                  </a:lnTo>
                  <a:lnTo>
                    <a:pt x="1207814" y="213006"/>
                  </a:lnTo>
                  <a:lnTo>
                    <a:pt x="1217558" y="208006"/>
                  </a:lnTo>
                  <a:lnTo>
                    <a:pt x="1227302" y="203036"/>
                  </a:lnTo>
                  <a:lnTo>
                    <a:pt x="1237031" y="198100"/>
                  </a:lnTo>
                  <a:lnTo>
                    <a:pt x="1246775" y="193204"/>
                  </a:lnTo>
                  <a:lnTo>
                    <a:pt x="1256519" y="188353"/>
                  </a:lnTo>
                  <a:lnTo>
                    <a:pt x="1266263" y="183552"/>
                  </a:lnTo>
                  <a:lnTo>
                    <a:pt x="1276007" y="178809"/>
                  </a:lnTo>
                  <a:lnTo>
                    <a:pt x="1285736" y="174124"/>
                  </a:lnTo>
                  <a:lnTo>
                    <a:pt x="1295480" y="169506"/>
                  </a:lnTo>
                  <a:lnTo>
                    <a:pt x="1305224" y="164957"/>
                  </a:lnTo>
                  <a:lnTo>
                    <a:pt x="1314968" y="160483"/>
                  </a:lnTo>
                  <a:lnTo>
                    <a:pt x="1324697" y="156088"/>
                  </a:lnTo>
                  <a:lnTo>
                    <a:pt x="1334441" y="151773"/>
                  </a:lnTo>
                  <a:lnTo>
                    <a:pt x="1344185" y="147545"/>
                  </a:lnTo>
                  <a:lnTo>
                    <a:pt x="1353929" y="143407"/>
                  </a:lnTo>
                  <a:lnTo>
                    <a:pt x="1363658" y="139361"/>
                  </a:lnTo>
                  <a:lnTo>
                    <a:pt x="1373402" y="135409"/>
                  </a:lnTo>
                  <a:lnTo>
                    <a:pt x="1383146" y="131557"/>
                  </a:lnTo>
                  <a:lnTo>
                    <a:pt x="1392890" y="127805"/>
                  </a:lnTo>
                  <a:lnTo>
                    <a:pt x="1402619" y="124155"/>
                  </a:lnTo>
                  <a:lnTo>
                    <a:pt x="1412363" y="120607"/>
                  </a:lnTo>
                  <a:lnTo>
                    <a:pt x="1422106" y="117167"/>
                  </a:lnTo>
                  <a:lnTo>
                    <a:pt x="1431850" y="113834"/>
                  </a:lnTo>
                  <a:lnTo>
                    <a:pt x="1441594" y="110607"/>
                  </a:lnTo>
                  <a:lnTo>
                    <a:pt x="1451323" y="107489"/>
                  </a:lnTo>
                  <a:lnTo>
                    <a:pt x="1461067" y="104481"/>
                  </a:lnTo>
                  <a:lnTo>
                    <a:pt x="1470811" y="101578"/>
                  </a:lnTo>
                  <a:lnTo>
                    <a:pt x="1480555" y="98786"/>
                  </a:lnTo>
                  <a:lnTo>
                    <a:pt x="1490284" y="96100"/>
                  </a:lnTo>
                  <a:lnTo>
                    <a:pt x="1500028" y="93522"/>
                  </a:lnTo>
                  <a:lnTo>
                    <a:pt x="1509772" y="91049"/>
                  </a:lnTo>
                  <a:lnTo>
                    <a:pt x="1519516" y="88679"/>
                  </a:lnTo>
                  <a:lnTo>
                    <a:pt x="1529245" y="86411"/>
                  </a:lnTo>
                  <a:lnTo>
                    <a:pt x="1538989" y="84245"/>
                  </a:lnTo>
                  <a:lnTo>
                    <a:pt x="1548733" y="82175"/>
                  </a:lnTo>
                  <a:lnTo>
                    <a:pt x="1558477" y="80201"/>
                  </a:lnTo>
                  <a:lnTo>
                    <a:pt x="1568221" y="78320"/>
                  </a:lnTo>
                  <a:lnTo>
                    <a:pt x="1577950" y="76527"/>
                  </a:lnTo>
                  <a:lnTo>
                    <a:pt x="1587694" y="74821"/>
                  </a:lnTo>
                  <a:lnTo>
                    <a:pt x="1597438" y="73199"/>
                  </a:lnTo>
                  <a:lnTo>
                    <a:pt x="1607182" y="71655"/>
                  </a:lnTo>
                  <a:lnTo>
                    <a:pt x="1616911" y="70186"/>
                  </a:lnTo>
                  <a:lnTo>
                    <a:pt x="1626655" y="68790"/>
                  </a:lnTo>
                  <a:lnTo>
                    <a:pt x="1636399" y="67460"/>
                  </a:lnTo>
                  <a:lnTo>
                    <a:pt x="1646142" y="66193"/>
                  </a:lnTo>
                  <a:lnTo>
                    <a:pt x="1655872" y="64986"/>
                  </a:lnTo>
                  <a:lnTo>
                    <a:pt x="1665616" y="63833"/>
                  </a:lnTo>
                  <a:lnTo>
                    <a:pt x="1675359" y="62729"/>
                  </a:lnTo>
                  <a:lnTo>
                    <a:pt x="1685103" y="61671"/>
                  </a:lnTo>
                  <a:lnTo>
                    <a:pt x="1694832" y="60655"/>
                  </a:lnTo>
                  <a:lnTo>
                    <a:pt x="1704576" y="59675"/>
                  </a:lnTo>
                  <a:lnTo>
                    <a:pt x="1714320" y="58726"/>
                  </a:lnTo>
                  <a:lnTo>
                    <a:pt x="1724064" y="57805"/>
                  </a:lnTo>
                  <a:lnTo>
                    <a:pt x="1733808" y="56905"/>
                  </a:lnTo>
                  <a:lnTo>
                    <a:pt x="1743537" y="56026"/>
                  </a:lnTo>
                  <a:lnTo>
                    <a:pt x="1753281" y="55159"/>
                  </a:lnTo>
                  <a:lnTo>
                    <a:pt x="1763025" y="54304"/>
                  </a:lnTo>
                  <a:lnTo>
                    <a:pt x="1772769" y="53453"/>
                  </a:lnTo>
                  <a:lnTo>
                    <a:pt x="1782498" y="52605"/>
                  </a:lnTo>
                  <a:lnTo>
                    <a:pt x="1792242" y="51756"/>
                  </a:lnTo>
                  <a:lnTo>
                    <a:pt x="1801986" y="50901"/>
                  </a:lnTo>
                  <a:lnTo>
                    <a:pt x="1811730" y="50037"/>
                  </a:lnTo>
                  <a:lnTo>
                    <a:pt x="1821459" y="49162"/>
                  </a:lnTo>
                  <a:lnTo>
                    <a:pt x="1831203" y="48273"/>
                  </a:lnTo>
                  <a:lnTo>
                    <a:pt x="1840947" y="47365"/>
                  </a:lnTo>
                  <a:lnTo>
                    <a:pt x="1850691" y="46437"/>
                  </a:lnTo>
                  <a:lnTo>
                    <a:pt x="1860435" y="45490"/>
                  </a:lnTo>
                  <a:lnTo>
                    <a:pt x="1870164" y="44517"/>
                  </a:lnTo>
                  <a:lnTo>
                    <a:pt x="1879908" y="43518"/>
                  </a:lnTo>
                  <a:lnTo>
                    <a:pt x="1889652" y="42495"/>
                  </a:lnTo>
                  <a:lnTo>
                    <a:pt x="1899395" y="41443"/>
                  </a:lnTo>
                  <a:lnTo>
                    <a:pt x="1909124" y="40364"/>
                  </a:lnTo>
                  <a:lnTo>
                    <a:pt x="1918868" y="39256"/>
                  </a:lnTo>
                  <a:lnTo>
                    <a:pt x="1928612" y="38121"/>
                  </a:lnTo>
                  <a:lnTo>
                    <a:pt x="1938356" y="36955"/>
                  </a:lnTo>
                  <a:lnTo>
                    <a:pt x="1948085" y="35763"/>
                  </a:lnTo>
                  <a:lnTo>
                    <a:pt x="1957829" y="34546"/>
                  </a:lnTo>
                  <a:lnTo>
                    <a:pt x="1967573" y="33302"/>
                  </a:lnTo>
                  <a:lnTo>
                    <a:pt x="1977317" y="32036"/>
                  </a:lnTo>
                  <a:lnTo>
                    <a:pt x="1987046" y="30747"/>
                  </a:lnTo>
                  <a:lnTo>
                    <a:pt x="1996790" y="29439"/>
                  </a:lnTo>
                  <a:lnTo>
                    <a:pt x="2006534" y="28113"/>
                  </a:lnTo>
                  <a:lnTo>
                    <a:pt x="2016278" y="26773"/>
                  </a:lnTo>
                  <a:lnTo>
                    <a:pt x="2026022" y="25422"/>
                  </a:lnTo>
                  <a:lnTo>
                    <a:pt x="2035751" y="24063"/>
                  </a:lnTo>
                  <a:lnTo>
                    <a:pt x="2045495" y="22700"/>
                  </a:lnTo>
                  <a:lnTo>
                    <a:pt x="2055239" y="21335"/>
                  </a:lnTo>
                  <a:lnTo>
                    <a:pt x="2064983" y="19974"/>
                  </a:lnTo>
                  <a:lnTo>
                    <a:pt x="2074712" y="18618"/>
                  </a:lnTo>
                  <a:lnTo>
                    <a:pt x="2084456" y="17275"/>
                  </a:lnTo>
                  <a:lnTo>
                    <a:pt x="2094200" y="15948"/>
                  </a:lnTo>
                  <a:lnTo>
                    <a:pt x="2103944" y="14640"/>
                  </a:lnTo>
                  <a:lnTo>
                    <a:pt x="2113673" y="13358"/>
                  </a:lnTo>
                  <a:lnTo>
                    <a:pt x="2123417" y="12105"/>
                  </a:lnTo>
                  <a:lnTo>
                    <a:pt x="2133161" y="10888"/>
                  </a:lnTo>
                  <a:lnTo>
                    <a:pt x="2142905" y="9710"/>
                  </a:lnTo>
                  <a:lnTo>
                    <a:pt x="2152649" y="8576"/>
                  </a:lnTo>
                  <a:lnTo>
                    <a:pt x="2162377" y="7491"/>
                  </a:lnTo>
                  <a:lnTo>
                    <a:pt x="2172121" y="6460"/>
                  </a:lnTo>
                  <a:lnTo>
                    <a:pt x="2181865" y="5489"/>
                  </a:lnTo>
                  <a:lnTo>
                    <a:pt x="2191609" y="4583"/>
                  </a:lnTo>
                  <a:lnTo>
                    <a:pt x="2201338" y="3744"/>
                  </a:lnTo>
                  <a:lnTo>
                    <a:pt x="2211082" y="2978"/>
                  </a:lnTo>
                  <a:lnTo>
                    <a:pt x="2220826" y="2292"/>
                  </a:lnTo>
                  <a:lnTo>
                    <a:pt x="2230570" y="1685"/>
                  </a:lnTo>
                  <a:lnTo>
                    <a:pt x="2240299" y="1167"/>
                  </a:lnTo>
                  <a:lnTo>
                    <a:pt x="2250043" y="737"/>
                  </a:lnTo>
                  <a:lnTo>
                    <a:pt x="2259787" y="404"/>
                  </a:lnTo>
                  <a:lnTo>
                    <a:pt x="2269531" y="167"/>
                  </a:lnTo>
                  <a:lnTo>
                    <a:pt x="2279260" y="31"/>
                  </a:lnTo>
                  <a:lnTo>
                    <a:pt x="2289004" y="0"/>
                  </a:lnTo>
                  <a:lnTo>
                    <a:pt x="2298748" y="76"/>
                  </a:lnTo>
                  <a:lnTo>
                    <a:pt x="2308492" y="262"/>
                  </a:lnTo>
                  <a:lnTo>
                    <a:pt x="2318236" y="559"/>
                  </a:lnTo>
                  <a:lnTo>
                    <a:pt x="2327965" y="971"/>
                  </a:lnTo>
                  <a:lnTo>
                    <a:pt x="2337709" y="1499"/>
                  </a:lnTo>
                  <a:lnTo>
                    <a:pt x="2347453" y="2142"/>
                  </a:lnTo>
                  <a:lnTo>
                    <a:pt x="2357197" y="2905"/>
                  </a:lnTo>
                  <a:lnTo>
                    <a:pt x="2366926" y="3787"/>
                  </a:lnTo>
                  <a:lnTo>
                    <a:pt x="2376670" y="4787"/>
                  </a:lnTo>
                  <a:lnTo>
                    <a:pt x="2386413" y="5907"/>
                  </a:lnTo>
                  <a:lnTo>
                    <a:pt x="2396157" y="7147"/>
                  </a:lnTo>
                  <a:lnTo>
                    <a:pt x="2405886" y="8504"/>
                  </a:lnTo>
                  <a:lnTo>
                    <a:pt x="2415630" y="9979"/>
                  </a:lnTo>
                  <a:lnTo>
                    <a:pt x="2425374" y="11571"/>
                  </a:lnTo>
                  <a:lnTo>
                    <a:pt x="2435118" y="13276"/>
                  </a:lnTo>
                  <a:lnTo>
                    <a:pt x="2444862" y="15096"/>
                  </a:lnTo>
                  <a:lnTo>
                    <a:pt x="2454591" y="17024"/>
                  </a:lnTo>
                  <a:lnTo>
                    <a:pt x="2464335" y="19060"/>
                  </a:lnTo>
                  <a:lnTo>
                    <a:pt x="2474079" y="21203"/>
                  </a:lnTo>
                  <a:lnTo>
                    <a:pt x="2483823" y="23445"/>
                  </a:lnTo>
                  <a:lnTo>
                    <a:pt x="2493552" y="25787"/>
                  </a:lnTo>
                  <a:lnTo>
                    <a:pt x="2503296" y="28225"/>
                  </a:lnTo>
                  <a:lnTo>
                    <a:pt x="2513040" y="30752"/>
                  </a:lnTo>
                  <a:lnTo>
                    <a:pt x="2522784" y="33366"/>
                  </a:lnTo>
                  <a:lnTo>
                    <a:pt x="2532513" y="36061"/>
                  </a:lnTo>
                  <a:lnTo>
                    <a:pt x="2542257" y="38836"/>
                  </a:lnTo>
                  <a:lnTo>
                    <a:pt x="2552001" y="41681"/>
                  </a:lnTo>
                  <a:lnTo>
                    <a:pt x="2561745" y="44596"/>
                  </a:lnTo>
                  <a:lnTo>
                    <a:pt x="2571474" y="47571"/>
                  </a:lnTo>
                  <a:lnTo>
                    <a:pt x="2581218" y="50604"/>
                  </a:lnTo>
                  <a:lnTo>
                    <a:pt x="2590962" y="53690"/>
                  </a:lnTo>
                  <a:lnTo>
                    <a:pt x="2600705" y="56822"/>
                  </a:lnTo>
                  <a:lnTo>
                    <a:pt x="2610449" y="59992"/>
                  </a:lnTo>
                  <a:lnTo>
                    <a:pt x="2620178" y="63198"/>
                  </a:lnTo>
                  <a:lnTo>
                    <a:pt x="2629922" y="66433"/>
                  </a:lnTo>
                  <a:lnTo>
                    <a:pt x="2639666" y="69691"/>
                  </a:lnTo>
                  <a:lnTo>
                    <a:pt x="2649410" y="72968"/>
                  </a:lnTo>
                  <a:lnTo>
                    <a:pt x="2659139" y="76253"/>
                  </a:lnTo>
                  <a:lnTo>
                    <a:pt x="2668883" y="79546"/>
                  </a:lnTo>
                  <a:lnTo>
                    <a:pt x="2678627" y="82837"/>
                  </a:lnTo>
                  <a:lnTo>
                    <a:pt x="2688371" y="86124"/>
                  </a:lnTo>
                  <a:lnTo>
                    <a:pt x="2698100" y="89397"/>
                  </a:lnTo>
                  <a:lnTo>
                    <a:pt x="2707844" y="92654"/>
                  </a:lnTo>
                  <a:lnTo>
                    <a:pt x="2717588" y="95887"/>
                  </a:lnTo>
                  <a:lnTo>
                    <a:pt x="2727332" y="99093"/>
                  </a:lnTo>
                  <a:lnTo>
                    <a:pt x="2737076" y="102264"/>
                  </a:lnTo>
                  <a:lnTo>
                    <a:pt x="2746805" y="105397"/>
                  </a:lnTo>
                  <a:lnTo>
                    <a:pt x="2756549" y="108487"/>
                  </a:lnTo>
                  <a:lnTo>
                    <a:pt x="2766293" y="111528"/>
                  </a:lnTo>
                  <a:lnTo>
                    <a:pt x="2776037" y="114517"/>
                  </a:lnTo>
                  <a:lnTo>
                    <a:pt x="2785766" y="117447"/>
                  </a:lnTo>
                  <a:lnTo>
                    <a:pt x="2795510" y="120315"/>
                  </a:lnTo>
                  <a:lnTo>
                    <a:pt x="2805254" y="123119"/>
                  </a:lnTo>
                  <a:lnTo>
                    <a:pt x="2814998" y="125852"/>
                  </a:lnTo>
                  <a:lnTo>
                    <a:pt x="2824727" y="128513"/>
                  </a:lnTo>
                  <a:lnTo>
                    <a:pt x="2834471" y="131096"/>
                  </a:lnTo>
                  <a:lnTo>
                    <a:pt x="2844215" y="133601"/>
                  </a:lnTo>
                  <a:lnTo>
                    <a:pt x="2853958" y="136022"/>
                  </a:lnTo>
                  <a:lnTo>
                    <a:pt x="2863687" y="138358"/>
                  </a:lnTo>
                  <a:lnTo>
                    <a:pt x="2873431" y="140606"/>
                  </a:lnTo>
                  <a:lnTo>
                    <a:pt x="2883175" y="142765"/>
                  </a:lnTo>
                  <a:lnTo>
                    <a:pt x="2892919" y="144831"/>
                  </a:lnTo>
                  <a:lnTo>
                    <a:pt x="2902663" y="146804"/>
                  </a:lnTo>
                  <a:lnTo>
                    <a:pt x="2912392" y="14868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1" name="Freeform 630">
              <a:extLst>
                <a:ext uri="{FF2B5EF4-FFF2-40B4-BE49-F238E27FC236}">
                  <a16:creationId xmlns:a16="http://schemas.microsoft.com/office/drawing/2014/main" id="{5D09D375-0EF6-1843-216C-20F411A41929}"/>
                </a:ext>
              </a:extLst>
            </p:cNvPr>
            <p:cNvSpPr/>
            <p:nvPr/>
          </p:nvSpPr>
          <p:spPr>
            <a:xfrm>
              <a:off x="576446" y="3357142"/>
              <a:ext cx="2912392" cy="490653"/>
            </a:xfrm>
            <a:custGeom>
              <a:avLst/>
              <a:gdLst>
                <a:gd name="connsiteX0" fmla="*/ 0 w 2912392"/>
                <a:gd name="connsiteY0" fmla="*/ 450699 h 490653"/>
                <a:gd name="connsiteX1" fmla="*/ 9739 w 2912392"/>
                <a:gd name="connsiteY1" fmla="*/ 454440 h 490653"/>
                <a:gd name="connsiteX2" fmla="*/ 19480 w 2912392"/>
                <a:gd name="connsiteY2" fmla="*/ 458030 h 490653"/>
                <a:gd name="connsiteX3" fmla="*/ 29221 w 2912392"/>
                <a:gd name="connsiteY3" fmla="*/ 461463 h 490653"/>
                <a:gd name="connsiteX4" fmla="*/ 38961 w 2912392"/>
                <a:gd name="connsiteY4" fmla="*/ 464732 h 490653"/>
                <a:gd name="connsiteX5" fmla="*/ 48702 w 2912392"/>
                <a:gd name="connsiteY5" fmla="*/ 467829 h 490653"/>
                <a:gd name="connsiteX6" fmla="*/ 58443 w 2912392"/>
                <a:gd name="connsiteY6" fmla="*/ 470751 h 490653"/>
                <a:gd name="connsiteX7" fmla="*/ 68182 w 2912392"/>
                <a:gd name="connsiteY7" fmla="*/ 473490 h 490653"/>
                <a:gd name="connsiteX8" fmla="*/ 77923 w 2912392"/>
                <a:gd name="connsiteY8" fmla="*/ 476040 h 490653"/>
                <a:gd name="connsiteX9" fmla="*/ 87664 w 2912392"/>
                <a:gd name="connsiteY9" fmla="*/ 478399 h 490653"/>
                <a:gd name="connsiteX10" fmla="*/ 97404 w 2912392"/>
                <a:gd name="connsiteY10" fmla="*/ 480559 h 490653"/>
                <a:gd name="connsiteX11" fmla="*/ 107145 w 2912392"/>
                <a:gd name="connsiteY11" fmla="*/ 482520 h 490653"/>
                <a:gd name="connsiteX12" fmla="*/ 116886 w 2912392"/>
                <a:gd name="connsiteY12" fmla="*/ 484275 h 490653"/>
                <a:gd name="connsiteX13" fmla="*/ 126625 w 2912392"/>
                <a:gd name="connsiteY13" fmla="*/ 485821 h 490653"/>
                <a:gd name="connsiteX14" fmla="*/ 136366 w 2912392"/>
                <a:gd name="connsiteY14" fmla="*/ 487158 h 490653"/>
                <a:gd name="connsiteX15" fmla="*/ 146107 w 2912392"/>
                <a:gd name="connsiteY15" fmla="*/ 488281 h 490653"/>
                <a:gd name="connsiteX16" fmla="*/ 155846 w 2912392"/>
                <a:gd name="connsiteY16" fmla="*/ 489190 h 490653"/>
                <a:gd name="connsiteX17" fmla="*/ 165587 w 2912392"/>
                <a:gd name="connsiteY17" fmla="*/ 489883 h 490653"/>
                <a:gd name="connsiteX18" fmla="*/ 175328 w 2912392"/>
                <a:gd name="connsiteY18" fmla="*/ 490357 h 490653"/>
                <a:gd name="connsiteX19" fmla="*/ 185068 w 2912392"/>
                <a:gd name="connsiteY19" fmla="*/ 490615 h 490653"/>
                <a:gd name="connsiteX20" fmla="*/ 194809 w 2912392"/>
                <a:gd name="connsiteY20" fmla="*/ 490653 h 490653"/>
                <a:gd name="connsiteX21" fmla="*/ 204550 w 2912392"/>
                <a:gd name="connsiteY21" fmla="*/ 490474 h 490653"/>
                <a:gd name="connsiteX22" fmla="*/ 214289 w 2912392"/>
                <a:gd name="connsiteY22" fmla="*/ 490080 h 490653"/>
                <a:gd name="connsiteX23" fmla="*/ 224030 w 2912392"/>
                <a:gd name="connsiteY23" fmla="*/ 489469 h 490653"/>
                <a:gd name="connsiteX24" fmla="*/ 233771 w 2912392"/>
                <a:gd name="connsiteY24" fmla="*/ 488645 h 490653"/>
                <a:gd name="connsiteX25" fmla="*/ 243510 w 2912392"/>
                <a:gd name="connsiteY25" fmla="*/ 487608 h 490653"/>
                <a:gd name="connsiteX26" fmla="*/ 253251 w 2912392"/>
                <a:gd name="connsiteY26" fmla="*/ 486362 h 490653"/>
                <a:gd name="connsiteX27" fmla="*/ 262992 w 2912392"/>
                <a:gd name="connsiteY27" fmla="*/ 484910 h 490653"/>
                <a:gd name="connsiteX28" fmla="*/ 272732 w 2912392"/>
                <a:gd name="connsiteY28" fmla="*/ 483254 h 490653"/>
                <a:gd name="connsiteX29" fmla="*/ 282473 w 2912392"/>
                <a:gd name="connsiteY29" fmla="*/ 481398 h 490653"/>
                <a:gd name="connsiteX30" fmla="*/ 292214 w 2912392"/>
                <a:gd name="connsiteY30" fmla="*/ 479346 h 490653"/>
                <a:gd name="connsiteX31" fmla="*/ 301953 w 2912392"/>
                <a:gd name="connsiteY31" fmla="*/ 477103 h 490653"/>
                <a:gd name="connsiteX32" fmla="*/ 311694 w 2912392"/>
                <a:gd name="connsiteY32" fmla="*/ 474673 h 490653"/>
                <a:gd name="connsiteX33" fmla="*/ 321435 w 2912392"/>
                <a:gd name="connsiteY33" fmla="*/ 472058 h 490653"/>
                <a:gd name="connsiteX34" fmla="*/ 331175 w 2912392"/>
                <a:gd name="connsiteY34" fmla="*/ 469267 h 490653"/>
                <a:gd name="connsiteX35" fmla="*/ 340916 w 2912392"/>
                <a:gd name="connsiteY35" fmla="*/ 466304 h 490653"/>
                <a:gd name="connsiteX36" fmla="*/ 350656 w 2912392"/>
                <a:gd name="connsiteY36" fmla="*/ 463172 h 490653"/>
                <a:gd name="connsiteX37" fmla="*/ 360396 w 2912392"/>
                <a:gd name="connsiteY37" fmla="*/ 459881 h 490653"/>
                <a:gd name="connsiteX38" fmla="*/ 370137 w 2912392"/>
                <a:gd name="connsiteY38" fmla="*/ 456433 h 490653"/>
                <a:gd name="connsiteX39" fmla="*/ 379878 w 2912392"/>
                <a:gd name="connsiteY39" fmla="*/ 452837 h 490653"/>
                <a:gd name="connsiteX40" fmla="*/ 389617 w 2912392"/>
                <a:gd name="connsiteY40" fmla="*/ 449096 h 490653"/>
                <a:gd name="connsiteX41" fmla="*/ 399358 w 2912392"/>
                <a:gd name="connsiteY41" fmla="*/ 445219 h 490653"/>
                <a:gd name="connsiteX42" fmla="*/ 409099 w 2912392"/>
                <a:gd name="connsiteY42" fmla="*/ 441212 h 490653"/>
                <a:gd name="connsiteX43" fmla="*/ 418839 w 2912392"/>
                <a:gd name="connsiteY43" fmla="*/ 437081 h 490653"/>
                <a:gd name="connsiteX44" fmla="*/ 428580 w 2912392"/>
                <a:gd name="connsiteY44" fmla="*/ 432833 h 490653"/>
                <a:gd name="connsiteX45" fmla="*/ 438321 w 2912392"/>
                <a:gd name="connsiteY45" fmla="*/ 428475 h 490653"/>
                <a:gd name="connsiteX46" fmla="*/ 448060 w 2912392"/>
                <a:gd name="connsiteY46" fmla="*/ 424012 h 490653"/>
                <a:gd name="connsiteX47" fmla="*/ 457801 w 2912392"/>
                <a:gd name="connsiteY47" fmla="*/ 419453 h 490653"/>
                <a:gd name="connsiteX48" fmla="*/ 467542 w 2912392"/>
                <a:gd name="connsiteY48" fmla="*/ 414803 h 490653"/>
                <a:gd name="connsiteX49" fmla="*/ 477281 w 2912392"/>
                <a:gd name="connsiteY49" fmla="*/ 410069 h 490653"/>
                <a:gd name="connsiteX50" fmla="*/ 487022 w 2912392"/>
                <a:gd name="connsiteY50" fmla="*/ 405258 h 490653"/>
                <a:gd name="connsiteX51" fmla="*/ 496763 w 2912392"/>
                <a:gd name="connsiteY51" fmla="*/ 400377 h 490653"/>
                <a:gd name="connsiteX52" fmla="*/ 506503 w 2912392"/>
                <a:gd name="connsiteY52" fmla="*/ 395434 h 490653"/>
                <a:gd name="connsiteX53" fmla="*/ 516244 w 2912392"/>
                <a:gd name="connsiteY53" fmla="*/ 390432 h 490653"/>
                <a:gd name="connsiteX54" fmla="*/ 525985 w 2912392"/>
                <a:gd name="connsiteY54" fmla="*/ 385380 h 490653"/>
                <a:gd name="connsiteX55" fmla="*/ 535724 w 2912392"/>
                <a:gd name="connsiteY55" fmla="*/ 380285 h 490653"/>
                <a:gd name="connsiteX56" fmla="*/ 545465 w 2912392"/>
                <a:gd name="connsiteY56" fmla="*/ 375150 h 490653"/>
                <a:gd name="connsiteX57" fmla="*/ 555206 w 2912392"/>
                <a:gd name="connsiteY57" fmla="*/ 369983 h 490653"/>
                <a:gd name="connsiteX58" fmla="*/ 564946 w 2912392"/>
                <a:gd name="connsiteY58" fmla="*/ 364793 h 490653"/>
                <a:gd name="connsiteX59" fmla="*/ 574687 w 2912392"/>
                <a:gd name="connsiteY59" fmla="*/ 359581 h 490653"/>
                <a:gd name="connsiteX60" fmla="*/ 584428 w 2912392"/>
                <a:gd name="connsiteY60" fmla="*/ 354356 h 490653"/>
                <a:gd name="connsiteX61" fmla="*/ 594167 w 2912392"/>
                <a:gd name="connsiteY61" fmla="*/ 349122 h 490653"/>
                <a:gd name="connsiteX62" fmla="*/ 603908 w 2912392"/>
                <a:gd name="connsiteY62" fmla="*/ 343886 h 490653"/>
                <a:gd name="connsiteX63" fmla="*/ 613649 w 2912392"/>
                <a:gd name="connsiteY63" fmla="*/ 338651 h 490653"/>
                <a:gd name="connsiteX64" fmla="*/ 623388 w 2912392"/>
                <a:gd name="connsiteY64" fmla="*/ 333424 h 490653"/>
                <a:gd name="connsiteX65" fmla="*/ 633129 w 2912392"/>
                <a:gd name="connsiteY65" fmla="*/ 328211 h 490653"/>
                <a:gd name="connsiteX66" fmla="*/ 642870 w 2912392"/>
                <a:gd name="connsiteY66" fmla="*/ 323014 h 490653"/>
                <a:gd name="connsiteX67" fmla="*/ 652610 w 2912392"/>
                <a:gd name="connsiteY67" fmla="*/ 317840 h 490653"/>
                <a:gd name="connsiteX68" fmla="*/ 662351 w 2912392"/>
                <a:gd name="connsiteY68" fmla="*/ 312691 h 490653"/>
                <a:gd name="connsiteX69" fmla="*/ 672092 w 2912392"/>
                <a:gd name="connsiteY69" fmla="*/ 307575 h 490653"/>
                <a:gd name="connsiteX70" fmla="*/ 681831 w 2912392"/>
                <a:gd name="connsiteY70" fmla="*/ 302491 h 490653"/>
                <a:gd name="connsiteX71" fmla="*/ 691572 w 2912392"/>
                <a:gd name="connsiteY71" fmla="*/ 297448 h 490653"/>
                <a:gd name="connsiteX72" fmla="*/ 701313 w 2912392"/>
                <a:gd name="connsiteY72" fmla="*/ 292445 h 490653"/>
                <a:gd name="connsiteX73" fmla="*/ 711052 w 2912392"/>
                <a:gd name="connsiteY73" fmla="*/ 287489 h 490653"/>
                <a:gd name="connsiteX74" fmla="*/ 720793 w 2912392"/>
                <a:gd name="connsiteY74" fmla="*/ 282583 h 490653"/>
                <a:gd name="connsiteX75" fmla="*/ 730534 w 2912392"/>
                <a:gd name="connsiteY75" fmla="*/ 277727 h 490653"/>
                <a:gd name="connsiteX76" fmla="*/ 740274 w 2912392"/>
                <a:gd name="connsiteY76" fmla="*/ 272928 h 490653"/>
                <a:gd name="connsiteX77" fmla="*/ 750015 w 2912392"/>
                <a:gd name="connsiteY77" fmla="*/ 268188 h 490653"/>
                <a:gd name="connsiteX78" fmla="*/ 759756 w 2912392"/>
                <a:gd name="connsiteY78" fmla="*/ 263506 h 490653"/>
                <a:gd name="connsiteX79" fmla="*/ 769495 w 2912392"/>
                <a:gd name="connsiteY79" fmla="*/ 258888 h 490653"/>
                <a:gd name="connsiteX80" fmla="*/ 779236 w 2912392"/>
                <a:gd name="connsiteY80" fmla="*/ 254333 h 490653"/>
                <a:gd name="connsiteX81" fmla="*/ 788977 w 2912392"/>
                <a:gd name="connsiteY81" fmla="*/ 249847 h 490653"/>
                <a:gd name="connsiteX82" fmla="*/ 798717 w 2912392"/>
                <a:gd name="connsiteY82" fmla="*/ 245429 h 490653"/>
                <a:gd name="connsiteX83" fmla="*/ 808458 w 2912392"/>
                <a:gd name="connsiteY83" fmla="*/ 241080 h 490653"/>
                <a:gd name="connsiteX84" fmla="*/ 818199 w 2912392"/>
                <a:gd name="connsiteY84" fmla="*/ 236804 h 490653"/>
                <a:gd name="connsiteX85" fmla="*/ 827938 w 2912392"/>
                <a:gd name="connsiteY85" fmla="*/ 232601 h 490653"/>
                <a:gd name="connsiteX86" fmla="*/ 837679 w 2912392"/>
                <a:gd name="connsiteY86" fmla="*/ 228471 h 490653"/>
                <a:gd name="connsiteX87" fmla="*/ 847420 w 2912392"/>
                <a:gd name="connsiteY87" fmla="*/ 224417 h 490653"/>
                <a:gd name="connsiteX88" fmla="*/ 857159 w 2912392"/>
                <a:gd name="connsiteY88" fmla="*/ 220438 h 490653"/>
                <a:gd name="connsiteX89" fmla="*/ 866900 w 2912392"/>
                <a:gd name="connsiteY89" fmla="*/ 216534 h 490653"/>
                <a:gd name="connsiteX90" fmla="*/ 876641 w 2912392"/>
                <a:gd name="connsiteY90" fmla="*/ 212707 h 490653"/>
                <a:gd name="connsiteX91" fmla="*/ 886381 w 2912392"/>
                <a:gd name="connsiteY91" fmla="*/ 208957 h 490653"/>
                <a:gd name="connsiteX92" fmla="*/ 896122 w 2912392"/>
                <a:gd name="connsiteY92" fmla="*/ 205283 h 490653"/>
                <a:gd name="connsiteX93" fmla="*/ 905863 w 2912392"/>
                <a:gd name="connsiteY93" fmla="*/ 201685 h 490653"/>
                <a:gd name="connsiteX94" fmla="*/ 915602 w 2912392"/>
                <a:gd name="connsiteY94" fmla="*/ 198162 h 490653"/>
                <a:gd name="connsiteX95" fmla="*/ 925343 w 2912392"/>
                <a:gd name="connsiteY95" fmla="*/ 194716 h 490653"/>
                <a:gd name="connsiteX96" fmla="*/ 935084 w 2912392"/>
                <a:gd name="connsiteY96" fmla="*/ 191345 h 490653"/>
                <a:gd name="connsiteX97" fmla="*/ 944824 w 2912392"/>
                <a:gd name="connsiteY97" fmla="*/ 188047 h 490653"/>
                <a:gd name="connsiteX98" fmla="*/ 954564 w 2912392"/>
                <a:gd name="connsiteY98" fmla="*/ 184825 h 490653"/>
                <a:gd name="connsiteX99" fmla="*/ 964305 w 2912392"/>
                <a:gd name="connsiteY99" fmla="*/ 181674 h 490653"/>
                <a:gd name="connsiteX100" fmla="*/ 974045 w 2912392"/>
                <a:gd name="connsiteY100" fmla="*/ 178593 h 490653"/>
                <a:gd name="connsiteX101" fmla="*/ 983786 w 2912392"/>
                <a:gd name="connsiteY101" fmla="*/ 175583 h 490653"/>
                <a:gd name="connsiteX102" fmla="*/ 993522 w 2912392"/>
                <a:gd name="connsiteY102" fmla="*/ 172642 h 490653"/>
                <a:gd name="connsiteX103" fmla="*/ 1003266 w 2912392"/>
                <a:gd name="connsiteY103" fmla="*/ 169766 h 490653"/>
                <a:gd name="connsiteX104" fmla="*/ 1013010 w 2912392"/>
                <a:gd name="connsiteY104" fmla="*/ 166956 h 490653"/>
                <a:gd name="connsiteX105" fmla="*/ 1022754 w 2912392"/>
                <a:gd name="connsiteY105" fmla="*/ 164211 h 490653"/>
                <a:gd name="connsiteX106" fmla="*/ 1032483 w 2912392"/>
                <a:gd name="connsiteY106" fmla="*/ 161527 h 490653"/>
                <a:gd name="connsiteX107" fmla="*/ 1042227 w 2912392"/>
                <a:gd name="connsiteY107" fmla="*/ 158902 h 490653"/>
                <a:gd name="connsiteX108" fmla="*/ 1051971 w 2912392"/>
                <a:gd name="connsiteY108" fmla="*/ 156335 h 490653"/>
                <a:gd name="connsiteX109" fmla="*/ 1061715 w 2912392"/>
                <a:gd name="connsiteY109" fmla="*/ 153823 h 490653"/>
                <a:gd name="connsiteX110" fmla="*/ 1071444 w 2912392"/>
                <a:gd name="connsiteY110" fmla="*/ 151365 h 490653"/>
                <a:gd name="connsiteX111" fmla="*/ 1081188 w 2912392"/>
                <a:gd name="connsiteY111" fmla="*/ 148957 h 490653"/>
                <a:gd name="connsiteX112" fmla="*/ 1090932 w 2912392"/>
                <a:gd name="connsiteY112" fmla="*/ 146598 h 490653"/>
                <a:gd name="connsiteX113" fmla="*/ 1100676 w 2912392"/>
                <a:gd name="connsiteY113" fmla="*/ 144286 h 490653"/>
                <a:gd name="connsiteX114" fmla="*/ 1110405 w 2912392"/>
                <a:gd name="connsiteY114" fmla="*/ 142016 h 490653"/>
                <a:gd name="connsiteX115" fmla="*/ 1120149 w 2912392"/>
                <a:gd name="connsiteY115" fmla="*/ 139788 h 490653"/>
                <a:gd name="connsiteX116" fmla="*/ 1129893 w 2912392"/>
                <a:gd name="connsiteY116" fmla="*/ 137598 h 490653"/>
                <a:gd name="connsiteX117" fmla="*/ 1139637 w 2912392"/>
                <a:gd name="connsiteY117" fmla="*/ 135445 h 490653"/>
                <a:gd name="connsiteX118" fmla="*/ 1149381 w 2912392"/>
                <a:gd name="connsiteY118" fmla="*/ 133324 h 490653"/>
                <a:gd name="connsiteX119" fmla="*/ 1159110 w 2912392"/>
                <a:gd name="connsiteY119" fmla="*/ 131235 h 490653"/>
                <a:gd name="connsiteX120" fmla="*/ 1168854 w 2912392"/>
                <a:gd name="connsiteY120" fmla="*/ 129173 h 490653"/>
                <a:gd name="connsiteX121" fmla="*/ 1178598 w 2912392"/>
                <a:gd name="connsiteY121" fmla="*/ 127136 h 490653"/>
                <a:gd name="connsiteX122" fmla="*/ 1188341 w 2912392"/>
                <a:gd name="connsiteY122" fmla="*/ 125122 h 490653"/>
                <a:gd name="connsiteX123" fmla="*/ 1198070 w 2912392"/>
                <a:gd name="connsiteY123" fmla="*/ 123128 h 490653"/>
                <a:gd name="connsiteX124" fmla="*/ 1207814 w 2912392"/>
                <a:gd name="connsiteY124" fmla="*/ 121151 h 490653"/>
                <a:gd name="connsiteX125" fmla="*/ 1217558 w 2912392"/>
                <a:gd name="connsiteY125" fmla="*/ 119190 h 490653"/>
                <a:gd name="connsiteX126" fmla="*/ 1227302 w 2912392"/>
                <a:gd name="connsiteY126" fmla="*/ 117240 h 490653"/>
                <a:gd name="connsiteX127" fmla="*/ 1237031 w 2912392"/>
                <a:gd name="connsiteY127" fmla="*/ 115302 h 490653"/>
                <a:gd name="connsiteX128" fmla="*/ 1246775 w 2912392"/>
                <a:gd name="connsiteY128" fmla="*/ 113371 h 490653"/>
                <a:gd name="connsiteX129" fmla="*/ 1256519 w 2912392"/>
                <a:gd name="connsiteY129" fmla="*/ 111444 h 490653"/>
                <a:gd name="connsiteX130" fmla="*/ 1266263 w 2912392"/>
                <a:gd name="connsiteY130" fmla="*/ 109522 h 490653"/>
                <a:gd name="connsiteX131" fmla="*/ 1276007 w 2912392"/>
                <a:gd name="connsiteY131" fmla="*/ 107600 h 490653"/>
                <a:gd name="connsiteX132" fmla="*/ 1285736 w 2912392"/>
                <a:gd name="connsiteY132" fmla="*/ 105677 h 490653"/>
                <a:gd name="connsiteX133" fmla="*/ 1295480 w 2912392"/>
                <a:gd name="connsiteY133" fmla="*/ 103752 h 490653"/>
                <a:gd name="connsiteX134" fmla="*/ 1305224 w 2912392"/>
                <a:gd name="connsiteY134" fmla="*/ 101821 h 490653"/>
                <a:gd name="connsiteX135" fmla="*/ 1314968 w 2912392"/>
                <a:gd name="connsiteY135" fmla="*/ 99884 h 490653"/>
                <a:gd name="connsiteX136" fmla="*/ 1324697 w 2912392"/>
                <a:gd name="connsiteY136" fmla="*/ 97938 h 490653"/>
                <a:gd name="connsiteX137" fmla="*/ 1334441 w 2912392"/>
                <a:gd name="connsiteY137" fmla="*/ 95985 h 490653"/>
                <a:gd name="connsiteX138" fmla="*/ 1344185 w 2912392"/>
                <a:gd name="connsiteY138" fmla="*/ 94020 h 490653"/>
                <a:gd name="connsiteX139" fmla="*/ 1353929 w 2912392"/>
                <a:gd name="connsiteY139" fmla="*/ 92043 h 490653"/>
                <a:gd name="connsiteX140" fmla="*/ 1363658 w 2912392"/>
                <a:gd name="connsiteY140" fmla="*/ 90054 h 490653"/>
                <a:gd name="connsiteX141" fmla="*/ 1373402 w 2912392"/>
                <a:gd name="connsiteY141" fmla="*/ 88051 h 490653"/>
                <a:gd name="connsiteX142" fmla="*/ 1383146 w 2912392"/>
                <a:gd name="connsiteY142" fmla="*/ 86036 h 490653"/>
                <a:gd name="connsiteX143" fmla="*/ 1392890 w 2912392"/>
                <a:gd name="connsiteY143" fmla="*/ 84003 h 490653"/>
                <a:gd name="connsiteX144" fmla="*/ 1402619 w 2912392"/>
                <a:gd name="connsiteY144" fmla="*/ 81958 h 490653"/>
                <a:gd name="connsiteX145" fmla="*/ 1412363 w 2912392"/>
                <a:gd name="connsiteY145" fmla="*/ 79897 h 490653"/>
                <a:gd name="connsiteX146" fmla="*/ 1422106 w 2912392"/>
                <a:gd name="connsiteY146" fmla="*/ 77822 h 490653"/>
                <a:gd name="connsiteX147" fmla="*/ 1431850 w 2912392"/>
                <a:gd name="connsiteY147" fmla="*/ 75731 h 490653"/>
                <a:gd name="connsiteX148" fmla="*/ 1441594 w 2912392"/>
                <a:gd name="connsiteY148" fmla="*/ 73628 h 490653"/>
                <a:gd name="connsiteX149" fmla="*/ 1451323 w 2912392"/>
                <a:gd name="connsiteY149" fmla="*/ 71511 h 490653"/>
                <a:gd name="connsiteX150" fmla="*/ 1461067 w 2912392"/>
                <a:gd name="connsiteY150" fmla="*/ 69380 h 490653"/>
                <a:gd name="connsiteX151" fmla="*/ 1470811 w 2912392"/>
                <a:gd name="connsiteY151" fmla="*/ 67239 h 490653"/>
                <a:gd name="connsiteX152" fmla="*/ 1480555 w 2912392"/>
                <a:gd name="connsiteY152" fmla="*/ 65088 h 490653"/>
                <a:gd name="connsiteX153" fmla="*/ 1490284 w 2912392"/>
                <a:gd name="connsiteY153" fmla="*/ 62927 h 490653"/>
                <a:gd name="connsiteX154" fmla="*/ 1500028 w 2912392"/>
                <a:gd name="connsiteY154" fmla="*/ 60760 h 490653"/>
                <a:gd name="connsiteX155" fmla="*/ 1509772 w 2912392"/>
                <a:gd name="connsiteY155" fmla="*/ 58586 h 490653"/>
                <a:gd name="connsiteX156" fmla="*/ 1519516 w 2912392"/>
                <a:gd name="connsiteY156" fmla="*/ 56409 h 490653"/>
                <a:gd name="connsiteX157" fmla="*/ 1529245 w 2912392"/>
                <a:gd name="connsiteY157" fmla="*/ 54229 h 490653"/>
                <a:gd name="connsiteX158" fmla="*/ 1538989 w 2912392"/>
                <a:gd name="connsiteY158" fmla="*/ 52051 h 490653"/>
                <a:gd name="connsiteX159" fmla="*/ 1548733 w 2912392"/>
                <a:gd name="connsiteY159" fmla="*/ 49876 h 490653"/>
                <a:gd name="connsiteX160" fmla="*/ 1558477 w 2912392"/>
                <a:gd name="connsiteY160" fmla="*/ 47706 h 490653"/>
                <a:gd name="connsiteX161" fmla="*/ 1568221 w 2912392"/>
                <a:gd name="connsiteY161" fmla="*/ 45545 h 490653"/>
                <a:gd name="connsiteX162" fmla="*/ 1577950 w 2912392"/>
                <a:gd name="connsiteY162" fmla="*/ 43395 h 490653"/>
                <a:gd name="connsiteX163" fmla="*/ 1587694 w 2912392"/>
                <a:gd name="connsiteY163" fmla="*/ 41258 h 490653"/>
                <a:gd name="connsiteX164" fmla="*/ 1597438 w 2912392"/>
                <a:gd name="connsiteY164" fmla="*/ 39138 h 490653"/>
                <a:gd name="connsiteX165" fmla="*/ 1607182 w 2912392"/>
                <a:gd name="connsiteY165" fmla="*/ 37037 h 490653"/>
                <a:gd name="connsiteX166" fmla="*/ 1616911 w 2912392"/>
                <a:gd name="connsiteY166" fmla="*/ 34962 h 490653"/>
                <a:gd name="connsiteX167" fmla="*/ 1626655 w 2912392"/>
                <a:gd name="connsiteY167" fmla="*/ 32912 h 490653"/>
                <a:gd name="connsiteX168" fmla="*/ 1636399 w 2912392"/>
                <a:gd name="connsiteY168" fmla="*/ 30892 h 490653"/>
                <a:gd name="connsiteX169" fmla="*/ 1646142 w 2912392"/>
                <a:gd name="connsiteY169" fmla="*/ 28906 h 490653"/>
                <a:gd name="connsiteX170" fmla="*/ 1655872 w 2912392"/>
                <a:gd name="connsiteY170" fmla="*/ 26955 h 490653"/>
                <a:gd name="connsiteX171" fmla="*/ 1665616 w 2912392"/>
                <a:gd name="connsiteY171" fmla="*/ 25047 h 490653"/>
                <a:gd name="connsiteX172" fmla="*/ 1675359 w 2912392"/>
                <a:gd name="connsiteY172" fmla="*/ 23181 h 490653"/>
                <a:gd name="connsiteX173" fmla="*/ 1685103 w 2912392"/>
                <a:gd name="connsiteY173" fmla="*/ 21364 h 490653"/>
                <a:gd name="connsiteX174" fmla="*/ 1694832 w 2912392"/>
                <a:gd name="connsiteY174" fmla="*/ 19597 h 490653"/>
                <a:gd name="connsiteX175" fmla="*/ 1704576 w 2912392"/>
                <a:gd name="connsiteY175" fmla="*/ 17885 h 490653"/>
                <a:gd name="connsiteX176" fmla="*/ 1714320 w 2912392"/>
                <a:gd name="connsiteY176" fmla="*/ 16229 h 490653"/>
                <a:gd name="connsiteX177" fmla="*/ 1724064 w 2912392"/>
                <a:gd name="connsiteY177" fmla="*/ 14638 h 490653"/>
                <a:gd name="connsiteX178" fmla="*/ 1733808 w 2912392"/>
                <a:gd name="connsiteY178" fmla="*/ 13111 h 490653"/>
                <a:gd name="connsiteX179" fmla="*/ 1743537 w 2912392"/>
                <a:gd name="connsiteY179" fmla="*/ 11652 h 490653"/>
                <a:gd name="connsiteX180" fmla="*/ 1753281 w 2912392"/>
                <a:gd name="connsiteY180" fmla="*/ 10265 h 490653"/>
                <a:gd name="connsiteX181" fmla="*/ 1763025 w 2912392"/>
                <a:gd name="connsiteY181" fmla="*/ 8953 h 490653"/>
                <a:gd name="connsiteX182" fmla="*/ 1772769 w 2912392"/>
                <a:gd name="connsiteY182" fmla="*/ 7719 h 490653"/>
                <a:gd name="connsiteX183" fmla="*/ 1782498 w 2912392"/>
                <a:gd name="connsiteY183" fmla="*/ 6567 h 490653"/>
                <a:gd name="connsiteX184" fmla="*/ 1792242 w 2912392"/>
                <a:gd name="connsiteY184" fmla="*/ 5499 h 490653"/>
                <a:gd name="connsiteX185" fmla="*/ 1801986 w 2912392"/>
                <a:gd name="connsiteY185" fmla="*/ 4519 h 490653"/>
                <a:gd name="connsiteX186" fmla="*/ 1811730 w 2912392"/>
                <a:gd name="connsiteY186" fmla="*/ 3626 h 490653"/>
                <a:gd name="connsiteX187" fmla="*/ 1821459 w 2912392"/>
                <a:gd name="connsiteY187" fmla="*/ 2828 h 490653"/>
                <a:gd name="connsiteX188" fmla="*/ 1831203 w 2912392"/>
                <a:gd name="connsiteY188" fmla="*/ 2123 h 490653"/>
                <a:gd name="connsiteX189" fmla="*/ 1840947 w 2912392"/>
                <a:gd name="connsiteY189" fmla="*/ 1517 h 490653"/>
                <a:gd name="connsiteX190" fmla="*/ 1850691 w 2912392"/>
                <a:gd name="connsiteY190" fmla="*/ 1007 h 490653"/>
                <a:gd name="connsiteX191" fmla="*/ 1860435 w 2912392"/>
                <a:gd name="connsiteY191" fmla="*/ 600 h 490653"/>
                <a:gd name="connsiteX192" fmla="*/ 1870164 w 2912392"/>
                <a:gd name="connsiteY192" fmla="*/ 295 h 490653"/>
                <a:gd name="connsiteX193" fmla="*/ 1879908 w 2912392"/>
                <a:gd name="connsiteY193" fmla="*/ 95 h 490653"/>
                <a:gd name="connsiteX194" fmla="*/ 1889652 w 2912392"/>
                <a:gd name="connsiteY194" fmla="*/ 0 h 490653"/>
                <a:gd name="connsiteX195" fmla="*/ 1899395 w 2912392"/>
                <a:gd name="connsiteY195" fmla="*/ 12 h 490653"/>
                <a:gd name="connsiteX196" fmla="*/ 1909124 w 2912392"/>
                <a:gd name="connsiteY196" fmla="*/ 131 h 490653"/>
                <a:gd name="connsiteX197" fmla="*/ 1918868 w 2912392"/>
                <a:gd name="connsiteY197" fmla="*/ 361 h 490653"/>
                <a:gd name="connsiteX198" fmla="*/ 1928612 w 2912392"/>
                <a:gd name="connsiteY198" fmla="*/ 697 h 490653"/>
                <a:gd name="connsiteX199" fmla="*/ 1938356 w 2912392"/>
                <a:gd name="connsiteY199" fmla="*/ 1144 h 490653"/>
                <a:gd name="connsiteX200" fmla="*/ 1948085 w 2912392"/>
                <a:gd name="connsiteY200" fmla="*/ 1701 h 490653"/>
                <a:gd name="connsiteX201" fmla="*/ 1957829 w 2912392"/>
                <a:gd name="connsiteY201" fmla="*/ 2369 h 490653"/>
                <a:gd name="connsiteX202" fmla="*/ 1967573 w 2912392"/>
                <a:gd name="connsiteY202" fmla="*/ 3147 h 490653"/>
                <a:gd name="connsiteX203" fmla="*/ 1977317 w 2912392"/>
                <a:gd name="connsiteY203" fmla="*/ 4033 h 490653"/>
                <a:gd name="connsiteX204" fmla="*/ 1987046 w 2912392"/>
                <a:gd name="connsiteY204" fmla="*/ 5028 h 490653"/>
                <a:gd name="connsiteX205" fmla="*/ 1996790 w 2912392"/>
                <a:gd name="connsiteY205" fmla="*/ 6131 h 490653"/>
                <a:gd name="connsiteX206" fmla="*/ 2006534 w 2912392"/>
                <a:gd name="connsiteY206" fmla="*/ 7341 h 490653"/>
                <a:gd name="connsiteX207" fmla="*/ 2016278 w 2912392"/>
                <a:gd name="connsiteY207" fmla="*/ 8658 h 490653"/>
                <a:gd name="connsiteX208" fmla="*/ 2026022 w 2912392"/>
                <a:gd name="connsiteY208" fmla="*/ 10079 h 490653"/>
                <a:gd name="connsiteX209" fmla="*/ 2035751 w 2912392"/>
                <a:gd name="connsiteY209" fmla="*/ 11603 h 490653"/>
                <a:gd name="connsiteX210" fmla="*/ 2045495 w 2912392"/>
                <a:gd name="connsiteY210" fmla="*/ 13229 h 490653"/>
                <a:gd name="connsiteX211" fmla="*/ 2055239 w 2912392"/>
                <a:gd name="connsiteY211" fmla="*/ 14954 h 490653"/>
                <a:gd name="connsiteX212" fmla="*/ 2064983 w 2912392"/>
                <a:gd name="connsiteY212" fmla="*/ 16778 h 490653"/>
                <a:gd name="connsiteX213" fmla="*/ 2074712 w 2912392"/>
                <a:gd name="connsiteY213" fmla="*/ 18695 h 490653"/>
                <a:gd name="connsiteX214" fmla="*/ 2084456 w 2912392"/>
                <a:gd name="connsiteY214" fmla="*/ 20707 h 490653"/>
                <a:gd name="connsiteX215" fmla="*/ 2094200 w 2912392"/>
                <a:gd name="connsiteY215" fmla="*/ 22809 h 490653"/>
                <a:gd name="connsiteX216" fmla="*/ 2103944 w 2912392"/>
                <a:gd name="connsiteY216" fmla="*/ 24999 h 490653"/>
                <a:gd name="connsiteX217" fmla="*/ 2113673 w 2912392"/>
                <a:gd name="connsiteY217" fmla="*/ 27274 h 490653"/>
                <a:gd name="connsiteX218" fmla="*/ 2123417 w 2912392"/>
                <a:gd name="connsiteY218" fmla="*/ 29631 h 490653"/>
                <a:gd name="connsiteX219" fmla="*/ 2133161 w 2912392"/>
                <a:gd name="connsiteY219" fmla="*/ 32067 h 490653"/>
                <a:gd name="connsiteX220" fmla="*/ 2142905 w 2912392"/>
                <a:gd name="connsiteY220" fmla="*/ 34579 h 490653"/>
                <a:gd name="connsiteX221" fmla="*/ 2152649 w 2912392"/>
                <a:gd name="connsiteY221" fmla="*/ 37163 h 490653"/>
                <a:gd name="connsiteX222" fmla="*/ 2162377 w 2912392"/>
                <a:gd name="connsiteY222" fmla="*/ 39816 h 490653"/>
                <a:gd name="connsiteX223" fmla="*/ 2172121 w 2912392"/>
                <a:gd name="connsiteY223" fmla="*/ 42537 h 490653"/>
                <a:gd name="connsiteX224" fmla="*/ 2181865 w 2912392"/>
                <a:gd name="connsiteY224" fmla="*/ 45317 h 490653"/>
                <a:gd name="connsiteX225" fmla="*/ 2191609 w 2912392"/>
                <a:gd name="connsiteY225" fmla="*/ 48156 h 490653"/>
                <a:gd name="connsiteX226" fmla="*/ 2201338 w 2912392"/>
                <a:gd name="connsiteY226" fmla="*/ 51050 h 490653"/>
                <a:gd name="connsiteX227" fmla="*/ 2211082 w 2912392"/>
                <a:gd name="connsiteY227" fmla="*/ 53992 h 490653"/>
                <a:gd name="connsiteX228" fmla="*/ 2220826 w 2912392"/>
                <a:gd name="connsiteY228" fmla="*/ 56983 h 490653"/>
                <a:gd name="connsiteX229" fmla="*/ 2230570 w 2912392"/>
                <a:gd name="connsiteY229" fmla="*/ 60015 h 490653"/>
                <a:gd name="connsiteX230" fmla="*/ 2240299 w 2912392"/>
                <a:gd name="connsiteY230" fmla="*/ 63085 h 490653"/>
                <a:gd name="connsiteX231" fmla="*/ 2250043 w 2912392"/>
                <a:gd name="connsiteY231" fmla="*/ 66189 h 490653"/>
                <a:gd name="connsiteX232" fmla="*/ 2259787 w 2912392"/>
                <a:gd name="connsiteY232" fmla="*/ 69320 h 490653"/>
                <a:gd name="connsiteX233" fmla="*/ 2269531 w 2912392"/>
                <a:gd name="connsiteY233" fmla="*/ 72479 h 490653"/>
                <a:gd name="connsiteX234" fmla="*/ 2279260 w 2912392"/>
                <a:gd name="connsiteY234" fmla="*/ 75657 h 490653"/>
                <a:gd name="connsiteX235" fmla="*/ 2289004 w 2912392"/>
                <a:gd name="connsiteY235" fmla="*/ 78851 h 490653"/>
                <a:gd name="connsiteX236" fmla="*/ 2298748 w 2912392"/>
                <a:gd name="connsiteY236" fmla="*/ 82056 h 490653"/>
                <a:gd name="connsiteX237" fmla="*/ 2308492 w 2912392"/>
                <a:gd name="connsiteY237" fmla="*/ 85268 h 490653"/>
                <a:gd name="connsiteX238" fmla="*/ 2318236 w 2912392"/>
                <a:gd name="connsiteY238" fmla="*/ 88484 h 490653"/>
                <a:gd name="connsiteX239" fmla="*/ 2327965 w 2912392"/>
                <a:gd name="connsiteY239" fmla="*/ 91694 h 490653"/>
                <a:gd name="connsiteX240" fmla="*/ 2337709 w 2912392"/>
                <a:gd name="connsiteY240" fmla="*/ 94899 h 490653"/>
                <a:gd name="connsiteX241" fmla="*/ 2347453 w 2912392"/>
                <a:gd name="connsiteY241" fmla="*/ 98092 h 490653"/>
                <a:gd name="connsiteX242" fmla="*/ 2357197 w 2912392"/>
                <a:gd name="connsiteY242" fmla="*/ 101268 h 490653"/>
                <a:gd name="connsiteX243" fmla="*/ 2366926 w 2912392"/>
                <a:gd name="connsiteY243" fmla="*/ 104422 h 490653"/>
                <a:gd name="connsiteX244" fmla="*/ 2376670 w 2912392"/>
                <a:gd name="connsiteY244" fmla="*/ 107551 h 490653"/>
                <a:gd name="connsiteX245" fmla="*/ 2386413 w 2912392"/>
                <a:gd name="connsiteY245" fmla="*/ 110649 h 490653"/>
                <a:gd name="connsiteX246" fmla="*/ 2396157 w 2912392"/>
                <a:gd name="connsiteY246" fmla="*/ 113710 h 490653"/>
                <a:gd name="connsiteX247" fmla="*/ 2405886 w 2912392"/>
                <a:gd name="connsiteY247" fmla="*/ 116732 h 490653"/>
                <a:gd name="connsiteX248" fmla="*/ 2415630 w 2912392"/>
                <a:gd name="connsiteY248" fmla="*/ 119709 h 490653"/>
                <a:gd name="connsiteX249" fmla="*/ 2425374 w 2912392"/>
                <a:gd name="connsiteY249" fmla="*/ 122635 h 490653"/>
                <a:gd name="connsiteX250" fmla="*/ 2435118 w 2912392"/>
                <a:gd name="connsiteY250" fmla="*/ 125506 h 490653"/>
                <a:gd name="connsiteX251" fmla="*/ 2444862 w 2912392"/>
                <a:gd name="connsiteY251" fmla="*/ 128319 h 490653"/>
                <a:gd name="connsiteX252" fmla="*/ 2454591 w 2912392"/>
                <a:gd name="connsiteY252" fmla="*/ 131068 h 490653"/>
                <a:gd name="connsiteX253" fmla="*/ 2464335 w 2912392"/>
                <a:gd name="connsiteY253" fmla="*/ 133748 h 490653"/>
                <a:gd name="connsiteX254" fmla="*/ 2474079 w 2912392"/>
                <a:gd name="connsiteY254" fmla="*/ 136355 h 490653"/>
                <a:gd name="connsiteX255" fmla="*/ 2483823 w 2912392"/>
                <a:gd name="connsiteY255" fmla="*/ 138887 h 490653"/>
                <a:gd name="connsiteX256" fmla="*/ 2493552 w 2912392"/>
                <a:gd name="connsiteY256" fmla="*/ 141336 h 490653"/>
                <a:gd name="connsiteX257" fmla="*/ 2503296 w 2912392"/>
                <a:gd name="connsiteY257" fmla="*/ 143699 h 490653"/>
                <a:gd name="connsiteX258" fmla="*/ 2513040 w 2912392"/>
                <a:gd name="connsiteY258" fmla="*/ 145974 h 490653"/>
                <a:gd name="connsiteX259" fmla="*/ 2522784 w 2912392"/>
                <a:gd name="connsiteY259" fmla="*/ 148154 h 490653"/>
                <a:gd name="connsiteX260" fmla="*/ 2532513 w 2912392"/>
                <a:gd name="connsiteY260" fmla="*/ 150237 h 490653"/>
                <a:gd name="connsiteX261" fmla="*/ 2542257 w 2912392"/>
                <a:gd name="connsiteY261" fmla="*/ 152218 h 490653"/>
                <a:gd name="connsiteX262" fmla="*/ 2552001 w 2912392"/>
                <a:gd name="connsiteY262" fmla="*/ 154094 h 490653"/>
                <a:gd name="connsiteX263" fmla="*/ 2561745 w 2912392"/>
                <a:gd name="connsiteY263" fmla="*/ 155863 h 490653"/>
                <a:gd name="connsiteX264" fmla="*/ 2571474 w 2912392"/>
                <a:gd name="connsiteY264" fmla="*/ 157518 h 490653"/>
                <a:gd name="connsiteX265" fmla="*/ 2581218 w 2912392"/>
                <a:gd name="connsiteY265" fmla="*/ 159060 h 490653"/>
                <a:gd name="connsiteX266" fmla="*/ 2590962 w 2912392"/>
                <a:gd name="connsiteY266" fmla="*/ 160484 h 490653"/>
                <a:gd name="connsiteX267" fmla="*/ 2600705 w 2912392"/>
                <a:gd name="connsiteY267" fmla="*/ 161788 h 490653"/>
                <a:gd name="connsiteX268" fmla="*/ 2610449 w 2912392"/>
                <a:gd name="connsiteY268" fmla="*/ 162970 h 490653"/>
                <a:gd name="connsiteX269" fmla="*/ 2620178 w 2912392"/>
                <a:gd name="connsiteY269" fmla="*/ 164026 h 490653"/>
                <a:gd name="connsiteX270" fmla="*/ 2629922 w 2912392"/>
                <a:gd name="connsiteY270" fmla="*/ 164954 h 490653"/>
                <a:gd name="connsiteX271" fmla="*/ 2639666 w 2912392"/>
                <a:gd name="connsiteY271" fmla="*/ 165756 h 490653"/>
                <a:gd name="connsiteX272" fmla="*/ 2649410 w 2912392"/>
                <a:gd name="connsiteY272" fmla="*/ 166426 h 490653"/>
                <a:gd name="connsiteX273" fmla="*/ 2659139 w 2912392"/>
                <a:gd name="connsiteY273" fmla="*/ 166964 h 490653"/>
                <a:gd name="connsiteX274" fmla="*/ 2668883 w 2912392"/>
                <a:gd name="connsiteY274" fmla="*/ 167371 h 490653"/>
                <a:gd name="connsiteX275" fmla="*/ 2678627 w 2912392"/>
                <a:gd name="connsiteY275" fmla="*/ 167643 h 490653"/>
                <a:gd name="connsiteX276" fmla="*/ 2688371 w 2912392"/>
                <a:gd name="connsiteY276" fmla="*/ 167783 h 490653"/>
                <a:gd name="connsiteX277" fmla="*/ 2698100 w 2912392"/>
                <a:gd name="connsiteY277" fmla="*/ 167791 h 490653"/>
                <a:gd name="connsiteX278" fmla="*/ 2707844 w 2912392"/>
                <a:gd name="connsiteY278" fmla="*/ 167664 h 490653"/>
                <a:gd name="connsiteX279" fmla="*/ 2717588 w 2912392"/>
                <a:gd name="connsiteY279" fmla="*/ 167405 h 490653"/>
                <a:gd name="connsiteX280" fmla="*/ 2727332 w 2912392"/>
                <a:gd name="connsiteY280" fmla="*/ 167015 h 490653"/>
                <a:gd name="connsiteX281" fmla="*/ 2737076 w 2912392"/>
                <a:gd name="connsiteY281" fmla="*/ 166493 h 490653"/>
                <a:gd name="connsiteX282" fmla="*/ 2746805 w 2912392"/>
                <a:gd name="connsiteY282" fmla="*/ 165844 h 490653"/>
                <a:gd name="connsiteX283" fmla="*/ 2756549 w 2912392"/>
                <a:gd name="connsiteY283" fmla="*/ 165066 h 490653"/>
                <a:gd name="connsiteX284" fmla="*/ 2766293 w 2912392"/>
                <a:gd name="connsiteY284" fmla="*/ 164164 h 490653"/>
                <a:gd name="connsiteX285" fmla="*/ 2776037 w 2912392"/>
                <a:gd name="connsiteY285" fmla="*/ 163141 h 490653"/>
                <a:gd name="connsiteX286" fmla="*/ 2785766 w 2912392"/>
                <a:gd name="connsiteY286" fmla="*/ 161998 h 490653"/>
                <a:gd name="connsiteX287" fmla="*/ 2795510 w 2912392"/>
                <a:gd name="connsiteY287" fmla="*/ 160739 h 490653"/>
                <a:gd name="connsiteX288" fmla="*/ 2805254 w 2912392"/>
                <a:gd name="connsiteY288" fmla="*/ 159368 h 490653"/>
                <a:gd name="connsiteX289" fmla="*/ 2814998 w 2912392"/>
                <a:gd name="connsiteY289" fmla="*/ 157889 h 490653"/>
                <a:gd name="connsiteX290" fmla="*/ 2824727 w 2912392"/>
                <a:gd name="connsiteY290" fmla="*/ 156307 h 490653"/>
                <a:gd name="connsiteX291" fmla="*/ 2834471 w 2912392"/>
                <a:gd name="connsiteY291" fmla="*/ 154623 h 490653"/>
                <a:gd name="connsiteX292" fmla="*/ 2844215 w 2912392"/>
                <a:gd name="connsiteY292" fmla="*/ 152846 h 490653"/>
                <a:gd name="connsiteX293" fmla="*/ 2853958 w 2912392"/>
                <a:gd name="connsiteY293" fmla="*/ 150977 h 490653"/>
                <a:gd name="connsiteX294" fmla="*/ 2863687 w 2912392"/>
                <a:gd name="connsiteY294" fmla="*/ 149026 h 490653"/>
                <a:gd name="connsiteX295" fmla="*/ 2873431 w 2912392"/>
                <a:gd name="connsiteY295" fmla="*/ 146995 h 490653"/>
                <a:gd name="connsiteX296" fmla="*/ 2883175 w 2912392"/>
                <a:gd name="connsiteY296" fmla="*/ 144891 h 490653"/>
                <a:gd name="connsiteX297" fmla="*/ 2892919 w 2912392"/>
                <a:gd name="connsiteY297" fmla="*/ 142722 h 490653"/>
                <a:gd name="connsiteX298" fmla="*/ 2902663 w 2912392"/>
                <a:gd name="connsiteY298" fmla="*/ 140491 h 490653"/>
                <a:gd name="connsiteX299" fmla="*/ 2912392 w 2912392"/>
                <a:gd name="connsiteY299" fmla="*/ 138206 h 490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90653">
                  <a:moveTo>
                    <a:pt x="0" y="450699"/>
                  </a:moveTo>
                  <a:lnTo>
                    <a:pt x="9739" y="454440"/>
                  </a:lnTo>
                  <a:lnTo>
                    <a:pt x="19480" y="458030"/>
                  </a:lnTo>
                  <a:lnTo>
                    <a:pt x="29221" y="461463"/>
                  </a:lnTo>
                  <a:lnTo>
                    <a:pt x="38961" y="464732"/>
                  </a:lnTo>
                  <a:lnTo>
                    <a:pt x="48702" y="467829"/>
                  </a:lnTo>
                  <a:lnTo>
                    <a:pt x="58443" y="470751"/>
                  </a:lnTo>
                  <a:lnTo>
                    <a:pt x="68182" y="473490"/>
                  </a:lnTo>
                  <a:lnTo>
                    <a:pt x="77923" y="476040"/>
                  </a:lnTo>
                  <a:lnTo>
                    <a:pt x="87664" y="478399"/>
                  </a:lnTo>
                  <a:lnTo>
                    <a:pt x="97404" y="480559"/>
                  </a:lnTo>
                  <a:lnTo>
                    <a:pt x="107145" y="482520"/>
                  </a:lnTo>
                  <a:lnTo>
                    <a:pt x="116886" y="484275"/>
                  </a:lnTo>
                  <a:lnTo>
                    <a:pt x="126625" y="485821"/>
                  </a:lnTo>
                  <a:lnTo>
                    <a:pt x="136366" y="487158"/>
                  </a:lnTo>
                  <a:lnTo>
                    <a:pt x="146107" y="488281"/>
                  </a:lnTo>
                  <a:lnTo>
                    <a:pt x="155846" y="489190"/>
                  </a:lnTo>
                  <a:lnTo>
                    <a:pt x="165587" y="489883"/>
                  </a:lnTo>
                  <a:lnTo>
                    <a:pt x="175328" y="490357"/>
                  </a:lnTo>
                  <a:lnTo>
                    <a:pt x="185068" y="490615"/>
                  </a:lnTo>
                  <a:lnTo>
                    <a:pt x="194809" y="490653"/>
                  </a:lnTo>
                  <a:lnTo>
                    <a:pt x="204550" y="490474"/>
                  </a:lnTo>
                  <a:lnTo>
                    <a:pt x="214289" y="490080"/>
                  </a:lnTo>
                  <a:lnTo>
                    <a:pt x="224030" y="489469"/>
                  </a:lnTo>
                  <a:lnTo>
                    <a:pt x="233771" y="488645"/>
                  </a:lnTo>
                  <a:lnTo>
                    <a:pt x="243510" y="487608"/>
                  </a:lnTo>
                  <a:lnTo>
                    <a:pt x="253251" y="486362"/>
                  </a:lnTo>
                  <a:lnTo>
                    <a:pt x="262992" y="484910"/>
                  </a:lnTo>
                  <a:lnTo>
                    <a:pt x="272732" y="483254"/>
                  </a:lnTo>
                  <a:lnTo>
                    <a:pt x="282473" y="481398"/>
                  </a:lnTo>
                  <a:lnTo>
                    <a:pt x="292214" y="479346"/>
                  </a:lnTo>
                  <a:lnTo>
                    <a:pt x="301953" y="477103"/>
                  </a:lnTo>
                  <a:lnTo>
                    <a:pt x="311694" y="474673"/>
                  </a:lnTo>
                  <a:lnTo>
                    <a:pt x="321435" y="472058"/>
                  </a:lnTo>
                  <a:lnTo>
                    <a:pt x="331175" y="469267"/>
                  </a:lnTo>
                  <a:lnTo>
                    <a:pt x="340916" y="466304"/>
                  </a:lnTo>
                  <a:lnTo>
                    <a:pt x="350656" y="463172"/>
                  </a:lnTo>
                  <a:lnTo>
                    <a:pt x="360396" y="459881"/>
                  </a:lnTo>
                  <a:lnTo>
                    <a:pt x="370137" y="456433"/>
                  </a:lnTo>
                  <a:lnTo>
                    <a:pt x="379878" y="452837"/>
                  </a:lnTo>
                  <a:lnTo>
                    <a:pt x="389617" y="449096"/>
                  </a:lnTo>
                  <a:lnTo>
                    <a:pt x="399358" y="445219"/>
                  </a:lnTo>
                  <a:lnTo>
                    <a:pt x="409099" y="441212"/>
                  </a:lnTo>
                  <a:lnTo>
                    <a:pt x="418839" y="437081"/>
                  </a:lnTo>
                  <a:lnTo>
                    <a:pt x="428580" y="432833"/>
                  </a:lnTo>
                  <a:lnTo>
                    <a:pt x="438321" y="428475"/>
                  </a:lnTo>
                  <a:lnTo>
                    <a:pt x="448060" y="424012"/>
                  </a:lnTo>
                  <a:lnTo>
                    <a:pt x="457801" y="419453"/>
                  </a:lnTo>
                  <a:lnTo>
                    <a:pt x="467542" y="414803"/>
                  </a:lnTo>
                  <a:lnTo>
                    <a:pt x="477281" y="410069"/>
                  </a:lnTo>
                  <a:lnTo>
                    <a:pt x="487022" y="405258"/>
                  </a:lnTo>
                  <a:lnTo>
                    <a:pt x="496763" y="400377"/>
                  </a:lnTo>
                  <a:lnTo>
                    <a:pt x="506503" y="395434"/>
                  </a:lnTo>
                  <a:lnTo>
                    <a:pt x="516244" y="390432"/>
                  </a:lnTo>
                  <a:lnTo>
                    <a:pt x="525985" y="385380"/>
                  </a:lnTo>
                  <a:lnTo>
                    <a:pt x="535724" y="380285"/>
                  </a:lnTo>
                  <a:lnTo>
                    <a:pt x="545465" y="375150"/>
                  </a:lnTo>
                  <a:lnTo>
                    <a:pt x="555206" y="369983"/>
                  </a:lnTo>
                  <a:lnTo>
                    <a:pt x="564946" y="364793"/>
                  </a:lnTo>
                  <a:lnTo>
                    <a:pt x="574687" y="359581"/>
                  </a:lnTo>
                  <a:lnTo>
                    <a:pt x="584428" y="354356"/>
                  </a:lnTo>
                  <a:lnTo>
                    <a:pt x="594167" y="349122"/>
                  </a:lnTo>
                  <a:lnTo>
                    <a:pt x="603908" y="343886"/>
                  </a:lnTo>
                  <a:lnTo>
                    <a:pt x="613649" y="338651"/>
                  </a:lnTo>
                  <a:lnTo>
                    <a:pt x="623388" y="333424"/>
                  </a:lnTo>
                  <a:lnTo>
                    <a:pt x="633129" y="328211"/>
                  </a:lnTo>
                  <a:lnTo>
                    <a:pt x="642870" y="323014"/>
                  </a:lnTo>
                  <a:lnTo>
                    <a:pt x="652610" y="317840"/>
                  </a:lnTo>
                  <a:lnTo>
                    <a:pt x="662351" y="312691"/>
                  </a:lnTo>
                  <a:lnTo>
                    <a:pt x="672092" y="307575"/>
                  </a:lnTo>
                  <a:lnTo>
                    <a:pt x="681831" y="302491"/>
                  </a:lnTo>
                  <a:lnTo>
                    <a:pt x="691572" y="297448"/>
                  </a:lnTo>
                  <a:lnTo>
                    <a:pt x="701313" y="292445"/>
                  </a:lnTo>
                  <a:lnTo>
                    <a:pt x="711052" y="287489"/>
                  </a:lnTo>
                  <a:lnTo>
                    <a:pt x="720793" y="282583"/>
                  </a:lnTo>
                  <a:lnTo>
                    <a:pt x="730534" y="277727"/>
                  </a:lnTo>
                  <a:lnTo>
                    <a:pt x="740274" y="272928"/>
                  </a:lnTo>
                  <a:lnTo>
                    <a:pt x="750015" y="268188"/>
                  </a:lnTo>
                  <a:lnTo>
                    <a:pt x="759756" y="263506"/>
                  </a:lnTo>
                  <a:lnTo>
                    <a:pt x="769495" y="258888"/>
                  </a:lnTo>
                  <a:lnTo>
                    <a:pt x="779236" y="254333"/>
                  </a:lnTo>
                  <a:lnTo>
                    <a:pt x="788977" y="249847"/>
                  </a:lnTo>
                  <a:lnTo>
                    <a:pt x="798717" y="245429"/>
                  </a:lnTo>
                  <a:lnTo>
                    <a:pt x="808458" y="241080"/>
                  </a:lnTo>
                  <a:lnTo>
                    <a:pt x="818199" y="236804"/>
                  </a:lnTo>
                  <a:lnTo>
                    <a:pt x="827938" y="232601"/>
                  </a:lnTo>
                  <a:lnTo>
                    <a:pt x="837679" y="228471"/>
                  </a:lnTo>
                  <a:lnTo>
                    <a:pt x="847420" y="224417"/>
                  </a:lnTo>
                  <a:lnTo>
                    <a:pt x="857159" y="220438"/>
                  </a:lnTo>
                  <a:lnTo>
                    <a:pt x="866900" y="216534"/>
                  </a:lnTo>
                  <a:lnTo>
                    <a:pt x="876641" y="212707"/>
                  </a:lnTo>
                  <a:lnTo>
                    <a:pt x="886381" y="208957"/>
                  </a:lnTo>
                  <a:lnTo>
                    <a:pt x="896122" y="205283"/>
                  </a:lnTo>
                  <a:lnTo>
                    <a:pt x="905863" y="201685"/>
                  </a:lnTo>
                  <a:lnTo>
                    <a:pt x="915602" y="198162"/>
                  </a:lnTo>
                  <a:lnTo>
                    <a:pt x="925343" y="194716"/>
                  </a:lnTo>
                  <a:lnTo>
                    <a:pt x="935084" y="191345"/>
                  </a:lnTo>
                  <a:lnTo>
                    <a:pt x="944824" y="188047"/>
                  </a:lnTo>
                  <a:lnTo>
                    <a:pt x="954564" y="184825"/>
                  </a:lnTo>
                  <a:lnTo>
                    <a:pt x="964305" y="181674"/>
                  </a:lnTo>
                  <a:lnTo>
                    <a:pt x="974045" y="178593"/>
                  </a:lnTo>
                  <a:lnTo>
                    <a:pt x="983786" y="175583"/>
                  </a:lnTo>
                  <a:lnTo>
                    <a:pt x="993522" y="172642"/>
                  </a:lnTo>
                  <a:lnTo>
                    <a:pt x="1003266" y="169766"/>
                  </a:lnTo>
                  <a:lnTo>
                    <a:pt x="1013010" y="166956"/>
                  </a:lnTo>
                  <a:lnTo>
                    <a:pt x="1022754" y="164211"/>
                  </a:lnTo>
                  <a:lnTo>
                    <a:pt x="1032483" y="161527"/>
                  </a:lnTo>
                  <a:lnTo>
                    <a:pt x="1042227" y="158902"/>
                  </a:lnTo>
                  <a:lnTo>
                    <a:pt x="1051971" y="156335"/>
                  </a:lnTo>
                  <a:lnTo>
                    <a:pt x="1061715" y="153823"/>
                  </a:lnTo>
                  <a:lnTo>
                    <a:pt x="1071444" y="151365"/>
                  </a:lnTo>
                  <a:lnTo>
                    <a:pt x="1081188" y="148957"/>
                  </a:lnTo>
                  <a:lnTo>
                    <a:pt x="1090932" y="146598"/>
                  </a:lnTo>
                  <a:lnTo>
                    <a:pt x="1100676" y="144286"/>
                  </a:lnTo>
                  <a:lnTo>
                    <a:pt x="1110405" y="142016"/>
                  </a:lnTo>
                  <a:lnTo>
                    <a:pt x="1120149" y="139788"/>
                  </a:lnTo>
                  <a:lnTo>
                    <a:pt x="1129893" y="137598"/>
                  </a:lnTo>
                  <a:lnTo>
                    <a:pt x="1139637" y="135445"/>
                  </a:lnTo>
                  <a:lnTo>
                    <a:pt x="1149381" y="133324"/>
                  </a:lnTo>
                  <a:lnTo>
                    <a:pt x="1159110" y="131235"/>
                  </a:lnTo>
                  <a:lnTo>
                    <a:pt x="1168854" y="129173"/>
                  </a:lnTo>
                  <a:lnTo>
                    <a:pt x="1178598" y="127136"/>
                  </a:lnTo>
                  <a:lnTo>
                    <a:pt x="1188341" y="125122"/>
                  </a:lnTo>
                  <a:lnTo>
                    <a:pt x="1198070" y="123128"/>
                  </a:lnTo>
                  <a:lnTo>
                    <a:pt x="1207814" y="121151"/>
                  </a:lnTo>
                  <a:lnTo>
                    <a:pt x="1217558" y="119190"/>
                  </a:lnTo>
                  <a:lnTo>
                    <a:pt x="1227302" y="117240"/>
                  </a:lnTo>
                  <a:lnTo>
                    <a:pt x="1237031" y="115302"/>
                  </a:lnTo>
                  <a:lnTo>
                    <a:pt x="1246775" y="113371"/>
                  </a:lnTo>
                  <a:lnTo>
                    <a:pt x="1256519" y="111444"/>
                  </a:lnTo>
                  <a:lnTo>
                    <a:pt x="1266263" y="109522"/>
                  </a:lnTo>
                  <a:lnTo>
                    <a:pt x="1276007" y="107600"/>
                  </a:lnTo>
                  <a:lnTo>
                    <a:pt x="1285736" y="105677"/>
                  </a:lnTo>
                  <a:lnTo>
                    <a:pt x="1295480" y="103752"/>
                  </a:lnTo>
                  <a:lnTo>
                    <a:pt x="1305224" y="101821"/>
                  </a:lnTo>
                  <a:lnTo>
                    <a:pt x="1314968" y="99884"/>
                  </a:lnTo>
                  <a:lnTo>
                    <a:pt x="1324697" y="97938"/>
                  </a:lnTo>
                  <a:lnTo>
                    <a:pt x="1334441" y="95985"/>
                  </a:lnTo>
                  <a:lnTo>
                    <a:pt x="1344185" y="94020"/>
                  </a:lnTo>
                  <a:lnTo>
                    <a:pt x="1353929" y="92043"/>
                  </a:lnTo>
                  <a:lnTo>
                    <a:pt x="1363658" y="90054"/>
                  </a:lnTo>
                  <a:lnTo>
                    <a:pt x="1373402" y="88051"/>
                  </a:lnTo>
                  <a:lnTo>
                    <a:pt x="1383146" y="86036"/>
                  </a:lnTo>
                  <a:lnTo>
                    <a:pt x="1392890" y="84003"/>
                  </a:lnTo>
                  <a:lnTo>
                    <a:pt x="1402619" y="81958"/>
                  </a:lnTo>
                  <a:lnTo>
                    <a:pt x="1412363" y="79897"/>
                  </a:lnTo>
                  <a:lnTo>
                    <a:pt x="1422106" y="77822"/>
                  </a:lnTo>
                  <a:lnTo>
                    <a:pt x="1431850" y="75731"/>
                  </a:lnTo>
                  <a:lnTo>
                    <a:pt x="1441594" y="73628"/>
                  </a:lnTo>
                  <a:lnTo>
                    <a:pt x="1451323" y="71511"/>
                  </a:lnTo>
                  <a:lnTo>
                    <a:pt x="1461067" y="69380"/>
                  </a:lnTo>
                  <a:lnTo>
                    <a:pt x="1470811" y="67239"/>
                  </a:lnTo>
                  <a:lnTo>
                    <a:pt x="1480555" y="65088"/>
                  </a:lnTo>
                  <a:lnTo>
                    <a:pt x="1490284" y="62927"/>
                  </a:lnTo>
                  <a:lnTo>
                    <a:pt x="1500028" y="60760"/>
                  </a:lnTo>
                  <a:lnTo>
                    <a:pt x="1509772" y="58586"/>
                  </a:lnTo>
                  <a:lnTo>
                    <a:pt x="1519516" y="56409"/>
                  </a:lnTo>
                  <a:lnTo>
                    <a:pt x="1529245" y="54229"/>
                  </a:lnTo>
                  <a:lnTo>
                    <a:pt x="1538989" y="52051"/>
                  </a:lnTo>
                  <a:lnTo>
                    <a:pt x="1548733" y="49876"/>
                  </a:lnTo>
                  <a:lnTo>
                    <a:pt x="1558477" y="47706"/>
                  </a:lnTo>
                  <a:lnTo>
                    <a:pt x="1568221" y="45545"/>
                  </a:lnTo>
                  <a:lnTo>
                    <a:pt x="1577950" y="43395"/>
                  </a:lnTo>
                  <a:lnTo>
                    <a:pt x="1587694" y="41258"/>
                  </a:lnTo>
                  <a:lnTo>
                    <a:pt x="1597438" y="39138"/>
                  </a:lnTo>
                  <a:lnTo>
                    <a:pt x="1607182" y="37037"/>
                  </a:lnTo>
                  <a:lnTo>
                    <a:pt x="1616911" y="34962"/>
                  </a:lnTo>
                  <a:lnTo>
                    <a:pt x="1626655" y="32912"/>
                  </a:lnTo>
                  <a:lnTo>
                    <a:pt x="1636399" y="30892"/>
                  </a:lnTo>
                  <a:lnTo>
                    <a:pt x="1646142" y="28906"/>
                  </a:lnTo>
                  <a:lnTo>
                    <a:pt x="1655872" y="26955"/>
                  </a:lnTo>
                  <a:lnTo>
                    <a:pt x="1665616" y="25047"/>
                  </a:lnTo>
                  <a:lnTo>
                    <a:pt x="1675359" y="23181"/>
                  </a:lnTo>
                  <a:lnTo>
                    <a:pt x="1685103" y="21364"/>
                  </a:lnTo>
                  <a:lnTo>
                    <a:pt x="1694832" y="19597"/>
                  </a:lnTo>
                  <a:lnTo>
                    <a:pt x="1704576" y="17885"/>
                  </a:lnTo>
                  <a:lnTo>
                    <a:pt x="1714320" y="16229"/>
                  </a:lnTo>
                  <a:lnTo>
                    <a:pt x="1724064" y="14638"/>
                  </a:lnTo>
                  <a:lnTo>
                    <a:pt x="1733808" y="13111"/>
                  </a:lnTo>
                  <a:lnTo>
                    <a:pt x="1743537" y="11652"/>
                  </a:lnTo>
                  <a:lnTo>
                    <a:pt x="1753281" y="10265"/>
                  </a:lnTo>
                  <a:lnTo>
                    <a:pt x="1763025" y="8953"/>
                  </a:lnTo>
                  <a:lnTo>
                    <a:pt x="1772769" y="7719"/>
                  </a:lnTo>
                  <a:lnTo>
                    <a:pt x="1782498" y="6567"/>
                  </a:lnTo>
                  <a:lnTo>
                    <a:pt x="1792242" y="5499"/>
                  </a:lnTo>
                  <a:lnTo>
                    <a:pt x="1801986" y="4519"/>
                  </a:lnTo>
                  <a:lnTo>
                    <a:pt x="1811730" y="3626"/>
                  </a:lnTo>
                  <a:lnTo>
                    <a:pt x="1821459" y="2828"/>
                  </a:lnTo>
                  <a:lnTo>
                    <a:pt x="1831203" y="2123"/>
                  </a:lnTo>
                  <a:lnTo>
                    <a:pt x="1840947" y="1517"/>
                  </a:lnTo>
                  <a:lnTo>
                    <a:pt x="1850691" y="1007"/>
                  </a:lnTo>
                  <a:lnTo>
                    <a:pt x="1860435" y="600"/>
                  </a:lnTo>
                  <a:lnTo>
                    <a:pt x="1870164" y="295"/>
                  </a:lnTo>
                  <a:lnTo>
                    <a:pt x="1879908" y="95"/>
                  </a:lnTo>
                  <a:lnTo>
                    <a:pt x="1889652" y="0"/>
                  </a:lnTo>
                  <a:lnTo>
                    <a:pt x="1899395" y="12"/>
                  </a:lnTo>
                  <a:lnTo>
                    <a:pt x="1909124" y="131"/>
                  </a:lnTo>
                  <a:lnTo>
                    <a:pt x="1918868" y="361"/>
                  </a:lnTo>
                  <a:lnTo>
                    <a:pt x="1928612" y="697"/>
                  </a:lnTo>
                  <a:lnTo>
                    <a:pt x="1938356" y="1144"/>
                  </a:lnTo>
                  <a:lnTo>
                    <a:pt x="1948085" y="1701"/>
                  </a:lnTo>
                  <a:lnTo>
                    <a:pt x="1957829" y="2369"/>
                  </a:lnTo>
                  <a:lnTo>
                    <a:pt x="1967573" y="3147"/>
                  </a:lnTo>
                  <a:lnTo>
                    <a:pt x="1977317" y="4033"/>
                  </a:lnTo>
                  <a:lnTo>
                    <a:pt x="1987046" y="5028"/>
                  </a:lnTo>
                  <a:lnTo>
                    <a:pt x="1996790" y="6131"/>
                  </a:lnTo>
                  <a:lnTo>
                    <a:pt x="2006534" y="7341"/>
                  </a:lnTo>
                  <a:lnTo>
                    <a:pt x="2016278" y="8658"/>
                  </a:lnTo>
                  <a:lnTo>
                    <a:pt x="2026022" y="10079"/>
                  </a:lnTo>
                  <a:lnTo>
                    <a:pt x="2035751" y="11603"/>
                  </a:lnTo>
                  <a:lnTo>
                    <a:pt x="2045495" y="13229"/>
                  </a:lnTo>
                  <a:lnTo>
                    <a:pt x="2055239" y="14954"/>
                  </a:lnTo>
                  <a:lnTo>
                    <a:pt x="2064983" y="16778"/>
                  </a:lnTo>
                  <a:lnTo>
                    <a:pt x="2074712" y="18695"/>
                  </a:lnTo>
                  <a:lnTo>
                    <a:pt x="2084456" y="20707"/>
                  </a:lnTo>
                  <a:lnTo>
                    <a:pt x="2094200" y="22809"/>
                  </a:lnTo>
                  <a:lnTo>
                    <a:pt x="2103944" y="24999"/>
                  </a:lnTo>
                  <a:lnTo>
                    <a:pt x="2113673" y="27274"/>
                  </a:lnTo>
                  <a:lnTo>
                    <a:pt x="2123417" y="29631"/>
                  </a:lnTo>
                  <a:lnTo>
                    <a:pt x="2133161" y="32067"/>
                  </a:lnTo>
                  <a:lnTo>
                    <a:pt x="2142905" y="34579"/>
                  </a:lnTo>
                  <a:lnTo>
                    <a:pt x="2152649" y="37163"/>
                  </a:lnTo>
                  <a:lnTo>
                    <a:pt x="2162377" y="39816"/>
                  </a:lnTo>
                  <a:lnTo>
                    <a:pt x="2172121" y="42537"/>
                  </a:lnTo>
                  <a:lnTo>
                    <a:pt x="2181865" y="45317"/>
                  </a:lnTo>
                  <a:lnTo>
                    <a:pt x="2191609" y="48156"/>
                  </a:lnTo>
                  <a:lnTo>
                    <a:pt x="2201338" y="51050"/>
                  </a:lnTo>
                  <a:lnTo>
                    <a:pt x="2211082" y="53992"/>
                  </a:lnTo>
                  <a:lnTo>
                    <a:pt x="2220826" y="56983"/>
                  </a:lnTo>
                  <a:lnTo>
                    <a:pt x="2230570" y="60015"/>
                  </a:lnTo>
                  <a:lnTo>
                    <a:pt x="2240299" y="63085"/>
                  </a:lnTo>
                  <a:lnTo>
                    <a:pt x="2250043" y="66189"/>
                  </a:lnTo>
                  <a:lnTo>
                    <a:pt x="2259787" y="69320"/>
                  </a:lnTo>
                  <a:lnTo>
                    <a:pt x="2269531" y="72479"/>
                  </a:lnTo>
                  <a:lnTo>
                    <a:pt x="2279260" y="75657"/>
                  </a:lnTo>
                  <a:lnTo>
                    <a:pt x="2289004" y="78851"/>
                  </a:lnTo>
                  <a:lnTo>
                    <a:pt x="2298748" y="82056"/>
                  </a:lnTo>
                  <a:lnTo>
                    <a:pt x="2308492" y="85268"/>
                  </a:lnTo>
                  <a:lnTo>
                    <a:pt x="2318236" y="88484"/>
                  </a:lnTo>
                  <a:lnTo>
                    <a:pt x="2327965" y="91694"/>
                  </a:lnTo>
                  <a:lnTo>
                    <a:pt x="2337709" y="94899"/>
                  </a:lnTo>
                  <a:lnTo>
                    <a:pt x="2347453" y="98092"/>
                  </a:lnTo>
                  <a:lnTo>
                    <a:pt x="2357197" y="101268"/>
                  </a:lnTo>
                  <a:lnTo>
                    <a:pt x="2366926" y="104422"/>
                  </a:lnTo>
                  <a:lnTo>
                    <a:pt x="2376670" y="107551"/>
                  </a:lnTo>
                  <a:lnTo>
                    <a:pt x="2386413" y="110649"/>
                  </a:lnTo>
                  <a:lnTo>
                    <a:pt x="2396157" y="113710"/>
                  </a:lnTo>
                  <a:lnTo>
                    <a:pt x="2405886" y="116732"/>
                  </a:lnTo>
                  <a:lnTo>
                    <a:pt x="2415630" y="119709"/>
                  </a:lnTo>
                  <a:lnTo>
                    <a:pt x="2425374" y="122635"/>
                  </a:lnTo>
                  <a:lnTo>
                    <a:pt x="2435118" y="125506"/>
                  </a:lnTo>
                  <a:lnTo>
                    <a:pt x="2444862" y="128319"/>
                  </a:lnTo>
                  <a:lnTo>
                    <a:pt x="2454591" y="131068"/>
                  </a:lnTo>
                  <a:lnTo>
                    <a:pt x="2464335" y="133748"/>
                  </a:lnTo>
                  <a:lnTo>
                    <a:pt x="2474079" y="136355"/>
                  </a:lnTo>
                  <a:lnTo>
                    <a:pt x="2483823" y="138887"/>
                  </a:lnTo>
                  <a:lnTo>
                    <a:pt x="2493552" y="141336"/>
                  </a:lnTo>
                  <a:lnTo>
                    <a:pt x="2503296" y="143699"/>
                  </a:lnTo>
                  <a:lnTo>
                    <a:pt x="2513040" y="145974"/>
                  </a:lnTo>
                  <a:lnTo>
                    <a:pt x="2522784" y="148154"/>
                  </a:lnTo>
                  <a:lnTo>
                    <a:pt x="2532513" y="150237"/>
                  </a:lnTo>
                  <a:lnTo>
                    <a:pt x="2542257" y="152218"/>
                  </a:lnTo>
                  <a:lnTo>
                    <a:pt x="2552001" y="154094"/>
                  </a:lnTo>
                  <a:lnTo>
                    <a:pt x="2561745" y="155863"/>
                  </a:lnTo>
                  <a:lnTo>
                    <a:pt x="2571474" y="157518"/>
                  </a:lnTo>
                  <a:lnTo>
                    <a:pt x="2581218" y="159060"/>
                  </a:lnTo>
                  <a:lnTo>
                    <a:pt x="2590962" y="160484"/>
                  </a:lnTo>
                  <a:lnTo>
                    <a:pt x="2600705" y="161788"/>
                  </a:lnTo>
                  <a:lnTo>
                    <a:pt x="2610449" y="162970"/>
                  </a:lnTo>
                  <a:lnTo>
                    <a:pt x="2620178" y="164026"/>
                  </a:lnTo>
                  <a:lnTo>
                    <a:pt x="2629922" y="164954"/>
                  </a:lnTo>
                  <a:lnTo>
                    <a:pt x="2639666" y="165756"/>
                  </a:lnTo>
                  <a:lnTo>
                    <a:pt x="2649410" y="166426"/>
                  </a:lnTo>
                  <a:lnTo>
                    <a:pt x="2659139" y="166964"/>
                  </a:lnTo>
                  <a:lnTo>
                    <a:pt x="2668883" y="167371"/>
                  </a:lnTo>
                  <a:lnTo>
                    <a:pt x="2678627" y="167643"/>
                  </a:lnTo>
                  <a:lnTo>
                    <a:pt x="2688371" y="167783"/>
                  </a:lnTo>
                  <a:lnTo>
                    <a:pt x="2698100" y="167791"/>
                  </a:lnTo>
                  <a:lnTo>
                    <a:pt x="2707844" y="167664"/>
                  </a:lnTo>
                  <a:lnTo>
                    <a:pt x="2717588" y="167405"/>
                  </a:lnTo>
                  <a:lnTo>
                    <a:pt x="2727332" y="167015"/>
                  </a:lnTo>
                  <a:lnTo>
                    <a:pt x="2737076" y="166493"/>
                  </a:lnTo>
                  <a:lnTo>
                    <a:pt x="2746805" y="165844"/>
                  </a:lnTo>
                  <a:lnTo>
                    <a:pt x="2756549" y="165066"/>
                  </a:lnTo>
                  <a:lnTo>
                    <a:pt x="2766293" y="164164"/>
                  </a:lnTo>
                  <a:lnTo>
                    <a:pt x="2776037" y="163141"/>
                  </a:lnTo>
                  <a:lnTo>
                    <a:pt x="2785766" y="161998"/>
                  </a:lnTo>
                  <a:lnTo>
                    <a:pt x="2795510" y="160739"/>
                  </a:lnTo>
                  <a:lnTo>
                    <a:pt x="2805254" y="159368"/>
                  </a:lnTo>
                  <a:lnTo>
                    <a:pt x="2814998" y="157889"/>
                  </a:lnTo>
                  <a:lnTo>
                    <a:pt x="2824727" y="156307"/>
                  </a:lnTo>
                  <a:lnTo>
                    <a:pt x="2834471" y="154623"/>
                  </a:lnTo>
                  <a:lnTo>
                    <a:pt x="2844215" y="152846"/>
                  </a:lnTo>
                  <a:lnTo>
                    <a:pt x="2853958" y="150977"/>
                  </a:lnTo>
                  <a:lnTo>
                    <a:pt x="2863687" y="149026"/>
                  </a:lnTo>
                  <a:lnTo>
                    <a:pt x="2873431" y="146995"/>
                  </a:lnTo>
                  <a:lnTo>
                    <a:pt x="2883175" y="144891"/>
                  </a:lnTo>
                  <a:lnTo>
                    <a:pt x="2892919" y="142722"/>
                  </a:lnTo>
                  <a:lnTo>
                    <a:pt x="2902663" y="140491"/>
                  </a:lnTo>
                  <a:lnTo>
                    <a:pt x="2912392" y="13820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2" name="Freeform 631">
              <a:extLst>
                <a:ext uri="{FF2B5EF4-FFF2-40B4-BE49-F238E27FC236}">
                  <a16:creationId xmlns:a16="http://schemas.microsoft.com/office/drawing/2014/main" id="{BBA4299E-5E6A-0ED8-08AC-186837C5D98D}"/>
                </a:ext>
              </a:extLst>
            </p:cNvPr>
            <p:cNvSpPr/>
            <p:nvPr/>
          </p:nvSpPr>
          <p:spPr>
            <a:xfrm>
              <a:off x="576446" y="3639275"/>
              <a:ext cx="2912392" cy="411527"/>
            </a:xfrm>
            <a:custGeom>
              <a:avLst/>
              <a:gdLst>
                <a:gd name="connsiteX0" fmla="*/ 0 w 2912392"/>
                <a:gd name="connsiteY0" fmla="*/ 210 h 411527"/>
                <a:gd name="connsiteX1" fmla="*/ 9739 w 2912392"/>
                <a:gd name="connsiteY1" fmla="*/ 5258 h 411527"/>
                <a:gd name="connsiteX2" fmla="*/ 19480 w 2912392"/>
                <a:gd name="connsiteY2" fmla="*/ 10006 h 411527"/>
                <a:gd name="connsiteX3" fmla="*/ 29221 w 2912392"/>
                <a:gd name="connsiteY3" fmla="*/ 14452 h 411527"/>
                <a:gd name="connsiteX4" fmla="*/ 38961 w 2912392"/>
                <a:gd name="connsiteY4" fmla="*/ 18592 h 411527"/>
                <a:gd name="connsiteX5" fmla="*/ 48702 w 2912392"/>
                <a:gd name="connsiteY5" fmla="*/ 22429 h 411527"/>
                <a:gd name="connsiteX6" fmla="*/ 58443 w 2912392"/>
                <a:gd name="connsiteY6" fmla="*/ 25960 h 411527"/>
                <a:gd name="connsiteX7" fmla="*/ 68182 w 2912392"/>
                <a:gd name="connsiteY7" fmla="*/ 29189 h 411527"/>
                <a:gd name="connsiteX8" fmla="*/ 77923 w 2912392"/>
                <a:gd name="connsiteY8" fmla="*/ 32113 h 411527"/>
                <a:gd name="connsiteX9" fmla="*/ 87664 w 2912392"/>
                <a:gd name="connsiteY9" fmla="*/ 34740 h 411527"/>
                <a:gd name="connsiteX10" fmla="*/ 97404 w 2912392"/>
                <a:gd name="connsiteY10" fmla="*/ 37070 h 411527"/>
                <a:gd name="connsiteX11" fmla="*/ 107145 w 2912392"/>
                <a:gd name="connsiteY11" fmla="*/ 39110 h 411527"/>
                <a:gd name="connsiteX12" fmla="*/ 116886 w 2912392"/>
                <a:gd name="connsiteY12" fmla="*/ 40862 h 411527"/>
                <a:gd name="connsiteX13" fmla="*/ 126625 w 2912392"/>
                <a:gd name="connsiteY13" fmla="*/ 42334 h 411527"/>
                <a:gd name="connsiteX14" fmla="*/ 136366 w 2912392"/>
                <a:gd name="connsiteY14" fmla="*/ 43530 h 411527"/>
                <a:gd name="connsiteX15" fmla="*/ 146107 w 2912392"/>
                <a:gd name="connsiteY15" fmla="*/ 44462 h 411527"/>
                <a:gd name="connsiteX16" fmla="*/ 155846 w 2912392"/>
                <a:gd name="connsiteY16" fmla="*/ 45133 h 411527"/>
                <a:gd name="connsiteX17" fmla="*/ 165587 w 2912392"/>
                <a:gd name="connsiteY17" fmla="*/ 45555 h 411527"/>
                <a:gd name="connsiteX18" fmla="*/ 175328 w 2912392"/>
                <a:gd name="connsiteY18" fmla="*/ 45735 h 411527"/>
                <a:gd name="connsiteX19" fmla="*/ 185068 w 2912392"/>
                <a:gd name="connsiteY19" fmla="*/ 45686 h 411527"/>
                <a:gd name="connsiteX20" fmla="*/ 194809 w 2912392"/>
                <a:gd name="connsiteY20" fmla="*/ 45417 h 411527"/>
                <a:gd name="connsiteX21" fmla="*/ 204550 w 2912392"/>
                <a:gd name="connsiteY21" fmla="*/ 44937 h 411527"/>
                <a:gd name="connsiteX22" fmla="*/ 214289 w 2912392"/>
                <a:gd name="connsiteY22" fmla="*/ 44260 h 411527"/>
                <a:gd name="connsiteX23" fmla="*/ 224030 w 2912392"/>
                <a:gd name="connsiteY23" fmla="*/ 43399 h 411527"/>
                <a:gd name="connsiteX24" fmla="*/ 233771 w 2912392"/>
                <a:gd name="connsiteY24" fmla="*/ 42365 h 411527"/>
                <a:gd name="connsiteX25" fmla="*/ 243510 w 2912392"/>
                <a:gd name="connsiteY25" fmla="*/ 41172 h 411527"/>
                <a:gd name="connsiteX26" fmla="*/ 253251 w 2912392"/>
                <a:gd name="connsiteY26" fmla="*/ 39834 h 411527"/>
                <a:gd name="connsiteX27" fmla="*/ 262992 w 2912392"/>
                <a:gd name="connsiteY27" fmla="*/ 38362 h 411527"/>
                <a:gd name="connsiteX28" fmla="*/ 272732 w 2912392"/>
                <a:gd name="connsiteY28" fmla="*/ 36772 h 411527"/>
                <a:gd name="connsiteX29" fmla="*/ 282473 w 2912392"/>
                <a:gd name="connsiteY29" fmla="*/ 35078 h 411527"/>
                <a:gd name="connsiteX30" fmla="*/ 292214 w 2912392"/>
                <a:gd name="connsiteY30" fmla="*/ 33296 h 411527"/>
                <a:gd name="connsiteX31" fmla="*/ 301953 w 2912392"/>
                <a:gd name="connsiteY31" fmla="*/ 31438 h 411527"/>
                <a:gd name="connsiteX32" fmla="*/ 311694 w 2912392"/>
                <a:gd name="connsiteY32" fmla="*/ 29519 h 411527"/>
                <a:gd name="connsiteX33" fmla="*/ 321435 w 2912392"/>
                <a:gd name="connsiteY33" fmla="*/ 27556 h 411527"/>
                <a:gd name="connsiteX34" fmla="*/ 331175 w 2912392"/>
                <a:gd name="connsiteY34" fmla="*/ 25561 h 411527"/>
                <a:gd name="connsiteX35" fmla="*/ 340916 w 2912392"/>
                <a:gd name="connsiteY35" fmla="*/ 23551 h 411527"/>
                <a:gd name="connsiteX36" fmla="*/ 350656 w 2912392"/>
                <a:gd name="connsiteY36" fmla="*/ 21539 h 411527"/>
                <a:gd name="connsiteX37" fmla="*/ 360396 w 2912392"/>
                <a:gd name="connsiteY37" fmla="*/ 19540 h 411527"/>
                <a:gd name="connsiteX38" fmla="*/ 370137 w 2912392"/>
                <a:gd name="connsiteY38" fmla="*/ 17569 h 411527"/>
                <a:gd name="connsiteX39" fmla="*/ 379878 w 2912392"/>
                <a:gd name="connsiteY39" fmla="*/ 15638 h 411527"/>
                <a:gd name="connsiteX40" fmla="*/ 389617 w 2912392"/>
                <a:gd name="connsiteY40" fmla="*/ 13764 h 411527"/>
                <a:gd name="connsiteX41" fmla="*/ 399358 w 2912392"/>
                <a:gd name="connsiteY41" fmla="*/ 11958 h 411527"/>
                <a:gd name="connsiteX42" fmla="*/ 409099 w 2912392"/>
                <a:gd name="connsiteY42" fmla="*/ 10233 h 411527"/>
                <a:gd name="connsiteX43" fmla="*/ 418839 w 2912392"/>
                <a:gd name="connsiteY43" fmla="*/ 8604 h 411527"/>
                <a:gd name="connsiteX44" fmla="*/ 428580 w 2912392"/>
                <a:gd name="connsiteY44" fmla="*/ 7081 h 411527"/>
                <a:gd name="connsiteX45" fmla="*/ 438321 w 2912392"/>
                <a:gd name="connsiteY45" fmla="*/ 5679 h 411527"/>
                <a:gd name="connsiteX46" fmla="*/ 448060 w 2912392"/>
                <a:gd name="connsiteY46" fmla="*/ 4407 h 411527"/>
                <a:gd name="connsiteX47" fmla="*/ 457801 w 2912392"/>
                <a:gd name="connsiteY47" fmla="*/ 3275 h 411527"/>
                <a:gd name="connsiteX48" fmla="*/ 467542 w 2912392"/>
                <a:gd name="connsiteY48" fmla="*/ 2296 h 411527"/>
                <a:gd name="connsiteX49" fmla="*/ 477281 w 2912392"/>
                <a:gd name="connsiteY49" fmla="*/ 1479 h 411527"/>
                <a:gd name="connsiteX50" fmla="*/ 487022 w 2912392"/>
                <a:gd name="connsiteY50" fmla="*/ 833 h 411527"/>
                <a:gd name="connsiteX51" fmla="*/ 496763 w 2912392"/>
                <a:gd name="connsiteY51" fmla="*/ 365 h 411527"/>
                <a:gd name="connsiteX52" fmla="*/ 506503 w 2912392"/>
                <a:gd name="connsiteY52" fmla="*/ 85 h 411527"/>
                <a:gd name="connsiteX53" fmla="*/ 516244 w 2912392"/>
                <a:gd name="connsiteY53" fmla="*/ 0 h 411527"/>
                <a:gd name="connsiteX54" fmla="*/ 525985 w 2912392"/>
                <a:gd name="connsiteY54" fmla="*/ 116 h 411527"/>
                <a:gd name="connsiteX55" fmla="*/ 535724 w 2912392"/>
                <a:gd name="connsiteY55" fmla="*/ 439 h 411527"/>
                <a:gd name="connsiteX56" fmla="*/ 545465 w 2912392"/>
                <a:gd name="connsiteY56" fmla="*/ 976 h 411527"/>
                <a:gd name="connsiteX57" fmla="*/ 555206 w 2912392"/>
                <a:gd name="connsiteY57" fmla="*/ 1728 h 411527"/>
                <a:gd name="connsiteX58" fmla="*/ 564946 w 2912392"/>
                <a:gd name="connsiteY58" fmla="*/ 2701 h 411527"/>
                <a:gd name="connsiteX59" fmla="*/ 574687 w 2912392"/>
                <a:gd name="connsiteY59" fmla="*/ 3898 h 411527"/>
                <a:gd name="connsiteX60" fmla="*/ 584428 w 2912392"/>
                <a:gd name="connsiteY60" fmla="*/ 5320 h 411527"/>
                <a:gd name="connsiteX61" fmla="*/ 594167 w 2912392"/>
                <a:gd name="connsiteY61" fmla="*/ 6971 h 411527"/>
                <a:gd name="connsiteX62" fmla="*/ 603908 w 2912392"/>
                <a:gd name="connsiteY62" fmla="*/ 8851 h 411527"/>
                <a:gd name="connsiteX63" fmla="*/ 613649 w 2912392"/>
                <a:gd name="connsiteY63" fmla="*/ 10960 h 411527"/>
                <a:gd name="connsiteX64" fmla="*/ 623388 w 2912392"/>
                <a:gd name="connsiteY64" fmla="*/ 13296 h 411527"/>
                <a:gd name="connsiteX65" fmla="*/ 633129 w 2912392"/>
                <a:gd name="connsiteY65" fmla="*/ 15858 h 411527"/>
                <a:gd name="connsiteX66" fmla="*/ 642870 w 2912392"/>
                <a:gd name="connsiteY66" fmla="*/ 18648 h 411527"/>
                <a:gd name="connsiteX67" fmla="*/ 652610 w 2912392"/>
                <a:gd name="connsiteY67" fmla="*/ 21659 h 411527"/>
                <a:gd name="connsiteX68" fmla="*/ 662351 w 2912392"/>
                <a:gd name="connsiteY68" fmla="*/ 24889 h 411527"/>
                <a:gd name="connsiteX69" fmla="*/ 672092 w 2912392"/>
                <a:gd name="connsiteY69" fmla="*/ 28335 h 411527"/>
                <a:gd name="connsiteX70" fmla="*/ 681831 w 2912392"/>
                <a:gd name="connsiteY70" fmla="*/ 31993 h 411527"/>
                <a:gd name="connsiteX71" fmla="*/ 691572 w 2912392"/>
                <a:gd name="connsiteY71" fmla="*/ 35854 h 411527"/>
                <a:gd name="connsiteX72" fmla="*/ 701313 w 2912392"/>
                <a:gd name="connsiteY72" fmla="*/ 39919 h 411527"/>
                <a:gd name="connsiteX73" fmla="*/ 711052 w 2912392"/>
                <a:gd name="connsiteY73" fmla="*/ 44175 h 411527"/>
                <a:gd name="connsiteX74" fmla="*/ 720793 w 2912392"/>
                <a:gd name="connsiteY74" fmla="*/ 48620 h 411527"/>
                <a:gd name="connsiteX75" fmla="*/ 730534 w 2912392"/>
                <a:gd name="connsiteY75" fmla="*/ 53244 h 411527"/>
                <a:gd name="connsiteX76" fmla="*/ 740274 w 2912392"/>
                <a:gd name="connsiteY76" fmla="*/ 58042 h 411527"/>
                <a:gd name="connsiteX77" fmla="*/ 750015 w 2912392"/>
                <a:gd name="connsiteY77" fmla="*/ 63003 h 411527"/>
                <a:gd name="connsiteX78" fmla="*/ 759756 w 2912392"/>
                <a:gd name="connsiteY78" fmla="*/ 68121 h 411527"/>
                <a:gd name="connsiteX79" fmla="*/ 769495 w 2912392"/>
                <a:gd name="connsiteY79" fmla="*/ 73385 h 411527"/>
                <a:gd name="connsiteX80" fmla="*/ 779236 w 2912392"/>
                <a:gd name="connsiteY80" fmla="*/ 78787 h 411527"/>
                <a:gd name="connsiteX81" fmla="*/ 788977 w 2912392"/>
                <a:gd name="connsiteY81" fmla="*/ 84316 h 411527"/>
                <a:gd name="connsiteX82" fmla="*/ 798717 w 2912392"/>
                <a:gd name="connsiteY82" fmla="*/ 89965 h 411527"/>
                <a:gd name="connsiteX83" fmla="*/ 808458 w 2912392"/>
                <a:gd name="connsiteY83" fmla="*/ 95720 h 411527"/>
                <a:gd name="connsiteX84" fmla="*/ 818199 w 2912392"/>
                <a:gd name="connsiteY84" fmla="*/ 101572 h 411527"/>
                <a:gd name="connsiteX85" fmla="*/ 827938 w 2912392"/>
                <a:gd name="connsiteY85" fmla="*/ 107512 h 411527"/>
                <a:gd name="connsiteX86" fmla="*/ 837679 w 2912392"/>
                <a:gd name="connsiteY86" fmla="*/ 113529 h 411527"/>
                <a:gd name="connsiteX87" fmla="*/ 847420 w 2912392"/>
                <a:gd name="connsiteY87" fmla="*/ 119609 h 411527"/>
                <a:gd name="connsiteX88" fmla="*/ 857159 w 2912392"/>
                <a:gd name="connsiteY88" fmla="*/ 125744 h 411527"/>
                <a:gd name="connsiteX89" fmla="*/ 866900 w 2912392"/>
                <a:gd name="connsiteY89" fmla="*/ 131923 h 411527"/>
                <a:gd name="connsiteX90" fmla="*/ 876641 w 2912392"/>
                <a:gd name="connsiteY90" fmla="*/ 138133 h 411527"/>
                <a:gd name="connsiteX91" fmla="*/ 886381 w 2912392"/>
                <a:gd name="connsiteY91" fmla="*/ 144365 h 411527"/>
                <a:gd name="connsiteX92" fmla="*/ 896122 w 2912392"/>
                <a:gd name="connsiteY92" fmla="*/ 150605 h 411527"/>
                <a:gd name="connsiteX93" fmla="*/ 905863 w 2912392"/>
                <a:gd name="connsiteY93" fmla="*/ 156846 h 411527"/>
                <a:gd name="connsiteX94" fmla="*/ 915602 w 2912392"/>
                <a:gd name="connsiteY94" fmla="*/ 163074 h 411527"/>
                <a:gd name="connsiteX95" fmla="*/ 925343 w 2912392"/>
                <a:gd name="connsiteY95" fmla="*/ 169278 h 411527"/>
                <a:gd name="connsiteX96" fmla="*/ 935084 w 2912392"/>
                <a:gd name="connsiteY96" fmla="*/ 175449 h 411527"/>
                <a:gd name="connsiteX97" fmla="*/ 944824 w 2912392"/>
                <a:gd name="connsiteY97" fmla="*/ 181574 h 411527"/>
                <a:gd name="connsiteX98" fmla="*/ 954564 w 2912392"/>
                <a:gd name="connsiteY98" fmla="*/ 187645 h 411527"/>
                <a:gd name="connsiteX99" fmla="*/ 964305 w 2912392"/>
                <a:gd name="connsiteY99" fmla="*/ 193652 h 411527"/>
                <a:gd name="connsiteX100" fmla="*/ 974045 w 2912392"/>
                <a:gd name="connsiteY100" fmla="*/ 199582 h 411527"/>
                <a:gd name="connsiteX101" fmla="*/ 983786 w 2912392"/>
                <a:gd name="connsiteY101" fmla="*/ 205429 h 411527"/>
                <a:gd name="connsiteX102" fmla="*/ 993522 w 2912392"/>
                <a:gd name="connsiteY102" fmla="*/ 211180 h 411527"/>
                <a:gd name="connsiteX103" fmla="*/ 1003266 w 2912392"/>
                <a:gd name="connsiteY103" fmla="*/ 216828 h 411527"/>
                <a:gd name="connsiteX104" fmla="*/ 1013010 w 2912392"/>
                <a:gd name="connsiteY104" fmla="*/ 222363 h 411527"/>
                <a:gd name="connsiteX105" fmla="*/ 1022754 w 2912392"/>
                <a:gd name="connsiteY105" fmla="*/ 227776 h 411527"/>
                <a:gd name="connsiteX106" fmla="*/ 1032483 w 2912392"/>
                <a:gd name="connsiteY106" fmla="*/ 233060 h 411527"/>
                <a:gd name="connsiteX107" fmla="*/ 1042227 w 2912392"/>
                <a:gd name="connsiteY107" fmla="*/ 238206 h 411527"/>
                <a:gd name="connsiteX108" fmla="*/ 1051971 w 2912392"/>
                <a:gd name="connsiteY108" fmla="*/ 243207 h 411527"/>
                <a:gd name="connsiteX109" fmla="*/ 1061715 w 2912392"/>
                <a:gd name="connsiteY109" fmla="*/ 248055 h 411527"/>
                <a:gd name="connsiteX110" fmla="*/ 1071444 w 2912392"/>
                <a:gd name="connsiteY110" fmla="*/ 252743 h 411527"/>
                <a:gd name="connsiteX111" fmla="*/ 1081188 w 2912392"/>
                <a:gd name="connsiteY111" fmla="*/ 257265 h 411527"/>
                <a:gd name="connsiteX112" fmla="*/ 1090932 w 2912392"/>
                <a:gd name="connsiteY112" fmla="*/ 261614 h 411527"/>
                <a:gd name="connsiteX113" fmla="*/ 1100676 w 2912392"/>
                <a:gd name="connsiteY113" fmla="*/ 265786 h 411527"/>
                <a:gd name="connsiteX114" fmla="*/ 1110405 w 2912392"/>
                <a:gd name="connsiteY114" fmla="*/ 269773 h 411527"/>
                <a:gd name="connsiteX115" fmla="*/ 1120149 w 2912392"/>
                <a:gd name="connsiteY115" fmla="*/ 273572 h 411527"/>
                <a:gd name="connsiteX116" fmla="*/ 1129893 w 2912392"/>
                <a:gd name="connsiteY116" fmla="*/ 277176 h 411527"/>
                <a:gd name="connsiteX117" fmla="*/ 1139637 w 2912392"/>
                <a:gd name="connsiteY117" fmla="*/ 280584 h 411527"/>
                <a:gd name="connsiteX118" fmla="*/ 1149381 w 2912392"/>
                <a:gd name="connsiteY118" fmla="*/ 283790 h 411527"/>
                <a:gd name="connsiteX119" fmla="*/ 1159110 w 2912392"/>
                <a:gd name="connsiteY119" fmla="*/ 286792 h 411527"/>
                <a:gd name="connsiteX120" fmla="*/ 1168854 w 2912392"/>
                <a:gd name="connsiteY120" fmla="*/ 289584 h 411527"/>
                <a:gd name="connsiteX121" fmla="*/ 1178598 w 2912392"/>
                <a:gd name="connsiteY121" fmla="*/ 292166 h 411527"/>
                <a:gd name="connsiteX122" fmla="*/ 1188341 w 2912392"/>
                <a:gd name="connsiteY122" fmla="*/ 294536 h 411527"/>
                <a:gd name="connsiteX123" fmla="*/ 1198070 w 2912392"/>
                <a:gd name="connsiteY123" fmla="*/ 296691 h 411527"/>
                <a:gd name="connsiteX124" fmla="*/ 1207814 w 2912392"/>
                <a:gd name="connsiteY124" fmla="*/ 298629 h 411527"/>
                <a:gd name="connsiteX125" fmla="*/ 1217558 w 2912392"/>
                <a:gd name="connsiteY125" fmla="*/ 300350 h 411527"/>
                <a:gd name="connsiteX126" fmla="*/ 1227302 w 2912392"/>
                <a:gd name="connsiteY126" fmla="*/ 301853 h 411527"/>
                <a:gd name="connsiteX127" fmla="*/ 1237031 w 2912392"/>
                <a:gd name="connsiteY127" fmla="*/ 303139 h 411527"/>
                <a:gd name="connsiteX128" fmla="*/ 1246775 w 2912392"/>
                <a:gd name="connsiteY128" fmla="*/ 304206 h 411527"/>
                <a:gd name="connsiteX129" fmla="*/ 1256519 w 2912392"/>
                <a:gd name="connsiteY129" fmla="*/ 305054 h 411527"/>
                <a:gd name="connsiteX130" fmla="*/ 1266263 w 2912392"/>
                <a:gd name="connsiteY130" fmla="*/ 305685 h 411527"/>
                <a:gd name="connsiteX131" fmla="*/ 1276007 w 2912392"/>
                <a:gd name="connsiteY131" fmla="*/ 306103 h 411527"/>
                <a:gd name="connsiteX132" fmla="*/ 1285736 w 2912392"/>
                <a:gd name="connsiteY132" fmla="*/ 306304 h 411527"/>
                <a:gd name="connsiteX133" fmla="*/ 1295480 w 2912392"/>
                <a:gd name="connsiteY133" fmla="*/ 306293 h 411527"/>
                <a:gd name="connsiteX134" fmla="*/ 1305224 w 2912392"/>
                <a:gd name="connsiteY134" fmla="*/ 306071 h 411527"/>
                <a:gd name="connsiteX135" fmla="*/ 1314968 w 2912392"/>
                <a:gd name="connsiteY135" fmla="*/ 305642 h 411527"/>
                <a:gd name="connsiteX136" fmla="*/ 1324697 w 2912392"/>
                <a:gd name="connsiteY136" fmla="*/ 305009 h 411527"/>
                <a:gd name="connsiteX137" fmla="*/ 1334441 w 2912392"/>
                <a:gd name="connsiteY137" fmla="*/ 304173 h 411527"/>
                <a:gd name="connsiteX138" fmla="*/ 1344185 w 2912392"/>
                <a:gd name="connsiteY138" fmla="*/ 303139 h 411527"/>
                <a:gd name="connsiteX139" fmla="*/ 1353929 w 2912392"/>
                <a:gd name="connsiteY139" fmla="*/ 301911 h 411527"/>
                <a:gd name="connsiteX140" fmla="*/ 1363658 w 2912392"/>
                <a:gd name="connsiteY140" fmla="*/ 300493 h 411527"/>
                <a:gd name="connsiteX141" fmla="*/ 1373402 w 2912392"/>
                <a:gd name="connsiteY141" fmla="*/ 298888 h 411527"/>
                <a:gd name="connsiteX142" fmla="*/ 1383146 w 2912392"/>
                <a:gd name="connsiteY142" fmla="*/ 297102 h 411527"/>
                <a:gd name="connsiteX143" fmla="*/ 1392890 w 2912392"/>
                <a:gd name="connsiteY143" fmla="*/ 295140 h 411527"/>
                <a:gd name="connsiteX144" fmla="*/ 1402619 w 2912392"/>
                <a:gd name="connsiteY144" fmla="*/ 293006 h 411527"/>
                <a:gd name="connsiteX145" fmla="*/ 1412363 w 2912392"/>
                <a:gd name="connsiteY145" fmla="*/ 290707 h 411527"/>
                <a:gd name="connsiteX146" fmla="*/ 1422106 w 2912392"/>
                <a:gd name="connsiteY146" fmla="*/ 288248 h 411527"/>
                <a:gd name="connsiteX147" fmla="*/ 1431850 w 2912392"/>
                <a:gd name="connsiteY147" fmla="*/ 285634 h 411527"/>
                <a:gd name="connsiteX148" fmla="*/ 1441594 w 2912392"/>
                <a:gd name="connsiteY148" fmla="*/ 282872 h 411527"/>
                <a:gd name="connsiteX149" fmla="*/ 1451323 w 2912392"/>
                <a:gd name="connsiteY149" fmla="*/ 279968 h 411527"/>
                <a:gd name="connsiteX150" fmla="*/ 1461067 w 2912392"/>
                <a:gd name="connsiteY150" fmla="*/ 276930 h 411527"/>
                <a:gd name="connsiteX151" fmla="*/ 1470811 w 2912392"/>
                <a:gd name="connsiteY151" fmla="*/ 273764 h 411527"/>
                <a:gd name="connsiteX152" fmla="*/ 1480555 w 2912392"/>
                <a:gd name="connsiteY152" fmla="*/ 270476 h 411527"/>
                <a:gd name="connsiteX153" fmla="*/ 1490284 w 2912392"/>
                <a:gd name="connsiteY153" fmla="*/ 267073 h 411527"/>
                <a:gd name="connsiteX154" fmla="*/ 1500028 w 2912392"/>
                <a:gd name="connsiteY154" fmla="*/ 263564 h 411527"/>
                <a:gd name="connsiteX155" fmla="*/ 1509772 w 2912392"/>
                <a:gd name="connsiteY155" fmla="*/ 259956 h 411527"/>
                <a:gd name="connsiteX156" fmla="*/ 1519516 w 2912392"/>
                <a:gd name="connsiteY156" fmla="*/ 256255 h 411527"/>
                <a:gd name="connsiteX157" fmla="*/ 1529245 w 2912392"/>
                <a:gd name="connsiteY157" fmla="*/ 252469 h 411527"/>
                <a:gd name="connsiteX158" fmla="*/ 1538989 w 2912392"/>
                <a:gd name="connsiteY158" fmla="*/ 248609 h 411527"/>
                <a:gd name="connsiteX159" fmla="*/ 1548733 w 2912392"/>
                <a:gd name="connsiteY159" fmla="*/ 244678 h 411527"/>
                <a:gd name="connsiteX160" fmla="*/ 1558477 w 2912392"/>
                <a:gd name="connsiteY160" fmla="*/ 240689 h 411527"/>
                <a:gd name="connsiteX161" fmla="*/ 1568221 w 2912392"/>
                <a:gd name="connsiteY161" fmla="*/ 236646 h 411527"/>
                <a:gd name="connsiteX162" fmla="*/ 1577950 w 2912392"/>
                <a:gd name="connsiteY162" fmla="*/ 232560 h 411527"/>
                <a:gd name="connsiteX163" fmla="*/ 1587694 w 2912392"/>
                <a:gd name="connsiteY163" fmla="*/ 228437 h 411527"/>
                <a:gd name="connsiteX164" fmla="*/ 1597438 w 2912392"/>
                <a:gd name="connsiteY164" fmla="*/ 224286 h 411527"/>
                <a:gd name="connsiteX165" fmla="*/ 1607182 w 2912392"/>
                <a:gd name="connsiteY165" fmla="*/ 220118 h 411527"/>
                <a:gd name="connsiteX166" fmla="*/ 1616911 w 2912392"/>
                <a:gd name="connsiteY166" fmla="*/ 215937 h 411527"/>
                <a:gd name="connsiteX167" fmla="*/ 1626655 w 2912392"/>
                <a:gd name="connsiteY167" fmla="*/ 211753 h 411527"/>
                <a:gd name="connsiteX168" fmla="*/ 1636399 w 2912392"/>
                <a:gd name="connsiteY168" fmla="*/ 207574 h 411527"/>
                <a:gd name="connsiteX169" fmla="*/ 1646142 w 2912392"/>
                <a:gd name="connsiteY169" fmla="*/ 203410 h 411527"/>
                <a:gd name="connsiteX170" fmla="*/ 1655872 w 2912392"/>
                <a:gd name="connsiteY170" fmla="*/ 199266 h 411527"/>
                <a:gd name="connsiteX171" fmla="*/ 1665616 w 2912392"/>
                <a:gd name="connsiteY171" fmla="*/ 195153 h 411527"/>
                <a:gd name="connsiteX172" fmla="*/ 1675359 w 2912392"/>
                <a:gd name="connsiteY172" fmla="*/ 191078 h 411527"/>
                <a:gd name="connsiteX173" fmla="*/ 1685103 w 2912392"/>
                <a:gd name="connsiteY173" fmla="*/ 187048 h 411527"/>
                <a:gd name="connsiteX174" fmla="*/ 1694832 w 2912392"/>
                <a:gd name="connsiteY174" fmla="*/ 183071 h 411527"/>
                <a:gd name="connsiteX175" fmla="*/ 1704576 w 2912392"/>
                <a:gd name="connsiteY175" fmla="*/ 179157 h 411527"/>
                <a:gd name="connsiteX176" fmla="*/ 1714320 w 2912392"/>
                <a:gd name="connsiteY176" fmla="*/ 175310 h 411527"/>
                <a:gd name="connsiteX177" fmla="*/ 1724064 w 2912392"/>
                <a:gd name="connsiteY177" fmla="*/ 171541 h 411527"/>
                <a:gd name="connsiteX178" fmla="*/ 1733808 w 2912392"/>
                <a:gd name="connsiteY178" fmla="*/ 167855 h 411527"/>
                <a:gd name="connsiteX179" fmla="*/ 1743537 w 2912392"/>
                <a:gd name="connsiteY179" fmla="*/ 164258 h 411527"/>
                <a:gd name="connsiteX180" fmla="*/ 1753281 w 2912392"/>
                <a:gd name="connsiteY180" fmla="*/ 160760 h 411527"/>
                <a:gd name="connsiteX181" fmla="*/ 1763025 w 2912392"/>
                <a:gd name="connsiteY181" fmla="*/ 157364 h 411527"/>
                <a:gd name="connsiteX182" fmla="*/ 1772769 w 2912392"/>
                <a:gd name="connsiteY182" fmla="*/ 154081 h 411527"/>
                <a:gd name="connsiteX183" fmla="*/ 1782498 w 2912392"/>
                <a:gd name="connsiteY183" fmla="*/ 150912 h 411527"/>
                <a:gd name="connsiteX184" fmla="*/ 1792242 w 2912392"/>
                <a:gd name="connsiteY184" fmla="*/ 147866 h 411527"/>
                <a:gd name="connsiteX185" fmla="*/ 1801986 w 2912392"/>
                <a:gd name="connsiteY185" fmla="*/ 144949 h 411527"/>
                <a:gd name="connsiteX186" fmla="*/ 1811730 w 2912392"/>
                <a:gd name="connsiteY186" fmla="*/ 142166 h 411527"/>
                <a:gd name="connsiteX187" fmla="*/ 1821459 w 2912392"/>
                <a:gd name="connsiteY187" fmla="*/ 139521 h 411527"/>
                <a:gd name="connsiteX188" fmla="*/ 1831203 w 2912392"/>
                <a:gd name="connsiteY188" fmla="*/ 137021 h 411527"/>
                <a:gd name="connsiteX189" fmla="*/ 1840947 w 2912392"/>
                <a:gd name="connsiteY189" fmla="*/ 134669 h 411527"/>
                <a:gd name="connsiteX190" fmla="*/ 1850691 w 2912392"/>
                <a:gd name="connsiteY190" fmla="*/ 132468 h 411527"/>
                <a:gd name="connsiteX191" fmla="*/ 1860435 w 2912392"/>
                <a:gd name="connsiteY191" fmla="*/ 130426 h 411527"/>
                <a:gd name="connsiteX192" fmla="*/ 1870164 w 2912392"/>
                <a:gd name="connsiteY192" fmla="*/ 128544 h 411527"/>
                <a:gd name="connsiteX193" fmla="*/ 1879908 w 2912392"/>
                <a:gd name="connsiteY193" fmla="*/ 126825 h 411527"/>
                <a:gd name="connsiteX194" fmla="*/ 1889652 w 2912392"/>
                <a:gd name="connsiteY194" fmla="*/ 125274 h 411527"/>
                <a:gd name="connsiteX195" fmla="*/ 1899395 w 2912392"/>
                <a:gd name="connsiteY195" fmla="*/ 123892 h 411527"/>
                <a:gd name="connsiteX196" fmla="*/ 1909124 w 2912392"/>
                <a:gd name="connsiteY196" fmla="*/ 122683 h 411527"/>
                <a:gd name="connsiteX197" fmla="*/ 1918868 w 2912392"/>
                <a:gd name="connsiteY197" fmla="*/ 121649 h 411527"/>
                <a:gd name="connsiteX198" fmla="*/ 1928612 w 2912392"/>
                <a:gd name="connsiteY198" fmla="*/ 120791 h 411527"/>
                <a:gd name="connsiteX199" fmla="*/ 1938356 w 2912392"/>
                <a:gd name="connsiteY199" fmla="*/ 120110 h 411527"/>
                <a:gd name="connsiteX200" fmla="*/ 1948085 w 2912392"/>
                <a:gd name="connsiteY200" fmla="*/ 119609 h 411527"/>
                <a:gd name="connsiteX201" fmla="*/ 1957829 w 2912392"/>
                <a:gd name="connsiteY201" fmla="*/ 119287 h 411527"/>
                <a:gd name="connsiteX202" fmla="*/ 1967573 w 2912392"/>
                <a:gd name="connsiteY202" fmla="*/ 119147 h 411527"/>
                <a:gd name="connsiteX203" fmla="*/ 1977317 w 2912392"/>
                <a:gd name="connsiteY203" fmla="*/ 119187 h 411527"/>
                <a:gd name="connsiteX204" fmla="*/ 1987046 w 2912392"/>
                <a:gd name="connsiteY204" fmla="*/ 119409 h 411527"/>
                <a:gd name="connsiteX205" fmla="*/ 1996790 w 2912392"/>
                <a:gd name="connsiteY205" fmla="*/ 119812 h 411527"/>
                <a:gd name="connsiteX206" fmla="*/ 2006534 w 2912392"/>
                <a:gd name="connsiteY206" fmla="*/ 120394 h 411527"/>
                <a:gd name="connsiteX207" fmla="*/ 2016278 w 2912392"/>
                <a:gd name="connsiteY207" fmla="*/ 121156 h 411527"/>
                <a:gd name="connsiteX208" fmla="*/ 2026022 w 2912392"/>
                <a:gd name="connsiteY208" fmla="*/ 122094 h 411527"/>
                <a:gd name="connsiteX209" fmla="*/ 2035751 w 2912392"/>
                <a:gd name="connsiteY209" fmla="*/ 123210 h 411527"/>
                <a:gd name="connsiteX210" fmla="*/ 2045495 w 2912392"/>
                <a:gd name="connsiteY210" fmla="*/ 124502 h 411527"/>
                <a:gd name="connsiteX211" fmla="*/ 2055239 w 2912392"/>
                <a:gd name="connsiteY211" fmla="*/ 125965 h 411527"/>
                <a:gd name="connsiteX212" fmla="*/ 2064983 w 2912392"/>
                <a:gd name="connsiteY212" fmla="*/ 127598 h 411527"/>
                <a:gd name="connsiteX213" fmla="*/ 2074712 w 2912392"/>
                <a:gd name="connsiteY213" fmla="*/ 129401 h 411527"/>
                <a:gd name="connsiteX214" fmla="*/ 2084456 w 2912392"/>
                <a:gd name="connsiteY214" fmla="*/ 131367 h 411527"/>
                <a:gd name="connsiteX215" fmla="*/ 2094200 w 2912392"/>
                <a:gd name="connsiteY215" fmla="*/ 133496 h 411527"/>
                <a:gd name="connsiteX216" fmla="*/ 2103944 w 2912392"/>
                <a:gd name="connsiteY216" fmla="*/ 135785 h 411527"/>
                <a:gd name="connsiteX217" fmla="*/ 2113673 w 2912392"/>
                <a:gd name="connsiteY217" fmla="*/ 138230 h 411527"/>
                <a:gd name="connsiteX218" fmla="*/ 2123417 w 2912392"/>
                <a:gd name="connsiteY218" fmla="*/ 140827 h 411527"/>
                <a:gd name="connsiteX219" fmla="*/ 2133161 w 2912392"/>
                <a:gd name="connsiteY219" fmla="*/ 143571 h 411527"/>
                <a:gd name="connsiteX220" fmla="*/ 2142905 w 2912392"/>
                <a:gd name="connsiteY220" fmla="*/ 146460 h 411527"/>
                <a:gd name="connsiteX221" fmla="*/ 2152649 w 2912392"/>
                <a:gd name="connsiteY221" fmla="*/ 149489 h 411527"/>
                <a:gd name="connsiteX222" fmla="*/ 2162377 w 2912392"/>
                <a:gd name="connsiteY222" fmla="*/ 152653 h 411527"/>
                <a:gd name="connsiteX223" fmla="*/ 2172121 w 2912392"/>
                <a:gd name="connsiteY223" fmla="*/ 155949 h 411527"/>
                <a:gd name="connsiteX224" fmla="*/ 2181865 w 2912392"/>
                <a:gd name="connsiteY224" fmla="*/ 159371 h 411527"/>
                <a:gd name="connsiteX225" fmla="*/ 2191609 w 2912392"/>
                <a:gd name="connsiteY225" fmla="*/ 162914 h 411527"/>
                <a:gd name="connsiteX226" fmla="*/ 2201338 w 2912392"/>
                <a:gd name="connsiteY226" fmla="*/ 166577 h 411527"/>
                <a:gd name="connsiteX227" fmla="*/ 2211082 w 2912392"/>
                <a:gd name="connsiteY227" fmla="*/ 170349 h 411527"/>
                <a:gd name="connsiteX228" fmla="*/ 2220826 w 2912392"/>
                <a:gd name="connsiteY228" fmla="*/ 174227 h 411527"/>
                <a:gd name="connsiteX229" fmla="*/ 2230570 w 2912392"/>
                <a:gd name="connsiteY229" fmla="*/ 178207 h 411527"/>
                <a:gd name="connsiteX230" fmla="*/ 2240299 w 2912392"/>
                <a:gd name="connsiteY230" fmla="*/ 182283 h 411527"/>
                <a:gd name="connsiteX231" fmla="*/ 2250043 w 2912392"/>
                <a:gd name="connsiteY231" fmla="*/ 186449 h 411527"/>
                <a:gd name="connsiteX232" fmla="*/ 2259787 w 2912392"/>
                <a:gd name="connsiteY232" fmla="*/ 190700 h 411527"/>
                <a:gd name="connsiteX233" fmla="*/ 2269531 w 2912392"/>
                <a:gd name="connsiteY233" fmla="*/ 195031 h 411527"/>
                <a:gd name="connsiteX234" fmla="*/ 2279260 w 2912392"/>
                <a:gd name="connsiteY234" fmla="*/ 199433 h 411527"/>
                <a:gd name="connsiteX235" fmla="*/ 2289004 w 2912392"/>
                <a:gd name="connsiteY235" fmla="*/ 203903 h 411527"/>
                <a:gd name="connsiteX236" fmla="*/ 2298748 w 2912392"/>
                <a:gd name="connsiteY236" fmla="*/ 208435 h 411527"/>
                <a:gd name="connsiteX237" fmla="*/ 2308492 w 2912392"/>
                <a:gd name="connsiteY237" fmla="*/ 213024 h 411527"/>
                <a:gd name="connsiteX238" fmla="*/ 2318236 w 2912392"/>
                <a:gd name="connsiteY238" fmla="*/ 217662 h 411527"/>
                <a:gd name="connsiteX239" fmla="*/ 2327965 w 2912392"/>
                <a:gd name="connsiteY239" fmla="*/ 222343 h 411527"/>
                <a:gd name="connsiteX240" fmla="*/ 2337709 w 2912392"/>
                <a:gd name="connsiteY240" fmla="*/ 227063 h 411527"/>
                <a:gd name="connsiteX241" fmla="*/ 2347453 w 2912392"/>
                <a:gd name="connsiteY241" fmla="*/ 231815 h 411527"/>
                <a:gd name="connsiteX242" fmla="*/ 2357197 w 2912392"/>
                <a:gd name="connsiteY242" fmla="*/ 236593 h 411527"/>
                <a:gd name="connsiteX243" fmla="*/ 2366926 w 2912392"/>
                <a:gd name="connsiteY243" fmla="*/ 241390 h 411527"/>
                <a:gd name="connsiteX244" fmla="*/ 2376670 w 2912392"/>
                <a:gd name="connsiteY244" fmla="*/ 246203 h 411527"/>
                <a:gd name="connsiteX245" fmla="*/ 2386413 w 2912392"/>
                <a:gd name="connsiteY245" fmla="*/ 251022 h 411527"/>
                <a:gd name="connsiteX246" fmla="*/ 2396157 w 2912392"/>
                <a:gd name="connsiteY246" fmla="*/ 255844 h 411527"/>
                <a:gd name="connsiteX247" fmla="*/ 2405886 w 2912392"/>
                <a:gd name="connsiteY247" fmla="*/ 260662 h 411527"/>
                <a:gd name="connsiteX248" fmla="*/ 2415630 w 2912392"/>
                <a:gd name="connsiteY248" fmla="*/ 265472 h 411527"/>
                <a:gd name="connsiteX249" fmla="*/ 2425374 w 2912392"/>
                <a:gd name="connsiteY249" fmla="*/ 270264 h 411527"/>
                <a:gd name="connsiteX250" fmla="*/ 2435118 w 2912392"/>
                <a:gd name="connsiteY250" fmla="*/ 275038 h 411527"/>
                <a:gd name="connsiteX251" fmla="*/ 2444862 w 2912392"/>
                <a:gd name="connsiteY251" fmla="*/ 279785 h 411527"/>
                <a:gd name="connsiteX252" fmla="*/ 2454591 w 2912392"/>
                <a:gd name="connsiteY252" fmla="*/ 284499 h 411527"/>
                <a:gd name="connsiteX253" fmla="*/ 2464335 w 2912392"/>
                <a:gd name="connsiteY253" fmla="*/ 289177 h 411527"/>
                <a:gd name="connsiteX254" fmla="*/ 2474079 w 2912392"/>
                <a:gd name="connsiteY254" fmla="*/ 293811 h 411527"/>
                <a:gd name="connsiteX255" fmla="*/ 2483823 w 2912392"/>
                <a:gd name="connsiteY255" fmla="*/ 298398 h 411527"/>
                <a:gd name="connsiteX256" fmla="*/ 2493552 w 2912392"/>
                <a:gd name="connsiteY256" fmla="*/ 302932 h 411527"/>
                <a:gd name="connsiteX257" fmla="*/ 2503296 w 2912392"/>
                <a:gd name="connsiteY257" fmla="*/ 307409 h 411527"/>
                <a:gd name="connsiteX258" fmla="*/ 2513040 w 2912392"/>
                <a:gd name="connsiteY258" fmla="*/ 311822 h 411527"/>
                <a:gd name="connsiteX259" fmla="*/ 2522784 w 2912392"/>
                <a:gd name="connsiteY259" fmla="*/ 316170 h 411527"/>
                <a:gd name="connsiteX260" fmla="*/ 2532513 w 2912392"/>
                <a:gd name="connsiteY260" fmla="*/ 320444 h 411527"/>
                <a:gd name="connsiteX261" fmla="*/ 2542257 w 2912392"/>
                <a:gd name="connsiteY261" fmla="*/ 324644 h 411527"/>
                <a:gd name="connsiteX262" fmla="*/ 2552001 w 2912392"/>
                <a:gd name="connsiteY262" fmla="*/ 328765 h 411527"/>
                <a:gd name="connsiteX263" fmla="*/ 2561745 w 2912392"/>
                <a:gd name="connsiteY263" fmla="*/ 332801 h 411527"/>
                <a:gd name="connsiteX264" fmla="*/ 2571474 w 2912392"/>
                <a:gd name="connsiteY264" fmla="*/ 336751 h 411527"/>
                <a:gd name="connsiteX265" fmla="*/ 2581218 w 2912392"/>
                <a:gd name="connsiteY265" fmla="*/ 340610 h 411527"/>
                <a:gd name="connsiteX266" fmla="*/ 2590962 w 2912392"/>
                <a:gd name="connsiteY266" fmla="*/ 344375 h 411527"/>
                <a:gd name="connsiteX267" fmla="*/ 2600705 w 2912392"/>
                <a:gd name="connsiteY267" fmla="*/ 348043 h 411527"/>
                <a:gd name="connsiteX268" fmla="*/ 2610449 w 2912392"/>
                <a:gd name="connsiteY268" fmla="*/ 351613 h 411527"/>
                <a:gd name="connsiteX269" fmla="*/ 2620178 w 2912392"/>
                <a:gd name="connsiteY269" fmla="*/ 355080 h 411527"/>
                <a:gd name="connsiteX270" fmla="*/ 2629922 w 2912392"/>
                <a:gd name="connsiteY270" fmla="*/ 358444 h 411527"/>
                <a:gd name="connsiteX271" fmla="*/ 2639666 w 2912392"/>
                <a:gd name="connsiteY271" fmla="*/ 361703 h 411527"/>
                <a:gd name="connsiteX272" fmla="*/ 2649410 w 2912392"/>
                <a:gd name="connsiteY272" fmla="*/ 364854 h 411527"/>
                <a:gd name="connsiteX273" fmla="*/ 2659139 w 2912392"/>
                <a:gd name="connsiteY273" fmla="*/ 367898 h 411527"/>
                <a:gd name="connsiteX274" fmla="*/ 2668883 w 2912392"/>
                <a:gd name="connsiteY274" fmla="*/ 370831 h 411527"/>
                <a:gd name="connsiteX275" fmla="*/ 2678627 w 2912392"/>
                <a:gd name="connsiteY275" fmla="*/ 373653 h 411527"/>
                <a:gd name="connsiteX276" fmla="*/ 2688371 w 2912392"/>
                <a:gd name="connsiteY276" fmla="*/ 376366 h 411527"/>
                <a:gd name="connsiteX277" fmla="*/ 2698100 w 2912392"/>
                <a:gd name="connsiteY277" fmla="*/ 378973 h 411527"/>
                <a:gd name="connsiteX278" fmla="*/ 2707844 w 2912392"/>
                <a:gd name="connsiteY278" fmla="*/ 381462 h 411527"/>
                <a:gd name="connsiteX279" fmla="*/ 2717588 w 2912392"/>
                <a:gd name="connsiteY279" fmla="*/ 383845 h 411527"/>
                <a:gd name="connsiteX280" fmla="*/ 2727332 w 2912392"/>
                <a:gd name="connsiteY280" fmla="*/ 386110 h 411527"/>
                <a:gd name="connsiteX281" fmla="*/ 2737076 w 2912392"/>
                <a:gd name="connsiteY281" fmla="*/ 388270 h 411527"/>
                <a:gd name="connsiteX282" fmla="*/ 2746805 w 2912392"/>
                <a:gd name="connsiteY282" fmla="*/ 390326 h 411527"/>
                <a:gd name="connsiteX283" fmla="*/ 2756549 w 2912392"/>
                <a:gd name="connsiteY283" fmla="*/ 392278 h 411527"/>
                <a:gd name="connsiteX284" fmla="*/ 2766293 w 2912392"/>
                <a:gd name="connsiteY284" fmla="*/ 394126 h 411527"/>
                <a:gd name="connsiteX285" fmla="*/ 2776037 w 2912392"/>
                <a:gd name="connsiteY285" fmla="*/ 395884 h 411527"/>
                <a:gd name="connsiteX286" fmla="*/ 2785766 w 2912392"/>
                <a:gd name="connsiteY286" fmla="*/ 397523 h 411527"/>
                <a:gd name="connsiteX287" fmla="*/ 2795510 w 2912392"/>
                <a:gd name="connsiteY287" fmla="*/ 399072 h 411527"/>
                <a:gd name="connsiteX288" fmla="*/ 2805254 w 2912392"/>
                <a:gd name="connsiteY288" fmla="*/ 400532 h 411527"/>
                <a:gd name="connsiteX289" fmla="*/ 2814998 w 2912392"/>
                <a:gd name="connsiteY289" fmla="*/ 401903 h 411527"/>
                <a:gd name="connsiteX290" fmla="*/ 2824727 w 2912392"/>
                <a:gd name="connsiteY290" fmla="*/ 403184 h 411527"/>
                <a:gd name="connsiteX291" fmla="*/ 2834471 w 2912392"/>
                <a:gd name="connsiteY291" fmla="*/ 404391 h 411527"/>
                <a:gd name="connsiteX292" fmla="*/ 2844215 w 2912392"/>
                <a:gd name="connsiteY292" fmla="*/ 405509 h 411527"/>
                <a:gd name="connsiteX293" fmla="*/ 2853958 w 2912392"/>
                <a:gd name="connsiteY293" fmla="*/ 406566 h 411527"/>
                <a:gd name="connsiteX294" fmla="*/ 2863687 w 2912392"/>
                <a:gd name="connsiteY294" fmla="*/ 407535 h 411527"/>
                <a:gd name="connsiteX295" fmla="*/ 2873431 w 2912392"/>
                <a:gd name="connsiteY295" fmla="*/ 408444 h 411527"/>
                <a:gd name="connsiteX296" fmla="*/ 2883175 w 2912392"/>
                <a:gd name="connsiteY296" fmla="*/ 409293 h 411527"/>
                <a:gd name="connsiteX297" fmla="*/ 2892919 w 2912392"/>
                <a:gd name="connsiteY297" fmla="*/ 410082 h 411527"/>
                <a:gd name="connsiteX298" fmla="*/ 2902663 w 2912392"/>
                <a:gd name="connsiteY298" fmla="*/ 410827 h 411527"/>
                <a:gd name="connsiteX299" fmla="*/ 2912392 w 2912392"/>
                <a:gd name="connsiteY299" fmla="*/ 411528 h 411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11527">
                  <a:moveTo>
                    <a:pt x="0" y="210"/>
                  </a:moveTo>
                  <a:lnTo>
                    <a:pt x="9739" y="5258"/>
                  </a:lnTo>
                  <a:lnTo>
                    <a:pt x="19480" y="10006"/>
                  </a:lnTo>
                  <a:lnTo>
                    <a:pt x="29221" y="14452"/>
                  </a:lnTo>
                  <a:lnTo>
                    <a:pt x="38961" y="18592"/>
                  </a:lnTo>
                  <a:lnTo>
                    <a:pt x="48702" y="22429"/>
                  </a:lnTo>
                  <a:lnTo>
                    <a:pt x="58443" y="25960"/>
                  </a:lnTo>
                  <a:lnTo>
                    <a:pt x="68182" y="29189"/>
                  </a:lnTo>
                  <a:lnTo>
                    <a:pt x="77923" y="32113"/>
                  </a:lnTo>
                  <a:lnTo>
                    <a:pt x="87664" y="34740"/>
                  </a:lnTo>
                  <a:lnTo>
                    <a:pt x="97404" y="37070"/>
                  </a:lnTo>
                  <a:lnTo>
                    <a:pt x="107145" y="39110"/>
                  </a:lnTo>
                  <a:lnTo>
                    <a:pt x="116886" y="40862"/>
                  </a:lnTo>
                  <a:lnTo>
                    <a:pt x="126625" y="42334"/>
                  </a:lnTo>
                  <a:lnTo>
                    <a:pt x="136366" y="43530"/>
                  </a:lnTo>
                  <a:lnTo>
                    <a:pt x="146107" y="44462"/>
                  </a:lnTo>
                  <a:lnTo>
                    <a:pt x="155846" y="45133"/>
                  </a:lnTo>
                  <a:lnTo>
                    <a:pt x="165587" y="45555"/>
                  </a:lnTo>
                  <a:lnTo>
                    <a:pt x="175328" y="45735"/>
                  </a:lnTo>
                  <a:lnTo>
                    <a:pt x="185068" y="45686"/>
                  </a:lnTo>
                  <a:lnTo>
                    <a:pt x="194809" y="45417"/>
                  </a:lnTo>
                  <a:lnTo>
                    <a:pt x="204550" y="44937"/>
                  </a:lnTo>
                  <a:lnTo>
                    <a:pt x="214289" y="44260"/>
                  </a:lnTo>
                  <a:lnTo>
                    <a:pt x="224030" y="43399"/>
                  </a:lnTo>
                  <a:lnTo>
                    <a:pt x="233771" y="42365"/>
                  </a:lnTo>
                  <a:lnTo>
                    <a:pt x="243510" y="41172"/>
                  </a:lnTo>
                  <a:lnTo>
                    <a:pt x="253251" y="39834"/>
                  </a:lnTo>
                  <a:lnTo>
                    <a:pt x="262992" y="38362"/>
                  </a:lnTo>
                  <a:lnTo>
                    <a:pt x="272732" y="36772"/>
                  </a:lnTo>
                  <a:lnTo>
                    <a:pt x="282473" y="35078"/>
                  </a:lnTo>
                  <a:lnTo>
                    <a:pt x="292214" y="33296"/>
                  </a:lnTo>
                  <a:lnTo>
                    <a:pt x="301953" y="31438"/>
                  </a:lnTo>
                  <a:lnTo>
                    <a:pt x="311694" y="29519"/>
                  </a:lnTo>
                  <a:lnTo>
                    <a:pt x="321435" y="27556"/>
                  </a:lnTo>
                  <a:lnTo>
                    <a:pt x="331175" y="25561"/>
                  </a:lnTo>
                  <a:lnTo>
                    <a:pt x="340916" y="23551"/>
                  </a:lnTo>
                  <a:lnTo>
                    <a:pt x="350656" y="21539"/>
                  </a:lnTo>
                  <a:lnTo>
                    <a:pt x="360396" y="19540"/>
                  </a:lnTo>
                  <a:lnTo>
                    <a:pt x="370137" y="17569"/>
                  </a:lnTo>
                  <a:lnTo>
                    <a:pt x="379878" y="15638"/>
                  </a:lnTo>
                  <a:lnTo>
                    <a:pt x="389617" y="13764"/>
                  </a:lnTo>
                  <a:lnTo>
                    <a:pt x="399358" y="11958"/>
                  </a:lnTo>
                  <a:lnTo>
                    <a:pt x="409099" y="10233"/>
                  </a:lnTo>
                  <a:lnTo>
                    <a:pt x="418839" y="8604"/>
                  </a:lnTo>
                  <a:lnTo>
                    <a:pt x="428580" y="7081"/>
                  </a:lnTo>
                  <a:lnTo>
                    <a:pt x="438321" y="5679"/>
                  </a:lnTo>
                  <a:lnTo>
                    <a:pt x="448060" y="4407"/>
                  </a:lnTo>
                  <a:lnTo>
                    <a:pt x="457801" y="3275"/>
                  </a:lnTo>
                  <a:lnTo>
                    <a:pt x="467542" y="2296"/>
                  </a:lnTo>
                  <a:lnTo>
                    <a:pt x="477281" y="1479"/>
                  </a:lnTo>
                  <a:lnTo>
                    <a:pt x="487022" y="833"/>
                  </a:lnTo>
                  <a:lnTo>
                    <a:pt x="496763" y="365"/>
                  </a:lnTo>
                  <a:lnTo>
                    <a:pt x="506503" y="85"/>
                  </a:lnTo>
                  <a:lnTo>
                    <a:pt x="516244" y="0"/>
                  </a:lnTo>
                  <a:lnTo>
                    <a:pt x="525985" y="116"/>
                  </a:lnTo>
                  <a:lnTo>
                    <a:pt x="535724" y="439"/>
                  </a:lnTo>
                  <a:lnTo>
                    <a:pt x="545465" y="976"/>
                  </a:lnTo>
                  <a:lnTo>
                    <a:pt x="555206" y="1728"/>
                  </a:lnTo>
                  <a:lnTo>
                    <a:pt x="564946" y="2701"/>
                  </a:lnTo>
                  <a:lnTo>
                    <a:pt x="574687" y="3898"/>
                  </a:lnTo>
                  <a:lnTo>
                    <a:pt x="584428" y="5320"/>
                  </a:lnTo>
                  <a:lnTo>
                    <a:pt x="594167" y="6971"/>
                  </a:lnTo>
                  <a:lnTo>
                    <a:pt x="603908" y="8851"/>
                  </a:lnTo>
                  <a:lnTo>
                    <a:pt x="613649" y="10960"/>
                  </a:lnTo>
                  <a:lnTo>
                    <a:pt x="623388" y="13296"/>
                  </a:lnTo>
                  <a:lnTo>
                    <a:pt x="633129" y="15858"/>
                  </a:lnTo>
                  <a:lnTo>
                    <a:pt x="642870" y="18648"/>
                  </a:lnTo>
                  <a:lnTo>
                    <a:pt x="652610" y="21659"/>
                  </a:lnTo>
                  <a:lnTo>
                    <a:pt x="662351" y="24889"/>
                  </a:lnTo>
                  <a:lnTo>
                    <a:pt x="672092" y="28335"/>
                  </a:lnTo>
                  <a:lnTo>
                    <a:pt x="681831" y="31993"/>
                  </a:lnTo>
                  <a:lnTo>
                    <a:pt x="691572" y="35854"/>
                  </a:lnTo>
                  <a:lnTo>
                    <a:pt x="701313" y="39919"/>
                  </a:lnTo>
                  <a:lnTo>
                    <a:pt x="711052" y="44175"/>
                  </a:lnTo>
                  <a:lnTo>
                    <a:pt x="720793" y="48620"/>
                  </a:lnTo>
                  <a:lnTo>
                    <a:pt x="730534" y="53244"/>
                  </a:lnTo>
                  <a:lnTo>
                    <a:pt x="740274" y="58042"/>
                  </a:lnTo>
                  <a:lnTo>
                    <a:pt x="750015" y="63003"/>
                  </a:lnTo>
                  <a:lnTo>
                    <a:pt x="759756" y="68121"/>
                  </a:lnTo>
                  <a:lnTo>
                    <a:pt x="769495" y="73385"/>
                  </a:lnTo>
                  <a:lnTo>
                    <a:pt x="779236" y="78787"/>
                  </a:lnTo>
                  <a:lnTo>
                    <a:pt x="788977" y="84316"/>
                  </a:lnTo>
                  <a:lnTo>
                    <a:pt x="798717" y="89965"/>
                  </a:lnTo>
                  <a:lnTo>
                    <a:pt x="808458" y="95720"/>
                  </a:lnTo>
                  <a:lnTo>
                    <a:pt x="818199" y="101572"/>
                  </a:lnTo>
                  <a:lnTo>
                    <a:pt x="827938" y="107512"/>
                  </a:lnTo>
                  <a:lnTo>
                    <a:pt x="837679" y="113529"/>
                  </a:lnTo>
                  <a:lnTo>
                    <a:pt x="847420" y="119609"/>
                  </a:lnTo>
                  <a:lnTo>
                    <a:pt x="857159" y="125744"/>
                  </a:lnTo>
                  <a:lnTo>
                    <a:pt x="866900" y="131923"/>
                  </a:lnTo>
                  <a:lnTo>
                    <a:pt x="876641" y="138133"/>
                  </a:lnTo>
                  <a:lnTo>
                    <a:pt x="886381" y="144365"/>
                  </a:lnTo>
                  <a:lnTo>
                    <a:pt x="896122" y="150605"/>
                  </a:lnTo>
                  <a:lnTo>
                    <a:pt x="905863" y="156846"/>
                  </a:lnTo>
                  <a:lnTo>
                    <a:pt x="915602" y="163074"/>
                  </a:lnTo>
                  <a:lnTo>
                    <a:pt x="925343" y="169278"/>
                  </a:lnTo>
                  <a:lnTo>
                    <a:pt x="935084" y="175449"/>
                  </a:lnTo>
                  <a:lnTo>
                    <a:pt x="944824" y="181574"/>
                  </a:lnTo>
                  <a:lnTo>
                    <a:pt x="954564" y="187645"/>
                  </a:lnTo>
                  <a:lnTo>
                    <a:pt x="964305" y="193652"/>
                  </a:lnTo>
                  <a:lnTo>
                    <a:pt x="974045" y="199582"/>
                  </a:lnTo>
                  <a:lnTo>
                    <a:pt x="983786" y="205429"/>
                  </a:lnTo>
                  <a:lnTo>
                    <a:pt x="993522" y="211180"/>
                  </a:lnTo>
                  <a:lnTo>
                    <a:pt x="1003266" y="216828"/>
                  </a:lnTo>
                  <a:lnTo>
                    <a:pt x="1013010" y="222363"/>
                  </a:lnTo>
                  <a:lnTo>
                    <a:pt x="1022754" y="227776"/>
                  </a:lnTo>
                  <a:lnTo>
                    <a:pt x="1032483" y="233060"/>
                  </a:lnTo>
                  <a:lnTo>
                    <a:pt x="1042227" y="238206"/>
                  </a:lnTo>
                  <a:lnTo>
                    <a:pt x="1051971" y="243207"/>
                  </a:lnTo>
                  <a:lnTo>
                    <a:pt x="1061715" y="248055"/>
                  </a:lnTo>
                  <a:lnTo>
                    <a:pt x="1071444" y="252743"/>
                  </a:lnTo>
                  <a:lnTo>
                    <a:pt x="1081188" y="257265"/>
                  </a:lnTo>
                  <a:lnTo>
                    <a:pt x="1090932" y="261614"/>
                  </a:lnTo>
                  <a:lnTo>
                    <a:pt x="1100676" y="265786"/>
                  </a:lnTo>
                  <a:lnTo>
                    <a:pt x="1110405" y="269773"/>
                  </a:lnTo>
                  <a:lnTo>
                    <a:pt x="1120149" y="273572"/>
                  </a:lnTo>
                  <a:lnTo>
                    <a:pt x="1129893" y="277176"/>
                  </a:lnTo>
                  <a:lnTo>
                    <a:pt x="1139637" y="280584"/>
                  </a:lnTo>
                  <a:lnTo>
                    <a:pt x="1149381" y="283790"/>
                  </a:lnTo>
                  <a:lnTo>
                    <a:pt x="1159110" y="286792"/>
                  </a:lnTo>
                  <a:lnTo>
                    <a:pt x="1168854" y="289584"/>
                  </a:lnTo>
                  <a:lnTo>
                    <a:pt x="1178598" y="292166"/>
                  </a:lnTo>
                  <a:lnTo>
                    <a:pt x="1188341" y="294536"/>
                  </a:lnTo>
                  <a:lnTo>
                    <a:pt x="1198070" y="296691"/>
                  </a:lnTo>
                  <a:lnTo>
                    <a:pt x="1207814" y="298629"/>
                  </a:lnTo>
                  <a:lnTo>
                    <a:pt x="1217558" y="300350"/>
                  </a:lnTo>
                  <a:lnTo>
                    <a:pt x="1227302" y="301853"/>
                  </a:lnTo>
                  <a:lnTo>
                    <a:pt x="1237031" y="303139"/>
                  </a:lnTo>
                  <a:lnTo>
                    <a:pt x="1246775" y="304206"/>
                  </a:lnTo>
                  <a:lnTo>
                    <a:pt x="1256519" y="305054"/>
                  </a:lnTo>
                  <a:lnTo>
                    <a:pt x="1266263" y="305685"/>
                  </a:lnTo>
                  <a:lnTo>
                    <a:pt x="1276007" y="306103"/>
                  </a:lnTo>
                  <a:lnTo>
                    <a:pt x="1285736" y="306304"/>
                  </a:lnTo>
                  <a:lnTo>
                    <a:pt x="1295480" y="306293"/>
                  </a:lnTo>
                  <a:lnTo>
                    <a:pt x="1305224" y="306071"/>
                  </a:lnTo>
                  <a:lnTo>
                    <a:pt x="1314968" y="305642"/>
                  </a:lnTo>
                  <a:lnTo>
                    <a:pt x="1324697" y="305009"/>
                  </a:lnTo>
                  <a:lnTo>
                    <a:pt x="1334441" y="304173"/>
                  </a:lnTo>
                  <a:lnTo>
                    <a:pt x="1344185" y="303139"/>
                  </a:lnTo>
                  <a:lnTo>
                    <a:pt x="1353929" y="301911"/>
                  </a:lnTo>
                  <a:lnTo>
                    <a:pt x="1363658" y="300493"/>
                  </a:lnTo>
                  <a:lnTo>
                    <a:pt x="1373402" y="298888"/>
                  </a:lnTo>
                  <a:lnTo>
                    <a:pt x="1383146" y="297102"/>
                  </a:lnTo>
                  <a:lnTo>
                    <a:pt x="1392890" y="295140"/>
                  </a:lnTo>
                  <a:lnTo>
                    <a:pt x="1402619" y="293006"/>
                  </a:lnTo>
                  <a:lnTo>
                    <a:pt x="1412363" y="290707"/>
                  </a:lnTo>
                  <a:lnTo>
                    <a:pt x="1422106" y="288248"/>
                  </a:lnTo>
                  <a:lnTo>
                    <a:pt x="1431850" y="285634"/>
                  </a:lnTo>
                  <a:lnTo>
                    <a:pt x="1441594" y="282872"/>
                  </a:lnTo>
                  <a:lnTo>
                    <a:pt x="1451323" y="279968"/>
                  </a:lnTo>
                  <a:lnTo>
                    <a:pt x="1461067" y="276930"/>
                  </a:lnTo>
                  <a:lnTo>
                    <a:pt x="1470811" y="273764"/>
                  </a:lnTo>
                  <a:lnTo>
                    <a:pt x="1480555" y="270476"/>
                  </a:lnTo>
                  <a:lnTo>
                    <a:pt x="1490284" y="267073"/>
                  </a:lnTo>
                  <a:lnTo>
                    <a:pt x="1500028" y="263564"/>
                  </a:lnTo>
                  <a:lnTo>
                    <a:pt x="1509772" y="259956"/>
                  </a:lnTo>
                  <a:lnTo>
                    <a:pt x="1519516" y="256255"/>
                  </a:lnTo>
                  <a:lnTo>
                    <a:pt x="1529245" y="252469"/>
                  </a:lnTo>
                  <a:lnTo>
                    <a:pt x="1538989" y="248609"/>
                  </a:lnTo>
                  <a:lnTo>
                    <a:pt x="1548733" y="244678"/>
                  </a:lnTo>
                  <a:lnTo>
                    <a:pt x="1558477" y="240689"/>
                  </a:lnTo>
                  <a:lnTo>
                    <a:pt x="1568221" y="236646"/>
                  </a:lnTo>
                  <a:lnTo>
                    <a:pt x="1577950" y="232560"/>
                  </a:lnTo>
                  <a:lnTo>
                    <a:pt x="1587694" y="228437"/>
                  </a:lnTo>
                  <a:lnTo>
                    <a:pt x="1597438" y="224286"/>
                  </a:lnTo>
                  <a:lnTo>
                    <a:pt x="1607182" y="220118"/>
                  </a:lnTo>
                  <a:lnTo>
                    <a:pt x="1616911" y="215937"/>
                  </a:lnTo>
                  <a:lnTo>
                    <a:pt x="1626655" y="211753"/>
                  </a:lnTo>
                  <a:lnTo>
                    <a:pt x="1636399" y="207574"/>
                  </a:lnTo>
                  <a:lnTo>
                    <a:pt x="1646142" y="203410"/>
                  </a:lnTo>
                  <a:lnTo>
                    <a:pt x="1655872" y="199266"/>
                  </a:lnTo>
                  <a:lnTo>
                    <a:pt x="1665616" y="195153"/>
                  </a:lnTo>
                  <a:lnTo>
                    <a:pt x="1675359" y="191078"/>
                  </a:lnTo>
                  <a:lnTo>
                    <a:pt x="1685103" y="187048"/>
                  </a:lnTo>
                  <a:lnTo>
                    <a:pt x="1694832" y="183071"/>
                  </a:lnTo>
                  <a:lnTo>
                    <a:pt x="1704576" y="179157"/>
                  </a:lnTo>
                  <a:lnTo>
                    <a:pt x="1714320" y="175310"/>
                  </a:lnTo>
                  <a:lnTo>
                    <a:pt x="1724064" y="171541"/>
                  </a:lnTo>
                  <a:lnTo>
                    <a:pt x="1733808" y="167855"/>
                  </a:lnTo>
                  <a:lnTo>
                    <a:pt x="1743537" y="164258"/>
                  </a:lnTo>
                  <a:lnTo>
                    <a:pt x="1753281" y="160760"/>
                  </a:lnTo>
                  <a:lnTo>
                    <a:pt x="1763025" y="157364"/>
                  </a:lnTo>
                  <a:lnTo>
                    <a:pt x="1772769" y="154081"/>
                  </a:lnTo>
                  <a:lnTo>
                    <a:pt x="1782498" y="150912"/>
                  </a:lnTo>
                  <a:lnTo>
                    <a:pt x="1792242" y="147866"/>
                  </a:lnTo>
                  <a:lnTo>
                    <a:pt x="1801986" y="144949"/>
                  </a:lnTo>
                  <a:lnTo>
                    <a:pt x="1811730" y="142166"/>
                  </a:lnTo>
                  <a:lnTo>
                    <a:pt x="1821459" y="139521"/>
                  </a:lnTo>
                  <a:lnTo>
                    <a:pt x="1831203" y="137021"/>
                  </a:lnTo>
                  <a:lnTo>
                    <a:pt x="1840947" y="134669"/>
                  </a:lnTo>
                  <a:lnTo>
                    <a:pt x="1850691" y="132468"/>
                  </a:lnTo>
                  <a:lnTo>
                    <a:pt x="1860435" y="130426"/>
                  </a:lnTo>
                  <a:lnTo>
                    <a:pt x="1870164" y="128544"/>
                  </a:lnTo>
                  <a:lnTo>
                    <a:pt x="1879908" y="126825"/>
                  </a:lnTo>
                  <a:lnTo>
                    <a:pt x="1889652" y="125274"/>
                  </a:lnTo>
                  <a:lnTo>
                    <a:pt x="1899395" y="123892"/>
                  </a:lnTo>
                  <a:lnTo>
                    <a:pt x="1909124" y="122683"/>
                  </a:lnTo>
                  <a:lnTo>
                    <a:pt x="1918868" y="121649"/>
                  </a:lnTo>
                  <a:lnTo>
                    <a:pt x="1928612" y="120791"/>
                  </a:lnTo>
                  <a:lnTo>
                    <a:pt x="1938356" y="120110"/>
                  </a:lnTo>
                  <a:lnTo>
                    <a:pt x="1948085" y="119609"/>
                  </a:lnTo>
                  <a:lnTo>
                    <a:pt x="1957829" y="119287"/>
                  </a:lnTo>
                  <a:lnTo>
                    <a:pt x="1967573" y="119147"/>
                  </a:lnTo>
                  <a:lnTo>
                    <a:pt x="1977317" y="119187"/>
                  </a:lnTo>
                  <a:lnTo>
                    <a:pt x="1987046" y="119409"/>
                  </a:lnTo>
                  <a:lnTo>
                    <a:pt x="1996790" y="119812"/>
                  </a:lnTo>
                  <a:lnTo>
                    <a:pt x="2006534" y="120394"/>
                  </a:lnTo>
                  <a:lnTo>
                    <a:pt x="2016278" y="121156"/>
                  </a:lnTo>
                  <a:lnTo>
                    <a:pt x="2026022" y="122094"/>
                  </a:lnTo>
                  <a:lnTo>
                    <a:pt x="2035751" y="123210"/>
                  </a:lnTo>
                  <a:lnTo>
                    <a:pt x="2045495" y="124502"/>
                  </a:lnTo>
                  <a:lnTo>
                    <a:pt x="2055239" y="125965"/>
                  </a:lnTo>
                  <a:lnTo>
                    <a:pt x="2064983" y="127598"/>
                  </a:lnTo>
                  <a:lnTo>
                    <a:pt x="2074712" y="129401"/>
                  </a:lnTo>
                  <a:lnTo>
                    <a:pt x="2084456" y="131367"/>
                  </a:lnTo>
                  <a:lnTo>
                    <a:pt x="2094200" y="133496"/>
                  </a:lnTo>
                  <a:lnTo>
                    <a:pt x="2103944" y="135785"/>
                  </a:lnTo>
                  <a:lnTo>
                    <a:pt x="2113673" y="138230"/>
                  </a:lnTo>
                  <a:lnTo>
                    <a:pt x="2123417" y="140827"/>
                  </a:lnTo>
                  <a:lnTo>
                    <a:pt x="2133161" y="143571"/>
                  </a:lnTo>
                  <a:lnTo>
                    <a:pt x="2142905" y="146460"/>
                  </a:lnTo>
                  <a:lnTo>
                    <a:pt x="2152649" y="149489"/>
                  </a:lnTo>
                  <a:lnTo>
                    <a:pt x="2162377" y="152653"/>
                  </a:lnTo>
                  <a:lnTo>
                    <a:pt x="2172121" y="155949"/>
                  </a:lnTo>
                  <a:lnTo>
                    <a:pt x="2181865" y="159371"/>
                  </a:lnTo>
                  <a:lnTo>
                    <a:pt x="2191609" y="162914"/>
                  </a:lnTo>
                  <a:lnTo>
                    <a:pt x="2201338" y="166577"/>
                  </a:lnTo>
                  <a:lnTo>
                    <a:pt x="2211082" y="170349"/>
                  </a:lnTo>
                  <a:lnTo>
                    <a:pt x="2220826" y="174227"/>
                  </a:lnTo>
                  <a:lnTo>
                    <a:pt x="2230570" y="178207"/>
                  </a:lnTo>
                  <a:lnTo>
                    <a:pt x="2240299" y="182283"/>
                  </a:lnTo>
                  <a:lnTo>
                    <a:pt x="2250043" y="186449"/>
                  </a:lnTo>
                  <a:lnTo>
                    <a:pt x="2259787" y="190700"/>
                  </a:lnTo>
                  <a:lnTo>
                    <a:pt x="2269531" y="195031"/>
                  </a:lnTo>
                  <a:lnTo>
                    <a:pt x="2279260" y="199433"/>
                  </a:lnTo>
                  <a:lnTo>
                    <a:pt x="2289004" y="203903"/>
                  </a:lnTo>
                  <a:lnTo>
                    <a:pt x="2298748" y="208435"/>
                  </a:lnTo>
                  <a:lnTo>
                    <a:pt x="2308492" y="213024"/>
                  </a:lnTo>
                  <a:lnTo>
                    <a:pt x="2318236" y="217662"/>
                  </a:lnTo>
                  <a:lnTo>
                    <a:pt x="2327965" y="222343"/>
                  </a:lnTo>
                  <a:lnTo>
                    <a:pt x="2337709" y="227063"/>
                  </a:lnTo>
                  <a:lnTo>
                    <a:pt x="2347453" y="231815"/>
                  </a:lnTo>
                  <a:lnTo>
                    <a:pt x="2357197" y="236593"/>
                  </a:lnTo>
                  <a:lnTo>
                    <a:pt x="2366926" y="241390"/>
                  </a:lnTo>
                  <a:lnTo>
                    <a:pt x="2376670" y="246203"/>
                  </a:lnTo>
                  <a:lnTo>
                    <a:pt x="2386413" y="251022"/>
                  </a:lnTo>
                  <a:lnTo>
                    <a:pt x="2396157" y="255844"/>
                  </a:lnTo>
                  <a:lnTo>
                    <a:pt x="2405886" y="260662"/>
                  </a:lnTo>
                  <a:lnTo>
                    <a:pt x="2415630" y="265472"/>
                  </a:lnTo>
                  <a:lnTo>
                    <a:pt x="2425374" y="270264"/>
                  </a:lnTo>
                  <a:lnTo>
                    <a:pt x="2435118" y="275038"/>
                  </a:lnTo>
                  <a:lnTo>
                    <a:pt x="2444862" y="279785"/>
                  </a:lnTo>
                  <a:lnTo>
                    <a:pt x="2454591" y="284499"/>
                  </a:lnTo>
                  <a:lnTo>
                    <a:pt x="2464335" y="289177"/>
                  </a:lnTo>
                  <a:lnTo>
                    <a:pt x="2474079" y="293811"/>
                  </a:lnTo>
                  <a:lnTo>
                    <a:pt x="2483823" y="298398"/>
                  </a:lnTo>
                  <a:lnTo>
                    <a:pt x="2493552" y="302932"/>
                  </a:lnTo>
                  <a:lnTo>
                    <a:pt x="2503296" y="307409"/>
                  </a:lnTo>
                  <a:lnTo>
                    <a:pt x="2513040" y="311822"/>
                  </a:lnTo>
                  <a:lnTo>
                    <a:pt x="2522784" y="316170"/>
                  </a:lnTo>
                  <a:lnTo>
                    <a:pt x="2532513" y="320444"/>
                  </a:lnTo>
                  <a:lnTo>
                    <a:pt x="2542257" y="324644"/>
                  </a:lnTo>
                  <a:lnTo>
                    <a:pt x="2552001" y="328765"/>
                  </a:lnTo>
                  <a:lnTo>
                    <a:pt x="2561745" y="332801"/>
                  </a:lnTo>
                  <a:lnTo>
                    <a:pt x="2571474" y="336751"/>
                  </a:lnTo>
                  <a:lnTo>
                    <a:pt x="2581218" y="340610"/>
                  </a:lnTo>
                  <a:lnTo>
                    <a:pt x="2590962" y="344375"/>
                  </a:lnTo>
                  <a:lnTo>
                    <a:pt x="2600705" y="348043"/>
                  </a:lnTo>
                  <a:lnTo>
                    <a:pt x="2610449" y="351613"/>
                  </a:lnTo>
                  <a:lnTo>
                    <a:pt x="2620178" y="355080"/>
                  </a:lnTo>
                  <a:lnTo>
                    <a:pt x="2629922" y="358444"/>
                  </a:lnTo>
                  <a:lnTo>
                    <a:pt x="2639666" y="361703"/>
                  </a:lnTo>
                  <a:lnTo>
                    <a:pt x="2649410" y="364854"/>
                  </a:lnTo>
                  <a:lnTo>
                    <a:pt x="2659139" y="367898"/>
                  </a:lnTo>
                  <a:lnTo>
                    <a:pt x="2668883" y="370831"/>
                  </a:lnTo>
                  <a:lnTo>
                    <a:pt x="2678627" y="373653"/>
                  </a:lnTo>
                  <a:lnTo>
                    <a:pt x="2688371" y="376366"/>
                  </a:lnTo>
                  <a:lnTo>
                    <a:pt x="2698100" y="378973"/>
                  </a:lnTo>
                  <a:lnTo>
                    <a:pt x="2707844" y="381462"/>
                  </a:lnTo>
                  <a:lnTo>
                    <a:pt x="2717588" y="383845"/>
                  </a:lnTo>
                  <a:lnTo>
                    <a:pt x="2727332" y="386110"/>
                  </a:lnTo>
                  <a:lnTo>
                    <a:pt x="2737076" y="388270"/>
                  </a:lnTo>
                  <a:lnTo>
                    <a:pt x="2746805" y="390326"/>
                  </a:lnTo>
                  <a:lnTo>
                    <a:pt x="2756549" y="392278"/>
                  </a:lnTo>
                  <a:lnTo>
                    <a:pt x="2766293" y="394126"/>
                  </a:lnTo>
                  <a:lnTo>
                    <a:pt x="2776037" y="395884"/>
                  </a:lnTo>
                  <a:lnTo>
                    <a:pt x="2785766" y="397523"/>
                  </a:lnTo>
                  <a:lnTo>
                    <a:pt x="2795510" y="399072"/>
                  </a:lnTo>
                  <a:lnTo>
                    <a:pt x="2805254" y="400532"/>
                  </a:lnTo>
                  <a:lnTo>
                    <a:pt x="2814998" y="401903"/>
                  </a:lnTo>
                  <a:lnTo>
                    <a:pt x="2824727" y="403184"/>
                  </a:lnTo>
                  <a:lnTo>
                    <a:pt x="2834471" y="404391"/>
                  </a:lnTo>
                  <a:lnTo>
                    <a:pt x="2844215" y="405509"/>
                  </a:lnTo>
                  <a:lnTo>
                    <a:pt x="2853958" y="406566"/>
                  </a:lnTo>
                  <a:lnTo>
                    <a:pt x="2863687" y="407535"/>
                  </a:lnTo>
                  <a:lnTo>
                    <a:pt x="2873431" y="408444"/>
                  </a:lnTo>
                  <a:lnTo>
                    <a:pt x="2883175" y="409293"/>
                  </a:lnTo>
                  <a:lnTo>
                    <a:pt x="2892919" y="410082"/>
                  </a:lnTo>
                  <a:lnTo>
                    <a:pt x="2902663" y="410827"/>
                  </a:lnTo>
                  <a:lnTo>
                    <a:pt x="2912392" y="41152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3" name="Freeform 632">
              <a:extLst>
                <a:ext uri="{FF2B5EF4-FFF2-40B4-BE49-F238E27FC236}">
                  <a16:creationId xmlns:a16="http://schemas.microsoft.com/office/drawing/2014/main" id="{E246FC06-BA7F-C2C6-1E4D-8C2A7A027E58}"/>
                </a:ext>
              </a:extLst>
            </p:cNvPr>
            <p:cNvSpPr/>
            <p:nvPr/>
          </p:nvSpPr>
          <p:spPr>
            <a:xfrm>
              <a:off x="576446" y="3115905"/>
              <a:ext cx="2912392" cy="427821"/>
            </a:xfrm>
            <a:custGeom>
              <a:avLst/>
              <a:gdLst>
                <a:gd name="connsiteX0" fmla="*/ 0 w 2912392"/>
                <a:gd name="connsiteY0" fmla="*/ 320420 h 427821"/>
                <a:gd name="connsiteX1" fmla="*/ 9739 w 2912392"/>
                <a:gd name="connsiteY1" fmla="*/ 317453 h 427821"/>
                <a:gd name="connsiteX2" fmla="*/ 19480 w 2912392"/>
                <a:gd name="connsiteY2" fmla="*/ 314689 h 427821"/>
                <a:gd name="connsiteX3" fmla="*/ 29221 w 2912392"/>
                <a:gd name="connsiteY3" fmla="*/ 312132 h 427821"/>
                <a:gd name="connsiteX4" fmla="*/ 38961 w 2912392"/>
                <a:gd name="connsiteY4" fmla="*/ 309783 h 427821"/>
                <a:gd name="connsiteX5" fmla="*/ 48702 w 2912392"/>
                <a:gd name="connsiteY5" fmla="*/ 307639 h 427821"/>
                <a:gd name="connsiteX6" fmla="*/ 58443 w 2912392"/>
                <a:gd name="connsiteY6" fmla="*/ 305705 h 427821"/>
                <a:gd name="connsiteX7" fmla="*/ 68182 w 2912392"/>
                <a:gd name="connsiteY7" fmla="*/ 303975 h 427821"/>
                <a:gd name="connsiteX8" fmla="*/ 77923 w 2912392"/>
                <a:gd name="connsiteY8" fmla="*/ 302452 h 427821"/>
                <a:gd name="connsiteX9" fmla="*/ 87664 w 2912392"/>
                <a:gd name="connsiteY9" fmla="*/ 301132 h 427821"/>
                <a:gd name="connsiteX10" fmla="*/ 97404 w 2912392"/>
                <a:gd name="connsiteY10" fmla="*/ 300015 h 427821"/>
                <a:gd name="connsiteX11" fmla="*/ 107145 w 2912392"/>
                <a:gd name="connsiteY11" fmla="*/ 299094 h 427821"/>
                <a:gd name="connsiteX12" fmla="*/ 116886 w 2912392"/>
                <a:gd name="connsiteY12" fmla="*/ 298369 h 427821"/>
                <a:gd name="connsiteX13" fmla="*/ 126625 w 2912392"/>
                <a:gd name="connsiteY13" fmla="*/ 297834 h 427821"/>
                <a:gd name="connsiteX14" fmla="*/ 136366 w 2912392"/>
                <a:gd name="connsiteY14" fmla="*/ 297485 h 427821"/>
                <a:gd name="connsiteX15" fmla="*/ 146107 w 2912392"/>
                <a:gd name="connsiteY15" fmla="*/ 297318 h 427821"/>
                <a:gd name="connsiteX16" fmla="*/ 155846 w 2912392"/>
                <a:gd name="connsiteY16" fmla="*/ 297326 h 427821"/>
                <a:gd name="connsiteX17" fmla="*/ 165587 w 2912392"/>
                <a:gd name="connsiteY17" fmla="*/ 297504 h 427821"/>
                <a:gd name="connsiteX18" fmla="*/ 175328 w 2912392"/>
                <a:gd name="connsiteY18" fmla="*/ 297846 h 427821"/>
                <a:gd name="connsiteX19" fmla="*/ 185068 w 2912392"/>
                <a:gd name="connsiteY19" fmla="*/ 298345 h 427821"/>
                <a:gd name="connsiteX20" fmla="*/ 194809 w 2912392"/>
                <a:gd name="connsiteY20" fmla="*/ 298993 h 427821"/>
                <a:gd name="connsiteX21" fmla="*/ 204550 w 2912392"/>
                <a:gd name="connsiteY21" fmla="*/ 299785 h 427821"/>
                <a:gd name="connsiteX22" fmla="*/ 214289 w 2912392"/>
                <a:gd name="connsiteY22" fmla="*/ 300712 h 427821"/>
                <a:gd name="connsiteX23" fmla="*/ 224030 w 2912392"/>
                <a:gd name="connsiteY23" fmla="*/ 301765 h 427821"/>
                <a:gd name="connsiteX24" fmla="*/ 233771 w 2912392"/>
                <a:gd name="connsiteY24" fmla="*/ 302940 h 427821"/>
                <a:gd name="connsiteX25" fmla="*/ 243510 w 2912392"/>
                <a:gd name="connsiteY25" fmla="*/ 304225 h 427821"/>
                <a:gd name="connsiteX26" fmla="*/ 253251 w 2912392"/>
                <a:gd name="connsiteY26" fmla="*/ 305612 h 427821"/>
                <a:gd name="connsiteX27" fmla="*/ 262992 w 2912392"/>
                <a:gd name="connsiteY27" fmla="*/ 307096 h 427821"/>
                <a:gd name="connsiteX28" fmla="*/ 272732 w 2912392"/>
                <a:gd name="connsiteY28" fmla="*/ 308665 h 427821"/>
                <a:gd name="connsiteX29" fmla="*/ 282473 w 2912392"/>
                <a:gd name="connsiteY29" fmla="*/ 310313 h 427821"/>
                <a:gd name="connsiteX30" fmla="*/ 292214 w 2912392"/>
                <a:gd name="connsiteY30" fmla="*/ 312029 h 427821"/>
                <a:gd name="connsiteX31" fmla="*/ 301953 w 2912392"/>
                <a:gd name="connsiteY31" fmla="*/ 313808 h 427821"/>
                <a:gd name="connsiteX32" fmla="*/ 311694 w 2912392"/>
                <a:gd name="connsiteY32" fmla="*/ 315641 h 427821"/>
                <a:gd name="connsiteX33" fmla="*/ 321435 w 2912392"/>
                <a:gd name="connsiteY33" fmla="*/ 317517 h 427821"/>
                <a:gd name="connsiteX34" fmla="*/ 331175 w 2912392"/>
                <a:gd name="connsiteY34" fmla="*/ 319431 h 427821"/>
                <a:gd name="connsiteX35" fmla="*/ 340916 w 2912392"/>
                <a:gd name="connsiteY35" fmla="*/ 321375 h 427821"/>
                <a:gd name="connsiteX36" fmla="*/ 350656 w 2912392"/>
                <a:gd name="connsiteY36" fmla="*/ 323341 h 427821"/>
                <a:gd name="connsiteX37" fmla="*/ 360396 w 2912392"/>
                <a:gd name="connsiteY37" fmla="*/ 325321 h 427821"/>
                <a:gd name="connsiteX38" fmla="*/ 370137 w 2912392"/>
                <a:gd name="connsiteY38" fmla="*/ 327308 h 427821"/>
                <a:gd name="connsiteX39" fmla="*/ 379878 w 2912392"/>
                <a:gd name="connsiteY39" fmla="*/ 329297 h 427821"/>
                <a:gd name="connsiteX40" fmla="*/ 389617 w 2912392"/>
                <a:gd name="connsiteY40" fmla="*/ 331282 h 427821"/>
                <a:gd name="connsiteX41" fmla="*/ 399358 w 2912392"/>
                <a:gd name="connsiteY41" fmla="*/ 333254 h 427821"/>
                <a:gd name="connsiteX42" fmla="*/ 409099 w 2912392"/>
                <a:gd name="connsiteY42" fmla="*/ 335211 h 427821"/>
                <a:gd name="connsiteX43" fmla="*/ 418839 w 2912392"/>
                <a:gd name="connsiteY43" fmla="*/ 337145 h 427821"/>
                <a:gd name="connsiteX44" fmla="*/ 428580 w 2912392"/>
                <a:gd name="connsiteY44" fmla="*/ 339050 h 427821"/>
                <a:gd name="connsiteX45" fmla="*/ 438321 w 2912392"/>
                <a:gd name="connsiteY45" fmla="*/ 340926 h 427821"/>
                <a:gd name="connsiteX46" fmla="*/ 448060 w 2912392"/>
                <a:gd name="connsiteY46" fmla="*/ 342766 h 427821"/>
                <a:gd name="connsiteX47" fmla="*/ 457801 w 2912392"/>
                <a:gd name="connsiteY47" fmla="*/ 344567 h 427821"/>
                <a:gd name="connsiteX48" fmla="*/ 467542 w 2912392"/>
                <a:gd name="connsiteY48" fmla="*/ 346325 h 427821"/>
                <a:gd name="connsiteX49" fmla="*/ 477281 w 2912392"/>
                <a:gd name="connsiteY49" fmla="*/ 348039 h 427821"/>
                <a:gd name="connsiteX50" fmla="*/ 487022 w 2912392"/>
                <a:gd name="connsiteY50" fmla="*/ 349704 h 427821"/>
                <a:gd name="connsiteX51" fmla="*/ 496763 w 2912392"/>
                <a:gd name="connsiteY51" fmla="*/ 351321 h 427821"/>
                <a:gd name="connsiteX52" fmla="*/ 506503 w 2912392"/>
                <a:gd name="connsiteY52" fmla="*/ 352887 h 427821"/>
                <a:gd name="connsiteX53" fmla="*/ 516244 w 2912392"/>
                <a:gd name="connsiteY53" fmla="*/ 354401 h 427821"/>
                <a:gd name="connsiteX54" fmla="*/ 525985 w 2912392"/>
                <a:gd name="connsiteY54" fmla="*/ 355861 h 427821"/>
                <a:gd name="connsiteX55" fmla="*/ 535724 w 2912392"/>
                <a:gd name="connsiteY55" fmla="*/ 357269 h 427821"/>
                <a:gd name="connsiteX56" fmla="*/ 545465 w 2912392"/>
                <a:gd name="connsiteY56" fmla="*/ 358624 h 427821"/>
                <a:gd name="connsiteX57" fmla="*/ 555206 w 2912392"/>
                <a:gd name="connsiteY57" fmla="*/ 359927 h 427821"/>
                <a:gd name="connsiteX58" fmla="*/ 564946 w 2912392"/>
                <a:gd name="connsiteY58" fmla="*/ 361177 h 427821"/>
                <a:gd name="connsiteX59" fmla="*/ 574687 w 2912392"/>
                <a:gd name="connsiteY59" fmla="*/ 362377 h 427821"/>
                <a:gd name="connsiteX60" fmla="*/ 584428 w 2912392"/>
                <a:gd name="connsiteY60" fmla="*/ 363528 h 427821"/>
                <a:gd name="connsiteX61" fmla="*/ 594167 w 2912392"/>
                <a:gd name="connsiteY61" fmla="*/ 364630 h 427821"/>
                <a:gd name="connsiteX62" fmla="*/ 603908 w 2912392"/>
                <a:gd name="connsiteY62" fmla="*/ 365688 h 427821"/>
                <a:gd name="connsiteX63" fmla="*/ 613649 w 2912392"/>
                <a:gd name="connsiteY63" fmla="*/ 366701 h 427821"/>
                <a:gd name="connsiteX64" fmla="*/ 623388 w 2912392"/>
                <a:gd name="connsiteY64" fmla="*/ 367674 h 427821"/>
                <a:gd name="connsiteX65" fmla="*/ 633129 w 2912392"/>
                <a:gd name="connsiteY65" fmla="*/ 368607 h 427821"/>
                <a:gd name="connsiteX66" fmla="*/ 642870 w 2912392"/>
                <a:gd name="connsiteY66" fmla="*/ 369505 h 427821"/>
                <a:gd name="connsiteX67" fmla="*/ 652610 w 2912392"/>
                <a:gd name="connsiteY67" fmla="*/ 370369 h 427821"/>
                <a:gd name="connsiteX68" fmla="*/ 662351 w 2912392"/>
                <a:gd name="connsiteY68" fmla="*/ 371205 h 427821"/>
                <a:gd name="connsiteX69" fmla="*/ 672092 w 2912392"/>
                <a:gd name="connsiteY69" fmla="*/ 372013 h 427821"/>
                <a:gd name="connsiteX70" fmla="*/ 681831 w 2912392"/>
                <a:gd name="connsiteY70" fmla="*/ 372796 h 427821"/>
                <a:gd name="connsiteX71" fmla="*/ 691572 w 2912392"/>
                <a:gd name="connsiteY71" fmla="*/ 373559 h 427821"/>
                <a:gd name="connsiteX72" fmla="*/ 701313 w 2912392"/>
                <a:gd name="connsiteY72" fmla="*/ 374306 h 427821"/>
                <a:gd name="connsiteX73" fmla="*/ 711052 w 2912392"/>
                <a:gd name="connsiteY73" fmla="*/ 375037 h 427821"/>
                <a:gd name="connsiteX74" fmla="*/ 720793 w 2912392"/>
                <a:gd name="connsiteY74" fmla="*/ 375758 h 427821"/>
                <a:gd name="connsiteX75" fmla="*/ 730534 w 2912392"/>
                <a:gd name="connsiteY75" fmla="*/ 376472 h 427821"/>
                <a:gd name="connsiteX76" fmla="*/ 740274 w 2912392"/>
                <a:gd name="connsiteY76" fmla="*/ 377180 h 427821"/>
                <a:gd name="connsiteX77" fmla="*/ 750015 w 2912392"/>
                <a:gd name="connsiteY77" fmla="*/ 377886 h 427821"/>
                <a:gd name="connsiteX78" fmla="*/ 759756 w 2912392"/>
                <a:gd name="connsiteY78" fmla="*/ 378594 h 427821"/>
                <a:gd name="connsiteX79" fmla="*/ 769495 w 2912392"/>
                <a:gd name="connsiteY79" fmla="*/ 379304 h 427821"/>
                <a:gd name="connsiteX80" fmla="*/ 779236 w 2912392"/>
                <a:gd name="connsiteY80" fmla="*/ 380022 h 427821"/>
                <a:gd name="connsiteX81" fmla="*/ 788977 w 2912392"/>
                <a:gd name="connsiteY81" fmla="*/ 380748 h 427821"/>
                <a:gd name="connsiteX82" fmla="*/ 798717 w 2912392"/>
                <a:gd name="connsiteY82" fmla="*/ 381485 h 427821"/>
                <a:gd name="connsiteX83" fmla="*/ 808458 w 2912392"/>
                <a:gd name="connsiteY83" fmla="*/ 382236 h 427821"/>
                <a:gd name="connsiteX84" fmla="*/ 818199 w 2912392"/>
                <a:gd name="connsiteY84" fmla="*/ 383001 h 427821"/>
                <a:gd name="connsiteX85" fmla="*/ 827938 w 2912392"/>
                <a:gd name="connsiteY85" fmla="*/ 383783 h 427821"/>
                <a:gd name="connsiteX86" fmla="*/ 837679 w 2912392"/>
                <a:gd name="connsiteY86" fmla="*/ 384584 h 427821"/>
                <a:gd name="connsiteX87" fmla="*/ 847420 w 2912392"/>
                <a:gd name="connsiteY87" fmla="*/ 385404 h 427821"/>
                <a:gd name="connsiteX88" fmla="*/ 857159 w 2912392"/>
                <a:gd name="connsiteY88" fmla="*/ 386244 h 427821"/>
                <a:gd name="connsiteX89" fmla="*/ 866900 w 2912392"/>
                <a:gd name="connsiteY89" fmla="*/ 387105 h 427821"/>
                <a:gd name="connsiteX90" fmla="*/ 876641 w 2912392"/>
                <a:gd name="connsiteY90" fmla="*/ 387987 h 427821"/>
                <a:gd name="connsiteX91" fmla="*/ 886381 w 2912392"/>
                <a:gd name="connsiteY91" fmla="*/ 388893 h 427821"/>
                <a:gd name="connsiteX92" fmla="*/ 896122 w 2912392"/>
                <a:gd name="connsiteY92" fmla="*/ 389820 h 427821"/>
                <a:gd name="connsiteX93" fmla="*/ 905863 w 2912392"/>
                <a:gd name="connsiteY93" fmla="*/ 390770 h 427821"/>
                <a:gd name="connsiteX94" fmla="*/ 915602 w 2912392"/>
                <a:gd name="connsiteY94" fmla="*/ 391740 h 427821"/>
                <a:gd name="connsiteX95" fmla="*/ 925343 w 2912392"/>
                <a:gd name="connsiteY95" fmla="*/ 392733 h 427821"/>
                <a:gd name="connsiteX96" fmla="*/ 935084 w 2912392"/>
                <a:gd name="connsiteY96" fmla="*/ 393746 h 427821"/>
                <a:gd name="connsiteX97" fmla="*/ 944824 w 2912392"/>
                <a:gd name="connsiteY97" fmla="*/ 394777 h 427821"/>
                <a:gd name="connsiteX98" fmla="*/ 954564 w 2912392"/>
                <a:gd name="connsiteY98" fmla="*/ 395827 h 427821"/>
                <a:gd name="connsiteX99" fmla="*/ 964305 w 2912392"/>
                <a:gd name="connsiteY99" fmla="*/ 396894 h 427821"/>
                <a:gd name="connsiteX100" fmla="*/ 974045 w 2912392"/>
                <a:gd name="connsiteY100" fmla="*/ 397976 h 427821"/>
                <a:gd name="connsiteX101" fmla="*/ 983786 w 2912392"/>
                <a:gd name="connsiteY101" fmla="*/ 399072 h 427821"/>
                <a:gd name="connsiteX102" fmla="*/ 993522 w 2912392"/>
                <a:gd name="connsiteY102" fmla="*/ 400179 h 427821"/>
                <a:gd name="connsiteX103" fmla="*/ 1003266 w 2912392"/>
                <a:gd name="connsiteY103" fmla="*/ 401295 h 427821"/>
                <a:gd name="connsiteX104" fmla="*/ 1013010 w 2912392"/>
                <a:gd name="connsiteY104" fmla="*/ 402420 h 427821"/>
                <a:gd name="connsiteX105" fmla="*/ 1022754 w 2912392"/>
                <a:gd name="connsiteY105" fmla="*/ 403548 h 427821"/>
                <a:gd name="connsiteX106" fmla="*/ 1032483 w 2912392"/>
                <a:gd name="connsiteY106" fmla="*/ 404680 h 427821"/>
                <a:gd name="connsiteX107" fmla="*/ 1042227 w 2912392"/>
                <a:gd name="connsiteY107" fmla="*/ 405813 h 427821"/>
                <a:gd name="connsiteX108" fmla="*/ 1051971 w 2912392"/>
                <a:gd name="connsiteY108" fmla="*/ 406942 h 427821"/>
                <a:gd name="connsiteX109" fmla="*/ 1061715 w 2912392"/>
                <a:gd name="connsiteY109" fmla="*/ 408067 h 427821"/>
                <a:gd name="connsiteX110" fmla="*/ 1071444 w 2912392"/>
                <a:gd name="connsiteY110" fmla="*/ 409184 h 427821"/>
                <a:gd name="connsiteX111" fmla="*/ 1081188 w 2912392"/>
                <a:gd name="connsiteY111" fmla="*/ 410291 h 427821"/>
                <a:gd name="connsiteX112" fmla="*/ 1090932 w 2912392"/>
                <a:gd name="connsiteY112" fmla="*/ 411386 h 427821"/>
                <a:gd name="connsiteX113" fmla="*/ 1100676 w 2912392"/>
                <a:gd name="connsiteY113" fmla="*/ 412463 h 427821"/>
                <a:gd name="connsiteX114" fmla="*/ 1110405 w 2912392"/>
                <a:gd name="connsiteY114" fmla="*/ 413524 h 427821"/>
                <a:gd name="connsiteX115" fmla="*/ 1120149 w 2912392"/>
                <a:gd name="connsiteY115" fmla="*/ 414563 h 427821"/>
                <a:gd name="connsiteX116" fmla="*/ 1129893 w 2912392"/>
                <a:gd name="connsiteY116" fmla="*/ 415579 h 427821"/>
                <a:gd name="connsiteX117" fmla="*/ 1139637 w 2912392"/>
                <a:gd name="connsiteY117" fmla="*/ 416568 h 427821"/>
                <a:gd name="connsiteX118" fmla="*/ 1149381 w 2912392"/>
                <a:gd name="connsiteY118" fmla="*/ 417528 h 427821"/>
                <a:gd name="connsiteX119" fmla="*/ 1159110 w 2912392"/>
                <a:gd name="connsiteY119" fmla="*/ 418457 h 427821"/>
                <a:gd name="connsiteX120" fmla="*/ 1168854 w 2912392"/>
                <a:gd name="connsiteY120" fmla="*/ 419353 h 427821"/>
                <a:gd name="connsiteX121" fmla="*/ 1178598 w 2912392"/>
                <a:gd name="connsiteY121" fmla="*/ 420212 h 427821"/>
                <a:gd name="connsiteX122" fmla="*/ 1188341 w 2912392"/>
                <a:gd name="connsiteY122" fmla="*/ 421033 h 427821"/>
                <a:gd name="connsiteX123" fmla="*/ 1198070 w 2912392"/>
                <a:gd name="connsiteY123" fmla="*/ 421815 h 427821"/>
                <a:gd name="connsiteX124" fmla="*/ 1207814 w 2912392"/>
                <a:gd name="connsiteY124" fmla="*/ 422556 h 427821"/>
                <a:gd name="connsiteX125" fmla="*/ 1217558 w 2912392"/>
                <a:gd name="connsiteY125" fmla="*/ 423252 h 427821"/>
                <a:gd name="connsiteX126" fmla="*/ 1227302 w 2912392"/>
                <a:gd name="connsiteY126" fmla="*/ 423903 h 427821"/>
                <a:gd name="connsiteX127" fmla="*/ 1237031 w 2912392"/>
                <a:gd name="connsiteY127" fmla="*/ 424508 h 427821"/>
                <a:gd name="connsiteX128" fmla="*/ 1246775 w 2912392"/>
                <a:gd name="connsiteY128" fmla="*/ 425063 h 427821"/>
                <a:gd name="connsiteX129" fmla="*/ 1256519 w 2912392"/>
                <a:gd name="connsiteY129" fmla="*/ 425570 h 427821"/>
                <a:gd name="connsiteX130" fmla="*/ 1266263 w 2912392"/>
                <a:gd name="connsiteY130" fmla="*/ 426027 h 427821"/>
                <a:gd name="connsiteX131" fmla="*/ 1276007 w 2912392"/>
                <a:gd name="connsiteY131" fmla="*/ 426434 h 427821"/>
                <a:gd name="connsiteX132" fmla="*/ 1285736 w 2912392"/>
                <a:gd name="connsiteY132" fmla="*/ 426789 h 427821"/>
                <a:gd name="connsiteX133" fmla="*/ 1295480 w 2912392"/>
                <a:gd name="connsiteY133" fmla="*/ 427091 h 427821"/>
                <a:gd name="connsiteX134" fmla="*/ 1305224 w 2912392"/>
                <a:gd name="connsiteY134" fmla="*/ 427342 h 427821"/>
                <a:gd name="connsiteX135" fmla="*/ 1314968 w 2912392"/>
                <a:gd name="connsiteY135" fmla="*/ 427540 h 427821"/>
                <a:gd name="connsiteX136" fmla="*/ 1324697 w 2912392"/>
                <a:gd name="connsiteY136" fmla="*/ 427686 h 427821"/>
                <a:gd name="connsiteX137" fmla="*/ 1334441 w 2912392"/>
                <a:gd name="connsiteY137" fmla="*/ 427780 h 427821"/>
                <a:gd name="connsiteX138" fmla="*/ 1344185 w 2912392"/>
                <a:gd name="connsiteY138" fmla="*/ 427821 h 427821"/>
                <a:gd name="connsiteX139" fmla="*/ 1353929 w 2912392"/>
                <a:gd name="connsiteY139" fmla="*/ 427812 h 427821"/>
                <a:gd name="connsiteX140" fmla="*/ 1363658 w 2912392"/>
                <a:gd name="connsiteY140" fmla="*/ 427753 h 427821"/>
                <a:gd name="connsiteX141" fmla="*/ 1373402 w 2912392"/>
                <a:gd name="connsiteY141" fmla="*/ 427642 h 427821"/>
                <a:gd name="connsiteX142" fmla="*/ 1383146 w 2912392"/>
                <a:gd name="connsiteY142" fmla="*/ 427485 h 427821"/>
                <a:gd name="connsiteX143" fmla="*/ 1392890 w 2912392"/>
                <a:gd name="connsiteY143" fmla="*/ 427277 h 427821"/>
                <a:gd name="connsiteX144" fmla="*/ 1402619 w 2912392"/>
                <a:gd name="connsiteY144" fmla="*/ 427026 h 427821"/>
                <a:gd name="connsiteX145" fmla="*/ 1412363 w 2912392"/>
                <a:gd name="connsiteY145" fmla="*/ 426728 h 427821"/>
                <a:gd name="connsiteX146" fmla="*/ 1422106 w 2912392"/>
                <a:gd name="connsiteY146" fmla="*/ 426386 h 427821"/>
                <a:gd name="connsiteX147" fmla="*/ 1431850 w 2912392"/>
                <a:gd name="connsiteY147" fmla="*/ 426002 h 427821"/>
                <a:gd name="connsiteX148" fmla="*/ 1441594 w 2912392"/>
                <a:gd name="connsiteY148" fmla="*/ 425577 h 427821"/>
                <a:gd name="connsiteX149" fmla="*/ 1451323 w 2912392"/>
                <a:gd name="connsiteY149" fmla="*/ 425114 h 427821"/>
                <a:gd name="connsiteX150" fmla="*/ 1461067 w 2912392"/>
                <a:gd name="connsiteY150" fmla="*/ 424613 h 427821"/>
                <a:gd name="connsiteX151" fmla="*/ 1470811 w 2912392"/>
                <a:gd name="connsiteY151" fmla="*/ 424077 h 427821"/>
                <a:gd name="connsiteX152" fmla="*/ 1480555 w 2912392"/>
                <a:gd name="connsiteY152" fmla="*/ 423507 h 427821"/>
                <a:gd name="connsiteX153" fmla="*/ 1490284 w 2912392"/>
                <a:gd name="connsiteY153" fmla="*/ 422903 h 427821"/>
                <a:gd name="connsiteX154" fmla="*/ 1500028 w 2912392"/>
                <a:gd name="connsiteY154" fmla="*/ 422270 h 427821"/>
                <a:gd name="connsiteX155" fmla="*/ 1509772 w 2912392"/>
                <a:gd name="connsiteY155" fmla="*/ 421608 h 427821"/>
                <a:gd name="connsiteX156" fmla="*/ 1519516 w 2912392"/>
                <a:gd name="connsiteY156" fmla="*/ 420920 h 427821"/>
                <a:gd name="connsiteX157" fmla="*/ 1529245 w 2912392"/>
                <a:gd name="connsiteY157" fmla="*/ 420206 h 427821"/>
                <a:gd name="connsiteX158" fmla="*/ 1538989 w 2912392"/>
                <a:gd name="connsiteY158" fmla="*/ 419469 h 427821"/>
                <a:gd name="connsiteX159" fmla="*/ 1548733 w 2912392"/>
                <a:gd name="connsiteY159" fmla="*/ 418708 h 427821"/>
                <a:gd name="connsiteX160" fmla="*/ 1558477 w 2912392"/>
                <a:gd name="connsiteY160" fmla="*/ 417927 h 427821"/>
                <a:gd name="connsiteX161" fmla="*/ 1568221 w 2912392"/>
                <a:gd name="connsiteY161" fmla="*/ 417125 h 427821"/>
                <a:gd name="connsiteX162" fmla="*/ 1577950 w 2912392"/>
                <a:gd name="connsiteY162" fmla="*/ 416306 h 427821"/>
                <a:gd name="connsiteX163" fmla="*/ 1587694 w 2912392"/>
                <a:gd name="connsiteY163" fmla="*/ 415470 h 427821"/>
                <a:gd name="connsiteX164" fmla="*/ 1597438 w 2912392"/>
                <a:gd name="connsiteY164" fmla="*/ 414615 h 427821"/>
                <a:gd name="connsiteX165" fmla="*/ 1607182 w 2912392"/>
                <a:gd name="connsiteY165" fmla="*/ 413745 h 427821"/>
                <a:gd name="connsiteX166" fmla="*/ 1616911 w 2912392"/>
                <a:gd name="connsiteY166" fmla="*/ 412860 h 427821"/>
                <a:gd name="connsiteX167" fmla="*/ 1626655 w 2912392"/>
                <a:gd name="connsiteY167" fmla="*/ 411960 h 427821"/>
                <a:gd name="connsiteX168" fmla="*/ 1636399 w 2912392"/>
                <a:gd name="connsiteY168" fmla="*/ 411044 h 427821"/>
                <a:gd name="connsiteX169" fmla="*/ 1646142 w 2912392"/>
                <a:gd name="connsiteY169" fmla="*/ 410112 h 427821"/>
                <a:gd name="connsiteX170" fmla="*/ 1655872 w 2912392"/>
                <a:gd name="connsiteY170" fmla="*/ 409165 h 427821"/>
                <a:gd name="connsiteX171" fmla="*/ 1665616 w 2912392"/>
                <a:gd name="connsiteY171" fmla="*/ 408202 h 427821"/>
                <a:gd name="connsiteX172" fmla="*/ 1675359 w 2912392"/>
                <a:gd name="connsiteY172" fmla="*/ 407222 h 427821"/>
                <a:gd name="connsiteX173" fmla="*/ 1685103 w 2912392"/>
                <a:gd name="connsiteY173" fmla="*/ 406225 h 427821"/>
                <a:gd name="connsiteX174" fmla="*/ 1694832 w 2912392"/>
                <a:gd name="connsiteY174" fmla="*/ 405208 h 427821"/>
                <a:gd name="connsiteX175" fmla="*/ 1704576 w 2912392"/>
                <a:gd name="connsiteY175" fmla="*/ 404171 h 427821"/>
                <a:gd name="connsiteX176" fmla="*/ 1714320 w 2912392"/>
                <a:gd name="connsiteY176" fmla="*/ 403110 h 427821"/>
                <a:gd name="connsiteX177" fmla="*/ 1724064 w 2912392"/>
                <a:gd name="connsiteY177" fmla="*/ 402025 h 427821"/>
                <a:gd name="connsiteX178" fmla="*/ 1733808 w 2912392"/>
                <a:gd name="connsiteY178" fmla="*/ 400915 h 427821"/>
                <a:gd name="connsiteX179" fmla="*/ 1743537 w 2912392"/>
                <a:gd name="connsiteY179" fmla="*/ 399775 h 427821"/>
                <a:gd name="connsiteX180" fmla="*/ 1753281 w 2912392"/>
                <a:gd name="connsiteY180" fmla="*/ 398604 h 427821"/>
                <a:gd name="connsiteX181" fmla="*/ 1763025 w 2912392"/>
                <a:gd name="connsiteY181" fmla="*/ 397398 h 427821"/>
                <a:gd name="connsiteX182" fmla="*/ 1772769 w 2912392"/>
                <a:gd name="connsiteY182" fmla="*/ 396153 h 427821"/>
                <a:gd name="connsiteX183" fmla="*/ 1782498 w 2912392"/>
                <a:gd name="connsiteY183" fmla="*/ 394869 h 427821"/>
                <a:gd name="connsiteX184" fmla="*/ 1792242 w 2912392"/>
                <a:gd name="connsiteY184" fmla="*/ 393540 h 427821"/>
                <a:gd name="connsiteX185" fmla="*/ 1801986 w 2912392"/>
                <a:gd name="connsiteY185" fmla="*/ 392164 h 427821"/>
                <a:gd name="connsiteX186" fmla="*/ 1811730 w 2912392"/>
                <a:gd name="connsiteY186" fmla="*/ 390733 h 427821"/>
                <a:gd name="connsiteX187" fmla="*/ 1821459 w 2912392"/>
                <a:gd name="connsiteY187" fmla="*/ 389248 h 427821"/>
                <a:gd name="connsiteX188" fmla="*/ 1831203 w 2912392"/>
                <a:gd name="connsiteY188" fmla="*/ 387703 h 427821"/>
                <a:gd name="connsiteX189" fmla="*/ 1840947 w 2912392"/>
                <a:gd name="connsiteY189" fmla="*/ 386092 h 427821"/>
                <a:gd name="connsiteX190" fmla="*/ 1850691 w 2912392"/>
                <a:gd name="connsiteY190" fmla="*/ 384415 h 427821"/>
                <a:gd name="connsiteX191" fmla="*/ 1860435 w 2912392"/>
                <a:gd name="connsiteY191" fmla="*/ 382662 h 427821"/>
                <a:gd name="connsiteX192" fmla="*/ 1870164 w 2912392"/>
                <a:gd name="connsiteY192" fmla="*/ 380833 h 427821"/>
                <a:gd name="connsiteX193" fmla="*/ 1879908 w 2912392"/>
                <a:gd name="connsiteY193" fmla="*/ 378921 h 427821"/>
                <a:gd name="connsiteX194" fmla="*/ 1889652 w 2912392"/>
                <a:gd name="connsiteY194" fmla="*/ 376922 h 427821"/>
                <a:gd name="connsiteX195" fmla="*/ 1899395 w 2912392"/>
                <a:gd name="connsiteY195" fmla="*/ 374833 h 427821"/>
                <a:gd name="connsiteX196" fmla="*/ 1909124 w 2912392"/>
                <a:gd name="connsiteY196" fmla="*/ 372647 h 427821"/>
                <a:gd name="connsiteX197" fmla="*/ 1918868 w 2912392"/>
                <a:gd name="connsiteY197" fmla="*/ 370360 h 427821"/>
                <a:gd name="connsiteX198" fmla="*/ 1928612 w 2912392"/>
                <a:gd name="connsiteY198" fmla="*/ 367971 h 427821"/>
                <a:gd name="connsiteX199" fmla="*/ 1938356 w 2912392"/>
                <a:gd name="connsiteY199" fmla="*/ 365472 h 427821"/>
                <a:gd name="connsiteX200" fmla="*/ 1948085 w 2912392"/>
                <a:gd name="connsiteY200" fmla="*/ 362860 h 427821"/>
                <a:gd name="connsiteX201" fmla="*/ 1957829 w 2912392"/>
                <a:gd name="connsiteY201" fmla="*/ 360131 h 427821"/>
                <a:gd name="connsiteX202" fmla="*/ 1967573 w 2912392"/>
                <a:gd name="connsiteY202" fmla="*/ 357282 h 427821"/>
                <a:gd name="connsiteX203" fmla="*/ 1977317 w 2912392"/>
                <a:gd name="connsiteY203" fmla="*/ 354310 h 427821"/>
                <a:gd name="connsiteX204" fmla="*/ 1987046 w 2912392"/>
                <a:gd name="connsiteY204" fmla="*/ 351209 h 427821"/>
                <a:gd name="connsiteX205" fmla="*/ 1996790 w 2912392"/>
                <a:gd name="connsiteY205" fmla="*/ 347979 h 427821"/>
                <a:gd name="connsiteX206" fmla="*/ 2006534 w 2912392"/>
                <a:gd name="connsiteY206" fmla="*/ 344615 h 427821"/>
                <a:gd name="connsiteX207" fmla="*/ 2016278 w 2912392"/>
                <a:gd name="connsiteY207" fmla="*/ 341117 h 427821"/>
                <a:gd name="connsiteX208" fmla="*/ 2026022 w 2912392"/>
                <a:gd name="connsiteY208" fmla="*/ 337480 h 427821"/>
                <a:gd name="connsiteX209" fmla="*/ 2035751 w 2912392"/>
                <a:gd name="connsiteY209" fmla="*/ 333704 h 427821"/>
                <a:gd name="connsiteX210" fmla="*/ 2045495 w 2912392"/>
                <a:gd name="connsiteY210" fmla="*/ 329787 h 427821"/>
                <a:gd name="connsiteX211" fmla="*/ 2055239 w 2912392"/>
                <a:gd name="connsiteY211" fmla="*/ 325730 h 427821"/>
                <a:gd name="connsiteX212" fmla="*/ 2064983 w 2912392"/>
                <a:gd name="connsiteY212" fmla="*/ 321530 h 427821"/>
                <a:gd name="connsiteX213" fmla="*/ 2074712 w 2912392"/>
                <a:gd name="connsiteY213" fmla="*/ 317187 h 427821"/>
                <a:gd name="connsiteX214" fmla="*/ 2084456 w 2912392"/>
                <a:gd name="connsiteY214" fmla="*/ 312703 h 427821"/>
                <a:gd name="connsiteX215" fmla="*/ 2094200 w 2912392"/>
                <a:gd name="connsiteY215" fmla="*/ 308077 h 427821"/>
                <a:gd name="connsiteX216" fmla="*/ 2103944 w 2912392"/>
                <a:gd name="connsiteY216" fmla="*/ 303309 h 427821"/>
                <a:gd name="connsiteX217" fmla="*/ 2113673 w 2912392"/>
                <a:gd name="connsiteY217" fmla="*/ 298404 h 427821"/>
                <a:gd name="connsiteX218" fmla="*/ 2123417 w 2912392"/>
                <a:gd name="connsiteY218" fmla="*/ 293361 h 427821"/>
                <a:gd name="connsiteX219" fmla="*/ 2133161 w 2912392"/>
                <a:gd name="connsiteY219" fmla="*/ 288185 h 427821"/>
                <a:gd name="connsiteX220" fmla="*/ 2142905 w 2912392"/>
                <a:gd name="connsiteY220" fmla="*/ 282878 h 427821"/>
                <a:gd name="connsiteX221" fmla="*/ 2152649 w 2912392"/>
                <a:gd name="connsiteY221" fmla="*/ 277441 h 427821"/>
                <a:gd name="connsiteX222" fmla="*/ 2162377 w 2912392"/>
                <a:gd name="connsiteY222" fmla="*/ 271883 h 427821"/>
                <a:gd name="connsiteX223" fmla="*/ 2172121 w 2912392"/>
                <a:gd name="connsiteY223" fmla="*/ 266203 h 427821"/>
                <a:gd name="connsiteX224" fmla="*/ 2181865 w 2912392"/>
                <a:gd name="connsiteY224" fmla="*/ 260409 h 427821"/>
                <a:gd name="connsiteX225" fmla="*/ 2191609 w 2912392"/>
                <a:gd name="connsiteY225" fmla="*/ 254506 h 427821"/>
                <a:gd name="connsiteX226" fmla="*/ 2201338 w 2912392"/>
                <a:gd name="connsiteY226" fmla="*/ 248499 h 427821"/>
                <a:gd name="connsiteX227" fmla="*/ 2211082 w 2912392"/>
                <a:gd name="connsiteY227" fmla="*/ 242394 h 427821"/>
                <a:gd name="connsiteX228" fmla="*/ 2220826 w 2912392"/>
                <a:gd name="connsiteY228" fmla="*/ 236199 h 427821"/>
                <a:gd name="connsiteX229" fmla="*/ 2230570 w 2912392"/>
                <a:gd name="connsiteY229" fmla="*/ 229920 h 427821"/>
                <a:gd name="connsiteX230" fmla="*/ 2240299 w 2912392"/>
                <a:gd name="connsiteY230" fmla="*/ 223562 h 427821"/>
                <a:gd name="connsiteX231" fmla="*/ 2250043 w 2912392"/>
                <a:gd name="connsiteY231" fmla="*/ 217136 h 427821"/>
                <a:gd name="connsiteX232" fmla="*/ 2259787 w 2912392"/>
                <a:gd name="connsiteY232" fmla="*/ 210649 h 427821"/>
                <a:gd name="connsiteX233" fmla="*/ 2269531 w 2912392"/>
                <a:gd name="connsiteY233" fmla="*/ 204109 h 427821"/>
                <a:gd name="connsiteX234" fmla="*/ 2279260 w 2912392"/>
                <a:gd name="connsiteY234" fmla="*/ 197525 h 427821"/>
                <a:gd name="connsiteX235" fmla="*/ 2289004 w 2912392"/>
                <a:gd name="connsiteY235" fmla="*/ 190905 h 427821"/>
                <a:gd name="connsiteX236" fmla="*/ 2298748 w 2912392"/>
                <a:gd name="connsiteY236" fmla="*/ 184259 h 427821"/>
                <a:gd name="connsiteX237" fmla="*/ 2308492 w 2912392"/>
                <a:gd name="connsiteY237" fmla="*/ 177596 h 427821"/>
                <a:gd name="connsiteX238" fmla="*/ 2318236 w 2912392"/>
                <a:gd name="connsiteY238" fmla="*/ 170926 h 427821"/>
                <a:gd name="connsiteX239" fmla="*/ 2327965 w 2912392"/>
                <a:gd name="connsiteY239" fmla="*/ 164257 h 427821"/>
                <a:gd name="connsiteX240" fmla="*/ 2337709 w 2912392"/>
                <a:gd name="connsiteY240" fmla="*/ 157600 h 427821"/>
                <a:gd name="connsiteX241" fmla="*/ 2347453 w 2912392"/>
                <a:gd name="connsiteY241" fmla="*/ 150967 h 427821"/>
                <a:gd name="connsiteX242" fmla="*/ 2357197 w 2912392"/>
                <a:gd name="connsiteY242" fmla="*/ 144364 h 427821"/>
                <a:gd name="connsiteX243" fmla="*/ 2366926 w 2912392"/>
                <a:gd name="connsiteY243" fmla="*/ 137804 h 427821"/>
                <a:gd name="connsiteX244" fmla="*/ 2376670 w 2912392"/>
                <a:gd name="connsiteY244" fmla="*/ 131294 h 427821"/>
                <a:gd name="connsiteX245" fmla="*/ 2386413 w 2912392"/>
                <a:gd name="connsiteY245" fmla="*/ 124849 h 427821"/>
                <a:gd name="connsiteX246" fmla="*/ 2396157 w 2912392"/>
                <a:gd name="connsiteY246" fmla="*/ 118474 h 427821"/>
                <a:gd name="connsiteX247" fmla="*/ 2405886 w 2912392"/>
                <a:gd name="connsiteY247" fmla="*/ 112182 h 427821"/>
                <a:gd name="connsiteX248" fmla="*/ 2415630 w 2912392"/>
                <a:gd name="connsiteY248" fmla="*/ 105981 h 427821"/>
                <a:gd name="connsiteX249" fmla="*/ 2425374 w 2912392"/>
                <a:gd name="connsiteY249" fmla="*/ 99881 h 427821"/>
                <a:gd name="connsiteX250" fmla="*/ 2435118 w 2912392"/>
                <a:gd name="connsiteY250" fmla="*/ 93892 h 427821"/>
                <a:gd name="connsiteX251" fmla="*/ 2444862 w 2912392"/>
                <a:gd name="connsiteY251" fmla="*/ 88023 h 427821"/>
                <a:gd name="connsiteX252" fmla="*/ 2454591 w 2912392"/>
                <a:gd name="connsiteY252" fmla="*/ 82283 h 427821"/>
                <a:gd name="connsiteX253" fmla="*/ 2464335 w 2912392"/>
                <a:gd name="connsiteY253" fmla="*/ 76682 h 427821"/>
                <a:gd name="connsiteX254" fmla="*/ 2474079 w 2912392"/>
                <a:gd name="connsiteY254" fmla="*/ 71228 h 427821"/>
                <a:gd name="connsiteX255" fmla="*/ 2483823 w 2912392"/>
                <a:gd name="connsiteY255" fmla="*/ 65926 h 427821"/>
                <a:gd name="connsiteX256" fmla="*/ 2493552 w 2912392"/>
                <a:gd name="connsiteY256" fmla="*/ 60789 h 427821"/>
                <a:gd name="connsiteX257" fmla="*/ 2503296 w 2912392"/>
                <a:gd name="connsiteY257" fmla="*/ 55823 h 427821"/>
                <a:gd name="connsiteX258" fmla="*/ 2513040 w 2912392"/>
                <a:gd name="connsiteY258" fmla="*/ 51035 h 427821"/>
                <a:gd name="connsiteX259" fmla="*/ 2522784 w 2912392"/>
                <a:gd name="connsiteY259" fmla="*/ 46430 h 427821"/>
                <a:gd name="connsiteX260" fmla="*/ 2532513 w 2912392"/>
                <a:gd name="connsiteY260" fmla="*/ 42018 h 427821"/>
                <a:gd name="connsiteX261" fmla="*/ 2542257 w 2912392"/>
                <a:gd name="connsiteY261" fmla="*/ 37802 h 427821"/>
                <a:gd name="connsiteX262" fmla="*/ 2552001 w 2912392"/>
                <a:gd name="connsiteY262" fmla="*/ 33791 h 427821"/>
                <a:gd name="connsiteX263" fmla="*/ 2561745 w 2912392"/>
                <a:gd name="connsiteY263" fmla="*/ 29987 h 427821"/>
                <a:gd name="connsiteX264" fmla="*/ 2571474 w 2912392"/>
                <a:gd name="connsiteY264" fmla="*/ 26396 h 427821"/>
                <a:gd name="connsiteX265" fmla="*/ 2581218 w 2912392"/>
                <a:gd name="connsiteY265" fmla="*/ 23023 h 427821"/>
                <a:gd name="connsiteX266" fmla="*/ 2590962 w 2912392"/>
                <a:gd name="connsiteY266" fmla="*/ 19872 h 427821"/>
                <a:gd name="connsiteX267" fmla="*/ 2600705 w 2912392"/>
                <a:gd name="connsiteY267" fmla="*/ 16946 h 427821"/>
                <a:gd name="connsiteX268" fmla="*/ 2610449 w 2912392"/>
                <a:gd name="connsiteY268" fmla="*/ 14246 h 427821"/>
                <a:gd name="connsiteX269" fmla="*/ 2620178 w 2912392"/>
                <a:gd name="connsiteY269" fmla="*/ 11779 h 427821"/>
                <a:gd name="connsiteX270" fmla="*/ 2629922 w 2912392"/>
                <a:gd name="connsiteY270" fmla="*/ 9544 h 427821"/>
                <a:gd name="connsiteX271" fmla="*/ 2639666 w 2912392"/>
                <a:gd name="connsiteY271" fmla="*/ 7543 h 427821"/>
                <a:gd name="connsiteX272" fmla="*/ 2649410 w 2912392"/>
                <a:gd name="connsiteY272" fmla="*/ 5778 h 427821"/>
                <a:gd name="connsiteX273" fmla="*/ 2659139 w 2912392"/>
                <a:gd name="connsiteY273" fmla="*/ 4248 h 427821"/>
                <a:gd name="connsiteX274" fmla="*/ 2668883 w 2912392"/>
                <a:gd name="connsiteY274" fmla="*/ 2954 h 427821"/>
                <a:gd name="connsiteX275" fmla="*/ 2678627 w 2912392"/>
                <a:gd name="connsiteY275" fmla="*/ 1895 h 427821"/>
                <a:gd name="connsiteX276" fmla="*/ 2688371 w 2912392"/>
                <a:gd name="connsiteY276" fmla="*/ 1073 h 427821"/>
                <a:gd name="connsiteX277" fmla="*/ 2698100 w 2912392"/>
                <a:gd name="connsiteY277" fmla="*/ 483 h 427821"/>
                <a:gd name="connsiteX278" fmla="*/ 2707844 w 2912392"/>
                <a:gd name="connsiteY278" fmla="*/ 127 h 427821"/>
                <a:gd name="connsiteX279" fmla="*/ 2717588 w 2912392"/>
                <a:gd name="connsiteY279" fmla="*/ 0 h 427821"/>
                <a:gd name="connsiteX280" fmla="*/ 2727332 w 2912392"/>
                <a:gd name="connsiteY280" fmla="*/ 100 h 427821"/>
                <a:gd name="connsiteX281" fmla="*/ 2737076 w 2912392"/>
                <a:gd name="connsiteY281" fmla="*/ 426 h 427821"/>
                <a:gd name="connsiteX282" fmla="*/ 2746805 w 2912392"/>
                <a:gd name="connsiteY282" fmla="*/ 973 h 427821"/>
                <a:gd name="connsiteX283" fmla="*/ 2756549 w 2912392"/>
                <a:gd name="connsiteY283" fmla="*/ 1739 h 427821"/>
                <a:gd name="connsiteX284" fmla="*/ 2766293 w 2912392"/>
                <a:gd name="connsiteY284" fmla="*/ 2718 h 427821"/>
                <a:gd name="connsiteX285" fmla="*/ 2776037 w 2912392"/>
                <a:gd name="connsiteY285" fmla="*/ 3908 h 427821"/>
                <a:gd name="connsiteX286" fmla="*/ 2785766 w 2912392"/>
                <a:gd name="connsiteY286" fmla="*/ 5301 h 427821"/>
                <a:gd name="connsiteX287" fmla="*/ 2795510 w 2912392"/>
                <a:gd name="connsiteY287" fmla="*/ 6897 h 427821"/>
                <a:gd name="connsiteX288" fmla="*/ 2805254 w 2912392"/>
                <a:gd name="connsiteY288" fmla="*/ 8686 h 427821"/>
                <a:gd name="connsiteX289" fmla="*/ 2814998 w 2912392"/>
                <a:gd name="connsiteY289" fmla="*/ 10665 h 427821"/>
                <a:gd name="connsiteX290" fmla="*/ 2824727 w 2912392"/>
                <a:gd name="connsiteY290" fmla="*/ 12828 h 427821"/>
                <a:gd name="connsiteX291" fmla="*/ 2834471 w 2912392"/>
                <a:gd name="connsiteY291" fmla="*/ 15170 h 427821"/>
                <a:gd name="connsiteX292" fmla="*/ 2844215 w 2912392"/>
                <a:gd name="connsiteY292" fmla="*/ 17684 h 427821"/>
                <a:gd name="connsiteX293" fmla="*/ 2853958 w 2912392"/>
                <a:gd name="connsiteY293" fmla="*/ 20362 h 427821"/>
                <a:gd name="connsiteX294" fmla="*/ 2863687 w 2912392"/>
                <a:gd name="connsiteY294" fmla="*/ 23202 h 427821"/>
                <a:gd name="connsiteX295" fmla="*/ 2873431 w 2912392"/>
                <a:gd name="connsiteY295" fmla="*/ 26194 h 427821"/>
                <a:gd name="connsiteX296" fmla="*/ 2883175 w 2912392"/>
                <a:gd name="connsiteY296" fmla="*/ 29332 h 427821"/>
                <a:gd name="connsiteX297" fmla="*/ 2892919 w 2912392"/>
                <a:gd name="connsiteY297" fmla="*/ 32609 h 427821"/>
                <a:gd name="connsiteX298" fmla="*/ 2902663 w 2912392"/>
                <a:gd name="connsiteY298" fmla="*/ 36020 h 427821"/>
                <a:gd name="connsiteX299" fmla="*/ 2912392 w 2912392"/>
                <a:gd name="connsiteY299" fmla="*/ 39555 h 427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27821">
                  <a:moveTo>
                    <a:pt x="0" y="320420"/>
                  </a:moveTo>
                  <a:lnTo>
                    <a:pt x="9739" y="317453"/>
                  </a:lnTo>
                  <a:lnTo>
                    <a:pt x="19480" y="314689"/>
                  </a:lnTo>
                  <a:lnTo>
                    <a:pt x="29221" y="312132"/>
                  </a:lnTo>
                  <a:lnTo>
                    <a:pt x="38961" y="309783"/>
                  </a:lnTo>
                  <a:lnTo>
                    <a:pt x="48702" y="307639"/>
                  </a:lnTo>
                  <a:lnTo>
                    <a:pt x="58443" y="305705"/>
                  </a:lnTo>
                  <a:lnTo>
                    <a:pt x="68182" y="303975"/>
                  </a:lnTo>
                  <a:lnTo>
                    <a:pt x="77923" y="302452"/>
                  </a:lnTo>
                  <a:lnTo>
                    <a:pt x="87664" y="301132"/>
                  </a:lnTo>
                  <a:lnTo>
                    <a:pt x="97404" y="300015"/>
                  </a:lnTo>
                  <a:lnTo>
                    <a:pt x="107145" y="299094"/>
                  </a:lnTo>
                  <a:lnTo>
                    <a:pt x="116886" y="298369"/>
                  </a:lnTo>
                  <a:lnTo>
                    <a:pt x="126625" y="297834"/>
                  </a:lnTo>
                  <a:lnTo>
                    <a:pt x="136366" y="297485"/>
                  </a:lnTo>
                  <a:lnTo>
                    <a:pt x="146107" y="297318"/>
                  </a:lnTo>
                  <a:lnTo>
                    <a:pt x="155846" y="297326"/>
                  </a:lnTo>
                  <a:lnTo>
                    <a:pt x="165587" y="297504"/>
                  </a:lnTo>
                  <a:lnTo>
                    <a:pt x="175328" y="297846"/>
                  </a:lnTo>
                  <a:lnTo>
                    <a:pt x="185068" y="298345"/>
                  </a:lnTo>
                  <a:lnTo>
                    <a:pt x="194809" y="298993"/>
                  </a:lnTo>
                  <a:lnTo>
                    <a:pt x="204550" y="299785"/>
                  </a:lnTo>
                  <a:lnTo>
                    <a:pt x="214289" y="300712"/>
                  </a:lnTo>
                  <a:lnTo>
                    <a:pt x="224030" y="301765"/>
                  </a:lnTo>
                  <a:lnTo>
                    <a:pt x="233771" y="302940"/>
                  </a:lnTo>
                  <a:lnTo>
                    <a:pt x="243510" y="304225"/>
                  </a:lnTo>
                  <a:lnTo>
                    <a:pt x="253251" y="305612"/>
                  </a:lnTo>
                  <a:lnTo>
                    <a:pt x="262992" y="307096"/>
                  </a:lnTo>
                  <a:lnTo>
                    <a:pt x="272732" y="308665"/>
                  </a:lnTo>
                  <a:lnTo>
                    <a:pt x="282473" y="310313"/>
                  </a:lnTo>
                  <a:lnTo>
                    <a:pt x="292214" y="312029"/>
                  </a:lnTo>
                  <a:lnTo>
                    <a:pt x="301953" y="313808"/>
                  </a:lnTo>
                  <a:lnTo>
                    <a:pt x="311694" y="315641"/>
                  </a:lnTo>
                  <a:lnTo>
                    <a:pt x="321435" y="317517"/>
                  </a:lnTo>
                  <a:lnTo>
                    <a:pt x="331175" y="319431"/>
                  </a:lnTo>
                  <a:lnTo>
                    <a:pt x="340916" y="321375"/>
                  </a:lnTo>
                  <a:lnTo>
                    <a:pt x="350656" y="323341"/>
                  </a:lnTo>
                  <a:lnTo>
                    <a:pt x="360396" y="325321"/>
                  </a:lnTo>
                  <a:lnTo>
                    <a:pt x="370137" y="327308"/>
                  </a:lnTo>
                  <a:lnTo>
                    <a:pt x="379878" y="329297"/>
                  </a:lnTo>
                  <a:lnTo>
                    <a:pt x="389617" y="331282"/>
                  </a:lnTo>
                  <a:lnTo>
                    <a:pt x="399358" y="333254"/>
                  </a:lnTo>
                  <a:lnTo>
                    <a:pt x="409099" y="335211"/>
                  </a:lnTo>
                  <a:lnTo>
                    <a:pt x="418839" y="337145"/>
                  </a:lnTo>
                  <a:lnTo>
                    <a:pt x="428580" y="339050"/>
                  </a:lnTo>
                  <a:lnTo>
                    <a:pt x="438321" y="340926"/>
                  </a:lnTo>
                  <a:lnTo>
                    <a:pt x="448060" y="342766"/>
                  </a:lnTo>
                  <a:lnTo>
                    <a:pt x="457801" y="344567"/>
                  </a:lnTo>
                  <a:lnTo>
                    <a:pt x="467542" y="346325"/>
                  </a:lnTo>
                  <a:lnTo>
                    <a:pt x="477281" y="348039"/>
                  </a:lnTo>
                  <a:lnTo>
                    <a:pt x="487022" y="349704"/>
                  </a:lnTo>
                  <a:lnTo>
                    <a:pt x="496763" y="351321"/>
                  </a:lnTo>
                  <a:lnTo>
                    <a:pt x="506503" y="352887"/>
                  </a:lnTo>
                  <a:lnTo>
                    <a:pt x="516244" y="354401"/>
                  </a:lnTo>
                  <a:lnTo>
                    <a:pt x="525985" y="355861"/>
                  </a:lnTo>
                  <a:lnTo>
                    <a:pt x="535724" y="357269"/>
                  </a:lnTo>
                  <a:lnTo>
                    <a:pt x="545465" y="358624"/>
                  </a:lnTo>
                  <a:lnTo>
                    <a:pt x="555206" y="359927"/>
                  </a:lnTo>
                  <a:lnTo>
                    <a:pt x="564946" y="361177"/>
                  </a:lnTo>
                  <a:lnTo>
                    <a:pt x="574687" y="362377"/>
                  </a:lnTo>
                  <a:lnTo>
                    <a:pt x="584428" y="363528"/>
                  </a:lnTo>
                  <a:lnTo>
                    <a:pt x="594167" y="364630"/>
                  </a:lnTo>
                  <a:lnTo>
                    <a:pt x="603908" y="365688"/>
                  </a:lnTo>
                  <a:lnTo>
                    <a:pt x="613649" y="366701"/>
                  </a:lnTo>
                  <a:lnTo>
                    <a:pt x="623388" y="367674"/>
                  </a:lnTo>
                  <a:lnTo>
                    <a:pt x="633129" y="368607"/>
                  </a:lnTo>
                  <a:lnTo>
                    <a:pt x="642870" y="369505"/>
                  </a:lnTo>
                  <a:lnTo>
                    <a:pt x="652610" y="370369"/>
                  </a:lnTo>
                  <a:lnTo>
                    <a:pt x="662351" y="371205"/>
                  </a:lnTo>
                  <a:lnTo>
                    <a:pt x="672092" y="372013"/>
                  </a:lnTo>
                  <a:lnTo>
                    <a:pt x="681831" y="372796"/>
                  </a:lnTo>
                  <a:lnTo>
                    <a:pt x="691572" y="373559"/>
                  </a:lnTo>
                  <a:lnTo>
                    <a:pt x="701313" y="374306"/>
                  </a:lnTo>
                  <a:lnTo>
                    <a:pt x="711052" y="375037"/>
                  </a:lnTo>
                  <a:lnTo>
                    <a:pt x="720793" y="375758"/>
                  </a:lnTo>
                  <a:lnTo>
                    <a:pt x="730534" y="376472"/>
                  </a:lnTo>
                  <a:lnTo>
                    <a:pt x="740274" y="377180"/>
                  </a:lnTo>
                  <a:lnTo>
                    <a:pt x="750015" y="377886"/>
                  </a:lnTo>
                  <a:lnTo>
                    <a:pt x="759756" y="378594"/>
                  </a:lnTo>
                  <a:lnTo>
                    <a:pt x="769495" y="379304"/>
                  </a:lnTo>
                  <a:lnTo>
                    <a:pt x="779236" y="380022"/>
                  </a:lnTo>
                  <a:lnTo>
                    <a:pt x="788977" y="380748"/>
                  </a:lnTo>
                  <a:lnTo>
                    <a:pt x="798717" y="381485"/>
                  </a:lnTo>
                  <a:lnTo>
                    <a:pt x="808458" y="382236"/>
                  </a:lnTo>
                  <a:lnTo>
                    <a:pt x="818199" y="383001"/>
                  </a:lnTo>
                  <a:lnTo>
                    <a:pt x="827938" y="383783"/>
                  </a:lnTo>
                  <a:lnTo>
                    <a:pt x="837679" y="384584"/>
                  </a:lnTo>
                  <a:lnTo>
                    <a:pt x="847420" y="385404"/>
                  </a:lnTo>
                  <a:lnTo>
                    <a:pt x="857159" y="386244"/>
                  </a:lnTo>
                  <a:lnTo>
                    <a:pt x="866900" y="387105"/>
                  </a:lnTo>
                  <a:lnTo>
                    <a:pt x="876641" y="387987"/>
                  </a:lnTo>
                  <a:lnTo>
                    <a:pt x="886381" y="388893"/>
                  </a:lnTo>
                  <a:lnTo>
                    <a:pt x="896122" y="389820"/>
                  </a:lnTo>
                  <a:lnTo>
                    <a:pt x="905863" y="390770"/>
                  </a:lnTo>
                  <a:lnTo>
                    <a:pt x="915602" y="391740"/>
                  </a:lnTo>
                  <a:lnTo>
                    <a:pt x="925343" y="392733"/>
                  </a:lnTo>
                  <a:lnTo>
                    <a:pt x="935084" y="393746"/>
                  </a:lnTo>
                  <a:lnTo>
                    <a:pt x="944824" y="394777"/>
                  </a:lnTo>
                  <a:lnTo>
                    <a:pt x="954564" y="395827"/>
                  </a:lnTo>
                  <a:lnTo>
                    <a:pt x="964305" y="396894"/>
                  </a:lnTo>
                  <a:lnTo>
                    <a:pt x="974045" y="397976"/>
                  </a:lnTo>
                  <a:lnTo>
                    <a:pt x="983786" y="399072"/>
                  </a:lnTo>
                  <a:lnTo>
                    <a:pt x="993522" y="400179"/>
                  </a:lnTo>
                  <a:lnTo>
                    <a:pt x="1003266" y="401295"/>
                  </a:lnTo>
                  <a:lnTo>
                    <a:pt x="1013010" y="402420"/>
                  </a:lnTo>
                  <a:lnTo>
                    <a:pt x="1022754" y="403548"/>
                  </a:lnTo>
                  <a:lnTo>
                    <a:pt x="1032483" y="404680"/>
                  </a:lnTo>
                  <a:lnTo>
                    <a:pt x="1042227" y="405813"/>
                  </a:lnTo>
                  <a:lnTo>
                    <a:pt x="1051971" y="406942"/>
                  </a:lnTo>
                  <a:lnTo>
                    <a:pt x="1061715" y="408067"/>
                  </a:lnTo>
                  <a:lnTo>
                    <a:pt x="1071444" y="409184"/>
                  </a:lnTo>
                  <a:lnTo>
                    <a:pt x="1081188" y="410291"/>
                  </a:lnTo>
                  <a:lnTo>
                    <a:pt x="1090932" y="411386"/>
                  </a:lnTo>
                  <a:lnTo>
                    <a:pt x="1100676" y="412463"/>
                  </a:lnTo>
                  <a:lnTo>
                    <a:pt x="1110405" y="413524"/>
                  </a:lnTo>
                  <a:lnTo>
                    <a:pt x="1120149" y="414563"/>
                  </a:lnTo>
                  <a:lnTo>
                    <a:pt x="1129893" y="415579"/>
                  </a:lnTo>
                  <a:lnTo>
                    <a:pt x="1139637" y="416568"/>
                  </a:lnTo>
                  <a:lnTo>
                    <a:pt x="1149381" y="417528"/>
                  </a:lnTo>
                  <a:lnTo>
                    <a:pt x="1159110" y="418457"/>
                  </a:lnTo>
                  <a:lnTo>
                    <a:pt x="1168854" y="419353"/>
                  </a:lnTo>
                  <a:lnTo>
                    <a:pt x="1178598" y="420212"/>
                  </a:lnTo>
                  <a:lnTo>
                    <a:pt x="1188341" y="421033"/>
                  </a:lnTo>
                  <a:lnTo>
                    <a:pt x="1198070" y="421815"/>
                  </a:lnTo>
                  <a:lnTo>
                    <a:pt x="1207814" y="422556"/>
                  </a:lnTo>
                  <a:lnTo>
                    <a:pt x="1217558" y="423252"/>
                  </a:lnTo>
                  <a:lnTo>
                    <a:pt x="1227302" y="423903"/>
                  </a:lnTo>
                  <a:lnTo>
                    <a:pt x="1237031" y="424508"/>
                  </a:lnTo>
                  <a:lnTo>
                    <a:pt x="1246775" y="425063"/>
                  </a:lnTo>
                  <a:lnTo>
                    <a:pt x="1256519" y="425570"/>
                  </a:lnTo>
                  <a:lnTo>
                    <a:pt x="1266263" y="426027"/>
                  </a:lnTo>
                  <a:lnTo>
                    <a:pt x="1276007" y="426434"/>
                  </a:lnTo>
                  <a:lnTo>
                    <a:pt x="1285736" y="426789"/>
                  </a:lnTo>
                  <a:lnTo>
                    <a:pt x="1295480" y="427091"/>
                  </a:lnTo>
                  <a:lnTo>
                    <a:pt x="1305224" y="427342"/>
                  </a:lnTo>
                  <a:lnTo>
                    <a:pt x="1314968" y="427540"/>
                  </a:lnTo>
                  <a:lnTo>
                    <a:pt x="1324697" y="427686"/>
                  </a:lnTo>
                  <a:lnTo>
                    <a:pt x="1334441" y="427780"/>
                  </a:lnTo>
                  <a:lnTo>
                    <a:pt x="1344185" y="427821"/>
                  </a:lnTo>
                  <a:lnTo>
                    <a:pt x="1353929" y="427812"/>
                  </a:lnTo>
                  <a:lnTo>
                    <a:pt x="1363658" y="427753"/>
                  </a:lnTo>
                  <a:lnTo>
                    <a:pt x="1373402" y="427642"/>
                  </a:lnTo>
                  <a:lnTo>
                    <a:pt x="1383146" y="427485"/>
                  </a:lnTo>
                  <a:lnTo>
                    <a:pt x="1392890" y="427277"/>
                  </a:lnTo>
                  <a:lnTo>
                    <a:pt x="1402619" y="427026"/>
                  </a:lnTo>
                  <a:lnTo>
                    <a:pt x="1412363" y="426728"/>
                  </a:lnTo>
                  <a:lnTo>
                    <a:pt x="1422106" y="426386"/>
                  </a:lnTo>
                  <a:lnTo>
                    <a:pt x="1431850" y="426002"/>
                  </a:lnTo>
                  <a:lnTo>
                    <a:pt x="1441594" y="425577"/>
                  </a:lnTo>
                  <a:lnTo>
                    <a:pt x="1451323" y="425114"/>
                  </a:lnTo>
                  <a:lnTo>
                    <a:pt x="1461067" y="424613"/>
                  </a:lnTo>
                  <a:lnTo>
                    <a:pt x="1470811" y="424077"/>
                  </a:lnTo>
                  <a:lnTo>
                    <a:pt x="1480555" y="423507"/>
                  </a:lnTo>
                  <a:lnTo>
                    <a:pt x="1490284" y="422903"/>
                  </a:lnTo>
                  <a:lnTo>
                    <a:pt x="1500028" y="422270"/>
                  </a:lnTo>
                  <a:lnTo>
                    <a:pt x="1509772" y="421608"/>
                  </a:lnTo>
                  <a:lnTo>
                    <a:pt x="1519516" y="420920"/>
                  </a:lnTo>
                  <a:lnTo>
                    <a:pt x="1529245" y="420206"/>
                  </a:lnTo>
                  <a:lnTo>
                    <a:pt x="1538989" y="419469"/>
                  </a:lnTo>
                  <a:lnTo>
                    <a:pt x="1548733" y="418708"/>
                  </a:lnTo>
                  <a:lnTo>
                    <a:pt x="1558477" y="417927"/>
                  </a:lnTo>
                  <a:lnTo>
                    <a:pt x="1568221" y="417125"/>
                  </a:lnTo>
                  <a:lnTo>
                    <a:pt x="1577950" y="416306"/>
                  </a:lnTo>
                  <a:lnTo>
                    <a:pt x="1587694" y="415470"/>
                  </a:lnTo>
                  <a:lnTo>
                    <a:pt x="1597438" y="414615"/>
                  </a:lnTo>
                  <a:lnTo>
                    <a:pt x="1607182" y="413745"/>
                  </a:lnTo>
                  <a:lnTo>
                    <a:pt x="1616911" y="412860"/>
                  </a:lnTo>
                  <a:lnTo>
                    <a:pt x="1626655" y="411960"/>
                  </a:lnTo>
                  <a:lnTo>
                    <a:pt x="1636399" y="411044"/>
                  </a:lnTo>
                  <a:lnTo>
                    <a:pt x="1646142" y="410112"/>
                  </a:lnTo>
                  <a:lnTo>
                    <a:pt x="1655872" y="409165"/>
                  </a:lnTo>
                  <a:lnTo>
                    <a:pt x="1665616" y="408202"/>
                  </a:lnTo>
                  <a:lnTo>
                    <a:pt x="1675359" y="407222"/>
                  </a:lnTo>
                  <a:lnTo>
                    <a:pt x="1685103" y="406225"/>
                  </a:lnTo>
                  <a:lnTo>
                    <a:pt x="1694832" y="405208"/>
                  </a:lnTo>
                  <a:lnTo>
                    <a:pt x="1704576" y="404171"/>
                  </a:lnTo>
                  <a:lnTo>
                    <a:pt x="1714320" y="403110"/>
                  </a:lnTo>
                  <a:lnTo>
                    <a:pt x="1724064" y="402025"/>
                  </a:lnTo>
                  <a:lnTo>
                    <a:pt x="1733808" y="400915"/>
                  </a:lnTo>
                  <a:lnTo>
                    <a:pt x="1743537" y="399775"/>
                  </a:lnTo>
                  <a:lnTo>
                    <a:pt x="1753281" y="398604"/>
                  </a:lnTo>
                  <a:lnTo>
                    <a:pt x="1763025" y="397398"/>
                  </a:lnTo>
                  <a:lnTo>
                    <a:pt x="1772769" y="396153"/>
                  </a:lnTo>
                  <a:lnTo>
                    <a:pt x="1782498" y="394869"/>
                  </a:lnTo>
                  <a:lnTo>
                    <a:pt x="1792242" y="393540"/>
                  </a:lnTo>
                  <a:lnTo>
                    <a:pt x="1801986" y="392164"/>
                  </a:lnTo>
                  <a:lnTo>
                    <a:pt x="1811730" y="390733"/>
                  </a:lnTo>
                  <a:lnTo>
                    <a:pt x="1821459" y="389248"/>
                  </a:lnTo>
                  <a:lnTo>
                    <a:pt x="1831203" y="387703"/>
                  </a:lnTo>
                  <a:lnTo>
                    <a:pt x="1840947" y="386092"/>
                  </a:lnTo>
                  <a:lnTo>
                    <a:pt x="1850691" y="384415"/>
                  </a:lnTo>
                  <a:lnTo>
                    <a:pt x="1860435" y="382662"/>
                  </a:lnTo>
                  <a:lnTo>
                    <a:pt x="1870164" y="380833"/>
                  </a:lnTo>
                  <a:lnTo>
                    <a:pt x="1879908" y="378921"/>
                  </a:lnTo>
                  <a:lnTo>
                    <a:pt x="1889652" y="376922"/>
                  </a:lnTo>
                  <a:lnTo>
                    <a:pt x="1899395" y="374833"/>
                  </a:lnTo>
                  <a:lnTo>
                    <a:pt x="1909124" y="372647"/>
                  </a:lnTo>
                  <a:lnTo>
                    <a:pt x="1918868" y="370360"/>
                  </a:lnTo>
                  <a:lnTo>
                    <a:pt x="1928612" y="367971"/>
                  </a:lnTo>
                  <a:lnTo>
                    <a:pt x="1938356" y="365472"/>
                  </a:lnTo>
                  <a:lnTo>
                    <a:pt x="1948085" y="362860"/>
                  </a:lnTo>
                  <a:lnTo>
                    <a:pt x="1957829" y="360131"/>
                  </a:lnTo>
                  <a:lnTo>
                    <a:pt x="1967573" y="357282"/>
                  </a:lnTo>
                  <a:lnTo>
                    <a:pt x="1977317" y="354310"/>
                  </a:lnTo>
                  <a:lnTo>
                    <a:pt x="1987046" y="351209"/>
                  </a:lnTo>
                  <a:lnTo>
                    <a:pt x="1996790" y="347979"/>
                  </a:lnTo>
                  <a:lnTo>
                    <a:pt x="2006534" y="344615"/>
                  </a:lnTo>
                  <a:lnTo>
                    <a:pt x="2016278" y="341117"/>
                  </a:lnTo>
                  <a:lnTo>
                    <a:pt x="2026022" y="337480"/>
                  </a:lnTo>
                  <a:lnTo>
                    <a:pt x="2035751" y="333704"/>
                  </a:lnTo>
                  <a:lnTo>
                    <a:pt x="2045495" y="329787"/>
                  </a:lnTo>
                  <a:lnTo>
                    <a:pt x="2055239" y="325730"/>
                  </a:lnTo>
                  <a:lnTo>
                    <a:pt x="2064983" y="321530"/>
                  </a:lnTo>
                  <a:lnTo>
                    <a:pt x="2074712" y="317187"/>
                  </a:lnTo>
                  <a:lnTo>
                    <a:pt x="2084456" y="312703"/>
                  </a:lnTo>
                  <a:lnTo>
                    <a:pt x="2094200" y="308077"/>
                  </a:lnTo>
                  <a:lnTo>
                    <a:pt x="2103944" y="303309"/>
                  </a:lnTo>
                  <a:lnTo>
                    <a:pt x="2113673" y="298404"/>
                  </a:lnTo>
                  <a:lnTo>
                    <a:pt x="2123417" y="293361"/>
                  </a:lnTo>
                  <a:lnTo>
                    <a:pt x="2133161" y="288185"/>
                  </a:lnTo>
                  <a:lnTo>
                    <a:pt x="2142905" y="282878"/>
                  </a:lnTo>
                  <a:lnTo>
                    <a:pt x="2152649" y="277441"/>
                  </a:lnTo>
                  <a:lnTo>
                    <a:pt x="2162377" y="271883"/>
                  </a:lnTo>
                  <a:lnTo>
                    <a:pt x="2172121" y="266203"/>
                  </a:lnTo>
                  <a:lnTo>
                    <a:pt x="2181865" y="260409"/>
                  </a:lnTo>
                  <a:lnTo>
                    <a:pt x="2191609" y="254506"/>
                  </a:lnTo>
                  <a:lnTo>
                    <a:pt x="2201338" y="248499"/>
                  </a:lnTo>
                  <a:lnTo>
                    <a:pt x="2211082" y="242394"/>
                  </a:lnTo>
                  <a:lnTo>
                    <a:pt x="2220826" y="236199"/>
                  </a:lnTo>
                  <a:lnTo>
                    <a:pt x="2230570" y="229920"/>
                  </a:lnTo>
                  <a:lnTo>
                    <a:pt x="2240299" y="223562"/>
                  </a:lnTo>
                  <a:lnTo>
                    <a:pt x="2250043" y="217136"/>
                  </a:lnTo>
                  <a:lnTo>
                    <a:pt x="2259787" y="210649"/>
                  </a:lnTo>
                  <a:lnTo>
                    <a:pt x="2269531" y="204109"/>
                  </a:lnTo>
                  <a:lnTo>
                    <a:pt x="2279260" y="197525"/>
                  </a:lnTo>
                  <a:lnTo>
                    <a:pt x="2289004" y="190905"/>
                  </a:lnTo>
                  <a:lnTo>
                    <a:pt x="2298748" y="184259"/>
                  </a:lnTo>
                  <a:lnTo>
                    <a:pt x="2308492" y="177596"/>
                  </a:lnTo>
                  <a:lnTo>
                    <a:pt x="2318236" y="170926"/>
                  </a:lnTo>
                  <a:lnTo>
                    <a:pt x="2327965" y="164257"/>
                  </a:lnTo>
                  <a:lnTo>
                    <a:pt x="2337709" y="157600"/>
                  </a:lnTo>
                  <a:lnTo>
                    <a:pt x="2347453" y="150967"/>
                  </a:lnTo>
                  <a:lnTo>
                    <a:pt x="2357197" y="144364"/>
                  </a:lnTo>
                  <a:lnTo>
                    <a:pt x="2366926" y="137804"/>
                  </a:lnTo>
                  <a:lnTo>
                    <a:pt x="2376670" y="131294"/>
                  </a:lnTo>
                  <a:lnTo>
                    <a:pt x="2386413" y="124849"/>
                  </a:lnTo>
                  <a:lnTo>
                    <a:pt x="2396157" y="118474"/>
                  </a:lnTo>
                  <a:lnTo>
                    <a:pt x="2405886" y="112182"/>
                  </a:lnTo>
                  <a:lnTo>
                    <a:pt x="2415630" y="105981"/>
                  </a:lnTo>
                  <a:lnTo>
                    <a:pt x="2425374" y="99881"/>
                  </a:lnTo>
                  <a:lnTo>
                    <a:pt x="2435118" y="93892"/>
                  </a:lnTo>
                  <a:lnTo>
                    <a:pt x="2444862" y="88023"/>
                  </a:lnTo>
                  <a:lnTo>
                    <a:pt x="2454591" y="82283"/>
                  </a:lnTo>
                  <a:lnTo>
                    <a:pt x="2464335" y="76682"/>
                  </a:lnTo>
                  <a:lnTo>
                    <a:pt x="2474079" y="71228"/>
                  </a:lnTo>
                  <a:lnTo>
                    <a:pt x="2483823" y="65926"/>
                  </a:lnTo>
                  <a:lnTo>
                    <a:pt x="2493552" y="60789"/>
                  </a:lnTo>
                  <a:lnTo>
                    <a:pt x="2503296" y="55823"/>
                  </a:lnTo>
                  <a:lnTo>
                    <a:pt x="2513040" y="51035"/>
                  </a:lnTo>
                  <a:lnTo>
                    <a:pt x="2522784" y="46430"/>
                  </a:lnTo>
                  <a:lnTo>
                    <a:pt x="2532513" y="42018"/>
                  </a:lnTo>
                  <a:lnTo>
                    <a:pt x="2542257" y="37802"/>
                  </a:lnTo>
                  <a:lnTo>
                    <a:pt x="2552001" y="33791"/>
                  </a:lnTo>
                  <a:lnTo>
                    <a:pt x="2561745" y="29987"/>
                  </a:lnTo>
                  <a:lnTo>
                    <a:pt x="2571474" y="26396"/>
                  </a:lnTo>
                  <a:lnTo>
                    <a:pt x="2581218" y="23023"/>
                  </a:lnTo>
                  <a:lnTo>
                    <a:pt x="2590962" y="19872"/>
                  </a:lnTo>
                  <a:lnTo>
                    <a:pt x="2600705" y="16946"/>
                  </a:lnTo>
                  <a:lnTo>
                    <a:pt x="2610449" y="14246"/>
                  </a:lnTo>
                  <a:lnTo>
                    <a:pt x="2620178" y="11779"/>
                  </a:lnTo>
                  <a:lnTo>
                    <a:pt x="2629922" y="9544"/>
                  </a:lnTo>
                  <a:lnTo>
                    <a:pt x="2639666" y="7543"/>
                  </a:lnTo>
                  <a:lnTo>
                    <a:pt x="2649410" y="5778"/>
                  </a:lnTo>
                  <a:lnTo>
                    <a:pt x="2659139" y="4248"/>
                  </a:lnTo>
                  <a:lnTo>
                    <a:pt x="2668883" y="2954"/>
                  </a:lnTo>
                  <a:lnTo>
                    <a:pt x="2678627" y="1895"/>
                  </a:lnTo>
                  <a:lnTo>
                    <a:pt x="2688371" y="1073"/>
                  </a:lnTo>
                  <a:lnTo>
                    <a:pt x="2698100" y="483"/>
                  </a:lnTo>
                  <a:lnTo>
                    <a:pt x="2707844" y="127"/>
                  </a:lnTo>
                  <a:lnTo>
                    <a:pt x="2717588" y="0"/>
                  </a:lnTo>
                  <a:lnTo>
                    <a:pt x="2727332" y="100"/>
                  </a:lnTo>
                  <a:lnTo>
                    <a:pt x="2737076" y="426"/>
                  </a:lnTo>
                  <a:lnTo>
                    <a:pt x="2746805" y="973"/>
                  </a:lnTo>
                  <a:lnTo>
                    <a:pt x="2756549" y="1739"/>
                  </a:lnTo>
                  <a:lnTo>
                    <a:pt x="2766293" y="2718"/>
                  </a:lnTo>
                  <a:lnTo>
                    <a:pt x="2776037" y="3908"/>
                  </a:lnTo>
                  <a:lnTo>
                    <a:pt x="2785766" y="5301"/>
                  </a:lnTo>
                  <a:lnTo>
                    <a:pt x="2795510" y="6897"/>
                  </a:lnTo>
                  <a:lnTo>
                    <a:pt x="2805254" y="8686"/>
                  </a:lnTo>
                  <a:lnTo>
                    <a:pt x="2814998" y="10665"/>
                  </a:lnTo>
                  <a:lnTo>
                    <a:pt x="2824727" y="12828"/>
                  </a:lnTo>
                  <a:lnTo>
                    <a:pt x="2834471" y="15170"/>
                  </a:lnTo>
                  <a:lnTo>
                    <a:pt x="2844215" y="17684"/>
                  </a:lnTo>
                  <a:lnTo>
                    <a:pt x="2853958" y="20362"/>
                  </a:lnTo>
                  <a:lnTo>
                    <a:pt x="2863687" y="23202"/>
                  </a:lnTo>
                  <a:lnTo>
                    <a:pt x="2873431" y="26194"/>
                  </a:lnTo>
                  <a:lnTo>
                    <a:pt x="2883175" y="29332"/>
                  </a:lnTo>
                  <a:lnTo>
                    <a:pt x="2892919" y="32609"/>
                  </a:lnTo>
                  <a:lnTo>
                    <a:pt x="2902663" y="36020"/>
                  </a:lnTo>
                  <a:lnTo>
                    <a:pt x="2912392" y="3955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4" name="Freeform 633">
              <a:extLst>
                <a:ext uri="{FF2B5EF4-FFF2-40B4-BE49-F238E27FC236}">
                  <a16:creationId xmlns:a16="http://schemas.microsoft.com/office/drawing/2014/main" id="{3CE72DFE-6B4D-20F7-5E2B-441F035D86ED}"/>
                </a:ext>
              </a:extLst>
            </p:cNvPr>
            <p:cNvSpPr/>
            <p:nvPr/>
          </p:nvSpPr>
          <p:spPr>
            <a:xfrm>
              <a:off x="576446" y="3302790"/>
              <a:ext cx="2912392" cy="627674"/>
            </a:xfrm>
            <a:custGeom>
              <a:avLst/>
              <a:gdLst>
                <a:gd name="connsiteX0" fmla="*/ 0 w 2912392"/>
                <a:gd name="connsiteY0" fmla="*/ 83741 h 627674"/>
                <a:gd name="connsiteX1" fmla="*/ 9739 w 2912392"/>
                <a:gd name="connsiteY1" fmla="*/ 82077 h 627674"/>
                <a:gd name="connsiteX2" fmla="*/ 19480 w 2912392"/>
                <a:gd name="connsiteY2" fmla="*/ 80434 h 627674"/>
                <a:gd name="connsiteX3" fmla="*/ 29221 w 2912392"/>
                <a:gd name="connsiteY3" fmla="*/ 78813 h 627674"/>
                <a:gd name="connsiteX4" fmla="*/ 38961 w 2912392"/>
                <a:gd name="connsiteY4" fmla="*/ 77216 h 627674"/>
                <a:gd name="connsiteX5" fmla="*/ 48702 w 2912392"/>
                <a:gd name="connsiteY5" fmla="*/ 75641 h 627674"/>
                <a:gd name="connsiteX6" fmla="*/ 58443 w 2912392"/>
                <a:gd name="connsiteY6" fmla="*/ 74093 h 627674"/>
                <a:gd name="connsiteX7" fmla="*/ 68182 w 2912392"/>
                <a:gd name="connsiteY7" fmla="*/ 72567 h 627674"/>
                <a:gd name="connsiteX8" fmla="*/ 77923 w 2912392"/>
                <a:gd name="connsiteY8" fmla="*/ 71067 h 627674"/>
                <a:gd name="connsiteX9" fmla="*/ 87664 w 2912392"/>
                <a:gd name="connsiteY9" fmla="*/ 69590 h 627674"/>
                <a:gd name="connsiteX10" fmla="*/ 97404 w 2912392"/>
                <a:gd name="connsiteY10" fmla="*/ 68138 h 627674"/>
                <a:gd name="connsiteX11" fmla="*/ 107145 w 2912392"/>
                <a:gd name="connsiteY11" fmla="*/ 66707 h 627674"/>
                <a:gd name="connsiteX12" fmla="*/ 116886 w 2912392"/>
                <a:gd name="connsiteY12" fmla="*/ 65298 h 627674"/>
                <a:gd name="connsiteX13" fmla="*/ 126625 w 2912392"/>
                <a:gd name="connsiteY13" fmla="*/ 63909 h 627674"/>
                <a:gd name="connsiteX14" fmla="*/ 136366 w 2912392"/>
                <a:gd name="connsiteY14" fmla="*/ 62537 h 627674"/>
                <a:gd name="connsiteX15" fmla="*/ 146107 w 2912392"/>
                <a:gd name="connsiteY15" fmla="*/ 61183 h 627674"/>
                <a:gd name="connsiteX16" fmla="*/ 155846 w 2912392"/>
                <a:gd name="connsiteY16" fmla="*/ 59843 h 627674"/>
                <a:gd name="connsiteX17" fmla="*/ 165587 w 2912392"/>
                <a:gd name="connsiteY17" fmla="*/ 58517 h 627674"/>
                <a:gd name="connsiteX18" fmla="*/ 175328 w 2912392"/>
                <a:gd name="connsiteY18" fmla="*/ 57200 h 627674"/>
                <a:gd name="connsiteX19" fmla="*/ 185068 w 2912392"/>
                <a:gd name="connsiteY19" fmla="*/ 55894 h 627674"/>
                <a:gd name="connsiteX20" fmla="*/ 194809 w 2912392"/>
                <a:gd name="connsiteY20" fmla="*/ 54591 h 627674"/>
                <a:gd name="connsiteX21" fmla="*/ 204550 w 2912392"/>
                <a:gd name="connsiteY21" fmla="*/ 53292 h 627674"/>
                <a:gd name="connsiteX22" fmla="*/ 214289 w 2912392"/>
                <a:gd name="connsiteY22" fmla="*/ 51996 h 627674"/>
                <a:gd name="connsiteX23" fmla="*/ 224030 w 2912392"/>
                <a:gd name="connsiteY23" fmla="*/ 50698 h 627674"/>
                <a:gd name="connsiteX24" fmla="*/ 233771 w 2912392"/>
                <a:gd name="connsiteY24" fmla="*/ 49396 h 627674"/>
                <a:gd name="connsiteX25" fmla="*/ 243510 w 2912392"/>
                <a:gd name="connsiteY25" fmla="*/ 48090 h 627674"/>
                <a:gd name="connsiteX26" fmla="*/ 253251 w 2912392"/>
                <a:gd name="connsiteY26" fmla="*/ 46775 h 627674"/>
                <a:gd name="connsiteX27" fmla="*/ 262992 w 2912392"/>
                <a:gd name="connsiteY27" fmla="*/ 45451 h 627674"/>
                <a:gd name="connsiteX28" fmla="*/ 272732 w 2912392"/>
                <a:gd name="connsiteY28" fmla="*/ 44114 h 627674"/>
                <a:gd name="connsiteX29" fmla="*/ 282473 w 2912392"/>
                <a:gd name="connsiteY29" fmla="*/ 42766 h 627674"/>
                <a:gd name="connsiteX30" fmla="*/ 292214 w 2912392"/>
                <a:gd name="connsiteY30" fmla="*/ 41401 h 627674"/>
                <a:gd name="connsiteX31" fmla="*/ 301953 w 2912392"/>
                <a:gd name="connsiteY31" fmla="*/ 40022 h 627674"/>
                <a:gd name="connsiteX32" fmla="*/ 311694 w 2912392"/>
                <a:gd name="connsiteY32" fmla="*/ 38626 h 627674"/>
                <a:gd name="connsiteX33" fmla="*/ 321435 w 2912392"/>
                <a:gd name="connsiteY33" fmla="*/ 37212 h 627674"/>
                <a:gd name="connsiteX34" fmla="*/ 331175 w 2912392"/>
                <a:gd name="connsiteY34" fmla="*/ 35781 h 627674"/>
                <a:gd name="connsiteX35" fmla="*/ 340916 w 2912392"/>
                <a:gd name="connsiteY35" fmla="*/ 34332 h 627674"/>
                <a:gd name="connsiteX36" fmla="*/ 350656 w 2912392"/>
                <a:gd name="connsiteY36" fmla="*/ 32866 h 627674"/>
                <a:gd name="connsiteX37" fmla="*/ 360396 w 2912392"/>
                <a:gd name="connsiteY37" fmla="*/ 31383 h 627674"/>
                <a:gd name="connsiteX38" fmla="*/ 370137 w 2912392"/>
                <a:gd name="connsiteY38" fmla="*/ 29884 h 627674"/>
                <a:gd name="connsiteX39" fmla="*/ 379878 w 2912392"/>
                <a:gd name="connsiteY39" fmla="*/ 28374 h 627674"/>
                <a:gd name="connsiteX40" fmla="*/ 389617 w 2912392"/>
                <a:gd name="connsiteY40" fmla="*/ 26850 h 627674"/>
                <a:gd name="connsiteX41" fmla="*/ 399358 w 2912392"/>
                <a:gd name="connsiteY41" fmla="*/ 25318 h 627674"/>
                <a:gd name="connsiteX42" fmla="*/ 409099 w 2912392"/>
                <a:gd name="connsiteY42" fmla="*/ 23779 h 627674"/>
                <a:gd name="connsiteX43" fmla="*/ 418839 w 2912392"/>
                <a:gd name="connsiteY43" fmla="*/ 22238 h 627674"/>
                <a:gd name="connsiteX44" fmla="*/ 428580 w 2912392"/>
                <a:gd name="connsiteY44" fmla="*/ 20698 h 627674"/>
                <a:gd name="connsiteX45" fmla="*/ 438321 w 2912392"/>
                <a:gd name="connsiteY45" fmla="*/ 19163 h 627674"/>
                <a:gd name="connsiteX46" fmla="*/ 448060 w 2912392"/>
                <a:gd name="connsiteY46" fmla="*/ 17639 h 627674"/>
                <a:gd name="connsiteX47" fmla="*/ 457801 w 2912392"/>
                <a:gd name="connsiteY47" fmla="*/ 16130 h 627674"/>
                <a:gd name="connsiteX48" fmla="*/ 467542 w 2912392"/>
                <a:gd name="connsiteY48" fmla="*/ 14643 h 627674"/>
                <a:gd name="connsiteX49" fmla="*/ 477281 w 2912392"/>
                <a:gd name="connsiteY49" fmla="*/ 13183 h 627674"/>
                <a:gd name="connsiteX50" fmla="*/ 487022 w 2912392"/>
                <a:gd name="connsiteY50" fmla="*/ 11757 h 627674"/>
                <a:gd name="connsiteX51" fmla="*/ 496763 w 2912392"/>
                <a:gd name="connsiteY51" fmla="*/ 10373 h 627674"/>
                <a:gd name="connsiteX52" fmla="*/ 506503 w 2912392"/>
                <a:gd name="connsiteY52" fmla="*/ 9036 h 627674"/>
                <a:gd name="connsiteX53" fmla="*/ 516244 w 2912392"/>
                <a:gd name="connsiteY53" fmla="*/ 7756 h 627674"/>
                <a:gd name="connsiteX54" fmla="*/ 525985 w 2912392"/>
                <a:gd name="connsiteY54" fmla="*/ 6544 h 627674"/>
                <a:gd name="connsiteX55" fmla="*/ 535724 w 2912392"/>
                <a:gd name="connsiteY55" fmla="*/ 5402 h 627674"/>
                <a:gd name="connsiteX56" fmla="*/ 545465 w 2912392"/>
                <a:gd name="connsiteY56" fmla="*/ 4345 h 627674"/>
                <a:gd name="connsiteX57" fmla="*/ 555206 w 2912392"/>
                <a:gd name="connsiteY57" fmla="*/ 3378 h 627674"/>
                <a:gd name="connsiteX58" fmla="*/ 564946 w 2912392"/>
                <a:gd name="connsiteY58" fmla="*/ 2512 h 627674"/>
                <a:gd name="connsiteX59" fmla="*/ 574687 w 2912392"/>
                <a:gd name="connsiteY59" fmla="*/ 1758 h 627674"/>
                <a:gd name="connsiteX60" fmla="*/ 584428 w 2912392"/>
                <a:gd name="connsiteY60" fmla="*/ 1123 h 627674"/>
                <a:gd name="connsiteX61" fmla="*/ 594167 w 2912392"/>
                <a:gd name="connsiteY61" fmla="*/ 621 h 627674"/>
                <a:gd name="connsiteX62" fmla="*/ 603908 w 2912392"/>
                <a:gd name="connsiteY62" fmla="*/ 259 h 627674"/>
                <a:gd name="connsiteX63" fmla="*/ 613649 w 2912392"/>
                <a:gd name="connsiteY63" fmla="*/ 49 h 627674"/>
                <a:gd name="connsiteX64" fmla="*/ 623388 w 2912392"/>
                <a:gd name="connsiteY64" fmla="*/ 0 h 627674"/>
                <a:gd name="connsiteX65" fmla="*/ 633129 w 2912392"/>
                <a:gd name="connsiteY65" fmla="*/ 124 h 627674"/>
                <a:gd name="connsiteX66" fmla="*/ 642870 w 2912392"/>
                <a:gd name="connsiteY66" fmla="*/ 429 h 627674"/>
                <a:gd name="connsiteX67" fmla="*/ 652610 w 2912392"/>
                <a:gd name="connsiteY67" fmla="*/ 927 h 627674"/>
                <a:gd name="connsiteX68" fmla="*/ 662351 w 2912392"/>
                <a:gd name="connsiteY68" fmla="*/ 1627 h 627674"/>
                <a:gd name="connsiteX69" fmla="*/ 672092 w 2912392"/>
                <a:gd name="connsiteY69" fmla="*/ 2540 h 627674"/>
                <a:gd name="connsiteX70" fmla="*/ 681831 w 2912392"/>
                <a:gd name="connsiteY70" fmla="*/ 3674 h 627674"/>
                <a:gd name="connsiteX71" fmla="*/ 691572 w 2912392"/>
                <a:gd name="connsiteY71" fmla="*/ 5040 h 627674"/>
                <a:gd name="connsiteX72" fmla="*/ 701313 w 2912392"/>
                <a:gd name="connsiteY72" fmla="*/ 6646 h 627674"/>
                <a:gd name="connsiteX73" fmla="*/ 711052 w 2912392"/>
                <a:gd name="connsiteY73" fmla="*/ 8501 h 627674"/>
                <a:gd name="connsiteX74" fmla="*/ 720793 w 2912392"/>
                <a:gd name="connsiteY74" fmla="*/ 10614 h 627674"/>
                <a:gd name="connsiteX75" fmla="*/ 730534 w 2912392"/>
                <a:gd name="connsiteY75" fmla="*/ 12992 h 627674"/>
                <a:gd name="connsiteX76" fmla="*/ 740274 w 2912392"/>
                <a:gd name="connsiteY76" fmla="*/ 15641 h 627674"/>
                <a:gd name="connsiteX77" fmla="*/ 750015 w 2912392"/>
                <a:gd name="connsiteY77" fmla="*/ 18572 h 627674"/>
                <a:gd name="connsiteX78" fmla="*/ 759756 w 2912392"/>
                <a:gd name="connsiteY78" fmla="*/ 21787 h 627674"/>
                <a:gd name="connsiteX79" fmla="*/ 769495 w 2912392"/>
                <a:gd name="connsiteY79" fmla="*/ 25293 h 627674"/>
                <a:gd name="connsiteX80" fmla="*/ 779236 w 2912392"/>
                <a:gd name="connsiteY80" fmla="*/ 29096 h 627674"/>
                <a:gd name="connsiteX81" fmla="*/ 788977 w 2912392"/>
                <a:gd name="connsiteY81" fmla="*/ 33199 h 627674"/>
                <a:gd name="connsiteX82" fmla="*/ 798717 w 2912392"/>
                <a:gd name="connsiteY82" fmla="*/ 37608 h 627674"/>
                <a:gd name="connsiteX83" fmla="*/ 808458 w 2912392"/>
                <a:gd name="connsiteY83" fmla="*/ 42324 h 627674"/>
                <a:gd name="connsiteX84" fmla="*/ 818199 w 2912392"/>
                <a:gd name="connsiteY84" fmla="*/ 47349 h 627674"/>
                <a:gd name="connsiteX85" fmla="*/ 827938 w 2912392"/>
                <a:gd name="connsiteY85" fmla="*/ 52686 h 627674"/>
                <a:gd name="connsiteX86" fmla="*/ 837679 w 2912392"/>
                <a:gd name="connsiteY86" fmla="*/ 58336 h 627674"/>
                <a:gd name="connsiteX87" fmla="*/ 847420 w 2912392"/>
                <a:gd name="connsiteY87" fmla="*/ 64295 h 627674"/>
                <a:gd name="connsiteX88" fmla="*/ 857159 w 2912392"/>
                <a:gd name="connsiteY88" fmla="*/ 70568 h 627674"/>
                <a:gd name="connsiteX89" fmla="*/ 866900 w 2912392"/>
                <a:gd name="connsiteY89" fmla="*/ 77148 h 627674"/>
                <a:gd name="connsiteX90" fmla="*/ 876641 w 2912392"/>
                <a:gd name="connsiteY90" fmla="*/ 84036 h 627674"/>
                <a:gd name="connsiteX91" fmla="*/ 886381 w 2912392"/>
                <a:gd name="connsiteY91" fmla="*/ 91228 h 627674"/>
                <a:gd name="connsiteX92" fmla="*/ 896122 w 2912392"/>
                <a:gd name="connsiteY92" fmla="*/ 98718 h 627674"/>
                <a:gd name="connsiteX93" fmla="*/ 905863 w 2912392"/>
                <a:gd name="connsiteY93" fmla="*/ 106501 h 627674"/>
                <a:gd name="connsiteX94" fmla="*/ 915602 w 2912392"/>
                <a:gd name="connsiteY94" fmla="*/ 114573 h 627674"/>
                <a:gd name="connsiteX95" fmla="*/ 925343 w 2912392"/>
                <a:gd name="connsiteY95" fmla="*/ 122927 h 627674"/>
                <a:gd name="connsiteX96" fmla="*/ 935084 w 2912392"/>
                <a:gd name="connsiteY96" fmla="*/ 131555 h 627674"/>
                <a:gd name="connsiteX97" fmla="*/ 944824 w 2912392"/>
                <a:gd name="connsiteY97" fmla="*/ 140448 h 627674"/>
                <a:gd name="connsiteX98" fmla="*/ 954564 w 2912392"/>
                <a:gd name="connsiteY98" fmla="*/ 149598 h 627674"/>
                <a:gd name="connsiteX99" fmla="*/ 964305 w 2912392"/>
                <a:gd name="connsiteY99" fmla="*/ 158995 h 627674"/>
                <a:gd name="connsiteX100" fmla="*/ 974045 w 2912392"/>
                <a:gd name="connsiteY100" fmla="*/ 168627 h 627674"/>
                <a:gd name="connsiteX101" fmla="*/ 983786 w 2912392"/>
                <a:gd name="connsiteY101" fmla="*/ 178484 h 627674"/>
                <a:gd name="connsiteX102" fmla="*/ 993522 w 2912392"/>
                <a:gd name="connsiteY102" fmla="*/ 188554 h 627674"/>
                <a:gd name="connsiteX103" fmla="*/ 1003266 w 2912392"/>
                <a:gd name="connsiteY103" fmla="*/ 198824 h 627674"/>
                <a:gd name="connsiteX104" fmla="*/ 1013010 w 2912392"/>
                <a:gd name="connsiteY104" fmla="*/ 209282 h 627674"/>
                <a:gd name="connsiteX105" fmla="*/ 1022754 w 2912392"/>
                <a:gd name="connsiteY105" fmla="*/ 219912 h 627674"/>
                <a:gd name="connsiteX106" fmla="*/ 1032483 w 2912392"/>
                <a:gd name="connsiteY106" fmla="*/ 230700 h 627674"/>
                <a:gd name="connsiteX107" fmla="*/ 1042227 w 2912392"/>
                <a:gd name="connsiteY107" fmla="*/ 241633 h 627674"/>
                <a:gd name="connsiteX108" fmla="*/ 1051971 w 2912392"/>
                <a:gd name="connsiteY108" fmla="*/ 252694 h 627674"/>
                <a:gd name="connsiteX109" fmla="*/ 1061715 w 2912392"/>
                <a:gd name="connsiteY109" fmla="*/ 263868 h 627674"/>
                <a:gd name="connsiteX110" fmla="*/ 1071444 w 2912392"/>
                <a:gd name="connsiteY110" fmla="*/ 275138 h 627674"/>
                <a:gd name="connsiteX111" fmla="*/ 1081188 w 2912392"/>
                <a:gd name="connsiteY111" fmla="*/ 286488 h 627674"/>
                <a:gd name="connsiteX112" fmla="*/ 1090932 w 2912392"/>
                <a:gd name="connsiteY112" fmla="*/ 297902 h 627674"/>
                <a:gd name="connsiteX113" fmla="*/ 1100676 w 2912392"/>
                <a:gd name="connsiteY113" fmla="*/ 309361 h 627674"/>
                <a:gd name="connsiteX114" fmla="*/ 1110405 w 2912392"/>
                <a:gd name="connsiteY114" fmla="*/ 320850 h 627674"/>
                <a:gd name="connsiteX115" fmla="*/ 1120149 w 2912392"/>
                <a:gd name="connsiteY115" fmla="*/ 332350 h 627674"/>
                <a:gd name="connsiteX116" fmla="*/ 1129893 w 2912392"/>
                <a:gd name="connsiteY116" fmla="*/ 343843 h 627674"/>
                <a:gd name="connsiteX117" fmla="*/ 1139637 w 2912392"/>
                <a:gd name="connsiteY117" fmla="*/ 355312 h 627674"/>
                <a:gd name="connsiteX118" fmla="*/ 1149381 w 2912392"/>
                <a:gd name="connsiteY118" fmla="*/ 366741 h 627674"/>
                <a:gd name="connsiteX119" fmla="*/ 1159110 w 2912392"/>
                <a:gd name="connsiteY119" fmla="*/ 378111 h 627674"/>
                <a:gd name="connsiteX120" fmla="*/ 1168854 w 2912392"/>
                <a:gd name="connsiteY120" fmla="*/ 389403 h 627674"/>
                <a:gd name="connsiteX121" fmla="*/ 1178598 w 2912392"/>
                <a:gd name="connsiteY121" fmla="*/ 400601 h 627674"/>
                <a:gd name="connsiteX122" fmla="*/ 1188341 w 2912392"/>
                <a:gd name="connsiteY122" fmla="*/ 411689 h 627674"/>
                <a:gd name="connsiteX123" fmla="*/ 1198070 w 2912392"/>
                <a:gd name="connsiteY123" fmla="*/ 422648 h 627674"/>
                <a:gd name="connsiteX124" fmla="*/ 1207814 w 2912392"/>
                <a:gd name="connsiteY124" fmla="*/ 433462 h 627674"/>
                <a:gd name="connsiteX125" fmla="*/ 1217558 w 2912392"/>
                <a:gd name="connsiteY125" fmla="*/ 444115 h 627674"/>
                <a:gd name="connsiteX126" fmla="*/ 1227302 w 2912392"/>
                <a:gd name="connsiteY126" fmla="*/ 454589 h 627674"/>
                <a:gd name="connsiteX127" fmla="*/ 1237031 w 2912392"/>
                <a:gd name="connsiteY127" fmla="*/ 464869 h 627674"/>
                <a:gd name="connsiteX128" fmla="*/ 1246775 w 2912392"/>
                <a:gd name="connsiteY128" fmla="*/ 474941 h 627674"/>
                <a:gd name="connsiteX129" fmla="*/ 1256519 w 2912392"/>
                <a:gd name="connsiteY129" fmla="*/ 484789 h 627674"/>
                <a:gd name="connsiteX130" fmla="*/ 1266263 w 2912392"/>
                <a:gd name="connsiteY130" fmla="*/ 494397 h 627674"/>
                <a:gd name="connsiteX131" fmla="*/ 1276007 w 2912392"/>
                <a:gd name="connsiteY131" fmla="*/ 503754 h 627674"/>
                <a:gd name="connsiteX132" fmla="*/ 1285736 w 2912392"/>
                <a:gd name="connsiteY132" fmla="*/ 512844 h 627674"/>
                <a:gd name="connsiteX133" fmla="*/ 1295480 w 2912392"/>
                <a:gd name="connsiteY133" fmla="*/ 521655 h 627674"/>
                <a:gd name="connsiteX134" fmla="*/ 1305224 w 2912392"/>
                <a:gd name="connsiteY134" fmla="*/ 530174 h 627674"/>
                <a:gd name="connsiteX135" fmla="*/ 1314968 w 2912392"/>
                <a:gd name="connsiteY135" fmla="*/ 538391 h 627674"/>
                <a:gd name="connsiteX136" fmla="*/ 1324697 w 2912392"/>
                <a:gd name="connsiteY136" fmla="*/ 546294 h 627674"/>
                <a:gd name="connsiteX137" fmla="*/ 1334441 w 2912392"/>
                <a:gd name="connsiteY137" fmla="*/ 553873 h 627674"/>
                <a:gd name="connsiteX138" fmla="*/ 1344185 w 2912392"/>
                <a:gd name="connsiteY138" fmla="*/ 561117 h 627674"/>
                <a:gd name="connsiteX139" fmla="*/ 1353929 w 2912392"/>
                <a:gd name="connsiteY139" fmla="*/ 568018 h 627674"/>
                <a:gd name="connsiteX140" fmla="*/ 1363658 w 2912392"/>
                <a:gd name="connsiteY140" fmla="*/ 574566 h 627674"/>
                <a:gd name="connsiteX141" fmla="*/ 1373402 w 2912392"/>
                <a:gd name="connsiteY141" fmla="*/ 580756 h 627674"/>
                <a:gd name="connsiteX142" fmla="*/ 1383146 w 2912392"/>
                <a:gd name="connsiteY142" fmla="*/ 586580 h 627674"/>
                <a:gd name="connsiteX143" fmla="*/ 1392890 w 2912392"/>
                <a:gd name="connsiteY143" fmla="*/ 592032 h 627674"/>
                <a:gd name="connsiteX144" fmla="*/ 1402619 w 2912392"/>
                <a:gd name="connsiteY144" fmla="*/ 597107 h 627674"/>
                <a:gd name="connsiteX145" fmla="*/ 1412363 w 2912392"/>
                <a:gd name="connsiteY145" fmla="*/ 601800 h 627674"/>
                <a:gd name="connsiteX146" fmla="*/ 1422106 w 2912392"/>
                <a:gd name="connsiteY146" fmla="*/ 606105 h 627674"/>
                <a:gd name="connsiteX147" fmla="*/ 1431850 w 2912392"/>
                <a:gd name="connsiteY147" fmla="*/ 610022 h 627674"/>
                <a:gd name="connsiteX148" fmla="*/ 1441594 w 2912392"/>
                <a:gd name="connsiteY148" fmla="*/ 613549 h 627674"/>
                <a:gd name="connsiteX149" fmla="*/ 1451323 w 2912392"/>
                <a:gd name="connsiteY149" fmla="*/ 616682 h 627674"/>
                <a:gd name="connsiteX150" fmla="*/ 1461067 w 2912392"/>
                <a:gd name="connsiteY150" fmla="*/ 619422 h 627674"/>
                <a:gd name="connsiteX151" fmla="*/ 1470811 w 2912392"/>
                <a:gd name="connsiteY151" fmla="*/ 621769 h 627674"/>
                <a:gd name="connsiteX152" fmla="*/ 1480555 w 2912392"/>
                <a:gd name="connsiteY152" fmla="*/ 623722 h 627674"/>
                <a:gd name="connsiteX153" fmla="*/ 1490284 w 2912392"/>
                <a:gd name="connsiteY153" fmla="*/ 625283 h 627674"/>
                <a:gd name="connsiteX154" fmla="*/ 1500028 w 2912392"/>
                <a:gd name="connsiteY154" fmla="*/ 626456 h 627674"/>
                <a:gd name="connsiteX155" fmla="*/ 1509772 w 2912392"/>
                <a:gd name="connsiteY155" fmla="*/ 627244 h 627674"/>
                <a:gd name="connsiteX156" fmla="*/ 1519516 w 2912392"/>
                <a:gd name="connsiteY156" fmla="*/ 627648 h 627674"/>
                <a:gd name="connsiteX157" fmla="*/ 1529245 w 2912392"/>
                <a:gd name="connsiteY157" fmla="*/ 627675 h 627674"/>
                <a:gd name="connsiteX158" fmla="*/ 1538989 w 2912392"/>
                <a:gd name="connsiteY158" fmla="*/ 627328 h 627674"/>
                <a:gd name="connsiteX159" fmla="*/ 1548733 w 2912392"/>
                <a:gd name="connsiteY159" fmla="*/ 626614 h 627674"/>
                <a:gd name="connsiteX160" fmla="*/ 1558477 w 2912392"/>
                <a:gd name="connsiteY160" fmla="*/ 625540 h 627674"/>
                <a:gd name="connsiteX161" fmla="*/ 1568221 w 2912392"/>
                <a:gd name="connsiteY161" fmla="*/ 624111 h 627674"/>
                <a:gd name="connsiteX162" fmla="*/ 1577950 w 2912392"/>
                <a:gd name="connsiteY162" fmla="*/ 622338 h 627674"/>
                <a:gd name="connsiteX163" fmla="*/ 1587694 w 2912392"/>
                <a:gd name="connsiteY163" fmla="*/ 620227 h 627674"/>
                <a:gd name="connsiteX164" fmla="*/ 1597438 w 2912392"/>
                <a:gd name="connsiteY164" fmla="*/ 617786 h 627674"/>
                <a:gd name="connsiteX165" fmla="*/ 1607182 w 2912392"/>
                <a:gd name="connsiteY165" fmla="*/ 615027 h 627674"/>
                <a:gd name="connsiteX166" fmla="*/ 1616911 w 2912392"/>
                <a:gd name="connsiteY166" fmla="*/ 611958 h 627674"/>
                <a:gd name="connsiteX167" fmla="*/ 1626655 w 2912392"/>
                <a:gd name="connsiteY167" fmla="*/ 608592 h 627674"/>
                <a:gd name="connsiteX168" fmla="*/ 1636399 w 2912392"/>
                <a:gd name="connsiteY168" fmla="*/ 604937 h 627674"/>
                <a:gd name="connsiteX169" fmla="*/ 1646142 w 2912392"/>
                <a:gd name="connsiteY169" fmla="*/ 601009 h 627674"/>
                <a:gd name="connsiteX170" fmla="*/ 1655872 w 2912392"/>
                <a:gd name="connsiteY170" fmla="*/ 596815 h 627674"/>
                <a:gd name="connsiteX171" fmla="*/ 1665616 w 2912392"/>
                <a:gd name="connsiteY171" fmla="*/ 592370 h 627674"/>
                <a:gd name="connsiteX172" fmla="*/ 1675359 w 2912392"/>
                <a:gd name="connsiteY172" fmla="*/ 587687 h 627674"/>
                <a:gd name="connsiteX173" fmla="*/ 1685103 w 2912392"/>
                <a:gd name="connsiteY173" fmla="*/ 582778 h 627674"/>
                <a:gd name="connsiteX174" fmla="*/ 1694832 w 2912392"/>
                <a:gd name="connsiteY174" fmla="*/ 577659 h 627674"/>
                <a:gd name="connsiteX175" fmla="*/ 1704576 w 2912392"/>
                <a:gd name="connsiteY175" fmla="*/ 572343 h 627674"/>
                <a:gd name="connsiteX176" fmla="*/ 1714320 w 2912392"/>
                <a:gd name="connsiteY176" fmla="*/ 566842 h 627674"/>
                <a:gd name="connsiteX177" fmla="*/ 1724064 w 2912392"/>
                <a:gd name="connsiteY177" fmla="*/ 561173 h 627674"/>
                <a:gd name="connsiteX178" fmla="*/ 1733808 w 2912392"/>
                <a:gd name="connsiteY178" fmla="*/ 555351 h 627674"/>
                <a:gd name="connsiteX179" fmla="*/ 1743537 w 2912392"/>
                <a:gd name="connsiteY179" fmla="*/ 549388 h 627674"/>
                <a:gd name="connsiteX180" fmla="*/ 1753281 w 2912392"/>
                <a:gd name="connsiteY180" fmla="*/ 543302 h 627674"/>
                <a:gd name="connsiteX181" fmla="*/ 1763025 w 2912392"/>
                <a:gd name="connsiteY181" fmla="*/ 537108 h 627674"/>
                <a:gd name="connsiteX182" fmla="*/ 1772769 w 2912392"/>
                <a:gd name="connsiteY182" fmla="*/ 530821 h 627674"/>
                <a:gd name="connsiteX183" fmla="*/ 1782498 w 2912392"/>
                <a:gd name="connsiteY183" fmla="*/ 524455 h 627674"/>
                <a:gd name="connsiteX184" fmla="*/ 1792242 w 2912392"/>
                <a:gd name="connsiteY184" fmla="*/ 518027 h 627674"/>
                <a:gd name="connsiteX185" fmla="*/ 1801986 w 2912392"/>
                <a:gd name="connsiteY185" fmla="*/ 511554 h 627674"/>
                <a:gd name="connsiteX186" fmla="*/ 1811730 w 2912392"/>
                <a:gd name="connsiteY186" fmla="*/ 505047 h 627674"/>
                <a:gd name="connsiteX187" fmla="*/ 1821459 w 2912392"/>
                <a:gd name="connsiteY187" fmla="*/ 498526 h 627674"/>
                <a:gd name="connsiteX188" fmla="*/ 1831203 w 2912392"/>
                <a:gd name="connsiteY188" fmla="*/ 492003 h 627674"/>
                <a:gd name="connsiteX189" fmla="*/ 1840947 w 2912392"/>
                <a:gd name="connsiteY189" fmla="*/ 485497 h 627674"/>
                <a:gd name="connsiteX190" fmla="*/ 1850691 w 2912392"/>
                <a:gd name="connsiteY190" fmla="*/ 479019 h 627674"/>
                <a:gd name="connsiteX191" fmla="*/ 1860435 w 2912392"/>
                <a:gd name="connsiteY191" fmla="*/ 472585 h 627674"/>
                <a:gd name="connsiteX192" fmla="*/ 1870164 w 2912392"/>
                <a:gd name="connsiteY192" fmla="*/ 466212 h 627674"/>
                <a:gd name="connsiteX193" fmla="*/ 1879908 w 2912392"/>
                <a:gd name="connsiteY193" fmla="*/ 459911 h 627674"/>
                <a:gd name="connsiteX194" fmla="*/ 1889652 w 2912392"/>
                <a:gd name="connsiteY194" fmla="*/ 453698 h 627674"/>
                <a:gd name="connsiteX195" fmla="*/ 1899395 w 2912392"/>
                <a:gd name="connsiteY195" fmla="*/ 447586 h 627674"/>
                <a:gd name="connsiteX196" fmla="*/ 1909124 w 2912392"/>
                <a:gd name="connsiteY196" fmla="*/ 441589 h 627674"/>
                <a:gd name="connsiteX197" fmla="*/ 1918868 w 2912392"/>
                <a:gd name="connsiteY197" fmla="*/ 435721 h 627674"/>
                <a:gd name="connsiteX198" fmla="*/ 1928612 w 2912392"/>
                <a:gd name="connsiteY198" fmla="*/ 429991 h 627674"/>
                <a:gd name="connsiteX199" fmla="*/ 1938356 w 2912392"/>
                <a:gd name="connsiteY199" fmla="*/ 424414 h 627674"/>
                <a:gd name="connsiteX200" fmla="*/ 1948085 w 2912392"/>
                <a:gd name="connsiteY200" fmla="*/ 419001 h 627674"/>
                <a:gd name="connsiteX201" fmla="*/ 1957829 w 2912392"/>
                <a:gd name="connsiteY201" fmla="*/ 413761 h 627674"/>
                <a:gd name="connsiteX202" fmla="*/ 1967573 w 2912392"/>
                <a:gd name="connsiteY202" fmla="*/ 408709 h 627674"/>
                <a:gd name="connsiteX203" fmla="*/ 1977317 w 2912392"/>
                <a:gd name="connsiteY203" fmla="*/ 403850 h 627674"/>
                <a:gd name="connsiteX204" fmla="*/ 1987046 w 2912392"/>
                <a:gd name="connsiteY204" fmla="*/ 399196 h 627674"/>
                <a:gd name="connsiteX205" fmla="*/ 1996790 w 2912392"/>
                <a:gd name="connsiteY205" fmla="*/ 394756 h 627674"/>
                <a:gd name="connsiteX206" fmla="*/ 2006534 w 2912392"/>
                <a:gd name="connsiteY206" fmla="*/ 390537 h 627674"/>
                <a:gd name="connsiteX207" fmla="*/ 2016278 w 2912392"/>
                <a:gd name="connsiteY207" fmla="*/ 386545 h 627674"/>
                <a:gd name="connsiteX208" fmla="*/ 2026022 w 2912392"/>
                <a:gd name="connsiteY208" fmla="*/ 382791 h 627674"/>
                <a:gd name="connsiteX209" fmla="*/ 2035751 w 2912392"/>
                <a:gd name="connsiteY209" fmla="*/ 379277 h 627674"/>
                <a:gd name="connsiteX210" fmla="*/ 2045495 w 2912392"/>
                <a:gd name="connsiteY210" fmla="*/ 376010 h 627674"/>
                <a:gd name="connsiteX211" fmla="*/ 2055239 w 2912392"/>
                <a:gd name="connsiteY211" fmla="*/ 372995 h 627674"/>
                <a:gd name="connsiteX212" fmla="*/ 2064983 w 2912392"/>
                <a:gd name="connsiteY212" fmla="*/ 370234 h 627674"/>
                <a:gd name="connsiteX213" fmla="*/ 2074712 w 2912392"/>
                <a:gd name="connsiteY213" fmla="*/ 367732 h 627674"/>
                <a:gd name="connsiteX214" fmla="*/ 2084456 w 2912392"/>
                <a:gd name="connsiteY214" fmla="*/ 365491 h 627674"/>
                <a:gd name="connsiteX215" fmla="*/ 2094200 w 2912392"/>
                <a:gd name="connsiteY215" fmla="*/ 363513 h 627674"/>
                <a:gd name="connsiteX216" fmla="*/ 2103944 w 2912392"/>
                <a:gd name="connsiteY216" fmla="*/ 361796 h 627674"/>
                <a:gd name="connsiteX217" fmla="*/ 2113673 w 2912392"/>
                <a:gd name="connsiteY217" fmla="*/ 360345 h 627674"/>
                <a:gd name="connsiteX218" fmla="*/ 2123417 w 2912392"/>
                <a:gd name="connsiteY218" fmla="*/ 359156 h 627674"/>
                <a:gd name="connsiteX219" fmla="*/ 2133161 w 2912392"/>
                <a:gd name="connsiteY219" fmla="*/ 358228 h 627674"/>
                <a:gd name="connsiteX220" fmla="*/ 2142905 w 2912392"/>
                <a:gd name="connsiteY220" fmla="*/ 357561 h 627674"/>
                <a:gd name="connsiteX221" fmla="*/ 2152649 w 2912392"/>
                <a:gd name="connsiteY221" fmla="*/ 357148 h 627674"/>
                <a:gd name="connsiteX222" fmla="*/ 2162377 w 2912392"/>
                <a:gd name="connsiteY222" fmla="*/ 356990 h 627674"/>
                <a:gd name="connsiteX223" fmla="*/ 2172121 w 2912392"/>
                <a:gd name="connsiteY223" fmla="*/ 357081 h 627674"/>
                <a:gd name="connsiteX224" fmla="*/ 2181865 w 2912392"/>
                <a:gd name="connsiteY224" fmla="*/ 357416 h 627674"/>
                <a:gd name="connsiteX225" fmla="*/ 2191609 w 2912392"/>
                <a:gd name="connsiteY225" fmla="*/ 357990 h 627674"/>
                <a:gd name="connsiteX226" fmla="*/ 2201338 w 2912392"/>
                <a:gd name="connsiteY226" fmla="*/ 358796 h 627674"/>
                <a:gd name="connsiteX227" fmla="*/ 2211082 w 2912392"/>
                <a:gd name="connsiteY227" fmla="*/ 359827 h 627674"/>
                <a:gd name="connsiteX228" fmla="*/ 2220826 w 2912392"/>
                <a:gd name="connsiteY228" fmla="*/ 361078 h 627674"/>
                <a:gd name="connsiteX229" fmla="*/ 2230570 w 2912392"/>
                <a:gd name="connsiteY229" fmla="*/ 362538 h 627674"/>
                <a:gd name="connsiteX230" fmla="*/ 2240299 w 2912392"/>
                <a:gd name="connsiteY230" fmla="*/ 364203 h 627674"/>
                <a:gd name="connsiteX231" fmla="*/ 2250043 w 2912392"/>
                <a:gd name="connsiteY231" fmla="*/ 366061 h 627674"/>
                <a:gd name="connsiteX232" fmla="*/ 2259787 w 2912392"/>
                <a:gd name="connsiteY232" fmla="*/ 368103 h 627674"/>
                <a:gd name="connsiteX233" fmla="*/ 2269531 w 2912392"/>
                <a:gd name="connsiteY233" fmla="*/ 370320 h 627674"/>
                <a:gd name="connsiteX234" fmla="*/ 2279260 w 2912392"/>
                <a:gd name="connsiteY234" fmla="*/ 372701 h 627674"/>
                <a:gd name="connsiteX235" fmla="*/ 2289004 w 2912392"/>
                <a:gd name="connsiteY235" fmla="*/ 375237 h 627674"/>
                <a:gd name="connsiteX236" fmla="*/ 2298748 w 2912392"/>
                <a:gd name="connsiteY236" fmla="*/ 377917 h 627674"/>
                <a:gd name="connsiteX237" fmla="*/ 2308492 w 2912392"/>
                <a:gd name="connsiteY237" fmla="*/ 380730 h 627674"/>
                <a:gd name="connsiteX238" fmla="*/ 2318236 w 2912392"/>
                <a:gd name="connsiteY238" fmla="*/ 383665 h 627674"/>
                <a:gd name="connsiteX239" fmla="*/ 2327965 w 2912392"/>
                <a:gd name="connsiteY239" fmla="*/ 386711 h 627674"/>
                <a:gd name="connsiteX240" fmla="*/ 2337709 w 2912392"/>
                <a:gd name="connsiteY240" fmla="*/ 389854 h 627674"/>
                <a:gd name="connsiteX241" fmla="*/ 2347453 w 2912392"/>
                <a:gd name="connsiteY241" fmla="*/ 393087 h 627674"/>
                <a:gd name="connsiteX242" fmla="*/ 2357197 w 2912392"/>
                <a:gd name="connsiteY242" fmla="*/ 396395 h 627674"/>
                <a:gd name="connsiteX243" fmla="*/ 2366926 w 2912392"/>
                <a:gd name="connsiteY243" fmla="*/ 399768 h 627674"/>
                <a:gd name="connsiteX244" fmla="*/ 2376670 w 2912392"/>
                <a:gd name="connsiteY244" fmla="*/ 403195 h 627674"/>
                <a:gd name="connsiteX245" fmla="*/ 2386413 w 2912392"/>
                <a:gd name="connsiteY245" fmla="*/ 406662 h 627674"/>
                <a:gd name="connsiteX246" fmla="*/ 2396157 w 2912392"/>
                <a:gd name="connsiteY246" fmla="*/ 410160 h 627674"/>
                <a:gd name="connsiteX247" fmla="*/ 2405886 w 2912392"/>
                <a:gd name="connsiteY247" fmla="*/ 413676 h 627674"/>
                <a:gd name="connsiteX248" fmla="*/ 2415630 w 2912392"/>
                <a:gd name="connsiteY248" fmla="*/ 417203 h 627674"/>
                <a:gd name="connsiteX249" fmla="*/ 2425374 w 2912392"/>
                <a:gd name="connsiteY249" fmla="*/ 420725 h 627674"/>
                <a:gd name="connsiteX250" fmla="*/ 2435118 w 2912392"/>
                <a:gd name="connsiteY250" fmla="*/ 424235 h 627674"/>
                <a:gd name="connsiteX251" fmla="*/ 2444862 w 2912392"/>
                <a:gd name="connsiteY251" fmla="*/ 427722 h 627674"/>
                <a:gd name="connsiteX252" fmla="*/ 2454591 w 2912392"/>
                <a:gd name="connsiteY252" fmla="*/ 431175 h 627674"/>
                <a:gd name="connsiteX253" fmla="*/ 2464335 w 2912392"/>
                <a:gd name="connsiteY253" fmla="*/ 434585 h 627674"/>
                <a:gd name="connsiteX254" fmla="*/ 2474079 w 2912392"/>
                <a:gd name="connsiteY254" fmla="*/ 437945 h 627674"/>
                <a:gd name="connsiteX255" fmla="*/ 2483823 w 2912392"/>
                <a:gd name="connsiteY255" fmla="*/ 441244 h 627674"/>
                <a:gd name="connsiteX256" fmla="*/ 2493552 w 2912392"/>
                <a:gd name="connsiteY256" fmla="*/ 444472 h 627674"/>
                <a:gd name="connsiteX257" fmla="*/ 2503296 w 2912392"/>
                <a:gd name="connsiteY257" fmla="*/ 447627 h 627674"/>
                <a:gd name="connsiteX258" fmla="*/ 2513040 w 2912392"/>
                <a:gd name="connsiteY258" fmla="*/ 450696 h 627674"/>
                <a:gd name="connsiteX259" fmla="*/ 2522784 w 2912392"/>
                <a:gd name="connsiteY259" fmla="*/ 453673 h 627674"/>
                <a:gd name="connsiteX260" fmla="*/ 2532513 w 2912392"/>
                <a:gd name="connsiteY260" fmla="*/ 456554 h 627674"/>
                <a:gd name="connsiteX261" fmla="*/ 2542257 w 2912392"/>
                <a:gd name="connsiteY261" fmla="*/ 459331 h 627674"/>
                <a:gd name="connsiteX262" fmla="*/ 2552001 w 2912392"/>
                <a:gd name="connsiteY262" fmla="*/ 462000 h 627674"/>
                <a:gd name="connsiteX263" fmla="*/ 2561745 w 2912392"/>
                <a:gd name="connsiteY263" fmla="*/ 464555 h 627674"/>
                <a:gd name="connsiteX264" fmla="*/ 2571474 w 2912392"/>
                <a:gd name="connsiteY264" fmla="*/ 466992 h 627674"/>
                <a:gd name="connsiteX265" fmla="*/ 2581218 w 2912392"/>
                <a:gd name="connsiteY265" fmla="*/ 469308 h 627674"/>
                <a:gd name="connsiteX266" fmla="*/ 2590962 w 2912392"/>
                <a:gd name="connsiteY266" fmla="*/ 471499 h 627674"/>
                <a:gd name="connsiteX267" fmla="*/ 2600705 w 2912392"/>
                <a:gd name="connsiteY267" fmla="*/ 473563 h 627674"/>
                <a:gd name="connsiteX268" fmla="*/ 2610449 w 2912392"/>
                <a:gd name="connsiteY268" fmla="*/ 475497 h 627674"/>
                <a:gd name="connsiteX269" fmla="*/ 2620178 w 2912392"/>
                <a:gd name="connsiteY269" fmla="*/ 477299 h 627674"/>
                <a:gd name="connsiteX270" fmla="*/ 2629922 w 2912392"/>
                <a:gd name="connsiteY270" fmla="*/ 478968 h 627674"/>
                <a:gd name="connsiteX271" fmla="*/ 2639666 w 2912392"/>
                <a:gd name="connsiteY271" fmla="*/ 480506 h 627674"/>
                <a:gd name="connsiteX272" fmla="*/ 2649410 w 2912392"/>
                <a:gd name="connsiteY272" fmla="*/ 481908 h 627674"/>
                <a:gd name="connsiteX273" fmla="*/ 2659139 w 2912392"/>
                <a:gd name="connsiteY273" fmla="*/ 483179 h 627674"/>
                <a:gd name="connsiteX274" fmla="*/ 2668883 w 2912392"/>
                <a:gd name="connsiteY274" fmla="*/ 484315 h 627674"/>
                <a:gd name="connsiteX275" fmla="*/ 2678627 w 2912392"/>
                <a:gd name="connsiteY275" fmla="*/ 485321 h 627674"/>
                <a:gd name="connsiteX276" fmla="*/ 2688371 w 2912392"/>
                <a:gd name="connsiteY276" fmla="*/ 486198 h 627674"/>
                <a:gd name="connsiteX277" fmla="*/ 2698100 w 2912392"/>
                <a:gd name="connsiteY277" fmla="*/ 486946 h 627674"/>
                <a:gd name="connsiteX278" fmla="*/ 2707844 w 2912392"/>
                <a:gd name="connsiteY278" fmla="*/ 487571 h 627674"/>
                <a:gd name="connsiteX279" fmla="*/ 2717588 w 2912392"/>
                <a:gd name="connsiteY279" fmla="*/ 488071 h 627674"/>
                <a:gd name="connsiteX280" fmla="*/ 2727332 w 2912392"/>
                <a:gd name="connsiteY280" fmla="*/ 488453 h 627674"/>
                <a:gd name="connsiteX281" fmla="*/ 2737076 w 2912392"/>
                <a:gd name="connsiteY281" fmla="*/ 488718 h 627674"/>
                <a:gd name="connsiteX282" fmla="*/ 2746805 w 2912392"/>
                <a:gd name="connsiteY282" fmla="*/ 488870 h 627674"/>
                <a:gd name="connsiteX283" fmla="*/ 2756549 w 2912392"/>
                <a:gd name="connsiteY283" fmla="*/ 488912 h 627674"/>
                <a:gd name="connsiteX284" fmla="*/ 2766293 w 2912392"/>
                <a:gd name="connsiteY284" fmla="*/ 488851 h 627674"/>
                <a:gd name="connsiteX285" fmla="*/ 2776037 w 2912392"/>
                <a:gd name="connsiteY285" fmla="*/ 488687 h 627674"/>
                <a:gd name="connsiteX286" fmla="*/ 2785766 w 2912392"/>
                <a:gd name="connsiteY286" fmla="*/ 488427 h 627674"/>
                <a:gd name="connsiteX287" fmla="*/ 2795510 w 2912392"/>
                <a:gd name="connsiteY287" fmla="*/ 488076 h 627674"/>
                <a:gd name="connsiteX288" fmla="*/ 2805254 w 2912392"/>
                <a:gd name="connsiteY288" fmla="*/ 487636 h 627674"/>
                <a:gd name="connsiteX289" fmla="*/ 2814998 w 2912392"/>
                <a:gd name="connsiteY289" fmla="*/ 487115 h 627674"/>
                <a:gd name="connsiteX290" fmla="*/ 2824727 w 2912392"/>
                <a:gd name="connsiteY290" fmla="*/ 486514 h 627674"/>
                <a:gd name="connsiteX291" fmla="*/ 2834471 w 2912392"/>
                <a:gd name="connsiteY291" fmla="*/ 485841 h 627674"/>
                <a:gd name="connsiteX292" fmla="*/ 2844215 w 2912392"/>
                <a:gd name="connsiteY292" fmla="*/ 485097 h 627674"/>
                <a:gd name="connsiteX293" fmla="*/ 2853958 w 2912392"/>
                <a:gd name="connsiteY293" fmla="*/ 484290 h 627674"/>
                <a:gd name="connsiteX294" fmla="*/ 2863687 w 2912392"/>
                <a:gd name="connsiteY294" fmla="*/ 483424 h 627674"/>
                <a:gd name="connsiteX295" fmla="*/ 2873431 w 2912392"/>
                <a:gd name="connsiteY295" fmla="*/ 482502 h 627674"/>
                <a:gd name="connsiteX296" fmla="*/ 2883175 w 2912392"/>
                <a:gd name="connsiteY296" fmla="*/ 481529 h 627674"/>
                <a:gd name="connsiteX297" fmla="*/ 2892919 w 2912392"/>
                <a:gd name="connsiteY297" fmla="*/ 480509 h 627674"/>
                <a:gd name="connsiteX298" fmla="*/ 2902663 w 2912392"/>
                <a:gd name="connsiteY298" fmla="*/ 479446 h 627674"/>
                <a:gd name="connsiteX299" fmla="*/ 2912392 w 2912392"/>
                <a:gd name="connsiteY299" fmla="*/ 478344 h 627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27674">
                  <a:moveTo>
                    <a:pt x="0" y="83741"/>
                  </a:moveTo>
                  <a:lnTo>
                    <a:pt x="9739" y="82077"/>
                  </a:lnTo>
                  <a:lnTo>
                    <a:pt x="19480" y="80434"/>
                  </a:lnTo>
                  <a:lnTo>
                    <a:pt x="29221" y="78813"/>
                  </a:lnTo>
                  <a:lnTo>
                    <a:pt x="38961" y="77216"/>
                  </a:lnTo>
                  <a:lnTo>
                    <a:pt x="48702" y="75641"/>
                  </a:lnTo>
                  <a:lnTo>
                    <a:pt x="58443" y="74093"/>
                  </a:lnTo>
                  <a:lnTo>
                    <a:pt x="68182" y="72567"/>
                  </a:lnTo>
                  <a:lnTo>
                    <a:pt x="77923" y="71067"/>
                  </a:lnTo>
                  <a:lnTo>
                    <a:pt x="87664" y="69590"/>
                  </a:lnTo>
                  <a:lnTo>
                    <a:pt x="97404" y="68138"/>
                  </a:lnTo>
                  <a:lnTo>
                    <a:pt x="107145" y="66707"/>
                  </a:lnTo>
                  <a:lnTo>
                    <a:pt x="116886" y="65298"/>
                  </a:lnTo>
                  <a:lnTo>
                    <a:pt x="126625" y="63909"/>
                  </a:lnTo>
                  <a:lnTo>
                    <a:pt x="136366" y="62537"/>
                  </a:lnTo>
                  <a:lnTo>
                    <a:pt x="146107" y="61183"/>
                  </a:lnTo>
                  <a:lnTo>
                    <a:pt x="155846" y="59843"/>
                  </a:lnTo>
                  <a:lnTo>
                    <a:pt x="165587" y="58517"/>
                  </a:lnTo>
                  <a:lnTo>
                    <a:pt x="175328" y="57200"/>
                  </a:lnTo>
                  <a:lnTo>
                    <a:pt x="185068" y="55894"/>
                  </a:lnTo>
                  <a:lnTo>
                    <a:pt x="194809" y="54591"/>
                  </a:lnTo>
                  <a:lnTo>
                    <a:pt x="204550" y="53292"/>
                  </a:lnTo>
                  <a:lnTo>
                    <a:pt x="214289" y="51996"/>
                  </a:lnTo>
                  <a:lnTo>
                    <a:pt x="224030" y="50698"/>
                  </a:lnTo>
                  <a:lnTo>
                    <a:pt x="233771" y="49396"/>
                  </a:lnTo>
                  <a:lnTo>
                    <a:pt x="243510" y="48090"/>
                  </a:lnTo>
                  <a:lnTo>
                    <a:pt x="253251" y="46775"/>
                  </a:lnTo>
                  <a:lnTo>
                    <a:pt x="262992" y="45451"/>
                  </a:lnTo>
                  <a:lnTo>
                    <a:pt x="272732" y="44114"/>
                  </a:lnTo>
                  <a:lnTo>
                    <a:pt x="282473" y="42766"/>
                  </a:lnTo>
                  <a:lnTo>
                    <a:pt x="292214" y="41401"/>
                  </a:lnTo>
                  <a:lnTo>
                    <a:pt x="301953" y="40022"/>
                  </a:lnTo>
                  <a:lnTo>
                    <a:pt x="311694" y="38626"/>
                  </a:lnTo>
                  <a:lnTo>
                    <a:pt x="321435" y="37212"/>
                  </a:lnTo>
                  <a:lnTo>
                    <a:pt x="331175" y="35781"/>
                  </a:lnTo>
                  <a:lnTo>
                    <a:pt x="340916" y="34332"/>
                  </a:lnTo>
                  <a:lnTo>
                    <a:pt x="350656" y="32866"/>
                  </a:lnTo>
                  <a:lnTo>
                    <a:pt x="360396" y="31383"/>
                  </a:lnTo>
                  <a:lnTo>
                    <a:pt x="370137" y="29884"/>
                  </a:lnTo>
                  <a:lnTo>
                    <a:pt x="379878" y="28374"/>
                  </a:lnTo>
                  <a:lnTo>
                    <a:pt x="389617" y="26850"/>
                  </a:lnTo>
                  <a:lnTo>
                    <a:pt x="399358" y="25318"/>
                  </a:lnTo>
                  <a:lnTo>
                    <a:pt x="409099" y="23779"/>
                  </a:lnTo>
                  <a:lnTo>
                    <a:pt x="418839" y="22238"/>
                  </a:lnTo>
                  <a:lnTo>
                    <a:pt x="428580" y="20698"/>
                  </a:lnTo>
                  <a:lnTo>
                    <a:pt x="438321" y="19163"/>
                  </a:lnTo>
                  <a:lnTo>
                    <a:pt x="448060" y="17639"/>
                  </a:lnTo>
                  <a:lnTo>
                    <a:pt x="457801" y="16130"/>
                  </a:lnTo>
                  <a:lnTo>
                    <a:pt x="467542" y="14643"/>
                  </a:lnTo>
                  <a:lnTo>
                    <a:pt x="477281" y="13183"/>
                  </a:lnTo>
                  <a:lnTo>
                    <a:pt x="487022" y="11757"/>
                  </a:lnTo>
                  <a:lnTo>
                    <a:pt x="496763" y="10373"/>
                  </a:lnTo>
                  <a:lnTo>
                    <a:pt x="506503" y="9036"/>
                  </a:lnTo>
                  <a:lnTo>
                    <a:pt x="516244" y="7756"/>
                  </a:lnTo>
                  <a:lnTo>
                    <a:pt x="525985" y="6544"/>
                  </a:lnTo>
                  <a:lnTo>
                    <a:pt x="535724" y="5402"/>
                  </a:lnTo>
                  <a:lnTo>
                    <a:pt x="545465" y="4345"/>
                  </a:lnTo>
                  <a:lnTo>
                    <a:pt x="555206" y="3378"/>
                  </a:lnTo>
                  <a:lnTo>
                    <a:pt x="564946" y="2512"/>
                  </a:lnTo>
                  <a:lnTo>
                    <a:pt x="574687" y="1758"/>
                  </a:lnTo>
                  <a:lnTo>
                    <a:pt x="584428" y="1123"/>
                  </a:lnTo>
                  <a:lnTo>
                    <a:pt x="594167" y="621"/>
                  </a:lnTo>
                  <a:lnTo>
                    <a:pt x="603908" y="259"/>
                  </a:lnTo>
                  <a:lnTo>
                    <a:pt x="613649" y="49"/>
                  </a:lnTo>
                  <a:lnTo>
                    <a:pt x="623388" y="0"/>
                  </a:lnTo>
                  <a:lnTo>
                    <a:pt x="633129" y="124"/>
                  </a:lnTo>
                  <a:lnTo>
                    <a:pt x="642870" y="429"/>
                  </a:lnTo>
                  <a:lnTo>
                    <a:pt x="652610" y="927"/>
                  </a:lnTo>
                  <a:lnTo>
                    <a:pt x="662351" y="1627"/>
                  </a:lnTo>
                  <a:lnTo>
                    <a:pt x="672092" y="2540"/>
                  </a:lnTo>
                  <a:lnTo>
                    <a:pt x="681831" y="3674"/>
                  </a:lnTo>
                  <a:lnTo>
                    <a:pt x="691572" y="5040"/>
                  </a:lnTo>
                  <a:lnTo>
                    <a:pt x="701313" y="6646"/>
                  </a:lnTo>
                  <a:lnTo>
                    <a:pt x="711052" y="8501"/>
                  </a:lnTo>
                  <a:lnTo>
                    <a:pt x="720793" y="10614"/>
                  </a:lnTo>
                  <a:lnTo>
                    <a:pt x="730534" y="12992"/>
                  </a:lnTo>
                  <a:lnTo>
                    <a:pt x="740274" y="15641"/>
                  </a:lnTo>
                  <a:lnTo>
                    <a:pt x="750015" y="18572"/>
                  </a:lnTo>
                  <a:lnTo>
                    <a:pt x="759756" y="21787"/>
                  </a:lnTo>
                  <a:lnTo>
                    <a:pt x="769495" y="25293"/>
                  </a:lnTo>
                  <a:lnTo>
                    <a:pt x="779236" y="29096"/>
                  </a:lnTo>
                  <a:lnTo>
                    <a:pt x="788977" y="33199"/>
                  </a:lnTo>
                  <a:lnTo>
                    <a:pt x="798717" y="37608"/>
                  </a:lnTo>
                  <a:lnTo>
                    <a:pt x="808458" y="42324"/>
                  </a:lnTo>
                  <a:lnTo>
                    <a:pt x="818199" y="47349"/>
                  </a:lnTo>
                  <a:lnTo>
                    <a:pt x="827938" y="52686"/>
                  </a:lnTo>
                  <a:lnTo>
                    <a:pt x="837679" y="58336"/>
                  </a:lnTo>
                  <a:lnTo>
                    <a:pt x="847420" y="64295"/>
                  </a:lnTo>
                  <a:lnTo>
                    <a:pt x="857159" y="70568"/>
                  </a:lnTo>
                  <a:lnTo>
                    <a:pt x="866900" y="77148"/>
                  </a:lnTo>
                  <a:lnTo>
                    <a:pt x="876641" y="84036"/>
                  </a:lnTo>
                  <a:lnTo>
                    <a:pt x="886381" y="91228"/>
                  </a:lnTo>
                  <a:lnTo>
                    <a:pt x="896122" y="98718"/>
                  </a:lnTo>
                  <a:lnTo>
                    <a:pt x="905863" y="106501"/>
                  </a:lnTo>
                  <a:lnTo>
                    <a:pt x="915602" y="114573"/>
                  </a:lnTo>
                  <a:lnTo>
                    <a:pt x="925343" y="122927"/>
                  </a:lnTo>
                  <a:lnTo>
                    <a:pt x="935084" y="131555"/>
                  </a:lnTo>
                  <a:lnTo>
                    <a:pt x="944824" y="140448"/>
                  </a:lnTo>
                  <a:lnTo>
                    <a:pt x="954564" y="149598"/>
                  </a:lnTo>
                  <a:lnTo>
                    <a:pt x="964305" y="158995"/>
                  </a:lnTo>
                  <a:lnTo>
                    <a:pt x="974045" y="168627"/>
                  </a:lnTo>
                  <a:lnTo>
                    <a:pt x="983786" y="178484"/>
                  </a:lnTo>
                  <a:lnTo>
                    <a:pt x="993522" y="188554"/>
                  </a:lnTo>
                  <a:lnTo>
                    <a:pt x="1003266" y="198824"/>
                  </a:lnTo>
                  <a:lnTo>
                    <a:pt x="1013010" y="209282"/>
                  </a:lnTo>
                  <a:lnTo>
                    <a:pt x="1022754" y="219912"/>
                  </a:lnTo>
                  <a:lnTo>
                    <a:pt x="1032483" y="230700"/>
                  </a:lnTo>
                  <a:lnTo>
                    <a:pt x="1042227" y="241633"/>
                  </a:lnTo>
                  <a:lnTo>
                    <a:pt x="1051971" y="252694"/>
                  </a:lnTo>
                  <a:lnTo>
                    <a:pt x="1061715" y="263868"/>
                  </a:lnTo>
                  <a:lnTo>
                    <a:pt x="1071444" y="275138"/>
                  </a:lnTo>
                  <a:lnTo>
                    <a:pt x="1081188" y="286488"/>
                  </a:lnTo>
                  <a:lnTo>
                    <a:pt x="1090932" y="297902"/>
                  </a:lnTo>
                  <a:lnTo>
                    <a:pt x="1100676" y="309361"/>
                  </a:lnTo>
                  <a:lnTo>
                    <a:pt x="1110405" y="320850"/>
                  </a:lnTo>
                  <a:lnTo>
                    <a:pt x="1120149" y="332350"/>
                  </a:lnTo>
                  <a:lnTo>
                    <a:pt x="1129893" y="343843"/>
                  </a:lnTo>
                  <a:lnTo>
                    <a:pt x="1139637" y="355312"/>
                  </a:lnTo>
                  <a:lnTo>
                    <a:pt x="1149381" y="366741"/>
                  </a:lnTo>
                  <a:lnTo>
                    <a:pt x="1159110" y="378111"/>
                  </a:lnTo>
                  <a:lnTo>
                    <a:pt x="1168854" y="389403"/>
                  </a:lnTo>
                  <a:lnTo>
                    <a:pt x="1178598" y="400601"/>
                  </a:lnTo>
                  <a:lnTo>
                    <a:pt x="1188341" y="411689"/>
                  </a:lnTo>
                  <a:lnTo>
                    <a:pt x="1198070" y="422648"/>
                  </a:lnTo>
                  <a:lnTo>
                    <a:pt x="1207814" y="433462"/>
                  </a:lnTo>
                  <a:lnTo>
                    <a:pt x="1217558" y="444115"/>
                  </a:lnTo>
                  <a:lnTo>
                    <a:pt x="1227302" y="454589"/>
                  </a:lnTo>
                  <a:lnTo>
                    <a:pt x="1237031" y="464869"/>
                  </a:lnTo>
                  <a:lnTo>
                    <a:pt x="1246775" y="474941"/>
                  </a:lnTo>
                  <a:lnTo>
                    <a:pt x="1256519" y="484789"/>
                  </a:lnTo>
                  <a:lnTo>
                    <a:pt x="1266263" y="494397"/>
                  </a:lnTo>
                  <a:lnTo>
                    <a:pt x="1276007" y="503754"/>
                  </a:lnTo>
                  <a:lnTo>
                    <a:pt x="1285736" y="512844"/>
                  </a:lnTo>
                  <a:lnTo>
                    <a:pt x="1295480" y="521655"/>
                  </a:lnTo>
                  <a:lnTo>
                    <a:pt x="1305224" y="530174"/>
                  </a:lnTo>
                  <a:lnTo>
                    <a:pt x="1314968" y="538391"/>
                  </a:lnTo>
                  <a:lnTo>
                    <a:pt x="1324697" y="546294"/>
                  </a:lnTo>
                  <a:lnTo>
                    <a:pt x="1334441" y="553873"/>
                  </a:lnTo>
                  <a:lnTo>
                    <a:pt x="1344185" y="561117"/>
                  </a:lnTo>
                  <a:lnTo>
                    <a:pt x="1353929" y="568018"/>
                  </a:lnTo>
                  <a:lnTo>
                    <a:pt x="1363658" y="574566"/>
                  </a:lnTo>
                  <a:lnTo>
                    <a:pt x="1373402" y="580756"/>
                  </a:lnTo>
                  <a:lnTo>
                    <a:pt x="1383146" y="586580"/>
                  </a:lnTo>
                  <a:lnTo>
                    <a:pt x="1392890" y="592032"/>
                  </a:lnTo>
                  <a:lnTo>
                    <a:pt x="1402619" y="597107"/>
                  </a:lnTo>
                  <a:lnTo>
                    <a:pt x="1412363" y="601800"/>
                  </a:lnTo>
                  <a:lnTo>
                    <a:pt x="1422106" y="606105"/>
                  </a:lnTo>
                  <a:lnTo>
                    <a:pt x="1431850" y="610022"/>
                  </a:lnTo>
                  <a:lnTo>
                    <a:pt x="1441594" y="613549"/>
                  </a:lnTo>
                  <a:lnTo>
                    <a:pt x="1451323" y="616682"/>
                  </a:lnTo>
                  <a:lnTo>
                    <a:pt x="1461067" y="619422"/>
                  </a:lnTo>
                  <a:lnTo>
                    <a:pt x="1470811" y="621769"/>
                  </a:lnTo>
                  <a:lnTo>
                    <a:pt x="1480555" y="623722"/>
                  </a:lnTo>
                  <a:lnTo>
                    <a:pt x="1490284" y="625283"/>
                  </a:lnTo>
                  <a:lnTo>
                    <a:pt x="1500028" y="626456"/>
                  </a:lnTo>
                  <a:lnTo>
                    <a:pt x="1509772" y="627244"/>
                  </a:lnTo>
                  <a:lnTo>
                    <a:pt x="1519516" y="627648"/>
                  </a:lnTo>
                  <a:lnTo>
                    <a:pt x="1529245" y="627675"/>
                  </a:lnTo>
                  <a:lnTo>
                    <a:pt x="1538989" y="627328"/>
                  </a:lnTo>
                  <a:lnTo>
                    <a:pt x="1548733" y="626614"/>
                  </a:lnTo>
                  <a:lnTo>
                    <a:pt x="1558477" y="625540"/>
                  </a:lnTo>
                  <a:lnTo>
                    <a:pt x="1568221" y="624111"/>
                  </a:lnTo>
                  <a:lnTo>
                    <a:pt x="1577950" y="622338"/>
                  </a:lnTo>
                  <a:lnTo>
                    <a:pt x="1587694" y="620227"/>
                  </a:lnTo>
                  <a:lnTo>
                    <a:pt x="1597438" y="617786"/>
                  </a:lnTo>
                  <a:lnTo>
                    <a:pt x="1607182" y="615027"/>
                  </a:lnTo>
                  <a:lnTo>
                    <a:pt x="1616911" y="611958"/>
                  </a:lnTo>
                  <a:lnTo>
                    <a:pt x="1626655" y="608592"/>
                  </a:lnTo>
                  <a:lnTo>
                    <a:pt x="1636399" y="604937"/>
                  </a:lnTo>
                  <a:lnTo>
                    <a:pt x="1646142" y="601009"/>
                  </a:lnTo>
                  <a:lnTo>
                    <a:pt x="1655872" y="596815"/>
                  </a:lnTo>
                  <a:lnTo>
                    <a:pt x="1665616" y="592370"/>
                  </a:lnTo>
                  <a:lnTo>
                    <a:pt x="1675359" y="587687"/>
                  </a:lnTo>
                  <a:lnTo>
                    <a:pt x="1685103" y="582778"/>
                  </a:lnTo>
                  <a:lnTo>
                    <a:pt x="1694832" y="577659"/>
                  </a:lnTo>
                  <a:lnTo>
                    <a:pt x="1704576" y="572343"/>
                  </a:lnTo>
                  <a:lnTo>
                    <a:pt x="1714320" y="566842"/>
                  </a:lnTo>
                  <a:lnTo>
                    <a:pt x="1724064" y="561173"/>
                  </a:lnTo>
                  <a:lnTo>
                    <a:pt x="1733808" y="555351"/>
                  </a:lnTo>
                  <a:lnTo>
                    <a:pt x="1743537" y="549388"/>
                  </a:lnTo>
                  <a:lnTo>
                    <a:pt x="1753281" y="543302"/>
                  </a:lnTo>
                  <a:lnTo>
                    <a:pt x="1763025" y="537108"/>
                  </a:lnTo>
                  <a:lnTo>
                    <a:pt x="1772769" y="530821"/>
                  </a:lnTo>
                  <a:lnTo>
                    <a:pt x="1782498" y="524455"/>
                  </a:lnTo>
                  <a:lnTo>
                    <a:pt x="1792242" y="518027"/>
                  </a:lnTo>
                  <a:lnTo>
                    <a:pt x="1801986" y="511554"/>
                  </a:lnTo>
                  <a:lnTo>
                    <a:pt x="1811730" y="505047"/>
                  </a:lnTo>
                  <a:lnTo>
                    <a:pt x="1821459" y="498526"/>
                  </a:lnTo>
                  <a:lnTo>
                    <a:pt x="1831203" y="492003"/>
                  </a:lnTo>
                  <a:lnTo>
                    <a:pt x="1840947" y="485497"/>
                  </a:lnTo>
                  <a:lnTo>
                    <a:pt x="1850691" y="479019"/>
                  </a:lnTo>
                  <a:lnTo>
                    <a:pt x="1860435" y="472585"/>
                  </a:lnTo>
                  <a:lnTo>
                    <a:pt x="1870164" y="466212"/>
                  </a:lnTo>
                  <a:lnTo>
                    <a:pt x="1879908" y="459911"/>
                  </a:lnTo>
                  <a:lnTo>
                    <a:pt x="1889652" y="453698"/>
                  </a:lnTo>
                  <a:lnTo>
                    <a:pt x="1899395" y="447586"/>
                  </a:lnTo>
                  <a:lnTo>
                    <a:pt x="1909124" y="441589"/>
                  </a:lnTo>
                  <a:lnTo>
                    <a:pt x="1918868" y="435721"/>
                  </a:lnTo>
                  <a:lnTo>
                    <a:pt x="1928612" y="429991"/>
                  </a:lnTo>
                  <a:lnTo>
                    <a:pt x="1938356" y="424414"/>
                  </a:lnTo>
                  <a:lnTo>
                    <a:pt x="1948085" y="419001"/>
                  </a:lnTo>
                  <a:lnTo>
                    <a:pt x="1957829" y="413761"/>
                  </a:lnTo>
                  <a:lnTo>
                    <a:pt x="1967573" y="408709"/>
                  </a:lnTo>
                  <a:lnTo>
                    <a:pt x="1977317" y="403850"/>
                  </a:lnTo>
                  <a:lnTo>
                    <a:pt x="1987046" y="399196"/>
                  </a:lnTo>
                  <a:lnTo>
                    <a:pt x="1996790" y="394756"/>
                  </a:lnTo>
                  <a:lnTo>
                    <a:pt x="2006534" y="390537"/>
                  </a:lnTo>
                  <a:lnTo>
                    <a:pt x="2016278" y="386545"/>
                  </a:lnTo>
                  <a:lnTo>
                    <a:pt x="2026022" y="382791"/>
                  </a:lnTo>
                  <a:lnTo>
                    <a:pt x="2035751" y="379277"/>
                  </a:lnTo>
                  <a:lnTo>
                    <a:pt x="2045495" y="376010"/>
                  </a:lnTo>
                  <a:lnTo>
                    <a:pt x="2055239" y="372995"/>
                  </a:lnTo>
                  <a:lnTo>
                    <a:pt x="2064983" y="370234"/>
                  </a:lnTo>
                  <a:lnTo>
                    <a:pt x="2074712" y="367732"/>
                  </a:lnTo>
                  <a:lnTo>
                    <a:pt x="2084456" y="365491"/>
                  </a:lnTo>
                  <a:lnTo>
                    <a:pt x="2094200" y="363513"/>
                  </a:lnTo>
                  <a:lnTo>
                    <a:pt x="2103944" y="361796"/>
                  </a:lnTo>
                  <a:lnTo>
                    <a:pt x="2113673" y="360345"/>
                  </a:lnTo>
                  <a:lnTo>
                    <a:pt x="2123417" y="359156"/>
                  </a:lnTo>
                  <a:lnTo>
                    <a:pt x="2133161" y="358228"/>
                  </a:lnTo>
                  <a:lnTo>
                    <a:pt x="2142905" y="357561"/>
                  </a:lnTo>
                  <a:lnTo>
                    <a:pt x="2152649" y="357148"/>
                  </a:lnTo>
                  <a:lnTo>
                    <a:pt x="2162377" y="356990"/>
                  </a:lnTo>
                  <a:lnTo>
                    <a:pt x="2172121" y="357081"/>
                  </a:lnTo>
                  <a:lnTo>
                    <a:pt x="2181865" y="357416"/>
                  </a:lnTo>
                  <a:lnTo>
                    <a:pt x="2191609" y="357990"/>
                  </a:lnTo>
                  <a:lnTo>
                    <a:pt x="2201338" y="358796"/>
                  </a:lnTo>
                  <a:lnTo>
                    <a:pt x="2211082" y="359827"/>
                  </a:lnTo>
                  <a:lnTo>
                    <a:pt x="2220826" y="361078"/>
                  </a:lnTo>
                  <a:lnTo>
                    <a:pt x="2230570" y="362538"/>
                  </a:lnTo>
                  <a:lnTo>
                    <a:pt x="2240299" y="364203"/>
                  </a:lnTo>
                  <a:lnTo>
                    <a:pt x="2250043" y="366061"/>
                  </a:lnTo>
                  <a:lnTo>
                    <a:pt x="2259787" y="368103"/>
                  </a:lnTo>
                  <a:lnTo>
                    <a:pt x="2269531" y="370320"/>
                  </a:lnTo>
                  <a:lnTo>
                    <a:pt x="2279260" y="372701"/>
                  </a:lnTo>
                  <a:lnTo>
                    <a:pt x="2289004" y="375237"/>
                  </a:lnTo>
                  <a:lnTo>
                    <a:pt x="2298748" y="377917"/>
                  </a:lnTo>
                  <a:lnTo>
                    <a:pt x="2308492" y="380730"/>
                  </a:lnTo>
                  <a:lnTo>
                    <a:pt x="2318236" y="383665"/>
                  </a:lnTo>
                  <a:lnTo>
                    <a:pt x="2327965" y="386711"/>
                  </a:lnTo>
                  <a:lnTo>
                    <a:pt x="2337709" y="389854"/>
                  </a:lnTo>
                  <a:lnTo>
                    <a:pt x="2347453" y="393087"/>
                  </a:lnTo>
                  <a:lnTo>
                    <a:pt x="2357197" y="396395"/>
                  </a:lnTo>
                  <a:lnTo>
                    <a:pt x="2366926" y="399768"/>
                  </a:lnTo>
                  <a:lnTo>
                    <a:pt x="2376670" y="403195"/>
                  </a:lnTo>
                  <a:lnTo>
                    <a:pt x="2386413" y="406662"/>
                  </a:lnTo>
                  <a:lnTo>
                    <a:pt x="2396157" y="410160"/>
                  </a:lnTo>
                  <a:lnTo>
                    <a:pt x="2405886" y="413676"/>
                  </a:lnTo>
                  <a:lnTo>
                    <a:pt x="2415630" y="417203"/>
                  </a:lnTo>
                  <a:lnTo>
                    <a:pt x="2425374" y="420725"/>
                  </a:lnTo>
                  <a:lnTo>
                    <a:pt x="2435118" y="424235"/>
                  </a:lnTo>
                  <a:lnTo>
                    <a:pt x="2444862" y="427722"/>
                  </a:lnTo>
                  <a:lnTo>
                    <a:pt x="2454591" y="431175"/>
                  </a:lnTo>
                  <a:lnTo>
                    <a:pt x="2464335" y="434585"/>
                  </a:lnTo>
                  <a:lnTo>
                    <a:pt x="2474079" y="437945"/>
                  </a:lnTo>
                  <a:lnTo>
                    <a:pt x="2483823" y="441244"/>
                  </a:lnTo>
                  <a:lnTo>
                    <a:pt x="2493552" y="444472"/>
                  </a:lnTo>
                  <a:lnTo>
                    <a:pt x="2503296" y="447627"/>
                  </a:lnTo>
                  <a:lnTo>
                    <a:pt x="2513040" y="450696"/>
                  </a:lnTo>
                  <a:lnTo>
                    <a:pt x="2522784" y="453673"/>
                  </a:lnTo>
                  <a:lnTo>
                    <a:pt x="2532513" y="456554"/>
                  </a:lnTo>
                  <a:lnTo>
                    <a:pt x="2542257" y="459331"/>
                  </a:lnTo>
                  <a:lnTo>
                    <a:pt x="2552001" y="462000"/>
                  </a:lnTo>
                  <a:lnTo>
                    <a:pt x="2561745" y="464555"/>
                  </a:lnTo>
                  <a:lnTo>
                    <a:pt x="2571474" y="466992"/>
                  </a:lnTo>
                  <a:lnTo>
                    <a:pt x="2581218" y="469308"/>
                  </a:lnTo>
                  <a:lnTo>
                    <a:pt x="2590962" y="471499"/>
                  </a:lnTo>
                  <a:lnTo>
                    <a:pt x="2600705" y="473563"/>
                  </a:lnTo>
                  <a:lnTo>
                    <a:pt x="2610449" y="475497"/>
                  </a:lnTo>
                  <a:lnTo>
                    <a:pt x="2620178" y="477299"/>
                  </a:lnTo>
                  <a:lnTo>
                    <a:pt x="2629922" y="478968"/>
                  </a:lnTo>
                  <a:lnTo>
                    <a:pt x="2639666" y="480506"/>
                  </a:lnTo>
                  <a:lnTo>
                    <a:pt x="2649410" y="481908"/>
                  </a:lnTo>
                  <a:lnTo>
                    <a:pt x="2659139" y="483179"/>
                  </a:lnTo>
                  <a:lnTo>
                    <a:pt x="2668883" y="484315"/>
                  </a:lnTo>
                  <a:lnTo>
                    <a:pt x="2678627" y="485321"/>
                  </a:lnTo>
                  <a:lnTo>
                    <a:pt x="2688371" y="486198"/>
                  </a:lnTo>
                  <a:lnTo>
                    <a:pt x="2698100" y="486946"/>
                  </a:lnTo>
                  <a:lnTo>
                    <a:pt x="2707844" y="487571"/>
                  </a:lnTo>
                  <a:lnTo>
                    <a:pt x="2717588" y="488071"/>
                  </a:lnTo>
                  <a:lnTo>
                    <a:pt x="2727332" y="488453"/>
                  </a:lnTo>
                  <a:lnTo>
                    <a:pt x="2737076" y="488718"/>
                  </a:lnTo>
                  <a:lnTo>
                    <a:pt x="2746805" y="488870"/>
                  </a:lnTo>
                  <a:lnTo>
                    <a:pt x="2756549" y="488912"/>
                  </a:lnTo>
                  <a:lnTo>
                    <a:pt x="2766293" y="488851"/>
                  </a:lnTo>
                  <a:lnTo>
                    <a:pt x="2776037" y="488687"/>
                  </a:lnTo>
                  <a:lnTo>
                    <a:pt x="2785766" y="488427"/>
                  </a:lnTo>
                  <a:lnTo>
                    <a:pt x="2795510" y="488076"/>
                  </a:lnTo>
                  <a:lnTo>
                    <a:pt x="2805254" y="487636"/>
                  </a:lnTo>
                  <a:lnTo>
                    <a:pt x="2814998" y="487115"/>
                  </a:lnTo>
                  <a:lnTo>
                    <a:pt x="2824727" y="486514"/>
                  </a:lnTo>
                  <a:lnTo>
                    <a:pt x="2834471" y="485841"/>
                  </a:lnTo>
                  <a:lnTo>
                    <a:pt x="2844215" y="485097"/>
                  </a:lnTo>
                  <a:lnTo>
                    <a:pt x="2853958" y="484290"/>
                  </a:lnTo>
                  <a:lnTo>
                    <a:pt x="2863687" y="483424"/>
                  </a:lnTo>
                  <a:lnTo>
                    <a:pt x="2873431" y="482502"/>
                  </a:lnTo>
                  <a:lnTo>
                    <a:pt x="2883175" y="481529"/>
                  </a:lnTo>
                  <a:lnTo>
                    <a:pt x="2892919" y="480509"/>
                  </a:lnTo>
                  <a:lnTo>
                    <a:pt x="2902663" y="479446"/>
                  </a:lnTo>
                  <a:lnTo>
                    <a:pt x="2912392" y="47834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5" name="Freeform 634">
              <a:extLst>
                <a:ext uri="{FF2B5EF4-FFF2-40B4-BE49-F238E27FC236}">
                  <a16:creationId xmlns:a16="http://schemas.microsoft.com/office/drawing/2014/main" id="{F7D73C51-2595-3488-EACE-3E4CE55BB1F5}"/>
                </a:ext>
              </a:extLst>
            </p:cNvPr>
            <p:cNvSpPr/>
            <p:nvPr/>
          </p:nvSpPr>
          <p:spPr>
            <a:xfrm>
              <a:off x="576446" y="3303035"/>
              <a:ext cx="2912392" cy="625247"/>
            </a:xfrm>
            <a:custGeom>
              <a:avLst/>
              <a:gdLst>
                <a:gd name="connsiteX0" fmla="*/ 0 w 2912392"/>
                <a:gd name="connsiteY0" fmla="*/ 341422 h 625247"/>
                <a:gd name="connsiteX1" fmla="*/ 9739 w 2912392"/>
                <a:gd name="connsiteY1" fmla="*/ 350654 h 625247"/>
                <a:gd name="connsiteX2" fmla="*/ 19480 w 2912392"/>
                <a:gd name="connsiteY2" fmla="*/ 359819 h 625247"/>
                <a:gd name="connsiteX3" fmla="*/ 29221 w 2912392"/>
                <a:gd name="connsiteY3" fmla="*/ 368911 h 625247"/>
                <a:gd name="connsiteX4" fmla="*/ 38961 w 2912392"/>
                <a:gd name="connsiteY4" fmla="*/ 377920 h 625247"/>
                <a:gd name="connsiteX5" fmla="*/ 48702 w 2912392"/>
                <a:gd name="connsiteY5" fmla="*/ 386843 h 625247"/>
                <a:gd name="connsiteX6" fmla="*/ 58443 w 2912392"/>
                <a:gd name="connsiteY6" fmla="*/ 395668 h 625247"/>
                <a:gd name="connsiteX7" fmla="*/ 68182 w 2912392"/>
                <a:gd name="connsiteY7" fmla="*/ 404393 h 625247"/>
                <a:gd name="connsiteX8" fmla="*/ 77923 w 2912392"/>
                <a:gd name="connsiteY8" fmla="*/ 413007 h 625247"/>
                <a:gd name="connsiteX9" fmla="*/ 87664 w 2912392"/>
                <a:gd name="connsiteY9" fmla="*/ 421506 h 625247"/>
                <a:gd name="connsiteX10" fmla="*/ 97404 w 2912392"/>
                <a:gd name="connsiteY10" fmla="*/ 429885 h 625247"/>
                <a:gd name="connsiteX11" fmla="*/ 107145 w 2912392"/>
                <a:gd name="connsiteY11" fmla="*/ 438136 h 625247"/>
                <a:gd name="connsiteX12" fmla="*/ 116886 w 2912392"/>
                <a:gd name="connsiteY12" fmla="*/ 446254 h 625247"/>
                <a:gd name="connsiteX13" fmla="*/ 126625 w 2912392"/>
                <a:gd name="connsiteY13" fmla="*/ 454236 h 625247"/>
                <a:gd name="connsiteX14" fmla="*/ 136366 w 2912392"/>
                <a:gd name="connsiteY14" fmla="*/ 462074 h 625247"/>
                <a:gd name="connsiteX15" fmla="*/ 146107 w 2912392"/>
                <a:gd name="connsiteY15" fmla="*/ 469766 h 625247"/>
                <a:gd name="connsiteX16" fmla="*/ 155846 w 2912392"/>
                <a:gd name="connsiteY16" fmla="*/ 477305 h 625247"/>
                <a:gd name="connsiteX17" fmla="*/ 165587 w 2912392"/>
                <a:gd name="connsiteY17" fmla="*/ 484689 h 625247"/>
                <a:gd name="connsiteX18" fmla="*/ 175328 w 2912392"/>
                <a:gd name="connsiteY18" fmla="*/ 491914 h 625247"/>
                <a:gd name="connsiteX19" fmla="*/ 185068 w 2912392"/>
                <a:gd name="connsiteY19" fmla="*/ 498973 h 625247"/>
                <a:gd name="connsiteX20" fmla="*/ 194809 w 2912392"/>
                <a:gd name="connsiteY20" fmla="*/ 505865 h 625247"/>
                <a:gd name="connsiteX21" fmla="*/ 204550 w 2912392"/>
                <a:gd name="connsiteY21" fmla="*/ 512588 h 625247"/>
                <a:gd name="connsiteX22" fmla="*/ 214289 w 2912392"/>
                <a:gd name="connsiteY22" fmla="*/ 519136 h 625247"/>
                <a:gd name="connsiteX23" fmla="*/ 224030 w 2912392"/>
                <a:gd name="connsiteY23" fmla="*/ 525506 h 625247"/>
                <a:gd name="connsiteX24" fmla="*/ 233771 w 2912392"/>
                <a:gd name="connsiteY24" fmla="*/ 531697 h 625247"/>
                <a:gd name="connsiteX25" fmla="*/ 243510 w 2912392"/>
                <a:gd name="connsiteY25" fmla="*/ 537704 h 625247"/>
                <a:gd name="connsiteX26" fmla="*/ 253251 w 2912392"/>
                <a:gd name="connsiteY26" fmla="*/ 543528 h 625247"/>
                <a:gd name="connsiteX27" fmla="*/ 262992 w 2912392"/>
                <a:gd name="connsiteY27" fmla="*/ 549165 h 625247"/>
                <a:gd name="connsiteX28" fmla="*/ 272732 w 2912392"/>
                <a:gd name="connsiteY28" fmla="*/ 554610 h 625247"/>
                <a:gd name="connsiteX29" fmla="*/ 282473 w 2912392"/>
                <a:gd name="connsiteY29" fmla="*/ 559865 h 625247"/>
                <a:gd name="connsiteX30" fmla="*/ 292214 w 2912392"/>
                <a:gd name="connsiteY30" fmla="*/ 564926 h 625247"/>
                <a:gd name="connsiteX31" fmla="*/ 301953 w 2912392"/>
                <a:gd name="connsiteY31" fmla="*/ 569792 h 625247"/>
                <a:gd name="connsiteX32" fmla="*/ 311694 w 2912392"/>
                <a:gd name="connsiteY32" fmla="*/ 574460 h 625247"/>
                <a:gd name="connsiteX33" fmla="*/ 321435 w 2912392"/>
                <a:gd name="connsiteY33" fmla="*/ 578930 h 625247"/>
                <a:gd name="connsiteX34" fmla="*/ 331175 w 2912392"/>
                <a:gd name="connsiteY34" fmla="*/ 583200 h 625247"/>
                <a:gd name="connsiteX35" fmla="*/ 340916 w 2912392"/>
                <a:gd name="connsiteY35" fmla="*/ 587267 h 625247"/>
                <a:gd name="connsiteX36" fmla="*/ 350656 w 2912392"/>
                <a:gd name="connsiteY36" fmla="*/ 591132 h 625247"/>
                <a:gd name="connsiteX37" fmla="*/ 360396 w 2912392"/>
                <a:gd name="connsiteY37" fmla="*/ 594794 h 625247"/>
                <a:gd name="connsiteX38" fmla="*/ 370137 w 2912392"/>
                <a:gd name="connsiteY38" fmla="*/ 598251 h 625247"/>
                <a:gd name="connsiteX39" fmla="*/ 379878 w 2912392"/>
                <a:gd name="connsiteY39" fmla="*/ 601500 h 625247"/>
                <a:gd name="connsiteX40" fmla="*/ 389617 w 2912392"/>
                <a:gd name="connsiteY40" fmla="*/ 604544 h 625247"/>
                <a:gd name="connsiteX41" fmla="*/ 399358 w 2912392"/>
                <a:gd name="connsiteY41" fmla="*/ 607381 h 625247"/>
                <a:gd name="connsiteX42" fmla="*/ 409099 w 2912392"/>
                <a:gd name="connsiteY42" fmla="*/ 610009 h 625247"/>
                <a:gd name="connsiteX43" fmla="*/ 418839 w 2912392"/>
                <a:gd name="connsiteY43" fmla="*/ 612430 h 625247"/>
                <a:gd name="connsiteX44" fmla="*/ 428580 w 2912392"/>
                <a:gd name="connsiteY44" fmla="*/ 614641 h 625247"/>
                <a:gd name="connsiteX45" fmla="*/ 438321 w 2912392"/>
                <a:gd name="connsiteY45" fmla="*/ 616642 h 625247"/>
                <a:gd name="connsiteX46" fmla="*/ 448060 w 2912392"/>
                <a:gd name="connsiteY46" fmla="*/ 618434 h 625247"/>
                <a:gd name="connsiteX47" fmla="*/ 457801 w 2912392"/>
                <a:gd name="connsiteY47" fmla="*/ 620017 h 625247"/>
                <a:gd name="connsiteX48" fmla="*/ 467542 w 2912392"/>
                <a:gd name="connsiteY48" fmla="*/ 621390 h 625247"/>
                <a:gd name="connsiteX49" fmla="*/ 477281 w 2912392"/>
                <a:gd name="connsiteY49" fmla="*/ 622554 h 625247"/>
                <a:gd name="connsiteX50" fmla="*/ 487022 w 2912392"/>
                <a:gd name="connsiteY50" fmla="*/ 623509 h 625247"/>
                <a:gd name="connsiteX51" fmla="*/ 496763 w 2912392"/>
                <a:gd name="connsiteY51" fmla="*/ 624255 h 625247"/>
                <a:gd name="connsiteX52" fmla="*/ 506503 w 2912392"/>
                <a:gd name="connsiteY52" fmla="*/ 624793 h 625247"/>
                <a:gd name="connsiteX53" fmla="*/ 516244 w 2912392"/>
                <a:gd name="connsiteY53" fmla="*/ 625124 h 625247"/>
                <a:gd name="connsiteX54" fmla="*/ 525985 w 2912392"/>
                <a:gd name="connsiteY54" fmla="*/ 625248 h 625247"/>
                <a:gd name="connsiteX55" fmla="*/ 535724 w 2912392"/>
                <a:gd name="connsiteY55" fmla="*/ 625166 h 625247"/>
                <a:gd name="connsiteX56" fmla="*/ 545465 w 2912392"/>
                <a:gd name="connsiteY56" fmla="*/ 624880 h 625247"/>
                <a:gd name="connsiteX57" fmla="*/ 555206 w 2912392"/>
                <a:gd name="connsiteY57" fmla="*/ 624391 h 625247"/>
                <a:gd name="connsiteX58" fmla="*/ 564946 w 2912392"/>
                <a:gd name="connsiteY58" fmla="*/ 623700 h 625247"/>
                <a:gd name="connsiteX59" fmla="*/ 574687 w 2912392"/>
                <a:gd name="connsiteY59" fmla="*/ 622807 h 625247"/>
                <a:gd name="connsiteX60" fmla="*/ 584428 w 2912392"/>
                <a:gd name="connsiteY60" fmla="*/ 621718 h 625247"/>
                <a:gd name="connsiteX61" fmla="*/ 594167 w 2912392"/>
                <a:gd name="connsiteY61" fmla="*/ 620431 h 625247"/>
                <a:gd name="connsiteX62" fmla="*/ 603908 w 2912392"/>
                <a:gd name="connsiteY62" fmla="*/ 618950 h 625247"/>
                <a:gd name="connsiteX63" fmla="*/ 613649 w 2912392"/>
                <a:gd name="connsiteY63" fmla="*/ 617275 h 625247"/>
                <a:gd name="connsiteX64" fmla="*/ 623388 w 2912392"/>
                <a:gd name="connsiteY64" fmla="*/ 615411 h 625247"/>
                <a:gd name="connsiteX65" fmla="*/ 633129 w 2912392"/>
                <a:gd name="connsiteY65" fmla="*/ 613361 h 625247"/>
                <a:gd name="connsiteX66" fmla="*/ 642870 w 2912392"/>
                <a:gd name="connsiteY66" fmla="*/ 611125 h 625247"/>
                <a:gd name="connsiteX67" fmla="*/ 652610 w 2912392"/>
                <a:gd name="connsiteY67" fmla="*/ 608707 h 625247"/>
                <a:gd name="connsiteX68" fmla="*/ 662351 w 2912392"/>
                <a:gd name="connsiteY68" fmla="*/ 606111 h 625247"/>
                <a:gd name="connsiteX69" fmla="*/ 672092 w 2912392"/>
                <a:gd name="connsiteY69" fmla="*/ 603339 h 625247"/>
                <a:gd name="connsiteX70" fmla="*/ 681831 w 2912392"/>
                <a:gd name="connsiteY70" fmla="*/ 600395 h 625247"/>
                <a:gd name="connsiteX71" fmla="*/ 691572 w 2912392"/>
                <a:gd name="connsiteY71" fmla="*/ 597281 h 625247"/>
                <a:gd name="connsiteX72" fmla="*/ 701313 w 2912392"/>
                <a:gd name="connsiteY72" fmla="*/ 594002 h 625247"/>
                <a:gd name="connsiteX73" fmla="*/ 711052 w 2912392"/>
                <a:gd name="connsiteY73" fmla="*/ 590561 h 625247"/>
                <a:gd name="connsiteX74" fmla="*/ 720793 w 2912392"/>
                <a:gd name="connsiteY74" fmla="*/ 586963 h 625247"/>
                <a:gd name="connsiteX75" fmla="*/ 730534 w 2912392"/>
                <a:gd name="connsiteY75" fmla="*/ 583212 h 625247"/>
                <a:gd name="connsiteX76" fmla="*/ 740274 w 2912392"/>
                <a:gd name="connsiteY76" fmla="*/ 579310 h 625247"/>
                <a:gd name="connsiteX77" fmla="*/ 750015 w 2912392"/>
                <a:gd name="connsiteY77" fmla="*/ 575263 h 625247"/>
                <a:gd name="connsiteX78" fmla="*/ 759756 w 2912392"/>
                <a:gd name="connsiteY78" fmla="*/ 571075 h 625247"/>
                <a:gd name="connsiteX79" fmla="*/ 769495 w 2912392"/>
                <a:gd name="connsiteY79" fmla="*/ 566750 h 625247"/>
                <a:gd name="connsiteX80" fmla="*/ 779236 w 2912392"/>
                <a:gd name="connsiteY80" fmla="*/ 562291 h 625247"/>
                <a:gd name="connsiteX81" fmla="*/ 788977 w 2912392"/>
                <a:gd name="connsiteY81" fmla="*/ 557705 h 625247"/>
                <a:gd name="connsiteX82" fmla="*/ 798717 w 2912392"/>
                <a:gd name="connsiteY82" fmla="*/ 552995 h 625247"/>
                <a:gd name="connsiteX83" fmla="*/ 808458 w 2912392"/>
                <a:gd name="connsiteY83" fmla="*/ 548166 h 625247"/>
                <a:gd name="connsiteX84" fmla="*/ 818199 w 2912392"/>
                <a:gd name="connsiteY84" fmla="*/ 543223 h 625247"/>
                <a:gd name="connsiteX85" fmla="*/ 827938 w 2912392"/>
                <a:gd name="connsiteY85" fmla="*/ 538169 h 625247"/>
                <a:gd name="connsiteX86" fmla="*/ 837679 w 2912392"/>
                <a:gd name="connsiteY86" fmla="*/ 533010 h 625247"/>
                <a:gd name="connsiteX87" fmla="*/ 847420 w 2912392"/>
                <a:gd name="connsiteY87" fmla="*/ 527750 h 625247"/>
                <a:gd name="connsiteX88" fmla="*/ 857159 w 2912392"/>
                <a:gd name="connsiteY88" fmla="*/ 522393 h 625247"/>
                <a:gd name="connsiteX89" fmla="*/ 866900 w 2912392"/>
                <a:gd name="connsiteY89" fmla="*/ 516944 h 625247"/>
                <a:gd name="connsiteX90" fmla="*/ 876641 w 2912392"/>
                <a:gd name="connsiteY90" fmla="*/ 511406 h 625247"/>
                <a:gd name="connsiteX91" fmla="*/ 886381 w 2912392"/>
                <a:gd name="connsiteY91" fmla="*/ 505786 h 625247"/>
                <a:gd name="connsiteX92" fmla="*/ 896122 w 2912392"/>
                <a:gd name="connsiteY92" fmla="*/ 500086 h 625247"/>
                <a:gd name="connsiteX93" fmla="*/ 905863 w 2912392"/>
                <a:gd name="connsiteY93" fmla="*/ 494311 h 625247"/>
                <a:gd name="connsiteX94" fmla="*/ 915602 w 2912392"/>
                <a:gd name="connsiteY94" fmla="*/ 488465 h 625247"/>
                <a:gd name="connsiteX95" fmla="*/ 925343 w 2912392"/>
                <a:gd name="connsiteY95" fmla="*/ 482551 h 625247"/>
                <a:gd name="connsiteX96" fmla="*/ 935084 w 2912392"/>
                <a:gd name="connsiteY96" fmla="*/ 476575 h 625247"/>
                <a:gd name="connsiteX97" fmla="*/ 944824 w 2912392"/>
                <a:gd name="connsiteY97" fmla="*/ 470538 h 625247"/>
                <a:gd name="connsiteX98" fmla="*/ 954564 w 2912392"/>
                <a:gd name="connsiteY98" fmla="*/ 464444 h 625247"/>
                <a:gd name="connsiteX99" fmla="*/ 964305 w 2912392"/>
                <a:gd name="connsiteY99" fmla="*/ 458300 h 625247"/>
                <a:gd name="connsiteX100" fmla="*/ 974045 w 2912392"/>
                <a:gd name="connsiteY100" fmla="*/ 452104 h 625247"/>
                <a:gd name="connsiteX101" fmla="*/ 983786 w 2912392"/>
                <a:gd name="connsiteY101" fmla="*/ 445862 h 625247"/>
                <a:gd name="connsiteX102" fmla="*/ 993522 w 2912392"/>
                <a:gd name="connsiteY102" fmla="*/ 439578 h 625247"/>
                <a:gd name="connsiteX103" fmla="*/ 1003266 w 2912392"/>
                <a:gd name="connsiteY103" fmla="*/ 433252 h 625247"/>
                <a:gd name="connsiteX104" fmla="*/ 1013010 w 2912392"/>
                <a:gd name="connsiteY104" fmla="*/ 426889 h 625247"/>
                <a:gd name="connsiteX105" fmla="*/ 1022754 w 2912392"/>
                <a:gd name="connsiteY105" fmla="*/ 420491 h 625247"/>
                <a:gd name="connsiteX106" fmla="*/ 1032483 w 2912392"/>
                <a:gd name="connsiteY106" fmla="*/ 414059 h 625247"/>
                <a:gd name="connsiteX107" fmla="*/ 1042227 w 2912392"/>
                <a:gd name="connsiteY107" fmla="*/ 407597 h 625247"/>
                <a:gd name="connsiteX108" fmla="*/ 1051971 w 2912392"/>
                <a:gd name="connsiteY108" fmla="*/ 401106 h 625247"/>
                <a:gd name="connsiteX109" fmla="*/ 1061715 w 2912392"/>
                <a:gd name="connsiteY109" fmla="*/ 394589 h 625247"/>
                <a:gd name="connsiteX110" fmla="*/ 1071444 w 2912392"/>
                <a:gd name="connsiteY110" fmla="*/ 388047 h 625247"/>
                <a:gd name="connsiteX111" fmla="*/ 1081188 w 2912392"/>
                <a:gd name="connsiteY111" fmla="*/ 381484 h 625247"/>
                <a:gd name="connsiteX112" fmla="*/ 1090932 w 2912392"/>
                <a:gd name="connsiteY112" fmla="*/ 374899 h 625247"/>
                <a:gd name="connsiteX113" fmla="*/ 1100676 w 2912392"/>
                <a:gd name="connsiteY113" fmla="*/ 368294 h 625247"/>
                <a:gd name="connsiteX114" fmla="*/ 1110405 w 2912392"/>
                <a:gd name="connsiteY114" fmla="*/ 361670 h 625247"/>
                <a:gd name="connsiteX115" fmla="*/ 1120149 w 2912392"/>
                <a:gd name="connsiteY115" fmla="*/ 355031 h 625247"/>
                <a:gd name="connsiteX116" fmla="*/ 1129893 w 2912392"/>
                <a:gd name="connsiteY116" fmla="*/ 348375 h 625247"/>
                <a:gd name="connsiteX117" fmla="*/ 1139637 w 2912392"/>
                <a:gd name="connsiteY117" fmla="*/ 341707 h 625247"/>
                <a:gd name="connsiteX118" fmla="*/ 1149381 w 2912392"/>
                <a:gd name="connsiteY118" fmla="*/ 335026 h 625247"/>
                <a:gd name="connsiteX119" fmla="*/ 1159110 w 2912392"/>
                <a:gd name="connsiteY119" fmla="*/ 328333 h 625247"/>
                <a:gd name="connsiteX120" fmla="*/ 1168854 w 2912392"/>
                <a:gd name="connsiteY120" fmla="*/ 321630 h 625247"/>
                <a:gd name="connsiteX121" fmla="*/ 1178598 w 2912392"/>
                <a:gd name="connsiteY121" fmla="*/ 314918 h 625247"/>
                <a:gd name="connsiteX122" fmla="*/ 1188341 w 2912392"/>
                <a:gd name="connsiteY122" fmla="*/ 308199 h 625247"/>
                <a:gd name="connsiteX123" fmla="*/ 1198070 w 2912392"/>
                <a:gd name="connsiteY123" fmla="*/ 301473 h 625247"/>
                <a:gd name="connsiteX124" fmla="*/ 1207814 w 2912392"/>
                <a:gd name="connsiteY124" fmla="*/ 294742 h 625247"/>
                <a:gd name="connsiteX125" fmla="*/ 1217558 w 2912392"/>
                <a:gd name="connsiteY125" fmla="*/ 288009 h 625247"/>
                <a:gd name="connsiteX126" fmla="*/ 1227302 w 2912392"/>
                <a:gd name="connsiteY126" fmla="*/ 281273 h 625247"/>
                <a:gd name="connsiteX127" fmla="*/ 1237031 w 2912392"/>
                <a:gd name="connsiteY127" fmla="*/ 274536 h 625247"/>
                <a:gd name="connsiteX128" fmla="*/ 1246775 w 2912392"/>
                <a:gd name="connsiteY128" fmla="*/ 267802 h 625247"/>
                <a:gd name="connsiteX129" fmla="*/ 1256519 w 2912392"/>
                <a:gd name="connsiteY129" fmla="*/ 261069 h 625247"/>
                <a:gd name="connsiteX130" fmla="*/ 1266263 w 2912392"/>
                <a:gd name="connsiteY130" fmla="*/ 254342 h 625247"/>
                <a:gd name="connsiteX131" fmla="*/ 1276007 w 2912392"/>
                <a:gd name="connsiteY131" fmla="*/ 247623 h 625247"/>
                <a:gd name="connsiteX132" fmla="*/ 1285736 w 2912392"/>
                <a:gd name="connsiteY132" fmla="*/ 240912 h 625247"/>
                <a:gd name="connsiteX133" fmla="*/ 1295480 w 2912392"/>
                <a:gd name="connsiteY133" fmla="*/ 234215 h 625247"/>
                <a:gd name="connsiteX134" fmla="*/ 1305224 w 2912392"/>
                <a:gd name="connsiteY134" fmla="*/ 227530 h 625247"/>
                <a:gd name="connsiteX135" fmla="*/ 1314968 w 2912392"/>
                <a:gd name="connsiteY135" fmla="*/ 220864 h 625247"/>
                <a:gd name="connsiteX136" fmla="*/ 1324697 w 2912392"/>
                <a:gd name="connsiteY136" fmla="*/ 214216 h 625247"/>
                <a:gd name="connsiteX137" fmla="*/ 1334441 w 2912392"/>
                <a:gd name="connsiteY137" fmla="*/ 207592 h 625247"/>
                <a:gd name="connsiteX138" fmla="*/ 1344185 w 2912392"/>
                <a:gd name="connsiteY138" fmla="*/ 200995 h 625247"/>
                <a:gd name="connsiteX139" fmla="*/ 1353929 w 2912392"/>
                <a:gd name="connsiteY139" fmla="*/ 194427 h 625247"/>
                <a:gd name="connsiteX140" fmla="*/ 1363658 w 2912392"/>
                <a:gd name="connsiteY140" fmla="*/ 187893 h 625247"/>
                <a:gd name="connsiteX141" fmla="*/ 1373402 w 2912392"/>
                <a:gd name="connsiteY141" fmla="*/ 181395 h 625247"/>
                <a:gd name="connsiteX142" fmla="*/ 1383146 w 2912392"/>
                <a:gd name="connsiteY142" fmla="*/ 174939 h 625247"/>
                <a:gd name="connsiteX143" fmla="*/ 1392890 w 2912392"/>
                <a:gd name="connsiteY143" fmla="*/ 168528 h 625247"/>
                <a:gd name="connsiteX144" fmla="*/ 1402619 w 2912392"/>
                <a:gd name="connsiteY144" fmla="*/ 162167 h 625247"/>
                <a:gd name="connsiteX145" fmla="*/ 1412363 w 2912392"/>
                <a:gd name="connsiteY145" fmla="*/ 155858 h 625247"/>
                <a:gd name="connsiteX146" fmla="*/ 1422106 w 2912392"/>
                <a:gd name="connsiteY146" fmla="*/ 149610 h 625247"/>
                <a:gd name="connsiteX147" fmla="*/ 1431850 w 2912392"/>
                <a:gd name="connsiteY147" fmla="*/ 143424 h 625247"/>
                <a:gd name="connsiteX148" fmla="*/ 1441594 w 2912392"/>
                <a:gd name="connsiteY148" fmla="*/ 137306 h 625247"/>
                <a:gd name="connsiteX149" fmla="*/ 1451323 w 2912392"/>
                <a:gd name="connsiteY149" fmla="*/ 131262 h 625247"/>
                <a:gd name="connsiteX150" fmla="*/ 1461067 w 2912392"/>
                <a:gd name="connsiteY150" fmla="*/ 125294 h 625247"/>
                <a:gd name="connsiteX151" fmla="*/ 1470811 w 2912392"/>
                <a:gd name="connsiteY151" fmla="*/ 119411 h 625247"/>
                <a:gd name="connsiteX152" fmla="*/ 1480555 w 2912392"/>
                <a:gd name="connsiteY152" fmla="*/ 113615 h 625247"/>
                <a:gd name="connsiteX153" fmla="*/ 1490284 w 2912392"/>
                <a:gd name="connsiteY153" fmla="*/ 107912 h 625247"/>
                <a:gd name="connsiteX154" fmla="*/ 1500028 w 2912392"/>
                <a:gd name="connsiteY154" fmla="*/ 102308 h 625247"/>
                <a:gd name="connsiteX155" fmla="*/ 1509772 w 2912392"/>
                <a:gd name="connsiteY155" fmla="*/ 96809 h 625247"/>
                <a:gd name="connsiteX156" fmla="*/ 1519516 w 2912392"/>
                <a:gd name="connsiteY156" fmla="*/ 91419 h 625247"/>
                <a:gd name="connsiteX157" fmla="*/ 1529245 w 2912392"/>
                <a:gd name="connsiteY157" fmla="*/ 86143 h 625247"/>
                <a:gd name="connsiteX158" fmla="*/ 1538989 w 2912392"/>
                <a:gd name="connsiteY158" fmla="*/ 80986 h 625247"/>
                <a:gd name="connsiteX159" fmla="*/ 1548733 w 2912392"/>
                <a:gd name="connsiteY159" fmla="*/ 75954 h 625247"/>
                <a:gd name="connsiteX160" fmla="*/ 1558477 w 2912392"/>
                <a:gd name="connsiteY160" fmla="*/ 71050 h 625247"/>
                <a:gd name="connsiteX161" fmla="*/ 1568221 w 2912392"/>
                <a:gd name="connsiteY161" fmla="*/ 66281 h 625247"/>
                <a:gd name="connsiteX162" fmla="*/ 1577950 w 2912392"/>
                <a:gd name="connsiteY162" fmla="*/ 61652 h 625247"/>
                <a:gd name="connsiteX163" fmla="*/ 1587694 w 2912392"/>
                <a:gd name="connsiteY163" fmla="*/ 57166 h 625247"/>
                <a:gd name="connsiteX164" fmla="*/ 1597438 w 2912392"/>
                <a:gd name="connsiteY164" fmla="*/ 52827 h 625247"/>
                <a:gd name="connsiteX165" fmla="*/ 1607182 w 2912392"/>
                <a:gd name="connsiteY165" fmla="*/ 48641 h 625247"/>
                <a:gd name="connsiteX166" fmla="*/ 1616911 w 2912392"/>
                <a:gd name="connsiteY166" fmla="*/ 44611 h 625247"/>
                <a:gd name="connsiteX167" fmla="*/ 1626655 w 2912392"/>
                <a:gd name="connsiteY167" fmla="*/ 40740 h 625247"/>
                <a:gd name="connsiteX168" fmla="*/ 1636399 w 2912392"/>
                <a:gd name="connsiteY168" fmla="*/ 37031 h 625247"/>
                <a:gd name="connsiteX169" fmla="*/ 1646142 w 2912392"/>
                <a:gd name="connsiteY169" fmla="*/ 33491 h 625247"/>
                <a:gd name="connsiteX170" fmla="*/ 1655872 w 2912392"/>
                <a:gd name="connsiteY170" fmla="*/ 30120 h 625247"/>
                <a:gd name="connsiteX171" fmla="*/ 1665616 w 2912392"/>
                <a:gd name="connsiteY171" fmla="*/ 26921 h 625247"/>
                <a:gd name="connsiteX172" fmla="*/ 1675359 w 2912392"/>
                <a:gd name="connsiteY172" fmla="*/ 23896 h 625247"/>
                <a:gd name="connsiteX173" fmla="*/ 1685103 w 2912392"/>
                <a:gd name="connsiteY173" fmla="*/ 21048 h 625247"/>
                <a:gd name="connsiteX174" fmla="*/ 1694832 w 2912392"/>
                <a:gd name="connsiteY174" fmla="*/ 18379 h 625247"/>
                <a:gd name="connsiteX175" fmla="*/ 1704576 w 2912392"/>
                <a:gd name="connsiteY175" fmla="*/ 15890 h 625247"/>
                <a:gd name="connsiteX176" fmla="*/ 1714320 w 2912392"/>
                <a:gd name="connsiteY176" fmla="*/ 13582 h 625247"/>
                <a:gd name="connsiteX177" fmla="*/ 1724064 w 2912392"/>
                <a:gd name="connsiteY177" fmla="*/ 11456 h 625247"/>
                <a:gd name="connsiteX178" fmla="*/ 1733808 w 2912392"/>
                <a:gd name="connsiteY178" fmla="*/ 9512 h 625247"/>
                <a:gd name="connsiteX179" fmla="*/ 1743537 w 2912392"/>
                <a:gd name="connsiteY179" fmla="*/ 7750 h 625247"/>
                <a:gd name="connsiteX180" fmla="*/ 1753281 w 2912392"/>
                <a:gd name="connsiteY180" fmla="*/ 6173 h 625247"/>
                <a:gd name="connsiteX181" fmla="*/ 1763025 w 2912392"/>
                <a:gd name="connsiteY181" fmla="*/ 4777 h 625247"/>
                <a:gd name="connsiteX182" fmla="*/ 1772769 w 2912392"/>
                <a:gd name="connsiteY182" fmla="*/ 3561 h 625247"/>
                <a:gd name="connsiteX183" fmla="*/ 1782498 w 2912392"/>
                <a:gd name="connsiteY183" fmla="*/ 2527 h 625247"/>
                <a:gd name="connsiteX184" fmla="*/ 1792242 w 2912392"/>
                <a:gd name="connsiteY184" fmla="*/ 1672 h 625247"/>
                <a:gd name="connsiteX185" fmla="*/ 1801986 w 2912392"/>
                <a:gd name="connsiteY185" fmla="*/ 992 h 625247"/>
                <a:gd name="connsiteX186" fmla="*/ 1811730 w 2912392"/>
                <a:gd name="connsiteY186" fmla="*/ 490 h 625247"/>
                <a:gd name="connsiteX187" fmla="*/ 1821459 w 2912392"/>
                <a:gd name="connsiteY187" fmla="*/ 160 h 625247"/>
                <a:gd name="connsiteX188" fmla="*/ 1831203 w 2912392"/>
                <a:gd name="connsiteY188" fmla="*/ 0 h 625247"/>
                <a:gd name="connsiteX189" fmla="*/ 1840947 w 2912392"/>
                <a:gd name="connsiteY189" fmla="*/ 7 h 625247"/>
                <a:gd name="connsiteX190" fmla="*/ 1850691 w 2912392"/>
                <a:gd name="connsiteY190" fmla="*/ 180 h 625247"/>
                <a:gd name="connsiteX191" fmla="*/ 1860435 w 2912392"/>
                <a:gd name="connsiteY191" fmla="*/ 516 h 625247"/>
                <a:gd name="connsiteX192" fmla="*/ 1870164 w 2912392"/>
                <a:gd name="connsiteY192" fmla="*/ 1007 h 625247"/>
                <a:gd name="connsiteX193" fmla="*/ 1879908 w 2912392"/>
                <a:gd name="connsiteY193" fmla="*/ 1654 h 625247"/>
                <a:gd name="connsiteX194" fmla="*/ 1889652 w 2912392"/>
                <a:gd name="connsiteY194" fmla="*/ 2451 h 625247"/>
                <a:gd name="connsiteX195" fmla="*/ 1899395 w 2912392"/>
                <a:gd name="connsiteY195" fmla="*/ 3396 h 625247"/>
                <a:gd name="connsiteX196" fmla="*/ 1909124 w 2912392"/>
                <a:gd name="connsiteY196" fmla="*/ 4483 h 625247"/>
                <a:gd name="connsiteX197" fmla="*/ 1918868 w 2912392"/>
                <a:gd name="connsiteY197" fmla="*/ 5708 h 625247"/>
                <a:gd name="connsiteX198" fmla="*/ 1928612 w 2912392"/>
                <a:gd name="connsiteY198" fmla="*/ 7068 h 625247"/>
                <a:gd name="connsiteX199" fmla="*/ 1938356 w 2912392"/>
                <a:gd name="connsiteY199" fmla="*/ 8557 h 625247"/>
                <a:gd name="connsiteX200" fmla="*/ 1948085 w 2912392"/>
                <a:gd name="connsiteY200" fmla="*/ 10172 h 625247"/>
                <a:gd name="connsiteX201" fmla="*/ 1957829 w 2912392"/>
                <a:gd name="connsiteY201" fmla="*/ 11906 h 625247"/>
                <a:gd name="connsiteX202" fmla="*/ 1967573 w 2912392"/>
                <a:gd name="connsiteY202" fmla="*/ 13758 h 625247"/>
                <a:gd name="connsiteX203" fmla="*/ 1977317 w 2912392"/>
                <a:gd name="connsiteY203" fmla="*/ 15721 h 625247"/>
                <a:gd name="connsiteX204" fmla="*/ 1987046 w 2912392"/>
                <a:gd name="connsiteY204" fmla="*/ 17791 h 625247"/>
                <a:gd name="connsiteX205" fmla="*/ 1996790 w 2912392"/>
                <a:gd name="connsiteY205" fmla="*/ 19963 h 625247"/>
                <a:gd name="connsiteX206" fmla="*/ 2006534 w 2912392"/>
                <a:gd name="connsiteY206" fmla="*/ 22232 h 625247"/>
                <a:gd name="connsiteX207" fmla="*/ 2016278 w 2912392"/>
                <a:gd name="connsiteY207" fmla="*/ 24595 h 625247"/>
                <a:gd name="connsiteX208" fmla="*/ 2026022 w 2912392"/>
                <a:gd name="connsiteY208" fmla="*/ 27048 h 625247"/>
                <a:gd name="connsiteX209" fmla="*/ 2035751 w 2912392"/>
                <a:gd name="connsiteY209" fmla="*/ 29582 h 625247"/>
                <a:gd name="connsiteX210" fmla="*/ 2045495 w 2912392"/>
                <a:gd name="connsiteY210" fmla="*/ 32198 h 625247"/>
                <a:gd name="connsiteX211" fmla="*/ 2055239 w 2912392"/>
                <a:gd name="connsiteY211" fmla="*/ 34887 h 625247"/>
                <a:gd name="connsiteX212" fmla="*/ 2064983 w 2912392"/>
                <a:gd name="connsiteY212" fmla="*/ 37650 h 625247"/>
                <a:gd name="connsiteX213" fmla="*/ 2074712 w 2912392"/>
                <a:gd name="connsiteY213" fmla="*/ 40478 h 625247"/>
                <a:gd name="connsiteX214" fmla="*/ 2084456 w 2912392"/>
                <a:gd name="connsiteY214" fmla="*/ 43368 h 625247"/>
                <a:gd name="connsiteX215" fmla="*/ 2094200 w 2912392"/>
                <a:gd name="connsiteY215" fmla="*/ 46317 h 625247"/>
                <a:gd name="connsiteX216" fmla="*/ 2103944 w 2912392"/>
                <a:gd name="connsiteY216" fmla="*/ 49319 h 625247"/>
                <a:gd name="connsiteX217" fmla="*/ 2113673 w 2912392"/>
                <a:gd name="connsiteY217" fmla="*/ 52371 h 625247"/>
                <a:gd name="connsiteX218" fmla="*/ 2123417 w 2912392"/>
                <a:gd name="connsiteY218" fmla="*/ 55472 h 625247"/>
                <a:gd name="connsiteX219" fmla="*/ 2133161 w 2912392"/>
                <a:gd name="connsiteY219" fmla="*/ 58614 h 625247"/>
                <a:gd name="connsiteX220" fmla="*/ 2142905 w 2912392"/>
                <a:gd name="connsiteY220" fmla="*/ 61795 h 625247"/>
                <a:gd name="connsiteX221" fmla="*/ 2152649 w 2912392"/>
                <a:gd name="connsiteY221" fmla="*/ 65012 h 625247"/>
                <a:gd name="connsiteX222" fmla="*/ 2162377 w 2912392"/>
                <a:gd name="connsiteY222" fmla="*/ 68261 h 625247"/>
                <a:gd name="connsiteX223" fmla="*/ 2172121 w 2912392"/>
                <a:gd name="connsiteY223" fmla="*/ 71537 h 625247"/>
                <a:gd name="connsiteX224" fmla="*/ 2181865 w 2912392"/>
                <a:gd name="connsiteY224" fmla="*/ 74839 h 625247"/>
                <a:gd name="connsiteX225" fmla="*/ 2191609 w 2912392"/>
                <a:gd name="connsiteY225" fmla="*/ 78162 h 625247"/>
                <a:gd name="connsiteX226" fmla="*/ 2201338 w 2912392"/>
                <a:gd name="connsiteY226" fmla="*/ 81502 h 625247"/>
                <a:gd name="connsiteX227" fmla="*/ 2211082 w 2912392"/>
                <a:gd name="connsiteY227" fmla="*/ 84859 h 625247"/>
                <a:gd name="connsiteX228" fmla="*/ 2220826 w 2912392"/>
                <a:gd name="connsiteY228" fmla="*/ 88226 h 625247"/>
                <a:gd name="connsiteX229" fmla="*/ 2230570 w 2912392"/>
                <a:gd name="connsiteY229" fmla="*/ 91600 h 625247"/>
                <a:gd name="connsiteX230" fmla="*/ 2240299 w 2912392"/>
                <a:gd name="connsiteY230" fmla="*/ 94981 h 625247"/>
                <a:gd name="connsiteX231" fmla="*/ 2250043 w 2912392"/>
                <a:gd name="connsiteY231" fmla="*/ 98363 h 625247"/>
                <a:gd name="connsiteX232" fmla="*/ 2259787 w 2912392"/>
                <a:gd name="connsiteY232" fmla="*/ 101744 h 625247"/>
                <a:gd name="connsiteX233" fmla="*/ 2269531 w 2912392"/>
                <a:gd name="connsiteY233" fmla="*/ 105120 h 625247"/>
                <a:gd name="connsiteX234" fmla="*/ 2279260 w 2912392"/>
                <a:gd name="connsiteY234" fmla="*/ 108487 h 625247"/>
                <a:gd name="connsiteX235" fmla="*/ 2289004 w 2912392"/>
                <a:gd name="connsiteY235" fmla="*/ 111844 h 625247"/>
                <a:gd name="connsiteX236" fmla="*/ 2298748 w 2912392"/>
                <a:gd name="connsiteY236" fmla="*/ 115186 h 625247"/>
                <a:gd name="connsiteX237" fmla="*/ 2308492 w 2912392"/>
                <a:gd name="connsiteY237" fmla="*/ 118511 h 625247"/>
                <a:gd name="connsiteX238" fmla="*/ 2318236 w 2912392"/>
                <a:gd name="connsiteY238" fmla="*/ 121814 h 625247"/>
                <a:gd name="connsiteX239" fmla="*/ 2327965 w 2912392"/>
                <a:gd name="connsiteY239" fmla="*/ 125093 h 625247"/>
                <a:gd name="connsiteX240" fmla="*/ 2337709 w 2912392"/>
                <a:gd name="connsiteY240" fmla="*/ 128344 h 625247"/>
                <a:gd name="connsiteX241" fmla="*/ 2347453 w 2912392"/>
                <a:gd name="connsiteY241" fmla="*/ 131564 h 625247"/>
                <a:gd name="connsiteX242" fmla="*/ 2357197 w 2912392"/>
                <a:gd name="connsiteY242" fmla="*/ 134748 h 625247"/>
                <a:gd name="connsiteX243" fmla="*/ 2366926 w 2912392"/>
                <a:gd name="connsiteY243" fmla="*/ 137896 h 625247"/>
                <a:gd name="connsiteX244" fmla="*/ 2376670 w 2912392"/>
                <a:gd name="connsiteY244" fmla="*/ 141000 h 625247"/>
                <a:gd name="connsiteX245" fmla="*/ 2386413 w 2912392"/>
                <a:gd name="connsiteY245" fmla="*/ 144060 h 625247"/>
                <a:gd name="connsiteX246" fmla="*/ 2396157 w 2912392"/>
                <a:gd name="connsiteY246" fmla="*/ 147069 h 625247"/>
                <a:gd name="connsiteX247" fmla="*/ 2405886 w 2912392"/>
                <a:gd name="connsiteY247" fmla="*/ 150027 h 625247"/>
                <a:gd name="connsiteX248" fmla="*/ 2415630 w 2912392"/>
                <a:gd name="connsiteY248" fmla="*/ 152929 h 625247"/>
                <a:gd name="connsiteX249" fmla="*/ 2425374 w 2912392"/>
                <a:gd name="connsiteY249" fmla="*/ 155769 h 625247"/>
                <a:gd name="connsiteX250" fmla="*/ 2435118 w 2912392"/>
                <a:gd name="connsiteY250" fmla="*/ 158546 h 625247"/>
                <a:gd name="connsiteX251" fmla="*/ 2444862 w 2912392"/>
                <a:gd name="connsiteY251" fmla="*/ 161256 h 625247"/>
                <a:gd name="connsiteX252" fmla="*/ 2454591 w 2912392"/>
                <a:gd name="connsiteY252" fmla="*/ 163893 h 625247"/>
                <a:gd name="connsiteX253" fmla="*/ 2464335 w 2912392"/>
                <a:gd name="connsiteY253" fmla="*/ 166457 h 625247"/>
                <a:gd name="connsiteX254" fmla="*/ 2474079 w 2912392"/>
                <a:gd name="connsiteY254" fmla="*/ 168941 h 625247"/>
                <a:gd name="connsiteX255" fmla="*/ 2483823 w 2912392"/>
                <a:gd name="connsiteY255" fmla="*/ 171343 h 625247"/>
                <a:gd name="connsiteX256" fmla="*/ 2493552 w 2912392"/>
                <a:gd name="connsiteY256" fmla="*/ 173657 h 625247"/>
                <a:gd name="connsiteX257" fmla="*/ 2503296 w 2912392"/>
                <a:gd name="connsiteY257" fmla="*/ 175883 h 625247"/>
                <a:gd name="connsiteX258" fmla="*/ 2513040 w 2912392"/>
                <a:gd name="connsiteY258" fmla="*/ 178015 h 625247"/>
                <a:gd name="connsiteX259" fmla="*/ 2522784 w 2912392"/>
                <a:gd name="connsiteY259" fmla="*/ 180050 h 625247"/>
                <a:gd name="connsiteX260" fmla="*/ 2532513 w 2912392"/>
                <a:gd name="connsiteY260" fmla="*/ 181985 h 625247"/>
                <a:gd name="connsiteX261" fmla="*/ 2542257 w 2912392"/>
                <a:gd name="connsiteY261" fmla="*/ 183816 h 625247"/>
                <a:gd name="connsiteX262" fmla="*/ 2552001 w 2912392"/>
                <a:gd name="connsiteY262" fmla="*/ 185540 h 625247"/>
                <a:gd name="connsiteX263" fmla="*/ 2561745 w 2912392"/>
                <a:gd name="connsiteY263" fmla="*/ 187155 h 625247"/>
                <a:gd name="connsiteX264" fmla="*/ 2571474 w 2912392"/>
                <a:gd name="connsiteY264" fmla="*/ 188658 h 625247"/>
                <a:gd name="connsiteX265" fmla="*/ 2581218 w 2912392"/>
                <a:gd name="connsiteY265" fmla="*/ 190045 h 625247"/>
                <a:gd name="connsiteX266" fmla="*/ 2590962 w 2912392"/>
                <a:gd name="connsiteY266" fmla="*/ 191313 h 625247"/>
                <a:gd name="connsiteX267" fmla="*/ 2600705 w 2912392"/>
                <a:gd name="connsiteY267" fmla="*/ 192462 h 625247"/>
                <a:gd name="connsiteX268" fmla="*/ 2610449 w 2912392"/>
                <a:gd name="connsiteY268" fmla="*/ 193489 h 625247"/>
                <a:gd name="connsiteX269" fmla="*/ 2620178 w 2912392"/>
                <a:gd name="connsiteY269" fmla="*/ 194390 h 625247"/>
                <a:gd name="connsiteX270" fmla="*/ 2629922 w 2912392"/>
                <a:gd name="connsiteY270" fmla="*/ 195166 h 625247"/>
                <a:gd name="connsiteX271" fmla="*/ 2639666 w 2912392"/>
                <a:gd name="connsiteY271" fmla="*/ 195813 h 625247"/>
                <a:gd name="connsiteX272" fmla="*/ 2649410 w 2912392"/>
                <a:gd name="connsiteY272" fmla="*/ 196331 h 625247"/>
                <a:gd name="connsiteX273" fmla="*/ 2659139 w 2912392"/>
                <a:gd name="connsiteY273" fmla="*/ 196719 h 625247"/>
                <a:gd name="connsiteX274" fmla="*/ 2668883 w 2912392"/>
                <a:gd name="connsiteY274" fmla="*/ 196975 h 625247"/>
                <a:gd name="connsiteX275" fmla="*/ 2678627 w 2912392"/>
                <a:gd name="connsiteY275" fmla="*/ 197100 h 625247"/>
                <a:gd name="connsiteX276" fmla="*/ 2688371 w 2912392"/>
                <a:gd name="connsiteY276" fmla="*/ 197093 h 625247"/>
                <a:gd name="connsiteX277" fmla="*/ 2698100 w 2912392"/>
                <a:gd name="connsiteY277" fmla="*/ 196953 h 625247"/>
                <a:gd name="connsiteX278" fmla="*/ 2707844 w 2912392"/>
                <a:gd name="connsiteY278" fmla="*/ 196681 h 625247"/>
                <a:gd name="connsiteX279" fmla="*/ 2717588 w 2912392"/>
                <a:gd name="connsiteY279" fmla="*/ 196279 h 625247"/>
                <a:gd name="connsiteX280" fmla="*/ 2727332 w 2912392"/>
                <a:gd name="connsiteY280" fmla="*/ 195746 h 625247"/>
                <a:gd name="connsiteX281" fmla="*/ 2737076 w 2912392"/>
                <a:gd name="connsiteY281" fmla="*/ 195083 h 625247"/>
                <a:gd name="connsiteX282" fmla="*/ 2746805 w 2912392"/>
                <a:gd name="connsiteY282" fmla="*/ 194293 h 625247"/>
                <a:gd name="connsiteX283" fmla="*/ 2756549 w 2912392"/>
                <a:gd name="connsiteY283" fmla="*/ 193375 h 625247"/>
                <a:gd name="connsiteX284" fmla="*/ 2766293 w 2912392"/>
                <a:gd name="connsiteY284" fmla="*/ 192334 h 625247"/>
                <a:gd name="connsiteX285" fmla="*/ 2776037 w 2912392"/>
                <a:gd name="connsiteY285" fmla="*/ 191170 h 625247"/>
                <a:gd name="connsiteX286" fmla="*/ 2785766 w 2912392"/>
                <a:gd name="connsiteY286" fmla="*/ 189888 h 625247"/>
                <a:gd name="connsiteX287" fmla="*/ 2795510 w 2912392"/>
                <a:gd name="connsiteY287" fmla="*/ 188487 h 625247"/>
                <a:gd name="connsiteX288" fmla="*/ 2805254 w 2912392"/>
                <a:gd name="connsiteY288" fmla="*/ 186972 h 625247"/>
                <a:gd name="connsiteX289" fmla="*/ 2814998 w 2912392"/>
                <a:gd name="connsiteY289" fmla="*/ 185346 h 625247"/>
                <a:gd name="connsiteX290" fmla="*/ 2824727 w 2912392"/>
                <a:gd name="connsiteY290" fmla="*/ 183615 h 625247"/>
                <a:gd name="connsiteX291" fmla="*/ 2834471 w 2912392"/>
                <a:gd name="connsiteY291" fmla="*/ 181780 h 625247"/>
                <a:gd name="connsiteX292" fmla="*/ 2844215 w 2912392"/>
                <a:gd name="connsiteY292" fmla="*/ 179844 h 625247"/>
                <a:gd name="connsiteX293" fmla="*/ 2853958 w 2912392"/>
                <a:gd name="connsiteY293" fmla="*/ 177813 h 625247"/>
                <a:gd name="connsiteX294" fmla="*/ 2863687 w 2912392"/>
                <a:gd name="connsiteY294" fmla="*/ 175693 h 625247"/>
                <a:gd name="connsiteX295" fmla="*/ 2873431 w 2912392"/>
                <a:gd name="connsiteY295" fmla="*/ 173485 h 625247"/>
                <a:gd name="connsiteX296" fmla="*/ 2883175 w 2912392"/>
                <a:gd name="connsiteY296" fmla="*/ 171198 h 625247"/>
                <a:gd name="connsiteX297" fmla="*/ 2892919 w 2912392"/>
                <a:gd name="connsiteY297" fmla="*/ 168834 h 625247"/>
                <a:gd name="connsiteX298" fmla="*/ 2902663 w 2912392"/>
                <a:gd name="connsiteY298" fmla="*/ 166398 h 625247"/>
                <a:gd name="connsiteX299" fmla="*/ 2912392 w 2912392"/>
                <a:gd name="connsiteY299" fmla="*/ 163896 h 625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25247">
                  <a:moveTo>
                    <a:pt x="0" y="341422"/>
                  </a:moveTo>
                  <a:lnTo>
                    <a:pt x="9739" y="350654"/>
                  </a:lnTo>
                  <a:lnTo>
                    <a:pt x="19480" y="359819"/>
                  </a:lnTo>
                  <a:lnTo>
                    <a:pt x="29221" y="368911"/>
                  </a:lnTo>
                  <a:lnTo>
                    <a:pt x="38961" y="377920"/>
                  </a:lnTo>
                  <a:lnTo>
                    <a:pt x="48702" y="386843"/>
                  </a:lnTo>
                  <a:lnTo>
                    <a:pt x="58443" y="395668"/>
                  </a:lnTo>
                  <a:lnTo>
                    <a:pt x="68182" y="404393"/>
                  </a:lnTo>
                  <a:lnTo>
                    <a:pt x="77923" y="413007"/>
                  </a:lnTo>
                  <a:lnTo>
                    <a:pt x="87664" y="421506"/>
                  </a:lnTo>
                  <a:lnTo>
                    <a:pt x="97404" y="429885"/>
                  </a:lnTo>
                  <a:lnTo>
                    <a:pt x="107145" y="438136"/>
                  </a:lnTo>
                  <a:lnTo>
                    <a:pt x="116886" y="446254"/>
                  </a:lnTo>
                  <a:lnTo>
                    <a:pt x="126625" y="454236"/>
                  </a:lnTo>
                  <a:lnTo>
                    <a:pt x="136366" y="462074"/>
                  </a:lnTo>
                  <a:lnTo>
                    <a:pt x="146107" y="469766"/>
                  </a:lnTo>
                  <a:lnTo>
                    <a:pt x="155846" y="477305"/>
                  </a:lnTo>
                  <a:lnTo>
                    <a:pt x="165587" y="484689"/>
                  </a:lnTo>
                  <a:lnTo>
                    <a:pt x="175328" y="491914"/>
                  </a:lnTo>
                  <a:lnTo>
                    <a:pt x="185068" y="498973"/>
                  </a:lnTo>
                  <a:lnTo>
                    <a:pt x="194809" y="505865"/>
                  </a:lnTo>
                  <a:lnTo>
                    <a:pt x="204550" y="512588"/>
                  </a:lnTo>
                  <a:lnTo>
                    <a:pt x="214289" y="519136"/>
                  </a:lnTo>
                  <a:lnTo>
                    <a:pt x="224030" y="525506"/>
                  </a:lnTo>
                  <a:lnTo>
                    <a:pt x="233771" y="531697"/>
                  </a:lnTo>
                  <a:lnTo>
                    <a:pt x="243510" y="537704"/>
                  </a:lnTo>
                  <a:lnTo>
                    <a:pt x="253251" y="543528"/>
                  </a:lnTo>
                  <a:lnTo>
                    <a:pt x="262992" y="549165"/>
                  </a:lnTo>
                  <a:lnTo>
                    <a:pt x="272732" y="554610"/>
                  </a:lnTo>
                  <a:lnTo>
                    <a:pt x="282473" y="559865"/>
                  </a:lnTo>
                  <a:lnTo>
                    <a:pt x="292214" y="564926"/>
                  </a:lnTo>
                  <a:lnTo>
                    <a:pt x="301953" y="569792"/>
                  </a:lnTo>
                  <a:lnTo>
                    <a:pt x="311694" y="574460"/>
                  </a:lnTo>
                  <a:lnTo>
                    <a:pt x="321435" y="578930"/>
                  </a:lnTo>
                  <a:lnTo>
                    <a:pt x="331175" y="583200"/>
                  </a:lnTo>
                  <a:lnTo>
                    <a:pt x="340916" y="587267"/>
                  </a:lnTo>
                  <a:lnTo>
                    <a:pt x="350656" y="591132"/>
                  </a:lnTo>
                  <a:lnTo>
                    <a:pt x="360396" y="594794"/>
                  </a:lnTo>
                  <a:lnTo>
                    <a:pt x="370137" y="598251"/>
                  </a:lnTo>
                  <a:lnTo>
                    <a:pt x="379878" y="601500"/>
                  </a:lnTo>
                  <a:lnTo>
                    <a:pt x="389617" y="604544"/>
                  </a:lnTo>
                  <a:lnTo>
                    <a:pt x="399358" y="607381"/>
                  </a:lnTo>
                  <a:lnTo>
                    <a:pt x="409099" y="610009"/>
                  </a:lnTo>
                  <a:lnTo>
                    <a:pt x="418839" y="612430"/>
                  </a:lnTo>
                  <a:lnTo>
                    <a:pt x="428580" y="614641"/>
                  </a:lnTo>
                  <a:lnTo>
                    <a:pt x="438321" y="616642"/>
                  </a:lnTo>
                  <a:lnTo>
                    <a:pt x="448060" y="618434"/>
                  </a:lnTo>
                  <a:lnTo>
                    <a:pt x="457801" y="620017"/>
                  </a:lnTo>
                  <a:lnTo>
                    <a:pt x="467542" y="621390"/>
                  </a:lnTo>
                  <a:lnTo>
                    <a:pt x="477281" y="622554"/>
                  </a:lnTo>
                  <a:lnTo>
                    <a:pt x="487022" y="623509"/>
                  </a:lnTo>
                  <a:lnTo>
                    <a:pt x="496763" y="624255"/>
                  </a:lnTo>
                  <a:lnTo>
                    <a:pt x="506503" y="624793"/>
                  </a:lnTo>
                  <a:lnTo>
                    <a:pt x="516244" y="625124"/>
                  </a:lnTo>
                  <a:lnTo>
                    <a:pt x="525985" y="625248"/>
                  </a:lnTo>
                  <a:lnTo>
                    <a:pt x="535724" y="625166"/>
                  </a:lnTo>
                  <a:lnTo>
                    <a:pt x="545465" y="624880"/>
                  </a:lnTo>
                  <a:lnTo>
                    <a:pt x="555206" y="624391"/>
                  </a:lnTo>
                  <a:lnTo>
                    <a:pt x="564946" y="623700"/>
                  </a:lnTo>
                  <a:lnTo>
                    <a:pt x="574687" y="622807"/>
                  </a:lnTo>
                  <a:lnTo>
                    <a:pt x="584428" y="621718"/>
                  </a:lnTo>
                  <a:lnTo>
                    <a:pt x="594167" y="620431"/>
                  </a:lnTo>
                  <a:lnTo>
                    <a:pt x="603908" y="618950"/>
                  </a:lnTo>
                  <a:lnTo>
                    <a:pt x="613649" y="617275"/>
                  </a:lnTo>
                  <a:lnTo>
                    <a:pt x="623388" y="615411"/>
                  </a:lnTo>
                  <a:lnTo>
                    <a:pt x="633129" y="613361"/>
                  </a:lnTo>
                  <a:lnTo>
                    <a:pt x="642870" y="611125"/>
                  </a:lnTo>
                  <a:lnTo>
                    <a:pt x="652610" y="608707"/>
                  </a:lnTo>
                  <a:lnTo>
                    <a:pt x="662351" y="606111"/>
                  </a:lnTo>
                  <a:lnTo>
                    <a:pt x="672092" y="603339"/>
                  </a:lnTo>
                  <a:lnTo>
                    <a:pt x="681831" y="600395"/>
                  </a:lnTo>
                  <a:lnTo>
                    <a:pt x="691572" y="597281"/>
                  </a:lnTo>
                  <a:lnTo>
                    <a:pt x="701313" y="594002"/>
                  </a:lnTo>
                  <a:lnTo>
                    <a:pt x="711052" y="590561"/>
                  </a:lnTo>
                  <a:lnTo>
                    <a:pt x="720793" y="586963"/>
                  </a:lnTo>
                  <a:lnTo>
                    <a:pt x="730534" y="583212"/>
                  </a:lnTo>
                  <a:lnTo>
                    <a:pt x="740274" y="579310"/>
                  </a:lnTo>
                  <a:lnTo>
                    <a:pt x="750015" y="575263"/>
                  </a:lnTo>
                  <a:lnTo>
                    <a:pt x="759756" y="571075"/>
                  </a:lnTo>
                  <a:lnTo>
                    <a:pt x="769495" y="566750"/>
                  </a:lnTo>
                  <a:lnTo>
                    <a:pt x="779236" y="562291"/>
                  </a:lnTo>
                  <a:lnTo>
                    <a:pt x="788977" y="557705"/>
                  </a:lnTo>
                  <a:lnTo>
                    <a:pt x="798717" y="552995"/>
                  </a:lnTo>
                  <a:lnTo>
                    <a:pt x="808458" y="548166"/>
                  </a:lnTo>
                  <a:lnTo>
                    <a:pt x="818199" y="543223"/>
                  </a:lnTo>
                  <a:lnTo>
                    <a:pt x="827938" y="538169"/>
                  </a:lnTo>
                  <a:lnTo>
                    <a:pt x="837679" y="533010"/>
                  </a:lnTo>
                  <a:lnTo>
                    <a:pt x="847420" y="527750"/>
                  </a:lnTo>
                  <a:lnTo>
                    <a:pt x="857159" y="522393"/>
                  </a:lnTo>
                  <a:lnTo>
                    <a:pt x="866900" y="516944"/>
                  </a:lnTo>
                  <a:lnTo>
                    <a:pt x="876641" y="511406"/>
                  </a:lnTo>
                  <a:lnTo>
                    <a:pt x="886381" y="505786"/>
                  </a:lnTo>
                  <a:lnTo>
                    <a:pt x="896122" y="500086"/>
                  </a:lnTo>
                  <a:lnTo>
                    <a:pt x="905863" y="494311"/>
                  </a:lnTo>
                  <a:lnTo>
                    <a:pt x="915602" y="488465"/>
                  </a:lnTo>
                  <a:lnTo>
                    <a:pt x="925343" y="482551"/>
                  </a:lnTo>
                  <a:lnTo>
                    <a:pt x="935084" y="476575"/>
                  </a:lnTo>
                  <a:lnTo>
                    <a:pt x="944824" y="470538"/>
                  </a:lnTo>
                  <a:lnTo>
                    <a:pt x="954564" y="464444"/>
                  </a:lnTo>
                  <a:lnTo>
                    <a:pt x="964305" y="458300"/>
                  </a:lnTo>
                  <a:lnTo>
                    <a:pt x="974045" y="452104"/>
                  </a:lnTo>
                  <a:lnTo>
                    <a:pt x="983786" y="445862"/>
                  </a:lnTo>
                  <a:lnTo>
                    <a:pt x="993522" y="439578"/>
                  </a:lnTo>
                  <a:lnTo>
                    <a:pt x="1003266" y="433252"/>
                  </a:lnTo>
                  <a:lnTo>
                    <a:pt x="1013010" y="426889"/>
                  </a:lnTo>
                  <a:lnTo>
                    <a:pt x="1022754" y="420491"/>
                  </a:lnTo>
                  <a:lnTo>
                    <a:pt x="1032483" y="414059"/>
                  </a:lnTo>
                  <a:lnTo>
                    <a:pt x="1042227" y="407597"/>
                  </a:lnTo>
                  <a:lnTo>
                    <a:pt x="1051971" y="401106"/>
                  </a:lnTo>
                  <a:lnTo>
                    <a:pt x="1061715" y="394589"/>
                  </a:lnTo>
                  <a:lnTo>
                    <a:pt x="1071444" y="388047"/>
                  </a:lnTo>
                  <a:lnTo>
                    <a:pt x="1081188" y="381484"/>
                  </a:lnTo>
                  <a:lnTo>
                    <a:pt x="1090932" y="374899"/>
                  </a:lnTo>
                  <a:lnTo>
                    <a:pt x="1100676" y="368294"/>
                  </a:lnTo>
                  <a:lnTo>
                    <a:pt x="1110405" y="361670"/>
                  </a:lnTo>
                  <a:lnTo>
                    <a:pt x="1120149" y="355031"/>
                  </a:lnTo>
                  <a:lnTo>
                    <a:pt x="1129893" y="348375"/>
                  </a:lnTo>
                  <a:lnTo>
                    <a:pt x="1139637" y="341707"/>
                  </a:lnTo>
                  <a:lnTo>
                    <a:pt x="1149381" y="335026"/>
                  </a:lnTo>
                  <a:lnTo>
                    <a:pt x="1159110" y="328333"/>
                  </a:lnTo>
                  <a:lnTo>
                    <a:pt x="1168854" y="321630"/>
                  </a:lnTo>
                  <a:lnTo>
                    <a:pt x="1178598" y="314918"/>
                  </a:lnTo>
                  <a:lnTo>
                    <a:pt x="1188341" y="308199"/>
                  </a:lnTo>
                  <a:lnTo>
                    <a:pt x="1198070" y="301473"/>
                  </a:lnTo>
                  <a:lnTo>
                    <a:pt x="1207814" y="294742"/>
                  </a:lnTo>
                  <a:lnTo>
                    <a:pt x="1217558" y="288009"/>
                  </a:lnTo>
                  <a:lnTo>
                    <a:pt x="1227302" y="281273"/>
                  </a:lnTo>
                  <a:lnTo>
                    <a:pt x="1237031" y="274536"/>
                  </a:lnTo>
                  <a:lnTo>
                    <a:pt x="1246775" y="267802"/>
                  </a:lnTo>
                  <a:lnTo>
                    <a:pt x="1256519" y="261069"/>
                  </a:lnTo>
                  <a:lnTo>
                    <a:pt x="1266263" y="254342"/>
                  </a:lnTo>
                  <a:lnTo>
                    <a:pt x="1276007" y="247623"/>
                  </a:lnTo>
                  <a:lnTo>
                    <a:pt x="1285736" y="240912"/>
                  </a:lnTo>
                  <a:lnTo>
                    <a:pt x="1295480" y="234215"/>
                  </a:lnTo>
                  <a:lnTo>
                    <a:pt x="1305224" y="227530"/>
                  </a:lnTo>
                  <a:lnTo>
                    <a:pt x="1314968" y="220864"/>
                  </a:lnTo>
                  <a:lnTo>
                    <a:pt x="1324697" y="214216"/>
                  </a:lnTo>
                  <a:lnTo>
                    <a:pt x="1334441" y="207592"/>
                  </a:lnTo>
                  <a:lnTo>
                    <a:pt x="1344185" y="200995"/>
                  </a:lnTo>
                  <a:lnTo>
                    <a:pt x="1353929" y="194427"/>
                  </a:lnTo>
                  <a:lnTo>
                    <a:pt x="1363658" y="187893"/>
                  </a:lnTo>
                  <a:lnTo>
                    <a:pt x="1373402" y="181395"/>
                  </a:lnTo>
                  <a:lnTo>
                    <a:pt x="1383146" y="174939"/>
                  </a:lnTo>
                  <a:lnTo>
                    <a:pt x="1392890" y="168528"/>
                  </a:lnTo>
                  <a:lnTo>
                    <a:pt x="1402619" y="162167"/>
                  </a:lnTo>
                  <a:lnTo>
                    <a:pt x="1412363" y="155858"/>
                  </a:lnTo>
                  <a:lnTo>
                    <a:pt x="1422106" y="149610"/>
                  </a:lnTo>
                  <a:lnTo>
                    <a:pt x="1431850" y="143424"/>
                  </a:lnTo>
                  <a:lnTo>
                    <a:pt x="1441594" y="137306"/>
                  </a:lnTo>
                  <a:lnTo>
                    <a:pt x="1451323" y="131262"/>
                  </a:lnTo>
                  <a:lnTo>
                    <a:pt x="1461067" y="125294"/>
                  </a:lnTo>
                  <a:lnTo>
                    <a:pt x="1470811" y="119411"/>
                  </a:lnTo>
                  <a:lnTo>
                    <a:pt x="1480555" y="113615"/>
                  </a:lnTo>
                  <a:lnTo>
                    <a:pt x="1490284" y="107912"/>
                  </a:lnTo>
                  <a:lnTo>
                    <a:pt x="1500028" y="102308"/>
                  </a:lnTo>
                  <a:lnTo>
                    <a:pt x="1509772" y="96809"/>
                  </a:lnTo>
                  <a:lnTo>
                    <a:pt x="1519516" y="91419"/>
                  </a:lnTo>
                  <a:lnTo>
                    <a:pt x="1529245" y="86143"/>
                  </a:lnTo>
                  <a:lnTo>
                    <a:pt x="1538989" y="80986"/>
                  </a:lnTo>
                  <a:lnTo>
                    <a:pt x="1548733" y="75954"/>
                  </a:lnTo>
                  <a:lnTo>
                    <a:pt x="1558477" y="71050"/>
                  </a:lnTo>
                  <a:lnTo>
                    <a:pt x="1568221" y="66281"/>
                  </a:lnTo>
                  <a:lnTo>
                    <a:pt x="1577950" y="61652"/>
                  </a:lnTo>
                  <a:lnTo>
                    <a:pt x="1587694" y="57166"/>
                  </a:lnTo>
                  <a:lnTo>
                    <a:pt x="1597438" y="52827"/>
                  </a:lnTo>
                  <a:lnTo>
                    <a:pt x="1607182" y="48641"/>
                  </a:lnTo>
                  <a:lnTo>
                    <a:pt x="1616911" y="44611"/>
                  </a:lnTo>
                  <a:lnTo>
                    <a:pt x="1626655" y="40740"/>
                  </a:lnTo>
                  <a:lnTo>
                    <a:pt x="1636399" y="37031"/>
                  </a:lnTo>
                  <a:lnTo>
                    <a:pt x="1646142" y="33491"/>
                  </a:lnTo>
                  <a:lnTo>
                    <a:pt x="1655872" y="30120"/>
                  </a:lnTo>
                  <a:lnTo>
                    <a:pt x="1665616" y="26921"/>
                  </a:lnTo>
                  <a:lnTo>
                    <a:pt x="1675359" y="23896"/>
                  </a:lnTo>
                  <a:lnTo>
                    <a:pt x="1685103" y="21048"/>
                  </a:lnTo>
                  <a:lnTo>
                    <a:pt x="1694832" y="18379"/>
                  </a:lnTo>
                  <a:lnTo>
                    <a:pt x="1704576" y="15890"/>
                  </a:lnTo>
                  <a:lnTo>
                    <a:pt x="1714320" y="13582"/>
                  </a:lnTo>
                  <a:lnTo>
                    <a:pt x="1724064" y="11456"/>
                  </a:lnTo>
                  <a:lnTo>
                    <a:pt x="1733808" y="9512"/>
                  </a:lnTo>
                  <a:lnTo>
                    <a:pt x="1743537" y="7750"/>
                  </a:lnTo>
                  <a:lnTo>
                    <a:pt x="1753281" y="6173"/>
                  </a:lnTo>
                  <a:lnTo>
                    <a:pt x="1763025" y="4777"/>
                  </a:lnTo>
                  <a:lnTo>
                    <a:pt x="1772769" y="3561"/>
                  </a:lnTo>
                  <a:lnTo>
                    <a:pt x="1782498" y="2527"/>
                  </a:lnTo>
                  <a:lnTo>
                    <a:pt x="1792242" y="1672"/>
                  </a:lnTo>
                  <a:lnTo>
                    <a:pt x="1801986" y="992"/>
                  </a:lnTo>
                  <a:lnTo>
                    <a:pt x="1811730" y="490"/>
                  </a:lnTo>
                  <a:lnTo>
                    <a:pt x="1821459" y="160"/>
                  </a:lnTo>
                  <a:lnTo>
                    <a:pt x="1831203" y="0"/>
                  </a:lnTo>
                  <a:lnTo>
                    <a:pt x="1840947" y="7"/>
                  </a:lnTo>
                  <a:lnTo>
                    <a:pt x="1850691" y="180"/>
                  </a:lnTo>
                  <a:lnTo>
                    <a:pt x="1860435" y="516"/>
                  </a:lnTo>
                  <a:lnTo>
                    <a:pt x="1870164" y="1007"/>
                  </a:lnTo>
                  <a:lnTo>
                    <a:pt x="1879908" y="1654"/>
                  </a:lnTo>
                  <a:lnTo>
                    <a:pt x="1889652" y="2451"/>
                  </a:lnTo>
                  <a:lnTo>
                    <a:pt x="1899395" y="3396"/>
                  </a:lnTo>
                  <a:lnTo>
                    <a:pt x="1909124" y="4483"/>
                  </a:lnTo>
                  <a:lnTo>
                    <a:pt x="1918868" y="5708"/>
                  </a:lnTo>
                  <a:lnTo>
                    <a:pt x="1928612" y="7068"/>
                  </a:lnTo>
                  <a:lnTo>
                    <a:pt x="1938356" y="8557"/>
                  </a:lnTo>
                  <a:lnTo>
                    <a:pt x="1948085" y="10172"/>
                  </a:lnTo>
                  <a:lnTo>
                    <a:pt x="1957829" y="11906"/>
                  </a:lnTo>
                  <a:lnTo>
                    <a:pt x="1967573" y="13758"/>
                  </a:lnTo>
                  <a:lnTo>
                    <a:pt x="1977317" y="15721"/>
                  </a:lnTo>
                  <a:lnTo>
                    <a:pt x="1987046" y="17791"/>
                  </a:lnTo>
                  <a:lnTo>
                    <a:pt x="1996790" y="19963"/>
                  </a:lnTo>
                  <a:lnTo>
                    <a:pt x="2006534" y="22232"/>
                  </a:lnTo>
                  <a:lnTo>
                    <a:pt x="2016278" y="24595"/>
                  </a:lnTo>
                  <a:lnTo>
                    <a:pt x="2026022" y="27048"/>
                  </a:lnTo>
                  <a:lnTo>
                    <a:pt x="2035751" y="29582"/>
                  </a:lnTo>
                  <a:lnTo>
                    <a:pt x="2045495" y="32198"/>
                  </a:lnTo>
                  <a:lnTo>
                    <a:pt x="2055239" y="34887"/>
                  </a:lnTo>
                  <a:lnTo>
                    <a:pt x="2064983" y="37650"/>
                  </a:lnTo>
                  <a:lnTo>
                    <a:pt x="2074712" y="40478"/>
                  </a:lnTo>
                  <a:lnTo>
                    <a:pt x="2084456" y="43368"/>
                  </a:lnTo>
                  <a:lnTo>
                    <a:pt x="2094200" y="46317"/>
                  </a:lnTo>
                  <a:lnTo>
                    <a:pt x="2103944" y="49319"/>
                  </a:lnTo>
                  <a:lnTo>
                    <a:pt x="2113673" y="52371"/>
                  </a:lnTo>
                  <a:lnTo>
                    <a:pt x="2123417" y="55472"/>
                  </a:lnTo>
                  <a:lnTo>
                    <a:pt x="2133161" y="58614"/>
                  </a:lnTo>
                  <a:lnTo>
                    <a:pt x="2142905" y="61795"/>
                  </a:lnTo>
                  <a:lnTo>
                    <a:pt x="2152649" y="65012"/>
                  </a:lnTo>
                  <a:lnTo>
                    <a:pt x="2162377" y="68261"/>
                  </a:lnTo>
                  <a:lnTo>
                    <a:pt x="2172121" y="71537"/>
                  </a:lnTo>
                  <a:lnTo>
                    <a:pt x="2181865" y="74839"/>
                  </a:lnTo>
                  <a:lnTo>
                    <a:pt x="2191609" y="78162"/>
                  </a:lnTo>
                  <a:lnTo>
                    <a:pt x="2201338" y="81502"/>
                  </a:lnTo>
                  <a:lnTo>
                    <a:pt x="2211082" y="84859"/>
                  </a:lnTo>
                  <a:lnTo>
                    <a:pt x="2220826" y="88226"/>
                  </a:lnTo>
                  <a:lnTo>
                    <a:pt x="2230570" y="91600"/>
                  </a:lnTo>
                  <a:lnTo>
                    <a:pt x="2240299" y="94981"/>
                  </a:lnTo>
                  <a:lnTo>
                    <a:pt x="2250043" y="98363"/>
                  </a:lnTo>
                  <a:lnTo>
                    <a:pt x="2259787" y="101744"/>
                  </a:lnTo>
                  <a:lnTo>
                    <a:pt x="2269531" y="105120"/>
                  </a:lnTo>
                  <a:lnTo>
                    <a:pt x="2279260" y="108487"/>
                  </a:lnTo>
                  <a:lnTo>
                    <a:pt x="2289004" y="111844"/>
                  </a:lnTo>
                  <a:lnTo>
                    <a:pt x="2298748" y="115186"/>
                  </a:lnTo>
                  <a:lnTo>
                    <a:pt x="2308492" y="118511"/>
                  </a:lnTo>
                  <a:lnTo>
                    <a:pt x="2318236" y="121814"/>
                  </a:lnTo>
                  <a:lnTo>
                    <a:pt x="2327965" y="125093"/>
                  </a:lnTo>
                  <a:lnTo>
                    <a:pt x="2337709" y="128344"/>
                  </a:lnTo>
                  <a:lnTo>
                    <a:pt x="2347453" y="131564"/>
                  </a:lnTo>
                  <a:lnTo>
                    <a:pt x="2357197" y="134748"/>
                  </a:lnTo>
                  <a:lnTo>
                    <a:pt x="2366926" y="137896"/>
                  </a:lnTo>
                  <a:lnTo>
                    <a:pt x="2376670" y="141000"/>
                  </a:lnTo>
                  <a:lnTo>
                    <a:pt x="2386413" y="144060"/>
                  </a:lnTo>
                  <a:lnTo>
                    <a:pt x="2396157" y="147069"/>
                  </a:lnTo>
                  <a:lnTo>
                    <a:pt x="2405886" y="150027"/>
                  </a:lnTo>
                  <a:lnTo>
                    <a:pt x="2415630" y="152929"/>
                  </a:lnTo>
                  <a:lnTo>
                    <a:pt x="2425374" y="155769"/>
                  </a:lnTo>
                  <a:lnTo>
                    <a:pt x="2435118" y="158546"/>
                  </a:lnTo>
                  <a:lnTo>
                    <a:pt x="2444862" y="161256"/>
                  </a:lnTo>
                  <a:lnTo>
                    <a:pt x="2454591" y="163893"/>
                  </a:lnTo>
                  <a:lnTo>
                    <a:pt x="2464335" y="166457"/>
                  </a:lnTo>
                  <a:lnTo>
                    <a:pt x="2474079" y="168941"/>
                  </a:lnTo>
                  <a:lnTo>
                    <a:pt x="2483823" y="171343"/>
                  </a:lnTo>
                  <a:lnTo>
                    <a:pt x="2493552" y="173657"/>
                  </a:lnTo>
                  <a:lnTo>
                    <a:pt x="2503296" y="175883"/>
                  </a:lnTo>
                  <a:lnTo>
                    <a:pt x="2513040" y="178015"/>
                  </a:lnTo>
                  <a:lnTo>
                    <a:pt x="2522784" y="180050"/>
                  </a:lnTo>
                  <a:lnTo>
                    <a:pt x="2532513" y="181985"/>
                  </a:lnTo>
                  <a:lnTo>
                    <a:pt x="2542257" y="183816"/>
                  </a:lnTo>
                  <a:lnTo>
                    <a:pt x="2552001" y="185540"/>
                  </a:lnTo>
                  <a:lnTo>
                    <a:pt x="2561745" y="187155"/>
                  </a:lnTo>
                  <a:lnTo>
                    <a:pt x="2571474" y="188658"/>
                  </a:lnTo>
                  <a:lnTo>
                    <a:pt x="2581218" y="190045"/>
                  </a:lnTo>
                  <a:lnTo>
                    <a:pt x="2590962" y="191313"/>
                  </a:lnTo>
                  <a:lnTo>
                    <a:pt x="2600705" y="192462"/>
                  </a:lnTo>
                  <a:lnTo>
                    <a:pt x="2610449" y="193489"/>
                  </a:lnTo>
                  <a:lnTo>
                    <a:pt x="2620178" y="194390"/>
                  </a:lnTo>
                  <a:lnTo>
                    <a:pt x="2629922" y="195166"/>
                  </a:lnTo>
                  <a:lnTo>
                    <a:pt x="2639666" y="195813"/>
                  </a:lnTo>
                  <a:lnTo>
                    <a:pt x="2649410" y="196331"/>
                  </a:lnTo>
                  <a:lnTo>
                    <a:pt x="2659139" y="196719"/>
                  </a:lnTo>
                  <a:lnTo>
                    <a:pt x="2668883" y="196975"/>
                  </a:lnTo>
                  <a:lnTo>
                    <a:pt x="2678627" y="197100"/>
                  </a:lnTo>
                  <a:lnTo>
                    <a:pt x="2688371" y="197093"/>
                  </a:lnTo>
                  <a:lnTo>
                    <a:pt x="2698100" y="196953"/>
                  </a:lnTo>
                  <a:lnTo>
                    <a:pt x="2707844" y="196681"/>
                  </a:lnTo>
                  <a:lnTo>
                    <a:pt x="2717588" y="196279"/>
                  </a:lnTo>
                  <a:lnTo>
                    <a:pt x="2727332" y="195746"/>
                  </a:lnTo>
                  <a:lnTo>
                    <a:pt x="2737076" y="195083"/>
                  </a:lnTo>
                  <a:lnTo>
                    <a:pt x="2746805" y="194293"/>
                  </a:lnTo>
                  <a:lnTo>
                    <a:pt x="2756549" y="193375"/>
                  </a:lnTo>
                  <a:lnTo>
                    <a:pt x="2766293" y="192334"/>
                  </a:lnTo>
                  <a:lnTo>
                    <a:pt x="2776037" y="191170"/>
                  </a:lnTo>
                  <a:lnTo>
                    <a:pt x="2785766" y="189888"/>
                  </a:lnTo>
                  <a:lnTo>
                    <a:pt x="2795510" y="188487"/>
                  </a:lnTo>
                  <a:lnTo>
                    <a:pt x="2805254" y="186972"/>
                  </a:lnTo>
                  <a:lnTo>
                    <a:pt x="2814998" y="185346"/>
                  </a:lnTo>
                  <a:lnTo>
                    <a:pt x="2824727" y="183615"/>
                  </a:lnTo>
                  <a:lnTo>
                    <a:pt x="2834471" y="181780"/>
                  </a:lnTo>
                  <a:lnTo>
                    <a:pt x="2844215" y="179844"/>
                  </a:lnTo>
                  <a:lnTo>
                    <a:pt x="2853958" y="177813"/>
                  </a:lnTo>
                  <a:lnTo>
                    <a:pt x="2863687" y="175693"/>
                  </a:lnTo>
                  <a:lnTo>
                    <a:pt x="2873431" y="173485"/>
                  </a:lnTo>
                  <a:lnTo>
                    <a:pt x="2883175" y="171198"/>
                  </a:lnTo>
                  <a:lnTo>
                    <a:pt x="2892919" y="168834"/>
                  </a:lnTo>
                  <a:lnTo>
                    <a:pt x="2902663" y="166398"/>
                  </a:lnTo>
                  <a:lnTo>
                    <a:pt x="2912392" y="16389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6" name="Freeform 635">
              <a:extLst>
                <a:ext uri="{FF2B5EF4-FFF2-40B4-BE49-F238E27FC236}">
                  <a16:creationId xmlns:a16="http://schemas.microsoft.com/office/drawing/2014/main" id="{317EA32E-ADF0-5A45-8124-4E6B0ACF73FB}"/>
                </a:ext>
              </a:extLst>
            </p:cNvPr>
            <p:cNvSpPr/>
            <p:nvPr/>
          </p:nvSpPr>
          <p:spPr>
            <a:xfrm>
              <a:off x="576446" y="2913438"/>
              <a:ext cx="2912392" cy="1143890"/>
            </a:xfrm>
            <a:custGeom>
              <a:avLst/>
              <a:gdLst>
                <a:gd name="connsiteX0" fmla="*/ 0 w 2912392"/>
                <a:gd name="connsiteY0" fmla="*/ 127212 h 1143890"/>
                <a:gd name="connsiteX1" fmla="*/ 9739 w 2912392"/>
                <a:gd name="connsiteY1" fmla="*/ 132564 h 1143890"/>
                <a:gd name="connsiteX2" fmla="*/ 19480 w 2912392"/>
                <a:gd name="connsiteY2" fmla="*/ 138112 h 1143890"/>
                <a:gd name="connsiteX3" fmla="*/ 29221 w 2912392"/>
                <a:gd name="connsiteY3" fmla="*/ 143856 h 1143890"/>
                <a:gd name="connsiteX4" fmla="*/ 38961 w 2912392"/>
                <a:gd name="connsiteY4" fmla="*/ 149791 h 1143890"/>
                <a:gd name="connsiteX5" fmla="*/ 48702 w 2912392"/>
                <a:gd name="connsiteY5" fmla="*/ 155916 h 1143890"/>
                <a:gd name="connsiteX6" fmla="*/ 58443 w 2912392"/>
                <a:gd name="connsiteY6" fmla="*/ 162225 h 1143890"/>
                <a:gd name="connsiteX7" fmla="*/ 68182 w 2912392"/>
                <a:gd name="connsiteY7" fmla="*/ 168715 h 1143890"/>
                <a:gd name="connsiteX8" fmla="*/ 77923 w 2912392"/>
                <a:gd name="connsiteY8" fmla="*/ 175382 h 1143890"/>
                <a:gd name="connsiteX9" fmla="*/ 87664 w 2912392"/>
                <a:gd name="connsiteY9" fmla="*/ 182223 h 1143890"/>
                <a:gd name="connsiteX10" fmla="*/ 97404 w 2912392"/>
                <a:gd name="connsiteY10" fmla="*/ 189235 h 1143890"/>
                <a:gd name="connsiteX11" fmla="*/ 107145 w 2912392"/>
                <a:gd name="connsiteY11" fmla="*/ 196413 h 1143890"/>
                <a:gd name="connsiteX12" fmla="*/ 116886 w 2912392"/>
                <a:gd name="connsiteY12" fmla="*/ 203754 h 1143890"/>
                <a:gd name="connsiteX13" fmla="*/ 126625 w 2912392"/>
                <a:gd name="connsiteY13" fmla="*/ 211251 h 1143890"/>
                <a:gd name="connsiteX14" fmla="*/ 136366 w 2912392"/>
                <a:gd name="connsiteY14" fmla="*/ 218905 h 1143890"/>
                <a:gd name="connsiteX15" fmla="*/ 146107 w 2912392"/>
                <a:gd name="connsiteY15" fmla="*/ 226709 h 1143890"/>
                <a:gd name="connsiteX16" fmla="*/ 155846 w 2912392"/>
                <a:gd name="connsiteY16" fmla="*/ 234659 h 1143890"/>
                <a:gd name="connsiteX17" fmla="*/ 165587 w 2912392"/>
                <a:gd name="connsiteY17" fmla="*/ 242751 h 1143890"/>
                <a:gd name="connsiteX18" fmla="*/ 175328 w 2912392"/>
                <a:gd name="connsiteY18" fmla="*/ 250982 h 1143890"/>
                <a:gd name="connsiteX19" fmla="*/ 185068 w 2912392"/>
                <a:gd name="connsiteY19" fmla="*/ 259348 h 1143890"/>
                <a:gd name="connsiteX20" fmla="*/ 194809 w 2912392"/>
                <a:gd name="connsiteY20" fmla="*/ 267846 h 1143890"/>
                <a:gd name="connsiteX21" fmla="*/ 204550 w 2912392"/>
                <a:gd name="connsiteY21" fmla="*/ 276470 h 1143890"/>
                <a:gd name="connsiteX22" fmla="*/ 214289 w 2912392"/>
                <a:gd name="connsiteY22" fmla="*/ 285217 h 1143890"/>
                <a:gd name="connsiteX23" fmla="*/ 224030 w 2912392"/>
                <a:gd name="connsiteY23" fmla="*/ 294085 h 1143890"/>
                <a:gd name="connsiteX24" fmla="*/ 233771 w 2912392"/>
                <a:gd name="connsiteY24" fmla="*/ 303068 h 1143890"/>
                <a:gd name="connsiteX25" fmla="*/ 243510 w 2912392"/>
                <a:gd name="connsiteY25" fmla="*/ 312162 h 1143890"/>
                <a:gd name="connsiteX26" fmla="*/ 253251 w 2912392"/>
                <a:gd name="connsiteY26" fmla="*/ 321367 h 1143890"/>
                <a:gd name="connsiteX27" fmla="*/ 262992 w 2912392"/>
                <a:gd name="connsiteY27" fmla="*/ 330675 h 1143890"/>
                <a:gd name="connsiteX28" fmla="*/ 272732 w 2912392"/>
                <a:gd name="connsiteY28" fmla="*/ 340086 h 1143890"/>
                <a:gd name="connsiteX29" fmla="*/ 282473 w 2912392"/>
                <a:gd name="connsiteY29" fmla="*/ 349593 h 1143890"/>
                <a:gd name="connsiteX30" fmla="*/ 292214 w 2912392"/>
                <a:gd name="connsiteY30" fmla="*/ 359197 h 1143890"/>
                <a:gd name="connsiteX31" fmla="*/ 301953 w 2912392"/>
                <a:gd name="connsiteY31" fmla="*/ 368891 h 1143890"/>
                <a:gd name="connsiteX32" fmla="*/ 311694 w 2912392"/>
                <a:gd name="connsiteY32" fmla="*/ 378674 h 1143890"/>
                <a:gd name="connsiteX33" fmla="*/ 321435 w 2912392"/>
                <a:gd name="connsiteY33" fmla="*/ 388543 h 1143890"/>
                <a:gd name="connsiteX34" fmla="*/ 331175 w 2912392"/>
                <a:gd name="connsiteY34" fmla="*/ 398493 h 1143890"/>
                <a:gd name="connsiteX35" fmla="*/ 340916 w 2912392"/>
                <a:gd name="connsiteY35" fmla="*/ 408521 h 1143890"/>
                <a:gd name="connsiteX36" fmla="*/ 350656 w 2912392"/>
                <a:gd name="connsiteY36" fmla="*/ 418627 h 1143890"/>
                <a:gd name="connsiteX37" fmla="*/ 360396 w 2912392"/>
                <a:gd name="connsiteY37" fmla="*/ 428806 h 1143890"/>
                <a:gd name="connsiteX38" fmla="*/ 370137 w 2912392"/>
                <a:gd name="connsiteY38" fmla="*/ 439054 h 1143890"/>
                <a:gd name="connsiteX39" fmla="*/ 379878 w 2912392"/>
                <a:gd name="connsiteY39" fmla="*/ 449370 h 1143890"/>
                <a:gd name="connsiteX40" fmla="*/ 389617 w 2912392"/>
                <a:gd name="connsiteY40" fmla="*/ 459750 h 1143890"/>
                <a:gd name="connsiteX41" fmla="*/ 399358 w 2912392"/>
                <a:gd name="connsiteY41" fmla="*/ 470191 h 1143890"/>
                <a:gd name="connsiteX42" fmla="*/ 409099 w 2912392"/>
                <a:gd name="connsiteY42" fmla="*/ 480692 h 1143890"/>
                <a:gd name="connsiteX43" fmla="*/ 418839 w 2912392"/>
                <a:gd name="connsiteY43" fmla="*/ 491248 h 1143890"/>
                <a:gd name="connsiteX44" fmla="*/ 428580 w 2912392"/>
                <a:gd name="connsiteY44" fmla="*/ 501857 h 1143890"/>
                <a:gd name="connsiteX45" fmla="*/ 438321 w 2912392"/>
                <a:gd name="connsiteY45" fmla="*/ 512516 h 1143890"/>
                <a:gd name="connsiteX46" fmla="*/ 448060 w 2912392"/>
                <a:gd name="connsiteY46" fmla="*/ 523222 h 1143890"/>
                <a:gd name="connsiteX47" fmla="*/ 457801 w 2912392"/>
                <a:gd name="connsiteY47" fmla="*/ 533974 h 1143890"/>
                <a:gd name="connsiteX48" fmla="*/ 467542 w 2912392"/>
                <a:gd name="connsiteY48" fmla="*/ 544766 h 1143890"/>
                <a:gd name="connsiteX49" fmla="*/ 477281 w 2912392"/>
                <a:gd name="connsiteY49" fmla="*/ 555598 h 1143890"/>
                <a:gd name="connsiteX50" fmla="*/ 487022 w 2912392"/>
                <a:gd name="connsiteY50" fmla="*/ 566464 h 1143890"/>
                <a:gd name="connsiteX51" fmla="*/ 496763 w 2912392"/>
                <a:gd name="connsiteY51" fmla="*/ 577362 h 1143890"/>
                <a:gd name="connsiteX52" fmla="*/ 506503 w 2912392"/>
                <a:gd name="connsiteY52" fmla="*/ 588291 h 1143890"/>
                <a:gd name="connsiteX53" fmla="*/ 516244 w 2912392"/>
                <a:gd name="connsiteY53" fmla="*/ 599244 h 1143890"/>
                <a:gd name="connsiteX54" fmla="*/ 525985 w 2912392"/>
                <a:gd name="connsiteY54" fmla="*/ 610221 h 1143890"/>
                <a:gd name="connsiteX55" fmla="*/ 535724 w 2912392"/>
                <a:gd name="connsiteY55" fmla="*/ 621217 h 1143890"/>
                <a:gd name="connsiteX56" fmla="*/ 545465 w 2912392"/>
                <a:gd name="connsiteY56" fmla="*/ 632228 h 1143890"/>
                <a:gd name="connsiteX57" fmla="*/ 555206 w 2912392"/>
                <a:gd name="connsiteY57" fmla="*/ 643252 h 1143890"/>
                <a:gd name="connsiteX58" fmla="*/ 564946 w 2912392"/>
                <a:gd name="connsiteY58" fmla="*/ 654283 h 1143890"/>
                <a:gd name="connsiteX59" fmla="*/ 574687 w 2912392"/>
                <a:gd name="connsiteY59" fmla="*/ 665320 h 1143890"/>
                <a:gd name="connsiteX60" fmla="*/ 584428 w 2912392"/>
                <a:gd name="connsiteY60" fmla="*/ 676356 h 1143890"/>
                <a:gd name="connsiteX61" fmla="*/ 594167 w 2912392"/>
                <a:gd name="connsiteY61" fmla="*/ 687390 h 1143890"/>
                <a:gd name="connsiteX62" fmla="*/ 603908 w 2912392"/>
                <a:gd name="connsiteY62" fmla="*/ 698415 h 1143890"/>
                <a:gd name="connsiteX63" fmla="*/ 613649 w 2912392"/>
                <a:gd name="connsiteY63" fmla="*/ 709428 h 1143890"/>
                <a:gd name="connsiteX64" fmla="*/ 623388 w 2912392"/>
                <a:gd name="connsiteY64" fmla="*/ 720424 h 1143890"/>
                <a:gd name="connsiteX65" fmla="*/ 633129 w 2912392"/>
                <a:gd name="connsiteY65" fmla="*/ 731400 h 1143890"/>
                <a:gd name="connsiteX66" fmla="*/ 642870 w 2912392"/>
                <a:gd name="connsiteY66" fmla="*/ 742349 h 1143890"/>
                <a:gd name="connsiteX67" fmla="*/ 652610 w 2912392"/>
                <a:gd name="connsiteY67" fmla="*/ 753269 h 1143890"/>
                <a:gd name="connsiteX68" fmla="*/ 662351 w 2912392"/>
                <a:gd name="connsiteY68" fmla="*/ 764152 h 1143890"/>
                <a:gd name="connsiteX69" fmla="*/ 672092 w 2912392"/>
                <a:gd name="connsiteY69" fmla="*/ 774994 h 1143890"/>
                <a:gd name="connsiteX70" fmla="*/ 681831 w 2912392"/>
                <a:gd name="connsiteY70" fmla="*/ 785792 h 1143890"/>
                <a:gd name="connsiteX71" fmla="*/ 691572 w 2912392"/>
                <a:gd name="connsiteY71" fmla="*/ 796537 h 1143890"/>
                <a:gd name="connsiteX72" fmla="*/ 701313 w 2912392"/>
                <a:gd name="connsiteY72" fmla="*/ 807225 h 1143890"/>
                <a:gd name="connsiteX73" fmla="*/ 711052 w 2912392"/>
                <a:gd name="connsiteY73" fmla="*/ 817851 h 1143890"/>
                <a:gd name="connsiteX74" fmla="*/ 720793 w 2912392"/>
                <a:gd name="connsiteY74" fmla="*/ 828410 h 1143890"/>
                <a:gd name="connsiteX75" fmla="*/ 730534 w 2912392"/>
                <a:gd name="connsiteY75" fmla="*/ 838896 h 1143890"/>
                <a:gd name="connsiteX76" fmla="*/ 740274 w 2912392"/>
                <a:gd name="connsiteY76" fmla="*/ 849302 h 1143890"/>
                <a:gd name="connsiteX77" fmla="*/ 750015 w 2912392"/>
                <a:gd name="connsiteY77" fmla="*/ 859622 h 1143890"/>
                <a:gd name="connsiteX78" fmla="*/ 759756 w 2912392"/>
                <a:gd name="connsiteY78" fmla="*/ 869852 h 1143890"/>
                <a:gd name="connsiteX79" fmla="*/ 769495 w 2912392"/>
                <a:gd name="connsiteY79" fmla="*/ 879985 h 1143890"/>
                <a:gd name="connsiteX80" fmla="*/ 779236 w 2912392"/>
                <a:gd name="connsiteY80" fmla="*/ 890013 h 1143890"/>
                <a:gd name="connsiteX81" fmla="*/ 788977 w 2912392"/>
                <a:gd name="connsiteY81" fmla="*/ 899933 h 1143890"/>
                <a:gd name="connsiteX82" fmla="*/ 798717 w 2912392"/>
                <a:gd name="connsiteY82" fmla="*/ 909736 h 1143890"/>
                <a:gd name="connsiteX83" fmla="*/ 808458 w 2912392"/>
                <a:gd name="connsiteY83" fmla="*/ 919419 h 1143890"/>
                <a:gd name="connsiteX84" fmla="*/ 818199 w 2912392"/>
                <a:gd name="connsiteY84" fmla="*/ 928974 h 1143890"/>
                <a:gd name="connsiteX85" fmla="*/ 827938 w 2912392"/>
                <a:gd name="connsiteY85" fmla="*/ 938393 h 1143890"/>
                <a:gd name="connsiteX86" fmla="*/ 837679 w 2912392"/>
                <a:gd name="connsiteY86" fmla="*/ 947672 h 1143890"/>
                <a:gd name="connsiteX87" fmla="*/ 847420 w 2912392"/>
                <a:gd name="connsiteY87" fmla="*/ 956805 h 1143890"/>
                <a:gd name="connsiteX88" fmla="*/ 857159 w 2912392"/>
                <a:gd name="connsiteY88" fmla="*/ 965786 h 1143890"/>
                <a:gd name="connsiteX89" fmla="*/ 866900 w 2912392"/>
                <a:gd name="connsiteY89" fmla="*/ 974606 h 1143890"/>
                <a:gd name="connsiteX90" fmla="*/ 876641 w 2912392"/>
                <a:gd name="connsiteY90" fmla="*/ 983263 h 1143890"/>
                <a:gd name="connsiteX91" fmla="*/ 886381 w 2912392"/>
                <a:gd name="connsiteY91" fmla="*/ 991748 h 1143890"/>
                <a:gd name="connsiteX92" fmla="*/ 896122 w 2912392"/>
                <a:gd name="connsiteY92" fmla="*/ 1000055 h 1143890"/>
                <a:gd name="connsiteX93" fmla="*/ 905863 w 2912392"/>
                <a:gd name="connsiteY93" fmla="*/ 1008180 h 1143890"/>
                <a:gd name="connsiteX94" fmla="*/ 915602 w 2912392"/>
                <a:gd name="connsiteY94" fmla="*/ 1016117 h 1143890"/>
                <a:gd name="connsiteX95" fmla="*/ 925343 w 2912392"/>
                <a:gd name="connsiteY95" fmla="*/ 1023858 h 1143890"/>
                <a:gd name="connsiteX96" fmla="*/ 935084 w 2912392"/>
                <a:gd name="connsiteY96" fmla="*/ 1031398 h 1143890"/>
                <a:gd name="connsiteX97" fmla="*/ 944824 w 2912392"/>
                <a:gd name="connsiteY97" fmla="*/ 1038735 h 1143890"/>
                <a:gd name="connsiteX98" fmla="*/ 954564 w 2912392"/>
                <a:gd name="connsiteY98" fmla="*/ 1045859 h 1143890"/>
                <a:gd name="connsiteX99" fmla="*/ 964305 w 2912392"/>
                <a:gd name="connsiteY99" fmla="*/ 1052768 h 1143890"/>
                <a:gd name="connsiteX100" fmla="*/ 974045 w 2912392"/>
                <a:gd name="connsiteY100" fmla="*/ 1059456 h 1143890"/>
                <a:gd name="connsiteX101" fmla="*/ 983786 w 2912392"/>
                <a:gd name="connsiteY101" fmla="*/ 1065916 h 1143890"/>
                <a:gd name="connsiteX102" fmla="*/ 993522 w 2912392"/>
                <a:gd name="connsiteY102" fmla="*/ 1072147 h 1143890"/>
                <a:gd name="connsiteX103" fmla="*/ 1003266 w 2912392"/>
                <a:gd name="connsiteY103" fmla="*/ 1078141 h 1143890"/>
                <a:gd name="connsiteX104" fmla="*/ 1013010 w 2912392"/>
                <a:gd name="connsiteY104" fmla="*/ 1083896 h 1143890"/>
                <a:gd name="connsiteX105" fmla="*/ 1022754 w 2912392"/>
                <a:gd name="connsiteY105" fmla="*/ 1089406 h 1143890"/>
                <a:gd name="connsiteX106" fmla="*/ 1032483 w 2912392"/>
                <a:gd name="connsiteY106" fmla="*/ 1094668 h 1143890"/>
                <a:gd name="connsiteX107" fmla="*/ 1042227 w 2912392"/>
                <a:gd name="connsiteY107" fmla="*/ 1099679 h 1143890"/>
                <a:gd name="connsiteX108" fmla="*/ 1051971 w 2912392"/>
                <a:gd name="connsiteY108" fmla="*/ 1104438 h 1143890"/>
                <a:gd name="connsiteX109" fmla="*/ 1061715 w 2912392"/>
                <a:gd name="connsiteY109" fmla="*/ 1108922 h 1143890"/>
                <a:gd name="connsiteX110" fmla="*/ 1071444 w 2912392"/>
                <a:gd name="connsiteY110" fmla="*/ 1113169 h 1143890"/>
                <a:gd name="connsiteX111" fmla="*/ 1081188 w 2912392"/>
                <a:gd name="connsiteY111" fmla="*/ 1117132 h 1143890"/>
                <a:gd name="connsiteX112" fmla="*/ 1090932 w 2912392"/>
                <a:gd name="connsiteY112" fmla="*/ 1120827 h 1143890"/>
                <a:gd name="connsiteX113" fmla="*/ 1100676 w 2912392"/>
                <a:gd name="connsiteY113" fmla="*/ 1124268 h 1143890"/>
                <a:gd name="connsiteX114" fmla="*/ 1110405 w 2912392"/>
                <a:gd name="connsiteY114" fmla="*/ 1127427 h 1143890"/>
                <a:gd name="connsiteX115" fmla="*/ 1120149 w 2912392"/>
                <a:gd name="connsiteY115" fmla="*/ 1130317 h 1143890"/>
                <a:gd name="connsiteX116" fmla="*/ 1129893 w 2912392"/>
                <a:gd name="connsiteY116" fmla="*/ 1132925 h 1143890"/>
                <a:gd name="connsiteX117" fmla="*/ 1139637 w 2912392"/>
                <a:gd name="connsiteY117" fmla="*/ 1135249 h 1143890"/>
                <a:gd name="connsiteX118" fmla="*/ 1149381 w 2912392"/>
                <a:gd name="connsiteY118" fmla="*/ 1137305 h 1143890"/>
                <a:gd name="connsiteX119" fmla="*/ 1159110 w 2912392"/>
                <a:gd name="connsiteY119" fmla="*/ 1139093 h 1143890"/>
                <a:gd name="connsiteX120" fmla="*/ 1168854 w 2912392"/>
                <a:gd name="connsiteY120" fmla="*/ 1140583 h 1143890"/>
                <a:gd name="connsiteX121" fmla="*/ 1178598 w 2912392"/>
                <a:gd name="connsiteY121" fmla="*/ 1141804 h 1143890"/>
                <a:gd name="connsiteX122" fmla="*/ 1188341 w 2912392"/>
                <a:gd name="connsiteY122" fmla="*/ 1142743 h 1143890"/>
                <a:gd name="connsiteX123" fmla="*/ 1198070 w 2912392"/>
                <a:gd name="connsiteY123" fmla="*/ 1143399 h 1143890"/>
                <a:gd name="connsiteX124" fmla="*/ 1207814 w 2912392"/>
                <a:gd name="connsiteY124" fmla="*/ 1143786 h 1143890"/>
                <a:gd name="connsiteX125" fmla="*/ 1217558 w 2912392"/>
                <a:gd name="connsiteY125" fmla="*/ 1143890 h 1143890"/>
                <a:gd name="connsiteX126" fmla="*/ 1227302 w 2912392"/>
                <a:gd name="connsiteY126" fmla="*/ 1143726 h 1143890"/>
                <a:gd name="connsiteX127" fmla="*/ 1237031 w 2912392"/>
                <a:gd name="connsiteY127" fmla="*/ 1143294 h 1143890"/>
                <a:gd name="connsiteX128" fmla="*/ 1246775 w 2912392"/>
                <a:gd name="connsiteY128" fmla="*/ 1142579 h 1143890"/>
                <a:gd name="connsiteX129" fmla="*/ 1256519 w 2912392"/>
                <a:gd name="connsiteY129" fmla="*/ 1141596 h 1143890"/>
                <a:gd name="connsiteX130" fmla="*/ 1266263 w 2912392"/>
                <a:gd name="connsiteY130" fmla="*/ 1140344 h 1143890"/>
                <a:gd name="connsiteX131" fmla="*/ 1276007 w 2912392"/>
                <a:gd name="connsiteY131" fmla="*/ 1138840 h 1143890"/>
                <a:gd name="connsiteX132" fmla="*/ 1285736 w 2912392"/>
                <a:gd name="connsiteY132" fmla="*/ 1137066 h 1143890"/>
                <a:gd name="connsiteX133" fmla="*/ 1295480 w 2912392"/>
                <a:gd name="connsiteY133" fmla="*/ 1135040 h 1143890"/>
                <a:gd name="connsiteX134" fmla="*/ 1305224 w 2912392"/>
                <a:gd name="connsiteY134" fmla="*/ 1132761 h 1143890"/>
                <a:gd name="connsiteX135" fmla="*/ 1314968 w 2912392"/>
                <a:gd name="connsiteY135" fmla="*/ 1130228 h 1143890"/>
                <a:gd name="connsiteX136" fmla="*/ 1324697 w 2912392"/>
                <a:gd name="connsiteY136" fmla="*/ 1127457 h 1143890"/>
                <a:gd name="connsiteX137" fmla="*/ 1334441 w 2912392"/>
                <a:gd name="connsiteY137" fmla="*/ 1124447 h 1143890"/>
                <a:gd name="connsiteX138" fmla="*/ 1344185 w 2912392"/>
                <a:gd name="connsiteY138" fmla="*/ 1121199 h 1143890"/>
                <a:gd name="connsiteX139" fmla="*/ 1353929 w 2912392"/>
                <a:gd name="connsiteY139" fmla="*/ 1117728 h 1143890"/>
                <a:gd name="connsiteX140" fmla="*/ 1363658 w 2912392"/>
                <a:gd name="connsiteY140" fmla="*/ 1114033 h 1143890"/>
                <a:gd name="connsiteX141" fmla="*/ 1373402 w 2912392"/>
                <a:gd name="connsiteY141" fmla="*/ 1110129 h 1143890"/>
                <a:gd name="connsiteX142" fmla="*/ 1383146 w 2912392"/>
                <a:gd name="connsiteY142" fmla="*/ 1106002 h 1143890"/>
                <a:gd name="connsiteX143" fmla="*/ 1392890 w 2912392"/>
                <a:gd name="connsiteY143" fmla="*/ 1101680 h 1143890"/>
                <a:gd name="connsiteX144" fmla="*/ 1402619 w 2912392"/>
                <a:gd name="connsiteY144" fmla="*/ 1097160 h 1143890"/>
                <a:gd name="connsiteX145" fmla="*/ 1412363 w 2912392"/>
                <a:gd name="connsiteY145" fmla="*/ 1092451 h 1143890"/>
                <a:gd name="connsiteX146" fmla="*/ 1422106 w 2912392"/>
                <a:gd name="connsiteY146" fmla="*/ 1087560 h 1143890"/>
                <a:gd name="connsiteX147" fmla="*/ 1431850 w 2912392"/>
                <a:gd name="connsiteY147" fmla="*/ 1082494 h 1143890"/>
                <a:gd name="connsiteX148" fmla="*/ 1441594 w 2912392"/>
                <a:gd name="connsiteY148" fmla="*/ 1077262 h 1143890"/>
                <a:gd name="connsiteX149" fmla="*/ 1451323 w 2912392"/>
                <a:gd name="connsiteY149" fmla="*/ 1071872 h 1143890"/>
                <a:gd name="connsiteX150" fmla="*/ 1461067 w 2912392"/>
                <a:gd name="connsiteY150" fmla="*/ 1066329 h 1143890"/>
                <a:gd name="connsiteX151" fmla="*/ 1470811 w 2912392"/>
                <a:gd name="connsiteY151" fmla="*/ 1060645 h 1143890"/>
                <a:gd name="connsiteX152" fmla="*/ 1480555 w 2912392"/>
                <a:gd name="connsiteY152" fmla="*/ 1054826 h 1143890"/>
                <a:gd name="connsiteX153" fmla="*/ 1490284 w 2912392"/>
                <a:gd name="connsiteY153" fmla="*/ 1048881 h 1143890"/>
                <a:gd name="connsiteX154" fmla="*/ 1500028 w 2912392"/>
                <a:gd name="connsiteY154" fmla="*/ 1042818 h 1143890"/>
                <a:gd name="connsiteX155" fmla="*/ 1509772 w 2912392"/>
                <a:gd name="connsiteY155" fmla="*/ 1036649 h 1143890"/>
                <a:gd name="connsiteX156" fmla="*/ 1519516 w 2912392"/>
                <a:gd name="connsiteY156" fmla="*/ 1030378 h 1143890"/>
                <a:gd name="connsiteX157" fmla="*/ 1529245 w 2912392"/>
                <a:gd name="connsiteY157" fmla="*/ 1024014 h 1143890"/>
                <a:gd name="connsiteX158" fmla="*/ 1538989 w 2912392"/>
                <a:gd name="connsiteY158" fmla="*/ 1017569 h 1143890"/>
                <a:gd name="connsiteX159" fmla="*/ 1548733 w 2912392"/>
                <a:gd name="connsiteY159" fmla="*/ 1011051 h 1143890"/>
                <a:gd name="connsiteX160" fmla="*/ 1558477 w 2912392"/>
                <a:gd name="connsiteY160" fmla="*/ 1004465 h 1143890"/>
                <a:gd name="connsiteX161" fmla="*/ 1568221 w 2912392"/>
                <a:gd name="connsiteY161" fmla="*/ 997825 h 1143890"/>
                <a:gd name="connsiteX162" fmla="*/ 1577950 w 2912392"/>
                <a:gd name="connsiteY162" fmla="*/ 991134 h 1143890"/>
                <a:gd name="connsiteX163" fmla="*/ 1587694 w 2912392"/>
                <a:gd name="connsiteY163" fmla="*/ 984404 h 1143890"/>
                <a:gd name="connsiteX164" fmla="*/ 1597438 w 2912392"/>
                <a:gd name="connsiteY164" fmla="*/ 977643 h 1143890"/>
                <a:gd name="connsiteX165" fmla="*/ 1607182 w 2912392"/>
                <a:gd name="connsiteY165" fmla="*/ 970856 h 1143890"/>
                <a:gd name="connsiteX166" fmla="*/ 1616911 w 2912392"/>
                <a:gd name="connsiteY166" fmla="*/ 964054 h 1143890"/>
                <a:gd name="connsiteX167" fmla="*/ 1626655 w 2912392"/>
                <a:gd name="connsiteY167" fmla="*/ 957243 h 1143890"/>
                <a:gd name="connsiteX168" fmla="*/ 1636399 w 2912392"/>
                <a:gd name="connsiteY168" fmla="*/ 950431 h 1143890"/>
                <a:gd name="connsiteX169" fmla="*/ 1646142 w 2912392"/>
                <a:gd name="connsiteY169" fmla="*/ 943626 h 1143890"/>
                <a:gd name="connsiteX170" fmla="*/ 1655872 w 2912392"/>
                <a:gd name="connsiteY170" fmla="*/ 936833 h 1143890"/>
                <a:gd name="connsiteX171" fmla="*/ 1665616 w 2912392"/>
                <a:gd name="connsiteY171" fmla="*/ 930060 h 1143890"/>
                <a:gd name="connsiteX172" fmla="*/ 1675359 w 2912392"/>
                <a:gd name="connsiteY172" fmla="*/ 923312 h 1143890"/>
                <a:gd name="connsiteX173" fmla="*/ 1685103 w 2912392"/>
                <a:gd name="connsiteY173" fmla="*/ 916596 h 1143890"/>
                <a:gd name="connsiteX174" fmla="*/ 1694832 w 2912392"/>
                <a:gd name="connsiteY174" fmla="*/ 909917 h 1143890"/>
                <a:gd name="connsiteX175" fmla="*/ 1704576 w 2912392"/>
                <a:gd name="connsiteY175" fmla="*/ 903279 h 1143890"/>
                <a:gd name="connsiteX176" fmla="*/ 1714320 w 2912392"/>
                <a:gd name="connsiteY176" fmla="*/ 896688 h 1143890"/>
                <a:gd name="connsiteX177" fmla="*/ 1724064 w 2912392"/>
                <a:gd name="connsiteY177" fmla="*/ 890149 h 1143890"/>
                <a:gd name="connsiteX178" fmla="*/ 1733808 w 2912392"/>
                <a:gd name="connsiteY178" fmla="*/ 883663 h 1143890"/>
                <a:gd name="connsiteX179" fmla="*/ 1743537 w 2912392"/>
                <a:gd name="connsiteY179" fmla="*/ 877237 h 1143890"/>
                <a:gd name="connsiteX180" fmla="*/ 1753281 w 2912392"/>
                <a:gd name="connsiteY180" fmla="*/ 870871 h 1143890"/>
                <a:gd name="connsiteX181" fmla="*/ 1763025 w 2912392"/>
                <a:gd name="connsiteY181" fmla="*/ 864569 h 1143890"/>
                <a:gd name="connsiteX182" fmla="*/ 1772769 w 2912392"/>
                <a:gd name="connsiteY182" fmla="*/ 858332 h 1143890"/>
                <a:gd name="connsiteX183" fmla="*/ 1782498 w 2912392"/>
                <a:gd name="connsiteY183" fmla="*/ 852162 h 1143890"/>
                <a:gd name="connsiteX184" fmla="*/ 1792242 w 2912392"/>
                <a:gd name="connsiteY184" fmla="*/ 846061 h 1143890"/>
                <a:gd name="connsiteX185" fmla="*/ 1801986 w 2912392"/>
                <a:gd name="connsiteY185" fmla="*/ 840027 h 1143890"/>
                <a:gd name="connsiteX186" fmla="*/ 1811730 w 2912392"/>
                <a:gd name="connsiteY186" fmla="*/ 834063 h 1143890"/>
                <a:gd name="connsiteX187" fmla="*/ 1821459 w 2912392"/>
                <a:gd name="connsiteY187" fmla="*/ 828166 h 1143890"/>
                <a:gd name="connsiteX188" fmla="*/ 1831203 w 2912392"/>
                <a:gd name="connsiteY188" fmla="*/ 822336 h 1143890"/>
                <a:gd name="connsiteX189" fmla="*/ 1840947 w 2912392"/>
                <a:gd name="connsiteY189" fmla="*/ 816571 h 1143890"/>
                <a:gd name="connsiteX190" fmla="*/ 1850691 w 2912392"/>
                <a:gd name="connsiteY190" fmla="*/ 810870 h 1143890"/>
                <a:gd name="connsiteX191" fmla="*/ 1860435 w 2912392"/>
                <a:gd name="connsiteY191" fmla="*/ 805230 h 1143890"/>
                <a:gd name="connsiteX192" fmla="*/ 1870164 w 2912392"/>
                <a:gd name="connsiteY192" fmla="*/ 799648 h 1143890"/>
                <a:gd name="connsiteX193" fmla="*/ 1879908 w 2912392"/>
                <a:gd name="connsiteY193" fmla="*/ 794119 h 1143890"/>
                <a:gd name="connsiteX194" fmla="*/ 1889652 w 2912392"/>
                <a:gd name="connsiteY194" fmla="*/ 788642 h 1143890"/>
                <a:gd name="connsiteX195" fmla="*/ 1899395 w 2912392"/>
                <a:gd name="connsiteY195" fmla="*/ 783211 h 1143890"/>
                <a:gd name="connsiteX196" fmla="*/ 1909124 w 2912392"/>
                <a:gd name="connsiteY196" fmla="*/ 777822 h 1143890"/>
                <a:gd name="connsiteX197" fmla="*/ 1918868 w 2912392"/>
                <a:gd name="connsiteY197" fmla="*/ 772469 h 1143890"/>
                <a:gd name="connsiteX198" fmla="*/ 1928612 w 2912392"/>
                <a:gd name="connsiteY198" fmla="*/ 767147 h 1143890"/>
                <a:gd name="connsiteX199" fmla="*/ 1938356 w 2912392"/>
                <a:gd name="connsiteY199" fmla="*/ 761851 h 1143890"/>
                <a:gd name="connsiteX200" fmla="*/ 1948085 w 2912392"/>
                <a:gd name="connsiteY200" fmla="*/ 756573 h 1143890"/>
                <a:gd name="connsiteX201" fmla="*/ 1957829 w 2912392"/>
                <a:gd name="connsiteY201" fmla="*/ 751309 h 1143890"/>
                <a:gd name="connsiteX202" fmla="*/ 1967573 w 2912392"/>
                <a:gd name="connsiteY202" fmla="*/ 746050 h 1143890"/>
                <a:gd name="connsiteX203" fmla="*/ 1977317 w 2912392"/>
                <a:gd name="connsiteY203" fmla="*/ 740789 h 1143890"/>
                <a:gd name="connsiteX204" fmla="*/ 1987046 w 2912392"/>
                <a:gd name="connsiteY204" fmla="*/ 735521 h 1143890"/>
                <a:gd name="connsiteX205" fmla="*/ 1996790 w 2912392"/>
                <a:gd name="connsiteY205" fmla="*/ 730238 h 1143890"/>
                <a:gd name="connsiteX206" fmla="*/ 2006534 w 2912392"/>
                <a:gd name="connsiteY206" fmla="*/ 724929 h 1143890"/>
                <a:gd name="connsiteX207" fmla="*/ 2016278 w 2912392"/>
                <a:gd name="connsiteY207" fmla="*/ 719591 h 1143890"/>
                <a:gd name="connsiteX208" fmla="*/ 2026022 w 2912392"/>
                <a:gd name="connsiteY208" fmla="*/ 714214 h 1143890"/>
                <a:gd name="connsiteX209" fmla="*/ 2035751 w 2912392"/>
                <a:gd name="connsiteY209" fmla="*/ 708789 h 1143890"/>
                <a:gd name="connsiteX210" fmla="*/ 2045495 w 2912392"/>
                <a:gd name="connsiteY210" fmla="*/ 703311 h 1143890"/>
                <a:gd name="connsiteX211" fmla="*/ 2055239 w 2912392"/>
                <a:gd name="connsiteY211" fmla="*/ 697770 h 1143890"/>
                <a:gd name="connsiteX212" fmla="*/ 2064983 w 2912392"/>
                <a:gd name="connsiteY212" fmla="*/ 692159 h 1143890"/>
                <a:gd name="connsiteX213" fmla="*/ 2074712 w 2912392"/>
                <a:gd name="connsiteY213" fmla="*/ 686469 h 1143890"/>
                <a:gd name="connsiteX214" fmla="*/ 2084456 w 2912392"/>
                <a:gd name="connsiteY214" fmla="*/ 680693 h 1143890"/>
                <a:gd name="connsiteX215" fmla="*/ 2094200 w 2912392"/>
                <a:gd name="connsiteY215" fmla="*/ 674824 h 1143890"/>
                <a:gd name="connsiteX216" fmla="*/ 2103944 w 2912392"/>
                <a:gd name="connsiteY216" fmla="*/ 668855 h 1143890"/>
                <a:gd name="connsiteX217" fmla="*/ 2113673 w 2912392"/>
                <a:gd name="connsiteY217" fmla="*/ 662778 h 1143890"/>
                <a:gd name="connsiteX218" fmla="*/ 2123417 w 2912392"/>
                <a:gd name="connsiteY218" fmla="*/ 656586 h 1143890"/>
                <a:gd name="connsiteX219" fmla="*/ 2133161 w 2912392"/>
                <a:gd name="connsiteY219" fmla="*/ 650273 h 1143890"/>
                <a:gd name="connsiteX220" fmla="*/ 2142905 w 2912392"/>
                <a:gd name="connsiteY220" fmla="*/ 643833 h 1143890"/>
                <a:gd name="connsiteX221" fmla="*/ 2152649 w 2912392"/>
                <a:gd name="connsiteY221" fmla="*/ 637259 h 1143890"/>
                <a:gd name="connsiteX222" fmla="*/ 2162377 w 2912392"/>
                <a:gd name="connsiteY222" fmla="*/ 630546 h 1143890"/>
                <a:gd name="connsiteX223" fmla="*/ 2172121 w 2912392"/>
                <a:gd name="connsiteY223" fmla="*/ 623688 h 1143890"/>
                <a:gd name="connsiteX224" fmla="*/ 2181865 w 2912392"/>
                <a:gd name="connsiteY224" fmla="*/ 616681 h 1143890"/>
                <a:gd name="connsiteX225" fmla="*/ 2191609 w 2912392"/>
                <a:gd name="connsiteY225" fmla="*/ 609520 h 1143890"/>
                <a:gd name="connsiteX226" fmla="*/ 2201338 w 2912392"/>
                <a:gd name="connsiteY226" fmla="*/ 602203 h 1143890"/>
                <a:gd name="connsiteX227" fmla="*/ 2211082 w 2912392"/>
                <a:gd name="connsiteY227" fmla="*/ 594724 h 1143890"/>
                <a:gd name="connsiteX228" fmla="*/ 2220826 w 2912392"/>
                <a:gd name="connsiteY228" fmla="*/ 587083 h 1143890"/>
                <a:gd name="connsiteX229" fmla="*/ 2230570 w 2912392"/>
                <a:gd name="connsiteY229" fmla="*/ 579275 h 1143890"/>
                <a:gd name="connsiteX230" fmla="*/ 2240299 w 2912392"/>
                <a:gd name="connsiteY230" fmla="*/ 571300 h 1143890"/>
                <a:gd name="connsiteX231" fmla="*/ 2250043 w 2912392"/>
                <a:gd name="connsiteY231" fmla="*/ 563156 h 1143890"/>
                <a:gd name="connsiteX232" fmla="*/ 2259787 w 2912392"/>
                <a:gd name="connsiteY232" fmla="*/ 554843 h 1143890"/>
                <a:gd name="connsiteX233" fmla="*/ 2269531 w 2912392"/>
                <a:gd name="connsiteY233" fmla="*/ 546359 h 1143890"/>
                <a:gd name="connsiteX234" fmla="*/ 2279260 w 2912392"/>
                <a:gd name="connsiteY234" fmla="*/ 537709 h 1143890"/>
                <a:gd name="connsiteX235" fmla="*/ 2289004 w 2912392"/>
                <a:gd name="connsiteY235" fmla="*/ 528890 h 1143890"/>
                <a:gd name="connsiteX236" fmla="*/ 2298748 w 2912392"/>
                <a:gd name="connsiteY236" fmla="*/ 519906 h 1143890"/>
                <a:gd name="connsiteX237" fmla="*/ 2308492 w 2912392"/>
                <a:gd name="connsiteY237" fmla="*/ 510758 h 1143890"/>
                <a:gd name="connsiteX238" fmla="*/ 2318236 w 2912392"/>
                <a:gd name="connsiteY238" fmla="*/ 501452 h 1143890"/>
                <a:gd name="connsiteX239" fmla="*/ 2327965 w 2912392"/>
                <a:gd name="connsiteY239" fmla="*/ 491988 h 1143890"/>
                <a:gd name="connsiteX240" fmla="*/ 2337709 w 2912392"/>
                <a:gd name="connsiteY240" fmla="*/ 482374 h 1143890"/>
                <a:gd name="connsiteX241" fmla="*/ 2347453 w 2912392"/>
                <a:gd name="connsiteY241" fmla="*/ 472612 h 1143890"/>
                <a:gd name="connsiteX242" fmla="*/ 2357197 w 2912392"/>
                <a:gd name="connsiteY242" fmla="*/ 462709 h 1143890"/>
                <a:gd name="connsiteX243" fmla="*/ 2366926 w 2912392"/>
                <a:gd name="connsiteY243" fmla="*/ 452671 h 1143890"/>
                <a:gd name="connsiteX244" fmla="*/ 2376670 w 2912392"/>
                <a:gd name="connsiteY244" fmla="*/ 442506 h 1143890"/>
                <a:gd name="connsiteX245" fmla="*/ 2386413 w 2912392"/>
                <a:gd name="connsiteY245" fmla="*/ 432219 h 1143890"/>
                <a:gd name="connsiteX246" fmla="*/ 2396157 w 2912392"/>
                <a:gd name="connsiteY246" fmla="*/ 421821 h 1143890"/>
                <a:gd name="connsiteX247" fmla="*/ 2405886 w 2912392"/>
                <a:gd name="connsiteY247" fmla="*/ 411318 h 1143890"/>
                <a:gd name="connsiteX248" fmla="*/ 2415630 w 2912392"/>
                <a:gd name="connsiteY248" fmla="*/ 400720 h 1143890"/>
                <a:gd name="connsiteX249" fmla="*/ 2425374 w 2912392"/>
                <a:gd name="connsiteY249" fmla="*/ 390036 h 1143890"/>
                <a:gd name="connsiteX250" fmla="*/ 2435118 w 2912392"/>
                <a:gd name="connsiteY250" fmla="*/ 379276 h 1143890"/>
                <a:gd name="connsiteX251" fmla="*/ 2444862 w 2912392"/>
                <a:gd name="connsiteY251" fmla="*/ 368452 h 1143890"/>
                <a:gd name="connsiteX252" fmla="*/ 2454591 w 2912392"/>
                <a:gd name="connsiteY252" fmla="*/ 357574 h 1143890"/>
                <a:gd name="connsiteX253" fmla="*/ 2464335 w 2912392"/>
                <a:gd name="connsiteY253" fmla="*/ 346652 h 1143890"/>
                <a:gd name="connsiteX254" fmla="*/ 2474079 w 2912392"/>
                <a:gd name="connsiteY254" fmla="*/ 335699 h 1143890"/>
                <a:gd name="connsiteX255" fmla="*/ 2483823 w 2912392"/>
                <a:gd name="connsiteY255" fmla="*/ 324726 h 1143890"/>
                <a:gd name="connsiteX256" fmla="*/ 2493552 w 2912392"/>
                <a:gd name="connsiteY256" fmla="*/ 313747 h 1143890"/>
                <a:gd name="connsiteX257" fmla="*/ 2503296 w 2912392"/>
                <a:gd name="connsiteY257" fmla="*/ 302774 h 1143890"/>
                <a:gd name="connsiteX258" fmla="*/ 2513040 w 2912392"/>
                <a:gd name="connsiteY258" fmla="*/ 291819 h 1143890"/>
                <a:gd name="connsiteX259" fmla="*/ 2522784 w 2912392"/>
                <a:gd name="connsiteY259" fmla="*/ 280894 h 1143890"/>
                <a:gd name="connsiteX260" fmla="*/ 2532513 w 2912392"/>
                <a:gd name="connsiteY260" fmla="*/ 270014 h 1143890"/>
                <a:gd name="connsiteX261" fmla="*/ 2542257 w 2912392"/>
                <a:gd name="connsiteY261" fmla="*/ 259192 h 1143890"/>
                <a:gd name="connsiteX262" fmla="*/ 2552001 w 2912392"/>
                <a:gd name="connsiteY262" fmla="*/ 248441 h 1143890"/>
                <a:gd name="connsiteX263" fmla="*/ 2561745 w 2912392"/>
                <a:gd name="connsiteY263" fmla="*/ 237773 h 1143890"/>
                <a:gd name="connsiteX264" fmla="*/ 2571474 w 2912392"/>
                <a:gd name="connsiteY264" fmla="*/ 227204 h 1143890"/>
                <a:gd name="connsiteX265" fmla="*/ 2581218 w 2912392"/>
                <a:gd name="connsiteY265" fmla="*/ 216744 h 1143890"/>
                <a:gd name="connsiteX266" fmla="*/ 2590962 w 2912392"/>
                <a:gd name="connsiteY266" fmla="*/ 206409 h 1143890"/>
                <a:gd name="connsiteX267" fmla="*/ 2600705 w 2912392"/>
                <a:gd name="connsiteY267" fmla="*/ 196211 h 1143890"/>
                <a:gd name="connsiteX268" fmla="*/ 2610449 w 2912392"/>
                <a:gd name="connsiteY268" fmla="*/ 186163 h 1143890"/>
                <a:gd name="connsiteX269" fmla="*/ 2620178 w 2912392"/>
                <a:gd name="connsiteY269" fmla="*/ 176277 h 1143890"/>
                <a:gd name="connsiteX270" fmla="*/ 2629922 w 2912392"/>
                <a:gd name="connsiteY270" fmla="*/ 166566 h 1143890"/>
                <a:gd name="connsiteX271" fmla="*/ 2639666 w 2912392"/>
                <a:gd name="connsiteY271" fmla="*/ 157043 h 1143890"/>
                <a:gd name="connsiteX272" fmla="*/ 2649410 w 2912392"/>
                <a:gd name="connsiteY272" fmla="*/ 147719 h 1143890"/>
                <a:gd name="connsiteX273" fmla="*/ 2659139 w 2912392"/>
                <a:gd name="connsiteY273" fmla="*/ 138604 h 1143890"/>
                <a:gd name="connsiteX274" fmla="*/ 2668883 w 2912392"/>
                <a:gd name="connsiteY274" fmla="*/ 129711 h 1143890"/>
                <a:gd name="connsiteX275" fmla="*/ 2678627 w 2912392"/>
                <a:gd name="connsiteY275" fmla="*/ 121050 h 1143890"/>
                <a:gd name="connsiteX276" fmla="*/ 2688371 w 2912392"/>
                <a:gd name="connsiteY276" fmla="*/ 112630 h 1143890"/>
                <a:gd name="connsiteX277" fmla="*/ 2698100 w 2912392"/>
                <a:gd name="connsiteY277" fmla="*/ 104463 h 1143890"/>
                <a:gd name="connsiteX278" fmla="*/ 2707844 w 2912392"/>
                <a:gd name="connsiteY278" fmla="*/ 96556 h 1143890"/>
                <a:gd name="connsiteX279" fmla="*/ 2717588 w 2912392"/>
                <a:gd name="connsiteY279" fmla="*/ 88917 h 1143890"/>
                <a:gd name="connsiteX280" fmla="*/ 2727332 w 2912392"/>
                <a:gd name="connsiteY280" fmla="*/ 81557 h 1143890"/>
                <a:gd name="connsiteX281" fmla="*/ 2737076 w 2912392"/>
                <a:gd name="connsiteY281" fmla="*/ 74480 h 1143890"/>
                <a:gd name="connsiteX282" fmla="*/ 2746805 w 2912392"/>
                <a:gd name="connsiteY282" fmla="*/ 67695 h 1143890"/>
                <a:gd name="connsiteX283" fmla="*/ 2756549 w 2912392"/>
                <a:gd name="connsiteY283" fmla="*/ 61208 h 1143890"/>
                <a:gd name="connsiteX284" fmla="*/ 2766293 w 2912392"/>
                <a:gd name="connsiteY284" fmla="*/ 55022 h 1143890"/>
                <a:gd name="connsiteX285" fmla="*/ 2776037 w 2912392"/>
                <a:gd name="connsiteY285" fmla="*/ 49143 h 1143890"/>
                <a:gd name="connsiteX286" fmla="*/ 2785766 w 2912392"/>
                <a:gd name="connsiteY286" fmla="*/ 43577 h 1143890"/>
                <a:gd name="connsiteX287" fmla="*/ 2795510 w 2912392"/>
                <a:gd name="connsiteY287" fmla="*/ 38323 h 1143890"/>
                <a:gd name="connsiteX288" fmla="*/ 2805254 w 2912392"/>
                <a:gd name="connsiteY288" fmla="*/ 33387 h 1143890"/>
                <a:gd name="connsiteX289" fmla="*/ 2814998 w 2912392"/>
                <a:gd name="connsiteY289" fmla="*/ 28768 h 1143890"/>
                <a:gd name="connsiteX290" fmla="*/ 2824727 w 2912392"/>
                <a:gd name="connsiteY290" fmla="*/ 24472 h 1143890"/>
                <a:gd name="connsiteX291" fmla="*/ 2834471 w 2912392"/>
                <a:gd name="connsiteY291" fmla="*/ 20494 h 1143890"/>
                <a:gd name="connsiteX292" fmla="*/ 2844215 w 2912392"/>
                <a:gd name="connsiteY292" fmla="*/ 16836 h 1143890"/>
                <a:gd name="connsiteX293" fmla="*/ 2853958 w 2912392"/>
                <a:gd name="connsiteY293" fmla="*/ 13496 h 1143890"/>
                <a:gd name="connsiteX294" fmla="*/ 2863687 w 2912392"/>
                <a:gd name="connsiteY294" fmla="*/ 10472 h 1143890"/>
                <a:gd name="connsiteX295" fmla="*/ 2873431 w 2912392"/>
                <a:gd name="connsiteY295" fmla="*/ 7764 h 1143890"/>
                <a:gd name="connsiteX296" fmla="*/ 2883175 w 2912392"/>
                <a:gd name="connsiteY296" fmla="*/ 5367 h 1143890"/>
                <a:gd name="connsiteX297" fmla="*/ 2892919 w 2912392"/>
                <a:gd name="connsiteY297" fmla="*/ 3278 h 1143890"/>
                <a:gd name="connsiteX298" fmla="*/ 2902663 w 2912392"/>
                <a:gd name="connsiteY298" fmla="*/ 1490 h 1143890"/>
                <a:gd name="connsiteX299" fmla="*/ 2912392 w 2912392"/>
                <a:gd name="connsiteY299" fmla="*/ 0 h 1143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1143890">
                  <a:moveTo>
                    <a:pt x="0" y="127212"/>
                  </a:moveTo>
                  <a:lnTo>
                    <a:pt x="9739" y="132564"/>
                  </a:lnTo>
                  <a:lnTo>
                    <a:pt x="19480" y="138112"/>
                  </a:lnTo>
                  <a:lnTo>
                    <a:pt x="29221" y="143856"/>
                  </a:lnTo>
                  <a:lnTo>
                    <a:pt x="38961" y="149791"/>
                  </a:lnTo>
                  <a:lnTo>
                    <a:pt x="48702" y="155916"/>
                  </a:lnTo>
                  <a:lnTo>
                    <a:pt x="58443" y="162225"/>
                  </a:lnTo>
                  <a:lnTo>
                    <a:pt x="68182" y="168715"/>
                  </a:lnTo>
                  <a:lnTo>
                    <a:pt x="77923" y="175382"/>
                  </a:lnTo>
                  <a:lnTo>
                    <a:pt x="87664" y="182223"/>
                  </a:lnTo>
                  <a:lnTo>
                    <a:pt x="97404" y="189235"/>
                  </a:lnTo>
                  <a:lnTo>
                    <a:pt x="107145" y="196413"/>
                  </a:lnTo>
                  <a:lnTo>
                    <a:pt x="116886" y="203754"/>
                  </a:lnTo>
                  <a:lnTo>
                    <a:pt x="126625" y="211251"/>
                  </a:lnTo>
                  <a:lnTo>
                    <a:pt x="136366" y="218905"/>
                  </a:lnTo>
                  <a:lnTo>
                    <a:pt x="146107" y="226709"/>
                  </a:lnTo>
                  <a:lnTo>
                    <a:pt x="155846" y="234659"/>
                  </a:lnTo>
                  <a:lnTo>
                    <a:pt x="165587" y="242751"/>
                  </a:lnTo>
                  <a:lnTo>
                    <a:pt x="175328" y="250982"/>
                  </a:lnTo>
                  <a:lnTo>
                    <a:pt x="185068" y="259348"/>
                  </a:lnTo>
                  <a:lnTo>
                    <a:pt x="194809" y="267846"/>
                  </a:lnTo>
                  <a:lnTo>
                    <a:pt x="204550" y="276470"/>
                  </a:lnTo>
                  <a:lnTo>
                    <a:pt x="214289" y="285217"/>
                  </a:lnTo>
                  <a:lnTo>
                    <a:pt x="224030" y="294085"/>
                  </a:lnTo>
                  <a:lnTo>
                    <a:pt x="233771" y="303068"/>
                  </a:lnTo>
                  <a:lnTo>
                    <a:pt x="243510" y="312162"/>
                  </a:lnTo>
                  <a:lnTo>
                    <a:pt x="253251" y="321367"/>
                  </a:lnTo>
                  <a:lnTo>
                    <a:pt x="262992" y="330675"/>
                  </a:lnTo>
                  <a:lnTo>
                    <a:pt x="272732" y="340086"/>
                  </a:lnTo>
                  <a:lnTo>
                    <a:pt x="282473" y="349593"/>
                  </a:lnTo>
                  <a:lnTo>
                    <a:pt x="292214" y="359197"/>
                  </a:lnTo>
                  <a:lnTo>
                    <a:pt x="301953" y="368891"/>
                  </a:lnTo>
                  <a:lnTo>
                    <a:pt x="311694" y="378674"/>
                  </a:lnTo>
                  <a:lnTo>
                    <a:pt x="321435" y="388543"/>
                  </a:lnTo>
                  <a:lnTo>
                    <a:pt x="331175" y="398493"/>
                  </a:lnTo>
                  <a:lnTo>
                    <a:pt x="340916" y="408521"/>
                  </a:lnTo>
                  <a:lnTo>
                    <a:pt x="350656" y="418627"/>
                  </a:lnTo>
                  <a:lnTo>
                    <a:pt x="360396" y="428806"/>
                  </a:lnTo>
                  <a:lnTo>
                    <a:pt x="370137" y="439054"/>
                  </a:lnTo>
                  <a:lnTo>
                    <a:pt x="379878" y="449370"/>
                  </a:lnTo>
                  <a:lnTo>
                    <a:pt x="389617" y="459750"/>
                  </a:lnTo>
                  <a:lnTo>
                    <a:pt x="399358" y="470191"/>
                  </a:lnTo>
                  <a:lnTo>
                    <a:pt x="409099" y="480692"/>
                  </a:lnTo>
                  <a:lnTo>
                    <a:pt x="418839" y="491248"/>
                  </a:lnTo>
                  <a:lnTo>
                    <a:pt x="428580" y="501857"/>
                  </a:lnTo>
                  <a:lnTo>
                    <a:pt x="438321" y="512516"/>
                  </a:lnTo>
                  <a:lnTo>
                    <a:pt x="448060" y="523222"/>
                  </a:lnTo>
                  <a:lnTo>
                    <a:pt x="457801" y="533974"/>
                  </a:lnTo>
                  <a:lnTo>
                    <a:pt x="467542" y="544766"/>
                  </a:lnTo>
                  <a:lnTo>
                    <a:pt x="477281" y="555598"/>
                  </a:lnTo>
                  <a:lnTo>
                    <a:pt x="487022" y="566464"/>
                  </a:lnTo>
                  <a:lnTo>
                    <a:pt x="496763" y="577362"/>
                  </a:lnTo>
                  <a:lnTo>
                    <a:pt x="506503" y="588291"/>
                  </a:lnTo>
                  <a:lnTo>
                    <a:pt x="516244" y="599244"/>
                  </a:lnTo>
                  <a:lnTo>
                    <a:pt x="525985" y="610221"/>
                  </a:lnTo>
                  <a:lnTo>
                    <a:pt x="535724" y="621217"/>
                  </a:lnTo>
                  <a:lnTo>
                    <a:pt x="545465" y="632228"/>
                  </a:lnTo>
                  <a:lnTo>
                    <a:pt x="555206" y="643252"/>
                  </a:lnTo>
                  <a:lnTo>
                    <a:pt x="564946" y="654283"/>
                  </a:lnTo>
                  <a:lnTo>
                    <a:pt x="574687" y="665320"/>
                  </a:lnTo>
                  <a:lnTo>
                    <a:pt x="584428" y="676356"/>
                  </a:lnTo>
                  <a:lnTo>
                    <a:pt x="594167" y="687390"/>
                  </a:lnTo>
                  <a:lnTo>
                    <a:pt x="603908" y="698415"/>
                  </a:lnTo>
                  <a:lnTo>
                    <a:pt x="613649" y="709428"/>
                  </a:lnTo>
                  <a:lnTo>
                    <a:pt x="623388" y="720424"/>
                  </a:lnTo>
                  <a:lnTo>
                    <a:pt x="633129" y="731400"/>
                  </a:lnTo>
                  <a:lnTo>
                    <a:pt x="642870" y="742349"/>
                  </a:lnTo>
                  <a:lnTo>
                    <a:pt x="652610" y="753269"/>
                  </a:lnTo>
                  <a:lnTo>
                    <a:pt x="662351" y="764152"/>
                  </a:lnTo>
                  <a:lnTo>
                    <a:pt x="672092" y="774994"/>
                  </a:lnTo>
                  <a:lnTo>
                    <a:pt x="681831" y="785792"/>
                  </a:lnTo>
                  <a:lnTo>
                    <a:pt x="691572" y="796537"/>
                  </a:lnTo>
                  <a:lnTo>
                    <a:pt x="701313" y="807225"/>
                  </a:lnTo>
                  <a:lnTo>
                    <a:pt x="711052" y="817851"/>
                  </a:lnTo>
                  <a:lnTo>
                    <a:pt x="720793" y="828410"/>
                  </a:lnTo>
                  <a:lnTo>
                    <a:pt x="730534" y="838896"/>
                  </a:lnTo>
                  <a:lnTo>
                    <a:pt x="740274" y="849302"/>
                  </a:lnTo>
                  <a:lnTo>
                    <a:pt x="750015" y="859622"/>
                  </a:lnTo>
                  <a:lnTo>
                    <a:pt x="759756" y="869852"/>
                  </a:lnTo>
                  <a:lnTo>
                    <a:pt x="769495" y="879985"/>
                  </a:lnTo>
                  <a:lnTo>
                    <a:pt x="779236" y="890013"/>
                  </a:lnTo>
                  <a:lnTo>
                    <a:pt x="788977" y="899933"/>
                  </a:lnTo>
                  <a:lnTo>
                    <a:pt x="798717" y="909736"/>
                  </a:lnTo>
                  <a:lnTo>
                    <a:pt x="808458" y="919419"/>
                  </a:lnTo>
                  <a:lnTo>
                    <a:pt x="818199" y="928974"/>
                  </a:lnTo>
                  <a:lnTo>
                    <a:pt x="827938" y="938393"/>
                  </a:lnTo>
                  <a:lnTo>
                    <a:pt x="837679" y="947672"/>
                  </a:lnTo>
                  <a:lnTo>
                    <a:pt x="847420" y="956805"/>
                  </a:lnTo>
                  <a:lnTo>
                    <a:pt x="857159" y="965786"/>
                  </a:lnTo>
                  <a:lnTo>
                    <a:pt x="866900" y="974606"/>
                  </a:lnTo>
                  <a:lnTo>
                    <a:pt x="876641" y="983263"/>
                  </a:lnTo>
                  <a:lnTo>
                    <a:pt x="886381" y="991748"/>
                  </a:lnTo>
                  <a:lnTo>
                    <a:pt x="896122" y="1000055"/>
                  </a:lnTo>
                  <a:lnTo>
                    <a:pt x="905863" y="1008180"/>
                  </a:lnTo>
                  <a:lnTo>
                    <a:pt x="915602" y="1016117"/>
                  </a:lnTo>
                  <a:lnTo>
                    <a:pt x="925343" y="1023858"/>
                  </a:lnTo>
                  <a:lnTo>
                    <a:pt x="935084" y="1031398"/>
                  </a:lnTo>
                  <a:lnTo>
                    <a:pt x="944824" y="1038735"/>
                  </a:lnTo>
                  <a:lnTo>
                    <a:pt x="954564" y="1045859"/>
                  </a:lnTo>
                  <a:lnTo>
                    <a:pt x="964305" y="1052768"/>
                  </a:lnTo>
                  <a:lnTo>
                    <a:pt x="974045" y="1059456"/>
                  </a:lnTo>
                  <a:lnTo>
                    <a:pt x="983786" y="1065916"/>
                  </a:lnTo>
                  <a:lnTo>
                    <a:pt x="993522" y="1072147"/>
                  </a:lnTo>
                  <a:lnTo>
                    <a:pt x="1003266" y="1078141"/>
                  </a:lnTo>
                  <a:lnTo>
                    <a:pt x="1013010" y="1083896"/>
                  </a:lnTo>
                  <a:lnTo>
                    <a:pt x="1022754" y="1089406"/>
                  </a:lnTo>
                  <a:lnTo>
                    <a:pt x="1032483" y="1094668"/>
                  </a:lnTo>
                  <a:lnTo>
                    <a:pt x="1042227" y="1099679"/>
                  </a:lnTo>
                  <a:lnTo>
                    <a:pt x="1051971" y="1104438"/>
                  </a:lnTo>
                  <a:lnTo>
                    <a:pt x="1061715" y="1108922"/>
                  </a:lnTo>
                  <a:lnTo>
                    <a:pt x="1071444" y="1113169"/>
                  </a:lnTo>
                  <a:lnTo>
                    <a:pt x="1081188" y="1117132"/>
                  </a:lnTo>
                  <a:lnTo>
                    <a:pt x="1090932" y="1120827"/>
                  </a:lnTo>
                  <a:lnTo>
                    <a:pt x="1100676" y="1124268"/>
                  </a:lnTo>
                  <a:lnTo>
                    <a:pt x="1110405" y="1127427"/>
                  </a:lnTo>
                  <a:lnTo>
                    <a:pt x="1120149" y="1130317"/>
                  </a:lnTo>
                  <a:lnTo>
                    <a:pt x="1129893" y="1132925"/>
                  </a:lnTo>
                  <a:lnTo>
                    <a:pt x="1139637" y="1135249"/>
                  </a:lnTo>
                  <a:lnTo>
                    <a:pt x="1149381" y="1137305"/>
                  </a:lnTo>
                  <a:lnTo>
                    <a:pt x="1159110" y="1139093"/>
                  </a:lnTo>
                  <a:lnTo>
                    <a:pt x="1168854" y="1140583"/>
                  </a:lnTo>
                  <a:lnTo>
                    <a:pt x="1178598" y="1141804"/>
                  </a:lnTo>
                  <a:lnTo>
                    <a:pt x="1188341" y="1142743"/>
                  </a:lnTo>
                  <a:lnTo>
                    <a:pt x="1198070" y="1143399"/>
                  </a:lnTo>
                  <a:lnTo>
                    <a:pt x="1207814" y="1143786"/>
                  </a:lnTo>
                  <a:lnTo>
                    <a:pt x="1217558" y="1143890"/>
                  </a:lnTo>
                  <a:lnTo>
                    <a:pt x="1227302" y="1143726"/>
                  </a:lnTo>
                  <a:lnTo>
                    <a:pt x="1237031" y="1143294"/>
                  </a:lnTo>
                  <a:lnTo>
                    <a:pt x="1246775" y="1142579"/>
                  </a:lnTo>
                  <a:lnTo>
                    <a:pt x="1256519" y="1141596"/>
                  </a:lnTo>
                  <a:lnTo>
                    <a:pt x="1266263" y="1140344"/>
                  </a:lnTo>
                  <a:lnTo>
                    <a:pt x="1276007" y="1138840"/>
                  </a:lnTo>
                  <a:lnTo>
                    <a:pt x="1285736" y="1137066"/>
                  </a:lnTo>
                  <a:lnTo>
                    <a:pt x="1295480" y="1135040"/>
                  </a:lnTo>
                  <a:lnTo>
                    <a:pt x="1305224" y="1132761"/>
                  </a:lnTo>
                  <a:lnTo>
                    <a:pt x="1314968" y="1130228"/>
                  </a:lnTo>
                  <a:lnTo>
                    <a:pt x="1324697" y="1127457"/>
                  </a:lnTo>
                  <a:lnTo>
                    <a:pt x="1334441" y="1124447"/>
                  </a:lnTo>
                  <a:lnTo>
                    <a:pt x="1344185" y="1121199"/>
                  </a:lnTo>
                  <a:lnTo>
                    <a:pt x="1353929" y="1117728"/>
                  </a:lnTo>
                  <a:lnTo>
                    <a:pt x="1363658" y="1114033"/>
                  </a:lnTo>
                  <a:lnTo>
                    <a:pt x="1373402" y="1110129"/>
                  </a:lnTo>
                  <a:lnTo>
                    <a:pt x="1383146" y="1106002"/>
                  </a:lnTo>
                  <a:lnTo>
                    <a:pt x="1392890" y="1101680"/>
                  </a:lnTo>
                  <a:lnTo>
                    <a:pt x="1402619" y="1097160"/>
                  </a:lnTo>
                  <a:lnTo>
                    <a:pt x="1412363" y="1092451"/>
                  </a:lnTo>
                  <a:lnTo>
                    <a:pt x="1422106" y="1087560"/>
                  </a:lnTo>
                  <a:lnTo>
                    <a:pt x="1431850" y="1082494"/>
                  </a:lnTo>
                  <a:lnTo>
                    <a:pt x="1441594" y="1077262"/>
                  </a:lnTo>
                  <a:lnTo>
                    <a:pt x="1451323" y="1071872"/>
                  </a:lnTo>
                  <a:lnTo>
                    <a:pt x="1461067" y="1066329"/>
                  </a:lnTo>
                  <a:lnTo>
                    <a:pt x="1470811" y="1060645"/>
                  </a:lnTo>
                  <a:lnTo>
                    <a:pt x="1480555" y="1054826"/>
                  </a:lnTo>
                  <a:lnTo>
                    <a:pt x="1490284" y="1048881"/>
                  </a:lnTo>
                  <a:lnTo>
                    <a:pt x="1500028" y="1042818"/>
                  </a:lnTo>
                  <a:lnTo>
                    <a:pt x="1509772" y="1036649"/>
                  </a:lnTo>
                  <a:lnTo>
                    <a:pt x="1519516" y="1030378"/>
                  </a:lnTo>
                  <a:lnTo>
                    <a:pt x="1529245" y="1024014"/>
                  </a:lnTo>
                  <a:lnTo>
                    <a:pt x="1538989" y="1017569"/>
                  </a:lnTo>
                  <a:lnTo>
                    <a:pt x="1548733" y="1011051"/>
                  </a:lnTo>
                  <a:lnTo>
                    <a:pt x="1558477" y="1004465"/>
                  </a:lnTo>
                  <a:lnTo>
                    <a:pt x="1568221" y="997825"/>
                  </a:lnTo>
                  <a:lnTo>
                    <a:pt x="1577950" y="991134"/>
                  </a:lnTo>
                  <a:lnTo>
                    <a:pt x="1587694" y="984404"/>
                  </a:lnTo>
                  <a:lnTo>
                    <a:pt x="1597438" y="977643"/>
                  </a:lnTo>
                  <a:lnTo>
                    <a:pt x="1607182" y="970856"/>
                  </a:lnTo>
                  <a:lnTo>
                    <a:pt x="1616911" y="964054"/>
                  </a:lnTo>
                  <a:lnTo>
                    <a:pt x="1626655" y="957243"/>
                  </a:lnTo>
                  <a:lnTo>
                    <a:pt x="1636399" y="950431"/>
                  </a:lnTo>
                  <a:lnTo>
                    <a:pt x="1646142" y="943626"/>
                  </a:lnTo>
                  <a:lnTo>
                    <a:pt x="1655872" y="936833"/>
                  </a:lnTo>
                  <a:lnTo>
                    <a:pt x="1665616" y="930060"/>
                  </a:lnTo>
                  <a:lnTo>
                    <a:pt x="1675359" y="923312"/>
                  </a:lnTo>
                  <a:lnTo>
                    <a:pt x="1685103" y="916596"/>
                  </a:lnTo>
                  <a:lnTo>
                    <a:pt x="1694832" y="909917"/>
                  </a:lnTo>
                  <a:lnTo>
                    <a:pt x="1704576" y="903279"/>
                  </a:lnTo>
                  <a:lnTo>
                    <a:pt x="1714320" y="896688"/>
                  </a:lnTo>
                  <a:lnTo>
                    <a:pt x="1724064" y="890149"/>
                  </a:lnTo>
                  <a:lnTo>
                    <a:pt x="1733808" y="883663"/>
                  </a:lnTo>
                  <a:lnTo>
                    <a:pt x="1743537" y="877237"/>
                  </a:lnTo>
                  <a:lnTo>
                    <a:pt x="1753281" y="870871"/>
                  </a:lnTo>
                  <a:lnTo>
                    <a:pt x="1763025" y="864569"/>
                  </a:lnTo>
                  <a:lnTo>
                    <a:pt x="1772769" y="858332"/>
                  </a:lnTo>
                  <a:lnTo>
                    <a:pt x="1782498" y="852162"/>
                  </a:lnTo>
                  <a:lnTo>
                    <a:pt x="1792242" y="846061"/>
                  </a:lnTo>
                  <a:lnTo>
                    <a:pt x="1801986" y="840027"/>
                  </a:lnTo>
                  <a:lnTo>
                    <a:pt x="1811730" y="834063"/>
                  </a:lnTo>
                  <a:lnTo>
                    <a:pt x="1821459" y="828166"/>
                  </a:lnTo>
                  <a:lnTo>
                    <a:pt x="1831203" y="822336"/>
                  </a:lnTo>
                  <a:lnTo>
                    <a:pt x="1840947" y="816571"/>
                  </a:lnTo>
                  <a:lnTo>
                    <a:pt x="1850691" y="810870"/>
                  </a:lnTo>
                  <a:lnTo>
                    <a:pt x="1860435" y="805230"/>
                  </a:lnTo>
                  <a:lnTo>
                    <a:pt x="1870164" y="799648"/>
                  </a:lnTo>
                  <a:lnTo>
                    <a:pt x="1879908" y="794119"/>
                  </a:lnTo>
                  <a:lnTo>
                    <a:pt x="1889652" y="788642"/>
                  </a:lnTo>
                  <a:lnTo>
                    <a:pt x="1899395" y="783211"/>
                  </a:lnTo>
                  <a:lnTo>
                    <a:pt x="1909124" y="777822"/>
                  </a:lnTo>
                  <a:lnTo>
                    <a:pt x="1918868" y="772469"/>
                  </a:lnTo>
                  <a:lnTo>
                    <a:pt x="1928612" y="767147"/>
                  </a:lnTo>
                  <a:lnTo>
                    <a:pt x="1938356" y="761851"/>
                  </a:lnTo>
                  <a:lnTo>
                    <a:pt x="1948085" y="756573"/>
                  </a:lnTo>
                  <a:lnTo>
                    <a:pt x="1957829" y="751309"/>
                  </a:lnTo>
                  <a:lnTo>
                    <a:pt x="1967573" y="746050"/>
                  </a:lnTo>
                  <a:lnTo>
                    <a:pt x="1977317" y="740789"/>
                  </a:lnTo>
                  <a:lnTo>
                    <a:pt x="1987046" y="735521"/>
                  </a:lnTo>
                  <a:lnTo>
                    <a:pt x="1996790" y="730238"/>
                  </a:lnTo>
                  <a:lnTo>
                    <a:pt x="2006534" y="724929"/>
                  </a:lnTo>
                  <a:lnTo>
                    <a:pt x="2016278" y="719591"/>
                  </a:lnTo>
                  <a:lnTo>
                    <a:pt x="2026022" y="714214"/>
                  </a:lnTo>
                  <a:lnTo>
                    <a:pt x="2035751" y="708789"/>
                  </a:lnTo>
                  <a:lnTo>
                    <a:pt x="2045495" y="703311"/>
                  </a:lnTo>
                  <a:lnTo>
                    <a:pt x="2055239" y="697770"/>
                  </a:lnTo>
                  <a:lnTo>
                    <a:pt x="2064983" y="692159"/>
                  </a:lnTo>
                  <a:lnTo>
                    <a:pt x="2074712" y="686469"/>
                  </a:lnTo>
                  <a:lnTo>
                    <a:pt x="2084456" y="680693"/>
                  </a:lnTo>
                  <a:lnTo>
                    <a:pt x="2094200" y="674824"/>
                  </a:lnTo>
                  <a:lnTo>
                    <a:pt x="2103944" y="668855"/>
                  </a:lnTo>
                  <a:lnTo>
                    <a:pt x="2113673" y="662778"/>
                  </a:lnTo>
                  <a:lnTo>
                    <a:pt x="2123417" y="656586"/>
                  </a:lnTo>
                  <a:lnTo>
                    <a:pt x="2133161" y="650273"/>
                  </a:lnTo>
                  <a:lnTo>
                    <a:pt x="2142905" y="643833"/>
                  </a:lnTo>
                  <a:lnTo>
                    <a:pt x="2152649" y="637259"/>
                  </a:lnTo>
                  <a:lnTo>
                    <a:pt x="2162377" y="630546"/>
                  </a:lnTo>
                  <a:lnTo>
                    <a:pt x="2172121" y="623688"/>
                  </a:lnTo>
                  <a:lnTo>
                    <a:pt x="2181865" y="616681"/>
                  </a:lnTo>
                  <a:lnTo>
                    <a:pt x="2191609" y="609520"/>
                  </a:lnTo>
                  <a:lnTo>
                    <a:pt x="2201338" y="602203"/>
                  </a:lnTo>
                  <a:lnTo>
                    <a:pt x="2211082" y="594724"/>
                  </a:lnTo>
                  <a:lnTo>
                    <a:pt x="2220826" y="587083"/>
                  </a:lnTo>
                  <a:lnTo>
                    <a:pt x="2230570" y="579275"/>
                  </a:lnTo>
                  <a:lnTo>
                    <a:pt x="2240299" y="571300"/>
                  </a:lnTo>
                  <a:lnTo>
                    <a:pt x="2250043" y="563156"/>
                  </a:lnTo>
                  <a:lnTo>
                    <a:pt x="2259787" y="554843"/>
                  </a:lnTo>
                  <a:lnTo>
                    <a:pt x="2269531" y="546359"/>
                  </a:lnTo>
                  <a:lnTo>
                    <a:pt x="2279260" y="537709"/>
                  </a:lnTo>
                  <a:lnTo>
                    <a:pt x="2289004" y="528890"/>
                  </a:lnTo>
                  <a:lnTo>
                    <a:pt x="2298748" y="519906"/>
                  </a:lnTo>
                  <a:lnTo>
                    <a:pt x="2308492" y="510758"/>
                  </a:lnTo>
                  <a:lnTo>
                    <a:pt x="2318236" y="501452"/>
                  </a:lnTo>
                  <a:lnTo>
                    <a:pt x="2327965" y="491988"/>
                  </a:lnTo>
                  <a:lnTo>
                    <a:pt x="2337709" y="482374"/>
                  </a:lnTo>
                  <a:lnTo>
                    <a:pt x="2347453" y="472612"/>
                  </a:lnTo>
                  <a:lnTo>
                    <a:pt x="2357197" y="462709"/>
                  </a:lnTo>
                  <a:lnTo>
                    <a:pt x="2366926" y="452671"/>
                  </a:lnTo>
                  <a:lnTo>
                    <a:pt x="2376670" y="442506"/>
                  </a:lnTo>
                  <a:lnTo>
                    <a:pt x="2386413" y="432219"/>
                  </a:lnTo>
                  <a:lnTo>
                    <a:pt x="2396157" y="421821"/>
                  </a:lnTo>
                  <a:lnTo>
                    <a:pt x="2405886" y="411318"/>
                  </a:lnTo>
                  <a:lnTo>
                    <a:pt x="2415630" y="400720"/>
                  </a:lnTo>
                  <a:lnTo>
                    <a:pt x="2425374" y="390036"/>
                  </a:lnTo>
                  <a:lnTo>
                    <a:pt x="2435118" y="379276"/>
                  </a:lnTo>
                  <a:lnTo>
                    <a:pt x="2444862" y="368452"/>
                  </a:lnTo>
                  <a:lnTo>
                    <a:pt x="2454591" y="357574"/>
                  </a:lnTo>
                  <a:lnTo>
                    <a:pt x="2464335" y="346652"/>
                  </a:lnTo>
                  <a:lnTo>
                    <a:pt x="2474079" y="335699"/>
                  </a:lnTo>
                  <a:lnTo>
                    <a:pt x="2483823" y="324726"/>
                  </a:lnTo>
                  <a:lnTo>
                    <a:pt x="2493552" y="313747"/>
                  </a:lnTo>
                  <a:lnTo>
                    <a:pt x="2503296" y="302774"/>
                  </a:lnTo>
                  <a:lnTo>
                    <a:pt x="2513040" y="291819"/>
                  </a:lnTo>
                  <a:lnTo>
                    <a:pt x="2522784" y="280894"/>
                  </a:lnTo>
                  <a:lnTo>
                    <a:pt x="2532513" y="270014"/>
                  </a:lnTo>
                  <a:lnTo>
                    <a:pt x="2542257" y="259192"/>
                  </a:lnTo>
                  <a:lnTo>
                    <a:pt x="2552001" y="248441"/>
                  </a:lnTo>
                  <a:lnTo>
                    <a:pt x="2561745" y="237773"/>
                  </a:lnTo>
                  <a:lnTo>
                    <a:pt x="2571474" y="227204"/>
                  </a:lnTo>
                  <a:lnTo>
                    <a:pt x="2581218" y="216744"/>
                  </a:lnTo>
                  <a:lnTo>
                    <a:pt x="2590962" y="206409"/>
                  </a:lnTo>
                  <a:lnTo>
                    <a:pt x="2600705" y="196211"/>
                  </a:lnTo>
                  <a:lnTo>
                    <a:pt x="2610449" y="186163"/>
                  </a:lnTo>
                  <a:lnTo>
                    <a:pt x="2620178" y="176277"/>
                  </a:lnTo>
                  <a:lnTo>
                    <a:pt x="2629922" y="166566"/>
                  </a:lnTo>
                  <a:lnTo>
                    <a:pt x="2639666" y="157043"/>
                  </a:lnTo>
                  <a:lnTo>
                    <a:pt x="2649410" y="147719"/>
                  </a:lnTo>
                  <a:lnTo>
                    <a:pt x="2659139" y="138604"/>
                  </a:lnTo>
                  <a:lnTo>
                    <a:pt x="2668883" y="129711"/>
                  </a:lnTo>
                  <a:lnTo>
                    <a:pt x="2678627" y="121050"/>
                  </a:lnTo>
                  <a:lnTo>
                    <a:pt x="2688371" y="112630"/>
                  </a:lnTo>
                  <a:lnTo>
                    <a:pt x="2698100" y="104463"/>
                  </a:lnTo>
                  <a:lnTo>
                    <a:pt x="2707844" y="96556"/>
                  </a:lnTo>
                  <a:lnTo>
                    <a:pt x="2717588" y="88917"/>
                  </a:lnTo>
                  <a:lnTo>
                    <a:pt x="2727332" y="81557"/>
                  </a:lnTo>
                  <a:lnTo>
                    <a:pt x="2737076" y="74480"/>
                  </a:lnTo>
                  <a:lnTo>
                    <a:pt x="2746805" y="67695"/>
                  </a:lnTo>
                  <a:lnTo>
                    <a:pt x="2756549" y="61208"/>
                  </a:lnTo>
                  <a:lnTo>
                    <a:pt x="2766293" y="55022"/>
                  </a:lnTo>
                  <a:lnTo>
                    <a:pt x="2776037" y="49143"/>
                  </a:lnTo>
                  <a:lnTo>
                    <a:pt x="2785766" y="43577"/>
                  </a:lnTo>
                  <a:lnTo>
                    <a:pt x="2795510" y="38323"/>
                  </a:lnTo>
                  <a:lnTo>
                    <a:pt x="2805254" y="33387"/>
                  </a:lnTo>
                  <a:lnTo>
                    <a:pt x="2814998" y="28768"/>
                  </a:lnTo>
                  <a:lnTo>
                    <a:pt x="2824727" y="24472"/>
                  </a:lnTo>
                  <a:lnTo>
                    <a:pt x="2834471" y="20494"/>
                  </a:lnTo>
                  <a:lnTo>
                    <a:pt x="2844215" y="16836"/>
                  </a:lnTo>
                  <a:lnTo>
                    <a:pt x="2853958" y="13496"/>
                  </a:lnTo>
                  <a:lnTo>
                    <a:pt x="2863687" y="10472"/>
                  </a:lnTo>
                  <a:lnTo>
                    <a:pt x="2873431" y="7764"/>
                  </a:lnTo>
                  <a:lnTo>
                    <a:pt x="2883175" y="5367"/>
                  </a:lnTo>
                  <a:lnTo>
                    <a:pt x="2892919" y="3278"/>
                  </a:lnTo>
                  <a:lnTo>
                    <a:pt x="2902663" y="1490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7" name="Freeform 636">
              <a:extLst>
                <a:ext uri="{FF2B5EF4-FFF2-40B4-BE49-F238E27FC236}">
                  <a16:creationId xmlns:a16="http://schemas.microsoft.com/office/drawing/2014/main" id="{9A260828-7E7C-FA85-B483-E7F89DD1709E}"/>
                </a:ext>
              </a:extLst>
            </p:cNvPr>
            <p:cNvSpPr/>
            <p:nvPr/>
          </p:nvSpPr>
          <p:spPr>
            <a:xfrm>
              <a:off x="576446" y="3425452"/>
              <a:ext cx="2912392" cy="547421"/>
            </a:xfrm>
            <a:custGeom>
              <a:avLst/>
              <a:gdLst>
                <a:gd name="connsiteX0" fmla="*/ 0 w 2912392"/>
                <a:gd name="connsiteY0" fmla="*/ 0 h 547421"/>
                <a:gd name="connsiteX1" fmla="*/ 9739 w 2912392"/>
                <a:gd name="connsiteY1" fmla="*/ 2957 h 547421"/>
                <a:gd name="connsiteX2" fmla="*/ 19480 w 2912392"/>
                <a:gd name="connsiteY2" fmla="*/ 5997 h 547421"/>
                <a:gd name="connsiteX3" fmla="*/ 29221 w 2912392"/>
                <a:gd name="connsiteY3" fmla="*/ 9120 h 547421"/>
                <a:gd name="connsiteX4" fmla="*/ 38961 w 2912392"/>
                <a:gd name="connsiteY4" fmla="*/ 12327 h 547421"/>
                <a:gd name="connsiteX5" fmla="*/ 48702 w 2912392"/>
                <a:gd name="connsiteY5" fmla="*/ 15620 h 547421"/>
                <a:gd name="connsiteX6" fmla="*/ 58443 w 2912392"/>
                <a:gd name="connsiteY6" fmla="*/ 18999 h 547421"/>
                <a:gd name="connsiteX7" fmla="*/ 68182 w 2912392"/>
                <a:gd name="connsiteY7" fmla="*/ 22465 h 547421"/>
                <a:gd name="connsiteX8" fmla="*/ 77923 w 2912392"/>
                <a:gd name="connsiteY8" fmla="*/ 26015 h 547421"/>
                <a:gd name="connsiteX9" fmla="*/ 87664 w 2912392"/>
                <a:gd name="connsiteY9" fmla="*/ 29653 h 547421"/>
                <a:gd name="connsiteX10" fmla="*/ 97404 w 2912392"/>
                <a:gd name="connsiteY10" fmla="*/ 33377 h 547421"/>
                <a:gd name="connsiteX11" fmla="*/ 107145 w 2912392"/>
                <a:gd name="connsiteY11" fmla="*/ 37188 h 547421"/>
                <a:gd name="connsiteX12" fmla="*/ 116886 w 2912392"/>
                <a:gd name="connsiteY12" fmla="*/ 41084 h 547421"/>
                <a:gd name="connsiteX13" fmla="*/ 126625 w 2912392"/>
                <a:gd name="connsiteY13" fmla="*/ 45066 h 547421"/>
                <a:gd name="connsiteX14" fmla="*/ 136366 w 2912392"/>
                <a:gd name="connsiteY14" fmla="*/ 49134 h 547421"/>
                <a:gd name="connsiteX15" fmla="*/ 146107 w 2912392"/>
                <a:gd name="connsiteY15" fmla="*/ 53285 h 547421"/>
                <a:gd name="connsiteX16" fmla="*/ 155846 w 2912392"/>
                <a:gd name="connsiteY16" fmla="*/ 57520 h 547421"/>
                <a:gd name="connsiteX17" fmla="*/ 165587 w 2912392"/>
                <a:gd name="connsiteY17" fmla="*/ 61840 h 547421"/>
                <a:gd name="connsiteX18" fmla="*/ 175328 w 2912392"/>
                <a:gd name="connsiteY18" fmla="*/ 66239 h 547421"/>
                <a:gd name="connsiteX19" fmla="*/ 185068 w 2912392"/>
                <a:gd name="connsiteY19" fmla="*/ 70721 h 547421"/>
                <a:gd name="connsiteX20" fmla="*/ 194809 w 2912392"/>
                <a:gd name="connsiteY20" fmla="*/ 75280 h 547421"/>
                <a:gd name="connsiteX21" fmla="*/ 204550 w 2912392"/>
                <a:gd name="connsiteY21" fmla="*/ 79918 h 547421"/>
                <a:gd name="connsiteX22" fmla="*/ 214289 w 2912392"/>
                <a:gd name="connsiteY22" fmla="*/ 84631 h 547421"/>
                <a:gd name="connsiteX23" fmla="*/ 224030 w 2912392"/>
                <a:gd name="connsiteY23" fmla="*/ 89419 h 547421"/>
                <a:gd name="connsiteX24" fmla="*/ 233771 w 2912392"/>
                <a:gd name="connsiteY24" fmla="*/ 94279 h 547421"/>
                <a:gd name="connsiteX25" fmla="*/ 243510 w 2912392"/>
                <a:gd name="connsiteY25" fmla="*/ 99209 h 547421"/>
                <a:gd name="connsiteX26" fmla="*/ 253251 w 2912392"/>
                <a:gd name="connsiteY26" fmla="*/ 104208 h 547421"/>
                <a:gd name="connsiteX27" fmla="*/ 262992 w 2912392"/>
                <a:gd name="connsiteY27" fmla="*/ 109272 h 547421"/>
                <a:gd name="connsiteX28" fmla="*/ 272732 w 2912392"/>
                <a:gd name="connsiteY28" fmla="*/ 114400 h 547421"/>
                <a:gd name="connsiteX29" fmla="*/ 282473 w 2912392"/>
                <a:gd name="connsiteY29" fmla="*/ 119590 h 547421"/>
                <a:gd name="connsiteX30" fmla="*/ 292214 w 2912392"/>
                <a:gd name="connsiteY30" fmla="*/ 124837 h 547421"/>
                <a:gd name="connsiteX31" fmla="*/ 301953 w 2912392"/>
                <a:gd name="connsiteY31" fmla="*/ 130140 h 547421"/>
                <a:gd name="connsiteX32" fmla="*/ 311694 w 2912392"/>
                <a:gd name="connsiteY32" fmla="*/ 135496 h 547421"/>
                <a:gd name="connsiteX33" fmla="*/ 321435 w 2912392"/>
                <a:gd name="connsiteY33" fmla="*/ 140901 h 547421"/>
                <a:gd name="connsiteX34" fmla="*/ 331175 w 2912392"/>
                <a:gd name="connsiteY34" fmla="*/ 146354 h 547421"/>
                <a:gd name="connsiteX35" fmla="*/ 340916 w 2912392"/>
                <a:gd name="connsiteY35" fmla="*/ 151852 h 547421"/>
                <a:gd name="connsiteX36" fmla="*/ 350656 w 2912392"/>
                <a:gd name="connsiteY36" fmla="*/ 157390 h 547421"/>
                <a:gd name="connsiteX37" fmla="*/ 360396 w 2912392"/>
                <a:gd name="connsiteY37" fmla="*/ 162965 h 547421"/>
                <a:gd name="connsiteX38" fmla="*/ 370137 w 2912392"/>
                <a:gd name="connsiteY38" fmla="*/ 168574 h 547421"/>
                <a:gd name="connsiteX39" fmla="*/ 379878 w 2912392"/>
                <a:gd name="connsiteY39" fmla="*/ 174217 h 547421"/>
                <a:gd name="connsiteX40" fmla="*/ 389617 w 2912392"/>
                <a:gd name="connsiteY40" fmla="*/ 179886 h 547421"/>
                <a:gd name="connsiteX41" fmla="*/ 399358 w 2912392"/>
                <a:gd name="connsiteY41" fmla="*/ 185579 h 547421"/>
                <a:gd name="connsiteX42" fmla="*/ 409099 w 2912392"/>
                <a:gd name="connsiteY42" fmla="*/ 191294 h 547421"/>
                <a:gd name="connsiteX43" fmla="*/ 418839 w 2912392"/>
                <a:gd name="connsiteY43" fmla="*/ 197026 h 547421"/>
                <a:gd name="connsiteX44" fmla="*/ 428580 w 2912392"/>
                <a:gd name="connsiteY44" fmla="*/ 202774 h 547421"/>
                <a:gd name="connsiteX45" fmla="*/ 438321 w 2912392"/>
                <a:gd name="connsiteY45" fmla="*/ 208531 h 547421"/>
                <a:gd name="connsiteX46" fmla="*/ 448060 w 2912392"/>
                <a:gd name="connsiteY46" fmla="*/ 214297 h 547421"/>
                <a:gd name="connsiteX47" fmla="*/ 457801 w 2912392"/>
                <a:gd name="connsiteY47" fmla="*/ 220067 h 547421"/>
                <a:gd name="connsiteX48" fmla="*/ 467542 w 2912392"/>
                <a:gd name="connsiteY48" fmla="*/ 225837 h 547421"/>
                <a:gd name="connsiteX49" fmla="*/ 477281 w 2912392"/>
                <a:gd name="connsiteY49" fmla="*/ 231606 h 547421"/>
                <a:gd name="connsiteX50" fmla="*/ 487022 w 2912392"/>
                <a:gd name="connsiteY50" fmla="*/ 237369 h 547421"/>
                <a:gd name="connsiteX51" fmla="*/ 496763 w 2912392"/>
                <a:gd name="connsiteY51" fmla="*/ 243125 h 547421"/>
                <a:gd name="connsiteX52" fmla="*/ 506503 w 2912392"/>
                <a:gd name="connsiteY52" fmla="*/ 248867 h 547421"/>
                <a:gd name="connsiteX53" fmla="*/ 516244 w 2912392"/>
                <a:gd name="connsiteY53" fmla="*/ 254595 h 547421"/>
                <a:gd name="connsiteX54" fmla="*/ 525985 w 2912392"/>
                <a:gd name="connsiteY54" fmla="*/ 260306 h 547421"/>
                <a:gd name="connsiteX55" fmla="*/ 535724 w 2912392"/>
                <a:gd name="connsiteY55" fmla="*/ 265994 h 547421"/>
                <a:gd name="connsiteX56" fmla="*/ 545465 w 2912392"/>
                <a:gd name="connsiteY56" fmla="*/ 271661 h 547421"/>
                <a:gd name="connsiteX57" fmla="*/ 555206 w 2912392"/>
                <a:gd name="connsiteY57" fmla="*/ 277300 h 547421"/>
                <a:gd name="connsiteX58" fmla="*/ 564946 w 2912392"/>
                <a:gd name="connsiteY58" fmla="*/ 282911 h 547421"/>
                <a:gd name="connsiteX59" fmla="*/ 574687 w 2912392"/>
                <a:gd name="connsiteY59" fmla="*/ 288490 h 547421"/>
                <a:gd name="connsiteX60" fmla="*/ 584428 w 2912392"/>
                <a:gd name="connsiteY60" fmla="*/ 294036 h 547421"/>
                <a:gd name="connsiteX61" fmla="*/ 594167 w 2912392"/>
                <a:gd name="connsiteY61" fmla="*/ 299544 h 547421"/>
                <a:gd name="connsiteX62" fmla="*/ 603908 w 2912392"/>
                <a:gd name="connsiteY62" fmla="*/ 305013 h 547421"/>
                <a:gd name="connsiteX63" fmla="*/ 613649 w 2912392"/>
                <a:gd name="connsiteY63" fmla="*/ 310443 h 547421"/>
                <a:gd name="connsiteX64" fmla="*/ 623388 w 2912392"/>
                <a:gd name="connsiteY64" fmla="*/ 315829 h 547421"/>
                <a:gd name="connsiteX65" fmla="*/ 633129 w 2912392"/>
                <a:gd name="connsiteY65" fmla="*/ 321170 h 547421"/>
                <a:gd name="connsiteX66" fmla="*/ 642870 w 2912392"/>
                <a:gd name="connsiteY66" fmla="*/ 326463 h 547421"/>
                <a:gd name="connsiteX67" fmla="*/ 652610 w 2912392"/>
                <a:gd name="connsiteY67" fmla="*/ 331709 h 547421"/>
                <a:gd name="connsiteX68" fmla="*/ 662351 w 2912392"/>
                <a:gd name="connsiteY68" fmla="*/ 336905 h 547421"/>
                <a:gd name="connsiteX69" fmla="*/ 672092 w 2912392"/>
                <a:gd name="connsiteY69" fmla="*/ 342048 h 547421"/>
                <a:gd name="connsiteX70" fmla="*/ 681831 w 2912392"/>
                <a:gd name="connsiteY70" fmla="*/ 347139 h 547421"/>
                <a:gd name="connsiteX71" fmla="*/ 691572 w 2912392"/>
                <a:gd name="connsiteY71" fmla="*/ 352173 h 547421"/>
                <a:gd name="connsiteX72" fmla="*/ 701313 w 2912392"/>
                <a:gd name="connsiteY72" fmla="*/ 357152 h 547421"/>
                <a:gd name="connsiteX73" fmla="*/ 711052 w 2912392"/>
                <a:gd name="connsiteY73" fmla="*/ 362075 h 547421"/>
                <a:gd name="connsiteX74" fmla="*/ 720793 w 2912392"/>
                <a:gd name="connsiteY74" fmla="*/ 366938 h 547421"/>
                <a:gd name="connsiteX75" fmla="*/ 730534 w 2912392"/>
                <a:gd name="connsiteY75" fmla="*/ 371743 h 547421"/>
                <a:gd name="connsiteX76" fmla="*/ 740274 w 2912392"/>
                <a:gd name="connsiteY76" fmla="*/ 376487 h 547421"/>
                <a:gd name="connsiteX77" fmla="*/ 750015 w 2912392"/>
                <a:gd name="connsiteY77" fmla="*/ 381170 h 547421"/>
                <a:gd name="connsiteX78" fmla="*/ 759756 w 2912392"/>
                <a:gd name="connsiteY78" fmla="*/ 385791 h 547421"/>
                <a:gd name="connsiteX79" fmla="*/ 769495 w 2912392"/>
                <a:gd name="connsiteY79" fmla="*/ 390350 h 547421"/>
                <a:gd name="connsiteX80" fmla="*/ 779236 w 2912392"/>
                <a:gd name="connsiteY80" fmla="*/ 394845 h 547421"/>
                <a:gd name="connsiteX81" fmla="*/ 788977 w 2912392"/>
                <a:gd name="connsiteY81" fmla="*/ 399276 h 547421"/>
                <a:gd name="connsiteX82" fmla="*/ 798717 w 2912392"/>
                <a:gd name="connsiteY82" fmla="*/ 403643 h 547421"/>
                <a:gd name="connsiteX83" fmla="*/ 808458 w 2912392"/>
                <a:gd name="connsiteY83" fmla="*/ 407946 h 547421"/>
                <a:gd name="connsiteX84" fmla="*/ 818199 w 2912392"/>
                <a:gd name="connsiteY84" fmla="*/ 412182 h 547421"/>
                <a:gd name="connsiteX85" fmla="*/ 827938 w 2912392"/>
                <a:gd name="connsiteY85" fmla="*/ 416354 h 547421"/>
                <a:gd name="connsiteX86" fmla="*/ 837679 w 2912392"/>
                <a:gd name="connsiteY86" fmla="*/ 420460 h 547421"/>
                <a:gd name="connsiteX87" fmla="*/ 847420 w 2912392"/>
                <a:gd name="connsiteY87" fmla="*/ 424499 h 547421"/>
                <a:gd name="connsiteX88" fmla="*/ 857159 w 2912392"/>
                <a:gd name="connsiteY88" fmla="*/ 428472 h 547421"/>
                <a:gd name="connsiteX89" fmla="*/ 866900 w 2912392"/>
                <a:gd name="connsiteY89" fmla="*/ 432379 h 547421"/>
                <a:gd name="connsiteX90" fmla="*/ 876641 w 2912392"/>
                <a:gd name="connsiteY90" fmla="*/ 436218 h 547421"/>
                <a:gd name="connsiteX91" fmla="*/ 886381 w 2912392"/>
                <a:gd name="connsiteY91" fmla="*/ 439991 h 547421"/>
                <a:gd name="connsiteX92" fmla="*/ 896122 w 2912392"/>
                <a:gd name="connsiteY92" fmla="*/ 443698 h 547421"/>
                <a:gd name="connsiteX93" fmla="*/ 905863 w 2912392"/>
                <a:gd name="connsiteY93" fmla="*/ 447336 h 547421"/>
                <a:gd name="connsiteX94" fmla="*/ 915602 w 2912392"/>
                <a:gd name="connsiteY94" fmla="*/ 450907 h 547421"/>
                <a:gd name="connsiteX95" fmla="*/ 925343 w 2912392"/>
                <a:gd name="connsiteY95" fmla="*/ 454413 h 547421"/>
                <a:gd name="connsiteX96" fmla="*/ 935084 w 2912392"/>
                <a:gd name="connsiteY96" fmla="*/ 457850 h 547421"/>
                <a:gd name="connsiteX97" fmla="*/ 944824 w 2912392"/>
                <a:gd name="connsiteY97" fmla="*/ 461220 h 547421"/>
                <a:gd name="connsiteX98" fmla="*/ 954564 w 2912392"/>
                <a:gd name="connsiteY98" fmla="*/ 464523 h 547421"/>
                <a:gd name="connsiteX99" fmla="*/ 964305 w 2912392"/>
                <a:gd name="connsiteY99" fmla="*/ 467759 h 547421"/>
                <a:gd name="connsiteX100" fmla="*/ 974045 w 2912392"/>
                <a:gd name="connsiteY100" fmla="*/ 470927 h 547421"/>
                <a:gd name="connsiteX101" fmla="*/ 983786 w 2912392"/>
                <a:gd name="connsiteY101" fmla="*/ 474029 h 547421"/>
                <a:gd name="connsiteX102" fmla="*/ 993522 w 2912392"/>
                <a:gd name="connsiteY102" fmla="*/ 477062 h 547421"/>
                <a:gd name="connsiteX103" fmla="*/ 1003266 w 2912392"/>
                <a:gd name="connsiteY103" fmla="*/ 480030 h 547421"/>
                <a:gd name="connsiteX104" fmla="*/ 1013010 w 2912392"/>
                <a:gd name="connsiteY104" fmla="*/ 482931 h 547421"/>
                <a:gd name="connsiteX105" fmla="*/ 1022754 w 2912392"/>
                <a:gd name="connsiteY105" fmla="*/ 485763 h 547421"/>
                <a:gd name="connsiteX106" fmla="*/ 1032483 w 2912392"/>
                <a:gd name="connsiteY106" fmla="*/ 488530 h 547421"/>
                <a:gd name="connsiteX107" fmla="*/ 1042227 w 2912392"/>
                <a:gd name="connsiteY107" fmla="*/ 491230 h 547421"/>
                <a:gd name="connsiteX108" fmla="*/ 1051971 w 2912392"/>
                <a:gd name="connsiteY108" fmla="*/ 493863 h 547421"/>
                <a:gd name="connsiteX109" fmla="*/ 1061715 w 2912392"/>
                <a:gd name="connsiteY109" fmla="*/ 496430 h 547421"/>
                <a:gd name="connsiteX110" fmla="*/ 1071444 w 2912392"/>
                <a:gd name="connsiteY110" fmla="*/ 498930 h 547421"/>
                <a:gd name="connsiteX111" fmla="*/ 1081188 w 2912392"/>
                <a:gd name="connsiteY111" fmla="*/ 501364 h 547421"/>
                <a:gd name="connsiteX112" fmla="*/ 1090932 w 2912392"/>
                <a:gd name="connsiteY112" fmla="*/ 503732 h 547421"/>
                <a:gd name="connsiteX113" fmla="*/ 1100676 w 2912392"/>
                <a:gd name="connsiteY113" fmla="*/ 506033 h 547421"/>
                <a:gd name="connsiteX114" fmla="*/ 1110405 w 2912392"/>
                <a:gd name="connsiteY114" fmla="*/ 508268 h 547421"/>
                <a:gd name="connsiteX115" fmla="*/ 1120149 w 2912392"/>
                <a:gd name="connsiteY115" fmla="*/ 510439 h 547421"/>
                <a:gd name="connsiteX116" fmla="*/ 1129893 w 2912392"/>
                <a:gd name="connsiteY116" fmla="*/ 512544 h 547421"/>
                <a:gd name="connsiteX117" fmla="*/ 1139637 w 2912392"/>
                <a:gd name="connsiteY117" fmla="*/ 514584 h 547421"/>
                <a:gd name="connsiteX118" fmla="*/ 1149381 w 2912392"/>
                <a:gd name="connsiteY118" fmla="*/ 516560 h 547421"/>
                <a:gd name="connsiteX119" fmla="*/ 1159110 w 2912392"/>
                <a:gd name="connsiteY119" fmla="*/ 518470 h 547421"/>
                <a:gd name="connsiteX120" fmla="*/ 1168854 w 2912392"/>
                <a:gd name="connsiteY120" fmla="*/ 520316 h 547421"/>
                <a:gd name="connsiteX121" fmla="*/ 1178598 w 2912392"/>
                <a:gd name="connsiteY121" fmla="*/ 522096 h 547421"/>
                <a:gd name="connsiteX122" fmla="*/ 1188341 w 2912392"/>
                <a:gd name="connsiteY122" fmla="*/ 523814 h 547421"/>
                <a:gd name="connsiteX123" fmla="*/ 1198070 w 2912392"/>
                <a:gd name="connsiteY123" fmla="*/ 525468 h 547421"/>
                <a:gd name="connsiteX124" fmla="*/ 1207814 w 2912392"/>
                <a:gd name="connsiteY124" fmla="*/ 527059 h 547421"/>
                <a:gd name="connsiteX125" fmla="*/ 1217558 w 2912392"/>
                <a:gd name="connsiteY125" fmla="*/ 528588 h 547421"/>
                <a:gd name="connsiteX126" fmla="*/ 1227302 w 2912392"/>
                <a:gd name="connsiteY126" fmla="*/ 530052 h 547421"/>
                <a:gd name="connsiteX127" fmla="*/ 1237031 w 2912392"/>
                <a:gd name="connsiteY127" fmla="*/ 531456 h 547421"/>
                <a:gd name="connsiteX128" fmla="*/ 1246775 w 2912392"/>
                <a:gd name="connsiteY128" fmla="*/ 532796 h 547421"/>
                <a:gd name="connsiteX129" fmla="*/ 1256519 w 2912392"/>
                <a:gd name="connsiteY129" fmla="*/ 534076 h 547421"/>
                <a:gd name="connsiteX130" fmla="*/ 1266263 w 2912392"/>
                <a:gd name="connsiteY130" fmla="*/ 535295 h 547421"/>
                <a:gd name="connsiteX131" fmla="*/ 1276007 w 2912392"/>
                <a:gd name="connsiteY131" fmla="*/ 536454 h 547421"/>
                <a:gd name="connsiteX132" fmla="*/ 1285736 w 2912392"/>
                <a:gd name="connsiteY132" fmla="*/ 537552 h 547421"/>
                <a:gd name="connsiteX133" fmla="*/ 1295480 w 2912392"/>
                <a:gd name="connsiteY133" fmla="*/ 538589 h 547421"/>
                <a:gd name="connsiteX134" fmla="*/ 1305224 w 2912392"/>
                <a:gd name="connsiteY134" fmla="*/ 539568 h 547421"/>
                <a:gd name="connsiteX135" fmla="*/ 1314968 w 2912392"/>
                <a:gd name="connsiteY135" fmla="*/ 540487 h 547421"/>
                <a:gd name="connsiteX136" fmla="*/ 1324697 w 2912392"/>
                <a:gd name="connsiteY136" fmla="*/ 541349 h 547421"/>
                <a:gd name="connsiteX137" fmla="*/ 1334441 w 2912392"/>
                <a:gd name="connsiteY137" fmla="*/ 542150 h 547421"/>
                <a:gd name="connsiteX138" fmla="*/ 1344185 w 2912392"/>
                <a:gd name="connsiteY138" fmla="*/ 542895 h 547421"/>
                <a:gd name="connsiteX139" fmla="*/ 1353929 w 2912392"/>
                <a:gd name="connsiteY139" fmla="*/ 543582 h 547421"/>
                <a:gd name="connsiteX140" fmla="*/ 1363658 w 2912392"/>
                <a:gd name="connsiteY140" fmla="*/ 544211 h 547421"/>
                <a:gd name="connsiteX141" fmla="*/ 1373402 w 2912392"/>
                <a:gd name="connsiteY141" fmla="*/ 544783 h 547421"/>
                <a:gd name="connsiteX142" fmla="*/ 1383146 w 2912392"/>
                <a:gd name="connsiteY142" fmla="*/ 545298 h 547421"/>
                <a:gd name="connsiteX143" fmla="*/ 1392890 w 2912392"/>
                <a:gd name="connsiteY143" fmla="*/ 545757 h 547421"/>
                <a:gd name="connsiteX144" fmla="*/ 1402619 w 2912392"/>
                <a:gd name="connsiteY144" fmla="*/ 546161 h 547421"/>
                <a:gd name="connsiteX145" fmla="*/ 1412363 w 2912392"/>
                <a:gd name="connsiteY145" fmla="*/ 546508 h 547421"/>
                <a:gd name="connsiteX146" fmla="*/ 1422106 w 2912392"/>
                <a:gd name="connsiteY146" fmla="*/ 546799 h 547421"/>
                <a:gd name="connsiteX147" fmla="*/ 1431850 w 2912392"/>
                <a:gd name="connsiteY147" fmla="*/ 547034 h 547421"/>
                <a:gd name="connsiteX148" fmla="*/ 1441594 w 2912392"/>
                <a:gd name="connsiteY148" fmla="*/ 547214 h 547421"/>
                <a:gd name="connsiteX149" fmla="*/ 1451323 w 2912392"/>
                <a:gd name="connsiteY149" fmla="*/ 547339 h 547421"/>
                <a:gd name="connsiteX150" fmla="*/ 1461067 w 2912392"/>
                <a:gd name="connsiteY150" fmla="*/ 547408 h 547421"/>
                <a:gd name="connsiteX151" fmla="*/ 1470811 w 2912392"/>
                <a:gd name="connsiteY151" fmla="*/ 547421 h 547421"/>
                <a:gd name="connsiteX152" fmla="*/ 1480555 w 2912392"/>
                <a:gd name="connsiteY152" fmla="*/ 547378 h 547421"/>
                <a:gd name="connsiteX153" fmla="*/ 1490284 w 2912392"/>
                <a:gd name="connsiteY153" fmla="*/ 547280 h 547421"/>
                <a:gd name="connsiteX154" fmla="*/ 1500028 w 2912392"/>
                <a:gd name="connsiteY154" fmla="*/ 547126 h 547421"/>
                <a:gd name="connsiteX155" fmla="*/ 1509772 w 2912392"/>
                <a:gd name="connsiteY155" fmla="*/ 546915 h 547421"/>
                <a:gd name="connsiteX156" fmla="*/ 1519516 w 2912392"/>
                <a:gd name="connsiteY156" fmla="*/ 546648 h 547421"/>
                <a:gd name="connsiteX157" fmla="*/ 1529245 w 2912392"/>
                <a:gd name="connsiteY157" fmla="*/ 546323 h 547421"/>
                <a:gd name="connsiteX158" fmla="*/ 1538989 w 2912392"/>
                <a:gd name="connsiteY158" fmla="*/ 545942 h 547421"/>
                <a:gd name="connsiteX159" fmla="*/ 1548733 w 2912392"/>
                <a:gd name="connsiteY159" fmla="*/ 545504 h 547421"/>
                <a:gd name="connsiteX160" fmla="*/ 1558477 w 2912392"/>
                <a:gd name="connsiteY160" fmla="*/ 545006 h 547421"/>
                <a:gd name="connsiteX161" fmla="*/ 1568221 w 2912392"/>
                <a:gd name="connsiteY161" fmla="*/ 544449 h 547421"/>
                <a:gd name="connsiteX162" fmla="*/ 1577950 w 2912392"/>
                <a:gd name="connsiteY162" fmla="*/ 543834 h 547421"/>
                <a:gd name="connsiteX163" fmla="*/ 1587694 w 2912392"/>
                <a:gd name="connsiteY163" fmla="*/ 543157 h 547421"/>
                <a:gd name="connsiteX164" fmla="*/ 1597438 w 2912392"/>
                <a:gd name="connsiteY164" fmla="*/ 542420 h 547421"/>
                <a:gd name="connsiteX165" fmla="*/ 1607182 w 2912392"/>
                <a:gd name="connsiteY165" fmla="*/ 541621 h 547421"/>
                <a:gd name="connsiteX166" fmla="*/ 1616911 w 2912392"/>
                <a:gd name="connsiteY166" fmla="*/ 540759 h 547421"/>
                <a:gd name="connsiteX167" fmla="*/ 1626655 w 2912392"/>
                <a:gd name="connsiteY167" fmla="*/ 539835 h 547421"/>
                <a:gd name="connsiteX168" fmla="*/ 1636399 w 2912392"/>
                <a:gd name="connsiteY168" fmla="*/ 538844 h 547421"/>
                <a:gd name="connsiteX169" fmla="*/ 1646142 w 2912392"/>
                <a:gd name="connsiteY169" fmla="*/ 537789 h 547421"/>
                <a:gd name="connsiteX170" fmla="*/ 1655872 w 2912392"/>
                <a:gd name="connsiteY170" fmla="*/ 536669 h 547421"/>
                <a:gd name="connsiteX171" fmla="*/ 1665616 w 2912392"/>
                <a:gd name="connsiteY171" fmla="*/ 535480 h 547421"/>
                <a:gd name="connsiteX172" fmla="*/ 1675359 w 2912392"/>
                <a:gd name="connsiteY172" fmla="*/ 534222 h 547421"/>
                <a:gd name="connsiteX173" fmla="*/ 1685103 w 2912392"/>
                <a:gd name="connsiteY173" fmla="*/ 532896 h 547421"/>
                <a:gd name="connsiteX174" fmla="*/ 1694832 w 2912392"/>
                <a:gd name="connsiteY174" fmla="*/ 531499 h 547421"/>
                <a:gd name="connsiteX175" fmla="*/ 1704576 w 2912392"/>
                <a:gd name="connsiteY175" fmla="*/ 530031 h 547421"/>
                <a:gd name="connsiteX176" fmla="*/ 1714320 w 2912392"/>
                <a:gd name="connsiteY176" fmla="*/ 528489 h 547421"/>
                <a:gd name="connsiteX177" fmla="*/ 1724064 w 2912392"/>
                <a:gd name="connsiteY177" fmla="*/ 526873 h 547421"/>
                <a:gd name="connsiteX178" fmla="*/ 1733808 w 2912392"/>
                <a:gd name="connsiteY178" fmla="*/ 525183 h 547421"/>
                <a:gd name="connsiteX179" fmla="*/ 1743537 w 2912392"/>
                <a:gd name="connsiteY179" fmla="*/ 523416 h 547421"/>
                <a:gd name="connsiteX180" fmla="*/ 1753281 w 2912392"/>
                <a:gd name="connsiteY180" fmla="*/ 521572 h 547421"/>
                <a:gd name="connsiteX181" fmla="*/ 1763025 w 2912392"/>
                <a:gd name="connsiteY181" fmla="*/ 519650 h 547421"/>
                <a:gd name="connsiteX182" fmla="*/ 1772769 w 2912392"/>
                <a:gd name="connsiteY182" fmla="*/ 517649 h 547421"/>
                <a:gd name="connsiteX183" fmla="*/ 1782498 w 2912392"/>
                <a:gd name="connsiteY183" fmla="*/ 515567 h 547421"/>
                <a:gd name="connsiteX184" fmla="*/ 1792242 w 2912392"/>
                <a:gd name="connsiteY184" fmla="*/ 513404 h 547421"/>
                <a:gd name="connsiteX185" fmla="*/ 1801986 w 2912392"/>
                <a:gd name="connsiteY185" fmla="*/ 511159 h 547421"/>
                <a:gd name="connsiteX186" fmla="*/ 1811730 w 2912392"/>
                <a:gd name="connsiteY186" fmla="*/ 508832 h 547421"/>
                <a:gd name="connsiteX187" fmla="*/ 1821459 w 2912392"/>
                <a:gd name="connsiteY187" fmla="*/ 506419 h 547421"/>
                <a:gd name="connsiteX188" fmla="*/ 1831203 w 2912392"/>
                <a:gd name="connsiteY188" fmla="*/ 503924 h 547421"/>
                <a:gd name="connsiteX189" fmla="*/ 1840947 w 2912392"/>
                <a:gd name="connsiteY189" fmla="*/ 501343 h 547421"/>
                <a:gd name="connsiteX190" fmla="*/ 1850691 w 2912392"/>
                <a:gd name="connsiteY190" fmla="*/ 498676 h 547421"/>
                <a:gd name="connsiteX191" fmla="*/ 1860435 w 2912392"/>
                <a:gd name="connsiteY191" fmla="*/ 495924 h 547421"/>
                <a:gd name="connsiteX192" fmla="*/ 1870164 w 2912392"/>
                <a:gd name="connsiteY192" fmla="*/ 493085 h 547421"/>
                <a:gd name="connsiteX193" fmla="*/ 1879908 w 2912392"/>
                <a:gd name="connsiteY193" fmla="*/ 490160 h 547421"/>
                <a:gd name="connsiteX194" fmla="*/ 1889652 w 2912392"/>
                <a:gd name="connsiteY194" fmla="*/ 487148 h 547421"/>
                <a:gd name="connsiteX195" fmla="*/ 1899395 w 2912392"/>
                <a:gd name="connsiteY195" fmla="*/ 484048 h 547421"/>
                <a:gd name="connsiteX196" fmla="*/ 1909124 w 2912392"/>
                <a:gd name="connsiteY196" fmla="*/ 480863 h 547421"/>
                <a:gd name="connsiteX197" fmla="*/ 1918868 w 2912392"/>
                <a:gd name="connsiteY197" fmla="*/ 477590 h 547421"/>
                <a:gd name="connsiteX198" fmla="*/ 1928612 w 2912392"/>
                <a:gd name="connsiteY198" fmla="*/ 474232 h 547421"/>
                <a:gd name="connsiteX199" fmla="*/ 1938356 w 2912392"/>
                <a:gd name="connsiteY199" fmla="*/ 470787 h 547421"/>
                <a:gd name="connsiteX200" fmla="*/ 1948085 w 2912392"/>
                <a:gd name="connsiteY200" fmla="*/ 467257 h 547421"/>
                <a:gd name="connsiteX201" fmla="*/ 1957829 w 2912392"/>
                <a:gd name="connsiteY201" fmla="*/ 463643 h 547421"/>
                <a:gd name="connsiteX202" fmla="*/ 1967573 w 2912392"/>
                <a:gd name="connsiteY202" fmla="*/ 459945 h 547421"/>
                <a:gd name="connsiteX203" fmla="*/ 1977317 w 2912392"/>
                <a:gd name="connsiteY203" fmla="*/ 456164 h 547421"/>
                <a:gd name="connsiteX204" fmla="*/ 1987046 w 2912392"/>
                <a:gd name="connsiteY204" fmla="*/ 452300 h 547421"/>
                <a:gd name="connsiteX205" fmla="*/ 1996790 w 2912392"/>
                <a:gd name="connsiteY205" fmla="*/ 448358 h 547421"/>
                <a:gd name="connsiteX206" fmla="*/ 2006534 w 2912392"/>
                <a:gd name="connsiteY206" fmla="*/ 444335 h 547421"/>
                <a:gd name="connsiteX207" fmla="*/ 2016278 w 2912392"/>
                <a:gd name="connsiteY207" fmla="*/ 440234 h 547421"/>
                <a:gd name="connsiteX208" fmla="*/ 2026022 w 2912392"/>
                <a:gd name="connsiteY208" fmla="*/ 436057 h 547421"/>
                <a:gd name="connsiteX209" fmla="*/ 2035751 w 2912392"/>
                <a:gd name="connsiteY209" fmla="*/ 431807 h 547421"/>
                <a:gd name="connsiteX210" fmla="*/ 2045495 w 2912392"/>
                <a:gd name="connsiteY210" fmla="*/ 427483 h 547421"/>
                <a:gd name="connsiteX211" fmla="*/ 2055239 w 2912392"/>
                <a:gd name="connsiteY211" fmla="*/ 423088 h 547421"/>
                <a:gd name="connsiteX212" fmla="*/ 2064983 w 2912392"/>
                <a:gd name="connsiteY212" fmla="*/ 418626 h 547421"/>
                <a:gd name="connsiteX213" fmla="*/ 2074712 w 2912392"/>
                <a:gd name="connsiteY213" fmla="*/ 414096 h 547421"/>
                <a:gd name="connsiteX214" fmla="*/ 2084456 w 2912392"/>
                <a:gd name="connsiteY214" fmla="*/ 409504 h 547421"/>
                <a:gd name="connsiteX215" fmla="*/ 2094200 w 2912392"/>
                <a:gd name="connsiteY215" fmla="*/ 404850 h 547421"/>
                <a:gd name="connsiteX216" fmla="*/ 2103944 w 2912392"/>
                <a:gd name="connsiteY216" fmla="*/ 400136 h 547421"/>
                <a:gd name="connsiteX217" fmla="*/ 2113673 w 2912392"/>
                <a:gd name="connsiteY217" fmla="*/ 395367 h 547421"/>
                <a:gd name="connsiteX218" fmla="*/ 2123417 w 2912392"/>
                <a:gd name="connsiteY218" fmla="*/ 390543 h 547421"/>
                <a:gd name="connsiteX219" fmla="*/ 2133161 w 2912392"/>
                <a:gd name="connsiteY219" fmla="*/ 385669 h 547421"/>
                <a:gd name="connsiteX220" fmla="*/ 2142905 w 2912392"/>
                <a:gd name="connsiteY220" fmla="*/ 380746 h 547421"/>
                <a:gd name="connsiteX221" fmla="*/ 2152649 w 2912392"/>
                <a:gd name="connsiteY221" fmla="*/ 375779 h 547421"/>
                <a:gd name="connsiteX222" fmla="*/ 2162377 w 2912392"/>
                <a:gd name="connsiteY222" fmla="*/ 370770 h 547421"/>
                <a:gd name="connsiteX223" fmla="*/ 2172121 w 2912392"/>
                <a:gd name="connsiteY223" fmla="*/ 365722 h 547421"/>
                <a:gd name="connsiteX224" fmla="*/ 2181865 w 2912392"/>
                <a:gd name="connsiteY224" fmla="*/ 360639 h 547421"/>
                <a:gd name="connsiteX225" fmla="*/ 2191609 w 2912392"/>
                <a:gd name="connsiteY225" fmla="*/ 355522 h 547421"/>
                <a:gd name="connsiteX226" fmla="*/ 2201338 w 2912392"/>
                <a:gd name="connsiteY226" fmla="*/ 350376 h 547421"/>
                <a:gd name="connsiteX227" fmla="*/ 2211082 w 2912392"/>
                <a:gd name="connsiteY227" fmla="*/ 345205 h 547421"/>
                <a:gd name="connsiteX228" fmla="*/ 2220826 w 2912392"/>
                <a:gd name="connsiteY228" fmla="*/ 340010 h 547421"/>
                <a:gd name="connsiteX229" fmla="*/ 2230570 w 2912392"/>
                <a:gd name="connsiteY229" fmla="*/ 334795 h 547421"/>
                <a:gd name="connsiteX230" fmla="*/ 2240299 w 2912392"/>
                <a:gd name="connsiteY230" fmla="*/ 329564 h 547421"/>
                <a:gd name="connsiteX231" fmla="*/ 2250043 w 2912392"/>
                <a:gd name="connsiteY231" fmla="*/ 324320 h 547421"/>
                <a:gd name="connsiteX232" fmla="*/ 2259787 w 2912392"/>
                <a:gd name="connsiteY232" fmla="*/ 319065 h 547421"/>
                <a:gd name="connsiteX233" fmla="*/ 2269531 w 2912392"/>
                <a:gd name="connsiteY233" fmla="*/ 313804 h 547421"/>
                <a:gd name="connsiteX234" fmla="*/ 2279260 w 2912392"/>
                <a:gd name="connsiteY234" fmla="*/ 308540 h 547421"/>
                <a:gd name="connsiteX235" fmla="*/ 2289004 w 2912392"/>
                <a:gd name="connsiteY235" fmla="*/ 303276 h 547421"/>
                <a:gd name="connsiteX236" fmla="*/ 2298748 w 2912392"/>
                <a:gd name="connsiteY236" fmla="*/ 298014 h 547421"/>
                <a:gd name="connsiteX237" fmla="*/ 2308492 w 2912392"/>
                <a:gd name="connsiteY237" fmla="*/ 292759 h 547421"/>
                <a:gd name="connsiteX238" fmla="*/ 2318236 w 2912392"/>
                <a:gd name="connsiteY238" fmla="*/ 287513 h 547421"/>
                <a:gd name="connsiteX239" fmla="*/ 2327965 w 2912392"/>
                <a:gd name="connsiteY239" fmla="*/ 282279 h 547421"/>
                <a:gd name="connsiteX240" fmla="*/ 2337709 w 2912392"/>
                <a:gd name="connsiteY240" fmla="*/ 277060 h 547421"/>
                <a:gd name="connsiteX241" fmla="*/ 2347453 w 2912392"/>
                <a:gd name="connsiteY241" fmla="*/ 271860 h 547421"/>
                <a:gd name="connsiteX242" fmla="*/ 2357197 w 2912392"/>
                <a:gd name="connsiteY242" fmla="*/ 266681 h 547421"/>
                <a:gd name="connsiteX243" fmla="*/ 2366926 w 2912392"/>
                <a:gd name="connsiteY243" fmla="*/ 261526 h 547421"/>
                <a:gd name="connsiteX244" fmla="*/ 2376670 w 2912392"/>
                <a:gd name="connsiteY244" fmla="*/ 256398 h 547421"/>
                <a:gd name="connsiteX245" fmla="*/ 2386413 w 2912392"/>
                <a:gd name="connsiteY245" fmla="*/ 251300 h 547421"/>
                <a:gd name="connsiteX246" fmla="*/ 2396157 w 2912392"/>
                <a:gd name="connsiteY246" fmla="*/ 246234 h 547421"/>
                <a:gd name="connsiteX247" fmla="*/ 2405886 w 2912392"/>
                <a:gd name="connsiteY247" fmla="*/ 241203 h 547421"/>
                <a:gd name="connsiteX248" fmla="*/ 2415630 w 2912392"/>
                <a:gd name="connsiteY248" fmla="*/ 236210 h 547421"/>
                <a:gd name="connsiteX249" fmla="*/ 2425374 w 2912392"/>
                <a:gd name="connsiteY249" fmla="*/ 231257 h 547421"/>
                <a:gd name="connsiteX250" fmla="*/ 2435118 w 2912392"/>
                <a:gd name="connsiteY250" fmla="*/ 226347 h 547421"/>
                <a:gd name="connsiteX251" fmla="*/ 2444862 w 2912392"/>
                <a:gd name="connsiteY251" fmla="*/ 221482 h 547421"/>
                <a:gd name="connsiteX252" fmla="*/ 2454591 w 2912392"/>
                <a:gd name="connsiteY252" fmla="*/ 216665 h 547421"/>
                <a:gd name="connsiteX253" fmla="*/ 2464335 w 2912392"/>
                <a:gd name="connsiteY253" fmla="*/ 211899 h 547421"/>
                <a:gd name="connsiteX254" fmla="*/ 2474079 w 2912392"/>
                <a:gd name="connsiteY254" fmla="*/ 207185 h 547421"/>
                <a:gd name="connsiteX255" fmla="*/ 2483823 w 2912392"/>
                <a:gd name="connsiteY255" fmla="*/ 202525 h 547421"/>
                <a:gd name="connsiteX256" fmla="*/ 2493552 w 2912392"/>
                <a:gd name="connsiteY256" fmla="*/ 197923 h 547421"/>
                <a:gd name="connsiteX257" fmla="*/ 2503296 w 2912392"/>
                <a:gd name="connsiteY257" fmla="*/ 193380 h 547421"/>
                <a:gd name="connsiteX258" fmla="*/ 2513040 w 2912392"/>
                <a:gd name="connsiteY258" fmla="*/ 188898 h 547421"/>
                <a:gd name="connsiteX259" fmla="*/ 2522784 w 2912392"/>
                <a:gd name="connsiteY259" fmla="*/ 184482 h 547421"/>
                <a:gd name="connsiteX260" fmla="*/ 2532513 w 2912392"/>
                <a:gd name="connsiteY260" fmla="*/ 180130 h 547421"/>
                <a:gd name="connsiteX261" fmla="*/ 2542257 w 2912392"/>
                <a:gd name="connsiteY261" fmla="*/ 175847 h 547421"/>
                <a:gd name="connsiteX262" fmla="*/ 2552001 w 2912392"/>
                <a:gd name="connsiteY262" fmla="*/ 171635 h 547421"/>
                <a:gd name="connsiteX263" fmla="*/ 2561745 w 2912392"/>
                <a:gd name="connsiteY263" fmla="*/ 167494 h 547421"/>
                <a:gd name="connsiteX264" fmla="*/ 2571474 w 2912392"/>
                <a:gd name="connsiteY264" fmla="*/ 163430 h 547421"/>
                <a:gd name="connsiteX265" fmla="*/ 2581218 w 2912392"/>
                <a:gd name="connsiteY265" fmla="*/ 159441 h 547421"/>
                <a:gd name="connsiteX266" fmla="*/ 2590962 w 2912392"/>
                <a:gd name="connsiteY266" fmla="*/ 155532 h 547421"/>
                <a:gd name="connsiteX267" fmla="*/ 2600705 w 2912392"/>
                <a:gd name="connsiteY267" fmla="*/ 151704 h 547421"/>
                <a:gd name="connsiteX268" fmla="*/ 2610449 w 2912392"/>
                <a:gd name="connsiteY268" fmla="*/ 147960 h 547421"/>
                <a:gd name="connsiteX269" fmla="*/ 2620178 w 2912392"/>
                <a:gd name="connsiteY269" fmla="*/ 144301 h 547421"/>
                <a:gd name="connsiteX270" fmla="*/ 2629922 w 2912392"/>
                <a:gd name="connsiteY270" fmla="*/ 140730 h 547421"/>
                <a:gd name="connsiteX271" fmla="*/ 2639666 w 2912392"/>
                <a:gd name="connsiteY271" fmla="*/ 137249 h 547421"/>
                <a:gd name="connsiteX272" fmla="*/ 2649410 w 2912392"/>
                <a:gd name="connsiteY272" fmla="*/ 133861 h 547421"/>
                <a:gd name="connsiteX273" fmla="*/ 2659139 w 2912392"/>
                <a:gd name="connsiteY273" fmla="*/ 130567 h 547421"/>
                <a:gd name="connsiteX274" fmla="*/ 2668883 w 2912392"/>
                <a:gd name="connsiteY274" fmla="*/ 127370 h 547421"/>
                <a:gd name="connsiteX275" fmla="*/ 2678627 w 2912392"/>
                <a:gd name="connsiteY275" fmla="*/ 124271 h 547421"/>
                <a:gd name="connsiteX276" fmla="*/ 2688371 w 2912392"/>
                <a:gd name="connsiteY276" fmla="*/ 121273 h 547421"/>
                <a:gd name="connsiteX277" fmla="*/ 2698100 w 2912392"/>
                <a:gd name="connsiteY277" fmla="*/ 118378 h 547421"/>
                <a:gd name="connsiteX278" fmla="*/ 2707844 w 2912392"/>
                <a:gd name="connsiteY278" fmla="*/ 115591 h 547421"/>
                <a:gd name="connsiteX279" fmla="*/ 2717588 w 2912392"/>
                <a:gd name="connsiteY279" fmla="*/ 112909 h 547421"/>
                <a:gd name="connsiteX280" fmla="*/ 2727332 w 2912392"/>
                <a:gd name="connsiteY280" fmla="*/ 110337 h 547421"/>
                <a:gd name="connsiteX281" fmla="*/ 2737076 w 2912392"/>
                <a:gd name="connsiteY281" fmla="*/ 107879 h 547421"/>
                <a:gd name="connsiteX282" fmla="*/ 2746805 w 2912392"/>
                <a:gd name="connsiteY282" fmla="*/ 105534 h 547421"/>
                <a:gd name="connsiteX283" fmla="*/ 2756549 w 2912392"/>
                <a:gd name="connsiteY283" fmla="*/ 103307 h 547421"/>
                <a:gd name="connsiteX284" fmla="*/ 2766293 w 2912392"/>
                <a:gd name="connsiteY284" fmla="*/ 101197 h 547421"/>
                <a:gd name="connsiteX285" fmla="*/ 2776037 w 2912392"/>
                <a:gd name="connsiteY285" fmla="*/ 99206 h 547421"/>
                <a:gd name="connsiteX286" fmla="*/ 2785766 w 2912392"/>
                <a:gd name="connsiteY286" fmla="*/ 97340 h 547421"/>
                <a:gd name="connsiteX287" fmla="*/ 2795510 w 2912392"/>
                <a:gd name="connsiteY287" fmla="*/ 95598 h 547421"/>
                <a:gd name="connsiteX288" fmla="*/ 2805254 w 2912392"/>
                <a:gd name="connsiteY288" fmla="*/ 93981 h 547421"/>
                <a:gd name="connsiteX289" fmla="*/ 2814998 w 2912392"/>
                <a:gd name="connsiteY289" fmla="*/ 92493 h 547421"/>
                <a:gd name="connsiteX290" fmla="*/ 2824727 w 2912392"/>
                <a:gd name="connsiteY290" fmla="*/ 91134 h 547421"/>
                <a:gd name="connsiteX291" fmla="*/ 2834471 w 2912392"/>
                <a:gd name="connsiteY291" fmla="*/ 89908 h 547421"/>
                <a:gd name="connsiteX292" fmla="*/ 2844215 w 2912392"/>
                <a:gd name="connsiteY292" fmla="*/ 88814 h 547421"/>
                <a:gd name="connsiteX293" fmla="*/ 2853958 w 2912392"/>
                <a:gd name="connsiteY293" fmla="*/ 87855 h 547421"/>
                <a:gd name="connsiteX294" fmla="*/ 2863687 w 2912392"/>
                <a:gd name="connsiteY294" fmla="*/ 87031 h 547421"/>
                <a:gd name="connsiteX295" fmla="*/ 2873431 w 2912392"/>
                <a:gd name="connsiteY295" fmla="*/ 86344 h 547421"/>
                <a:gd name="connsiteX296" fmla="*/ 2883175 w 2912392"/>
                <a:gd name="connsiteY296" fmla="*/ 85796 h 547421"/>
                <a:gd name="connsiteX297" fmla="*/ 2892919 w 2912392"/>
                <a:gd name="connsiteY297" fmla="*/ 85386 h 547421"/>
                <a:gd name="connsiteX298" fmla="*/ 2902663 w 2912392"/>
                <a:gd name="connsiteY298" fmla="*/ 85118 h 547421"/>
                <a:gd name="connsiteX299" fmla="*/ 2912392 w 2912392"/>
                <a:gd name="connsiteY299" fmla="*/ 84988 h 547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47421">
                  <a:moveTo>
                    <a:pt x="0" y="0"/>
                  </a:moveTo>
                  <a:lnTo>
                    <a:pt x="9739" y="2957"/>
                  </a:lnTo>
                  <a:lnTo>
                    <a:pt x="19480" y="5997"/>
                  </a:lnTo>
                  <a:lnTo>
                    <a:pt x="29221" y="9120"/>
                  </a:lnTo>
                  <a:lnTo>
                    <a:pt x="38961" y="12327"/>
                  </a:lnTo>
                  <a:lnTo>
                    <a:pt x="48702" y="15620"/>
                  </a:lnTo>
                  <a:lnTo>
                    <a:pt x="58443" y="18999"/>
                  </a:lnTo>
                  <a:lnTo>
                    <a:pt x="68182" y="22465"/>
                  </a:lnTo>
                  <a:lnTo>
                    <a:pt x="77923" y="26015"/>
                  </a:lnTo>
                  <a:lnTo>
                    <a:pt x="87664" y="29653"/>
                  </a:lnTo>
                  <a:lnTo>
                    <a:pt x="97404" y="33377"/>
                  </a:lnTo>
                  <a:lnTo>
                    <a:pt x="107145" y="37188"/>
                  </a:lnTo>
                  <a:lnTo>
                    <a:pt x="116886" y="41084"/>
                  </a:lnTo>
                  <a:lnTo>
                    <a:pt x="126625" y="45066"/>
                  </a:lnTo>
                  <a:lnTo>
                    <a:pt x="136366" y="49134"/>
                  </a:lnTo>
                  <a:lnTo>
                    <a:pt x="146107" y="53285"/>
                  </a:lnTo>
                  <a:lnTo>
                    <a:pt x="155846" y="57520"/>
                  </a:lnTo>
                  <a:lnTo>
                    <a:pt x="165587" y="61840"/>
                  </a:lnTo>
                  <a:lnTo>
                    <a:pt x="175328" y="66239"/>
                  </a:lnTo>
                  <a:lnTo>
                    <a:pt x="185068" y="70721"/>
                  </a:lnTo>
                  <a:lnTo>
                    <a:pt x="194809" y="75280"/>
                  </a:lnTo>
                  <a:lnTo>
                    <a:pt x="204550" y="79918"/>
                  </a:lnTo>
                  <a:lnTo>
                    <a:pt x="214289" y="84631"/>
                  </a:lnTo>
                  <a:lnTo>
                    <a:pt x="224030" y="89419"/>
                  </a:lnTo>
                  <a:lnTo>
                    <a:pt x="233771" y="94279"/>
                  </a:lnTo>
                  <a:lnTo>
                    <a:pt x="243510" y="99209"/>
                  </a:lnTo>
                  <a:lnTo>
                    <a:pt x="253251" y="104208"/>
                  </a:lnTo>
                  <a:lnTo>
                    <a:pt x="262992" y="109272"/>
                  </a:lnTo>
                  <a:lnTo>
                    <a:pt x="272732" y="114400"/>
                  </a:lnTo>
                  <a:lnTo>
                    <a:pt x="282473" y="119590"/>
                  </a:lnTo>
                  <a:lnTo>
                    <a:pt x="292214" y="124837"/>
                  </a:lnTo>
                  <a:lnTo>
                    <a:pt x="301953" y="130140"/>
                  </a:lnTo>
                  <a:lnTo>
                    <a:pt x="311694" y="135496"/>
                  </a:lnTo>
                  <a:lnTo>
                    <a:pt x="321435" y="140901"/>
                  </a:lnTo>
                  <a:lnTo>
                    <a:pt x="331175" y="146354"/>
                  </a:lnTo>
                  <a:lnTo>
                    <a:pt x="340916" y="151852"/>
                  </a:lnTo>
                  <a:lnTo>
                    <a:pt x="350656" y="157390"/>
                  </a:lnTo>
                  <a:lnTo>
                    <a:pt x="360396" y="162965"/>
                  </a:lnTo>
                  <a:lnTo>
                    <a:pt x="370137" y="168574"/>
                  </a:lnTo>
                  <a:lnTo>
                    <a:pt x="379878" y="174217"/>
                  </a:lnTo>
                  <a:lnTo>
                    <a:pt x="389617" y="179886"/>
                  </a:lnTo>
                  <a:lnTo>
                    <a:pt x="399358" y="185579"/>
                  </a:lnTo>
                  <a:lnTo>
                    <a:pt x="409099" y="191294"/>
                  </a:lnTo>
                  <a:lnTo>
                    <a:pt x="418839" y="197026"/>
                  </a:lnTo>
                  <a:lnTo>
                    <a:pt x="428580" y="202774"/>
                  </a:lnTo>
                  <a:lnTo>
                    <a:pt x="438321" y="208531"/>
                  </a:lnTo>
                  <a:lnTo>
                    <a:pt x="448060" y="214297"/>
                  </a:lnTo>
                  <a:lnTo>
                    <a:pt x="457801" y="220067"/>
                  </a:lnTo>
                  <a:lnTo>
                    <a:pt x="467542" y="225837"/>
                  </a:lnTo>
                  <a:lnTo>
                    <a:pt x="477281" y="231606"/>
                  </a:lnTo>
                  <a:lnTo>
                    <a:pt x="487022" y="237369"/>
                  </a:lnTo>
                  <a:lnTo>
                    <a:pt x="496763" y="243125"/>
                  </a:lnTo>
                  <a:lnTo>
                    <a:pt x="506503" y="248867"/>
                  </a:lnTo>
                  <a:lnTo>
                    <a:pt x="516244" y="254595"/>
                  </a:lnTo>
                  <a:lnTo>
                    <a:pt x="525985" y="260306"/>
                  </a:lnTo>
                  <a:lnTo>
                    <a:pt x="535724" y="265994"/>
                  </a:lnTo>
                  <a:lnTo>
                    <a:pt x="545465" y="271661"/>
                  </a:lnTo>
                  <a:lnTo>
                    <a:pt x="555206" y="277300"/>
                  </a:lnTo>
                  <a:lnTo>
                    <a:pt x="564946" y="282911"/>
                  </a:lnTo>
                  <a:lnTo>
                    <a:pt x="574687" y="288490"/>
                  </a:lnTo>
                  <a:lnTo>
                    <a:pt x="584428" y="294036"/>
                  </a:lnTo>
                  <a:lnTo>
                    <a:pt x="594167" y="299544"/>
                  </a:lnTo>
                  <a:lnTo>
                    <a:pt x="603908" y="305013"/>
                  </a:lnTo>
                  <a:lnTo>
                    <a:pt x="613649" y="310443"/>
                  </a:lnTo>
                  <a:lnTo>
                    <a:pt x="623388" y="315829"/>
                  </a:lnTo>
                  <a:lnTo>
                    <a:pt x="633129" y="321170"/>
                  </a:lnTo>
                  <a:lnTo>
                    <a:pt x="642870" y="326463"/>
                  </a:lnTo>
                  <a:lnTo>
                    <a:pt x="652610" y="331709"/>
                  </a:lnTo>
                  <a:lnTo>
                    <a:pt x="662351" y="336905"/>
                  </a:lnTo>
                  <a:lnTo>
                    <a:pt x="672092" y="342048"/>
                  </a:lnTo>
                  <a:lnTo>
                    <a:pt x="681831" y="347139"/>
                  </a:lnTo>
                  <a:lnTo>
                    <a:pt x="691572" y="352173"/>
                  </a:lnTo>
                  <a:lnTo>
                    <a:pt x="701313" y="357152"/>
                  </a:lnTo>
                  <a:lnTo>
                    <a:pt x="711052" y="362075"/>
                  </a:lnTo>
                  <a:lnTo>
                    <a:pt x="720793" y="366938"/>
                  </a:lnTo>
                  <a:lnTo>
                    <a:pt x="730534" y="371743"/>
                  </a:lnTo>
                  <a:lnTo>
                    <a:pt x="740274" y="376487"/>
                  </a:lnTo>
                  <a:lnTo>
                    <a:pt x="750015" y="381170"/>
                  </a:lnTo>
                  <a:lnTo>
                    <a:pt x="759756" y="385791"/>
                  </a:lnTo>
                  <a:lnTo>
                    <a:pt x="769495" y="390350"/>
                  </a:lnTo>
                  <a:lnTo>
                    <a:pt x="779236" y="394845"/>
                  </a:lnTo>
                  <a:lnTo>
                    <a:pt x="788977" y="399276"/>
                  </a:lnTo>
                  <a:lnTo>
                    <a:pt x="798717" y="403643"/>
                  </a:lnTo>
                  <a:lnTo>
                    <a:pt x="808458" y="407946"/>
                  </a:lnTo>
                  <a:lnTo>
                    <a:pt x="818199" y="412182"/>
                  </a:lnTo>
                  <a:lnTo>
                    <a:pt x="827938" y="416354"/>
                  </a:lnTo>
                  <a:lnTo>
                    <a:pt x="837679" y="420460"/>
                  </a:lnTo>
                  <a:lnTo>
                    <a:pt x="847420" y="424499"/>
                  </a:lnTo>
                  <a:lnTo>
                    <a:pt x="857159" y="428472"/>
                  </a:lnTo>
                  <a:lnTo>
                    <a:pt x="866900" y="432379"/>
                  </a:lnTo>
                  <a:lnTo>
                    <a:pt x="876641" y="436218"/>
                  </a:lnTo>
                  <a:lnTo>
                    <a:pt x="886381" y="439991"/>
                  </a:lnTo>
                  <a:lnTo>
                    <a:pt x="896122" y="443698"/>
                  </a:lnTo>
                  <a:lnTo>
                    <a:pt x="905863" y="447336"/>
                  </a:lnTo>
                  <a:lnTo>
                    <a:pt x="915602" y="450907"/>
                  </a:lnTo>
                  <a:lnTo>
                    <a:pt x="925343" y="454413"/>
                  </a:lnTo>
                  <a:lnTo>
                    <a:pt x="935084" y="457850"/>
                  </a:lnTo>
                  <a:lnTo>
                    <a:pt x="944824" y="461220"/>
                  </a:lnTo>
                  <a:lnTo>
                    <a:pt x="954564" y="464523"/>
                  </a:lnTo>
                  <a:lnTo>
                    <a:pt x="964305" y="467759"/>
                  </a:lnTo>
                  <a:lnTo>
                    <a:pt x="974045" y="470927"/>
                  </a:lnTo>
                  <a:lnTo>
                    <a:pt x="983786" y="474029"/>
                  </a:lnTo>
                  <a:lnTo>
                    <a:pt x="993522" y="477062"/>
                  </a:lnTo>
                  <a:lnTo>
                    <a:pt x="1003266" y="480030"/>
                  </a:lnTo>
                  <a:lnTo>
                    <a:pt x="1013010" y="482931"/>
                  </a:lnTo>
                  <a:lnTo>
                    <a:pt x="1022754" y="485763"/>
                  </a:lnTo>
                  <a:lnTo>
                    <a:pt x="1032483" y="488530"/>
                  </a:lnTo>
                  <a:lnTo>
                    <a:pt x="1042227" y="491230"/>
                  </a:lnTo>
                  <a:lnTo>
                    <a:pt x="1051971" y="493863"/>
                  </a:lnTo>
                  <a:lnTo>
                    <a:pt x="1061715" y="496430"/>
                  </a:lnTo>
                  <a:lnTo>
                    <a:pt x="1071444" y="498930"/>
                  </a:lnTo>
                  <a:lnTo>
                    <a:pt x="1081188" y="501364"/>
                  </a:lnTo>
                  <a:lnTo>
                    <a:pt x="1090932" y="503732"/>
                  </a:lnTo>
                  <a:lnTo>
                    <a:pt x="1100676" y="506033"/>
                  </a:lnTo>
                  <a:lnTo>
                    <a:pt x="1110405" y="508268"/>
                  </a:lnTo>
                  <a:lnTo>
                    <a:pt x="1120149" y="510439"/>
                  </a:lnTo>
                  <a:lnTo>
                    <a:pt x="1129893" y="512544"/>
                  </a:lnTo>
                  <a:lnTo>
                    <a:pt x="1139637" y="514584"/>
                  </a:lnTo>
                  <a:lnTo>
                    <a:pt x="1149381" y="516560"/>
                  </a:lnTo>
                  <a:lnTo>
                    <a:pt x="1159110" y="518470"/>
                  </a:lnTo>
                  <a:lnTo>
                    <a:pt x="1168854" y="520316"/>
                  </a:lnTo>
                  <a:lnTo>
                    <a:pt x="1178598" y="522096"/>
                  </a:lnTo>
                  <a:lnTo>
                    <a:pt x="1188341" y="523814"/>
                  </a:lnTo>
                  <a:lnTo>
                    <a:pt x="1198070" y="525468"/>
                  </a:lnTo>
                  <a:lnTo>
                    <a:pt x="1207814" y="527059"/>
                  </a:lnTo>
                  <a:lnTo>
                    <a:pt x="1217558" y="528588"/>
                  </a:lnTo>
                  <a:lnTo>
                    <a:pt x="1227302" y="530052"/>
                  </a:lnTo>
                  <a:lnTo>
                    <a:pt x="1237031" y="531456"/>
                  </a:lnTo>
                  <a:lnTo>
                    <a:pt x="1246775" y="532796"/>
                  </a:lnTo>
                  <a:lnTo>
                    <a:pt x="1256519" y="534076"/>
                  </a:lnTo>
                  <a:lnTo>
                    <a:pt x="1266263" y="535295"/>
                  </a:lnTo>
                  <a:lnTo>
                    <a:pt x="1276007" y="536454"/>
                  </a:lnTo>
                  <a:lnTo>
                    <a:pt x="1285736" y="537552"/>
                  </a:lnTo>
                  <a:lnTo>
                    <a:pt x="1295480" y="538589"/>
                  </a:lnTo>
                  <a:lnTo>
                    <a:pt x="1305224" y="539568"/>
                  </a:lnTo>
                  <a:lnTo>
                    <a:pt x="1314968" y="540487"/>
                  </a:lnTo>
                  <a:lnTo>
                    <a:pt x="1324697" y="541349"/>
                  </a:lnTo>
                  <a:lnTo>
                    <a:pt x="1334441" y="542150"/>
                  </a:lnTo>
                  <a:lnTo>
                    <a:pt x="1344185" y="542895"/>
                  </a:lnTo>
                  <a:lnTo>
                    <a:pt x="1353929" y="543582"/>
                  </a:lnTo>
                  <a:lnTo>
                    <a:pt x="1363658" y="544211"/>
                  </a:lnTo>
                  <a:lnTo>
                    <a:pt x="1373402" y="544783"/>
                  </a:lnTo>
                  <a:lnTo>
                    <a:pt x="1383146" y="545298"/>
                  </a:lnTo>
                  <a:lnTo>
                    <a:pt x="1392890" y="545757"/>
                  </a:lnTo>
                  <a:lnTo>
                    <a:pt x="1402619" y="546161"/>
                  </a:lnTo>
                  <a:lnTo>
                    <a:pt x="1412363" y="546508"/>
                  </a:lnTo>
                  <a:lnTo>
                    <a:pt x="1422106" y="546799"/>
                  </a:lnTo>
                  <a:lnTo>
                    <a:pt x="1431850" y="547034"/>
                  </a:lnTo>
                  <a:lnTo>
                    <a:pt x="1441594" y="547214"/>
                  </a:lnTo>
                  <a:lnTo>
                    <a:pt x="1451323" y="547339"/>
                  </a:lnTo>
                  <a:lnTo>
                    <a:pt x="1461067" y="547408"/>
                  </a:lnTo>
                  <a:lnTo>
                    <a:pt x="1470811" y="547421"/>
                  </a:lnTo>
                  <a:lnTo>
                    <a:pt x="1480555" y="547378"/>
                  </a:lnTo>
                  <a:lnTo>
                    <a:pt x="1490284" y="547280"/>
                  </a:lnTo>
                  <a:lnTo>
                    <a:pt x="1500028" y="547126"/>
                  </a:lnTo>
                  <a:lnTo>
                    <a:pt x="1509772" y="546915"/>
                  </a:lnTo>
                  <a:lnTo>
                    <a:pt x="1519516" y="546648"/>
                  </a:lnTo>
                  <a:lnTo>
                    <a:pt x="1529245" y="546323"/>
                  </a:lnTo>
                  <a:lnTo>
                    <a:pt x="1538989" y="545942"/>
                  </a:lnTo>
                  <a:lnTo>
                    <a:pt x="1548733" y="545504"/>
                  </a:lnTo>
                  <a:lnTo>
                    <a:pt x="1558477" y="545006"/>
                  </a:lnTo>
                  <a:lnTo>
                    <a:pt x="1568221" y="544449"/>
                  </a:lnTo>
                  <a:lnTo>
                    <a:pt x="1577950" y="543834"/>
                  </a:lnTo>
                  <a:lnTo>
                    <a:pt x="1587694" y="543157"/>
                  </a:lnTo>
                  <a:lnTo>
                    <a:pt x="1597438" y="542420"/>
                  </a:lnTo>
                  <a:lnTo>
                    <a:pt x="1607182" y="541621"/>
                  </a:lnTo>
                  <a:lnTo>
                    <a:pt x="1616911" y="540759"/>
                  </a:lnTo>
                  <a:lnTo>
                    <a:pt x="1626655" y="539835"/>
                  </a:lnTo>
                  <a:lnTo>
                    <a:pt x="1636399" y="538844"/>
                  </a:lnTo>
                  <a:lnTo>
                    <a:pt x="1646142" y="537789"/>
                  </a:lnTo>
                  <a:lnTo>
                    <a:pt x="1655872" y="536669"/>
                  </a:lnTo>
                  <a:lnTo>
                    <a:pt x="1665616" y="535480"/>
                  </a:lnTo>
                  <a:lnTo>
                    <a:pt x="1675359" y="534222"/>
                  </a:lnTo>
                  <a:lnTo>
                    <a:pt x="1685103" y="532896"/>
                  </a:lnTo>
                  <a:lnTo>
                    <a:pt x="1694832" y="531499"/>
                  </a:lnTo>
                  <a:lnTo>
                    <a:pt x="1704576" y="530031"/>
                  </a:lnTo>
                  <a:lnTo>
                    <a:pt x="1714320" y="528489"/>
                  </a:lnTo>
                  <a:lnTo>
                    <a:pt x="1724064" y="526873"/>
                  </a:lnTo>
                  <a:lnTo>
                    <a:pt x="1733808" y="525183"/>
                  </a:lnTo>
                  <a:lnTo>
                    <a:pt x="1743537" y="523416"/>
                  </a:lnTo>
                  <a:lnTo>
                    <a:pt x="1753281" y="521572"/>
                  </a:lnTo>
                  <a:lnTo>
                    <a:pt x="1763025" y="519650"/>
                  </a:lnTo>
                  <a:lnTo>
                    <a:pt x="1772769" y="517649"/>
                  </a:lnTo>
                  <a:lnTo>
                    <a:pt x="1782498" y="515567"/>
                  </a:lnTo>
                  <a:lnTo>
                    <a:pt x="1792242" y="513404"/>
                  </a:lnTo>
                  <a:lnTo>
                    <a:pt x="1801986" y="511159"/>
                  </a:lnTo>
                  <a:lnTo>
                    <a:pt x="1811730" y="508832"/>
                  </a:lnTo>
                  <a:lnTo>
                    <a:pt x="1821459" y="506419"/>
                  </a:lnTo>
                  <a:lnTo>
                    <a:pt x="1831203" y="503924"/>
                  </a:lnTo>
                  <a:lnTo>
                    <a:pt x="1840947" y="501343"/>
                  </a:lnTo>
                  <a:lnTo>
                    <a:pt x="1850691" y="498676"/>
                  </a:lnTo>
                  <a:lnTo>
                    <a:pt x="1860435" y="495924"/>
                  </a:lnTo>
                  <a:lnTo>
                    <a:pt x="1870164" y="493085"/>
                  </a:lnTo>
                  <a:lnTo>
                    <a:pt x="1879908" y="490160"/>
                  </a:lnTo>
                  <a:lnTo>
                    <a:pt x="1889652" y="487148"/>
                  </a:lnTo>
                  <a:lnTo>
                    <a:pt x="1899395" y="484048"/>
                  </a:lnTo>
                  <a:lnTo>
                    <a:pt x="1909124" y="480863"/>
                  </a:lnTo>
                  <a:lnTo>
                    <a:pt x="1918868" y="477590"/>
                  </a:lnTo>
                  <a:lnTo>
                    <a:pt x="1928612" y="474232"/>
                  </a:lnTo>
                  <a:lnTo>
                    <a:pt x="1938356" y="470787"/>
                  </a:lnTo>
                  <a:lnTo>
                    <a:pt x="1948085" y="467257"/>
                  </a:lnTo>
                  <a:lnTo>
                    <a:pt x="1957829" y="463643"/>
                  </a:lnTo>
                  <a:lnTo>
                    <a:pt x="1967573" y="459945"/>
                  </a:lnTo>
                  <a:lnTo>
                    <a:pt x="1977317" y="456164"/>
                  </a:lnTo>
                  <a:lnTo>
                    <a:pt x="1987046" y="452300"/>
                  </a:lnTo>
                  <a:lnTo>
                    <a:pt x="1996790" y="448358"/>
                  </a:lnTo>
                  <a:lnTo>
                    <a:pt x="2006534" y="444335"/>
                  </a:lnTo>
                  <a:lnTo>
                    <a:pt x="2016278" y="440234"/>
                  </a:lnTo>
                  <a:lnTo>
                    <a:pt x="2026022" y="436057"/>
                  </a:lnTo>
                  <a:lnTo>
                    <a:pt x="2035751" y="431807"/>
                  </a:lnTo>
                  <a:lnTo>
                    <a:pt x="2045495" y="427483"/>
                  </a:lnTo>
                  <a:lnTo>
                    <a:pt x="2055239" y="423088"/>
                  </a:lnTo>
                  <a:lnTo>
                    <a:pt x="2064983" y="418626"/>
                  </a:lnTo>
                  <a:lnTo>
                    <a:pt x="2074712" y="414096"/>
                  </a:lnTo>
                  <a:lnTo>
                    <a:pt x="2084456" y="409504"/>
                  </a:lnTo>
                  <a:lnTo>
                    <a:pt x="2094200" y="404850"/>
                  </a:lnTo>
                  <a:lnTo>
                    <a:pt x="2103944" y="400136"/>
                  </a:lnTo>
                  <a:lnTo>
                    <a:pt x="2113673" y="395367"/>
                  </a:lnTo>
                  <a:lnTo>
                    <a:pt x="2123417" y="390543"/>
                  </a:lnTo>
                  <a:lnTo>
                    <a:pt x="2133161" y="385669"/>
                  </a:lnTo>
                  <a:lnTo>
                    <a:pt x="2142905" y="380746"/>
                  </a:lnTo>
                  <a:lnTo>
                    <a:pt x="2152649" y="375779"/>
                  </a:lnTo>
                  <a:lnTo>
                    <a:pt x="2162377" y="370770"/>
                  </a:lnTo>
                  <a:lnTo>
                    <a:pt x="2172121" y="365722"/>
                  </a:lnTo>
                  <a:lnTo>
                    <a:pt x="2181865" y="360639"/>
                  </a:lnTo>
                  <a:lnTo>
                    <a:pt x="2191609" y="355522"/>
                  </a:lnTo>
                  <a:lnTo>
                    <a:pt x="2201338" y="350376"/>
                  </a:lnTo>
                  <a:lnTo>
                    <a:pt x="2211082" y="345205"/>
                  </a:lnTo>
                  <a:lnTo>
                    <a:pt x="2220826" y="340010"/>
                  </a:lnTo>
                  <a:lnTo>
                    <a:pt x="2230570" y="334795"/>
                  </a:lnTo>
                  <a:lnTo>
                    <a:pt x="2240299" y="329564"/>
                  </a:lnTo>
                  <a:lnTo>
                    <a:pt x="2250043" y="324320"/>
                  </a:lnTo>
                  <a:lnTo>
                    <a:pt x="2259787" y="319065"/>
                  </a:lnTo>
                  <a:lnTo>
                    <a:pt x="2269531" y="313804"/>
                  </a:lnTo>
                  <a:lnTo>
                    <a:pt x="2279260" y="308540"/>
                  </a:lnTo>
                  <a:lnTo>
                    <a:pt x="2289004" y="303276"/>
                  </a:lnTo>
                  <a:lnTo>
                    <a:pt x="2298748" y="298014"/>
                  </a:lnTo>
                  <a:lnTo>
                    <a:pt x="2308492" y="292759"/>
                  </a:lnTo>
                  <a:lnTo>
                    <a:pt x="2318236" y="287513"/>
                  </a:lnTo>
                  <a:lnTo>
                    <a:pt x="2327965" y="282279"/>
                  </a:lnTo>
                  <a:lnTo>
                    <a:pt x="2337709" y="277060"/>
                  </a:lnTo>
                  <a:lnTo>
                    <a:pt x="2347453" y="271860"/>
                  </a:lnTo>
                  <a:lnTo>
                    <a:pt x="2357197" y="266681"/>
                  </a:lnTo>
                  <a:lnTo>
                    <a:pt x="2366926" y="261526"/>
                  </a:lnTo>
                  <a:lnTo>
                    <a:pt x="2376670" y="256398"/>
                  </a:lnTo>
                  <a:lnTo>
                    <a:pt x="2386413" y="251300"/>
                  </a:lnTo>
                  <a:lnTo>
                    <a:pt x="2396157" y="246234"/>
                  </a:lnTo>
                  <a:lnTo>
                    <a:pt x="2405886" y="241203"/>
                  </a:lnTo>
                  <a:lnTo>
                    <a:pt x="2415630" y="236210"/>
                  </a:lnTo>
                  <a:lnTo>
                    <a:pt x="2425374" y="231257"/>
                  </a:lnTo>
                  <a:lnTo>
                    <a:pt x="2435118" y="226347"/>
                  </a:lnTo>
                  <a:lnTo>
                    <a:pt x="2444862" y="221482"/>
                  </a:lnTo>
                  <a:lnTo>
                    <a:pt x="2454591" y="216665"/>
                  </a:lnTo>
                  <a:lnTo>
                    <a:pt x="2464335" y="211899"/>
                  </a:lnTo>
                  <a:lnTo>
                    <a:pt x="2474079" y="207185"/>
                  </a:lnTo>
                  <a:lnTo>
                    <a:pt x="2483823" y="202525"/>
                  </a:lnTo>
                  <a:lnTo>
                    <a:pt x="2493552" y="197923"/>
                  </a:lnTo>
                  <a:lnTo>
                    <a:pt x="2503296" y="193380"/>
                  </a:lnTo>
                  <a:lnTo>
                    <a:pt x="2513040" y="188898"/>
                  </a:lnTo>
                  <a:lnTo>
                    <a:pt x="2522784" y="184482"/>
                  </a:lnTo>
                  <a:lnTo>
                    <a:pt x="2532513" y="180130"/>
                  </a:lnTo>
                  <a:lnTo>
                    <a:pt x="2542257" y="175847"/>
                  </a:lnTo>
                  <a:lnTo>
                    <a:pt x="2552001" y="171635"/>
                  </a:lnTo>
                  <a:lnTo>
                    <a:pt x="2561745" y="167494"/>
                  </a:lnTo>
                  <a:lnTo>
                    <a:pt x="2571474" y="163430"/>
                  </a:lnTo>
                  <a:lnTo>
                    <a:pt x="2581218" y="159441"/>
                  </a:lnTo>
                  <a:lnTo>
                    <a:pt x="2590962" y="155532"/>
                  </a:lnTo>
                  <a:lnTo>
                    <a:pt x="2600705" y="151704"/>
                  </a:lnTo>
                  <a:lnTo>
                    <a:pt x="2610449" y="147960"/>
                  </a:lnTo>
                  <a:lnTo>
                    <a:pt x="2620178" y="144301"/>
                  </a:lnTo>
                  <a:lnTo>
                    <a:pt x="2629922" y="140730"/>
                  </a:lnTo>
                  <a:lnTo>
                    <a:pt x="2639666" y="137249"/>
                  </a:lnTo>
                  <a:lnTo>
                    <a:pt x="2649410" y="133861"/>
                  </a:lnTo>
                  <a:lnTo>
                    <a:pt x="2659139" y="130567"/>
                  </a:lnTo>
                  <a:lnTo>
                    <a:pt x="2668883" y="127370"/>
                  </a:lnTo>
                  <a:lnTo>
                    <a:pt x="2678627" y="124271"/>
                  </a:lnTo>
                  <a:lnTo>
                    <a:pt x="2688371" y="121273"/>
                  </a:lnTo>
                  <a:lnTo>
                    <a:pt x="2698100" y="118378"/>
                  </a:lnTo>
                  <a:lnTo>
                    <a:pt x="2707844" y="115591"/>
                  </a:lnTo>
                  <a:lnTo>
                    <a:pt x="2717588" y="112909"/>
                  </a:lnTo>
                  <a:lnTo>
                    <a:pt x="2727332" y="110337"/>
                  </a:lnTo>
                  <a:lnTo>
                    <a:pt x="2737076" y="107879"/>
                  </a:lnTo>
                  <a:lnTo>
                    <a:pt x="2746805" y="105534"/>
                  </a:lnTo>
                  <a:lnTo>
                    <a:pt x="2756549" y="103307"/>
                  </a:lnTo>
                  <a:lnTo>
                    <a:pt x="2766293" y="101197"/>
                  </a:lnTo>
                  <a:lnTo>
                    <a:pt x="2776037" y="99206"/>
                  </a:lnTo>
                  <a:lnTo>
                    <a:pt x="2785766" y="97340"/>
                  </a:lnTo>
                  <a:lnTo>
                    <a:pt x="2795510" y="95598"/>
                  </a:lnTo>
                  <a:lnTo>
                    <a:pt x="2805254" y="93981"/>
                  </a:lnTo>
                  <a:lnTo>
                    <a:pt x="2814998" y="92493"/>
                  </a:lnTo>
                  <a:lnTo>
                    <a:pt x="2824727" y="91134"/>
                  </a:lnTo>
                  <a:lnTo>
                    <a:pt x="2834471" y="89908"/>
                  </a:lnTo>
                  <a:lnTo>
                    <a:pt x="2844215" y="88814"/>
                  </a:lnTo>
                  <a:lnTo>
                    <a:pt x="2853958" y="87855"/>
                  </a:lnTo>
                  <a:lnTo>
                    <a:pt x="2863687" y="87031"/>
                  </a:lnTo>
                  <a:lnTo>
                    <a:pt x="2873431" y="86344"/>
                  </a:lnTo>
                  <a:lnTo>
                    <a:pt x="2883175" y="85796"/>
                  </a:lnTo>
                  <a:lnTo>
                    <a:pt x="2892919" y="85386"/>
                  </a:lnTo>
                  <a:lnTo>
                    <a:pt x="2902663" y="85118"/>
                  </a:lnTo>
                  <a:lnTo>
                    <a:pt x="2912392" y="8498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8" name="Freeform 637">
              <a:extLst>
                <a:ext uri="{FF2B5EF4-FFF2-40B4-BE49-F238E27FC236}">
                  <a16:creationId xmlns:a16="http://schemas.microsoft.com/office/drawing/2014/main" id="{F7917B00-DC4A-A853-8E35-E8D5B2301E97}"/>
                </a:ext>
              </a:extLst>
            </p:cNvPr>
            <p:cNvSpPr/>
            <p:nvPr/>
          </p:nvSpPr>
          <p:spPr>
            <a:xfrm>
              <a:off x="576446" y="2979979"/>
              <a:ext cx="2912392" cy="717046"/>
            </a:xfrm>
            <a:custGeom>
              <a:avLst/>
              <a:gdLst>
                <a:gd name="connsiteX0" fmla="*/ 0 w 2912392"/>
                <a:gd name="connsiteY0" fmla="*/ 0 h 717046"/>
                <a:gd name="connsiteX1" fmla="*/ 9739 w 2912392"/>
                <a:gd name="connsiteY1" fmla="*/ 3346 h 717046"/>
                <a:gd name="connsiteX2" fmla="*/ 19480 w 2912392"/>
                <a:gd name="connsiteY2" fmla="*/ 6964 h 717046"/>
                <a:gd name="connsiteX3" fmla="*/ 29221 w 2912392"/>
                <a:gd name="connsiteY3" fmla="*/ 10848 h 717046"/>
                <a:gd name="connsiteX4" fmla="*/ 38961 w 2912392"/>
                <a:gd name="connsiteY4" fmla="*/ 14997 h 717046"/>
                <a:gd name="connsiteX5" fmla="*/ 48702 w 2912392"/>
                <a:gd name="connsiteY5" fmla="*/ 19410 h 717046"/>
                <a:gd name="connsiteX6" fmla="*/ 58443 w 2912392"/>
                <a:gd name="connsiteY6" fmla="*/ 24084 h 717046"/>
                <a:gd name="connsiteX7" fmla="*/ 68182 w 2912392"/>
                <a:gd name="connsiteY7" fmla="*/ 29014 h 717046"/>
                <a:gd name="connsiteX8" fmla="*/ 77923 w 2912392"/>
                <a:gd name="connsiteY8" fmla="*/ 34198 h 717046"/>
                <a:gd name="connsiteX9" fmla="*/ 87664 w 2912392"/>
                <a:gd name="connsiteY9" fmla="*/ 39631 h 717046"/>
                <a:gd name="connsiteX10" fmla="*/ 97404 w 2912392"/>
                <a:gd name="connsiteY10" fmla="*/ 45308 h 717046"/>
                <a:gd name="connsiteX11" fmla="*/ 107145 w 2912392"/>
                <a:gd name="connsiteY11" fmla="*/ 51227 h 717046"/>
                <a:gd name="connsiteX12" fmla="*/ 116886 w 2912392"/>
                <a:gd name="connsiteY12" fmla="*/ 57380 h 717046"/>
                <a:gd name="connsiteX13" fmla="*/ 126625 w 2912392"/>
                <a:gd name="connsiteY13" fmla="*/ 63762 h 717046"/>
                <a:gd name="connsiteX14" fmla="*/ 136366 w 2912392"/>
                <a:gd name="connsiteY14" fmla="*/ 70368 h 717046"/>
                <a:gd name="connsiteX15" fmla="*/ 146107 w 2912392"/>
                <a:gd name="connsiteY15" fmla="*/ 77192 h 717046"/>
                <a:gd name="connsiteX16" fmla="*/ 155846 w 2912392"/>
                <a:gd name="connsiteY16" fmla="*/ 84224 h 717046"/>
                <a:gd name="connsiteX17" fmla="*/ 165587 w 2912392"/>
                <a:gd name="connsiteY17" fmla="*/ 91460 h 717046"/>
                <a:gd name="connsiteX18" fmla="*/ 175328 w 2912392"/>
                <a:gd name="connsiteY18" fmla="*/ 98893 h 717046"/>
                <a:gd name="connsiteX19" fmla="*/ 185068 w 2912392"/>
                <a:gd name="connsiteY19" fmla="*/ 106513 h 717046"/>
                <a:gd name="connsiteX20" fmla="*/ 194809 w 2912392"/>
                <a:gd name="connsiteY20" fmla="*/ 114312 h 717046"/>
                <a:gd name="connsiteX21" fmla="*/ 204550 w 2912392"/>
                <a:gd name="connsiteY21" fmla="*/ 122283 h 717046"/>
                <a:gd name="connsiteX22" fmla="*/ 214289 w 2912392"/>
                <a:gd name="connsiteY22" fmla="*/ 130417 h 717046"/>
                <a:gd name="connsiteX23" fmla="*/ 224030 w 2912392"/>
                <a:gd name="connsiteY23" fmla="*/ 138702 h 717046"/>
                <a:gd name="connsiteX24" fmla="*/ 233771 w 2912392"/>
                <a:gd name="connsiteY24" fmla="*/ 147130 h 717046"/>
                <a:gd name="connsiteX25" fmla="*/ 243510 w 2912392"/>
                <a:gd name="connsiteY25" fmla="*/ 155693 h 717046"/>
                <a:gd name="connsiteX26" fmla="*/ 253251 w 2912392"/>
                <a:gd name="connsiteY26" fmla="*/ 164377 h 717046"/>
                <a:gd name="connsiteX27" fmla="*/ 262992 w 2912392"/>
                <a:gd name="connsiteY27" fmla="*/ 173177 h 717046"/>
                <a:gd name="connsiteX28" fmla="*/ 272732 w 2912392"/>
                <a:gd name="connsiteY28" fmla="*/ 182077 h 717046"/>
                <a:gd name="connsiteX29" fmla="*/ 282473 w 2912392"/>
                <a:gd name="connsiteY29" fmla="*/ 191069 h 717046"/>
                <a:gd name="connsiteX30" fmla="*/ 292214 w 2912392"/>
                <a:gd name="connsiteY30" fmla="*/ 200141 h 717046"/>
                <a:gd name="connsiteX31" fmla="*/ 301953 w 2912392"/>
                <a:gd name="connsiteY31" fmla="*/ 209281 h 717046"/>
                <a:gd name="connsiteX32" fmla="*/ 311694 w 2912392"/>
                <a:gd name="connsiteY32" fmla="*/ 218480 h 717046"/>
                <a:gd name="connsiteX33" fmla="*/ 321435 w 2912392"/>
                <a:gd name="connsiteY33" fmla="*/ 227725 h 717046"/>
                <a:gd name="connsiteX34" fmla="*/ 331175 w 2912392"/>
                <a:gd name="connsiteY34" fmla="*/ 237003 h 717046"/>
                <a:gd name="connsiteX35" fmla="*/ 340916 w 2912392"/>
                <a:gd name="connsiteY35" fmla="*/ 246303 h 717046"/>
                <a:gd name="connsiteX36" fmla="*/ 350656 w 2912392"/>
                <a:gd name="connsiteY36" fmla="*/ 255614 h 717046"/>
                <a:gd name="connsiteX37" fmla="*/ 360396 w 2912392"/>
                <a:gd name="connsiteY37" fmla="*/ 264923 h 717046"/>
                <a:gd name="connsiteX38" fmla="*/ 370137 w 2912392"/>
                <a:gd name="connsiteY38" fmla="*/ 274219 h 717046"/>
                <a:gd name="connsiteX39" fmla="*/ 379878 w 2912392"/>
                <a:gd name="connsiteY39" fmla="*/ 283489 h 717046"/>
                <a:gd name="connsiteX40" fmla="*/ 389617 w 2912392"/>
                <a:gd name="connsiteY40" fmla="*/ 292722 h 717046"/>
                <a:gd name="connsiteX41" fmla="*/ 399358 w 2912392"/>
                <a:gd name="connsiteY41" fmla="*/ 301905 h 717046"/>
                <a:gd name="connsiteX42" fmla="*/ 409099 w 2912392"/>
                <a:gd name="connsiteY42" fmla="*/ 311028 h 717046"/>
                <a:gd name="connsiteX43" fmla="*/ 418839 w 2912392"/>
                <a:gd name="connsiteY43" fmla="*/ 320078 h 717046"/>
                <a:gd name="connsiteX44" fmla="*/ 428580 w 2912392"/>
                <a:gd name="connsiteY44" fmla="*/ 329042 h 717046"/>
                <a:gd name="connsiteX45" fmla="*/ 438321 w 2912392"/>
                <a:gd name="connsiteY45" fmla="*/ 337912 h 717046"/>
                <a:gd name="connsiteX46" fmla="*/ 448060 w 2912392"/>
                <a:gd name="connsiteY46" fmla="*/ 346674 h 717046"/>
                <a:gd name="connsiteX47" fmla="*/ 457801 w 2912392"/>
                <a:gd name="connsiteY47" fmla="*/ 355318 h 717046"/>
                <a:gd name="connsiteX48" fmla="*/ 467542 w 2912392"/>
                <a:gd name="connsiteY48" fmla="*/ 363835 h 717046"/>
                <a:gd name="connsiteX49" fmla="*/ 477281 w 2912392"/>
                <a:gd name="connsiteY49" fmla="*/ 372211 h 717046"/>
                <a:gd name="connsiteX50" fmla="*/ 487022 w 2912392"/>
                <a:gd name="connsiteY50" fmla="*/ 380438 h 717046"/>
                <a:gd name="connsiteX51" fmla="*/ 496763 w 2912392"/>
                <a:gd name="connsiteY51" fmla="*/ 388507 h 717046"/>
                <a:gd name="connsiteX52" fmla="*/ 506503 w 2912392"/>
                <a:gd name="connsiteY52" fmla="*/ 396407 h 717046"/>
                <a:gd name="connsiteX53" fmla="*/ 516244 w 2912392"/>
                <a:gd name="connsiteY53" fmla="*/ 404129 h 717046"/>
                <a:gd name="connsiteX54" fmla="*/ 525985 w 2912392"/>
                <a:gd name="connsiteY54" fmla="*/ 411665 h 717046"/>
                <a:gd name="connsiteX55" fmla="*/ 535724 w 2912392"/>
                <a:gd name="connsiteY55" fmla="*/ 419006 h 717046"/>
                <a:gd name="connsiteX56" fmla="*/ 545465 w 2912392"/>
                <a:gd name="connsiteY56" fmla="*/ 426145 h 717046"/>
                <a:gd name="connsiteX57" fmla="*/ 555206 w 2912392"/>
                <a:gd name="connsiteY57" fmla="*/ 433073 h 717046"/>
                <a:gd name="connsiteX58" fmla="*/ 564946 w 2912392"/>
                <a:gd name="connsiteY58" fmla="*/ 439785 h 717046"/>
                <a:gd name="connsiteX59" fmla="*/ 574687 w 2912392"/>
                <a:gd name="connsiteY59" fmla="*/ 446272 h 717046"/>
                <a:gd name="connsiteX60" fmla="*/ 584428 w 2912392"/>
                <a:gd name="connsiteY60" fmla="*/ 452531 h 717046"/>
                <a:gd name="connsiteX61" fmla="*/ 594167 w 2912392"/>
                <a:gd name="connsiteY61" fmla="*/ 458555 h 717046"/>
                <a:gd name="connsiteX62" fmla="*/ 603908 w 2912392"/>
                <a:gd name="connsiteY62" fmla="*/ 464339 h 717046"/>
                <a:gd name="connsiteX63" fmla="*/ 613649 w 2912392"/>
                <a:gd name="connsiteY63" fmla="*/ 469877 h 717046"/>
                <a:gd name="connsiteX64" fmla="*/ 623388 w 2912392"/>
                <a:gd name="connsiteY64" fmla="*/ 475169 h 717046"/>
                <a:gd name="connsiteX65" fmla="*/ 633129 w 2912392"/>
                <a:gd name="connsiteY65" fmla="*/ 480208 h 717046"/>
                <a:gd name="connsiteX66" fmla="*/ 642870 w 2912392"/>
                <a:gd name="connsiteY66" fmla="*/ 484992 h 717046"/>
                <a:gd name="connsiteX67" fmla="*/ 652610 w 2912392"/>
                <a:gd name="connsiteY67" fmla="*/ 489519 h 717046"/>
                <a:gd name="connsiteX68" fmla="*/ 662351 w 2912392"/>
                <a:gd name="connsiteY68" fmla="*/ 493788 h 717046"/>
                <a:gd name="connsiteX69" fmla="*/ 672092 w 2912392"/>
                <a:gd name="connsiteY69" fmla="*/ 497799 h 717046"/>
                <a:gd name="connsiteX70" fmla="*/ 681831 w 2912392"/>
                <a:gd name="connsiteY70" fmla="*/ 501547 h 717046"/>
                <a:gd name="connsiteX71" fmla="*/ 691572 w 2912392"/>
                <a:gd name="connsiteY71" fmla="*/ 505037 h 717046"/>
                <a:gd name="connsiteX72" fmla="*/ 701313 w 2912392"/>
                <a:gd name="connsiteY72" fmla="*/ 508265 h 717046"/>
                <a:gd name="connsiteX73" fmla="*/ 711052 w 2912392"/>
                <a:gd name="connsiteY73" fmla="*/ 511235 h 717046"/>
                <a:gd name="connsiteX74" fmla="*/ 720793 w 2912392"/>
                <a:gd name="connsiteY74" fmla="*/ 513948 h 717046"/>
                <a:gd name="connsiteX75" fmla="*/ 730534 w 2912392"/>
                <a:gd name="connsiteY75" fmla="*/ 516405 h 717046"/>
                <a:gd name="connsiteX76" fmla="*/ 740274 w 2912392"/>
                <a:gd name="connsiteY76" fmla="*/ 518610 h 717046"/>
                <a:gd name="connsiteX77" fmla="*/ 750015 w 2912392"/>
                <a:gd name="connsiteY77" fmla="*/ 520566 h 717046"/>
                <a:gd name="connsiteX78" fmla="*/ 759756 w 2912392"/>
                <a:gd name="connsiteY78" fmla="*/ 522275 h 717046"/>
                <a:gd name="connsiteX79" fmla="*/ 769495 w 2912392"/>
                <a:gd name="connsiteY79" fmla="*/ 523741 h 717046"/>
                <a:gd name="connsiteX80" fmla="*/ 779236 w 2912392"/>
                <a:gd name="connsiteY80" fmla="*/ 524972 h 717046"/>
                <a:gd name="connsiteX81" fmla="*/ 788977 w 2912392"/>
                <a:gd name="connsiteY81" fmla="*/ 525968 h 717046"/>
                <a:gd name="connsiteX82" fmla="*/ 798717 w 2912392"/>
                <a:gd name="connsiteY82" fmla="*/ 526739 h 717046"/>
                <a:gd name="connsiteX83" fmla="*/ 808458 w 2912392"/>
                <a:gd name="connsiteY83" fmla="*/ 527287 h 717046"/>
                <a:gd name="connsiteX84" fmla="*/ 818199 w 2912392"/>
                <a:gd name="connsiteY84" fmla="*/ 527619 h 717046"/>
                <a:gd name="connsiteX85" fmla="*/ 827938 w 2912392"/>
                <a:gd name="connsiteY85" fmla="*/ 527744 h 717046"/>
                <a:gd name="connsiteX86" fmla="*/ 837679 w 2912392"/>
                <a:gd name="connsiteY86" fmla="*/ 527667 h 717046"/>
                <a:gd name="connsiteX87" fmla="*/ 847420 w 2912392"/>
                <a:gd name="connsiteY87" fmla="*/ 527396 h 717046"/>
                <a:gd name="connsiteX88" fmla="*/ 857159 w 2912392"/>
                <a:gd name="connsiteY88" fmla="*/ 526937 h 717046"/>
                <a:gd name="connsiteX89" fmla="*/ 866900 w 2912392"/>
                <a:gd name="connsiteY89" fmla="*/ 526298 h 717046"/>
                <a:gd name="connsiteX90" fmla="*/ 876641 w 2912392"/>
                <a:gd name="connsiteY90" fmla="*/ 525489 h 717046"/>
                <a:gd name="connsiteX91" fmla="*/ 886381 w 2912392"/>
                <a:gd name="connsiteY91" fmla="*/ 524517 h 717046"/>
                <a:gd name="connsiteX92" fmla="*/ 896122 w 2912392"/>
                <a:gd name="connsiteY92" fmla="*/ 523391 h 717046"/>
                <a:gd name="connsiteX93" fmla="*/ 905863 w 2912392"/>
                <a:gd name="connsiteY93" fmla="*/ 522118 h 717046"/>
                <a:gd name="connsiteX94" fmla="*/ 915602 w 2912392"/>
                <a:gd name="connsiteY94" fmla="*/ 520710 h 717046"/>
                <a:gd name="connsiteX95" fmla="*/ 925343 w 2912392"/>
                <a:gd name="connsiteY95" fmla="*/ 519174 h 717046"/>
                <a:gd name="connsiteX96" fmla="*/ 935084 w 2912392"/>
                <a:gd name="connsiteY96" fmla="*/ 517521 h 717046"/>
                <a:gd name="connsiteX97" fmla="*/ 944824 w 2912392"/>
                <a:gd name="connsiteY97" fmla="*/ 515757 h 717046"/>
                <a:gd name="connsiteX98" fmla="*/ 954564 w 2912392"/>
                <a:gd name="connsiteY98" fmla="*/ 513894 h 717046"/>
                <a:gd name="connsiteX99" fmla="*/ 964305 w 2912392"/>
                <a:gd name="connsiteY99" fmla="*/ 511941 h 717046"/>
                <a:gd name="connsiteX100" fmla="*/ 974045 w 2912392"/>
                <a:gd name="connsiteY100" fmla="*/ 509909 h 717046"/>
                <a:gd name="connsiteX101" fmla="*/ 983786 w 2912392"/>
                <a:gd name="connsiteY101" fmla="*/ 507805 h 717046"/>
                <a:gd name="connsiteX102" fmla="*/ 993522 w 2912392"/>
                <a:gd name="connsiteY102" fmla="*/ 505639 h 717046"/>
                <a:gd name="connsiteX103" fmla="*/ 1003266 w 2912392"/>
                <a:gd name="connsiteY103" fmla="*/ 503422 h 717046"/>
                <a:gd name="connsiteX104" fmla="*/ 1013010 w 2912392"/>
                <a:gd name="connsiteY104" fmla="*/ 501162 h 717046"/>
                <a:gd name="connsiteX105" fmla="*/ 1022754 w 2912392"/>
                <a:gd name="connsiteY105" fmla="*/ 498870 h 717046"/>
                <a:gd name="connsiteX106" fmla="*/ 1032483 w 2912392"/>
                <a:gd name="connsiteY106" fmla="*/ 496553 h 717046"/>
                <a:gd name="connsiteX107" fmla="*/ 1042227 w 2912392"/>
                <a:gd name="connsiteY107" fmla="*/ 494225 h 717046"/>
                <a:gd name="connsiteX108" fmla="*/ 1051971 w 2912392"/>
                <a:gd name="connsiteY108" fmla="*/ 491888 h 717046"/>
                <a:gd name="connsiteX109" fmla="*/ 1061715 w 2912392"/>
                <a:gd name="connsiteY109" fmla="*/ 489558 h 717046"/>
                <a:gd name="connsiteX110" fmla="*/ 1071444 w 2912392"/>
                <a:gd name="connsiteY110" fmla="*/ 487240 h 717046"/>
                <a:gd name="connsiteX111" fmla="*/ 1081188 w 2912392"/>
                <a:gd name="connsiteY111" fmla="*/ 484944 h 717046"/>
                <a:gd name="connsiteX112" fmla="*/ 1090932 w 2912392"/>
                <a:gd name="connsiteY112" fmla="*/ 482679 h 717046"/>
                <a:gd name="connsiteX113" fmla="*/ 1100676 w 2912392"/>
                <a:gd name="connsiteY113" fmla="*/ 480453 h 717046"/>
                <a:gd name="connsiteX114" fmla="*/ 1110405 w 2912392"/>
                <a:gd name="connsiteY114" fmla="*/ 478274 h 717046"/>
                <a:gd name="connsiteX115" fmla="*/ 1120149 w 2912392"/>
                <a:gd name="connsiteY115" fmla="*/ 476149 h 717046"/>
                <a:gd name="connsiteX116" fmla="*/ 1129893 w 2912392"/>
                <a:gd name="connsiteY116" fmla="*/ 474089 h 717046"/>
                <a:gd name="connsiteX117" fmla="*/ 1139637 w 2912392"/>
                <a:gd name="connsiteY117" fmla="*/ 472097 h 717046"/>
                <a:gd name="connsiteX118" fmla="*/ 1149381 w 2912392"/>
                <a:gd name="connsiteY118" fmla="*/ 470184 h 717046"/>
                <a:gd name="connsiteX119" fmla="*/ 1159110 w 2912392"/>
                <a:gd name="connsiteY119" fmla="*/ 468355 h 717046"/>
                <a:gd name="connsiteX120" fmla="*/ 1168854 w 2912392"/>
                <a:gd name="connsiteY120" fmla="*/ 466618 h 717046"/>
                <a:gd name="connsiteX121" fmla="*/ 1178598 w 2912392"/>
                <a:gd name="connsiteY121" fmla="*/ 464981 h 717046"/>
                <a:gd name="connsiteX122" fmla="*/ 1188341 w 2912392"/>
                <a:gd name="connsiteY122" fmla="*/ 463446 h 717046"/>
                <a:gd name="connsiteX123" fmla="*/ 1198070 w 2912392"/>
                <a:gd name="connsiteY123" fmla="*/ 462022 h 717046"/>
                <a:gd name="connsiteX124" fmla="*/ 1207814 w 2912392"/>
                <a:gd name="connsiteY124" fmla="*/ 460714 h 717046"/>
                <a:gd name="connsiteX125" fmla="*/ 1217558 w 2912392"/>
                <a:gd name="connsiteY125" fmla="*/ 459528 h 717046"/>
                <a:gd name="connsiteX126" fmla="*/ 1227302 w 2912392"/>
                <a:gd name="connsiteY126" fmla="*/ 458467 h 717046"/>
                <a:gd name="connsiteX127" fmla="*/ 1237031 w 2912392"/>
                <a:gd name="connsiteY127" fmla="*/ 457537 h 717046"/>
                <a:gd name="connsiteX128" fmla="*/ 1246775 w 2912392"/>
                <a:gd name="connsiteY128" fmla="*/ 456743 h 717046"/>
                <a:gd name="connsiteX129" fmla="*/ 1256519 w 2912392"/>
                <a:gd name="connsiteY129" fmla="*/ 456088 h 717046"/>
                <a:gd name="connsiteX130" fmla="*/ 1266263 w 2912392"/>
                <a:gd name="connsiteY130" fmla="*/ 455577 h 717046"/>
                <a:gd name="connsiteX131" fmla="*/ 1276007 w 2912392"/>
                <a:gd name="connsiteY131" fmla="*/ 455212 h 717046"/>
                <a:gd name="connsiteX132" fmla="*/ 1285736 w 2912392"/>
                <a:gd name="connsiteY132" fmla="*/ 454996 h 717046"/>
                <a:gd name="connsiteX133" fmla="*/ 1295480 w 2912392"/>
                <a:gd name="connsiteY133" fmla="*/ 454933 h 717046"/>
                <a:gd name="connsiteX134" fmla="*/ 1305224 w 2912392"/>
                <a:gd name="connsiteY134" fmla="*/ 455024 h 717046"/>
                <a:gd name="connsiteX135" fmla="*/ 1314968 w 2912392"/>
                <a:gd name="connsiteY135" fmla="*/ 455273 h 717046"/>
                <a:gd name="connsiteX136" fmla="*/ 1324697 w 2912392"/>
                <a:gd name="connsiteY136" fmla="*/ 455679 h 717046"/>
                <a:gd name="connsiteX137" fmla="*/ 1334441 w 2912392"/>
                <a:gd name="connsiteY137" fmla="*/ 456247 h 717046"/>
                <a:gd name="connsiteX138" fmla="*/ 1344185 w 2912392"/>
                <a:gd name="connsiteY138" fmla="*/ 456974 h 717046"/>
                <a:gd name="connsiteX139" fmla="*/ 1353929 w 2912392"/>
                <a:gd name="connsiteY139" fmla="*/ 457865 h 717046"/>
                <a:gd name="connsiteX140" fmla="*/ 1363658 w 2912392"/>
                <a:gd name="connsiteY140" fmla="*/ 458917 h 717046"/>
                <a:gd name="connsiteX141" fmla="*/ 1373402 w 2912392"/>
                <a:gd name="connsiteY141" fmla="*/ 460131 h 717046"/>
                <a:gd name="connsiteX142" fmla="*/ 1383146 w 2912392"/>
                <a:gd name="connsiteY142" fmla="*/ 461508 h 717046"/>
                <a:gd name="connsiteX143" fmla="*/ 1392890 w 2912392"/>
                <a:gd name="connsiteY143" fmla="*/ 463045 h 717046"/>
                <a:gd name="connsiteX144" fmla="*/ 1402619 w 2912392"/>
                <a:gd name="connsiteY144" fmla="*/ 464745 h 717046"/>
                <a:gd name="connsiteX145" fmla="*/ 1412363 w 2912392"/>
                <a:gd name="connsiteY145" fmla="*/ 466603 h 717046"/>
                <a:gd name="connsiteX146" fmla="*/ 1422106 w 2912392"/>
                <a:gd name="connsiteY146" fmla="*/ 468621 h 717046"/>
                <a:gd name="connsiteX147" fmla="*/ 1431850 w 2912392"/>
                <a:gd name="connsiteY147" fmla="*/ 470793 h 717046"/>
                <a:gd name="connsiteX148" fmla="*/ 1441594 w 2912392"/>
                <a:gd name="connsiteY148" fmla="*/ 473122 h 717046"/>
                <a:gd name="connsiteX149" fmla="*/ 1451323 w 2912392"/>
                <a:gd name="connsiteY149" fmla="*/ 475601 h 717046"/>
                <a:gd name="connsiteX150" fmla="*/ 1461067 w 2912392"/>
                <a:gd name="connsiteY150" fmla="*/ 478230 h 717046"/>
                <a:gd name="connsiteX151" fmla="*/ 1470811 w 2912392"/>
                <a:gd name="connsiteY151" fmla="*/ 481006 h 717046"/>
                <a:gd name="connsiteX152" fmla="*/ 1480555 w 2912392"/>
                <a:gd name="connsiteY152" fmla="*/ 483926 h 717046"/>
                <a:gd name="connsiteX153" fmla="*/ 1490284 w 2912392"/>
                <a:gd name="connsiteY153" fmla="*/ 486987 h 717046"/>
                <a:gd name="connsiteX154" fmla="*/ 1500028 w 2912392"/>
                <a:gd name="connsiteY154" fmla="*/ 490184 h 717046"/>
                <a:gd name="connsiteX155" fmla="*/ 1509772 w 2912392"/>
                <a:gd name="connsiteY155" fmla="*/ 493512 h 717046"/>
                <a:gd name="connsiteX156" fmla="*/ 1519516 w 2912392"/>
                <a:gd name="connsiteY156" fmla="*/ 496972 h 717046"/>
                <a:gd name="connsiteX157" fmla="*/ 1529245 w 2912392"/>
                <a:gd name="connsiteY157" fmla="*/ 500555 h 717046"/>
                <a:gd name="connsiteX158" fmla="*/ 1538989 w 2912392"/>
                <a:gd name="connsiteY158" fmla="*/ 504259 h 717046"/>
                <a:gd name="connsiteX159" fmla="*/ 1548733 w 2912392"/>
                <a:gd name="connsiteY159" fmla="*/ 508079 h 717046"/>
                <a:gd name="connsiteX160" fmla="*/ 1558477 w 2912392"/>
                <a:gd name="connsiteY160" fmla="*/ 512009 h 717046"/>
                <a:gd name="connsiteX161" fmla="*/ 1568221 w 2912392"/>
                <a:gd name="connsiteY161" fmla="*/ 516047 h 717046"/>
                <a:gd name="connsiteX162" fmla="*/ 1577950 w 2912392"/>
                <a:gd name="connsiteY162" fmla="*/ 520184 h 717046"/>
                <a:gd name="connsiteX163" fmla="*/ 1587694 w 2912392"/>
                <a:gd name="connsiteY163" fmla="*/ 524417 h 717046"/>
                <a:gd name="connsiteX164" fmla="*/ 1597438 w 2912392"/>
                <a:gd name="connsiteY164" fmla="*/ 528739 h 717046"/>
                <a:gd name="connsiteX165" fmla="*/ 1607182 w 2912392"/>
                <a:gd name="connsiteY165" fmla="*/ 533147 h 717046"/>
                <a:gd name="connsiteX166" fmla="*/ 1616911 w 2912392"/>
                <a:gd name="connsiteY166" fmla="*/ 537634 h 717046"/>
                <a:gd name="connsiteX167" fmla="*/ 1626655 w 2912392"/>
                <a:gd name="connsiteY167" fmla="*/ 542193 h 717046"/>
                <a:gd name="connsiteX168" fmla="*/ 1636399 w 2912392"/>
                <a:gd name="connsiteY168" fmla="*/ 546819 h 717046"/>
                <a:gd name="connsiteX169" fmla="*/ 1646142 w 2912392"/>
                <a:gd name="connsiteY169" fmla="*/ 551507 h 717046"/>
                <a:gd name="connsiteX170" fmla="*/ 1655872 w 2912392"/>
                <a:gd name="connsiteY170" fmla="*/ 556248 h 717046"/>
                <a:gd name="connsiteX171" fmla="*/ 1665616 w 2912392"/>
                <a:gd name="connsiteY171" fmla="*/ 561039 h 717046"/>
                <a:gd name="connsiteX172" fmla="*/ 1675359 w 2912392"/>
                <a:gd name="connsiteY172" fmla="*/ 565871 h 717046"/>
                <a:gd name="connsiteX173" fmla="*/ 1685103 w 2912392"/>
                <a:gd name="connsiteY173" fmla="*/ 570740 h 717046"/>
                <a:gd name="connsiteX174" fmla="*/ 1694832 w 2912392"/>
                <a:gd name="connsiteY174" fmla="*/ 575637 h 717046"/>
                <a:gd name="connsiteX175" fmla="*/ 1704576 w 2912392"/>
                <a:gd name="connsiteY175" fmla="*/ 580558 h 717046"/>
                <a:gd name="connsiteX176" fmla="*/ 1714320 w 2912392"/>
                <a:gd name="connsiteY176" fmla="*/ 585494 h 717046"/>
                <a:gd name="connsiteX177" fmla="*/ 1724064 w 2912392"/>
                <a:gd name="connsiteY177" fmla="*/ 590441 h 717046"/>
                <a:gd name="connsiteX178" fmla="*/ 1733808 w 2912392"/>
                <a:gd name="connsiteY178" fmla="*/ 595390 h 717046"/>
                <a:gd name="connsiteX179" fmla="*/ 1743537 w 2912392"/>
                <a:gd name="connsiteY179" fmla="*/ 600335 h 717046"/>
                <a:gd name="connsiteX180" fmla="*/ 1753281 w 2912392"/>
                <a:gd name="connsiteY180" fmla="*/ 605270 h 717046"/>
                <a:gd name="connsiteX181" fmla="*/ 1763025 w 2912392"/>
                <a:gd name="connsiteY181" fmla="*/ 610186 h 717046"/>
                <a:gd name="connsiteX182" fmla="*/ 1772769 w 2912392"/>
                <a:gd name="connsiteY182" fmla="*/ 615079 h 717046"/>
                <a:gd name="connsiteX183" fmla="*/ 1782498 w 2912392"/>
                <a:gd name="connsiteY183" fmla="*/ 619939 h 717046"/>
                <a:gd name="connsiteX184" fmla="*/ 1792242 w 2912392"/>
                <a:gd name="connsiteY184" fmla="*/ 624762 h 717046"/>
                <a:gd name="connsiteX185" fmla="*/ 1801986 w 2912392"/>
                <a:gd name="connsiteY185" fmla="*/ 629539 h 717046"/>
                <a:gd name="connsiteX186" fmla="*/ 1811730 w 2912392"/>
                <a:gd name="connsiteY186" fmla="*/ 634263 h 717046"/>
                <a:gd name="connsiteX187" fmla="*/ 1821459 w 2912392"/>
                <a:gd name="connsiteY187" fmla="*/ 638928 h 717046"/>
                <a:gd name="connsiteX188" fmla="*/ 1831203 w 2912392"/>
                <a:gd name="connsiteY188" fmla="*/ 643527 h 717046"/>
                <a:gd name="connsiteX189" fmla="*/ 1840947 w 2912392"/>
                <a:gd name="connsiteY189" fmla="*/ 648052 h 717046"/>
                <a:gd name="connsiteX190" fmla="*/ 1850691 w 2912392"/>
                <a:gd name="connsiteY190" fmla="*/ 652498 h 717046"/>
                <a:gd name="connsiteX191" fmla="*/ 1860435 w 2912392"/>
                <a:gd name="connsiteY191" fmla="*/ 656854 h 717046"/>
                <a:gd name="connsiteX192" fmla="*/ 1870164 w 2912392"/>
                <a:gd name="connsiteY192" fmla="*/ 661117 h 717046"/>
                <a:gd name="connsiteX193" fmla="*/ 1879908 w 2912392"/>
                <a:gd name="connsiteY193" fmla="*/ 665277 h 717046"/>
                <a:gd name="connsiteX194" fmla="*/ 1889652 w 2912392"/>
                <a:gd name="connsiteY194" fmla="*/ 669329 h 717046"/>
                <a:gd name="connsiteX195" fmla="*/ 1899395 w 2912392"/>
                <a:gd name="connsiteY195" fmla="*/ 673264 h 717046"/>
                <a:gd name="connsiteX196" fmla="*/ 1909124 w 2912392"/>
                <a:gd name="connsiteY196" fmla="*/ 677077 h 717046"/>
                <a:gd name="connsiteX197" fmla="*/ 1918868 w 2912392"/>
                <a:gd name="connsiteY197" fmla="*/ 680760 h 717046"/>
                <a:gd name="connsiteX198" fmla="*/ 1928612 w 2912392"/>
                <a:gd name="connsiteY198" fmla="*/ 684304 h 717046"/>
                <a:gd name="connsiteX199" fmla="*/ 1938356 w 2912392"/>
                <a:gd name="connsiteY199" fmla="*/ 687706 h 717046"/>
                <a:gd name="connsiteX200" fmla="*/ 1948085 w 2912392"/>
                <a:gd name="connsiteY200" fmla="*/ 690957 h 717046"/>
                <a:gd name="connsiteX201" fmla="*/ 1957829 w 2912392"/>
                <a:gd name="connsiteY201" fmla="*/ 694048 h 717046"/>
                <a:gd name="connsiteX202" fmla="*/ 1967573 w 2912392"/>
                <a:gd name="connsiteY202" fmla="*/ 696976 h 717046"/>
                <a:gd name="connsiteX203" fmla="*/ 1977317 w 2912392"/>
                <a:gd name="connsiteY203" fmla="*/ 699731 h 717046"/>
                <a:gd name="connsiteX204" fmla="*/ 1987046 w 2912392"/>
                <a:gd name="connsiteY204" fmla="*/ 702307 h 717046"/>
                <a:gd name="connsiteX205" fmla="*/ 1996790 w 2912392"/>
                <a:gd name="connsiteY205" fmla="*/ 704700 h 717046"/>
                <a:gd name="connsiteX206" fmla="*/ 2006534 w 2912392"/>
                <a:gd name="connsiteY206" fmla="*/ 706899 h 717046"/>
                <a:gd name="connsiteX207" fmla="*/ 2016278 w 2912392"/>
                <a:gd name="connsiteY207" fmla="*/ 708901 h 717046"/>
                <a:gd name="connsiteX208" fmla="*/ 2026022 w 2912392"/>
                <a:gd name="connsiteY208" fmla="*/ 710698 h 717046"/>
                <a:gd name="connsiteX209" fmla="*/ 2035751 w 2912392"/>
                <a:gd name="connsiteY209" fmla="*/ 712285 h 717046"/>
                <a:gd name="connsiteX210" fmla="*/ 2045495 w 2912392"/>
                <a:gd name="connsiteY210" fmla="*/ 713654 h 717046"/>
                <a:gd name="connsiteX211" fmla="*/ 2055239 w 2912392"/>
                <a:gd name="connsiteY211" fmla="*/ 714800 h 717046"/>
                <a:gd name="connsiteX212" fmla="*/ 2064983 w 2912392"/>
                <a:gd name="connsiteY212" fmla="*/ 715719 h 717046"/>
                <a:gd name="connsiteX213" fmla="*/ 2074712 w 2912392"/>
                <a:gd name="connsiteY213" fmla="*/ 716403 h 717046"/>
                <a:gd name="connsiteX214" fmla="*/ 2084456 w 2912392"/>
                <a:gd name="connsiteY214" fmla="*/ 716847 h 717046"/>
                <a:gd name="connsiteX215" fmla="*/ 2094200 w 2912392"/>
                <a:gd name="connsiteY215" fmla="*/ 717046 h 717046"/>
                <a:gd name="connsiteX216" fmla="*/ 2103944 w 2912392"/>
                <a:gd name="connsiteY216" fmla="*/ 716997 h 717046"/>
                <a:gd name="connsiteX217" fmla="*/ 2113673 w 2912392"/>
                <a:gd name="connsiteY217" fmla="*/ 716693 h 717046"/>
                <a:gd name="connsiteX218" fmla="*/ 2123417 w 2912392"/>
                <a:gd name="connsiteY218" fmla="*/ 716131 h 717046"/>
                <a:gd name="connsiteX219" fmla="*/ 2133161 w 2912392"/>
                <a:gd name="connsiteY219" fmla="*/ 715306 h 717046"/>
                <a:gd name="connsiteX220" fmla="*/ 2142905 w 2912392"/>
                <a:gd name="connsiteY220" fmla="*/ 714215 h 717046"/>
                <a:gd name="connsiteX221" fmla="*/ 2152649 w 2912392"/>
                <a:gd name="connsiteY221" fmla="*/ 712855 h 717046"/>
                <a:gd name="connsiteX222" fmla="*/ 2162377 w 2912392"/>
                <a:gd name="connsiteY222" fmla="*/ 711222 h 717046"/>
                <a:gd name="connsiteX223" fmla="*/ 2172121 w 2912392"/>
                <a:gd name="connsiteY223" fmla="*/ 709315 h 717046"/>
                <a:gd name="connsiteX224" fmla="*/ 2181865 w 2912392"/>
                <a:gd name="connsiteY224" fmla="*/ 707130 h 717046"/>
                <a:gd name="connsiteX225" fmla="*/ 2191609 w 2912392"/>
                <a:gd name="connsiteY225" fmla="*/ 704665 h 717046"/>
                <a:gd name="connsiteX226" fmla="*/ 2201338 w 2912392"/>
                <a:gd name="connsiteY226" fmla="*/ 701919 h 717046"/>
                <a:gd name="connsiteX227" fmla="*/ 2211082 w 2912392"/>
                <a:gd name="connsiteY227" fmla="*/ 698892 h 717046"/>
                <a:gd name="connsiteX228" fmla="*/ 2220826 w 2912392"/>
                <a:gd name="connsiteY228" fmla="*/ 695583 h 717046"/>
                <a:gd name="connsiteX229" fmla="*/ 2230570 w 2912392"/>
                <a:gd name="connsiteY229" fmla="*/ 691992 h 717046"/>
                <a:gd name="connsiteX230" fmla="*/ 2240299 w 2912392"/>
                <a:gd name="connsiteY230" fmla="*/ 688120 h 717046"/>
                <a:gd name="connsiteX231" fmla="*/ 2250043 w 2912392"/>
                <a:gd name="connsiteY231" fmla="*/ 683966 h 717046"/>
                <a:gd name="connsiteX232" fmla="*/ 2259787 w 2912392"/>
                <a:gd name="connsiteY232" fmla="*/ 679534 h 717046"/>
                <a:gd name="connsiteX233" fmla="*/ 2269531 w 2912392"/>
                <a:gd name="connsiteY233" fmla="*/ 674826 h 717046"/>
                <a:gd name="connsiteX234" fmla="*/ 2279260 w 2912392"/>
                <a:gd name="connsiteY234" fmla="*/ 669842 h 717046"/>
                <a:gd name="connsiteX235" fmla="*/ 2289004 w 2912392"/>
                <a:gd name="connsiteY235" fmla="*/ 664588 h 717046"/>
                <a:gd name="connsiteX236" fmla="*/ 2298748 w 2912392"/>
                <a:gd name="connsiteY236" fmla="*/ 659067 h 717046"/>
                <a:gd name="connsiteX237" fmla="*/ 2308492 w 2912392"/>
                <a:gd name="connsiteY237" fmla="*/ 653282 h 717046"/>
                <a:gd name="connsiteX238" fmla="*/ 2318236 w 2912392"/>
                <a:gd name="connsiteY238" fmla="*/ 647240 h 717046"/>
                <a:gd name="connsiteX239" fmla="*/ 2327965 w 2912392"/>
                <a:gd name="connsiteY239" fmla="*/ 640945 h 717046"/>
                <a:gd name="connsiteX240" fmla="*/ 2337709 w 2912392"/>
                <a:gd name="connsiteY240" fmla="*/ 634405 h 717046"/>
                <a:gd name="connsiteX241" fmla="*/ 2347453 w 2912392"/>
                <a:gd name="connsiteY241" fmla="*/ 627624 h 717046"/>
                <a:gd name="connsiteX242" fmla="*/ 2357197 w 2912392"/>
                <a:gd name="connsiteY242" fmla="*/ 620611 h 717046"/>
                <a:gd name="connsiteX243" fmla="*/ 2366926 w 2912392"/>
                <a:gd name="connsiteY243" fmla="*/ 613373 h 717046"/>
                <a:gd name="connsiteX244" fmla="*/ 2376670 w 2912392"/>
                <a:gd name="connsiteY244" fmla="*/ 605919 h 717046"/>
                <a:gd name="connsiteX245" fmla="*/ 2386413 w 2912392"/>
                <a:gd name="connsiteY245" fmla="*/ 598257 h 717046"/>
                <a:gd name="connsiteX246" fmla="*/ 2396157 w 2912392"/>
                <a:gd name="connsiteY246" fmla="*/ 590397 h 717046"/>
                <a:gd name="connsiteX247" fmla="*/ 2405886 w 2912392"/>
                <a:gd name="connsiteY247" fmla="*/ 582351 h 717046"/>
                <a:gd name="connsiteX248" fmla="*/ 2415630 w 2912392"/>
                <a:gd name="connsiteY248" fmla="*/ 574126 h 717046"/>
                <a:gd name="connsiteX249" fmla="*/ 2425374 w 2912392"/>
                <a:gd name="connsiteY249" fmla="*/ 565735 h 717046"/>
                <a:gd name="connsiteX250" fmla="*/ 2435118 w 2912392"/>
                <a:gd name="connsiteY250" fmla="*/ 557189 h 717046"/>
                <a:gd name="connsiteX251" fmla="*/ 2444862 w 2912392"/>
                <a:gd name="connsiteY251" fmla="*/ 548499 h 717046"/>
                <a:gd name="connsiteX252" fmla="*/ 2454591 w 2912392"/>
                <a:gd name="connsiteY252" fmla="*/ 539678 h 717046"/>
                <a:gd name="connsiteX253" fmla="*/ 2464335 w 2912392"/>
                <a:gd name="connsiteY253" fmla="*/ 530740 h 717046"/>
                <a:gd name="connsiteX254" fmla="*/ 2474079 w 2912392"/>
                <a:gd name="connsiteY254" fmla="*/ 521698 h 717046"/>
                <a:gd name="connsiteX255" fmla="*/ 2483823 w 2912392"/>
                <a:gd name="connsiteY255" fmla="*/ 512564 h 717046"/>
                <a:gd name="connsiteX256" fmla="*/ 2493552 w 2912392"/>
                <a:gd name="connsiteY256" fmla="*/ 503352 h 717046"/>
                <a:gd name="connsiteX257" fmla="*/ 2503296 w 2912392"/>
                <a:gd name="connsiteY257" fmla="*/ 494076 h 717046"/>
                <a:gd name="connsiteX258" fmla="*/ 2513040 w 2912392"/>
                <a:gd name="connsiteY258" fmla="*/ 484750 h 717046"/>
                <a:gd name="connsiteX259" fmla="*/ 2522784 w 2912392"/>
                <a:gd name="connsiteY259" fmla="*/ 475391 h 717046"/>
                <a:gd name="connsiteX260" fmla="*/ 2532513 w 2912392"/>
                <a:gd name="connsiteY260" fmla="*/ 466010 h 717046"/>
                <a:gd name="connsiteX261" fmla="*/ 2542257 w 2912392"/>
                <a:gd name="connsiteY261" fmla="*/ 456624 h 717046"/>
                <a:gd name="connsiteX262" fmla="*/ 2552001 w 2912392"/>
                <a:gd name="connsiteY262" fmla="*/ 447248 h 717046"/>
                <a:gd name="connsiteX263" fmla="*/ 2561745 w 2912392"/>
                <a:gd name="connsiteY263" fmla="*/ 437896 h 717046"/>
                <a:gd name="connsiteX264" fmla="*/ 2571474 w 2912392"/>
                <a:gd name="connsiteY264" fmla="*/ 428584 h 717046"/>
                <a:gd name="connsiteX265" fmla="*/ 2581218 w 2912392"/>
                <a:gd name="connsiteY265" fmla="*/ 419326 h 717046"/>
                <a:gd name="connsiteX266" fmla="*/ 2590962 w 2912392"/>
                <a:gd name="connsiteY266" fmla="*/ 410138 h 717046"/>
                <a:gd name="connsiteX267" fmla="*/ 2600705 w 2912392"/>
                <a:gd name="connsiteY267" fmla="*/ 401033 h 717046"/>
                <a:gd name="connsiteX268" fmla="*/ 2610449 w 2912392"/>
                <a:gd name="connsiteY268" fmla="*/ 392027 h 717046"/>
                <a:gd name="connsiteX269" fmla="*/ 2620178 w 2912392"/>
                <a:gd name="connsiteY269" fmla="*/ 383133 h 717046"/>
                <a:gd name="connsiteX270" fmla="*/ 2629922 w 2912392"/>
                <a:gd name="connsiteY270" fmla="*/ 374368 h 717046"/>
                <a:gd name="connsiteX271" fmla="*/ 2639666 w 2912392"/>
                <a:gd name="connsiteY271" fmla="*/ 365745 h 717046"/>
                <a:gd name="connsiteX272" fmla="*/ 2649410 w 2912392"/>
                <a:gd name="connsiteY272" fmla="*/ 357276 h 717046"/>
                <a:gd name="connsiteX273" fmla="*/ 2659139 w 2912392"/>
                <a:gd name="connsiteY273" fmla="*/ 348976 h 717046"/>
                <a:gd name="connsiteX274" fmla="*/ 2668883 w 2912392"/>
                <a:gd name="connsiteY274" fmla="*/ 340856 h 717046"/>
                <a:gd name="connsiteX275" fmla="*/ 2678627 w 2912392"/>
                <a:gd name="connsiteY275" fmla="*/ 332931 h 717046"/>
                <a:gd name="connsiteX276" fmla="*/ 2688371 w 2912392"/>
                <a:gd name="connsiteY276" fmla="*/ 325213 h 717046"/>
                <a:gd name="connsiteX277" fmla="*/ 2698100 w 2912392"/>
                <a:gd name="connsiteY277" fmla="*/ 317713 h 717046"/>
                <a:gd name="connsiteX278" fmla="*/ 2707844 w 2912392"/>
                <a:gd name="connsiteY278" fmla="*/ 310441 h 717046"/>
                <a:gd name="connsiteX279" fmla="*/ 2717588 w 2912392"/>
                <a:gd name="connsiteY279" fmla="*/ 303410 h 717046"/>
                <a:gd name="connsiteX280" fmla="*/ 2727332 w 2912392"/>
                <a:gd name="connsiteY280" fmla="*/ 296628 h 717046"/>
                <a:gd name="connsiteX281" fmla="*/ 2737076 w 2912392"/>
                <a:gd name="connsiteY281" fmla="*/ 290106 h 717046"/>
                <a:gd name="connsiteX282" fmla="*/ 2746805 w 2912392"/>
                <a:gd name="connsiteY282" fmla="*/ 283852 h 717046"/>
                <a:gd name="connsiteX283" fmla="*/ 2756549 w 2912392"/>
                <a:gd name="connsiteY283" fmla="*/ 277875 h 717046"/>
                <a:gd name="connsiteX284" fmla="*/ 2766293 w 2912392"/>
                <a:gd name="connsiteY284" fmla="*/ 272182 h 717046"/>
                <a:gd name="connsiteX285" fmla="*/ 2776037 w 2912392"/>
                <a:gd name="connsiteY285" fmla="*/ 266781 h 717046"/>
                <a:gd name="connsiteX286" fmla="*/ 2785766 w 2912392"/>
                <a:gd name="connsiteY286" fmla="*/ 261677 h 717046"/>
                <a:gd name="connsiteX287" fmla="*/ 2795510 w 2912392"/>
                <a:gd name="connsiteY287" fmla="*/ 256876 h 717046"/>
                <a:gd name="connsiteX288" fmla="*/ 2805254 w 2912392"/>
                <a:gd name="connsiteY288" fmla="*/ 252384 h 717046"/>
                <a:gd name="connsiteX289" fmla="*/ 2814998 w 2912392"/>
                <a:gd name="connsiteY289" fmla="*/ 248205 h 717046"/>
                <a:gd name="connsiteX290" fmla="*/ 2824727 w 2912392"/>
                <a:gd name="connsiteY290" fmla="*/ 244342 h 717046"/>
                <a:gd name="connsiteX291" fmla="*/ 2834471 w 2912392"/>
                <a:gd name="connsiteY291" fmla="*/ 240797 h 717046"/>
                <a:gd name="connsiteX292" fmla="*/ 2844215 w 2912392"/>
                <a:gd name="connsiteY292" fmla="*/ 237575 h 717046"/>
                <a:gd name="connsiteX293" fmla="*/ 2853958 w 2912392"/>
                <a:gd name="connsiteY293" fmla="*/ 234674 h 717046"/>
                <a:gd name="connsiteX294" fmla="*/ 2863687 w 2912392"/>
                <a:gd name="connsiteY294" fmla="*/ 232098 h 717046"/>
                <a:gd name="connsiteX295" fmla="*/ 2873431 w 2912392"/>
                <a:gd name="connsiteY295" fmla="*/ 229844 h 717046"/>
                <a:gd name="connsiteX296" fmla="*/ 2883175 w 2912392"/>
                <a:gd name="connsiteY296" fmla="*/ 227914 h 717046"/>
                <a:gd name="connsiteX297" fmla="*/ 2892919 w 2912392"/>
                <a:gd name="connsiteY297" fmla="*/ 226305 h 717046"/>
                <a:gd name="connsiteX298" fmla="*/ 2902663 w 2912392"/>
                <a:gd name="connsiteY298" fmla="*/ 225018 h 717046"/>
                <a:gd name="connsiteX299" fmla="*/ 2912392 w 2912392"/>
                <a:gd name="connsiteY299" fmla="*/ 224046 h 717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17046">
                  <a:moveTo>
                    <a:pt x="0" y="0"/>
                  </a:moveTo>
                  <a:lnTo>
                    <a:pt x="9739" y="3346"/>
                  </a:lnTo>
                  <a:lnTo>
                    <a:pt x="19480" y="6964"/>
                  </a:lnTo>
                  <a:lnTo>
                    <a:pt x="29221" y="10848"/>
                  </a:lnTo>
                  <a:lnTo>
                    <a:pt x="38961" y="14997"/>
                  </a:lnTo>
                  <a:lnTo>
                    <a:pt x="48702" y="19410"/>
                  </a:lnTo>
                  <a:lnTo>
                    <a:pt x="58443" y="24084"/>
                  </a:lnTo>
                  <a:lnTo>
                    <a:pt x="68182" y="29014"/>
                  </a:lnTo>
                  <a:lnTo>
                    <a:pt x="77923" y="34198"/>
                  </a:lnTo>
                  <a:lnTo>
                    <a:pt x="87664" y="39631"/>
                  </a:lnTo>
                  <a:lnTo>
                    <a:pt x="97404" y="45308"/>
                  </a:lnTo>
                  <a:lnTo>
                    <a:pt x="107145" y="51227"/>
                  </a:lnTo>
                  <a:lnTo>
                    <a:pt x="116886" y="57380"/>
                  </a:lnTo>
                  <a:lnTo>
                    <a:pt x="126625" y="63762"/>
                  </a:lnTo>
                  <a:lnTo>
                    <a:pt x="136366" y="70368"/>
                  </a:lnTo>
                  <a:lnTo>
                    <a:pt x="146107" y="77192"/>
                  </a:lnTo>
                  <a:lnTo>
                    <a:pt x="155846" y="84224"/>
                  </a:lnTo>
                  <a:lnTo>
                    <a:pt x="165587" y="91460"/>
                  </a:lnTo>
                  <a:lnTo>
                    <a:pt x="175328" y="98893"/>
                  </a:lnTo>
                  <a:lnTo>
                    <a:pt x="185068" y="106513"/>
                  </a:lnTo>
                  <a:lnTo>
                    <a:pt x="194809" y="114312"/>
                  </a:lnTo>
                  <a:lnTo>
                    <a:pt x="204550" y="122283"/>
                  </a:lnTo>
                  <a:lnTo>
                    <a:pt x="214289" y="130417"/>
                  </a:lnTo>
                  <a:lnTo>
                    <a:pt x="224030" y="138702"/>
                  </a:lnTo>
                  <a:lnTo>
                    <a:pt x="233771" y="147130"/>
                  </a:lnTo>
                  <a:lnTo>
                    <a:pt x="243510" y="155693"/>
                  </a:lnTo>
                  <a:lnTo>
                    <a:pt x="253251" y="164377"/>
                  </a:lnTo>
                  <a:lnTo>
                    <a:pt x="262992" y="173177"/>
                  </a:lnTo>
                  <a:lnTo>
                    <a:pt x="272732" y="182077"/>
                  </a:lnTo>
                  <a:lnTo>
                    <a:pt x="282473" y="191069"/>
                  </a:lnTo>
                  <a:lnTo>
                    <a:pt x="292214" y="200141"/>
                  </a:lnTo>
                  <a:lnTo>
                    <a:pt x="301953" y="209281"/>
                  </a:lnTo>
                  <a:lnTo>
                    <a:pt x="311694" y="218480"/>
                  </a:lnTo>
                  <a:lnTo>
                    <a:pt x="321435" y="227725"/>
                  </a:lnTo>
                  <a:lnTo>
                    <a:pt x="331175" y="237003"/>
                  </a:lnTo>
                  <a:lnTo>
                    <a:pt x="340916" y="246303"/>
                  </a:lnTo>
                  <a:lnTo>
                    <a:pt x="350656" y="255614"/>
                  </a:lnTo>
                  <a:lnTo>
                    <a:pt x="360396" y="264923"/>
                  </a:lnTo>
                  <a:lnTo>
                    <a:pt x="370137" y="274219"/>
                  </a:lnTo>
                  <a:lnTo>
                    <a:pt x="379878" y="283489"/>
                  </a:lnTo>
                  <a:lnTo>
                    <a:pt x="389617" y="292722"/>
                  </a:lnTo>
                  <a:lnTo>
                    <a:pt x="399358" y="301905"/>
                  </a:lnTo>
                  <a:lnTo>
                    <a:pt x="409099" y="311028"/>
                  </a:lnTo>
                  <a:lnTo>
                    <a:pt x="418839" y="320078"/>
                  </a:lnTo>
                  <a:lnTo>
                    <a:pt x="428580" y="329042"/>
                  </a:lnTo>
                  <a:lnTo>
                    <a:pt x="438321" y="337912"/>
                  </a:lnTo>
                  <a:lnTo>
                    <a:pt x="448060" y="346674"/>
                  </a:lnTo>
                  <a:lnTo>
                    <a:pt x="457801" y="355318"/>
                  </a:lnTo>
                  <a:lnTo>
                    <a:pt x="467542" y="363835"/>
                  </a:lnTo>
                  <a:lnTo>
                    <a:pt x="477281" y="372211"/>
                  </a:lnTo>
                  <a:lnTo>
                    <a:pt x="487022" y="380438"/>
                  </a:lnTo>
                  <a:lnTo>
                    <a:pt x="496763" y="388507"/>
                  </a:lnTo>
                  <a:lnTo>
                    <a:pt x="506503" y="396407"/>
                  </a:lnTo>
                  <a:lnTo>
                    <a:pt x="516244" y="404129"/>
                  </a:lnTo>
                  <a:lnTo>
                    <a:pt x="525985" y="411665"/>
                  </a:lnTo>
                  <a:lnTo>
                    <a:pt x="535724" y="419006"/>
                  </a:lnTo>
                  <a:lnTo>
                    <a:pt x="545465" y="426145"/>
                  </a:lnTo>
                  <a:lnTo>
                    <a:pt x="555206" y="433073"/>
                  </a:lnTo>
                  <a:lnTo>
                    <a:pt x="564946" y="439785"/>
                  </a:lnTo>
                  <a:lnTo>
                    <a:pt x="574687" y="446272"/>
                  </a:lnTo>
                  <a:lnTo>
                    <a:pt x="584428" y="452531"/>
                  </a:lnTo>
                  <a:lnTo>
                    <a:pt x="594167" y="458555"/>
                  </a:lnTo>
                  <a:lnTo>
                    <a:pt x="603908" y="464339"/>
                  </a:lnTo>
                  <a:lnTo>
                    <a:pt x="613649" y="469877"/>
                  </a:lnTo>
                  <a:lnTo>
                    <a:pt x="623388" y="475169"/>
                  </a:lnTo>
                  <a:lnTo>
                    <a:pt x="633129" y="480208"/>
                  </a:lnTo>
                  <a:lnTo>
                    <a:pt x="642870" y="484992"/>
                  </a:lnTo>
                  <a:lnTo>
                    <a:pt x="652610" y="489519"/>
                  </a:lnTo>
                  <a:lnTo>
                    <a:pt x="662351" y="493788"/>
                  </a:lnTo>
                  <a:lnTo>
                    <a:pt x="672092" y="497799"/>
                  </a:lnTo>
                  <a:lnTo>
                    <a:pt x="681831" y="501547"/>
                  </a:lnTo>
                  <a:lnTo>
                    <a:pt x="691572" y="505037"/>
                  </a:lnTo>
                  <a:lnTo>
                    <a:pt x="701313" y="508265"/>
                  </a:lnTo>
                  <a:lnTo>
                    <a:pt x="711052" y="511235"/>
                  </a:lnTo>
                  <a:lnTo>
                    <a:pt x="720793" y="513948"/>
                  </a:lnTo>
                  <a:lnTo>
                    <a:pt x="730534" y="516405"/>
                  </a:lnTo>
                  <a:lnTo>
                    <a:pt x="740274" y="518610"/>
                  </a:lnTo>
                  <a:lnTo>
                    <a:pt x="750015" y="520566"/>
                  </a:lnTo>
                  <a:lnTo>
                    <a:pt x="759756" y="522275"/>
                  </a:lnTo>
                  <a:lnTo>
                    <a:pt x="769495" y="523741"/>
                  </a:lnTo>
                  <a:lnTo>
                    <a:pt x="779236" y="524972"/>
                  </a:lnTo>
                  <a:lnTo>
                    <a:pt x="788977" y="525968"/>
                  </a:lnTo>
                  <a:lnTo>
                    <a:pt x="798717" y="526739"/>
                  </a:lnTo>
                  <a:lnTo>
                    <a:pt x="808458" y="527287"/>
                  </a:lnTo>
                  <a:lnTo>
                    <a:pt x="818199" y="527619"/>
                  </a:lnTo>
                  <a:lnTo>
                    <a:pt x="827938" y="527744"/>
                  </a:lnTo>
                  <a:lnTo>
                    <a:pt x="837679" y="527667"/>
                  </a:lnTo>
                  <a:lnTo>
                    <a:pt x="847420" y="527396"/>
                  </a:lnTo>
                  <a:lnTo>
                    <a:pt x="857159" y="526937"/>
                  </a:lnTo>
                  <a:lnTo>
                    <a:pt x="866900" y="526298"/>
                  </a:lnTo>
                  <a:lnTo>
                    <a:pt x="876641" y="525489"/>
                  </a:lnTo>
                  <a:lnTo>
                    <a:pt x="886381" y="524517"/>
                  </a:lnTo>
                  <a:lnTo>
                    <a:pt x="896122" y="523391"/>
                  </a:lnTo>
                  <a:lnTo>
                    <a:pt x="905863" y="522118"/>
                  </a:lnTo>
                  <a:lnTo>
                    <a:pt x="915602" y="520710"/>
                  </a:lnTo>
                  <a:lnTo>
                    <a:pt x="925343" y="519174"/>
                  </a:lnTo>
                  <a:lnTo>
                    <a:pt x="935084" y="517521"/>
                  </a:lnTo>
                  <a:lnTo>
                    <a:pt x="944824" y="515757"/>
                  </a:lnTo>
                  <a:lnTo>
                    <a:pt x="954564" y="513894"/>
                  </a:lnTo>
                  <a:lnTo>
                    <a:pt x="964305" y="511941"/>
                  </a:lnTo>
                  <a:lnTo>
                    <a:pt x="974045" y="509909"/>
                  </a:lnTo>
                  <a:lnTo>
                    <a:pt x="983786" y="507805"/>
                  </a:lnTo>
                  <a:lnTo>
                    <a:pt x="993522" y="505639"/>
                  </a:lnTo>
                  <a:lnTo>
                    <a:pt x="1003266" y="503422"/>
                  </a:lnTo>
                  <a:lnTo>
                    <a:pt x="1013010" y="501162"/>
                  </a:lnTo>
                  <a:lnTo>
                    <a:pt x="1022754" y="498870"/>
                  </a:lnTo>
                  <a:lnTo>
                    <a:pt x="1032483" y="496553"/>
                  </a:lnTo>
                  <a:lnTo>
                    <a:pt x="1042227" y="494225"/>
                  </a:lnTo>
                  <a:lnTo>
                    <a:pt x="1051971" y="491888"/>
                  </a:lnTo>
                  <a:lnTo>
                    <a:pt x="1061715" y="489558"/>
                  </a:lnTo>
                  <a:lnTo>
                    <a:pt x="1071444" y="487240"/>
                  </a:lnTo>
                  <a:lnTo>
                    <a:pt x="1081188" y="484944"/>
                  </a:lnTo>
                  <a:lnTo>
                    <a:pt x="1090932" y="482679"/>
                  </a:lnTo>
                  <a:lnTo>
                    <a:pt x="1100676" y="480453"/>
                  </a:lnTo>
                  <a:lnTo>
                    <a:pt x="1110405" y="478274"/>
                  </a:lnTo>
                  <a:lnTo>
                    <a:pt x="1120149" y="476149"/>
                  </a:lnTo>
                  <a:lnTo>
                    <a:pt x="1129893" y="474089"/>
                  </a:lnTo>
                  <a:lnTo>
                    <a:pt x="1139637" y="472097"/>
                  </a:lnTo>
                  <a:lnTo>
                    <a:pt x="1149381" y="470184"/>
                  </a:lnTo>
                  <a:lnTo>
                    <a:pt x="1159110" y="468355"/>
                  </a:lnTo>
                  <a:lnTo>
                    <a:pt x="1168854" y="466618"/>
                  </a:lnTo>
                  <a:lnTo>
                    <a:pt x="1178598" y="464981"/>
                  </a:lnTo>
                  <a:lnTo>
                    <a:pt x="1188341" y="463446"/>
                  </a:lnTo>
                  <a:lnTo>
                    <a:pt x="1198070" y="462022"/>
                  </a:lnTo>
                  <a:lnTo>
                    <a:pt x="1207814" y="460714"/>
                  </a:lnTo>
                  <a:lnTo>
                    <a:pt x="1217558" y="459528"/>
                  </a:lnTo>
                  <a:lnTo>
                    <a:pt x="1227302" y="458467"/>
                  </a:lnTo>
                  <a:lnTo>
                    <a:pt x="1237031" y="457537"/>
                  </a:lnTo>
                  <a:lnTo>
                    <a:pt x="1246775" y="456743"/>
                  </a:lnTo>
                  <a:lnTo>
                    <a:pt x="1256519" y="456088"/>
                  </a:lnTo>
                  <a:lnTo>
                    <a:pt x="1266263" y="455577"/>
                  </a:lnTo>
                  <a:lnTo>
                    <a:pt x="1276007" y="455212"/>
                  </a:lnTo>
                  <a:lnTo>
                    <a:pt x="1285736" y="454996"/>
                  </a:lnTo>
                  <a:lnTo>
                    <a:pt x="1295480" y="454933"/>
                  </a:lnTo>
                  <a:lnTo>
                    <a:pt x="1305224" y="455024"/>
                  </a:lnTo>
                  <a:lnTo>
                    <a:pt x="1314968" y="455273"/>
                  </a:lnTo>
                  <a:lnTo>
                    <a:pt x="1324697" y="455679"/>
                  </a:lnTo>
                  <a:lnTo>
                    <a:pt x="1334441" y="456247"/>
                  </a:lnTo>
                  <a:lnTo>
                    <a:pt x="1344185" y="456974"/>
                  </a:lnTo>
                  <a:lnTo>
                    <a:pt x="1353929" y="457865"/>
                  </a:lnTo>
                  <a:lnTo>
                    <a:pt x="1363658" y="458917"/>
                  </a:lnTo>
                  <a:lnTo>
                    <a:pt x="1373402" y="460131"/>
                  </a:lnTo>
                  <a:lnTo>
                    <a:pt x="1383146" y="461508"/>
                  </a:lnTo>
                  <a:lnTo>
                    <a:pt x="1392890" y="463045"/>
                  </a:lnTo>
                  <a:lnTo>
                    <a:pt x="1402619" y="464745"/>
                  </a:lnTo>
                  <a:lnTo>
                    <a:pt x="1412363" y="466603"/>
                  </a:lnTo>
                  <a:lnTo>
                    <a:pt x="1422106" y="468621"/>
                  </a:lnTo>
                  <a:lnTo>
                    <a:pt x="1431850" y="470793"/>
                  </a:lnTo>
                  <a:lnTo>
                    <a:pt x="1441594" y="473122"/>
                  </a:lnTo>
                  <a:lnTo>
                    <a:pt x="1451323" y="475601"/>
                  </a:lnTo>
                  <a:lnTo>
                    <a:pt x="1461067" y="478230"/>
                  </a:lnTo>
                  <a:lnTo>
                    <a:pt x="1470811" y="481006"/>
                  </a:lnTo>
                  <a:lnTo>
                    <a:pt x="1480555" y="483926"/>
                  </a:lnTo>
                  <a:lnTo>
                    <a:pt x="1490284" y="486987"/>
                  </a:lnTo>
                  <a:lnTo>
                    <a:pt x="1500028" y="490184"/>
                  </a:lnTo>
                  <a:lnTo>
                    <a:pt x="1509772" y="493512"/>
                  </a:lnTo>
                  <a:lnTo>
                    <a:pt x="1519516" y="496972"/>
                  </a:lnTo>
                  <a:lnTo>
                    <a:pt x="1529245" y="500555"/>
                  </a:lnTo>
                  <a:lnTo>
                    <a:pt x="1538989" y="504259"/>
                  </a:lnTo>
                  <a:lnTo>
                    <a:pt x="1548733" y="508079"/>
                  </a:lnTo>
                  <a:lnTo>
                    <a:pt x="1558477" y="512009"/>
                  </a:lnTo>
                  <a:lnTo>
                    <a:pt x="1568221" y="516047"/>
                  </a:lnTo>
                  <a:lnTo>
                    <a:pt x="1577950" y="520184"/>
                  </a:lnTo>
                  <a:lnTo>
                    <a:pt x="1587694" y="524417"/>
                  </a:lnTo>
                  <a:lnTo>
                    <a:pt x="1597438" y="528739"/>
                  </a:lnTo>
                  <a:lnTo>
                    <a:pt x="1607182" y="533147"/>
                  </a:lnTo>
                  <a:lnTo>
                    <a:pt x="1616911" y="537634"/>
                  </a:lnTo>
                  <a:lnTo>
                    <a:pt x="1626655" y="542193"/>
                  </a:lnTo>
                  <a:lnTo>
                    <a:pt x="1636399" y="546819"/>
                  </a:lnTo>
                  <a:lnTo>
                    <a:pt x="1646142" y="551507"/>
                  </a:lnTo>
                  <a:lnTo>
                    <a:pt x="1655872" y="556248"/>
                  </a:lnTo>
                  <a:lnTo>
                    <a:pt x="1665616" y="561039"/>
                  </a:lnTo>
                  <a:lnTo>
                    <a:pt x="1675359" y="565871"/>
                  </a:lnTo>
                  <a:lnTo>
                    <a:pt x="1685103" y="570740"/>
                  </a:lnTo>
                  <a:lnTo>
                    <a:pt x="1694832" y="575637"/>
                  </a:lnTo>
                  <a:lnTo>
                    <a:pt x="1704576" y="580558"/>
                  </a:lnTo>
                  <a:lnTo>
                    <a:pt x="1714320" y="585494"/>
                  </a:lnTo>
                  <a:lnTo>
                    <a:pt x="1724064" y="590441"/>
                  </a:lnTo>
                  <a:lnTo>
                    <a:pt x="1733808" y="595390"/>
                  </a:lnTo>
                  <a:lnTo>
                    <a:pt x="1743537" y="600335"/>
                  </a:lnTo>
                  <a:lnTo>
                    <a:pt x="1753281" y="605270"/>
                  </a:lnTo>
                  <a:lnTo>
                    <a:pt x="1763025" y="610186"/>
                  </a:lnTo>
                  <a:lnTo>
                    <a:pt x="1772769" y="615079"/>
                  </a:lnTo>
                  <a:lnTo>
                    <a:pt x="1782498" y="619939"/>
                  </a:lnTo>
                  <a:lnTo>
                    <a:pt x="1792242" y="624762"/>
                  </a:lnTo>
                  <a:lnTo>
                    <a:pt x="1801986" y="629539"/>
                  </a:lnTo>
                  <a:lnTo>
                    <a:pt x="1811730" y="634263"/>
                  </a:lnTo>
                  <a:lnTo>
                    <a:pt x="1821459" y="638928"/>
                  </a:lnTo>
                  <a:lnTo>
                    <a:pt x="1831203" y="643527"/>
                  </a:lnTo>
                  <a:lnTo>
                    <a:pt x="1840947" y="648052"/>
                  </a:lnTo>
                  <a:lnTo>
                    <a:pt x="1850691" y="652498"/>
                  </a:lnTo>
                  <a:lnTo>
                    <a:pt x="1860435" y="656854"/>
                  </a:lnTo>
                  <a:lnTo>
                    <a:pt x="1870164" y="661117"/>
                  </a:lnTo>
                  <a:lnTo>
                    <a:pt x="1879908" y="665277"/>
                  </a:lnTo>
                  <a:lnTo>
                    <a:pt x="1889652" y="669329"/>
                  </a:lnTo>
                  <a:lnTo>
                    <a:pt x="1899395" y="673264"/>
                  </a:lnTo>
                  <a:lnTo>
                    <a:pt x="1909124" y="677077"/>
                  </a:lnTo>
                  <a:lnTo>
                    <a:pt x="1918868" y="680760"/>
                  </a:lnTo>
                  <a:lnTo>
                    <a:pt x="1928612" y="684304"/>
                  </a:lnTo>
                  <a:lnTo>
                    <a:pt x="1938356" y="687706"/>
                  </a:lnTo>
                  <a:lnTo>
                    <a:pt x="1948085" y="690957"/>
                  </a:lnTo>
                  <a:lnTo>
                    <a:pt x="1957829" y="694048"/>
                  </a:lnTo>
                  <a:lnTo>
                    <a:pt x="1967573" y="696976"/>
                  </a:lnTo>
                  <a:lnTo>
                    <a:pt x="1977317" y="699731"/>
                  </a:lnTo>
                  <a:lnTo>
                    <a:pt x="1987046" y="702307"/>
                  </a:lnTo>
                  <a:lnTo>
                    <a:pt x="1996790" y="704700"/>
                  </a:lnTo>
                  <a:lnTo>
                    <a:pt x="2006534" y="706899"/>
                  </a:lnTo>
                  <a:lnTo>
                    <a:pt x="2016278" y="708901"/>
                  </a:lnTo>
                  <a:lnTo>
                    <a:pt x="2026022" y="710698"/>
                  </a:lnTo>
                  <a:lnTo>
                    <a:pt x="2035751" y="712285"/>
                  </a:lnTo>
                  <a:lnTo>
                    <a:pt x="2045495" y="713654"/>
                  </a:lnTo>
                  <a:lnTo>
                    <a:pt x="2055239" y="714800"/>
                  </a:lnTo>
                  <a:lnTo>
                    <a:pt x="2064983" y="715719"/>
                  </a:lnTo>
                  <a:lnTo>
                    <a:pt x="2074712" y="716403"/>
                  </a:lnTo>
                  <a:lnTo>
                    <a:pt x="2084456" y="716847"/>
                  </a:lnTo>
                  <a:lnTo>
                    <a:pt x="2094200" y="717046"/>
                  </a:lnTo>
                  <a:lnTo>
                    <a:pt x="2103944" y="716997"/>
                  </a:lnTo>
                  <a:lnTo>
                    <a:pt x="2113673" y="716693"/>
                  </a:lnTo>
                  <a:lnTo>
                    <a:pt x="2123417" y="716131"/>
                  </a:lnTo>
                  <a:lnTo>
                    <a:pt x="2133161" y="715306"/>
                  </a:lnTo>
                  <a:lnTo>
                    <a:pt x="2142905" y="714215"/>
                  </a:lnTo>
                  <a:lnTo>
                    <a:pt x="2152649" y="712855"/>
                  </a:lnTo>
                  <a:lnTo>
                    <a:pt x="2162377" y="711222"/>
                  </a:lnTo>
                  <a:lnTo>
                    <a:pt x="2172121" y="709315"/>
                  </a:lnTo>
                  <a:lnTo>
                    <a:pt x="2181865" y="707130"/>
                  </a:lnTo>
                  <a:lnTo>
                    <a:pt x="2191609" y="704665"/>
                  </a:lnTo>
                  <a:lnTo>
                    <a:pt x="2201338" y="701919"/>
                  </a:lnTo>
                  <a:lnTo>
                    <a:pt x="2211082" y="698892"/>
                  </a:lnTo>
                  <a:lnTo>
                    <a:pt x="2220826" y="695583"/>
                  </a:lnTo>
                  <a:lnTo>
                    <a:pt x="2230570" y="691992"/>
                  </a:lnTo>
                  <a:lnTo>
                    <a:pt x="2240299" y="688120"/>
                  </a:lnTo>
                  <a:lnTo>
                    <a:pt x="2250043" y="683966"/>
                  </a:lnTo>
                  <a:lnTo>
                    <a:pt x="2259787" y="679534"/>
                  </a:lnTo>
                  <a:lnTo>
                    <a:pt x="2269531" y="674826"/>
                  </a:lnTo>
                  <a:lnTo>
                    <a:pt x="2279260" y="669842"/>
                  </a:lnTo>
                  <a:lnTo>
                    <a:pt x="2289004" y="664588"/>
                  </a:lnTo>
                  <a:lnTo>
                    <a:pt x="2298748" y="659067"/>
                  </a:lnTo>
                  <a:lnTo>
                    <a:pt x="2308492" y="653282"/>
                  </a:lnTo>
                  <a:lnTo>
                    <a:pt x="2318236" y="647240"/>
                  </a:lnTo>
                  <a:lnTo>
                    <a:pt x="2327965" y="640945"/>
                  </a:lnTo>
                  <a:lnTo>
                    <a:pt x="2337709" y="634405"/>
                  </a:lnTo>
                  <a:lnTo>
                    <a:pt x="2347453" y="627624"/>
                  </a:lnTo>
                  <a:lnTo>
                    <a:pt x="2357197" y="620611"/>
                  </a:lnTo>
                  <a:lnTo>
                    <a:pt x="2366926" y="613373"/>
                  </a:lnTo>
                  <a:lnTo>
                    <a:pt x="2376670" y="605919"/>
                  </a:lnTo>
                  <a:lnTo>
                    <a:pt x="2386413" y="598257"/>
                  </a:lnTo>
                  <a:lnTo>
                    <a:pt x="2396157" y="590397"/>
                  </a:lnTo>
                  <a:lnTo>
                    <a:pt x="2405886" y="582351"/>
                  </a:lnTo>
                  <a:lnTo>
                    <a:pt x="2415630" y="574126"/>
                  </a:lnTo>
                  <a:lnTo>
                    <a:pt x="2425374" y="565735"/>
                  </a:lnTo>
                  <a:lnTo>
                    <a:pt x="2435118" y="557189"/>
                  </a:lnTo>
                  <a:lnTo>
                    <a:pt x="2444862" y="548499"/>
                  </a:lnTo>
                  <a:lnTo>
                    <a:pt x="2454591" y="539678"/>
                  </a:lnTo>
                  <a:lnTo>
                    <a:pt x="2464335" y="530740"/>
                  </a:lnTo>
                  <a:lnTo>
                    <a:pt x="2474079" y="521698"/>
                  </a:lnTo>
                  <a:lnTo>
                    <a:pt x="2483823" y="512564"/>
                  </a:lnTo>
                  <a:lnTo>
                    <a:pt x="2493552" y="503352"/>
                  </a:lnTo>
                  <a:lnTo>
                    <a:pt x="2503296" y="494076"/>
                  </a:lnTo>
                  <a:lnTo>
                    <a:pt x="2513040" y="484750"/>
                  </a:lnTo>
                  <a:lnTo>
                    <a:pt x="2522784" y="475391"/>
                  </a:lnTo>
                  <a:lnTo>
                    <a:pt x="2532513" y="466010"/>
                  </a:lnTo>
                  <a:lnTo>
                    <a:pt x="2542257" y="456624"/>
                  </a:lnTo>
                  <a:lnTo>
                    <a:pt x="2552001" y="447248"/>
                  </a:lnTo>
                  <a:lnTo>
                    <a:pt x="2561745" y="437896"/>
                  </a:lnTo>
                  <a:lnTo>
                    <a:pt x="2571474" y="428584"/>
                  </a:lnTo>
                  <a:lnTo>
                    <a:pt x="2581218" y="419326"/>
                  </a:lnTo>
                  <a:lnTo>
                    <a:pt x="2590962" y="410138"/>
                  </a:lnTo>
                  <a:lnTo>
                    <a:pt x="2600705" y="401033"/>
                  </a:lnTo>
                  <a:lnTo>
                    <a:pt x="2610449" y="392027"/>
                  </a:lnTo>
                  <a:lnTo>
                    <a:pt x="2620178" y="383133"/>
                  </a:lnTo>
                  <a:lnTo>
                    <a:pt x="2629922" y="374368"/>
                  </a:lnTo>
                  <a:lnTo>
                    <a:pt x="2639666" y="365745"/>
                  </a:lnTo>
                  <a:lnTo>
                    <a:pt x="2649410" y="357276"/>
                  </a:lnTo>
                  <a:lnTo>
                    <a:pt x="2659139" y="348976"/>
                  </a:lnTo>
                  <a:lnTo>
                    <a:pt x="2668883" y="340856"/>
                  </a:lnTo>
                  <a:lnTo>
                    <a:pt x="2678627" y="332931"/>
                  </a:lnTo>
                  <a:lnTo>
                    <a:pt x="2688371" y="325213"/>
                  </a:lnTo>
                  <a:lnTo>
                    <a:pt x="2698100" y="317713"/>
                  </a:lnTo>
                  <a:lnTo>
                    <a:pt x="2707844" y="310441"/>
                  </a:lnTo>
                  <a:lnTo>
                    <a:pt x="2717588" y="303410"/>
                  </a:lnTo>
                  <a:lnTo>
                    <a:pt x="2727332" y="296628"/>
                  </a:lnTo>
                  <a:lnTo>
                    <a:pt x="2737076" y="290106"/>
                  </a:lnTo>
                  <a:lnTo>
                    <a:pt x="2746805" y="283852"/>
                  </a:lnTo>
                  <a:lnTo>
                    <a:pt x="2756549" y="277875"/>
                  </a:lnTo>
                  <a:lnTo>
                    <a:pt x="2766293" y="272182"/>
                  </a:lnTo>
                  <a:lnTo>
                    <a:pt x="2776037" y="266781"/>
                  </a:lnTo>
                  <a:lnTo>
                    <a:pt x="2785766" y="261677"/>
                  </a:lnTo>
                  <a:lnTo>
                    <a:pt x="2795510" y="256876"/>
                  </a:lnTo>
                  <a:lnTo>
                    <a:pt x="2805254" y="252384"/>
                  </a:lnTo>
                  <a:lnTo>
                    <a:pt x="2814998" y="248205"/>
                  </a:lnTo>
                  <a:lnTo>
                    <a:pt x="2824727" y="244342"/>
                  </a:lnTo>
                  <a:lnTo>
                    <a:pt x="2834471" y="240797"/>
                  </a:lnTo>
                  <a:lnTo>
                    <a:pt x="2844215" y="237575"/>
                  </a:lnTo>
                  <a:lnTo>
                    <a:pt x="2853958" y="234674"/>
                  </a:lnTo>
                  <a:lnTo>
                    <a:pt x="2863687" y="232098"/>
                  </a:lnTo>
                  <a:lnTo>
                    <a:pt x="2873431" y="229844"/>
                  </a:lnTo>
                  <a:lnTo>
                    <a:pt x="2883175" y="227914"/>
                  </a:lnTo>
                  <a:lnTo>
                    <a:pt x="2892919" y="226305"/>
                  </a:lnTo>
                  <a:lnTo>
                    <a:pt x="2902663" y="225018"/>
                  </a:lnTo>
                  <a:lnTo>
                    <a:pt x="2912392" y="22404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9" name="Freeform 638">
              <a:extLst>
                <a:ext uri="{FF2B5EF4-FFF2-40B4-BE49-F238E27FC236}">
                  <a16:creationId xmlns:a16="http://schemas.microsoft.com/office/drawing/2014/main" id="{949C63D1-B78D-F283-6B4C-5315257BF3ED}"/>
                </a:ext>
              </a:extLst>
            </p:cNvPr>
            <p:cNvSpPr/>
            <p:nvPr/>
          </p:nvSpPr>
          <p:spPr>
            <a:xfrm>
              <a:off x="576446" y="3179720"/>
              <a:ext cx="2912392" cy="517896"/>
            </a:xfrm>
            <a:custGeom>
              <a:avLst/>
              <a:gdLst>
                <a:gd name="connsiteX0" fmla="*/ 0 w 2912392"/>
                <a:gd name="connsiteY0" fmla="*/ 517896 h 517896"/>
                <a:gd name="connsiteX1" fmla="*/ 9739 w 2912392"/>
                <a:gd name="connsiteY1" fmla="*/ 511193 h 517896"/>
                <a:gd name="connsiteX2" fmla="*/ 19480 w 2912392"/>
                <a:gd name="connsiteY2" fmla="*/ 504316 h 517896"/>
                <a:gd name="connsiteX3" fmla="*/ 29221 w 2912392"/>
                <a:gd name="connsiteY3" fmla="*/ 497265 h 517896"/>
                <a:gd name="connsiteX4" fmla="*/ 38961 w 2912392"/>
                <a:gd name="connsiteY4" fmla="*/ 490048 h 517896"/>
                <a:gd name="connsiteX5" fmla="*/ 48702 w 2912392"/>
                <a:gd name="connsiteY5" fmla="*/ 482670 h 517896"/>
                <a:gd name="connsiteX6" fmla="*/ 58443 w 2912392"/>
                <a:gd name="connsiteY6" fmla="*/ 475134 h 517896"/>
                <a:gd name="connsiteX7" fmla="*/ 68182 w 2912392"/>
                <a:gd name="connsiteY7" fmla="*/ 467450 h 517896"/>
                <a:gd name="connsiteX8" fmla="*/ 77923 w 2912392"/>
                <a:gd name="connsiteY8" fmla="*/ 459620 h 517896"/>
                <a:gd name="connsiteX9" fmla="*/ 87664 w 2912392"/>
                <a:gd name="connsiteY9" fmla="*/ 451654 h 517896"/>
                <a:gd name="connsiteX10" fmla="*/ 97404 w 2912392"/>
                <a:gd name="connsiteY10" fmla="*/ 443553 h 517896"/>
                <a:gd name="connsiteX11" fmla="*/ 107145 w 2912392"/>
                <a:gd name="connsiteY11" fmla="*/ 435327 h 517896"/>
                <a:gd name="connsiteX12" fmla="*/ 116886 w 2912392"/>
                <a:gd name="connsiteY12" fmla="*/ 426983 h 517896"/>
                <a:gd name="connsiteX13" fmla="*/ 126625 w 2912392"/>
                <a:gd name="connsiteY13" fmla="*/ 418526 h 517896"/>
                <a:gd name="connsiteX14" fmla="*/ 136366 w 2912392"/>
                <a:gd name="connsiteY14" fmla="*/ 409965 h 517896"/>
                <a:gd name="connsiteX15" fmla="*/ 146107 w 2912392"/>
                <a:gd name="connsiteY15" fmla="*/ 401306 h 517896"/>
                <a:gd name="connsiteX16" fmla="*/ 155846 w 2912392"/>
                <a:gd name="connsiteY16" fmla="*/ 392557 h 517896"/>
                <a:gd name="connsiteX17" fmla="*/ 165587 w 2912392"/>
                <a:gd name="connsiteY17" fmla="*/ 383725 h 517896"/>
                <a:gd name="connsiteX18" fmla="*/ 175328 w 2912392"/>
                <a:gd name="connsiteY18" fmla="*/ 374820 h 517896"/>
                <a:gd name="connsiteX19" fmla="*/ 185068 w 2912392"/>
                <a:gd name="connsiteY19" fmla="*/ 365847 h 517896"/>
                <a:gd name="connsiteX20" fmla="*/ 194809 w 2912392"/>
                <a:gd name="connsiteY20" fmla="*/ 356817 h 517896"/>
                <a:gd name="connsiteX21" fmla="*/ 204550 w 2912392"/>
                <a:gd name="connsiteY21" fmla="*/ 347736 h 517896"/>
                <a:gd name="connsiteX22" fmla="*/ 214289 w 2912392"/>
                <a:gd name="connsiteY22" fmla="*/ 338615 h 517896"/>
                <a:gd name="connsiteX23" fmla="*/ 224030 w 2912392"/>
                <a:gd name="connsiteY23" fmla="*/ 329463 h 517896"/>
                <a:gd name="connsiteX24" fmla="*/ 233771 w 2912392"/>
                <a:gd name="connsiteY24" fmla="*/ 320286 h 517896"/>
                <a:gd name="connsiteX25" fmla="*/ 243510 w 2912392"/>
                <a:gd name="connsiteY25" fmla="*/ 311095 h 517896"/>
                <a:gd name="connsiteX26" fmla="*/ 253251 w 2912392"/>
                <a:gd name="connsiteY26" fmla="*/ 301898 h 517896"/>
                <a:gd name="connsiteX27" fmla="*/ 262992 w 2912392"/>
                <a:gd name="connsiteY27" fmla="*/ 292705 h 517896"/>
                <a:gd name="connsiteX28" fmla="*/ 272732 w 2912392"/>
                <a:gd name="connsiteY28" fmla="*/ 283525 h 517896"/>
                <a:gd name="connsiteX29" fmla="*/ 282473 w 2912392"/>
                <a:gd name="connsiteY29" fmla="*/ 274368 h 517896"/>
                <a:gd name="connsiteX30" fmla="*/ 292214 w 2912392"/>
                <a:gd name="connsiteY30" fmla="*/ 265241 h 517896"/>
                <a:gd name="connsiteX31" fmla="*/ 301953 w 2912392"/>
                <a:gd name="connsiteY31" fmla="*/ 256155 h 517896"/>
                <a:gd name="connsiteX32" fmla="*/ 311694 w 2912392"/>
                <a:gd name="connsiteY32" fmla="*/ 247120 h 517896"/>
                <a:gd name="connsiteX33" fmla="*/ 321435 w 2912392"/>
                <a:gd name="connsiteY33" fmla="*/ 238145 h 517896"/>
                <a:gd name="connsiteX34" fmla="*/ 331175 w 2912392"/>
                <a:gd name="connsiteY34" fmla="*/ 229239 h 517896"/>
                <a:gd name="connsiteX35" fmla="*/ 340916 w 2912392"/>
                <a:gd name="connsiteY35" fmla="*/ 220411 h 517896"/>
                <a:gd name="connsiteX36" fmla="*/ 350656 w 2912392"/>
                <a:gd name="connsiteY36" fmla="*/ 211670 h 517896"/>
                <a:gd name="connsiteX37" fmla="*/ 360396 w 2912392"/>
                <a:gd name="connsiteY37" fmla="*/ 203024 h 517896"/>
                <a:gd name="connsiteX38" fmla="*/ 370137 w 2912392"/>
                <a:gd name="connsiteY38" fmla="*/ 194484 h 517896"/>
                <a:gd name="connsiteX39" fmla="*/ 379878 w 2912392"/>
                <a:gd name="connsiteY39" fmla="*/ 186058 h 517896"/>
                <a:gd name="connsiteX40" fmla="*/ 389617 w 2912392"/>
                <a:gd name="connsiteY40" fmla="*/ 177754 h 517896"/>
                <a:gd name="connsiteX41" fmla="*/ 399358 w 2912392"/>
                <a:gd name="connsiteY41" fmla="*/ 169579 h 517896"/>
                <a:gd name="connsiteX42" fmla="*/ 409099 w 2912392"/>
                <a:gd name="connsiteY42" fmla="*/ 161544 h 517896"/>
                <a:gd name="connsiteX43" fmla="*/ 418839 w 2912392"/>
                <a:gd name="connsiteY43" fmla="*/ 153655 h 517896"/>
                <a:gd name="connsiteX44" fmla="*/ 428580 w 2912392"/>
                <a:gd name="connsiteY44" fmla="*/ 145919 h 517896"/>
                <a:gd name="connsiteX45" fmla="*/ 438321 w 2912392"/>
                <a:gd name="connsiteY45" fmla="*/ 138344 h 517896"/>
                <a:gd name="connsiteX46" fmla="*/ 448060 w 2912392"/>
                <a:gd name="connsiteY46" fmla="*/ 130938 h 517896"/>
                <a:gd name="connsiteX47" fmla="*/ 457801 w 2912392"/>
                <a:gd name="connsiteY47" fmla="*/ 123706 h 517896"/>
                <a:gd name="connsiteX48" fmla="*/ 467542 w 2912392"/>
                <a:gd name="connsiteY48" fmla="*/ 116655 h 517896"/>
                <a:gd name="connsiteX49" fmla="*/ 477281 w 2912392"/>
                <a:gd name="connsiteY49" fmla="*/ 109791 h 517896"/>
                <a:gd name="connsiteX50" fmla="*/ 487022 w 2912392"/>
                <a:gd name="connsiteY50" fmla="*/ 103117 h 517896"/>
                <a:gd name="connsiteX51" fmla="*/ 496763 w 2912392"/>
                <a:gd name="connsiteY51" fmla="*/ 96641 h 517896"/>
                <a:gd name="connsiteX52" fmla="*/ 506503 w 2912392"/>
                <a:gd name="connsiteY52" fmla="*/ 90367 h 517896"/>
                <a:gd name="connsiteX53" fmla="*/ 516244 w 2912392"/>
                <a:gd name="connsiteY53" fmla="*/ 84298 h 517896"/>
                <a:gd name="connsiteX54" fmla="*/ 525985 w 2912392"/>
                <a:gd name="connsiteY54" fmla="*/ 78439 h 517896"/>
                <a:gd name="connsiteX55" fmla="*/ 535724 w 2912392"/>
                <a:gd name="connsiteY55" fmla="*/ 72792 h 517896"/>
                <a:gd name="connsiteX56" fmla="*/ 545465 w 2912392"/>
                <a:gd name="connsiteY56" fmla="*/ 67361 h 517896"/>
                <a:gd name="connsiteX57" fmla="*/ 555206 w 2912392"/>
                <a:gd name="connsiteY57" fmla="*/ 62148 h 517896"/>
                <a:gd name="connsiteX58" fmla="*/ 564946 w 2912392"/>
                <a:gd name="connsiteY58" fmla="*/ 57155 h 517896"/>
                <a:gd name="connsiteX59" fmla="*/ 574687 w 2912392"/>
                <a:gd name="connsiteY59" fmla="*/ 52383 h 517896"/>
                <a:gd name="connsiteX60" fmla="*/ 584428 w 2912392"/>
                <a:gd name="connsiteY60" fmla="*/ 47833 h 517896"/>
                <a:gd name="connsiteX61" fmla="*/ 594167 w 2912392"/>
                <a:gd name="connsiteY61" fmla="*/ 43505 h 517896"/>
                <a:gd name="connsiteX62" fmla="*/ 603908 w 2912392"/>
                <a:gd name="connsiteY62" fmla="*/ 39400 h 517896"/>
                <a:gd name="connsiteX63" fmla="*/ 613649 w 2912392"/>
                <a:gd name="connsiteY63" fmla="*/ 35516 h 517896"/>
                <a:gd name="connsiteX64" fmla="*/ 623388 w 2912392"/>
                <a:gd name="connsiteY64" fmla="*/ 31854 h 517896"/>
                <a:gd name="connsiteX65" fmla="*/ 633129 w 2912392"/>
                <a:gd name="connsiteY65" fmla="*/ 28411 h 517896"/>
                <a:gd name="connsiteX66" fmla="*/ 642870 w 2912392"/>
                <a:gd name="connsiteY66" fmla="*/ 25187 h 517896"/>
                <a:gd name="connsiteX67" fmla="*/ 652610 w 2912392"/>
                <a:gd name="connsiteY67" fmla="*/ 22177 h 517896"/>
                <a:gd name="connsiteX68" fmla="*/ 662351 w 2912392"/>
                <a:gd name="connsiteY68" fmla="*/ 19379 h 517896"/>
                <a:gd name="connsiteX69" fmla="*/ 672092 w 2912392"/>
                <a:gd name="connsiteY69" fmla="*/ 16791 h 517896"/>
                <a:gd name="connsiteX70" fmla="*/ 681831 w 2912392"/>
                <a:gd name="connsiteY70" fmla="*/ 14410 h 517896"/>
                <a:gd name="connsiteX71" fmla="*/ 691572 w 2912392"/>
                <a:gd name="connsiteY71" fmla="*/ 12231 h 517896"/>
                <a:gd name="connsiteX72" fmla="*/ 701313 w 2912392"/>
                <a:gd name="connsiteY72" fmla="*/ 10249 h 517896"/>
                <a:gd name="connsiteX73" fmla="*/ 711052 w 2912392"/>
                <a:gd name="connsiteY73" fmla="*/ 8461 h 517896"/>
                <a:gd name="connsiteX74" fmla="*/ 720793 w 2912392"/>
                <a:gd name="connsiteY74" fmla="*/ 6861 h 517896"/>
                <a:gd name="connsiteX75" fmla="*/ 730534 w 2912392"/>
                <a:gd name="connsiteY75" fmla="*/ 5446 h 517896"/>
                <a:gd name="connsiteX76" fmla="*/ 740274 w 2912392"/>
                <a:gd name="connsiteY76" fmla="*/ 4207 h 517896"/>
                <a:gd name="connsiteX77" fmla="*/ 750015 w 2912392"/>
                <a:gd name="connsiteY77" fmla="*/ 3142 h 517896"/>
                <a:gd name="connsiteX78" fmla="*/ 759756 w 2912392"/>
                <a:gd name="connsiteY78" fmla="*/ 2242 h 517896"/>
                <a:gd name="connsiteX79" fmla="*/ 769495 w 2912392"/>
                <a:gd name="connsiteY79" fmla="*/ 1505 h 517896"/>
                <a:gd name="connsiteX80" fmla="*/ 779236 w 2912392"/>
                <a:gd name="connsiteY80" fmla="*/ 919 h 517896"/>
                <a:gd name="connsiteX81" fmla="*/ 788977 w 2912392"/>
                <a:gd name="connsiteY81" fmla="*/ 484 h 517896"/>
                <a:gd name="connsiteX82" fmla="*/ 798717 w 2912392"/>
                <a:gd name="connsiteY82" fmla="*/ 189 h 517896"/>
                <a:gd name="connsiteX83" fmla="*/ 808458 w 2912392"/>
                <a:gd name="connsiteY83" fmla="*/ 30 h 517896"/>
                <a:gd name="connsiteX84" fmla="*/ 818199 w 2912392"/>
                <a:gd name="connsiteY84" fmla="*/ 0 h 517896"/>
                <a:gd name="connsiteX85" fmla="*/ 827938 w 2912392"/>
                <a:gd name="connsiteY85" fmla="*/ 91 h 517896"/>
                <a:gd name="connsiteX86" fmla="*/ 837679 w 2912392"/>
                <a:gd name="connsiteY86" fmla="*/ 298 h 517896"/>
                <a:gd name="connsiteX87" fmla="*/ 847420 w 2912392"/>
                <a:gd name="connsiteY87" fmla="*/ 614 h 517896"/>
                <a:gd name="connsiteX88" fmla="*/ 857159 w 2912392"/>
                <a:gd name="connsiteY88" fmla="*/ 1031 h 517896"/>
                <a:gd name="connsiteX89" fmla="*/ 866900 w 2912392"/>
                <a:gd name="connsiteY89" fmla="*/ 1545 h 517896"/>
                <a:gd name="connsiteX90" fmla="*/ 876641 w 2912392"/>
                <a:gd name="connsiteY90" fmla="*/ 2148 h 517896"/>
                <a:gd name="connsiteX91" fmla="*/ 886381 w 2912392"/>
                <a:gd name="connsiteY91" fmla="*/ 2837 h 517896"/>
                <a:gd name="connsiteX92" fmla="*/ 896122 w 2912392"/>
                <a:gd name="connsiteY92" fmla="*/ 3601 h 517896"/>
                <a:gd name="connsiteX93" fmla="*/ 905863 w 2912392"/>
                <a:gd name="connsiteY93" fmla="*/ 4437 h 517896"/>
                <a:gd name="connsiteX94" fmla="*/ 915602 w 2912392"/>
                <a:gd name="connsiteY94" fmla="*/ 5338 h 517896"/>
                <a:gd name="connsiteX95" fmla="*/ 925343 w 2912392"/>
                <a:gd name="connsiteY95" fmla="*/ 6301 h 517896"/>
                <a:gd name="connsiteX96" fmla="*/ 935084 w 2912392"/>
                <a:gd name="connsiteY96" fmla="*/ 7317 h 517896"/>
                <a:gd name="connsiteX97" fmla="*/ 944824 w 2912392"/>
                <a:gd name="connsiteY97" fmla="*/ 8384 h 517896"/>
                <a:gd name="connsiteX98" fmla="*/ 954564 w 2912392"/>
                <a:gd name="connsiteY98" fmla="*/ 9495 h 517896"/>
                <a:gd name="connsiteX99" fmla="*/ 964305 w 2912392"/>
                <a:gd name="connsiteY99" fmla="*/ 10647 h 517896"/>
                <a:gd name="connsiteX100" fmla="*/ 974045 w 2912392"/>
                <a:gd name="connsiteY100" fmla="*/ 11834 h 517896"/>
                <a:gd name="connsiteX101" fmla="*/ 983786 w 2912392"/>
                <a:gd name="connsiteY101" fmla="*/ 13053 h 517896"/>
                <a:gd name="connsiteX102" fmla="*/ 993522 w 2912392"/>
                <a:gd name="connsiteY102" fmla="*/ 14302 h 517896"/>
                <a:gd name="connsiteX103" fmla="*/ 1003266 w 2912392"/>
                <a:gd name="connsiteY103" fmla="*/ 15574 h 517896"/>
                <a:gd name="connsiteX104" fmla="*/ 1013010 w 2912392"/>
                <a:gd name="connsiteY104" fmla="*/ 16867 h 517896"/>
                <a:gd name="connsiteX105" fmla="*/ 1022754 w 2912392"/>
                <a:gd name="connsiteY105" fmla="*/ 18180 h 517896"/>
                <a:gd name="connsiteX106" fmla="*/ 1032483 w 2912392"/>
                <a:gd name="connsiteY106" fmla="*/ 19507 h 517896"/>
                <a:gd name="connsiteX107" fmla="*/ 1042227 w 2912392"/>
                <a:gd name="connsiteY107" fmla="*/ 20850 h 517896"/>
                <a:gd name="connsiteX108" fmla="*/ 1051971 w 2912392"/>
                <a:gd name="connsiteY108" fmla="*/ 22204 h 517896"/>
                <a:gd name="connsiteX109" fmla="*/ 1061715 w 2912392"/>
                <a:gd name="connsiteY109" fmla="*/ 23567 h 517896"/>
                <a:gd name="connsiteX110" fmla="*/ 1071444 w 2912392"/>
                <a:gd name="connsiteY110" fmla="*/ 24939 h 517896"/>
                <a:gd name="connsiteX111" fmla="*/ 1081188 w 2912392"/>
                <a:gd name="connsiteY111" fmla="*/ 26319 h 517896"/>
                <a:gd name="connsiteX112" fmla="*/ 1090932 w 2912392"/>
                <a:gd name="connsiteY112" fmla="*/ 27705 h 517896"/>
                <a:gd name="connsiteX113" fmla="*/ 1100676 w 2912392"/>
                <a:gd name="connsiteY113" fmla="*/ 29098 h 517896"/>
                <a:gd name="connsiteX114" fmla="*/ 1110405 w 2912392"/>
                <a:gd name="connsiteY114" fmla="*/ 30497 h 517896"/>
                <a:gd name="connsiteX115" fmla="*/ 1120149 w 2912392"/>
                <a:gd name="connsiteY115" fmla="*/ 31900 h 517896"/>
                <a:gd name="connsiteX116" fmla="*/ 1129893 w 2912392"/>
                <a:gd name="connsiteY116" fmla="*/ 33310 h 517896"/>
                <a:gd name="connsiteX117" fmla="*/ 1139637 w 2912392"/>
                <a:gd name="connsiteY117" fmla="*/ 34727 h 517896"/>
                <a:gd name="connsiteX118" fmla="*/ 1149381 w 2912392"/>
                <a:gd name="connsiteY118" fmla="*/ 36149 h 517896"/>
                <a:gd name="connsiteX119" fmla="*/ 1159110 w 2912392"/>
                <a:gd name="connsiteY119" fmla="*/ 37581 h 517896"/>
                <a:gd name="connsiteX120" fmla="*/ 1168854 w 2912392"/>
                <a:gd name="connsiteY120" fmla="*/ 39022 h 517896"/>
                <a:gd name="connsiteX121" fmla="*/ 1178598 w 2912392"/>
                <a:gd name="connsiteY121" fmla="*/ 40473 h 517896"/>
                <a:gd name="connsiteX122" fmla="*/ 1188341 w 2912392"/>
                <a:gd name="connsiteY122" fmla="*/ 41936 h 517896"/>
                <a:gd name="connsiteX123" fmla="*/ 1198070 w 2912392"/>
                <a:gd name="connsiteY123" fmla="*/ 43413 h 517896"/>
                <a:gd name="connsiteX124" fmla="*/ 1207814 w 2912392"/>
                <a:gd name="connsiteY124" fmla="*/ 44904 h 517896"/>
                <a:gd name="connsiteX125" fmla="*/ 1217558 w 2912392"/>
                <a:gd name="connsiteY125" fmla="*/ 46413 h 517896"/>
                <a:gd name="connsiteX126" fmla="*/ 1227302 w 2912392"/>
                <a:gd name="connsiteY126" fmla="*/ 47940 h 517896"/>
                <a:gd name="connsiteX127" fmla="*/ 1237031 w 2912392"/>
                <a:gd name="connsiteY127" fmla="*/ 49490 h 517896"/>
                <a:gd name="connsiteX128" fmla="*/ 1246775 w 2912392"/>
                <a:gd name="connsiteY128" fmla="*/ 51062 h 517896"/>
                <a:gd name="connsiteX129" fmla="*/ 1256519 w 2912392"/>
                <a:gd name="connsiteY129" fmla="*/ 52659 h 517896"/>
                <a:gd name="connsiteX130" fmla="*/ 1266263 w 2912392"/>
                <a:gd name="connsiteY130" fmla="*/ 54284 h 517896"/>
                <a:gd name="connsiteX131" fmla="*/ 1276007 w 2912392"/>
                <a:gd name="connsiteY131" fmla="*/ 55940 h 517896"/>
                <a:gd name="connsiteX132" fmla="*/ 1285736 w 2912392"/>
                <a:gd name="connsiteY132" fmla="*/ 57626 h 517896"/>
                <a:gd name="connsiteX133" fmla="*/ 1295480 w 2912392"/>
                <a:gd name="connsiteY133" fmla="*/ 59349 h 517896"/>
                <a:gd name="connsiteX134" fmla="*/ 1305224 w 2912392"/>
                <a:gd name="connsiteY134" fmla="*/ 61107 h 517896"/>
                <a:gd name="connsiteX135" fmla="*/ 1314968 w 2912392"/>
                <a:gd name="connsiteY135" fmla="*/ 62905 h 517896"/>
                <a:gd name="connsiteX136" fmla="*/ 1324697 w 2912392"/>
                <a:gd name="connsiteY136" fmla="*/ 64745 h 517896"/>
                <a:gd name="connsiteX137" fmla="*/ 1334441 w 2912392"/>
                <a:gd name="connsiteY137" fmla="*/ 66628 h 517896"/>
                <a:gd name="connsiteX138" fmla="*/ 1344185 w 2912392"/>
                <a:gd name="connsiteY138" fmla="*/ 68556 h 517896"/>
                <a:gd name="connsiteX139" fmla="*/ 1353929 w 2912392"/>
                <a:gd name="connsiteY139" fmla="*/ 70532 h 517896"/>
                <a:gd name="connsiteX140" fmla="*/ 1363658 w 2912392"/>
                <a:gd name="connsiteY140" fmla="*/ 72558 h 517896"/>
                <a:gd name="connsiteX141" fmla="*/ 1373402 w 2912392"/>
                <a:gd name="connsiteY141" fmla="*/ 74635 h 517896"/>
                <a:gd name="connsiteX142" fmla="*/ 1383146 w 2912392"/>
                <a:gd name="connsiteY142" fmla="*/ 76764 h 517896"/>
                <a:gd name="connsiteX143" fmla="*/ 1392890 w 2912392"/>
                <a:gd name="connsiteY143" fmla="*/ 78948 h 517896"/>
                <a:gd name="connsiteX144" fmla="*/ 1402619 w 2912392"/>
                <a:gd name="connsiteY144" fmla="*/ 81189 h 517896"/>
                <a:gd name="connsiteX145" fmla="*/ 1412363 w 2912392"/>
                <a:gd name="connsiteY145" fmla="*/ 83486 h 517896"/>
                <a:gd name="connsiteX146" fmla="*/ 1422106 w 2912392"/>
                <a:gd name="connsiteY146" fmla="*/ 85842 h 517896"/>
                <a:gd name="connsiteX147" fmla="*/ 1431850 w 2912392"/>
                <a:gd name="connsiteY147" fmla="*/ 88257 h 517896"/>
                <a:gd name="connsiteX148" fmla="*/ 1441594 w 2912392"/>
                <a:gd name="connsiteY148" fmla="*/ 90733 h 517896"/>
                <a:gd name="connsiteX149" fmla="*/ 1451323 w 2912392"/>
                <a:gd name="connsiteY149" fmla="*/ 93269 h 517896"/>
                <a:gd name="connsiteX150" fmla="*/ 1461067 w 2912392"/>
                <a:gd name="connsiteY150" fmla="*/ 95866 h 517896"/>
                <a:gd name="connsiteX151" fmla="*/ 1470811 w 2912392"/>
                <a:gd name="connsiteY151" fmla="*/ 98525 h 517896"/>
                <a:gd name="connsiteX152" fmla="*/ 1480555 w 2912392"/>
                <a:gd name="connsiteY152" fmla="*/ 101245 h 517896"/>
                <a:gd name="connsiteX153" fmla="*/ 1490284 w 2912392"/>
                <a:gd name="connsiteY153" fmla="*/ 104026 h 517896"/>
                <a:gd name="connsiteX154" fmla="*/ 1500028 w 2912392"/>
                <a:gd name="connsiteY154" fmla="*/ 106869 h 517896"/>
                <a:gd name="connsiteX155" fmla="*/ 1509772 w 2912392"/>
                <a:gd name="connsiteY155" fmla="*/ 109773 h 517896"/>
                <a:gd name="connsiteX156" fmla="*/ 1519516 w 2912392"/>
                <a:gd name="connsiteY156" fmla="*/ 112736 h 517896"/>
                <a:gd name="connsiteX157" fmla="*/ 1529245 w 2912392"/>
                <a:gd name="connsiteY157" fmla="*/ 115758 h 517896"/>
                <a:gd name="connsiteX158" fmla="*/ 1538989 w 2912392"/>
                <a:gd name="connsiteY158" fmla="*/ 118837 h 517896"/>
                <a:gd name="connsiteX159" fmla="*/ 1548733 w 2912392"/>
                <a:gd name="connsiteY159" fmla="*/ 121975 h 517896"/>
                <a:gd name="connsiteX160" fmla="*/ 1558477 w 2912392"/>
                <a:gd name="connsiteY160" fmla="*/ 125166 h 517896"/>
                <a:gd name="connsiteX161" fmla="*/ 1568221 w 2912392"/>
                <a:gd name="connsiteY161" fmla="*/ 128410 h 517896"/>
                <a:gd name="connsiteX162" fmla="*/ 1577950 w 2912392"/>
                <a:gd name="connsiteY162" fmla="*/ 131707 h 517896"/>
                <a:gd name="connsiteX163" fmla="*/ 1587694 w 2912392"/>
                <a:gd name="connsiteY163" fmla="*/ 135052 h 517896"/>
                <a:gd name="connsiteX164" fmla="*/ 1597438 w 2912392"/>
                <a:gd name="connsiteY164" fmla="*/ 138444 h 517896"/>
                <a:gd name="connsiteX165" fmla="*/ 1607182 w 2912392"/>
                <a:gd name="connsiteY165" fmla="*/ 141882 h 517896"/>
                <a:gd name="connsiteX166" fmla="*/ 1616911 w 2912392"/>
                <a:gd name="connsiteY166" fmla="*/ 145360 h 517896"/>
                <a:gd name="connsiteX167" fmla="*/ 1626655 w 2912392"/>
                <a:gd name="connsiteY167" fmla="*/ 148878 h 517896"/>
                <a:gd name="connsiteX168" fmla="*/ 1636399 w 2912392"/>
                <a:gd name="connsiteY168" fmla="*/ 152431 h 517896"/>
                <a:gd name="connsiteX169" fmla="*/ 1646142 w 2912392"/>
                <a:gd name="connsiteY169" fmla="*/ 156018 h 517896"/>
                <a:gd name="connsiteX170" fmla="*/ 1655872 w 2912392"/>
                <a:gd name="connsiteY170" fmla="*/ 159634 h 517896"/>
                <a:gd name="connsiteX171" fmla="*/ 1665616 w 2912392"/>
                <a:gd name="connsiteY171" fmla="*/ 163276 h 517896"/>
                <a:gd name="connsiteX172" fmla="*/ 1675359 w 2912392"/>
                <a:gd name="connsiteY172" fmla="*/ 166940 h 517896"/>
                <a:gd name="connsiteX173" fmla="*/ 1685103 w 2912392"/>
                <a:gd name="connsiteY173" fmla="*/ 170623 h 517896"/>
                <a:gd name="connsiteX174" fmla="*/ 1694832 w 2912392"/>
                <a:gd name="connsiteY174" fmla="*/ 174321 h 517896"/>
                <a:gd name="connsiteX175" fmla="*/ 1704576 w 2912392"/>
                <a:gd name="connsiteY175" fmla="*/ 178028 h 517896"/>
                <a:gd name="connsiteX176" fmla="*/ 1714320 w 2912392"/>
                <a:gd name="connsiteY176" fmla="*/ 181742 h 517896"/>
                <a:gd name="connsiteX177" fmla="*/ 1724064 w 2912392"/>
                <a:gd name="connsiteY177" fmla="*/ 185458 h 517896"/>
                <a:gd name="connsiteX178" fmla="*/ 1733808 w 2912392"/>
                <a:gd name="connsiteY178" fmla="*/ 189172 h 517896"/>
                <a:gd name="connsiteX179" fmla="*/ 1743537 w 2912392"/>
                <a:gd name="connsiteY179" fmla="*/ 192878 h 517896"/>
                <a:gd name="connsiteX180" fmla="*/ 1753281 w 2912392"/>
                <a:gd name="connsiteY180" fmla="*/ 196573 h 517896"/>
                <a:gd name="connsiteX181" fmla="*/ 1763025 w 2912392"/>
                <a:gd name="connsiteY181" fmla="*/ 200250 h 517896"/>
                <a:gd name="connsiteX182" fmla="*/ 1772769 w 2912392"/>
                <a:gd name="connsiteY182" fmla="*/ 203907 h 517896"/>
                <a:gd name="connsiteX183" fmla="*/ 1782498 w 2912392"/>
                <a:gd name="connsiteY183" fmla="*/ 207537 h 517896"/>
                <a:gd name="connsiteX184" fmla="*/ 1792242 w 2912392"/>
                <a:gd name="connsiteY184" fmla="*/ 211136 h 517896"/>
                <a:gd name="connsiteX185" fmla="*/ 1801986 w 2912392"/>
                <a:gd name="connsiteY185" fmla="*/ 214700 h 517896"/>
                <a:gd name="connsiteX186" fmla="*/ 1811730 w 2912392"/>
                <a:gd name="connsiteY186" fmla="*/ 218221 h 517896"/>
                <a:gd name="connsiteX187" fmla="*/ 1821459 w 2912392"/>
                <a:gd name="connsiteY187" fmla="*/ 221697 h 517896"/>
                <a:gd name="connsiteX188" fmla="*/ 1831203 w 2912392"/>
                <a:gd name="connsiteY188" fmla="*/ 225121 h 517896"/>
                <a:gd name="connsiteX189" fmla="*/ 1840947 w 2912392"/>
                <a:gd name="connsiteY189" fmla="*/ 228488 h 517896"/>
                <a:gd name="connsiteX190" fmla="*/ 1850691 w 2912392"/>
                <a:gd name="connsiteY190" fmla="*/ 231794 h 517896"/>
                <a:gd name="connsiteX191" fmla="*/ 1860435 w 2912392"/>
                <a:gd name="connsiteY191" fmla="*/ 235033 h 517896"/>
                <a:gd name="connsiteX192" fmla="*/ 1870164 w 2912392"/>
                <a:gd name="connsiteY192" fmla="*/ 238200 h 517896"/>
                <a:gd name="connsiteX193" fmla="*/ 1879908 w 2912392"/>
                <a:gd name="connsiteY193" fmla="*/ 241290 h 517896"/>
                <a:gd name="connsiteX194" fmla="*/ 1889652 w 2912392"/>
                <a:gd name="connsiteY194" fmla="*/ 244299 h 517896"/>
                <a:gd name="connsiteX195" fmla="*/ 1899395 w 2912392"/>
                <a:gd name="connsiteY195" fmla="*/ 247219 h 517896"/>
                <a:gd name="connsiteX196" fmla="*/ 1909124 w 2912392"/>
                <a:gd name="connsiteY196" fmla="*/ 250048 h 517896"/>
                <a:gd name="connsiteX197" fmla="*/ 1918868 w 2912392"/>
                <a:gd name="connsiteY197" fmla="*/ 252779 h 517896"/>
                <a:gd name="connsiteX198" fmla="*/ 1928612 w 2912392"/>
                <a:gd name="connsiteY198" fmla="*/ 255410 h 517896"/>
                <a:gd name="connsiteX199" fmla="*/ 1938356 w 2912392"/>
                <a:gd name="connsiteY199" fmla="*/ 257933 h 517896"/>
                <a:gd name="connsiteX200" fmla="*/ 1948085 w 2912392"/>
                <a:gd name="connsiteY200" fmla="*/ 260345 h 517896"/>
                <a:gd name="connsiteX201" fmla="*/ 1957829 w 2912392"/>
                <a:gd name="connsiteY201" fmla="*/ 262641 h 517896"/>
                <a:gd name="connsiteX202" fmla="*/ 1967573 w 2912392"/>
                <a:gd name="connsiteY202" fmla="*/ 264817 h 517896"/>
                <a:gd name="connsiteX203" fmla="*/ 1977317 w 2912392"/>
                <a:gd name="connsiteY203" fmla="*/ 266869 h 517896"/>
                <a:gd name="connsiteX204" fmla="*/ 1987046 w 2912392"/>
                <a:gd name="connsiteY204" fmla="*/ 268791 h 517896"/>
                <a:gd name="connsiteX205" fmla="*/ 1996790 w 2912392"/>
                <a:gd name="connsiteY205" fmla="*/ 270582 h 517896"/>
                <a:gd name="connsiteX206" fmla="*/ 2006534 w 2912392"/>
                <a:gd name="connsiteY206" fmla="*/ 272236 h 517896"/>
                <a:gd name="connsiteX207" fmla="*/ 2016278 w 2912392"/>
                <a:gd name="connsiteY207" fmla="*/ 273749 h 517896"/>
                <a:gd name="connsiteX208" fmla="*/ 2026022 w 2912392"/>
                <a:gd name="connsiteY208" fmla="*/ 275119 h 517896"/>
                <a:gd name="connsiteX209" fmla="*/ 2035751 w 2912392"/>
                <a:gd name="connsiteY209" fmla="*/ 276342 h 517896"/>
                <a:gd name="connsiteX210" fmla="*/ 2045495 w 2912392"/>
                <a:gd name="connsiteY210" fmla="*/ 277415 h 517896"/>
                <a:gd name="connsiteX211" fmla="*/ 2055239 w 2912392"/>
                <a:gd name="connsiteY211" fmla="*/ 278334 h 517896"/>
                <a:gd name="connsiteX212" fmla="*/ 2064983 w 2912392"/>
                <a:gd name="connsiteY212" fmla="*/ 279098 h 517896"/>
                <a:gd name="connsiteX213" fmla="*/ 2074712 w 2912392"/>
                <a:gd name="connsiteY213" fmla="*/ 279705 h 517896"/>
                <a:gd name="connsiteX214" fmla="*/ 2084456 w 2912392"/>
                <a:gd name="connsiteY214" fmla="*/ 280150 h 517896"/>
                <a:gd name="connsiteX215" fmla="*/ 2094200 w 2912392"/>
                <a:gd name="connsiteY215" fmla="*/ 280433 h 517896"/>
                <a:gd name="connsiteX216" fmla="*/ 2103944 w 2912392"/>
                <a:gd name="connsiteY216" fmla="*/ 280552 h 517896"/>
                <a:gd name="connsiteX217" fmla="*/ 2113673 w 2912392"/>
                <a:gd name="connsiteY217" fmla="*/ 280506 h 517896"/>
                <a:gd name="connsiteX218" fmla="*/ 2123417 w 2912392"/>
                <a:gd name="connsiteY218" fmla="*/ 280293 h 517896"/>
                <a:gd name="connsiteX219" fmla="*/ 2133161 w 2912392"/>
                <a:gd name="connsiteY219" fmla="*/ 279913 h 517896"/>
                <a:gd name="connsiteX220" fmla="*/ 2142905 w 2912392"/>
                <a:gd name="connsiteY220" fmla="*/ 279365 h 517896"/>
                <a:gd name="connsiteX221" fmla="*/ 2152649 w 2912392"/>
                <a:gd name="connsiteY221" fmla="*/ 278648 h 517896"/>
                <a:gd name="connsiteX222" fmla="*/ 2162377 w 2912392"/>
                <a:gd name="connsiteY222" fmla="*/ 277763 h 517896"/>
                <a:gd name="connsiteX223" fmla="*/ 2172121 w 2912392"/>
                <a:gd name="connsiteY223" fmla="*/ 276711 h 517896"/>
                <a:gd name="connsiteX224" fmla="*/ 2181865 w 2912392"/>
                <a:gd name="connsiteY224" fmla="*/ 275491 h 517896"/>
                <a:gd name="connsiteX225" fmla="*/ 2191609 w 2912392"/>
                <a:gd name="connsiteY225" fmla="*/ 274104 h 517896"/>
                <a:gd name="connsiteX226" fmla="*/ 2201338 w 2912392"/>
                <a:gd name="connsiteY226" fmla="*/ 272552 h 517896"/>
                <a:gd name="connsiteX227" fmla="*/ 2211082 w 2912392"/>
                <a:gd name="connsiteY227" fmla="*/ 270837 h 517896"/>
                <a:gd name="connsiteX228" fmla="*/ 2220826 w 2912392"/>
                <a:gd name="connsiteY228" fmla="*/ 268959 h 517896"/>
                <a:gd name="connsiteX229" fmla="*/ 2230570 w 2912392"/>
                <a:gd name="connsiteY229" fmla="*/ 266923 h 517896"/>
                <a:gd name="connsiteX230" fmla="*/ 2240299 w 2912392"/>
                <a:gd name="connsiteY230" fmla="*/ 264730 h 517896"/>
                <a:gd name="connsiteX231" fmla="*/ 2250043 w 2912392"/>
                <a:gd name="connsiteY231" fmla="*/ 262381 h 517896"/>
                <a:gd name="connsiteX232" fmla="*/ 2259787 w 2912392"/>
                <a:gd name="connsiteY232" fmla="*/ 259884 h 517896"/>
                <a:gd name="connsiteX233" fmla="*/ 2269531 w 2912392"/>
                <a:gd name="connsiteY233" fmla="*/ 257238 h 517896"/>
                <a:gd name="connsiteX234" fmla="*/ 2279260 w 2912392"/>
                <a:gd name="connsiteY234" fmla="*/ 254449 h 517896"/>
                <a:gd name="connsiteX235" fmla="*/ 2289004 w 2912392"/>
                <a:gd name="connsiteY235" fmla="*/ 251522 h 517896"/>
                <a:gd name="connsiteX236" fmla="*/ 2298748 w 2912392"/>
                <a:gd name="connsiteY236" fmla="*/ 248458 h 517896"/>
                <a:gd name="connsiteX237" fmla="*/ 2308492 w 2912392"/>
                <a:gd name="connsiteY237" fmla="*/ 245266 h 517896"/>
                <a:gd name="connsiteX238" fmla="*/ 2318236 w 2912392"/>
                <a:gd name="connsiteY238" fmla="*/ 241946 h 517896"/>
                <a:gd name="connsiteX239" fmla="*/ 2327965 w 2912392"/>
                <a:gd name="connsiteY239" fmla="*/ 238509 h 517896"/>
                <a:gd name="connsiteX240" fmla="*/ 2337709 w 2912392"/>
                <a:gd name="connsiteY240" fmla="*/ 234957 h 517896"/>
                <a:gd name="connsiteX241" fmla="*/ 2347453 w 2912392"/>
                <a:gd name="connsiteY241" fmla="*/ 231298 h 517896"/>
                <a:gd name="connsiteX242" fmla="*/ 2357197 w 2912392"/>
                <a:gd name="connsiteY242" fmla="*/ 227536 h 517896"/>
                <a:gd name="connsiteX243" fmla="*/ 2366926 w 2912392"/>
                <a:gd name="connsiteY243" fmla="*/ 223678 h 517896"/>
                <a:gd name="connsiteX244" fmla="*/ 2376670 w 2912392"/>
                <a:gd name="connsiteY244" fmla="*/ 219732 h 517896"/>
                <a:gd name="connsiteX245" fmla="*/ 2386413 w 2912392"/>
                <a:gd name="connsiteY245" fmla="*/ 215703 h 517896"/>
                <a:gd name="connsiteX246" fmla="*/ 2396157 w 2912392"/>
                <a:gd name="connsiteY246" fmla="*/ 211600 h 517896"/>
                <a:gd name="connsiteX247" fmla="*/ 2405886 w 2912392"/>
                <a:gd name="connsiteY247" fmla="*/ 207430 h 517896"/>
                <a:gd name="connsiteX248" fmla="*/ 2415630 w 2912392"/>
                <a:gd name="connsiteY248" fmla="*/ 203198 h 517896"/>
                <a:gd name="connsiteX249" fmla="*/ 2425374 w 2912392"/>
                <a:gd name="connsiteY249" fmla="*/ 198915 h 517896"/>
                <a:gd name="connsiteX250" fmla="*/ 2435118 w 2912392"/>
                <a:gd name="connsiteY250" fmla="*/ 194587 h 517896"/>
                <a:gd name="connsiteX251" fmla="*/ 2444862 w 2912392"/>
                <a:gd name="connsiteY251" fmla="*/ 190221 h 517896"/>
                <a:gd name="connsiteX252" fmla="*/ 2454591 w 2912392"/>
                <a:gd name="connsiteY252" fmla="*/ 185828 h 517896"/>
                <a:gd name="connsiteX253" fmla="*/ 2464335 w 2912392"/>
                <a:gd name="connsiteY253" fmla="*/ 181411 h 517896"/>
                <a:gd name="connsiteX254" fmla="*/ 2474079 w 2912392"/>
                <a:gd name="connsiteY254" fmla="*/ 176985 h 517896"/>
                <a:gd name="connsiteX255" fmla="*/ 2483823 w 2912392"/>
                <a:gd name="connsiteY255" fmla="*/ 172553 h 517896"/>
                <a:gd name="connsiteX256" fmla="*/ 2493552 w 2912392"/>
                <a:gd name="connsiteY256" fmla="*/ 168126 h 517896"/>
                <a:gd name="connsiteX257" fmla="*/ 2503296 w 2912392"/>
                <a:gd name="connsiteY257" fmla="*/ 163711 h 517896"/>
                <a:gd name="connsiteX258" fmla="*/ 2513040 w 2912392"/>
                <a:gd name="connsiteY258" fmla="*/ 159316 h 517896"/>
                <a:gd name="connsiteX259" fmla="*/ 2522784 w 2912392"/>
                <a:gd name="connsiteY259" fmla="*/ 154952 h 517896"/>
                <a:gd name="connsiteX260" fmla="*/ 2532513 w 2912392"/>
                <a:gd name="connsiteY260" fmla="*/ 150626 h 517896"/>
                <a:gd name="connsiteX261" fmla="*/ 2542257 w 2912392"/>
                <a:gd name="connsiteY261" fmla="*/ 146345 h 517896"/>
                <a:gd name="connsiteX262" fmla="*/ 2552001 w 2912392"/>
                <a:gd name="connsiteY262" fmla="*/ 142118 h 517896"/>
                <a:gd name="connsiteX263" fmla="*/ 2561745 w 2912392"/>
                <a:gd name="connsiteY263" fmla="*/ 137956 h 517896"/>
                <a:gd name="connsiteX264" fmla="*/ 2571474 w 2912392"/>
                <a:gd name="connsiteY264" fmla="*/ 133863 h 517896"/>
                <a:gd name="connsiteX265" fmla="*/ 2581218 w 2912392"/>
                <a:gd name="connsiteY265" fmla="*/ 129849 h 517896"/>
                <a:gd name="connsiteX266" fmla="*/ 2590962 w 2912392"/>
                <a:gd name="connsiteY266" fmla="*/ 125922 h 517896"/>
                <a:gd name="connsiteX267" fmla="*/ 2600705 w 2912392"/>
                <a:gd name="connsiteY267" fmla="*/ 122090 h 517896"/>
                <a:gd name="connsiteX268" fmla="*/ 2610449 w 2912392"/>
                <a:gd name="connsiteY268" fmla="*/ 118361 h 517896"/>
                <a:gd name="connsiteX269" fmla="*/ 2620178 w 2912392"/>
                <a:gd name="connsiteY269" fmla="*/ 114742 h 517896"/>
                <a:gd name="connsiteX270" fmla="*/ 2629922 w 2912392"/>
                <a:gd name="connsiteY270" fmla="*/ 111240 h 517896"/>
                <a:gd name="connsiteX271" fmla="*/ 2639666 w 2912392"/>
                <a:gd name="connsiteY271" fmla="*/ 107864 h 517896"/>
                <a:gd name="connsiteX272" fmla="*/ 2649410 w 2912392"/>
                <a:gd name="connsiteY272" fmla="*/ 104619 h 517896"/>
                <a:gd name="connsiteX273" fmla="*/ 2659139 w 2912392"/>
                <a:gd name="connsiteY273" fmla="*/ 101513 h 517896"/>
                <a:gd name="connsiteX274" fmla="*/ 2668883 w 2912392"/>
                <a:gd name="connsiteY274" fmla="*/ 98554 h 517896"/>
                <a:gd name="connsiteX275" fmla="*/ 2678627 w 2912392"/>
                <a:gd name="connsiteY275" fmla="*/ 95745 h 517896"/>
                <a:gd name="connsiteX276" fmla="*/ 2688371 w 2912392"/>
                <a:gd name="connsiteY276" fmla="*/ 93096 h 517896"/>
                <a:gd name="connsiteX277" fmla="*/ 2698100 w 2912392"/>
                <a:gd name="connsiteY277" fmla="*/ 90613 h 517896"/>
                <a:gd name="connsiteX278" fmla="*/ 2707844 w 2912392"/>
                <a:gd name="connsiteY278" fmla="*/ 88299 h 517896"/>
                <a:gd name="connsiteX279" fmla="*/ 2717588 w 2912392"/>
                <a:gd name="connsiteY279" fmla="*/ 86162 h 517896"/>
                <a:gd name="connsiteX280" fmla="*/ 2727332 w 2912392"/>
                <a:gd name="connsiteY280" fmla="*/ 84209 h 517896"/>
                <a:gd name="connsiteX281" fmla="*/ 2737076 w 2912392"/>
                <a:gd name="connsiteY281" fmla="*/ 82442 h 517896"/>
                <a:gd name="connsiteX282" fmla="*/ 2746805 w 2912392"/>
                <a:gd name="connsiteY282" fmla="*/ 80869 h 517896"/>
                <a:gd name="connsiteX283" fmla="*/ 2756549 w 2912392"/>
                <a:gd name="connsiteY283" fmla="*/ 79493 h 517896"/>
                <a:gd name="connsiteX284" fmla="*/ 2766293 w 2912392"/>
                <a:gd name="connsiteY284" fmla="*/ 78319 h 517896"/>
                <a:gd name="connsiteX285" fmla="*/ 2776037 w 2912392"/>
                <a:gd name="connsiteY285" fmla="*/ 77354 h 517896"/>
                <a:gd name="connsiteX286" fmla="*/ 2785766 w 2912392"/>
                <a:gd name="connsiteY286" fmla="*/ 76600 h 517896"/>
                <a:gd name="connsiteX287" fmla="*/ 2795510 w 2912392"/>
                <a:gd name="connsiteY287" fmla="*/ 76061 h 517896"/>
                <a:gd name="connsiteX288" fmla="*/ 2805254 w 2912392"/>
                <a:gd name="connsiteY288" fmla="*/ 75742 h 517896"/>
                <a:gd name="connsiteX289" fmla="*/ 2814998 w 2912392"/>
                <a:gd name="connsiteY289" fmla="*/ 75648 h 517896"/>
                <a:gd name="connsiteX290" fmla="*/ 2824727 w 2912392"/>
                <a:gd name="connsiteY290" fmla="*/ 75779 h 517896"/>
                <a:gd name="connsiteX291" fmla="*/ 2834471 w 2912392"/>
                <a:gd name="connsiteY291" fmla="*/ 76143 h 517896"/>
                <a:gd name="connsiteX292" fmla="*/ 2844215 w 2912392"/>
                <a:gd name="connsiteY292" fmla="*/ 76740 h 517896"/>
                <a:gd name="connsiteX293" fmla="*/ 2853958 w 2912392"/>
                <a:gd name="connsiteY293" fmla="*/ 77576 h 517896"/>
                <a:gd name="connsiteX294" fmla="*/ 2863687 w 2912392"/>
                <a:gd name="connsiteY294" fmla="*/ 78650 h 517896"/>
                <a:gd name="connsiteX295" fmla="*/ 2873431 w 2912392"/>
                <a:gd name="connsiteY295" fmla="*/ 79969 h 517896"/>
                <a:gd name="connsiteX296" fmla="*/ 2883175 w 2912392"/>
                <a:gd name="connsiteY296" fmla="*/ 81533 h 517896"/>
                <a:gd name="connsiteX297" fmla="*/ 2892919 w 2912392"/>
                <a:gd name="connsiteY297" fmla="*/ 83346 h 517896"/>
                <a:gd name="connsiteX298" fmla="*/ 2902663 w 2912392"/>
                <a:gd name="connsiteY298" fmla="*/ 85410 h 517896"/>
                <a:gd name="connsiteX299" fmla="*/ 2912392 w 2912392"/>
                <a:gd name="connsiteY299" fmla="*/ 87727 h 51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17896">
                  <a:moveTo>
                    <a:pt x="0" y="517896"/>
                  </a:moveTo>
                  <a:lnTo>
                    <a:pt x="9739" y="511193"/>
                  </a:lnTo>
                  <a:lnTo>
                    <a:pt x="19480" y="504316"/>
                  </a:lnTo>
                  <a:lnTo>
                    <a:pt x="29221" y="497265"/>
                  </a:lnTo>
                  <a:lnTo>
                    <a:pt x="38961" y="490048"/>
                  </a:lnTo>
                  <a:lnTo>
                    <a:pt x="48702" y="482670"/>
                  </a:lnTo>
                  <a:lnTo>
                    <a:pt x="58443" y="475134"/>
                  </a:lnTo>
                  <a:lnTo>
                    <a:pt x="68182" y="467450"/>
                  </a:lnTo>
                  <a:lnTo>
                    <a:pt x="77923" y="459620"/>
                  </a:lnTo>
                  <a:lnTo>
                    <a:pt x="87664" y="451654"/>
                  </a:lnTo>
                  <a:lnTo>
                    <a:pt x="97404" y="443553"/>
                  </a:lnTo>
                  <a:lnTo>
                    <a:pt x="107145" y="435327"/>
                  </a:lnTo>
                  <a:lnTo>
                    <a:pt x="116886" y="426983"/>
                  </a:lnTo>
                  <a:lnTo>
                    <a:pt x="126625" y="418526"/>
                  </a:lnTo>
                  <a:lnTo>
                    <a:pt x="136366" y="409965"/>
                  </a:lnTo>
                  <a:lnTo>
                    <a:pt x="146107" y="401306"/>
                  </a:lnTo>
                  <a:lnTo>
                    <a:pt x="155846" y="392557"/>
                  </a:lnTo>
                  <a:lnTo>
                    <a:pt x="165587" y="383725"/>
                  </a:lnTo>
                  <a:lnTo>
                    <a:pt x="175328" y="374820"/>
                  </a:lnTo>
                  <a:lnTo>
                    <a:pt x="185068" y="365847"/>
                  </a:lnTo>
                  <a:lnTo>
                    <a:pt x="194809" y="356817"/>
                  </a:lnTo>
                  <a:lnTo>
                    <a:pt x="204550" y="347736"/>
                  </a:lnTo>
                  <a:lnTo>
                    <a:pt x="214289" y="338615"/>
                  </a:lnTo>
                  <a:lnTo>
                    <a:pt x="224030" y="329463"/>
                  </a:lnTo>
                  <a:lnTo>
                    <a:pt x="233771" y="320286"/>
                  </a:lnTo>
                  <a:lnTo>
                    <a:pt x="243510" y="311095"/>
                  </a:lnTo>
                  <a:lnTo>
                    <a:pt x="253251" y="301898"/>
                  </a:lnTo>
                  <a:lnTo>
                    <a:pt x="262992" y="292705"/>
                  </a:lnTo>
                  <a:lnTo>
                    <a:pt x="272732" y="283525"/>
                  </a:lnTo>
                  <a:lnTo>
                    <a:pt x="282473" y="274368"/>
                  </a:lnTo>
                  <a:lnTo>
                    <a:pt x="292214" y="265241"/>
                  </a:lnTo>
                  <a:lnTo>
                    <a:pt x="301953" y="256155"/>
                  </a:lnTo>
                  <a:lnTo>
                    <a:pt x="311694" y="247120"/>
                  </a:lnTo>
                  <a:lnTo>
                    <a:pt x="321435" y="238145"/>
                  </a:lnTo>
                  <a:lnTo>
                    <a:pt x="331175" y="229239"/>
                  </a:lnTo>
                  <a:lnTo>
                    <a:pt x="340916" y="220411"/>
                  </a:lnTo>
                  <a:lnTo>
                    <a:pt x="350656" y="211670"/>
                  </a:lnTo>
                  <a:lnTo>
                    <a:pt x="360396" y="203024"/>
                  </a:lnTo>
                  <a:lnTo>
                    <a:pt x="370137" y="194484"/>
                  </a:lnTo>
                  <a:lnTo>
                    <a:pt x="379878" y="186058"/>
                  </a:lnTo>
                  <a:lnTo>
                    <a:pt x="389617" y="177754"/>
                  </a:lnTo>
                  <a:lnTo>
                    <a:pt x="399358" y="169579"/>
                  </a:lnTo>
                  <a:lnTo>
                    <a:pt x="409099" y="161544"/>
                  </a:lnTo>
                  <a:lnTo>
                    <a:pt x="418839" y="153655"/>
                  </a:lnTo>
                  <a:lnTo>
                    <a:pt x="428580" y="145919"/>
                  </a:lnTo>
                  <a:lnTo>
                    <a:pt x="438321" y="138344"/>
                  </a:lnTo>
                  <a:lnTo>
                    <a:pt x="448060" y="130938"/>
                  </a:lnTo>
                  <a:lnTo>
                    <a:pt x="457801" y="123706"/>
                  </a:lnTo>
                  <a:lnTo>
                    <a:pt x="467542" y="116655"/>
                  </a:lnTo>
                  <a:lnTo>
                    <a:pt x="477281" y="109791"/>
                  </a:lnTo>
                  <a:lnTo>
                    <a:pt x="487022" y="103117"/>
                  </a:lnTo>
                  <a:lnTo>
                    <a:pt x="496763" y="96641"/>
                  </a:lnTo>
                  <a:lnTo>
                    <a:pt x="506503" y="90367"/>
                  </a:lnTo>
                  <a:lnTo>
                    <a:pt x="516244" y="84298"/>
                  </a:lnTo>
                  <a:lnTo>
                    <a:pt x="525985" y="78439"/>
                  </a:lnTo>
                  <a:lnTo>
                    <a:pt x="535724" y="72792"/>
                  </a:lnTo>
                  <a:lnTo>
                    <a:pt x="545465" y="67361"/>
                  </a:lnTo>
                  <a:lnTo>
                    <a:pt x="555206" y="62148"/>
                  </a:lnTo>
                  <a:lnTo>
                    <a:pt x="564946" y="57155"/>
                  </a:lnTo>
                  <a:lnTo>
                    <a:pt x="574687" y="52383"/>
                  </a:lnTo>
                  <a:lnTo>
                    <a:pt x="584428" y="47833"/>
                  </a:lnTo>
                  <a:lnTo>
                    <a:pt x="594167" y="43505"/>
                  </a:lnTo>
                  <a:lnTo>
                    <a:pt x="603908" y="39400"/>
                  </a:lnTo>
                  <a:lnTo>
                    <a:pt x="613649" y="35516"/>
                  </a:lnTo>
                  <a:lnTo>
                    <a:pt x="623388" y="31854"/>
                  </a:lnTo>
                  <a:lnTo>
                    <a:pt x="633129" y="28411"/>
                  </a:lnTo>
                  <a:lnTo>
                    <a:pt x="642870" y="25187"/>
                  </a:lnTo>
                  <a:lnTo>
                    <a:pt x="652610" y="22177"/>
                  </a:lnTo>
                  <a:lnTo>
                    <a:pt x="662351" y="19379"/>
                  </a:lnTo>
                  <a:lnTo>
                    <a:pt x="672092" y="16791"/>
                  </a:lnTo>
                  <a:lnTo>
                    <a:pt x="681831" y="14410"/>
                  </a:lnTo>
                  <a:lnTo>
                    <a:pt x="691572" y="12231"/>
                  </a:lnTo>
                  <a:lnTo>
                    <a:pt x="701313" y="10249"/>
                  </a:lnTo>
                  <a:lnTo>
                    <a:pt x="711052" y="8461"/>
                  </a:lnTo>
                  <a:lnTo>
                    <a:pt x="720793" y="6861"/>
                  </a:lnTo>
                  <a:lnTo>
                    <a:pt x="730534" y="5446"/>
                  </a:lnTo>
                  <a:lnTo>
                    <a:pt x="740274" y="4207"/>
                  </a:lnTo>
                  <a:lnTo>
                    <a:pt x="750015" y="3142"/>
                  </a:lnTo>
                  <a:lnTo>
                    <a:pt x="759756" y="2242"/>
                  </a:lnTo>
                  <a:lnTo>
                    <a:pt x="769495" y="1505"/>
                  </a:lnTo>
                  <a:lnTo>
                    <a:pt x="779236" y="919"/>
                  </a:lnTo>
                  <a:lnTo>
                    <a:pt x="788977" y="484"/>
                  </a:lnTo>
                  <a:lnTo>
                    <a:pt x="798717" y="189"/>
                  </a:lnTo>
                  <a:lnTo>
                    <a:pt x="808458" y="30"/>
                  </a:lnTo>
                  <a:lnTo>
                    <a:pt x="818199" y="0"/>
                  </a:lnTo>
                  <a:lnTo>
                    <a:pt x="827938" y="91"/>
                  </a:lnTo>
                  <a:lnTo>
                    <a:pt x="837679" y="298"/>
                  </a:lnTo>
                  <a:lnTo>
                    <a:pt x="847420" y="614"/>
                  </a:lnTo>
                  <a:lnTo>
                    <a:pt x="857159" y="1031"/>
                  </a:lnTo>
                  <a:lnTo>
                    <a:pt x="866900" y="1545"/>
                  </a:lnTo>
                  <a:lnTo>
                    <a:pt x="876641" y="2148"/>
                  </a:lnTo>
                  <a:lnTo>
                    <a:pt x="886381" y="2837"/>
                  </a:lnTo>
                  <a:lnTo>
                    <a:pt x="896122" y="3601"/>
                  </a:lnTo>
                  <a:lnTo>
                    <a:pt x="905863" y="4437"/>
                  </a:lnTo>
                  <a:lnTo>
                    <a:pt x="915602" y="5338"/>
                  </a:lnTo>
                  <a:lnTo>
                    <a:pt x="925343" y="6301"/>
                  </a:lnTo>
                  <a:lnTo>
                    <a:pt x="935084" y="7317"/>
                  </a:lnTo>
                  <a:lnTo>
                    <a:pt x="944824" y="8384"/>
                  </a:lnTo>
                  <a:lnTo>
                    <a:pt x="954564" y="9495"/>
                  </a:lnTo>
                  <a:lnTo>
                    <a:pt x="964305" y="10647"/>
                  </a:lnTo>
                  <a:lnTo>
                    <a:pt x="974045" y="11834"/>
                  </a:lnTo>
                  <a:lnTo>
                    <a:pt x="983786" y="13053"/>
                  </a:lnTo>
                  <a:lnTo>
                    <a:pt x="993522" y="14302"/>
                  </a:lnTo>
                  <a:lnTo>
                    <a:pt x="1003266" y="15574"/>
                  </a:lnTo>
                  <a:lnTo>
                    <a:pt x="1013010" y="16867"/>
                  </a:lnTo>
                  <a:lnTo>
                    <a:pt x="1022754" y="18180"/>
                  </a:lnTo>
                  <a:lnTo>
                    <a:pt x="1032483" y="19507"/>
                  </a:lnTo>
                  <a:lnTo>
                    <a:pt x="1042227" y="20850"/>
                  </a:lnTo>
                  <a:lnTo>
                    <a:pt x="1051971" y="22204"/>
                  </a:lnTo>
                  <a:lnTo>
                    <a:pt x="1061715" y="23567"/>
                  </a:lnTo>
                  <a:lnTo>
                    <a:pt x="1071444" y="24939"/>
                  </a:lnTo>
                  <a:lnTo>
                    <a:pt x="1081188" y="26319"/>
                  </a:lnTo>
                  <a:lnTo>
                    <a:pt x="1090932" y="27705"/>
                  </a:lnTo>
                  <a:lnTo>
                    <a:pt x="1100676" y="29098"/>
                  </a:lnTo>
                  <a:lnTo>
                    <a:pt x="1110405" y="30497"/>
                  </a:lnTo>
                  <a:lnTo>
                    <a:pt x="1120149" y="31900"/>
                  </a:lnTo>
                  <a:lnTo>
                    <a:pt x="1129893" y="33310"/>
                  </a:lnTo>
                  <a:lnTo>
                    <a:pt x="1139637" y="34727"/>
                  </a:lnTo>
                  <a:lnTo>
                    <a:pt x="1149381" y="36149"/>
                  </a:lnTo>
                  <a:lnTo>
                    <a:pt x="1159110" y="37581"/>
                  </a:lnTo>
                  <a:lnTo>
                    <a:pt x="1168854" y="39022"/>
                  </a:lnTo>
                  <a:lnTo>
                    <a:pt x="1178598" y="40473"/>
                  </a:lnTo>
                  <a:lnTo>
                    <a:pt x="1188341" y="41936"/>
                  </a:lnTo>
                  <a:lnTo>
                    <a:pt x="1198070" y="43413"/>
                  </a:lnTo>
                  <a:lnTo>
                    <a:pt x="1207814" y="44904"/>
                  </a:lnTo>
                  <a:lnTo>
                    <a:pt x="1217558" y="46413"/>
                  </a:lnTo>
                  <a:lnTo>
                    <a:pt x="1227302" y="47940"/>
                  </a:lnTo>
                  <a:lnTo>
                    <a:pt x="1237031" y="49490"/>
                  </a:lnTo>
                  <a:lnTo>
                    <a:pt x="1246775" y="51062"/>
                  </a:lnTo>
                  <a:lnTo>
                    <a:pt x="1256519" y="52659"/>
                  </a:lnTo>
                  <a:lnTo>
                    <a:pt x="1266263" y="54284"/>
                  </a:lnTo>
                  <a:lnTo>
                    <a:pt x="1276007" y="55940"/>
                  </a:lnTo>
                  <a:lnTo>
                    <a:pt x="1285736" y="57626"/>
                  </a:lnTo>
                  <a:lnTo>
                    <a:pt x="1295480" y="59349"/>
                  </a:lnTo>
                  <a:lnTo>
                    <a:pt x="1305224" y="61107"/>
                  </a:lnTo>
                  <a:lnTo>
                    <a:pt x="1314968" y="62905"/>
                  </a:lnTo>
                  <a:lnTo>
                    <a:pt x="1324697" y="64745"/>
                  </a:lnTo>
                  <a:lnTo>
                    <a:pt x="1334441" y="66628"/>
                  </a:lnTo>
                  <a:lnTo>
                    <a:pt x="1344185" y="68556"/>
                  </a:lnTo>
                  <a:lnTo>
                    <a:pt x="1353929" y="70532"/>
                  </a:lnTo>
                  <a:lnTo>
                    <a:pt x="1363658" y="72558"/>
                  </a:lnTo>
                  <a:lnTo>
                    <a:pt x="1373402" y="74635"/>
                  </a:lnTo>
                  <a:lnTo>
                    <a:pt x="1383146" y="76764"/>
                  </a:lnTo>
                  <a:lnTo>
                    <a:pt x="1392890" y="78948"/>
                  </a:lnTo>
                  <a:lnTo>
                    <a:pt x="1402619" y="81189"/>
                  </a:lnTo>
                  <a:lnTo>
                    <a:pt x="1412363" y="83486"/>
                  </a:lnTo>
                  <a:lnTo>
                    <a:pt x="1422106" y="85842"/>
                  </a:lnTo>
                  <a:lnTo>
                    <a:pt x="1431850" y="88257"/>
                  </a:lnTo>
                  <a:lnTo>
                    <a:pt x="1441594" y="90733"/>
                  </a:lnTo>
                  <a:lnTo>
                    <a:pt x="1451323" y="93269"/>
                  </a:lnTo>
                  <a:lnTo>
                    <a:pt x="1461067" y="95866"/>
                  </a:lnTo>
                  <a:lnTo>
                    <a:pt x="1470811" y="98525"/>
                  </a:lnTo>
                  <a:lnTo>
                    <a:pt x="1480555" y="101245"/>
                  </a:lnTo>
                  <a:lnTo>
                    <a:pt x="1490284" y="104026"/>
                  </a:lnTo>
                  <a:lnTo>
                    <a:pt x="1500028" y="106869"/>
                  </a:lnTo>
                  <a:lnTo>
                    <a:pt x="1509772" y="109773"/>
                  </a:lnTo>
                  <a:lnTo>
                    <a:pt x="1519516" y="112736"/>
                  </a:lnTo>
                  <a:lnTo>
                    <a:pt x="1529245" y="115758"/>
                  </a:lnTo>
                  <a:lnTo>
                    <a:pt x="1538989" y="118837"/>
                  </a:lnTo>
                  <a:lnTo>
                    <a:pt x="1548733" y="121975"/>
                  </a:lnTo>
                  <a:lnTo>
                    <a:pt x="1558477" y="125166"/>
                  </a:lnTo>
                  <a:lnTo>
                    <a:pt x="1568221" y="128410"/>
                  </a:lnTo>
                  <a:lnTo>
                    <a:pt x="1577950" y="131707"/>
                  </a:lnTo>
                  <a:lnTo>
                    <a:pt x="1587694" y="135052"/>
                  </a:lnTo>
                  <a:lnTo>
                    <a:pt x="1597438" y="138444"/>
                  </a:lnTo>
                  <a:lnTo>
                    <a:pt x="1607182" y="141882"/>
                  </a:lnTo>
                  <a:lnTo>
                    <a:pt x="1616911" y="145360"/>
                  </a:lnTo>
                  <a:lnTo>
                    <a:pt x="1626655" y="148878"/>
                  </a:lnTo>
                  <a:lnTo>
                    <a:pt x="1636399" y="152431"/>
                  </a:lnTo>
                  <a:lnTo>
                    <a:pt x="1646142" y="156018"/>
                  </a:lnTo>
                  <a:lnTo>
                    <a:pt x="1655872" y="159634"/>
                  </a:lnTo>
                  <a:lnTo>
                    <a:pt x="1665616" y="163276"/>
                  </a:lnTo>
                  <a:lnTo>
                    <a:pt x="1675359" y="166940"/>
                  </a:lnTo>
                  <a:lnTo>
                    <a:pt x="1685103" y="170623"/>
                  </a:lnTo>
                  <a:lnTo>
                    <a:pt x="1694832" y="174321"/>
                  </a:lnTo>
                  <a:lnTo>
                    <a:pt x="1704576" y="178028"/>
                  </a:lnTo>
                  <a:lnTo>
                    <a:pt x="1714320" y="181742"/>
                  </a:lnTo>
                  <a:lnTo>
                    <a:pt x="1724064" y="185458"/>
                  </a:lnTo>
                  <a:lnTo>
                    <a:pt x="1733808" y="189172"/>
                  </a:lnTo>
                  <a:lnTo>
                    <a:pt x="1743537" y="192878"/>
                  </a:lnTo>
                  <a:lnTo>
                    <a:pt x="1753281" y="196573"/>
                  </a:lnTo>
                  <a:lnTo>
                    <a:pt x="1763025" y="200250"/>
                  </a:lnTo>
                  <a:lnTo>
                    <a:pt x="1772769" y="203907"/>
                  </a:lnTo>
                  <a:lnTo>
                    <a:pt x="1782498" y="207537"/>
                  </a:lnTo>
                  <a:lnTo>
                    <a:pt x="1792242" y="211136"/>
                  </a:lnTo>
                  <a:lnTo>
                    <a:pt x="1801986" y="214700"/>
                  </a:lnTo>
                  <a:lnTo>
                    <a:pt x="1811730" y="218221"/>
                  </a:lnTo>
                  <a:lnTo>
                    <a:pt x="1821459" y="221697"/>
                  </a:lnTo>
                  <a:lnTo>
                    <a:pt x="1831203" y="225121"/>
                  </a:lnTo>
                  <a:lnTo>
                    <a:pt x="1840947" y="228488"/>
                  </a:lnTo>
                  <a:lnTo>
                    <a:pt x="1850691" y="231794"/>
                  </a:lnTo>
                  <a:lnTo>
                    <a:pt x="1860435" y="235033"/>
                  </a:lnTo>
                  <a:lnTo>
                    <a:pt x="1870164" y="238200"/>
                  </a:lnTo>
                  <a:lnTo>
                    <a:pt x="1879908" y="241290"/>
                  </a:lnTo>
                  <a:lnTo>
                    <a:pt x="1889652" y="244299"/>
                  </a:lnTo>
                  <a:lnTo>
                    <a:pt x="1899395" y="247219"/>
                  </a:lnTo>
                  <a:lnTo>
                    <a:pt x="1909124" y="250048"/>
                  </a:lnTo>
                  <a:lnTo>
                    <a:pt x="1918868" y="252779"/>
                  </a:lnTo>
                  <a:lnTo>
                    <a:pt x="1928612" y="255410"/>
                  </a:lnTo>
                  <a:lnTo>
                    <a:pt x="1938356" y="257933"/>
                  </a:lnTo>
                  <a:lnTo>
                    <a:pt x="1948085" y="260345"/>
                  </a:lnTo>
                  <a:lnTo>
                    <a:pt x="1957829" y="262641"/>
                  </a:lnTo>
                  <a:lnTo>
                    <a:pt x="1967573" y="264817"/>
                  </a:lnTo>
                  <a:lnTo>
                    <a:pt x="1977317" y="266869"/>
                  </a:lnTo>
                  <a:lnTo>
                    <a:pt x="1987046" y="268791"/>
                  </a:lnTo>
                  <a:lnTo>
                    <a:pt x="1996790" y="270582"/>
                  </a:lnTo>
                  <a:lnTo>
                    <a:pt x="2006534" y="272236"/>
                  </a:lnTo>
                  <a:lnTo>
                    <a:pt x="2016278" y="273749"/>
                  </a:lnTo>
                  <a:lnTo>
                    <a:pt x="2026022" y="275119"/>
                  </a:lnTo>
                  <a:lnTo>
                    <a:pt x="2035751" y="276342"/>
                  </a:lnTo>
                  <a:lnTo>
                    <a:pt x="2045495" y="277415"/>
                  </a:lnTo>
                  <a:lnTo>
                    <a:pt x="2055239" y="278334"/>
                  </a:lnTo>
                  <a:lnTo>
                    <a:pt x="2064983" y="279098"/>
                  </a:lnTo>
                  <a:lnTo>
                    <a:pt x="2074712" y="279705"/>
                  </a:lnTo>
                  <a:lnTo>
                    <a:pt x="2084456" y="280150"/>
                  </a:lnTo>
                  <a:lnTo>
                    <a:pt x="2094200" y="280433"/>
                  </a:lnTo>
                  <a:lnTo>
                    <a:pt x="2103944" y="280552"/>
                  </a:lnTo>
                  <a:lnTo>
                    <a:pt x="2113673" y="280506"/>
                  </a:lnTo>
                  <a:lnTo>
                    <a:pt x="2123417" y="280293"/>
                  </a:lnTo>
                  <a:lnTo>
                    <a:pt x="2133161" y="279913"/>
                  </a:lnTo>
                  <a:lnTo>
                    <a:pt x="2142905" y="279365"/>
                  </a:lnTo>
                  <a:lnTo>
                    <a:pt x="2152649" y="278648"/>
                  </a:lnTo>
                  <a:lnTo>
                    <a:pt x="2162377" y="277763"/>
                  </a:lnTo>
                  <a:lnTo>
                    <a:pt x="2172121" y="276711"/>
                  </a:lnTo>
                  <a:lnTo>
                    <a:pt x="2181865" y="275491"/>
                  </a:lnTo>
                  <a:lnTo>
                    <a:pt x="2191609" y="274104"/>
                  </a:lnTo>
                  <a:lnTo>
                    <a:pt x="2201338" y="272552"/>
                  </a:lnTo>
                  <a:lnTo>
                    <a:pt x="2211082" y="270837"/>
                  </a:lnTo>
                  <a:lnTo>
                    <a:pt x="2220826" y="268959"/>
                  </a:lnTo>
                  <a:lnTo>
                    <a:pt x="2230570" y="266923"/>
                  </a:lnTo>
                  <a:lnTo>
                    <a:pt x="2240299" y="264730"/>
                  </a:lnTo>
                  <a:lnTo>
                    <a:pt x="2250043" y="262381"/>
                  </a:lnTo>
                  <a:lnTo>
                    <a:pt x="2259787" y="259884"/>
                  </a:lnTo>
                  <a:lnTo>
                    <a:pt x="2269531" y="257238"/>
                  </a:lnTo>
                  <a:lnTo>
                    <a:pt x="2279260" y="254449"/>
                  </a:lnTo>
                  <a:lnTo>
                    <a:pt x="2289004" y="251522"/>
                  </a:lnTo>
                  <a:lnTo>
                    <a:pt x="2298748" y="248458"/>
                  </a:lnTo>
                  <a:lnTo>
                    <a:pt x="2308492" y="245266"/>
                  </a:lnTo>
                  <a:lnTo>
                    <a:pt x="2318236" y="241946"/>
                  </a:lnTo>
                  <a:lnTo>
                    <a:pt x="2327965" y="238509"/>
                  </a:lnTo>
                  <a:lnTo>
                    <a:pt x="2337709" y="234957"/>
                  </a:lnTo>
                  <a:lnTo>
                    <a:pt x="2347453" y="231298"/>
                  </a:lnTo>
                  <a:lnTo>
                    <a:pt x="2357197" y="227536"/>
                  </a:lnTo>
                  <a:lnTo>
                    <a:pt x="2366926" y="223678"/>
                  </a:lnTo>
                  <a:lnTo>
                    <a:pt x="2376670" y="219732"/>
                  </a:lnTo>
                  <a:lnTo>
                    <a:pt x="2386413" y="215703"/>
                  </a:lnTo>
                  <a:lnTo>
                    <a:pt x="2396157" y="211600"/>
                  </a:lnTo>
                  <a:lnTo>
                    <a:pt x="2405886" y="207430"/>
                  </a:lnTo>
                  <a:lnTo>
                    <a:pt x="2415630" y="203198"/>
                  </a:lnTo>
                  <a:lnTo>
                    <a:pt x="2425374" y="198915"/>
                  </a:lnTo>
                  <a:lnTo>
                    <a:pt x="2435118" y="194587"/>
                  </a:lnTo>
                  <a:lnTo>
                    <a:pt x="2444862" y="190221"/>
                  </a:lnTo>
                  <a:lnTo>
                    <a:pt x="2454591" y="185828"/>
                  </a:lnTo>
                  <a:lnTo>
                    <a:pt x="2464335" y="181411"/>
                  </a:lnTo>
                  <a:lnTo>
                    <a:pt x="2474079" y="176985"/>
                  </a:lnTo>
                  <a:lnTo>
                    <a:pt x="2483823" y="172553"/>
                  </a:lnTo>
                  <a:lnTo>
                    <a:pt x="2493552" y="168126"/>
                  </a:lnTo>
                  <a:lnTo>
                    <a:pt x="2503296" y="163711"/>
                  </a:lnTo>
                  <a:lnTo>
                    <a:pt x="2513040" y="159316"/>
                  </a:lnTo>
                  <a:lnTo>
                    <a:pt x="2522784" y="154952"/>
                  </a:lnTo>
                  <a:lnTo>
                    <a:pt x="2532513" y="150626"/>
                  </a:lnTo>
                  <a:lnTo>
                    <a:pt x="2542257" y="146345"/>
                  </a:lnTo>
                  <a:lnTo>
                    <a:pt x="2552001" y="142118"/>
                  </a:lnTo>
                  <a:lnTo>
                    <a:pt x="2561745" y="137956"/>
                  </a:lnTo>
                  <a:lnTo>
                    <a:pt x="2571474" y="133863"/>
                  </a:lnTo>
                  <a:lnTo>
                    <a:pt x="2581218" y="129849"/>
                  </a:lnTo>
                  <a:lnTo>
                    <a:pt x="2590962" y="125922"/>
                  </a:lnTo>
                  <a:lnTo>
                    <a:pt x="2600705" y="122090"/>
                  </a:lnTo>
                  <a:lnTo>
                    <a:pt x="2610449" y="118361"/>
                  </a:lnTo>
                  <a:lnTo>
                    <a:pt x="2620178" y="114742"/>
                  </a:lnTo>
                  <a:lnTo>
                    <a:pt x="2629922" y="111240"/>
                  </a:lnTo>
                  <a:lnTo>
                    <a:pt x="2639666" y="107864"/>
                  </a:lnTo>
                  <a:lnTo>
                    <a:pt x="2649410" y="104619"/>
                  </a:lnTo>
                  <a:lnTo>
                    <a:pt x="2659139" y="101513"/>
                  </a:lnTo>
                  <a:lnTo>
                    <a:pt x="2668883" y="98554"/>
                  </a:lnTo>
                  <a:lnTo>
                    <a:pt x="2678627" y="95745"/>
                  </a:lnTo>
                  <a:lnTo>
                    <a:pt x="2688371" y="93096"/>
                  </a:lnTo>
                  <a:lnTo>
                    <a:pt x="2698100" y="90613"/>
                  </a:lnTo>
                  <a:lnTo>
                    <a:pt x="2707844" y="88299"/>
                  </a:lnTo>
                  <a:lnTo>
                    <a:pt x="2717588" y="86162"/>
                  </a:lnTo>
                  <a:lnTo>
                    <a:pt x="2727332" y="84209"/>
                  </a:lnTo>
                  <a:lnTo>
                    <a:pt x="2737076" y="82442"/>
                  </a:lnTo>
                  <a:lnTo>
                    <a:pt x="2746805" y="80869"/>
                  </a:lnTo>
                  <a:lnTo>
                    <a:pt x="2756549" y="79493"/>
                  </a:lnTo>
                  <a:lnTo>
                    <a:pt x="2766293" y="78319"/>
                  </a:lnTo>
                  <a:lnTo>
                    <a:pt x="2776037" y="77354"/>
                  </a:lnTo>
                  <a:lnTo>
                    <a:pt x="2785766" y="76600"/>
                  </a:lnTo>
                  <a:lnTo>
                    <a:pt x="2795510" y="76061"/>
                  </a:lnTo>
                  <a:lnTo>
                    <a:pt x="2805254" y="75742"/>
                  </a:lnTo>
                  <a:lnTo>
                    <a:pt x="2814998" y="75648"/>
                  </a:lnTo>
                  <a:lnTo>
                    <a:pt x="2824727" y="75779"/>
                  </a:lnTo>
                  <a:lnTo>
                    <a:pt x="2834471" y="76143"/>
                  </a:lnTo>
                  <a:lnTo>
                    <a:pt x="2844215" y="76740"/>
                  </a:lnTo>
                  <a:lnTo>
                    <a:pt x="2853958" y="77576"/>
                  </a:lnTo>
                  <a:lnTo>
                    <a:pt x="2863687" y="78650"/>
                  </a:lnTo>
                  <a:lnTo>
                    <a:pt x="2873431" y="79969"/>
                  </a:lnTo>
                  <a:lnTo>
                    <a:pt x="2883175" y="81533"/>
                  </a:lnTo>
                  <a:lnTo>
                    <a:pt x="2892919" y="83346"/>
                  </a:lnTo>
                  <a:lnTo>
                    <a:pt x="2902663" y="85410"/>
                  </a:lnTo>
                  <a:lnTo>
                    <a:pt x="2912392" y="8772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0" name="Freeform 639">
              <a:extLst>
                <a:ext uri="{FF2B5EF4-FFF2-40B4-BE49-F238E27FC236}">
                  <a16:creationId xmlns:a16="http://schemas.microsoft.com/office/drawing/2014/main" id="{B1ED3B4B-2B07-BB96-2BE6-C4F60B3BB023}"/>
                </a:ext>
              </a:extLst>
            </p:cNvPr>
            <p:cNvSpPr/>
            <p:nvPr/>
          </p:nvSpPr>
          <p:spPr>
            <a:xfrm>
              <a:off x="576446" y="3030066"/>
              <a:ext cx="2912392" cy="990000"/>
            </a:xfrm>
            <a:custGeom>
              <a:avLst/>
              <a:gdLst>
                <a:gd name="connsiteX0" fmla="*/ 0 w 2912392"/>
                <a:gd name="connsiteY0" fmla="*/ 596055 h 990000"/>
                <a:gd name="connsiteX1" fmla="*/ 9739 w 2912392"/>
                <a:gd name="connsiteY1" fmla="*/ 601199 h 990000"/>
                <a:gd name="connsiteX2" fmla="*/ 19480 w 2912392"/>
                <a:gd name="connsiteY2" fmla="*/ 606399 h 990000"/>
                <a:gd name="connsiteX3" fmla="*/ 29221 w 2912392"/>
                <a:gd name="connsiteY3" fmla="*/ 611651 h 990000"/>
                <a:gd name="connsiteX4" fmla="*/ 38961 w 2912392"/>
                <a:gd name="connsiteY4" fmla="*/ 616958 h 990000"/>
                <a:gd name="connsiteX5" fmla="*/ 48702 w 2912392"/>
                <a:gd name="connsiteY5" fmla="*/ 622320 h 990000"/>
                <a:gd name="connsiteX6" fmla="*/ 58443 w 2912392"/>
                <a:gd name="connsiteY6" fmla="*/ 627734 h 990000"/>
                <a:gd name="connsiteX7" fmla="*/ 68182 w 2912392"/>
                <a:gd name="connsiteY7" fmla="*/ 633205 h 990000"/>
                <a:gd name="connsiteX8" fmla="*/ 77923 w 2912392"/>
                <a:gd name="connsiteY8" fmla="*/ 638730 h 990000"/>
                <a:gd name="connsiteX9" fmla="*/ 87664 w 2912392"/>
                <a:gd name="connsiteY9" fmla="*/ 644308 h 990000"/>
                <a:gd name="connsiteX10" fmla="*/ 97404 w 2912392"/>
                <a:gd name="connsiteY10" fmla="*/ 649943 h 990000"/>
                <a:gd name="connsiteX11" fmla="*/ 107145 w 2912392"/>
                <a:gd name="connsiteY11" fmla="*/ 655631 h 990000"/>
                <a:gd name="connsiteX12" fmla="*/ 116886 w 2912392"/>
                <a:gd name="connsiteY12" fmla="*/ 661375 h 990000"/>
                <a:gd name="connsiteX13" fmla="*/ 126625 w 2912392"/>
                <a:gd name="connsiteY13" fmla="*/ 667172 h 990000"/>
                <a:gd name="connsiteX14" fmla="*/ 136366 w 2912392"/>
                <a:gd name="connsiteY14" fmla="*/ 673024 h 990000"/>
                <a:gd name="connsiteX15" fmla="*/ 146107 w 2912392"/>
                <a:gd name="connsiteY15" fmla="*/ 678930 h 990000"/>
                <a:gd name="connsiteX16" fmla="*/ 155846 w 2912392"/>
                <a:gd name="connsiteY16" fmla="*/ 684890 h 990000"/>
                <a:gd name="connsiteX17" fmla="*/ 165587 w 2912392"/>
                <a:gd name="connsiteY17" fmla="*/ 690902 h 990000"/>
                <a:gd name="connsiteX18" fmla="*/ 175328 w 2912392"/>
                <a:gd name="connsiteY18" fmla="*/ 696967 h 990000"/>
                <a:gd name="connsiteX19" fmla="*/ 185068 w 2912392"/>
                <a:gd name="connsiteY19" fmla="*/ 703083 h 990000"/>
                <a:gd name="connsiteX20" fmla="*/ 194809 w 2912392"/>
                <a:gd name="connsiteY20" fmla="*/ 709250 h 990000"/>
                <a:gd name="connsiteX21" fmla="*/ 204550 w 2912392"/>
                <a:gd name="connsiteY21" fmla="*/ 715466 h 990000"/>
                <a:gd name="connsiteX22" fmla="*/ 214289 w 2912392"/>
                <a:gd name="connsiteY22" fmla="*/ 721729 h 990000"/>
                <a:gd name="connsiteX23" fmla="*/ 224030 w 2912392"/>
                <a:gd name="connsiteY23" fmla="*/ 728039 h 990000"/>
                <a:gd name="connsiteX24" fmla="*/ 233771 w 2912392"/>
                <a:gd name="connsiteY24" fmla="*/ 734393 h 990000"/>
                <a:gd name="connsiteX25" fmla="*/ 243510 w 2912392"/>
                <a:gd name="connsiteY25" fmla="*/ 740791 h 990000"/>
                <a:gd name="connsiteX26" fmla="*/ 253251 w 2912392"/>
                <a:gd name="connsiteY26" fmla="*/ 747227 h 990000"/>
                <a:gd name="connsiteX27" fmla="*/ 262992 w 2912392"/>
                <a:gd name="connsiteY27" fmla="*/ 753702 h 990000"/>
                <a:gd name="connsiteX28" fmla="*/ 272732 w 2912392"/>
                <a:gd name="connsiteY28" fmla="*/ 760212 h 990000"/>
                <a:gd name="connsiteX29" fmla="*/ 282473 w 2912392"/>
                <a:gd name="connsiteY29" fmla="*/ 766752 h 990000"/>
                <a:gd name="connsiteX30" fmla="*/ 292214 w 2912392"/>
                <a:gd name="connsiteY30" fmla="*/ 773321 h 990000"/>
                <a:gd name="connsiteX31" fmla="*/ 301953 w 2912392"/>
                <a:gd name="connsiteY31" fmla="*/ 779916 h 990000"/>
                <a:gd name="connsiteX32" fmla="*/ 311694 w 2912392"/>
                <a:gd name="connsiteY32" fmla="*/ 786531 h 990000"/>
                <a:gd name="connsiteX33" fmla="*/ 321435 w 2912392"/>
                <a:gd name="connsiteY33" fmla="*/ 793161 h 990000"/>
                <a:gd name="connsiteX34" fmla="*/ 331175 w 2912392"/>
                <a:gd name="connsiteY34" fmla="*/ 799804 h 990000"/>
                <a:gd name="connsiteX35" fmla="*/ 340916 w 2912392"/>
                <a:gd name="connsiteY35" fmla="*/ 806455 h 990000"/>
                <a:gd name="connsiteX36" fmla="*/ 350656 w 2912392"/>
                <a:gd name="connsiteY36" fmla="*/ 813107 h 990000"/>
                <a:gd name="connsiteX37" fmla="*/ 360396 w 2912392"/>
                <a:gd name="connsiteY37" fmla="*/ 819757 h 990000"/>
                <a:gd name="connsiteX38" fmla="*/ 370137 w 2912392"/>
                <a:gd name="connsiteY38" fmla="*/ 826396 h 990000"/>
                <a:gd name="connsiteX39" fmla="*/ 379878 w 2912392"/>
                <a:gd name="connsiteY39" fmla="*/ 833020 h 990000"/>
                <a:gd name="connsiteX40" fmla="*/ 389617 w 2912392"/>
                <a:gd name="connsiteY40" fmla="*/ 839622 h 990000"/>
                <a:gd name="connsiteX41" fmla="*/ 399358 w 2912392"/>
                <a:gd name="connsiteY41" fmla="*/ 846195 h 990000"/>
                <a:gd name="connsiteX42" fmla="*/ 409099 w 2912392"/>
                <a:gd name="connsiteY42" fmla="*/ 852733 h 990000"/>
                <a:gd name="connsiteX43" fmla="*/ 418839 w 2912392"/>
                <a:gd name="connsiteY43" fmla="*/ 859227 h 990000"/>
                <a:gd name="connsiteX44" fmla="*/ 428580 w 2912392"/>
                <a:gd name="connsiteY44" fmla="*/ 865671 h 990000"/>
                <a:gd name="connsiteX45" fmla="*/ 438321 w 2912392"/>
                <a:gd name="connsiteY45" fmla="*/ 872055 h 990000"/>
                <a:gd name="connsiteX46" fmla="*/ 448060 w 2912392"/>
                <a:gd name="connsiteY46" fmla="*/ 878374 h 990000"/>
                <a:gd name="connsiteX47" fmla="*/ 457801 w 2912392"/>
                <a:gd name="connsiteY47" fmla="*/ 884617 h 990000"/>
                <a:gd name="connsiteX48" fmla="*/ 467542 w 2912392"/>
                <a:gd name="connsiteY48" fmla="*/ 890776 h 990000"/>
                <a:gd name="connsiteX49" fmla="*/ 477281 w 2912392"/>
                <a:gd name="connsiteY49" fmla="*/ 896841 h 990000"/>
                <a:gd name="connsiteX50" fmla="*/ 487022 w 2912392"/>
                <a:gd name="connsiteY50" fmla="*/ 902804 h 990000"/>
                <a:gd name="connsiteX51" fmla="*/ 496763 w 2912392"/>
                <a:gd name="connsiteY51" fmla="*/ 908656 h 990000"/>
                <a:gd name="connsiteX52" fmla="*/ 506503 w 2912392"/>
                <a:gd name="connsiteY52" fmla="*/ 914388 h 990000"/>
                <a:gd name="connsiteX53" fmla="*/ 516244 w 2912392"/>
                <a:gd name="connsiteY53" fmla="*/ 919987 h 990000"/>
                <a:gd name="connsiteX54" fmla="*/ 525985 w 2912392"/>
                <a:gd name="connsiteY54" fmla="*/ 925447 h 990000"/>
                <a:gd name="connsiteX55" fmla="*/ 535724 w 2912392"/>
                <a:gd name="connsiteY55" fmla="*/ 930756 h 990000"/>
                <a:gd name="connsiteX56" fmla="*/ 545465 w 2912392"/>
                <a:gd name="connsiteY56" fmla="*/ 935903 h 990000"/>
                <a:gd name="connsiteX57" fmla="*/ 555206 w 2912392"/>
                <a:gd name="connsiteY57" fmla="*/ 940881 h 990000"/>
                <a:gd name="connsiteX58" fmla="*/ 564946 w 2912392"/>
                <a:gd name="connsiteY58" fmla="*/ 945679 h 990000"/>
                <a:gd name="connsiteX59" fmla="*/ 574687 w 2912392"/>
                <a:gd name="connsiteY59" fmla="*/ 950284 h 990000"/>
                <a:gd name="connsiteX60" fmla="*/ 584428 w 2912392"/>
                <a:gd name="connsiteY60" fmla="*/ 954688 h 990000"/>
                <a:gd name="connsiteX61" fmla="*/ 594167 w 2912392"/>
                <a:gd name="connsiteY61" fmla="*/ 958881 h 990000"/>
                <a:gd name="connsiteX62" fmla="*/ 603908 w 2912392"/>
                <a:gd name="connsiteY62" fmla="*/ 962851 h 990000"/>
                <a:gd name="connsiteX63" fmla="*/ 613649 w 2912392"/>
                <a:gd name="connsiteY63" fmla="*/ 966591 h 990000"/>
                <a:gd name="connsiteX64" fmla="*/ 623388 w 2912392"/>
                <a:gd name="connsiteY64" fmla="*/ 970089 h 990000"/>
                <a:gd name="connsiteX65" fmla="*/ 633129 w 2912392"/>
                <a:gd name="connsiteY65" fmla="*/ 973336 h 990000"/>
                <a:gd name="connsiteX66" fmla="*/ 642870 w 2912392"/>
                <a:gd name="connsiteY66" fmla="*/ 976321 h 990000"/>
                <a:gd name="connsiteX67" fmla="*/ 652610 w 2912392"/>
                <a:gd name="connsiteY67" fmla="*/ 979037 h 990000"/>
                <a:gd name="connsiteX68" fmla="*/ 662351 w 2912392"/>
                <a:gd name="connsiteY68" fmla="*/ 981473 h 990000"/>
                <a:gd name="connsiteX69" fmla="*/ 672092 w 2912392"/>
                <a:gd name="connsiteY69" fmla="*/ 983622 h 990000"/>
                <a:gd name="connsiteX70" fmla="*/ 681831 w 2912392"/>
                <a:gd name="connsiteY70" fmla="*/ 985471 h 990000"/>
                <a:gd name="connsiteX71" fmla="*/ 691572 w 2912392"/>
                <a:gd name="connsiteY71" fmla="*/ 987020 h 990000"/>
                <a:gd name="connsiteX72" fmla="*/ 701313 w 2912392"/>
                <a:gd name="connsiteY72" fmla="*/ 988257 h 990000"/>
                <a:gd name="connsiteX73" fmla="*/ 711052 w 2912392"/>
                <a:gd name="connsiteY73" fmla="*/ 989166 h 990000"/>
                <a:gd name="connsiteX74" fmla="*/ 720793 w 2912392"/>
                <a:gd name="connsiteY74" fmla="*/ 989747 h 990000"/>
                <a:gd name="connsiteX75" fmla="*/ 730534 w 2912392"/>
                <a:gd name="connsiteY75" fmla="*/ 990000 h 990000"/>
                <a:gd name="connsiteX76" fmla="*/ 740274 w 2912392"/>
                <a:gd name="connsiteY76" fmla="*/ 989896 h 990000"/>
                <a:gd name="connsiteX77" fmla="*/ 750015 w 2912392"/>
                <a:gd name="connsiteY77" fmla="*/ 989464 h 990000"/>
                <a:gd name="connsiteX78" fmla="*/ 759756 w 2912392"/>
                <a:gd name="connsiteY78" fmla="*/ 988674 h 990000"/>
                <a:gd name="connsiteX79" fmla="*/ 769495 w 2912392"/>
                <a:gd name="connsiteY79" fmla="*/ 987527 h 990000"/>
                <a:gd name="connsiteX80" fmla="*/ 779236 w 2912392"/>
                <a:gd name="connsiteY80" fmla="*/ 986007 h 990000"/>
                <a:gd name="connsiteX81" fmla="*/ 788977 w 2912392"/>
                <a:gd name="connsiteY81" fmla="*/ 984133 h 990000"/>
                <a:gd name="connsiteX82" fmla="*/ 798717 w 2912392"/>
                <a:gd name="connsiteY82" fmla="*/ 981888 h 990000"/>
                <a:gd name="connsiteX83" fmla="*/ 808458 w 2912392"/>
                <a:gd name="connsiteY83" fmla="*/ 979271 h 990000"/>
                <a:gd name="connsiteX84" fmla="*/ 818199 w 2912392"/>
                <a:gd name="connsiteY84" fmla="*/ 976283 h 990000"/>
                <a:gd name="connsiteX85" fmla="*/ 827938 w 2912392"/>
                <a:gd name="connsiteY85" fmla="*/ 972917 h 990000"/>
                <a:gd name="connsiteX86" fmla="*/ 837679 w 2912392"/>
                <a:gd name="connsiteY86" fmla="*/ 969177 h 990000"/>
                <a:gd name="connsiteX87" fmla="*/ 847420 w 2912392"/>
                <a:gd name="connsiteY87" fmla="*/ 965062 h 990000"/>
                <a:gd name="connsiteX88" fmla="*/ 857159 w 2912392"/>
                <a:gd name="connsiteY88" fmla="*/ 960572 h 990000"/>
                <a:gd name="connsiteX89" fmla="*/ 866900 w 2912392"/>
                <a:gd name="connsiteY89" fmla="*/ 955707 h 990000"/>
                <a:gd name="connsiteX90" fmla="*/ 876641 w 2912392"/>
                <a:gd name="connsiteY90" fmla="*/ 950472 h 990000"/>
                <a:gd name="connsiteX91" fmla="*/ 886381 w 2912392"/>
                <a:gd name="connsiteY91" fmla="*/ 944867 h 990000"/>
                <a:gd name="connsiteX92" fmla="*/ 896122 w 2912392"/>
                <a:gd name="connsiteY92" fmla="*/ 938895 h 990000"/>
                <a:gd name="connsiteX93" fmla="*/ 905863 w 2912392"/>
                <a:gd name="connsiteY93" fmla="*/ 932562 h 990000"/>
                <a:gd name="connsiteX94" fmla="*/ 915602 w 2912392"/>
                <a:gd name="connsiteY94" fmla="*/ 925872 h 990000"/>
                <a:gd name="connsiteX95" fmla="*/ 925343 w 2912392"/>
                <a:gd name="connsiteY95" fmla="*/ 918829 h 990000"/>
                <a:gd name="connsiteX96" fmla="*/ 935084 w 2912392"/>
                <a:gd name="connsiteY96" fmla="*/ 911439 h 990000"/>
                <a:gd name="connsiteX97" fmla="*/ 944824 w 2912392"/>
                <a:gd name="connsiteY97" fmla="*/ 903711 h 990000"/>
                <a:gd name="connsiteX98" fmla="*/ 954564 w 2912392"/>
                <a:gd name="connsiteY98" fmla="*/ 895651 h 990000"/>
                <a:gd name="connsiteX99" fmla="*/ 964305 w 2912392"/>
                <a:gd name="connsiteY99" fmla="*/ 887267 h 990000"/>
                <a:gd name="connsiteX100" fmla="*/ 974045 w 2912392"/>
                <a:gd name="connsiteY100" fmla="*/ 878568 h 990000"/>
                <a:gd name="connsiteX101" fmla="*/ 983786 w 2912392"/>
                <a:gd name="connsiteY101" fmla="*/ 869561 h 990000"/>
                <a:gd name="connsiteX102" fmla="*/ 993522 w 2912392"/>
                <a:gd name="connsiteY102" fmla="*/ 860260 h 990000"/>
                <a:gd name="connsiteX103" fmla="*/ 1003266 w 2912392"/>
                <a:gd name="connsiteY103" fmla="*/ 850672 h 990000"/>
                <a:gd name="connsiteX104" fmla="*/ 1013010 w 2912392"/>
                <a:gd name="connsiteY104" fmla="*/ 840811 h 990000"/>
                <a:gd name="connsiteX105" fmla="*/ 1022754 w 2912392"/>
                <a:gd name="connsiteY105" fmla="*/ 830687 h 990000"/>
                <a:gd name="connsiteX106" fmla="*/ 1032483 w 2912392"/>
                <a:gd name="connsiteY106" fmla="*/ 820313 h 990000"/>
                <a:gd name="connsiteX107" fmla="*/ 1042227 w 2912392"/>
                <a:gd name="connsiteY107" fmla="*/ 809700 h 990000"/>
                <a:gd name="connsiteX108" fmla="*/ 1051971 w 2912392"/>
                <a:gd name="connsiteY108" fmla="*/ 798864 h 990000"/>
                <a:gd name="connsiteX109" fmla="*/ 1061715 w 2912392"/>
                <a:gd name="connsiteY109" fmla="*/ 787818 h 990000"/>
                <a:gd name="connsiteX110" fmla="*/ 1071444 w 2912392"/>
                <a:gd name="connsiteY110" fmla="*/ 776575 h 990000"/>
                <a:gd name="connsiteX111" fmla="*/ 1081188 w 2912392"/>
                <a:gd name="connsiteY111" fmla="*/ 765151 h 990000"/>
                <a:gd name="connsiteX112" fmla="*/ 1090932 w 2912392"/>
                <a:gd name="connsiteY112" fmla="*/ 753561 h 990000"/>
                <a:gd name="connsiteX113" fmla="*/ 1100676 w 2912392"/>
                <a:gd name="connsiteY113" fmla="*/ 741820 h 990000"/>
                <a:gd name="connsiteX114" fmla="*/ 1110405 w 2912392"/>
                <a:gd name="connsiteY114" fmla="*/ 729944 h 990000"/>
                <a:gd name="connsiteX115" fmla="*/ 1120149 w 2912392"/>
                <a:gd name="connsiteY115" fmla="*/ 717951 h 990000"/>
                <a:gd name="connsiteX116" fmla="*/ 1129893 w 2912392"/>
                <a:gd name="connsiteY116" fmla="*/ 705854 h 990000"/>
                <a:gd name="connsiteX117" fmla="*/ 1139637 w 2912392"/>
                <a:gd name="connsiteY117" fmla="*/ 693673 h 990000"/>
                <a:gd name="connsiteX118" fmla="*/ 1149381 w 2912392"/>
                <a:gd name="connsiteY118" fmla="*/ 681423 h 990000"/>
                <a:gd name="connsiteX119" fmla="*/ 1159110 w 2912392"/>
                <a:gd name="connsiteY119" fmla="*/ 669122 h 990000"/>
                <a:gd name="connsiteX120" fmla="*/ 1168854 w 2912392"/>
                <a:gd name="connsiteY120" fmla="*/ 656786 h 990000"/>
                <a:gd name="connsiteX121" fmla="*/ 1178598 w 2912392"/>
                <a:gd name="connsiteY121" fmla="*/ 644435 h 990000"/>
                <a:gd name="connsiteX122" fmla="*/ 1188341 w 2912392"/>
                <a:gd name="connsiteY122" fmla="*/ 632083 h 990000"/>
                <a:gd name="connsiteX123" fmla="*/ 1198070 w 2912392"/>
                <a:gd name="connsiteY123" fmla="*/ 619750 h 990000"/>
                <a:gd name="connsiteX124" fmla="*/ 1207814 w 2912392"/>
                <a:gd name="connsiteY124" fmla="*/ 607452 h 990000"/>
                <a:gd name="connsiteX125" fmla="*/ 1217558 w 2912392"/>
                <a:gd name="connsiteY125" fmla="*/ 595207 h 990000"/>
                <a:gd name="connsiteX126" fmla="*/ 1227302 w 2912392"/>
                <a:gd name="connsiteY126" fmla="*/ 583033 h 990000"/>
                <a:gd name="connsiteX127" fmla="*/ 1237031 w 2912392"/>
                <a:gd name="connsiteY127" fmla="*/ 570947 h 990000"/>
                <a:gd name="connsiteX128" fmla="*/ 1246775 w 2912392"/>
                <a:gd name="connsiteY128" fmla="*/ 558964 h 990000"/>
                <a:gd name="connsiteX129" fmla="*/ 1256519 w 2912392"/>
                <a:gd name="connsiteY129" fmla="*/ 547103 h 990000"/>
                <a:gd name="connsiteX130" fmla="*/ 1266263 w 2912392"/>
                <a:gd name="connsiteY130" fmla="*/ 535379 h 990000"/>
                <a:gd name="connsiteX131" fmla="*/ 1276007 w 2912392"/>
                <a:gd name="connsiteY131" fmla="*/ 523809 h 990000"/>
                <a:gd name="connsiteX132" fmla="*/ 1285736 w 2912392"/>
                <a:gd name="connsiteY132" fmla="*/ 512410 h 990000"/>
                <a:gd name="connsiteX133" fmla="*/ 1295480 w 2912392"/>
                <a:gd name="connsiteY133" fmla="*/ 501196 h 990000"/>
                <a:gd name="connsiteX134" fmla="*/ 1305224 w 2912392"/>
                <a:gd name="connsiteY134" fmla="*/ 490182 h 990000"/>
                <a:gd name="connsiteX135" fmla="*/ 1314968 w 2912392"/>
                <a:gd name="connsiteY135" fmla="*/ 479385 h 990000"/>
                <a:gd name="connsiteX136" fmla="*/ 1324697 w 2912392"/>
                <a:gd name="connsiteY136" fmla="*/ 468816 h 990000"/>
                <a:gd name="connsiteX137" fmla="*/ 1334441 w 2912392"/>
                <a:gd name="connsiteY137" fmla="*/ 458491 h 990000"/>
                <a:gd name="connsiteX138" fmla="*/ 1344185 w 2912392"/>
                <a:gd name="connsiteY138" fmla="*/ 448421 h 990000"/>
                <a:gd name="connsiteX139" fmla="*/ 1353929 w 2912392"/>
                <a:gd name="connsiteY139" fmla="*/ 438622 h 990000"/>
                <a:gd name="connsiteX140" fmla="*/ 1363658 w 2912392"/>
                <a:gd name="connsiteY140" fmla="*/ 429101 h 990000"/>
                <a:gd name="connsiteX141" fmla="*/ 1373402 w 2912392"/>
                <a:gd name="connsiteY141" fmla="*/ 419874 h 990000"/>
                <a:gd name="connsiteX142" fmla="*/ 1383146 w 2912392"/>
                <a:gd name="connsiteY142" fmla="*/ 410950 h 990000"/>
                <a:gd name="connsiteX143" fmla="*/ 1392890 w 2912392"/>
                <a:gd name="connsiteY143" fmla="*/ 402337 h 990000"/>
                <a:gd name="connsiteX144" fmla="*/ 1402619 w 2912392"/>
                <a:gd name="connsiteY144" fmla="*/ 394047 h 990000"/>
                <a:gd name="connsiteX145" fmla="*/ 1412363 w 2912392"/>
                <a:gd name="connsiteY145" fmla="*/ 386085 h 990000"/>
                <a:gd name="connsiteX146" fmla="*/ 1422106 w 2912392"/>
                <a:gd name="connsiteY146" fmla="*/ 378462 h 990000"/>
                <a:gd name="connsiteX147" fmla="*/ 1431850 w 2912392"/>
                <a:gd name="connsiteY147" fmla="*/ 371183 h 990000"/>
                <a:gd name="connsiteX148" fmla="*/ 1441594 w 2912392"/>
                <a:gd name="connsiteY148" fmla="*/ 364255 h 990000"/>
                <a:gd name="connsiteX149" fmla="*/ 1451323 w 2912392"/>
                <a:gd name="connsiteY149" fmla="*/ 357681 h 990000"/>
                <a:gd name="connsiteX150" fmla="*/ 1461067 w 2912392"/>
                <a:gd name="connsiteY150" fmla="*/ 351469 h 990000"/>
                <a:gd name="connsiteX151" fmla="*/ 1470811 w 2912392"/>
                <a:gd name="connsiteY151" fmla="*/ 345618 h 990000"/>
                <a:gd name="connsiteX152" fmla="*/ 1480555 w 2912392"/>
                <a:gd name="connsiteY152" fmla="*/ 340132 h 990000"/>
                <a:gd name="connsiteX153" fmla="*/ 1490284 w 2912392"/>
                <a:gd name="connsiteY153" fmla="*/ 335013 h 990000"/>
                <a:gd name="connsiteX154" fmla="*/ 1500028 w 2912392"/>
                <a:gd name="connsiteY154" fmla="*/ 330263 h 990000"/>
                <a:gd name="connsiteX155" fmla="*/ 1509772 w 2912392"/>
                <a:gd name="connsiteY155" fmla="*/ 325878 h 990000"/>
                <a:gd name="connsiteX156" fmla="*/ 1519516 w 2912392"/>
                <a:gd name="connsiteY156" fmla="*/ 321860 h 990000"/>
                <a:gd name="connsiteX157" fmla="*/ 1529245 w 2912392"/>
                <a:gd name="connsiteY157" fmla="*/ 318207 h 990000"/>
                <a:gd name="connsiteX158" fmla="*/ 1538989 w 2912392"/>
                <a:gd name="connsiteY158" fmla="*/ 314914 h 990000"/>
                <a:gd name="connsiteX159" fmla="*/ 1548733 w 2912392"/>
                <a:gd name="connsiteY159" fmla="*/ 311977 h 990000"/>
                <a:gd name="connsiteX160" fmla="*/ 1558477 w 2912392"/>
                <a:gd name="connsiteY160" fmla="*/ 309394 h 990000"/>
                <a:gd name="connsiteX161" fmla="*/ 1568221 w 2912392"/>
                <a:gd name="connsiteY161" fmla="*/ 307156 h 990000"/>
                <a:gd name="connsiteX162" fmla="*/ 1577950 w 2912392"/>
                <a:gd name="connsiteY162" fmla="*/ 305258 h 990000"/>
                <a:gd name="connsiteX163" fmla="*/ 1587694 w 2912392"/>
                <a:gd name="connsiteY163" fmla="*/ 303692 h 990000"/>
                <a:gd name="connsiteX164" fmla="*/ 1597438 w 2912392"/>
                <a:gd name="connsiteY164" fmla="*/ 302451 h 990000"/>
                <a:gd name="connsiteX165" fmla="*/ 1607182 w 2912392"/>
                <a:gd name="connsiteY165" fmla="*/ 301526 h 990000"/>
                <a:gd name="connsiteX166" fmla="*/ 1616911 w 2912392"/>
                <a:gd name="connsiteY166" fmla="*/ 300906 h 990000"/>
                <a:gd name="connsiteX167" fmla="*/ 1626655 w 2912392"/>
                <a:gd name="connsiteY167" fmla="*/ 300580 h 990000"/>
                <a:gd name="connsiteX168" fmla="*/ 1636399 w 2912392"/>
                <a:gd name="connsiteY168" fmla="*/ 300536 h 990000"/>
                <a:gd name="connsiteX169" fmla="*/ 1646142 w 2912392"/>
                <a:gd name="connsiteY169" fmla="*/ 300766 h 990000"/>
                <a:gd name="connsiteX170" fmla="*/ 1655872 w 2912392"/>
                <a:gd name="connsiteY170" fmla="*/ 301253 h 990000"/>
                <a:gd name="connsiteX171" fmla="*/ 1665616 w 2912392"/>
                <a:gd name="connsiteY171" fmla="*/ 301986 h 990000"/>
                <a:gd name="connsiteX172" fmla="*/ 1675359 w 2912392"/>
                <a:gd name="connsiteY172" fmla="*/ 302950 h 990000"/>
                <a:gd name="connsiteX173" fmla="*/ 1685103 w 2912392"/>
                <a:gd name="connsiteY173" fmla="*/ 304131 h 990000"/>
                <a:gd name="connsiteX174" fmla="*/ 1694832 w 2912392"/>
                <a:gd name="connsiteY174" fmla="*/ 305514 h 990000"/>
                <a:gd name="connsiteX175" fmla="*/ 1704576 w 2912392"/>
                <a:gd name="connsiteY175" fmla="*/ 307083 h 990000"/>
                <a:gd name="connsiteX176" fmla="*/ 1714320 w 2912392"/>
                <a:gd name="connsiteY176" fmla="*/ 308823 h 990000"/>
                <a:gd name="connsiteX177" fmla="*/ 1724064 w 2912392"/>
                <a:gd name="connsiteY177" fmla="*/ 310717 h 990000"/>
                <a:gd name="connsiteX178" fmla="*/ 1733808 w 2912392"/>
                <a:gd name="connsiteY178" fmla="*/ 312749 h 990000"/>
                <a:gd name="connsiteX179" fmla="*/ 1743537 w 2912392"/>
                <a:gd name="connsiteY179" fmla="*/ 314900 h 990000"/>
                <a:gd name="connsiteX180" fmla="*/ 1753281 w 2912392"/>
                <a:gd name="connsiteY180" fmla="*/ 317158 h 990000"/>
                <a:gd name="connsiteX181" fmla="*/ 1763025 w 2912392"/>
                <a:gd name="connsiteY181" fmla="*/ 319500 h 990000"/>
                <a:gd name="connsiteX182" fmla="*/ 1772769 w 2912392"/>
                <a:gd name="connsiteY182" fmla="*/ 321912 h 990000"/>
                <a:gd name="connsiteX183" fmla="*/ 1782498 w 2912392"/>
                <a:gd name="connsiteY183" fmla="*/ 324376 h 990000"/>
                <a:gd name="connsiteX184" fmla="*/ 1792242 w 2912392"/>
                <a:gd name="connsiteY184" fmla="*/ 326875 h 990000"/>
                <a:gd name="connsiteX185" fmla="*/ 1801986 w 2912392"/>
                <a:gd name="connsiteY185" fmla="*/ 329388 h 990000"/>
                <a:gd name="connsiteX186" fmla="*/ 1811730 w 2912392"/>
                <a:gd name="connsiteY186" fmla="*/ 331903 h 990000"/>
                <a:gd name="connsiteX187" fmla="*/ 1821459 w 2912392"/>
                <a:gd name="connsiteY187" fmla="*/ 334399 h 990000"/>
                <a:gd name="connsiteX188" fmla="*/ 1831203 w 2912392"/>
                <a:gd name="connsiteY188" fmla="*/ 336860 h 990000"/>
                <a:gd name="connsiteX189" fmla="*/ 1840947 w 2912392"/>
                <a:gd name="connsiteY189" fmla="*/ 339271 h 990000"/>
                <a:gd name="connsiteX190" fmla="*/ 1850691 w 2912392"/>
                <a:gd name="connsiteY190" fmla="*/ 341611 h 990000"/>
                <a:gd name="connsiteX191" fmla="*/ 1860435 w 2912392"/>
                <a:gd name="connsiteY191" fmla="*/ 343869 h 990000"/>
                <a:gd name="connsiteX192" fmla="*/ 1870164 w 2912392"/>
                <a:gd name="connsiteY192" fmla="*/ 346026 h 990000"/>
                <a:gd name="connsiteX193" fmla="*/ 1879908 w 2912392"/>
                <a:gd name="connsiteY193" fmla="*/ 348067 h 990000"/>
                <a:gd name="connsiteX194" fmla="*/ 1889652 w 2912392"/>
                <a:gd name="connsiteY194" fmla="*/ 349979 h 990000"/>
                <a:gd name="connsiteX195" fmla="*/ 1899395 w 2912392"/>
                <a:gd name="connsiteY195" fmla="*/ 351744 h 990000"/>
                <a:gd name="connsiteX196" fmla="*/ 1909124 w 2912392"/>
                <a:gd name="connsiteY196" fmla="*/ 353352 h 990000"/>
                <a:gd name="connsiteX197" fmla="*/ 1918868 w 2912392"/>
                <a:gd name="connsiteY197" fmla="*/ 354788 h 990000"/>
                <a:gd name="connsiteX198" fmla="*/ 1928612 w 2912392"/>
                <a:gd name="connsiteY198" fmla="*/ 356038 h 990000"/>
                <a:gd name="connsiteX199" fmla="*/ 1938356 w 2912392"/>
                <a:gd name="connsiteY199" fmla="*/ 357093 h 990000"/>
                <a:gd name="connsiteX200" fmla="*/ 1948085 w 2912392"/>
                <a:gd name="connsiteY200" fmla="*/ 357941 h 990000"/>
                <a:gd name="connsiteX201" fmla="*/ 1957829 w 2912392"/>
                <a:gd name="connsiteY201" fmla="*/ 358569 h 990000"/>
                <a:gd name="connsiteX202" fmla="*/ 1967573 w 2912392"/>
                <a:gd name="connsiteY202" fmla="*/ 358970 h 990000"/>
                <a:gd name="connsiteX203" fmla="*/ 1977317 w 2912392"/>
                <a:gd name="connsiteY203" fmla="*/ 359134 h 990000"/>
                <a:gd name="connsiteX204" fmla="*/ 1987046 w 2912392"/>
                <a:gd name="connsiteY204" fmla="*/ 359054 h 990000"/>
                <a:gd name="connsiteX205" fmla="*/ 1996790 w 2912392"/>
                <a:gd name="connsiteY205" fmla="*/ 358721 h 990000"/>
                <a:gd name="connsiteX206" fmla="*/ 2006534 w 2912392"/>
                <a:gd name="connsiteY206" fmla="*/ 358130 h 990000"/>
                <a:gd name="connsiteX207" fmla="*/ 2016278 w 2912392"/>
                <a:gd name="connsiteY207" fmla="*/ 357273 h 990000"/>
                <a:gd name="connsiteX208" fmla="*/ 2026022 w 2912392"/>
                <a:gd name="connsiteY208" fmla="*/ 356148 h 990000"/>
                <a:gd name="connsiteX209" fmla="*/ 2035751 w 2912392"/>
                <a:gd name="connsiteY209" fmla="*/ 354751 h 990000"/>
                <a:gd name="connsiteX210" fmla="*/ 2045495 w 2912392"/>
                <a:gd name="connsiteY210" fmla="*/ 353076 h 990000"/>
                <a:gd name="connsiteX211" fmla="*/ 2055239 w 2912392"/>
                <a:gd name="connsiteY211" fmla="*/ 351124 h 990000"/>
                <a:gd name="connsiteX212" fmla="*/ 2064983 w 2912392"/>
                <a:gd name="connsiteY212" fmla="*/ 348892 h 990000"/>
                <a:gd name="connsiteX213" fmla="*/ 2074712 w 2912392"/>
                <a:gd name="connsiteY213" fmla="*/ 346380 h 990000"/>
                <a:gd name="connsiteX214" fmla="*/ 2084456 w 2912392"/>
                <a:gd name="connsiteY214" fmla="*/ 343590 h 990000"/>
                <a:gd name="connsiteX215" fmla="*/ 2094200 w 2912392"/>
                <a:gd name="connsiteY215" fmla="*/ 340519 h 990000"/>
                <a:gd name="connsiteX216" fmla="*/ 2103944 w 2912392"/>
                <a:gd name="connsiteY216" fmla="*/ 337174 h 990000"/>
                <a:gd name="connsiteX217" fmla="*/ 2113673 w 2912392"/>
                <a:gd name="connsiteY217" fmla="*/ 333555 h 990000"/>
                <a:gd name="connsiteX218" fmla="*/ 2123417 w 2912392"/>
                <a:gd name="connsiteY218" fmla="*/ 329668 h 990000"/>
                <a:gd name="connsiteX219" fmla="*/ 2133161 w 2912392"/>
                <a:gd name="connsiteY219" fmla="*/ 325516 h 990000"/>
                <a:gd name="connsiteX220" fmla="*/ 2142905 w 2912392"/>
                <a:gd name="connsiteY220" fmla="*/ 321103 h 990000"/>
                <a:gd name="connsiteX221" fmla="*/ 2152649 w 2912392"/>
                <a:gd name="connsiteY221" fmla="*/ 316438 h 990000"/>
                <a:gd name="connsiteX222" fmla="*/ 2162377 w 2912392"/>
                <a:gd name="connsiteY222" fmla="*/ 311526 h 990000"/>
                <a:gd name="connsiteX223" fmla="*/ 2172121 w 2912392"/>
                <a:gd name="connsiteY223" fmla="*/ 306375 h 990000"/>
                <a:gd name="connsiteX224" fmla="*/ 2181865 w 2912392"/>
                <a:gd name="connsiteY224" fmla="*/ 300994 h 990000"/>
                <a:gd name="connsiteX225" fmla="*/ 2191609 w 2912392"/>
                <a:gd name="connsiteY225" fmla="*/ 295389 h 990000"/>
                <a:gd name="connsiteX226" fmla="*/ 2201338 w 2912392"/>
                <a:gd name="connsiteY226" fmla="*/ 289572 h 990000"/>
                <a:gd name="connsiteX227" fmla="*/ 2211082 w 2912392"/>
                <a:gd name="connsiteY227" fmla="*/ 283551 h 990000"/>
                <a:gd name="connsiteX228" fmla="*/ 2220826 w 2912392"/>
                <a:gd name="connsiteY228" fmla="*/ 277339 h 990000"/>
                <a:gd name="connsiteX229" fmla="*/ 2230570 w 2912392"/>
                <a:gd name="connsiteY229" fmla="*/ 270944 h 990000"/>
                <a:gd name="connsiteX230" fmla="*/ 2240299 w 2912392"/>
                <a:gd name="connsiteY230" fmla="*/ 264380 h 990000"/>
                <a:gd name="connsiteX231" fmla="*/ 2250043 w 2912392"/>
                <a:gd name="connsiteY231" fmla="*/ 257656 h 990000"/>
                <a:gd name="connsiteX232" fmla="*/ 2259787 w 2912392"/>
                <a:gd name="connsiteY232" fmla="*/ 250786 h 990000"/>
                <a:gd name="connsiteX233" fmla="*/ 2269531 w 2912392"/>
                <a:gd name="connsiteY233" fmla="*/ 243783 h 990000"/>
                <a:gd name="connsiteX234" fmla="*/ 2279260 w 2912392"/>
                <a:gd name="connsiteY234" fmla="*/ 236658 h 990000"/>
                <a:gd name="connsiteX235" fmla="*/ 2289004 w 2912392"/>
                <a:gd name="connsiteY235" fmla="*/ 229425 h 990000"/>
                <a:gd name="connsiteX236" fmla="*/ 2298748 w 2912392"/>
                <a:gd name="connsiteY236" fmla="*/ 222098 h 990000"/>
                <a:gd name="connsiteX237" fmla="*/ 2308492 w 2912392"/>
                <a:gd name="connsiteY237" fmla="*/ 214688 h 990000"/>
                <a:gd name="connsiteX238" fmla="*/ 2318236 w 2912392"/>
                <a:gd name="connsiteY238" fmla="*/ 207214 h 990000"/>
                <a:gd name="connsiteX239" fmla="*/ 2327965 w 2912392"/>
                <a:gd name="connsiteY239" fmla="*/ 199684 h 990000"/>
                <a:gd name="connsiteX240" fmla="*/ 2337709 w 2912392"/>
                <a:gd name="connsiteY240" fmla="*/ 192113 h 990000"/>
                <a:gd name="connsiteX241" fmla="*/ 2347453 w 2912392"/>
                <a:gd name="connsiteY241" fmla="*/ 184518 h 990000"/>
                <a:gd name="connsiteX242" fmla="*/ 2357197 w 2912392"/>
                <a:gd name="connsiteY242" fmla="*/ 176911 h 990000"/>
                <a:gd name="connsiteX243" fmla="*/ 2366926 w 2912392"/>
                <a:gd name="connsiteY243" fmla="*/ 169306 h 990000"/>
                <a:gd name="connsiteX244" fmla="*/ 2376670 w 2912392"/>
                <a:gd name="connsiteY244" fmla="*/ 161717 h 990000"/>
                <a:gd name="connsiteX245" fmla="*/ 2386413 w 2912392"/>
                <a:gd name="connsiteY245" fmla="*/ 154157 h 990000"/>
                <a:gd name="connsiteX246" fmla="*/ 2396157 w 2912392"/>
                <a:gd name="connsiteY246" fmla="*/ 146642 h 990000"/>
                <a:gd name="connsiteX247" fmla="*/ 2405886 w 2912392"/>
                <a:gd name="connsiteY247" fmla="*/ 139183 h 990000"/>
                <a:gd name="connsiteX248" fmla="*/ 2415630 w 2912392"/>
                <a:gd name="connsiteY248" fmla="*/ 131796 h 990000"/>
                <a:gd name="connsiteX249" fmla="*/ 2425374 w 2912392"/>
                <a:gd name="connsiteY249" fmla="*/ 124493 h 990000"/>
                <a:gd name="connsiteX250" fmla="*/ 2435118 w 2912392"/>
                <a:gd name="connsiteY250" fmla="*/ 117286 h 990000"/>
                <a:gd name="connsiteX251" fmla="*/ 2444862 w 2912392"/>
                <a:gd name="connsiteY251" fmla="*/ 110191 h 990000"/>
                <a:gd name="connsiteX252" fmla="*/ 2454591 w 2912392"/>
                <a:gd name="connsiteY252" fmla="*/ 103219 h 990000"/>
                <a:gd name="connsiteX253" fmla="*/ 2464335 w 2912392"/>
                <a:gd name="connsiteY253" fmla="*/ 96382 h 990000"/>
                <a:gd name="connsiteX254" fmla="*/ 2474079 w 2912392"/>
                <a:gd name="connsiteY254" fmla="*/ 89693 h 990000"/>
                <a:gd name="connsiteX255" fmla="*/ 2483823 w 2912392"/>
                <a:gd name="connsiteY255" fmla="*/ 83165 h 990000"/>
                <a:gd name="connsiteX256" fmla="*/ 2493552 w 2912392"/>
                <a:gd name="connsiteY256" fmla="*/ 76807 h 990000"/>
                <a:gd name="connsiteX257" fmla="*/ 2503296 w 2912392"/>
                <a:gd name="connsiteY257" fmla="*/ 70632 h 990000"/>
                <a:gd name="connsiteX258" fmla="*/ 2513040 w 2912392"/>
                <a:gd name="connsiteY258" fmla="*/ 64651 h 990000"/>
                <a:gd name="connsiteX259" fmla="*/ 2522784 w 2912392"/>
                <a:gd name="connsiteY259" fmla="*/ 58876 h 990000"/>
                <a:gd name="connsiteX260" fmla="*/ 2532513 w 2912392"/>
                <a:gd name="connsiteY260" fmla="*/ 53316 h 990000"/>
                <a:gd name="connsiteX261" fmla="*/ 2542257 w 2912392"/>
                <a:gd name="connsiteY261" fmla="*/ 47982 h 990000"/>
                <a:gd name="connsiteX262" fmla="*/ 2552001 w 2912392"/>
                <a:gd name="connsiteY262" fmla="*/ 42882 h 990000"/>
                <a:gd name="connsiteX263" fmla="*/ 2561745 w 2912392"/>
                <a:gd name="connsiteY263" fmla="*/ 38028 h 990000"/>
                <a:gd name="connsiteX264" fmla="*/ 2571474 w 2912392"/>
                <a:gd name="connsiteY264" fmla="*/ 33427 h 990000"/>
                <a:gd name="connsiteX265" fmla="*/ 2581218 w 2912392"/>
                <a:gd name="connsiteY265" fmla="*/ 29090 h 990000"/>
                <a:gd name="connsiteX266" fmla="*/ 2590962 w 2912392"/>
                <a:gd name="connsiteY266" fmla="*/ 25023 h 990000"/>
                <a:gd name="connsiteX267" fmla="*/ 2600705 w 2912392"/>
                <a:gd name="connsiteY267" fmla="*/ 21237 h 990000"/>
                <a:gd name="connsiteX268" fmla="*/ 2610449 w 2912392"/>
                <a:gd name="connsiteY268" fmla="*/ 17737 h 990000"/>
                <a:gd name="connsiteX269" fmla="*/ 2620178 w 2912392"/>
                <a:gd name="connsiteY269" fmla="*/ 14531 h 990000"/>
                <a:gd name="connsiteX270" fmla="*/ 2629922 w 2912392"/>
                <a:gd name="connsiteY270" fmla="*/ 11629 h 990000"/>
                <a:gd name="connsiteX271" fmla="*/ 2639666 w 2912392"/>
                <a:gd name="connsiteY271" fmla="*/ 9033 h 990000"/>
                <a:gd name="connsiteX272" fmla="*/ 2649410 w 2912392"/>
                <a:gd name="connsiteY272" fmla="*/ 6754 h 990000"/>
                <a:gd name="connsiteX273" fmla="*/ 2659139 w 2912392"/>
                <a:gd name="connsiteY273" fmla="*/ 4795 h 990000"/>
                <a:gd name="connsiteX274" fmla="*/ 2668883 w 2912392"/>
                <a:gd name="connsiteY274" fmla="*/ 3162 h 990000"/>
                <a:gd name="connsiteX275" fmla="*/ 2678627 w 2912392"/>
                <a:gd name="connsiteY275" fmla="*/ 1861 h 990000"/>
                <a:gd name="connsiteX276" fmla="*/ 2688371 w 2912392"/>
                <a:gd name="connsiteY276" fmla="*/ 897 h 990000"/>
                <a:gd name="connsiteX277" fmla="*/ 2698100 w 2912392"/>
                <a:gd name="connsiteY277" fmla="*/ 276 h 990000"/>
                <a:gd name="connsiteX278" fmla="*/ 2707844 w 2912392"/>
                <a:gd name="connsiteY278" fmla="*/ 0 h 990000"/>
                <a:gd name="connsiteX279" fmla="*/ 2717588 w 2912392"/>
                <a:gd name="connsiteY279" fmla="*/ 75 h 990000"/>
                <a:gd name="connsiteX280" fmla="*/ 2727332 w 2912392"/>
                <a:gd name="connsiteY280" fmla="*/ 502 h 990000"/>
                <a:gd name="connsiteX281" fmla="*/ 2737076 w 2912392"/>
                <a:gd name="connsiteY281" fmla="*/ 1287 h 990000"/>
                <a:gd name="connsiteX282" fmla="*/ 2746805 w 2912392"/>
                <a:gd name="connsiteY282" fmla="*/ 2433 h 990000"/>
                <a:gd name="connsiteX283" fmla="*/ 2756549 w 2912392"/>
                <a:gd name="connsiteY283" fmla="*/ 3941 h 990000"/>
                <a:gd name="connsiteX284" fmla="*/ 2766293 w 2912392"/>
                <a:gd name="connsiteY284" fmla="*/ 5815 h 990000"/>
                <a:gd name="connsiteX285" fmla="*/ 2776037 w 2912392"/>
                <a:gd name="connsiteY285" fmla="*/ 8054 h 990000"/>
                <a:gd name="connsiteX286" fmla="*/ 2785766 w 2912392"/>
                <a:gd name="connsiteY286" fmla="*/ 10663 h 990000"/>
                <a:gd name="connsiteX287" fmla="*/ 2795510 w 2912392"/>
                <a:gd name="connsiteY287" fmla="*/ 13642 h 990000"/>
                <a:gd name="connsiteX288" fmla="*/ 2805254 w 2912392"/>
                <a:gd name="connsiteY288" fmla="*/ 16991 h 990000"/>
                <a:gd name="connsiteX289" fmla="*/ 2814998 w 2912392"/>
                <a:gd name="connsiteY289" fmla="*/ 20710 h 990000"/>
                <a:gd name="connsiteX290" fmla="*/ 2824727 w 2912392"/>
                <a:gd name="connsiteY290" fmla="*/ 24801 h 990000"/>
                <a:gd name="connsiteX291" fmla="*/ 2834471 w 2912392"/>
                <a:gd name="connsiteY291" fmla="*/ 29263 h 990000"/>
                <a:gd name="connsiteX292" fmla="*/ 2844215 w 2912392"/>
                <a:gd name="connsiteY292" fmla="*/ 34096 h 990000"/>
                <a:gd name="connsiteX293" fmla="*/ 2853958 w 2912392"/>
                <a:gd name="connsiteY293" fmla="*/ 39299 h 990000"/>
                <a:gd name="connsiteX294" fmla="*/ 2863687 w 2912392"/>
                <a:gd name="connsiteY294" fmla="*/ 44868 h 990000"/>
                <a:gd name="connsiteX295" fmla="*/ 2873431 w 2912392"/>
                <a:gd name="connsiteY295" fmla="*/ 50806 h 990000"/>
                <a:gd name="connsiteX296" fmla="*/ 2883175 w 2912392"/>
                <a:gd name="connsiteY296" fmla="*/ 57106 h 990000"/>
                <a:gd name="connsiteX297" fmla="*/ 2892919 w 2912392"/>
                <a:gd name="connsiteY297" fmla="*/ 63768 h 990000"/>
                <a:gd name="connsiteX298" fmla="*/ 2902663 w 2912392"/>
                <a:gd name="connsiteY298" fmla="*/ 70790 h 990000"/>
                <a:gd name="connsiteX299" fmla="*/ 2912392 w 2912392"/>
                <a:gd name="connsiteY299" fmla="*/ 78165 h 99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990000">
                  <a:moveTo>
                    <a:pt x="0" y="596055"/>
                  </a:moveTo>
                  <a:lnTo>
                    <a:pt x="9739" y="601199"/>
                  </a:lnTo>
                  <a:lnTo>
                    <a:pt x="19480" y="606399"/>
                  </a:lnTo>
                  <a:lnTo>
                    <a:pt x="29221" y="611651"/>
                  </a:lnTo>
                  <a:lnTo>
                    <a:pt x="38961" y="616958"/>
                  </a:lnTo>
                  <a:lnTo>
                    <a:pt x="48702" y="622320"/>
                  </a:lnTo>
                  <a:lnTo>
                    <a:pt x="58443" y="627734"/>
                  </a:lnTo>
                  <a:lnTo>
                    <a:pt x="68182" y="633205"/>
                  </a:lnTo>
                  <a:lnTo>
                    <a:pt x="77923" y="638730"/>
                  </a:lnTo>
                  <a:lnTo>
                    <a:pt x="87664" y="644308"/>
                  </a:lnTo>
                  <a:lnTo>
                    <a:pt x="97404" y="649943"/>
                  </a:lnTo>
                  <a:lnTo>
                    <a:pt x="107145" y="655631"/>
                  </a:lnTo>
                  <a:lnTo>
                    <a:pt x="116886" y="661375"/>
                  </a:lnTo>
                  <a:lnTo>
                    <a:pt x="126625" y="667172"/>
                  </a:lnTo>
                  <a:lnTo>
                    <a:pt x="136366" y="673024"/>
                  </a:lnTo>
                  <a:lnTo>
                    <a:pt x="146107" y="678930"/>
                  </a:lnTo>
                  <a:lnTo>
                    <a:pt x="155846" y="684890"/>
                  </a:lnTo>
                  <a:lnTo>
                    <a:pt x="165587" y="690902"/>
                  </a:lnTo>
                  <a:lnTo>
                    <a:pt x="175328" y="696967"/>
                  </a:lnTo>
                  <a:lnTo>
                    <a:pt x="185068" y="703083"/>
                  </a:lnTo>
                  <a:lnTo>
                    <a:pt x="194809" y="709250"/>
                  </a:lnTo>
                  <a:lnTo>
                    <a:pt x="204550" y="715466"/>
                  </a:lnTo>
                  <a:lnTo>
                    <a:pt x="214289" y="721729"/>
                  </a:lnTo>
                  <a:lnTo>
                    <a:pt x="224030" y="728039"/>
                  </a:lnTo>
                  <a:lnTo>
                    <a:pt x="233771" y="734393"/>
                  </a:lnTo>
                  <a:lnTo>
                    <a:pt x="243510" y="740791"/>
                  </a:lnTo>
                  <a:lnTo>
                    <a:pt x="253251" y="747227"/>
                  </a:lnTo>
                  <a:lnTo>
                    <a:pt x="262992" y="753702"/>
                  </a:lnTo>
                  <a:lnTo>
                    <a:pt x="272732" y="760212"/>
                  </a:lnTo>
                  <a:lnTo>
                    <a:pt x="282473" y="766752"/>
                  </a:lnTo>
                  <a:lnTo>
                    <a:pt x="292214" y="773321"/>
                  </a:lnTo>
                  <a:lnTo>
                    <a:pt x="301953" y="779916"/>
                  </a:lnTo>
                  <a:lnTo>
                    <a:pt x="311694" y="786531"/>
                  </a:lnTo>
                  <a:lnTo>
                    <a:pt x="321435" y="793161"/>
                  </a:lnTo>
                  <a:lnTo>
                    <a:pt x="331175" y="799804"/>
                  </a:lnTo>
                  <a:lnTo>
                    <a:pt x="340916" y="806455"/>
                  </a:lnTo>
                  <a:lnTo>
                    <a:pt x="350656" y="813107"/>
                  </a:lnTo>
                  <a:lnTo>
                    <a:pt x="360396" y="819757"/>
                  </a:lnTo>
                  <a:lnTo>
                    <a:pt x="370137" y="826396"/>
                  </a:lnTo>
                  <a:lnTo>
                    <a:pt x="379878" y="833020"/>
                  </a:lnTo>
                  <a:lnTo>
                    <a:pt x="389617" y="839622"/>
                  </a:lnTo>
                  <a:lnTo>
                    <a:pt x="399358" y="846195"/>
                  </a:lnTo>
                  <a:lnTo>
                    <a:pt x="409099" y="852733"/>
                  </a:lnTo>
                  <a:lnTo>
                    <a:pt x="418839" y="859227"/>
                  </a:lnTo>
                  <a:lnTo>
                    <a:pt x="428580" y="865671"/>
                  </a:lnTo>
                  <a:lnTo>
                    <a:pt x="438321" y="872055"/>
                  </a:lnTo>
                  <a:lnTo>
                    <a:pt x="448060" y="878374"/>
                  </a:lnTo>
                  <a:lnTo>
                    <a:pt x="457801" y="884617"/>
                  </a:lnTo>
                  <a:lnTo>
                    <a:pt x="467542" y="890776"/>
                  </a:lnTo>
                  <a:lnTo>
                    <a:pt x="477281" y="896841"/>
                  </a:lnTo>
                  <a:lnTo>
                    <a:pt x="487022" y="902804"/>
                  </a:lnTo>
                  <a:lnTo>
                    <a:pt x="496763" y="908656"/>
                  </a:lnTo>
                  <a:lnTo>
                    <a:pt x="506503" y="914388"/>
                  </a:lnTo>
                  <a:lnTo>
                    <a:pt x="516244" y="919987"/>
                  </a:lnTo>
                  <a:lnTo>
                    <a:pt x="525985" y="925447"/>
                  </a:lnTo>
                  <a:lnTo>
                    <a:pt x="535724" y="930756"/>
                  </a:lnTo>
                  <a:lnTo>
                    <a:pt x="545465" y="935903"/>
                  </a:lnTo>
                  <a:lnTo>
                    <a:pt x="555206" y="940881"/>
                  </a:lnTo>
                  <a:lnTo>
                    <a:pt x="564946" y="945679"/>
                  </a:lnTo>
                  <a:lnTo>
                    <a:pt x="574687" y="950284"/>
                  </a:lnTo>
                  <a:lnTo>
                    <a:pt x="584428" y="954688"/>
                  </a:lnTo>
                  <a:lnTo>
                    <a:pt x="594167" y="958881"/>
                  </a:lnTo>
                  <a:lnTo>
                    <a:pt x="603908" y="962851"/>
                  </a:lnTo>
                  <a:lnTo>
                    <a:pt x="613649" y="966591"/>
                  </a:lnTo>
                  <a:lnTo>
                    <a:pt x="623388" y="970089"/>
                  </a:lnTo>
                  <a:lnTo>
                    <a:pt x="633129" y="973336"/>
                  </a:lnTo>
                  <a:lnTo>
                    <a:pt x="642870" y="976321"/>
                  </a:lnTo>
                  <a:lnTo>
                    <a:pt x="652610" y="979037"/>
                  </a:lnTo>
                  <a:lnTo>
                    <a:pt x="662351" y="981473"/>
                  </a:lnTo>
                  <a:lnTo>
                    <a:pt x="672092" y="983622"/>
                  </a:lnTo>
                  <a:lnTo>
                    <a:pt x="681831" y="985471"/>
                  </a:lnTo>
                  <a:lnTo>
                    <a:pt x="691572" y="987020"/>
                  </a:lnTo>
                  <a:lnTo>
                    <a:pt x="701313" y="988257"/>
                  </a:lnTo>
                  <a:lnTo>
                    <a:pt x="711052" y="989166"/>
                  </a:lnTo>
                  <a:lnTo>
                    <a:pt x="720793" y="989747"/>
                  </a:lnTo>
                  <a:lnTo>
                    <a:pt x="730534" y="990000"/>
                  </a:lnTo>
                  <a:lnTo>
                    <a:pt x="740274" y="989896"/>
                  </a:lnTo>
                  <a:lnTo>
                    <a:pt x="750015" y="989464"/>
                  </a:lnTo>
                  <a:lnTo>
                    <a:pt x="759756" y="988674"/>
                  </a:lnTo>
                  <a:lnTo>
                    <a:pt x="769495" y="987527"/>
                  </a:lnTo>
                  <a:lnTo>
                    <a:pt x="779236" y="986007"/>
                  </a:lnTo>
                  <a:lnTo>
                    <a:pt x="788977" y="984133"/>
                  </a:lnTo>
                  <a:lnTo>
                    <a:pt x="798717" y="981888"/>
                  </a:lnTo>
                  <a:lnTo>
                    <a:pt x="808458" y="979271"/>
                  </a:lnTo>
                  <a:lnTo>
                    <a:pt x="818199" y="976283"/>
                  </a:lnTo>
                  <a:lnTo>
                    <a:pt x="827938" y="972917"/>
                  </a:lnTo>
                  <a:lnTo>
                    <a:pt x="837679" y="969177"/>
                  </a:lnTo>
                  <a:lnTo>
                    <a:pt x="847420" y="965062"/>
                  </a:lnTo>
                  <a:lnTo>
                    <a:pt x="857159" y="960572"/>
                  </a:lnTo>
                  <a:lnTo>
                    <a:pt x="866900" y="955707"/>
                  </a:lnTo>
                  <a:lnTo>
                    <a:pt x="876641" y="950472"/>
                  </a:lnTo>
                  <a:lnTo>
                    <a:pt x="886381" y="944867"/>
                  </a:lnTo>
                  <a:lnTo>
                    <a:pt x="896122" y="938895"/>
                  </a:lnTo>
                  <a:lnTo>
                    <a:pt x="905863" y="932562"/>
                  </a:lnTo>
                  <a:lnTo>
                    <a:pt x="915602" y="925872"/>
                  </a:lnTo>
                  <a:lnTo>
                    <a:pt x="925343" y="918829"/>
                  </a:lnTo>
                  <a:lnTo>
                    <a:pt x="935084" y="911439"/>
                  </a:lnTo>
                  <a:lnTo>
                    <a:pt x="944824" y="903711"/>
                  </a:lnTo>
                  <a:lnTo>
                    <a:pt x="954564" y="895651"/>
                  </a:lnTo>
                  <a:lnTo>
                    <a:pt x="964305" y="887267"/>
                  </a:lnTo>
                  <a:lnTo>
                    <a:pt x="974045" y="878568"/>
                  </a:lnTo>
                  <a:lnTo>
                    <a:pt x="983786" y="869561"/>
                  </a:lnTo>
                  <a:lnTo>
                    <a:pt x="993522" y="860260"/>
                  </a:lnTo>
                  <a:lnTo>
                    <a:pt x="1003266" y="850672"/>
                  </a:lnTo>
                  <a:lnTo>
                    <a:pt x="1013010" y="840811"/>
                  </a:lnTo>
                  <a:lnTo>
                    <a:pt x="1022754" y="830687"/>
                  </a:lnTo>
                  <a:lnTo>
                    <a:pt x="1032483" y="820313"/>
                  </a:lnTo>
                  <a:lnTo>
                    <a:pt x="1042227" y="809700"/>
                  </a:lnTo>
                  <a:lnTo>
                    <a:pt x="1051971" y="798864"/>
                  </a:lnTo>
                  <a:lnTo>
                    <a:pt x="1061715" y="787818"/>
                  </a:lnTo>
                  <a:lnTo>
                    <a:pt x="1071444" y="776575"/>
                  </a:lnTo>
                  <a:lnTo>
                    <a:pt x="1081188" y="765151"/>
                  </a:lnTo>
                  <a:lnTo>
                    <a:pt x="1090932" y="753561"/>
                  </a:lnTo>
                  <a:lnTo>
                    <a:pt x="1100676" y="741820"/>
                  </a:lnTo>
                  <a:lnTo>
                    <a:pt x="1110405" y="729944"/>
                  </a:lnTo>
                  <a:lnTo>
                    <a:pt x="1120149" y="717951"/>
                  </a:lnTo>
                  <a:lnTo>
                    <a:pt x="1129893" y="705854"/>
                  </a:lnTo>
                  <a:lnTo>
                    <a:pt x="1139637" y="693673"/>
                  </a:lnTo>
                  <a:lnTo>
                    <a:pt x="1149381" y="681423"/>
                  </a:lnTo>
                  <a:lnTo>
                    <a:pt x="1159110" y="669122"/>
                  </a:lnTo>
                  <a:lnTo>
                    <a:pt x="1168854" y="656786"/>
                  </a:lnTo>
                  <a:lnTo>
                    <a:pt x="1178598" y="644435"/>
                  </a:lnTo>
                  <a:lnTo>
                    <a:pt x="1188341" y="632083"/>
                  </a:lnTo>
                  <a:lnTo>
                    <a:pt x="1198070" y="619750"/>
                  </a:lnTo>
                  <a:lnTo>
                    <a:pt x="1207814" y="607452"/>
                  </a:lnTo>
                  <a:lnTo>
                    <a:pt x="1217558" y="595207"/>
                  </a:lnTo>
                  <a:lnTo>
                    <a:pt x="1227302" y="583033"/>
                  </a:lnTo>
                  <a:lnTo>
                    <a:pt x="1237031" y="570947"/>
                  </a:lnTo>
                  <a:lnTo>
                    <a:pt x="1246775" y="558964"/>
                  </a:lnTo>
                  <a:lnTo>
                    <a:pt x="1256519" y="547103"/>
                  </a:lnTo>
                  <a:lnTo>
                    <a:pt x="1266263" y="535379"/>
                  </a:lnTo>
                  <a:lnTo>
                    <a:pt x="1276007" y="523809"/>
                  </a:lnTo>
                  <a:lnTo>
                    <a:pt x="1285736" y="512410"/>
                  </a:lnTo>
                  <a:lnTo>
                    <a:pt x="1295480" y="501196"/>
                  </a:lnTo>
                  <a:lnTo>
                    <a:pt x="1305224" y="490182"/>
                  </a:lnTo>
                  <a:lnTo>
                    <a:pt x="1314968" y="479385"/>
                  </a:lnTo>
                  <a:lnTo>
                    <a:pt x="1324697" y="468816"/>
                  </a:lnTo>
                  <a:lnTo>
                    <a:pt x="1334441" y="458491"/>
                  </a:lnTo>
                  <a:lnTo>
                    <a:pt x="1344185" y="448421"/>
                  </a:lnTo>
                  <a:lnTo>
                    <a:pt x="1353929" y="438622"/>
                  </a:lnTo>
                  <a:lnTo>
                    <a:pt x="1363658" y="429101"/>
                  </a:lnTo>
                  <a:lnTo>
                    <a:pt x="1373402" y="419874"/>
                  </a:lnTo>
                  <a:lnTo>
                    <a:pt x="1383146" y="410950"/>
                  </a:lnTo>
                  <a:lnTo>
                    <a:pt x="1392890" y="402337"/>
                  </a:lnTo>
                  <a:lnTo>
                    <a:pt x="1402619" y="394047"/>
                  </a:lnTo>
                  <a:lnTo>
                    <a:pt x="1412363" y="386085"/>
                  </a:lnTo>
                  <a:lnTo>
                    <a:pt x="1422106" y="378462"/>
                  </a:lnTo>
                  <a:lnTo>
                    <a:pt x="1431850" y="371183"/>
                  </a:lnTo>
                  <a:lnTo>
                    <a:pt x="1441594" y="364255"/>
                  </a:lnTo>
                  <a:lnTo>
                    <a:pt x="1451323" y="357681"/>
                  </a:lnTo>
                  <a:lnTo>
                    <a:pt x="1461067" y="351469"/>
                  </a:lnTo>
                  <a:lnTo>
                    <a:pt x="1470811" y="345618"/>
                  </a:lnTo>
                  <a:lnTo>
                    <a:pt x="1480555" y="340132"/>
                  </a:lnTo>
                  <a:lnTo>
                    <a:pt x="1490284" y="335013"/>
                  </a:lnTo>
                  <a:lnTo>
                    <a:pt x="1500028" y="330263"/>
                  </a:lnTo>
                  <a:lnTo>
                    <a:pt x="1509772" y="325878"/>
                  </a:lnTo>
                  <a:lnTo>
                    <a:pt x="1519516" y="321860"/>
                  </a:lnTo>
                  <a:lnTo>
                    <a:pt x="1529245" y="318207"/>
                  </a:lnTo>
                  <a:lnTo>
                    <a:pt x="1538989" y="314914"/>
                  </a:lnTo>
                  <a:lnTo>
                    <a:pt x="1548733" y="311977"/>
                  </a:lnTo>
                  <a:lnTo>
                    <a:pt x="1558477" y="309394"/>
                  </a:lnTo>
                  <a:lnTo>
                    <a:pt x="1568221" y="307156"/>
                  </a:lnTo>
                  <a:lnTo>
                    <a:pt x="1577950" y="305258"/>
                  </a:lnTo>
                  <a:lnTo>
                    <a:pt x="1587694" y="303692"/>
                  </a:lnTo>
                  <a:lnTo>
                    <a:pt x="1597438" y="302451"/>
                  </a:lnTo>
                  <a:lnTo>
                    <a:pt x="1607182" y="301526"/>
                  </a:lnTo>
                  <a:lnTo>
                    <a:pt x="1616911" y="300906"/>
                  </a:lnTo>
                  <a:lnTo>
                    <a:pt x="1626655" y="300580"/>
                  </a:lnTo>
                  <a:lnTo>
                    <a:pt x="1636399" y="300536"/>
                  </a:lnTo>
                  <a:lnTo>
                    <a:pt x="1646142" y="300766"/>
                  </a:lnTo>
                  <a:lnTo>
                    <a:pt x="1655872" y="301253"/>
                  </a:lnTo>
                  <a:lnTo>
                    <a:pt x="1665616" y="301986"/>
                  </a:lnTo>
                  <a:lnTo>
                    <a:pt x="1675359" y="302950"/>
                  </a:lnTo>
                  <a:lnTo>
                    <a:pt x="1685103" y="304131"/>
                  </a:lnTo>
                  <a:lnTo>
                    <a:pt x="1694832" y="305514"/>
                  </a:lnTo>
                  <a:lnTo>
                    <a:pt x="1704576" y="307083"/>
                  </a:lnTo>
                  <a:lnTo>
                    <a:pt x="1714320" y="308823"/>
                  </a:lnTo>
                  <a:lnTo>
                    <a:pt x="1724064" y="310717"/>
                  </a:lnTo>
                  <a:lnTo>
                    <a:pt x="1733808" y="312749"/>
                  </a:lnTo>
                  <a:lnTo>
                    <a:pt x="1743537" y="314900"/>
                  </a:lnTo>
                  <a:lnTo>
                    <a:pt x="1753281" y="317158"/>
                  </a:lnTo>
                  <a:lnTo>
                    <a:pt x="1763025" y="319500"/>
                  </a:lnTo>
                  <a:lnTo>
                    <a:pt x="1772769" y="321912"/>
                  </a:lnTo>
                  <a:lnTo>
                    <a:pt x="1782498" y="324376"/>
                  </a:lnTo>
                  <a:lnTo>
                    <a:pt x="1792242" y="326875"/>
                  </a:lnTo>
                  <a:lnTo>
                    <a:pt x="1801986" y="329388"/>
                  </a:lnTo>
                  <a:lnTo>
                    <a:pt x="1811730" y="331903"/>
                  </a:lnTo>
                  <a:lnTo>
                    <a:pt x="1821459" y="334399"/>
                  </a:lnTo>
                  <a:lnTo>
                    <a:pt x="1831203" y="336860"/>
                  </a:lnTo>
                  <a:lnTo>
                    <a:pt x="1840947" y="339271"/>
                  </a:lnTo>
                  <a:lnTo>
                    <a:pt x="1850691" y="341611"/>
                  </a:lnTo>
                  <a:lnTo>
                    <a:pt x="1860435" y="343869"/>
                  </a:lnTo>
                  <a:lnTo>
                    <a:pt x="1870164" y="346026"/>
                  </a:lnTo>
                  <a:lnTo>
                    <a:pt x="1879908" y="348067"/>
                  </a:lnTo>
                  <a:lnTo>
                    <a:pt x="1889652" y="349979"/>
                  </a:lnTo>
                  <a:lnTo>
                    <a:pt x="1899395" y="351744"/>
                  </a:lnTo>
                  <a:lnTo>
                    <a:pt x="1909124" y="353352"/>
                  </a:lnTo>
                  <a:lnTo>
                    <a:pt x="1918868" y="354788"/>
                  </a:lnTo>
                  <a:lnTo>
                    <a:pt x="1928612" y="356038"/>
                  </a:lnTo>
                  <a:lnTo>
                    <a:pt x="1938356" y="357093"/>
                  </a:lnTo>
                  <a:lnTo>
                    <a:pt x="1948085" y="357941"/>
                  </a:lnTo>
                  <a:lnTo>
                    <a:pt x="1957829" y="358569"/>
                  </a:lnTo>
                  <a:lnTo>
                    <a:pt x="1967573" y="358970"/>
                  </a:lnTo>
                  <a:lnTo>
                    <a:pt x="1977317" y="359134"/>
                  </a:lnTo>
                  <a:lnTo>
                    <a:pt x="1987046" y="359054"/>
                  </a:lnTo>
                  <a:lnTo>
                    <a:pt x="1996790" y="358721"/>
                  </a:lnTo>
                  <a:lnTo>
                    <a:pt x="2006534" y="358130"/>
                  </a:lnTo>
                  <a:lnTo>
                    <a:pt x="2016278" y="357273"/>
                  </a:lnTo>
                  <a:lnTo>
                    <a:pt x="2026022" y="356148"/>
                  </a:lnTo>
                  <a:lnTo>
                    <a:pt x="2035751" y="354751"/>
                  </a:lnTo>
                  <a:lnTo>
                    <a:pt x="2045495" y="353076"/>
                  </a:lnTo>
                  <a:lnTo>
                    <a:pt x="2055239" y="351124"/>
                  </a:lnTo>
                  <a:lnTo>
                    <a:pt x="2064983" y="348892"/>
                  </a:lnTo>
                  <a:lnTo>
                    <a:pt x="2074712" y="346380"/>
                  </a:lnTo>
                  <a:lnTo>
                    <a:pt x="2084456" y="343590"/>
                  </a:lnTo>
                  <a:lnTo>
                    <a:pt x="2094200" y="340519"/>
                  </a:lnTo>
                  <a:lnTo>
                    <a:pt x="2103944" y="337174"/>
                  </a:lnTo>
                  <a:lnTo>
                    <a:pt x="2113673" y="333555"/>
                  </a:lnTo>
                  <a:lnTo>
                    <a:pt x="2123417" y="329668"/>
                  </a:lnTo>
                  <a:lnTo>
                    <a:pt x="2133161" y="325516"/>
                  </a:lnTo>
                  <a:lnTo>
                    <a:pt x="2142905" y="321103"/>
                  </a:lnTo>
                  <a:lnTo>
                    <a:pt x="2152649" y="316438"/>
                  </a:lnTo>
                  <a:lnTo>
                    <a:pt x="2162377" y="311526"/>
                  </a:lnTo>
                  <a:lnTo>
                    <a:pt x="2172121" y="306375"/>
                  </a:lnTo>
                  <a:lnTo>
                    <a:pt x="2181865" y="300994"/>
                  </a:lnTo>
                  <a:lnTo>
                    <a:pt x="2191609" y="295389"/>
                  </a:lnTo>
                  <a:lnTo>
                    <a:pt x="2201338" y="289572"/>
                  </a:lnTo>
                  <a:lnTo>
                    <a:pt x="2211082" y="283551"/>
                  </a:lnTo>
                  <a:lnTo>
                    <a:pt x="2220826" y="277339"/>
                  </a:lnTo>
                  <a:lnTo>
                    <a:pt x="2230570" y="270944"/>
                  </a:lnTo>
                  <a:lnTo>
                    <a:pt x="2240299" y="264380"/>
                  </a:lnTo>
                  <a:lnTo>
                    <a:pt x="2250043" y="257656"/>
                  </a:lnTo>
                  <a:lnTo>
                    <a:pt x="2259787" y="250786"/>
                  </a:lnTo>
                  <a:lnTo>
                    <a:pt x="2269531" y="243783"/>
                  </a:lnTo>
                  <a:lnTo>
                    <a:pt x="2279260" y="236658"/>
                  </a:lnTo>
                  <a:lnTo>
                    <a:pt x="2289004" y="229425"/>
                  </a:lnTo>
                  <a:lnTo>
                    <a:pt x="2298748" y="222098"/>
                  </a:lnTo>
                  <a:lnTo>
                    <a:pt x="2308492" y="214688"/>
                  </a:lnTo>
                  <a:lnTo>
                    <a:pt x="2318236" y="207214"/>
                  </a:lnTo>
                  <a:lnTo>
                    <a:pt x="2327965" y="199684"/>
                  </a:lnTo>
                  <a:lnTo>
                    <a:pt x="2337709" y="192113"/>
                  </a:lnTo>
                  <a:lnTo>
                    <a:pt x="2347453" y="184518"/>
                  </a:lnTo>
                  <a:lnTo>
                    <a:pt x="2357197" y="176911"/>
                  </a:lnTo>
                  <a:lnTo>
                    <a:pt x="2366926" y="169306"/>
                  </a:lnTo>
                  <a:lnTo>
                    <a:pt x="2376670" y="161717"/>
                  </a:lnTo>
                  <a:lnTo>
                    <a:pt x="2386413" y="154157"/>
                  </a:lnTo>
                  <a:lnTo>
                    <a:pt x="2396157" y="146642"/>
                  </a:lnTo>
                  <a:lnTo>
                    <a:pt x="2405886" y="139183"/>
                  </a:lnTo>
                  <a:lnTo>
                    <a:pt x="2415630" y="131796"/>
                  </a:lnTo>
                  <a:lnTo>
                    <a:pt x="2425374" y="124493"/>
                  </a:lnTo>
                  <a:lnTo>
                    <a:pt x="2435118" y="117286"/>
                  </a:lnTo>
                  <a:lnTo>
                    <a:pt x="2444862" y="110191"/>
                  </a:lnTo>
                  <a:lnTo>
                    <a:pt x="2454591" y="103219"/>
                  </a:lnTo>
                  <a:lnTo>
                    <a:pt x="2464335" y="96382"/>
                  </a:lnTo>
                  <a:lnTo>
                    <a:pt x="2474079" y="89693"/>
                  </a:lnTo>
                  <a:lnTo>
                    <a:pt x="2483823" y="83165"/>
                  </a:lnTo>
                  <a:lnTo>
                    <a:pt x="2493552" y="76807"/>
                  </a:lnTo>
                  <a:lnTo>
                    <a:pt x="2503296" y="70632"/>
                  </a:lnTo>
                  <a:lnTo>
                    <a:pt x="2513040" y="64651"/>
                  </a:lnTo>
                  <a:lnTo>
                    <a:pt x="2522784" y="58876"/>
                  </a:lnTo>
                  <a:lnTo>
                    <a:pt x="2532513" y="53316"/>
                  </a:lnTo>
                  <a:lnTo>
                    <a:pt x="2542257" y="47982"/>
                  </a:lnTo>
                  <a:lnTo>
                    <a:pt x="2552001" y="42882"/>
                  </a:lnTo>
                  <a:lnTo>
                    <a:pt x="2561745" y="38028"/>
                  </a:lnTo>
                  <a:lnTo>
                    <a:pt x="2571474" y="33427"/>
                  </a:lnTo>
                  <a:lnTo>
                    <a:pt x="2581218" y="29090"/>
                  </a:lnTo>
                  <a:lnTo>
                    <a:pt x="2590962" y="25023"/>
                  </a:lnTo>
                  <a:lnTo>
                    <a:pt x="2600705" y="21237"/>
                  </a:lnTo>
                  <a:lnTo>
                    <a:pt x="2610449" y="17737"/>
                  </a:lnTo>
                  <a:lnTo>
                    <a:pt x="2620178" y="14531"/>
                  </a:lnTo>
                  <a:lnTo>
                    <a:pt x="2629922" y="11629"/>
                  </a:lnTo>
                  <a:lnTo>
                    <a:pt x="2639666" y="9033"/>
                  </a:lnTo>
                  <a:lnTo>
                    <a:pt x="2649410" y="6754"/>
                  </a:lnTo>
                  <a:lnTo>
                    <a:pt x="2659139" y="4795"/>
                  </a:lnTo>
                  <a:lnTo>
                    <a:pt x="2668883" y="3162"/>
                  </a:lnTo>
                  <a:lnTo>
                    <a:pt x="2678627" y="1861"/>
                  </a:lnTo>
                  <a:lnTo>
                    <a:pt x="2688371" y="897"/>
                  </a:lnTo>
                  <a:lnTo>
                    <a:pt x="2698100" y="276"/>
                  </a:lnTo>
                  <a:lnTo>
                    <a:pt x="2707844" y="0"/>
                  </a:lnTo>
                  <a:lnTo>
                    <a:pt x="2717588" y="75"/>
                  </a:lnTo>
                  <a:lnTo>
                    <a:pt x="2727332" y="502"/>
                  </a:lnTo>
                  <a:lnTo>
                    <a:pt x="2737076" y="1287"/>
                  </a:lnTo>
                  <a:lnTo>
                    <a:pt x="2746805" y="2433"/>
                  </a:lnTo>
                  <a:lnTo>
                    <a:pt x="2756549" y="3941"/>
                  </a:lnTo>
                  <a:lnTo>
                    <a:pt x="2766293" y="5815"/>
                  </a:lnTo>
                  <a:lnTo>
                    <a:pt x="2776037" y="8054"/>
                  </a:lnTo>
                  <a:lnTo>
                    <a:pt x="2785766" y="10663"/>
                  </a:lnTo>
                  <a:lnTo>
                    <a:pt x="2795510" y="13642"/>
                  </a:lnTo>
                  <a:lnTo>
                    <a:pt x="2805254" y="16991"/>
                  </a:lnTo>
                  <a:lnTo>
                    <a:pt x="2814998" y="20710"/>
                  </a:lnTo>
                  <a:lnTo>
                    <a:pt x="2824727" y="24801"/>
                  </a:lnTo>
                  <a:lnTo>
                    <a:pt x="2834471" y="29263"/>
                  </a:lnTo>
                  <a:lnTo>
                    <a:pt x="2844215" y="34096"/>
                  </a:lnTo>
                  <a:lnTo>
                    <a:pt x="2853958" y="39299"/>
                  </a:lnTo>
                  <a:lnTo>
                    <a:pt x="2863687" y="44868"/>
                  </a:lnTo>
                  <a:lnTo>
                    <a:pt x="2873431" y="50806"/>
                  </a:lnTo>
                  <a:lnTo>
                    <a:pt x="2883175" y="57106"/>
                  </a:lnTo>
                  <a:lnTo>
                    <a:pt x="2892919" y="63768"/>
                  </a:lnTo>
                  <a:lnTo>
                    <a:pt x="2902663" y="70790"/>
                  </a:lnTo>
                  <a:lnTo>
                    <a:pt x="2912392" y="7816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1" name="Freeform 640">
              <a:extLst>
                <a:ext uri="{FF2B5EF4-FFF2-40B4-BE49-F238E27FC236}">
                  <a16:creationId xmlns:a16="http://schemas.microsoft.com/office/drawing/2014/main" id="{B7D485CD-9F1B-11D8-1AB9-C96C27349432}"/>
                </a:ext>
              </a:extLst>
            </p:cNvPr>
            <p:cNvSpPr/>
            <p:nvPr/>
          </p:nvSpPr>
          <p:spPr>
            <a:xfrm>
              <a:off x="576446" y="3304672"/>
              <a:ext cx="2912392" cy="673407"/>
            </a:xfrm>
            <a:custGeom>
              <a:avLst/>
              <a:gdLst>
                <a:gd name="connsiteX0" fmla="*/ 0 w 2912392"/>
                <a:gd name="connsiteY0" fmla="*/ 553825 h 673407"/>
                <a:gd name="connsiteX1" fmla="*/ 9739 w 2912392"/>
                <a:gd name="connsiteY1" fmla="*/ 558031 h 673407"/>
                <a:gd name="connsiteX2" fmla="*/ 19480 w 2912392"/>
                <a:gd name="connsiteY2" fmla="*/ 562244 h 673407"/>
                <a:gd name="connsiteX3" fmla="*/ 29221 w 2912392"/>
                <a:gd name="connsiteY3" fmla="*/ 566462 h 673407"/>
                <a:gd name="connsiteX4" fmla="*/ 38961 w 2912392"/>
                <a:gd name="connsiteY4" fmla="*/ 570676 h 673407"/>
                <a:gd name="connsiteX5" fmla="*/ 48702 w 2912392"/>
                <a:gd name="connsiteY5" fmla="*/ 574880 h 673407"/>
                <a:gd name="connsiteX6" fmla="*/ 58443 w 2912392"/>
                <a:gd name="connsiteY6" fmla="*/ 579068 h 673407"/>
                <a:gd name="connsiteX7" fmla="*/ 68182 w 2912392"/>
                <a:gd name="connsiteY7" fmla="*/ 583236 h 673407"/>
                <a:gd name="connsiteX8" fmla="*/ 77923 w 2912392"/>
                <a:gd name="connsiteY8" fmla="*/ 587375 h 673407"/>
                <a:gd name="connsiteX9" fmla="*/ 87664 w 2912392"/>
                <a:gd name="connsiteY9" fmla="*/ 591479 h 673407"/>
                <a:gd name="connsiteX10" fmla="*/ 97404 w 2912392"/>
                <a:gd name="connsiteY10" fmla="*/ 595542 h 673407"/>
                <a:gd name="connsiteX11" fmla="*/ 107145 w 2912392"/>
                <a:gd name="connsiteY11" fmla="*/ 599559 h 673407"/>
                <a:gd name="connsiteX12" fmla="*/ 116886 w 2912392"/>
                <a:gd name="connsiteY12" fmla="*/ 603524 h 673407"/>
                <a:gd name="connsiteX13" fmla="*/ 126625 w 2912392"/>
                <a:gd name="connsiteY13" fmla="*/ 607429 h 673407"/>
                <a:gd name="connsiteX14" fmla="*/ 136366 w 2912392"/>
                <a:gd name="connsiteY14" fmla="*/ 611268 h 673407"/>
                <a:gd name="connsiteX15" fmla="*/ 146107 w 2912392"/>
                <a:gd name="connsiteY15" fmla="*/ 615038 h 673407"/>
                <a:gd name="connsiteX16" fmla="*/ 155846 w 2912392"/>
                <a:gd name="connsiteY16" fmla="*/ 618728 h 673407"/>
                <a:gd name="connsiteX17" fmla="*/ 165587 w 2912392"/>
                <a:gd name="connsiteY17" fmla="*/ 622338 h 673407"/>
                <a:gd name="connsiteX18" fmla="*/ 175328 w 2912392"/>
                <a:gd name="connsiteY18" fmla="*/ 625859 h 673407"/>
                <a:gd name="connsiteX19" fmla="*/ 185068 w 2912392"/>
                <a:gd name="connsiteY19" fmla="*/ 629284 h 673407"/>
                <a:gd name="connsiteX20" fmla="*/ 194809 w 2912392"/>
                <a:gd name="connsiteY20" fmla="*/ 632611 h 673407"/>
                <a:gd name="connsiteX21" fmla="*/ 204550 w 2912392"/>
                <a:gd name="connsiteY21" fmla="*/ 635833 h 673407"/>
                <a:gd name="connsiteX22" fmla="*/ 214289 w 2912392"/>
                <a:gd name="connsiteY22" fmla="*/ 638947 h 673407"/>
                <a:gd name="connsiteX23" fmla="*/ 224030 w 2912392"/>
                <a:gd name="connsiteY23" fmla="*/ 641945 h 673407"/>
                <a:gd name="connsiteX24" fmla="*/ 233771 w 2912392"/>
                <a:gd name="connsiteY24" fmla="*/ 644823 h 673407"/>
                <a:gd name="connsiteX25" fmla="*/ 243510 w 2912392"/>
                <a:gd name="connsiteY25" fmla="*/ 647580 h 673407"/>
                <a:gd name="connsiteX26" fmla="*/ 253251 w 2912392"/>
                <a:gd name="connsiteY26" fmla="*/ 650207 h 673407"/>
                <a:gd name="connsiteX27" fmla="*/ 262992 w 2912392"/>
                <a:gd name="connsiteY27" fmla="*/ 652702 h 673407"/>
                <a:gd name="connsiteX28" fmla="*/ 272732 w 2912392"/>
                <a:gd name="connsiteY28" fmla="*/ 655064 h 673407"/>
                <a:gd name="connsiteX29" fmla="*/ 282473 w 2912392"/>
                <a:gd name="connsiteY29" fmla="*/ 657285 h 673407"/>
                <a:gd name="connsiteX30" fmla="*/ 292214 w 2912392"/>
                <a:gd name="connsiteY30" fmla="*/ 659363 h 673407"/>
                <a:gd name="connsiteX31" fmla="*/ 301953 w 2912392"/>
                <a:gd name="connsiteY31" fmla="*/ 661299 h 673407"/>
                <a:gd name="connsiteX32" fmla="*/ 311694 w 2912392"/>
                <a:gd name="connsiteY32" fmla="*/ 663085 h 673407"/>
                <a:gd name="connsiteX33" fmla="*/ 321435 w 2912392"/>
                <a:gd name="connsiteY33" fmla="*/ 664723 h 673407"/>
                <a:gd name="connsiteX34" fmla="*/ 331175 w 2912392"/>
                <a:gd name="connsiteY34" fmla="*/ 666208 h 673407"/>
                <a:gd name="connsiteX35" fmla="*/ 340916 w 2912392"/>
                <a:gd name="connsiteY35" fmla="*/ 667540 h 673407"/>
                <a:gd name="connsiteX36" fmla="*/ 350656 w 2912392"/>
                <a:gd name="connsiteY36" fmla="*/ 668718 h 673407"/>
                <a:gd name="connsiteX37" fmla="*/ 360396 w 2912392"/>
                <a:gd name="connsiteY37" fmla="*/ 669742 h 673407"/>
                <a:gd name="connsiteX38" fmla="*/ 370137 w 2912392"/>
                <a:gd name="connsiteY38" fmla="*/ 670609 h 673407"/>
                <a:gd name="connsiteX39" fmla="*/ 379878 w 2912392"/>
                <a:gd name="connsiteY39" fmla="*/ 671320 h 673407"/>
                <a:gd name="connsiteX40" fmla="*/ 389617 w 2912392"/>
                <a:gd name="connsiteY40" fmla="*/ 671874 h 673407"/>
                <a:gd name="connsiteX41" fmla="*/ 399358 w 2912392"/>
                <a:gd name="connsiteY41" fmla="*/ 672275 h 673407"/>
                <a:gd name="connsiteX42" fmla="*/ 409099 w 2912392"/>
                <a:gd name="connsiteY42" fmla="*/ 672519 h 673407"/>
                <a:gd name="connsiteX43" fmla="*/ 418839 w 2912392"/>
                <a:gd name="connsiteY43" fmla="*/ 672612 h 673407"/>
                <a:gd name="connsiteX44" fmla="*/ 428580 w 2912392"/>
                <a:gd name="connsiteY44" fmla="*/ 672552 h 673407"/>
                <a:gd name="connsiteX45" fmla="*/ 438321 w 2912392"/>
                <a:gd name="connsiteY45" fmla="*/ 672342 h 673407"/>
                <a:gd name="connsiteX46" fmla="*/ 448060 w 2912392"/>
                <a:gd name="connsiteY46" fmla="*/ 671986 h 673407"/>
                <a:gd name="connsiteX47" fmla="*/ 457801 w 2912392"/>
                <a:gd name="connsiteY47" fmla="*/ 671485 h 673407"/>
                <a:gd name="connsiteX48" fmla="*/ 467542 w 2912392"/>
                <a:gd name="connsiteY48" fmla="*/ 670842 h 673407"/>
                <a:gd name="connsiteX49" fmla="*/ 477281 w 2912392"/>
                <a:gd name="connsiteY49" fmla="*/ 670059 h 673407"/>
                <a:gd name="connsiteX50" fmla="*/ 487022 w 2912392"/>
                <a:gd name="connsiteY50" fmla="*/ 669143 h 673407"/>
                <a:gd name="connsiteX51" fmla="*/ 496763 w 2912392"/>
                <a:gd name="connsiteY51" fmla="*/ 668097 h 673407"/>
                <a:gd name="connsiteX52" fmla="*/ 506503 w 2912392"/>
                <a:gd name="connsiteY52" fmla="*/ 666923 h 673407"/>
                <a:gd name="connsiteX53" fmla="*/ 516244 w 2912392"/>
                <a:gd name="connsiteY53" fmla="*/ 665628 h 673407"/>
                <a:gd name="connsiteX54" fmla="*/ 525985 w 2912392"/>
                <a:gd name="connsiteY54" fmla="*/ 664216 h 673407"/>
                <a:gd name="connsiteX55" fmla="*/ 535724 w 2912392"/>
                <a:gd name="connsiteY55" fmla="*/ 662692 h 673407"/>
                <a:gd name="connsiteX56" fmla="*/ 545465 w 2912392"/>
                <a:gd name="connsiteY56" fmla="*/ 661060 h 673407"/>
                <a:gd name="connsiteX57" fmla="*/ 555206 w 2912392"/>
                <a:gd name="connsiteY57" fmla="*/ 659329 h 673407"/>
                <a:gd name="connsiteX58" fmla="*/ 564946 w 2912392"/>
                <a:gd name="connsiteY58" fmla="*/ 657503 h 673407"/>
                <a:gd name="connsiteX59" fmla="*/ 574687 w 2912392"/>
                <a:gd name="connsiteY59" fmla="*/ 655587 h 673407"/>
                <a:gd name="connsiteX60" fmla="*/ 584428 w 2912392"/>
                <a:gd name="connsiteY60" fmla="*/ 653589 h 673407"/>
                <a:gd name="connsiteX61" fmla="*/ 594167 w 2912392"/>
                <a:gd name="connsiteY61" fmla="*/ 651515 h 673407"/>
                <a:gd name="connsiteX62" fmla="*/ 603908 w 2912392"/>
                <a:gd name="connsiteY62" fmla="*/ 649371 h 673407"/>
                <a:gd name="connsiteX63" fmla="*/ 613649 w 2912392"/>
                <a:gd name="connsiteY63" fmla="*/ 647164 h 673407"/>
                <a:gd name="connsiteX64" fmla="*/ 623388 w 2912392"/>
                <a:gd name="connsiteY64" fmla="*/ 644902 h 673407"/>
                <a:gd name="connsiteX65" fmla="*/ 633129 w 2912392"/>
                <a:gd name="connsiteY65" fmla="*/ 642592 h 673407"/>
                <a:gd name="connsiteX66" fmla="*/ 642870 w 2912392"/>
                <a:gd name="connsiteY66" fmla="*/ 640239 h 673407"/>
                <a:gd name="connsiteX67" fmla="*/ 652610 w 2912392"/>
                <a:gd name="connsiteY67" fmla="*/ 637851 h 673407"/>
                <a:gd name="connsiteX68" fmla="*/ 662351 w 2912392"/>
                <a:gd name="connsiteY68" fmla="*/ 635437 h 673407"/>
                <a:gd name="connsiteX69" fmla="*/ 672092 w 2912392"/>
                <a:gd name="connsiteY69" fmla="*/ 633003 h 673407"/>
                <a:gd name="connsiteX70" fmla="*/ 681831 w 2912392"/>
                <a:gd name="connsiteY70" fmla="*/ 630556 h 673407"/>
                <a:gd name="connsiteX71" fmla="*/ 691572 w 2912392"/>
                <a:gd name="connsiteY71" fmla="*/ 628104 h 673407"/>
                <a:gd name="connsiteX72" fmla="*/ 701313 w 2912392"/>
                <a:gd name="connsiteY72" fmla="*/ 625653 h 673407"/>
                <a:gd name="connsiteX73" fmla="*/ 711052 w 2912392"/>
                <a:gd name="connsiteY73" fmla="*/ 623211 h 673407"/>
                <a:gd name="connsiteX74" fmla="*/ 720793 w 2912392"/>
                <a:gd name="connsiteY74" fmla="*/ 620787 h 673407"/>
                <a:gd name="connsiteX75" fmla="*/ 730534 w 2912392"/>
                <a:gd name="connsiteY75" fmla="*/ 618385 h 673407"/>
                <a:gd name="connsiteX76" fmla="*/ 740274 w 2912392"/>
                <a:gd name="connsiteY76" fmla="*/ 616015 h 673407"/>
                <a:gd name="connsiteX77" fmla="*/ 750015 w 2912392"/>
                <a:gd name="connsiteY77" fmla="*/ 613682 h 673407"/>
                <a:gd name="connsiteX78" fmla="*/ 759756 w 2912392"/>
                <a:gd name="connsiteY78" fmla="*/ 611392 h 673407"/>
                <a:gd name="connsiteX79" fmla="*/ 769495 w 2912392"/>
                <a:gd name="connsiteY79" fmla="*/ 609154 h 673407"/>
                <a:gd name="connsiteX80" fmla="*/ 779236 w 2912392"/>
                <a:gd name="connsiteY80" fmla="*/ 606973 h 673407"/>
                <a:gd name="connsiteX81" fmla="*/ 788977 w 2912392"/>
                <a:gd name="connsiteY81" fmla="*/ 604857 h 673407"/>
                <a:gd name="connsiteX82" fmla="*/ 798717 w 2912392"/>
                <a:gd name="connsiteY82" fmla="*/ 602810 h 673407"/>
                <a:gd name="connsiteX83" fmla="*/ 808458 w 2912392"/>
                <a:gd name="connsiteY83" fmla="*/ 600839 h 673407"/>
                <a:gd name="connsiteX84" fmla="*/ 818199 w 2912392"/>
                <a:gd name="connsiteY84" fmla="*/ 598950 h 673407"/>
                <a:gd name="connsiteX85" fmla="*/ 827938 w 2912392"/>
                <a:gd name="connsiteY85" fmla="*/ 597147 h 673407"/>
                <a:gd name="connsiteX86" fmla="*/ 837679 w 2912392"/>
                <a:gd name="connsiteY86" fmla="*/ 595438 h 673407"/>
                <a:gd name="connsiteX87" fmla="*/ 847420 w 2912392"/>
                <a:gd name="connsiteY87" fmla="*/ 593826 h 673407"/>
                <a:gd name="connsiteX88" fmla="*/ 857159 w 2912392"/>
                <a:gd name="connsiteY88" fmla="*/ 592315 h 673407"/>
                <a:gd name="connsiteX89" fmla="*/ 866900 w 2912392"/>
                <a:gd name="connsiteY89" fmla="*/ 590913 h 673407"/>
                <a:gd name="connsiteX90" fmla="*/ 876641 w 2912392"/>
                <a:gd name="connsiteY90" fmla="*/ 589620 h 673407"/>
                <a:gd name="connsiteX91" fmla="*/ 886381 w 2912392"/>
                <a:gd name="connsiteY91" fmla="*/ 588443 h 673407"/>
                <a:gd name="connsiteX92" fmla="*/ 896122 w 2912392"/>
                <a:gd name="connsiteY92" fmla="*/ 587383 h 673407"/>
                <a:gd name="connsiteX93" fmla="*/ 905863 w 2912392"/>
                <a:gd name="connsiteY93" fmla="*/ 586446 h 673407"/>
                <a:gd name="connsiteX94" fmla="*/ 915602 w 2912392"/>
                <a:gd name="connsiteY94" fmla="*/ 585633 h 673407"/>
                <a:gd name="connsiteX95" fmla="*/ 925343 w 2912392"/>
                <a:gd name="connsiteY95" fmla="*/ 584947 h 673407"/>
                <a:gd name="connsiteX96" fmla="*/ 935084 w 2912392"/>
                <a:gd name="connsiteY96" fmla="*/ 584390 h 673407"/>
                <a:gd name="connsiteX97" fmla="*/ 944824 w 2912392"/>
                <a:gd name="connsiteY97" fmla="*/ 583966 h 673407"/>
                <a:gd name="connsiteX98" fmla="*/ 954564 w 2912392"/>
                <a:gd name="connsiteY98" fmla="*/ 583674 h 673407"/>
                <a:gd name="connsiteX99" fmla="*/ 964305 w 2912392"/>
                <a:gd name="connsiteY99" fmla="*/ 583516 h 673407"/>
                <a:gd name="connsiteX100" fmla="*/ 974045 w 2912392"/>
                <a:gd name="connsiteY100" fmla="*/ 583493 h 673407"/>
                <a:gd name="connsiteX101" fmla="*/ 983786 w 2912392"/>
                <a:gd name="connsiteY101" fmla="*/ 583605 h 673407"/>
                <a:gd name="connsiteX102" fmla="*/ 993522 w 2912392"/>
                <a:gd name="connsiteY102" fmla="*/ 583854 h 673407"/>
                <a:gd name="connsiteX103" fmla="*/ 1003266 w 2912392"/>
                <a:gd name="connsiteY103" fmla="*/ 584237 h 673407"/>
                <a:gd name="connsiteX104" fmla="*/ 1013010 w 2912392"/>
                <a:gd name="connsiteY104" fmla="*/ 584755 h 673407"/>
                <a:gd name="connsiteX105" fmla="*/ 1022754 w 2912392"/>
                <a:gd name="connsiteY105" fmla="*/ 585406 h 673407"/>
                <a:gd name="connsiteX106" fmla="*/ 1032483 w 2912392"/>
                <a:gd name="connsiteY106" fmla="*/ 586190 h 673407"/>
                <a:gd name="connsiteX107" fmla="*/ 1042227 w 2912392"/>
                <a:gd name="connsiteY107" fmla="*/ 587105 h 673407"/>
                <a:gd name="connsiteX108" fmla="*/ 1051971 w 2912392"/>
                <a:gd name="connsiteY108" fmla="*/ 588148 h 673407"/>
                <a:gd name="connsiteX109" fmla="*/ 1061715 w 2912392"/>
                <a:gd name="connsiteY109" fmla="*/ 589316 h 673407"/>
                <a:gd name="connsiteX110" fmla="*/ 1071444 w 2912392"/>
                <a:gd name="connsiteY110" fmla="*/ 590608 h 673407"/>
                <a:gd name="connsiteX111" fmla="*/ 1081188 w 2912392"/>
                <a:gd name="connsiteY111" fmla="*/ 592017 h 673407"/>
                <a:gd name="connsiteX112" fmla="*/ 1090932 w 2912392"/>
                <a:gd name="connsiteY112" fmla="*/ 593544 h 673407"/>
                <a:gd name="connsiteX113" fmla="*/ 1100676 w 2912392"/>
                <a:gd name="connsiteY113" fmla="*/ 595182 h 673407"/>
                <a:gd name="connsiteX114" fmla="*/ 1110405 w 2912392"/>
                <a:gd name="connsiteY114" fmla="*/ 596928 h 673407"/>
                <a:gd name="connsiteX115" fmla="*/ 1120149 w 2912392"/>
                <a:gd name="connsiteY115" fmla="*/ 598777 h 673407"/>
                <a:gd name="connsiteX116" fmla="*/ 1129893 w 2912392"/>
                <a:gd name="connsiteY116" fmla="*/ 600723 h 673407"/>
                <a:gd name="connsiteX117" fmla="*/ 1139637 w 2912392"/>
                <a:gd name="connsiteY117" fmla="*/ 602761 h 673407"/>
                <a:gd name="connsiteX118" fmla="*/ 1149381 w 2912392"/>
                <a:gd name="connsiteY118" fmla="*/ 604885 h 673407"/>
                <a:gd name="connsiteX119" fmla="*/ 1159110 w 2912392"/>
                <a:gd name="connsiteY119" fmla="*/ 607090 h 673407"/>
                <a:gd name="connsiteX120" fmla="*/ 1168854 w 2912392"/>
                <a:gd name="connsiteY120" fmla="*/ 609370 h 673407"/>
                <a:gd name="connsiteX121" fmla="*/ 1178598 w 2912392"/>
                <a:gd name="connsiteY121" fmla="*/ 611718 h 673407"/>
                <a:gd name="connsiteX122" fmla="*/ 1188341 w 2912392"/>
                <a:gd name="connsiteY122" fmla="*/ 614126 h 673407"/>
                <a:gd name="connsiteX123" fmla="*/ 1198070 w 2912392"/>
                <a:gd name="connsiteY123" fmla="*/ 616586 h 673407"/>
                <a:gd name="connsiteX124" fmla="*/ 1207814 w 2912392"/>
                <a:gd name="connsiteY124" fmla="*/ 619093 h 673407"/>
                <a:gd name="connsiteX125" fmla="*/ 1217558 w 2912392"/>
                <a:gd name="connsiteY125" fmla="*/ 621638 h 673407"/>
                <a:gd name="connsiteX126" fmla="*/ 1227302 w 2912392"/>
                <a:gd name="connsiteY126" fmla="*/ 624212 h 673407"/>
                <a:gd name="connsiteX127" fmla="*/ 1237031 w 2912392"/>
                <a:gd name="connsiteY127" fmla="*/ 626811 h 673407"/>
                <a:gd name="connsiteX128" fmla="*/ 1246775 w 2912392"/>
                <a:gd name="connsiteY128" fmla="*/ 629421 h 673407"/>
                <a:gd name="connsiteX129" fmla="*/ 1256519 w 2912392"/>
                <a:gd name="connsiteY129" fmla="*/ 632039 h 673407"/>
                <a:gd name="connsiteX130" fmla="*/ 1266263 w 2912392"/>
                <a:gd name="connsiteY130" fmla="*/ 634652 h 673407"/>
                <a:gd name="connsiteX131" fmla="*/ 1276007 w 2912392"/>
                <a:gd name="connsiteY131" fmla="*/ 637252 h 673407"/>
                <a:gd name="connsiteX132" fmla="*/ 1285736 w 2912392"/>
                <a:gd name="connsiteY132" fmla="*/ 639832 h 673407"/>
                <a:gd name="connsiteX133" fmla="*/ 1295480 w 2912392"/>
                <a:gd name="connsiteY133" fmla="*/ 642383 h 673407"/>
                <a:gd name="connsiteX134" fmla="*/ 1305224 w 2912392"/>
                <a:gd name="connsiteY134" fmla="*/ 644895 h 673407"/>
                <a:gd name="connsiteX135" fmla="*/ 1314968 w 2912392"/>
                <a:gd name="connsiteY135" fmla="*/ 647358 h 673407"/>
                <a:gd name="connsiteX136" fmla="*/ 1324697 w 2912392"/>
                <a:gd name="connsiteY136" fmla="*/ 649765 h 673407"/>
                <a:gd name="connsiteX137" fmla="*/ 1334441 w 2912392"/>
                <a:gd name="connsiteY137" fmla="*/ 652105 h 673407"/>
                <a:gd name="connsiteX138" fmla="*/ 1344185 w 2912392"/>
                <a:gd name="connsiteY138" fmla="*/ 654369 h 673407"/>
                <a:gd name="connsiteX139" fmla="*/ 1353929 w 2912392"/>
                <a:gd name="connsiteY139" fmla="*/ 656551 h 673407"/>
                <a:gd name="connsiteX140" fmla="*/ 1363658 w 2912392"/>
                <a:gd name="connsiteY140" fmla="*/ 658636 h 673407"/>
                <a:gd name="connsiteX141" fmla="*/ 1373402 w 2912392"/>
                <a:gd name="connsiteY141" fmla="*/ 660621 h 673407"/>
                <a:gd name="connsiteX142" fmla="*/ 1383146 w 2912392"/>
                <a:gd name="connsiteY142" fmla="*/ 662494 h 673407"/>
                <a:gd name="connsiteX143" fmla="*/ 1392890 w 2912392"/>
                <a:gd name="connsiteY143" fmla="*/ 664247 h 673407"/>
                <a:gd name="connsiteX144" fmla="*/ 1402619 w 2912392"/>
                <a:gd name="connsiteY144" fmla="*/ 665873 h 673407"/>
                <a:gd name="connsiteX145" fmla="*/ 1412363 w 2912392"/>
                <a:gd name="connsiteY145" fmla="*/ 667360 h 673407"/>
                <a:gd name="connsiteX146" fmla="*/ 1422106 w 2912392"/>
                <a:gd name="connsiteY146" fmla="*/ 668704 h 673407"/>
                <a:gd name="connsiteX147" fmla="*/ 1431850 w 2912392"/>
                <a:gd name="connsiteY147" fmla="*/ 669893 h 673407"/>
                <a:gd name="connsiteX148" fmla="*/ 1441594 w 2912392"/>
                <a:gd name="connsiteY148" fmla="*/ 670922 h 673407"/>
                <a:gd name="connsiteX149" fmla="*/ 1451323 w 2912392"/>
                <a:gd name="connsiteY149" fmla="*/ 671783 h 673407"/>
                <a:gd name="connsiteX150" fmla="*/ 1461067 w 2912392"/>
                <a:gd name="connsiteY150" fmla="*/ 672470 h 673407"/>
                <a:gd name="connsiteX151" fmla="*/ 1470811 w 2912392"/>
                <a:gd name="connsiteY151" fmla="*/ 672974 h 673407"/>
                <a:gd name="connsiteX152" fmla="*/ 1480555 w 2912392"/>
                <a:gd name="connsiteY152" fmla="*/ 673288 h 673407"/>
                <a:gd name="connsiteX153" fmla="*/ 1490284 w 2912392"/>
                <a:gd name="connsiteY153" fmla="*/ 673407 h 673407"/>
                <a:gd name="connsiteX154" fmla="*/ 1500028 w 2912392"/>
                <a:gd name="connsiteY154" fmla="*/ 673325 h 673407"/>
                <a:gd name="connsiteX155" fmla="*/ 1509772 w 2912392"/>
                <a:gd name="connsiteY155" fmla="*/ 673038 h 673407"/>
                <a:gd name="connsiteX156" fmla="*/ 1519516 w 2912392"/>
                <a:gd name="connsiteY156" fmla="*/ 672539 h 673407"/>
                <a:gd name="connsiteX157" fmla="*/ 1529245 w 2912392"/>
                <a:gd name="connsiteY157" fmla="*/ 671822 h 673407"/>
                <a:gd name="connsiteX158" fmla="*/ 1538989 w 2912392"/>
                <a:gd name="connsiteY158" fmla="*/ 670885 h 673407"/>
                <a:gd name="connsiteX159" fmla="*/ 1548733 w 2912392"/>
                <a:gd name="connsiteY159" fmla="*/ 669723 h 673407"/>
                <a:gd name="connsiteX160" fmla="*/ 1558477 w 2912392"/>
                <a:gd name="connsiteY160" fmla="*/ 668331 h 673407"/>
                <a:gd name="connsiteX161" fmla="*/ 1568221 w 2912392"/>
                <a:gd name="connsiteY161" fmla="*/ 666709 h 673407"/>
                <a:gd name="connsiteX162" fmla="*/ 1577950 w 2912392"/>
                <a:gd name="connsiteY162" fmla="*/ 664852 h 673407"/>
                <a:gd name="connsiteX163" fmla="*/ 1587694 w 2912392"/>
                <a:gd name="connsiteY163" fmla="*/ 662757 h 673407"/>
                <a:gd name="connsiteX164" fmla="*/ 1597438 w 2912392"/>
                <a:gd name="connsiteY164" fmla="*/ 660426 h 673407"/>
                <a:gd name="connsiteX165" fmla="*/ 1607182 w 2912392"/>
                <a:gd name="connsiteY165" fmla="*/ 657853 h 673407"/>
                <a:gd name="connsiteX166" fmla="*/ 1616911 w 2912392"/>
                <a:gd name="connsiteY166" fmla="*/ 655038 h 673407"/>
                <a:gd name="connsiteX167" fmla="*/ 1626655 w 2912392"/>
                <a:gd name="connsiteY167" fmla="*/ 651983 h 673407"/>
                <a:gd name="connsiteX168" fmla="*/ 1636399 w 2912392"/>
                <a:gd name="connsiteY168" fmla="*/ 648687 h 673407"/>
                <a:gd name="connsiteX169" fmla="*/ 1646142 w 2912392"/>
                <a:gd name="connsiteY169" fmla="*/ 645148 h 673407"/>
                <a:gd name="connsiteX170" fmla="*/ 1655872 w 2912392"/>
                <a:gd name="connsiteY170" fmla="*/ 641368 h 673407"/>
                <a:gd name="connsiteX171" fmla="*/ 1665616 w 2912392"/>
                <a:gd name="connsiteY171" fmla="*/ 637350 h 673407"/>
                <a:gd name="connsiteX172" fmla="*/ 1675359 w 2912392"/>
                <a:gd name="connsiteY172" fmla="*/ 633094 h 673407"/>
                <a:gd name="connsiteX173" fmla="*/ 1685103 w 2912392"/>
                <a:gd name="connsiteY173" fmla="*/ 628603 h 673407"/>
                <a:gd name="connsiteX174" fmla="*/ 1694832 w 2912392"/>
                <a:gd name="connsiteY174" fmla="*/ 623877 h 673407"/>
                <a:gd name="connsiteX175" fmla="*/ 1704576 w 2912392"/>
                <a:gd name="connsiteY175" fmla="*/ 618922 h 673407"/>
                <a:gd name="connsiteX176" fmla="*/ 1714320 w 2912392"/>
                <a:gd name="connsiteY176" fmla="*/ 613740 h 673407"/>
                <a:gd name="connsiteX177" fmla="*/ 1724064 w 2912392"/>
                <a:gd name="connsiteY177" fmla="*/ 608333 h 673407"/>
                <a:gd name="connsiteX178" fmla="*/ 1733808 w 2912392"/>
                <a:gd name="connsiteY178" fmla="*/ 602709 h 673407"/>
                <a:gd name="connsiteX179" fmla="*/ 1743537 w 2912392"/>
                <a:gd name="connsiteY179" fmla="*/ 596868 h 673407"/>
                <a:gd name="connsiteX180" fmla="*/ 1753281 w 2912392"/>
                <a:gd name="connsiteY180" fmla="*/ 590818 h 673407"/>
                <a:gd name="connsiteX181" fmla="*/ 1763025 w 2912392"/>
                <a:gd name="connsiteY181" fmla="*/ 584562 h 673407"/>
                <a:gd name="connsiteX182" fmla="*/ 1772769 w 2912392"/>
                <a:gd name="connsiteY182" fmla="*/ 578106 h 673407"/>
                <a:gd name="connsiteX183" fmla="*/ 1782498 w 2912392"/>
                <a:gd name="connsiteY183" fmla="*/ 571455 h 673407"/>
                <a:gd name="connsiteX184" fmla="*/ 1792242 w 2912392"/>
                <a:gd name="connsiteY184" fmla="*/ 564616 h 673407"/>
                <a:gd name="connsiteX185" fmla="*/ 1801986 w 2912392"/>
                <a:gd name="connsiteY185" fmla="*/ 557596 h 673407"/>
                <a:gd name="connsiteX186" fmla="*/ 1811730 w 2912392"/>
                <a:gd name="connsiteY186" fmla="*/ 550400 h 673407"/>
                <a:gd name="connsiteX187" fmla="*/ 1821459 w 2912392"/>
                <a:gd name="connsiteY187" fmla="*/ 543034 h 673407"/>
                <a:gd name="connsiteX188" fmla="*/ 1831203 w 2912392"/>
                <a:gd name="connsiteY188" fmla="*/ 535507 h 673407"/>
                <a:gd name="connsiteX189" fmla="*/ 1840947 w 2912392"/>
                <a:gd name="connsiteY189" fmla="*/ 527823 h 673407"/>
                <a:gd name="connsiteX190" fmla="*/ 1850691 w 2912392"/>
                <a:gd name="connsiteY190" fmla="*/ 519994 h 673407"/>
                <a:gd name="connsiteX191" fmla="*/ 1860435 w 2912392"/>
                <a:gd name="connsiteY191" fmla="*/ 512023 h 673407"/>
                <a:gd name="connsiteX192" fmla="*/ 1870164 w 2912392"/>
                <a:gd name="connsiteY192" fmla="*/ 503921 h 673407"/>
                <a:gd name="connsiteX193" fmla="*/ 1879908 w 2912392"/>
                <a:gd name="connsiteY193" fmla="*/ 495694 h 673407"/>
                <a:gd name="connsiteX194" fmla="*/ 1889652 w 2912392"/>
                <a:gd name="connsiteY194" fmla="*/ 487349 h 673407"/>
                <a:gd name="connsiteX195" fmla="*/ 1899395 w 2912392"/>
                <a:gd name="connsiteY195" fmla="*/ 478897 h 673407"/>
                <a:gd name="connsiteX196" fmla="*/ 1909124 w 2912392"/>
                <a:gd name="connsiteY196" fmla="*/ 470342 h 673407"/>
                <a:gd name="connsiteX197" fmla="*/ 1918868 w 2912392"/>
                <a:gd name="connsiteY197" fmla="*/ 461696 h 673407"/>
                <a:gd name="connsiteX198" fmla="*/ 1928612 w 2912392"/>
                <a:gd name="connsiteY198" fmla="*/ 452963 h 673407"/>
                <a:gd name="connsiteX199" fmla="*/ 1938356 w 2912392"/>
                <a:gd name="connsiteY199" fmla="*/ 444157 h 673407"/>
                <a:gd name="connsiteX200" fmla="*/ 1948085 w 2912392"/>
                <a:gd name="connsiteY200" fmla="*/ 435280 h 673407"/>
                <a:gd name="connsiteX201" fmla="*/ 1957829 w 2912392"/>
                <a:gd name="connsiteY201" fmla="*/ 426345 h 673407"/>
                <a:gd name="connsiteX202" fmla="*/ 1967573 w 2912392"/>
                <a:gd name="connsiteY202" fmla="*/ 417358 h 673407"/>
                <a:gd name="connsiteX203" fmla="*/ 1977317 w 2912392"/>
                <a:gd name="connsiteY203" fmla="*/ 408327 h 673407"/>
                <a:gd name="connsiteX204" fmla="*/ 1987046 w 2912392"/>
                <a:gd name="connsiteY204" fmla="*/ 399263 h 673407"/>
                <a:gd name="connsiteX205" fmla="*/ 1996790 w 2912392"/>
                <a:gd name="connsiteY205" fmla="*/ 390170 h 673407"/>
                <a:gd name="connsiteX206" fmla="*/ 2006534 w 2912392"/>
                <a:gd name="connsiteY206" fmla="*/ 381059 h 673407"/>
                <a:gd name="connsiteX207" fmla="*/ 2016278 w 2912392"/>
                <a:gd name="connsiteY207" fmla="*/ 371937 h 673407"/>
                <a:gd name="connsiteX208" fmla="*/ 2026022 w 2912392"/>
                <a:gd name="connsiteY208" fmla="*/ 362811 h 673407"/>
                <a:gd name="connsiteX209" fmla="*/ 2035751 w 2912392"/>
                <a:gd name="connsiteY209" fmla="*/ 353691 h 673407"/>
                <a:gd name="connsiteX210" fmla="*/ 2045495 w 2912392"/>
                <a:gd name="connsiteY210" fmla="*/ 344584 h 673407"/>
                <a:gd name="connsiteX211" fmla="*/ 2055239 w 2912392"/>
                <a:gd name="connsiteY211" fmla="*/ 335497 h 673407"/>
                <a:gd name="connsiteX212" fmla="*/ 2064983 w 2912392"/>
                <a:gd name="connsiteY212" fmla="*/ 326437 h 673407"/>
                <a:gd name="connsiteX213" fmla="*/ 2074712 w 2912392"/>
                <a:gd name="connsiteY213" fmla="*/ 317412 h 673407"/>
                <a:gd name="connsiteX214" fmla="*/ 2084456 w 2912392"/>
                <a:gd name="connsiteY214" fmla="*/ 308431 h 673407"/>
                <a:gd name="connsiteX215" fmla="*/ 2094200 w 2912392"/>
                <a:gd name="connsiteY215" fmla="*/ 299498 h 673407"/>
                <a:gd name="connsiteX216" fmla="*/ 2103944 w 2912392"/>
                <a:gd name="connsiteY216" fmla="*/ 290621 h 673407"/>
                <a:gd name="connsiteX217" fmla="*/ 2113673 w 2912392"/>
                <a:gd name="connsiteY217" fmla="*/ 281808 h 673407"/>
                <a:gd name="connsiteX218" fmla="*/ 2123417 w 2912392"/>
                <a:gd name="connsiteY218" fmla="*/ 273066 h 673407"/>
                <a:gd name="connsiteX219" fmla="*/ 2133161 w 2912392"/>
                <a:gd name="connsiteY219" fmla="*/ 264397 h 673407"/>
                <a:gd name="connsiteX220" fmla="*/ 2142905 w 2912392"/>
                <a:gd name="connsiteY220" fmla="*/ 255813 h 673407"/>
                <a:gd name="connsiteX221" fmla="*/ 2152649 w 2912392"/>
                <a:gd name="connsiteY221" fmla="*/ 247316 h 673407"/>
                <a:gd name="connsiteX222" fmla="*/ 2162377 w 2912392"/>
                <a:gd name="connsiteY222" fmla="*/ 238913 h 673407"/>
                <a:gd name="connsiteX223" fmla="*/ 2172121 w 2912392"/>
                <a:gd name="connsiteY223" fmla="*/ 230611 h 673407"/>
                <a:gd name="connsiteX224" fmla="*/ 2181865 w 2912392"/>
                <a:gd name="connsiteY224" fmla="*/ 222413 h 673407"/>
                <a:gd name="connsiteX225" fmla="*/ 2191609 w 2912392"/>
                <a:gd name="connsiteY225" fmla="*/ 214326 h 673407"/>
                <a:gd name="connsiteX226" fmla="*/ 2201338 w 2912392"/>
                <a:gd name="connsiteY226" fmla="*/ 206355 h 673407"/>
                <a:gd name="connsiteX227" fmla="*/ 2211082 w 2912392"/>
                <a:gd name="connsiteY227" fmla="*/ 198504 h 673407"/>
                <a:gd name="connsiteX228" fmla="*/ 2220826 w 2912392"/>
                <a:gd name="connsiteY228" fmla="*/ 190779 h 673407"/>
                <a:gd name="connsiteX229" fmla="*/ 2230570 w 2912392"/>
                <a:gd name="connsiteY229" fmla="*/ 183182 h 673407"/>
                <a:gd name="connsiteX230" fmla="*/ 2240299 w 2912392"/>
                <a:gd name="connsiteY230" fmla="*/ 175720 h 673407"/>
                <a:gd name="connsiteX231" fmla="*/ 2250043 w 2912392"/>
                <a:gd name="connsiteY231" fmla="*/ 168394 h 673407"/>
                <a:gd name="connsiteX232" fmla="*/ 2259787 w 2912392"/>
                <a:gd name="connsiteY232" fmla="*/ 161211 h 673407"/>
                <a:gd name="connsiteX233" fmla="*/ 2269531 w 2912392"/>
                <a:gd name="connsiteY233" fmla="*/ 154172 h 673407"/>
                <a:gd name="connsiteX234" fmla="*/ 2279260 w 2912392"/>
                <a:gd name="connsiteY234" fmla="*/ 147281 h 673407"/>
                <a:gd name="connsiteX235" fmla="*/ 2289004 w 2912392"/>
                <a:gd name="connsiteY235" fmla="*/ 140542 h 673407"/>
                <a:gd name="connsiteX236" fmla="*/ 2298748 w 2912392"/>
                <a:gd name="connsiteY236" fmla="*/ 133957 h 673407"/>
                <a:gd name="connsiteX237" fmla="*/ 2308492 w 2912392"/>
                <a:gd name="connsiteY237" fmla="*/ 127528 h 673407"/>
                <a:gd name="connsiteX238" fmla="*/ 2318236 w 2912392"/>
                <a:gd name="connsiteY238" fmla="*/ 121258 h 673407"/>
                <a:gd name="connsiteX239" fmla="*/ 2327965 w 2912392"/>
                <a:gd name="connsiteY239" fmla="*/ 115150 h 673407"/>
                <a:gd name="connsiteX240" fmla="*/ 2337709 w 2912392"/>
                <a:gd name="connsiteY240" fmla="*/ 109204 h 673407"/>
                <a:gd name="connsiteX241" fmla="*/ 2347453 w 2912392"/>
                <a:gd name="connsiteY241" fmla="*/ 103423 h 673407"/>
                <a:gd name="connsiteX242" fmla="*/ 2357197 w 2912392"/>
                <a:gd name="connsiteY242" fmla="*/ 97809 h 673407"/>
                <a:gd name="connsiteX243" fmla="*/ 2366926 w 2912392"/>
                <a:gd name="connsiteY243" fmla="*/ 92362 h 673407"/>
                <a:gd name="connsiteX244" fmla="*/ 2376670 w 2912392"/>
                <a:gd name="connsiteY244" fmla="*/ 87083 h 673407"/>
                <a:gd name="connsiteX245" fmla="*/ 2386413 w 2912392"/>
                <a:gd name="connsiteY245" fmla="*/ 81974 h 673407"/>
                <a:gd name="connsiteX246" fmla="*/ 2396157 w 2912392"/>
                <a:gd name="connsiteY246" fmla="*/ 77034 h 673407"/>
                <a:gd name="connsiteX247" fmla="*/ 2405886 w 2912392"/>
                <a:gd name="connsiteY247" fmla="*/ 72265 h 673407"/>
                <a:gd name="connsiteX248" fmla="*/ 2415630 w 2912392"/>
                <a:gd name="connsiteY248" fmla="*/ 67665 h 673407"/>
                <a:gd name="connsiteX249" fmla="*/ 2425374 w 2912392"/>
                <a:gd name="connsiteY249" fmla="*/ 63236 h 673407"/>
                <a:gd name="connsiteX250" fmla="*/ 2435118 w 2912392"/>
                <a:gd name="connsiteY250" fmla="*/ 58975 h 673407"/>
                <a:gd name="connsiteX251" fmla="*/ 2444862 w 2912392"/>
                <a:gd name="connsiteY251" fmla="*/ 54885 h 673407"/>
                <a:gd name="connsiteX252" fmla="*/ 2454591 w 2912392"/>
                <a:gd name="connsiteY252" fmla="*/ 50962 h 673407"/>
                <a:gd name="connsiteX253" fmla="*/ 2464335 w 2912392"/>
                <a:gd name="connsiteY253" fmla="*/ 47207 h 673407"/>
                <a:gd name="connsiteX254" fmla="*/ 2474079 w 2912392"/>
                <a:gd name="connsiteY254" fmla="*/ 43618 h 673407"/>
                <a:gd name="connsiteX255" fmla="*/ 2483823 w 2912392"/>
                <a:gd name="connsiteY255" fmla="*/ 40193 h 673407"/>
                <a:gd name="connsiteX256" fmla="*/ 2493552 w 2912392"/>
                <a:gd name="connsiteY256" fmla="*/ 36933 h 673407"/>
                <a:gd name="connsiteX257" fmla="*/ 2503296 w 2912392"/>
                <a:gd name="connsiteY257" fmla="*/ 33833 h 673407"/>
                <a:gd name="connsiteX258" fmla="*/ 2513040 w 2912392"/>
                <a:gd name="connsiteY258" fmla="*/ 30892 h 673407"/>
                <a:gd name="connsiteX259" fmla="*/ 2522784 w 2912392"/>
                <a:gd name="connsiteY259" fmla="*/ 28108 h 673407"/>
                <a:gd name="connsiteX260" fmla="*/ 2532513 w 2912392"/>
                <a:gd name="connsiteY260" fmla="*/ 25479 h 673407"/>
                <a:gd name="connsiteX261" fmla="*/ 2542257 w 2912392"/>
                <a:gd name="connsiteY261" fmla="*/ 23003 h 673407"/>
                <a:gd name="connsiteX262" fmla="*/ 2552001 w 2912392"/>
                <a:gd name="connsiteY262" fmla="*/ 20674 h 673407"/>
                <a:gd name="connsiteX263" fmla="*/ 2561745 w 2912392"/>
                <a:gd name="connsiteY263" fmla="*/ 18493 h 673407"/>
                <a:gd name="connsiteX264" fmla="*/ 2571474 w 2912392"/>
                <a:gd name="connsiteY264" fmla="*/ 16456 h 673407"/>
                <a:gd name="connsiteX265" fmla="*/ 2581218 w 2912392"/>
                <a:gd name="connsiteY265" fmla="*/ 14558 h 673407"/>
                <a:gd name="connsiteX266" fmla="*/ 2590962 w 2912392"/>
                <a:gd name="connsiteY266" fmla="*/ 12797 h 673407"/>
                <a:gd name="connsiteX267" fmla="*/ 2600705 w 2912392"/>
                <a:gd name="connsiteY267" fmla="*/ 11170 h 673407"/>
                <a:gd name="connsiteX268" fmla="*/ 2610449 w 2912392"/>
                <a:gd name="connsiteY268" fmla="*/ 9671 h 673407"/>
                <a:gd name="connsiteX269" fmla="*/ 2620178 w 2912392"/>
                <a:gd name="connsiteY269" fmla="*/ 8300 h 673407"/>
                <a:gd name="connsiteX270" fmla="*/ 2629922 w 2912392"/>
                <a:gd name="connsiteY270" fmla="*/ 7050 h 673407"/>
                <a:gd name="connsiteX271" fmla="*/ 2639666 w 2912392"/>
                <a:gd name="connsiteY271" fmla="*/ 5918 h 673407"/>
                <a:gd name="connsiteX272" fmla="*/ 2649410 w 2912392"/>
                <a:gd name="connsiteY272" fmla="*/ 4900 h 673407"/>
                <a:gd name="connsiteX273" fmla="*/ 2659139 w 2912392"/>
                <a:gd name="connsiteY273" fmla="*/ 3991 h 673407"/>
                <a:gd name="connsiteX274" fmla="*/ 2668883 w 2912392"/>
                <a:gd name="connsiteY274" fmla="*/ 3190 h 673407"/>
                <a:gd name="connsiteX275" fmla="*/ 2678627 w 2912392"/>
                <a:gd name="connsiteY275" fmla="*/ 2488 h 673407"/>
                <a:gd name="connsiteX276" fmla="*/ 2688371 w 2912392"/>
                <a:gd name="connsiteY276" fmla="*/ 1885 h 673407"/>
                <a:gd name="connsiteX277" fmla="*/ 2698100 w 2912392"/>
                <a:gd name="connsiteY277" fmla="*/ 1372 h 673407"/>
                <a:gd name="connsiteX278" fmla="*/ 2707844 w 2912392"/>
                <a:gd name="connsiteY278" fmla="*/ 949 h 673407"/>
                <a:gd name="connsiteX279" fmla="*/ 2717588 w 2912392"/>
                <a:gd name="connsiteY279" fmla="*/ 609 h 673407"/>
                <a:gd name="connsiteX280" fmla="*/ 2727332 w 2912392"/>
                <a:gd name="connsiteY280" fmla="*/ 349 h 673407"/>
                <a:gd name="connsiteX281" fmla="*/ 2737076 w 2912392"/>
                <a:gd name="connsiteY281" fmla="*/ 164 h 673407"/>
                <a:gd name="connsiteX282" fmla="*/ 2746805 w 2912392"/>
                <a:gd name="connsiteY282" fmla="*/ 48 h 673407"/>
                <a:gd name="connsiteX283" fmla="*/ 2756549 w 2912392"/>
                <a:gd name="connsiteY283" fmla="*/ 0 h 673407"/>
                <a:gd name="connsiteX284" fmla="*/ 2766293 w 2912392"/>
                <a:gd name="connsiteY284" fmla="*/ 12 h 673407"/>
                <a:gd name="connsiteX285" fmla="*/ 2776037 w 2912392"/>
                <a:gd name="connsiteY285" fmla="*/ 82 h 673407"/>
                <a:gd name="connsiteX286" fmla="*/ 2785766 w 2912392"/>
                <a:gd name="connsiteY286" fmla="*/ 206 h 673407"/>
                <a:gd name="connsiteX287" fmla="*/ 2795510 w 2912392"/>
                <a:gd name="connsiteY287" fmla="*/ 378 h 673407"/>
                <a:gd name="connsiteX288" fmla="*/ 2805254 w 2912392"/>
                <a:gd name="connsiteY288" fmla="*/ 596 h 673407"/>
                <a:gd name="connsiteX289" fmla="*/ 2814998 w 2912392"/>
                <a:gd name="connsiteY289" fmla="*/ 855 h 673407"/>
                <a:gd name="connsiteX290" fmla="*/ 2824727 w 2912392"/>
                <a:gd name="connsiteY290" fmla="*/ 1152 h 673407"/>
                <a:gd name="connsiteX291" fmla="*/ 2834471 w 2912392"/>
                <a:gd name="connsiteY291" fmla="*/ 1481 h 673407"/>
                <a:gd name="connsiteX292" fmla="*/ 2844215 w 2912392"/>
                <a:gd name="connsiteY292" fmla="*/ 1840 h 673407"/>
                <a:gd name="connsiteX293" fmla="*/ 2853958 w 2912392"/>
                <a:gd name="connsiteY293" fmla="*/ 2227 h 673407"/>
                <a:gd name="connsiteX294" fmla="*/ 2863687 w 2912392"/>
                <a:gd name="connsiteY294" fmla="*/ 2637 h 673407"/>
                <a:gd name="connsiteX295" fmla="*/ 2873431 w 2912392"/>
                <a:gd name="connsiteY295" fmla="*/ 3068 h 673407"/>
                <a:gd name="connsiteX296" fmla="*/ 2883175 w 2912392"/>
                <a:gd name="connsiteY296" fmla="*/ 3516 h 673407"/>
                <a:gd name="connsiteX297" fmla="*/ 2892919 w 2912392"/>
                <a:gd name="connsiteY297" fmla="*/ 3978 h 673407"/>
                <a:gd name="connsiteX298" fmla="*/ 2902663 w 2912392"/>
                <a:gd name="connsiteY298" fmla="*/ 4453 h 673407"/>
                <a:gd name="connsiteX299" fmla="*/ 2912392 w 2912392"/>
                <a:gd name="connsiteY299" fmla="*/ 4939 h 673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73407">
                  <a:moveTo>
                    <a:pt x="0" y="553825"/>
                  </a:moveTo>
                  <a:lnTo>
                    <a:pt x="9739" y="558031"/>
                  </a:lnTo>
                  <a:lnTo>
                    <a:pt x="19480" y="562244"/>
                  </a:lnTo>
                  <a:lnTo>
                    <a:pt x="29221" y="566462"/>
                  </a:lnTo>
                  <a:lnTo>
                    <a:pt x="38961" y="570676"/>
                  </a:lnTo>
                  <a:lnTo>
                    <a:pt x="48702" y="574880"/>
                  </a:lnTo>
                  <a:lnTo>
                    <a:pt x="58443" y="579068"/>
                  </a:lnTo>
                  <a:lnTo>
                    <a:pt x="68182" y="583236"/>
                  </a:lnTo>
                  <a:lnTo>
                    <a:pt x="77923" y="587375"/>
                  </a:lnTo>
                  <a:lnTo>
                    <a:pt x="87664" y="591479"/>
                  </a:lnTo>
                  <a:lnTo>
                    <a:pt x="97404" y="595542"/>
                  </a:lnTo>
                  <a:lnTo>
                    <a:pt x="107145" y="599559"/>
                  </a:lnTo>
                  <a:lnTo>
                    <a:pt x="116886" y="603524"/>
                  </a:lnTo>
                  <a:lnTo>
                    <a:pt x="126625" y="607429"/>
                  </a:lnTo>
                  <a:lnTo>
                    <a:pt x="136366" y="611268"/>
                  </a:lnTo>
                  <a:lnTo>
                    <a:pt x="146107" y="615038"/>
                  </a:lnTo>
                  <a:lnTo>
                    <a:pt x="155846" y="618728"/>
                  </a:lnTo>
                  <a:lnTo>
                    <a:pt x="165587" y="622338"/>
                  </a:lnTo>
                  <a:lnTo>
                    <a:pt x="175328" y="625859"/>
                  </a:lnTo>
                  <a:lnTo>
                    <a:pt x="185068" y="629284"/>
                  </a:lnTo>
                  <a:lnTo>
                    <a:pt x="194809" y="632611"/>
                  </a:lnTo>
                  <a:lnTo>
                    <a:pt x="204550" y="635833"/>
                  </a:lnTo>
                  <a:lnTo>
                    <a:pt x="214289" y="638947"/>
                  </a:lnTo>
                  <a:lnTo>
                    <a:pt x="224030" y="641945"/>
                  </a:lnTo>
                  <a:lnTo>
                    <a:pt x="233771" y="644823"/>
                  </a:lnTo>
                  <a:lnTo>
                    <a:pt x="243510" y="647580"/>
                  </a:lnTo>
                  <a:lnTo>
                    <a:pt x="253251" y="650207"/>
                  </a:lnTo>
                  <a:lnTo>
                    <a:pt x="262992" y="652702"/>
                  </a:lnTo>
                  <a:lnTo>
                    <a:pt x="272732" y="655064"/>
                  </a:lnTo>
                  <a:lnTo>
                    <a:pt x="282473" y="657285"/>
                  </a:lnTo>
                  <a:lnTo>
                    <a:pt x="292214" y="659363"/>
                  </a:lnTo>
                  <a:lnTo>
                    <a:pt x="301953" y="661299"/>
                  </a:lnTo>
                  <a:lnTo>
                    <a:pt x="311694" y="663085"/>
                  </a:lnTo>
                  <a:lnTo>
                    <a:pt x="321435" y="664723"/>
                  </a:lnTo>
                  <a:lnTo>
                    <a:pt x="331175" y="666208"/>
                  </a:lnTo>
                  <a:lnTo>
                    <a:pt x="340916" y="667540"/>
                  </a:lnTo>
                  <a:lnTo>
                    <a:pt x="350656" y="668718"/>
                  </a:lnTo>
                  <a:lnTo>
                    <a:pt x="360396" y="669742"/>
                  </a:lnTo>
                  <a:lnTo>
                    <a:pt x="370137" y="670609"/>
                  </a:lnTo>
                  <a:lnTo>
                    <a:pt x="379878" y="671320"/>
                  </a:lnTo>
                  <a:lnTo>
                    <a:pt x="389617" y="671874"/>
                  </a:lnTo>
                  <a:lnTo>
                    <a:pt x="399358" y="672275"/>
                  </a:lnTo>
                  <a:lnTo>
                    <a:pt x="409099" y="672519"/>
                  </a:lnTo>
                  <a:lnTo>
                    <a:pt x="418839" y="672612"/>
                  </a:lnTo>
                  <a:lnTo>
                    <a:pt x="428580" y="672552"/>
                  </a:lnTo>
                  <a:lnTo>
                    <a:pt x="438321" y="672342"/>
                  </a:lnTo>
                  <a:lnTo>
                    <a:pt x="448060" y="671986"/>
                  </a:lnTo>
                  <a:lnTo>
                    <a:pt x="457801" y="671485"/>
                  </a:lnTo>
                  <a:lnTo>
                    <a:pt x="467542" y="670842"/>
                  </a:lnTo>
                  <a:lnTo>
                    <a:pt x="477281" y="670059"/>
                  </a:lnTo>
                  <a:lnTo>
                    <a:pt x="487022" y="669143"/>
                  </a:lnTo>
                  <a:lnTo>
                    <a:pt x="496763" y="668097"/>
                  </a:lnTo>
                  <a:lnTo>
                    <a:pt x="506503" y="666923"/>
                  </a:lnTo>
                  <a:lnTo>
                    <a:pt x="516244" y="665628"/>
                  </a:lnTo>
                  <a:lnTo>
                    <a:pt x="525985" y="664216"/>
                  </a:lnTo>
                  <a:lnTo>
                    <a:pt x="535724" y="662692"/>
                  </a:lnTo>
                  <a:lnTo>
                    <a:pt x="545465" y="661060"/>
                  </a:lnTo>
                  <a:lnTo>
                    <a:pt x="555206" y="659329"/>
                  </a:lnTo>
                  <a:lnTo>
                    <a:pt x="564946" y="657503"/>
                  </a:lnTo>
                  <a:lnTo>
                    <a:pt x="574687" y="655587"/>
                  </a:lnTo>
                  <a:lnTo>
                    <a:pt x="584428" y="653589"/>
                  </a:lnTo>
                  <a:lnTo>
                    <a:pt x="594167" y="651515"/>
                  </a:lnTo>
                  <a:lnTo>
                    <a:pt x="603908" y="649371"/>
                  </a:lnTo>
                  <a:lnTo>
                    <a:pt x="613649" y="647164"/>
                  </a:lnTo>
                  <a:lnTo>
                    <a:pt x="623388" y="644902"/>
                  </a:lnTo>
                  <a:lnTo>
                    <a:pt x="633129" y="642592"/>
                  </a:lnTo>
                  <a:lnTo>
                    <a:pt x="642870" y="640239"/>
                  </a:lnTo>
                  <a:lnTo>
                    <a:pt x="652610" y="637851"/>
                  </a:lnTo>
                  <a:lnTo>
                    <a:pt x="662351" y="635437"/>
                  </a:lnTo>
                  <a:lnTo>
                    <a:pt x="672092" y="633003"/>
                  </a:lnTo>
                  <a:lnTo>
                    <a:pt x="681831" y="630556"/>
                  </a:lnTo>
                  <a:lnTo>
                    <a:pt x="691572" y="628104"/>
                  </a:lnTo>
                  <a:lnTo>
                    <a:pt x="701313" y="625653"/>
                  </a:lnTo>
                  <a:lnTo>
                    <a:pt x="711052" y="623211"/>
                  </a:lnTo>
                  <a:lnTo>
                    <a:pt x="720793" y="620787"/>
                  </a:lnTo>
                  <a:lnTo>
                    <a:pt x="730534" y="618385"/>
                  </a:lnTo>
                  <a:lnTo>
                    <a:pt x="740274" y="616015"/>
                  </a:lnTo>
                  <a:lnTo>
                    <a:pt x="750015" y="613682"/>
                  </a:lnTo>
                  <a:lnTo>
                    <a:pt x="759756" y="611392"/>
                  </a:lnTo>
                  <a:lnTo>
                    <a:pt x="769495" y="609154"/>
                  </a:lnTo>
                  <a:lnTo>
                    <a:pt x="779236" y="606973"/>
                  </a:lnTo>
                  <a:lnTo>
                    <a:pt x="788977" y="604857"/>
                  </a:lnTo>
                  <a:lnTo>
                    <a:pt x="798717" y="602810"/>
                  </a:lnTo>
                  <a:lnTo>
                    <a:pt x="808458" y="600839"/>
                  </a:lnTo>
                  <a:lnTo>
                    <a:pt x="818199" y="598950"/>
                  </a:lnTo>
                  <a:lnTo>
                    <a:pt x="827938" y="597147"/>
                  </a:lnTo>
                  <a:lnTo>
                    <a:pt x="837679" y="595438"/>
                  </a:lnTo>
                  <a:lnTo>
                    <a:pt x="847420" y="593826"/>
                  </a:lnTo>
                  <a:lnTo>
                    <a:pt x="857159" y="592315"/>
                  </a:lnTo>
                  <a:lnTo>
                    <a:pt x="866900" y="590913"/>
                  </a:lnTo>
                  <a:lnTo>
                    <a:pt x="876641" y="589620"/>
                  </a:lnTo>
                  <a:lnTo>
                    <a:pt x="886381" y="588443"/>
                  </a:lnTo>
                  <a:lnTo>
                    <a:pt x="896122" y="587383"/>
                  </a:lnTo>
                  <a:lnTo>
                    <a:pt x="905863" y="586446"/>
                  </a:lnTo>
                  <a:lnTo>
                    <a:pt x="915602" y="585633"/>
                  </a:lnTo>
                  <a:lnTo>
                    <a:pt x="925343" y="584947"/>
                  </a:lnTo>
                  <a:lnTo>
                    <a:pt x="935084" y="584390"/>
                  </a:lnTo>
                  <a:lnTo>
                    <a:pt x="944824" y="583966"/>
                  </a:lnTo>
                  <a:lnTo>
                    <a:pt x="954564" y="583674"/>
                  </a:lnTo>
                  <a:lnTo>
                    <a:pt x="964305" y="583516"/>
                  </a:lnTo>
                  <a:lnTo>
                    <a:pt x="974045" y="583493"/>
                  </a:lnTo>
                  <a:lnTo>
                    <a:pt x="983786" y="583605"/>
                  </a:lnTo>
                  <a:lnTo>
                    <a:pt x="993522" y="583854"/>
                  </a:lnTo>
                  <a:lnTo>
                    <a:pt x="1003266" y="584237"/>
                  </a:lnTo>
                  <a:lnTo>
                    <a:pt x="1013010" y="584755"/>
                  </a:lnTo>
                  <a:lnTo>
                    <a:pt x="1022754" y="585406"/>
                  </a:lnTo>
                  <a:lnTo>
                    <a:pt x="1032483" y="586190"/>
                  </a:lnTo>
                  <a:lnTo>
                    <a:pt x="1042227" y="587105"/>
                  </a:lnTo>
                  <a:lnTo>
                    <a:pt x="1051971" y="588148"/>
                  </a:lnTo>
                  <a:lnTo>
                    <a:pt x="1061715" y="589316"/>
                  </a:lnTo>
                  <a:lnTo>
                    <a:pt x="1071444" y="590608"/>
                  </a:lnTo>
                  <a:lnTo>
                    <a:pt x="1081188" y="592017"/>
                  </a:lnTo>
                  <a:lnTo>
                    <a:pt x="1090932" y="593544"/>
                  </a:lnTo>
                  <a:lnTo>
                    <a:pt x="1100676" y="595182"/>
                  </a:lnTo>
                  <a:lnTo>
                    <a:pt x="1110405" y="596928"/>
                  </a:lnTo>
                  <a:lnTo>
                    <a:pt x="1120149" y="598777"/>
                  </a:lnTo>
                  <a:lnTo>
                    <a:pt x="1129893" y="600723"/>
                  </a:lnTo>
                  <a:lnTo>
                    <a:pt x="1139637" y="602761"/>
                  </a:lnTo>
                  <a:lnTo>
                    <a:pt x="1149381" y="604885"/>
                  </a:lnTo>
                  <a:lnTo>
                    <a:pt x="1159110" y="607090"/>
                  </a:lnTo>
                  <a:lnTo>
                    <a:pt x="1168854" y="609370"/>
                  </a:lnTo>
                  <a:lnTo>
                    <a:pt x="1178598" y="611718"/>
                  </a:lnTo>
                  <a:lnTo>
                    <a:pt x="1188341" y="614126"/>
                  </a:lnTo>
                  <a:lnTo>
                    <a:pt x="1198070" y="616586"/>
                  </a:lnTo>
                  <a:lnTo>
                    <a:pt x="1207814" y="619093"/>
                  </a:lnTo>
                  <a:lnTo>
                    <a:pt x="1217558" y="621638"/>
                  </a:lnTo>
                  <a:lnTo>
                    <a:pt x="1227302" y="624212"/>
                  </a:lnTo>
                  <a:lnTo>
                    <a:pt x="1237031" y="626811"/>
                  </a:lnTo>
                  <a:lnTo>
                    <a:pt x="1246775" y="629421"/>
                  </a:lnTo>
                  <a:lnTo>
                    <a:pt x="1256519" y="632039"/>
                  </a:lnTo>
                  <a:lnTo>
                    <a:pt x="1266263" y="634652"/>
                  </a:lnTo>
                  <a:lnTo>
                    <a:pt x="1276007" y="637252"/>
                  </a:lnTo>
                  <a:lnTo>
                    <a:pt x="1285736" y="639832"/>
                  </a:lnTo>
                  <a:lnTo>
                    <a:pt x="1295480" y="642383"/>
                  </a:lnTo>
                  <a:lnTo>
                    <a:pt x="1305224" y="644895"/>
                  </a:lnTo>
                  <a:lnTo>
                    <a:pt x="1314968" y="647358"/>
                  </a:lnTo>
                  <a:lnTo>
                    <a:pt x="1324697" y="649765"/>
                  </a:lnTo>
                  <a:lnTo>
                    <a:pt x="1334441" y="652105"/>
                  </a:lnTo>
                  <a:lnTo>
                    <a:pt x="1344185" y="654369"/>
                  </a:lnTo>
                  <a:lnTo>
                    <a:pt x="1353929" y="656551"/>
                  </a:lnTo>
                  <a:lnTo>
                    <a:pt x="1363658" y="658636"/>
                  </a:lnTo>
                  <a:lnTo>
                    <a:pt x="1373402" y="660621"/>
                  </a:lnTo>
                  <a:lnTo>
                    <a:pt x="1383146" y="662494"/>
                  </a:lnTo>
                  <a:lnTo>
                    <a:pt x="1392890" y="664247"/>
                  </a:lnTo>
                  <a:lnTo>
                    <a:pt x="1402619" y="665873"/>
                  </a:lnTo>
                  <a:lnTo>
                    <a:pt x="1412363" y="667360"/>
                  </a:lnTo>
                  <a:lnTo>
                    <a:pt x="1422106" y="668704"/>
                  </a:lnTo>
                  <a:lnTo>
                    <a:pt x="1431850" y="669893"/>
                  </a:lnTo>
                  <a:lnTo>
                    <a:pt x="1441594" y="670922"/>
                  </a:lnTo>
                  <a:lnTo>
                    <a:pt x="1451323" y="671783"/>
                  </a:lnTo>
                  <a:lnTo>
                    <a:pt x="1461067" y="672470"/>
                  </a:lnTo>
                  <a:lnTo>
                    <a:pt x="1470811" y="672974"/>
                  </a:lnTo>
                  <a:lnTo>
                    <a:pt x="1480555" y="673288"/>
                  </a:lnTo>
                  <a:lnTo>
                    <a:pt x="1490284" y="673407"/>
                  </a:lnTo>
                  <a:lnTo>
                    <a:pt x="1500028" y="673325"/>
                  </a:lnTo>
                  <a:lnTo>
                    <a:pt x="1509772" y="673038"/>
                  </a:lnTo>
                  <a:lnTo>
                    <a:pt x="1519516" y="672539"/>
                  </a:lnTo>
                  <a:lnTo>
                    <a:pt x="1529245" y="671822"/>
                  </a:lnTo>
                  <a:lnTo>
                    <a:pt x="1538989" y="670885"/>
                  </a:lnTo>
                  <a:lnTo>
                    <a:pt x="1548733" y="669723"/>
                  </a:lnTo>
                  <a:lnTo>
                    <a:pt x="1558477" y="668331"/>
                  </a:lnTo>
                  <a:lnTo>
                    <a:pt x="1568221" y="666709"/>
                  </a:lnTo>
                  <a:lnTo>
                    <a:pt x="1577950" y="664852"/>
                  </a:lnTo>
                  <a:lnTo>
                    <a:pt x="1587694" y="662757"/>
                  </a:lnTo>
                  <a:lnTo>
                    <a:pt x="1597438" y="660426"/>
                  </a:lnTo>
                  <a:lnTo>
                    <a:pt x="1607182" y="657853"/>
                  </a:lnTo>
                  <a:lnTo>
                    <a:pt x="1616911" y="655038"/>
                  </a:lnTo>
                  <a:lnTo>
                    <a:pt x="1626655" y="651983"/>
                  </a:lnTo>
                  <a:lnTo>
                    <a:pt x="1636399" y="648687"/>
                  </a:lnTo>
                  <a:lnTo>
                    <a:pt x="1646142" y="645148"/>
                  </a:lnTo>
                  <a:lnTo>
                    <a:pt x="1655872" y="641368"/>
                  </a:lnTo>
                  <a:lnTo>
                    <a:pt x="1665616" y="637350"/>
                  </a:lnTo>
                  <a:lnTo>
                    <a:pt x="1675359" y="633094"/>
                  </a:lnTo>
                  <a:lnTo>
                    <a:pt x="1685103" y="628603"/>
                  </a:lnTo>
                  <a:lnTo>
                    <a:pt x="1694832" y="623877"/>
                  </a:lnTo>
                  <a:lnTo>
                    <a:pt x="1704576" y="618922"/>
                  </a:lnTo>
                  <a:lnTo>
                    <a:pt x="1714320" y="613740"/>
                  </a:lnTo>
                  <a:lnTo>
                    <a:pt x="1724064" y="608333"/>
                  </a:lnTo>
                  <a:lnTo>
                    <a:pt x="1733808" y="602709"/>
                  </a:lnTo>
                  <a:lnTo>
                    <a:pt x="1743537" y="596868"/>
                  </a:lnTo>
                  <a:lnTo>
                    <a:pt x="1753281" y="590818"/>
                  </a:lnTo>
                  <a:lnTo>
                    <a:pt x="1763025" y="584562"/>
                  </a:lnTo>
                  <a:lnTo>
                    <a:pt x="1772769" y="578106"/>
                  </a:lnTo>
                  <a:lnTo>
                    <a:pt x="1782498" y="571455"/>
                  </a:lnTo>
                  <a:lnTo>
                    <a:pt x="1792242" y="564616"/>
                  </a:lnTo>
                  <a:lnTo>
                    <a:pt x="1801986" y="557596"/>
                  </a:lnTo>
                  <a:lnTo>
                    <a:pt x="1811730" y="550400"/>
                  </a:lnTo>
                  <a:lnTo>
                    <a:pt x="1821459" y="543034"/>
                  </a:lnTo>
                  <a:lnTo>
                    <a:pt x="1831203" y="535507"/>
                  </a:lnTo>
                  <a:lnTo>
                    <a:pt x="1840947" y="527823"/>
                  </a:lnTo>
                  <a:lnTo>
                    <a:pt x="1850691" y="519994"/>
                  </a:lnTo>
                  <a:lnTo>
                    <a:pt x="1860435" y="512023"/>
                  </a:lnTo>
                  <a:lnTo>
                    <a:pt x="1870164" y="503921"/>
                  </a:lnTo>
                  <a:lnTo>
                    <a:pt x="1879908" y="495694"/>
                  </a:lnTo>
                  <a:lnTo>
                    <a:pt x="1889652" y="487349"/>
                  </a:lnTo>
                  <a:lnTo>
                    <a:pt x="1899395" y="478897"/>
                  </a:lnTo>
                  <a:lnTo>
                    <a:pt x="1909124" y="470342"/>
                  </a:lnTo>
                  <a:lnTo>
                    <a:pt x="1918868" y="461696"/>
                  </a:lnTo>
                  <a:lnTo>
                    <a:pt x="1928612" y="452963"/>
                  </a:lnTo>
                  <a:lnTo>
                    <a:pt x="1938356" y="444157"/>
                  </a:lnTo>
                  <a:lnTo>
                    <a:pt x="1948085" y="435280"/>
                  </a:lnTo>
                  <a:lnTo>
                    <a:pt x="1957829" y="426345"/>
                  </a:lnTo>
                  <a:lnTo>
                    <a:pt x="1967573" y="417358"/>
                  </a:lnTo>
                  <a:lnTo>
                    <a:pt x="1977317" y="408327"/>
                  </a:lnTo>
                  <a:lnTo>
                    <a:pt x="1987046" y="399263"/>
                  </a:lnTo>
                  <a:lnTo>
                    <a:pt x="1996790" y="390170"/>
                  </a:lnTo>
                  <a:lnTo>
                    <a:pt x="2006534" y="381059"/>
                  </a:lnTo>
                  <a:lnTo>
                    <a:pt x="2016278" y="371937"/>
                  </a:lnTo>
                  <a:lnTo>
                    <a:pt x="2026022" y="362811"/>
                  </a:lnTo>
                  <a:lnTo>
                    <a:pt x="2035751" y="353691"/>
                  </a:lnTo>
                  <a:lnTo>
                    <a:pt x="2045495" y="344584"/>
                  </a:lnTo>
                  <a:lnTo>
                    <a:pt x="2055239" y="335497"/>
                  </a:lnTo>
                  <a:lnTo>
                    <a:pt x="2064983" y="326437"/>
                  </a:lnTo>
                  <a:lnTo>
                    <a:pt x="2074712" y="317412"/>
                  </a:lnTo>
                  <a:lnTo>
                    <a:pt x="2084456" y="308431"/>
                  </a:lnTo>
                  <a:lnTo>
                    <a:pt x="2094200" y="299498"/>
                  </a:lnTo>
                  <a:lnTo>
                    <a:pt x="2103944" y="290621"/>
                  </a:lnTo>
                  <a:lnTo>
                    <a:pt x="2113673" y="281808"/>
                  </a:lnTo>
                  <a:lnTo>
                    <a:pt x="2123417" y="273066"/>
                  </a:lnTo>
                  <a:lnTo>
                    <a:pt x="2133161" y="264397"/>
                  </a:lnTo>
                  <a:lnTo>
                    <a:pt x="2142905" y="255813"/>
                  </a:lnTo>
                  <a:lnTo>
                    <a:pt x="2152649" y="247316"/>
                  </a:lnTo>
                  <a:lnTo>
                    <a:pt x="2162377" y="238913"/>
                  </a:lnTo>
                  <a:lnTo>
                    <a:pt x="2172121" y="230611"/>
                  </a:lnTo>
                  <a:lnTo>
                    <a:pt x="2181865" y="222413"/>
                  </a:lnTo>
                  <a:lnTo>
                    <a:pt x="2191609" y="214326"/>
                  </a:lnTo>
                  <a:lnTo>
                    <a:pt x="2201338" y="206355"/>
                  </a:lnTo>
                  <a:lnTo>
                    <a:pt x="2211082" y="198504"/>
                  </a:lnTo>
                  <a:lnTo>
                    <a:pt x="2220826" y="190779"/>
                  </a:lnTo>
                  <a:lnTo>
                    <a:pt x="2230570" y="183182"/>
                  </a:lnTo>
                  <a:lnTo>
                    <a:pt x="2240299" y="175720"/>
                  </a:lnTo>
                  <a:lnTo>
                    <a:pt x="2250043" y="168394"/>
                  </a:lnTo>
                  <a:lnTo>
                    <a:pt x="2259787" y="161211"/>
                  </a:lnTo>
                  <a:lnTo>
                    <a:pt x="2269531" y="154172"/>
                  </a:lnTo>
                  <a:lnTo>
                    <a:pt x="2279260" y="147281"/>
                  </a:lnTo>
                  <a:lnTo>
                    <a:pt x="2289004" y="140542"/>
                  </a:lnTo>
                  <a:lnTo>
                    <a:pt x="2298748" y="133957"/>
                  </a:lnTo>
                  <a:lnTo>
                    <a:pt x="2308492" y="127528"/>
                  </a:lnTo>
                  <a:lnTo>
                    <a:pt x="2318236" y="121258"/>
                  </a:lnTo>
                  <a:lnTo>
                    <a:pt x="2327965" y="115150"/>
                  </a:lnTo>
                  <a:lnTo>
                    <a:pt x="2337709" y="109204"/>
                  </a:lnTo>
                  <a:lnTo>
                    <a:pt x="2347453" y="103423"/>
                  </a:lnTo>
                  <a:lnTo>
                    <a:pt x="2357197" y="97809"/>
                  </a:lnTo>
                  <a:lnTo>
                    <a:pt x="2366926" y="92362"/>
                  </a:lnTo>
                  <a:lnTo>
                    <a:pt x="2376670" y="87083"/>
                  </a:lnTo>
                  <a:lnTo>
                    <a:pt x="2386413" y="81974"/>
                  </a:lnTo>
                  <a:lnTo>
                    <a:pt x="2396157" y="77034"/>
                  </a:lnTo>
                  <a:lnTo>
                    <a:pt x="2405886" y="72265"/>
                  </a:lnTo>
                  <a:lnTo>
                    <a:pt x="2415630" y="67665"/>
                  </a:lnTo>
                  <a:lnTo>
                    <a:pt x="2425374" y="63236"/>
                  </a:lnTo>
                  <a:lnTo>
                    <a:pt x="2435118" y="58975"/>
                  </a:lnTo>
                  <a:lnTo>
                    <a:pt x="2444862" y="54885"/>
                  </a:lnTo>
                  <a:lnTo>
                    <a:pt x="2454591" y="50962"/>
                  </a:lnTo>
                  <a:lnTo>
                    <a:pt x="2464335" y="47207"/>
                  </a:lnTo>
                  <a:lnTo>
                    <a:pt x="2474079" y="43618"/>
                  </a:lnTo>
                  <a:lnTo>
                    <a:pt x="2483823" y="40193"/>
                  </a:lnTo>
                  <a:lnTo>
                    <a:pt x="2493552" y="36933"/>
                  </a:lnTo>
                  <a:lnTo>
                    <a:pt x="2503296" y="33833"/>
                  </a:lnTo>
                  <a:lnTo>
                    <a:pt x="2513040" y="30892"/>
                  </a:lnTo>
                  <a:lnTo>
                    <a:pt x="2522784" y="28108"/>
                  </a:lnTo>
                  <a:lnTo>
                    <a:pt x="2532513" y="25479"/>
                  </a:lnTo>
                  <a:lnTo>
                    <a:pt x="2542257" y="23003"/>
                  </a:lnTo>
                  <a:lnTo>
                    <a:pt x="2552001" y="20674"/>
                  </a:lnTo>
                  <a:lnTo>
                    <a:pt x="2561745" y="18493"/>
                  </a:lnTo>
                  <a:lnTo>
                    <a:pt x="2571474" y="16456"/>
                  </a:lnTo>
                  <a:lnTo>
                    <a:pt x="2581218" y="14558"/>
                  </a:lnTo>
                  <a:lnTo>
                    <a:pt x="2590962" y="12797"/>
                  </a:lnTo>
                  <a:lnTo>
                    <a:pt x="2600705" y="11170"/>
                  </a:lnTo>
                  <a:lnTo>
                    <a:pt x="2610449" y="9671"/>
                  </a:lnTo>
                  <a:lnTo>
                    <a:pt x="2620178" y="8300"/>
                  </a:lnTo>
                  <a:lnTo>
                    <a:pt x="2629922" y="7050"/>
                  </a:lnTo>
                  <a:lnTo>
                    <a:pt x="2639666" y="5918"/>
                  </a:lnTo>
                  <a:lnTo>
                    <a:pt x="2649410" y="4900"/>
                  </a:lnTo>
                  <a:lnTo>
                    <a:pt x="2659139" y="3991"/>
                  </a:lnTo>
                  <a:lnTo>
                    <a:pt x="2668883" y="3190"/>
                  </a:lnTo>
                  <a:lnTo>
                    <a:pt x="2678627" y="2488"/>
                  </a:lnTo>
                  <a:lnTo>
                    <a:pt x="2688371" y="1885"/>
                  </a:lnTo>
                  <a:lnTo>
                    <a:pt x="2698100" y="1372"/>
                  </a:lnTo>
                  <a:lnTo>
                    <a:pt x="2707844" y="949"/>
                  </a:lnTo>
                  <a:lnTo>
                    <a:pt x="2717588" y="609"/>
                  </a:lnTo>
                  <a:lnTo>
                    <a:pt x="2727332" y="349"/>
                  </a:lnTo>
                  <a:lnTo>
                    <a:pt x="2737076" y="164"/>
                  </a:lnTo>
                  <a:lnTo>
                    <a:pt x="2746805" y="48"/>
                  </a:lnTo>
                  <a:lnTo>
                    <a:pt x="2756549" y="0"/>
                  </a:lnTo>
                  <a:lnTo>
                    <a:pt x="2766293" y="12"/>
                  </a:lnTo>
                  <a:lnTo>
                    <a:pt x="2776037" y="82"/>
                  </a:lnTo>
                  <a:lnTo>
                    <a:pt x="2785766" y="206"/>
                  </a:lnTo>
                  <a:lnTo>
                    <a:pt x="2795510" y="378"/>
                  </a:lnTo>
                  <a:lnTo>
                    <a:pt x="2805254" y="596"/>
                  </a:lnTo>
                  <a:lnTo>
                    <a:pt x="2814998" y="855"/>
                  </a:lnTo>
                  <a:lnTo>
                    <a:pt x="2824727" y="1152"/>
                  </a:lnTo>
                  <a:lnTo>
                    <a:pt x="2834471" y="1481"/>
                  </a:lnTo>
                  <a:lnTo>
                    <a:pt x="2844215" y="1840"/>
                  </a:lnTo>
                  <a:lnTo>
                    <a:pt x="2853958" y="2227"/>
                  </a:lnTo>
                  <a:lnTo>
                    <a:pt x="2863687" y="2637"/>
                  </a:lnTo>
                  <a:lnTo>
                    <a:pt x="2873431" y="3068"/>
                  </a:lnTo>
                  <a:lnTo>
                    <a:pt x="2883175" y="3516"/>
                  </a:lnTo>
                  <a:lnTo>
                    <a:pt x="2892919" y="3978"/>
                  </a:lnTo>
                  <a:lnTo>
                    <a:pt x="2902663" y="4453"/>
                  </a:lnTo>
                  <a:lnTo>
                    <a:pt x="2912392" y="493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2" name="Freeform 641">
              <a:extLst>
                <a:ext uri="{FF2B5EF4-FFF2-40B4-BE49-F238E27FC236}">
                  <a16:creationId xmlns:a16="http://schemas.microsoft.com/office/drawing/2014/main" id="{08152F24-051D-0EAE-7CA0-F02BB58A72F9}"/>
                </a:ext>
              </a:extLst>
            </p:cNvPr>
            <p:cNvSpPr/>
            <p:nvPr/>
          </p:nvSpPr>
          <p:spPr>
            <a:xfrm>
              <a:off x="576446" y="3365974"/>
              <a:ext cx="2912392" cy="689238"/>
            </a:xfrm>
            <a:custGeom>
              <a:avLst/>
              <a:gdLst>
                <a:gd name="connsiteX0" fmla="*/ 0 w 2912392"/>
                <a:gd name="connsiteY0" fmla="*/ 281366 h 689238"/>
                <a:gd name="connsiteX1" fmla="*/ 9739 w 2912392"/>
                <a:gd name="connsiteY1" fmla="*/ 285964 h 689238"/>
                <a:gd name="connsiteX2" fmla="*/ 19480 w 2912392"/>
                <a:gd name="connsiteY2" fmla="*/ 290737 h 689238"/>
                <a:gd name="connsiteX3" fmla="*/ 29221 w 2912392"/>
                <a:gd name="connsiteY3" fmla="*/ 295682 h 689238"/>
                <a:gd name="connsiteX4" fmla="*/ 38961 w 2912392"/>
                <a:gd name="connsiteY4" fmla="*/ 300796 h 689238"/>
                <a:gd name="connsiteX5" fmla="*/ 48702 w 2912392"/>
                <a:gd name="connsiteY5" fmla="*/ 306076 h 689238"/>
                <a:gd name="connsiteX6" fmla="*/ 58443 w 2912392"/>
                <a:gd name="connsiteY6" fmla="*/ 311515 h 689238"/>
                <a:gd name="connsiteX7" fmla="*/ 68182 w 2912392"/>
                <a:gd name="connsiteY7" fmla="*/ 317111 h 689238"/>
                <a:gd name="connsiteX8" fmla="*/ 77923 w 2912392"/>
                <a:gd name="connsiteY8" fmla="*/ 322860 h 689238"/>
                <a:gd name="connsiteX9" fmla="*/ 87664 w 2912392"/>
                <a:gd name="connsiteY9" fmla="*/ 328755 h 689238"/>
                <a:gd name="connsiteX10" fmla="*/ 97404 w 2912392"/>
                <a:gd name="connsiteY10" fmla="*/ 334791 h 689238"/>
                <a:gd name="connsiteX11" fmla="*/ 107145 w 2912392"/>
                <a:gd name="connsiteY11" fmla="*/ 340962 h 689238"/>
                <a:gd name="connsiteX12" fmla="*/ 116886 w 2912392"/>
                <a:gd name="connsiteY12" fmla="*/ 347262 h 689238"/>
                <a:gd name="connsiteX13" fmla="*/ 126625 w 2912392"/>
                <a:gd name="connsiteY13" fmla="*/ 353684 h 689238"/>
                <a:gd name="connsiteX14" fmla="*/ 136366 w 2912392"/>
                <a:gd name="connsiteY14" fmla="*/ 360222 h 689238"/>
                <a:gd name="connsiteX15" fmla="*/ 146107 w 2912392"/>
                <a:gd name="connsiteY15" fmla="*/ 366868 h 689238"/>
                <a:gd name="connsiteX16" fmla="*/ 155846 w 2912392"/>
                <a:gd name="connsiteY16" fmla="*/ 373616 h 689238"/>
                <a:gd name="connsiteX17" fmla="*/ 165587 w 2912392"/>
                <a:gd name="connsiteY17" fmla="*/ 380454 h 689238"/>
                <a:gd name="connsiteX18" fmla="*/ 175328 w 2912392"/>
                <a:gd name="connsiteY18" fmla="*/ 387380 h 689238"/>
                <a:gd name="connsiteX19" fmla="*/ 185068 w 2912392"/>
                <a:gd name="connsiteY19" fmla="*/ 394381 h 689238"/>
                <a:gd name="connsiteX20" fmla="*/ 194809 w 2912392"/>
                <a:gd name="connsiteY20" fmla="*/ 401450 h 689238"/>
                <a:gd name="connsiteX21" fmla="*/ 204550 w 2912392"/>
                <a:gd name="connsiteY21" fmla="*/ 408578 h 689238"/>
                <a:gd name="connsiteX22" fmla="*/ 214289 w 2912392"/>
                <a:gd name="connsiteY22" fmla="*/ 415755 h 689238"/>
                <a:gd name="connsiteX23" fmla="*/ 224030 w 2912392"/>
                <a:gd name="connsiteY23" fmla="*/ 422975 h 689238"/>
                <a:gd name="connsiteX24" fmla="*/ 233771 w 2912392"/>
                <a:gd name="connsiteY24" fmla="*/ 430224 h 689238"/>
                <a:gd name="connsiteX25" fmla="*/ 243510 w 2912392"/>
                <a:gd name="connsiteY25" fmla="*/ 437498 h 689238"/>
                <a:gd name="connsiteX26" fmla="*/ 253251 w 2912392"/>
                <a:gd name="connsiteY26" fmla="*/ 444784 h 689238"/>
                <a:gd name="connsiteX27" fmla="*/ 262992 w 2912392"/>
                <a:gd name="connsiteY27" fmla="*/ 452072 h 689238"/>
                <a:gd name="connsiteX28" fmla="*/ 272732 w 2912392"/>
                <a:gd name="connsiteY28" fmla="*/ 459355 h 689238"/>
                <a:gd name="connsiteX29" fmla="*/ 282473 w 2912392"/>
                <a:gd name="connsiteY29" fmla="*/ 466621 h 689238"/>
                <a:gd name="connsiteX30" fmla="*/ 292214 w 2912392"/>
                <a:gd name="connsiteY30" fmla="*/ 473862 h 689238"/>
                <a:gd name="connsiteX31" fmla="*/ 301953 w 2912392"/>
                <a:gd name="connsiteY31" fmla="*/ 481067 h 689238"/>
                <a:gd name="connsiteX32" fmla="*/ 311694 w 2912392"/>
                <a:gd name="connsiteY32" fmla="*/ 488229 h 689238"/>
                <a:gd name="connsiteX33" fmla="*/ 321435 w 2912392"/>
                <a:gd name="connsiteY33" fmla="*/ 495337 h 689238"/>
                <a:gd name="connsiteX34" fmla="*/ 331175 w 2912392"/>
                <a:gd name="connsiteY34" fmla="*/ 502382 h 689238"/>
                <a:gd name="connsiteX35" fmla="*/ 340916 w 2912392"/>
                <a:gd name="connsiteY35" fmla="*/ 509356 h 689238"/>
                <a:gd name="connsiteX36" fmla="*/ 350656 w 2912392"/>
                <a:gd name="connsiteY36" fmla="*/ 516248 h 689238"/>
                <a:gd name="connsiteX37" fmla="*/ 360396 w 2912392"/>
                <a:gd name="connsiteY37" fmla="*/ 523051 h 689238"/>
                <a:gd name="connsiteX38" fmla="*/ 370137 w 2912392"/>
                <a:gd name="connsiteY38" fmla="*/ 529759 h 689238"/>
                <a:gd name="connsiteX39" fmla="*/ 379878 w 2912392"/>
                <a:gd name="connsiteY39" fmla="*/ 536359 h 689238"/>
                <a:gd name="connsiteX40" fmla="*/ 389617 w 2912392"/>
                <a:gd name="connsiteY40" fmla="*/ 542847 h 689238"/>
                <a:gd name="connsiteX41" fmla="*/ 399358 w 2912392"/>
                <a:gd name="connsiteY41" fmla="*/ 549217 h 689238"/>
                <a:gd name="connsiteX42" fmla="*/ 409099 w 2912392"/>
                <a:gd name="connsiteY42" fmla="*/ 555456 h 689238"/>
                <a:gd name="connsiteX43" fmla="*/ 418839 w 2912392"/>
                <a:gd name="connsiteY43" fmla="*/ 561565 h 689238"/>
                <a:gd name="connsiteX44" fmla="*/ 428580 w 2912392"/>
                <a:gd name="connsiteY44" fmla="*/ 567532 h 689238"/>
                <a:gd name="connsiteX45" fmla="*/ 438321 w 2912392"/>
                <a:gd name="connsiteY45" fmla="*/ 573355 h 689238"/>
                <a:gd name="connsiteX46" fmla="*/ 448060 w 2912392"/>
                <a:gd name="connsiteY46" fmla="*/ 579025 h 689238"/>
                <a:gd name="connsiteX47" fmla="*/ 457801 w 2912392"/>
                <a:gd name="connsiteY47" fmla="*/ 584541 h 689238"/>
                <a:gd name="connsiteX48" fmla="*/ 467542 w 2912392"/>
                <a:gd name="connsiteY48" fmla="*/ 589897 h 689238"/>
                <a:gd name="connsiteX49" fmla="*/ 477281 w 2912392"/>
                <a:gd name="connsiteY49" fmla="*/ 595089 h 689238"/>
                <a:gd name="connsiteX50" fmla="*/ 487022 w 2912392"/>
                <a:gd name="connsiteY50" fmla="*/ 600115 h 689238"/>
                <a:gd name="connsiteX51" fmla="*/ 496763 w 2912392"/>
                <a:gd name="connsiteY51" fmla="*/ 604970 h 689238"/>
                <a:gd name="connsiteX52" fmla="*/ 506503 w 2912392"/>
                <a:gd name="connsiteY52" fmla="*/ 609653 h 689238"/>
                <a:gd name="connsiteX53" fmla="*/ 516244 w 2912392"/>
                <a:gd name="connsiteY53" fmla="*/ 614163 h 689238"/>
                <a:gd name="connsiteX54" fmla="*/ 525985 w 2912392"/>
                <a:gd name="connsiteY54" fmla="*/ 618497 h 689238"/>
                <a:gd name="connsiteX55" fmla="*/ 535724 w 2912392"/>
                <a:gd name="connsiteY55" fmla="*/ 622654 h 689238"/>
                <a:gd name="connsiteX56" fmla="*/ 545465 w 2912392"/>
                <a:gd name="connsiteY56" fmla="*/ 626635 h 689238"/>
                <a:gd name="connsiteX57" fmla="*/ 555206 w 2912392"/>
                <a:gd name="connsiteY57" fmla="*/ 630440 h 689238"/>
                <a:gd name="connsiteX58" fmla="*/ 564946 w 2912392"/>
                <a:gd name="connsiteY58" fmla="*/ 634069 h 689238"/>
                <a:gd name="connsiteX59" fmla="*/ 574687 w 2912392"/>
                <a:gd name="connsiteY59" fmla="*/ 637526 h 689238"/>
                <a:gd name="connsiteX60" fmla="*/ 584428 w 2912392"/>
                <a:gd name="connsiteY60" fmla="*/ 640808 h 689238"/>
                <a:gd name="connsiteX61" fmla="*/ 594167 w 2912392"/>
                <a:gd name="connsiteY61" fmla="*/ 643921 h 689238"/>
                <a:gd name="connsiteX62" fmla="*/ 603908 w 2912392"/>
                <a:gd name="connsiteY62" fmla="*/ 646866 h 689238"/>
                <a:gd name="connsiteX63" fmla="*/ 613649 w 2912392"/>
                <a:gd name="connsiteY63" fmla="*/ 649652 h 689238"/>
                <a:gd name="connsiteX64" fmla="*/ 623388 w 2912392"/>
                <a:gd name="connsiteY64" fmla="*/ 652260 h 689238"/>
                <a:gd name="connsiteX65" fmla="*/ 633129 w 2912392"/>
                <a:gd name="connsiteY65" fmla="*/ 654718 h 689238"/>
                <a:gd name="connsiteX66" fmla="*/ 642870 w 2912392"/>
                <a:gd name="connsiteY66" fmla="*/ 657027 h 689238"/>
                <a:gd name="connsiteX67" fmla="*/ 652610 w 2912392"/>
                <a:gd name="connsiteY67" fmla="*/ 659188 h 689238"/>
                <a:gd name="connsiteX68" fmla="*/ 662351 w 2912392"/>
                <a:gd name="connsiteY68" fmla="*/ 661214 h 689238"/>
                <a:gd name="connsiteX69" fmla="*/ 672092 w 2912392"/>
                <a:gd name="connsiteY69" fmla="*/ 663076 h 689238"/>
                <a:gd name="connsiteX70" fmla="*/ 681831 w 2912392"/>
                <a:gd name="connsiteY70" fmla="*/ 664819 h 689238"/>
                <a:gd name="connsiteX71" fmla="*/ 691572 w 2912392"/>
                <a:gd name="connsiteY71" fmla="*/ 666443 h 689238"/>
                <a:gd name="connsiteX72" fmla="*/ 701313 w 2912392"/>
                <a:gd name="connsiteY72" fmla="*/ 667933 h 689238"/>
                <a:gd name="connsiteX73" fmla="*/ 711052 w 2912392"/>
                <a:gd name="connsiteY73" fmla="*/ 669304 h 689238"/>
                <a:gd name="connsiteX74" fmla="*/ 720793 w 2912392"/>
                <a:gd name="connsiteY74" fmla="*/ 670570 h 689238"/>
                <a:gd name="connsiteX75" fmla="*/ 730534 w 2912392"/>
                <a:gd name="connsiteY75" fmla="*/ 671733 h 689238"/>
                <a:gd name="connsiteX76" fmla="*/ 740274 w 2912392"/>
                <a:gd name="connsiteY76" fmla="*/ 672805 h 689238"/>
                <a:gd name="connsiteX77" fmla="*/ 750015 w 2912392"/>
                <a:gd name="connsiteY77" fmla="*/ 673774 h 689238"/>
                <a:gd name="connsiteX78" fmla="*/ 759756 w 2912392"/>
                <a:gd name="connsiteY78" fmla="*/ 674668 h 689238"/>
                <a:gd name="connsiteX79" fmla="*/ 769495 w 2912392"/>
                <a:gd name="connsiteY79" fmla="*/ 675487 h 689238"/>
                <a:gd name="connsiteX80" fmla="*/ 779236 w 2912392"/>
                <a:gd name="connsiteY80" fmla="*/ 676217 h 689238"/>
                <a:gd name="connsiteX81" fmla="*/ 788977 w 2912392"/>
                <a:gd name="connsiteY81" fmla="*/ 676902 h 689238"/>
                <a:gd name="connsiteX82" fmla="*/ 798717 w 2912392"/>
                <a:gd name="connsiteY82" fmla="*/ 677513 h 689238"/>
                <a:gd name="connsiteX83" fmla="*/ 808458 w 2912392"/>
                <a:gd name="connsiteY83" fmla="*/ 678079 h 689238"/>
                <a:gd name="connsiteX84" fmla="*/ 818199 w 2912392"/>
                <a:gd name="connsiteY84" fmla="*/ 678586 h 689238"/>
                <a:gd name="connsiteX85" fmla="*/ 827938 w 2912392"/>
                <a:gd name="connsiteY85" fmla="*/ 679063 h 689238"/>
                <a:gd name="connsiteX86" fmla="*/ 837679 w 2912392"/>
                <a:gd name="connsiteY86" fmla="*/ 679495 h 689238"/>
                <a:gd name="connsiteX87" fmla="*/ 847420 w 2912392"/>
                <a:gd name="connsiteY87" fmla="*/ 679897 h 689238"/>
                <a:gd name="connsiteX88" fmla="*/ 857159 w 2912392"/>
                <a:gd name="connsiteY88" fmla="*/ 680285 h 689238"/>
                <a:gd name="connsiteX89" fmla="*/ 866900 w 2912392"/>
                <a:gd name="connsiteY89" fmla="*/ 680642 h 689238"/>
                <a:gd name="connsiteX90" fmla="*/ 876641 w 2912392"/>
                <a:gd name="connsiteY90" fmla="*/ 680985 h 689238"/>
                <a:gd name="connsiteX91" fmla="*/ 886381 w 2912392"/>
                <a:gd name="connsiteY91" fmla="*/ 681298 h 689238"/>
                <a:gd name="connsiteX92" fmla="*/ 896122 w 2912392"/>
                <a:gd name="connsiteY92" fmla="*/ 681625 h 689238"/>
                <a:gd name="connsiteX93" fmla="*/ 905863 w 2912392"/>
                <a:gd name="connsiteY93" fmla="*/ 681938 h 689238"/>
                <a:gd name="connsiteX94" fmla="*/ 915602 w 2912392"/>
                <a:gd name="connsiteY94" fmla="*/ 682236 h 689238"/>
                <a:gd name="connsiteX95" fmla="*/ 925343 w 2912392"/>
                <a:gd name="connsiteY95" fmla="*/ 682549 h 689238"/>
                <a:gd name="connsiteX96" fmla="*/ 935084 w 2912392"/>
                <a:gd name="connsiteY96" fmla="*/ 682862 h 689238"/>
                <a:gd name="connsiteX97" fmla="*/ 944824 w 2912392"/>
                <a:gd name="connsiteY97" fmla="*/ 683175 h 689238"/>
                <a:gd name="connsiteX98" fmla="*/ 954564 w 2912392"/>
                <a:gd name="connsiteY98" fmla="*/ 683488 h 689238"/>
                <a:gd name="connsiteX99" fmla="*/ 964305 w 2912392"/>
                <a:gd name="connsiteY99" fmla="*/ 683801 h 689238"/>
                <a:gd name="connsiteX100" fmla="*/ 974045 w 2912392"/>
                <a:gd name="connsiteY100" fmla="*/ 684128 h 689238"/>
                <a:gd name="connsiteX101" fmla="*/ 983786 w 2912392"/>
                <a:gd name="connsiteY101" fmla="*/ 684471 h 689238"/>
                <a:gd name="connsiteX102" fmla="*/ 993522 w 2912392"/>
                <a:gd name="connsiteY102" fmla="*/ 684814 h 689238"/>
                <a:gd name="connsiteX103" fmla="*/ 1003266 w 2912392"/>
                <a:gd name="connsiteY103" fmla="*/ 685157 h 689238"/>
                <a:gd name="connsiteX104" fmla="*/ 1013010 w 2912392"/>
                <a:gd name="connsiteY104" fmla="*/ 685499 h 689238"/>
                <a:gd name="connsiteX105" fmla="*/ 1022754 w 2912392"/>
                <a:gd name="connsiteY105" fmla="*/ 685857 h 689238"/>
                <a:gd name="connsiteX106" fmla="*/ 1032483 w 2912392"/>
                <a:gd name="connsiteY106" fmla="*/ 686199 h 689238"/>
                <a:gd name="connsiteX107" fmla="*/ 1042227 w 2912392"/>
                <a:gd name="connsiteY107" fmla="*/ 686557 h 689238"/>
                <a:gd name="connsiteX108" fmla="*/ 1051971 w 2912392"/>
                <a:gd name="connsiteY108" fmla="*/ 686900 h 689238"/>
                <a:gd name="connsiteX109" fmla="*/ 1061715 w 2912392"/>
                <a:gd name="connsiteY109" fmla="*/ 687228 h 689238"/>
                <a:gd name="connsiteX110" fmla="*/ 1071444 w 2912392"/>
                <a:gd name="connsiteY110" fmla="*/ 687555 h 689238"/>
                <a:gd name="connsiteX111" fmla="*/ 1081188 w 2912392"/>
                <a:gd name="connsiteY111" fmla="*/ 687868 h 689238"/>
                <a:gd name="connsiteX112" fmla="*/ 1090932 w 2912392"/>
                <a:gd name="connsiteY112" fmla="*/ 688151 h 689238"/>
                <a:gd name="connsiteX113" fmla="*/ 1100676 w 2912392"/>
                <a:gd name="connsiteY113" fmla="*/ 688419 h 689238"/>
                <a:gd name="connsiteX114" fmla="*/ 1110405 w 2912392"/>
                <a:gd name="connsiteY114" fmla="*/ 688658 h 689238"/>
                <a:gd name="connsiteX115" fmla="*/ 1120149 w 2912392"/>
                <a:gd name="connsiteY115" fmla="*/ 688866 h 689238"/>
                <a:gd name="connsiteX116" fmla="*/ 1129893 w 2912392"/>
                <a:gd name="connsiteY116" fmla="*/ 689030 h 689238"/>
                <a:gd name="connsiteX117" fmla="*/ 1139637 w 2912392"/>
                <a:gd name="connsiteY117" fmla="*/ 689149 h 689238"/>
                <a:gd name="connsiteX118" fmla="*/ 1149381 w 2912392"/>
                <a:gd name="connsiteY118" fmla="*/ 689224 h 689238"/>
                <a:gd name="connsiteX119" fmla="*/ 1159110 w 2912392"/>
                <a:gd name="connsiteY119" fmla="*/ 689239 h 689238"/>
                <a:gd name="connsiteX120" fmla="*/ 1168854 w 2912392"/>
                <a:gd name="connsiteY120" fmla="*/ 689194 h 689238"/>
                <a:gd name="connsiteX121" fmla="*/ 1178598 w 2912392"/>
                <a:gd name="connsiteY121" fmla="*/ 689090 h 689238"/>
                <a:gd name="connsiteX122" fmla="*/ 1188341 w 2912392"/>
                <a:gd name="connsiteY122" fmla="*/ 688896 h 689238"/>
                <a:gd name="connsiteX123" fmla="*/ 1198070 w 2912392"/>
                <a:gd name="connsiteY123" fmla="*/ 688628 h 689238"/>
                <a:gd name="connsiteX124" fmla="*/ 1207814 w 2912392"/>
                <a:gd name="connsiteY124" fmla="*/ 688285 h 689238"/>
                <a:gd name="connsiteX125" fmla="*/ 1217558 w 2912392"/>
                <a:gd name="connsiteY125" fmla="*/ 687838 h 689238"/>
                <a:gd name="connsiteX126" fmla="*/ 1227302 w 2912392"/>
                <a:gd name="connsiteY126" fmla="*/ 687287 h 689238"/>
                <a:gd name="connsiteX127" fmla="*/ 1237031 w 2912392"/>
                <a:gd name="connsiteY127" fmla="*/ 686632 h 689238"/>
                <a:gd name="connsiteX128" fmla="*/ 1246775 w 2912392"/>
                <a:gd name="connsiteY128" fmla="*/ 685872 h 689238"/>
                <a:gd name="connsiteX129" fmla="*/ 1256519 w 2912392"/>
                <a:gd name="connsiteY129" fmla="*/ 684993 h 689238"/>
                <a:gd name="connsiteX130" fmla="*/ 1266263 w 2912392"/>
                <a:gd name="connsiteY130" fmla="*/ 683994 h 689238"/>
                <a:gd name="connsiteX131" fmla="*/ 1276007 w 2912392"/>
                <a:gd name="connsiteY131" fmla="*/ 682862 h 689238"/>
                <a:gd name="connsiteX132" fmla="*/ 1285736 w 2912392"/>
                <a:gd name="connsiteY132" fmla="*/ 681596 h 689238"/>
                <a:gd name="connsiteX133" fmla="*/ 1295480 w 2912392"/>
                <a:gd name="connsiteY133" fmla="*/ 680195 h 689238"/>
                <a:gd name="connsiteX134" fmla="*/ 1305224 w 2912392"/>
                <a:gd name="connsiteY134" fmla="*/ 678646 h 689238"/>
                <a:gd name="connsiteX135" fmla="*/ 1314968 w 2912392"/>
                <a:gd name="connsiteY135" fmla="*/ 676947 h 689238"/>
                <a:gd name="connsiteX136" fmla="*/ 1324697 w 2912392"/>
                <a:gd name="connsiteY136" fmla="*/ 675085 h 689238"/>
                <a:gd name="connsiteX137" fmla="*/ 1334441 w 2912392"/>
                <a:gd name="connsiteY137" fmla="*/ 673073 h 689238"/>
                <a:gd name="connsiteX138" fmla="*/ 1344185 w 2912392"/>
                <a:gd name="connsiteY138" fmla="*/ 670883 h 689238"/>
                <a:gd name="connsiteX139" fmla="*/ 1353929 w 2912392"/>
                <a:gd name="connsiteY139" fmla="*/ 668544 h 689238"/>
                <a:gd name="connsiteX140" fmla="*/ 1363658 w 2912392"/>
                <a:gd name="connsiteY140" fmla="*/ 666026 h 689238"/>
                <a:gd name="connsiteX141" fmla="*/ 1373402 w 2912392"/>
                <a:gd name="connsiteY141" fmla="*/ 663330 h 689238"/>
                <a:gd name="connsiteX142" fmla="*/ 1383146 w 2912392"/>
                <a:gd name="connsiteY142" fmla="*/ 660469 h 689238"/>
                <a:gd name="connsiteX143" fmla="*/ 1392890 w 2912392"/>
                <a:gd name="connsiteY143" fmla="*/ 657415 h 689238"/>
                <a:gd name="connsiteX144" fmla="*/ 1402619 w 2912392"/>
                <a:gd name="connsiteY144" fmla="*/ 654196 h 689238"/>
                <a:gd name="connsiteX145" fmla="*/ 1412363 w 2912392"/>
                <a:gd name="connsiteY145" fmla="*/ 650785 h 689238"/>
                <a:gd name="connsiteX146" fmla="*/ 1422106 w 2912392"/>
                <a:gd name="connsiteY146" fmla="*/ 647189 h 689238"/>
                <a:gd name="connsiteX147" fmla="*/ 1431850 w 2912392"/>
                <a:gd name="connsiteY147" fmla="*/ 643416 h 689238"/>
                <a:gd name="connsiteX148" fmla="*/ 1441594 w 2912392"/>
                <a:gd name="connsiteY148" fmla="*/ 639458 h 689238"/>
                <a:gd name="connsiteX149" fmla="*/ 1451323 w 2912392"/>
                <a:gd name="connsiteY149" fmla="*/ 635318 h 689238"/>
                <a:gd name="connsiteX150" fmla="*/ 1461067 w 2912392"/>
                <a:gd name="connsiteY150" fmla="*/ 630996 h 689238"/>
                <a:gd name="connsiteX151" fmla="*/ 1470811 w 2912392"/>
                <a:gd name="connsiteY151" fmla="*/ 626495 h 689238"/>
                <a:gd name="connsiteX152" fmla="*/ 1480555 w 2912392"/>
                <a:gd name="connsiteY152" fmla="*/ 621815 h 689238"/>
                <a:gd name="connsiteX153" fmla="*/ 1490284 w 2912392"/>
                <a:gd name="connsiteY153" fmla="*/ 616959 h 689238"/>
                <a:gd name="connsiteX154" fmla="*/ 1500028 w 2912392"/>
                <a:gd name="connsiteY154" fmla="*/ 611932 h 689238"/>
                <a:gd name="connsiteX155" fmla="*/ 1509772 w 2912392"/>
                <a:gd name="connsiteY155" fmla="*/ 606734 h 689238"/>
                <a:gd name="connsiteX156" fmla="*/ 1519516 w 2912392"/>
                <a:gd name="connsiteY156" fmla="*/ 601372 h 689238"/>
                <a:gd name="connsiteX157" fmla="*/ 1529245 w 2912392"/>
                <a:gd name="connsiteY157" fmla="*/ 595848 h 689238"/>
                <a:gd name="connsiteX158" fmla="*/ 1538989 w 2912392"/>
                <a:gd name="connsiteY158" fmla="*/ 590167 h 689238"/>
                <a:gd name="connsiteX159" fmla="*/ 1548733 w 2912392"/>
                <a:gd name="connsiteY159" fmla="*/ 584335 h 689238"/>
                <a:gd name="connsiteX160" fmla="*/ 1558477 w 2912392"/>
                <a:gd name="connsiteY160" fmla="*/ 578359 h 689238"/>
                <a:gd name="connsiteX161" fmla="*/ 1568221 w 2912392"/>
                <a:gd name="connsiteY161" fmla="*/ 572243 h 689238"/>
                <a:gd name="connsiteX162" fmla="*/ 1577950 w 2912392"/>
                <a:gd name="connsiteY162" fmla="*/ 565994 h 689238"/>
                <a:gd name="connsiteX163" fmla="*/ 1587694 w 2912392"/>
                <a:gd name="connsiteY163" fmla="*/ 559621 h 689238"/>
                <a:gd name="connsiteX164" fmla="*/ 1597438 w 2912392"/>
                <a:gd name="connsiteY164" fmla="*/ 553128 h 689238"/>
                <a:gd name="connsiteX165" fmla="*/ 1607182 w 2912392"/>
                <a:gd name="connsiteY165" fmla="*/ 546524 h 689238"/>
                <a:gd name="connsiteX166" fmla="*/ 1616911 w 2912392"/>
                <a:gd name="connsiteY166" fmla="*/ 539818 h 689238"/>
                <a:gd name="connsiteX167" fmla="*/ 1626655 w 2912392"/>
                <a:gd name="connsiteY167" fmla="*/ 533017 h 689238"/>
                <a:gd name="connsiteX168" fmla="*/ 1636399 w 2912392"/>
                <a:gd name="connsiteY168" fmla="*/ 526131 h 689238"/>
                <a:gd name="connsiteX169" fmla="*/ 1646142 w 2912392"/>
                <a:gd name="connsiteY169" fmla="*/ 519167 h 689238"/>
                <a:gd name="connsiteX170" fmla="*/ 1655872 w 2912392"/>
                <a:gd name="connsiteY170" fmla="*/ 512135 h 689238"/>
                <a:gd name="connsiteX171" fmla="*/ 1665616 w 2912392"/>
                <a:gd name="connsiteY171" fmla="*/ 505044 h 689238"/>
                <a:gd name="connsiteX172" fmla="*/ 1675359 w 2912392"/>
                <a:gd name="connsiteY172" fmla="*/ 497903 h 689238"/>
                <a:gd name="connsiteX173" fmla="*/ 1685103 w 2912392"/>
                <a:gd name="connsiteY173" fmla="*/ 490723 h 689238"/>
                <a:gd name="connsiteX174" fmla="*/ 1694832 w 2912392"/>
                <a:gd name="connsiteY174" fmla="*/ 483512 h 689238"/>
                <a:gd name="connsiteX175" fmla="*/ 1704576 w 2912392"/>
                <a:gd name="connsiteY175" fmla="*/ 476280 h 689238"/>
                <a:gd name="connsiteX176" fmla="*/ 1714320 w 2912392"/>
                <a:gd name="connsiteY176" fmla="*/ 469039 h 689238"/>
                <a:gd name="connsiteX177" fmla="*/ 1724064 w 2912392"/>
                <a:gd name="connsiteY177" fmla="*/ 461795 h 689238"/>
                <a:gd name="connsiteX178" fmla="*/ 1733808 w 2912392"/>
                <a:gd name="connsiteY178" fmla="*/ 454561 h 689238"/>
                <a:gd name="connsiteX179" fmla="*/ 1743537 w 2912392"/>
                <a:gd name="connsiteY179" fmla="*/ 447343 h 689238"/>
                <a:gd name="connsiteX180" fmla="*/ 1753281 w 2912392"/>
                <a:gd name="connsiteY180" fmla="*/ 440155 h 689238"/>
                <a:gd name="connsiteX181" fmla="*/ 1763025 w 2912392"/>
                <a:gd name="connsiteY181" fmla="*/ 433002 h 689238"/>
                <a:gd name="connsiteX182" fmla="*/ 1772769 w 2912392"/>
                <a:gd name="connsiteY182" fmla="*/ 425896 h 689238"/>
                <a:gd name="connsiteX183" fmla="*/ 1782498 w 2912392"/>
                <a:gd name="connsiteY183" fmla="*/ 418845 h 689238"/>
                <a:gd name="connsiteX184" fmla="*/ 1792242 w 2912392"/>
                <a:gd name="connsiteY184" fmla="*/ 411859 h 689238"/>
                <a:gd name="connsiteX185" fmla="*/ 1801986 w 2912392"/>
                <a:gd name="connsiteY185" fmla="*/ 404944 h 689238"/>
                <a:gd name="connsiteX186" fmla="*/ 1811730 w 2912392"/>
                <a:gd name="connsiteY186" fmla="*/ 398111 h 689238"/>
                <a:gd name="connsiteX187" fmla="*/ 1821459 w 2912392"/>
                <a:gd name="connsiteY187" fmla="*/ 391365 h 689238"/>
                <a:gd name="connsiteX188" fmla="*/ 1831203 w 2912392"/>
                <a:gd name="connsiteY188" fmla="*/ 384717 h 689238"/>
                <a:gd name="connsiteX189" fmla="*/ 1840947 w 2912392"/>
                <a:gd name="connsiteY189" fmla="*/ 378170 h 689238"/>
                <a:gd name="connsiteX190" fmla="*/ 1850691 w 2912392"/>
                <a:gd name="connsiteY190" fmla="*/ 371734 h 689238"/>
                <a:gd name="connsiteX191" fmla="*/ 1860435 w 2912392"/>
                <a:gd name="connsiteY191" fmla="*/ 365414 h 689238"/>
                <a:gd name="connsiteX192" fmla="*/ 1870164 w 2912392"/>
                <a:gd name="connsiteY192" fmla="*/ 359216 h 689238"/>
                <a:gd name="connsiteX193" fmla="*/ 1879908 w 2912392"/>
                <a:gd name="connsiteY193" fmla="*/ 353145 h 689238"/>
                <a:gd name="connsiteX194" fmla="*/ 1889652 w 2912392"/>
                <a:gd name="connsiteY194" fmla="*/ 347204 h 689238"/>
                <a:gd name="connsiteX195" fmla="*/ 1899395 w 2912392"/>
                <a:gd name="connsiteY195" fmla="*/ 341401 h 689238"/>
                <a:gd name="connsiteX196" fmla="*/ 1909124 w 2912392"/>
                <a:gd name="connsiteY196" fmla="*/ 335737 h 689238"/>
                <a:gd name="connsiteX197" fmla="*/ 1918868 w 2912392"/>
                <a:gd name="connsiteY197" fmla="*/ 330217 h 689238"/>
                <a:gd name="connsiteX198" fmla="*/ 1928612 w 2912392"/>
                <a:gd name="connsiteY198" fmla="*/ 324840 h 689238"/>
                <a:gd name="connsiteX199" fmla="*/ 1938356 w 2912392"/>
                <a:gd name="connsiteY199" fmla="*/ 319611 h 689238"/>
                <a:gd name="connsiteX200" fmla="*/ 1948085 w 2912392"/>
                <a:gd name="connsiteY200" fmla="*/ 314532 h 689238"/>
                <a:gd name="connsiteX201" fmla="*/ 1957829 w 2912392"/>
                <a:gd name="connsiteY201" fmla="*/ 309602 h 689238"/>
                <a:gd name="connsiteX202" fmla="*/ 1967573 w 2912392"/>
                <a:gd name="connsiteY202" fmla="*/ 304821 h 689238"/>
                <a:gd name="connsiteX203" fmla="*/ 1977317 w 2912392"/>
                <a:gd name="connsiteY203" fmla="*/ 300191 h 689238"/>
                <a:gd name="connsiteX204" fmla="*/ 1987046 w 2912392"/>
                <a:gd name="connsiteY204" fmla="*/ 295709 h 689238"/>
                <a:gd name="connsiteX205" fmla="*/ 1996790 w 2912392"/>
                <a:gd name="connsiteY205" fmla="*/ 291373 h 689238"/>
                <a:gd name="connsiteX206" fmla="*/ 2006534 w 2912392"/>
                <a:gd name="connsiteY206" fmla="*/ 287182 h 689238"/>
                <a:gd name="connsiteX207" fmla="*/ 2016278 w 2912392"/>
                <a:gd name="connsiteY207" fmla="*/ 283133 h 689238"/>
                <a:gd name="connsiteX208" fmla="*/ 2026022 w 2912392"/>
                <a:gd name="connsiteY208" fmla="*/ 279223 h 689238"/>
                <a:gd name="connsiteX209" fmla="*/ 2035751 w 2912392"/>
                <a:gd name="connsiteY209" fmla="*/ 275449 h 689238"/>
                <a:gd name="connsiteX210" fmla="*/ 2045495 w 2912392"/>
                <a:gd name="connsiteY210" fmla="*/ 271805 h 689238"/>
                <a:gd name="connsiteX211" fmla="*/ 2055239 w 2912392"/>
                <a:gd name="connsiteY211" fmla="*/ 268289 h 689238"/>
                <a:gd name="connsiteX212" fmla="*/ 2064983 w 2912392"/>
                <a:gd name="connsiteY212" fmla="*/ 264892 h 689238"/>
                <a:gd name="connsiteX213" fmla="*/ 2074712 w 2912392"/>
                <a:gd name="connsiteY213" fmla="*/ 261611 h 689238"/>
                <a:gd name="connsiteX214" fmla="*/ 2084456 w 2912392"/>
                <a:gd name="connsiteY214" fmla="*/ 258439 h 689238"/>
                <a:gd name="connsiteX215" fmla="*/ 2094200 w 2912392"/>
                <a:gd name="connsiteY215" fmla="*/ 255371 h 689238"/>
                <a:gd name="connsiteX216" fmla="*/ 2103944 w 2912392"/>
                <a:gd name="connsiteY216" fmla="*/ 252399 h 689238"/>
                <a:gd name="connsiteX217" fmla="*/ 2113673 w 2912392"/>
                <a:gd name="connsiteY217" fmla="*/ 249516 h 689238"/>
                <a:gd name="connsiteX218" fmla="*/ 2123417 w 2912392"/>
                <a:gd name="connsiteY218" fmla="*/ 246715 h 689238"/>
                <a:gd name="connsiteX219" fmla="*/ 2133161 w 2912392"/>
                <a:gd name="connsiteY219" fmla="*/ 243987 h 689238"/>
                <a:gd name="connsiteX220" fmla="*/ 2142905 w 2912392"/>
                <a:gd name="connsiteY220" fmla="*/ 241326 h 689238"/>
                <a:gd name="connsiteX221" fmla="*/ 2152649 w 2912392"/>
                <a:gd name="connsiteY221" fmla="*/ 238725 h 689238"/>
                <a:gd name="connsiteX222" fmla="*/ 2162377 w 2912392"/>
                <a:gd name="connsiteY222" fmla="*/ 236173 h 689238"/>
                <a:gd name="connsiteX223" fmla="*/ 2172121 w 2912392"/>
                <a:gd name="connsiteY223" fmla="*/ 233662 h 689238"/>
                <a:gd name="connsiteX224" fmla="*/ 2181865 w 2912392"/>
                <a:gd name="connsiteY224" fmla="*/ 231186 h 689238"/>
                <a:gd name="connsiteX225" fmla="*/ 2191609 w 2912392"/>
                <a:gd name="connsiteY225" fmla="*/ 228735 h 689238"/>
                <a:gd name="connsiteX226" fmla="*/ 2201338 w 2912392"/>
                <a:gd name="connsiteY226" fmla="*/ 226302 h 689238"/>
                <a:gd name="connsiteX227" fmla="*/ 2211082 w 2912392"/>
                <a:gd name="connsiteY227" fmla="*/ 223877 h 689238"/>
                <a:gd name="connsiteX228" fmla="*/ 2220826 w 2912392"/>
                <a:gd name="connsiteY228" fmla="*/ 221454 h 689238"/>
                <a:gd name="connsiteX229" fmla="*/ 2230570 w 2912392"/>
                <a:gd name="connsiteY229" fmla="*/ 219024 h 689238"/>
                <a:gd name="connsiteX230" fmla="*/ 2240299 w 2912392"/>
                <a:gd name="connsiteY230" fmla="*/ 216581 h 689238"/>
                <a:gd name="connsiteX231" fmla="*/ 2250043 w 2912392"/>
                <a:gd name="connsiteY231" fmla="*/ 214113 h 689238"/>
                <a:gd name="connsiteX232" fmla="*/ 2259787 w 2912392"/>
                <a:gd name="connsiteY232" fmla="*/ 211619 h 689238"/>
                <a:gd name="connsiteX233" fmla="*/ 2269531 w 2912392"/>
                <a:gd name="connsiteY233" fmla="*/ 209088 h 689238"/>
                <a:gd name="connsiteX234" fmla="*/ 2279260 w 2912392"/>
                <a:gd name="connsiteY234" fmla="*/ 206513 h 689238"/>
                <a:gd name="connsiteX235" fmla="*/ 2289004 w 2912392"/>
                <a:gd name="connsiteY235" fmla="*/ 203891 h 689238"/>
                <a:gd name="connsiteX236" fmla="*/ 2298748 w 2912392"/>
                <a:gd name="connsiteY236" fmla="*/ 201214 h 689238"/>
                <a:gd name="connsiteX237" fmla="*/ 2308492 w 2912392"/>
                <a:gd name="connsiteY237" fmla="*/ 198475 h 689238"/>
                <a:gd name="connsiteX238" fmla="*/ 2318236 w 2912392"/>
                <a:gd name="connsiteY238" fmla="*/ 195673 h 689238"/>
                <a:gd name="connsiteX239" fmla="*/ 2327965 w 2912392"/>
                <a:gd name="connsiteY239" fmla="*/ 192802 h 689238"/>
                <a:gd name="connsiteX240" fmla="*/ 2337709 w 2912392"/>
                <a:gd name="connsiteY240" fmla="*/ 189856 h 689238"/>
                <a:gd name="connsiteX241" fmla="*/ 2347453 w 2912392"/>
                <a:gd name="connsiteY241" fmla="*/ 186835 h 689238"/>
                <a:gd name="connsiteX242" fmla="*/ 2357197 w 2912392"/>
                <a:gd name="connsiteY242" fmla="*/ 183734 h 689238"/>
                <a:gd name="connsiteX243" fmla="*/ 2366926 w 2912392"/>
                <a:gd name="connsiteY243" fmla="*/ 180552 h 689238"/>
                <a:gd name="connsiteX244" fmla="*/ 2376670 w 2912392"/>
                <a:gd name="connsiteY244" fmla="*/ 177285 h 689238"/>
                <a:gd name="connsiteX245" fmla="*/ 2386413 w 2912392"/>
                <a:gd name="connsiteY245" fmla="*/ 173934 h 689238"/>
                <a:gd name="connsiteX246" fmla="*/ 2396157 w 2912392"/>
                <a:gd name="connsiteY246" fmla="*/ 170496 h 689238"/>
                <a:gd name="connsiteX247" fmla="*/ 2405886 w 2912392"/>
                <a:gd name="connsiteY247" fmla="*/ 166974 h 689238"/>
                <a:gd name="connsiteX248" fmla="*/ 2415630 w 2912392"/>
                <a:gd name="connsiteY248" fmla="*/ 163367 h 689238"/>
                <a:gd name="connsiteX249" fmla="*/ 2425374 w 2912392"/>
                <a:gd name="connsiteY249" fmla="*/ 159677 h 689238"/>
                <a:gd name="connsiteX250" fmla="*/ 2435118 w 2912392"/>
                <a:gd name="connsiteY250" fmla="*/ 155904 h 689238"/>
                <a:gd name="connsiteX251" fmla="*/ 2444862 w 2912392"/>
                <a:gd name="connsiteY251" fmla="*/ 152052 h 689238"/>
                <a:gd name="connsiteX252" fmla="*/ 2454591 w 2912392"/>
                <a:gd name="connsiteY252" fmla="*/ 148124 h 689238"/>
                <a:gd name="connsiteX253" fmla="*/ 2464335 w 2912392"/>
                <a:gd name="connsiteY253" fmla="*/ 144122 h 689238"/>
                <a:gd name="connsiteX254" fmla="*/ 2474079 w 2912392"/>
                <a:gd name="connsiteY254" fmla="*/ 140052 h 689238"/>
                <a:gd name="connsiteX255" fmla="*/ 2483823 w 2912392"/>
                <a:gd name="connsiteY255" fmla="*/ 135916 h 689238"/>
                <a:gd name="connsiteX256" fmla="*/ 2493552 w 2912392"/>
                <a:gd name="connsiteY256" fmla="*/ 131722 h 689238"/>
                <a:gd name="connsiteX257" fmla="*/ 2503296 w 2912392"/>
                <a:gd name="connsiteY257" fmla="*/ 127473 h 689238"/>
                <a:gd name="connsiteX258" fmla="*/ 2513040 w 2912392"/>
                <a:gd name="connsiteY258" fmla="*/ 123176 h 689238"/>
                <a:gd name="connsiteX259" fmla="*/ 2522784 w 2912392"/>
                <a:gd name="connsiteY259" fmla="*/ 118837 h 689238"/>
                <a:gd name="connsiteX260" fmla="*/ 2532513 w 2912392"/>
                <a:gd name="connsiteY260" fmla="*/ 114463 h 689238"/>
                <a:gd name="connsiteX261" fmla="*/ 2542257 w 2912392"/>
                <a:gd name="connsiteY261" fmla="*/ 110063 h 689238"/>
                <a:gd name="connsiteX262" fmla="*/ 2552001 w 2912392"/>
                <a:gd name="connsiteY262" fmla="*/ 105641 h 689238"/>
                <a:gd name="connsiteX263" fmla="*/ 2561745 w 2912392"/>
                <a:gd name="connsiteY263" fmla="*/ 101207 h 689238"/>
                <a:gd name="connsiteX264" fmla="*/ 2571474 w 2912392"/>
                <a:gd name="connsiteY264" fmla="*/ 96770 h 689238"/>
                <a:gd name="connsiteX265" fmla="*/ 2581218 w 2912392"/>
                <a:gd name="connsiteY265" fmla="*/ 92336 h 689238"/>
                <a:gd name="connsiteX266" fmla="*/ 2590962 w 2912392"/>
                <a:gd name="connsiteY266" fmla="*/ 87914 h 689238"/>
                <a:gd name="connsiteX267" fmla="*/ 2600705 w 2912392"/>
                <a:gd name="connsiteY267" fmla="*/ 83515 h 689238"/>
                <a:gd name="connsiteX268" fmla="*/ 2610449 w 2912392"/>
                <a:gd name="connsiteY268" fmla="*/ 79145 h 689238"/>
                <a:gd name="connsiteX269" fmla="*/ 2620178 w 2912392"/>
                <a:gd name="connsiteY269" fmla="*/ 74812 h 689238"/>
                <a:gd name="connsiteX270" fmla="*/ 2629922 w 2912392"/>
                <a:gd name="connsiteY270" fmla="*/ 70529 h 689238"/>
                <a:gd name="connsiteX271" fmla="*/ 2639666 w 2912392"/>
                <a:gd name="connsiteY271" fmla="*/ 66302 h 689238"/>
                <a:gd name="connsiteX272" fmla="*/ 2649410 w 2912392"/>
                <a:gd name="connsiteY272" fmla="*/ 62141 h 689238"/>
                <a:gd name="connsiteX273" fmla="*/ 2659139 w 2912392"/>
                <a:gd name="connsiteY273" fmla="*/ 58054 h 689238"/>
                <a:gd name="connsiteX274" fmla="*/ 2668883 w 2912392"/>
                <a:gd name="connsiteY274" fmla="*/ 54049 h 689238"/>
                <a:gd name="connsiteX275" fmla="*/ 2678627 w 2912392"/>
                <a:gd name="connsiteY275" fmla="*/ 50137 h 689238"/>
                <a:gd name="connsiteX276" fmla="*/ 2688371 w 2912392"/>
                <a:gd name="connsiteY276" fmla="*/ 46324 h 689238"/>
                <a:gd name="connsiteX277" fmla="*/ 2698100 w 2912392"/>
                <a:gd name="connsiteY277" fmla="*/ 42619 h 689238"/>
                <a:gd name="connsiteX278" fmla="*/ 2707844 w 2912392"/>
                <a:gd name="connsiteY278" fmla="*/ 39029 h 689238"/>
                <a:gd name="connsiteX279" fmla="*/ 2717588 w 2912392"/>
                <a:gd name="connsiteY279" fmla="*/ 35562 h 689238"/>
                <a:gd name="connsiteX280" fmla="*/ 2727332 w 2912392"/>
                <a:gd name="connsiteY280" fmla="*/ 32228 h 689238"/>
                <a:gd name="connsiteX281" fmla="*/ 2737076 w 2912392"/>
                <a:gd name="connsiteY281" fmla="*/ 29029 h 689238"/>
                <a:gd name="connsiteX282" fmla="*/ 2746805 w 2912392"/>
                <a:gd name="connsiteY282" fmla="*/ 25973 h 689238"/>
                <a:gd name="connsiteX283" fmla="*/ 2756549 w 2912392"/>
                <a:gd name="connsiteY283" fmla="*/ 23070 h 689238"/>
                <a:gd name="connsiteX284" fmla="*/ 2766293 w 2912392"/>
                <a:gd name="connsiteY284" fmla="*/ 20319 h 689238"/>
                <a:gd name="connsiteX285" fmla="*/ 2776037 w 2912392"/>
                <a:gd name="connsiteY285" fmla="*/ 17730 h 689238"/>
                <a:gd name="connsiteX286" fmla="*/ 2785766 w 2912392"/>
                <a:gd name="connsiteY286" fmla="*/ 15307 h 689238"/>
                <a:gd name="connsiteX287" fmla="*/ 2795510 w 2912392"/>
                <a:gd name="connsiteY287" fmla="*/ 13052 h 689238"/>
                <a:gd name="connsiteX288" fmla="*/ 2805254 w 2912392"/>
                <a:gd name="connsiteY288" fmla="*/ 10970 h 689238"/>
                <a:gd name="connsiteX289" fmla="*/ 2814998 w 2912392"/>
                <a:gd name="connsiteY289" fmla="*/ 9066 h 689238"/>
                <a:gd name="connsiteX290" fmla="*/ 2824727 w 2912392"/>
                <a:gd name="connsiteY290" fmla="*/ 7339 h 689238"/>
                <a:gd name="connsiteX291" fmla="*/ 2834471 w 2912392"/>
                <a:gd name="connsiteY291" fmla="*/ 5793 h 689238"/>
                <a:gd name="connsiteX292" fmla="*/ 2844215 w 2912392"/>
                <a:gd name="connsiteY292" fmla="*/ 4430 h 689238"/>
                <a:gd name="connsiteX293" fmla="*/ 2853958 w 2912392"/>
                <a:gd name="connsiteY293" fmla="*/ 3250 h 689238"/>
                <a:gd name="connsiteX294" fmla="*/ 2863687 w 2912392"/>
                <a:gd name="connsiteY294" fmla="*/ 2253 h 689238"/>
                <a:gd name="connsiteX295" fmla="*/ 2873431 w 2912392"/>
                <a:gd name="connsiteY295" fmla="*/ 1441 h 689238"/>
                <a:gd name="connsiteX296" fmla="*/ 2883175 w 2912392"/>
                <a:gd name="connsiteY296" fmla="*/ 809 h 689238"/>
                <a:gd name="connsiteX297" fmla="*/ 2892919 w 2912392"/>
                <a:gd name="connsiteY297" fmla="*/ 361 h 689238"/>
                <a:gd name="connsiteX298" fmla="*/ 2902663 w 2912392"/>
                <a:gd name="connsiteY298" fmla="*/ 91 h 689238"/>
                <a:gd name="connsiteX299" fmla="*/ 2912392 w 2912392"/>
                <a:gd name="connsiteY299" fmla="*/ 0 h 689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89238">
                  <a:moveTo>
                    <a:pt x="0" y="281366"/>
                  </a:moveTo>
                  <a:lnTo>
                    <a:pt x="9739" y="285964"/>
                  </a:lnTo>
                  <a:lnTo>
                    <a:pt x="19480" y="290737"/>
                  </a:lnTo>
                  <a:lnTo>
                    <a:pt x="29221" y="295682"/>
                  </a:lnTo>
                  <a:lnTo>
                    <a:pt x="38961" y="300796"/>
                  </a:lnTo>
                  <a:lnTo>
                    <a:pt x="48702" y="306076"/>
                  </a:lnTo>
                  <a:lnTo>
                    <a:pt x="58443" y="311515"/>
                  </a:lnTo>
                  <a:lnTo>
                    <a:pt x="68182" y="317111"/>
                  </a:lnTo>
                  <a:lnTo>
                    <a:pt x="77923" y="322860"/>
                  </a:lnTo>
                  <a:lnTo>
                    <a:pt x="87664" y="328755"/>
                  </a:lnTo>
                  <a:lnTo>
                    <a:pt x="97404" y="334791"/>
                  </a:lnTo>
                  <a:lnTo>
                    <a:pt x="107145" y="340962"/>
                  </a:lnTo>
                  <a:lnTo>
                    <a:pt x="116886" y="347262"/>
                  </a:lnTo>
                  <a:lnTo>
                    <a:pt x="126625" y="353684"/>
                  </a:lnTo>
                  <a:lnTo>
                    <a:pt x="136366" y="360222"/>
                  </a:lnTo>
                  <a:lnTo>
                    <a:pt x="146107" y="366868"/>
                  </a:lnTo>
                  <a:lnTo>
                    <a:pt x="155846" y="373616"/>
                  </a:lnTo>
                  <a:lnTo>
                    <a:pt x="165587" y="380454"/>
                  </a:lnTo>
                  <a:lnTo>
                    <a:pt x="175328" y="387380"/>
                  </a:lnTo>
                  <a:lnTo>
                    <a:pt x="185068" y="394381"/>
                  </a:lnTo>
                  <a:lnTo>
                    <a:pt x="194809" y="401450"/>
                  </a:lnTo>
                  <a:lnTo>
                    <a:pt x="204550" y="408578"/>
                  </a:lnTo>
                  <a:lnTo>
                    <a:pt x="214289" y="415755"/>
                  </a:lnTo>
                  <a:lnTo>
                    <a:pt x="224030" y="422975"/>
                  </a:lnTo>
                  <a:lnTo>
                    <a:pt x="233771" y="430224"/>
                  </a:lnTo>
                  <a:lnTo>
                    <a:pt x="243510" y="437498"/>
                  </a:lnTo>
                  <a:lnTo>
                    <a:pt x="253251" y="444784"/>
                  </a:lnTo>
                  <a:lnTo>
                    <a:pt x="262992" y="452072"/>
                  </a:lnTo>
                  <a:lnTo>
                    <a:pt x="272732" y="459355"/>
                  </a:lnTo>
                  <a:lnTo>
                    <a:pt x="282473" y="466621"/>
                  </a:lnTo>
                  <a:lnTo>
                    <a:pt x="292214" y="473862"/>
                  </a:lnTo>
                  <a:lnTo>
                    <a:pt x="301953" y="481067"/>
                  </a:lnTo>
                  <a:lnTo>
                    <a:pt x="311694" y="488229"/>
                  </a:lnTo>
                  <a:lnTo>
                    <a:pt x="321435" y="495337"/>
                  </a:lnTo>
                  <a:lnTo>
                    <a:pt x="331175" y="502382"/>
                  </a:lnTo>
                  <a:lnTo>
                    <a:pt x="340916" y="509356"/>
                  </a:lnTo>
                  <a:lnTo>
                    <a:pt x="350656" y="516248"/>
                  </a:lnTo>
                  <a:lnTo>
                    <a:pt x="360396" y="523051"/>
                  </a:lnTo>
                  <a:lnTo>
                    <a:pt x="370137" y="529759"/>
                  </a:lnTo>
                  <a:lnTo>
                    <a:pt x="379878" y="536359"/>
                  </a:lnTo>
                  <a:lnTo>
                    <a:pt x="389617" y="542847"/>
                  </a:lnTo>
                  <a:lnTo>
                    <a:pt x="399358" y="549217"/>
                  </a:lnTo>
                  <a:lnTo>
                    <a:pt x="409099" y="555456"/>
                  </a:lnTo>
                  <a:lnTo>
                    <a:pt x="418839" y="561565"/>
                  </a:lnTo>
                  <a:lnTo>
                    <a:pt x="428580" y="567532"/>
                  </a:lnTo>
                  <a:lnTo>
                    <a:pt x="438321" y="573355"/>
                  </a:lnTo>
                  <a:lnTo>
                    <a:pt x="448060" y="579025"/>
                  </a:lnTo>
                  <a:lnTo>
                    <a:pt x="457801" y="584541"/>
                  </a:lnTo>
                  <a:lnTo>
                    <a:pt x="467542" y="589897"/>
                  </a:lnTo>
                  <a:lnTo>
                    <a:pt x="477281" y="595089"/>
                  </a:lnTo>
                  <a:lnTo>
                    <a:pt x="487022" y="600115"/>
                  </a:lnTo>
                  <a:lnTo>
                    <a:pt x="496763" y="604970"/>
                  </a:lnTo>
                  <a:lnTo>
                    <a:pt x="506503" y="609653"/>
                  </a:lnTo>
                  <a:lnTo>
                    <a:pt x="516244" y="614163"/>
                  </a:lnTo>
                  <a:lnTo>
                    <a:pt x="525985" y="618497"/>
                  </a:lnTo>
                  <a:lnTo>
                    <a:pt x="535724" y="622654"/>
                  </a:lnTo>
                  <a:lnTo>
                    <a:pt x="545465" y="626635"/>
                  </a:lnTo>
                  <a:lnTo>
                    <a:pt x="555206" y="630440"/>
                  </a:lnTo>
                  <a:lnTo>
                    <a:pt x="564946" y="634069"/>
                  </a:lnTo>
                  <a:lnTo>
                    <a:pt x="574687" y="637526"/>
                  </a:lnTo>
                  <a:lnTo>
                    <a:pt x="584428" y="640808"/>
                  </a:lnTo>
                  <a:lnTo>
                    <a:pt x="594167" y="643921"/>
                  </a:lnTo>
                  <a:lnTo>
                    <a:pt x="603908" y="646866"/>
                  </a:lnTo>
                  <a:lnTo>
                    <a:pt x="613649" y="649652"/>
                  </a:lnTo>
                  <a:lnTo>
                    <a:pt x="623388" y="652260"/>
                  </a:lnTo>
                  <a:lnTo>
                    <a:pt x="633129" y="654718"/>
                  </a:lnTo>
                  <a:lnTo>
                    <a:pt x="642870" y="657027"/>
                  </a:lnTo>
                  <a:lnTo>
                    <a:pt x="652610" y="659188"/>
                  </a:lnTo>
                  <a:lnTo>
                    <a:pt x="662351" y="661214"/>
                  </a:lnTo>
                  <a:lnTo>
                    <a:pt x="672092" y="663076"/>
                  </a:lnTo>
                  <a:lnTo>
                    <a:pt x="681831" y="664819"/>
                  </a:lnTo>
                  <a:lnTo>
                    <a:pt x="691572" y="666443"/>
                  </a:lnTo>
                  <a:lnTo>
                    <a:pt x="701313" y="667933"/>
                  </a:lnTo>
                  <a:lnTo>
                    <a:pt x="711052" y="669304"/>
                  </a:lnTo>
                  <a:lnTo>
                    <a:pt x="720793" y="670570"/>
                  </a:lnTo>
                  <a:lnTo>
                    <a:pt x="730534" y="671733"/>
                  </a:lnTo>
                  <a:lnTo>
                    <a:pt x="740274" y="672805"/>
                  </a:lnTo>
                  <a:lnTo>
                    <a:pt x="750015" y="673774"/>
                  </a:lnTo>
                  <a:lnTo>
                    <a:pt x="759756" y="674668"/>
                  </a:lnTo>
                  <a:lnTo>
                    <a:pt x="769495" y="675487"/>
                  </a:lnTo>
                  <a:lnTo>
                    <a:pt x="779236" y="676217"/>
                  </a:lnTo>
                  <a:lnTo>
                    <a:pt x="788977" y="676902"/>
                  </a:lnTo>
                  <a:lnTo>
                    <a:pt x="798717" y="677513"/>
                  </a:lnTo>
                  <a:lnTo>
                    <a:pt x="808458" y="678079"/>
                  </a:lnTo>
                  <a:lnTo>
                    <a:pt x="818199" y="678586"/>
                  </a:lnTo>
                  <a:lnTo>
                    <a:pt x="827938" y="679063"/>
                  </a:lnTo>
                  <a:lnTo>
                    <a:pt x="837679" y="679495"/>
                  </a:lnTo>
                  <a:lnTo>
                    <a:pt x="847420" y="679897"/>
                  </a:lnTo>
                  <a:lnTo>
                    <a:pt x="857159" y="680285"/>
                  </a:lnTo>
                  <a:lnTo>
                    <a:pt x="866900" y="680642"/>
                  </a:lnTo>
                  <a:lnTo>
                    <a:pt x="876641" y="680985"/>
                  </a:lnTo>
                  <a:lnTo>
                    <a:pt x="886381" y="681298"/>
                  </a:lnTo>
                  <a:lnTo>
                    <a:pt x="896122" y="681625"/>
                  </a:lnTo>
                  <a:lnTo>
                    <a:pt x="905863" y="681938"/>
                  </a:lnTo>
                  <a:lnTo>
                    <a:pt x="915602" y="682236"/>
                  </a:lnTo>
                  <a:lnTo>
                    <a:pt x="925343" y="682549"/>
                  </a:lnTo>
                  <a:lnTo>
                    <a:pt x="935084" y="682862"/>
                  </a:lnTo>
                  <a:lnTo>
                    <a:pt x="944824" y="683175"/>
                  </a:lnTo>
                  <a:lnTo>
                    <a:pt x="954564" y="683488"/>
                  </a:lnTo>
                  <a:lnTo>
                    <a:pt x="964305" y="683801"/>
                  </a:lnTo>
                  <a:lnTo>
                    <a:pt x="974045" y="684128"/>
                  </a:lnTo>
                  <a:lnTo>
                    <a:pt x="983786" y="684471"/>
                  </a:lnTo>
                  <a:lnTo>
                    <a:pt x="993522" y="684814"/>
                  </a:lnTo>
                  <a:lnTo>
                    <a:pt x="1003266" y="685157"/>
                  </a:lnTo>
                  <a:lnTo>
                    <a:pt x="1013010" y="685499"/>
                  </a:lnTo>
                  <a:lnTo>
                    <a:pt x="1022754" y="685857"/>
                  </a:lnTo>
                  <a:lnTo>
                    <a:pt x="1032483" y="686199"/>
                  </a:lnTo>
                  <a:lnTo>
                    <a:pt x="1042227" y="686557"/>
                  </a:lnTo>
                  <a:lnTo>
                    <a:pt x="1051971" y="686900"/>
                  </a:lnTo>
                  <a:lnTo>
                    <a:pt x="1061715" y="687228"/>
                  </a:lnTo>
                  <a:lnTo>
                    <a:pt x="1071444" y="687555"/>
                  </a:lnTo>
                  <a:lnTo>
                    <a:pt x="1081188" y="687868"/>
                  </a:lnTo>
                  <a:lnTo>
                    <a:pt x="1090932" y="688151"/>
                  </a:lnTo>
                  <a:lnTo>
                    <a:pt x="1100676" y="688419"/>
                  </a:lnTo>
                  <a:lnTo>
                    <a:pt x="1110405" y="688658"/>
                  </a:lnTo>
                  <a:lnTo>
                    <a:pt x="1120149" y="688866"/>
                  </a:lnTo>
                  <a:lnTo>
                    <a:pt x="1129893" y="689030"/>
                  </a:lnTo>
                  <a:lnTo>
                    <a:pt x="1139637" y="689149"/>
                  </a:lnTo>
                  <a:lnTo>
                    <a:pt x="1149381" y="689224"/>
                  </a:lnTo>
                  <a:lnTo>
                    <a:pt x="1159110" y="689239"/>
                  </a:lnTo>
                  <a:lnTo>
                    <a:pt x="1168854" y="689194"/>
                  </a:lnTo>
                  <a:lnTo>
                    <a:pt x="1178598" y="689090"/>
                  </a:lnTo>
                  <a:lnTo>
                    <a:pt x="1188341" y="688896"/>
                  </a:lnTo>
                  <a:lnTo>
                    <a:pt x="1198070" y="688628"/>
                  </a:lnTo>
                  <a:lnTo>
                    <a:pt x="1207814" y="688285"/>
                  </a:lnTo>
                  <a:lnTo>
                    <a:pt x="1217558" y="687838"/>
                  </a:lnTo>
                  <a:lnTo>
                    <a:pt x="1227302" y="687287"/>
                  </a:lnTo>
                  <a:lnTo>
                    <a:pt x="1237031" y="686632"/>
                  </a:lnTo>
                  <a:lnTo>
                    <a:pt x="1246775" y="685872"/>
                  </a:lnTo>
                  <a:lnTo>
                    <a:pt x="1256519" y="684993"/>
                  </a:lnTo>
                  <a:lnTo>
                    <a:pt x="1266263" y="683994"/>
                  </a:lnTo>
                  <a:lnTo>
                    <a:pt x="1276007" y="682862"/>
                  </a:lnTo>
                  <a:lnTo>
                    <a:pt x="1285736" y="681596"/>
                  </a:lnTo>
                  <a:lnTo>
                    <a:pt x="1295480" y="680195"/>
                  </a:lnTo>
                  <a:lnTo>
                    <a:pt x="1305224" y="678646"/>
                  </a:lnTo>
                  <a:lnTo>
                    <a:pt x="1314968" y="676947"/>
                  </a:lnTo>
                  <a:lnTo>
                    <a:pt x="1324697" y="675085"/>
                  </a:lnTo>
                  <a:lnTo>
                    <a:pt x="1334441" y="673073"/>
                  </a:lnTo>
                  <a:lnTo>
                    <a:pt x="1344185" y="670883"/>
                  </a:lnTo>
                  <a:lnTo>
                    <a:pt x="1353929" y="668544"/>
                  </a:lnTo>
                  <a:lnTo>
                    <a:pt x="1363658" y="666026"/>
                  </a:lnTo>
                  <a:lnTo>
                    <a:pt x="1373402" y="663330"/>
                  </a:lnTo>
                  <a:lnTo>
                    <a:pt x="1383146" y="660469"/>
                  </a:lnTo>
                  <a:lnTo>
                    <a:pt x="1392890" y="657415"/>
                  </a:lnTo>
                  <a:lnTo>
                    <a:pt x="1402619" y="654196"/>
                  </a:lnTo>
                  <a:lnTo>
                    <a:pt x="1412363" y="650785"/>
                  </a:lnTo>
                  <a:lnTo>
                    <a:pt x="1422106" y="647189"/>
                  </a:lnTo>
                  <a:lnTo>
                    <a:pt x="1431850" y="643416"/>
                  </a:lnTo>
                  <a:lnTo>
                    <a:pt x="1441594" y="639458"/>
                  </a:lnTo>
                  <a:lnTo>
                    <a:pt x="1451323" y="635318"/>
                  </a:lnTo>
                  <a:lnTo>
                    <a:pt x="1461067" y="630996"/>
                  </a:lnTo>
                  <a:lnTo>
                    <a:pt x="1470811" y="626495"/>
                  </a:lnTo>
                  <a:lnTo>
                    <a:pt x="1480555" y="621815"/>
                  </a:lnTo>
                  <a:lnTo>
                    <a:pt x="1490284" y="616959"/>
                  </a:lnTo>
                  <a:lnTo>
                    <a:pt x="1500028" y="611932"/>
                  </a:lnTo>
                  <a:lnTo>
                    <a:pt x="1509772" y="606734"/>
                  </a:lnTo>
                  <a:lnTo>
                    <a:pt x="1519516" y="601372"/>
                  </a:lnTo>
                  <a:lnTo>
                    <a:pt x="1529245" y="595848"/>
                  </a:lnTo>
                  <a:lnTo>
                    <a:pt x="1538989" y="590167"/>
                  </a:lnTo>
                  <a:lnTo>
                    <a:pt x="1548733" y="584335"/>
                  </a:lnTo>
                  <a:lnTo>
                    <a:pt x="1558477" y="578359"/>
                  </a:lnTo>
                  <a:lnTo>
                    <a:pt x="1568221" y="572243"/>
                  </a:lnTo>
                  <a:lnTo>
                    <a:pt x="1577950" y="565994"/>
                  </a:lnTo>
                  <a:lnTo>
                    <a:pt x="1587694" y="559621"/>
                  </a:lnTo>
                  <a:lnTo>
                    <a:pt x="1597438" y="553128"/>
                  </a:lnTo>
                  <a:lnTo>
                    <a:pt x="1607182" y="546524"/>
                  </a:lnTo>
                  <a:lnTo>
                    <a:pt x="1616911" y="539818"/>
                  </a:lnTo>
                  <a:lnTo>
                    <a:pt x="1626655" y="533017"/>
                  </a:lnTo>
                  <a:lnTo>
                    <a:pt x="1636399" y="526131"/>
                  </a:lnTo>
                  <a:lnTo>
                    <a:pt x="1646142" y="519167"/>
                  </a:lnTo>
                  <a:lnTo>
                    <a:pt x="1655872" y="512135"/>
                  </a:lnTo>
                  <a:lnTo>
                    <a:pt x="1665616" y="505044"/>
                  </a:lnTo>
                  <a:lnTo>
                    <a:pt x="1675359" y="497903"/>
                  </a:lnTo>
                  <a:lnTo>
                    <a:pt x="1685103" y="490723"/>
                  </a:lnTo>
                  <a:lnTo>
                    <a:pt x="1694832" y="483512"/>
                  </a:lnTo>
                  <a:lnTo>
                    <a:pt x="1704576" y="476280"/>
                  </a:lnTo>
                  <a:lnTo>
                    <a:pt x="1714320" y="469039"/>
                  </a:lnTo>
                  <a:lnTo>
                    <a:pt x="1724064" y="461795"/>
                  </a:lnTo>
                  <a:lnTo>
                    <a:pt x="1733808" y="454561"/>
                  </a:lnTo>
                  <a:lnTo>
                    <a:pt x="1743537" y="447343"/>
                  </a:lnTo>
                  <a:lnTo>
                    <a:pt x="1753281" y="440155"/>
                  </a:lnTo>
                  <a:lnTo>
                    <a:pt x="1763025" y="433002"/>
                  </a:lnTo>
                  <a:lnTo>
                    <a:pt x="1772769" y="425896"/>
                  </a:lnTo>
                  <a:lnTo>
                    <a:pt x="1782498" y="418845"/>
                  </a:lnTo>
                  <a:lnTo>
                    <a:pt x="1792242" y="411859"/>
                  </a:lnTo>
                  <a:lnTo>
                    <a:pt x="1801986" y="404944"/>
                  </a:lnTo>
                  <a:lnTo>
                    <a:pt x="1811730" y="398111"/>
                  </a:lnTo>
                  <a:lnTo>
                    <a:pt x="1821459" y="391365"/>
                  </a:lnTo>
                  <a:lnTo>
                    <a:pt x="1831203" y="384717"/>
                  </a:lnTo>
                  <a:lnTo>
                    <a:pt x="1840947" y="378170"/>
                  </a:lnTo>
                  <a:lnTo>
                    <a:pt x="1850691" y="371734"/>
                  </a:lnTo>
                  <a:lnTo>
                    <a:pt x="1860435" y="365414"/>
                  </a:lnTo>
                  <a:lnTo>
                    <a:pt x="1870164" y="359216"/>
                  </a:lnTo>
                  <a:lnTo>
                    <a:pt x="1879908" y="353145"/>
                  </a:lnTo>
                  <a:lnTo>
                    <a:pt x="1889652" y="347204"/>
                  </a:lnTo>
                  <a:lnTo>
                    <a:pt x="1899395" y="341401"/>
                  </a:lnTo>
                  <a:lnTo>
                    <a:pt x="1909124" y="335737"/>
                  </a:lnTo>
                  <a:lnTo>
                    <a:pt x="1918868" y="330217"/>
                  </a:lnTo>
                  <a:lnTo>
                    <a:pt x="1928612" y="324840"/>
                  </a:lnTo>
                  <a:lnTo>
                    <a:pt x="1938356" y="319611"/>
                  </a:lnTo>
                  <a:lnTo>
                    <a:pt x="1948085" y="314532"/>
                  </a:lnTo>
                  <a:lnTo>
                    <a:pt x="1957829" y="309602"/>
                  </a:lnTo>
                  <a:lnTo>
                    <a:pt x="1967573" y="304821"/>
                  </a:lnTo>
                  <a:lnTo>
                    <a:pt x="1977317" y="300191"/>
                  </a:lnTo>
                  <a:lnTo>
                    <a:pt x="1987046" y="295709"/>
                  </a:lnTo>
                  <a:lnTo>
                    <a:pt x="1996790" y="291373"/>
                  </a:lnTo>
                  <a:lnTo>
                    <a:pt x="2006534" y="287182"/>
                  </a:lnTo>
                  <a:lnTo>
                    <a:pt x="2016278" y="283133"/>
                  </a:lnTo>
                  <a:lnTo>
                    <a:pt x="2026022" y="279223"/>
                  </a:lnTo>
                  <a:lnTo>
                    <a:pt x="2035751" y="275449"/>
                  </a:lnTo>
                  <a:lnTo>
                    <a:pt x="2045495" y="271805"/>
                  </a:lnTo>
                  <a:lnTo>
                    <a:pt x="2055239" y="268289"/>
                  </a:lnTo>
                  <a:lnTo>
                    <a:pt x="2064983" y="264892"/>
                  </a:lnTo>
                  <a:lnTo>
                    <a:pt x="2074712" y="261611"/>
                  </a:lnTo>
                  <a:lnTo>
                    <a:pt x="2084456" y="258439"/>
                  </a:lnTo>
                  <a:lnTo>
                    <a:pt x="2094200" y="255371"/>
                  </a:lnTo>
                  <a:lnTo>
                    <a:pt x="2103944" y="252399"/>
                  </a:lnTo>
                  <a:lnTo>
                    <a:pt x="2113673" y="249516"/>
                  </a:lnTo>
                  <a:lnTo>
                    <a:pt x="2123417" y="246715"/>
                  </a:lnTo>
                  <a:lnTo>
                    <a:pt x="2133161" y="243987"/>
                  </a:lnTo>
                  <a:lnTo>
                    <a:pt x="2142905" y="241326"/>
                  </a:lnTo>
                  <a:lnTo>
                    <a:pt x="2152649" y="238725"/>
                  </a:lnTo>
                  <a:lnTo>
                    <a:pt x="2162377" y="236173"/>
                  </a:lnTo>
                  <a:lnTo>
                    <a:pt x="2172121" y="233662"/>
                  </a:lnTo>
                  <a:lnTo>
                    <a:pt x="2181865" y="231186"/>
                  </a:lnTo>
                  <a:lnTo>
                    <a:pt x="2191609" y="228735"/>
                  </a:lnTo>
                  <a:lnTo>
                    <a:pt x="2201338" y="226302"/>
                  </a:lnTo>
                  <a:lnTo>
                    <a:pt x="2211082" y="223877"/>
                  </a:lnTo>
                  <a:lnTo>
                    <a:pt x="2220826" y="221454"/>
                  </a:lnTo>
                  <a:lnTo>
                    <a:pt x="2230570" y="219024"/>
                  </a:lnTo>
                  <a:lnTo>
                    <a:pt x="2240299" y="216581"/>
                  </a:lnTo>
                  <a:lnTo>
                    <a:pt x="2250043" y="214113"/>
                  </a:lnTo>
                  <a:lnTo>
                    <a:pt x="2259787" y="211619"/>
                  </a:lnTo>
                  <a:lnTo>
                    <a:pt x="2269531" y="209088"/>
                  </a:lnTo>
                  <a:lnTo>
                    <a:pt x="2279260" y="206513"/>
                  </a:lnTo>
                  <a:lnTo>
                    <a:pt x="2289004" y="203891"/>
                  </a:lnTo>
                  <a:lnTo>
                    <a:pt x="2298748" y="201214"/>
                  </a:lnTo>
                  <a:lnTo>
                    <a:pt x="2308492" y="198475"/>
                  </a:lnTo>
                  <a:lnTo>
                    <a:pt x="2318236" y="195673"/>
                  </a:lnTo>
                  <a:lnTo>
                    <a:pt x="2327965" y="192802"/>
                  </a:lnTo>
                  <a:lnTo>
                    <a:pt x="2337709" y="189856"/>
                  </a:lnTo>
                  <a:lnTo>
                    <a:pt x="2347453" y="186835"/>
                  </a:lnTo>
                  <a:lnTo>
                    <a:pt x="2357197" y="183734"/>
                  </a:lnTo>
                  <a:lnTo>
                    <a:pt x="2366926" y="180552"/>
                  </a:lnTo>
                  <a:lnTo>
                    <a:pt x="2376670" y="177285"/>
                  </a:lnTo>
                  <a:lnTo>
                    <a:pt x="2386413" y="173934"/>
                  </a:lnTo>
                  <a:lnTo>
                    <a:pt x="2396157" y="170496"/>
                  </a:lnTo>
                  <a:lnTo>
                    <a:pt x="2405886" y="166974"/>
                  </a:lnTo>
                  <a:lnTo>
                    <a:pt x="2415630" y="163367"/>
                  </a:lnTo>
                  <a:lnTo>
                    <a:pt x="2425374" y="159677"/>
                  </a:lnTo>
                  <a:lnTo>
                    <a:pt x="2435118" y="155904"/>
                  </a:lnTo>
                  <a:lnTo>
                    <a:pt x="2444862" y="152052"/>
                  </a:lnTo>
                  <a:lnTo>
                    <a:pt x="2454591" y="148124"/>
                  </a:lnTo>
                  <a:lnTo>
                    <a:pt x="2464335" y="144122"/>
                  </a:lnTo>
                  <a:lnTo>
                    <a:pt x="2474079" y="140052"/>
                  </a:lnTo>
                  <a:lnTo>
                    <a:pt x="2483823" y="135916"/>
                  </a:lnTo>
                  <a:lnTo>
                    <a:pt x="2493552" y="131722"/>
                  </a:lnTo>
                  <a:lnTo>
                    <a:pt x="2503296" y="127473"/>
                  </a:lnTo>
                  <a:lnTo>
                    <a:pt x="2513040" y="123176"/>
                  </a:lnTo>
                  <a:lnTo>
                    <a:pt x="2522784" y="118837"/>
                  </a:lnTo>
                  <a:lnTo>
                    <a:pt x="2532513" y="114463"/>
                  </a:lnTo>
                  <a:lnTo>
                    <a:pt x="2542257" y="110063"/>
                  </a:lnTo>
                  <a:lnTo>
                    <a:pt x="2552001" y="105641"/>
                  </a:lnTo>
                  <a:lnTo>
                    <a:pt x="2561745" y="101207"/>
                  </a:lnTo>
                  <a:lnTo>
                    <a:pt x="2571474" y="96770"/>
                  </a:lnTo>
                  <a:lnTo>
                    <a:pt x="2581218" y="92336"/>
                  </a:lnTo>
                  <a:lnTo>
                    <a:pt x="2590962" y="87914"/>
                  </a:lnTo>
                  <a:lnTo>
                    <a:pt x="2600705" y="83515"/>
                  </a:lnTo>
                  <a:lnTo>
                    <a:pt x="2610449" y="79145"/>
                  </a:lnTo>
                  <a:lnTo>
                    <a:pt x="2620178" y="74812"/>
                  </a:lnTo>
                  <a:lnTo>
                    <a:pt x="2629922" y="70529"/>
                  </a:lnTo>
                  <a:lnTo>
                    <a:pt x="2639666" y="66302"/>
                  </a:lnTo>
                  <a:lnTo>
                    <a:pt x="2649410" y="62141"/>
                  </a:lnTo>
                  <a:lnTo>
                    <a:pt x="2659139" y="58054"/>
                  </a:lnTo>
                  <a:lnTo>
                    <a:pt x="2668883" y="54049"/>
                  </a:lnTo>
                  <a:lnTo>
                    <a:pt x="2678627" y="50137"/>
                  </a:lnTo>
                  <a:lnTo>
                    <a:pt x="2688371" y="46324"/>
                  </a:lnTo>
                  <a:lnTo>
                    <a:pt x="2698100" y="42619"/>
                  </a:lnTo>
                  <a:lnTo>
                    <a:pt x="2707844" y="39029"/>
                  </a:lnTo>
                  <a:lnTo>
                    <a:pt x="2717588" y="35562"/>
                  </a:lnTo>
                  <a:lnTo>
                    <a:pt x="2727332" y="32228"/>
                  </a:lnTo>
                  <a:lnTo>
                    <a:pt x="2737076" y="29029"/>
                  </a:lnTo>
                  <a:lnTo>
                    <a:pt x="2746805" y="25973"/>
                  </a:lnTo>
                  <a:lnTo>
                    <a:pt x="2756549" y="23070"/>
                  </a:lnTo>
                  <a:lnTo>
                    <a:pt x="2766293" y="20319"/>
                  </a:lnTo>
                  <a:lnTo>
                    <a:pt x="2776037" y="17730"/>
                  </a:lnTo>
                  <a:lnTo>
                    <a:pt x="2785766" y="15307"/>
                  </a:lnTo>
                  <a:lnTo>
                    <a:pt x="2795510" y="13052"/>
                  </a:lnTo>
                  <a:lnTo>
                    <a:pt x="2805254" y="10970"/>
                  </a:lnTo>
                  <a:lnTo>
                    <a:pt x="2814998" y="9066"/>
                  </a:lnTo>
                  <a:lnTo>
                    <a:pt x="2824727" y="7339"/>
                  </a:lnTo>
                  <a:lnTo>
                    <a:pt x="2834471" y="5793"/>
                  </a:lnTo>
                  <a:lnTo>
                    <a:pt x="2844215" y="4430"/>
                  </a:lnTo>
                  <a:lnTo>
                    <a:pt x="2853958" y="3250"/>
                  </a:lnTo>
                  <a:lnTo>
                    <a:pt x="2863687" y="2253"/>
                  </a:lnTo>
                  <a:lnTo>
                    <a:pt x="2873431" y="1441"/>
                  </a:lnTo>
                  <a:lnTo>
                    <a:pt x="2883175" y="809"/>
                  </a:lnTo>
                  <a:lnTo>
                    <a:pt x="2892919" y="361"/>
                  </a:lnTo>
                  <a:lnTo>
                    <a:pt x="2902663" y="91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3" name="Freeform 642">
              <a:extLst>
                <a:ext uri="{FF2B5EF4-FFF2-40B4-BE49-F238E27FC236}">
                  <a16:creationId xmlns:a16="http://schemas.microsoft.com/office/drawing/2014/main" id="{F99F7F15-2AF3-D060-AF56-097EA1A777A5}"/>
                </a:ext>
              </a:extLst>
            </p:cNvPr>
            <p:cNvSpPr/>
            <p:nvPr/>
          </p:nvSpPr>
          <p:spPr>
            <a:xfrm>
              <a:off x="576446" y="3504237"/>
              <a:ext cx="2912392" cy="441765"/>
            </a:xfrm>
            <a:custGeom>
              <a:avLst/>
              <a:gdLst>
                <a:gd name="connsiteX0" fmla="*/ 0 w 2912392"/>
                <a:gd name="connsiteY0" fmla="*/ 229869 h 441765"/>
                <a:gd name="connsiteX1" fmla="*/ 9739 w 2912392"/>
                <a:gd name="connsiteY1" fmla="*/ 233489 h 441765"/>
                <a:gd name="connsiteX2" fmla="*/ 19480 w 2912392"/>
                <a:gd name="connsiteY2" fmla="*/ 237172 h 441765"/>
                <a:gd name="connsiteX3" fmla="*/ 29221 w 2912392"/>
                <a:gd name="connsiteY3" fmla="*/ 240917 h 441765"/>
                <a:gd name="connsiteX4" fmla="*/ 38961 w 2912392"/>
                <a:gd name="connsiteY4" fmla="*/ 244719 h 441765"/>
                <a:gd name="connsiteX5" fmla="*/ 48702 w 2912392"/>
                <a:gd name="connsiteY5" fmla="*/ 248576 h 441765"/>
                <a:gd name="connsiteX6" fmla="*/ 58443 w 2912392"/>
                <a:gd name="connsiteY6" fmla="*/ 252484 h 441765"/>
                <a:gd name="connsiteX7" fmla="*/ 68182 w 2912392"/>
                <a:gd name="connsiteY7" fmla="*/ 256440 h 441765"/>
                <a:gd name="connsiteX8" fmla="*/ 77923 w 2912392"/>
                <a:gd name="connsiteY8" fmla="*/ 260442 h 441765"/>
                <a:gd name="connsiteX9" fmla="*/ 87664 w 2912392"/>
                <a:gd name="connsiteY9" fmla="*/ 264484 h 441765"/>
                <a:gd name="connsiteX10" fmla="*/ 97404 w 2912392"/>
                <a:gd name="connsiteY10" fmla="*/ 268562 h 441765"/>
                <a:gd name="connsiteX11" fmla="*/ 107145 w 2912392"/>
                <a:gd name="connsiteY11" fmla="*/ 272674 h 441765"/>
                <a:gd name="connsiteX12" fmla="*/ 116886 w 2912392"/>
                <a:gd name="connsiteY12" fmla="*/ 276816 h 441765"/>
                <a:gd name="connsiteX13" fmla="*/ 126625 w 2912392"/>
                <a:gd name="connsiteY13" fmla="*/ 280981 h 441765"/>
                <a:gd name="connsiteX14" fmla="*/ 136366 w 2912392"/>
                <a:gd name="connsiteY14" fmla="*/ 285168 h 441765"/>
                <a:gd name="connsiteX15" fmla="*/ 146107 w 2912392"/>
                <a:gd name="connsiteY15" fmla="*/ 289373 h 441765"/>
                <a:gd name="connsiteX16" fmla="*/ 155846 w 2912392"/>
                <a:gd name="connsiteY16" fmla="*/ 293589 h 441765"/>
                <a:gd name="connsiteX17" fmla="*/ 165587 w 2912392"/>
                <a:gd name="connsiteY17" fmla="*/ 297813 h 441765"/>
                <a:gd name="connsiteX18" fmla="*/ 175328 w 2912392"/>
                <a:gd name="connsiteY18" fmla="*/ 302043 h 441765"/>
                <a:gd name="connsiteX19" fmla="*/ 185068 w 2912392"/>
                <a:gd name="connsiteY19" fmla="*/ 306272 h 441765"/>
                <a:gd name="connsiteX20" fmla="*/ 194809 w 2912392"/>
                <a:gd name="connsiteY20" fmla="*/ 310496 h 441765"/>
                <a:gd name="connsiteX21" fmla="*/ 204550 w 2912392"/>
                <a:gd name="connsiteY21" fmla="*/ 314714 h 441765"/>
                <a:gd name="connsiteX22" fmla="*/ 214289 w 2912392"/>
                <a:gd name="connsiteY22" fmla="*/ 318919 h 441765"/>
                <a:gd name="connsiteX23" fmla="*/ 224030 w 2912392"/>
                <a:gd name="connsiteY23" fmla="*/ 323107 h 441765"/>
                <a:gd name="connsiteX24" fmla="*/ 233771 w 2912392"/>
                <a:gd name="connsiteY24" fmla="*/ 327274 h 441765"/>
                <a:gd name="connsiteX25" fmla="*/ 243510 w 2912392"/>
                <a:gd name="connsiteY25" fmla="*/ 331417 h 441765"/>
                <a:gd name="connsiteX26" fmla="*/ 253251 w 2912392"/>
                <a:gd name="connsiteY26" fmla="*/ 335534 h 441765"/>
                <a:gd name="connsiteX27" fmla="*/ 262992 w 2912392"/>
                <a:gd name="connsiteY27" fmla="*/ 339616 h 441765"/>
                <a:gd name="connsiteX28" fmla="*/ 272732 w 2912392"/>
                <a:gd name="connsiteY28" fmla="*/ 343664 h 441765"/>
                <a:gd name="connsiteX29" fmla="*/ 282473 w 2912392"/>
                <a:gd name="connsiteY29" fmla="*/ 347672 h 441765"/>
                <a:gd name="connsiteX30" fmla="*/ 292214 w 2912392"/>
                <a:gd name="connsiteY30" fmla="*/ 351637 h 441765"/>
                <a:gd name="connsiteX31" fmla="*/ 301953 w 2912392"/>
                <a:gd name="connsiteY31" fmla="*/ 355555 h 441765"/>
                <a:gd name="connsiteX32" fmla="*/ 311694 w 2912392"/>
                <a:gd name="connsiteY32" fmla="*/ 359425 h 441765"/>
                <a:gd name="connsiteX33" fmla="*/ 321435 w 2912392"/>
                <a:gd name="connsiteY33" fmla="*/ 363239 h 441765"/>
                <a:gd name="connsiteX34" fmla="*/ 331175 w 2912392"/>
                <a:gd name="connsiteY34" fmla="*/ 366998 h 441765"/>
                <a:gd name="connsiteX35" fmla="*/ 340916 w 2912392"/>
                <a:gd name="connsiteY35" fmla="*/ 370696 h 441765"/>
                <a:gd name="connsiteX36" fmla="*/ 350656 w 2912392"/>
                <a:gd name="connsiteY36" fmla="*/ 374331 h 441765"/>
                <a:gd name="connsiteX37" fmla="*/ 360396 w 2912392"/>
                <a:gd name="connsiteY37" fmla="*/ 377899 h 441765"/>
                <a:gd name="connsiteX38" fmla="*/ 370137 w 2912392"/>
                <a:gd name="connsiteY38" fmla="*/ 381399 h 441765"/>
                <a:gd name="connsiteX39" fmla="*/ 379878 w 2912392"/>
                <a:gd name="connsiteY39" fmla="*/ 384827 h 441765"/>
                <a:gd name="connsiteX40" fmla="*/ 389617 w 2912392"/>
                <a:gd name="connsiteY40" fmla="*/ 388181 h 441765"/>
                <a:gd name="connsiteX41" fmla="*/ 399358 w 2912392"/>
                <a:gd name="connsiteY41" fmla="*/ 391456 h 441765"/>
                <a:gd name="connsiteX42" fmla="*/ 409099 w 2912392"/>
                <a:gd name="connsiteY42" fmla="*/ 394650 h 441765"/>
                <a:gd name="connsiteX43" fmla="*/ 418839 w 2912392"/>
                <a:gd name="connsiteY43" fmla="*/ 397761 h 441765"/>
                <a:gd name="connsiteX44" fmla="*/ 428580 w 2912392"/>
                <a:gd name="connsiteY44" fmla="*/ 400786 h 441765"/>
                <a:gd name="connsiteX45" fmla="*/ 438321 w 2912392"/>
                <a:gd name="connsiteY45" fmla="*/ 403724 h 441765"/>
                <a:gd name="connsiteX46" fmla="*/ 448060 w 2912392"/>
                <a:gd name="connsiteY46" fmla="*/ 406569 h 441765"/>
                <a:gd name="connsiteX47" fmla="*/ 457801 w 2912392"/>
                <a:gd name="connsiteY47" fmla="*/ 409321 h 441765"/>
                <a:gd name="connsiteX48" fmla="*/ 467542 w 2912392"/>
                <a:gd name="connsiteY48" fmla="*/ 411978 h 441765"/>
                <a:gd name="connsiteX49" fmla="*/ 477281 w 2912392"/>
                <a:gd name="connsiteY49" fmla="*/ 414536 h 441765"/>
                <a:gd name="connsiteX50" fmla="*/ 487022 w 2912392"/>
                <a:gd name="connsiteY50" fmla="*/ 416993 h 441765"/>
                <a:gd name="connsiteX51" fmla="*/ 496763 w 2912392"/>
                <a:gd name="connsiteY51" fmla="*/ 419347 h 441765"/>
                <a:gd name="connsiteX52" fmla="*/ 506503 w 2912392"/>
                <a:gd name="connsiteY52" fmla="*/ 421595 h 441765"/>
                <a:gd name="connsiteX53" fmla="*/ 516244 w 2912392"/>
                <a:gd name="connsiteY53" fmla="*/ 423736 h 441765"/>
                <a:gd name="connsiteX54" fmla="*/ 525985 w 2912392"/>
                <a:gd name="connsiteY54" fmla="*/ 425767 h 441765"/>
                <a:gd name="connsiteX55" fmla="*/ 535724 w 2912392"/>
                <a:gd name="connsiteY55" fmla="*/ 427686 h 441765"/>
                <a:gd name="connsiteX56" fmla="*/ 545465 w 2912392"/>
                <a:gd name="connsiteY56" fmla="*/ 429492 h 441765"/>
                <a:gd name="connsiteX57" fmla="*/ 555206 w 2912392"/>
                <a:gd name="connsiteY57" fmla="*/ 431181 h 441765"/>
                <a:gd name="connsiteX58" fmla="*/ 564946 w 2912392"/>
                <a:gd name="connsiteY58" fmla="*/ 432751 h 441765"/>
                <a:gd name="connsiteX59" fmla="*/ 574687 w 2912392"/>
                <a:gd name="connsiteY59" fmla="*/ 434203 h 441765"/>
                <a:gd name="connsiteX60" fmla="*/ 584428 w 2912392"/>
                <a:gd name="connsiteY60" fmla="*/ 435532 h 441765"/>
                <a:gd name="connsiteX61" fmla="*/ 594167 w 2912392"/>
                <a:gd name="connsiteY61" fmla="*/ 436737 h 441765"/>
                <a:gd name="connsiteX62" fmla="*/ 603908 w 2912392"/>
                <a:gd name="connsiteY62" fmla="*/ 437819 h 441765"/>
                <a:gd name="connsiteX63" fmla="*/ 613649 w 2912392"/>
                <a:gd name="connsiteY63" fmla="*/ 438771 h 441765"/>
                <a:gd name="connsiteX64" fmla="*/ 623388 w 2912392"/>
                <a:gd name="connsiteY64" fmla="*/ 439596 h 441765"/>
                <a:gd name="connsiteX65" fmla="*/ 633129 w 2912392"/>
                <a:gd name="connsiteY65" fmla="*/ 440290 h 441765"/>
                <a:gd name="connsiteX66" fmla="*/ 642870 w 2912392"/>
                <a:gd name="connsiteY66" fmla="*/ 440853 h 441765"/>
                <a:gd name="connsiteX67" fmla="*/ 652610 w 2912392"/>
                <a:gd name="connsiteY67" fmla="*/ 441283 h 441765"/>
                <a:gd name="connsiteX68" fmla="*/ 662351 w 2912392"/>
                <a:gd name="connsiteY68" fmla="*/ 441579 h 441765"/>
                <a:gd name="connsiteX69" fmla="*/ 672092 w 2912392"/>
                <a:gd name="connsiteY69" fmla="*/ 441740 h 441765"/>
                <a:gd name="connsiteX70" fmla="*/ 681831 w 2912392"/>
                <a:gd name="connsiteY70" fmla="*/ 441765 h 441765"/>
                <a:gd name="connsiteX71" fmla="*/ 691572 w 2912392"/>
                <a:gd name="connsiteY71" fmla="*/ 441652 h 441765"/>
                <a:gd name="connsiteX72" fmla="*/ 701313 w 2912392"/>
                <a:gd name="connsiteY72" fmla="*/ 441403 h 441765"/>
                <a:gd name="connsiteX73" fmla="*/ 711052 w 2912392"/>
                <a:gd name="connsiteY73" fmla="*/ 441014 h 441765"/>
                <a:gd name="connsiteX74" fmla="*/ 720793 w 2912392"/>
                <a:gd name="connsiteY74" fmla="*/ 440487 h 441765"/>
                <a:gd name="connsiteX75" fmla="*/ 730534 w 2912392"/>
                <a:gd name="connsiteY75" fmla="*/ 439821 h 441765"/>
                <a:gd name="connsiteX76" fmla="*/ 740274 w 2912392"/>
                <a:gd name="connsiteY76" fmla="*/ 439016 h 441765"/>
                <a:gd name="connsiteX77" fmla="*/ 750015 w 2912392"/>
                <a:gd name="connsiteY77" fmla="*/ 438070 h 441765"/>
                <a:gd name="connsiteX78" fmla="*/ 759756 w 2912392"/>
                <a:gd name="connsiteY78" fmla="*/ 436987 h 441765"/>
                <a:gd name="connsiteX79" fmla="*/ 769495 w 2912392"/>
                <a:gd name="connsiteY79" fmla="*/ 435762 h 441765"/>
                <a:gd name="connsiteX80" fmla="*/ 779236 w 2912392"/>
                <a:gd name="connsiteY80" fmla="*/ 434401 h 441765"/>
                <a:gd name="connsiteX81" fmla="*/ 788977 w 2912392"/>
                <a:gd name="connsiteY81" fmla="*/ 432900 h 441765"/>
                <a:gd name="connsiteX82" fmla="*/ 798717 w 2912392"/>
                <a:gd name="connsiteY82" fmla="*/ 431263 h 441765"/>
                <a:gd name="connsiteX83" fmla="*/ 808458 w 2912392"/>
                <a:gd name="connsiteY83" fmla="*/ 429489 h 441765"/>
                <a:gd name="connsiteX84" fmla="*/ 818199 w 2912392"/>
                <a:gd name="connsiteY84" fmla="*/ 427580 h 441765"/>
                <a:gd name="connsiteX85" fmla="*/ 827938 w 2912392"/>
                <a:gd name="connsiteY85" fmla="*/ 425536 h 441765"/>
                <a:gd name="connsiteX86" fmla="*/ 837679 w 2912392"/>
                <a:gd name="connsiteY86" fmla="*/ 423358 h 441765"/>
                <a:gd name="connsiteX87" fmla="*/ 847420 w 2912392"/>
                <a:gd name="connsiteY87" fmla="*/ 421048 h 441765"/>
                <a:gd name="connsiteX88" fmla="*/ 857159 w 2912392"/>
                <a:gd name="connsiteY88" fmla="*/ 418609 h 441765"/>
                <a:gd name="connsiteX89" fmla="*/ 866900 w 2912392"/>
                <a:gd name="connsiteY89" fmla="*/ 416042 h 441765"/>
                <a:gd name="connsiteX90" fmla="*/ 876641 w 2912392"/>
                <a:gd name="connsiteY90" fmla="*/ 413348 h 441765"/>
                <a:gd name="connsiteX91" fmla="*/ 886381 w 2912392"/>
                <a:gd name="connsiteY91" fmla="*/ 410530 h 441765"/>
                <a:gd name="connsiteX92" fmla="*/ 896122 w 2912392"/>
                <a:gd name="connsiteY92" fmla="*/ 407590 h 441765"/>
                <a:gd name="connsiteX93" fmla="*/ 905863 w 2912392"/>
                <a:gd name="connsiteY93" fmla="*/ 404530 h 441765"/>
                <a:gd name="connsiteX94" fmla="*/ 915602 w 2912392"/>
                <a:gd name="connsiteY94" fmla="*/ 401350 h 441765"/>
                <a:gd name="connsiteX95" fmla="*/ 925343 w 2912392"/>
                <a:gd name="connsiteY95" fmla="*/ 398058 h 441765"/>
                <a:gd name="connsiteX96" fmla="*/ 935084 w 2912392"/>
                <a:gd name="connsiteY96" fmla="*/ 394652 h 441765"/>
                <a:gd name="connsiteX97" fmla="*/ 944824 w 2912392"/>
                <a:gd name="connsiteY97" fmla="*/ 391136 h 441765"/>
                <a:gd name="connsiteX98" fmla="*/ 954564 w 2912392"/>
                <a:gd name="connsiteY98" fmla="*/ 387512 h 441765"/>
                <a:gd name="connsiteX99" fmla="*/ 964305 w 2912392"/>
                <a:gd name="connsiteY99" fmla="*/ 383783 h 441765"/>
                <a:gd name="connsiteX100" fmla="*/ 974045 w 2912392"/>
                <a:gd name="connsiteY100" fmla="*/ 379954 h 441765"/>
                <a:gd name="connsiteX101" fmla="*/ 983786 w 2912392"/>
                <a:gd name="connsiteY101" fmla="*/ 376027 h 441765"/>
                <a:gd name="connsiteX102" fmla="*/ 993522 w 2912392"/>
                <a:gd name="connsiteY102" fmla="*/ 372002 h 441765"/>
                <a:gd name="connsiteX103" fmla="*/ 1003266 w 2912392"/>
                <a:gd name="connsiteY103" fmla="*/ 367887 h 441765"/>
                <a:gd name="connsiteX104" fmla="*/ 1013010 w 2912392"/>
                <a:gd name="connsiteY104" fmla="*/ 363681 h 441765"/>
                <a:gd name="connsiteX105" fmla="*/ 1022754 w 2912392"/>
                <a:gd name="connsiteY105" fmla="*/ 359389 h 441765"/>
                <a:gd name="connsiteX106" fmla="*/ 1032483 w 2912392"/>
                <a:gd name="connsiteY106" fmla="*/ 355014 h 441765"/>
                <a:gd name="connsiteX107" fmla="*/ 1042227 w 2912392"/>
                <a:gd name="connsiteY107" fmla="*/ 350558 h 441765"/>
                <a:gd name="connsiteX108" fmla="*/ 1051971 w 2912392"/>
                <a:gd name="connsiteY108" fmla="*/ 346027 h 441765"/>
                <a:gd name="connsiteX109" fmla="*/ 1061715 w 2912392"/>
                <a:gd name="connsiteY109" fmla="*/ 341421 h 441765"/>
                <a:gd name="connsiteX110" fmla="*/ 1071444 w 2912392"/>
                <a:gd name="connsiteY110" fmla="*/ 336745 h 441765"/>
                <a:gd name="connsiteX111" fmla="*/ 1081188 w 2912392"/>
                <a:gd name="connsiteY111" fmla="*/ 332001 h 441765"/>
                <a:gd name="connsiteX112" fmla="*/ 1090932 w 2912392"/>
                <a:gd name="connsiteY112" fmla="*/ 327194 h 441765"/>
                <a:gd name="connsiteX113" fmla="*/ 1100676 w 2912392"/>
                <a:gd name="connsiteY113" fmla="*/ 322323 h 441765"/>
                <a:gd name="connsiteX114" fmla="*/ 1110405 w 2912392"/>
                <a:gd name="connsiteY114" fmla="*/ 317396 h 441765"/>
                <a:gd name="connsiteX115" fmla="*/ 1120149 w 2912392"/>
                <a:gd name="connsiteY115" fmla="*/ 312414 h 441765"/>
                <a:gd name="connsiteX116" fmla="*/ 1129893 w 2912392"/>
                <a:gd name="connsiteY116" fmla="*/ 307381 h 441765"/>
                <a:gd name="connsiteX117" fmla="*/ 1139637 w 2912392"/>
                <a:gd name="connsiteY117" fmla="*/ 302297 h 441765"/>
                <a:gd name="connsiteX118" fmla="*/ 1149381 w 2912392"/>
                <a:gd name="connsiteY118" fmla="*/ 297169 h 441765"/>
                <a:gd name="connsiteX119" fmla="*/ 1159110 w 2912392"/>
                <a:gd name="connsiteY119" fmla="*/ 291996 h 441765"/>
                <a:gd name="connsiteX120" fmla="*/ 1168854 w 2912392"/>
                <a:gd name="connsiteY120" fmla="*/ 286785 h 441765"/>
                <a:gd name="connsiteX121" fmla="*/ 1178598 w 2912392"/>
                <a:gd name="connsiteY121" fmla="*/ 281537 h 441765"/>
                <a:gd name="connsiteX122" fmla="*/ 1188341 w 2912392"/>
                <a:gd name="connsiteY122" fmla="*/ 276254 h 441765"/>
                <a:gd name="connsiteX123" fmla="*/ 1198070 w 2912392"/>
                <a:gd name="connsiteY123" fmla="*/ 270939 h 441765"/>
                <a:gd name="connsiteX124" fmla="*/ 1207814 w 2912392"/>
                <a:gd name="connsiteY124" fmla="*/ 265598 h 441765"/>
                <a:gd name="connsiteX125" fmla="*/ 1217558 w 2912392"/>
                <a:gd name="connsiteY125" fmla="*/ 260230 h 441765"/>
                <a:gd name="connsiteX126" fmla="*/ 1227302 w 2912392"/>
                <a:gd name="connsiteY126" fmla="*/ 254840 h 441765"/>
                <a:gd name="connsiteX127" fmla="*/ 1237031 w 2912392"/>
                <a:gd name="connsiteY127" fmla="*/ 249428 h 441765"/>
                <a:gd name="connsiteX128" fmla="*/ 1246775 w 2912392"/>
                <a:gd name="connsiteY128" fmla="*/ 244001 h 441765"/>
                <a:gd name="connsiteX129" fmla="*/ 1256519 w 2912392"/>
                <a:gd name="connsiteY129" fmla="*/ 238560 h 441765"/>
                <a:gd name="connsiteX130" fmla="*/ 1266263 w 2912392"/>
                <a:gd name="connsiteY130" fmla="*/ 233107 h 441765"/>
                <a:gd name="connsiteX131" fmla="*/ 1276007 w 2912392"/>
                <a:gd name="connsiteY131" fmla="*/ 227645 h 441765"/>
                <a:gd name="connsiteX132" fmla="*/ 1285736 w 2912392"/>
                <a:gd name="connsiteY132" fmla="*/ 222177 h 441765"/>
                <a:gd name="connsiteX133" fmla="*/ 1295480 w 2912392"/>
                <a:gd name="connsiteY133" fmla="*/ 216704 h 441765"/>
                <a:gd name="connsiteX134" fmla="*/ 1305224 w 2912392"/>
                <a:gd name="connsiteY134" fmla="*/ 211233 h 441765"/>
                <a:gd name="connsiteX135" fmla="*/ 1314968 w 2912392"/>
                <a:gd name="connsiteY135" fmla="*/ 205765 h 441765"/>
                <a:gd name="connsiteX136" fmla="*/ 1324697 w 2912392"/>
                <a:gd name="connsiteY136" fmla="*/ 200302 h 441765"/>
                <a:gd name="connsiteX137" fmla="*/ 1334441 w 2912392"/>
                <a:gd name="connsiteY137" fmla="*/ 194847 h 441765"/>
                <a:gd name="connsiteX138" fmla="*/ 1344185 w 2912392"/>
                <a:gd name="connsiteY138" fmla="*/ 189403 h 441765"/>
                <a:gd name="connsiteX139" fmla="*/ 1353929 w 2912392"/>
                <a:gd name="connsiteY139" fmla="*/ 183974 h 441765"/>
                <a:gd name="connsiteX140" fmla="*/ 1363658 w 2912392"/>
                <a:gd name="connsiteY140" fmla="*/ 178563 h 441765"/>
                <a:gd name="connsiteX141" fmla="*/ 1373402 w 2912392"/>
                <a:gd name="connsiteY141" fmla="*/ 173172 h 441765"/>
                <a:gd name="connsiteX142" fmla="*/ 1383146 w 2912392"/>
                <a:gd name="connsiteY142" fmla="*/ 167804 h 441765"/>
                <a:gd name="connsiteX143" fmla="*/ 1392890 w 2912392"/>
                <a:gd name="connsiteY143" fmla="*/ 162463 h 441765"/>
                <a:gd name="connsiteX144" fmla="*/ 1402619 w 2912392"/>
                <a:gd name="connsiteY144" fmla="*/ 157153 h 441765"/>
                <a:gd name="connsiteX145" fmla="*/ 1412363 w 2912392"/>
                <a:gd name="connsiteY145" fmla="*/ 151874 h 441765"/>
                <a:gd name="connsiteX146" fmla="*/ 1422106 w 2912392"/>
                <a:gd name="connsiteY146" fmla="*/ 146633 h 441765"/>
                <a:gd name="connsiteX147" fmla="*/ 1431850 w 2912392"/>
                <a:gd name="connsiteY147" fmla="*/ 141432 h 441765"/>
                <a:gd name="connsiteX148" fmla="*/ 1441594 w 2912392"/>
                <a:gd name="connsiteY148" fmla="*/ 136272 h 441765"/>
                <a:gd name="connsiteX149" fmla="*/ 1451323 w 2912392"/>
                <a:gd name="connsiteY149" fmla="*/ 131160 h 441765"/>
                <a:gd name="connsiteX150" fmla="*/ 1461067 w 2912392"/>
                <a:gd name="connsiteY150" fmla="*/ 126098 h 441765"/>
                <a:gd name="connsiteX151" fmla="*/ 1470811 w 2912392"/>
                <a:gd name="connsiteY151" fmla="*/ 121089 h 441765"/>
                <a:gd name="connsiteX152" fmla="*/ 1480555 w 2912392"/>
                <a:gd name="connsiteY152" fmla="*/ 116136 h 441765"/>
                <a:gd name="connsiteX153" fmla="*/ 1490284 w 2912392"/>
                <a:gd name="connsiteY153" fmla="*/ 111245 h 441765"/>
                <a:gd name="connsiteX154" fmla="*/ 1500028 w 2912392"/>
                <a:gd name="connsiteY154" fmla="*/ 106416 h 441765"/>
                <a:gd name="connsiteX155" fmla="*/ 1509772 w 2912392"/>
                <a:gd name="connsiteY155" fmla="*/ 101656 h 441765"/>
                <a:gd name="connsiteX156" fmla="*/ 1519516 w 2912392"/>
                <a:gd name="connsiteY156" fmla="*/ 96966 h 441765"/>
                <a:gd name="connsiteX157" fmla="*/ 1529245 w 2912392"/>
                <a:gd name="connsiteY157" fmla="*/ 92350 h 441765"/>
                <a:gd name="connsiteX158" fmla="*/ 1538989 w 2912392"/>
                <a:gd name="connsiteY158" fmla="*/ 87813 h 441765"/>
                <a:gd name="connsiteX159" fmla="*/ 1548733 w 2912392"/>
                <a:gd name="connsiteY159" fmla="*/ 83357 h 441765"/>
                <a:gd name="connsiteX160" fmla="*/ 1558477 w 2912392"/>
                <a:gd name="connsiteY160" fmla="*/ 78987 h 441765"/>
                <a:gd name="connsiteX161" fmla="*/ 1568221 w 2912392"/>
                <a:gd name="connsiteY161" fmla="*/ 74705 h 441765"/>
                <a:gd name="connsiteX162" fmla="*/ 1577950 w 2912392"/>
                <a:gd name="connsiteY162" fmla="*/ 70514 h 441765"/>
                <a:gd name="connsiteX163" fmla="*/ 1587694 w 2912392"/>
                <a:gd name="connsiteY163" fmla="*/ 66418 h 441765"/>
                <a:gd name="connsiteX164" fmla="*/ 1597438 w 2912392"/>
                <a:gd name="connsiteY164" fmla="*/ 62422 h 441765"/>
                <a:gd name="connsiteX165" fmla="*/ 1607182 w 2912392"/>
                <a:gd name="connsiteY165" fmla="*/ 58526 h 441765"/>
                <a:gd name="connsiteX166" fmla="*/ 1616911 w 2912392"/>
                <a:gd name="connsiteY166" fmla="*/ 54736 h 441765"/>
                <a:gd name="connsiteX167" fmla="*/ 1626655 w 2912392"/>
                <a:gd name="connsiteY167" fmla="*/ 51053 h 441765"/>
                <a:gd name="connsiteX168" fmla="*/ 1636399 w 2912392"/>
                <a:gd name="connsiteY168" fmla="*/ 47482 h 441765"/>
                <a:gd name="connsiteX169" fmla="*/ 1646142 w 2912392"/>
                <a:gd name="connsiteY169" fmla="*/ 44024 h 441765"/>
                <a:gd name="connsiteX170" fmla="*/ 1655872 w 2912392"/>
                <a:gd name="connsiteY170" fmla="*/ 40682 h 441765"/>
                <a:gd name="connsiteX171" fmla="*/ 1665616 w 2912392"/>
                <a:gd name="connsiteY171" fmla="*/ 37459 h 441765"/>
                <a:gd name="connsiteX172" fmla="*/ 1675359 w 2912392"/>
                <a:gd name="connsiteY172" fmla="*/ 34359 h 441765"/>
                <a:gd name="connsiteX173" fmla="*/ 1685103 w 2912392"/>
                <a:gd name="connsiteY173" fmla="*/ 31380 h 441765"/>
                <a:gd name="connsiteX174" fmla="*/ 1694832 w 2912392"/>
                <a:gd name="connsiteY174" fmla="*/ 28530 h 441765"/>
                <a:gd name="connsiteX175" fmla="*/ 1704576 w 2912392"/>
                <a:gd name="connsiteY175" fmla="*/ 25807 h 441765"/>
                <a:gd name="connsiteX176" fmla="*/ 1714320 w 2912392"/>
                <a:gd name="connsiteY176" fmla="*/ 23214 h 441765"/>
                <a:gd name="connsiteX177" fmla="*/ 1724064 w 2912392"/>
                <a:gd name="connsiteY177" fmla="*/ 20753 h 441765"/>
                <a:gd name="connsiteX178" fmla="*/ 1733808 w 2912392"/>
                <a:gd name="connsiteY178" fmla="*/ 18424 h 441765"/>
                <a:gd name="connsiteX179" fmla="*/ 1743537 w 2912392"/>
                <a:gd name="connsiteY179" fmla="*/ 16231 h 441765"/>
                <a:gd name="connsiteX180" fmla="*/ 1753281 w 2912392"/>
                <a:gd name="connsiteY180" fmla="*/ 14175 h 441765"/>
                <a:gd name="connsiteX181" fmla="*/ 1763025 w 2912392"/>
                <a:gd name="connsiteY181" fmla="*/ 12256 h 441765"/>
                <a:gd name="connsiteX182" fmla="*/ 1772769 w 2912392"/>
                <a:gd name="connsiteY182" fmla="*/ 10474 h 441765"/>
                <a:gd name="connsiteX183" fmla="*/ 1782498 w 2912392"/>
                <a:gd name="connsiteY183" fmla="*/ 8832 h 441765"/>
                <a:gd name="connsiteX184" fmla="*/ 1792242 w 2912392"/>
                <a:gd name="connsiteY184" fmla="*/ 7329 h 441765"/>
                <a:gd name="connsiteX185" fmla="*/ 1801986 w 2912392"/>
                <a:gd name="connsiteY185" fmla="*/ 5966 h 441765"/>
                <a:gd name="connsiteX186" fmla="*/ 1811730 w 2912392"/>
                <a:gd name="connsiteY186" fmla="*/ 4744 h 441765"/>
                <a:gd name="connsiteX187" fmla="*/ 1821459 w 2912392"/>
                <a:gd name="connsiteY187" fmla="*/ 3662 h 441765"/>
                <a:gd name="connsiteX188" fmla="*/ 1831203 w 2912392"/>
                <a:gd name="connsiteY188" fmla="*/ 2721 h 441765"/>
                <a:gd name="connsiteX189" fmla="*/ 1840947 w 2912392"/>
                <a:gd name="connsiteY189" fmla="*/ 1919 h 441765"/>
                <a:gd name="connsiteX190" fmla="*/ 1850691 w 2912392"/>
                <a:gd name="connsiteY190" fmla="*/ 1257 h 441765"/>
                <a:gd name="connsiteX191" fmla="*/ 1860435 w 2912392"/>
                <a:gd name="connsiteY191" fmla="*/ 736 h 441765"/>
                <a:gd name="connsiteX192" fmla="*/ 1870164 w 2912392"/>
                <a:gd name="connsiteY192" fmla="*/ 352 h 441765"/>
                <a:gd name="connsiteX193" fmla="*/ 1879908 w 2912392"/>
                <a:gd name="connsiteY193" fmla="*/ 107 h 441765"/>
                <a:gd name="connsiteX194" fmla="*/ 1889652 w 2912392"/>
                <a:gd name="connsiteY194" fmla="*/ 0 h 441765"/>
                <a:gd name="connsiteX195" fmla="*/ 1899395 w 2912392"/>
                <a:gd name="connsiteY195" fmla="*/ 28 h 441765"/>
                <a:gd name="connsiteX196" fmla="*/ 1909124 w 2912392"/>
                <a:gd name="connsiteY196" fmla="*/ 192 h 441765"/>
                <a:gd name="connsiteX197" fmla="*/ 1918868 w 2912392"/>
                <a:gd name="connsiteY197" fmla="*/ 489 h 441765"/>
                <a:gd name="connsiteX198" fmla="*/ 1928612 w 2912392"/>
                <a:gd name="connsiteY198" fmla="*/ 919 h 441765"/>
                <a:gd name="connsiteX199" fmla="*/ 1938356 w 2912392"/>
                <a:gd name="connsiteY199" fmla="*/ 1482 h 441765"/>
                <a:gd name="connsiteX200" fmla="*/ 1948085 w 2912392"/>
                <a:gd name="connsiteY200" fmla="*/ 2174 h 441765"/>
                <a:gd name="connsiteX201" fmla="*/ 1957829 w 2912392"/>
                <a:gd name="connsiteY201" fmla="*/ 2995 h 441765"/>
                <a:gd name="connsiteX202" fmla="*/ 1967573 w 2912392"/>
                <a:gd name="connsiteY202" fmla="*/ 3942 h 441765"/>
                <a:gd name="connsiteX203" fmla="*/ 1977317 w 2912392"/>
                <a:gd name="connsiteY203" fmla="*/ 5015 h 441765"/>
                <a:gd name="connsiteX204" fmla="*/ 1987046 w 2912392"/>
                <a:gd name="connsiteY204" fmla="*/ 6211 h 441765"/>
                <a:gd name="connsiteX205" fmla="*/ 1996790 w 2912392"/>
                <a:gd name="connsiteY205" fmla="*/ 7530 h 441765"/>
                <a:gd name="connsiteX206" fmla="*/ 2006534 w 2912392"/>
                <a:gd name="connsiteY206" fmla="*/ 8969 h 441765"/>
                <a:gd name="connsiteX207" fmla="*/ 2016278 w 2912392"/>
                <a:gd name="connsiteY207" fmla="*/ 10528 h 441765"/>
                <a:gd name="connsiteX208" fmla="*/ 2026022 w 2912392"/>
                <a:gd name="connsiteY208" fmla="*/ 12204 h 441765"/>
                <a:gd name="connsiteX209" fmla="*/ 2035751 w 2912392"/>
                <a:gd name="connsiteY209" fmla="*/ 13993 h 441765"/>
                <a:gd name="connsiteX210" fmla="*/ 2045495 w 2912392"/>
                <a:gd name="connsiteY210" fmla="*/ 15899 h 441765"/>
                <a:gd name="connsiteX211" fmla="*/ 2055239 w 2912392"/>
                <a:gd name="connsiteY211" fmla="*/ 17915 h 441765"/>
                <a:gd name="connsiteX212" fmla="*/ 2064983 w 2912392"/>
                <a:gd name="connsiteY212" fmla="*/ 20041 h 441765"/>
                <a:gd name="connsiteX213" fmla="*/ 2074712 w 2912392"/>
                <a:gd name="connsiteY213" fmla="*/ 22276 h 441765"/>
                <a:gd name="connsiteX214" fmla="*/ 2084456 w 2912392"/>
                <a:gd name="connsiteY214" fmla="*/ 24618 h 441765"/>
                <a:gd name="connsiteX215" fmla="*/ 2094200 w 2912392"/>
                <a:gd name="connsiteY215" fmla="*/ 27066 h 441765"/>
                <a:gd name="connsiteX216" fmla="*/ 2103944 w 2912392"/>
                <a:gd name="connsiteY216" fmla="*/ 29616 h 441765"/>
                <a:gd name="connsiteX217" fmla="*/ 2113673 w 2912392"/>
                <a:gd name="connsiteY217" fmla="*/ 32270 h 441765"/>
                <a:gd name="connsiteX218" fmla="*/ 2123417 w 2912392"/>
                <a:gd name="connsiteY218" fmla="*/ 35025 h 441765"/>
                <a:gd name="connsiteX219" fmla="*/ 2133161 w 2912392"/>
                <a:gd name="connsiteY219" fmla="*/ 37878 h 441765"/>
                <a:gd name="connsiteX220" fmla="*/ 2142905 w 2912392"/>
                <a:gd name="connsiteY220" fmla="*/ 40829 h 441765"/>
                <a:gd name="connsiteX221" fmla="*/ 2152649 w 2912392"/>
                <a:gd name="connsiteY221" fmla="*/ 43878 h 441765"/>
                <a:gd name="connsiteX222" fmla="*/ 2162377 w 2912392"/>
                <a:gd name="connsiteY222" fmla="*/ 47020 h 441765"/>
                <a:gd name="connsiteX223" fmla="*/ 2172121 w 2912392"/>
                <a:gd name="connsiteY223" fmla="*/ 50256 h 441765"/>
                <a:gd name="connsiteX224" fmla="*/ 2181865 w 2912392"/>
                <a:gd name="connsiteY224" fmla="*/ 53584 h 441765"/>
                <a:gd name="connsiteX225" fmla="*/ 2191609 w 2912392"/>
                <a:gd name="connsiteY225" fmla="*/ 57004 h 441765"/>
                <a:gd name="connsiteX226" fmla="*/ 2201338 w 2912392"/>
                <a:gd name="connsiteY226" fmla="*/ 60512 h 441765"/>
                <a:gd name="connsiteX227" fmla="*/ 2211082 w 2912392"/>
                <a:gd name="connsiteY227" fmla="*/ 64110 h 441765"/>
                <a:gd name="connsiteX228" fmla="*/ 2220826 w 2912392"/>
                <a:gd name="connsiteY228" fmla="*/ 67795 h 441765"/>
                <a:gd name="connsiteX229" fmla="*/ 2230570 w 2912392"/>
                <a:gd name="connsiteY229" fmla="*/ 71566 h 441765"/>
                <a:gd name="connsiteX230" fmla="*/ 2240299 w 2912392"/>
                <a:gd name="connsiteY230" fmla="*/ 75420 h 441765"/>
                <a:gd name="connsiteX231" fmla="*/ 2250043 w 2912392"/>
                <a:gd name="connsiteY231" fmla="*/ 79359 h 441765"/>
                <a:gd name="connsiteX232" fmla="*/ 2259787 w 2912392"/>
                <a:gd name="connsiteY232" fmla="*/ 83379 h 441765"/>
                <a:gd name="connsiteX233" fmla="*/ 2269531 w 2912392"/>
                <a:gd name="connsiteY233" fmla="*/ 87481 h 441765"/>
                <a:gd name="connsiteX234" fmla="*/ 2279260 w 2912392"/>
                <a:gd name="connsiteY234" fmla="*/ 91662 h 441765"/>
                <a:gd name="connsiteX235" fmla="*/ 2289004 w 2912392"/>
                <a:gd name="connsiteY235" fmla="*/ 95921 h 441765"/>
                <a:gd name="connsiteX236" fmla="*/ 2298748 w 2912392"/>
                <a:gd name="connsiteY236" fmla="*/ 100257 h 441765"/>
                <a:gd name="connsiteX237" fmla="*/ 2308492 w 2912392"/>
                <a:gd name="connsiteY237" fmla="*/ 104668 h 441765"/>
                <a:gd name="connsiteX238" fmla="*/ 2318236 w 2912392"/>
                <a:gd name="connsiteY238" fmla="*/ 109154 h 441765"/>
                <a:gd name="connsiteX239" fmla="*/ 2327965 w 2912392"/>
                <a:gd name="connsiteY239" fmla="*/ 113713 h 441765"/>
                <a:gd name="connsiteX240" fmla="*/ 2337709 w 2912392"/>
                <a:gd name="connsiteY240" fmla="*/ 118343 h 441765"/>
                <a:gd name="connsiteX241" fmla="*/ 2347453 w 2912392"/>
                <a:gd name="connsiteY241" fmla="*/ 123042 h 441765"/>
                <a:gd name="connsiteX242" fmla="*/ 2357197 w 2912392"/>
                <a:gd name="connsiteY242" fmla="*/ 127808 h 441765"/>
                <a:gd name="connsiteX243" fmla="*/ 2366926 w 2912392"/>
                <a:gd name="connsiteY243" fmla="*/ 132641 h 441765"/>
                <a:gd name="connsiteX244" fmla="*/ 2376670 w 2912392"/>
                <a:gd name="connsiteY244" fmla="*/ 137539 h 441765"/>
                <a:gd name="connsiteX245" fmla="*/ 2386413 w 2912392"/>
                <a:gd name="connsiteY245" fmla="*/ 142498 h 441765"/>
                <a:gd name="connsiteX246" fmla="*/ 2396157 w 2912392"/>
                <a:gd name="connsiteY246" fmla="*/ 147518 h 441765"/>
                <a:gd name="connsiteX247" fmla="*/ 2405886 w 2912392"/>
                <a:gd name="connsiteY247" fmla="*/ 152597 h 441765"/>
                <a:gd name="connsiteX248" fmla="*/ 2415630 w 2912392"/>
                <a:gd name="connsiteY248" fmla="*/ 157731 h 441765"/>
                <a:gd name="connsiteX249" fmla="*/ 2425374 w 2912392"/>
                <a:gd name="connsiteY249" fmla="*/ 162920 h 441765"/>
                <a:gd name="connsiteX250" fmla="*/ 2435118 w 2912392"/>
                <a:gd name="connsiteY250" fmla="*/ 168162 h 441765"/>
                <a:gd name="connsiteX251" fmla="*/ 2444862 w 2912392"/>
                <a:gd name="connsiteY251" fmla="*/ 173452 h 441765"/>
                <a:gd name="connsiteX252" fmla="*/ 2454591 w 2912392"/>
                <a:gd name="connsiteY252" fmla="*/ 178789 h 441765"/>
                <a:gd name="connsiteX253" fmla="*/ 2464335 w 2912392"/>
                <a:gd name="connsiteY253" fmla="*/ 184171 h 441765"/>
                <a:gd name="connsiteX254" fmla="*/ 2474079 w 2912392"/>
                <a:gd name="connsiteY254" fmla="*/ 189596 h 441765"/>
                <a:gd name="connsiteX255" fmla="*/ 2483823 w 2912392"/>
                <a:gd name="connsiteY255" fmla="*/ 195058 h 441765"/>
                <a:gd name="connsiteX256" fmla="*/ 2493552 w 2912392"/>
                <a:gd name="connsiteY256" fmla="*/ 200555 h 441765"/>
                <a:gd name="connsiteX257" fmla="*/ 2503296 w 2912392"/>
                <a:gd name="connsiteY257" fmla="*/ 206087 h 441765"/>
                <a:gd name="connsiteX258" fmla="*/ 2513040 w 2912392"/>
                <a:gd name="connsiteY258" fmla="*/ 211649 h 441765"/>
                <a:gd name="connsiteX259" fmla="*/ 2522784 w 2912392"/>
                <a:gd name="connsiteY259" fmla="*/ 217236 h 441765"/>
                <a:gd name="connsiteX260" fmla="*/ 2532513 w 2912392"/>
                <a:gd name="connsiteY260" fmla="*/ 222849 h 441765"/>
                <a:gd name="connsiteX261" fmla="*/ 2542257 w 2912392"/>
                <a:gd name="connsiteY261" fmla="*/ 228480 h 441765"/>
                <a:gd name="connsiteX262" fmla="*/ 2552001 w 2912392"/>
                <a:gd name="connsiteY262" fmla="*/ 234129 h 441765"/>
                <a:gd name="connsiteX263" fmla="*/ 2561745 w 2912392"/>
                <a:gd name="connsiteY263" fmla="*/ 239790 h 441765"/>
                <a:gd name="connsiteX264" fmla="*/ 2571474 w 2912392"/>
                <a:gd name="connsiteY264" fmla="*/ 245462 h 441765"/>
                <a:gd name="connsiteX265" fmla="*/ 2581218 w 2912392"/>
                <a:gd name="connsiteY265" fmla="*/ 251140 h 441765"/>
                <a:gd name="connsiteX266" fmla="*/ 2590962 w 2912392"/>
                <a:gd name="connsiteY266" fmla="*/ 256820 h 441765"/>
                <a:gd name="connsiteX267" fmla="*/ 2600705 w 2912392"/>
                <a:gd name="connsiteY267" fmla="*/ 262498 h 441765"/>
                <a:gd name="connsiteX268" fmla="*/ 2610449 w 2912392"/>
                <a:gd name="connsiteY268" fmla="*/ 268170 h 441765"/>
                <a:gd name="connsiteX269" fmla="*/ 2620178 w 2912392"/>
                <a:gd name="connsiteY269" fmla="*/ 273833 h 441765"/>
                <a:gd name="connsiteX270" fmla="*/ 2629922 w 2912392"/>
                <a:gd name="connsiteY270" fmla="*/ 279483 h 441765"/>
                <a:gd name="connsiteX271" fmla="*/ 2639666 w 2912392"/>
                <a:gd name="connsiteY271" fmla="*/ 285113 h 441765"/>
                <a:gd name="connsiteX272" fmla="*/ 2649410 w 2912392"/>
                <a:gd name="connsiteY272" fmla="*/ 290724 h 441765"/>
                <a:gd name="connsiteX273" fmla="*/ 2659139 w 2912392"/>
                <a:gd name="connsiteY273" fmla="*/ 296307 h 441765"/>
                <a:gd name="connsiteX274" fmla="*/ 2668883 w 2912392"/>
                <a:gd name="connsiteY274" fmla="*/ 301859 h 441765"/>
                <a:gd name="connsiteX275" fmla="*/ 2678627 w 2912392"/>
                <a:gd name="connsiteY275" fmla="*/ 307378 h 441765"/>
                <a:gd name="connsiteX276" fmla="*/ 2688371 w 2912392"/>
                <a:gd name="connsiteY276" fmla="*/ 312858 h 441765"/>
                <a:gd name="connsiteX277" fmla="*/ 2698100 w 2912392"/>
                <a:gd name="connsiteY277" fmla="*/ 318294 h 441765"/>
                <a:gd name="connsiteX278" fmla="*/ 2707844 w 2912392"/>
                <a:gd name="connsiteY278" fmla="*/ 323682 h 441765"/>
                <a:gd name="connsiteX279" fmla="*/ 2717588 w 2912392"/>
                <a:gd name="connsiteY279" fmla="*/ 329019 h 441765"/>
                <a:gd name="connsiteX280" fmla="*/ 2727332 w 2912392"/>
                <a:gd name="connsiteY280" fmla="*/ 334297 h 441765"/>
                <a:gd name="connsiteX281" fmla="*/ 2737076 w 2912392"/>
                <a:gd name="connsiteY281" fmla="*/ 339515 h 441765"/>
                <a:gd name="connsiteX282" fmla="*/ 2746805 w 2912392"/>
                <a:gd name="connsiteY282" fmla="*/ 344667 h 441765"/>
                <a:gd name="connsiteX283" fmla="*/ 2756549 w 2912392"/>
                <a:gd name="connsiteY283" fmla="*/ 349748 h 441765"/>
                <a:gd name="connsiteX284" fmla="*/ 2766293 w 2912392"/>
                <a:gd name="connsiteY284" fmla="*/ 354754 h 441765"/>
                <a:gd name="connsiteX285" fmla="*/ 2776037 w 2912392"/>
                <a:gd name="connsiteY285" fmla="*/ 359679 h 441765"/>
                <a:gd name="connsiteX286" fmla="*/ 2785766 w 2912392"/>
                <a:gd name="connsiteY286" fmla="*/ 364522 h 441765"/>
                <a:gd name="connsiteX287" fmla="*/ 2795510 w 2912392"/>
                <a:gd name="connsiteY287" fmla="*/ 369274 h 441765"/>
                <a:gd name="connsiteX288" fmla="*/ 2805254 w 2912392"/>
                <a:gd name="connsiteY288" fmla="*/ 373933 h 441765"/>
                <a:gd name="connsiteX289" fmla="*/ 2814998 w 2912392"/>
                <a:gd name="connsiteY289" fmla="*/ 378494 h 441765"/>
                <a:gd name="connsiteX290" fmla="*/ 2824727 w 2912392"/>
                <a:gd name="connsiteY290" fmla="*/ 382952 h 441765"/>
                <a:gd name="connsiteX291" fmla="*/ 2834471 w 2912392"/>
                <a:gd name="connsiteY291" fmla="*/ 387302 h 441765"/>
                <a:gd name="connsiteX292" fmla="*/ 2844215 w 2912392"/>
                <a:gd name="connsiteY292" fmla="*/ 391539 h 441765"/>
                <a:gd name="connsiteX293" fmla="*/ 2853958 w 2912392"/>
                <a:gd name="connsiteY293" fmla="*/ 395660 h 441765"/>
                <a:gd name="connsiteX294" fmla="*/ 2863687 w 2912392"/>
                <a:gd name="connsiteY294" fmla="*/ 399661 h 441765"/>
                <a:gd name="connsiteX295" fmla="*/ 2873431 w 2912392"/>
                <a:gd name="connsiteY295" fmla="*/ 403535 h 441765"/>
                <a:gd name="connsiteX296" fmla="*/ 2883175 w 2912392"/>
                <a:gd name="connsiteY296" fmla="*/ 407279 h 441765"/>
                <a:gd name="connsiteX297" fmla="*/ 2892919 w 2912392"/>
                <a:gd name="connsiteY297" fmla="*/ 410889 h 441765"/>
                <a:gd name="connsiteX298" fmla="*/ 2902663 w 2912392"/>
                <a:gd name="connsiteY298" fmla="*/ 414359 h 441765"/>
                <a:gd name="connsiteX299" fmla="*/ 2912392 w 2912392"/>
                <a:gd name="connsiteY299" fmla="*/ 417686 h 441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41765">
                  <a:moveTo>
                    <a:pt x="0" y="229869"/>
                  </a:moveTo>
                  <a:lnTo>
                    <a:pt x="9739" y="233489"/>
                  </a:lnTo>
                  <a:lnTo>
                    <a:pt x="19480" y="237172"/>
                  </a:lnTo>
                  <a:lnTo>
                    <a:pt x="29221" y="240917"/>
                  </a:lnTo>
                  <a:lnTo>
                    <a:pt x="38961" y="244719"/>
                  </a:lnTo>
                  <a:lnTo>
                    <a:pt x="48702" y="248576"/>
                  </a:lnTo>
                  <a:lnTo>
                    <a:pt x="58443" y="252484"/>
                  </a:lnTo>
                  <a:lnTo>
                    <a:pt x="68182" y="256440"/>
                  </a:lnTo>
                  <a:lnTo>
                    <a:pt x="77923" y="260442"/>
                  </a:lnTo>
                  <a:lnTo>
                    <a:pt x="87664" y="264484"/>
                  </a:lnTo>
                  <a:lnTo>
                    <a:pt x="97404" y="268562"/>
                  </a:lnTo>
                  <a:lnTo>
                    <a:pt x="107145" y="272674"/>
                  </a:lnTo>
                  <a:lnTo>
                    <a:pt x="116886" y="276816"/>
                  </a:lnTo>
                  <a:lnTo>
                    <a:pt x="126625" y="280981"/>
                  </a:lnTo>
                  <a:lnTo>
                    <a:pt x="136366" y="285168"/>
                  </a:lnTo>
                  <a:lnTo>
                    <a:pt x="146107" y="289373"/>
                  </a:lnTo>
                  <a:lnTo>
                    <a:pt x="155846" y="293589"/>
                  </a:lnTo>
                  <a:lnTo>
                    <a:pt x="165587" y="297813"/>
                  </a:lnTo>
                  <a:lnTo>
                    <a:pt x="175328" y="302043"/>
                  </a:lnTo>
                  <a:lnTo>
                    <a:pt x="185068" y="306272"/>
                  </a:lnTo>
                  <a:lnTo>
                    <a:pt x="194809" y="310496"/>
                  </a:lnTo>
                  <a:lnTo>
                    <a:pt x="204550" y="314714"/>
                  </a:lnTo>
                  <a:lnTo>
                    <a:pt x="214289" y="318919"/>
                  </a:lnTo>
                  <a:lnTo>
                    <a:pt x="224030" y="323107"/>
                  </a:lnTo>
                  <a:lnTo>
                    <a:pt x="233771" y="327274"/>
                  </a:lnTo>
                  <a:lnTo>
                    <a:pt x="243510" y="331417"/>
                  </a:lnTo>
                  <a:lnTo>
                    <a:pt x="253251" y="335534"/>
                  </a:lnTo>
                  <a:lnTo>
                    <a:pt x="262992" y="339616"/>
                  </a:lnTo>
                  <a:lnTo>
                    <a:pt x="272732" y="343664"/>
                  </a:lnTo>
                  <a:lnTo>
                    <a:pt x="282473" y="347672"/>
                  </a:lnTo>
                  <a:lnTo>
                    <a:pt x="292214" y="351637"/>
                  </a:lnTo>
                  <a:lnTo>
                    <a:pt x="301953" y="355555"/>
                  </a:lnTo>
                  <a:lnTo>
                    <a:pt x="311694" y="359425"/>
                  </a:lnTo>
                  <a:lnTo>
                    <a:pt x="321435" y="363239"/>
                  </a:lnTo>
                  <a:lnTo>
                    <a:pt x="331175" y="366998"/>
                  </a:lnTo>
                  <a:lnTo>
                    <a:pt x="340916" y="370696"/>
                  </a:lnTo>
                  <a:lnTo>
                    <a:pt x="350656" y="374331"/>
                  </a:lnTo>
                  <a:lnTo>
                    <a:pt x="360396" y="377899"/>
                  </a:lnTo>
                  <a:lnTo>
                    <a:pt x="370137" y="381399"/>
                  </a:lnTo>
                  <a:lnTo>
                    <a:pt x="379878" y="384827"/>
                  </a:lnTo>
                  <a:lnTo>
                    <a:pt x="389617" y="388181"/>
                  </a:lnTo>
                  <a:lnTo>
                    <a:pt x="399358" y="391456"/>
                  </a:lnTo>
                  <a:lnTo>
                    <a:pt x="409099" y="394650"/>
                  </a:lnTo>
                  <a:lnTo>
                    <a:pt x="418839" y="397761"/>
                  </a:lnTo>
                  <a:lnTo>
                    <a:pt x="428580" y="400786"/>
                  </a:lnTo>
                  <a:lnTo>
                    <a:pt x="438321" y="403724"/>
                  </a:lnTo>
                  <a:lnTo>
                    <a:pt x="448060" y="406569"/>
                  </a:lnTo>
                  <a:lnTo>
                    <a:pt x="457801" y="409321"/>
                  </a:lnTo>
                  <a:lnTo>
                    <a:pt x="467542" y="411978"/>
                  </a:lnTo>
                  <a:lnTo>
                    <a:pt x="477281" y="414536"/>
                  </a:lnTo>
                  <a:lnTo>
                    <a:pt x="487022" y="416993"/>
                  </a:lnTo>
                  <a:lnTo>
                    <a:pt x="496763" y="419347"/>
                  </a:lnTo>
                  <a:lnTo>
                    <a:pt x="506503" y="421595"/>
                  </a:lnTo>
                  <a:lnTo>
                    <a:pt x="516244" y="423736"/>
                  </a:lnTo>
                  <a:lnTo>
                    <a:pt x="525985" y="425767"/>
                  </a:lnTo>
                  <a:lnTo>
                    <a:pt x="535724" y="427686"/>
                  </a:lnTo>
                  <a:lnTo>
                    <a:pt x="545465" y="429492"/>
                  </a:lnTo>
                  <a:lnTo>
                    <a:pt x="555206" y="431181"/>
                  </a:lnTo>
                  <a:lnTo>
                    <a:pt x="564946" y="432751"/>
                  </a:lnTo>
                  <a:lnTo>
                    <a:pt x="574687" y="434203"/>
                  </a:lnTo>
                  <a:lnTo>
                    <a:pt x="584428" y="435532"/>
                  </a:lnTo>
                  <a:lnTo>
                    <a:pt x="594167" y="436737"/>
                  </a:lnTo>
                  <a:lnTo>
                    <a:pt x="603908" y="437819"/>
                  </a:lnTo>
                  <a:lnTo>
                    <a:pt x="613649" y="438771"/>
                  </a:lnTo>
                  <a:lnTo>
                    <a:pt x="623388" y="439596"/>
                  </a:lnTo>
                  <a:lnTo>
                    <a:pt x="633129" y="440290"/>
                  </a:lnTo>
                  <a:lnTo>
                    <a:pt x="642870" y="440853"/>
                  </a:lnTo>
                  <a:lnTo>
                    <a:pt x="652610" y="441283"/>
                  </a:lnTo>
                  <a:lnTo>
                    <a:pt x="662351" y="441579"/>
                  </a:lnTo>
                  <a:lnTo>
                    <a:pt x="672092" y="441740"/>
                  </a:lnTo>
                  <a:lnTo>
                    <a:pt x="681831" y="441765"/>
                  </a:lnTo>
                  <a:lnTo>
                    <a:pt x="691572" y="441652"/>
                  </a:lnTo>
                  <a:lnTo>
                    <a:pt x="701313" y="441403"/>
                  </a:lnTo>
                  <a:lnTo>
                    <a:pt x="711052" y="441014"/>
                  </a:lnTo>
                  <a:lnTo>
                    <a:pt x="720793" y="440487"/>
                  </a:lnTo>
                  <a:lnTo>
                    <a:pt x="730534" y="439821"/>
                  </a:lnTo>
                  <a:lnTo>
                    <a:pt x="740274" y="439016"/>
                  </a:lnTo>
                  <a:lnTo>
                    <a:pt x="750015" y="438070"/>
                  </a:lnTo>
                  <a:lnTo>
                    <a:pt x="759756" y="436987"/>
                  </a:lnTo>
                  <a:lnTo>
                    <a:pt x="769495" y="435762"/>
                  </a:lnTo>
                  <a:lnTo>
                    <a:pt x="779236" y="434401"/>
                  </a:lnTo>
                  <a:lnTo>
                    <a:pt x="788977" y="432900"/>
                  </a:lnTo>
                  <a:lnTo>
                    <a:pt x="798717" y="431263"/>
                  </a:lnTo>
                  <a:lnTo>
                    <a:pt x="808458" y="429489"/>
                  </a:lnTo>
                  <a:lnTo>
                    <a:pt x="818199" y="427580"/>
                  </a:lnTo>
                  <a:lnTo>
                    <a:pt x="827938" y="425536"/>
                  </a:lnTo>
                  <a:lnTo>
                    <a:pt x="837679" y="423358"/>
                  </a:lnTo>
                  <a:lnTo>
                    <a:pt x="847420" y="421048"/>
                  </a:lnTo>
                  <a:lnTo>
                    <a:pt x="857159" y="418609"/>
                  </a:lnTo>
                  <a:lnTo>
                    <a:pt x="866900" y="416042"/>
                  </a:lnTo>
                  <a:lnTo>
                    <a:pt x="876641" y="413348"/>
                  </a:lnTo>
                  <a:lnTo>
                    <a:pt x="886381" y="410530"/>
                  </a:lnTo>
                  <a:lnTo>
                    <a:pt x="896122" y="407590"/>
                  </a:lnTo>
                  <a:lnTo>
                    <a:pt x="905863" y="404530"/>
                  </a:lnTo>
                  <a:lnTo>
                    <a:pt x="915602" y="401350"/>
                  </a:lnTo>
                  <a:lnTo>
                    <a:pt x="925343" y="398058"/>
                  </a:lnTo>
                  <a:lnTo>
                    <a:pt x="935084" y="394652"/>
                  </a:lnTo>
                  <a:lnTo>
                    <a:pt x="944824" y="391136"/>
                  </a:lnTo>
                  <a:lnTo>
                    <a:pt x="954564" y="387512"/>
                  </a:lnTo>
                  <a:lnTo>
                    <a:pt x="964305" y="383783"/>
                  </a:lnTo>
                  <a:lnTo>
                    <a:pt x="974045" y="379954"/>
                  </a:lnTo>
                  <a:lnTo>
                    <a:pt x="983786" y="376027"/>
                  </a:lnTo>
                  <a:lnTo>
                    <a:pt x="993522" y="372002"/>
                  </a:lnTo>
                  <a:lnTo>
                    <a:pt x="1003266" y="367887"/>
                  </a:lnTo>
                  <a:lnTo>
                    <a:pt x="1013010" y="363681"/>
                  </a:lnTo>
                  <a:lnTo>
                    <a:pt x="1022754" y="359389"/>
                  </a:lnTo>
                  <a:lnTo>
                    <a:pt x="1032483" y="355014"/>
                  </a:lnTo>
                  <a:lnTo>
                    <a:pt x="1042227" y="350558"/>
                  </a:lnTo>
                  <a:lnTo>
                    <a:pt x="1051971" y="346027"/>
                  </a:lnTo>
                  <a:lnTo>
                    <a:pt x="1061715" y="341421"/>
                  </a:lnTo>
                  <a:lnTo>
                    <a:pt x="1071444" y="336745"/>
                  </a:lnTo>
                  <a:lnTo>
                    <a:pt x="1081188" y="332001"/>
                  </a:lnTo>
                  <a:lnTo>
                    <a:pt x="1090932" y="327194"/>
                  </a:lnTo>
                  <a:lnTo>
                    <a:pt x="1100676" y="322323"/>
                  </a:lnTo>
                  <a:lnTo>
                    <a:pt x="1110405" y="317396"/>
                  </a:lnTo>
                  <a:lnTo>
                    <a:pt x="1120149" y="312414"/>
                  </a:lnTo>
                  <a:lnTo>
                    <a:pt x="1129893" y="307381"/>
                  </a:lnTo>
                  <a:lnTo>
                    <a:pt x="1139637" y="302297"/>
                  </a:lnTo>
                  <a:lnTo>
                    <a:pt x="1149381" y="297169"/>
                  </a:lnTo>
                  <a:lnTo>
                    <a:pt x="1159110" y="291996"/>
                  </a:lnTo>
                  <a:lnTo>
                    <a:pt x="1168854" y="286785"/>
                  </a:lnTo>
                  <a:lnTo>
                    <a:pt x="1178598" y="281537"/>
                  </a:lnTo>
                  <a:lnTo>
                    <a:pt x="1188341" y="276254"/>
                  </a:lnTo>
                  <a:lnTo>
                    <a:pt x="1198070" y="270939"/>
                  </a:lnTo>
                  <a:lnTo>
                    <a:pt x="1207814" y="265598"/>
                  </a:lnTo>
                  <a:lnTo>
                    <a:pt x="1217558" y="260230"/>
                  </a:lnTo>
                  <a:lnTo>
                    <a:pt x="1227302" y="254840"/>
                  </a:lnTo>
                  <a:lnTo>
                    <a:pt x="1237031" y="249428"/>
                  </a:lnTo>
                  <a:lnTo>
                    <a:pt x="1246775" y="244001"/>
                  </a:lnTo>
                  <a:lnTo>
                    <a:pt x="1256519" y="238560"/>
                  </a:lnTo>
                  <a:lnTo>
                    <a:pt x="1266263" y="233107"/>
                  </a:lnTo>
                  <a:lnTo>
                    <a:pt x="1276007" y="227645"/>
                  </a:lnTo>
                  <a:lnTo>
                    <a:pt x="1285736" y="222177"/>
                  </a:lnTo>
                  <a:lnTo>
                    <a:pt x="1295480" y="216704"/>
                  </a:lnTo>
                  <a:lnTo>
                    <a:pt x="1305224" y="211233"/>
                  </a:lnTo>
                  <a:lnTo>
                    <a:pt x="1314968" y="205765"/>
                  </a:lnTo>
                  <a:lnTo>
                    <a:pt x="1324697" y="200302"/>
                  </a:lnTo>
                  <a:lnTo>
                    <a:pt x="1334441" y="194847"/>
                  </a:lnTo>
                  <a:lnTo>
                    <a:pt x="1344185" y="189403"/>
                  </a:lnTo>
                  <a:lnTo>
                    <a:pt x="1353929" y="183974"/>
                  </a:lnTo>
                  <a:lnTo>
                    <a:pt x="1363658" y="178563"/>
                  </a:lnTo>
                  <a:lnTo>
                    <a:pt x="1373402" y="173172"/>
                  </a:lnTo>
                  <a:lnTo>
                    <a:pt x="1383146" y="167804"/>
                  </a:lnTo>
                  <a:lnTo>
                    <a:pt x="1392890" y="162463"/>
                  </a:lnTo>
                  <a:lnTo>
                    <a:pt x="1402619" y="157153"/>
                  </a:lnTo>
                  <a:lnTo>
                    <a:pt x="1412363" y="151874"/>
                  </a:lnTo>
                  <a:lnTo>
                    <a:pt x="1422106" y="146633"/>
                  </a:lnTo>
                  <a:lnTo>
                    <a:pt x="1431850" y="141432"/>
                  </a:lnTo>
                  <a:lnTo>
                    <a:pt x="1441594" y="136272"/>
                  </a:lnTo>
                  <a:lnTo>
                    <a:pt x="1451323" y="131160"/>
                  </a:lnTo>
                  <a:lnTo>
                    <a:pt x="1461067" y="126098"/>
                  </a:lnTo>
                  <a:lnTo>
                    <a:pt x="1470811" y="121089"/>
                  </a:lnTo>
                  <a:lnTo>
                    <a:pt x="1480555" y="116136"/>
                  </a:lnTo>
                  <a:lnTo>
                    <a:pt x="1490284" y="111245"/>
                  </a:lnTo>
                  <a:lnTo>
                    <a:pt x="1500028" y="106416"/>
                  </a:lnTo>
                  <a:lnTo>
                    <a:pt x="1509772" y="101656"/>
                  </a:lnTo>
                  <a:lnTo>
                    <a:pt x="1519516" y="96966"/>
                  </a:lnTo>
                  <a:lnTo>
                    <a:pt x="1529245" y="92350"/>
                  </a:lnTo>
                  <a:lnTo>
                    <a:pt x="1538989" y="87813"/>
                  </a:lnTo>
                  <a:lnTo>
                    <a:pt x="1548733" y="83357"/>
                  </a:lnTo>
                  <a:lnTo>
                    <a:pt x="1558477" y="78987"/>
                  </a:lnTo>
                  <a:lnTo>
                    <a:pt x="1568221" y="74705"/>
                  </a:lnTo>
                  <a:lnTo>
                    <a:pt x="1577950" y="70514"/>
                  </a:lnTo>
                  <a:lnTo>
                    <a:pt x="1587694" y="66418"/>
                  </a:lnTo>
                  <a:lnTo>
                    <a:pt x="1597438" y="62422"/>
                  </a:lnTo>
                  <a:lnTo>
                    <a:pt x="1607182" y="58526"/>
                  </a:lnTo>
                  <a:lnTo>
                    <a:pt x="1616911" y="54736"/>
                  </a:lnTo>
                  <a:lnTo>
                    <a:pt x="1626655" y="51053"/>
                  </a:lnTo>
                  <a:lnTo>
                    <a:pt x="1636399" y="47482"/>
                  </a:lnTo>
                  <a:lnTo>
                    <a:pt x="1646142" y="44024"/>
                  </a:lnTo>
                  <a:lnTo>
                    <a:pt x="1655872" y="40682"/>
                  </a:lnTo>
                  <a:lnTo>
                    <a:pt x="1665616" y="37459"/>
                  </a:lnTo>
                  <a:lnTo>
                    <a:pt x="1675359" y="34359"/>
                  </a:lnTo>
                  <a:lnTo>
                    <a:pt x="1685103" y="31380"/>
                  </a:lnTo>
                  <a:lnTo>
                    <a:pt x="1694832" y="28530"/>
                  </a:lnTo>
                  <a:lnTo>
                    <a:pt x="1704576" y="25807"/>
                  </a:lnTo>
                  <a:lnTo>
                    <a:pt x="1714320" y="23214"/>
                  </a:lnTo>
                  <a:lnTo>
                    <a:pt x="1724064" y="20753"/>
                  </a:lnTo>
                  <a:lnTo>
                    <a:pt x="1733808" y="18424"/>
                  </a:lnTo>
                  <a:lnTo>
                    <a:pt x="1743537" y="16231"/>
                  </a:lnTo>
                  <a:lnTo>
                    <a:pt x="1753281" y="14175"/>
                  </a:lnTo>
                  <a:lnTo>
                    <a:pt x="1763025" y="12256"/>
                  </a:lnTo>
                  <a:lnTo>
                    <a:pt x="1772769" y="10474"/>
                  </a:lnTo>
                  <a:lnTo>
                    <a:pt x="1782498" y="8832"/>
                  </a:lnTo>
                  <a:lnTo>
                    <a:pt x="1792242" y="7329"/>
                  </a:lnTo>
                  <a:lnTo>
                    <a:pt x="1801986" y="5966"/>
                  </a:lnTo>
                  <a:lnTo>
                    <a:pt x="1811730" y="4744"/>
                  </a:lnTo>
                  <a:lnTo>
                    <a:pt x="1821459" y="3662"/>
                  </a:lnTo>
                  <a:lnTo>
                    <a:pt x="1831203" y="2721"/>
                  </a:lnTo>
                  <a:lnTo>
                    <a:pt x="1840947" y="1919"/>
                  </a:lnTo>
                  <a:lnTo>
                    <a:pt x="1850691" y="1257"/>
                  </a:lnTo>
                  <a:lnTo>
                    <a:pt x="1860435" y="736"/>
                  </a:lnTo>
                  <a:lnTo>
                    <a:pt x="1870164" y="352"/>
                  </a:lnTo>
                  <a:lnTo>
                    <a:pt x="1879908" y="107"/>
                  </a:lnTo>
                  <a:lnTo>
                    <a:pt x="1889652" y="0"/>
                  </a:lnTo>
                  <a:lnTo>
                    <a:pt x="1899395" y="28"/>
                  </a:lnTo>
                  <a:lnTo>
                    <a:pt x="1909124" y="192"/>
                  </a:lnTo>
                  <a:lnTo>
                    <a:pt x="1918868" y="489"/>
                  </a:lnTo>
                  <a:lnTo>
                    <a:pt x="1928612" y="919"/>
                  </a:lnTo>
                  <a:lnTo>
                    <a:pt x="1938356" y="1482"/>
                  </a:lnTo>
                  <a:lnTo>
                    <a:pt x="1948085" y="2174"/>
                  </a:lnTo>
                  <a:lnTo>
                    <a:pt x="1957829" y="2995"/>
                  </a:lnTo>
                  <a:lnTo>
                    <a:pt x="1967573" y="3942"/>
                  </a:lnTo>
                  <a:lnTo>
                    <a:pt x="1977317" y="5015"/>
                  </a:lnTo>
                  <a:lnTo>
                    <a:pt x="1987046" y="6211"/>
                  </a:lnTo>
                  <a:lnTo>
                    <a:pt x="1996790" y="7530"/>
                  </a:lnTo>
                  <a:lnTo>
                    <a:pt x="2006534" y="8969"/>
                  </a:lnTo>
                  <a:lnTo>
                    <a:pt x="2016278" y="10528"/>
                  </a:lnTo>
                  <a:lnTo>
                    <a:pt x="2026022" y="12204"/>
                  </a:lnTo>
                  <a:lnTo>
                    <a:pt x="2035751" y="13993"/>
                  </a:lnTo>
                  <a:lnTo>
                    <a:pt x="2045495" y="15899"/>
                  </a:lnTo>
                  <a:lnTo>
                    <a:pt x="2055239" y="17915"/>
                  </a:lnTo>
                  <a:lnTo>
                    <a:pt x="2064983" y="20041"/>
                  </a:lnTo>
                  <a:lnTo>
                    <a:pt x="2074712" y="22276"/>
                  </a:lnTo>
                  <a:lnTo>
                    <a:pt x="2084456" y="24618"/>
                  </a:lnTo>
                  <a:lnTo>
                    <a:pt x="2094200" y="27066"/>
                  </a:lnTo>
                  <a:lnTo>
                    <a:pt x="2103944" y="29616"/>
                  </a:lnTo>
                  <a:lnTo>
                    <a:pt x="2113673" y="32270"/>
                  </a:lnTo>
                  <a:lnTo>
                    <a:pt x="2123417" y="35025"/>
                  </a:lnTo>
                  <a:lnTo>
                    <a:pt x="2133161" y="37878"/>
                  </a:lnTo>
                  <a:lnTo>
                    <a:pt x="2142905" y="40829"/>
                  </a:lnTo>
                  <a:lnTo>
                    <a:pt x="2152649" y="43878"/>
                  </a:lnTo>
                  <a:lnTo>
                    <a:pt x="2162377" y="47020"/>
                  </a:lnTo>
                  <a:lnTo>
                    <a:pt x="2172121" y="50256"/>
                  </a:lnTo>
                  <a:lnTo>
                    <a:pt x="2181865" y="53584"/>
                  </a:lnTo>
                  <a:lnTo>
                    <a:pt x="2191609" y="57004"/>
                  </a:lnTo>
                  <a:lnTo>
                    <a:pt x="2201338" y="60512"/>
                  </a:lnTo>
                  <a:lnTo>
                    <a:pt x="2211082" y="64110"/>
                  </a:lnTo>
                  <a:lnTo>
                    <a:pt x="2220826" y="67795"/>
                  </a:lnTo>
                  <a:lnTo>
                    <a:pt x="2230570" y="71566"/>
                  </a:lnTo>
                  <a:lnTo>
                    <a:pt x="2240299" y="75420"/>
                  </a:lnTo>
                  <a:lnTo>
                    <a:pt x="2250043" y="79359"/>
                  </a:lnTo>
                  <a:lnTo>
                    <a:pt x="2259787" y="83379"/>
                  </a:lnTo>
                  <a:lnTo>
                    <a:pt x="2269531" y="87481"/>
                  </a:lnTo>
                  <a:lnTo>
                    <a:pt x="2279260" y="91662"/>
                  </a:lnTo>
                  <a:lnTo>
                    <a:pt x="2289004" y="95921"/>
                  </a:lnTo>
                  <a:lnTo>
                    <a:pt x="2298748" y="100257"/>
                  </a:lnTo>
                  <a:lnTo>
                    <a:pt x="2308492" y="104668"/>
                  </a:lnTo>
                  <a:lnTo>
                    <a:pt x="2318236" y="109154"/>
                  </a:lnTo>
                  <a:lnTo>
                    <a:pt x="2327965" y="113713"/>
                  </a:lnTo>
                  <a:lnTo>
                    <a:pt x="2337709" y="118343"/>
                  </a:lnTo>
                  <a:lnTo>
                    <a:pt x="2347453" y="123042"/>
                  </a:lnTo>
                  <a:lnTo>
                    <a:pt x="2357197" y="127808"/>
                  </a:lnTo>
                  <a:lnTo>
                    <a:pt x="2366926" y="132641"/>
                  </a:lnTo>
                  <a:lnTo>
                    <a:pt x="2376670" y="137539"/>
                  </a:lnTo>
                  <a:lnTo>
                    <a:pt x="2386413" y="142498"/>
                  </a:lnTo>
                  <a:lnTo>
                    <a:pt x="2396157" y="147518"/>
                  </a:lnTo>
                  <a:lnTo>
                    <a:pt x="2405886" y="152597"/>
                  </a:lnTo>
                  <a:lnTo>
                    <a:pt x="2415630" y="157731"/>
                  </a:lnTo>
                  <a:lnTo>
                    <a:pt x="2425374" y="162920"/>
                  </a:lnTo>
                  <a:lnTo>
                    <a:pt x="2435118" y="168162"/>
                  </a:lnTo>
                  <a:lnTo>
                    <a:pt x="2444862" y="173452"/>
                  </a:lnTo>
                  <a:lnTo>
                    <a:pt x="2454591" y="178789"/>
                  </a:lnTo>
                  <a:lnTo>
                    <a:pt x="2464335" y="184171"/>
                  </a:lnTo>
                  <a:lnTo>
                    <a:pt x="2474079" y="189596"/>
                  </a:lnTo>
                  <a:lnTo>
                    <a:pt x="2483823" y="195058"/>
                  </a:lnTo>
                  <a:lnTo>
                    <a:pt x="2493552" y="200555"/>
                  </a:lnTo>
                  <a:lnTo>
                    <a:pt x="2503296" y="206087"/>
                  </a:lnTo>
                  <a:lnTo>
                    <a:pt x="2513040" y="211649"/>
                  </a:lnTo>
                  <a:lnTo>
                    <a:pt x="2522784" y="217236"/>
                  </a:lnTo>
                  <a:lnTo>
                    <a:pt x="2532513" y="222849"/>
                  </a:lnTo>
                  <a:lnTo>
                    <a:pt x="2542257" y="228480"/>
                  </a:lnTo>
                  <a:lnTo>
                    <a:pt x="2552001" y="234129"/>
                  </a:lnTo>
                  <a:lnTo>
                    <a:pt x="2561745" y="239790"/>
                  </a:lnTo>
                  <a:lnTo>
                    <a:pt x="2571474" y="245462"/>
                  </a:lnTo>
                  <a:lnTo>
                    <a:pt x="2581218" y="251140"/>
                  </a:lnTo>
                  <a:lnTo>
                    <a:pt x="2590962" y="256820"/>
                  </a:lnTo>
                  <a:lnTo>
                    <a:pt x="2600705" y="262498"/>
                  </a:lnTo>
                  <a:lnTo>
                    <a:pt x="2610449" y="268170"/>
                  </a:lnTo>
                  <a:lnTo>
                    <a:pt x="2620178" y="273833"/>
                  </a:lnTo>
                  <a:lnTo>
                    <a:pt x="2629922" y="279483"/>
                  </a:lnTo>
                  <a:lnTo>
                    <a:pt x="2639666" y="285113"/>
                  </a:lnTo>
                  <a:lnTo>
                    <a:pt x="2649410" y="290724"/>
                  </a:lnTo>
                  <a:lnTo>
                    <a:pt x="2659139" y="296307"/>
                  </a:lnTo>
                  <a:lnTo>
                    <a:pt x="2668883" y="301859"/>
                  </a:lnTo>
                  <a:lnTo>
                    <a:pt x="2678627" y="307378"/>
                  </a:lnTo>
                  <a:lnTo>
                    <a:pt x="2688371" y="312858"/>
                  </a:lnTo>
                  <a:lnTo>
                    <a:pt x="2698100" y="318294"/>
                  </a:lnTo>
                  <a:lnTo>
                    <a:pt x="2707844" y="323682"/>
                  </a:lnTo>
                  <a:lnTo>
                    <a:pt x="2717588" y="329019"/>
                  </a:lnTo>
                  <a:lnTo>
                    <a:pt x="2727332" y="334297"/>
                  </a:lnTo>
                  <a:lnTo>
                    <a:pt x="2737076" y="339515"/>
                  </a:lnTo>
                  <a:lnTo>
                    <a:pt x="2746805" y="344667"/>
                  </a:lnTo>
                  <a:lnTo>
                    <a:pt x="2756549" y="349748"/>
                  </a:lnTo>
                  <a:lnTo>
                    <a:pt x="2766293" y="354754"/>
                  </a:lnTo>
                  <a:lnTo>
                    <a:pt x="2776037" y="359679"/>
                  </a:lnTo>
                  <a:lnTo>
                    <a:pt x="2785766" y="364522"/>
                  </a:lnTo>
                  <a:lnTo>
                    <a:pt x="2795510" y="369274"/>
                  </a:lnTo>
                  <a:lnTo>
                    <a:pt x="2805254" y="373933"/>
                  </a:lnTo>
                  <a:lnTo>
                    <a:pt x="2814998" y="378494"/>
                  </a:lnTo>
                  <a:lnTo>
                    <a:pt x="2824727" y="382952"/>
                  </a:lnTo>
                  <a:lnTo>
                    <a:pt x="2834471" y="387302"/>
                  </a:lnTo>
                  <a:lnTo>
                    <a:pt x="2844215" y="391539"/>
                  </a:lnTo>
                  <a:lnTo>
                    <a:pt x="2853958" y="395660"/>
                  </a:lnTo>
                  <a:lnTo>
                    <a:pt x="2863687" y="399661"/>
                  </a:lnTo>
                  <a:lnTo>
                    <a:pt x="2873431" y="403535"/>
                  </a:lnTo>
                  <a:lnTo>
                    <a:pt x="2883175" y="407279"/>
                  </a:lnTo>
                  <a:lnTo>
                    <a:pt x="2892919" y="410889"/>
                  </a:lnTo>
                  <a:lnTo>
                    <a:pt x="2902663" y="414359"/>
                  </a:lnTo>
                  <a:lnTo>
                    <a:pt x="2912392" y="41768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4" name="Freeform 643">
              <a:extLst>
                <a:ext uri="{FF2B5EF4-FFF2-40B4-BE49-F238E27FC236}">
                  <a16:creationId xmlns:a16="http://schemas.microsoft.com/office/drawing/2014/main" id="{4E131A0B-5F71-EE68-098A-DBE5741C8679}"/>
                </a:ext>
              </a:extLst>
            </p:cNvPr>
            <p:cNvSpPr/>
            <p:nvPr/>
          </p:nvSpPr>
          <p:spPr>
            <a:xfrm>
              <a:off x="576446" y="3057215"/>
              <a:ext cx="2912392" cy="307590"/>
            </a:xfrm>
            <a:custGeom>
              <a:avLst/>
              <a:gdLst>
                <a:gd name="connsiteX0" fmla="*/ 0 w 2912392"/>
                <a:gd name="connsiteY0" fmla="*/ 228874 h 307590"/>
                <a:gd name="connsiteX1" fmla="*/ 9739 w 2912392"/>
                <a:gd name="connsiteY1" fmla="*/ 227303 h 307590"/>
                <a:gd name="connsiteX2" fmla="*/ 19480 w 2912392"/>
                <a:gd name="connsiteY2" fmla="*/ 225568 h 307590"/>
                <a:gd name="connsiteX3" fmla="*/ 29221 w 2912392"/>
                <a:gd name="connsiteY3" fmla="*/ 223671 h 307590"/>
                <a:gd name="connsiteX4" fmla="*/ 38961 w 2912392"/>
                <a:gd name="connsiteY4" fmla="*/ 221610 h 307590"/>
                <a:gd name="connsiteX5" fmla="*/ 48702 w 2912392"/>
                <a:gd name="connsiteY5" fmla="*/ 219392 h 307590"/>
                <a:gd name="connsiteX6" fmla="*/ 58443 w 2912392"/>
                <a:gd name="connsiteY6" fmla="*/ 217017 h 307590"/>
                <a:gd name="connsiteX7" fmla="*/ 68182 w 2912392"/>
                <a:gd name="connsiteY7" fmla="*/ 214487 h 307590"/>
                <a:gd name="connsiteX8" fmla="*/ 77923 w 2912392"/>
                <a:gd name="connsiteY8" fmla="*/ 211805 h 307590"/>
                <a:gd name="connsiteX9" fmla="*/ 87664 w 2912392"/>
                <a:gd name="connsiteY9" fmla="*/ 208975 h 307590"/>
                <a:gd name="connsiteX10" fmla="*/ 97404 w 2912392"/>
                <a:gd name="connsiteY10" fmla="*/ 205999 h 307590"/>
                <a:gd name="connsiteX11" fmla="*/ 107145 w 2912392"/>
                <a:gd name="connsiteY11" fmla="*/ 202881 h 307590"/>
                <a:gd name="connsiteX12" fmla="*/ 116886 w 2912392"/>
                <a:gd name="connsiteY12" fmla="*/ 199625 h 307590"/>
                <a:gd name="connsiteX13" fmla="*/ 126625 w 2912392"/>
                <a:gd name="connsiteY13" fmla="*/ 196234 h 307590"/>
                <a:gd name="connsiteX14" fmla="*/ 136366 w 2912392"/>
                <a:gd name="connsiteY14" fmla="*/ 192715 h 307590"/>
                <a:gd name="connsiteX15" fmla="*/ 146107 w 2912392"/>
                <a:gd name="connsiteY15" fmla="*/ 189071 h 307590"/>
                <a:gd name="connsiteX16" fmla="*/ 155846 w 2912392"/>
                <a:gd name="connsiteY16" fmla="*/ 185306 h 307590"/>
                <a:gd name="connsiteX17" fmla="*/ 165587 w 2912392"/>
                <a:gd name="connsiteY17" fmla="*/ 181425 h 307590"/>
                <a:gd name="connsiteX18" fmla="*/ 175328 w 2912392"/>
                <a:gd name="connsiteY18" fmla="*/ 177435 h 307590"/>
                <a:gd name="connsiteX19" fmla="*/ 185068 w 2912392"/>
                <a:gd name="connsiteY19" fmla="*/ 173341 h 307590"/>
                <a:gd name="connsiteX20" fmla="*/ 194809 w 2912392"/>
                <a:gd name="connsiteY20" fmla="*/ 169147 h 307590"/>
                <a:gd name="connsiteX21" fmla="*/ 204550 w 2912392"/>
                <a:gd name="connsiteY21" fmla="*/ 164862 h 307590"/>
                <a:gd name="connsiteX22" fmla="*/ 214289 w 2912392"/>
                <a:gd name="connsiteY22" fmla="*/ 160489 h 307590"/>
                <a:gd name="connsiteX23" fmla="*/ 224030 w 2912392"/>
                <a:gd name="connsiteY23" fmla="*/ 156037 h 307590"/>
                <a:gd name="connsiteX24" fmla="*/ 233771 w 2912392"/>
                <a:gd name="connsiteY24" fmla="*/ 151514 h 307590"/>
                <a:gd name="connsiteX25" fmla="*/ 243510 w 2912392"/>
                <a:gd name="connsiteY25" fmla="*/ 146922 h 307590"/>
                <a:gd name="connsiteX26" fmla="*/ 253251 w 2912392"/>
                <a:gd name="connsiteY26" fmla="*/ 142273 h 307590"/>
                <a:gd name="connsiteX27" fmla="*/ 262992 w 2912392"/>
                <a:gd name="connsiteY27" fmla="*/ 137573 h 307590"/>
                <a:gd name="connsiteX28" fmla="*/ 272732 w 2912392"/>
                <a:gd name="connsiteY28" fmla="*/ 132827 h 307590"/>
                <a:gd name="connsiteX29" fmla="*/ 282473 w 2912392"/>
                <a:gd name="connsiteY29" fmla="*/ 128048 h 307590"/>
                <a:gd name="connsiteX30" fmla="*/ 292214 w 2912392"/>
                <a:gd name="connsiteY30" fmla="*/ 123238 h 307590"/>
                <a:gd name="connsiteX31" fmla="*/ 301953 w 2912392"/>
                <a:gd name="connsiteY31" fmla="*/ 118410 h 307590"/>
                <a:gd name="connsiteX32" fmla="*/ 311694 w 2912392"/>
                <a:gd name="connsiteY32" fmla="*/ 113569 h 307590"/>
                <a:gd name="connsiteX33" fmla="*/ 321435 w 2912392"/>
                <a:gd name="connsiteY33" fmla="*/ 108724 h 307590"/>
                <a:gd name="connsiteX34" fmla="*/ 331175 w 2912392"/>
                <a:gd name="connsiteY34" fmla="*/ 103885 h 307590"/>
                <a:gd name="connsiteX35" fmla="*/ 340916 w 2912392"/>
                <a:gd name="connsiteY35" fmla="*/ 99059 h 307590"/>
                <a:gd name="connsiteX36" fmla="*/ 350656 w 2912392"/>
                <a:gd name="connsiteY36" fmla="*/ 94254 h 307590"/>
                <a:gd name="connsiteX37" fmla="*/ 360396 w 2912392"/>
                <a:gd name="connsiteY37" fmla="*/ 89480 h 307590"/>
                <a:gd name="connsiteX38" fmla="*/ 370137 w 2912392"/>
                <a:gd name="connsiteY38" fmla="*/ 84747 h 307590"/>
                <a:gd name="connsiteX39" fmla="*/ 379878 w 2912392"/>
                <a:gd name="connsiteY39" fmla="*/ 80061 h 307590"/>
                <a:gd name="connsiteX40" fmla="*/ 389617 w 2912392"/>
                <a:gd name="connsiteY40" fmla="*/ 75432 h 307590"/>
                <a:gd name="connsiteX41" fmla="*/ 399358 w 2912392"/>
                <a:gd name="connsiteY41" fmla="*/ 70868 h 307590"/>
                <a:gd name="connsiteX42" fmla="*/ 409099 w 2912392"/>
                <a:gd name="connsiteY42" fmla="*/ 66379 h 307590"/>
                <a:gd name="connsiteX43" fmla="*/ 418839 w 2912392"/>
                <a:gd name="connsiteY43" fmla="*/ 61972 h 307590"/>
                <a:gd name="connsiteX44" fmla="*/ 428580 w 2912392"/>
                <a:gd name="connsiteY44" fmla="*/ 57658 h 307590"/>
                <a:gd name="connsiteX45" fmla="*/ 438321 w 2912392"/>
                <a:gd name="connsiteY45" fmla="*/ 53441 h 307590"/>
                <a:gd name="connsiteX46" fmla="*/ 448060 w 2912392"/>
                <a:gd name="connsiteY46" fmla="*/ 49334 h 307590"/>
                <a:gd name="connsiteX47" fmla="*/ 457801 w 2912392"/>
                <a:gd name="connsiteY47" fmla="*/ 45344 h 307590"/>
                <a:gd name="connsiteX48" fmla="*/ 467542 w 2912392"/>
                <a:gd name="connsiteY48" fmla="*/ 41476 h 307590"/>
                <a:gd name="connsiteX49" fmla="*/ 477281 w 2912392"/>
                <a:gd name="connsiteY49" fmla="*/ 37741 h 307590"/>
                <a:gd name="connsiteX50" fmla="*/ 487022 w 2912392"/>
                <a:gd name="connsiteY50" fmla="*/ 34144 h 307590"/>
                <a:gd name="connsiteX51" fmla="*/ 496763 w 2912392"/>
                <a:gd name="connsiteY51" fmla="*/ 30695 h 307590"/>
                <a:gd name="connsiteX52" fmla="*/ 506503 w 2912392"/>
                <a:gd name="connsiteY52" fmla="*/ 27399 h 307590"/>
                <a:gd name="connsiteX53" fmla="*/ 516244 w 2912392"/>
                <a:gd name="connsiteY53" fmla="*/ 24264 h 307590"/>
                <a:gd name="connsiteX54" fmla="*/ 525985 w 2912392"/>
                <a:gd name="connsiteY54" fmla="*/ 21297 h 307590"/>
                <a:gd name="connsiteX55" fmla="*/ 535724 w 2912392"/>
                <a:gd name="connsiteY55" fmla="*/ 18502 h 307590"/>
                <a:gd name="connsiteX56" fmla="*/ 545465 w 2912392"/>
                <a:gd name="connsiteY56" fmla="*/ 15885 h 307590"/>
                <a:gd name="connsiteX57" fmla="*/ 555206 w 2912392"/>
                <a:gd name="connsiteY57" fmla="*/ 13454 h 307590"/>
                <a:gd name="connsiteX58" fmla="*/ 564946 w 2912392"/>
                <a:gd name="connsiteY58" fmla="*/ 11210 h 307590"/>
                <a:gd name="connsiteX59" fmla="*/ 574687 w 2912392"/>
                <a:gd name="connsiteY59" fmla="*/ 9161 h 307590"/>
                <a:gd name="connsiteX60" fmla="*/ 584428 w 2912392"/>
                <a:gd name="connsiteY60" fmla="*/ 7309 h 307590"/>
                <a:gd name="connsiteX61" fmla="*/ 594167 w 2912392"/>
                <a:gd name="connsiteY61" fmla="*/ 5662 h 307590"/>
                <a:gd name="connsiteX62" fmla="*/ 603908 w 2912392"/>
                <a:gd name="connsiteY62" fmla="*/ 4218 h 307590"/>
                <a:gd name="connsiteX63" fmla="*/ 613649 w 2912392"/>
                <a:gd name="connsiteY63" fmla="*/ 2981 h 307590"/>
                <a:gd name="connsiteX64" fmla="*/ 623388 w 2912392"/>
                <a:gd name="connsiteY64" fmla="*/ 1958 h 307590"/>
                <a:gd name="connsiteX65" fmla="*/ 633129 w 2912392"/>
                <a:gd name="connsiteY65" fmla="*/ 1146 h 307590"/>
                <a:gd name="connsiteX66" fmla="*/ 642870 w 2912392"/>
                <a:gd name="connsiteY66" fmla="*/ 548 h 307590"/>
                <a:gd name="connsiteX67" fmla="*/ 652610 w 2912392"/>
                <a:gd name="connsiteY67" fmla="*/ 165 h 307590"/>
                <a:gd name="connsiteX68" fmla="*/ 662351 w 2912392"/>
                <a:gd name="connsiteY68" fmla="*/ 0 h 307590"/>
                <a:gd name="connsiteX69" fmla="*/ 672092 w 2912392"/>
                <a:gd name="connsiteY69" fmla="*/ 51 h 307590"/>
                <a:gd name="connsiteX70" fmla="*/ 681831 w 2912392"/>
                <a:gd name="connsiteY70" fmla="*/ 317 h 307590"/>
                <a:gd name="connsiteX71" fmla="*/ 691572 w 2912392"/>
                <a:gd name="connsiteY71" fmla="*/ 800 h 307590"/>
                <a:gd name="connsiteX72" fmla="*/ 701313 w 2912392"/>
                <a:gd name="connsiteY72" fmla="*/ 1496 h 307590"/>
                <a:gd name="connsiteX73" fmla="*/ 711052 w 2912392"/>
                <a:gd name="connsiteY73" fmla="*/ 2403 h 307590"/>
                <a:gd name="connsiteX74" fmla="*/ 720793 w 2912392"/>
                <a:gd name="connsiteY74" fmla="*/ 3522 h 307590"/>
                <a:gd name="connsiteX75" fmla="*/ 730534 w 2912392"/>
                <a:gd name="connsiteY75" fmla="*/ 4850 h 307590"/>
                <a:gd name="connsiteX76" fmla="*/ 740274 w 2912392"/>
                <a:gd name="connsiteY76" fmla="*/ 6381 h 307590"/>
                <a:gd name="connsiteX77" fmla="*/ 750015 w 2912392"/>
                <a:gd name="connsiteY77" fmla="*/ 8114 h 307590"/>
                <a:gd name="connsiteX78" fmla="*/ 759756 w 2912392"/>
                <a:gd name="connsiteY78" fmla="*/ 10045 h 307590"/>
                <a:gd name="connsiteX79" fmla="*/ 769495 w 2912392"/>
                <a:gd name="connsiteY79" fmla="*/ 12168 h 307590"/>
                <a:gd name="connsiteX80" fmla="*/ 779236 w 2912392"/>
                <a:gd name="connsiteY80" fmla="*/ 14482 h 307590"/>
                <a:gd name="connsiteX81" fmla="*/ 788977 w 2912392"/>
                <a:gd name="connsiteY81" fmla="*/ 16979 h 307590"/>
                <a:gd name="connsiteX82" fmla="*/ 798717 w 2912392"/>
                <a:gd name="connsiteY82" fmla="*/ 19655 h 307590"/>
                <a:gd name="connsiteX83" fmla="*/ 808458 w 2912392"/>
                <a:gd name="connsiteY83" fmla="*/ 22505 h 307590"/>
                <a:gd name="connsiteX84" fmla="*/ 818199 w 2912392"/>
                <a:gd name="connsiteY84" fmla="*/ 25522 h 307590"/>
                <a:gd name="connsiteX85" fmla="*/ 827938 w 2912392"/>
                <a:gd name="connsiteY85" fmla="*/ 28700 h 307590"/>
                <a:gd name="connsiteX86" fmla="*/ 837679 w 2912392"/>
                <a:gd name="connsiteY86" fmla="*/ 32034 h 307590"/>
                <a:gd name="connsiteX87" fmla="*/ 847420 w 2912392"/>
                <a:gd name="connsiteY87" fmla="*/ 35516 h 307590"/>
                <a:gd name="connsiteX88" fmla="*/ 857159 w 2912392"/>
                <a:gd name="connsiteY88" fmla="*/ 39141 h 307590"/>
                <a:gd name="connsiteX89" fmla="*/ 866900 w 2912392"/>
                <a:gd name="connsiteY89" fmla="*/ 42902 h 307590"/>
                <a:gd name="connsiteX90" fmla="*/ 876641 w 2912392"/>
                <a:gd name="connsiteY90" fmla="*/ 46789 h 307590"/>
                <a:gd name="connsiteX91" fmla="*/ 886381 w 2912392"/>
                <a:gd name="connsiteY91" fmla="*/ 50798 h 307590"/>
                <a:gd name="connsiteX92" fmla="*/ 896122 w 2912392"/>
                <a:gd name="connsiteY92" fmla="*/ 54921 h 307590"/>
                <a:gd name="connsiteX93" fmla="*/ 905863 w 2912392"/>
                <a:gd name="connsiteY93" fmla="*/ 59150 h 307590"/>
                <a:gd name="connsiteX94" fmla="*/ 915602 w 2912392"/>
                <a:gd name="connsiteY94" fmla="*/ 63479 h 307590"/>
                <a:gd name="connsiteX95" fmla="*/ 925343 w 2912392"/>
                <a:gd name="connsiteY95" fmla="*/ 67899 h 307590"/>
                <a:gd name="connsiteX96" fmla="*/ 935084 w 2912392"/>
                <a:gd name="connsiteY96" fmla="*/ 72403 h 307590"/>
                <a:gd name="connsiteX97" fmla="*/ 944824 w 2912392"/>
                <a:gd name="connsiteY97" fmla="*/ 76985 h 307590"/>
                <a:gd name="connsiteX98" fmla="*/ 954564 w 2912392"/>
                <a:gd name="connsiteY98" fmla="*/ 81636 h 307590"/>
                <a:gd name="connsiteX99" fmla="*/ 964305 w 2912392"/>
                <a:gd name="connsiteY99" fmla="*/ 86349 h 307590"/>
                <a:gd name="connsiteX100" fmla="*/ 974045 w 2912392"/>
                <a:gd name="connsiteY100" fmla="*/ 91118 h 307590"/>
                <a:gd name="connsiteX101" fmla="*/ 983786 w 2912392"/>
                <a:gd name="connsiteY101" fmla="*/ 95935 h 307590"/>
                <a:gd name="connsiteX102" fmla="*/ 993522 w 2912392"/>
                <a:gd name="connsiteY102" fmla="*/ 100793 h 307590"/>
                <a:gd name="connsiteX103" fmla="*/ 1003266 w 2912392"/>
                <a:gd name="connsiteY103" fmla="*/ 105684 h 307590"/>
                <a:gd name="connsiteX104" fmla="*/ 1013010 w 2912392"/>
                <a:gd name="connsiteY104" fmla="*/ 110606 h 307590"/>
                <a:gd name="connsiteX105" fmla="*/ 1022754 w 2912392"/>
                <a:gd name="connsiteY105" fmla="*/ 115546 h 307590"/>
                <a:gd name="connsiteX106" fmla="*/ 1032483 w 2912392"/>
                <a:gd name="connsiteY106" fmla="*/ 120503 h 307590"/>
                <a:gd name="connsiteX107" fmla="*/ 1042227 w 2912392"/>
                <a:gd name="connsiteY107" fmla="*/ 125467 h 307590"/>
                <a:gd name="connsiteX108" fmla="*/ 1051971 w 2912392"/>
                <a:gd name="connsiteY108" fmla="*/ 130436 h 307590"/>
                <a:gd name="connsiteX109" fmla="*/ 1061715 w 2912392"/>
                <a:gd name="connsiteY109" fmla="*/ 135400 h 307590"/>
                <a:gd name="connsiteX110" fmla="*/ 1071444 w 2912392"/>
                <a:gd name="connsiteY110" fmla="*/ 140357 h 307590"/>
                <a:gd name="connsiteX111" fmla="*/ 1081188 w 2912392"/>
                <a:gd name="connsiteY111" fmla="*/ 145301 h 307590"/>
                <a:gd name="connsiteX112" fmla="*/ 1090932 w 2912392"/>
                <a:gd name="connsiteY112" fmla="*/ 150226 h 307590"/>
                <a:gd name="connsiteX113" fmla="*/ 1100676 w 2912392"/>
                <a:gd name="connsiteY113" fmla="*/ 155128 h 307590"/>
                <a:gd name="connsiteX114" fmla="*/ 1110405 w 2912392"/>
                <a:gd name="connsiteY114" fmla="*/ 160000 h 307590"/>
                <a:gd name="connsiteX115" fmla="*/ 1120149 w 2912392"/>
                <a:gd name="connsiteY115" fmla="*/ 164842 h 307590"/>
                <a:gd name="connsiteX116" fmla="*/ 1129893 w 2912392"/>
                <a:gd name="connsiteY116" fmla="*/ 169646 h 307590"/>
                <a:gd name="connsiteX117" fmla="*/ 1139637 w 2912392"/>
                <a:gd name="connsiteY117" fmla="*/ 174409 h 307590"/>
                <a:gd name="connsiteX118" fmla="*/ 1149381 w 2912392"/>
                <a:gd name="connsiteY118" fmla="*/ 179129 h 307590"/>
                <a:gd name="connsiteX119" fmla="*/ 1159110 w 2912392"/>
                <a:gd name="connsiteY119" fmla="*/ 183800 h 307590"/>
                <a:gd name="connsiteX120" fmla="*/ 1168854 w 2912392"/>
                <a:gd name="connsiteY120" fmla="*/ 188421 h 307590"/>
                <a:gd name="connsiteX121" fmla="*/ 1178598 w 2912392"/>
                <a:gd name="connsiteY121" fmla="*/ 192987 h 307590"/>
                <a:gd name="connsiteX122" fmla="*/ 1188341 w 2912392"/>
                <a:gd name="connsiteY122" fmla="*/ 197496 h 307590"/>
                <a:gd name="connsiteX123" fmla="*/ 1198070 w 2912392"/>
                <a:gd name="connsiteY123" fmla="*/ 201944 h 307590"/>
                <a:gd name="connsiteX124" fmla="*/ 1207814 w 2912392"/>
                <a:gd name="connsiteY124" fmla="*/ 206330 h 307590"/>
                <a:gd name="connsiteX125" fmla="*/ 1217558 w 2912392"/>
                <a:gd name="connsiteY125" fmla="*/ 210651 h 307590"/>
                <a:gd name="connsiteX126" fmla="*/ 1227302 w 2912392"/>
                <a:gd name="connsiteY126" fmla="*/ 214904 h 307590"/>
                <a:gd name="connsiteX127" fmla="*/ 1237031 w 2912392"/>
                <a:gd name="connsiteY127" fmla="*/ 219088 h 307590"/>
                <a:gd name="connsiteX128" fmla="*/ 1246775 w 2912392"/>
                <a:gd name="connsiteY128" fmla="*/ 223200 h 307590"/>
                <a:gd name="connsiteX129" fmla="*/ 1256519 w 2912392"/>
                <a:gd name="connsiteY129" fmla="*/ 227238 h 307590"/>
                <a:gd name="connsiteX130" fmla="*/ 1266263 w 2912392"/>
                <a:gd name="connsiteY130" fmla="*/ 231199 h 307590"/>
                <a:gd name="connsiteX131" fmla="*/ 1276007 w 2912392"/>
                <a:gd name="connsiteY131" fmla="*/ 235084 h 307590"/>
                <a:gd name="connsiteX132" fmla="*/ 1285736 w 2912392"/>
                <a:gd name="connsiteY132" fmla="*/ 238887 h 307590"/>
                <a:gd name="connsiteX133" fmla="*/ 1295480 w 2912392"/>
                <a:gd name="connsiteY133" fmla="*/ 242611 h 307590"/>
                <a:gd name="connsiteX134" fmla="*/ 1305224 w 2912392"/>
                <a:gd name="connsiteY134" fmla="*/ 246250 h 307590"/>
                <a:gd name="connsiteX135" fmla="*/ 1314968 w 2912392"/>
                <a:gd name="connsiteY135" fmla="*/ 249805 h 307590"/>
                <a:gd name="connsiteX136" fmla="*/ 1324697 w 2912392"/>
                <a:gd name="connsiteY136" fmla="*/ 253272 h 307590"/>
                <a:gd name="connsiteX137" fmla="*/ 1334441 w 2912392"/>
                <a:gd name="connsiteY137" fmla="*/ 256653 h 307590"/>
                <a:gd name="connsiteX138" fmla="*/ 1344185 w 2912392"/>
                <a:gd name="connsiteY138" fmla="*/ 259942 h 307590"/>
                <a:gd name="connsiteX139" fmla="*/ 1353929 w 2912392"/>
                <a:gd name="connsiteY139" fmla="*/ 263140 h 307590"/>
                <a:gd name="connsiteX140" fmla="*/ 1363658 w 2912392"/>
                <a:gd name="connsiteY140" fmla="*/ 266245 h 307590"/>
                <a:gd name="connsiteX141" fmla="*/ 1373402 w 2912392"/>
                <a:gd name="connsiteY141" fmla="*/ 269253 h 307590"/>
                <a:gd name="connsiteX142" fmla="*/ 1383146 w 2912392"/>
                <a:gd name="connsiteY142" fmla="*/ 272166 h 307590"/>
                <a:gd name="connsiteX143" fmla="*/ 1392890 w 2912392"/>
                <a:gd name="connsiteY143" fmla="*/ 274977 h 307590"/>
                <a:gd name="connsiteX144" fmla="*/ 1402619 w 2912392"/>
                <a:gd name="connsiteY144" fmla="*/ 277689 h 307590"/>
                <a:gd name="connsiteX145" fmla="*/ 1412363 w 2912392"/>
                <a:gd name="connsiteY145" fmla="*/ 280298 h 307590"/>
                <a:gd name="connsiteX146" fmla="*/ 1422106 w 2912392"/>
                <a:gd name="connsiteY146" fmla="*/ 282801 h 307590"/>
                <a:gd name="connsiteX147" fmla="*/ 1431850 w 2912392"/>
                <a:gd name="connsiteY147" fmla="*/ 285196 h 307590"/>
                <a:gd name="connsiteX148" fmla="*/ 1441594 w 2912392"/>
                <a:gd name="connsiteY148" fmla="*/ 287483 h 307590"/>
                <a:gd name="connsiteX149" fmla="*/ 1451323 w 2912392"/>
                <a:gd name="connsiteY149" fmla="*/ 289659 h 307590"/>
                <a:gd name="connsiteX150" fmla="*/ 1461067 w 2912392"/>
                <a:gd name="connsiteY150" fmla="*/ 291721 h 307590"/>
                <a:gd name="connsiteX151" fmla="*/ 1470811 w 2912392"/>
                <a:gd name="connsiteY151" fmla="*/ 293668 h 307590"/>
                <a:gd name="connsiteX152" fmla="*/ 1480555 w 2912392"/>
                <a:gd name="connsiteY152" fmla="*/ 295496 h 307590"/>
                <a:gd name="connsiteX153" fmla="*/ 1490284 w 2912392"/>
                <a:gd name="connsiteY153" fmla="*/ 297205 h 307590"/>
                <a:gd name="connsiteX154" fmla="*/ 1500028 w 2912392"/>
                <a:gd name="connsiteY154" fmla="*/ 298790 h 307590"/>
                <a:gd name="connsiteX155" fmla="*/ 1509772 w 2912392"/>
                <a:gd name="connsiteY155" fmla="*/ 300253 h 307590"/>
                <a:gd name="connsiteX156" fmla="*/ 1519516 w 2912392"/>
                <a:gd name="connsiteY156" fmla="*/ 301588 h 307590"/>
                <a:gd name="connsiteX157" fmla="*/ 1529245 w 2912392"/>
                <a:gd name="connsiteY157" fmla="*/ 302795 h 307590"/>
                <a:gd name="connsiteX158" fmla="*/ 1538989 w 2912392"/>
                <a:gd name="connsiteY158" fmla="*/ 303871 h 307590"/>
                <a:gd name="connsiteX159" fmla="*/ 1548733 w 2912392"/>
                <a:gd name="connsiteY159" fmla="*/ 304814 h 307590"/>
                <a:gd name="connsiteX160" fmla="*/ 1558477 w 2912392"/>
                <a:gd name="connsiteY160" fmla="*/ 305623 h 307590"/>
                <a:gd name="connsiteX161" fmla="*/ 1568221 w 2912392"/>
                <a:gd name="connsiteY161" fmla="*/ 306295 h 307590"/>
                <a:gd name="connsiteX162" fmla="*/ 1577950 w 2912392"/>
                <a:gd name="connsiteY162" fmla="*/ 306830 h 307590"/>
                <a:gd name="connsiteX163" fmla="*/ 1587694 w 2912392"/>
                <a:gd name="connsiteY163" fmla="*/ 307224 h 307590"/>
                <a:gd name="connsiteX164" fmla="*/ 1597438 w 2912392"/>
                <a:gd name="connsiteY164" fmla="*/ 307478 h 307590"/>
                <a:gd name="connsiteX165" fmla="*/ 1607182 w 2912392"/>
                <a:gd name="connsiteY165" fmla="*/ 307591 h 307590"/>
                <a:gd name="connsiteX166" fmla="*/ 1616911 w 2912392"/>
                <a:gd name="connsiteY166" fmla="*/ 307560 h 307590"/>
                <a:gd name="connsiteX167" fmla="*/ 1626655 w 2912392"/>
                <a:gd name="connsiteY167" fmla="*/ 307384 h 307590"/>
                <a:gd name="connsiteX168" fmla="*/ 1636399 w 2912392"/>
                <a:gd name="connsiteY168" fmla="*/ 307065 h 307590"/>
                <a:gd name="connsiteX169" fmla="*/ 1646142 w 2912392"/>
                <a:gd name="connsiteY169" fmla="*/ 306602 h 307590"/>
                <a:gd name="connsiteX170" fmla="*/ 1655872 w 2912392"/>
                <a:gd name="connsiteY170" fmla="*/ 305992 h 307590"/>
                <a:gd name="connsiteX171" fmla="*/ 1665616 w 2912392"/>
                <a:gd name="connsiteY171" fmla="*/ 305240 h 307590"/>
                <a:gd name="connsiteX172" fmla="*/ 1675359 w 2912392"/>
                <a:gd name="connsiteY172" fmla="*/ 304342 h 307590"/>
                <a:gd name="connsiteX173" fmla="*/ 1685103 w 2912392"/>
                <a:gd name="connsiteY173" fmla="*/ 303302 h 307590"/>
                <a:gd name="connsiteX174" fmla="*/ 1694832 w 2912392"/>
                <a:gd name="connsiteY174" fmla="*/ 302119 h 307590"/>
                <a:gd name="connsiteX175" fmla="*/ 1704576 w 2912392"/>
                <a:gd name="connsiteY175" fmla="*/ 300794 h 307590"/>
                <a:gd name="connsiteX176" fmla="*/ 1714320 w 2912392"/>
                <a:gd name="connsiteY176" fmla="*/ 299329 h 307590"/>
                <a:gd name="connsiteX177" fmla="*/ 1724064 w 2912392"/>
                <a:gd name="connsiteY177" fmla="*/ 297729 h 307590"/>
                <a:gd name="connsiteX178" fmla="*/ 1733808 w 2912392"/>
                <a:gd name="connsiteY178" fmla="*/ 295994 h 307590"/>
                <a:gd name="connsiteX179" fmla="*/ 1743537 w 2912392"/>
                <a:gd name="connsiteY179" fmla="*/ 294125 h 307590"/>
                <a:gd name="connsiteX180" fmla="*/ 1753281 w 2912392"/>
                <a:gd name="connsiteY180" fmla="*/ 292129 h 307590"/>
                <a:gd name="connsiteX181" fmla="*/ 1763025 w 2912392"/>
                <a:gd name="connsiteY181" fmla="*/ 290006 h 307590"/>
                <a:gd name="connsiteX182" fmla="*/ 1772769 w 2912392"/>
                <a:gd name="connsiteY182" fmla="*/ 287760 h 307590"/>
                <a:gd name="connsiteX183" fmla="*/ 1782498 w 2912392"/>
                <a:gd name="connsiteY183" fmla="*/ 285397 h 307590"/>
                <a:gd name="connsiteX184" fmla="*/ 1792242 w 2912392"/>
                <a:gd name="connsiteY184" fmla="*/ 282921 h 307590"/>
                <a:gd name="connsiteX185" fmla="*/ 1801986 w 2912392"/>
                <a:gd name="connsiteY185" fmla="*/ 280336 h 307590"/>
                <a:gd name="connsiteX186" fmla="*/ 1811730 w 2912392"/>
                <a:gd name="connsiteY186" fmla="*/ 277648 h 307590"/>
                <a:gd name="connsiteX187" fmla="*/ 1821459 w 2912392"/>
                <a:gd name="connsiteY187" fmla="*/ 274862 h 307590"/>
                <a:gd name="connsiteX188" fmla="*/ 1831203 w 2912392"/>
                <a:gd name="connsiteY188" fmla="*/ 271982 h 307590"/>
                <a:gd name="connsiteX189" fmla="*/ 1840947 w 2912392"/>
                <a:gd name="connsiteY189" fmla="*/ 269017 h 307590"/>
                <a:gd name="connsiteX190" fmla="*/ 1850691 w 2912392"/>
                <a:gd name="connsiteY190" fmla="*/ 265972 h 307590"/>
                <a:gd name="connsiteX191" fmla="*/ 1860435 w 2912392"/>
                <a:gd name="connsiteY191" fmla="*/ 262854 h 307590"/>
                <a:gd name="connsiteX192" fmla="*/ 1870164 w 2912392"/>
                <a:gd name="connsiteY192" fmla="*/ 259670 h 307590"/>
                <a:gd name="connsiteX193" fmla="*/ 1879908 w 2912392"/>
                <a:gd name="connsiteY193" fmla="*/ 256425 h 307590"/>
                <a:gd name="connsiteX194" fmla="*/ 1889652 w 2912392"/>
                <a:gd name="connsiteY194" fmla="*/ 253129 h 307590"/>
                <a:gd name="connsiteX195" fmla="*/ 1899395 w 2912392"/>
                <a:gd name="connsiteY195" fmla="*/ 249789 h 307590"/>
                <a:gd name="connsiteX196" fmla="*/ 1909124 w 2912392"/>
                <a:gd name="connsiteY196" fmla="*/ 246411 h 307590"/>
                <a:gd name="connsiteX197" fmla="*/ 1918868 w 2912392"/>
                <a:gd name="connsiteY197" fmla="*/ 243005 h 307590"/>
                <a:gd name="connsiteX198" fmla="*/ 1928612 w 2912392"/>
                <a:gd name="connsiteY198" fmla="*/ 239580 h 307590"/>
                <a:gd name="connsiteX199" fmla="*/ 1938356 w 2912392"/>
                <a:gd name="connsiteY199" fmla="*/ 236140 h 307590"/>
                <a:gd name="connsiteX200" fmla="*/ 1948085 w 2912392"/>
                <a:gd name="connsiteY200" fmla="*/ 232697 h 307590"/>
                <a:gd name="connsiteX201" fmla="*/ 1957829 w 2912392"/>
                <a:gd name="connsiteY201" fmla="*/ 229257 h 307590"/>
                <a:gd name="connsiteX202" fmla="*/ 1967573 w 2912392"/>
                <a:gd name="connsiteY202" fmla="*/ 225828 h 307590"/>
                <a:gd name="connsiteX203" fmla="*/ 1977317 w 2912392"/>
                <a:gd name="connsiteY203" fmla="*/ 222421 h 307590"/>
                <a:gd name="connsiteX204" fmla="*/ 1987046 w 2912392"/>
                <a:gd name="connsiteY204" fmla="*/ 219043 h 307590"/>
                <a:gd name="connsiteX205" fmla="*/ 1996790 w 2912392"/>
                <a:gd name="connsiteY205" fmla="*/ 215702 h 307590"/>
                <a:gd name="connsiteX206" fmla="*/ 2006534 w 2912392"/>
                <a:gd name="connsiteY206" fmla="*/ 212404 h 307590"/>
                <a:gd name="connsiteX207" fmla="*/ 2016278 w 2912392"/>
                <a:gd name="connsiteY207" fmla="*/ 209161 h 307590"/>
                <a:gd name="connsiteX208" fmla="*/ 2026022 w 2912392"/>
                <a:gd name="connsiteY208" fmla="*/ 205977 h 307590"/>
                <a:gd name="connsiteX209" fmla="*/ 2035751 w 2912392"/>
                <a:gd name="connsiteY209" fmla="*/ 202863 h 307590"/>
                <a:gd name="connsiteX210" fmla="*/ 2045495 w 2912392"/>
                <a:gd name="connsiteY210" fmla="*/ 199825 h 307590"/>
                <a:gd name="connsiteX211" fmla="*/ 2055239 w 2912392"/>
                <a:gd name="connsiteY211" fmla="*/ 196869 h 307590"/>
                <a:gd name="connsiteX212" fmla="*/ 2064983 w 2912392"/>
                <a:gd name="connsiteY212" fmla="*/ 194006 h 307590"/>
                <a:gd name="connsiteX213" fmla="*/ 2074712 w 2912392"/>
                <a:gd name="connsiteY213" fmla="*/ 191237 h 307590"/>
                <a:gd name="connsiteX214" fmla="*/ 2084456 w 2912392"/>
                <a:gd name="connsiteY214" fmla="*/ 188573 h 307590"/>
                <a:gd name="connsiteX215" fmla="*/ 2094200 w 2912392"/>
                <a:gd name="connsiteY215" fmla="*/ 186018 h 307590"/>
                <a:gd name="connsiteX216" fmla="*/ 2103944 w 2912392"/>
                <a:gd name="connsiteY216" fmla="*/ 183579 h 307590"/>
                <a:gd name="connsiteX217" fmla="*/ 2113673 w 2912392"/>
                <a:gd name="connsiteY217" fmla="*/ 181260 h 307590"/>
                <a:gd name="connsiteX218" fmla="*/ 2123417 w 2912392"/>
                <a:gd name="connsiteY218" fmla="*/ 179066 h 307590"/>
                <a:gd name="connsiteX219" fmla="*/ 2133161 w 2912392"/>
                <a:gd name="connsiteY219" fmla="*/ 177004 h 307590"/>
                <a:gd name="connsiteX220" fmla="*/ 2142905 w 2912392"/>
                <a:gd name="connsiteY220" fmla="*/ 175075 h 307590"/>
                <a:gd name="connsiteX221" fmla="*/ 2152649 w 2912392"/>
                <a:gd name="connsiteY221" fmla="*/ 173284 h 307590"/>
                <a:gd name="connsiteX222" fmla="*/ 2162377 w 2912392"/>
                <a:gd name="connsiteY222" fmla="*/ 171633 h 307590"/>
                <a:gd name="connsiteX223" fmla="*/ 2172121 w 2912392"/>
                <a:gd name="connsiteY223" fmla="*/ 170128 h 307590"/>
                <a:gd name="connsiteX224" fmla="*/ 2181865 w 2912392"/>
                <a:gd name="connsiteY224" fmla="*/ 168768 h 307590"/>
                <a:gd name="connsiteX225" fmla="*/ 2191609 w 2912392"/>
                <a:gd name="connsiteY225" fmla="*/ 167555 h 307590"/>
                <a:gd name="connsiteX226" fmla="*/ 2201338 w 2912392"/>
                <a:gd name="connsiteY226" fmla="*/ 166492 h 307590"/>
                <a:gd name="connsiteX227" fmla="*/ 2211082 w 2912392"/>
                <a:gd name="connsiteY227" fmla="*/ 165577 h 307590"/>
                <a:gd name="connsiteX228" fmla="*/ 2220826 w 2912392"/>
                <a:gd name="connsiteY228" fmla="*/ 164813 h 307590"/>
                <a:gd name="connsiteX229" fmla="*/ 2230570 w 2912392"/>
                <a:gd name="connsiteY229" fmla="*/ 164199 h 307590"/>
                <a:gd name="connsiteX230" fmla="*/ 2240299 w 2912392"/>
                <a:gd name="connsiteY230" fmla="*/ 163731 h 307590"/>
                <a:gd name="connsiteX231" fmla="*/ 2250043 w 2912392"/>
                <a:gd name="connsiteY231" fmla="*/ 163412 h 307590"/>
                <a:gd name="connsiteX232" fmla="*/ 2259787 w 2912392"/>
                <a:gd name="connsiteY232" fmla="*/ 163238 h 307590"/>
                <a:gd name="connsiteX233" fmla="*/ 2269531 w 2912392"/>
                <a:gd name="connsiteY233" fmla="*/ 163205 h 307590"/>
                <a:gd name="connsiteX234" fmla="*/ 2279260 w 2912392"/>
                <a:gd name="connsiteY234" fmla="*/ 163314 h 307590"/>
                <a:gd name="connsiteX235" fmla="*/ 2289004 w 2912392"/>
                <a:gd name="connsiteY235" fmla="*/ 163557 h 307590"/>
                <a:gd name="connsiteX236" fmla="*/ 2298748 w 2912392"/>
                <a:gd name="connsiteY236" fmla="*/ 163933 h 307590"/>
                <a:gd name="connsiteX237" fmla="*/ 2308492 w 2912392"/>
                <a:gd name="connsiteY237" fmla="*/ 164437 h 307590"/>
                <a:gd name="connsiteX238" fmla="*/ 2318236 w 2912392"/>
                <a:gd name="connsiteY238" fmla="*/ 165063 h 307590"/>
                <a:gd name="connsiteX239" fmla="*/ 2327965 w 2912392"/>
                <a:gd name="connsiteY239" fmla="*/ 165806 h 307590"/>
                <a:gd name="connsiteX240" fmla="*/ 2337709 w 2912392"/>
                <a:gd name="connsiteY240" fmla="*/ 166663 h 307590"/>
                <a:gd name="connsiteX241" fmla="*/ 2347453 w 2912392"/>
                <a:gd name="connsiteY241" fmla="*/ 167624 h 307590"/>
                <a:gd name="connsiteX242" fmla="*/ 2357197 w 2912392"/>
                <a:gd name="connsiteY242" fmla="*/ 168683 h 307590"/>
                <a:gd name="connsiteX243" fmla="*/ 2366926 w 2912392"/>
                <a:gd name="connsiteY243" fmla="*/ 169835 h 307590"/>
                <a:gd name="connsiteX244" fmla="*/ 2376670 w 2912392"/>
                <a:gd name="connsiteY244" fmla="*/ 171072 h 307590"/>
                <a:gd name="connsiteX245" fmla="*/ 2386413 w 2912392"/>
                <a:gd name="connsiteY245" fmla="*/ 172386 h 307590"/>
                <a:gd name="connsiteX246" fmla="*/ 2396157 w 2912392"/>
                <a:gd name="connsiteY246" fmla="*/ 173768 h 307590"/>
                <a:gd name="connsiteX247" fmla="*/ 2405886 w 2912392"/>
                <a:gd name="connsiteY247" fmla="*/ 175211 h 307590"/>
                <a:gd name="connsiteX248" fmla="*/ 2415630 w 2912392"/>
                <a:gd name="connsiteY248" fmla="*/ 176706 h 307590"/>
                <a:gd name="connsiteX249" fmla="*/ 2425374 w 2912392"/>
                <a:gd name="connsiteY249" fmla="*/ 178247 h 307590"/>
                <a:gd name="connsiteX250" fmla="*/ 2435118 w 2912392"/>
                <a:gd name="connsiteY250" fmla="*/ 179820 h 307590"/>
                <a:gd name="connsiteX251" fmla="*/ 2444862 w 2912392"/>
                <a:gd name="connsiteY251" fmla="*/ 181422 h 307590"/>
                <a:gd name="connsiteX252" fmla="*/ 2454591 w 2912392"/>
                <a:gd name="connsiteY252" fmla="*/ 183038 h 307590"/>
                <a:gd name="connsiteX253" fmla="*/ 2464335 w 2912392"/>
                <a:gd name="connsiteY253" fmla="*/ 184665 h 307590"/>
                <a:gd name="connsiteX254" fmla="*/ 2474079 w 2912392"/>
                <a:gd name="connsiteY254" fmla="*/ 186289 h 307590"/>
                <a:gd name="connsiteX255" fmla="*/ 2483823 w 2912392"/>
                <a:gd name="connsiteY255" fmla="*/ 187901 h 307590"/>
                <a:gd name="connsiteX256" fmla="*/ 2493552 w 2912392"/>
                <a:gd name="connsiteY256" fmla="*/ 189496 h 307590"/>
                <a:gd name="connsiteX257" fmla="*/ 2503296 w 2912392"/>
                <a:gd name="connsiteY257" fmla="*/ 191060 h 307590"/>
                <a:gd name="connsiteX258" fmla="*/ 2513040 w 2912392"/>
                <a:gd name="connsiteY258" fmla="*/ 192587 h 307590"/>
                <a:gd name="connsiteX259" fmla="*/ 2522784 w 2912392"/>
                <a:gd name="connsiteY259" fmla="*/ 194067 h 307590"/>
                <a:gd name="connsiteX260" fmla="*/ 2532513 w 2912392"/>
                <a:gd name="connsiteY260" fmla="*/ 195490 h 307590"/>
                <a:gd name="connsiteX261" fmla="*/ 2542257 w 2912392"/>
                <a:gd name="connsiteY261" fmla="*/ 196848 h 307590"/>
                <a:gd name="connsiteX262" fmla="*/ 2552001 w 2912392"/>
                <a:gd name="connsiteY262" fmla="*/ 198134 h 307590"/>
                <a:gd name="connsiteX263" fmla="*/ 2561745 w 2912392"/>
                <a:gd name="connsiteY263" fmla="*/ 199338 h 307590"/>
                <a:gd name="connsiteX264" fmla="*/ 2571474 w 2912392"/>
                <a:gd name="connsiteY264" fmla="*/ 200452 h 307590"/>
                <a:gd name="connsiteX265" fmla="*/ 2581218 w 2912392"/>
                <a:gd name="connsiteY265" fmla="*/ 201471 h 307590"/>
                <a:gd name="connsiteX266" fmla="*/ 2590962 w 2912392"/>
                <a:gd name="connsiteY266" fmla="*/ 202383 h 307590"/>
                <a:gd name="connsiteX267" fmla="*/ 2600705 w 2912392"/>
                <a:gd name="connsiteY267" fmla="*/ 203185 h 307590"/>
                <a:gd name="connsiteX268" fmla="*/ 2610449 w 2912392"/>
                <a:gd name="connsiteY268" fmla="*/ 203869 h 307590"/>
                <a:gd name="connsiteX269" fmla="*/ 2620178 w 2912392"/>
                <a:gd name="connsiteY269" fmla="*/ 204427 h 307590"/>
                <a:gd name="connsiteX270" fmla="*/ 2629922 w 2912392"/>
                <a:gd name="connsiteY270" fmla="*/ 204855 h 307590"/>
                <a:gd name="connsiteX271" fmla="*/ 2639666 w 2912392"/>
                <a:gd name="connsiteY271" fmla="*/ 205146 h 307590"/>
                <a:gd name="connsiteX272" fmla="*/ 2649410 w 2912392"/>
                <a:gd name="connsiteY272" fmla="*/ 205296 h 307590"/>
                <a:gd name="connsiteX273" fmla="*/ 2659139 w 2912392"/>
                <a:gd name="connsiteY273" fmla="*/ 205302 h 307590"/>
                <a:gd name="connsiteX274" fmla="*/ 2668883 w 2912392"/>
                <a:gd name="connsiteY274" fmla="*/ 205156 h 307590"/>
                <a:gd name="connsiteX275" fmla="*/ 2678627 w 2912392"/>
                <a:gd name="connsiteY275" fmla="*/ 204858 h 307590"/>
                <a:gd name="connsiteX276" fmla="*/ 2688371 w 2912392"/>
                <a:gd name="connsiteY276" fmla="*/ 204402 h 307590"/>
                <a:gd name="connsiteX277" fmla="*/ 2698100 w 2912392"/>
                <a:gd name="connsiteY277" fmla="*/ 203787 h 307590"/>
                <a:gd name="connsiteX278" fmla="*/ 2707844 w 2912392"/>
                <a:gd name="connsiteY278" fmla="*/ 203011 h 307590"/>
                <a:gd name="connsiteX279" fmla="*/ 2717588 w 2912392"/>
                <a:gd name="connsiteY279" fmla="*/ 202072 h 307590"/>
                <a:gd name="connsiteX280" fmla="*/ 2727332 w 2912392"/>
                <a:gd name="connsiteY280" fmla="*/ 200968 h 307590"/>
                <a:gd name="connsiteX281" fmla="*/ 2737076 w 2912392"/>
                <a:gd name="connsiteY281" fmla="*/ 199700 h 307590"/>
                <a:gd name="connsiteX282" fmla="*/ 2746805 w 2912392"/>
                <a:gd name="connsiteY282" fmla="*/ 198267 h 307590"/>
                <a:gd name="connsiteX283" fmla="*/ 2756549 w 2912392"/>
                <a:gd name="connsiteY283" fmla="*/ 196671 h 307590"/>
                <a:gd name="connsiteX284" fmla="*/ 2766293 w 2912392"/>
                <a:gd name="connsiteY284" fmla="*/ 194910 h 307590"/>
                <a:gd name="connsiteX285" fmla="*/ 2776037 w 2912392"/>
                <a:gd name="connsiteY285" fmla="*/ 192988 h 307590"/>
                <a:gd name="connsiteX286" fmla="*/ 2785766 w 2912392"/>
                <a:gd name="connsiteY286" fmla="*/ 190908 h 307590"/>
                <a:gd name="connsiteX287" fmla="*/ 2795510 w 2912392"/>
                <a:gd name="connsiteY287" fmla="*/ 188669 h 307590"/>
                <a:gd name="connsiteX288" fmla="*/ 2805254 w 2912392"/>
                <a:gd name="connsiteY288" fmla="*/ 186278 h 307590"/>
                <a:gd name="connsiteX289" fmla="*/ 2814998 w 2912392"/>
                <a:gd name="connsiteY289" fmla="*/ 183734 h 307590"/>
                <a:gd name="connsiteX290" fmla="*/ 2824727 w 2912392"/>
                <a:gd name="connsiteY290" fmla="*/ 181046 h 307590"/>
                <a:gd name="connsiteX291" fmla="*/ 2834471 w 2912392"/>
                <a:gd name="connsiteY291" fmla="*/ 178216 h 307590"/>
                <a:gd name="connsiteX292" fmla="*/ 2844215 w 2912392"/>
                <a:gd name="connsiteY292" fmla="*/ 175249 h 307590"/>
                <a:gd name="connsiteX293" fmla="*/ 2853958 w 2912392"/>
                <a:gd name="connsiteY293" fmla="*/ 172150 h 307590"/>
                <a:gd name="connsiteX294" fmla="*/ 2863687 w 2912392"/>
                <a:gd name="connsiteY294" fmla="*/ 168926 h 307590"/>
                <a:gd name="connsiteX295" fmla="*/ 2873431 w 2912392"/>
                <a:gd name="connsiteY295" fmla="*/ 165581 h 307590"/>
                <a:gd name="connsiteX296" fmla="*/ 2883175 w 2912392"/>
                <a:gd name="connsiteY296" fmla="*/ 162125 h 307590"/>
                <a:gd name="connsiteX297" fmla="*/ 2892919 w 2912392"/>
                <a:gd name="connsiteY297" fmla="*/ 158561 h 307590"/>
                <a:gd name="connsiteX298" fmla="*/ 2902663 w 2912392"/>
                <a:gd name="connsiteY298" fmla="*/ 154899 h 307590"/>
                <a:gd name="connsiteX299" fmla="*/ 2912392 w 2912392"/>
                <a:gd name="connsiteY299" fmla="*/ 151146 h 307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07590">
                  <a:moveTo>
                    <a:pt x="0" y="228874"/>
                  </a:moveTo>
                  <a:lnTo>
                    <a:pt x="9739" y="227303"/>
                  </a:lnTo>
                  <a:lnTo>
                    <a:pt x="19480" y="225568"/>
                  </a:lnTo>
                  <a:lnTo>
                    <a:pt x="29221" y="223671"/>
                  </a:lnTo>
                  <a:lnTo>
                    <a:pt x="38961" y="221610"/>
                  </a:lnTo>
                  <a:lnTo>
                    <a:pt x="48702" y="219392"/>
                  </a:lnTo>
                  <a:lnTo>
                    <a:pt x="58443" y="217017"/>
                  </a:lnTo>
                  <a:lnTo>
                    <a:pt x="68182" y="214487"/>
                  </a:lnTo>
                  <a:lnTo>
                    <a:pt x="77923" y="211805"/>
                  </a:lnTo>
                  <a:lnTo>
                    <a:pt x="87664" y="208975"/>
                  </a:lnTo>
                  <a:lnTo>
                    <a:pt x="97404" y="205999"/>
                  </a:lnTo>
                  <a:lnTo>
                    <a:pt x="107145" y="202881"/>
                  </a:lnTo>
                  <a:lnTo>
                    <a:pt x="116886" y="199625"/>
                  </a:lnTo>
                  <a:lnTo>
                    <a:pt x="126625" y="196234"/>
                  </a:lnTo>
                  <a:lnTo>
                    <a:pt x="136366" y="192715"/>
                  </a:lnTo>
                  <a:lnTo>
                    <a:pt x="146107" y="189071"/>
                  </a:lnTo>
                  <a:lnTo>
                    <a:pt x="155846" y="185306"/>
                  </a:lnTo>
                  <a:lnTo>
                    <a:pt x="165587" y="181425"/>
                  </a:lnTo>
                  <a:lnTo>
                    <a:pt x="175328" y="177435"/>
                  </a:lnTo>
                  <a:lnTo>
                    <a:pt x="185068" y="173341"/>
                  </a:lnTo>
                  <a:lnTo>
                    <a:pt x="194809" y="169147"/>
                  </a:lnTo>
                  <a:lnTo>
                    <a:pt x="204550" y="164862"/>
                  </a:lnTo>
                  <a:lnTo>
                    <a:pt x="214289" y="160489"/>
                  </a:lnTo>
                  <a:lnTo>
                    <a:pt x="224030" y="156037"/>
                  </a:lnTo>
                  <a:lnTo>
                    <a:pt x="233771" y="151514"/>
                  </a:lnTo>
                  <a:lnTo>
                    <a:pt x="243510" y="146922"/>
                  </a:lnTo>
                  <a:lnTo>
                    <a:pt x="253251" y="142273"/>
                  </a:lnTo>
                  <a:lnTo>
                    <a:pt x="262992" y="137573"/>
                  </a:lnTo>
                  <a:lnTo>
                    <a:pt x="272732" y="132827"/>
                  </a:lnTo>
                  <a:lnTo>
                    <a:pt x="282473" y="128048"/>
                  </a:lnTo>
                  <a:lnTo>
                    <a:pt x="292214" y="123238"/>
                  </a:lnTo>
                  <a:lnTo>
                    <a:pt x="301953" y="118410"/>
                  </a:lnTo>
                  <a:lnTo>
                    <a:pt x="311694" y="113569"/>
                  </a:lnTo>
                  <a:lnTo>
                    <a:pt x="321435" y="108724"/>
                  </a:lnTo>
                  <a:lnTo>
                    <a:pt x="331175" y="103885"/>
                  </a:lnTo>
                  <a:lnTo>
                    <a:pt x="340916" y="99059"/>
                  </a:lnTo>
                  <a:lnTo>
                    <a:pt x="350656" y="94254"/>
                  </a:lnTo>
                  <a:lnTo>
                    <a:pt x="360396" y="89480"/>
                  </a:lnTo>
                  <a:lnTo>
                    <a:pt x="370137" y="84747"/>
                  </a:lnTo>
                  <a:lnTo>
                    <a:pt x="379878" y="80061"/>
                  </a:lnTo>
                  <a:lnTo>
                    <a:pt x="389617" y="75432"/>
                  </a:lnTo>
                  <a:lnTo>
                    <a:pt x="399358" y="70868"/>
                  </a:lnTo>
                  <a:lnTo>
                    <a:pt x="409099" y="66379"/>
                  </a:lnTo>
                  <a:lnTo>
                    <a:pt x="418839" y="61972"/>
                  </a:lnTo>
                  <a:lnTo>
                    <a:pt x="428580" y="57658"/>
                  </a:lnTo>
                  <a:lnTo>
                    <a:pt x="438321" y="53441"/>
                  </a:lnTo>
                  <a:lnTo>
                    <a:pt x="448060" y="49334"/>
                  </a:lnTo>
                  <a:lnTo>
                    <a:pt x="457801" y="45344"/>
                  </a:lnTo>
                  <a:lnTo>
                    <a:pt x="467542" y="41476"/>
                  </a:lnTo>
                  <a:lnTo>
                    <a:pt x="477281" y="37741"/>
                  </a:lnTo>
                  <a:lnTo>
                    <a:pt x="487022" y="34144"/>
                  </a:lnTo>
                  <a:lnTo>
                    <a:pt x="496763" y="30695"/>
                  </a:lnTo>
                  <a:lnTo>
                    <a:pt x="506503" y="27399"/>
                  </a:lnTo>
                  <a:lnTo>
                    <a:pt x="516244" y="24264"/>
                  </a:lnTo>
                  <a:lnTo>
                    <a:pt x="525985" y="21297"/>
                  </a:lnTo>
                  <a:lnTo>
                    <a:pt x="535724" y="18502"/>
                  </a:lnTo>
                  <a:lnTo>
                    <a:pt x="545465" y="15885"/>
                  </a:lnTo>
                  <a:lnTo>
                    <a:pt x="555206" y="13454"/>
                  </a:lnTo>
                  <a:lnTo>
                    <a:pt x="564946" y="11210"/>
                  </a:lnTo>
                  <a:lnTo>
                    <a:pt x="574687" y="9161"/>
                  </a:lnTo>
                  <a:lnTo>
                    <a:pt x="584428" y="7309"/>
                  </a:lnTo>
                  <a:lnTo>
                    <a:pt x="594167" y="5662"/>
                  </a:lnTo>
                  <a:lnTo>
                    <a:pt x="603908" y="4218"/>
                  </a:lnTo>
                  <a:lnTo>
                    <a:pt x="613649" y="2981"/>
                  </a:lnTo>
                  <a:lnTo>
                    <a:pt x="623388" y="1958"/>
                  </a:lnTo>
                  <a:lnTo>
                    <a:pt x="633129" y="1146"/>
                  </a:lnTo>
                  <a:lnTo>
                    <a:pt x="642870" y="548"/>
                  </a:lnTo>
                  <a:lnTo>
                    <a:pt x="652610" y="165"/>
                  </a:lnTo>
                  <a:lnTo>
                    <a:pt x="662351" y="0"/>
                  </a:lnTo>
                  <a:lnTo>
                    <a:pt x="672092" y="51"/>
                  </a:lnTo>
                  <a:lnTo>
                    <a:pt x="681831" y="317"/>
                  </a:lnTo>
                  <a:lnTo>
                    <a:pt x="691572" y="800"/>
                  </a:lnTo>
                  <a:lnTo>
                    <a:pt x="701313" y="1496"/>
                  </a:lnTo>
                  <a:lnTo>
                    <a:pt x="711052" y="2403"/>
                  </a:lnTo>
                  <a:lnTo>
                    <a:pt x="720793" y="3522"/>
                  </a:lnTo>
                  <a:lnTo>
                    <a:pt x="730534" y="4850"/>
                  </a:lnTo>
                  <a:lnTo>
                    <a:pt x="740274" y="6381"/>
                  </a:lnTo>
                  <a:lnTo>
                    <a:pt x="750015" y="8114"/>
                  </a:lnTo>
                  <a:lnTo>
                    <a:pt x="759756" y="10045"/>
                  </a:lnTo>
                  <a:lnTo>
                    <a:pt x="769495" y="12168"/>
                  </a:lnTo>
                  <a:lnTo>
                    <a:pt x="779236" y="14482"/>
                  </a:lnTo>
                  <a:lnTo>
                    <a:pt x="788977" y="16979"/>
                  </a:lnTo>
                  <a:lnTo>
                    <a:pt x="798717" y="19655"/>
                  </a:lnTo>
                  <a:lnTo>
                    <a:pt x="808458" y="22505"/>
                  </a:lnTo>
                  <a:lnTo>
                    <a:pt x="818199" y="25522"/>
                  </a:lnTo>
                  <a:lnTo>
                    <a:pt x="827938" y="28700"/>
                  </a:lnTo>
                  <a:lnTo>
                    <a:pt x="837679" y="32034"/>
                  </a:lnTo>
                  <a:lnTo>
                    <a:pt x="847420" y="35516"/>
                  </a:lnTo>
                  <a:lnTo>
                    <a:pt x="857159" y="39141"/>
                  </a:lnTo>
                  <a:lnTo>
                    <a:pt x="866900" y="42902"/>
                  </a:lnTo>
                  <a:lnTo>
                    <a:pt x="876641" y="46789"/>
                  </a:lnTo>
                  <a:lnTo>
                    <a:pt x="886381" y="50798"/>
                  </a:lnTo>
                  <a:lnTo>
                    <a:pt x="896122" y="54921"/>
                  </a:lnTo>
                  <a:lnTo>
                    <a:pt x="905863" y="59150"/>
                  </a:lnTo>
                  <a:lnTo>
                    <a:pt x="915602" y="63479"/>
                  </a:lnTo>
                  <a:lnTo>
                    <a:pt x="925343" y="67899"/>
                  </a:lnTo>
                  <a:lnTo>
                    <a:pt x="935084" y="72403"/>
                  </a:lnTo>
                  <a:lnTo>
                    <a:pt x="944824" y="76985"/>
                  </a:lnTo>
                  <a:lnTo>
                    <a:pt x="954564" y="81636"/>
                  </a:lnTo>
                  <a:lnTo>
                    <a:pt x="964305" y="86349"/>
                  </a:lnTo>
                  <a:lnTo>
                    <a:pt x="974045" y="91118"/>
                  </a:lnTo>
                  <a:lnTo>
                    <a:pt x="983786" y="95935"/>
                  </a:lnTo>
                  <a:lnTo>
                    <a:pt x="993522" y="100793"/>
                  </a:lnTo>
                  <a:lnTo>
                    <a:pt x="1003266" y="105684"/>
                  </a:lnTo>
                  <a:lnTo>
                    <a:pt x="1013010" y="110606"/>
                  </a:lnTo>
                  <a:lnTo>
                    <a:pt x="1022754" y="115546"/>
                  </a:lnTo>
                  <a:lnTo>
                    <a:pt x="1032483" y="120503"/>
                  </a:lnTo>
                  <a:lnTo>
                    <a:pt x="1042227" y="125467"/>
                  </a:lnTo>
                  <a:lnTo>
                    <a:pt x="1051971" y="130436"/>
                  </a:lnTo>
                  <a:lnTo>
                    <a:pt x="1061715" y="135400"/>
                  </a:lnTo>
                  <a:lnTo>
                    <a:pt x="1071444" y="140357"/>
                  </a:lnTo>
                  <a:lnTo>
                    <a:pt x="1081188" y="145301"/>
                  </a:lnTo>
                  <a:lnTo>
                    <a:pt x="1090932" y="150226"/>
                  </a:lnTo>
                  <a:lnTo>
                    <a:pt x="1100676" y="155128"/>
                  </a:lnTo>
                  <a:lnTo>
                    <a:pt x="1110405" y="160000"/>
                  </a:lnTo>
                  <a:lnTo>
                    <a:pt x="1120149" y="164842"/>
                  </a:lnTo>
                  <a:lnTo>
                    <a:pt x="1129893" y="169646"/>
                  </a:lnTo>
                  <a:lnTo>
                    <a:pt x="1139637" y="174409"/>
                  </a:lnTo>
                  <a:lnTo>
                    <a:pt x="1149381" y="179129"/>
                  </a:lnTo>
                  <a:lnTo>
                    <a:pt x="1159110" y="183800"/>
                  </a:lnTo>
                  <a:lnTo>
                    <a:pt x="1168854" y="188421"/>
                  </a:lnTo>
                  <a:lnTo>
                    <a:pt x="1178598" y="192987"/>
                  </a:lnTo>
                  <a:lnTo>
                    <a:pt x="1188341" y="197496"/>
                  </a:lnTo>
                  <a:lnTo>
                    <a:pt x="1198070" y="201944"/>
                  </a:lnTo>
                  <a:lnTo>
                    <a:pt x="1207814" y="206330"/>
                  </a:lnTo>
                  <a:lnTo>
                    <a:pt x="1217558" y="210651"/>
                  </a:lnTo>
                  <a:lnTo>
                    <a:pt x="1227302" y="214904"/>
                  </a:lnTo>
                  <a:lnTo>
                    <a:pt x="1237031" y="219088"/>
                  </a:lnTo>
                  <a:lnTo>
                    <a:pt x="1246775" y="223200"/>
                  </a:lnTo>
                  <a:lnTo>
                    <a:pt x="1256519" y="227238"/>
                  </a:lnTo>
                  <a:lnTo>
                    <a:pt x="1266263" y="231199"/>
                  </a:lnTo>
                  <a:lnTo>
                    <a:pt x="1276007" y="235084"/>
                  </a:lnTo>
                  <a:lnTo>
                    <a:pt x="1285736" y="238887"/>
                  </a:lnTo>
                  <a:lnTo>
                    <a:pt x="1295480" y="242611"/>
                  </a:lnTo>
                  <a:lnTo>
                    <a:pt x="1305224" y="246250"/>
                  </a:lnTo>
                  <a:lnTo>
                    <a:pt x="1314968" y="249805"/>
                  </a:lnTo>
                  <a:lnTo>
                    <a:pt x="1324697" y="253272"/>
                  </a:lnTo>
                  <a:lnTo>
                    <a:pt x="1334441" y="256653"/>
                  </a:lnTo>
                  <a:lnTo>
                    <a:pt x="1344185" y="259942"/>
                  </a:lnTo>
                  <a:lnTo>
                    <a:pt x="1353929" y="263140"/>
                  </a:lnTo>
                  <a:lnTo>
                    <a:pt x="1363658" y="266245"/>
                  </a:lnTo>
                  <a:lnTo>
                    <a:pt x="1373402" y="269253"/>
                  </a:lnTo>
                  <a:lnTo>
                    <a:pt x="1383146" y="272166"/>
                  </a:lnTo>
                  <a:lnTo>
                    <a:pt x="1392890" y="274977"/>
                  </a:lnTo>
                  <a:lnTo>
                    <a:pt x="1402619" y="277689"/>
                  </a:lnTo>
                  <a:lnTo>
                    <a:pt x="1412363" y="280298"/>
                  </a:lnTo>
                  <a:lnTo>
                    <a:pt x="1422106" y="282801"/>
                  </a:lnTo>
                  <a:lnTo>
                    <a:pt x="1431850" y="285196"/>
                  </a:lnTo>
                  <a:lnTo>
                    <a:pt x="1441594" y="287483"/>
                  </a:lnTo>
                  <a:lnTo>
                    <a:pt x="1451323" y="289659"/>
                  </a:lnTo>
                  <a:lnTo>
                    <a:pt x="1461067" y="291721"/>
                  </a:lnTo>
                  <a:lnTo>
                    <a:pt x="1470811" y="293668"/>
                  </a:lnTo>
                  <a:lnTo>
                    <a:pt x="1480555" y="295496"/>
                  </a:lnTo>
                  <a:lnTo>
                    <a:pt x="1490284" y="297205"/>
                  </a:lnTo>
                  <a:lnTo>
                    <a:pt x="1500028" y="298790"/>
                  </a:lnTo>
                  <a:lnTo>
                    <a:pt x="1509772" y="300253"/>
                  </a:lnTo>
                  <a:lnTo>
                    <a:pt x="1519516" y="301588"/>
                  </a:lnTo>
                  <a:lnTo>
                    <a:pt x="1529245" y="302795"/>
                  </a:lnTo>
                  <a:lnTo>
                    <a:pt x="1538989" y="303871"/>
                  </a:lnTo>
                  <a:lnTo>
                    <a:pt x="1548733" y="304814"/>
                  </a:lnTo>
                  <a:lnTo>
                    <a:pt x="1558477" y="305623"/>
                  </a:lnTo>
                  <a:lnTo>
                    <a:pt x="1568221" y="306295"/>
                  </a:lnTo>
                  <a:lnTo>
                    <a:pt x="1577950" y="306830"/>
                  </a:lnTo>
                  <a:lnTo>
                    <a:pt x="1587694" y="307224"/>
                  </a:lnTo>
                  <a:lnTo>
                    <a:pt x="1597438" y="307478"/>
                  </a:lnTo>
                  <a:lnTo>
                    <a:pt x="1607182" y="307591"/>
                  </a:lnTo>
                  <a:lnTo>
                    <a:pt x="1616911" y="307560"/>
                  </a:lnTo>
                  <a:lnTo>
                    <a:pt x="1626655" y="307384"/>
                  </a:lnTo>
                  <a:lnTo>
                    <a:pt x="1636399" y="307065"/>
                  </a:lnTo>
                  <a:lnTo>
                    <a:pt x="1646142" y="306602"/>
                  </a:lnTo>
                  <a:lnTo>
                    <a:pt x="1655872" y="305992"/>
                  </a:lnTo>
                  <a:lnTo>
                    <a:pt x="1665616" y="305240"/>
                  </a:lnTo>
                  <a:lnTo>
                    <a:pt x="1675359" y="304342"/>
                  </a:lnTo>
                  <a:lnTo>
                    <a:pt x="1685103" y="303302"/>
                  </a:lnTo>
                  <a:lnTo>
                    <a:pt x="1694832" y="302119"/>
                  </a:lnTo>
                  <a:lnTo>
                    <a:pt x="1704576" y="300794"/>
                  </a:lnTo>
                  <a:lnTo>
                    <a:pt x="1714320" y="299329"/>
                  </a:lnTo>
                  <a:lnTo>
                    <a:pt x="1724064" y="297729"/>
                  </a:lnTo>
                  <a:lnTo>
                    <a:pt x="1733808" y="295994"/>
                  </a:lnTo>
                  <a:lnTo>
                    <a:pt x="1743537" y="294125"/>
                  </a:lnTo>
                  <a:lnTo>
                    <a:pt x="1753281" y="292129"/>
                  </a:lnTo>
                  <a:lnTo>
                    <a:pt x="1763025" y="290006"/>
                  </a:lnTo>
                  <a:lnTo>
                    <a:pt x="1772769" y="287760"/>
                  </a:lnTo>
                  <a:lnTo>
                    <a:pt x="1782498" y="285397"/>
                  </a:lnTo>
                  <a:lnTo>
                    <a:pt x="1792242" y="282921"/>
                  </a:lnTo>
                  <a:lnTo>
                    <a:pt x="1801986" y="280336"/>
                  </a:lnTo>
                  <a:lnTo>
                    <a:pt x="1811730" y="277648"/>
                  </a:lnTo>
                  <a:lnTo>
                    <a:pt x="1821459" y="274862"/>
                  </a:lnTo>
                  <a:lnTo>
                    <a:pt x="1831203" y="271982"/>
                  </a:lnTo>
                  <a:lnTo>
                    <a:pt x="1840947" y="269017"/>
                  </a:lnTo>
                  <a:lnTo>
                    <a:pt x="1850691" y="265972"/>
                  </a:lnTo>
                  <a:lnTo>
                    <a:pt x="1860435" y="262854"/>
                  </a:lnTo>
                  <a:lnTo>
                    <a:pt x="1870164" y="259670"/>
                  </a:lnTo>
                  <a:lnTo>
                    <a:pt x="1879908" y="256425"/>
                  </a:lnTo>
                  <a:lnTo>
                    <a:pt x="1889652" y="253129"/>
                  </a:lnTo>
                  <a:lnTo>
                    <a:pt x="1899395" y="249789"/>
                  </a:lnTo>
                  <a:lnTo>
                    <a:pt x="1909124" y="246411"/>
                  </a:lnTo>
                  <a:lnTo>
                    <a:pt x="1918868" y="243005"/>
                  </a:lnTo>
                  <a:lnTo>
                    <a:pt x="1928612" y="239580"/>
                  </a:lnTo>
                  <a:lnTo>
                    <a:pt x="1938356" y="236140"/>
                  </a:lnTo>
                  <a:lnTo>
                    <a:pt x="1948085" y="232697"/>
                  </a:lnTo>
                  <a:lnTo>
                    <a:pt x="1957829" y="229257"/>
                  </a:lnTo>
                  <a:lnTo>
                    <a:pt x="1967573" y="225828"/>
                  </a:lnTo>
                  <a:lnTo>
                    <a:pt x="1977317" y="222421"/>
                  </a:lnTo>
                  <a:lnTo>
                    <a:pt x="1987046" y="219043"/>
                  </a:lnTo>
                  <a:lnTo>
                    <a:pt x="1996790" y="215702"/>
                  </a:lnTo>
                  <a:lnTo>
                    <a:pt x="2006534" y="212404"/>
                  </a:lnTo>
                  <a:lnTo>
                    <a:pt x="2016278" y="209161"/>
                  </a:lnTo>
                  <a:lnTo>
                    <a:pt x="2026022" y="205977"/>
                  </a:lnTo>
                  <a:lnTo>
                    <a:pt x="2035751" y="202863"/>
                  </a:lnTo>
                  <a:lnTo>
                    <a:pt x="2045495" y="199825"/>
                  </a:lnTo>
                  <a:lnTo>
                    <a:pt x="2055239" y="196869"/>
                  </a:lnTo>
                  <a:lnTo>
                    <a:pt x="2064983" y="194006"/>
                  </a:lnTo>
                  <a:lnTo>
                    <a:pt x="2074712" y="191237"/>
                  </a:lnTo>
                  <a:lnTo>
                    <a:pt x="2084456" y="188573"/>
                  </a:lnTo>
                  <a:lnTo>
                    <a:pt x="2094200" y="186018"/>
                  </a:lnTo>
                  <a:lnTo>
                    <a:pt x="2103944" y="183579"/>
                  </a:lnTo>
                  <a:lnTo>
                    <a:pt x="2113673" y="181260"/>
                  </a:lnTo>
                  <a:lnTo>
                    <a:pt x="2123417" y="179066"/>
                  </a:lnTo>
                  <a:lnTo>
                    <a:pt x="2133161" y="177004"/>
                  </a:lnTo>
                  <a:lnTo>
                    <a:pt x="2142905" y="175075"/>
                  </a:lnTo>
                  <a:lnTo>
                    <a:pt x="2152649" y="173284"/>
                  </a:lnTo>
                  <a:lnTo>
                    <a:pt x="2162377" y="171633"/>
                  </a:lnTo>
                  <a:lnTo>
                    <a:pt x="2172121" y="170128"/>
                  </a:lnTo>
                  <a:lnTo>
                    <a:pt x="2181865" y="168768"/>
                  </a:lnTo>
                  <a:lnTo>
                    <a:pt x="2191609" y="167555"/>
                  </a:lnTo>
                  <a:lnTo>
                    <a:pt x="2201338" y="166492"/>
                  </a:lnTo>
                  <a:lnTo>
                    <a:pt x="2211082" y="165577"/>
                  </a:lnTo>
                  <a:lnTo>
                    <a:pt x="2220826" y="164813"/>
                  </a:lnTo>
                  <a:lnTo>
                    <a:pt x="2230570" y="164199"/>
                  </a:lnTo>
                  <a:lnTo>
                    <a:pt x="2240299" y="163731"/>
                  </a:lnTo>
                  <a:lnTo>
                    <a:pt x="2250043" y="163412"/>
                  </a:lnTo>
                  <a:lnTo>
                    <a:pt x="2259787" y="163238"/>
                  </a:lnTo>
                  <a:lnTo>
                    <a:pt x="2269531" y="163205"/>
                  </a:lnTo>
                  <a:lnTo>
                    <a:pt x="2279260" y="163314"/>
                  </a:lnTo>
                  <a:lnTo>
                    <a:pt x="2289004" y="163557"/>
                  </a:lnTo>
                  <a:lnTo>
                    <a:pt x="2298748" y="163933"/>
                  </a:lnTo>
                  <a:lnTo>
                    <a:pt x="2308492" y="164437"/>
                  </a:lnTo>
                  <a:lnTo>
                    <a:pt x="2318236" y="165063"/>
                  </a:lnTo>
                  <a:lnTo>
                    <a:pt x="2327965" y="165806"/>
                  </a:lnTo>
                  <a:lnTo>
                    <a:pt x="2337709" y="166663"/>
                  </a:lnTo>
                  <a:lnTo>
                    <a:pt x="2347453" y="167624"/>
                  </a:lnTo>
                  <a:lnTo>
                    <a:pt x="2357197" y="168683"/>
                  </a:lnTo>
                  <a:lnTo>
                    <a:pt x="2366926" y="169835"/>
                  </a:lnTo>
                  <a:lnTo>
                    <a:pt x="2376670" y="171072"/>
                  </a:lnTo>
                  <a:lnTo>
                    <a:pt x="2386413" y="172386"/>
                  </a:lnTo>
                  <a:lnTo>
                    <a:pt x="2396157" y="173768"/>
                  </a:lnTo>
                  <a:lnTo>
                    <a:pt x="2405886" y="175211"/>
                  </a:lnTo>
                  <a:lnTo>
                    <a:pt x="2415630" y="176706"/>
                  </a:lnTo>
                  <a:lnTo>
                    <a:pt x="2425374" y="178247"/>
                  </a:lnTo>
                  <a:lnTo>
                    <a:pt x="2435118" y="179820"/>
                  </a:lnTo>
                  <a:lnTo>
                    <a:pt x="2444862" y="181422"/>
                  </a:lnTo>
                  <a:lnTo>
                    <a:pt x="2454591" y="183038"/>
                  </a:lnTo>
                  <a:lnTo>
                    <a:pt x="2464335" y="184665"/>
                  </a:lnTo>
                  <a:lnTo>
                    <a:pt x="2474079" y="186289"/>
                  </a:lnTo>
                  <a:lnTo>
                    <a:pt x="2483823" y="187901"/>
                  </a:lnTo>
                  <a:lnTo>
                    <a:pt x="2493552" y="189496"/>
                  </a:lnTo>
                  <a:lnTo>
                    <a:pt x="2503296" y="191060"/>
                  </a:lnTo>
                  <a:lnTo>
                    <a:pt x="2513040" y="192587"/>
                  </a:lnTo>
                  <a:lnTo>
                    <a:pt x="2522784" y="194067"/>
                  </a:lnTo>
                  <a:lnTo>
                    <a:pt x="2532513" y="195490"/>
                  </a:lnTo>
                  <a:lnTo>
                    <a:pt x="2542257" y="196848"/>
                  </a:lnTo>
                  <a:lnTo>
                    <a:pt x="2552001" y="198134"/>
                  </a:lnTo>
                  <a:lnTo>
                    <a:pt x="2561745" y="199338"/>
                  </a:lnTo>
                  <a:lnTo>
                    <a:pt x="2571474" y="200452"/>
                  </a:lnTo>
                  <a:lnTo>
                    <a:pt x="2581218" y="201471"/>
                  </a:lnTo>
                  <a:lnTo>
                    <a:pt x="2590962" y="202383"/>
                  </a:lnTo>
                  <a:lnTo>
                    <a:pt x="2600705" y="203185"/>
                  </a:lnTo>
                  <a:lnTo>
                    <a:pt x="2610449" y="203869"/>
                  </a:lnTo>
                  <a:lnTo>
                    <a:pt x="2620178" y="204427"/>
                  </a:lnTo>
                  <a:lnTo>
                    <a:pt x="2629922" y="204855"/>
                  </a:lnTo>
                  <a:lnTo>
                    <a:pt x="2639666" y="205146"/>
                  </a:lnTo>
                  <a:lnTo>
                    <a:pt x="2649410" y="205296"/>
                  </a:lnTo>
                  <a:lnTo>
                    <a:pt x="2659139" y="205302"/>
                  </a:lnTo>
                  <a:lnTo>
                    <a:pt x="2668883" y="205156"/>
                  </a:lnTo>
                  <a:lnTo>
                    <a:pt x="2678627" y="204858"/>
                  </a:lnTo>
                  <a:lnTo>
                    <a:pt x="2688371" y="204402"/>
                  </a:lnTo>
                  <a:lnTo>
                    <a:pt x="2698100" y="203787"/>
                  </a:lnTo>
                  <a:lnTo>
                    <a:pt x="2707844" y="203011"/>
                  </a:lnTo>
                  <a:lnTo>
                    <a:pt x="2717588" y="202072"/>
                  </a:lnTo>
                  <a:lnTo>
                    <a:pt x="2727332" y="200968"/>
                  </a:lnTo>
                  <a:lnTo>
                    <a:pt x="2737076" y="199700"/>
                  </a:lnTo>
                  <a:lnTo>
                    <a:pt x="2746805" y="198267"/>
                  </a:lnTo>
                  <a:lnTo>
                    <a:pt x="2756549" y="196671"/>
                  </a:lnTo>
                  <a:lnTo>
                    <a:pt x="2766293" y="194910"/>
                  </a:lnTo>
                  <a:lnTo>
                    <a:pt x="2776037" y="192988"/>
                  </a:lnTo>
                  <a:lnTo>
                    <a:pt x="2785766" y="190908"/>
                  </a:lnTo>
                  <a:lnTo>
                    <a:pt x="2795510" y="188669"/>
                  </a:lnTo>
                  <a:lnTo>
                    <a:pt x="2805254" y="186278"/>
                  </a:lnTo>
                  <a:lnTo>
                    <a:pt x="2814998" y="183734"/>
                  </a:lnTo>
                  <a:lnTo>
                    <a:pt x="2824727" y="181046"/>
                  </a:lnTo>
                  <a:lnTo>
                    <a:pt x="2834471" y="178216"/>
                  </a:lnTo>
                  <a:lnTo>
                    <a:pt x="2844215" y="175249"/>
                  </a:lnTo>
                  <a:lnTo>
                    <a:pt x="2853958" y="172150"/>
                  </a:lnTo>
                  <a:lnTo>
                    <a:pt x="2863687" y="168926"/>
                  </a:lnTo>
                  <a:lnTo>
                    <a:pt x="2873431" y="165581"/>
                  </a:lnTo>
                  <a:lnTo>
                    <a:pt x="2883175" y="162125"/>
                  </a:lnTo>
                  <a:lnTo>
                    <a:pt x="2892919" y="158561"/>
                  </a:lnTo>
                  <a:lnTo>
                    <a:pt x="2902663" y="154899"/>
                  </a:lnTo>
                  <a:lnTo>
                    <a:pt x="2912392" y="15114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5" name="Freeform 644">
              <a:extLst>
                <a:ext uri="{FF2B5EF4-FFF2-40B4-BE49-F238E27FC236}">
                  <a16:creationId xmlns:a16="http://schemas.microsoft.com/office/drawing/2014/main" id="{B1C00A67-1375-3CD9-FC39-C6552B79032E}"/>
                </a:ext>
              </a:extLst>
            </p:cNvPr>
            <p:cNvSpPr/>
            <p:nvPr/>
          </p:nvSpPr>
          <p:spPr>
            <a:xfrm>
              <a:off x="576446" y="3231192"/>
              <a:ext cx="2912392" cy="616345"/>
            </a:xfrm>
            <a:custGeom>
              <a:avLst/>
              <a:gdLst>
                <a:gd name="connsiteX0" fmla="*/ 0 w 2912392"/>
                <a:gd name="connsiteY0" fmla="*/ 361765 h 616345"/>
                <a:gd name="connsiteX1" fmla="*/ 9739 w 2912392"/>
                <a:gd name="connsiteY1" fmla="*/ 366330 h 616345"/>
                <a:gd name="connsiteX2" fmla="*/ 19480 w 2912392"/>
                <a:gd name="connsiteY2" fmla="*/ 370772 h 616345"/>
                <a:gd name="connsiteX3" fmla="*/ 29221 w 2912392"/>
                <a:gd name="connsiteY3" fmla="*/ 375088 h 616345"/>
                <a:gd name="connsiteX4" fmla="*/ 38961 w 2912392"/>
                <a:gd name="connsiteY4" fmla="*/ 379276 h 616345"/>
                <a:gd name="connsiteX5" fmla="*/ 48702 w 2912392"/>
                <a:gd name="connsiteY5" fmla="*/ 383336 h 616345"/>
                <a:gd name="connsiteX6" fmla="*/ 58443 w 2912392"/>
                <a:gd name="connsiteY6" fmla="*/ 387265 h 616345"/>
                <a:gd name="connsiteX7" fmla="*/ 68182 w 2912392"/>
                <a:gd name="connsiteY7" fmla="*/ 391063 h 616345"/>
                <a:gd name="connsiteX8" fmla="*/ 77923 w 2912392"/>
                <a:gd name="connsiteY8" fmla="*/ 394726 h 616345"/>
                <a:gd name="connsiteX9" fmla="*/ 87664 w 2912392"/>
                <a:gd name="connsiteY9" fmla="*/ 398257 h 616345"/>
                <a:gd name="connsiteX10" fmla="*/ 97404 w 2912392"/>
                <a:gd name="connsiteY10" fmla="*/ 401656 h 616345"/>
                <a:gd name="connsiteX11" fmla="*/ 107145 w 2912392"/>
                <a:gd name="connsiteY11" fmla="*/ 404920 h 616345"/>
                <a:gd name="connsiteX12" fmla="*/ 116886 w 2912392"/>
                <a:gd name="connsiteY12" fmla="*/ 408053 h 616345"/>
                <a:gd name="connsiteX13" fmla="*/ 126625 w 2912392"/>
                <a:gd name="connsiteY13" fmla="*/ 411052 h 616345"/>
                <a:gd name="connsiteX14" fmla="*/ 136366 w 2912392"/>
                <a:gd name="connsiteY14" fmla="*/ 413922 h 616345"/>
                <a:gd name="connsiteX15" fmla="*/ 146107 w 2912392"/>
                <a:gd name="connsiteY15" fmla="*/ 416662 h 616345"/>
                <a:gd name="connsiteX16" fmla="*/ 155846 w 2912392"/>
                <a:gd name="connsiteY16" fmla="*/ 419274 h 616345"/>
                <a:gd name="connsiteX17" fmla="*/ 165587 w 2912392"/>
                <a:gd name="connsiteY17" fmla="*/ 421760 h 616345"/>
                <a:gd name="connsiteX18" fmla="*/ 175328 w 2912392"/>
                <a:gd name="connsiteY18" fmla="*/ 424123 h 616345"/>
                <a:gd name="connsiteX19" fmla="*/ 185068 w 2912392"/>
                <a:gd name="connsiteY19" fmla="*/ 426364 h 616345"/>
                <a:gd name="connsiteX20" fmla="*/ 194809 w 2912392"/>
                <a:gd name="connsiteY20" fmla="*/ 428487 h 616345"/>
                <a:gd name="connsiteX21" fmla="*/ 204550 w 2912392"/>
                <a:gd name="connsiteY21" fmla="*/ 430494 h 616345"/>
                <a:gd name="connsiteX22" fmla="*/ 214289 w 2912392"/>
                <a:gd name="connsiteY22" fmla="*/ 432389 h 616345"/>
                <a:gd name="connsiteX23" fmla="*/ 224030 w 2912392"/>
                <a:gd name="connsiteY23" fmla="*/ 434174 h 616345"/>
                <a:gd name="connsiteX24" fmla="*/ 233771 w 2912392"/>
                <a:gd name="connsiteY24" fmla="*/ 435853 h 616345"/>
                <a:gd name="connsiteX25" fmla="*/ 243510 w 2912392"/>
                <a:gd name="connsiteY25" fmla="*/ 437431 h 616345"/>
                <a:gd name="connsiteX26" fmla="*/ 253251 w 2912392"/>
                <a:gd name="connsiteY26" fmla="*/ 438909 h 616345"/>
                <a:gd name="connsiteX27" fmla="*/ 262992 w 2912392"/>
                <a:gd name="connsiteY27" fmla="*/ 440293 h 616345"/>
                <a:gd name="connsiteX28" fmla="*/ 272732 w 2912392"/>
                <a:gd name="connsiteY28" fmla="*/ 441588 h 616345"/>
                <a:gd name="connsiteX29" fmla="*/ 282473 w 2912392"/>
                <a:gd name="connsiteY29" fmla="*/ 442795 h 616345"/>
                <a:gd name="connsiteX30" fmla="*/ 292214 w 2912392"/>
                <a:gd name="connsiteY30" fmla="*/ 443920 h 616345"/>
                <a:gd name="connsiteX31" fmla="*/ 301953 w 2912392"/>
                <a:gd name="connsiteY31" fmla="*/ 444967 h 616345"/>
                <a:gd name="connsiteX32" fmla="*/ 311694 w 2912392"/>
                <a:gd name="connsiteY32" fmla="*/ 445940 h 616345"/>
                <a:gd name="connsiteX33" fmla="*/ 321435 w 2912392"/>
                <a:gd name="connsiteY33" fmla="*/ 446843 h 616345"/>
                <a:gd name="connsiteX34" fmla="*/ 331175 w 2912392"/>
                <a:gd name="connsiteY34" fmla="*/ 447680 h 616345"/>
                <a:gd name="connsiteX35" fmla="*/ 340916 w 2912392"/>
                <a:gd name="connsiteY35" fmla="*/ 448456 h 616345"/>
                <a:gd name="connsiteX36" fmla="*/ 350656 w 2912392"/>
                <a:gd name="connsiteY36" fmla="*/ 449176 h 616345"/>
                <a:gd name="connsiteX37" fmla="*/ 360396 w 2912392"/>
                <a:gd name="connsiteY37" fmla="*/ 449842 h 616345"/>
                <a:gd name="connsiteX38" fmla="*/ 370137 w 2912392"/>
                <a:gd name="connsiteY38" fmla="*/ 450459 h 616345"/>
                <a:gd name="connsiteX39" fmla="*/ 379878 w 2912392"/>
                <a:gd name="connsiteY39" fmla="*/ 451029 h 616345"/>
                <a:gd name="connsiteX40" fmla="*/ 389617 w 2912392"/>
                <a:gd name="connsiteY40" fmla="*/ 451558 h 616345"/>
                <a:gd name="connsiteX41" fmla="*/ 399358 w 2912392"/>
                <a:gd name="connsiteY41" fmla="*/ 452050 h 616345"/>
                <a:gd name="connsiteX42" fmla="*/ 409099 w 2912392"/>
                <a:gd name="connsiteY42" fmla="*/ 452506 h 616345"/>
                <a:gd name="connsiteX43" fmla="*/ 418839 w 2912392"/>
                <a:gd name="connsiteY43" fmla="*/ 452932 h 616345"/>
                <a:gd name="connsiteX44" fmla="*/ 428580 w 2912392"/>
                <a:gd name="connsiteY44" fmla="*/ 453328 h 616345"/>
                <a:gd name="connsiteX45" fmla="*/ 438321 w 2912392"/>
                <a:gd name="connsiteY45" fmla="*/ 453701 h 616345"/>
                <a:gd name="connsiteX46" fmla="*/ 448060 w 2912392"/>
                <a:gd name="connsiteY46" fmla="*/ 454049 h 616345"/>
                <a:gd name="connsiteX47" fmla="*/ 457801 w 2912392"/>
                <a:gd name="connsiteY47" fmla="*/ 454377 h 616345"/>
                <a:gd name="connsiteX48" fmla="*/ 467542 w 2912392"/>
                <a:gd name="connsiteY48" fmla="*/ 454689 h 616345"/>
                <a:gd name="connsiteX49" fmla="*/ 477281 w 2912392"/>
                <a:gd name="connsiteY49" fmla="*/ 454982 h 616345"/>
                <a:gd name="connsiteX50" fmla="*/ 487022 w 2912392"/>
                <a:gd name="connsiteY50" fmla="*/ 455264 h 616345"/>
                <a:gd name="connsiteX51" fmla="*/ 496763 w 2912392"/>
                <a:gd name="connsiteY51" fmla="*/ 455532 h 616345"/>
                <a:gd name="connsiteX52" fmla="*/ 506503 w 2912392"/>
                <a:gd name="connsiteY52" fmla="*/ 455788 h 616345"/>
                <a:gd name="connsiteX53" fmla="*/ 516244 w 2912392"/>
                <a:gd name="connsiteY53" fmla="*/ 456036 h 616345"/>
                <a:gd name="connsiteX54" fmla="*/ 525985 w 2912392"/>
                <a:gd name="connsiteY54" fmla="*/ 456272 h 616345"/>
                <a:gd name="connsiteX55" fmla="*/ 535724 w 2912392"/>
                <a:gd name="connsiteY55" fmla="*/ 456502 h 616345"/>
                <a:gd name="connsiteX56" fmla="*/ 545465 w 2912392"/>
                <a:gd name="connsiteY56" fmla="*/ 456722 h 616345"/>
                <a:gd name="connsiteX57" fmla="*/ 555206 w 2912392"/>
                <a:gd name="connsiteY57" fmla="*/ 456935 h 616345"/>
                <a:gd name="connsiteX58" fmla="*/ 564946 w 2912392"/>
                <a:gd name="connsiteY58" fmla="*/ 457139 h 616345"/>
                <a:gd name="connsiteX59" fmla="*/ 574687 w 2912392"/>
                <a:gd name="connsiteY59" fmla="*/ 457336 h 616345"/>
                <a:gd name="connsiteX60" fmla="*/ 584428 w 2912392"/>
                <a:gd name="connsiteY60" fmla="*/ 457524 h 616345"/>
                <a:gd name="connsiteX61" fmla="*/ 594167 w 2912392"/>
                <a:gd name="connsiteY61" fmla="*/ 457701 h 616345"/>
                <a:gd name="connsiteX62" fmla="*/ 603908 w 2912392"/>
                <a:gd name="connsiteY62" fmla="*/ 457868 h 616345"/>
                <a:gd name="connsiteX63" fmla="*/ 613649 w 2912392"/>
                <a:gd name="connsiteY63" fmla="*/ 458023 h 616345"/>
                <a:gd name="connsiteX64" fmla="*/ 623388 w 2912392"/>
                <a:gd name="connsiteY64" fmla="*/ 458165 h 616345"/>
                <a:gd name="connsiteX65" fmla="*/ 633129 w 2912392"/>
                <a:gd name="connsiteY65" fmla="*/ 458291 h 616345"/>
                <a:gd name="connsiteX66" fmla="*/ 642870 w 2912392"/>
                <a:gd name="connsiteY66" fmla="*/ 458403 h 616345"/>
                <a:gd name="connsiteX67" fmla="*/ 652610 w 2912392"/>
                <a:gd name="connsiteY67" fmla="*/ 458495 h 616345"/>
                <a:gd name="connsiteX68" fmla="*/ 662351 w 2912392"/>
                <a:gd name="connsiteY68" fmla="*/ 458568 h 616345"/>
                <a:gd name="connsiteX69" fmla="*/ 672092 w 2912392"/>
                <a:gd name="connsiteY69" fmla="*/ 458620 h 616345"/>
                <a:gd name="connsiteX70" fmla="*/ 681831 w 2912392"/>
                <a:gd name="connsiteY70" fmla="*/ 458647 h 616345"/>
                <a:gd name="connsiteX71" fmla="*/ 691572 w 2912392"/>
                <a:gd name="connsiteY71" fmla="*/ 458649 h 616345"/>
                <a:gd name="connsiteX72" fmla="*/ 701313 w 2912392"/>
                <a:gd name="connsiteY72" fmla="*/ 458620 h 616345"/>
                <a:gd name="connsiteX73" fmla="*/ 711052 w 2912392"/>
                <a:gd name="connsiteY73" fmla="*/ 458562 h 616345"/>
                <a:gd name="connsiteX74" fmla="*/ 720793 w 2912392"/>
                <a:gd name="connsiteY74" fmla="*/ 458471 h 616345"/>
                <a:gd name="connsiteX75" fmla="*/ 730534 w 2912392"/>
                <a:gd name="connsiteY75" fmla="*/ 458345 h 616345"/>
                <a:gd name="connsiteX76" fmla="*/ 740274 w 2912392"/>
                <a:gd name="connsiteY76" fmla="*/ 458181 h 616345"/>
                <a:gd name="connsiteX77" fmla="*/ 750015 w 2912392"/>
                <a:gd name="connsiteY77" fmla="*/ 457975 h 616345"/>
                <a:gd name="connsiteX78" fmla="*/ 759756 w 2912392"/>
                <a:gd name="connsiteY78" fmla="*/ 457729 h 616345"/>
                <a:gd name="connsiteX79" fmla="*/ 769495 w 2912392"/>
                <a:gd name="connsiteY79" fmla="*/ 457437 h 616345"/>
                <a:gd name="connsiteX80" fmla="*/ 779236 w 2912392"/>
                <a:gd name="connsiteY80" fmla="*/ 457099 h 616345"/>
                <a:gd name="connsiteX81" fmla="*/ 788977 w 2912392"/>
                <a:gd name="connsiteY81" fmla="*/ 456712 h 616345"/>
                <a:gd name="connsiteX82" fmla="*/ 798717 w 2912392"/>
                <a:gd name="connsiteY82" fmla="*/ 456274 h 616345"/>
                <a:gd name="connsiteX83" fmla="*/ 808458 w 2912392"/>
                <a:gd name="connsiteY83" fmla="*/ 455782 h 616345"/>
                <a:gd name="connsiteX84" fmla="*/ 818199 w 2912392"/>
                <a:gd name="connsiteY84" fmla="*/ 455235 h 616345"/>
                <a:gd name="connsiteX85" fmla="*/ 827938 w 2912392"/>
                <a:gd name="connsiteY85" fmla="*/ 454632 h 616345"/>
                <a:gd name="connsiteX86" fmla="*/ 837679 w 2912392"/>
                <a:gd name="connsiteY86" fmla="*/ 453970 h 616345"/>
                <a:gd name="connsiteX87" fmla="*/ 847420 w 2912392"/>
                <a:gd name="connsiteY87" fmla="*/ 453249 h 616345"/>
                <a:gd name="connsiteX88" fmla="*/ 857159 w 2912392"/>
                <a:gd name="connsiteY88" fmla="*/ 452467 h 616345"/>
                <a:gd name="connsiteX89" fmla="*/ 866900 w 2912392"/>
                <a:gd name="connsiteY89" fmla="*/ 451624 h 616345"/>
                <a:gd name="connsiteX90" fmla="*/ 876641 w 2912392"/>
                <a:gd name="connsiteY90" fmla="*/ 450717 h 616345"/>
                <a:gd name="connsiteX91" fmla="*/ 886381 w 2912392"/>
                <a:gd name="connsiteY91" fmla="*/ 449744 h 616345"/>
                <a:gd name="connsiteX92" fmla="*/ 896122 w 2912392"/>
                <a:gd name="connsiteY92" fmla="*/ 448708 h 616345"/>
                <a:gd name="connsiteX93" fmla="*/ 905863 w 2912392"/>
                <a:gd name="connsiteY93" fmla="*/ 447606 h 616345"/>
                <a:gd name="connsiteX94" fmla="*/ 915602 w 2912392"/>
                <a:gd name="connsiteY94" fmla="*/ 446438 h 616345"/>
                <a:gd name="connsiteX95" fmla="*/ 925343 w 2912392"/>
                <a:gd name="connsiteY95" fmla="*/ 445202 h 616345"/>
                <a:gd name="connsiteX96" fmla="*/ 935084 w 2912392"/>
                <a:gd name="connsiteY96" fmla="*/ 443903 h 616345"/>
                <a:gd name="connsiteX97" fmla="*/ 944824 w 2912392"/>
                <a:gd name="connsiteY97" fmla="*/ 442535 h 616345"/>
                <a:gd name="connsiteX98" fmla="*/ 954564 w 2912392"/>
                <a:gd name="connsiteY98" fmla="*/ 441104 h 616345"/>
                <a:gd name="connsiteX99" fmla="*/ 964305 w 2912392"/>
                <a:gd name="connsiteY99" fmla="*/ 439605 h 616345"/>
                <a:gd name="connsiteX100" fmla="*/ 974045 w 2912392"/>
                <a:gd name="connsiteY100" fmla="*/ 438042 h 616345"/>
                <a:gd name="connsiteX101" fmla="*/ 983786 w 2912392"/>
                <a:gd name="connsiteY101" fmla="*/ 436413 h 616345"/>
                <a:gd name="connsiteX102" fmla="*/ 993522 w 2912392"/>
                <a:gd name="connsiteY102" fmla="*/ 434721 h 616345"/>
                <a:gd name="connsiteX103" fmla="*/ 1003266 w 2912392"/>
                <a:gd name="connsiteY103" fmla="*/ 432966 h 616345"/>
                <a:gd name="connsiteX104" fmla="*/ 1013010 w 2912392"/>
                <a:gd name="connsiteY104" fmla="*/ 431148 h 616345"/>
                <a:gd name="connsiteX105" fmla="*/ 1022754 w 2912392"/>
                <a:gd name="connsiteY105" fmla="*/ 429269 h 616345"/>
                <a:gd name="connsiteX106" fmla="*/ 1032483 w 2912392"/>
                <a:gd name="connsiteY106" fmla="*/ 427331 h 616345"/>
                <a:gd name="connsiteX107" fmla="*/ 1042227 w 2912392"/>
                <a:gd name="connsiteY107" fmla="*/ 425335 h 616345"/>
                <a:gd name="connsiteX108" fmla="*/ 1051971 w 2912392"/>
                <a:gd name="connsiteY108" fmla="*/ 423279 h 616345"/>
                <a:gd name="connsiteX109" fmla="*/ 1061715 w 2912392"/>
                <a:gd name="connsiteY109" fmla="*/ 421166 h 616345"/>
                <a:gd name="connsiteX110" fmla="*/ 1071444 w 2912392"/>
                <a:gd name="connsiteY110" fmla="*/ 419000 h 616345"/>
                <a:gd name="connsiteX111" fmla="*/ 1081188 w 2912392"/>
                <a:gd name="connsiteY111" fmla="*/ 416778 h 616345"/>
                <a:gd name="connsiteX112" fmla="*/ 1090932 w 2912392"/>
                <a:gd name="connsiteY112" fmla="*/ 414505 h 616345"/>
                <a:gd name="connsiteX113" fmla="*/ 1100676 w 2912392"/>
                <a:gd name="connsiteY113" fmla="*/ 412179 h 616345"/>
                <a:gd name="connsiteX114" fmla="*/ 1110405 w 2912392"/>
                <a:gd name="connsiteY114" fmla="*/ 409802 h 616345"/>
                <a:gd name="connsiteX115" fmla="*/ 1120149 w 2912392"/>
                <a:gd name="connsiteY115" fmla="*/ 407377 h 616345"/>
                <a:gd name="connsiteX116" fmla="*/ 1129893 w 2912392"/>
                <a:gd name="connsiteY116" fmla="*/ 404904 h 616345"/>
                <a:gd name="connsiteX117" fmla="*/ 1139637 w 2912392"/>
                <a:gd name="connsiteY117" fmla="*/ 402384 h 616345"/>
                <a:gd name="connsiteX118" fmla="*/ 1149381 w 2912392"/>
                <a:gd name="connsiteY118" fmla="*/ 399819 h 616345"/>
                <a:gd name="connsiteX119" fmla="*/ 1159110 w 2912392"/>
                <a:gd name="connsiteY119" fmla="*/ 397207 h 616345"/>
                <a:gd name="connsiteX120" fmla="*/ 1168854 w 2912392"/>
                <a:gd name="connsiteY120" fmla="*/ 394552 h 616345"/>
                <a:gd name="connsiteX121" fmla="*/ 1178598 w 2912392"/>
                <a:gd name="connsiteY121" fmla="*/ 391854 h 616345"/>
                <a:gd name="connsiteX122" fmla="*/ 1188341 w 2912392"/>
                <a:gd name="connsiteY122" fmla="*/ 389112 h 616345"/>
                <a:gd name="connsiteX123" fmla="*/ 1198070 w 2912392"/>
                <a:gd name="connsiteY123" fmla="*/ 386329 h 616345"/>
                <a:gd name="connsiteX124" fmla="*/ 1207814 w 2912392"/>
                <a:gd name="connsiteY124" fmla="*/ 383503 h 616345"/>
                <a:gd name="connsiteX125" fmla="*/ 1217558 w 2912392"/>
                <a:gd name="connsiteY125" fmla="*/ 380636 h 616345"/>
                <a:gd name="connsiteX126" fmla="*/ 1227302 w 2912392"/>
                <a:gd name="connsiteY126" fmla="*/ 377726 h 616345"/>
                <a:gd name="connsiteX127" fmla="*/ 1237031 w 2912392"/>
                <a:gd name="connsiteY127" fmla="*/ 374776 h 616345"/>
                <a:gd name="connsiteX128" fmla="*/ 1246775 w 2912392"/>
                <a:gd name="connsiteY128" fmla="*/ 371786 h 616345"/>
                <a:gd name="connsiteX129" fmla="*/ 1256519 w 2912392"/>
                <a:gd name="connsiteY129" fmla="*/ 368753 h 616345"/>
                <a:gd name="connsiteX130" fmla="*/ 1266263 w 2912392"/>
                <a:gd name="connsiteY130" fmla="*/ 365678 h 616345"/>
                <a:gd name="connsiteX131" fmla="*/ 1276007 w 2912392"/>
                <a:gd name="connsiteY131" fmla="*/ 362561 h 616345"/>
                <a:gd name="connsiteX132" fmla="*/ 1285736 w 2912392"/>
                <a:gd name="connsiteY132" fmla="*/ 359399 h 616345"/>
                <a:gd name="connsiteX133" fmla="*/ 1295480 w 2912392"/>
                <a:gd name="connsiteY133" fmla="*/ 356196 h 616345"/>
                <a:gd name="connsiteX134" fmla="*/ 1305224 w 2912392"/>
                <a:gd name="connsiteY134" fmla="*/ 352948 h 616345"/>
                <a:gd name="connsiteX135" fmla="*/ 1314968 w 2912392"/>
                <a:gd name="connsiteY135" fmla="*/ 349654 h 616345"/>
                <a:gd name="connsiteX136" fmla="*/ 1324697 w 2912392"/>
                <a:gd name="connsiteY136" fmla="*/ 346315 h 616345"/>
                <a:gd name="connsiteX137" fmla="*/ 1334441 w 2912392"/>
                <a:gd name="connsiteY137" fmla="*/ 342928 h 616345"/>
                <a:gd name="connsiteX138" fmla="*/ 1344185 w 2912392"/>
                <a:gd name="connsiteY138" fmla="*/ 339496 h 616345"/>
                <a:gd name="connsiteX139" fmla="*/ 1353929 w 2912392"/>
                <a:gd name="connsiteY139" fmla="*/ 336012 h 616345"/>
                <a:gd name="connsiteX140" fmla="*/ 1363658 w 2912392"/>
                <a:gd name="connsiteY140" fmla="*/ 332478 h 616345"/>
                <a:gd name="connsiteX141" fmla="*/ 1373402 w 2912392"/>
                <a:gd name="connsiteY141" fmla="*/ 328894 h 616345"/>
                <a:gd name="connsiteX142" fmla="*/ 1383146 w 2912392"/>
                <a:gd name="connsiteY142" fmla="*/ 325257 h 616345"/>
                <a:gd name="connsiteX143" fmla="*/ 1392890 w 2912392"/>
                <a:gd name="connsiteY143" fmla="*/ 321568 h 616345"/>
                <a:gd name="connsiteX144" fmla="*/ 1402619 w 2912392"/>
                <a:gd name="connsiteY144" fmla="*/ 317824 h 616345"/>
                <a:gd name="connsiteX145" fmla="*/ 1412363 w 2912392"/>
                <a:gd name="connsiteY145" fmla="*/ 314023 h 616345"/>
                <a:gd name="connsiteX146" fmla="*/ 1422106 w 2912392"/>
                <a:gd name="connsiteY146" fmla="*/ 310167 h 616345"/>
                <a:gd name="connsiteX147" fmla="*/ 1431850 w 2912392"/>
                <a:gd name="connsiteY147" fmla="*/ 306255 h 616345"/>
                <a:gd name="connsiteX148" fmla="*/ 1441594 w 2912392"/>
                <a:gd name="connsiteY148" fmla="*/ 302282 h 616345"/>
                <a:gd name="connsiteX149" fmla="*/ 1451323 w 2912392"/>
                <a:gd name="connsiteY149" fmla="*/ 298254 h 616345"/>
                <a:gd name="connsiteX150" fmla="*/ 1461067 w 2912392"/>
                <a:gd name="connsiteY150" fmla="*/ 294164 h 616345"/>
                <a:gd name="connsiteX151" fmla="*/ 1470811 w 2912392"/>
                <a:gd name="connsiteY151" fmla="*/ 290016 h 616345"/>
                <a:gd name="connsiteX152" fmla="*/ 1480555 w 2912392"/>
                <a:gd name="connsiteY152" fmla="*/ 285809 h 616345"/>
                <a:gd name="connsiteX153" fmla="*/ 1490284 w 2912392"/>
                <a:gd name="connsiteY153" fmla="*/ 281540 h 616345"/>
                <a:gd name="connsiteX154" fmla="*/ 1500028 w 2912392"/>
                <a:gd name="connsiteY154" fmla="*/ 277213 h 616345"/>
                <a:gd name="connsiteX155" fmla="*/ 1509772 w 2912392"/>
                <a:gd name="connsiteY155" fmla="*/ 272827 h 616345"/>
                <a:gd name="connsiteX156" fmla="*/ 1519516 w 2912392"/>
                <a:gd name="connsiteY156" fmla="*/ 268383 h 616345"/>
                <a:gd name="connsiteX157" fmla="*/ 1529245 w 2912392"/>
                <a:gd name="connsiteY157" fmla="*/ 263879 h 616345"/>
                <a:gd name="connsiteX158" fmla="*/ 1538989 w 2912392"/>
                <a:gd name="connsiteY158" fmla="*/ 259320 h 616345"/>
                <a:gd name="connsiteX159" fmla="*/ 1548733 w 2912392"/>
                <a:gd name="connsiteY159" fmla="*/ 254704 h 616345"/>
                <a:gd name="connsiteX160" fmla="*/ 1558477 w 2912392"/>
                <a:gd name="connsiteY160" fmla="*/ 250033 h 616345"/>
                <a:gd name="connsiteX161" fmla="*/ 1568221 w 2912392"/>
                <a:gd name="connsiteY161" fmla="*/ 245310 h 616345"/>
                <a:gd name="connsiteX162" fmla="*/ 1577950 w 2912392"/>
                <a:gd name="connsiteY162" fmla="*/ 240537 h 616345"/>
                <a:gd name="connsiteX163" fmla="*/ 1587694 w 2912392"/>
                <a:gd name="connsiteY163" fmla="*/ 235714 h 616345"/>
                <a:gd name="connsiteX164" fmla="*/ 1597438 w 2912392"/>
                <a:gd name="connsiteY164" fmla="*/ 230845 h 616345"/>
                <a:gd name="connsiteX165" fmla="*/ 1607182 w 2912392"/>
                <a:gd name="connsiteY165" fmla="*/ 225933 h 616345"/>
                <a:gd name="connsiteX166" fmla="*/ 1616911 w 2912392"/>
                <a:gd name="connsiteY166" fmla="*/ 220979 h 616345"/>
                <a:gd name="connsiteX167" fmla="*/ 1626655 w 2912392"/>
                <a:gd name="connsiteY167" fmla="*/ 215988 h 616345"/>
                <a:gd name="connsiteX168" fmla="*/ 1636399 w 2912392"/>
                <a:gd name="connsiteY168" fmla="*/ 210962 h 616345"/>
                <a:gd name="connsiteX169" fmla="*/ 1646142 w 2912392"/>
                <a:gd name="connsiteY169" fmla="*/ 205905 h 616345"/>
                <a:gd name="connsiteX170" fmla="*/ 1655872 w 2912392"/>
                <a:gd name="connsiteY170" fmla="*/ 200822 h 616345"/>
                <a:gd name="connsiteX171" fmla="*/ 1665616 w 2912392"/>
                <a:gd name="connsiteY171" fmla="*/ 195715 h 616345"/>
                <a:gd name="connsiteX172" fmla="*/ 1675359 w 2912392"/>
                <a:gd name="connsiteY172" fmla="*/ 190588 h 616345"/>
                <a:gd name="connsiteX173" fmla="*/ 1685103 w 2912392"/>
                <a:gd name="connsiteY173" fmla="*/ 185446 h 616345"/>
                <a:gd name="connsiteX174" fmla="*/ 1694832 w 2912392"/>
                <a:gd name="connsiteY174" fmla="*/ 180296 h 616345"/>
                <a:gd name="connsiteX175" fmla="*/ 1704576 w 2912392"/>
                <a:gd name="connsiteY175" fmla="*/ 175138 h 616345"/>
                <a:gd name="connsiteX176" fmla="*/ 1714320 w 2912392"/>
                <a:gd name="connsiteY176" fmla="*/ 169980 h 616345"/>
                <a:gd name="connsiteX177" fmla="*/ 1724064 w 2912392"/>
                <a:gd name="connsiteY177" fmla="*/ 164824 h 616345"/>
                <a:gd name="connsiteX178" fmla="*/ 1733808 w 2912392"/>
                <a:gd name="connsiteY178" fmla="*/ 159677 h 616345"/>
                <a:gd name="connsiteX179" fmla="*/ 1743537 w 2912392"/>
                <a:gd name="connsiteY179" fmla="*/ 154544 h 616345"/>
                <a:gd name="connsiteX180" fmla="*/ 1753281 w 2912392"/>
                <a:gd name="connsiteY180" fmla="*/ 149429 h 616345"/>
                <a:gd name="connsiteX181" fmla="*/ 1763025 w 2912392"/>
                <a:gd name="connsiteY181" fmla="*/ 144338 h 616345"/>
                <a:gd name="connsiteX182" fmla="*/ 1772769 w 2912392"/>
                <a:gd name="connsiteY182" fmla="*/ 139276 h 616345"/>
                <a:gd name="connsiteX183" fmla="*/ 1782498 w 2912392"/>
                <a:gd name="connsiteY183" fmla="*/ 134246 h 616345"/>
                <a:gd name="connsiteX184" fmla="*/ 1792242 w 2912392"/>
                <a:gd name="connsiteY184" fmla="*/ 129256 h 616345"/>
                <a:gd name="connsiteX185" fmla="*/ 1801986 w 2912392"/>
                <a:gd name="connsiteY185" fmla="*/ 124308 h 616345"/>
                <a:gd name="connsiteX186" fmla="*/ 1811730 w 2912392"/>
                <a:gd name="connsiteY186" fmla="*/ 119409 h 616345"/>
                <a:gd name="connsiteX187" fmla="*/ 1821459 w 2912392"/>
                <a:gd name="connsiteY187" fmla="*/ 114564 h 616345"/>
                <a:gd name="connsiteX188" fmla="*/ 1831203 w 2912392"/>
                <a:gd name="connsiteY188" fmla="*/ 109777 h 616345"/>
                <a:gd name="connsiteX189" fmla="*/ 1840947 w 2912392"/>
                <a:gd name="connsiteY189" fmla="*/ 105053 h 616345"/>
                <a:gd name="connsiteX190" fmla="*/ 1850691 w 2912392"/>
                <a:gd name="connsiteY190" fmla="*/ 100395 h 616345"/>
                <a:gd name="connsiteX191" fmla="*/ 1860435 w 2912392"/>
                <a:gd name="connsiteY191" fmla="*/ 95811 h 616345"/>
                <a:gd name="connsiteX192" fmla="*/ 1870164 w 2912392"/>
                <a:gd name="connsiteY192" fmla="*/ 91299 h 616345"/>
                <a:gd name="connsiteX193" fmla="*/ 1879908 w 2912392"/>
                <a:gd name="connsiteY193" fmla="*/ 86870 h 616345"/>
                <a:gd name="connsiteX194" fmla="*/ 1889652 w 2912392"/>
                <a:gd name="connsiteY194" fmla="*/ 82522 h 616345"/>
                <a:gd name="connsiteX195" fmla="*/ 1899395 w 2912392"/>
                <a:gd name="connsiteY195" fmla="*/ 78263 h 616345"/>
                <a:gd name="connsiteX196" fmla="*/ 1909124 w 2912392"/>
                <a:gd name="connsiteY196" fmla="*/ 74094 h 616345"/>
                <a:gd name="connsiteX197" fmla="*/ 1918868 w 2912392"/>
                <a:gd name="connsiteY197" fmla="*/ 70018 h 616345"/>
                <a:gd name="connsiteX198" fmla="*/ 1928612 w 2912392"/>
                <a:gd name="connsiteY198" fmla="*/ 66040 h 616345"/>
                <a:gd name="connsiteX199" fmla="*/ 1938356 w 2912392"/>
                <a:gd name="connsiteY199" fmla="*/ 62162 h 616345"/>
                <a:gd name="connsiteX200" fmla="*/ 1948085 w 2912392"/>
                <a:gd name="connsiteY200" fmla="*/ 58385 h 616345"/>
                <a:gd name="connsiteX201" fmla="*/ 1957829 w 2912392"/>
                <a:gd name="connsiteY201" fmla="*/ 54712 h 616345"/>
                <a:gd name="connsiteX202" fmla="*/ 1967573 w 2912392"/>
                <a:gd name="connsiteY202" fmla="*/ 51148 h 616345"/>
                <a:gd name="connsiteX203" fmla="*/ 1977317 w 2912392"/>
                <a:gd name="connsiteY203" fmla="*/ 47693 h 616345"/>
                <a:gd name="connsiteX204" fmla="*/ 1987046 w 2912392"/>
                <a:gd name="connsiteY204" fmla="*/ 44348 h 616345"/>
                <a:gd name="connsiteX205" fmla="*/ 1996790 w 2912392"/>
                <a:gd name="connsiteY205" fmla="*/ 41115 h 616345"/>
                <a:gd name="connsiteX206" fmla="*/ 2006534 w 2912392"/>
                <a:gd name="connsiteY206" fmla="*/ 37998 h 616345"/>
                <a:gd name="connsiteX207" fmla="*/ 2016278 w 2912392"/>
                <a:gd name="connsiteY207" fmla="*/ 34995 h 616345"/>
                <a:gd name="connsiteX208" fmla="*/ 2026022 w 2912392"/>
                <a:gd name="connsiteY208" fmla="*/ 32109 h 616345"/>
                <a:gd name="connsiteX209" fmla="*/ 2035751 w 2912392"/>
                <a:gd name="connsiteY209" fmla="*/ 29341 h 616345"/>
                <a:gd name="connsiteX210" fmla="*/ 2045495 w 2912392"/>
                <a:gd name="connsiteY210" fmla="*/ 26692 h 616345"/>
                <a:gd name="connsiteX211" fmla="*/ 2055239 w 2912392"/>
                <a:gd name="connsiteY211" fmla="*/ 24162 h 616345"/>
                <a:gd name="connsiteX212" fmla="*/ 2064983 w 2912392"/>
                <a:gd name="connsiteY212" fmla="*/ 21753 h 616345"/>
                <a:gd name="connsiteX213" fmla="*/ 2074712 w 2912392"/>
                <a:gd name="connsiteY213" fmla="*/ 19464 h 616345"/>
                <a:gd name="connsiteX214" fmla="*/ 2084456 w 2912392"/>
                <a:gd name="connsiteY214" fmla="*/ 17296 h 616345"/>
                <a:gd name="connsiteX215" fmla="*/ 2094200 w 2912392"/>
                <a:gd name="connsiteY215" fmla="*/ 15252 h 616345"/>
                <a:gd name="connsiteX216" fmla="*/ 2103944 w 2912392"/>
                <a:gd name="connsiteY216" fmla="*/ 13332 h 616345"/>
                <a:gd name="connsiteX217" fmla="*/ 2113673 w 2912392"/>
                <a:gd name="connsiteY217" fmla="*/ 11535 h 616345"/>
                <a:gd name="connsiteX218" fmla="*/ 2123417 w 2912392"/>
                <a:gd name="connsiteY218" fmla="*/ 9863 h 616345"/>
                <a:gd name="connsiteX219" fmla="*/ 2133161 w 2912392"/>
                <a:gd name="connsiteY219" fmla="*/ 8317 h 616345"/>
                <a:gd name="connsiteX220" fmla="*/ 2142905 w 2912392"/>
                <a:gd name="connsiteY220" fmla="*/ 6897 h 616345"/>
                <a:gd name="connsiteX221" fmla="*/ 2152649 w 2912392"/>
                <a:gd name="connsiteY221" fmla="*/ 5605 h 616345"/>
                <a:gd name="connsiteX222" fmla="*/ 2162377 w 2912392"/>
                <a:gd name="connsiteY222" fmla="*/ 4443 h 616345"/>
                <a:gd name="connsiteX223" fmla="*/ 2172121 w 2912392"/>
                <a:gd name="connsiteY223" fmla="*/ 3410 h 616345"/>
                <a:gd name="connsiteX224" fmla="*/ 2181865 w 2912392"/>
                <a:gd name="connsiteY224" fmla="*/ 2509 h 616345"/>
                <a:gd name="connsiteX225" fmla="*/ 2191609 w 2912392"/>
                <a:gd name="connsiteY225" fmla="*/ 1743 h 616345"/>
                <a:gd name="connsiteX226" fmla="*/ 2201338 w 2912392"/>
                <a:gd name="connsiteY226" fmla="*/ 1113 h 616345"/>
                <a:gd name="connsiteX227" fmla="*/ 2211082 w 2912392"/>
                <a:gd name="connsiteY227" fmla="*/ 621 h 616345"/>
                <a:gd name="connsiteX228" fmla="*/ 2220826 w 2912392"/>
                <a:gd name="connsiteY228" fmla="*/ 270 h 616345"/>
                <a:gd name="connsiteX229" fmla="*/ 2230570 w 2912392"/>
                <a:gd name="connsiteY229" fmla="*/ 61 h 616345"/>
                <a:gd name="connsiteX230" fmla="*/ 2240299 w 2912392"/>
                <a:gd name="connsiteY230" fmla="*/ 0 h 616345"/>
                <a:gd name="connsiteX231" fmla="*/ 2250043 w 2912392"/>
                <a:gd name="connsiteY231" fmla="*/ 88 h 616345"/>
                <a:gd name="connsiteX232" fmla="*/ 2259787 w 2912392"/>
                <a:gd name="connsiteY232" fmla="*/ 331 h 616345"/>
                <a:gd name="connsiteX233" fmla="*/ 2269531 w 2912392"/>
                <a:gd name="connsiteY233" fmla="*/ 730 h 616345"/>
                <a:gd name="connsiteX234" fmla="*/ 2279260 w 2912392"/>
                <a:gd name="connsiteY234" fmla="*/ 1290 h 616345"/>
                <a:gd name="connsiteX235" fmla="*/ 2289004 w 2912392"/>
                <a:gd name="connsiteY235" fmla="*/ 2019 h 616345"/>
                <a:gd name="connsiteX236" fmla="*/ 2298748 w 2912392"/>
                <a:gd name="connsiteY236" fmla="*/ 2917 h 616345"/>
                <a:gd name="connsiteX237" fmla="*/ 2308492 w 2912392"/>
                <a:gd name="connsiteY237" fmla="*/ 3991 h 616345"/>
                <a:gd name="connsiteX238" fmla="*/ 2318236 w 2912392"/>
                <a:gd name="connsiteY238" fmla="*/ 5247 h 616345"/>
                <a:gd name="connsiteX239" fmla="*/ 2327965 w 2912392"/>
                <a:gd name="connsiteY239" fmla="*/ 6691 h 616345"/>
                <a:gd name="connsiteX240" fmla="*/ 2337709 w 2912392"/>
                <a:gd name="connsiteY240" fmla="*/ 8329 h 616345"/>
                <a:gd name="connsiteX241" fmla="*/ 2347453 w 2912392"/>
                <a:gd name="connsiteY241" fmla="*/ 10166 h 616345"/>
                <a:gd name="connsiteX242" fmla="*/ 2357197 w 2912392"/>
                <a:gd name="connsiteY242" fmla="*/ 12208 h 616345"/>
                <a:gd name="connsiteX243" fmla="*/ 2366926 w 2912392"/>
                <a:gd name="connsiteY243" fmla="*/ 14462 h 616345"/>
                <a:gd name="connsiteX244" fmla="*/ 2376670 w 2912392"/>
                <a:gd name="connsiteY244" fmla="*/ 16939 h 616345"/>
                <a:gd name="connsiteX245" fmla="*/ 2386413 w 2912392"/>
                <a:gd name="connsiteY245" fmla="*/ 19640 h 616345"/>
                <a:gd name="connsiteX246" fmla="*/ 2396157 w 2912392"/>
                <a:gd name="connsiteY246" fmla="*/ 22575 h 616345"/>
                <a:gd name="connsiteX247" fmla="*/ 2405886 w 2912392"/>
                <a:gd name="connsiteY247" fmla="*/ 25751 h 616345"/>
                <a:gd name="connsiteX248" fmla="*/ 2415630 w 2912392"/>
                <a:gd name="connsiteY248" fmla="*/ 29177 h 616345"/>
                <a:gd name="connsiteX249" fmla="*/ 2425374 w 2912392"/>
                <a:gd name="connsiteY249" fmla="*/ 32858 h 616345"/>
                <a:gd name="connsiteX250" fmla="*/ 2435118 w 2912392"/>
                <a:gd name="connsiteY250" fmla="*/ 36803 h 616345"/>
                <a:gd name="connsiteX251" fmla="*/ 2444862 w 2912392"/>
                <a:gd name="connsiteY251" fmla="*/ 41020 h 616345"/>
                <a:gd name="connsiteX252" fmla="*/ 2454591 w 2912392"/>
                <a:gd name="connsiteY252" fmla="*/ 45515 h 616345"/>
                <a:gd name="connsiteX253" fmla="*/ 2464335 w 2912392"/>
                <a:gd name="connsiteY253" fmla="*/ 50296 h 616345"/>
                <a:gd name="connsiteX254" fmla="*/ 2474079 w 2912392"/>
                <a:gd name="connsiteY254" fmla="*/ 55371 h 616345"/>
                <a:gd name="connsiteX255" fmla="*/ 2483823 w 2912392"/>
                <a:gd name="connsiteY255" fmla="*/ 60746 h 616345"/>
                <a:gd name="connsiteX256" fmla="*/ 2493552 w 2912392"/>
                <a:gd name="connsiteY256" fmla="*/ 66429 h 616345"/>
                <a:gd name="connsiteX257" fmla="*/ 2503296 w 2912392"/>
                <a:gd name="connsiteY257" fmla="*/ 72424 h 616345"/>
                <a:gd name="connsiteX258" fmla="*/ 2513040 w 2912392"/>
                <a:gd name="connsiteY258" fmla="*/ 78741 h 616345"/>
                <a:gd name="connsiteX259" fmla="*/ 2522784 w 2912392"/>
                <a:gd name="connsiteY259" fmla="*/ 85386 h 616345"/>
                <a:gd name="connsiteX260" fmla="*/ 2532513 w 2912392"/>
                <a:gd name="connsiteY260" fmla="*/ 92362 h 616345"/>
                <a:gd name="connsiteX261" fmla="*/ 2542257 w 2912392"/>
                <a:gd name="connsiteY261" fmla="*/ 99677 h 616345"/>
                <a:gd name="connsiteX262" fmla="*/ 2552001 w 2912392"/>
                <a:gd name="connsiteY262" fmla="*/ 107334 h 616345"/>
                <a:gd name="connsiteX263" fmla="*/ 2561745 w 2912392"/>
                <a:gd name="connsiteY263" fmla="*/ 115338 h 616345"/>
                <a:gd name="connsiteX264" fmla="*/ 2571474 w 2912392"/>
                <a:gd name="connsiteY264" fmla="*/ 123694 h 616345"/>
                <a:gd name="connsiteX265" fmla="*/ 2581218 w 2912392"/>
                <a:gd name="connsiteY265" fmla="*/ 132404 h 616345"/>
                <a:gd name="connsiteX266" fmla="*/ 2590962 w 2912392"/>
                <a:gd name="connsiteY266" fmla="*/ 141472 h 616345"/>
                <a:gd name="connsiteX267" fmla="*/ 2600705 w 2912392"/>
                <a:gd name="connsiteY267" fmla="*/ 150900 h 616345"/>
                <a:gd name="connsiteX268" fmla="*/ 2610449 w 2912392"/>
                <a:gd name="connsiteY268" fmla="*/ 160688 h 616345"/>
                <a:gd name="connsiteX269" fmla="*/ 2620178 w 2912392"/>
                <a:gd name="connsiteY269" fmla="*/ 170839 h 616345"/>
                <a:gd name="connsiteX270" fmla="*/ 2629922 w 2912392"/>
                <a:gd name="connsiteY270" fmla="*/ 181353 h 616345"/>
                <a:gd name="connsiteX271" fmla="*/ 2639666 w 2912392"/>
                <a:gd name="connsiteY271" fmla="*/ 192228 h 616345"/>
                <a:gd name="connsiteX272" fmla="*/ 2649410 w 2912392"/>
                <a:gd name="connsiteY272" fmla="*/ 203463 h 616345"/>
                <a:gd name="connsiteX273" fmla="*/ 2659139 w 2912392"/>
                <a:gd name="connsiteY273" fmla="*/ 215058 h 616345"/>
                <a:gd name="connsiteX274" fmla="*/ 2668883 w 2912392"/>
                <a:gd name="connsiteY274" fmla="*/ 227008 h 616345"/>
                <a:gd name="connsiteX275" fmla="*/ 2678627 w 2912392"/>
                <a:gd name="connsiteY275" fmla="*/ 239310 h 616345"/>
                <a:gd name="connsiteX276" fmla="*/ 2688371 w 2912392"/>
                <a:gd name="connsiteY276" fmla="*/ 251961 h 616345"/>
                <a:gd name="connsiteX277" fmla="*/ 2698100 w 2912392"/>
                <a:gd name="connsiteY277" fmla="*/ 264953 h 616345"/>
                <a:gd name="connsiteX278" fmla="*/ 2707844 w 2912392"/>
                <a:gd name="connsiteY278" fmla="*/ 278282 h 616345"/>
                <a:gd name="connsiteX279" fmla="*/ 2717588 w 2912392"/>
                <a:gd name="connsiteY279" fmla="*/ 291938 h 616345"/>
                <a:gd name="connsiteX280" fmla="*/ 2727332 w 2912392"/>
                <a:gd name="connsiteY280" fmla="*/ 305918 h 616345"/>
                <a:gd name="connsiteX281" fmla="*/ 2737076 w 2912392"/>
                <a:gd name="connsiteY281" fmla="*/ 320209 h 616345"/>
                <a:gd name="connsiteX282" fmla="*/ 2746805 w 2912392"/>
                <a:gd name="connsiteY282" fmla="*/ 334803 h 616345"/>
                <a:gd name="connsiteX283" fmla="*/ 2756549 w 2912392"/>
                <a:gd name="connsiteY283" fmla="*/ 349691 h 616345"/>
                <a:gd name="connsiteX284" fmla="*/ 2766293 w 2912392"/>
                <a:gd name="connsiteY284" fmla="*/ 364860 h 616345"/>
                <a:gd name="connsiteX285" fmla="*/ 2776037 w 2912392"/>
                <a:gd name="connsiteY285" fmla="*/ 380298 h 616345"/>
                <a:gd name="connsiteX286" fmla="*/ 2785766 w 2912392"/>
                <a:gd name="connsiteY286" fmla="*/ 395994 h 616345"/>
                <a:gd name="connsiteX287" fmla="*/ 2795510 w 2912392"/>
                <a:gd name="connsiteY287" fmla="*/ 411933 h 616345"/>
                <a:gd name="connsiteX288" fmla="*/ 2805254 w 2912392"/>
                <a:gd name="connsiteY288" fmla="*/ 428101 h 616345"/>
                <a:gd name="connsiteX289" fmla="*/ 2814998 w 2912392"/>
                <a:gd name="connsiteY289" fmla="*/ 444484 h 616345"/>
                <a:gd name="connsiteX290" fmla="*/ 2824727 w 2912392"/>
                <a:gd name="connsiteY290" fmla="*/ 461065 h 616345"/>
                <a:gd name="connsiteX291" fmla="*/ 2834471 w 2912392"/>
                <a:gd name="connsiteY291" fmla="*/ 477828 h 616345"/>
                <a:gd name="connsiteX292" fmla="*/ 2844215 w 2912392"/>
                <a:gd name="connsiteY292" fmla="*/ 494756 h 616345"/>
                <a:gd name="connsiteX293" fmla="*/ 2853958 w 2912392"/>
                <a:gd name="connsiteY293" fmla="*/ 511834 h 616345"/>
                <a:gd name="connsiteX294" fmla="*/ 2863687 w 2912392"/>
                <a:gd name="connsiteY294" fmla="*/ 529039 h 616345"/>
                <a:gd name="connsiteX295" fmla="*/ 2873431 w 2912392"/>
                <a:gd name="connsiteY295" fmla="*/ 546356 h 616345"/>
                <a:gd name="connsiteX296" fmla="*/ 2883175 w 2912392"/>
                <a:gd name="connsiteY296" fmla="*/ 563766 h 616345"/>
                <a:gd name="connsiteX297" fmla="*/ 2892919 w 2912392"/>
                <a:gd name="connsiteY297" fmla="*/ 581247 h 616345"/>
                <a:gd name="connsiteX298" fmla="*/ 2902663 w 2912392"/>
                <a:gd name="connsiteY298" fmla="*/ 598780 h 616345"/>
                <a:gd name="connsiteX299" fmla="*/ 2912392 w 2912392"/>
                <a:gd name="connsiteY299" fmla="*/ 616346 h 616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16345">
                  <a:moveTo>
                    <a:pt x="0" y="361765"/>
                  </a:moveTo>
                  <a:lnTo>
                    <a:pt x="9739" y="366330"/>
                  </a:lnTo>
                  <a:lnTo>
                    <a:pt x="19480" y="370772"/>
                  </a:lnTo>
                  <a:lnTo>
                    <a:pt x="29221" y="375088"/>
                  </a:lnTo>
                  <a:lnTo>
                    <a:pt x="38961" y="379276"/>
                  </a:lnTo>
                  <a:lnTo>
                    <a:pt x="48702" y="383336"/>
                  </a:lnTo>
                  <a:lnTo>
                    <a:pt x="58443" y="387265"/>
                  </a:lnTo>
                  <a:lnTo>
                    <a:pt x="68182" y="391063"/>
                  </a:lnTo>
                  <a:lnTo>
                    <a:pt x="77923" y="394726"/>
                  </a:lnTo>
                  <a:lnTo>
                    <a:pt x="87664" y="398257"/>
                  </a:lnTo>
                  <a:lnTo>
                    <a:pt x="97404" y="401656"/>
                  </a:lnTo>
                  <a:lnTo>
                    <a:pt x="107145" y="404920"/>
                  </a:lnTo>
                  <a:lnTo>
                    <a:pt x="116886" y="408053"/>
                  </a:lnTo>
                  <a:lnTo>
                    <a:pt x="126625" y="411052"/>
                  </a:lnTo>
                  <a:lnTo>
                    <a:pt x="136366" y="413922"/>
                  </a:lnTo>
                  <a:lnTo>
                    <a:pt x="146107" y="416662"/>
                  </a:lnTo>
                  <a:lnTo>
                    <a:pt x="155846" y="419274"/>
                  </a:lnTo>
                  <a:lnTo>
                    <a:pt x="165587" y="421760"/>
                  </a:lnTo>
                  <a:lnTo>
                    <a:pt x="175328" y="424123"/>
                  </a:lnTo>
                  <a:lnTo>
                    <a:pt x="185068" y="426364"/>
                  </a:lnTo>
                  <a:lnTo>
                    <a:pt x="194809" y="428487"/>
                  </a:lnTo>
                  <a:lnTo>
                    <a:pt x="204550" y="430494"/>
                  </a:lnTo>
                  <a:lnTo>
                    <a:pt x="214289" y="432389"/>
                  </a:lnTo>
                  <a:lnTo>
                    <a:pt x="224030" y="434174"/>
                  </a:lnTo>
                  <a:lnTo>
                    <a:pt x="233771" y="435853"/>
                  </a:lnTo>
                  <a:lnTo>
                    <a:pt x="243510" y="437431"/>
                  </a:lnTo>
                  <a:lnTo>
                    <a:pt x="253251" y="438909"/>
                  </a:lnTo>
                  <a:lnTo>
                    <a:pt x="262992" y="440293"/>
                  </a:lnTo>
                  <a:lnTo>
                    <a:pt x="272732" y="441588"/>
                  </a:lnTo>
                  <a:lnTo>
                    <a:pt x="282473" y="442795"/>
                  </a:lnTo>
                  <a:lnTo>
                    <a:pt x="292214" y="443920"/>
                  </a:lnTo>
                  <a:lnTo>
                    <a:pt x="301953" y="444967"/>
                  </a:lnTo>
                  <a:lnTo>
                    <a:pt x="311694" y="445940"/>
                  </a:lnTo>
                  <a:lnTo>
                    <a:pt x="321435" y="446843"/>
                  </a:lnTo>
                  <a:lnTo>
                    <a:pt x="331175" y="447680"/>
                  </a:lnTo>
                  <a:lnTo>
                    <a:pt x="340916" y="448456"/>
                  </a:lnTo>
                  <a:lnTo>
                    <a:pt x="350656" y="449176"/>
                  </a:lnTo>
                  <a:lnTo>
                    <a:pt x="360396" y="449842"/>
                  </a:lnTo>
                  <a:lnTo>
                    <a:pt x="370137" y="450459"/>
                  </a:lnTo>
                  <a:lnTo>
                    <a:pt x="379878" y="451029"/>
                  </a:lnTo>
                  <a:lnTo>
                    <a:pt x="389617" y="451558"/>
                  </a:lnTo>
                  <a:lnTo>
                    <a:pt x="399358" y="452050"/>
                  </a:lnTo>
                  <a:lnTo>
                    <a:pt x="409099" y="452506"/>
                  </a:lnTo>
                  <a:lnTo>
                    <a:pt x="418839" y="452932"/>
                  </a:lnTo>
                  <a:lnTo>
                    <a:pt x="428580" y="453328"/>
                  </a:lnTo>
                  <a:lnTo>
                    <a:pt x="438321" y="453701"/>
                  </a:lnTo>
                  <a:lnTo>
                    <a:pt x="448060" y="454049"/>
                  </a:lnTo>
                  <a:lnTo>
                    <a:pt x="457801" y="454377"/>
                  </a:lnTo>
                  <a:lnTo>
                    <a:pt x="467542" y="454689"/>
                  </a:lnTo>
                  <a:lnTo>
                    <a:pt x="477281" y="454982"/>
                  </a:lnTo>
                  <a:lnTo>
                    <a:pt x="487022" y="455264"/>
                  </a:lnTo>
                  <a:lnTo>
                    <a:pt x="496763" y="455532"/>
                  </a:lnTo>
                  <a:lnTo>
                    <a:pt x="506503" y="455788"/>
                  </a:lnTo>
                  <a:lnTo>
                    <a:pt x="516244" y="456036"/>
                  </a:lnTo>
                  <a:lnTo>
                    <a:pt x="525985" y="456272"/>
                  </a:lnTo>
                  <a:lnTo>
                    <a:pt x="535724" y="456502"/>
                  </a:lnTo>
                  <a:lnTo>
                    <a:pt x="545465" y="456722"/>
                  </a:lnTo>
                  <a:lnTo>
                    <a:pt x="555206" y="456935"/>
                  </a:lnTo>
                  <a:lnTo>
                    <a:pt x="564946" y="457139"/>
                  </a:lnTo>
                  <a:lnTo>
                    <a:pt x="574687" y="457336"/>
                  </a:lnTo>
                  <a:lnTo>
                    <a:pt x="584428" y="457524"/>
                  </a:lnTo>
                  <a:lnTo>
                    <a:pt x="594167" y="457701"/>
                  </a:lnTo>
                  <a:lnTo>
                    <a:pt x="603908" y="457868"/>
                  </a:lnTo>
                  <a:lnTo>
                    <a:pt x="613649" y="458023"/>
                  </a:lnTo>
                  <a:lnTo>
                    <a:pt x="623388" y="458165"/>
                  </a:lnTo>
                  <a:lnTo>
                    <a:pt x="633129" y="458291"/>
                  </a:lnTo>
                  <a:lnTo>
                    <a:pt x="642870" y="458403"/>
                  </a:lnTo>
                  <a:lnTo>
                    <a:pt x="652610" y="458495"/>
                  </a:lnTo>
                  <a:lnTo>
                    <a:pt x="662351" y="458568"/>
                  </a:lnTo>
                  <a:lnTo>
                    <a:pt x="672092" y="458620"/>
                  </a:lnTo>
                  <a:lnTo>
                    <a:pt x="681831" y="458647"/>
                  </a:lnTo>
                  <a:lnTo>
                    <a:pt x="691572" y="458649"/>
                  </a:lnTo>
                  <a:lnTo>
                    <a:pt x="701313" y="458620"/>
                  </a:lnTo>
                  <a:lnTo>
                    <a:pt x="711052" y="458562"/>
                  </a:lnTo>
                  <a:lnTo>
                    <a:pt x="720793" y="458471"/>
                  </a:lnTo>
                  <a:lnTo>
                    <a:pt x="730534" y="458345"/>
                  </a:lnTo>
                  <a:lnTo>
                    <a:pt x="740274" y="458181"/>
                  </a:lnTo>
                  <a:lnTo>
                    <a:pt x="750015" y="457975"/>
                  </a:lnTo>
                  <a:lnTo>
                    <a:pt x="759756" y="457729"/>
                  </a:lnTo>
                  <a:lnTo>
                    <a:pt x="769495" y="457437"/>
                  </a:lnTo>
                  <a:lnTo>
                    <a:pt x="779236" y="457099"/>
                  </a:lnTo>
                  <a:lnTo>
                    <a:pt x="788977" y="456712"/>
                  </a:lnTo>
                  <a:lnTo>
                    <a:pt x="798717" y="456274"/>
                  </a:lnTo>
                  <a:lnTo>
                    <a:pt x="808458" y="455782"/>
                  </a:lnTo>
                  <a:lnTo>
                    <a:pt x="818199" y="455235"/>
                  </a:lnTo>
                  <a:lnTo>
                    <a:pt x="827938" y="454632"/>
                  </a:lnTo>
                  <a:lnTo>
                    <a:pt x="837679" y="453970"/>
                  </a:lnTo>
                  <a:lnTo>
                    <a:pt x="847420" y="453249"/>
                  </a:lnTo>
                  <a:lnTo>
                    <a:pt x="857159" y="452467"/>
                  </a:lnTo>
                  <a:lnTo>
                    <a:pt x="866900" y="451624"/>
                  </a:lnTo>
                  <a:lnTo>
                    <a:pt x="876641" y="450717"/>
                  </a:lnTo>
                  <a:lnTo>
                    <a:pt x="886381" y="449744"/>
                  </a:lnTo>
                  <a:lnTo>
                    <a:pt x="896122" y="448708"/>
                  </a:lnTo>
                  <a:lnTo>
                    <a:pt x="905863" y="447606"/>
                  </a:lnTo>
                  <a:lnTo>
                    <a:pt x="915602" y="446438"/>
                  </a:lnTo>
                  <a:lnTo>
                    <a:pt x="925343" y="445202"/>
                  </a:lnTo>
                  <a:lnTo>
                    <a:pt x="935084" y="443903"/>
                  </a:lnTo>
                  <a:lnTo>
                    <a:pt x="944824" y="442535"/>
                  </a:lnTo>
                  <a:lnTo>
                    <a:pt x="954564" y="441104"/>
                  </a:lnTo>
                  <a:lnTo>
                    <a:pt x="964305" y="439605"/>
                  </a:lnTo>
                  <a:lnTo>
                    <a:pt x="974045" y="438042"/>
                  </a:lnTo>
                  <a:lnTo>
                    <a:pt x="983786" y="436413"/>
                  </a:lnTo>
                  <a:lnTo>
                    <a:pt x="993522" y="434721"/>
                  </a:lnTo>
                  <a:lnTo>
                    <a:pt x="1003266" y="432966"/>
                  </a:lnTo>
                  <a:lnTo>
                    <a:pt x="1013010" y="431148"/>
                  </a:lnTo>
                  <a:lnTo>
                    <a:pt x="1022754" y="429269"/>
                  </a:lnTo>
                  <a:lnTo>
                    <a:pt x="1032483" y="427331"/>
                  </a:lnTo>
                  <a:lnTo>
                    <a:pt x="1042227" y="425335"/>
                  </a:lnTo>
                  <a:lnTo>
                    <a:pt x="1051971" y="423279"/>
                  </a:lnTo>
                  <a:lnTo>
                    <a:pt x="1061715" y="421166"/>
                  </a:lnTo>
                  <a:lnTo>
                    <a:pt x="1071444" y="419000"/>
                  </a:lnTo>
                  <a:lnTo>
                    <a:pt x="1081188" y="416778"/>
                  </a:lnTo>
                  <a:lnTo>
                    <a:pt x="1090932" y="414505"/>
                  </a:lnTo>
                  <a:lnTo>
                    <a:pt x="1100676" y="412179"/>
                  </a:lnTo>
                  <a:lnTo>
                    <a:pt x="1110405" y="409802"/>
                  </a:lnTo>
                  <a:lnTo>
                    <a:pt x="1120149" y="407377"/>
                  </a:lnTo>
                  <a:lnTo>
                    <a:pt x="1129893" y="404904"/>
                  </a:lnTo>
                  <a:lnTo>
                    <a:pt x="1139637" y="402384"/>
                  </a:lnTo>
                  <a:lnTo>
                    <a:pt x="1149381" y="399819"/>
                  </a:lnTo>
                  <a:lnTo>
                    <a:pt x="1159110" y="397207"/>
                  </a:lnTo>
                  <a:lnTo>
                    <a:pt x="1168854" y="394552"/>
                  </a:lnTo>
                  <a:lnTo>
                    <a:pt x="1178598" y="391854"/>
                  </a:lnTo>
                  <a:lnTo>
                    <a:pt x="1188341" y="389112"/>
                  </a:lnTo>
                  <a:lnTo>
                    <a:pt x="1198070" y="386329"/>
                  </a:lnTo>
                  <a:lnTo>
                    <a:pt x="1207814" y="383503"/>
                  </a:lnTo>
                  <a:lnTo>
                    <a:pt x="1217558" y="380636"/>
                  </a:lnTo>
                  <a:lnTo>
                    <a:pt x="1227302" y="377726"/>
                  </a:lnTo>
                  <a:lnTo>
                    <a:pt x="1237031" y="374776"/>
                  </a:lnTo>
                  <a:lnTo>
                    <a:pt x="1246775" y="371786"/>
                  </a:lnTo>
                  <a:lnTo>
                    <a:pt x="1256519" y="368753"/>
                  </a:lnTo>
                  <a:lnTo>
                    <a:pt x="1266263" y="365678"/>
                  </a:lnTo>
                  <a:lnTo>
                    <a:pt x="1276007" y="362561"/>
                  </a:lnTo>
                  <a:lnTo>
                    <a:pt x="1285736" y="359399"/>
                  </a:lnTo>
                  <a:lnTo>
                    <a:pt x="1295480" y="356196"/>
                  </a:lnTo>
                  <a:lnTo>
                    <a:pt x="1305224" y="352948"/>
                  </a:lnTo>
                  <a:lnTo>
                    <a:pt x="1314968" y="349654"/>
                  </a:lnTo>
                  <a:lnTo>
                    <a:pt x="1324697" y="346315"/>
                  </a:lnTo>
                  <a:lnTo>
                    <a:pt x="1334441" y="342928"/>
                  </a:lnTo>
                  <a:lnTo>
                    <a:pt x="1344185" y="339496"/>
                  </a:lnTo>
                  <a:lnTo>
                    <a:pt x="1353929" y="336012"/>
                  </a:lnTo>
                  <a:lnTo>
                    <a:pt x="1363658" y="332478"/>
                  </a:lnTo>
                  <a:lnTo>
                    <a:pt x="1373402" y="328894"/>
                  </a:lnTo>
                  <a:lnTo>
                    <a:pt x="1383146" y="325257"/>
                  </a:lnTo>
                  <a:lnTo>
                    <a:pt x="1392890" y="321568"/>
                  </a:lnTo>
                  <a:lnTo>
                    <a:pt x="1402619" y="317824"/>
                  </a:lnTo>
                  <a:lnTo>
                    <a:pt x="1412363" y="314023"/>
                  </a:lnTo>
                  <a:lnTo>
                    <a:pt x="1422106" y="310167"/>
                  </a:lnTo>
                  <a:lnTo>
                    <a:pt x="1431850" y="306255"/>
                  </a:lnTo>
                  <a:lnTo>
                    <a:pt x="1441594" y="302282"/>
                  </a:lnTo>
                  <a:lnTo>
                    <a:pt x="1451323" y="298254"/>
                  </a:lnTo>
                  <a:lnTo>
                    <a:pt x="1461067" y="294164"/>
                  </a:lnTo>
                  <a:lnTo>
                    <a:pt x="1470811" y="290016"/>
                  </a:lnTo>
                  <a:lnTo>
                    <a:pt x="1480555" y="285809"/>
                  </a:lnTo>
                  <a:lnTo>
                    <a:pt x="1490284" y="281540"/>
                  </a:lnTo>
                  <a:lnTo>
                    <a:pt x="1500028" y="277213"/>
                  </a:lnTo>
                  <a:lnTo>
                    <a:pt x="1509772" y="272827"/>
                  </a:lnTo>
                  <a:lnTo>
                    <a:pt x="1519516" y="268383"/>
                  </a:lnTo>
                  <a:lnTo>
                    <a:pt x="1529245" y="263879"/>
                  </a:lnTo>
                  <a:lnTo>
                    <a:pt x="1538989" y="259320"/>
                  </a:lnTo>
                  <a:lnTo>
                    <a:pt x="1548733" y="254704"/>
                  </a:lnTo>
                  <a:lnTo>
                    <a:pt x="1558477" y="250033"/>
                  </a:lnTo>
                  <a:lnTo>
                    <a:pt x="1568221" y="245310"/>
                  </a:lnTo>
                  <a:lnTo>
                    <a:pt x="1577950" y="240537"/>
                  </a:lnTo>
                  <a:lnTo>
                    <a:pt x="1587694" y="235714"/>
                  </a:lnTo>
                  <a:lnTo>
                    <a:pt x="1597438" y="230845"/>
                  </a:lnTo>
                  <a:lnTo>
                    <a:pt x="1607182" y="225933"/>
                  </a:lnTo>
                  <a:lnTo>
                    <a:pt x="1616911" y="220979"/>
                  </a:lnTo>
                  <a:lnTo>
                    <a:pt x="1626655" y="215988"/>
                  </a:lnTo>
                  <a:lnTo>
                    <a:pt x="1636399" y="210962"/>
                  </a:lnTo>
                  <a:lnTo>
                    <a:pt x="1646142" y="205905"/>
                  </a:lnTo>
                  <a:lnTo>
                    <a:pt x="1655872" y="200822"/>
                  </a:lnTo>
                  <a:lnTo>
                    <a:pt x="1665616" y="195715"/>
                  </a:lnTo>
                  <a:lnTo>
                    <a:pt x="1675359" y="190588"/>
                  </a:lnTo>
                  <a:lnTo>
                    <a:pt x="1685103" y="185446"/>
                  </a:lnTo>
                  <a:lnTo>
                    <a:pt x="1694832" y="180296"/>
                  </a:lnTo>
                  <a:lnTo>
                    <a:pt x="1704576" y="175138"/>
                  </a:lnTo>
                  <a:lnTo>
                    <a:pt x="1714320" y="169980"/>
                  </a:lnTo>
                  <a:lnTo>
                    <a:pt x="1724064" y="164824"/>
                  </a:lnTo>
                  <a:lnTo>
                    <a:pt x="1733808" y="159677"/>
                  </a:lnTo>
                  <a:lnTo>
                    <a:pt x="1743537" y="154544"/>
                  </a:lnTo>
                  <a:lnTo>
                    <a:pt x="1753281" y="149429"/>
                  </a:lnTo>
                  <a:lnTo>
                    <a:pt x="1763025" y="144338"/>
                  </a:lnTo>
                  <a:lnTo>
                    <a:pt x="1772769" y="139276"/>
                  </a:lnTo>
                  <a:lnTo>
                    <a:pt x="1782498" y="134246"/>
                  </a:lnTo>
                  <a:lnTo>
                    <a:pt x="1792242" y="129256"/>
                  </a:lnTo>
                  <a:lnTo>
                    <a:pt x="1801986" y="124308"/>
                  </a:lnTo>
                  <a:lnTo>
                    <a:pt x="1811730" y="119409"/>
                  </a:lnTo>
                  <a:lnTo>
                    <a:pt x="1821459" y="114564"/>
                  </a:lnTo>
                  <a:lnTo>
                    <a:pt x="1831203" y="109777"/>
                  </a:lnTo>
                  <a:lnTo>
                    <a:pt x="1840947" y="105053"/>
                  </a:lnTo>
                  <a:lnTo>
                    <a:pt x="1850691" y="100395"/>
                  </a:lnTo>
                  <a:lnTo>
                    <a:pt x="1860435" y="95811"/>
                  </a:lnTo>
                  <a:lnTo>
                    <a:pt x="1870164" y="91299"/>
                  </a:lnTo>
                  <a:lnTo>
                    <a:pt x="1879908" y="86870"/>
                  </a:lnTo>
                  <a:lnTo>
                    <a:pt x="1889652" y="82522"/>
                  </a:lnTo>
                  <a:lnTo>
                    <a:pt x="1899395" y="78263"/>
                  </a:lnTo>
                  <a:lnTo>
                    <a:pt x="1909124" y="74094"/>
                  </a:lnTo>
                  <a:lnTo>
                    <a:pt x="1918868" y="70018"/>
                  </a:lnTo>
                  <a:lnTo>
                    <a:pt x="1928612" y="66040"/>
                  </a:lnTo>
                  <a:lnTo>
                    <a:pt x="1938356" y="62162"/>
                  </a:lnTo>
                  <a:lnTo>
                    <a:pt x="1948085" y="58385"/>
                  </a:lnTo>
                  <a:lnTo>
                    <a:pt x="1957829" y="54712"/>
                  </a:lnTo>
                  <a:lnTo>
                    <a:pt x="1967573" y="51148"/>
                  </a:lnTo>
                  <a:lnTo>
                    <a:pt x="1977317" y="47693"/>
                  </a:lnTo>
                  <a:lnTo>
                    <a:pt x="1987046" y="44348"/>
                  </a:lnTo>
                  <a:lnTo>
                    <a:pt x="1996790" y="41115"/>
                  </a:lnTo>
                  <a:lnTo>
                    <a:pt x="2006534" y="37998"/>
                  </a:lnTo>
                  <a:lnTo>
                    <a:pt x="2016278" y="34995"/>
                  </a:lnTo>
                  <a:lnTo>
                    <a:pt x="2026022" y="32109"/>
                  </a:lnTo>
                  <a:lnTo>
                    <a:pt x="2035751" y="29341"/>
                  </a:lnTo>
                  <a:lnTo>
                    <a:pt x="2045495" y="26692"/>
                  </a:lnTo>
                  <a:lnTo>
                    <a:pt x="2055239" y="24162"/>
                  </a:lnTo>
                  <a:lnTo>
                    <a:pt x="2064983" y="21753"/>
                  </a:lnTo>
                  <a:lnTo>
                    <a:pt x="2074712" y="19464"/>
                  </a:lnTo>
                  <a:lnTo>
                    <a:pt x="2084456" y="17296"/>
                  </a:lnTo>
                  <a:lnTo>
                    <a:pt x="2094200" y="15252"/>
                  </a:lnTo>
                  <a:lnTo>
                    <a:pt x="2103944" y="13332"/>
                  </a:lnTo>
                  <a:lnTo>
                    <a:pt x="2113673" y="11535"/>
                  </a:lnTo>
                  <a:lnTo>
                    <a:pt x="2123417" y="9863"/>
                  </a:lnTo>
                  <a:lnTo>
                    <a:pt x="2133161" y="8317"/>
                  </a:lnTo>
                  <a:lnTo>
                    <a:pt x="2142905" y="6897"/>
                  </a:lnTo>
                  <a:lnTo>
                    <a:pt x="2152649" y="5605"/>
                  </a:lnTo>
                  <a:lnTo>
                    <a:pt x="2162377" y="4443"/>
                  </a:lnTo>
                  <a:lnTo>
                    <a:pt x="2172121" y="3410"/>
                  </a:lnTo>
                  <a:lnTo>
                    <a:pt x="2181865" y="2509"/>
                  </a:lnTo>
                  <a:lnTo>
                    <a:pt x="2191609" y="1743"/>
                  </a:lnTo>
                  <a:lnTo>
                    <a:pt x="2201338" y="1113"/>
                  </a:lnTo>
                  <a:lnTo>
                    <a:pt x="2211082" y="621"/>
                  </a:lnTo>
                  <a:lnTo>
                    <a:pt x="2220826" y="270"/>
                  </a:lnTo>
                  <a:lnTo>
                    <a:pt x="2230570" y="61"/>
                  </a:lnTo>
                  <a:lnTo>
                    <a:pt x="2240299" y="0"/>
                  </a:lnTo>
                  <a:lnTo>
                    <a:pt x="2250043" y="88"/>
                  </a:lnTo>
                  <a:lnTo>
                    <a:pt x="2259787" y="331"/>
                  </a:lnTo>
                  <a:lnTo>
                    <a:pt x="2269531" y="730"/>
                  </a:lnTo>
                  <a:lnTo>
                    <a:pt x="2279260" y="1290"/>
                  </a:lnTo>
                  <a:lnTo>
                    <a:pt x="2289004" y="2019"/>
                  </a:lnTo>
                  <a:lnTo>
                    <a:pt x="2298748" y="2917"/>
                  </a:lnTo>
                  <a:lnTo>
                    <a:pt x="2308492" y="3991"/>
                  </a:lnTo>
                  <a:lnTo>
                    <a:pt x="2318236" y="5247"/>
                  </a:lnTo>
                  <a:lnTo>
                    <a:pt x="2327965" y="6691"/>
                  </a:lnTo>
                  <a:lnTo>
                    <a:pt x="2337709" y="8329"/>
                  </a:lnTo>
                  <a:lnTo>
                    <a:pt x="2347453" y="10166"/>
                  </a:lnTo>
                  <a:lnTo>
                    <a:pt x="2357197" y="12208"/>
                  </a:lnTo>
                  <a:lnTo>
                    <a:pt x="2366926" y="14462"/>
                  </a:lnTo>
                  <a:lnTo>
                    <a:pt x="2376670" y="16939"/>
                  </a:lnTo>
                  <a:lnTo>
                    <a:pt x="2386413" y="19640"/>
                  </a:lnTo>
                  <a:lnTo>
                    <a:pt x="2396157" y="22575"/>
                  </a:lnTo>
                  <a:lnTo>
                    <a:pt x="2405886" y="25751"/>
                  </a:lnTo>
                  <a:lnTo>
                    <a:pt x="2415630" y="29177"/>
                  </a:lnTo>
                  <a:lnTo>
                    <a:pt x="2425374" y="32858"/>
                  </a:lnTo>
                  <a:lnTo>
                    <a:pt x="2435118" y="36803"/>
                  </a:lnTo>
                  <a:lnTo>
                    <a:pt x="2444862" y="41020"/>
                  </a:lnTo>
                  <a:lnTo>
                    <a:pt x="2454591" y="45515"/>
                  </a:lnTo>
                  <a:lnTo>
                    <a:pt x="2464335" y="50296"/>
                  </a:lnTo>
                  <a:lnTo>
                    <a:pt x="2474079" y="55371"/>
                  </a:lnTo>
                  <a:lnTo>
                    <a:pt x="2483823" y="60746"/>
                  </a:lnTo>
                  <a:lnTo>
                    <a:pt x="2493552" y="66429"/>
                  </a:lnTo>
                  <a:lnTo>
                    <a:pt x="2503296" y="72424"/>
                  </a:lnTo>
                  <a:lnTo>
                    <a:pt x="2513040" y="78741"/>
                  </a:lnTo>
                  <a:lnTo>
                    <a:pt x="2522784" y="85386"/>
                  </a:lnTo>
                  <a:lnTo>
                    <a:pt x="2532513" y="92362"/>
                  </a:lnTo>
                  <a:lnTo>
                    <a:pt x="2542257" y="99677"/>
                  </a:lnTo>
                  <a:lnTo>
                    <a:pt x="2552001" y="107334"/>
                  </a:lnTo>
                  <a:lnTo>
                    <a:pt x="2561745" y="115338"/>
                  </a:lnTo>
                  <a:lnTo>
                    <a:pt x="2571474" y="123694"/>
                  </a:lnTo>
                  <a:lnTo>
                    <a:pt x="2581218" y="132404"/>
                  </a:lnTo>
                  <a:lnTo>
                    <a:pt x="2590962" y="141472"/>
                  </a:lnTo>
                  <a:lnTo>
                    <a:pt x="2600705" y="150900"/>
                  </a:lnTo>
                  <a:lnTo>
                    <a:pt x="2610449" y="160688"/>
                  </a:lnTo>
                  <a:lnTo>
                    <a:pt x="2620178" y="170839"/>
                  </a:lnTo>
                  <a:lnTo>
                    <a:pt x="2629922" y="181353"/>
                  </a:lnTo>
                  <a:lnTo>
                    <a:pt x="2639666" y="192228"/>
                  </a:lnTo>
                  <a:lnTo>
                    <a:pt x="2649410" y="203463"/>
                  </a:lnTo>
                  <a:lnTo>
                    <a:pt x="2659139" y="215058"/>
                  </a:lnTo>
                  <a:lnTo>
                    <a:pt x="2668883" y="227008"/>
                  </a:lnTo>
                  <a:lnTo>
                    <a:pt x="2678627" y="239310"/>
                  </a:lnTo>
                  <a:lnTo>
                    <a:pt x="2688371" y="251961"/>
                  </a:lnTo>
                  <a:lnTo>
                    <a:pt x="2698100" y="264953"/>
                  </a:lnTo>
                  <a:lnTo>
                    <a:pt x="2707844" y="278282"/>
                  </a:lnTo>
                  <a:lnTo>
                    <a:pt x="2717588" y="291938"/>
                  </a:lnTo>
                  <a:lnTo>
                    <a:pt x="2727332" y="305918"/>
                  </a:lnTo>
                  <a:lnTo>
                    <a:pt x="2737076" y="320209"/>
                  </a:lnTo>
                  <a:lnTo>
                    <a:pt x="2746805" y="334803"/>
                  </a:lnTo>
                  <a:lnTo>
                    <a:pt x="2756549" y="349691"/>
                  </a:lnTo>
                  <a:lnTo>
                    <a:pt x="2766293" y="364860"/>
                  </a:lnTo>
                  <a:lnTo>
                    <a:pt x="2776037" y="380298"/>
                  </a:lnTo>
                  <a:lnTo>
                    <a:pt x="2785766" y="395994"/>
                  </a:lnTo>
                  <a:lnTo>
                    <a:pt x="2795510" y="411933"/>
                  </a:lnTo>
                  <a:lnTo>
                    <a:pt x="2805254" y="428101"/>
                  </a:lnTo>
                  <a:lnTo>
                    <a:pt x="2814998" y="444484"/>
                  </a:lnTo>
                  <a:lnTo>
                    <a:pt x="2824727" y="461065"/>
                  </a:lnTo>
                  <a:lnTo>
                    <a:pt x="2834471" y="477828"/>
                  </a:lnTo>
                  <a:lnTo>
                    <a:pt x="2844215" y="494756"/>
                  </a:lnTo>
                  <a:lnTo>
                    <a:pt x="2853958" y="511834"/>
                  </a:lnTo>
                  <a:lnTo>
                    <a:pt x="2863687" y="529039"/>
                  </a:lnTo>
                  <a:lnTo>
                    <a:pt x="2873431" y="546356"/>
                  </a:lnTo>
                  <a:lnTo>
                    <a:pt x="2883175" y="563766"/>
                  </a:lnTo>
                  <a:lnTo>
                    <a:pt x="2892919" y="581247"/>
                  </a:lnTo>
                  <a:lnTo>
                    <a:pt x="2902663" y="598780"/>
                  </a:lnTo>
                  <a:lnTo>
                    <a:pt x="2912392" y="61634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6" name="Freeform 645">
              <a:extLst>
                <a:ext uri="{FF2B5EF4-FFF2-40B4-BE49-F238E27FC236}">
                  <a16:creationId xmlns:a16="http://schemas.microsoft.com/office/drawing/2014/main" id="{0523B9CD-D898-B316-2DCB-E8046A0665D1}"/>
                </a:ext>
              </a:extLst>
            </p:cNvPr>
            <p:cNvSpPr/>
            <p:nvPr/>
          </p:nvSpPr>
          <p:spPr>
            <a:xfrm>
              <a:off x="576446" y="3240976"/>
              <a:ext cx="2912392" cy="582168"/>
            </a:xfrm>
            <a:custGeom>
              <a:avLst/>
              <a:gdLst>
                <a:gd name="connsiteX0" fmla="*/ 0 w 2912392"/>
                <a:gd name="connsiteY0" fmla="*/ 34332 h 582168"/>
                <a:gd name="connsiteX1" fmla="*/ 9739 w 2912392"/>
                <a:gd name="connsiteY1" fmla="*/ 32820 h 582168"/>
                <a:gd name="connsiteX2" fmla="*/ 19480 w 2912392"/>
                <a:gd name="connsiteY2" fmla="*/ 31313 h 582168"/>
                <a:gd name="connsiteX3" fmla="*/ 29221 w 2912392"/>
                <a:gd name="connsiteY3" fmla="*/ 29816 h 582168"/>
                <a:gd name="connsiteX4" fmla="*/ 38961 w 2912392"/>
                <a:gd name="connsiteY4" fmla="*/ 28329 h 582168"/>
                <a:gd name="connsiteX5" fmla="*/ 48702 w 2912392"/>
                <a:gd name="connsiteY5" fmla="*/ 26855 h 582168"/>
                <a:gd name="connsiteX6" fmla="*/ 58443 w 2912392"/>
                <a:gd name="connsiteY6" fmla="*/ 25395 h 582168"/>
                <a:gd name="connsiteX7" fmla="*/ 68182 w 2912392"/>
                <a:gd name="connsiteY7" fmla="*/ 23955 h 582168"/>
                <a:gd name="connsiteX8" fmla="*/ 77923 w 2912392"/>
                <a:gd name="connsiteY8" fmla="*/ 22532 h 582168"/>
                <a:gd name="connsiteX9" fmla="*/ 87664 w 2912392"/>
                <a:gd name="connsiteY9" fmla="*/ 21131 h 582168"/>
                <a:gd name="connsiteX10" fmla="*/ 97404 w 2912392"/>
                <a:gd name="connsiteY10" fmla="*/ 19755 h 582168"/>
                <a:gd name="connsiteX11" fmla="*/ 107145 w 2912392"/>
                <a:gd name="connsiteY11" fmla="*/ 18403 h 582168"/>
                <a:gd name="connsiteX12" fmla="*/ 116886 w 2912392"/>
                <a:gd name="connsiteY12" fmla="*/ 17083 h 582168"/>
                <a:gd name="connsiteX13" fmla="*/ 126625 w 2912392"/>
                <a:gd name="connsiteY13" fmla="*/ 15794 h 582168"/>
                <a:gd name="connsiteX14" fmla="*/ 136366 w 2912392"/>
                <a:gd name="connsiteY14" fmla="*/ 14538 h 582168"/>
                <a:gd name="connsiteX15" fmla="*/ 146107 w 2912392"/>
                <a:gd name="connsiteY15" fmla="*/ 13321 h 582168"/>
                <a:gd name="connsiteX16" fmla="*/ 155846 w 2912392"/>
                <a:gd name="connsiteY16" fmla="*/ 12143 h 582168"/>
                <a:gd name="connsiteX17" fmla="*/ 165587 w 2912392"/>
                <a:gd name="connsiteY17" fmla="*/ 11006 h 582168"/>
                <a:gd name="connsiteX18" fmla="*/ 175328 w 2912392"/>
                <a:gd name="connsiteY18" fmla="*/ 9912 h 582168"/>
                <a:gd name="connsiteX19" fmla="*/ 185068 w 2912392"/>
                <a:gd name="connsiteY19" fmla="*/ 8866 h 582168"/>
                <a:gd name="connsiteX20" fmla="*/ 194809 w 2912392"/>
                <a:gd name="connsiteY20" fmla="*/ 7870 h 582168"/>
                <a:gd name="connsiteX21" fmla="*/ 204550 w 2912392"/>
                <a:gd name="connsiteY21" fmla="*/ 6924 h 582168"/>
                <a:gd name="connsiteX22" fmla="*/ 214289 w 2912392"/>
                <a:gd name="connsiteY22" fmla="*/ 6031 h 582168"/>
                <a:gd name="connsiteX23" fmla="*/ 224030 w 2912392"/>
                <a:gd name="connsiteY23" fmla="*/ 5194 h 582168"/>
                <a:gd name="connsiteX24" fmla="*/ 233771 w 2912392"/>
                <a:gd name="connsiteY24" fmla="*/ 4413 h 582168"/>
                <a:gd name="connsiteX25" fmla="*/ 243510 w 2912392"/>
                <a:gd name="connsiteY25" fmla="*/ 3691 h 582168"/>
                <a:gd name="connsiteX26" fmla="*/ 253251 w 2912392"/>
                <a:gd name="connsiteY26" fmla="*/ 3029 h 582168"/>
                <a:gd name="connsiteX27" fmla="*/ 262992 w 2912392"/>
                <a:gd name="connsiteY27" fmla="*/ 2430 h 582168"/>
                <a:gd name="connsiteX28" fmla="*/ 272732 w 2912392"/>
                <a:gd name="connsiteY28" fmla="*/ 1895 h 582168"/>
                <a:gd name="connsiteX29" fmla="*/ 282473 w 2912392"/>
                <a:gd name="connsiteY29" fmla="*/ 1423 h 582168"/>
                <a:gd name="connsiteX30" fmla="*/ 292214 w 2912392"/>
                <a:gd name="connsiteY30" fmla="*/ 1018 h 582168"/>
                <a:gd name="connsiteX31" fmla="*/ 301953 w 2912392"/>
                <a:gd name="connsiteY31" fmla="*/ 679 h 582168"/>
                <a:gd name="connsiteX32" fmla="*/ 311694 w 2912392"/>
                <a:gd name="connsiteY32" fmla="*/ 407 h 582168"/>
                <a:gd name="connsiteX33" fmla="*/ 321435 w 2912392"/>
                <a:gd name="connsiteY33" fmla="*/ 203 h 582168"/>
                <a:gd name="connsiteX34" fmla="*/ 331175 w 2912392"/>
                <a:gd name="connsiteY34" fmla="*/ 67 h 582168"/>
                <a:gd name="connsiteX35" fmla="*/ 340916 w 2912392"/>
                <a:gd name="connsiteY35" fmla="*/ 0 h 582168"/>
                <a:gd name="connsiteX36" fmla="*/ 350656 w 2912392"/>
                <a:gd name="connsiteY36" fmla="*/ 3 h 582168"/>
                <a:gd name="connsiteX37" fmla="*/ 360396 w 2912392"/>
                <a:gd name="connsiteY37" fmla="*/ 73 h 582168"/>
                <a:gd name="connsiteX38" fmla="*/ 370137 w 2912392"/>
                <a:gd name="connsiteY38" fmla="*/ 212 h 582168"/>
                <a:gd name="connsiteX39" fmla="*/ 379878 w 2912392"/>
                <a:gd name="connsiteY39" fmla="*/ 419 h 582168"/>
                <a:gd name="connsiteX40" fmla="*/ 389617 w 2912392"/>
                <a:gd name="connsiteY40" fmla="*/ 694 h 582168"/>
                <a:gd name="connsiteX41" fmla="*/ 399358 w 2912392"/>
                <a:gd name="connsiteY41" fmla="*/ 1035 h 582168"/>
                <a:gd name="connsiteX42" fmla="*/ 409099 w 2912392"/>
                <a:gd name="connsiteY42" fmla="*/ 1444 h 582168"/>
                <a:gd name="connsiteX43" fmla="*/ 418839 w 2912392"/>
                <a:gd name="connsiteY43" fmla="*/ 1918 h 582168"/>
                <a:gd name="connsiteX44" fmla="*/ 428580 w 2912392"/>
                <a:gd name="connsiteY44" fmla="*/ 2455 h 582168"/>
                <a:gd name="connsiteX45" fmla="*/ 438321 w 2912392"/>
                <a:gd name="connsiteY45" fmla="*/ 3056 h 582168"/>
                <a:gd name="connsiteX46" fmla="*/ 448060 w 2912392"/>
                <a:gd name="connsiteY46" fmla="*/ 3719 h 582168"/>
                <a:gd name="connsiteX47" fmla="*/ 457801 w 2912392"/>
                <a:gd name="connsiteY47" fmla="*/ 4444 h 582168"/>
                <a:gd name="connsiteX48" fmla="*/ 467542 w 2912392"/>
                <a:gd name="connsiteY48" fmla="*/ 5227 h 582168"/>
                <a:gd name="connsiteX49" fmla="*/ 477281 w 2912392"/>
                <a:gd name="connsiteY49" fmla="*/ 6068 h 582168"/>
                <a:gd name="connsiteX50" fmla="*/ 487022 w 2912392"/>
                <a:gd name="connsiteY50" fmla="*/ 6967 h 582168"/>
                <a:gd name="connsiteX51" fmla="*/ 496763 w 2912392"/>
                <a:gd name="connsiteY51" fmla="*/ 7920 h 582168"/>
                <a:gd name="connsiteX52" fmla="*/ 506503 w 2912392"/>
                <a:gd name="connsiteY52" fmla="*/ 8927 h 582168"/>
                <a:gd name="connsiteX53" fmla="*/ 516244 w 2912392"/>
                <a:gd name="connsiteY53" fmla="*/ 9985 h 582168"/>
                <a:gd name="connsiteX54" fmla="*/ 525985 w 2912392"/>
                <a:gd name="connsiteY54" fmla="*/ 11094 h 582168"/>
                <a:gd name="connsiteX55" fmla="*/ 535724 w 2912392"/>
                <a:gd name="connsiteY55" fmla="*/ 12250 h 582168"/>
                <a:gd name="connsiteX56" fmla="*/ 545465 w 2912392"/>
                <a:gd name="connsiteY56" fmla="*/ 13454 h 582168"/>
                <a:gd name="connsiteX57" fmla="*/ 555206 w 2912392"/>
                <a:gd name="connsiteY57" fmla="*/ 14702 h 582168"/>
                <a:gd name="connsiteX58" fmla="*/ 564946 w 2912392"/>
                <a:gd name="connsiteY58" fmla="*/ 15996 h 582168"/>
                <a:gd name="connsiteX59" fmla="*/ 574687 w 2912392"/>
                <a:gd name="connsiteY59" fmla="*/ 17331 h 582168"/>
                <a:gd name="connsiteX60" fmla="*/ 584428 w 2912392"/>
                <a:gd name="connsiteY60" fmla="*/ 18706 h 582168"/>
                <a:gd name="connsiteX61" fmla="*/ 594167 w 2912392"/>
                <a:gd name="connsiteY61" fmla="*/ 20120 h 582168"/>
                <a:gd name="connsiteX62" fmla="*/ 603908 w 2912392"/>
                <a:gd name="connsiteY62" fmla="*/ 21572 h 582168"/>
                <a:gd name="connsiteX63" fmla="*/ 613649 w 2912392"/>
                <a:gd name="connsiteY63" fmla="*/ 23061 h 582168"/>
                <a:gd name="connsiteX64" fmla="*/ 623388 w 2912392"/>
                <a:gd name="connsiteY64" fmla="*/ 24585 h 582168"/>
                <a:gd name="connsiteX65" fmla="*/ 633129 w 2912392"/>
                <a:gd name="connsiteY65" fmla="*/ 26145 h 582168"/>
                <a:gd name="connsiteX66" fmla="*/ 642870 w 2912392"/>
                <a:gd name="connsiteY66" fmla="*/ 27737 h 582168"/>
                <a:gd name="connsiteX67" fmla="*/ 652610 w 2912392"/>
                <a:gd name="connsiteY67" fmla="*/ 29361 h 582168"/>
                <a:gd name="connsiteX68" fmla="*/ 662351 w 2912392"/>
                <a:gd name="connsiteY68" fmla="*/ 31020 h 582168"/>
                <a:gd name="connsiteX69" fmla="*/ 672092 w 2912392"/>
                <a:gd name="connsiteY69" fmla="*/ 32708 h 582168"/>
                <a:gd name="connsiteX70" fmla="*/ 681831 w 2912392"/>
                <a:gd name="connsiteY70" fmla="*/ 34429 h 582168"/>
                <a:gd name="connsiteX71" fmla="*/ 691572 w 2912392"/>
                <a:gd name="connsiteY71" fmla="*/ 36179 h 582168"/>
                <a:gd name="connsiteX72" fmla="*/ 701313 w 2912392"/>
                <a:gd name="connsiteY72" fmla="*/ 37963 h 582168"/>
                <a:gd name="connsiteX73" fmla="*/ 711052 w 2912392"/>
                <a:gd name="connsiteY73" fmla="*/ 39776 h 582168"/>
                <a:gd name="connsiteX74" fmla="*/ 720793 w 2912392"/>
                <a:gd name="connsiteY74" fmla="*/ 41622 h 582168"/>
                <a:gd name="connsiteX75" fmla="*/ 730534 w 2912392"/>
                <a:gd name="connsiteY75" fmla="*/ 43499 h 582168"/>
                <a:gd name="connsiteX76" fmla="*/ 740274 w 2912392"/>
                <a:gd name="connsiteY76" fmla="*/ 45409 h 582168"/>
                <a:gd name="connsiteX77" fmla="*/ 750015 w 2912392"/>
                <a:gd name="connsiteY77" fmla="*/ 47352 h 582168"/>
                <a:gd name="connsiteX78" fmla="*/ 759756 w 2912392"/>
                <a:gd name="connsiteY78" fmla="*/ 49331 h 582168"/>
                <a:gd name="connsiteX79" fmla="*/ 769495 w 2912392"/>
                <a:gd name="connsiteY79" fmla="*/ 51346 h 582168"/>
                <a:gd name="connsiteX80" fmla="*/ 779236 w 2912392"/>
                <a:gd name="connsiteY80" fmla="*/ 53398 h 582168"/>
                <a:gd name="connsiteX81" fmla="*/ 788977 w 2912392"/>
                <a:gd name="connsiteY81" fmla="*/ 55488 h 582168"/>
                <a:gd name="connsiteX82" fmla="*/ 798717 w 2912392"/>
                <a:gd name="connsiteY82" fmla="*/ 57620 h 582168"/>
                <a:gd name="connsiteX83" fmla="*/ 808458 w 2912392"/>
                <a:gd name="connsiteY83" fmla="*/ 59796 h 582168"/>
                <a:gd name="connsiteX84" fmla="*/ 818199 w 2912392"/>
                <a:gd name="connsiteY84" fmla="*/ 62016 h 582168"/>
                <a:gd name="connsiteX85" fmla="*/ 827938 w 2912392"/>
                <a:gd name="connsiteY85" fmla="*/ 64282 h 582168"/>
                <a:gd name="connsiteX86" fmla="*/ 837679 w 2912392"/>
                <a:gd name="connsiteY86" fmla="*/ 66598 h 582168"/>
                <a:gd name="connsiteX87" fmla="*/ 847420 w 2912392"/>
                <a:gd name="connsiteY87" fmla="*/ 68967 h 582168"/>
                <a:gd name="connsiteX88" fmla="*/ 857159 w 2912392"/>
                <a:gd name="connsiteY88" fmla="*/ 71391 h 582168"/>
                <a:gd name="connsiteX89" fmla="*/ 866900 w 2912392"/>
                <a:gd name="connsiteY89" fmla="*/ 73872 h 582168"/>
                <a:gd name="connsiteX90" fmla="*/ 876641 w 2912392"/>
                <a:gd name="connsiteY90" fmla="*/ 76415 h 582168"/>
                <a:gd name="connsiteX91" fmla="*/ 886381 w 2912392"/>
                <a:gd name="connsiteY91" fmla="*/ 79021 h 582168"/>
                <a:gd name="connsiteX92" fmla="*/ 896122 w 2912392"/>
                <a:gd name="connsiteY92" fmla="*/ 81694 h 582168"/>
                <a:gd name="connsiteX93" fmla="*/ 905863 w 2912392"/>
                <a:gd name="connsiteY93" fmla="*/ 84437 h 582168"/>
                <a:gd name="connsiteX94" fmla="*/ 915602 w 2912392"/>
                <a:gd name="connsiteY94" fmla="*/ 87254 h 582168"/>
                <a:gd name="connsiteX95" fmla="*/ 925343 w 2912392"/>
                <a:gd name="connsiteY95" fmla="*/ 90148 h 582168"/>
                <a:gd name="connsiteX96" fmla="*/ 935084 w 2912392"/>
                <a:gd name="connsiteY96" fmla="*/ 93122 h 582168"/>
                <a:gd name="connsiteX97" fmla="*/ 944824 w 2912392"/>
                <a:gd name="connsiteY97" fmla="*/ 96177 h 582168"/>
                <a:gd name="connsiteX98" fmla="*/ 954564 w 2912392"/>
                <a:gd name="connsiteY98" fmla="*/ 99321 h 582168"/>
                <a:gd name="connsiteX99" fmla="*/ 964305 w 2912392"/>
                <a:gd name="connsiteY99" fmla="*/ 102554 h 582168"/>
                <a:gd name="connsiteX100" fmla="*/ 974045 w 2912392"/>
                <a:gd name="connsiteY100" fmla="*/ 105881 h 582168"/>
                <a:gd name="connsiteX101" fmla="*/ 983786 w 2912392"/>
                <a:gd name="connsiteY101" fmla="*/ 109303 h 582168"/>
                <a:gd name="connsiteX102" fmla="*/ 993522 w 2912392"/>
                <a:gd name="connsiteY102" fmla="*/ 112826 h 582168"/>
                <a:gd name="connsiteX103" fmla="*/ 1003266 w 2912392"/>
                <a:gd name="connsiteY103" fmla="*/ 116449 h 582168"/>
                <a:gd name="connsiteX104" fmla="*/ 1013010 w 2912392"/>
                <a:gd name="connsiteY104" fmla="*/ 120178 h 582168"/>
                <a:gd name="connsiteX105" fmla="*/ 1022754 w 2912392"/>
                <a:gd name="connsiteY105" fmla="*/ 124016 h 582168"/>
                <a:gd name="connsiteX106" fmla="*/ 1032483 w 2912392"/>
                <a:gd name="connsiteY106" fmla="*/ 127963 h 582168"/>
                <a:gd name="connsiteX107" fmla="*/ 1042227 w 2912392"/>
                <a:gd name="connsiteY107" fmla="*/ 132023 h 582168"/>
                <a:gd name="connsiteX108" fmla="*/ 1051971 w 2912392"/>
                <a:gd name="connsiteY108" fmla="*/ 136198 h 582168"/>
                <a:gd name="connsiteX109" fmla="*/ 1061715 w 2912392"/>
                <a:gd name="connsiteY109" fmla="*/ 140489 h 582168"/>
                <a:gd name="connsiteX110" fmla="*/ 1071444 w 2912392"/>
                <a:gd name="connsiteY110" fmla="*/ 144897 h 582168"/>
                <a:gd name="connsiteX111" fmla="*/ 1081188 w 2912392"/>
                <a:gd name="connsiteY111" fmla="*/ 149426 h 582168"/>
                <a:gd name="connsiteX112" fmla="*/ 1090932 w 2912392"/>
                <a:gd name="connsiteY112" fmla="*/ 154075 h 582168"/>
                <a:gd name="connsiteX113" fmla="*/ 1100676 w 2912392"/>
                <a:gd name="connsiteY113" fmla="*/ 158846 h 582168"/>
                <a:gd name="connsiteX114" fmla="*/ 1110405 w 2912392"/>
                <a:gd name="connsiteY114" fmla="*/ 163738 h 582168"/>
                <a:gd name="connsiteX115" fmla="*/ 1120149 w 2912392"/>
                <a:gd name="connsiteY115" fmla="*/ 168753 h 582168"/>
                <a:gd name="connsiteX116" fmla="*/ 1129893 w 2912392"/>
                <a:gd name="connsiteY116" fmla="*/ 173890 h 582168"/>
                <a:gd name="connsiteX117" fmla="*/ 1139637 w 2912392"/>
                <a:gd name="connsiteY117" fmla="*/ 179148 h 582168"/>
                <a:gd name="connsiteX118" fmla="*/ 1149381 w 2912392"/>
                <a:gd name="connsiteY118" fmla="*/ 184528 h 582168"/>
                <a:gd name="connsiteX119" fmla="*/ 1159110 w 2912392"/>
                <a:gd name="connsiteY119" fmla="*/ 190028 h 582168"/>
                <a:gd name="connsiteX120" fmla="*/ 1168854 w 2912392"/>
                <a:gd name="connsiteY120" fmla="*/ 195644 h 582168"/>
                <a:gd name="connsiteX121" fmla="*/ 1178598 w 2912392"/>
                <a:gd name="connsiteY121" fmla="*/ 201379 h 582168"/>
                <a:gd name="connsiteX122" fmla="*/ 1188341 w 2912392"/>
                <a:gd name="connsiteY122" fmla="*/ 207225 h 582168"/>
                <a:gd name="connsiteX123" fmla="*/ 1198070 w 2912392"/>
                <a:gd name="connsiteY123" fmla="*/ 213185 h 582168"/>
                <a:gd name="connsiteX124" fmla="*/ 1207814 w 2912392"/>
                <a:gd name="connsiteY124" fmla="*/ 219252 h 582168"/>
                <a:gd name="connsiteX125" fmla="*/ 1217558 w 2912392"/>
                <a:gd name="connsiteY125" fmla="*/ 225425 h 582168"/>
                <a:gd name="connsiteX126" fmla="*/ 1227302 w 2912392"/>
                <a:gd name="connsiteY126" fmla="*/ 231699 h 582168"/>
                <a:gd name="connsiteX127" fmla="*/ 1237031 w 2912392"/>
                <a:gd name="connsiteY127" fmla="*/ 238071 h 582168"/>
                <a:gd name="connsiteX128" fmla="*/ 1246775 w 2912392"/>
                <a:gd name="connsiteY128" fmla="*/ 244535 h 582168"/>
                <a:gd name="connsiteX129" fmla="*/ 1256519 w 2912392"/>
                <a:gd name="connsiteY129" fmla="*/ 251087 h 582168"/>
                <a:gd name="connsiteX130" fmla="*/ 1266263 w 2912392"/>
                <a:gd name="connsiteY130" fmla="*/ 257723 h 582168"/>
                <a:gd name="connsiteX131" fmla="*/ 1276007 w 2912392"/>
                <a:gd name="connsiteY131" fmla="*/ 264436 h 582168"/>
                <a:gd name="connsiteX132" fmla="*/ 1285736 w 2912392"/>
                <a:gd name="connsiteY132" fmla="*/ 271221 h 582168"/>
                <a:gd name="connsiteX133" fmla="*/ 1295480 w 2912392"/>
                <a:gd name="connsiteY133" fmla="*/ 278072 h 582168"/>
                <a:gd name="connsiteX134" fmla="*/ 1305224 w 2912392"/>
                <a:gd name="connsiteY134" fmla="*/ 284983 h 582168"/>
                <a:gd name="connsiteX135" fmla="*/ 1314968 w 2912392"/>
                <a:gd name="connsiteY135" fmla="*/ 291947 h 582168"/>
                <a:gd name="connsiteX136" fmla="*/ 1324697 w 2912392"/>
                <a:gd name="connsiteY136" fmla="*/ 298957 h 582168"/>
                <a:gd name="connsiteX137" fmla="*/ 1334441 w 2912392"/>
                <a:gd name="connsiteY137" fmla="*/ 306006 h 582168"/>
                <a:gd name="connsiteX138" fmla="*/ 1344185 w 2912392"/>
                <a:gd name="connsiteY138" fmla="*/ 313087 h 582168"/>
                <a:gd name="connsiteX139" fmla="*/ 1353929 w 2912392"/>
                <a:gd name="connsiteY139" fmla="*/ 320194 h 582168"/>
                <a:gd name="connsiteX140" fmla="*/ 1363658 w 2912392"/>
                <a:gd name="connsiteY140" fmla="*/ 327317 h 582168"/>
                <a:gd name="connsiteX141" fmla="*/ 1373402 w 2912392"/>
                <a:gd name="connsiteY141" fmla="*/ 334451 h 582168"/>
                <a:gd name="connsiteX142" fmla="*/ 1383146 w 2912392"/>
                <a:gd name="connsiteY142" fmla="*/ 341586 h 582168"/>
                <a:gd name="connsiteX143" fmla="*/ 1392890 w 2912392"/>
                <a:gd name="connsiteY143" fmla="*/ 348715 h 582168"/>
                <a:gd name="connsiteX144" fmla="*/ 1402619 w 2912392"/>
                <a:gd name="connsiteY144" fmla="*/ 355831 h 582168"/>
                <a:gd name="connsiteX145" fmla="*/ 1412363 w 2912392"/>
                <a:gd name="connsiteY145" fmla="*/ 362924 h 582168"/>
                <a:gd name="connsiteX146" fmla="*/ 1422106 w 2912392"/>
                <a:gd name="connsiteY146" fmla="*/ 369989 h 582168"/>
                <a:gd name="connsiteX147" fmla="*/ 1431850 w 2912392"/>
                <a:gd name="connsiteY147" fmla="*/ 377016 h 582168"/>
                <a:gd name="connsiteX148" fmla="*/ 1441594 w 2912392"/>
                <a:gd name="connsiteY148" fmla="*/ 383997 h 582168"/>
                <a:gd name="connsiteX149" fmla="*/ 1451323 w 2912392"/>
                <a:gd name="connsiteY149" fmla="*/ 390925 h 582168"/>
                <a:gd name="connsiteX150" fmla="*/ 1461067 w 2912392"/>
                <a:gd name="connsiteY150" fmla="*/ 397794 h 582168"/>
                <a:gd name="connsiteX151" fmla="*/ 1470811 w 2912392"/>
                <a:gd name="connsiteY151" fmla="*/ 404594 h 582168"/>
                <a:gd name="connsiteX152" fmla="*/ 1480555 w 2912392"/>
                <a:gd name="connsiteY152" fmla="*/ 411319 h 582168"/>
                <a:gd name="connsiteX153" fmla="*/ 1490284 w 2912392"/>
                <a:gd name="connsiteY153" fmla="*/ 417963 h 582168"/>
                <a:gd name="connsiteX154" fmla="*/ 1500028 w 2912392"/>
                <a:gd name="connsiteY154" fmla="*/ 424515 h 582168"/>
                <a:gd name="connsiteX155" fmla="*/ 1509772 w 2912392"/>
                <a:gd name="connsiteY155" fmla="*/ 430974 h 582168"/>
                <a:gd name="connsiteX156" fmla="*/ 1519516 w 2912392"/>
                <a:gd name="connsiteY156" fmla="*/ 437330 h 582168"/>
                <a:gd name="connsiteX157" fmla="*/ 1529245 w 2912392"/>
                <a:gd name="connsiteY157" fmla="*/ 443577 h 582168"/>
                <a:gd name="connsiteX158" fmla="*/ 1538989 w 2912392"/>
                <a:gd name="connsiteY158" fmla="*/ 449709 h 582168"/>
                <a:gd name="connsiteX159" fmla="*/ 1548733 w 2912392"/>
                <a:gd name="connsiteY159" fmla="*/ 455724 h 582168"/>
                <a:gd name="connsiteX160" fmla="*/ 1558477 w 2912392"/>
                <a:gd name="connsiteY160" fmla="*/ 461612 h 582168"/>
                <a:gd name="connsiteX161" fmla="*/ 1568221 w 2912392"/>
                <a:gd name="connsiteY161" fmla="*/ 467372 h 582168"/>
                <a:gd name="connsiteX162" fmla="*/ 1577950 w 2912392"/>
                <a:gd name="connsiteY162" fmla="*/ 472998 h 582168"/>
                <a:gd name="connsiteX163" fmla="*/ 1587694 w 2912392"/>
                <a:gd name="connsiteY163" fmla="*/ 478485 h 582168"/>
                <a:gd name="connsiteX164" fmla="*/ 1597438 w 2912392"/>
                <a:gd name="connsiteY164" fmla="*/ 483831 h 582168"/>
                <a:gd name="connsiteX165" fmla="*/ 1607182 w 2912392"/>
                <a:gd name="connsiteY165" fmla="*/ 489031 h 582168"/>
                <a:gd name="connsiteX166" fmla="*/ 1616911 w 2912392"/>
                <a:gd name="connsiteY166" fmla="*/ 494083 h 582168"/>
                <a:gd name="connsiteX167" fmla="*/ 1626655 w 2912392"/>
                <a:gd name="connsiteY167" fmla="*/ 498986 h 582168"/>
                <a:gd name="connsiteX168" fmla="*/ 1636399 w 2912392"/>
                <a:gd name="connsiteY168" fmla="*/ 503735 h 582168"/>
                <a:gd name="connsiteX169" fmla="*/ 1646142 w 2912392"/>
                <a:gd name="connsiteY169" fmla="*/ 508331 h 582168"/>
                <a:gd name="connsiteX170" fmla="*/ 1655872 w 2912392"/>
                <a:gd name="connsiteY170" fmla="*/ 512771 h 582168"/>
                <a:gd name="connsiteX171" fmla="*/ 1665616 w 2912392"/>
                <a:gd name="connsiteY171" fmla="*/ 517053 h 582168"/>
                <a:gd name="connsiteX172" fmla="*/ 1675359 w 2912392"/>
                <a:gd name="connsiteY172" fmla="*/ 521180 h 582168"/>
                <a:gd name="connsiteX173" fmla="*/ 1685103 w 2912392"/>
                <a:gd name="connsiteY173" fmla="*/ 525149 h 582168"/>
                <a:gd name="connsiteX174" fmla="*/ 1694832 w 2912392"/>
                <a:gd name="connsiteY174" fmla="*/ 528960 h 582168"/>
                <a:gd name="connsiteX175" fmla="*/ 1704576 w 2912392"/>
                <a:gd name="connsiteY175" fmla="*/ 532616 h 582168"/>
                <a:gd name="connsiteX176" fmla="*/ 1714320 w 2912392"/>
                <a:gd name="connsiteY176" fmla="*/ 536116 h 582168"/>
                <a:gd name="connsiteX177" fmla="*/ 1724064 w 2912392"/>
                <a:gd name="connsiteY177" fmla="*/ 539462 h 582168"/>
                <a:gd name="connsiteX178" fmla="*/ 1733808 w 2912392"/>
                <a:gd name="connsiteY178" fmla="*/ 542655 h 582168"/>
                <a:gd name="connsiteX179" fmla="*/ 1743537 w 2912392"/>
                <a:gd name="connsiteY179" fmla="*/ 545698 h 582168"/>
                <a:gd name="connsiteX180" fmla="*/ 1753281 w 2912392"/>
                <a:gd name="connsiteY180" fmla="*/ 548591 h 582168"/>
                <a:gd name="connsiteX181" fmla="*/ 1763025 w 2912392"/>
                <a:gd name="connsiteY181" fmla="*/ 551340 h 582168"/>
                <a:gd name="connsiteX182" fmla="*/ 1772769 w 2912392"/>
                <a:gd name="connsiteY182" fmla="*/ 553944 h 582168"/>
                <a:gd name="connsiteX183" fmla="*/ 1782498 w 2912392"/>
                <a:gd name="connsiteY183" fmla="*/ 556407 h 582168"/>
                <a:gd name="connsiteX184" fmla="*/ 1792242 w 2912392"/>
                <a:gd name="connsiteY184" fmla="*/ 558733 h 582168"/>
                <a:gd name="connsiteX185" fmla="*/ 1801986 w 2912392"/>
                <a:gd name="connsiteY185" fmla="*/ 560924 h 582168"/>
                <a:gd name="connsiteX186" fmla="*/ 1811730 w 2912392"/>
                <a:gd name="connsiteY186" fmla="*/ 562985 h 582168"/>
                <a:gd name="connsiteX187" fmla="*/ 1821459 w 2912392"/>
                <a:gd name="connsiteY187" fmla="*/ 564917 h 582168"/>
                <a:gd name="connsiteX188" fmla="*/ 1831203 w 2912392"/>
                <a:gd name="connsiteY188" fmla="*/ 566726 h 582168"/>
                <a:gd name="connsiteX189" fmla="*/ 1840947 w 2912392"/>
                <a:gd name="connsiteY189" fmla="*/ 568414 h 582168"/>
                <a:gd name="connsiteX190" fmla="*/ 1850691 w 2912392"/>
                <a:gd name="connsiteY190" fmla="*/ 569986 h 582168"/>
                <a:gd name="connsiteX191" fmla="*/ 1860435 w 2912392"/>
                <a:gd name="connsiteY191" fmla="*/ 571444 h 582168"/>
                <a:gd name="connsiteX192" fmla="*/ 1870164 w 2912392"/>
                <a:gd name="connsiteY192" fmla="*/ 572794 h 582168"/>
                <a:gd name="connsiteX193" fmla="*/ 1879908 w 2912392"/>
                <a:gd name="connsiteY193" fmla="*/ 574038 h 582168"/>
                <a:gd name="connsiteX194" fmla="*/ 1889652 w 2912392"/>
                <a:gd name="connsiteY194" fmla="*/ 575180 h 582168"/>
                <a:gd name="connsiteX195" fmla="*/ 1899395 w 2912392"/>
                <a:gd name="connsiteY195" fmla="*/ 576223 h 582168"/>
                <a:gd name="connsiteX196" fmla="*/ 1909124 w 2912392"/>
                <a:gd name="connsiteY196" fmla="*/ 577172 h 582168"/>
                <a:gd name="connsiteX197" fmla="*/ 1918868 w 2912392"/>
                <a:gd name="connsiteY197" fmla="*/ 578027 h 582168"/>
                <a:gd name="connsiteX198" fmla="*/ 1928612 w 2912392"/>
                <a:gd name="connsiteY198" fmla="*/ 578794 h 582168"/>
                <a:gd name="connsiteX199" fmla="*/ 1938356 w 2912392"/>
                <a:gd name="connsiteY199" fmla="*/ 579477 h 582168"/>
                <a:gd name="connsiteX200" fmla="*/ 1948085 w 2912392"/>
                <a:gd name="connsiteY200" fmla="*/ 580076 h 582168"/>
                <a:gd name="connsiteX201" fmla="*/ 1957829 w 2912392"/>
                <a:gd name="connsiteY201" fmla="*/ 580595 h 582168"/>
                <a:gd name="connsiteX202" fmla="*/ 1967573 w 2912392"/>
                <a:gd name="connsiteY202" fmla="*/ 581037 h 582168"/>
                <a:gd name="connsiteX203" fmla="*/ 1977317 w 2912392"/>
                <a:gd name="connsiteY203" fmla="*/ 581403 h 582168"/>
                <a:gd name="connsiteX204" fmla="*/ 1987046 w 2912392"/>
                <a:gd name="connsiteY204" fmla="*/ 581697 h 582168"/>
                <a:gd name="connsiteX205" fmla="*/ 1996790 w 2912392"/>
                <a:gd name="connsiteY205" fmla="*/ 581919 h 582168"/>
                <a:gd name="connsiteX206" fmla="*/ 2006534 w 2912392"/>
                <a:gd name="connsiteY206" fmla="*/ 582070 h 582168"/>
                <a:gd name="connsiteX207" fmla="*/ 2016278 w 2912392"/>
                <a:gd name="connsiteY207" fmla="*/ 582152 h 582168"/>
                <a:gd name="connsiteX208" fmla="*/ 2026022 w 2912392"/>
                <a:gd name="connsiteY208" fmla="*/ 582169 h 582168"/>
                <a:gd name="connsiteX209" fmla="*/ 2035751 w 2912392"/>
                <a:gd name="connsiteY209" fmla="*/ 582118 h 582168"/>
                <a:gd name="connsiteX210" fmla="*/ 2045495 w 2912392"/>
                <a:gd name="connsiteY210" fmla="*/ 582002 h 582168"/>
                <a:gd name="connsiteX211" fmla="*/ 2055239 w 2912392"/>
                <a:gd name="connsiteY211" fmla="*/ 581819 h 582168"/>
                <a:gd name="connsiteX212" fmla="*/ 2064983 w 2912392"/>
                <a:gd name="connsiteY212" fmla="*/ 581571 h 582168"/>
                <a:gd name="connsiteX213" fmla="*/ 2074712 w 2912392"/>
                <a:gd name="connsiteY213" fmla="*/ 581258 h 582168"/>
                <a:gd name="connsiteX214" fmla="*/ 2084456 w 2912392"/>
                <a:gd name="connsiteY214" fmla="*/ 580880 h 582168"/>
                <a:gd name="connsiteX215" fmla="*/ 2094200 w 2912392"/>
                <a:gd name="connsiteY215" fmla="*/ 580436 h 582168"/>
                <a:gd name="connsiteX216" fmla="*/ 2103944 w 2912392"/>
                <a:gd name="connsiteY216" fmla="*/ 579925 h 582168"/>
                <a:gd name="connsiteX217" fmla="*/ 2113673 w 2912392"/>
                <a:gd name="connsiteY217" fmla="*/ 579347 h 582168"/>
                <a:gd name="connsiteX218" fmla="*/ 2123417 w 2912392"/>
                <a:gd name="connsiteY218" fmla="*/ 578700 h 582168"/>
                <a:gd name="connsiteX219" fmla="*/ 2133161 w 2912392"/>
                <a:gd name="connsiteY219" fmla="*/ 577984 h 582168"/>
                <a:gd name="connsiteX220" fmla="*/ 2142905 w 2912392"/>
                <a:gd name="connsiteY220" fmla="*/ 577197 h 582168"/>
                <a:gd name="connsiteX221" fmla="*/ 2152649 w 2912392"/>
                <a:gd name="connsiteY221" fmla="*/ 576339 h 582168"/>
                <a:gd name="connsiteX222" fmla="*/ 2162377 w 2912392"/>
                <a:gd name="connsiteY222" fmla="*/ 575406 h 582168"/>
                <a:gd name="connsiteX223" fmla="*/ 2172121 w 2912392"/>
                <a:gd name="connsiteY223" fmla="*/ 574399 h 582168"/>
                <a:gd name="connsiteX224" fmla="*/ 2181865 w 2912392"/>
                <a:gd name="connsiteY224" fmla="*/ 573314 h 582168"/>
                <a:gd name="connsiteX225" fmla="*/ 2191609 w 2912392"/>
                <a:gd name="connsiteY225" fmla="*/ 572154 h 582168"/>
                <a:gd name="connsiteX226" fmla="*/ 2201338 w 2912392"/>
                <a:gd name="connsiteY226" fmla="*/ 570913 h 582168"/>
                <a:gd name="connsiteX227" fmla="*/ 2211082 w 2912392"/>
                <a:gd name="connsiteY227" fmla="*/ 569590 h 582168"/>
                <a:gd name="connsiteX228" fmla="*/ 2220826 w 2912392"/>
                <a:gd name="connsiteY228" fmla="*/ 568186 h 582168"/>
                <a:gd name="connsiteX229" fmla="*/ 2230570 w 2912392"/>
                <a:gd name="connsiteY229" fmla="*/ 566698 h 582168"/>
                <a:gd name="connsiteX230" fmla="*/ 2240299 w 2912392"/>
                <a:gd name="connsiteY230" fmla="*/ 565124 h 582168"/>
                <a:gd name="connsiteX231" fmla="*/ 2250043 w 2912392"/>
                <a:gd name="connsiteY231" fmla="*/ 563465 h 582168"/>
                <a:gd name="connsiteX232" fmla="*/ 2259787 w 2912392"/>
                <a:gd name="connsiteY232" fmla="*/ 561717 h 582168"/>
                <a:gd name="connsiteX233" fmla="*/ 2269531 w 2912392"/>
                <a:gd name="connsiteY233" fmla="*/ 559883 h 582168"/>
                <a:gd name="connsiteX234" fmla="*/ 2279260 w 2912392"/>
                <a:gd name="connsiteY234" fmla="*/ 557958 h 582168"/>
                <a:gd name="connsiteX235" fmla="*/ 2289004 w 2912392"/>
                <a:gd name="connsiteY235" fmla="*/ 555945 h 582168"/>
                <a:gd name="connsiteX236" fmla="*/ 2298748 w 2912392"/>
                <a:gd name="connsiteY236" fmla="*/ 553841 h 582168"/>
                <a:gd name="connsiteX237" fmla="*/ 2308492 w 2912392"/>
                <a:gd name="connsiteY237" fmla="*/ 551648 h 582168"/>
                <a:gd name="connsiteX238" fmla="*/ 2318236 w 2912392"/>
                <a:gd name="connsiteY238" fmla="*/ 549364 h 582168"/>
                <a:gd name="connsiteX239" fmla="*/ 2327965 w 2912392"/>
                <a:gd name="connsiteY239" fmla="*/ 546991 h 582168"/>
                <a:gd name="connsiteX240" fmla="*/ 2337709 w 2912392"/>
                <a:gd name="connsiteY240" fmla="*/ 544529 h 582168"/>
                <a:gd name="connsiteX241" fmla="*/ 2347453 w 2912392"/>
                <a:gd name="connsiteY241" fmla="*/ 541979 h 582168"/>
                <a:gd name="connsiteX242" fmla="*/ 2357197 w 2912392"/>
                <a:gd name="connsiteY242" fmla="*/ 539342 h 582168"/>
                <a:gd name="connsiteX243" fmla="*/ 2366926 w 2912392"/>
                <a:gd name="connsiteY243" fmla="*/ 536620 h 582168"/>
                <a:gd name="connsiteX244" fmla="*/ 2376670 w 2912392"/>
                <a:gd name="connsiteY244" fmla="*/ 533813 h 582168"/>
                <a:gd name="connsiteX245" fmla="*/ 2386413 w 2912392"/>
                <a:gd name="connsiteY245" fmla="*/ 530924 h 582168"/>
                <a:gd name="connsiteX246" fmla="*/ 2396157 w 2912392"/>
                <a:gd name="connsiteY246" fmla="*/ 527956 h 582168"/>
                <a:gd name="connsiteX247" fmla="*/ 2405886 w 2912392"/>
                <a:gd name="connsiteY247" fmla="*/ 524909 h 582168"/>
                <a:gd name="connsiteX248" fmla="*/ 2415630 w 2912392"/>
                <a:gd name="connsiteY248" fmla="*/ 521789 h 582168"/>
                <a:gd name="connsiteX249" fmla="*/ 2425374 w 2912392"/>
                <a:gd name="connsiteY249" fmla="*/ 518598 h 582168"/>
                <a:gd name="connsiteX250" fmla="*/ 2435118 w 2912392"/>
                <a:gd name="connsiteY250" fmla="*/ 515339 h 582168"/>
                <a:gd name="connsiteX251" fmla="*/ 2444862 w 2912392"/>
                <a:gd name="connsiteY251" fmla="*/ 512015 h 582168"/>
                <a:gd name="connsiteX252" fmla="*/ 2454591 w 2912392"/>
                <a:gd name="connsiteY252" fmla="*/ 508630 h 582168"/>
                <a:gd name="connsiteX253" fmla="*/ 2464335 w 2912392"/>
                <a:gd name="connsiteY253" fmla="*/ 505190 h 582168"/>
                <a:gd name="connsiteX254" fmla="*/ 2474079 w 2912392"/>
                <a:gd name="connsiteY254" fmla="*/ 501696 h 582168"/>
                <a:gd name="connsiteX255" fmla="*/ 2483823 w 2912392"/>
                <a:gd name="connsiteY255" fmla="*/ 498156 h 582168"/>
                <a:gd name="connsiteX256" fmla="*/ 2493552 w 2912392"/>
                <a:gd name="connsiteY256" fmla="*/ 494572 h 582168"/>
                <a:gd name="connsiteX257" fmla="*/ 2503296 w 2912392"/>
                <a:gd name="connsiteY257" fmla="*/ 490950 h 582168"/>
                <a:gd name="connsiteX258" fmla="*/ 2513040 w 2912392"/>
                <a:gd name="connsiteY258" fmla="*/ 487295 h 582168"/>
                <a:gd name="connsiteX259" fmla="*/ 2522784 w 2912392"/>
                <a:gd name="connsiteY259" fmla="*/ 483610 h 582168"/>
                <a:gd name="connsiteX260" fmla="*/ 2532513 w 2912392"/>
                <a:gd name="connsiteY260" fmla="*/ 479905 h 582168"/>
                <a:gd name="connsiteX261" fmla="*/ 2542257 w 2912392"/>
                <a:gd name="connsiteY261" fmla="*/ 476180 h 582168"/>
                <a:gd name="connsiteX262" fmla="*/ 2552001 w 2912392"/>
                <a:gd name="connsiteY262" fmla="*/ 472445 h 582168"/>
                <a:gd name="connsiteX263" fmla="*/ 2561745 w 2912392"/>
                <a:gd name="connsiteY263" fmla="*/ 468703 h 582168"/>
                <a:gd name="connsiteX264" fmla="*/ 2571474 w 2912392"/>
                <a:gd name="connsiteY264" fmla="*/ 464958 h 582168"/>
                <a:gd name="connsiteX265" fmla="*/ 2581218 w 2912392"/>
                <a:gd name="connsiteY265" fmla="*/ 461219 h 582168"/>
                <a:gd name="connsiteX266" fmla="*/ 2590962 w 2912392"/>
                <a:gd name="connsiteY266" fmla="*/ 457490 h 582168"/>
                <a:gd name="connsiteX267" fmla="*/ 2600705 w 2912392"/>
                <a:gd name="connsiteY267" fmla="*/ 453775 h 582168"/>
                <a:gd name="connsiteX268" fmla="*/ 2610449 w 2912392"/>
                <a:gd name="connsiteY268" fmla="*/ 450082 h 582168"/>
                <a:gd name="connsiteX269" fmla="*/ 2620178 w 2912392"/>
                <a:gd name="connsiteY269" fmla="*/ 446415 h 582168"/>
                <a:gd name="connsiteX270" fmla="*/ 2629922 w 2912392"/>
                <a:gd name="connsiteY270" fmla="*/ 442780 h 582168"/>
                <a:gd name="connsiteX271" fmla="*/ 2639666 w 2912392"/>
                <a:gd name="connsiteY271" fmla="*/ 439180 h 582168"/>
                <a:gd name="connsiteX272" fmla="*/ 2649410 w 2912392"/>
                <a:gd name="connsiteY272" fmla="*/ 435624 h 582168"/>
                <a:gd name="connsiteX273" fmla="*/ 2659139 w 2912392"/>
                <a:gd name="connsiteY273" fmla="*/ 432112 h 582168"/>
                <a:gd name="connsiteX274" fmla="*/ 2668883 w 2912392"/>
                <a:gd name="connsiteY274" fmla="*/ 428653 h 582168"/>
                <a:gd name="connsiteX275" fmla="*/ 2678627 w 2912392"/>
                <a:gd name="connsiteY275" fmla="*/ 425250 h 582168"/>
                <a:gd name="connsiteX276" fmla="*/ 2688371 w 2912392"/>
                <a:gd name="connsiteY276" fmla="*/ 421905 h 582168"/>
                <a:gd name="connsiteX277" fmla="*/ 2698100 w 2912392"/>
                <a:gd name="connsiteY277" fmla="*/ 418626 h 582168"/>
                <a:gd name="connsiteX278" fmla="*/ 2707844 w 2912392"/>
                <a:gd name="connsiteY278" fmla="*/ 415415 h 582168"/>
                <a:gd name="connsiteX279" fmla="*/ 2717588 w 2912392"/>
                <a:gd name="connsiteY279" fmla="*/ 412276 h 582168"/>
                <a:gd name="connsiteX280" fmla="*/ 2727332 w 2912392"/>
                <a:gd name="connsiteY280" fmla="*/ 409211 h 582168"/>
                <a:gd name="connsiteX281" fmla="*/ 2737076 w 2912392"/>
                <a:gd name="connsiteY281" fmla="*/ 406225 h 582168"/>
                <a:gd name="connsiteX282" fmla="*/ 2746805 w 2912392"/>
                <a:gd name="connsiteY282" fmla="*/ 403321 h 582168"/>
                <a:gd name="connsiteX283" fmla="*/ 2756549 w 2912392"/>
                <a:gd name="connsiteY283" fmla="*/ 400501 h 582168"/>
                <a:gd name="connsiteX284" fmla="*/ 2766293 w 2912392"/>
                <a:gd name="connsiteY284" fmla="*/ 397769 h 582168"/>
                <a:gd name="connsiteX285" fmla="*/ 2776037 w 2912392"/>
                <a:gd name="connsiteY285" fmla="*/ 395126 h 582168"/>
                <a:gd name="connsiteX286" fmla="*/ 2785766 w 2912392"/>
                <a:gd name="connsiteY286" fmla="*/ 392572 h 582168"/>
                <a:gd name="connsiteX287" fmla="*/ 2795510 w 2912392"/>
                <a:gd name="connsiteY287" fmla="*/ 390112 h 582168"/>
                <a:gd name="connsiteX288" fmla="*/ 2805254 w 2912392"/>
                <a:gd name="connsiteY288" fmla="*/ 387746 h 582168"/>
                <a:gd name="connsiteX289" fmla="*/ 2814998 w 2912392"/>
                <a:gd name="connsiteY289" fmla="*/ 385475 h 582168"/>
                <a:gd name="connsiteX290" fmla="*/ 2824727 w 2912392"/>
                <a:gd name="connsiteY290" fmla="*/ 383300 h 582168"/>
                <a:gd name="connsiteX291" fmla="*/ 2834471 w 2912392"/>
                <a:gd name="connsiteY291" fmla="*/ 381223 h 582168"/>
                <a:gd name="connsiteX292" fmla="*/ 2844215 w 2912392"/>
                <a:gd name="connsiteY292" fmla="*/ 379243 h 582168"/>
                <a:gd name="connsiteX293" fmla="*/ 2853958 w 2912392"/>
                <a:gd name="connsiteY293" fmla="*/ 377361 h 582168"/>
                <a:gd name="connsiteX294" fmla="*/ 2863687 w 2912392"/>
                <a:gd name="connsiteY294" fmla="*/ 375577 h 582168"/>
                <a:gd name="connsiteX295" fmla="*/ 2873431 w 2912392"/>
                <a:gd name="connsiteY295" fmla="*/ 373890 h 582168"/>
                <a:gd name="connsiteX296" fmla="*/ 2883175 w 2912392"/>
                <a:gd name="connsiteY296" fmla="*/ 372300 h 582168"/>
                <a:gd name="connsiteX297" fmla="*/ 2892919 w 2912392"/>
                <a:gd name="connsiteY297" fmla="*/ 370809 h 582168"/>
                <a:gd name="connsiteX298" fmla="*/ 2902663 w 2912392"/>
                <a:gd name="connsiteY298" fmla="*/ 369411 h 582168"/>
                <a:gd name="connsiteX299" fmla="*/ 2912392 w 2912392"/>
                <a:gd name="connsiteY299" fmla="*/ 368111 h 582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82168">
                  <a:moveTo>
                    <a:pt x="0" y="34332"/>
                  </a:moveTo>
                  <a:lnTo>
                    <a:pt x="9739" y="32820"/>
                  </a:lnTo>
                  <a:lnTo>
                    <a:pt x="19480" y="31313"/>
                  </a:lnTo>
                  <a:lnTo>
                    <a:pt x="29221" y="29816"/>
                  </a:lnTo>
                  <a:lnTo>
                    <a:pt x="38961" y="28329"/>
                  </a:lnTo>
                  <a:lnTo>
                    <a:pt x="48702" y="26855"/>
                  </a:lnTo>
                  <a:lnTo>
                    <a:pt x="58443" y="25395"/>
                  </a:lnTo>
                  <a:lnTo>
                    <a:pt x="68182" y="23955"/>
                  </a:lnTo>
                  <a:lnTo>
                    <a:pt x="77923" y="22532"/>
                  </a:lnTo>
                  <a:lnTo>
                    <a:pt x="87664" y="21131"/>
                  </a:lnTo>
                  <a:lnTo>
                    <a:pt x="97404" y="19755"/>
                  </a:lnTo>
                  <a:lnTo>
                    <a:pt x="107145" y="18403"/>
                  </a:lnTo>
                  <a:lnTo>
                    <a:pt x="116886" y="17083"/>
                  </a:lnTo>
                  <a:lnTo>
                    <a:pt x="126625" y="15794"/>
                  </a:lnTo>
                  <a:lnTo>
                    <a:pt x="136366" y="14538"/>
                  </a:lnTo>
                  <a:lnTo>
                    <a:pt x="146107" y="13321"/>
                  </a:lnTo>
                  <a:lnTo>
                    <a:pt x="155846" y="12143"/>
                  </a:lnTo>
                  <a:lnTo>
                    <a:pt x="165587" y="11006"/>
                  </a:lnTo>
                  <a:lnTo>
                    <a:pt x="175328" y="9912"/>
                  </a:lnTo>
                  <a:lnTo>
                    <a:pt x="185068" y="8866"/>
                  </a:lnTo>
                  <a:lnTo>
                    <a:pt x="194809" y="7870"/>
                  </a:lnTo>
                  <a:lnTo>
                    <a:pt x="204550" y="6924"/>
                  </a:lnTo>
                  <a:lnTo>
                    <a:pt x="214289" y="6031"/>
                  </a:lnTo>
                  <a:lnTo>
                    <a:pt x="224030" y="5194"/>
                  </a:lnTo>
                  <a:lnTo>
                    <a:pt x="233771" y="4413"/>
                  </a:lnTo>
                  <a:lnTo>
                    <a:pt x="243510" y="3691"/>
                  </a:lnTo>
                  <a:lnTo>
                    <a:pt x="253251" y="3029"/>
                  </a:lnTo>
                  <a:lnTo>
                    <a:pt x="262992" y="2430"/>
                  </a:lnTo>
                  <a:lnTo>
                    <a:pt x="272732" y="1895"/>
                  </a:lnTo>
                  <a:lnTo>
                    <a:pt x="282473" y="1423"/>
                  </a:lnTo>
                  <a:lnTo>
                    <a:pt x="292214" y="1018"/>
                  </a:lnTo>
                  <a:lnTo>
                    <a:pt x="301953" y="679"/>
                  </a:lnTo>
                  <a:lnTo>
                    <a:pt x="311694" y="407"/>
                  </a:lnTo>
                  <a:lnTo>
                    <a:pt x="321435" y="203"/>
                  </a:lnTo>
                  <a:lnTo>
                    <a:pt x="331175" y="67"/>
                  </a:lnTo>
                  <a:lnTo>
                    <a:pt x="340916" y="0"/>
                  </a:lnTo>
                  <a:lnTo>
                    <a:pt x="350656" y="3"/>
                  </a:lnTo>
                  <a:lnTo>
                    <a:pt x="360396" y="73"/>
                  </a:lnTo>
                  <a:lnTo>
                    <a:pt x="370137" y="212"/>
                  </a:lnTo>
                  <a:lnTo>
                    <a:pt x="379878" y="419"/>
                  </a:lnTo>
                  <a:lnTo>
                    <a:pt x="389617" y="694"/>
                  </a:lnTo>
                  <a:lnTo>
                    <a:pt x="399358" y="1035"/>
                  </a:lnTo>
                  <a:lnTo>
                    <a:pt x="409099" y="1444"/>
                  </a:lnTo>
                  <a:lnTo>
                    <a:pt x="418839" y="1918"/>
                  </a:lnTo>
                  <a:lnTo>
                    <a:pt x="428580" y="2455"/>
                  </a:lnTo>
                  <a:lnTo>
                    <a:pt x="438321" y="3056"/>
                  </a:lnTo>
                  <a:lnTo>
                    <a:pt x="448060" y="3719"/>
                  </a:lnTo>
                  <a:lnTo>
                    <a:pt x="457801" y="4444"/>
                  </a:lnTo>
                  <a:lnTo>
                    <a:pt x="467542" y="5227"/>
                  </a:lnTo>
                  <a:lnTo>
                    <a:pt x="477281" y="6068"/>
                  </a:lnTo>
                  <a:lnTo>
                    <a:pt x="487022" y="6967"/>
                  </a:lnTo>
                  <a:lnTo>
                    <a:pt x="496763" y="7920"/>
                  </a:lnTo>
                  <a:lnTo>
                    <a:pt x="506503" y="8927"/>
                  </a:lnTo>
                  <a:lnTo>
                    <a:pt x="516244" y="9985"/>
                  </a:lnTo>
                  <a:lnTo>
                    <a:pt x="525985" y="11094"/>
                  </a:lnTo>
                  <a:lnTo>
                    <a:pt x="535724" y="12250"/>
                  </a:lnTo>
                  <a:lnTo>
                    <a:pt x="545465" y="13454"/>
                  </a:lnTo>
                  <a:lnTo>
                    <a:pt x="555206" y="14702"/>
                  </a:lnTo>
                  <a:lnTo>
                    <a:pt x="564946" y="15996"/>
                  </a:lnTo>
                  <a:lnTo>
                    <a:pt x="574687" y="17331"/>
                  </a:lnTo>
                  <a:lnTo>
                    <a:pt x="584428" y="18706"/>
                  </a:lnTo>
                  <a:lnTo>
                    <a:pt x="594167" y="20120"/>
                  </a:lnTo>
                  <a:lnTo>
                    <a:pt x="603908" y="21572"/>
                  </a:lnTo>
                  <a:lnTo>
                    <a:pt x="613649" y="23061"/>
                  </a:lnTo>
                  <a:lnTo>
                    <a:pt x="623388" y="24585"/>
                  </a:lnTo>
                  <a:lnTo>
                    <a:pt x="633129" y="26145"/>
                  </a:lnTo>
                  <a:lnTo>
                    <a:pt x="642870" y="27737"/>
                  </a:lnTo>
                  <a:lnTo>
                    <a:pt x="652610" y="29361"/>
                  </a:lnTo>
                  <a:lnTo>
                    <a:pt x="662351" y="31020"/>
                  </a:lnTo>
                  <a:lnTo>
                    <a:pt x="672092" y="32708"/>
                  </a:lnTo>
                  <a:lnTo>
                    <a:pt x="681831" y="34429"/>
                  </a:lnTo>
                  <a:lnTo>
                    <a:pt x="691572" y="36179"/>
                  </a:lnTo>
                  <a:lnTo>
                    <a:pt x="701313" y="37963"/>
                  </a:lnTo>
                  <a:lnTo>
                    <a:pt x="711052" y="39776"/>
                  </a:lnTo>
                  <a:lnTo>
                    <a:pt x="720793" y="41622"/>
                  </a:lnTo>
                  <a:lnTo>
                    <a:pt x="730534" y="43499"/>
                  </a:lnTo>
                  <a:lnTo>
                    <a:pt x="740274" y="45409"/>
                  </a:lnTo>
                  <a:lnTo>
                    <a:pt x="750015" y="47352"/>
                  </a:lnTo>
                  <a:lnTo>
                    <a:pt x="759756" y="49331"/>
                  </a:lnTo>
                  <a:lnTo>
                    <a:pt x="769495" y="51346"/>
                  </a:lnTo>
                  <a:lnTo>
                    <a:pt x="779236" y="53398"/>
                  </a:lnTo>
                  <a:lnTo>
                    <a:pt x="788977" y="55488"/>
                  </a:lnTo>
                  <a:lnTo>
                    <a:pt x="798717" y="57620"/>
                  </a:lnTo>
                  <a:lnTo>
                    <a:pt x="808458" y="59796"/>
                  </a:lnTo>
                  <a:lnTo>
                    <a:pt x="818199" y="62016"/>
                  </a:lnTo>
                  <a:lnTo>
                    <a:pt x="827938" y="64282"/>
                  </a:lnTo>
                  <a:lnTo>
                    <a:pt x="837679" y="66598"/>
                  </a:lnTo>
                  <a:lnTo>
                    <a:pt x="847420" y="68967"/>
                  </a:lnTo>
                  <a:lnTo>
                    <a:pt x="857159" y="71391"/>
                  </a:lnTo>
                  <a:lnTo>
                    <a:pt x="866900" y="73872"/>
                  </a:lnTo>
                  <a:lnTo>
                    <a:pt x="876641" y="76415"/>
                  </a:lnTo>
                  <a:lnTo>
                    <a:pt x="886381" y="79021"/>
                  </a:lnTo>
                  <a:lnTo>
                    <a:pt x="896122" y="81694"/>
                  </a:lnTo>
                  <a:lnTo>
                    <a:pt x="905863" y="84437"/>
                  </a:lnTo>
                  <a:lnTo>
                    <a:pt x="915602" y="87254"/>
                  </a:lnTo>
                  <a:lnTo>
                    <a:pt x="925343" y="90148"/>
                  </a:lnTo>
                  <a:lnTo>
                    <a:pt x="935084" y="93122"/>
                  </a:lnTo>
                  <a:lnTo>
                    <a:pt x="944824" y="96177"/>
                  </a:lnTo>
                  <a:lnTo>
                    <a:pt x="954564" y="99321"/>
                  </a:lnTo>
                  <a:lnTo>
                    <a:pt x="964305" y="102554"/>
                  </a:lnTo>
                  <a:lnTo>
                    <a:pt x="974045" y="105881"/>
                  </a:lnTo>
                  <a:lnTo>
                    <a:pt x="983786" y="109303"/>
                  </a:lnTo>
                  <a:lnTo>
                    <a:pt x="993522" y="112826"/>
                  </a:lnTo>
                  <a:lnTo>
                    <a:pt x="1003266" y="116449"/>
                  </a:lnTo>
                  <a:lnTo>
                    <a:pt x="1013010" y="120178"/>
                  </a:lnTo>
                  <a:lnTo>
                    <a:pt x="1022754" y="124016"/>
                  </a:lnTo>
                  <a:lnTo>
                    <a:pt x="1032483" y="127963"/>
                  </a:lnTo>
                  <a:lnTo>
                    <a:pt x="1042227" y="132023"/>
                  </a:lnTo>
                  <a:lnTo>
                    <a:pt x="1051971" y="136198"/>
                  </a:lnTo>
                  <a:lnTo>
                    <a:pt x="1061715" y="140489"/>
                  </a:lnTo>
                  <a:lnTo>
                    <a:pt x="1071444" y="144897"/>
                  </a:lnTo>
                  <a:lnTo>
                    <a:pt x="1081188" y="149426"/>
                  </a:lnTo>
                  <a:lnTo>
                    <a:pt x="1090932" y="154075"/>
                  </a:lnTo>
                  <a:lnTo>
                    <a:pt x="1100676" y="158846"/>
                  </a:lnTo>
                  <a:lnTo>
                    <a:pt x="1110405" y="163738"/>
                  </a:lnTo>
                  <a:lnTo>
                    <a:pt x="1120149" y="168753"/>
                  </a:lnTo>
                  <a:lnTo>
                    <a:pt x="1129893" y="173890"/>
                  </a:lnTo>
                  <a:lnTo>
                    <a:pt x="1139637" y="179148"/>
                  </a:lnTo>
                  <a:lnTo>
                    <a:pt x="1149381" y="184528"/>
                  </a:lnTo>
                  <a:lnTo>
                    <a:pt x="1159110" y="190028"/>
                  </a:lnTo>
                  <a:lnTo>
                    <a:pt x="1168854" y="195644"/>
                  </a:lnTo>
                  <a:lnTo>
                    <a:pt x="1178598" y="201379"/>
                  </a:lnTo>
                  <a:lnTo>
                    <a:pt x="1188341" y="207225"/>
                  </a:lnTo>
                  <a:lnTo>
                    <a:pt x="1198070" y="213185"/>
                  </a:lnTo>
                  <a:lnTo>
                    <a:pt x="1207814" y="219252"/>
                  </a:lnTo>
                  <a:lnTo>
                    <a:pt x="1217558" y="225425"/>
                  </a:lnTo>
                  <a:lnTo>
                    <a:pt x="1227302" y="231699"/>
                  </a:lnTo>
                  <a:lnTo>
                    <a:pt x="1237031" y="238071"/>
                  </a:lnTo>
                  <a:lnTo>
                    <a:pt x="1246775" y="244535"/>
                  </a:lnTo>
                  <a:lnTo>
                    <a:pt x="1256519" y="251087"/>
                  </a:lnTo>
                  <a:lnTo>
                    <a:pt x="1266263" y="257723"/>
                  </a:lnTo>
                  <a:lnTo>
                    <a:pt x="1276007" y="264436"/>
                  </a:lnTo>
                  <a:lnTo>
                    <a:pt x="1285736" y="271221"/>
                  </a:lnTo>
                  <a:lnTo>
                    <a:pt x="1295480" y="278072"/>
                  </a:lnTo>
                  <a:lnTo>
                    <a:pt x="1305224" y="284983"/>
                  </a:lnTo>
                  <a:lnTo>
                    <a:pt x="1314968" y="291947"/>
                  </a:lnTo>
                  <a:lnTo>
                    <a:pt x="1324697" y="298957"/>
                  </a:lnTo>
                  <a:lnTo>
                    <a:pt x="1334441" y="306006"/>
                  </a:lnTo>
                  <a:lnTo>
                    <a:pt x="1344185" y="313087"/>
                  </a:lnTo>
                  <a:lnTo>
                    <a:pt x="1353929" y="320194"/>
                  </a:lnTo>
                  <a:lnTo>
                    <a:pt x="1363658" y="327317"/>
                  </a:lnTo>
                  <a:lnTo>
                    <a:pt x="1373402" y="334451"/>
                  </a:lnTo>
                  <a:lnTo>
                    <a:pt x="1383146" y="341586"/>
                  </a:lnTo>
                  <a:lnTo>
                    <a:pt x="1392890" y="348715"/>
                  </a:lnTo>
                  <a:lnTo>
                    <a:pt x="1402619" y="355831"/>
                  </a:lnTo>
                  <a:lnTo>
                    <a:pt x="1412363" y="362924"/>
                  </a:lnTo>
                  <a:lnTo>
                    <a:pt x="1422106" y="369989"/>
                  </a:lnTo>
                  <a:lnTo>
                    <a:pt x="1431850" y="377016"/>
                  </a:lnTo>
                  <a:lnTo>
                    <a:pt x="1441594" y="383997"/>
                  </a:lnTo>
                  <a:lnTo>
                    <a:pt x="1451323" y="390925"/>
                  </a:lnTo>
                  <a:lnTo>
                    <a:pt x="1461067" y="397794"/>
                  </a:lnTo>
                  <a:lnTo>
                    <a:pt x="1470811" y="404594"/>
                  </a:lnTo>
                  <a:lnTo>
                    <a:pt x="1480555" y="411319"/>
                  </a:lnTo>
                  <a:lnTo>
                    <a:pt x="1490284" y="417963"/>
                  </a:lnTo>
                  <a:lnTo>
                    <a:pt x="1500028" y="424515"/>
                  </a:lnTo>
                  <a:lnTo>
                    <a:pt x="1509772" y="430974"/>
                  </a:lnTo>
                  <a:lnTo>
                    <a:pt x="1519516" y="437330"/>
                  </a:lnTo>
                  <a:lnTo>
                    <a:pt x="1529245" y="443577"/>
                  </a:lnTo>
                  <a:lnTo>
                    <a:pt x="1538989" y="449709"/>
                  </a:lnTo>
                  <a:lnTo>
                    <a:pt x="1548733" y="455724"/>
                  </a:lnTo>
                  <a:lnTo>
                    <a:pt x="1558477" y="461612"/>
                  </a:lnTo>
                  <a:lnTo>
                    <a:pt x="1568221" y="467372"/>
                  </a:lnTo>
                  <a:lnTo>
                    <a:pt x="1577950" y="472998"/>
                  </a:lnTo>
                  <a:lnTo>
                    <a:pt x="1587694" y="478485"/>
                  </a:lnTo>
                  <a:lnTo>
                    <a:pt x="1597438" y="483831"/>
                  </a:lnTo>
                  <a:lnTo>
                    <a:pt x="1607182" y="489031"/>
                  </a:lnTo>
                  <a:lnTo>
                    <a:pt x="1616911" y="494083"/>
                  </a:lnTo>
                  <a:lnTo>
                    <a:pt x="1626655" y="498986"/>
                  </a:lnTo>
                  <a:lnTo>
                    <a:pt x="1636399" y="503735"/>
                  </a:lnTo>
                  <a:lnTo>
                    <a:pt x="1646142" y="508331"/>
                  </a:lnTo>
                  <a:lnTo>
                    <a:pt x="1655872" y="512771"/>
                  </a:lnTo>
                  <a:lnTo>
                    <a:pt x="1665616" y="517053"/>
                  </a:lnTo>
                  <a:lnTo>
                    <a:pt x="1675359" y="521180"/>
                  </a:lnTo>
                  <a:lnTo>
                    <a:pt x="1685103" y="525149"/>
                  </a:lnTo>
                  <a:lnTo>
                    <a:pt x="1694832" y="528960"/>
                  </a:lnTo>
                  <a:lnTo>
                    <a:pt x="1704576" y="532616"/>
                  </a:lnTo>
                  <a:lnTo>
                    <a:pt x="1714320" y="536116"/>
                  </a:lnTo>
                  <a:lnTo>
                    <a:pt x="1724064" y="539462"/>
                  </a:lnTo>
                  <a:lnTo>
                    <a:pt x="1733808" y="542655"/>
                  </a:lnTo>
                  <a:lnTo>
                    <a:pt x="1743537" y="545698"/>
                  </a:lnTo>
                  <a:lnTo>
                    <a:pt x="1753281" y="548591"/>
                  </a:lnTo>
                  <a:lnTo>
                    <a:pt x="1763025" y="551340"/>
                  </a:lnTo>
                  <a:lnTo>
                    <a:pt x="1772769" y="553944"/>
                  </a:lnTo>
                  <a:lnTo>
                    <a:pt x="1782498" y="556407"/>
                  </a:lnTo>
                  <a:lnTo>
                    <a:pt x="1792242" y="558733"/>
                  </a:lnTo>
                  <a:lnTo>
                    <a:pt x="1801986" y="560924"/>
                  </a:lnTo>
                  <a:lnTo>
                    <a:pt x="1811730" y="562985"/>
                  </a:lnTo>
                  <a:lnTo>
                    <a:pt x="1821459" y="564917"/>
                  </a:lnTo>
                  <a:lnTo>
                    <a:pt x="1831203" y="566726"/>
                  </a:lnTo>
                  <a:lnTo>
                    <a:pt x="1840947" y="568414"/>
                  </a:lnTo>
                  <a:lnTo>
                    <a:pt x="1850691" y="569986"/>
                  </a:lnTo>
                  <a:lnTo>
                    <a:pt x="1860435" y="571444"/>
                  </a:lnTo>
                  <a:lnTo>
                    <a:pt x="1870164" y="572794"/>
                  </a:lnTo>
                  <a:lnTo>
                    <a:pt x="1879908" y="574038"/>
                  </a:lnTo>
                  <a:lnTo>
                    <a:pt x="1889652" y="575180"/>
                  </a:lnTo>
                  <a:lnTo>
                    <a:pt x="1899395" y="576223"/>
                  </a:lnTo>
                  <a:lnTo>
                    <a:pt x="1909124" y="577172"/>
                  </a:lnTo>
                  <a:lnTo>
                    <a:pt x="1918868" y="578027"/>
                  </a:lnTo>
                  <a:lnTo>
                    <a:pt x="1928612" y="578794"/>
                  </a:lnTo>
                  <a:lnTo>
                    <a:pt x="1938356" y="579477"/>
                  </a:lnTo>
                  <a:lnTo>
                    <a:pt x="1948085" y="580076"/>
                  </a:lnTo>
                  <a:lnTo>
                    <a:pt x="1957829" y="580595"/>
                  </a:lnTo>
                  <a:lnTo>
                    <a:pt x="1967573" y="581037"/>
                  </a:lnTo>
                  <a:lnTo>
                    <a:pt x="1977317" y="581403"/>
                  </a:lnTo>
                  <a:lnTo>
                    <a:pt x="1987046" y="581697"/>
                  </a:lnTo>
                  <a:lnTo>
                    <a:pt x="1996790" y="581919"/>
                  </a:lnTo>
                  <a:lnTo>
                    <a:pt x="2006534" y="582070"/>
                  </a:lnTo>
                  <a:lnTo>
                    <a:pt x="2016278" y="582152"/>
                  </a:lnTo>
                  <a:lnTo>
                    <a:pt x="2026022" y="582169"/>
                  </a:lnTo>
                  <a:lnTo>
                    <a:pt x="2035751" y="582118"/>
                  </a:lnTo>
                  <a:lnTo>
                    <a:pt x="2045495" y="582002"/>
                  </a:lnTo>
                  <a:lnTo>
                    <a:pt x="2055239" y="581819"/>
                  </a:lnTo>
                  <a:lnTo>
                    <a:pt x="2064983" y="581571"/>
                  </a:lnTo>
                  <a:lnTo>
                    <a:pt x="2074712" y="581258"/>
                  </a:lnTo>
                  <a:lnTo>
                    <a:pt x="2084456" y="580880"/>
                  </a:lnTo>
                  <a:lnTo>
                    <a:pt x="2094200" y="580436"/>
                  </a:lnTo>
                  <a:lnTo>
                    <a:pt x="2103944" y="579925"/>
                  </a:lnTo>
                  <a:lnTo>
                    <a:pt x="2113673" y="579347"/>
                  </a:lnTo>
                  <a:lnTo>
                    <a:pt x="2123417" y="578700"/>
                  </a:lnTo>
                  <a:lnTo>
                    <a:pt x="2133161" y="577984"/>
                  </a:lnTo>
                  <a:lnTo>
                    <a:pt x="2142905" y="577197"/>
                  </a:lnTo>
                  <a:lnTo>
                    <a:pt x="2152649" y="576339"/>
                  </a:lnTo>
                  <a:lnTo>
                    <a:pt x="2162377" y="575406"/>
                  </a:lnTo>
                  <a:lnTo>
                    <a:pt x="2172121" y="574399"/>
                  </a:lnTo>
                  <a:lnTo>
                    <a:pt x="2181865" y="573314"/>
                  </a:lnTo>
                  <a:lnTo>
                    <a:pt x="2191609" y="572154"/>
                  </a:lnTo>
                  <a:lnTo>
                    <a:pt x="2201338" y="570913"/>
                  </a:lnTo>
                  <a:lnTo>
                    <a:pt x="2211082" y="569590"/>
                  </a:lnTo>
                  <a:lnTo>
                    <a:pt x="2220826" y="568186"/>
                  </a:lnTo>
                  <a:lnTo>
                    <a:pt x="2230570" y="566698"/>
                  </a:lnTo>
                  <a:lnTo>
                    <a:pt x="2240299" y="565124"/>
                  </a:lnTo>
                  <a:lnTo>
                    <a:pt x="2250043" y="563465"/>
                  </a:lnTo>
                  <a:lnTo>
                    <a:pt x="2259787" y="561717"/>
                  </a:lnTo>
                  <a:lnTo>
                    <a:pt x="2269531" y="559883"/>
                  </a:lnTo>
                  <a:lnTo>
                    <a:pt x="2279260" y="557958"/>
                  </a:lnTo>
                  <a:lnTo>
                    <a:pt x="2289004" y="555945"/>
                  </a:lnTo>
                  <a:lnTo>
                    <a:pt x="2298748" y="553841"/>
                  </a:lnTo>
                  <a:lnTo>
                    <a:pt x="2308492" y="551648"/>
                  </a:lnTo>
                  <a:lnTo>
                    <a:pt x="2318236" y="549364"/>
                  </a:lnTo>
                  <a:lnTo>
                    <a:pt x="2327965" y="546991"/>
                  </a:lnTo>
                  <a:lnTo>
                    <a:pt x="2337709" y="544529"/>
                  </a:lnTo>
                  <a:lnTo>
                    <a:pt x="2347453" y="541979"/>
                  </a:lnTo>
                  <a:lnTo>
                    <a:pt x="2357197" y="539342"/>
                  </a:lnTo>
                  <a:lnTo>
                    <a:pt x="2366926" y="536620"/>
                  </a:lnTo>
                  <a:lnTo>
                    <a:pt x="2376670" y="533813"/>
                  </a:lnTo>
                  <a:lnTo>
                    <a:pt x="2386413" y="530924"/>
                  </a:lnTo>
                  <a:lnTo>
                    <a:pt x="2396157" y="527956"/>
                  </a:lnTo>
                  <a:lnTo>
                    <a:pt x="2405886" y="524909"/>
                  </a:lnTo>
                  <a:lnTo>
                    <a:pt x="2415630" y="521789"/>
                  </a:lnTo>
                  <a:lnTo>
                    <a:pt x="2425374" y="518598"/>
                  </a:lnTo>
                  <a:lnTo>
                    <a:pt x="2435118" y="515339"/>
                  </a:lnTo>
                  <a:lnTo>
                    <a:pt x="2444862" y="512015"/>
                  </a:lnTo>
                  <a:lnTo>
                    <a:pt x="2454591" y="508630"/>
                  </a:lnTo>
                  <a:lnTo>
                    <a:pt x="2464335" y="505190"/>
                  </a:lnTo>
                  <a:lnTo>
                    <a:pt x="2474079" y="501696"/>
                  </a:lnTo>
                  <a:lnTo>
                    <a:pt x="2483823" y="498156"/>
                  </a:lnTo>
                  <a:lnTo>
                    <a:pt x="2493552" y="494572"/>
                  </a:lnTo>
                  <a:lnTo>
                    <a:pt x="2503296" y="490950"/>
                  </a:lnTo>
                  <a:lnTo>
                    <a:pt x="2513040" y="487295"/>
                  </a:lnTo>
                  <a:lnTo>
                    <a:pt x="2522784" y="483610"/>
                  </a:lnTo>
                  <a:lnTo>
                    <a:pt x="2532513" y="479905"/>
                  </a:lnTo>
                  <a:lnTo>
                    <a:pt x="2542257" y="476180"/>
                  </a:lnTo>
                  <a:lnTo>
                    <a:pt x="2552001" y="472445"/>
                  </a:lnTo>
                  <a:lnTo>
                    <a:pt x="2561745" y="468703"/>
                  </a:lnTo>
                  <a:lnTo>
                    <a:pt x="2571474" y="464958"/>
                  </a:lnTo>
                  <a:lnTo>
                    <a:pt x="2581218" y="461219"/>
                  </a:lnTo>
                  <a:lnTo>
                    <a:pt x="2590962" y="457490"/>
                  </a:lnTo>
                  <a:lnTo>
                    <a:pt x="2600705" y="453775"/>
                  </a:lnTo>
                  <a:lnTo>
                    <a:pt x="2610449" y="450082"/>
                  </a:lnTo>
                  <a:lnTo>
                    <a:pt x="2620178" y="446415"/>
                  </a:lnTo>
                  <a:lnTo>
                    <a:pt x="2629922" y="442780"/>
                  </a:lnTo>
                  <a:lnTo>
                    <a:pt x="2639666" y="439180"/>
                  </a:lnTo>
                  <a:lnTo>
                    <a:pt x="2649410" y="435624"/>
                  </a:lnTo>
                  <a:lnTo>
                    <a:pt x="2659139" y="432112"/>
                  </a:lnTo>
                  <a:lnTo>
                    <a:pt x="2668883" y="428653"/>
                  </a:lnTo>
                  <a:lnTo>
                    <a:pt x="2678627" y="425250"/>
                  </a:lnTo>
                  <a:lnTo>
                    <a:pt x="2688371" y="421905"/>
                  </a:lnTo>
                  <a:lnTo>
                    <a:pt x="2698100" y="418626"/>
                  </a:lnTo>
                  <a:lnTo>
                    <a:pt x="2707844" y="415415"/>
                  </a:lnTo>
                  <a:lnTo>
                    <a:pt x="2717588" y="412276"/>
                  </a:lnTo>
                  <a:lnTo>
                    <a:pt x="2727332" y="409211"/>
                  </a:lnTo>
                  <a:lnTo>
                    <a:pt x="2737076" y="406225"/>
                  </a:lnTo>
                  <a:lnTo>
                    <a:pt x="2746805" y="403321"/>
                  </a:lnTo>
                  <a:lnTo>
                    <a:pt x="2756549" y="400501"/>
                  </a:lnTo>
                  <a:lnTo>
                    <a:pt x="2766293" y="397769"/>
                  </a:lnTo>
                  <a:lnTo>
                    <a:pt x="2776037" y="395126"/>
                  </a:lnTo>
                  <a:lnTo>
                    <a:pt x="2785766" y="392572"/>
                  </a:lnTo>
                  <a:lnTo>
                    <a:pt x="2795510" y="390112"/>
                  </a:lnTo>
                  <a:lnTo>
                    <a:pt x="2805254" y="387746"/>
                  </a:lnTo>
                  <a:lnTo>
                    <a:pt x="2814998" y="385475"/>
                  </a:lnTo>
                  <a:lnTo>
                    <a:pt x="2824727" y="383300"/>
                  </a:lnTo>
                  <a:lnTo>
                    <a:pt x="2834471" y="381223"/>
                  </a:lnTo>
                  <a:lnTo>
                    <a:pt x="2844215" y="379243"/>
                  </a:lnTo>
                  <a:lnTo>
                    <a:pt x="2853958" y="377361"/>
                  </a:lnTo>
                  <a:lnTo>
                    <a:pt x="2863687" y="375577"/>
                  </a:lnTo>
                  <a:lnTo>
                    <a:pt x="2873431" y="373890"/>
                  </a:lnTo>
                  <a:lnTo>
                    <a:pt x="2883175" y="372300"/>
                  </a:lnTo>
                  <a:lnTo>
                    <a:pt x="2892919" y="370809"/>
                  </a:lnTo>
                  <a:lnTo>
                    <a:pt x="2902663" y="369411"/>
                  </a:lnTo>
                  <a:lnTo>
                    <a:pt x="2912392" y="36811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7" name="Freeform 646">
              <a:extLst>
                <a:ext uri="{FF2B5EF4-FFF2-40B4-BE49-F238E27FC236}">
                  <a16:creationId xmlns:a16="http://schemas.microsoft.com/office/drawing/2014/main" id="{A5CAC6ED-2EED-DEB5-C29A-F04D0D550FCA}"/>
                </a:ext>
              </a:extLst>
            </p:cNvPr>
            <p:cNvSpPr/>
            <p:nvPr/>
          </p:nvSpPr>
          <p:spPr>
            <a:xfrm>
              <a:off x="576446" y="3002788"/>
              <a:ext cx="2912392" cy="1060545"/>
            </a:xfrm>
            <a:custGeom>
              <a:avLst/>
              <a:gdLst>
                <a:gd name="connsiteX0" fmla="*/ 0 w 2912392"/>
                <a:gd name="connsiteY0" fmla="*/ 88662 h 1060545"/>
                <a:gd name="connsiteX1" fmla="*/ 9739 w 2912392"/>
                <a:gd name="connsiteY1" fmla="*/ 83871 h 1060545"/>
                <a:gd name="connsiteX2" fmla="*/ 19480 w 2912392"/>
                <a:gd name="connsiteY2" fmla="*/ 79190 h 1060545"/>
                <a:gd name="connsiteX3" fmla="*/ 29221 w 2912392"/>
                <a:gd name="connsiteY3" fmla="*/ 74623 h 1060545"/>
                <a:gd name="connsiteX4" fmla="*/ 38961 w 2912392"/>
                <a:gd name="connsiteY4" fmla="*/ 70171 h 1060545"/>
                <a:gd name="connsiteX5" fmla="*/ 48702 w 2912392"/>
                <a:gd name="connsiteY5" fmla="*/ 65836 h 1060545"/>
                <a:gd name="connsiteX6" fmla="*/ 58443 w 2912392"/>
                <a:gd name="connsiteY6" fmla="*/ 61619 h 1060545"/>
                <a:gd name="connsiteX7" fmla="*/ 68182 w 2912392"/>
                <a:gd name="connsiteY7" fmla="*/ 57522 h 1060545"/>
                <a:gd name="connsiteX8" fmla="*/ 77923 w 2912392"/>
                <a:gd name="connsiteY8" fmla="*/ 53545 h 1060545"/>
                <a:gd name="connsiteX9" fmla="*/ 87664 w 2912392"/>
                <a:gd name="connsiteY9" fmla="*/ 49694 h 1060545"/>
                <a:gd name="connsiteX10" fmla="*/ 97404 w 2912392"/>
                <a:gd name="connsiteY10" fmla="*/ 45969 h 1060545"/>
                <a:gd name="connsiteX11" fmla="*/ 107145 w 2912392"/>
                <a:gd name="connsiteY11" fmla="*/ 42371 h 1060545"/>
                <a:gd name="connsiteX12" fmla="*/ 116886 w 2912392"/>
                <a:gd name="connsiteY12" fmla="*/ 38904 h 1060545"/>
                <a:gd name="connsiteX13" fmla="*/ 126625 w 2912392"/>
                <a:gd name="connsiteY13" fmla="*/ 35568 h 1060545"/>
                <a:gd name="connsiteX14" fmla="*/ 136366 w 2912392"/>
                <a:gd name="connsiteY14" fmla="*/ 32368 h 1060545"/>
                <a:gd name="connsiteX15" fmla="*/ 146107 w 2912392"/>
                <a:gd name="connsiteY15" fmla="*/ 29305 h 1060545"/>
                <a:gd name="connsiteX16" fmla="*/ 155846 w 2912392"/>
                <a:gd name="connsiteY16" fmla="*/ 26380 h 1060545"/>
                <a:gd name="connsiteX17" fmla="*/ 165587 w 2912392"/>
                <a:gd name="connsiteY17" fmla="*/ 23597 h 1060545"/>
                <a:gd name="connsiteX18" fmla="*/ 175328 w 2912392"/>
                <a:gd name="connsiteY18" fmla="*/ 20958 h 1060545"/>
                <a:gd name="connsiteX19" fmla="*/ 185068 w 2912392"/>
                <a:gd name="connsiteY19" fmla="*/ 18466 h 1060545"/>
                <a:gd name="connsiteX20" fmla="*/ 194809 w 2912392"/>
                <a:gd name="connsiteY20" fmla="*/ 16122 h 1060545"/>
                <a:gd name="connsiteX21" fmla="*/ 204550 w 2912392"/>
                <a:gd name="connsiteY21" fmla="*/ 13931 h 1060545"/>
                <a:gd name="connsiteX22" fmla="*/ 214289 w 2912392"/>
                <a:gd name="connsiteY22" fmla="*/ 11891 h 1060545"/>
                <a:gd name="connsiteX23" fmla="*/ 224030 w 2912392"/>
                <a:gd name="connsiteY23" fmla="*/ 10006 h 1060545"/>
                <a:gd name="connsiteX24" fmla="*/ 233771 w 2912392"/>
                <a:gd name="connsiteY24" fmla="*/ 8279 h 1060545"/>
                <a:gd name="connsiteX25" fmla="*/ 243510 w 2912392"/>
                <a:gd name="connsiteY25" fmla="*/ 6710 h 1060545"/>
                <a:gd name="connsiteX26" fmla="*/ 253251 w 2912392"/>
                <a:gd name="connsiteY26" fmla="*/ 5304 h 1060545"/>
                <a:gd name="connsiteX27" fmla="*/ 262992 w 2912392"/>
                <a:gd name="connsiteY27" fmla="*/ 4060 h 1060545"/>
                <a:gd name="connsiteX28" fmla="*/ 272732 w 2912392"/>
                <a:gd name="connsiteY28" fmla="*/ 2980 h 1060545"/>
                <a:gd name="connsiteX29" fmla="*/ 282473 w 2912392"/>
                <a:gd name="connsiteY29" fmla="*/ 2065 h 1060545"/>
                <a:gd name="connsiteX30" fmla="*/ 292214 w 2912392"/>
                <a:gd name="connsiteY30" fmla="*/ 1316 h 1060545"/>
                <a:gd name="connsiteX31" fmla="*/ 301953 w 2912392"/>
                <a:gd name="connsiteY31" fmla="*/ 735 h 1060545"/>
                <a:gd name="connsiteX32" fmla="*/ 311694 w 2912392"/>
                <a:gd name="connsiteY32" fmla="*/ 322 h 1060545"/>
                <a:gd name="connsiteX33" fmla="*/ 321435 w 2912392"/>
                <a:gd name="connsiteY33" fmla="*/ 76 h 1060545"/>
                <a:gd name="connsiteX34" fmla="*/ 331175 w 2912392"/>
                <a:gd name="connsiteY34" fmla="*/ 0 h 1060545"/>
                <a:gd name="connsiteX35" fmla="*/ 340916 w 2912392"/>
                <a:gd name="connsiteY35" fmla="*/ 91 h 1060545"/>
                <a:gd name="connsiteX36" fmla="*/ 350656 w 2912392"/>
                <a:gd name="connsiteY36" fmla="*/ 350 h 1060545"/>
                <a:gd name="connsiteX37" fmla="*/ 360396 w 2912392"/>
                <a:gd name="connsiteY37" fmla="*/ 776 h 1060545"/>
                <a:gd name="connsiteX38" fmla="*/ 370137 w 2912392"/>
                <a:gd name="connsiteY38" fmla="*/ 1369 h 1060545"/>
                <a:gd name="connsiteX39" fmla="*/ 379878 w 2912392"/>
                <a:gd name="connsiteY39" fmla="*/ 2126 h 1060545"/>
                <a:gd name="connsiteX40" fmla="*/ 389617 w 2912392"/>
                <a:gd name="connsiteY40" fmla="*/ 3047 h 1060545"/>
                <a:gd name="connsiteX41" fmla="*/ 399358 w 2912392"/>
                <a:gd name="connsiteY41" fmla="*/ 4127 h 1060545"/>
                <a:gd name="connsiteX42" fmla="*/ 409099 w 2912392"/>
                <a:gd name="connsiteY42" fmla="*/ 5367 h 1060545"/>
                <a:gd name="connsiteX43" fmla="*/ 418839 w 2912392"/>
                <a:gd name="connsiteY43" fmla="*/ 6763 h 1060545"/>
                <a:gd name="connsiteX44" fmla="*/ 428580 w 2912392"/>
                <a:gd name="connsiteY44" fmla="*/ 8311 h 1060545"/>
                <a:gd name="connsiteX45" fmla="*/ 438321 w 2912392"/>
                <a:gd name="connsiteY45" fmla="*/ 10009 h 1060545"/>
                <a:gd name="connsiteX46" fmla="*/ 448060 w 2912392"/>
                <a:gd name="connsiteY46" fmla="*/ 11854 h 1060545"/>
                <a:gd name="connsiteX47" fmla="*/ 457801 w 2912392"/>
                <a:gd name="connsiteY47" fmla="*/ 13838 h 1060545"/>
                <a:gd name="connsiteX48" fmla="*/ 467542 w 2912392"/>
                <a:gd name="connsiteY48" fmla="*/ 15961 h 1060545"/>
                <a:gd name="connsiteX49" fmla="*/ 477281 w 2912392"/>
                <a:gd name="connsiteY49" fmla="*/ 18217 h 1060545"/>
                <a:gd name="connsiteX50" fmla="*/ 487022 w 2912392"/>
                <a:gd name="connsiteY50" fmla="*/ 20601 h 1060545"/>
                <a:gd name="connsiteX51" fmla="*/ 496763 w 2912392"/>
                <a:gd name="connsiteY51" fmla="*/ 23105 h 1060545"/>
                <a:gd name="connsiteX52" fmla="*/ 506503 w 2912392"/>
                <a:gd name="connsiteY52" fmla="*/ 25728 h 1060545"/>
                <a:gd name="connsiteX53" fmla="*/ 516244 w 2912392"/>
                <a:gd name="connsiteY53" fmla="*/ 28462 h 1060545"/>
                <a:gd name="connsiteX54" fmla="*/ 525985 w 2912392"/>
                <a:gd name="connsiteY54" fmla="*/ 31298 h 1060545"/>
                <a:gd name="connsiteX55" fmla="*/ 535724 w 2912392"/>
                <a:gd name="connsiteY55" fmla="*/ 34235 h 1060545"/>
                <a:gd name="connsiteX56" fmla="*/ 545465 w 2912392"/>
                <a:gd name="connsiteY56" fmla="*/ 37262 h 1060545"/>
                <a:gd name="connsiteX57" fmla="*/ 555206 w 2912392"/>
                <a:gd name="connsiteY57" fmla="*/ 40375 h 1060545"/>
                <a:gd name="connsiteX58" fmla="*/ 564946 w 2912392"/>
                <a:gd name="connsiteY58" fmla="*/ 43563 h 1060545"/>
                <a:gd name="connsiteX59" fmla="*/ 574687 w 2912392"/>
                <a:gd name="connsiteY59" fmla="*/ 46825 h 1060545"/>
                <a:gd name="connsiteX60" fmla="*/ 584428 w 2912392"/>
                <a:gd name="connsiteY60" fmla="*/ 50147 h 1060545"/>
                <a:gd name="connsiteX61" fmla="*/ 594167 w 2912392"/>
                <a:gd name="connsiteY61" fmla="*/ 53526 h 1060545"/>
                <a:gd name="connsiteX62" fmla="*/ 603908 w 2912392"/>
                <a:gd name="connsiteY62" fmla="*/ 56954 h 1060545"/>
                <a:gd name="connsiteX63" fmla="*/ 613649 w 2912392"/>
                <a:gd name="connsiteY63" fmla="*/ 60421 h 1060545"/>
                <a:gd name="connsiteX64" fmla="*/ 623388 w 2912392"/>
                <a:gd name="connsiteY64" fmla="*/ 63921 h 1060545"/>
                <a:gd name="connsiteX65" fmla="*/ 633129 w 2912392"/>
                <a:gd name="connsiteY65" fmla="*/ 67448 h 1060545"/>
                <a:gd name="connsiteX66" fmla="*/ 642870 w 2912392"/>
                <a:gd name="connsiteY66" fmla="*/ 70991 h 1060545"/>
                <a:gd name="connsiteX67" fmla="*/ 652610 w 2912392"/>
                <a:gd name="connsiteY67" fmla="*/ 74543 h 1060545"/>
                <a:gd name="connsiteX68" fmla="*/ 662351 w 2912392"/>
                <a:gd name="connsiteY68" fmla="*/ 78097 h 1060545"/>
                <a:gd name="connsiteX69" fmla="*/ 672092 w 2912392"/>
                <a:gd name="connsiteY69" fmla="*/ 81648 h 1060545"/>
                <a:gd name="connsiteX70" fmla="*/ 681831 w 2912392"/>
                <a:gd name="connsiteY70" fmla="*/ 85185 h 1060545"/>
                <a:gd name="connsiteX71" fmla="*/ 691572 w 2912392"/>
                <a:gd name="connsiteY71" fmla="*/ 88703 h 1060545"/>
                <a:gd name="connsiteX72" fmla="*/ 701313 w 2912392"/>
                <a:gd name="connsiteY72" fmla="*/ 92193 h 1060545"/>
                <a:gd name="connsiteX73" fmla="*/ 711052 w 2912392"/>
                <a:gd name="connsiteY73" fmla="*/ 95650 h 1060545"/>
                <a:gd name="connsiteX74" fmla="*/ 720793 w 2912392"/>
                <a:gd name="connsiteY74" fmla="*/ 99068 h 1060545"/>
                <a:gd name="connsiteX75" fmla="*/ 730534 w 2912392"/>
                <a:gd name="connsiteY75" fmla="*/ 102438 h 1060545"/>
                <a:gd name="connsiteX76" fmla="*/ 740274 w 2912392"/>
                <a:gd name="connsiteY76" fmla="*/ 105757 h 1060545"/>
                <a:gd name="connsiteX77" fmla="*/ 750015 w 2912392"/>
                <a:gd name="connsiteY77" fmla="*/ 109019 h 1060545"/>
                <a:gd name="connsiteX78" fmla="*/ 759756 w 2912392"/>
                <a:gd name="connsiteY78" fmla="*/ 112216 h 1060545"/>
                <a:gd name="connsiteX79" fmla="*/ 769495 w 2912392"/>
                <a:gd name="connsiteY79" fmla="*/ 115345 h 1060545"/>
                <a:gd name="connsiteX80" fmla="*/ 779236 w 2912392"/>
                <a:gd name="connsiteY80" fmla="*/ 118402 h 1060545"/>
                <a:gd name="connsiteX81" fmla="*/ 788977 w 2912392"/>
                <a:gd name="connsiteY81" fmla="*/ 121382 h 1060545"/>
                <a:gd name="connsiteX82" fmla="*/ 798717 w 2912392"/>
                <a:gd name="connsiteY82" fmla="*/ 124281 h 1060545"/>
                <a:gd name="connsiteX83" fmla="*/ 808458 w 2912392"/>
                <a:gd name="connsiteY83" fmla="*/ 127096 h 1060545"/>
                <a:gd name="connsiteX84" fmla="*/ 818199 w 2912392"/>
                <a:gd name="connsiteY84" fmla="*/ 129824 h 1060545"/>
                <a:gd name="connsiteX85" fmla="*/ 827938 w 2912392"/>
                <a:gd name="connsiteY85" fmla="*/ 132462 h 1060545"/>
                <a:gd name="connsiteX86" fmla="*/ 837679 w 2912392"/>
                <a:gd name="connsiteY86" fmla="*/ 135009 h 1060545"/>
                <a:gd name="connsiteX87" fmla="*/ 847420 w 2912392"/>
                <a:gd name="connsiteY87" fmla="*/ 137464 h 1060545"/>
                <a:gd name="connsiteX88" fmla="*/ 857159 w 2912392"/>
                <a:gd name="connsiteY88" fmla="*/ 139824 h 1060545"/>
                <a:gd name="connsiteX89" fmla="*/ 866900 w 2912392"/>
                <a:gd name="connsiteY89" fmla="*/ 142089 h 1060545"/>
                <a:gd name="connsiteX90" fmla="*/ 876641 w 2912392"/>
                <a:gd name="connsiteY90" fmla="*/ 144261 h 1060545"/>
                <a:gd name="connsiteX91" fmla="*/ 886381 w 2912392"/>
                <a:gd name="connsiteY91" fmla="*/ 146338 h 1060545"/>
                <a:gd name="connsiteX92" fmla="*/ 896122 w 2912392"/>
                <a:gd name="connsiteY92" fmla="*/ 148322 h 1060545"/>
                <a:gd name="connsiteX93" fmla="*/ 905863 w 2912392"/>
                <a:gd name="connsiteY93" fmla="*/ 150215 h 1060545"/>
                <a:gd name="connsiteX94" fmla="*/ 915602 w 2912392"/>
                <a:gd name="connsiteY94" fmla="*/ 152017 h 1060545"/>
                <a:gd name="connsiteX95" fmla="*/ 925343 w 2912392"/>
                <a:gd name="connsiteY95" fmla="*/ 153732 h 1060545"/>
                <a:gd name="connsiteX96" fmla="*/ 935084 w 2912392"/>
                <a:gd name="connsiteY96" fmla="*/ 155364 h 1060545"/>
                <a:gd name="connsiteX97" fmla="*/ 944824 w 2912392"/>
                <a:gd name="connsiteY97" fmla="*/ 156913 h 1060545"/>
                <a:gd name="connsiteX98" fmla="*/ 954564 w 2912392"/>
                <a:gd name="connsiteY98" fmla="*/ 158387 h 1060545"/>
                <a:gd name="connsiteX99" fmla="*/ 964305 w 2912392"/>
                <a:gd name="connsiteY99" fmla="*/ 159786 h 1060545"/>
                <a:gd name="connsiteX100" fmla="*/ 974045 w 2912392"/>
                <a:gd name="connsiteY100" fmla="*/ 161116 h 1060545"/>
                <a:gd name="connsiteX101" fmla="*/ 983786 w 2912392"/>
                <a:gd name="connsiteY101" fmla="*/ 162383 h 1060545"/>
                <a:gd name="connsiteX102" fmla="*/ 993522 w 2912392"/>
                <a:gd name="connsiteY102" fmla="*/ 163592 h 1060545"/>
                <a:gd name="connsiteX103" fmla="*/ 1003266 w 2912392"/>
                <a:gd name="connsiteY103" fmla="*/ 164748 h 1060545"/>
                <a:gd name="connsiteX104" fmla="*/ 1013010 w 2912392"/>
                <a:gd name="connsiteY104" fmla="*/ 165858 h 1060545"/>
                <a:gd name="connsiteX105" fmla="*/ 1022754 w 2912392"/>
                <a:gd name="connsiteY105" fmla="*/ 166930 h 1060545"/>
                <a:gd name="connsiteX106" fmla="*/ 1032483 w 2912392"/>
                <a:gd name="connsiteY106" fmla="*/ 167967 h 1060545"/>
                <a:gd name="connsiteX107" fmla="*/ 1042227 w 2912392"/>
                <a:gd name="connsiteY107" fmla="*/ 168977 h 1060545"/>
                <a:gd name="connsiteX108" fmla="*/ 1051971 w 2912392"/>
                <a:gd name="connsiteY108" fmla="*/ 169969 h 1060545"/>
                <a:gd name="connsiteX109" fmla="*/ 1061715 w 2912392"/>
                <a:gd name="connsiteY109" fmla="*/ 170949 h 1060545"/>
                <a:gd name="connsiteX110" fmla="*/ 1071444 w 2912392"/>
                <a:gd name="connsiteY110" fmla="*/ 171925 h 1060545"/>
                <a:gd name="connsiteX111" fmla="*/ 1081188 w 2912392"/>
                <a:gd name="connsiteY111" fmla="*/ 172906 h 1060545"/>
                <a:gd name="connsiteX112" fmla="*/ 1090932 w 2912392"/>
                <a:gd name="connsiteY112" fmla="*/ 173898 h 1060545"/>
                <a:gd name="connsiteX113" fmla="*/ 1100676 w 2912392"/>
                <a:gd name="connsiteY113" fmla="*/ 174910 h 1060545"/>
                <a:gd name="connsiteX114" fmla="*/ 1110405 w 2912392"/>
                <a:gd name="connsiteY114" fmla="*/ 175950 h 1060545"/>
                <a:gd name="connsiteX115" fmla="*/ 1120149 w 2912392"/>
                <a:gd name="connsiteY115" fmla="*/ 177027 h 1060545"/>
                <a:gd name="connsiteX116" fmla="*/ 1129893 w 2912392"/>
                <a:gd name="connsiteY116" fmla="*/ 178149 h 1060545"/>
                <a:gd name="connsiteX117" fmla="*/ 1139637 w 2912392"/>
                <a:gd name="connsiteY117" fmla="*/ 179323 h 1060545"/>
                <a:gd name="connsiteX118" fmla="*/ 1149381 w 2912392"/>
                <a:gd name="connsiteY118" fmla="*/ 180558 h 1060545"/>
                <a:gd name="connsiteX119" fmla="*/ 1159110 w 2912392"/>
                <a:gd name="connsiteY119" fmla="*/ 181861 h 1060545"/>
                <a:gd name="connsiteX120" fmla="*/ 1168854 w 2912392"/>
                <a:gd name="connsiteY120" fmla="*/ 183244 h 1060545"/>
                <a:gd name="connsiteX121" fmla="*/ 1178598 w 2912392"/>
                <a:gd name="connsiteY121" fmla="*/ 184712 h 1060545"/>
                <a:gd name="connsiteX122" fmla="*/ 1188341 w 2912392"/>
                <a:gd name="connsiteY122" fmla="*/ 186273 h 1060545"/>
                <a:gd name="connsiteX123" fmla="*/ 1198070 w 2912392"/>
                <a:gd name="connsiteY123" fmla="*/ 187937 h 1060545"/>
                <a:gd name="connsiteX124" fmla="*/ 1207814 w 2912392"/>
                <a:gd name="connsiteY124" fmla="*/ 189709 h 1060545"/>
                <a:gd name="connsiteX125" fmla="*/ 1217558 w 2912392"/>
                <a:gd name="connsiteY125" fmla="*/ 191596 h 1060545"/>
                <a:gd name="connsiteX126" fmla="*/ 1227302 w 2912392"/>
                <a:gd name="connsiteY126" fmla="*/ 193609 h 1060545"/>
                <a:gd name="connsiteX127" fmla="*/ 1237031 w 2912392"/>
                <a:gd name="connsiteY127" fmla="*/ 195753 h 1060545"/>
                <a:gd name="connsiteX128" fmla="*/ 1246775 w 2912392"/>
                <a:gd name="connsiteY128" fmla="*/ 198033 h 1060545"/>
                <a:gd name="connsiteX129" fmla="*/ 1256519 w 2912392"/>
                <a:gd name="connsiteY129" fmla="*/ 200458 h 1060545"/>
                <a:gd name="connsiteX130" fmla="*/ 1266263 w 2912392"/>
                <a:gd name="connsiteY130" fmla="*/ 203034 h 1060545"/>
                <a:gd name="connsiteX131" fmla="*/ 1276007 w 2912392"/>
                <a:gd name="connsiteY131" fmla="*/ 205767 h 1060545"/>
                <a:gd name="connsiteX132" fmla="*/ 1285736 w 2912392"/>
                <a:gd name="connsiteY132" fmla="*/ 208662 h 1060545"/>
                <a:gd name="connsiteX133" fmla="*/ 1295480 w 2912392"/>
                <a:gd name="connsiteY133" fmla="*/ 211723 h 1060545"/>
                <a:gd name="connsiteX134" fmla="*/ 1305224 w 2912392"/>
                <a:gd name="connsiteY134" fmla="*/ 214960 h 1060545"/>
                <a:gd name="connsiteX135" fmla="*/ 1314968 w 2912392"/>
                <a:gd name="connsiteY135" fmla="*/ 218371 h 1060545"/>
                <a:gd name="connsiteX136" fmla="*/ 1324697 w 2912392"/>
                <a:gd name="connsiteY136" fmla="*/ 221967 h 1060545"/>
                <a:gd name="connsiteX137" fmla="*/ 1334441 w 2912392"/>
                <a:gd name="connsiteY137" fmla="*/ 225746 h 1060545"/>
                <a:gd name="connsiteX138" fmla="*/ 1344185 w 2912392"/>
                <a:gd name="connsiteY138" fmla="*/ 229717 h 1060545"/>
                <a:gd name="connsiteX139" fmla="*/ 1353929 w 2912392"/>
                <a:gd name="connsiteY139" fmla="*/ 233881 h 1060545"/>
                <a:gd name="connsiteX140" fmla="*/ 1363658 w 2912392"/>
                <a:gd name="connsiteY140" fmla="*/ 238241 h 1060545"/>
                <a:gd name="connsiteX141" fmla="*/ 1373402 w 2912392"/>
                <a:gd name="connsiteY141" fmla="*/ 242800 h 1060545"/>
                <a:gd name="connsiteX142" fmla="*/ 1383146 w 2912392"/>
                <a:gd name="connsiteY142" fmla="*/ 247558 h 1060545"/>
                <a:gd name="connsiteX143" fmla="*/ 1392890 w 2912392"/>
                <a:gd name="connsiteY143" fmla="*/ 252521 h 1060545"/>
                <a:gd name="connsiteX144" fmla="*/ 1402619 w 2912392"/>
                <a:gd name="connsiteY144" fmla="*/ 257688 h 1060545"/>
                <a:gd name="connsiteX145" fmla="*/ 1412363 w 2912392"/>
                <a:gd name="connsiteY145" fmla="*/ 263061 h 1060545"/>
                <a:gd name="connsiteX146" fmla="*/ 1422106 w 2912392"/>
                <a:gd name="connsiteY146" fmla="*/ 268641 h 1060545"/>
                <a:gd name="connsiteX147" fmla="*/ 1431850 w 2912392"/>
                <a:gd name="connsiteY147" fmla="*/ 274427 h 1060545"/>
                <a:gd name="connsiteX148" fmla="*/ 1441594 w 2912392"/>
                <a:gd name="connsiteY148" fmla="*/ 280420 h 1060545"/>
                <a:gd name="connsiteX149" fmla="*/ 1451323 w 2912392"/>
                <a:gd name="connsiteY149" fmla="*/ 286621 h 1060545"/>
                <a:gd name="connsiteX150" fmla="*/ 1461067 w 2912392"/>
                <a:gd name="connsiteY150" fmla="*/ 293027 h 1060545"/>
                <a:gd name="connsiteX151" fmla="*/ 1470811 w 2912392"/>
                <a:gd name="connsiteY151" fmla="*/ 299639 h 1060545"/>
                <a:gd name="connsiteX152" fmla="*/ 1480555 w 2912392"/>
                <a:gd name="connsiteY152" fmla="*/ 306456 h 1060545"/>
                <a:gd name="connsiteX153" fmla="*/ 1490284 w 2912392"/>
                <a:gd name="connsiteY153" fmla="*/ 313475 h 1060545"/>
                <a:gd name="connsiteX154" fmla="*/ 1500028 w 2912392"/>
                <a:gd name="connsiteY154" fmla="*/ 320695 h 1060545"/>
                <a:gd name="connsiteX155" fmla="*/ 1509772 w 2912392"/>
                <a:gd name="connsiteY155" fmla="*/ 328114 h 1060545"/>
                <a:gd name="connsiteX156" fmla="*/ 1519516 w 2912392"/>
                <a:gd name="connsiteY156" fmla="*/ 335729 h 1060545"/>
                <a:gd name="connsiteX157" fmla="*/ 1529245 w 2912392"/>
                <a:gd name="connsiteY157" fmla="*/ 343538 h 1060545"/>
                <a:gd name="connsiteX158" fmla="*/ 1538989 w 2912392"/>
                <a:gd name="connsiteY158" fmla="*/ 351537 h 1060545"/>
                <a:gd name="connsiteX159" fmla="*/ 1548733 w 2912392"/>
                <a:gd name="connsiteY159" fmla="*/ 359724 h 1060545"/>
                <a:gd name="connsiteX160" fmla="*/ 1558477 w 2912392"/>
                <a:gd name="connsiteY160" fmla="*/ 368094 h 1060545"/>
                <a:gd name="connsiteX161" fmla="*/ 1568221 w 2912392"/>
                <a:gd name="connsiteY161" fmla="*/ 376645 h 1060545"/>
                <a:gd name="connsiteX162" fmla="*/ 1577950 w 2912392"/>
                <a:gd name="connsiteY162" fmla="*/ 385371 h 1060545"/>
                <a:gd name="connsiteX163" fmla="*/ 1587694 w 2912392"/>
                <a:gd name="connsiteY163" fmla="*/ 394270 h 1060545"/>
                <a:gd name="connsiteX164" fmla="*/ 1597438 w 2912392"/>
                <a:gd name="connsiteY164" fmla="*/ 403336 h 1060545"/>
                <a:gd name="connsiteX165" fmla="*/ 1607182 w 2912392"/>
                <a:gd name="connsiteY165" fmla="*/ 412565 h 1060545"/>
                <a:gd name="connsiteX166" fmla="*/ 1616911 w 2912392"/>
                <a:gd name="connsiteY166" fmla="*/ 421950 h 1060545"/>
                <a:gd name="connsiteX167" fmla="*/ 1626655 w 2912392"/>
                <a:gd name="connsiteY167" fmla="*/ 431489 h 1060545"/>
                <a:gd name="connsiteX168" fmla="*/ 1636399 w 2912392"/>
                <a:gd name="connsiteY168" fmla="*/ 441175 h 1060545"/>
                <a:gd name="connsiteX169" fmla="*/ 1646142 w 2912392"/>
                <a:gd name="connsiteY169" fmla="*/ 451004 h 1060545"/>
                <a:gd name="connsiteX170" fmla="*/ 1655872 w 2912392"/>
                <a:gd name="connsiteY170" fmla="*/ 460969 h 1060545"/>
                <a:gd name="connsiteX171" fmla="*/ 1665616 w 2912392"/>
                <a:gd name="connsiteY171" fmla="*/ 471064 h 1060545"/>
                <a:gd name="connsiteX172" fmla="*/ 1675359 w 2912392"/>
                <a:gd name="connsiteY172" fmla="*/ 481285 h 1060545"/>
                <a:gd name="connsiteX173" fmla="*/ 1685103 w 2912392"/>
                <a:gd name="connsiteY173" fmla="*/ 491625 h 1060545"/>
                <a:gd name="connsiteX174" fmla="*/ 1694832 w 2912392"/>
                <a:gd name="connsiteY174" fmla="*/ 502076 h 1060545"/>
                <a:gd name="connsiteX175" fmla="*/ 1704576 w 2912392"/>
                <a:gd name="connsiteY175" fmla="*/ 512634 h 1060545"/>
                <a:gd name="connsiteX176" fmla="*/ 1714320 w 2912392"/>
                <a:gd name="connsiteY176" fmla="*/ 523291 h 1060545"/>
                <a:gd name="connsiteX177" fmla="*/ 1724064 w 2912392"/>
                <a:gd name="connsiteY177" fmla="*/ 534042 h 1060545"/>
                <a:gd name="connsiteX178" fmla="*/ 1733808 w 2912392"/>
                <a:gd name="connsiteY178" fmla="*/ 544880 h 1060545"/>
                <a:gd name="connsiteX179" fmla="*/ 1743537 w 2912392"/>
                <a:gd name="connsiteY179" fmla="*/ 555796 h 1060545"/>
                <a:gd name="connsiteX180" fmla="*/ 1753281 w 2912392"/>
                <a:gd name="connsiteY180" fmla="*/ 566786 h 1060545"/>
                <a:gd name="connsiteX181" fmla="*/ 1763025 w 2912392"/>
                <a:gd name="connsiteY181" fmla="*/ 577841 h 1060545"/>
                <a:gd name="connsiteX182" fmla="*/ 1772769 w 2912392"/>
                <a:gd name="connsiteY182" fmla="*/ 588954 h 1060545"/>
                <a:gd name="connsiteX183" fmla="*/ 1782498 w 2912392"/>
                <a:gd name="connsiteY183" fmla="*/ 600119 h 1060545"/>
                <a:gd name="connsiteX184" fmla="*/ 1792242 w 2912392"/>
                <a:gd name="connsiteY184" fmla="*/ 611328 h 1060545"/>
                <a:gd name="connsiteX185" fmla="*/ 1801986 w 2912392"/>
                <a:gd name="connsiteY185" fmla="*/ 622570 h 1060545"/>
                <a:gd name="connsiteX186" fmla="*/ 1811730 w 2912392"/>
                <a:gd name="connsiteY186" fmla="*/ 633844 h 1060545"/>
                <a:gd name="connsiteX187" fmla="*/ 1821459 w 2912392"/>
                <a:gd name="connsiteY187" fmla="*/ 645138 h 1060545"/>
                <a:gd name="connsiteX188" fmla="*/ 1831203 w 2912392"/>
                <a:gd name="connsiteY188" fmla="*/ 656445 h 1060545"/>
                <a:gd name="connsiteX189" fmla="*/ 1840947 w 2912392"/>
                <a:gd name="connsiteY189" fmla="*/ 667756 h 1060545"/>
                <a:gd name="connsiteX190" fmla="*/ 1850691 w 2912392"/>
                <a:gd name="connsiteY190" fmla="*/ 679066 h 1060545"/>
                <a:gd name="connsiteX191" fmla="*/ 1860435 w 2912392"/>
                <a:gd name="connsiteY191" fmla="*/ 690364 h 1060545"/>
                <a:gd name="connsiteX192" fmla="*/ 1870164 w 2912392"/>
                <a:gd name="connsiteY192" fmla="*/ 701642 h 1060545"/>
                <a:gd name="connsiteX193" fmla="*/ 1879908 w 2912392"/>
                <a:gd name="connsiteY193" fmla="*/ 712894 h 1060545"/>
                <a:gd name="connsiteX194" fmla="*/ 1889652 w 2912392"/>
                <a:gd name="connsiteY194" fmla="*/ 724111 h 1060545"/>
                <a:gd name="connsiteX195" fmla="*/ 1899395 w 2912392"/>
                <a:gd name="connsiteY195" fmla="*/ 735283 h 1060545"/>
                <a:gd name="connsiteX196" fmla="*/ 1909124 w 2912392"/>
                <a:gd name="connsiteY196" fmla="*/ 746403 h 1060545"/>
                <a:gd name="connsiteX197" fmla="*/ 1918868 w 2912392"/>
                <a:gd name="connsiteY197" fmla="*/ 757463 h 1060545"/>
                <a:gd name="connsiteX198" fmla="*/ 1928612 w 2912392"/>
                <a:gd name="connsiteY198" fmla="*/ 768452 h 1060545"/>
                <a:gd name="connsiteX199" fmla="*/ 1938356 w 2912392"/>
                <a:gd name="connsiteY199" fmla="*/ 779363 h 1060545"/>
                <a:gd name="connsiteX200" fmla="*/ 1948085 w 2912392"/>
                <a:gd name="connsiteY200" fmla="*/ 790187 h 1060545"/>
                <a:gd name="connsiteX201" fmla="*/ 1957829 w 2912392"/>
                <a:gd name="connsiteY201" fmla="*/ 800916 h 1060545"/>
                <a:gd name="connsiteX202" fmla="*/ 1967573 w 2912392"/>
                <a:gd name="connsiteY202" fmla="*/ 811539 h 1060545"/>
                <a:gd name="connsiteX203" fmla="*/ 1977317 w 2912392"/>
                <a:gd name="connsiteY203" fmla="*/ 822050 h 1060545"/>
                <a:gd name="connsiteX204" fmla="*/ 1987046 w 2912392"/>
                <a:gd name="connsiteY204" fmla="*/ 832437 h 1060545"/>
                <a:gd name="connsiteX205" fmla="*/ 1996790 w 2912392"/>
                <a:gd name="connsiteY205" fmla="*/ 842694 h 1060545"/>
                <a:gd name="connsiteX206" fmla="*/ 2006534 w 2912392"/>
                <a:gd name="connsiteY206" fmla="*/ 852812 h 1060545"/>
                <a:gd name="connsiteX207" fmla="*/ 2016278 w 2912392"/>
                <a:gd name="connsiteY207" fmla="*/ 862779 h 1060545"/>
                <a:gd name="connsiteX208" fmla="*/ 2026022 w 2912392"/>
                <a:gd name="connsiteY208" fmla="*/ 872590 h 1060545"/>
                <a:gd name="connsiteX209" fmla="*/ 2035751 w 2912392"/>
                <a:gd name="connsiteY209" fmla="*/ 882234 h 1060545"/>
                <a:gd name="connsiteX210" fmla="*/ 2045495 w 2912392"/>
                <a:gd name="connsiteY210" fmla="*/ 891703 h 1060545"/>
                <a:gd name="connsiteX211" fmla="*/ 2055239 w 2912392"/>
                <a:gd name="connsiteY211" fmla="*/ 900986 h 1060545"/>
                <a:gd name="connsiteX212" fmla="*/ 2064983 w 2912392"/>
                <a:gd name="connsiteY212" fmla="*/ 910079 h 1060545"/>
                <a:gd name="connsiteX213" fmla="*/ 2074712 w 2912392"/>
                <a:gd name="connsiteY213" fmla="*/ 918971 h 1060545"/>
                <a:gd name="connsiteX214" fmla="*/ 2084456 w 2912392"/>
                <a:gd name="connsiteY214" fmla="*/ 927652 h 1060545"/>
                <a:gd name="connsiteX215" fmla="*/ 2094200 w 2912392"/>
                <a:gd name="connsiteY215" fmla="*/ 936116 h 1060545"/>
                <a:gd name="connsiteX216" fmla="*/ 2103944 w 2912392"/>
                <a:gd name="connsiteY216" fmla="*/ 944356 h 1060545"/>
                <a:gd name="connsiteX217" fmla="*/ 2113673 w 2912392"/>
                <a:gd name="connsiteY217" fmla="*/ 952361 h 1060545"/>
                <a:gd name="connsiteX218" fmla="*/ 2123417 w 2912392"/>
                <a:gd name="connsiteY218" fmla="*/ 960125 h 1060545"/>
                <a:gd name="connsiteX219" fmla="*/ 2133161 w 2912392"/>
                <a:gd name="connsiteY219" fmla="*/ 967640 h 1060545"/>
                <a:gd name="connsiteX220" fmla="*/ 2142905 w 2912392"/>
                <a:gd name="connsiteY220" fmla="*/ 974900 h 1060545"/>
                <a:gd name="connsiteX221" fmla="*/ 2152649 w 2912392"/>
                <a:gd name="connsiteY221" fmla="*/ 981898 h 1060545"/>
                <a:gd name="connsiteX222" fmla="*/ 2162377 w 2912392"/>
                <a:gd name="connsiteY222" fmla="*/ 988626 h 1060545"/>
                <a:gd name="connsiteX223" fmla="*/ 2172121 w 2912392"/>
                <a:gd name="connsiteY223" fmla="*/ 995079 h 1060545"/>
                <a:gd name="connsiteX224" fmla="*/ 2181865 w 2912392"/>
                <a:gd name="connsiteY224" fmla="*/ 1001250 h 1060545"/>
                <a:gd name="connsiteX225" fmla="*/ 2191609 w 2912392"/>
                <a:gd name="connsiteY225" fmla="*/ 1007134 h 1060545"/>
                <a:gd name="connsiteX226" fmla="*/ 2201338 w 2912392"/>
                <a:gd name="connsiteY226" fmla="*/ 1012720 h 1060545"/>
                <a:gd name="connsiteX227" fmla="*/ 2211082 w 2912392"/>
                <a:gd name="connsiteY227" fmla="*/ 1018024 h 1060545"/>
                <a:gd name="connsiteX228" fmla="*/ 2220826 w 2912392"/>
                <a:gd name="connsiteY228" fmla="*/ 1023015 h 1060545"/>
                <a:gd name="connsiteX229" fmla="*/ 2230570 w 2912392"/>
                <a:gd name="connsiteY229" fmla="*/ 1027708 h 1060545"/>
                <a:gd name="connsiteX230" fmla="*/ 2240299 w 2912392"/>
                <a:gd name="connsiteY230" fmla="*/ 1032088 h 1060545"/>
                <a:gd name="connsiteX231" fmla="*/ 2250043 w 2912392"/>
                <a:gd name="connsiteY231" fmla="*/ 1036156 h 1060545"/>
                <a:gd name="connsiteX232" fmla="*/ 2259787 w 2912392"/>
                <a:gd name="connsiteY232" fmla="*/ 1039910 h 1060545"/>
                <a:gd name="connsiteX233" fmla="*/ 2269531 w 2912392"/>
                <a:gd name="connsiteY233" fmla="*/ 1043352 h 1060545"/>
                <a:gd name="connsiteX234" fmla="*/ 2279260 w 2912392"/>
                <a:gd name="connsiteY234" fmla="*/ 1046481 h 1060545"/>
                <a:gd name="connsiteX235" fmla="*/ 2289004 w 2912392"/>
                <a:gd name="connsiteY235" fmla="*/ 1049297 h 1060545"/>
                <a:gd name="connsiteX236" fmla="*/ 2298748 w 2912392"/>
                <a:gd name="connsiteY236" fmla="*/ 1051785 h 1060545"/>
                <a:gd name="connsiteX237" fmla="*/ 2308492 w 2912392"/>
                <a:gd name="connsiteY237" fmla="*/ 1053960 h 1060545"/>
                <a:gd name="connsiteX238" fmla="*/ 2318236 w 2912392"/>
                <a:gd name="connsiteY238" fmla="*/ 1055822 h 1060545"/>
                <a:gd name="connsiteX239" fmla="*/ 2327965 w 2912392"/>
                <a:gd name="connsiteY239" fmla="*/ 1057372 h 1060545"/>
                <a:gd name="connsiteX240" fmla="*/ 2337709 w 2912392"/>
                <a:gd name="connsiteY240" fmla="*/ 1058609 h 1060545"/>
                <a:gd name="connsiteX241" fmla="*/ 2347453 w 2912392"/>
                <a:gd name="connsiteY241" fmla="*/ 1059547 h 1060545"/>
                <a:gd name="connsiteX242" fmla="*/ 2357197 w 2912392"/>
                <a:gd name="connsiteY242" fmla="*/ 1060173 h 1060545"/>
                <a:gd name="connsiteX243" fmla="*/ 2366926 w 2912392"/>
                <a:gd name="connsiteY243" fmla="*/ 1060501 h 1060545"/>
                <a:gd name="connsiteX244" fmla="*/ 2376670 w 2912392"/>
                <a:gd name="connsiteY244" fmla="*/ 1060545 h 1060545"/>
                <a:gd name="connsiteX245" fmla="*/ 2386413 w 2912392"/>
                <a:gd name="connsiteY245" fmla="*/ 1060292 h 1060545"/>
                <a:gd name="connsiteX246" fmla="*/ 2396157 w 2912392"/>
                <a:gd name="connsiteY246" fmla="*/ 1059770 h 1060545"/>
                <a:gd name="connsiteX247" fmla="*/ 2405886 w 2912392"/>
                <a:gd name="connsiteY247" fmla="*/ 1058966 h 1060545"/>
                <a:gd name="connsiteX248" fmla="*/ 2415630 w 2912392"/>
                <a:gd name="connsiteY248" fmla="*/ 1057893 h 1060545"/>
                <a:gd name="connsiteX249" fmla="*/ 2425374 w 2912392"/>
                <a:gd name="connsiteY249" fmla="*/ 1056567 h 1060545"/>
                <a:gd name="connsiteX250" fmla="*/ 2435118 w 2912392"/>
                <a:gd name="connsiteY250" fmla="*/ 1054988 h 1060545"/>
                <a:gd name="connsiteX251" fmla="*/ 2444862 w 2912392"/>
                <a:gd name="connsiteY251" fmla="*/ 1053185 h 1060545"/>
                <a:gd name="connsiteX252" fmla="*/ 2454591 w 2912392"/>
                <a:gd name="connsiteY252" fmla="*/ 1051144 h 1060545"/>
                <a:gd name="connsiteX253" fmla="*/ 2464335 w 2912392"/>
                <a:gd name="connsiteY253" fmla="*/ 1048879 h 1060545"/>
                <a:gd name="connsiteX254" fmla="*/ 2474079 w 2912392"/>
                <a:gd name="connsiteY254" fmla="*/ 1046421 h 1060545"/>
                <a:gd name="connsiteX255" fmla="*/ 2483823 w 2912392"/>
                <a:gd name="connsiteY255" fmla="*/ 1043754 h 1060545"/>
                <a:gd name="connsiteX256" fmla="*/ 2493552 w 2912392"/>
                <a:gd name="connsiteY256" fmla="*/ 1040908 h 1060545"/>
                <a:gd name="connsiteX257" fmla="*/ 2503296 w 2912392"/>
                <a:gd name="connsiteY257" fmla="*/ 1037899 h 1060545"/>
                <a:gd name="connsiteX258" fmla="*/ 2513040 w 2912392"/>
                <a:gd name="connsiteY258" fmla="*/ 1034725 h 1060545"/>
                <a:gd name="connsiteX259" fmla="*/ 2522784 w 2912392"/>
                <a:gd name="connsiteY259" fmla="*/ 1031418 h 1060545"/>
                <a:gd name="connsiteX260" fmla="*/ 2532513 w 2912392"/>
                <a:gd name="connsiteY260" fmla="*/ 1027976 h 1060545"/>
                <a:gd name="connsiteX261" fmla="*/ 2542257 w 2912392"/>
                <a:gd name="connsiteY261" fmla="*/ 1024415 h 1060545"/>
                <a:gd name="connsiteX262" fmla="*/ 2552001 w 2912392"/>
                <a:gd name="connsiteY262" fmla="*/ 1020750 h 1060545"/>
                <a:gd name="connsiteX263" fmla="*/ 2561745 w 2912392"/>
                <a:gd name="connsiteY263" fmla="*/ 1016996 h 1060545"/>
                <a:gd name="connsiteX264" fmla="*/ 2571474 w 2912392"/>
                <a:gd name="connsiteY264" fmla="*/ 1013166 h 1060545"/>
                <a:gd name="connsiteX265" fmla="*/ 2581218 w 2912392"/>
                <a:gd name="connsiteY265" fmla="*/ 1009290 h 1060545"/>
                <a:gd name="connsiteX266" fmla="*/ 2590962 w 2912392"/>
                <a:gd name="connsiteY266" fmla="*/ 1005361 h 1060545"/>
                <a:gd name="connsiteX267" fmla="*/ 2600705 w 2912392"/>
                <a:gd name="connsiteY267" fmla="*/ 1001402 h 1060545"/>
                <a:gd name="connsiteX268" fmla="*/ 2610449 w 2912392"/>
                <a:gd name="connsiteY268" fmla="*/ 997426 h 1060545"/>
                <a:gd name="connsiteX269" fmla="*/ 2620178 w 2912392"/>
                <a:gd name="connsiteY269" fmla="*/ 993449 h 1060545"/>
                <a:gd name="connsiteX270" fmla="*/ 2629922 w 2912392"/>
                <a:gd name="connsiteY270" fmla="*/ 989483 h 1060545"/>
                <a:gd name="connsiteX271" fmla="*/ 2639666 w 2912392"/>
                <a:gd name="connsiteY271" fmla="*/ 985542 h 1060545"/>
                <a:gd name="connsiteX272" fmla="*/ 2649410 w 2912392"/>
                <a:gd name="connsiteY272" fmla="*/ 981640 h 1060545"/>
                <a:gd name="connsiteX273" fmla="*/ 2659139 w 2912392"/>
                <a:gd name="connsiteY273" fmla="*/ 977792 h 1060545"/>
                <a:gd name="connsiteX274" fmla="*/ 2668883 w 2912392"/>
                <a:gd name="connsiteY274" fmla="*/ 974008 h 1060545"/>
                <a:gd name="connsiteX275" fmla="*/ 2678627 w 2912392"/>
                <a:gd name="connsiteY275" fmla="*/ 970301 h 1060545"/>
                <a:gd name="connsiteX276" fmla="*/ 2688371 w 2912392"/>
                <a:gd name="connsiteY276" fmla="*/ 966683 h 1060545"/>
                <a:gd name="connsiteX277" fmla="*/ 2698100 w 2912392"/>
                <a:gd name="connsiteY277" fmla="*/ 963166 h 1060545"/>
                <a:gd name="connsiteX278" fmla="*/ 2707844 w 2912392"/>
                <a:gd name="connsiteY278" fmla="*/ 959760 h 1060545"/>
                <a:gd name="connsiteX279" fmla="*/ 2717588 w 2912392"/>
                <a:gd name="connsiteY279" fmla="*/ 956474 h 1060545"/>
                <a:gd name="connsiteX280" fmla="*/ 2727332 w 2912392"/>
                <a:gd name="connsiteY280" fmla="*/ 953322 h 1060545"/>
                <a:gd name="connsiteX281" fmla="*/ 2737076 w 2912392"/>
                <a:gd name="connsiteY281" fmla="*/ 950308 h 1060545"/>
                <a:gd name="connsiteX282" fmla="*/ 2746805 w 2912392"/>
                <a:gd name="connsiteY282" fmla="*/ 947441 h 1060545"/>
                <a:gd name="connsiteX283" fmla="*/ 2756549 w 2912392"/>
                <a:gd name="connsiteY283" fmla="*/ 944731 h 1060545"/>
                <a:gd name="connsiteX284" fmla="*/ 2766293 w 2912392"/>
                <a:gd name="connsiteY284" fmla="*/ 942183 h 1060545"/>
                <a:gd name="connsiteX285" fmla="*/ 2776037 w 2912392"/>
                <a:gd name="connsiteY285" fmla="*/ 939802 h 1060545"/>
                <a:gd name="connsiteX286" fmla="*/ 2785766 w 2912392"/>
                <a:gd name="connsiteY286" fmla="*/ 937596 h 1060545"/>
                <a:gd name="connsiteX287" fmla="*/ 2795510 w 2912392"/>
                <a:gd name="connsiteY287" fmla="*/ 935567 h 1060545"/>
                <a:gd name="connsiteX288" fmla="*/ 2805254 w 2912392"/>
                <a:gd name="connsiteY288" fmla="*/ 933719 h 1060545"/>
                <a:gd name="connsiteX289" fmla="*/ 2814998 w 2912392"/>
                <a:gd name="connsiteY289" fmla="*/ 932053 h 1060545"/>
                <a:gd name="connsiteX290" fmla="*/ 2824727 w 2912392"/>
                <a:gd name="connsiteY290" fmla="*/ 930574 h 1060545"/>
                <a:gd name="connsiteX291" fmla="*/ 2834471 w 2912392"/>
                <a:gd name="connsiteY291" fmla="*/ 929282 h 1060545"/>
                <a:gd name="connsiteX292" fmla="*/ 2844215 w 2912392"/>
                <a:gd name="connsiteY292" fmla="*/ 928175 h 1060545"/>
                <a:gd name="connsiteX293" fmla="*/ 2853958 w 2912392"/>
                <a:gd name="connsiteY293" fmla="*/ 927255 h 1060545"/>
                <a:gd name="connsiteX294" fmla="*/ 2863687 w 2912392"/>
                <a:gd name="connsiteY294" fmla="*/ 926517 h 1060545"/>
                <a:gd name="connsiteX295" fmla="*/ 2873431 w 2912392"/>
                <a:gd name="connsiteY295" fmla="*/ 925963 h 1060545"/>
                <a:gd name="connsiteX296" fmla="*/ 2883175 w 2912392"/>
                <a:gd name="connsiteY296" fmla="*/ 925586 h 1060545"/>
                <a:gd name="connsiteX297" fmla="*/ 2892919 w 2912392"/>
                <a:gd name="connsiteY297" fmla="*/ 925383 h 1060545"/>
                <a:gd name="connsiteX298" fmla="*/ 2902663 w 2912392"/>
                <a:gd name="connsiteY298" fmla="*/ 925352 h 1060545"/>
                <a:gd name="connsiteX299" fmla="*/ 2912392 w 2912392"/>
                <a:gd name="connsiteY299" fmla="*/ 925483 h 1060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1060545">
                  <a:moveTo>
                    <a:pt x="0" y="88662"/>
                  </a:moveTo>
                  <a:lnTo>
                    <a:pt x="9739" y="83871"/>
                  </a:lnTo>
                  <a:lnTo>
                    <a:pt x="19480" y="79190"/>
                  </a:lnTo>
                  <a:lnTo>
                    <a:pt x="29221" y="74623"/>
                  </a:lnTo>
                  <a:lnTo>
                    <a:pt x="38961" y="70171"/>
                  </a:lnTo>
                  <a:lnTo>
                    <a:pt x="48702" y="65836"/>
                  </a:lnTo>
                  <a:lnTo>
                    <a:pt x="58443" y="61619"/>
                  </a:lnTo>
                  <a:lnTo>
                    <a:pt x="68182" y="57522"/>
                  </a:lnTo>
                  <a:lnTo>
                    <a:pt x="77923" y="53545"/>
                  </a:lnTo>
                  <a:lnTo>
                    <a:pt x="87664" y="49694"/>
                  </a:lnTo>
                  <a:lnTo>
                    <a:pt x="97404" y="45969"/>
                  </a:lnTo>
                  <a:lnTo>
                    <a:pt x="107145" y="42371"/>
                  </a:lnTo>
                  <a:lnTo>
                    <a:pt x="116886" y="38904"/>
                  </a:lnTo>
                  <a:lnTo>
                    <a:pt x="126625" y="35568"/>
                  </a:lnTo>
                  <a:lnTo>
                    <a:pt x="136366" y="32368"/>
                  </a:lnTo>
                  <a:lnTo>
                    <a:pt x="146107" y="29305"/>
                  </a:lnTo>
                  <a:lnTo>
                    <a:pt x="155846" y="26380"/>
                  </a:lnTo>
                  <a:lnTo>
                    <a:pt x="165587" y="23597"/>
                  </a:lnTo>
                  <a:lnTo>
                    <a:pt x="175328" y="20958"/>
                  </a:lnTo>
                  <a:lnTo>
                    <a:pt x="185068" y="18466"/>
                  </a:lnTo>
                  <a:lnTo>
                    <a:pt x="194809" y="16122"/>
                  </a:lnTo>
                  <a:lnTo>
                    <a:pt x="204550" y="13931"/>
                  </a:lnTo>
                  <a:lnTo>
                    <a:pt x="214289" y="11891"/>
                  </a:lnTo>
                  <a:lnTo>
                    <a:pt x="224030" y="10006"/>
                  </a:lnTo>
                  <a:lnTo>
                    <a:pt x="233771" y="8279"/>
                  </a:lnTo>
                  <a:lnTo>
                    <a:pt x="243510" y="6710"/>
                  </a:lnTo>
                  <a:lnTo>
                    <a:pt x="253251" y="5304"/>
                  </a:lnTo>
                  <a:lnTo>
                    <a:pt x="262992" y="4060"/>
                  </a:lnTo>
                  <a:lnTo>
                    <a:pt x="272732" y="2980"/>
                  </a:lnTo>
                  <a:lnTo>
                    <a:pt x="282473" y="2065"/>
                  </a:lnTo>
                  <a:lnTo>
                    <a:pt x="292214" y="1316"/>
                  </a:lnTo>
                  <a:lnTo>
                    <a:pt x="301953" y="735"/>
                  </a:lnTo>
                  <a:lnTo>
                    <a:pt x="311694" y="322"/>
                  </a:lnTo>
                  <a:lnTo>
                    <a:pt x="321435" y="76"/>
                  </a:lnTo>
                  <a:lnTo>
                    <a:pt x="331175" y="0"/>
                  </a:lnTo>
                  <a:lnTo>
                    <a:pt x="340916" y="91"/>
                  </a:lnTo>
                  <a:lnTo>
                    <a:pt x="350656" y="350"/>
                  </a:lnTo>
                  <a:lnTo>
                    <a:pt x="360396" y="776"/>
                  </a:lnTo>
                  <a:lnTo>
                    <a:pt x="370137" y="1369"/>
                  </a:lnTo>
                  <a:lnTo>
                    <a:pt x="379878" y="2126"/>
                  </a:lnTo>
                  <a:lnTo>
                    <a:pt x="389617" y="3047"/>
                  </a:lnTo>
                  <a:lnTo>
                    <a:pt x="399358" y="4127"/>
                  </a:lnTo>
                  <a:lnTo>
                    <a:pt x="409099" y="5367"/>
                  </a:lnTo>
                  <a:lnTo>
                    <a:pt x="418839" y="6763"/>
                  </a:lnTo>
                  <a:lnTo>
                    <a:pt x="428580" y="8311"/>
                  </a:lnTo>
                  <a:lnTo>
                    <a:pt x="438321" y="10009"/>
                  </a:lnTo>
                  <a:lnTo>
                    <a:pt x="448060" y="11854"/>
                  </a:lnTo>
                  <a:lnTo>
                    <a:pt x="457801" y="13838"/>
                  </a:lnTo>
                  <a:lnTo>
                    <a:pt x="467542" y="15961"/>
                  </a:lnTo>
                  <a:lnTo>
                    <a:pt x="477281" y="18217"/>
                  </a:lnTo>
                  <a:lnTo>
                    <a:pt x="487022" y="20601"/>
                  </a:lnTo>
                  <a:lnTo>
                    <a:pt x="496763" y="23105"/>
                  </a:lnTo>
                  <a:lnTo>
                    <a:pt x="506503" y="25728"/>
                  </a:lnTo>
                  <a:lnTo>
                    <a:pt x="516244" y="28462"/>
                  </a:lnTo>
                  <a:lnTo>
                    <a:pt x="525985" y="31298"/>
                  </a:lnTo>
                  <a:lnTo>
                    <a:pt x="535724" y="34235"/>
                  </a:lnTo>
                  <a:lnTo>
                    <a:pt x="545465" y="37262"/>
                  </a:lnTo>
                  <a:lnTo>
                    <a:pt x="555206" y="40375"/>
                  </a:lnTo>
                  <a:lnTo>
                    <a:pt x="564946" y="43563"/>
                  </a:lnTo>
                  <a:lnTo>
                    <a:pt x="574687" y="46825"/>
                  </a:lnTo>
                  <a:lnTo>
                    <a:pt x="584428" y="50147"/>
                  </a:lnTo>
                  <a:lnTo>
                    <a:pt x="594167" y="53526"/>
                  </a:lnTo>
                  <a:lnTo>
                    <a:pt x="603908" y="56954"/>
                  </a:lnTo>
                  <a:lnTo>
                    <a:pt x="613649" y="60421"/>
                  </a:lnTo>
                  <a:lnTo>
                    <a:pt x="623388" y="63921"/>
                  </a:lnTo>
                  <a:lnTo>
                    <a:pt x="633129" y="67448"/>
                  </a:lnTo>
                  <a:lnTo>
                    <a:pt x="642870" y="70991"/>
                  </a:lnTo>
                  <a:lnTo>
                    <a:pt x="652610" y="74543"/>
                  </a:lnTo>
                  <a:lnTo>
                    <a:pt x="662351" y="78097"/>
                  </a:lnTo>
                  <a:lnTo>
                    <a:pt x="672092" y="81648"/>
                  </a:lnTo>
                  <a:lnTo>
                    <a:pt x="681831" y="85185"/>
                  </a:lnTo>
                  <a:lnTo>
                    <a:pt x="691572" y="88703"/>
                  </a:lnTo>
                  <a:lnTo>
                    <a:pt x="701313" y="92193"/>
                  </a:lnTo>
                  <a:lnTo>
                    <a:pt x="711052" y="95650"/>
                  </a:lnTo>
                  <a:lnTo>
                    <a:pt x="720793" y="99068"/>
                  </a:lnTo>
                  <a:lnTo>
                    <a:pt x="730534" y="102438"/>
                  </a:lnTo>
                  <a:lnTo>
                    <a:pt x="740274" y="105757"/>
                  </a:lnTo>
                  <a:lnTo>
                    <a:pt x="750015" y="109019"/>
                  </a:lnTo>
                  <a:lnTo>
                    <a:pt x="759756" y="112216"/>
                  </a:lnTo>
                  <a:lnTo>
                    <a:pt x="769495" y="115345"/>
                  </a:lnTo>
                  <a:lnTo>
                    <a:pt x="779236" y="118402"/>
                  </a:lnTo>
                  <a:lnTo>
                    <a:pt x="788977" y="121382"/>
                  </a:lnTo>
                  <a:lnTo>
                    <a:pt x="798717" y="124281"/>
                  </a:lnTo>
                  <a:lnTo>
                    <a:pt x="808458" y="127096"/>
                  </a:lnTo>
                  <a:lnTo>
                    <a:pt x="818199" y="129824"/>
                  </a:lnTo>
                  <a:lnTo>
                    <a:pt x="827938" y="132462"/>
                  </a:lnTo>
                  <a:lnTo>
                    <a:pt x="837679" y="135009"/>
                  </a:lnTo>
                  <a:lnTo>
                    <a:pt x="847420" y="137464"/>
                  </a:lnTo>
                  <a:lnTo>
                    <a:pt x="857159" y="139824"/>
                  </a:lnTo>
                  <a:lnTo>
                    <a:pt x="866900" y="142089"/>
                  </a:lnTo>
                  <a:lnTo>
                    <a:pt x="876641" y="144261"/>
                  </a:lnTo>
                  <a:lnTo>
                    <a:pt x="886381" y="146338"/>
                  </a:lnTo>
                  <a:lnTo>
                    <a:pt x="896122" y="148322"/>
                  </a:lnTo>
                  <a:lnTo>
                    <a:pt x="905863" y="150215"/>
                  </a:lnTo>
                  <a:lnTo>
                    <a:pt x="915602" y="152017"/>
                  </a:lnTo>
                  <a:lnTo>
                    <a:pt x="925343" y="153732"/>
                  </a:lnTo>
                  <a:lnTo>
                    <a:pt x="935084" y="155364"/>
                  </a:lnTo>
                  <a:lnTo>
                    <a:pt x="944824" y="156913"/>
                  </a:lnTo>
                  <a:lnTo>
                    <a:pt x="954564" y="158387"/>
                  </a:lnTo>
                  <a:lnTo>
                    <a:pt x="964305" y="159786"/>
                  </a:lnTo>
                  <a:lnTo>
                    <a:pt x="974045" y="161116"/>
                  </a:lnTo>
                  <a:lnTo>
                    <a:pt x="983786" y="162383"/>
                  </a:lnTo>
                  <a:lnTo>
                    <a:pt x="993522" y="163592"/>
                  </a:lnTo>
                  <a:lnTo>
                    <a:pt x="1003266" y="164748"/>
                  </a:lnTo>
                  <a:lnTo>
                    <a:pt x="1013010" y="165858"/>
                  </a:lnTo>
                  <a:lnTo>
                    <a:pt x="1022754" y="166930"/>
                  </a:lnTo>
                  <a:lnTo>
                    <a:pt x="1032483" y="167967"/>
                  </a:lnTo>
                  <a:lnTo>
                    <a:pt x="1042227" y="168977"/>
                  </a:lnTo>
                  <a:lnTo>
                    <a:pt x="1051971" y="169969"/>
                  </a:lnTo>
                  <a:lnTo>
                    <a:pt x="1061715" y="170949"/>
                  </a:lnTo>
                  <a:lnTo>
                    <a:pt x="1071444" y="171925"/>
                  </a:lnTo>
                  <a:lnTo>
                    <a:pt x="1081188" y="172906"/>
                  </a:lnTo>
                  <a:lnTo>
                    <a:pt x="1090932" y="173898"/>
                  </a:lnTo>
                  <a:lnTo>
                    <a:pt x="1100676" y="174910"/>
                  </a:lnTo>
                  <a:lnTo>
                    <a:pt x="1110405" y="175950"/>
                  </a:lnTo>
                  <a:lnTo>
                    <a:pt x="1120149" y="177027"/>
                  </a:lnTo>
                  <a:lnTo>
                    <a:pt x="1129893" y="178149"/>
                  </a:lnTo>
                  <a:lnTo>
                    <a:pt x="1139637" y="179323"/>
                  </a:lnTo>
                  <a:lnTo>
                    <a:pt x="1149381" y="180558"/>
                  </a:lnTo>
                  <a:lnTo>
                    <a:pt x="1159110" y="181861"/>
                  </a:lnTo>
                  <a:lnTo>
                    <a:pt x="1168854" y="183244"/>
                  </a:lnTo>
                  <a:lnTo>
                    <a:pt x="1178598" y="184712"/>
                  </a:lnTo>
                  <a:lnTo>
                    <a:pt x="1188341" y="186273"/>
                  </a:lnTo>
                  <a:lnTo>
                    <a:pt x="1198070" y="187937"/>
                  </a:lnTo>
                  <a:lnTo>
                    <a:pt x="1207814" y="189709"/>
                  </a:lnTo>
                  <a:lnTo>
                    <a:pt x="1217558" y="191596"/>
                  </a:lnTo>
                  <a:lnTo>
                    <a:pt x="1227302" y="193609"/>
                  </a:lnTo>
                  <a:lnTo>
                    <a:pt x="1237031" y="195753"/>
                  </a:lnTo>
                  <a:lnTo>
                    <a:pt x="1246775" y="198033"/>
                  </a:lnTo>
                  <a:lnTo>
                    <a:pt x="1256519" y="200458"/>
                  </a:lnTo>
                  <a:lnTo>
                    <a:pt x="1266263" y="203034"/>
                  </a:lnTo>
                  <a:lnTo>
                    <a:pt x="1276007" y="205767"/>
                  </a:lnTo>
                  <a:lnTo>
                    <a:pt x="1285736" y="208662"/>
                  </a:lnTo>
                  <a:lnTo>
                    <a:pt x="1295480" y="211723"/>
                  </a:lnTo>
                  <a:lnTo>
                    <a:pt x="1305224" y="214960"/>
                  </a:lnTo>
                  <a:lnTo>
                    <a:pt x="1314968" y="218371"/>
                  </a:lnTo>
                  <a:lnTo>
                    <a:pt x="1324697" y="221967"/>
                  </a:lnTo>
                  <a:lnTo>
                    <a:pt x="1334441" y="225746"/>
                  </a:lnTo>
                  <a:lnTo>
                    <a:pt x="1344185" y="229717"/>
                  </a:lnTo>
                  <a:lnTo>
                    <a:pt x="1353929" y="233881"/>
                  </a:lnTo>
                  <a:lnTo>
                    <a:pt x="1363658" y="238241"/>
                  </a:lnTo>
                  <a:lnTo>
                    <a:pt x="1373402" y="242800"/>
                  </a:lnTo>
                  <a:lnTo>
                    <a:pt x="1383146" y="247558"/>
                  </a:lnTo>
                  <a:lnTo>
                    <a:pt x="1392890" y="252521"/>
                  </a:lnTo>
                  <a:lnTo>
                    <a:pt x="1402619" y="257688"/>
                  </a:lnTo>
                  <a:lnTo>
                    <a:pt x="1412363" y="263061"/>
                  </a:lnTo>
                  <a:lnTo>
                    <a:pt x="1422106" y="268641"/>
                  </a:lnTo>
                  <a:lnTo>
                    <a:pt x="1431850" y="274427"/>
                  </a:lnTo>
                  <a:lnTo>
                    <a:pt x="1441594" y="280420"/>
                  </a:lnTo>
                  <a:lnTo>
                    <a:pt x="1451323" y="286621"/>
                  </a:lnTo>
                  <a:lnTo>
                    <a:pt x="1461067" y="293027"/>
                  </a:lnTo>
                  <a:lnTo>
                    <a:pt x="1470811" y="299639"/>
                  </a:lnTo>
                  <a:lnTo>
                    <a:pt x="1480555" y="306456"/>
                  </a:lnTo>
                  <a:lnTo>
                    <a:pt x="1490284" y="313475"/>
                  </a:lnTo>
                  <a:lnTo>
                    <a:pt x="1500028" y="320695"/>
                  </a:lnTo>
                  <a:lnTo>
                    <a:pt x="1509772" y="328114"/>
                  </a:lnTo>
                  <a:lnTo>
                    <a:pt x="1519516" y="335729"/>
                  </a:lnTo>
                  <a:lnTo>
                    <a:pt x="1529245" y="343538"/>
                  </a:lnTo>
                  <a:lnTo>
                    <a:pt x="1538989" y="351537"/>
                  </a:lnTo>
                  <a:lnTo>
                    <a:pt x="1548733" y="359724"/>
                  </a:lnTo>
                  <a:lnTo>
                    <a:pt x="1558477" y="368094"/>
                  </a:lnTo>
                  <a:lnTo>
                    <a:pt x="1568221" y="376645"/>
                  </a:lnTo>
                  <a:lnTo>
                    <a:pt x="1577950" y="385371"/>
                  </a:lnTo>
                  <a:lnTo>
                    <a:pt x="1587694" y="394270"/>
                  </a:lnTo>
                  <a:lnTo>
                    <a:pt x="1597438" y="403336"/>
                  </a:lnTo>
                  <a:lnTo>
                    <a:pt x="1607182" y="412565"/>
                  </a:lnTo>
                  <a:lnTo>
                    <a:pt x="1616911" y="421950"/>
                  </a:lnTo>
                  <a:lnTo>
                    <a:pt x="1626655" y="431489"/>
                  </a:lnTo>
                  <a:lnTo>
                    <a:pt x="1636399" y="441175"/>
                  </a:lnTo>
                  <a:lnTo>
                    <a:pt x="1646142" y="451004"/>
                  </a:lnTo>
                  <a:lnTo>
                    <a:pt x="1655872" y="460969"/>
                  </a:lnTo>
                  <a:lnTo>
                    <a:pt x="1665616" y="471064"/>
                  </a:lnTo>
                  <a:lnTo>
                    <a:pt x="1675359" y="481285"/>
                  </a:lnTo>
                  <a:lnTo>
                    <a:pt x="1685103" y="491625"/>
                  </a:lnTo>
                  <a:lnTo>
                    <a:pt x="1694832" y="502076"/>
                  </a:lnTo>
                  <a:lnTo>
                    <a:pt x="1704576" y="512634"/>
                  </a:lnTo>
                  <a:lnTo>
                    <a:pt x="1714320" y="523291"/>
                  </a:lnTo>
                  <a:lnTo>
                    <a:pt x="1724064" y="534042"/>
                  </a:lnTo>
                  <a:lnTo>
                    <a:pt x="1733808" y="544880"/>
                  </a:lnTo>
                  <a:lnTo>
                    <a:pt x="1743537" y="555796"/>
                  </a:lnTo>
                  <a:lnTo>
                    <a:pt x="1753281" y="566786"/>
                  </a:lnTo>
                  <a:lnTo>
                    <a:pt x="1763025" y="577841"/>
                  </a:lnTo>
                  <a:lnTo>
                    <a:pt x="1772769" y="588954"/>
                  </a:lnTo>
                  <a:lnTo>
                    <a:pt x="1782498" y="600119"/>
                  </a:lnTo>
                  <a:lnTo>
                    <a:pt x="1792242" y="611328"/>
                  </a:lnTo>
                  <a:lnTo>
                    <a:pt x="1801986" y="622570"/>
                  </a:lnTo>
                  <a:lnTo>
                    <a:pt x="1811730" y="633844"/>
                  </a:lnTo>
                  <a:lnTo>
                    <a:pt x="1821459" y="645138"/>
                  </a:lnTo>
                  <a:lnTo>
                    <a:pt x="1831203" y="656445"/>
                  </a:lnTo>
                  <a:lnTo>
                    <a:pt x="1840947" y="667756"/>
                  </a:lnTo>
                  <a:lnTo>
                    <a:pt x="1850691" y="679066"/>
                  </a:lnTo>
                  <a:lnTo>
                    <a:pt x="1860435" y="690364"/>
                  </a:lnTo>
                  <a:lnTo>
                    <a:pt x="1870164" y="701642"/>
                  </a:lnTo>
                  <a:lnTo>
                    <a:pt x="1879908" y="712894"/>
                  </a:lnTo>
                  <a:lnTo>
                    <a:pt x="1889652" y="724111"/>
                  </a:lnTo>
                  <a:lnTo>
                    <a:pt x="1899395" y="735283"/>
                  </a:lnTo>
                  <a:lnTo>
                    <a:pt x="1909124" y="746403"/>
                  </a:lnTo>
                  <a:lnTo>
                    <a:pt x="1918868" y="757463"/>
                  </a:lnTo>
                  <a:lnTo>
                    <a:pt x="1928612" y="768452"/>
                  </a:lnTo>
                  <a:lnTo>
                    <a:pt x="1938356" y="779363"/>
                  </a:lnTo>
                  <a:lnTo>
                    <a:pt x="1948085" y="790187"/>
                  </a:lnTo>
                  <a:lnTo>
                    <a:pt x="1957829" y="800916"/>
                  </a:lnTo>
                  <a:lnTo>
                    <a:pt x="1967573" y="811539"/>
                  </a:lnTo>
                  <a:lnTo>
                    <a:pt x="1977317" y="822050"/>
                  </a:lnTo>
                  <a:lnTo>
                    <a:pt x="1987046" y="832437"/>
                  </a:lnTo>
                  <a:lnTo>
                    <a:pt x="1996790" y="842694"/>
                  </a:lnTo>
                  <a:lnTo>
                    <a:pt x="2006534" y="852812"/>
                  </a:lnTo>
                  <a:lnTo>
                    <a:pt x="2016278" y="862779"/>
                  </a:lnTo>
                  <a:lnTo>
                    <a:pt x="2026022" y="872590"/>
                  </a:lnTo>
                  <a:lnTo>
                    <a:pt x="2035751" y="882234"/>
                  </a:lnTo>
                  <a:lnTo>
                    <a:pt x="2045495" y="891703"/>
                  </a:lnTo>
                  <a:lnTo>
                    <a:pt x="2055239" y="900986"/>
                  </a:lnTo>
                  <a:lnTo>
                    <a:pt x="2064983" y="910079"/>
                  </a:lnTo>
                  <a:lnTo>
                    <a:pt x="2074712" y="918971"/>
                  </a:lnTo>
                  <a:lnTo>
                    <a:pt x="2084456" y="927652"/>
                  </a:lnTo>
                  <a:lnTo>
                    <a:pt x="2094200" y="936116"/>
                  </a:lnTo>
                  <a:lnTo>
                    <a:pt x="2103944" y="944356"/>
                  </a:lnTo>
                  <a:lnTo>
                    <a:pt x="2113673" y="952361"/>
                  </a:lnTo>
                  <a:lnTo>
                    <a:pt x="2123417" y="960125"/>
                  </a:lnTo>
                  <a:lnTo>
                    <a:pt x="2133161" y="967640"/>
                  </a:lnTo>
                  <a:lnTo>
                    <a:pt x="2142905" y="974900"/>
                  </a:lnTo>
                  <a:lnTo>
                    <a:pt x="2152649" y="981898"/>
                  </a:lnTo>
                  <a:lnTo>
                    <a:pt x="2162377" y="988626"/>
                  </a:lnTo>
                  <a:lnTo>
                    <a:pt x="2172121" y="995079"/>
                  </a:lnTo>
                  <a:lnTo>
                    <a:pt x="2181865" y="1001250"/>
                  </a:lnTo>
                  <a:lnTo>
                    <a:pt x="2191609" y="1007134"/>
                  </a:lnTo>
                  <a:lnTo>
                    <a:pt x="2201338" y="1012720"/>
                  </a:lnTo>
                  <a:lnTo>
                    <a:pt x="2211082" y="1018024"/>
                  </a:lnTo>
                  <a:lnTo>
                    <a:pt x="2220826" y="1023015"/>
                  </a:lnTo>
                  <a:lnTo>
                    <a:pt x="2230570" y="1027708"/>
                  </a:lnTo>
                  <a:lnTo>
                    <a:pt x="2240299" y="1032088"/>
                  </a:lnTo>
                  <a:lnTo>
                    <a:pt x="2250043" y="1036156"/>
                  </a:lnTo>
                  <a:lnTo>
                    <a:pt x="2259787" y="1039910"/>
                  </a:lnTo>
                  <a:lnTo>
                    <a:pt x="2269531" y="1043352"/>
                  </a:lnTo>
                  <a:lnTo>
                    <a:pt x="2279260" y="1046481"/>
                  </a:lnTo>
                  <a:lnTo>
                    <a:pt x="2289004" y="1049297"/>
                  </a:lnTo>
                  <a:lnTo>
                    <a:pt x="2298748" y="1051785"/>
                  </a:lnTo>
                  <a:lnTo>
                    <a:pt x="2308492" y="1053960"/>
                  </a:lnTo>
                  <a:lnTo>
                    <a:pt x="2318236" y="1055822"/>
                  </a:lnTo>
                  <a:lnTo>
                    <a:pt x="2327965" y="1057372"/>
                  </a:lnTo>
                  <a:lnTo>
                    <a:pt x="2337709" y="1058609"/>
                  </a:lnTo>
                  <a:lnTo>
                    <a:pt x="2347453" y="1059547"/>
                  </a:lnTo>
                  <a:lnTo>
                    <a:pt x="2357197" y="1060173"/>
                  </a:lnTo>
                  <a:lnTo>
                    <a:pt x="2366926" y="1060501"/>
                  </a:lnTo>
                  <a:lnTo>
                    <a:pt x="2376670" y="1060545"/>
                  </a:lnTo>
                  <a:lnTo>
                    <a:pt x="2386413" y="1060292"/>
                  </a:lnTo>
                  <a:lnTo>
                    <a:pt x="2396157" y="1059770"/>
                  </a:lnTo>
                  <a:lnTo>
                    <a:pt x="2405886" y="1058966"/>
                  </a:lnTo>
                  <a:lnTo>
                    <a:pt x="2415630" y="1057893"/>
                  </a:lnTo>
                  <a:lnTo>
                    <a:pt x="2425374" y="1056567"/>
                  </a:lnTo>
                  <a:lnTo>
                    <a:pt x="2435118" y="1054988"/>
                  </a:lnTo>
                  <a:lnTo>
                    <a:pt x="2444862" y="1053185"/>
                  </a:lnTo>
                  <a:lnTo>
                    <a:pt x="2454591" y="1051144"/>
                  </a:lnTo>
                  <a:lnTo>
                    <a:pt x="2464335" y="1048879"/>
                  </a:lnTo>
                  <a:lnTo>
                    <a:pt x="2474079" y="1046421"/>
                  </a:lnTo>
                  <a:lnTo>
                    <a:pt x="2483823" y="1043754"/>
                  </a:lnTo>
                  <a:lnTo>
                    <a:pt x="2493552" y="1040908"/>
                  </a:lnTo>
                  <a:lnTo>
                    <a:pt x="2503296" y="1037899"/>
                  </a:lnTo>
                  <a:lnTo>
                    <a:pt x="2513040" y="1034725"/>
                  </a:lnTo>
                  <a:lnTo>
                    <a:pt x="2522784" y="1031418"/>
                  </a:lnTo>
                  <a:lnTo>
                    <a:pt x="2532513" y="1027976"/>
                  </a:lnTo>
                  <a:lnTo>
                    <a:pt x="2542257" y="1024415"/>
                  </a:lnTo>
                  <a:lnTo>
                    <a:pt x="2552001" y="1020750"/>
                  </a:lnTo>
                  <a:lnTo>
                    <a:pt x="2561745" y="1016996"/>
                  </a:lnTo>
                  <a:lnTo>
                    <a:pt x="2571474" y="1013166"/>
                  </a:lnTo>
                  <a:lnTo>
                    <a:pt x="2581218" y="1009290"/>
                  </a:lnTo>
                  <a:lnTo>
                    <a:pt x="2590962" y="1005361"/>
                  </a:lnTo>
                  <a:lnTo>
                    <a:pt x="2600705" y="1001402"/>
                  </a:lnTo>
                  <a:lnTo>
                    <a:pt x="2610449" y="997426"/>
                  </a:lnTo>
                  <a:lnTo>
                    <a:pt x="2620178" y="993449"/>
                  </a:lnTo>
                  <a:lnTo>
                    <a:pt x="2629922" y="989483"/>
                  </a:lnTo>
                  <a:lnTo>
                    <a:pt x="2639666" y="985542"/>
                  </a:lnTo>
                  <a:lnTo>
                    <a:pt x="2649410" y="981640"/>
                  </a:lnTo>
                  <a:lnTo>
                    <a:pt x="2659139" y="977792"/>
                  </a:lnTo>
                  <a:lnTo>
                    <a:pt x="2668883" y="974008"/>
                  </a:lnTo>
                  <a:lnTo>
                    <a:pt x="2678627" y="970301"/>
                  </a:lnTo>
                  <a:lnTo>
                    <a:pt x="2688371" y="966683"/>
                  </a:lnTo>
                  <a:lnTo>
                    <a:pt x="2698100" y="963166"/>
                  </a:lnTo>
                  <a:lnTo>
                    <a:pt x="2707844" y="959760"/>
                  </a:lnTo>
                  <a:lnTo>
                    <a:pt x="2717588" y="956474"/>
                  </a:lnTo>
                  <a:lnTo>
                    <a:pt x="2727332" y="953322"/>
                  </a:lnTo>
                  <a:lnTo>
                    <a:pt x="2737076" y="950308"/>
                  </a:lnTo>
                  <a:lnTo>
                    <a:pt x="2746805" y="947441"/>
                  </a:lnTo>
                  <a:lnTo>
                    <a:pt x="2756549" y="944731"/>
                  </a:lnTo>
                  <a:lnTo>
                    <a:pt x="2766293" y="942183"/>
                  </a:lnTo>
                  <a:lnTo>
                    <a:pt x="2776037" y="939802"/>
                  </a:lnTo>
                  <a:lnTo>
                    <a:pt x="2785766" y="937596"/>
                  </a:lnTo>
                  <a:lnTo>
                    <a:pt x="2795510" y="935567"/>
                  </a:lnTo>
                  <a:lnTo>
                    <a:pt x="2805254" y="933719"/>
                  </a:lnTo>
                  <a:lnTo>
                    <a:pt x="2814998" y="932053"/>
                  </a:lnTo>
                  <a:lnTo>
                    <a:pt x="2824727" y="930574"/>
                  </a:lnTo>
                  <a:lnTo>
                    <a:pt x="2834471" y="929282"/>
                  </a:lnTo>
                  <a:lnTo>
                    <a:pt x="2844215" y="928175"/>
                  </a:lnTo>
                  <a:lnTo>
                    <a:pt x="2853958" y="927255"/>
                  </a:lnTo>
                  <a:lnTo>
                    <a:pt x="2863687" y="926517"/>
                  </a:lnTo>
                  <a:lnTo>
                    <a:pt x="2873431" y="925963"/>
                  </a:lnTo>
                  <a:lnTo>
                    <a:pt x="2883175" y="925586"/>
                  </a:lnTo>
                  <a:lnTo>
                    <a:pt x="2892919" y="925383"/>
                  </a:lnTo>
                  <a:lnTo>
                    <a:pt x="2902663" y="925352"/>
                  </a:lnTo>
                  <a:lnTo>
                    <a:pt x="2912392" y="92548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8" name="Freeform 647">
              <a:extLst>
                <a:ext uri="{FF2B5EF4-FFF2-40B4-BE49-F238E27FC236}">
                  <a16:creationId xmlns:a16="http://schemas.microsoft.com/office/drawing/2014/main" id="{38893FC1-C68E-B91A-47E5-AA6106BB4159}"/>
                </a:ext>
              </a:extLst>
            </p:cNvPr>
            <p:cNvSpPr/>
            <p:nvPr/>
          </p:nvSpPr>
          <p:spPr>
            <a:xfrm>
              <a:off x="576446" y="3088311"/>
              <a:ext cx="2912392" cy="730680"/>
            </a:xfrm>
            <a:custGeom>
              <a:avLst/>
              <a:gdLst>
                <a:gd name="connsiteX0" fmla="*/ 0 w 2912392"/>
                <a:gd name="connsiteY0" fmla="*/ 672336 h 730680"/>
                <a:gd name="connsiteX1" fmla="*/ 9739 w 2912392"/>
                <a:gd name="connsiteY1" fmla="*/ 674502 h 730680"/>
                <a:gd name="connsiteX2" fmla="*/ 19480 w 2912392"/>
                <a:gd name="connsiteY2" fmla="*/ 676736 h 730680"/>
                <a:gd name="connsiteX3" fmla="*/ 29221 w 2912392"/>
                <a:gd name="connsiteY3" fmla="*/ 679029 h 730680"/>
                <a:gd name="connsiteX4" fmla="*/ 38961 w 2912392"/>
                <a:gd name="connsiteY4" fmla="*/ 681371 h 730680"/>
                <a:gd name="connsiteX5" fmla="*/ 48702 w 2912392"/>
                <a:gd name="connsiteY5" fmla="*/ 683754 h 730680"/>
                <a:gd name="connsiteX6" fmla="*/ 58443 w 2912392"/>
                <a:gd name="connsiteY6" fmla="*/ 686171 h 730680"/>
                <a:gd name="connsiteX7" fmla="*/ 68182 w 2912392"/>
                <a:gd name="connsiteY7" fmla="*/ 688609 h 730680"/>
                <a:gd name="connsiteX8" fmla="*/ 77923 w 2912392"/>
                <a:gd name="connsiteY8" fmla="*/ 691059 h 730680"/>
                <a:gd name="connsiteX9" fmla="*/ 87664 w 2912392"/>
                <a:gd name="connsiteY9" fmla="*/ 693513 h 730680"/>
                <a:gd name="connsiteX10" fmla="*/ 97404 w 2912392"/>
                <a:gd name="connsiteY10" fmla="*/ 695961 h 730680"/>
                <a:gd name="connsiteX11" fmla="*/ 107145 w 2912392"/>
                <a:gd name="connsiteY11" fmla="*/ 698393 h 730680"/>
                <a:gd name="connsiteX12" fmla="*/ 116886 w 2912392"/>
                <a:gd name="connsiteY12" fmla="*/ 700799 h 730680"/>
                <a:gd name="connsiteX13" fmla="*/ 126625 w 2912392"/>
                <a:gd name="connsiteY13" fmla="*/ 703169 h 730680"/>
                <a:gd name="connsiteX14" fmla="*/ 136366 w 2912392"/>
                <a:gd name="connsiteY14" fmla="*/ 705495 h 730680"/>
                <a:gd name="connsiteX15" fmla="*/ 146107 w 2912392"/>
                <a:gd name="connsiteY15" fmla="*/ 707769 h 730680"/>
                <a:gd name="connsiteX16" fmla="*/ 155846 w 2912392"/>
                <a:gd name="connsiteY16" fmla="*/ 709978 h 730680"/>
                <a:gd name="connsiteX17" fmla="*/ 165587 w 2912392"/>
                <a:gd name="connsiteY17" fmla="*/ 712118 h 730680"/>
                <a:gd name="connsiteX18" fmla="*/ 175328 w 2912392"/>
                <a:gd name="connsiteY18" fmla="*/ 714177 h 730680"/>
                <a:gd name="connsiteX19" fmla="*/ 185068 w 2912392"/>
                <a:gd name="connsiteY19" fmla="*/ 716146 h 730680"/>
                <a:gd name="connsiteX20" fmla="*/ 194809 w 2912392"/>
                <a:gd name="connsiteY20" fmla="*/ 718021 h 730680"/>
                <a:gd name="connsiteX21" fmla="*/ 204550 w 2912392"/>
                <a:gd name="connsiteY21" fmla="*/ 719791 h 730680"/>
                <a:gd name="connsiteX22" fmla="*/ 214289 w 2912392"/>
                <a:gd name="connsiteY22" fmla="*/ 721449 h 730680"/>
                <a:gd name="connsiteX23" fmla="*/ 224030 w 2912392"/>
                <a:gd name="connsiteY23" fmla="*/ 722990 h 730680"/>
                <a:gd name="connsiteX24" fmla="*/ 233771 w 2912392"/>
                <a:gd name="connsiteY24" fmla="*/ 724405 h 730680"/>
                <a:gd name="connsiteX25" fmla="*/ 243510 w 2912392"/>
                <a:gd name="connsiteY25" fmla="*/ 725691 h 730680"/>
                <a:gd name="connsiteX26" fmla="*/ 253251 w 2912392"/>
                <a:gd name="connsiteY26" fmla="*/ 726838 h 730680"/>
                <a:gd name="connsiteX27" fmla="*/ 262992 w 2912392"/>
                <a:gd name="connsiteY27" fmla="*/ 727845 h 730680"/>
                <a:gd name="connsiteX28" fmla="*/ 272732 w 2912392"/>
                <a:gd name="connsiteY28" fmla="*/ 728705 h 730680"/>
                <a:gd name="connsiteX29" fmla="*/ 282473 w 2912392"/>
                <a:gd name="connsiteY29" fmla="*/ 729415 h 730680"/>
                <a:gd name="connsiteX30" fmla="*/ 292214 w 2912392"/>
                <a:gd name="connsiteY30" fmla="*/ 729970 h 730680"/>
                <a:gd name="connsiteX31" fmla="*/ 301953 w 2912392"/>
                <a:gd name="connsiteY31" fmla="*/ 730367 h 730680"/>
                <a:gd name="connsiteX32" fmla="*/ 311694 w 2912392"/>
                <a:gd name="connsiteY32" fmla="*/ 730604 h 730680"/>
                <a:gd name="connsiteX33" fmla="*/ 321435 w 2912392"/>
                <a:gd name="connsiteY33" fmla="*/ 730680 h 730680"/>
                <a:gd name="connsiteX34" fmla="*/ 331175 w 2912392"/>
                <a:gd name="connsiteY34" fmla="*/ 730591 h 730680"/>
                <a:gd name="connsiteX35" fmla="*/ 340916 w 2912392"/>
                <a:gd name="connsiteY35" fmla="*/ 730336 h 730680"/>
                <a:gd name="connsiteX36" fmla="*/ 350656 w 2912392"/>
                <a:gd name="connsiteY36" fmla="*/ 729917 h 730680"/>
                <a:gd name="connsiteX37" fmla="*/ 360396 w 2912392"/>
                <a:gd name="connsiteY37" fmla="*/ 729332 h 730680"/>
                <a:gd name="connsiteX38" fmla="*/ 370137 w 2912392"/>
                <a:gd name="connsiteY38" fmla="*/ 728583 h 730680"/>
                <a:gd name="connsiteX39" fmla="*/ 379878 w 2912392"/>
                <a:gd name="connsiteY39" fmla="*/ 727668 h 730680"/>
                <a:gd name="connsiteX40" fmla="*/ 389617 w 2912392"/>
                <a:gd name="connsiteY40" fmla="*/ 726592 h 730680"/>
                <a:gd name="connsiteX41" fmla="*/ 399358 w 2912392"/>
                <a:gd name="connsiteY41" fmla="*/ 725355 h 730680"/>
                <a:gd name="connsiteX42" fmla="*/ 409099 w 2912392"/>
                <a:gd name="connsiteY42" fmla="*/ 723961 h 730680"/>
                <a:gd name="connsiteX43" fmla="*/ 418839 w 2912392"/>
                <a:gd name="connsiteY43" fmla="*/ 722411 h 730680"/>
                <a:gd name="connsiteX44" fmla="*/ 428580 w 2912392"/>
                <a:gd name="connsiteY44" fmla="*/ 720710 h 730680"/>
                <a:gd name="connsiteX45" fmla="*/ 438321 w 2912392"/>
                <a:gd name="connsiteY45" fmla="*/ 718862 h 730680"/>
                <a:gd name="connsiteX46" fmla="*/ 448060 w 2912392"/>
                <a:gd name="connsiteY46" fmla="*/ 716870 h 730680"/>
                <a:gd name="connsiteX47" fmla="*/ 457801 w 2912392"/>
                <a:gd name="connsiteY47" fmla="*/ 714738 h 730680"/>
                <a:gd name="connsiteX48" fmla="*/ 467542 w 2912392"/>
                <a:gd name="connsiteY48" fmla="*/ 712475 h 730680"/>
                <a:gd name="connsiteX49" fmla="*/ 477281 w 2912392"/>
                <a:gd name="connsiteY49" fmla="*/ 710081 h 730680"/>
                <a:gd name="connsiteX50" fmla="*/ 487022 w 2912392"/>
                <a:gd name="connsiteY50" fmla="*/ 707565 h 730680"/>
                <a:gd name="connsiteX51" fmla="*/ 496763 w 2912392"/>
                <a:gd name="connsiteY51" fmla="*/ 704932 h 730680"/>
                <a:gd name="connsiteX52" fmla="*/ 506503 w 2912392"/>
                <a:gd name="connsiteY52" fmla="*/ 702187 h 730680"/>
                <a:gd name="connsiteX53" fmla="*/ 516244 w 2912392"/>
                <a:gd name="connsiteY53" fmla="*/ 699337 h 730680"/>
                <a:gd name="connsiteX54" fmla="*/ 525985 w 2912392"/>
                <a:gd name="connsiteY54" fmla="*/ 696389 h 730680"/>
                <a:gd name="connsiteX55" fmla="*/ 535724 w 2912392"/>
                <a:gd name="connsiteY55" fmla="*/ 693348 h 730680"/>
                <a:gd name="connsiteX56" fmla="*/ 545465 w 2912392"/>
                <a:gd name="connsiteY56" fmla="*/ 690221 h 730680"/>
                <a:gd name="connsiteX57" fmla="*/ 555206 w 2912392"/>
                <a:gd name="connsiteY57" fmla="*/ 687016 h 730680"/>
                <a:gd name="connsiteX58" fmla="*/ 564946 w 2912392"/>
                <a:gd name="connsiteY58" fmla="*/ 683737 h 730680"/>
                <a:gd name="connsiteX59" fmla="*/ 574687 w 2912392"/>
                <a:gd name="connsiteY59" fmla="*/ 680393 h 730680"/>
                <a:gd name="connsiteX60" fmla="*/ 584428 w 2912392"/>
                <a:gd name="connsiteY60" fmla="*/ 676989 h 730680"/>
                <a:gd name="connsiteX61" fmla="*/ 594167 w 2912392"/>
                <a:gd name="connsiteY61" fmla="*/ 673531 h 730680"/>
                <a:gd name="connsiteX62" fmla="*/ 603908 w 2912392"/>
                <a:gd name="connsiteY62" fmla="*/ 670027 h 730680"/>
                <a:gd name="connsiteX63" fmla="*/ 613649 w 2912392"/>
                <a:gd name="connsiteY63" fmla="*/ 666481 h 730680"/>
                <a:gd name="connsiteX64" fmla="*/ 623388 w 2912392"/>
                <a:gd name="connsiteY64" fmla="*/ 662900 h 730680"/>
                <a:gd name="connsiteX65" fmla="*/ 633129 w 2912392"/>
                <a:gd name="connsiteY65" fmla="*/ 659290 h 730680"/>
                <a:gd name="connsiteX66" fmla="*/ 642870 w 2912392"/>
                <a:gd name="connsiteY66" fmla="*/ 655655 h 730680"/>
                <a:gd name="connsiteX67" fmla="*/ 652610 w 2912392"/>
                <a:gd name="connsiteY67" fmla="*/ 652000 h 730680"/>
                <a:gd name="connsiteX68" fmla="*/ 662351 w 2912392"/>
                <a:gd name="connsiteY68" fmla="*/ 648332 h 730680"/>
                <a:gd name="connsiteX69" fmla="*/ 672092 w 2912392"/>
                <a:gd name="connsiteY69" fmla="*/ 644652 h 730680"/>
                <a:gd name="connsiteX70" fmla="*/ 681831 w 2912392"/>
                <a:gd name="connsiteY70" fmla="*/ 640966 h 730680"/>
                <a:gd name="connsiteX71" fmla="*/ 691572 w 2912392"/>
                <a:gd name="connsiteY71" fmla="*/ 637277 h 730680"/>
                <a:gd name="connsiteX72" fmla="*/ 701313 w 2912392"/>
                <a:gd name="connsiteY72" fmla="*/ 633588 h 730680"/>
                <a:gd name="connsiteX73" fmla="*/ 711052 w 2912392"/>
                <a:gd name="connsiteY73" fmla="*/ 629902 h 730680"/>
                <a:gd name="connsiteX74" fmla="*/ 720793 w 2912392"/>
                <a:gd name="connsiteY74" fmla="*/ 626219 h 730680"/>
                <a:gd name="connsiteX75" fmla="*/ 730534 w 2912392"/>
                <a:gd name="connsiteY75" fmla="*/ 622542 h 730680"/>
                <a:gd name="connsiteX76" fmla="*/ 740274 w 2912392"/>
                <a:gd name="connsiteY76" fmla="*/ 618874 h 730680"/>
                <a:gd name="connsiteX77" fmla="*/ 750015 w 2912392"/>
                <a:gd name="connsiteY77" fmla="*/ 615212 h 730680"/>
                <a:gd name="connsiteX78" fmla="*/ 759756 w 2912392"/>
                <a:gd name="connsiteY78" fmla="*/ 611559 h 730680"/>
                <a:gd name="connsiteX79" fmla="*/ 769495 w 2912392"/>
                <a:gd name="connsiteY79" fmla="*/ 607913 h 730680"/>
                <a:gd name="connsiteX80" fmla="*/ 779236 w 2912392"/>
                <a:gd name="connsiteY80" fmla="*/ 604271 h 730680"/>
                <a:gd name="connsiteX81" fmla="*/ 788977 w 2912392"/>
                <a:gd name="connsiteY81" fmla="*/ 600636 h 730680"/>
                <a:gd name="connsiteX82" fmla="*/ 798717 w 2912392"/>
                <a:gd name="connsiteY82" fmla="*/ 597004 h 730680"/>
                <a:gd name="connsiteX83" fmla="*/ 808458 w 2912392"/>
                <a:gd name="connsiteY83" fmla="*/ 593371 h 730680"/>
                <a:gd name="connsiteX84" fmla="*/ 818199 w 2912392"/>
                <a:gd name="connsiteY84" fmla="*/ 589736 h 730680"/>
                <a:gd name="connsiteX85" fmla="*/ 827938 w 2912392"/>
                <a:gd name="connsiteY85" fmla="*/ 586095 h 730680"/>
                <a:gd name="connsiteX86" fmla="*/ 837679 w 2912392"/>
                <a:gd name="connsiteY86" fmla="*/ 582443 h 730680"/>
                <a:gd name="connsiteX87" fmla="*/ 847420 w 2912392"/>
                <a:gd name="connsiteY87" fmla="*/ 578776 h 730680"/>
                <a:gd name="connsiteX88" fmla="*/ 857159 w 2912392"/>
                <a:gd name="connsiteY88" fmla="*/ 575090 h 730680"/>
                <a:gd name="connsiteX89" fmla="*/ 866900 w 2912392"/>
                <a:gd name="connsiteY89" fmla="*/ 571379 h 730680"/>
                <a:gd name="connsiteX90" fmla="*/ 876641 w 2912392"/>
                <a:gd name="connsiteY90" fmla="*/ 567638 h 730680"/>
                <a:gd name="connsiteX91" fmla="*/ 886381 w 2912392"/>
                <a:gd name="connsiteY91" fmla="*/ 563859 h 730680"/>
                <a:gd name="connsiteX92" fmla="*/ 896122 w 2912392"/>
                <a:gd name="connsiteY92" fmla="*/ 560038 h 730680"/>
                <a:gd name="connsiteX93" fmla="*/ 905863 w 2912392"/>
                <a:gd name="connsiteY93" fmla="*/ 556167 h 730680"/>
                <a:gd name="connsiteX94" fmla="*/ 915602 w 2912392"/>
                <a:gd name="connsiteY94" fmla="*/ 552240 h 730680"/>
                <a:gd name="connsiteX95" fmla="*/ 925343 w 2912392"/>
                <a:gd name="connsiteY95" fmla="*/ 548250 h 730680"/>
                <a:gd name="connsiteX96" fmla="*/ 935084 w 2912392"/>
                <a:gd name="connsiteY96" fmla="*/ 544190 h 730680"/>
                <a:gd name="connsiteX97" fmla="*/ 944824 w 2912392"/>
                <a:gd name="connsiteY97" fmla="*/ 540052 h 730680"/>
                <a:gd name="connsiteX98" fmla="*/ 954564 w 2912392"/>
                <a:gd name="connsiteY98" fmla="*/ 535828 h 730680"/>
                <a:gd name="connsiteX99" fmla="*/ 964305 w 2912392"/>
                <a:gd name="connsiteY99" fmla="*/ 531512 h 730680"/>
                <a:gd name="connsiteX100" fmla="*/ 974045 w 2912392"/>
                <a:gd name="connsiteY100" fmla="*/ 527096 h 730680"/>
                <a:gd name="connsiteX101" fmla="*/ 983786 w 2912392"/>
                <a:gd name="connsiteY101" fmla="*/ 522574 h 730680"/>
                <a:gd name="connsiteX102" fmla="*/ 993522 w 2912392"/>
                <a:gd name="connsiteY102" fmla="*/ 517936 h 730680"/>
                <a:gd name="connsiteX103" fmla="*/ 1003266 w 2912392"/>
                <a:gd name="connsiteY103" fmla="*/ 513178 h 730680"/>
                <a:gd name="connsiteX104" fmla="*/ 1013010 w 2912392"/>
                <a:gd name="connsiteY104" fmla="*/ 508289 h 730680"/>
                <a:gd name="connsiteX105" fmla="*/ 1022754 w 2912392"/>
                <a:gd name="connsiteY105" fmla="*/ 503265 h 730680"/>
                <a:gd name="connsiteX106" fmla="*/ 1032483 w 2912392"/>
                <a:gd name="connsiteY106" fmla="*/ 498101 h 730680"/>
                <a:gd name="connsiteX107" fmla="*/ 1042227 w 2912392"/>
                <a:gd name="connsiteY107" fmla="*/ 492788 h 730680"/>
                <a:gd name="connsiteX108" fmla="*/ 1051971 w 2912392"/>
                <a:gd name="connsiteY108" fmla="*/ 487322 h 730680"/>
                <a:gd name="connsiteX109" fmla="*/ 1061715 w 2912392"/>
                <a:gd name="connsiteY109" fmla="*/ 481696 h 730680"/>
                <a:gd name="connsiteX110" fmla="*/ 1071444 w 2912392"/>
                <a:gd name="connsiteY110" fmla="*/ 475906 h 730680"/>
                <a:gd name="connsiteX111" fmla="*/ 1081188 w 2912392"/>
                <a:gd name="connsiteY111" fmla="*/ 469950 h 730680"/>
                <a:gd name="connsiteX112" fmla="*/ 1090932 w 2912392"/>
                <a:gd name="connsiteY112" fmla="*/ 463820 h 730680"/>
                <a:gd name="connsiteX113" fmla="*/ 1100676 w 2912392"/>
                <a:gd name="connsiteY113" fmla="*/ 457515 h 730680"/>
                <a:gd name="connsiteX114" fmla="*/ 1110405 w 2912392"/>
                <a:gd name="connsiteY114" fmla="*/ 451032 h 730680"/>
                <a:gd name="connsiteX115" fmla="*/ 1120149 w 2912392"/>
                <a:gd name="connsiteY115" fmla="*/ 444370 h 730680"/>
                <a:gd name="connsiteX116" fmla="*/ 1129893 w 2912392"/>
                <a:gd name="connsiteY116" fmla="*/ 437525 h 730680"/>
                <a:gd name="connsiteX117" fmla="*/ 1139637 w 2912392"/>
                <a:gd name="connsiteY117" fmla="*/ 430497 h 730680"/>
                <a:gd name="connsiteX118" fmla="*/ 1149381 w 2912392"/>
                <a:gd name="connsiteY118" fmla="*/ 423289 h 730680"/>
                <a:gd name="connsiteX119" fmla="*/ 1159110 w 2912392"/>
                <a:gd name="connsiteY119" fmla="*/ 415898 h 730680"/>
                <a:gd name="connsiteX120" fmla="*/ 1168854 w 2912392"/>
                <a:gd name="connsiteY120" fmla="*/ 408326 h 730680"/>
                <a:gd name="connsiteX121" fmla="*/ 1178598 w 2912392"/>
                <a:gd name="connsiteY121" fmla="*/ 400577 h 730680"/>
                <a:gd name="connsiteX122" fmla="*/ 1188341 w 2912392"/>
                <a:gd name="connsiteY122" fmla="*/ 392652 h 730680"/>
                <a:gd name="connsiteX123" fmla="*/ 1198070 w 2912392"/>
                <a:gd name="connsiteY123" fmla="*/ 384558 h 730680"/>
                <a:gd name="connsiteX124" fmla="*/ 1207814 w 2912392"/>
                <a:gd name="connsiteY124" fmla="*/ 376295 h 730680"/>
                <a:gd name="connsiteX125" fmla="*/ 1217558 w 2912392"/>
                <a:gd name="connsiteY125" fmla="*/ 367869 h 730680"/>
                <a:gd name="connsiteX126" fmla="*/ 1227302 w 2912392"/>
                <a:gd name="connsiteY126" fmla="*/ 359289 h 730680"/>
                <a:gd name="connsiteX127" fmla="*/ 1237031 w 2912392"/>
                <a:gd name="connsiteY127" fmla="*/ 350560 h 730680"/>
                <a:gd name="connsiteX128" fmla="*/ 1246775 w 2912392"/>
                <a:gd name="connsiteY128" fmla="*/ 341689 h 730680"/>
                <a:gd name="connsiteX129" fmla="*/ 1256519 w 2912392"/>
                <a:gd name="connsiteY129" fmla="*/ 332685 h 730680"/>
                <a:gd name="connsiteX130" fmla="*/ 1266263 w 2912392"/>
                <a:gd name="connsiteY130" fmla="*/ 323557 h 730680"/>
                <a:gd name="connsiteX131" fmla="*/ 1276007 w 2912392"/>
                <a:gd name="connsiteY131" fmla="*/ 314313 h 730680"/>
                <a:gd name="connsiteX132" fmla="*/ 1285736 w 2912392"/>
                <a:gd name="connsiteY132" fmla="*/ 304967 h 730680"/>
                <a:gd name="connsiteX133" fmla="*/ 1295480 w 2912392"/>
                <a:gd name="connsiteY133" fmla="*/ 295527 h 730680"/>
                <a:gd name="connsiteX134" fmla="*/ 1305224 w 2912392"/>
                <a:gd name="connsiteY134" fmla="*/ 286005 h 730680"/>
                <a:gd name="connsiteX135" fmla="*/ 1314968 w 2912392"/>
                <a:gd name="connsiteY135" fmla="*/ 276415 h 730680"/>
                <a:gd name="connsiteX136" fmla="*/ 1324697 w 2912392"/>
                <a:gd name="connsiteY136" fmla="*/ 266769 h 730680"/>
                <a:gd name="connsiteX137" fmla="*/ 1334441 w 2912392"/>
                <a:gd name="connsiteY137" fmla="*/ 257079 h 730680"/>
                <a:gd name="connsiteX138" fmla="*/ 1344185 w 2912392"/>
                <a:gd name="connsiteY138" fmla="*/ 247360 h 730680"/>
                <a:gd name="connsiteX139" fmla="*/ 1353929 w 2912392"/>
                <a:gd name="connsiteY139" fmla="*/ 237625 h 730680"/>
                <a:gd name="connsiteX140" fmla="*/ 1363658 w 2912392"/>
                <a:gd name="connsiteY140" fmla="*/ 227892 h 730680"/>
                <a:gd name="connsiteX141" fmla="*/ 1373402 w 2912392"/>
                <a:gd name="connsiteY141" fmla="*/ 218172 h 730680"/>
                <a:gd name="connsiteX142" fmla="*/ 1383146 w 2912392"/>
                <a:gd name="connsiteY142" fmla="*/ 208481 h 730680"/>
                <a:gd name="connsiteX143" fmla="*/ 1392890 w 2912392"/>
                <a:gd name="connsiteY143" fmla="*/ 198837 h 730680"/>
                <a:gd name="connsiteX144" fmla="*/ 1402619 w 2912392"/>
                <a:gd name="connsiteY144" fmla="*/ 189253 h 730680"/>
                <a:gd name="connsiteX145" fmla="*/ 1412363 w 2912392"/>
                <a:gd name="connsiteY145" fmla="*/ 179747 h 730680"/>
                <a:gd name="connsiteX146" fmla="*/ 1422106 w 2912392"/>
                <a:gd name="connsiteY146" fmla="*/ 170333 h 730680"/>
                <a:gd name="connsiteX147" fmla="*/ 1431850 w 2912392"/>
                <a:gd name="connsiteY147" fmla="*/ 161028 h 730680"/>
                <a:gd name="connsiteX148" fmla="*/ 1441594 w 2912392"/>
                <a:gd name="connsiteY148" fmla="*/ 151849 h 730680"/>
                <a:gd name="connsiteX149" fmla="*/ 1451323 w 2912392"/>
                <a:gd name="connsiteY149" fmla="*/ 142810 h 730680"/>
                <a:gd name="connsiteX150" fmla="*/ 1461067 w 2912392"/>
                <a:gd name="connsiteY150" fmla="*/ 133927 h 730680"/>
                <a:gd name="connsiteX151" fmla="*/ 1470811 w 2912392"/>
                <a:gd name="connsiteY151" fmla="*/ 125218 h 730680"/>
                <a:gd name="connsiteX152" fmla="*/ 1480555 w 2912392"/>
                <a:gd name="connsiteY152" fmla="*/ 116695 h 730680"/>
                <a:gd name="connsiteX153" fmla="*/ 1490284 w 2912392"/>
                <a:gd name="connsiteY153" fmla="*/ 108377 h 730680"/>
                <a:gd name="connsiteX154" fmla="*/ 1500028 w 2912392"/>
                <a:gd name="connsiteY154" fmla="*/ 100275 h 730680"/>
                <a:gd name="connsiteX155" fmla="*/ 1509772 w 2912392"/>
                <a:gd name="connsiteY155" fmla="*/ 92405 h 730680"/>
                <a:gd name="connsiteX156" fmla="*/ 1519516 w 2912392"/>
                <a:gd name="connsiteY156" fmla="*/ 84781 h 730680"/>
                <a:gd name="connsiteX157" fmla="*/ 1529245 w 2912392"/>
                <a:gd name="connsiteY157" fmla="*/ 77418 h 730680"/>
                <a:gd name="connsiteX158" fmla="*/ 1538989 w 2912392"/>
                <a:gd name="connsiteY158" fmla="*/ 70328 h 730680"/>
                <a:gd name="connsiteX159" fmla="*/ 1548733 w 2912392"/>
                <a:gd name="connsiteY159" fmla="*/ 63522 h 730680"/>
                <a:gd name="connsiteX160" fmla="*/ 1558477 w 2912392"/>
                <a:gd name="connsiteY160" fmla="*/ 57014 h 730680"/>
                <a:gd name="connsiteX161" fmla="*/ 1568221 w 2912392"/>
                <a:gd name="connsiteY161" fmla="*/ 50814 h 730680"/>
                <a:gd name="connsiteX162" fmla="*/ 1577950 w 2912392"/>
                <a:gd name="connsiteY162" fmla="*/ 44934 h 730680"/>
                <a:gd name="connsiteX163" fmla="*/ 1587694 w 2912392"/>
                <a:gd name="connsiteY163" fmla="*/ 39382 h 730680"/>
                <a:gd name="connsiteX164" fmla="*/ 1597438 w 2912392"/>
                <a:gd name="connsiteY164" fmla="*/ 34171 h 730680"/>
                <a:gd name="connsiteX165" fmla="*/ 1607182 w 2912392"/>
                <a:gd name="connsiteY165" fmla="*/ 29305 h 730680"/>
                <a:gd name="connsiteX166" fmla="*/ 1616911 w 2912392"/>
                <a:gd name="connsiteY166" fmla="*/ 24795 h 730680"/>
                <a:gd name="connsiteX167" fmla="*/ 1626655 w 2912392"/>
                <a:gd name="connsiteY167" fmla="*/ 20646 h 730680"/>
                <a:gd name="connsiteX168" fmla="*/ 1636399 w 2912392"/>
                <a:gd name="connsiteY168" fmla="*/ 16864 h 730680"/>
                <a:gd name="connsiteX169" fmla="*/ 1646142 w 2912392"/>
                <a:gd name="connsiteY169" fmla="*/ 13457 h 730680"/>
                <a:gd name="connsiteX170" fmla="*/ 1655872 w 2912392"/>
                <a:gd name="connsiteY170" fmla="*/ 10426 h 730680"/>
                <a:gd name="connsiteX171" fmla="*/ 1665616 w 2912392"/>
                <a:gd name="connsiteY171" fmla="*/ 7777 h 730680"/>
                <a:gd name="connsiteX172" fmla="*/ 1675359 w 2912392"/>
                <a:gd name="connsiteY172" fmla="*/ 5514 h 730680"/>
                <a:gd name="connsiteX173" fmla="*/ 1685103 w 2912392"/>
                <a:gd name="connsiteY173" fmla="*/ 3635 h 730680"/>
                <a:gd name="connsiteX174" fmla="*/ 1694832 w 2912392"/>
                <a:gd name="connsiteY174" fmla="*/ 2145 h 730680"/>
                <a:gd name="connsiteX175" fmla="*/ 1704576 w 2912392"/>
                <a:gd name="connsiteY175" fmla="*/ 1043 h 730680"/>
                <a:gd name="connsiteX176" fmla="*/ 1714320 w 2912392"/>
                <a:gd name="connsiteY176" fmla="*/ 328 h 730680"/>
                <a:gd name="connsiteX177" fmla="*/ 1724064 w 2912392"/>
                <a:gd name="connsiteY177" fmla="*/ 0 h 730680"/>
                <a:gd name="connsiteX178" fmla="*/ 1733808 w 2912392"/>
                <a:gd name="connsiteY178" fmla="*/ 55 h 730680"/>
                <a:gd name="connsiteX179" fmla="*/ 1743537 w 2912392"/>
                <a:gd name="connsiteY179" fmla="*/ 492 h 730680"/>
                <a:gd name="connsiteX180" fmla="*/ 1753281 w 2912392"/>
                <a:gd name="connsiteY180" fmla="*/ 1307 h 730680"/>
                <a:gd name="connsiteX181" fmla="*/ 1763025 w 2912392"/>
                <a:gd name="connsiteY181" fmla="*/ 2494 h 730680"/>
                <a:gd name="connsiteX182" fmla="*/ 1772769 w 2912392"/>
                <a:gd name="connsiteY182" fmla="*/ 4050 h 730680"/>
                <a:gd name="connsiteX183" fmla="*/ 1782498 w 2912392"/>
                <a:gd name="connsiteY183" fmla="*/ 5969 h 730680"/>
                <a:gd name="connsiteX184" fmla="*/ 1792242 w 2912392"/>
                <a:gd name="connsiteY184" fmla="*/ 8244 h 730680"/>
                <a:gd name="connsiteX185" fmla="*/ 1801986 w 2912392"/>
                <a:gd name="connsiteY185" fmla="*/ 10867 h 730680"/>
                <a:gd name="connsiteX186" fmla="*/ 1811730 w 2912392"/>
                <a:gd name="connsiteY186" fmla="*/ 13832 h 730680"/>
                <a:gd name="connsiteX187" fmla="*/ 1821459 w 2912392"/>
                <a:gd name="connsiteY187" fmla="*/ 17129 h 730680"/>
                <a:gd name="connsiteX188" fmla="*/ 1831203 w 2912392"/>
                <a:gd name="connsiteY188" fmla="*/ 20751 h 730680"/>
                <a:gd name="connsiteX189" fmla="*/ 1840947 w 2912392"/>
                <a:gd name="connsiteY189" fmla="*/ 24689 h 730680"/>
                <a:gd name="connsiteX190" fmla="*/ 1850691 w 2912392"/>
                <a:gd name="connsiteY190" fmla="*/ 28931 h 730680"/>
                <a:gd name="connsiteX191" fmla="*/ 1860435 w 2912392"/>
                <a:gd name="connsiteY191" fmla="*/ 33468 h 730680"/>
                <a:gd name="connsiteX192" fmla="*/ 1870164 w 2912392"/>
                <a:gd name="connsiteY192" fmla="*/ 38289 h 730680"/>
                <a:gd name="connsiteX193" fmla="*/ 1879908 w 2912392"/>
                <a:gd name="connsiteY193" fmla="*/ 43384 h 730680"/>
                <a:gd name="connsiteX194" fmla="*/ 1889652 w 2912392"/>
                <a:gd name="connsiteY194" fmla="*/ 48741 h 730680"/>
                <a:gd name="connsiteX195" fmla="*/ 1899395 w 2912392"/>
                <a:gd name="connsiteY195" fmla="*/ 54347 h 730680"/>
                <a:gd name="connsiteX196" fmla="*/ 1909124 w 2912392"/>
                <a:gd name="connsiteY196" fmla="*/ 60192 h 730680"/>
                <a:gd name="connsiteX197" fmla="*/ 1918868 w 2912392"/>
                <a:gd name="connsiteY197" fmla="*/ 66263 h 730680"/>
                <a:gd name="connsiteX198" fmla="*/ 1928612 w 2912392"/>
                <a:gd name="connsiteY198" fmla="*/ 72548 h 730680"/>
                <a:gd name="connsiteX199" fmla="*/ 1938356 w 2912392"/>
                <a:gd name="connsiteY199" fmla="*/ 79035 h 730680"/>
                <a:gd name="connsiteX200" fmla="*/ 1948085 w 2912392"/>
                <a:gd name="connsiteY200" fmla="*/ 85709 h 730680"/>
                <a:gd name="connsiteX201" fmla="*/ 1957829 w 2912392"/>
                <a:gd name="connsiteY201" fmla="*/ 92560 h 730680"/>
                <a:gd name="connsiteX202" fmla="*/ 1967573 w 2912392"/>
                <a:gd name="connsiteY202" fmla="*/ 99574 h 730680"/>
                <a:gd name="connsiteX203" fmla="*/ 1977317 w 2912392"/>
                <a:gd name="connsiteY203" fmla="*/ 106739 h 730680"/>
                <a:gd name="connsiteX204" fmla="*/ 1987046 w 2912392"/>
                <a:gd name="connsiteY204" fmla="*/ 114041 h 730680"/>
                <a:gd name="connsiteX205" fmla="*/ 1996790 w 2912392"/>
                <a:gd name="connsiteY205" fmla="*/ 121467 h 730680"/>
                <a:gd name="connsiteX206" fmla="*/ 2006534 w 2912392"/>
                <a:gd name="connsiteY206" fmla="*/ 129006 h 730680"/>
                <a:gd name="connsiteX207" fmla="*/ 2016278 w 2912392"/>
                <a:gd name="connsiteY207" fmla="*/ 136643 h 730680"/>
                <a:gd name="connsiteX208" fmla="*/ 2026022 w 2912392"/>
                <a:gd name="connsiteY208" fmla="*/ 144368 h 730680"/>
                <a:gd name="connsiteX209" fmla="*/ 2035751 w 2912392"/>
                <a:gd name="connsiteY209" fmla="*/ 152166 h 730680"/>
                <a:gd name="connsiteX210" fmla="*/ 2045495 w 2912392"/>
                <a:gd name="connsiteY210" fmla="*/ 160025 h 730680"/>
                <a:gd name="connsiteX211" fmla="*/ 2055239 w 2912392"/>
                <a:gd name="connsiteY211" fmla="*/ 167934 h 730680"/>
                <a:gd name="connsiteX212" fmla="*/ 2064983 w 2912392"/>
                <a:gd name="connsiteY212" fmla="*/ 175881 h 730680"/>
                <a:gd name="connsiteX213" fmla="*/ 2074712 w 2912392"/>
                <a:gd name="connsiteY213" fmla="*/ 183852 h 730680"/>
                <a:gd name="connsiteX214" fmla="*/ 2084456 w 2912392"/>
                <a:gd name="connsiteY214" fmla="*/ 191838 h 730680"/>
                <a:gd name="connsiteX215" fmla="*/ 2094200 w 2912392"/>
                <a:gd name="connsiteY215" fmla="*/ 199824 h 730680"/>
                <a:gd name="connsiteX216" fmla="*/ 2103944 w 2912392"/>
                <a:gd name="connsiteY216" fmla="*/ 207802 h 730680"/>
                <a:gd name="connsiteX217" fmla="*/ 2113673 w 2912392"/>
                <a:gd name="connsiteY217" fmla="*/ 215760 h 730680"/>
                <a:gd name="connsiteX218" fmla="*/ 2123417 w 2912392"/>
                <a:gd name="connsiteY218" fmla="*/ 223684 h 730680"/>
                <a:gd name="connsiteX219" fmla="*/ 2133161 w 2912392"/>
                <a:gd name="connsiteY219" fmla="*/ 231569 h 730680"/>
                <a:gd name="connsiteX220" fmla="*/ 2142905 w 2912392"/>
                <a:gd name="connsiteY220" fmla="*/ 239400 h 730680"/>
                <a:gd name="connsiteX221" fmla="*/ 2152649 w 2912392"/>
                <a:gd name="connsiteY221" fmla="*/ 247167 h 730680"/>
                <a:gd name="connsiteX222" fmla="*/ 2162377 w 2912392"/>
                <a:gd name="connsiteY222" fmla="*/ 254862 h 730680"/>
                <a:gd name="connsiteX223" fmla="*/ 2172121 w 2912392"/>
                <a:gd name="connsiteY223" fmla="*/ 262475 h 730680"/>
                <a:gd name="connsiteX224" fmla="*/ 2181865 w 2912392"/>
                <a:gd name="connsiteY224" fmla="*/ 269995 h 730680"/>
                <a:gd name="connsiteX225" fmla="*/ 2191609 w 2912392"/>
                <a:gd name="connsiteY225" fmla="*/ 277415 h 730680"/>
                <a:gd name="connsiteX226" fmla="*/ 2201338 w 2912392"/>
                <a:gd name="connsiteY226" fmla="*/ 284723 h 730680"/>
                <a:gd name="connsiteX227" fmla="*/ 2211082 w 2912392"/>
                <a:gd name="connsiteY227" fmla="*/ 291910 h 730680"/>
                <a:gd name="connsiteX228" fmla="*/ 2220826 w 2912392"/>
                <a:gd name="connsiteY228" fmla="*/ 298970 h 730680"/>
                <a:gd name="connsiteX229" fmla="*/ 2230570 w 2912392"/>
                <a:gd name="connsiteY229" fmla="*/ 305894 h 730680"/>
                <a:gd name="connsiteX230" fmla="*/ 2240299 w 2912392"/>
                <a:gd name="connsiteY230" fmla="*/ 312673 h 730680"/>
                <a:gd name="connsiteX231" fmla="*/ 2250043 w 2912392"/>
                <a:gd name="connsiteY231" fmla="*/ 319299 h 730680"/>
                <a:gd name="connsiteX232" fmla="*/ 2259787 w 2912392"/>
                <a:gd name="connsiteY232" fmla="*/ 325763 h 730680"/>
                <a:gd name="connsiteX233" fmla="*/ 2269531 w 2912392"/>
                <a:gd name="connsiteY233" fmla="*/ 332061 h 730680"/>
                <a:gd name="connsiteX234" fmla="*/ 2279260 w 2912392"/>
                <a:gd name="connsiteY234" fmla="*/ 338182 h 730680"/>
                <a:gd name="connsiteX235" fmla="*/ 2289004 w 2912392"/>
                <a:gd name="connsiteY235" fmla="*/ 344120 h 730680"/>
                <a:gd name="connsiteX236" fmla="*/ 2298748 w 2912392"/>
                <a:gd name="connsiteY236" fmla="*/ 349868 h 730680"/>
                <a:gd name="connsiteX237" fmla="*/ 2308492 w 2912392"/>
                <a:gd name="connsiteY237" fmla="*/ 355420 h 730680"/>
                <a:gd name="connsiteX238" fmla="*/ 2318236 w 2912392"/>
                <a:gd name="connsiteY238" fmla="*/ 360768 h 730680"/>
                <a:gd name="connsiteX239" fmla="*/ 2327965 w 2912392"/>
                <a:gd name="connsiteY239" fmla="*/ 365907 h 730680"/>
                <a:gd name="connsiteX240" fmla="*/ 2337709 w 2912392"/>
                <a:gd name="connsiteY240" fmla="*/ 370830 h 730680"/>
                <a:gd name="connsiteX241" fmla="*/ 2347453 w 2912392"/>
                <a:gd name="connsiteY241" fmla="*/ 375532 h 730680"/>
                <a:gd name="connsiteX242" fmla="*/ 2357197 w 2912392"/>
                <a:gd name="connsiteY242" fmla="*/ 380004 h 730680"/>
                <a:gd name="connsiteX243" fmla="*/ 2366926 w 2912392"/>
                <a:gd name="connsiteY243" fmla="*/ 384245 h 730680"/>
                <a:gd name="connsiteX244" fmla="*/ 2376670 w 2912392"/>
                <a:gd name="connsiteY244" fmla="*/ 388245 h 730680"/>
                <a:gd name="connsiteX245" fmla="*/ 2386413 w 2912392"/>
                <a:gd name="connsiteY245" fmla="*/ 392003 h 730680"/>
                <a:gd name="connsiteX246" fmla="*/ 2396157 w 2912392"/>
                <a:gd name="connsiteY246" fmla="*/ 395510 h 730680"/>
                <a:gd name="connsiteX247" fmla="*/ 2405886 w 2912392"/>
                <a:gd name="connsiteY247" fmla="*/ 398764 h 730680"/>
                <a:gd name="connsiteX248" fmla="*/ 2415630 w 2912392"/>
                <a:gd name="connsiteY248" fmla="*/ 401760 h 730680"/>
                <a:gd name="connsiteX249" fmla="*/ 2425374 w 2912392"/>
                <a:gd name="connsiteY249" fmla="*/ 404492 h 730680"/>
                <a:gd name="connsiteX250" fmla="*/ 2435118 w 2912392"/>
                <a:gd name="connsiteY250" fmla="*/ 406958 h 730680"/>
                <a:gd name="connsiteX251" fmla="*/ 2444862 w 2912392"/>
                <a:gd name="connsiteY251" fmla="*/ 409154 h 730680"/>
                <a:gd name="connsiteX252" fmla="*/ 2454591 w 2912392"/>
                <a:gd name="connsiteY252" fmla="*/ 411075 h 730680"/>
                <a:gd name="connsiteX253" fmla="*/ 2464335 w 2912392"/>
                <a:gd name="connsiteY253" fmla="*/ 412718 h 730680"/>
                <a:gd name="connsiteX254" fmla="*/ 2474079 w 2912392"/>
                <a:gd name="connsiteY254" fmla="*/ 414080 h 730680"/>
                <a:gd name="connsiteX255" fmla="*/ 2483823 w 2912392"/>
                <a:gd name="connsiteY255" fmla="*/ 415159 h 730680"/>
                <a:gd name="connsiteX256" fmla="*/ 2493552 w 2912392"/>
                <a:gd name="connsiteY256" fmla="*/ 415951 h 730680"/>
                <a:gd name="connsiteX257" fmla="*/ 2503296 w 2912392"/>
                <a:gd name="connsiteY257" fmla="*/ 416455 h 730680"/>
                <a:gd name="connsiteX258" fmla="*/ 2513040 w 2912392"/>
                <a:gd name="connsiteY258" fmla="*/ 416669 h 730680"/>
                <a:gd name="connsiteX259" fmla="*/ 2522784 w 2912392"/>
                <a:gd name="connsiteY259" fmla="*/ 416590 h 730680"/>
                <a:gd name="connsiteX260" fmla="*/ 2532513 w 2912392"/>
                <a:gd name="connsiteY260" fmla="*/ 416219 h 730680"/>
                <a:gd name="connsiteX261" fmla="*/ 2542257 w 2912392"/>
                <a:gd name="connsiteY261" fmla="*/ 415555 h 730680"/>
                <a:gd name="connsiteX262" fmla="*/ 2552001 w 2912392"/>
                <a:gd name="connsiteY262" fmla="*/ 414595 h 730680"/>
                <a:gd name="connsiteX263" fmla="*/ 2561745 w 2912392"/>
                <a:gd name="connsiteY263" fmla="*/ 413341 h 730680"/>
                <a:gd name="connsiteX264" fmla="*/ 2571474 w 2912392"/>
                <a:gd name="connsiteY264" fmla="*/ 411793 h 730680"/>
                <a:gd name="connsiteX265" fmla="*/ 2581218 w 2912392"/>
                <a:gd name="connsiteY265" fmla="*/ 409950 h 730680"/>
                <a:gd name="connsiteX266" fmla="*/ 2590962 w 2912392"/>
                <a:gd name="connsiteY266" fmla="*/ 407815 h 730680"/>
                <a:gd name="connsiteX267" fmla="*/ 2600705 w 2912392"/>
                <a:gd name="connsiteY267" fmla="*/ 405389 h 730680"/>
                <a:gd name="connsiteX268" fmla="*/ 2610449 w 2912392"/>
                <a:gd name="connsiteY268" fmla="*/ 402673 h 730680"/>
                <a:gd name="connsiteX269" fmla="*/ 2620178 w 2912392"/>
                <a:gd name="connsiteY269" fmla="*/ 399671 h 730680"/>
                <a:gd name="connsiteX270" fmla="*/ 2629922 w 2912392"/>
                <a:gd name="connsiteY270" fmla="*/ 396383 h 730680"/>
                <a:gd name="connsiteX271" fmla="*/ 2639666 w 2912392"/>
                <a:gd name="connsiteY271" fmla="*/ 392815 h 730680"/>
                <a:gd name="connsiteX272" fmla="*/ 2649410 w 2912392"/>
                <a:gd name="connsiteY272" fmla="*/ 388969 h 730680"/>
                <a:gd name="connsiteX273" fmla="*/ 2659139 w 2912392"/>
                <a:gd name="connsiteY273" fmla="*/ 384850 h 730680"/>
                <a:gd name="connsiteX274" fmla="*/ 2668883 w 2912392"/>
                <a:gd name="connsiteY274" fmla="*/ 380460 h 730680"/>
                <a:gd name="connsiteX275" fmla="*/ 2678627 w 2912392"/>
                <a:gd name="connsiteY275" fmla="*/ 375809 h 730680"/>
                <a:gd name="connsiteX276" fmla="*/ 2688371 w 2912392"/>
                <a:gd name="connsiteY276" fmla="*/ 370898 h 730680"/>
                <a:gd name="connsiteX277" fmla="*/ 2698100 w 2912392"/>
                <a:gd name="connsiteY277" fmla="*/ 365734 h 730680"/>
                <a:gd name="connsiteX278" fmla="*/ 2707844 w 2912392"/>
                <a:gd name="connsiteY278" fmla="*/ 360324 h 730680"/>
                <a:gd name="connsiteX279" fmla="*/ 2717588 w 2912392"/>
                <a:gd name="connsiteY279" fmla="*/ 354675 h 730680"/>
                <a:gd name="connsiteX280" fmla="*/ 2727332 w 2912392"/>
                <a:gd name="connsiteY280" fmla="*/ 348794 h 730680"/>
                <a:gd name="connsiteX281" fmla="*/ 2737076 w 2912392"/>
                <a:gd name="connsiteY281" fmla="*/ 342688 h 730680"/>
                <a:gd name="connsiteX282" fmla="*/ 2746805 w 2912392"/>
                <a:gd name="connsiteY282" fmla="*/ 336368 h 730680"/>
                <a:gd name="connsiteX283" fmla="*/ 2756549 w 2912392"/>
                <a:gd name="connsiteY283" fmla="*/ 329840 h 730680"/>
                <a:gd name="connsiteX284" fmla="*/ 2766293 w 2912392"/>
                <a:gd name="connsiteY284" fmla="*/ 323113 h 730680"/>
                <a:gd name="connsiteX285" fmla="*/ 2776037 w 2912392"/>
                <a:gd name="connsiteY285" fmla="*/ 316198 h 730680"/>
                <a:gd name="connsiteX286" fmla="*/ 2785766 w 2912392"/>
                <a:gd name="connsiteY286" fmla="*/ 309103 h 730680"/>
                <a:gd name="connsiteX287" fmla="*/ 2795510 w 2912392"/>
                <a:gd name="connsiteY287" fmla="*/ 301841 h 730680"/>
                <a:gd name="connsiteX288" fmla="*/ 2805254 w 2912392"/>
                <a:gd name="connsiteY288" fmla="*/ 294422 h 730680"/>
                <a:gd name="connsiteX289" fmla="*/ 2814998 w 2912392"/>
                <a:gd name="connsiteY289" fmla="*/ 286855 h 730680"/>
                <a:gd name="connsiteX290" fmla="*/ 2824727 w 2912392"/>
                <a:gd name="connsiteY290" fmla="*/ 279153 h 730680"/>
                <a:gd name="connsiteX291" fmla="*/ 2834471 w 2912392"/>
                <a:gd name="connsiteY291" fmla="*/ 271328 h 730680"/>
                <a:gd name="connsiteX292" fmla="*/ 2844215 w 2912392"/>
                <a:gd name="connsiteY292" fmla="*/ 263392 h 730680"/>
                <a:gd name="connsiteX293" fmla="*/ 2853958 w 2912392"/>
                <a:gd name="connsiteY293" fmla="*/ 255357 h 730680"/>
                <a:gd name="connsiteX294" fmla="*/ 2863687 w 2912392"/>
                <a:gd name="connsiteY294" fmla="*/ 247237 h 730680"/>
                <a:gd name="connsiteX295" fmla="*/ 2873431 w 2912392"/>
                <a:gd name="connsiteY295" fmla="*/ 239042 h 730680"/>
                <a:gd name="connsiteX296" fmla="*/ 2883175 w 2912392"/>
                <a:gd name="connsiteY296" fmla="*/ 230790 h 730680"/>
                <a:gd name="connsiteX297" fmla="*/ 2892919 w 2912392"/>
                <a:gd name="connsiteY297" fmla="*/ 222491 h 730680"/>
                <a:gd name="connsiteX298" fmla="*/ 2902663 w 2912392"/>
                <a:gd name="connsiteY298" fmla="*/ 214159 h 730680"/>
                <a:gd name="connsiteX299" fmla="*/ 2912392 w 2912392"/>
                <a:gd name="connsiteY299" fmla="*/ 205809 h 730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30680">
                  <a:moveTo>
                    <a:pt x="0" y="672336"/>
                  </a:moveTo>
                  <a:lnTo>
                    <a:pt x="9739" y="674502"/>
                  </a:lnTo>
                  <a:lnTo>
                    <a:pt x="19480" y="676736"/>
                  </a:lnTo>
                  <a:lnTo>
                    <a:pt x="29221" y="679029"/>
                  </a:lnTo>
                  <a:lnTo>
                    <a:pt x="38961" y="681371"/>
                  </a:lnTo>
                  <a:lnTo>
                    <a:pt x="48702" y="683754"/>
                  </a:lnTo>
                  <a:lnTo>
                    <a:pt x="58443" y="686171"/>
                  </a:lnTo>
                  <a:lnTo>
                    <a:pt x="68182" y="688609"/>
                  </a:lnTo>
                  <a:lnTo>
                    <a:pt x="77923" y="691059"/>
                  </a:lnTo>
                  <a:lnTo>
                    <a:pt x="87664" y="693513"/>
                  </a:lnTo>
                  <a:lnTo>
                    <a:pt x="97404" y="695961"/>
                  </a:lnTo>
                  <a:lnTo>
                    <a:pt x="107145" y="698393"/>
                  </a:lnTo>
                  <a:lnTo>
                    <a:pt x="116886" y="700799"/>
                  </a:lnTo>
                  <a:lnTo>
                    <a:pt x="126625" y="703169"/>
                  </a:lnTo>
                  <a:lnTo>
                    <a:pt x="136366" y="705495"/>
                  </a:lnTo>
                  <a:lnTo>
                    <a:pt x="146107" y="707769"/>
                  </a:lnTo>
                  <a:lnTo>
                    <a:pt x="155846" y="709978"/>
                  </a:lnTo>
                  <a:lnTo>
                    <a:pt x="165587" y="712118"/>
                  </a:lnTo>
                  <a:lnTo>
                    <a:pt x="175328" y="714177"/>
                  </a:lnTo>
                  <a:lnTo>
                    <a:pt x="185068" y="716146"/>
                  </a:lnTo>
                  <a:lnTo>
                    <a:pt x="194809" y="718021"/>
                  </a:lnTo>
                  <a:lnTo>
                    <a:pt x="204550" y="719791"/>
                  </a:lnTo>
                  <a:lnTo>
                    <a:pt x="214289" y="721449"/>
                  </a:lnTo>
                  <a:lnTo>
                    <a:pt x="224030" y="722990"/>
                  </a:lnTo>
                  <a:lnTo>
                    <a:pt x="233771" y="724405"/>
                  </a:lnTo>
                  <a:lnTo>
                    <a:pt x="243510" y="725691"/>
                  </a:lnTo>
                  <a:lnTo>
                    <a:pt x="253251" y="726838"/>
                  </a:lnTo>
                  <a:lnTo>
                    <a:pt x="262992" y="727845"/>
                  </a:lnTo>
                  <a:lnTo>
                    <a:pt x="272732" y="728705"/>
                  </a:lnTo>
                  <a:lnTo>
                    <a:pt x="282473" y="729415"/>
                  </a:lnTo>
                  <a:lnTo>
                    <a:pt x="292214" y="729970"/>
                  </a:lnTo>
                  <a:lnTo>
                    <a:pt x="301953" y="730367"/>
                  </a:lnTo>
                  <a:lnTo>
                    <a:pt x="311694" y="730604"/>
                  </a:lnTo>
                  <a:lnTo>
                    <a:pt x="321435" y="730680"/>
                  </a:lnTo>
                  <a:lnTo>
                    <a:pt x="331175" y="730591"/>
                  </a:lnTo>
                  <a:lnTo>
                    <a:pt x="340916" y="730336"/>
                  </a:lnTo>
                  <a:lnTo>
                    <a:pt x="350656" y="729917"/>
                  </a:lnTo>
                  <a:lnTo>
                    <a:pt x="360396" y="729332"/>
                  </a:lnTo>
                  <a:lnTo>
                    <a:pt x="370137" y="728583"/>
                  </a:lnTo>
                  <a:lnTo>
                    <a:pt x="379878" y="727668"/>
                  </a:lnTo>
                  <a:lnTo>
                    <a:pt x="389617" y="726592"/>
                  </a:lnTo>
                  <a:lnTo>
                    <a:pt x="399358" y="725355"/>
                  </a:lnTo>
                  <a:lnTo>
                    <a:pt x="409099" y="723961"/>
                  </a:lnTo>
                  <a:lnTo>
                    <a:pt x="418839" y="722411"/>
                  </a:lnTo>
                  <a:lnTo>
                    <a:pt x="428580" y="720710"/>
                  </a:lnTo>
                  <a:lnTo>
                    <a:pt x="438321" y="718862"/>
                  </a:lnTo>
                  <a:lnTo>
                    <a:pt x="448060" y="716870"/>
                  </a:lnTo>
                  <a:lnTo>
                    <a:pt x="457801" y="714738"/>
                  </a:lnTo>
                  <a:lnTo>
                    <a:pt x="467542" y="712475"/>
                  </a:lnTo>
                  <a:lnTo>
                    <a:pt x="477281" y="710081"/>
                  </a:lnTo>
                  <a:lnTo>
                    <a:pt x="487022" y="707565"/>
                  </a:lnTo>
                  <a:lnTo>
                    <a:pt x="496763" y="704932"/>
                  </a:lnTo>
                  <a:lnTo>
                    <a:pt x="506503" y="702187"/>
                  </a:lnTo>
                  <a:lnTo>
                    <a:pt x="516244" y="699337"/>
                  </a:lnTo>
                  <a:lnTo>
                    <a:pt x="525985" y="696389"/>
                  </a:lnTo>
                  <a:lnTo>
                    <a:pt x="535724" y="693348"/>
                  </a:lnTo>
                  <a:lnTo>
                    <a:pt x="545465" y="690221"/>
                  </a:lnTo>
                  <a:lnTo>
                    <a:pt x="555206" y="687016"/>
                  </a:lnTo>
                  <a:lnTo>
                    <a:pt x="564946" y="683737"/>
                  </a:lnTo>
                  <a:lnTo>
                    <a:pt x="574687" y="680393"/>
                  </a:lnTo>
                  <a:lnTo>
                    <a:pt x="584428" y="676989"/>
                  </a:lnTo>
                  <a:lnTo>
                    <a:pt x="594167" y="673531"/>
                  </a:lnTo>
                  <a:lnTo>
                    <a:pt x="603908" y="670027"/>
                  </a:lnTo>
                  <a:lnTo>
                    <a:pt x="613649" y="666481"/>
                  </a:lnTo>
                  <a:lnTo>
                    <a:pt x="623388" y="662900"/>
                  </a:lnTo>
                  <a:lnTo>
                    <a:pt x="633129" y="659290"/>
                  </a:lnTo>
                  <a:lnTo>
                    <a:pt x="642870" y="655655"/>
                  </a:lnTo>
                  <a:lnTo>
                    <a:pt x="652610" y="652000"/>
                  </a:lnTo>
                  <a:lnTo>
                    <a:pt x="662351" y="648332"/>
                  </a:lnTo>
                  <a:lnTo>
                    <a:pt x="672092" y="644652"/>
                  </a:lnTo>
                  <a:lnTo>
                    <a:pt x="681831" y="640966"/>
                  </a:lnTo>
                  <a:lnTo>
                    <a:pt x="691572" y="637277"/>
                  </a:lnTo>
                  <a:lnTo>
                    <a:pt x="701313" y="633588"/>
                  </a:lnTo>
                  <a:lnTo>
                    <a:pt x="711052" y="629902"/>
                  </a:lnTo>
                  <a:lnTo>
                    <a:pt x="720793" y="626219"/>
                  </a:lnTo>
                  <a:lnTo>
                    <a:pt x="730534" y="622542"/>
                  </a:lnTo>
                  <a:lnTo>
                    <a:pt x="740274" y="618874"/>
                  </a:lnTo>
                  <a:lnTo>
                    <a:pt x="750015" y="615212"/>
                  </a:lnTo>
                  <a:lnTo>
                    <a:pt x="759756" y="611559"/>
                  </a:lnTo>
                  <a:lnTo>
                    <a:pt x="769495" y="607913"/>
                  </a:lnTo>
                  <a:lnTo>
                    <a:pt x="779236" y="604271"/>
                  </a:lnTo>
                  <a:lnTo>
                    <a:pt x="788977" y="600636"/>
                  </a:lnTo>
                  <a:lnTo>
                    <a:pt x="798717" y="597004"/>
                  </a:lnTo>
                  <a:lnTo>
                    <a:pt x="808458" y="593371"/>
                  </a:lnTo>
                  <a:lnTo>
                    <a:pt x="818199" y="589736"/>
                  </a:lnTo>
                  <a:lnTo>
                    <a:pt x="827938" y="586095"/>
                  </a:lnTo>
                  <a:lnTo>
                    <a:pt x="837679" y="582443"/>
                  </a:lnTo>
                  <a:lnTo>
                    <a:pt x="847420" y="578776"/>
                  </a:lnTo>
                  <a:lnTo>
                    <a:pt x="857159" y="575090"/>
                  </a:lnTo>
                  <a:lnTo>
                    <a:pt x="866900" y="571379"/>
                  </a:lnTo>
                  <a:lnTo>
                    <a:pt x="876641" y="567638"/>
                  </a:lnTo>
                  <a:lnTo>
                    <a:pt x="886381" y="563859"/>
                  </a:lnTo>
                  <a:lnTo>
                    <a:pt x="896122" y="560038"/>
                  </a:lnTo>
                  <a:lnTo>
                    <a:pt x="905863" y="556167"/>
                  </a:lnTo>
                  <a:lnTo>
                    <a:pt x="915602" y="552240"/>
                  </a:lnTo>
                  <a:lnTo>
                    <a:pt x="925343" y="548250"/>
                  </a:lnTo>
                  <a:lnTo>
                    <a:pt x="935084" y="544190"/>
                  </a:lnTo>
                  <a:lnTo>
                    <a:pt x="944824" y="540052"/>
                  </a:lnTo>
                  <a:lnTo>
                    <a:pt x="954564" y="535828"/>
                  </a:lnTo>
                  <a:lnTo>
                    <a:pt x="964305" y="531512"/>
                  </a:lnTo>
                  <a:lnTo>
                    <a:pt x="974045" y="527096"/>
                  </a:lnTo>
                  <a:lnTo>
                    <a:pt x="983786" y="522574"/>
                  </a:lnTo>
                  <a:lnTo>
                    <a:pt x="993522" y="517936"/>
                  </a:lnTo>
                  <a:lnTo>
                    <a:pt x="1003266" y="513178"/>
                  </a:lnTo>
                  <a:lnTo>
                    <a:pt x="1013010" y="508289"/>
                  </a:lnTo>
                  <a:lnTo>
                    <a:pt x="1022754" y="503265"/>
                  </a:lnTo>
                  <a:lnTo>
                    <a:pt x="1032483" y="498101"/>
                  </a:lnTo>
                  <a:lnTo>
                    <a:pt x="1042227" y="492788"/>
                  </a:lnTo>
                  <a:lnTo>
                    <a:pt x="1051971" y="487322"/>
                  </a:lnTo>
                  <a:lnTo>
                    <a:pt x="1061715" y="481696"/>
                  </a:lnTo>
                  <a:lnTo>
                    <a:pt x="1071444" y="475906"/>
                  </a:lnTo>
                  <a:lnTo>
                    <a:pt x="1081188" y="469950"/>
                  </a:lnTo>
                  <a:lnTo>
                    <a:pt x="1090932" y="463820"/>
                  </a:lnTo>
                  <a:lnTo>
                    <a:pt x="1100676" y="457515"/>
                  </a:lnTo>
                  <a:lnTo>
                    <a:pt x="1110405" y="451032"/>
                  </a:lnTo>
                  <a:lnTo>
                    <a:pt x="1120149" y="444370"/>
                  </a:lnTo>
                  <a:lnTo>
                    <a:pt x="1129893" y="437525"/>
                  </a:lnTo>
                  <a:lnTo>
                    <a:pt x="1139637" y="430497"/>
                  </a:lnTo>
                  <a:lnTo>
                    <a:pt x="1149381" y="423289"/>
                  </a:lnTo>
                  <a:lnTo>
                    <a:pt x="1159110" y="415898"/>
                  </a:lnTo>
                  <a:lnTo>
                    <a:pt x="1168854" y="408326"/>
                  </a:lnTo>
                  <a:lnTo>
                    <a:pt x="1178598" y="400577"/>
                  </a:lnTo>
                  <a:lnTo>
                    <a:pt x="1188341" y="392652"/>
                  </a:lnTo>
                  <a:lnTo>
                    <a:pt x="1198070" y="384558"/>
                  </a:lnTo>
                  <a:lnTo>
                    <a:pt x="1207814" y="376295"/>
                  </a:lnTo>
                  <a:lnTo>
                    <a:pt x="1217558" y="367869"/>
                  </a:lnTo>
                  <a:lnTo>
                    <a:pt x="1227302" y="359289"/>
                  </a:lnTo>
                  <a:lnTo>
                    <a:pt x="1237031" y="350560"/>
                  </a:lnTo>
                  <a:lnTo>
                    <a:pt x="1246775" y="341689"/>
                  </a:lnTo>
                  <a:lnTo>
                    <a:pt x="1256519" y="332685"/>
                  </a:lnTo>
                  <a:lnTo>
                    <a:pt x="1266263" y="323557"/>
                  </a:lnTo>
                  <a:lnTo>
                    <a:pt x="1276007" y="314313"/>
                  </a:lnTo>
                  <a:lnTo>
                    <a:pt x="1285736" y="304967"/>
                  </a:lnTo>
                  <a:lnTo>
                    <a:pt x="1295480" y="295527"/>
                  </a:lnTo>
                  <a:lnTo>
                    <a:pt x="1305224" y="286005"/>
                  </a:lnTo>
                  <a:lnTo>
                    <a:pt x="1314968" y="276415"/>
                  </a:lnTo>
                  <a:lnTo>
                    <a:pt x="1324697" y="266769"/>
                  </a:lnTo>
                  <a:lnTo>
                    <a:pt x="1334441" y="257079"/>
                  </a:lnTo>
                  <a:lnTo>
                    <a:pt x="1344185" y="247360"/>
                  </a:lnTo>
                  <a:lnTo>
                    <a:pt x="1353929" y="237625"/>
                  </a:lnTo>
                  <a:lnTo>
                    <a:pt x="1363658" y="227892"/>
                  </a:lnTo>
                  <a:lnTo>
                    <a:pt x="1373402" y="218172"/>
                  </a:lnTo>
                  <a:lnTo>
                    <a:pt x="1383146" y="208481"/>
                  </a:lnTo>
                  <a:lnTo>
                    <a:pt x="1392890" y="198837"/>
                  </a:lnTo>
                  <a:lnTo>
                    <a:pt x="1402619" y="189253"/>
                  </a:lnTo>
                  <a:lnTo>
                    <a:pt x="1412363" y="179747"/>
                  </a:lnTo>
                  <a:lnTo>
                    <a:pt x="1422106" y="170333"/>
                  </a:lnTo>
                  <a:lnTo>
                    <a:pt x="1431850" y="161028"/>
                  </a:lnTo>
                  <a:lnTo>
                    <a:pt x="1441594" y="151849"/>
                  </a:lnTo>
                  <a:lnTo>
                    <a:pt x="1451323" y="142810"/>
                  </a:lnTo>
                  <a:lnTo>
                    <a:pt x="1461067" y="133927"/>
                  </a:lnTo>
                  <a:lnTo>
                    <a:pt x="1470811" y="125218"/>
                  </a:lnTo>
                  <a:lnTo>
                    <a:pt x="1480555" y="116695"/>
                  </a:lnTo>
                  <a:lnTo>
                    <a:pt x="1490284" y="108377"/>
                  </a:lnTo>
                  <a:lnTo>
                    <a:pt x="1500028" y="100275"/>
                  </a:lnTo>
                  <a:lnTo>
                    <a:pt x="1509772" y="92405"/>
                  </a:lnTo>
                  <a:lnTo>
                    <a:pt x="1519516" y="84781"/>
                  </a:lnTo>
                  <a:lnTo>
                    <a:pt x="1529245" y="77418"/>
                  </a:lnTo>
                  <a:lnTo>
                    <a:pt x="1538989" y="70328"/>
                  </a:lnTo>
                  <a:lnTo>
                    <a:pt x="1548733" y="63522"/>
                  </a:lnTo>
                  <a:lnTo>
                    <a:pt x="1558477" y="57014"/>
                  </a:lnTo>
                  <a:lnTo>
                    <a:pt x="1568221" y="50814"/>
                  </a:lnTo>
                  <a:lnTo>
                    <a:pt x="1577950" y="44934"/>
                  </a:lnTo>
                  <a:lnTo>
                    <a:pt x="1587694" y="39382"/>
                  </a:lnTo>
                  <a:lnTo>
                    <a:pt x="1597438" y="34171"/>
                  </a:lnTo>
                  <a:lnTo>
                    <a:pt x="1607182" y="29305"/>
                  </a:lnTo>
                  <a:lnTo>
                    <a:pt x="1616911" y="24795"/>
                  </a:lnTo>
                  <a:lnTo>
                    <a:pt x="1626655" y="20646"/>
                  </a:lnTo>
                  <a:lnTo>
                    <a:pt x="1636399" y="16864"/>
                  </a:lnTo>
                  <a:lnTo>
                    <a:pt x="1646142" y="13457"/>
                  </a:lnTo>
                  <a:lnTo>
                    <a:pt x="1655872" y="10426"/>
                  </a:lnTo>
                  <a:lnTo>
                    <a:pt x="1665616" y="7777"/>
                  </a:lnTo>
                  <a:lnTo>
                    <a:pt x="1675359" y="5514"/>
                  </a:lnTo>
                  <a:lnTo>
                    <a:pt x="1685103" y="3635"/>
                  </a:lnTo>
                  <a:lnTo>
                    <a:pt x="1694832" y="2145"/>
                  </a:lnTo>
                  <a:lnTo>
                    <a:pt x="1704576" y="1043"/>
                  </a:lnTo>
                  <a:lnTo>
                    <a:pt x="1714320" y="328"/>
                  </a:lnTo>
                  <a:lnTo>
                    <a:pt x="1724064" y="0"/>
                  </a:lnTo>
                  <a:lnTo>
                    <a:pt x="1733808" y="55"/>
                  </a:lnTo>
                  <a:lnTo>
                    <a:pt x="1743537" y="492"/>
                  </a:lnTo>
                  <a:lnTo>
                    <a:pt x="1753281" y="1307"/>
                  </a:lnTo>
                  <a:lnTo>
                    <a:pt x="1763025" y="2494"/>
                  </a:lnTo>
                  <a:lnTo>
                    <a:pt x="1772769" y="4050"/>
                  </a:lnTo>
                  <a:lnTo>
                    <a:pt x="1782498" y="5969"/>
                  </a:lnTo>
                  <a:lnTo>
                    <a:pt x="1792242" y="8244"/>
                  </a:lnTo>
                  <a:lnTo>
                    <a:pt x="1801986" y="10867"/>
                  </a:lnTo>
                  <a:lnTo>
                    <a:pt x="1811730" y="13832"/>
                  </a:lnTo>
                  <a:lnTo>
                    <a:pt x="1821459" y="17129"/>
                  </a:lnTo>
                  <a:lnTo>
                    <a:pt x="1831203" y="20751"/>
                  </a:lnTo>
                  <a:lnTo>
                    <a:pt x="1840947" y="24689"/>
                  </a:lnTo>
                  <a:lnTo>
                    <a:pt x="1850691" y="28931"/>
                  </a:lnTo>
                  <a:lnTo>
                    <a:pt x="1860435" y="33468"/>
                  </a:lnTo>
                  <a:lnTo>
                    <a:pt x="1870164" y="38289"/>
                  </a:lnTo>
                  <a:lnTo>
                    <a:pt x="1879908" y="43384"/>
                  </a:lnTo>
                  <a:lnTo>
                    <a:pt x="1889652" y="48741"/>
                  </a:lnTo>
                  <a:lnTo>
                    <a:pt x="1899395" y="54347"/>
                  </a:lnTo>
                  <a:lnTo>
                    <a:pt x="1909124" y="60192"/>
                  </a:lnTo>
                  <a:lnTo>
                    <a:pt x="1918868" y="66263"/>
                  </a:lnTo>
                  <a:lnTo>
                    <a:pt x="1928612" y="72548"/>
                  </a:lnTo>
                  <a:lnTo>
                    <a:pt x="1938356" y="79035"/>
                  </a:lnTo>
                  <a:lnTo>
                    <a:pt x="1948085" y="85709"/>
                  </a:lnTo>
                  <a:lnTo>
                    <a:pt x="1957829" y="92560"/>
                  </a:lnTo>
                  <a:lnTo>
                    <a:pt x="1967573" y="99574"/>
                  </a:lnTo>
                  <a:lnTo>
                    <a:pt x="1977317" y="106739"/>
                  </a:lnTo>
                  <a:lnTo>
                    <a:pt x="1987046" y="114041"/>
                  </a:lnTo>
                  <a:lnTo>
                    <a:pt x="1996790" y="121467"/>
                  </a:lnTo>
                  <a:lnTo>
                    <a:pt x="2006534" y="129006"/>
                  </a:lnTo>
                  <a:lnTo>
                    <a:pt x="2016278" y="136643"/>
                  </a:lnTo>
                  <a:lnTo>
                    <a:pt x="2026022" y="144368"/>
                  </a:lnTo>
                  <a:lnTo>
                    <a:pt x="2035751" y="152166"/>
                  </a:lnTo>
                  <a:lnTo>
                    <a:pt x="2045495" y="160025"/>
                  </a:lnTo>
                  <a:lnTo>
                    <a:pt x="2055239" y="167934"/>
                  </a:lnTo>
                  <a:lnTo>
                    <a:pt x="2064983" y="175881"/>
                  </a:lnTo>
                  <a:lnTo>
                    <a:pt x="2074712" y="183852"/>
                  </a:lnTo>
                  <a:lnTo>
                    <a:pt x="2084456" y="191838"/>
                  </a:lnTo>
                  <a:lnTo>
                    <a:pt x="2094200" y="199824"/>
                  </a:lnTo>
                  <a:lnTo>
                    <a:pt x="2103944" y="207802"/>
                  </a:lnTo>
                  <a:lnTo>
                    <a:pt x="2113673" y="215760"/>
                  </a:lnTo>
                  <a:lnTo>
                    <a:pt x="2123417" y="223684"/>
                  </a:lnTo>
                  <a:lnTo>
                    <a:pt x="2133161" y="231569"/>
                  </a:lnTo>
                  <a:lnTo>
                    <a:pt x="2142905" y="239400"/>
                  </a:lnTo>
                  <a:lnTo>
                    <a:pt x="2152649" y="247167"/>
                  </a:lnTo>
                  <a:lnTo>
                    <a:pt x="2162377" y="254862"/>
                  </a:lnTo>
                  <a:lnTo>
                    <a:pt x="2172121" y="262475"/>
                  </a:lnTo>
                  <a:lnTo>
                    <a:pt x="2181865" y="269995"/>
                  </a:lnTo>
                  <a:lnTo>
                    <a:pt x="2191609" y="277415"/>
                  </a:lnTo>
                  <a:lnTo>
                    <a:pt x="2201338" y="284723"/>
                  </a:lnTo>
                  <a:lnTo>
                    <a:pt x="2211082" y="291910"/>
                  </a:lnTo>
                  <a:lnTo>
                    <a:pt x="2220826" y="298970"/>
                  </a:lnTo>
                  <a:lnTo>
                    <a:pt x="2230570" y="305894"/>
                  </a:lnTo>
                  <a:lnTo>
                    <a:pt x="2240299" y="312673"/>
                  </a:lnTo>
                  <a:lnTo>
                    <a:pt x="2250043" y="319299"/>
                  </a:lnTo>
                  <a:lnTo>
                    <a:pt x="2259787" y="325763"/>
                  </a:lnTo>
                  <a:lnTo>
                    <a:pt x="2269531" y="332061"/>
                  </a:lnTo>
                  <a:lnTo>
                    <a:pt x="2279260" y="338182"/>
                  </a:lnTo>
                  <a:lnTo>
                    <a:pt x="2289004" y="344120"/>
                  </a:lnTo>
                  <a:lnTo>
                    <a:pt x="2298748" y="349868"/>
                  </a:lnTo>
                  <a:lnTo>
                    <a:pt x="2308492" y="355420"/>
                  </a:lnTo>
                  <a:lnTo>
                    <a:pt x="2318236" y="360768"/>
                  </a:lnTo>
                  <a:lnTo>
                    <a:pt x="2327965" y="365907"/>
                  </a:lnTo>
                  <a:lnTo>
                    <a:pt x="2337709" y="370830"/>
                  </a:lnTo>
                  <a:lnTo>
                    <a:pt x="2347453" y="375532"/>
                  </a:lnTo>
                  <a:lnTo>
                    <a:pt x="2357197" y="380004"/>
                  </a:lnTo>
                  <a:lnTo>
                    <a:pt x="2366926" y="384245"/>
                  </a:lnTo>
                  <a:lnTo>
                    <a:pt x="2376670" y="388245"/>
                  </a:lnTo>
                  <a:lnTo>
                    <a:pt x="2386413" y="392003"/>
                  </a:lnTo>
                  <a:lnTo>
                    <a:pt x="2396157" y="395510"/>
                  </a:lnTo>
                  <a:lnTo>
                    <a:pt x="2405886" y="398764"/>
                  </a:lnTo>
                  <a:lnTo>
                    <a:pt x="2415630" y="401760"/>
                  </a:lnTo>
                  <a:lnTo>
                    <a:pt x="2425374" y="404492"/>
                  </a:lnTo>
                  <a:lnTo>
                    <a:pt x="2435118" y="406958"/>
                  </a:lnTo>
                  <a:lnTo>
                    <a:pt x="2444862" y="409154"/>
                  </a:lnTo>
                  <a:lnTo>
                    <a:pt x="2454591" y="411075"/>
                  </a:lnTo>
                  <a:lnTo>
                    <a:pt x="2464335" y="412718"/>
                  </a:lnTo>
                  <a:lnTo>
                    <a:pt x="2474079" y="414080"/>
                  </a:lnTo>
                  <a:lnTo>
                    <a:pt x="2483823" y="415159"/>
                  </a:lnTo>
                  <a:lnTo>
                    <a:pt x="2493552" y="415951"/>
                  </a:lnTo>
                  <a:lnTo>
                    <a:pt x="2503296" y="416455"/>
                  </a:lnTo>
                  <a:lnTo>
                    <a:pt x="2513040" y="416669"/>
                  </a:lnTo>
                  <a:lnTo>
                    <a:pt x="2522784" y="416590"/>
                  </a:lnTo>
                  <a:lnTo>
                    <a:pt x="2532513" y="416219"/>
                  </a:lnTo>
                  <a:lnTo>
                    <a:pt x="2542257" y="415555"/>
                  </a:lnTo>
                  <a:lnTo>
                    <a:pt x="2552001" y="414595"/>
                  </a:lnTo>
                  <a:lnTo>
                    <a:pt x="2561745" y="413341"/>
                  </a:lnTo>
                  <a:lnTo>
                    <a:pt x="2571474" y="411793"/>
                  </a:lnTo>
                  <a:lnTo>
                    <a:pt x="2581218" y="409950"/>
                  </a:lnTo>
                  <a:lnTo>
                    <a:pt x="2590962" y="407815"/>
                  </a:lnTo>
                  <a:lnTo>
                    <a:pt x="2600705" y="405389"/>
                  </a:lnTo>
                  <a:lnTo>
                    <a:pt x="2610449" y="402673"/>
                  </a:lnTo>
                  <a:lnTo>
                    <a:pt x="2620178" y="399671"/>
                  </a:lnTo>
                  <a:lnTo>
                    <a:pt x="2629922" y="396383"/>
                  </a:lnTo>
                  <a:lnTo>
                    <a:pt x="2639666" y="392815"/>
                  </a:lnTo>
                  <a:lnTo>
                    <a:pt x="2649410" y="388969"/>
                  </a:lnTo>
                  <a:lnTo>
                    <a:pt x="2659139" y="384850"/>
                  </a:lnTo>
                  <a:lnTo>
                    <a:pt x="2668883" y="380460"/>
                  </a:lnTo>
                  <a:lnTo>
                    <a:pt x="2678627" y="375809"/>
                  </a:lnTo>
                  <a:lnTo>
                    <a:pt x="2688371" y="370898"/>
                  </a:lnTo>
                  <a:lnTo>
                    <a:pt x="2698100" y="365734"/>
                  </a:lnTo>
                  <a:lnTo>
                    <a:pt x="2707844" y="360324"/>
                  </a:lnTo>
                  <a:lnTo>
                    <a:pt x="2717588" y="354675"/>
                  </a:lnTo>
                  <a:lnTo>
                    <a:pt x="2727332" y="348794"/>
                  </a:lnTo>
                  <a:lnTo>
                    <a:pt x="2737076" y="342688"/>
                  </a:lnTo>
                  <a:lnTo>
                    <a:pt x="2746805" y="336368"/>
                  </a:lnTo>
                  <a:lnTo>
                    <a:pt x="2756549" y="329840"/>
                  </a:lnTo>
                  <a:lnTo>
                    <a:pt x="2766293" y="323113"/>
                  </a:lnTo>
                  <a:lnTo>
                    <a:pt x="2776037" y="316198"/>
                  </a:lnTo>
                  <a:lnTo>
                    <a:pt x="2785766" y="309103"/>
                  </a:lnTo>
                  <a:lnTo>
                    <a:pt x="2795510" y="301841"/>
                  </a:lnTo>
                  <a:lnTo>
                    <a:pt x="2805254" y="294422"/>
                  </a:lnTo>
                  <a:lnTo>
                    <a:pt x="2814998" y="286855"/>
                  </a:lnTo>
                  <a:lnTo>
                    <a:pt x="2824727" y="279153"/>
                  </a:lnTo>
                  <a:lnTo>
                    <a:pt x="2834471" y="271328"/>
                  </a:lnTo>
                  <a:lnTo>
                    <a:pt x="2844215" y="263392"/>
                  </a:lnTo>
                  <a:lnTo>
                    <a:pt x="2853958" y="255357"/>
                  </a:lnTo>
                  <a:lnTo>
                    <a:pt x="2863687" y="247237"/>
                  </a:lnTo>
                  <a:lnTo>
                    <a:pt x="2873431" y="239042"/>
                  </a:lnTo>
                  <a:lnTo>
                    <a:pt x="2883175" y="230790"/>
                  </a:lnTo>
                  <a:lnTo>
                    <a:pt x="2892919" y="222491"/>
                  </a:lnTo>
                  <a:lnTo>
                    <a:pt x="2902663" y="214159"/>
                  </a:lnTo>
                  <a:lnTo>
                    <a:pt x="2912392" y="20580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9" name="Freeform 648">
              <a:extLst>
                <a:ext uri="{FF2B5EF4-FFF2-40B4-BE49-F238E27FC236}">
                  <a16:creationId xmlns:a16="http://schemas.microsoft.com/office/drawing/2014/main" id="{AE5DEF11-362C-23AA-8620-7D604005A196}"/>
                </a:ext>
              </a:extLst>
            </p:cNvPr>
            <p:cNvSpPr/>
            <p:nvPr/>
          </p:nvSpPr>
          <p:spPr>
            <a:xfrm>
              <a:off x="576446" y="3276372"/>
              <a:ext cx="2912392" cy="429994"/>
            </a:xfrm>
            <a:custGeom>
              <a:avLst/>
              <a:gdLst>
                <a:gd name="connsiteX0" fmla="*/ 0 w 2912392"/>
                <a:gd name="connsiteY0" fmla="*/ 26526 h 429994"/>
                <a:gd name="connsiteX1" fmla="*/ 9739 w 2912392"/>
                <a:gd name="connsiteY1" fmla="*/ 27672 h 429994"/>
                <a:gd name="connsiteX2" fmla="*/ 19480 w 2912392"/>
                <a:gd name="connsiteY2" fmla="*/ 28867 h 429994"/>
                <a:gd name="connsiteX3" fmla="*/ 29221 w 2912392"/>
                <a:gd name="connsiteY3" fmla="*/ 30115 h 429994"/>
                <a:gd name="connsiteX4" fmla="*/ 38961 w 2912392"/>
                <a:gd name="connsiteY4" fmla="*/ 31416 h 429994"/>
                <a:gd name="connsiteX5" fmla="*/ 48702 w 2912392"/>
                <a:gd name="connsiteY5" fmla="*/ 32773 h 429994"/>
                <a:gd name="connsiteX6" fmla="*/ 58443 w 2912392"/>
                <a:gd name="connsiteY6" fmla="*/ 34186 h 429994"/>
                <a:gd name="connsiteX7" fmla="*/ 68182 w 2912392"/>
                <a:gd name="connsiteY7" fmla="*/ 35658 h 429994"/>
                <a:gd name="connsiteX8" fmla="*/ 77923 w 2912392"/>
                <a:gd name="connsiteY8" fmla="*/ 37188 h 429994"/>
                <a:gd name="connsiteX9" fmla="*/ 87664 w 2912392"/>
                <a:gd name="connsiteY9" fmla="*/ 38779 h 429994"/>
                <a:gd name="connsiteX10" fmla="*/ 97404 w 2912392"/>
                <a:gd name="connsiteY10" fmla="*/ 40433 h 429994"/>
                <a:gd name="connsiteX11" fmla="*/ 107145 w 2912392"/>
                <a:gd name="connsiteY11" fmla="*/ 42148 h 429994"/>
                <a:gd name="connsiteX12" fmla="*/ 116886 w 2912392"/>
                <a:gd name="connsiteY12" fmla="*/ 43925 h 429994"/>
                <a:gd name="connsiteX13" fmla="*/ 126625 w 2912392"/>
                <a:gd name="connsiteY13" fmla="*/ 45767 h 429994"/>
                <a:gd name="connsiteX14" fmla="*/ 136366 w 2912392"/>
                <a:gd name="connsiteY14" fmla="*/ 47671 h 429994"/>
                <a:gd name="connsiteX15" fmla="*/ 146107 w 2912392"/>
                <a:gd name="connsiteY15" fmla="*/ 49639 h 429994"/>
                <a:gd name="connsiteX16" fmla="*/ 155846 w 2912392"/>
                <a:gd name="connsiteY16" fmla="*/ 51671 h 429994"/>
                <a:gd name="connsiteX17" fmla="*/ 165587 w 2912392"/>
                <a:gd name="connsiteY17" fmla="*/ 53767 h 429994"/>
                <a:gd name="connsiteX18" fmla="*/ 175328 w 2912392"/>
                <a:gd name="connsiteY18" fmla="*/ 55926 h 429994"/>
                <a:gd name="connsiteX19" fmla="*/ 185068 w 2912392"/>
                <a:gd name="connsiteY19" fmla="*/ 58146 h 429994"/>
                <a:gd name="connsiteX20" fmla="*/ 194809 w 2912392"/>
                <a:gd name="connsiteY20" fmla="*/ 60429 h 429994"/>
                <a:gd name="connsiteX21" fmla="*/ 204550 w 2912392"/>
                <a:gd name="connsiteY21" fmla="*/ 62772 h 429994"/>
                <a:gd name="connsiteX22" fmla="*/ 214289 w 2912392"/>
                <a:gd name="connsiteY22" fmla="*/ 65174 h 429994"/>
                <a:gd name="connsiteX23" fmla="*/ 224030 w 2912392"/>
                <a:gd name="connsiteY23" fmla="*/ 67634 h 429994"/>
                <a:gd name="connsiteX24" fmla="*/ 233771 w 2912392"/>
                <a:gd name="connsiteY24" fmla="*/ 70149 h 429994"/>
                <a:gd name="connsiteX25" fmla="*/ 243510 w 2912392"/>
                <a:gd name="connsiteY25" fmla="*/ 72717 h 429994"/>
                <a:gd name="connsiteX26" fmla="*/ 253251 w 2912392"/>
                <a:gd name="connsiteY26" fmla="*/ 75340 h 429994"/>
                <a:gd name="connsiteX27" fmla="*/ 262992 w 2912392"/>
                <a:gd name="connsiteY27" fmla="*/ 78010 h 429994"/>
                <a:gd name="connsiteX28" fmla="*/ 272732 w 2912392"/>
                <a:gd name="connsiteY28" fmla="*/ 80727 h 429994"/>
                <a:gd name="connsiteX29" fmla="*/ 282473 w 2912392"/>
                <a:gd name="connsiteY29" fmla="*/ 83489 h 429994"/>
                <a:gd name="connsiteX30" fmla="*/ 292214 w 2912392"/>
                <a:gd name="connsiteY30" fmla="*/ 86292 h 429994"/>
                <a:gd name="connsiteX31" fmla="*/ 301953 w 2912392"/>
                <a:gd name="connsiteY31" fmla="*/ 89133 h 429994"/>
                <a:gd name="connsiteX32" fmla="*/ 311694 w 2912392"/>
                <a:gd name="connsiteY32" fmla="*/ 92009 h 429994"/>
                <a:gd name="connsiteX33" fmla="*/ 321435 w 2912392"/>
                <a:gd name="connsiteY33" fmla="*/ 94917 h 429994"/>
                <a:gd name="connsiteX34" fmla="*/ 331175 w 2912392"/>
                <a:gd name="connsiteY34" fmla="*/ 97851 h 429994"/>
                <a:gd name="connsiteX35" fmla="*/ 340916 w 2912392"/>
                <a:gd name="connsiteY35" fmla="*/ 100810 h 429994"/>
                <a:gd name="connsiteX36" fmla="*/ 350656 w 2912392"/>
                <a:gd name="connsiteY36" fmla="*/ 103788 h 429994"/>
                <a:gd name="connsiteX37" fmla="*/ 360396 w 2912392"/>
                <a:gd name="connsiteY37" fmla="*/ 106781 h 429994"/>
                <a:gd name="connsiteX38" fmla="*/ 370137 w 2912392"/>
                <a:gd name="connsiteY38" fmla="*/ 109786 h 429994"/>
                <a:gd name="connsiteX39" fmla="*/ 379878 w 2912392"/>
                <a:gd name="connsiteY39" fmla="*/ 112797 h 429994"/>
                <a:gd name="connsiteX40" fmla="*/ 389617 w 2912392"/>
                <a:gd name="connsiteY40" fmla="*/ 115810 h 429994"/>
                <a:gd name="connsiteX41" fmla="*/ 399358 w 2912392"/>
                <a:gd name="connsiteY41" fmla="*/ 118821 h 429994"/>
                <a:gd name="connsiteX42" fmla="*/ 409099 w 2912392"/>
                <a:gd name="connsiteY42" fmla="*/ 121823 h 429994"/>
                <a:gd name="connsiteX43" fmla="*/ 418839 w 2912392"/>
                <a:gd name="connsiteY43" fmla="*/ 124813 h 429994"/>
                <a:gd name="connsiteX44" fmla="*/ 428580 w 2912392"/>
                <a:gd name="connsiteY44" fmla="*/ 127786 h 429994"/>
                <a:gd name="connsiteX45" fmla="*/ 438321 w 2912392"/>
                <a:gd name="connsiteY45" fmla="*/ 130734 h 429994"/>
                <a:gd name="connsiteX46" fmla="*/ 448060 w 2912392"/>
                <a:gd name="connsiteY46" fmla="*/ 133656 h 429994"/>
                <a:gd name="connsiteX47" fmla="*/ 457801 w 2912392"/>
                <a:gd name="connsiteY47" fmla="*/ 136542 h 429994"/>
                <a:gd name="connsiteX48" fmla="*/ 467542 w 2912392"/>
                <a:gd name="connsiteY48" fmla="*/ 139390 h 429994"/>
                <a:gd name="connsiteX49" fmla="*/ 477281 w 2912392"/>
                <a:gd name="connsiteY49" fmla="*/ 142194 h 429994"/>
                <a:gd name="connsiteX50" fmla="*/ 487022 w 2912392"/>
                <a:gd name="connsiteY50" fmla="*/ 144948 h 429994"/>
                <a:gd name="connsiteX51" fmla="*/ 496763 w 2912392"/>
                <a:gd name="connsiteY51" fmla="*/ 147646 h 429994"/>
                <a:gd name="connsiteX52" fmla="*/ 506503 w 2912392"/>
                <a:gd name="connsiteY52" fmla="*/ 150282 h 429994"/>
                <a:gd name="connsiteX53" fmla="*/ 516244 w 2912392"/>
                <a:gd name="connsiteY53" fmla="*/ 152853 h 429994"/>
                <a:gd name="connsiteX54" fmla="*/ 525985 w 2912392"/>
                <a:gd name="connsiteY54" fmla="*/ 155350 h 429994"/>
                <a:gd name="connsiteX55" fmla="*/ 535724 w 2912392"/>
                <a:gd name="connsiteY55" fmla="*/ 157771 h 429994"/>
                <a:gd name="connsiteX56" fmla="*/ 545465 w 2912392"/>
                <a:gd name="connsiteY56" fmla="*/ 160109 h 429994"/>
                <a:gd name="connsiteX57" fmla="*/ 555206 w 2912392"/>
                <a:gd name="connsiteY57" fmla="*/ 162357 h 429994"/>
                <a:gd name="connsiteX58" fmla="*/ 564946 w 2912392"/>
                <a:gd name="connsiteY58" fmla="*/ 164512 h 429994"/>
                <a:gd name="connsiteX59" fmla="*/ 574687 w 2912392"/>
                <a:gd name="connsiteY59" fmla="*/ 166568 h 429994"/>
                <a:gd name="connsiteX60" fmla="*/ 584428 w 2912392"/>
                <a:gd name="connsiteY60" fmla="*/ 168519 h 429994"/>
                <a:gd name="connsiteX61" fmla="*/ 594167 w 2912392"/>
                <a:gd name="connsiteY61" fmla="*/ 170361 h 429994"/>
                <a:gd name="connsiteX62" fmla="*/ 603908 w 2912392"/>
                <a:gd name="connsiteY62" fmla="*/ 172088 h 429994"/>
                <a:gd name="connsiteX63" fmla="*/ 613649 w 2912392"/>
                <a:gd name="connsiteY63" fmla="*/ 173697 h 429994"/>
                <a:gd name="connsiteX64" fmla="*/ 623388 w 2912392"/>
                <a:gd name="connsiteY64" fmla="*/ 175181 h 429994"/>
                <a:gd name="connsiteX65" fmla="*/ 633129 w 2912392"/>
                <a:gd name="connsiteY65" fmla="*/ 176537 h 429994"/>
                <a:gd name="connsiteX66" fmla="*/ 642870 w 2912392"/>
                <a:gd name="connsiteY66" fmla="*/ 177760 h 429994"/>
                <a:gd name="connsiteX67" fmla="*/ 652610 w 2912392"/>
                <a:gd name="connsiteY67" fmla="*/ 178846 h 429994"/>
                <a:gd name="connsiteX68" fmla="*/ 662351 w 2912392"/>
                <a:gd name="connsiteY68" fmla="*/ 179792 h 429994"/>
                <a:gd name="connsiteX69" fmla="*/ 672092 w 2912392"/>
                <a:gd name="connsiteY69" fmla="*/ 180592 h 429994"/>
                <a:gd name="connsiteX70" fmla="*/ 681831 w 2912392"/>
                <a:gd name="connsiteY70" fmla="*/ 181245 h 429994"/>
                <a:gd name="connsiteX71" fmla="*/ 691572 w 2912392"/>
                <a:gd name="connsiteY71" fmla="*/ 181747 h 429994"/>
                <a:gd name="connsiteX72" fmla="*/ 701313 w 2912392"/>
                <a:gd name="connsiteY72" fmla="*/ 182092 h 429994"/>
                <a:gd name="connsiteX73" fmla="*/ 711052 w 2912392"/>
                <a:gd name="connsiteY73" fmla="*/ 182282 h 429994"/>
                <a:gd name="connsiteX74" fmla="*/ 720793 w 2912392"/>
                <a:gd name="connsiteY74" fmla="*/ 182311 h 429994"/>
                <a:gd name="connsiteX75" fmla="*/ 730534 w 2912392"/>
                <a:gd name="connsiteY75" fmla="*/ 182179 h 429994"/>
                <a:gd name="connsiteX76" fmla="*/ 740274 w 2912392"/>
                <a:gd name="connsiteY76" fmla="*/ 181884 h 429994"/>
                <a:gd name="connsiteX77" fmla="*/ 750015 w 2912392"/>
                <a:gd name="connsiteY77" fmla="*/ 181422 h 429994"/>
                <a:gd name="connsiteX78" fmla="*/ 759756 w 2912392"/>
                <a:gd name="connsiteY78" fmla="*/ 180795 h 429994"/>
                <a:gd name="connsiteX79" fmla="*/ 769495 w 2912392"/>
                <a:gd name="connsiteY79" fmla="*/ 180001 h 429994"/>
                <a:gd name="connsiteX80" fmla="*/ 779236 w 2912392"/>
                <a:gd name="connsiteY80" fmla="*/ 179037 h 429994"/>
                <a:gd name="connsiteX81" fmla="*/ 788977 w 2912392"/>
                <a:gd name="connsiteY81" fmla="*/ 177906 h 429994"/>
                <a:gd name="connsiteX82" fmla="*/ 798717 w 2912392"/>
                <a:gd name="connsiteY82" fmla="*/ 176608 h 429994"/>
                <a:gd name="connsiteX83" fmla="*/ 808458 w 2912392"/>
                <a:gd name="connsiteY83" fmla="*/ 175142 h 429994"/>
                <a:gd name="connsiteX84" fmla="*/ 818199 w 2912392"/>
                <a:gd name="connsiteY84" fmla="*/ 173511 h 429994"/>
                <a:gd name="connsiteX85" fmla="*/ 827938 w 2912392"/>
                <a:gd name="connsiteY85" fmla="*/ 171714 h 429994"/>
                <a:gd name="connsiteX86" fmla="*/ 837679 w 2912392"/>
                <a:gd name="connsiteY86" fmla="*/ 169753 h 429994"/>
                <a:gd name="connsiteX87" fmla="*/ 847420 w 2912392"/>
                <a:gd name="connsiteY87" fmla="*/ 167631 h 429994"/>
                <a:gd name="connsiteX88" fmla="*/ 857159 w 2912392"/>
                <a:gd name="connsiteY88" fmla="*/ 165352 h 429994"/>
                <a:gd name="connsiteX89" fmla="*/ 866900 w 2912392"/>
                <a:gd name="connsiteY89" fmla="*/ 162916 h 429994"/>
                <a:gd name="connsiteX90" fmla="*/ 876641 w 2912392"/>
                <a:gd name="connsiteY90" fmla="*/ 160329 h 429994"/>
                <a:gd name="connsiteX91" fmla="*/ 886381 w 2912392"/>
                <a:gd name="connsiteY91" fmla="*/ 157594 h 429994"/>
                <a:gd name="connsiteX92" fmla="*/ 896122 w 2912392"/>
                <a:gd name="connsiteY92" fmla="*/ 154714 h 429994"/>
                <a:gd name="connsiteX93" fmla="*/ 905863 w 2912392"/>
                <a:gd name="connsiteY93" fmla="*/ 151694 h 429994"/>
                <a:gd name="connsiteX94" fmla="*/ 915602 w 2912392"/>
                <a:gd name="connsiteY94" fmla="*/ 148540 h 429994"/>
                <a:gd name="connsiteX95" fmla="*/ 925343 w 2912392"/>
                <a:gd name="connsiteY95" fmla="*/ 145256 h 429994"/>
                <a:gd name="connsiteX96" fmla="*/ 935084 w 2912392"/>
                <a:gd name="connsiteY96" fmla="*/ 141849 h 429994"/>
                <a:gd name="connsiteX97" fmla="*/ 944824 w 2912392"/>
                <a:gd name="connsiteY97" fmla="*/ 138324 h 429994"/>
                <a:gd name="connsiteX98" fmla="*/ 954564 w 2912392"/>
                <a:gd name="connsiteY98" fmla="*/ 134688 h 429994"/>
                <a:gd name="connsiteX99" fmla="*/ 964305 w 2912392"/>
                <a:gd name="connsiteY99" fmla="*/ 130949 h 429994"/>
                <a:gd name="connsiteX100" fmla="*/ 974045 w 2912392"/>
                <a:gd name="connsiteY100" fmla="*/ 127112 h 429994"/>
                <a:gd name="connsiteX101" fmla="*/ 983786 w 2912392"/>
                <a:gd name="connsiteY101" fmla="*/ 123186 h 429994"/>
                <a:gd name="connsiteX102" fmla="*/ 993522 w 2912392"/>
                <a:gd name="connsiteY102" fmla="*/ 119180 h 429994"/>
                <a:gd name="connsiteX103" fmla="*/ 1003266 w 2912392"/>
                <a:gd name="connsiteY103" fmla="*/ 115099 h 429994"/>
                <a:gd name="connsiteX104" fmla="*/ 1013010 w 2912392"/>
                <a:gd name="connsiteY104" fmla="*/ 110953 h 429994"/>
                <a:gd name="connsiteX105" fmla="*/ 1022754 w 2912392"/>
                <a:gd name="connsiteY105" fmla="*/ 106751 h 429994"/>
                <a:gd name="connsiteX106" fmla="*/ 1032483 w 2912392"/>
                <a:gd name="connsiteY106" fmla="*/ 102503 h 429994"/>
                <a:gd name="connsiteX107" fmla="*/ 1042227 w 2912392"/>
                <a:gd name="connsiteY107" fmla="*/ 98217 h 429994"/>
                <a:gd name="connsiteX108" fmla="*/ 1051971 w 2912392"/>
                <a:gd name="connsiteY108" fmla="*/ 93901 h 429994"/>
                <a:gd name="connsiteX109" fmla="*/ 1061715 w 2912392"/>
                <a:gd name="connsiteY109" fmla="*/ 89568 h 429994"/>
                <a:gd name="connsiteX110" fmla="*/ 1071444 w 2912392"/>
                <a:gd name="connsiteY110" fmla="*/ 85225 h 429994"/>
                <a:gd name="connsiteX111" fmla="*/ 1081188 w 2912392"/>
                <a:gd name="connsiteY111" fmla="*/ 80884 h 429994"/>
                <a:gd name="connsiteX112" fmla="*/ 1090932 w 2912392"/>
                <a:gd name="connsiteY112" fmla="*/ 76554 h 429994"/>
                <a:gd name="connsiteX113" fmla="*/ 1100676 w 2912392"/>
                <a:gd name="connsiteY113" fmla="*/ 72245 h 429994"/>
                <a:gd name="connsiteX114" fmla="*/ 1110405 w 2912392"/>
                <a:gd name="connsiteY114" fmla="*/ 67968 h 429994"/>
                <a:gd name="connsiteX115" fmla="*/ 1120149 w 2912392"/>
                <a:gd name="connsiteY115" fmla="*/ 63733 h 429994"/>
                <a:gd name="connsiteX116" fmla="*/ 1129893 w 2912392"/>
                <a:gd name="connsiteY116" fmla="*/ 59551 h 429994"/>
                <a:gd name="connsiteX117" fmla="*/ 1139637 w 2912392"/>
                <a:gd name="connsiteY117" fmla="*/ 55430 h 429994"/>
                <a:gd name="connsiteX118" fmla="*/ 1149381 w 2912392"/>
                <a:gd name="connsiteY118" fmla="*/ 51385 h 429994"/>
                <a:gd name="connsiteX119" fmla="*/ 1159110 w 2912392"/>
                <a:gd name="connsiteY119" fmla="*/ 47422 h 429994"/>
                <a:gd name="connsiteX120" fmla="*/ 1168854 w 2912392"/>
                <a:gd name="connsiteY120" fmla="*/ 43553 h 429994"/>
                <a:gd name="connsiteX121" fmla="*/ 1178598 w 2912392"/>
                <a:gd name="connsiteY121" fmla="*/ 39786 h 429994"/>
                <a:gd name="connsiteX122" fmla="*/ 1188341 w 2912392"/>
                <a:gd name="connsiteY122" fmla="*/ 36136 h 429994"/>
                <a:gd name="connsiteX123" fmla="*/ 1198070 w 2912392"/>
                <a:gd name="connsiteY123" fmla="*/ 32608 h 429994"/>
                <a:gd name="connsiteX124" fmla="*/ 1207814 w 2912392"/>
                <a:gd name="connsiteY124" fmla="*/ 29214 h 429994"/>
                <a:gd name="connsiteX125" fmla="*/ 1217558 w 2912392"/>
                <a:gd name="connsiteY125" fmla="*/ 25963 h 429994"/>
                <a:gd name="connsiteX126" fmla="*/ 1227302 w 2912392"/>
                <a:gd name="connsiteY126" fmla="*/ 22864 h 429994"/>
                <a:gd name="connsiteX127" fmla="*/ 1237031 w 2912392"/>
                <a:gd name="connsiteY127" fmla="*/ 19927 h 429994"/>
                <a:gd name="connsiteX128" fmla="*/ 1246775 w 2912392"/>
                <a:gd name="connsiteY128" fmla="*/ 17161 h 429994"/>
                <a:gd name="connsiteX129" fmla="*/ 1256519 w 2912392"/>
                <a:gd name="connsiteY129" fmla="*/ 14573 h 429994"/>
                <a:gd name="connsiteX130" fmla="*/ 1266263 w 2912392"/>
                <a:gd name="connsiteY130" fmla="*/ 12171 h 429994"/>
                <a:gd name="connsiteX131" fmla="*/ 1276007 w 2912392"/>
                <a:gd name="connsiteY131" fmla="*/ 9964 h 429994"/>
                <a:gd name="connsiteX132" fmla="*/ 1285736 w 2912392"/>
                <a:gd name="connsiteY132" fmla="*/ 7961 h 429994"/>
                <a:gd name="connsiteX133" fmla="*/ 1295480 w 2912392"/>
                <a:gd name="connsiteY133" fmla="*/ 6167 h 429994"/>
                <a:gd name="connsiteX134" fmla="*/ 1305224 w 2912392"/>
                <a:gd name="connsiteY134" fmla="*/ 4589 h 429994"/>
                <a:gd name="connsiteX135" fmla="*/ 1314968 w 2912392"/>
                <a:gd name="connsiteY135" fmla="*/ 3235 h 429994"/>
                <a:gd name="connsiteX136" fmla="*/ 1324697 w 2912392"/>
                <a:gd name="connsiteY136" fmla="*/ 2108 h 429994"/>
                <a:gd name="connsiteX137" fmla="*/ 1334441 w 2912392"/>
                <a:gd name="connsiteY137" fmla="*/ 1217 h 429994"/>
                <a:gd name="connsiteX138" fmla="*/ 1344185 w 2912392"/>
                <a:gd name="connsiteY138" fmla="*/ 566 h 429994"/>
                <a:gd name="connsiteX139" fmla="*/ 1353929 w 2912392"/>
                <a:gd name="connsiteY139" fmla="*/ 158 h 429994"/>
                <a:gd name="connsiteX140" fmla="*/ 1363658 w 2912392"/>
                <a:gd name="connsiteY140" fmla="*/ 0 h 429994"/>
                <a:gd name="connsiteX141" fmla="*/ 1373402 w 2912392"/>
                <a:gd name="connsiteY141" fmla="*/ 95 h 429994"/>
                <a:gd name="connsiteX142" fmla="*/ 1383146 w 2912392"/>
                <a:gd name="connsiteY142" fmla="*/ 445 h 429994"/>
                <a:gd name="connsiteX143" fmla="*/ 1392890 w 2912392"/>
                <a:gd name="connsiteY143" fmla="*/ 1056 h 429994"/>
                <a:gd name="connsiteX144" fmla="*/ 1402619 w 2912392"/>
                <a:gd name="connsiteY144" fmla="*/ 1928 h 429994"/>
                <a:gd name="connsiteX145" fmla="*/ 1412363 w 2912392"/>
                <a:gd name="connsiteY145" fmla="*/ 3063 h 429994"/>
                <a:gd name="connsiteX146" fmla="*/ 1422106 w 2912392"/>
                <a:gd name="connsiteY146" fmla="*/ 4464 h 429994"/>
                <a:gd name="connsiteX147" fmla="*/ 1431850 w 2912392"/>
                <a:gd name="connsiteY147" fmla="*/ 6131 h 429994"/>
                <a:gd name="connsiteX148" fmla="*/ 1441594 w 2912392"/>
                <a:gd name="connsiteY148" fmla="*/ 8063 h 429994"/>
                <a:gd name="connsiteX149" fmla="*/ 1451323 w 2912392"/>
                <a:gd name="connsiteY149" fmla="*/ 10264 h 429994"/>
                <a:gd name="connsiteX150" fmla="*/ 1461067 w 2912392"/>
                <a:gd name="connsiteY150" fmla="*/ 12731 h 429994"/>
                <a:gd name="connsiteX151" fmla="*/ 1470811 w 2912392"/>
                <a:gd name="connsiteY151" fmla="*/ 15465 h 429994"/>
                <a:gd name="connsiteX152" fmla="*/ 1480555 w 2912392"/>
                <a:gd name="connsiteY152" fmla="*/ 18463 h 429994"/>
                <a:gd name="connsiteX153" fmla="*/ 1490284 w 2912392"/>
                <a:gd name="connsiteY153" fmla="*/ 21723 h 429994"/>
                <a:gd name="connsiteX154" fmla="*/ 1500028 w 2912392"/>
                <a:gd name="connsiteY154" fmla="*/ 25243 h 429994"/>
                <a:gd name="connsiteX155" fmla="*/ 1509772 w 2912392"/>
                <a:gd name="connsiteY155" fmla="*/ 29023 h 429994"/>
                <a:gd name="connsiteX156" fmla="*/ 1519516 w 2912392"/>
                <a:gd name="connsiteY156" fmla="*/ 33056 h 429994"/>
                <a:gd name="connsiteX157" fmla="*/ 1529245 w 2912392"/>
                <a:gd name="connsiteY157" fmla="*/ 37341 h 429994"/>
                <a:gd name="connsiteX158" fmla="*/ 1538989 w 2912392"/>
                <a:gd name="connsiteY158" fmla="*/ 41874 h 429994"/>
                <a:gd name="connsiteX159" fmla="*/ 1548733 w 2912392"/>
                <a:gd name="connsiteY159" fmla="*/ 46647 h 429994"/>
                <a:gd name="connsiteX160" fmla="*/ 1558477 w 2912392"/>
                <a:gd name="connsiteY160" fmla="*/ 51661 h 429994"/>
                <a:gd name="connsiteX161" fmla="*/ 1568221 w 2912392"/>
                <a:gd name="connsiteY161" fmla="*/ 56907 h 429994"/>
                <a:gd name="connsiteX162" fmla="*/ 1577950 w 2912392"/>
                <a:gd name="connsiteY162" fmla="*/ 62379 h 429994"/>
                <a:gd name="connsiteX163" fmla="*/ 1587694 w 2912392"/>
                <a:gd name="connsiteY163" fmla="*/ 68072 h 429994"/>
                <a:gd name="connsiteX164" fmla="*/ 1597438 w 2912392"/>
                <a:gd name="connsiteY164" fmla="*/ 73981 h 429994"/>
                <a:gd name="connsiteX165" fmla="*/ 1607182 w 2912392"/>
                <a:gd name="connsiteY165" fmla="*/ 80095 h 429994"/>
                <a:gd name="connsiteX166" fmla="*/ 1616911 w 2912392"/>
                <a:gd name="connsiteY166" fmla="*/ 86411 h 429994"/>
                <a:gd name="connsiteX167" fmla="*/ 1626655 w 2912392"/>
                <a:gd name="connsiteY167" fmla="*/ 92920 h 429994"/>
                <a:gd name="connsiteX168" fmla="*/ 1636399 w 2912392"/>
                <a:gd name="connsiteY168" fmla="*/ 99613 h 429994"/>
                <a:gd name="connsiteX169" fmla="*/ 1646142 w 2912392"/>
                <a:gd name="connsiteY169" fmla="*/ 106484 h 429994"/>
                <a:gd name="connsiteX170" fmla="*/ 1655872 w 2912392"/>
                <a:gd name="connsiteY170" fmla="*/ 113521 h 429994"/>
                <a:gd name="connsiteX171" fmla="*/ 1665616 w 2912392"/>
                <a:gd name="connsiteY171" fmla="*/ 120718 h 429994"/>
                <a:gd name="connsiteX172" fmla="*/ 1675359 w 2912392"/>
                <a:gd name="connsiteY172" fmla="*/ 128064 h 429994"/>
                <a:gd name="connsiteX173" fmla="*/ 1685103 w 2912392"/>
                <a:gd name="connsiteY173" fmla="*/ 135551 h 429994"/>
                <a:gd name="connsiteX174" fmla="*/ 1694832 w 2912392"/>
                <a:gd name="connsiteY174" fmla="*/ 143167 h 429994"/>
                <a:gd name="connsiteX175" fmla="*/ 1704576 w 2912392"/>
                <a:gd name="connsiteY175" fmla="*/ 150903 h 429994"/>
                <a:gd name="connsiteX176" fmla="*/ 1714320 w 2912392"/>
                <a:gd name="connsiteY176" fmla="*/ 158747 h 429994"/>
                <a:gd name="connsiteX177" fmla="*/ 1724064 w 2912392"/>
                <a:gd name="connsiteY177" fmla="*/ 166691 h 429994"/>
                <a:gd name="connsiteX178" fmla="*/ 1733808 w 2912392"/>
                <a:gd name="connsiteY178" fmla="*/ 174722 h 429994"/>
                <a:gd name="connsiteX179" fmla="*/ 1743537 w 2912392"/>
                <a:gd name="connsiteY179" fmla="*/ 182830 h 429994"/>
                <a:gd name="connsiteX180" fmla="*/ 1753281 w 2912392"/>
                <a:gd name="connsiteY180" fmla="*/ 191002 h 429994"/>
                <a:gd name="connsiteX181" fmla="*/ 1763025 w 2912392"/>
                <a:gd name="connsiteY181" fmla="*/ 199226 h 429994"/>
                <a:gd name="connsiteX182" fmla="*/ 1772769 w 2912392"/>
                <a:gd name="connsiteY182" fmla="*/ 207492 h 429994"/>
                <a:gd name="connsiteX183" fmla="*/ 1782498 w 2912392"/>
                <a:gd name="connsiteY183" fmla="*/ 215786 h 429994"/>
                <a:gd name="connsiteX184" fmla="*/ 1792242 w 2912392"/>
                <a:gd name="connsiteY184" fmla="*/ 224097 h 429994"/>
                <a:gd name="connsiteX185" fmla="*/ 1801986 w 2912392"/>
                <a:gd name="connsiteY185" fmla="*/ 232411 h 429994"/>
                <a:gd name="connsiteX186" fmla="*/ 1811730 w 2912392"/>
                <a:gd name="connsiteY186" fmla="*/ 240717 h 429994"/>
                <a:gd name="connsiteX187" fmla="*/ 1821459 w 2912392"/>
                <a:gd name="connsiteY187" fmla="*/ 249002 h 429994"/>
                <a:gd name="connsiteX188" fmla="*/ 1831203 w 2912392"/>
                <a:gd name="connsiteY188" fmla="*/ 257252 h 429994"/>
                <a:gd name="connsiteX189" fmla="*/ 1840947 w 2912392"/>
                <a:gd name="connsiteY189" fmla="*/ 265454 h 429994"/>
                <a:gd name="connsiteX190" fmla="*/ 1850691 w 2912392"/>
                <a:gd name="connsiteY190" fmla="*/ 273596 h 429994"/>
                <a:gd name="connsiteX191" fmla="*/ 1860435 w 2912392"/>
                <a:gd name="connsiteY191" fmla="*/ 281664 h 429994"/>
                <a:gd name="connsiteX192" fmla="*/ 1870164 w 2912392"/>
                <a:gd name="connsiteY192" fmla="*/ 289645 h 429994"/>
                <a:gd name="connsiteX193" fmla="*/ 1879908 w 2912392"/>
                <a:gd name="connsiteY193" fmla="*/ 297527 h 429994"/>
                <a:gd name="connsiteX194" fmla="*/ 1889652 w 2912392"/>
                <a:gd name="connsiteY194" fmla="*/ 305295 h 429994"/>
                <a:gd name="connsiteX195" fmla="*/ 1899395 w 2912392"/>
                <a:gd name="connsiteY195" fmla="*/ 312938 h 429994"/>
                <a:gd name="connsiteX196" fmla="*/ 1909124 w 2912392"/>
                <a:gd name="connsiteY196" fmla="*/ 320441 h 429994"/>
                <a:gd name="connsiteX197" fmla="*/ 1918868 w 2912392"/>
                <a:gd name="connsiteY197" fmla="*/ 327792 h 429994"/>
                <a:gd name="connsiteX198" fmla="*/ 1928612 w 2912392"/>
                <a:gd name="connsiteY198" fmla="*/ 334978 h 429994"/>
                <a:gd name="connsiteX199" fmla="*/ 1938356 w 2912392"/>
                <a:gd name="connsiteY199" fmla="*/ 341987 h 429994"/>
                <a:gd name="connsiteX200" fmla="*/ 1948085 w 2912392"/>
                <a:gd name="connsiteY200" fmla="*/ 348806 h 429994"/>
                <a:gd name="connsiteX201" fmla="*/ 1957829 w 2912392"/>
                <a:gd name="connsiteY201" fmla="*/ 355421 h 429994"/>
                <a:gd name="connsiteX202" fmla="*/ 1967573 w 2912392"/>
                <a:gd name="connsiteY202" fmla="*/ 361825 h 429994"/>
                <a:gd name="connsiteX203" fmla="*/ 1977317 w 2912392"/>
                <a:gd name="connsiteY203" fmla="*/ 368000 h 429994"/>
                <a:gd name="connsiteX204" fmla="*/ 1987046 w 2912392"/>
                <a:gd name="connsiteY204" fmla="*/ 373939 h 429994"/>
                <a:gd name="connsiteX205" fmla="*/ 1996790 w 2912392"/>
                <a:gd name="connsiteY205" fmla="*/ 379629 h 429994"/>
                <a:gd name="connsiteX206" fmla="*/ 2006534 w 2912392"/>
                <a:gd name="connsiteY206" fmla="*/ 385061 h 429994"/>
                <a:gd name="connsiteX207" fmla="*/ 2016278 w 2912392"/>
                <a:gd name="connsiteY207" fmla="*/ 390222 h 429994"/>
                <a:gd name="connsiteX208" fmla="*/ 2026022 w 2912392"/>
                <a:gd name="connsiteY208" fmla="*/ 395106 h 429994"/>
                <a:gd name="connsiteX209" fmla="*/ 2035751 w 2912392"/>
                <a:gd name="connsiteY209" fmla="*/ 399699 h 429994"/>
                <a:gd name="connsiteX210" fmla="*/ 2045495 w 2912392"/>
                <a:gd name="connsiteY210" fmla="*/ 403996 h 429994"/>
                <a:gd name="connsiteX211" fmla="*/ 2055239 w 2912392"/>
                <a:gd name="connsiteY211" fmla="*/ 407988 h 429994"/>
                <a:gd name="connsiteX212" fmla="*/ 2064983 w 2912392"/>
                <a:gd name="connsiteY212" fmla="*/ 411666 h 429994"/>
                <a:gd name="connsiteX213" fmla="*/ 2074712 w 2912392"/>
                <a:gd name="connsiteY213" fmla="*/ 415023 h 429994"/>
                <a:gd name="connsiteX214" fmla="*/ 2084456 w 2912392"/>
                <a:gd name="connsiteY214" fmla="*/ 418055 h 429994"/>
                <a:gd name="connsiteX215" fmla="*/ 2094200 w 2912392"/>
                <a:gd name="connsiteY215" fmla="*/ 420753 h 429994"/>
                <a:gd name="connsiteX216" fmla="*/ 2103944 w 2912392"/>
                <a:gd name="connsiteY216" fmla="*/ 423113 h 429994"/>
                <a:gd name="connsiteX217" fmla="*/ 2113673 w 2912392"/>
                <a:gd name="connsiteY217" fmla="*/ 425131 h 429994"/>
                <a:gd name="connsiteX218" fmla="*/ 2123417 w 2912392"/>
                <a:gd name="connsiteY218" fmla="*/ 426804 h 429994"/>
                <a:gd name="connsiteX219" fmla="*/ 2133161 w 2912392"/>
                <a:gd name="connsiteY219" fmla="*/ 428128 h 429994"/>
                <a:gd name="connsiteX220" fmla="*/ 2142905 w 2912392"/>
                <a:gd name="connsiteY220" fmla="*/ 429103 h 429994"/>
                <a:gd name="connsiteX221" fmla="*/ 2152649 w 2912392"/>
                <a:gd name="connsiteY221" fmla="*/ 429724 h 429994"/>
                <a:gd name="connsiteX222" fmla="*/ 2162377 w 2912392"/>
                <a:gd name="connsiteY222" fmla="*/ 429995 h 429994"/>
                <a:gd name="connsiteX223" fmla="*/ 2172121 w 2912392"/>
                <a:gd name="connsiteY223" fmla="*/ 429915 h 429994"/>
                <a:gd name="connsiteX224" fmla="*/ 2181865 w 2912392"/>
                <a:gd name="connsiteY224" fmla="*/ 429482 h 429994"/>
                <a:gd name="connsiteX225" fmla="*/ 2191609 w 2912392"/>
                <a:gd name="connsiteY225" fmla="*/ 428705 h 429994"/>
                <a:gd name="connsiteX226" fmla="*/ 2201338 w 2912392"/>
                <a:gd name="connsiteY226" fmla="*/ 427581 h 429994"/>
                <a:gd name="connsiteX227" fmla="*/ 2211082 w 2912392"/>
                <a:gd name="connsiteY227" fmla="*/ 426118 h 429994"/>
                <a:gd name="connsiteX228" fmla="*/ 2220826 w 2912392"/>
                <a:gd name="connsiteY228" fmla="*/ 424320 h 429994"/>
                <a:gd name="connsiteX229" fmla="*/ 2230570 w 2912392"/>
                <a:gd name="connsiteY229" fmla="*/ 422192 h 429994"/>
                <a:gd name="connsiteX230" fmla="*/ 2240299 w 2912392"/>
                <a:gd name="connsiteY230" fmla="*/ 419743 h 429994"/>
                <a:gd name="connsiteX231" fmla="*/ 2250043 w 2912392"/>
                <a:gd name="connsiteY231" fmla="*/ 416978 h 429994"/>
                <a:gd name="connsiteX232" fmla="*/ 2259787 w 2912392"/>
                <a:gd name="connsiteY232" fmla="*/ 413907 h 429994"/>
                <a:gd name="connsiteX233" fmla="*/ 2269531 w 2912392"/>
                <a:gd name="connsiteY233" fmla="*/ 410540 h 429994"/>
                <a:gd name="connsiteX234" fmla="*/ 2279260 w 2912392"/>
                <a:gd name="connsiteY234" fmla="*/ 406885 h 429994"/>
                <a:gd name="connsiteX235" fmla="*/ 2289004 w 2912392"/>
                <a:gd name="connsiteY235" fmla="*/ 402958 h 429994"/>
                <a:gd name="connsiteX236" fmla="*/ 2298748 w 2912392"/>
                <a:gd name="connsiteY236" fmla="*/ 398767 h 429994"/>
                <a:gd name="connsiteX237" fmla="*/ 2308492 w 2912392"/>
                <a:gd name="connsiteY237" fmla="*/ 394325 h 429994"/>
                <a:gd name="connsiteX238" fmla="*/ 2318236 w 2912392"/>
                <a:gd name="connsiteY238" fmla="*/ 389649 h 429994"/>
                <a:gd name="connsiteX239" fmla="*/ 2327965 w 2912392"/>
                <a:gd name="connsiteY239" fmla="*/ 384751 h 429994"/>
                <a:gd name="connsiteX240" fmla="*/ 2337709 w 2912392"/>
                <a:gd name="connsiteY240" fmla="*/ 379645 h 429994"/>
                <a:gd name="connsiteX241" fmla="*/ 2347453 w 2912392"/>
                <a:gd name="connsiteY241" fmla="*/ 374350 h 429994"/>
                <a:gd name="connsiteX242" fmla="*/ 2357197 w 2912392"/>
                <a:gd name="connsiteY242" fmla="*/ 368881 h 429994"/>
                <a:gd name="connsiteX243" fmla="*/ 2366926 w 2912392"/>
                <a:gd name="connsiteY243" fmla="*/ 363255 h 429994"/>
                <a:gd name="connsiteX244" fmla="*/ 2376670 w 2912392"/>
                <a:gd name="connsiteY244" fmla="*/ 357491 h 429994"/>
                <a:gd name="connsiteX245" fmla="*/ 2386413 w 2912392"/>
                <a:gd name="connsiteY245" fmla="*/ 351604 h 429994"/>
                <a:gd name="connsiteX246" fmla="*/ 2396157 w 2912392"/>
                <a:gd name="connsiteY246" fmla="*/ 345615 h 429994"/>
                <a:gd name="connsiteX247" fmla="*/ 2405886 w 2912392"/>
                <a:gd name="connsiteY247" fmla="*/ 339543 h 429994"/>
                <a:gd name="connsiteX248" fmla="*/ 2415630 w 2912392"/>
                <a:gd name="connsiteY248" fmla="*/ 333408 h 429994"/>
                <a:gd name="connsiteX249" fmla="*/ 2425374 w 2912392"/>
                <a:gd name="connsiteY249" fmla="*/ 327229 h 429994"/>
                <a:gd name="connsiteX250" fmla="*/ 2435118 w 2912392"/>
                <a:gd name="connsiteY250" fmla="*/ 321025 h 429994"/>
                <a:gd name="connsiteX251" fmla="*/ 2444862 w 2912392"/>
                <a:gd name="connsiteY251" fmla="*/ 314818 h 429994"/>
                <a:gd name="connsiteX252" fmla="*/ 2454591 w 2912392"/>
                <a:gd name="connsiteY252" fmla="*/ 308629 h 429994"/>
                <a:gd name="connsiteX253" fmla="*/ 2464335 w 2912392"/>
                <a:gd name="connsiteY253" fmla="*/ 302476 h 429994"/>
                <a:gd name="connsiteX254" fmla="*/ 2474079 w 2912392"/>
                <a:gd name="connsiteY254" fmla="*/ 296381 h 429994"/>
                <a:gd name="connsiteX255" fmla="*/ 2483823 w 2912392"/>
                <a:gd name="connsiteY255" fmla="*/ 290363 h 429994"/>
                <a:gd name="connsiteX256" fmla="*/ 2493552 w 2912392"/>
                <a:gd name="connsiteY256" fmla="*/ 284445 h 429994"/>
                <a:gd name="connsiteX257" fmla="*/ 2503296 w 2912392"/>
                <a:gd name="connsiteY257" fmla="*/ 278645 h 429994"/>
                <a:gd name="connsiteX258" fmla="*/ 2513040 w 2912392"/>
                <a:gd name="connsiteY258" fmla="*/ 272984 h 429994"/>
                <a:gd name="connsiteX259" fmla="*/ 2522784 w 2912392"/>
                <a:gd name="connsiteY259" fmla="*/ 267480 h 429994"/>
                <a:gd name="connsiteX260" fmla="*/ 2532513 w 2912392"/>
                <a:gd name="connsiteY260" fmla="*/ 262155 h 429994"/>
                <a:gd name="connsiteX261" fmla="*/ 2542257 w 2912392"/>
                <a:gd name="connsiteY261" fmla="*/ 257025 h 429994"/>
                <a:gd name="connsiteX262" fmla="*/ 2552001 w 2912392"/>
                <a:gd name="connsiteY262" fmla="*/ 252112 h 429994"/>
                <a:gd name="connsiteX263" fmla="*/ 2561745 w 2912392"/>
                <a:gd name="connsiteY263" fmla="*/ 247430 h 429994"/>
                <a:gd name="connsiteX264" fmla="*/ 2571474 w 2912392"/>
                <a:gd name="connsiteY264" fmla="*/ 243001 h 429994"/>
                <a:gd name="connsiteX265" fmla="*/ 2581218 w 2912392"/>
                <a:gd name="connsiteY265" fmla="*/ 238838 h 429994"/>
                <a:gd name="connsiteX266" fmla="*/ 2590962 w 2912392"/>
                <a:gd name="connsiteY266" fmla="*/ 234958 h 429994"/>
                <a:gd name="connsiteX267" fmla="*/ 2600705 w 2912392"/>
                <a:gd name="connsiteY267" fmla="*/ 231377 h 429994"/>
                <a:gd name="connsiteX268" fmla="*/ 2610449 w 2912392"/>
                <a:gd name="connsiteY268" fmla="*/ 228111 h 429994"/>
                <a:gd name="connsiteX269" fmla="*/ 2620178 w 2912392"/>
                <a:gd name="connsiteY269" fmla="*/ 225171 h 429994"/>
                <a:gd name="connsiteX270" fmla="*/ 2629922 w 2912392"/>
                <a:gd name="connsiteY270" fmla="*/ 222571 h 429994"/>
                <a:gd name="connsiteX271" fmla="*/ 2639666 w 2912392"/>
                <a:gd name="connsiteY271" fmla="*/ 220326 h 429994"/>
                <a:gd name="connsiteX272" fmla="*/ 2649410 w 2912392"/>
                <a:gd name="connsiteY272" fmla="*/ 218444 h 429994"/>
                <a:gd name="connsiteX273" fmla="*/ 2659139 w 2912392"/>
                <a:gd name="connsiteY273" fmla="*/ 216937 h 429994"/>
                <a:gd name="connsiteX274" fmla="*/ 2668883 w 2912392"/>
                <a:gd name="connsiteY274" fmla="*/ 215812 h 429994"/>
                <a:gd name="connsiteX275" fmla="*/ 2678627 w 2912392"/>
                <a:gd name="connsiteY275" fmla="*/ 215080 h 429994"/>
                <a:gd name="connsiteX276" fmla="*/ 2688371 w 2912392"/>
                <a:gd name="connsiteY276" fmla="*/ 214749 h 429994"/>
                <a:gd name="connsiteX277" fmla="*/ 2698100 w 2912392"/>
                <a:gd name="connsiteY277" fmla="*/ 214824 h 429994"/>
                <a:gd name="connsiteX278" fmla="*/ 2707844 w 2912392"/>
                <a:gd name="connsiteY278" fmla="*/ 215310 h 429994"/>
                <a:gd name="connsiteX279" fmla="*/ 2717588 w 2912392"/>
                <a:gd name="connsiteY279" fmla="*/ 216211 h 429994"/>
                <a:gd name="connsiteX280" fmla="*/ 2727332 w 2912392"/>
                <a:gd name="connsiteY280" fmla="*/ 217533 h 429994"/>
                <a:gd name="connsiteX281" fmla="*/ 2737076 w 2912392"/>
                <a:gd name="connsiteY281" fmla="*/ 219276 h 429994"/>
                <a:gd name="connsiteX282" fmla="*/ 2746805 w 2912392"/>
                <a:gd name="connsiteY282" fmla="*/ 221441 h 429994"/>
                <a:gd name="connsiteX283" fmla="*/ 2756549 w 2912392"/>
                <a:gd name="connsiteY283" fmla="*/ 224030 h 429994"/>
                <a:gd name="connsiteX284" fmla="*/ 2766293 w 2912392"/>
                <a:gd name="connsiteY284" fmla="*/ 227040 h 429994"/>
                <a:gd name="connsiteX285" fmla="*/ 2776037 w 2912392"/>
                <a:gd name="connsiteY285" fmla="*/ 230471 h 429994"/>
                <a:gd name="connsiteX286" fmla="*/ 2785766 w 2912392"/>
                <a:gd name="connsiteY286" fmla="*/ 234321 h 429994"/>
                <a:gd name="connsiteX287" fmla="*/ 2795510 w 2912392"/>
                <a:gd name="connsiteY287" fmla="*/ 238583 h 429994"/>
                <a:gd name="connsiteX288" fmla="*/ 2805254 w 2912392"/>
                <a:gd name="connsiteY288" fmla="*/ 243256 h 429994"/>
                <a:gd name="connsiteX289" fmla="*/ 2814998 w 2912392"/>
                <a:gd name="connsiteY289" fmla="*/ 248332 h 429994"/>
                <a:gd name="connsiteX290" fmla="*/ 2824727 w 2912392"/>
                <a:gd name="connsiteY290" fmla="*/ 253804 h 429994"/>
                <a:gd name="connsiteX291" fmla="*/ 2834471 w 2912392"/>
                <a:gd name="connsiteY291" fmla="*/ 259667 h 429994"/>
                <a:gd name="connsiteX292" fmla="*/ 2844215 w 2912392"/>
                <a:gd name="connsiteY292" fmla="*/ 265913 h 429994"/>
                <a:gd name="connsiteX293" fmla="*/ 2853958 w 2912392"/>
                <a:gd name="connsiteY293" fmla="*/ 272529 h 429994"/>
                <a:gd name="connsiteX294" fmla="*/ 2863687 w 2912392"/>
                <a:gd name="connsiteY294" fmla="*/ 279509 h 429994"/>
                <a:gd name="connsiteX295" fmla="*/ 2873431 w 2912392"/>
                <a:gd name="connsiteY295" fmla="*/ 286843 h 429994"/>
                <a:gd name="connsiteX296" fmla="*/ 2883175 w 2912392"/>
                <a:gd name="connsiteY296" fmla="*/ 294517 h 429994"/>
                <a:gd name="connsiteX297" fmla="*/ 2892919 w 2912392"/>
                <a:gd name="connsiteY297" fmla="*/ 302521 h 429994"/>
                <a:gd name="connsiteX298" fmla="*/ 2902663 w 2912392"/>
                <a:gd name="connsiteY298" fmla="*/ 310842 h 429994"/>
                <a:gd name="connsiteX299" fmla="*/ 2912392 w 2912392"/>
                <a:gd name="connsiteY299" fmla="*/ 319468 h 429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29994">
                  <a:moveTo>
                    <a:pt x="0" y="26526"/>
                  </a:moveTo>
                  <a:lnTo>
                    <a:pt x="9739" y="27672"/>
                  </a:lnTo>
                  <a:lnTo>
                    <a:pt x="19480" y="28867"/>
                  </a:lnTo>
                  <a:lnTo>
                    <a:pt x="29221" y="30115"/>
                  </a:lnTo>
                  <a:lnTo>
                    <a:pt x="38961" y="31416"/>
                  </a:lnTo>
                  <a:lnTo>
                    <a:pt x="48702" y="32773"/>
                  </a:lnTo>
                  <a:lnTo>
                    <a:pt x="58443" y="34186"/>
                  </a:lnTo>
                  <a:lnTo>
                    <a:pt x="68182" y="35658"/>
                  </a:lnTo>
                  <a:lnTo>
                    <a:pt x="77923" y="37188"/>
                  </a:lnTo>
                  <a:lnTo>
                    <a:pt x="87664" y="38779"/>
                  </a:lnTo>
                  <a:lnTo>
                    <a:pt x="97404" y="40433"/>
                  </a:lnTo>
                  <a:lnTo>
                    <a:pt x="107145" y="42148"/>
                  </a:lnTo>
                  <a:lnTo>
                    <a:pt x="116886" y="43925"/>
                  </a:lnTo>
                  <a:lnTo>
                    <a:pt x="126625" y="45767"/>
                  </a:lnTo>
                  <a:lnTo>
                    <a:pt x="136366" y="47671"/>
                  </a:lnTo>
                  <a:lnTo>
                    <a:pt x="146107" y="49639"/>
                  </a:lnTo>
                  <a:lnTo>
                    <a:pt x="155846" y="51671"/>
                  </a:lnTo>
                  <a:lnTo>
                    <a:pt x="165587" y="53767"/>
                  </a:lnTo>
                  <a:lnTo>
                    <a:pt x="175328" y="55926"/>
                  </a:lnTo>
                  <a:lnTo>
                    <a:pt x="185068" y="58146"/>
                  </a:lnTo>
                  <a:lnTo>
                    <a:pt x="194809" y="60429"/>
                  </a:lnTo>
                  <a:lnTo>
                    <a:pt x="204550" y="62772"/>
                  </a:lnTo>
                  <a:lnTo>
                    <a:pt x="214289" y="65174"/>
                  </a:lnTo>
                  <a:lnTo>
                    <a:pt x="224030" y="67634"/>
                  </a:lnTo>
                  <a:lnTo>
                    <a:pt x="233771" y="70149"/>
                  </a:lnTo>
                  <a:lnTo>
                    <a:pt x="243510" y="72717"/>
                  </a:lnTo>
                  <a:lnTo>
                    <a:pt x="253251" y="75340"/>
                  </a:lnTo>
                  <a:lnTo>
                    <a:pt x="262992" y="78010"/>
                  </a:lnTo>
                  <a:lnTo>
                    <a:pt x="272732" y="80727"/>
                  </a:lnTo>
                  <a:lnTo>
                    <a:pt x="282473" y="83489"/>
                  </a:lnTo>
                  <a:lnTo>
                    <a:pt x="292214" y="86292"/>
                  </a:lnTo>
                  <a:lnTo>
                    <a:pt x="301953" y="89133"/>
                  </a:lnTo>
                  <a:lnTo>
                    <a:pt x="311694" y="92009"/>
                  </a:lnTo>
                  <a:lnTo>
                    <a:pt x="321435" y="94917"/>
                  </a:lnTo>
                  <a:lnTo>
                    <a:pt x="331175" y="97851"/>
                  </a:lnTo>
                  <a:lnTo>
                    <a:pt x="340916" y="100810"/>
                  </a:lnTo>
                  <a:lnTo>
                    <a:pt x="350656" y="103788"/>
                  </a:lnTo>
                  <a:lnTo>
                    <a:pt x="360396" y="106781"/>
                  </a:lnTo>
                  <a:lnTo>
                    <a:pt x="370137" y="109786"/>
                  </a:lnTo>
                  <a:lnTo>
                    <a:pt x="379878" y="112797"/>
                  </a:lnTo>
                  <a:lnTo>
                    <a:pt x="389617" y="115810"/>
                  </a:lnTo>
                  <a:lnTo>
                    <a:pt x="399358" y="118821"/>
                  </a:lnTo>
                  <a:lnTo>
                    <a:pt x="409099" y="121823"/>
                  </a:lnTo>
                  <a:lnTo>
                    <a:pt x="418839" y="124813"/>
                  </a:lnTo>
                  <a:lnTo>
                    <a:pt x="428580" y="127786"/>
                  </a:lnTo>
                  <a:lnTo>
                    <a:pt x="438321" y="130734"/>
                  </a:lnTo>
                  <a:lnTo>
                    <a:pt x="448060" y="133656"/>
                  </a:lnTo>
                  <a:lnTo>
                    <a:pt x="457801" y="136542"/>
                  </a:lnTo>
                  <a:lnTo>
                    <a:pt x="467542" y="139390"/>
                  </a:lnTo>
                  <a:lnTo>
                    <a:pt x="477281" y="142194"/>
                  </a:lnTo>
                  <a:lnTo>
                    <a:pt x="487022" y="144948"/>
                  </a:lnTo>
                  <a:lnTo>
                    <a:pt x="496763" y="147646"/>
                  </a:lnTo>
                  <a:lnTo>
                    <a:pt x="506503" y="150282"/>
                  </a:lnTo>
                  <a:lnTo>
                    <a:pt x="516244" y="152853"/>
                  </a:lnTo>
                  <a:lnTo>
                    <a:pt x="525985" y="155350"/>
                  </a:lnTo>
                  <a:lnTo>
                    <a:pt x="535724" y="157771"/>
                  </a:lnTo>
                  <a:lnTo>
                    <a:pt x="545465" y="160109"/>
                  </a:lnTo>
                  <a:lnTo>
                    <a:pt x="555206" y="162357"/>
                  </a:lnTo>
                  <a:lnTo>
                    <a:pt x="564946" y="164512"/>
                  </a:lnTo>
                  <a:lnTo>
                    <a:pt x="574687" y="166568"/>
                  </a:lnTo>
                  <a:lnTo>
                    <a:pt x="584428" y="168519"/>
                  </a:lnTo>
                  <a:lnTo>
                    <a:pt x="594167" y="170361"/>
                  </a:lnTo>
                  <a:lnTo>
                    <a:pt x="603908" y="172088"/>
                  </a:lnTo>
                  <a:lnTo>
                    <a:pt x="613649" y="173697"/>
                  </a:lnTo>
                  <a:lnTo>
                    <a:pt x="623388" y="175181"/>
                  </a:lnTo>
                  <a:lnTo>
                    <a:pt x="633129" y="176537"/>
                  </a:lnTo>
                  <a:lnTo>
                    <a:pt x="642870" y="177760"/>
                  </a:lnTo>
                  <a:lnTo>
                    <a:pt x="652610" y="178846"/>
                  </a:lnTo>
                  <a:lnTo>
                    <a:pt x="662351" y="179792"/>
                  </a:lnTo>
                  <a:lnTo>
                    <a:pt x="672092" y="180592"/>
                  </a:lnTo>
                  <a:lnTo>
                    <a:pt x="681831" y="181245"/>
                  </a:lnTo>
                  <a:lnTo>
                    <a:pt x="691572" y="181747"/>
                  </a:lnTo>
                  <a:lnTo>
                    <a:pt x="701313" y="182092"/>
                  </a:lnTo>
                  <a:lnTo>
                    <a:pt x="711052" y="182282"/>
                  </a:lnTo>
                  <a:lnTo>
                    <a:pt x="720793" y="182311"/>
                  </a:lnTo>
                  <a:lnTo>
                    <a:pt x="730534" y="182179"/>
                  </a:lnTo>
                  <a:lnTo>
                    <a:pt x="740274" y="181884"/>
                  </a:lnTo>
                  <a:lnTo>
                    <a:pt x="750015" y="181422"/>
                  </a:lnTo>
                  <a:lnTo>
                    <a:pt x="759756" y="180795"/>
                  </a:lnTo>
                  <a:lnTo>
                    <a:pt x="769495" y="180001"/>
                  </a:lnTo>
                  <a:lnTo>
                    <a:pt x="779236" y="179037"/>
                  </a:lnTo>
                  <a:lnTo>
                    <a:pt x="788977" y="177906"/>
                  </a:lnTo>
                  <a:lnTo>
                    <a:pt x="798717" y="176608"/>
                  </a:lnTo>
                  <a:lnTo>
                    <a:pt x="808458" y="175142"/>
                  </a:lnTo>
                  <a:lnTo>
                    <a:pt x="818199" y="173511"/>
                  </a:lnTo>
                  <a:lnTo>
                    <a:pt x="827938" y="171714"/>
                  </a:lnTo>
                  <a:lnTo>
                    <a:pt x="837679" y="169753"/>
                  </a:lnTo>
                  <a:lnTo>
                    <a:pt x="847420" y="167631"/>
                  </a:lnTo>
                  <a:lnTo>
                    <a:pt x="857159" y="165352"/>
                  </a:lnTo>
                  <a:lnTo>
                    <a:pt x="866900" y="162916"/>
                  </a:lnTo>
                  <a:lnTo>
                    <a:pt x="876641" y="160329"/>
                  </a:lnTo>
                  <a:lnTo>
                    <a:pt x="886381" y="157594"/>
                  </a:lnTo>
                  <a:lnTo>
                    <a:pt x="896122" y="154714"/>
                  </a:lnTo>
                  <a:lnTo>
                    <a:pt x="905863" y="151694"/>
                  </a:lnTo>
                  <a:lnTo>
                    <a:pt x="915602" y="148540"/>
                  </a:lnTo>
                  <a:lnTo>
                    <a:pt x="925343" y="145256"/>
                  </a:lnTo>
                  <a:lnTo>
                    <a:pt x="935084" y="141849"/>
                  </a:lnTo>
                  <a:lnTo>
                    <a:pt x="944824" y="138324"/>
                  </a:lnTo>
                  <a:lnTo>
                    <a:pt x="954564" y="134688"/>
                  </a:lnTo>
                  <a:lnTo>
                    <a:pt x="964305" y="130949"/>
                  </a:lnTo>
                  <a:lnTo>
                    <a:pt x="974045" y="127112"/>
                  </a:lnTo>
                  <a:lnTo>
                    <a:pt x="983786" y="123186"/>
                  </a:lnTo>
                  <a:lnTo>
                    <a:pt x="993522" y="119180"/>
                  </a:lnTo>
                  <a:lnTo>
                    <a:pt x="1003266" y="115099"/>
                  </a:lnTo>
                  <a:lnTo>
                    <a:pt x="1013010" y="110953"/>
                  </a:lnTo>
                  <a:lnTo>
                    <a:pt x="1022754" y="106751"/>
                  </a:lnTo>
                  <a:lnTo>
                    <a:pt x="1032483" y="102503"/>
                  </a:lnTo>
                  <a:lnTo>
                    <a:pt x="1042227" y="98217"/>
                  </a:lnTo>
                  <a:lnTo>
                    <a:pt x="1051971" y="93901"/>
                  </a:lnTo>
                  <a:lnTo>
                    <a:pt x="1061715" y="89568"/>
                  </a:lnTo>
                  <a:lnTo>
                    <a:pt x="1071444" y="85225"/>
                  </a:lnTo>
                  <a:lnTo>
                    <a:pt x="1081188" y="80884"/>
                  </a:lnTo>
                  <a:lnTo>
                    <a:pt x="1090932" y="76554"/>
                  </a:lnTo>
                  <a:lnTo>
                    <a:pt x="1100676" y="72245"/>
                  </a:lnTo>
                  <a:lnTo>
                    <a:pt x="1110405" y="67968"/>
                  </a:lnTo>
                  <a:lnTo>
                    <a:pt x="1120149" y="63733"/>
                  </a:lnTo>
                  <a:lnTo>
                    <a:pt x="1129893" y="59551"/>
                  </a:lnTo>
                  <a:lnTo>
                    <a:pt x="1139637" y="55430"/>
                  </a:lnTo>
                  <a:lnTo>
                    <a:pt x="1149381" y="51385"/>
                  </a:lnTo>
                  <a:lnTo>
                    <a:pt x="1159110" y="47422"/>
                  </a:lnTo>
                  <a:lnTo>
                    <a:pt x="1168854" y="43553"/>
                  </a:lnTo>
                  <a:lnTo>
                    <a:pt x="1178598" y="39786"/>
                  </a:lnTo>
                  <a:lnTo>
                    <a:pt x="1188341" y="36136"/>
                  </a:lnTo>
                  <a:lnTo>
                    <a:pt x="1198070" y="32608"/>
                  </a:lnTo>
                  <a:lnTo>
                    <a:pt x="1207814" y="29214"/>
                  </a:lnTo>
                  <a:lnTo>
                    <a:pt x="1217558" y="25963"/>
                  </a:lnTo>
                  <a:lnTo>
                    <a:pt x="1227302" y="22864"/>
                  </a:lnTo>
                  <a:lnTo>
                    <a:pt x="1237031" y="19927"/>
                  </a:lnTo>
                  <a:lnTo>
                    <a:pt x="1246775" y="17161"/>
                  </a:lnTo>
                  <a:lnTo>
                    <a:pt x="1256519" y="14573"/>
                  </a:lnTo>
                  <a:lnTo>
                    <a:pt x="1266263" y="12171"/>
                  </a:lnTo>
                  <a:lnTo>
                    <a:pt x="1276007" y="9964"/>
                  </a:lnTo>
                  <a:lnTo>
                    <a:pt x="1285736" y="7961"/>
                  </a:lnTo>
                  <a:lnTo>
                    <a:pt x="1295480" y="6167"/>
                  </a:lnTo>
                  <a:lnTo>
                    <a:pt x="1305224" y="4589"/>
                  </a:lnTo>
                  <a:lnTo>
                    <a:pt x="1314968" y="3235"/>
                  </a:lnTo>
                  <a:lnTo>
                    <a:pt x="1324697" y="2108"/>
                  </a:lnTo>
                  <a:lnTo>
                    <a:pt x="1334441" y="1217"/>
                  </a:lnTo>
                  <a:lnTo>
                    <a:pt x="1344185" y="566"/>
                  </a:lnTo>
                  <a:lnTo>
                    <a:pt x="1353929" y="158"/>
                  </a:lnTo>
                  <a:lnTo>
                    <a:pt x="1363658" y="0"/>
                  </a:lnTo>
                  <a:lnTo>
                    <a:pt x="1373402" y="95"/>
                  </a:lnTo>
                  <a:lnTo>
                    <a:pt x="1383146" y="445"/>
                  </a:lnTo>
                  <a:lnTo>
                    <a:pt x="1392890" y="1056"/>
                  </a:lnTo>
                  <a:lnTo>
                    <a:pt x="1402619" y="1928"/>
                  </a:lnTo>
                  <a:lnTo>
                    <a:pt x="1412363" y="3063"/>
                  </a:lnTo>
                  <a:lnTo>
                    <a:pt x="1422106" y="4464"/>
                  </a:lnTo>
                  <a:lnTo>
                    <a:pt x="1431850" y="6131"/>
                  </a:lnTo>
                  <a:lnTo>
                    <a:pt x="1441594" y="8063"/>
                  </a:lnTo>
                  <a:lnTo>
                    <a:pt x="1451323" y="10264"/>
                  </a:lnTo>
                  <a:lnTo>
                    <a:pt x="1461067" y="12731"/>
                  </a:lnTo>
                  <a:lnTo>
                    <a:pt x="1470811" y="15465"/>
                  </a:lnTo>
                  <a:lnTo>
                    <a:pt x="1480555" y="18463"/>
                  </a:lnTo>
                  <a:lnTo>
                    <a:pt x="1490284" y="21723"/>
                  </a:lnTo>
                  <a:lnTo>
                    <a:pt x="1500028" y="25243"/>
                  </a:lnTo>
                  <a:lnTo>
                    <a:pt x="1509772" y="29023"/>
                  </a:lnTo>
                  <a:lnTo>
                    <a:pt x="1519516" y="33056"/>
                  </a:lnTo>
                  <a:lnTo>
                    <a:pt x="1529245" y="37341"/>
                  </a:lnTo>
                  <a:lnTo>
                    <a:pt x="1538989" y="41874"/>
                  </a:lnTo>
                  <a:lnTo>
                    <a:pt x="1548733" y="46647"/>
                  </a:lnTo>
                  <a:lnTo>
                    <a:pt x="1558477" y="51661"/>
                  </a:lnTo>
                  <a:lnTo>
                    <a:pt x="1568221" y="56907"/>
                  </a:lnTo>
                  <a:lnTo>
                    <a:pt x="1577950" y="62379"/>
                  </a:lnTo>
                  <a:lnTo>
                    <a:pt x="1587694" y="68072"/>
                  </a:lnTo>
                  <a:lnTo>
                    <a:pt x="1597438" y="73981"/>
                  </a:lnTo>
                  <a:lnTo>
                    <a:pt x="1607182" y="80095"/>
                  </a:lnTo>
                  <a:lnTo>
                    <a:pt x="1616911" y="86411"/>
                  </a:lnTo>
                  <a:lnTo>
                    <a:pt x="1626655" y="92920"/>
                  </a:lnTo>
                  <a:lnTo>
                    <a:pt x="1636399" y="99613"/>
                  </a:lnTo>
                  <a:lnTo>
                    <a:pt x="1646142" y="106484"/>
                  </a:lnTo>
                  <a:lnTo>
                    <a:pt x="1655872" y="113521"/>
                  </a:lnTo>
                  <a:lnTo>
                    <a:pt x="1665616" y="120718"/>
                  </a:lnTo>
                  <a:lnTo>
                    <a:pt x="1675359" y="128064"/>
                  </a:lnTo>
                  <a:lnTo>
                    <a:pt x="1685103" y="135551"/>
                  </a:lnTo>
                  <a:lnTo>
                    <a:pt x="1694832" y="143167"/>
                  </a:lnTo>
                  <a:lnTo>
                    <a:pt x="1704576" y="150903"/>
                  </a:lnTo>
                  <a:lnTo>
                    <a:pt x="1714320" y="158747"/>
                  </a:lnTo>
                  <a:lnTo>
                    <a:pt x="1724064" y="166691"/>
                  </a:lnTo>
                  <a:lnTo>
                    <a:pt x="1733808" y="174722"/>
                  </a:lnTo>
                  <a:lnTo>
                    <a:pt x="1743537" y="182830"/>
                  </a:lnTo>
                  <a:lnTo>
                    <a:pt x="1753281" y="191002"/>
                  </a:lnTo>
                  <a:lnTo>
                    <a:pt x="1763025" y="199226"/>
                  </a:lnTo>
                  <a:lnTo>
                    <a:pt x="1772769" y="207492"/>
                  </a:lnTo>
                  <a:lnTo>
                    <a:pt x="1782498" y="215786"/>
                  </a:lnTo>
                  <a:lnTo>
                    <a:pt x="1792242" y="224097"/>
                  </a:lnTo>
                  <a:lnTo>
                    <a:pt x="1801986" y="232411"/>
                  </a:lnTo>
                  <a:lnTo>
                    <a:pt x="1811730" y="240717"/>
                  </a:lnTo>
                  <a:lnTo>
                    <a:pt x="1821459" y="249002"/>
                  </a:lnTo>
                  <a:lnTo>
                    <a:pt x="1831203" y="257252"/>
                  </a:lnTo>
                  <a:lnTo>
                    <a:pt x="1840947" y="265454"/>
                  </a:lnTo>
                  <a:lnTo>
                    <a:pt x="1850691" y="273596"/>
                  </a:lnTo>
                  <a:lnTo>
                    <a:pt x="1860435" y="281664"/>
                  </a:lnTo>
                  <a:lnTo>
                    <a:pt x="1870164" y="289645"/>
                  </a:lnTo>
                  <a:lnTo>
                    <a:pt x="1879908" y="297527"/>
                  </a:lnTo>
                  <a:lnTo>
                    <a:pt x="1889652" y="305295"/>
                  </a:lnTo>
                  <a:lnTo>
                    <a:pt x="1899395" y="312938"/>
                  </a:lnTo>
                  <a:lnTo>
                    <a:pt x="1909124" y="320441"/>
                  </a:lnTo>
                  <a:lnTo>
                    <a:pt x="1918868" y="327792"/>
                  </a:lnTo>
                  <a:lnTo>
                    <a:pt x="1928612" y="334978"/>
                  </a:lnTo>
                  <a:lnTo>
                    <a:pt x="1938356" y="341987"/>
                  </a:lnTo>
                  <a:lnTo>
                    <a:pt x="1948085" y="348806"/>
                  </a:lnTo>
                  <a:lnTo>
                    <a:pt x="1957829" y="355421"/>
                  </a:lnTo>
                  <a:lnTo>
                    <a:pt x="1967573" y="361825"/>
                  </a:lnTo>
                  <a:lnTo>
                    <a:pt x="1977317" y="368000"/>
                  </a:lnTo>
                  <a:lnTo>
                    <a:pt x="1987046" y="373939"/>
                  </a:lnTo>
                  <a:lnTo>
                    <a:pt x="1996790" y="379629"/>
                  </a:lnTo>
                  <a:lnTo>
                    <a:pt x="2006534" y="385061"/>
                  </a:lnTo>
                  <a:lnTo>
                    <a:pt x="2016278" y="390222"/>
                  </a:lnTo>
                  <a:lnTo>
                    <a:pt x="2026022" y="395106"/>
                  </a:lnTo>
                  <a:lnTo>
                    <a:pt x="2035751" y="399699"/>
                  </a:lnTo>
                  <a:lnTo>
                    <a:pt x="2045495" y="403996"/>
                  </a:lnTo>
                  <a:lnTo>
                    <a:pt x="2055239" y="407988"/>
                  </a:lnTo>
                  <a:lnTo>
                    <a:pt x="2064983" y="411666"/>
                  </a:lnTo>
                  <a:lnTo>
                    <a:pt x="2074712" y="415023"/>
                  </a:lnTo>
                  <a:lnTo>
                    <a:pt x="2084456" y="418055"/>
                  </a:lnTo>
                  <a:lnTo>
                    <a:pt x="2094200" y="420753"/>
                  </a:lnTo>
                  <a:lnTo>
                    <a:pt x="2103944" y="423113"/>
                  </a:lnTo>
                  <a:lnTo>
                    <a:pt x="2113673" y="425131"/>
                  </a:lnTo>
                  <a:lnTo>
                    <a:pt x="2123417" y="426804"/>
                  </a:lnTo>
                  <a:lnTo>
                    <a:pt x="2133161" y="428128"/>
                  </a:lnTo>
                  <a:lnTo>
                    <a:pt x="2142905" y="429103"/>
                  </a:lnTo>
                  <a:lnTo>
                    <a:pt x="2152649" y="429724"/>
                  </a:lnTo>
                  <a:lnTo>
                    <a:pt x="2162377" y="429995"/>
                  </a:lnTo>
                  <a:lnTo>
                    <a:pt x="2172121" y="429915"/>
                  </a:lnTo>
                  <a:lnTo>
                    <a:pt x="2181865" y="429482"/>
                  </a:lnTo>
                  <a:lnTo>
                    <a:pt x="2191609" y="428705"/>
                  </a:lnTo>
                  <a:lnTo>
                    <a:pt x="2201338" y="427581"/>
                  </a:lnTo>
                  <a:lnTo>
                    <a:pt x="2211082" y="426118"/>
                  </a:lnTo>
                  <a:lnTo>
                    <a:pt x="2220826" y="424320"/>
                  </a:lnTo>
                  <a:lnTo>
                    <a:pt x="2230570" y="422192"/>
                  </a:lnTo>
                  <a:lnTo>
                    <a:pt x="2240299" y="419743"/>
                  </a:lnTo>
                  <a:lnTo>
                    <a:pt x="2250043" y="416978"/>
                  </a:lnTo>
                  <a:lnTo>
                    <a:pt x="2259787" y="413907"/>
                  </a:lnTo>
                  <a:lnTo>
                    <a:pt x="2269531" y="410540"/>
                  </a:lnTo>
                  <a:lnTo>
                    <a:pt x="2279260" y="406885"/>
                  </a:lnTo>
                  <a:lnTo>
                    <a:pt x="2289004" y="402958"/>
                  </a:lnTo>
                  <a:lnTo>
                    <a:pt x="2298748" y="398767"/>
                  </a:lnTo>
                  <a:lnTo>
                    <a:pt x="2308492" y="394325"/>
                  </a:lnTo>
                  <a:lnTo>
                    <a:pt x="2318236" y="389649"/>
                  </a:lnTo>
                  <a:lnTo>
                    <a:pt x="2327965" y="384751"/>
                  </a:lnTo>
                  <a:lnTo>
                    <a:pt x="2337709" y="379645"/>
                  </a:lnTo>
                  <a:lnTo>
                    <a:pt x="2347453" y="374350"/>
                  </a:lnTo>
                  <a:lnTo>
                    <a:pt x="2357197" y="368881"/>
                  </a:lnTo>
                  <a:lnTo>
                    <a:pt x="2366926" y="363255"/>
                  </a:lnTo>
                  <a:lnTo>
                    <a:pt x="2376670" y="357491"/>
                  </a:lnTo>
                  <a:lnTo>
                    <a:pt x="2386413" y="351604"/>
                  </a:lnTo>
                  <a:lnTo>
                    <a:pt x="2396157" y="345615"/>
                  </a:lnTo>
                  <a:lnTo>
                    <a:pt x="2405886" y="339543"/>
                  </a:lnTo>
                  <a:lnTo>
                    <a:pt x="2415630" y="333408"/>
                  </a:lnTo>
                  <a:lnTo>
                    <a:pt x="2425374" y="327229"/>
                  </a:lnTo>
                  <a:lnTo>
                    <a:pt x="2435118" y="321025"/>
                  </a:lnTo>
                  <a:lnTo>
                    <a:pt x="2444862" y="314818"/>
                  </a:lnTo>
                  <a:lnTo>
                    <a:pt x="2454591" y="308629"/>
                  </a:lnTo>
                  <a:lnTo>
                    <a:pt x="2464335" y="302476"/>
                  </a:lnTo>
                  <a:lnTo>
                    <a:pt x="2474079" y="296381"/>
                  </a:lnTo>
                  <a:lnTo>
                    <a:pt x="2483823" y="290363"/>
                  </a:lnTo>
                  <a:lnTo>
                    <a:pt x="2493552" y="284445"/>
                  </a:lnTo>
                  <a:lnTo>
                    <a:pt x="2503296" y="278645"/>
                  </a:lnTo>
                  <a:lnTo>
                    <a:pt x="2513040" y="272984"/>
                  </a:lnTo>
                  <a:lnTo>
                    <a:pt x="2522784" y="267480"/>
                  </a:lnTo>
                  <a:lnTo>
                    <a:pt x="2532513" y="262155"/>
                  </a:lnTo>
                  <a:lnTo>
                    <a:pt x="2542257" y="257025"/>
                  </a:lnTo>
                  <a:lnTo>
                    <a:pt x="2552001" y="252112"/>
                  </a:lnTo>
                  <a:lnTo>
                    <a:pt x="2561745" y="247430"/>
                  </a:lnTo>
                  <a:lnTo>
                    <a:pt x="2571474" y="243001"/>
                  </a:lnTo>
                  <a:lnTo>
                    <a:pt x="2581218" y="238838"/>
                  </a:lnTo>
                  <a:lnTo>
                    <a:pt x="2590962" y="234958"/>
                  </a:lnTo>
                  <a:lnTo>
                    <a:pt x="2600705" y="231377"/>
                  </a:lnTo>
                  <a:lnTo>
                    <a:pt x="2610449" y="228111"/>
                  </a:lnTo>
                  <a:lnTo>
                    <a:pt x="2620178" y="225171"/>
                  </a:lnTo>
                  <a:lnTo>
                    <a:pt x="2629922" y="222571"/>
                  </a:lnTo>
                  <a:lnTo>
                    <a:pt x="2639666" y="220326"/>
                  </a:lnTo>
                  <a:lnTo>
                    <a:pt x="2649410" y="218444"/>
                  </a:lnTo>
                  <a:lnTo>
                    <a:pt x="2659139" y="216937"/>
                  </a:lnTo>
                  <a:lnTo>
                    <a:pt x="2668883" y="215812"/>
                  </a:lnTo>
                  <a:lnTo>
                    <a:pt x="2678627" y="215080"/>
                  </a:lnTo>
                  <a:lnTo>
                    <a:pt x="2688371" y="214749"/>
                  </a:lnTo>
                  <a:lnTo>
                    <a:pt x="2698100" y="214824"/>
                  </a:lnTo>
                  <a:lnTo>
                    <a:pt x="2707844" y="215310"/>
                  </a:lnTo>
                  <a:lnTo>
                    <a:pt x="2717588" y="216211"/>
                  </a:lnTo>
                  <a:lnTo>
                    <a:pt x="2727332" y="217533"/>
                  </a:lnTo>
                  <a:lnTo>
                    <a:pt x="2737076" y="219276"/>
                  </a:lnTo>
                  <a:lnTo>
                    <a:pt x="2746805" y="221441"/>
                  </a:lnTo>
                  <a:lnTo>
                    <a:pt x="2756549" y="224030"/>
                  </a:lnTo>
                  <a:lnTo>
                    <a:pt x="2766293" y="227040"/>
                  </a:lnTo>
                  <a:lnTo>
                    <a:pt x="2776037" y="230471"/>
                  </a:lnTo>
                  <a:lnTo>
                    <a:pt x="2785766" y="234321"/>
                  </a:lnTo>
                  <a:lnTo>
                    <a:pt x="2795510" y="238583"/>
                  </a:lnTo>
                  <a:lnTo>
                    <a:pt x="2805254" y="243256"/>
                  </a:lnTo>
                  <a:lnTo>
                    <a:pt x="2814998" y="248332"/>
                  </a:lnTo>
                  <a:lnTo>
                    <a:pt x="2824727" y="253804"/>
                  </a:lnTo>
                  <a:lnTo>
                    <a:pt x="2834471" y="259667"/>
                  </a:lnTo>
                  <a:lnTo>
                    <a:pt x="2844215" y="265913"/>
                  </a:lnTo>
                  <a:lnTo>
                    <a:pt x="2853958" y="272529"/>
                  </a:lnTo>
                  <a:lnTo>
                    <a:pt x="2863687" y="279509"/>
                  </a:lnTo>
                  <a:lnTo>
                    <a:pt x="2873431" y="286843"/>
                  </a:lnTo>
                  <a:lnTo>
                    <a:pt x="2883175" y="294517"/>
                  </a:lnTo>
                  <a:lnTo>
                    <a:pt x="2892919" y="302521"/>
                  </a:lnTo>
                  <a:lnTo>
                    <a:pt x="2902663" y="310842"/>
                  </a:lnTo>
                  <a:lnTo>
                    <a:pt x="2912392" y="31946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0" name="Freeform 649">
              <a:extLst>
                <a:ext uri="{FF2B5EF4-FFF2-40B4-BE49-F238E27FC236}">
                  <a16:creationId xmlns:a16="http://schemas.microsoft.com/office/drawing/2014/main" id="{E4F9F352-2CB8-5BED-5E6E-E3B2DD885293}"/>
                </a:ext>
              </a:extLst>
            </p:cNvPr>
            <p:cNvSpPr/>
            <p:nvPr/>
          </p:nvSpPr>
          <p:spPr>
            <a:xfrm>
              <a:off x="576446" y="3165234"/>
              <a:ext cx="2912392" cy="573272"/>
            </a:xfrm>
            <a:custGeom>
              <a:avLst/>
              <a:gdLst>
                <a:gd name="connsiteX0" fmla="*/ 0 w 2912392"/>
                <a:gd name="connsiteY0" fmla="*/ 392052 h 573272"/>
                <a:gd name="connsiteX1" fmla="*/ 9739 w 2912392"/>
                <a:gd name="connsiteY1" fmla="*/ 392810 h 573272"/>
                <a:gd name="connsiteX2" fmla="*/ 19480 w 2912392"/>
                <a:gd name="connsiteY2" fmla="*/ 393324 h 573272"/>
                <a:gd name="connsiteX3" fmla="*/ 29221 w 2912392"/>
                <a:gd name="connsiteY3" fmla="*/ 393589 h 573272"/>
                <a:gd name="connsiteX4" fmla="*/ 38961 w 2912392"/>
                <a:gd name="connsiteY4" fmla="*/ 393601 h 573272"/>
                <a:gd name="connsiteX5" fmla="*/ 48702 w 2912392"/>
                <a:gd name="connsiteY5" fmla="*/ 393355 h 573272"/>
                <a:gd name="connsiteX6" fmla="*/ 58443 w 2912392"/>
                <a:gd name="connsiteY6" fmla="*/ 392847 h 573272"/>
                <a:gd name="connsiteX7" fmla="*/ 68182 w 2912392"/>
                <a:gd name="connsiteY7" fmla="*/ 392077 h 573272"/>
                <a:gd name="connsiteX8" fmla="*/ 77923 w 2912392"/>
                <a:gd name="connsiteY8" fmla="*/ 391039 h 573272"/>
                <a:gd name="connsiteX9" fmla="*/ 87664 w 2912392"/>
                <a:gd name="connsiteY9" fmla="*/ 389734 h 573272"/>
                <a:gd name="connsiteX10" fmla="*/ 97404 w 2912392"/>
                <a:gd name="connsiteY10" fmla="*/ 388159 h 573272"/>
                <a:gd name="connsiteX11" fmla="*/ 107145 w 2912392"/>
                <a:gd name="connsiteY11" fmla="*/ 386314 h 573272"/>
                <a:gd name="connsiteX12" fmla="*/ 116886 w 2912392"/>
                <a:gd name="connsiteY12" fmla="*/ 384202 h 573272"/>
                <a:gd name="connsiteX13" fmla="*/ 126625 w 2912392"/>
                <a:gd name="connsiteY13" fmla="*/ 381821 h 573272"/>
                <a:gd name="connsiteX14" fmla="*/ 136366 w 2912392"/>
                <a:gd name="connsiteY14" fmla="*/ 379173 h 573272"/>
                <a:gd name="connsiteX15" fmla="*/ 146107 w 2912392"/>
                <a:gd name="connsiteY15" fmla="*/ 376262 h 573272"/>
                <a:gd name="connsiteX16" fmla="*/ 155846 w 2912392"/>
                <a:gd name="connsiteY16" fmla="*/ 373088 h 573272"/>
                <a:gd name="connsiteX17" fmla="*/ 165587 w 2912392"/>
                <a:gd name="connsiteY17" fmla="*/ 369657 h 573272"/>
                <a:gd name="connsiteX18" fmla="*/ 175328 w 2912392"/>
                <a:gd name="connsiteY18" fmla="*/ 365973 h 573272"/>
                <a:gd name="connsiteX19" fmla="*/ 185068 w 2912392"/>
                <a:gd name="connsiteY19" fmla="*/ 362039 h 573272"/>
                <a:gd name="connsiteX20" fmla="*/ 194809 w 2912392"/>
                <a:gd name="connsiteY20" fmla="*/ 357862 h 573272"/>
                <a:gd name="connsiteX21" fmla="*/ 204550 w 2912392"/>
                <a:gd name="connsiteY21" fmla="*/ 353446 h 573272"/>
                <a:gd name="connsiteX22" fmla="*/ 214289 w 2912392"/>
                <a:gd name="connsiteY22" fmla="*/ 348799 h 573272"/>
                <a:gd name="connsiteX23" fmla="*/ 224030 w 2912392"/>
                <a:gd name="connsiteY23" fmla="*/ 343925 h 573272"/>
                <a:gd name="connsiteX24" fmla="*/ 233771 w 2912392"/>
                <a:gd name="connsiteY24" fmla="*/ 338836 h 573272"/>
                <a:gd name="connsiteX25" fmla="*/ 243510 w 2912392"/>
                <a:gd name="connsiteY25" fmla="*/ 333536 h 573272"/>
                <a:gd name="connsiteX26" fmla="*/ 253251 w 2912392"/>
                <a:gd name="connsiteY26" fmla="*/ 328037 h 573272"/>
                <a:gd name="connsiteX27" fmla="*/ 262992 w 2912392"/>
                <a:gd name="connsiteY27" fmla="*/ 322344 h 573272"/>
                <a:gd name="connsiteX28" fmla="*/ 272732 w 2912392"/>
                <a:gd name="connsiteY28" fmla="*/ 316468 h 573272"/>
                <a:gd name="connsiteX29" fmla="*/ 282473 w 2912392"/>
                <a:gd name="connsiteY29" fmla="*/ 310419 h 573272"/>
                <a:gd name="connsiteX30" fmla="*/ 292214 w 2912392"/>
                <a:gd name="connsiteY30" fmla="*/ 304207 h 573272"/>
                <a:gd name="connsiteX31" fmla="*/ 301953 w 2912392"/>
                <a:gd name="connsiteY31" fmla="*/ 297841 h 573272"/>
                <a:gd name="connsiteX32" fmla="*/ 311694 w 2912392"/>
                <a:gd name="connsiteY32" fmla="*/ 291333 h 573272"/>
                <a:gd name="connsiteX33" fmla="*/ 321435 w 2912392"/>
                <a:gd name="connsiteY33" fmla="*/ 284693 h 573272"/>
                <a:gd name="connsiteX34" fmla="*/ 331175 w 2912392"/>
                <a:gd name="connsiteY34" fmla="*/ 277933 h 573272"/>
                <a:gd name="connsiteX35" fmla="*/ 340916 w 2912392"/>
                <a:gd name="connsiteY35" fmla="*/ 271063 h 573272"/>
                <a:gd name="connsiteX36" fmla="*/ 350656 w 2912392"/>
                <a:gd name="connsiteY36" fmla="*/ 264096 h 573272"/>
                <a:gd name="connsiteX37" fmla="*/ 360396 w 2912392"/>
                <a:gd name="connsiteY37" fmla="*/ 257043 h 573272"/>
                <a:gd name="connsiteX38" fmla="*/ 370137 w 2912392"/>
                <a:gd name="connsiteY38" fmla="*/ 249915 h 573272"/>
                <a:gd name="connsiteX39" fmla="*/ 379878 w 2912392"/>
                <a:gd name="connsiteY39" fmla="*/ 242725 h 573272"/>
                <a:gd name="connsiteX40" fmla="*/ 389617 w 2912392"/>
                <a:gd name="connsiteY40" fmla="*/ 235484 h 573272"/>
                <a:gd name="connsiteX41" fmla="*/ 399358 w 2912392"/>
                <a:gd name="connsiteY41" fmla="*/ 228205 h 573272"/>
                <a:gd name="connsiteX42" fmla="*/ 409099 w 2912392"/>
                <a:gd name="connsiteY42" fmla="*/ 220898 h 573272"/>
                <a:gd name="connsiteX43" fmla="*/ 418839 w 2912392"/>
                <a:gd name="connsiteY43" fmla="*/ 213577 h 573272"/>
                <a:gd name="connsiteX44" fmla="*/ 428580 w 2912392"/>
                <a:gd name="connsiteY44" fmla="*/ 206251 h 573272"/>
                <a:gd name="connsiteX45" fmla="*/ 438321 w 2912392"/>
                <a:gd name="connsiteY45" fmla="*/ 198933 h 573272"/>
                <a:gd name="connsiteX46" fmla="*/ 448060 w 2912392"/>
                <a:gd name="connsiteY46" fmla="*/ 191634 h 573272"/>
                <a:gd name="connsiteX47" fmla="*/ 457801 w 2912392"/>
                <a:gd name="connsiteY47" fmla="*/ 184366 h 573272"/>
                <a:gd name="connsiteX48" fmla="*/ 467542 w 2912392"/>
                <a:gd name="connsiteY48" fmla="*/ 177138 h 573272"/>
                <a:gd name="connsiteX49" fmla="*/ 477281 w 2912392"/>
                <a:gd name="connsiteY49" fmla="*/ 169963 h 573272"/>
                <a:gd name="connsiteX50" fmla="*/ 487022 w 2912392"/>
                <a:gd name="connsiteY50" fmla="*/ 162850 h 573272"/>
                <a:gd name="connsiteX51" fmla="*/ 496763 w 2912392"/>
                <a:gd name="connsiteY51" fmla="*/ 155809 h 573272"/>
                <a:gd name="connsiteX52" fmla="*/ 506503 w 2912392"/>
                <a:gd name="connsiteY52" fmla="*/ 148851 h 573272"/>
                <a:gd name="connsiteX53" fmla="*/ 516244 w 2912392"/>
                <a:gd name="connsiteY53" fmla="*/ 141986 h 573272"/>
                <a:gd name="connsiteX54" fmla="*/ 525985 w 2912392"/>
                <a:gd name="connsiteY54" fmla="*/ 135220 h 573272"/>
                <a:gd name="connsiteX55" fmla="*/ 535724 w 2912392"/>
                <a:gd name="connsiteY55" fmla="*/ 128563 h 573272"/>
                <a:gd name="connsiteX56" fmla="*/ 545465 w 2912392"/>
                <a:gd name="connsiteY56" fmla="*/ 122026 h 573272"/>
                <a:gd name="connsiteX57" fmla="*/ 555206 w 2912392"/>
                <a:gd name="connsiteY57" fmla="*/ 115615 h 573272"/>
                <a:gd name="connsiteX58" fmla="*/ 564946 w 2912392"/>
                <a:gd name="connsiteY58" fmla="*/ 109335 h 573272"/>
                <a:gd name="connsiteX59" fmla="*/ 574687 w 2912392"/>
                <a:gd name="connsiteY59" fmla="*/ 103196 h 573272"/>
                <a:gd name="connsiteX60" fmla="*/ 584428 w 2912392"/>
                <a:gd name="connsiteY60" fmla="*/ 97205 h 573272"/>
                <a:gd name="connsiteX61" fmla="*/ 594167 w 2912392"/>
                <a:gd name="connsiteY61" fmla="*/ 91366 h 573272"/>
                <a:gd name="connsiteX62" fmla="*/ 603908 w 2912392"/>
                <a:gd name="connsiteY62" fmla="*/ 85687 h 573272"/>
                <a:gd name="connsiteX63" fmla="*/ 613649 w 2912392"/>
                <a:gd name="connsiteY63" fmla="*/ 80171 h 573272"/>
                <a:gd name="connsiteX64" fmla="*/ 623388 w 2912392"/>
                <a:gd name="connsiteY64" fmla="*/ 74824 h 573272"/>
                <a:gd name="connsiteX65" fmla="*/ 633129 w 2912392"/>
                <a:gd name="connsiteY65" fmla="*/ 69651 h 573272"/>
                <a:gd name="connsiteX66" fmla="*/ 642870 w 2912392"/>
                <a:gd name="connsiteY66" fmla="*/ 64654 h 573272"/>
                <a:gd name="connsiteX67" fmla="*/ 652610 w 2912392"/>
                <a:gd name="connsiteY67" fmla="*/ 59837 h 573272"/>
                <a:gd name="connsiteX68" fmla="*/ 662351 w 2912392"/>
                <a:gd name="connsiteY68" fmla="*/ 55205 h 573272"/>
                <a:gd name="connsiteX69" fmla="*/ 672092 w 2912392"/>
                <a:gd name="connsiteY69" fmla="*/ 50758 h 573272"/>
                <a:gd name="connsiteX70" fmla="*/ 681831 w 2912392"/>
                <a:gd name="connsiteY70" fmla="*/ 46498 h 573272"/>
                <a:gd name="connsiteX71" fmla="*/ 691572 w 2912392"/>
                <a:gd name="connsiteY71" fmla="*/ 42429 h 573272"/>
                <a:gd name="connsiteX72" fmla="*/ 701313 w 2912392"/>
                <a:gd name="connsiteY72" fmla="*/ 38550 h 573272"/>
                <a:gd name="connsiteX73" fmla="*/ 711052 w 2912392"/>
                <a:gd name="connsiteY73" fmla="*/ 34862 h 573272"/>
                <a:gd name="connsiteX74" fmla="*/ 720793 w 2912392"/>
                <a:gd name="connsiteY74" fmla="*/ 31368 h 573272"/>
                <a:gd name="connsiteX75" fmla="*/ 730534 w 2912392"/>
                <a:gd name="connsiteY75" fmla="*/ 28065 h 573272"/>
                <a:gd name="connsiteX76" fmla="*/ 740274 w 2912392"/>
                <a:gd name="connsiteY76" fmla="*/ 24954 h 573272"/>
                <a:gd name="connsiteX77" fmla="*/ 750015 w 2912392"/>
                <a:gd name="connsiteY77" fmla="*/ 22036 h 573272"/>
                <a:gd name="connsiteX78" fmla="*/ 759756 w 2912392"/>
                <a:gd name="connsiteY78" fmla="*/ 19308 h 573272"/>
                <a:gd name="connsiteX79" fmla="*/ 769495 w 2912392"/>
                <a:gd name="connsiteY79" fmla="*/ 16769 h 573272"/>
                <a:gd name="connsiteX80" fmla="*/ 779236 w 2912392"/>
                <a:gd name="connsiteY80" fmla="*/ 14419 h 573272"/>
                <a:gd name="connsiteX81" fmla="*/ 788977 w 2912392"/>
                <a:gd name="connsiteY81" fmla="*/ 12256 h 573272"/>
                <a:gd name="connsiteX82" fmla="*/ 798717 w 2912392"/>
                <a:gd name="connsiteY82" fmla="*/ 10276 h 573272"/>
                <a:gd name="connsiteX83" fmla="*/ 808458 w 2912392"/>
                <a:gd name="connsiteY83" fmla="*/ 8479 h 573272"/>
                <a:gd name="connsiteX84" fmla="*/ 818199 w 2912392"/>
                <a:gd name="connsiteY84" fmla="*/ 6864 h 573272"/>
                <a:gd name="connsiteX85" fmla="*/ 827938 w 2912392"/>
                <a:gd name="connsiteY85" fmla="*/ 5426 h 573272"/>
                <a:gd name="connsiteX86" fmla="*/ 837679 w 2912392"/>
                <a:gd name="connsiteY86" fmla="*/ 4163 h 573272"/>
                <a:gd name="connsiteX87" fmla="*/ 847420 w 2912392"/>
                <a:gd name="connsiteY87" fmla="*/ 3072 h 573272"/>
                <a:gd name="connsiteX88" fmla="*/ 857159 w 2912392"/>
                <a:gd name="connsiteY88" fmla="*/ 2153 h 573272"/>
                <a:gd name="connsiteX89" fmla="*/ 866900 w 2912392"/>
                <a:gd name="connsiteY89" fmla="*/ 1399 h 573272"/>
                <a:gd name="connsiteX90" fmla="*/ 876641 w 2912392"/>
                <a:gd name="connsiteY90" fmla="*/ 810 h 573272"/>
                <a:gd name="connsiteX91" fmla="*/ 886381 w 2912392"/>
                <a:gd name="connsiteY91" fmla="*/ 383 h 573272"/>
                <a:gd name="connsiteX92" fmla="*/ 896122 w 2912392"/>
                <a:gd name="connsiteY92" fmla="*/ 113 h 573272"/>
                <a:gd name="connsiteX93" fmla="*/ 905863 w 2912392"/>
                <a:gd name="connsiteY93" fmla="*/ 0 h 573272"/>
                <a:gd name="connsiteX94" fmla="*/ 915602 w 2912392"/>
                <a:gd name="connsiteY94" fmla="*/ 37 h 573272"/>
                <a:gd name="connsiteX95" fmla="*/ 925343 w 2912392"/>
                <a:gd name="connsiteY95" fmla="*/ 225 h 573272"/>
                <a:gd name="connsiteX96" fmla="*/ 935084 w 2912392"/>
                <a:gd name="connsiteY96" fmla="*/ 557 h 573272"/>
                <a:gd name="connsiteX97" fmla="*/ 944824 w 2912392"/>
                <a:gd name="connsiteY97" fmla="*/ 1035 h 573272"/>
                <a:gd name="connsiteX98" fmla="*/ 954564 w 2912392"/>
                <a:gd name="connsiteY98" fmla="*/ 1652 h 573272"/>
                <a:gd name="connsiteX99" fmla="*/ 964305 w 2912392"/>
                <a:gd name="connsiteY99" fmla="*/ 2408 h 573272"/>
                <a:gd name="connsiteX100" fmla="*/ 974045 w 2912392"/>
                <a:gd name="connsiteY100" fmla="*/ 3297 h 573272"/>
                <a:gd name="connsiteX101" fmla="*/ 983786 w 2912392"/>
                <a:gd name="connsiteY101" fmla="*/ 4319 h 573272"/>
                <a:gd name="connsiteX102" fmla="*/ 993522 w 2912392"/>
                <a:gd name="connsiteY102" fmla="*/ 5472 h 573272"/>
                <a:gd name="connsiteX103" fmla="*/ 1003266 w 2912392"/>
                <a:gd name="connsiteY103" fmla="*/ 6752 h 573272"/>
                <a:gd name="connsiteX104" fmla="*/ 1013010 w 2912392"/>
                <a:gd name="connsiteY104" fmla="*/ 8157 h 573272"/>
                <a:gd name="connsiteX105" fmla="*/ 1022754 w 2912392"/>
                <a:gd name="connsiteY105" fmla="*/ 9686 h 573272"/>
                <a:gd name="connsiteX106" fmla="*/ 1032483 w 2912392"/>
                <a:gd name="connsiteY106" fmla="*/ 11335 h 573272"/>
                <a:gd name="connsiteX107" fmla="*/ 1042227 w 2912392"/>
                <a:gd name="connsiteY107" fmla="*/ 13102 h 573272"/>
                <a:gd name="connsiteX108" fmla="*/ 1051971 w 2912392"/>
                <a:gd name="connsiteY108" fmla="*/ 14987 h 573272"/>
                <a:gd name="connsiteX109" fmla="*/ 1061715 w 2912392"/>
                <a:gd name="connsiteY109" fmla="*/ 16986 h 573272"/>
                <a:gd name="connsiteX110" fmla="*/ 1071444 w 2912392"/>
                <a:gd name="connsiteY110" fmla="*/ 19099 h 573272"/>
                <a:gd name="connsiteX111" fmla="*/ 1081188 w 2912392"/>
                <a:gd name="connsiteY111" fmla="*/ 21323 h 573272"/>
                <a:gd name="connsiteX112" fmla="*/ 1090932 w 2912392"/>
                <a:gd name="connsiteY112" fmla="*/ 23658 h 573272"/>
                <a:gd name="connsiteX113" fmla="*/ 1100676 w 2912392"/>
                <a:gd name="connsiteY113" fmla="*/ 26101 h 573272"/>
                <a:gd name="connsiteX114" fmla="*/ 1110405 w 2912392"/>
                <a:gd name="connsiteY114" fmla="*/ 28651 h 573272"/>
                <a:gd name="connsiteX115" fmla="*/ 1120149 w 2912392"/>
                <a:gd name="connsiteY115" fmla="*/ 31307 h 573272"/>
                <a:gd name="connsiteX116" fmla="*/ 1129893 w 2912392"/>
                <a:gd name="connsiteY116" fmla="*/ 34067 h 573272"/>
                <a:gd name="connsiteX117" fmla="*/ 1139637 w 2912392"/>
                <a:gd name="connsiteY117" fmla="*/ 36930 h 573272"/>
                <a:gd name="connsiteX118" fmla="*/ 1149381 w 2912392"/>
                <a:gd name="connsiteY118" fmla="*/ 39896 h 573272"/>
                <a:gd name="connsiteX119" fmla="*/ 1159110 w 2912392"/>
                <a:gd name="connsiteY119" fmla="*/ 42963 h 573272"/>
                <a:gd name="connsiteX120" fmla="*/ 1168854 w 2912392"/>
                <a:gd name="connsiteY120" fmla="*/ 46129 h 573272"/>
                <a:gd name="connsiteX121" fmla="*/ 1178598 w 2912392"/>
                <a:gd name="connsiteY121" fmla="*/ 49393 h 573272"/>
                <a:gd name="connsiteX122" fmla="*/ 1188341 w 2912392"/>
                <a:gd name="connsiteY122" fmla="*/ 52754 h 573272"/>
                <a:gd name="connsiteX123" fmla="*/ 1198070 w 2912392"/>
                <a:gd name="connsiteY123" fmla="*/ 56212 h 573272"/>
                <a:gd name="connsiteX124" fmla="*/ 1207814 w 2912392"/>
                <a:gd name="connsiteY124" fmla="*/ 59764 h 573272"/>
                <a:gd name="connsiteX125" fmla="*/ 1217558 w 2912392"/>
                <a:gd name="connsiteY125" fmla="*/ 63412 h 573272"/>
                <a:gd name="connsiteX126" fmla="*/ 1227302 w 2912392"/>
                <a:gd name="connsiteY126" fmla="*/ 67150 h 573272"/>
                <a:gd name="connsiteX127" fmla="*/ 1237031 w 2912392"/>
                <a:gd name="connsiteY127" fmla="*/ 70980 h 573272"/>
                <a:gd name="connsiteX128" fmla="*/ 1246775 w 2912392"/>
                <a:gd name="connsiteY128" fmla="*/ 74900 h 573272"/>
                <a:gd name="connsiteX129" fmla="*/ 1256519 w 2912392"/>
                <a:gd name="connsiteY129" fmla="*/ 78908 h 573272"/>
                <a:gd name="connsiteX130" fmla="*/ 1266263 w 2912392"/>
                <a:gd name="connsiteY130" fmla="*/ 83002 h 573272"/>
                <a:gd name="connsiteX131" fmla="*/ 1276007 w 2912392"/>
                <a:gd name="connsiteY131" fmla="*/ 87181 h 573272"/>
                <a:gd name="connsiteX132" fmla="*/ 1285736 w 2912392"/>
                <a:gd name="connsiteY132" fmla="*/ 91444 h 573272"/>
                <a:gd name="connsiteX133" fmla="*/ 1295480 w 2912392"/>
                <a:gd name="connsiteY133" fmla="*/ 95787 h 573272"/>
                <a:gd name="connsiteX134" fmla="*/ 1305224 w 2912392"/>
                <a:gd name="connsiteY134" fmla="*/ 100211 h 573272"/>
                <a:gd name="connsiteX135" fmla="*/ 1314968 w 2912392"/>
                <a:gd name="connsiteY135" fmla="*/ 104710 h 573272"/>
                <a:gd name="connsiteX136" fmla="*/ 1324697 w 2912392"/>
                <a:gd name="connsiteY136" fmla="*/ 109285 h 573272"/>
                <a:gd name="connsiteX137" fmla="*/ 1334441 w 2912392"/>
                <a:gd name="connsiteY137" fmla="*/ 113933 h 573272"/>
                <a:gd name="connsiteX138" fmla="*/ 1344185 w 2912392"/>
                <a:gd name="connsiteY138" fmla="*/ 118651 h 573272"/>
                <a:gd name="connsiteX139" fmla="*/ 1353929 w 2912392"/>
                <a:gd name="connsiteY139" fmla="*/ 123435 h 573272"/>
                <a:gd name="connsiteX140" fmla="*/ 1363658 w 2912392"/>
                <a:gd name="connsiteY140" fmla="*/ 128285 h 573272"/>
                <a:gd name="connsiteX141" fmla="*/ 1373402 w 2912392"/>
                <a:gd name="connsiteY141" fmla="*/ 133195 h 573272"/>
                <a:gd name="connsiteX142" fmla="*/ 1383146 w 2912392"/>
                <a:gd name="connsiteY142" fmla="*/ 138164 h 573272"/>
                <a:gd name="connsiteX143" fmla="*/ 1392890 w 2912392"/>
                <a:gd name="connsiteY143" fmla="*/ 143188 h 573272"/>
                <a:gd name="connsiteX144" fmla="*/ 1402619 w 2912392"/>
                <a:gd name="connsiteY144" fmla="*/ 148263 h 573272"/>
                <a:gd name="connsiteX145" fmla="*/ 1412363 w 2912392"/>
                <a:gd name="connsiteY145" fmla="*/ 153386 h 573272"/>
                <a:gd name="connsiteX146" fmla="*/ 1422106 w 2912392"/>
                <a:gd name="connsiteY146" fmla="*/ 158553 h 573272"/>
                <a:gd name="connsiteX147" fmla="*/ 1431850 w 2912392"/>
                <a:gd name="connsiteY147" fmla="*/ 163762 h 573272"/>
                <a:gd name="connsiteX148" fmla="*/ 1441594 w 2912392"/>
                <a:gd name="connsiteY148" fmla="*/ 169007 h 573272"/>
                <a:gd name="connsiteX149" fmla="*/ 1451323 w 2912392"/>
                <a:gd name="connsiteY149" fmla="*/ 174282 h 573272"/>
                <a:gd name="connsiteX150" fmla="*/ 1461067 w 2912392"/>
                <a:gd name="connsiteY150" fmla="*/ 179588 h 573272"/>
                <a:gd name="connsiteX151" fmla="*/ 1470811 w 2912392"/>
                <a:gd name="connsiteY151" fmla="*/ 184916 h 573272"/>
                <a:gd name="connsiteX152" fmla="*/ 1480555 w 2912392"/>
                <a:gd name="connsiteY152" fmla="*/ 190261 h 573272"/>
                <a:gd name="connsiteX153" fmla="*/ 1490284 w 2912392"/>
                <a:gd name="connsiteY153" fmla="*/ 195622 h 573272"/>
                <a:gd name="connsiteX154" fmla="*/ 1500028 w 2912392"/>
                <a:gd name="connsiteY154" fmla="*/ 200992 h 573272"/>
                <a:gd name="connsiteX155" fmla="*/ 1509772 w 2912392"/>
                <a:gd name="connsiteY155" fmla="*/ 206366 h 573272"/>
                <a:gd name="connsiteX156" fmla="*/ 1519516 w 2912392"/>
                <a:gd name="connsiteY156" fmla="*/ 211740 h 573272"/>
                <a:gd name="connsiteX157" fmla="*/ 1529245 w 2912392"/>
                <a:gd name="connsiteY157" fmla="*/ 217108 h 573272"/>
                <a:gd name="connsiteX158" fmla="*/ 1538989 w 2912392"/>
                <a:gd name="connsiteY158" fmla="*/ 222466 h 573272"/>
                <a:gd name="connsiteX159" fmla="*/ 1548733 w 2912392"/>
                <a:gd name="connsiteY159" fmla="*/ 227807 h 573272"/>
                <a:gd name="connsiteX160" fmla="*/ 1558477 w 2912392"/>
                <a:gd name="connsiteY160" fmla="*/ 233127 h 573272"/>
                <a:gd name="connsiteX161" fmla="*/ 1568221 w 2912392"/>
                <a:gd name="connsiteY161" fmla="*/ 238421 h 573272"/>
                <a:gd name="connsiteX162" fmla="*/ 1577950 w 2912392"/>
                <a:gd name="connsiteY162" fmla="*/ 243683 h 573272"/>
                <a:gd name="connsiteX163" fmla="*/ 1587694 w 2912392"/>
                <a:gd name="connsiteY163" fmla="*/ 248908 h 573272"/>
                <a:gd name="connsiteX164" fmla="*/ 1597438 w 2912392"/>
                <a:gd name="connsiteY164" fmla="*/ 254090 h 573272"/>
                <a:gd name="connsiteX165" fmla="*/ 1607182 w 2912392"/>
                <a:gd name="connsiteY165" fmla="*/ 259224 h 573272"/>
                <a:gd name="connsiteX166" fmla="*/ 1616911 w 2912392"/>
                <a:gd name="connsiteY166" fmla="*/ 264306 h 573272"/>
                <a:gd name="connsiteX167" fmla="*/ 1626655 w 2912392"/>
                <a:gd name="connsiteY167" fmla="*/ 269330 h 573272"/>
                <a:gd name="connsiteX168" fmla="*/ 1636399 w 2912392"/>
                <a:gd name="connsiteY168" fmla="*/ 274290 h 573272"/>
                <a:gd name="connsiteX169" fmla="*/ 1646142 w 2912392"/>
                <a:gd name="connsiteY169" fmla="*/ 279182 h 573272"/>
                <a:gd name="connsiteX170" fmla="*/ 1655872 w 2912392"/>
                <a:gd name="connsiteY170" fmla="*/ 284000 h 573272"/>
                <a:gd name="connsiteX171" fmla="*/ 1665616 w 2912392"/>
                <a:gd name="connsiteY171" fmla="*/ 288739 h 573272"/>
                <a:gd name="connsiteX172" fmla="*/ 1675359 w 2912392"/>
                <a:gd name="connsiteY172" fmla="*/ 293395 h 573272"/>
                <a:gd name="connsiteX173" fmla="*/ 1685103 w 2912392"/>
                <a:gd name="connsiteY173" fmla="*/ 297963 h 573272"/>
                <a:gd name="connsiteX174" fmla="*/ 1694832 w 2912392"/>
                <a:gd name="connsiteY174" fmla="*/ 302439 h 573272"/>
                <a:gd name="connsiteX175" fmla="*/ 1704576 w 2912392"/>
                <a:gd name="connsiteY175" fmla="*/ 306818 h 573272"/>
                <a:gd name="connsiteX176" fmla="*/ 1714320 w 2912392"/>
                <a:gd name="connsiteY176" fmla="*/ 311095 h 573272"/>
                <a:gd name="connsiteX177" fmla="*/ 1724064 w 2912392"/>
                <a:gd name="connsiteY177" fmla="*/ 315268 h 573272"/>
                <a:gd name="connsiteX178" fmla="*/ 1733808 w 2912392"/>
                <a:gd name="connsiteY178" fmla="*/ 319331 h 573272"/>
                <a:gd name="connsiteX179" fmla="*/ 1743537 w 2912392"/>
                <a:gd name="connsiteY179" fmla="*/ 323283 h 573272"/>
                <a:gd name="connsiteX180" fmla="*/ 1753281 w 2912392"/>
                <a:gd name="connsiteY180" fmla="*/ 327118 h 573272"/>
                <a:gd name="connsiteX181" fmla="*/ 1763025 w 2912392"/>
                <a:gd name="connsiteY181" fmla="*/ 330833 h 573272"/>
                <a:gd name="connsiteX182" fmla="*/ 1772769 w 2912392"/>
                <a:gd name="connsiteY182" fmla="*/ 334428 h 573272"/>
                <a:gd name="connsiteX183" fmla="*/ 1782498 w 2912392"/>
                <a:gd name="connsiteY183" fmla="*/ 337898 h 573272"/>
                <a:gd name="connsiteX184" fmla="*/ 1792242 w 2912392"/>
                <a:gd name="connsiteY184" fmla="*/ 341240 h 573272"/>
                <a:gd name="connsiteX185" fmla="*/ 1801986 w 2912392"/>
                <a:gd name="connsiteY185" fmla="*/ 344456 h 573272"/>
                <a:gd name="connsiteX186" fmla="*/ 1811730 w 2912392"/>
                <a:gd name="connsiteY186" fmla="*/ 347538 h 573272"/>
                <a:gd name="connsiteX187" fmla="*/ 1821459 w 2912392"/>
                <a:gd name="connsiteY187" fmla="*/ 350490 h 573272"/>
                <a:gd name="connsiteX188" fmla="*/ 1831203 w 2912392"/>
                <a:gd name="connsiteY188" fmla="*/ 353308 h 573272"/>
                <a:gd name="connsiteX189" fmla="*/ 1840947 w 2912392"/>
                <a:gd name="connsiteY189" fmla="*/ 355993 h 573272"/>
                <a:gd name="connsiteX190" fmla="*/ 1850691 w 2912392"/>
                <a:gd name="connsiteY190" fmla="*/ 358544 h 573272"/>
                <a:gd name="connsiteX191" fmla="*/ 1860435 w 2912392"/>
                <a:gd name="connsiteY191" fmla="*/ 360959 h 573272"/>
                <a:gd name="connsiteX192" fmla="*/ 1870164 w 2912392"/>
                <a:gd name="connsiteY192" fmla="*/ 363242 h 573272"/>
                <a:gd name="connsiteX193" fmla="*/ 1879908 w 2912392"/>
                <a:gd name="connsiteY193" fmla="*/ 365390 h 573272"/>
                <a:gd name="connsiteX194" fmla="*/ 1889652 w 2912392"/>
                <a:gd name="connsiteY194" fmla="*/ 367407 h 573272"/>
                <a:gd name="connsiteX195" fmla="*/ 1899395 w 2912392"/>
                <a:gd name="connsiteY195" fmla="*/ 369292 h 573272"/>
                <a:gd name="connsiteX196" fmla="*/ 1909124 w 2912392"/>
                <a:gd name="connsiteY196" fmla="*/ 371049 h 573272"/>
                <a:gd name="connsiteX197" fmla="*/ 1918868 w 2912392"/>
                <a:gd name="connsiteY197" fmla="*/ 372677 h 573272"/>
                <a:gd name="connsiteX198" fmla="*/ 1928612 w 2912392"/>
                <a:gd name="connsiteY198" fmla="*/ 374182 h 573272"/>
                <a:gd name="connsiteX199" fmla="*/ 1938356 w 2912392"/>
                <a:gd name="connsiteY199" fmla="*/ 375565 h 573272"/>
                <a:gd name="connsiteX200" fmla="*/ 1948085 w 2912392"/>
                <a:gd name="connsiteY200" fmla="*/ 376830 h 573272"/>
                <a:gd name="connsiteX201" fmla="*/ 1957829 w 2912392"/>
                <a:gd name="connsiteY201" fmla="*/ 377978 h 573272"/>
                <a:gd name="connsiteX202" fmla="*/ 1967573 w 2912392"/>
                <a:gd name="connsiteY202" fmla="*/ 379017 h 573272"/>
                <a:gd name="connsiteX203" fmla="*/ 1977317 w 2912392"/>
                <a:gd name="connsiteY203" fmla="*/ 379949 h 573272"/>
                <a:gd name="connsiteX204" fmla="*/ 1987046 w 2912392"/>
                <a:gd name="connsiteY204" fmla="*/ 380779 h 573272"/>
                <a:gd name="connsiteX205" fmla="*/ 1996790 w 2912392"/>
                <a:gd name="connsiteY205" fmla="*/ 381512 h 573272"/>
                <a:gd name="connsiteX206" fmla="*/ 2006534 w 2912392"/>
                <a:gd name="connsiteY206" fmla="*/ 382154 h 573272"/>
                <a:gd name="connsiteX207" fmla="*/ 2016278 w 2912392"/>
                <a:gd name="connsiteY207" fmla="*/ 382710 h 573272"/>
                <a:gd name="connsiteX208" fmla="*/ 2026022 w 2912392"/>
                <a:gd name="connsiteY208" fmla="*/ 383185 h 573272"/>
                <a:gd name="connsiteX209" fmla="*/ 2035751 w 2912392"/>
                <a:gd name="connsiteY209" fmla="*/ 383588 h 573272"/>
                <a:gd name="connsiteX210" fmla="*/ 2045495 w 2912392"/>
                <a:gd name="connsiteY210" fmla="*/ 383923 h 573272"/>
                <a:gd name="connsiteX211" fmla="*/ 2055239 w 2912392"/>
                <a:gd name="connsiteY211" fmla="*/ 384197 h 573272"/>
                <a:gd name="connsiteX212" fmla="*/ 2064983 w 2912392"/>
                <a:gd name="connsiteY212" fmla="*/ 384419 h 573272"/>
                <a:gd name="connsiteX213" fmla="*/ 2074712 w 2912392"/>
                <a:gd name="connsiteY213" fmla="*/ 384593 h 573272"/>
                <a:gd name="connsiteX214" fmla="*/ 2084456 w 2912392"/>
                <a:gd name="connsiteY214" fmla="*/ 384730 h 573272"/>
                <a:gd name="connsiteX215" fmla="*/ 2094200 w 2912392"/>
                <a:gd name="connsiteY215" fmla="*/ 384835 h 573272"/>
                <a:gd name="connsiteX216" fmla="*/ 2103944 w 2912392"/>
                <a:gd name="connsiteY216" fmla="*/ 384917 h 573272"/>
                <a:gd name="connsiteX217" fmla="*/ 2113673 w 2912392"/>
                <a:gd name="connsiteY217" fmla="*/ 384984 h 573272"/>
                <a:gd name="connsiteX218" fmla="*/ 2123417 w 2912392"/>
                <a:gd name="connsiteY218" fmla="*/ 385042 h 573272"/>
                <a:gd name="connsiteX219" fmla="*/ 2133161 w 2912392"/>
                <a:gd name="connsiteY219" fmla="*/ 385101 h 573272"/>
                <a:gd name="connsiteX220" fmla="*/ 2142905 w 2912392"/>
                <a:gd name="connsiteY220" fmla="*/ 385168 h 573272"/>
                <a:gd name="connsiteX221" fmla="*/ 2152649 w 2912392"/>
                <a:gd name="connsiteY221" fmla="*/ 385253 h 573272"/>
                <a:gd name="connsiteX222" fmla="*/ 2162377 w 2912392"/>
                <a:gd name="connsiteY222" fmla="*/ 385364 h 573272"/>
                <a:gd name="connsiteX223" fmla="*/ 2172121 w 2912392"/>
                <a:gd name="connsiteY223" fmla="*/ 385507 h 573272"/>
                <a:gd name="connsiteX224" fmla="*/ 2181865 w 2912392"/>
                <a:gd name="connsiteY224" fmla="*/ 385690 h 573272"/>
                <a:gd name="connsiteX225" fmla="*/ 2191609 w 2912392"/>
                <a:gd name="connsiteY225" fmla="*/ 385922 h 573272"/>
                <a:gd name="connsiteX226" fmla="*/ 2201338 w 2912392"/>
                <a:gd name="connsiteY226" fmla="*/ 386211 h 573272"/>
                <a:gd name="connsiteX227" fmla="*/ 2211082 w 2912392"/>
                <a:gd name="connsiteY227" fmla="*/ 386565 h 573272"/>
                <a:gd name="connsiteX228" fmla="*/ 2220826 w 2912392"/>
                <a:gd name="connsiteY228" fmla="*/ 386989 h 573272"/>
                <a:gd name="connsiteX229" fmla="*/ 2230570 w 2912392"/>
                <a:gd name="connsiteY229" fmla="*/ 387493 h 573272"/>
                <a:gd name="connsiteX230" fmla="*/ 2240299 w 2912392"/>
                <a:gd name="connsiteY230" fmla="*/ 388083 h 573272"/>
                <a:gd name="connsiteX231" fmla="*/ 2250043 w 2912392"/>
                <a:gd name="connsiteY231" fmla="*/ 388765 h 573272"/>
                <a:gd name="connsiteX232" fmla="*/ 2259787 w 2912392"/>
                <a:gd name="connsiteY232" fmla="*/ 389547 h 573272"/>
                <a:gd name="connsiteX233" fmla="*/ 2269531 w 2912392"/>
                <a:gd name="connsiteY233" fmla="*/ 390434 h 573272"/>
                <a:gd name="connsiteX234" fmla="*/ 2279260 w 2912392"/>
                <a:gd name="connsiteY234" fmla="*/ 391431 h 573272"/>
                <a:gd name="connsiteX235" fmla="*/ 2289004 w 2912392"/>
                <a:gd name="connsiteY235" fmla="*/ 392543 h 573272"/>
                <a:gd name="connsiteX236" fmla="*/ 2298748 w 2912392"/>
                <a:gd name="connsiteY236" fmla="*/ 393777 h 573272"/>
                <a:gd name="connsiteX237" fmla="*/ 2308492 w 2912392"/>
                <a:gd name="connsiteY237" fmla="*/ 395136 h 573272"/>
                <a:gd name="connsiteX238" fmla="*/ 2318236 w 2912392"/>
                <a:gd name="connsiteY238" fmla="*/ 396623 h 573272"/>
                <a:gd name="connsiteX239" fmla="*/ 2327965 w 2912392"/>
                <a:gd name="connsiteY239" fmla="*/ 398242 h 573272"/>
                <a:gd name="connsiteX240" fmla="*/ 2337709 w 2912392"/>
                <a:gd name="connsiteY240" fmla="*/ 399999 h 573272"/>
                <a:gd name="connsiteX241" fmla="*/ 2347453 w 2912392"/>
                <a:gd name="connsiteY241" fmla="*/ 401891 h 573272"/>
                <a:gd name="connsiteX242" fmla="*/ 2357197 w 2912392"/>
                <a:gd name="connsiteY242" fmla="*/ 403925 h 573272"/>
                <a:gd name="connsiteX243" fmla="*/ 2366926 w 2912392"/>
                <a:gd name="connsiteY243" fmla="*/ 406099 h 573272"/>
                <a:gd name="connsiteX244" fmla="*/ 2376670 w 2912392"/>
                <a:gd name="connsiteY244" fmla="*/ 408414 h 573272"/>
                <a:gd name="connsiteX245" fmla="*/ 2386413 w 2912392"/>
                <a:gd name="connsiteY245" fmla="*/ 410871 h 573272"/>
                <a:gd name="connsiteX246" fmla="*/ 2396157 w 2912392"/>
                <a:gd name="connsiteY246" fmla="*/ 413469 h 573272"/>
                <a:gd name="connsiteX247" fmla="*/ 2405886 w 2912392"/>
                <a:gd name="connsiteY247" fmla="*/ 416208 h 573272"/>
                <a:gd name="connsiteX248" fmla="*/ 2415630 w 2912392"/>
                <a:gd name="connsiteY248" fmla="*/ 419084 h 573272"/>
                <a:gd name="connsiteX249" fmla="*/ 2425374 w 2912392"/>
                <a:gd name="connsiteY249" fmla="*/ 422097 h 573272"/>
                <a:gd name="connsiteX250" fmla="*/ 2435118 w 2912392"/>
                <a:gd name="connsiteY250" fmla="*/ 425242 h 573272"/>
                <a:gd name="connsiteX251" fmla="*/ 2444862 w 2912392"/>
                <a:gd name="connsiteY251" fmla="*/ 428519 h 573272"/>
                <a:gd name="connsiteX252" fmla="*/ 2454591 w 2912392"/>
                <a:gd name="connsiteY252" fmla="*/ 431920 h 573272"/>
                <a:gd name="connsiteX253" fmla="*/ 2464335 w 2912392"/>
                <a:gd name="connsiteY253" fmla="*/ 435441 h 573272"/>
                <a:gd name="connsiteX254" fmla="*/ 2474079 w 2912392"/>
                <a:gd name="connsiteY254" fmla="*/ 439079 h 573272"/>
                <a:gd name="connsiteX255" fmla="*/ 2483823 w 2912392"/>
                <a:gd name="connsiteY255" fmla="*/ 442826 h 573272"/>
                <a:gd name="connsiteX256" fmla="*/ 2493552 w 2912392"/>
                <a:gd name="connsiteY256" fmla="*/ 446676 h 573272"/>
                <a:gd name="connsiteX257" fmla="*/ 2503296 w 2912392"/>
                <a:gd name="connsiteY257" fmla="*/ 450621 h 573272"/>
                <a:gd name="connsiteX258" fmla="*/ 2513040 w 2912392"/>
                <a:gd name="connsiteY258" fmla="*/ 454656 h 573272"/>
                <a:gd name="connsiteX259" fmla="*/ 2522784 w 2912392"/>
                <a:gd name="connsiteY259" fmla="*/ 458771 h 573272"/>
                <a:gd name="connsiteX260" fmla="*/ 2532513 w 2912392"/>
                <a:gd name="connsiteY260" fmla="*/ 462959 h 573272"/>
                <a:gd name="connsiteX261" fmla="*/ 2542257 w 2912392"/>
                <a:gd name="connsiteY261" fmla="*/ 467210 h 573272"/>
                <a:gd name="connsiteX262" fmla="*/ 2552001 w 2912392"/>
                <a:gd name="connsiteY262" fmla="*/ 471514 h 573272"/>
                <a:gd name="connsiteX263" fmla="*/ 2561745 w 2912392"/>
                <a:gd name="connsiteY263" fmla="*/ 475862 h 573272"/>
                <a:gd name="connsiteX264" fmla="*/ 2571474 w 2912392"/>
                <a:gd name="connsiteY264" fmla="*/ 480245 h 573272"/>
                <a:gd name="connsiteX265" fmla="*/ 2581218 w 2912392"/>
                <a:gd name="connsiteY265" fmla="*/ 484650 h 573272"/>
                <a:gd name="connsiteX266" fmla="*/ 2590962 w 2912392"/>
                <a:gd name="connsiteY266" fmla="*/ 489069 h 573272"/>
                <a:gd name="connsiteX267" fmla="*/ 2600705 w 2912392"/>
                <a:gd name="connsiteY267" fmla="*/ 493490 h 573272"/>
                <a:gd name="connsiteX268" fmla="*/ 2610449 w 2912392"/>
                <a:gd name="connsiteY268" fmla="*/ 497900 h 573272"/>
                <a:gd name="connsiteX269" fmla="*/ 2620178 w 2912392"/>
                <a:gd name="connsiteY269" fmla="*/ 502291 h 573272"/>
                <a:gd name="connsiteX270" fmla="*/ 2629922 w 2912392"/>
                <a:gd name="connsiteY270" fmla="*/ 506649 h 573272"/>
                <a:gd name="connsiteX271" fmla="*/ 2639666 w 2912392"/>
                <a:gd name="connsiteY271" fmla="*/ 510964 h 573272"/>
                <a:gd name="connsiteX272" fmla="*/ 2649410 w 2912392"/>
                <a:gd name="connsiteY272" fmla="*/ 515222 h 573272"/>
                <a:gd name="connsiteX273" fmla="*/ 2659139 w 2912392"/>
                <a:gd name="connsiteY273" fmla="*/ 519413 h 573272"/>
                <a:gd name="connsiteX274" fmla="*/ 2668883 w 2912392"/>
                <a:gd name="connsiteY274" fmla="*/ 523526 h 573272"/>
                <a:gd name="connsiteX275" fmla="*/ 2678627 w 2912392"/>
                <a:gd name="connsiteY275" fmla="*/ 527548 h 573272"/>
                <a:gd name="connsiteX276" fmla="*/ 2688371 w 2912392"/>
                <a:gd name="connsiteY276" fmla="*/ 531467 h 573272"/>
                <a:gd name="connsiteX277" fmla="*/ 2698100 w 2912392"/>
                <a:gd name="connsiteY277" fmla="*/ 535273 h 573272"/>
                <a:gd name="connsiteX278" fmla="*/ 2707844 w 2912392"/>
                <a:gd name="connsiteY278" fmla="*/ 538954 h 573272"/>
                <a:gd name="connsiteX279" fmla="*/ 2717588 w 2912392"/>
                <a:gd name="connsiteY279" fmla="*/ 542500 h 573272"/>
                <a:gd name="connsiteX280" fmla="*/ 2727332 w 2912392"/>
                <a:gd name="connsiteY280" fmla="*/ 545900 h 573272"/>
                <a:gd name="connsiteX281" fmla="*/ 2737076 w 2912392"/>
                <a:gd name="connsiteY281" fmla="*/ 549144 h 573272"/>
                <a:gd name="connsiteX282" fmla="*/ 2746805 w 2912392"/>
                <a:gd name="connsiteY282" fmla="*/ 552220 h 573272"/>
                <a:gd name="connsiteX283" fmla="*/ 2756549 w 2912392"/>
                <a:gd name="connsiteY283" fmla="*/ 555120 h 573272"/>
                <a:gd name="connsiteX284" fmla="*/ 2766293 w 2912392"/>
                <a:gd name="connsiteY284" fmla="*/ 557834 h 573272"/>
                <a:gd name="connsiteX285" fmla="*/ 2776037 w 2912392"/>
                <a:gd name="connsiteY285" fmla="*/ 560354 h 573272"/>
                <a:gd name="connsiteX286" fmla="*/ 2785766 w 2912392"/>
                <a:gd name="connsiteY286" fmla="*/ 562671 h 573272"/>
                <a:gd name="connsiteX287" fmla="*/ 2795510 w 2912392"/>
                <a:gd name="connsiteY287" fmla="*/ 564776 h 573272"/>
                <a:gd name="connsiteX288" fmla="*/ 2805254 w 2912392"/>
                <a:gd name="connsiteY288" fmla="*/ 566663 h 573272"/>
                <a:gd name="connsiteX289" fmla="*/ 2814998 w 2912392"/>
                <a:gd name="connsiteY289" fmla="*/ 568326 h 573272"/>
                <a:gd name="connsiteX290" fmla="*/ 2824727 w 2912392"/>
                <a:gd name="connsiteY290" fmla="*/ 569758 h 573272"/>
                <a:gd name="connsiteX291" fmla="*/ 2834471 w 2912392"/>
                <a:gd name="connsiteY291" fmla="*/ 570953 h 573272"/>
                <a:gd name="connsiteX292" fmla="*/ 2844215 w 2912392"/>
                <a:gd name="connsiteY292" fmla="*/ 571906 h 573272"/>
                <a:gd name="connsiteX293" fmla="*/ 2853958 w 2912392"/>
                <a:gd name="connsiteY293" fmla="*/ 572613 h 573272"/>
                <a:gd name="connsiteX294" fmla="*/ 2863687 w 2912392"/>
                <a:gd name="connsiteY294" fmla="*/ 573068 h 573272"/>
                <a:gd name="connsiteX295" fmla="*/ 2873431 w 2912392"/>
                <a:gd name="connsiteY295" fmla="*/ 573273 h 573272"/>
                <a:gd name="connsiteX296" fmla="*/ 2883175 w 2912392"/>
                <a:gd name="connsiteY296" fmla="*/ 573219 h 573272"/>
                <a:gd name="connsiteX297" fmla="*/ 2892919 w 2912392"/>
                <a:gd name="connsiteY297" fmla="*/ 572909 h 573272"/>
                <a:gd name="connsiteX298" fmla="*/ 2902663 w 2912392"/>
                <a:gd name="connsiteY298" fmla="*/ 572340 h 573272"/>
                <a:gd name="connsiteX299" fmla="*/ 2912392 w 2912392"/>
                <a:gd name="connsiteY299" fmla="*/ 571513 h 573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73272">
                  <a:moveTo>
                    <a:pt x="0" y="392052"/>
                  </a:moveTo>
                  <a:lnTo>
                    <a:pt x="9739" y="392810"/>
                  </a:lnTo>
                  <a:lnTo>
                    <a:pt x="19480" y="393324"/>
                  </a:lnTo>
                  <a:lnTo>
                    <a:pt x="29221" y="393589"/>
                  </a:lnTo>
                  <a:lnTo>
                    <a:pt x="38961" y="393601"/>
                  </a:lnTo>
                  <a:lnTo>
                    <a:pt x="48702" y="393355"/>
                  </a:lnTo>
                  <a:lnTo>
                    <a:pt x="58443" y="392847"/>
                  </a:lnTo>
                  <a:lnTo>
                    <a:pt x="68182" y="392077"/>
                  </a:lnTo>
                  <a:lnTo>
                    <a:pt x="77923" y="391039"/>
                  </a:lnTo>
                  <a:lnTo>
                    <a:pt x="87664" y="389734"/>
                  </a:lnTo>
                  <a:lnTo>
                    <a:pt x="97404" y="388159"/>
                  </a:lnTo>
                  <a:lnTo>
                    <a:pt x="107145" y="386314"/>
                  </a:lnTo>
                  <a:lnTo>
                    <a:pt x="116886" y="384202"/>
                  </a:lnTo>
                  <a:lnTo>
                    <a:pt x="126625" y="381821"/>
                  </a:lnTo>
                  <a:lnTo>
                    <a:pt x="136366" y="379173"/>
                  </a:lnTo>
                  <a:lnTo>
                    <a:pt x="146107" y="376262"/>
                  </a:lnTo>
                  <a:lnTo>
                    <a:pt x="155846" y="373088"/>
                  </a:lnTo>
                  <a:lnTo>
                    <a:pt x="165587" y="369657"/>
                  </a:lnTo>
                  <a:lnTo>
                    <a:pt x="175328" y="365973"/>
                  </a:lnTo>
                  <a:lnTo>
                    <a:pt x="185068" y="362039"/>
                  </a:lnTo>
                  <a:lnTo>
                    <a:pt x="194809" y="357862"/>
                  </a:lnTo>
                  <a:lnTo>
                    <a:pt x="204550" y="353446"/>
                  </a:lnTo>
                  <a:lnTo>
                    <a:pt x="214289" y="348799"/>
                  </a:lnTo>
                  <a:lnTo>
                    <a:pt x="224030" y="343925"/>
                  </a:lnTo>
                  <a:lnTo>
                    <a:pt x="233771" y="338836"/>
                  </a:lnTo>
                  <a:lnTo>
                    <a:pt x="243510" y="333536"/>
                  </a:lnTo>
                  <a:lnTo>
                    <a:pt x="253251" y="328037"/>
                  </a:lnTo>
                  <a:lnTo>
                    <a:pt x="262992" y="322344"/>
                  </a:lnTo>
                  <a:lnTo>
                    <a:pt x="272732" y="316468"/>
                  </a:lnTo>
                  <a:lnTo>
                    <a:pt x="282473" y="310419"/>
                  </a:lnTo>
                  <a:lnTo>
                    <a:pt x="292214" y="304207"/>
                  </a:lnTo>
                  <a:lnTo>
                    <a:pt x="301953" y="297841"/>
                  </a:lnTo>
                  <a:lnTo>
                    <a:pt x="311694" y="291333"/>
                  </a:lnTo>
                  <a:lnTo>
                    <a:pt x="321435" y="284693"/>
                  </a:lnTo>
                  <a:lnTo>
                    <a:pt x="331175" y="277933"/>
                  </a:lnTo>
                  <a:lnTo>
                    <a:pt x="340916" y="271063"/>
                  </a:lnTo>
                  <a:lnTo>
                    <a:pt x="350656" y="264096"/>
                  </a:lnTo>
                  <a:lnTo>
                    <a:pt x="360396" y="257043"/>
                  </a:lnTo>
                  <a:lnTo>
                    <a:pt x="370137" y="249915"/>
                  </a:lnTo>
                  <a:lnTo>
                    <a:pt x="379878" y="242725"/>
                  </a:lnTo>
                  <a:lnTo>
                    <a:pt x="389617" y="235484"/>
                  </a:lnTo>
                  <a:lnTo>
                    <a:pt x="399358" y="228205"/>
                  </a:lnTo>
                  <a:lnTo>
                    <a:pt x="409099" y="220898"/>
                  </a:lnTo>
                  <a:lnTo>
                    <a:pt x="418839" y="213577"/>
                  </a:lnTo>
                  <a:lnTo>
                    <a:pt x="428580" y="206251"/>
                  </a:lnTo>
                  <a:lnTo>
                    <a:pt x="438321" y="198933"/>
                  </a:lnTo>
                  <a:lnTo>
                    <a:pt x="448060" y="191634"/>
                  </a:lnTo>
                  <a:lnTo>
                    <a:pt x="457801" y="184366"/>
                  </a:lnTo>
                  <a:lnTo>
                    <a:pt x="467542" y="177138"/>
                  </a:lnTo>
                  <a:lnTo>
                    <a:pt x="477281" y="169963"/>
                  </a:lnTo>
                  <a:lnTo>
                    <a:pt x="487022" y="162850"/>
                  </a:lnTo>
                  <a:lnTo>
                    <a:pt x="496763" y="155809"/>
                  </a:lnTo>
                  <a:lnTo>
                    <a:pt x="506503" y="148851"/>
                  </a:lnTo>
                  <a:lnTo>
                    <a:pt x="516244" y="141986"/>
                  </a:lnTo>
                  <a:lnTo>
                    <a:pt x="525985" y="135220"/>
                  </a:lnTo>
                  <a:lnTo>
                    <a:pt x="535724" y="128563"/>
                  </a:lnTo>
                  <a:lnTo>
                    <a:pt x="545465" y="122026"/>
                  </a:lnTo>
                  <a:lnTo>
                    <a:pt x="555206" y="115615"/>
                  </a:lnTo>
                  <a:lnTo>
                    <a:pt x="564946" y="109335"/>
                  </a:lnTo>
                  <a:lnTo>
                    <a:pt x="574687" y="103196"/>
                  </a:lnTo>
                  <a:lnTo>
                    <a:pt x="584428" y="97205"/>
                  </a:lnTo>
                  <a:lnTo>
                    <a:pt x="594167" y="91366"/>
                  </a:lnTo>
                  <a:lnTo>
                    <a:pt x="603908" y="85687"/>
                  </a:lnTo>
                  <a:lnTo>
                    <a:pt x="613649" y="80171"/>
                  </a:lnTo>
                  <a:lnTo>
                    <a:pt x="623388" y="74824"/>
                  </a:lnTo>
                  <a:lnTo>
                    <a:pt x="633129" y="69651"/>
                  </a:lnTo>
                  <a:lnTo>
                    <a:pt x="642870" y="64654"/>
                  </a:lnTo>
                  <a:lnTo>
                    <a:pt x="652610" y="59837"/>
                  </a:lnTo>
                  <a:lnTo>
                    <a:pt x="662351" y="55205"/>
                  </a:lnTo>
                  <a:lnTo>
                    <a:pt x="672092" y="50758"/>
                  </a:lnTo>
                  <a:lnTo>
                    <a:pt x="681831" y="46498"/>
                  </a:lnTo>
                  <a:lnTo>
                    <a:pt x="691572" y="42429"/>
                  </a:lnTo>
                  <a:lnTo>
                    <a:pt x="701313" y="38550"/>
                  </a:lnTo>
                  <a:lnTo>
                    <a:pt x="711052" y="34862"/>
                  </a:lnTo>
                  <a:lnTo>
                    <a:pt x="720793" y="31368"/>
                  </a:lnTo>
                  <a:lnTo>
                    <a:pt x="730534" y="28065"/>
                  </a:lnTo>
                  <a:lnTo>
                    <a:pt x="740274" y="24954"/>
                  </a:lnTo>
                  <a:lnTo>
                    <a:pt x="750015" y="22036"/>
                  </a:lnTo>
                  <a:lnTo>
                    <a:pt x="759756" y="19308"/>
                  </a:lnTo>
                  <a:lnTo>
                    <a:pt x="769495" y="16769"/>
                  </a:lnTo>
                  <a:lnTo>
                    <a:pt x="779236" y="14419"/>
                  </a:lnTo>
                  <a:lnTo>
                    <a:pt x="788977" y="12256"/>
                  </a:lnTo>
                  <a:lnTo>
                    <a:pt x="798717" y="10276"/>
                  </a:lnTo>
                  <a:lnTo>
                    <a:pt x="808458" y="8479"/>
                  </a:lnTo>
                  <a:lnTo>
                    <a:pt x="818199" y="6864"/>
                  </a:lnTo>
                  <a:lnTo>
                    <a:pt x="827938" y="5426"/>
                  </a:lnTo>
                  <a:lnTo>
                    <a:pt x="837679" y="4163"/>
                  </a:lnTo>
                  <a:lnTo>
                    <a:pt x="847420" y="3072"/>
                  </a:lnTo>
                  <a:lnTo>
                    <a:pt x="857159" y="2153"/>
                  </a:lnTo>
                  <a:lnTo>
                    <a:pt x="866900" y="1399"/>
                  </a:lnTo>
                  <a:lnTo>
                    <a:pt x="876641" y="810"/>
                  </a:lnTo>
                  <a:lnTo>
                    <a:pt x="886381" y="383"/>
                  </a:lnTo>
                  <a:lnTo>
                    <a:pt x="896122" y="113"/>
                  </a:lnTo>
                  <a:lnTo>
                    <a:pt x="905863" y="0"/>
                  </a:lnTo>
                  <a:lnTo>
                    <a:pt x="915602" y="37"/>
                  </a:lnTo>
                  <a:lnTo>
                    <a:pt x="925343" y="225"/>
                  </a:lnTo>
                  <a:lnTo>
                    <a:pt x="935084" y="557"/>
                  </a:lnTo>
                  <a:lnTo>
                    <a:pt x="944824" y="1035"/>
                  </a:lnTo>
                  <a:lnTo>
                    <a:pt x="954564" y="1652"/>
                  </a:lnTo>
                  <a:lnTo>
                    <a:pt x="964305" y="2408"/>
                  </a:lnTo>
                  <a:lnTo>
                    <a:pt x="974045" y="3297"/>
                  </a:lnTo>
                  <a:lnTo>
                    <a:pt x="983786" y="4319"/>
                  </a:lnTo>
                  <a:lnTo>
                    <a:pt x="993522" y="5472"/>
                  </a:lnTo>
                  <a:lnTo>
                    <a:pt x="1003266" y="6752"/>
                  </a:lnTo>
                  <a:lnTo>
                    <a:pt x="1013010" y="8157"/>
                  </a:lnTo>
                  <a:lnTo>
                    <a:pt x="1022754" y="9686"/>
                  </a:lnTo>
                  <a:lnTo>
                    <a:pt x="1032483" y="11335"/>
                  </a:lnTo>
                  <a:lnTo>
                    <a:pt x="1042227" y="13102"/>
                  </a:lnTo>
                  <a:lnTo>
                    <a:pt x="1051971" y="14987"/>
                  </a:lnTo>
                  <a:lnTo>
                    <a:pt x="1061715" y="16986"/>
                  </a:lnTo>
                  <a:lnTo>
                    <a:pt x="1071444" y="19099"/>
                  </a:lnTo>
                  <a:lnTo>
                    <a:pt x="1081188" y="21323"/>
                  </a:lnTo>
                  <a:lnTo>
                    <a:pt x="1090932" y="23658"/>
                  </a:lnTo>
                  <a:lnTo>
                    <a:pt x="1100676" y="26101"/>
                  </a:lnTo>
                  <a:lnTo>
                    <a:pt x="1110405" y="28651"/>
                  </a:lnTo>
                  <a:lnTo>
                    <a:pt x="1120149" y="31307"/>
                  </a:lnTo>
                  <a:lnTo>
                    <a:pt x="1129893" y="34067"/>
                  </a:lnTo>
                  <a:lnTo>
                    <a:pt x="1139637" y="36930"/>
                  </a:lnTo>
                  <a:lnTo>
                    <a:pt x="1149381" y="39896"/>
                  </a:lnTo>
                  <a:lnTo>
                    <a:pt x="1159110" y="42963"/>
                  </a:lnTo>
                  <a:lnTo>
                    <a:pt x="1168854" y="46129"/>
                  </a:lnTo>
                  <a:lnTo>
                    <a:pt x="1178598" y="49393"/>
                  </a:lnTo>
                  <a:lnTo>
                    <a:pt x="1188341" y="52754"/>
                  </a:lnTo>
                  <a:lnTo>
                    <a:pt x="1198070" y="56212"/>
                  </a:lnTo>
                  <a:lnTo>
                    <a:pt x="1207814" y="59764"/>
                  </a:lnTo>
                  <a:lnTo>
                    <a:pt x="1217558" y="63412"/>
                  </a:lnTo>
                  <a:lnTo>
                    <a:pt x="1227302" y="67150"/>
                  </a:lnTo>
                  <a:lnTo>
                    <a:pt x="1237031" y="70980"/>
                  </a:lnTo>
                  <a:lnTo>
                    <a:pt x="1246775" y="74900"/>
                  </a:lnTo>
                  <a:lnTo>
                    <a:pt x="1256519" y="78908"/>
                  </a:lnTo>
                  <a:lnTo>
                    <a:pt x="1266263" y="83002"/>
                  </a:lnTo>
                  <a:lnTo>
                    <a:pt x="1276007" y="87181"/>
                  </a:lnTo>
                  <a:lnTo>
                    <a:pt x="1285736" y="91444"/>
                  </a:lnTo>
                  <a:lnTo>
                    <a:pt x="1295480" y="95787"/>
                  </a:lnTo>
                  <a:lnTo>
                    <a:pt x="1305224" y="100211"/>
                  </a:lnTo>
                  <a:lnTo>
                    <a:pt x="1314968" y="104710"/>
                  </a:lnTo>
                  <a:lnTo>
                    <a:pt x="1324697" y="109285"/>
                  </a:lnTo>
                  <a:lnTo>
                    <a:pt x="1334441" y="113933"/>
                  </a:lnTo>
                  <a:lnTo>
                    <a:pt x="1344185" y="118651"/>
                  </a:lnTo>
                  <a:lnTo>
                    <a:pt x="1353929" y="123435"/>
                  </a:lnTo>
                  <a:lnTo>
                    <a:pt x="1363658" y="128285"/>
                  </a:lnTo>
                  <a:lnTo>
                    <a:pt x="1373402" y="133195"/>
                  </a:lnTo>
                  <a:lnTo>
                    <a:pt x="1383146" y="138164"/>
                  </a:lnTo>
                  <a:lnTo>
                    <a:pt x="1392890" y="143188"/>
                  </a:lnTo>
                  <a:lnTo>
                    <a:pt x="1402619" y="148263"/>
                  </a:lnTo>
                  <a:lnTo>
                    <a:pt x="1412363" y="153386"/>
                  </a:lnTo>
                  <a:lnTo>
                    <a:pt x="1422106" y="158553"/>
                  </a:lnTo>
                  <a:lnTo>
                    <a:pt x="1431850" y="163762"/>
                  </a:lnTo>
                  <a:lnTo>
                    <a:pt x="1441594" y="169007"/>
                  </a:lnTo>
                  <a:lnTo>
                    <a:pt x="1451323" y="174282"/>
                  </a:lnTo>
                  <a:lnTo>
                    <a:pt x="1461067" y="179588"/>
                  </a:lnTo>
                  <a:lnTo>
                    <a:pt x="1470811" y="184916"/>
                  </a:lnTo>
                  <a:lnTo>
                    <a:pt x="1480555" y="190261"/>
                  </a:lnTo>
                  <a:lnTo>
                    <a:pt x="1490284" y="195622"/>
                  </a:lnTo>
                  <a:lnTo>
                    <a:pt x="1500028" y="200992"/>
                  </a:lnTo>
                  <a:lnTo>
                    <a:pt x="1509772" y="206366"/>
                  </a:lnTo>
                  <a:lnTo>
                    <a:pt x="1519516" y="211740"/>
                  </a:lnTo>
                  <a:lnTo>
                    <a:pt x="1529245" y="217108"/>
                  </a:lnTo>
                  <a:lnTo>
                    <a:pt x="1538989" y="222466"/>
                  </a:lnTo>
                  <a:lnTo>
                    <a:pt x="1548733" y="227807"/>
                  </a:lnTo>
                  <a:lnTo>
                    <a:pt x="1558477" y="233127"/>
                  </a:lnTo>
                  <a:lnTo>
                    <a:pt x="1568221" y="238421"/>
                  </a:lnTo>
                  <a:lnTo>
                    <a:pt x="1577950" y="243683"/>
                  </a:lnTo>
                  <a:lnTo>
                    <a:pt x="1587694" y="248908"/>
                  </a:lnTo>
                  <a:lnTo>
                    <a:pt x="1597438" y="254090"/>
                  </a:lnTo>
                  <a:lnTo>
                    <a:pt x="1607182" y="259224"/>
                  </a:lnTo>
                  <a:lnTo>
                    <a:pt x="1616911" y="264306"/>
                  </a:lnTo>
                  <a:lnTo>
                    <a:pt x="1626655" y="269330"/>
                  </a:lnTo>
                  <a:lnTo>
                    <a:pt x="1636399" y="274290"/>
                  </a:lnTo>
                  <a:lnTo>
                    <a:pt x="1646142" y="279182"/>
                  </a:lnTo>
                  <a:lnTo>
                    <a:pt x="1655872" y="284000"/>
                  </a:lnTo>
                  <a:lnTo>
                    <a:pt x="1665616" y="288739"/>
                  </a:lnTo>
                  <a:lnTo>
                    <a:pt x="1675359" y="293395"/>
                  </a:lnTo>
                  <a:lnTo>
                    <a:pt x="1685103" y="297963"/>
                  </a:lnTo>
                  <a:lnTo>
                    <a:pt x="1694832" y="302439"/>
                  </a:lnTo>
                  <a:lnTo>
                    <a:pt x="1704576" y="306818"/>
                  </a:lnTo>
                  <a:lnTo>
                    <a:pt x="1714320" y="311095"/>
                  </a:lnTo>
                  <a:lnTo>
                    <a:pt x="1724064" y="315268"/>
                  </a:lnTo>
                  <a:lnTo>
                    <a:pt x="1733808" y="319331"/>
                  </a:lnTo>
                  <a:lnTo>
                    <a:pt x="1743537" y="323283"/>
                  </a:lnTo>
                  <a:lnTo>
                    <a:pt x="1753281" y="327118"/>
                  </a:lnTo>
                  <a:lnTo>
                    <a:pt x="1763025" y="330833"/>
                  </a:lnTo>
                  <a:lnTo>
                    <a:pt x="1772769" y="334428"/>
                  </a:lnTo>
                  <a:lnTo>
                    <a:pt x="1782498" y="337898"/>
                  </a:lnTo>
                  <a:lnTo>
                    <a:pt x="1792242" y="341240"/>
                  </a:lnTo>
                  <a:lnTo>
                    <a:pt x="1801986" y="344456"/>
                  </a:lnTo>
                  <a:lnTo>
                    <a:pt x="1811730" y="347538"/>
                  </a:lnTo>
                  <a:lnTo>
                    <a:pt x="1821459" y="350490"/>
                  </a:lnTo>
                  <a:lnTo>
                    <a:pt x="1831203" y="353308"/>
                  </a:lnTo>
                  <a:lnTo>
                    <a:pt x="1840947" y="355993"/>
                  </a:lnTo>
                  <a:lnTo>
                    <a:pt x="1850691" y="358544"/>
                  </a:lnTo>
                  <a:lnTo>
                    <a:pt x="1860435" y="360959"/>
                  </a:lnTo>
                  <a:lnTo>
                    <a:pt x="1870164" y="363242"/>
                  </a:lnTo>
                  <a:lnTo>
                    <a:pt x="1879908" y="365390"/>
                  </a:lnTo>
                  <a:lnTo>
                    <a:pt x="1889652" y="367407"/>
                  </a:lnTo>
                  <a:lnTo>
                    <a:pt x="1899395" y="369292"/>
                  </a:lnTo>
                  <a:lnTo>
                    <a:pt x="1909124" y="371049"/>
                  </a:lnTo>
                  <a:lnTo>
                    <a:pt x="1918868" y="372677"/>
                  </a:lnTo>
                  <a:lnTo>
                    <a:pt x="1928612" y="374182"/>
                  </a:lnTo>
                  <a:lnTo>
                    <a:pt x="1938356" y="375565"/>
                  </a:lnTo>
                  <a:lnTo>
                    <a:pt x="1948085" y="376830"/>
                  </a:lnTo>
                  <a:lnTo>
                    <a:pt x="1957829" y="377978"/>
                  </a:lnTo>
                  <a:lnTo>
                    <a:pt x="1967573" y="379017"/>
                  </a:lnTo>
                  <a:lnTo>
                    <a:pt x="1977317" y="379949"/>
                  </a:lnTo>
                  <a:lnTo>
                    <a:pt x="1987046" y="380779"/>
                  </a:lnTo>
                  <a:lnTo>
                    <a:pt x="1996790" y="381512"/>
                  </a:lnTo>
                  <a:lnTo>
                    <a:pt x="2006534" y="382154"/>
                  </a:lnTo>
                  <a:lnTo>
                    <a:pt x="2016278" y="382710"/>
                  </a:lnTo>
                  <a:lnTo>
                    <a:pt x="2026022" y="383185"/>
                  </a:lnTo>
                  <a:lnTo>
                    <a:pt x="2035751" y="383588"/>
                  </a:lnTo>
                  <a:lnTo>
                    <a:pt x="2045495" y="383923"/>
                  </a:lnTo>
                  <a:lnTo>
                    <a:pt x="2055239" y="384197"/>
                  </a:lnTo>
                  <a:lnTo>
                    <a:pt x="2064983" y="384419"/>
                  </a:lnTo>
                  <a:lnTo>
                    <a:pt x="2074712" y="384593"/>
                  </a:lnTo>
                  <a:lnTo>
                    <a:pt x="2084456" y="384730"/>
                  </a:lnTo>
                  <a:lnTo>
                    <a:pt x="2094200" y="384835"/>
                  </a:lnTo>
                  <a:lnTo>
                    <a:pt x="2103944" y="384917"/>
                  </a:lnTo>
                  <a:lnTo>
                    <a:pt x="2113673" y="384984"/>
                  </a:lnTo>
                  <a:lnTo>
                    <a:pt x="2123417" y="385042"/>
                  </a:lnTo>
                  <a:lnTo>
                    <a:pt x="2133161" y="385101"/>
                  </a:lnTo>
                  <a:lnTo>
                    <a:pt x="2142905" y="385168"/>
                  </a:lnTo>
                  <a:lnTo>
                    <a:pt x="2152649" y="385253"/>
                  </a:lnTo>
                  <a:lnTo>
                    <a:pt x="2162377" y="385364"/>
                  </a:lnTo>
                  <a:lnTo>
                    <a:pt x="2172121" y="385507"/>
                  </a:lnTo>
                  <a:lnTo>
                    <a:pt x="2181865" y="385690"/>
                  </a:lnTo>
                  <a:lnTo>
                    <a:pt x="2191609" y="385922"/>
                  </a:lnTo>
                  <a:lnTo>
                    <a:pt x="2201338" y="386211"/>
                  </a:lnTo>
                  <a:lnTo>
                    <a:pt x="2211082" y="386565"/>
                  </a:lnTo>
                  <a:lnTo>
                    <a:pt x="2220826" y="386989"/>
                  </a:lnTo>
                  <a:lnTo>
                    <a:pt x="2230570" y="387493"/>
                  </a:lnTo>
                  <a:lnTo>
                    <a:pt x="2240299" y="388083"/>
                  </a:lnTo>
                  <a:lnTo>
                    <a:pt x="2250043" y="388765"/>
                  </a:lnTo>
                  <a:lnTo>
                    <a:pt x="2259787" y="389547"/>
                  </a:lnTo>
                  <a:lnTo>
                    <a:pt x="2269531" y="390434"/>
                  </a:lnTo>
                  <a:lnTo>
                    <a:pt x="2279260" y="391431"/>
                  </a:lnTo>
                  <a:lnTo>
                    <a:pt x="2289004" y="392543"/>
                  </a:lnTo>
                  <a:lnTo>
                    <a:pt x="2298748" y="393777"/>
                  </a:lnTo>
                  <a:lnTo>
                    <a:pt x="2308492" y="395136"/>
                  </a:lnTo>
                  <a:lnTo>
                    <a:pt x="2318236" y="396623"/>
                  </a:lnTo>
                  <a:lnTo>
                    <a:pt x="2327965" y="398242"/>
                  </a:lnTo>
                  <a:lnTo>
                    <a:pt x="2337709" y="399999"/>
                  </a:lnTo>
                  <a:lnTo>
                    <a:pt x="2347453" y="401891"/>
                  </a:lnTo>
                  <a:lnTo>
                    <a:pt x="2357197" y="403925"/>
                  </a:lnTo>
                  <a:lnTo>
                    <a:pt x="2366926" y="406099"/>
                  </a:lnTo>
                  <a:lnTo>
                    <a:pt x="2376670" y="408414"/>
                  </a:lnTo>
                  <a:lnTo>
                    <a:pt x="2386413" y="410871"/>
                  </a:lnTo>
                  <a:lnTo>
                    <a:pt x="2396157" y="413469"/>
                  </a:lnTo>
                  <a:lnTo>
                    <a:pt x="2405886" y="416208"/>
                  </a:lnTo>
                  <a:lnTo>
                    <a:pt x="2415630" y="419084"/>
                  </a:lnTo>
                  <a:lnTo>
                    <a:pt x="2425374" y="422097"/>
                  </a:lnTo>
                  <a:lnTo>
                    <a:pt x="2435118" y="425242"/>
                  </a:lnTo>
                  <a:lnTo>
                    <a:pt x="2444862" y="428519"/>
                  </a:lnTo>
                  <a:lnTo>
                    <a:pt x="2454591" y="431920"/>
                  </a:lnTo>
                  <a:lnTo>
                    <a:pt x="2464335" y="435441"/>
                  </a:lnTo>
                  <a:lnTo>
                    <a:pt x="2474079" y="439079"/>
                  </a:lnTo>
                  <a:lnTo>
                    <a:pt x="2483823" y="442826"/>
                  </a:lnTo>
                  <a:lnTo>
                    <a:pt x="2493552" y="446676"/>
                  </a:lnTo>
                  <a:lnTo>
                    <a:pt x="2503296" y="450621"/>
                  </a:lnTo>
                  <a:lnTo>
                    <a:pt x="2513040" y="454656"/>
                  </a:lnTo>
                  <a:lnTo>
                    <a:pt x="2522784" y="458771"/>
                  </a:lnTo>
                  <a:lnTo>
                    <a:pt x="2532513" y="462959"/>
                  </a:lnTo>
                  <a:lnTo>
                    <a:pt x="2542257" y="467210"/>
                  </a:lnTo>
                  <a:lnTo>
                    <a:pt x="2552001" y="471514"/>
                  </a:lnTo>
                  <a:lnTo>
                    <a:pt x="2561745" y="475862"/>
                  </a:lnTo>
                  <a:lnTo>
                    <a:pt x="2571474" y="480245"/>
                  </a:lnTo>
                  <a:lnTo>
                    <a:pt x="2581218" y="484650"/>
                  </a:lnTo>
                  <a:lnTo>
                    <a:pt x="2590962" y="489069"/>
                  </a:lnTo>
                  <a:lnTo>
                    <a:pt x="2600705" y="493490"/>
                  </a:lnTo>
                  <a:lnTo>
                    <a:pt x="2610449" y="497900"/>
                  </a:lnTo>
                  <a:lnTo>
                    <a:pt x="2620178" y="502291"/>
                  </a:lnTo>
                  <a:lnTo>
                    <a:pt x="2629922" y="506649"/>
                  </a:lnTo>
                  <a:lnTo>
                    <a:pt x="2639666" y="510964"/>
                  </a:lnTo>
                  <a:lnTo>
                    <a:pt x="2649410" y="515222"/>
                  </a:lnTo>
                  <a:lnTo>
                    <a:pt x="2659139" y="519413"/>
                  </a:lnTo>
                  <a:lnTo>
                    <a:pt x="2668883" y="523526"/>
                  </a:lnTo>
                  <a:lnTo>
                    <a:pt x="2678627" y="527548"/>
                  </a:lnTo>
                  <a:lnTo>
                    <a:pt x="2688371" y="531467"/>
                  </a:lnTo>
                  <a:lnTo>
                    <a:pt x="2698100" y="535273"/>
                  </a:lnTo>
                  <a:lnTo>
                    <a:pt x="2707844" y="538954"/>
                  </a:lnTo>
                  <a:lnTo>
                    <a:pt x="2717588" y="542500"/>
                  </a:lnTo>
                  <a:lnTo>
                    <a:pt x="2727332" y="545900"/>
                  </a:lnTo>
                  <a:lnTo>
                    <a:pt x="2737076" y="549144"/>
                  </a:lnTo>
                  <a:lnTo>
                    <a:pt x="2746805" y="552220"/>
                  </a:lnTo>
                  <a:lnTo>
                    <a:pt x="2756549" y="555120"/>
                  </a:lnTo>
                  <a:lnTo>
                    <a:pt x="2766293" y="557834"/>
                  </a:lnTo>
                  <a:lnTo>
                    <a:pt x="2776037" y="560354"/>
                  </a:lnTo>
                  <a:lnTo>
                    <a:pt x="2785766" y="562671"/>
                  </a:lnTo>
                  <a:lnTo>
                    <a:pt x="2795510" y="564776"/>
                  </a:lnTo>
                  <a:lnTo>
                    <a:pt x="2805254" y="566663"/>
                  </a:lnTo>
                  <a:lnTo>
                    <a:pt x="2814998" y="568326"/>
                  </a:lnTo>
                  <a:lnTo>
                    <a:pt x="2824727" y="569758"/>
                  </a:lnTo>
                  <a:lnTo>
                    <a:pt x="2834471" y="570953"/>
                  </a:lnTo>
                  <a:lnTo>
                    <a:pt x="2844215" y="571906"/>
                  </a:lnTo>
                  <a:lnTo>
                    <a:pt x="2853958" y="572613"/>
                  </a:lnTo>
                  <a:lnTo>
                    <a:pt x="2863687" y="573068"/>
                  </a:lnTo>
                  <a:lnTo>
                    <a:pt x="2873431" y="573273"/>
                  </a:lnTo>
                  <a:lnTo>
                    <a:pt x="2883175" y="573219"/>
                  </a:lnTo>
                  <a:lnTo>
                    <a:pt x="2892919" y="572909"/>
                  </a:lnTo>
                  <a:lnTo>
                    <a:pt x="2902663" y="572340"/>
                  </a:lnTo>
                  <a:lnTo>
                    <a:pt x="2912392" y="57151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1" name="Freeform 650">
              <a:extLst>
                <a:ext uri="{FF2B5EF4-FFF2-40B4-BE49-F238E27FC236}">
                  <a16:creationId xmlns:a16="http://schemas.microsoft.com/office/drawing/2014/main" id="{8FA512FD-E339-0F71-059F-C3AD194D6F3D}"/>
                </a:ext>
              </a:extLst>
            </p:cNvPr>
            <p:cNvSpPr/>
            <p:nvPr/>
          </p:nvSpPr>
          <p:spPr>
            <a:xfrm>
              <a:off x="576446" y="3317405"/>
              <a:ext cx="2912392" cy="823938"/>
            </a:xfrm>
            <a:custGeom>
              <a:avLst/>
              <a:gdLst>
                <a:gd name="connsiteX0" fmla="*/ 0 w 2912392"/>
                <a:gd name="connsiteY0" fmla="*/ 482289 h 823938"/>
                <a:gd name="connsiteX1" fmla="*/ 9739 w 2912392"/>
                <a:gd name="connsiteY1" fmla="*/ 476022 h 823938"/>
                <a:gd name="connsiteX2" fmla="*/ 19480 w 2912392"/>
                <a:gd name="connsiteY2" fmla="*/ 469586 h 823938"/>
                <a:gd name="connsiteX3" fmla="*/ 29221 w 2912392"/>
                <a:gd name="connsiteY3" fmla="*/ 462981 h 823938"/>
                <a:gd name="connsiteX4" fmla="*/ 38961 w 2912392"/>
                <a:gd name="connsiteY4" fmla="*/ 456219 h 823938"/>
                <a:gd name="connsiteX5" fmla="*/ 48702 w 2912392"/>
                <a:gd name="connsiteY5" fmla="*/ 449303 h 823938"/>
                <a:gd name="connsiteX6" fmla="*/ 58443 w 2912392"/>
                <a:gd name="connsiteY6" fmla="*/ 442239 h 823938"/>
                <a:gd name="connsiteX7" fmla="*/ 68182 w 2912392"/>
                <a:gd name="connsiteY7" fmla="*/ 435035 h 823938"/>
                <a:gd name="connsiteX8" fmla="*/ 77923 w 2912392"/>
                <a:gd name="connsiteY8" fmla="*/ 427699 h 823938"/>
                <a:gd name="connsiteX9" fmla="*/ 87664 w 2912392"/>
                <a:gd name="connsiteY9" fmla="*/ 420236 h 823938"/>
                <a:gd name="connsiteX10" fmla="*/ 97404 w 2912392"/>
                <a:gd name="connsiteY10" fmla="*/ 412654 h 823938"/>
                <a:gd name="connsiteX11" fmla="*/ 107145 w 2912392"/>
                <a:gd name="connsiteY11" fmla="*/ 404960 h 823938"/>
                <a:gd name="connsiteX12" fmla="*/ 116886 w 2912392"/>
                <a:gd name="connsiteY12" fmla="*/ 397164 h 823938"/>
                <a:gd name="connsiteX13" fmla="*/ 126625 w 2912392"/>
                <a:gd name="connsiteY13" fmla="*/ 389269 h 823938"/>
                <a:gd name="connsiteX14" fmla="*/ 136366 w 2912392"/>
                <a:gd name="connsiteY14" fmla="*/ 381286 h 823938"/>
                <a:gd name="connsiteX15" fmla="*/ 146107 w 2912392"/>
                <a:gd name="connsiteY15" fmla="*/ 373221 h 823938"/>
                <a:gd name="connsiteX16" fmla="*/ 155846 w 2912392"/>
                <a:gd name="connsiteY16" fmla="*/ 365083 h 823938"/>
                <a:gd name="connsiteX17" fmla="*/ 165587 w 2912392"/>
                <a:gd name="connsiteY17" fmla="*/ 356880 h 823938"/>
                <a:gd name="connsiteX18" fmla="*/ 175328 w 2912392"/>
                <a:gd name="connsiteY18" fmla="*/ 348617 h 823938"/>
                <a:gd name="connsiteX19" fmla="*/ 185068 w 2912392"/>
                <a:gd name="connsiteY19" fmla="*/ 340305 h 823938"/>
                <a:gd name="connsiteX20" fmla="*/ 194809 w 2912392"/>
                <a:gd name="connsiteY20" fmla="*/ 331949 h 823938"/>
                <a:gd name="connsiteX21" fmla="*/ 204550 w 2912392"/>
                <a:gd name="connsiteY21" fmla="*/ 323561 h 823938"/>
                <a:gd name="connsiteX22" fmla="*/ 214289 w 2912392"/>
                <a:gd name="connsiteY22" fmla="*/ 315145 h 823938"/>
                <a:gd name="connsiteX23" fmla="*/ 224030 w 2912392"/>
                <a:gd name="connsiteY23" fmla="*/ 306710 h 823938"/>
                <a:gd name="connsiteX24" fmla="*/ 233771 w 2912392"/>
                <a:gd name="connsiteY24" fmla="*/ 298264 h 823938"/>
                <a:gd name="connsiteX25" fmla="*/ 243510 w 2912392"/>
                <a:gd name="connsiteY25" fmla="*/ 289816 h 823938"/>
                <a:gd name="connsiteX26" fmla="*/ 253251 w 2912392"/>
                <a:gd name="connsiteY26" fmla="*/ 281372 h 823938"/>
                <a:gd name="connsiteX27" fmla="*/ 262992 w 2912392"/>
                <a:gd name="connsiteY27" fmla="*/ 272939 h 823938"/>
                <a:gd name="connsiteX28" fmla="*/ 272732 w 2912392"/>
                <a:gd name="connsiteY28" fmla="*/ 264527 h 823938"/>
                <a:gd name="connsiteX29" fmla="*/ 282473 w 2912392"/>
                <a:gd name="connsiteY29" fmla="*/ 256140 h 823938"/>
                <a:gd name="connsiteX30" fmla="*/ 292214 w 2912392"/>
                <a:gd name="connsiteY30" fmla="*/ 247789 h 823938"/>
                <a:gd name="connsiteX31" fmla="*/ 301953 w 2912392"/>
                <a:gd name="connsiteY31" fmla="*/ 239480 h 823938"/>
                <a:gd name="connsiteX32" fmla="*/ 311694 w 2912392"/>
                <a:gd name="connsiteY32" fmla="*/ 231219 h 823938"/>
                <a:gd name="connsiteX33" fmla="*/ 321435 w 2912392"/>
                <a:gd name="connsiteY33" fmla="*/ 223015 h 823938"/>
                <a:gd name="connsiteX34" fmla="*/ 331175 w 2912392"/>
                <a:gd name="connsiteY34" fmla="*/ 214873 h 823938"/>
                <a:gd name="connsiteX35" fmla="*/ 340916 w 2912392"/>
                <a:gd name="connsiteY35" fmla="*/ 206802 h 823938"/>
                <a:gd name="connsiteX36" fmla="*/ 350656 w 2912392"/>
                <a:gd name="connsiteY36" fmla="*/ 198808 h 823938"/>
                <a:gd name="connsiteX37" fmla="*/ 360396 w 2912392"/>
                <a:gd name="connsiteY37" fmla="*/ 190895 h 823938"/>
                <a:gd name="connsiteX38" fmla="*/ 370137 w 2912392"/>
                <a:gd name="connsiteY38" fmla="*/ 183073 h 823938"/>
                <a:gd name="connsiteX39" fmla="*/ 379878 w 2912392"/>
                <a:gd name="connsiteY39" fmla="*/ 175348 h 823938"/>
                <a:gd name="connsiteX40" fmla="*/ 389617 w 2912392"/>
                <a:gd name="connsiteY40" fmla="*/ 167722 h 823938"/>
                <a:gd name="connsiteX41" fmla="*/ 399358 w 2912392"/>
                <a:gd name="connsiteY41" fmla="*/ 160207 h 823938"/>
                <a:gd name="connsiteX42" fmla="*/ 409099 w 2912392"/>
                <a:gd name="connsiteY42" fmla="*/ 152806 h 823938"/>
                <a:gd name="connsiteX43" fmla="*/ 418839 w 2912392"/>
                <a:gd name="connsiteY43" fmla="*/ 145524 h 823938"/>
                <a:gd name="connsiteX44" fmla="*/ 428580 w 2912392"/>
                <a:gd name="connsiteY44" fmla="*/ 138368 h 823938"/>
                <a:gd name="connsiteX45" fmla="*/ 438321 w 2912392"/>
                <a:gd name="connsiteY45" fmla="*/ 131343 h 823938"/>
                <a:gd name="connsiteX46" fmla="*/ 448060 w 2912392"/>
                <a:gd name="connsiteY46" fmla="*/ 124456 h 823938"/>
                <a:gd name="connsiteX47" fmla="*/ 457801 w 2912392"/>
                <a:gd name="connsiteY47" fmla="*/ 117708 h 823938"/>
                <a:gd name="connsiteX48" fmla="*/ 467542 w 2912392"/>
                <a:gd name="connsiteY48" fmla="*/ 111108 h 823938"/>
                <a:gd name="connsiteX49" fmla="*/ 477281 w 2912392"/>
                <a:gd name="connsiteY49" fmla="*/ 104659 h 823938"/>
                <a:gd name="connsiteX50" fmla="*/ 487022 w 2912392"/>
                <a:gd name="connsiteY50" fmla="*/ 98368 h 823938"/>
                <a:gd name="connsiteX51" fmla="*/ 496763 w 2912392"/>
                <a:gd name="connsiteY51" fmla="*/ 92235 h 823938"/>
                <a:gd name="connsiteX52" fmla="*/ 506503 w 2912392"/>
                <a:gd name="connsiteY52" fmla="*/ 86270 h 823938"/>
                <a:gd name="connsiteX53" fmla="*/ 516244 w 2912392"/>
                <a:gd name="connsiteY53" fmla="*/ 80472 h 823938"/>
                <a:gd name="connsiteX54" fmla="*/ 525985 w 2912392"/>
                <a:gd name="connsiteY54" fmla="*/ 74850 h 823938"/>
                <a:gd name="connsiteX55" fmla="*/ 535724 w 2912392"/>
                <a:gd name="connsiteY55" fmla="*/ 69405 h 823938"/>
                <a:gd name="connsiteX56" fmla="*/ 545465 w 2912392"/>
                <a:gd name="connsiteY56" fmla="*/ 64142 h 823938"/>
                <a:gd name="connsiteX57" fmla="*/ 555206 w 2912392"/>
                <a:gd name="connsiteY57" fmla="*/ 59064 h 823938"/>
                <a:gd name="connsiteX58" fmla="*/ 564946 w 2912392"/>
                <a:gd name="connsiteY58" fmla="*/ 54176 h 823938"/>
                <a:gd name="connsiteX59" fmla="*/ 574687 w 2912392"/>
                <a:gd name="connsiteY59" fmla="*/ 49480 h 823938"/>
                <a:gd name="connsiteX60" fmla="*/ 584428 w 2912392"/>
                <a:gd name="connsiteY60" fmla="*/ 44979 h 823938"/>
                <a:gd name="connsiteX61" fmla="*/ 594167 w 2912392"/>
                <a:gd name="connsiteY61" fmla="*/ 40677 h 823938"/>
                <a:gd name="connsiteX62" fmla="*/ 603908 w 2912392"/>
                <a:gd name="connsiteY62" fmla="*/ 36579 h 823938"/>
                <a:gd name="connsiteX63" fmla="*/ 613649 w 2912392"/>
                <a:gd name="connsiteY63" fmla="*/ 32684 h 823938"/>
                <a:gd name="connsiteX64" fmla="*/ 623388 w 2912392"/>
                <a:gd name="connsiteY64" fmla="*/ 28998 h 823938"/>
                <a:gd name="connsiteX65" fmla="*/ 633129 w 2912392"/>
                <a:gd name="connsiteY65" fmla="*/ 25522 h 823938"/>
                <a:gd name="connsiteX66" fmla="*/ 642870 w 2912392"/>
                <a:gd name="connsiteY66" fmla="*/ 22259 h 823938"/>
                <a:gd name="connsiteX67" fmla="*/ 652610 w 2912392"/>
                <a:gd name="connsiteY67" fmla="*/ 19211 h 823938"/>
                <a:gd name="connsiteX68" fmla="*/ 662351 w 2912392"/>
                <a:gd name="connsiteY68" fmla="*/ 16381 h 823938"/>
                <a:gd name="connsiteX69" fmla="*/ 672092 w 2912392"/>
                <a:gd name="connsiteY69" fmla="*/ 13770 h 823938"/>
                <a:gd name="connsiteX70" fmla="*/ 681831 w 2912392"/>
                <a:gd name="connsiteY70" fmla="*/ 11381 h 823938"/>
                <a:gd name="connsiteX71" fmla="*/ 691572 w 2912392"/>
                <a:gd name="connsiteY71" fmla="*/ 9215 h 823938"/>
                <a:gd name="connsiteX72" fmla="*/ 701313 w 2912392"/>
                <a:gd name="connsiteY72" fmla="*/ 7275 h 823938"/>
                <a:gd name="connsiteX73" fmla="*/ 711052 w 2912392"/>
                <a:gd name="connsiteY73" fmla="*/ 5560 h 823938"/>
                <a:gd name="connsiteX74" fmla="*/ 720793 w 2912392"/>
                <a:gd name="connsiteY74" fmla="*/ 4073 h 823938"/>
                <a:gd name="connsiteX75" fmla="*/ 730534 w 2912392"/>
                <a:gd name="connsiteY75" fmla="*/ 2817 h 823938"/>
                <a:gd name="connsiteX76" fmla="*/ 740274 w 2912392"/>
                <a:gd name="connsiteY76" fmla="*/ 1789 h 823938"/>
                <a:gd name="connsiteX77" fmla="*/ 750015 w 2912392"/>
                <a:gd name="connsiteY77" fmla="*/ 994 h 823938"/>
                <a:gd name="connsiteX78" fmla="*/ 759756 w 2912392"/>
                <a:gd name="connsiteY78" fmla="*/ 431 h 823938"/>
                <a:gd name="connsiteX79" fmla="*/ 769495 w 2912392"/>
                <a:gd name="connsiteY79" fmla="*/ 98 h 823938"/>
                <a:gd name="connsiteX80" fmla="*/ 779236 w 2912392"/>
                <a:gd name="connsiteY80" fmla="*/ 0 h 823938"/>
                <a:gd name="connsiteX81" fmla="*/ 788977 w 2912392"/>
                <a:gd name="connsiteY81" fmla="*/ 136 h 823938"/>
                <a:gd name="connsiteX82" fmla="*/ 798717 w 2912392"/>
                <a:gd name="connsiteY82" fmla="*/ 504 h 823938"/>
                <a:gd name="connsiteX83" fmla="*/ 808458 w 2912392"/>
                <a:gd name="connsiteY83" fmla="*/ 1107 h 823938"/>
                <a:gd name="connsiteX84" fmla="*/ 818199 w 2912392"/>
                <a:gd name="connsiteY84" fmla="*/ 1941 h 823938"/>
                <a:gd name="connsiteX85" fmla="*/ 827938 w 2912392"/>
                <a:gd name="connsiteY85" fmla="*/ 3011 h 823938"/>
                <a:gd name="connsiteX86" fmla="*/ 837679 w 2912392"/>
                <a:gd name="connsiteY86" fmla="*/ 4312 h 823938"/>
                <a:gd name="connsiteX87" fmla="*/ 847420 w 2912392"/>
                <a:gd name="connsiteY87" fmla="*/ 5845 h 823938"/>
                <a:gd name="connsiteX88" fmla="*/ 857159 w 2912392"/>
                <a:gd name="connsiteY88" fmla="*/ 7607 h 823938"/>
                <a:gd name="connsiteX89" fmla="*/ 866900 w 2912392"/>
                <a:gd name="connsiteY89" fmla="*/ 9601 h 823938"/>
                <a:gd name="connsiteX90" fmla="*/ 876641 w 2912392"/>
                <a:gd name="connsiteY90" fmla="*/ 11824 h 823938"/>
                <a:gd name="connsiteX91" fmla="*/ 886381 w 2912392"/>
                <a:gd name="connsiteY91" fmla="*/ 14273 h 823938"/>
                <a:gd name="connsiteX92" fmla="*/ 896122 w 2912392"/>
                <a:gd name="connsiteY92" fmla="*/ 16948 h 823938"/>
                <a:gd name="connsiteX93" fmla="*/ 905863 w 2912392"/>
                <a:gd name="connsiteY93" fmla="*/ 19847 h 823938"/>
                <a:gd name="connsiteX94" fmla="*/ 915602 w 2912392"/>
                <a:gd name="connsiteY94" fmla="*/ 22967 h 823938"/>
                <a:gd name="connsiteX95" fmla="*/ 925343 w 2912392"/>
                <a:gd name="connsiteY95" fmla="*/ 26306 h 823938"/>
                <a:gd name="connsiteX96" fmla="*/ 935084 w 2912392"/>
                <a:gd name="connsiteY96" fmla="*/ 29864 h 823938"/>
                <a:gd name="connsiteX97" fmla="*/ 944824 w 2912392"/>
                <a:gd name="connsiteY97" fmla="*/ 33634 h 823938"/>
                <a:gd name="connsiteX98" fmla="*/ 954564 w 2912392"/>
                <a:gd name="connsiteY98" fmla="*/ 37617 h 823938"/>
                <a:gd name="connsiteX99" fmla="*/ 964305 w 2912392"/>
                <a:gd name="connsiteY99" fmla="*/ 41808 h 823938"/>
                <a:gd name="connsiteX100" fmla="*/ 974045 w 2912392"/>
                <a:gd name="connsiteY100" fmla="*/ 46205 h 823938"/>
                <a:gd name="connsiteX101" fmla="*/ 983786 w 2912392"/>
                <a:gd name="connsiteY101" fmla="*/ 50803 h 823938"/>
                <a:gd name="connsiteX102" fmla="*/ 993522 w 2912392"/>
                <a:gd name="connsiteY102" fmla="*/ 55600 h 823938"/>
                <a:gd name="connsiteX103" fmla="*/ 1003266 w 2912392"/>
                <a:gd name="connsiteY103" fmla="*/ 60591 h 823938"/>
                <a:gd name="connsiteX104" fmla="*/ 1013010 w 2912392"/>
                <a:gd name="connsiteY104" fmla="*/ 65772 h 823938"/>
                <a:gd name="connsiteX105" fmla="*/ 1022754 w 2912392"/>
                <a:gd name="connsiteY105" fmla="*/ 71140 h 823938"/>
                <a:gd name="connsiteX106" fmla="*/ 1032483 w 2912392"/>
                <a:gd name="connsiteY106" fmla="*/ 76688 h 823938"/>
                <a:gd name="connsiteX107" fmla="*/ 1042227 w 2912392"/>
                <a:gd name="connsiteY107" fmla="*/ 82414 h 823938"/>
                <a:gd name="connsiteX108" fmla="*/ 1051971 w 2912392"/>
                <a:gd name="connsiteY108" fmla="*/ 88311 h 823938"/>
                <a:gd name="connsiteX109" fmla="*/ 1061715 w 2912392"/>
                <a:gd name="connsiteY109" fmla="*/ 94376 h 823938"/>
                <a:gd name="connsiteX110" fmla="*/ 1071444 w 2912392"/>
                <a:gd name="connsiteY110" fmla="*/ 100602 h 823938"/>
                <a:gd name="connsiteX111" fmla="*/ 1081188 w 2912392"/>
                <a:gd name="connsiteY111" fmla="*/ 106985 h 823938"/>
                <a:gd name="connsiteX112" fmla="*/ 1090932 w 2912392"/>
                <a:gd name="connsiteY112" fmla="*/ 113518 h 823938"/>
                <a:gd name="connsiteX113" fmla="*/ 1100676 w 2912392"/>
                <a:gd name="connsiteY113" fmla="*/ 120196 h 823938"/>
                <a:gd name="connsiteX114" fmla="*/ 1110405 w 2912392"/>
                <a:gd name="connsiteY114" fmla="*/ 127014 h 823938"/>
                <a:gd name="connsiteX115" fmla="*/ 1120149 w 2912392"/>
                <a:gd name="connsiteY115" fmla="*/ 133963 h 823938"/>
                <a:gd name="connsiteX116" fmla="*/ 1129893 w 2912392"/>
                <a:gd name="connsiteY116" fmla="*/ 141040 h 823938"/>
                <a:gd name="connsiteX117" fmla="*/ 1139637 w 2912392"/>
                <a:gd name="connsiteY117" fmla="*/ 148236 h 823938"/>
                <a:gd name="connsiteX118" fmla="*/ 1149381 w 2912392"/>
                <a:gd name="connsiteY118" fmla="*/ 155547 h 823938"/>
                <a:gd name="connsiteX119" fmla="*/ 1159110 w 2912392"/>
                <a:gd name="connsiteY119" fmla="*/ 162964 h 823938"/>
                <a:gd name="connsiteX120" fmla="*/ 1168854 w 2912392"/>
                <a:gd name="connsiteY120" fmla="*/ 170480 h 823938"/>
                <a:gd name="connsiteX121" fmla="*/ 1178598 w 2912392"/>
                <a:gd name="connsiteY121" fmla="*/ 178092 h 823938"/>
                <a:gd name="connsiteX122" fmla="*/ 1188341 w 2912392"/>
                <a:gd name="connsiteY122" fmla="*/ 185789 h 823938"/>
                <a:gd name="connsiteX123" fmla="*/ 1198070 w 2912392"/>
                <a:gd name="connsiteY123" fmla="*/ 193566 h 823938"/>
                <a:gd name="connsiteX124" fmla="*/ 1207814 w 2912392"/>
                <a:gd name="connsiteY124" fmla="*/ 201415 h 823938"/>
                <a:gd name="connsiteX125" fmla="*/ 1217558 w 2912392"/>
                <a:gd name="connsiteY125" fmla="*/ 209329 h 823938"/>
                <a:gd name="connsiteX126" fmla="*/ 1227302 w 2912392"/>
                <a:gd name="connsiteY126" fmla="*/ 217302 h 823938"/>
                <a:gd name="connsiteX127" fmla="*/ 1237031 w 2912392"/>
                <a:gd name="connsiteY127" fmla="*/ 225326 h 823938"/>
                <a:gd name="connsiteX128" fmla="*/ 1246775 w 2912392"/>
                <a:gd name="connsiteY128" fmla="*/ 233394 h 823938"/>
                <a:gd name="connsiteX129" fmla="*/ 1256519 w 2912392"/>
                <a:gd name="connsiteY129" fmla="*/ 241499 h 823938"/>
                <a:gd name="connsiteX130" fmla="*/ 1266263 w 2912392"/>
                <a:gd name="connsiteY130" fmla="*/ 249632 h 823938"/>
                <a:gd name="connsiteX131" fmla="*/ 1276007 w 2912392"/>
                <a:gd name="connsiteY131" fmla="*/ 257790 h 823938"/>
                <a:gd name="connsiteX132" fmla="*/ 1285736 w 2912392"/>
                <a:gd name="connsiteY132" fmla="*/ 265962 h 823938"/>
                <a:gd name="connsiteX133" fmla="*/ 1295480 w 2912392"/>
                <a:gd name="connsiteY133" fmla="*/ 274143 h 823938"/>
                <a:gd name="connsiteX134" fmla="*/ 1305224 w 2912392"/>
                <a:gd name="connsiteY134" fmla="*/ 282327 h 823938"/>
                <a:gd name="connsiteX135" fmla="*/ 1314968 w 2912392"/>
                <a:gd name="connsiteY135" fmla="*/ 290505 h 823938"/>
                <a:gd name="connsiteX136" fmla="*/ 1324697 w 2912392"/>
                <a:gd name="connsiteY136" fmla="*/ 298672 h 823938"/>
                <a:gd name="connsiteX137" fmla="*/ 1334441 w 2912392"/>
                <a:gd name="connsiteY137" fmla="*/ 306822 h 823938"/>
                <a:gd name="connsiteX138" fmla="*/ 1344185 w 2912392"/>
                <a:gd name="connsiteY138" fmla="*/ 314948 h 823938"/>
                <a:gd name="connsiteX139" fmla="*/ 1353929 w 2912392"/>
                <a:gd name="connsiteY139" fmla="*/ 323044 h 823938"/>
                <a:gd name="connsiteX140" fmla="*/ 1363658 w 2912392"/>
                <a:gd name="connsiteY140" fmla="*/ 331103 h 823938"/>
                <a:gd name="connsiteX141" fmla="*/ 1373402 w 2912392"/>
                <a:gd name="connsiteY141" fmla="*/ 339122 h 823938"/>
                <a:gd name="connsiteX142" fmla="*/ 1383146 w 2912392"/>
                <a:gd name="connsiteY142" fmla="*/ 347093 h 823938"/>
                <a:gd name="connsiteX143" fmla="*/ 1392890 w 2912392"/>
                <a:gd name="connsiteY143" fmla="*/ 355013 h 823938"/>
                <a:gd name="connsiteX144" fmla="*/ 1402619 w 2912392"/>
                <a:gd name="connsiteY144" fmla="*/ 362875 h 823938"/>
                <a:gd name="connsiteX145" fmla="*/ 1412363 w 2912392"/>
                <a:gd name="connsiteY145" fmla="*/ 370675 h 823938"/>
                <a:gd name="connsiteX146" fmla="*/ 1422106 w 2912392"/>
                <a:gd name="connsiteY146" fmla="*/ 378409 h 823938"/>
                <a:gd name="connsiteX147" fmla="*/ 1431850 w 2912392"/>
                <a:gd name="connsiteY147" fmla="*/ 386073 h 823938"/>
                <a:gd name="connsiteX148" fmla="*/ 1441594 w 2912392"/>
                <a:gd name="connsiteY148" fmla="*/ 393662 h 823938"/>
                <a:gd name="connsiteX149" fmla="*/ 1451323 w 2912392"/>
                <a:gd name="connsiteY149" fmla="*/ 401174 h 823938"/>
                <a:gd name="connsiteX150" fmla="*/ 1461067 w 2912392"/>
                <a:gd name="connsiteY150" fmla="*/ 408606 h 823938"/>
                <a:gd name="connsiteX151" fmla="*/ 1470811 w 2912392"/>
                <a:gd name="connsiteY151" fmla="*/ 415953 h 823938"/>
                <a:gd name="connsiteX152" fmla="*/ 1480555 w 2912392"/>
                <a:gd name="connsiteY152" fmla="*/ 423215 h 823938"/>
                <a:gd name="connsiteX153" fmla="*/ 1490284 w 2912392"/>
                <a:gd name="connsiteY153" fmla="*/ 430387 h 823938"/>
                <a:gd name="connsiteX154" fmla="*/ 1500028 w 2912392"/>
                <a:gd name="connsiteY154" fmla="*/ 437468 h 823938"/>
                <a:gd name="connsiteX155" fmla="*/ 1509772 w 2912392"/>
                <a:gd name="connsiteY155" fmla="*/ 444458 h 823938"/>
                <a:gd name="connsiteX156" fmla="*/ 1519516 w 2912392"/>
                <a:gd name="connsiteY156" fmla="*/ 451354 h 823938"/>
                <a:gd name="connsiteX157" fmla="*/ 1529245 w 2912392"/>
                <a:gd name="connsiteY157" fmla="*/ 458156 h 823938"/>
                <a:gd name="connsiteX158" fmla="*/ 1538989 w 2912392"/>
                <a:gd name="connsiteY158" fmla="*/ 464863 h 823938"/>
                <a:gd name="connsiteX159" fmla="*/ 1548733 w 2912392"/>
                <a:gd name="connsiteY159" fmla="*/ 471475 h 823938"/>
                <a:gd name="connsiteX160" fmla="*/ 1558477 w 2912392"/>
                <a:gd name="connsiteY160" fmla="*/ 477992 h 823938"/>
                <a:gd name="connsiteX161" fmla="*/ 1568221 w 2912392"/>
                <a:gd name="connsiteY161" fmla="*/ 484414 h 823938"/>
                <a:gd name="connsiteX162" fmla="*/ 1577950 w 2912392"/>
                <a:gd name="connsiteY162" fmla="*/ 490741 h 823938"/>
                <a:gd name="connsiteX163" fmla="*/ 1587694 w 2912392"/>
                <a:gd name="connsiteY163" fmla="*/ 496975 h 823938"/>
                <a:gd name="connsiteX164" fmla="*/ 1597438 w 2912392"/>
                <a:gd name="connsiteY164" fmla="*/ 503118 h 823938"/>
                <a:gd name="connsiteX165" fmla="*/ 1607182 w 2912392"/>
                <a:gd name="connsiteY165" fmla="*/ 509168 h 823938"/>
                <a:gd name="connsiteX166" fmla="*/ 1616911 w 2912392"/>
                <a:gd name="connsiteY166" fmla="*/ 515132 h 823938"/>
                <a:gd name="connsiteX167" fmla="*/ 1626655 w 2912392"/>
                <a:gd name="connsiteY167" fmla="*/ 521008 h 823938"/>
                <a:gd name="connsiteX168" fmla="*/ 1636399 w 2912392"/>
                <a:gd name="connsiteY168" fmla="*/ 526800 h 823938"/>
                <a:gd name="connsiteX169" fmla="*/ 1646142 w 2912392"/>
                <a:gd name="connsiteY169" fmla="*/ 532510 h 823938"/>
                <a:gd name="connsiteX170" fmla="*/ 1655872 w 2912392"/>
                <a:gd name="connsiteY170" fmla="*/ 538141 h 823938"/>
                <a:gd name="connsiteX171" fmla="*/ 1665616 w 2912392"/>
                <a:gd name="connsiteY171" fmla="*/ 543695 h 823938"/>
                <a:gd name="connsiteX172" fmla="*/ 1675359 w 2912392"/>
                <a:gd name="connsiteY172" fmla="*/ 549175 h 823938"/>
                <a:gd name="connsiteX173" fmla="*/ 1685103 w 2912392"/>
                <a:gd name="connsiteY173" fmla="*/ 554586 h 823938"/>
                <a:gd name="connsiteX174" fmla="*/ 1694832 w 2912392"/>
                <a:gd name="connsiteY174" fmla="*/ 559929 h 823938"/>
                <a:gd name="connsiteX175" fmla="*/ 1704576 w 2912392"/>
                <a:gd name="connsiteY175" fmla="*/ 565209 h 823938"/>
                <a:gd name="connsiteX176" fmla="*/ 1714320 w 2912392"/>
                <a:gd name="connsiteY176" fmla="*/ 570428 h 823938"/>
                <a:gd name="connsiteX177" fmla="*/ 1724064 w 2912392"/>
                <a:gd name="connsiteY177" fmla="*/ 575591 h 823938"/>
                <a:gd name="connsiteX178" fmla="*/ 1733808 w 2912392"/>
                <a:gd name="connsiteY178" fmla="*/ 580700 h 823938"/>
                <a:gd name="connsiteX179" fmla="*/ 1743537 w 2912392"/>
                <a:gd name="connsiteY179" fmla="*/ 585759 h 823938"/>
                <a:gd name="connsiteX180" fmla="*/ 1753281 w 2912392"/>
                <a:gd name="connsiteY180" fmla="*/ 590773 h 823938"/>
                <a:gd name="connsiteX181" fmla="*/ 1763025 w 2912392"/>
                <a:gd name="connsiteY181" fmla="*/ 595743 h 823938"/>
                <a:gd name="connsiteX182" fmla="*/ 1772769 w 2912392"/>
                <a:gd name="connsiteY182" fmla="*/ 600676 h 823938"/>
                <a:gd name="connsiteX183" fmla="*/ 1782498 w 2912392"/>
                <a:gd name="connsiteY183" fmla="*/ 605572 h 823938"/>
                <a:gd name="connsiteX184" fmla="*/ 1792242 w 2912392"/>
                <a:gd name="connsiteY184" fmla="*/ 610437 h 823938"/>
                <a:gd name="connsiteX185" fmla="*/ 1801986 w 2912392"/>
                <a:gd name="connsiteY185" fmla="*/ 615271 h 823938"/>
                <a:gd name="connsiteX186" fmla="*/ 1811730 w 2912392"/>
                <a:gd name="connsiteY186" fmla="*/ 620079 h 823938"/>
                <a:gd name="connsiteX187" fmla="*/ 1821459 w 2912392"/>
                <a:gd name="connsiteY187" fmla="*/ 624865 h 823938"/>
                <a:gd name="connsiteX188" fmla="*/ 1831203 w 2912392"/>
                <a:gd name="connsiteY188" fmla="*/ 629629 h 823938"/>
                <a:gd name="connsiteX189" fmla="*/ 1840947 w 2912392"/>
                <a:gd name="connsiteY189" fmla="*/ 634378 h 823938"/>
                <a:gd name="connsiteX190" fmla="*/ 1850691 w 2912392"/>
                <a:gd name="connsiteY190" fmla="*/ 639108 h 823938"/>
                <a:gd name="connsiteX191" fmla="*/ 1860435 w 2912392"/>
                <a:gd name="connsiteY191" fmla="*/ 643827 h 823938"/>
                <a:gd name="connsiteX192" fmla="*/ 1870164 w 2912392"/>
                <a:gd name="connsiteY192" fmla="*/ 648533 h 823938"/>
                <a:gd name="connsiteX193" fmla="*/ 1879908 w 2912392"/>
                <a:gd name="connsiteY193" fmla="*/ 653230 h 823938"/>
                <a:gd name="connsiteX194" fmla="*/ 1889652 w 2912392"/>
                <a:gd name="connsiteY194" fmla="*/ 657917 h 823938"/>
                <a:gd name="connsiteX195" fmla="*/ 1899395 w 2912392"/>
                <a:gd name="connsiteY195" fmla="*/ 662596 h 823938"/>
                <a:gd name="connsiteX196" fmla="*/ 1909124 w 2912392"/>
                <a:gd name="connsiteY196" fmla="*/ 667269 h 823938"/>
                <a:gd name="connsiteX197" fmla="*/ 1918868 w 2912392"/>
                <a:gd name="connsiteY197" fmla="*/ 671935 h 823938"/>
                <a:gd name="connsiteX198" fmla="*/ 1928612 w 2912392"/>
                <a:gd name="connsiteY198" fmla="*/ 676594 h 823938"/>
                <a:gd name="connsiteX199" fmla="*/ 1938356 w 2912392"/>
                <a:gd name="connsiteY199" fmla="*/ 681247 h 823938"/>
                <a:gd name="connsiteX200" fmla="*/ 1948085 w 2912392"/>
                <a:gd name="connsiteY200" fmla="*/ 685894 h 823938"/>
                <a:gd name="connsiteX201" fmla="*/ 1957829 w 2912392"/>
                <a:gd name="connsiteY201" fmla="*/ 690532 h 823938"/>
                <a:gd name="connsiteX202" fmla="*/ 1967573 w 2912392"/>
                <a:gd name="connsiteY202" fmla="*/ 695161 h 823938"/>
                <a:gd name="connsiteX203" fmla="*/ 1977317 w 2912392"/>
                <a:gd name="connsiteY203" fmla="*/ 699786 h 823938"/>
                <a:gd name="connsiteX204" fmla="*/ 1987046 w 2912392"/>
                <a:gd name="connsiteY204" fmla="*/ 704390 h 823938"/>
                <a:gd name="connsiteX205" fmla="*/ 1996790 w 2912392"/>
                <a:gd name="connsiteY205" fmla="*/ 708978 h 823938"/>
                <a:gd name="connsiteX206" fmla="*/ 2006534 w 2912392"/>
                <a:gd name="connsiteY206" fmla="*/ 713552 h 823938"/>
                <a:gd name="connsiteX207" fmla="*/ 2016278 w 2912392"/>
                <a:gd name="connsiteY207" fmla="*/ 718112 h 823938"/>
                <a:gd name="connsiteX208" fmla="*/ 2026022 w 2912392"/>
                <a:gd name="connsiteY208" fmla="*/ 722641 h 823938"/>
                <a:gd name="connsiteX209" fmla="*/ 2035751 w 2912392"/>
                <a:gd name="connsiteY209" fmla="*/ 727140 h 823938"/>
                <a:gd name="connsiteX210" fmla="*/ 2045495 w 2912392"/>
                <a:gd name="connsiteY210" fmla="*/ 731610 h 823938"/>
                <a:gd name="connsiteX211" fmla="*/ 2055239 w 2912392"/>
                <a:gd name="connsiteY211" fmla="*/ 736050 h 823938"/>
                <a:gd name="connsiteX212" fmla="*/ 2064983 w 2912392"/>
                <a:gd name="connsiteY212" fmla="*/ 740445 h 823938"/>
                <a:gd name="connsiteX213" fmla="*/ 2074712 w 2912392"/>
                <a:gd name="connsiteY213" fmla="*/ 744811 h 823938"/>
                <a:gd name="connsiteX214" fmla="*/ 2084456 w 2912392"/>
                <a:gd name="connsiteY214" fmla="*/ 749116 h 823938"/>
                <a:gd name="connsiteX215" fmla="*/ 2094200 w 2912392"/>
                <a:gd name="connsiteY215" fmla="*/ 753363 h 823938"/>
                <a:gd name="connsiteX216" fmla="*/ 2103944 w 2912392"/>
                <a:gd name="connsiteY216" fmla="*/ 757564 h 823938"/>
                <a:gd name="connsiteX217" fmla="*/ 2113673 w 2912392"/>
                <a:gd name="connsiteY217" fmla="*/ 761691 h 823938"/>
                <a:gd name="connsiteX218" fmla="*/ 2123417 w 2912392"/>
                <a:gd name="connsiteY218" fmla="*/ 765744 h 823938"/>
                <a:gd name="connsiteX219" fmla="*/ 2133161 w 2912392"/>
                <a:gd name="connsiteY219" fmla="*/ 769736 h 823938"/>
                <a:gd name="connsiteX220" fmla="*/ 2142905 w 2912392"/>
                <a:gd name="connsiteY220" fmla="*/ 773625 h 823938"/>
                <a:gd name="connsiteX221" fmla="*/ 2152649 w 2912392"/>
                <a:gd name="connsiteY221" fmla="*/ 777439 h 823938"/>
                <a:gd name="connsiteX222" fmla="*/ 2162377 w 2912392"/>
                <a:gd name="connsiteY222" fmla="*/ 781149 h 823938"/>
                <a:gd name="connsiteX223" fmla="*/ 2172121 w 2912392"/>
                <a:gd name="connsiteY223" fmla="*/ 784755 h 823938"/>
                <a:gd name="connsiteX224" fmla="*/ 2181865 w 2912392"/>
                <a:gd name="connsiteY224" fmla="*/ 788241 h 823938"/>
                <a:gd name="connsiteX225" fmla="*/ 2191609 w 2912392"/>
                <a:gd name="connsiteY225" fmla="*/ 791623 h 823938"/>
                <a:gd name="connsiteX226" fmla="*/ 2201338 w 2912392"/>
                <a:gd name="connsiteY226" fmla="*/ 794871 h 823938"/>
                <a:gd name="connsiteX227" fmla="*/ 2211082 w 2912392"/>
                <a:gd name="connsiteY227" fmla="*/ 798000 h 823938"/>
                <a:gd name="connsiteX228" fmla="*/ 2220826 w 2912392"/>
                <a:gd name="connsiteY228" fmla="*/ 800980 h 823938"/>
                <a:gd name="connsiteX229" fmla="*/ 2230570 w 2912392"/>
                <a:gd name="connsiteY229" fmla="*/ 803810 h 823938"/>
                <a:gd name="connsiteX230" fmla="*/ 2240299 w 2912392"/>
                <a:gd name="connsiteY230" fmla="*/ 806492 h 823938"/>
                <a:gd name="connsiteX231" fmla="*/ 2250043 w 2912392"/>
                <a:gd name="connsiteY231" fmla="*/ 809010 h 823938"/>
                <a:gd name="connsiteX232" fmla="*/ 2259787 w 2912392"/>
                <a:gd name="connsiteY232" fmla="*/ 811349 h 823938"/>
                <a:gd name="connsiteX233" fmla="*/ 2269531 w 2912392"/>
                <a:gd name="connsiteY233" fmla="*/ 813525 h 823938"/>
                <a:gd name="connsiteX234" fmla="*/ 2279260 w 2912392"/>
                <a:gd name="connsiteY234" fmla="*/ 815506 h 823938"/>
                <a:gd name="connsiteX235" fmla="*/ 2289004 w 2912392"/>
                <a:gd name="connsiteY235" fmla="*/ 817309 h 823938"/>
                <a:gd name="connsiteX236" fmla="*/ 2298748 w 2912392"/>
                <a:gd name="connsiteY236" fmla="*/ 818903 h 823938"/>
                <a:gd name="connsiteX237" fmla="*/ 2308492 w 2912392"/>
                <a:gd name="connsiteY237" fmla="*/ 820304 h 823938"/>
                <a:gd name="connsiteX238" fmla="*/ 2318236 w 2912392"/>
                <a:gd name="connsiteY238" fmla="*/ 821481 h 823938"/>
                <a:gd name="connsiteX239" fmla="*/ 2327965 w 2912392"/>
                <a:gd name="connsiteY239" fmla="*/ 822434 h 823938"/>
                <a:gd name="connsiteX240" fmla="*/ 2337709 w 2912392"/>
                <a:gd name="connsiteY240" fmla="*/ 823164 h 823938"/>
                <a:gd name="connsiteX241" fmla="*/ 2347453 w 2912392"/>
                <a:gd name="connsiteY241" fmla="*/ 823671 h 823938"/>
                <a:gd name="connsiteX242" fmla="*/ 2357197 w 2912392"/>
                <a:gd name="connsiteY242" fmla="*/ 823924 h 823938"/>
                <a:gd name="connsiteX243" fmla="*/ 2366926 w 2912392"/>
                <a:gd name="connsiteY243" fmla="*/ 823939 h 823938"/>
                <a:gd name="connsiteX244" fmla="*/ 2376670 w 2912392"/>
                <a:gd name="connsiteY244" fmla="*/ 823716 h 823938"/>
                <a:gd name="connsiteX245" fmla="*/ 2386413 w 2912392"/>
                <a:gd name="connsiteY245" fmla="*/ 823209 h 823938"/>
                <a:gd name="connsiteX246" fmla="*/ 2396157 w 2912392"/>
                <a:gd name="connsiteY246" fmla="*/ 822449 h 823938"/>
                <a:gd name="connsiteX247" fmla="*/ 2405886 w 2912392"/>
                <a:gd name="connsiteY247" fmla="*/ 821421 h 823938"/>
                <a:gd name="connsiteX248" fmla="*/ 2415630 w 2912392"/>
                <a:gd name="connsiteY248" fmla="*/ 820125 h 823938"/>
                <a:gd name="connsiteX249" fmla="*/ 2425374 w 2912392"/>
                <a:gd name="connsiteY249" fmla="*/ 818531 h 823938"/>
                <a:gd name="connsiteX250" fmla="*/ 2435118 w 2912392"/>
                <a:gd name="connsiteY250" fmla="*/ 816668 h 823938"/>
                <a:gd name="connsiteX251" fmla="*/ 2444862 w 2912392"/>
                <a:gd name="connsiteY251" fmla="*/ 814508 h 823938"/>
                <a:gd name="connsiteX252" fmla="*/ 2454591 w 2912392"/>
                <a:gd name="connsiteY252" fmla="*/ 812050 h 823938"/>
                <a:gd name="connsiteX253" fmla="*/ 2464335 w 2912392"/>
                <a:gd name="connsiteY253" fmla="*/ 809308 h 823938"/>
                <a:gd name="connsiteX254" fmla="*/ 2474079 w 2912392"/>
                <a:gd name="connsiteY254" fmla="*/ 806254 h 823938"/>
                <a:gd name="connsiteX255" fmla="*/ 2483823 w 2912392"/>
                <a:gd name="connsiteY255" fmla="*/ 802902 h 823938"/>
                <a:gd name="connsiteX256" fmla="*/ 2493552 w 2912392"/>
                <a:gd name="connsiteY256" fmla="*/ 799237 h 823938"/>
                <a:gd name="connsiteX257" fmla="*/ 2503296 w 2912392"/>
                <a:gd name="connsiteY257" fmla="*/ 795258 h 823938"/>
                <a:gd name="connsiteX258" fmla="*/ 2513040 w 2912392"/>
                <a:gd name="connsiteY258" fmla="*/ 790982 h 823938"/>
                <a:gd name="connsiteX259" fmla="*/ 2522784 w 2912392"/>
                <a:gd name="connsiteY259" fmla="*/ 786379 h 823938"/>
                <a:gd name="connsiteX260" fmla="*/ 2532513 w 2912392"/>
                <a:gd name="connsiteY260" fmla="*/ 781462 h 823938"/>
                <a:gd name="connsiteX261" fmla="*/ 2542257 w 2912392"/>
                <a:gd name="connsiteY261" fmla="*/ 776232 h 823938"/>
                <a:gd name="connsiteX262" fmla="*/ 2552001 w 2912392"/>
                <a:gd name="connsiteY262" fmla="*/ 770675 h 823938"/>
                <a:gd name="connsiteX263" fmla="*/ 2561745 w 2912392"/>
                <a:gd name="connsiteY263" fmla="*/ 764805 h 823938"/>
                <a:gd name="connsiteX264" fmla="*/ 2571474 w 2912392"/>
                <a:gd name="connsiteY264" fmla="*/ 758607 h 823938"/>
                <a:gd name="connsiteX265" fmla="*/ 2581218 w 2912392"/>
                <a:gd name="connsiteY265" fmla="*/ 752096 h 823938"/>
                <a:gd name="connsiteX266" fmla="*/ 2590962 w 2912392"/>
                <a:gd name="connsiteY266" fmla="*/ 745272 h 823938"/>
                <a:gd name="connsiteX267" fmla="*/ 2600705 w 2912392"/>
                <a:gd name="connsiteY267" fmla="*/ 738121 h 823938"/>
                <a:gd name="connsiteX268" fmla="*/ 2610449 w 2912392"/>
                <a:gd name="connsiteY268" fmla="*/ 730671 h 823938"/>
                <a:gd name="connsiteX269" fmla="*/ 2620178 w 2912392"/>
                <a:gd name="connsiteY269" fmla="*/ 722894 h 823938"/>
                <a:gd name="connsiteX270" fmla="*/ 2629922 w 2912392"/>
                <a:gd name="connsiteY270" fmla="*/ 714804 h 823938"/>
                <a:gd name="connsiteX271" fmla="*/ 2639666 w 2912392"/>
                <a:gd name="connsiteY271" fmla="*/ 706416 h 823938"/>
                <a:gd name="connsiteX272" fmla="*/ 2649410 w 2912392"/>
                <a:gd name="connsiteY272" fmla="*/ 697719 h 823938"/>
                <a:gd name="connsiteX273" fmla="*/ 2659139 w 2912392"/>
                <a:gd name="connsiteY273" fmla="*/ 688722 h 823938"/>
                <a:gd name="connsiteX274" fmla="*/ 2668883 w 2912392"/>
                <a:gd name="connsiteY274" fmla="*/ 679428 h 823938"/>
                <a:gd name="connsiteX275" fmla="*/ 2678627 w 2912392"/>
                <a:gd name="connsiteY275" fmla="*/ 669843 h 823938"/>
                <a:gd name="connsiteX276" fmla="*/ 2688371 w 2912392"/>
                <a:gd name="connsiteY276" fmla="*/ 659971 h 823938"/>
                <a:gd name="connsiteX277" fmla="*/ 2698100 w 2912392"/>
                <a:gd name="connsiteY277" fmla="*/ 649819 h 823938"/>
                <a:gd name="connsiteX278" fmla="*/ 2707844 w 2912392"/>
                <a:gd name="connsiteY278" fmla="*/ 639393 h 823938"/>
                <a:gd name="connsiteX279" fmla="*/ 2717588 w 2912392"/>
                <a:gd name="connsiteY279" fmla="*/ 628700 h 823938"/>
                <a:gd name="connsiteX280" fmla="*/ 2727332 w 2912392"/>
                <a:gd name="connsiteY280" fmla="*/ 617746 h 823938"/>
                <a:gd name="connsiteX281" fmla="*/ 2737076 w 2912392"/>
                <a:gd name="connsiteY281" fmla="*/ 606539 h 823938"/>
                <a:gd name="connsiteX282" fmla="*/ 2746805 w 2912392"/>
                <a:gd name="connsiteY282" fmla="*/ 595088 h 823938"/>
                <a:gd name="connsiteX283" fmla="*/ 2756549 w 2912392"/>
                <a:gd name="connsiteY283" fmla="*/ 583401 h 823938"/>
                <a:gd name="connsiteX284" fmla="*/ 2766293 w 2912392"/>
                <a:gd name="connsiteY284" fmla="*/ 571488 h 823938"/>
                <a:gd name="connsiteX285" fmla="*/ 2776037 w 2912392"/>
                <a:gd name="connsiteY285" fmla="*/ 559357 h 823938"/>
                <a:gd name="connsiteX286" fmla="*/ 2785766 w 2912392"/>
                <a:gd name="connsiteY286" fmla="*/ 547018 h 823938"/>
                <a:gd name="connsiteX287" fmla="*/ 2795510 w 2912392"/>
                <a:gd name="connsiteY287" fmla="*/ 534483 h 823938"/>
                <a:gd name="connsiteX288" fmla="*/ 2805254 w 2912392"/>
                <a:gd name="connsiteY288" fmla="*/ 521761 h 823938"/>
                <a:gd name="connsiteX289" fmla="*/ 2814998 w 2912392"/>
                <a:gd name="connsiteY289" fmla="*/ 508864 h 823938"/>
                <a:gd name="connsiteX290" fmla="*/ 2824727 w 2912392"/>
                <a:gd name="connsiteY290" fmla="*/ 495805 h 823938"/>
                <a:gd name="connsiteX291" fmla="*/ 2834471 w 2912392"/>
                <a:gd name="connsiteY291" fmla="*/ 482593 h 823938"/>
                <a:gd name="connsiteX292" fmla="*/ 2844215 w 2912392"/>
                <a:gd name="connsiteY292" fmla="*/ 469242 h 823938"/>
                <a:gd name="connsiteX293" fmla="*/ 2853958 w 2912392"/>
                <a:gd name="connsiteY293" fmla="*/ 455764 h 823938"/>
                <a:gd name="connsiteX294" fmla="*/ 2863687 w 2912392"/>
                <a:gd name="connsiteY294" fmla="*/ 442173 h 823938"/>
                <a:gd name="connsiteX295" fmla="*/ 2873431 w 2912392"/>
                <a:gd name="connsiteY295" fmla="*/ 428483 h 823938"/>
                <a:gd name="connsiteX296" fmla="*/ 2883175 w 2912392"/>
                <a:gd name="connsiteY296" fmla="*/ 414704 h 823938"/>
                <a:gd name="connsiteX297" fmla="*/ 2892919 w 2912392"/>
                <a:gd name="connsiteY297" fmla="*/ 400851 h 823938"/>
                <a:gd name="connsiteX298" fmla="*/ 2902663 w 2912392"/>
                <a:gd name="connsiteY298" fmla="*/ 386940 h 823938"/>
                <a:gd name="connsiteX299" fmla="*/ 2912392 w 2912392"/>
                <a:gd name="connsiteY299" fmla="*/ 372984 h 823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23938">
                  <a:moveTo>
                    <a:pt x="0" y="482289"/>
                  </a:moveTo>
                  <a:lnTo>
                    <a:pt x="9739" y="476022"/>
                  </a:lnTo>
                  <a:lnTo>
                    <a:pt x="19480" y="469586"/>
                  </a:lnTo>
                  <a:lnTo>
                    <a:pt x="29221" y="462981"/>
                  </a:lnTo>
                  <a:lnTo>
                    <a:pt x="38961" y="456219"/>
                  </a:lnTo>
                  <a:lnTo>
                    <a:pt x="48702" y="449303"/>
                  </a:lnTo>
                  <a:lnTo>
                    <a:pt x="58443" y="442239"/>
                  </a:lnTo>
                  <a:lnTo>
                    <a:pt x="68182" y="435035"/>
                  </a:lnTo>
                  <a:lnTo>
                    <a:pt x="77923" y="427699"/>
                  </a:lnTo>
                  <a:lnTo>
                    <a:pt x="87664" y="420236"/>
                  </a:lnTo>
                  <a:lnTo>
                    <a:pt x="97404" y="412654"/>
                  </a:lnTo>
                  <a:lnTo>
                    <a:pt x="107145" y="404960"/>
                  </a:lnTo>
                  <a:lnTo>
                    <a:pt x="116886" y="397164"/>
                  </a:lnTo>
                  <a:lnTo>
                    <a:pt x="126625" y="389269"/>
                  </a:lnTo>
                  <a:lnTo>
                    <a:pt x="136366" y="381286"/>
                  </a:lnTo>
                  <a:lnTo>
                    <a:pt x="146107" y="373221"/>
                  </a:lnTo>
                  <a:lnTo>
                    <a:pt x="155846" y="365083"/>
                  </a:lnTo>
                  <a:lnTo>
                    <a:pt x="165587" y="356880"/>
                  </a:lnTo>
                  <a:lnTo>
                    <a:pt x="175328" y="348617"/>
                  </a:lnTo>
                  <a:lnTo>
                    <a:pt x="185068" y="340305"/>
                  </a:lnTo>
                  <a:lnTo>
                    <a:pt x="194809" y="331949"/>
                  </a:lnTo>
                  <a:lnTo>
                    <a:pt x="204550" y="323561"/>
                  </a:lnTo>
                  <a:lnTo>
                    <a:pt x="214289" y="315145"/>
                  </a:lnTo>
                  <a:lnTo>
                    <a:pt x="224030" y="306710"/>
                  </a:lnTo>
                  <a:lnTo>
                    <a:pt x="233771" y="298264"/>
                  </a:lnTo>
                  <a:lnTo>
                    <a:pt x="243510" y="289816"/>
                  </a:lnTo>
                  <a:lnTo>
                    <a:pt x="253251" y="281372"/>
                  </a:lnTo>
                  <a:lnTo>
                    <a:pt x="262992" y="272939"/>
                  </a:lnTo>
                  <a:lnTo>
                    <a:pt x="272732" y="264527"/>
                  </a:lnTo>
                  <a:lnTo>
                    <a:pt x="282473" y="256140"/>
                  </a:lnTo>
                  <a:lnTo>
                    <a:pt x="292214" y="247789"/>
                  </a:lnTo>
                  <a:lnTo>
                    <a:pt x="301953" y="239480"/>
                  </a:lnTo>
                  <a:lnTo>
                    <a:pt x="311694" y="231219"/>
                  </a:lnTo>
                  <a:lnTo>
                    <a:pt x="321435" y="223015"/>
                  </a:lnTo>
                  <a:lnTo>
                    <a:pt x="331175" y="214873"/>
                  </a:lnTo>
                  <a:lnTo>
                    <a:pt x="340916" y="206802"/>
                  </a:lnTo>
                  <a:lnTo>
                    <a:pt x="350656" y="198808"/>
                  </a:lnTo>
                  <a:lnTo>
                    <a:pt x="360396" y="190895"/>
                  </a:lnTo>
                  <a:lnTo>
                    <a:pt x="370137" y="183073"/>
                  </a:lnTo>
                  <a:lnTo>
                    <a:pt x="379878" y="175348"/>
                  </a:lnTo>
                  <a:lnTo>
                    <a:pt x="389617" y="167722"/>
                  </a:lnTo>
                  <a:lnTo>
                    <a:pt x="399358" y="160207"/>
                  </a:lnTo>
                  <a:lnTo>
                    <a:pt x="409099" y="152806"/>
                  </a:lnTo>
                  <a:lnTo>
                    <a:pt x="418839" y="145524"/>
                  </a:lnTo>
                  <a:lnTo>
                    <a:pt x="428580" y="138368"/>
                  </a:lnTo>
                  <a:lnTo>
                    <a:pt x="438321" y="131343"/>
                  </a:lnTo>
                  <a:lnTo>
                    <a:pt x="448060" y="124456"/>
                  </a:lnTo>
                  <a:lnTo>
                    <a:pt x="457801" y="117708"/>
                  </a:lnTo>
                  <a:lnTo>
                    <a:pt x="467542" y="111108"/>
                  </a:lnTo>
                  <a:lnTo>
                    <a:pt x="477281" y="104659"/>
                  </a:lnTo>
                  <a:lnTo>
                    <a:pt x="487022" y="98368"/>
                  </a:lnTo>
                  <a:lnTo>
                    <a:pt x="496763" y="92235"/>
                  </a:lnTo>
                  <a:lnTo>
                    <a:pt x="506503" y="86270"/>
                  </a:lnTo>
                  <a:lnTo>
                    <a:pt x="516244" y="80472"/>
                  </a:lnTo>
                  <a:lnTo>
                    <a:pt x="525985" y="74850"/>
                  </a:lnTo>
                  <a:lnTo>
                    <a:pt x="535724" y="69405"/>
                  </a:lnTo>
                  <a:lnTo>
                    <a:pt x="545465" y="64142"/>
                  </a:lnTo>
                  <a:lnTo>
                    <a:pt x="555206" y="59064"/>
                  </a:lnTo>
                  <a:lnTo>
                    <a:pt x="564946" y="54176"/>
                  </a:lnTo>
                  <a:lnTo>
                    <a:pt x="574687" y="49480"/>
                  </a:lnTo>
                  <a:lnTo>
                    <a:pt x="584428" y="44979"/>
                  </a:lnTo>
                  <a:lnTo>
                    <a:pt x="594167" y="40677"/>
                  </a:lnTo>
                  <a:lnTo>
                    <a:pt x="603908" y="36579"/>
                  </a:lnTo>
                  <a:lnTo>
                    <a:pt x="613649" y="32684"/>
                  </a:lnTo>
                  <a:lnTo>
                    <a:pt x="623388" y="28998"/>
                  </a:lnTo>
                  <a:lnTo>
                    <a:pt x="633129" y="25522"/>
                  </a:lnTo>
                  <a:lnTo>
                    <a:pt x="642870" y="22259"/>
                  </a:lnTo>
                  <a:lnTo>
                    <a:pt x="652610" y="19211"/>
                  </a:lnTo>
                  <a:lnTo>
                    <a:pt x="662351" y="16381"/>
                  </a:lnTo>
                  <a:lnTo>
                    <a:pt x="672092" y="13770"/>
                  </a:lnTo>
                  <a:lnTo>
                    <a:pt x="681831" y="11381"/>
                  </a:lnTo>
                  <a:lnTo>
                    <a:pt x="691572" y="9215"/>
                  </a:lnTo>
                  <a:lnTo>
                    <a:pt x="701313" y="7275"/>
                  </a:lnTo>
                  <a:lnTo>
                    <a:pt x="711052" y="5560"/>
                  </a:lnTo>
                  <a:lnTo>
                    <a:pt x="720793" y="4073"/>
                  </a:lnTo>
                  <a:lnTo>
                    <a:pt x="730534" y="2817"/>
                  </a:lnTo>
                  <a:lnTo>
                    <a:pt x="740274" y="1789"/>
                  </a:lnTo>
                  <a:lnTo>
                    <a:pt x="750015" y="994"/>
                  </a:lnTo>
                  <a:lnTo>
                    <a:pt x="759756" y="431"/>
                  </a:lnTo>
                  <a:lnTo>
                    <a:pt x="769495" y="98"/>
                  </a:lnTo>
                  <a:lnTo>
                    <a:pt x="779236" y="0"/>
                  </a:lnTo>
                  <a:lnTo>
                    <a:pt x="788977" y="136"/>
                  </a:lnTo>
                  <a:lnTo>
                    <a:pt x="798717" y="504"/>
                  </a:lnTo>
                  <a:lnTo>
                    <a:pt x="808458" y="1107"/>
                  </a:lnTo>
                  <a:lnTo>
                    <a:pt x="818199" y="1941"/>
                  </a:lnTo>
                  <a:lnTo>
                    <a:pt x="827938" y="3011"/>
                  </a:lnTo>
                  <a:lnTo>
                    <a:pt x="837679" y="4312"/>
                  </a:lnTo>
                  <a:lnTo>
                    <a:pt x="847420" y="5845"/>
                  </a:lnTo>
                  <a:lnTo>
                    <a:pt x="857159" y="7607"/>
                  </a:lnTo>
                  <a:lnTo>
                    <a:pt x="866900" y="9601"/>
                  </a:lnTo>
                  <a:lnTo>
                    <a:pt x="876641" y="11824"/>
                  </a:lnTo>
                  <a:lnTo>
                    <a:pt x="886381" y="14273"/>
                  </a:lnTo>
                  <a:lnTo>
                    <a:pt x="896122" y="16948"/>
                  </a:lnTo>
                  <a:lnTo>
                    <a:pt x="905863" y="19847"/>
                  </a:lnTo>
                  <a:lnTo>
                    <a:pt x="915602" y="22967"/>
                  </a:lnTo>
                  <a:lnTo>
                    <a:pt x="925343" y="26306"/>
                  </a:lnTo>
                  <a:lnTo>
                    <a:pt x="935084" y="29864"/>
                  </a:lnTo>
                  <a:lnTo>
                    <a:pt x="944824" y="33634"/>
                  </a:lnTo>
                  <a:lnTo>
                    <a:pt x="954564" y="37617"/>
                  </a:lnTo>
                  <a:lnTo>
                    <a:pt x="964305" y="41808"/>
                  </a:lnTo>
                  <a:lnTo>
                    <a:pt x="974045" y="46205"/>
                  </a:lnTo>
                  <a:lnTo>
                    <a:pt x="983786" y="50803"/>
                  </a:lnTo>
                  <a:lnTo>
                    <a:pt x="993522" y="55600"/>
                  </a:lnTo>
                  <a:lnTo>
                    <a:pt x="1003266" y="60591"/>
                  </a:lnTo>
                  <a:lnTo>
                    <a:pt x="1013010" y="65772"/>
                  </a:lnTo>
                  <a:lnTo>
                    <a:pt x="1022754" y="71140"/>
                  </a:lnTo>
                  <a:lnTo>
                    <a:pt x="1032483" y="76688"/>
                  </a:lnTo>
                  <a:lnTo>
                    <a:pt x="1042227" y="82414"/>
                  </a:lnTo>
                  <a:lnTo>
                    <a:pt x="1051971" y="88311"/>
                  </a:lnTo>
                  <a:lnTo>
                    <a:pt x="1061715" y="94376"/>
                  </a:lnTo>
                  <a:lnTo>
                    <a:pt x="1071444" y="100602"/>
                  </a:lnTo>
                  <a:lnTo>
                    <a:pt x="1081188" y="106985"/>
                  </a:lnTo>
                  <a:lnTo>
                    <a:pt x="1090932" y="113518"/>
                  </a:lnTo>
                  <a:lnTo>
                    <a:pt x="1100676" y="120196"/>
                  </a:lnTo>
                  <a:lnTo>
                    <a:pt x="1110405" y="127014"/>
                  </a:lnTo>
                  <a:lnTo>
                    <a:pt x="1120149" y="133963"/>
                  </a:lnTo>
                  <a:lnTo>
                    <a:pt x="1129893" y="141040"/>
                  </a:lnTo>
                  <a:lnTo>
                    <a:pt x="1139637" y="148236"/>
                  </a:lnTo>
                  <a:lnTo>
                    <a:pt x="1149381" y="155547"/>
                  </a:lnTo>
                  <a:lnTo>
                    <a:pt x="1159110" y="162964"/>
                  </a:lnTo>
                  <a:lnTo>
                    <a:pt x="1168854" y="170480"/>
                  </a:lnTo>
                  <a:lnTo>
                    <a:pt x="1178598" y="178092"/>
                  </a:lnTo>
                  <a:lnTo>
                    <a:pt x="1188341" y="185789"/>
                  </a:lnTo>
                  <a:lnTo>
                    <a:pt x="1198070" y="193566"/>
                  </a:lnTo>
                  <a:lnTo>
                    <a:pt x="1207814" y="201415"/>
                  </a:lnTo>
                  <a:lnTo>
                    <a:pt x="1217558" y="209329"/>
                  </a:lnTo>
                  <a:lnTo>
                    <a:pt x="1227302" y="217302"/>
                  </a:lnTo>
                  <a:lnTo>
                    <a:pt x="1237031" y="225326"/>
                  </a:lnTo>
                  <a:lnTo>
                    <a:pt x="1246775" y="233394"/>
                  </a:lnTo>
                  <a:lnTo>
                    <a:pt x="1256519" y="241499"/>
                  </a:lnTo>
                  <a:lnTo>
                    <a:pt x="1266263" y="249632"/>
                  </a:lnTo>
                  <a:lnTo>
                    <a:pt x="1276007" y="257790"/>
                  </a:lnTo>
                  <a:lnTo>
                    <a:pt x="1285736" y="265962"/>
                  </a:lnTo>
                  <a:lnTo>
                    <a:pt x="1295480" y="274143"/>
                  </a:lnTo>
                  <a:lnTo>
                    <a:pt x="1305224" y="282327"/>
                  </a:lnTo>
                  <a:lnTo>
                    <a:pt x="1314968" y="290505"/>
                  </a:lnTo>
                  <a:lnTo>
                    <a:pt x="1324697" y="298672"/>
                  </a:lnTo>
                  <a:lnTo>
                    <a:pt x="1334441" y="306822"/>
                  </a:lnTo>
                  <a:lnTo>
                    <a:pt x="1344185" y="314948"/>
                  </a:lnTo>
                  <a:lnTo>
                    <a:pt x="1353929" y="323044"/>
                  </a:lnTo>
                  <a:lnTo>
                    <a:pt x="1363658" y="331103"/>
                  </a:lnTo>
                  <a:lnTo>
                    <a:pt x="1373402" y="339122"/>
                  </a:lnTo>
                  <a:lnTo>
                    <a:pt x="1383146" y="347093"/>
                  </a:lnTo>
                  <a:lnTo>
                    <a:pt x="1392890" y="355013"/>
                  </a:lnTo>
                  <a:lnTo>
                    <a:pt x="1402619" y="362875"/>
                  </a:lnTo>
                  <a:lnTo>
                    <a:pt x="1412363" y="370675"/>
                  </a:lnTo>
                  <a:lnTo>
                    <a:pt x="1422106" y="378409"/>
                  </a:lnTo>
                  <a:lnTo>
                    <a:pt x="1431850" y="386073"/>
                  </a:lnTo>
                  <a:lnTo>
                    <a:pt x="1441594" y="393662"/>
                  </a:lnTo>
                  <a:lnTo>
                    <a:pt x="1451323" y="401174"/>
                  </a:lnTo>
                  <a:lnTo>
                    <a:pt x="1461067" y="408606"/>
                  </a:lnTo>
                  <a:lnTo>
                    <a:pt x="1470811" y="415953"/>
                  </a:lnTo>
                  <a:lnTo>
                    <a:pt x="1480555" y="423215"/>
                  </a:lnTo>
                  <a:lnTo>
                    <a:pt x="1490284" y="430387"/>
                  </a:lnTo>
                  <a:lnTo>
                    <a:pt x="1500028" y="437468"/>
                  </a:lnTo>
                  <a:lnTo>
                    <a:pt x="1509772" y="444458"/>
                  </a:lnTo>
                  <a:lnTo>
                    <a:pt x="1519516" y="451354"/>
                  </a:lnTo>
                  <a:lnTo>
                    <a:pt x="1529245" y="458156"/>
                  </a:lnTo>
                  <a:lnTo>
                    <a:pt x="1538989" y="464863"/>
                  </a:lnTo>
                  <a:lnTo>
                    <a:pt x="1548733" y="471475"/>
                  </a:lnTo>
                  <a:lnTo>
                    <a:pt x="1558477" y="477992"/>
                  </a:lnTo>
                  <a:lnTo>
                    <a:pt x="1568221" y="484414"/>
                  </a:lnTo>
                  <a:lnTo>
                    <a:pt x="1577950" y="490741"/>
                  </a:lnTo>
                  <a:lnTo>
                    <a:pt x="1587694" y="496975"/>
                  </a:lnTo>
                  <a:lnTo>
                    <a:pt x="1597438" y="503118"/>
                  </a:lnTo>
                  <a:lnTo>
                    <a:pt x="1607182" y="509168"/>
                  </a:lnTo>
                  <a:lnTo>
                    <a:pt x="1616911" y="515132"/>
                  </a:lnTo>
                  <a:lnTo>
                    <a:pt x="1626655" y="521008"/>
                  </a:lnTo>
                  <a:lnTo>
                    <a:pt x="1636399" y="526800"/>
                  </a:lnTo>
                  <a:lnTo>
                    <a:pt x="1646142" y="532510"/>
                  </a:lnTo>
                  <a:lnTo>
                    <a:pt x="1655872" y="538141"/>
                  </a:lnTo>
                  <a:lnTo>
                    <a:pt x="1665616" y="543695"/>
                  </a:lnTo>
                  <a:lnTo>
                    <a:pt x="1675359" y="549175"/>
                  </a:lnTo>
                  <a:lnTo>
                    <a:pt x="1685103" y="554586"/>
                  </a:lnTo>
                  <a:lnTo>
                    <a:pt x="1694832" y="559929"/>
                  </a:lnTo>
                  <a:lnTo>
                    <a:pt x="1704576" y="565209"/>
                  </a:lnTo>
                  <a:lnTo>
                    <a:pt x="1714320" y="570428"/>
                  </a:lnTo>
                  <a:lnTo>
                    <a:pt x="1724064" y="575591"/>
                  </a:lnTo>
                  <a:lnTo>
                    <a:pt x="1733808" y="580700"/>
                  </a:lnTo>
                  <a:lnTo>
                    <a:pt x="1743537" y="585759"/>
                  </a:lnTo>
                  <a:lnTo>
                    <a:pt x="1753281" y="590773"/>
                  </a:lnTo>
                  <a:lnTo>
                    <a:pt x="1763025" y="595743"/>
                  </a:lnTo>
                  <a:lnTo>
                    <a:pt x="1772769" y="600676"/>
                  </a:lnTo>
                  <a:lnTo>
                    <a:pt x="1782498" y="605572"/>
                  </a:lnTo>
                  <a:lnTo>
                    <a:pt x="1792242" y="610437"/>
                  </a:lnTo>
                  <a:lnTo>
                    <a:pt x="1801986" y="615271"/>
                  </a:lnTo>
                  <a:lnTo>
                    <a:pt x="1811730" y="620079"/>
                  </a:lnTo>
                  <a:lnTo>
                    <a:pt x="1821459" y="624865"/>
                  </a:lnTo>
                  <a:lnTo>
                    <a:pt x="1831203" y="629629"/>
                  </a:lnTo>
                  <a:lnTo>
                    <a:pt x="1840947" y="634378"/>
                  </a:lnTo>
                  <a:lnTo>
                    <a:pt x="1850691" y="639108"/>
                  </a:lnTo>
                  <a:lnTo>
                    <a:pt x="1860435" y="643827"/>
                  </a:lnTo>
                  <a:lnTo>
                    <a:pt x="1870164" y="648533"/>
                  </a:lnTo>
                  <a:lnTo>
                    <a:pt x="1879908" y="653230"/>
                  </a:lnTo>
                  <a:lnTo>
                    <a:pt x="1889652" y="657917"/>
                  </a:lnTo>
                  <a:lnTo>
                    <a:pt x="1899395" y="662596"/>
                  </a:lnTo>
                  <a:lnTo>
                    <a:pt x="1909124" y="667269"/>
                  </a:lnTo>
                  <a:lnTo>
                    <a:pt x="1918868" y="671935"/>
                  </a:lnTo>
                  <a:lnTo>
                    <a:pt x="1928612" y="676594"/>
                  </a:lnTo>
                  <a:lnTo>
                    <a:pt x="1938356" y="681247"/>
                  </a:lnTo>
                  <a:lnTo>
                    <a:pt x="1948085" y="685894"/>
                  </a:lnTo>
                  <a:lnTo>
                    <a:pt x="1957829" y="690532"/>
                  </a:lnTo>
                  <a:lnTo>
                    <a:pt x="1967573" y="695161"/>
                  </a:lnTo>
                  <a:lnTo>
                    <a:pt x="1977317" y="699786"/>
                  </a:lnTo>
                  <a:lnTo>
                    <a:pt x="1987046" y="704390"/>
                  </a:lnTo>
                  <a:lnTo>
                    <a:pt x="1996790" y="708978"/>
                  </a:lnTo>
                  <a:lnTo>
                    <a:pt x="2006534" y="713552"/>
                  </a:lnTo>
                  <a:lnTo>
                    <a:pt x="2016278" y="718112"/>
                  </a:lnTo>
                  <a:lnTo>
                    <a:pt x="2026022" y="722641"/>
                  </a:lnTo>
                  <a:lnTo>
                    <a:pt x="2035751" y="727140"/>
                  </a:lnTo>
                  <a:lnTo>
                    <a:pt x="2045495" y="731610"/>
                  </a:lnTo>
                  <a:lnTo>
                    <a:pt x="2055239" y="736050"/>
                  </a:lnTo>
                  <a:lnTo>
                    <a:pt x="2064983" y="740445"/>
                  </a:lnTo>
                  <a:lnTo>
                    <a:pt x="2074712" y="744811"/>
                  </a:lnTo>
                  <a:lnTo>
                    <a:pt x="2084456" y="749116"/>
                  </a:lnTo>
                  <a:lnTo>
                    <a:pt x="2094200" y="753363"/>
                  </a:lnTo>
                  <a:lnTo>
                    <a:pt x="2103944" y="757564"/>
                  </a:lnTo>
                  <a:lnTo>
                    <a:pt x="2113673" y="761691"/>
                  </a:lnTo>
                  <a:lnTo>
                    <a:pt x="2123417" y="765744"/>
                  </a:lnTo>
                  <a:lnTo>
                    <a:pt x="2133161" y="769736"/>
                  </a:lnTo>
                  <a:lnTo>
                    <a:pt x="2142905" y="773625"/>
                  </a:lnTo>
                  <a:lnTo>
                    <a:pt x="2152649" y="777439"/>
                  </a:lnTo>
                  <a:lnTo>
                    <a:pt x="2162377" y="781149"/>
                  </a:lnTo>
                  <a:lnTo>
                    <a:pt x="2172121" y="784755"/>
                  </a:lnTo>
                  <a:lnTo>
                    <a:pt x="2181865" y="788241"/>
                  </a:lnTo>
                  <a:lnTo>
                    <a:pt x="2191609" y="791623"/>
                  </a:lnTo>
                  <a:lnTo>
                    <a:pt x="2201338" y="794871"/>
                  </a:lnTo>
                  <a:lnTo>
                    <a:pt x="2211082" y="798000"/>
                  </a:lnTo>
                  <a:lnTo>
                    <a:pt x="2220826" y="800980"/>
                  </a:lnTo>
                  <a:lnTo>
                    <a:pt x="2230570" y="803810"/>
                  </a:lnTo>
                  <a:lnTo>
                    <a:pt x="2240299" y="806492"/>
                  </a:lnTo>
                  <a:lnTo>
                    <a:pt x="2250043" y="809010"/>
                  </a:lnTo>
                  <a:lnTo>
                    <a:pt x="2259787" y="811349"/>
                  </a:lnTo>
                  <a:lnTo>
                    <a:pt x="2269531" y="813525"/>
                  </a:lnTo>
                  <a:lnTo>
                    <a:pt x="2279260" y="815506"/>
                  </a:lnTo>
                  <a:lnTo>
                    <a:pt x="2289004" y="817309"/>
                  </a:lnTo>
                  <a:lnTo>
                    <a:pt x="2298748" y="818903"/>
                  </a:lnTo>
                  <a:lnTo>
                    <a:pt x="2308492" y="820304"/>
                  </a:lnTo>
                  <a:lnTo>
                    <a:pt x="2318236" y="821481"/>
                  </a:lnTo>
                  <a:lnTo>
                    <a:pt x="2327965" y="822434"/>
                  </a:lnTo>
                  <a:lnTo>
                    <a:pt x="2337709" y="823164"/>
                  </a:lnTo>
                  <a:lnTo>
                    <a:pt x="2347453" y="823671"/>
                  </a:lnTo>
                  <a:lnTo>
                    <a:pt x="2357197" y="823924"/>
                  </a:lnTo>
                  <a:lnTo>
                    <a:pt x="2366926" y="823939"/>
                  </a:lnTo>
                  <a:lnTo>
                    <a:pt x="2376670" y="823716"/>
                  </a:lnTo>
                  <a:lnTo>
                    <a:pt x="2386413" y="823209"/>
                  </a:lnTo>
                  <a:lnTo>
                    <a:pt x="2396157" y="822449"/>
                  </a:lnTo>
                  <a:lnTo>
                    <a:pt x="2405886" y="821421"/>
                  </a:lnTo>
                  <a:lnTo>
                    <a:pt x="2415630" y="820125"/>
                  </a:lnTo>
                  <a:lnTo>
                    <a:pt x="2425374" y="818531"/>
                  </a:lnTo>
                  <a:lnTo>
                    <a:pt x="2435118" y="816668"/>
                  </a:lnTo>
                  <a:lnTo>
                    <a:pt x="2444862" y="814508"/>
                  </a:lnTo>
                  <a:lnTo>
                    <a:pt x="2454591" y="812050"/>
                  </a:lnTo>
                  <a:lnTo>
                    <a:pt x="2464335" y="809308"/>
                  </a:lnTo>
                  <a:lnTo>
                    <a:pt x="2474079" y="806254"/>
                  </a:lnTo>
                  <a:lnTo>
                    <a:pt x="2483823" y="802902"/>
                  </a:lnTo>
                  <a:lnTo>
                    <a:pt x="2493552" y="799237"/>
                  </a:lnTo>
                  <a:lnTo>
                    <a:pt x="2503296" y="795258"/>
                  </a:lnTo>
                  <a:lnTo>
                    <a:pt x="2513040" y="790982"/>
                  </a:lnTo>
                  <a:lnTo>
                    <a:pt x="2522784" y="786379"/>
                  </a:lnTo>
                  <a:lnTo>
                    <a:pt x="2532513" y="781462"/>
                  </a:lnTo>
                  <a:lnTo>
                    <a:pt x="2542257" y="776232"/>
                  </a:lnTo>
                  <a:lnTo>
                    <a:pt x="2552001" y="770675"/>
                  </a:lnTo>
                  <a:lnTo>
                    <a:pt x="2561745" y="764805"/>
                  </a:lnTo>
                  <a:lnTo>
                    <a:pt x="2571474" y="758607"/>
                  </a:lnTo>
                  <a:lnTo>
                    <a:pt x="2581218" y="752096"/>
                  </a:lnTo>
                  <a:lnTo>
                    <a:pt x="2590962" y="745272"/>
                  </a:lnTo>
                  <a:lnTo>
                    <a:pt x="2600705" y="738121"/>
                  </a:lnTo>
                  <a:lnTo>
                    <a:pt x="2610449" y="730671"/>
                  </a:lnTo>
                  <a:lnTo>
                    <a:pt x="2620178" y="722894"/>
                  </a:lnTo>
                  <a:lnTo>
                    <a:pt x="2629922" y="714804"/>
                  </a:lnTo>
                  <a:lnTo>
                    <a:pt x="2639666" y="706416"/>
                  </a:lnTo>
                  <a:lnTo>
                    <a:pt x="2649410" y="697719"/>
                  </a:lnTo>
                  <a:lnTo>
                    <a:pt x="2659139" y="688722"/>
                  </a:lnTo>
                  <a:lnTo>
                    <a:pt x="2668883" y="679428"/>
                  </a:lnTo>
                  <a:lnTo>
                    <a:pt x="2678627" y="669843"/>
                  </a:lnTo>
                  <a:lnTo>
                    <a:pt x="2688371" y="659971"/>
                  </a:lnTo>
                  <a:lnTo>
                    <a:pt x="2698100" y="649819"/>
                  </a:lnTo>
                  <a:lnTo>
                    <a:pt x="2707844" y="639393"/>
                  </a:lnTo>
                  <a:lnTo>
                    <a:pt x="2717588" y="628700"/>
                  </a:lnTo>
                  <a:lnTo>
                    <a:pt x="2727332" y="617746"/>
                  </a:lnTo>
                  <a:lnTo>
                    <a:pt x="2737076" y="606539"/>
                  </a:lnTo>
                  <a:lnTo>
                    <a:pt x="2746805" y="595088"/>
                  </a:lnTo>
                  <a:lnTo>
                    <a:pt x="2756549" y="583401"/>
                  </a:lnTo>
                  <a:lnTo>
                    <a:pt x="2766293" y="571488"/>
                  </a:lnTo>
                  <a:lnTo>
                    <a:pt x="2776037" y="559357"/>
                  </a:lnTo>
                  <a:lnTo>
                    <a:pt x="2785766" y="547018"/>
                  </a:lnTo>
                  <a:lnTo>
                    <a:pt x="2795510" y="534483"/>
                  </a:lnTo>
                  <a:lnTo>
                    <a:pt x="2805254" y="521761"/>
                  </a:lnTo>
                  <a:lnTo>
                    <a:pt x="2814998" y="508864"/>
                  </a:lnTo>
                  <a:lnTo>
                    <a:pt x="2824727" y="495805"/>
                  </a:lnTo>
                  <a:lnTo>
                    <a:pt x="2834471" y="482593"/>
                  </a:lnTo>
                  <a:lnTo>
                    <a:pt x="2844215" y="469242"/>
                  </a:lnTo>
                  <a:lnTo>
                    <a:pt x="2853958" y="455764"/>
                  </a:lnTo>
                  <a:lnTo>
                    <a:pt x="2863687" y="442173"/>
                  </a:lnTo>
                  <a:lnTo>
                    <a:pt x="2873431" y="428483"/>
                  </a:lnTo>
                  <a:lnTo>
                    <a:pt x="2883175" y="414704"/>
                  </a:lnTo>
                  <a:lnTo>
                    <a:pt x="2892919" y="400851"/>
                  </a:lnTo>
                  <a:lnTo>
                    <a:pt x="2902663" y="386940"/>
                  </a:lnTo>
                  <a:lnTo>
                    <a:pt x="2912392" y="37298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2" name="Freeform 651">
              <a:extLst>
                <a:ext uri="{FF2B5EF4-FFF2-40B4-BE49-F238E27FC236}">
                  <a16:creationId xmlns:a16="http://schemas.microsoft.com/office/drawing/2014/main" id="{8A1E9968-1752-3E8E-CBA6-754EFBC7B7F8}"/>
                </a:ext>
              </a:extLst>
            </p:cNvPr>
            <p:cNvSpPr/>
            <p:nvPr/>
          </p:nvSpPr>
          <p:spPr>
            <a:xfrm>
              <a:off x="576446" y="3224998"/>
              <a:ext cx="2912392" cy="943163"/>
            </a:xfrm>
            <a:custGeom>
              <a:avLst/>
              <a:gdLst>
                <a:gd name="connsiteX0" fmla="*/ 0 w 2912392"/>
                <a:gd name="connsiteY0" fmla="*/ 691430 h 943163"/>
                <a:gd name="connsiteX1" fmla="*/ 9739 w 2912392"/>
                <a:gd name="connsiteY1" fmla="*/ 697249 h 943163"/>
                <a:gd name="connsiteX2" fmla="*/ 19480 w 2912392"/>
                <a:gd name="connsiteY2" fmla="*/ 703165 h 943163"/>
                <a:gd name="connsiteX3" fmla="*/ 29221 w 2912392"/>
                <a:gd name="connsiteY3" fmla="*/ 709172 h 943163"/>
                <a:gd name="connsiteX4" fmla="*/ 38961 w 2912392"/>
                <a:gd name="connsiteY4" fmla="*/ 715264 h 943163"/>
                <a:gd name="connsiteX5" fmla="*/ 48702 w 2912392"/>
                <a:gd name="connsiteY5" fmla="*/ 721431 h 943163"/>
                <a:gd name="connsiteX6" fmla="*/ 58443 w 2912392"/>
                <a:gd name="connsiteY6" fmla="*/ 727666 h 943163"/>
                <a:gd name="connsiteX7" fmla="*/ 68182 w 2912392"/>
                <a:gd name="connsiteY7" fmla="*/ 733960 h 943163"/>
                <a:gd name="connsiteX8" fmla="*/ 77923 w 2912392"/>
                <a:gd name="connsiteY8" fmla="*/ 740304 h 943163"/>
                <a:gd name="connsiteX9" fmla="*/ 87664 w 2912392"/>
                <a:gd name="connsiteY9" fmla="*/ 746689 h 943163"/>
                <a:gd name="connsiteX10" fmla="*/ 97404 w 2912392"/>
                <a:gd name="connsiteY10" fmla="*/ 753109 h 943163"/>
                <a:gd name="connsiteX11" fmla="*/ 107145 w 2912392"/>
                <a:gd name="connsiteY11" fmla="*/ 759552 h 943163"/>
                <a:gd name="connsiteX12" fmla="*/ 116886 w 2912392"/>
                <a:gd name="connsiteY12" fmla="*/ 766010 h 943163"/>
                <a:gd name="connsiteX13" fmla="*/ 126625 w 2912392"/>
                <a:gd name="connsiteY13" fmla="*/ 772474 h 943163"/>
                <a:gd name="connsiteX14" fmla="*/ 136366 w 2912392"/>
                <a:gd name="connsiteY14" fmla="*/ 778935 h 943163"/>
                <a:gd name="connsiteX15" fmla="*/ 146107 w 2912392"/>
                <a:gd name="connsiteY15" fmla="*/ 785383 h 943163"/>
                <a:gd name="connsiteX16" fmla="*/ 155846 w 2912392"/>
                <a:gd name="connsiteY16" fmla="*/ 791805 h 943163"/>
                <a:gd name="connsiteX17" fmla="*/ 165587 w 2912392"/>
                <a:gd name="connsiteY17" fmla="*/ 798211 h 943163"/>
                <a:gd name="connsiteX18" fmla="*/ 175328 w 2912392"/>
                <a:gd name="connsiteY18" fmla="*/ 804558 h 943163"/>
                <a:gd name="connsiteX19" fmla="*/ 185068 w 2912392"/>
                <a:gd name="connsiteY19" fmla="*/ 810876 h 943163"/>
                <a:gd name="connsiteX20" fmla="*/ 194809 w 2912392"/>
                <a:gd name="connsiteY20" fmla="*/ 817118 h 943163"/>
                <a:gd name="connsiteX21" fmla="*/ 204550 w 2912392"/>
                <a:gd name="connsiteY21" fmla="*/ 823301 h 943163"/>
                <a:gd name="connsiteX22" fmla="*/ 214289 w 2912392"/>
                <a:gd name="connsiteY22" fmla="*/ 829410 h 943163"/>
                <a:gd name="connsiteX23" fmla="*/ 224030 w 2912392"/>
                <a:gd name="connsiteY23" fmla="*/ 835429 h 943163"/>
                <a:gd name="connsiteX24" fmla="*/ 233771 w 2912392"/>
                <a:gd name="connsiteY24" fmla="*/ 841359 h 943163"/>
                <a:gd name="connsiteX25" fmla="*/ 243510 w 2912392"/>
                <a:gd name="connsiteY25" fmla="*/ 847184 h 943163"/>
                <a:gd name="connsiteX26" fmla="*/ 253251 w 2912392"/>
                <a:gd name="connsiteY26" fmla="*/ 852906 h 943163"/>
                <a:gd name="connsiteX27" fmla="*/ 262992 w 2912392"/>
                <a:gd name="connsiteY27" fmla="*/ 858508 h 943163"/>
                <a:gd name="connsiteX28" fmla="*/ 272732 w 2912392"/>
                <a:gd name="connsiteY28" fmla="*/ 863990 h 943163"/>
                <a:gd name="connsiteX29" fmla="*/ 282473 w 2912392"/>
                <a:gd name="connsiteY29" fmla="*/ 869324 h 943163"/>
                <a:gd name="connsiteX30" fmla="*/ 292214 w 2912392"/>
                <a:gd name="connsiteY30" fmla="*/ 874524 h 943163"/>
                <a:gd name="connsiteX31" fmla="*/ 301953 w 2912392"/>
                <a:gd name="connsiteY31" fmla="*/ 879590 h 943163"/>
                <a:gd name="connsiteX32" fmla="*/ 311694 w 2912392"/>
                <a:gd name="connsiteY32" fmla="*/ 884491 h 943163"/>
                <a:gd name="connsiteX33" fmla="*/ 321435 w 2912392"/>
                <a:gd name="connsiteY33" fmla="*/ 889229 h 943163"/>
                <a:gd name="connsiteX34" fmla="*/ 331175 w 2912392"/>
                <a:gd name="connsiteY34" fmla="*/ 893803 h 943163"/>
                <a:gd name="connsiteX35" fmla="*/ 340916 w 2912392"/>
                <a:gd name="connsiteY35" fmla="*/ 898199 h 943163"/>
                <a:gd name="connsiteX36" fmla="*/ 350656 w 2912392"/>
                <a:gd name="connsiteY36" fmla="*/ 902430 h 943163"/>
                <a:gd name="connsiteX37" fmla="*/ 360396 w 2912392"/>
                <a:gd name="connsiteY37" fmla="*/ 906467 h 943163"/>
                <a:gd name="connsiteX38" fmla="*/ 370137 w 2912392"/>
                <a:gd name="connsiteY38" fmla="*/ 910311 h 943163"/>
                <a:gd name="connsiteX39" fmla="*/ 379878 w 2912392"/>
                <a:gd name="connsiteY39" fmla="*/ 913962 h 943163"/>
                <a:gd name="connsiteX40" fmla="*/ 389617 w 2912392"/>
                <a:gd name="connsiteY40" fmla="*/ 917418 h 943163"/>
                <a:gd name="connsiteX41" fmla="*/ 399358 w 2912392"/>
                <a:gd name="connsiteY41" fmla="*/ 920666 h 943163"/>
                <a:gd name="connsiteX42" fmla="*/ 409099 w 2912392"/>
                <a:gd name="connsiteY42" fmla="*/ 923721 h 943163"/>
                <a:gd name="connsiteX43" fmla="*/ 418839 w 2912392"/>
                <a:gd name="connsiteY43" fmla="*/ 926551 h 943163"/>
                <a:gd name="connsiteX44" fmla="*/ 428580 w 2912392"/>
                <a:gd name="connsiteY44" fmla="*/ 929173 h 943163"/>
                <a:gd name="connsiteX45" fmla="*/ 438321 w 2912392"/>
                <a:gd name="connsiteY45" fmla="*/ 931572 h 943163"/>
                <a:gd name="connsiteX46" fmla="*/ 448060 w 2912392"/>
                <a:gd name="connsiteY46" fmla="*/ 933748 h 943163"/>
                <a:gd name="connsiteX47" fmla="*/ 457801 w 2912392"/>
                <a:gd name="connsiteY47" fmla="*/ 935714 h 943163"/>
                <a:gd name="connsiteX48" fmla="*/ 467542 w 2912392"/>
                <a:gd name="connsiteY48" fmla="*/ 937457 h 943163"/>
                <a:gd name="connsiteX49" fmla="*/ 477281 w 2912392"/>
                <a:gd name="connsiteY49" fmla="*/ 938962 h 943163"/>
                <a:gd name="connsiteX50" fmla="*/ 487022 w 2912392"/>
                <a:gd name="connsiteY50" fmla="*/ 940243 h 943163"/>
                <a:gd name="connsiteX51" fmla="*/ 496763 w 2912392"/>
                <a:gd name="connsiteY51" fmla="*/ 941286 h 943163"/>
                <a:gd name="connsiteX52" fmla="*/ 506503 w 2912392"/>
                <a:gd name="connsiteY52" fmla="*/ 942106 h 943163"/>
                <a:gd name="connsiteX53" fmla="*/ 516244 w 2912392"/>
                <a:gd name="connsiteY53" fmla="*/ 942702 h 943163"/>
                <a:gd name="connsiteX54" fmla="*/ 525985 w 2912392"/>
                <a:gd name="connsiteY54" fmla="*/ 943044 h 943163"/>
                <a:gd name="connsiteX55" fmla="*/ 535724 w 2912392"/>
                <a:gd name="connsiteY55" fmla="*/ 943164 h 943163"/>
                <a:gd name="connsiteX56" fmla="*/ 545465 w 2912392"/>
                <a:gd name="connsiteY56" fmla="*/ 943059 h 943163"/>
                <a:gd name="connsiteX57" fmla="*/ 555206 w 2912392"/>
                <a:gd name="connsiteY57" fmla="*/ 942702 h 943163"/>
                <a:gd name="connsiteX58" fmla="*/ 564946 w 2912392"/>
                <a:gd name="connsiteY58" fmla="*/ 942121 h 943163"/>
                <a:gd name="connsiteX59" fmla="*/ 574687 w 2912392"/>
                <a:gd name="connsiteY59" fmla="*/ 941301 h 943163"/>
                <a:gd name="connsiteX60" fmla="*/ 584428 w 2912392"/>
                <a:gd name="connsiteY60" fmla="*/ 940258 h 943163"/>
                <a:gd name="connsiteX61" fmla="*/ 594167 w 2912392"/>
                <a:gd name="connsiteY61" fmla="*/ 938962 h 943163"/>
                <a:gd name="connsiteX62" fmla="*/ 603908 w 2912392"/>
                <a:gd name="connsiteY62" fmla="*/ 937457 h 943163"/>
                <a:gd name="connsiteX63" fmla="*/ 613649 w 2912392"/>
                <a:gd name="connsiteY63" fmla="*/ 935699 h 943163"/>
                <a:gd name="connsiteX64" fmla="*/ 623388 w 2912392"/>
                <a:gd name="connsiteY64" fmla="*/ 933718 h 943163"/>
                <a:gd name="connsiteX65" fmla="*/ 633129 w 2912392"/>
                <a:gd name="connsiteY65" fmla="*/ 931498 h 943163"/>
                <a:gd name="connsiteX66" fmla="*/ 642870 w 2912392"/>
                <a:gd name="connsiteY66" fmla="*/ 929054 h 943163"/>
                <a:gd name="connsiteX67" fmla="*/ 652610 w 2912392"/>
                <a:gd name="connsiteY67" fmla="*/ 926372 h 943163"/>
                <a:gd name="connsiteX68" fmla="*/ 662351 w 2912392"/>
                <a:gd name="connsiteY68" fmla="*/ 923467 h 943163"/>
                <a:gd name="connsiteX69" fmla="*/ 672092 w 2912392"/>
                <a:gd name="connsiteY69" fmla="*/ 920338 h 943163"/>
                <a:gd name="connsiteX70" fmla="*/ 681831 w 2912392"/>
                <a:gd name="connsiteY70" fmla="*/ 916986 h 943163"/>
                <a:gd name="connsiteX71" fmla="*/ 691572 w 2912392"/>
                <a:gd name="connsiteY71" fmla="*/ 913395 h 943163"/>
                <a:gd name="connsiteX72" fmla="*/ 701313 w 2912392"/>
                <a:gd name="connsiteY72" fmla="*/ 909581 h 943163"/>
                <a:gd name="connsiteX73" fmla="*/ 711052 w 2912392"/>
                <a:gd name="connsiteY73" fmla="*/ 905559 h 943163"/>
                <a:gd name="connsiteX74" fmla="*/ 720793 w 2912392"/>
                <a:gd name="connsiteY74" fmla="*/ 901298 h 943163"/>
                <a:gd name="connsiteX75" fmla="*/ 730534 w 2912392"/>
                <a:gd name="connsiteY75" fmla="*/ 896828 h 943163"/>
                <a:gd name="connsiteX76" fmla="*/ 740274 w 2912392"/>
                <a:gd name="connsiteY76" fmla="*/ 892120 h 943163"/>
                <a:gd name="connsiteX77" fmla="*/ 750015 w 2912392"/>
                <a:gd name="connsiteY77" fmla="*/ 887218 h 943163"/>
                <a:gd name="connsiteX78" fmla="*/ 759756 w 2912392"/>
                <a:gd name="connsiteY78" fmla="*/ 882078 h 943163"/>
                <a:gd name="connsiteX79" fmla="*/ 769495 w 2912392"/>
                <a:gd name="connsiteY79" fmla="*/ 876729 h 943163"/>
                <a:gd name="connsiteX80" fmla="*/ 779236 w 2912392"/>
                <a:gd name="connsiteY80" fmla="*/ 871172 h 943163"/>
                <a:gd name="connsiteX81" fmla="*/ 788977 w 2912392"/>
                <a:gd name="connsiteY81" fmla="*/ 865391 h 943163"/>
                <a:gd name="connsiteX82" fmla="*/ 798717 w 2912392"/>
                <a:gd name="connsiteY82" fmla="*/ 859402 h 943163"/>
                <a:gd name="connsiteX83" fmla="*/ 808458 w 2912392"/>
                <a:gd name="connsiteY83" fmla="*/ 853204 h 943163"/>
                <a:gd name="connsiteX84" fmla="*/ 818199 w 2912392"/>
                <a:gd name="connsiteY84" fmla="*/ 846797 h 943163"/>
                <a:gd name="connsiteX85" fmla="*/ 827938 w 2912392"/>
                <a:gd name="connsiteY85" fmla="*/ 840182 h 943163"/>
                <a:gd name="connsiteX86" fmla="*/ 837679 w 2912392"/>
                <a:gd name="connsiteY86" fmla="*/ 833358 h 943163"/>
                <a:gd name="connsiteX87" fmla="*/ 847420 w 2912392"/>
                <a:gd name="connsiteY87" fmla="*/ 826326 h 943163"/>
                <a:gd name="connsiteX88" fmla="*/ 857159 w 2912392"/>
                <a:gd name="connsiteY88" fmla="*/ 819100 h 943163"/>
                <a:gd name="connsiteX89" fmla="*/ 866900 w 2912392"/>
                <a:gd name="connsiteY89" fmla="*/ 811665 h 943163"/>
                <a:gd name="connsiteX90" fmla="*/ 876641 w 2912392"/>
                <a:gd name="connsiteY90" fmla="*/ 804022 h 943163"/>
                <a:gd name="connsiteX91" fmla="*/ 886381 w 2912392"/>
                <a:gd name="connsiteY91" fmla="*/ 796200 h 943163"/>
                <a:gd name="connsiteX92" fmla="*/ 896122 w 2912392"/>
                <a:gd name="connsiteY92" fmla="*/ 788165 h 943163"/>
                <a:gd name="connsiteX93" fmla="*/ 905863 w 2912392"/>
                <a:gd name="connsiteY93" fmla="*/ 779941 h 943163"/>
                <a:gd name="connsiteX94" fmla="*/ 915602 w 2912392"/>
                <a:gd name="connsiteY94" fmla="*/ 771524 h 943163"/>
                <a:gd name="connsiteX95" fmla="*/ 925343 w 2912392"/>
                <a:gd name="connsiteY95" fmla="*/ 762916 h 943163"/>
                <a:gd name="connsiteX96" fmla="*/ 935084 w 2912392"/>
                <a:gd name="connsiteY96" fmla="*/ 754121 h 943163"/>
                <a:gd name="connsiteX97" fmla="*/ 944824 w 2912392"/>
                <a:gd name="connsiteY97" fmla="*/ 745140 h 943163"/>
                <a:gd name="connsiteX98" fmla="*/ 954564 w 2912392"/>
                <a:gd name="connsiteY98" fmla="*/ 735975 h 943163"/>
                <a:gd name="connsiteX99" fmla="*/ 964305 w 2912392"/>
                <a:gd name="connsiteY99" fmla="*/ 726631 h 943163"/>
                <a:gd name="connsiteX100" fmla="*/ 974045 w 2912392"/>
                <a:gd name="connsiteY100" fmla="*/ 717109 h 943163"/>
                <a:gd name="connsiteX101" fmla="*/ 983786 w 2912392"/>
                <a:gd name="connsiteY101" fmla="*/ 707413 h 943163"/>
                <a:gd name="connsiteX102" fmla="*/ 993522 w 2912392"/>
                <a:gd name="connsiteY102" fmla="*/ 697545 h 943163"/>
                <a:gd name="connsiteX103" fmla="*/ 1003266 w 2912392"/>
                <a:gd name="connsiteY103" fmla="*/ 687511 h 943163"/>
                <a:gd name="connsiteX104" fmla="*/ 1013010 w 2912392"/>
                <a:gd name="connsiteY104" fmla="*/ 677312 h 943163"/>
                <a:gd name="connsiteX105" fmla="*/ 1022754 w 2912392"/>
                <a:gd name="connsiteY105" fmla="*/ 666954 h 943163"/>
                <a:gd name="connsiteX106" fmla="*/ 1032483 w 2912392"/>
                <a:gd name="connsiteY106" fmla="*/ 656440 h 943163"/>
                <a:gd name="connsiteX107" fmla="*/ 1042227 w 2912392"/>
                <a:gd name="connsiteY107" fmla="*/ 645776 h 943163"/>
                <a:gd name="connsiteX108" fmla="*/ 1051971 w 2912392"/>
                <a:gd name="connsiteY108" fmla="*/ 634965 h 943163"/>
                <a:gd name="connsiteX109" fmla="*/ 1061715 w 2912392"/>
                <a:gd name="connsiteY109" fmla="*/ 624011 h 943163"/>
                <a:gd name="connsiteX110" fmla="*/ 1071444 w 2912392"/>
                <a:gd name="connsiteY110" fmla="*/ 612923 h 943163"/>
                <a:gd name="connsiteX111" fmla="*/ 1081188 w 2912392"/>
                <a:gd name="connsiteY111" fmla="*/ 601703 h 943163"/>
                <a:gd name="connsiteX112" fmla="*/ 1090932 w 2912392"/>
                <a:gd name="connsiteY112" fmla="*/ 590357 h 943163"/>
                <a:gd name="connsiteX113" fmla="*/ 1100676 w 2912392"/>
                <a:gd name="connsiteY113" fmla="*/ 578893 h 943163"/>
                <a:gd name="connsiteX114" fmla="*/ 1110405 w 2912392"/>
                <a:gd name="connsiteY114" fmla="*/ 567315 h 943163"/>
                <a:gd name="connsiteX115" fmla="*/ 1120149 w 2912392"/>
                <a:gd name="connsiteY115" fmla="*/ 555631 h 943163"/>
                <a:gd name="connsiteX116" fmla="*/ 1129893 w 2912392"/>
                <a:gd name="connsiteY116" fmla="*/ 543847 h 943163"/>
                <a:gd name="connsiteX117" fmla="*/ 1139637 w 2912392"/>
                <a:gd name="connsiteY117" fmla="*/ 531970 h 943163"/>
                <a:gd name="connsiteX118" fmla="*/ 1149381 w 2912392"/>
                <a:gd name="connsiteY118" fmla="*/ 520007 h 943163"/>
                <a:gd name="connsiteX119" fmla="*/ 1159110 w 2912392"/>
                <a:gd name="connsiteY119" fmla="*/ 507967 h 943163"/>
                <a:gd name="connsiteX120" fmla="*/ 1168854 w 2912392"/>
                <a:gd name="connsiteY120" fmla="*/ 495858 h 943163"/>
                <a:gd name="connsiteX121" fmla="*/ 1178598 w 2912392"/>
                <a:gd name="connsiteY121" fmla="*/ 483687 h 943163"/>
                <a:gd name="connsiteX122" fmla="*/ 1188341 w 2912392"/>
                <a:gd name="connsiteY122" fmla="*/ 471462 h 943163"/>
                <a:gd name="connsiteX123" fmla="*/ 1198070 w 2912392"/>
                <a:gd name="connsiteY123" fmla="*/ 459193 h 943163"/>
                <a:gd name="connsiteX124" fmla="*/ 1207814 w 2912392"/>
                <a:gd name="connsiteY124" fmla="*/ 446888 h 943163"/>
                <a:gd name="connsiteX125" fmla="*/ 1217558 w 2912392"/>
                <a:gd name="connsiteY125" fmla="*/ 434556 h 943163"/>
                <a:gd name="connsiteX126" fmla="*/ 1227302 w 2912392"/>
                <a:gd name="connsiteY126" fmla="*/ 422207 h 943163"/>
                <a:gd name="connsiteX127" fmla="*/ 1237031 w 2912392"/>
                <a:gd name="connsiteY127" fmla="*/ 409852 h 943163"/>
                <a:gd name="connsiteX128" fmla="*/ 1246775 w 2912392"/>
                <a:gd name="connsiteY128" fmla="*/ 397497 h 943163"/>
                <a:gd name="connsiteX129" fmla="*/ 1256519 w 2912392"/>
                <a:gd name="connsiteY129" fmla="*/ 385157 h 943163"/>
                <a:gd name="connsiteX130" fmla="*/ 1266263 w 2912392"/>
                <a:gd name="connsiteY130" fmla="*/ 372838 h 943163"/>
                <a:gd name="connsiteX131" fmla="*/ 1276007 w 2912392"/>
                <a:gd name="connsiteY131" fmla="*/ 360552 h 943163"/>
                <a:gd name="connsiteX132" fmla="*/ 1285736 w 2912392"/>
                <a:gd name="connsiteY132" fmla="*/ 348310 h 943163"/>
                <a:gd name="connsiteX133" fmla="*/ 1295480 w 2912392"/>
                <a:gd name="connsiteY133" fmla="*/ 336121 h 943163"/>
                <a:gd name="connsiteX134" fmla="*/ 1305224 w 2912392"/>
                <a:gd name="connsiteY134" fmla="*/ 323998 h 943163"/>
                <a:gd name="connsiteX135" fmla="*/ 1314968 w 2912392"/>
                <a:gd name="connsiteY135" fmla="*/ 311950 h 943163"/>
                <a:gd name="connsiteX136" fmla="*/ 1324697 w 2912392"/>
                <a:gd name="connsiteY136" fmla="*/ 299990 h 943163"/>
                <a:gd name="connsiteX137" fmla="*/ 1334441 w 2912392"/>
                <a:gd name="connsiteY137" fmla="*/ 288127 h 943163"/>
                <a:gd name="connsiteX138" fmla="*/ 1344185 w 2912392"/>
                <a:gd name="connsiteY138" fmla="*/ 276373 h 943163"/>
                <a:gd name="connsiteX139" fmla="*/ 1353929 w 2912392"/>
                <a:gd name="connsiteY139" fmla="*/ 264740 h 943163"/>
                <a:gd name="connsiteX140" fmla="*/ 1363658 w 2912392"/>
                <a:gd name="connsiteY140" fmla="*/ 253238 h 943163"/>
                <a:gd name="connsiteX141" fmla="*/ 1373402 w 2912392"/>
                <a:gd name="connsiteY141" fmla="*/ 241878 h 943163"/>
                <a:gd name="connsiteX142" fmla="*/ 1383146 w 2912392"/>
                <a:gd name="connsiteY142" fmla="*/ 230671 h 943163"/>
                <a:gd name="connsiteX143" fmla="*/ 1392890 w 2912392"/>
                <a:gd name="connsiteY143" fmla="*/ 219627 h 943163"/>
                <a:gd name="connsiteX144" fmla="*/ 1402619 w 2912392"/>
                <a:gd name="connsiteY144" fmla="*/ 208759 h 943163"/>
                <a:gd name="connsiteX145" fmla="*/ 1412363 w 2912392"/>
                <a:gd name="connsiteY145" fmla="*/ 198076 h 943163"/>
                <a:gd name="connsiteX146" fmla="*/ 1422106 w 2912392"/>
                <a:gd name="connsiteY146" fmla="*/ 187589 h 943163"/>
                <a:gd name="connsiteX147" fmla="*/ 1431850 w 2912392"/>
                <a:gd name="connsiteY147" fmla="*/ 177308 h 943163"/>
                <a:gd name="connsiteX148" fmla="*/ 1441594 w 2912392"/>
                <a:gd name="connsiteY148" fmla="*/ 167246 h 943163"/>
                <a:gd name="connsiteX149" fmla="*/ 1451323 w 2912392"/>
                <a:gd name="connsiteY149" fmla="*/ 157408 h 943163"/>
                <a:gd name="connsiteX150" fmla="*/ 1461067 w 2912392"/>
                <a:gd name="connsiteY150" fmla="*/ 147807 h 943163"/>
                <a:gd name="connsiteX151" fmla="*/ 1470811 w 2912392"/>
                <a:gd name="connsiteY151" fmla="*/ 138450 h 943163"/>
                <a:gd name="connsiteX152" fmla="*/ 1480555 w 2912392"/>
                <a:gd name="connsiteY152" fmla="*/ 129348 h 943163"/>
                <a:gd name="connsiteX153" fmla="*/ 1490284 w 2912392"/>
                <a:gd name="connsiteY153" fmla="*/ 120510 h 943163"/>
                <a:gd name="connsiteX154" fmla="*/ 1500028 w 2912392"/>
                <a:gd name="connsiteY154" fmla="*/ 111944 h 943163"/>
                <a:gd name="connsiteX155" fmla="*/ 1509772 w 2912392"/>
                <a:gd name="connsiteY155" fmla="*/ 103655 h 943163"/>
                <a:gd name="connsiteX156" fmla="*/ 1519516 w 2912392"/>
                <a:gd name="connsiteY156" fmla="*/ 95654 h 943163"/>
                <a:gd name="connsiteX157" fmla="*/ 1529245 w 2912392"/>
                <a:gd name="connsiteY157" fmla="*/ 87947 h 943163"/>
                <a:gd name="connsiteX158" fmla="*/ 1538989 w 2912392"/>
                <a:gd name="connsiteY158" fmla="*/ 80541 h 943163"/>
                <a:gd name="connsiteX159" fmla="*/ 1548733 w 2912392"/>
                <a:gd name="connsiteY159" fmla="*/ 73440 h 943163"/>
                <a:gd name="connsiteX160" fmla="*/ 1558477 w 2912392"/>
                <a:gd name="connsiteY160" fmla="*/ 66652 h 943163"/>
                <a:gd name="connsiteX161" fmla="*/ 1568221 w 2912392"/>
                <a:gd name="connsiteY161" fmla="*/ 60180 h 943163"/>
                <a:gd name="connsiteX162" fmla="*/ 1577950 w 2912392"/>
                <a:gd name="connsiteY162" fmla="*/ 54031 h 943163"/>
                <a:gd name="connsiteX163" fmla="*/ 1587694 w 2912392"/>
                <a:gd name="connsiteY163" fmla="*/ 48207 h 943163"/>
                <a:gd name="connsiteX164" fmla="*/ 1597438 w 2912392"/>
                <a:gd name="connsiteY164" fmla="*/ 42712 h 943163"/>
                <a:gd name="connsiteX165" fmla="*/ 1607182 w 2912392"/>
                <a:gd name="connsiteY165" fmla="*/ 37550 h 943163"/>
                <a:gd name="connsiteX166" fmla="*/ 1616911 w 2912392"/>
                <a:gd name="connsiteY166" fmla="*/ 32723 h 943163"/>
                <a:gd name="connsiteX167" fmla="*/ 1626655 w 2912392"/>
                <a:gd name="connsiteY167" fmla="*/ 28229 h 943163"/>
                <a:gd name="connsiteX168" fmla="*/ 1636399 w 2912392"/>
                <a:gd name="connsiteY168" fmla="*/ 24074 h 943163"/>
                <a:gd name="connsiteX169" fmla="*/ 1646142 w 2912392"/>
                <a:gd name="connsiteY169" fmla="*/ 20255 h 943163"/>
                <a:gd name="connsiteX170" fmla="*/ 1655872 w 2912392"/>
                <a:gd name="connsiteY170" fmla="*/ 16773 h 943163"/>
                <a:gd name="connsiteX171" fmla="*/ 1665616 w 2912392"/>
                <a:gd name="connsiteY171" fmla="*/ 13628 h 943163"/>
                <a:gd name="connsiteX172" fmla="*/ 1675359 w 2912392"/>
                <a:gd name="connsiteY172" fmla="*/ 10817 h 943163"/>
                <a:gd name="connsiteX173" fmla="*/ 1685103 w 2912392"/>
                <a:gd name="connsiteY173" fmla="*/ 8339 h 943163"/>
                <a:gd name="connsiteX174" fmla="*/ 1694832 w 2912392"/>
                <a:gd name="connsiteY174" fmla="*/ 6191 h 943163"/>
                <a:gd name="connsiteX175" fmla="*/ 1704576 w 2912392"/>
                <a:gd name="connsiteY175" fmla="*/ 4368 h 943163"/>
                <a:gd name="connsiteX176" fmla="*/ 1714320 w 2912392"/>
                <a:gd name="connsiteY176" fmla="*/ 2870 h 943163"/>
                <a:gd name="connsiteX177" fmla="*/ 1724064 w 2912392"/>
                <a:gd name="connsiteY177" fmla="*/ 1688 h 943163"/>
                <a:gd name="connsiteX178" fmla="*/ 1733808 w 2912392"/>
                <a:gd name="connsiteY178" fmla="*/ 819 h 943163"/>
                <a:gd name="connsiteX179" fmla="*/ 1743537 w 2912392"/>
                <a:gd name="connsiteY179" fmla="*/ 259 h 943163"/>
                <a:gd name="connsiteX180" fmla="*/ 1753281 w 2912392"/>
                <a:gd name="connsiteY180" fmla="*/ 0 h 943163"/>
                <a:gd name="connsiteX181" fmla="*/ 1763025 w 2912392"/>
                <a:gd name="connsiteY181" fmla="*/ 34 h 943163"/>
                <a:gd name="connsiteX182" fmla="*/ 1772769 w 2912392"/>
                <a:gd name="connsiteY182" fmla="*/ 358 h 943163"/>
                <a:gd name="connsiteX183" fmla="*/ 1782498 w 2912392"/>
                <a:gd name="connsiteY183" fmla="*/ 960 h 943163"/>
                <a:gd name="connsiteX184" fmla="*/ 1792242 w 2912392"/>
                <a:gd name="connsiteY184" fmla="*/ 1834 h 943163"/>
                <a:gd name="connsiteX185" fmla="*/ 1801986 w 2912392"/>
                <a:gd name="connsiteY185" fmla="*/ 2971 h 943163"/>
                <a:gd name="connsiteX186" fmla="*/ 1811730 w 2912392"/>
                <a:gd name="connsiteY186" fmla="*/ 4362 h 943163"/>
                <a:gd name="connsiteX187" fmla="*/ 1821459 w 2912392"/>
                <a:gd name="connsiteY187" fmla="*/ 5998 h 943163"/>
                <a:gd name="connsiteX188" fmla="*/ 1831203 w 2912392"/>
                <a:gd name="connsiteY188" fmla="*/ 7871 h 943163"/>
                <a:gd name="connsiteX189" fmla="*/ 1840947 w 2912392"/>
                <a:gd name="connsiteY189" fmla="*/ 9967 h 943163"/>
                <a:gd name="connsiteX190" fmla="*/ 1850691 w 2912392"/>
                <a:gd name="connsiteY190" fmla="*/ 12281 h 943163"/>
                <a:gd name="connsiteX191" fmla="*/ 1860435 w 2912392"/>
                <a:gd name="connsiteY191" fmla="*/ 14799 h 943163"/>
                <a:gd name="connsiteX192" fmla="*/ 1870164 w 2912392"/>
                <a:gd name="connsiteY192" fmla="*/ 17512 h 943163"/>
                <a:gd name="connsiteX193" fmla="*/ 1879908 w 2912392"/>
                <a:gd name="connsiteY193" fmla="*/ 20409 h 943163"/>
                <a:gd name="connsiteX194" fmla="*/ 1889652 w 2912392"/>
                <a:gd name="connsiteY194" fmla="*/ 23479 h 943163"/>
                <a:gd name="connsiteX195" fmla="*/ 1899395 w 2912392"/>
                <a:gd name="connsiteY195" fmla="*/ 26712 h 943163"/>
                <a:gd name="connsiteX196" fmla="*/ 1909124 w 2912392"/>
                <a:gd name="connsiteY196" fmla="*/ 30096 h 943163"/>
                <a:gd name="connsiteX197" fmla="*/ 1918868 w 2912392"/>
                <a:gd name="connsiteY197" fmla="*/ 33621 h 943163"/>
                <a:gd name="connsiteX198" fmla="*/ 1928612 w 2912392"/>
                <a:gd name="connsiteY198" fmla="*/ 37276 h 943163"/>
                <a:gd name="connsiteX199" fmla="*/ 1938356 w 2912392"/>
                <a:gd name="connsiteY199" fmla="*/ 41050 h 943163"/>
                <a:gd name="connsiteX200" fmla="*/ 1948085 w 2912392"/>
                <a:gd name="connsiteY200" fmla="*/ 44932 h 943163"/>
                <a:gd name="connsiteX201" fmla="*/ 1957829 w 2912392"/>
                <a:gd name="connsiteY201" fmla="*/ 48915 h 943163"/>
                <a:gd name="connsiteX202" fmla="*/ 1967573 w 2912392"/>
                <a:gd name="connsiteY202" fmla="*/ 52984 h 943163"/>
                <a:gd name="connsiteX203" fmla="*/ 1977317 w 2912392"/>
                <a:gd name="connsiteY203" fmla="*/ 57132 h 943163"/>
                <a:gd name="connsiteX204" fmla="*/ 1987046 w 2912392"/>
                <a:gd name="connsiteY204" fmla="*/ 61348 h 943163"/>
                <a:gd name="connsiteX205" fmla="*/ 1996790 w 2912392"/>
                <a:gd name="connsiteY205" fmla="*/ 65624 h 943163"/>
                <a:gd name="connsiteX206" fmla="*/ 2006534 w 2912392"/>
                <a:gd name="connsiteY206" fmla="*/ 69949 h 943163"/>
                <a:gd name="connsiteX207" fmla="*/ 2016278 w 2912392"/>
                <a:gd name="connsiteY207" fmla="*/ 74316 h 943163"/>
                <a:gd name="connsiteX208" fmla="*/ 2026022 w 2912392"/>
                <a:gd name="connsiteY208" fmla="*/ 78717 h 943163"/>
                <a:gd name="connsiteX209" fmla="*/ 2035751 w 2912392"/>
                <a:gd name="connsiteY209" fmla="*/ 83142 h 943163"/>
                <a:gd name="connsiteX210" fmla="*/ 2045495 w 2912392"/>
                <a:gd name="connsiteY210" fmla="*/ 87587 h 943163"/>
                <a:gd name="connsiteX211" fmla="*/ 2055239 w 2912392"/>
                <a:gd name="connsiteY211" fmla="*/ 92041 h 943163"/>
                <a:gd name="connsiteX212" fmla="*/ 2064983 w 2912392"/>
                <a:gd name="connsiteY212" fmla="*/ 96501 h 943163"/>
                <a:gd name="connsiteX213" fmla="*/ 2074712 w 2912392"/>
                <a:gd name="connsiteY213" fmla="*/ 100958 h 943163"/>
                <a:gd name="connsiteX214" fmla="*/ 2084456 w 2912392"/>
                <a:gd name="connsiteY214" fmla="*/ 105410 h 943163"/>
                <a:gd name="connsiteX215" fmla="*/ 2094200 w 2912392"/>
                <a:gd name="connsiteY215" fmla="*/ 109850 h 943163"/>
                <a:gd name="connsiteX216" fmla="*/ 2103944 w 2912392"/>
                <a:gd name="connsiteY216" fmla="*/ 114275 h 943163"/>
                <a:gd name="connsiteX217" fmla="*/ 2113673 w 2912392"/>
                <a:gd name="connsiteY217" fmla="*/ 118679 h 943163"/>
                <a:gd name="connsiteX218" fmla="*/ 2123417 w 2912392"/>
                <a:gd name="connsiteY218" fmla="*/ 123061 h 943163"/>
                <a:gd name="connsiteX219" fmla="*/ 2133161 w 2912392"/>
                <a:gd name="connsiteY219" fmla="*/ 127418 h 943163"/>
                <a:gd name="connsiteX220" fmla="*/ 2142905 w 2912392"/>
                <a:gd name="connsiteY220" fmla="*/ 131747 h 943163"/>
                <a:gd name="connsiteX221" fmla="*/ 2152649 w 2912392"/>
                <a:gd name="connsiteY221" fmla="*/ 136047 h 943163"/>
                <a:gd name="connsiteX222" fmla="*/ 2162377 w 2912392"/>
                <a:gd name="connsiteY222" fmla="*/ 140317 h 943163"/>
                <a:gd name="connsiteX223" fmla="*/ 2172121 w 2912392"/>
                <a:gd name="connsiteY223" fmla="*/ 144557 h 943163"/>
                <a:gd name="connsiteX224" fmla="*/ 2181865 w 2912392"/>
                <a:gd name="connsiteY224" fmla="*/ 148768 h 943163"/>
                <a:gd name="connsiteX225" fmla="*/ 2191609 w 2912392"/>
                <a:gd name="connsiteY225" fmla="*/ 152948 h 943163"/>
                <a:gd name="connsiteX226" fmla="*/ 2201338 w 2912392"/>
                <a:gd name="connsiteY226" fmla="*/ 157101 h 943163"/>
                <a:gd name="connsiteX227" fmla="*/ 2211082 w 2912392"/>
                <a:gd name="connsiteY227" fmla="*/ 161226 h 943163"/>
                <a:gd name="connsiteX228" fmla="*/ 2220826 w 2912392"/>
                <a:gd name="connsiteY228" fmla="*/ 165327 h 943163"/>
                <a:gd name="connsiteX229" fmla="*/ 2230570 w 2912392"/>
                <a:gd name="connsiteY229" fmla="*/ 169406 h 943163"/>
                <a:gd name="connsiteX230" fmla="*/ 2240299 w 2912392"/>
                <a:gd name="connsiteY230" fmla="*/ 173466 h 943163"/>
                <a:gd name="connsiteX231" fmla="*/ 2250043 w 2912392"/>
                <a:gd name="connsiteY231" fmla="*/ 177511 h 943163"/>
                <a:gd name="connsiteX232" fmla="*/ 2259787 w 2912392"/>
                <a:gd name="connsiteY232" fmla="*/ 181546 h 943163"/>
                <a:gd name="connsiteX233" fmla="*/ 2269531 w 2912392"/>
                <a:gd name="connsiteY233" fmla="*/ 185571 h 943163"/>
                <a:gd name="connsiteX234" fmla="*/ 2279260 w 2912392"/>
                <a:gd name="connsiteY234" fmla="*/ 189594 h 943163"/>
                <a:gd name="connsiteX235" fmla="*/ 2289004 w 2912392"/>
                <a:gd name="connsiteY235" fmla="*/ 193618 h 943163"/>
                <a:gd name="connsiteX236" fmla="*/ 2298748 w 2912392"/>
                <a:gd name="connsiteY236" fmla="*/ 197651 h 943163"/>
                <a:gd name="connsiteX237" fmla="*/ 2308492 w 2912392"/>
                <a:gd name="connsiteY237" fmla="*/ 201695 h 943163"/>
                <a:gd name="connsiteX238" fmla="*/ 2318236 w 2912392"/>
                <a:gd name="connsiteY238" fmla="*/ 205756 h 943163"/>
                <a:gd name="connsiteX239" fmla="*/ 2327965 w 2912392"/>
                <a:gd name="connsiteY239" fmla="*/ 209840 h 943163"/>
                <a:gd name="connsiteX240" fmla="*/ 2337709 w 2912392"/>
                <a:gd name="connsiteY240" fmla="*/ 213954 h 943163"/>
                <a:gd name="connsiteX241" fmla="*/ 2347453 w 2912392"/>
                <a:gd name="connsiteY241" fmla="*/ 218100 h 943163"/>
                <a:gd name="connsiteX242" fmla="*/ 2357197 w 2912392"/>
                <a:gd name="connsiteY242" fmla="*/ 222288 h 943163"/>
                <a:gd name="connsiteX243" fmla="*/ 2366926 w 2912392"/>
                <a:gd name="connsiteY243" fmla="*/ 226523 h 943163"/>
                <a:gd name="connsiteX244" fmla="*/ 2376670 w 2912392"/>
                <a:gd name="connsiteY244" fmla="*/ 230808 h 943163"/>
                <a:gd name="connsiteX245" fmla="*/ 2386413 w 2912392"/>
                <a:gd name="connsiteY245" fmla="*/ 235151 h 943163"/>
                <a:gd name="connsiteX246" fmla="*/ 2396157 w 2912392"/>
                <a:gd name="connsiteY246" fmla="*/ 239556 h 943163"/>
                <a:gd name="connsiteX247" fmla="*/ 2405886 w 2912392"/>
                <a:gd name="connsiteY247" fmla="*/ 244032 h 943163"/>
                <a:gd name="connsiteX248" fmla="*/ 2415630 w 2912392"/>
                <a:gd name="connsiteY248" fmla="*/ 248579 h 943163"/>
                <a:gd name="connsiteX249" fmla="*/ 2425374 w 2912392"/>
                <a:gd name="connsiteY249" fmla="*/ 253207 h 943163"/>
                <a:gd name="connsiteX250" fmla="*/ 2435118 w 2912392"/>
                <a:gd name="connsiteY250" fmla="*/ 257916 h 943163"/>
                <a:gd name="connsiteX251" fmla="*/ 2444862 w 2912392"/>
                <a:gd name="connsiteY251" fmla="*/ 262714 h 943163"/>
                <a:gd name="connsiteX252" fmla="*/ 2454591 w 2912392"/>
                <a:gd name="connsiteY252" fmla="*/ 267605 h 943163"/>
                <a:gd name="connsiteX253" fmla="*/ 2464335 w 2912392"/>
                <a:gd name="connsiteY253" fmla="*/ 272590 h 943163"/>
                <a:gd name="connsiteX254" fmla="*/ 2474079 w 2912392"/>
                <a:gd name="connsiteY254" fmla="*/ 277677 h 943163"/>
                <a:gd name="connsiteX255" fmla="*/ 2483823 w 2912392"/>
                <a:gd name="connsiteY255" fmla="*/ 282865 h 943163"/>
                <a:gd name="connsiteX256" fmla="*/ 2493552 w 2912392"/>
                <a:gd name="connsiteY256" fmla="*/ 288158 h 943163"/>
                <a:gd name="connsiteX257" fmla="*/ 2503296 w 2912392"/>
                <a:gd name="connsiteY257" fmla="*/ 293559 h 943163"/>
                <a:gd name="connsiteX258" fmla="*/ 2513040 w 2912392"/>
                <a:gd name="connsiteY258" fmla="*/ 299069 h 943163"/>
                <a:gd name="connsiteX259" fmla="*/ 2522784 w 2912392"/>
                <a:gd name="connsiteY259" fmla="*/ 304689 h 943163"/>
                <a:gd name="connsiteX260" fmla="*/ 2532513 w 2912392"/>
                <a:gd name="connsiteY260" fmla="*/ 310420 h 943163"/>
                <a:gd name="connsiteX261" fmla="*/ 2542257 w 2912392"/>
                <a:gd name="connsiteY261" fmla="*/ 316264 h 943163"/>
                <a:gd name="connsiteX262" fmla="*/ 2552001 w 2912392"/>
                <a:gd name="connsiteY262" fmla="*/ 322217 h 943163"/>
                <a:gd name="connsiteX263" fmla="*/ 2561745 w 2912392"/>
                <a:gd name="connsiteY263" fmla="*/ 328281 h 943163"/>
                <a:gd name="connsiteX264" fmla="*/ 2571474 w 2912392"/>
                <a:gd name="connsiteY264" fmla="*/ 334455 h 943163"/>
                <a:gd name="connsiteX265" fmla="*/ 2581218 w 2912392"/>
                <a:gd name="connsiteY265" fmla="*/ 340735 h 943163"/>
                <a:gd name="connsiteX266" fmla="*/ 2590962 w 2912392"/>
                <a:gd name="connsiteY266" fmla="*/ 347121 h 943163"/>
                <a:gd name="connsiteX267" fmla="*/ 2600705 w 2912392"/>
                <a:gd name="connsiteY267" fmla="*/ 353607 h 943163"/>
                <a:gd name="connsiteX268" fmla="*/ 2610449 w 2912392"/>
                <a:gd name="connsiteY268" fmla="*/ 360192 h 943163"/>
                <a:gd name="connsiteX269" fmla="*/ 2620178 w 2912392"/>
                <a:gd name="connsiteY269" fmla="*/ 366870 h 943163"/>
                <a:gd name="connsiteX270" fmla="*/ 2629922 w 2912392"/>
                <a:gd name="connsiteY270" fmla="*/ 373638 h 943163"/>
                <a:gd name="connsiteX271" fmla="*/ 2639666 w 2912392"/>
                <a:gd name="connsiteY271" fmla="*/ 380490 h 943163"/>
                <a:gd name="connsiteX272" fmla="*/ 2649410 w 2912392"/>
                <a:gd name="connsiteY272" fmla="*/ 387420 h 943163"/>
                <a:gd name="connsiteX273" fmla="*/ 2659139 w 2912392"/>
                <a:gd name="connsiteY273" fmla="*/ 394421 h 943163"/>
                <a:gd name="connsiteX274" fmla="*/ 2668883 w 2912392"/>
                <a:gd name="connsiteY274" fmla="*/ 401487 h 943163"/>
                <a:gd name="connsiteX275" fmla="*/ 2678627 w 2912392"/>
                <a:gd name="connsiteY275" fmla="*/ 408611 h 943163"/>
                <a:gd name="connsiteX276" fmla="*/ 2688371 w 2912392"/>
                <a:gd name="connsiteY276" fmla="*/ 415784 h 943163"/>
                <a:gd name="connsiteX277" fmla="*/ 2698100 w 2912392"/>
                <a:gd name="connsiteY277" fmla="*/ 423000 h 943163"/>
                <a:gd name="connsiteX278" fmla="*/ 2707844 w 2912392"/>
                <a:gd name="connsiteY278" fmla="*/ 430248 h 943163"/>
                <a:gd name="connsiteX279" fmla="*/ 2717588 w 2912392"/>
                <a:gd name="connsiteY279" fmla="*/ 437519 h 943163"/>
                <a:gd name="connsiteX280" fmla="*/ 2727332 w 2912392"/>
                <a:gd name="connsiteY280" fmla="*/ 444805 h 943163"/>
                <a:gd name="connsiteX281" fmla="*/ 2737076 w 2912392"/>
                <a:gd name="connsiteY281" fmla="*/ 452095 h 943163"/>
                <a:gd name="connsiteX282" fmla="*/ 2746805 w 2912392"/>
                <a:gd name="connsiteY282" fmla="*/ 459377 h 943163"/>
                <a:gd name="connsiteX283" fmla="*/ 2756549 w 2912392"/>
                <a:gd name="connsiteY283" fmla="*/ 466644 h 943163"/>
                <a:gd name="connsiteX284" fmla="*/ 2766293 w 2912392"/>
                <a:gd name="connsiteY284" fmla="*/ 473882 h 943163"/>
                <a:gd name="connsiteX285" fmla="*/ 2776037 w 2912392"/>
                <a:gd name="connsiteY285" fmla="*/ 481081 h 943163"/>
                <a:gd name="connsiteX286" fmla="*/ 2785766 w 2912392"/>
                <a:gd name="connsiteY286" fmla="*/ 488229 h 943163"/>
                <a:gd name="connsiteX287" fmla="*/ 2795510 w 2912392"/>
                <a:gd name="connsiteY287" fmla="*/ 495317 h 943163"/>
                <a:gd name="connsiteX288" fmla="*/ 2805254 w 2912392"/>
                <a:gd name="connsiteY288" fmla="*/ 502328 h 943163"/>
                <a:gd name="connsiteX289" fmla="*/ 2814998 w 2912392"/>
                <a:gd name="connsiteY289" fmla="*/ 509255 h 943163"/>
                <a:gd name="connsiteX290" fmla="*/ 2824727 w 2912392"/>
                <a:gd name="connsiteY290" fmla="*/ 516083 h 943163"/>
                <a:gd name="connsiteX291" fmla="*/ 2834471 w 2912392"/>
                <a:gd name="connsiteY291" fmla="*/ 522801 h 943163"/>
                <a:gd name="connsiteX292" fmla="*/ 2844215 w 2912392"/>
                <a:gd name="connsiteY292" fmla="*/ 529397 h 943163"/>
                <a:gd name="connsiteX293" fmla="*/ 2853958 w 2912392"/>
                <a:gd name="connsiteY293" fmla="*/ 535858 h 943163"/>
                <a:gd name="connsiteX294" fmla="*/ 2863687 w 2912392"/>
                <a:gd name="connsiteY294" fmla="*/ 542172 h 943163"/>
                <a:gd name="connsiteX295" fmla="*/ 2873431 w 2912392"/>
                <a:gd name="connsiteY295" fmla="*/ 548327 h 943163"/>
                <a:gd name="connsiteX296" fmla="*/ 2883175 w 2912392"/>
                <a:gd name="connsiteY296" fmla="*/ 554312 h 943163"/>
                <a:gd name="connsiteX297" fmla="*/ 2892919 w 2912392"/>
                <a:gd name="connsiteY297" fmla="*/ 560114 h 943163"/>
                <a:gd name="connsiteX298" fmla="*/ 2902663 w 2912392"/>
                <a:gd name="connsiteY298" fmla="*/ 565720 h 943163"/>
                <a:gd name="connsiteX299" fmla="*/ 2912392 w 2912392"/>
                <a:gd name="connsiteY299" fmla="*/ 571123 h 943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943163">
                  <a:moveTo>
                    <a:pt x="0" y="691430"/>
                  </a:moveTo>
                  <a:lnTo>
                    <a:pt x="9739" y="697249"/>
                  </a:lnTo>
                  <a:lnTo>
                    <a:pt x="19480" y="703165"/>
                  </a:lnTo>
                  <a:lnTo>
                    <a:pt x="29221" y="709172"/>
                  </a:lnTo>
                  <a:lnTo>
                    <a:pt x="38961" y="715264"/>
                  </a:lnTo>
                  <a:lnTo>
                    <a:pt x="48702" y="721431"/>
                  </a:lnTo>
                  <a:lnTo>
                    <a:pt x="58443" y="727666"/>
                  </a:lnTo>
                  <a:lnTo>
                    <a:pt x="68182" y="733960"/>
                  </a:lnTo>
                  <a:lnTo>
                    <a:pt x="77923" y="740304"/>
                  </a:lnTo>
                  <a:lnTo>
                    <a:pt x="87664" y="746689"/>
                  </a:lnTo>
                  <a:lnTo>
                    <a:pt x="97404" y="753109"/>
                  </a:lnTo>
                  <a:lnTo>
                    <a:pt x="107145" y="759552"/>
                  </a:lnTo>
                  <a:lnTo>
                    <a:pt x="116886" y="766010"/>
                  </a:lnTo>
                  <a:lnTo>
                    <a:pt x="126625" y="772474"/>
                  </a:lnTo>
                  <a:lnTo>
                    <a:pt x="136366" y="778935"/>
                  </a:lnTo>
                  <a:lnTo>
                    <a:pt x="146107" y="785383"/>
                  </a:lnTo>
                  <a:lnTo>
                    <a:pt x="155846" y="791805"/>
                  </a:lnTo>
                  <a:lnTo>
                    <a:pt x="165587" y="798211"/>
                  </a:lnTo>
                  <a:lnTo>
                    <a:pt x="175328" y="804558"/>
                  </a:lnTo>
                  <a:lnTo>
                    <a:pt x="185068" y="810876"/>
                  </a:lnTo>
                  <a:lnTo>
                    <a:pt x="194809" y="817118"/>
                  </a:lnTo>
                  <a:lnTo>
                    <a:pt x="204550" y="823301"/>
                  </a:lnTo>
                  <a:lnTo>
                    <a:pt x="214289" y="829410"/>
                  </a:lnTo>
                  <a:lnTo>
                    <a:pt x="224030" y="835429"/>
                  </a:lnTo>
                  <a:lnTo>
                    <a:pt x="233771" y="841359"/>
                  </a:lnTo>
                  <a:lnTo>
                    <a:pt x="243510" y="847184"/>
                  </a:lnTo>
                  <a:lnTo>
                    <a:pt x="253251" y="852906"/>
                  </a:lnTo>
                  <a:lnTo>
                    <a:pt x="262992" y="858508"/>
                  </a:lnTo>
                  <a:lnTo>
                    <a:pt x="272732" y="863990"/>
                  </a:lnTo>
                  <a:lnTo>
                    <a:pt x="282473" y="869324"/>
                  </a:lnTo>
                  <a:lnTo>
                    <a:pt x="292214" y="874524"/>
                  </a:lnTo>
                  <a:lnTo>
                    <a:pt x="301953" y="879590"/>
                  </a:lnTo>
                  <a:lnTo>
                    <a:pt x="311694" y="884491"/>
                  </a:lnTo>
                  <a:lnTo>
                    <a:pt x="321435" y="889229"/>
                  </a:lnTo>
                  <a:lnTo>
                    <a:pt x="331175" y="893803"/>
                  </a:lnTo>
                  <a:lnTo>
                    <a:pt x="340916" y="898199"/>
                  </a:lnTo>
                  <a:lnTo>
                    <a:pt x="350656" y="902430"/>
                  </a:lnTo>
                  <a:lnTo>
                    <a:pt x="360396" y="906467"/>
                  </a:lnTo>
                  <a:lnTo>
                    <a:pt x="370137" y="910311"/>
                  </a:lnTo>
                  <a:lnTo>
                    <a:pt x="379878" y="913962"/>
                  </a:lnTo>
                  <a:lnTo>
                    <a:pt x="389617" y="917418"/>
                  </a:lnTo>
                  <a:lnTo>
                    <a:pt x="399358" y="920666"/>
                  </a:lnTo>
                  <a:lnTo>
                    <a:pt x="409099" y="923721"/>
                  </a:lnTo>
                  <a:lnTo>
                    <a:pt x="418839" y="926551"/>
                  </a:lnTo>
                  <a:lnTo>
                    <a:pt x="428580" y="929173"/>
                  </a:lnTo>
                  <a:lnTo>
                    <a:pt x="438321" y="931572"/>
                  </a:lnTo>
                  <a:lnTo>
                    <a:pt x="448060" y="933748"/>
                  </a:lnTo>
                  <a:lnTo>
                    <a:pt x="457801" y="935714"/>
                  </a:lnTo>
                  <a:lnTo>
                    <a:pt x="467542" y="937457"/>
                  </a:lnTo>
                  <a:lnTo>
                    <a:pt x="477281" y="938962"/>
                  </a:lnTo>
                  <a:lnTo>
                    <a:pt x="487022" y="940243"/>
                  </a:lnTo>
                  <a:lnTo>
                    <a:pt x="496763" y="941286"/>
                  </a:lnTo>
                  <a:lnTo>
                    <a:pt x="506503" y="942106"/>
                  </a:lnTo>
                  <a:lnTo>
                    <a:pt x="516244" y="942702"/>
                  </a:lnTo>
                  <a:lnTo>
                    <a:pt x="525985" y="943044"/>
                  </a:lnTo>
                  <a:lnTo>
                    <a:pt x="535724" y="943164"/>
                  </a:lnTo>
                  <a:lnTo>
                    <a:pt x="545465" y="943059"/>
                  </a:lnTo>
                  <a:lnTo>
                    <a:pt x="555206" y="942702"/>
                  </a:lnTo>
                  <a:lnTo>
                    <a:pt x="564946" y="942121"/>
                  </a:lnTo>
                  <a:lnTo>
                    <a:pt x="574687" y="941301"/>
                  </a:lnTo>
                  <a:lnTo>
                    <a:pt x="584428" y="940258"/>
                  </a:lnTo>
                  <a:lnTo>
                    <a:pt x="594167" y="938962"/>
                  </a:lnTo>
                  <a:lnTo>
                    <a:pt x="603908" y="937457"/>
                  </a:lnTo>
                  <a:lnTo>
                    <a:pt x="613649" y="935699"/>
                  </a:lnTo>
                  <a:lnTo>
                    <a:pt x="623388" y="933718"/>
                  </a:lnTo>
                  <a:lnTo>
                    <a:pt x="633129" y="931498"/>
                  </a:lnTo>
                  <a:lnTo>
                    <a:pt x="642870" y="929054"/>
                  </a:lnTo>
                  <a:lnTo>
                    <a:pt x="652610" y="926372"/>
                  </a:lnTo>
                  <a:lnTo>
                    <a:pt x="662351" y="923467"/>
                  </a:lnTo>
                  <a:lnTo>
                    <a:pt x="672092" y="920338"/>
                  </a:lnTo>
                  <a:lnTo>
                    <a:pt x="681831" y="916986"/>
                  </a:lnTo>
                  <a:lnTo>
                    <a:pt x="691572" y="913395"/>
                  </a:lnTo>
                  <a:lnTo>
                    <a:pt x="701313" y="909581"/>
                  </a:lnTo>
                  <a:lnTo>
                    <a:pt x="711052" y="905559"/>
                  </a:lnTo>
                  <a:lnTo>
                    <a:pt x="720793" y="901298"/>
                  </a:lnTo>
                  <a:lnTo>
                    <a:pt x="730534" y="896828"/>
                  </a:lnTo>
                  <a:lnTo>
                    <a:pt x="740274" y="892120"/>
                  </a:lnTo>
                  <a:lnTo>
                    <a:pt x="750015" y="887218"/>
                  </a:lnTo>
                  <a:lnTo>
                    <a:pt x="759756" y="882078"/>
                  </a:lnTo>
                  <a:lnTo>
                    <a:pt x="769495" y="876729"/>
                  </a:lnTo>
                  <a:lnTo>
                    <a:pt x="779236" y="871172"/>
                  </a:lnTo>
                  <a:lnTo>
                    <a:pt x="788977" y="865391"/>
                  </a:lnTo>
                  <a:lnTo>
                    <a:pt x="798717" y="859402"/>
                  </a:lnTo>
                  <a:lnTo>
                    <a:pt x="808458" y="853204"/>
                  </a:lnTo>
                  <a:lnTo>
                    <a:pt x="818199" y="846797"/>
                  </a:lnTo>
                  <a:lnTo>
                    <a:pt x="827938" y="840182"/>
                  </a:lnTo>
                  <a:lnTo>
                    <a:pt x="837679" y="833358"/>
                  </a:lnTo>
                  <a:lnTo>
                    <a:pt x="847420" y="826326"/>
                  </a:lnTo>
                  <a:lnTo>
                    <a:pt x="857159" y="819100"/>
                  </a:lnTo>
                  <a:lnTo>
                    <a:pt x="866900" y="811665"/>
                  </a:lnTo>
                  <a:lnTo>
                    <a:pt x="876641" y="804022"/>
                  </a:lnTo>
                  <a:lnTo>
                    <a:pt x="886381" y="796200"/>
                  </a:lnTo>
                  <a:lnTo>
                    <a:pt x="896122" y="788165"/>
                  </a:lnTo>
                  <a:lnTo>
                    <a:pt x="905863" y="779941"/>
                  </a:lnTo>
                  <a:lnTo>
                    <a:pt x="915602" y="771524"/>
                  </a:lnTo>
                  <a:lnTo>
                    <a:pt x="925343" y="762916"/>
                  </a:lnTo>
                  <a:lnTo>
                    <a:pt x="935084" y="754121"/>
                  </a:lnTo>
                  <a:lnTo>
                    <a:pt x="944824" y="745140"/>
                  </a:lnTo>
                  <a:lnTo>
                    <a:pt x="954564" y="735975"/>
                  </a:lnTo>
                  <a:lnTo>
                    <a:pt x="964305" y="726631"/>
                  </a:lnTo>
                  <a:lnTo>
                    <a:pt x="974045" y="717109"/>
                  </a:lnTo>
                  <a:lnTo>
                    <a:pt x="983786" y="707413"/>
                  </a:lnTo>
                  <a:lnTo>
                    <a:pt x="993522" y="697545"/>
                  </a:lnTo>
                  <a:lnTo>
                    <a:pt x="1003266" y="687511"/>
                  </a:lnTo>
                  <a:lnTo>
                    <a:pt x="1013010" y="677312"/>
                  </a:lnTo>
                  <a:lnTo>
                    <a:pt x="1022754" y="666954"/>
                  </a:lnTo>
                  <a:lnTo>
                    <a:pt x="1032483" y="656440"/>
                  </a:lnTo>
                  <a:lnTo>
                    <a:pt x="1042227" y="645776"/>
                  </a:lnTo>
                  <a:lnTo>
                    <a:pt x="1051971" y="634965"/>
                  </a:lnTo>
                  <a:lnTo>
                    <a:pt x="1061715" y="624011"/>
                  </a:lnTo>
                  <a:lnTo>
                    <a:pt x="1071444" y="612923"/>
                  </a:lnTo>
                  <a:lnTo>
                    <a:pt x="1081188" y="601703"/>
                  </a:lnTo>
                  <a:lnTo>
                    <a:pt x="1090932" y="590357"/>
                  </a:lnTo>
                  <a:lnTo>
                    <a:pt x="1100676" y="578893"/>
                  </a:lnTo>
                  <a:lnTo>
                    <a:pt x="1110405" y="567315"/>
                  </a:lnTo>
                  <a:lnTo>
                    <a:pt x="1120149" y="555631"/>
                  </a:lnTo>
                  <a:lnTo>
                    <a:pt x="1129893" y="543847"/>
                  </a:lnTo>
                  <a:lnTo>
                    <a:pt x="1139637" y="531970"/>
                  </a:lnTo>
                  <a:lnTo>
                    <a:pt x="1149381" y="520007"/>
                  </a:lnTo>
                  <a:lnTo>
                    <a:pt x="1159110" y="507967"/>
                  </a:lnTo>
                  <a:lnTo>
                    <a:pt x="1168854" y="495858"/>
                  </a:lnTo>
                  <a:lnTo>
                    <a:pt x="1178598" y="483687"/>
                  </a:lnTo>
                  <a:lnTo>
                    <a:pt x="1188341" y="471462"/>
                  </a:lnTo>
                  <a:lnTo>
                    <a:pt x="1198070" y="459193"/>
                  </a:lnTo>
                  <a:lnTo>
                    <a:pt x="1207814" y="446888"/>
                  </a:lnTo>
                  <a:lnTo>
                    <a:pt x="1217558" y="434556"/>
                  </a:lnTo>
                  <a:lnTo>
                    <a:pt x="1227302" y="422207"/>
                  </a:lnTo>
                  <a:lnTo>
                    <a:pt x="1237031" y="409852"/>
                  </a:lnTo>
                  <a:lnTo>
                    <a:pt x="1246775" y="397497"/>
                  </a:lnTo>
                  <a:lnTo>
                    <a:pt x="1256519" y="385157"/>
                  </a:lnTo>
                  <a:lnTo>
                    <a:pt x="1266263" y="372838"/>
                  </a:lnTo>
                  <a:lnTo>
                    <a:pt x="1276007" y="360552"/>
                  </a:lnTo>
                  <a:lnTo>
                    <a:pt x="1285736" y="348310"/>
                  </a:lnTo>
                  <a:lnTo>
                    <a:pt x="1295480" y="336121"/>
                  </a:lnTo>
                  <a:lnTo>
                    <a:pt x="1305224" y="323998"/>
                  </a:lnTo>
                  <a:lnTo>
                    <a:pt x="1314968" y="311950"/>
                  </a:lnTo>
                  <a:lnTo>
                    <a:pt x="1324697" y="299990"/>
                  </a:lnTo>
                  <a:lnTo>
                    <a:pt x="1334441" y="288127"/>
                  </a:lnTo>
                  <a:lnTo>
                    <a:pt x="1344185" y="276373"/>
                  </a:lnTo>
                  <a:lnTo>
                    <a:pt x="1353929" y="264740"/>
                  </a:lnTo>
                  <a:lnTo>
                    <a:pt x="1363658" y="253238"/>
                  </a:lnTo>
                  <a:lnTo>
                    <a:pt x="1373402" y="241878"/>
                  </a:lnTo>
                  <a:lnTo>
                    <a:pt x="1383146" y="230671"/>
                  </a:lnTo>
                  <a:lnTo>
                    <a:pt x="1392890" y="219627"/>
                  </a:lnTo>
                  <a:lnTo>
                    <a:pt x="1402619" y="208759"/>
                  </a:lnTo>
                  <a:lnTo>
                    <a:pt x="1412363" y="198076"/>
                  </a:lnTo>
                  <a:lnTo>
                    <a:pt x="1422106" y="187589"/>
                  </a:lnTo>
                  <a:lnTo>
                    <a:pt x="1431850" y="177308"/>
                  </a:lnTo>
                  <a:lnTo>
                    <a:pt x="1441594" y="167246"/>
                  </a:lnTo>
                  <a:lnTo>
                    <a:pt x="1451323" y="157408"/>
                  </a:lnTo>
                  <a:lnTo>
                    <a:pt x="1461067" y="147807"/>
                  </a:lnTo>
                  <a:lnTo>
                    <a:pt x="1470811" y="138450"/>
                  </a:lnTo>
                  <a:lnTo>
                    <a:pt x="1480555" y="129348"/>
                  </a:lnTo>
                  <a:lnTo>
                    <a:pt x="1490284" y="120510"/>
                  </a:lnTo>
                  <a:lnTo>
                    <a:pt x="1500028" y="111944"/>
                  </a:lnTo>
                  <a:lnTo>
                    <a:pt x="1509772" y="103655"/>
                  </a:lnTo>
                  <a:lnTo>
                    <a:pt x="1519516" y="95654"/>
                  </a:lnTo>
                  <a:lnTo>
                    <a:pt x="1529245" y="87947"/>
                  </a:lnTo>
                  <a:lnTo>
                    <a:pt x="1538989" y="80541"/>
                  </a:lnTo>
                  <a:lnTo>
                    <a:pt x="1548733" y="73440"/>
                  </a:lnTo>
                  <a:lnTo>
                    <a:pt x="1558477" y="66652"/>
                  </a:lnTo>
                  <a:lnTo>
                    <a:pt x="1568221" y="60180"/>
                  </a:lnTo>
                  <a:lnTo>
                    <a:pt x="1577950" y="54031"/>
                  </a:lnTo>
                  <a:lnTo>
                    <a:pt x="1587694" y="48207"/>
                  </a:lnTo>
                  <a:lnTo>
                    <a:pt x="1597438" y="42712"/>
                  </a:lnTo>
                  <a:lnTo>
                    <a:pt x="1607182" y="37550"/>
                  </a:lnTo>
                  <a:lnTo>
                    <a:pt x="1616911" y="32723"/>
                  </a:lnTo>
                  <a:lnTo>
                    <a:pt x="1626655" y="28229"/>
                  </a:lnTo>
                  <a:lnTo>
                    <a:pt x="1636399" y="24074"/>
                  </a:lnTo>
                  <a:lnTo>
                    <a:pt x="1646142" y="20255"/>
                  </a:lnTo>
                  <a:lnTo>
                    <a:pt x="1655872" y="16773"/>
                  </a:lnTo>
                  <a:lnTo>
                    <a:pt x="1665616" y="13628"/>
                  </a:lnTo>
                  <a:lnTo>
                    <a:pt x="1675359" y="10817"/>
                  </a:lnTo>
                  <a:lnTo>
                    <a:pt x="1685103" y="8339"/>
                  </a:lnTo>
                  <a:lnTo>
                    <a:pt x="1694832" y="6191"/>
                  </a:lnTo>
                  <a:lnTo>
                    <a:pt x="1704576" y="4368"/>
                  </a:lnTo>
                  <a:lnTo>
                    <a:pt x="1714320" y="2870"/>
                  </a:lnTo>
                  <a:lnTo>
                    <a:pt x="1724064" y="1688"/>
                  </a:lnTo>
                  <a:lnTo>
                    <a:pt x="1733808" y="819"/>
                  </a:lnTo>
                  <a:lnTo>
                    <a:pt x="1743537" y="259"/>
                  </a:lnTo>
                  <a:lnTo>
                    <a:pt x="1753281" y="0"/>
                  </a:lnTo>
                  <a:lnTo>
                    <a:pt x="1763025" y="34"/>
                  </a:lnTo>
                  <a:lnTo>
                    <a:pt x="1772769" y="358"/>
                  </a:lnTo>
                  <a:lnTo>
                    <a:pt x="1782498" y="960"/>
                  </a:lnTo>
                  <a:lnTo>
                    <a:pt x="1792242" y="1834"/>
                  </a:lnTo>
                  <a:lnTo>
                    <a:pt x="1801986" y="2971"/>
                  </a:lnTo>
                  <a:lnTo>
                    <a:pt x="1811730" y="4362"/>
                  </a:lnTo>
                  <a:lnTo>
                    <a:pt x="1821459" y="5998"/>
                  </a:lnTo>
                  <a:lnTo>
                    <a:pt x="1831203" y="7871"/>
                  </a:lnTo>
                  <a:lnTo>
                    <a:pt x="1840947" y="9967"/>
                  </a:lnTo>
                  <a:lnTo>
                    <a:pt x="1850691" y="12281"/>
                  </a:lnTo>
                  <a:lnTo>
                    <a:pt x="1860435" y="14799"/>
                  </a:lnTo>
                  <a:lnTo>
                    <a:pt x="1870164" y="17512"/>
                  </a:lnTo>
                  <a:lnTo>
                    <a:pt x="1879908" y="20409"/>
                  </a:lnTo>
                  <a:lnTo>
                    <a:pt x="1889652" y="23479"/>
                  </a:lnTo>
                  <a:lnTo>
                    <a:pt x="1899395" y="26712"/>
                  </a:lnTo>
                  <a:lnTo>
                    <a:pt x="1909124" y="30096"/>
                  </a:lnTo>
                  <a:lnTo>
                    <a:pt x="1918868" y="33621"/>
                  </a:lnTo>
                  <a:lnTo>
                    <a:pt x="1928612" y="37276"/>
                  </a:lnTo>
                  <a:lnTo>
                    <a:pt x="1938356" y="41050"/>
                  </a:lnTo>
                  <a:lnTo>
                    <a:pt x="1948085" y="44932"/>
                  </a:lnTo>
                  <a:lnTo>
                    <a:pt x="1957829" y="48915"/>
                  </a:lnTo>
                  <a:lnTo>
                    <a:pt x="1967573" y="52984"/>
                  </a:lnTo>
                  <a:lnTo>
                    <a:pt x="1977317" y="57132"/>
                  </a:lnTo>
                  <a:lnTo>
                    <a:pt x="1987046" y="61348"/>
                  </a:lnTo>
                  <a:lnTo>
                    <a:pt x="1996790" y="65624"/>
                  </a:lnTo>
                  <a:lnTo>
                    <a:pt x="2006534" y="69949"/>
                  </a:lnTo>
                  <a:lnTo>
                    <a:pt x="2016278" y="74316"/>
                  </a:lnTo>
                  <a:lnTo>
                    <a:pt x="2026022" y="78717"/>
                  </a:lnTo>
                  <a:lnTo>
                    <a:pt x="2035751" y="83142"/>
                  </a:lnTo>
                  <a:lnTo>
                    <a:pt x="2045495" y="87587"/>
                  </a:lnTo>
                  <a:lnTo>
                    <a:pt x="2055239" y="92041"/>
                  </a:lnTo>
                  <a:lnTo>
                    <a:pt x="2064983" y="96501"/>
                  </a:lnTo>
                  <a:lnTo>
                    <a:pt x="2074712" y="100958"/>
                  </a:lnTo>
                  <a:lnTo>
                    <a:pt x="2084456" y="105410"/>
                  </a:lnTo>
                  <a:lnTo>
                    <a:pt x="2094200" y="109850"/>
                  </a:lnTo>
                  <a:lnTo>
                    <a:pt x="2103944" y="114275"/>
                  </a:lnTo>
                  <a:lnTo>
                    <a:pt x="2113673" y="118679"/>
                  </a:lnTo>
                  <a:lnTo>
                    <a:pt x="2123417" y="123061"/>
                  </a:lnTo>
                  <a:lnTo>
                    <a:pt x="2133161" y="127418"/>
                  </a:lnTo>
                  <a:lnTo>
                    <a:pt x="2142905" y="131747"/>
                  </a:lnTo>
                  <a:lnTo>
                    <a:pt x="2152649" y="136047"/>
                  </a:lnTo>
                  <a:lnTo>
                    <a:pt x="2162377" y="140317"/>
                  </a:lnTo>
                  <a:lnTo>
                    <a:pt x="2172121" y="144557"/>
                  </a:lnTo>
                  <a:lnTo>
                    <a:pt x="2181865" y="148768"/>
                  </a:lnTo>
                  <a:lnTo>
                    <a:pt x="2191609" y="152948"/>
                  </a:lnTo>
                  <a:lnTo>
                    <a:pt x="2201338" y="157101"/>
                  </a:lnTo>
                  <a:lnTo>
                    <a:pt x="2211082" y="161226"/>
                  </a:lnTo>
                  <a:lnTo>
                    <a:pt x="2220826" y="165327"/>
                  </a:lnTo>
                  <a:lnTo>
                    <a:pt x="2230570" y="169406"/>
                  </a:lnTo>
                  <a:lnTo>
                    <a:pt x="2240299" y="173466"/>
                  </a:lnTo>
                  <a:lnTo>
                    <a:pt x="2250043" y="177511"/>
                  </a:lnTo>
                  <a:lnTo>
                    <a:pt x="2259787" y="181546"/>
                  </a:lnTo>
                  <a:lnTo>
                    <a:pt x="2269531" y="185571"/>
                  </a:lnTo>
                  <a:lnTo>
                    <a:pt x="2279260" y="189594"/>
                  </a:lnTo>
                  <a:lnTo>
                    <a:pt x="2289004" y="193618"/>
                  </a:lnTo>
                  <a:lnTo>
                    <a:pt x="2298748" y="197651"/>
                  </a:lnTo>
                  <a:lnTo>
                    <a:pt x="2308492" y="201695"/>
                  </a:lnTo>
                  <a:lnTo>
                    <a:pt x="2318236" y="205756"/>
                  </a:lnTo>
                  <a:lnTo>
                    <a:pt x="2327965" y="209840"/>
                  </a:lnTo>
                  <a:lnTo>
                    <a:pt x="2337709" y="213954"/>
                  </a:lnTo>
                  <a:lnTo>
                    <a:pt x="2347453" y="218100"/>
                  </a:lnTo>
                  <a:lnTo>
                    <a:pt x="2357197" y="222288"/>
                  </a:lnTo>
                  <a:lnTo>
                    <a:pt x="2366926" y="226523"/>
                  </a:lnTo>
                  <a:lnTo>
                    <a:pt x="2376670" y="230808"/>
                  </a:lnTo>
                  <a:lnTo>
                    <a:pt x="2386413" y="235151"/>
                  </a:lnTo>
                  <a:lnTo>
                    <a:pt x="2396157" y="239556"/>
                  </a:lnTo>
                  <a:lnTo>
                    <a:pt x="2405886" y="244032"/>
                  </a:lnTo>
                  <a:lnTo>
                    <a:pt x="2415630" y="248579"/>
                  </a:lnTo>
                  <a:lnTo>
                    <a:pt x="2425374" y="253207"/>
                  </a:lnTo>
                  <a:lnTo>
                    <a:pt x="2435118" y="257916"/>
                  </a:lnTo>
                  <a:lnTo>
                    <a:pt x="2444862" y="262714"/>
                  </a:lnTo>
                  <a:lnTo>
                    <a:pt x="2454591" y="267605"/>
                  </a:lnTo>
                  <a:lnTo>
                    <a:pt x="2464335" y="272590"/>
                  </a:lnTo>
                  <a:lnTo>
                    <a:pt x="2474079" y="277677"/>
                  </a:lnTo>
                  <a:lnTo>
                    <a:pt x="2483823" y="282865"/>
                  </a:lnTo>
                  <a:lnTo>
                    <a:pt x="2493552" y="288158"/>
                  </a:lnTo>
                  <a:lnTo>
                    <a:pt x="2503296" y="293559"/>
                  </a:lnTo>
                  <a:lnTo>
                    <a:pt x="2513040" y="299069"/>
                  </a:lnTo>
                  <a:lnTo>
                    <a:pt x="2522784" y="304689"/>
                  </a:lnTo>
                  <a:lnTo>
                    <a:pt x="2532513" y="310420"/>
                  </a:lnTo>
                  <a:lnTo>
                    <a:pt x="2542257" y="316264"/>
                  </a:lnTo>
                  <a:lnTo>
                    <a:pt x="2552001" y="322217"/>
                  </a:lnTo>
                  <a:lnTo>
                    <a:pt x="2561745" y="328281"/>
                  </a:lnTo>
                  <a:lnTo>
                    <a:pt x="2571474" y="334455"/>
                  </a:lnTo>
                  <a:lnTo>
                    <a:pt x="2581218" y="340735"/>
                  </a:lnTo>
                  <a:lnTo>
                    <a:pt x="2590962" y="347121"/>
                  </a:lnTo>
                  <a:lnTo>
                    <a:pt x="2600705" y="353607"/>
                  </a:lnTo>
                  <a:lnTo>
                    <a:pt x="2610449" y="360192"/>
                  </a:lnTo>
                  <a:lnTo>
                    <a:pt x="2620178" y="366870"/>
                  </a:lnTo>
                  <a:lnTo>
                    <a:pt x="2629922" y="373638"/>
                  </a:lnTo>
                  <a:lnTo>
                    <a:pt x="2639666" y="380490"/>
                  </a:lnTo>
                  <a:lnTo>
                    <a:pt x="2649410" y="387420"/>
                  </a:lnTo>
                  <a:lnTo>
                    <a:pt x="2659139" y="394421"/>
                  </a:lnTo>
                  <a:lnTo>
                    <a:pt x="2668883" y="401487"/>
                  </a:lnTo>
                  <a:lnTo>
                    <a:pt x="2678627" y="408611"/>
                  </a:lnTo>
                  <a:lnTo>
                    <a:pt x="2688371" y="415784"/>
                  </a:lnTo>
                  <a:lnTo>
                    <a:pt x="2698100" y="423000"/>
                  </a:lnTo>
                  <a:lnTo>
                    <a:pt x="2707844" y="430248"/>
                  </a:lnTo>
                  <a:lnTo>
                    <a:pt x="2717588" y="437519"/>
                  </a:lnTo>
                  <a:lnTo>
                    <a:pt x="2727332" y="444805"/>
                  </a:lnTo>
                  <a:lnTo>
                    <a:pt x="2737076" y="452095"/>
                  </a:lnTo>
                  <a:lnTo>
                    <a:pt x="2746805" y="459377"/>
                  </a:lnTo>
                  <a:lnTo>
                    <a:pt x="2756549" y="466644"/>
                  </a:lnTo>
                  <a:lnTo>
                    <a:pt x="2766293" y="473882"/>
                  </a:lnTo>
                  <a:lnTo>
                    <a:pt x="2776037" y="481081"/>
                  </a:lnTo>
                  <a:lnTo>
                    <a:pt x="2785766" y="488229"/>
                  </a:lnTo>
                  <a:lnTo>
                    <a:pt x="2795510" y="495317"/>
                  </a:lnTo>
                  <a:lnTo>
                    <a:pt x="2805254" y="502328"/>
                  </a:lnTo>
                  <a:lnTo>
                    <a:pt x="2814998" y="509255"/>
                  </a:lnTo>
                  <a:lnTo>
                    <a:pt x="2824727" y="516083"/>
                  </a:lnTo>
                  <a:lnTo>
                    <a:pt x="2834471" y="522801"/>
                  </a:lnTo>
                  <a:lnTo>
                    <a:pt x="2844215" y="529397"/>
                  </a:lnTo>
                  <a:lnTo>
                    <a:pt x="2853958" y="535858"/>
                  </a:lnTo>
                  <a:lnTo>
                    <a:pt x="2863687" y="542172"/>
                  </a:lnTo>
                  <a:lnTo>
                    <a:pt x="2873431" y="548327"/>
                  </a:lnTo>
                  <a:lnTo>
                    <a:pt x="2883175" y="554312"/>
                  </a:lnTo>
                  <a:lnTo>
                    <a:pt x="2892919" y="560114"/>
                  </a:lnTo>
                  <a:lnTo>
                    <a:pt x="2902663" y="565720"/>
                  </a:lnTo>
                  <a:lnTo>
                    <a:pt x="2912392" y="57112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3" name="Freeform 652">
              <a:extLst>
                <a:ext uri="{FF2B5EF4-FFF2-40B4-BE49-F238E27FC236}">
                  <a16:creationId xmlns:a16="http://schemas.microsoft.com/office/drawing/2014/main" id="{F67A76EE-F8A9-0BAB-E0DE-7A35DEEBF23D}"/>
                </a:ext>
              </a:extLst>
            </p:cNvPr>
            <p:cNvSpPr/>
            <p:nvPr/>
          </p:nvSpPr>
          <p:spPr>
            <a:xfrm>
              <a:off x="576446" y="3139337"/>
              <a:ext cx="2912392" cy="623151"/>
            </a:xfrm>
            <a:custGeom>
              <a:avLst/>
              <a:gdLst>
                <a:gd name="connsiteX0" fmla="*/ 0 w 2912392"/>
                <a:gd name="connsiteY0" fmla="*/ 152162 h 623151"/>
                <a:gd name="connsiteX1" fmla="*/ 9739 w 2912392"/>
                <a:gd name="connsiteY1" fmla="*/ 148740 h 623151"/>
                <a:gd name="connsiteX2" fmla="*/ 19480 w 2912392"/>
                <a:gd name="connsiteY2" fmla="*/ 145200 h 623151"/>
                <a:gd name="connsiteX3" fmla="*/ 29221 w 2912392"/>
                <a:gd name="connsiteY3" fmla="*/ 141554 h 623151"/>
                <a:gd name="connsiteX4" fmla="*/ 38961 w 2912392"/>
                <a:gd name="connsiteY4" fmla="*/ 137807 h 623151"/>
                <a:gd name="connsiteX5" fmla="*/ 48702 w 2912392"/>
                <a:gd name="connsiteY5" fmla="*/ 133970 h 623151"/>
                <a:gd name="connsiteX6" fmla="*/ 58443 w 2912392"/>
                <a:gd name="connsiteY6" fmla="*/ 130052 h 623151"/>
                <a:gd name="connsiteX7" fmla="*/ 68182 w 2912392"/>
                <a:gd name="connsiteY7" fmla="*/ 126060 h 623151"/>
                <a:gd name="connsiteX8" fmla="*/ 77923 w 2912392"/>
                <a:gd name="connsiteY8" fmla="*/ 122005 h 623151"/>
                <a:gd name="connsiteX9" fmla="*/ 87664 w 2912392"/>
                <a:gd name="connsiteY9" fmla="*/ 117896 h 623151"/>
                <a:gd name="connsiteX10" fmla="*/ 97404 w 2912392"/>
                <a:gd name="connsiteY10" fmla="*/ 113742 h 623151"/>
                <a:gd name="connsiteX11" fmla="*/ 107145 w 2912392"/>
                <a:gd name="connsiteY11" fmla="*/ 109554 h 623151"/>
                <a:gd name="connsiteX12" fmla="*/ 116886 w 2912392"/>
                <a:gd name="connsiteY12" fmla="*/ 105339 h 623151"/>
                <a:gd name="connsiteX13" fmla="*/ 126625 w 2912392"/>
                <a:gd name="connsiteY13" fmla="*/ 101107 h 623151"/>
                <a:gd name="connsiteX14" fmla="*/ 136366 w 2912392"/>
                <a:gd name="connsiteY14" fmla="*/ 96869 h 623151"/>
                <a:gd name="connsiteX15" fmla="*/ 146107 w 2912392"/>
                <a:gd name="connsiteY15" fmla="*/ 92633 h 623151"/>
                <a:gd name="connsiteX16" fmla="*/ 155846 w 2912392"/>
                <a:gd name="connsiteY16" fmla="*/ 88408 h 623151"/>
                <a:gd name="connsiteX17" fmla="*/ 165587 w 2912392"/>
                <a:gd name="connsiteY17" fmla="*/ 84205 h 623151"/>
                <a:gd name="connsiteX18" fmla="*/ 175328 w 2912392"/>
                <a:gd name="connsiteY18" fmla="*/ 80030 h 623151"/>
                <a:gd name="connsiteX19" fmla="*/ 185068 w 2912392"/>
                <a:gd name="connsiteY19" fmla="*/ 75894 h 623151"/>
                <a:gd name="connsiteX20" fmla="*/ 194809 w 2912392"/>
                <a:gd name="connsiteY20" fmla="*/ 71806 h 623151"/>
                <a:gd name="connsiteX21" fmla="*/ 204550 w 2912392"/>
                <a:gd name="connsiteY21" fmla="*/ 67771 h 623151"/>
                <a:gd name="connsiteX22" fmla="*/ 214289 w 2912392"/>
                <a:gd name="connsiteY22" fmla="*/ 63800 h 623151"/>
                <a:gd name="connsiteX23" fmla="*/ 224030 w 2912392"/>
                <a:gd name="connsiteY23" fmla="*/ 59901 h 623151"/>
                <a:gd name="connsiteX24" fmla="*/ 233771 w 2912392"/>
                <a:gd name="connsiteY24" fmla="*/ 56080 h 623151"/>
                <a:gd name="connsiteX25" fmla="*/ 243510 w 2912392"/>
                <a:gd name="connsiteY25" fmla="*/ 52345 h 623151"/>
                <a:gd name="connsiteX26" fmla="*/ 253251 w 2912392"/>
                <a:gd name="connsiteY26" fmla="*/ 48700 h 623151"/>
                <a:gd name="connsiteX27" fmla="*/ 262992 w 2912392"/>
                <a:gd name="connsiteY27" fmla="*/ 45157 h 623151"/>
                <a:gd name="connsiteX28" fmla="*/ 272732 w 2912392"/>
                <a:gd name="connsiteY28" fmla="*/ 41719 h 623151"/>
                <a:gd name="connsiteX29" fmla="*/ 282473 w 2912392"/>
                <a:gd name="connsiteY29" fmla="*/ 38390 h 623151"/>
                <a:gd name="connsiteX30" fmla="*/ 292214 w 2912392"/>
                <a:gd name="connsiteY30" fmla="*/ 35179 h 623151"/>
                <a:gd name="connsiteX31" fmla="*/ 301953 w 2912392"/>
                <a:gd name="connsiteY31" fmla="*/ 32089 h 623151"/>
                <a:gd name="connsiteX32" fmla="*/ 311694 w 2912392"/>
                <a:gd name="connsiteY32" fmla="*/ 29126 h 623151"/>
                <a:gd name="connsiteX33" fmla="*/ 321435 w 2912392"/>
                <a:gd name="connsiteY33" fmla="*/ 26292 h 623151"/>
                <a:gd name="connsiteX34" fmla="*/ 331175 w 2912392"/>
                <a:gd name="connsiteY34" fmla="*/ 23593 h 623151"/>
                <a:gd name="connsiteX35" fmla="*/ 340916 w 2912392"/>
                <a:gd name="connsiteY35" fmla="*/ 21030 h 623151"/>
                <a:gd name="connsiteX36" fmla="*/ 350656 w 2912392"/>
                <a:gd name="connsiteY36" fmla="*/ 18609 h 623151"/>
                <a:gd name="connsiteX37" fmla="*/ 360396 w 2912392"/>
                <a:gd name="connsiteY37" fmla="*/ 16332 h 623151"/>
                <a:gd name="connsiteX38" fmla="*/ 370137 w 2912392"/>
                <a:gd name="connsiteY38" fmla="*/ 14199 h 623151"/>
                <a:gd name="connsiteX39" fmla="*/ 379878 w 2912392"/>
                <a:gd name="connsiteY39" fmla="*/ 12214 h 623151"/>
                <a:gd name="connsiteX40" fmla="*/ 389617 w 2912392"/>
                <a:gd name="connsiteY40" fmla="*/ 10377 h 623151"/>
                <a:gd name="connsiteX41" fmla="*/ 399358 w 2912392"/>
                <a:gd name="connsiteY41" fmla="*/ 8691 h 623151"/>
                <a:gd name="connsiteX42" fmla="*/ 409099 w 2912392"/>
                <a:gd name="connsiteY42" fmla="*/ 7156 h 623151"/>
                <a:gd name="connsiteX43" fmla="*/ 418839 w 2912392"/>
                <a:gd name="connsiteY43" fmla="*/ 5770 h 623151"/>
                <a:gd name="connsiteX44" fmla="*/ 428580 w 2912392"/>
                <a:gd name="connsiteY44" fmla="*/ 4537 h 623151"/>
                <a:gd name="connsiteX45" fmla="*/ 438321 w 2912392"/>
                <a:gd name="connsiteY45" fmla="*/ 3454 h 623151"/>
                <a:gd name="connsiteX46" fmla="*/ 448060 w 2912392"/>
                <a:gd name="connsiteY46" fmla="*/ 2519 h 623151"/>
                <a:gd name="connsiteX47" fmla="*/ 457801 w 2912392"/>
                <a:gd name="connsiteY47" fmla="*/ 1736 h 623151"/>
                <a:gd name="connsiteX48" fmla="*/ 467542 w 2912392"/>
                <a:gd name="connsiteY48" fmla="*/ 1100 h 623151"/>
                <a:gd name="connsiteX49" fmla="*/ 477281 w 2912392"/>
                <a:gd name="connsiteY49" fmla="*/ 609 h 623151"/>
                <a:gd name="connsiteX50" fmla="*/ 487022 w 2912392"/>
                <a:gd name="connsiteY50" fmla="*/ 264 h 623151"/>
                <a:gd name="connsiteX51" fmla="*/ 496763 w 2912392"/>
                <a:gd name="connsiteY51" fmla="*/ 61 h 623151"/>
                <a:gd name="connsiteX52" fmla="*/ 506503 w 2912392"/>
                <a:gd name="connsiteY52" fmla="*/ 0 h 623151"/>
                <a:gd name="connsiteX53" fmla="*/ 516244 w 2912392"/>
                <a:gd name="connsiteY53" fmla="*/ 76 h 623151"/>
                <a:gd name="connsiteX54" fmla="*/ 525985 w 2912392"/>
                <a:gd name="connsiteY54" fmla="*/ 286 h 623151"/>
                <a:gd name="connsiteX55" fmla="*/ 535724 w 2912392"/>
                <a:gd name="connsiteY55" fmla="*/ 630 h 623151"/>
                <a:gd name="connsiteX56" fmla="*/ 545465 w 2912392"/>
                <a:gd name="connsiteY56" fmla="*/ 1106 h 623151"/>
                <a:gd name="connsiteX57" fmla="*/ 555206 w 2912392"/>
                <a:gd name="connsiteY57" fmla="*/ 1706 h 623151"/>
                <a:gd name="connsiteX58" fmla="*/ 564946 w 2912392"/>
                <a:gd name="connsiteY58" fmla="*/ 2432 h 623151"/>
                <a:gd name="connsiteX59" fmla="*/ 574687 w 2912392"/>
                <a:gd name="connsiteY59" fmla="*/ 3276 h 623151"/>
                <a:gd name="connsiteX60" fmla="*/ 584428 w 2912392"/>
                <a:gd name="connsiteY60" fmla="*/ 4240 h 623151"/>
                <a:gd name="connsiteX61" fmla="*/ 594167 w 2912392"/>
                <a:gd name="connsiteY61" fmla="*/ 5319 h 623151"/>
                <a:gd name="connsiteX62" fmla="*/ 603908 w 2912392"/>
                <a:gd name="connsiteY62" fmla="*/ 6508 h 623151"/>
                <a:gd name="connsiteX63" fmla="*/ 613649 w 2912392"/>
                <a:gd name="connsiteY63" fmla="*/ 7804 h 623151"/>
                <a:gd name="connsiteX64" fmla="*/ 623388 w 2912392"/>
                <a:gd name="connsiteY64" fmla="*/ 9206 h 623151"/>
                <a:gd name="connsiteX65" fmla="*/ 633129 w 2912392"/>
                <a:gd name="connsiteY65" fmla="*/ 10709 h 623151"/>
                <a:gd name="connsiteX66" fmla="*/ 642870 w 2912392"/>
                <a:gd name="connsiteY66" fmla="*/ 12311 h 623151"/>
                <a:gd name="connsiteX67" fmla="*/ 652610 w 2912392"/>
                <a:gd name="connsiteY67" fmla="*/ 14008 h 623151"/>
                <a:gd name="connsiteX68" fmla="*/ 662351 w 2912392"/>
                <a:gd name="connsiteY68" fmla="*/ 15799 h 623151"/>
                <a:gd name="connsiteX69" fmla="*/ 672092 w 2912392"/>
                <a:gd name="connsiteY69" fmla="*/ 17678 h 623151"/>
                <a:gd name="connsiteX70" fmla="*/ 681831 w 2912392"/>
                <a:gd name="connsiteY70" fmla="*/ 19644 h 623151"/>
                <a:gd name="connsiteX71" fmla="*/ 691572 w 2912392"/>
                <a:gd name="connsiteY71" fmla="*/ 21696 h 623151"/>
                <a:gd name="connsiteX72" fmla="*/ 701313 w 2912392"/>
                <a:gd name="connsiteY72" fmla="*/ 23829 h 623151"/>
                <a:gd name="connsiteX73" fmla="*/ 711052 w 2912392"/>
                <a:gd name="connsiteY73" fmla="*/ 26042 h 623151"/>
                <a:gd name="connsiteX74" fmla="*/ 720793 w 2912392"/>
                <a:gd name="connsiteY74" fmla="*/ 28333 h 623151"/>
                <a:gd name="connsiteX75" fmla="*/ 730534 w 2912392"/>
                <a:gd name="connsiteY75" fmla="*/ 30699 h 623151"/>
                <a:gd name="connsiteX76" fmla="*/ 740274 w 2912392"/>
                <a:gd name="connsiteY76" fmla="*/ 33140 h 623151"/>
                <a:gd name="connsiteX77" fmla="*/ 750015 w 2912392"/>
                <a:gd name="connsiteY77" fmla="*/ 35653 h 623151"/>
                <a:gd name="connsiteX78" fmla="*/ 759756 w 2912392"/>
                <a:gd name="connsiteY78" fmla="*/ 38238 h 623151"/>
                <a:gd name="connsiteX79" fmla="*/ 769495 w 2912392"/>
                <a:gd name="connsiteY79" fmla="*/ 40893 h 623151"/>
                <a:gd name="connsiteX80" fmla="*/ 779236 w 2912392"/>
                <a:gd name="connsiteY80" fmla="*/ 43617 h 623151"/>
                <a:gd name="connsiteX81" fmla="*/ 788977 w 2912392"/>
                <a:gd name="connsiteY81" fmla="*/ 46410 h 623151"/>
                <a:gd name="connsiteX82" fmla="*/ 798717 w 2912392"/>
                <a:gd name="connsiteY82" fmla="*/ 49271 h 623151"/>
                <a:gd name="connsiteX83" fmla="*/ 808458 w 2912392"/>
                <a:gd name="connsiteY83" fmla="*/ 52199 h 623151"/>
                <a:gd name="connsiteX84" fmla="*/ 818199 w 2912392"/>
                <a:gd name="connsiteY84" fmla="*/ 55195 h 623151"/>
                <a:gd name="connsiteX85" fmla="*/ 827938 w 2912392"/>
                <a:gd name="connsiteY85" fmla="*/ 58259 h 623151"/>
                <a:gd name="connsiteX86" fmla="*/ 837679 w 2912392"/>
                <a:gd name="connsiteY86" fmla="*/ 61391 h 623151"/>
                <a:gd name="connsiteX87" fmla="*/ 847420 w 2912392"/>
                <a:gd name="connsiteY87" fmla="*/ 64593 h 623151"/>
                <a:gd name="connsiteX88" fmla="*/ 857159 w 2912392"/>
                <a:gd name="connsiteY88" fmla="*/ 67865 h 623151"/>
                <a:gd name="connsiteX89" fmla="*/ 866900 w 2912392"/>
                <a:gd name="connsiteY89" fmla="*/ 71205 h 623151"/>
                <a:gd name="connsiteX90" fmla="*/ 876641 w 2912392"/>
                <a:gd name="connsiteY90" fmla="*/ 74619 h 623151"/>
                <a:gd name="connsiteX91" fmla="*/ 886381 w 2912392"/>
                <a:gd name="connsiteY91" fmla="*/ 78105 h 623151"/>
                <a:gd name="connsiteX92" fmla="*/ 896122 w 2912392"/>
                <a:gd name="connsiteY92" fmla="*/ 81666 h 623151"/>
                <a:gd name="connsiteX93" fmla="*/ 905863 w 2912392"/>
                <a:gd name="connsiteY93" fmla="*/ 85303 h 623151"/>
                <a:gd name="connsiteX94" fmla="*/ 915602 w 2912392"/>
                <a:gd name="connsiteY94" fmla="*/ 89017 h 623151"/>
                <a:gd name="connsiteX95" fmla="*/ 925343 w 2912392"/>
                <a:gd name="connsiteY95" fmla="*/ 92812 h 623151"/>
                <a:gd name="connsiteX96" fmla="*/ 935084 w 2912392"/>
                <a:gd name="connsiteY96" fmla="*/ 96687 h 623151"/>
                <a:gd name="connsiteX97" fmla="*/ 944824 w 2912392"/>
                <a:gd name="connsiteY97" fmla="*/ 100647 h 623151"/>
                <a:gd name="connsiteX98" fmla="*/ 954564 w 2912392"/>
                <a:gd name="connsiteY98" fmla="*/ 104692 h 623151"/>
                <a:gd name="connsiteX99" fmla="*/ 964305 w 2912392"/>
                <a:gd name="connsiteY99" fmla="*/ 108825 h 623151"/>
                <a:gd name="connsiteX100" fmla="*/ 974045 w 2912392"/>
                <a:gd name="connsiteY100" fmla="*/ 113049 h 623151"/>
                <a:gd name="connsiteX101" fmla="*/ 983786 w 2912392"/>
                <a:gd name="connsiteY101" fmla="*/ 117365 h 623151"/>
                <a:gd name="connsiteX102" fmla="*/ 993522 w 2912392"/>
                <a:gd name="connsiteY102" fmla="*/ 121777 h 623151"/>
                <a:gd name="connsiteX103" fmla="*/ 1003266 w 2912392"/>
                <a:gd name="connsiteY103" fmla="*/ 126284 h 623151"/>
                <a:gd name="connsiteX104" fmla="*/ 1013010 w 2912392"/>
                <a:gd name="connsiteY104" fmla="*/ 130892 h 623151"/>
                <a:gd name="connsiteX105" fmla="*/ 1022754 w 2912392"/>
                <a:gd name="connsiteY105" fmla="*/ 135602 h 623151"/>
                <a:gd name="connsiteX106" fmla="*/ 1032483 w 2912392"/>
                <a:gd name="connsiteY106" fmla="*/ 140414 h 623151"/>
                <a:gd name="connsiteX107" fmla="*/ 1042227 w 2912392"/>
                <a:gd name="connsiteY107" fmla="*/ 145334 h 623151"/>
                <a:gd name="connsiteX108" fmla="*/ 1051971 w 2912392"/>
                <a:gd name="connsiteY108" fmla="*/ 150359 h 623151"/>
                <a:gd name="connsiteX109" fmla="*/ 1061715 w 2912392"/>
                <a:gd name="connsiteY109" fmla="*/ 155496 h 623151"/>
                <a:gd name="connsiteX110" fmla="*/ 1071444 w 2912392"/>
                <a:gd name="connsiteY110" fmla="*/ 160744 h 623151"/>
                <a:gd name="connsiteX111" fmla="*/ 1081188 w 2912392"/>
                <a:gd name="connsiteY111" fmla="*/ 166103 h 623151"/>
                <a:gd name="connsiteX112" fmla="*/ 1090932 w 2912392"/>
                <a:gd name="connsiteY112" fmla="*/ 171577 h 623151"/>
                <a:gd name="connsiteX113" fmla="*/ 1100676 w 2912392"/>
                <a:gd name="connsiteY113" fmla="*/ 177167 h 623151"/>
                <a:gd name="connsiteX114" fmla="*/ 1110405 w 2912392"/>
                <a:gd name="connsiteY114" fmla="*/ 182872 h 623151"/>
                <a:gd name="connsiteX115" fmla="*/ 1120149 w 2912392"/>
                <a:gd name="connsiteY115" fmla="*/ 188694 h 623151"/>
                <a:gd name="connsiteX116" fmla="*/ 1129893 w 2912392"/>
                <a:gd name="connsiteY116" fmla="*/ 194633 h 623151"/>
                <a:gd name="connsiteX117" fmla="*/ 1139637 w 2912392"/>
                <a:gd name="connsiteY117" fmla="*/ 200689 h 623151"/>
                <a:gd name="connsiteX118" fmla="*/ 1149381 w 2912392"/>
                <a:gd name="connsiteY118" fmla="*/ 206863 h 623151"/>
                <a:gd name="connsiteX119" fmla="*/ 1159110 w 2912392"/>
                <a:gd name="connsiteY119" fmla="*/ 213154 h 623151"/>
                <a:gd name="connsiteX120" fmla="*/ 1168854 w 2912392"/>
                <a:gd name="connsiteY120" fmla="*/ 219562 h 623151"/>
                <a:gd name="connsiteX121" fmla="*/ 1178598 w 2912392"/>
                <a:gd name="connsiteY121" fmla="*/ 226083 h 623151"/>
                <a:gd name="connsiteX122" fmla="*/ 1188341 w 2912392"/>
                <a:gd name="connsiteY122" fmla="*/ 232718 h 623151"/>
                <a:gd name="connsiteX123" fmla="*/ 1198070 w 2912392"/>
                <a:gd name="connsiteY123" fmla="*/ 239465 h 623151"/>
                <a:gd name="connsiteX124" fmla="*/ 1207814 w 2912392"/>
                <a:gd name="connsiteY124" fmla="*/ 246322 h 623151"/>
                <a:gd name="connsiteX125" fmla="*/ 1217558 w 2912392"/>
                <a:gd name="connsiteY125" fmla="*/ 253287 h 623151"/>
                <a:gd name="connsiteX126" fmla="*/ 1227302 w 2912392"/>
                <a:gd name="connsiteY126" fmla="*/ 260355 h 623151"/>
                <a:gd name="connsiteX127" fmla="*/ 1237031 w 2912392"/>
                <a:gd name="connsiteY127" fmla="*/ 267526 h 623151"/>
                <a:gd name="connsiteX128" fmla="*/ 1246775 w 2912392"/>
                <a:gd name="connsiteY128" fmla="*/ 274795 h 623151"/>
                <a:gd name="connsiteX129" fmla="*/ 1256519 w 2912392"/>
                <a:gd name="connsiteY129" fmla="*/ 282157 h 623151"/>
                <a:gd name="connsiteX130" fmla="*/ 1266263 w 2912392"/>
                <a:gd name="connsiteY130" fmla="*/ 289609 h 623151"/>
                <a:gd name="connsiteX131" fmla="*/ 1276007 w 2912392"/>
                <a:gd name="connsiteY131" fmla="*/ 297147 h 623151"/>
                <a:gd name="connsiteX132" fmla="*/ 1285736 w 2912392"/>
                <a:gd name="connsiteY132" fmla="*/ 304763 h 623151"/>
                <a:gd name="connsiteX133" fmla="*/ 1295480 w 2912392"/>
                <a:gd name="connsiteY133" fmla="*/ 312456 h 623151"/>
                <a:gd name="connsiteX134" fmla="*/ 1305224 w 2912392"/>
                <a:gd name="connsiteY134" fmla="*/ 320216 h 623151"/>
                <a:gd name="connsiteX135" fmla="*/ 1314968 w 2912392"/>
                <a:gd name="connsiteY135" fmla="*/ 328041 h 623151"/>
                <a:gd name="connsiteX136" fmla="*/ 1324697 w 2912392"/>
                <a:gd name="connsiteY136" fmla="*/ 335921 h 623151"/>
                <a:gd name="connsiteX137" fmla="*/ 1334441 w 2912392"/>
                <a:gd name="connsiteY137" fmla="*/ 343852 h 623151"/>
                <a:gd name="connsiteX138" fmla="*/ 1344185 w 2912392"/>
                <a:gd name="connsiteY138" fmla="*/ 351826 h 623151"/>
                <a:gd name="connsiteX139" fmla="*/ 1353929 w 2912392"/>
                <a:gd name="connsiteY139" fmla="*/ 359836 h 623151"/>
                <a:gd name="connsiteX140" fmla="*/ 1363658 w 2912392"/>
                <a:gd name="connsiteY140" fmla="*/ 367872 h 623151"/>
                <a:gd name="connsiteX141" fmla="*/ 1373402 w 2912392"/>
                <a:gd name="connsiteY141" fmla="*/ 375931 h 623151"/>
                <a:gd name="connsiteX142" fmla="*/ 1383146 w 2912392"/>
                <a:gd name="connsiteY142" fmla="*/ 384000 h 623151"/>
                <a:gd name="connsiteX143" fmla="*/ 1392890 w 2912392"/>
                <a:gd name="connsiteY143" fmla="*/ 392073 h 623151"/>
                <a:gd name="connsiteX144" fmla="*/ 1402619 w 2912392"/>
                <a:gd name="connsiteY144" fmla="*/ 400142 h 623151"/>
                <a:gd name="connsiteX145" fmla="*/ 1412363 w 2912392"/>
                <a:gd name="connsiteY145" fmla="*/ 408196 h 623151"/>
                <a:gd name="connsiteX146" fmla="*/ 1422106 w 2912392"/>
                <a:gd name="connsiteY146" fmla="*/ 416230 h 623151"/>
                <a:gd name="connsiteX147" fmla="*/ 1431850 w 2912392"/>
                <a:gd name="connsiteY147" fmla="*/ 424231 h 623151"/>
                <a:gd name="connsiteX148" fmla="*/ 1441594 w 2912392"/>
                <a:gd name="connsiteY148" fmla="*/ 432191 h 623151"/>
                <a:gd name="connsiteX149" fmla="*/ 1451323 w 2912392"/>
                <a:gd name="connsiteY149" fmla="*/ 440101 h 623151"/>
                <a:gd name="connsiteX150" fmla="*/ 1461067 w 2912392"/>
                <a:gd name="connsiteY150" fmla="*/ 447953 h 623151"/>
                <a:gd name="connsiteX151" fmla="*/ 1470811 w 2912392"/>
                <a:gd name="connsiteY151" fmla="*/ 455736 h 623151"/>
                <a:gd name="connsiteX152" fmla="*/ 1480555 w 2912392"/>
                <a:gd name="connsiteY152" fmla="*/ 463440 h 623151"/>
                <a:gd name="connsiteX153" fmla="*/ 1490284 w 2912392"/>
                <a:gd name="connsiteY153" fmla="*/ 471057 h 623151"/>
                <a:gd name="connsiteX154" fmla="*/ 1500028 w 2912392"/>
                <a:gd name="connsiteY154" fmla="*/ 478578 h 623151"/>
                <a:gd name="connsiteX155" fmla="*/ 1509772 w 2912392"/>
                <a:gd name="connsiteY155" fmla="*/ 485991 h 623151"/>
                <a:gd name="connsiteX156" fmla="*/ 1519516 w 2912392"/>
                <a:gd name="connsiteY156" fmla="*/ 493290 h 623151"/>
                <a:gd name="connsiteX157" fmla="*/ 1529245 w 2912392"/>
                <a:gd name="connsiteY157" fmla="*/ 500464 h 623151"/>
                <a:gd name="connsiteX158" fmla="*/ 1538989 w 2912392"/>
                <a:gd name="connsiteY158" fmla="*/ 507506 h 623151"/>
                <a:gd name="connsiteX159" fmla="*/ 1548733 w 2912392"/>
                <a:gd name="connsiteY159" fmla="*/ 514404 h 623151"/>
                <a:gd name="connsiteX160" fmla="*/ 1558477 w 2912392"/>
                <a:gd name="connsiteY160" fmla="*/ 521150 h 623151"/>
                <a:gd name="connsiteX161" fmla="*/ 1568221 w 2912392"/>
                <a:gd name="connsiteY161" fmla="*/ 527738 h 623151"/>
                <a:gd name="connsiteX162" fmla="*/ 1577950 w 2912392"/>
                <a:gd name="connsiteY162" fmla="*/ 534157 h 623151"/>
                <a:gd name="connsiteX163" fmla="*/ 1587694 w 2912392"/>
                <a:gd name="connsiteY163" fmla="*/ 540401 h 623151"/>
                <a:gd name="connsiteX164" fmla="*/ 1597438 w 2912392"/>
                <a:gd name="connsiteY164" fmla="*/ 546462 h 623151"/>
                <a:gd name="connsiteX165" fmla="*/ 1607182 w 2912392"/>
                <a:gd name="connsiteY165" fmla="*/ 552331 h 623151"/>
                <a:gd name="connsiteX166" fmla="*/ 1616911 w 2912392"/>
                <a:gd name="connsiteY166" fmla="*/ 558001 h 623151"/>
                <a:gd name="connsiteX167" fmla="*/ 1626655 w 2912392"/>
                <a:gd name="connsiteY167" fmla="*/ 563468 h 623151"/>
                <a:gd name="connsiteX168" fmla="*/ 1636399 w 2912392"/>
                <a:gd name="connsiteY168" fmla="*/ 568722 h 623151"/>
                <a:gd name="connsiteX169" fmla="*/ 1646142 w 2912392"/>
                <a:gd name="connsiteY169" fmla="*/ 573760 h 623151"/>
                <a:gd name="connsiteX170" fmla="*/ 1655872 w 2912392"/>
                <a:gd name="connsiteY170" fmla="*/ 578574 h 623151"/>
                <a:gd name="connsiteX171" fmla="*/ 1665616 w 2912392"/>
                <a:gd name="connsiteY171" fmla="*/ 583158 h 623151"/>
                <a:gd name="connsiteX172" fmla="*/ 1675359 w 2912392"/>
                <a:gd name="connsiteY172" fmla="*/ 587510 h 623151"/>
                <a:gd name="connsiteX173" fmla="*/ 1685103 w 2912392"/>
                <a:gd name="connsiteY173" fmla="*/ 591624 h 623151"/>
                <a:gd name="connsiteX174" fmla="*/ 1694832 w 2912392"/>
                <a:gd name="connsiteY174" fmla="*/ 595496 h 623151"/>
                <a:gd name="connsiteX175" fmla="*/ 1704576 w 2912392"/>
                <a:gd name="connsiteY175" fmla="*/ 599122 h 623151"/>
                <a:gd name="connsiteX176" fmla="*/ 1714320 w 2912392"/>
                <a:gd name="connsiteY176" fmla="*/ 602500 h 623151"/>
                <a:gd name="connsiteX177" fmla="*/ 1724064 w 2912392"/>
                <a:gd name="connsiteY177" fmla="*/ 605626 h 623151"/>
                <a:gd name="connsiteX178" fmla="*/ 1733808 w 2912392"/>
                <a:gd name="connsiteY178" fmla="*/ 608497 h 623151"/>
                <a:gd name="connsiteX179" fmla="*/ 1743537 w 2912392"/>
                <a:gd name="connsiteY179" fmla="*/ 611113 h 623151"/>
                <a:gd name="connsiteX180" fmla="*/ 1753281 w 2912392"/>
                <a:gd name="connsiteY180" fmla="*/ 613473 h 623151"/>
                <a:gd name="connsiteX181" fmla="*/ 1763025 w 2912392"/>
                <a:gd name="connsiteY181" fmla="*/ 615575 h 623151"/>
                <a:gd name="connsiteX182" fmla="*/ 1772769 w 2912392"/>
                <a:gd name="connsiteY182" fmla="*/ 617418 h 623151"/>
                <a:gd name="connsiteX183" fmla="*/ 1782498 w 2912392"/>
                <a:gd name="connsiteY183" fmla="*/ 619004 h 623151"/>
                <a:gd name="connsiteX184" fmla="*/ 1792242 w 2912392"/>
                <a:gd name="connsiteY184" fmla="*/ 620330 h 623151"/>
                <a:gd name="connsiteX185" fmla="*/ 1801986 w 2912392"/>
                <a:gd name="connsiteY185" fmla="*/ 621401 h 623151"/>
                <a:gd name="connsiteX186" fmla="*/ 1811730 w 2912392"/>
                <a:gd name="connsiteY186" fmla="*/ 622216 h 623151"/>
                <a:gd name="connsiteX187" fmla="*/ 1821459 w 2912392"/>
                <a:gd name="connsiteY187" fmla="*/ 622777 h 623151"/>
                <a:gd name="connsiteX188" fmla="*/ 1831203 w 2912392"/>
                <a:gd name="connsiteY188" fmla="*/ 623089 h 623151"/>
                <a:gd name="connsiteX189" fmla="*/ 1840947 w 2912392"/>
                <a:gd name="connsiteY189" fmla="*/ 623151 h 623151"/>
                <a:gd name="connsiteX190" fmla="*/ 1850691 w 2912392"/>
                <a:gd name="connsiteY190" fmla="*/ 622968 h 623151"/>
                <a:gd name="connsiteX191" fmla="*/ 1860435 w 2912392"/>
                <a:gd name="connsiteY191" fmla="*/ 622544 h 623151"/>
                <a:gd name="connsiteX192" fmla="*/ 1870164 w 2912392"/>
                <a:gd name="connsiteY192" fmla="*/ 621882 h 623151"/>
                <a:gd name="connsiteX193" fmla="*/ 1879908 w 2912392"/>
                <a:gd name="connsiteY193" fmla="*/ 620987 h 623151"/>
                <a:gd name="connsiteX194" fmla="*/ 1889652 w 2912392"/>
                <a:gd name="connsiteY194" fmla="*/ 619863 h 623151"/>
                <a:gd name="connsiteX195" fmla="*/ 1899395 w 2912392"/>
                <a:gd name="connsiteY195" fmla="*/ 618515 h 623151"/>
                <a:gd name="connsiteX196" fmla="*/ 1909124 w 2912392"/>
                <a:gd name="connsiteY196" fmla="*/ 616950 h 623151"/>
                <a:gd name="connsiteX197" fmla="*/ 1918868 w 2912392"/>
                <a:gd name="connsiteY197" fmla="*/ 615173 h 623151"/>
                <a:gd name="connsiteX198" fmla="*/ 1928612 w 2912392"/>
                <a:gd name="connsiteY198" fmla="*/ 613188 h 623151"/>
                <a:gd name="connsiteX199" fmla="*/ 1938356 w 2912392"/>
                <a:gd name="connsiteY199" fmla="*/ 611006 h 623151"/>
                <a:gd name="connsiteX200" fmla="*/ 1948085 w 2912392"/>
                <a:gd name="connsiteY200" fmla="*/ 608628 h 623151"/>
                <a:gd name="connsiteX201" fmla="*/ 1957829 w 2912392"/>
                <a:gd name="connsiteY201" fmla="*/ 606065 h 623151"/>
                <a:gd name="connsiteX202" fmla="*/ 1967573 w 2912392"/>
                <a:gd name="connsiteY202" fmla="*/ 603324 h 623151"/>
                <a:gd name="connsiteX203" fmla="*/ 1977317 w 2912392"/>
                <a:gd name="connsiteY203" fmla="*/ 600411 h 623151"/>
                <a:gd name="connsiteX204" fmla="*/ 1987046 w 2912392"/>
                <a:gd name="connsiteY204" fmla="*/ 597333 h 623151"/>
                <a:gd name="connsiteX205" fmla="*/ 1996790 w 2912392"/>
                <a:gd name="connsiteY205" fmla="*/ 594100 h 623151"/>
                <a:gd name="connsiteX206" fmla="*/ 2006534 w 2912392"/>
                <a:gd name="connsiteY206" fmla="*/ 590719 h 623151"/>
                <a:gd name="connsiteX207" fmla="*/ 2016278 w 2912392"/>
                <a:gd name="connsiteY207" fmla="*/ 587197 h 623151"/>
                <a:gd name="connsiteX208" fmla="*/ 2026022 w 2912392"/>
                <a:gd name="connsiteY208" fmla="*/ 583544 h 623151"/>
                <a:gd name="connsiteX209" fmla="*/ 2035751 w 2912392"/>
                <a:gd name="connsiteY209" fmla="*/ 579767 h 623151"/>
                <a:gd name="connsiteX210" fmla="*/ 2045495 w 2912392"/>
                <a:gd name="connsiteY210" fmla="*/ 575875 h 623151"/>
                <a:gd name="connsiteX211" fmla="*/ 2055239 w 2912392"/>
                <a:gd name="connsiteY211" fmla="*/ 571877 h 623151"/>
                <a:gd name="connsiteX212" fmla="*/ 2064983 w 2912392"/>
                <a:gd name="connsiteY212" fmla="*/ 567781 h 623151"/>
                <a:gd name="connsiteX213" fmla="*/ 2074712 w 2912392"/>
                <a:gd name="connsiteY213" fmla="*/ 563596 h 623151"/>
                <a:gd name="connsiteX214" fmla="*/ 2084456 w 2912392"/>
                <a:gd name="connsiteY214" fmla="*/ 559332 h 623151"/>
                <a:gd name="connsiteX215" fmla="*/ 2094200 w 2912392"/>
                <a:gd name="connsiteY215" fmla="*/ 554995 h 623151"/>
                <a:gd name="connsiteX216" fmla="*/ 2103944 w 2912392"/>
                <a:gd name="connsiteY216" fmla="*/ 550593 h 623151"/>
                <a:gd name="connsiteX217" fmla="*/ 2113673 w 2912392"/>
                <a:gd name="connsiteY217" fmla="*/ 546140 h 623151"/>
                <a:gd name="connsiteX218" fmla="*/ 2123417 w 2912392"/>
                <a:gd name="connsiteY218" fmla="*/ 541639 h 623151"/>
                <a:gd name="connsiteX219" fmla="*/ 2133161 w 2912392"/>
                <a:gd name="connsiteY219" fmla="*/ 537101 h 623151"/>
                <a:gd name="connsiteX220" fmla="*/ 2142905 w 2912392"/>
                <a:gd name="connsiteY220" fmla="*/ 532534 h 623151"/>
                <a:gd name="connsiteX221" fmla="*/ 2152649 w 2912392"/>
                <a:gd name="connsiteY221" fmla="*/ 527947 h 623151"/>
                <a:gd name="connsiteX222" fmla="*/ 2162377 w 2912392"/>
                <a:gd name="connsiteY222" fmla="*/ 523348 h 623151"/>
                <a:gd name="connsiteX223" fmla="*/ 2172121 w 2912392"/>
                <a:gd name="connsiteY223" fmla="*/ 518744 h 623151"/>
                <a:gd name="connsiteX224" fmla="*/ 2181865 w 2912392"/>
                <a:gd name="connsiteY224" fmla="*/ 514143 h 623151"/>
                <a:gd name="connsiteX225" fmla="*/ 2191609 w 2912392"/>
                <a:gd name="connsiteY225" fmla="*/ 509554 h 623151"/>
                <a:gd name="connsiteX226" fmla="*/ 2201338 w 2912392"/>
                <a:gd name="connsiteY226" fmla="*/ 504985 h 623151"/>
                <a:gd name="connsiteX227" fmla="*/ 2211082 w 2912392"/>
                <a:gd name="connsiteY227" fmla="*/ 500442 h 623151"/>
                <a:gd name="connsiteX228" fmla="*/ 2220826 w 2912392"/>
                <a:gd name="connsiteY228" fmla="*/ 495932 h 623151"/>
                <a:gd name="connsiteX229" fmla="*/ 2230570 w 2912392"/>
                <a:gd name="connsiteY229" fmla="*/ 491462 h 623151"/>
                <a:gd name="connsiteX230" fmla="*/ 2240299 w 2912392"/>
                <a:gd name="connsiteY230" fmla="*/ 487040 h 623151"/>
                <a:gd name="connsiteX231" fmla="*/ 2250043 w 2912392"/>
                <a:gd name="connsiteY231" fmla="*/ 482673 h 623151"/>
                <a:gd name="connsiteX232" fmla="*/ 2259787 w 2912392"/>
                <a:gd name="connsiteY232" fmla="*/ 478366 h 623151"/>
                <a:gd name="connsiteX233" fmla="*/ 2269531 w 2912392"/>
                <a:gd name="connsiteY233" fmla="*/ 474124 h 623151"/>
                <a:gd name="connsiteX234" fmla="*/ 2279260 w 2912392"/>
                <a:gd name="connsiteY234" fmla="*/ 469954 h 623151"/>
                <a:gd name="connsiteX235" fmla="*/ 2289004 w 2912392"/>
                <a:gd name="connsiteY235" fmla="*/ 465863 h 623151"/>
                <a:gd name="connsiteX236" fmla="*/ 2298748 w 2912392"/>
                <a:gd name="connsiteY236" fmla="*/ 461854 h 623151"/>
                <a:gd name="connsiteX237" fmla="*/ 2308492 w 2912392"/>
                <a:gd name="connsiteY237" fmla="*/ 457932 h 623151"/>
                <a:gd name="connsiteX238" fmla="*/ 2318236 w 2912392"/>
                <a:gd name="connsiteY238" fmla="*/ 454103 h 623151"/>
                <a:gd name="connsiteX239" fmla="*/ 2327965 w 2912392"/>
                <a:gd name="connsiteY239" fmla="*/ 450371 h 623151"/>
                <a:gd name="connsiteX240" fmla="*/ 2337709 w 2912392"/>
                <a:gd name="connsiteY240" fmla="*/ 446739 h 623151"/>
                <a:gd name="connsiteX241" fmla="*/ 2347453 w 2912392"/>
                <a:gd name="connsiteY241" fmla="*/ 443210 h 623151"/>
                <a:gd name="connsiteX242" fmla="*/ 2357197 w 2912392"/>
                <a:gd name="connsiteY242" fmla="*/ 439790 h 623151"/>
                <a:gd name="connsiteX243" fmla="*/ 2366926 w 2912392"/>
                <a:gd name="connsiteY243" fmla="*/ 436481 h 623151"/>
                <a:gd name="connsiteX244" fmla="*/ 2376670 w 2912392"/>
                <a:gd name="connsiteY244" fmla="*/ 433285 h 623151"/>
                <a:gd name="connsiteX245" fmla="*/ 2386413 w 2912392"/>
                <a:gd name="connsiteY245" fmla="*/ 430205 h 623151"/>
                <a:gd name="connsiteX246" fmla="*/ 2396157 w 2912392"/>
                <a:gd name="connsiteY246" fmla="*/ 427243 h 623151"/>
                <a:gd name="connsiteX247" fmla="*/ 2405886 w 2912392"/>
                <a:gd name="connsiteY247" fmla="*/ 424401 h 623151"/>
                <a:gd name="connsiteX248" fmla="*/ 2415630 w 2912392"/>
                <a:gd name="connsiteY248" fmla="*/ 421678 h 623151"/>
                <a:gd name="connsiteX249" fmla="*/ 2425374 w 2912392"/>
                <a:gd name="connsiteY249" fmla="*/ 419080 h 623151"/>
                <a:gd name="connsiteX250" fmla="*/ 2435118 w 2912392"/>
                <a:gd name="connsiteY250" fmla="*/ 416604 h 623151"/>
                <a:gd name="connsiteX251" fmla="*/ 2444862 w 2912392"/>
                <a:gd name="connsiteY251" fmla="*/ 414251 h 623151"/>
                <a:gd name="connsiteX252" fmla="*/ 2454591 w 2912392"/>
                <a:gd name="connsiteY252" fmla="*/ 412022 h 623151"/>
                <a:gd name="connsiteX253" fmla="*/ 2464335 w 2912392"/>
                <a:gd name="connsiteY253" fmla="*/ 409917 h 623151"/>
                <a:gd name="connsiteX254" fmla="*/ 2474079 w 2912392"/>
                <a:gd name="connsiteY254" fmla="*/ 407936 h 623151"/>
                <a:gd name="connsiteX255" fmla="*/ 2483823 w 2912392"/>
                <a:gd name="connsiteY255" fmla="*/ 406076 h 623151"/>
                <a:gd name="connsiteX256" fmla="*/ 2493552 w 2912392"/>
                <a:gd name="connsiteY256" fmla="*/ 404338 h 623151"/>
                <a:gd name="connsiteX257" fmla="*/ 2503296 w 2912392"/>
                <a:gd name="connsiteY257" fmla="*/ 402718 h 623151"/>
                <a:gd name="connsiteX258" fmla="*/ 2513040 w 2912392"/>
                <a:gd name="connsiteY258" fmla="*/ 401218 h 623151"/>
                <a:gd name="connsiteX259" fmla="*/ 2522784 w 2912392"/>
                <a:gd name="connsiteY259" fmla="*/ 399834 h 623151"/>
                <a:gd name="connsiteX260" fmla="*/ 2532513 w 2912392"/>
                <a:gd name="connsiteY260" fmla="*/ 398563 h 623151"/>
                <a:gd name="connsiteX261" fmla="*/ 2542257 w 2912392"/>
                <a:gd name="connsiteY261" fmla="*/ 397404 h 623151"/>
                <a:gd name="connsiteX262" fmla="*/ 2552001 w 2912392"/>
                <a:gd name="connsiteY262" fmla="*/ 396353 h 623151"/>
                <a:gd name="connsiteX263" fmla="*/ 2561745 w 2912392"/>
                <a:gd name="connsiteY263" fmla="*/ 395409 h 623151"/>
                <a:gd name="connsiteX264" fmla="*/ 2571474 w 2912392"/>
                <a:gd name="connsiteY264" fmla="*/ 394567 h 623151"/>
                <a:gd name="connsiteX265" fmla="*/ 2581218 w 2912392"/>
                <a:gd name="connsiteY265" fmla="*/ 393825 h 623151"/>
                <a:gd name="connsiteX266" fmla="*/ 2590962 w 2912392"/>
                <a:gd name="connsiteY266" fmla="*/ 393177 h 623151"/>
                <a:gd name="connsiteX267" fmla="*/ 2600705 w 2912392"/>
                <a:gd name="connsiteY267" fmla="*/ 392621 h 623151"/>
                <a:gd name="connsiteX268" fmla="*/ 2610449 w 2912392"/>
                <a:gd name="connsiteY268" fmla="*/ 392153 h 623151"/>
                <a:gd name="connsiteX269" fmla="*/ 2620178 w 2912392"/>
                <a:gd name="connsiteY269" fmla="*/ 391769 h 623151"/>
                <a:gd name="connsiteX270" fmla="*/ 2629922 w 2912392"/>
                <a:gd name="connsiteY270" fmla="*/ 391462 h 623151"/>
                <a:gd name="connsiteX271" fmla="*/ 2639666 w 2912392"/>
                <a:gd name="connsiteY271" fmla="*/ 391229 h 623151"/>
                <a:gd name="connsiteX272" fmla="*/ 2649410 w 2912392"/>
                <a:gd name="connsiteY272" fmla="*/ 391067 h 623151"/>
                <a:gd name="connsiteX273" fmla="*/ 2659139 w 2912392"/>
                <a:gd name="connsiteY273" fmla="*/ 390970 h 623151"/>
                <a:gd name="connsiteX274" fmla="*/ 2668883 w 2912392"/>
                <a:gd name="connsiteY274" fmla="*/ 390931 h 623151"/>
                <a:gd name="connsiteX275" fmla="*/ 2678627 w 2912392"/>
                <a:gd name="connsiteY275" fmla="*/ 390948 h 623151"/>
                <a:gd name="connsiteX276" fmla="*/ 2688371 w 2912392"/>
                <a:gd name="connsiteY276" fmla="*/ 391015 h 623151"/>
                <a:gd name="connsiteX277" fmla="*/ 2698100 w 2912392"/>
                <a:gd name="connsiteY277" fmla="*/ 391125 h 623151"/>
                <a:gd name="connsiteX278" fmla="*/ 2707844 w 2912392"/>
                <a:gd name="connsiteY278" fmla="*/ 391274 h 623151"/>
                <a:gd name="connsiteX279" fmla="*/ 2717588 w 2912392"/>
                <a:gd name="connsiteY279" fmla="*/ 391457 h 623151"/>
                <a:gd name="connsiteX280" fmla="*/ 2727332 w 2912392"/>
                <a:gd name="connsiteY280" fmla="*/ 391669 h 623151"/>
                <a:gd name="connsiteX281" fmla="*/ 2737076 w 2912392"/>
                <a:gd name="connsiteY281" fmla="*/ 391903 h 623151"/>
                <a:gd name="connsiteX282" fmla="*/ 2746805 w 2912392"/>
                <a:gd name="connsiteY282" fmla="*/ 392155 h 623151"/>
                <a:gd name="connsiteX283" fmla="*/ 2756549 w 2912392"/>
                <a:gd name="connsiteY283" fmla="*/ 392418 h 623151"/>
                <a:gd name="connsiteX284" fmla="*/ 2766293 w 2912392"/>
                <a:gd name="connsiteY284" fmla="*/ 392690 h 623151"/>
                <a:gd name="connsiteX285" fmla="*/ 2776037 w 2912392"/>
                <a:gd name="connsiteY285" fmla="*/ 392962 h 623151"/>
                <a:gd name="connsiteX286" fmla="*/ 2785766 w 2912392"/>
                <a:gd name="connsiteY286" fmla="*/ 393230 h 623151"/>
                <a:gd name="connsiteX287" fmla="*/ 2795510 w 2912392"/>
                <a:gd name="connsiteY287" fmla="*/ 393491 h 623151"/>
                <a:gd name="connsiteX288" fmla="*/ 2805254 w 2912392"/>
                <a:gd name="connsiteY288" fmla="*/ 393737 h 623151"/>
                <a:gd name="connsiteX289" fmla="*/ 2814998 w 2912392"/>
                <a:gd name="connsiteY289" fmla="*/ 393963 h 623151"/>
                <a:gd name="connsiteX290" fmla="*/ 2824727 w 2912392"/>
                <a:gd name="connsiteY290" fmla="*/ 394168 h 623151"/>
                <a:gd name="connsiteX291" fmla="*/ 2834471 w 2912392"/>
                <a:gd name="connsiteY291" fmla="*/ 394343 h 623151"/>
                <a:gd name="connsiteX292" fmla="*/ 2844215 w 2912392"/>
                <a:gd name="connsiteY292" fmla="*/ 394485 h 623151"/>
                <a:gd name="connsiteX293" fmla="*/ 2853958 w 2912392"/>
                <a:gd name="connsiteY293" fmla="*/ 394589 h 623151"/>
                <a:gd name="connsiteX294" fmla="*/ 2863687 w 2912392"/>
                <a:gd name="connsiteY294" fmla="*/ 394652 h 623151"/>
                <a:gd name="connsiteX295" fmla="*/ 2873431 w 2912392"/>
                <a:gd name="connsiteY295" fmla="*/ 394670 h 623151"/>
                <a:gd name="connsiteX296" fmla="*/ 2883175 w 2912392"/>
                <a:gd name="connsiteY296" fmla="*/ 394635 h 623151"/>
                <a:gd name="connsiteX297" fmla="*/ 2892919 w 2912392"/>
                <a:gd name="connsiteY297" fmla="*/ 394549 h 623151"/>
                <a:gd name="connsiteX298" fmla="*/ 2902663 w 2912392"/>
                <a:gd name="connsiteY298" fmla="*/ 394406 h 623151"/>
                <a:gd name="connsiteX299" fmla="*/ 2912392 w 2912392"/>
                <a:gd name="connsiteY299" fmla="*/ 394202 h 623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23151">
                  <a:moveTo>
                    <a:pt x="0" y="152162"/>
                  </a:moveTo>
                  <a:lnTo>
                    <a:pt x="9739" y="148740"/>
                  </a:lnTo>
                  <a:lnTo>
                    <a:pt x="19480" y="145200"/>
                  </a:lnTo>
                  <a:lnTo>
                    <a:pt x="29221" y="141554"/>
                  </a:lnTo>
                  <a:lnTo>
                    <a:pt x="38961" y="137807"/>
                  </a:lnTo>
                  <a:lnTo>
                    <a:pt x="48702" y="133970"/>
                  </a:lnTo>
                  <a:lnTo>
                    <a:pt x="58443" y="130052"/>
                  </a:lnTo>
                  <a:lnTo>
                    <a:pt x="68182" y="126060"/>
                  </a:lnTo>
                  <a:lnTo>
                    <a:pt x="77923" y="122005"/>
                  </a:lnTo>
                  <a:lnTo>
                    <a:pt x="87664" y="117896"/>
                  </a:lnTo>
                  <a:lnTo>
                    <a:pt x="97404" y="113742"/>
                  </a:lnTo>
                  <a:lnTo>
                    <a:pt x="107145" y="109554"/>
                  </a:lnTo>
                  <a:lnTo>
                    <a:pt x="116886" y="105339"/>
                  </a:lnTo>
                  <a:lnTo>
                    <a:pt x="126625" y="101107"/>
                  </a:lnTo>
                  <a:lnTo>
                    <a:pt x="136366" y="96869"/>
                  </a:lnTo>
                  <a:lnTo>
                    <a:pt x="146107" y="92633"/>
                  </a:lnTo>
                  <a:lnTo>
                    <a:pt x="155846" y="88408"/>
                  </a:lnTo>
                  <a:lnTo>
                    <a:pt x="165587" y="84205"/>
                  </a:lnTo>
                  <a:lnTo>
                    <a:pt x="175328" y="80030"/>
                  </a:lnTo>
                  <a:lnTo>
                    <a:pt x="185068" y="75894"/>
                  </a:lnTo>
                  <a:lnTo>
                    <a:pt x="194809" y="71806"/>
                  </a:lnTo>
                  <a:lnTo>
                    <a:pt x="204550" y="67771"/>
                  </a:lnTo>
                  <a:lnTo>
                    <a:pt x="214289" y="63800"/>
                  </a:lnTo>
                  <a:lnTo>
                    <a:pt x="224030" y="59901"/>
                  </a:lnTo>
                  <a:lnTo>
                    <a:pt x="233771" y="56080"/>
                  </a:lnTo>
                  <a:lnTo>
                    <a:pt x="243510" y="52345"/>
                  </a:lnTo>
                  <a:lnTo>
                    <a:pt x="253251" y="48700"/>
                  </a:lnTo>
                  <a:lnTo>
                    <a:pt x="262992" y="45157"/>
                  </a:lnTo>
                  <a:lnTo>
                    <a:pt x="272732" y="41719"/>
                  </a:lnTo>
                  <a:lnTo>
                    <a:pt x="282473" y="38390"/>
                  </a:lnTo>
                  <a:lnTo>
                    <a:pt x="292214" y="35179"/>
                  </a:lnTo>
                  <a:lnTo>
                    <a:pt x="301953" y="32089"/>
                  </a:lnTo>
                  <a:lnTo>
                    <a:pt x="311694" y="29126"/>
                  </a:lnTo>
                  <a:lnTo>
                    <a:pt x="321435" y="26292"/>
                  </a:lnTo>
                  <a:lnTo>
                    <a:pt x="331175" y="23593"/>
                  </a:lnTo>
                  <a:lnTo>
                    <a:pt x="340916" y="21030"/>
                  </a:lnTo>
                  <a:lnTo>
                    <a:pt x="350656" y="18609"/>
                  </a:lnTo>
                  <a:lnTo>
                    <a:pt x="360396" y="16332"/>
                  </a:lnTo>
                  <a:lnTo>
                    <a:pt x="370137" y="14199"/>
                  </a:lnTo>
                  <a:lnTo>
                    <a:pt x="379878" y="12214"/>
                  </a:lnTo>
                  <a:lnTo>
                    <a:pt x="389617" y="10377"/>
                  </a:lnTo>
                  <a:lnTo>
                    <a:pt x="399358" y="8691"/>
                  </a:lnTo>
                  <a:lnTo>
                    <a:pt x="409099" y="7156"/>
                  </a:lnTo>
                  <a:lnTo>
                    <a:pt x="418839" y="5770"/>
                  </a:lnTo>
                  <a:lnTo>
                    <a:pt x="428580" y="4537"/>
                  </a:lnTo>
                  <a:lnTo>
                    <a:pt x="438321" y="3454"/>
                  </a:lnTo>
                  <a:lnTo>
                    <a:pt x="448060" y="2519"/>
                  </a:lnTo>
                  <a:lnTo>
                    <a:pt x="457801" y="1736"/>
                  </a:lnTo>
                  <a:lnTo>
                    <a:pt x="467542" y="1100"/>
                  </a:lnTo>
                  <a:lnTo>
                    <a:pt x="477281" y="609"/>
                  </a:lnTo>
                  <a:lnTo>
                    <a:pt x="487022" y="264"/>
                  </a:lnTo>
                  <a:lnTo>
                    <a:pt x="496763" y="61"/>
                  </a:lnTo>
                  <a:lnTo>
                    <a:pt x="506503" y="0"/>
                  </a:lnTo>
                  <a:lnTo>
                    <a:pt x="516244" y="76"/>
                  </a:lnTo>
                  <a:lnTo>
                    <a:pt x="525985" y="286"/>
                  </a:lnTo>
                  <a:lnTo>
                    <a:pt x="535724" y="630"/>
                  </a:lnTo>
                  <a:lnTo>
                    <a:pt x="545465" y="1106"/>
                  </a:lnTo>
                  <a:lnTo>
                    <a:pt x="555206" y="1706"/>
                  </a:lnTo>
                  <a:lnTo>
                    <a:pt x="564946" y="2432"/>
                  </a:lnTo>
                  <a:lnTo>
                    <a:pt x="574687" y="3276"/>
                  </a:lnTo>
                  <a:lnTo>
                    <a:pt x="584428" y="4240"/>
                  </a:lnTo>
                  <a:lnTo>
                    <a:pt x="594167" y="5319"/>
                  </a:lnTo>
                  <a:lnTo>
                    <a:pt x="603908" y="6508"/>
                  </a:lnTo>
                  <a:lnTo>
                    <a:pt x="613649" y="7804"/>
                  </a:lnTo>
                  <a:lnTo>
                    <a:pt x="623388" y="9206"/>
                  </a:lnTo>
                  <a:lnTo>
                    <a:pt x="633129" y="10709"/>
                  </a:lnTo>
                  <a:lnTo>
                    <a:pt x="642870" y="12311"/>
                  </a:lnTo>
                  <a:lnTo>
                    <a:pt x="652610" y="14008"/>
                  </a:lnTo>
                  <a:lnTo>
                    <a:pt x="662351" y="15799"/>
                  </a:lnTo>
                  <a:lnTo>
                    <a:pt x="672092" y="17678"/>
                  </a:lnTo>
                  <a:lnTo>
                    <a:pt x="681831" y="19644"/>
                  </a:lnTo>
                  <a:lnTo>
                    <a:pt x="691572" y="21696"/>
                  </a:lnTo>
                  <a:lnTo>
                    <a:pt x="701313" y="23829"/>
                  </a:lnTo>
                  <a:lnTo>
                    <a:pt x="711052" y="26042"/>
                  </a:lnTo>
                  <a:lnTo>
                    <a:pt x="720793" y="28333"/>
                  </a:lnTo>
                  <a:lnTo>
                    <a:pt x="730534" y="30699"/>
                  </a:lnTo>
                  <a:lnTo>
                    <a:pt x="740274" y="33140"/>
                  </a:lnTo>
                  <a:lnTo>
                    <a:pt x="750015" y="35653"/>
                  </a:lnTo>
                  <a:lnTo>
                    <a:pt x="759756" y="38238"/>
                  </a:lnTo>
                  <a:lnTo>
                    <a:pt x="769495" y="40893"/>
                  </a:lnTo>
                  <a:lnTo>
                    <a:pt x="779236" y="43617"/>
                  </a:lnTo>
                  <a:lnTo>
                    <a:pt x="788977" y="46410"/>
                  </a:lnTo>
                  <a:lnTo>
                    <a:pt x="798717" y="49271"/>
                  </a:lnTo>
                  <a:lnTo>
                    <a:pt x="808458" y="52199"/>
                  </a:lnTo>
                  <a:lnTo>
                    <a:pt x="818199" y="55195"/>
                  </a:lnTo>
                  <a:lnTo>
                    <a:pt x="827938" y="58259"/>
                  </a:lnTo>
                  <a:lnTo>
                    <a:pt x="837679" y="61391"/>
                  </a:lnTo>
                  <a:lnTo>
                    <a:pt x="847420" y="64593"/>
                  </a:lnTo>
                  <a:lnTo>
                    <a:pt x="857159" y="67865"/>
                  </a:lnTo>
                  <a:lnTo>
                    <a:pt x="866900" y="71205"/>
                  </a:lnTo>
                  <a:lnTo>
                    <a:pt x="876641" y="74619"/>
                  </a:lnTo>
                  <a:lnTo>
                    <a:pt x="886381" y="78105"/>
                  </a:lnTo>
                  <a:lnTo>
                    <a:pt x="896122" y="81666"/>
                  </a:lnTo>
                  <a:lnTo>
                    <a:pt x="905863" y="85303"/>
                  </a:lnTo>
                  <a:lnTo>
                    <a:pt x="915602" y="89017"/>
                  </a:lnTo>
                  <a:lnTo>
                    <a:pt x="925343" y="92812"/>
                  </a:lnTo>
                  <a:lnTo>
                    <a:pt x="935084" y="96687"/>
                  </a:lnTo>
                  <a:lnTo>
                    <a:pt x="944824" y="100647"/>
                  </a:lnTo>
                  <a:lnTo>
                    <a:pt x="954564" y="104692"/>
                  </a:lnTo>
                  <a:lnTo>
                    <a:pt x="964305" y="108825"/>
                  </a:lnTo>
                  <a:lnTo>
                    <a:pt x="974045" y="113049"/>
                  </a:lnTo>
                  <a:lnTo>
                    <a:pt x="983786" y="117365"/>
                  </a:lnTo>
                  <a:lnTo>
                    <a:pt x="993522" y="121777"/>
                  </a:lnTo>
                  <a:lnTo>
                    <a:pt x="1003266" y="126284"/>
                  </a:lnTo>
                  <a:lnTo>
                    <a:pt x="1013010" y="130892"/>
                  </a:lnTo>
                  <a:lnTo>
                    <a:pt x="1022754" y="135602"/>
                  </a:lnTo>
                  <a:lnTo>
                    <a:pt x="1032483" y="140414"/>
                  </a:lnTo>
                  <a:lnTo>
                    <a:pt x="1042227" y="145334"/>
                  </a:lnTo>
                  <a:lnTo>
                    <a:pt x="1051971" y="150359"/>
                  </a:lnTo>
                  <a:lnTo>
                    <a:pt x="1061715" y="155496"/>
                  </a:lnTo>
                  <a:lnTo>
                    <a:pt x="1071444" y="160744"/>
                  </a:lnTo>
                  <a:lnTo>
                    <a:pt x="1081188" y="166103"/>
                  </a:lnTo>
                  <a:lnTo>
                    <a:pt x="1090932" y="171577"/>
                  </a:lnTo>
                  <a:lnTo>
                    <a:pt x="1100676" y="177167"/>
                  </a:lnTo>
                  <a:lnTo>
                    <a:pt x="1110405" y="182872"/>
                  </a:lnTo>
                  <a:lnTo>
                    <a:pt x="1120149" y="188694"/>
                  </a:lnTo>
                  <a:lnTo>
                    <a:pt x="1129893" y="194633"/>
                  </a:lnTo>
                  <a:lnTo>
                    <a:pt x="1139637" y="200689"/>
                  </a:lnTo>
                  <a:lnTo>
                    <a:pt x="1149381" y="206863"/>
                  </a:lnTo>
                  <a:lnTo>
                    <a:pt x="1159110" y="213154"/>
                  </a:lnTo>
                  <a:lnTo>
                    <a:pt x="1168854" y="219562"/>
                  </a:lnTo>
                  <a:lnTo>
                    <a:pt x="1178598" y="226083"/>
                  </a:lnTo>
                  <a:lnTo>
                    <a:pt x="1188341" y="232718"/>
                  </a:lnTo>
                  <a:lnTo>
                    <a:pt x="1198070" y="239465"/>
                  </a:lnTo>
                  <a:lnTo>
                    <a:pt x="1207814" y="246322"/>
                  </a:lnTo>
                  <a:lnTo>
                    <a:pt x="1217558" y="253287"/>
                  </a:lnTo>
                  <a:lnTo>
                    <a:pt x="1227302" y="260355"/>
                  </a:lnTo>
                  <a:lnTo>
                    <a:pt x="1237031" y="267526"/>
                  </a:lnTo>
                  <a:lnTo>
                    <a:pt x="1246775" y="274795"/>
                  </a:lnTo>
                  <a:lnTo>
                    <a:pt x="1256519" y="282157"/>
                  </a:lnTo>
                  <a:lnTo>
                    <a:pt x="1266263" y="289609"/>
                  </a:lnTo>
                  <a:lnTo>
                    <a:pt x="1276007" y="297147"/>
                  </a:lnTo>
                  <a:lnTo>
                    <a:pt x="1285736" y="304763"/>
                  </a:lnTo>
                  <a:lnTo>
                    <a:pt x="1295480" y="312456"/>
                  </a:lnTo>
                  <a:lnTo>
                    <a:pt x="1305224" y="320216"/>
                  </a:lnTo>
                  <a:lnTo>
                    <a:pt x="1314968" y="328041"/>
                  </a:lnTo>
                  <a:lnTo>
                    <a:pt x="1324697" y="335921"/>
                  </a:lnTo>
                  <a:lnTo>
                    <a:pt x="1334441" y="343852"/>
                  </a:lnTo>
                  <a:lnTo>
                    <a:pt x="1344185" y="351826"/>
                  </a:lnTo>
                  <a:lnTo>
                    <a:pt x="1353929" y="359836"/>
                  </a:lnTo>
                  <a:lnTo>
                    <a:pt x="1363658" y="367872"/>
                  </a:lnTo>
                  <a:lnTo>
                    <a:pt x="1373402" y="375931"/>
                  </a:lnTo>
                  <a:lnTo>
                    <a:pt x="1383146" y="384000"/>
                  </a:lnTo>
                  <a:lnTo>
                    <a:pt x="1392890" y="392073"/>
                  </a:lnTo>
                  <a:lnTo>
                    <a:pt x="1402619" y="400142"/>
                  </a:lnTo>
                  <a:lnTo>
                    <a:pt x="1412363" y="408196"/>
                  </a:lnTo>
                  <a:lnTo>
                    <a:pt x="1422106" y="416230"/>
                  </a:lnTo>
                  <a:lnTo>
                    <a:pt x="1431850" y="424231"/>
                  </a:lnTo>
                  <a:lnTo>
                    <a:pt x="1441594" y="432191"/>
                  </a:lnTo>
                  <a:lnTo>
                    <a:pt x="1451323" y="440101"/>
                  </a:lnTo>
                  <a:lnTo>
                    <a:pt x="1461067" y="447953"/>
                  </a:lnTo>
                  <a:lnTo>
                    <a:pt x="1470811" y="455736"/>
                  </a:lnTo>
                  <a:lnTo>
                    <a:pt x="1480555" y="463440"/>
                  </a:lnTo>
                  <a:lnTo>
                    <a:pt x="1490284" y="471057"/>
                  </a:lnTo>
                  <a:lnTo>
                    <a:pt x="1500028" y="478578"/>
                  </a:lnTo>
                  <a:lnTo>
                    <a:pt x="1509772" y="485991"/>
                  </a:lnTo>
                  <a:lnTo>
                    <a:pt x="1519516" y="493290"/>
                  </a:lnTo>
                  <a:lnTo>
                    <a:pt x="1529245" y="500464"/>
                  </a:lnTo>
                  <a:lnTo>
                    <a:pt x="1538989" y="507506"/>
                  </a:lnTo>
                  <a:lnTo>
                    <a:pt x="1548733" y="514404"/>
                  </a:lnTo>
                  <a:lnTo>
                    <a:pt x="1558477" y="521150"/>
                  </a:lnTo>
                  <a:lnTo>
                    <a:pt x="1568221" y="527738"/>
                  </a:lnTo>
                  <a:lnTo>
                    <a:pt x="1577950" y="534157"/>
                  </a:lnTo>
                  <a:lnTo>
                    <a:pt x="1587694" y="540401"/>
                  </a:lnTo>
                  <a:lnTo>
                    <a:pt x="1597438" y="546462"/>
                  </a:lnTo>
                  <a:lnTo>
                    <a:pt x="1607182" y="552331"/>
                  </a:lnTo>
                  <a:lnTo>
                    <a:pt x="1616911" y="558001"/>
                  </a:lnTo>
                  <a:lnTo>
                    <a:pt x="1626655" y="563468"/>
                  </a:lnTo>
                  <a:lnTo>
                    <a:pt x="1636399" y="568722"/>
                  </a:lnTo>
                  <a:lnTo>
                    <a:pt x="1646142" y="573760"/>
                  </a:lnTo>
                  <a:lnTo>
                    <a:pt x="1655872" y="578574"/>
                  </a:lnTo>
                  <a:lnTo>
                    <a:pt x="1665616" y="583158"/>
                  </a:lnTo>
                  <a:lnTo>
                    <a:pt x="1675359" y="587510"/>
                  </a:lnTo>
                  <a:lnTo>
                    <a:pt x="1685103" y="591624"/>
                  </a:lnTo>
                  <a:lnTo>
                    <a:pt x="1694832" y="595496"/>
                  </a:lnTo>
                  <a:lnTo>
                    <a:pt x="1704576" y="599122"/>
                  </a:lnTo>
                  <a:lnTo>
                    <a:pt x="1714320" y="602500"/>
                  </a:lnTo>
                  <a:lnTo>
                    <a:pt x="1724064" y="605626"/>
                  </a:lnTo>
                  <a:lnTo>
                    <a:pt x="1733808" y="608497"/>
                  </a:lnTo>
                  <a:lnTo>
                    <a:pt x="1743537" y="611113"/>
                  </a:lnTo>
                  <a:lnTo>
                    <a:pt x="1753281" y="613473"/>
                  </a:lnTo>
                  <a:lnTo>
                    <a:pt x="1763025" y="615575"/>
                  </a:lnTo>
                  <a:lnTo>
                    <a:pt x="1772769" y="617418"/>
                  </a:lnTo>
                  <a:lnTo>
                    <a:pt x="1782498" y="619004"/>
                  </a:lnTo>
                  <a:lnTo>
                    <a:pt x="1792242" y="620330"/>
                  </a:lnTo>
                  <a:lnTo>
                    <a:pt x="1801986" y="621401"/>
                  </a:lnTo>
                  <a:lnTo>
                    <a:pt x="1811730" y="622216"/>
                  </a:lnTo>
                  <a:lnTo>
                    <a:pt x="1821459" y="622777"/>
                  </a:lnTo>
                  <a:lnTo>
                    <a:pt x="1831203" y="623089"/>
                  </a:lnTo>
                  <a:lnTo>
                    <a:pt x="1840947" y="623151"/>
                  </a:lnTo>
                  <a:lnTo>
                    <a:pt x="1850691" y="622968"/>
                  </a:lnTo>
                  <a:lnTo>
                    <a:pt x="1860435" y="622544"/>
                  </a:lnTo>
                  <a:lnTo>
                    <a:pt x="1870164" y="621882"/>
                  </a:lnTo>
                  <a:lnTo>
                    <a:pt x="1879908" y="620987"/>
                  </a:lnTo>
                  <a:lnTo>
                    <a:pt x="1889652" y="619863"/>
                  </a:lnTo>
                  <a:lnTo>
                    <a:pt x="1899395" y="618515"/>
                  </a:lnTo>
                  <a:lnTo>
                    <a:pt x="1909124" y="616950"/>
                  </a:lnTo>
                  <a:lnTo>
                    <a:pt x="1918868" y="615173"/>
                  </a:lnTo>
                  <a:lnTo>
                    <a:pt x="1928612" y="613188"/>
                  </a:lnTo>
                  <a:lnTo>
                    <a:pt x="1938356" y="611006"/>
                  </a:lnTo>
                  <a:lnTo>
                    <a:pt x="1948085" y="608628"/>
                  </a:lnTo>
                  <a:lnTo>
                    <a:pt x="1957829" y="606065"/>
                  </a:lnTo>
                  <a:lnTo>
                    <a:pt x="1967573" y="603324"/>
                  </a:lnTo>
                  <a:lnTo>
                    <a:pt x="1977317" y="600411"/>
                  </a:lnTo>
                  <a:lnTo>
                    <a:pt x="1987046" y="597333"/>
                  </a:lnTo>
                  <a:lnTo>
                    <a:pt x="1996790" y="594100"/>
                  </a:lnTo>
                  <a:lnTo>
                    <a:pt x="2006534" y="590719"/>
                  </a:lnTo>
                  <a:lnTo>
                    <a:pt x="2016278" y="587197"/>
                  </a:lnTo>
                  <a:lnTo>
                    <a:pt x="2026022" y="583544"/>
                  </a:lnTo>
                  <a:lnTo>
                    <a:pt x="2035751" y="579767"/>
                  </a:lnTo>
                  <a:lnTo>
                    <a:pt x="2045495" y="575875"/>
                  </a:lnTo>
                  <a:lnTo>
                    <a:pt x="2055239" y="571877"/>
                  </a:lnTo>
                  <a:lnTo>
                    <a:pt x="2064983" y="567781"/>
                  </a:lnTo>
                  <a:lnTo>
                    <a:pt x="2074712" y="563596"/>
                  </a:lnTo>
                  <a:lnTo>
                    <a:pt x="2084456" y="559332"/>
                  </a:lnTo>
                  <a:lnTo>
                    <a:pt x="2094200" y="554995"/>
                  </a:lnTo>
                  <a:lnTo>
                    <a:pt x="2103944" y="550593"/>
                  </a:lnTo>
                  <a:lnTo>
                    <a:pt x="2113673" y="546140"/>
                  </a:lnTo>
                  <a:lnTo>
                    <a:pt x="2123417" y="541639"/>
                  </a:lnTo>
                  <a:lnTo>
                    <a:pt x="2133161" y="537101"/>
                  </a:lnTo>
                  <a:lnTo>
                    <a:pt x="2142905" y="532534"/>
                  </a:lnTo>
                  <a:lnTo>
                    <a:pt x="2152649" y="527947"/>
                  </a:lnTo>
                  <a:lnTo>
                    <a:pt x="2162377" y="523348"/>
                  </a:lnTo>
                  <a:lnTo>
                    <a:pt x="2172121" y="518744"/>
                  </a:lnTo>
                  <a:lnTo>
                    <a:pt x="2181865" y="514143"/>
                  </a:lnTo>
                  <a:lnTo>
                    <a:pt x="2191609" y="509554"/>
                  </a:lnTo>
                  <a:lnTo>
                    <a:pt x="2201338" y="504985"/>
                  </a:lnTo>
                  <a:lnTo>
                    <a:pt x="2211082" y="500442"/>
                  </a:lnTo>
                  <a:lnTo>
                    <a:pt x="2220826" y="495932"/>
                  </a:lnTo>
                  <a:lnTo>
                    <a:pt x="2230570" y="491462"/>
                  </a:lnTo>
                  <a:lnTo>
                    <a:pt x="2240299" y="487040"/>
                  </a:lnTo>
                  <a:lnTo>
                    <a:pt x="2250043" y="482673"/>
                  </a:lnTo>
                  <a:lnTo>
                    <a:pt x="2259787" y="478366"/>
                  </a:lnTo>
                  <a:lnTo>
                    <a:pt x="2269531" y="474124"/>
                  </a:lnTo>
                  <a:lnTo>
                    <a:pt x="2279260" y="469954"/>
                  </a:lnTo>
                  <a:lnTo>
                    <a:pt x="2289004" y="465863"/>
                  </a:lnTo>
                  <a:lnTo>
                    <a:pt x="2298748" y="461854"/>
                  </a:lnTo>
                  <a:lnTo>
                    <a:pt x="2308492" y="457932"/>
                  </a:lnTo>
                  <a:lnTo>
                    <a:pt x="2318236" y="454103"/>
                  </a:lnTo>
                  <a:lnTo>
                    <a:pt x="2327965" y="450371"/>
                  </a:lnTo>
                  <a:lnTo>
                    <a:pt x="2337709" y="446739"/>
                  </a:lnTo>
                  <a:lnTo>
                    <a:pt x="2347453" y="443210"/>
                  </a:lnTo>
                  <a:lnTo>
                    <a:pt x="2357197" y="439790"/>
                  </a:lnTo>
                  <a:lnTo>
                    <a:pt x="2366926" y="436481"/>
                  </a:lnTo>
                  <a:lnTo>
                    <a:pt x="2376670" y="433285"/>
                  </a:lnTo>
                  <a:lnTo>
                    <a:pt x="2386413" y="430205"/>
                  </a:lnTo>
                  <a:lnTo>
                    <a:pt x="2396157" y="427243"/>
                  </a:lnTo>
                  <a:lnTo>
                    <a:pt x="2405886" y="424401"/>
                  </a:lnTo>
                  <a:lnTo>
                    <a:pt x="2415630" y="421678"/>
                  </a:lnTo>
                  <a:lnTo>
                    <a:pt x="2425374" y="419080"/>
                  </a:lnTo>
                  <a:lnTo>
                    <a:pt x="2435118" y="416604"/>
                  </a:lnTo>
                  <a:lnTo>
                    <a:pt x="2444862" y="414251"/>
                  </a:lnTo>
                  <a:lnTo>
                    <a:pt x="2454591" y="412022"/>
                  </a:lnTo>
                  <a:lnTo>
                    <a:pt x="2464335" y="409917"/>
                  </a:lnTo>
                  <a:lnTo>
                    <a:pt x="2474079" y="407936"/>
                  </a:lnTo>
                  <a:lnTo>
                    <a:pt x="2483823" y="406076"/>
                  </a:lnTo>
                  <a:lnTo>
                    <a:pt x="2493552" y="404338"/>
                  </a:lnTo>
                  <a:lnTo>
                    <a:pt x="2503296" y="402718"/>
                  </a:lnTo>
                  <a:lnTo>
                    <a:pt x="2513040" y="401218"/>
                  </a:lnTo>
                  <a:lnTo>
                    <a:pt x="2522784" y="399834"/>
                  </a:lnTo>
                  <a:lnTo>
                    <a:pt x="2532513" y="398563"/>
                  </a:lnTo>
                  <a:lnTo>
                    <a:pt x="2542257" y="397404"/>
                  </a:lnTo>
                  <a:lnTo>
                    <a:pt x="2552001" y="396353"/>
                  </a:lnTo>
                  <a:lnTo>
                    <a:pt x="2561745" y="395409"/>
                  </a:lnTo>
                  <a:lnTo>
                    <a:pt x="2571474" y="394567"/>
                  </a:lnTo>
                  <a:lnTo>
                    <a:pt x="2581218" y="393825"/>
                  </a:lnTo>
                  <a:lnTo>
                    <a:pt x="2590962" y="393177"/>
                  </a:lnTo>
                  <a:lnTo>
                    <a:pt x="2600705" y="392621"/>
                  </a:lnTo>
                  <a:lnTo>
                    <a:pt x="2610449" y="392153"/>
                  </a:lnTo>
                  <a:lnTo>
                    <a:pt x="2620178" y="391769"/>
                  </a:lnTo>
                  <a:lnTo>
                    <a:pt x="2629922" y="391462"/>
                  </a:lnTo>
                  <a:lnTo>
                    <a:pt x="2639666" y="391229"/>
                  </a:lnTo>
                  <a:lnTo>
                    <a:pt x="2649410" y="391067"/>
                  </a:lnTo>
                  <a:lnTo>
                    <a:pt x="2659139" y="390970"/>
                  </a:lnTo>
                  <a:lnTo>
                    <a:pt x="2668883" y="390931"/>
                  </a:lnTo>
                  <a:lnTo>
                    <a:pt x="2678627" y="390948"/>
                  </a:lnTo>
                  <a:lnTo>
                    <a:pt x="2688371" y="391015"/>
                  </a:lnTo>
                  <a:lnTo>
                    <a:pt x="2698100" y="391125"/>
                  </a:lnTo>
                  <a:lnTo>
                    <a:pt x="2707844" y="391274"/>
                  </a:lnTo>
                  <a:lnTo>
                    <a:pt x="2717588" y="391457"/>
                  </a:lnTo>
                  <a:lnTo>
                    <a:pt x="2727332" y="391669"/>
                  </a:lnTo>
                  <a:lnTo>
                    <a:pt x="2737076" y="391903"/>
                  </a:lnTo>
                  <a:lnTo>
                    <a:pt x="2746805" y="392155"/>
                  </a:lnTo>
                  <a:lnTo>
                    <a:pt x="2756549" y="392418"/>
                  </a:lnTo>
                  <a:lnTo>
                    <a:pt x="2766293" y="392690"/>
                  </a:lnTo>
                  <a:lnTo>
                    <a:pt x="2776037" y="392962"/>
                  </a:lnTo>
                  <a:lnTo>
                    <a:pt x="2785766" y="393230"/>
                  </a:lnTo>
                  <a:lnTo>
                    <a:pt x="2795510" y="393491"/>
                  </a:lnTo>
                  <a:lnTo>
                    <a:pt x="2805254" y="393737"/>
                  </a:lnTo>
                  <a:lnTo>
                    <a:pt x="2814998" y="393963"/>
                  </a:lnTo>
                  <a:lnTo>
                    <a:pt x="2824727" y="394168"/>
                  </a:lnTo>
                  <a:lnTo>
                    <a:pt x="2834471" y="394343"/>
                  </a:lnTo>
                  <a:lnTo>
                    <a:pt x="2844215" y="394485"/>
                  </a:lnTo>
                  <a:lnTo>
                    <a:pt x="2853958" y="394589"/>
                  </a:lnTo>
                  <a:lnTo>
                    <a:pt x="2863687" y="394652"/>
                  </a:lnTo>
                  <a:lnTo>
                    <a:pt x="2873431" y="394670"/>
                  </a:lnTo>
                  <a:lnTo>
                    <a:pt x="2883175" y="394635"/>
                  </a:lnTo>
                  <a:lnTo>
                    <a:pt x="2892919" y="394549"/>
                  </a:lnTo>
                  <a:lnTo>
                    <a:pt x="2902663" y="394406"/>
                  </a:lnTo>
                  <a:lnTo>
                    <a:pt x="2912392" y="39420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4" name="Freeform 653">
              <a:extLst>
                <a:ext uri="{FF2B5EF4-FFF2-40B4-BE49-F238E27FC236}">
                  <a16:creationId xmlns:a16="http://schemas.microsoft.com/office/drawing/2014/main" id="{03B088E2-4668-97C4-E293-EC4B87CAB231}"/>
                </a:ext>
              </a:extLst>
            </p:cNvPr>
            <p:cNvSpPr/>
            <p:nvPr/>
          </p:nvSpPr>
          <p:spPr>
            <a:xfrm>
              <a:off x="576446" y="3088025"/>
              <a:ext cx="2912392" cy="710344"/>
            </a:xfrm>
            <a:custGeom>
              <a:avLst/>
              <a:gdLst>
                <a:gd name="connsiteX0" fmla="*/ 0 w 2912392"/>
                <a:gd name="connsiteY0" fmla="*/ 185747 h 710344"/>
                <a:gd name="connsiteX1" fmla="*/ 9739 w 2912392"/>
                <a:gd name="connsiteY1" fmla="*/ 179919 h 710344"/>
                <a:gd name="connsiteX2" fmla="*/ 19480 w 2912392"/>
                <a:gd name="connsiteY2" fmla="*/ 174159 h 710344"/>
                <a:gd name="connsiteX3" fmla="*/ 29221 w 2912392"/>
                <a:gd name="connsiteY3" fmla="*/ 168469 h 710344"/>
                <a:gd name="connsiteX4" fmla="*/ 38961 w 2912392"/>
                <a:gd name="connsiteY4" fmla="*/ 162852 h 710344"/>
                <a:gd name="connsiteX5" fmla="*/ 48702 w 2912392"/>
                <a:gd name="connsiteY5" fmla="*/ 157306 h 710344"/>
                <a:gd name="connsiteX6" fmla="*/ 58443 w 2912392"/>
                <a:gd name="connsiteY6" fmla="*/ 151837 h 710344"/>
                <a:gd name="connsiteX7" fmla="*/ 68182 w 2912392"/>
                <a:gd name="connsiteY7" fmla="*/ 146442 h 710344"/>
                <a:gd name="connsiteX8" fmla="*/ 77923 w 2912392"/>
                <a:gd name="connsiteY8" fmla="*/ 141126 h 710344"/>
                <a:gd name="connsiteX9" fmla="*/ 87664 w 2912392"/>
                <a:gd name="connsiteY9" fmla="*/ 135888 h 710344"/>
                <a:gd name="connsiteX10" fmla="*/ 97404 w 2912392"/>
                <a:gd name="connsiteY10" fmla="*/ 130728 h 710344"/>
                <a:gd name="connsiteX11" fmla="*/ 107145 w 2912392"/>
                <a:gd name="connsiteY11" fmla="*/ 125651 h 710344"/>
                <a:gd name="connsiteX12" fmla="*/ 116886 w 2912392"/>
                <a:gd name="connsiteY12" fmla="*/ 120655 h 710344"/>
                <a:gd name="connsiteX13" fmla="*/ 126625 w 2912392"/>
                <a:gd name="connsiteY13" fmla="*/ 115743 h 710344"/>
                <a:gd name="connsiteX14" fmla="*/ 136366 w 2912392"/>
                <a:gd name="connsiteY14" fmla="*/ 110915 h 710344"/>
                <a:gd name="connsiteX15" fmla="*/ 146107 w 2912392"/>
                <a:gd name="connsiteY15" fmla="*/ 106173 h 710344"/>
                <a:gd name="connsiteX16" fmla="*/ 155846 w 2912392"/>
                <a:gd name="connsiteY16" fmla="*/ 101517 h 710344"/>
                <a:gd name="connsiteX17" fmla="*/ 165587 w 2912392"/>
                <a:gd name="connsiteY17" fmla="*/ 96949 h 710344"/>
                <a:gd name="connsiteX18" fmla="*/ 175328 w 2912392"/>
                <a:gd name="connsiteY18" fmla="*/ 92469 h 710344"/>
                <a:gd name="connsiteX19" fmla="*/ 185068 w 2912392"/>
                <a:gd name="connsiteY19" fmla="*/ 88080 h 710344"/>
                <a:gd name="connsiteX20" fmla="*/ 194809 w 2912392"/>
                <a:gd name="connsiteY20" fmla="*/ 83780 h 710344"/>
                <a:gd name="connsiteX21" fmla="*/ 204550 w 2912392"/>
                <a:gd name="connsiteY21" fmla="*/ 79571 h 710344"/>
                <a:gd name="connsiteX22" fmla="*/ 214289 w 2912392"/>
                <a:gd name="connsiteY22" fmla="*/ 75456 h 710344"/>
                <a:gd name="connsiteX23" fmla="*/ 224030 w 2912392"/>
                <a:gd name="connsiteY23" fmla="*/ 71433 h 710344"/>
                <a:gd name="connsiteX24" fmla="*/ 233771 w 2912392"/>
                <a:gd name="connsiteY24" fmla="*/ 67504 h 710344"/>
                <a:gd name="connsiteX25" fmla="*/ 243510 w 2912392"/>
                <a:gd name="connsiteY25" fmla="*/ 63671 h 710344"/>
                <a:gd name="connsiteX26" fmla="*/ 253251 w 2912392"/>
                <a:gd name="connsiteY26" fmla="*/ 59934 h 710344"/>
                <a:gd name="connsiteX27" fmla="*/ 262992 w 2912392"/>
                <a:gd name="connsiteY27" fmla="*/ 56294 h 710344"/>
                <a:gd name="connsiteX28" fmla="*/ 272732 w 2912392"/>
                <a:gd name="connsiteY28" fmla="*/ 52754 h 710344"/>
                <a:gd name="connsiteX29" fmla="*/ 282473 w 2912392"/>
                <a:gd name="connsiteY29" fmla="*/ 49313 h 710344"/>
                <a:gd name="connsiteX30" fmla="*/ 292214 w 2912392"/>
                <a:gd name="connsiteY30" fmla="*/ 45971 h 710344"/>
                <a:gd name="connsiteX31" fmla="*/ 301953 w 2912392"/>
                <a:gd name="connsiteY31" fmla="*/ 42732 h 710344"/>
                <a:gd name="connsiteX32" fmla="*/ 311694 w 2912392"/>
                <a:gd name="connsiteY32" fmla="*/ 39596 h 710344"/>
                <a:gd name="connsiteX33" fmla="*/ 321435 w 2912392"/>
                <a:gd name="connsiteY33" fmla="*/ 36564 h 710344"/>
                <a:gd name="connsiteX34" fmla="*/ 331175 w 2912392"/>
                <a:gd name="connsiteY34" fmla="*/ 33637 h 710344"/>
                <a:gd name="connsiteX35" fmla="*/ 340916 w 2912392"/>
                <a:gd name="connsiteY35" fmla="*/ 30819 h 710344"/>
                <a:gd name="connsiteX36" fmla="*/ 350656 w 2912392"/>
                <a:gd name="connsiteY36" fmla="*/ 28108 h 710344"/>
                <a:gd name="connsiteX37" fmla="*/ 360396 w 2912392"/>
                <a:gd name="connsiteY37" fmla="*/ 25509 h 710344"/>
                <a:gd name="connsiteX38" fmla="*/ 370137 w 2912392"/>
                <a:gd name="connsiteY38" fmla="*/ 23020 h 710344"/>
                <a:gd name="connsiteX39" fmla="*/ 379878 w 2912392"/>
                <a:gd name="connsiteY39" fmla="*/ 20647 h 710344"/>
                <a:gd name="connsiteX40" fmla="*/ 389617 w 2912392"/>
                <a:gd name="connsiteY40" fmla="*/ 18388 h 710344"/>
                <a:gd name="connsiteX41" fmla="*/ 399358 w 2912392"/>
                <a:gd name="connsiteY41" fmla="*/ 16249 h 710344"/>
                <a:gd name="connsiteX42" fmla="*/ 409099 w 2912392"/>
                <a:gd name="connsiteY42" fmla="*/ 14229 h 710344"/>
                <a:gd name="connsiteX43" fmla="*/ 418839 w 2912392"/>
                <a:gd name="connsiteY43" fmla="*/ 12330 h 710344"/>
                <a:gd name="connsiteX44" fmla="*/ 428580 w 2912392"/>
                <a:gd name="connsiteY44" fmla="*/ 10557 h 710344"/>
                <a:gd name="connsiteX45" fmla="*/ 438321 w 2912392"/>
                <a:gd name="connsiteY45" fmla="*/ 8911 h 710344"/>
                <a:gd name="connsiteX46" fmla="*/ 448060 w 2912392"/>
                <a:gd name="connsiteY46" fmla="*/ 7394 h 710344"/>
                <a:gd name="connsiteX47" fmla="*/ 457801 w 2912392"/>
                <a:gd name="connsiteY47" fmla="*/ 6010 h 710344"/>
                <a:gd name="connsiteX48" fmla="*/ 467542 w 2912392"/>
                <a:gd name="connsiteY48" fmla="*/ 4762 h 710344"/>
                <a:gd name="connsiteX49" fmla="*/ 477281 w 2912392"/>
                <a:gd name="connsiteY49" fmla="*/ 3650 h 710344"/>
                <a:gd name="connsiteX50" fmla="*/ 487022 w 2912392"/>
                <a:gd name="connsiteY50" fmla="*/ 2680 h 710344"/>
                <a:gd name="connsiteX51" fmla="*/ 496763 w 2912392"/>
                <a:gd name="connsiteY51" fmla="*/ 1853 h 710344"/>
                <a:gd name="connsiteX52" fmla="*/ 506503 w 2912392"/>
                <a:gd name="connsiteY52" fmla="*/ 1176 h 710344"/>
                <a:gd name="connsiteX53" fmla="*/ 516244 w 2912392"/>
                <a:gd name="connsiteY53" fmla="*/ 647 h 710344"/>
                <a:gd name="connsiteX54" fmla="*/ 525985 w 2912392"/>
                <a:gd name="connsiteY54" fmla="*/ 273 h 710344"/>
                <a:gd name="connsiteX55" fmla="*/ 535724 w 2912392"/>
                <a:gd name="connsiteY55" fmla="*/ 55 h 710344"/>
                <a:gd name="connsiteX56" fmla="*/ 545465 w 2912392"/>
                <a:gd name="connsiteY56" fmla="*/ 0 h 710344"/>
                <a:gd name="connsiteX57" fmla="*/ 555206 w 2912392"/>
                <a:gd name="connsiteY57" fmla="*/ 109 h 710344"/>
                <a:gd name="connsiteX58" fmla="*/ 564946 w 2912392"/>
                <a:gd name="connsiteY58" fmla="*/ 384 h 710344"/>
                <a:gd name="connsiteX59" fmla="*/ 574687 w 2912392"/>
                <a:gd name="connsiteY59" fmla="*/ 833 h 710344"/>
                <a:gd name="connsiteX60" fmla="*/ 584428 w 2912392"/>
                <a:gd name="connsiteY60" fmla="*/ 1457 h 710344"/>
                <a:gd name="connsiteX61" fmla="*/ 594167 w 2912392"/>
                <a:gd name="connsiteY61" fmla="*/ 2260 h 710344"/>
                <a:gd name="connsiteX62" fmla="*/ 603908 w 2912392"/>
                <a:gd name="connsiteY62" fmla="*/ 3245 h 710344"/>
                <a:gd name="connsiteX63" fmla="*/ 613649 w 2912392"/>
                <a:gd name="connsiteY63" fmla="*/ 4418 h 710344"/>
                <a:gd name="connsiteX64" fmla="*/ 623388 w 2912392"/>
                <a:gd name="connsiteY64" fmla="*/ 5779 h 710344"/>
                <a:gd name="connsiteX65" fmla="*/ 633129 w 2912392"/>
                <a:gd name="connsiteY65" fmla="*/ 7336 h 710344"/>
                <a:gd name="connsiteX66" fmla="*/ 642870 w 2912392"/>
                <a:gd name="connsiteY66" fmla="*/ 9090 h 710344"/>
                <a:gd name="connsiteX67" fmla="*/ 652610 w 2912392"/>
                <a:gd name="connsiteY67" fmla="*/ 11043 h 710344"/>
                <a:gd name="connsiteX68" fmla="*/ 662351 w 2912392"/>
                <a:gd name="connsiteY68" fmla="*/ 13201 h 710344"/>
                <a:gd name="connsiteX69" fmla="*/ 672092 w 2912392"/>
                <a:gd name="connsiteY69" fmla="*/ 15566 h 710344"/>
                <a:gd name="connsiteX70" fmla="*/ 681831 w 2912392"/>
                <a:gd name="connsiteY70" fmla="*/ 18141 h 710344"/>
                <a:gd name="connsiteX71" fmla="*/ 691572 w 2912392"/>
                <a:gd name="connsiteY71" fmla="*/ 20930 h 710344"/>
                <a:gd name="connsiteX72" fmla="*/ 701313 w 2912392"/>
                <a:gd name="connsiteY72" fmla="*/ 23935 h 710344"/>
                <a:gd name="connsiteX73" fmla="*/ 711052 w 2912392"/>
                <a:gd name="connsiteY73" fmla="*/ 27159 h 710344"/>
                <a:gd name="connsiteX74" fmla="*/ 720793 w 2912392"/>
                <a:gd name="connsiteY74" fmla="*/ 30604 h 710344"/>
                <a:gd name="connsiteX75" fmla="*/ 730534 w 2912392"/>
                <a:gd name="connsiteY75" fmla="*/ 34272 h 710344"/>
                <a:gd name="connsiteX76" fmla="*/ 740274 w 2912392"/>
                <a:gd name="connsiteY76" fmla="*/ 38167 h 710344"/>
                <a:gd name="connsiteX77" fmla="*/ 750015 w 2912392"/>
                <a:gd name="connsiteY77" fmla="*/ 42286 h 710344"/>
                <a:gd name="connsiteX78" fmla="*/ 759756 w 2912392"/>
                <a:gd name="connsiteY78" fmla="*/ 46637 h 710344"/>
                <a:gd name="connsiteX79" fmla="*/ 769495 w 2912392"/>
                <a:gd name="connsiteY79" fmla="*/ 51215 h 710344"/>
                <a:gd name="connsiteX80" fmla="*/ 779236 w 2912392"/>
                <a:gd name="connsiteY80" fmla="*/ 56025 h 710344"/>
                <a:gd name="connsiteX81" fmla="*/ 788977 w 2912392"/>
                <a:gd name="connsiteY81" fmla="*/ 61065 h 710344"/>
                <a:gd name="connsiteX82" fmla="*/ 798717 w 2912392"/>
                <a:gd name="connsiteY82" fmla="*/ 66338 h 710344"/>
                <a:gd name="connsiteX83" fmla="*/ 808458 w 2912392"/>
                <a:gd name="connsiteY83" fmla="*/ 71840 h 710344"/>
                <a:gd name="connsiteX84" fmla="*/ 818199 w 2912392"/>
                <a:gd name="connsiteY84" fmla="*/ 77573 h 710344"/>
                <a:gd name="connsiteX85" fmla="*/ 827938 w 2912392"/>
                <a:gd name="connsiteY85" fmla="*/ 83537 h 710344"/>
                <a:gd name="connsiteX86" fmla="*/ 837679 w 2912392"/>
                <a:gd name="connsiteY86" fmla="*/ 89729 h 710344"/>
                <a:gd name="connsiteX87" fmla="*/ 847420 w 2912392"/>
                <a:gd name="connsiteY87" fmla="*/ 96149 h 710344"/>
                <a:gd name="connsiteX88" fmla="*/ 857159 w 2912392"/>
                <a:gd name="connsiteY88" fmla="*/ 102793 h 710344"/>
                <a:gd name="connsiteX89" fmla="*/ 866900 w 2912392"/>
                <a:gd name="connsiteY89" fmla="*/ 109660 h 710344"/>
                <a:gd name="connsiteX90" fmla="*/ 876641 w 2912392"/>
                <a:gd name="connsiteY90" fmla="*/ 116747 h 710344"/>
                <a:gd name="connsiteX91" fmla="*/ 886381 w 2912392"/>
                <a:gd name="connsiteY91" fmla="*/ 124050 h 710344"/>
                <a:gd name="connsiteX92" fmla="*/ 896122 w 2912392"/>
                <a:gd name="connsiteY92" fmla="*/ 131567 h 710344"/>
                <a:gd name="connsiteX93" fmla="*/ 905863 w 2912392"/>
                <a:gd name="connsiteY93" fmla="*/ 139292 h 710344"/>
                <a:gd name="connsiteX94" fmla="*/ 915602 w 2912392"/>
                <a:gd name="connsiteY94" fmla="*/ 147221 h 710344"/>
                <a:gd name="connsiteX95" fmla="*/ 925343 w 2912392"/>
                <a:gd name="connsiteY95" fmla="*/ 155350 h 710344"/>
                <a:gd name="connsiteX96" fmla="*/ 935084 w 2912392"/>
                <a:gd name="connsiteY96" fmla="*/ 163674 h 710344"/>
                <a:gd name="connsiteX97" fmla="*/ 944824 w 2912392"/>
                <a:gd name="connsiteY97" fmla="*/ 172186 h 710344"/>
                <a:gd name="connsiteX98" fmla="*/ 954564 w 2912392"/>
                <a:gd name="connsiteY98" fmla="*/ 180880 h 710344"/>
                <a:gd name="connsiteX99" fmla="*/ 964305 w 2912392"/>
                <a:gd name="connsiteY99" fmla="*/ 189750 h 710344"/>
                <a:gd name="connsiteX100" fmla="*/ 974045 w 2912392"/>
                <a:gd name="connsiteY100" fmla="*/ 198790 h 710344"/>
                <a:gd name="connsiteX101" fmla="*/ 983786 w 2912392"/>
                <a:gd name="connsiteY101" fmla="*/ 207990 h 710344"/>
                <a:gd name="connsiteX102" fmla="*/ 993522 w 2912392"/>
                <a:gd name="connsiteY102" fmla="*/ 217345 h 710344"/>
                <a:gd name="connsiteX103" fmla="*/ 1003266 w 2912392"/>
                <a:gd name="connsiteY103" fmla="*/ 226846 h 710344"/>
                <a:gd name="connsiteX104" fmla="*/ 1013010 w 2912392"/>
                <a:gd name="connsiteY104" fmla="*/ 236484 h 710344"/>
                <a:gd name="connsiteX105" fmla="*/ 1022754 w 2912392"/>
                <a:gd name="connsiteY105" fmla="*/ 246252 h 710344"/>
                <a:gd name="connsiteX106" fmla="*/ 1032483 w 2912392"/>
                <a:gd name="connsiteY106" fmla="*/ 256139 h 710344"/>
                <a:gd name="connsiteX107" fmla="*/ 1042227 w 2912392"/>
                <a:gd name="connsiteY107" fmla="*/ 266136 h 710344"/>
                <a:gd name="connsiteX108" fmla="*/ 1051971 w 2912392"/>
                <a:gd name="connsiteY108" fmla="*/ 276235 h 710344"/>
                <a:gd name="connsiteX109" fmla="*/ 1061715 w 2912392"/>
                <a:gd name="connsiteY109" fmla="*/ 286423 h 710344"/>
                <a:gd name="connsiteX110" fmla="*/ 1071444 w 2912392"/>
                <a:gd name="connsiteY110" fmla="*/ 296692 h 710344"/>
                <a:gd name="connsiteX111" fmla="*/ 1081188 w 2912392"/>
                <a:gd name="connsiteY111" fmla="*/ 307034 h 710344"/>
                <a:gd name="connsiteX112" fmla="*/ 1090932 w 2912392"/>
                <a:gd name="connsiteY112" fmla="*/ 317433 h 710344"/>
                <a:gd name="connsiteX113" fmla="*/ 1100676 w 2912392"/>
                <a:gd name="connsiteY113" fmla="*/ 327883 h 710344"/>
                <a:gd name="connsiteX114" fmla="*/ 1110405 w 2912392"/>
                <a:gd name="connsiteY114" fmla="*/ 338371 h 710344"/>
                <a:gd name="connsiteX115" fmla="*/ 1120149 w 2912392"/>
                <a:gd name="connsiteY115" fmla="*/ 348886 h 710344"/>
                <a:gd name="connsiteX116" fmla="*/ 1129893 w 2912392"/>
                <a:gd name="connsiteY116" fmla="*/ 359417 h 710344"/>
                <a:gd name="connsiteX117" fmla="*/ 1139637 w 2912392"/>
                <a:gd name="connsiteY117" fmla="*/ 369954 h 710344"/>
                <a:gd name="connsiteX118" fmla="*/ 1149381 w 2912392"/>
                <a:gd name="connsiteY118" fmla="*/ 380484 h 710344"/>
                <a:gd name="connsiteX119" fmla="*/ 1159110 w 2912392"/>
                <a:gd name="connsiteY119" fmla="*/ 390997 h 710344"/>
                <a:gd name="connsiteX120" fmla="*/ 1168854 w 2912392"/>
                <a:gd name="connsiteY120" fmla="*/ 401480 h 710344"/>
                <a:gd name="connsiteX121" fmla="*/ 1178598 w 2912392"/>
                <a:gd name="connsiteY121" fmla="*/ 411924 h 710344"/>
                <a:gd name="connsiteX122" fmla="*/ 1188341 w 2912392"/>
                <a:gd name="connsiteY122" fmla="*/ 422316 h 710344"/>
                <a:gd name="connsiteX123" fmla="*/ 1198070 w 2912392"/>
                <a:gd name="connsiteY123" fmla="*/ 432646 h 710344"/>
                <a:gd name="connsiteX124" fmla="*/ 1207814 w 2912392"/>
                <a:gd name="connsiteY124" fmla="*/ 442902 h 710344"/>
                <a:gd name="connsiteX125" fmla="*/ 1217558 w 2912392"/>
                <a:gd name="connsiteY125" fmla="*/ 453075 h 710344"/>
                <a:gd name="connsiteX126" fmla="*/ 1227302 w 2912392"/>
                <a:gd name="connsiteY126" fmla="*/ 463151 h 710344"/>
                <a:gd name="connsiteX127" fmla="*/ 1237031 w 2912392"/>
                <a:gd name="connsiteY127" fmla="*/ 473123 h 710344"/>
                <a:gd name="connsiteX128" fmla="*/ 1246775 w 2912392"/>
                <a:gd name="connsiteY128" fmla="*/ 482979 h 710344"/>
                <a:gd name="connsiteX129" fmla="*/ 1256519 w 2912392"/>
                <a:gd name="connsiteY129" fmla="*/ 492709 h 710344"/>
                <a:gd name="connsiteX130" fmla="*/ 1266263 w 2912392"/>
                <a:gd name="connsiteY130" fmla="*/ 502304 h 710344"/>
                <a:gd name="connsiteX131" fmla="*/ 1276007 w 2912392"/>
                <a:gd name="connsiteY131" fmla="*/ 511752 h 710344"/>
                <a:gd name="connsiteX132" fmla="*/ 1285736 w 2912392"/>
                <a:gd name="connsiteY132" fmla="*/ 521047 h 710344"/>
                <a:gd name="connsiteX133" fmla="*/ 1295480 w 2912392"/>
                <a:gd name="connsiteY133" fmla="*/ 530177 h 710344"/>
                <a:gd name="connsiteX134" fmla="*/ 1305224 w 2912392"/>
                <a:gd name="connsiteY134" fmla="*/ 539136 h 710344"/>
                <a:gd name="connsiteX135" fmla="*/ 1314968 w 2912392"/>
                <a:gd name="connsiteY135" fmla="*/ 547915 h 710344"/>
                <a:gd name="connsiteX136" fmla="*/ 1324697 w 2912392"/>
                <a:gd name="connsiteY136" fmla="*/ 556504 h 710344"/>
                <a:gd name="connsiteX137" fmla="*/ 1334441 w 2912392"/>
                <a:gd name="connsiteY137" fmla="*/ 564898 h 710344"/>
                <a:gd name="connsiteX138" fmla="*/ 1344185 w 2912392"/>
                <a:gd name="connsiteY138" fmla="*/ 573089 h 710344"/>
                <a:gd name="connsiteX139" fmla="*/ 1353929 w 2912392"/>
                <a:gd name="connsiteY139" fmla="*/ 581071 h 710344"/>
                <a:gd name="connsiteX140" fmla="*/ 1363658 w 2912392"/>
                <a:gd name="connsiteY140" fmla="*/ 588838 h 710344"/>
                <a:gd name="connsiteX141" fmla="*/ 1373402 w 2912392"/>
                <a:gd name="connsiteY141" fmla="*/ 596382 h 710344"/>
                <a:gd name="connsiteX142" fmla="*/ 1383146 w 2912392"/>
                <a:gd name="connsiteY142" fmla="*/ 603701 h 710344"/>
                <a:gd name="connsiteX143" fmla="*/ 1392890 w 2912392"/>
                <a:gd name="connsiteY143" fmla="*/ 610787 h 710344"/>
                <a:gd name="connsiteX144" fmla="*/ 1402619 w 2912392"/>
                <a:gd name="connsiteY144" fmla="*/ 617637 h 710344"/>
                <a:gd name="connsiteX145" fmla="*/ 1412363 w 2912392"/>
                <a:gd name="connsiteY145" fmla="*/ 624249 h 710344"/>
                <a:gd name="connsiteX146" fmla="*/ 1422106 w 2912392"/>
                <a:gd name="connsiteY146" fmla="*/ 630617 h 710344"/>
                <a:gd name="connsiteX147" fmla="*/ 1431850 w 2912392"/>
                <a:gd name="connsiteY147" fmla="*/ 636738 h 710344"/>
                <a:gd name="connsiteX148" fmla="*/ 1441594 w 2912392"/>
                <a:gd name="connsiteY148" fmla="*/ 642611 h 710344"/>
                <a:gd name="connsiteX149" fmla="*/ 1451323 w 2912392"/>
                <a:gd name="connsiteY149" fmla="*/ 648234 h 710344"/>
                <a:gd name="connsiteX150" fmla="*/ 1461067 w 2912392"/>
                <a:gd name="connsiteY150" fmla="*/ 653603 h 710344"/>
                <a:gd name="connsiteX151" fmla="*/ 1470811 w 2912392"/>
                <a:gd name="connsiteY151" fmla="*/ 658720 h 710344"/>
                <a:gd name="connsiteX152" fmla="*/ 1480555 w 2912392"/>
                <a:gd name="connsiteY152" fmla="*/ 663583 h 710344"/>
                <a:gd name="connsiteX153" fmla="*/ 1490284 w 2912392"/>
                <a:gd name="connsiteY153" fmla="*/ 668193 h 710344"/>
                <a:gd name="connsiteX154" fmla="*/ 1500028 w 2912392"/>
                <a:gd name="connsiteY154" fmla="*/ 672547 h 710344"/>
                <a:gd name="connsiteX155" fmla="*/ 1509772 w 2912392"/>
                <a:gd name="connsiteY155" fmla="*/ 676651 h 710344"/>
                <a:gd name="connsiteX156" fmla="*/ 1519516 w 2912392"/>
                <a:gd name="connsiteY156" fmla="*/ 680501 h 710344"/>
                <a:gd name="connsiteX157" fmla="*/ 1529245 w 2912392"/>
                <a:gd name="connsiteY157" fmla="*/ 684102 h 710344"/>
                <a:gd name="connsiteX158" fmla="*/ 1538989 w 2912392"/>
                <a:gd name="connsiteY158" fmla="*/ 687454 h 710344"/>
                <a:gd name="connsiteX159" fmla="*/ 1548733 w 2912392"/>
                <a:gd name="connsiteY159" fmla="*/ 690562 h 710344"/>
                <a:gd name="connsiteX160" fmla="*/ 1558477 w 2912392"/>
                <a:gd name="connsiteY160" fmla="*/ 693425 h 710344"/>
                <a:gd name="connsiteX161" fmla="*/ 1568221 w 2912392"/>
                <a:gd name="connsiteY161" fmla="*/ 696049 h 710344"/>
                <a:gd name="connsiteX162" fmla="*/ 1577950 w 2912392"/>
                <a:gd name="connsiteY162" fmla="*/ 698437 h 710344"/>
                <a:gd name="connsiteX163" fmla="*/ 1587694 w 2912392"/>
                <a:gd name="connsiteY163" fmla="*/ 700592 h 710344"/>
                <a:gd name="connsiteX164" fmla="*/ 1597438 w 2912392"/>
                <a:gd name="connsiteY164" fmla="*/ 702517 h 710344"/>
                <a:gd name="connsiteX165" fmla="*/ 1607182 w 2912392"/>
                <a:gd name="connsiteY165" fmla="*/ 704218 h 710344"/>
                <a:gd name="connsiteX166" fmla="*/ 1616911 w 2912392"/>
                <a:gd name="connsiteY166" fmla="*/ 705701 h 710344"/>
                <a:gd name="connsiteX167" fmla="*/ 1626655 w 2912392"/>
                <a:gd name="connsiteY167" fmla="*/ 706967 h 710344"/>
                <a:gd name="connsiteX168" fmla="*/ 1636399 w 2912392"/>
                <a:gd name="connsiteY168" fmla="*/ 708024 h 710344"/>
                <a:gd name="connsiteX169" fmla="*/ 1646142 w 2912392"/>
                <a:gd name="connsiteY169" fmla="*/ 708876 h 710344"/>
                <a:gd name="connsiteX170" fmla="*/ 1655872 w 2912392"/>
                <a:gd name="connsiteY170" fmla="*/ 709528 h 710344"/>
                <a:gd name="connsiteX171" fmla="*/ 1665616 w 2912392"/>
                <a:gd name="connsiteY171" fmla="*/ 709987 h 710344"/>
                <a:gd name="connsiteX172" fmla="*/ 1675359 w 2912392"/>
                <a:gd name="connsiteY172" fmla="*/ 710257 h 710344"/>
                <a:gd name="connsiteX173" fmla="*/ 1685103 w 2912392"/>
                <a:gd name="connsiteY173" fmla="*/ 710345 h 710344"/>
                <a:gd name="connsiteX174" fmla="*/ 1694832 w 2912392"/>
                <a:gd name="connsiteY174" fmla="*/ 710255 h 710344"/>
                <a:gd name="connsiteX175" fmla="*/ 1704576 w 2912392"/>
                <a:gd name="connsiteY175" fmla="*/ 709996 h 710344"/>
                <a:gd name="connsiteX176" fmla="*/ 1714320 w 2912392"/>
                <a:gd name="connsiteY176" fmla="*/ 709573 h 710344"/>
                <a:gd name="connsiteX177" fmla="*/ 1724064 w 2912392"/>
                <a:gd name="connsiteY177" fmla="*/ 708990 h 710344"/>
                <a:gd name="connsiteX178" fmla="*/ 1733808 w 2912392"/>
                <a:gd name="connsiteY178" fmla="*/ 708254 h 710344"/>
                <a:gd name="connsiteX179" fmla="*/ 1743537 w 2912392"/>
                <a:gd name="connsiteY179" fmla="*/ 707374 h 710344"/>
                <a:gd name="connsiteX180" fmla="*/ 1753281 w 2912392"/>
                <a:gd name="connsiteY180" fmla="*/ 706352 h 710344"/>
                <a:gd name="connsiteX181" fmla="*/ 1763025 w 2912392"/>
                <a:gd name="connsiteY181" fmla="*/ 705196 h 710344"/>
                <a:gd name="connsiteX182" fmla="*/ 1772769 w 2912392"/>
                <a:gd name="connsiteY182" fmla="*/ 703910 h 710344"/>
                <a:gd name="connsiteX183" fmla="*/ 1782498 w 2912392"/>
                <a:gd name="connsiteY183" fmla="*/ 702502 h 710344"/>
                <a:gd name="connsiteX184" fmla="*/ 1792242 w 2912392"/>
                <a:gd name="connsiteY184" fmla="*/ 700978 h 710344"/>
                <a:gd name="connsiteX185" fmla="*/ 1801986 w 2912392"/>
                <a:gd name="connsiteY185" fmla="*/ 699343 h 710344"/>
                <a:gd name="connsiteX186" fmla="*/ 1811730 w 2912392"/>
                <a:gd name="connsiteY186" fmla="*/ 697602 h 710344"/>
                <a:gd name="connsiteX187" fmla="*/ 1821459 w 2912392"/>
                <a:gd name="connsiteY187" fmla="*/ 695762 h 710344"/>
                <a:gd name="connsiteX188" fmla="*/ 1831203 w 2912392"/>
                <a:gd name="connsiteY188" fmla="*/ 693826 h 710344"/>
                <a:gd name="connsiteX189" fmla="*/ 1840947 w 2912392"/>
                <a:gd name="connsiteY189" fmla="*/ 691801 h 710344"/>
                <a:gd name="connsiteX190" fmla="*/ 1850691 w 2912392"/>
                <a:gd name="connsiteY190" fmla="*/ 689693 h 710344"/>
                <a:gd name="connsiteX191" fmla="*/ 1860435 w 2912392"/>
                <a:gd name="connsiteY191" fmla="*/ 687506 h 710344"/>
                <a:gd name="connsiteX192" fmla="*/ 1870164 w 2912392"/>
                <a:gd name="connsiteY192" fmla="*/ 685246 h 710344"/>
                <a:gd name="connsiteX193" fmla="*/ 1879908 w 2912392"/>
                <a:gd name="connsiteY193" fmla="*/ 682914 h 710344"/>
                <a:gd name="connsiteX194" fmla="*/ 1889652 w 2912392"/>
                <a:gd name="connsiteY194" fmla="*/ 680520 h 710344"/>
                <a:gd name="connsiteX195" fmla="*/ 1899395 w 2912392"/>
                <a:gd name="connsiteY195" fmla="*/ 678065 h 710344"/>
                <a:gd name="connsiteX196" fmla="*/ 1909124 w 2912392"/>
                <a:gd name="connsiteY196" fmla="*/ 675554 h 710344"/>
                <a:gd name="connsiteX197" fmla="*/ 1918868 w 2912392"/>
                <a:gd name="connsiteY197" fmla="*/ 672992 h 710344"/>
                <a:gd name="connsiteX198" fmla="*/ 1928612 w 2912392"/>
                <a:gd name="connsiteY198" fmla="*/ 670381 h 710344"/>
                <a:gd name="connsiteX199" fmla="*/ 1938356 w 2912392"/>
                <a:gd name="connsiteY199" fmla="*/ 667729 h 710344"/>
                <a:gd name="connsiteX200" fmla="*/ 1948085 w 2912392"/>
                <a:gd name="connsiteY200" fmla="*/ 665035 h 710344"/>
                <a:gd name="connsiteX201" fmla="*/ 1957829 w 2912392"/>
                <a:gd name="connsiteY201" fmla="*/ 662307 h 710344"/>
                <a:gd name="connsiteX202" fmla="*/ 1967573 w 2912392"/>
                <a:gd name="connsiteY202" fmla="*/ 659545 h 710344"/>
                <a:gd name="connsiteX203" fmla="*/ 1977317 w 2912392"/>
                <a:gd name="connsiteY203" fmla="*/ 656756 h 710344"/>
                <a:gd name="connsiteX204" fmla="*/ 1987046 w 2912392"/>
                <a:gd name="connsiteY204" fmla="*/ 653940 h 710344"/>
                <a:gd name="connsiteX205" fmla="*/ 1996790 w 2912392"/>
                <a:gd name="connsiteY205" fmla="*/ 651103 h 710344"/>
                <a:gd name="connsiteX206" fmla="*/ 2006534 w 2912392"/>
                <a:gd name="connsiteY206" fmla="*/ 648247 h 710344"/>
                <a:gd name="connsiteX207" fmla="*/ 2016278 w 2912392"/>
                <a:gd name="connsiteY207" fmla="*/ 645376 h 710344"/>
                <a:gd name="connsiteX208" fmla="*/ 2026022 w 2912392"/>
                <a:gd name="connsiteY208" fmla="*/ 642492 h 710344"/>
                <a:gd name="connsiteX209" fmla="*/ 2035751 w 2912392"/>
                <a:gd name="connsiteY209" fmla="*/ 639597 h 710344"/>
                <a:gd name="connsiteX210" fmla="*/ 2045495 w 2912392"/>
                <a:gd name="connsiteY210" fmla="*/ 636696 h 710344"/>
                <a:gd name="connsiteX211" fmla="*/ 2055239 w 2912392"/>
                <a:gd name="connsiteY211" fmla="*/ 633792 h 710344"/>
                <a:gd name="connsiteX212" fmla="*/ 2064983 w 2912392"/>
                <a:gd name="connsiteY212" fmla="*/ 630887 h 710344"/>
                <a:gd name="connsiteX213" fmla="*/ 2074712 w 2912392"/>
                <a:gd name="connsiteY213" fmla="*/ 627983 h 710344"/>
                <a:gd name="connsiteX214" fmla="*/ 2084456 w 2912392"/>
                <a:gd name="connsiteY214" fmla="*/ 625085 h 710344"/>
                <a:gd name="connsiteX215" fmla="*/ 2094200 w 2912392"/>
                <a:gd name="connsiteY215" fmla="*/ 622193 h 710344"/>
                <a:gd name="connsiteX216" fmla="*/ 2103944 w 2912392"/>
                <a:gd name="connsiteY216" fmla="*/ 619313 h 710344"/>
                <a:gd name="connsiteX217" fmla="*/ 2113673 w 2912392"/>
                <a:gd name="connsiteY217" fmla="*/ 616445 h 710344"/>
                <a:gd name="connsiteX218" fmla="*/ 2123417 w 2912392"/>
                <a:gd name="connsiteY218" fmla="*/ 613595 h 710344"/>
                <a:gd name="connsiteX219" fmla="*/ 2133161 w 2912392"/>
                <a:gd name="connsiteY219" fmla="*/ 610763 h 710344"/>
                <a:gd name="connsiteX220" fmla="*/ 2142905 w 2912392"/>
                <a:gd name="connsiteY220" fmla="*/ 607953 h 710344"/>
                <a:gd name="connsiteX221" fmla="*/ 2152649 w 2912392"/>
                <a:gd name="connsiteY221" fmla="*/ 605167 h 710344"/>
                <a:gd name="connsiteX222" fmla="*/ 2162377 w 2912392"/>
                <a:gd name="connsiteY222" fmla="*/ 602409 h 710344"/>
                <a:gd name="connsiteX223" fmla="*/ 2172121 w 2912392"/>
                <a:gd name="connsiteY223" fmla="*/ 599681 h 710344"/>
                <a:gd name="connsiteX224" fmla="*/ 2181865 w 2912392"/>
                <a:gd name="connsiteY224" fmla="*/ 596987 h 710344"/>
                <a:gd name="connsiteX225" fmla="*/ 2191609 w 2912392"/>
                <a:gd name="connsiteY225" fmla="*/ 594329 h 710344"/>
                <a:gd name="connsiteX226" fmla="*/ 2201338 w 2912392"/>
                <a:gd name="connsiteY226" fmla="*/ 591712 h 710344"/>
                <a:gd name="connsiteX227" fmla="*/ 2211082 w 2912392"/>
                <a:gd name="connsiteY227" fmla="*/ 589136 h 710344"/>
                <a:gd name="connsiteX228" fmla="*/ 2220826 w 2912392"/>
                <a:gd name="connsiteY228" fmla="*/ 586606 h 710344"/>
                <a:gd name="connsiteX229" fmla="*/ 2230570 w 2912392"/>
                <a:gd name="connsiteY229" fmla="*/ 584125 h 710344"/>
                <a:gd name="connsiteX230" fmla="*/ 2240299 w 2912392"/>
                <a:gd name="connsiteY230" fmla="*/ 581697 h 710344"/>
                <a:gd name="connsiteX231" fmla="*/ 2250043 w 2912392"/>
                <a:gd name="connsiteY231" fmla="*/ 579322 h 710344"/>
                <a:gd name="connsiteX232" fmla="*/ 2259787 w 2912392"/>
                <a:gd name="connsiteY232" fmla="*/ 577006 h 710344"/>
                <a:gd name="connsiteX233" fmla="*/ 2269531 w 2912392"/>
                <a:gd name="connsiteY233" fmla="*/ 574754 h 710344"/>
                <a:gd name="connsiteX234" fmla="*/ 2279260 w 2912392"/>
                <a:gd name="connsiteY234" fmla="*/ 572565 h 710344"/>
                <a:gd name="connsiteX235" fmla="*/ 2289004 w 2912392"/>
                <a:gd name="connsiteY235" fmla="*/ 570445 h 710344"/>
                <a:gd name="connsiteX236" fmla="*/ 2298748 w 2912392"/>
                <a:gd name="connsiteY236" fmla="*/ 568396 h 710344"/>
                <a:gd name="connsiteX237" fmla="*/ 2308492 w 2912392"/>
                <a:gd name="connsiteY237" fmla="*/ 566421 h 710344"/>
                <a:gd name="connsiteX238" fmla="*/ 2318236 w 2912392"/>
                <a:gd name="connsiteY238" fmla="*/ 564525 h 710344"/>
                <a:gd name="connsiteX239" fmla="*/ 2327965 w 2912392"/>
                <a:gd name="connsiteY239" fmla="*/ 562709 h 710344"/>
                <a:gd name="connsiteX240" fmla="*/ 2337709 w 2912392"/>
                <a:gd name="connsiteY240" fmla="*/ 560979 h 710344"/>
                <a:gd name="connsiteX241" fmla="*/ 2347453 w 2912392"/>
                <a:gd name="connsiteY241" fmla="*/ 559336 h 710344"/>
                <a:gd name="connsiteX242" fmla="*/ 2357197 w 2912392"/>
                <a:gd name="connsiteY242" fmla="*/ 557782 h 710344"/>
                <a:gd name="connsiteX243" fmla="*/ 2366926 w 2912392"/>
                <a:gd name="connsiteY243" fmla="*/ 556324 h 710344"/>
                <a:gd name="connsiteX244" fmla="*/ 2376670 w 2912392"/>
                <a:gd name="connsiteY244" fmla="*/ 554960 h 710344"/>
                <a:gd name="connsiteX245" fmla="*/ 2386413 w 2912392"/>
                <a:gd name="connsiteY245" fmla="*/ 553697 h 710344"/>
                <a:gd name="connsiteX246" fmla="*/ 2396157 w 2912392"/>
                <a:gd name="connsiteY246" fmla="*/ 552536 h 710344"/>
                <a:gd name="connsiteX247" fmla="*/ 2405886 w 2912392"/>
                <a:gd name="connsiteY247" fmla="*/ 551480 h 710344"/>
                <a:gd name="connsiteX248" fmla="*/ 2415630 w 2912392"/>
                <a:gd name="connsiteY248" fmla="*/ 550531 h 710344"/>
                <a:gd name="connsiteX249" fmla="*/ 2425374 w 2912392"/>
                <a:gd name="connsiteY249" fmla="*/ 549692 h 710344"/>
                <a:gd name="connsiteX250" fmla="*/ 2435118 w 2912392"/>
                <a:gd name="connsiteY250" fmla="*/ 548965 h 710344"/>
                <a:gd name="connsiteX251" fmla="*/ 2444862 w 2912392"/>
                <a:gd name="connsiteY251" fmla="*/ 548353 h 710344"/>
                <a:gd name="connsiteX252" fmla="*/ 2454591 w 2912392"/>
                <a:gd name="connsiteY252" fmla="*/ 547855 h 710344"/>
                <a:gd name="connsiteX253" fmla="*/ 2464335 w 2912392"/>
                <a:gd name="connsiteY253" fmla="*/ 547477 h 710344"/>
                <a:gd name="connsiteX254" fmla="*/ 2474079 w 2912392"/>
                <a:gd name="connsiteY254" fmla="*/ 547219 h 710344"/>
                <a:gd name="connsiteX255" fmla="*/ 2483823 w 2912392"/>
                <a:gd name="connsiteY255" fmla="*/ 547082 h 710344"/>
                <a:gd name="connsiteX256" fmla="*/ 2493552 w 2912392"/>
                <a:gd name="connsiteY256" fmla="*/ 547067 h 710344"/>
                <a:gd name="connsiteX257" fmla="*/ 2503296 w 2912392"/>
                <a:gd name="connsiteY257" fmla="*/ 547176 h 710344"/>
                <a:gd name="connsiteX258" fmla="*/ 2513040 w 2912392"/>
                <a:gd name="connsiteY258" fmla="*/ 547410 h 710344"/>
                <a:gd name="connsiteX259" fmla="*/ 2522784 w 2912392"/>
                <a:gd name="connsiteY259" fmla="*/ 547767 h 710344"/>
                <a:gd name="connsiteX260" fmla="*/ 2532513 w 2912392"/>
                <a:gd name="connsiteY260" fmla="*/ 548251 h 710344"/>
                <a:gd name="connsiteX261" fmla="*/ 2542257 w 2912392"/>
                <a:gd name="connsiteY261" fmla="*/ 548862 h 710344"/>
                <a:gd name="connsiteX262" fmla="*/ 2552001 w 2912392"/>
                <a:gd name="connsiteY262" fmla="*/ 549598 h 710344"/>
                <a:gd name="connsiteX263" fmla="*/ 2561745 w 2912392"/>
                <a:gd name="connsiteY263" fmla="*/ 550461 h 710344"/>
                <a:gd name="connsiteX264" fmla="*/ 2571474 w 2912392"/>
                <a:gd name="connsiteY264" fmla="*/ 551447 h 710344"/>
                <a:gd name="connsiteX265" fmla="*/ 2581218 w 2912392"/>
                <a:gd name="connsiteY265" fmla="*/ 552560 h 710344"/>
                <a:gd name="connsiteX266" fmla="*/ 2590962 w 2912392"/>
                <a:gd name="connsiteY266" fmla="*/ 553795 h 710344"/>
                <a:gd name="connsiteX267" fmla="*/ 2600705 w 2912392"/>
                <a:gd name="connsiteY267" fmla="*/ 555152 h 710344"/>
                <a:gd name="connsiteX268" fmla="*/ 2610449 w 2912392"/>
                <a:gd name="connsiteY268" fmla="*/ 556632 h 710344"/>
                <a:gd name="connsiteX269" fmla="*/ 2620178 w 2912392"/>
                <a:gd name="connsiteY269" fmla="*/ 558229 h 710344"/>
                <a:gd name="connsiteX270" fmla="*/ 2629922 w 2912392"/>
                <a:gd name="connsiteY270" fmla="*/ 559946 h 710344"/>
                <a:gd name="connsiteX271" fmla="*/ 2639666 w 2912392"/>
                <a:gd name="connsiteY271" fmla="*/ 561777 h 710344"/>
                <a:gd name="connsiteX272" fmla="*/ 2649410 w 2912392"/>
                <a:gd name="connsiteY272" fmla="*/ 563721 h 710344"/>
                <a:gd name="connsiteX273" fmla="*/ 2659139 w 2912392"/>
                <a:gd name="connsiteY273" fmla="*/ 565775 h 710344"/>
                <a:gd name="connsiteX274" fmla="*/ 2668883 w 2912392"/>
                <a:gd name="connsiteY274" fmla="*/ 567937 h 710344"/>
                <a:gd name="connsiteX275" fmla="*/ 2678627 w 2912392"/>
                <a:gd name="connsiteY275" fmla="*/ 570203 h 710344"/>
                <a:gd name="connsiteX276" fmla="*/ 2688371 w 2912392"/>
                <a:gd name="connsiteY276" fmla="*/ 572572 h 710344"/>
                <a:gd name="connsiteX277" fmla="*/ 2698100 w 2912392"/>
                <a:gd name="connsiteY277" fmla="*/ 575037 h 710344"/>
                <a:gd name="connsiteX278" fmla="*/ 2707844 w 2912392"/>
                <a:gd name="connsiteY278" fmla="*/ 577596 h 710344"/>
                <a:gd name="connsiteX279" fmla="*/ 2717588 w 2912392"/>
                <a:gd name="connsiteY279" fmla="*/ 580247 h 710344"/>
                <a:gd name="connsiteX280" fmla="*/ 2727332 w 2912392"/>
                <a:gd name="connsiteY280" fmla="*/ 582982 h 710344"/>
                <a:gd name="connsiteX281" fmla="*/ 2737076 w 2912392"/>
                <a:gd name="connsiteY281" fmla="*/ 585800 h 710344"/>
                <a:gd name="connsiteX282" fmla="*/ 2746805 w 2912392"/>
                <a:gd name="connsiteY282" fmla="*/ 588695 h 710344"/>
                <a:gd name="connsiteX283" fmla="*/ 2756549 w 2912392"/>
                <a:gd name="connsiteY283" fmla="*/ 591661 h 710344"/>
                <a:gd name="connsiteX284" fmla="*/ 2766293 w 2912392"/>
                <a:gd name="connsiteY284" fmla="*/ 594697 h 710344"/>
                <a:gd name="connsiteX285" fmla="*/ 2776037 w 2912392"/>
                <a:gd name="connsiteY285" fmla="*/ 597795 h 710344"/>
                <a:gd name="connsiteX286" fmla="*/ 2785766 w 2912392"/>
                <a:gd name="connsiteY286" fmla="*/ 600952 h 710344"/>
                <a:gd name="connsiteX287" fmla="*/ 2795510 w 2912392"/>
                <a:gd name="connsiteY287" fmla="*/ 604161 h 710344"/>
                <a:gd name="connsiteX288" fmla="*/ 2805254 w 2912392"/>
                <a:gd name="connsiteY288" fmla="*/ 607417 h 710344"/>
                <a:gd name="connsiteX289" fmla="*/ 2814998 w 2912392"/>
                <a:gd name="connsiteY289" fmla="*/ 610715 h 710344"/>
                <a:gd name="connsiteX290" fmla="*/ 2824727 w 2912392"/>
                <a:gd name="connsiteY290" fmla="*/ 614051 h 710344"/>
                <a:gd name="connsiteX291" fmla="*/ 2834471 w 2912392"/>
                <a:gd name="connsiteY291" fmla="*/ 617417 h 710344"/>
                <a:gd name="connsiteX292" fmla="*/ 2844215 w 2912392"/>
                <a:gd name="connsiteY292" fmla="*/ 620808 h 710344"/>
                <a:gd name="connsiteX293" fmla="*/ 2853958 w 2912392"/>
                <a:gd name="connsiteY293" fmla="*/ 624218 h 710344"/>
                <a:gd name="connsiteX294" fmla="*/ 2863687 w 2912392"/>
                <a:gd name="connsiteY294" fmla="*/ 627643 h 710344"/>
                <a:gd name="connsiteX295" fmla="*/ 2873431 w 2912392"/>
                <a:gd name="connsiteY295" fmla="*/ 631075 h 710344"/>
                <a:gd name="connsiteX296" fmla="*/ 2883175 w 2912392"/>
                <a:gd name="connsiteY296" fmla="*/ 634510 h 710344"/>
                <a:gd name="connsiteX297" fmla="*/ 2892919 w 2912392"/>
                <a:gd name="connsiteY297" fmla="*/ 637940 h 710344"/>
                <a:gd name="connsiteX298" fmla="*/ 2902663 w 2912392"/>
                <a:gd name="connsiteY298" fmla="*/ 641362 h 710344"/>
                <a:gd name="connsiteX299" fmla="*/ 2912392 w 2912392"/>
                <a:gd name="connsiteY299" fmla="*/ 644767 h 710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10344">
                  <a:moveTo>
                    <a:pt x="0" y="185747"/>
                  </a:moveTo>
                  <a:lnTo>
                    <a:pt x="9739" y="179919"/>
                  </a:lnTo>
                  <a:lnTo>
                    <a:pt x="19480" y="174159"/>
                  </a:lnTo>
                  <a:lnTo>
                    <a:pt x="29221" y="168469"/>
                  </a:lnTo>
                  <a:lnTo>
                    <a:pt x="38961" y="162852"/>
                  </a:lnTo>
                  <a:lnTo>
                    <a:pt x="48702" y="157306"/>
                  </a:lnTo>
                  <a:lnTo>
                    <a:pt x="58443" y="151837"/>
                  </a:lnTo>
                  <a:lnTo>
                    <a:pt x="68182" y="146442"/>
                  </a:lnTo>
                  <a:lnTo>
                    <a:pt x="77923" y="141126"/>
                  </a:lnTo>
                  <a:lnTo>
                    <a:pt x="87664" y="135888"/>
                  </a:lnTo>
                  <a:lnTo>
                    <a:pt x="97404" y="130728"/>
                  </a:lnTo>
                  <a:lnTo>
                    <a:pt x="107145" y="125651"/>
                  </a:lnTo>
                  <a:lnTo>
                    <a:pt x="116886" y="120655"/>
                  </a:lnTo>
                  <a:lnTo>
                    <a:pt x="126625" y="115743"/>
                  </a:lnTo>
                  <a:lnTo>
                    <a:pt x="136366" y="110915"/>
                  </a:lnTo>
                  <a:lnTo>
                    <a:pt x="146107" y="106173"/>
                  </a:lnTo>
                  <a:lnTo>
                    <a:pt x="155846" y="101517"/>
                  </a:lnTo>
                  <a:lnTo>
                    <a:pt x="165587" y="96949"/>
                  </a:lnTo>
                  <a:lnTo>
                    <a:pt x="175328" y="92469"/>
                  </a:lnTo>
                  <a:lnTo>
                    <a:pt x="185068" y="88080"/>
                  </a:lnTo>
                  <a:lnTo>
                    <a:pt x="194809" y="83780"/>
                  </a:lnTo>
                  <a:lnTo>
                    <a:pt x="204550" y="79571"/>
                  </a:lnTo>
                  <a:lnTo>
                    <a:pt x="214289" y="75456"/>
                  </a:lnTo>
                  <a:lnTo>
                    <a:pt x="224030" y="71433"/>
                  </a:lnTo>
                  <a:lnTo>
                    <a:pt x="233771" y="67504"/>
                  </a:lnTo>
                  <a:lnTo>
                    <a:pt x="243510" y="63671"/>
                  </a:lnTo>
                  <a:lnTo>
                    <a:pt x="253251" y="59934"/>
                  </a:lnTo>
                  <a:lnTo>
                    <a:pt x="262992" y="56294"/>
                  </a:lnTo>
                  <a:lnTo>
                    <a:pt x="272732" y="52754"/>
                  </a:lnTo>
                  <a:lnTo>
                    <a:pt x="282473" y="49313"/>
                  </a:lnTo>
                  <a:lnTo>
                    <a:pt x="292214" y="45971"/>
                  </a:lnTo>
                  <a:lnTo>
                    <a:pt x="301953" y="42732"/>
                  </a:lnTo>
                  <a:lnTo>
                    <a:pt x="311694" y="39596"/>
                  </a:lnTo>
                  <a:lnTo>
                    <a:pt x="321435" y="36564"/>
                  </a:lnTo>
                  <a:lnTo>
                    <a:pt x="331175" y="33637"/>
                  </a:lnTo>
                  <a:lnTo>
                    <a:pt x="340916" y="30819"/>
                  </a:lnTo>
                  <a:lnTo>
                    <a:pt x="350656" y="28108"/>
                  </a:lnTo>
                  <a:lnTo>
                    <a:pt x="360396" y="25509"/>
                  </a:lnTo>
                  <a:lnTo>
                    <a:pt x="370137" y="23020"/>
                  </a:lnTo>
                  <a:lnTo>
                    <a:pt x="379878" y="20647"/>
                  </a:lnTo>
                  <a:lnTo>
                    <a:pt x="389617" y="18388"/>
                  </a:lnTo>
                  <a:lnTo>
                    <a:pt x="399358" y="16249"/>
                  </a:lnTo>
                  <a:lnTo>
                    <a:pt x="409099" y="14229"/>
                  </a:lnTo>
                  <a:lnTo>
                    <a:pt x="418839" y="12330"/>
                  </a:lnTo>
                  <a:lnTo>
                    <a:pt x="428580" y="10557"/>
                  </a:lnTo>
                  <a:lnTo>
                    <a:pt x="438321" y="8911"/>
                  </a:lnTo>
                  <a:lnTo>
                    <a:pt x="448060" y="7394"/>
                  </a:lnTo>
                  <a:lnTo>
                    <a:pt x="457801" y="6010"/>
                  </a:lnTo>
                  <a:lnTo>
                    <a:pt x="467542" y="4762"/>
                  </a:lnTo>
                  <a:lnTo>
                    <a:pt x="477281" y="3650"/>
                  </a:lnTo>
                  <a:lnTo>
                    <a:pt x="487022" y="2680"/>
                  </a:lnTo>
                  <a:lnTo>
                    <a:pt x="496763" y="1853"/>
                  </a:lnTo>
                  <a:lnTo>
                    <a:pt x="506503" y="1176"/>
                  </a:lnTo>
                  <a:lnTo>
                    <a:pt x="516244" y="647"/>
                  </a:lnTo>
                  <a:lnTo>
                    <a:pt x="525985" y="273"/>
                  </a:lnTo>
                  <a:lnTo>
                    <a:pt x="535724" y="55"/>
                  </a:lnTo>
                  <a:lnTo>
                    <a:pt x="545465" y="0"/>
                  </a:lnTo>
                  <a:lnTo>
                    <a:pt x="555206" y="109"/>
                  </a:lnTo>
                  <a:lnTo>
                    <a:pt x="564946" y="384"/>
                  </a:lnTo>
                  <a:lnTo>
                    <a:pt x="574687" y="833"/>
                  </a:lnTo>
                  <a:lnTo>
                    <a:pt x="584428" y="1457"/>
                  </a:lnTo>
                  <a:lnTo>
                    <a:pt x="594167" y="2260"/>
                  </a:lnTo>
                  <a:lnTo>
                    <a:pt x="603908" y="3245"/>
                  </a:lnTo>
                  <a:lnTo>
                    <a:pt x="613649" y="4418"/>
                  </a:lnTo>
                  <a:lnTo>
                    <a:pt x="623388" y="5779"/>
                  </a:lnTo>
                  <a:lnTo>
                    <a:pt x="633129" y="7336"/>
                  </a:lnTo>
                  <a:lnTo>
                    <a:pt x="642870" y="9090"/>
                  </a:lnTo>
                  <a:lnTo>
                    <a:pt x="652610" y="11043"/>
                  </a:lnTo>
                  <a:lnTo>
                    <a:pt x="662351" y="13201"/>
                  </a:lnTo>
                  <a:lnTo>
                    <a:pt x="672092" y="15566"/>
                  </a:lnTo>
                  <a:lnTo>
                    <a:pt x="681831" y="18141"/>
                  </a:lnTo>
                  <a:lnTo>
                    <a:pt x="691572" y="20930"/>
                  </a:lnTo>
                  <a:lnTo>
                    <a:pt x="701313" y="23935"/>
                  </a:lnTo>
                  <a:lnTo>
                    <a:pt x="711052" y="27159"/>
                  </a:lnTo>
                  <a:lnTo>
                    <a:pt x="720793" y="30604"/>
                  </a:lnTo>
                  <a:lnTo>
                    <a:pt x="730534" y="34272"/>
                  </a:lnTo>
                  <a:lnTo>
                    <a:pt x="740274" y="38167"/>
                  </a:lnTo>
                  <a:lnTo>
                    <a:pt x="750015" y="42286"/>
                  </a:lnTo>
                  <a:lnTo>
                    <a:pt x="759756" y="46637"/>
                  </a:lnTo>
                  <a:lnTo>
                    <a:pt x="769495" y="51215"/>
                  </a:lnTo>
                  <a:lnTo>
                    <a:pt x="779236" y="56025"/>
                  </a:lnTo>
                  <a:lnTo>
                    <a:pt x="788977" y="61065"/>
                  </a:lnTo>
                  <a:lnTo>
                    <a:pt x="798717" y="66338"/>
                  </a:lnTo>
                  <a:lnTo>
                    <a:pt x="808458" y="71840"/>
                  </a:lnTo>
                  <a:lnTo>
                    <a:pt x="818199" y="77573"/>
                  </a:lnTo>
                  <a:lnTo>
                    <a:pt x="827938" y="83537"/>
                  </a:lnTo>
                  <a:lnTo>
                    <a:pt x="837679" y="89729"/>
                  </a:lnTo>
                  <a:lnTo>
                    <a:pt x="847420" y="96149"/>
                  </a:lnTo>
                  <a:lnTo>
                    <a:pt x="857159" y="102793"/>
                  </a:lnTo>
                  <a:lnTo>
                    <a:pt x="866900" y="109660"/>
                  </a:lnTo>
                  <a:lnTo>
                    <a:pt x="876641" y="116747"/>
                  </a:lnTo>
                  <a:lnTo>
                    <a:pt x="886381" y="124050"/>
                  </a:lnTo>
                  <a:lnTo>
                    <a:pt x="896122" y="131567"/>
                  </a:lnTo>
                  <a:lnTo>
                    <a:pt x="905863" y="139292"/>
                  </a:lnTo>
                  <a:lnTo>
                    <a:pt x="915602" y="147221"/>
                  </a:lnTo>
                  <a:lnTo>
                    <a:pt x="925343" y="155350"/>
                  </a:lnTo>
                  <a:lnTo>
                    <a:pt x="935084" y="163674"/>
                  </a:lnTo>
                  <a:lnTo>
                    <a:pt x="944824" y="172186"/>
                  </a:lnTo>
                  <a:lnTo>
                    <a:pt x="954564" y="180880"/>
                  </a:lnTo>
                  <a:lnTo>
                    <a:pt x="964305" y="189750"/>
                  </a:lnTo>
                  <a:lnTo>
                    <a:pt x="974045" y="198790"/>
                  </a:lnTo>
                  <a:lnTo>
                    <a:pt x="983786" y="207990"/>
                  </a:lnTo>
                  <a:lnTo>
                    <a:pt x="993522" y="217345"/>
                  </a:lnTo>
                  <a:lnTo>
                    <a:pt x="1003266" y="226846"/>
                  </a:lnTo>
                  <a:lnTo>
                    <a:pt x="1013010" y="236484"/>
                  </a:lnTo>
                  <a:lnTo>
                    <a:pt x="1022754" y="246252"/>
                  </a:lnTo>
                  <a:lnTo>
                    <a:pt x="1032483" y="256139"/>
                  </a:lnTo>
                  <a:lnTo>
                    <a:pt x="1042227" y="266136"/>
                  </a:lnTo>
                  <a:lnTo>
                    <a:pt x="1051971" y="276235"/>
                  </a:lnTo>
                  <a:lnTo>
                    <a:pt x="1061715" y="286423"/>
                  </a:lnTo>
                  <a:lnTo>
                    <a:pt x="1071444" y="296692"/>
                  </a:lnTo>
                  <a:lnTo>
                    <a:pt x="1081188" y="307034"/>
                  </a:lnTo>
                  <a:lnTo>
                    <a:pt x="1090932" y="317433"/>
                  </a:lnTo>
                  <a:lnTo>
                    <a:pt x="1100676" y="327883"/>
                  </a:lnTo>
                  <a:lnTo>
                    <a:pt x="1110405" y="338371"/>
                  </a:lnTo>
                  <a:lnTo>
                    <a:pt x="1120149" y="348886"/>
                  </a:lnTo>
                  <a:lnTo>
                    <a:pt x="1129893" y="359417"/>
                  </a:lnTo>
                  <a:lnTo>
                    <a:pt x="1139637" y="369954"/>
                  </a:lnTo>
                  <a:lnTo>
                    <a:pt x="1149381" y="380484"/>
                  </a:lnTo>
                  <a:lnTo>
                    <a:pt x="1159110" y="390997"/>
                  </a:lnTo>
                  <a:lnTo>
                    <a:pt x="1168854" y="401480"/>
                  </a:lnTo>
                  <a:lnTo>
                    <a:pt x="1178598" y="411924"/>
                  </a:lnTo>
                  <a:lnTo>
                    <a:pt x="1188341" y="422316"/>
                  </a:lnTo>
                  <a:lnTo>
                    <a:pt x="1198070" y="432646"/>
                  </a:lnTo>
                  <a:lnTo>
                    <a:pt x="1207814" y="442902"/>
                  </a:lnTo>
                  <a:lnTo>
                    <a:pt x="1217558" y="453075"/>
                  </a:lnTo>
                  <a:lnTo>
                    <a:pt x="1227302" y="463151"/>
                  </a:lnTo>
                  <a:lnTo>
                    <a:pt x="1237031" y="473123"/>
                  </a:lnTo>
                  <a:lnTo>
                    <a:pt x="1246775" y="482979"/>
                  </a:lnTo>
                  <a:lnTo>
                    <a:pt x="1256519" y="492709"/>
                  </a:lnTo>
                  <a:lnTo>
                    <a:pt x="1266263" y="502304"/>
                  </a:lnTo>
                  <a:lnTo>
                    <a:pt x="1276007" y="511752"/>
                  </a:lnTo>
                  <a:lnTo>
                    <a:pt x="1285736" y="521047"/>
                  </a:lnTo>
                  <a:lnTo>
                    <a:pt x="1295480" y="530177"/>
                  </a:lnTo>
                  <a:lnTo>
                    <a:pt x="1305224" y="539136"/>
                  </a:lnTo>
                  <a:lnTo>
                    <a:pt x="1314968" y="547915"/>
                  </a:lnTo>
                  <a:lnTo>
                    <a:pt x="1324697" y="556504"/>
                  </a:lnTo>
                  <a:lnTo>
                    <a:pt x="1334441" y="564898"/>
                  </a:lnTo>
                  <a:lnTo>
                    <a:pt x="1344185" y="573089"/>
                  </a:lnTo>
                  <a:lnTo>
                    <a:pt x="1353929" y="581071"/>
                  </a:lnTo>
                  <a:lnTo>
                    <a:pt x="1363658" y="588838"/>
                  </a:lnTo>
                  <a:lnTo>
                    <a:pt x="1373402" y="596382"/>
                  </a:lnTo>
                  <a:lnTo>
                    <a:pt x="1383146" y="603701"/>
                  </a:lnTo>
                  <a:lnTo>
                    <a:pt x="1392890" y="610787"/>
                  </a:lnTo>
                  <a:lnTo>
                    <a:pt x="1402619" y="617637"/>
                  </a:lnTo>
                  <a:lnTo>
                    <a:pt x="1412363" y="624249"/>
                  </a:lnTo>
                  <a:lnTo>
                    <a:pt x="1422106" y="630617"/>
                  </a:lnTo>
                  <a:lnTo>
                    <a:pt x="1431850" y="636738"/>
                  </a:lnTo>
                  <a:lnTo>
                    <a:pt x="1441594" y="642611"/>
                  </a:lnTo>
                  <a:lnTo>
                    <a:pt x="1451323" y="648234"/>
                  </a:lnTo>
                  <a:lnTo>
                    <a:pt x="1461067" y="653603"/>
                  </a:lnTo>
                  <a:lnTo>
                    <a:pt x="1470811" y="658720"/>
                  </a:lnTo>
                  <a:lnTo>
                    <a:pt x="1480555" y="663583"/>
                  </a:lnTo>
                  <a:lnTo>
                    <a:pt x="1490284" y="668193"/>
                  </a:lnTo>
                  <a:lnTo>
                    <a:pt x="1500028" y="672547"/>
                  </a:lnTo>
                  <a:lnTo>
                    <a:pt x="1509772" y="676651"/>
                  </a:lnTo>
                  <a:lnTo>
                    <a:pt x="1519516" y="680501"/>
                  </a:lnTo>
                  <a:lnTo>
                    <a:pt x="1529245" y="684102"/>
                  </a:lnTo>
                  <a:lnTo>
                    <a:pt x="1538989" y="687454"/>
                  </a:lnTo>
                  <a:lnTo>
                    <a:pt x="1548733" y="690562"/>
                  </a:lnTo>
                  <a:lnTo>
                    <a:pt x="1558477" y="693425"/>
                  </a:lnTo>
                  <a:lnTo>
                    <a:pt x="1568221" y="696049"/>
                  </a:lnTo>
                  <a:lnTo>
                    <a:pt x="1577950" y="698437"/>
                  </a:lnTo>
                  <a:lnTo>
                    <a:pt x="1587694" y="700592"/>
                  </a:lnTo>
                  <a:lnTo>
                    <a:pt x="1597438" y="702517"/>
                  </a:lnTo>
                  <a:lnTo>
                    <a:pt x="1607182" y="704218"/>
                  </a:lnTo>
                  <a:lnTo>
                    <a:pt x="1616911" y="705701"/>
                  </a:lnTo>
                  <a:lnTo>
                    <a:pt x="1626655" y="706967"/>
                  </a:lnTo>
                  <a:lnTo>
                    <a:pt x="1636399" y="708024"/>
                  </a:lnTo>
                  <a:lnTo>
                    <a:pt x="1646142" y="708876"/>
                  </a:lnTo>
                  <a:lnTo>
                    <a:pt x="1655872" y="709528"/>
                  </a:lnTo>
                  <a:lnTo>
                    <a:pt x="1665616" y="709987"/>
                  </a:lnTo>
                  <a:lnTo>
                    <a:pt x="1675359" y="710257"/>
                  </a:lnTo>
                  <a:lnTo>
                    <a:pt x="1685103" y="710345"/>
                  </a:lnTo>
                  <a:lnTo>
                    <a:pt x="1694832" y="710255"/>
                  </a:lnTo>
                  <a:lnTo>
                    <a:pt x="1704576" y="709996"/>
                  </a:lnTo>
                  <a:lnTo>
                    <a:pt x="1714320" y="709573"/>
                  </a:lnTo>
                  <a:lnTo>
                    <a:pt x="1724064" y="708990"/>
                  </a:lnTo>
                  <a:lnTo>
                    <a:pt x="1733808" y="708254"/>
                  </a:lnTo>
                  <a:lnTo>
                    <a:pt x="1743537" y="707374"/>
                  </a:lnTo>
                  <a:lnTo>
                    <a:pt x="1753281" y="706352"/>
                  </a:lnTo>
                  <a:lnTo>
                    <a:pt x="1763025" y="705196"/>
                  </a:lnTo>
                  <a:lnTo>
                    <a:pt x="1772769" y="703910"/>
                  </a:lnTo>
                  <a:lnTo>
                    <a:pt x="1782498" y="702502"/>
                  </a:lnTo>
                  <a:lnTo>
                    <a:pt x="1792242" y="700978"/>
                  </a:lnTo>
                  <a:lnTo>
                    <a:pt x="1801986" y="699343"/>
                  </a:lnTo>
                  <a:lnTo>
                    <a:pt x="1811730" y="697602"/>
                  </a:lnTo>
                  <a:lnTo>
                    <a:pt x="1821459" y="695762"/>
                  </a:lnTo>
                  <a:lnTo>
                    <a:pt x="1831203" y="693826"/>
                  </a:lnTo>
                  <a:lnTo>
                    <a:pt x="1840947" y="691801"/>
                  </a:lnTo>
                  <a:lnTo>
                    <a:pt x="1850691" y="689693"/>
                  </a:lnTo>
                  <a:lnTo>
                    <a:pt x="1860435" y="687506"/>
                  </a:lnTo>
                  <a:lnTo>
                    <a:pt x="1870164" y="685246"/>
                  </a:lnTo>
                  <a:lnTo>
                    <a:pt x="1879908" y="682914"/>
                  </a:lnTo>
                  <a:lnTo>
                    <a:pt x="1889652" y="680520"/>
                  </a:lnTo>
                  <a:lnTo>
                    <a:pt x="1899395" y="678065"/>
                  </a:lnTo>
                  <a:lnTo>
                    <a:pt x="1909124" y="675554"/>
                  </a:lnTo>
                  <a:lnTo>
                    <a:pt x="1918868" y="672992"/>
                  </a:lnTo>
                  <a:lnTo>
                    <a:pt x="1928612" y="670381"/>
                  </a:lnTo>
                  <a:lnTo>
                    <a:pt x="1938356" y="667729"/>
                  </a:lnTo>
                  <a:lnTo>
                    <a:pt x="1948085" y="665035"/>
                  </a:lnTo>
                  <a:lnTo>
                    <a:pt x="1957829" y="662307"/>
                  </a:lnTo>
                  <a:lnTo>
                    <a:pt x="1967573" y="659545"/>
                  </a:lnTo>
                  <a:lnTo>
                    <a:pt x="1977317" y="656756"/>
                  </a:lnTo>
                  <a:lnTo>
                    <a:pt x="1987046" y="653940"/>
                  </a:lnTo>
                  <a:lnTo>
                    <a:pt x="1996790" y="651103"/>
                  </a:lnTo>
                  <a:lnTo>
                    <a:pt x="2006534" y="648247"/>
                  </a:lnTo>
                  <a:lnTo>
                    <a:pt x="2016278" y="645376"/>
                  </a:lnTo>
                  <a:lnTo>
                    <a:pt x="2026022" y="642492"/>
                  </a:lnTo>
                  <a:lnTo>
                    <a:pt x="2035751" y="639597"/>
                  </a:lnTo>
                  <a:lnTo>
                    <a:pt x="2045495" y="636696"/>
                  </a:lnTo>
                  <a:lnTo>
                    <a:pt x="2055239" y="633792"/>
                  </a:lnTo>
                  <a:lnTo>
                    <a:pt x="2064983" y="630887"/>
                  </a:lnTo>
                  <a:lnTo>
                    <a:pt x="2074712" y="627983"/>
                  </a:lnTo>
                  <a:lnTo>
                    <a:pt x="2084456" y="625085"/>
                  </a:lnTo>
                  <a:lnTo>
                    <a:pt x="2094200" y="622193"/>
                  </a:lnTo>
                  <a:lnTo>
                    <a:pt x="2103944" y="619313"/>
                  </a:lnTo>
                  <a:lnTo>
                    <a:pt x="2113673" y="616445"/>
                  </a:lnTo>
                  <a:lnTo>
                    <a:pt x="2123417" y="613595"/>
                  </a:lnTo>
                  <a:lnTo>
                    <a:pt x="2133161" y="610763"/>
                  </a:lnTo>
                  <a:lnTo>
                    <a:pt x="2142905" y="607953"/>
                  </a:lnTo>
                  <a:lnTo>
                    <a:pt x="2152649" y="605167"/>
                  </a:lnTo>
                  <a:lnTo>
                    <a:pt x="2162377" y="602409"/>
                  </a:lnTo>
                  <a:lnTo>
                    <a:pt x="2172121" y="599681"/>
                  </a:lnTo>
                  <a:lnTo>
                    <a:pt x="2181865" y="596987"/>
                  </a:lnTo>
                  <a:lnTo>
                    <a:pt x="2191609" y="594329"/>
                  </a:lnTo>
                  <a:lnTo>
                    <a:pt x="2201338" y="591712"/>
                  </a:lnTo>
                  <a:lnTo>
                    <a:pt x="2211082" y="589136"/>
                  </a:lnTo>
                  <a:lnTo>
                    <a:pt x="2220826" y="586606"/>
                  </a:lnTo>
                  <a:lnTo>
                    <a:pt x="2230570" y="584125"/>
                  </a:lnTo>
                  <a:lnTo>
                    <a:pt x="2240299" y="581697"/>
                  </a:lnTo>
                  <a:lnTo>
                    <a:pt x="2250043" y="579322"/>
                  </a:lnTo>
                  <a:lnTo>
                    <a:pt x="2259787" y="577006"/>
                  </a:lnTo>
                  <a:lnTo>
                    <a:pt x="2269531" y="574754"/>
                  </a:lnTo>
                  <a:lnTo>
                    <a:pt x="2279260" y="572565"/>
                  </a:lnTo>
                  <a:lnTo>
                    <a:pt x="2289004" y="570445"/>
                  </a:lnTo>
                  <a:lnTo>
                    <a:pt x="2298748" y="568396"/>
                  </a:lnTo>
                  <a:lnTo>
                    <a:pt x="2308492" y="566421"/>
                  </a:lnTo>
                  <a:lnTo>
                    <a:pt x="2318236" y="564525"/>
                  </a:lnTo>
                  <a:lnTo>
                    <a:pt x="2327965" y="562709"/>
                  </a:lnTo>
                  <a:lnTo>
                    <a:pt x="2337709" y="560979"/>
                  </a:lnTo>
                  <a:lnTo>
                    <a:pt x="2347453" y="559336"/>
                  </a:lnTo>
                  <a:lnTo>
                    <a:pt x="2357197" y="557782"/>
                  </a:lnTo>
                  <a:lnTo>
                    <a:pt x="2366926" y="556324"/>
                  </a:lnTo>
                  <a:lnTo>
                    <a:pt x="2376670" y="554960"/>
                  </a:lnTo>
                  <a:lnTo>
                    <a:pt x="2386413" y="553697"/>
                  </a:lnTo>
                  <a:lnTo>
                    <a:pt x="2396157" y="552536"/>
                  </a:lnTo>
                  <a:lnTo>
                    <a:pt x="2405886" y="551480"/>
                  </a:lnTo>
                  <a:lnTo>
                    <a:pt x="2415630" y="550531"/>
                  </a:lnTo>
                  <a:lnTo>
                    <a:pt x="2425374" y="549692"/>
                  </a:lnTo>
                  <a:lnTo>
                    <a:pt x="2435118" y="548965"/>
                  </a:lnTo>
                  <a:lnTo>
                    <a:pt x="2444862" y="548353"/>
                  </a:lnTo>
                  <a:lnTo>
                    <a:pt x="2454591" y="547855"/>
                  </a:lnTo>
                  <a:lnTo>
                    <a:pt x="2464335" y="547477"/>
                  </a:lnTo>
                  <a:lnTo>
                    <a:pt x="2474079" y="547219"/>
                  </a:lnTo>
                  <a:lnTo>
                    <a:pt x="2483823" y="547082"/>
                  </a:lnTo>
                  <a:lnTo>
                    <a:pt x="2493552" y="547067"/>
                  </a:lnTo>
                  <a:lnTo>
                    <a:pt x="2503296" y="547176"/>
                  </a:lnTo>
                  <a:lnTo>
                    <a:pt x="2513040" y="547410"/>
                  </a:lnTo>
                  <a:lnTo>
                    <a:pt x="2522784" y="547767"/>
                  </a:lnTo>
                  <a:lnTo>
                    <a:pt x="2532513" y="548251"/>
                  </a:lnTo>
                  <a:lnTo>
                    <a:pt x="2542257" y="548862"/>
                  </a:lnTo>
                  <a:lnTo>
                    <a:pt x="2552001" y="549598"/>
                  </a:lnTo>
                  <a:lnTo>
                    <a:pt x="2561745" y="550461"/>
                  </a:lnTo>
                  <a:lnTo>
                    <a:pt x="2571474" y="551447"/>
                  </a:lnTo>
                  <a:lnTo>
                    <a:pt x="2581218" y="552560"/>
                  </a:lnTo>
                  <a:lnTo>
                    <a:pt x="2590962" y="553795"/>
                  </a:lnTo>
                  <a:lnTo>
                    <a:pt x="2600705" y="555152"/>
                  </a:lnTo>
                  <a:lnTo>
                    <a:pt x="2610449" y="556632"/>
                  </a:lnTo>
                  <a:lnTo>
                    <a:pt x="2620178" y="558229"/>
                  </a:lnTo>
                  <a:lnTo>
                    <a:pt x="2629922" y="559946"/>
                  </a:lnTo>
                  <a:lnTo>
                    <a:pt x="2639666" y="561777"/>
                  </a:lnTo>
                  <a:lnTo>
                    <a:pt x="2649410" y="563721"/>
                  </a:lnTo>
                  <a:lnTo>
                    <a:pt x="2659139" y="565775"/>
                  </a:lnTo>
                  <a:lnTo>
                    <a:pt x="2668883" y="567937"/>
                  </a:lnTo>
                  <a:lnTo>
                    <a:pt x="2678627" y="570203"/>
                  </a:lnTo>
                  <a:lnTo>
                    <a:pt x="2688371" y="572572"/>
                  </a:lnTo>
                  <a:lnTo>
                    <a:pt x="2698100" y="575037"/>
                  </a:lnTo>
                  <a:lnTo>
                    <a:pt x="2707844" y="577596"/>
                  </a:lnTo>
                  <a:lnTo>
                    <a:pt x="2717588" y="580247"/>
                  </a:lnTo>
                  <a:lnTo>
                    <a:pt x="2727332" y="582982"/>
                  </a:lnTo>
                  <a:lnTo>
                    <a:pt x="2737076" y="585800"/>
                  </a:lnTo>
                  <a:lnTo>
                    <a:pt x="2746805" y="588695"/>
                  </a:lnTo>
                  <a:lnTo>
                    <a:pt x="2756549" y="591661"/>
                  </a:lnTo>
                  <a:lnTo>
                    <a:pt x="2766293" y="594697"/>
                  </a:lnTo>
                  <a:lnTo>
                    <a:pt x="2776037" y="597795"/>
                  </a:lnTo>
                  <a:lnTo>
                    <a:pt x="2785766" y="600952"/>
                  </a:lnTo>
                  <a:lnTo>
                    <a:pt x="2795510" y="604161"/>
                  </a:lnTo>
                  <a:lnTo>
                    <a:pt x="2805254" y="607417"/>
                  </a:lnTo>
                  <a:lnTo>
                    <a:pt x="2814998" y="610715"/>
                  </a:lnTo>
                  <a:lnTo>
                    <a:pt x="2824727" y="614051"/>
                  </a:lnTo>
                  <a:lnTo>
                    <a:pt x="2834471" y="617417"/>
                  </a:lnTo>
                  <a:lnTo>
                    <a:pt x="2844215" y="620808"/>
                  </a:lnTo>
                  <a:lnTo>
                    <a:pt x="2853958" y="624218"/>
                  </a:lnTo>
                  <a:lnTo>
                    <a:pt x="2863687" y="627643"/>
                  </a:lnTo>
                  <a:lnTo>
                    <a:pt x="2873431" y="631075"/>
                  </a:lnTo>
                  <a:lnTo>
                    <a:pt x="2883175" y="634510"/>
                  </a:lnTo>
                  <a:lnTo>
                    <a:pt x="2892919" y="637940"/>
                  </a:lnTo>
                  <a:lnTo>
                    <a:pt x="2902663" y="641362"/>
                  </a:lnTo>
                  <a:lnTo>
                    <a:pt x="2912392" y="64476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5" name="Freeform 654">
              <a:extLst>
                <a:ext uri="{FF2B5EF4-FFF2-40B4-BE49-F238E27FC236}">
                  <a16:creationId xmlns:a16="http://schemas.microsoft.com/office/drawing/2014/main" id="{36CEC241-926F-B654-6E84-4CD5730EDA2B}"/>
                </a:ext>
              </a:extLst>
            </p:cNvPr>
            <p:cNvSpPr/>
            <p:nvPr/>
          </p:nvSpPr>
          <p:spPr>
            <a:xfrm>
              <a:off x="576446" y="3039225"/>
              <a:ext cx="2912392" cy="839474"/>
            </a:xfrm>
            <a:custGeom>
              <a:avLst/>
              <a:gdLst>
                <a:gd name="connsiteX0" fmla="*/ 0 w 2912392"/>
                <a:gd name="connsiteY0" fmla="*/ 338208 h 839474"/>
                <a:gd name="connsiteX1" fmla="*/ 9739 w 2912392"/>
                <a:gd name="connsiteY1" fmla="*/ 342227 h 839474"/>
                <a:gd name="connsiteX2" fmla="*/ 19480 w 2912392"/>
                <a:gd name="connsiteY2" fmla="*/ 346364 h 839474"/>
                <a:gd name="connsiteX3" fmla="*/ 29221 w 2912392"/>
                <a:gd name="connsiteY3" fmla="*/ 350612 h 839474"/>
                <a:gd name="connsiteX4" fmla="*/ 38961 w 2912392"/>
                <a:gd name="connsiteY4" fmla="*/ 354961 h 839474"/>
                <a:gd name="connsiteX5" fmla="*/ 48702 w 2912392"/>
                <a:gd name="connsiteY5" fmla="*/ 359401 h 839474"/>
                <a:gd name="connsiteX6" fmla="*/ 58443 w 2912392"/>
                <a:gd name="connsiteY6" fmla="*/ 363926 h 839474"/>
                <a:gd name="connsiteX7" fmla="*/ 68182 w 2912392"/>
                <a:gd name="connsiteY7" fmla="*/ 368526 h 839474"/>
                <a:gd name="connsiteX8" fmla="*/ 77923 w 2912392"/>
                <a:gd name="connsiteY8" fmla="*/ 373191 h 839474"/>
                <a:gd name="connsiteX9" fmla="*/ 87664 w 2912392"/>
                <a:gd name="connsiteY9" fmla="*/ 377913 h 839474"/>
                <a:gd name="connsiteX10" fmla="*/ 97404 w 2912392"/>
                <a:gd name="connsiteY10" fmla="*/ 382682 h 839474"/>
                <a:gd name="connsiteX11" fmla="*/ 107145 w 2912392"/>
                <a:gd name="connsiteY11" fmla="*/ 387490 h 839474"/>
                <a:gd name="connsiteX12" fmla="*/ 116886 w 2912392"/>
                <a:gd name="connsiteY12" fmla="*/ 392326 h 839474"/>
                <a:gd name="connsiteX13" fmla="*/ 126625 w 2912392"/>
                <a:gd name="connsiteY13" fmla="*/ 397182 h 839474"/>
                <a:gd name="connsiteX14" fmla="*/ 136366 w 2912392"/>
                <a:gd name="connsiteY14" fmla="*/ 402046 h 839474"/>
                <a:gd name="connsiteX15" fmla="*/ 146107 w 2912392"/>
                <a:gd name="connsiteY15" fmla="*/ 406912 h 839474"/>
                <a:gd name="connsiteX16" fmla="*/ 155846 w 2912392"/>
                <a:gd name="connsiteY16" fmla="*/ 411768 h 839474"/>
                <a:gd name="connsiteX17" fmla="*/ 165587 w 2912392"/>
                <a:gd name="connsiteY17" fmla="*/ 416604 h 839474"/>
                <a:gd name="connsiteX18" fmla="*/ 175328 w 2912392"/>
                <a:gd name="connsiteY18" fmla="*/ 421412 h 839474"/>
                <a:gd name="connsiteX19" fmla="*/ 185068 w 2912392"/>
                <a:gd name="connsiteY19" fmla="*/ 426181 h 839474"/>
                <a:gd name="connsiteX20" fmla="*/ 194809 w 2912392"/>
                <a:gd name="connsiteY20" fmla="*/ 430902 h 839474"/>
                <a:gd name="connsiteX21" fmla="*/ 204550 w 2912392"/>
                <a:gd name="connsiteY21" fmla="*/ 435566 h 839474"/>
                <a:gd name="connsiteX22" fmla="*/ 214289 w 2912392"/>
                <a:gd name="connsiteY22" fmla="*/ 440161 h 839474"/>
                <a:gd name="connsiteX23" fmla="*/ 224030 w 2912392"/>
                <a:gd name="connsiteY23" fmla="*/ 444679 h 839474"/>
                <a:gd name="connsiteX24" fmla="*/ 233771 w 2912392"/>
                <a:gd name="connsiteY24" fmla="*/ 449112 h 839474"/>
                <a:gd name="connsiteX25" fmla="*/ 243510 w 2912392"/>
                <a:gd name="connsiteY25" fmla="*/ 453448 h 839474"/>
                <a:gd name="connsiteX26" fmla="*/ 253251 w 2912392"/>
                <a:gd name="connsiteY26" fmla="*/ 457677 h 839474"/>
                <a:gd name="connsiteX27" fmla="*/ 262992 w 2912392"/>
                <a:gd name="connsiteY27" fmla="*/ 461791 h 839474"/>
                <a:gd name="connsiteX28" fmla="*/ 272732 w 2912392"/>
                <a:gd name="connsiteY28" fmla="*/ 465781 h 839474"/>
                <a:gd name="connsiteX29" fmla="*/ 282473 w 2912392"/>
                <a:gd name="connsiteY29" fmla="*/ 469637 h 839474"/>
                <a:gd name="connsiteX30" fmla="*/ 292214 w 2912392"/>
                <a:gd name="connsiteY30" fmla="*/ 473351 h 839474"/>
                <a:gd name="connsiteX31" fmla="*/ 301953 w 2912392"/>
                <a:gd name="connsiteY31" fmla="*/ 476912 h 839474"/>
                <a:gd name="connsiteX32" fmla="*/ 311694 w 2912392"/>
                <a:gd name="connsiteY32" fmla="*/ 480312 h 839474"/>
                <a:gd name="connsiteX33" fmla="*/ 321435 w 2912392"/>
                <a:gd name="connsiteY33" fmla="*/ 483544 h 839474"/>
                <a:gd name="connsiteX34" fmla="*/ 331175 w 2912392"/>
                <a:gd name="connsiteY34" fmla="*/ 486598 h 839474"/>
                <a:gd name="connsiteX35" fmla="*/ 340916 w 2912392"/>
                <a:gd name="connsiteY35" fmla="*/ 489466 h 839474"/>
                <a:gd name="connsiteX36" fmla="*/ 350656 w 2912392"/>
                <a:gd name="connsiteY36" fmla="*/ 492140 h 839474"/>
                <a:gd name="connsiteX37" fmla="*/ 360396 w 2912392"/>
                <a:gd name="connsiteY37" fmla="*/ 494612 h 839474"/>
                <a:gd name="connsiteX38" fmla="*/ 370137 w 2912392"/>
                <a:gd name="connsiteY38" fmla="*/ 496875 h 839474"/>
                <a:gd name="connsiteX39" fmla="*/ 379878 w 2912392"/>
                <a:gd name="connsiteY39" fmla="*/ 498922 h 839474"/>
                <a:gd name="connsiteX40" fmla="*/ 389617 w 2912392"/>
                <a:gd name="connsiteY40" fmla="*/ 500746 h 839474"/>
                <a:gd name="connsiteX41" fmla="*/ 399358 w 2912392"/>
                <a:gd name="connsiteY41" fmla="*/ 502340 h 839474"/>
                <a:gd name="connsiteX42" fmla="*/ 409099 w 2912392"/>
                <a:gd name="connsiteY42" fmla="*/ 503697 h 839474"/>
                <a:gd name="connsiteX43" fmla="*/ 418839 w 2912392"/>
                <a:gd name="connsiteY43" fmla="*/ 504813 h 839474"/>
                <a:gd name="connsiteX44" fmla="*/ 428580 w 2912392"/>
                <a:gd name="connsiteY44" fmla="*/ 505680 h 839474"/>
                <a:gd name="connsiteX45" fmla="*/ 438321 w 2912392"/>
                <a:gd name="connsiteY45" fmla="*/ 506297 h 839474"/>
                <a:gd name="connsiteX46" fmla="*/ 448060 w 2912392"/>
                <a:gd name="connsiteY46" fmla="*/ 506655 h 839474"/>
                <a:gd name="connsiteX47" fmla="*/ 457801 w 2912392"/>
                <a:gd name="connsiteY47" fmla="*/ 506752 h 839474"/>
                <a:gd name="connsiteX48" fmla="*/ 467542 w 2912392"/>
                <a:gd name="connsiteY48" fmla="*/ 506583 h 839474"/>
                <a:gd name="connsiteX49" fmla="*/ 477281 w 2912392"/>
                <a:gd name="connsiteY49" fmla="*/ 506147 h 839474"/>
                <a:gd name="connsiteX50" fmla="*/ 487022 w 2912392"/>
                <a:gd name="connsiteY50" fmla="*/ 505437 h 839474"/>
                <a:gd name="connsiteX51" fmla="*/ 496763 w 2912392"/>
                <a:gd name="connsiteY51" fmla="*/ 504456 h 839474"/>
                <a:gd name="connsiteX52" fmla="*/ 506503 w 2912392"/>
                <a:gd name="connsiteY52" fmla="*/ 503197 h 839474"/>
                <a:gd name="connsiteX53" fmla="*/ 516244 w 2912392"/>
                <a:gd name="connsiteY53" fmla="*/ 501662 h 839474"/>
                <a:gd name="connsiteX54" fmla="*/ 525985 w 2912392"/>
                <a:gd name="connsiteY54" fmla="*/ 499849 h 839474"/>
                <a:gd name="connsiteX55" fmla="*/ 535724 w 2912392"/>
                <a:gd name="connsiteY55" fmla="*/ 497757 h 839474"/>
                <a:gd name="connsiteX56" fmla="*/ 545465 w 2912392"/>
                <a:gd name="connsiteY56" fmla="*/ 495387 h 839474"/>
                <a:gd name="connsiteX57" fmla="*/ 555206 w 2912392"/>
                <a:gd name="connsiteY57" fmla="*/ 492741 h 839474"/>
                <a:gd name="connsiteX58" fmla="*/ 564946 w 2912392"/>
                <a:gd name="connsiteY58" fmla="*/ 489817 h 839474"/>
                <a:gd name="connsiteX59" fmla="*/ 574687 w 2912392"/>
                <a:gd name="connsiteY59" fmla="*/ 486620 h 839474"/>
                <a:gd name="connsiteX60" fmla="*/ 584428 w 2912392"/>
                <a:gd name="connsiteY60" fmla="*/ 483152 h 839474"/>
                <a:gd name="connsiteX61" fmla="*/ 594167 w 2912392"/>
                <a:gd name="connsiteY61" fmla="*/ 479415 h 839474"/>
                <a:gd name="connsiteX62" fmla="*/ 603908 w 2912392"/>
                <a:gd name="connsiteY62" fmla="*/ 475413 h 839474"/>
                <a:gd name="connsiteX63" fmla="*/ 613649 w 2912392"/>
                <a:gd name="connsiteY63" fmla="*/ 471149 h 839474"/>
                <a:gd name="connsiteX64" fmla="*/ 623388 w 2912392"/>
                <a:gd name="connsiteY64" fmla="*/ 466630 h 839474"/>
                <a:gd name="connsiteX65" fmla="*/ 633129 w 2912392"/>
                <a:gd name="connsiteY65" fmla="*/ 461860 h 839474"/>
                <a:gd name="connsiteX66" fmla="*/ 642870 w 2912392"/>
                <a:gd name="connsiteY66" fmla="*/ 456844 h 839474"/>
                <a:gd name="connsiteX67" fmla="*/ 652610 w 2912392"/>
                <a:gd name="connsiteY67" fmla="*/ 451590 h 839474"/>
                <a:gd name="connsiteX68" fmla="*/ 662351 w 2912392"/>
                <a:gd name="connsiteY68" fmla="*/ 446102 h 839474"/>
                <a:gd name="connsiteX69" fmla="*/ 672092 w 2912392"/>
                <a:gd name="connsiteY69" fmla="*/ 440390 h 839474"/>
                <a:gd name="connsiteX70" fmla="*/ 681831 w 2912392"/>
                <a:gd name="connsiteY70" fmla="*/ 434459 h 839474"/>
                <a:gd name="connsiteX71" fmla="*/ 691572 w 2912392"/>
                <a:gd name="connsiteY71" fmla="*/ 428320 h 839474"/>
                <a:gd name="connsiteX72" fmla="*/ 701313 w 2912392"/>
                <a:gd name="connsiteY72" fmla="*/ 421979 h 839474"/>
                <a:gd name="connsiteX73" fmla="*/ 711052 w 2912392"/>
                <a:gd name="connsiteY73" fmla="*/ 415446 h 839474"/>
                <a:gd name="connsiteX74" fmla="*/ 720793 w 2912392"/>
                <a:gd name="connsiteY74" fmla="*/ 408731 h 839474"/>
                <a:gd name="connsiteX75" fmla="*/ 730534 w 2912392"/>
                <a:gd name="connsiteY75" fmla="*/ 401843 h 839474"/>
                <a:gd name="connsiteX76" fmla="*/ 740274 w 2912392"/>
                <a:gd name="connsiteY76" fmla="*/ 394792 h 839474"/>
                <a:gd name="connsiteX77" fmla="*/ 750015 w 2912392"/>
                <a:gd name="connsiteY77" fmla="*/ 387588 h 839474"/>
                <a:gd name="connsiteX78" fmla="*/ 759756 w 2912392"/>
                <a:gd name="connsiteY78" fmla="*/ 380241 h 839474"/>
                <a:gd name="connsiteX79" fmla="*/ 769495 w 2912392"/>
                <a:gd name="connsiteY79" fmla="*/ 372764 h 839474"/>
                <a:gd name="connsiteX80" fmla="*/ 779236 w 2912392"/>
                <a:gd name="connsiteY80" fmla="*/ 365165 h 839474"/>
                <a:gd name="connsiteX81" fmla="*/ 788977 w 2912392"/>
                <a:gd name="connsiteY81" fmla="*/ 357458 h 839474"/>
                <a:gd name="connsiteX82" fmla="*/ 798717 w 2912392"/>
                <a:gd name="connsiteY82" fmla="*/ 349654 h 839474"/>
                <a:gd name="connsiteX83" fmla="*/ 808458 w 2912392"/>
                <a:gd name="connsiteY83" fmla="*/ 341762 h 839474"/>
                <a:gd name="connsiteX84" fmla="*/ 818199 w 2912392"/>
                <a:gd name="connsiteY84" fmla="*/ 333797 h 839474"/>
                <a:gd name="connsiteX85" fmla="*/ 827938 w 2912392"/>
                <a:gd name="connsiteY85" fmla="*/ 325766 h 839474"/>
                <a:gd name="connsiteX86" fmla="*/ 837679 w 2912392"/>
                <a:gd name="connsiteY86" fmla="*/ 317687 h 839474"/>
                <a:gd name="connsiteX87" fmla="*/ 847420 w 2912392"/>
                <a:gd name="connsiteY87" fmla="*/ 309565 h 839474"/>
                <a:gd name="connsiteX88" fmla="*/ 857159 w 2912392"/>
                <a:gd name="connsiteY88" fmla="*/ 301415 h 839474"/>
                <a:gd name="connsiteX89" fmla="*/ 866900 w 2912392"/>
                <a:gd name="connsiteY89" fmla="*/ 293249 h 839474"/>
                <a:gd name="connsiteX90" fmla="*/ 876641 w 2912392"/>
                <a:gd name="connsiteY90" fmla="*/ 285077 h 839474"/>
                <a:gd name="connsiteX91" fmla="*/ 886381 w 2912392"/>
                <a:gd name="connsiteY91" fmla="*/ 276910 h 839474"/>
                <a:gd name="connsiteX92" fmla="*/ 896122 w 2912392"/>
                <a:gd name="connsiteY92" fmla="*/ 268760 h 839474"/>
                <a:gd name="connsiteX93" fmla="*/ 905863 w 2912392"/>
                <a:gd name="connsiteY93" fmla="*/ 260637 h 839474"/>
                <a:gd name="connsiteX94" fmla="*/ 915602 w 2912392"/>
                <a:gd name="connsiteY94" fmla="*/ 252553 h 839474"/>
                <a:gd name="connsiteX95" fmla="*/ 925343 w 2912392"/>
                <a:gd name="connsiteY95" fmla="*/ 244515 h 839474"/>
                <a:gd name="connsiteX96" fmla="*/ 935084 w 2912392"/>
                <a:gd name="connsiteY96" fmla="*/ 236536 h 839474"/>
                <a:gd name="connsiteX97" fmla="*/ 944824 w 2912392"/>
                <a:gd name="connsiteY97" fmla="*/ 228625 h 839474"/>
                <a:gd name="connsiteX98" fmla="*/ 954564 w 2912392"/>
                <a:gd name="connsiteY98" fmla="*/ 220791 h 839474"/>
                <a:gd name="connsiteX99" fmla="*/ 964305 w 2912392"/>
                <a:gd name="connsiteY99" fmla="*/ 213044 h 839474"/>
                <a:gd name="connsiteX100" fmla="*/ 974045 w 2912392"/>
                <a:gd name="connsiteY100" fmla="*/ 205390 h 839474"/>
                <a:gd name="connsiteX101" fmla="*/ 983786 w 2912392"/>
                <a:gd name="connsiteY101" fmla="*/ 197839 h 839474"/>
                <a:gd name="connsiteX102" fmla="*/ 993522 w 2912392"/>
                <a:gd name="connsiteY102" fmla="*/ 190400 h 839474"/>
                <a:gd name="connsiteX103" fmla="*/ 1003266 w 2912392"/>
                <a:gd name="connsiteY103" fmla="*/ 183077 h 839474"/>
                <a:gd name="connsiteX104" fmla="*/ 1013010 w 2912392"/>
                <a:gd name="connsiteY104" fmla="*/ 175881 h 839474"/>
                <a:gd name="connsiteX105" fmla="*/ 1022754 w 2912392"/>
                <a:gd name="connsiteY105" fmla="*/ 168814 h 839474"/>
                <a:gd name="connsiteX106" fmla="*/ 1032483 w 2912392"/>
                <a:gd name="connsiteY106" fmla="*/ 161886 h 839474"/>
                <a:gd name="connsiteX107" fmla="*/ 1042227 w 2912392"/>
                <a:gd name="connsiteY107" fmla="*/ 155101 h 839474"/>
                <a:gd name="connsiteX108" fmla="*/ 1051971 w 2912392"/>
                <a:gd name="connsiteY108" fmla="*/ 148462 h 839474"/>
                <a:gd name="connsiteX109" fmla="*/ 1061715 w 2912392"/>
                <a:gd name="connsiteY109" fmla="*/ 141977 h 839474"/>
                <a:gd name="connsiteX110" fmla="*/ 1071444 w 2912392"/>
                <a:gd name="connsiteY110" fmla="*/ 135648 h 839474"/>
                <a:gd name="connsiteX111" fmla="*/ 1081188 w 2912392"/>
                <a:gd name="connsiteY111" fmla="*/ 129478 h 839474"/>
                <a:gd name="connsiteX112" fmla="*/ 1090932 w 2912392"/>
                <a:gd name="connsiteY112" fmla="*/ 123471 h 839474"/>
                <a:gd name="connsiteX113" fmla="*/ 1100676 w 2912392"/>
                <a:gd name="connsiteY113" fmla="*/ 117630 h 839474"/>
                <a:gd name="connsiteX114" fmla="*/ 1110405 w 2912392"/>
                <a:gd name="connsiteY114" fmla="*/ 111957 h 839474"/>
                <a:gd name="connsiteX115" fmla="*/ 1120149 w 2912392"/>
                <a:gd name="connsiteY115" fmla="*/ 106452 h 839474"/>
                <a:gd name="connsiteX116" fmla="*/ 1129893 w 2912392"/>
                <a:gd name="connsiteY116" fmla="*/ 101118 h 839474"/>
                <a:gd name="connsiteX117" fmla="*/ 1139637 w 2912392"/>
                <a:gd name="connsiteY117" fmla="*/ 95955 h 839474"/>
                <a:gd name="connsiteX118" fmla="*/ 1149381 w 2912392"/>
                <a:gd name="connsiteY118" fmla="*/ 90964 h 839474"/>
                <a:gd name="connsiteX119" fmla="*/ 1159110 w 2912392"/>
                <a:gd name="connsiteY119" fmla="*/ 86144 h 839474"/>
                <a:gd name="connsiteX120" fmla="*/ 1168854 w 2912392"/>
                <a:gd name="connsiteY120" fmla="*/ 81496 h 839474"/>
                <a:gd name="connsiteX121" fmla="*/ 1178598 w 2912392"/>
                <a:gd name="connsiteY121" fmla="*/ 77017 h 839474"/>
                <a:gd name="connsiteX122" fmla="*/ 1188341 w 2912392"/>
                <a:gd name="connsiteY122" fmla="*/ 72707 h 839474"/>
                <a:gd name="connsiteX123" fmla="*/ 1198070 w 2912392"/>
                <a:gd name="connsiteY123" fmla="*/ 68565 h 839474"/>
                <a:gd name="connsiteX124" fmla="*/ 1207814 w 2912392"/>
                <a:gd name="connsiteY124" fmla="*/ 64587 h 839474"/>
                <a:gd name="connsiteX125" fmla="*/ 1217558 w 2912392"/>
                <a:gd name="connsiteY125" fmla="*/ 60773 h 839474"/>
                <a:gd name="connsiteX126" fmla="*/ 1227302 w 2912392"/>
                <a:gd name="connsiteY126" fmla="*/ 57118 h 839474"/>
                <a:gd name="connsiteX127" fmla="*/ 1237031 w 2912392"/>
                <a:gd name="connsiteY127" fmla="*/ 53623 h 839474"/>
                <a:gd name="connsiteX128" fmla="*/ 1246775 w 2912392"/>
                <a:gd name="connsiteY128" fmla="*/ 50281 h 839474"/>
                <a:gd name="connsiteX129" fmla="*/ 1256519 w 2912392"/>
                <a:gd name="connsiteY129" fmla="*/ 47090 h 839474"/>
                <a:gd name="connsiteX130" fmla="*/ 1266263 w 2912392"/>
                <a:gd name="connsiteY130" fmla="*/ 44047 h 839474"/>
                <a:gd name="connsiteX131" fmla="*/ 1276007 w 2912392"/>
                <a:gd name="connsiteY131" fmla="*/ 41148 h 839474"/>
                <a:gd name="connsiteX132" fmla="*/ 1285736 w 2912392"/>
                <a:gd name="connsiteY132" fmla="*/ 38389 h 839474"/>
                <a:gd name="connsiteX133" fmla="*/ 1295480 w 2912392"/>
                <a:gd name="connsiteY133" fmla="*/ 35767 h 839474"/>
                <a:gd name="connsiteX134" fmla="*/ 1305224 w 2912392"/>
                <a:gd name="connsiteY134" fmla="*/ 33275 h 839474"/>
                <a:gd name="connsiteX135" fmla="*/ 1314968 w 2912392"/>
                <a:gd name="connsiteY135" fmla="*/ 30914 h 839474"/>
                <a:gd name="connsiteX136" fmla="*/ 1324697 w 2912392"/>
                <a:gd name="connsiteY136" fmla="*/ 28675 h 839474"/>
                <a:gd name="connsiteX137" fmla="*/ 1334441 w 2912392"/>
                <a:gd name="connsiteY137" fmla="*/ 26556 h 839474"/>
                <a:gd name="connsiteX138" fmla="*/ 1344185 w 2912392"/>
                <a:gd name="connsiteY138" fmla="*/ 24551 h 839474"/>
                <a:gd name="connsiteX139" fmla="*/ 1353929 w 2912392"/>
                <a:gd name="connsiteY139" fmla="*/ 22657 h 839474"/>
                <a:gd name="connsiteX140" fmla="*/ 1363658 w 2912392"/>
                <a:gd name="connsiteY140" fmla="*/ 20870 h 839474"/>
                <a:gd name="connsiteX141" fmla="*/ 1373402 w 2912392"/>
                <a:gd name="connsiteY141" fmla="*/ 19185 h 839474"/>
                <a:gd name="connsiteX142" fmla="*/ 1383146 w 2912392"/>
                <a:gd name="connsiteY142" fmla="*/ 17597 h 839474"/>
                <a:gd name="connsiteX143" fmla="*/ 1392890 w 2912392"/>
                <a:gd name="connsiteY143" fmla="*/ 16104 h 839474"/>
                <a:gd name="connsiteX144" fmla="*/ 1402619 w 2912392"/>
                <a:gd name="connsiteY144" fmla="*/ 14699 h 839474"/>
                <a:gd name="connsiteX145" fmla="*/ 1412363 w 2912392"/>
                <a:gd name="connsiteY145" fmla="*/ 13381 h 839474"/>
                <a:gd name="connsiteX146" fmla="*/ 1422106 w 2912392"/>
                <a:gd name="connsiteY146" fmla="*/ 12144 h 839474"/>
                <a:gd name="connsiteX147" fmla="*/ 1431850 w 2912392"/>
                <a:gd name="connsiteY147" fmla="*/ 10985 h 839474"/>
                <a:gd name="connsiteX148" fmla="*/ 1441594 w 2912392"/>
                <a:gd name="connsiteY148" fmla="*/ 9899 h 839474"/>
                <a:gd name="connsiteX149" fmla="*/ 1451323 w 2912392"/>
                <a:gd name="connsiteY149" fmla="*/ 8886 h 839474"/>
                <a:gd name="connsiteX150" fmla="*/ 1461067 w 2912392"/>
                <a:gd name="connsiteY150" fmla="*/ 7940 h 839474"/>
                <a:gd name="connsiteX151" fmla="*/ 1470811 w 2912392"/>
                <a:gd name="connsiteY151" fmla="*/ 7058 h 839474"/>
                <a:gd name="connsiteX152" fmla="*/ 1480555 w 2912392"/>
                <a:gd name="connsiteY152" fmla="*/ 6237 h 839474"/>
                <a:gd name="connsiteX153" fmla="*/ 1490284 w 2912392"/>
                <a:gd name="connsiteY153" fmla="*/ 5475 h 839474"/>
                <a:gd name="connsiteX154" fmla="*/ 1500028 w 2912392"/>
                <a:gd name="connsiteY154" fmla="*/ 4771 h 839474"/>
                <a:gd name="connsiteX155" fmla="*/ 1509772 w 2912392"/>
                <a:gd name="connsiteY155" fmla="*/ 4120 h 839474"/>
                <a:gd name="connsiteX156" fmla="*/ 1519516 w 2912392"/>
                <a:gd name="connsiteY156" fmla="*/ 3521 h 839474"/>
                <a:gd name="connsiteX157" fmla="*/ 1529245 w 2912392"/>
                <a:gd name="connsiteY157" fmla="*/ 2974 h 839474"/>
                <a:gd name="connsiteX158" fmla="*/ 1538989 w 2912392"/>
                <a:gd name="connsiteY158" fmla="*/ 2473 h 839474"/>
                <a:gd name="connsiteX159" fmla="*/ 1548733 w 2912392"/>
                <a:gd name="connsiteY159" fmla="*/ 2022 h 839474"/>
                <a:gd name="connsiteX160" fmla="*/ 1558477 w 2912392"/>
                <a:gd name="connsiteY160" fmla="*/ 1617 h 839474"/>
                <a:gd name="connsiteX161" fmla="*/ 1568221 w 2912392"/>
                <a:gd name="connsiteY161" fmla="*/ 1256 h 839474"/>
                <a:gd name="connsiteX162" fmla="*/ 1577950 w 2912392"/>
                <a:gd name="connsiteY162" fmla="*/ 942 h 839474"/>
                <a:gd name="connsiteX163" fmla="*/ 1587694 w 2912392"/>
                <a:gd name="connsiteY163" fmla="*/ 672 h 839474"/>
                <a:gd name="connsiteX164" fmla="*/ 1597438 w 2912392"/>
                <a:gd name="connsiteY164" fmla="*/ 445 h 839474"/>
                <a:gd name="connsiteX165" fmla="*/ 1607182 w 2912392"/>
                <a:gd name="connsiteY165" fmla="*/ 265 h 839474"/>
                <a:gd name="connsiteX166" fmla="*/ 1616911 w 2912392"/>
                <a:gd name="connsiteY166" fmla="*/ 131 h 839474"/>
                <a:gd name="connsiteX167" fmla="*/ 1626655 w 2912392"/>
                <a:gd name="connsiteY167" fmla="*/ 42 h 839474"/>
                <a:gd name="connsiteX168" fmla="*/ 1636399 w 2912392"/>
                <a:gd name="connsiteY168" fmla="*/ 0 h 839474"/>
                <a:gd name="connsiteX169" fmla="*/ 1646142 w 2912392"/>
                <a:gd name="connsiteY169" fmla="*/ 7 h 839474"/>
                <a:gd name="connsiteX170" fmla="*/ 1655872 w 2912392"/>
                <a:gd name="connsiteY170" fmla="*/ 64 h 839474"/>
                <a:gd name="connsiteX171" fmla="*/ 1665616 w 2912392"/>
                <a:gd name="connsiteY171" fmla="*/ 171 h 839474"/>
                <a:gd name="connsiteX172" fmla="*/ 1675359 w 2912392"/>
                <a:gd name="connsiteY172" fmla="*/ 334 h 839474"/>
                <a:gd name="connsiteX173" fmla="*/ 1685103 w 2912392"/>
                <a:gd name="connsiteY173" fmla="*/ 551 h 839474"/>
                <a:gd name="connsiteX174" fmla="*/ 1694832 w 2912392"/>
                <a:gd name="connsiteY174" fmla="*/ 827 h 839474"/>
                <a:gd name="connsiteX175" fmla="*/ 1704576 w 2912392"/>
                <a:gd name="connsiteY175" fmla="*/ 1164 h 839474"/>
                <a:gd name="connsiteX176" fmla="*/ 1714320 w 2912392"/>
                <a:gd name="connsiteY176" fmla="*/ 1564 h 839474"/>
                <a:gd name="connsiteX177" fmla="*/ 1724064 w 2912392"/>
                <a:gd name="connsiteY177" fmla="*/ 2032 h 839474"/>
                <a:gd name="connsiteX178" fmla="*/ 1733808 w 2912392"/>
                <a:gd name="connsiteY178" fmla="*/ 2570 h 839474"/>
                <a:gd name="connsiteX179" fmla="*/ 1743537 w 2912392"/>
                <a:gd name="connsiteY179" fmla="*/ 3182 h 839474"/>
                <a:gd name="connsiteX180" fmla="*/ 1753281 w 2912392"/>
                <a:gd name="connsiteY180" fmla="*/ 3872 h 839474"/>
                <a:gd name="connsiteX181" fmla="*/ 1763025 w 2912392"/>
                <a:gd name="connsiteY181" fmla="*/ 4644 h 839474"/>
                <a:gd name="connsiteX182" fmla="*/ 1772769 w 2912392"/>
                <a:gd name="connsiteY182" fmla="*/ 5501 h 839474"/>
                <a:gd name="connsiteX183" fmla="*/ 1782498 w 2912392"/>
                <a:gd name="connsiteY183" fmla="*/ 6448 h 839474"/>
                <a:gd name="connsiteX184" fmla="*/ 1792242 w 2912392"/>
                <a:gd name="connsiteY184" fmla="*/ 7490 h 839474"/>
                <a:gd name="connsiteX185" fmla="*/ 1801986 w 2912392"/>
                <a:gd name="connsiteY185" fmla="*/ 8629 h 839474"/>
                <a:gd name="connsiteX186" fmla="*/ 1811730 w 2912392"/>
                <a:gd name="connsiteY186" fmla="*/ 9874 h 839474"/>
                <a:gd name="connsiteX187" fmla="*/ 1821459 w 2912392"/>
                <a:gd name="connsiteY187" fmla="*/ 11226 h 839474"/>
                <a:gd name="connsiteX188" fmla="*/ 1831203 w 2912392"/>
                <a:gd name="connsiteY188" fmla="*/ 12692 h 839474"/>
                <a:gd name="connsiteX189" fmla="*/ 1840947 w 2912392"/>
                <a:gd name="connsiteY189" fmla="*/ 14278 h 839474"/>
                <a:gd name="connsiteX190" fmla="*/ 1850691 w 2912392"/>
                <a:gd name="connsiteY190" fmla="*/ 15985 h 839474"/>
                <a:gd name="connsiteX191" fmla="*/ 1860435 w 2912392"/>
                <a:gd name="connsiteY191" fmla="*/ 17822 h 839474"/>
                <a:gd name="connsiteX192" fmla="*/ 1870164 w 2912392"/>
                <a:gd name="connsiteY192" fmla="*/ 19792 h 839474"/>
                <a:gd name="connsiteX193" fmla="*/ 1879908 w 2912392"/>
                <a:gd name="connsiteY193" fmla="*/ 21902 h 839474"/>
                <a:gd name="connsiteX194" fmla="*/ 1889652 w 2912392"/>
                <a:gd name="connsiteY194" fmla="*/ 24156 h 839474"/>
                <a:gd name="connsiteX195" fmla="*/ 1899395 w 2912392"/>
                <a:gd name="connsiteY195" fmla="*/ 26560 h 839474"/>
                <a:gd name="connsiteX196" fmla="*/ 1909124 w 2912392"/>
                <a:gd name="connsiteY196" fmla="*/ 29120 h 839474"/>
                <a:gd name="connsiteX197" fmla="*/ 1918868 w 2912392"/>
                <a:gd name="connsiteY197" fmla="*/ 31839 h 839474"/>
                <a:gd name="connsiteX198" fmla="*/ 1928612 w 2912392"/>
                <a:gd name="connsiteY198" fmla="*/ 34724 h 839474"/>
                <a:gd name="connsiteX199" fmla="*/ 1938356 w 2912392"/>
                <a:gd name="connsiteY199" fmla="*/ 37778 h 839474"/>
                <a:gd name="connsiteX200" fmla="*/ 1948085 w 2912392"/>
                <a:gd name="connsiteY200" fmla="*/ 41009 h 839474"/>
                <a:gd name="connsiteX201" fmla="*/ 1957829 w 2912392"/>
                <a:gd name="connsiteY201" fmla="*/ 44421 h 839474"/>
                <a:gd name="connsiteX202" fmla="*/ 1967573 w 2912392"/>
                <a:gd name="connsiteY202" fmla="*/ 48018 h 839474"/>
                <a:gd name="connsiteX203" fmla="*/ 1977317 w 2912392"/>
                <a:gd name="connsiteY203" fmla="*/ 51805 h 839474"/>
                <a:gd name="connsiteX204" fmla="*/ 1987046 w 2912392"/>
                <a:gd name="connsiteY204" fmla="*/ 55788 h 839474"/>
                <a:gd name="connsiteX205" fmla="*/ 1996790 w 2912392"/>
                <a:gd name="connsiteY205" fmla="*/ 59970 h 839474"/>
                <a:gd name="connsiteX206" fmla="*/ 2006534 w 2912392"/>
                <a:gd name="connsiteY206" fmla="*/ 64355 h 839474"/>
                <a:gd name="connsiteX207" fmla="*/ 2016278 w 2912392"/>
                <a:gd name="connsiteY207" fmla="*/ 68947 h 839474"/>
                <a:gd name="connsiteX208" fmla="*/ 2026022 w 2912392"/>
                <a:gd name="connsiteY208" fmla="*/ 73751 h 839474"/>
                <a:gd name="connsiteX209" fmla="*/ 2035751 w 2912392"/>
                <a:gd name="connsiteY209" fmla="*/ 78769 h 839474"/>
                <a:gd name="connsiteX210" fmla="*/ 2045495 w 2912392"/>
                <a:gd name="connsiteY210" fmla="*/ 84006 h 839474"/>
                <a:gd name="connsiteX211" fmla="*/ 2055239 w 2912392"/>
                <a:gd name="connsiteY211" fmla="*/ 89465 h 839474"/>
                <a:gd name="connsiteX212" fmla="*/ 2064983 w 2912392"/>
                <a:gd name="connsiteY212" fmla="*/ 95148 h 839474"/>
                <a:gd name="connsiteX213" fmla="*/ 2074712 w 2912392"/>
                <a:gd name="connsiteY213" fmla="*/ 101057 h 839474"/>
                <a:gd name="connsiteX214" fmla="*/ 2084456 w 2912392"/>
                <a:gd name="connsiteY214" fmla="*/ 107195 h 839474"/>
                <a:gd name="connsiteX215" fmla="*/ 2094200 w 2912392"/>
                <a:gd name="connsiteY215" fmla="*/ 113564 h 839474"/>
                <a:gd name="connsiteX216" fmla="*/ 2103944 w 2912392"/>
                <a:gd name="connsiteY216" fmla="*/ 120165 h 839474"/>
                <a:gd name="connsiteX217" fmla="*/ 2113673 w 2912392"/>
                <a:gd name="connsiteY217" fmla="*/ 126999 h 839474"/>
                <a:gd name="connsiteX218" fmla="*/ 2123417 w 2912392"/>
                <a:gd name="connsiteY218" fmla="*/ 134067 h 839474"/>
                <a:gd name="connsiteX219" fmla="*/ 2133161 w 2912392"/>
                <a:gd name="connsiteY219" fmla="*/ 141371 h 839474"/>
                <a:gd name="connsiteX220" fmla="*/ 2142905 w 2912392"/>
                <a:gd name="connsiteY220" fmla="*/ 148908 h 839474"/>
                <a:gd name="connsiteX221" fmla="*/ 2152649 w 2912392"/>
                <a:gd name="connsiteY221" fmla="*/ 156678 h 839474"/>
                <a:gd name="connsiteX222" fmla="*/ 2162377 w 2912392"/>
                <a:gd name="connsiteY222" fmla="*/ 164683 h 839474"/>
                <a:gd name="connsiteX223" fmla="*/ 2172121 w 2912392"/>
                <a:gd name="connsiteY223" fmla="*/ 172919 h 839474"/>
                <a:gd name="connsiteX224" fmla="*/ 2181865 w 2912392"/>
                <a:gd name="connsiteY224" fmla="*/ 181385 h 839474"/>
                <a:gd name="connsiteX225" fmla="*/ 2191609 w 2912392"/>
                <a:gd name="connsiteY225" fmla="*/ 190080 h 839474"/>
                <a:gd name="connsiteX226" fmla="*/ 2201338 w 2912392"/>
                <a:gd name="connsiteY226" fmla="*/ 199000 h 839474"/>
                <a:gd name="connsiteX227" fmla="*/ 2211082 w 2912392"/>
                <a:gd name="connsiteY227" fmla="*/ 208142 h 839474"/>
                <a:gd name="connsiteX228" fmla="*/ 2220826 w 2912392"/>
                <a:gd name="connsiteY228" fmla="*/ 217504 h 839474"/>
                <a:gd name="connsiteX229" fmla="*/ 2230570 w 2912392"/>
                <a:gd name="connsiteY229" fmla="*/ 227080 h 839474"/>
                <a:gd name="connsiteX230" fmla="*/ 2240299 w 2912392"/>
                <a:gd name="connsiteY230" fmla="*/ 236867 h 839474"/>
                <a:gd name="connsiteX231" fmla="*/ 2250043 w 2912392"/>
                <a:gd name="connsiteY231" fmla="*/ 246860 h 839474"/>
                <a:gd name="connsiteX232" fmla="*/ 2259787 w 2912392"/>
                <a:gd name="connsiteY232" fmla="*/ 257054 h 839474"/>
                <a:gd name="connsiteX233" fmla="*/ 2269531 w 2912392"/>
                <a:gd name="connsiteY233" fmla="*/ 267441 h 839474"/>
                <a:gd name="connsiteX234" fmla="*/ 2279260 w 2912392"/>
                <a:gd name="connsiteY234" fmla="*/ 278018 h 839474"/>
                <a:gd name="connsiteX235" fmla="*/ 2289004 w 2912392"/>
                <a:gd name="connsiteY235" fmla="*/ 288775 h 839474"/>
                <a:gd name="connsiteX236" fmla="*/ 2298748 w 2912392"/>
                <a:gd name="connsiteY236" fmla="*/ 299708 h 839474"/>
                <a:gd name="connsiteX237" fmla="*/ 2308492 w 2912392"/>
                <a:gd name="connsiteY237" fmla="*/ 310806 h 839474"/>
                <a:gd name="connsiteX238" fmla="*/ 2318236 w 2912392"/>
                <a:gd name="connsiteY238" fmla="*/ 322062 h 839474"/>
                <a:gd name="connsiteX239" fmla="*/ 2327965 w 2912392"/>
                <a:gd name="connsiteY239" fmla="*/ 333470 h 839474"/>
                <a:gd name="connsiteX240" fmla="*/ 2337709 w 2912392"/>
                <a:gd name="connsiteY240" fmla="*/ 345019 h 839474"/>
                <a:gd name="connsiteX241" fmla="*/ 2347453 w 2912392"/>
                <a:gd name="connsiteY241" fmla="*/ 356699 h 839474"/>
                <a:gd name="connsiteX242" fmla="*/ 2357197 w 2912392"/>
                <a:gd name="connsiteY242" fmla="*/ 368501 h 839474"/>
                <a:gd name="connsiteX243" fmla="*/ 2366926 w 2912392"/>
                <a:gd name="connsiteY243" fmla="*/ 380414 h 839474"/>
                <a:gd name="connsiteX244" fmla="*/ 2376670 w 2912392"/>
                <a:gd name="connsiteY244" fmla="*/ 392430 h 839474"/>
                <a:gd name="connsiteX245" fmla="*/ 2386413 w 2912392"/>
                <a:gd name="connsiteY245" fmla="*/ 404534 h 839474"/>
                <a:gd name="connsiteX246" fmla="*/ 2396157 w 2912392"/>
                <a:gd name="connsiteY246" fmla="*/ 416719 h 839474"/>
                <a:gd name="connsiteX247" fmla="*/ 2405886 w 2912392"/>
                <a:gd name="connsiteY247" fmla="*/ 428970 h 839474"/>
                <a:gd name="connsiteX248" fmla="*/ 2415630 w 2912392"/>
                <a:gd name="connsiteY248" fmla="*/ 441277 h 839474"/>
                <a:gd name="connsiteX249" fmla="*/ 2425374 w 2912392"/>
                <a:gd name="connsiteY249" fmla="*/ 453626 h 839474"/>
                <a:gd name="connsiteX250" fmla="*/ 2435118 w 2912392"/>
                <a:gd name="connsiteY250" fmla="*/ 466006 h 839474"/>
                <a:gd name="connsiteX251" fmla="*/ 2444862 w 2912392"/>
                <a:gd name="connsiteY251" fmla="*/ 478402 h 839474"/>
                <a:gd name="connsiteX252" fmla="*/ 2454591 w 2912392"/>
                <a:gd name="connsiteY252" fmla="*/ 490804 h 839474"/>
                <a:gd name="connsiteX253" fmla="*/ 2464335 w 2912392"/>
                <a:gd name="connsiteY253" fmla="*/ 503197 h 839474"/>
                <a:gd name="connsiteX254" fmla="*/ 2474079 w 2912392"/>
                <a:gd name="connsiteY254" fmla="*/ 515566 h 839474"/>
                <a:gd name="connsiteX255" fmla="*/ 2483823 w 2912392"/>
                <a:gd name="connsiteY255" fmla="*/ 527901 h 839474"/>
                <a:gd name="connsiteX256" fmla="*/ 2493552 w 2912392"/>
                <a:gd name="connsiteY256" fmla="*/ 540183 h 839474"/>
                <a:gd name="connsiteX257" fmla="*/ 2503296 w 2912392"/>
                <a:gd name="connsiteY257" fmla="*/ 552404 h 839474"/>
                <a:gd name="connsiteX258" fmla="*/ 2513040 w 2912392"/>
                <a:gd name="connsiteY258" fmla="*/ 564545 h 839474"/>
                <a:gd name="connsiteX259" fmla="*/ 2522784 w 2912392"/>
                <a:gd name="connsiteY259" fmla="*/ 576594 h 839474"/>
                <a:gd name="connsiteX260" fmla="*/ 2532513 w 2912392"/>
                <a:gd name="connsiteY260" fmla="*/ 588535 h 839474"/>
                <a:gd name="connsiteX261" fmla="*/ 2542257 w 2912392"/>
                <a:gd name="connsiteY261" fmla="*/ 600354 h 839474"/>
                <a:gd name="connsiteX262" fmla="*/ 2552001 w 2912392"/>
                <a:gd name="connsiteY262" fmla="*/ 612040 h 839474"/>
                <a:gd name="connsiteX263" fmla="*/ 2561745 w 2912392"/>
                <a:gd name="connsiteY263" fmla="*/ 623575 h 839474"/>
                <a:gd name="connsiteX264" fmla="*/ 2571474 w 2912392"/>
                <a:gd name="connsiteY264" fmla="*/ 634945 h 839474"/>
                <a:gd name="connsiteX265" fmla="*/ 2581218 w 2912392"/>
                <a:gd name="connsiteY265" fmla="*/ 646139 h 839474"/>
                <a:gd name="connsiteX266" fmla="*/ 2590962 w 2912392"/>
                <a:gd name="connsiteY266" fmla="*/ 657139 h 839474"/>
                <a:gd name="connsiteX267" fmla="*/ 2600705 w 2912392"/>
                <a:gd name="connsiteY267" fmla="*/ 667932 h 839474"/>
                <a:gd name="connsiteX268" fmla="*/ 2610449 w 2912392"/>
                <a:gd name="connsiteY268" fmla="*/ 678506 h 839474"/>
                <a:gd name="connsiteX269" fmla="*/ 2620178 w 2912392"/>
                <a:gd name="connsiteY269" fmla="*/ 688844 h 839474"/>
                <a:gd name="connsiteX270" fmla="*/ 2629922 w 2912392"/>
                <a:gd name="connsiteY270" fmla="*/ 698937 h 839474"/>
                <a:gd name="connsiteX271" fmla="*/ 2639666 w 2912392"/>
                <a:gd name="connsiteY271" fmla="*/ 708768 h 839474"/>
                <a:gd name="connsiteX272" fmla="*/ 2649410 w 2912392"/>
                <a:gd name="connsiteY272" fmla="*/ 718326 h 839474"/>
                <a:gd name="connsiteX273" fmla="*/ 2659139 w 2912392"/>
                <a:gd name="connsiteY273" fmla="*/ 727598 h 839474"/>
                <a:gd name="connsiteX274" fmla="*/ 2668883 w 2912392"/>
                <a:gd name="connsiteY274" fmla="*/ 736571 h 839474"/>
                <a:gd name="connsiteX275" fmla="*/ 2678627 w 2912392"/>
                <a:gd name="connsiteY275" fmla="*/ 745235 h 839474"/>
                <a:gd name="connsiteX276" fmla="*/ 2688371 w 2912392"/>
                <a:gd name="connsiteY276" fmla="*/ 753577 h 839474"/>
                <a:gd name="connsiteX277" fmla="*/ 2698100 w 2912392"/>
                <a:gd name="connsiteY277" fmla="*/ 761585 h 839474"/>
                <a:gd name="connsiteX278" fmla="*/ 2707844 w 2912392"/>
                <a:gd name="connsiteY278" fmla="*/ 769251 h 839474"/>
                <a:gd name="connsiteX279" fmla="*/ 2717588 w 2912392"/>
                <a:gd name="connsiteY279" fmla="*/ 776562 h 839474"/>
                <a:gd name="connsiteX280" fmla="*/ 2727332 w 2912392"/>
                <a:gd name="connsiteY280" fmla="*/ 783509 h 839474"/>
                <a:gd name="connsiteX281" fmla="*/ 2737076 w 2912392"/>
                <a:gd name="connsiteY281" fmla="*/ 790086 h 839474"/>
                <a:gd name="connsiteX282" fmla="*/ 2746805 w 2912392"/>
                <a:gd name="connsiteY282" fmla="*/ 796279 h 839474"/>
                <a:gd name="connsiteX283" fmla="*/ 2756549 w 2912392"/>
                <a:gd name="connsiteY283" fmla="*/ 802082 h 839474"/>
                <a:gd name="connsiteX284" fmla="*/ 2766293 w 2912392"/>
                <a:gd name="connsiteY284" fmla="*/ 807489 h 839474"/>
                <a:gd name="connsiteX285" fmla="*/ 2776037 w 2912392"/>
                <a:gd name="connsiteY285" fmla="*/ 812491 h 839474"/>
                <a:gd name="connsiteX286" fmla="*/ 2785766 w 2912392"/>
                <a:gd name="connsiteY286" fmla="*/ 817082 h 839474"/>
                <a:gd name="connsiteX287" fmla="*/ 2795510 w 2912392"/>
                <a:gd name="connsiteY287" fmla="*/ 821257 h 839474"/>
                <a:gd name="connsiteX288" fmla="*/ 2805254 w 2912392"/>
                <a:gd name="connsiteY288" fmla="*/ 825012 h 839474"/>
                <a:gd name="connsiteX289" fmla="*/ 2814998 w 2912392"/>
                <a:gd name="connsiteY289" fmla="*/ 828339 h 839474"/>
                <a:gd name="connsiteX290" fmla="*/ 2824727 w 2912392"/>
                <a:gd name="connsiteY290" fmla="*/ 831238 h 839474"/>
                <a:gd name="connsiteX291" fmla="*/ 2834471 w 2912392"/>
                <a:gd name="connsiteY291" fmla="*/ 833702 h 839474"/>
                <a:gd name="connsiteX292" fmla="*/ 2844215 w 2912392"/>
                <a:gd name="connsiteY292" fmla="*/ 835732 h 839474"/>
                <a:gd name="connsiteX293" fmla="*/ 2853958 w 2912392"/>
                <a:gd name="connsiteY293" fmla="*/ 837324 h 839474"/>
                <a:gd name="connsiteX294" fmla="*/ 2863687 w 2912392"/>
                <a:gd name="connsiteY294" fmla="*/ 838479 h 839474"/>
                <a:gd name="connsiteX295" fmla="*/ 2873431 w 2912392"/>
                <a:gd name="connsiteY295" fmla="*/ 839196 h 839474"/>
                <a:gd name="connsiteX296" fmla="*/ 2883175 w 2912392"/>
                <a:gd name="connsiteY296" fmla="*/ 839474 h 839474"/>
                <a:gd name="connsiteX297" fmla="*/ 2892919 w 2912392"/>
                <a:gd name="connsiteY297" fmla="*/ 839315 h 839474"/>
                <a:gd name="connsiteX298" fmla="*/ 2902663 w 2912392"/>
                <a:gd name="connsiteY298" fmla="*/ 838722 h 839474"/>
                <a:gd name="connsiteX299" fmla="*/ 2912392 w 2912392"/>
                <a:gd name="connsiteY299" fmla="*/ 837695 h 839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39474">
                  <a:moveTo>
                    <a:pt x="0" y="338208"/>
                  </a:moveTo>
                  <a:lnTo>
                    <a:pt x="9739" y="342227"/>
                  </a:lnTo>
                  <a:lnTo>
                    <a:pt x="19480" y="346364"/>
                  </a:lnTo>
                  <a:lnTo>
                    <a:pt x="29221" y="350612"/>
                  </a:lnTo>
                  <a:lnTo>
                    <a:pt x="38961" y="354961"/>
                  </a:lnTo>
                  <a:lnTo>
                    <a:pt x="48702" y="359401"/>
                  </a:lnTo>
                  <a:lnTo>
                    <a:pt x="58443" y="363926"/>
                  </a:lnTo>
                  <a:lnTo>
                    <a:pt x="68182" y="368526"/>
                  </a:lnTo>
                  <a:lnTo>
                    <a:pt x="77923" y="373191"/>
                  </a:lnTo>
                  <a:lnTo>
                    <a:pt x="87664" y="377913"/>
                  </a:lnTo>
                  <a:lnTo>
                    <a:pt x="97404" y="382682"/>
                  </a:lnTo>
                  <a:lnTo>
                    <a:pt x="107145" y="387490"/>
                  </a:lnTo>
                  <a:lnTo>
                    <a:pt x="116886" y="392326"/>
                  </a:lnTo>
                  <a:lnTo>
                    <a:pt x="126625" y="397182"/>
                  </a:lnTo>
                  <a:lnTo>
                    <a:pt x="136366" y="402046"/>
                  </a:lnTo>
                  <a:lnTo>
                    <a:pt x="146107" y="406912"/>
                  </a:lnTo>
                  <a:lnTo>
                    <a:pt x="155846" y="411768"/>
                  </a:lnTo>
                  <a:lnTo>
                    <a:pt x="165587" y="416604"/>
                  </a:lnTo>
                  <a:lnTo>
                    <a:pt x="175328" y="421412"/>
                  </a:lnTo>
                  <a:lnTo>
                    <a:pt x="185068" y="426181"/>
                  </a:lnTo>
                  <a:lnTo>
                    <a:pt x="194809" y="430902"/>
                  </a:lnTo>
                  <a:lnTo>
                    <a:pt x="204550" y="435566"/>
                  </a:lnTo>
                  <a:lnTo>
                    <a:pt x="214289" y="440161"/>
                  </a:lnTo>
                  <a:lnTo>
                    <a:pt x="224030" y="444679"/>
                  </a:lnTo>
                  <a:lnTo>
                    <a:pt x="233771" y="449112"/>
                  </a:lnTo>
                  <a:lnTo>
                    <a:pt x="243510" y="453448"/>
                  </a:lnTo>
                  <a:lnTo>
                    <a:pt x="253251" y="457677"/>
                  </a:lnTo>
                  <a:lnTo>
                    <a:pt x="262992" y="461791"/>
                  </a:lnTo>
                  <a:lnTo>
                    <a:pt x="272732" y="465781"/>
                  </a:lnTo>
                  <a:lnTo>
                    <a:pt x="282473" y="469637"/>
                  </a:lnTo>
                  <a:lnTo>
                    <a:pt x="292214" y="473351"/>
                  </a:lnTo>
                  <a:lnTo>
                    <a:pt x="301953" y="476912"/>
                  </a:lnTo>
                  <a:lnTo>
                    <a:pt x="311694" y="480312"/>
                  </a:lnTo>
                  <a:lnTo>
                    <a:pt x="321435" y="483544"/>
                  </a:lnTo>
                  <a:lnTo>
                    <a:pt x="331175" y="486598"/>
                  </a:lnTo>
                  <a:lnTo>
                    <a:pt x="340916" y="489466"/>
                  </a:lnTo>
                  <a:lnTo>
                    <a:pt x="350656" y="492140"/>
                  </a:lnTo>
                  <a:lnTo>
                    <a:pt x="360396" y="494612"/>
                  </a:lnTo>
                  <a:lnTo>
                    <a:pt x="370137" y="496875"/>
                  </a:lnTo>
                  <a:lnTo>
                    <a:pt x="379878" y="498922"/>
                  </a:lnTo>
                  <a:lnTo>
                    <a:pt x="389617" y="500746"/>
                  </a:lnTo>
                  <a:lnTo>
                    <a:pt x="399358" y="502340"/>
                  </a:lnTo>
                  <a:lnTo>
                    <a:pt x="409099" y="503697"/>
                  </a:lnTo>
                  <a:lnTo>
                    <a:pt x="418839" y="504813"/>
                  </a:lnTo>
                  <a:lnTo>
                    <a:pt x="428580" y="505680"/>
                  </a:lnTo>
                  <a:lnTo>
                    <a:pt x="438321" y="506297"/>
                  </a:lnTo>
                  <a:lnTo>
                    <a:pt x="448060" y="506655"/>
                  </a:lnTo>
                  <a:lnTo>
                    <a:pt x="457801" y="506752"/>
                  </a:lnTo>
                  <a:lnTo>
                    <a:pt x="467542" y="506583"/>
                  </a:lnTo>
                  <a:lnTo>
                    <a:pt x="477281" y="506147"/>
                  </a:lnTo>
                  <a:lnTo>
                    <a:pt x="487022" y="505437"/>
                  </a:lnTo>
                  <a:lnTo>
                    <a:pt x="496763" y="504456"/>
                  </a:lnTo>
                  <a:lnTo>
                    <a:pt x="506503" y="503197"/>
                  </a:lnTo>
                  <a:lnTo>
                    <a:pt x="516244" y="501662"/>
                  </a:lnTo>
                  <a:lnTo>
                    <a:pt x="525985" y="499849"/>
                  </a:lnTo>
                  <a:lnTo>
                    <a:pt x="535724" y="497757"/>
                  </a:lnTo>
                  <a:lnTo>
                    <a:pt x="545465" y="495387"/>
                  </a:lnTo>
                  <a:lnTo>
                    <a:pt x="555206" y="492741"/>
                  </a:lnTo>
                  <a:lnTo>
                    <a:pt x="564946" y="489817"/>
                  </a:lnTo>
                  <a:lnTo>
                    <a:pt x="574687" y="486620"/>
                  </a:lnTo>
                  <a:lnTo>
                    <a:pt x="584428" y="483152"/>
                  </a:lnTo>
                  <a:lnTo>
                    <a:pt x="594167" y="479415"/>
                  </a:lnTo>
                  <a:lnTo>
                    <a:pt x="603908" y="475413"/>
                  </a:lnTo>
                  <a:lnTo>
                    <a:pt x="613649" y="471149"/>
                  </a:lnTo>
                  <a:lnTo>
                    <a:pt x="623388" y="466630"/>
                  </a:lnTo>
                  <a:lnTo>
                    <a:pt x="633129" y="461860"/>
                  </a:lnTo>
                  <a:lnTo>
                    <a:pt x="642870" y="456844"/>
                  </a:lnTo>
                  <a:lnTo>
                    <a:pt x="652610" y="451590"/>
                  </a:lnTo>
                  <a:lnTo>
                    <a:pt x="662351" y="446102"/>
                  </a:lnTo>
                  <a:lnTo>
                    <a:pt x="672092" y="440390"/>
                  </a:lnTo>
                  <a:lnTo>
                    <a:pt x="681831" y="434459"/>
                  </a:lnTo>
                  <a:lnTo>
                    <a:pt x="691572" y="428320"/>
                  </a:lnTo>
                  <a:lnTo>
                    <a:pt x="701313" y="421979"/>
                  </a:lnTo>
                  <a:lnTo>
                    <a:pt x="711052" y="415446"/>
                  </a:lnTo>
                  <a:lnTo>
                    <a:pt x="720793" y="408731"/>
                  </a:lnTo>
                  <a:lnTo>
                    <a:pt x="730534" y="401843"/>
                  </a:lnTo>
                  <a:lnTo>
                    <a:pt x="740274" y="394792"/>
                  </a:lnTo>
                  <a:lnTo>
                    <a:pt x="750015" y="387588"/>
                  </a:lnTo>
                  <a:lnTo>
                    <a:pt x="759756" y="380241"/>
                  </a:lnTo>
                  <a:lnTo>
                    <a:pt x="769495" y="372764"/>
                  </a:lnTo>
                  <a:lnTo>
                    <a:pt x="779236" y="365165"/>
                  </a:lnTo>
                  <a:lnTo>
                    <a:pt x="788977" y="357458"/>
                  </a:lnTo>
                  <a:lnTo>
                    <a:pt x="798717" y="349654"/>
                  </a:lnTo>
                  <a:lnTo>
                    <a:pt x="808458" y="341762"/>
                  </a:lnTo>
                  <a:lnTo>
                    <a:pt x="818199" y="333797"/>
                  </a:lnTo>
                  <a:lnTo>
                    <a:pt x="827938" y="325766"/>
                  </a:lnTo>
                  <a:lnTo>
                    <a:pt x="837679" y="317687"/>
                  </a:lnTo>
                  <a:lnTo>
                    <a:pt x="847420" y="309565"/>
                  </a:lnTo>
                  <a:lnTo>
                    <a:pt x="857159" y="301415"/>
                  </a:lnTo>
                  <a:lnTo>
                    <a:pt x="866900" y="293249"/>
                  </a:lnTo>
                  <a:lnTo>
                    <a:pt x="876641" y="285077"/>
                  </a:lnTo>
                  <a:lnTo>
                    <a:pt x="886381" y="276910"/>
                  </a:lnTo>
                  <a:lnTo>
                    <a:pt x="896122" y="268760"/>
                  </a:lnTo>
                  <a:lnTo>
                    <a:pt x="905863" y="260637"/>
                  </a:lnTo>
                  <a:lnTo>
                    <a:pt x="915602" y="252553"/>
                  </a:lnTo>
                  <a:lnTo>
                    <a:pt x="925343" y="244515"/>
                  </a:lnTo>
                  <a:lnTo>
                    <a:pt x="935084" y="236536"/>
                  </a:lnTo>
                  <a:lnTo>
                    <a:pt x="944824" y="228625"/>
                  </a:lnTo>
                  <a:lnTo>
                    <a:pt x="954564" y="220791"/>
                  </a:lnTo>
                  <a:lnTo>
                    <a:pt x="964305" y="213044"/>
                  </a:lnTo>
                  <a:lnTo>
                    <a:pt x="974045" y="205390"/>
                  </a:lnTo>
                  <a:lnTo>
                    <a:pt x="983786" y="197839"/>
                  </a:lnTo>
                  <a:lnTo>
                    <a:pt x="993522" y="190400"/>
                  </a:lnTo>
                  <a:lnTo>
                    <a:pt x="1003266" y="183077"/>
                  </a:lnTo>
                  <a:lnTo>
                    <a:pt x="1013010" y="175881"/>
                  </a:lnTo>
                  <a:lnTo>
                    <a:pt x="1022754" y="168814"/>
                  </a:lnTo>
                  <a:lnTo>
                    <a:pt x="1032483" y="161886"/>
                  </a:lnTo>
                  <a:lnTo>
                    <a:pt x="1042227" y="155101"/>
                  </a:lnTo>
                  <a:lnTo>
                    <a:pt x="1051971" y="148462"/>
                  </a:lnTo>
                  <a:lnTo>
                    <a:pt x="1061715" y="141977"/>
                  </a:lnTo>
                  <a:lnTo>
                    <a:pt x="1071444" y="135648"/>
                  </a:lnTo>
                  <a:lnTo>
                    <a:pt x="1081188" y="129478"/>
                  </a:lnTo>
                  <a:lnTo>
                    <a:pt x="1090932" y="123471"/>
                  </a:lnTo>
                  <a:lnTo>
                    <a:pt x="1100676" y="117630"/>
                  </a:lnTo>
                  <a:lnTo>
                    <a:pt x="1110405" y="111957"/>
                  </a:lnTo>
                  <a:lnTo>
                    <a:pt x="1120149" y="106452"/>
                  </a:lnTo>
                  <a:lnTo>
                    <a:pt x="1129893" y="101118"/>
                  </a:lnTo>
                  <a:lnTo>
                    <a:pt x="1139637" y="95955"/>
                  </a:lnTo>
                  <a:lnTo>
                    <a:pt x="1149381" y="90964"/>
                  </a:lnTo>
                  <a:lnTo>
                    <a:pt x="1159110" y="86144"/>
                  </a:lnTo>
                  <a:lnTo>
                    <a:pt x="1168854" y="81496"/>
                  </a:lnTo>
                  <a:lnTo>
                    <a:pt x="1178598" y="77017"/>
                  </a:lnTo>
                  <a:lnTo>
                    <a:pt x="1188341" y="72707"/>
                  </a:lnTo>
                  <a:lnTo>
                    <a:pt x="1198070" y="68565"/>
                  </a:lnTo>
                  <a:lnTo>
                    <a:pt x="1207814" y="64587"/>
                  </a:lnTo>
                  <a:lnTo>
                    <a:pt x="1217558" y="60773"/>
                  </a:lnTo>
                  <a:lnTo>
                    <a:pt x="1227302" y="57118"/>
                  </a:lnTo>
                  <a:lnTo>
                    <a:pt x="1237031" y="53623"/>
                  </a:lnTo>
                  <a:lnTo>
                    <a:pt x="1246775" y="50281"/>
                  </a:lnTo>
                  <a:lnTo>
                    <a:pt x="1256519" y="47090"/>
                  </a:lnTo>
                  <a:lnTo>
                    <a:pt x="1266263" y="44047"/>
                  </a:lnTo>
                  <a:lnTo>
                    <a:pt x="1276007" y="41148"/>
                  </a:lnTo>
                  <a:lnTo>
                    <a:pt x="1285736" y="38389"/>
                  </a:lnTo>
                  <a:lnTo>
                    <a:pt x="1295480" y="35767"/>
                  </a:lnTo>
                  <a:lnTo>
                    <a:pt x="1305224" y="33275"/>
                  </a:lnTo>
                  <a:lnTo>
                    <a:pt x="1314968" y="30914"/>
                  </a:lnTo>
                  <a:lnTo>
                    <a:pt x="1324697" y="28675"/>
                  </a:lnTo>
                  <a:lnTo>
                    <a:pt x="1334441" y="26556"/>
                  </a:lnTo>
                  <a:lnTo>
                    <a:pt x="1344185" y="24551"/>
                  </a:lnTo>
                  <a:lnTo>
                    <a:pt x="1353929" y="22657"/>
                  </a:lnTo>
                  <a:lnTo>
                    <a:pt x="1363658" y="20870"/>
                  </a:lnTo>
                  <a:lnTo>
                    <a:pt x="1373402" y="19185"/>
                  </a:lnTo>
                  <a:lnTo>
                    <a:pt x="1383146" y="17597"/>
                  </a:lnTo>
                  <a:lnTo>
                    <a:pt x="1392890" y="16104"/>
                  </a:lnTo>
                  <a:lnTo>
                    <a:pt x="1402619" y="14699"/>
                  </a:lnTo>
                  <a:lnTo>
                    <a:pt x="1412363" y="13381"/>
                  </a:lnTo>
                  <a:lnTo>
                    <a:pt x="1422106" y="12144"/>
                  </a:lnTo>
                  <a:lnTo>
                    <a:pt x="1431850" y="10985"/>
                  </a:lnTo>
                  <a:lnTo>
                    <a:pt x="1441594" y="9899"/>
                  </a:lnTo>
                  <a:lnTo>
                    <a:pt x="1451323" y="8886"/>
                  </a:lnTo>
                  <a:lnTo>
                    <a:pt x="1461067" y="7940"/>
                  </a:lnTo>
                  <a:lnTo>
                    <a:pt x="1470811" y="7058"/>
                  </a:lnTo>
                  <a:lnTo>
                    <a:pt x="1480555" y="6237"/>
                  </a:lnTo>
                  <a:lnTo>
                    <a:pt x="1490284" y="5475"/>
                  </a:lnTo>
                  <a:lnTo>
                    <a:pt x="1500028" y="4771"/>
                  </a:lnTo>
                  <a:lnTo>
                    <a:pt x="1509772" y="4120"/>
                  </a:lnTo>
                  <a:lnTo>
                    <a:pt x="1519516" y="3521"/>
                  </a:lnTo>
                  <a:lnTo>
                    <a:pt x="1529245" y="2974"/>
                  </a:lnTo>
                  <a:lnTo>
                    <a:pt x="1538989" y="2473"/>
                  </a:lnTo>
                  <a:lnTo>
                    <a:pt x="1548733" y="2022"/>
                  </a:lnTo>
                  <a:lnTo>
                    <a:pt x="1558477" y="1617"/>
                  </a:lnTo>
                  <a:lnTo>
                    <a:pt x="1568221" y="1256"/>
                  </a:lnTo>
                  <a:lnTo>
                    <a:pt x="1577950" y="942"/>
                  </a:lnTo>
                  <a:lnTo>
                    <a:pt x="1587694" y="672"/>
                  </a:lnTo>
                  <a:lnTo>
                    <a:pt x="1597438" y="445"/>
                  </a:lnTo>
                  <a:lnTo>
                    <a:pt x="1607182" y="265"/>
                  </a:lnTo>
                  <a:lnTo>
                    <a:pt x="1616911" y="131"/>
                  </a:lnTo>
                  <a:lnTo>
                    <a:pt x="1626655" y="42"/>
                  </a:lnTo>
                  <a:lnTo>
                    <a:pt x="1636399" y="0"/>
                  </a:lnTo>
                  <a:lnTo>
                    <a:pt x="1646142" y="7"/>
                  </a:lnTo>
                  <a:lnTo>
                    <a:pt x="1655872" y="64"/>
                  </a:lnTo>
                  <a:lnTo>
                    <a:pt x="1665616" y="171"/>
                  </a:lnTo>
                  <a:lnTo>
                    <a:pt x="1675359" y="334"/>
                  </a:lnTo>
                  <a:lnTo>
                    <a:pt x="1685103" y="551"/>
                  </a:lnTo>
                  <a:lnTo>
                    <a:pt x="1694832" y="827"/>
                  </a:lnTo>
                  <a:lnTo>
                    <a:pt x="1704576" y="1164"/>
                  </a:lnTo>
                  <a:lnTo>
                    <a:pt x="1714320" y="1564"/>
                  </a:lnTo>
                  <a:lnTo>
                    <a:pt x="1724064" y="2032"/>
                  </a:lnTo>
                  <a:lnTo>
                    <a:pt x="1733808" y="2570"/>
                  </a:lnTo>
                  <a:lnTo>
                    <a:pt x="1743537" y="3182"/>
                  </a:lnTo>
                  <a:lnTo>
                    <a:pt x="1753281" y="3872"/>
                  </a:lnTo>
                  <a:lnTo>
                    <a:pt x="1763025" y="4644"/>
                  </a:lnTo>
                  <a:lnTo>
                    <a:pt x="1772769" y="5501"/>
                  </a:lnTo>
                  <a:lnTo>
                    <a:pt x="1782498" y="6448"/>
                  </a:lnTo>
                  <a:lnTo>
                    <a:pt x="1792242" y="7490"/>
                  </a:lnTo>
                  <a:lnTo>
                    <a:pt x="1801986" y="8629"/>
                  </a:lnTo>
                  <a:lnTo>
                    <a:pt x="1811730" y="9874"/>
                  </a:lnTo>
                  <a:lnTo>
                    <a:pt x="1821459" y="11226"/>
                  </a:lnTo>
                  <a:lnTo>
                    <a:pt x="1831203" y="12692"/>
                  </a:lnTo>
                  <a:lnTo>
                    <a:pt x="1840947" y="14278"/>
                  </a:lnTo>
                  <a:lnTo>
                    <a:pt x="1850691" y="15985"/>
                  </a:lnTo>
                  <a:lnTo>
                    <a:pt x="1860435" y="17822"/>
                  </a:lnTo>
                  <a:lnTo>
                    <a:pt x="1870164" y="19792"/>
                  </a:lnTo>
                  <a:lnTo>
                    <a:pt x="1879908" y="21902"/>
                  </a:lnTo>
                  <a:lnTo>
                    <a:pt x="1889652" y="24156"/>
                  </a:lnTo>
                  <a:lnTo>
                    <a:pt x="1899395" y="26560"/>
                  </a:lnTo>
                  <a:lnTo>
                    <a:pt x="1909124" y="29120"/>
                  </a:lnTo>
                  <a:lnTo>
                    <a:pt x="1918868" y="31839"/>
                  </a:lnTo>
                  <a:lnTo>
                    <a:pt x="1928612" y="34724"/>
                  </a:lnTo>
                  <a:lnTo>
                    <a:pt x="1938356" y="37778"/>
                  </a:lnTo>
                  <a:lnTo>
                    <a:pt x="1948085" y="41009"/>
                  </a:lnTo>
                  <a:lnTo>
                    <a:pt x="1957829" y="44421"/>
                  </a:lnTo>
                  <a:lnTo>
                    <a:pt x="1967573" y="48018"/>
                  </a:lnTo>
                  <a:lnTo>
                    <a:pt x="1977317" y="51805"/>
                  </a:lnTo>
                  <a:lnTo>
                    <a:pt x="1987046" y="55788"/>
                  </a:lnTo>
                  <a:lnTo>
                    <a:pt x="1996790" y="59970"/>
                  </a:lnTo>
                  <a:lnTo>
                    <a:pt x="2006534" y="64355"/>
                  </a:lnTo>
                  <a:lnTo>
                    <a:pt x="2016278" y="68947"/>
                  </a:lnTo>
                  <a:lnTo>
                    <a:pt x="2026022" y="73751"/>
                  </a:lnTo>
                  <a:lnTo>
                    <a:pt x="2035751" y="78769"/>
                  </a:lnTo>
                  <a:lnTo>
                    <a:pt x="2045495" y="84006"/>
                  </a:lnTo>
                  <a:lnTo>
                    <a:pt x="2055239" y="89465"/>
                  </a:lnTo>
                  <a:lnTo>
                    <a:pt x="2064983" y="95148"/>
                  </a:lnTo>
                  <a:lnTo>
                    <a:pt x="2074712" y="101057"/>
                  </a:lnTo>
                  <a:lnTo>
                    <a:pt x="2084456" y="107195"/>
                  </a:lnTo>
                  <a:lnTo>
                    <a:pt x="2094200" y="113564"/>
                  </a:lnTo>
                  <a:lnTo>
                    <a:pt x="2103944" y="120165"/>
                  </a:lnTo>
                  <a:lnTo>
                    <a:pt x="2113673" y="126999"/>
                  </a:lnTo>
                  <a:lnTo>
                    <a:pt x="2123417" y="134067"/>
                  </a:lnTo>
                  <a:lnTo>
                    <a:pt x="2133161" y="141371"/>
                  </a:lnTo>
                  <a:lnTo>
                    <a:pt x="2142905" y="148908"/>
                  </a:lnTo>
                  <a:lnTo>
                    <a:pt x="2152649" y="156678"/>
                  </a:lnTo>
                  <a:lnTo>
                    <a:pt x="2162377" y="164683"/>
                  </a:lnTo>
                  <a:lnTo>
                    <a:pt x="2172121" y="172919"/>
                  </a:lnTo>
                  <a:lnTo>
                    <a:pt x="2181865" y="181385"/>
                  </a:lnTo>
                  <a:lnTo>
                    <a:pt x="2191609" y="190080"/>
                  </a:lnTo>
                  <a:lnTo>
                    <a:pt x="2201338" y="199000"/>
                  </a:lnTo>
                  <a:lnTo>
                    <a:pt x="2211082" y="208142"/>
                  </a:lnTo>
                  <a:lnTo>
                    <a:pt x="2220826" y="217504"/>
                  </a:lnTo>
                  <a:lnTo>
                    <a:pt x="2230570" y="227080"/>
                  </a:lnTo>
                  <a:lnTo>
                    <a:pt x="2240299" y="236867"/>
                  </a:lnTo>
                  <a:lnTo>
                    <a:pt x="2250043" y="246860"/>
                  </a:lnTo>
                  <a:lnTo>
                    <a:pt x="2259787" y="257054"/>
                  </a:lnTo>
                  <a:lnTo>
                    <a:pt x="2269531" y="267441"/>
                  </a:lnTo>
                  <a:lnTo>
                    <a:pt x="2279260" y="278018"/>
                  </a:lnTo>
                  <a:lnTo>
                    <a:pt x="2289004" y="288775"/>
                  </a:lnTo>
                  <a:lnTo>
                    <a:pt x="2298748" y="299708"/>
                  </a:lnTo>
                  <a:lnTo>
                    <a:pt x="2308492" y="310806"/>
                  </a:lnTo>
                  <a:lnTo>
                    <a:pt x="2318236" y="322062"/>
                  </a:lnTo>
                  <a:lnTo>
                    <a:pt x="2327965" y="333470"/>
                  </a:lnTo>
                  <a:lnTo>
                    <a:pt x="2337709" y="345019"/>
                  </a:lnTo>
                  <a:lnTo>
                    <a:pt x="2347453" y="356699"/>
                  </a:lnTo>
                  <a:lnTo>
                    <a:pt x="2357197" y="368501"/>
                  </a:lnTo>
                  <a:lnTo>
                    <a:pt x="2366926" y="380414"/>
                  </a:lnTo>
                  <a:lnTo>
                    <a:pt x="2376670" y="392430"/>
                  </a:lnTo>
                  <a:lnTo>
                    <a:pt x="2386413" y="404534"/>
                  </a:lnTo>
                  <a:lnTo>
                    <a:pt x="2396157" y="416719"/>
                  </a:lnTo>
                  <a:lnTo>
                    <a:pt x="2405886" y="428970"/>
                  </a:lnTo>
                  <a:lnTo>
                    <a:pt x="2415630" y="441277"/>
                  </a:lnTo>
                  <a:lnTo>
                    <a:pt x="2425374" y="453626"/>
                  </a:lnTo>
                  <a:lnTo>
                    <a:pt x="2435118" y="466006"/>
                  </a:lnTo>
                  <a:lnTo>
                    <a:pt x="2444862" y="478402"/>
                  </a:lnTo>
                  <a:lnTo>
                    <a:pt x="2454591" y="490804"/>
                  </a:lnTo>
                  <a:lnTo>
                    <a:pt x="2464335" y="503197"/>
                  </a:lnTo>
                  <a:lnTo>
                    <a:pt x="2474079" y="515566"/>
                  </a:lnTo>
                  <a:lnTo>
                    <a:pt x="2483823" y="527901"/>
                  </a:lnTo>
                  <a:lnTo>
                    <a:pt x="2493552" y="540183"/>
                  </a:lnTo>
                  <a:lnTo>
                    <a:pt x="2503296" y="552404"/>
                  </a:lnTo>
                  <a:lnTo>
                    <a:pt x="2513040" y="564545"/>
                  </a:lnTo>
                  <a:lnTo>
                    <a:pt x="2522784" y="576594"/>
                  </a:lnTo>
                  <a:lnTo>
                    <a:pt x="2532513" y="588535"/>
                  </a:lnTo>
                  <a:lnTo>
                    <a:pt x="2542257" y="600354"/>
                  </a:lnTo>
                  <a:lnTo>
                    <a:pt x="2552001" y="612040"/>
                  </a:lnTo>
                  <a:lnTo>
                    <a:pt x="2561745" y="623575"/>
                  </a:lnTo>
                  <a:lnTo>
                    <a:pt x="2571474" y="634945"/>
                  </a:lnTo>
                  <a:lnTo>
                    <a:pt x="2581218" y="646139"/>
                  </a:lnTo>
                  <a:lnTo>
                    <a:pt x="2590962" y="657139"/>
                  </a:lnTo>
                  <a:lnTo>
                    <a:pt x="2600705" y="667932"/>
                  </a:lnTo>
                  <a:lnTo>
                    <a:pt x="2610449" y="678506"/>
                  </a:lnTo>
                  <a:lnTo>
                    <a:pt x="2620178" y="688844"/>
                  </a:lnTo>
                  <a:lnTo>
                    <a:pt x="2629922" y="698937"/>
                  </a:lnTo>
                  <a:lnTo>
                    <a:pt x="2639666" y="708768"/>
                  </a:lnTo>
                  <a:lnTo>
                    <a:pt x="2649410" y="718326"/>
                  </a:lnTo>
                  <a:lnTo>
                    <a:pt x="2659139" y="727598"/>
                  </a:lnTo>
                  <a:lnTo>
                    <a:pt x="2668883" y="736571"/>
                  </a:lnTo>
                  <a:lnTo>
                    <a:pt x="2678627" y="745235"/>
                  </a:lnTo>
                  <a:lnTo>
                    <a:pt x="2688371" y="753577"/>
                  </a:lnTo>
                  <a:lnTo>
                    <a:pt x="2698100" y="761585"/>
                  </a:lnTo>
                  <a:lnTo>
                    <a:pt x="2707844" y="769251"/>
                  </a:lnTo>
                  <a:lnTo>
                    <a:pt x="2717588" y="776562"/>
                  </a:lnTo>
                  <a:lnTo>
                    <a:pt x="2727332" y="783509"/>
                  </a:lnTo>
                  <a:lnTo>
                    <a:pt x="2737076" y="790086"/>
                  </a:lnTo>
                  <a:lnTo>
                    <a:pt x="2746805" y="796279"/>
                  </a:lnTo>
                  <a:lnTo>
                    <a:pt x="2756549" y="802082"/>
                  </a:lnTo>
                  <a:lnTo>
                    <a:pt x="2766293" y="807489"/>
                  </a:lnTo>
                  <a:lnTo>
                    <a:pt x="2776037" y="812491"/>
                  </a:lnTo>
                  <a:lnTo>
                    <a:pt x="2785766" y="817082"/>
                  </a:lnTo>
                  <a:lnTo>
                    <a:pt x="2795510" y="821257"/>
                  </a:lnTo>
                  <a:lnTo>
                    <a:pt x="2805254" y="825012"/>
                  </a:lnTo>
                  <a:lnTo>
                    <a:pt x="2814998" y="828339"/>
                  </a:lnTo>
                  <a:lnTo>
                    <a:pt x="2824727" y="831238"/>
                  </a:lnTo>
                  <a:lnTo>
                    <a:pt x="2834471" y="833702"/>
                  </a:lnTo>
                  <a:lnTo>
                    <a:pt x="2844215" y="835732"/>
                  </a:lnTo>
                  <a:lnTo>
                    <a:pt x="2853958" y="837324"/>
                  </a:lnTo>
                  <a:lnTo>
                    <a:pt x="2863687" y="838479"/>
                  </a:lnTo>
                  <a:lnTo>
                    <a:pt x="2873431" y="839196"/>
                  </a:lnTo>
                  <a:lnTo>
                    <a:pt x="2883175" y="839474"/>
                  </a:lnTo>
                  <a:lnTo>
                    <a:pt x="2892919" y="839315"/>
                  </a:lnTo>
                  <a:lnTo>
                    <a:pt x="2902663" y="838722"/>
                  </a:lnTo>
                  <a:lnTo>
                    <a:pt x="2912392" y="83769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6" name="Freeform 655">
              <a:extLst>
                <a:ext uri="{FF2B5EF4-FFF2-40B4-BE49-F238E27FC236}">
                  <a16:creationId xmlns:a16="http://schemas.microsoft.com/office/drawing/2014/main" id="{6E7F7370-DB7A-77C1-69E1-CF12394C35CC}"/>
                </a:ext>
              </a:extLst>
            </p:cNvPr>
            <p:cNvSpPr/>
            <p:nvPr/>
          </p:nvSpPr>
          <p:spPr>
            <a:xfrm>
              <a:off x="576446" y="3006968"/>
              <a:ext cx="2912392" cy="691741"/>
            </a:xfrm>
            <a:custGeom>
              <a:avLst/>
              <a:gdLst>
                <a:gd name="connsiteX0" fmla="*/ 0 w 2912392"/>
                <a:gd name="connsiteY0" fmla="*/ 577094 h 691741"/>
                <a:gd name="connsiteX1" fmla="*/ 9739 w 2912392"/>
                <a:gd name="connsiteY1" fmla="*/ 578882 h 691741"/>
                <a:gd name="connsiteX2" fmla="*/ 19480 w 2912392"/>
                <a:gd name="connsiteY2" fmla="*/ 580835 h 691741"/>
                <a:gd name="connsiteX3" fmla="*/ 29221 w 2912392"/>
                <a:gd name="connsiteY3" fmla="*/ 582949 h 691741"/>
                <a:gd name="connsiteX4" fmla="*/ 38961 w 2912392"/>
                <a:gd name="connsiteY4" fmla="*/ 585222 h 691741"/>
                <a:gd name="connsiteX5" fmla="*/ 48702 w 2912392"/>
                <a:gd name="connsiteY5" fmla="*/ 587646 h 691741"/>
                <a:gd name="connsiteX6" fmla="*/ 58443 w 2912392"/>
                <a:gd name="connsiteY6" fmla="*/ 590213 h 691741"/>
                <a:gd name="connsiteX7" fmla="*/ 68182 w 2912392"/>
                <a:gd name="connsiteY7" fmla="*/ 592920 h 691741"/>
                <a:gd name="connsiteX8" fmla="*/ 77923 w 2912392"/>
                <a:gd name="connsiteY8" fmla="*/ 595758 h 691741"/>
                <a:gd name="connsiteX9" fmla="*/ 87664 w 2912392"/>
                <a:gd name="connsiteY9" fmla="*/ 598720 h 691741"/>
                <a:gd name="connsiteX10" fmla="*/ 97404 w 2912392"/>
                <a:gd name="connsiteY10" fmla="*/ 601795 h 691741"/>
                <a:gd name="connsiteX11" fmla="*/ 107145 w 2912392"/>
                <a:gd name="connsiteY11" fmla="*/ 604975 h 691741"/>
                <a:gd name="connsiteX12" fmla="*/ 116886 w 2912392"/>
                <a:gd name="connsiteY12" fmla="*/ 608251 h 691741"/>
                <a:gd name="connsiteX13" fmla="*/ 126625 w 2912392"/>
                <a:gd name="connsiteY13" fmla="*/ 611612 h 691741"/>
                <a:gd name="connsiteX14" fmla="*/ 136366 w 2912392"/>
                <a:gd name="connsiteY14" fmla="*/ 615048 h 691741"/>
                <a:gd name="connsiteX15" fmla="*/ 146107 w 2912392"/>
                <a:gd name="connsiteY15" fmla="*/ 618546 h 691741"/>
                <a:gd name="connsiteX16" fmla="*/ 155846 w 2912392"/>
                <a:gd name="connsiteY16" fmla="*/ 622097 h 691741"/>
                <a:gd name="connsiteX17" fmla="*/ 165587 w 2912392"/>
                <a:gd name="connsiteY17" fmla="*/ 625686 h 691741"/>
                <a:gd name="connsiteX18" fmla="*/ 175328 w 2912392"/>
                <a:gd name="connsiteY18" fmla="*/ 629302 h 691741"/>
                <a:gd name="connsiteX19" fmla="*/ 185068 w 2912392"/>
                <a:gd name="connsiteY19" fmla="*/ 632933 h 691741"/>
                <a:gd name="connsiteX20" fmla="*/ 194809 w 2912392"/>
                <a:gd name="connsiteY20" fmla="*/ 636564 h 691741"/>
                <a:gd name="connsiteX21" fmla="*/ 204550 w 2912392"/>
                <a:gd name="connsiteY21" fmla="*/ 640182 h 691741"/>
                <a:gd name="connsiteX22" fmla="*/ 214289 w 2912392"/>
                <a:gd name="connsiteY22" fmla="*/ 643776 h 691741"/>
                <a:gd name="connsiteX23" fmla="*/ 224030 w 2912392"/>
                <a:gd name="connsiteY23" fmla="*/ 647329 h 691741"/>
                <a:gd name="connsiteX24" fmla="*/ 233771 w 2912392"/>
                <a:gd name="connsiteY24" fmla="*/ 650829 h 691741"/>
                <a:gd name="connsiteX25" fmla="*/ 243510 w 2912392"/>
                <a:gd name="connsiteY25" fmla="*/ 654264 h 691741"/>
                <a:gd name="connsiteX26" fmla="*/ 253251 w 2912392"/>
                <a:gd name="connsiteY26" fmla="*/ 657614 h 691741"/>
                <a:gd name="connsiteX27" fmla="*/ 262992 w 2912392"/>
                <a:gd name="connsiteY27" fmla="*/ 660873 h 691741"/>
                <a:gd name="connsiteX28" fmla="*/ 272732 w 2912392"/>
                <a:gd name="connsiteY28" fmla="*/ 664021 h 691741"/>
                <a:gd name="connsiteX29" fmla="*/ 282473 w 2912392"/>
                <a:gd name="connsiteY29" fmla="*/ 667047 h 691741"/>
                <a:gd name="connsiteX30" fmla="*/ 292214 w 2912392"/>
                <a:gd name="connsiteY30" fmla="*/ 669936 h 691741"/>
                <a:gd name="connsiteX31" fmla="*/ 301953 w 2912392"/>
                <a:gd name="connsiteY31" fmla="*/ 672676 h 691741"/>
                <a:gd name="connsiteX32" fmla="*/ 311694 w 2912392"/>
                <a:gd name="connsiteY32" fmla="*/ 675255 h 691741"/>
                <a:gd name="connsiteX33" fmla="*/ 321435 w 2912392"/>
                <a:gd name="connsiteY33" fmla="*/ 677656 h 691741"/>
                <a:gd name="connsiteX34" fmla="*/ 331175 w 2912392"/>
                <a:gd name="connsiteY34" fmla="*/ 679872 h 691741"/>
                <a:gd name="connsiteX35" fmla="*/ 340916 w 2912392"/>
                <a:gd name="connsiteY35" fmla="*/ 681886 h 691741"/>
                <a:gd name="connsiteX36" fmla="*/ 350656 w 2912392"/>
                <a:gd name="connsiteY36" fmla="*/ 683689 h 691741"/>
                <a:gd name="connsiteX37" fmla="*/ 360396 w 2912392"/>
                <a:gd name="connsiteY37" fmla="*/ 685270 h 691741"/>
                <a:gd name="connsiteX38" fmla="*/ 370137 w 2912392"/>
                <a:gd name="connsiteY38" fmla="*/ 686617 h 691741"/>
                <a:gd name="connsiteX39" fmla="*/ 379878 w 2912392"/>
                <a:gd name="connsiteY39" fmla="*/ 687721 h 691741"/>
                <a:gd name="connsiteX40" fmla="*/ 389617 w 2912392"/>
                <a:gd name="connsiteY40" fmla="*/ 688570 h 691741"/>
                <a:gd name="connsiteX41" fmla="*/ 399358 w 2912392"/>
                <a:gd name="connsiteY41" fmla="*/ 689157 h 691741"/>
                <a:gd name="connsiteX42" fmla="*/ 409099 w 2912392"/>
                <a:gd name="connsiteY42" fmla="*/ 689473 h 691741"/>
                <a:gd name="connsiteX43" fmla="*/ 418839 w 2912392"/>
                <a:gd name="connsiteY43" fmla="*/ 689510 h 691741"/>
                <a:gd name="connsiteX44" fmla="*/ 428580 w 2912392"/>
                <a:gd name="connsiteY44" fmla="*/ 689261 h 691741"/>
                <a:gd name="connsiteX45" fmla="*/ 438321 w 2912392"/>
                <a:gd name="connsiteY45" fmla="*/ 688720 h 691741"/>
                <a:gd name="connsiteX46" fmla="*/ 448060 w 2912392"/>
                <a:gd name="connsiteY46" fmla="*/ 687882 h 691741"/>
                <a:gd name="connsiteX47" fmla="*/ 457801 w 2912392"/>
                <a:gd name="connsiteY47" fmla="*/ 686739 h 691741"/>
                <a:gd name="connsiteX48" fmla="*/ 467542 w 2912392"/>
                <a:gd name="connsiteY48" fmla="*/ 685288 h 691741"/>
                <a:gd name="connsiteX49" fmla="*/ 477281 w 2912392"/>
                <a:gd name="connsiteY49" fmla="*/ 683527 h 691741"/>
                <a:gd name="connsiteX50" fmla="*/ 487022 w 2912392"/>
                <a:gd name="connsiteY50" fmla="*/ 681451 h 691741"/>
                <a:gd name="connsiteX51" fmla="*/ 496763 w 2912392"/>
                <a:gd name="connsiteY51" fmla="*/ 679060 h 691741"/>
                <a:gd name="connsiteX52" fmla="*/ 506503 w 2912392"/>
                <a:gd name="connsiteY52" fmla="*/ 676350 h 691741"/>
                <a:gd name="connsiteX53" fmla="*/ 516244 w 2912392"/>
                <a:gd name="connsiteY53" fmla="*/ 673322 h 691741"/>
                <a:gd name="connsiteX54" fmla="*/ 525985 w 2912392"/>
                <a:gd name="connsiteY54" fmla="*/ 669977 h 691741"/>
                <a:gd name="connsiteX55" fmla="*/ 535724 w 2912392"/>
                <a:gd name="connsiteY55" fmla="*/ 666314 h 691741"/>
                <a:gd name="connsiteX56" fmla="*/ 545465 w 2912392"/>
                <a:gd name="connsiteY56" fmla="*/ 662336 h 691741"/>
                <a:gd name="connsiteX57" fmla="*/ 555206 w 2912392"/>
                <a:gd name="connsiteY57" fmla="*/ 658045 h 691741"/>
                <a:gd name="connsiteX58" fmla="*/ 564946 w 2912392"/>
                <a:gd name="connsiteY58" fmla="*/ 653444 h 691741"/>
                <a:gd name="connsiteX59" fmla="*/ 574687 w 2912392"/>
                <a:gd name="connsiteY59" fmla="*/ 648536 h 691741"/>
                <a:gd name="connsiteX60" fmla="*/ 584428 w 2912392"/>
                <a:gd name="connsiteY60" fmla="*/ 643326 h 691741"/>
                <a:gd name="connsiteX61" fmla="*/ 594167 w 2912392"/>
                <a:gd name="connsiteY61" fmla="*/ 637819 h 691741"/>
                <a:gd name="connsiteX62" fmla="*/ 603908 w 2912392"/>
                <a:gd name="connsiteY62" fmla="*/ 632021 h 691741"/>
                <a:gd name="connsiteX63" fmla="*/ 613649 w 2912392"/>
                <a:gd name="connsiteY63" fmla="*/ 625938 h 691741"/>
                <a:gd name="connsiteX64" fmla="*/ 623388 w 2912392"/>
                <a:gd name="connsiteY64" fmla="*/ 619574 h 691741"/>
                <a:gd name="connsiteX65" fmla="*/ 633129 w 2912392"/>
                <a:gd name="connsiteY65" fmla="*/ 612941 h 691741"/>
                <a:gd name="connsiteX66" fmla="*/ 642870 w 2912392"/>
                <a:gd name="connsiteY66" fmla="*/ 606046 h 691741"/>
                <a:gd name="connsiteX67" fmla="*/ 652610 w 2912392"/>
                <a:gd name="connsiteY67" fmla="*/ 598894 h 691741"/>
                <a:gd name="connsiteX68" fmla="*/ 662351 w 2912392"/>
                <a:gd name="connsiteY68" fmla="*/ 591497 h 691741"/>
                <a:gd name="connsiteX69" fmla="*/ 672092 w 2912392"/>
                <a:gd name="connsiteY69" fmla="*/ 583863 h 691741"/>
                <a:gd name="connsiteX70" fmla="*/ 681831 w 2912392"/>
                <a:gd name="connsiteY70" fmla="*/ 576001 h 691741"/>
                <a:gd name="connsiteX71" fmla="*/ 691572 w 2912392"/>
                <a:gd name="connsiteY71" fmla="*/ 567921 h 691741"/>
                <a:gd name="connsiteX72" fmla="*/ 701313 w 2912392"/>
                <a:gd name="connsiteY72" fmla="*/ 559634 h 691741"/>
                <a:gd name="connsiteX73" fmla="*/ 711052 w 2912392"/>
                <a:gd name="connsiteY73" fmla="*/ 551151 h 691741"/>
                <a:gd name="connsiteX74" fmla="*/ 720793 w 2912392"/>
                <a:gd name="connsiteY74" fmla="*/ 542481 h 691741"/>
                <a:gd name="connsiteX75" fmla="*/ 730534 w 2912392"/>
                <a:gd name="connsiteY75" fmla="*/ 533635 h 691741"/>
                <a:gd name="connsiteX76" fmla="*/ 740274 w 2912392"/>
                <a:gd name="connsiteY76" fmla="*/ 524626 h 691741"/>
                <a:gd name="connsiteX77" fmla="*/ 750015 w 2912392"/>
                <a:gd name="connsiteY77" fmla="*/ 515463 h 691741"/>
                <a:gd name="connsiteX78" fmla="*/ 759756 w 2912392"/>
                <a:gd name="connsiteY78" fmla="*/ 506159 h 691741"/>
                <a:gd name="connsiteX79" fmla="*/ 769495 w 2912392"/>
                <a:gd name="connsiteY79" fmla="*/ 496725 h 691741"/>
                <a:gd name="connsiteX80" fmla="*/ 779236 w 2912392"/>
                <a:gd name="connsiteY80" fmla="*/ 487170 h 691741"/>
                <a:gd name="connsiteX81" fmla="*/ 788977 w 2912392"/>
                <a:gd name="connsiteY81" fmla="*/ 477508 h 691741"/>
                <a:gd name="connsiteX82" fmla="*/ 798717 w 2912392"/>
                <a:gd name="connsiteY82" fmla="*/ 467751 h 691741"/>
                <a:gd name="connsiteX83" fmla="*/ 808458 w 2912392"/>
                <a:gd name="connsiteY83" fmla="*/ 457907 h 691741"/>
                <a:gd name="connsiteX84" fmla="*/ 818199 w 2912392"/>
                <a:gd name="connsiteY84" fmla="*/ 447989 h 691741"/>
                <a:gd name="connsiteX85" fmla="*/ 827938 w 2912392"/>
                <a:gd name="connsiteY85" fmla="*/ 438008 h 691741"/>
                <a:gd name="connsiteX86" fmla="*/ 837679 w 2912392"/>
                <a:gd name="connsiteY86" fmla="*/ 427975 h 691741"/>
                <a:gd name="connsiteX87" fmla="*/ 847420 w 2912392"/>
                <a:gd name="connsiteY87" fmla="*/ 417900 h 691741"/>
                <a:gd name="connsiteX88" fmla="*/ 857159 w 2912392"/>
                <a:gd name="connsiteY88" fmla="*/ 407796 h 691741"/>
                <a:gd name="connsiteX89" fmla="*/ 866900 w 2912392"/>
                <a:gd name="connsiteY89" fmla="*/ 397669 h 691741"/>
                <a:gd name="connsiteX90" fmla="*/ 876641 w 2912392"/>
                <a:gd name="connsiteY90" fmla="*/ 387533 h 691741"/>
                <a:gd name="connsiteX91" fmla="*/ 886381 w 2912392"/>
                <a:gd name="connsiteY91" fmla="*/ 377396 h 691741"/>
                <a:gd name="connsiteX92" fmla="*/ 896122 w 2912392"/>
                <a:gd name="connsiteY92" fmla="*/ 367267 h 691741"/>
                <a:gd name="connsiteX93" fmla="*/ 905863 w 2912392"/>
                <a:gd name="connsiteY93" fmla="*/ 357158 h 691741"/>
                <a:gd name="connsiteX94" fmla="*/ 915602 w 2912392"/>
                <a:gd name="connsiteY94" fmla="*/ 347076 h 691741"/>
                <a:gd name="connsiteX95" fmla="*/ 925343 w 2912392"/>
                <a:gd name="connsiteY95" fmla="*/ 337030 h 691741"/>
                <a:gd name="connsiteX96" fmla="*/ 935084 w 2912392"/>
                <a:gd name="connsiteY96" fmla="*/ 327028 h 691741"/>
                <a:gd name="connsiteX97" fmla="*/ 944824 w 2912392"/>
                <a:gd name="connsiteY97" fmla="*/ 317079 h 691741"/>
                <a:gd name="connsiteX98" fmla="*/ 954564 w 2912392"/>
                <a:gd name="connsiteY98" fmla="*/ 307190 h 691741"/>
                <a:gd name="connsiteX99" fmla="*/ 964305 w 2912392"/>
                <a:gd name="connsiteY99" fmla="*/ 297370 h 691741"/>
                <a:gd name="connsiteX100" fmla="*/ 974045 w 2912392"/>
                <a:gd name="connsiteY100" fmla="*/ 287625 h 691741"/>
                <a:gd name="connsiteX101" fmla="*/ 983786 w 2912392"/>
                <a:gd name="connsiteY101" fmla="*/ 277963 h 691741"/>
                <a:gd name="connsiteX102" fmla="*/ 993522 w 2912392"/>
                <a:gd name="connsiteY102" fmla="*/ 268389 h 691741"/>
                <a:gd name="connsiteX103" fmla="*/ 1003266 w 2912392"/>
                <a:gd name="connsiteY103" fmla="*/ 258910 h 691741"/>
                <a:gd name="connsiteX104" fmla="*/ 1013010 w 2912392"/>
                <a:gd name="connsiteY104" fmla="*/ 249534 h 691741"/>
                <a:gd name="connsiteX105" fmla="*/ 1022754 w 2912392"/>
                <a:gd name="connsiteY105" fmla="*/ 240265 h 691741"/>
                <a:gd name="connsiteX106" fmla="*/ 1032483 w 2912392"/>
                <a:gd name="connsiteY106" fmla="*/ 231110 h 691741"/>
                <a:gd name="connsiteX107" fmla="*/ 1042227 w 2912392"/>
                <a:gd name="connsiteY107" fmla="*/ 222072 h 691741"/>
                <a:gd name="connsiteX108" fmla="*/ 1051971 w 2912392"/>
                <a:gd name="connsiteY108" fmla="*/ 213157 h 691741"/>
                <a:gd name="connsiteX109" fmla="*/ 1061715 w 2912392"/>
                <a:gd name="connsiteY109" fmla="*/ 204371 h 691741"/>
                <a:gd name="connsiteX110" fmla="*/ 1071444 w 2912392"/>
                <a:gd name="connsiteY110" fmla="*/ 195719 h 691741"/>
                <a:gd name="connsiteX111" fmla="*/ 1081188 w 2912392"/>
                <a:gd name="connsiteY111" fmla="*/ 187203 h 691741"/>
                <a:gd name="connsiteX112" fmla="*/ 1090932 w 2912392"/>
                <a:gd name="connsiteY112" fmla="*/ 178829 h 691741"/>
                <a:gd name="connsiteX113" fmla="*/ 1100676 w 2912392"/>
                <a:gd name="connsiteY113" fmla="*/ 170601 h 691741"/>
                <a:gd name="connsiteX114" fmla="*/ 1110405 w 2912392"/>
                <a:gd name="connsiteY114" fmla="*/ 162524 h 691741"/>
                <a:gd name="connsiteX115" fmla="*/ 1120149 w 2912392"/>
                <a:gd name="connsiteY115" fmla="*/ 154599 h 691741"/>
                <a:gd name="connsiteX116" fmla="*/ 1129893 w 2912392"/>
                <a:gd name="connsiteY116" fmla="*/ 146832 h 691741"/>
                <a:gd name="connsiteX117" fmla="*/ 1139637 w 2912392"/>
                <a:gd name="connsiteY117" fmla="*/ 139227 h 691741"/>
                <a:gd name="connsiteX118" fmla="*/ 1149381 w 2912392"/>
                <a:gd name="connsiteY118" fmla="*/ 131784 h 691741"/>
                <a:gd name="connsiteX119" fmla="*/ 1159110 w 2912392"/>
                <a:gd name="connsiteY119" fmla="*/ 124511 h 691741"/>
                <a:gd name="connsiteX120" fmla="*/ 1168854 w 2912392"/>
                <a:gd name="connsiteY120" fmla="*/ 117410 h 691741"/>
                <a:gd name="connsiteX121" fmla="*/ 1178598 w 2912392"/>
                <a:gd name="connsiteY121" fmla="*/ 110482 h 691741"/>
                <a:gd name="connsiteX122" fmla="*/ 1188341 w 2912392"/>
                <a:gd name="connsiteY122" fmla="*/ 103733 h 691741"/>
                <a:gd name="connsiteX123" fmla="*/ 1198070 w 2912392"/>
                <a:gd name="connsiteY123" fmla="*/ 97164 h 691741"/>
                <a:gd name="connsiteX124" fmla="*/ 1207814 w 2912392"/>
                <a:gd name="connsiteY124" fmla="*/ 90781 h 691741"/>
                <a:gd name="connsiteX125" fmla="*/ 1217558 w 2912392"/>
                <a:gd name="connsiteY125" fmla="*/ 84585 h 691741"/>
                <a:gd name="connsiteX126" fmla="*/ 1227302 w 2912392"/>
                <a:gd name="connsiteY126" fmla="*/ 78580 h 691741"/>
                <a:gd name="connsiteX127" fmla="*/ 1237031 w 2912392"/>
                <a:gd name="connsiteY127" fmla="*/ 72768 h 691741"/>
                <a:gd name="connsiteX128" fmla="*/ 1246775 w 2912392"/>
                <a:gd name="connsiteY128" fmla="*/ 67156 h 691741"/>
                <a:gd name="connsiteX129" fmla="*/ 1256519 w 2912392"/>
                <a:gd name="connsiteY129" fmla="*/ 61743 h 691741"/>
                <a:gd name="connsiteX130" fmla="*/ 1266263 w 2912392"/>
                <a:gd name="connsiteY130" fmla="*/ 56534 h 691741"/>
                <a:gd name="connsiteX131" fmla="*/ 1276007 w 2912392"/>
                <a:gd name="connsiteY131" fmla="*/ 51533 h 691741"/>
                <a:gd name="connsiteX132" fmla="*/ 1285736 w 2912392"/>
                <a:gd name="connsiteY132" fmla="*/ 46741 h 691741"/>
                <a:gd name="connsiteX133" fmla="*/ 1295480 w 2912392"/>
                <a:gd name="connsiteY133" fmla="*/ 42164 h 691741"/>
                <a:gd name="connsiteX134" fmla="*/ 1305224 w 2912392"/>
                <a:gd name="connsiteY134" fmla="*/ 37803 h 691741"/>
                <a:gd name="connsiteX135" fmla="*/ 1314968 w 2912392"/>
                <a:gd name="connsiteY135" fmla="*/ 33664 h 691741"/>
                <a:gd name="connsiteX136" fmla="*/ 1324697 w 2912392"/>
                <a:gd name="connsiteY136" fmla="*/ 29749 h 691741"/>
                <a:gd name="connsiteX137" fmla="*/ 1334441 w 2912392"/>
                <a:gd name="connsiteY137" fmla="*/ 26060 h 691741"/>
                <a:gd name="connsiteX138" fmla="*/ 1344185 w 2912392"/>
                <a:gd name="connsiteY138" fmla="*/ 22602 h 691741"/>
                <a:gd name="connsiteX139" fmla="*/ 1353929 w 2912392"/>
                <a:gd name="connsiteY139" fmla="*/ 19376 h 691741"/>
                <a:gd name="connsiteX140" fmla="*/ 1363658 w 2912392"/>
                <a:gd name="connsiteY140" fmla="*/ 16389 h 691741"/>
                <a:gd name="connsiteX141" fmla="*/ 1373402 w 2912392"/>
                <a:gd name="connsiteY141" fmla="*/ 13642 h 691741"/>
                <a:gd name="connsiteX142" fmla="*/ 1383146 w 2912392"/>
                <a:gd name="connsiteY142" fmla="*/ 11137 h 691741"/>
                <a:gd name="connsiteX143" fmla="*/ 1392890 w 2912392"/>
                <a:gd name="connsiteY143" fmla="*/ 8878 h 691741"/>
                <a:gd name="connsiteX144" fmla="*/ 1402619 w 2912392"/>
                <a:gd name="connsiteY144" fmla="*/ 6868 h 691741"/>
                <a:gd name="connsiteX145" fmla="*/ 1412363 w 2912392"/>
                <a:gd name="connsiteY145" fmla="*/ 5112 h 691741"/>
                <a:gd name="connsiteX146" fmla="*/ 1422106 w 2912392"/>
                <a:gd name="connsiteY146" fmla="*/ 3610 h 691741"/>
                <a:gd name="connsiteX147" fmla="*/ 1431850 w 2912392"/>
                <a:gd name="connsiteY147" fmla="*/ 2364 h 691741"/>
                <a:gd name="connsiteX148" fmla="*/ 1441594 w 2912392"/>
                <a:gd name="connsiteY148" fmla="*/ 1378 h 691741"/>
                <a:gd name="connsiteX149" fmla="*/ 1451323 w 2912392"/>
                <a:gd name="connsiteY149" fmla="*/ 654 h 691741"/>
                <a:gd name="connsiteX150" fmla="*/ 1461067 w 2912392"/>
                <a:gd name="connsiteY150" fmla="*/ 194 h 691741"/>
                <a:gd name="connsiteX151" fmla="*/ 1470811 w 2912392"/>
                <a:gd name="connsiteY151" fmla="*/ 0 h 691741"/>
                <a:gd name="connsiteX152" fmla="*/ 1480555 w 2912392"/>
                <a:gd name="connsiteY152" fmla="*/ 72 h 691741"/>
                <a:gd name="connsiteX153" fmla="*/ 1490284 w 2912392"/>
                <a:gd name="connsiteY153" fmla="*/ 413 h 691741"/>
                <a:gd name="connsiteX154" fmla="*/ 1500028 w 2912392"/>
                <a:gd name="connsiteY154" fmla="*/ 1024 h 691741"/>
                <a:gd name="connsiteX155" fmla="*/ 1509772 w 2912392"/>
                <a:gd name="connsiteY155" fmla="*/ 1904 h 691741"/>
                <a:gd name="connsiteX156" fmla="*/ 1519516 w 2912392"/>
                <a:gd name="connsiteY156" fmla="*/ 3056 h 691741"/>
                <a:gd name="connsiteX157" fmla="*/ 1529245 w 2912392"/>
                <a:gd name="connsiteY157" fmla="*/ 4477 h 691741"/>
                <a:gd name="connsiteX158" fmla="*/ 1538989 w 2912392"/>
                <a:gd name="connsiteY158" fmla="*/ 6170 h 691741"/>
                <a:gd name="connsiteX159" fmla="*/ 1548733 w 2912392"/>
                <a:gd name="connsiteY159" fmla="*/ 8133 h 691741"/>
                <a:gd name="connsiteX160" fmla="*/ 1558477 w 2912392"/>
                <a:gd name="connsiteY160" fmla="*/ 10365 h 691741"/>
                <a:gd name="connsiteX161" fmla="*/ 1568221 w 2912392"/>
                <a:gd name="connsiteY161" fmla="*/ 12865 h 691741"/>
                <a:gd name="connsiteX162" fmla="*/ 1577950 w 2912392"/>
                <a:gd name="connsiteY162" fmla="*/ 15632 h 691741"/>
                <a:gd name="connsiteX163" fmla="*/ 1587694 w 2912392"/>
                <a:gd name="connsiteY163" fmla="*/ 18664 h 691741"/>
                <a:gd name="connsiteX164" fmla="*/ 1597438 w 2912392"/>
                <a:gd name="connsiteY164" fmla="*/ 21957 h 691741"/>
                <a:gd name="connsiteX165" fmla="*/ 1607182 w 2912392"/>
                <a:gd name="connsiteY165" fmla="*/ 25509 h 691741"/>
                <a:gd name="connsiteX166" fmla="*/ 1616911 w 2912392"/>
                <a:gd name="connsiteY166" fmla="*/ 29317 h 691741"/>
                <a:gd name="connsiteX167" fmla="*/ 1626655 w 2912392"/>
                <a:gd name="connsiteY167" fmla="*/ 33378 h 691741"/>
                <a:gd name="connsiteX168" fmla="*/ 1636399 w 2912392"/>
                <a:gd name="connsiteY168" fmla="*/ 37687 h 691741"/>
                <a:gd name="connsiteX169" fmla="*/ 1646142 w 2912392"/>
                <a:gd name="connsiteY169" fmla="*/ 42242 h 691741"/>
                <a:gd name="connsiteX170" fmla="*/ 1655872 w 2912392"/>
                <a:gd name="connsiteY170" fmla="*/ 47035 h 691741"/>
                <a:gd name="connsiteX171" fmla="*/ 1665616 w 2912392"/>
                <a:gd name="connsiteY171" fmla="*/ 52062 h 691741"/>
                <a:gd name="connsiteX172" fmla="*/ 1675359 w 2912392"/>
                <a:gd name="connsiteY172" fmla="*/ 57316 h 691741"/>
                <a:gd name="connsiteX173" fmla="*/ 1685103 w 2912392"/>
                <a:gd name="connsiteY173" fmla="*/ 62796 h 691741"/>
                <a:gd name="connsiteX174" fmla="*/ 1694832 w 2912392"/>
                <a:gd name="connsiteY174" fmla="*/ 68491 h 691741"/>
                <a:gd name="connsiteX175" fmla="*/ 1704576 w 2912392"/>
                <a:gd name="connsiteY175" fmla="*/ 74397 h 691741"/>
                <a:gd name="connsiteX176" fmla="*/ 1714320 w 2912392"/>
                <a:gd name="connsiteY176" fmla="*/ 80505 h 691741"/>
                <a:gd name="connsiteX177" fmla="*/ 1724064 w 2912392"/>
                <a:gd name="connsiteY177" fmla="*/ 86809 h 691741"/>
                <a:gd name="connsiteX178" fmla="*/ 1733808 w 2912392"/>
                <a:gd name="connsiteY178" fmla="*/ 93302 h 691741"/>
                <a:gd name="connsiteX179" fmla="*/ 1743537 w 2912392"/>
                <a:gd name="connsiteY179" fmla="*/ 99974 h 691741"/>
                <a:gd name="connsiteX180" fmla="*/ 1753281 w 2912392"/>
                <a:gd name="connsiteY180" fmla="*/ 106820 h 691741"/>
                <a:gd name="connsiteX181" fmla="*/ 1763025 w 2912392"/>
                <a:gd name="connsiteY181" fmla="*/ 113828 h 691741"/>
                <a:gd name="connsiteX182" fmla="*/ 1772769 w 2912392"/>
                <a:gd name="connsiteY182" fmla="*/ 120993 h 691741"/>
                <a:gd name="connsiteX183" fmla="*/ 1782498 w 2912392"/>
                <a:gd name="connsiteY183" fmla="*/ 128303 h 691741"/>
                <a:gd name="connsiteX184" fmla="*/ 1792242 w 2912392"/>
                <a:gd name="connsiteY184" fmla="*/ 135752 h 691741"/>
                <a:gd name="connsiteX185" fmla="*/ 1801986 w 2912392"/>
                <a:gd name="connsiteY185" fmla="*/ 143328 h 691741"/>
                <a:gd name="connsiteX186" fmla="*/ 1811730 w 2912392"/>
                <a:gd name="connsiteY186" fmla="*/ 151024 h 691741"/>
                <a:gd name="connsiteX187" fmla="*/ 1821459 w 2912392"/>
                <a:gd name="connsiteY187" fmla="*/ 158831 h 691741"/>
                <a:gd name="connsiteX188" fmla="*/ 1831203 w 2912392"/>
                <a:gd name="connsiteY188" fmla="*/ 166736 h 691741"/>
                <a:gd name="connsiteX189" fmla="*/ 1840947 w 2912392"/>
                <a:gd name="connsiteY189" fmla="*/ 174734 h 691741"/>
                <a:gd name="connsiteX190" fmla="*/ 1850691 w 2912392"/>
                <a:gd name="connsiteY190" fmla="*/ 182813 h 691741"/>
                <a:gd name="connsiteX191" fmla="*/ 1860435 w 2912392"/>
                <a:gd name="connsiteY191" fmla="*/ 190965 h 691741"/>
                <a:gd name="connsiteX192" fmla="*/ 1870164 w 2912392"/>
                <a:gd name="connsiteY192" fmla="*/ 199179 h 691741"/>
                <a:gd name="connsiteX193" fmla="*/ 1879908 w 2912392"/>
                <a:gd name="connsiteY193" fmla="*/ 207446 h 691741"/>
                <a:gd name="connsiteX194" fmla="*/ 1889652 w 2912392"/>
                <a:gd name="connsiteY194" fmla="*/ 215757 h 691741"/>
                <a:gd name="connsiteX195" fmla="*/ 1899395 w 2912392"/>
                <a:gd name="connsiteY195" fmla="*/ 224103 h 691741"/>
                <a:gd name="connsiteX196" fmla="*/ 1909124 w 2912392"/>
                <a:gd name="connsiteY196" fmla="*/ 232476 h 691741"/>
                <a:gd name="connsiteX197" fmla="*/ 1918868 w 2912392"/>
                <a:gd name="connsiteY197" fmla="*/ 240866 h 691741"/>
                <a:gd name="connsiteX198" fmla="*/ 1928612 w 2912392"/>
                <a:gd name="connsiteY198" fmla="*/ 249264 h 691741"/>
                <a:gd name="connsiteX199" fmla="*/ 1938356 w 2912392"/>
                <a:gd name="connsiteY199" fmla="*/ 257664 h 691741"/>
                <a:gd name="connsiteX200" fmla="*/ 1948085 w 2912392"/>
                <a:gd name="connsiteY200" fmla="*/ 266056 h 691741"/>
                <a:gd name="connsiteX201" fmla="*/ 1957829 w 2912392"/>
                <a:gd name="connsiteY201" fmla="*/ 274430 h 691741"/>
                <a:gd name="connsiteX202" fmla="*/ 1967573 w 2912392"/>
                <a:gd name="connsiteY202" fmla="*/ 282783 h 691741"/>
                <a:gd name="connsiteX203" fmla="*/ 1977317 w 2912392"/>
                <a:gd name="connsiteY203" fmla="*/ 291104 h 691741"/>
                <a:gd name="connsiteX204" fmla="*/ 1987046 w 2912392"/>
                <a:gd name="connsiteY204" fmla="*/ 299388 h 691741"/>
                <a:gd name="connsiteX205" fmla="*/ 1996790 w 2912392"/>
                <a:gd name="connsiteY205" fmla="*/ 307627 h 691741"/>
                <a:gd name="connsiteX206" fmla="*/ 2006534 w 2912392"/>
                <a:gd name="connsiteY206" fmla="*/ 315815 h 691741"/>
                <a:gd name="connsiteX207" fmla="*/ 2016278 w 2912392"/>
                <a:gd name="connsiteY207" fmla="*/ 323949 h 691741"/>
                <a:gd name="connsiteX208" fmla="*/ 2026022 w 2912392"/>
                <a:gd name="connsiteY208" fmla="*/ 332018 h 691741"/>
                <a:gd name="connsiteX209" fmla="*/ 2035751 w 2912392"/>
                <a:gd name="connsiteY209" fmla="*/ 340022 h 691741"/>
                <a:gd name="connsiteX210" fmla="*/ 2045495 w 2912392"/>
                <a:gd name="connsiteY210" fmla="*/ 347952 h 691741"/>
                <a:gd name="connsiteX211" fmla="*/ 2055239 w 2912392"/>
                <a:gd name="connsiteY211" fmla="*/ 355806 h 691741"/>
                <a:gd name="connsiteX212" fmla="*/ 2064983 w 2912392"/>
                <a:gd name="connsiteY212" fmla="*/ 363580 h 691741"/>
                <a:gd name="connsiteX213" fmla="*/ 2074712 w 2912392"/>
                <a:gd name="connsiteY213" fmla="*/ 371269 h 691741"/>
                <a:gd name="connsiteX214" fmla="*/ 2084456 w 2912392"/>
                <a:gd name="connsiteY214" fmla="*/ 378871 h 691741"/>
                <a:gd name="connsiteX215" fmla="*/ 2094200 w 2912392"/>
                <a:gd name="connsiteY215" fmla="*/ 386383 h 691741"/>
                <a:gd name="connsiteX216" fmla="*/ 2103944 w 2912392"/>
                <a:gd name="connsiteY216" fmla="*/ 393801 h 691741"/>
                <a:gd name="connsiteX217" fmla="*/ 2113673 w 2912392"/>
                <a:gd name="connsiteY217" fmla="*/ 401124 h 691741"/>
                <a:gd name="connsiteX218" fmla="*/ 2123417 w 2912392"/>
                <a:gd name="connsiteY218" fmla="*/ 408351 h 691741"/>
                <a:gd name="connsiteX219" fmla="*/ 2133161 w 2912392"/>
                <a:gd name="connsiteY219" fmla="*/ 415479 h 691741"/>
                <a:gd name="connsiteX220" fmla="*/ 2142905 w 2912392"/>
                <a:gd name="connsiteY220" fmla="*/ 422508 h 691741"/>
                <a:gd name="connsiteX221" fmla="*/ 2152649 w 2912392"/>
                <a:gd name="connsiteY221" fmla="*/ 429436 h 691741"/>
                <a:gd name="connsiteX222" fmla="*/ 2162377 w 2912392"/>
                <a:gd name="connsiteY222" fmla="*/ 436264 h 691741"/>
                <a:gd name="connsiteX223" fmla="*/ 2172121 w 2912392"/>
                <a:gd name="connsiteY223" fmla="*/ 442993 h 691741"/>
                <a:gd name="connsiteX224" fmla="*/ 2181865 w 2912392"/>
                <a:gd name="connsiteY224" fmla="*/ 449620 h 691741"/>
                <a:gd name="connsiteX225" fmla="*/ 2191609 w 2912392"/>
                <a:gd name="connsiteY225" fmla="*/ 456146 h 691741"/>
                <a:gd name="connsiteX226" fmla="*/ 2201338 w 2912392"/>
                <a:gd name="connsiteY226" fmla="*/ 462573 h 691741"/>
                <a:gd name="connsiteX227" fmla="*/ 2211082 w 2912392"/>
                <a:gd name="connsiteY227" fmla="*/ 468902 h 691741"/>
                <a:gd name="connsiteX228" fmla="*/ 2220826 w 2912392"/>
                <a:gd name="connsiteY228" fmla="*/ 475133 h 691741"/>
                <a:gd name="connsiteX229" fmla="*/ 2230570 w 2912392"/>
                <a:gd name="connsiteY229" fmla="*/ 481268 h 691741"/>
                <a:gd name="connsiteX230" fmla="*/ 2240299 w 2912392"/>
                <a:gd name="connsiteY230" fmla="*/ 487308 h 691741"/>
                <a:gd name="connsiteX231" fmla="*/ 2250043 w 2912392"/>
                <a:gd name="connsiteY231" fmla="*/ 493255 h 691741"/>
                <a:gd name="connsiteX232" fmla="*/ 2259787 w 2912392"/>
                <a:gd name="connsiteY232" fmla="*/ 499108 h 691741"/>
                <a:gd name="connsiteX233" fmla="*/ 2269531 w 2912392"/>
                <a:gd name="connsiteY233" fmla="*/ 504873 h 691741"/>
                <a:gd name="connsiteX234" fmla="*/ 2279260 w 2912392"/>
                <a:gd name="connsiteY234" fmla="*/ 510548 h 691741"/>
                <a:gd name="connsiteX235" fmla="*/ 2289004 w 2912392"/>
                <a:gd name="connsiteY235" fmla="*/ 516138 h 691741"/>
                <a:gd name="connsiteX236" fmla="*/ 2298748 w 2912392"/>
                <a:gd name="connsiteY236" fmla="*/ 521642 h 691741"/>
                <a:gd name="connsiteX237" fmla="*/ 2308492 w 2912392"/>
                <a:gd name="connsiteY237" fmla="*/ 527063 h 691741"/>
                <a:gd name="connsiteX238" fmla="*/ 2318236 w 2912392"/>
                <a:gd name="connsiteY238" fmla="*/ 532403 h 691741"/>
                <a:gd name="connsiteX239" fmla="*/ 2327965 w 2912392"/>
                <a:gd name="connsiteY239" fmla="*/ 537664 h 691741"/>
                <a:gd name="connsiteX240" fmla="*/ 2337709 w 2912392"/>
                <a:gd name="connsiteY240" fmla="*/ 542847 h 691741"/>
                <a:gd name="connsiteX241" fmla="*/ 2347453 w 2912392"/>
                <a:gd name="connsiteY241" fmla="*/ 547955 h 691741"/>
                <a:gd name="connsiteX242" fmla="*/ 2357197 w 2912392"/>
                <a:gd name="connsiteY242" fmla="*/ 552988 h 691741"/>
                <a:gd name="connsiteX243" fmla="*/ 2366926 w 2912392"/>
                <a:gd name="connsiteY243" fmla="*/ 557946 h 691741"/>
                <a:gd name="connsiteX244" fmla="*/ 2376670 w 2912392"/>
                <a:gd name="connsiteY244" fmla="*/ 562833 h 691741"/>
                <a:gd name="connsiteX245" fmla="*/ 2386413 w 2912392"/>
                <a:gd name="connsiteY245" fmla="*/ 567648 h 691741"/>
                <a:gd name="connsiteX246" fmla="*/ 2396157 w 2912392"/>
                <a:gd name="connsiteY246" fmla="*/ 572392 h 691741"/>
                <a:gd name="connsiteX247" fmla="*/ 2405886 w 2912392"/>
                <a:gd name="connsiteY247" fmla="*/ 577069 h 691741"/>
                <a:gd name="connsiteX248" fmla="*/ 2415630 w 2912392"/>
                <a:gd name="connsiteY248" fmla="*/ 581674 h 691741"/>
                <a:gd name="connsiteX249" fmla="*/ 2425374 w 2912392"/>
                <a:gd name="connsiteY249" fmla="*/ 586212 h 691741"/>
                <a:gd name="connsiteX250" fmla="*/ 2435118 w 2912392"/>
                <a:gd name="connsiteY250" fmla="*/ 590681 h 691741"/>
                <a:gd name="connsiteX251" fmla="*/ 2444862 w 2912392"/>
                <a:gd name="connsiteY251" fmla="*/ 595080 h 691741"/>
                <a:gd name="connsiteX252" fmla="*/ 2454591 w 2912392"/>
                <a:gd name="connsiteY252" fmla="*/ 599411 h 691741"/>
                <a:gd name="connsiteX253" fmla="*/ 2464335 w 2912392"/>
                <a:gd name="connsiteY253" fmla="*/ 603671 h 691741"/>
                <a:gd name="connsiteX254" fmla="*/ 2474079 w 2912392"/>
                <a:gd name="connsiteY254" fmla="*/ 607861 h 691741"/>
                <a:gd name="connsiteX255" fmla="*/ 2483823 w 2912392"/>
                <a:gd name="connsiteY255" fmla="*/ 611980 h 691741"/>
                <a:gd name="connsiteX256" fmla="*/ 2493552 w 2912392"/>
                <a:gd name="connsiteY256" fmla="*/ 616025 h 691741"/>
                <a:gd name="connsiteX257" fmla="*/ 2503296 w 2912392"/>
                <a:gd name="connsiteY257" fmla="*/ 619996 h 691741"/>
                <a:gd name="connsiteX258" fmla="*/ 2513040 w 2912392"/>
                <a:gd name="connsiteY258" fmla="*/ 623890 h 691741"/>
                <a:gd name="connsiteX259" fmla="*/ 2522784 w 2912392"/>
                <a:gd name="connsiteY259" fmla="*/ 627708 h 691741"/>
                <a:gd name="connsiteX260" fmla="*/ 2532513 w 2912392"/>
                <a:gd name="connsiteY260" fmla="*/ 631444 h 691741"/>
                <a:gd name="connsiteX261" fmla="*/ 2542257 w 2912392"/>
                <a:gd name="connsiteY261" fmla="*/ 635099 h 691741"/>
                <a:gd name="connsiteX262" fmla="*/ 2552001 w 2912392"/>
                <a:gd name="connsiteY262" fmla="*/ 638670 h 691741"/>
                <a:gd name="connsiteX263" fmla="*/ 2561745 w 2912392"/>
                <a:gd name="connsiteY263" fmla="*/ 642152 h 691741"/>
                <a:gd name="connsiteX264" fmla="*/ 2571474 w 2912392"/>
                <a:gd name="connsiteY264" fmla="*/ 645545 h 691741"/>
                <a:gd name="connsiteX265" fmla="*/ 2581218 w 2912392"/>
                <a:gd name="connsiteY265" fmla="*/ 648845 h 691741"/>
                <a:gd name="connsiteX266" fmla="*/ 2590962 w 2912392"/>
                <a:gd name="connsiteY266" fmla="*/ 652048 h 691741"/>
                <a:gd name="connsiteX267" fmla="*/ 2600705 w 2912392"/>
                <a:gd name="connsiteY267" fmla="*/ 655153 h 691741"/>
                <a:gd name="connsiteX268" fmla="*/ 2610449 w 2912392"/>
                <a:gd name="connsiteY268" fmla="*/ 658155 h 691741"/>
                <a:gd name="connsiteX269" fmla="*/ 2620178 w 2912392"/>
                <a:gd name="connsiteY269" fmla="*/ 661051 h 691741"/>
                <a:gd name="connsiteX270" fmla="*/ 2629922 w 2912392"/>
                <a:gd name="connsiteY270" fmla="*/ 663839 h 691741"/>
                <a:gd name="connsiteX271" fmla="*/ 2639666 w 2912392"/>
                <a:gd name="connsiteY271" fmla="*/ 666513 h 691741"/>
                <a:gd name="connsiteX272" fmla="*/ 2649410 w 2912392"/>
                <a:gd name="connsiteY272" fmla="*/ 669073 h 691741"/>
                <a:gd name="connsiteX273" fmla="*/ 2659139 w 2912392"/>
                <a:gd name="connsiteY273" fmla="*/ 671512 h 691741"/>
                <a:gd name="connsiteX274" fmla="*/ 2668883 w 2912392"/>
                <a:gd name="connsiteY274" fmla="*/ 673829 h 691741"/>
                <a:gd name="connsiteX275" fmla="*/ 2678627 w 2912392"/>
                <a:gd name="connsiteY275" fmla="*/ 676020 h 691741"/>
                <a:gd name="connsiteX276" fmla="*/ 2688371 w 2912392"/>
                <a:gd name="connsiteY276" fmla="*/ 678081 h 691741"/>
                <a:gd name="connsiteX277" fmla="*/ 2698100 w 2912392"/>
                <a:gd name="connsiteY277" fmla="*/ 680010 h 691741"/>
                <a:gd name="connsiteX278" fmla="*/ 2707844 w 2912392"/>
                <a:gd name="connsiteY278" fmla="*/ 681803 h 691741"/>
                <a:gd name="connsiteX279" fmla="*/ 2717588 w 2912392"/>
                <a:gd name="connsiteY279" fmla="*/ 683457 h 691741"/>
                <a:gd name="connsiteX280" fmla="*/ 2727332 w 2912392"/>
                <a:gd name="connsiteY280" fmla="*/ 684967 h 691741"/>
                <a:gd name="connsiteX281" fmla="*/ 2737076 w 2912392"/>
                <a:gd name="connsiteY281" fmla="*/ 686334 h 691741"/>
                <a:gd name="connsiteX282" fmla="*/ 2746805 w 2912392"/>
                <a:gd name="connsiteY282" fmla="*/ 687551 h 691741"/>
                <a:gd name="connsiteX283" fmla="*/ 2756549 w 2912392"/>
                <a:gd name="connsiteY283" fmla="*/ 688619 h 691741"/>
                <a:gd name="connsiteX284" fmla="*/ 2766293 w 2912392"/>
                <a:gd name="connsiteY284" fmla="*/ 689534 h 691741"/>
                <a:gd name="connsiteX285" fmla="*/ 2776037 w 2912392"/>
                <a:gd name="connsiteY285" fmla="*/ 690294 h 691741"/>
                <a:gd name="connsiteX286" fmla="*/ 2785766 w 2912392"/>
                <a:gd name="connsiteY286" fmla="*/ 690896 h 691741"/>
                <a:gd name="connsiteX287" fmla="*/ 2795510 w 2912392"/>
                <a:gd name="connsiteY287" fmla="*/ 691340 h 691741"/>
                <a:gd name="connsiteX288" fmla="*/ 2805254 w 2912392"/>
                <a:gd name="connsiteY288" fmla="*/ 691623 h 691741"/>
                <a:gd name="connsiteX289" fmla="*/ 2814998 w 2912392"/>
                <a:gd name="connsiteY289" fmla="*/ 691742 h 691741"/>
                <a:gd name="connsiteX290" fmla="*/ 2824727 w 2912392"/>
                <a:gd name="connsiteY290" fmla="*/ 691699 h 691741"/>
                <a:gd name="connsiteX291" fmla="*/ 2834471 w 2912392"/>
                <a:gd name="connsiteY291" fmla="*/ 691490 h 691741"/>
                <a:gd name="connsiteX292" fmla="*/ 2844215 w 2912392"/>
                <a:gd name="connsiteY292" fmla="*/ 691118 h 691741"/>
                <a:gd name="connsiteX293" fmla="*/ 2853958 w 2912392"/>
                <a:gd name="connsiteY293" fmla="*/ 690577 h 691741"/>
                <a:gd name="connsiteX294" fmla="*/ 2863687 w 2912392"/>
                <a:gd name="connsiteY294" fmla="*/ 689871 h 691741"/>
                <a:gd name="connsiteX295" fmla="*/ 2873431 w 2912392"/>
                <a:gd name="connsiteY295" fmla="*/ 688997 h 691741"/>
                <a:gd name="connsiteX296" fmla="*/ 2883175 w 2912392"/>
                <a:gd name="connsiteY296" fmla="*/ 687958 h 691741"/>
                <a:gd name="connsiteX297" fmla="*/ 2892919 w 2912392"/>
                <a:gd name="connsiteY297" fmla="*/ 686752 h 691741"/>
                <a:gd name="connsiteX298" fmla="*/ 2902663 w 2912392"/>
                <a:gd name="connsiteY298" fmla="*/ 685380 h 691741"/>
                <a:gd name="connsiteX299" fmla="*/ 2912392 w 2912392"/>
                <a:gd name="connsiteY299" fmla="*/ 683842 h 691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91741">
                  <a:moveTo>
                    <a:pt x="0" y="577094"/>
                  </a:moveTo>
                  <a:lnTo>
                    <a:pt x="9739" y="578882"/>
                  </a:lnTo>
                  <a:lnTo>
                    <a:pt x="19480" y="580835"/>
                  </a:lnTo>
                  <a:lnTo>
                    <a:pt x="29221" y="582949"/>
                  </a:lnTo>
                  <a:lnTo>
                    <a:pt x="38961" y="585222"/>
                  </a:lnTo>
                  <a:lnTo>
                    <a:pt x="48702" y="587646"/>
                  </a:lnTo>
                  <a:lnTo>
                    <a:pt x="58443" y="590213"/>
                  </a:lnTo>
                  <a:lnTo>
                    <a:pt x="68182" y="592920"/>
                  </a:lnTo>
                  <a:lnTo>
                    <a:pt x="77923" y="595758"/>
                  </a:lnTo>
                  <a:lnTo>
                    <a:pt x="87664" y="598720"/>
                  </a:lnTo>
                  <a:lnTo>
                    <a:pt x="97404" y="601795"/>
                  </a:lnTo>
                  <a:lnTo>
                    <a:pt x="107145" y="604975"/>
                  </a:lnTo>
                  <a:lnTo>
                    <a:pt x="116886" y="608251"/>
                  </a:lnTo>
                  <a:lnTo>
                    <a:pt x="126625" y="611612"/>
                  </a:lnTo>
                  <a:lnTo>
                    <a:pt x="136366" y="615048"/>
                  </a:lnTo>
                  <a:lnTo>
                    <a:pt x="146107" y="618546"/>
                  </a:lnTo>
                  <a:lnTo>
                    <a:pt x="155846" y="622097"/>
                  </a:lnTo>
                  <a:lnTo>
                    <a:pt x="165587" y="625686"/>
                  </a:lnTo>
                  <a:lnTo>
                    <a:pt x="175328" y="629302"/>
                  </a:lnTo>
                  <a:lnTo>
                    <a:pt x="185068" y="632933"/>
                  </a:lnTo>
                  <a:lnTo>
                    <a:pt x="194809" y="636564"/>
                  </a:lnTo>
                  <a:lnTo>
                    <a:pt x="204550" y="640182"/>
                  </a:lnTo>
                  <a:lnTo>
                    <a:pt x="214289" y="643776"/>
                  </a:lnTo>
                  <a:lnTo>
                    <a:pt x="224030" y="647329"/>
                  </a:lnTo>
                  <a:lnTo>
                    <a:pt x="233771" y="650829"/>
                  </a:lnTo>
                  <a:lnTo>
                    <a:pt x="243510" y="654264"/>
                  </a:lnTo>
                  <a:lnTo>
                    <a:pt x="253251" y="657614"/>
                  </a:lnTo>
                  <a:lnTo>
                    <a:pt x="262992" y="660873"/>
                  </a:lnTo>
                  <a:lnTo>
                    <a:pt x="272732" y="664021"/>
                  </a:lnTo>
                  <a:lnTo>
                    <a:pt x="282473" y="667047"/>
                  </a:lnTo>
                  <a:lnTo>
                    <a:pt x="292214" y="669936"/>
                  </a:lnTo>
                  <a:lnTo>
                    <a:pt x="301953" y="672676"/>
                  </a:lnTo>
                  <a:lnTo>
                    <a:pt x="311694" y="675255"/>
                  </a:lnTo>
                  <a:lnTo>
                    <a:pt x="321435" y="677656"/>
                  </a:lnTo>
                  <a:lnTo>
                    <a:pt x="331175" y="679872"/>
                  </a:lnTo>
                  <a:lnTo>
                    <a:pt x="340916" y="681886"/>
                  </a:lnTo>
                  <a:lnTo>
                    <a:pt x="350656" y="683689"/>
                  </a:lnTo>
                  <a:lnTo>
                    <a:pt x="360396" y="685270"/>
                  </a:lnTo>
                  <a:lnTo>
                    <a:pt x="370137" y="686617"/>
                  </a:lnTo>
                  <a:lnTo>
                    <a:pt x="379878" y="687721"/>
                  </a:lnTo>
                  <a:lnTo>
                    <a:pt x="389617" y="688570"/>
                  </a:lnTo>
                  <a:lnTo>
                    <a:pt x="399358" y="689157"/>
                  </a:lnTo>
                  <a:lnTo>
                    <a:pt x="409099" y="689473"/>
                  </a:lnTo>
                  <a:lnTo>
                    <a:pt x="418839" y="689510"/>
                  </a:lnTo>
                  <a:lnTo>
                    <a:pt x="428580" y="689261"/>
                  </a:lnTo>
                  <a:lnTo>
                    <a:pt x="438321" y="688720"/>
                  </a:lnTo>
                  <a:lnTo>
                    <a:pt x="448060" y="687882"/>
                  </a:lnTo>
                  <a:lnTo>
                    <a:pt x="457801" y="686739"/>
                  </a:lnTo>
                  <a:lnTo>
                    <a:pt x="467542" y="685288"/>
                  </a:lnTo>
                  <a:lnTo>
                    <a:pt x="477281" y="683527"/>
                  </a:lnTo>
                  <a:lnTo>
                    <a:pt x="487022" y="681451"/>
                  </a:lnTo>
                  <a:lnTo>
                    <a:pt x="496763" y="679060"/>
                  </a:lnTo>
                  <a:lnTo>
                    <a:pt x="506503" y="676350"/>
                  </a:lnTo>
                  <a:lnTo>
                    <a:pt x="516244" y="673322"/>
                  </a:lnTo>
                  <a:lnTo>
                    <a:pt x="525985" y="669977"/>
                  </a:lnTo>
                  <a:lnTo>
                    <a:pt x="535724" y="666314"/>
                  </a:lnTo>
                  <a:lnTo>
                    <a:pt x="545465" y="662336"/>
                  </a:lnTo>
                  <a:lnTo>
                    <a:pt x="555206" y="658045"/>
                  </a:lnTo>
                  <a:lnTo>
                    <a:pt x="564946" y="653444"/>
                  </a:lnTo>
                  <a:lnTo>
                    <a:pt x="574687" y="648536"/>
                  </a:lnTo>
                  <a:lnTo>
                    <a:pt x="584428" y="643326"/>
                  </a:lnTo>
                  <a:lnTo>
                    <a:pt x="594167" y="637819"/>
                  </a:lnTo>
                  <a:lnTo>
                    <a:pt x="603908" y="632021"/>
                  </a:lnTo>
                  <a:lnTo>
                    <a:pt x="613649" y="625938"/>
                  </a:lnTo>
                  <a:lnTo>
                    <a:pt x="623388" y="619574"/>
                  </a:lnTo>
                  <a:lnTo>
                    <a:pt x="633129" y="612941"/>
                  </a:lnTo>
                  <a:lnTo>
                    <a:pt x="642870" y="606046"/>
                  </a:lnTo>
                  <a:lnTo>
                    <a:pt x="652610" y="598894"/>
                  </a:lnTo>
                  <a:lnTo>
                    <a:pt x="662351" y="591497"/>
                  </a:lnTo>
                  <a:lnTo>
                    <a:pt x="672092" y="583863"/>
                  </a:lnTo>
                  <a:lnTo>
                    <a:pt x="681831" y="576001"/>
                  </a:lnTo>
                  <a:lnTo>
                    <a:pt x="691572" y="567921"/>
                  </a:lnTo>
                  <a:lnTo>
                    <a:pt x="701313" y="559634"/>
                  </a:lnTo>
                  <a:lnTo>
                    <a:pt x="711052" y="551151"/>
                  </a:lnTo>
                  <a:lnTo>
                    <a:pt x="720793" y="542481"/>
                  </a:lnTo>
                  <a:lnTo>
                    <a:pt x="730534" y="533635"/>
                  </a:lnTo>
                  <a:lnTo>
                    <a:pt x="740274" y="524626"/>
                  </a:lnTo>
                  <a:lnTo>
                    <a:pt x="750015" y="515463"/>
                  </a:lnTo>
                  <a:lnTo>
                    <a:pt x="759756" y="506159"/>
                  </a:lnTo>
                  <a:lnTo>
                    <a:pt x="769495" y="496725"/>
                  </a:lnTo>
                  <a:lnTo>
                    <a:pt x="779236" y="487170"/>
                  </a:lnTo>
                  <a:lnTo>
                    <a:pt x="788977" y="477508"/>
                  </a:lnTo>
                  <a:lnTo>
                    <a:pt x="798717" y="467751"/>
                  </a:lnTo>
                  <a:lnTo>
                    <a:pt x="808458" y="457907"/>
                  </a:lnTo>
                  <a:lnTo>
                    <a:pt x="818199" y="447989"/>
                  </a:lnTo>
                  <a:lnTo>
                    <a:pt x="827938" y="438008"/>
                  </a:lnTo>
                  <a:lnTo>
                    <a:pt x="837679" y="427975"/>
                  </a:lnTo>
                  <a:lnTo>
                    <a:pt x="847420" y="417900"/>
                  </a:lnTo>
                  <a:lnTo>
                    <a:pt x="857159" y="407796"/>
                  </a:lnTo>
                  <a:lnTo>
                    <a:pt x="866900" y="397669"/>
                  </a:lnTo>
                  <a:lnTo>
                    <a:pt x="876641" y="387533"/>
                  </a:lnTo>
                  <a:lnTo>
                    <a:pt x="886381" y="377396"/>
                  </a:lnTo>
                  <a:lnTo>
                    <a:pt x="896122" y="367267"/>
                  </a:lnTo>
                  <a:lnTo>
                    <a:pt x="905863" y="357158"/>
                  </a:lnTo>
                  <a:lnTo>
                    <a:pt x="915602" y="347076"/>
                  </a:lnTo>
                  <a:lnTo>
                    <a:pt x="925343" y="337030"/>
                  </a:lnTo>
                  <a:lnTo>
                    <a:pt x="935084" y="327028"/>
                  </a:lnTo>
                  <a:lnTo>
                    <a:pt x="944824" y="317079"/>
                  </a:lnTo>
                  <a:lnTo>
                    <a:pt x="954564" y="307190"/>
                  </a:lnTo>
                  <a:lnTo>
                    <a:pt x="964305" y="297370"/>
                  </a:lnTo>
                  <a:lnTo>
                    <a:pt x="974045" y="287625"/>
                  </a:lnTo>
                  <a:lnTo>
                    <a:pt x="983786" y="277963"/>
                  </a:lnTo>
                  <a:lnTo>
                    <a:pt x="993522" y="268389"/>
                  </a:lnTo>
                  <a:lnTo>
                    <a:pt x="1003266" y="258910"/>
                  </a:lnTo>
                  <a:lnTo>
                    <a:pt x="1013010" y="249534"/>
                  </a:lnTo>
                  <a:lnTo>
                    <a:pt x="1022754" y="240265"/>
                  </a:lnTo>
                  <a:lnTo>
                    <a:pt x="1032483" y="231110"/>
                  </a:lnTo>
                  <a:lnTo>
                    <a:pt x="1042227" y="222072"/>
                  </a:lnTo>
                  <a:lnTo>
                    <a:pt x="1051971" y="213157"/>
                  </a:lnTo>
                  <a:lnTo>
                    <a:pt x="1061715" y="204371"/>
                  </a:lnTo>
                  <a:lnTo>
                    <a:pt x="1071444" y="195719"/>
                  </a:lnTo>
                  <a:lnTo>
                    <a:pt x="1081188" y="187203"/>
                  </a:lnTo>
                  <a:lnTo>
                    <a:pt x="1090932" y="178829"/>
                  </a:lnTo>
                  <a:lnTo>
                    <a:pt x="1100676" y="170601"/>
                  </a:lnTo>
                  <a:lnTo>
                    <a:pt x="1110405" y="162524"/>
                  </a:lnTo>
                  <a:lnTo>
                    <a:pt x="1120149" y="154599"/>
                  </a:lnTo>
                  <a:lnTo>
                    <a:pt x="1129893" y="146832"/>
                  </a:lnTo>
                  <a:lnTo>
                    <a:pt x="1139637" y="139227"/>
                  </a:lnTo>
                  <a:lnTo>
                    <a:pt x="1149381" y="131784"/>
                  </a:lnTo>
                  <a:lnTo>
                    <a:pt x="1159110" y="124511"/>
                  </a:lnTo>
                  <a:lnTo>
                    <a:pt x="1168854" y="117410"/>
                  </a:lnTo>
                  <a:lnTo>
                    <a:pt x="1178598" y="110482"/>
                  </a:lnTo>
                  <a:lnTo>
                    <a:pt x="1188341" y="103733"/>
                  </a:lnTo>
                  <a:lnTo>
                    <a:pt x="1198070" y="97164"/>
                  </a:lnTo>
                  <a:lnTo>
                    <a:pt x="1207814" y="90781"/>
                  </a:lnTo>
                  <a:lnTo>
                    <a:pt x="1217558" y="84585"/>
                  </a:lnTo>
                  <a:lnTo>
                    <a:pt x="1227302" y="78580"/>
                  </a:lnTo>
                  <a:lnTo>
                    <a:pt x="1237031" y="72768"/>
                  </a:lnTo>
                  <a:lnTo>
                    <a:pt x="1246775" y="67156"/>
                  </a:lnTo>
                  <a:lnTo>
                    <a:pt x="1256519" y="61743"/>
                  </a:lnTo>
                  <a:lnTo>
                    <a:pt x="1266263" y="56534"/>
                  </a:lnTo>
                  <a:lnTo>
                    <a:pt x="1276007" y="51533"/>
                  </a:lnTo>
                  <a:lnTo>
                    <a:pt x="1285736" y="46741"/>
                  </a:lnTo>
                  <a:lnTo>
                    <a:pt x="1295480" y="42164"/>
                  </a:lnTo>
                  <a:lnTo>
                    <a:pt x="1305224" y="37803"/>
                  </a:lnTo>
                  <a:lnTo>
                    <a:pt x="1314968" y="33664"/>
                  </a:lnTo>
                  <a:lnTo>
                    <a:pt x="1324697" y="29749"/>
                  </a:lnTo>
                  <a:lnTo>
                    <a:pt x="1334441" y="26060"/>
                  </a:lnTo>
                  <a:lnTo>
                    <a:pt x="1344185" y="22602"/>
                  </a:lnTo>
                  <a:lnTo>
                    <a:pt x="1353929" y="19376"/>
                  </a:lnTo>
                  <a:lnTo>
                    <a:pt x="1363658" y="16389"/>
                  </a:lnTo>
                  <a:lnTo>
                    <a:pt x="1373402" y="13642"/>
                  </a:lnTo>
                  <a:lnTo>
                    <a:pt x="1383146" y="11137"/>
                  </a:lnTo>
                  <a:lnTo>
                    <a:pt x="1392890" y="8878"/>
                  </a:lnTo>
                  <a:lnTo>
                    <a:pt x="1402619" y="6868"/>
                  </a:lnTo>
                  <a:lnTo>
                    <a:pt x="1412363" y="5112"/>
                  </a:lnTo>
                  <a:lnTo>
                    <a:pt x="1422106" y="3610"/>
                  </a:lnTo>
                  <a:lnTo>
                    <a:pt x="1431850" y="2364"/>
                  </a:lnTo>
                  <a:lnTo>
                    <a:pt x="1441594" y="1378"/>
                  </a:lnTo>
                  <a:lnTo>
                    <a:pt x="1451323" y="654"/>
                  </a:lnTo>
                  <a:lnTo>
                    <a:pt x="1461067" y="194"/>
                  </a:lnTo>
                  <a:lnTo>
                    <a:pt x="1470811" y="0"/>
                  </a:lnTo>
                  <a:lnTo>
                    <a:pt x="1480555" y="72"/>
                  </a:lnTo>
                  <a:lnTo>
                    <a:pt x="1490284" y="413"/>
                  </a:lnTo>
                  <a:lnTo>
                    <a:pt x="1500028" y="1024"/>
                  </a:lnTo>
                  <a:lnTo>
                    <a:pt x="1509772" y="1904"/>
                  </a:lnTo>
                  <a:lnTo>
                    <a:pt x="1519516" y="3056"/>
                  </a:lnTo>
                  <a:lnTo>
                    <a:pt x="1529245" y="4477"/>
                  </a:lnTo>
                  <a:lnTo>
                    <a:pt x="1538989" y="6170"/>
                  </a:lnTo>
                  <a:lnTo>
                    <a:pt x="1548733" y="8133"/>
                  </a:lnTo>
                  <a:lnTo>
                    <a:pt x="1558477" y="10365"/>
                  </a:lnTo>
                  <a:lnTo>
                    <a:pt x="1568221" y="12865"/>
                  </a:lnTo>
                  <a:lnTo>
                    <a:pt x="1577950" y="15632"/>
                  </a:lnTo>
                  <a:lnTo>
                    <a:pt x="1587694" y="18664"/>
                  </a:lnTo>
                  <a:lnTo>
                    <a:pt x="1597438" y="21957"/>
                  </a:lnTo>
                  <a:lnTo>
                    <a:pt x="1607182" y="25509"/>
                  </a:lnTo>
                  <a:lnTo>
                    <a:pt x="1616911" y="29317"/>
                  </a:lnTo>
                  <a:lnTo>
                    <a:pt x="1626655" y="33378"/>
                  </a:lnTo>
                  <a:lnTo>
                    <a:pt x="1636399" y="37687"/>
                  </a:lnTo>
                  <a:lnTo>
                    <a:pt x="1646142" y="42242"/>
                  </a:lnTo>
                  <a:lnTo>
                    <a:pt x="1655872" y="47035"/>
                  </a:lnTo>
                  <a:lnTo>
                    <a:pt x="1665616" y="52062"/>
                  </a:lnTo>
                  <a:lnTo>
                    <a:pt x="1675359" y="57316"/>
                  </a:lnTo>
                  <a:lnTo>
                    <a:pt x="1685103" y="62796"/>
                  </a:lnTo>
                  <a:lnTo>
                    <a:pt x="1694832" y="68491"/>
                  </a:lnTo>
                  <a:lnTo>
                    <a:pt x="1704576" y="74397"/>
                  </a:lnTo>
                  <a:lnTo>
                    <a:pt x="1714320" y="80505"/>
                  </a:lnTo>
                  <a:lnTo>
                    <a:pt x="1724064" y="86809"/>
                  </a:lnTo>
                  <a:lnTo>
                    <a:pt x="1733808" y="93302"/>
                  </a:lnTo>
                  <a:lnTo>
                    <a:pt x="1743537" y="99974"/>
                  </a:lnTo>
                  <a:lnTo>
                    <a:pt x="1753281" y="106820"/>
                  </a:lnTo>
                  <a:lnTo>
                    <a:pt x="1763025" y="113828"/>
                  </a:lnTo>
                  <a:lnTo>
                    <a:pt x="1772769" y="120993"/>
                  </a:lnTo>
                  <a:lnTo>
                    <a:pt x="1782498" y="128303"/>
                  </a:lnTo>
                  <a:lnTo>
                    <a:pt x="1792242" y="135752"/>
                  </a:lnTo>
                  <a:lnTo>
                    <a:pt x="1801986" y="143328"/>
                  </a:lnTo>
                  <a:lnTo>
                    <a:pt x="1811730" y="151024"/>
                  </a:lnTo>
                  <a:lnTo>
                    <a:pt x="1821459" y="158831"/>
                  </a:lnTo>
                  <a:lnTo>
                    <a:pt x="1831203" y="166736"/>
                  </a:lnTo>
                  <a:lnTo>
                    <a:pt x="1840947" y="174734"/>
                  </a:lnTo>
                  <a:lnTo>
                    <a:pt x="1850691" y="182813"/>
                  </a:lnTo>
                  <a:lnTo>
                    <a:pt x="1860435" y="190965"/>
                  </a:lnTo>
                  <a:lnTo>
                    <a:pt x="1870164" y="199179"/>
                  </a:lnTo>
                  <a:lnTo>
                    <a:pt x="1879908" y="207446"/>
                  </a:lnTo>
                  <a:lnTo>
                    <a:pt x="1889652" y="215757"/>
                  </a:lnTo>
                  <a:lnTo>
                    <a:pt x="1899395" y="224103"/>
                  </a:lnTo>
                  <a:lnTo>
                    <a:pt x="1909124" y="232476"/>
                  </a:lnTo>
                  <a:lnTo>
                    <a:pt x="1918868" y="240866"/>
                  </a:lnTo>
                  <a:lnTo>
                    <a:pt x="1928612" y="249264"/>
                  </a:lnTo>
                  <a:lnTo>
                    <a:pt x="1938356" y="257664"/>
                  </a:lnTo>
                  <a:lnTo>
                    <a:pt x="1948085" y="266056"/>
                  </a:lnTo>
                  <a:lnTo>
                    <a:pt x="1957829" y="274430"/>
                  </a:lnTo>
                  <a:lnTo>
                    <a:pt x="1967573" y="282783"/>
                  </a:lnTo>
                  <a:lnTo>
                    <a:pt x="1977317" y="291104"/>
                  </a:lnTo>
                  <a:lnTo>
                    <a:pt x="1987046" y="299388"/>
                  </a:lnTo>
                  <a:lnTo>
                    <a:pt x="1996790" y="307627"/>
                  </a:lnTo>
                  <a:lnTo>
                    <a:pt x="2006534" y="315815"/>
                  </a:lnTo>
                  <a:lnTo>
                    <a:pt x="2016278" y="323949"/>
                  </a:lnTo>
                  <a:lnTo>
                    <a:pt x="2026022" y="332018"/>
                  </a:lnTo>
                  <a:lnTo>
                    <a:pt x="2035751" y="340022"/>
                  </a:lnTo>
                  <a:lnTo>
                    <a:pt x="2045495" y="347952"/>
                  </a:lnTo>
                  <a:lnTo>
                    <a:pt x="2055239" y="355806"/>
                  </a:lnTo>
                  <a:lnTo>
                    <a:pt x="2064983" y="363580"/>
                  </a:lnTo>
                  <a:lnTo>
                    <a:pt x="2074712" y="371269"/>
                  </a:lnTo>
                  <a:lnTo>
                    <a:pt x="2084456" y="378871"/>
                  </a:lnTo>
                  <a:lnTo>
                    <a:pt x="2094200" y="386383"/>
                  </a:lnTo>
                  <a:lnTo>
                    <a:pt x="2103944" y="393801"/>
                  </a:lnTo>
                  <a:lnTo>
                    <a:pt x="2113673" y="401124"/>
                  </a:lnTo>
                  <a:lnTo>
                    <a:pt x="2123417" y="408351"/>
                  </a:lnTo>
                  <a:lnTo>
                    <a:pt x="2133161" y="415479"/>
                  </a:lnTo>
                  <a:lnTo>
                    <a:pt x="2142905" y="422508"/>
                  </a:lnTo>
                  <a:lnTo>
                    <a:pt x="2152649" y="429436"/>
                  </a:lnTo>
                  <a:lnTo>
                    <a:pt x="2162377" y="436264"/>
                  </a:lnTo>
                  <a:lnTo>
                    <a:pt x="2172121" y="442993"/>
                  </a:lnTo>
                  <a:lnTo>
                    <a:pt x="2181865" y="449620"/>
                  </a:lnTo>
                  <a:lnTo>
                    <a:pt x="2191609" y="456146"/>
                  </a:lnTo>
                  <a:lnTo>
                    <a:pt x="2201338" y="462573"/>
                  </a:lnTo>
                  <a:lnTo>
                    <a:pt x="2211082" y="468902"/>
                  </a:lnTo>
                  <a:lnTo>
                    <a:pt x="2220826" y="475133"/>
                  </a:lnTo>
                  <a:lnTo>
                    <a:pt x="2230570" y="481268"/>
                  </a:lnTo>
                  <a:lnTo>
                    <a:pt x="2240299" y="487308"/>
                  </a:lnTo>
                  <a:lnTo>
                    <a:pt x="2250043" y="493255"/>
                  </a:lnTo>
                  <a:lnTo>
                    <a:pt x="2259787" y="499108"/>
                  </a:lnTo>
                  <a:lnTo>
                    <a:pt x="2269531" y="504873"/>
                  </a:lnTo>
                  <a:lnTo>
                    <a:pt x="2279260" y="510548"/>
                  </a:lnTo>
                  <a:lnTo>
                    <a:pt x="2289004" y="516138"/>
                  </a:lnTo>
                  <a:lnTo>
                    <a:pt x="2298748" y="521642"/>
                  </a:lnTo>
                  <a:lnTo>
                    <a:pt x="2308492" y="527063"/>
                  </a:lnTo>
                  <a:lnTo>
                    <a:pt x="2318236" y="532403"/>
                  </a:lnTo>
                  <a:lnTo>
                    <a:pt x="2327965" y="537664"/>
                  </a:lnTo>
                  <a:lnTo>
                    <a:pt x="2337709" y="542847"/>
                  </a:lnTo>
                  <a:lnTo>
                    <a:pt x="2347453" y="547955"/>
                  </a:lnTo>
                  <a:lnTo>
                    <a:pt x="2357197" y="552988"/>
                  </a:lnTo>
                  <a:lnTo>
                    <a:pt x="2366926" y="557946"/>
                  </a:lnTo>
                  <a:lnTo>
                    <a:pt x="2376670" y="562833"/>
                  </a:lnTo>
                  <a:lnTo>
                    <a:pt x="2386413" y="567648"/>
                  </a:lnTo>
                  <a:lnTo>
                    <a:pt x="2396157" y="572392"/>
                  </a:lnTo>
                  <a:lnTo>
                    <a:pt x="2405886" y="577069"/>
                  </a:lnTo>
                  <a:lnTo>
                    <a:pt x="2415630" y="581674"/>
                  </a:lnTo>
                  <a:lnTo>
                    <a:pt x="2425374" y="586212"/>
                  </a:lnTo>
                  <a:lnTo>
                    <a:pt x="2435118" y="590681"/>
                  </a:lnTo>
                  <a:lnTo>
                    <a:pt x="2444862" y="595080"/>
                  </a:lnTo>
                  <a:lnTo>
                    <a:pt x="2454591" y="599411"/>
                  </a:lnTo>
                  <a:lnTo>
                    <a:pt x="2464335" y="603671"/>
                  </a:lnTo>
                  <a:lnTo>
                    <a:pt x="2474079" y="607861"/>
                  </a:lnTo>
                  <a:lnTo>
                    <a:pt x="2483823" y="611980"/>
                  </a:lnTo>
                  <a:lnTo>
                    <a:pt x="2493552" y="616025"/>
                  </a:lnTo>
                  <a:lnTo>
                    <a:pt x="2503296" y="619996"/>
                  </a:lnTo>
                  <a:lnTo>
                    <a:pt x="2513040" y="623890"/>
                  </a:lnTo>
                  <a:lnTo>
                    <a:pt x="2522784" y="627708"/>
                  </a:lnTo>
                  <a:lnTo>
                    <a:pt x="2532513" y="631444"/>
                  </a:lnTo>
                  <a:lnTo>
                    <a:pt x="2542257" y="635099"/>
                  </a:lnTo>
                  <a:lnTo>
                    <a:pt x="2552001" y="638670"/>
                  </a:lnTo>
                  <a:lnTo>
                    <a:pt x="2561745" y="642152"/>
                  </a:lnTo>
                  <a:lnTo>
                    <a:pt x="2571474" y="645545"/>
                  </a:lnTo>
                  <a:lnTo>
                    <a:pt x="2581218" y="648845"/>
                  </a:lnTo>
                  <a:lnTo>
                    <a:pt x="2590962" y="652048"/>
                  </a:lnTo>
                  <a:lnTo>
                    <a:pt x="2600705" y="655153"/>
                  </a:lnTo>
                  <a:lnTo>
                    <a:pt x="2610449" y="658155"/>
                  </a:lnTo>
                  <a:lnTo>
                    <a:pt x="2620178" y="661051"/>
                  </a:lnTo>
                  <a:lnTo>
                    <a:pt x="2629922" y="663839"/>
                  </a:lnTo>
                  <a:lnTo>
                    <a:pt x="2639666" y="666513"/>
                  </a:lnTo>
                  <a:lnTo>
                    <a:pt x="2649410" y="669073"/>
                  </a:lnTo>
                  <a:lnTo>
                    <a:pt x="2659139" y="671512"/>
                  </a:lnTo>
                  <a:lnTo>
                    <a:pt x="2668883" y="673829"/>
                  </a:lnTo>
                  <a:lnTo>
                    <a:pt x="2678627" y="676020"/>
                  </a:lnTo>
                  <a:lnTo>
                    <a:pt x="2688371" y="678081"/>
                  </a:lnTo>
                  <a:lnTo>
                    <a:pt x="2698100" y="680010"/>
                  </a:lnTo>
                  <a:lnTo>
                    <a:pt x="2707844" y="681803"/>
                  </a:lnTo>
                  <a:lnTo>
                    <a:pt x="2717588" y="683457"/>
                  </a:lnTo>
                  <a:lnTo>
                    <a:pt x="2727332" y="684967"/>
                  </a:lnTo>
                  <a:lnTo>
                    <a:pt x="2737076" y="686334"/>
                  </a:lnTo>
                  <a:lnTo>
                    <a:pt x="2746805" y="687551"/>
                  </a:lnTo>
                  <a:lnTo>
                    <a:pt x="2756549" y="688619"/>
                  </a:lnTo>
                  <a:lnTo>
                    <a:pt x="2766293" y="689534"/>
                  </a:lnTo>
                  <a:lnTo>
                    <a:pt x="2776037" y="690294"/>
                  </a:lnTo>
                  <a:lnTo>
                    <a:pt x="2785766" y="690896"/>
                  </a:lnTo>
                  <a:lnTo>
                    <a:pt x="2795510" y="691340"/>
                  </a:lnTo>
                  <a:lnTo>
                    <a:pt x="2805254" y="691623"/>
                  </a:lnTo>
                  <a:lnTo>
                    <a:pt x="2814998" y="691742"/>
                  </a:lnTo>
                  <a:lnTo>
                    <a:pt x="2824727" y="691699"/>
                  </a:lnTo>
                  <a:lnTo>
                    <a:pt x="2834471" y="691490"/>
                  </a:lnTo>
                  <a:lnTo>
                    <a:pt x="2844215" y="691118"/>
                  </a:lnTo>
                  <a:lnTo>
                    <a:pt x="2853958" y="690577"/>
                  </a:lnTo>
                  <a:lnTo>
                    <a:pt x="2863687" y="689871"/>
                  </a:lnTo>
                  <a:lnTo>
                    <a:pt x="2873431" y="688997"/>
                  </a:lnTo>
                  <a:lnTo>
                    <a:pt x="2883175" y="687958"/>
                  </a:lnTo>
                  <a:lnTo>
                    <a:pt x="2892919" y="686752"/>
                  </a:lnTo>
                  <a:lnTo>
                    <a:pt x="2902663" y="685380"/>
                  </a:lnTo>
                  <a:lnTo>
                    <a:pt x="2912392" y="68384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7" name="Freeform 656">
              <a:extLst>
                <a:ext uri="{FF2B5EF4-FFF2-40B4-BE49-F238E27FC236}">
                  <a16:creationId xmlns:a16="http://schemas.microsoft.com/office/drawing/2014/main" id="{E7B23747-BBDA-FB17-6F14-8B3E78DC0A00}"/>
                </a:ext>
              </a:extLst>
            </p:cNvPr>
            <p:cNvSpPr/>
            <p:nvPr/>
          </p:nvSpPr>
          <p:spPr>
            <a:xfrm>
              <a:off x="576446" y="3310443"/>
              <a:ext cx="2912392" cy="751266"/>
            </a:xfrm>
            <a:custGeom>
              <a:avLst/>
              <a:gdLst>
                <a:gd name="connsiteX0" fmla="*/ 0 w 2912392"/>
                <a:gd name="connsiteY0" fmla="*/ 355488 h 751266"/>
                <a:gd name="connsiteX1" fmla="*/ 9739 w 2912392"/>
                <a:gd name="connsiteY1" fmla="*/ 362869 h 751266"/>
                <a:gd name="connsiteX2" fmla="*/ 19480 w 2912392"/>
                <a:gd name="connsiteY2" fmla="*/ 369983 h 751266"/>
                <a:gd name="connsiteX3" fmla="*/ 29221 w 2912392"/>
                <a:gd name="connsiteY3" fmla="*/ 376825 h 751266"/>
                <a:gd name="connsiteX4" fmla="*/ 38961 w 2912392"/>
                <a:gd name="connsiteY4" fmla="*/ 383388 h 751266"/>
                <a:gd name="connsiteX5" fmla="*/ 48702 w 2912392"/>
                <a:gd name="connsiteY5" fmla="*/ 389671 h 751266"/>
                <a:gd name="connsiteX6" fmla="*/ 58443 w 2912392"/>
                <a:gd name="connsiteY6" fmla="*/ 395665 h 751266"/>
                <a:gd name="connsiteX7" fmla="*/ 68182 w 2912392"/>
                <a:gd name="connsiteY7" fmla="*/ 401370 h 751266"/>
                <a:gd name="connsiteX8" fmla="*/ 77923 w 2912392"/>
                <a:gd name="connsiteY8" fmla="*/ 406779 h 751266"/>
                <a:gd name="connsiteX9" fmla="*/ 87664 w 2912392"/>
                <a:gd name="connsiteY9" fmla="*/ 411894 h 751266"/>
                <a:gd name="connsiteX10" fmla="*/ 97404 w 2912392"/>
                <a:gd name="connsiteY10" fmla="*/ 416710 h 751266"/>
                <a:gd name="connsiteX11" fmla="*/ 107145 w 2912392"/>
                <a:gd name="connsiteY11" fmla="*/ 421226 h 751266"/>
                <a:gd name="connsiteX12" fmla="*/ 116886 w 2912392"/>
                <a:gd name="connsiteY12" fmla="*/ 425439 h 751266"/>
                <a:gd name="connsiteX13" fmla="*/ 126625 w 2912392"/>
                <a:gd name="connsiteY13" fmla="*/ 429350 h 751266"/>
                <a:gd name="connsiteX14" fmla="*/ 136366 w 2912392"/>
                <a:gd name="connsiteY14" fmla="*/ 432957 h 751266"/>
                <a:gd name="connsiteX15" fmla="*/ 146107 w 2912392"/>
                <a:gd name="connsiteY15" fmla="*/ 436263 h 751266"/>
                <a:gd name="connsiteX16" fmla="*/ 155846 w 2912392"/>
                <a:gd name="connsiteY16" fmla="*/ 439267 h 751266"/>
                <a:gd name="connsiteX17" fmla="*/ 165587 w 2912392"/>
                <a:gd name="connsiteY17" fmla="*/ 441968 h 751266"/>
                <a:gd name="connsiteX18" fmla="*/ 175328 w 2912392"/>
                <a:gd name="connsiteY18" fmla="*/ 444370 h 751266"/>
                <a:gd name="connsiteX19" fmla="*/ 185068 w 2912392"/>
                <a:gd name="connsiteY19" fmla="*/ 446473 h 751266"/>
                <a:gd name="connsiteX20" fmla="*/ 194809 w 2912392"/>
                <a:gd name="connsiteY20" fmla="*/ 448282 h 751266"/>
                <a:gd name="connsiteX21" fmla="*/ 204550 w 2912392"/>
                <a:gd name="connsiteY21" fmla="*/ 449796 h 751266"/>
                <a:gd name="connsiteX22" fmla="*/ 214289 w 2912392"/>
                <a:gd name="connsiteY22" fmla="*/ 451017 h 751266"/>
                <a:gd name="connsiteX23" fmla="*/ 224030 w 2912392"/>
                <a:gd name="connsiteY23" fmla="*/ 451953 h 751266"/>
                <a:gd name="connsiteX24" fmla="*/ 233771 w 2912392"/>
                <a:gd name="connsiteY24" fmla="*/ 452604 h 751266"/>
                <a:gd name="connsiteX25" fmla="*/ 243510 w 2912392"/>
                <a:gd name="connsiteY25" fmla="*/ 452974 h 751266"/>
                <a:gd name="connsiteX26" fmla="*/ 253251 w 2912392"/>
                <a:gd name="connsiteY26" fmla="*/ 453066 h 751266"/>
                <a:gd name="connsiteX27" fmla="*/ 262992 w 2912392"/>
                <a:gd name="connsiteY27" fmla="*/ 452887 h 751266"/>
                <a:gd name="connsiteX28" fmla="*/ 272732 w 2912392"/>
                <a:gd name="connsiteY28" fmla="*/ 452440 h 751266"/>
                <a:gd name="connsiteX29" fmla="*/ 282473 w 2912392"/>
                <a:gd name="connsiteY29" fmla="*/ 451730 h 751266"/>
                <a:gd name="connsiteX30" fmla="*/ 292214 w 2912392"/>
                <a:gd name="connsiteY30" fmla="*/ 450760 h 751266"/>
                <a:gd name="connsiteX31" fmla="*/ 301953 w 2912392"/>
                <a:gd name="connsiteY31" fmla="*/ 449538 h 751266"/>
                <a:gd name="connsiteX32" fmla="*/ 311694 w 2912392"/>
                <a:gd name="connsiteY32" fmla="*/ 448068 h 751266"/>
                <a:gd name="connsiteX33" fmla="*/ 321435 w 2912392"/>
                <a:gd name="connsiteY33" fmla="*/ 446354 h 751266"/>
                <a:gd name="connsiteX34" fmla="*/ 331175 w 2912392"/>
                <a:gd name="connsiteY34" fmla="*/ 444404 h 751266"/>
                <a:gd name="connsiteX35" fmla="*/ 340916 w 2912392"/>
                <a:gd name="connsiteY35" fmla="*/ 442221 h 751266"/>
                <a:gd name="connsiteX36" fmla="*/ 350656 w 2912392"/>
                <a:gd name="connsiteY36" fmla="*/ 439815 h 751266"/>
                <a:gd name="connsiteX37" fmla="*/ 360396 w 2912392"/>
                <a:gd name="connsiteY37" fmla="*/ 437187 h 751266"/>
                <a:gd name="connsiteX38" fmla="*/ 370137 w 2912392"/>
                <a:gd name="connsiteY38" fmla="*/ 434347 h 751266"/>
                <a:gd name="connsiteX39" fmla="*/ 379878 w 2912392"/>
                <a:gd name="connsiteY39" fmla="*/ 431299 h 751266"/>
                <a:gd name="connsiteX40" fmla="*/ 389617 w 2912392"/>
                <a:gd name="connsiteY40" fmla="*/ 428048 h 751266"/>
                <a:gd name="connsiteX41" fmla="*/ 399358 w 2912392"/>
                <a:gd name="connsiteY41" fmla="*/ 424603 h 751266"/>
                <a:gd name="connsiteX42" fmla="*/ 409099 w 2912392"/>
                <a:gd name="connsiteY42" fmla="*/ 420968 h 751266"/>
                <a:gd name="connsiteX43" fmla="*/ 418839 w 2912392"/>
                <a:gd name="connsiteY43" fmla="*/ 417151 h 751266"/>
                <a:gd name="connsiteX44" fmla="*/ 428580 w 2912392"/>
                <a:gd name="connsiteY44" fmla="*/ 413155 h 751266"/>
                <a:gd name="connsiteX45" fmla="*/ 438321 w 2912392"/>
                <a:gd name="connsiteY45" fmla="*/ 408989 h 751266"/>
                <a:gd name="connsiteX46" fmla="*/ 448060 w 2912392"/>
                <a:gd name="connsiteY46" fmla="*/ 404659 h 751266"/>
                <a:gd name="connsiteX47" fmla="*/ 457801 w 2912392"/>
                <a:gd name="connsiteY47" fmla="*/ 400170 h 751266"/>
                <a:gd name="connsiteX48" fmla="*/ 467542 w 2912392"/>
                <a:gd name="connsiteY48" fmla="*/ 395529 h 751266"/>
                <a:gd name="connsiteX49" fmla="*/ 477281 w 2912392"/>
                <a:gd name="connsiteY49" fmla="*/ 390741 h 751266"/>
                <a:gd name="connsiteX50" fmla="*/ 487022 w 2912392"/>
                <a:gd name="connsiteY50" fmla="*/ 385812 h 751266"/>
                <a:gd name="connsiteX51" fmla="*/ 496763 w 2912392"/>
                <a:gd name="connsiteY51" fmla="*/ 380749 h 751266"/>
                <a:gd name="connsiteX52" fmla="*/ 506503 w 2912392"/>
                <a:gd name="connsiteY52" fmla="*/ 375559 h 751266"/>
                <a:gd name="connsiteX53" fmla="*/ 516244 w 2912392"/>
                <a:gd name="connsiteY53" fmla="*/ 370244 h 751266"/>
                <a:gd name="connsiteX54" fmla="*/ 525985 w 2912392"/>
                <a:gd name="connsiteY54" fmla="*/ 364812 h 751266"/>
                <a:gd name="connsiteX55" fmla="*/ 535724 w 2912392"/>
                <a:gd name="connsiteY55" fmla="*/ 359270 h 751266"/>
                <a:gd name="connsiteX56" fmla="*/ 545465 w 2912392"/>
                <a:gd name="connsiteY56" fmla="*/ 353621 h 751266"/>
                <a:gd name="connsiteX57" fmla="*/ 555206 w 2912392"/>
                <a:gd name="connsiteY57" fmla="*/ 347872 h 751266"/>
                <a:gd name="connsiteX58" fmla="*/ 564946 w 2912392"/>
                <a:gd name="connsiteY58" fmla="*/ 342028 h 751266"/>
                <a:gd name="connsiteX59" fmla="*/ 574687 w 2912392"/>
                <a:gd name="connsiteY59" fmla="*/ 336096 h 751266"/>
                <a:gd name="connsiteX60" fmla="*/ 584428 w 2912392"/>
                <a:gd name="connsiteY60" fmla="*/ 330078 h 751266"/>
                <a:gd name="connsiteX61" fmla="*/ 594167 w 2912392"/>
                <a:gd name="connsiteY61" fmla="*/ 323983 h 751266"/>
                <a:gd name="connsiteX62" fmla="*/ 603908 w 2912392"/>
                <a:gd name="connsiteY62" fmla="*/ 317813 h 751266"/>
                <a:gd name="connsiteX63" fmla="*/ 613649 w 2912392"/>
                <a:gd name="connsiteY63" fmla="*/ 311575 h 751266"/>
                <a:gd name="connsiteX64" fmla="*/ 623388 w 2912392"/>
                <a:gd name="connsiteY64" fmla="*/ 305274 h 751266"/>
                <a:gd name="connsiteX65" fmla="*/ 633129 w 2912392"/>
                <a:gd name="connsiteY65" fmla="*/ 298915 h 751266"/>
                <a:gd name="connsiteX66" fmla="*/ 642870 w 2912392"/>
                <a:gd name="connsiteY66" fmla="*/ 292503 h 751266"/>
                <a:gd name="connsiteX67" fmla="*/ 652610 w 2912392"/>
                <a:gd name="connsiteY67" fmla="*/ 286043 h 751266"/>
                <a:gd name="connsiteX68" fmla="*/ 662351 w 2912392"/>
                <a:gd name="connsiteY68" fmla="*/ 279539 h 751266"/>
                <a:gd name="connsiteX69" fmla="*/ 672092 w 2912392"/>
                <a:gd name="connsiteY69" fmla="*/ 272997 h 751266"/>
                <a:gd name="connsiteX70" fmla="*/ 681831 w 2912392"/>
                <a:gd name="connsiteY70" fmla="*/ 266421 h 751266"/>
                <a:gd name="connsiteX71" fmla="*/ 691572 w 2912392"/>
                <a:gd name="connsiteY71" fmla="*/ 259816 h 751266"/>
                <a:gd name="connsiteX72" fmla="*/ 701313 w 2912392"/>
                <a:gd name="connsiteY72" fmla="*/ 253187 h 751266"/>
                <a:gd name="connsiteX73" fmla="*/ 711052 w 2912392"/>
                <a:gd name="connsiteY73" fmla="*/ 246541 h 751266"/>
                <a:gd name="connsiteX74" fmla="*/ 720793 w 2912392"/>
                <a:gd name="connsiteY74" fmla="*/ 239878 h 751266"/>
                <a:gd name="connsiteX75" fmla="*/ 730534 w 2912392"/>
                <a:gd name="connsiteY75" fmla="*/ 233208 h 751266"/>
                <a:gd name="connsiteX76" fmla="*/ 740274 w 2912392"/>
                <a:gd name="connsiteY76" fmla="*/ 226532 h 751266"/>
                <a:gd name="connsiteX77" fmla="*/ 750015 w 2912392"/>
                <a:gd name="connsiteY77" fmla="*/ 219857 h 751266"/>
                <a:gd name="connsiteX78" fmla="*/ 759756 w 2912392"/>
                <a:gd name="connsiteY78" fmla="*/ 213186 h 751266"/>
                <a:gd name="connsiteX79" fmla="*/ 769495 w 2912392"/>
                <a:gd name="connsiteY79" fmla="*/ 206527 h 751266"/>
                <a:gd name="connsiteX80" fmla="*/ 779236 w 2912392"/>
                <a:gd name="connsiteY80" fmla="*/ 199883 h 751266"/>
                <a:gd name="connsiteX81" fmla="*/ 788977 w 2912392"/>
                <a:gd name="connsiteY81" fmla="*/ 193258 h 751266"/>
                <a:gd name="connsiteX82" fmla="*/ 798717 w 2912392"/>
                <a:gd name="connsiteY82" fmla="*/ 186659 h 751266"/>
                <a:gd name="connsiteX83" fmla="*/ 808458 w 2912392"/>
                <a:gd name="connsiteY83" fmla="*/ 180088 h 751266"/>
                <a:gd name="connsiteX84" fmla="*/ 818199 w 2912392"/>
                <a:gd name="connsiteY84" fmla="*/ 173554 h 751266"/>
                <a:gd name="connsiteX85" fmla="*/ 827938 w 2912392"/>
                <a:gd name="connsiteY85" fmla="*/ 167061 h 751266"/>
                <a:gd name="connsiteX86" fmla="*/ 837679 w 2912392"/>
                <a:gd name="connsiteY86" fmla="*/ 160612 h 751266"/>
                <a:gd name="connsiteX87" fmla="*/ 847420 w 2912392"/>
                <a:gd name="connsiteY87" fmla="*/ 154213 h 751266"/>
                <a:gd name="connsiteX88" fmla="*/ 857159 w 2912392"/>
                <a:gd name="connsiteY88" fmla="*/ 147872 h 751266"/>
                <a:gd name="connsiteX89" fmla="*/ 866900 w 2912392"/>
                <a:gd name="connsiteY89" fmla="*/ 141591 h 751266"/>
                <a:gd name="connsiteX90" fmla="*/ 876641 w 2912392"/>
                <a:gd name="connsiteY90" fmla="*/ 135377 h 751266"/>
                <a:gd name="connsiteX91" fmla="*/ 886381 w 2912392"/>
                <a:gd name="connsiteY91" fmla="*/ 129234 h 751266"/>
                <a:gd name="connsiteX92" fmla="*/ 896122 w 2912392"/>
                <a:gd name="connsiteY92" fmla="*/ 123168 h 751266"/>
                <a:gd name="connsiteX93" fmla="*/ 905863 w 2912392"/>
                <a:gd name="connsiteY93" fmla="*/ 117185 h 751266"/>
                <a:gd name="connsiteX94" fmla="*/ 915602 w 2912392"/>
                <a:gd name="connsiteY94" fmla="*/ 111291 h 751266"/>
                <a:gd name="connsiteX95" fmla="*/ 925343 w 2912392"/>
                <a:gd name="connsiteY95" fmla="*/ 105489 h 751266"/>
                <a:gd name="connsiteX96" fmla="*/ 935084 w 2912392"/>
                <a:gd name="connsiteY96" fmla="*/ 99787 h 751266"/>
                <a:gd name="connsiteX97" fmla="*/ 944824 w 2912392"/>
                <a:gd name="connsiteY97" fmla="*/ 94190 h 751266"/>
                <a:gd name="connsiteX98" fmla="*/ 954564 w 2912392"/>
                <a:gd name="connsiteY98" fmla="*/ 88701 h 751266"/>
                <a:gd name="connsiteX99" fmla="*/ 964305 w 2912392"/>
                <a:gd name="connsiteY99" fmla="*/ 83328 h 751266"/>
                <a:gd name="connsiteX100" fmla="*/ 974045 w 2912392"/>
                <a:gd name="connsiteY100" fmla="*/ 78078 h 751266"/>
                <a:gd name="connsiteX101" fmla="*/ 983786 w 2912392"/>
                <a:gd name="connsiteY101" fmla="*/ 72951 h 751266"/>
                <a:gd name="connsiteX102" fmla="*/ 993522 w 2912392"/>
                <a:gd name="connsiteY102" fmla="*/ 67959 h 751266"/>
                <a:gd name="connsiteX103" fmla="*/ 1003266 w 2912392"/>
                <a:gd name="connsiteY103" fmla="*/ 63102 h 751266"/>
                <a:gd name="connsiteX104" fmla="*/ 1013010 w 2912392"/>
                <a:gd name="connsiteY104" fmla="*/ 58386 h 751266"/>
                <a:gd name="connsiteX105" fmla="*/ 1022754 w 2912392"/>
                <a:gd name="connsiteY105" fmla="*/ 53820 h 751266"/>
                <a:gd name="connsiteX106" fmla="*/ 1032483 w 2912392"/>
                <a:gd name="connsiteY106" fmla="*/ 49405 h 751266"/>
                <a:gd name="connsiteX107" fmla="*/ 1042227 w 2912392"/>
                <a:gd name="connsiteY107" fmla="*/ 45150 h 751266"/>
                <a:gd name="connsiteX108" fmla="*/ 1051971 w 2912392"/>
                <a:gd name="connsiteY108" fmla="*/ 41056 h 751266"/>
                <a:gd name="connsiteX109" fmla="*/ 1061715 w 2912392"/>
                <a:gd name="connsiteY109" fmla="*/ 37130 h 751266"/>
                <a:gd name="connsiteX110" fmla="*/ 1071444 w 2912392"/>
                <a:gd name="connsiteY110" fmla="*/ 33377 h 751266"/>
                <a:gd name="connsiteX111" fmla="*/ 1081188 w 2912392"/>
                <a:gd name="connsiteY111" fmla="*/ 29801 h 751266"/>
                <a:gd name="connsiteX112" fmla="*/ 1090932 w 2912392"/>
                <a:gd name="connsiteY112" fmla="*/ 26407 h 751266"/>
                <a:gd name="connsiteX113" fmla="*/ 1100676 w 2912392"/>
                <a:gd name="connsiteY113" fmla="*/ 23199 h 751266"/>
                <a:gd name="connsiteX114" fmla="*/ 1110405 w 2912392"/>
                <a:gd name="connsiteY114" fmla="*/ 20184 h 751266"/>
                <a:gd name="connsiteX115" fmla="*/ 1120149 w 2912392"/>
                <a:gd name="connsiteY115" fmla="*/ 17362 h 751266"/>
                <a:gd name="connsiteX116" fmla="*/ 1129893 w 2912392"/>
                <a:gd name="connsiteY116" fmla="*/ 14738 h 751266"/>
                <a:gd name="connsiteX117" fmla="*/ 1139637 w 2912392"/>
                <a:gd name="connsiteY117" fmla="*/ 12318 h 751266"/>
                <a:gd name="connsiteX118" fmla="*/ 1149381 w 2912392"/>
                <a:gd name="connsiteY118" fmla="*/ 10104 h 751266"/>
                <a:gd name="connsiteX119" fmla="*/ 1159110 w 2912392"/>
                <a:gd name="connsiteY119" fmla="*/ 8102 h 751266"/>
                <a:gd name="connsiteX120" fmla="*/ 1168854 w 2912392"/>
                <a:gd name="connsiteY120" fmla="*/ 6311 h 751266"/>
                <a:gd name="connsiteX121" fmla="*/ 1178598 w 2912392"/>
                <a:gd name="connsiteY121" fmla="*/ 4738 h 751266"/>
                <a:gd name="connsiteX122" fmla="*/ 1188341 w 2912392"/>
                <a:gd name="connsiteY122" fmla="*/ 3384 h 751266"/>
                <a:gd name="connsiteX123" fmla="*/ 1198070 w 2912392"/>
                <a:gd name="connsiteY123" fmla="*/ 2253 h 751266"/>
                <a:gd name="connsiteX124" fmla="*/ 1207814 w 2912392"/>
                <a:gd name="connsiteY124" fmla="*/ 1347 h 751266"/>
                <a:gd name="connsiteX125" fmla="*/ 1217558 w 2912392"/>
                <a:gd name="connsiteY125" fmla="*/ 667 h 751266"/>
                <a:gd name="connsiteX126" fmla="*/ 1227302 w 2912392"/>
                <a:gd name="connsiteY126" fmla="*/ 218 h 751266"/>
                <a:gd name="connsiteX127" fmla="*/ 1237031 w 2912392"/>
                <a:gd name="connsiteY127" fmla="*/ 0 h 751266"/>
                <a:gd name="connsiteX128" fmla="*/ 1246775 w 2912392"/>
                <a:gd name="connsiteY128" fmla="*/ 15 h 751266"/>
                <a:gd name="connsiteX129" fmla="*/ 1256519 w 2912392"/>
                <a:gd name="connsiteY129" fmla="*/ 265 h 751266"/>
                <a:gd name="connsiteX130" fmla="*/ 1266263 w 2912392"/>
                <a:gd name="connsiteY130" fmla="*/ 752 h 751266"/>
                <a:gd name="connsiteX131" fmla="*/ 1276007 w 2912392"/>
                <a:gd name="connsiteY131" fmla="*/ 1476 h 751266"/>
                <a:gd name="connsiteX132" fmla="*/ 1285736 w 2912392"/>
                <a:gd name="connsiteY132" fmla="*/ 2437 h 751266"/>
                <a:gd name="connsiteX133" fmla="*/ 1295480 w 2912392"/>
                <a:gd name="connsiteY133" fmla="*/ 3638 h 751266"/>
                <a:gd name="connsiteX134" fmla="*/ 1305224 w 2912392"/>
                <a:gd name="connsiteY134" fmla="*/ 5079 h 751266"/>
                <a:gd name="connsiteX135" fmla="*/ 1314968 w 2912392"/>
                <a:gd name="connsiteY135" fmla="*/ 6760 h 751266"/>
                <a:gd name="connsiteX136" fmla="*/ 1324697 w 2912392"/>
                <a:gd name="connsiteY136" fmla="*/ 8680 h 751266"/>
                <a:gd name="connsiteX137" fmla="*/ 1334441 w 2912392"/>
                <a:gd name="connsiteY137" fmla="*/ 10841 h 751266"/>
                <a:gd name="connsiteX138" fmla="*/ 1344185 w 2912392"/>
                <a:gd name="connsiteY138" fmla="*/ 13239 h 751266"/>
                <a:gd name="connsiteX139" fmla="*/ 1353929 w 2912392"/>
                <a:gd name="connsiteY139" fmla="*/ 15878 h 751266"/>
                <a:gd name="connsiteX140" fmla="*/ 1363658 w 2912392"/>
                <a:gd name="connsiteY140" fmla="*/ 18753 h 751266"/>
                <a:gd name="connsiteX141" fmla="*/ 1373402 w 2912392"/>
                <a:gd name="connsiteY141" fmla="*/ 21867 h 751266"/>
                <a:gd name="connsiteX142" fmla="*/ 1383146 w 2912392"/>
                <a:gd name="connsiteY142" fmla="*/ 25217 h 751266"/>
                <a:gd name="connsiteX143" fmla="*/ 1392890 w 2912392"/>
                <a:gd name="connsiteY143" fmla="*/ 28800 h 751266"/>
                <a:gd name="connsiteX144" fmla="*/ 1402619 w 2912392"/>
                <a:gd name="connsiteY144" fmla="*/ 32617 h 751266"/>
                <a:gd name="connsiteX145" fmla="*/ 1412363 w 2912392"/>
                <a:gd name="connsiteY145" fmla="*/ 36666 h 751266"/>
                <a:gd name="connsiteX146" fmla="*/ 1422106 w 2912392"/>
                <a:gd name="connsiteY146" fmla="*/ 40944 h 751266"/>
                <a:gd name="connsiteX147" fmla="*/ 1431850 w 2912392"/>
                <a:gd name="connsiteY147" fmla="*/ 45449 h 751266"/>
                <a:gd name="connsiteX148" fmla="*/ 1441594 w 2912392"/>
                <a:gd name="connsiteY148" fmla="*/ 50180 h 751266"/>
                <a:gd name="connsiteX149" fmla="*/ 1451323 w 2912392"/>
                <a:gd name="connsiteY149" fmla="*/ 55134 h 751266"/>
                <a:gd name="connsiteX150" fmla="*/ 1461067 w 2912392"/>
                <a:gd name="connsiteY150" fmla="*/ 60308 h 751266"/>
                <a:gd name="connsiteX151" fmla="*/ 1470811 w 2912392"/>
                <a:gd name="connsiteY151" fmla="*/ 65699 h 751266"/>
                <a:gd name="connsiteX152" fmla="*/ 1480555 w 2912392"/>
                <a:gd name="connsiteY152" fmla="*/ 71305 h 751266"/>
                <a:gd name="connsiteX153" fmla="*/ 1490284 w 2912392"/>
                <a:gd name="connsiteY153" fmla="*/ 77122 h 751266"/>
                <a:gd name="connsiteX154" fmla="*/ 1500028 w 2912392"/>
                <a:gd name="connsiteY154" fmla="*/ 83147 h 751266"/>
                <a:gd name="connsiteX155" fmla="*/ 1509772 w 2912392"/>
                <a:gd name="connsiteY155" fmla="*/ 89376 h 751266"/>
                <a:gd name="connsiteX156" fmla="*/ 1519516 w 2912392"/>
                <a:gd name="connsiteY156" fmla="*/ 95808 h 751266"/>
                <a:gd name="connsiteX157" fmla="*/ 1529245 w 2912392"/>
                <a:gd name="connsiteY157" fmla="*/ 102435 h 751266"/>
                <a:gd name="connsiteX158" fmla="*/ 1538989 w 2912392"/>
                <a:gd name="connsiteY158" fmla="*/ 109257 h 751266"/>
                <a:gd name="connsiteX159" fmla="*/ 1548733 w 2912392"/>
                <a:gd name="connsiteY159" fmla="*/ 116269 h 751266"/>
                <a:gd name="connsiteX160" fmla="*/ 1558477 w 2912392"/>
                <a:gd name="connsiteY160" fmla="*/ 123465 h 751266"/>
                <a:gd name="connsiteX161" fmla="*/ 1568221 w 2912392"/>
                <a:gd name="connsiteY161" fmla="*/ 130843 h 751266"/>
                <a:gd name="connsiteX162" fmla="*/ 1577950 w 2912392"/>
                <a:gd name="connsiteY162" fmla="*/ 138397 h 751266"/>
                <a:gd name="connsiteX163" fmla="*/ 1587694 w 2912392"/>
                <a:gd name="connsiteY163" fmla="*/ 146123 h 751266"/>
                <a:gd name="connsiteX164" fmla="*/ 1597438 w 2912392"/>
                <a:gd name="connsiteY164" fmla="*/ 154017 h 751266"/>
                <a:gd name="connsiteX165" fmla="*/ 1607182 w 2912392"/>
                <a:gd name="connsiteY165" fmla="*/ 162073 h 751266"/>
                <a:gd name="connsiteX166" fmla="*/ 1616911 w 2912392"/>
                <a:gd name="connsiteY166" fmla="*/ 170285 h 751266"/>
                <a:gd name="connsiteX167" fmla="*/ 1626655 w 2912392"/>
                <a:gd name="connsiteY167" fmla="*/ 178651 h 751266"/>
                <a:gd name="connsiteX168" fmla="*/ 1636399 w 2912392"/>
                <a:gd name="connsiteY168" fmla="*/ 187162 h 751266"/>
                <a:gd name="connsiteX169" fmla="*/ 1646142 w 2912392"/>
                <a:gd name="connsiteY169" fmla="*/ 195816 h 751266"/>
                <a:gd name="connsiteX170" fmla="*/ 1655872 w 2912392"/>
                <a:gd name="connsiteY170" fmla="*/ 204605 h 751266"/>
                <a:gd name="connsiteX171" fmla="*/ 1665616 w 2912392"/>
                <a:gd name="connsiteY171" fmla="*/ 213525 h 751266"/>
                <a:gd name="connsiteX172" fmla="*/ 1675359 w 2912392"/>
                <a:gd name="connsiteY172" fmla="*/ 222568 h 751266"/>
                <a:gd name="connsiteX173" fmla="*/ 1685103 w 2912392"/>
                <a:gd name="connsiteY173" fmla="*/ 231731 h 751266"/>
                <a:gd name="connsiteX174" fmla="*/ 1694832 w 2912392"/>
                <a:gd name="connsiteY174" fmla="*/ 241007 h 751266"/>
                <a:gd name="connsiteX175" fmla="*/ 1704576 w 2912392"/>
                <a:gd name="connsiteY175" fmla="*/ 250388 h 751266"/>
                <a:gd name="connsiteX176" fmla="*/ 1714320 w 2912392"/>
                <a:gd name="connsiteY176" fmla="*/ 259869 h 751266"/>
                <a:gd name="connsiteX177" fmla="*/ 1724064 w 2912392"/>
                <a:gd name="connsiteY177" fmla="*/ 269445 h 751266"/>
                <a:gd name="connsiteX178" fmla="*/ 1733808 w 2912392"/>
                <a:gd name="connsiteY178" fmla="*/ 279107 h 751266"/>
                <a:gd name="connsiteX179" fmla="*/ 1743537 w 2912392"/>
                <a:gd name="connsiteY179" fmla="*/ 288850 h 751266"/>
                <a:gd name="connsiteX180" fmla="*/ 1753281 w 2912392"/>
                <a:gd name="connsiteY180" fmla="*/ 298666 h 751266"/>
                <a:gd name="connsiteX181" fmla="*/ 1763025 w 2912392"/>
                <a:gd name="connsiteY181" fmla="*/ 308549 h 751266"/>
                <a:gd name="connsiteX182" fmla="*/ 1772769 w 2912392"/>
                <a:gd name="connsiteY182" fmla="*/ 318491 h 751266"/>
                <a:gd name="connsiteX183" fmla="*/ 1782498 w 2912392"/>
                <a:gd name="connsiteY183" fmla="*/ 328487 h 751266"/>
                <a:gd name="connsiteX184" fmla="*/ 1792242 w 2912392"/>
                <a:gd name="connsiteY184" fmla="*/ 338527 h 751266"/>
                <a:gd name="connsiteX185" fmla="*/ 1801986 w 2912392"/>
                <a:gd name="connsiteY185" fmla="*/ 348606 h 751266"/>
                <a:gd name="connsiteX186" fmla="*/ 1811730 w 2912392"/>
                <a:gd name="connsiteY186" fmla="*/ 358715 h 751266"/>
                <a:gd name="connsiteX187" fmla="*/ 1821459 w 2912392"/>
                <a:gd name="connsiteY187" fmla="*/ 368850 h 751266"/>
                <a:gd name="connsiteX188" fmla="*/ 1831203 w 2912392"/>
                <a:gd name="connsiteY188" fmla="*/ 378997 h 751266"/>
                <a:gd name="connsiteX189" fmla="*/ 1840947 w 2912392"/>
                <a:gd name="connsiteY189" fmla="*/ 389154 h 751266"/>
                <a:gd name="connsiteX190" fmla="*/ 1850691 w 2912392"/>
                <a:gd name="connsiteY190" fmla="*/ 399312 h 751266"/>
                <a:gd name="connsiteX191" fmla="*/ 1860435 w 2912392"/>
                <a:gd name="connsiteY191" fmla="*/ 409461 h 751266"/>
                <a:gd name="connsiteX192" fmla="*/ 1870164 w 2912392"/>
                <a:gd name="connsiteY192" fmla="*/ 419595 h 751266"/>
                <a:gd name="connsiteX193" fmla="*/ 1879908 w 2912392"/>
                <a:gd name="connsiteY193" fmla="*/ 429707 h 751266"/>
                <a:gd name="connsiteX194" fmla="*/ 1889652 w 2912392"/>
                <a:gd name="connsiteY194" fmla="*/ 439788 h 751266"/>
                <a:gd name="connsiteX195" fmla="*/ 1899395 w 2912392"/>
                <a:gd name="connsiteY195" fmla="*/ 449829 h 751266"/>
                <a:gd name="connsiteX196" fmla="*/ 1909124 w 2912392"/>
                <a:gd name="connsiteY196" fmla="*/ 459823 h 751266"/>
                <a:gd name="connsiteX197" fmla="*/ 1918868 w 2912392"/>
                <a:gd name="connsiteY197" fmla="*/ 469762 h 751266"/>
                <a:gd name="connsiteX198" fmla="*/ 1928612 w 2912392"/>
                <a:gd name="connsiteY198" fmla="*/ 479638 h 751266"/>
                <a:gd name="connsiteX199" fmla="*/ 1938356 w 2912392"/>
                <a:gd name="connsiteY199" fmla="*/ 489443 h 751266"/>
                <a:gd name="connsiteX200" fmla="*/ 1948085 w 2912392"/>
                <a:gd name="connsiteY200" fmla="*/ 499170 h 751266"/>
                <a:gd name="connsiteX201" fmla="*/ 1957829 w 2912392"/>
                <a:gd name="connsiteY201" fmla="*/ 508808 h 751266"/>
                <a:gd name="connsiteX202" fmla="*/ 1967573 w 2912392"/>
                <a:gd name="connsiteY202" fmla="*/ 518352 h 751266"/>
                <a:gd name="connsiteX203" fmla="*/ 1977317 w 2912392"/>
                <a:gd name="connsiteY203" fmla="*/ 527792 h 751266"/>
                <a:gd name="connsiteX204" fmla="*/ 1987046 w 2912392"/>
                <a:gd name="connsiteY204" fmla="*/ 537122 h 751266"/>
                <a:gd name="connsiteX205" fmla="*/ 1996790 w 2912392"/>
                <a:gd name="connsiteY205" fmla="*/ 546332 h 751266"/>
                <a:gd name="connsiteX206" fmla="*/ 2006534 w 2912392"/>
                <a:gd name="connsiteY206" fmla="*/ 555416 h 751266"/>
                <a:gd name="connsiteX207" fmla="*/ 2016278 w 2912392"/>
                <a:gd name="connsiteY207" fmla="*/ 564367 h 751266"/>
                <a:gd name="connsiteX208" fmla="*/ 2026022 w 2912392"/>
                <a:gd name="connsiteY208" fmla="*/ 573176 h 751266"/>
                <a:gd name="connsiteX209" fmla="*/ 2035751 w 2912392"/>
                <a:gd name="connsiteY209" fmla="*/ 581837 h 751266"/>
                <a:gd name="connsiteX210" fmla="*/ 2045495 w 2912392"/>
                <a:gd name="connsiteY210" fmla="*/ 590339 h 751266"/>
                <a:gd name="connsiteX211" fmla="*/ 2055239 w 2912392"/>
                <a:gd name="connsiteY211" fmla="*/ 598680 h 751266"/>
                <a:gd name="connsiteX212" fmla="*/ 2064983 w 2912392"/>
                <a:gd name="connsiteY212" fmla="*/ 606850 h 751266"/>
                <a:gd name="connsiteX213" fmla="*/ 2074712 w 2912392"/>
                <a:gd name="connsiteY213" fmla="*/ 614844 h 751266"/>
                <a:gd name="connsiteX214" fmla="*/ 2084456 w 2912392"/>
                <a:gd name="connsiteY214" fmla="*/ 622654 h 751266"/>
                <a:gd name="connsiteX215" fmla="*/ 2094200 w 2912392"/>
                <a:gd name="connsiteY215" fmla="*/ 630273 h 751266"/>
                <a:gd name="connsiteX216" fmla="*/ 2103944 w 2912392"/>
                <a:gd name="connsiteY216" fmla="*/ 637697 h 751266"/>
                <a:gd name="connsiteX217" fmla="*/ 2113673 w 2912392"/>
                <a:gd name="connsiteY217" fmla="*/ 644919 h 751266"/>
                <a:gd name="connsiteX218" fmla="*/ 2123417 w 2912392"/>
                <a:gd name="connsiteY218" fmla="*/ 651933 h 751266"/>
                <a:gd name="connsiteX219" fmla="*/ 2133161 w 2912392"/>
                <a:gd name="connsiteY219" fmla="*/ 658735 h 751266"/>
                <a:gd name="connsiteX220" fmla="*/ 2142905 w 2912392"/>
                <a:gd name="connsiteY220" fmla="*/ 665317 h 751266"/>
                <a:gd name="connsiteX221" fmla="*/ 2152649 w 2912392"/>
                <a:gd name="connsiteY221" fmla="*/ 671677 h 751266"/>
                <a:gd name="connsiteX222" fmla="*/ 2162377 w 2912392"/>
                <a:gd name="connsiteY222" fmla="*/ 677811 h 751266"/>
                <a:gd name="connsiteX223" fmla="*/ 2172121 w 2912392"/>
                <a:gd name="connsiteY223" fmla="*/ 683711 h 751266"/>
                <a:gd name="connsiteX224" fmla="*/ 2181865 w 2912392"/>
                <a:gd name="connsiteY224" fmla="*/ 689377 h 751266"/>
                <a:gd name="connsiteX225" fmla="*/ 2191609 w 2912392"/>
                <a:gd name="connsiteY225" fmla="*/ 694805 h 751266"/>
                <a:gd name="connsiteX226" fmla="*/ 2201338 w 2912392"/>
                <a:gd name="connsiteY226" fmla="*/ 699988 h 751266"/>
                <a:gd name="connsiteX227" fmla="*/ 2211082 w 2912392"/>
                <a:gd name="connsiteY227" fmla="*/ 704930 h 751266"/>
                <a:gd name="connsiteX228" fmla="*/ 2220826 w 2912392"/>
                <a:gd name="connsiteY228" fmla="*/ 709624 h 751266"/>
                <a:gd name="connsiteX229" fmla="*/ 2230570 w 2912392"/>
                <a:gd name="connsiteY229" fmla="*/ 714063 h 751266"/>
                <a:gd name="connsiteX230" fmla="*/ 2240299 w 2912392"/>
                <a:gd name="connsiteY230" fmla="*/ 718250 h 751266"/>
                <a:gd name="connsiteX231" fmla="*/ 2250043 w 2912392"/>
                <a:gd name="connsiteY231" fmla="*/ 722198 h 751266"/>
                <a:gd name="connsiteX232" fmla="*/ 2259787 w 2912392"/>
                <a:gd name="connsiteY232" fmla="*/ 725878 h 751266"/>
                <a:gd name="connsiteX233" fmla="*/ 2269531 w 2912392"/>
                <a:gd name="connsiteY233" fmla="*/ 729305 h 751266"/>
                <a:gd name="connsiteX234" fmla="*/ 2279260 w 2912392"/>
                <a:gd name="connsiteY234" fmla="*/ 732479 h 751266"/>
                <a:gd name="connsiteX235" fmla="*/ 2289004 w 2912392"/>
                <a:gd name="connsiteY235" fmla="*/ 735399 h 751266"/>
                <a:gd name="connsiteX236" fmla="*/ 2298748 w 2912392"/>
                <a:gd name="connsiteY236" fmla="*/ 738066 h 751266"/>
                <a:gd name="connsiteX237" fmla="*/ 2308492 w 2912392"/>
                <a:gd name="connsiteY237" fmla="*/ 740494 h 751266"/>
                <a:gd name="connsiteX238" fmla="*/ 2318236 w 2912392"/>
                <a:gd name="connsiteY238" fmla="*/ 742655 h 751266"/>
                <a:gd name="connsiteX239" fmla="*/ 2327965 w 2912392"/>
                <a:gd name="connsiteY239" fmla="*/ 744562 h 751266"/>
                <a:gd name="connsiteX240" fmla="*/ 2337709 w 2912392"/>
                <a:gd name="connsiteY240" fmla="*/ 746230 h 751266"/>
                <a:gd name="connsiteX241" fmla="*/ 2347453 w 2912392"/>
                <a:gd name="connsiteY241" fmla="*/ 747661 h 751266"/>
                <a:gd name="connsiteX242" fmla="*/ 2357197 w 2912392"/>
                <a:gd name="connsiteY242" fmla="*/ 748838 h 751266"/>
                <a:gd name="connsiteX243" fmla="*/ 2366926 w 2912392"/>
                <a:gd name="connsiteY243" fmla="*/ 749791 h 751266"/>
                <a:gd name="connsiteX244" fmla="*/ 2376670 w 2912392"/>
                <a:gd name="connsiteY244" fmla="*/ 750491 h 751266"/>
                <a:gd name="connsiteX245" fmla="*/ 2386413 w 2912392"/>
                <a:gd name="connsiteY245" fmla="*/ 750983 h 751266"/>
                <a:gd name="connsiteX246" fmla="*/ 2396157 w 2912392"/>
                <a:gd name="connsiteY246" fmla="*/ 751236 h 751266"/>
                <a:gd name="connsiteX247" fmla="*/ 2405886 w 2912392"/>
                <a:gd name="connsiteY247" fmla="*/ 751266 h 751266"/>
                <a:gd name="connsiteX248" fmla="*/ 2415630 w 2912392"/>
                <a:gd name="connsiteY248" fmla="*/ 751087 h 751266"/>
                <a:gd name="connsiteX249" fmla="*/ 2425374 w 2912392"/>
                <a:gd name="connsiteY249" fmla="*/ 750685 h 751266"/>
                <a:gd name="connsiteX250" fmla="*/ 2435118 w 2912392"/>
                <a:gd name="connsiteY250" fmla="*/ 750089 h 751266"/>
                <a:gd name="connsiteX251" fmla="*/ 2444862 w 2912392"/>
                <a:gd name="connsiteY251" fmla="*/ 749299 h 751266"/>
                <a:gd name="connsiteX252" fmla="*/ 2454591 w 2912392"/>
                <a:gd name="connsiteY252" fmla="*/ 748301 h 751266"/>
                <a:gd name="connsiteX253" fmla="*/ 2464335 w 2912392"/>
                <a:gd name="connsiteY253" fmla="*/ 747124 h 751266"/>
                <a:gd name="connsiteX254" fmla="*/ 2474079 w 2912392"/>
                <a:gd name="connsiteY254" fmla="*/ 745768 h 751266"/>
                <a:gd name="connsiteX255" fmla="*/ 2483823 w 2912392"/>
                <a:gd name="connsiteY255" fmla="*/ 744234 h 751266"/>
                <a:gd name="connsiteX256" fmla="*/ 2493552 w 2912392"/>
                <a:gd name="connsiteY256" fmla="*/ 742535 h 751266"/>
                <a:gd name="connsiteX257" fmla="*/ 2503296 w 2912392"/>
                <a:gd name="connsiteY257" fmla="*/ 740688 h 751266"/>
                <a:gd name="connsiteX258" fmla="*/ 2513040 w 2912392"/>
                <a:gd name="connsiteY258" fmla="*/ 738677 h 751266"/>
                <a:gd name="connsiteX259" fmla="*/ 2522784 w 2912392"/>
                <a:gd name="connsiteY259" fmla="*/ 736516 h 751266"/>
                <a:gd name="connsiteX260" fmla="*/ 2532513 w 2912392"/>
                <a:gd name="connsiteY260" fmla="*/ 734222 h 751266"/>
                <a:gd name="connsiteX261" fmla="*/ 2542257 w 2912392"/>
                <a:gd name="connsiteY261" fmla="*/ 731808 h 751266"/>
                <a:gd name="connsiteX262" fmla="*/ 2552001 w 2912392"/>
                <a:gd name="connsiteY262" fmla="*/ 729260 h 751266"/>
                <a:gd name="connsiteX263" fmla="*/ 2561745 w 2912392"/>
                <a:gd name="connsiteY263" fmla="*/ 726608 h 751266"/>
                <a:gd name="connsiteX264" fmla="*/ 2571474 w 2912392"/>
                <a:gd name="connsiteY264" fmla="*/ 723852 h 751266"/>
                <a:gd name="connsiteX265" fmla="*/ 2581218 w 2912392"/>
                <a:gd name="connsiteY265" fmla="*/ 720977 h 751266"/>
                <a:gd name="connsiteX266" fmla="*/ 2590962 w 2912392"/>
                <a:gd name="connsiteY266" fmla="*/ 718027 h 751266"/>
                <a:gd name="connsiteX267" fmla="*/ 2600705 w 2912392"/>
                <a:gd name="connsiteY267" fmla="*/ 714987 h 751266"/>
                <a:gd name="connsiteX268" fmla="*/ 2610449 w 2912392"/>
                <a:gd name="connsiteY268" fmla="*/ 711873 h 751266"/>
                <a:gd name="connsiteX269" fmla="*/ 2620178 w 2912392"/>
                <a:gd name="connsiteY269" fmla="*/ 708685 h 751266"/>
                <a:gd name="connsiteX270" fmla="*/ 2629922 w 2912392"/>
                <a:gd name="connsiteY270" fmla="*/ 705452 h 751266"/>
                <a:gd name="connsiteX271" fmla="*/ 2639666 w 2912392"/>
                <a:gd name="connsiteY271" fmla="*/ 702147 h 751266"/>
                <a:gd name="connsiteX272" fmla="*/ 2649410 w 2912392"/>
                <a:gd name="connsiteY272" fmla="*/ 698799 h 751266"/>
                <a:gd name="connsiteX273" fmla="*/ 2659139 w 2912392"/>
                <a:gd name="connsiteY273" fmla="*/ 695411 h 751266"/>
                <a:gd name="connsiteX274" fmla="*/ 2668883 w 2912392"/>
                <a:gd name="connsiteY274" fmla="*/ 691991 h 751266"/>
                <a:gd name="connsiteX275" fmla="*/ 2678627 w 2912392"/>
                <a:gd name="connsiteY275" fmla="*/ 688543 h 751266"/>
                <a:gd name="connsiteX276" fmla="*/ 2688371 w 2912392"/>
                <a:gd name="connsiteY276" fmla="*/ 685075 h 751266"/>
                <a:gd name="connsiteX277" fmla="*/ 2698100 w 2912392"/>
                <a:gd name="connsiteY277" fmla="*/ 681593 h 751266"/>
                <a:gd name="connsiteX278" fmla="*/ 2707844 w 2912392"/>
                <a:gd name="connsiteY278" fmla="*/ 678103 h 751266"/>
                <a:gd name="connsiteX279" fmla="*/ 2717588 w 2912392"/>
                <a:gd name="connsiteY279" fmla="*/ 674611 h 751266"/>
                <a:gd name="connsiteX280" fmla="*/ 2727332 w 2912392"/>
                <a:gd name="connsiteY280" fmla="*/ 671123 h 751266"/>
                <a:gd name="connsiteX281" fmla="*/ 2737076 w 2912392"/>
                <a:gd name="connsiteY281" fmla="*/ 667646 h 751266"/>
                <a:gd name="connsiteX282" fmla="*/ 2746805 w 2912392"/>
                <a:gd name="connsiteY282" fmla="*/ 664182 h 751266"/>
                <a:gd name="connsiteX283" fmla="*/ 2756549 w 2912392"/>
                <a:gd name="connsiteY283" fmla="*/ 660737 h 751266"/>
                <a:gd name="connsiteX284" fmla="*/ 2766293 w 2912392"/>
                <a:gd name="connsiteY284" fmla="*/ 657319 h 751266"/>
                <a:gd name="connsiteX285" fmla="*/ 2776037 w 2912392"/>
                <a:gd name="connsiteY285" fmla="*/ 653930 h 751266"/>
                <a:gd name="connsiteX286" fmla="*/ 2785766 w 2912392"/>
                <a:gd name="connsiteY286" fmla="*/ 650574 h 751266"/>
                <a:gd name="connsiteX287" fmla="*/ 2795510 w 2912392"/>
                <a:gd name="connsiteY287" fmla="*/ 647256 h 751266"/>
                <a:gd name="connsiteX288" fmla="*/ 2805254 w 2912392"/>
                <a:gd name="connsiteY288" fmla="*/ 643983 h 751266"/>
                <a:gd name="connsiteX289" fmla="*/ 2814998 w 2912392"/>
                <a:gd name="connsiteY289" fmla="*/ 640755 h 751266"/>
                <a:gd name="connsiteX290" fmla="*/ 2824727 w 2912392"/>
                <a:gd name="connsiteY290" fmla="*/ 637577 h 751266"/>
                <a:gd name="connsiteX291" fmla="*/ 2834471 w 2912392"/>
                <a:gd name="connsiteY291" fmla="*/ 634452 h 751266"/>
                <a:gd name="connsiteX292" fmla="*/ 2844215 w 2912392"/>
                <a:gd name="connsiteY292" fmla="*/ 631385 h 751266"/>
                <a:gd name="connsiteX293" fmla="*/ 2853958 w 2912392"/>
                <a:gd name="connsiteY293" fmla="*/ 628378 h 751266"/>
                <a:gd name="connsiteX294" fmla="*/ 2863687 w 2912392"/>
                <a:gd name="connsiteY294" fmla="*/ 625434 h 751266"/>
                <a:gd name="connsiteX295" fmla="*/ 2873431 w 2912392"/>
                <a:gd name="connsiteY295" fmla="*/ 622555 h 751266"/>
                <a:gd name="connsiteX296" fmla="*/ 2883175 w 2912392"/>
                <a:gd name="connsiteY296" fmla="*/ 619745 h 751266"/>
                <a:gd name="connsiteX297" fmla="*/ 2892919 w 2912392"/>
                <a:gd name="connsiteY297" fmla="*/ 617006 h 751266"/>
                <a:gd name="connsiteX298" fmla="*/ 2902663 w 2912392"/>
                <a:gd name="connsiteY298" fmla="*/ 614340 h 751266"/>
                <a:gd name="connsiteX299" fmla="*/ 2912392 w 2912392"/>
                <a:gd name="connsiteY299" fmla="*/ 611751 h 751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51266">
                  <a:moveTo>
                    <a:pt x="0" y="355488"/>
                  </a:moveTo>
                  <a:lnTo>
                    <a:pt x="9739" y="362869"/>
                  </a:lnTo>
                  <a:lnTo>
                    <a:pt x="19480" y="369983"/>
                  </a:lnTo>
                  <a:lnTo>
                    <a:pt x="29221" y="376825"/>
                  </a:lnTo>
                  <a:lnTo>
                    <a:pt x="38961" y="383388"/>
                  </a:lnTo>
                  <a:lnTo>
                    <a:pt x="48702" y="389671"/>
                  </a:lnTo>
                  <a:lnTo>
                    <a:pt x="58443" y="395665"/>
                  </a:lnTo>
                  <a:lnTo>
                    <a:pt x="68182" y="401370"/>
                  </a:lnTo>
                  <a:lnTo>
                    <a:pt x="77923" y="406779"/>
                  </a:lnTo>
                  <a:lnTo>
                    <a:pt x="87664" y="411894"/>
                  </a:lnTo>
                  <a:lnTo>
                    <a:pt x="97404" y="416710"/>
                  </a:lnTo>
                  <a:lnTo>
                    <a:pt x="107145" y="421226"/>
                  </a:lnTo>
                  <a:lnTo>
                    <a:pt x="116886" y="425439"/>
                  </a:lnTo>
                  <a:lnTo>
                    <a:pt x="126625" y="429350"/>
                  </a:lnTo>
                  <a:lnTo>
                    <a:pt x="136366" y="432957"/>
                  </a:lnTo>
                  <a:lnTo>
                    <a:pt x="146107" y="436263"/>
                  </a:lnTo>
                  <a:lnTo>
                    <a:pt x="155846" y="439267"/>
                  </a:lnTo>
                  <a:lnTo>
                    <a:pt x="165587" y="441968"/>
                  </a:lnTo>
                  <a:lnTo>
                    <a:pt x="175328" y="444370"/>
                  </a:lnTo>
                  <a:lnTo>
                    <a:pt x="185068" y="446473"/>
                  </a:lnTo>
                  <a:lnTo>
                    <a:pt x="194809" y="448282"/>
                  </a:lnTo>
                  <a:lnTo>
                    <a:pt x="204550" y="449796"/>
                  </a:lnTo>
                  <a:lnTo>
                    <a:pt x="214289" y="451017"/>
                  </a:lnTo>
                  <a:lnTo>
                    <a:pt x="224030" y="451953"/>
                  </a:lnTo>
                  <a:lnTo>
                    <a:pt x="233771" y="452604"/>
                  </a:lnTo>
                  <a:lnTo>
                    <a:pt x="243510" y="452974"/>
                  </a:lnTo>
                  <a:lnTo>
                    <a:pt x="253251" y="453066"/>
                  </a:lnTo>
                  <a:lnTo>
                    <a:pt x="262992" y="452887"/>
                  </a:lnTo>
                  <a:lnTo>
                    <a:pt x="272732" y="452440"/>
                  </a:lnTo>
                  <a:lnTo>
                    <a:pt x="282473" y="451730"/>
                  </a:lnTo>
                  <a:lnTo>
                    <a:pt x="292214" y="450760"/>
                  </a:lnTo>
                  <a:lnTo>
                    <a:pt x="301953" y="449538"/>
                  </a:lnTo>
                  <a:lnTo>
                    <a:pt x="311694" y="448068"/>
                  </a:lnTo>
                  <a:lnTo>
                    <a:pt x="321435" y="446354"/>
                  </a:lnTo>
                  <a:lnTo>
                    <a:pt x="331175" y="444404"/>
                  </a:lnTo>
                  <a:lnTo>
                    <a:pt x="340916" y="442221"/>
                  </a:lnTo>
                  <a:lnTo>
                    <a:pt x="350656" y="439815"/>
                  </a:lnTo>
                  <a:lnTo>
                    <a:pt x="360396" y="437187"/>
                  </a:lnTo>
                  <a:lnTo>
                    <a:pt x="370137" y="434347"/>
                  </a:lnTo>
                  <a:lnTo>
                    <a:pt x="379878" y="431299"/>
                  </a:lnTo>
                  <a:lnTo>
                    <a:pt x="389617" y="428048"/>
                  </a:lnTo>
                  <a:lnTo>
                    <a:pt x="399358" y="424603"/>
                  </a:lnTo>
                  <a:lnTo>
                    <a:pt x="409099" y="420968"/>
                  </a:lnTo>
                  <a:lnTo>
                    <a:pt x="418839" y="417151"/>
                  </a:lnTo>
                  <a:lnTo>
                    <a:pt x="428580" y="413155"/>
                  </a:lnTo>
                  <a:lnTo>
                    <a:pt x="438321" y="408989"/>
                  </a:lnTo>
                  <a:lnTo>
                    <a:pt x="448060" y="404659"/>
                  </a:lnTo>
                  <a:lnTo>
                    <a:pt x="457801" y="400170"/>
                  </a:lnTo>
                  <a:lnTo>
                    <a:pt x="467542" y="395529"/>
                  </a:lnTo>
                  <a:lnTo>
                    <a:pt x="477281" y="390741"/>
                  </a:lnTo>
                  <a:lnTo>
                    <a:pt x="487022" y="385812"/>
                  </a:lnTo>
                  <a:lnTo>
                    <a:pt x="496763" y="380749"/>
                  </a:lnTo>
                  <a:lnTo>
                    <a:pt x="506503" y="375559"/>
                  </a:lnTo>
                  <a:lnTo>
                    <a:pt x="516244" y="370244"/>
                  </a:lnTo>
                  <a:lnTo>
                    <a:pt x="525985" y="364812"/>
                  </a:lnTo>
                  <a:lnTo>
                    <a:pt x="535724" y="359270"/>
                  </a:lnTo>
                  <a:lnTo>
                    <a:pt x="545465" y="353621"/>
                  </a:lnTo>
                  <a:lnTo>
                    <a:pt x="555206" y="347872"/>
                  </a:lnTo>
                  <a:lnTo>
                    <a:pt x="564946" y="342028"/>
                  </a:lnTo>
                  <a:lnTo>
                    <a:pt x="574687" y="336096"/>
                  </a:lnTo>
                  <a:lnTo>
                    <a:pt x="584428" y="330078"/>
                  </a:lnTo>
                  <a:lnTo>
                    <a:pt x="594167" y="323983"/>
                  </a:lnTo>
                  <a:lnTo>
                    <a:pt x="603908" y="317813"/>
                  </a:lnTo>
                  <a:lnTo>
                    <a:pt x="613649" y="311575"/>
                  </a:lnTo>
                  <a:lnTo>
                    <a:pt x="623388" y="305274"/>
                  </a:lnTo>
                  <a:lnTo>
                    <a:pt x="633129" y="298915"/>
                  </a:lnTo>
                  <a:lnTo>
                    <a:pt x="642870" y="292503"/>
                  </a:lnTo>
                  <a:lnTo>
                    <a:pt x="652610" y="286043"/>
                  </a:lnTo>
                  <a:lnTo>
                    <a:pt x="662351" y="279539"/>
                  </a:lnTo>
                  <a:lnTo>
                    <a:pt x="672092" y="272997"/>
                  </a:lnTo>
                  <a:lnTo>
                    <a:pt x="681831" y="266421"/>
                  </a:lnTo>
                  <a:lnTo>
                    <a:pt x="691572" y="259816"/>
                  </a:lnTo>
                  <a:lnTo>
                    <a:pt x="701313" y="253187"/>
                  </a:lnTo>
                  <a:lnTo>
                    <a:pt x="711052" y="246541"/>
                  </a:lnTo>
                  <a:lnTo>
                    <a:pt x="720793" y="239878"/>
                  </a:lnTo>
                  <a:lnTo>
                    <a:pt x="730534" y="233208"/>
                  </a:lnTo>
                  <a:lnTo>
                    <a:pt x="740274" y="226532"/>
                  </a:lnTo>
                  <a:lnTo>
                    <a:pt x="750015" y="219857"/>
                  </a:lnTo>
                  <a:lnTo>
                    <a:pt x="759756" y="213186"/>
                  </a:lnTo>
                  <a:lnTo>
                    <a:pt x="769495" y="206527"/>
                  </a:lnTo>
                  <a:lnTo>
                    <a:pt x="779236" y="199883"/>
                  </a:lnTo>
                  <a:lnTo>
                    <a:pt x="788977" y="193258"/>
                  </a:lnTo>
                  <a:lnTo>
                    <a:pt x="798717" y="186659"/>
                  </a:lnTo>
                  <a:lnTo>
                    <a:pt x="808458" y="180088"/>
                  </a:lnTo>
                  <a:lnTo>
                    <a:pt x="818199" y="173554"/>
                  </a:lnTo>
                  <a:lnTo>
                    <a:pt x="827938" y="167061"/>
                  </a:lnTo>
                  <a:lnTo>
                    <a:pt x="837679" y="160612"/>
                  </a:lnTo>
                  <a:lnTo>
                    <a:pt x="847420" y="154213"/>
                  </a:lnTo>
                  <a:lnTo>
                    <a:pt x="857159" y="147872"/>
                  </a:lnTo>
                  <a:lnTo>
                    <a:pt x="866900" y="141591"/>
                  </a:lnTo>
                  <a:lnTo>
                    <a:pt x="876641" y="135377"/>
                  </a:lnTo>
                  <a:lnTo>
                    <a:pt x="886381" y="129234"/>
                  </a:lnTo>
                  <a:lnTo>
                    <a:pt x="896122" y="123168"/>
                  </a:lnTo>
                  <a:lnTo>
                    <a:pt x="905863" y="117185"/>
                  </a:lnTo>
                  <a:lnTo>
                    <a:pt x="915602" y="111291"/>
                  </a:lnTo>
                  <a:lnTo>
                    <a:pt x="925343" y="105489"/>
                  </a:lnTo>
                  <a:lnTo>
                    <a:pt x="935084" y="99787"/>
                  </a:lnTo>
                  <a:lnTo>
                    <a:pt x="944824" y="94190"/>
                  </a:lnTo>
                  <a:lnTo>
                    <a:pt x="954564" y="88701"/>
                  </a:lnTo>
                  <a:lnTo>
                    <a:pt x="964305" y="83328"/>
                  </a:lnTo>
                  <a:lnTo>
                    <a:pt x="974045" y="78078"/>
                  </a:lnTo>
                  <a:lnTo>
                    <a:pt x="983786" y="72951"/>
                  </a:lnTo>
                  <a:lnTo>
                    <a:pt x="993522" y="67959"/>
                  </a:lnTo>
                  <a:lnTo>
                    <a:pt x="1003266" y="63102"/>
                  </a:lnTo>
                  <a:lnTo>
                    <a:pt x="1013010" y="58386"/>
                  </a:lnTo>
                  <a:lnTo>
                    <a:pt x="1022754" y="53820"/>
                  </a:lnTo>
                  <a:lnTo>
                    <a:pt x="1032483" y="49405"/>
                  </a:lnTo>
                  <a:lnTo>
                    <a:pt x="1042227" y="45150"/>
                  </a:lnTo>
                  <a:lnTo>
                    <a:pt x="1051971" y="41056"/>
                  </a:lnTo>
                  <a:lnTo>
                    <a:pt x="1061715" y="37130"/>
                  </a:lnTo>
                  <a:lnTo>
                    <a:pt x="1071444" y="33377"/>
                  </a:lnTo>
                  <a:lnTo>
                    <a:pt x="1081188" y="29801"/>
                  </a:lnTo>
                  <a:lnTo>
                    <a:pt x="1090932" y="26407"/>
                  </a:lnTo>
                  <a:lnTo>
                    <a:pt x="1100676" y="23199"/>
                  </a:lnTo>
                  <a:lnTo>
                    <a:pt x="1110405" y="20184"/>
                  </a:lnTo>
                  <a:lnTo>
                    <a:pt x="1120149" y="17362"/>
                  </a:lnTo>
                  <a:lnTo>
                    <a:pt x="1129893" y="14738"/>
                  </a:lnTo>
                  <a:lnTo>
                    <a:pt x="1139637" y="12318"/>
                  </a:lnTo>
                  <a:lnTo>
                    <a:pt x="1149381" y="10104"/>
                  </a:lnTo>
                  <a:lnTo>
                    <a:pt x="1159110" y="8102"/>
                  </a:lnTo>
                  <a:lnTo>
                    <a:pt x="1168854" y="6311"/>
                  </a:lnTo>
                  <a:lnTo>
                    <a:pt x="1178598" y="4738"/>
                  </a:lnTo>
                  <a:lnTo>
                    <a:pt x="1188341" y="3384"/>
                  </a:lnTo>
                  <a:lnTo>
                    <a:pt x="1198070" y="2253"/>
                  </a:lnTo>
                  <a:lnTo>
                    <a:pt x="1207814" y="1347"/>
                  </a:lnTo>
                  <a:lnTo>
                    <a:pt x="1217558" y="667"/>
                  </a:lnTo>
                  <a:lnTo>
                    <a:pt x="1227302" y="218"/>
                  </a:lnTo>
                  <a:lnTo>
                    <a:pt x="1237031" y="0"/>
                  </a:lnTo>
                  <a:lnTo>
                    <a:pt x="1246775" y="15"/>
                  </a:lnTo>
                  <a:lnTo>
                    <a:pt x="1256519" y="265"/>
                  </a:lnTo>
                  <a:lnTo>
                    <a:pt x="1266263" y="752"/>
                  </a:lnTo>
                  <a:lnTo>
                    <a:pt x="1276007" y="1476"/>
                  </a:lnTo>
                  <a:lnTo>
                    <a:pt x="1285736" y="2437"/>
                  </a:lnTo>
                  <a:lnTo>
                    <a:pt x="1295480" y="3638"/>
                  </a:lnTo>
                  <a:lnTo>
                    <a:pt x="1305224" y="5079"/>
                  </a:lnTo>
                  <a:lnTo>
                    <a:pt x="1314968" y="6760"/>
                  </a:lnTo>
                  <a:lnTo>
                    <a:pt x="1324697" y="8680"/>
                  </a:lnTo>
                  <a:lnTo>
                    <a:pt x="1334441" y="10841"/>
                  </a:lnTo>
                  <a:lnTo>
                    <a:pt x="1344185" y="13239"/>
                  </a:lnTo>
                  <a:lnTo>
                    <a:pt x="1353929" y="15878"/>
                  </a:lnTo>
                  <a:lnTo>
                    <a:pt x="1363658" y="18753"/>
                  </a:lnTo>
                  <a:lnTo>
                    <a:pt x="1373402" y="21867"/>
                  </a:lnTo>
                  <a:lnTo>
                    <a:pt x="1383146" y="25217"/>
                  </a:lnTo>
                  <a:lnTo>
                    <a:pt x="1392890" y="28800"/>
                  </a:lnTo>
                  <a:lnTo>
                    <a:pt x="1402619" y="32617"/>
                  </a:lnTo>
                  <a:lnTo>
                    <a:pt x="1412363" y="36666"/>
                  </a:lnTo>
                  <a:lnTo>
                    <a:pt x="1422106" y="40944"/>
                  </a:lnTo>
                  <a:lnTo>
                    <a:pt x="1431850" y="45449"/>
                  </a:lnTo>
                  <a:lnTo>
                    <a:pt x="1441594" y="50180"/>
                  </a:lnTo>
                  <a:lnTo>
                    <a:pt x="1451323" y="55134"/>
                  </a:lnTo>
                  <a:lnTo>
                    <a:pt x="1461067" y="60308"/>
                  </a:lnTo>
                  <a:lnTo>
                    <a:pt x="1470811" y="65699"/>
                  </a:lnTo>
                  <a:lnTo>
                    <a:pt x="1480555" y="71305"/>
                  </a:lnTo>
                  <a:lnTo>
                    <a:pt x="1490284" y="77122"/>
                  </a:lnTo>
                  <a:lnTo>
                    <a:pt x="1500028" y="83147"/>
                  </a:lnTo>
                  <a:lnTo>
                    <a:pt x="1509772" y="89376"/>
                  </a:lnTo>
                  <a:lnTo>
                    <a:pt x="1519516" y="95808"/>
                  </a:lnTo>
                  <a:lnTo>
                    <a:pt x="1529245" y="102435"/>
                  </a:lnTo>
                  <a:lnTo>
                    <a:pt x="1538989" y="109257"/>
                  </a:lnTo>
                  <a:lnTo>
                    <a:pt x="1548733" y="116269"/>
                  </a:lnTo>
                  <a:lnTo>
                    <a:pt x="1558477" y="123465"/>
                  </a:lnTo>
                  <a:lnTo>
                    <a:pt x="1568221" y="130843"/>
                  </a:lnTo>
                  <a:lnTo>
                    <a:pt x="1577950" y="138397"/>
                  </a:lnTo>
                  <a:lnTo>
                    <a:pt x="1587694" y="146123"/>
                  </a:lnTo>
                  <a:lnTo>
                    <a:pt x="1597438" y="154017"/>
                  </a:lnTo>
                  <a:lnTo>
                    <a:pt x="1607182" y="162073"/>
                  </a:lnTo>
                  <a:lnTo>
                    <a:pt x="1616911" y="170285"/>
                  </a:lnTo>
                  <a:lnTo>
                    <a:pt x="1626655" y="178651"/>
                  </a:lnTo>
                  <a:lnTo>
                    <a:pt x="1636399" y="187162"/>
                  </a:lnTo>
                  <a:lnTo>
                    <a:pt x="1646142" y="195816"/>
                  </a:lnTo>
                  <a:lnTo>
                    <a:pt x="1655872" y="204605"/>
                  </a:lnTo>
                  <a:lnTo>
                    <a:pt x="1665616" y="213525"/>
                  </a:lnTo>
                  <a:lnTo>
                    <a:pt x="1675359" y="222568"/>
                  </a:lnTo>
                  <a:lnTo>
                    <a:pt x="1685103" y="231731"/>
                  </a:lnTo>
                  <a:lnTo>
                    <a:pt x="1694832" y="241007"/>
                  </a:lnTo>
                  <a:lnTo>
                    <a:pt x="1704576" y="250388"/>
                  </a:lnTo>
                  <a:lnTo>
                    <a:pt x="1714320" y="259869"/>
                  </a:lnTo>
                  <a:lnTo>
                    <a:pt x="1724064" y="269445"/>
                  </a:lnTo>
                  <a:lnTo>
                    <a:pt x="1733808" y="279107"/>
                  </a:lnTo>
                  <a:lnTo>
                    <a:pt x="1743537" y="288850"/>
                  </a:lnTo>
                  <a:lnTo>
                    <a:pt x="1753281" y="298666"/>
                  </a:lnTo>
                  <a:lnTo>
                    <a:pt x="1763025" y="308549"/>
                  </a:lnTo>
                  <a:lnTo>
                    <a:pt x="1772769" y="318491"/>
                  </a:lnTo>
                  <a:lnTo>
                    <a:pt x="1782498" y="328487"/>
                  </a:lnTo>
                  <a:lnTo>
                    <a:pt x="1792242" y="338527"/>
                  </a:lnTo>
                  <a:lnTo>
                    <a:pt x="1801986" y="348606"/>
                  </a:lnTo>
                  <a:lnTo>
                    <a:pt x="1811730" y="358715"/>
                  </a:lnTo>
                  <a:lnTo>
                    <a:pt x="1821459" y="368850"/>
                  </a:lnTo>
                  <a:lnTo>
                    <a:pt x="1831203" y="378997"/>
                  </a:lnTo>
                  <a:lnTo>
                    <a:pt x="1840947" y="389154"/>
                  </a:lnTo>
                  <a:lnTo>
                    <a:pt x="1850691" y="399312"/>
                  </a:lnTo>
                  <a:lnTo>
                    <a:pt x="1860435" y="409461"/>
                  </a:lnTo>
                  <a:lnTo>
                    <a:pt x="1870164" y="419595"/>
                  </a:lnTo>
                  <a:lnTo>
                    <a:pt x="1879908" y="429707"/>
                  </a:lnTo>
                  <a:lnTo>
                    <a:pt x="1889652" y="439788"/>
                  </a:lnTo>
                  <a:lnTo>
                    <a:pt x="1899395" y="449829"/>
                  </a:lnTo>
                  <a:lnTo>
                    <a:pt x="1909124" y="459823"/>
                  </a:lnTo>
                  <a:lnTo>
                    <a:pt x="1918868" y="469762"/>
                  </a:lnTo>
                  <a:lnTo>
                    <a:pt x="1928612" y="479638"/>
                  </a:lnTo>
                  <a:lnTo>
                    <a:pt x="1938356" y="489443"/>
                  </a:lnTo>
                  <a:lnTo>
                    <a:pt x="1948085" y="499170"/>
                  </a:lnTo>
                  <a:lnTo>
                    <a:pt x="1957829" y="508808"/>
                  </a:lnTo>
                  <a:lnTo>
                    <a:pt x="1967573" y="518352"/>
                  </a:lnTo>
                  <a:lnTo>
                    <a:pt x="1977317" y="527792"/>
                  </a:lnTo>
                  <a:lnTo>
                    <a:pt x="1987046" y="537122"/>
                  </a:lnTo>
                  <a:lnTo>
                    <a:pt x="1996790" y="546332"/>
                  </a:lnTo>
                  <a:lnTo>
                    <a:pt x="2006534" y="555416"/>
                  </a:lnTo>
                  <a:lnTo>
                    <a:pt x="2016278" y="564367"/>
                  </a:lnTo>
                  <a:lnTo>
                    <a:pt x="2026022" y="573176"/>
                  </a:lnTo>
                  <a:lnTo>
                    <a:pt x="2035751" y="581837"/>
                  </a:lnTo>
                  <a:lnTo>
                    <a:pt x="2045495" y="590339"/>
                  </a:lnTo>
                  <a:lnTo>
                    <a:pt x="2055239" y="598680"/>
                  </a:lnTo>
                  <a:lnTo>
                    <a:pt x="2064983" y="606850"/>
                  </a:lnTo>
                  <a:lnTo>
                    <a:pt x="2074712" y="614844"/>
                  </a:lnTo>
                  <a:lnTo>
                    <a:pt x="2084456" y="622654"/>
                  </a:lnTo>
                  <a:lnTo>
                    <a:pt x="2094200" y="630273"/>
                  </a:lnTo>
                  <a:lnTo>
                    <a:pt x="2103944" y="637697"/>
                  </a:lnTo>
                  <a:lnTo>
                    <a:pt x="2113673" y="644919"/>
                  </a:lnTo>
                  <a:lnTo>
                    <a:pt x="2123417" y="651933"/>
                  </a:lnTo>
                  <a:lnTo>
                    <a:pt x="2133161" y="658735"/>
                  </a:lnTo>
                  <a:lnTo>
                    <a:pt x="2142905" y="665317"/>
                  </a:lnTo>
                  <a:lnTo>
                    <a:pt x="2152649" y="671677"/>
                  </a:lnTo>
                  <a:lnTo>
                    <a:pt x="2162377" y="677811"/>
                  </a:lnTo>
                  <a:lnTo>
                    <a:pt x="2172121" y="683711"/>
                  </a:lnTo>
                  <a:lnTo>
                    <a:pt x="2181865" y="689377"/>
                  </a:lnTo>
                  <a:lnTo>
                    <a:pt x="2191609" y="694805"/>
                  </a:lnTo>
                  <a:lnTo>
                    <a:pt x="2201338" y="699988"/>
                  </a:lnTo>
                  <a:lnTo>
                    <a:pt x="2211082" y="704930"/>
                  </a:lnTo>
                  <a:lnTo>
                    <a:pt x="2220826" y="709624"/>
                  </a:lnTo>
                  <a:lnTo>
                    <a:pt x="2230570" y="714063"/>
                  </a:lnTo>
                  <a:lnTo>
                    <a:pt x="2240299" y="718250"/>
                  </a:lnTo>
                  <a:lnTo>
                    <a:pt x="2250043" y="722198"/>
                  </a:lnTo>
                  <a:lnTo>
                    <a:pt x="2259787" y="725878"/>
                  </a:lnTo>
                  <a:lnTo>
                    <a:pt x="2269531" y="729305"/>
                  </a:lnTo>
                  <a:lnTo>
                    <a:pt x="2279260" y="732479"/>
                  </a:lnTo>
                  <a:lnTo>
                    <a:pt x="2289004" y="735399"/>
                  </a:lnTo>
                  <a:lnTo>
                    <a:pt x="2298748" y="738066"/>
                  </a:lnTo>
                  <a:lnTo>
                    <a:pt x="2308492" y="740494"/>
                  </a:lnTo>
                  <a:lnTo>
                    <a:pt x="2318236" y="742655"/>
                  </a:lnTo>
                  <a:lnTo>
                    <a:pt x="2327965" y="744562"/>
                  </a:lnTo>
                  <a:lnTo>
                    <a:pt x="2337709" y="746230"/>
                  </a:lnTo>
                  <a:lnTo>
                    <a:pt x="2347453" y="747661"/>
                  </a:lnTo>
                  <a:lnTo>
                    <a:pt x="2357197" y="748838"/>
                  </a:lnTo>
                  <a:lnTo>
                    <a:pt x="2366926" y="749791"/>
                  </a:lnTo>
                  <a:lnTo>
                    <a:pt x="2376670" y="750491"/>
                  </a:lnTo>
                  <a:lnTo>
                    <a:pt x="2386413" y="750983"/>
                  </a:lnTo>
                  <a:lnTo>
                    <a:pt x="2396157" y="751236"/>
                  </a:lnTo>
                  <a:lnTo>
                    <a:pt x="2405886" y="751266"/>
                  </a:lnTo>
                  <a:lnTo>
                    <a:pt x="2415630" y="751087"/>
                  </a:lnTo>
                  <a:lnTo>
                    <a:pt x="2425374" y="750685"/>
                  </a:lnTo>
                  <a:lnTo>
                    <a:pt x="2435118" y="750089"/>
                  </a:lnTo>
                  <a:lnTo>
                    <a:pt x="2444862" y="749299"/>
                  </a:lnTo>
                  <a:lnTo>
                    <a:pt x="2454591" y="748301"/>
                  </a:lnTo>
                  <a:lnTo>
                    <a:pt x="2464335" y="747124"/>
                  </a:lnTo>
                  <a:lnTo>
                    <a:pt x="2474079" y="745768"/>
                  </a:lnTo>
                  <a:lnTo>
                    <a:pt x="2483823" y="744234"/>
                  </a:lnTo>
                  <a:lnTo>
                    <a:pt x="2493552" y="742535"/>
                  </a:lnTo>
                  <a:lnTo>
                    <a:pt x="2503296" y="740688"/>
                  </a:lnTo>
                  <a:lnTo>
                    <a:pt x="2513040" y="738677"/>
                  </a:lnTo>
                  <a:lnTo>
                    <a:pt x="2522784" y="736516"/>
                  </a:lnTo>
                  <a:lnTo>
                    <a:pt x="2532513" y="734222"/>
                  </a:lnTo>
                  <a:lnTo>
                    <a:pt x="2542257" y="731808"/>
                  </a:lnTo>
                  <a:lnTo>
                    <a:pt x="2552001" y="729260"/>
                  </a:lnTo>
                  <a:lnTo>
                    <a:pt x="2561745" y="726608"/>
                  </a:lnTo>
                  <a:lnTo>
                    <a:pt x="2571474" y="723852"/>
                  </a:lnTo>
                  <a:lnTo>
                    <a:pt x="2581218" y="720977"/>
                  </a:lnTo>
                  <a:lnTo>
                    <a:pt x="2590962" y="718027"/>
                  </a:lnTo>
                  <a:lnTo>
                    <a:pt x="2600705" y="714987"/>
                  </a:lnTo>
                  <a:lnTo>
                    <a:pt x="2610449" y="711873"/>
                  </a:lnTo>
                  <a:lnTo>
                    <a:pt x="2620178" y="708685"/>
                  </a:lnTo>
                  <a:lnTo>
                    <a:pt x="2629922" y="705452"/>
                  </a:lnTo>
                  <a:lnTo>
                    <a:pt x="2639666" y="702147"/>
                  </a:lnTo>
                  <a:lnTo>
                    <a:pt x="2649410" y="698799"/>
                  </a:lnTo>
                  <a:lnTo>
                    <a:pt x="2659139" y="695411"/>
                  </a:lnTo>
                  <a:lnTo>
                    <a:pt x="2668883" y="691991"/>
                  </a:lnTo>
                  <a:lnTo>
                    <a:pt x="2678627" y="688543"/>
                  </a:lnTo>
                  <a:lnTo>
                    <a:pt x="2688371" y="685075"/>
                  </a:lnTo>
                  <a:lnTo>
                    <a:pt x="2698100" y="681593"/>
                  </a:lnTo>
                  <a:lnTo>
                    <a:pt x="2707844" y="678103"/>
                  </a:lnTo>
                  <a:lnTo>
                    <a:pt x="2717588" y="674611"/>
                  </a:lnTo>
                  <a:lnTo>
                    <a:pt x="2727332" y="671123"/>
                  </a:lnTo>
                  <a:lnTo>
                    <a:pt x="2737076" y="667646"/>
                  </a:lnTo>
                  <a:lnTo>
                    <a:pt x="2746805" y="664182"/>
                  </a:lnTo>
                  <a:lnTo>
                    <a:pt x="2756549" y="660737"/>
                  </a:lnTo>
                  <a:lnTo>
                    <a:pt x="2766293" y="657319"/>
                  </a:lnTo>
                  <a:lnTo>
                    <a:pt x="2776037" y="653930"/>
                  </a:lnTo>
                  <a:lnTo>
                    <a:pt x="2785766" y="650574"/>
                  </a:lnTo>
                  <a:lnTo>
                    <a:pt x="2795510" y="647256"/>
                  </a:lnTo>
                  <a:lnTo>
                    <a:pt x="2805254" y="643983"/>
                  </a:lnTo>
                  <a:lnTo>
                    <a:pt x="2814998" y="640755"/>
                  </a:lnTo>
                  <a:lnTo>
                    <a:pt x="2824727" y="637577"/>
                  </a:lnTo>
                  <a:lnTo>
                    <a:pt x="2834471" y="634452"/>
                  </a:lnTo>
                  <a:lnTo>
                    <a:pt x="2844215" y="631385"/>
                  </a:lnTo>
                  <a:lnTo>
                    <a:pt x="2853958" y="628378"/>
                  </a:lnTo>
                  <a:lnTo>
                    <a:pt x="2863687" y="625434"/>
                  </a:lnTo>
                  <a:lnTo>
                    <a:pt x="2873431" y="622555"/>
                  </a:lnTo>
                  <a:lnTo>
                    <a:pt x="2883175" y="619745"/>
                  </a:lnTo>
                  <a:lnTo>
                    <a:pt x="2892919" y="617006"/>
                  </a:lnTo>
                  <a:lnTo>
                    <a:pt x="2902663" y="614340"/>
                  </a:lnTo>
                  <a:lnTo>
                    <a:pt x="2912392" y="61175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8" name="Freeform 657">
              <a:extLst>
                <a:ext uri="{FF2B5EF4-FFF2-40B4-BE49-F238E27FC236}">
                  <a16:creationId xmlns:a16="http://schemas.microsoft.com/office/drawing/2014/main" id="{90678C78-4289-F6F7-9421-CA30E516C6BD}"/>
                </a:ext>
              </a:extLst>
            </p:cNvPr>
            <p:cNvSpPr/>
            <p:nvPr/>
          </p:nvSpPr>
          <p:spPr>
            <a:xfrm>
              <a:off x="576446" y="3307534"/>
              <a:ext cx="2912392" cy="802596"/>
            </a:xfrm>
            <a:custGeom>
              <a:avLst/>
              <a:gdLst>
                <a:gd name="connsiteX0" fmla="*/ 0 w 2912392"/>
                <a:gd name="connsiteY0" fmla="*/ 1915 h 802596"/>
                <a:gd name="connsiteX1" fmla="*/ 9739 w 2912392"/>
                <a:gd name="connsiteY1" fmla="*/ 879 h 802596"/>
                <a:gd name="connsiteX2" fmla="*/ 19480 w 2912392"/>
                <a:gd name="connsiteY2" fmla="*/ 238 h 802596"/>
                <a:gd name="connsiteX3" fmla="*/ 29221 w 2912392"/>
                <a:gd name="connsiteY3" fmla="*/ 0 h 802596"/>
                <a:gd name="connsiteX4" fmla="*/ 38961 w 2912392"/>
                <a:gd name="connsiteY4" fmla="*/ 168 h 802596"/>
                <a:gd name="connsiteX5" fmla="*/ 48702 w 2912392"/>
                <a:gd name="connsiteY5" fmla="*/ 749 h 802596"/>
                <a:gd name="connsiteX6" fmla="*/ 58443 w 2912392"/>
                <a:gd name="connsiteY6" fmla="*/ 1749 h 802596"/>
                <a:gd name="connsiteX7" fmla="*/ 68182 w 2912392"/>
                <a:gd name="connsiteY7" fmla="*/ 3170 h 802596"/>
                <a:gd name="connsiteX8" fmla="*/ 77923 w 2912392"/>
                <a:gd name="connsiteY8" fmla="*/ 5018 h 802596"/>
                <a:gd name="connsiteX9" fmla="*/ 87664 w 2912392"/>
                <a:gd name="connsiteY9" fmla="*/ 7295 h 802596"/>
                <a:gd name="connsiteX10" fmla="*/ 97404 w 2912392"/>
                <a:gd name="connsiteY10" fmla="*/ 10002 h 802596"/>
                <a:gd name="connsiteX11" fmla="*/ 107145 w 2912392"/>
                <a:gd name="connsiteY11" fmla="*/ 13139 h 802596"/>
                <a:gd name="connsiteX12" fmla="*/ 116886 w 2912392"/>
                <a:gd name="connsiteY12" fmla="*/ 16709 h 802596"/>
                <a:gd name="connsiteX13" fmla="*/ 126625 w 2912392"/>
                <a:gd name="connsiteY13" fmla="*/ 20710 h 802596"/>
                <a:gd name="connsiteX14" fmla="*/ 136366 w 2912392"/>
                <a:gd name="connsiteY14" fmla="*/ 25141 h 802596"/>
                <a:gd name="connsiteX15" fmla="*/ 146107 w 2912392"/>
                <a:gd name="connsiteY15" fmla="*/ 30001 h 802596"/>
                <a:gd name="connsiteX16" fmla="*/ 155846 w 2912392"/>
                <a:gd name="connsiteY16" fmla="*/ 35285 h 802596"/>
                <a:gd name="connsiteX17" fmla="*/ 165587 w 2912392"/>
                <a:gd name="connsiteY17" fmla="*/ 40993 h 802596"/>
                <a:gd name="connsiteX18" fmla="*/ 175328 w 2912392"/>
                <a:gd name="connsiteY18" fmla="*/ 47118 h 802596"/>
                <a:gd name="connsiteX19" fmla="*/ 185068 w 2912392"/>
                <a:gd name="connsiteY19" fmla="*/ 53654 h 802596"/>
                <a:gd name="connsiteX20" fmla="*/ 194809 w 2912392"/>
                <a:gd name="connsiteY20" fmla="*/ 60599 h 802596"/>
                <a:gd name="connsiteX21" fmla="*/ 204550 w 2912392"/>
                <a:gd name="connsiteY21" fmla="*/ 67942 h 802596"/>
                <a:gd name="connsiteX22" fmla="*/ 214289 w 2912392"/>
                <a:gd name="connsiteY22" fmla="*/ 75679 h 802596"/>
                <a:gd name="connsiteX23" fmla="*/ 224030 w 2912392"/>
                <a:gd name="connsiteY23" fmla="*/ 83799 h 802596"/>
                <a:gd name="connsiteX24" fmla="*/ 233771 w 2912392"/>
                <a:gd name="connsiteY24" fmla="*/ 92296 h 802596"/>
                <a:gd name="connsiteX25" fmla="*/ 243510 w 2912392"/>
                <a:gd name="connsiteY25" fmla="*/ 101161 h 802596"/>
                <a:gd name="connsiteX26" fmla="*/ 253251 w 2912392"/>
                <a:gd name="connsiteY26" fmla="*/ 110381 h 802596"/>
                <a:gd name="connsiteX27" fmla="*/ 262992 w 2912392"/>
                <a:gd name="connsiteY27" fmla="*/ 119946 h 802596"/>
                <a:gd name="connsiteX28" fmla="*/ 272732 w 2912392"/>
                <a:gd name="connsiteY28" fmla="*/ 129845 h 802596"/>
                <a:gd name="connsiteX29" fmla="*/ 282473 w 2912392"/>
                <a:gd name="connsiteY29" fmla="*/ 140065 h 802596"/>
                <a:gd name="connsiteX30" fmla="*/ 292214 w 2912392"/>
                <a:gd name="connsiteY30" fmla="*/ 150597 h 802596"/>
                <a:gd name="connsiteX31" fmla="*/ 301953 w 2912392"/>
                <a:gd name="connsiteY31" fmla="*/ 161425 h 802596"/>
                <a:gd name="connsiteX32" fmla="*/ 311694 w 2912392"/>
                <a:gd name="connsiteY32" fmla="*/ 172535 h 802596"/>
                <a:gd name="connsiteX33" fmla="*/ 321435 w 2912392"/>
                <a:gd name="connsiteY33" fmla="*/ 183913 h 802596"/>
                <a:gd name="connsiteX34" fmla="*/ 331175 w 2912392"/>
                <a:gd name="connsiteY34" fmla="*/ 195548 h 802596"/>
                <a:gd name="connsiteX35" fmla="*/ 340916 w 2912392"/>
                <a:gd name="connsiteY35" fmla="*/ 207421 h 802596"/>
                <a:gd name="connsiteX36" fmla="*/ 350656 w 2912392"/>
                <a:gd name="connsiteY36" fmla="*/ 219517 h 802596"/>
                <a:gd name="connsiteX37" fmla="*/ 360396 w 2912392"/>
                <a:gd name="connsiteY37" fmla="*/ 231822 h 802596"/>
                <a:gd name="connsiteX38" fmla="*/ 370137 w 2912392"/>
                <a:gd name="connsiteY38" fmla="*/ 244321 h 802596"/>
                <a:gd name="connsiteX39" fmla="*/ 379878 w 2912392"/>
                <a:gd name="connsiteY39" fmla="*/ 256996 h 802596"/>
                <a:gd name="connsiteX40" fmla="*/ 389617 w 2912392"/>
                <a:gd name="connsiteY40" fmla="*/ 269830 h 802596"/>
                <a:gd name="connsiteX41" fmla="*/ 399358 w 2912392"/>
                <a:gd name="connsiteY41" fmla="*/ 282806 h 802596"/>
                <a:gd name="connsiteX42" fmla="*/ 409099 w 2912392"/>
                <a:gd name="connsiteY42" fmla="*/ 295910 h 802596"/>
                <a:gd name="connsiteX43" fmla="*/ 418839 w 2912392"/>
                <a:gd name="connsiteY43" fmla="*/ 309123 h 802596"/>
                <a:gd name="connsiteX44" fmla="*/ 428580 w 2912392"/>
                <a:gd name="connsiteY44" fmla="*/ 322427 h 802596"/>
                <a:gd name="connsiteX45" fmla="*/ 438321 w 2912392"/>
                <a:gd name="connsiteY45" fmla="*/ 335808 h 802596"/>
                <a:gd name="connsiteX46" fmla="*/ 448060 w 2912392"/>
                <a:gd name="connsiteY46" fmla="*/ 349247 h 802596"/>
                <a:gd name="connsiteX47" fmla="*/ 457801 w 2912392"/>
                <a:gd name="connsiteY47" fmla="*/ 362726 h 802596"/>
                <a:gd name="connsiteX48" fmla="*/ 467542 w 2912392"/>
                <a:gd name="connsiteY48" fmla="*/ 376229 h 802596"/>
                <a:gd name="connsiteX49" fmla="*/ 477281 w 2912392"/>
                <a:gd name="connsiteY49" fmla="*/ 389740 h 802596"/>
                <a:gd name="connsiteX50" fmla="*/ 487022 w 2912392"/>
                <a:gd name="connsiteY50" fmla="*/ 403239 h 802596"/>
                <a:gd name="connsiteX51" fmla="*/ 496763 w 2912392"/>
                <a:gd name="connsiteY51" fmla="*/ 416714 h 802596"/>
                <a:gd name="connsiteX52" fmla="*/ 506503 w 2912392"/>
                <a:gd name="connsiteY52" fmla="*/ 430144 h 802596"/>
                <a:gd name="connsiteX53" fmla="*/ 516244 w 2912392"/>
                <a:gd name="connsiteY53" fmla="*/ 443516 h 802596"/>
                <a:gd name="connsiteX54" fmla="*/ 525985 w 2912392"/>
                <a:gd name="connsiteY54" fmla="*/ 456813 h 802596"/>
                <a:gd name="connsiteX55" fmla="*/ 535724 w 2912392"/>
                <a:gd name="connsiteY55" fmla="*/ 470018 h 802596"/>
                <a:gd name="connsiteX56" fmla="*/ 545465 w 2912392"/>
                <a:gd name="connsiteY56" fmla="*/ 483116 h 802596"/>
                <a:gd name="connsiteX57" fmla="*/ 555206 w 2912392"/>
                <a:gd name="connsiteY57" fmla="*/ 496093 h 802596"/>
                <a:gd name="connsiteX58" fmla="*/ 564946 w 2912392"/>
                <a:gd name="connsiteY58" fmla="*/ 508934 h 802596"/>
                <a:gd name="connsiteX59" fmla="*/ 574687 w 2912392"/>
                <a:gd name="connsiteY59" fmla="*/ 521624 h 802596"/>
                <a:gd name="connsiteX60" fmla="*/ 584428 w 2912392"/>
                <a:gd name="connsiteY60" fmla="*/ 534149 h 802596"/>
                <a:gd name="connsiteX61" fmla="*/ 594167 w 2912392"/>
                <a:gd name="connsiteY61" fmla="*/ 546496 h 802596"/>
                <a:gd name="connsiteX62" fmla="*/ 603908 w 2912392"/>
                <a:gd name="connsiteY62" fmla="*/ 558652 h 802596"/>
                <a:gd name="connsiteX63" fmla="*/ 613649 w 2912392"/>
                <a:gd name="connsiteY63" fmla="*/ 570606 h 802596"/>
                <a:gd name="connsiteX64" fmla="*/ 623388 w 2912392"/>
                <a:gd name="connsiteY64" fmla="*/ 582342 h 802596"/>
                <a:gd name="connsiteX65" fmla="*/ 633129 w 2912392"/>
                <a:gd name="connsiteY65" fmla="*/ 593850 h 802596"/>
                <a:gd name="connsiteX66" fmla="*/ 642870 w 2912392"/>
                <a:gd name="connsiteY66" fmla="*/ 605121 h 802596"/>
                <a:gd name="connsiteX67" fmla="*/ 652610 w 2912392"/>
                <a:gd name="connsiteY67" fmla="*/ 616141 h 802596"/>
                <a:gd name="connsiteX68" fmla="*/ 662351 w 2912392"/>
                <a:gd name="connsiteY68" fmla="*/ 626903 h 802596"/>
                <a:gd name="connsiteX69" fmla="*/ 672092 w 2912392"/>
                <a:gd name="connsiteY69" fmla="*/ 637395 h 802596"/>
                <a:gd name="connsiteX70" fmla="*/ 681831 w 2912392"/>
                <a:gd name="connsiteY70" fmla="*/ 647611 h 802596"/>
                <a:gd name="connsiteX71" fmla="*/ 691572 w 2912392"/>
                <a:gd name="connsiteY71" fmla="*/ 657540 h 802596"/>
                <a:gd name="connsiteX72" fmla="*/ 701313 w 2912392"/>
                <a:gd name="connsiteY72" fmla="*/ 667175 h 802596"/>
                <a:gd name="connsiteX73" fmla="*/ 711052 w 2912392"/>
                <a:gd name="connsiteY73" fmla="*/ 676508 h 802596"/>
                <a:gd name="connsiteX74" fmla="*/ 720793 w 2912392"/>
                <a:gd name="connsiteY74" fmla="*/ 685533 h 802596"/>
                <a:gd name="connsiteX75" fmla="*/ 730534 w 2912392"/>
                <a:gd name="connsiteY75" fmla="*/ 694245 h 802596"/>
                <a:gd name="connsiteX76" fmla="*/ 740274 w 2912392"/>
                <a:gd name="connsiteY76" fmla="*/ 702637 h 802596"/>
                <a:gd name="connsiteX77" fmla="*/ 750015 w 2912392"/>
                <a:gd name="connsiteY77" fmla="*/ 710699 h 802596"/>
                <a:gd name="connsiteX78" fmla="*/ 759756 w 2912392"/>
                <a:gd name="connsiteY78" fmla="*/ 718447 h 802596"/>
                <a:gd name="connsiteX79" fmla="*/ 769495 w 2912392"/>
                <a:gd name="connsiteY79" fmla="*/ 725852 h 802596"/>
                <a:gd name="connsiteX80" fmla="*/ 779236 w 2912392"/>
                <a:gd name="connsiteY80" fmla="*/ 732914 h 802596"/>
                <a:gd name="connsiteX81" fmla="*/ 788977 w 2912392"/>
                <a:gd name="connsiteY81" fmla="*/ 739648 h 802596"/>
                <a:gd name="connsiteX82" fmla="*/ 798717 w 2912392"/>
                <a:gd name="connsiteY82" fmla="*/ 746025 h 802596"/>
                <a:gd name="connsiteX83" fmla="*/ 808458 w 2912392"/>
                <a:gd name="connsiteY83" fmla="*/ 752074 h 802596"/>
                <a:gd name="connsiteX84" fmla="*/ 818199 w 2912392"/>
                <a:gd name="connsiteY84" fmla="*/ 757765 h 802596"/>
                <a:gd name="connsiteX85" fmla="*/ 827938 w 2912392"/>
                <a:gd name="connsiteY85" fmla="*/ 763114 h 802596"/>
                <a:gd name="connsiteX86" fmla="*/ 837679 w 2912392"/>
                <a:gd name="connsiteY86" fmla="*/ 768120 h 802596"/>
                <a:gd name="connsiteX87" fmla="*/ 847420 w 2912392"/>
                <a:gd name="connsiteY87" fmla="*/ 772783 h 802596"/>
                <a:gd name="connsiteX88" fmla="*/ 857159 w 2912392"/>
                <a:gd name="connsiteY88" fmla="*/ 777104 h 802596"/>
                <a:gd name="connsiteX89" fmla="*/ 866900 w 2912392"/>
                <a:gd name="connsiteY89" fmla="*/ 781067 h 802596"/>
                <a:gd name="connsiteX90" fmla="*/ 876641 w 2912392"/>
                <a:gd name="connsiteY90" fmla="*/ 784688 h 802596"/>
                <a:gd name="connsiteX91" fmla="*/ 886381 w 2912392"/>
                <a:gd name="connsiteY91" fmla="*/ 787965 h 802596"/>
                <a:gd name="connsiteX92" fmla="*/ 896122 w 2912392"/>
                <a:gd name="connsiteY92" fmla="*/ 790916 h 802596"/>
                <a:gd name="connsiteX93" fmla="*/ 905863 w 2912392"/>
                <a:gd name="connsiteY93" fmla="*/ 793523 h 802596"/>
                <a:gd name="connsiteX94" fmla="*/ 915602 w 2912392"/>
                <a:gd name="connsiteY94" fmla="*/ 795787 h 802596"/>
                <a:gd name="connsiteX95" fmla="*/ 925343 w 2912392"/>
                <a:gd name="connsiteY95" fmla="*/ 797724 h 802596"/>
                <a:gd name="connsiteX96" fmla="*/ 935084 w 2912392"/>
                <a:gd name="connsiteY96" fmla="*/ 799333 h 802596"/>
                <a:gd name="connsiteX97" fmla="*/ 944824 w 2912392"/>
                <a:gd name="connsiteY97" fmla="*/ 800615 h 802596"/>
                <a:gd name="connsiteX98" fmla="*/ 954564 w 2912392"/>
                <a:gd name="connsiteY98" fmla="*/ 801583 h 802596"/>
                <a:gd name="connsiteX99" fmla="*/ 964305 w 2912392"/>
                <a:gd name="connsiteY99" fmla="*/ 802239 h 802596"/>
                <a:gd name="connsiteX100" fmla="*/ 974045 w 2912392"/>
                <a:gd name="connsiteY100" fmla="*/ 802566 h 802596"/>
                <a:gd name="connsiteX101" fmla="*/ 983786 w 2912392"/>
                <a:gd name="connsiteY101" fmla="*/ 802596 h 802596"/>
                <a:gd name="connsiteX102" fmla="*/ 993522 w 2912392"/>
                <a:gd name="connsiteY102" fmla="*/ 802328 h 802596"/>
                <a:gd name="connsiteX103" fmla="*/ 1003266 w 2912392"/>
                <a:gd name="connsiteY103" fmla="*/ 801762 h 802596"/>
                <a:gd name="connsiteX104" fmla="*/ 1013010 w 2912392"/>
                <a:gd name="connsiteY104" fmla="*/ 800898 h 802596"/>
                <a:gd name="connsiteX105" fmla="*/ 1022754 w 2912392"/>
                <a:gd name="connsiteY105" fmla="*/ 799751 h 802596"/>
                <a:gd name="connsiteX106" fmla="*/ 1032483 w 2912392"/>
                <a:gd name="connsiteY106" fmla="*/ 798320 h 802596"/>
                <a:gd name="connsiteX107" fmla="*/ 1042227 w 2912392"/>
                <a:gd name="connsiteY107" fmla="*/ 796622 h 802596"/>
                <a:gd name="connsiteX108" fmla="*/ 1051971 w 2912392"/>
                <a:gd name="connsiteY108" fmla="*/ 794655 h 802596"/>
                <a:gd name="connsiteX109" fmla="*/ 1061715 w 2912392"/>
                <a:gd name="connsiteY109" fmla="*/ 792420 h 802596"/>
                <a:gd name="connsiteX110" fmla="*/ 1071444 w 2912392"/>
                <a:gd name="connsiteY110" fmla="*/ 789947 h 802596"/>
                <a:gd name="connsiteX111" fmla="*/ 1081188 w 2912392"/>
                <a:gd name="connsiteY111" fmla="*/ 787206 h 802596"/>
                <a:gd name="connsiteX112" fmla="*/ 1090932 w 2912392"/>
                <a:gd name="connsiteY112" fmla="*/ 784226 h 802596"/>
                <a:gd name="connsiteX113" fmla="*/ 1100676 w 2912392"/>
                <a:gd name="connsiteY113" fmla="*/ 781008 h 802596"/>
                <a:gd name="connsiteX114" fmla="*/ 1110405 w 2912392"/>
                <a:gd name="connsiteY114" fmla="*/ 777566 h 802596"/>
                <a:gd name="connsiteX115" fmla="*/ 1120149 w 2912392"/>
                <a:gd name="connsiteY115" fmla="*/ 773886 h 802596"/>
                <a:gd name="connsiteX116" fmla="*/ 1129893 w 2912392"/>
                <a:gd name="connsiteY116" fmla="*/ 770012 h 802596"/>
                <a:gd name="connsiteX117" fmla="*/ 1139637 w 2912392"/>
                <a:gd name="connsiteY117" fmla="*/ 765915 h 802596"/>
                <a:gd name="connsiteX118" fmla="*/ 1149381 w 2912392"/>
                <a:gd name="connsiteY118" fmla="*/ 761609 h 802596"/>
                <a:gd name="connsiteX119" fmla="*/ 1159110 w 2912392"/>
                <a:gd name="connsiteY119" fmla="*/ 757110 h 802596"/>
                <a:gd name="connsiteX120" fmla="*/ 1168854 w 2912392"/>
                <a:gd name="connsiteY120" fmla="*/ 752431 h 802596"/>
                <a:gd name="connsiteX121" fmla="*/ 1178598 w 2912392"/>
                <a:gd name="connsiteY121" fmla="*/ 747559 h 802596"/>
                <a:gd name="connsiteX122" fmla="*/ 1188341 w 2912392"/>
                <a:gd name="connsiteY122" fmla="*/ 742524 h 802596"/>
                <a:gd name="connsiteX123" fmla="*/ 1198070 w 2912392"/>
                <a:gd name="connsiteY123" fmla="*/ 737309 h 802596"/>
                <a:gd name="connsiteX124" fmla="*/ 1207814 w 2912392"/>
                <a:gd name="connsiteY124" fmla="*/ 731930 h 802596"/>
                <a:gd name="connsiteX125" fmla="*/ 1217558 w 2912392"/>
                <a:gd name="connsiteY125" fmla="*/ 726418 h 802596"/>
                <a:gd name="connsiteX126" fmla="*/ 1227302 w 2912392"/>
                <a:gd name="connsiteY126" fmla="*/ 720741 h 802596"/>
                <a:gd name="connsiteX127" fmla="*/ 1237031 w 2912392"/>
                <a:gd name="connsiteY127" fmla="*/ 714916 h 802596"/>
                <a:gd name="connsiteX128" fmla="*/ 1246775 w 2912392"/>
                <a:gd name="connsiteY128" fmla="*/ 708971 h 802596"/>
                <a:gd name="connsiteX129" fmla="*/ 1256519 w 2912392"/>
                <a:gd name="connsiteY129" fmla="*/ 702898 h 802596"/>
                <a:gd name="connsiteX130" fmla="*/ 1266263 w 2912392"/>
                <a:gd name="connsiteY130" fmla="*/ 696705 h 802596"/>
                <a:gd name="connsiteX131" fmla="*/ 1276007 w 2912392"/>
                <a:gd name="connsiteY131" fmla="*/ 690398 h 802596"/>
                <a:gd name="connsiteX132" fmla="*/ 1285736 w 2912392"/>
                <a:gd name="connsiteY132" fmla="*/ 683985 h 802596"/>
                <a:gd name="connsiteX133" fmla="*/ 1295480 w 2912392"/>
                <a:gd name="connsiteY133" fmla="*/ 677475 h 802596"/>
                <a:gd name="connsiteX134" fmla="*/ 1305224 w 2912392"/>
                <a:gd name="connsiteY134" fmla="*/ 670871 h 802596"/>
                <a:gd name="connsiteX135" fmla="*/ 1314968 w 2912392"/>
                <a:gd name="connsiteY135" fmla="*/ 664183 h 802596"/>
                <a:gd name="connsiteX136" fmla="*/ 1324697 w 2912392"/>
                <a:gd name="connsiteY136" fmla="*/ 657419 h 802596"/>
                <a:gd name="connsiteX137" fmla="*/ 1334441 w 2912392"/>
                <a:gd name="connsiteY137" fmla="*/ 650582 h 802596"/>
                <a:gd name="connsiteX138" fmla="*/ 1344185 w 2912392"/>
                <a:gd name="connsiteY138" fmla="*/ 643681 h 802596"/>
                <a:gd name="connsiteX139" fmla="*/ 1353929 w 2912392"/>
                <a:gd name="connsiteY139" fmla="*/ 636721 h 802596"/>
                <a:gd name="connsiteX140" fmla="*/ 1363658 w 2912392"/>
                <a:gd name="connsiteY140" fmla="*/ 629711 h 802596"/>
                <a:gd name="connsiteX141" fmla="*/ 1373402 w 2912392"/>
                <a:gd name="connsiteY141" fmla="*/ 622657 h 802596"/>
                <a:gd name="connsiteX142" fmla="*/ 1383146 w 2912392"/>
                <a:gd name="connsiteY142" fmla="*/ 615565 h 802596"/>
                <a:gd name="connsiteX143" fmla="*/ 1392890 w 2912392"/>
                <a:gd name="connsiteY143" fmla="*/ 608440 h 802596"/>
                <a:gd name="connsiteX144" fmla="*/ 1402619 w 2912392"/>
                <a:gd name="connsiteY144" fmla="*/ 601290 h 802596"/>
                <a:gd name="connsiteX145" fmla="*/ 1412363 w 2912392"/>
                <a:gd name="connsiteY145" fmla="*/ 594122 h 802596"/>
                <a:gd name="connsiteX146" fmla="*/ 1422106 w 2912392"/>
                <a:gd name="connsiteY146" fmla="*/ 586941 h 802596"/>
                <a:gd name="connsiteX147" fmla="*/ 1431850 w 2912392"/>
                <a:gd name="connsiteY147" fmla="*/ 579754 h 802596"/>
                <a:gd name="connsiteX148" fmla="*/ 1441594 w 2912392"/>
                <a:gd name="connsiteY148" fmla="*/ 572565 h 802596"/>
                <a:gd name="connsiteX149" fmla="*/ 1451323 w 2912392"/>
                <a:gd name="connsiteY149" fmla="*/ 565382 h 802596"/>
                <a:gd name="connsiteX150" fmla="*/ 1461067 w 2912392"/>
                <a:gd name="connsiteY150" fmla="*/ 558210 h 802596"/>
                <a:gd name="connsiteX151" fmla="*/ 1470811 w 2912392"/>
                <a:gd name="connsiteY151" fmla="*/ 551054 h 802596"/>
                <a:gd name="connsiteX152" fmla="*/ 1480555 w 2912392"/>
                <a:gd name="connsiteY152" fmla="*/ 543920 h 802596"/>
                <a:gd name="connsiteX153" fmla="*/ 1490284 w 2912392"/>
                <a:gd name="connsiteY153" fmla="*/ 536815 h 802596"/>
                <a:gd name="connsiteX154" fmla="*/ 1500028 w 2912392"/>
                <a:gd name="connsiteY154" fmla="*/ 529741 h 802596"/>
                <a:gd name="connsiteX155" fmla="*/ 1509772 w 2912392"/>
                <a:gd name="connsiteY155" fmla="*/ 522705 h 802596"/>
                <a:gd name="connsiteX156" fmla="*/ 1519516 w 2912392"/>
                <a:gd name="connsiteY156" fmla="*/ 515713 h 802596"/>
                <a:gd name="connsiteX157" fmla="*/ 1529245 w 2912392"/>
                <a:gd name="connsiteY157" fmla="*/ 508769 h 802596"/>
                <a:gd name="connsiteX158" fmla="*/ 1538989 w 2912392"/>
                <a:gd name="connsiteY158" fmla="*/ 501875 h 802596"/>
                <a:gd name="connsiteX159" fmla="*/ 1548733 w 2912392"/>
                <a:gd name="connsiteY159" fmla="*/ 495039 h 802596"/>
                <a:gd name="connsiteX160" fmla="*/ 1558477 w 2912392"/>
                <a:gd name="connsiteY160" fmla="*/ 488263 h 802596"/>
                <a:gd name="connsiteX161" fmla="*/ 1568221 w 2912392"/>
                <a:gd name="connsiteY161" fmla="*/ 481553 h 802596"/>
                <a:gd name="connsiteX162" fmla="*/ 1577950 w 2912392"/>
                <a:gd name="connsiteY162" fmla="*/ 474912 h 802596"/>
                <a:gd name="connsiteX163" fmla="*/ 1587694 w 2912392"/>
                <a:gd name="connsiteY163" fmla="*/ 468344 h 802596"/>
                <a:gd name="connsiteX164" fmla="*/ 1597438 w 2912392"/>
                <a:gd name="connsiteY164" fmla="*/ 461852 h 802596"/>
                <a:gd name="connsiteX165" fmla="*/ 1607182 w 2912392"/>
                <a:gd name="connsiteY165" fmla="*/ 455440 h 802596"/>
                <a:gd name="connsiteX166" fmla="*/ 1616911 w 2912392"/>
                <a:gd name="connsiteY166" fmla="*/ 449110 h 802596"/>
                <a:gd name="connsiteX167" fmla="*/ 1626655 w 2912392"/>
                <a:gd name="connsiteY167" fmla="*/ 442868 h 802596"/>
                <a:gd name="connsiteX168" fmla="*/ 1636399 w 2912392"/>
                <a:gd name="connsiteY168" fmla="*/ 436714 h 802596"/>
                <a:gd name="connsiteX169" fmla="*/ 1646142 w 2912392"/>
                <a:gd name="connsiteY169" fmla="*/ 430652 h 802596"/>
                <a:gd name="connsiteX170" fmla="*/ 1655872 w 2912392"/>
                <a:gd name="connsiteY170" fmla="*/ 424685 h 802596"/>
                <a:gd name="connsiteX171" fmla="*/ 1665616 w 2912392"/>
                <a:gd name="connsiteY171" fmla="*/ 418813 h 802596"/>
                <a:gd name="connsiteX172" fmla="*/ 1675359 w 2912392"/>
                <a:gd name="connsiteY172" fmla="*/ 413043 h 802596"/>
                <a:gd name="connsiteX173" fmla="*/ 1685103 w 2912392"/>
                <a:gd name="connsiteY173" fmla="*/ 407372 h 802596"/>
                <a:gd name="connsiteX174" fmla="*/ 1694832 w 2912392"/>
                <a:gd name="connsiteY174" fmla="*/ 401806 h 802596"/>
                <a:gd name="connsiteX175" fmla="*/ 1704576 w 2912392"/>
                <a:gd name="connsiteY175" fmla="*/ 396344 h 802596"/>
                <a:gd name="connsiteX176" fmla="*/ 1714320 w 2912392"/>
                <a:gd name="connsiteY176" fmla="*/ 390990 h 802596"/>
                <a:gd name="connsiteX177" fmla="*/ 1724064 w 2912392"/>
                <a:gd name="connsiteY177" fmla="*/ 385744 h 802596"/>
                <a:gd name="connsiteX178" fmla="*/ 1733808 w 2912392"/>
                <a:gd name="connsiteY178" fmla="*/ 380606 h 802596"/>
                <a:gd name="connsiteX179" fmla="*/ 1743537 w 2912392"/>
                <a:gd name="connsiteY179" fmla="*/ 375582 h 802596"/>
                <a:gd name="connsiteX180" fmla="*/ 1753281 w 2912392"/>
                <a:gd name="connsiteY180" fmla="*/ 370670 h 802596"/>
                <a:gd name="connsiteX181" fmla="*/ 1763025 w 2912392"/>
                <a:gd name="connsiteY181" fmla="*/ 365873 h 802596"/>
                <a:gd name="connsiteX182" fmla="*/ 1772769 w 2912392"/>
                <a:gd name="connsiteY182" fmla="*/ 361190 h 802596"/>
                <a:gd name="connsiteX183" fmla="*/ 1782498 w 2912392"/>
                <a:gd name="connsiteY183" fmla="*/ 356624 h 802596"/>
                <a:gd name="connsiteX184" fmla="*/ 1792242 w 2912392"/>
                <a:gd name="connsiteY184" fmla="*/ 352175 h 802596"/>
                <a:gd name="connsiteX185" fmla="*/ 1801986 w 2912392"/>
                <a:gd name="connsiteY185" fmla="*/ 347844 h 802596"/>
                <a:gd name="connsiteX186" fmla="*/ 1811730 w 2912392"/>
                <a:gd name="connsiteY186" fmla="*/ 343633 h 802596"/>
                <a:gd name="connsiteX187" fmla="*/ 1821459 w 2912392"/>
                <a:gd name="connsiteY187" fmla="*/ 339543 h 802596"/>
                <a:gd name="connsiteX188" fmla="*/ 1831203 w 2912392"/>
                <a:gd name="connsiteY188" fmla="*/ 335574 h 802596"/>
                <a:gd name="connsiteX189" fmla="*/ 1840947 w 2912392"/>
                <a:gd name="connsiteY189" fmla="*/ 331729 h 802596"/>
                <a:gd name="connsiteX190" fmla="*/ 1850691 w 2912392"/>
                <a:gd name="connsiteY190" fmla="*/ 328007 h 802596"/>
                <a:gd name="connsiteX191" fmla="*/ 1860435 w 2912392"/>
                <a:gd name="connsiteY191" fmla="*/ 324409 h 802596"/>
                <a:gd name="connsiteX192" fmla="*/ 1870164 w 2912392"/>
                <a:gd name="connsiteY192" fmla="*/ 320937 h 802596"/>
                <a:gd name="connsiteX193" fmla="*/ 1879908 w 2912392"/>
                <a:gd name="connsiteY193" fmla="*/ 317594 h 802596"/>
                <a:gd name="connsiteX194" fmla="*/ 1889652 w 2912392"/>
                <a:gd name="connsiteY194" fmla="*/ 314377 h 802596"/>
                <a:gd name="connsiteX195" fmla="*/ 1899395 w 2912392"/>
                <a:gd name="connsiteY195" fmla="*/ 311292 h 802596"/>
                <a:gd name="connsiteX196" fmla="*/ 1909124 w 2912392"/>
                <a:gd name="connsiteY196" fmla="*/ 308337 h 802596"/>
                <a:gd name="connsiteX197" fmla="*/ 1918868 w 2912392"/>
                <a:gd name="connsiteY197" fmla="*/ 305516 h 802596"/>
                <a:gd name="connsiteX198" fmla="*/ 1928612 w 2912392"/>
                <a:gd name="connsiteY198" fmla="*/ 302826 h 802596"/>
                <a:gd name="connsiteX199" fmla="*/ 1938356 w 2912392"/>
                <a:gd name="connsiteY199" fmla="*/ 300274 h 802596"/>
                <a:gd name="connsiteX200" fmla="*/ 1948085 w 2912392"/>
                <a:gd name="connsiteY200" fmla="*/ 297859 h 802596"/>
                <a:gd name="connsiteX201" fmla="*/ 1957829 w 2912392"/>
                <a:gd name="connsiteY201" fmla="*/ 295584 h 802596"/>
                <a:gd name="connsiteX202" fmla="*/ 1967573 w 2912392"/>
                <a:gd name="connsiteY202" fmla="*/ 293449 h 802596"/>
                <a:gd name="connsiteX203" fmla="*/ 1977317 w 2912392"/>
                <a:gd name="connsiteY203" fmla="*/ 291457 h 802596"/>
                <a:gd name="connsiteX204" fmla="*/ 1987046 w 2912392"/>
                <a:gd name="connsiteY204" fmla="*/ 289611 h 802596"/>
                <a:gd name="connsiteX205" fmla="*/ 1996790 w 2912392"/>
                <a:gd name="connsiteY205" fmla="*/ 287911 h 802596"/>
                <a:gd name="connsiteX206" fmla="*/ 2006534 w 2912392"/>
                <a:gd name="connsiteY206" fmla="*/ 286361 h 802596"/>
                <a:gd name="connsiteX207" fmla="*/ 2016278 w 2912392"/>
                <a:gd name="connsiteY207" fmla="*/ 284962 h 802596"/>
                <a:gd name="connsiteX208" fmla="*/ 2026022 w 2912392"/>
                <a:gd name="connsiteY208" fmla="*/ 283718 h 802596"/>
                <a:gd name="connsiteX209" fmla="*/ 2035751 w 2912392"/>
                <a:gd name="connsiteY209" fmla="*/ 282629 h 802596"/>
                <a:gd name="connsiteX210" fmla="*/ 2045495 w 2912392"/>
                <a:gd name="connsiteY210" fmla="*/ 281700 h 802596"/>
                <a:gd name="connsiteX211" fmla="*/ 2055239 w 2912392"/>
                <a:gd name="connsiteY211" fmla="*/ 280929 h 802596"/>
                <a:gd name="connsiteX212" fmla="*/ 2064983 w 2912392"/>
                <a:gd name="connsiteY212" fmla="*/ 280323 h 802596"/>
                <a:gd name="connsiteX213" fmla="*/ 2074712 w 2912392"/>
                <a:gd name="connsiteY213" fmla="*/ 279882 h 802596"/>
                <a:gd name="connsiteX214" fmla="*/ 2084456 w 2912392"/>
                <a:gd name="connsiteY214" fmla="*/ 279608 h 802596"/>
                <a:gd name="connsiteX215" fmla="*/ 2094200 w 2912392"/>
                <a:gd name="connsiteY215" fmla="*/ 279503 h 802596"/>
                <a:gd name="connsiteX216" fmla="*/ 2103944 w 2912392"/>
                <a:gd name="connsiteY216" fmla="*/ 279572 h 802596"/>
                <a:gd name="connsiteX217" fmla="*/ 2113673 w 2912392"/>
                <a:gd name="connsiteY217" fmla="*/ 279813 h 802596"/>
                <a:gd name="connsiteX218" fmla="*/ 2123417 w 2912392"/>
                <a:gd name="connsiteY218" fmla="*/ 280232 h 802596"/>
                <a:gd name="connsiteX219" fmla="*/ 2133161 w 2912392"/>
                <a:gd name="connsiteY219" fmla="*/ 280826 h 802596"/>
                <a:gd name="connsiteX220" fmla="*/ 2142905 w 2912392"/>
                <a:gd name="connsiteY220" fmla="*/ 281603 h 802596"/>
                <a:gd name="connsiteX221" fmla="*/ 2152649 w 2912392"/>
                <a:gd name="connsiteY221" fmla="*/ 282558 h 802596"/>
                <a:gd name="connsiteX222" fmla="*/ 2162377 w 2912392"/>
                <a:gd name="connsiteY222" fmla="*/ 283696 h 802596"/>
                <a:gd name="connsiteX223" fmla="*/ 2172121 w 2912392"/>
                <a:gd name="connsiteY223" fmla="*/ 285018 h 802596"/>
                <a:gd name="connsiteX224" fmla="*/ 2181865 w 2912392"/>
                <a:gd name="connsiteY224" fmla="*/ 286522 h 802596"/>
                <a:gd name="connsiteX225" fmla="*/ 2191609 w 2912392"/>
                <a:gd name="connsiteY225" fmla="*/ 288213 h 802596"/>
                <a:gd name="connsiteX226" fmla="*/ 2201338 w 2912392"/>
                <a:gd name="connsiteY226" fmla="*/ 290089 h 802596"/>
                <a:gd name="connsiteX227" fmla="*/ 2211082 w 2912392"/>
                <a:gd name="connsiteY227" fmla="*/ 292150 h 802596"/>
                <a:gd name="connsiteX228" fmla="*/ 2220826 w 2912392"/>
                <a:gd name="connsiteY228" fmla="*/ 294395 h 802596"/>
                <a:gd name="connsiteX229" fmla="*/ 2230570 w 2912392"/>
                <a:gd name="connsiteY229" fmla="*/ 296823 h 802596"/>
                <a:gd name="connsiteX230" fmla="*/ 2240299 w 2912392"/>
                <a:gd name="connsiteY230" fmla="*/ 299437 h 802596"/>
                <a:gd name="connsiteX231" fmla="*/ 2250043 w 2912392"/>
                <a:gd name="connsiteY231" fmla="*/ 302232 h 802596"/>
                <a:gd name="connsiteX232" fmla="*/ 2259787 w 2912392"/>
                <a:gd name="connsiteY232" fmla="*/ 305207 h 802596"/>
                <a:gd name="connsiteX233" fmla="*/ 2269531 w 2912392"/>
                <a:gd name="connsiteY233" fmla="*/ 308360 h 802596"/>
                <a:gd name="connsiteX234" fmla="*/ 2279260 w 2912392"/>
                <a:gd name="connsiteY234" fmla="*/ 311688 h 802596"/>
                <a:gd name="connsiteX235" fmla="*/ 2289004 w 2912392"/>
                <a:gd name="connsiteY235" fmla="*/ 315189 h 802596"/>
                <a:gd name="connsiteX236" fmla="*/ 2298748 w 2912392"/>
                <a:gd name="connsiteY236" fmla="*/ 318861 h 802596"/>
                <a:gd name="connsiteX237" fmla="*/ 2308492 w 2912392"/>
                <a:gd name="connsiteY237" fmla="*/ 322697 h 802596"/>
                <a:gd name="connsiteX238" fmla="*/ 2318236 w 2912392"/>
                <a:gd name="connsiteY238" fmla="*/ 326694 h 802596"/>
                <a:gd name="connsiteX239" fmla="*/ 2327965 w 2912392"/>
                <a:gd name="connsiteY239" fmla="*/ 330850 h 802596"/>
                <a:gd name="connsiteX240" fmla="*/ 2337709 w 2912392"/>
                <a:gd name="connsiteY240" fmla="*/ 335156 h 802596"/>
                <a:gd name="connsiteX241" fmla="*/ 2347453 w 2912392"/>
                <a:gd name="connsiteY241" fmla="*/ 339609 h 802596"/>
                <a:gd name="connsiteX242" fmla="*/ 2357197 w 2912392"/>
                <a:gd name="connsiteY242" fmla="*/ 344201 h 802596"/>
                <a:gd name="connsiteX243" fmla="*/ 2366926 w 2912392"/>
                <a:gd name="connsiteY243" fmla="*/ 348928 h 802596"/>
                <a:gd name="connsiteX244" fmla="*/ 2376670 w 2912392"/>
                <a:gd name="connsiteY244" fmla="*/ 353782 h 802596"/>
                <a:gd name="connsiteX245" fmla="*/ 2386413 w 2912392"/>
                <a:gd name="connsiteY245" fmla="*/ 358756 h 802596"/>
                <a:gd name="connsiteX246" fmla="*/ 2396157 w 2912392"/>
                <a:gd name="connsiteY246" fmla="*/ 363841 h 802596"/>
                <a:gd name="connsiteX247" fmla="*/ 2405886 w 2912392"/>
                <a:gd name="connsiteY247" fmla="*/ 369031 h 802596"/>
                <a:gd name="connsiteX248" fmla="*/ 2415630 w 2912392"/>
                <a:gd name="connsiteY248" fmla="*/ 374316 h 802596"/>
                <a:gd name="connsiteX249" fmla="*/ 2425374 w 2912392"/>
                <a:gd name="connsiteY249" fmla="*/ 379689 h 802596"/>
                <a:gd name="connsiteX250" fmla="*/ 2435118 w 2912392"/>
                <a:gd name="connsiteY250" fmla="*/ 385140 h 802596"/>
                <a:gd name="connsiteX251" fmla="*/ 2444862 w 2912392"/>
                <a:gd name="connsiteY251" fmla="*/ 390659 h 802596"/>
                <a:gd name="connsiteX252" fmla="*/ 2454591 w 2912392"/>
                <a:gd name="connsiteY252" fmla="*/ 396237 h 802596"/>
                <a:gd name="connsiteX253" fmla="*/ 2464335 w 2912392"/>
                <a:gd name="connsiteY253" fmla="*/ 401863 h 802596"/>
                <a:gd name="connsiteX254" fmla="*/ 2474079 w 2912392"/>
                <a:gd name="connsiteY254" fmla="*/ 407529 h 802596"/>
                <a:gd name="connsiteX255" fmla="*/ 2483823 w 2912392"/>
                <a:gd name="connsiteY255" fmla="*/ 413222 h 802596"/>
                <a:gd name="connsiteX256" fmla="*/ 2493552 w 2912392"/>
                <a:gd name="connsiteY256" fmla="*/ 418933 h 802596"/>
                <a:gd name="connsiteX257" fmla="*/ 2503296 w 2912392"/>
                <a:gd name="connsiteY257" fmla="*/ 424649 h 802596"/>
                <a:gd name="connsiteX258" fmla="*/ 2513040 w 2912392"/>
                <a:gd name="connsiteY258" fmla="*/ 430363 h 802596"/>
                <a:gd name="connsiteX259" fmla="*/ 2522784 w 2912392"/>
                <a:gd name="connsiteY259" fmla="*/ 436060 h 802596"/>
                <a:gd name="connsiteX260" fmla="*/ 2532513 w 2912392"/>
                <a:gd name="connsiteY260" fmla="*/ 441732 h 802596"/>
                <a:gd name="connsiteX261" fmla="*/ 2542257 w 2912392"/>
                <a:gd name="connsiteY261" fmla="*/ 447367 h 802596"/>
                <a:gd name="connsiteX262" fmla="*/ 2552001 w 2912392"/>
                <a:gd name="connsiteY262" fmla="*/ 452953 h 802596"/>
                <a:gd name="connsiteX263" fmla="*/ 2561745 w 2912392"/>
                <a:gd name="connsiteY263" fmla="*/ 458479 h 802596"/>
                <a:gd name="connsiteX264" fmla="*/ 2571474 w 2912392"/>
                <a:gd name="connsiteY264" fmla="*/ 463935 h 802596"/>
                <a:gd name="connsiteX265" fmla="*/ 2581218 w 2912392"/>
                <a:gd name="connsiteY265" fmla="*/ 469309 h 802596"/>
                <a:gd name="connsiteX266" fmla="*/ 2590962 w 2912392"/>
                <a:gd name="connsiteY266" fmla="*/ 474591 h 802596"/>
                <a:gd name="connsiteX267" fmla="*/ 2600705 w 2912392"/>
                <a:gd name="connsiteY267" fmla="*/ 479771 h 802596"/>
                <a:gd name="connsiteX268" fmla="*/ 2610449 w 2912392"/>
                <a:gd name="connsiteY268" fmla="*/ 484837 h 802596"/>
                <a:gd name="connsiteX269" fmla="*/ 2620178 w 2912392"/>
                <a:gd name="connsiteY269" fmla="*/ 489780 h 802596"/>
                <a:gd name="connsiteX270" fmla="*/ 2629922 w 2912392"/>
                <a:gd name="connsiteY270" fmla="*/ 494590 h 802596"/>
                <a:gd name="connsiteX271" fmla="*/ 2639666 w 2912392"/>
                <a:gd name="connsiteY271" fmla="*/ 499257 h 802596"/>
                <a:gd name="connsiteX272" fmla="*/ 2649410 w 2912392"/>
                <a:gd name="connsiteY272" fmla="*/ 503775 h 802596"/>
                <a:gd name="connsiteX273" fmla="*/ 2659139 w 2912392"/>
                <a:gd name="connsiteY273" fmla="*/ 508130 h 802596"/>
                <a:gd name="connsiteX274" fmla="*/ 2668883 w 2912392"/>
                <a:gd name="connsiteY274" fmla="*/ 512318 h 802596"/>
                <a:gd name="connsiteX275" fmla="*/ 2678627 w 2912392"/>
                <a:gd name="connsiteY275" fmla="*/ 516327 h 802596"/>
                <a:gd name="connsiteX276" fmla="*/ 2688371 w 2912392"/>
                <a:gd name="connsiteY276" fmla="*/ 520153 h 802596"/>
                <a:gd name="connsiteX277" fmla="*/ 2698100 w 2912392"/>
                <a:gd name="connsiteY277" fmla="*/ 523789 h 802596"/>
                <a:gd name="connsiteX278" fmla="*/ 2707844 w 2912392"/>
                <a:gd name="connsiteY278" fmla="*/ 527226 h 802596"/>
                <a:gd name="connsiteX279" fmla="*/ 2717588 w 2912392"/>
                <a:gd name="connsiteY279" fmla="*/ 530457 h 802596"/>
                <a:gd name="connsiteX280" fmla="*/ 2727332 w 2912392"/>
                <a:gd name="connsiteY280" fmla="*/ 533482 h 802596"/>
                <a:gd name="connsiteX281" fmla="*/ 2737076 w 2912392"/>
                <a:gd name="connsiteY281" fmla="*/ 536290 h 802596"/>
                <a:gd name="connsiteX282" fmla="*/ 2746805 w 2912392"/>
                <a:gd name="connsiteY282" fmla="*/ 538880 h 802596"/>
                <a:gd name="connsiteX283" fmla="*/ 2756549 w 2912392"/>
                <a:gd name="connsiteY283" fmla="*/ 541247 h 802596"/>
                <a:gd name="connsiteX284" fmla="*/ 2766293 w 2912392"/>
                <a:gd name="connsiteY284" fmla="*/ 543390 h 802596"/>
                <a:gd name="connsiteX285" fmla="*/ 2776037 w 2912392"/>
                <a:gd name="connsiteY285" fmla="*/ 545303 h 802596"/>
                <a:gd name="connsiteX286" fmla="*/ 2785766 w 2912392"/>
                <a:gd name="connsiteY286" fmla="*/ 546985 h 802596"/>
                <a:gd name="connsiteX287" fmla="*/ 2795510 w 2912392"/>
                <a:gd name="connsiteY287" fmla="*/ 548434 h 802596"/>
                <a:gd name="connsiteX288" fmla="*/ 2805254 w 2912392"/>
                <a:gd name="connsiteY288" fmla="*/ 549650 h 802596"/>
                <a:gd name="connsiteX289" fmla="*/ 2814998 w 2912392"/>
                <a:gd name="connsiteY289" fmla="*/ 550634 h 802596"/>
                <a:gd name="connsiteX290" fmla="*/ 2824727 w 2912392"/>
                <a:gd name="connsiteY290" fmla="*/ 551385 h 802596"/>
                <a:gd name="connsiteX291" fmla="*/ 2834471 w 2912392"/>
                <a:gd name="connsiteY291" fmla="*/ 551903 h 802596"/>
                <a:gd name="connsiteX292" fmla="*/ 2844215 w 2912392"/>
                <a:gd name="connsiteY292" fmla="*/ 552191 h 802596"/>
                <a:gd name="connsiteX293" fmla="*/ 2853958 w 2912392"/>
                <a:gd name="connsiteY293" fmla="*/ 552249 h 802596"/>
                <a:gd name="connsiteX294" fmla="*/ 2863687 w 2912392"/>
                <a:gd name="connsiteY294" fmla="*/ 552082 h 802596"/>
                <a:gd name="connsiteX295" fmla="*/ 2873431 w 2912392"/>
                <a:gd name="connsiteY295" fmla="*/ 551691 h 802596"/>
                <a:gd name="connsiteX296" fmla="*/ 2883175 w 2912392"/>
                <a:gd name="connsiteY296" fmla="*/ 551082 h 802596"/>
                <a:gd name="connsiteX297" fmla="*/ 2892919 w 2912392"/>
                <a:gd name="connsiteY297" fmla="*/ 550258 h 802596"/>
                <a:gd name="connsiteX298" fmla="*/ 2902663 w 2912392"/>
                <a:gd name="connsiteY298" fmla="*/ 549223 h 802596"/>
                <a:gd name="connsiteX299" fmla="*/ 2912392 w 2912392"/>
                <a:gd name="connsiteY299" fmla="*/ 547983 h 802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02596">
                  <a:moveTo>
                    <a:pt x="0" y="1915"/>
                  </a:moveTo>
                  <a:lnTo>
                    <a:pt x="9739" y="879"/>
                  </a:lnTo>
                  <a:lnTo>
                    <a:pt x="19480" y="238"/>
                  </a:lnTo>
                  <a:lnTo>
                    <a:pt x="29221" y="0"/>
                  </a:lnTo>
                  <a:lnTo>
                    <a:pt x="38961" y="168"/>
                  </a:lnTo>
                  <a:lnTo>
                    <a:pt x="48702" y="749"/>
                  </a:lnTo>
                  <a:lnTo>
                    <a:pt x="58443" y="1749"/>
                  </a:lnTo>
                  <a:lnTo>
                    <a:pt x="68182" y="3170"/>
                  </a:lnTo>
                  <a:lnTo>
                    <a:pt x="77923" y="5018"/>
                  </a:lnTo>
                  <a:lnTo>
                    <a:pt x="87664" y="7295"/>
                  </a:lnTo>
                  <a:lnTo>
                    <a:pt x="97404" y="10002"/>
                  </a:lnTo>
                  <a:lnTo>
                    <a:pt x="107145" y="13139"/>
                  </a:lnTo>
                  <a:lnTo>
                    <a:pt x="116886" y="16709"/>
                  </a:lnTo>
                  <a:lnTo>
                    <a:pt x="126625" y="20710"/>
                  </a:lnTo>
                  <a:lnTo>
                    <a:pt x="136366" y="25141"/>
                  </a:lnTo>
                  <a:lnTo>
                    <a:pt x="146107" y="30001"/>
                  </a:lnTo>
                  <a:lnTo>
                    <a:pt x="155846" y="35285"/>
                  </a:lnTo>
                  <a:lnTo>
                    <a:pt x="165587" y="40993"/>
                  </a:lnTo>
                  <a:lnTo>
                    <a:pt x="175328" y="47118"/>
                  </a:lnTo>
                  <a:lnTo>
                    <a:pt x="185068" y="53654"/>
                  </a:lnTo>
                  <a:lnTo>
                    <a:pt x="194809" y="60599"/>
                  </a:lnTo>
                  <a:lnTo>
                    <a:pt x="204550" y="67942"/>
                  </a:lnTo>
                  <a:lnTo>
                    <a:pt x="214289" y="75679"/>
                  </a:lnTo>
                  <a:lnTo>
                    <a:pt x="224030" y="83799"/>
                  </a:lnTo>
                  <a:lnTo>
                    <a:pt x="233771" y="92296"/>
                  </a:lnTo>
                  <a:lnTo>
                    <a:pt x="243510" y="101161"/>
                  </a:lnTo>
                  <a:lnTo>
                    <a:pt x="253251" y="110381"/>
                  </a:lnTo>
                  <a:lnTo>
                    <a:pt x="262992" y="119946"/>
                  </a:lnTo>
                  <a:lnTo>
                    <a:pt x="272732" y="129845"/>
                  </a:lnTo>
                  <a:lnTo>
                    <a:pt x="282473" y="140065"/>
                  </a:lnTo>
                  <a:lnTo>
                    <a:pt x="292214" y="150597"/>
                  </a:lnTo>
                  <a:lnTo>
                    <a:pt x="301953" y="161425"/>
                  </a:lnTo>
                  <a:lnTo>
                    <a:pt x="311694" y="172535"/>
                  </a:lnTo>
                  <a:lnTo>
                    <a:pt x="321435" y="183913"/>
                  </a:lnTo>
                  <a:lnTo>
                    <a:pt x="331175" y="195548"/>
                  </a:lnTo>
                  <a:lnTo>
                    <a:pt x="340916" y="207421"/>
                  </a:lnTo>
                  <a:lnTo>
                    <a:pt x="350656" y="219517"/>
                  </a:lnTo>
                  <a:lnTo>
                    <a:pt x="360396" y="231822"/>
                  </a:lnTo>
                  <a:lnTo>
                    <a:pt x="370137" y="244321"/>
                  </a:lnTo>
                  <a:lnTo>
                    <a:pt x="379878" y="256996"/>
                  </a:lnTo>
                  <a:lnTo>
                    <a:pt x="389617" y="269830"/>
                  </a:lnTo>
                  <a:lnTo>
                    <a:pt x="399358" y="282806"/>
                  </a:lnTo>
                  <a:lnTo>
                    <a:pt x="409099" y="295910"/>
                  </a:lnTo>
                  <a:lnTo>
                    <a:pt x="418839" y="309123"/>
                  </a:lnTo>
                  <a:lnTo>
                    <a:pt x="428580" y="322427"/>
                  </a:lnTo>
                  <a:lnTo>
                    <a:pt x="438321" y="335808"/>
                  </a:lnTo>
                  <a:lnTo>
                    <a:pt x="448060" y="349247"/>
                  </a:lnTo>
                  <a:lnTo>
                    <a:pt x="457801" y="362726"/>
                  </a:lnTo>
                  <a:lnTo>
                    <a:pt x="467542" y="376229"/>
                  </a:lnTo>
                  <a:lnTo>
                    <a:pt x="477281" y="389740"/>
                  </a:lnTo>
                  <a:lnTo>
                    <a:pt x="487022" y="403239"/>
                  </a:lnTo>
                  <a:lnTo>
                    <a:pt x="496763" y="416714"/>
                  </a:lnTo>
                  <a:lnTo>
                    <a:pt x="506503" y="430144"/>
                  </a:lnTo>
                  <a:lnTo>
                    <a:pt x="516244" y="443516"/>
                  </a:lnTo>
                  <a:lnTo>
                    <a:pt x="525985" y="456813"/>
                  </a:lnTo>
                  <a:lnTo>
                    <a:pt x="535724" y="470018"/>
                  </a:lnTo>
                  <a:lnTo>
                    <a:pt x="545465" y="483116"/>
                  </a:lnTo>
                  <a:lnTo>
                    <a:pt x="555206" y="496093"/>
                  </a:lnTo>
                  <a:lnTo>
                    <a:pt x="564946" y="508934"/>
                  </a:lnTo>
                  <a:lnTo>
                    <a:pt x="574687" y="521624"/>
                  </a:lnTo>
                  <a:lnTo>
                    <a:pt x="584428" y="534149"/>
                  </a:lnTo>
                  <a:lnTo>
                    <a:pt x="594167" y="546496"/>
                  </a:lnTo>
                  <a:lnTo>
                    <a:pt x="603908" y="558652"/>
                  </a:lnTo>
                  <a:lnTo>
                    <a:pt x="613649" y="570606"/>
                  </a:lnTo>
                  <a:lnTo>
                    <a:pt x="623388" y="582342"/>
                  </a:lnTo>
                  <a:lnTo>
                    <a:pt x="633129" y="593850"/>
                  </a:lnTo>
                  <a:lnTo>
                    <a:pt x="642870" y="605121"/>
                  </a:lnTo>
                  <a:lnTo>
                    <a:pt x="652610" y="616141"/>
                  </a:lnTo>
                  <a:lnTo>
                    <a:pt x="662351" y="626903"/>
                  </a:lnTo>
                  <a:lnTo>
                    <a:pt x="672092" y="637395"/>
                  </a:lnTo>
                  <a:lnTo>
                    <a:pt x="681831" y="647611"/>
                  </a:lnTo>
                  <a:lnTo>
                    <a:pt x="691572" y="657540"/>
                  </a:lnTo>
                  <a:lnTo>
                    <a:pt x="701313" y="667175"/>
                  </a:lnTo>
                  <a:lnTo>
                    <a:pt x="711052" y="676508"/>
                  </a:lnTo>
                  <a:lnTo>
                    <a:pt x="720793" y="685533"/>
                  </a:lnTo>
                  <a:lnTo>
                    <a:pt x="730534" y="694245"/>
                  </a:lnTo>
                  <a:lnTo>
                    <a:pt x="740274" y="702637"/>
                  </a:lnTo>
                  <a:lnTo>
                    <a:pt x="750015" y="710699"/>
                  </a:lnTo>
                  <a:lnTo>
                    <a:pt x="759756" y="718447"/>
                  </a:lnTo>
                  <a:lnTo>
                    <a:pt x="769495" y="725852"/>
                  </a:lnTo>
                  <a:lnTo>
                    <a:pt x="779236" y="732914"/>
                  </a:lnTo>
                  <a:lnTo>
                    <a:pt x="788977" y="739648"/>
                  </a:lnTo>
                  <a:lnTo>
                    <a:pt x="798717" y="746025"/>
                  </a:lnTo>
                  <a:lnTo>
                    <a:pt x="808458" y="752074"/>
                  </a:lnTo>
                  <a:lnTo>
                    <a:pt x="818199" y="757765"/>
                  </a:lnTo>
                  <a:lnTo>
                    <a:pt x="827938" y="763114"/>
                  </a:lnTo>
                  <a:lnTo>
                    <a:pt x="837679" y="768120"/>
                  </a:lnTo>
                  <a:lnTo>
                    <a:pt x="847420" y="772783"/>
                  </a:lnTo>
                  <a:lnTo>
                    <a:pt x="857159" y="777104"/>
                  </a:lnTo>
                  <a:lnTo>
                    <a:pt x="866900" y="781067"/>
                  </a:lnTo>
                  <a:lnTo>
                    <a:pt x="876641" y="784688"/>
                  </a:lnTo>
                  <a:lnTo>
                    <a:pt x="886381" y="787965"/>
                  </a:lnTo>
                  <a:lnTo>
                    <a:pt x="896122" y="790916"/>
                  </a:lnTo>
                  <a:lnTo>
                    <a:pt x="905863" y="793523"/>
                  </a:lnTo>
                  <a:lnTo>
                    <a:pt x="915602" y="795787"/>
                  </a:lnTo>
                  <a:lnTo>
                    <a:pt x="925343" y="797724"/>
                  </a:lnTo>
                  <a:lnTo>
                    <a:pt x="935084" y="799333"/>
                  </a:lnTo>
                  <a:lnTo>
                    <a:pt x="944824" y="800615"/>
                  </a:lnTo>
                  <a:lnTo>
                    <a:pt x="954564" y="801583"/>
                  </a:lnTo>
                  <a:lnTo>
                    <a:pt x="964305" y="802239"/>
                  </a:lnTo>
                  <a:lnTo>
                    <a:pt x="974045" y="802566"/>
                  </a:lnTo>
                  <a:lnTo>
                    <a:pt x="983786" y="802596"/>
                  </a:lnTo>
                  <a:lnTo>
                    <a:pt x="993522" y="802328"/>
                  </a:lnTo>
                  <a:lnTo>
                    <a:pt x="1003266" y="801762"/>
                  </a:lnTo>
                  <a:lnTo>
                    <a:pt x="1013010" y="800898"/>
                  </a:lnTo>
                  <a:lnTo>
                    <a:pt x="1022754" y="799751"/>
                  </a:lnTo>
                  <a:lnTo>
                    <a:pt x="1032483" y="798320"/>
                  </a:lnTo>
                  <a:lnTo>
                    <a:pt x="1042227" y="796622"/>
                  </a:lnTo>
                  <a:lnTo>
                    <a:pt x="1051971" y="794655"/>
                  </a:lnTo>
                  <a:lnTo>
                    <a:pt x="1061715" y="792420"/>
                  </a:lnTo>
                  <a:lnTo>
                    <a:pt x="1071444" y="789947"/>
                  </a:lnTo>
                  <a:lnTo>
                    <a:pt x="1081188" y="787206"/>
                  </a:lnTo>
                  <a:lnTo>
                    <a:pt x="1090932" y="784226"/>
                  </a:lnTo>
                  <a:lnTo>
                    <a:pt x="1100676" y="781008"/>
                  </a:lnTo>
                  <a:lnTo>
                    <a:pt x="1110405" y="777566"/>
                  </a:lnTo>
                  <a:lnTo>
                    <a:pt x="1120149" y="773886"/>
                  </a:lnTo>
                  <a:lnTo>
                    <a:pt x="1129893" y="770012"/>
                  </a:lnTo>
                  <a:lnTo>
                    <a:pt x="1139637" y="765915"/>
                  </a:lnTo>
                  <a:lnTo>
                    <a:pt x="1149381" y="761609"/>
                  </a:lnTo>
                  <a:lnTo>
                    <a:pt x="1159110" y="757110"/>
                  </a:lnTo>
                  <a:lnTo>
                    <a:pt x="1168854" y="752431"/>
                  </a:lnTo>
                  <a:lnTo>
                    <a:pt x="1178598" y="747559"/>
                  </a:lnTo>
                  <a:lnTo>
                    <a:pt x="1188341" y="742524"/>
                  </a:lnTo>
                  <a:lnTo>
                    <a:pt x="1198070" y="737309"/>
                  </a:lnTo>
                  <a:lnTo>
                    <a:pt x="1207814" y="731930"/>
                  </a:lnTo>
                  <a:lnTo>
                    <a:pt x="1217558" y="726418"/>
                  </a:lnTo>
                  <a:lnTo>
                    <a:pt x="1227302" y="720741"/>
                  </a:lnTo>
                  <a:lnTo>
                    <a:pt x="1237031" y="714916"/>
                  </a:lnTo>
                  <a:lnTo>
                    <a:pt x="1246775" y="708971"/>
                  </a:lnTo>
                  <a:lnTo>
                    <a:pt x="1256519" y="702898"/>
                  </a:lnTo>
                  <a:lnTo>
                    <a:pt x="1266263" y="696705"/>
                  </a:lnTo>
                  <a:lnTo>
                    <a:pt x="1276007" y="690398"/>
                  </a:lnTo>
                  <a:lnTo>
                    <a:pt x="1285736" y="683985"/>
                  </a:lnTo>
                  <a:lnTo>
                    <a:pt x="1295480" y="677475"/>
                  </a:lnTo>
                  <a:lnTo>
                    <a:pt x="1305224" y="670871"/>
                  </a:lnTo>
                  <a:lnTo>
                    <a:pt x="1314968" y="664183"/>
                  </a:lnTo>
                  <a:lnTo>
                    <a:pt x="1324697" y="657419"/>
                  </a:lnTo>
                  <a:lnTo>
                    <a:pt x="1334441" y="650582"/>
                  </a:lnTo>
                  <a:lnTo>
                    <a:pt x="1344185" y="643681"/>
                  </a:lnTo>
                  <a:lnTo>
                    <a:pt x="1353929" y="636721"/>
                  </a:lnTo>
                  <a:lnTo>
                    <a:pt x="1363658" y="629711"/>
                  </a:lnTo>
                  <a:lnTo>
                    <a:pt x="1373402" y="622657"/>
                  </a:lnTo>
                  <a:lnTo>
                    <a:pt x="1383146" y="615565"/>
                  </a:lnTo>
                  <a:lnTo>
                    <a:pt x="1392890" y="608440"/>
                  </a:lnTo>
                  <a:lnTo>
                    <a:pt x="1402619" y="601290"/>
                  </a:lnTo>
                  <a:lnTo>
                    <a:pt x="1412363" y="594122"/>
                  </a:lnTo>
                  <a:lnTo>
                    <a:pt x="1422106" y="586941"/>
                  </a:lnTo>
                  <a:lnTo>
                    <a:pt x="1431850" y="579754"/>
                  </a:lnTo>
                  <a:lnTo>
                    <a:pt x="1441594" y="572565"/>
                  </a:lnTo>
                  <a:lnTo>
                    <a:pt x="1451323" y="565382"/>
                  </a:lnTo>
                  <a:lnTo>
                    <a:pt x="1461067" y="558210"/>
                  </a:lnTo>
                  <a:lnTo>
                    <a:pt x="1470811" y="551054"/>
                  </a:lnTo>
                  <a:lnTo>
                    <a:pt x="1480555" y="543920"/>
                  </a:lnTo>
                  <a:lnTo>
                    <a:pt x="1490284" y="536815"/>
                  </a:lnTo>
                  <a:lnTo>
                    <a:pt x="1500028" y="529741"/>
                  </a:lnTo>
                  <a:lnTo>
                    <a:pt x="1509772" y="522705"/>
                  </a:lnTo>
                  <a:lnTo>
                    <a:pt x="1519516" y="515713"/>
                  </a:lnTo>
                  <a:lnTo>
                    <a:pt x="1529245" y="508769"/>
                  </a:lnTo>
                  <a:lnTo>
                    <a:pt x="1538989" y="501875"/>
                  </a:lnTo>
                  <a:lnTo>
                    <a:pt x="1548733" y="495039"/>
                  </a:lnTo>
                  <a:lnTo>
                    <a:pt x="1558477" y="488263"/>
                  </a:lnTo>
                  <a:lnTo>
                    <a:pt x="1568221" y="481553"/>
                  </a:lnTo>
                  <a:lnTo>
                    <a:pt x="1577950" y="474912"/>
                  </a:lnTo>
                  <a:lnTo>
                    <a:pt x="1587694" y="468344"/>
                  </a:lnTo>
                  <a:lnTo>
                    <a:pt x="1597438" y="461852"/>
                  </a:lnTo>
                  <a:lnTo>
                    <a:pt x="1607182" y="455440"/>
                  </a:lnTo>
                  <a:lnTo>
                    <a:pt x="1616911" y="449110"/>
                  </a:lnTo>
                  <a:lnTo>
                    <a:pt x="1626655" y="442868"/>
                  </a:lnTo>
                  <a:lnTo>
                    <a:pt x="1636399" y="436714"/>
                  </a:lnTo>
                  <a:lnTo>
                    <a:pt x="1646142" y="430652"/>
                  </a:lnTo>
                  <a:lnTo>
                    <a:pt x="1655872" y="424685"/>
                  </a:lnTo>
                  <a:lnTo>
                    <a:pt x="1665616" y="418813"/>
                  </a:lnTo>
                  <a:lnTo>
                    <a:pt x="1675359" y="413043"/>
                  </a:lnTo>
                  <a:lnTo>
                    <a:pt x="1685103" y="407372"/>
                  </a:lnTo>
                  <a:lnTo>
                    <a:pt x="1694832" y="401806"/>
                  </a:lnTo>
                  <a:lnTo>
                    <a:pt x="1704576" y="396344"/>
                  </a:lnTo>
                  <a:lnTo>
                    <a:pt x="1714320" y="390990"/>
                  </a:lnTo>
                  <a:lnTo>
                    <a:pt x="1724064" y="385744"/>
                  </a:lnTo>
                  <a:lnTo>
                    <a:pt x="1733808" y="380606"/>
                  </a:lnTo>
                  <a:lnTo>
                    <a:pt x="1743537" y="375582"/>
                  </a:lnTo>
                  <a:lnTo>
                    <a:pt x="1753281" y="370670"/>
                  </a:lnTo>
                  <a:lnTo>
                    <a:pt x="1763025" y="365873"/>
                  </a:lnTo>
                  <a:lnTo>
                    <a:pt x="1772769" y="361190"/>
                  </a:lnTo>
                  <a:lnTo>
                    <a:pt x="1782498" y="356624"/>
                  </a:lnTo>
                  <a:lnTo>
                    <a:pt x="1792242" y="352175"/>
                  </a:lnTo>
                  <a:lnTo>
                    <a:pt x="1801986" y="347844"/>
                  </a:lnTo>
                  <a:lnTo>
                    <a:pt x="1811730" y="343633"/>
                  </a:lnTo>
                  <a:lnTo>
                    <a:pt x="1821459" y="339543"/>
                  </a:lnTo>
                  <a:lnTo>
                    <a:pt x="1831203" y="335574"/>
                  </a:lnTo>
                  <a:lnTo>
                    <a:pt x="1840947" y="331729"/>
                  </a:lnTo>
                  <a:lnTo>
                    <a:pt x="1850691" y="328007"/>
                  </a:lnTo>
                  <a:lnTo>
                    <a:pt x="1860435" y="324409"/>
                  </a:lnTo>
                  <a:lnTo>
                    <a:pt x="1870164" y="320937"/>
                  </a:lnTo>
                  <a:lnTo>
                    <a:pt x="1879908" y="317594"/>
                  </a:lnTo>
                  <a:lnTo>
                    <a:pt x="1889652" y="314377"/>
                  </a:lnTo>
                  <a:lnTo>
                    <a:pt x="1899395" y="311292"/>
                  </a:lnTo>
                  <a:lnTo>
                    <a:pt x="1909124" y="308337"/>
                  </a:lnTo>
                  <a:lnTo>
                    <a:pt x="1918868" y="305516"/>
                  </a:lnTo>
                  <a:lnTo>
                    <a:pt x="1928612" y="302826"/>
                  </a:lnTo>
                  <a:lnTo>
                    <a:pt x="1938356" y="300274"/>
                  </a:lnTo>
                  <a:lnTo>
                    <a:pt x="1948085" y="297859"/>
                  </a:lnTo>
                  <a:lnTo>
                    <a:pt x="1957829" y="295584"/>
                  </a:lnTo>
                  <a:lnTo>
                    <a:pt x="1967573" y="293449"/>
                  </a:lnTo>
                  <a:lnTo>
                    <a:pt x="1977317" y="291457"/>
                  </a:lnTo>
                  <a:lnTo>
                    <a:pt x="1987046" y="289611"/>
                  </a:lnTo>
                  <a:lnTo>
                    <a:pt x="1996790" y="287911"/>
                  </a:lnTo>
                  <a:lnTo>
                    <a:pt x="2006534" y="286361"/>
                  </a:lnTo>
                  <a:lnTo>
                    <a:pt x="2016278" y="284962"/>
                  </a:lnTo>
                  <a:lnTo>
                    <a:pt x="2026022" y="283718"/>
                  </a:lnTo>
                  <a:lnTo>
                    <a:pt x="2035751" y="282629"/>
                  </a:lnTo>
                  <a:lnTo>
                    <a:pt x="2045495" y="281700"/>
                  </a:lnTo>
                  <a:lnTo>
                    <a:pt x="2055239" y="280929"/>
                  </a:lnTo>
                  <a:lnTo>
                    <a:pt x="2064983" y="280323"/>
                  </a:lnTo>
                  <a:lnTo>
                    <a:pt x="2074712" y="279882"/>
                  </a:lnTo>
                  <a:lnTo>
                    <a:pt x="2084456" y="279608"/>
                  </a:lnTo>
                  <a:lnTo>
                    <a:pt x="2094200" y="279503"/>
                  </a:lnTo>
                  <a:lnTo>
                    <a:pt x="2103944" y="279572"/>
                  </a:lnTo>
                  <a:lnTo>
                    <a:pt x="2113673" y="279813"/>
                  </a:lnTo>
                  <a:lnTo>
                    <a:pt x="2123417" y="280232"/>
                  </a:lnTo>
                  <a:lnTo>
                    <a:pt x="2133161" y="280826"/>
                  </a:lnTo>
                  <a:lnTo>
                    <a:pt x="2142905" y="281603"/>
                  </a:lnTo>
                  <a:lnTo>
                    <a:pt x="2152649" y="282558"/>
                  </a:lnTo>
                  <a:lnTo>
                    <a:pt x="2162377" y="283696"/>
                  </a:lnTo>
                  <a:lnTo>
                    <a:pt x="2172121" y="285018"/>
                  </a:lnTo>
                  <a:lnTo>
                    <a:pt x="2181865" y="286522"/>
                  </a:lnTo>
                  <a:lnTo>
                    <a:pt x="2191609" y="288213"/>
                  </a:lnTo>
                  <a:lnTo>
                    <a:pt x="2201338" y="290089"/>
                  </a:lnTo>
                  <a:lnTo>
                    <a:pt x="2211082" y="292150"/>
                  </a:lnTo>
                  <a:lnTo>
                    <a:pt x="2220826" y="294395"/>
                  </a:lnTo>
                  <a:lnTo>
                    <a:pt x="2230570" y="296823"/>
                  </a:lnTo>
                  <a:lnTo>
                    <a:pt x="2240299" y="299437"/>
                  </a:lnTo>
                  <a:lnTo>
                    <a:pt x="2250043" y="302232"/>
                  </a:lnTo>
                  <a:lnTo>
                    <a:pt x="2259787" y="305207"/>
                  </a:lnTo>
                  <a:lnTo>
                    <a:pt x="2269531" y="308360"/>
                  </a:lnTo>
                  <a:lnTo>
                    <a:pt x="2279260" y="311688"/>
                  </a:lnTo>
                  <a:lnTo>
                    <a:pt x="2289004" y="315189"/>
                  </a:lnTo>
                  <a:lnTo>
                    <a:pt x="2298748" y="318861"/>
                  </a:lnTo>
                  <a:lnTo>
                    <a:pt x="2308492" y="322697"/>
                  </a:lnTo>
                  <a:lnTo>
                    <a:pt x="2318236" y="326694"/>
                  </a:lnTo>
                  <a:lnTo>
                    <a:pt x="2327965" y="330850"/>
                  </a:lnTo>
                  <a:lnTo>
                    <a:pt x="2337709" y="335156"/>
                  </a:lnTo>
                  <a:lnTo>
                    <a:pt x="2347453" y="339609"/>
                  </a:lnTo>
                  <a:lnTo>
                    <a:pt x="2357197" y="344201"/>
                  </a:lnTo>
                  <a:lnTo>
                    <a:pt x="2366926" y="348928"/>
                  </a:lnTo>
                  <a:lnTo>
                    <a:pt x="2376670" y="353782"/>
                  </a:lnTo>
                  <a:lnTo>
                    <a:pt x="2386413" y="358756"/>
                  </a:lnTo>
                  <a:lnTo>
                    <a:pt x="2396157" y="363841"/>
                  </a:lnTo>
                  <a:lnTo>
                    <a:pt x="2405886" y="369031"/>
                  </a:lnTo>
                  <a:lnTo>
                    <a:pt x="2415630" y="374316"/>
                  </a:lnTo>
                  <a:lnTo>
                    <a:pt x="2425374" y="379689"/>
                  </a:lnTo>
                  <a:lnTo>
                    <a:pt x="2435118" y="385140"/>
                  </a:lnTo>
                  <a:lnTo>
                    <a:pt x="2444862" y="390659"/>
                  </a:lnTo>
                  <a:lnTo>
                    <a:pt x="2454591" y="396237"/>
                  </a:lnTo>
                  <a:lnTo>
                    <a:pt x="2464335" y="401863"/>
                  </a:lnTo>
                  <a:lnTo>
                    <a:pt x="2474079" y="407529"/>
                  </a:lnTo>
                  <a:lnTo>
                    <a:pt x="2483823" y="413222"/>
                  </a:lnTo>
                  <a:lnTo>
                    <a:pt x="2493552" y="418933"/>
                  </a:lnTo>
                  <a:lnTo>
                    <a:pt x="2503296" y="424649"/>
                  </a:lnTo>
                  <a:lnTo>
                    <a:pt x="2513040" y="430363"/>
                  </a:lnTo>
                  <a:lnTo>
                    <a:pt x="2522784" y="436060"/>
                  </a:lnTo>
                  <a:lnTo>
                    <a:pt x="2532513" y="441732"/>
                  </a:lnTo>
                  <a:lnTo>
                    <a:pt x="2542257" y="447367"/>
                  </a:lnTo>
                  <a:lnTo>
                    <a:pt x="2552001" y="452953"/>
                  </a:lnTo>
                  <a:lnTo>
                    <a:pt x="2561745" y="458479"/>
                  </a:lnTo>
                  <a:lnTo>
                    <a:pt x="2571474" y="463935"/>
                  </a:lnTo>
                  <a:lnTo>
                    <a:pt x="2581218" y="469309"/>
                  </a:lnTo>
                  <a:lnTo>
                    <a:pt x="2590962" y="474591"/>
                  </a:lnTo>
                  <a:lnTo>
                    <a:pt x="2600705" y="479771"/>
                  </a:lnTo>
                  <a:lnTo>
                    <a:pt x="2610449" y="484837"/>
                  </a:lnTo>
                  <a:lnTo>
                    <a:pt x="2620178" y="489780"/>
                  </a:lnTo>
                  <a:lnTo>
                    <a:pt x="2629922" y="494590"/>
                  </a:lnTo>
                  <a:lnTo>
                    <a:pt x="2639666" y="499257"/>
                  </a:lnTo>
                  <a:lnTo>
                    <a:pt x="2649410" y="503775"/>
                  </a:lnTo>
                  <a:lnTo>
                    <a:pt x="2659139" y="508130"/>
                  </a:lnTo>
                  <a:lnTo>
                    <a:pt x="2668883" y="512318"/>
                  </a:lnTo>
                  <a:lnTo>
                    <a:pt x="2678627" y="516327"/>
                  </a:lnTo>
                  <a:lnTo>
                    <a:pt x="2688371" y="520153"/>
                  </a:lnTo>
                  <a:lnTo>
                    <a:pt x="2698100" y="523789"/>
                  </a:lnTo>
                  <a:lnTo>
                    <a:pt x="2707844" y="527226"/>
                  </a:lnTo>
                  <a:lnTo>
                    <a:pt x="2717588" y="530457"/>
                  </a:lnTo>
                  <a:lnTo>
                    <a:pt x="2727332" y="533482"/>
                  </a:lnTo>
                  <a:lnTo>
                    <a:pt x="2737076" y="536290"/>
                  </a:lnTo>
                  <a:lnTo>
                    <a:pt x="2746805" y="538880"/>
                  </a:lnTo>
                  <a:lnTo>
                    <a:pt x="2756549" y="541247"/>
                  </a:lnTo>
                  <a:lnTo>
                    <a:pt x="2766293" y="543390"/>
                  </a:lnTo>
                  <a:lnTo>
                    <a:pt x="2776037" y="545303"/>
                  </a:lnTo>
                  <a:lnTo>
                    <a:pt x="2785766" y="546985"/>
                  </a:lnTo>
                  <a:lnTo>
                    <a:pt x="2795510" y="548434"/>
                  </a:lnTo>
                  <a:lnTo>
                    <a:pt x="2805254" y="549650"/>
                  </a:lnTo>
                  <a:lnTo>
                    <a:pt x="2814998" y="550634"/>
                  </a:lnTo>
                  <a:lnTo>
                    <a:pt x="2824727" y="551385"/>
                  </a:lnTo>
                  <a:lnTo>
                    <a:pt x="2834471" y="551903"/>
                  </a:lnTo>
                  <a:lnTo>
                    <a:pt x="2844215" y="552191"/>
                  </a:lnTo>
                  <a:lnTo>
                    <a:pt x="2853958" y="552249"/>
                  </a:lnTo>
                  <a:lnTo>
                    <a:pt x="2863687" y="552082"/>
                  </a:lnTo>
                  <a:lnTo>
                    <a:pt x="2873431" y="551691"/>
                  </a:lnTo>
                  <a:lnTo>
                    <a:pt x="2883175" y="551082"/>
                  </a:lnTo>
                  <a:lnTo>
                    <a:pt x="2892919" y="550258"/>
                  </a:lnTo>
                  <a:lnTo>
                    <a:pt x="2902663" y="549223"/>
                  </a:lnTo>
                  <a:lnTo>
                    <a:pt x="2912392" y="54798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9" name="Freeform 658">
              <a:extLst>
                <a:ext uri="{FF2B5EF4-FFF2-40B4-BE49-F238E27FC236}">
                  <a16:creationId xmlns:a16="http://schemas.microsoft.com/office/drawing/2014/main" id="{2546830F-2B77-058B-538B-4A71D0E7BC68}"/>
                </a:ext>
              </a:extLst>
            </p:cNvPr>
            <p:cNvSpPr/>
            <p:nvPr/>
          </p:nvSpPr>
          <p:spPr>
            <a:xfrm>
              <a:off x="576446" y="3105535"/>
              <a:ext cx="2912392" cy="615518"/>
            </a:xfrm>
            <a:custGeom>
              <a:avLst/>
              <a:gdLst>
                <a:gd name="connsiteX0" fmla="*/ 0 w 2912392"/>
                <a:gd name="connsiteY0" fmla="*/ 269718 h 615518"/>
                <a:gd name="connsiteX1" fmla="*/ 9739 w 2912392"/>
                <a:gd name="connsiteY1" fmla="*/ 270449 h 615518"/>
                <a:gd name="connsiteX2" fmla="*/ 19480 w 2912392"/>
                <a:gd name="connsiteY2" fmla="*/ 271290 h 615518"/>
                <a:gd name="connsiteX3" fmla="*/ 29221 w 2912392"/>
                <a:gd name="connsiteY3" fmla="*/ 272239 h 615518"/>
                <a:gd name="connsiteX4" fmla="*/ 38961 w 2912392"/>
                <a:gd name="connsiteY4" fmla="*/ 273289 h 615518"/>
                <a:gd name="connsiteX5" fmla="*/ 48702 w 2912392"/>
                <a:gd name="connsiteY5" fmla="*/ 274439 h 615518"/>
                <a:gd name="connsiteX6" fmla="*/ 58443 w 2912392"/>
                <a:gd name="connsiteY6" fmla="*/ 275685 h 615518"/>
                <a:gd name="connsiteX7" fmla="*/ 68182 w 2912392"/>
                <a:gd name="connsiteY7" fmla="*/ 277020 h 615518"/>
                <a:gd name="connsiteX8" fmla="*/ 77923 w 2912392"/>
                <a:gd name="connsiteY8" fmla="*/ 278441 h 615518"/>
                <a:gd name="connsiteX9" fmla="*/ 87664 w 2912392"/>
                <a:gd name="connsiteY9" fmla="*/ 279941 h 615518"/>
                <a:gd name="connsiteX10" fmla="*/ 97404 w 2912392"/>
                <a:gd name="connsiteY10" fmla="*/ 281513 h 615518"/>
                <a:gd name="connsiteX11" fmla="*/ 107145 w 2912392"/>
                <a:gd name="connsiteY11" fmla="*/ 283152 h 615518"/>
                <a:gd name="connsiteX12" fmla="*/ 116886 w 2912392"/>
                <a:gd name="connsiteY12" fmla="*/ 284849 h 615518"/>
                <a:gd name="connsiteX13" fmla="*/ 126625 w 2912392"/>
                <a:gd name="connsiteY13" fmla="*/ 286597 h 615518"/>
                <a:gd name="connsiteX14" fmla="*/ 136366 w 2912392"/>
                <a:gd name="connsiteY14" fmla="*/ 288389 h 615518"/>
                <a:gd name="connsiteX15" fmla="*/ 146107 w 2912392"/>
                <a:gd name="connsiteY15" fmla="*/ 290214 h 615518"/>
                <a:gd name="connsiteX16" fmla="*/ 155846 w 2912392"/>
                <a:gd name="connsiteY16" fmla="*/ 292065 h 615518"/>
                <a:gd name="connsiteX17" fmla="*/ 165587 w 2912392"/>
                <a:gd name="connsiteY17" fmla="*/ 293933 h 615518"/>
                <a:gd name="connsiteX18" fmla="*/ 175328 w 2912392"/>
                <a:gd name="connsiteY18" fmla="*/ 295807 h 615518"/>
                <a:gd name="connsiteX19" fmla="*/ 185068 w 2912392"/>
                <a:gd name="connsiteY19" fmla="*/ 297682 h 615518"/>
                <a:gd name="connsiteX20" fmla="*/ 194809 w 2912392"/>
                <a:gd name="connsiteY20" fmla="*/ 299543 h 615518"/>
                <a:gd name="connsiteX21" fmla="*/ 204550 w 2912392"/>
                <a:gd name="connsiteY21" fmla="*/ 301383 h 615518"/>
                <a:gd name="connsiteX22" fmla="*/ 214289 w 2912392"/>
                <a:gd name="connsiteY22" fmla="*/ 303191 h 615518"/>
                <a:gd name="connsiteX23" fmla="*/ 224030 w 2912392"/>
                <a:gd name="connsiteY23" fmla="*/ 304958 h 615518"/>
                <a:gd name="connsiteX24" fmla="*/ 233771 w 2912392"/>
                <a:gd name="connsiteY24" fmla="*/ 306673 h 615518"/>
                <a:gd name="connsiteX25" fmla="*/ 243510 w 2912392"/>
                <a:gd name="connsiteY25" fmla="*/ 308328 h 615518"/>
                <a:gd name="connsiteX26" fmla="*/ 253251 w 2912392"/>
                <a:gd name="connsiteY26" fmla="*/ 309911 h 615518"/>
                <a:gd name="connsiteX27" fmla="*/ 262992 w 2912392"/>
                <a:gd name="connsiteY27" fmla="*/ 311413 h 615518"/>
                <a:gd name="connsiteX28" fmla="*/ 272732 w 2912392"/>
                <a:gd name="connsiteY28" fmla="*/ 312825 h 615518"/>
                <a:gd name="connsiteX29" fmla="*/ 282473 w 2912392"/>
                <a:gd name="connsiteY29" fmla="*/ 314136 h 615518"/>
                <a:gd name="connsiteX30" fmla="*/ 292214 w 2912392"/>
                <a:gd name="connsiteY30" fmla="*/ 315337 h 615518"/>
                <a:gd name="connsiteX31" fmla="*/ 301953 w 2912392"/>
                <a:gd name="connsiteY31" fmla="*/ 316419 h 615518"/>
                <a:gd name="connsiteX32" fmla="*/ 311694 w 2912392"/>
                <a:gd name="connsiteY32" fmla="*/ 317374 h 615518"/>
                <a:gd name="connsiteX33" fmla="*/ 321435 w 2912392"/>
                <a:gd name="connsiteY33" fmla="*/ 318192 h 615518"/>
                <a:gd name="connsiteX34" fmla="*/ 331175 w 2912392"/>
                <a:gd name="connsiteY34" fmla="*/ 318866 h 615518"/>
                <a:gd name="connsiteX35" fmla="*/ 340916 w 2912392"/>
                <a:gd name="connsiteY35" fmla="*/ 319388 h 615518"/>
                <a:gd name="connsiteX36" fmla="*/ 350656 w 2912392"/>
                <a:gd name="connsiteY36" fmla="*/ 319750 h 615518"/>
                <a:gd name="connsiteX37" fmla="*/ 360396 w 2912392"/>
                <a:gd name="connsiteY37" fmla="*/ 319945 h 615518"/>
                <a:gd name="connsiteX38" fmla="*/ 370137 w 2912392"/>
                <a:gd name="connsiteY38" fmla="*/ 319966 h 615518"/>
                <a:gd name="connsiteX39" fmla="*/ 379878 w 2912392"/>
                <a:gd name="connsiteY39" fmla="*/ 319807 h 615518"/>
                <a:gd name="connsiteX40" fmla="*/ 389617 w 2912392"/>
                <a:gd name="connsiteY40" fmla="*/ 319462 h 615518"/>
                <a:gd name="connsiteX41" fmla="*/ 399358 w 2912392"/>
                <a:gd name="connsiteY41" fmla="*/ 318928 h 615518"/>
                <a:gd name="connsiteX42" fmla="*/ 409099 w 2912392"/>
                <a:gd name="connsiteY42" fmla="*/ 318198 h 615518"/>
                <a:gd name="connsiteX43" fmla="*/ 418839 w 2912392"/>
                <a:gd name="connsiteY43" fmla="*/ 317268 h 615518"/>
                <a:gd name="connsiteX44" fmla="*/ 428580 w 2912392"/>
                <a:gd name="connsiteY44" fmla="*/ 316134 h 615518"/>
                <a:gd name="connsiteX45" fmla="*/ 438321 w 2912392"/>
                <a:gd name="connsiteY45" fmla="*/ 314793 h 615518"/>
                <a:gd name="connsiteX46" fmla="*/ 448060 w 2912392"/>
                <a:gd name="connsiteY46" fmla="*/ 313244 h 615518"/>
                <a:gd name="connsiteX47" fmla="*/ 457801 w 2912392"/>
                <a:gd name="connsiteY47" fmla="*/ 311484 h 615518"/>
                <a:gd name="connsiteX48" fmla="*/ 467542 w 2912392"/>
                <a:gd name="connsiteY48" fmla="*/ 309511 h 615518"/>
                <a:gd name="connsiteX49" fmla="*/ 477281 w 2912392"/>
                <a:gd name="connsiteY49" fmla="*/ 307327 h 615518"/>
                <a:gd name="connsiteX50" fmla="*/ 487022 w 2912392"/>
                <a:gd name="connsiteY50" fmla="*/ 304929 h 615518"/>
                <a:gd name="connsiteX51" fmla="*/ 496763 w 2912392"/>
                <a:gd name="connsiteY51" fmla="*/ 302317 h 615518"/>
                <a:gd name="connsiteX52" fmla="*/ 506503 w 2912392"/>
                <a:gd name="connsiteY52" fmla="*/ 299492 h 615518"/>
                <a:gd name="connsiteX53" fmla="*/ 516244 w 2912392"/>
                <a:gd name="connsiteY53" fmla="*/ 296458 h 615518"/>
                <a:gd name="connsiteX54" fmla="*/ 525985 w 2912392"/>
                <a:gd name="connsiteY54" fmla="*/ 293215 h 615518"/>
                <a:gd name="connsiteX55" fmla="*/ 535724 w 2912392"/>
                <a:gd name="connsiteY55" fmla="*/ 289767 h 615518"/>
                <a:gd name="connsiteX56" fmla="*/ 545465 w 2912392"/>
                <a:gd name="connsiteY56" fmla="*/ 286116 h 615518"/>
                <a:gd name="connsiteX57" fmla="*/ 555206 w 2912392"/>
                <a:gd name="connsiteY57" fmla="*/ 282266 h 615518"/>
                <a:gd name="connsiteX58" fmla="*/ 564946 w 2912392"/>
                <a:gd name="connsiteY58" fmla="*/ 278222 h 615518"/>
                <a:gd name="connsiteX59" fmla="*/ 574687 w 2912392"/>
                <a:gd name="connsiteY59" fmla="*/ 273988 h 615518"/>
                <a:gd name="connsiteX60" fmla="*/ 584428 w 2912392"/>
                <a:gd name="connsiteY60" fmla="*/ 269569 h 615518"/>
                <a:gd name="connsiteX61" fmla="*/ 594167 w 2912392"/>
                <a:gd name="connsiteY61" fmla="*/ 264972 h 615518"/>
                <a:gd name="connsiteX62" fmla="*/ 603908 w 2912392"/>
                <a:gd name="connsiteY62" fmla="*/ 260203 h 615518"/>
                <a:gd name="connsiteX63" fmla="*/ 613649 w 2912392"/>
                <a:gd name="connsiteY63" fmla="*/ 255267 h 615518"/>
                <a:gd name="connsiteX64" fmla="*/ 623388 w 2912392"/>
                <a:gd name="connsiteY64" fmla="*/ 250175 h 615518"/>
                <a:gd name="connsiteX65" fmla="*/ 633129 w 2912392"/>
                <a:gd name="connsiteY65" fmla="*/ 244930 h 615518"/>
                <a:gd name="connsiteX66" fmla="*/ 642870 w 2912392"/>
                <a:gd name="connsiteY66" fmla="*/ 239541 h 615518"/>
                <a:gd name="connsiteX67" fmla="*/ 652610 w 2912392"/>
                <a:gd name="connsiteY67" fmla="*/ 234020 h 615518"/>
                <a:gd name="connsiteX68" fmla="*/ 662351 w 2912392"/>
                <a:gd name="connsiteY68" fmla="*/ 228372 h 615518"/>
                <a:gd name="connsiteX69" fmla="*/ 672092 w 2912392"/>
                <a:gd name="connsiteY69" fmla="*/ 222606 h 615518"/>
                <a:gd name="connsiteX70" fmla="*/ 681831 w 2912392"/>
                <a:gd name="connsiteY70" fmla="*/ 216732 h 615518"/>
                <a:gd name="connsiteX71" fmla="*/ 691572 w 2912392"/>
                <a:gd name="connsiteY71" fmla="*/ 210759 h 615518"/>
                <a:gd name="connsiteX72" fmla="*/ 701313 w 2912392"/>
                <a:gd name="connsiteY72" fmla="*/ 204699 h 615518"/>
                <a:gd name="connsiteX73" fmla="*/ 711052 w 2912392"/>
                <a:gd name="connsiteY73" fmla="*/ 198560 h 615518"/>
                <a:gd name="connsiteX74" fmla="*/ 720793 w 2912392"/>
                <a:gd name="connsiteY74" fmla="*/ 192352 h 615518"/>
                <a:gd name="connsiteX75" fmla="*/ 730534 w 2912392"/>
                <a:gd name="connsiteY75" fmla="*/ 186085 h 615518"/>
                <a:gd name="connsiteX76" fmla="*/ 740274 w 2912392"/>
                <a:gd name="connsiteY76" fmla="*/ 179771 h 615518"/>
                <a:gd name="connsiteX77" fmla="*/ 750015 w 2912392"/>
                <a:gd name="connsiteY77" fmla="*/ 173421 h 615518"/>
                <a:gd name="connsiteX78" fmla="*/ 759756 w 2912392"/>
                <a:gd name="connsiteY78" fmla="*/ 167043 h 615518"/>
                <a:gd name="connsiteX79" fmla="*/ 769495 w 2912392"/>
                <a:gd name="connsiteY79" fmla="*/ 160650 h 615518"/>
                <a:gd name="connsiteX80" fmla="*/ 779236 w 2912392"/>
                <a:gd name="connsiteY80" fmla="*/ 154252 h 615518"/>
                <a:gd name="connsiteX81" fmla="*/ 788977 w 2912392"/>
                <a:gd name="connsiteY81" fmla="*/ 147859 h 615518"/>
                <a:gd name="connsiteX82" fmla="*/ 798717 w 2912392"/>
                <a:gd name="connsiteY82" fmla="*/ 141484 h 615518"/>
                <a:gd name="connsiteX83" fmla="*/ 808458 w 2912392"/>
                <a:gd name="connsiteY83" fmla="*/ 135135 h 615518"/>
                <a:gd name="connsiteX84" fmla="*/ 818199 w 2912392"/>
                <a:gd name="connsiteY84" fmla="*/ 128824 h 615518"/>
                <a:gd name="connsiteX85" fmla="*/ 827938 w 2912392"/>
                <a:gd name="connsiteY85" fmla="*/ 122562 h 615518"/>
                <a:gd name="connsiteX86" fmla="*/ 837679 w 2912392"/>
                <a:gd name="connsiteY86" fmla="*/ 116360 h 615518"/>
                <a:gd name="connsiteX87" fmla="*/ 847420 w 2912392"/>
                <a:gd name="connsiteY87" fmla="*/ 110227 h 615518"/>
                <a:gd name="connsiteX88" fmla="*/ 857159 w 2912392"/>
                <a:gd name="connsiteY88" fmla="*/ 104174 h 615518"/>
                <a:gd name="connsiteX89" fmla="*/ 866900 w 2912392"/>
                <a:gd name="connsiteY89" fmla="*/ 98210 h 615518"/>
                <a:gd name="connsiteX90" fmla="*/ 876641 w 2912392"/>
                <a:gd name="connsiteY90" fmla="*/ 92345 h 615518"/>
                <a:gd name="connsiteX91" fmla="*/ 886381 w 2912392"/>
                <a:gd name="connsiteY91" fmla="*/ 86591 h 615518"/>
                <a:gd name="connsiteX92" fmla="*/ 896122 w 2912392"/>
                <a:gd name="connsiteY92" fmla="*/ 80955 h 615518"/>
                <a:gd name="connsiteX93" fmla="*/ 905863 w 2912392"/>
                <a:gd name="connsiteY93" fmla="*/ 75447 h 615518"/>
                <a:gd name="connsiteX94" fmla="*/ 915602 w 2912392"/>
                <a:gd name="connsiteY94" fmla="*/ 70077 h 615518"/>
                <a:gd name="connsiteX95" fmla="*/ 925343 w 2912392"/>
                <a:gd name="connsiteY95" fmla="*/ 64852 h 615518"/>
                <a:gd name="connsiteX96" fmla="*/ 935084 w 2912392"/>
                <a:gd name="connsiteY96" fmla="*/ 59782 h 615518"/>
                <a:gd name="connsiteX97" fmla="*/ 944824 w 2912392"/>
                <a:gd name="connsiteY97" fmla="*/ 54873 h 615518"/>
                <a:gd name="connsiteX98" fmla="*/ 954564 w 2912392"/>
                <a:gd name="connsiteY98" fmla="*/ 50135 h 615518"/>
                <a:gd name="connsiteX99" fmla="*/ 964305 w 2912392"/>
                <a:gd name="connsiteY99" fmla="*/ 45576 h 615518"/>
                <a:gd name="connsiteX100" fmla="*/ 974045 w 2912392"/>
                <a:gd name="connsiteY100" fmla="*/ 41200 h 615518"/>
                <a:gd name="connsiteX101" fmla="*/ 983786 w 2912392"/>
                <a:gd name="connsiteY101" fmla="*/ 37017 h 615518"/>
                <a:gd name="connsiteX102" fmla="*/ 993522 w 2912392"/>
                <a:gd name="connsiteY102" fmla="*/ 33031 h 615518"/>
                <a:gd name="connsiteX103" fmla="*/ 1003266 w 2912392"/>
                <a:gd name="connsiteY103" fmla="*/ 29250 h 615518"/>
                <a:gd name="connsiteX104" fmla="*/ 1013010 w 2912392"/>
                <a:gd name="connsiteY104" fmla="*/ 25677 h 615518"/>
                <a:gd name="connsiteX105" fmla="*/ 1022754 w 2912392"/>
                <a:gd name="connsiteY105" fmla="*/ 22322 h 615518"/>
                <a:gd name="connsiteX106" fmla="*/ 1032483 w 2912392"/>
                <a:gd name="connsiteY106" fmla="*/ 19185 h 615518"/>
                <a:gd name="connsiteX107" fmla="*/ 1042227 w 2912392"/>
                <a:gd name="connsiteY107" fmla="*/ 16274 h 615518"/>
                <a:gd name="connsiteX108" fmla="*/ 1051971 w 2912392"/>
                <a:gd name="connsiteY108" fmla="*/ 13592 h 615518"/>
                <a:gd name="connsiteX109" fmla="*/ 1061715 w 2912392"/>
                <a:gd name="connsiteY109" fmla="*/ 11143 h 615518"/>
                <a:gd name="connsiteX110" fmla="*/ 1071444 w 2912392"/>
                <a:gd name="connsiteY110" fmla="*/ 8930 h 615518"/>
                <a:gd name="connsiteX111" fmla="*/ 1081188 w 2912392"/>
                <a:gd name="connsiteY111" fmla="*/ 6958 h 615518"/>
                <a:gd name="connsiteX112" fmla="*/ 1090932 w 2912392"/>
                <a:gd name="connsiteY112" fmla="*/ 5225 h 615518"/>
                <a:gd name="connsiteX113" fmla="*/ 1100676 w 2912392"/>
                <a:gd name="connsiteY113" fmla="*/ 3738 h 615518"/>
                <a:gd name="connsiteX114" fmla="*/ 1110405 w 2912392"/>
                <a:gd name="connsiteY114" fmla="*/ 2496 h 615518"/>
                <a:gd name="connsiteX115" fmla="*/ 1120149 w 2912392"/>
                <a:gd name="connsiteY115" fmla="*/ 1500 h 615518"/>
                <a:gd name="connsiteX116" fmla="*/ 1129893 w 2912392"/>
                <a:gd name="connsiteY116" fmla="*/ 752 h 615518"/>
                <a:gd name="connsiteX117" fmla="*/ 1139637 w 2912392"/>
                <a:gd name="connsiteY117" fmla="*/ 253 h 615518"/>
                <a:gd name="connsiteX118" fmla="*/ 1149381 w 2912392"/>
                <a:gd name="connsiteY118" fmla="*/ 3 h 615518"/>
                <a:gd name="connsiteX119" fmla="*/ 1159110 w 2912392"/>
                <a:gd name="connsiteY119" fmla="*/ 0 h 615518"/>
                <a:gd name="connsiteX120" fmla="*/ 1168854 w 2912392"/>
                <a:gd name="connsiteY120" fmla="*/ 246 h 615518"/>
                <a:gd name="connsiteX121" fmla="*/ 1178598 w 2912392"/>
                <a:gd name="connsiteY121" fmla="*/ 736 h 615518"/>
                <a:gd name="connsiteX122" fmla="*/ 1188341 w 2912392"/>
                <a:gd name="connsiteY122" fmla="*/ 1472 h 615518"/>
                <a:gd name="connsiteX123" fmla="*/ 1198070 w 2912392"/>
                <a:gd name="connsiteY123" fmla="*/ 2449 h 615518"/>
                <a:gd name="connsiteX124" fmla="*/ 1207814 w 2912392"/>
                <a:gd name="connsiteY124" fmla="*/ 3668 h 615518"/>
                <a:gd name="connsiteX125" fmla="*/ 1217558 w 2912392"/>
                <a:gd name="connsiteY125" fmla="*/ 5124 h 615518"/>
                <a:gd name="connsiteX126" fmla="*/ 1227302 w 2912392"/>
                <a:gd name="connsiteY126" fmla="*/ 6815 h 615518"/>
                <a:gd name="connsiteX127" fmla="*/ 1237031 w 2912392"/>
                <a:gd name="connsiteY127" fmla="*/ 8735 h 615518"/>
                <a:gd name="connsiteX128" fmla="*/ 1246775 w 2912392"/>
                <a:gd name="connsiteY128" fmla="*/ 10884 h 615518"/>
                <a:gd name="connsiteX129" fmla="*/ 1256519 w 2912392"/>
                <a:gd name="connsiteY129" fmla="*/ 13254 h 615518"/>
                <a:gd name="connsiteX130" fmla="*/ 1266263 w 2912392"/>
                <a:gd name="connsiteY130" fmla="*/ 15842 h 615518"/>
                <a:gd name="connsiteX131" fmla="*/ 1276007 w 2912392"/>
                <a:gd name="connsiteY131" fmla="*/ 18645 h 615518"/>
                <a:gd name="connsiteX132" fmla="*/ 1285736 w 2912392"/>
                <a:gd name="connsiteY132" fmla="*/ 21654 h 615518"/>
                <a:gd name="connsiteX133" fmla="*/ 1295480 w 2912392"/>
                <a:gd name="connsiteY133" fmla="*/ 24865 h 615518"/>
                <a:gd name="connsiteX134" fmla="*/ 1305224 w 2912392"/>
                <a:gd name="connsiteY134" fmla="*/ 28272 h 615518"/>
                <a:gd name="connsiteX135" fmla="*/ 1314968 w 2912392"/>
                <a:gd name="connsiteY135" fmla="*/ 31870 h 615518"/>
                <a:gd name="connsiteX136" fmla="*/ 1324697 w 2912392"/>
                <a:gd name="connsiteY136" fmla="*/ 35650 h 615518"/>
                <a:gd name="connsiteX137" fmla="*/ 1334441 w 2912392"/>
                <a:gd name="connsiteY137" fmla="*/ 39607 h 615518"/>
                <a:gd name="connsiteX138" fmla="*/ 1344185 w 2912392"/>
                <a:gd name="connsiteY138" fmla="*/ 43734 h 615518"/>
                <a:gd name="connsiteX139" fmla="*/ 1353929 w 2912392"/>
                <a:gd name="connsiteY139" fmla="*/ 48022 h 615518"/>
                <a:gd name="connsiteX140" fmla="*/ 1363658 w 2912392"/>
                <a:gd name="connsiteY140" fmla="*/ 52465 h 615518"/>
                <a:gd name="connsiteX141" fmla="*/ 1373402 w 2912392"/>
                <a:gd name="connsiteY141" fmla="*/ 57054 h 615518"/>
                <a:gd name="connsiteX142" fmla="*/ 1383146 w 2912392"/>
                <a:gd name="connsiteY142" fmla="*/ 61782 h 615518"/>
                <a:gd name="connsiteX143" fmla="*/ 1392890 w 2912392"/>
                <a:gd name="connsiteY143" fmla="*/ 66640 h 615518"/>
                <a:gd name="connsiteX144" fmla="*/ 1402619 w 2912392"/>
                <a:gd name="connsiteY144" fmla="*/ 71619 h 615518"/>
                <a:gd name="connsiteX145" fmla="*/ 1412363 w 2912392"/>
                <a:gd name="connsiteY145" fmla="*/ 76712 h 615518"/>
                <a:gd name="connsiteX146" fmla="*/ 1422106 w 2912392"/>
                <a:gd name="connsiteY146" fmla="*/ 81910 h 615518"/>
                <a:gd name="connsiteX147" fmla="*/ 1431850 w 2912392"/>
                <a:gd name="connsiteY147" fmla="*/ 87202 h 615518"/>
                <a:gd name="connsiteX148" fmla="*/ 1441594 w 2912392"/>
                <a:gd name="connsiteY148" fmla="*/ 92582 h 615518"/>
                <a:gd name="connsiteX149" fmla="*/ 1451323 w 2912392"/>
                <a:gd name="connsiteY149" fmla="*/ 98041 h 615518"/>
                <a:gd name="connsiteX150" fmla="*/ 1461067 w 2912392"/>
                <a:gd name="connsiteY150" fmla="*/ 103567 h 615518"/>
                <a:gd name="connsiteX151" fmla="*/ 1470811 w 2912392"/>
                <a:gd name="connsiteY151" fmla="*/ 109154 h 615518"/>
                <a:gd name="connsiteX152" fmla="*/ 1480555 w 2912392"/>
                <a:gd name="connsiteY152" fmla="*/ 114791 h 615518"/>
                <a:gd name="connsiteX153" fmla="*/ 1490284 w 2912392"/>
                <a:gd name="connsiteY153" fmla="*/ 120470 h 615518"/>
                <a:gd name="connsiteX154" fmla="*/ 1500028 w 2912392"/>
                <a:gd name="connsiteY154" fmla="*/ 126181 h 615518"/>
                <a:gd name="connsiteX155" fmla="*/ 1509772 w 2912392"/>
                <a:gd name="connsiteY155" fmla="*/ 131917 h 615518"/>
                <a:gd name="connsiteX156" fmla="*/ 1519516 w 2912392"/>
                <a:gd name="connsiteY156" fmla="*/ 137667 h 615518"/>
                <a:gd name="connsiteX157" fmla="*/ 1529245 w 2912392"/>
                <a:gd name="connsiteY157" fmla="*/ 143424 h 615518"/>
                <a:gd name="connsiteX158" fmla="*/ 1538989 w 2912392"/>
                <a:gd name="connsiteY158" fmla="*/ 149178 h 615518"/>
                <a:gd name="connsiteX159" fmla="*/ 1548733 w 2912392"/>
                <a:gd name="connsiteY159" fmla="*/ 154921 h 615518"/>
                <a:gd name="connsiteX160" fmla="*/ 1558477 w 2912392"/>
                <a:gd name="connsiteY160" fmla="*/ 160645 h 615518"/>
                <a:gd name="connsiteX161" fmla="*/ 1568221 w 2912392"/>
                <a:gd name="connsiteY161" fmla="*/ 166343 h 615518"/>
                <a:gd name="connsiteX162" fmla="*/ 1577950 w 2912392"/>
                <a:gd name="connsiteY162" fmla="*/ 172006 h 615518"/>
                <a:gd name="connsiteX163" fmla="*/ 1587694 w 2912392"/>
                <a:gd name="connsiteY163" fmla="*/ 177626 h 615518"/>
                <a:gd name="connsiteX164" fmla="*/ 1597438 w 2912392"/>
                <a:gd name="connsiteY164" fmla="*/ 183196 h 615518"/>
                <a:gd name="connsiteX165" fmla="*/ 1607182 w 2912392"/>
                <a:gd name="connsiteY165" fmla="*/ 188710 h 615518"/>
                <a:gd name="connsiteX166" fmla="*/ 1616911 w 2912392"/>
                <a:gd name="connsiteY166" fmla="*/ 194161 h 615518"/>
                <a:gd name="connsiteX167" fmla="*/ 1626655 w 2912392"/>
                <a:gd name="connsiteY167" fmla="*/ 199542 h 615518"/>
                <a:gd name="connsiteX168" fmla="*/ 1636399 w 2912392"/>
                <a:gd name="connsiteY168" fmla="*/ 204848 h 615518"/>
                <a:gd name="connsiteX169" fmla="*/ 1646142 w 2912392"/>
                <a:gd name="connsiteY169" fmla="*/ 210073 h 615518"/>
                <a:gd name="connsiteX170" fmla="*/ 1655872 w 2912392"/>
                <a:gd name="connsiteY170" fmla="*/ 215211 h 615518"/>
                <a:gd name="connsiteX171" fmla="*/ 1665616 w 2912392"/>
                <a:gd name="connsiteY171" fmla="*/ 220261 h 615518"/>
                <a:gd name="connsiteX172" fmla="*/ 1675359 w 2912392"/>
                <a:gd name="connsiteY172" fmla="*/ 225213 h 615518"/>
                <a:gd name="connsiteX173" fmla="*/ 1685103 w 2912392"/>
                <a:gd name="connsiteY173" fmla="*/ 230069 h 615518"/>
                <a:gd name="connsiteX174" fmla="*/ 1694832 w 2912392"/>
                <a:gd name="connsiteY174" fmla="*/ 234820 h 615518"/>
                <a:gd name="connsiteX175" fmla="*/ 1704576 w 2912392"/>
                <a:gd name="connsiteY175" fmla="*/ 239467 h 615518"/>
                <a:gd name="connsiteX176" fmla="*/ 1714320 w 2912392"/>
                <a:gd name="connsiteY176" fmla="*/ 244007 h 615518"/>
                <a:gd name="connsiteX177" fmla="*/ 1724064 w 2912392"/>
                <a:gd name="connsiteY177" fmla="*/ 248438 h 615518"/>
                <a:gd name="connsiteX178" fmla="*/ 1733808 w 2912392"/>
                <a:gd name="connsiteY178" fmla="*/ 252757 h 615518"/>
                <a:gd name="connsiteX179" fmla="*/ 1743537 w 2912392"/>
                <a:gd name="connsiteY179" fmla="*/ 256966 h 615518"/>
                <a:gd name="connsiteX180" fmla="*/ 1753281 w 2912392"/>
                <a:gd name="connsiteY180" fmla="*/ 261061 h 615518"/>
                <a:gd name="connsiteX181" fmla="*/ 1763025 w 2912392"/>
                <a:gd name="connsiteY181" fmla="*/ 265045 h 615518"/>
                <a:gd name="connsiteX182" fmla="*/ 1772769 w 2912392"/>
                <a:gd name="connsiteY182" fmla="*/ 268918 h 615518"/>
                <a:gd name="connsiteX183" fmla="*/ 1782498 w 2912392"/>
                <a:gd name="connsiteY183" fmla="*/ 272680 h 615518"/>
                <a:gd name="connsiteX184" fmla="*/ 1792242 w 2912392"/>
                <a:gd name="connsiteY184" fmla="*/ 276333 h 615518"/>
                <a:gd name="connsiteX185" fmla="*/ 1801986 w 2912392"/>
                <a:gd name="connsiteY185" fmla="*/ 279880 h 615518"/>
                <a:gd name="connsiteX186" fmla="*/ 1811730 w 2912392"/>
                <a:gd name="connsiteY186" fmla="*/ 283323 h 615518"/>
                <a:gd name="connsiteX187" fmla="*/ 1821459 w 2912392"/>
                <a:gd name="connsiteY187" fmla="*/ 286665 h 615518"/>
                <a:gd name="connsiteX188" fmla="*/ 1831203 w 2912392"/>
                <a:gd name="connsiteY188" fmla="*/ 289910 h 615518"/>
                <a:gd name="connsiteX189" fmla="*/ 1840947 w 2912392"/>
                <a:gd name="connsiteY189" fmla="*/ 293061 h 615518"/>
                <a:gd name="connsiteX190" fmla="*/ 1850691 w 2912392"/>
                <a:gd name="connsiteY190" fmla="*/ 296123 h 615518"/>
                <a:gd name="connsiteX191" fmla="*/ 1860435 w 2912392"/>
                <a:gd name="connsiteY191" fmla="*/ 299102 h 615518"/>
                <a:gd name="connsiteX192" fmla="*/ 1870164 w 2912392"/>
                <a:gd name="connsiteY192" fmla="*/ 302001 h 615518"/>
                <a:gd name="connsiteX193" fmla="*/ 1879908 w 2912392"/>
                <a:gd name="connsiteY193" fmla="*/ 304826 h 615518"/>
                <a:gd name="connsiteX194" fmla="*/ 1889652 w 2912392"/>
                <a:gd name="connsiteY194" fmla="*/ 307582 h 615518"/>
                <a:gd name="connsiteX195" fmla="*/ 1899395 w 2912392"/>
                <a:gd name="connsiteY195" fmla="*/ 310277 h 615518"/>
                <a:gd name="connsiteX196" fmla="*/ 1909124 w 2912392"/>
                <a:gd name="connsiteY196" fmla="*/ 312917 h 615518"/>
                <a:gd name="connsiteX197" fmla="*/ 1918868 w 2912392"/>
                <a:gd name="connsiteY197" fmla="*/ 315508 h 615518"/>
                <a:gd name="connsiteX198" fmla="*/ 1928612 w 2912392"/>
                <a:gd name="connsiteY198" fmla="*/ 318058 h 615518"/>
                <a:gd name="connsiteX199" fmla="*/ 1938356 w 2912392"/>
                <a:gd name="connsiteY199" fmla="*/ 320572 h 615518"/>
                <a:gd name="connsiteX200" fmla="*/ 1948085 w 2912392"/>
                <a:gd name="connsiteY200" fmla="*/ 323059 h 615518"/>
                <a:gd name="connsiteX201" fmla="*/ 1957829 w 2912392"/>
                <a:gd name="connsiteY201" fmla="*/ 325526 h 615518"/>
                <a:gd name="connsiteX202" fmla="*/ 1967573 w 2912392"/>
                <a:gd name="connsiteY202" fmla="*/ 327982 h 615518"/>
                <a:gd name="connsiteX203" fmla="*/ 1977317 w 2912392"/>
                <a:gd name="connsiteY203" fmla="*/ 330431 h 615518"/>
                <a:gd name="connsiteX204" fmla="*/ 1987046 w 2912392"/>
                <a:gd name="connsiteY204" fmla="*/ 332883 h 615518"/>
                <a:gd name="connsiteX205" fmla="*/ 1996790 w 2912392"/>
                <a:gd name="connsiteY205" fmla="*/ 335346 h 615518"/>
                <a:gd name="connsiteX206" fmla="*/ 2006534 w 2912392"/>
                <a:gd name="connsiteY206" fmla="*/ 337825 h 615518"/>
                <a:gd name="connsiteX207" fmla="*/ 2016278 w 2912392"/>
                <a:gd name="connsiteY207" fmla="*/ 340330 h 615518"/>
                <a:gd name="connsiteX208" fmla="*/ 2026022 w 2912392"/>
                <a:gd name="connsiteY208" fmla="*/ 342866 h 615518"/>
                <a:gd name="connsiteX209" fmla="*/ 2035751 w 2912392"/>
                <a:gd name="connsiteY209" fmla="*/ 345442 h 615518"/>
                <a:gd name="connsiteX210" fmla="*/ 2045495 w 2912392"/>
                <a:gd name="connsiteY210" fmla="*/ 348064 h 615518"/>
                <a:gd name="connsiteX211" fmla="*/ 2055239 w 2912392"/>
                <a:gd name="connsiteY211" fmla="*/ 350738 h 615518"/>
                <a:gd name="connsiteX212" fmla="*/ 2064983 w 2912392"/>
                <a:gd name="connsiteY212" fmla="*/ 353471 h 615518"/>
                <a:gd name="connsiteX213" fmla="*/ 2074712 w 2912392"/>
                <a:gd name="connsiteY213" fmla="*/ 356270 h 615518"/>
                <a:gd name="connsiteX214" fmla="*/ 2084456 w 2912392"/>
                <a:gd name="connsiteY214" fmla="*/ 359140 h 615518"/>
                <a:gd name="connsiteX215" fmla="*/ 2094200 w 2912392"/>
                <a:gd name="connsiteY215" fmla="*/ 362085 h 615518"/>
                <a:gd name="connsiteX216" fmla="*/ 2103944 w 2912392"/>
                <a:gd name="connsiteY216" fmla="*/ 365113 h 615518"/>
                <a:gd name="connsiteX217" fmla="*/ 2113673 w 2912392"/>
                <a:gd name="connsiteY217" fmla="*/ 368227 h 615518"/>
                <a:gd name="connsiteX218" fmla="*/ 2123417 w 2912392"/>
                <a:gd name="connsiteY218" fmla="*/ 371430 h 615518"/>
                <a:gd name="connsiteX219" fmla="*/ 2133161 w 2912392"/>
                <a:gd name="connsiteY219" fmla="*/ 374727 h 615518"/>
                <a:gd name="connsiteX220" fmla="*/ 2142905 w 2912392"/>
                <a:gd name="connsiteY220" fmla="*/ 378123 h 615518"/>
                <a:gd name="connsiteX221" fmla="*/ 2152649 w 2912392"/>
                <a:gd name="connsiteY221" fmla="*/ 381617 h 615518"/>
                <a:gd name="connsiteX222" fmla="*/ 2162377 w 2912392"/>
                <a:gd name="connsiteY222" fmla="*/ 385213 h 615518"/>
                <a:gd name="connsiteX223" fmla="*/ 2172121 w 2912392"/>
                <a:gd name="connsiteY223" fmla="*/ 388914 h 615518"/>
                <a:gd name="connsiteX224" fmla="*/ 2181865 w 2912392"/>
                <a:gd name="connsiteY224" fmla="*/ 392719 h 615518"/>
                <a:gd name="connsiteX225" fmla="*/ 2191609 w 2912392"/>
                <a:gd name="connsiteY225" fmla="*/ 396629 h 615518"/>
                <a:gd name="connsiteX226" fmla="*/ 2201338 w 2912392"/>
                <a:gd name="connsiteY226" fmla="*/ 400644 h 615518"/>
                <a:gd name="connsiteX227" fmla="*/ 2211082 w 2912392"/>
                <a:gd name="connsiteY227" fmla="*/ 404765 h 615518"/>
                <a:gd name="connsiteX228" fmla="*/ 2220826 w 2912392"/>
                <a:gd name="connsiteY228" fmla="*/ 408989 h 615518"/>
                <a:gd name="connsiteX229" fmla="*/ 2230570 w 2912392"/>
                <a:gd name="connsiteY229" fmla="*/ 413314 h 615518"/>
                <a:gd name="connsiteX230" fmla="*/ 2240299 w 2912392"/>
                <a:gd name="connsiteY230" fmla="*/ 417738 h 615518"/>
                <a:gd name="connsiteX231" fmla="*/ 2250043 w 2912392"/>
                <a:gd name="connsiteY231" fmla="*/ 422259 h 615518"/>
                <a:gd name="connsiteX232" fmla="*/ 2259787 w 2912392"/>
                <a:gd name="connsiteY232" fmla="*/ 426872 h 615518"/>
                <a:gd name="connsiteX233" fmla="*/ 2269531 w 2912392"/>
                <a:gd name="connsiteY233" fmla="*/ 431576 h 615518"/>
                <a:gd name="connsiteX234" fmla="*/ 2279260 w 2912392"/>
                <a:gd name="connsiteY234" fmla="*/ 436363 h 615518"/>
                <a:gd name="connsiteX235" fmla="*/ 2289004 w 2912392"/>
                <a:gd name="connsiteY235" fmla="*/ 441229 h 615518"/>
                <a:gd name="connsiteX236" fmla="*/ 2298748 w 2912392"/>
                <a:gd name="connsiteY236" fmla="*/ 446168 h 615518"/>
                <a:gd name="connsiteX237" fmla="*/ 2308492 w 2912392"/>
                <a:gd name="connsiteY237" fmla="*/ 451175 h 615518"/>
                <a:gd name="connsiteX238" fmla="*/ 2318236 w 2912392"/>
                <a:gd name="connsiteY238" fmla="*/ 456244 h 615518"/>
                <a:gd name="connsiteX239" fmla="*/ 2327965 w 2912392"/>
                <a:gd name="connsiteY239" fmla="*/ 461366 h 615518"/>
                <a:gd name="connsiteX240" fmla="*/ 2337709 w 2912392"/>
                <a:gd name="connsiteY240" fmla="*/ 466535 h 615518"/>
                <a:gd name="connsiteX241" fmla="*/ 2347453 w 2912392"/>
                <a:gd name="connsiteY241" fmla="*/ 471742 h 615518"/>
                <a:gd name="connsiteX242" fmla="*/ 2357197 w 2912392"/>
                <a:gd name="connsiteY242" fmla="*/ 476979 h 615518"/>
                <a:gd name="connsiteX243" fmla="*/ 2366926 w 2912392"/>
                <a:gd name="connsiteY243" fmla="*/ 482238 h 615518"/>
                <a:gd name="connsiteX244" fmla="*/ 2376670 w 2912392"/>
                <a:gd name="connsiteY244" fmla="*/ 487513 h 615518"/>
                <a:gd name="connsiteX245" fmla="*/ 2386413 w 2912392"/>
                <a:gd name="connsiteY245" fmla="*/ 492790 h 615518"/>
                <a:gd name="connsiteX246" fmla="*/ 2396157 w 2912392"/>
                <a:gd name="connsiteY246" fmla="*/ 498062 h 615518"/>
                <a:gd name="connsiteX247" fmla="*/ 2405886 w 2912392"/>
                <a:gd name="connsiteY247" fmla="*/ 503320 h 615518"/>
                <a:gd name="connsiteX248" fmla="*/ 2415630 w 2912392"/>
                <a:gd name="connsiteY248" fmla="*/ 508554 h 615518"/>
                <a:gd name="connsiteX249" fmla="*/ 2425374 w 2912392"/>
                <a:gd name="connsiteY249" fmla="*/ 513756 h 615518"/>
                <a:gd name="connsiteX250" fmla="*/ 2435118 w 2912392"/>
                <a:gd name="connsiteY250" fmla="*/ 518915 h 615518"/>
                <a:gd name="connsiteX251" fmla="*/ 2444862 w 2912392"/>
                <a:gd name="connsiteY251" fmla="*/ 524019 h 615518"/>
                <a:gd name="connsiteX252" fmla="*/ 2454591 w 2912392"/>
                <a:gd name="connsiteY252" fmla="*/ 529063 h 615518"/>
                <a:gd name="connsiteX253" fmla="*/ 2464335 w 2912392"/>
                <a:gd name="connsiteY253" fmla="*/ 534035 h 615518"/>
                <a:gd name="connsiteX254" fmla="*/ 2474079 w 2912392"/>
                <a:gd name="connsiteY254" fmla="*/ 538924 h 615518"/>
                <a:gd name="connsiteX255" fmla="*/ 2483823 w 2912392"/>
                <a:gd name="connsiteY255" fmla="*/ 543725 h 615518"/>
                <a:gd name="connsiteX256" fmla="*/ 2493552 w 2912392"/>
                <a:gd name="connsiteY256" fmla="*/ 548426 h 615518"/>
                <a:gd name="connsiteX257" fmla="*/ 2503296 w 2912392"/>
                <a:gd name="connsiteY257" fmla="*/ 553017 h 615518"/>
                <a:gd name="connsiteX258" fmla="*/ 2513040 w 2912392"/>
                <a:gd name="connsiteY258" fmla="*/ 557492 h 615518"/>
                <a:gd name="connsiteX259" fmla="*/ 2522784 w 2912392"/>
                <a:gd name="connsiteY259" fmla="*/ 561841 h 615518"/>
                <a:gd name="connsiteX260" fmla="*/ 2532513 w 2912392"/>
                <a:gd name="connsiteY260" fmla="*/ 566057 h 615518"/>
                <a:gd name="connsiteX261" fmla="*/ 2542257 w 2912392"/>
                <a:gd name="connsiteY261" fmla="*/ 570133 h 615518"/>
                <a:gd name="connsiteX262" fmla="*/ 2552001 w 2912392"/>
                <a:gd name="connsiteY262" fmla="*/ 574061 h 615518"/>
                <a:gd name="connsiteX263" fmla="*/ 2561745 w 2912392"/>
                <a:gd name="connsiteY263" fmla="*/ 577833 h 615518"/>
                <a:gd name="connsiteX264" fmla="*/ 2571474 w 2912392"/>
                <a:gd name="connsiteY264" fmla="*/ 581446 h 615518"/>
                <a:gd name="connsiteX265" fmla="*/ 2581218 w 2912392"/>
                <a:gd name="connsiteY265" fmla="*/ 584892 h 615518"/>
                <a:gd name="connsiteX266" fmla="*/ 2590962 w 2912392"/>
                <a:gd name="connsiteY266" fmla="*/ 588167 h 615518"/>
                <a:gd name="connsiteX267" fmla="*/ 2600705 w 2912392"/>
                <a:gd name="connsiteY267" fmla="*/ 591266 h 615518"/>
                <a:gd name="connsiteX268" fmla="*/ 2610449 w 2912392"/>
                <a:gd name="connsiteY268" fmla="*/ 594185 h 615518"/>
                <a:gd name="connsiteX269" fmla="*/ 2620178 w 2912392"/>
                <a:gd name="connsiteY269" fmla="*/ 596920 h 615518"/>
                <a:gd name="connsiteX270" fmla="*/ 2629922 w 2912392"/>
                <a:gd name="connsiteY270" fmla="*/ 599469 h 615518"/>
                <a:gd name="connsiteX271" fmla="*/ 2639666 w 2912392"/>
                <a:gd name="connsiteY271" fmla="*/ 601831 h 615518"/>
                <a:gd name="connsiteX272" fmla="*/ 2649410 w 2912392"/>
                <a:gd name="connsiteY272" fmla="*/ 604002 h 615518"/>
                <a:gd name="connsiteX273" fmla="*/ 2659139 w 2912392"/>
                <a:gd name="connsiteY273" fmla="*/ 605982 h 615518"/>
                <a:gd name="connsiteX274" fmla="*/ 2668883 w 2912392"/>
                <a:gd name="connsiteY274" fmla="*/ 607770 h 615518"/>
                <a:gd name="connsiteX275" fmla="*/ 2678627 w 2912392"/>
                <a:gd name="connsiteY275" fmla="*/ 609367 h 615518"/>
                <a:gd name="connsiteX276" fmla="*/ 2688371 w 2912392"/>
                <a:gd name="connsiteY276" fmla="*/ 610775 h 615518"/>
                <a:gd name="connsiteX277" fmla="*/ 2698100 w 2912392"/>
                <a:gd name="connsiteY277" fmla="*/ 611994 h 615518"/>
                <a:gd name="connsiteX278" fmla="*/ 2707844 w 2912392"/>
                <a:gd name="connsiteY278" fmla="*/ 613026 h 615518"/>
                <a:gd name="connsiteX279" fmla="*/ 2717588 w 2912392"/>
                <a:gd name="connsiteY279" fmla="*/ 613877 h 615518"/>
                <a:gd name="connsiteX280" fmla="*/ 2727332 w 2912392"/>
                <a:gd name="connsiteY280" fmla="*/ 614546 h 615518"/>
                <a:gd name="connsiteX281" fmla="*/ 2737076 w 2912392"/>
                <a:gd name="connsiteY281" fmla="*/ 615040 h 615518"/>
                <a:gd name="connsiteX282" fmla="*/ 2746805 w 2912392"/>
                <a:gd name="connsiteY282" fmla="*/ 615362 h 615518"/>
                <a:gd name="connsiteX283" fmla="*/ 2756549 w 2912392"/>
                <a:gd name="connsiteY283" fmla="*/ 615519 h 615518"/>
                <a:gd name="connsiteX284" fmla="*/ 2766293 w 2912392"/>
                <a:gd name="connsiteY284" fmla="*/ 615514 h 615518"/>
                <a:gd name="connsiteX285" fmla="*/ 2776037 w 2912392"/>
                <a:gd name="connsiteY285" fmla="*/ 615356 h 615518"/>
                <a:gd name="connsiteX286" fmla="*/ 2785766 w 2912392"/>
                <a:gd name="connsiteY286" fmla="*/ 615049 h 615518"/>
                <a:gd name="connsiteX287" fmla="*/ 2795510 w 2912392"/>
                <a:gd name="connsiteY287" fmla="*/ 614601 h 615518"/>
                <a:gd name="connsiteX288" fmla="*/ 2805254 w 2912392"/>
                <a:gd name="connsiteY288" fmla="*/ 614020 h 615518"/>
                <a:gd name="connsiteX289" fmla="*/ 2814998 w 2912392"/>
                <a:gd name="connsiteY289" fmla="*/ 613312 h 615518"/>
                <a:gd name="connsiteX290" fmla="*/ 2824727 w 2912392"/>
                <a:gd name="connsiteY290" fmla="*/ 612488 h 615518"/>
                <a:gd name="connsiteX291" fmla="*/ 2834471 w 2912392"/>
                <a:gd name="connsiteY291" fmla="*/ 611553 h 615518"/>
                <a:gd name="connsiteX292" fmla="*/ 2844215 w 2912392"/>
                <a:gd name="connsiteY292" fmla="*/ 610517 h 615518"/>
                <a:gd name="connsiteX293" fmla="*/ 2853958 w 2912392"/>
                <a:gd name="connsiteY293" fmla="*/ 609391 h 615518"/>
                <a:gd name="connsiteX294" fmla="*/ 2863687 w 2912392"/>
                <a:gd name="connsiteY294" fmla="*/ 608179 h 615518"/>
                <a:gd name="connsiteX295" fmla="*/ 2873431 w 2912392"/>
                <a:gd name="connsiteY295" fmla="*/ 606895 h 615518"/>
                <a:gd name="connsiteX296" fmla="*/ 2883175 w 2912392"/>
                <a:gd name="connsiteY296" fmla="*/ 605545 h 615518"/>
                <a:gd name="connsiteX297" fmla="*/ 2892919 w 2912392"/>
                <a:gd name="connsiteY297" fmla="*/ 604139 h 615518"/>
                <a:gd name="connsiteX298" fmla="*/ 2902663 w 2912392"/>
                <a:gd name="connsiteY298" fmla="*/ 602686 h 615518"/>
                <a:gd name="connsiteX299" fmla="*/ 2912392 w 2912392"/>
                <a:gd name="connsiteY299" fmla="*/ 601196 h 6155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15518">
                  <a:moveTo>
                    <a:pt x="0" y="269718"/>
                  </a:moveTo>
                  <a:lnTo>
                    <a:pt x="9739" y="270449"/>
                  </a:lnTo>
                  <a:lnTo>
                    <a:pt x="19480" y="271290"/>
                  </a:lnTo>
                  <a:lnTo>
                    <a:pt x="29221" y="272239"/>
                  </a:lnTo>
                  <a:lnTo>
                    <a:pt x="38961" y="273289"/>
                  </a:lnTo>
                  <a:lnTo>
                    <a:pt x="48702" y="274439"/>
                  </a:lnTo>
                  <a:lnTo>
                    <a:pt x="58443" y="275685"/>
                  </a:lnTo>
                  <a:lnTo>
                    <a:pt x="68182" y="277020"/>
                  </a:lnTo>
                  <a:lnTo>
                    <a:pt x="77923" y="278441"/>
                  </a:lnTo>
                  <a:lnTo>
                    <a:pt x="87664" y="279941"/>
                  </a:lnTo>
                  <a:lnTo>
                    <a:pt x="97404" y="281513"/>
                  </a:lnTo>
                  <a:lnTo>
                    <a:pt x="107145" y="283152"/>
                  </a:lnTo>
                  <a:lnTo>
                    <a:pt x="116886" y="284849"/>
                  </a:lnTo>
                  <a:lnTo>
                    <a:pt x="126625" y="286597"/>
                  </a:lnTo>
                  <a:lnTo>
                    <a:pt x="136366" y="288389"/>
                  </a:lnTo>
                  <a:lnTo>
                    <a:pt x="146107" y="290214"/>
                  </a:lnTo>
                  <a:lnTo>
                    <a:pt x="155846" y="292065"/>
                  </a:lnTo>
                  <a:lnTo>
                    <a:pt x="165587" y="293933"/>
                  </a:lnTo>
                  <a:lnTo>
                    <a:pt x="175328" y="295807"/>
                  </a:lnTo>
                  <a:lnTo>
                    <a:pt x="185068" y="297682"/>
                  </a:lnTo>
                  <a:lnTo>
                    <a:pt x="194809" y="299543"/>
                  </a:lnTo>
                  <a:lnTo>
                    <a:pt x="204550" y="301383"/>
                  </a:lnTo>
                  <a:lnTo>
                    <a:pt x="214289" y="303191"/>
                  </a:lnTo>
                  <a:lnTo>
                    <a:pt x="224030" y="304958"/>
                  </a:lnTo>
                  <a:lnTo>
                    <a:pt x="233771" y="306673"/>
                  </a:lnTo>
                  <a:lnTo>
                    <a:pt x="243510" y="308328"/>
                  </a:lnTo>
                  <a:lnTo>
                    <a:pt x="253251" y="309911"/>
                  </a:lnTo>
                  <a:lnTo>
                    <a:pt x="262992" y="311413"/>
                  </a:lnTo>
                  <a:lnTo>
                    <a:pt x="272732" y="312825"/>
                  </a:lnTo>
                  <a:lnTo>
                    <a:pt x="282473" y="314136"/>
                  </a:lnTo>
                  <a:lnTo>
                    <a:pt x="292214" y="315337"/>
                  </a:lnTo>
                  <a:lnTo>
                    <a:pt x="301953" y="316419"/>
                  </a:lnTo>
                  <a:lnTo>
                    <a:pt x="311694" y="317374"/>
                  </a:lnTo>
                  <a:lnTo>
                    <a:pt x="321435" y="318192"/>
                  </a:lnTo>
                  <a:lnTo>
                    <a:pt x="331175" y="318866"/>
                  </a:lnTo>
                  <a:lnTo>
                    <a:pt x="340916" y="319388"/>
                  </a:lnTo>
                  <a:lnTo>
                    <a:pt x="350656" y="319750"/>
                  </a:lnTo>
                  <a:lnTo>
                    <a:pt x="360396" y="319945"/>
                  </a:lnTo>
                  <a:lnTo>
                    <a:pt x="370137" y="319966"/>
                  </a:lnTo>
                  <a:lnTo>
                    <a:pt x="379878" y="319807"/>
                  </a:lnTo>
                  <a:lnTo>
                    <a:pt x="389617" y="319462"/>
                  </a:lnTo>
                  <a:lnTo>
                    <a:pt x="399358" y="318928"/>
                  </a:lnTo>
                  <a:lnTo>
                    <a:pt x="409099" y="318198"/>
                  </a:lnTo>
                  <a:lnTo>
                    <a:pt x="418839" y="317268"/>
                  </a:lnTo>
                  <a:lnTo>
                    <a:pt x="428580" y="316134"/>
                  </a:lnTo>
                  <a:lnTo>
                    <a:pt x="438321" y="314793"/>
                  </a:lnTo>
                  <a:lnTo>
                    <a:pt x="448060" y="313244"/>
                  </a:lnTo>
                  <a:lnTo>
                    <a:pt x="457801" y="311484"/>
                  </a:lnTo>
                  <a:lnTo>
                    <a:pt x="467542" y="309511"/>
                  </a:lnTo>
                  <a:lnTo>
                    <a:pt x="477281" y="307327"/>
                  </a:lnTo>
                  <a:lnTo>
                    <a:pt x="487022" y="304929"/>
                  </a:lnTo>
                  <a:lnTo>
                    <a:pt x="496763" y="302317"/>
                  </a:lnTo>
                  <a:lnTo>
                    <a:pt x="506503" y="299492"/>
                  </a:lnTo>
                  <a:lnTo>
                    <a:pt x="516244" y="296458"/>
                  </a:lnTo>
                  <a:lnTo>
                    <a:pt x="525985" y="293215"/>
                  </a:lnTo>
                  <a:lnTo>
                    <a:pt x="535724" y="289767"/>
                  </a:lnTo>
                  <a:lnTo>
                    <a:pt x="545465" y="286116"/>
                  </a:lnTo>
                  <a:lnTo>
                    <a:pt x="555206" y="282266"/>
                  </a:lnTo>
                  <a:lnTo>
                    <a:pt x="564946" y="278222"/>
                  </a:lnTo>
                  <a:lnTo>
                    <a:pt x="574687" y="273988"/>
                  </a:lnTo>
                  <a:lnTo>
                    <a:pt x="584428" y="269569"/>
                  </a:lnTo>
                  <a:lnTo>
                    <a:pt x="594167" y="264972"/>
                  </a:lnTo>
                  <a:lnTo>
                    <a:pt x="603908" y="260203"/>
                  </a:lnTo>
                  <a:lnTo>
                    <a:pt x="613649" y="255267"/>
                  </a:lnTo>
                  <a:lnTo>
                    <a:pt x="623388" y="250175"/>
                  </a:lnTo>
                  <a:lnTo>
                    <a:pt x="633129" y="244930"/>
                  </a:lnTo>
                  <a:lnTo>
                    <a:pt x="642870" y="239541"/>
                  </a:lnTo>
                  <a:lnTo>
                    <a:pt x="652610" y="234020"/>
                  </a:lnTo>
                  <a:lnTo>
                    <a:pt x="662351" y="228372"/>
                  </a:lnTo>
                  <a:lnTo>
                    <a:pt x="672092" y="222606"/>
                  </a:lnTo>
                  <a:lnTo>
                    <a:pt x="681831" y="216732"/>
                  </a:lnTo>
                  <a:lnTo>
                    <a:pt x="691572" y="210759"/>
                  </a:lnTo>
                  <a:lnTo>
                    <a:pt x="701313" y="204699"/>
                  </a:lnTo>
                  <a:lnTo>
                    <a:pt x="711052" y="198560"/>
                  </a:lnTo>
                  <a:lnTo>
                    <a:pt x="720793" y="192352"/>
                  </a:lnTo>
                  <a:lnTo>
                    <a:pt x="730534" y="186085"/>
                  </a:lnTo>
                  <a:lnTo>
                    <a:pt x="740274" y="179771"/>
                  </a:lnTo>
                  <a:lnTo>
                    <a:pt x="750015" y="173421"/>
                  </a:lnTo>
                  <a:lnTo>
                    <a:pt x="759756" y="167043"/>
                  </a:lnTo>
                  <a:lnTo>
                    <a:pt x="769495" y="160650"/>
                  </a:lnTo>
                  <a:lnTo>
                    <a:pt x="779236" y="154252"/>
                  </a:lnTo>
                  <a:lnTo>
                    <a:pt x="788977" y="147859"/>
                  </a:lnTo>
                  <a:lnTo>
                    <a:pt x="798717" y="141484"/>
                  </a:lnTo>
                  <a:lnTo>
                    <a:pt x="808458" y="135135"/>
                  </a:lnTo>
                  <a:lnTo>
                    <a:pt x="818199" y="128824"/>
                  </a:lnTo>
                  <a:lnTo>
                    <a:pt x="827938" y="122562"/>
                  </a:lnTo>
                  <a:lnTo>
                    <a:pt x="837679" y="116360"/>
                  </a:lnTo>
                  <a:lnTo>
                    <a:pt x="847420" y="110227"/>
                  </a:lnTo>
                  <a:lnTo>
                    <a:pt x="857159" y="104174"/>
                  </a:lnTo>
                  <a:lnTo>
                    <a:pt x="866900" y="98210"/>
                  </a:lnTo>
                  <a:lnTo>
                    <a:pt x="876641" y="92345"/>
                  </a:lnTo>
                  <a:lnTo>
                    <a:pt x="886381" y="86591"/>
                  </a:lnTo>
                  <a:lnTo>
                    <a:pt x="896122" y="80955"/>
                  </a:lnTo>
                  <a:lnTo>
                    <a:pt x="905863" y="75447"/>
                  </a:lnTo>
                  <a:lnTo>
                    <a:pt x="915602" y="70077"/>
                  </a:lnTo>
                  <a:lnTo>
                    <a:pt x="925343" y="64852"/>
                  </a:lnTo>
                  <a:lnTo>
                    <a:pt x="935084" y="59782"/>
                  </a:lnTo>
                  <a:lnTo>
                    <a:pt x="944824" y="54873"/>
                  </a:lnTo>
                  <a:lnTo>
                    <a:pt x="954564" y="50135"/>
                  </a:lnTo>
                  <a:lnTo>
                    <a:pt x="964305" y="45576"/>
                  </a:lnTo>
                  <a:lnTo>
                    <a:pt x="974045" y="41200"/>
                  </a:lnTo>
                  <a:lnTo>
                    <a:pt x="983786" y="37017"/>
                  </a:lnTo>
                  <a:lnTo>
                    <a:pt x="993522" y="33031"/>
                  </a:lnTo>
                  <a:lnTo>
                    <a:pt x="1003266" y="29250"/>
                  </a:lnTo>
                  <a:lnTo>
                    <a:pt x="1013010" y="25677"/>
                  </a:lnTo>
                  <a:lnTo>
                    <a:pt x="1022754" y="22322"/>
                  </a:lnTo>
                  <a:lnTo>
                    <a:pt x="1032483" y="19185"/>
                  </a:lnTo>
                  <a:lnTo>
                    <a:pt x="1042227" y="16274"/>
                  </a:lnTo>
                  <a:lnTo>
                    <a:pt x="1051971" y="13592"/>
                  </a:lnTo>
                  <a:lnTo>
                    <a:pt x="1061715" y="11143"/>
                  </a:lnTo>
                  <a:lnTo>
                    <a:pt x="1071444" y="8930"/>
                  </a:lnTo>
                  <a:lnTo>
                    <a:pt x="1081188" y="6958"/>
                  </a:lnTo>
                  <a:lnTo>
                    <a:pt x="1090932" y="5225"/>
                  </a:lnTo>
                  <a:lnTo>
                    <a:pt x="1100676" y="3738"/>
                  </a:lnTo>
                  <a:lnTo>
                    <a:pt x="1110405" y="2496"/>
                  </a:lnTo>
                  <a:lnTo>
                    <a:pt x="1120149" y="1500"/>
                  </a:lnTo>
                  <a:lnTo>
                    <a:pt x="1129893" y="752"/>
                  </a:lnTo>
                  <a:lnTo>
                    <a:pt x="1139637" y="253"/>
                  </a:lnTo>
                  <a:lnTo>
                    <a:pt x="1149381" y="3"/>
                  </a:lnTo>
                  <a:lnTo>
                    <a:pt x="1159110" y="0"/>
                  </a:lnTo>
                  <a:lnTo>
                    <a:pt x="1168854" y="246"/>
                  </a:lnTo>
                  <a:lnTo>
                    <a:pt x="1178598" y="736"/>
                  </a:lnTo>
                  <a:lnTo>
                    <a:pt x="1188341" y="1472"/>
                  </a:lnTo>
                  <a:lnTo>
                    <a:pt x="1198070" y="2449"/>
                  </a:lnTo>
                  <a:lnTo>
                    <a:pt x="1207814" y="3668"/>
                  </a:lnTo>
                  <a:lnTo>
                    <a:pt x="1217558" y="5124"/>
                  </a:lnTo>
                  <a:lnTo>
                    <a:pt x="1227302" y="6815"/>
                  </a:lnTo>
                  <a:lnTo>
                    <a:pt x="1237031" y="8735"/>
                  </a:lnTo>
                  <a:lnTo>
                    <a:pt x="1246775" y="10884"/>
                  </a:lnTo>
                  <a:lnTo>
                    <a:pt x="1256519" y="13254"/>
                  </a:lnTo>
                  <a:lnTo>
                    <a:pt x="1266263" y="15842"/>
                  </a:lnTo>
                  <a:lnTo>
                    <a:pt x="1276007" y="18645"/>
                  </a:lnTo>
                  <a:lnTo>
                    <a:pt x="1285736" y="21654"/>
                  </a:lnTo>
                  <a:lnTo>
                    <a:pt x="1295480" y="24865"/>
                  </a:lnTo>
                  <a:lnTo>
                    <a:pt x="1305224" y="28272"/>
                  </a:lnTo>
                  <a:lnTo>
                    <a:pt x="1314968" y="31870"/>
                  </a:lnTo>
                  <a:lnTo>
                    <a:pt x="1324697" y="35650"/>
                  </a:lnTo>
                  <a:lnTo>
                    <a:pt x="1334441" y="39607"/>
                  </a:lnTo>
                  <a:lnTo>
                    <a:pt x="1344185" y="43734"/>
                  </a:lnTo>
                  <a:lnTo>
                    <a:pt x="1353929" y="48022"/>
                  </a:lnTo>
                  <a:lnTo>
                    <a:pt x="1363658" y="52465"/>
                  </a:lnTo>
                  <a:lnTo>
                    <a:pt x="1373402" y="57054"/>
                  </a:lnTo>
                  <a:lnTo>
                    <a:pt x="1383146" y="61782"/>
                  </a:lnTo>
                  <a:lnTo>
                    <a:pt x="1392890" y="66640"/>
                  </a:lnTo>
                  <a:lnTo>
                    <a:pt x="1402619" y="71619"/>
                  </a:lnTo>
                  <a:lnTo>
                    <a:pt x="1412363" y="76712"/>
                  </a:lnTo>
                  <a:lnTo>
                    <a:pt x="1422106" y="81910"/>
                  </a:lnTo>
                  <a:lnTo>
                    <a:pt x="1431850" y="87202"/>
                  </a:lnTo>
                  <a:lnTo>
                    <a:pt x="1441594" y="92582"/>
                  </a:lnTo>
                  <a:lnTo>
                    <a:pt x="1451323" y="98041"/>
                  </a:lnTo>
                  <a:lnTo>
                    <a:pt x="1461067" y="103567"/>
                  </a:lnTo>
                  <a:lnTo>
                    <a:pt x="1470811" y="109154"/>
                  </a:lnTo>
                  <a:lnTo>
                    <a:pt x="1480555" y="114791"/>
                  </a:lnTo>
                  <a:lnTo>
                    <a:pt x="1490284" y="120470"/>
                  </a:lnTo>
                  <a:lnTo>
                    <a:pt x="1500028" y="126181"/>
                  </a:lnTo>
                  <a:lnTo>
                    <a:pt x="1509772" y="131917"/>
                  </a:lnTo>
                  <a:lnTo>
                    <a:pt x="1519516" y="137667"/>
                  </a:lnTo>
                  <a:lnTo>
                    <a:pt x="1529245" y="143424"/>
                  </a:lnTo>
                  <a:lnTo>
                    <a:pt x="1538989" y="149178"/>
                  </a:lnTo>
                  <a:lnTo>
                    <a:pt x="1548733" y="154921"/>
                  </a:lnTo>
                  <a:lnTo>
                    <a:pt x="1558477" y="160645"/>
                  </a:lnTo>
                  <a:lnTo>
                    <a:pt x="1568221" y="166343"/>
                  </a:lnTo>
                  <a:lnTo>
                    <a:pt x="1577950" y="172006"/>
                  </a:lnTo>
                  <a:lnTo>
                    <a:pt x="1587694" y="177626"/>
                  </a:lnTo>
                  <a:lnTo>
                    <a:pt x="1597438" y="183196"/>
                  </a:lnTo>
                  <a:lnTo>
                    <a:pt x="1607182" y="188710"/>
                  </a:lnTo>
                  <a:lnTo>
                    <a:pt x="1616911" y="194161"/>
                  </a:lnTo>
                  <a:lnTo>
                    <a:pt x="1626655" y="199542"/>
                  </a:lnTo>
                  <a:lnTo>
                    <a:pt x="1636399" y="204848"/>
                  </a:lnTo>
                  <a:lnTo>
                    <a:pt x="1646142" y="210073"/>
                  </a:lnTo>
                  <a:lnTo>
                    <a:pt x="1655872" y="215211"/>
                  </a:lnTo>
                  <a:lnTo>
                    <a:pt x="1665616" y="220261"/>
                  </a:lnTo>
                  <a:lnTo>
                    <a:pt x="1675359" y="225213"/>
                  </a:lnTo>
                  <a:lnTo>
                    <a:pt x="1685103" y="230069"/>
                  </a:lnTo>
                  <a:lnTo>
                    <a:pt x="1694832" y="234820"/>
                  </a:lnTo>
                  <a:lnTo>
                    <a:pt x="1704576" y="239467"/>
                  </a:lnTo>
                  <a:lnTo>
                    <a:pt x="1714320" y="244007"/>
                  </a:lnTo>
                  <a:lnTo>
                    <a:pt x="1724064" y="248438"/>
                  </a:lnTo>
                  <a:lnTo>
                    <a:pt x="1733808" y="252757"/>
                  </a:lnTo>
                  <a:lnTo>
                    <a:pt x="1743537" y="256966"/>
                  </a:lnTo>
                  <a:lnTo>
                    <a:pt x="1753281" y="261061"/>
                  </a:lnTo>
                  <a:lnTo>
                    <a:pt x="1763025" y="265045"/>
                  </a:lnTo>
                  <a:lnTo>
                    <a:pt x="1772769" y="268918"/>
                  </a:lnTo>
                  <a:lnTo>
                    <a:pt x="1782498" y="272680"/>
                  </a:lnTo>
                  <a:lnTo>
                    <a:pt x="1792242" y="276333"/>
                  </a:lnTo>
                  <a:lnTo>
                    <a:pt x="1801986" y="279880"/>
                  </a:lnTo>
                  <a:lnTo>
                    <a:pt x="1811730" y="283323"/>
                  </a:lnTo>
                  <a:lnTo>
                    <a:pt x="1821459" y="286665"/>
                  </a:lnTo>
                  <a:lnTo>
                    <a:pt x="1831203" y="289910"/>
                  </a:lnTo>
                  <a:lnTo>
                    <a:pt x="1840947" y="293061"/>
                  </a:lnTo>
                  <a:lnTo>
                    <a:pt x="1850691" y="296123"/>
                  </a:lnTo>
                  <a:lnTo>
                    <a:pt x="1860435" y="299102"/>
                  </a:lnTo>
                  <a:lnTo>
                    <a:pt x="1870164" y="302001"/>
                  </a:lnTo>
                  <a:lnTo>
                    <a:pt x="1879908" y="304826"/>
                  </a:lnTo>
                  <a:lnTo>
                    <a:pt x="1889652" y="307582"/>
                  </a:lnTo>
                  <a:lnTo>
                    <a:pt x="1899395" y="310277"/>
                  </a:lnTo>
                  <a:lnTo>
                    <a:pt x="1909124" y="312917"/>
                  </a:lnTo>
                  <a:lnTo>
                    <a:pt x="1918868" y="315508"/>
                  </a:lnTo>
                  <a:lnTo>
                    <a:pt x="1928612" y="318058"/>
                  </a:lnTo>
                  <a:lnTo>
                    <a:pt x="1938356" y="320572"/>
                  </a:lnTo>
                  <a:lnTo>
                    <a:pt x="1948085" y="323059"/>
                  </a:lnTo>
                  <a:lnTo>
                    <a:pt x="1957829" y="325526"/>
                  </a:lnTo>
                  <a:lnTo>
                    <a:pt x="1967573" y="327982"/>
                  </a:lnTo>
                  <a:lnTo>
                    <a:pt x="1977317" y="330431"/>
                  </a:lnTo>
                  <a:lnTo>
                    <a:pt x="1987046" y="332883"/>
                  </a:lnTo>
                  <a:lnTo>
                    <a:pt x="1996790" y="335346"/>
                  </a:lnTo>
                  <a:lnTo>
                    <a:pt x="2006534" y="337825"/>
                  </a:lnTo>
                  <a:lnTo>
                    <a:pt x="2016278" y="340330"/>
                  </a:lnTo>
                  <a:lnTo>
                    <a:pt x="2026022" y="342866"/>
                  </a:lnTo>
                  <a:lnTo>
                    <a:pt x="2035751" y="345442"/>
                  </a:lnTo>
                  <a:lnTo>
                    <a:pt x="2045495" y="348064"/>
                  </a:lnTo>
                  <a:lnTo>
                    <a:pt x="2055239" y="350738"/>
                  </a:lnTo>
                  <a:lnTo>
                    <a:pt x="2064983" y="353471"/>
                  </a:lnTo>
                  <a:lnTo>
                    <a:pt x="2074712" y="356270"/>
                  </a:lnTo>
                  <a:lnTo>
                    <a:pt x="2084456" y="359140"/>
                  </a:lnTo>
                  <a:lnTo>
                    <a:pt x="2094200" y="362085"/>
                  </a:lnTo>
                  <a:lnTo>
                    <a:pt x="2103944" y="365113"/>
                  </a:lnTo>
                  <a:lnTo>
                    <a:pt x="2113673" y="368227"/>
                  </a:lnTo>
                  <a:lnTo>
                    <a:pt x="2123417" y="371430"/>
                  </a:lnTo>
                  <a:lnTo>
                    <a:pt x="2133161" y="374727"/>
                  </a:lnTo>
                  <a:lnTo>
                    <a:pt x="2142905" y="378123"/>
                  </a:lnTo>
                  <a:lnTo>
                    <a:pt x="2152649" y="381617"/>
                  </a:lnTo>
                  <a:lnTo>
                    <a:pt x="2162377" y="385213"/>
                  </a:lnTo>
                  <a:lnTo>
                    <a:pt x="2172121" y="388914"/>
                  </a:lnTo>
                  <a:lnTo>
                    <a:pt x="2181865" y="392719"/>
                  </a:lnTo>
                  <a:lnTo>
                    <a:pt x="2191609" y="396629"/>
                  </a:lnTo>
                  <a:lnTo>
                    <a:pt x="2201338" y="400644"/>
                  </a:lnTo>
                  <a:lnTo>
                    <a:pt x="2211082" y="404765"/>
                  </a:lnTo>
                  <a:lnTo>
                    <a:pt x="2220826" y="408989"/>
                  </a:lnTo>
                  <a:lnTo>
                    <a:pt x="2230570" y="413314"/>
                  </a:lnTo>
                  <a:lnTo>
                    <a:pt x="2240299" y="417738"/>
                  </a:lnTo>
                  <a:lnTo>
                    <a:pt x="2250043" y="422259"/>
                  </a:lnTo>
                  <a:lnTo>
                    <a:pt x="2259787" y="426872"/>
                  </a:lnTo>
                  <a:lnTo>
                    <a:pt x="2269531" y="431576"/>
                  </a:lnTo>
                  <a:lnTo>
                    <a:pt x="2279260" y="436363"/>
                  </a:lnTo>
                  <a:lnTo>
                    <a:pt x="2289004" y="441229"/>
                  </a:lnTo>
                  <a:lnTo>
                    <a:pt x="2298748" y="446168"/>
                  </a:lnTo>
                  <a:lnTo>
                    <a:pt x="2308492" y="451175"/>
                  </a:lnTo>
                  <a:lnTo>
                    <a:pt x="2318236" y="456244"/>
                  </a:lnTo>
                  <a:lnTo>
                    <a:pt x="2327965" y="461366"/>
                  </a:lnTo>
                  <a:lnTo>
                    <a:pt x="2337709" y="466535"/>
                  </a:lnTo>
                  <a:lnTo>
                    <a:pt x="2347453" y="471742"/>
                  </a:lnTo>
                  <a:lnTo>
                    <a:pt x="2357197" y="476979"/>
                  </a:lnTo>
                  <a:lnTo>
                    <a:pt x="2366926" y="482238"/>
                  </a:lnTo>
                  <a:lnTo>
                    <a:pt x="2376670" y="487513"/>
                  </a:lnTo>
                  <a:lnTo>
                    <a:pt x="2386413" y="492790"/>
                  </a:lnTo>
                  <a:lnTo>
                    <a:pt x="2396157" y="498062"/>
                  </a:lnTo>
                  <a:lnTo>
                    <a:pt x="2405886" y="503320"/>
                  </a:lnTo>
                  <a:lnTo>
                    <a:pt x="2415630" y="508554"/>
                  </a:lnTo>
                  <a:lnTo>
                    <a:pt x="2425374" y="513756"/>
                  </a:lnTo>
                  <a:lnTo>
                    <a:pt x="2435118" y="518915"/>
                  </a:lnTo>
                  <a:lnTo>
                    <a:pt x="2444862" y="524019"/>
                  </a:lnTo>
                  <a:lnTo>
                    <a:pt x="2454591" y="529063"/>
                  </a:lnTo>
                  <a:lnTo>
                    <a:pt x="2464335" y="534035"/>
                  </a:lnTo>
                  <a:lnTo>
                    <a:pt x="2474079" y="538924"/>
                  </a:lnTo>
                  <a:lnTo>
                    <a:pt x="2483823" y="543725"/>
                  </a:lnTo>
                  <a:lnTo>
                    <a:pt x="2493552" y="548426"/>
                  </a:lnTo>
                  <a:lnTo>
                    <a:pt x="2503296" y="553017"/>
                  </a:lnTo>
                  <a:lnTo>
                    <a:pt x="2513040" y="557492"/>
                  </a:lnTo>
                  <a:lnTo>
                    <a:pt x="2522784" y="561841"/>
                  </a:lnTo>
                  <a:lnTo>
                    <a:pt x="2532513" y="566057"/>
                  </a:lnTo>
                  <a:lnTo>
                    <a:pt x="2542257" y="570133"/>
                  </a:lnTo>
                  <a:lnTo>
                    <a:pt x="2552001" y="574061"/>
                  </a:lnTo>
                  <a:lnTo>
                    <a:pt x="2561745" y="577833"/>
                  </a:lnTo>
                  <a:lnTo>
                    <a:pt x="2571474" y="581446"/>
                  </a:lnTo>
                  <a:lnTo>
                    <a:pt x="2581218" y="584892"/>
                  </a:lnTo>
                  <a:lnTo>
                    <a:pt x="2590962" y="588167"/>
                  </a:lnTo>
                  <a:lnTo>
                    <a:pt x="2600705" y="591266"/>
                  </a:lnTo>
                  <a:lnTo>
                    <a:pt x="2610449" y="594185"/>
                  </a:lnTo>
                  <a:lnTo>
                    <a:pt x="2620178" y="596920"/>
                  </a:lnTo>
                  <a:lnTo>
                    <a:pt x="2629922" y="599469"/>
                  </a:lnTo>
                  <a:lnTo>
                    <a:pt x="2639666" y="601831"/>
                  </a:lnTo>
                  <a:lnTo>
                    <a:pt x="2649410" y="604002"/>
                  </a:lnTo>
                  <a:lnTo>
                    <a:pt x="2659139" y="605982"/>
                  </a:lnTo>
                  <a:lnTo>
                    <a:pt x="2668883" y="607770"/>
                  </a:lnTo>
                  <a:lnTo>
                    <a:pt x="2678627" y="609367"/>
                  </a:lnTo>
                  <a:lnTo>
                    <a:pt x="2688371" y="610775"/>
                  </a:lnTo>
                  <a:lnTo>
                    <a:pt x="2698100" y="611994"/>
                  </a:lnTo>
                  <a:lnTo>
                    <a:pt x="2707844" y="613026"/>
                  </a:lnTo>
                  <a:lnTo>
                    <a:pt x="2717588" y="613877"/>
                  </a:lnTo>
                  <a:lnTo>
                    <a:pt x="2727332" y="614546"/>
                  </a:lnTo>
                  <a:lnTo>
                    <a:pt x="2737076" y="615040"/>
                  </a:lnTo>
                  <a:lnTo>
                    <a:pt x="2746805" y="615362"/>
                  </a:lnTo>
                  <a:lnTo>
                    <a:pt x="2756549" y="615519"/>
                  </a:lnTo>
                  <a:lnTo>
                    <a:pt x="2766293" y="615514"/>
                  </a:lnTo>
                  <a:lnTo>
                    <a:pt x="2776037" y="615356"/>
                  </a:lnTo>
                  <a:lnTo>
                    <a:pt x="2785766" y="615049"/>
                  </a:lnTo>
                  <a:lnTo>
                    <a:pt x="2795510" y="614601"/>
                  </a:lnTo>
                  <a:lnTo>
                    <a:pt x="2805254" y="614020"/>
                  </a:lnTo>
                  <a:lnTo>
                    <a:pt x="2814998" y="613312"/>
                  </a:lnTo>
                  <a:lnTo>
                    <a:pt x="2824727" y="612488"/>
                  </a:lnTo>
                  <a:lnTo>
                    <a:pt x="2834471" y="611553"/>
                  </a:lnTo>
                  <a:lnTo>
                    <a:pt x="2844215" y="610517"/>
                  </a:lnTo>
                  <a:lnTo>
                    <a:pt x="2853958" y="609391"/>
                  </a:lnTo>
                  <a:lnTo>
                    <a:pt x="2863687" y="608179"/>
                  </a:lnTo>
                  <a:lnTo>
                    <a:pt x="2873431" y="606895"/>
                  </a:lnTo>
                  <a:lnTo>
                    <a:pt x="2883175" y="605545"/>
                  </a:lnTo>
                  <a:lnTo>
                    <a:pt x="2892919" y="604139"/>
                  </a:lnTo>
                  <a:lnTo>
                    <a:pt x="2902663" y="602686"/>
                  </a:lnTo>
                  <a:lnTo>
                    <a:pt x="2912392" y="60119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0" name="Freeform 659">
              <a:extLst>
                <a:ext uri="{FF2B5EF4-FFF2-40B4-BE49-F238E27FC236}">
                  <a16:creationId xmlns:a16="http://schemas.microsoft.com/office/drawing/2014/main" id="{603080E9-2A23-CE80-A194-91099A0213EF}"/>
                </a:ext>
              </a:extLst>
            </p:cNvPr>
            <p:cNvSpPr/>
            <p:nvPr/>
          </p:nvSpPr>
          <p:spPr>
            <a:xfrm>
              <a:off x="576446" y="3620644"/>
              <a:ext cx="2912392" cy="506724"/>
            </a:xfrm>
            <a:custGeom>
              <a:avLst/>
              <a:gdLst>
                <a:gd name="connsiteX0" fmla="*/ 0 w 2912392"/>
                <a:gd name="connsiteY0" fmla="*/ 0 h 506724"/>
                <a:gd name="connsiteX1" fmla="*/ 9739 w 2912392"/>
                <a:gd name="connsiteY1" fmla="*/ 4006 h 506724"/>
                <a:gd name="connsiteX2" fmla="*/ 19480 w 2912392"/>
                <a:gd name="connsiteY2" fmla="*/ 8054 h 506724"/>
                <a:gd name="connsiteX3" fmla="*/ 29221 w 2912392"/>
                <a:gd name="connsiteY3" fmla="*/ 12149 h 506724"/>
                <a:gd name="connsiteX4" fmla="*/ 38961 w 2912392"/>
                <a:gd name="connsiteY4" fmla="*/ 16288 h 506724"/>
                <a:gd name="connsiteX5" fmla="*/ 48702 w 2912392"/>
                <a:gd name="connsiteY5" fmla="*/ 20474 h 506724"/>
                <a:gd name="connsiteX6" fmla="*/ 58443 w 2912392"/>
                <a:gd name="connsiteY6" fmla="*/ 24707 h 506724"/>
                <a:gd name="connsiteX7" fmla="*/ 68182 w 2912392"/>
                <a:gd name="connsiteY7" fmla="*/ 28989 h 506724"/>
                <a:gd name="connsiteX8" fmla="*/ 77923 w 2912392"/>
                <a:gd name="connsiteY8" fmla="*/ 33319 h 506724"/>
                <a:gd name="connsiteX9" fmla="*/ 87664 w 2912392"/>
                <a:gd name="connsiteY9" fmla="*/ 37699 h 506724"/>
                <a:gd name="connsiteX10" fmla="*/ 97404 w 2912392"/>
                <a:gd name="connsiteY10" fmla="*/ 42127 h 506724"/>
                <a:gd name="connsiteX11" fmla="*/ 107145 w 2912392"/>
                <a:gd name="connsiteY11" fmla="*/ 46604 h 506724"/>
                <a:gd name="connsiteX12" fmla="*/ 116886 w 2912392"/>
                <a:gd name="connsiteY12" fmla="*/ 51130 h 506724"/>
                <a:gd name="connsiteX13" fmla="*/ 126625 w 2912392"/>
                <a:gd name="connsiteY13" fmla="*/ 55704 h 506724"/>
                <a:gd name="connsiteX14" fmla="*/ 136366 w 2912392"/>
                <a:gd name="connsiteY14" fmla="*/ 60324 h 506724"/>
                <a:gd name="connsiteX15" fmla="*/ 146107 w 2912392"/>
                <a:gd name="connsiteY15" fmla="*/ 64992 h 506724"/>
                <a:gd name="connsiteX16" fmla="*/ 155846 w 2912392"/>
                <a:gd name="connsiteY16" fmla="*/ 69703 h 506724"/>
                <a:gd name="connsiteX17" fmla="*/ 165587 w 2912392"/>
                <a:gd name="connsiteY17" fmla="*/ 74458 h 506724"/>
                <a:gd name="connsiteX18" fmla="*/ 175328 w 2912392"/>
                <a:gd name="connsiteY18" fmla="*/ 79252 h 506724"/>
                <a:gd name="connsiteX19" fmla="*/ 185068 w 2912392"/>
                <a:gd name="connsiteY19" fmla="*/ 84085 h 506724"/>
                <a:gd name="connsiteX20" fmla="*/ 194809 w 2912392"/>
                <a:gd name="connsiteY20" fmla="*/ 88954 h 506724"/>
                <a:gd name="connsiteX21" fmla="*/ 204550 w 2912392"/>
                <a:gd name="connsiteY21" fmla="*/ 93858 h 506724"/>
                <a:gd name="connsiteX22" fmla="*/ 214289 w 2912392"/>
                <a:gd name="connsiteY22" fmla="*/ 98791 h 506724"/>
                <a:gd name="connsiteX23" fmla="*/ 224030 w 2912392"/>
                <a:gd name="connsiteY23" fmla="*/ 103751 h 506724"/>
                <a:gd name="connsiteX24" fmla="*/ 233771 w 2912392"/>
                <a:gd name="connsiteY24" fmla="*/ 108734 h 506724"/>
                <a:gd name="connsiteX25" fmla="*/ 243510 w 2912392"/>
                <a:gd name="connsiteY25" fmla="*/ 113737 h 506724"/>
                <a:gd name="connsiteX26" fmla="*/ 253251 w 2912392"/>
                <a:gd name="connsiteY26" fmla="*/ 118755 h 506724"/>
                <a:gd name="connsiteX27" fmla="*/ 262992 w 2912392"/>
                <a:gd name="connsiteY27" fmla="*/ 123785 h 506724"/>
                <a:gd name="connsiteX28" fmla="*/ 272732 w 2912392"/>
                <a:gd name="connsiteY28" fmla="*/ 128821 h 506724"/>
                <a:gd name="connsiteX29" fmla="*/ 282473 w 2912392"/>
                <a:gd name="connsiteY29" fmla="*/ 133858 h 506724"/>
                <a:gd name="connsiteX30" fmla="*/ 292214 w 2912392"/>
                <a:gd name="connsiteY30" fmla="*/ 138891 h 506724"/>
                <a:gd name="connsiteX31" fmla="*/ 301953 w 2912392"/>
                <a:gd name="connsiteY31" fmla="*/ 143917 h 506724"/>
                <a:gd name="connsiteX32" fmla="*/ 311694 w 2912392"/>
                <a:gd name="connsiteY32" fmla="*/ 148927 h 506724"/>
                <a:gd name="connsiteX33" fmla="*/ 321435 w 2912392"/>
                <a:gd name="connsiteY33" fmla="*/ 153918 h 506724"/>
                <a:gd name="connsiteX34" fmla="*/ 331175 w 2912392"/>
                <a:gd name="connsiteY34" fmla="*/ 158883 h 506724"/>
                <a:gd name="connsiteX35" fmla="*/ 340916 w 2912392"/>
                <a:gd name="connsiteY35" fmla="*/ 163816 h 506724"/>
                <a:gd name="connsiteX36" fmla="*/ 350656 w 2912392"/>
                <a:gd name="connsiteY36" fmla="*/ 168712 h 506724"/>
                <a:gd name="connsiteX37" fmla="*/ 360396 w 2912392"/>
                <a:gd name="connsiteY37" fmla="*/ 173563 h 506724"/>
                <a:gd name="connsiteX38" fmla="*/ 370137 w 2912392"/>
                <a:gd name="connsiteY38" fmla="*/ 178365 h 506724"/>
                <a:gd name="connsiteX39" fmla="*/ 379878 w 2912392"/>
                <a:gd name="connsiteY39" fmla="*/ 183110 h 506724"/>
                <a:gd name="connsiteX40" fmla="*/ 389617 w 2912392"/>
                <a:gd name="connsiteY40" fmla="*/ 187793 h 506724"/>
                <a:gd name="connsiteX41" fmla="*/ 399358 w 2912392"/>
                <a:gd name="connsiteY41" fmla="*/ 192405 h 506724"/>
                <a:gd name="connsiteX42" fmla="*/ 409099 w 2912392"/>
                <a:gd name="connsiteY42" fmla="*/ 196944 h 506724"/>
                <a:gd name="connsiteX43" fmla="*/ 418839 w 2912392"/>
                <a:gd name="connsiteY43" fmla="*/ 201400 h 506724"/>
                <a:gd name="connsiteX44" fmla="*/ 428580 w 2912392"/>
                <a:gd name="connsiteY44" fmla="*/ 205768 h 506724"/>
                <a:gd name="connsiteX45" fmla="*/ 438321 w 2912392"/>
                <a:gd name="connsiteY45" fmla="*/ 210041 h 506724"/>
                <a:gd name="connsiteX46" fmla="*/ 448060 w 2912392"/>
                <a:gd name="connsiteY46" fmla="*/ 214215 h 506724"/>
                <a:gd name="connsiteX47" fmla="*/ 457801 w 2912392"/>
                <a:gd name="connsiteY47" fmla="*/ 218282 h 506724"/>
                <a:gd name="connsiteX48" fmla="*/ 467542 w 2912392"/>
                <a:gd name="connsiteY48" fmla="*/ 222238 h 506724"/>
                <a:gd name="connsiteX49" fmla="*/ 477281 w 2912392"/>
                <a:gd name="connsiteY49" fmla="*/ 226076 h 506724"/>
                <a:gd name="connsiteX50" fmla="*/ 487022 w 2912392"/>
                <a:gd name="connsiteY50" fmla="*/ 229790 h 506724"/>
                <a:gd name="connsiteX51" fmla="*/ 496763 w 2912392"/>
                <a:gd name="connsiteY51" fmla="*/ 233376 h 506724"/>
                <a:gd name="connsiteX52" fmla="*/ 506503 w 2912392"/>
                <a:gd name="connsiteY52" fmla="*/ 236830 h 506724"/>
                <a:gd name="connsiteX53" fmla="*/ 516244 w 2912392"/>
                <a:gd name="connsiteY53" fmla="*/ 240145 h 506724"/>
                <a:gd name="connsiteX54" fmla="*/ 525985 w 2912392"/>
                <a:gd name="connsiteY54" fmla="*/ 243320 h 506724"/>
                <a:gd name="connsiteX55" fmla="*/ 535724 w 2912392"/>
                <a:gd name="connsiteY55" fmla="*/ 246347 h 506724"/>
                <a:gd name="connsiteX56" fmla="*/ 545465 w 2912392"/>
                <a:gd name="connsiteY56" fmla="*/ 249226 h 506724"/>
                <a:gd name="connsiteX57" fmla="*/ 555206 w 2912392"/>
                <a:gd name="connsiteY57" fmla="*/ 251951 h 506724"/>
                <a:gd name="connsiteX58" fmla="*/ 564946 w 2912392"/>
                <a:gd name="connsiteY58" fmla="*/ 254519 h 506724"/>
                <a:gd name="connsiteX59" fmla="*/ 574687 w 2912392"/>
                <a:gd name="connsiteY59" fmla="*/ 256930 h 506724"/>
                <a:gd name="connsiteX60" fmla="*/ 584428 w 2912392"/>
                <a:gd name="connsiteY60" fmla="*/ 259181 h 506724"/>
                <a:gd name="connsiteX61" fmla="*/ 594167 w 2912392"/>
                <a:gd name="connsiteY61" fmla="*/ 261269 h 506724"/>
                <a:gd name="connsiteX62" fmla="*/ 603908 w 2912392"/>
                <a:gd name="connsiteY62" fmla="*/ 263193 h 506724"/>
                <a:gd name="connsiteX63" fmla="*/ 613649 w 2912392"/>
                <a:gd name="connsiteY63" fmla="*/ 264953 h 506724"/>
                <a:gd name="connsiteX64" fmla="*/ 623388 w 2912392"/>
                <a:gd name="connsiteY64" fmla="*/ 266547 h 506724"/>
                <a:gd name="connsiteX65" fmla="*/ 633129 w 2912392"/>
                <a:gd name="connsiteY65" fmla="*/ 267978 h 506724"/>
                <a:gd name="connsiteX66" fmla="*/ 642870 w 2912392"/>
                <a:gd name="connsiteY66" fmla="*/ 269244 h 506724"/>
                <a:gd name="connsiteX67" fmla="*/ 652610 w 2912392"/>
                <a:gd name="connsiteY67" fmla="*/ 270345 h 506724"/>
                <a:gd name="connsiteX68" fmla="*/ 662351 w 2912392"/>
                <a:gd name="connsiteY68" fmla="*/ 271285 h 506724"/>
                <a:gd name="connsiteX69" fmla="*/ 672092 w 2912392"/>
                <a:gd name="connsiteY69" fmla="*/ 272066 h 506724"/>
                <a:gd name="connsiteX70" fmla="*/ 681831 w 2912392"/>
                <a:gd name="connsiteY70" fmla="*/ 272689 h 506724"/>
                <a:gd name="connsiteX71" fmla="*/ 691572 w 2912392"/>
                <a:gd name="connsiteY71" fmla="*/ 273155 h 506724"/>
                <a:gd name="connsiteX72" fmla="*/ 701313 w 2912392"/>
                <a:gd name="connsiteY72" fmla="*/ 273469 h 506724"/>
                <a:gd name="connsiteX73" fmla="*/ 711052 w 2912392"/>
                <a:gd name="connsiteY73" fmla="*/ 273636 h 506724"/>
                <a:gd name="connsiteX74" fmla="*/ 720793 w 2912392"/>
                <a:gd name="connsiteY74" fmla="*/ 273658 h 506724"/>
                <a:gd name="connsiteX75" fmla="*/ 730534 w 2912392"/>
                <a:gd name="connsiteY75" fmla="*/ 273541 h 506724"/>
                <a:gd name="connsiteX76" fmla="*/ 740274 w 2912392"/>
                <a:gd name="connsiteY76" fmla="*/ 273289 h 506724"/>
                <a:gd name="connsiteX77" fmla="*/ 750015 w 2912392"/>
                <a:gd name="connsiteY77" fmla="*/ 272906 h 506724"/>
                <a:gd name="connsiteX78" fmla="*/ 759756 w 2912392"/>
                <a:gd name="connsiteY78" fmla="*/ 272400 h 506724"/>
                <a:gd name="connsiteX79" fmla="*/ 769495 w 2912392"/>
                <a:gd name="connsiteY79" fmla="*/ 271774 h 506724"/>
                <a:gd name="connsiteX80" fmla="*/ 779236 w 2912392"/>
                <a:gd name="connsiteY80" fmla="*/ 271036 h 506724"/>
                <a:gd name="connsiteX81" fmla="*/ 788977 w 2912392"/>
                <a:gd name="connsiteY81" fmla="*/ 270193 h 506724"/>
                <a:gd name="connsiteX82" fmla="*/ 798717 w 2912392"/>
                <a:gd name="connsiteY82" fmla="*/ 269250 h 506724"/>
                <a:gd name="connsiteX83" fmla="*/ 808458 w 2912392"/>
                <a:gd name="connsiteY83" fmla="*/ 268216 h 506724"/>
                <a:gd name="connsiteX84" fmla="*/ 818199 w 2912392"/>
                <a:gd name="connsiteY84" fmla="*/ 267096 h 506724"/>
                <a:gd name="connsiteX85" fmla="*/ 827938 w 2912392"/>
                <a:gd name="connsiteY85" fmla="*/ 265899 h 506724"/>
                <a:gd name="connsiteX86" fmla="*/ 837679 w 2912392"/>
                <a:gd name="connsiteY86" fmla="*/ 264631 h 506724"/>
                <a:gd name="connsiteX87" fmla="*/ 847420 w 2912392"/>
                <a:gd name="connsiteY87" fmla="*/ 263301 h 506724"/>
                <a:gd name="connsiteX88" fmla="*/ 857159 w 2912392"/>
                <a:gd name="connsiteY88" fmla="*/ 261917 h 506724"/>
                <a:gd name="connsiteX89" fmla="*/ 866900 w 2912392"/>
                <a:gd name="connsiteY89" fmla="*/ 260485 h 506724"/>
                <a:gd name="connsiteX90" fmla="*/ 876641 w 2912392"/>
                <a:gd name="connsiteY90" fmla="*/ 259014 h 506724"/>
                <a:gd name="connsiteX91" fmla="*/ 886381 w 2912392"/>
                <a:gd name="connsiteY91" fmla="*/ 257511 h 506724"/>
                <a:gd name="connsiteX92" fmla="*/ 896122 w 2912392"/>
                <a:gd name="connsiteY92" fmla="*/ 255985 h 506724"/>
                <a:gd name="connsiteX93" fmla="*/ 905863 w 2912392"/>
                <a:gd name="connsiteY93" fmla="*/ 254443 h 506724"/>
                <a:gd name="connsiteX94" fmla="*/ 915602 w 2912392"/>
                <a:gd name="connsiteY94" fmla="*/ 252892 h 506724"/>
                <a:gd name="connsiteX95" fmla="*/ 925343 w 2912392"/>
                <a:gd name="connsiteY95" fmla="*/ 251341 h 506724"/>
                <a:gd name="connsiteX96" fmla="*/ 935084 w 2912392"/>
                <a:gd name="connsiteY96" fmla="*/ 249798 h 506724"/>
                <a:gd name="connsiteX97" fmla="*/ 944824 w 2912392"/>
                <a:gd name="connsiteY97" fmla="*/ 248268 h 506724"/>
                <a:gd name="connsiteX98" fmla="*/ 954564 w 2912392"/>
                <a:gd name="connsiteY98" fmla="*/ 246757 h 506724"/>
                <a:gd name="connsiteX99" fmla="*/ 964305 w 2912392"/>
                <a:gd name="connsiteY99" fmla="*/ 245276 h 506724"/>
                <a:gd name="connsiteX100" fmla="*/ 974045 w 2912392"/>
                <a:gd name="connsiteY100" fmla="*/ 243828 h 506724"/>
                <a:gd name="connsiteX101" fmla="*/ 983786 w 2912392"/>
                <a:gd name="connsiteY101" fmla="*/ 242420 h 506724"/>
                <a:gd name="connsiteX102" fmla="*/ 993522 w 2912392"/>
                <a:gd name="connsiteY102" fmla="*/ 241058 h 506724"/>
                <a:gd name="connsiteX103" fmla="*/ 1003266 w 2912392"/>
                <a:gd name="connsiteY103" fmla="*/ 239748 h 506724"/>
                <a:gd name="connsiteX104" fmla="*/ 1013010 w 2912392"/>
                <a:gd name="connsiteY104" fmla="*/ 238497 h 506724"/>
                <a:gd name="connsiteX105" fmla="*/ 1022754 w 2912392"/>
                <a:gd name="connsiteY105" fmla="*/ 237306 h 506724"/>
                <a:gd name="connsiteX106" fmla="*/ 1032483 w 2912392"/>
                <a:gd name="connsiteY106" fmla="*/ 236183 h 506724"/>
                <a:gd name="connsiteX107" fmla="*/ 1042227 w 2912392"/>
                <a:gd name="connsiteY107" fmla="*/ 235131 h 506724"/>
                <a:gd name="connsiteX108" fmla="*/ 1051971 w 2912392"/>
                <a:gd name="connsiteY108" fmla="*/ 234152 h 506724"/>
                <a:gd name="connsiteX109" fmla="*/ 1061715 w 2912392"/>
                <a:gd name="connsiteY109" fmla="*/ 233254 h 506724"/>
                <a:gd name="connsiteX110" fmla="*/ 1071444 w 2912392"/>
                <a:gd name="connsiteY110" fmla="*/ 232434 h 506724"/>
                <a:gd name="connsiteX111" fmla="*/ 1081188 w 2912392"/>
                <a:gd name="connsiteY111" fmla="*/ 231700 h 506724"/>
                <a:gd name="connsiteX112" fmla="*/ 1090932 w 2912392"/>
                <a:gd name="connsiteY112" fmla="*/ 231050 h 506724"/>
                <a:gd name="connsiteX113" fmla="*/ 1100676 w 2912392"/>
                <a:gd name="connsiteY113" fmla="*/ 230489 h 506724"/>
                <a:gd name="connsiteX114" fmla="*/ 1110405 w 2912392"/>
                <a:gd name="connsiteY114" fmla="*/ 230016 h 506724"/>
                <a:gd name="connsiteX115" fmla="*/ 1120149 w 2912392"/>
                <a:gd name="connsiteY115" fmla="*/ 229632 h 506724"/>
                <a:gd name="connsiteX116" fmla="*/ 1129893 w 2912392"/>
                <a:gd name="connsiteY116" fmla="*/ 229338 h 506724"/>
                <a:gd name="connsiteX117" fmla="*/ 1139637 w 2912392"/>
                <a:gd name="connsiteY117" fmla="*/ 229136 h 506724"/>
                <a:gd name="connsiteX118" fmla="*/ 1149381 w 2912392"/>
                <a:gd name="connsiteY118" fmla="*/ 229023 h 506724"/>
                <a:gd name="connsiteX119" fmla="*/ 1159110 w 2912392"/>
                <a:gd name="connsiteY119" fmla="*/ 228997 h 506724"/>
                <a:gd name="connsiteX120" fmla="*/ 1168854 w 2912392"/>
                <a:gd name="connsiteY120" fmla="*/ 229061 h 506724"/>
                <a:gd name="connsiteX121" fmla="*/ 1178598 w 2912392"/>
                <a:gd name="connsiteY121" fmla="*/ 229210 h 506724"/>
                <a:gd name="connsiteX122" fmla="*/ 1188341 w 2912392"/>
                <a:gd name="connsiteY122" fmla="*/ 229444 h 506724"/>
                <a:gd name="connsiteX123" fmla="*/ 1198070 w 2912392"/>
                <a:gd name="connsiteY123" fmla="*/ 229762 h 506724"/>
                <a:gd name="connsiteX124" fmla="*/ 1207814 w 2912392"/>
                <a:gd name="connsiteY124" fmla="*/ 230158 h 506724"/>
                <a:gd name="connsiteX125" fmla="*/ 1217558 w 2912392"/>
                <a:gd name="connsiteY125" fmla="*/ 230632 h 506724"/>
                <a:gd name="connsiteX126" fmla="*/ 1227302 w 2912392"/>
                <a:gd name="connsiteY126" fmla="*/ 231179 h 506724"/>
                <a:gd name="connsiteX127" fmla="*/ 1237031 w 2912392"/>
                <a:gd name="connsiteY127" fmla="*/ 231797 h 506724"/>
                <a:gd name="connsiteX128" fmla="*/ 1246775 w 2912392"/>
                <a:gd name="connsiteY128" fmla="*/ 232482 h 506724"/>
                <a:gd name="connsiteX129" fmla="*/ 1256519 w 2912392"/>
                <a:gd name="connsiteY129" fmla="*/ 233230 h 506724"/>
                <a:gd name="connsiteX130" fmla="*/ 1266263 w 2912392"/>
                <a:gd name="connsiteY130" fmla="*/ 234038 h 506724"/>
                <a:gd name="connsiteX131" fmla="*/ 1276007 w 2912392"/>
                <a:gd name="connsiteY131" fmla="*/ 234900 h 506724"/>
                <a:gd name="connsiteX132" fmla="*/ 1285736 w 2912392"/>
                <a:gd name="connsiteY132" fmla="*/ 235815 h 506724"/>
                <a:gd name="connsiteX133" fmla="*/ 1295480 w 2912392"/>
                <a:gd name="connsiteY133" fmla="*/ 236775 h 506724"/>
                <a:gd name="connsiteX134" fmla="*/ 1305224 w 2912392"/>
                <a:gd name="connsiteY134" fmla="*/ 237777 h 506724"/>
                <a:gd name="connsiteX135" fmla="*/ 1314968 w 2912392"/>
                <a:gd name="connsiteY135" fmla="*/ 238819 h 506724"/>
                <a:gd name="connsiteX136" fmla="*/ 1324697 w 2912392"/>
                <a:gd name="connsiteY136" fmla="*/ 239893 h 506724"/>
                <a:gd name="connsiteX137" fmla="*/ 1334441 w 2912392"/>
                <a:gd name="connsiteY137" fmla="*/ 240995 h 506724"/>
                <a:gd name="connsiteX138" fmla="*/ 1344185 w 2912392"/>
                <a:gd name="connsiteY138" fmla="*/ 242122 h 506724"/>
                <a:gd name="connsiteX139" fmla="*/ 1353929 w 2912392"/>
                <a:gd name="connsiteY139" fmla="*/ 243268 h 506724"/>
                <a:gd name="connsiteX140" fmla="*/ 1363658 w 2912392"/>
                <a:gd name="connsiteY140" fmla="*/ 244430 h 506724"/>
                <a:gd name="connsiteX141" fmla="*/ 1373402 w 2912392"/>
                <a:gd name="connsiteY141" fmla="*/ 245602 h 506724"/>
                <a:gd name="connsiteX142" fmla="*/ 1383146 w 2912392"/>
                <a:gd name="connsiteY142" fmla="*/ 246782 h 506724"/>
                <a:gd name="connsiteX143" fmla="*/ 1392890 w 2912392"/>
                <a:gd name="connsiteY143" fmla="*/ 247964 h 506724"/>
                <a:gd name="connsiteX144" fmla="*/ 1402619 w 2912392"/>
                <a:gd name="connsiteY144" fmla="*/ 249145 h 506724"/>
                <a:gd name="connsiteX145" fmla="*/ 1412363 w 2912392"/>
                <a:gd name="connsiteY145" fmla="*/ 250321 h 506724"/>
                <a:gd name="connsiteX146" fmla="*/ 1422106 w 2912392"/>
                <a:gd name="connsiteY146" fmla="*/ 251489 h 506724"/>
                <a:gd name="connsiteX147" fmla="*/ 1431850 w 2912392"/>
                <a:gd name="connsiteY147" fmla="*/ 252645 h 506724"/>
                <a:gd name="connsiteX148" fmla="*/ 1441594 w 2912392"/>
                <a:gd name="connsiteY148" fmla="*/ 253786 h 506724"/>
                <a:gd name="connsiteX149" fmla="*/ 1451323 w 2912392"/>
                <a:gd name="connsiteY149" fmla="*/ 254910 h 506724"/>
                <a:gd name="connsiteX150" fmla="*/ 1461067 w 2912392"/>
                <a:gd name="connsiteY150" fmla="*/ 256012 h 506724"/>
                <a:gd name="connsiteX151" fmla="*/ 1470811 w 2912392"/>
                <a:gd name="connsiteY151" fmla="*/ 257092 h 506724"/>
                <a:gd name="connsiteX152" fmla="*/ 1480555 w 2912392"/>
                <a:gd name="connsiteY152" fmla="*/ 258147 h 506724"/>
                <a:gd name="connsiteX153" fmla="*/ 1490284 w 2912392"/>
                <a:gd name="connsiteY153" fmla="*/ 259175 h 506724"/>
                <a:gd name="connsiteX154" fmla="*/ 1500028 w 2912392"/>
                <a:gd name="connsiteY154" fmla="*/ 260175 h 506724"/>
                <a:gd name="connsiteX155" fmla="*/ 1509772 w 2912392"/>
                <a:gd name="connsiteY155" fmla="*/ 261146 h 506724"/>
                <a:gd name="connsiteX156" fmla="*/ 1519516 w 2912392"/>
                <a:gd name="connsiteY156" fmla="*/ 262086 h 506724"/>
                <a:gd name="connsiteX157" fmla="*/ 1529245 w 2912392"/>
                <a:gd name="connsiteY157" fmla="*/ 262995 h 506724"/>
                <a:gd name="connsiteX158" fmla="*/ 1538989 w 2912392"/>
                <a:gd name="connsiteY158" fmla="*/ 263874 h 506724"/>
                <a:gd name="connsiteX159" fmla="*/ 1548733 w 2912392"/>
                <a:gd name="connsiteY159" fmla="*/ 264721 h 506724"/>
                <a:gd name="connsiteX160" fmla="*/ 1558477 w 2912392"/>
                <a:gd name="connsiteY160" fmla="*/ 265536 h 506724"/>
                <a:gd name="connsiteX161" fmla="*/ 1568221 w 2912392"/>
                <a:gd name="connsiteY161" fmla="*/ 266321 h 506724"/>
                <a:gd name="connsiteX162" fmla="*/ 1577950 w 2912392"/>
                <a:gd name="connsiteY162" fmla="*/ 267075 h 506724"/>
                <a:gd name="connsiteX163" fmla="*/ 1587694 w 2912392"/>
                <a:gd name="connsiteY163" fmla="*/ 267800 h 506724"/>
                <a:gd name="connsiteX164" fmla="*/ 1597438 w 2912392"/>
                <a:gd name="connsiteY164" fmla="*/ 268499 h 506724"/>
                <a:gd name="connsiteX165" fmla="*/ 1607182 w 2912392"/>
                <a:gd name="connsiteY165" fmla="*/ 269172 h 506724"/>
                <a:gd name="connsiteX166" fmla="*/ 1616911 w 2912392"/>
                <a:gd name="connsiteY166" fmla="*/ 269821 h 506724"/>
                <a:gd name="connsiteX167" fmla="*/ 1626655 w 2912392"/>
                <a:gd name="connsiteY167" fmla="*/ 270448 h 506724"/>
                <a:gd name="connsiteX168" fmla="*/ 1636399 w 2912392"/>
                <a:gd name="connsiteY168" fmla="*/ 271054 h 506724"/>
                <a:gd name="connsiteX169" fmla="*/ 1646142 w 2912392"/>
                <a:gd name="connsiteY169" fmla="*/ 271644 h 506724"/>
                <a:gd name="connsiteX170" fmla="*/ 1655872 w 2912392"/>
                <a:gd name="connsiteY170" fmla="*/ 272221 h 506724"/>
                <a:gd name="connsiteX171" fmla="*/ 1665616 w 2912392"/>
                <a:gd name="connsiteY171" fmla="*/ 272785 h 506724"/>
                <a:gd name="connsiteX172" fmla="*/ 1675359 w 2912392"/>
                <a:gd name="connsiteY172" fmla="*/ 273343 h 506724"/>
                <a:gd name="connsiteX173" fmla="*/ 1685103 w 2912392"/>
                <a:gd name="connsiteY173" fmla="*/ 273894 h 506724"/>
                <a:gd name="connsiteX174" fmla="*/ 1694832 w 2912392"/>
                <a:gd name="connsiteY174" fmla="*/ 274444 h 506724"/>
                <a:gd name="connsiteX175" fmla="*/ 1704576 w 2912392"/>
                <a:gd name="connsiteY175" fmla="*/ 274996 h 506724"/>
                <a:gd name="connsiteX176" fmla="*/ 1714320 w 2912392"/>
                <a:gd name="connsiteY176" fmla="*/ 275554 h 506724"/>
                <a:gd name="connsiteX177" fmla="*/ 1724064 w 2912392"/>
                <a:gd name="connsiteY177" fmla="*/ 276121 h 506724"/>
                <a:gd name="connsiteX178" fmla="*/ 1733808 w 2912392"/>
                <a:gd name="connsiteY178" fmla="*/ 276701 h 506724"/>
                <a:gd name="connsiteX179" fmla="*/ 1743537 w 2912392"/>
                <a:gd name="connsiteY179" fmla="*/ 277298 h 506724"/>
                <a:gd name="connsiteX180" fmla="*/ 1753281 w 2912392"/>
                <a:gd name="connsiteY180" fmla="*/ 277915 h 506724"/>
                <a:gd name="connsiteX181" fmla="*/ 1763025 w 2912392"/>
                <a:gd name="connsiteY181" fmla="*/ 278557 h 506724"/>
                <a:gd name="connsiteX182" fmla="*/ 1772769 w 2912392"/>
                <a:gd name="connsiteY182" fmla="*/ 279229 h 506724"/>
                <a:gd name="connsiteX183" fmla="*/ 1782498 w 2912392"/>
                <a:gd name="connsiteY183" fmla="*/ 279932 h 506724"/>
                <a:gd name="connsiteX184" fmla="*/ 1792242 w 2912392"/>
                <a:gd name="connsiteY184" fmla="*/ 280671 h 506724"/>
                <a:gd name="connsiteX185" fmla="*/ 1801986 w 2912392"/>
                <a:gd name="connsiteY185" fmla="*/ 281451 h 506724"/>
                <a:gd name="connsiteX186" fmla="*/ 1811730 w 2912392"/>
                <a:gd name="connsiteY186" fmla="*/ 282273 h 506724"/>
                <a:gd name="connsiteX187" fmla="*/ 1821459 w 2912392"/>
                <a:gd name="connsiteY187" fmla="*/ 283145 h 506724"/>
                <a:gd name="connsiteX188" fmla="*/ 1831203 w 2912392"/>
                <a:gd name="connsiteY188" fmla="*/ 284065 h 506724"/>
                <a:gd name="connsiteX189" fmla="*/ 1840947 w 2912392"/>
                <a:gd name="connsiteY189" fmla="*/ 285041 h 506724"/>
                <a:gd name="connsiteX190" fmla="*/ 1850691 w 2912392"/>
                <a:gd name="connsiteY190" fmla="*/ 286074 h 506724"/>
                <a:gd name="connsiteX191" fmla="*/ 1860435 w 2912392"/>
                <a:gd name="connsiteY191" fmla="*/ 287167 h 506724"/>
                <a:gd name="connsiteX192" fmla="*/ 1870164 w 2912392"/>
                <a:gd name="connsiteY192" fmla="*/ 288327 h 506724"/>
                <a:gd name="connsiteX193" fmla="*/ 1879908 w 2912392"/>
                <a:gd name="connsiteY193" fmla="*/ 289550 h 506724"/>
                <a:gd name="connsiteX194" fmla="*/ 1889652 w 2912392"/>
                <a:gd name="connsiteY194" fmla="*/ 290845 h 506724"/>
                <a:gd name="connsiteX195" fmla="*/ 1899395 w 2912392"/>
                <a:gd name="connsiteY195" fmla="*/ 292211 h 506724"/>
                <a:gd name="connsiteX196" fmla="*/ 1909124 w 2912392"/>
                <a:gd name="connsiteY196" fmla="*/ 293650 h 506724"/>
                <a:gd name="connsiteX197" fmla="*/ 1918868 w 2912392"/>
                <a:gd name="connsiteY197" fmla="*/ 295167 h 506724"/>
                <a:gd name="connsiteX198" fmla="*/ 1928612 w 2912392"/>
                <a:gd name="connsiteY198" fmla="*/ 296762 h 506724"/>
                <a:gd name="connsiteX199" fmla="*/ 1938356 w 2912392"/>
                <a:gd name="connsiteY199" fmla="*/ 298437 h 506724"/>
                <a:gd name="connsiteX200" fmla="*/ 1948085 w 2912392"/>
                <a:gd name="connsiteY200" fmla="*/ 300194 h 506724"/>
                <a:gd name="connsiteX201" fmla="*/ 1957829 w 2912392"/>
                <a:gd name="connsiteY201" fmla="*/ 302034 h 506724"/>
                <a:gd name="connsiteX202" fmla="*/ 1967573 w 2912392"/>
                <a:gd name="connsiteY202" fmla="*/ 303957 h 506724"/>
                <a:gd name="connsiteX203" fmla="*/ 1977317 w 2912392"/>
                <a:gd name="connsiteY203" fmla="*/ 305965 h 506724"/>
                <a:gd name="connsiteX204" fmla="*/ 1987046 w 2912392"/>
                <a:gd name="connsiteY204" fmla="*/ 308060 h 506724"/>
                <a:gd name="connsiteX205" fmla="*/ 1996790 w 2912392"/>
                <a:gd name="connsiteY205" fmla="*/ 310240 h 506724"/>
                <a:gd name="connsiteX206" fmla="*/ 2006534 w 2912392"/>
                <a:gd name="connsiteY206" fmla="*/ 312506 h 506724"/>
                <a:gd name="connsiteX207" fmla="*/ 2016278 w 2912392"/>
                <a:gd name="connsiteY207" fmla="*/ 314857 h 506724"/>
                <a:gd name="connsiteX208" fmla="*/ 2026022 w 2912392"/>
                <a:gd name="connsiteY208" fmla="*/ 317295 h 506724"/>
                <a:gd name="connsiteX209" fmla="*/ 2035751 w 2912392"/>
                <a:gd name="connsiteY209" fmla="*/ 319819 h 506724"/>
                <a:gd name="connsiteX210" fmla="*/ 2045495 w 2912392"/>
                <a:gd name="connsiteY210" fmla="*/ 322426 h 506724"/>
                <a:gd name="connsiteX211" fmla="*/ 2055239 w 2912392"/>
                <a:gd name="connsiteY211" fmla="*/ 325117 h 506724"/>
                <a:gd name="connsiteX212" fmla="*/ 2064983 w 2912392"/>
                <a:gd name="connsiteY212" fmla="*/ 327889 h 506724"/>
                <a:gd name="connsiteX213" fmla="*/ 2074712 w 2912392"/>
                <a:gd name="connsiteY213" fmla="*/ 330742 h 506724"/>
                <a:gd name="connsiteX214" fmla="*/ 2084456 w 2912392"/>
                <a:gd name="connsiteY214" fmla="*/ 333676 h 506724"/>
                <a:gd name="connsiteX215" fmla="*/ 2094200 w 2912392"/>
                <a:gd name="connsiteY215" fmla="*/ 336686 h 506724"/>
                <a:gd name="connsiteX216" fmla="*/ 2103944 w 2912392"/>
                <a:gd name="connsiteY216" fmla="*/ 339771 h 506724"/>
                <a:gd name="connsiteX217" fmla="*/ 2113673 w 2912392"/>
                <a:gd name="connsiteY217" fmla="*/ 342930 h 506724"/>
                <a:gd name="connsiteX218" fmla="*/ 2123417 w 2912392"/>
                <a:gd name="connsiteY218" fmla="*/ 346157 h 506724"/>
                <a:gd name="connsiteX219" fmla="*/ 2133161 w 2912392"/>
                <a:gd name="connsiteY219" fmla="*/ 349454 h 506724"/>
                <a:gd name="connsiteX220" fmla="*/ 2142905 w 2912392"/>
                <a:gd name="connsiteY220" fmla="*/ 352815 h 506724"/>
                <a:gd name="connsiteX221" fmla="*/ 2152649 w 2912392"/>
                <a:gd name="connsiteY221" fmla="*/ 356238 h 506724"/>
                <a:gd name="connsiteX222" fmla="*/ 2162377 w 2912392"/>
                <a:gd name="connsiteY222" fmla="*/ 359718 h 506724"/>
                <a:gd name="connsiteX223" fmla="*/ 2172121 w 2912392"/>
                <a:gd name="connsiteY223" fmla="*/ 363255 h 506724"/>
                <a:gd name="connsiteX224" fmla="*/ 2181865 w 2912392"/>
                <a:gd name="connsiteY224" fmla="*/ 366843 h 506724"/>
                <a:gd name="connsiteX225" fmla="*/ 2191609 w 2912392"/>
                <a:gd name="connsiteY225" fmla="*/ 370478 h 506724"/>
                <a:gd name="connsiteX226" fmla="*/ 2201338 w 2912392"/>
                <a:gd name="connsiteY226" fmla="*/ 374158 h 506724"/>
                <a:gd name="connsiteX227" fmla="*/ 2211082 w 2912392"/>
                <a:gd name="connsiteY227" fmla="*/ 377877 h 506724"/>
                <a:gd name="connsiteX228" fmla="*/ 2220826 w 2912392"/>
                <a:gd name="connsiteY228" fmla="*/ 381631 h 506724"/>
                <a:gd name="connsiteX229" fmla="*/ 2230570 w 2912392"/>
                <a:gd name="connsiteY229" fmla="*/ 385417 h 506724"/>
                <a:gd name="connsiteX230" fmla="*/ 2240299 w 2912392"/>
                <a:gd name="connsiteY230" fmla="*/ 389231 h 506724"/>
                <a:gd name="connsiteX231" fmla="*/ 2250043 w 2912392"/>
                <a:gd name="connsiteY231" fmla="*/ 393066 h 506724"/>
                <a:gd name="connsiteX232" fmla="*/ 2259787 w 2912392"/>
                <a:gd name="connsiteY232" fmla="*/ 396919 h 506724"/>
                <a:gd name="connsiteX233" fmla="*/ 2269531 w 2912392"/>
                <a:gd name="connsiteY233" fmla="*/ 400778 h 506724"/>
                <a:gd name="connsiteX234" fmla="*/ 2279260 w 2912392"/>
                <a:gd name="connsiteY234" fmla="*/ 404667 h 506724"/>
                <a:gd name="connsiteX235" fmla="*/ 2289004 w 2912392"/>
                <a:gd name="connsiteY235" fmla="*/ 408540 h 506724"/>
                <a:gd name="connsiteX236" fmla="*/ 2298748 w 2912392"/>
                <a:gd name="connsiteY236" fmla="*/ 412414 h 506724"/>
                <a:gd name="connsiteX237" fmla="*/ 2308492 w 2912392"/>
                <a:gd name="connsiteY237" fmla="*/ 416273 h 506724"/>
                <a:gd name="connsiteX238" fmla="*/ 2318236 w 2912392"/>
                <a:gd name="connsiteY238" fmla="*/ 420132 h 506724"/>
                <a:gd name="connsiteX239" fmla="*/ 2327965 w 2912392"/>
                <a:gd name="connsiteY239" fmla="*/ 423976 h 506724"/>
                <a:gd name="connsiteX240" fmla="*/ 2337709 w 2912392"/>
                <a:gd name="connsiteY240" fmla="*/ 427790 h 506724"/>
                <a:gd name="connsiteX241" fmla="*/ 2347453 w 2912392"/>
                <a:gd name="connsiteY241" fmla="*/ 431574 h 506724"/>
                <a:gd name="connsiteX242" fmla="*/ 2357197 w 2912392"/>
                <a:gd name="connsiteY242" fmla="*/ 435329 h 506724"/>
                <a:gd name="connsiteX243" fmla="*/ 2366926 w 2912392"/>
                <a:gd name="connsiteY243" fmla="*/ 439054 h 506724"/>
                <a:gd name="connsiteX244" fmla="*/ 2376670 w 2912392"/>
                <a:gd name="connsiteY244" fmla="*/ 442719 h 506724"/>
                <a:gd name="connsiteX245" fmla="*/ 2386413 w 2912392"/>
                <a:gd name="connsiteY245" fmla="*/ 446339 h 506724"/>
                <a:gd name="connsiteX246" fmla="*/ 2396157 w 2912392"/>
                <a:gd name="connsiteY246" fmla="*/ 449900 h 506724"/>
                <a:gd name="connsiteX247" fmla="*/ 2405886 w 2912392"/>
                <a:gd name="connsiteY247" fmla="*/ 453416 h 506724"/>
                <a:gd name="connsiteX248" fmla="*/ 2415630 w 2912392"/>
                <a:gd name="connsiteY248" fmla="*/ 456858 h 506724"/>
                <a:gd name="connsiteX249" fmla="*/ 2425374 w 2912392"/>
                <a:gd name="connsiteY249" fmla="*/ 460225 h 506724"/>
                <a:gd name="connsiteX250" fmla="*/ 2435118 w 2912392"/>
                <a:gd name="connsiteY250" fmla="*/ 463518 h 506724"/>
                <a:gd name="connsiteX251" fmla="*/ 2444862 w 2912392"/>
                <a:gd name="connsiteY251" fmla="*/ 466721 h 506724"/>
                <a:gd name="connsiteX252" fmla="*/ 2454591 w 2912392"/>
                <a:gd name="connsiteY252" fmla="*/ 469835 h 506724"/>
                <a:gd name="connsiteX253" fmla="*/ 2464335 w 2912392"/>
                <a:gd name="connsiteY253" fmla="*/ 472874 h 506724"/>
                <a:gd name="connsiteX254" fmla="*/ 2474079 w 2912392"/>
                <a:gd name="connsiteY254" fmla="*/ 475809 h 506724"/>
                <a:gd name="connsiteX255" fmla="*/ 2483823 w 2912392"/>
                <a:gd name="connsiteY255" fmla="*/ 478625 h 506724"/>
                <a:gd name="connsiteX256" fmla="*/ 2493552 w 2912392"/>
                <a:gd name="connsiteY256" fmla="*/ 481352 h 506724"/>
                <a:gd name="connsiteX257" fmla="*/ 2503296 w 2912392"/>
                <a:gd name="connsiteY257" fmla="*/ 483959 h 506724"/>
                <a:gd name="connsiteX258" fmla="*/ 2513040 w 2912392"/>
                <a:gd name="connsiteY258" fmla="*/ 486447 h 506724"/>
                <a:gd name="connsiteX259" fmla="*/ 2522784 w 2912392"/>
                <a:gd name="connsiteY259" fmla="*/ 488816 h 506724"/>
                <a:gd name="connsiteX260" fmla="*/ 2532513 w 2912392"/>
                <a:gd name="connsiteY260" fmla="*/ 491051 h 506724"/>
                <a:gd name="connsiteX261" fmla="*/ 2542257 w 2912392"/>
                <a:gd name="connsiteY261" fmla="*/ 493167 h 506724"/>
                <a:gd name="connsiteX262" fmla="*/ 2552001 w 2912392"/>
                <a:gd name="connsiteY262" fmla="*/ 495133 h 506724"/>
                <a:gd name="connsiteX263" fmla="*/ 2561745 w 2912392"/>
                <a:gd name="connsiteY263" fmla="*/ 496966 h 506724"/>
                <a:gd name="connsiteX264" fmla="*/ 2571474 w 2912392"/>
                <a:gd name="connsiteY264" fmla="*/ 498650 h 506724"/>
                <a:gd name="connsiteX265" fmla="*/ 2581218 w 2912392"/>
                <a:gd name="connsiteY265" fmla="*/ 500184 h 506724"/>
                <a:gd name="connsiteX266" fmla="*/ 2590962 w 2912392"/>
                <a:gd name="connsiteY266" fmla="*/ 501570 h 506724"/>
                <a:gd name="connsiteX267" fmla="*/ 2600705 w 2912392"/>
                <a:gd name="connsiteY267" fmla="*/ 502791 h 506724"/>
                <a:gd name="connsiteX268" fmla="*/ 2610449 w 2912392"/>
                <a:gd name="connsiteY268" fmla="*/ 503864 h 506724"/>
                <a:gd name="connsiteX269" fmla="*/ 2620178 w 2912392"/>
                <a:gd name="connsiteY269" fmla="*/ 504773 h 506724"/>
                <a:gd name="connsiteX270" fmla="*/ 2629922 w 2912392"/>
                <a:gd name="connsiteY270" fmla="*/ 505503 h 506724"/>
                <a:gd name="connsiteX271" fmla="*/ 2639666 w 2912392"/>
                <a:gd name="connsiteY271" fmla="*/ 506069 h 506724"/>
                <a:gd name="connsiteX272" fmla="*/ 2649410 w 2912392"/>
                <a:gd name="connsiteY272" fmla="*/ 506472 h 506724"/>
                <a:gd name="connsiteX273" fmla="*/ 2659139 w 2912392"/>
                <a:gd name="connsiteY273" fmla="*/ 506680 h 506724"/>
                <a:gd name="connsiteX274" fmla="*/ 2668883 w 2912392"/>
                <a:gd name="connsiteY274" fmla="*/ 506725 h 506724"/>
                <a:gd name="connsiteX275" fmla="*/ 2678627 w 2912392"/>
                <a:gd name="connsiteY275" fmla="*/ 506591 h 506724"/>
                <a:gd name="connsiteX276" fmla="*/ 2688371 w 2912392"/>
                <a:gd name="connsiteY276" fmla="*/ 506263 h 506724"/>
                <a:gd name="connsiteX277" fmla="*/ 2698100 w 2912392"/>
                <a:gd name="connsiteY277" fmla="*/ 505771 h 506724"/>
                <a:gd name="connsiteX278" fmla="*/ 2707844 w 2912392"/>
                <a:gd name="connsiteY278" fmla="*/ 505071 h 506724"/>
                <a:gd name="connsiteX279" fmla="*/ 2717588 w 2912392"/>
                <a:gd name="connsiteY279" fmla="*/ 504192 h 506724"/>
                <a:gd name="connsiteX280" fmla="*/ 2727332 w 2912392"/>
                <a:gd name="connsiteY280" fmla="*/ 503134 h 506724"/>
                <a:gd name="connsiteX281" fmla="*/ 2737076 w 2912392"/>
                <a:gd name="connsiteY281" fmla="*/ 501883 h 506724"/>
                <a:gd name="connsiteX282" fmla="*/ 2746805 w 2912392"/>
                <a:gd name="connsiteY282" fmla="*/ 500422 h 506724"/>
                <a:gd name="connsiteX283" fmla="*/ 2756549 w 2912392"/>
                <a:gd name="connsiteY283" fmla="*/ 498799 h 506724"/>
                <a:gd name="connsiteX284" fmla="*/ 2766293 w 2912392"/>
                <a:gd name="connsiteY284" fmla="*/ 496966 h 506724"/>
                <a:gd name="connsiteX285" fmla="*/ 2776037 w 2912392"/>
                <a:gd name="connsiteY285" fmla="*/ 494940 h 506724"/>
                <a:gd name="connsiteX286" fmla="*/ 2785766 w 2912392"/>
                <a:gd name="connsiteY286" fmla="*/ 492720 h 506724"/>
                <a:gd name="connsiteX287" fmla="*/ 2795510 w 2912392"/>
                <a:gd name="connsiteY287" fmla="*/ 490306 h 506724"/>
                <a:gd name="connsiteX288" fmla="*/ 2805254 w 2912392"/>
                <a:gd name="connsiteY288" fmla="*/ 487714 h 506724"/>
                <a:gd name="connsiteX289" fmla="*/ 2814998 w 2912392"/>
                <a:gd name="connsiteY289" fmla="*/ 484913 h 506724"/>
                <a:gd name="connsiteX290" fmla="*/ 2824727 w 2912392"/>
                <a:gd name="connsiteY290" fmla="*/ 481933 h 506724"/>
                <a:gd name="connsiteX291" fmla="*/ 2834471 w 2912392"/>
                <a:gd name="connsiteY291" fmla="*/ 478759 h 506724"/>
                <a:gd name="connsiteX292" fmla="*/ 2844215 w 2912392"/>
                <a:gd name="connsiteY292" fmla="*/ 475392 h 506724"/>
                <a:gd name="connsiteX293" fmla="*/ 2853958 w 2912392"/>
                <a:gd name="connsiteY293" fmla="*/ 471831 h 506724"/>
                <a:gd name="connsiteX294" fmla="*/ 2863687 w 2912392"/>
                <a:gd name="connsiteY294" fmla="*/ 468092 h 506724"/>
                <a:gd name="connsiteX295" fmla="*/ 2873431 w 2912392"/>
                <a:gd name="connsiteY295" fmla="*/ 464158 h 506724"/>
                <a:gd name="connsiteX296" fmla="*/ 2883175 w 2912392"/>
                <a:gd name="connsiteY296" fmla="*/ 460031 h 506724"/>
                <a:gd name="connsiteX297" fmla="*/ 2892919 w 2912392"/>
                <a:gd name="connsiteY297" fmla="*/ 455740 h 506724"/>
                <a:gd name="connsiteX298" fmla="*/ 2902663 w 2912392"/>
                <a:gd name="connsiteY298" fmla="*/ 451241 h 506724"/>
                <a:gd name="connsiteX299" fmla="*/ 2912392 w 2912392"/>
                <a:gd name="connsiteY299" fmla="*/ 446578 h 506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06724">
                  <a:moveTo>
                    <a:pt x="0" y="0"/>
                  </a:moveTo>
                  <a:lnTo>
                    <a:pt x="9739" y="4006"/>
                  </a:lnTo>
                  <a:lnTo>
                    <a:pt x="19480" y="8054"/>
                  </a:lnTo>
                  <a:lnTo>
                    <a:pt x="29221" y="12149"/>
                  </a:lnTo>
                  <a:lnTo>
                    <a:pt x="38961" y="16288"/>
                  </a:lnTo>
                  <a:lnTo>
                    <a:pt x="48702" y="20474"/>
                  </a:lnTo>
                  <a:lnTo>
                    <a:pt x="58443" y="24707"/>
                  </a:lnTo>
                  <a:lnTo>
                    <a:pt x="68182" y="28989"/>
                  </a:lnTo>
                  <a:lnTo>
                    <a:pt x="77923" y="33319"/>
                  </a:lnTo>
                  <a:lnTo>
                    <a:pt x="87664" y="37699"/>
                  </a:lnTo>
                  <a:lnTo>
                    <a:pt x="97404" y="42127"/>
                  </a:lnTo>
                  <a:lnTo>
                    <a:pt x="107145" y="46604"/>
                  </a:lnTo>
                  <a:lnTo>
                    <a:pt x="116886" y="51130"/>
                  </a:lnTo>
                  <a:lnTo>
                    <a:pt x="126625" y="55704"/>
                  </a:lnTo>
                  <a:lnTo>
                    <a:pt x="136366" y="60324"/>
                  </a:lnTo>
                  <a:lnTo>
                    <a:pt x="146107" y="64992"/>
                  </a:lnTo>
                  <a:lnTo>
                    <a:pt x="155846" y="69703"/>
                  </a:lnTo>
                  <a:lnTo>
                    <a:pt x="165587" y="74458"/>
                  </a:lnTo>
                  <a:lnTo>
                    <a:pt x="175328" y="79252"/>
                  </a:lnTo>
                  <a:lnTo>
                    <a:pt x="185068" y="84085"/>
                  </a:lnTo>
                  <a:lnTo>
                    <a:pt x="194809" y="88954"/>
                  </a:lnTo>
                  <a:lnTo>
                    <a:pt x="204550" y="93858"/>
                  </a:lnTo>
                  <a:lnTo>
                    <a:pt x="214289" y="98791"/>
                  </a:lnTo>
                  <a:lnTo>
                    <a:pt x="224030" y="103751"/>
                  </a:lnTo>
                  <a:lnTo>
                    <a:pt x="233771" y="108734"/>
                  </a:lnTo>
                  <a:lnTo>
                    <a:pt x="243510" y="113737"/>
                  </a:lnTo>
                  <a:lnTo>
                    <a:pt x="253251" y="118755"/>
                  </a:lnTo>
                  <a:lnTo>
                    <a:pt x="262992" y="123785"/>
                  </a:lnTo>
                  <a:lnTo>
                    <a:pt x="272732" y="128821"/>
                  </a:lnTo>
                  <a:lnTo>
                    <a:pt x="282473" y="133858"/>
                  </a:lnTo>
                  <a:lnTo>
                    <a:pt x="292214" y="138891"/>
                  </a:lnTo>
                  <a:lnTo>
                    <a:pt x="301953" y="143917"/>
                  </a:lnTo>
                  <a:lnTo>
                    <a:pt x="311694" y="148927"/>
                  </a:lnTo>
                  <a:lnTo>
                    <a:pt x="321435" y="153918"/>
                  </a:lnTo>
                  <a:lnTo>
                    <a:pt x="331175" y="158883"/>
                  </a:lnTo>
                  <a:lnTo>
                    <a:pt x="340916" y="163816"/>
                  </a:lnTo>
                  <a:lnTo>
                    <a:pt x="350656" y="168712"/>
                  </a:lnTo>
                  <a:lnTo>
                    <a:pt x="360396" y="173563"/>
                  </a:lnTo>
                  <a:lnTo>
                    <a:pt x="370137" y="178365"/>
                  </a:lnTo>
                  <a:lnTo>
                    <a:pt x="379878" y="183110"/>
                  </a:lnTo>
                  <a:lnTo>
                    <a:pt x="389617" y="187793"/>
                  </a:lnTo>
                  <a:lnTo>
                    <a:pt x="399358" y="192405"/>
                  </a:lnTo>
                  <a:lnTo>
                    <a:pt x="409099" y="196944"/>
                  </a:lnTo>
                  <a:lnTo>
                    <a:pt x="418839" y="201400"/>
                  </a:lnTo>
                  <a:lnTo>
                    <a:pt x="428580" y="205768"/>
                  </a:lnTo>
                  <a:lnTo>
                    <a:pt x="438321" y="210041"/>
                  </a:lnTo>
                  <a:lnTo>
                    <a:pt x="448060" y="214215"/>
                  </a:lnTo>
                  <a:lnTo>
                    <a:pt x="457801" y="218282"/>
                  </a:lnTo>
                  <a:lnTo>
                    <a:pt x="467542" y="222238"/>
                  </a:lnTo>
                  <a:lnTo>
                    <a:pt x="477281" y="226076"/>
                  </a:lnTo>
                  <a:lnTo>
                    <a:pt x="487022" y="229790"/>
                  </a:lnTo>
                  <a:lnTo>
                    <a:pt x="496763" y="233376"/>
                  </a:lnTo>
                  <a:lnTo>
                    <a:pt x="506503" y="236830"/>
                  </a:lnTo>
                  <a:lnTo>
                    <a:pt x="516244" y="240145"/>
                  </a:lnTo>
                  <a:lnTo>
                    <a:pt x="525985" y="243320"/>
                  </a:lnTo>
                  <a:lnTo>
                    <a:pt x="535724" y="246347"/>
                  </a:lnTo>
                  <a:lnTo>
                    <a:pt x="545465" y="249226"/>
                  </a:lnTo>
                  <a:lnTo>
                    <a:pt x="555206" y="251951"/>
                  </a:lnTo>
                  <a:lnTo>
                    <a:pt x="564946" y="254519"/>
                  </a:lnTo>
                  <a:lnTo>
                    <a:pt x="574687" y="256930"/>
                  </a:lnTo>
                  <a:lnTo>
                    <a:pt x="584428" y="259181"/>
                  </a:lnTo>
                  <a:lnTo>
                    <a:pt x="594167" y="261269"/>
                  </a:lnTo>
                  <a:lnTo>
                    <a:pt x="603908" y="263193"/>
                  </a:lnTo>
                  <a:lnTo>
                    <a:pt x="613649" y="264953"/>
                  </a:lnTo>
                  <a:lnTo>
                    <a:pt x="623388" y="266547"/>
                  </a:lnTo>
                  <a:lnTo>
                    <a:pt x="633129" y="267978"/>
                  </a:lnTo>
                  <a:lnTo>
                    <a:pt x="642870" y="269244"/>
                  </a:lnTo>
                  <a:lnTo>
                    <a:pt x="652610" y="270345"/>
                  </a:lnTo>
                  <a:lnTo>
                    <a:pt x="662351" y="271285"/>
                  </a:lnTo>
                  <a:lnTo>
                    <a:pt x="672092" y="272066"/>
                  </a:lnTo>
                  <a:lnTo>
                    <a:pt x="681831" y="272689"/>
                  </a:lnTo>
                  <a:lnTo>
                    <a:pt x="691572" y="273155"/>
                  </a:lnTo>
                  <a:lnTo>
                    <a:pt x="701313" y="273469"/>
                  </a:lnTo>
                  <a:lnTo>
                    <a:pt x="711052" y="273636"/>
                  </a:lnTo>
                  <a:lnTo>
                    <a:pt x="720793" y="273658"/>
                  </a:lnTo>
                  <a:lnTo>
                    <a:pt x="730534" y="273541"/>
                  </a:lnTo>
                  <a:lnTo>
                    <a:pt x="740274" y="273289"/>
                  </a:lnTo>
                  <a:lnTo>
                    <a:pt x="750015" y="272906"/>
                  </a:lnTo>
                  <a:lnTo>
                    <a:pt x="759756" y="272400"/>
                  </a:lnTo>
                  <a:lnTo>
                    <a:pt x="769495" y="271774"/>
                  </a:lnTo>
                  <a:lnTo>
                    <a:pt x="779236" y="271036"/>
                  </a:lnTo>
                  <a:lnTo>
                    <a:pt x="788977" y="270193"/>
                  </a:lnTo>
                  <a:lnTo>
                    <a:pt x="798717" y="269250"/>
                  </a:lnTo>
                  <a:lnTo>
                    <a:pt x="808458" y="268216"/>
                  </a:lnTo>
                  <a:lnTo>
                    <a:pt x="818199" y="267096"/>
                  </a:lnTo>
                  <a:lnTo>
                    <a:pt x="827938" y="265899"/>
                  </a:lnTo>
                  <a:lnTo>
                    <a:pt x="837679" y="264631"/>
                  </a:lnTo>
                  <a:lnTo>
                    <a:pt x="847420" y="263301"/>
                  </a:lnTo>
                  <a:lnTo>
                    <a:pt x="857159" y="261917"/>
                  </a:lnTo>
                  <a:lnTo>
                    <a:pt x="866900" y="260485"/>
                  </a:lnTo>
                  <a:lnTo>
                    <a:pt x="876641" y="259014"/>
                  </a:lnTo>
                  <a:lnTo>
                    <a:pt x="886381" y="257511"/>
                  </a:lnTo>
                  <a:lnTo>
                    <a:pt x="896122" y="255985"/>
                  </a:lnTo>
                  <a:lnTo>
                    <a:pt x="905863" y="254443"/>
                  </a:lnTo>
                  <a:lnTo>
                    <a:pt x="915602" y="252892"/>
                  </a:lnTo>
                  <a:lnTo>
                    <a:pt x="925343" y="251341"/>
                  </a:lnTo>
                  <a:lnTo>
                    <a:pt x="935084" y="249798"/>
                  </a:lnTo>
                  <a:lnTo>
                    <a:pt x="944824" y="248268"/>
                  </a:lnTo>
                  <a:lnTo>
                    <a:pt x="954564" y="246757"/>
                  </a:lnTo>
                  <a:lnTo>
                    <a:pt x="964305" y="245276"/>
                  </a:lnTo>
                  <a:lnTo>
                    <a:pt x="974045" y="243828"/>
                  </a:lnTo>
                  <a:lnTo>
                    <a:pt x="983786" y="242420"/>
                  </a:lnTo>
                  <a:lnTo>
                    <a:pt x="993522" y="241058"/>
                  </a:lnTo>
                  <a:lnTo>
                    <a:pt x="1003266" y="239748"/>
                  </a:lnTo>
                  <a:lnTo>
                    <a:pt x="1013010" y="238497"/>
                  </a:lnTo>
                  <a:lnTo>
                    <a:pt x="1022754" y="237306"/>
                  </a:lnTo>
                  <a:lnTo>
                    <a:pt x="1032483" y="236183"/>
                  </a:lnTo>
                  <a:lnTo>
                    <a:pt x="1042227" y="235131"/>
                  </a:lnTo>
                  <a:lnTo>
                    <a:pt x="1051971" y="234152"/>
                  </a:lnTo>
                  <a:lnTo>
                    <a:pt x="1061715" y="233254"/>
                  </a:lnTo>
                  <a:lnTo>
                    <a:pt x="1071444" y="232434"/>
                  </a:lnTo>
                  <a:lnTo>
                    <a:pt x="1081188" y="231700"/>
                  </a:lnTo>
                  <a:lnTo>
                    <a:pt x="1090932" y="231050"/>
                  </a:lnTo>
                  <a:lnTo>
                    <a:pt x="1100676" y="230489"/>
                  </a:lnTo>
                  <a:lnTo>
                    <a:pt x="1110405" y="230016"/>
                  </a:lnTo>
                  <a:lnTo>
                    <a:pt x="1120149" y="229632"/>
                  </a:lnTo>
                  <a:lnTo>
                    <a:pt x="1129893" y="229338"/>
                  </a:lnTo>
                  <a:lnTo>
                    <a:pt x="1139637" y="229136"/>
                  </a:lnTo>
                  <a:lnTo>
                    <a:pt x="1149381" y="229023"/>
                  </a:lnTo>
                  <a:lnTo>
                    <a:pt x="1159110" y="228997"/>
                  </a:lnTo>
                  <a:lnTo>
                    <a:pt x="1168854" y="229061"/>
                  </a:lnTo>
                  <a:lnTo>
                    <a:pt x="1178598" y="229210"/>
                  </a:lnTo>
                  <a:lnTo>
                    <a:pt x="1188341" y="229444"/>
                  </a:lnTo>
                  <a:lnTo>
                    <a:pt x="1198070" y="229762"/>
                  </a:lnTo>
                  <a:lnTo>
                    <a:pt x="1207814" y="230158"/>
                  </a:lnTo>
                  <a:lnTo>
                    <a:pt x="1217558" y="230632"/>
                  </a:lnTo>
                  <a:lnTo>
                    <a:pt x="1227302" y="231179"/>
                  </a:lnTo>
                  <a:lnTo>
                    <a:pt x="1237031" y="231797"/>
                  </a:lnTo>
                  <a:lnTo>
                    <a:pt x="1246775" y="232482"/>
                  </a:lnTo>
                  <a:lnTo>
                    <a:pt x="1256519" y="233230"/>
                  </a:lnTo>
                  <a:lnTo>
                    <a:pt x="1266263" y="234038"/>
                  </a:lnTo>
                  <a:lnTo>
                    <a:pt x="1276007" y="234900"/>
                  </a:lnTo>
                  <a:lnTo>
                    <a:pt x="1285736" y="235815"/>
                  </a:lnTo>
                  <a:lnTo>
                    <a:pt x="1295480" y="236775"/>
                  </a:lnTo>
                  <a:lnTo>
                    <a:pt x="1305224" y="237777"/>
                  </a:lnTo>
                  <a:lnTo>
                    <a:pt x="1314968" y="238819"/>
                  </a:lnTo>
                  <a:lnTo>
                    <a:pt x="1324697" y="239893"/>
                  </a:lnTo>
                  <a:lnTo>
                    <a:pt x="1334441" y="240995"/>
                  </a:lnTo>
                  <a:lnTo>
                    <a:pt x="1344185" y="242122"/>
                  </a:lnTo>
                  <a:lnTo>
                    <a:pt x="1353929" y="243268"/>
                  </a:lnTo>
                  <a:lnTo>
                    <a:pt x="1363658" y="244430"/>
                  </a:lnTo>
                  <a:lnTo>
                    <a:pt x="1373402" y="245602"/>
                  </a:lnTo>
                  <a:lnTo>
                    <a:pt x="1383146" y="246782"/>
                  </a:lnTo>
                  <a:lnTo>
                    <a:pt x="1392890" y="247964"/>
                  </a:lnTo>
                  <a:lnTo>
                    <a:pt x="1402619" y="249145"/>
                  </a:lnTo>
                  <a:lnTo>
                    <a:pt x="1412363" y="250321"/>
                  </a:lnTo>
                  <a:lnTo>
                    <a:pt x="1422106" y="251489"/>
                  </a:lnTo>
                  <a:lnTo>
                    <a:pt x="1431850" y="252645"/>
                  </a:lnTo>
                  <a:lnTo>
                    <a:pt x="1441594" y="253786"/>
                  </a:lnTo>
                  <a:lnTo>
                    <a:pt x="1451323" y="254910"/>
                  </a:lnTo>
                  <a:lnTo>
                    <a:pt x="1461067" y="256012"/>
                  </a:lnTo>
                  <a:lnTo>
                    <a:pt x="1470811" y="257092"/>
                  </a:lnTo>
                  <a:lnTo>
                    <a:pt x="1480555" y="258147"/>
                  </a:lnTo>
                  <a:lnTo>
                    <a:pt x="1490284" y="259175"/>
                  </a:lnTo>
                  <a:lnTo>
                    <a:pt x="1500028" y="260175"/>
                  </a:lnTo>
                  <a:lnTo>
                    <a:pt x="1509772" y="261146"/>
                  </a:lnTo>
                  <a:lnTo>
                    <a:pt x="1519516" y="262086"/>
                  </a:lnTo>
                  <a:lnTo>
                    <a:pt x="1529245" y="262995"/>
                  </a:lnTo>
                  <a:lnTo>
                    <a:pt x="1538989" y="263874"/>
                  </a:lnTo>
                  <a:lnTo>
                    <a:pt x="1548733" y="264721"/>
                  </a:lnTo>
                  <a:lnTo>
                    <a:pt x="1558477" y="265536"/>
                  </a:lnTo>
                  <a:lnTo>
                    <a:pt x="1568221" y="266321"/>
                  </a:lnTo>
                  <a:lnTo>
                    <a:pt x="1577950" y="267075"/>
                  </a:lnTo>
                  <a:lnTo>
                    <a:pt x="1587694" y="267800"/>
                  </a:lnTo>
                  <a:lnTo>
                    <a:pt x="1597438" y="268499"/>
                  </a:lnTo>
                  <a:lnTo>
                    <a:pt x="1607182" y="269172"/>
                  </a:lnTo>
                  <a:lnTo>
                    <a:pt x="1616911" y="269821"/>
                  </a:lnTo>
                  <a:lnTo>
                    <a:pt x="1626655" y="270448"/>
                  </a:lnTo>
                  <a:lnTo>
                    <a:pt x="1636399" y="271054"/>
                  </a:lnTo>
                  <a:lnTo>
                    <a:pt x="1646142" y="271644"/>
                  </a:lnTo>
                  <a:lnTo>
                    <a:pt x="1655872" y="272221"/>
                  </a:lnTo>
                  <a:lnTo>
                    <a:pt x="1665616" y="272785"/>
                  </a:lnTo>
                  <a:lnTo>
                    <a:pt x="1675359" y="273343"/>
                  </a:lnTo>
                  <a:lnTo>
                    <a:pt x="1685103" y="273894"/>
                  </a:lnTo>
                  <a:lnTo>
                    <a:pt x="1694832" y="274444"/>
                  </a:lnTo>
                  <a:lnTo>
                    <a:pt x="1704576" y="274996"/>
                  </a:lnTo>
                  <a:lnTo>
                    <a:pt x="1714320" y="275554"/>
                  </a:lnTo>
                  <a:lnTo>
                    <a:pt x="1724064" y="276121"/>
                  </a:lnTo>
                  <a:lnTo>
                    <a:pt x="1733808" y="276701"/>
                  </a:lnTo>
                  <a:lnTo>
                    <a:pt x="1743537" y="277298"/>
                  </a:lnTo>
                  <a:lnTo>
                    <a:pt x="1753281" y="277915"/>
                  </a:lnTo>
                  <a:lnTo>
                    <a:pt x="1763025" y="278557"/>
                  </a:lnTo>
                  <a:lnTo>
                    <a:pt x="1772769" y="279229"/>
                  </a:lnTo>
                  <a:lnTo>
                    <a:pt x="1782498" y="279932"/>
                  </a:lnTo>
                  <a:lnTo>
                    <a:pt x="1792242" y="280671"/>
                  </a:lnTo>
                  <a:lnTo>
                    <a:pt x="1801986" y="281451"/>
                  </a:lnTo>
                  <a:lnTo>
                    <a:pt x="1811730" y="282273"/>
                  </a:lnTo>
                  <a:lnTo>
                    <a:pt x="1821459" y="283145"/>
                  </a:lnTo>
                  <a:lnTo>
                    <a:pt x="1831203" y="284065"/>
                  </a:lnTo>
                  <a:lnTo>
                    <a:pt x="1840947" y="285041"/>
                  </a:lnTo>
                  <a:lnTo>
                    <a:pt x="1850691" y="286074"/>
                  </a:lnTo>
                  <a:lnTo>
                    <a:pt x="1860435" y="287167"/>
                  </a:lnTo>
                  <a:lnTo>
                    <a:pt x="1870164" y="288327"/>
                  </a:lnTo>
                  <a:lnTo>
                    <a:pt x="1879908" y="289550"/>
                  </a:lnTo>
                  <a:lnTo>
                    <a:pt x="1889652" y="290845"/>
                  </a:lnTo>
                  <a:lnTo>
                    <a:pt x="1899395" y="292211"/>
                  </a:lnTo>
                  <a:lnTo>
                    <a:pt x="1909124" y="293650"/>
                  </a:lnTo>
                  <a:lnTo>
                    <a:pt x="1918868" y="295167"/>
                  </a:lnTo>
                  <a:lnTo>
                    <a:pt x="1928612" y="296762"/>
                  </a:lnTo>
                  <a:lnTo>
                    <a:pt x="1938356" y="298437"/>
                  </a:lnTo>
                  <a:lnTo>
                    <a:pt x="1948085" y="300194"/>
                  </a:lnTo>
                  <a:lnTo>
                    <a:pt x="1957829" y="302034"/>
                  </a:lnTo>
                  <a:lnTo>
                    <a:pt x="1967573" y="303957"/>
                  </a:lnTo>
                  <a:lnTo>
                    <a:pt x="1977317" y="305965"/>
                  </a:lnTo>
                  <a:lnTo>
                    <a:pt x="1987046" y="308060"/>
                  </a:lnTo>
                  <a:lnTo>
                    <a:pt x="1996790" y="310240"/>
                  </a:lnTo>
                  <a:lnTo>
                    <a:pt x="2006534" y="312506"/>
                  </a:lnTo>
                  <a:lnTo>
                    <a:pt x="2016278" y="314857"/>
                  </a:lnTo>
                  <a:lnTo>
                    <a:pt x="2026022" y="317295"/>
                  </a:lnTo>
                  <a:lnTo>
                    <a:pt x="2035751" y="319819"/>
                  </a:lnTo>
                  <a:lnTo>
                    <a:pt x="2045495" y="322426"/>
                  </a:lnTo>
                  <a:lnTo>
                    <a:pt x="2055239" y="325117"/>
                  </a:lnTo>
                  <a:lnTo>
                    <a:pt x="2064983" y="327889"/>
                  </a:lnTo>
                  <a:lnTo>
                    <a:pt x="2074712" y="330742"/>
                  </a:lnTo>
                  <a:lnTo>
                    <a:pt x="2084456" y="333676"/>
                  </a:lnTo>
                  <a:lnTo>
                    <a:pt x="2094200" y="336686"/>
                  </a:lnTo>
                  <a:lnTo>
                    <a:pt x="2103944" y="339771"/>
                  </a:lnTo>
                  <a:lnTo>
                    <a:pt x="2113673" y="342930"/>
                  </a:lnTo>
                  <a:lnTo>
                    <a:pt x="2123417" y="346157"/>
                  </a:lnTo>
                  <a:lnTo>
                    <a:pt x="2133161" y="349454"/>
                  </a:lnTo>
                  <a:lnTo>
                    <a:pt x="2142905" y="352815"/>
                  </a:lnTo>
                  <a:lnTo>
                    <a:pt x="2152649" y="356238"/>
                  </a:lnTo>
                  <a:lnTo>
                    <a:pt x="2162377" y="359718"/>
                  </a:lnTo>
                  <a:lnTo>
                    <a:pt x="2172121" y="363255"/>
                  </a:lnTo>
                  <a:lnTo>
                    <a:pt x="2181865" y="366843"/>
                  </a:lnTo>
                  <a:lnTo>
                    <a:pt x="2191609" y="370478"/>
                  </a:lnTo>
                  <a:lnTo>
                    <a:pt x="2201338" y="374158"/>
                  </a:lnTo>
                  <a:lnTo>
                    <a:pt x="2211082" y="377877"/>
                  </a:lnTo>
                  <a:lnTo>
                    <a:pt x="2220826" y="381631"/>
                  </a:lnTo>
                  <a:lnTo>
                    <a:pt x="2230570" y="385417"/>
                  </a:lnTo>
                  <a:lnTo>
                    <a:pt x="2240299" y="389231"/>
                  </a:lnTo>
                  <a:lnTo>
                    <a:pt x="2250043" y="393066"/>
                  </a:lnTo>
                  <a:lnTo>
                    <a:pt x="2259787" y="396919"/>
                  </a:lnTo>
                  <a:lnTo>
                    <a:pt x="2269531" y="400778"/>
                  </a:lnTo>
                  <a:lnTo>
                    <a:pt x="2279260" y="404667"/>
                  </a:lnTo>
                  <a:lnTo>
                    <a:pt x="2289004" y="408540"/>
                  </a:lnTo>
                  <a:lnTo>
                    <a:pt x="2298748" y="412414"/>
                  </a:lnTo>
                  <a:lnTo>
                    <a:pt x="2308492" y="416273"/>
                  </a:lnTo>
                  <a:lnTo>
                    <a:pt x="2318236" y="420132"/>
                  </a:lnTo>
                  <a:lnTo>
                    <a:pt x="2327965" y="423976"/>
                  </a:lnTo>
                  <a:lnTo>
                    <a:pt x="2337709" y="427790"/>
                  </a:lnTo>
                  <a:lnTo>
                    <a:pt x="2347453" y="431574"/>
                  </a:lnTo>
                  <a:lnTo>
                    <a:pt x="2357197" y="435329"/>
                  </a:lnTo>
                  <a:lnTo>
                    <a:pt x="2366926" y="439054"/>
                  </a:lnTo>
                  <a:lnTo>
                    <a:pt x="2376670" y="442719"/>
                  </a:lnTo>
                  <a:lnTo>
                    <a:pt x="2386413" y="446339"/>
                  </a:lnTo>
                  <a:lnTo>
                    <a:pt x="2396157" y="449900"/>
                  </a:lnTo>
                  <a:lnTo>
                    <a:pt x="2405886" y="453416"/>
                  </a:lnTo>
                  <a:lnTo>
                    <a:pt x="2415630" y="456858"/>
                  </a:lnTo>
                  <a:lnTo>
                    <a:pt x="2425374" y="460225"/>
                  </a:lnTo>
                  <a:lnTo>
                    <a:pt x="2435118" y="463518"/>
                  </a:lnTo>
                  <a:lnTo>
                    <a:pt x="2444862" y="466721"/>
                  </a:lnTo>
                  <a:lnTo>
                    <a:pt x="2454591" y="469835"/>
                  </a:lnTo>
                  <a:lnTo>
                    <a:pt x="2464335" y="472874"/>
                  </a:lnTo>
                  <a:lnTo>
                    <a:pt x="2474079" y="475809"/>
                  </a:lnTo>
                  <a:lnTo>
                    <a:pt x="2483823" y="478625"/>
                  </a:lnTo>
                  <a:lnTo>
                    <a:pt x="2493552" y="481352"/>
                  </a:lnTo>
                  <a:lnTo>
                    <a:pt x="2503296" y="483959"/>
                  </a:lnTo>
                  <a:lnTo>
                    <a:pt x="2513040" y="486447"/>
                  </a:lnTo>
                  <a:lnTo>
                    <a:pt x="2522784" y="488816"/>
                  </a:lnTo>
                  <a:lnTo>
                    <a:pt x="2532513" y="491051"/>
                  </a:lnTo>
                  <a:lnTo>
                    <a:pt x="2542257" y="493167"/>
                  </a:lnTo>
                  <a:lnTo>
                    <a:pt x="2552001" y="495133"/>
                  </a:lnTo>
                  <a:lnTo>
                    <a:pt x="2561745" y="496966"/>
                  </a:lnTo>
                  <a:lnTo>
                    <a:pt x="2571474" y="498650"/>
                  </a:lnTo>
                  <a:lnTo>
                    <a:pt x="2581218" y="500184"/>
                  </a:lnTo>
                  <a:lnTo>
                    <a:pt x="2590962" y="501570"/>
                  </a:lnTo>
                  <a:lnTo>
                    <a:pt x="2600705" y="502791"/>
                  </a:lnTo>
                  <a:lnTo>
                    <a:pt x="2610449" y="503864"/>
                  </a:lnTo>
                  <a:lnTo>
                    <a:pt x="2620178" y="504773"/>
                  </a:lnTo>
                  <a:lnTo>
                    <a:pt x="2629922" y="505503"/>
                  </a:lnTo>
                  <a:lnTo>
                    <a:pt x="2639666" y="506069"/>
                  </a:lnTo>
                  <a:lnTo>
                    <a:pt x="2649410" y="506472"/>
                  </a:lnTo>
                  <a:lnTo>
                    <a:pt x="2659139" y="506680"/>
                  </a:lnTo>
                  <a:lnTo>
                    <a:pt x="2668883" y="506725"/>
                  </a:lnTo>
                  <a:lnTo>
                    <a:pt x="2678627" y="506591"/>
                  </a:lnTo>
                  <a:lnTo>
                    <a:pt x="2688371" y="506263"/>
                  </a:lnTo>
                  <a:lnTo>
                    <a:pt x="2698100" y="505771"/>
                  </a:lnTo>
                  <a:lnTo>
                    <a:pt x="2707844" y="505071"/>
                  </a:lnTo>
                  <a:lnTo>
                    <a:pt x="2717588" y="504192"/>
                  </a:lnTo>
                  <a:lnTo>
                    <a:pt x="2727332" y="503134"/>
                  </a:lnTo>
                  <a:lnTo>
                    <a:pt x="2737076" y="501883"/>
                  </a:lnTo>
                  <a:lnTo>
                    <a:pt x="2746805" y="500422"/>
                  </a:lnTo>
                  <a:lnTo>
                    <a:pt x="2756549" y="498799"/>
                  </a:lnTo>
                  <a:lnTo>
                    <a:pt x="2766293" y="496966"/>
                  </a:lnTo>
                  <a:lnTo>
                    <a:pt x="2776037" y="494940"/>
                  </a:lnTo>
                  <a:lnTo>
                    <a:pt x="2785766" y="492720"/>
                  </a:lnTo>
                  <a:lnTo>
                    <a:pt x="2795510" y="490306"/>
                  </a:lnTo>
                  <a:lnTo>
                    <a:pt x="2805254" y="487714"/>
                  </a:lnTo>
                  <a:lnTo>
                    <a:pt x="2814998" y="484913"/>
                  </a:lnTo>
                  <a:lnTo>
                    <a:pt x="2824727" y="481933"/>
                  </a:lnTo>
                  <a:lnTo>
                    <a:pt x="2834471" y="478759"/>
                  </a:lnTo>
                  <a:lnTo>
                    <a:pt x="2844215" y="475392"/>
                  </a:lnTo>
                  <a:lnTo>
                    <a:pt x="2853958" y="471831"/>
                  </a:lnTo>
                  <a:lnTo>
                    <a:pt x="2863687" y="468092"/>
                  </a:lnTo>
                  <a:lnTo>
                    <a:pt x="2873431" y="464158"/>
                  </a:lnTo>
                  <a:lnTo>
                    <a:pt x="2883175" y="460031"/>
                  </a:lnTo>
                  <a:lnTo>
                    <a:pt x="2892919" y="455740"/>
                  </a:lnTo>
                  <a:lnTo>
                    <a:pt x="2902663" y="451241"/>
                  </a:lnTo>
                  <a:lnTo>
                    <a:pt x="2912392" y="44657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1" name="Freeform 660">
              <a:extLst>
                <a:ext uri="{FF2B5EF4-FFF2-40B4-BE49-F238E27FC236}">
                  <a16:creationId xmlns:a16="http://schemas.microsoft.com/office/drawing/2014/main" id="{6D163290-E43D-ECFB-52C7-5F0114F18F42}"/>
                </a:ext>
              </a:extLst>
            </p:cNvPr>
            <p:cNvSpPr/>
            <p:nvPr/>
          </p:nvSpPr>
          <p:spPr>
            <a:xfrm>
              <a:off x="576446" y="3057637"/>
              <a:ext cx="2912392" cy="576230"/>
            </a:xfrm>
            <a:custGeom>
              <a:avLst/>
              <a:gdLst>
                <a:gd name="connsiteX0" fmla="*/ 0 w 2912392"/>
                <a:gd name="connsiteY0" fmla="*/ 0 h 576230"/>
                <a:gd name="connsiteX1" fmla="*/ 9739 w 2912392"/>
                <a:gd name="connsiteY1" fmla="*/ 7604 h 576230"/>
                <a:gd name="connsiteX2" fmla="*/ 19480 w 2912392"/>
                <a:gd name="connsiteY2" fmla="*/ 15370 h 576230"/>
                <a:gd name="connsiteX3" fmla="*/ 29221 w 2912392"/>
                <a:gd name="connsiteY3" fmla="*/ 23290 h 576230"/>
                <a:gd name="connsiteX4" fmla="*/ 38961 w 2912392"/>
                <a:gd name="connsiteY4" fmla="*/ 31353 h 576230"/>
                <a:gd name="connsiteX5" fmla="*/ 48702 w 2912392"/>
                <a:gd name="connsiteY5" fmla="*/ 39552 h 576230"/>
                <a:gd name="connsiteX6" fmla="*/ 58443 w 2912392"/>
                <a:gd name="connsiteY6" fmla="*/ 47876 h 576230"/>
                <a:gd name="connsiteX7" fmla="*/ 68182 w 2912392"/>
                <a:gd name="connsiteY7" fmla="*/ 56318 h 576230"/>
                <a:gd name="connsiteX8" fmla="*/ 77923 w 2912392"/>
                <a:gd name="connsiteY8" fmla="*/ 64869 h 576230"/>
                <a:gd name="connsiteX9" fmla="*/ 87664 w 2912392"/>
                <a:gd name="connsiteY9" fmla="*/ 73518 h 576230"/>
                <a:gd name="connsiteX10" fmla="*/ 97404 w 2912392"/>
                <a:gd name="connsiteY10" fmla="*/ 82257 h 576230"/>
                <a:gd name="connsiteX11" fmla="*/ 107145 w 2912392"/>
                <a:gd name="connsiteY11" fmla="*/ 91077 h 576230"/>
                <a:gd name="connsiteX12" fmla="*/ 116886 w 2912392"/>
                <a:gd name="connsiteY12" fmla="*/ 99969 h 576230"/>
                <a:gd name="connsiteX13" fmla="*/ 126625 w 2912392"/>
                <a:gd name="connsiteY13" fmla="*/ 108925 h 576230"/>
                <a:gd name="connsiteX14" fmla="*/ 136366 w 2912392"/>
                <a:gd name="connsiteY14" fmla="*/ 117934 h 576230"/>
                <a:gd name="connsiteX15" fmla="*/ 146107 w 2912392"/>
                <a:gd name="connsiteY15" fmla="*/ 126990 h 576230"/>
                <a:gd name="connsiteX16" fmla="*/ 155846 w 2912392"/>
                <a:gd name="connsiteY16" fmla="*/ 136083 h 576230"/>
                <a:gd name="connsiteX17" fmla="*/ 165587 w 2912392"/>
                <a:gd name="connsiteY17" fmla="*/ 145204 h 576230"/>
                <a:gd name="connsiteX18" fmla="*/ 175328 w 2912392"/>
                <a:gd name="connsiteY18" fmla="*/ 154346 h 576230"/>
                <a:gd name="connsiteX19" fmla="*/ 185068 w 2912392"/>
                <a:gd name="connsiteY19" fmla="*/ 163501 h 576230"/>
                <a:gd name="connsiteX20" fmla="*/ 194809 w 2912392"/>
                <a:gd name="connsiteY20" fmla="*/ 172661 h 576230"/>
                <a:gd name="connsiteX21" fmla="*/ 204550 w 2912392"/>
                <a:gd name="connsiteY21" fmla="*/ 181818 h 576230"/>
                <a:gd name="connsiteX22" fmla="*/ 214289 w 2912392"/>
                <a:gd name="connsiteY22" fmla="*/ 190966 h 576230"/>
                <a:gd name="connsiteX23" fmla="*/ 224030 w 2912392"/>
                <a:gd name="connsiteY23" fmla="*/ 200096 h 576230"/>
                <a:gd name="connsiteX24" fmla="*/ 233771 w 2912392"/>
                <a:gd name="connsiteY24" fmla="*/ 209201 h 576230"/>
                <a:gd name="connsiteX25" fmla="*/ 243510 w 2912392"/>
                <a:gd name="connsiteY25" fmla="*/ 218276 h 576230"/>
                <a:gd name="connsiteX26" fmla="*/ 253251 w 2912392"/>
                <a:gd name="connsiteY26" fmla="*/ 227314 h 576230"/>
                <a:gd name="connsiteX27" fmla="*/ 262992 w 2912392"/>
                <a:gd name="connsiteY27" fmla="*/ 236308 h 576230"/>
                <a:gd name="connsiteX28" fmla="*/ 272732 w 2912392"/>
                <a:gd name="connsiteY28" fmla="*/ 245252 h 576230"/>
                <a:gd name="connsiteX29" fmla="*/ 282473 w 2912392"/>
                <a:gd name="connsiteY29" fmla="*/ 254141 h 576230"/>
                <a:gd name="connsiteX30" fmla="*/ 292214 w 2912392"/>
                <a:gd name="connsiteY30" fmla="*/ 262969 h 576230"/>
                <a:gd name="connsiteX31" fmla="*/ 301953 w 2912392"/>
                <a:gd name="connsiteY31" fmla="*/ 271729 h 576230"/>
                <a:gd name="connsiteX32" fmla="*/ 311694 w 2912392"/>
                <a:gd name="connsiteY32" fmla="*/ 280418 h 576230"/>
                <a:gd name="connsiteX33" fmla="*/ 321435 w 2912392"/>
                <a:gd name="connsiteY33" fmla="*/ 289031 h 576230"/>
                <a:gd name="connsiteX34" fmla="*/ 331175 w 2912392"/>
                <a:gd name="connsiteY34" fmla="*/ 297564 h 576230"/>
                <a:gd name="connsiteX35" fmla="*/ 340916 w 2912392"/>
                <a:gd name="connsiteY35" fmla="*/ 306012 h 576230"/>
                <a:gd name="connsiteX36" fmla="*/ 350656 w 2912392"/>
                <a:gd name="connsiteY36" fmla="*/ 314370 h 576230"/>
                <a:gd name="connsiteX37" fmla="*/ 360396 w 2912392"/>
                <a:gd name="connsiteY37" fmla="*/ 322634 h 576230"/>
                <a:gd name="connsiteX38" fmla="*/ 370137 w 2912392"/>
                <a:gd name="connsiteY38" fmla="*/ 330802 h 576230"/>
                <a:gd name="connsiteX39" fmla="*/ 379878 w 2912392"/>
                <a:gd name="connsiteY39" fmla="*/ 338868 h 576230"/>
                <a:gd name="connsiteX40" fmla="*/ 389617 w 2912392"/>
                <a:gd name="connsiteY40" fmla="*/ 346830 h 576230"/>
                <a:gd name="connsiteX41" fmla="*/ 399358 w 2912392"/>
                <a:gd name="connsiteY41" fmla="*/ 354687 h 576230"/>
                <a:gd name="connsiteX42" fmla="*/ 409099 w 2912392"/>
                <a:gd name="connsiteY42" fmla="*/ 362433 h 576230"/>
                <a:gd name="connsiteX43" fmla="*/ 418839 w 2912392"/>
                <a:gd name="connsiteY43" fmla="*/ 370064 h 576230"/>
                <a:gd name="connsiteX44" fmla="*/ 428580 w 2912392"/>
                <a:gd name="connsiteY44" fmla="*/ 377580 h 576230"/>
                <a:gd name="connsiteX45" fmla="*/ 438321 w 2912392"/>
                <a:gd name="connsiteY45" fmla="*/ 384979 h 576230"/>
                <a:gd name="connsiteX46" fmla="*/ 448060 w 2912392"/>
                <a:gd name="connsiteY46" fmla="*/ 392257 h 576230"/>
                <a:gd name="connsiteX47" fmla="*/ 457801 w 2912392"/>
                <a:gd name="connsiteY47" fmla="*/ 399413 h 576230"/>
                <a:gd name="connsiteX48" fmla="*/ 467542 w 2912392"/>
                <a:gd name="connsiteY48" fmla="*/ 406444 h 576230"/>
                <a:gd name="connsiteX49" fmla="*/ 477281 w 2912392"/>
                <a:gd name="connsiteY49" fmla="*/ 413347 h 576230"/>
                <a:gd name="connsiteX50" fmla="*/ 487022 w 2912392"/>
                <a:gd name="connsiteY50" fmla="*/ 420123 h 576230"/>
                <a:gd name="connsiteX51" fmla="*/ 496763 w 2912392"/>
                <a:gd name="connsiteY51" fmla="*/ 426766 h 576230"/>
                <a:gd name="connsiteX52" fmla="*/ 506503 w 2912392"/>
                <a:gd name="connsiteY52" fmla="*/ 433279 h 576230"/>
                <a:gd name="connsiteX53" fmla="*/ 516244 w 2912392"/>
                <a:gd name="connsiteY53" fmla="*/ 439657 h 576230"/>
                <a:gd name="connsiteX54" fmla="*/ 525985 w 2912392"/>
                <a:gd name="connsiteY54" fmla="*/ 445900 h 576230"/>
                <a:gd name="connsiteX55" fmla="*/ 535724 w 2912392"/>
                <a:gd name="connsiteY55" fmla="*/ 452007 h 576230"/>
                <a:gd name="connsiteX56" fmla="*/ 545465 w 2912392"/>
                <a:gd name="connsiteY56" fmla="*/ 457974 h 576230"/>
                <a:gd name="connsiteX57" fmla="*/ 555206 w 2912392"/>
                <a:gd name="connsiteY57" fmla="*/ 463802 h 576230"/>
                <a:gd name="connsiteX58" fmla="*/ 564946 w 2912392"/>
                <a:gd name="connsiteY58" fmla="*/ 469491 h 576230"/>
                <a:gd name="connsiteX59" fmla="*/ 574687 w 2912392"/>
                <a:gd name="connsiteY59" fmla="*/ 475036 h 576230"/>
                <a:gd name="connsiteX60" fmla="*/ 584428 w 2912392"/>
                <a:gd name="connsiteY60" fmla="*/ 480439 h 576230"/>
                <a:gd name="connsiteX61" fmla="*/ 594167 w 2912392"/>
                <a:gd name="connsiteY61" fmla="*/ 485696 h 576230"/>
                <a:gd name="connsiteX62" fmla="*/ 603908 w 2912392"/>
                <a:gd name="connsiteY62" fmla="*/ 490810 h 576230"/>
                <a:gd name="connsiteX63" fmla="*/ 613649 w 2912392"/>
                <a:gd name="connsiteY63" fmla="*/ 495777 h 576230"/>
                <a:gd name="connsiteX64" fmla="*/ 623388 w 2912392"/>
                <a:gd name="connsiteY64" fmla="*/ 500597 h 576230"/>
                <a:gd name="connsiteX65" fmla="*/ 633129 w 2912392"/>
                <a:gd name="connsiteY65" fmla="*/ 505269 h 576230"/>
                <a:gd name="connsiteX66" fmla="*/ 642870 w 2912392"/>
                <a:gd name="connsiteY66" fmla="*/ 509792 h 576230"/>
                <a:gd name="connsiteX67" fmla="*/ 652610 w 2912392"/>
                <a:gd name="connsiteY67" fmla="*/ 514167 h 576230"/>
                <a:gd name="connsiteX68" fmla="*/ 662351 w 2912392"/>
                <a:gd name="connsiteY68" fmla="*/ 518391 h 576230"/>
                <a:gd name="connsiteX69" fmla="*/ 672092 w 2912392"/>
                <a:gd name="connsiteY69" fmla="*/ 522464 h 576230"/>
                <a:gd name="connsiteX70" fmla="*/ 681831 w 2912392"/>
                <a:gd name="connsiteY70" fmla="*/ 526386 h 576230"/>
                <a:gd name="connsiteX71" fmla="*/ 691572 w 2912392"/>
                <a:gd name="connsiteY71" fmla="*/ 530156 h 576230"/>
                <a:gd name="connsiteX72" fmla="*/ 701313 w 2912392"/>
                <a:gd name="connsiteY72" fmla="*/ 533774 h 576230"/>
                <a:gd name="connsiteX73" fmla="*/ 711052 w 2912392"/>
                <a:gd name="connsiteY73" fmla="*/ 537239 h 576230"/>
                <a:gd name="connsiteX74" fmla="*/ 720793 w 2912392"/>
                <a:gd name="connsiteY74" fmla="*/ 540553 h 576230"/>
                <a:gd name="connsiteX75" fmla="*/ 730534 w 2912392"/>
                <a:gd name="connsiteY75" fmla="*/ 543714 h 576230"/>
                <a:gd name="connsiteX76" fmla="*/ 740274 w 2912392"/>
                <a:gd name="connsiteY76" fmla="*/ 546723 h 576230"/>
                <a:gd name="connsiteX77" fmla="*/ 750015 w 2912392"/>
                <a:gd name="connsiteY77" fmla="*/ 549579 h 576230"/>
                <a:gd name="connsiteX78" fmla="*/ 759756 w 2912392"/>
                <a:gd name="connsiteY78" fmla="*/ 552283 h 576230"/>
                <a:gd name="connsiteX79" fmla="*/ 769495 w 2912392"/>
                <a:gd name="connsiteY79" fmla="*/ 554835 h 576230"/>
                <a:gd name="connsiteX80" fmla="*/ 779236 w 2912392"/>
                <a:gd name="connsiteY80" fmla="*/ 557235 h 576230"/>
                <a:gd name="connsiteX81" fmla="*/ 788977 w 2912392"/>
                <a:gd name="connsiteY81" fmla="*/ 559487 h 576230"/>
                <a:gd name="connsiteX82" fmla="*/ 798717 w 2912392"/>
                <a:gd name="connsiteY82" fmla="*/ 561587 h 576230"/>
                <a:gd name="connsiteX83" fmla="*/ 808458 w 2912392"/>
                <a:gd name="connsiteY83" fmla="*/ 563539 h 576230"/>
                <a:gd name="connsiteX84" fmla="*/ 818199 w 2912392"/>
                <a:gd name="connsiteY84" fmla="*/ 565345 h 576230"/>
                <a:gd name="connsiteX85" fmla="*/ 827938 w 2912392"/>
                <a:gd name="connsiteY85" fmla="*/ 567003 h 576230"/>
                <a:gd name="connsiteX86" fmla="*/ 837679 w 2912392"/>
                <a:gd name="connsiteY86" fmla="*/ 568517 h 576230"/>
                <a:gd name="connsiteX87" fmla="*/ 847420 w 2912392"/>
                <a:gd name="connsiteY87" fmla="*/ 569888 h 576230"/>
                <a:gd name="connsiteX88" fmla="*/ 857159 w 2912392"/>
                <a:gd name="connsiteY88" fmla="*/ 571117 h 576230"/>
                <a:gd name="connsiteX89" fmla="*/ 866900 w 2912392"/>
                <a:gd name="connsiteY89" fmla="*/ 572207 h 576230"/>
                <a:gd name="connsiteX90" fmla="*/ 876641 w 2912392"/>
                <a:gd name="connsiteY90" fmla="*/ 573162 h 576230"/>
                <a:gd name="connsiteX91" fmla="*/ 886381 w 2912392"/>
                <a:gd name="connsiteY91" fmla="*/ 573980 h 576230"/>
                <a:gd name="connsiteX92" fmla="*/ 896122 w 2912392"/>
                <a:gd name="connsiteY92" fmla="*/ 574669 h 576230"/>
                <a:gd name="connsiteX93" fmla="*/ 905863 w 2912392"/>
                <a:gd name="connsiteY93" fmla="*/ 575226 h 576230"/>
                <a:gd name="connsiteX94" fmla="*/ 915602 w 2912392"/>
                <a:gd name="connsiteY94" fmla="*/ 575658 h 576230"/>
                <a:gd name="connsiteX95" fmla="*/ 925343 w 2912392"/>
                <a:gd name="connsiteY95" fmla="*/ 575968 h 576230"/>
                <a:gd name="connsiteX96" fmla="*/ 935084 w 2912392"/>
                <a:gd name="connsiteY96" fmla="*/ 576157 h 576230"/>
                <a:gd name="connsiteX97" fmla="*/ 944824 w 2912392"/>
                <a:gd name="connsiteY97" fmla="*/ 576230 h 576230"/>
                <a:gd name="connsiteX98" fmla="*/ 954564 w 2912392"/>
                <a:gd name="connsiteY98" fmla="*/ 576191 h 576230"/>
                <a:gd name="connsiteX99" fmla="*/ 964305 w 2912392"/>
                <a:gd name="connsiteY99" fmla="*/ 576044 h 576230"/>
                <a:gd name="connsiteX100" fmla="*/ 974045 w 2912392"/>
                <a:gd name="connsiteY100" fmla="*/ 575792 h 576230"/>
                <a:gd name="connsiteX101" fmla="*/ 983786 w 2912392"/>
                <a:gd name="connsiteY101" fmla="*/ 575440 h 576230"/>
                <a:gd name="connsiteX102" fmla="*/ 993522 w 2912392"/>
                <a:gd name="connsiteY102" fmla="*/ 574992 h 576230"/>
                <a:gd name="connsiteX103" fmla="*/ 1003266 w 2912392"/>
                <a:gd name="connsiteY103" fmla="*/ 574453 h 576230"/>
                <a:gd name="connsiteX104" fmla="*/ 1013010 w 2912392"/>
                <a:gd name="connsiteY104" fmla="*/ 573827 h 576230"/>
                <a:gd name="connsiteX105" fmla="*/ 1022754 w 2912392"/>
                <a:gd name="connsiteY105" fmla="*/ 573119 h 576230"/>
                <a:gd name="connsiteX106" fmla="*/ 1032483 w 2912392"/>
                <a:gd name="connsiteY106" fmla="*/ 572334 h 576230"/>
                <a:gd name="connsiteX107" fmla="*/ 1042227 w 2912392"/>
                <a:gd name="connsiteY107" fmla="*/ 571476 h 576230"/>
                <a:gd name="connsiteX108" fmla="*/ 1051971 w 2912392"/>
                <a:gd name="connsiteY108" fmla="*/ 570552 h 576230"/>
                <a:gd name="connsiteX109" fmla="*/ 1061715 w 2912392"/>
                <a:gd name="connsiteY109" fmla="*/ 569566 h 576230"/>
                <a:gd name="connsiteX110" fmla="*/ 1071444 w 2912392"/>
                <a:gd name="connsiteY110" fmla="*/ 568523 h 576230"/>
                <a:gd name="connsiteX111" fmla="*/ 1081188 w 2912392"/>
                <a:gd name="connsiteY111" fmla="*/ 567428 h 576230"/>
                <a:gd name="connsiteX112" fmla="*/ 1090932 w 2912392"/>
                <a:gd name="connsiteY112" fmla="*/ 566286 h 576230"/>
                <a:gd name="connsiteX113" fmla="*/ 1100676 w 2912392"/>
                <a:gd name="connsiteY113" fmla="*/ 565104 h 576230"/>
                <a:gd name="connsiteX114" fmla="*/ 1110405 w 2912392"/>
                <a:gd name="connsiteY114" fmla="*/ 563886 h 576230"/>
                <a:gd name="connsiteX115" fmla="*/ 1120149 w 2912392"/>
                <a:gd name="connsiteY115" fmla="*/ 562636 h 576230"/>
                <a:gd name="connsiteX116" fmla="*/ 1129893 w 2912392"/>
                <a:gd name="connsiteY116" fmla="*/ 561362 h 576230"/>
                <a:gd name="connsiteX117" fmla="*/ 1139637 w 2912392"/>
                <a:gd name="connsiteY117" fmla="*/ 560068 h 576230"/>
                <a:gd name="connsiteX118" fmla="*/ 1149381 w 2912392"/>
                <a:gd name="connsiteY118" fmla="*/ 558758 h 576230"/>
                <a:gd name="connsiteX119" fmla="*/ 1159110 w 2912392"/>
                <a:gd name="connsiteY119" fmla="*/ 557438 h 576230"/>
                <a:gd name="connsiteX120" fmla="*/ 1168854 w 2912392"/>
                <a:gd name="connsiteY120" fmla="*/ 556113 h 576230"/>
                <a:gd name="connsiteX121" fmla="*/ 1178598 w 2912392"/>
                <a:gd name="connsiteY121" fmla="*/ 554787 h 576230"/>
                <a:gd name="connsiteX122" fmla="*/ 1188341 w 2912392"/>
                <a:gd name="connsiteY122" fmla="*/ 553464 h 576230"/>
                <a:gd name="connsiteX123" fmla="*/ 1198070 w 2912392"/>
                <a:gd name="connsiteY123" fmla="*/ 552152 h 576230"/>
                <a:gd name="connsiteX124" fmla="*/ 1207814 w 2912392"/>
                <a:gd name="connsiteY124" fmla="*/ 550851 h 576230"/>
                <a:gd name="connsiteX125" fmla="*/ 1217558 w 2912392"/>
                <a:gd name="connsiteY125" fmla="*/ 549568 h 576230"/>
                <a:gd name="connsiteX126" fmla="*/ 1227302 w 2912392"/>
                <a:gd name="connsiteY126" fmla="*/ 548306 h 576230"/>
                <a:gd name="connsiteX127" fmla="*/ 1237031 w 2912392"/>
                <a:gd name="connsiteY127" fmla="*/ 547070 h 576230"/>
                <a:gd name="connsiteX128" fmla="*/ 1246775 w 2912392"/>
                <a:gd name="connsiteY128" fmla="*/ 545862 h 576230"/>
                <a:gd name="connsiteX129" fmla="*/ 1256519 w 2912392"/>
                <a:gd name="connsiteY129" fmla="*/ 544684 h 576230"/>
                <a:gd name="connsiteX130" fmla="*/ 1266263 w 2912392"/>
                <a:gd name="connsiteY130" fmla="*/ 543542 h 576230"/>
                <a:gd name="connsiteX131" fmla="*/ 1276007 w 2912392"/>
                <a:gd name="connsiteY131" fmla="*/ 542438 h 576230"/>
                <a:gd name="connsiteX132" fmla="*/ 1285736 w 2912392"/>
                <a:gd name="connsiteY132" fmla="*/ 541374 h 576230"/>
                <a:gd name="connsiteX133" fmla="*/ 1295480 w 2912392"/>
                <a:gd name="connsiteY133" fmla="*/ 540353 h 576230"/>
                <a:gd name="connsiteX134" fmla="*/ 1305224 w 2912392"/>
                <a:gd name="connsiteY134" fmla="*/ 539377 h 576230"/>
                <a:gd name="connsiteX135" fmla="*/ 1314968 w 2912392"/>
                <a:gd name="connsiteY135" fmla="*/ 538448 h 576230"/>
                <a:gd name="connsiteX136" fmla="*/ 1324697 w 2912392"/>
                <a:gd name="connsiteY136" fmla="*/ 537567 h 576230"/>
                <a:gd name="connsiteX137" fmla="*/ 1334441 w 2912392"/>
                <a:gd name="connsiteY137" fmla="*/ 536734 h 576230"/>
                <a:gd name="connsiteX138" fmla="*/ 1344185 w 2912392"/>
                <a:gd name="connsiteY138" fmla="*/ 535954 h 576230"/>
                <a:gd name="connsiteX139" fmla="*/ 1353929 w 2912392"/>
                <a:gd name="connsiteY139" fmla="*/ 535225 h 576230"/>
                <a:gd name="connsiteX140" fmla="*/ 1363658 w 2912392"/>
                <a:gd name="connsiteY140" fmla="*/ 534547 h 576230"/>
                <a:gd name="connsiteX141" fmla="*/ 1373402 w 2912392"/>
                <a:gd name="connsiteY141" fmla="*/ 533921 h 576230"/>
                <a:gd name="connsiteX142" fmla="*/ 1383146 w 2912392"/>
                <a:gd name="connsiteY142" fmla="*/ 533348 h 576230"/>
                <a:gd name="connsiteX143" fmla="*/ 1392890 w 2912392"/>
                <a:gd name="connsiteY143" fmla="*/ 532825 h 576230"/>
                <a:gd name="connsiteX144" fmla="*/ 1402619 w 2912392"/>
                <a:gd name="connsiteY144" fmla="*/ 532354 h 576230"/>
                <a:gd name="connsiteX145" fmla="*/ 1412363 w 2912392"/>
                <a:gd name="connsiteY145" fmla="*/ 531932 h 576230"/>
                <a:gd name="connsiteX146" fmla="*/ 1422106 w 2912392"/>
                <a:gd name="connsiteY146" fmla="*/ 531560 h 576230"/>
                <a:gd name="connsiteX147" fmla="*/ 1431850 w 2912392"/>
                <a:gd name="connsiteY147" fmla="*/ 531234 h 576230"/>
                <a:gd name="connsiteX148" fmla="*/ 1441594 w 2912392"/>
                <a:gd name="connsiteY148" fmla="*/ 530955 h 576230"/>
                <a:gd name="connsiteX149" fmla="*/ 1451323 w 2912392"/>
                <a:gd name="connsiteY149" fmla="*/ 530720 h 576230"/>
                <a:gd name="connsiteX150" fmla="*/ 1461067 w 2912392"/>
                <a:gd name="connsiteY150" fmla="*/ 530526 h 576230"/>
                <a:gd name="connsiteX151" fmla="*/ 1470811 w 2912392"/>
                <a:gd name="connsiteY151" fmla="*/ 530371 h 576230"/>
                <a:gd name="connsiteX152" fmla="*/ 1480555 w 2912392"/>
                <a:gd name="connsiteY152" fmla="*/ 530255 h 576230"/>
                <a:gd name="connsiteX153" fmla="*/ 1490284 w 2912392"/>
                <a:gd name="connsiteY153" fmla="*/ 530171 h 576230"/>
                <a:gd name="connsiteX154" fmla="*/ 1500028 w 2912392"/>
                <a:gd name="connsiteY154" fmla="*/ 530121 h 576230"/>
                <a:gd name="connsiteX155" fmla="*/ 1509772 w 2912392"/>
                <a:gd name="connsiteY155" fmla="*/ 530097 h 576230"/>
                <a:gd name="connsiteX156" fmla="*/ 1519516 w 2912392"/>
                <a:gd name="connsiteY156" fmla="*/ 530100 h 576230"/>
                <a:gd name="connsiteX157" fmla="*/ 1529245 w 2912392"/>
                <a:gd name="connsiteY157" fmla="*/ 530124 h 576230"/>
                <a:gd name="connsiteX158" fmla="*/ 1538989 w 2912392"/>
                <a:gd name="connsiteY158" fmla="*/ 530167 h 576230"/>
                <a:gd name="connsiteX159" fmla="*/ 1548733 w 2912392"/>
                <a:gd name="connsiteY159" fmla="*/ 530225 h 576230"/>
                <a:gd name="connsiteX160" fmla="*/ 1558477 w 2912392"/>
                <a:gd name="connsiteY160" fmla="*/ 530294 h 576230"/>
                <a:gd name="connsiteX161" fmla="*/ 1568221 w 2912392"/>
                <a:gd name="connsiteY161" fmla="*/ 530370 h 576230"/>
                <a:gd name="connsiteX162" fmla="*/ 1577950 w 2912392"/>
                <a:gd name="connsiteY162" fmla="*/ 530450 h 576230"/>
                <a:gd name="connsiteX163" fmla="*/ 1587694 w 2912392"/>
                <a:gd name="connsiteY163" fmla="*/ 530530 h 576230"/>
                <a:gd name="connsiteX164" fmla="*/ 1597438 w 2912392"/>
                <a:gd name="connsiteY164" fmla="*/ 530606 h 576230"/>
                <a:gd name="connsiteX165" fmla="*/ 1607182 w 2912392"/>
                <a:gd name="connsiteY165" fmla="*/ 530675 h 576230"/>
                <a:gd name="connsiteX166" fmla="*/ 1616911 w 2912392"/>
                <a:gd name="connsiteY166" fmla="*/ 530730 h 576230"/>
                <a:gd name="connsiteX167" fmla="*/ 1626655 w 2912392"/>
                <a:gd name="connsiteY167" fmla="*/ 530770 h 576230"/>
                <a:gd name="connsiteX168" fmla="*/ 1636399 w 2912392"/>
                <a:gd name="connsiteY168" fmla="*/ 530791 h 576230"/>
                <a:gd name="connsiteX169" fmla="*/ 1646142 w 2912392"/>
                <a:gd name="connsiteY169" fmla="*/ 530788 h 576230"/>
                <a:gd name="connsiteX170" fmla="*/ 1655872 w 2912392"/>
                <a:gd name="connsiteY170" fmla="*/ 530758 h 576230"/>
                <a:gd name="connsiteX171" fmla="*/ 1665616 w 2912392"/>
                <a:gd name="connsiteY171" fmla="*/ 530697 h 576230"/>
                <a:gd name="connsiteX172" fmla="*/ 1675359 w 2912392"/>
                <a:gd name="connsiteY172" fmla="*/ 530602 h 576230"/>
                <a:gd name="connsiteX173" fmla="*/ 1685103 w 2912392"/>
                <a:gd name="connsiteY173" fmla="*/ 530466 h 576230"/>
                <a:gd name="connsiteX174" fmla="*/ 1694832 w 2912392"/>
                <a:gd name="connsiteY174" fmla="*/ 530291 h 576230"/>
                <a:gd name="connsiteX175" fmla="*/ 1704576 w 2912392"/>
                <a:gd name="connsiteY175" fmla="*/ 530070 h 576230"/>
                <a:gd name="connsiteX176" fmla="*/ 1714320 w 2912392"/>
                <a:gd name="connsiteY176" fmla="*/ 529800 h 576230"/>
                <a:gd name="connsiteX177" fmla="*/ 1724064 w 2912392"/>
                <a:gd name="connsiteY177" fmla="*/ 529479 h 576230"/>
                <a:gd name="connsiteX178" fmla="*/ 1733808 w 2912392"/>
                <a:gd name="connsiteY178" fmla="*/ 529103 h 576230"/>
                <a:gd name="connsiteX179" fmla="*/ 1743537 w 2912392"/>
                <a:gd name="connsiteY179" fmla="*/ 528670 h 576230"/>
                <a:gd name="connsiteX180" fmla="*/ 1753281 w 2912392"/>
                <a:gd name="connsiteY180" fmla="*/ 528176 h 576230"/>
                <a:gd name="connsiteX181" fmla="*/ 1763025 w 2912392"/>
                <a:gd name="connsiteY181" fmla="*/ 527622 h 576230"/>
                <a:gd name="connsiteX182" fmla="*/ 1772769 w 2912392"/>
                <a:gd name="connsiteY182" fmla="*/ 527002 h 576230"/>
                <a:gd name="connsiteX183" fmla="*/ 1782498 w 2912392"/>
                <a:gd name="connsiteY183" fmla="*/ 526317 h 576230"/>
                <a:gd name="connsiteX184" fmla="*/ 1792242 w 2912392"/>
                <a:gd name="connsiteY184" fmla="*/ 525562 h 576230"/>
                <a:gd name="connsiteX185" fmla="*/ 1801986 w 2912392"/>
                <a:gd name="connsiteY185" fmla="*/ 524738 h 576230"/>
                <a:gd name="connsiteX186" fmla="*/ 1811730 w 2912392"/>
                <a:gd name="connsiteY186" fmla="*/ 523841 h 576230"/>
                <a:gd name="connsiteX187" fmla="*/ 1821459 w 2912392"/>
                <a:gd name="connsiteY187" fmla="*/ 522872 h 576230"/>
                <a:gd name="connsiteX188" fmla="*/ 1831203 w 2912392"/>
                <a:gd name="connsiteY188" fmla="*/ 521831 h 576230"/>
                <a:gd name="connsiteX189" fmla="*/ 1840947 w 2912392"/>
                <a:gd name="connsiteY189" fmla="*/ 520713 h 576230"/>
                <a:gd name="connsiteX190" fmla="*/ 1850691 w 2912392"/>
                <a:gd name="connsiteY190" fmla="*/ 519523 h 576230"/>
                <a:gd name="connsiteX191" fmla="*/ 1860435 w 2912392"/>
                <a:gd name="connsiteY191" fmla="*/ 518257 h 576230"/>
                <a:gd name="connsiteX192" fmla="*/ 1870164 w 2912392"/>
                <a:gd name="connsiteY192" fmla="*/ 516916 h 576230"/>
                <a:gd name="connsiteX193" fmla="*/ 1879908 w 2912392"/>
                <a:gd name="connsiteY193" fmla="*/ 515500 h 576230"/>
                <a:gd name="connsiteX194" fmla="*/ 1889652 w 2912392"/>
                <a:gd name="connsiteY194" fmla="*/ 514010 h 576230"/>
                <a:gd name="connsiteX195" fmla="*/ 1899395 w 2912392"/>
                <a:gd name="connsiteY195" fmla="*/ 512448 h 576230"/>
                <a:gd name="connsiteX196" fmla="*/ 1909124 w 2912392"/>
                <a:gd name="connsiteY196" fmla="*/ 510813 h 576230"/>
                <a:gd name="connsiteX197" fmla="*/ 1918868 w 2912392"/>
                <a:gd name="connsiteY197" fmla="*/ 509107 h 576230"/>
                <a:gd name="connsiteX198" fmla="*/ 1928612 w 2912392"/>
                <a:gd name="connsiteY198" fmla="*/ 507333 h 576230"/>
                <a:gd name="connsiteX199" fmla="*/ 1938356 w 2912392"/>
                <a:gd name="connsiteY199" fmla="*/ 505491 h 576230"/>
                <a:gd name="connsiteX200" fmla="*/ 1948085 w 2912392"/>
                <a:gd name="connsiteY200" fmla="*/ 503584 h 576230"/>
                <a:gd name="connsiteX201" fmla="*/ 1957829 w 2912392"/>
                <a:gd name="connsiteY201" fmla="*/ 501614 h 576230"/>
                <a:gd name="connsiteX202" fmla="*/ 1967573 w 2912392"/>
                <a:gd name="connsiteY202" fmla="*/ 499585 h 576230"/>
                <a:gd name="connsiteX203" fmla="*/ 1977317 w 2912392"/>
                <a:gd name="connsiteY203" fmla="*/ 497499 h 576230"/>
                <a:gd name="connsiteX204" fmla="*/ 1987046 w 2912392"/>
                <a:gd name="connsiteY204" fmla="*/ 495358 h 576230"/>
                <a:gd name="connsiteX205" fmla="*/ 1996790 w 2912392"/>
                <a:gd name="connsiteY205" fmla="*/ 493168 h 576230"/>
                <a:gd name="connsiteX206" fmla="*/ 2006534 w 2912392"/>
                <a:gd name="connsiteY206" fmla="*/ 490930 h 576230"/>
                <a:gd name="connsiteX207" fmla="*/ 2016278 w 2912392"/>
                <a:gd name="connsiteY207" fmla="*/ 488651 h 576230"/>
                <a:gd name="connsiteX208" fmla="*/ 2026022 w 2912392"/>
                <a:gd name="connsiteY208" fmla="*/ 486331 h 576230"/>
                <a:gd name="connsiteX209" fmla="*/ 2035751 w 2912392"/>
                <a:gd name="connsiteY209" fmla="*/ 483979 h 576230"/>
                <a:gd name="connsiteX210" fmla="*/ 2045495 w 2912392"/>
                <a:gd name="connsiteY210" fmla="*/ 481596 h 576230"/>
                <a:gd name="connsiteX211" fmla="*/ 2055239 w 2912392"/>
                <a:gd name="connsiteY211" fmla="*/ 479189 h 576230"/>
                <a:gd name="connsiteX212" fmla="*/ 2064983 w 2912392"/>
                <a:gd name="connsiteY212" fmla="*/ 476760 h 576230"/>
                <a:gd name="connsiteX213" fmla="*/ 2074712 w 2912392"/>
                <a:gd name="connsiteY213" fmla="*/ 474318 h 576230"/>
                <a:gd name="connsiteX214" fmla="*/ 2084456 w 2912392"/>
                <a:gd name="connsiteY214" fmla="*/ 471867 h 576230"/>
                <a:gd name="connsiteX215" fmla="*/ 2094200 w 2912392"/>
                <a:gd name="connsiteY215" fmla="*/ 469412 h 576230"/>
                <a:gd name="connsiteX216" fmla="*/ 2103944 w 2912392"/>
                <a:gd name="connsiteY216" fmla="*/ 466958 h 576230"/>
                <a:gd name="connsiteX217" fmla="*/ 2113673 w 2912392"/>
                <a:gd name="connsiteY217" fmla="*/ 464512 h 576230"/>
                <a:gd name="connsiteX218" fmla="*/ 2123417 w 2912392"/>
                <a:gd name="connsiteY218" fmla="*/ 462080 h 576230"/>
                <a:gd name="connsiteX219" fmla="*/ 2133161 w 2912392"/>
                <a:gd name="connsiteY219" fmla="*/ 459666 h 576230"/>
                <a:gd name="connsiteX220" fmla="*/ 2142905 w 2912392"/>
                <a:gd name="connsiteY220" fmla="*/ 457281 h 576230"/>
                <a:gd name="connsiteX221" fmla="*/ 2152649 w 2912392"/>
                <a:gd name="connsiteY221" fmla="*/ 454926 h 576230"/>
                <a:gd name="connsiteX222" fmla="*/ 2162377 w 2912392"/>
                <a:gd name="connsiteY222" fmla="*/ 452610 h 576230"/>
                <a:gd name="connsiteX223" fmla="*/ 2172121 w 2912392"/>
                <a:gd name="connsiteY223" fmla="*/ 450338 h 576230"/>
                <a:gd name="connsiteX224" fmla="*/ 2181865 w 2912392"/>
                <a:gd name="connsiteY224" fmla="*/ 448118 h 576230"/>
                <a:gd name="connsiteX225" fmla="*/ 2191609 w 2912392"/>
                <a:gd name="connsiteY225" fmla="*/ 445956 h 576230"/>
                <a:gd name="connsiteX226" fmla="*/ 2201338 w 2912392"/>
                <a:gd name="connsiteY226" fmla="*/ 443857 h 576230"/>
                <a:gd name="connsiteX227" fmla="*/ 2211082 w 2912392"/>
                <a:gd name="connsiteY227" fmla="*/ 441829 h 576230"/>
                <a:gd name="connsiteX228" fmla="*/ 2220826 w 2912392"/>
                <a:gd name="connsiteY228" fmla="*/ 439876 h 576230"/>
                <a:gd name="connsiteX229" fmla="*/ 2230570 w 2912392"/>
                <a:gd name="connsiteY229" fmla="*/ 438008 h 576230"/>
                <a:gd name="connsiteX230" fmla="*/ 2240299 w 2912392"/>
                <a:gd name="connsiteY230" fmla="*/ 436227 h 576230"/>
                <a:gd name="connsiteX231" fmla="*/ 2250043 w 2912392"/>
                <a:gd name="connsiteY231" fmla="*/ 434541 h 576230"/>
                <a:gd name="connsiteX232" fmla="*/ 2259787 w 2912392"/>
                <a:gd name="connsiteY232" fmla="*/ 432957 h 576230"/>
                <a:gd name="connsiteX233" fmla="*/ 2269531 w 2912392"/>
                <a:gd name="connsiteY233" fmla="*/ 431479 h 576230"/>
                <a:gd name="connsiteX234" fmla="*/ 2279260 w 2912392"/>
                <a:gd name="connsiteY234" fmla="*/ 430113 h 576230"/>
                <a:gd name="connsiteX235" fmla="*/ 2289004 w 2912392"/>
                <a:gd name="connsiteY235" fmla="*/ 428863 h 576230"/>
                <a:gd name="connsiteX236" fmla="*/ 2298748 w 2912392"/>
                <a:gd name="connsiteY236" fmla="*/ 427736 h 576230"/>
                <a:gd name="connsiteX237" fmla="*/ 2308492 w 2912392"/>
                <a:gd name="connsiteY237" fmla="*/ 426738 h 576230"/>
                <a:gd name="connsiteX238" fmla="*/ 2318236 w 2912392"/>
                <a:gd name="connsiteY238" fmla="*/ 425871 h 576230"/>
                <a:gd name="connsiteX239" fmla="*/ 2327965 w 2912392"/>
                <a:gd name="connsiteY239" fmla="*/ 425141 h 576230"/>
                <a:gd name="connsiteX240" fmla="*/ 2337709 w 2912392"/>
                <a:gd name="connsiteY240" fmla="*/ 424551 h 576230"/>
                <a:gd name="connsiteX241" fmla="*/ 2347453 w 2912392"/>
                <a:gd name="connsiteY241" fmla="*/ 424106 h 576230"/>
                <a:gd name="connsiteX242" fmla="*/ 2357197 w 2912392"/>
                <a:gd name="connsiteY242" fmla="*/ 423808 h 576230"/>
                <a:gd name="connsiteX243" fmla="*/ 2366926 w 2912392"/>
                <a:gd name="connsiteY243" fmla="*/ 423660 h 576230"/>
                <a:gd name="connsiteX244" fmla="*/ 2376670 w 2912392"/>
                <a:gd name="connsiteY244" fmla="*/ 423666 h 576230"/>
                <a:gd name="connsiteX245" fmla="*/ 2386413 w 2912392"/>
                <a:gd name="connsiteY245" fmla="*/ 423827 h 576230"/>
                <a:gd name="connsiteX246" fmla="*/ 2396157 w 2912392"/>
                <a:gd name="connsiteY246" fmla="*/ 424146 h 576230"/>
                <a:gd name="connsiteX247" fmla="*/ 2405886 w 2912392"/>
                <a:gd name="connsiteY247" fmla="*/ 424622 h 576230"/>
                <a:gd name="connsiteX248" fmla="*/ 2415630 w 2912392"/>
                <a:gd name="connsiteY248" fmla="*/ 425260 h 576230"/>
                <a:gd name="connsiteX249" fmla="*/ 2425374 w 2912392"/>
                <a:gd name="connsiteY249" fmla="*/ 426057 h 576230"/>
                <a:gd name="connsiteX250" fmla="*/ 2435118 w 2912392"/>
                <a:gd name="connsiteY250" fmla="*/ 427015 h 576230"/>
                <a:gd name="connsiteX251" fmla="*/ 2444862 w 2912392"/>
                <a:gd name="connsiteY251" fmla="*/ 428134 h 576230"/>
                <a:gd name="connsiteX252" fmla="*/ 2454591 w 2912392"/>
                <a:gd name="connsiteY252" fmla="*/ 429411 h 576230"/>
                <a:gd name="connsiteX253" fmla="*/ 2464335 w 2912392"/>
                <a:gd name="connsiteY253" fmla="*/ 430846 h 576230"/>
                <a:gd name="connsiteX254" fmla="*/ 2474079 w 2912392"/>
                <a:gd name="connsiteY254" fmla="*/ 432436 h 576230"/>
                <a:gd name="connsiteX255" fmla="*/ 2483823 w 2912392"/>
                <a:gd name="connsiteY255" fmla="*/ 434180 h 576230"/>
                <a:gd name="connsiteX256" fmla="*/ 2493552 w 2912392"/>
                <a:gd name="connsiteY256" fmla="*/ 436074 h 576230"/>
                <a:gd name="connsiteX257" fmla="*/ 2503296 w 2912392"/>
                <a:gd name="connsiteY257" fmla="*/ 438116 h 576230"/>
                <a:gd name="connsiteX258" fmla="*/ 2513040 w 2912392"/>
                <a:gd name="connsiteY258" fmla="*/ 440301 h 576230"/>
                <a:gd name="connsiteX259" fmla="*/ 2522784 w 2912392"/>
                <a:gd name="connsiteY259" fmla="*/ 442623 h 576230"/>
                <a:gd name="connsiteX260" fmla="*/ 2532513 w 2912392"/>
                <a:gd name="connsiteY260" fmla="*/ 445082 h 576230"/>
                <a:gd name="connsiteX261" fmla="*/ 2542257 w 2912392"/>
                <a:gd name="connsiteY261" fmla="*/ 447667 h 576230"/>
                <a:gd name="connsiteX262" fmla="*/ 2552001 w 2912392"/>
                <a:gd name="connsiteY262" fmla="*/ 450375 h 576230"/>
                <a:gd name="connsiteX263" fmla="*/ 2561745 w 2912392"/>
                <a:gd name="connsiteY263" fmla="*/ 453200 h 576230"/>
                <a:gd name="connsiteX264" fmla="*/ 2571474 w 2912392"/>
                <a:gd name="connsiteY264" fmla="*/ 456135 h 576230"/>
                <a:gd name="connsiteX265" fmla="*/ 2581218 w 2912392"/>
                <a:gd name="connsiteY265" fmla="*/ 459170 h 576230"/>
                <a:gd name="connsiteX266" fmla="*/ 2590962 w 2912392"/>
                <a:gd name="connsiteY266" fmla="*/ 462302 h 576230"/>
                <a:gd name="connsiteX267" fmla="*/ 2600705 w 2912392"/>
                <a:gd name="connsiteY267" fmla="*/ 465519 h 576230"/>
                <a:gd name="connsiteX268" fmla="*/ 2610449 w 2912392"/>
                <a:gd name="connsiteY268" fmla="*/ 468813 h 576230"/>
                <a:gd name="connsiteX269" fmla="*/ 2620178 w 2912392"/>
                <a:gd name="connsiteY269" fmla="*/ 472177 h 576230"/>
                <a:gd name="connsiteX270" fmla="*/ 2629922 w 2912392"/>
                <a:gd name="connsiteY270" fmla="*/ 475599 h 576230"/>
                <a:gd name="connsiteX271" fmla="*/ 2639666 w 2912392"/>
                <a:gd name="connsiteY271" fmla="*/ 479072 h 576230"/>
                <a:gd name="connsiteX272" fmla="*/ 2649410 w 2912392"/>
                <a:gd name="connsiteY272" fmla="*/ 482585 h 576230"/>
                <a:gd name="connsiteX273" fmla="*/ 2659139 w 2912392"/>
                <a:gd name="connsiteY273" fmla="*/ 486128 h 576230"/>
                <a:gd name="connsiteX274" fmla="*/ 2668883 w 2912392"/>
                <a:gd name="connsiteY274" fmla="*/ 489691 h 576230"/>
                <a:gd name="connsiteX275" fmla="*/ 2678627 w 2912392"/>
                <a:gd name="connsiteY275" fmla="*/ 493262 h 576230"/>
                <a:gd name="connsiteX276" fmla="*/ 2688371 w 2912392"/>
                <a:gd name="connsiteY276" fmla="*/ 496830 h 576230"/>
                <a:gd name="connsiteX277" fmla="*/ 2698100 w 2912392"/>
                <a:gd name="connsiteY277" fmla="*/ 500387 h 576230"/>
                <a:gd name="connsiteX278" fmla="*/ 2707844 w 2912392"/>
                <a:gd name="connsiteY278" fmla="*/ 503918 h 576230"/>
                <a:gd name="connsiteX279" fmla="*/ 2717588 w 2912392"/>
                <a:gd name="connsiteY279" fmla="*/ 507415 h 576230"/>
                <a:gd name="connsiteX280" fmla="*/ 2727332 w 2912392"/>
                <a:gd name="connsiteY280" fmla="*/ 510864 h 576230"/>
                <a:gd name="connsiteX281" fmla="*/ 2737076 w 2912392"/>
                <a:gd name="connsiteY281" fmla="*/ 514255 h 576230"/>
                <a:gd name="connsiteX282" fmla="*/ 2746805 w 2912392"/>
                <a:gd name="connsiteY282" fmla="*/ 517576 h 576230"/>
                <a:gd name="connsiteX283" fmla="*/ 2756549 w 2912392"/>
                <a:gd name="connsiteY283" fmla="*/ 520818 h 576230"/>
                <a:gd name="connsiteX284" fmla="*/ 2766293 w 2912392"/>
                <a:gd name="connsiteY284" fmla="*/ 523967 h 576230"/>
                <a:gd name="connsiteX285" fmla="*/ 2776037 w 2912392"/>
                <a:gd name="connsiteY285" fmla="*/ 527014 h 576230"/>
                <a:gd name="connsiteX286" fmla="*/ 2785766 w 2912392"/>
                <a:gd name="connsiteY286" fmla="*/ 529948 h 576230"/>
                <a:gd name="connsiteX287" fmla="*/ 2795510 w 2912392"/>
                <a:gd name="connsiteY287" fmla="*/ 532756 h 576230"/>
                <a:gd name="connsiteX288" fmla="*/ 2805254 w 2912392"/>
                <a:gd name="connsiteY288" fmla="*/ 535431 h 576230"/>
                <a:gd name="connsiteX289" fmla="*/ 2814998 w 2912392"/>
                <a:gd name="connsiteY289" fmla="*/ 537961 h 576230"/>
                <a:gd name="connsiteX290" fmla="*/ 2824727 w 2912392"/>
                <a:gd name="connsiteY290" fmla="*/ 540337 h 576230"/>
                <a:gd name="connsiteX291" fmla="*/ 2834471 w 2912392"/>
                <a:gd name="connsiteY291" fmla="*/ 542549 h 576230"/>
                <a:gd name="connsiteX292" fmla="*/ 2844215 w 2912392"/>
                <a:gd name="connsiteY292" fmla="*/ 544588 h 576230"/>
                <a:gd name="connsiteX293" fmla="*/ 2853958 w 2912392"/>
                <a:gd name="connsiteY293" fmla="*/ 546445 h 576230"/>
                <a:gd name="connsiteX294" fmla="*/ 2863687 w 2912392"/>
                <a:gd name="connsiteY294" fmla="*/ 548114 h 576230"/>
                <a:gd name="connsiteX295" fmla="*/ 2873431 w 2912392"/>
                <a:gd name="connsiteY295" fmla="*/ 549585 h 576230"/>
                <a:gd name="connsiteX296" fmla="*/ 2883175 w 2912392"/>
                <a:gd name="connsiteY296" fmla="*/ 550851 h 576230"/>
                <a:gd name="connsiteX297" fmla="*/ 2892919 w 2912392"/>
                <a:gd name="connsiteY297" fmla="*/ 551907 h 576230"/>
                <a:gd name="connsiteX298" fmla="*/ 2902663 w 2912392"/>
                <a:gd name="connsiteY298" fmla="*/ 552746 h 576230"/>
                <a:gd name="connsiteX299" fmla="*/ 2912392 w 2912392"/>
                <a:gd name="connsiteY299" fmla="*/ 553363 h 57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76230">
                  <a:moveTo>
                    <a:pt x="0" y="0"/>
                  </a:moveTo>
                  <a:lnTo>
                    <a:pt x="9739" y="7604"/>
                  </a:lnTo>
                  <a:lnTo>
                    <a:pt x="19480" y="15370"/>
                  </a:lnTo>
                  <a:lnTo>
                    <a:pt x="29221" y="23290"/>
                  </a:lnTo>
                  <a:lnTo>
                    <a:pt x="38961" y="31353"/>
                  </a:lnTo>
                  <a:lnTo>
                    <a:pt x="48702" y="39552"/>
                  </a:lnTo>
                  <a:lnTo>
                    <a:pt x="58443" y="47876"/>
                  </a:lnTo>
                  <a:lnTo>
                    <a:pt x="68182" y="56318"/>
                  </a:lnTo>
                  <a:lnTo>
                    <a:pt x="77923" y="64869"/>
                  </a:lnTo>
                  <a:lnTo>
                    <a:pt x="87664" y="73518"/>
                  </a:lnTo>
                  <a:lnTo>
                    <a:pt x="97404" y="82257"/>
                  </a:lnTo>
                  <a:lnTo>
                    <a:pt x="107145" y="91077"/>
                  </a:lnTo>
                  <a:lnTo>
                    <a:pt x="116886" y="99969"/>
                  </a:lnTo>
                  <a:lnTo>
                    <a:pt x="126625" y="108925"/>
                  </a:lnTo>
                  <a:lnTo>
                    <a:pt x="136366" y="117934"/>
                  </a:lnTo>
                  <a:lnTo>
                    <a:pt x="146107" y="126990"/>
                  </a:lnTo>
                  <a:lnTo>
                    <a:pt x="155846" y="136083"/>
                  </a:lnTo>
                  <a:lnTo>
                    <a:pt x="165587" y="145204"/>
                  </a:lnTo>
                  <a:lnTo>
                    <a:pt x="175328" y="154346"/>
                  </a:lnTo>
                  <a:lnTo>
                    <a:pt x="185068" y="163501"/>
                  </a:lnTo>
                  <a:lnTo>
                    <a:pt x="194809" y="172661"/>
                  </a:lnTo>
                  <a:lnTo>
                    <a:pt x="204550" y="181818"/>
                  </a:lnTo>
                  <a:lnTo>
                    <a:pt x="214289" y="190966"/>
                  </a:lnTo>
                  <a:lnTo>
                    <a:pt x="224030" y="200096"/>
                  </a:lnTo>
                  <a:lnTo>
                    <a:pt x="233771" y="209201"/>
                  </a:lnTo>
                  <a:lnTo>
                    <a:pt x="243510" y="218276"/>
                  </a:lnTo>
                  <a:lnTo>
                    <a:pt x="253251" y="227314"/>
                  </a:lnTo>
                  <a:lnTo>
                    <a:pt x="262992" y="236308"/>
                  </a:lnTo>
                  <a:lnTo>
                    <a:pt x="272732" y="245252"/>
                  </a:lnTo>
                  <a:lnTo>
                    <a:pt x="282473" y="254141"/>
                  </a:lnTo>
                  <a:lnTo>
                    <a:pt x="292214" y="262969"/>
                  </a:lnTo>
                  <a:lnTo>
                    <a:pt x="301953" y="271729"/>
                  </a:lnTo>
                  <a:lnTo>
                    <a:pt x="311694" y="280418"/>
                  </a:lnTo>
                  <a:lnTo>
                    <a:pt x="321435" y="289031"/>
                  </a:lnTo>
                  <a:lnTo>
                    <a:pt x="331175" y="297564"/>
                  </a:lnTo>
                  <a:lnTo>
                    <a:pt x="340916" y="306012"/>
                  </a:lnTo>
                  <a:lnTo>
                    <a:pt x="350656" y="314370"/>
                  </a:lnTo>
                  <a:lnTo>
                    <a:pt x="360396" y="322634"/>
                  </a:lnTo>
                  <a:lnTo>
                    <a:pt x="370137" y="330802"/>
                  </a:lnTo>
                  <a:lnTo>
                    <a:pt x="379878" y="338868"/>
                  </a:lnTo>
                  <a:lnTo>
                    <a:pt x="389617" y="346830"/>
                  </a:lnTo>
                  <a:lnTo>
                    <a:pt x="399358" y="354687"/>
                  </a:lnTo>
                  <a:lnTo>
                    <a:pt x="409099" y="362433"/>
                  </a:lnTo>
                  <a:lnTo>
                    <a:pt x="418839" y="370064"/>
                  </a:lnTo>
                  <a:lnTo>
                    <a:pt x="428580" y="377580"/>
                  </a:lnTo>
                  <a:lnTo>
                    <a:pt x="438321" y="384979"/>
                  </a:lnTo>
                  <a:lnTo>
                    <a:pt x="448060" y="392257"/>
                  </a:lnTo>
                  <a:lnTo>
                    <a:pt x="457801" y="399413"/>
                  </a:lnTo>
                  <a:lnTo>
                    <a:pt x="467542" y="406444"/>
                  </a:lnTo>
                  <a:lnTo>
                    <a:pt x="477281" y="413347"/>
                  </a:lnTo>
                  <a:lnTo>
                    <a:pt x="487022" y="420123"/>
                  </a:lnTo>
                  <a:lnTo>
                    <a:pt x="496763" y="426766"/>
                  </a:lnTo>
                  <a:lnTo>
                    <a:pt x="506503" y="433279"/>
                  </a:lnTo>
                  <a:lnTo>
                    <a:pt x="516244" y="439657"/>
                  </a:lnTo>
                  <a:lnTo>
                    <a:pt x="525985" y="445900"/>
                  </a:lnTo>
                  <a:lnTo>
                    <a:pt x="535724" y="452007"/>
                  </a:lnTo>
                  <a:lnTo>
                    <a:pt x="545465" y="457974"/>
                  </a:lnTo>
                  <a:lnTo>
                    <a:pt x="555206" y="463802"/>
                  </a:lnTo>
                  <a:lnTo>
                    <a:pt x="564946" y="469491"/>
                  </a:lnTo>
                  <a:lnTo>
                    <a:pt x="574687" y="475036"/>
                  </a:lnTo>
                  <a:lnTo>
                    <a:pt x="584428" y="480439"/>
                  </a:lnTo>
                  <a:lnTo>
                    <a:pt x="594167" y="485696"/>
                  </a:lnTo>
                  <a:lnTo>
                    <a:pt x="603908" y="490810"/>
                  </a:lnTo>
                  <a:lnTo>
                    <a:pt x="613649" y="495777"/>
                  </a:lnTo>
                  <a:lnTo>
                    <a:pt x="623388" y="500597"/>
                  </a:lnTo>
                  <a:lnTo>
                    <a:pt x="633129" y="505269"/>
                  </a:lnTo>
                  <a:lnTo>
                    <a:pt x="642870" y="509792"/>
                  </a:lnTo>
                  <a:lnTo>
                    <a:pt x="652610" y="514167"/>
                  </a:lnTo>
                  <a:lnTo>
                    <a:pt x="662351" y="518391"/>
                  </a:lnTo>
                  <a:lnTo>
                    <a:pt x="672092" y="522464"/>
                  </a:lnTo>
                  <a:lnTo>
                    <a:pt x="681831" y="526386"/>
                  </a:lnTo>
                  <a:lnTo>
                    <a:pt x="691572" y="530156"/>
                  </a:lnTo>
                  <a:lnTo>
                    <a:pt x="701313" y="533774"/>
                  </a:lnTo>
                  <a:lnTo>
                    <a:pt x="711052" y="537239"/>
                  </a:lnTo>
                  <a:lnTo>
                    <a:pt x="720793" y="540553"/>
                  </a:lnTo>
                  <a:lnTo>
                    <a:pt x="730534" y="543714"/>
                  </a:lnTo>
                  <a:lnTo>
                    <a:pt x="740274" y="546723"/>
                  </a:lnTo>
                  <a:lnTo>
                    <a:pt x="750015" y="549579"/>
                  </a:lnTo>
                  <a:lnTo>
                    <a:pt x="759756" y="552283"/>
                  </a:lnTo>
                  <a:lnTo>
                    <a:pt x="769495" y="554835"/>
                  </a:lnTo>
                  <a:lnTo>
                    <a:pt x="779236" y="557235"/>
                  </a:lnTo>
                  <a:lnTo>
                    <a:pt x="788977" y="559487"/>
                  </a:lnTo>
                  <a:lnTo>
                    <a:pt x="798717" y="561587"/>
                  </a:lnTo>
                  <a:lnTo>
                    <a:pt x="808458" y="563539"/>
                  </a:lnTo>
                  <a:lnTo>
                    <a:pt x="818199" y="565345"/>
                  </a:lnTo>
                  <a:lnTo>
                    <a:pt x="827938" y="567003"/>
                  </a:lnTo>
                  <a:lnTo>
                    <a:pt x="837679" y="568517"/>
                  </a:lnTo>
                  <a:lnTo>
                    <a:pt x="847420" y="569888"/>
                  </a:lnTo>
                  <a:lnTo>
                    <a:pt x="857159" y="571117"/>
                  </a:lnTo>
                  <a:lnTo>
                    <a:pt x="866900" y="572207"/>
                  </a:lnTo>
                  <a:lnTo>
                    <a:pt x="876641" y="573162"/>
                  </a:lnTo>
                  <a:lnTo>
                    <a:pt x="886381" y="573980"/>
                  </a:lnTo>
                  <a:lnTo>
                    <a:pt x="896122" y="574669"/>
                  </a:lnTo>
                  <a:lnTo>
                    <a:pt x="905863" y="575226"/>
                  </a:lnTo>
                  <a:lnTo>
                    <a:pt x="915602" y="575658"/>
                  </a:lnTo>
                  <a:lnTo>
                    <a:pt x="925343" y="575968"/>
                  </a:lnTo>
                  <a:lnTo>
                    <a:pt x="935084" y="576157"/>
                  </a:lnTo>
                  <a:lnTo>
                    <a:pt x="944824" y="576230"/>
                  </a:lnTo>
                  <a:lnTo>
                    <a:pt x="954564" y="576191"/>
                  </a:lnTo>
                  <a:lnTo>
                    <a:pt x="964305" y="576044"/>
                  </a:lnTo>
                  <a:lnTo>
                    <a:pt x="974045" y="575792"/>
                  </a:lnTo>
                  <a:lnTo>
                    <a:pt x="983786" y="575440"/>
                  </a:lnTo>
                  <a:lnTo>
                    <a:pt x="993522" y="574992"/>
                  </a:lnTo>
                  <a:lnTo>
                    <a:pt x="1003266" y="574453"/>
                  </a:lnTo>
                  <a:lnTo>
                    <a:pt x="1013010" y="573827"/>
                  </a:lnTo>
                  <a:lnTo>
                    <a:pt x="1022754" y="573119"/>
                  </a:lnTo>
                  <a:lnTo>
                    <a:pt x="1032483" y="572334"/>
                  </a:lnTo>
                  <a:lnTo>
                    <a:pt x="1042227" y="571476"/>
                  </a:lnTo>
                  <a:lnTo>
                    <a:pt x="1051971" y="570552"/>
                  </a:lnTo>
                  <a:lnTo>
                    <a:pt x="1061715" y="569566"/>
                  </a:lnTo>
                  <a:lnTo>
                    <a:pt x="1071444" y="568523"/>
                  </a:lnTo>
                  <a:lnTo>
                    <a:pt x="1081188" y="567428"/>
                  </a:lnTo>
                  <a:lnTo>
                    <a:pt x="1090932" y="566286"/>
                  </a:lnTo>
                  <a:lnTo>
                    <a:pt x="1100676" y="565104"/>
                  </a:lnTo>
                  <a:lnTo>
                    <a:pt x="1110405" y="563886"/>
                  </a:lnTo>
                  <a:lnTo>
                    <a:pt x="1120149" y="562636"/>
                  </a:lnTo>
                  <a:lnTo>
                    <a:pt x="1129893" y="561362"/>
                  </a:lnTo>
                  <a:lnTo>
                    <a:pt x="1139637" y="560068"/>
                  </a:lnTo>
                  <a:lnTo>
                    <a:pt x="1149381" y="558758"/>
                  </a:lnTo>
                  <a:lnTo>
                    <a:pt x="1159110" y="557438"/>
                  </a:lnTo>
                  <a:lnTo>
                    <a:pt x="1168854" y="556113"/>
                  </a:lnTo>
                  <a:lnTo>
                    <a:pt x="1178598" y="554787"/>
                  </a:lnTo>
                  <a:lnTo>
                    <a:pt x="1188341" y="553464"/>
                  </a:lnTo>
                  <a:lnTo>
                    <a:pt x="1198070" y="552152"/>
                  </a:lnTo>
                  <a:lnTo>
                    <a:pt x="1207814" y="550851"/>
                  </a:lnTo>
                  <a:lnTo>
                    <a:pt x="1217558" y="549568"/>
                  </a:lnTo>
                  <a:lnTo>
                    <a:pt x="1227302" y="548306"/>
                  </a:lnTo>
                  <a:lnTo>
                    <a:pt x="1237031" y="547070"/>
                  </a:lnTo>
                  <a:lnTo>
                    <a:pt x="1246775" y="545862"/>
                  </a:lnTo>
                  <a:lnTo>
                    <a:pt x="1256519" y="544684"/>
                  </a:lnTo>
                  <a:lnTo>
                    <a:pt x="1266263" y="543542"/>
                  </a:lnTo>
                  <a:lnTo>
                    <a:pt x="1276007" y="542438"/>
                  </a:lnTo>
                  <a:lnTo>
                    <a:pt x="1285736" y="541374"/>
                  </a:lnTo>
                  <a:lnTo>
                    <a:pt x="1295480" y="540353"/>
                  </a:lnTo>
                  <a:lnTo>
                    <a:pt x="1305224" y="539377"/>
                  </a:lnTo>
                  <a:lnTo>
                    <a:pt x="1314968" y="538448"/>
                  </a:lnTo>
                  <a:lnTo>
                    <a:pt x="1324697" y="537567"/>
                  </a:lnTo>
                  <a:lnTo>
                    <a:pt x="1334441" y="536734"/>
                  </a:lnTo>
                  <a:lnTo>
                    <a:pt x="1344185" y="535954"/>
                  </a:lnTo>
                  <a:lnTo>
                    <a:pt x="1353929" y="535225"/>
                  </a:lnTo>
                  <a:lnTo>
                    <a:pt x="1363658" y="534547"/>
                  </a:lnTo>
                  <a:lnTo>
                    <a:pt x="1373402" y="533921"/>
                  </a:lnTo>
                  <a:lnTo>
                    <a:pt x="1383146" y="533348"/>
                  </a:lnTo>
                  <a:lnTo>
                    <a:pt x="1392890" y="532825"/>
                  </a:lnTo>
                  <a:lnTo>
                    <a:pt x="1402619" y="532354"/>
                  </a:lnTo>
                  <a:lnTo>
                    <a:pt x="1412363" y="531932"/>
                  </a:lnTo>
                  <a:lnTo>
                    <a:pt x="1422106" y="531560"/>
                  </a:lnTo>
                  <a:lnTo>
                    <a:pt x="1431850" y="531234"/>
                  </a:lnTo>
                  <a:lnTo>
                    <a:pt x="1441594" y="530955"/>
                  </a:lnTo>
                  <a:lnTo>
                    <a:pt x="1451323" y="530720"/>
                  </a:lnTo>
                  <a:lnTo>
                    <a:pt x="1461067" y="530526"/>
                  </a:lnTo>
                  <a:lnTo>
                    <a:pt x="1470811" y="530371"/>
                  </a:lnTo>
                  <a:lnTo>
                    <a:pt x="1480555" y="530255"/>
                  </a:lnTo>
                  <a:lnTo>
                    <a:pt x="1490284" y="530171"/>
                  </a:lnTo>
                  <a:lnTo>
                    <a:pt x="1500028" y="530121"/>
                  </a:lnTo>
                  <a:lnTo>
                    <a:pt x="1509772" y="530097"/>
                  </a:lnTo>
                  <a:lnTo>
                    <a:pt x="1519516" y="530100"/>
                  </a:lnTo>
                  <a:lnTo>
                    <a:pt x="1529245" y="530124"/>
                  </a:lnTo>
                  <a:lnTo>
                    <a:pt x="1538989" y="530167"/>
                  </a:lnTo>
                  <a:lnTo>
                    <a:pt x="1548733" y="530225"/>
                  </a:lnTo>
                  <a:lnTo>
                    <a:pt x="1558477" y="530294"/>
                  </a:lnTo>
                  <a:lnTo>
                    <a:pt x="1568221" y="530370"/>
                  </a:lnTo>
                  <a:lnTo>
                    <a:pt x="1577950" y="530450"/>
                  </a:lnTo>
                  <a:lnTo>
                    <a:pt x="1587694" y="530530"/>
                  </a:lnTo>
                  <a:lnTo>
                    <a:pt x="1597438" y="530606"/>
                  </a:lnTo>
                  <a:lnTo>
                    <a:pt x="1607182" y="530675"/>
                  </a:lnTo>
                  <a:lnTo>
                    <a:pt x="1616911" y="530730"/>
                  </a:lnTo>
                  <a:lnTo>
                    <a:pt x="1626655" y="530770"/>
                  </a:lnTo>
                  <a:lnTo>
                    <a:pt x="1636399" y="530791"/>
                  </a:lnTo>
                  <a:lnTo>
                    <a:pt x="1646142" y="530788"/>
                  </a:lnTo>
                  <a:lnTo>
                    <a:pt x="1655872" y="530758"/>
                  </a:lnTo>
                  <a:lnTo>
                    <a:pt x="1665616" y="530697"/>
                  </a:lnTo>
                  <a:lnTo>
                    <a:pt x="1675359" y="530602"/>
                  </a:lnTo>
                  <a:lnTo>
                    <a:pt x="1685103" y="530466"/>
                  </a:lnTo>
                  <a:lnTo>
                    <a:pt x="1694832" y="530291"/>
                  </a:lnTo>
                  <a:lnTo>
                    <a:pt x="1704576" y="530070"/>
                  </a:lnTo>
                  <a:lnTo>
                    <a:pt x="1714320" y="529800"/>
                  </a:lnTo>
                  <a:lnTo>
                    <a:pt x="1724064" y="529479"/>
                  </a:lnTo>
                  <a:lnTo>
                    <a:pt x="1733808" y="529103"/>
                  </a:lnTo>
                  <a:lnTo>
                    <a:pt x="1743537" y="528670"/>
                  </a:lnTo>
                  <a:lnTo>
                    <a:pt x="1753281" y="528176"/>
                  </a:lnTo>
                  <a:lnTo>
                    <a:pt x="1763025" y="527622"/>
                  </a:lnTo>
                  <a:lnTo>
                    <a:pt x="1772769" y="527002"/>
                  </a:lnTo>
                  <a:lnTo>
                    <a:pt x="1782498" y="526317"/>
                  </a:lnTo>
                  <a:lnTo>
                    <a:pt x="1792242" y="525562"/>
                  </a:lnTo>
                  <a:lnTo>
                    <a:pt x="1801986" y="524738"/>
                  </a:lnTo>
                  <a:lnTo>
                    <a:pt x="1811730" y="523841"/>
                  </a:lnTo>
                  <a:lnTo>
                    <a:pt x="1821459" y="522872"/>
                  </a:lnTo>
                  <a:lnTo>
                    <a:pt x="1831203" y="521831"/>
                  </a:lnTo>
                  <a:lnTo>
                    <a:pt x="1840947" y="520713"/>
                  </a:lnTo>
                  <a:lnTo>
                    <a:pt x="1850691" y="519523"/>
                  </a:lnTo>
                  <a:lnTo>
                    <a:pt x="1860435" y="518257"/>
                  </a:lnTo>
                  <a:lnTo>
                    <a:pt x="1870164" y="516916"/>
                  </a:lnTo>
                  <a:lnTo>
                    <a:pt x="1879908" y="515500"/>
                  </a:lnTo>
                  <a:lnTo>
                    <a:pt x="1889652" y="514010"/>
                  </a:lnTo>
                  <a:lnTo>
                    <a:pt x="1899395" y="512448"/>
                  </a:lnTo>
                  <a:lnTo>
                    <a:pt x="1909124" y="510813"/>
                  </a:lnTo>
                  <a:lnTo>
                    <a:pt x="1918868" y="509107"/>
                  </a:lnTo>
                  <a:lnTo>
                    <a:pt x="1928612" y="507333"/>
                  </a:lnTo>
                  <a:lnTo>
                    <a:pt x="1938356" y="505491"/>
                  </a:lnTo>
                  <a:lnTo>
                    <a:pt x="1948085" y="503584"/>
                  </a:lnTo>
                  <a:lnTo>
                    <a:pt x="1957829" y="501614"/>
                  </a:lnTo>
                  <a:lnTo>
                    <a:pt x="1967573" y="499585"/>
                  </a:lnTo>
                  <a:lnTo>
                    <a:pt x="1977317" y="497499"/>
                  </a:lnTo>
                  <a:lnTo>
                    <a:pt x="1987046" y="495358"/>
                  </a:lnTo>
                  <a:lnTo>
                    <a:pt x="1996790" y="493168"/>
                  </a:lnTo>
                  <a:lnTo>
                    <a:pt x="2006534" y="490930"/>
                  </a:lnTo>
                  <a:lnTo>
                    <a:pt x="2016278" y="488651"/>
                  </a:lnTo>
                  <a:lnTo>
                    <a:pt x="2026022" y="486331"/>
                  </a:lnTo>
                  <a:lnTo>
                    <a:pt x="2035751" y="483979"/>
                  </a:lnTo>
                  <a:lnTo>
                    <a:pt x="2045495" y="481596"/>
                  </a:lnTo>
                  <a:lnTo>
                    <a:pt x="2055239" y="479189"/>
                  </a:lnTo>
                  <a:lnTo>
                    <a:pt x="2064983" y="476760"/>
                  </a:lnTo>
                  <a:lnTo>
                    <a:pt x="2074712" y="474318"/>
                  </a:lnTo>
                  <a:lnTo>
                    <a:pt x="2084456" y="471867"/>
                  </a:lnTo>
                  <a:lnTo>
                    <a:pt x="2094200" y="469412"/>
                  </a:lnTo>
                  <a:lnTo>
                    <a:pt x="2103944" y="466958"/>
                  </a:lnTo>
                  <a:lnTo>
                    <a:pt x="2113673" y="464512"/>
                  </a:lnTo>
                  <a:lnTo>
                    <a:pt x="2123417" y="462080"/>
                  </a:lnTo>
                  <a:lnTo>
                    <a:pt x="2133161" y="459666"/>
                  </a:lnTo>
                  <a:lnTo>
                    <a:pt x="2142905" y="457281"/>
                  </a:lnTo>
                  <a:lnTo>
                    <a:pt x="2152649" y="454926"/>
                  </a:lnTo>
                  <a:lnTo>
                    <a:pt x="2162377" y="452610"/>
                  </a:lnTo>
                  <a:lnTo>
                    <a:pt x="2172121" y="450338"/>
                  </a:lnTo>
                  <a:lnTo>
                    <a:pt x="2181865" y="448118"/>
                  </a:lnTo>
                  <a:lnTo>
                    <a:pt x="2191609" y="445956"/>
                  </a:lnTo>
                  <a:lnTo>
                    <a:pt x="2201338" y="443857"/>
                  </a:lnTo>
                  <a:lnTo>
                    <a:pt x="2211082" y="441829"/>
                  </a:lnTo>
                  <a:lnTo>
                    <a:pt x="2220826" y="439876"/>
                  </a:lnTo>
                  <a:lnTo>
                    <a:pt x="2230570" y="438008"/>
                  </a:lnTo>
                  <a:lnTo>
                    <a:pt x="2240299" y="436227"/>
                  </a:lnTo>
                  <a:lnTo>
                    <a:pt x="2250043" y="434541"/>
                  </a:lnTo>
                  <a:lnTo>
                    <a:pt x="2259787" y="432957"/>
                  </a:lnTo>
                  <a:lnTo>
                    <a:pt x="2269531" y="431479"/>
                  </a:lnTo>
                  <a:lnTo>
                    <a:pt x="2279260" y="430113"/>
                  </a:lnTo>
                  <a:lnTo>
                    <a:pt x="2289004" y="428863"/>
                  </a:lnTo>
                  <a:lnTo>
                    <a:pt x="2298748" y="427736"/>
                  </a:lnTo>
                  <a:lnTo>
                    <a:pt x="2308492" y="426738"/>
                  </a:lnTo>
                  <a:lnTo>
                    <a:pt x="2318236" y="425871"/>
                  </a:lnTo>
                  <a:lnTo>
                    <a:pt x="2327965" y="425141"/>
                  </a:lnTo>
                  <a:lnTo>
                    <a:pt x="2337709" y="424551"/>
                  </a:lnTo>
                  <a:lnTo>
                    <a:pt x="2347453" y="424106"/>
                  </a:lnTo>
                  <a:lnTo>
                    <a:pt x="2357197" y="423808"/>
                  </a:lnTo>
                  <a:lnTo>
                    <a:pt x="2366926" y="423660"/>
                  </a:lnTo>
                  <a:lnTo>
                    <a:pt x="2376670" y="423666"/>
                  </a:lnTo>
                  <a:lnTo>
                    <a:pt x="2386413" y="423827"/>
                  </a:lnTo>
                  <a:lnTo>
                    <a:pt x="2396157" y="424146"/>
                  </a:lnTo>
                  <a:lnTo>
                    <a:pt x="2405886" y="424622"/>
                  </a:lnTo>
                  <a:lnTo>
                    <a:pt x="2415630" y="425260"/>
                  </a:lnTo>
                  <a:lnTo>
                    <a:pt x="2425374" y="426057"/>
                  </a:lnTo>
                  <a:lnTo>
                    <a:pt x="2435118" y="427015"/>
                  </a:lnTo>
                  <a:lnTo>
                    <a:pt x="2444862" y="428134"/>
                  </a:lnTo>
                  <a:lnTo>
                    <a:pt x="2454591" y="429411"/>
                  </a:lnTo>
                  <a:lnTo>
                    <a:pt x="2464335" y="430846"/>
                  </a:lnTo>
                  <a:lnTo>
                    <a:pt x="2474079" y="432436"/>
                  </a:lnTo>
                  <a:lnTo>
                    <a:pt x="2483823" y="434180"/>
                  </a:lnTo>
                  <a:lnTo>
                    <a:pt x="2493552" y="436074"/>
                  </a:lnTo>
                  <a:lnTo>
                    <a:pt x="2503296" y="438116"/>
                  </a:lnTo>
                  <a:lnTo>
                    <a:pt x="2513040" y="440301"/>
                  </a:lnTo>
                  <a:lnTo>
                    <a:pt x="2522784" y="442623"/>
                  </a:lnTo>
                  <a:lnTo>
                    <a:pt x="2532513" y="445082"/>
                  </a:lnTo>
                  <a:lnTo>
                    <a:pt x="2542257" y="447667"/>
                  </a:lnTo>
                  <a:lnTo>
                    <a:pt x="2552001" y="450375"/>
                  </a:lnTo>
                  <a:lnTo>
                    <a:pt x="2561745" y="453200"/>
                  </a:lnTo>
                  <a:lnTo>
                    <a:pt x="2571474" y="456135"/>
                  </a:lnTo>
                  <a:lnTo>
                    <a:pt x="2581218" y="459170"/>
                  </a:lnTo>
                  <a:lnTo>
                    <a:pt x="2590962" y="462302"/>
                  </a:lnTo>
                  <a:lnTo>
                    <a:pt x="2600705" y="465519"/>
                  </a:lnTo>
                  <a:lnTo>
                    <a:pt x="2610449" y="468813"/>
                  </a:lnTo>
                  <a:lnTo>
                    <a:pt x="2620178" y="472177"/>
                  </a:lnTo>
                  <a:lnTo>
                    <a:pt x="2629922" y="475599"/>
                  </a:lnTo>
                  <a:lnTo>
                    <a:pt x="2639666" y="479072"/>
                  </a:lnTo>
                  <a:lnTo>
                    <a:pt x="2649410" y="482585"/>
                  </a:lnTo>
                  <a:lnTo>
                    <a:pt x="2659139" y="486128"/>
                  </a:lnTo>
                  <a:lnTo>
                    <a:pt x="2668883" y="489691"/>
                  </a:lnTo>
                  <a:lnTo>
                    <a:pt x="2678627" y="493262"/>
                  </a:lnTo>
                  <a:lnTo>
                    <a:pt x="2688371" y="496830"/>
                  </a:lnTo>
                  <a:lnTo>
                    <a:pt x="2698100" y="500387"/>
                  </a:lnTo>
                  <a:lnTo>
                    <a:pt x="2707844" y="503918"/>
                  </a:lnTo>
                  <a:lnTo>
                    <a:pt x="2717588" y="507415"/>
                  </a:lnTo>
                  <a:lnTo>
                    <a:pt x="2727332" y="510864"/>
                  </a:lnTo>
                  <a:lnTo>
                    <a:pt x="2737076" y="514255"/>
                  </a:lnTo>
                  <a:lnTo>
                    <a:pt x="2746805" y="517576"/>
                  </a:lnTo>
                  <a:lnTo>
                    <a:pt x="2756549" y="520818"/>
                  </a:lnTo>
                  <a:lnTo>
                    <a:pt x="2766293" y="523967"/>
                  </a:lnTo>
                  <a:lnTo>
                    <a:pt x="2776037" y="527014"/>
                  </a:lnTo>
                  <a:lnTo>
                    <a:pt x="2785766" y="529948"/>
                  </a:lnTo>
                  <a:lnTo>
                    <a:pt x="2795510" y="532756"/>
                  </a:lnTo>
                  <a:lnTo>
                    <a:pt x="2805254" y="535431"/>
                  </a:lnTo>
                  <a:lnTo>
                    <a:pt x="2814998" y="537961"/>
                  </a:lnTo>
                  <a:lnTo>
                    <a:pt x="2824727" y="540337"/>
                  </a:lnTo>
                  <a:lnTo>
                    <a:pt x="2834471" y="542549"/>
                  </a:lnTo>
                  <a:lnTo>
                    <a:pt x="2844215" y="544588"/>
                  </a:lnTo>
                  <a:lnTo>
                    <a:pt x="2853958" y="546445"/>
                  </a:lnTo>
                  <a:lnTo>
                    <a:pt x="2863687" y="548114"/>
                  </a:lnTo>
                  <a:lnTo>
                    <a:pt x="2873431" y="549585"/>
                  </a:lnTo>
                  <a:lnTo>
                    <a:pt x="2883175" y="550851"/>
                  </a:lnTo>
                  <a:lnTo>
                    <a:pt x="2892919" y="551907"/>
                  </a:lnTo>
                  <a:lnTo>
                    <a:pt x="2902663" y="552746"/>
                  </a:lnTo>
                  <a:lnTo>
                    <a:pt x="2912392" y="55336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2" name="Freeform 661">
              <a:extLst>
                <a:ext uri="{FF2B5EF4-FFF2-40B4-BE49-F238E27FC236}">
                  <a16:creationId xmlns:a16="http://schemas.microsoft.com/office/drawing/2014/main" id="{523F2833-7304-0D51-07E4-2D12E40517FF}"/>
                </a:ext>
              </a:extLst>
            </p:cNvPr>
            <p:cNvSpPr/>
            <p:nvPr/>
          </p:nvSpPr>
          <p:spPr>
            <a:xfrm>
              <a:off x="576446" y="3200017"/>
              <a:ext cx="2912392" cy="741641"/>
            </a:xfrm>
            <a:custGeom>
              <a:avLst/>
              <a:gdLst>
                <a:gd name="connsiteX0" fmla="*/ 0 w 2912392"/>
                <a:gd name="connsiteY0" fmla="*/ 40208 h 741641"/>
                <a:gd name="connsiteX1" fmla="*/ 9739 w 2912392"/>
                <a:gd name="connsiteY1" fmla="*/ 35720 h 741641"/>
                <a:gd name="connsiteX2" fmla="*/ 19480 w 2912392"/>
                <a:gd name="connsiteY2" fmla="*/ 31468 h 741641"/>
                <a:gd name="connsiteX3" fmla="*/ 29221 w 2912392"/>
                <a:gd name="connsiteY3" fmla="*/ 27456 h 741641"/>
                <a:gd name="connsiteX4" fmla="*/ 38961 w 2912392"/>
                <a:gd name="connsiteY4" fmla="*/ 23694 h 741641"/>
                <a:gd name="connsiteX5" fmla="*/ 48702 w 2912392"/>
                <a:gd name="connsiteY5" fmla="*/ 20187 h 741641"/>
                <a:gd name="connsiteX6" fmla="*/ 58443 w 2912392"/>
                <a:gd name="connsiteY6" fmla="*/ 16940 h 741641"/>
                <a:gd name="connsiteX7" fmla="*/ 68182 w 2912392"/>
                <a:gd name="connsiteY7" fmla="*/ 13963 h 741641"/>
                <a:gd name="connsiteX8" fmla="*/ 77923 w 2912392"/>
                <a:gd name="connsiteY8" fmla="*/ 11259 h 741641"/>
                <a:gd name="connsiteX9" fmla="*/ 87664 w 2912392"/>
                <a:gd name="connsiteY9" fmla="*/ 8835 h 741641"/>
                <a:gd name="connsiteX10" fmla="*/ 97404 w 2912392"/>
                <a:gd name="connsiteY10" fmla="*/ 6694 h 741641"/>
                <a:gd name="connsiteX11" fmla="*/ 107145 w 2912392"/>
                <a:gd name="connsiteY11" fmla="*/ 4842 h 741641"/>
                <a:gd name="connsiteX12" fmla="*/ 116886 w 2912392"/>
                <a:gd name="connsiteY12" fmla="*/ 3284 h 741641"/>
                <a:gd name="connsiteX13" fmla="*/ 126625 w 2912392"/>
                <a:gd name="connsiteY13" fmla="*/ 2022 h 741641"/>
                <a:gd name="connsiteX14" fmla="*/ 136366 w 2912392"/>
                <a:gd name="connsiteY14" fmla="*/ 1059 h 741641"/>
                <a:gd name="connsiteX15" fmla="*/ 146107 w 2912392"/>
                <a:gd name="connsiteY15" fmla="*/ 399 h 741641"/>
                <a:gd name="connsiteX16" fmla="*/ 155846 w 2912392"/>
                <a:gd name="connsiteY16" fmla="*/ 46 h 741641"/>
                <a:gd name="connsiteX17" fmla="*/ 165587 w 2912392"/>
                <a:gd name="connsiteY17" fmla="*/ 0 h 741641"/>
                <a:gd name="connsiteX18" fmla="*/ 175328 w 2912392"/>
                <a:gd name="connsiteY18" fmla="*/ 264 h 741641"/>
                <a:gd name="connsiteX19" fmla="*/ 185068 w 2912392"/>
                <a:gd name="connsiteY19" fmla="*/ 837 h 741641"/>
                <a:gd name="connsiteX20" fmla="*/ 194809 w 2912392"/>
                <a:gd name="connsiteY20" fmla="*/ 1722 h 741641"/>
                <a:gd name="connsiteX21" fmla="*/ 204550 w 2912392"/>
                <a:gd name="connsiteY21" fmla="*/ 2920 h 741641"/>
                <a:gd name="connsiteX22" fmla="*/ 214289 w 2912392"/>
                <a:gd name="connsiteY22" fmla="*/ 4428 h 741641"/>
                <a:gd name="connsiteX23" fmla="*/ 224030 w 2912392"/>
                <a:gd name="connsiteY23" fmla="*/ 6249 h 741641"/>
                <a:gd name="connsiteX24" fmla="*/ 233771 w 2912392"/>
                <a:gd name="connsiteY24" fmla="*/ 8378 h 741641"/>
                <a:gd name="connsiteX25" fmla="*/ 243510 w 2912392"/>
                <a:gd name="connsiteY25" fmla="*/ 10817 h 741641"/>
                <a:gd name="connsiteX26" fmla="*/ 253251 w 2912392"/>
                <a:gd name="connsiteY26" fmla="*/ 13564 h 741641"/>
                <a:gd name="connsiteX27" fmla="*/ 262992 w 2912392"/>
                <a:gd name="connsiteY27" fmla="*/ 16614 h 741641"/>
                <a:gd name="connsiteX28" fmla="*/ 272732 w 2912392"/>
                <a:gd name="connsiteY28" fmla="*/ 19968 h 741641"/>
                <a:gd name="connsiteX29" fmla="*/ 282473 w 2912392"/>
                <a:gd name="connsiteY29" fmla="*/ 23619 h 741641"/>
                <a:gd name="connsiteX30" fmla="*/ 292214 w 2912392"/>
                <a:gd name="connsiteY30" fmla="*/ 27568 h 741641"/>
                <a:gd name="connsiteX31" fmla="*/ 301953 w 2912392"/>
                <a:gd name="connsiteY31" fmla="*/ 31808 h 741641"/>
                <a:gd name="connsiteX32" fmla="*/ 311694 w 2912392"/>
                <a:gd name="connsiteY32" fmla="*/ 36336 h 741641"/>
                <a:gd name="connsiteX33" fmla="*/ 321435 w 2912392"/>
                <a:gd name="connsiteY33" fmla="*/ 41145 h 741641"/>
                <a:gd name="connsiteX34" fmla="*/ 331175 w 2912392"/>
                <a:gd name="connsiteY34" fmla="*/ 46233 h 741641"/>
                <a:gd name="connsiteX35" fmla="*/ 340916 w 2912392"/>
                <a:gd name="connsiteY35" fmla="*/ 51594 h 741641"/>
                <a:gd name="connsiteX36" fmla="*/ 350656 w 2912392"/>
                <a:gd name="connsiteY36" fmla="*/ 57223 h 741641"/>
                <a:gd name="connsiteX37" fmla="*/ 360396 w 2912392"/>
                <a:gd name="connsiteY37" fmla="*/ 63111 h 741641"/>
                <a:gd name="connsiteX38" fmla="*/ 370137 w 2912392"/>
                <a:gd name="connsiteY38" fmla="*/ 69253 h 741641"/>
                <a:gd name="connsiteX39" fmla="*/ 379878 w 2912392"/>
                <a:gd name="connsiteY39" fmla="*/ 75645 h 741641"/>
                <a:gd name="connsiteX40" fmla="*/ 389617 w 2912392"/>
                <a:gd name="connsiteY40" fmla="*/ 82277 h 741641"/>
                <a:gd name="connsiteX41" fmla="*/ 399358 w 2912392"/>
                <a:gd name="connsiteY41" fmla="*/ 89142 h 741641"/>
                <a:gd name="connsiteX42" fmla="*/ 409099 w 2912392"/>
                <a:gd name="connsiteY42" fmla="*/ 96234 h 741641"/>
                <a:gd name="connsiteX43" fmla="*/ 418839 w 2912392"/>
                <a:gd name="connsiteY43" fmla="*/ 103545 h 741641"/>
                <a:gd name="connsiteX44" fmla="*/ 428580 w 2912392"/>
                <a:gd name="connsiteY44" fmla="*/ 111066 h 741641"/>
                <a:gd name="connsiteX45" fmla="*/ 438321 w 2912392"/>
                <a:gd name="connsiteY45" fmla="*/ 118790 h 741641"/>
                <a:gd name="connsiteX46" fmla="*/ 448060 w 2912392"/>
                <a:gd name="connsiteY46" fmla="*/ 126707 h 741641"/>
                <a:gd name="connsiteX47" fmla="*/ 457801 w 2912392"/>
                <a:gd name="connsiteY47" fmla="*/ 134809 h 741641"/>
                <a:gd name="connsiteX48" fmla="*/ 467542 w 2912392"/>
                <a:gd name="connsiteY48" fmla="*/ 143090 h 741641"/>
                <a:gd name="connsiteX49" fmla="*/ 477281 w 2912392"/>
                <a:gd name="connsiteY49" fmla="*/ 151538 h 741641"/>
                <a:gd name="connsiteX50" fmla="*/ 487022 w 2912392"/>
                <a:gd name="connsiteY50" fmla="*/ 160145 h 741641"/>
                <a:gd name="connsiteX51" fmla="*/ 496763 w 2912392"/>
                <a:gd name="connsiteY51" fmla="*/ 168902 h 741641"/>
                <a:gd name="connsiteX52" fmla="*/ 506503 w 2912392"/>
                <a:gd name="connsiteY52" fmla="*/ 177800 h 741641"/>
                <a:gd name="connsiteX53" fmla="*/ 516244 w 2912392"/>
                <a:gd name="connsiteY53" fmla="*/ 186829 h 741641"/>
                <a:gd name="connsiteX54" fmla="*/ 525985 w 2912392"/>
                <a:gd name="connsiteY54" fmla="*/ 195981 h 741641"/>
                <a:gd name="connsiteX55" fmla="*/ 535724 w 2912392"/>
                <a:gd name="connsiteY55" fmla="*/ 205245 h 741641"/>
                <a:gd name="connsiteX56" fmla="*/ 545465 w 2912392"/>
                <a:gd name="connsiteY56" fmla="*/ 214612 h 741641"/>
                <a:gd name="connsiteX57" fmla="*/ 555206 w 2912392"/>
                <a:gd name="connsiteY57" fmla="*/ 224072 h 741641"/>
                <a:gd name="connsiteX58" fmla="*/ 564946 w 2912392"/>
                <a:gd name="connsiteY58" fmla="*/ 233616 h 741641"/>
                <a:gd name="connsiteX59" fmla="*/ 574687 w 2912392"/>
                <a:gd name="connsiteY59" fmla="*/ 243235 h 741641"/>
                <a:gd name="connsiteX60" fmla="*/ 584428 w 2912392"/>
                <a:gd name="connsiteY60" fmla="*/ 252919 h 741641"/>
                <a:gd name="connsiteX61" fmla="*/ 594167 w 2912392"/>
                <a:gd name="connsiteY61" fmla="*/ 262657 h 741641"/>
                <a:gd name="connsiteX62" fmla="*/ 603908 w 2912392"/>
                <a:gd name="connsiteY62" fmla="*/ 272441 h 741641"/>
                <a:gd name="connsiteX63" fmla="*/ 613649 w 2912392"/>
                <a:gd name="connsiteY63" fmla="*/ 282261 h 741641"/>
                <a:gd name="connsiteX64" fmla="*/ 623388 w 2912392"/>
                <a:gd name="connsiteY64" fmla="*/ 292106 h 741641"/>
                <a:gd name="connsiteX65" fmla="*/ 633129 w 2912392"/>
                <a:gd name="connsiteY65" fmla="*/ 301968 h 741641"/>
                <a:gd name="connsiteX66" fmla="*/ 642870 w 2912392"/>
                <a:gd name="connsiteY66" fmla="*/ 311839 h 741641"/>
                <a:gd name="connsiteX67" fmla="*/ 652610 w 2912392"/>
                <a:gd name="connsiteY67" fmla="*/ 321705 h 741641"/>
                <a:gd name="connsiteX68" fmla="*/ 662351 w 2912392"/>
                <a:gd name="connsiteY68" fmla="*/ 331560 h 741641"/>
                <a:gd name="connsiteX69" fmla="*/ 672092 w 2912392"/>
                <a:gd name="connsiteY69" fmla="*/ 341394 h 741641"/>
                <a:gd name="connsiteX70" fmla="*/ 681831 w 2912392"/>
                <a:gd name="connsiteY70" fmla="*/ 351196 h 741641"/>
                <a:gd name="connsiteX71" fmla="*/ 691572 w 2912392"/>
                <a:gd name="connsiteY71" fmla="*/ 360959 h 741641"/>
                <a:gd name="connsiteX72" fmla="*/ 701313 w 2912392"/>
                <a:gd name="connsiteY72" fmla="*/ 370672 h 741641"/>
                <a:gd name="connsiteX73" fmla="*/ 711052 w 2912392"/>
                <a:gd name="connsiteY73" fmla="*/ 380326 h 741641"/>
                <a:gd name="connsiteX74" fmla="*/ 720793 w 2912392"/>
                <a:gd name="connsiteY74" fmla="*/ 389914 h 741641"/>
                <a:gd name="connsiteX75" fmla="*/ 730534 w 2912392"/>
                <a:gd name="connsiteY75" fmla="*/ 399424 h 741641"/>
                <a:gd name="connsiteX76" fmla="*/ 740274 w 2912392"/>
                <a:gd name="connsiteY76" fmla="*/ 408847 h 741641"/>
                <a:gd name="connsiteX77" fmla="*/ 750015 w 2912392"/>
                <a:gd name="connsiteY77" fmla="*/ 418177 h 741641"/>
                <a:gd name="connsiteX78" fmla="*/ 759756 w 2912392"/>
                <a:gd name="connsiteY78" fmla="*/ 427403 h 741641"/>
                <a:gd name="connsiteX79" fmla="*/ 769495 w 2912392"/>
                <a:gd name="connsiteY79" fmla="*/ 436515 h 741641"/>
                <a:gd name="connsiteX80" fmla="*/ 779236 w 2912392"/>
                <a:gd name="connsiteY80" fmla="*/ 445506 h 741641"/>
                <a:gd name="connsiteX81" fmla="*/ 788977 w 2912392"/>
                <a:gd name="connsiteY81" fmla="*/ 454367 h 741641"/>
                <a:gd name="connsiteX82" fmla="*/ 798717 w 2912392"/>
                <a:gd name="connsiteY82" fmla="*/ 463090 h 741641"/>
                <a:gd name="connsiteX83" fmla="*/ 808458 w 2912392"/>
                <a:gd name="connsiteY83" fmla="*/ 471665 h 741641"/>
                <a:gd name="connsiteX84" fmla="*/ 818199 w 2912392"/>
                <a:gd name="connsiteY84" fmla="*/ 480084 h 741641"/>
                <a:gd name="connsiteX85" fmla="*/ 827938 w 2912392"/>
                <a:gd name="connsiteY85" fmla="*/ 488339 h 741641"/>
                <a:gd name="connsiteX86" fmla="*/ 837679 w 2912392"/>
                <a:gd name="connsiteY86" fmla="*/ 496422 h 741641"/>
                <a:gd name="connsiteX87" fmla="*/ 847420 w 2912392"/>
                <a:gd name="connsiteY87" fmla="*/ 504325 h 741641"/>
                <a:gd name="connsiteX88" fmla="*/ 857159 w 2912392"/>
                <a:gd name="connsiteY88" fmla="*/ 512039 h 741641"/>
                <a:gd name="connsiteX89" fmla="*/ 866900 w 2912392"/>
                <a:gd name="connsiteY89" fmla="*/ 519556 h 741641"/>
                <a:gd name="connsiteX90" fmla="*/ 876641 w 2912392"/>
                <a:gd name="connsiteY90" fmla="*/ 526870 h 741641"/>
                <a:gd name="connsiteX91" fmla="*/ 886381 w 2912392"/>
                <a:gd name="connsiteY91" fmla="*/ 533971 h 741641"/>
                <a:gd name="connsiteX92" fmla="*/ 896122 w 2912392"/>
                <a:gd name="connsiteY92" fmla="*/ 540851 h 741641"/>
                <a:gd name="connsiteX93" fmla="*/ 905863 w 2912392"/>
                <a:gd name="connsiteY93" fmla="*/ 547506 h 741641"/>
                <a:gd name="connsiteX94" fmla="*/ 915602 w 2912392"/>
                <a:gd name="connsiteY94" fmla="*/ 553926 h 741641"/>
                <a:gd name="connsiteX95" fmla="*/ 925343 w 2912392"/>
                <a:gd name="connsiteY95" fmla="*/ 560105 h 741641"/>
                <a:gd name="connsiteX96" fmla="*/ 935084 w 2912392"/>
                <a:gd name="connsiteY96" fmla="*/ 566035 h 741641"/>
                <a:gd name="connsiteX97" fmla="*/ 944824 w 2912392"/>
                <a:gd name="connsiteY97" fmla="*/ 571710 h 741641"/>
                <a:gd name="connsiteX98" fmla="*/ 954564 w 2912392"/>
                <a:gd name="connsiteY98" fmla="*/ 577122 h 741641"/>
                <a:gd name="connsiteX99" fmla="*/ 964305 w 2912392"/>
                <a:gd name="connsiteY99" fmla="*/ 582269 h 741641"/>
                <a:gd name="connsiteX100" fmla="*/ 974045 w 2912392"/>
                <a:gd name="connsiteY100" fmla="*/ 587139 h 741641"/>
                <a:gd name="connsiteX101" fmla="*/ 983786 w 2912392"/>
                <a:gd name="connsiteY101" fmla="*/ 591731 h 741641"/>
                <a:gd name="connsiteX102" fmla="*/ 993522 w 2912392"/>
                <a:gd name="connsiteY102" fmla="*/ 596037 h 741641"/>
                <a:gd name="connsiteX103" fmla="*/ 1003266 w 2912392"/>
                <a:gd name="connsiteY103" fmla="*/ 600054 h 741641"/>
                <a:gd name="connsiteX104" fmla="*/ 1013010 w 2912392"/>
                <a:gd name="connsiteY104" fmla="*/ 603772 h 741641"/>
                <a:gd name="connsiteX105" fmla="*/ 1022754 w 2912392"/>
                <a:gd name="connsiteY105" fmla="*/ 607192 h 741641"/>
                <a:gd name="connsiteX106" fmla="*/ 1032483 w 2912392"/>
                <a:gd name="connsiteY106" fmla="*/ 610306 h 741641"/>
                <a:gd name="connsiteX107" fmla="*/ 1042227 w 2912392"/>
                <a:gd name="connsiteY107" fmla="*/ 613109 h 741641"/>
                <a:gd name="connsiteX108" fmla="*/ 1051971 w 2912392"/>
                <a:gd name="connsiteY108" fmla="*/ 615602 h 741641"/>
                <a:gd name="connsiteX109" fmla="*/ 1061715 w 2912392"/>
                <a:gd name="connsiteY109" fmla="*/ 617777 h 741641"/>
                <a:gd name="connsiteX110" fmla="*/ 1071444 w 2912392"/>
                <a:gd name="connsiteY110" fmla="*/ 619634 h 741641"/>
                <a:gd name="connsiteX111" fmla="*/ 1081188 w 2912392"/>
                <a:gd name="connsiteY111" fmla="*/ 621168 h 741641"/>
                <a:gd name="connsiteX112" fmla="*/ 1090932 w 2912392"/>
                <a:gd name="connsiteY112" fmla="*/ 622380 h 741641"/>
                <a:gd name="connsiteX113" fmla="*/ 1100676 w 2912392"/>
                <a:gd name="connsiteY113" fmla="*/ 623263 h 741641"/>
                <a:gd name="connsiteX114" fmla="*/ 1110405 w 2912392"/>
                <a:gd name="connsiteY114" fmla="*/ 623820 h 741641"/>
                <a:gd name="connsiteX115" fmla="*/ 1120149 w 2912392"/>
                <a:gd name="connsiteY115" fmla="*/ 624050 h 741641"/>
                <a:gd name="connsiteX116" fmla="*/ 1129893 w 2912392"/>
                <a:gd name="connsiteY116" fmla="*/ 623950 h 741641"/>
                <a:gd name="connsiteX117" fmla="*/ 1139637 w 2912392"/>
                <a:gd name="connsiteY117" fmla="*/ 623521 h 741641"/>
                <a:gd name="connsiteX118" fmla="*/ 1149381 w 2912392"/>
                <a:gd name="connsiteY118" fmla="*/ 622763 h 741641"/>
                <a:gd name="connsiteX119" fmla="*/ 1159110 w 2912392"/>
                <a:gd name="connsiteY119" fmla="*/ 621678 h 741641"/>
                <a:gd name="connsiteX120" fmla="*/ 1168854 w 2912392"/>
                <a:gd name="connsiteY120" fmla="*/ 620267 h 741641"/>
                <a:gd name="connsiteX121" fmla="*/ 1178598 w 2912392"/>
                <a:gd name="connsiteY121" fmla="*/ 618531 h 741641"/>
                <a:gd name="connsiteX122" fmla="*/ 1188341 w 2912392"/>
                <a:gd name="connsiteY122" fmla="*/ 616474 h 741641"/>
                <a:gd name="connsiteX123" fmla="*/ 1198070 w 2912392"/>
                <a:gd name="connsiteY123" fmla="*/ 614097 h 741641"/>
                <a:gd name="connsiteX124" fmla="*/ 1207814 w 2912392"/>
                <a:gd name="connsiteY124" fmla="*/ 611405 h 741641"/>
                <a:gd name="connsiteX125" fmla="*/ 1217558 w 2912392"/>
                <a:gd name="connsiteY125" fmla="*/ 608400 h 741641"/>
                <a:gd name="connsiteX126" fmla="*/ 1227302 w 2912392"/>
                <a:gd name="connsiteY126" fmla="*/ 605088 h 741641"/>
                <a:gd name="connsiteX127" fmla="*/ 1237031 w 2912392"/>
                <a:gd name="connsiteY127" fmla="*/ 601473 h 741641"/>
                <a:gd name="connsiteX128" fmla="*/ 1246775 w 2912392"/>
                <a:gd name="connsiteY128" fmla="*/ 597561 h 741641"/>
                <a:gd name="connsiteX129" fmla="*/ 1256519 w 2912392"/>
                <a:gd name="connsiteY129" fmla="*/ 593358 h 741641"/>
                <a:gd name="connsiteX130" fmla="*/ 1266263 w 2912392"/>
                <a:gd name="connsiteY130" fmla="*/ 588867 h 741641"/>
                <a:gd name="connsiteX131" fmla="*/ 1276007 w 2912392"/>
                <a:gd name="connsiteY131" fmla="*/ 584100 h 741641"/>
                <a:gd name="connsiteX132" fmla="*/ 1285736 w 2912392"/>
                <a:gd name="connsiteY132" fmla="*/ 579061 h 741641"/>
                <a:gd name="connsiteX133" fmla="*/ 1295480 w 2912392"/>
                <a:gd name="connsiteY133" fmla="*/ 573758 h 741641"/>
                <a:gd name="connsiteX134" fmla="*/ 1305224 w 2912392"/>
                <a:gd name="connsiteY134" fmla="*/ 568199 h 741641"/>
                <a:gd name="connsiteX135" fmla="*/ 1314968 w 2912392"/>
                <a:gd name="connsiteY135" fmla="*/ 562395 h 741641"/>
                <a:gd name="connsiteX136" fmla="*/ 1324697 w 2912392"/>
                <a:gd name="connsiteY136" fmla="*/ 556352 h 741641"/>
                <a:gd name="connsiteX137" fmla="*/ 1334441 w 2912392"/>
                <a:gd name="connsiteY137" fmla="*/ 550079 h 741641"/>
                <a:gd name="connsiteX138" fmla="*/ 1344185 w 2912392"/>
                <a:gd name="connsiteY138" fmla="*/ 543589 h 741641"/>
                <a:gd name="connsiteX139" fmla="*/ 1353929 w 2912392"/>
                <a:gd name="connsiteY139" fmla="*/ 536889 h 741641"/>
                <a:gd name="connsiteX140" fmla="*/ 1363658 w 2912392"/>
                <a:gd name="connsiteY140" fmla="*/ 529993 h 741641"/>
                <a:gd name="connsiteX141" fmla="*/ 1373402 w 2912392"/>
                <a:gd name="connsiteY141" fmla="*/ 522907 h 741641"/>
                <a:gd name="connsiteX142" fmla="*/ 1383146 w 2912392"/>
                <a:gd name="connsiteY142" fmla="*/ 515646 h 741641"/>
                <a:gd name="connsiteX143" fmla="*/ 1392890 w 2912392"/>
                <a:gd name="connsiteY143" fmla="*/ 508219 h 741641"/>
                <a:gd name="connsiteX144" fmla="*/ 1402619 w 2912392"/>
                <a:gd name="connsiteY144" fmla="*/ 500640 h 741641"/>
                <a:gd name="connsiteX145" fmla="*/ 1412363 w 2912392"/>
                <a:gd name="connsiteY145" fmla="*/ 492918 h 741641"/>
                <a:gd name="connsiteX146" fmla="*/ 1422106 w 2912392"/>
                <a:gd name="connsiteY146" fmla="*/ 485068 h 741641"/>
                <a:gd name="connsiteX147" fmla="*/ 1431850 w 2912392"/>
                <a:gd name="connsiteY147" fmla="*/ 477100 h 741641"/>
                <a:gd name="connsiteX148" fmla="*/ 1441594 w 2912392"/>
                <a:gd name="connsiteY148" fmla="*/ 469027 h 741641"/>
                <a:gd name="connsiteX149" fmla="*/ 1451323 w 2912392"/>
                <a:gd name="connsiteY149" fmla="*/ 460864 h 741641"/>
                <a:gd name="connsiteX150" fmla="*/ 1461067 w 2912392"/>
                <a:gd name="connsiteY150" fmla="*/ 452621 h 741641"/>
                <a:gd name="connsiteX151" fmla="*/ 1470811 w 2912392"/>
                <a:gd name="connsiteY151" fmla="*/ 444310 h 741641"/>
                <a:gd name="connsiteX152" fmla="*/ 1480555 w 2912392"/>
                <a:gd name="connsiteY152" fmla="*/ 435946 h 741641"/>
                <a:gd name="connsiteX153" fmla="*/ 1490284 w 2912392"/>
                <a:gd name="connsiteY153" fmla="*/ 427541 h 741641"/>
                <a:gd name="connsiteX154" fmla="*/ 1500028 w 2912392"/>
                <a:gd name="connsiteY154" fmla="*/ 419108 h 741641"/>
                <a:gd name="connsiteX155" fmla="*/ 1509772 w 2912392"/>
                <a:gd name="connsiteY155" fmla="*/ 410662 h 741641"/>
                <a:gd name="connsiteX156" fmla="*/ 1519516 w 2912392"/>
                <a:gd name="connsiteY156" fmla="*/ 402211 h 741641"/>
                <a:gd name="connsiteX157" fmla="*/ 1529245 w 2912392"/>
                <a:gd name="connsiteY157" fmla="*/ 393773 h 741641"/>
                <a:gd name="connsiteX158" fmla="*/ 1538989 w 2912392"/>
                <a:gd name="connsiteY158" fmla="*/ 385358 h 741641"/>
                <a:gd name="connsiteX159" fmla="*/ 1548733 w 2912392"/>
                <a:gd name="connsiteY159" fmla="*/ 376979 h 741641"/>
                <a:gd name="connsiteX160" fmla="*/ 1558477 w 2912392"/>
                <a:gd name="connsiteY160" fmla="*/ 368647 h 741641"/>
                <a:gd name="connsiteX161" fmla="*/ 1568221 w 2912392"/>
                <a:gd name="connsiteY161" fmla="*/ 360377 h 741641"/>
                <a:gd name="connsiteX162" fmla="*/ 1577950 w 2912392"/>
                <a:gd name="connsiteY162" fmla="*/ 352179 h 741641"/>
                <a:gd name="connsiteX163" fmla="*/ 1587694 w 2912392"/>
                <a:gd name="connsiteY163" fmla="*/ 344065 h 741641"/>
                <a:gd name="connsiteX164" fmla="*/ 1597438 w 2912392"/>
                <a:gd name="connsiteY164" fmla="*/ 336048 h 741641"/>
                <a:gd name="connsiteX165" fmla="*/ 1607182 w 2912392"/>
                <a:gd name="connsiteY165" fmla="*/ 328140 h 741641"/>
                <a:gd name="connsiteX166" fmla="*/ 1616911 w 2912392"/>
                <a:gd name="connsiteY166" fmla="*/ 320349 h 741641"/>
                <a:gd name="connsiteX167" fmla="*/ 1626655 w 2912392"/>
                <a:gd name="connsiteY167" fmla="*/ 312688 h 741641"/>
                <a:gd name="connsiteX168" fmla="*/ 1636399 w 2912392"/>
                <a:gd name="connsiteY168" fmla="*/ 305167 h 741641"/>
                <a:gd name="connsiteX169" fmla="*/ 1646142 w 2912392"/>
                <a:gd name="connsiteY169" fmla="*/ 297796 h 741641"/>
                <a:gd name="connsiteX170" fmla="*/ 1655872 w 2912392"/>
                <a:gd name="connsiteY170" fmla="*/ 290585 h 741641"/>
                <a:gd name="connsiteX171" fmla="*/ 1665616 w 2912392"/>
                <a:gd name="connsiteY171" fmla="*/ 283546 h 741641"/>
                <a:gd name="connsiteX172" fmla="*/ 1675359 w 2912392"/>
                <a:gd name="connsiteY172" fmla="*/ 276683 h 741641"/>
                <a:gd name="connsiteX173" fmla="*/ 1685103 w 2912392"/>
                <a:gd name="connsiteY173" fmla="*/ 270008 h 741641"/>
                <a:gd name="connsiteX174" fmla="*/ 1694832 w 2912392"/>
                <a:gd name="connsiteY174" fmla="*/ 263529 h 741641"/>
                <a:gd name="connsiteX175" fmla="*/ 1704576 w 2912392"/>
                <a:gd name="connsiteY175" fmla="*/ 257253 h 741641"/>
                <a:gd name="connsiteX176" fmla="*/ 1714320 w 2912392"/>
                <a:gd name="connsiteY176" fmla="*/ 251189 h 741641"/>
                <a:gd name="connsiteX177" fmla="*/ 1724064 w 2912392"/>
                <a:gd name="connsiteY177" fmla="*/ 245343 h 741641"/>
                <a:gd name="connsiteX178" fmla="*/ 1733808 w 2912392"/>
                <a:gd name="connsiteY178" fmla="*/ 239722 h 741641"/>
                <a:gd name="connsiteX179" fmla="*/ 1743537 w 2912392"/>
                <a:gd name="connsiteY179" fmla="*/ 234330 h 741641"/>
                <a:gd name="connsiteX180" fmla="*/ 1753281 w 2912392"/>
                <a:gd name="connsiteY180" fmla="*/ 229176 h 741641"/>
                <a:gd name="connsiteX181" fmla="*/ 1763025 w 2912392"/>
                <a:gd name="connsiteY181" fmla="*/ 224264 h 741641"/>
                <a:gd name="connsiteX182" fmla="*/ 1772769 w 2912392"/>
                <a:gd name="connsiteY182" fmla="*/ 219598 h 741641"/>
                <a:gd name="connsiteX183" fmla="*/ 1782498 w 2912392"/>
                <a:gd name="connsiteY183" fmla="*/ 215183 h 741641"/>
                <a:gd name="connsiteX184" fmla="*/ 1792242 w 2912392"/>
                <a:gd name="connsiteY184" fmla="*/ 211023 h 741641"/>
                <a:gd name="connsiteX185" fmla="*/ 1801986 w 2912392"/>
                <a:gd name="connsiteY185" fmla="*/ 207121 h 741641"/>
                <a:gd name="connsiteX186" fmla="*/ 1811730 w 2912392"/>
                <a:gd name="connsiteY186" fmla="*/ 203480 h 741641"/>
                <a:gd name="connsiteX187" fmla="*/ 1821459 w 2912392"/>
                <a:gd name="connsiteY187" fmla="*/ 200104 h 741641"/>
                <a:gd name="connsiteX188" fmla="*/ 1831203 w 2912392"/>
                <a:gd name="connsiteY188" fmla="*/ 196993 h 741641"/>
                <a:gd name="connsiteX189" fmla="*/ 1840947 w 2912392"/>
                <a:gd name="connsiteY189" fmla="*/ 194149 h 741641"/>
                <a:gd name="connsiteX190" fmla="*/ 1850691 w 2912392"/>
                <a:gd name="connsiteY190" fmla="*/ 191573 h 741641"/>
                <a:gd name="connsiteX191" fmla="*/ 1860435 w 2912392"/>
                <a:gd name="connsiteY191" fmla="*/ 189268 h 741641"/>
                <a:gd name="connsiteX192" fmla="*/ 1870164 w 2912392"/>
                <a:gd name="connsiteY192" fmla="*/ 187231 h 741641"/>
                <a:gd name="connsiteX193" fmla="*/ 1879908 w 2912392"/>
                <a:gd name="connsiteY193" fmla="*/ 185464 h 741641"/>
                <a:gd name="connsiteX194" fmla="*/ 1889652 w 2912392"/>
                <a:gd name="connsiteY194" fmla="*/ 183967 h 741641"/>
                <a:gd name="connsiteX195" fmla="*/ 1899395 w 2912392"/>
                <a:gd name="connsiteY195" fmla="*/ 182739 h 741641"/>
                <a:gd name="connsiteX196" fmla="*/ 1909124 w 2912392"/>
                <a:gd name="connsiteY196" fmla="*/ 181776 h 741641"/>
                <a:gd name="connsiteX197" fmla="*/ 1918868 w 2912392"/>
                <a:gd name="connsiteY197" fmla="*/ 181081 h 741641"/>
                <a:gd name="connsiteX198" fmla="*/ 1928612 w 2912392"/>
                <a:gd name="connsiteY198" fmla="*/ 180649 h 741641"/>
                <a:gd name="connsiteX199" fmla="*/ 1938356 w 2912392"/>
                <a:gd name="connsiteY199" fmla="*/ 180479 h 741641"/>
                <a:gd name="connsiteX200" fmla="*/ 1948085 w 2912392"/>
                <a:gd name="connsiteY200" fmla="*/ 180568 h 741641"/>
                <a:gd name="connsiteX201" fmla="*/ 1957829 w 2912392"/>
                <a:gd name="connsiteY201" fmla="*/ 180912 h 741641"/>
                <a:gd name="connsiteX202" fmla="*/ 1967573 w 2912392"/>
                <a:gd name="connsiteY202" fmla="*/ 181511 h 741641"/>
                <a:gd name="connsiteX203" fmla="*/ 1977317 w 2912392"/>
                <a:gd name="connsiteY203" fmla="*/ 182361 h 741641"/>
                <a:gd name="connsiteX204" fmla="*/ 1987046 w 2912392"/>
                <a:gd name="connsiteY204" fmla="*/ 183457 h 741641"/>
                <a:gd name="connsiteX205" fmla="*/ 1996790 w 2912392"/>
                <a:gd name="connsiteY205" fmla="*/ 184795 h 741641"/>
                <a:gd name="connsiteX206" fmla="*/ 2006534 w 2912392"/>
                <a:gd name="connsiteY206" fmla="*/ 186373 h 741641"/>
                <a:gd name="connsiteX207" fmla="*/ 2016278 w 2912392"/>
                <a:gd name="connsiteY207" fmla="*/ 188186 h 741641"/>
                <a:gd name="connsiteX208" fmla="*/ 2026022 w 2912392"/>
                <a:gd name="connsiteY208" fmla="*/ 190230 h 741641"/>
                <a:gd name="connsiteX209" fmla="*/ 2035751 w 2912392"/>
                <a:gd name="connsiteY209" fmla="*/ 192499 h 741641"/>
                <a:gd name="connsiteX210" fmla="*/ 2045495 w 2912392"/>
                <a:gd name="connsiteY210" fmla="*/ 194992 h 741641"/>
                <a:gd name="connsiteX211" fmla="*/ 2055239 w 2912392"/>
                <a:gd name="connsiteY211" fmla="*/ 197702 h 741641"/>
                <a:gd name="connsiteX212" fmla="*/ 2064983 w 2912392"/>
                <a:gd name="connsiteY212" fmla="*/ 200624 h 741641"/>
                <a:gd name="connsiteX213" fmla="*/ 2074712 w 2912392"/>
                <a:gd name="connsiteY213" fmla="*/ 203754 h 741641"/>
                <a:gd name="connsiteX214" fmla="*/ 2084456 w 2912392"/>
                <a:gd name="connsiteY214" fmla="*/ 207088 h 741641"/>
                <a:gd name="connsiteX215" fmla="*/ 2094200 w 2912392"/>
                <a:gd name="connsiteY215" fmla="*/ 210621 h 741641"/>
                <a:gd name="connsiteX216" fmla="*/ 2103944 w 2912392"/>
                <a:gd name="connsiteY216" fmla="*/ 214347 h 741641"/>
                <a:gd name="connsiteX217" fmla="*/ 2113673 w 2912392"/>
                <a:gd name="connsiteY217" fmla="*/ 218261 h 741641"/>
                <a:gd name="connsiteX218" fmla="*/ 2123417 w 2912392"/>
                <a:gd name="connsiteY218" fmla="*/ 222361 h 741641"/>
                <a:gd name="connsiteX219" fmla="*/ 2133161 w 2912392"/>
                <a:gd name="connsiteY219" fmla="*/ 226640 h 741641"/>
                <a:gd name="connsiteX220" fmla="*/ 2142905 w 2912392"/>
                <a:gd name="connsiteY220" fmla="*/ 231095 h 741641"/>
                <a:gd name="connsiteX221" fmla="*/ 2152649 w 2912392"/>
                <a:gd name="connsiteY221" fmla="*/ 235720 h 741641"/>
                <a:gd name="connsiteX222" fmla="*/ 2162377 w 2912392"/>
                <a:gd name="connsiteY222" fmla="*/ 240510 h 741641"/>
                <a:gd name="connsiteX223" fmla="*/ 2172121 w 2912392"/>
                <a:gd name="connsiteY223" fmla="*/ 245461 h 741641"/>
                <a:gd name="connsiteX224" fmla="*/ 2181865 w 2912392"/>
                <a:gd name="connsiteY224" fmla="*/ 250570 h 741641"/>
                <a:gd name="connsiteX225" fmla="*/ 2191609 w 2912392"/>
                <a:gd name="connsiteY225" fmla="*/ 255832 h 741641"/>
                <a:gd name="connsiteX226" fmla="*/ 2201338 w 2912392"/>
                <a:gd name="connsiteY226" fmla="*/ 261242 h 741641"/>
                <a:gd name="connsiteX227" fmla="*/ 2211082 w 2912392"/>
                <a:gd name="connsiteY227" fmla="*/ 266796 h 741641"/>
                <a:gd name="connsiteX228" fmla="*/ 2220826 w 2912392"/>
                <a:gd name="connsiteY228" fmla="*/ 272491 h 741641"/>
                <a:gd name="connsiteX229" fmla="*/ 2230570 w 2912392"/>
                <a:gd name="connsiteY229" fmla="*/ 278320 h 741641"/>
                <a:gd name="connsiteX230" fmla="*/ 2240299 w 2912392"/>
                <a:gd name="connsiteY230" fmla="*/ 284284 h 741641"/>
                <a:gd name="connsiteX231" fmla="*/ 2250043 w 2912392"/>
                <a:gd name="connsiteY231" fmla="*/ 290377 h 741641"/>
                <a:gd name="connsiteX232" fmla="*/ 2259787 w 2912392"/>
                <a:gd name="connsiteY232" fmla="*/ 296594 h 741641"/>
                <a:gd name="connsiteX233" fmla="*/ 2269531 w 2912392"/>
                <a:gd name="connsiteY233" fmla="*/ 302932 h 741641"/>
                <a:gd name="connsiteX234" fmla="*/ 2279260 w 2912392"/>
                <a:gd name="connsiteY234" fmla="*/ 309389 h 741641"/>
                <a:gd name="connsiteX235" fmla="*/ 2289004 w 2912392"/>
                <a:gd name="connsiteY235" fmla="*/ 315961 h 741641"/>
                <a:gd name="connsiteX236" fmla="*/ 2298748 w 2912392"/>
                <a:gd name="connsiteY236" fmla="*/ 322643 h 741641"/>
                <a:gd name="connsiteX237" fmla="*/ 2308492 w 2912392"/>
                <a:gd name="connsiteY237" fmla="*/ 329434 h 741641"/>
                <a:gd name="connsiteX238" fmla="*/ 2318236 w 2912392"/>
                <a:gd name="connsiteY238" fmla="*/ 336328 h 741641"/>
                <a:gd name="connsiteX239" fmla="*/ 2327965 w 2912392"/>
                <a:gd name="connsiteY239" fmla="*/ 343325 h 741641"/>
                <a:gd name="connsiteX240" fmla="*/ 2337709 w 2912392"/>
                <a:gd name="connsiteY240" fmla="*/ 350420 h 741641"/>
                <a:gd name="connsiteX241" fmla="*/ 2347453 w 2912392"/>
                <a:gd name="connsiteY241" fmla="*/ 357608 h 741641"/>
                <a:gd name="connsiteX242" fmla="*/ 2357197 w 2912392"/>
                <a:gd name="connsiteY242" fmla="*/ 364889 h 741641"/>
                <a:gd name="connsiteX243" fmla="*/ 2366926 w 2912392"/>
                <a:gd name="connsiteY243" fmla="*/ 372257 h 741641"/>
                <a:gd name="connsiteX244" fmla="*/ 2376670 w 2912392"/>
                <a:gd name="connsiteY244" fmla="*/ 379711 h 741641"/>
                <a:gd name="connsiteX245" fmla="*/ 2386413 w 2912392"/>
                <a:gd name="connsiteY245" fmla="*/ 387245 h 741641"/>
                <a:gd name="connsiteX246" fmla="*/ 2396157 w 2912392"/>
                <a:gd name="connsiteY246" fmla="*/ 394857 h 741641"/>
                <a:gd name="connsiteX247" fmla="*/ 2405886 w 2912392"/>
                <a:gd name="connsiteY247" fmla="*/ 402544 h 741641"/>
                <a:gd name="connsiteX248" fmla="*/ 2415630 w 2912392"/>
                <a:gd name="connsiteY248" fmla="*/ 410300 h 741641"/>
                <a:gd name="connsiteX249" fmla="*/ 2425374 w 2912392"/>
                <a:gd name="connsiteY249" fmla="*/ 418122 h 741641"/>
                <a:gd name="connsiteX250" fmla="*/ 2435118 w 2912392"/>
                <a:gd name="connsiteY250" fmla="*/ 426008 h 741641"/>
                <a:gd name="connsiteX251" fmla="*/ 2444862 w 2912392"/>
                <a:gd name="connsiteY251" fmla="*/ 433951 h 741641"/>
                <a:gd name="connsiteX252" fmla="*/ 2454591 w 2912392"/>
                <a:gd name="connsiteY252" fmla="*/ 441947 h 741641"/>
                <a:gd name="connsiteX253" fmla="*/ 2464335 w 2912392"/>
                <a:gd name="connsiteY253" fmla="*/ 449992 h 741641"/>
                <a:gd name="connsiteX254" fmla="*/ 2474079 w 2912392"/>
                <a:gd name="connsiteY254" fmla="*/ 458083 h 741641"/>
                <a:gd name="connsiteX255" fmla="*/ 2483823 w 2912392"/>
                <a:gd name="connsiteY255" fmla="*/ 466211 h 741641"/>
                <a:gd name="connsiteX256" fmla="*/ 2493552 w 2912392"/>
                <a:gd name="connsiteY256" fmla="*/ 474375 h 741641"/>
                <a:gd name="connsiteX257" fmla="*/ 2503296 w 2912392"/>
                <a:gd name="connsiteY257" fmla="*/ 482565 h 741641"/>
                <a:gd name="connsiteX258" fmla="*/ 2513040 w 2912392"/>
                <a:gd name="connsiteY258" fmla="*/ 490778 h 741641"/>
                <a:gd name="connsiteX259" fmla="*/ 2522784 w 2912392"/>
                <a:gd name="connsiteY259" fmla="*/ 499009 h 741641"/>
                <a:gd name="connsiteX260" fmla="*/ 2532513 w 2912392"/>
                <a:gd name="connsiteY260" fmla="*/ 507248 h 741641"/>
                <a:gd name="connsiteX261" fmla="*/ 2542257 w 2912392"/>
                <a:gd name="connsiteY261" fmla="*/ 515491 h 741641"/>
                <a:gd name="connsiteX262" fmla="*/ 2552001 w 2912392"/>
                <a:gd name="connsiteY262" fmla="*/ 523730 h 741641"/>
                <a:gd name="connsiteX263" fmla="*/ 2561745 w 2912392"/>
                <a:gd name="connsiteY263" fmla="*/ 531959 h 741641"/>
                <a:gd name="connsiteX264" fmla="*/ 2571474 w 2912392"/>
                <a:gd name="connsiteY264" fmla="*/ 540170 h 741641"/>
                <a:gd name="connsiteX265" fmla="*/ 2581218 w 2912392"/>
                <a:gd name="connsiteY265" fmla="*/ 548354 h 741641"/>
                <a:gd name="connsiteX266" fmla="*/ 2590962 w 2912392"/>
                <a:gd name="connsiteY266" fmla="*/ 556504 h 741641"/>
                <a:gd name="connsiteX267" fmla="*/ 2600705 w 2912392"/>
                <a:gd name="connsiteY267" fmla="*/ 564612 h 741641"/>
                <a:gd name="connsiteX268" fmla="*/ 2610449 w 2912392"/>
                <a:gd name="connsiteY268" fmla="*/ 572668 h 741641"/>
                <a:gd name="connsiteX269" fmla="*/ 2620178 w 2912392"/>
                <a:gd name="connsiteY269" fmla="*/ 580664 h 741641"/>
                <a:gd name="connsiteX270" fmla="*/ 2629922 w 2912392"/>
                <a:gd name="connsiteY270" fmla="*/ 588590 h 741641"/>
                <a:gd name="connsiteX271" fmla="*/ 2639666 w 2912392"/>
                <a:gd name="connsiteY271" fmla="*/ 596438 h 741641"/>
                <a:gd name="connsiteX272" fmla="*/ 2649410 w 2912392"/>
                <a:gd name="connsiteY272" fmla="*/ 604197 h 741641"/>
                <a:gd name="connsiteX273" fmla="*/ 2659139 w 2912392"/>
                <a:gd name="connsiteY273" fmla="*/ 611858 h 741641"/>
                <a:gd name="connsiteX274" fmla="*/ 2668883 w 2912392"/>
                <a:gd name="connsiteY274" fmla="*/ 619410 h 741641"/>
                <a:gd name="connsiteX275" fmla="*/ 2678627 w 2912392"/>
                <a:gd name="connsiteY275" fmla="*/ 626843 h 741641"/>
                <a:gd name="connsiteX276" fmla="*/ 2688371 w 2912392"/>
                <a:gd name="connsiteY276" fmla="*/ 634147 h 741641"/>
                <a:gd name="connsiteX277" fmla="*/ 2698100 w 2912392"/>
                <a:gd name="connsiteY277" fmla="*/ 641310 h 741641"/>
                <a:gd name="connsiteX278" fmla="*/ 2707844 w 2912392"/>
                <a:gd name="connsiteY278" fmla="*/ 648323 h 741641"/>
                <a:gd name="connsiteX279" fmla="*/ 2717588 w 2912392"/>
                <a:gd name="connsiteY279" fmla="*/ 655174 h 741641"/>
                <a:gd name="connsiteX280" fmla="*/ 2727332 w 2912392"/>
                <a:gd name="connsiteY280" fmla="*/ 661852 h 741641"/>
                <a:gd name="connsiteX281" fmla="*/ 2737076 w 2912392"/>
                <a:gd name="connsiteY281" fmla="*/ 668346 h 741641"/>
                <a:gd name="connsiteX282" fmla="*/ 2746805 w 2912392"/>
                <a:gd name="connsiteY282" fmla="*/ 674647 h 741641"/>
                <a:gd name="connsiteX283" fmla="*/ 2756549 w 2912392"/>
                <a:gd name="connsiteY283" fmla="*/ 680739 h 741641"/>
                <a:gd name="connsiteX284" fmla="*/ 2766293 w 2912392"/>
                <a:gd name="connsiteY284" fmla="*/ 686617 h 741641"/>
                <a:gd name="connsiteX285" fmla="*/ 2776037 w 2912392"/>
                <a:gd name="connsiteY285" fmla="*/ 692265 h 741641"/>
                <a:gd name="connsiteX286" fmla="*/ 2785766 w 2912392"/>
                <a:gd name="connsiteY286" fmla="*/ 697675 h 741641"/>
                <a:gd name="connsiteX287" fmla="*/ 2795510 w 2912392"/>
                <a:gd name="connsiteY287" fmla="*/ 702834 h 741641"/>
                <a:gd name="connsiteX288" fmla="*/ 2805254 w 2912392"/>
                <a:gd name="connsiteY288" fmla="*/ 707734 h 741641"/>
                <a:gd name="connsiteX289" fmla="*/ 2814998 w 2912392"/>
                <a:gd name="connsiteY289" fmla="*/ 712364 h 741641"/>
                <a:gd name="connsiteX290" fmla="*/ 2824727 w 2912392"/>
                <a:gd name="connsiteY290" fmla="*/ 716711 h 741641"/>
                <a:gd name="connsiteX291" fmla="*/ 2834471 w 2912392"/>
                <a:gd name="connsiteY291" fmla="*/ 720768 h 741641"/>
                <a:gd name="connsiteX292" fmla="*/ 2844215 w 2912392"/>
                <a:gd name="connsiteY292" fmla="*/ 724524 h 741641"/>
                <a:gd name="connsiteX293" fmla="*/ 2853958 w 2912392"/>
                <a:gd name="connsiteY293" fmla="*/ 727969 h 741641"/>
                <a:gd name="connsiteX294" fmla="*/ 2863687 w 2912392"/>
                <a:gd name="connsiteY294" fmla="*/ 731095 h 741641"/>
                <a:gd name="connsiteX295" fmla="*/ 2873431 w 2912392"/>
                <a:gd name="connsiteY295" fmla="*/ 733893 h 741641"/>
                <a:gd name="connsiteX296" fmla="*/ 2883175 w 2912392"/>
                <a:gd name="connsiteY296" fmla="*/ 736354 h 741641"/>
                <a:gd name="connsiteX297" fmla="*/ 2892919 w 2912392"/>
                <a:gd name="connsiteY297" fmla="*/ 738471 h 741641"/>
                <a:gd name="connsiteX298" fmla="*/ 2902663 w 2912392"/>
                <a:gd name="connsiteY298" fmla="*/ 740235 h 741641"/>
                <a:gd name="connsiteX299" fmla="*/ 2912392 w 2912392"/>
                <a:gd name="connsiteY299" fmla="*/ 741642 h 741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41641">
                  <a:moveTo>
                    <a:pt x="0" y="40208"/>
                  </a:moveTo>
                  <a:lnTo>
                    <a:pt x="9739" y="35720"/>
                  </a:lnTo>
                  <a:lnTo>
                    <a:pt x="19480" y="31468"/>
                  </a:lnTo>
                  <a:lnTo>
                    <a:pt x="29221" y="27456"/>
                  </a:lnTo>
                  <a:lnTo>
                    <a:pt x="38961" y="23694"/>
                  </a:lnTo>
                  <a:lnTo>
                    <a:pt x="48702" y="20187"/>
                  </a:lnTo>
                  <a:lnTo>
                    <a:pt x="58443" y="16940"/>
                  </a:lnTo>
                  <a:lnTo>
                    <a:pt x="68182" y="13963"/>
                  </a:lnTo>
                  <a:lnTo>
                    <a:pt x="77923" y="11259"/>
                  </a:lnTo>
                  <a:lnTo>
                    <a:pt x="87664" y="8835"/>
                  </a:lnTo>
                  <a:lnTo>
                    <a:pt x="97404" y="6694"/>
                  </a:lnTo>
                  <a:lnTo>
                    <a:pt x="107145" y="4842"/>
                  </a:lnTo>
                  <a:lnTo>
                    <a:pt x="116886" y="3284"/>
                  </a:lnTo>
                  <a:lnTo>
                    <a:pt x="126625" y="2022"/>
                  </a:lnTo>
                  <a:lnTo>
                    <a:pt x="136366" y="1059"/>
                  </a:lnTo>
                  <a:lnTo>
                    <a:pt x="146107" y="399"/>
                  </a:lnTo>
                  <a:lnTo>
                    <a:pt x="155846" y="46"/>
                  </a:lnTo>
                  <a:lnTo>
                    <a:pt x="165587" y="0"/>
                  </a:lnTo>
                  <a:lnTo>
                    <a:pt x="175328" y="264"/>
                  </a:lnTo>
                  <a:lnTo>
                    <a:pt x="185068" y="837"/>
                  </a:lnTo>
                  <a:lnTo>
                    <a:pt x="194809" y="1722"/>
                  </a:lnTo>
                  <a:lnTo>
                    <a:pt x="204550" y="2920"/>
                  </a:lnTo>
                  <a:lnTo>
                    <a:pt x="214289" y="4428"/>
                  </a:lnTo>
                  <a:lnTo>
                    <a:pt x="224030" y="6249"/>
                  </a:lnTo>
                  <a:lnTo>
                    <a:pt x="233771" y="8378"/>
                  </a:lnTo>
                  <a:lnTo>
                    <a:pt x="243510" y="10817"/>
                  </a:lnTo>
                  <a:lnTo>
                    <a:pt x="253251" y="13564"/>
                  </a:lnTo>
                  <a:lnTo>
                    <a:pt x="262992" y="16614"/>
                  </a:lnTo>
                  <a:lnTo>
                    <a:pt x="272732" y="19968"/>
                  </a:lnTo>
                  <a:lnTo>
                    <a:pt x="282473" y="23619"/>
                  </a:lnTo>
                  <a:lnTo>
                    <a:pt x="292214" y="27568"/>
                  </a:lnTo>
                  <a:lnTo>
                    <a:pt x="301953" y="31808"/>
                  </a:lnTo>
                  <a:lnTo>
                    <a:pt x="311694" y="36336"/>
                  </a:lnTo>
                  <a:lnTo>
                    <a:pt x="321435" y="41145"/>
                  </a:lnTo>
                  <a:lnTo>
                    <a:pt x="331175" y="46233"/>
                  </a:lnTo>
                  <a:lnTo>
                    <a:pt x="340916" y="51594"/>
                  </a:lnTo>
                  <a:lnTo>
                    <a:pt x="350656" y="57223"/>
                  </a:lnTo>
                  <a:lnTo>
                    <a:pt x="360396" y="63111"/>
                  </a:lnTo>
                  <a:lnTo>
                    <a:pt x="370137" y="69253"/>
                  </a:lnTo>
                  <a:lnTo>
                    <a:pt x="379878" y="75645"/>
                  </a:lnTo>
                  <a:lnTo>
                    <a:pt x="389617" y="82277"/>
                  </a:lnTo>
                  <a:lnTo>
                    <a:pt x="399358" y="89142"/>
                  </a:lnTo>
                  <a:lnTo>
                    <a:pt x="409099" y="96234"/>
                  </a:lnTo>
                  <a:lnTo>
                    <a:pt x="418839" y="103545"/>
                  </a:lnTo>
                  <a:lnTo>
                    <a:pt x="428580" y="111066"/>
                  </a:lnTo>
                  <a:lnTo>
                    <a:pt x="438321" y="118790"/>
                  </a:lnTo>
                  <a:lnTo>
                    <a:pt x="448060" y="126707"/>
                  </a:lnTo>
                  <a:lnTo>
                    <a:pt x="457801" y="134809"/>
                  </a:lnTo>
                  <a:lnTo>
                    <a:pt x="467542" y="143090"/>
                  </a:lnTo>
                  <a:lnTo>
                    <a:pt x="477281" y="151538"/>
                  </a:lnTo>
                  <a:lnTo>
                    <a:pt x="487022" y="160145"/>
                  </a:lnTo>
                  <a:lnTo>
                    <a:pt x="496763" y="168902"/>
                  </a:lnTo>
                  <a:lnTo>
                    <a:pt x="506503" y="177800"/>
                  </a:lnTo>
                  <a:lnTo>
                    <a:pt x="516244" y="186829"/>
                  </a:lnTo>
                  <a:lnTo>
                    <a:pt x="525985" y="195981"/>
                  </a:lnTo>
                  <a:lnTo>
                    <a:pt x="535724" y="205245"/>
                  </a:lnTo>
                  <a:lnTo>
                    <a:pt x="545465" y="214612"/>
                  </a:lnTo>
                  <a:lnTo>
                    <a:pt x="555206" y="224072"/>
                  </a:lnTo>
                  <a:lnTo>
                    <a:pt x="564946" y="233616"/>
                  </a:lnTo>
                  <a:lnTo>
                    <a:pt x="574687" y="243235"/>
                  </a:lnTo>
                  <a:lnTo>
                    <a:pt x="584428" y="252919"/>
                  </a:lnTo>
                  <a:lnTo>
                    <a:pt x="594167" y="262657"/>
                  </a:lnTo>
                  <a:lnTo>
                    <a:pt x="603908" y="272441"/>
                  </a:lnTo>
                  <a:lnTo>
                    <a:pt x="613649" y="282261"/>
                  </a:lnTo>
                  <a:lnTo>
                    <a:pt x="623388" y="292106"/>
                  </a:lnTo>
                  <a:lnTo>
                    <a:pt x="633129" y="301968"/>
                  </a:lnTo>
                  <a:lnTo>
                    <a:pt x="642870" y="311839"/>
                  </a:lnTo>
                  <a:lnTo>
                    <a:pt x="652610" y="321705"/>
                  </a:lnTo>
                  <a:lnTo>
                    <a:pt x="662351" y="331560"/>
                  </a:lnTo>
                  <a:lnTo>
                    <a:pt x="672092" y="341394"/>
                  </a:lnTo>
                  <a:lnTo>
                    <a:pt x="681831" y="351196"/>
                  </a:lnTo>
                  <a:lnTo>
                    <a:pt x="691572" y="360959"/>
                  </a:lnTo>
                  <a:lnTo>
                    <a:pt x="701313" y="370672"/>
                  </a:lnTo>
                  <a:lnTo>
                    <a:pt x="711052" y="380326"/>
                  </a:lnTo>
                  <a:lnTo>
                    <a:pt x="720793" y="389914"/>
                  </a:lnTo>
                  <a:lnTo>
                    <a:pt x="730534" y="399424"/>
                  </a:lnTo>
                  <a:lnTo>
                    <a:pt x="740274" y="408847"/>
                  </a:lnTo>
                  <a:lnTo>
                    <a:pt x="750015" y="418177"/>
                  </a:lnTo>
                  <a:lnTo>
                    <a:pt x="759756" y="427403"/>
                  </a:lnTo>
                  <a:lnTo>
                    <a:pt x="769495" y="436515"/>
                  </a:lnTo>
                  <a:lnTo>
                    <a:pt x="779236" y="445506"/>
                  </a:lnTo>
                  <a:lnTo>
                    <a:pt x="788977" y="454367"/>
                  </a:lnTo>
                  <a:lnTo>
                    <a:pt x="798717" y="463090"/>
                  </a:lnTo>
                  <a:lnTo>
                    <a:pt x="808458" y="471665"/>
                  </a:lnTo>
                  <a:lnTo>
                    <a:pt x="818199" y="480084"/>
                  </a:lnTo>
                  <a:lnTo>
                    <a:pt x="827938" y="488339"/>
                  </a:lnTo>
                  <a:lnTo>
                    <a:pt x="837679" y="496422"/>
                  </a:lnTo>
                  <a:lnTo>
                    <a:pt x="847420" y="504325"/>
                  </a:lnTo>
                  <a:lnTo>
                    <a:pt x="857159" y="512039"/>
                  </a:lnTo>
                  <a:lnTo>
                    <a:pt x="866900" y="519556"/>
                  </a:lnTo>
                  <a:lnTo>
                    <a:pt x="876641" y="526870"/>
                  </a:lnTo>
                  <a:lnTo>
                    <a:pt x="886381" y="533971"/>
                  </a:lnTo>
                  <a:lnTo>
                    <a:pt x="896122" y="540851"/>
                  </a:lnTo>
                  <a:lnTo>
                    <a:pt x="905863" y="547506"/>
                  </a:lnTo>
                  <a:lnTo>
                    <a:pt x="915602" y="553926"/>
                  </a:lnTo>
                  <a:lnTo>
                    <a:pt x="925343" y="560105"/>
                  </a:lnTo>
                  <a:lnTo>
                    <a:pt x="935084" y="566035"/>
                  </a:lnTo>
                  <a:lnTo>
                    <a:pt x="944824" y="571710"/>
                  </a:lnTo>
                  <a:lnTo>
                    <a:pt x="954564" y="577122"/>
                  </a:lnTo>
                  <a:lnTo>
                    <a:pt x="964305" y="582269"/>
                  </a:lnTo>
                  <a:lnTo>
                    <a:pt x="974045" y="587139"/>
                  </a:lnTo>
                  <a:lnTo>
                    <a:pt x="983786" y="591731"/>
                  </a:lnTo>
                  <a:lnTo>
                    <a:pt x="993522" y="596037"/>
                  </a:lnTo>
                  <a:lnTo>
                    <a:pt x="1003266" y="600054"/>
                  </a:lnTo>
                  <a:lnTo>
                    <a:pt x="1013010" y="603772"/>
                  </a:lnTo>
                  <a:lnTo>
                    <a:pt x="1022754" y="607192"/>
                  </a:lnTo>
                  <a:lnTo>
                    <a:pt x="1032483" y="610306"/>
                  </a:lnTo>
                  <a:lnTo>
                    <a:pt x="1042227" y="613109"/>
                  </a:lnTo>
                  <a:lnTo>
                    <a:pt x="1051971" y="615602"/>
                  </a:lnTo>
                  <a:lnTo>
                    <a:pt x="1061715" y="617777"/>
                  </a:lnTo>
                  <a:lnTo>
                    <a:pt x="1071444" y="619634"/>
                  </a:lnTo>
                  <a:lnTo>
                    <a:pt x="1081188" y="621168"/>
                  </a:lnTo>
                  <a:lnTo>
                    <a:pt x="1090932" y="622380"/>
                  </a:lnTo>
                  <a:lnTo>
                    <a:pt x="1100676" y="623263"/>
                  </a:lnTo>
                  <a:lnTo>
                    <a:pt x="1110405" y="623820"/>
                  </a:lnTo>
                  <a:lnTo>
                    <a:pt x="1120149" y="624050"/>
                  </a:lnTo>
                  <a:lnTo>
                    <a:pt x="1129893" y="623950"/>
                  </a:lnTo>
                  <a:lnTo>
                    <a:pt x="1139637" y="623521"/>
                  </a:lnTo>
                  <a:lnTo>
                    <a:pt x="1149381" y="622763"/>
                  </a:lnTo>
                  <a:lnTo>
                    <a:pt x="1159110" y="621678"/>
                  </a:lnTo>
                  <a:lnTo>
                    <a:pt x="1168854" y="620267"/>
                  </a:lnTo>
                  <a:lnTo>
                    <a:pt x="1178598" y="618531"/>
                  </a:lnTo>
                  <a:lnTo>
                    <a:pt x="1188341" y="616474"/>
                  </a:lnTo>
                  <a:lnTo>
                    <a:pt x="1198070" y="614097"/>
                  </a:lnTo>
                  <a:lnTo>
                    <a:pt x="1207814" y="611405"/>
                  </a:lnTo>
                  <a:lnTo>
                    <a:pt x="1217558" y="608400"/>
                  </a:lnTo>
                  <a:lnTo>
                    <a:pt x="1227302" y="605088"/>
                  </a:lnTo>
                  <a:lnTo>
                    <a:pt x="1237031" y="601473"/>
                  </a:lnTo>
                  <a:lnTo>
                    <a:pt x="1246775" y="597561"/>
                  </a:lnTo>
                  <a:lnTo>
                    <a:pt x="1256519" y="593358"/>
                  </a:lnTo>
                  <a:lnTo>
                    <a:pt x="1266263" y="588867"/>
                  </a:lnTo>
                  <a:lnTo>
                    <a:pt x="1276007" y="584100"/>
                  </a:lnTo>
                  <a:lnTo>
                    <a:pt x="1285736" y="579061"/>
                  </a:lnTo>
                  <a:lnTo>
                    <a:pt x="1295480" y="573758"/>
                  </a:lnTo>
                  <a:lnTo>
                    <a:pt x="1305224" y="568199"/>
                  </a:lnTo>
                  <a:lnTo>
                    <a:pt x="1314968" y="562395"/>
                  </a:lnTo>
                  <a:lnTo>
                    <a:pt x="1324697" y="556352"/>
                  </a:lnTo>
                  <a:lnTo>
                    <a:pt x="1334441" y="550079"/>
                  </a:lnTo>
                  <a:lnTo>
                    <a:pt x="1344185" y="543589"/>
                  </a:lnTo>
                  <a:lnTo>
                    <a:pt x="1353929" y="536889"/>
                  </a:lnTo>
                  <a:lnTo>
                    <a:pt x="1363658" y="529993"/>
                  </a:lnTo>
                  <a:lnTo>
                    <a:pt x="1373402" y="522907"/>
                  </a:lnTo>
                  <a:lnTo>
                    <a:pt x="1383146" y="515646"/>
                  </a:lnTo>
                  <a:lnTo>
                    <a:pt x="1392890" y="508219"/>
                  </a:lnTo>
                  <a:lnTo>
                    <a:pt x="1402619" y="500640"/>
                  </a:lnTo>
                  <a:lnTo>
                    <a:pt x="1412363" y="492918"/>
                  </a:lnTo>
                  <a:lnTo>
                    <a:pt x="1422106" y="485068"/>
                  </a:lnTo>
                  <a:lnTo>
                    <a:pt x="1431850" y="477100"/>
                  </a:lnTo>
                  <a:lnTo>
                    <a:pt x="1441594" y="469027"/>
                  </a:lnTo>
                  <a:lnTo>
                    <a:pt x="1451323" y="460864"/>
                  </a:lnTo>
                  <a:lnTo>
                    <a:pt x="1461067" y="452621"/>
                  </a:lnTo>
                  <a:lnTo>
                    <a:pt x="1470811" y="444310"/>
                  </a:lnTo>
                  <a:lnTo>
                    <a:pt x="1480555" y="435946"/>
                  </a:lnTo>
                  <a:lnTo>
                    <a:pt x="1490284" y="427541"/>
                  </a:lnTo>
                  <a:lnTo>
                    <a:pt x="1500028" y="419108"/>
                  </a:lnTo>
                  <a:lnTo>
                    <a:pt x="1509772" y="410662"/>
                  </a:lnTo>
                  <a:lnTo>
                    <a:pt x="1519516" y="402211"/>
                  </a:lnTo>
                  <a:lnTo>
                    <a:pt x="1529245" y="393773"/>
                  </a:lnTo>
                  <a:lnTo>
                    <a:pt x="1538989" y="385358"/>
                  </a:lnTo>
                  <a:lnTo>
                    <a:pt x="1548733" y="376979"/>
                  </a:lnTo>
                  <a:lnTo>
                    <a:pt x="1558477" y="368647"/>
                  </a:lnTo>
                  <a:lnTo>
                    <a:pt x="1568221" y="360377"/>
                  </a:lnTo>
                  <a:lnTo>
                    <a:pt x="1577950" y="352179"/>
                  </a:lnTo>
                  <a:lnTo>
                    <a:pt x="1587694" y="344065"/>
                  </a:lnTo>
                  <a:lnTo>
                    <a:pt x="1597438" y="336048"/>
                  </a:lnTo>
                  <a:lnTo>
                    <a:pt x="1607182" y="328140"/>
                  </a:lnTo>
                  <a:lnTo>
                    <a:pt x="1616911" y="320349"/>
                  </a:lnTo>
                  <a:lnTo>
                    <a:pt x="1626655" y="312688"/>
                  </a:lnTo>
                  <a:lnTo>
                    <a:pt x="1636399" y="305167"/>
                  </a:lnTo>
                  <a:lnTo>
                    <a:pt x="1646142" y="297796"/>
                  </a:lnTo>
                  <a:lnTo>
                    <a:pt x="1655872" y="290585"/>
                  </a:lnTo>
                  <a:lnTo>
                    <a:pt x="1665616" y="283546"/>
                  </a:lnTo>
                  <a:lnTo>
                    <a:pt x="1675359" y="276683"/>
                  </a:lnTo>
                  <a:lnTo>
                    <a:pt x="1685103" y="270008"/>
                  </a:lnTo>
                  <a:lnTo>
                    <a:pt x="1694832" y="263529"/>
                  </a:lnTo>
                  <a:lnTo>
                    <a:pt x="1704576" y="257253"/>
                  </a:lnTo>
                  <a:lnTo>
                    <a:pt x="1714320" y="251189"/>
                  </a:lnTo>
                  <a:lnTo>
                    <a:pt x="1724064" y="245343"/>
                  </a:lnTo>
                  <a:lnTo>
                    <a:pt x="1733808" y="239722"/>
                  </a:lnTo>
                  <a:lnTo>
                    <a:pt x="1743537" y="234330"/>
                  </a:lnTo>
                  <a:lnTo>
                    <a:pt x="1753281" y="229176"/>
                  </a:lnTo>
                  <a:lnTo>
                    <a:pt x="1763025" y="224264"/>
                  </a:lnTo>
                  <a:lnTo>
                    <a:pt x="1772769" y="219598"/>
                  </a:lnTo>
                  <a:lnTo>
                    <a:pt x="1782498" y="215183"/>
                  </a:lnTo>
                  <a:lnTo>
                    <a:pt x="1792242" y="211023"/>
                  </a:lnTo>
                  <a:lnTo>
                    <a:pt x="1801986" y="207121"/>
                  </a:lnTo>
                  <a:lnTo>
                    <a:pt x="1811730" y="203480"/>
                  </a:lnTo>
                  <a:lnTo>
                    <a:pt x="1821459" y="200104"/>
                  </a:lnTo>
                  <a:lnTo>
                    <a:pt x="1831203" y="196993"/>
                  </a:lnTo>
                  <a:lnTo>
                    <a:pt x="1840947" y="194149"/>
                  </a:lnTo>
                  <a:lnTo>
                    <a:pt x="1850691" y="191573"/>
                  </a:lnTo>
                  <a:lnTo>
                    <a:pt x="1860435" y="189268"/>
                  </a:lnTo>
                  <a:lnTo>
                    <a:pt x="1870164" y="187231"/>
                  </a:lnTo>
                  <a:lnTo>
                    <a:pt x="1879908" y="185464"/>
                  </a:lnTo>
                  <a:lnTo>
                    <a:pt x="1889652" y="183967"/>
                  </a:lnTo>
                  <a:lnTo>
                    <a:pt x="1899395" y="182739"/>
                  </a:lnTo>
                  <a:lnTo>
                    <a:pt x="1909124" y="181776"/>
                  </a:lnTo>
                  <a:lnTo>
                    <a:pt x="1918868" y="181081"/>
                  </a:lnTo>
                  <a:lnTo>
                    <a:pt x="1928612" y="180649"/>
                  </a:lnTo>
                  <a:lnTo>
                    <a:pt x="1938356" y="180479"/>
                  </a:lnTo>
                  <a:lnTo>
                    <a:pt x="1948085" y="180568"/>
                  </a:lnTo>
                  <a:lnTo>
                    <a:pt x="1957829" y="180912"/>
                  </a:lnTo>
                  <a:lnTo>
                    <a:pt x="1967573" y="181511"/>
                  </a:lnTo>
                  <a:lnTo>
                    <a:pt x="1977317" y="182361"/>
                  </a:lnTo>
                  <a:lnTo>
                    <a:pt x="1987046" y="183457"/>
                  </a:lnTo>
                  <a:lnTo>
                    <a:pt x="1996790" y="184795"/>
                  </a:lnTo>
                  <a:lnTo>
                    <a:pt x="2006534" y="186373"/>
                  </a:lnTo>
                  <a:lnTo>
                    <a:pt x="2016278" y="188186"/>
                  </a:lnTo>
                  <a:lnTo>
                    <a:pt x="2026022" y="190230"/>
                  </a:lnTo>
                  <a:lnTo>
                    <a:pt x="2035751" y="192499"/>
                  </a:lnTo>
                  <a:lnTo>
                    <a:pt x="2045495" y="194992"/>
                  </a:lnTo>
                  <a:lnTo>
                    <a:pt x="2055239" y="197702"/>
                  </a:lnTo>
                  <a:lnTo>
                    <a:pt x="2064983" y="200624"/>
                  </a:lnTo>
                  <a:lnTo>
                    <a:pt x="2074712" y="203754"/>
                  </a:lnTo>
                  <a:lnTo>
                    <a:pt x="2084456" y="207088"/>
                  </a:lnTo>
                  <a:lnTo>
                    <a:pt x="2094200" y="210621"/>
                  </a:lnTo>
                  <a:lnTo>
                    <a:pt x="2103944" y="214347"/>
                  </a:lnTo>
                  <a:lnTo>
                    <a:pt x="2113673" y="218261"/>
                  </a:lnTo>
                  <a:lnTo>
                    <a:pt x="2123417" y="222361"/>
                  </a:lnTo>
                  <a:lnTo>
                    <a:pt x="2133161" y="226640"/>
                  </a:lnTo>
                  <a:lnTo>
                    <a:pt x="2142905" y="231095"/>
                  </a:lnTo>
                  <a:lnTo>
                    <a:pt x="2152649" y="235720"/>
                  </a:lnTo>
                  <a:lnTo>
                    <a:pt x="2162377" y="240510"/>
                  </a:lnTo>
                  <a:lnTo>
                    <a:pt x="2172121" y="245461"/>
                  </a:lnTo>
                  <a:lnTo>
                    <a:pt x="2181865" y="250570"/>
                  </a:lnTo>
                  <a:lnTo>
                    <a:pt x="2191609" y="255832"/>
                  </a:lnTo>
                  <a:lnTo>
                    <a:pt x="2201338" y="261242"/>
                  </a:lnTo>
                  <a:lnTo>
                    <a:pt x="2211082" y="266796"/>
                  </a:lnTo>
                  <a:lnTo>
                    <a:pt x="2220826" y="272491"/>
                  </a:lnTo>
                  <a:lnTo>
                    <a:pt x="2230570" y="278320"/>
                  </a:lnTo>
                  <a:lnTo>
                    <a:pt x="2240299" y="284284"/>
                  </a:lnTo>
                  <a:lnTo>
                    <a:pt x="2250043" y="290377"/>
                  </a:lnTo>
                  <a:lnTo>
                    <a:pt x="2259787" y="296594"/>
                  </a:lnTo>
                  <a:lnTo>
                    <a:pt x="2269531" y="302932"/>
                  </a:lnTo>
                  <a:lnTo>
                    <a:pt x="2279260" y="309389"/>
                  </a:lnTo>
                  <a:lnTo>
                    <a:pt x="2289004" y="315961"/>
                  </a:lnTo>
                  <a:lnTo>
                    <a:pt x="2298748" y="322643"/>
                  </a:lnTo>
                  <a:lnTo>
                    <a:pt x="2308492" y="329434"/>
                  </a:lnTo>
                  <a:lnTo>
                    <a:pt x="2318236" y="336328"/>
                  </a:lnTo>
                  <a:lnTo>
                    <a:pt x="2327965" y="343325"/>
                  </a:lnTo>
                  <a:lnTo>
                    <a:pt x="2337709" y="350420"/>
                  </a:lnTo>
                  <a:lnTo>
                    <a:pt x="2347453" y="357608"/>
                  </a:lnTo>
                  <a:lnTo>
                    <a:pt x="2357197" y="364889"/>
                  </a:lnTo>
                  <a:lnTo>
                    <a:pt x="2366926" y="372257"/>
                  </a:lnTo>
                  <a:lnTo>
                    <a:pt x="2376670" y="379711"/>
                  </a:lnTo>
                  <a:lnTo>
                    <a:pt x="2386413" y="387245"/>
                  </a:lnTo>
                  <a:lnTo>
                    <a:pt x="2396157" y="394857"/>
                  </a:lnTo>
                  <a:lnTo>
                    <a:pt x="2405886" y="402544"/>
                  </a:lnTo>
                  <a:lnTo>
                    <a:pt x="2415630" y="410300"/>
                  </a:lnTo>
                  <a:lnTo>
                    <a:pt x="2425374" y="418122"/>
                  </a:lnTo>
                  <a:lnTo>
                    <a:pt x="2435118" y="426008"/>
                  </a:lnTo>
                  <a:lnTo>
                    <a:pt x="2444862" y="433951"/>
                  </a:lnTo>
                  <a:lnTo>
                    <a:pt x="2454591" y="441947"/>
                  </a:lnTo>
                  <a:lnTo>
                    <a:pt x="2464335" y="449992"/>
                  </a:lnTo>
                  <a:lnTo>
                    <a:pt x="2474079" y="458083"/>
                  </a:lnTo>
                  <a:lnTo>
                    <a:pt x="2483823" y="466211"/>
                  </a:lnTo>
                  <a:lnTo>
                    <a:pt x="2493552" y="474375"/>
                  </a:lnTo>
                  <a:lnTo>
                    <a:pt x="2503296" y="482565"/>
                  </a:lnTo>
                  <a:lnTo>
                    <a:pt x="2513040" y="490778"/>
                  </a:lnTo>
                  <a:lnTo>
                    <a:pt x="2522784" y="499009"/>
                  </a:lnTo>
                  <a:lnTo>
                    <a:pt x="2532513" y="507248"/>
                  </a:lnTo>
                  <a:lnTo>
                    <a:pt x="2542257" y="515491"/>
                  </a:lnTo>
                  <a:lnTo>
                    <a:pt x="2552001" y="523730"/>
                  </a:lnTo>
                  <a:lnTo>
                    <a:pt x="2561745" y="531959"/>
                  </a:lnTo>
                  <a:lnTo>
                    <a:pt x="2571474" y="540170"/>
                  </a:lnTo>
                  <a:lnTo>
                    <a:pt x="2581218" y="548354"/>
                  </a:lnTo>
                  <a:lnTo>
                    <a:pt x="2590962" y="556504"/>
                  </a:lnTo>
                  <a:lnTo>
                    <a:pt x="2600705" y="564612"/>
                  </a:lnTo>
                  <a:lnTo>
                    <a:pt x="2610449" y="572668"/>
                  </a:lnTo>
                  <a:lnTo>
                    <a:pt x="2620178" y="580664"/>
                  </a:lnTo>
                  <a:lnTo>
                    <a:pt x="2629922" y="588590"/>
                  </a:lnTo>
                  <a:lnTo>
                    <a:pt x="2639666" y="596438"/>
                  </a:lnTo>
                  <a:lnTo>
                    <a:pt x="2649410" y="604197"/>
                  </a:lnTo>
                  <a:lnTo>
                    <a:pt x="2659139" y="611858"/>
                  </a:lnTo>
                  <a:lnTo>
                    <a:pt x="2668883" y="619410"/>
                  </a:lnTo>
                  <a:lnTo>
                    <a:pt x="2678627" y="626843"/>
                  </a:lnTo>
                  <a:lnTo>
                    <a:pt x="2688371" y="634147"/>
                  </a:lnTo>
                  <a:lnTo>
                    <a:pt x="2698100" y="641310"/>
                  </a:lnTo>
                  <a:lnTo>
                    <a:pt x="2707844" y="648323"/>
                  </a:lnTo>
                  <a:lnTo>
                    <a:pt x="2717588" y="655174"/>
                  </a:lnTo>
                  <a:lnTo>
                    <a:pt x="2727332" y="661852"/>
                  </a:lnTo>
                  <a:lnTo>
                    <a:pt x="2737076" y="668346"/>
                  </a:lnTo>
                  <a:lnTo>
                    <a:pt x="2746805" y="674647"/>
                  </a:lnTo>
                  <a:lnTo>
                    <a:pt x="2756549" y="680739"/>
                  </a:lnTo>
                  <a:lnTo>
                    <a:pt x="2766293" y="686617"/>
                  </a:lnTo>
                  <a:lnTo>
                    <a:pt x="2776037" y="692265"/>
                  </a:lnTo>
                  <a:lnTo>
                    <a:pt x="2785766" y="697675"/>
                  </a:lnTo>
                  <a:lnTo>
                    <a:pt x="2795510" y="702834"/>
                  </a:lnTo>
                  <a:lnTo>
                    <a:pt x="2805254" y="707734"/>
                  </a:lnTo>
                  <a:lnTo>
                    <a:pt x="2814998" y="712364"/>
                  </a:lnTo>
                  <a:lnTo>
                    <a:pt x="2824727" y="716711"/>
                  </a:lnTo>
                  <a:lnTo>
                    <a:pt x="2834471" y="720768"/>
                  </a:lnTo>
                  <a:lnTo>
                    <a:pt x="2844215" y="724524"/>
                  </a:lnTo>
                  <a:lnTo>
                    <a:pt x="2853958" y="727969"/>
                  </a:lnTo>
                  <a:lnTo>
                    <a:pt x="2863687" y="731095"/>
                  </a:lnTo>
                  <a:lnTo>
                    <a:pt x="2873431" y="733893"/>
                  </a:lnTo>
                  <a:lnTo>
                    <a:pt x="2883175" y="736354"/>
                  </a:lnTo>
                  <a:lnTo>
                    <a:pt x="2892919" y="738471"/>
                  </a:lnTo>
                  <a:lnTo>
                    <a:pt x="2902663" y="740235"/>
                  </a:lnTo>
                  <a:lnTo>
                    <a:pt x="2912392" y="74164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3" name="Freeform 662">
              <a:extLst>
                <a:ext uri="{FF2B5EF4-FFF2-40B4-BE49-F238E27FC236}">
                  <a16:creationId xmlns:a16="http://schemas.microsoft.com/office/drawing/2014/main" id="{E9848582-5EFD-1972-1E57-5639AAA67083}"/>
                </a:ext>
              </a:extLst>
            </p:cNvPr>
            <p:cNvSpPr/>
            <p:nvPr/>
          </p:nvSpPr>
          <p:spPr>
            <a:xfrm>
              <a:off x="576446" y="3308556"/>
              <a:ext cx="2912392" cy="622281"/>
            </a:xfrm>
            <a:custGeom>
              <a:avLst/>
              <a:gdLst>
                <a:gd name="connsiteX0" fmla="*/ 0 w 2912392"/>
                <a:gd name="connsiteY0" fmla="*/ 210053 h 622281"/>
                <a:gd name="connsiteX1" fmla="*/ 9739 w 2912392"/>
                <a:gd name="connsiteY1" fmla="*/ 211832 h 622281"/>
                <a:gd name="connsiteX2" fmla="*/ 19480 w 2912392"/>
                <a:gd name="connsiteY2" fmla="*/ 213756 h 622281"/>
                <a:gd name="connsiteX3" fmla="*/ 29221 w 2912392"/>
                <a:gd name="connsiteY3" fmla="*/ 215824 h 622281"/>
                <a:gd name="connsiteX4" fmla="*/ 38961 w 2912392"/>
                <a:gd name="connsiteY4" fmla="*/ 218033 h 622281"/>
                <a:gd name="connsiteX5" fmla="*/ 48702 w 2912392"/>
                <a:gd name="connsiteY5" fmla="*/ 220386 h 622281"/>
                <a:gd name="connsiteX6" fmla="*/ 58443 w 2912392"/>
                <a:gd name="connsiteY6" fmla="*/ 222877 h 622281"/>
                <a:gd name="connsiteX7" fmla="*/ 68182 w 2912392"/>
                <a:gd name="connsiteY7" fmla="*/ 225505 h 622281"/>
                <a:gd name="connsiteX8" fmla="*/ 77923 w 2912392"/>
                <a:gd name="connsiteY8" fmla="*/ 228270 h 622281"/>
                <a:gd name="connsiteX9" fmla="*/ 87664 w 2912392"/>
                <a:gd name="connsiteY9" fmla="*/ 231168 h 622281"/>
                <a:gd name="connsiteX10" fmla="*/ 97404 w 2912392"/>
                <a:gd name="connsiteY10" fmla="*/ 234199 h 622281"/>
                <a:gd name="connsiteX11" fmla="*/ 107145 w 2912392"/>
                <a:gd name="connsiteY11" fmla="*/ 237357 h 622281"/>
                <a:gd name="connsiteX12" fmla="*/ 116886 w 2912392"/>
                <a:gd name="connsiteY12" fmla="*/ 240644 h 622281"/>
                <a:gd name="connsiteX13" fmla="*/ 126625 w 2912392"/>
                <a:gd name="connsiteY13" fmla="*/ 244054 h 622281"/>
                <a:gd name="connsiteX14" fmla="*/ 136366 w 2912392"/>
                <a:gd name="connsiteY14" fmla="*/ 247587 h 622281"/>
                <a:gd name="connsiteX15" fmla="*/ 146107 w 2912392"/>
                <a:gd name="connsiteY15" fmla="*/ 251239 h 622281"/>
                <a:gd name="connsiteX16" fmla="*/ 155846 w 2912392"/>
                <a:gd name="connsiteY16" fmla="*/ 255008 h 622281"/>
                <a:gd name="connsiteX17" fmla="*/ 165587 w 2912392"/>
                <a:gd name="connsiteY17" fmla="*/ 258891 h 622281"/>
                <a:gd name="connsiteX18" fmla="*/ 175328 w 2912392"/>
                <a:gd name="connsiteY18" fmla="*/ 262884 h 622281"/>
                <a:gd name="connsiteX19" fmla="*/ 185068 w 2912392"/>
                <a:gd name="connsiteY19" fmla="*/ 266985 h 622281"/>
                <a:gd name="connsiteX20" fmla="*/ 194809 w 2912392"/>
                <a:gd name="connsiteY20" fmla="*/ 271191 h 622281"/>
                <a:gd name="connsiteX21" fmla="*/ 204550 w 2912392"/>
                <a:gd name="connsiteY21" fmla="*/ 275498 h 622281"/>
                <a:gd name="connsiteX22" fmla="*/ 214289 w 2912392"/>
                <a:gd name="connsiteY22" fmla="*/ 279904 h 622281"/>
                <a:gd name="connsiteX23" fmla="*/ 224030 w 2912392"/>
                <a:gd name="connsiteY23" fmla="*/ 284404 h 622281"/>
                <a:gd name="connsiteX24" fmla="*/ 233771 w 2912392"/>
                <a:gd name="connsiteY24" fmla="*/ 288994 h 622281"/>
                <a:gd name="connsiteX25" fmla="*/ 243510 w 2912392"/>
                <a:gd name="connsiteY25" fmla="*/ 293671 h 622281"/>
                <a:gd name="connsiteX26" fmla="*/ 253251 w 2912392"/>
                <a:gd name="connsiteY26" fmla="*/ 298431 h 622281"/>
                <a:gd name="connsiteX27" fmla="*/ 262992 w 2912392"/>
                <a:gd name="connsiteY27" fmla="*/ 303270 h 622281"/>
                <a:gd name="connsiteX28" fmla="*/ 272732 w 2912392"/>
                <a:gd name="connsiteY28" fmla="*/ 308182 h 622281"/>
                <a:gd name="connsiteX29" fmla="*/ 282473 w 2912392"/>
                <a:gd name="connsiteY29" fmla="*/ 313166 h 622281"/>
                <a:gd name="connsiteX30" fmla="*/ 292214 w 2912392"/>
                <a:gd name="connsiteY30" fmla="*/ 318217 h 622281"/>
                <a:gd name="connsiteX31" fmla="*/ 301953 w 2912392"/>
                <a:gd name="connsiteY31" fmla="*/ 323327 h 622281"/>
                <a:gd name="connsiteX32" fmla="*/ 311694 w 2912392"/>
                <a:gd name="connsiteY32" fmla="*/ 328494 h 622281"/>
                <a:gd name="connsiteX33" fmla="*/ 321435 w 2912392"/>
                <a:gd name="connsiteY33" fmla="*/ 333713 h 622281"/>
                <a:gd name="connsiteX34" fmla="*/ 331175 w 2912392"/>
                <a:gd name="connsiteY34" fmla="*/ 338980 h 622281"/>
                <a:gd name="connsiteX35" fmla="*/ 340916 w 2912392"/>
                <a:gd name="connsiteY35" fmla="*/ 344287 h 622281"/>
                <a:gd name="connsiteX36" fmla="*/ 350656 w 2912392"/>
                <a:gd name="connsiteY36" fmla="*/ 349633 h 622281"/>
                <a:gd name="connsiteX37" fmla="*/ 360396 w 2912392"/>
                <a:gd name="connsiteY37" fmla="*/ 355008 h 622281"/>
                <a:gd name="connsiteX38" fmla="*/ 370137 w 2912392"/>
                <a:gd name="connsiteY38" fmla="*/ 360411 h 622281"/>
                <a:gd name="connsiteX39" fmla="*/ 379878 w 2912392"/>
                <a:gd name="connsiteY39" fmla="*/ 365834 h 622281"/>
                <a:gd name="connsiteX40" fmla="*/ 389617 w 2912392"/>
                <a:gd name="connsiteY40" fmla="*/ 371274 h 622281"/>
                <a:gd name="connsiteX41" fmla="*/ 399358 w 2912392"/>
                <a:gd name="connsiteY41" fmla="*/ 376722 h 622281"/>
                <a:gd name="connsiteX42" fmla="*/ 409099 w 2912392"/>
                <a:gd name="connsiteY42" fmla="*/ 382175 h 622281"/>
                <a:gd name="connsiteX43" fmla="*/ 418839 w 2912392"/>
                <a:gd name="connsiteY43" fmla="*/ 387627 h 622281"/>
                <a:gd name="connsiteX44" fmla="*/ 428580 w 2912392"/>
                <a:gd name="connsiteY44" fmla="*/ 393071 h 622281"/>
                <a:gd name="connsiteX45" fmla="*/ 438321 w 2912392"/>
                <a:gd name="connsiteY45" fmla="*/ 398504 h 622281"/>
                <a:gd name="connsiteX46" fmla="*/ 448060 w 2912392"/>
                <a:gd name="connsiteY46" fmla="*/ 403919 h 622281"/>
                <a:gd name="connsiteX47" fmla="*/ 457801 w 2912392"/>
                <a:gd name="connsiteY47" fmla="*/ 409309 h 622281"/>
                <a:gd name="connsiteX48" fmla="*/ 467542 w 2912392"/>
                <a:gd name="connsiteY48" fmla="*/ 414670 h 622281"/>
                <a:gd name="connsiteX49" fmla="*/ 477281 w 2912392"/>
                <a:gd name="connsiteY49" fmla="*/ 419998 h 622281"/>
                <a:gd name="connsiteX50" fmla="*/ 487022 w 2912392"/>
                <a:gd name="connsiteY50" fmla="*/ 425284 h 622281"/>
                <a:gd name="connsiteX51" fmla="*/ 496763 w 2912392"/>
                <a:gd name="connsiteY51" fmla="*/ 430525 h 622281"/>
                <a:gd name="connsiteX52" fmla="*/ 506503 w 2912392"/>
                <a:gd name="connsiteY52" fmla="*/ 435715 h 622281"/>
                <a:gd name="connsiteX53" fmla="*/ 516244 w 2912392"/>
                <a:gd name="connsiteY53" fmla="*/ 440850 h 622281"/>
                <a:gd name="connsiteX54" fmla="*/ 525985 w 2912392"/>
                <a:gd name="connsiteY54" fmla="*/ 445924 h 622281"/>
                <a:gd name="connsiteX55" fmla="*/ 535724 w 2912392"/>
                <a:gd name="connsiteY55" fmla="*/ 450931 h 622281"/>
                <a:gd name="connsiteX56" fmla="*/ 545465 w 2912392"/>
                <a:gd name="connsiteY56" fmla="*/ 455869 h 622281"/>
                <a:gd name="connsiteX57" fmla="*/ 555206 w 2912392"/>
                <a:gd name="connsiteY57" fmla="*/ 460732 h 622281"/>
                <a:gd name="connsiteX58" fmla="*/ 564946 w 2912392"/>
                <a:gd name="connsiteY58" fmla="*/ 465514 h 622281"/>
                <a:gd name="connsiteX59" fmla="*/ 574687 w 2912392"/>
                <a:gd name="connsiteY59" fmla="*/ 470215 h 622281"/>
                <a:gd name="connsiteX60" fmla="*/ 584428 w 2912392"/>
                <a:gd name="connsiteY60" fmla="*/ 474828 h 622281"/>
                <a:gd name="connsiteX61" fmla="*/ 594167 w 2912392"/>
                <a:gd name="connsiteY61" fmla="*/ 479349 h 622281"/>
                <a:gd name="connsiteX62" fmla="*/ 603908 w 2912392"/>
                <a:gd name="connsiteY62" fmla="*/ 483777 h 622281"/>
                <a:gd name="connsiteX63" fmla="*/ 613649 w 2912392"/>
                <a:gd name="connsiteY63" fmla="*/ 488109 h 622281"/>
                <a:gd name="connsiteX64" fmla="*/ 623388 w 2912392"/>
                <a:gd name="connsiteY64" fmla="*/ 492341 h 622281"/>
                <a:gd name="connsiteX65" fmla="*/ 633129 w 2912392"/>
                <a:gd name="connsiteY65" fmla="*/ 496470 h 622281"/>
                <a:gd name="connsiteX66" fmla="*/ 642870 w 2912392"/>
                <a:gd name="connsiteY66" fmla="*/ 500495 h 622281"/>
                <a:gd name="connsiteX67" fmla="*/ 652610 w 2912392"/>
                <a:gd name="connsiteY67" fmla="*/ 504414 h 622281"/>
                <a:gd name="connsiteX68" fmla="*/ 662351 w 2912392"/>
                <a:gd name="connsiteY68" fmla="*/ 508227 h 622281"/>
                <a:gd name="connsiteX69" fmla="*/ 672092 w 2912392"/>
                <a:gd name="connsiteY69" fmla="*/ 511929 h 622281"/>
                <a:gd name="connsiteX70" fmla="*/ 681831 w 2912392"/>
                <a:gd name="connsiteY70" fmla="*/ 515523 h 622281"/>
                <a:gd name="connsiteX71" fmla="*/ 691572 w 2912392"/>
                <a:gd name="connsiteY71" fmla="*/ 519006 h 622281"/>
                <a:gd name="connsiteX72" fmla="*/ 701313 w 2912392"/>
                <a:gd name="connsiteY72" fmla="*/ 522381 h 622281"/>
                <a:gd name="connsiteX73" fmla="*/ 711052 w 2912392"/>
                <a:gd name="connsiteY73" fmla="*/ 525645 h 622281"/>
                <a:gd name="connsiteX74" fmla="*/ 720793 w 2912392"/>
                <a:gd name="connsiteY74" fmla="*/ 528801 h 622281"/>
                <a:gd name="connsiteX75" fmla="*/ 730534 w 2912392"/>
                <a:gd name="connsiteY75" fmla="*/ 531849 h 622281"/>
                <a:gd name="connsiteX76" fmla="*/ 740274 w 2912392"/>
                <a:gd name="connsiteY76" fmla="*/ 534790 h 622281"/>
                <a:gd name="connsiteX77" fmla="*/ 750015 w 2912392"/>
                <a:gd name="connsiteY77" fmla="*/ 537625 h 622281"/>
                <a:gd name="connsiteX78" fmla="*/ 759756 w 2912392"/>
                <a:gd name="connsiteY78" fmla="*/ 540359 h 622281"/>
                <a:gd name="connsiteX79" fmla="*/ 769495 w 2912392"/>
                <a:gd name="connsiteY79" fmla="*/ 542992 h 622281"/>
                <a:gd name="connsiteX80" fmla="*/ 779236 w 2912392"/>
                <a:gd name="connsiteY80" fmla="*/ 545528 h 622281"/>
                <a:gd name="connsiteX81" fmla="*/ 788977 w 2912392"/>
                <a:gd name="connsiteY81" fmla="*/ 547968 h 622281"/>
                <a:gd name="connsiteX82" fmla="*/ 798717 w 2912392"/>
                <a:gd name="connsiteY82" fmla="*/ 550318 h 622281"/>
                <a:gd name="connsiteX83" fmla="*/ 808458 w 2912392"/>
                <a:gd name="connsiteY83" fmla="*/ 552578 h 622281"/>
                <a:gd name="connsiteX84" fmla="*/ 818199 w 2912392"/>
                <a:gd name="connsiteY84" fmla="*/ 554755 h 622281"/>
                <a:gd name="connsiteX85" fmla="*/ 827938 w 2912392"/>
                <a:gd name="connsiteY85" fmla="*/ 556851 h 622281"/>
                <a:gd name="connsiteX86" fmla="*/ 837679 w 2912392"/>
                <a:gd name="connsiteY86" fmla="*/ 558870 h 622281"/>
                <a:gd name="connsiteX87" fmla="*/ 847420 w 2912392"/>
                <a:gd name="connsiteY87" fmla="*/ 560819 h 622281"/>
                <a:gd name="connsiteX88" fmla="*/ 857159 w 2912392"/>
                <a:gd name="connsiteY88" fmla="*/ 562699 h 622281"/>
                <a:gd name="connsiteX89" fmla="*/ 866900 w 2912392"/>
                <a:gd name="connsiteY89" fmla="*/ 564516 h 622281"/>
                <a:gd name="connsiteX90" fmla="*/ 876641 w 2912392"/>
                <a:gd name="connsiteY90" fmla="*/ 566275 h 622281"/>
                <a:gd name="connsiteX91" fmla="*/ 886381 w 2912392"/>
                <a:gd name="connsiteY91" fmla="*/ 567982 h 622281"/>
                <a:gd name="connsiteX92" fmla="*/ 896122 w 2912392"/>
                <a:gd name="connsiteY92" fmla="*/ 569639 h 622281"/>
                <a:gd name="connsiteX93" fmla="*/ 905863 w 2912392"/>
                <a:gd name="connsiteY93" fmla="*/ 571252 h 622281"/>
                <a:gd name="connsiteX94" fmla="*/ 915602 w 2912392"/>
                <a:gd name="connsiteY94" fmla="*/ 572829 h 622281"/>
                <a:gd name="connsiteX95" fmla="*/ 925343 w 2912392"/>
                <a:gd name="connsiteY95" fmla="*/ 574369 h 622281"/>
                <a:gd name="connsiteX96" fmla="*/ 935084 w 2912392"/>
                <a:gd name="connsiteY96" fmla="*/ 575880 h 622281"/>
                <a:gd name="connsiteX97" fmla="*/ 944824 w 2912392"/>
                <a:gd name="connsiteY97" fmla="*/ 577365 h 622281"/>
                <a:gd name="connsiteX98" fmla="*/ 954564 w 2912392"/>
                <a:gd name="connsiteY98" fmla="*/ 578831 h 622281"/>
                <a:gd name="connsiteX99" fmla="*/ 964305 w 2912392"/>
                <a:gd name="connsiteY99" fmla="*/ 580280 h 622281"/>
                <a:gd name="connsiteX100" fmla="*/ 974045 w 2912392"/>
                <a:gd name="connsiteY100" fmla="*/ 581716 h 622281"/>
                <a:gd name="connsiteX101" fmla="*/ 983786 w 2912392"/>
                <a:gd name="connsiteY101" fmla="*/ 583142 h 622281"/>
                <a:gd name="connsiteX102" fmla="*/ 993522 w 2912392"/>
                <a:gd name="connsiteY102" fmla="*/ 584563 h 622281"/>
                <a:gd name="connsiteX103" fmla="*/ 1003266 w 2912392"/>
                <a:gd name="connsiteY103" fmla="*/ 585981 h 622281"/>
                <a:gd name="connsiteX104" fmla="*/ 1013010 w 2912392"/>
                <a:gd name="connsiteY104" fmla="*/ 587400 h 622281"/>
                <a:gd name="connsiteX105" fmla="*/ 1022754 w 2912392"/>
                <a:gd name="connsiteY105" fmla="*/ 588820 h 622281"/>
                <a:gd name="connsiteX106" fmla="*/ 1032483 w 2912392"/>
                <a:gd name="connsiteY106" fmla="*/ 590242 h 622281"/>
                <a:gd name="connsiteX107" fmla="*/ 1042227 w 2912392"/>
                <a:gd name="connsiteY107" fmla="*/ 591671 h 622281"/>
                <a:gd name="connsiteX108" fmla="*/ 1051971 w 2912392"/>
                <a:gd name="connsiteY108" fmla="*/ 593108 h 622281"/>
                <a:gd name="connsiteX109" fmla="*/ 1061715 w 2912392"/>
                <a:gd name="connsiteY109" fmla="*/ 594548 h 622281"/>
                <a:gd name="connsiteX110" fmla="*/ 1071444 w 2912392"/>
                <a:gd name="connsiteY110" fmla="*/ 595996 h 622281"/>
                <a:gd name="connsiteX111" fmla="*/ 1081188 w 2912392"/>
                <a:gd name="connsiteY111" fmla="*/ 597451 h 622281"/>
                <a:gd name="connsiteX112" fmla="*/ 1090932 w 2912392"/>
                <a:gd name="connsiteY112" fmla="*/ 598909 h 622281"/>
                <a:gd name="connsiteX113" fmla="*/ 1100676 w 2912392"/>
                <a:gd name="connsiteY113" fmla="*/ 600369 h 622281"/>
                <a:gd name="connsiteX114" fmla="*/ 1110405 w 2912392"/>
                <a:gd name="connsiteY114" fmla="*/ 601831 h 622281"/>
                <a:gd name="connsiteX115" fmla="*/ 1120149 w 2912392"/>
                <a:gd name="connsiteY115" fmla="*/ 603290 h 622281"/>
                <a:gd name="connsiteX116" fmla="*/ 1129893 w 2912392"/>
                <a:gd name="connsiteY116" fmla="*/ 604742 h 622281"/>
                <a:gd name="connsiteX117" fmla="*/ 1139637 w 2912392"/>
                <a:gd name="connsiteY117" fmla="*/ 606184 h 622281"/>
                <a:gd name="connsiteX118" fmla="*/ 1149381 w 2912392"/>
                <a:gd name="connsiteY118" fmla="*/ 607612 h 622281"/>
                <a:gd name="connsiteX119" fmla="*/ 1159110 w 2912392"/>
                <a:gd name="connsiteY119" fmla="*/ 609018 h 622281"/>
                <a:gd name="connsiteX120" fmla="*/ 1168854 w 2912392"/>
                <a:gd name="connsiteY120" fmla="*/ 610398 h 622281"/>
                <a:gd name="connsiteX121" fmla="*/ 1178598 w 2912392"/>
                <a:gd name="connsiteY121" fmla="*/ 611745 h 622281"/>
                <a:gd name="connsiteX122" fmla="*/ 1188341 w 2912392"/>
                <a:gd name="connsiteY122" fmla="*/ 613051 h 622281"/>
                <a:gd name="connsiteX123" fmla="*/ 1198070 w 2912392"/>
                <a:gd name="connsiteY123" fmla="*/ 614310 h 622281"/>
                <a:gd name="connsiteX124" fmla="*/ 1207814 w 2912392"/>
                <a:gd name="connsiteY124" fmla="*/ 615511 h 622281"/>
                <a:gd name="connsiteX125" fmla="*/ 1217558 w 2912392"/>
                <a:gd name="connsiteY125" fmla="*/ 616649 h 622281"/>
                <a:gd name="connsiteX126" fmla="*/ 1227302 w 2912392"/>
                <a:gd name="connsiteY126" fmla="*/ 617712 h 622281"/>
                <a:gd name="connsiteX127" fmla="*/ 1237031 w 2912392"/>
                <a:gd name="connsiteY127" fmla="*/ 618689 h 622281"/>
                <a:gd name="connsiteX128" fmla="*/ 1246775 w 2912392"/>
                <a:gd name="connsiteY128" fmla="*/ 619574 h 622281"/>
                <a:gd name="connsiteX129" fmla="*/ 1256519 w 2912392"/>
                <a:gd name="connsiteY129" fmla="*/ 620353 h 622281"/>
                <a:gd name="connsiteX130" fmla="*/ 1266263 w 2912392"/>
                <a:gd name="connsiteY130" fmla="*/ 621016 h 622281"/>
                <a:gd name="connsiteX131" fmla="*/ 1276007 w 2912392"/>
                <a:gd name="connsiteY131" fmla="*/ 621553 h 622281"/>
                <a:gd name="connsiteX132" fmla="*/ 1285736 w 2912392"/>
                <a:gd name="connsiteY132" fmla="*/ 621949 h 622281"/>
                <a:gd name="connsiteX133" fmla="*/ 1295480 w 2912392"/>
                <a:gd name="connsiteY133" fmla="*/ 622196 h 622281"/>
                <a:gd name="connsiteX134" fmla="*/ 1305224 w 2912392"/>
                <a:gd name="connsiteY134" fmla="*/ 622281 h 622281"/>
                <a:gd name="connsiteX135" fmla="*/ 1314968 w 2912392"/>
                <a:gd name="connsiteY135" fmla="*/ 622190 h 622281"/>
                <a:gd name="connsiteX136" fmla="*/ 1324697 w 2912392"/>
                <a:gd name="connsiteY136" fmla="*/ 621915 h 622281"/>
                <a:gd name="connsiteX137" fmla="*/ 1334441 w 2912392"/>
                <a:gd name="connsiteY137" fmla="*/ 621438 h 622281"/>
                <a:gd name="connsiteX138" fmla="*/ 1344185 w 2912392"/>
                <a:gd name="connsiteY138" fmla="*/ 620751 h 622281"/>
                <a:gd name="connsiteX139" fmla="*/ 1353929 w 2912392"/>
                <a:gd name="connsiteY139" fmla="*/ 619841 h 622281"/>
                <a:gd name="connsiteX140" fmla="*/ 1363658 w 2912392"/>
                <a:gd name="connsiteY140" fmla="*/ 618695 h 622281"/>
                <a:gd name="connsiteX141" fmla="*/ 1373402 w 2912392"/>
                <a:gd name="connsiteY141" fmla="*/ 617304 h 622281"/>
                <a:gd name="connsiteX142" fmla="*/ 1383146 w 2912392"/>
                <a:gd name="connsiteY142" fmla="*/ 615653 h 622281"/>
                <a:gd name="connsiteX143" fmla="*/ 1392890 w 2912392"/>
                <a:gd name="connsiteY143" fmla="*/ 613732 h 622281"/>
                <a:gd name="connsiteX144" fmla="*/ 1402619 w 2912392"/>
                <a:gd name="connsiteY144" fmla="*/ 611532 h 622281"/>
                <a:gd name="connsiteX145" fmla="*/ 1412363 w 2912392"/>
                <a:gd name="connsiteY145" fmla="*/ 609041 h 622281"/>
                <a:gd name="connsiteX146" fmla="*/ 1422106 w 2912392"/>
                <a:gd name="connsiteY146" fmla="*/ 606250 h 622281"/>
                <a:gd name="connsiteX147" fmla="*/ 1431850 w 2912392"/>
                <a:gd name="connsiteY147" fmla="*/ 603150 h 622281"/>
                <a:gd name="connsiteX148" fmla="*/ 1441594 w 2912392"/>
                <a:gd name="connsiteY148" fmla="*/ 599730 h 622281"/>
                <a:gd name="connsiteX149" fmla="*/ 1451323 w 2912392"/>
                <a:gd name="connsiteY149" fmla="*/ 595986 h 622281"/>
                <a:gd name="connsiteX150" fmla="*/ 1461067 w 2912392"/>
                <a:gd name="connsiteY150" fmla="*/ 591907 h 622281"/>
                <a:gd name="connsiteX151" fmla="*/ 1470811 w 2912392"/>
                <a:gd name="connsiteY151" fmla="*/ 587489 h 622281"/>
                <a:gd name="connsiteX152" fmla="*/ 1480555 w 2912392"/>
                <a:gd name="connsiteY152" fmla="*/ 582727 h 622281"/>
                <a:gd name="connsiteX153" fmla="*/ 1490284 w 2912392"/>
                <a:gd name="connsiteY153" fmla="*/ 577614 h 622281"/>
                <a:gd name="connsiteX154" fmla="*/ 1500028 w 2912392"/>
                <a:gd name="connsiteY154" fmla="*/ 572149 h 622281"/>
                <a:gd name="connsiteX155" fmla="*/ 1509772 w 2912392"/>
                <a:gd name="connsiteY155" fmla="*/ 566327 h 622281"/>
                <a:gd name="connsiteX156" fmla="*/ 1519516 w 2912392"/>
                <a:gd name="connsiteY156" fmla="*/ 560147 h 622281"/>
                <a:gd name="connsiteX157" fmla="*/ 1529245 w 2912392"/>
                <a:gd name="connsiteY157" fmla="*/ 553609 h 622281"/>
                <a:gd name="connsiteX158" fmla="*/ 1538989 w 2912392"/>
                <a:gd name="connsiteY158" fmla="*/ 546712 h 622281"/>
                <a:gd name="connsiteX159" fmla="*/ 1548733 w 2912392"/>
                <a:gd name="connsiteY159" fmla="*/ 539459 h 622281"/>
                <a:gd name="connsiteX160" fmla="*/ 1558477 w 2912392"/>
                <a:gd name="connsiteY160" fmla="*/ 531853 h 622281"/>
                <a:gd name="connsiteX161" fmla="*/ 1568221 w 2912392"/>
                <a:gd name="connsiteY161" fmla="*/ 523896 h 622281"/>
                <a:gd name="connsiteX162" fmla="*/ 1577950 w 2912392"/>
                <a:gd name="connsiteY162" fmla="*/ 515594 h 622281"/>
                <a:gd name="connsiteX163" fmla="*/ 1587694 w 2912392"/>
                <a:gd name="connsiteY163" fmla="*/ 506954 h 622281"/>
                <a:gd name="connsiteX164" fmla="*/ 1597438 w 2912392"/>
                <a:gd name="connsiteY164" fmla="*/ 497981 h 622281"/>
                <a:gd name="connsiteX165" fmla="*/ 1607182 w 2912392"/>
                <a:gd name="connsiteY165" fmla="*/ 488685 h 622281"/>
                <a:gd name="connsiteX166" fmla="*/ 1616911 w 2912392"/>
                <a:gd name="connsiteY166" fmla="*/ 479075 h 622281"/>
                <a:gd name="connsiteX167" fmla="*/ 1626655 w 2912392"/>
                <a:gd name="connsiteY167" fmla="*/ 469163 h 622281"/>
                <a:gd name="connsiteX168" fmla="*/ 1636399 w 2912392"/>
                <a:gd name="connsiteY168" fmla="*/ 458960 h 622281"/>
                <a:gd name="connsiteX169" fmla="*/ 1646142 w 2912392"/>
                <a:gd name="connsiteY169" fmla="*/ 448479 h 622281"/>
                <a:gd name="connsiteX170" fmla="*/ 1655872 w 2912392"/>
                <a:gd name="connsiteY170" fmla="*/ 437734 h 622281"/>
                <a:gd name="connsiteX171" fmla="*/ 1665616 w 2912392"/>
                <a:gd name="connsiteY171" fmla="*/ 426740 h 622281"/>
                <a:gd name="connsiteX172" fmla="*/ 1675359 w 2912392"/>
                <a:gd name="connsiteY172" fmla="*/ 415513 h 622281"/>
                <a:gd name="connsiteX173" fmla="*/ 1685103 w 2912392"/>
                <a:gd name="connsiteY173" fmla="*/ 404071 h 622281"/>
                <a:gd name="connsiteX174" fmla="*/ 1694832 w 2912392"/>
                <a:gd name="connsiteY174" fmla="*/ 392430 h 622281"/>
                <a:gd name="connsiteX175" fmla="*/ 1704576 w 2912392"/>
                <a:gd name="connsiteY175" fmla="*/ 380612 h 622281"/>
                <a:gd name="connsiteX176" fmla="*/ 1714320 w 2912392"/>
                <a:gd name="connsiteY176" fmla="*/ 368635 h 622281"/>
                <a:gd name="connsiteX177" fmla="*/ 1724064 w 2912392"/>
                <a:gd name="connsiteY177" fmla="*/ 356519 h 622281"/>
                <a:gd name="connsiteX178" fmla="*/ 1733808 w 2912392"/>
                <a:gd name="connsiteY178" fmla="*/ 344286 h 622281"/>
                <a:gd name="connsiteX179" fmla="*/ 1743537 w 2912392"/>
                <a:gd name="connsiteY179" fmla="*/ 331957 h 622281"/>
                <a:gd name="connsiteX180" fmla="*/ 1753281 w 2912392"/>
                <a:gd name="connsiteY180" fmla="*/ 319555 h 622281"/>
                <a:gd name="connsiteX181" fmla="*/ 1763025 w 2912392"/>
                <a:gd name="connsiteY181" fmla="*/ 307102 h 622281"/>
                <a:gd name="connsiteX182" fmla="*/ 1772769 w 2912392"/>
                <a:gd name="connsiteY182" fmla="*/ 294623 h 622281"/>
                <a:gd name="connsiteX183" fmla="*/ 1782498 w 2912392"/>
                <a:gd name="connsiteY183" fmla="*/ 282139 h 622281"/>
                <a:gd name="connsiteX184" fmla="*/ 1792242 w 2912392"/>
                <a:gd name="connsiteY184" fmla="*/ 269676 h 622281"/>
                <a:gd name="connsiteX185" fmla="*/ 1801986 w 2912392"/>
                <a:gd name="connsiteY185" fmla="*/ 257255 h 622281"/>
                <a:gd name="connsiteX186" fmla="*/ 1811730 w 2912392"/>
                <a:gd name="connsiteY186" fmla="*/ 244903 h 622281"/>
                <a:gd name="connsiteX187" fmla="*/ 1821459 w 2912392"/>
                <a:gd name="connsiteY187" fmla="*/ 232642 h 622281"/>
                <a:gd name="connsiteX188" fmla="*/ 1831203 w 2912392"/>
                <a:gd name="connsiteY188" fmla="*/ 220496 h 622281"/>
                <a:gd name="connsiteX189" fmla="*/ 1840947 w 2912392"/>
                <a:gd name="connsiteY189" fmla="*/ 208489 h 622281"/>
                <a:gd name="connsiteX190" fmla="*/ 1850691 w 2912392"/>
                <a:gd name="connsiteY190" fmla="*/ 196646 h 622281"/>
                <a:gd name="connsiteX191" fmla="*/ 1860435 w 2912392"/>
                <a:gd name="connsiteY191" fmla="*/ 184986 h 622281"/>
                <a:gd name="connsiteX192" fmla="*/ 1870164 w 2912392"/>
                <a:gd name="connsiteY192" fmla="*/ 173534 h 622281"/>
                <a:gd name="connsiteX193" fmla="*/ 1879908 w 2912392"/>
                <a:gd name="connsiteY193" fmla="*/ 162312 h 622281"/>
                <a:gd name="connsiteX194" fmla="*/ 1889652 w 2912392"/>
                <a:gd name="connsiteY194" fmla="*/ 151342 h 622281"/>
                <a:gd name="connsiteX195" fmla="*/ 1899395 w 2912392"/>
                <a:gd name="connsiteY195" fmla="*/ 140643 h 622281"/>
                <a:gd name="connsiteX196" fmla="*/ 1909124 w 2912392"/>
                <a:gd name="connsiteY196" fmla="*/ 130235 h 622281"/>
                <a:gd name="connsiteX197" fmla="*/ 1918868 w 2912392"/>
                <a:gd name="connsiteY197" fmla="*/ 120138 h 622281"/>
                <a:gd name="connsiteX198" fmla="*/ 1928612 w 2912392"/>
                <a:gd name="connsiteY198" fmla="*/ 110370 h 622281"/>
                <a:gd name="connsiteX199" fmla="*/ 1938356 w 2912392"/>
                <a:gd name="connsiteY199" fmla="*/ 100948 h 622281"/>
                <a:gd name="connsiteX200" fmla="*/ 1948085 w 2912392"/>
                <a:gd name="connsiteY200" fmla="*/ 91888 h 622281"/>
                <a:gd name="connsiteX201" fmla="*/ 1957829 w 2912392"/>
                <a:gd name="connsiteY201" fmla="*/ 83203 h 622281"/>
                <a:gd name="connsiteX202" fmla="*/ 1967573 w 2912392"/>
                <a:gd name="connsiteY202" fmla="*/ 74911 h 622281"/>
                <a:gd name="connsiteX203" fmla="*/ 1977317 w 2912392"/>
                <a:gd name="connsiteY203" fmla="*/ 67019 h 622281"/>
                <a:gd name="connsiteX204" fmla="*/ 1987046 w 2912392"/>
                <a:gd name="connsiteY204" fmla="*/ 59542 h 622281"/>
                <a:gd name="connsiteX205" fmla="*/ 1996790 w 2912392"/>
                <a:gd name="connsiteY205" fmla="*/ 52491 h 622281"/>
                <a:gd name="connsiteX206" fmla="*/ 2006534 w 2912392"/>
                <a:gd name="connsiteY206" fmla="*/ 45871 h 622281"/>
                <a:gd name="connsiteX207" fmla="*/ 2016278 w 2912392"/>
                <a:gd name="connsiteY207" fmla="*/ 39692 h 622281"/>
                <a:gd name="connsiteX208" fmla="*/ 2026022 w 2912392"/>
                <a:gd name="connsiteY208" fmla="*/ 33958 h 622281"/>
                <a:gd name="connsiteX209" fmla="*/ 2035751 w 2912392"/>
                <a:gd name="connsiteY209" fmla="*/ 28675 h 622281"/>
                <a:gd name="connsiteX210" fmla="*/ 2045495 w 2912392"/>
                <a:gd name="connsiteY210" fmla="*/ 23844 h 622281"/>
                <a:gd name="connsiteX211" fmla="*/ 2055239 w 2912392"/>
                <a:gd name="connsiteY211" fmla="*/ 19467 h 622281"/>
                <a:gd name="connsiteX212" fmla="*/ 2064983 w 2912392"/>
                <a:gd name="connsiteY212" fmla="*/ 15546 h 622281"/>
                <a:gd name="connsiteX213" fmla="*/ 2074712 w 2912392"/>
                <a:gd name="connsiteY213" fmla="*/ 12077 h 622281"/>
                <a:gd name="connsiteX214" fmla="*/ 2084456 w 2912392"/>
                <a:gd name="connsiteY214" fmla="*/ 9059 h 622281"/>
                <a:gd name="connsiteX215" fmla="*/ 2094200 w 2912392"/>
                <a:gd name="connsiteY215" fmla="*/ 6485 h 622281"/>
                <a:gd name="connsiteX216" fmla="*/ 2103944 w 2912392"/>
                <a:gd name="connsiteY216" fmla="*/ 4353 h 622281"/>
                <a:gd name="connsiteX217" fmla="*/ 2113673 w 2912392"/>
                <a:gd name="connsiteY217" fmla="*/ 2655 h 622281"/>
                <a:gd name="connsiteX218" fmla="*/ 2123417 w 2912392"/>
                <a:gd name="connsiteY218" fmla="*/ 1380 h 622281"/>
                <a:gd name="connsiteX219" fmla="*/ 2133161 w 2912392"/>
                <a:gd name="connsiteY219" fmla="*/ 520 h 622281"/>
                <a:gd name="connsiteX220" fmla="*/ 2142905 w 2912392"/>
                <a:gd name="connsiteY220" fmla="*/ 64 h 622281"/>
                <a:gd name="connsiteX221" fmla="*/ 2152649 w 2912392"/>
                <a:gd name="connsiteY221" fmla="*/ 0 h 622281"/>
                <a:gd name="connsiteX222" fmla="*/ 2162377 w 2912392"/>
                <a:gd name="connsiteY222" fmla="*/ 314 h 622281"/>
                <a:gd name="connsiteX223" fmla="*/ 2172121 w 2912392"/>
                <a:gd name="connsiteY223" fmla="*/ 992 h 622281"/>
                <a:gd name="connsiteX224" fmla="*/ 2181865 w 2912392"/>
                <a:gd name="connsiteY224" fmla="*/ 2019 h 622281"/>
                <a:gd name="connsiteX225" fmla="*/ 2191609 w 2912392"/>
                <a:gd name="connsiteY225" fmla="*/ 3378 h 622281"/>
                <a:gd name="connsiteX226" fmla="*/ 2201338 w 2912392"/>
                <a:gd name="connsiteY226" fmla="*/ 5049 h 622281"/>
                <a:gd name="connsiteX227" fmla="*/ 2211082 w 2912392"/>
                <a:gd name="connsiteY227" fmla="*/ 7017 h 622281"/>
                <a:gd name="connsiteX228" fmla="*/ 2220826 w 2912392"/>
                <a:gd name="connsiteY228" fmla="*/ 9263 h 622281"/>
                <a:gd name="connsiteX229" fmla="*/ 2230570 w 2912392"/>
                <a:gd name="connsiteY229" fmla="*/ 11766 h 622281"/>
                <a:gd name="connsiteX230" fmla="*/ 2240299 w 2912392"/>
                <a:gd name="connsiteY230" fmla="*/ 14504 h 622281"/>
                <a:gd name="connsiteX231" fmla="*/ 2250043 w 2912392"/>
                <a:gd name="connsiteY231" fmla="*/ 17460 h 622281"/>
                <a:gd name="connsiteX232" fmla="*/ 2259787 w 2912392"/>
                <a:gd name="connsiteY232" fmla="*/ 20610 h 622281"/>
                <a:gd name="connsiteX233" fmla="*/ 2269531 w 2912392"/>
                <a:gd name="connsiteY233" fmla="*/ 23931 h 622281"/>
                <a:gd name="connsiteX234" fmla="*/ 2279260 w 2912392"/>
                <a:gd name="connsiteY234" fmla="*/ 27404 h 622281"/>
                <a:gd name="connsiteX235" fmla="*/ 2289004 w 2912392"/>
                <a:gd name="connsiteY235" fmla="*/ 31006 h 622281"/>
                <a:gd name="connsiteX236" fmla="*/ 2298748 w 2912392"/>
                <a:gd name="connsiteY236" fmla="*/ 34713 h 622281"/>
                <a:gd name="connsiteX237" fmla="*/ 2308492 w 2912392"/>
                <a:gd name="connsiteY237" fmla="*/ 38505 h 622281"/>
                <a:gd name="connsiteX238" fmla="*/ 2318236 w 2912392"/>
                <a:gd name="connsiteY238" fmla="*/ 42359 h 622281"/>
                <a:gd name="connsiteX239" fmla="*/ 2327965 w 2912392"/>
                <a:gd name="connsiteY239" fmla="*/ 46252 h 622281"/>
                <a:gd name="connsiteX240" fmla="*/ 2337709 w 2912392"/>
                <a:gd name="connsiteY240" fmla="*/ 50163 h 622281"/>
                <a:gd name="connsiteX241" fmla="*/ 2347453 w 2912392"/>
                <a:gd name="connsiteY241" fmla="*/ 54070 h 622281"/>
                <a:gd name="connsiteX242" fmla="*/ 2357197 w 2912392"/>
                <a:gd name="connsiteY242" fmla="*/ 57953 h 622281"/>
                <a:gd name="connsiteX243" fmla="*/ 2366926 w 2912392"/>
                <a:gd name="connsiteY243" fmla="*/ 61789 h 622281"/>
                <a:gd name="connsiteX244" fmla="*/ 2376670 w 2912392"/>
                <a:gd name="connsiteY244" fmla="*/ 65561 h 622281"/>
                <a:gd name="connsiteX245" fmla="*/ 2386413 w 2912392"/>
                <a:gd name="connsiteY245" fmla="*/ 69247 h 622281"/>
                <a:gd name="connsiteX246" fmla="*/ 2396157 w 2912392"/>
                <a:gd name="connsiteY246" fmla="*/ 72831 h 622281"/>
                <a:gd name="connsiteX247" fmla="*/ 2405886 w 2912392"/>
                <a:gd name="connsiteY247" fmla="*/ 76293 h 622281"/>
                <a:gd name="connsiteX248" fmla="*/ 2415630 w 2912392"/>
                <a:gd name="connsiteY248" fmla="*/ 79616 h 622281"/>
                <a:gd name="connsiteX249" fmla="*/ 2425374 w 2912392"/>
                <a:gd name="connsiteY249" fmla="*/ 82785 h 622281"/>
                <a:gd name="connsiteX250" fmla="*/ 2435118 w 2912392"/>
                <a:gd name="connsiteY250" fmla="*/ 85782 h 622281"/>
                <a:gd name="connsiteX251" fmla="*/ 2444862 w 2912392"/>
                <a:gd name="connsiteY251" fmla="*/ 88597 h 622281"/>
                <a:gd name="connsiteX252" fmla="*/ 2454591 w 2912392"/>
                <a:gd name="connsiteY252" fmla="*/ 91213 h 622281"/>
                <a:gd name="connsiteX253" fmla="*/ 2464335 w 2912392"/>
                <a:gd name="connsiteY253" fmla="*/ 93621 h 622281"/>
                <a:gd name="connsiteX254" fmla="*/ 2474079 w 2912392"/>
                <a:gd name="connsiteY254" fmla="*/ 95808 h 622281"/>
                <a:gd name="connsiteX255" fmla="*/ 2483823 w 2912392"/>
                <a:gd name="connsiteY255" fmla="*/ 97766 h 622281"/>
                <a:gd name="connsiteX256" fmla="*/ 2493552 w 2912392"/>
                <a:gd name="connsiteY256" fmla="*/ 99483 h 622281"/>
                <a:gd name="connsiteX257" fmla="*/ 2503296 w 2912392"/>
                <a:gd name="connsiteY257" fmla="*/ 100957 h 622281"/>
                <a:gd name="connsiteX258" fmla="*/ 2513040 w 2912392"/>
                <a:gd name="connsiteY258" fmla="*/ 102177 h 622281"/>
                <a:gd name="connsiteX259" fmla="*/ 2522784 w 2912392"/>
                <a:gd name="connsiteY259" fmla="*/ 103141 h 622281"/>
                <a:gd name="connsiteX260" fmla="*/ 2532513 w 2912392"/>
                <a:gd name="connsiteY260" fmla="*/ 103846 h 622281"/>
                <a:gd name="connsiteX261" fmla="*/ 2542257 w 2912392"/>
                <a:gd name="connsiteY261" fmla="*/ 104285 h 622281"/>
                <a:gd name="connsiteX262" fmla="*/ 2552001 w 2912392"/>
                <a:gd name="connsiteY262" fmla="*/ 104464 h 622281"/>
                <a:gd name="connsiteX263" fmla="*/ 2561745 w 2912392"/>
                <a:gd name="connsiteY263" fmla="*/ 104378 h 622281"/>
                <a:gd name="connsiteX264" fmla="*/ 2571474 w 2912392"/>
                <a:gd name="connsiteY264" fmla="*/ 104029 h 622281"/>
                <a:gd name="connsiteX265" fmla="*/ 2581218 w 2912392"/>
                <a:gd name="connsiteY265" fmla="*/ 103423 h 622281"/>
                <a:gd name="connsiteX266" fmla="*/ 2590962 w 2912392"/>
                <a:gd name="connsiteY266" fmla="*/ 102560 h 622281"/>
                <a:gd name="connsiteX267" fmla="*/ 2600705 w 2912392"/>
                <a:gd name="connsiteY267" fmla="*/ 101447 h 622281"/>
                <a:gd name="connsiteX268" fmla="*/ 2610449 w 2912392"/>
                <a:gd name="connsiteY268" fmla="*/ 100090 h 622281"/>
                <a:gd name="connsiteX269" fmla="*/ 2620178 w 2912392"/>
                <a:gd name="connsiteY269" fmla="*/ 98497 h 622281"/>
                <a:gd name="connsiteX270" fmla="*/ 2629922 w 2912392"/>
                <a:gd name="connsiteY270" fmla="*/ 96675 h 622281"/>
                <a:gd name="connsiteX271" fmla="*/ 2639666 w 2912392"/>
                <a:gd name="connsiteY271" fmla="*/ 94634 h 622281"/>
                <a:gd name="connsiteX272" fmla="*/ 2649410 w 2912392"/>
                <a:gd name="connsiteY272" fmla="*/ 92384 h 622281"/>
                <a:gd name="connsiteX273" fmla="*/ 2659139 w 2912392"/>
                <a:gd name="connsiteY273" fmla="*/ 89938 h 622281"/>
                <a:gd name="connsiteX274" fmla="*/ 2668883 w 2912392"/>
                <a:gd name="connsiteY274" fmla="*/ 87305 h 622281"/>
                <a:gd name="connsiteX275" fmla="*/ 2678627 w 2912392"/>
                <a:gd name="connsiteY275" fmla="*/ 84500 h 622281"/>
                <a:gd name="connsiteX276" fmla="*/ 2688371 w 2912392"/>
                <a:gd name="connsiteY276" fmla="*/ 81536 h 622281"/>
                <a:gd name="connsiteX277" fmla="*/ 2698100 w 2912392"/>
                <a:gd name="connsiteY277" fmla="*/ 78428 h 622281"/>
                <a:gd name="connsiteX278" fmla="*/ 2707844 w 2912392"/>
                <a:gd name="connsiteY278" fmla="*/ 75191 h 622281"/>
                <a:gd name="connsiteX279" fmla="*/ 2717588 w 2912392"/>
                <a:gd name="connsiteY279" fmla="*/ 71838 h 622281"/>
                <a:gd name="connsiteX280" fmla="*/ 2727332 w 2912392"/>
                <a:gd name="connsiteY280" fmla="*/ 68388 h 622281"/>
                <a:gd name="connsiteX281" fmla="*/ 2737076 w 2912392"/>
                <a:gd name="connsiteY281" fmla="*/ 64854 h 622281"/>
                <a:gd name="connsiteX282" fmla="*/ 2746805 w 2912392"/>
                <a:gd name="connsiteY282" fmla="*/ 61256 h 622281"/>
                <a:gd name="connsiteX283" fmla="*/ 2756549 w 2912392"/>
                <a:gd name="connsiteY283" fmla="*/ 57607 h 622281"/>
                <a:gd name="connsiteX284" fmla="*/ 2766293 w 2912392"/>
                <a:gd name="connsiteY284" fmla="*/ 53925 h 622281"/>
                <a:gd name="connsiteX285" fmla="*/ 2776037 w 2912392"/>
                <a:gd name="connsiteY285" fmla="*/ 50229 h 622281"/>
                <a:gd name="connsiteX286" fmla="*/ 2785766 w 2912392"/>
                <a:gd name="connsiteY286" fmla="*/ 46534 h 622281"/>
                <a:gd name="connsiteX287" fmla="*/ 2795510 w 2912392"/>
                <a:gd name="connsiteY287" fmla="*/ 42857 h 622281"/>
                <a:gd name="connsiteX288" fmla="*/ 2805254 w 2912392"/>
                <a:gd name="connsiteY288" fmla="*/ 39214 h 622281"/>
                <a:gd name="connsiteX289" fmla="*/ 2814998 w 2912392"/>
                <a:gd name="connsiteY289" fmla="*/ 35623 h 622281"/>
                <a:gd name="connsiteX290" fmla="*/ 2824727 w 2912392"/>
                <a:gd name="connsiteY290" fmla="*/ 32098 h 622281"/>
                <a:gd name="connsiteX291" fmla="*/ 2834471 w 2912392"/>
                <a:gd name="connsiteY291" fmla="*/ 28655 h 622281"/>
                <a:gd name="connsiteX292" fmla="*/ 2844215 w 2912392"/>
                <a:gd name="connsiteY292" fmla="*/ 25310 h 622281"/>
                <a:gd name="connsiteX293" fmla="*/ 2853958 w 2912392"/>
                <a:gd name="connsiteY293" fmla="*/ 22077 h 622281"/>
                <a:gd name="connsiteX294" fmla="*/ 2863687 w 2912392"/>
                <a:gd name="connsiteY294" fmla="*/ 18969 h 622281"/>
                <a:gd name="connsiteX295" fmla="*/ 2873431 w 2912392"/>
                <a:gd name="connsiteY295" fmla="*/ 16001 h 622281"/>
                <a:gd name="connsiteX296" fmla="*/ 2883175 w 2912392"/>
                <a:gd name="connsiteY296" fmla="*/ 13186 h 622281"/>
                <a:gd name="connsiteX297" fmla="*/ 2892919 w 2912392"/>
                <a:gd name="connsiteY297" fmla="*/ 10532 h 622281"/>
                <a:gd name="connsiteX298" fmla="*/ 2902663 w 2912392"/>
                <a:gd name="connsiteY298" fmla="*/ 8054 h 622281"/>
                <a:gd name="connsiteX299" fmla="*/ 2912392 w 2912392"/>
                <a:gd name="connsiteY299" fmla="*/ 5758 h 6222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22281">
                  <a:moveTo>
                    <a:pt x="0" y="210053"/>
                  </a:moveTo>
                  <a:lnTo>
                    <a:pt x="9739" y="211832"/>
                  </a:lnTo>
                  <a:lnTo>
                    <a:pt x="19480" y="213756"/>
                  </a:lnTo>
                  <a:lnTo>
                    <a:pt x="29221" y="215824"/>
                  </a:lnTo>
                  <a:lnTo>
                    <a:pt x="38961" y="218033"/>
                  </a:lnTo>
                  <a:lnTo>
                    <a:pt x="48702" y="220386"/>
                  </a:lnTo>
                  <a:lnTo>
                    <a:pt x="58443" y="222877"/>
                  </a:lnTo>
                  <a:lnTo>
                    <a:pt x="68182" y="225505"/>
                  </a:lnTo>
                  <a:lnTo>
                    <a:pt x="77923" y="228270"/>
                  </a:lnTo>
                  <a:lnTo>
                    <a:pt x="87664" y="231168"/>
                  </a:lnTo>
                  <a:lnTo>
                    <a:pt x="97404" y="234199"/>
                  </a:lnTo>
                  <a:lnTo>
                    <a:pt x="107145" y="237357"/>
                  </a:lnTo>
                  <a:lnTo>
                    <a:pt x="116886" y="240644"/>
                  </a:lnTo>
                  <a:lnTo>
                    <a:pt x="126625" y="244054"/>
                  </a:lnTo>
                  <a:lnTo>
                    <a:pt x="136366" y="247587"/>
                  </a:lnTo>
                  <a:lnTo>
                    <a:pt x="146107" y="251239"/>
                  </a:lnTo>
                  <a:lnTo>
                    <a:pt x="155846" y="255008"/>
                  </a:lnTo>
                  <a:lnTo>
                    <a:pt x="165587" y="258891"/>
                  </a:lnTo>
                  <a:lnTo>
                    <a:pt x="175328" y="262884"/>
                  </a:lnTo>
                  <a:lnTo>
                    <a:pt x="185068" y="266985"/>
                  </a:lnTo>
                  <a:lnTo>
                    <a:pt x="194809" y="271191"/>
                  </a:lnTo>
                  <a:lnTo>
                    <a:pt x="204550" y="275498"/>
                  </a:lnTo>
                  <a:lnTo>
                    <a:pt x="214289" y="279904"/>
                  </a:lnTo>
                  <a:lnTo>
                    <a:pt x="224030" y="284404"/>
                  </a:lnTo>
                  <a:lnTo>
                    <a:pt x="233771" y="288994"/>
                  </a:lnTo>
                  <a:lnTo>
                    <a:pt x="243510" y="293671"/>
                  </a:lnTo>
                  <a:lnTo>
                    <a:pt x="253251" y="298431"/>
                  </a:lnTo>
                  <a:lnTo>
                    <a:pt x="262992" y="303270"/>
                  </a:lnTo>
                  <a:lnTo>
                    <a:pt x="272732" y="308182"/>
                  </a:lnTo>
                  <a:lnTo>
                    <a:pt x="282473" y="313166"/>
                  </a:lnTo>
                  <a:lnTo>
                    <a:pt x="292214" y="318217"/>
                  </a:lnTo>
                  <a:lnTo>
                    <a:pt x="301953" y="323327"/>
                  </a:lnTo>
                  <a:lnTo>
                    <a:pt x="311694" y="328494"/>
                  </a:lnTo>
                  <a:lnTo>
                    <a:pt x="321435" y="333713"/>
                  </a:lnTo>
                  <a:lnTo>
                    <a:pt x="331175" y="338980"/>
                  </a:lnTo>
                  <a:lnTo>
                    <a:pt x="340916" y="344287"/>
                  </a:lnTo>
                  <a:lnTo>
                    <a:pt x="350656" y="349633"/>
                  </a:lnTo>
                  <a:lnTo>
                    <a:pt x="360396" y="355008"/>
                  </a:lnTo>
                  <a:lnTo>
                    <a:pt x="370137" y="360411"/>
                  </a:lnTo>
                  <a:lnTo>
                    <a:pt x="379878" y="365834"/>
                  </a:lnTo>
                  <a:lnTo>
                    <a:pt x="389617" y="371274"/>
                  </a:lnTo>
                  <a:lnTo>
                    <a:pt x="399358" y="376722"/>
                  </a:lnTo>
                  <a:lnTo>
                    <a:pt x="409099" y="382175"/>
                  </a:lnTo>
                  <a:lnTo>
                    <a:pt x="418839" y="387627"/>
                  </a:lnTo>
                  <a:lnTo>
                    <a:pt x="428580" y="393071"/>
                  </a:lnTo>
                  <a:lnTo>
                    <a:pt x="438321" y="398504"/>
                  </a:lnTo>
                  <a:lnTo>
                    <a:pt x="448060" y="403919"/>
                  </a:lnTo>
                  <a:lnTo>
                    <a:pt x="457801" y="409309"/>
                  </a:lnTo>
                  <a:lnTo>
                    <a:pt x="467542" y="414670"/>
                  </a:lnTo>
                  <a:lnTo>
                    <a:pt x="477281" y="419998"/>
                  </a:lnTo>
                  <a:lnTo>
                    <a:pt x="487022" y="425284"/>
                  </a:lnTo>
                  <a:lnTo>
                    <a:pt x="496763" y="430525"/>
                  </a:lnTo>
                  <a:lnTo>
                    <a:pt x="506503" y="435715"/>
                  </a:lnTo>
                  <a:lnTo>
                    <a:pt x="516244" y="440850"/>
                  </a:lnTo>
                  <a:lnTo>
                    <a:pt x="525985" y="445924"/>
                  </a:lnTo>
                  <a:lnTo>
                    <a:pt x="535724" y="450931"/>
                  </a:lnTo>
                  <a:lnTo>
                    <a:pt x="545465" y="455869"/>
                  </a:lnTo>
                  <a:lnTo>
                    <a:pt x="555206" y="460732"/>
                  </a:lnTo>
                  <a:lnTo>
                    <a:pt x="564946" y="465514"/>
                  </a:lnTo>
                  <a:lnTo>
                    <a:pt x="574687" y="470215"/>
                  </a:lnTo>
                  <a:lnTo>
                    <a:pt x="584428" y="474828"/>
                  </a:lnTo>
                  <a:lnTo>
                    <a:pt x="594167" y="479349"/>
                  </a:lnTo>
                  <a:lnTo>
                    <a:pt x="603908" y="483777"/>
                  </a:lnTo>
                  <a:lnTo>
                    <a:pt x="613649" y="488109"/>
                  </a:lnTo>
                  <a:lnTo>
                    <a:pt x="623388" y="492341"/>
                  </a:lnTo>
                  <a:lnTo>
                    <a:pt x="633129" y="496470"/>
                  </a:lnTo>
                  <a:lnTo>
                    <a:pt x="642870" y="500495"/>
                  </a:lnTo>
                  <a:lnTo>
                    <a:pt x="652610" y="504414"/>
                  </a:lnTo>
                  <a:lnTo>
                    <a:pt x="662351" y="508227"/>
                  </a:lnTo>
                  <a:lnTo>
                    <a:pt x="672092" y="511929"/>
                  </a:lnTo>
                  <a:lnTo>
                    <a:pt x="681831" y="515523"/>
                  </a:lnTo>
                  <a:lnTo>
                    <a:pt x="691572" y="519006"/>
                  </a:lnTo>
                  <a:lnTo>
                    <a:pt x="701313" y="522381"/>
                  </a:lnTo>
                  <a:lnTo>
                    <a:pt x="711052" y="525645"/>
                  </a:lnTo>
                  <a:lnTo>
                    <a:pt x="720793" y="528801"/>
                  </a:lnTo>
                  <a:lnTo>
                    <a:pt x="730534" y="531849"/>
                  </a:lnTo>
                  <a:lnTo>
                    <a:pt x="740274" y="534790"/>
                  </a:lnTo>
                  <a:lnTo>
                    <a:pt x="750015" y="537625"/>
                  </a:lnTo>
                  <a:lnTo>
                    <a:pt x="759756" y="540359"/>
                  </a:lnTo>
                  <a:lnTo>
                    <a:pt x="769495" y="542992"/>
                  </a:lnTo>
                  <a:lnTo>
                    <a:pt x="779236" y="545528"/>
                  </a:lnTo>
                  <a:lnTo>
                    <a:pt x="788977" y="547968"/>
                  </a:lnTo>
                  <a:lnTo>
                    <a:pt x="798717" y="550318"/>
                  </a:lnTo>
                  <a:lnTo>
                    <a:pt x="808458" y="552578"/>
                  </a:lnTo>
                  <a:lnTo>
                    <a:pt x="818199" y="554755"/>
                  </a:lnTo>
                  <a:lnTo>
                    <a:pt x="827938" y="556851"/>
                  </a:lnTo>
                  <a:lnTo>
                    <a:pt x="837679" y="558870"/>
                  </a:lnTo>
                  <a:lnTo>
                    <a:pt x="847420" y="560819"/>
                  </a:lnTo>
                  <a:lnTo>
                    <a:pt x="857159" y="562699"/>
                  </a:lnTo>
                  <a:lnTo>
                    <a:pt x="866900" y="564516"/>
                  </a:lnTo>
                  <a:lnTo>
                    <a:pt x="876641" y="566275"/>
                  </a:lnTo>
                  <a:lnTo>
                    <a:pt x="886381" y="567982"/>
                  </a:lnTo>
                  <a:lnTo>
                    <a:pt x="896122" y="569639"/>
                  </a:lnTo>
                  <a:lnTo>
                    <a:pt x="905863" y="571252"/>
                  </a:lnTo>
                  <a:lnTo>
                    <a:pt x="915602" y="572829"/>
                  </a:lnTo>
                  <a:lnTo>
                    <a:pt x="925343" y="574369"/>
                  </a:lnTo>
                  <a:lnTo>
                    <a:pt x="935084" y="575880"/>
                  </a:lnTo>
                  <a:lnTo>
                    <a:pt x="944824" y="577365"/>
                  </a:lnTo>
                  <a:lnTo>
                    <a:pt x="954564" y="578831"/>
                  </a:lnTo>
                  <a:lnTo>
                    <a:pt x="964305" y="580280"/>
                  </a:lnTo>
                  <a:lnTo>
                    <a:pt x="974045" y="581716"/>
                  </a:lnTo>
                  <a:lnTo>
                    <a:pt x="983786" y="583142"/>
                  </a:lnTo>
                  <a:lnTo>
                    <a:pt x="993522" y="584563"/>
                  </a:lnTo>
                  <a:lnTo>
                    <a:pt x="1003266" y="585981"/>
                  </a:lnTo>
                  <a:lnTo>
                    <a:pt x="1013010" y="587400"/>
                  </a:lnTo>
                  <a:lnTo>
                    <a:pt x="1022754" y="588820"/>
                  </a:lnTo>
                  <a:lnTo>
                    <a:pt x="1032483" y="590242"/>
                  </a:lnTo>
                  <a:lnTo>
                    <a:pt x="1042227" y="591671"/>
                  </a:lnTo>
                  <a:lnTo>
                    <a:pt x="1051971" y="593108"/>
                  </a:lnTo>
                  <a:lnTo>
                    <a:pt x="1061715" y="594548"/>
                  </a:lnTo>
                  <a:lnTo>
                    <a:pt x="1071444" y="595996"/>
                  </a:lnTo>
                  <a:lnTo>
                    <a:pt x="1081188" y="597451"/>
                  </a:lnTo>
                  <a:lnTo>
                    <a:pt x="1090932" y="598909"/>
                  </a:lnTo>
                  <a:lnTo>
                    <a:pt x="1100676" y="600369"/>
                  </a:lnTo>
                  <a:lnTo>
                    <a:pt x="1110405" y="601831"/>
                  </a:lnTo>
                  <a:lnTo>
                    <a:pt x="1120149" y="603290"/>
                  </a:lnTo>
                  <a:lnTo>
                    <a:pt x="1129893" y="604742"/>
                  </a:lnTo>
                  <a:lnTo>
                    <a:pt x="1139637" y="606184"/>
                  </a:lnTo>
                  <a:lnTo>
                    <a:pt x="1149381" y="607612"/>
                  </a:lnTo>
                  <a:lnTo>
                    <a:pt x="1159110" y="609018"/>
                  </a:lnTo>
                  <a:lnTo>
                    <a:pt x="1168854" y="610398"/>
                  </a:lnTo>
                  <a:lnTo>
                    <a:pt x="1178598" y="611745"/>
                  </a:lnTo>
                  <a:lnTo>
                    <a:pt x="1188341" y="613051"/>
                  </a:lnTo>
                  <a:lnTo>
                    <a:pt x="1198070" y="614310"/>
                  </a:lnTo>
                  <a:lnTo>
                    <a:pt x="1207814" y="615511"/>
                  </a:lnTo>
                  <a:lnTo>
                    <a:pt x="1217558" y="616649"/>
                  </a:lnTo>
                  <a:lnTo>
                    <a:pt x="1227302" y="617712"/>
                  </a:lnTo>
                  <a:lnTo>
                    <a:pt x="1237031" y="618689"/>
                  </a:lnTo>
                  <a:lnTo>
                    <a:pt x="1246775" y="619574"/>
                  </a:lnTo>
                  <a:lnTo>
                    <a:pt x="1256519" y="620353"/>
                  </a:lnTo>
                  <a:lnTo>
                    <a:pt x="1266263" y="621016"/>
                  </a:lnTo>
                  <a:lnTo>
                    <a:pt x="1276007" y="621553"/>
                  </a:lnTo>
                  <a:lnTo>
                    <a:pt x="1285736" y="621949"/>
                  </a:lnTo>
                  <a:lnTo>
                    <a:pt x="1295480" y="622196"/>
                  </a:lnTo>
                  <a:lnTo>
                    <a:pt x="1305224" y="622281"/>
                  </a:lnTo>
                  <a:lnTo>
                    <a:pt x="1314968" y="622190"/>
                  </a:lnTo>
                  <a:lnTo>
                    <a:pt x="1324697" y="621915"/>
                  </a:lnTo>
                  <a:lnTo>
                    <a:pt x="1334441" y="621438"/>
                  </a:lnTo>
                  <a:lnTo>
                    <a:pt x="1344185" y="620751"/>
                  </a:lnTo>
                  <a:lnTo>
                    <a:pt x="1353929" y="619841"/>
                  </a:lnTo>
                  <a:lnTo>
                    <a:pt x="1363658" y="618695"/>
                  </a:lnTo>
                  <a:lnTo>
                    <a:pt x="1373402" y="617304"/>
                  </a:lnTo>
                  <a:lnTo>
                    <a:pt x="1383146" y="615653"/>
                  </a:lnTo>
                  <a:lnTo>
                    <a:pt x="1392890" y="613732"/>
                  </a:lnTo>
                  <a:lnTo>
                    <a:pt x="1402619" y="611532"/>
                  </a:lnTo>
                  <a:lnTo>
                    <a:pt x="1412363" y="609041"/>
                  </a:lnTo>
                  <a:lnTo>
                    <a:pt x="1422106" y="606250"/>
                  </a:lnTo>
                  <a:lnTo>
                    <a:pt x="1431850" y="603150"/>
                  </a:lnTo>
                  <a:lnTo>
                    <a:pt x="1441594" y="599730"/>
                  </a:lnTo>
                  <a:lnTo>
                    <a:pt x="1451323" y="595986"/>
                  </a:lnTo>
                  <a:lnTo>
                    <a:pt x="1461067" y="591907"/>
                  </a:lnTo>
                  <a:lnTo>
                    <a:pt x="1470811" y="587489"/>
                  </a:lnTo>
                  <a:lnTo>
                    <a:pt x="1480555" y="582727"/>
                  </a:lnTo>
                  <a:lnTo>
                    <a:pt x="1490284" y="577614"/>
                  </a:lnTo>
                  <a:lnTo>
                    <a:pt x="1500028" y="572149"/>
                  </a:lnTo>
                  <a:lnTo>
                    <a:pt x="1509772" y="566327"/>
                  </a:lnTo>
                  <a:lnTo>
                    <a:pt x="1519516" y="560147"/>
                  </a:lnTo>
                  <a:lnTo>
                    <a:pt x="1529245" y="553609"/>
                  </a:lnTo>
                  <a:lnTo>
                    <a:pt x="1538989" y="546712"/>
                  </a:lnTo>
                  <a:lnTo>
                    <a:pt x="1548733" y="539459"/>
                  </a:lnTo>
                  <a:lnTo>
                    <a:pt x="1558477" y="531853"/>
                  </a:lnTo>
                  <a:lnTo>
                    <a:pt x="1568221" y="523896"/>
                  </a:lnTo>
                  <a:lnTo>
                    <a:pt x="1577950" y="515594"/>
                  </a:lnTo>
                  <a:lnTo>
                    <a:pt x="1587694" y="506954"/>
                  </a:lnTo>
                  <a:lnTo>
                    <a:pt x="1597438" y="497981"/>
                  </a:lnTo>
                  <a:lnTo>
                    <a:pt x="1607182" y="488685"/>
                  </a:lnTo>
                  <a:lnTo>
                    <a:pt x="1616911" y="479075"/>
                  </a:lnTo>
                  <a:lnTo>
                    <a:pt x="1626655" y="469163"/>
                  </a:lnTo>
                  <a:lnTo>
                    <a:pt x="1636399" y="458960"/>
                  </a:lnTo>
                  <a:lnTo>
                    <a:pt x="1646142" y="448479"/>
                  </a:lnTo>
                  <a:lnTo>
                    <a:pt x="1655872" y="437734"/>
                  </a:lnTo>
                  <a:lnTo>
                    <a:pt x="1665616" y="426740"/>
                  </a:lnTo>
                  <a:lnTo>
                    <a:pt x="1675359" y="415513"/>
                  </a:lnTo>
                  <a:lnTo>
                    <a:pt x="1685103" y="404071"/>
                  </a:lnTo>
                  <a:lnTo>
                    <a:pt x="1694832" y="392430"/>
                  </a:lnTo>
                  <a:lnTo>
                    <a:pt x="1704576" y="380612"/>
                  </a:lnTo>
                  <a:lnTo>
                    <a:pt x="1714320" y="368635"/>
                  </a:lnTo>
                  <a:lnTo>
                    <a:pt x="1724064" y="356519"/>
                  </a:lnTo>
                  <a:lnTo>
                    <a:pt x="1733808" y="344286"/>
                  </a:lnTo>
                  <a:lnTo>
                    <a:pt x="1743537" y="331957"/>
                  </a:lnTo>
                  <a:lnTo>
                    <a:pt x="1753281" y="319555"/>
                  </a:lnTo>
                  <a:lnTo>
                    <a:pt x="1763025" y="307102"/>
                  </a:lnTo>
                  <a:lnTo>
                    <a:pt x="1772769" y="294623"/>
                  </a:lnTo>
                  <a:lnTo>
                    <a:pt x="1782498" y="282139"/>
                  </a:lnTo>
                  <a:lnTo>
                    <a:pt x="1792242" y="269676"/>
                  </a:lnTo>
                  <a:lnTo>
                    <a:pt x="1801986" y="257255"/>
                  </a:lnTo>
                  <a:lnTo>
                    <a:pt x="1811730" y="244903"/>
                  </a:lnTo>
                  <a:lnTo>
                    <a:pt x="1821459" y="232642"/>
                  </a:lnTo>
                  <a:lnTo>
                    <a:pt x="1831203" y="220496"/>
                  </a:lnTo>
                  <a:lnTo>
                    <a:pt x="1840947" y="208489"/>
                  </a:lnTo>
                  <a:lnTo>
                    <a:pt x="1850691" y="196646"/>
                  </a:lnTo>
                  <a:lnTo>
                    <a:pt x="1860435" y="184986"/>
                  </a:lnTo>
                  <a:lnTo>
                    <a:pt x="1870164" y="173534"/>
                  </a:lnTo>
                  <a:lnTo>
                    <a:pt x="1879908" y="162312"/>
                  </a:lnTo>
                  <a:lnTo>
                    <a:pt x="1889652" y="151342"/>
                  </a:lnTo>
                  <a:lnTo>
                    <a:pt x="1899395" y="140643"/>
                  </a:lnTo>
                  <a:lnTo>
                    <a:pt x="1909124" y="130235"/>
                  </a:lnTo>
                  <a:lnTo>
                    <a:pt x="1918868" y="120138"/>
                  </a:lnTo>
                  <a:lnTo>
                    <a:pt x="1928612" y="110370"/>
                  </a:lnTo>
                  <a:lnTo>
                    <a:pt x="1938356" y="100948"/>
                  </a:lnTo>
                  <a:lnTo>
                    <a:pt x="1948085" y="91888"/>
                  </a:lnTo>
                  <a:lnTo>
                    <a:pt x="1957829" y="83203"/>
                  </a:lnTo>
                  <a:lnTo>
                    <a:pt x="1967573" y="74911"/>
                  </a:lnTo>
                  <a:lnTo>
                    <a:pt x="1977317" y="67019"/>
                  </a:lnTo>
                  <a:lnTo>
                    <a:pt x="1987046" y="59542"/>
                  </a:lnTo>
                  <a:lnTo>
                    <a:pt x="1996790" y="52491"/>
                  </a:lnTo>
                  <a:lnTo>
                    <a:pt x="2006534" y="45871"/>
                  </a:lnTo>
                  <a:lnTo>
                    <a:pt x="2016278" y="39692"/>
                  </a:lnTo>
                  <a:lnTo>
                    <a:pt x="2026022" y="33958"/>
                  </a:lnTo>
                  <a:lnTo>
                    <a:pt x="2035751" y="28675"/>
                  </a:lnTo>
                  <a:lnTo>
                    <a:pt x="2045495" y="23844"/>
                  </a:lnTo>
                  <a:lnTo>
                    <a:pt x="2055239" y="19467"/>
                  </a:lnTo>
                  <a:lnTo>
                    <a:pt x="2064983" y="15546"/>
                  </a:lnTo>
                  <a:lnTo>
                    <a:pt x="2074712" y="12077"/>
                  </a:lnTo>
                  <a:lnTo>
                    <a:pt x="2084456" y="9059"/>
                  </a:lnTo>
                  <a:lnTo>
                    <a:pt x="2094200" y="6485"/>
                  </a:lnTo>
                  <a:lnTo>
                    <a:pt x="2103944" y="4353"/>
                  </a:lnTo>
                  <a:lnTo>
                    <a:pt x="2113673" y="2655"/>
                  </a:lnTo>
                  <a:lnTo>
                    <a:pt x="2123417" y="1380"/>
                  </a:lnTo>
                  <a:lnTo>
                    <a:pt x="2133161" y="520"/>
                  </a:lnTo>
                  <a:lnTo>
                    <a:pt x="2142905" y="64"/>
                  </a:lnTo>
                  <a:lnTo>
                    <a:pt x="2152649" y="0"/>
                  </a:lnTo>
                  <a:lnTo>
                    <a:pt x="2162377" y="314"/>
                  </a:lnTo>
                  <a:lnTo>
                    <a:pt x="2172121" y="992"/>
                  </a:lnTo>
                  <a:lnTo>
                    <a:pt x="2181865" y="2019"/>
                  </a:lnTo>
                  <a:lnTo>
                    <a:pt x="2191609" y="3378"/>
                  </a:lnTo>
                  <a:lnTo>
                    <a:pt x="2201338" y="5049"/>
                  </a:lnTo>
                  <a:lnTo>
                    <a:pt x="2211082" y="7017"/>
                  </a:lnTo>
                  <a:lnTo>
                    <a:pt x="2220826" y="9263"/>
                  </a:lnTo>
                  <a:lnTo>
                    <a:pt x="2230570" y="11766"/>
                  </a:lnTo>
                  <a:lnTo>
                    <a:pt x="2240299" y="14504"/>
                  </a:lnTo>
                  <a:lnTo>
                    <a:pt x="2250043" y="17460"/>
                  </a:lnTo>
                  <a:lnTo>
                    <a:pt x="2259787" y="20610"/>
                  </a:lnTo>
                  <a:lnTo>
                    <a:pt x="2269531" y="23931"/>
                  </a:lnTo>
                  <a:lnTo>
                    <a:pt x="2279260" y="27404"/>
                  </a:lnTo>
                  <a:lnTo>
                    <a:pt x="2289004" y="31006"/>
                  </a:lnTo>
                  <a:lnTo>
                    <a:pt x="2298748" y="34713"/>
                  </a:lnTo>
                  <a:lnTo>
                    <a:pt x="2308492" y="38505"/>
                  </a:lnTo>
                  <a:lnTo>
                    <a:pt x="2318236" y="42359"/>
                  </a:lnTo>
                  <a:lnTo>
                    <a:pt x="2327965" y="46252"/>
                  </a:lnTo>
                  <a:lnTo>
                    <a:pt x="2337709" y="50163"/>
                  </a:lnTo>
                  <a:lnTo>
                    <a:pt x="2347453" y="54070"/>
                  </a:lnTo>
                  <a:lnTo>
                    <a:pt x="2357197" y="57953"/>
                  </a:lnTo>
                  <a:lnTo>
                    <a:pt x="2366926" y="61789"/>
                  </a:lnTo>
                  <a:lnTo>
                    <a:pt x="2376670" y="65561"/>
                  </a:lnTo>
                  <a:lnTo>
                    <a:pt x="2386413" y="69247"/>
                  </a:lnTo>
                  <a:lnTo>
                    <a:pt x="2396157" y="72831"/>
                  </a:lnTo>
                  <a:lnTo>
                    <a:pt x="2405886" y="76293"/>
                  </a:lnTo>
                  <a:lnTo>
                    <a:pt x="2415630" y="79616"/>
                  </a:lnTo>
                  <a:lnTo>
                    <a:pt x="2425374" y="82785"/>
                  </a:lnTo>
                  <a:lnTo>
                    <a:pt x="2435118" y="85782"/>
                  </a:lnTo>
                  <a:lnTo>
                    <a:pt x="2444862" y="88597"/>
                  </a:lnTo>
                  <a:lnTo>
                    <a:pt x="2454591" y="91213"/>
                  </a:lnTo>
                  <a:lnTo>
                    <a:pt x="2464335" y="93621"/>
                  </a:lnTo>
                  <a:lnTo>
                    <a:pt x="2474079" y="95808"/>
                  </a:lnTo>
                  <a:lnTo>
                    <a:pt x="2483823" y="97766"/>
                  </a:lnTo>
                  <a:lnTo>
                    <a:pt x="2493552" y="99483"/>
                  </a:lnTo>
                  <a:lnTo>
                    <a:pt x="2503296" y="100957"/>
                  </a:lnTo>
                  <a:lnTo>
                    <a:pt x="2513040" y="102177"/>
                  </a:lnTo>
                  <a:lnTo>
                    <a:pt x="2522784" y="103141"/>
                  </a:lnTo>
                  <a:lnTo>
                    <a:pt x="2532513" y="103846"/>
                  </a:lnTo>
                  <a:lnTo>
                    <a:pt x="2542257" y="104285"/>
                  </a:lnTo>
                  <a:lnTo>
                    <a:pt x="2552001" y="104464"/>
                  </a:lnTo>
                  <a:lnTo>
                    <a:pt x="2561745" y="104378"/>
                  </a:lnTo>
                  <a:lnTo>
                    <a:pt x="2571474" y="104029"/>
                  </a:lnTo>
                  <a:lnTo>
                    <a:pt x="2581218" y="103423"/>
                  </a:lnTo>
                  <a:lnTo>
                    <a:pt x="2590962" y="102560"/>
                  </a:lnTo>
                  <a:lnTo>
                    <a:pt x="2600705" y="101447"/>
                  </a:lnTo>
                  <a:lnTo>
                    <a:pt x="2610449" y="100090"/>
                  </a:lnTo>
                  <a:lnTo>
                    <a:pt x="2620178" y="98497"/>
                  </a:lnTo>
                  <a:lnTo>
                    <a:pt x="2629922" y="96675"/>
                  </a:lnTo>
                  <a:lnTo>
                    <a:pt x="2639666" y="94634"/>
                  </a:lnTo>
                  <a:lnTo>
                    <a:pt x="2649410" y="92384"/>
                  </a:lnTo>
                  <a:lnTo>
                    <a:pt x="2659139" y="89938"/>
                  </a:lnTo>
                  <a:lnTo>
                    <a:pt x="2668883" y="87305"/>
                  </a:lnTo>
                  <a:lnTo>
                    <a:pt x="2678627" y="84500"/>
                  </a:lnTo>
                  <a:lnTo>
                    <a:pt x="2688371" y="81536"/>
                  </a:lnTo>
                  <a:lnTo>
                    <a:pt x="2698100" y="78428"/>
                  </a:lnTo>
                  <a:lnTo>
                    <a:pt x="2707844" y="75191"/>
                  </a:lnTo>
                  <a:lnTo>
                    <a:pt x="2717588" y="71838"/>
                  </a:lnTo>
                  <a:lnTo>
                    <a:pt x="2727332" y="68388"/>
                  </a:lnTo>
                  <a:lnTo>
                    <a:pt x="2737076" y="64854"/>
                  </a:lnTo>
                  <a:lnTo>
                    <a:pt x="2746805" y="61256"/>
                  </a:lnTo>
                  <a:lnTo>
                    <a:pt x="2756549" y="57607"/>
                  </a:lnTo>
                  <a:lnTo>
                    <a:pt x="2766293" y="53925"/>
                  </a:lnTo>
                  <a:lnTo>
                    <a:pt x="2776037" y="50229"/>
                  </a:lnTo>
                  <a:lnTo>
                    <a:pt x="2785766" y="46534"/>
                  </a:lnTo>
                  <a:lnTo>
                    <a:pt x="2795510" y="42857"/>
                  </a:lnTo>
                  <a:lnTo>
                    <a:pt x="2805254" y="39214"/>
                  </a:lnTo>
                  <a:lnTo>
                    <a:pt x="2814998" y="35623"/>
                  </a:lnTo>
                  <a:lnTo>
                    <a:pt x="2824727" y="32098"/>
                  </a:lnTo>
                  <a:lnTo>
                    <a:pt x="2834471" y="28655"/>
                  </a:lnTo>
                  <a:lnTo>
                    <a:pt x="2844215" y="25310"/>
                  </a:lnTo>
                  <a:lnTo>
                    <a:pt x="2853958" y="22077"/>
                  </a:lnTo>
                  <a:lnTo>
                    <a:pt x="2863687" y="18969"/>
                  </a:lnTo>
                  <a:lnTo>
                    <a:pt x="2873431" y="16001"/>
                  </a:lnTo>
                  <a:lnTo>
                    <a:pt x="2883175" y="13186"/>
                  </a:lnTo>
                  <a:lnTo>
                    <a:pt x="2892919" y="10532"/>
                  </a:lnTo>
                  <a:lnTo>
                    <a:pt x="2902663" y="8054"/>
                  </a:lnTo>
                  <a:lnTo>
                    <a:pt x="2912392" y="575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4" name="Freeform 663">
              <a:extLst>
                <a:ext uri="{FF2B5EF4-FFF2-40B4-BE49-F238E27FC236}">
                  <a16:creationId xmlns:a16="http://schemas.microsoft.com/office/drawing/2014/main" id="{165DBDE4-07A8-2A7C-E8D4-9FF8235D2939}"/>
                </a:ext>
              </a:extLst>
            </p:cNvPr>
            <p:cNvSpPr/>
            <p:nvPr/>
          </p:nvSpPr>
          <p:spPr>
            <a:xfrm>
              <a:off x="576446" y="3314333"/>
              <a:ext cx="2912392" cy="409562"/>
            </a:xfrm>
            <a:custGeom>
              <a:avLst/>
              <a:gdLst>
                <a:gd name="connsiteX0" fmla="*/ 0 w 2912392"/>
                <a:gd name="connsiteY0" fmla="*/ 263725 h 409562"/>
                <a:gd name="connsiteX1" fmla="*/ 9739 w 2912392"/>
                <a:gd name="connsiteY1" fmla="*/ 262940 h 409562"/>
                <a:gd name="connsiteX2" fmla="*/ 19480 w 2912392"/>
                <a:gd name="connsiteY2" fmla="*/ 262104 h 409562"/>
                <a:gd name="connsiteX3" fmla="*/ 29221 w 2912392"/>
                <a:gd name="connsiteY3" fmla="*/ 261219 h 409562"/>
                <a:gd name="connsiteX4" fmla="*/ 38961 w 2912392"/>
                <a:gd name="connsiteY4" fmla="*/ 260290 h 409562"/>
                <a:gd name="connsiteX5" fmla="*/ 48702 w 2912392"/>
                <a:gd name="connsiteY5" fmla="*/ 259320 h 409562"/>
                <a:gd name="connsiteX6" fmla="*/ 58443 w 2912392"/>
                <a:gd name="connsiteY6" fmla="*/ 258311 h 409562"/>
                <a:gd name="connsiteX7" fmla="*/ 68182 w 2912392"/>
                <a:gd name="connsiteY7" fmla="*/ 257267 h 409562"/>
                <a:gd name="connsiteX8" fmla="*/ 77923 w 2912392"/>
                <a:gd name="connsiteY8" fmla="*/ 256192 h 409562"/>
                <a:gd name="connsiteX9" fmla="*/ 87664 w 2912392"/>
                <a:gd name="connsiteY9" fmla="*/ 255091 h 409562"/>
                <a:gd name="connsiteX10" fmla="*/ 97404 w 2912392"/>
                <a:gd name="connsiteY10" fmla="*/ 253965 h 409562"/>
                <a:gd name="connsiteX11" fmla="*/ 107145 w 2912392"/>
                <a:gd name="connsiteY11" fmla="*/ 252819 h 409562"/>
                <a:gd name="connsiteX12" fmla="*/ 116886 w 2912392"/>
                <a:gd name="connsiteY12" fmla="*/ 251656 h 409562"/>
                <a:gd name="connsiteX13" fmla="*/ 126625 w 2912392"/>
                <a:gd name="connsiteY13" fmla="*/ 250480 h 409562"/>
                <a:gd name="connsiteX14" fmla="*/ 136366 w 2912392"/>
                <a:gd name="connsiteY14" fmla="*/ 249294 h 409562"/>
                <a:gd name="connsiteX15" fmla="*/ 146107 w 2912392"/>
                <a:gd name="connsiteY15" fmla="*/ 248104 h 409562"/>
                <a:gd name="connsiteX16" fmla="*/ 155846 w 2912392"/>
                <a:gd name="connsiteY16" fmla="*/ 246909 h 409562"/>
                <a:gd name="connsiteX17" fmla="*/ 165587 w 2912392"/>
                <a:gd name="connsiteY17" fmla="*/ 245716 h 409562"/>
                <a:gd name="connsiteX18" fmla="*/ 175328 w 2912392"/>
                <a:gd name="connsiteY18" fmla="*/ 244528 h 409562"/>
                <a:gd name="connsiteX19" fmla="*/ 185068 w 2912392"/>
                <a:gd name="connsiteY19" fmla="*/ 243347 h 409562"/>
                <a:gd name="connsiteX20" fmla="*/ 194809 w 2912392"/>
                <a:gd name="connsiteY20" fmla="*/ 242177 h 409562"/>
                <a:gd name="connsiteX21" fmla="*/ 204550 w 2912392"/>
                <a:gd name="connsiteY21" fmla="*/ 241021 h 409562"/>
                <a:gd name="connsiteX22" fmla="*/ 214289 w 2912392"/>
                <a:gd name="connsiteY22" fmla="*/ 239883 h 409562"/>
                <a:gd name="connsiteX23" fmla="*/ 224030 w 2912392"/>
                <a:gd name="connsiteY23" fmla="*/ 238764 h 409562"/>
                <a:gd name="connsiteX24" fmla="*/ 233771 w 2912392"/>
                <a:gd name="connsiteY24" fmla="*/ 237667 h 409562"/>
                <a:gd name="connsiteX25" fmla="*/ 243510 w 2912392"/>
                <a:gd name="connsiteY25" fmla="*/ 236596 h 409562"/>
                <a:gd name="connsiteX26" fmla="*/ 253251 w 2912392"/>
                <a:gd name="connsiteY26" fmla="*/ 235553 h 409562"/>
                <a:gd name="connsiteX27" fmla="*/ 262992 w 2912392"/>
                <a:gd name="connsiteY27" fmla="*/ 234538 h 409562"/>
                <a:gd name="connsiteX28" fmla="*/ 272732 w 2912392"/>
                <a:gd name="connsiteY28" fmla="*/ 233556 h 409562"/>
                <a:gd name="connsiteX29" fmla="*/ 282473 w 2912392"/>
                <a:gd name="connsiteY29" fmla="*/ 232609 h 409562"/>
                <a:gd name="connsiteX30" fmla="*/ 292214 w 2912392"/>
                <a:gd name="connsiteY30" fmla="*/ 231696 h 409562"/>
                <a:gd name="connsiteX31" fmla="*/ 301953 w 2912392"/>
                <a:gd name="connsiteY31" fmla="*/ 230820 h 409562"/>
                <a:gd name="connsiteX32" fmla="*/ 311694 w 2912392"/>
                <a:gd name="connsiteY32" fmla="*/ 229982 h 409562"/>
                <a:gd name="connsiteX33" fmla="*/ 321435 w 2912392"/>
                <a:gd name="connsiteY33" fmla="*/ 229182 h 409562"/>
                <a:gd name="connsiteX34" fmla="*/ 331175 w 2912392"/>
                <a:gd name="connsiteY34" fmla="*/ 228422 h 409562"/>
                <a:gd name="connsiteX35" fmla="*/ 340916 w 2912392"/>
                <a:gd name="connsiteY35" fmla="*/ 227703 h 409562"/>
                <a:gd name="connsiteX36" fmla="*/ 350656 w 2912392"/>
                <a:gd name="connsiteY36" fmla="*/ 227022 h 409562"/>
                <a:gd name="connsiteX37" fmla="*/ 360396 w 2912392"/>
                <a:gd name="connsiteY37" fmla="*/ 226381 h 409562"/>
                <a:gd name="connsiteX38" fmla="*/ 370137 w 2912392"/>
                <a:gd name="connsiteY38" fmla="*/ 225779 h 409562"/>
                <a:gd name="connsiteX39" fmla="*/ 379878 w 2912392"/>
                <a:gd name="connsiteY39" fmla="*/ 225216 h 409562"/>
                <a:gd name="connsiteX40" fmla="*/ 389617 w 2912392"/>
                <a:gd name="connsiteY40" fmla="*/ 224692 h 409562"/>
                <a:gd name="connsiteX41" fmla="*/ 399358 w 2912392"/>
                <a:gd name="connsiteY41" fmla="*/ 224201 h 409562"/>
                <a:gd name="connsiteX42" fmla="*/ 409099 w 2912392"/>
                <a:gd name="connsiteY42" fmla="*/ 223748 h 409562"/>
                <a:gd name="connsiteX43" fmla="*/ 418839 w 2912392"/>
                <a:gd name="connsiteY43" fmla="*/ 223327 h 409562"/>
                <a:gd name="connsiteX44" fmla="*/ 428580 w 2912392"/>
                <a:gd name="connsiteY44" fmla="*/ 222936 h 409562"/>
                <a:gd name="connsiteX45" fmla="*/ 438321 w 2912392"/>
                <a:gd name="connsiteY45" fmla="*/ 222574 h 409562"/>
                <a:gd name="connsiteX46" fmla="*/ 448060 w 2912392"/>
                <a:gd name="connsiteY46" fmla="*/ 222239 h 409562"/>
                <a:gd name="connsiteX47" fmla="*/ 457801 w 2912392"/>
                <a:gd name="connsiteY47" fmla="*/ 221926 h 409562"/>
                <a:gd name="connsiteX48" fmla="*/ 467542 w 2912392"/>
                <a:gd name="connsiteY48" fmla="*/ 221634 h 409562"/>
                <a:gd name="connsiteX49" fmla="*/ 477281 w 2912392"/>
                <a:gd name="connsiteY49" fmla="*/ 221359 h 409562"/>
                <a:gd name="connsiteX50" fmla="*/ 487022 w 2912392"/>
                <a:gd name="connsiteY50" fmla="*/ 221096 h 409562"/>
                <a:gd name="connsiteX51" fmla="*/ 496763 w 2912392"/>
                <a:gd name="connsiteY51" fmla="*/ 220843 h 409562"/>
                <a:gd name="connsiteX52" fmla="*/ 506503 w 2912392"/>
                <a:gd name="connsiteY52" fmla="*/ 220594 h 409562"/>
                <a:gd name="connsiteX53" fmla="*/ 516244 w 2912392"/>
                <a:gd name="connsiteY53" fmla="*/ 220347 h 409562"/>
                <a:gd name="connsiteX54" fmla="*/ 525985 w 2912392"/>
                <a:gd name="connsiteY54" fmla="*/ 220097 h 409562"/>
                <a:gd name="connsiteX55" fmla="*/ 535724 w 2912392"/>
                <a:gd name="connsiteY55" fmla="*/ 219839 h 409562"/>
                <a:gd name="connsiteX56" fmla="*/ 545465 w 2912392"/>
                <a:gd name="connsiteY56" fmla="*/ 219569 h 409562"/>
                <a:gd name="connsiteX57" fmla="*/ 555206 w 2912392"/>
                <a:gd name="connsiteY57" fmla="*/ 219282 h 409562"/>
                <a:gd name="connsiteX58" fmla="*/ 564946 w 2912392"/>
                <a:gd name="connsiteY58" fmla="*/ 218973 h 409562"/>
                <a:gd name="connsiteX59" fmla="*/ 574687 w 2912392"/>
                <a:gd name="connsiteY59" fmla="*/ 218637 h 409562"/>
                <a:gd name="connsiteX60" fmla="*/ 584428 w 2912392"/>
                <a:gd name="connsiteY60" fmla="*/ 218269 h 409562"/>
                <a:gd name="connsiteX61" fmla="*/ 594167 w 2912392"/>
                <a:gd name="connsiteY61" fmla="*/ 217865 h 409562"/>
                <a:gd name="connsiteX62" fmla="*/ 603908 w 2912392"/>
                <a:gd name="connsiteY62" fmla="*/ 217418 h 409562"/>
                <a:gd name="connsiteX63" fmla="*/ 613649 w 2912392"/>
                <a:gd name="connsiteY63" fmla="*/ 216925 h 409562"/>
                <a:gd name="connsiteX64" fmla="*/ 623388 w 2912392"/>
                <a:gd name="connsiteY64" fmla="*/ 216381 h 409562"/>
                <a:gd name="connsiteX65" fmla="*/ 633129 w 2912392"/>
                <a:gd name="connsiteY65" fmla="*/ 215779 h 409562"/>
                <a:gd name="connsiteX66" fmla="*/ 642870 w 2912392"/>
                <a:gd name="connsiteY66" fmla="*/ 215116 h 409562"/>
                <a:gd name="connsiteX67" fmla="*/ 652610 w 2912392"/>
                <a:gd name="connsiteY67" fmla="*/ 214387 h 409562"/>
                <a:gd name="connsiteX68" fmla="*/ 662351 w 2912392"/>
                <a:gd name="connsiteY68" fmla="*/ 213587 h 409562"/>
                <a:gd name="connsiteX69" fmla="*/ 672092 w 2912392"/>
                <a:gd name="connsiteY69" fmla="*/ 212713 h 409562"/>
                <a:gd name="connsiteX70" fmla="*/ 681831 w 2912392"/>
                <a:gd name="connsiteY70" fmla="*/ 211758 h 409562"/>
                <a:gd name="connsiteX71" fmla="*/ 691572 w 2912392"/>
                <a:gd name="connsiteY71" fmla="*/ 210721 h 409562"/>
                <a:gd name="connsiteX72" fmla="*/ 701313 w 2912392"/>
                <a:gd name="connsiteY72" fmla="*/ 209596 h 409562"/>
                <a:gd name="connsiteX73" fmla="*/ 711052 w 2912392"/>
                <a:gd name="connsiteY73" fmla="*/ 208382 h 409562"/>
                <a:gd name="connsiteX74" fmla="*/ 720793 w 2912392"/>
                <a:gd name="connsiteY74" fmla="*/ 207072 h 409562"/>
                <a:gd name="connsiteX75" fmla="*/ 730534 w 2912392"/>
                <a:gd name="connsiteY75" fmla="*/ 205667 h 409562"/>
                <a:gd name="connsiteX76" fmla="*/ 740274 w 2912392"/>
                <a:gd name="connsiteY76" fmla="*/ 204161 h 409562"/>
                <a:gd name="connsiteX77" fmla="*/ 750015 w 2912392"/>
                <a:gd name="connsiteY77" fmla="*/ 202555 h 409562"/>
                <a:gd name="connsiteX78" fmla="*/ 759756 w 2912392"/>
                <a:gd name="connsiteY78" fmla="*/ 200843 h 409562"/>
                <a:gd name="connsiteX79" fmla="*/ 769495 w 2912392"/>
                <a:gd name="connsiteY79" fmla="*/ 199027 h 409562"/>
                <a:gd name="connsiteX80" fmla="*/ 779236 w 2912392"/>
                <a:gd name="connsiteY80" fmla="*/ 197103 h 409562"/>
                <a:gd name="connsiteX81" fmla="*/ 788977 w 2912392"/>
                <a:gd name="connsiteY81" fmla="*/ 195074 h 409562"/>
                <a:gd name="connsiteX82" fmla="*/ 798717 w 2912392"/>
                <a:gd name="connsiteY82" fmla="*/ 192936 h 409562"/>
                <a:gd name="connsiteX83" fmla="*/ 808458 w 2912392"/>
                <a:gd name="connsiteY83" fmla="*/ 190691 h 409562"/>
                <a:gd name="connsiteX84" fmla="*/ 818199 w 2912392"/>
                <a:gd name="connsiteY84" fmla="*/ 188338 h 409562"/>
                <a:gd name="connsiteX85" fmla="*/ 827938 w 2912392"/>
                <a:gd name="connsiteY85" fmla="*/ 185878 h 409562"/>
                <a:gd name="connsiteX86" fmla="*/ 837679 w 2912392"/>
                <a:gd name="connsiteY86" fmla="*/ 183316 h 409562"/>
                <a:gd name="connsiteX87" fmla="*/ 847420 w 2912392"/>
                <a:gd name="connsiteY87" fmla="*/ 180649 h 409562"/>
                <a:gd name="connsiteX88" fmla="*/ 857159 w 2912392"/>
                <a:gd name="connsiteY88" fmla="*/ 177880 h 409562"/>
                <a:gd name="connsiteX89" fmla="*/ 866900 w 2912392"/>
                <a:gd name="connsiteY89" fmla="*/ 175015 h 409562"/>
                <a:gd name="connsiteX90" fmla="*/ 876641 w 2912392"/>
                <a:gd name="connsiteY90" fmla="*/ 172056 h 409562"/>
                <a:gd name="connsiteX91" fmla="*/ 886381 w 2912392"/>
                <a:gd name="connsiteY91" fmla="*/ 169007 h 409562"/>
                <a:gd name="connsiteX92" fmla="*/ 896122 w 2912392"/>
                <a:gd name="connsiteY92" fmla="*/ 165870 h 409562"/>
                <a:gd name="connsiteX93" fmla="*/ 905863 w 2912392"/>
                <a:gd name="connsiteY93" fmla="*/ 162651 h 409562"/>
                <a:gd name="connsiteX94" fmla="*/ 915602 w 2912392"/>
                <a:gd name="connsiteY94" fmla="*/ 159357 h 409562"/>
                <a:gd name="connsiteX95" fmla="*/ 925343 w 2912392"/>
                <a:gd name="connsiteY95" fmla="*/ 155989 h 409562"/>
                <a:gd name="connsiteX96" fmla="*/ 935084 w 2912392"/>
                <a:gd name="connsiteY96" fmla="*/ 152558 h 409562"/>
                <a:gd name="connsiteX97" fmla="*/ 944824 w 2912392"/>
                <a:gd name="connsiteY97" fmla="*/ 149069 h 409562"/>
                <a:gd name="connsiteX98" fmla="*/ 954564 w 2912392"/>
                <a:gd name="connsiteY98" fmla="*/ 145527 h 409562"/>
                <a:gd name="connsiteX99" fmla="*/ 964305 w 2912392"/>
                <a:gd name="connsiteY99" fmla="*/ 141941 h 409562"/>
                <a:gd name="connsiteX100" fmla="*/ 974045 w 2912392"/>
                <a:gd name="connsiteY100" fmla="*/ 138319 h 409562"/>
                <a:gd name="connsiteX101" fmla="*/ 983786 w 2912392"/>
                <a:gd name="connsiteY101" fmla="*/ 134667 h 409562"/>
                <a:gd name="connsiteX102" fmla="*/ 993522 w 2912392"/>
                <a:gd name="connsiteY102" fmla="*/ 130995 h 409562"/>
                <a:gd name="connsiteX103" fmla="*/ 1003266 w 2912392"/>
                <a:gd name="connsiteY103" fmla="*/ 127312 h 409562"/>
                <a:gd name="connsiteX104" fmla="*/ 1013010 w 2912392"/>
                <a:gd name="connsiteY104" fmla="*/ 123626 h 409562"/>
                <a:gd name="connsiteX105" fmla="*/ 1022754 w 2912392"/>
                <a:gd name="connsiteY105" fmla="*/ 119946 h 409562"/>
                <a:gd name="connsiteX106" fmla="*/ 1032483 w 2912392"/>
                <a:gd name="connsiteY106" fmla="*/ 116282 h 409562"/>
                <a:gd name="connsiteX107" fmla="*/ 1042227 w 2912392"/>
                <a:gd name="connsiteY107" fmla="*/ 112645 h 409562"/>
                <a:gd name="connsiteX108" fmla="*/ 1051971 w 2912392"/>
                <a:gd name="connsiteY108" fmla="*/ 109043 h 409562"/>
                <a:gd name="connsiteX109" fmla="*/ 1061715 w 2912392"/>
                <a:gd name="connsiteY109" fmla="*/ 105486 h 409562"/>
                <a:gd name="connsiteX110" fmla="*/ 1071444 w 2912392"/>
                <a:gd name="connsiteY110" fmla="*/ 101985 h 409562"/>
                <a:gd name="connsiteX111" fmla="*/ 1081188 w 2912392"/>
                <a:gd name="connsiteY111" fmla="*/ 98551 h 409562"/>
                <a:gd name="connsiteX112" fmla="*/ 1090932 w 2912392"/>
                <a:gd name="connsiteY112" fmla="*/ 95193 h 409562"/>
                <a:gd name="connsiteX113" fmla="*/ 1100676 w 2912392"/>
                <a:gd name="connsiteY113" fmla="*/ 91922 h 409562"/>
                <a:gd name="connsiteX114" fmla="*/ 1110405 w 2912392"/>
                <a:gd name="connsiteY114" fmla="*/ 88749 h 409562"/>
                <a:gd name="connsiteX115" fmla="*/ 1120149 w 2912392"/>
                <a:gd name="connsiteY115" fmla="*/ 85683 h 409562"/>
                <a:gd name="connsiteX116" fmla="*/ 1129893 w 2912392"/>
                <a:gd name="connsiteY116" fmla="*/ 82736 h 409562"/>
                <a:gd name="connsiteX117" fmla="*/ 1139637 w 2912392"/>
                <a:gd name="connsiteY117" fmla="*/ 79917 h 409562"/>
                <a:gd name="connsiteX118" fmla="*/ 1149381 w 2912392"/>
                <a:gd name="connsiteY118" fmla="*/ 77236 h 409562"/>
                <a:gd name="connsiteX119" fmla="*/ 1159110 w 2912392"/>
                <a:gd name="connsiteY119" fmla="*/ 74705 h 409562"/>
                <a:gd name="connsiteX120" fmla="*/ 1168854 w 2912392"/>
                <a:gd name="connsiteY120" fmla="*/ 72330 h 409562"/>
                <a:gd name="connsiteX121" fmla="*/ 1178598 w 2912392"/>
                <a:gd name="connsiteY121" fmla="*/ 70125 h 409562"/>
                <a:gd name="connsiteX122" fmla="*/ 1188341 w 2912392"/>
                <a:gd name="connsiteY122" fmla="*/ 68096 h 409562"/>
                <a:gd name="connsiteX123" fmla="*/ 1198070 w 2912392"/>
                <a:gd name="connsiteY123" fmla="*/ 66253 h 409562"/>
                <a:gd name="connsiteX124" fmla="*/ 1207814 w 2912392"/>
                <a:gd name="connsiteY124" fmla="*/ 64604 h 409562"/>
                <a:gd name="connsiteX125" fmla="*/ 1217558 w 2912392"/>
                <a:gd name="connsiteY125" fmla="*/ 63158 h 409562"/>
                <a:gd name="connsiteX126" fmla="*/ 1227302 w 2912392"/>
                <a:gd name="connsiteY126" fmla="*/ 61923 h 409562"/>
                <a:gd name="connsiteX127" fmla="*/ 1237031 w 2912392"/>
                <a:gd name="connsiteY127" fmla="*/ 60907 h 409562"/>
                <a:gd name="connsiteX128" fmla="*/ 1246775 w 2912392"/>
                <a:gd name="connsiteY128" fmla="*/ 60116 h 409562"/>
                <a:gd name="connsiteX129" fmla="*/ 1256519 w 2912392"/>
                <a:gd name="connsiteY129" fmla="*/ 59557 h 409562"/>
                <a:gd name="connsiteX130" fmla="*/ 1266263 w 2912392"/>
                <a:gd name="connsiteY130" fmla="*/ 59237 h 409562"/>
                <a:gd name="connsiteX131" fmla="*/ 1276007 w 2912392"/>
                <a:gd name="connsiteY131" fmla="*/ 59159 h 409562"/>
                <a:gd name="connsiteX132" fmla="*/ 1285736 w 2912392"/>
                <a:gd name="connsiteY132" fmla="*/ 59331 h 409562"/>
                <a:gd name="connsiteX133" fmla="*/ 1295480 w 2912392"/>
                <a:gd name="connsiteY133" fmla="*/ 59757 h 409562"/>
                <a:gd name="connsiteX134" fmla="*/ 1305224 w 2912392"/>
                <a:gd name="connsiteY134" fmla="*/ 60439 h 409562"/>
                <a:gd name="connsiteX135" fmla="*/ 1314968 w 2912392"/>
                <a:gd name="connsiteY135" fmla="*/ 61384 h 409562"/>
                <a:gd name="connsiteX136" fmla="*/ 1324697 w 2912392"/>
                <a:gd name="connsiteY136" fmla="*/ 62591 h 409562"/>
                <a:gd name="connsiteX137" fmla="*/ 1334441 w 2912392"/>
                <a:gd name="connsiteY137" fmla="*/ 64063 h 409562"/>
                <a:gd name="connsiteX138" fmla="*/ 1344185 w 2912392"/>
                <a:gd name="connsiteY138" fmla="*/ 65803 h 409562"/>
                <a:gd name="connsiteX139" fmla="*/ 1353929 w 2912392"/>
                <a:gd name="connsiteY139" fmla="*/ 67811 h 409562"/>
                <a:gd name="connsiteX140" fmla="*/ 1363658 w 2912392"/>
                <a:gd name="connsiteY140" fmla="*/ 70089 h 409562"/>
                <a:gd name="connsiteX141" fmla="*/ 1373402 w 2912392"/>
                <a:gd name="connsiteY141" fmla="*/ 72634 h 409562"/>
                <a:gd name="connsiteX142" fmla="*/ 1383146 w 2912392"/>
                <a:gd name="connsiteY142" fmla="*/ 75445 h 409562"/>
                <a:gd name="connsiteX143" fmla="*/ 1392890 w 2912392"/>
                <a:gd name="connsiteY143" fmla="*/ 78522 h 409562"/>
                <a:gd name="connsiteX144" fmla="*/ 1402619 w 2912392"/>
                <a:gd name="connsiteY144" fmla="*/ 81862 h 409562"/>
                <a:gd name="connsiteX145" fmla="*/ 1412363 w 2912392"/>
                <a:gd name="connsiteY145" fmla="*/ 85464 h 409562"/>
                <a:gd name="connsiteX146" fmla="*/ 1422106 w 2912392"/>
                <a:gd name="connsiteY146" fmla="*/ 89319 h 409562"/>
                <a:gd name="connsiteX147" fmla="*/ 1431850 w 2912392"/>
                <a:gd name="connsiteY147" fmla="*/ 93429 h 409562"/>
                <a:gd name="connsiteX148" fmla="*/ 1441594 w 2912392"/>
                <a:gd name="connsiteY148" fmla="*/ 97784 h 409562"/>
                <a:gd name="connsiteX149" fmla="*/ 1451323 w 2912392"/>
                <a:gd name="connsiteY149" fmla="*/ 102381 h 409562"/>
                <a:gd name="connsiteX150" fmla="*/ 1461067 w 2912392"/>
                <a:gd name="connsiteY150" fmla="*/ 107213 h 409562"/>
                <a:gd name="connsiteX151" fmla="*/ 1470811 w 2912392"/>
                <a:gd name="connsiteY151" fmla="*/ 112274 h 409562"/>
                <a:gd name="connsiteX152" fmla="*/ 1480555 w 2912392"/>
                <a:gd name="connsiteY152" fmla="*/ 117556 h 409562"/>
                <a:gd name="connsiteX153" fmla="*/ 1490284 w 2912392"/>
                <a:gd name="connsiteY153" fmla="*/ 123052 h 409562"/>
                <a:gd name="connsiteX154" fmla="*/ 1500028 w 2912392"/>
                <a:gd name="connsiteY154" fmla="*/ 128753 h 409562"/>
                <a:gd name="connsiteX155" fmla="*/ 1509772 w 2912392"/>
                <a:gd name="connsiteY155" fmla="*/ 134648 h 409562"/>
                <a:gd name="connsiteX156" fmla="*/ 1519516 w 2912392"/>
                <a:gd name="connsiteY156" fmla="*/ 140731 h 409562"/>
                <a:gd name="connsiteX157" fmla="*/ 1529245 w 2912392"/>
                <a:gd name="connsiteY157" fmla="*/ 146989 h 409562"/>
                <a:gd name="connsiteX158" fmla="*/ 1538989 w 2912392"/>
                <a:gd name="connsiteY158" fmla="*/ 153413 h 409562"/>
                <a:gd name="connsiteX159" fmla="*/ 1548733 w 2912392"/>
                <a:gd name="connsiteY159" fmla="*/ 159993 h 409562"/>
                <a:gd name="connsiteX160" fmla="*/ 1558477 w 2912392"/>
                <a:gd name="connsiteY160" fmla="*/ 166715 h 409562"/>
                <a:gd name="connsiteX161" fmla="*/ 1568221 w 2912392"/>
                <a:gd name="connsiteY161" fmla="*/ 173569 h 409562"/>
                <a:gd name="connsiteX162" fmla="*/ 1577950 w 2912392"/>
                <a:gd name="connsiteY162" fmla="*/ 180541 h 409562"/>
                <a:gd name="connsiteX163" fmla="*/ 1587694 w 2912392"/>
                <a:gd name="connsiteY163" fmla="*/ 187623 h 409562"/>
                <a:gd name="connsiteX164" fmla="*/ 1597438 w 2912392"/>
                <a:gd name="connsiteY164" fmla="*/ 194798 h 409562"/>
                <a:gd name="connsiteX165" fmla="*/ 1607182 w 2912392"/>
                <a:gd name="connsiteY165" fmla="*/ 202054 h 409562"/>
                <a:gd name="connsiteX166" fmla="*/ 1616911 w 2912392"/>
                <a:gd name="connsiteY166" fmla="*/ 209378 h 409562"/>
                <a:gd name="connsiteX167" fmla="*/ 1626655 w 2912392"/>
                <a:gd name="connsiteY167" fmla="*/ 216758 h 409562"/>
                <a:gd name="connsiteX168" fmla="*/ 1636399 w 2912392"/>
                <a:gd name="connsiteY168" fmla="*/ 224178 h 409562"/>
                <a:gd name="connsiteX169" fmla="*/ 1646142 w 2912392"/>
                <a:gd name="connsiteY169" fmla="*/ 231626 h 409562"/>
                <a:gd name="connsiteX170" fmla="*/ 1655872 w 2912392"/>
                <a:gd name="connsiteY170" fmla="*/ 239085 h 409562"/>
                <a:gd name="connsiteX171" fmla="*/ 1665616 w 2912392"/>
                <a:gd name="connsiteY171" fmla="*/ 246545 h 409562"/>
                <a:gd name="connsiteX172" fmla="*/ 1675359 w 2912392"/>
                <a:gd name="connsiteY172" fmla="*/ 253990 h 409562"/>
                <a:gd name="connsiteX173" fmla="*/ 1685103 w 2912392"/>
                <a:gd name="connsiteY173" fmla="*/ 261407 h 409562"/>
                <a:gd name="connsiteX174" fmla="*/ 1694832 w 2912392"/>
                <a:gd name="connsiteY174" fmla="*/ 268781 h 409562"/>
                <a:gd name="connsiteX175" fmla="*/ 1704576 w 2912392"/>
                <a:gd name="connsiteY175" fmla="*/ 276097 h 409562"/>
                <a:gd name="connsiteX176" fmla="*/ 1714320 w 2912392"/>
                <a:gd name="connsiteY176" fmla="*/ 283343 h 409562"/>
                <a:gd name="connsiteX177" fmla="*/ 1724064 w 2912392"/>
                <a:gd name="connsiteY177" fmla="*/ 290505 h 409562"/>
                <a:gd name="connsiteX178" fmla="*/ 1733808 w 2912392"/>
                <a:gd name="connsiteY178" fmla="*/ 297568 h 409562"/>
                <a:gd name="connsiteX179" fmla="*/ 1743537 w 2912392"/>
                <a:gd name="connsiteY179" fmla="*/ 304520 h 409562"/>
                <a:gd name="connsiteX180" fmla="*/ 1753281 w 2912392"/>
                <a:gd name="connsiteY180" fmla="*/ 311347 h 409562"/>
                <a:gd name="connsiteX181" fmla="*/ 1763025 w 2912392"/>
                <a:gd name="connsiteY181" fmla="*/ 318035 h 409562"/>
                <a:gd name="connsiteX182" fmla="*/ 1772769 w 2912392"/>
                <a:gd name="connsiteY182" fmla="*/ 324573 h 409562"/>
                <a:gd name="connsiteX183" fmla="*/ 1782498 w 2912392"/>
                <a:gd name="connsiteY183" fmla="*/ 330948 h 409562"/>
                <a:gd name="connsiteX184" fmla="*/ 1792242 w 2912392"/>
                <a:gd name="connsiteY184" fmla="*/ 337146 h 409562"/>
                <a:gd name="connsiteX185" fmla="*/ 1801986 w 2912392"/>
                <a:gd name="connsiteY185" fmla="*/ 343158 h 409562"/>
                <a:gd name="connsiteX186" fmla="*/ 1811730 w 2912392"/>
                <a:gd name="connsiteY186" fmla="*/ 348968 h 409562"/>
                <a:gd name="connsiteX187" fmla="*/ 1821459 w 2912392"/>
                <a:gd name="connsiteY187" fmla="*/ 354570 h 409562"/>
                <a:gd name="connsiteX188" fmla="*/ 1831203 w 2912392"/>
                <a:gd name="connsiteY188" fmla="*/ 359952 h 409562"/>
                <a:gd name="connsiteX189" fmla="*/ 1840947 w 2912392"/>
                <a:gd name="connsiteY189" fmla="*/ 365101 h 409562"/>
                <a:gd name="connsiteX190" fmla="*/ 1850691 w 2912392"/>
                <a:gd name="connsiteY190" fmla="*/ 370009 h 409562"/>
                <a:gd name="connsiteX191" fmla="*/ 1860435 w 2912392"/>
                <a:gd name="connsiteY191" fmla="*/ 374666 h 409562"/>
                <a:gd name="connsiteX192" fmla="*/ 1870164 w 2912392"/>
                <a:gd name="connsiteY192" fmla="*/ 379063 h 409562"/>
                <a:gd name="connsiteX193" fmla="*/ 1879908 w 2912392"/>
                <a:gd name="connsiteY193" fmla="*/ 383193 h 409562"/>
                <a:gd name="connsiteX194" fmla="*/ 1889652 w 2912392"/>
                <a:gd name="connsiteY194" fmla="*/ 387046 h 409562"/>
                <a:gd name="connsiteX195" fmla="*/ 1899395 w 2912392"/>
                <a:gd name="connsiteY195" fmla="*/ 390614 h 409562"/>
                <a:gd name="connsiteX196" fmla="*/ 1909124 w 2912392"/>
                <a:gd name="connsiteY196" fmla="*/ 393893 h 409562"/>
                <a:gd name="connsiteX197" fmla="*/ 1918868 w 2912392"/>
                <a:gd name="connsiteY197" fmla="*/ 396875 h 409562"/>
                <a:gd name="connsiteX198" fmla="*/ 1928612 w 2912392"/>
                <a:gd name="connsiteY198" fmla="*/ 399552 h 409562"/>
                <a:gd name="connsiteX199" fmla="*/ 1938356 w 2912392"/>
                <a:gd name="connsiteY199" fmla="*/ 401922 h 409562"/>
                <a:gd name="connsiteX200" fmla="*/ 1948085 w 2912392"/>
                <a:gd name="connsiteY200" fmla="*/ 403980 h 409562"/>
                <a:gd name="connsiteX201" fmla="*/ 1957829 w 2912392"/>
                <a:gd name="connsiteY201" fmla="*/ 405722 h 409562"/>
                <a:gd name="connsiteX202" fmla="*/ 1967573 w 2912392"/>
                <a:gd name="connsiteY202" fmla="*/ 407142 h 409562"/>
                <a:gd name="connsiteX203" fmla="*/ 1977317 w 2912392"/>
                <a:gd name="connsiteY203" fmla="*/ 408237 h 409562"/>
                <a:gd name="connsiteX204" fmla="*/ 1987046 w 2912392"/>
                <a:gd name="connsiteY204" fmla="*/ 409007 h 409562"/>
                <a:gd name="connsiteX205" fmla="*/ 1996790 w 2912392"/>
                <a:gd name="connsiteY205" fmla="*/ 409449 h 409562"/>
                <a:gd name="connsiteX206" fmla="*/ 2006534 w 2912392"/>
                <a:gd name="connsiteY206" fmla="*/ 409563 h 409562"/>
                <a:gd name="connsiteX207" fmla="*/ 2016278 w 2912392"/>
                <a:gd name="connsiteY207" fmla="*/ 409347 h 409562"/>
                <a:gd name="connsiteX208" fmla="*/ 2026022 w 2912392"/>
                <a:gd name="connsiteY208" fmla="*/ 408800 h 409562"/>
                <a:gd name="connsiteX209" fmla="*/ 2035751 w 2912392"/>
                <a:gd name="connsiteY209" fmla="*/ 407925 h 409562"/>
                <a:gd name="connsiteX210" fmla="*/ 2045495 w 2912392"/>
                <a:gd name="connsiteY210" fmla="*/ 406721 h 409562"/>
                <a:gd name="connsiteX211" fmla="*/ 2055239 w 2912392"/>
                <a:gd name="connsiteY211" fmla="*/ 405191 h 409562"/>
                <a:gd name="connsiteX212" fmla="*/ 2064983 w 2912392"/>
                <a:gd name="connsiteY212" fmla="*/ 403338 h 409562"/>
                <a:gd name="connsiteX213" fmla="*/ 2074712 w 2912392"/>
                <a:gd name="connsiteY213" fmla="*/ 401161 h 409562"/>
                <a:gd name="connsiteX214" fmla="*/ 2084456 w 2912392"/>
                <a:gd name="connsiteY214" fmla="*/ 398668 h 409562"/>
                <a:gd name="connsiteX215" fmla="*/ 2094200 w 2912392"/>
                <a:gd name="connsiteY215" fmla="*/ 395860 h 409562"/>
                <a:gd name="connsiteX216" fmla="*/ 2103944 w 2912392"/>
                <a:gd name="connsiteY216" fmla="*/ 392743 h 409562"/>
                <a:gd name="connsiteX217" fmla="*/ 2113673 w 2912392"/>
                <a:gd name="connsiteY217" fmla="*/ 389321 h 409562"/>
                <a:gd name="connsiteX218" fmla="*/ 2123417 w 2912392"/>
                <a:gd name="connsiteY218" fmla="*/ 385599 h 409562"/>
                <a:gd name="connsiteX219" fmla="*/ 2133161 w 2912392"/>
                <a:gd name="connsiteY219" fmla="*/ 381585 h 409562"/>
                <a:gd name="connsiteX220" fmla="*/ 2142905 w 2912392"/>
                <a:gd name="connsiteY220" fmla="*/ 377284 h 409562"/>
                <a:gd name="connsiteX221" fmla="*/ 2152649 w 2912392"/>
                <a:gd name="connsiteY221" fmla="*/ 372703 h 409562"/>
                <a:gd name="connsiteX222" fmla="*/ 2162377 w 2912392"/>
                <a:gd name="connsiteY222" fmla="*/ 367850 h 409562"/>
                <a:gd name="connsiteX223" fmla="*/ 2172121 w 2912392"/>
                <a:gd name="connsiteY223" fmla="*/ 362732 h 409562"/>
                <a:gd name="connsiteX224" fmla="*/ 2181865 w 2912392"/>
                <a:gd name="connsiteY224" fmla="*/ 357360 h 409562"/>
                <a:gd name="connsiteX225" fmla="*/ 2191609 w 2912392"/>
                <a:gd name="connsiteY225" fmla="*/ 351738 h 409562"/>
                <a:gd name="connsiteX226" fmla="*/ 2201338 w 2912392"/>
                <a:gd name="connsiteY226" fmla="*/ 345880 h 409562"/>
                <a:gd name="connsiteX227" fmla="*/ 2211082 w 2912392"/>
                <a:gd name="connsiteY227" fmla="*/ 339794 h 409562"/>
                <a:gd name="connsiteX228" fmla="*/ 2220826 w 2912392"/>
                <a:gd name="connsiteY228" fmla="*/ 333487 h 409562"/>
                <a:gd name="connsiteX229" fmla="*/ 2230570 w 2912392"/>
                <a:gd name="connsiteY229" fmla="*/ 326975 h 409562"/>
                <a:gd name="connsiteX230" fmla="*/ 2240299 w 2912392"/>
                <a:gd name="connsiteY230" fmla="*/ 320263 h 409562"/>
                <a:gd name="connsiteX231" fmla="*/ 2250043 w 2912392"/>
                <a:gd name="connsiteY231" fmla="*/ 313366 h 409562"/>
                <a:gd name="connsiteX232" fmla="*/ 2259787 w 2912392"/>
                <a:gd name="connsiteY232" fmla="*/ 306293 h 409562"/>
                <a:gd name="connsiteX233" fmla="*/ 2269531 w 2912392"/>
                <a:gd name="connsiteY233" fmla="*/ 299057 h 409562"/>
                <a:gd name="connsiteX234" fmla="*/ 2279260 w 2912392"/>
                <a:gd name="connsiteY234" fmla="*/ 291668 h 409562"/>
                <a:gd name="connsiteX235" fmla="*/ 2289004 w 2912392"/>
                <a:gd name="connsiteY235" fmla="*/ 284142 h 409562"/>
                <a:gd name="connsiteX236" fmla="*/ 2298748 w 2912392"/>
                <a:gd name="connsiteY236" fmla="*/ 276486 h 409562"/>
                <a:gd name="connsiteX237" fmla="*/ 2308492 w 2912392"/>
                <a:gd name="connsiteY237" fmla="*/ 268717 h 409562"/>
                <a:gd name="connsiteX238" fmla="*/ 2318236 w 2912392"/>
                <a:gd name="connsiteY238" fmla="*/ 260844 h 409562"/>
                <a:gd name="connsiteX239" fmla="*/ 2327965 w 2912392"/>
                <a:gd name="connsiteY239" fmla="*/ 252883 h 409562"/>
                <a:gd name="connsiteX240" fmla="*/ 2337709 w 2912392"/>
                <a:gd name="connsiteY240" fmla="*/ 244845 h 409562"/>
                <a:gd name="connsiteX241" fmla="*/ 2347453 w 2912392"/>
                <a:gd name="connsiteY241" fmla="*/ 236745 h 409562"/>
                <a:gd name="connsiteX242" fmla="*/ 2357197 w 2912392"/>
                <a:gd name="connsiteY242" fmla="*/ 228595 h 409562"/>
                <a:gd name="connsiteX243" fmla="*/ 2366926 w 2912392"/>
                <a:gd name="connsiteY243" fmla="*/ 220408 h 409562"/>
                <a:gd name="connsiteX244" fmla="*/ 2376670 w 2912392"/>
                <a:gd name="connsiteY244" fmla="*/ 212199 h 409562"/>
                <a:gd name="connsiteX245" fmla="*/ 2386413 w 2912392"/>
                <a:gd name="connsiteY245" fmla="*/ 203978 h 409562"/>
                <a:gd name="connsiteX246" fmla="*/ 2396157 w 2912392"/>
                <a:gd name="connsiteY246" fmla="*/ 195762 h 409562"/>
                <a:gd name="connsiteX247" fmla="*/ 2405886 w 2912392"/>
                <a:gd name="connsiteY247" fmla="*/ 187562 h 409562"/>
                <a:gd name="connsiteX248" fmla="*/ 2415630 w 2912392"/>
                <a:gd name="connsiteY248" fmla="*/ 179393 h 409562"/>
                <a:gd name="connsiteX249" fmla="*/ 2425374 w 2912392"/>
                <a:gd name="connsiteY249" fmla="*/ 171267 h 409562"/>
                <a:gd name="connsiteX250" fmla="*/ 2435118 w 2912392"/>
                <a:gd name="connsiteY250" fmla="*/ 163198 h 409562"/>
                <a:gd name="connsiteX251" fmla="*/ 2444862 w 2912392"/>
                <a:gd name="connsiteY251" fmla="*/ 155197 h 409562"/>
                <a:gd name="connsiteX252" fmla="*/ 2454591 w 2912392"/>
                <a:gd name="connsiteY252" fmla="*/ 147279 h 409562"/>
                <a:gd name="connsiteX253" fmla="*/ 2464335 w 2912392"/>
                <a:gd name="connsiteY253" fmla="*/ 139457 h 409562"/>
                <a:gd name="connsiteX254" fmla="*/ 2474079 w 2912392"/>
                <a:gd name="connsiteY254" fmla="*/ 131743 h 409562"/>
                <a:gd name="connsiteX255" fmla="*/ 2483823 w 2912392"/>
                <a:gd name="connsiteY255" fmla="*/ 124149 h 409562"/>
                <a:gd name="connsiteX256" fmla="*/ 2493552 w 2912392"/>
                <a:gd name="connsiteY256" fmla="*/ 116687 h 409562"/>
                <a:gd name="connsiteX257" fmla="*/ 2503296 w 2912392"/>
                <a:gd name="connsiteY257" fmla="*/ 109370 h 409562"/>
                <a:gd name="connsiteX258" fmla="*/ 2513040 w 2912392"/>
                <a:gd name="connsiteY258" fmla="*/ 102209 h 409562"/>
                <a:gd name="connsiteX259" fmla="*/ 2522784 w 2912392"/>
                <a:gd name="connsiteY259" fmla="*/ 95213 h 409562"/>
                <a:gd name="connsiteX260" fmla="*/ 2532513 w 2912392"/>
                <a:gd name="connsiteY260" fmla="*/ 88397 h 409562"/>
                <a:gd name="connsiteX261" fmla="*/ 2542257 w 2912392"/>
                <a:gd name="connsiteY261" fmla="*/ 81770 h 409562"/>
                <a:gd name="connsiteX262" fmla="*/ 2552001 w 2912392"/>
                <a:gd name="connsiteY262" fmla="*/ 75343 h 409562"/>
                <a:gd name="connsiteX263" fmla="*/ 2561745 w 2912392"/>
                <a:gd name="connsiteY263" fmla="*/ 69124 h 409562"/>
                <a:gd name="connsiteX264" fmla="*/ 2571474 w 2912392"/>
                <a:gd name="connsiteY264" fmla="*/ 63124 h 409562"/>
                <a:gd name="connsiteX265" fmla="*/ 2581218 w 2912392"/>
                <a:gd name="connsiteY265" fmla="*/ 57354 h 409562"/>
                <a:gd name="connsiteX266" fmla="*/ 2590962 w 2912392"/>
                <a:gd name="connsiteY266" fmla="*/ 51819 h 409562"/>
                <a:gd name="connsiteX267" fmla="*/ 2600705 w 2912392"/>
                <a:gd name="connsiteY267" fmla="*/ 46531 h 409562"/>
                <a:gd name="connsiteX268" fmla="*/ 2610449 w 2912392"/>
                <a:gd name="connsiteY268" fmla="*/ 41495 h 409562"/>
                <a:gd name="connsiteX269" fmla="*/ 2620178 w 2912392"/>
                <a:gd name="connsiteY269" fmla="*/ 36720 h 409562"/>
                <a:gd name="connsiteX270" fmla="*/ 2629922 w 2912392"/>
                <a:gd name="connsiteY270" fmla="*/ 32215 h 409562"/>
                <a:gd name="connsiteX271" fmla="*/ 2639666 w 2912392"/>
                <a:gd name="connsiteY271" fmla="*/ 27982 h 409562"/>
                <a:gd name="connsiteX272" fmla="*/ 2649410 w 2912392"/>
                <a:gd name="connsiteY272" fmla="*/ 24031 h 409562"/>
                <a:gd name="connsiteX273" fmla="*/ 2659139 w 2912392"/>
                <a:gd name="connsiteY273" fmla="*/ 20365 h 409562"/>
                <a:gd name="connsiteX274" fmla="*/ 2668883 w 2912392"/>
                <a:gd name="connsiteY274" fmla="*/ 16991 h 409562"/>
                <a:gd name="connsiteX275" fmla="*/ 2678627 w 2912392"/>
                <a:gd name="connsiteY275" fmla="*/ 13911 h 409562"/>
                <a:gd name="connsiteX276" fmla="*/ 2688371 w 2912392"/>
                <a:gd name="connsiteY276" fmla="*/ 11133 h 409562"/>
                <a:gd name="connsiteX277" fmla="*/ 2698100 w 2912392"/>
                <a:gd name="connsiteY277" fmla="*/ 8656 h 409562"/>
                <a:gd name="connsiteX278" fmla="*/ 2707844 w 2912392"/>
                <a:gd name="connsiteY278" fmla="*/ 6487 h 409562"/>
                <a:gd name="connsiteX279" fmla="*/ 2717588 w 2912392"/>
                <a:gd name="connsiteY279" fmla="*/ 4626 h 409562"/>
                <a:gd name="connsiteX280" fmla="*/ 2727332 w 2912392"/>
                <a:gd name="connsiteY280" fmla="*/ 3075 h 409562"/>
                <a:gd name="connsiteX281" fmla="*/ 2737076 w 2912392"/>
                <a:gd name="connsiteY281" fmla="*/ 1837 h 409562"/>
                <a:gd name="connsiteX282" fmla="*/ 2746805 w 2912392"/>
                <a:gd name="connsiteY282" fmla="*/ 912 h 409562"/>
                <a:gd name="connsiteX283" fmla="*/ 2756549 w 2912392"/>
                <a:gd name="connsiteY283" fmla="*/ 299 h 409562"/>
                <a:gd name="connsiteX284" fmla="*/ 2766293 w 2912392"/>
                <a:gd name="connsiteY284" fmla="*/ 0 h 409562"/>
                <a:gd name="connsiteX285" fmla="*/ 2776037 w 2912392"/>
                <a:gd name="connsiteY285" fmla="*/ 12 h 409562"/>
                <a:gd name="connsiteX286" fmla="*/ 2785766 w 2912392"/>
                <a:gd name="connsiteY286" fmla="*/ 335 h 409562"/>
                <a:gd name="connsiteX287" fmla="*/ 2795510 w 2912392"/>
                <a:gd name="connsiteY287" fmla="*/ 968 h 409562"/>
                <a:gd name="connsiteX288" fmla="*/ 2805254 w 2912392"/>
                <a:gd name="connsiteY288" fmla="*/ 1907 h 409562"/>
                <a:gd name="connsiteX289" fmla="*/ 2814998 w 2912392"/>
                <a:gd name="connsiteY289" fmla="*/ 3151 h 409562"/>
                <a:gd name="connsiteX290" fmla="*/ 2824727 w 2912392"/>
                <a:gd name="connsiteY290" fmla="*/ 4696 h 409562"/>
                <a:gd name="connsiteX291" fmla="*/ 2834471 w 2912392"/>
                <a:gd name="connsiteY291" fmla="*/ 6538 h 409562"/>
                <a:gd name="connsiteX292" fmla="*/ 2844215 w 2912392"/>
                <a:gd name="connsiteY292" fmla="*/ 8673 h 409562"/>
                <a:gd name="connsiteX293" fmla="*/ 2853958 w 2912392"/>
                <a:gd name="connsiteY293" fmla="*/ 11095 h 409562"/>
                <a:gd name="connsiteX294" fmla="*/ 2863687 w 2912392"/>
                <a:gd name="connsiteY294" fmla="*/ 13802 h 409562"/>
                <a:gd name="connsiteX295" fmla="*/ 2873431 w 2912392"/>
                <a:gd name="connsiteY295" fmla="*/ 16787 h 409562"/>
                <a:gd name="connsiteX296" fmla="*/ 2883175 w 2912392"/>
                <a:gd name="connsiteY296" fmla="*/ 20042 h 409562"/>
                <a:gd name="connsiteX297" fmla="*/ 2892919 w 2912392"/>
                <a:gd name="connsiteY297" fmla="*/ 23564 h 409562"/>
                <a:gd name="connsiteX298" fmla="*/ 2902663 w 2912392"/>
                <a:gd name="connsiteY298" fmla="*/ 27346 h 409562"/>
                <a:gd name="connsiteX299" fmla="*/ 2912392 w 2912392"/>
                <a:gd name="connsiteY299" fmla="*/ 31377 h 409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09562">
                  <a:moveTo>
                    <a:pt x="0" y="263725"/>
                  </a:moveTo>
                  <a:lnTo>
                    <a:pt x="9739" y="262940"/>
                  </a:lnTo>
                  <a:lnTo>
                    <a:pt x="19480" y="262104"/>
                  </a:lnTo>
                  <a:lnTo>
                    <a:pt x="29221" y="261219"/>
                  </a:lnTo>
                  <a:lnTo>
                    <a:pt x="38961" y="260290"/>
                  </a:lnTo>
                  <a:lnTo>
                    <a:pt x="48702" y="259320"/>
                  </a:lnTo>
                  <a:lnTo>
                    <a:pt x="58443" y="258311"/>
                  </a:lnTo>
                  <a:lnTo>
                    <a:pt x="68182" y="257267"/>
                  </a:lnTo>
                  <a:lnTo>
                    <a:pt x="77923" y="256192"/>
                  </a:lnTo>
                  <a:lnTo>
                    <a:pt x="87664" y="255091"/>
                  </a:lnTo>
                  <a:lnTo>
                    <a:pt x="97404" y="253965"/>
                  </a:lnTo>
                  <a:lnTo>
                    <a:pt x="107145" y="252819"/>
                  </a:lnTo>
                  <a:lnTo>
                    <a:pt x="116886" y="251656"/>
                  </a:lnTo>
                  <a:lnTo>
                    <a:pt x="126625" y="250480"/>
                  </a:lnTo>
                  <a:lnTo>
                    <a:pt x="136366" y="249294"/>
                  </a:lnTo>
                  <a:lnTo>
                    <a:pt x="146107" y="248104"/>
                  </a:lnTo>
                  <a:lnTo>
                    <a:pt x="155846" y="246909"/>
                  </a:lnTo>
                  <a:lnTo>
                    <a:pt x="165587" y="245716"/>
                  </a:lnTo>
                  <a:lnTo>
                    <a:pt x="175328" y="244528"/>
                  </a:lnTo>
                  <a:lnTo>
                    <a:pt x="185068" y="243347"/>
                  </a:lnTo>
                  <a:lnTo>
                    <a:pt x="194809" y="242177"/>
                  </a:lnTo>
                  <a:lnTo>
                    <a:pt x="204550" y="241021"/>
                  </a:lnTo>
                  <a:lnTo>
                    <a:pt x="214289" y="239883"/>
                  </a:lnTo>
                  <a:lnTo>
                    <a:pt x="224030" y="238764"/>
                  </a:lnTo>
                  <a:lnTo>
                    <a:pt x="233771" y="237667"/>
                  </a:lnTo>
                  <a:lnTo>
                    <a:pt x="243510" y="236596"/>
                  </a:lnTo>
                  <a:lnTo>
                    <a:pt x="253251" y="235553"/>
                  </a:lnTo>
                  <a:lnTo>
                    <a:pt x="262992" y="234538"/>
                  </a:lnTo>
                  <a:lnTo>
                    <a:pt x="272732" y="233556"/>
                  </a:lnTo>
                  <a:lnTo>
                    <a:pt x="282473" y="232609"/>
                  </a:lnTo>
                  <a:lnTo>
                    <a:pt x="292214" y="231696"/>
                  </a:lnTo>
                  <a:lnTo>
                    <a:pt x="301953" y="230820"/>
                  </a:lnTo>
                  <a:lnTo>
                    <a:pt x="311694" y="229982"/>
                  </a:lnTo>
                  <a:lnTo>
                    <a:pt x="321435" y="229182"/>
                  </a:lnTo>
                  <a:lnTo>
                    <a:pt x="331175" y="228422"/>
                  </a:lnTo>
                  <a:lnTo>
                    <a:pt x="340916" y="227703"/>
                  </a:lnTo>
                  <a:lnTo>
                    <a:pt x="350656" y="227022"/>
                  </a:lnTo>
                  <a:lnTo>
                    <a:pt x="360396" y="226381"/>
                  </a:lnTo>
                  <a:lnTo>
                    <a:pt x="370137" y="225779"/>
                  </a:lnTo>
                  <a:lnTo>
                    <a:pt x="379878" y="225216"/>
                  </a:lnTo>
                  <a:lnTo>
                    <a:pt x="389617" y="224692"/>
                  </a:lnTo>
                  <a:lnTo>
                    <a:pt x="399358" y="224201"/>
                  </a:lnTo>
                  <a:lnTo>
                    <a:pt x="409099" y="223748"/>
                  </a:lnTo>
                  <a:lnTo>
                    <a:pt x="418839" y="223327"/>
                  </a:lnTo>
                  <a:lnTo>
                    <a:pt x="428580" y="222936"/>
                  </a:lnTo>
                  <a:lnTo>
                    <a:pt x="438321" y="222574"/>
                  </a:lnTo>
                  <a:lnTo>
                    <a:pt x="448060" y="222239"/>
                  </a:lnTo>
                  <a:lnTo>
                    <a:pt x="457801" y="221926"/>
                  </a:lnTo>
                  <a:lnTo>
                    <a:pt x="467542" y="221634"/>
                  </a:lnTo>
                  <a:lnTo>
                    <a:pt x="477281" y="221359"/>
                  </a:lnTo>
                  <a:lnTo>
                    <a:pt x="487022" y="221096"/>
                  </a:lnTo>
                  <a:lnTo>
                    <a:pt x="496763" y="220843"/>
                  </a:lnTo>
                  <a:lnTo>
                    <a:pt x="506503" y="220594"/>
                  </a:lnTo>
                  <a:lnTo>
                    <a:pt x="516244" y="220347"/>
                  </a:lnTo>
                  <a:lnTo>
                    <a:pt x="525985" y="220097"/>
                  </a:lnTo>
                  <a:lnTo>
                    <a:pt x="535724" y="219839"/>
                  </a:lnTo>
                  <a:lnTo>
                    <a:pt x="545465" y="219569"/>
                  </a:lnTo>
                  <a:lnTo>
                    <a:pt x="555206" y="219282"/>
                  </a:lnTo>
                  <a:lnTo>
                    <a:pt x="564946" y="218973"/>
                  </a:lnTo>
                  <a:lnTo>
                    <a:pt x="574687" y="218637"/>
                  </a:lnTo>
                  <a:lnTo>
                    <a:pt x="584428" y="218269"/>
                  </a:lnTo>
                  <a:lnTo>
                    <a:pt x="594167" y="217865"/>
                  </a:lnTo>
                  <a:lnTo>
                    <a:pt x="603908" y="217418"/>
                  </a:lnTo>
                  <a:lnTo>
                    <a:pt x="613649" y="216925"/>
                  </a:lnTo>
                  <a:lnTo>
                    <a:pt x="623388" y="216381"/>
                  </a:lnTo>
                  <a:lnTo>
                    <a:pt x="633129" y="215779"/>
                  </a:lnTo>
                  <a:lnTo>
                    <a:pt x="642870" y="215116"/>
                  </a:lnTo>
                  <a:lnTo>
                    <a:pt x="652610" y="214387"/>
                  </a:lnTo>
                  <a:lnTo>
                    <a:pt x="662351" y="213587"/>
                  </a:lnTo>
                  <a:lnTo>
                    <a:pt x="672092" y="212713"/>
                  </a:lnTo>
                  <a:lnTo>
                    <a:pt x="681831" y="211758"/>
                  </a:lnTo>
                  <a:lnTo>
                    <a:pt x="691572" y="210721"/>
                  </a:lnTo>
                  <a:lnTo>
                    <a:pt x="701313" y="209596"/>
                  </a:lnTo>
                  <a:lnTo>
                    <a:pt x="711052" y="208382"/>
                  </a:lnTo>
                  <a:lnTo>
                    <a:pt x="720793" y="207072"/>
                  </a:lnTo>
                  <a:lnTo>
                    <a:pt x="730534" y="205667"/>
                  </a:lnTo>
                  <a:lnTo>
                    <a:pt x="740274" y="204161"/>
                  </a:lnTo>
                  <a:lnTo>
                    <a:pt x="750015" y="202555"/>
                  </a:lnTo>
                  <a:lnTo>
                    <a:pt x="759756" y="200843"/>
                  </a:lnTo>
                  <a:lnTo>
                    <a:pt x="769495" y="199027"/>
                  </a:lnTo>
                  <a:lnTo>
                    <a:pt x="779236" y="197103"/>
                  </a:lnTo>
                  <a:lnTo>
                    <a:pt x="788977" y="195074"/>
                  </a:lnTo>
                  <a:lnTo>
                    <a:pt x="798717" y="192936"/>
                  </a:lnTo>
                  <a:lnTo>
                    <a:pt x="808458" y="190691"/>
                  </a:lnTo>
                  <a:lnTo>
                    <a:pt x="818199" y="188338"/>
                  </a:lnTo>
                  <a:lnTo>
                    <a:pt x="827938" y="185878"/>
                  </a:lnTo>
                  <a:lnTo>
                    <a:pt x="837679" y="183316"/>
                  </a:lnTo>
                  <a:lnTo>
                    <a:pt x="847420" y="180649"/>
                  </a:lnTo>
                  <a:lnTo>
                    <a:pt x="857159" y="177880"/>
                  </a:lnTo>
                  <a:lnTo>
                    <a:pt x="866900" y="175015"/>
                  </a:lnTo>
                  <a:lnTo>
                    <a:pt x="876641" y="172056"/>
                  </a:lnTo>
                  <a:lnTo>
                    <a:pt x="886381" y="169007"/>
                  </a:lnTo>
                  <a:lnTo>
                    <a:pt x="896122" y="165870"/>
                  </a:lnTo>
                  <a:lnTo>
                    <a:pt x="905863" y="162651"/>
                  </a:lnTo>
                  <a:lnTo>
                    <a:pt x="915602" y="159357"/>
                  </a:lnTo>
                  <a:lnTo>
                    <a:pt x="925343" y="155989"/>
                  </a:lnTo>
                  <a:lnTo>
                    <a:pt x="935084" y="152558"/>
                  </a:lnTo>
                  <a:lnTo>
                    <a:pt x="944824" y="149069"/>
                  </a:lnTo>
                  <a:lnTo>
                    <a:pt x="954564" y="145527"/>
                  </a:lnTo>
                  <a:lnTo>
                    <a:pt x="964305" y="141941"/>
                  </a:lnTo>
                  <a:lnTo>
                    <a:pt x="974045" y="138319"/>
                  </a:lnTo>
                  <a:lnTo>
                    <a:pt x="983786" y="134667"/>
                  </a:lnTo>
                  <a:lnTo>
                    <a:pt x="993522" y="130995"/>
                  </a:lnTo>
                  <a:lnTo>
                    <a:pt x="1003266" y="127312"/>
                  </a:lnTo>
                  <a:lnTo>
                    <a:pt x="1013010" y="123626"/>
                  </a:lnTo>
                  <a:lnTo>
                    <a:pt x="1022754" y="119946"/>
                  </a:lnTo>
                  <a:lnTo>
                    <a:pt x="1032483" y="116282"/>
                  </a:lnTo>
                  <a:lnTo>
                    <a:pt x="1042227" y="112645"/>
                  </a:lnTo>
                  <a:lnTo>
                    <a:pt x="1051971" y="109043"/>
                  </a:lnTo>
                  <a:lnTo>
                    <a:pt x="1061715" y="105486"/>
                  </a:lnTo>
                  <a:lnTo>
                    <a:pt x="1071444" y="101985"/>
                  </a:lnTo>
                  <a:lnTo>
                    <a:pt x="1081188" y="98551"/>
                  </a:lnTo>
                  <a:lnTo>
                    <a:pt x="1090932" y="95193"/>
                  </a:lnTo>
                  <a:lnTo>
                    <a:pt x="1100676" y="91922"/>
                  </a:lnTo>
                  <a:lnTo>
                    <a:pt x="1110405" y="88749"/>
                  </a:lnTo>
                  <a:lnTo>
                    <a:pt x="1120149" y="85683"/>
                  </a:lnTo>
                  <a:lnTo>
                    <a:pt x="1129893" y="82736"/>
                  </a:lnTo>
                  <a:lnTo>
                    <a:pt x="1139637" y="79917"/>
                  </a:lnTo>
                  <a:lnTo>
                    <a:pt x="1149381" y="77236"/>
                  </a:lnTo>
                  <a:lnTo>
                    <a:pt x="1159110" y="74705"/>
                  </a:lnTo>
                  <a:lnTo>
                    <a:pt x="1168854" y="72330"/>
                  </a:lnTo>
                  <a:lnTo>
                    <a:pt x="1178598" y="70125"/>
                  </a:lnTo>
                  <a:lnTo>
                    <a:pt x="1188341" y="68096"/>
                  </a:lnTo>
                  <a:lnTo>
                    <a:pt x="1198070" y="66253"/>
                  </a:lnTo>
                  <a:lnTo>
                    <a:pt x="1207814" y="64604"/>
                  </a:lnTo>
                  <a:lnTo>
                    <a:pt x="1217558" y="63158"/>
                  </a:lnTo>
                  <a:lnTo>
                    <a:pt x="1227302" y="61923"/>
                  </a:lnTo>
                  <a:lnTo>
                    <a:pt x="1237031" y="60907"/>
                  </a:lnTo>
                  <a:lnTo>
                    <a:pt x="1246775" y="60116"/>
                  </a:lnTo>
                  <a:lnTo>
                    <a:pt x="1256519" y="59557"/>
                  </a:lnTo>
                  <a:lnTo>
                    <a:pt x="1266263" y="59237"/>
                  </a:lnTo>
                  <a:lnTo>
                    <a:pt x="1276007" y="59159"/>
                  </a:lnTo>
                  <a:lnTo>
                    <a:pt x="1285736" y="59331"/>
                  </a:lnTo>
                  <a:lnTo>
                    <a:pt x="1295480" y="59757"/>
                  </a:lnTo>
                  <a:lnTo>
                    <a:pt x="1305224" y="60439"/>
                  </a:lnTo>
                  <a:lnTo>
                    <a:pt x="1314968" y="61384"/>
                  </a:lnTo>
                  <a:lnTo>
                    <a:pt x="1324697" y="62591"/>
                  </a:lnTo>
                  <a:lnTo>
                    <a:pt x="1334441" y="64063"/>
                  </a:lnTo>
                  <a:lnTo>
                    <a:pt x="1344185" y="65803"/>
                  </a:lnTo>
                  <a:lnTo>
                    <a:pt x="1353929" y="67811"/>
                  </a:lnTo>
                  <a:lnTo>
                    <a:pt x="1363658" y="70089"/>
                  </a:lnTo>
                  <a:lnTo>
                    <a:pt x="1373402" y="72634"/>
                  </a:lnTo>
                  <a:lnTo>
                    <a:pt x="1383146" y="75445"/>
                  </a:lnTo>
                  <a:lnTo>
                    <a:pt x="1392890" y="78522"/>
                  </a:lnTo>
                  <a:lnTo>
                    <a:pt x="1402619" y="81862"/>
                  </a:lnTo>
                  <a:lnTo>
                    <a:pt x="1412363" y="85464"/>
                  </a:lnTo>
                  <a:lnTo>
                    <a:pt x="1422106" y="89319"/>
                  </a:lnTo>
                  <a:lnTo>
                    <a:pt x="1431850" y="93429"/>
                  </a:lnTo>
                  <a:lnTo>
                    <a:pt x="1441594" y="97784"/>
                  </a:lnTo>
                  <a:lnTo>
                    <a:pt x="1451323" y="102381"/>
                  </a:lnTo>
                  <a:lnTo>
                    <a:pt x="1461067" y="107213"/>
                  </a:lnTo>
                  <a:lnTo>
                    <a:pt x="1470811" y="112274"/>
                  </a:lnTo>
                  <a:lnTo>
                    <a:pt x="1480555" y="117556"/>
                  </a:lnTo>
                  <a:lnTo>
                    <a:pt x="1490284" y="123052"/>
                  </a:lnTo>
                  <a:lnTo>
                    <a:pt x="1500028" y="128753"/>
                  </a:lnTo>
                  <a:lnTo>
                    <a:pt x="1509772" y="134648"/>
                  </a:lnTo>
                  <a:lnTo>
                    <a:pt x="1519516" y="140731"/>
                  </a:lnTo>
                  <a:lnTo>
                    <a:pt x="1529245" y="146989"/>
                  </a:lnTo>
                  <a:lnTo>
                    <a:pt x="1538989" y="153413"/>
                  </a:lnTo>
                  <a:lnTo>
                    <a:pt x="1548733" y="159993"/>
                  </a:lnTo>
                  <a:lnTo>
                    <a:pt x="1558477" y="166715"/>
                  </a:lnTo>
                  <a:lnTo>
                    <a:pt x="1568221" y="173569"/>
                  </a:lnTo>
                  <a:lnTo>
                    <a:pt x="1577950" y="180541"/>
                  </a:lnTo>
                  <a:lnTo>
                    <a:pt x="1587694" y="187623"/>
                  </a:lnTo>
                  <a:lnTo>
                    <a:pt x="1597438" y="194798"/>
                  </a:lnTo>
                  <a:lnTo>
                    <a:pt x="1607182" y="202054"/>
                  </a:lnTo>
                  <a:lnTo>
                    <a:pt x="1616911" y="209378"/>
                  </a:lnTo>
                  <a:lnTo>
                    <a:pt x="1626655" y="216758"/>
                  </a:lnTo>
                  <a:lnTo>
                    <a:pt x="1636399" y="224178"/>
                  </a:lnTo>
                  <a:lnTo>
                    <a:pt x="1646142" y="231626"/>
                  </a:lnTo>
                  <a:lnTo>
                    <a:pt x="1655872" y="239085"/>
                  </a:lnTo>
                  <a:lnTo>
                    <a:pt x="1665616" y="246545"/>
                  </a:lnTo>
                  <a:lnTo>
                    <a:pt x="1675359" y="253990"/>
                  </a:lnTo>
                  <a:lnTo>
                    <a:pt x="1685103" y="261407"/>
                  </a:lnTo>
                  <a:lnTo>
                    <a:pt x="1694832" y="268781"/>
                  </a:lnTo>
                  <a:lnTo>
                    <a:pt x="1704576" y="276097"/>
                  </a:lnTo>
                  <a:lnTo>
                    <a:pt x="1714320" y="283343"/>
                  </a:lnTo>
                  <a:lnTo>
                    <a:pt x="1724064" y="290505"/>
                  </a:lnTo>
                  <a:lnTo>
                    <a:pt x="1733808" y="297568"/>
                  </a:lnTo>
                  <a:lnTo>
                    <a:pt x="1743537" y="304520"/>
                  </a:lnTo>
                  <a:lnTo>
                    <a:pt x="1753281" y="311347"/>
                  </a:lnTo>
                  <a:lnTo>
                    <a:pt x="1763025" y="318035"/>
                  </a:lnTo>
                  <a:lnTo>
                    <a:pt x="1772769" y="324573"/>
                  </a:lnTo>
                  <a:lnTo>
                    <a:pt x="1782498" y="330948"/>
                  </a:lnTo>
                  <a:lnTo>
                    <a:pt x="1792242" y="337146"/>
                  </a:lnTo>
                  <a:lnTo>
                    <a:pt x="1801986" y="343158"/>
                  </a:lnTo>
                  <a:lnTo>
                    <a:pt x="1811730" y="348968"/>
                  </a:lnTo>
                  <a:lnTo>
                    <a:pt x="1821459" y="354570"/>
                  </a:lnTo>
                  <a:lnTo>
                    <a:pt x="1831203" y="359952"/>
                  </a:lnTo>
                  <a:lnTo>
                    <a:pt x="1840947" y="365101"/>
                  </a:lnTo>
                  <a:lnTo>
                    <a:pt x="1850691" y="370009"/>
                  </a:lnTo>
                  <a:lnTo>
                    <a:pt x="1860435" y="374666"/>
                  </a:lnTo>
                  <a:lnTo>
                    <a:pt x="1870164" y="379063"/>
                  </a:lnTo>
                  <a:lnTo>
                    <a:pt x="1879908" y="383193"/>
                  </a:lnTo>
                  <a:lnTo>
                    <a:pt x="1889652" y="387046"/>
                  </a:lnTo>
                  <a:lnTo>
                    <a:pt x="1899395" y="390614"/>
                  </a:lnTo>
                  <a:lnTo>
                    <a:pt x="1909124" y="393893"/>
                  </a:lnTo>
                  <a:lnTo>
                    <a:pt x="1918868" y="396875"/>
                  </a:lnTo>
                  <a:lnTo>
                    <a:pt x="1928612" y="399552"/>
                  </a:lnTo>
                  <a:lnTo>
                    <a:pt x="1938356" y="401922"/>
                  </a:lnTo>
                  <a:lnTo>
                    <a:pt x="1948085" y="403980"/>
                  </a:lnTo>
                  <a:lnTo>
                    <a:pt x="1957829" y="405722"/>
                  </a:lnTo>
                  <a:lnTo>
                    <a:pt x="1967573" y="407142"/>
                  </a:lnTo>
                  <a:lnTo>
                    <a:pt x="1977317" y="408237"/>
                  </a:lnTo>
                  <a:lnTo>
                    <a:pt x="1987046" y="409007"/>
                  </a:lnTo>
                  <a:lnTo>
                    <a:pt x="1996790" y="409449"/>
                  </a:lnTo>
                  <a:lnTo>
                    <a:pt x="2006534" y="409563"/>
                  </a:lnTo>
                  <a:lnTo>
                    <a:pt x="2016278" y="409347"/>
                  </a:lnTo>
                  <a:lnTo>
                    <a:pt x="2026022" y="408800"/>
                  </a:lnTo>
                  <a:lnTo>
                    <a:pt x="2035751" y="407925"/>
                  </a:lnTo>
                  <a:lnTo>
                    <a:pt x="2045495" y="406721"/>
                  </a:lnTo>
                  <a:lnTo>
                    <a:pt x="2055239" y="405191"/>
                  </a:lnTo>
                  <a:lnTo>
                    <a:pt x="2064983" y="403338"/>
                  </a:lnTo>
                  <a:lnTo>
                    <a:pt x="2074712" y="401161"/>
                  </a:lnTo>
                  <a:lnTo>
                    <a:pt x="2084456" y="398668"/>
                  </a:lnTo>
                  <a:lnTo>
                    <a:pt x="2094200" y="395860"/>
                  </a:lnTo>
                  <a:lnTo>
                    <a:pt x="2103944" y="392743"/>
                  </a:lnTo>
                  <a:lnTo>
                    <a:pt x="2113673" y="389321"/>
                  </a:lnTo>
                  <a:lnTo>
                    <a:pt x="2123417" y="385599"/>
                  </a:lnTo>
                  <a:lnTo>
                    <a:pt x="2133161" y="381585"/>
                  </a:lnTo>
                  <a:lnTo>
                    <a:pt x="2142905" y="377284"/>
                  </a:lnTo>
                  <a:lnTo>
                    <a:pt x="2152649" y="372703"/>
                  </a:lnTo>
                  <a:lnTo>
                    <a:pt x="2162377" y="367850"/>
                  </a:lnTo>
                  <a:lnTo>
                    <a:pt x="2172121" y="362732"/>
                  </a:lnTo>
                  <a:lnTo>
                    <a:pt x="2181865" y="357360"/>
                  </a:lnTo>
                  <a:lnTo>
                    <a:pt x="2191609" y="351738"/>
                  </a:lnTo>
                  <a:lnTo>
                    <a:pt x="2201338" y="345880"/>
                  </a:lnTo>
                  <a:lnTo>
                    <a:pt x="2211082" y="339794"/>
                  </a:lnTo>
                  <a:lnTo>
                    <a:pt x="2220826" y="333487"/>
                  </a:lnTo>
                  <a:lnTo>
                    <a:pt x="2230570" y="326975"/>
                  </a:lnTo>
                  <a:lnTo>
                    <a:pt x="2240299" y="320263"/>
                  </a:lnTo>
                  <a:lnTo>
                    <a:pt x="2250043" y="313366"/>
                  </a:lnTo>
                  <a:lnTo>
                    <a:pt x="2259787" y="306293"/>
                  </a:lnTo>
                  <a:lnTo>
                    <a:pt x="2269531" y="299057"/>
                  </a:lnTo>
                  <a:lnTo>
                    <a:pt x="2279260" y="291668"/>
                  </a:lnTo>
                  <a:lnTo>
                    <a:pt x="2289004" y="284142"/>
                  </a:lnTo>
                  <a:lnTo>
                    <a:pt x="2298748" y="276486"/>
                  </a:lnTo>
                  <a:lnTo>
                    <a:pt x="2308492" y="268717"/>
                  </a:lnTo>
                  <a:lnTo>
                    <a:pt x="2318236" y="260844"/>
                  </a:lnTo>
                  <a:lnTo>
                    <a:pt x="2327965" y="252883"/>
                  </a:lnTo>
                  <a:lnTo>
                    <a:pt x="2337709" y="244845"/>
                  </a:lnTo>
                  <a:lnTo>
                    <a:pt x="2347453" y="236745"/>
                  </a:lnTo>
                  <a:lnTo>
                    <a:pt x="2357197" y="228595"/>
                  </a:lnTo>
                  <a:lnTo>
                    <a:pt x="2366926" y="220408"/>
                  </a:lnTo>
                  <a:lnTo>
                    <a:pt x="2376670" y="212199"/>
                  </a:lnTo>
                  <a:lnTo>
                    <a:pt x="2386413" y="203978"/>
                  </a:lnTo>
                  <a:lnTo>
                    <a:pt x="2396157" y="195762"/>
                  </a:lnTo>
                  <a:lnTo>
                    <a:pt x="2405886" y="187562"/>
                  </a:lnTo>
                  <a:lnTo>
                    <a:pt x="2415630" y="179393"/>
                  </a:lnTo>
                  <a:lnTo>
                    <a:pt x="2425374" y="171267"/>
                  </a:lnTo>
                  <a:lnTo>
                    <a:pt x="2435118" y="163198"/>
                  </a:lnTo>
                  <a:lnTo>
                    <a:pt x="2444862" y="155197"/>
                  </a:lnTo>
                  <a:lnTo>
                    <a:pt x="2454591" y="147279"/>
                  </a:lnTo>
                  <a:lnTo>
                    <a:pt x="2464335" y="139457"/>
                  </a:lnTo>
                  <a:lnTo>
                    <a:pt x="2474079" y="131743"/>
                  </a:lnTo>
                  <a:lnTo>
                    <a:pt x="2483823" y="124149"/>
                  </a:lnTo>
                  <a:lnTo>
                    <a:pt x="2493552" y="116687"/>
                  </a:lnTo>
                  <a:lnTo>
                    <a:pt x="2503296" y="109370"/>
                  </a:lnTo>
                  <a:lnTo>
                    <a:pt x="2513040" y="102209"/>
                  </a:lnTo>
                  <a:lnTo>
                    <a:pt x="2522784" y="95213"/>
                  </a:lnTo>
                  <a:lnTo>
                    <a:pt x="2532513" y="88397"/>
                  </a:lnTo>
                  <a:lnTo>
                    <a:pt x="2542257" y="81770"/>
                  </a:lnTo>
                  <a:lnTo>
                    <a:pt x="2552001" y="75343"/>
                  </a:lnTo>
                  <a:lnTo>
                    <a:pt x="2561745" y="69124"/>
                  </a:lnTo>
                  <a:lnTo>
                    <a:pt x="2571474" y="63124"/>
                  </a:lnTo>
                  <a:lnTo>
                    <a:pt x="2581218" y="57354"/>
                  </a:lnTo>
                  <a:lnTo>
                    <a:pt x="2590962" y="51819"/>
                  </a:lnTo>
                  <a:lnTo>
                    <a:pt x="2600705" y="46531"/>
                  </a:lnTo>
                  <a:lnTo>
                    <a:pt x="2610449" y="41495"/>
                  </a:lnTo>
                  <a:lnTo>
                    <a:pt x="2620178" y="36720"/>
                  </a:lnTo>
                  <a:lnTo>
                    <a:pt x="2629922" y="32215"/>
                  </a:lnTo>
                  <a:lnTo>
                    <a:pt x="2639666" y="27982"/>
                  </a:lnTo>
                  <a:lnTo>
                    <a:pt x="2649410" y="24031"/>
                  </a:lnTo>
                  <a:lnTo>
                    <a:pt x="2659139" y="20365"/>
                  </a:lnTo>
                  <a:lnTo>
                    <a:pt x="2668883" y="16991"/>
                  </a:lnTo>
                  <a:lnTo>
                    <a:pt x="2678627" y="13911"/>
                  </a:lnTo>
                  <a:lnTo>
                    <a:pt x="2688371" y="11133"/>
                  </a:lnTo>
                  <a:lnTo>
                    <a:pt x="2698100" y="8656"/>
                  </a:lnTo>
                  <a:lnTo>
                    <a:pt x="2707844" y="6487"/>
                  </a:lnTo>
                  <a:lnTo>
                    <a:pt x="2717588" y="4626"/>
                  </a:lnTo>
                  <a:lnTo>
                    <a:pt x="2727332" y="3075"/>
                  </a:lnTo>
                  <a:lnTo>
                    <a:pt x="2737076" y="1837"/>
                  </a:lnTo>
                  <a:lnTo>
                    <a:pt x="2746805" y="912"/>
                  </a:lnTo>
                  <a:lnTo>
                    <a:pt x="2756549" y="299"/>
                  </a:lnTo>
                  <a:lnTo>
                    <a:pt x="2766293" y="0"/>
                  </a:lnTo>
                  <a:lnTo>
                    <a:pt x="2776037" y="12"/>
                  </a:lnTo>
                  <a:lnTo>
                    <a:pt x="2785766" y="335"/>
                  </a:lnTo>
                  <a:lnTo>
                    <a:pt x="2795510" y="968"/>
                  </a:lnTo>
                  <a:lnTo>
                    <a:pt x="2805254" y="1907"/>
                  </a:lnTo>
                  <a:lnTo>
                    <a:pt x="2814998" y="3151"/>
                  </a:lnTo>
                  <a:lnTo>
                    <a:pt x="2824727" y="4696"/>
                  </a:lnTo>
                  <a:lnTo>
                    <a:pt x="2834471" y="6538"/>
                  </a:lnTo>
                  <a:lnTo>
                    <a:pt x="2844215" y="8673"/>
                  </a:lnTo>
                  <a:lnTo>
                    <a:pt x="2853958" y="11095"/>
                  </a:lnTo>
                  <a:lnTo>
                    <a:pt x="2863687" y="13802"/>
                  </a:lnTo>
                  <a:lnTo>
                    <a:pt x="2873431" y="16787"/>
                  </a:lnTo>
                  <a:lnTo>
                    <a:pt x="2883175" y="20042"/>
                  </a:lnTo>
                  <a:lnTo>
                    <a:pt x="2892919" y="23564"/>
                  </a:lnTo>
                  <a:lnTo>
                    <a:pt x="2902663" y="27346"/>
                  </a:lnTo>
                  <a:lnTo>
                    <a:pt x="2912392" y="3137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5" name="Freeform 664">
              <a:extLst>
                <a:ext uri="{FF2B5EF4-FFF2-40B4-BE49-F238E27FC236}">
                  <a16:creationId xmlns:a16="http://schemas.microsoft.com/office/drawing/2014/main" id="{F3E5FB93-B062-FFF2-F6F2-D38BD4259B9F}"/>
                </a:ext>
              </a:extLst>
            </p:cNvPr>
            <p:cNvSpPr/>
            <p:nvPr/>
          </p:nvSpPr>
          <p:spPr>
            <a:xfrm>
              <a:off x="576446" y="3435219"/>
              <a:ext cx="2912392" cy="820847"/>
            </a:xfrm>
            <a:custGeom>
              <a:avLst/>
              <a:gdLst>
                <a:gd name="connsiteX0" fmla="*/ 0 w 2912392"/>
                <a:gd name="connsiteY0" fmla="*/ 391355 h 820847"/>
                <a:gd name="connsiteX1" fmla="*/ 9739 w 2912392"/>
                <a:gd name="connsiteY1" fmla="*/ 400824 h 820847"/>
                <a:gd name="connsiteX2" fmla="*/ 19480 w 2912392"/>
                <a:gd name="connsiteY2" fmla="*/ 410279 h 820847"/>
                <a:gd name="connsiteX3" fmla="*/ 29221 w 2912392"/>
                <a:gd name="connsiteY3" fmla="*/ 419715 h 820847"/>
                <a:gd name="connsiteX4" fmla="*/ 38961 w 2912392"/>
                <a:gd name="connsiteY4" fmla="*/ 429123 h 820847"/>
                <a:gd name="connsiteX5" fmla="*/ 48702 w 2912392"/>
                <a:gd name="connsiteY5" fmla="*/ 438498 h 820847"/>
                <a:gd name="connsiteX6" fmla="*/ 58443 w 2912392"/>
                <a:gd name="connsiteY6" fmla="*/ 447834 h 820847"/>
                <a:gd name="connsiteX7" fmla="*/ 68182 w 2912392"/>
                <a:gd name="connsiteY7" fmla="*/ 457123 h 820847"/>
                <a:gd name="connsiteX8" fmla="*/ 77923 w 2912392"/>
                <a:gd name="connsiteY8" fmla="*/ 466360 h 820847"/>
                <a:gd name="connsiteX9" fmla="*/ 87664 w 2912392"/>
                <a:gd name="connsiteY9" fmla="*/ 475540 h 820847"/>
                <a:gd name="connsiteX10" fmla="*/ 97404 w 2912392"/>
                <a:gd name="connsiteY10" fmla="*/ 484655 h 820847"/>
                <a:gd name="connsiteX11" fmla="*/ 107145 w 2912392"/>
                <a:gd name="connsiteY11" fmla="*/ 493700 h 820847"/>
                <a:gd name="connsiteX12" fmla="*/ 116886 w 2912392"/>
                <a:gd name="connsiteY12" fmla="*/ 502669 h 820847"/>
                <a:gd name="connsiteX13" fmla="*/ 126625 w 2912392"/>
                <a:gd name="connsiteY13" fmla="*/ 511555 h 820847"/>
                <a:gd name="connsiteX14" fmla="*/ 136366 w 2912392"/>
                <a:gd name="connsiteY14" fmla="*/ 520356 h 820847"/>
                <a:gd name="connsiteX15" fmla="*/ 146107 w 2912392"/>
                <a:gd name="connsiteY15" fmla="*/ 529063 h 820847"/>
                <a:gd name="connsiteX16" fmla="*/ 155846 w 2912392"/>
                <a:gd name="connsiteY16" fmla="*/ 537671 h 820847"/>
                <a:gd name="connsiteX17" fmla="*/ 165587 w 2912392"/>
                <a:gd name="connsiteY17" fmla="*/ 546176 h 820847"/>
                <a:gd name="connsiteX18" fmla="*/ 175328 w 2912392"/>
                <a:gd name="connsiteY18" fmla="*/ 554573 h 820847"/>
                <a:gd name="connsiteX19" fmla="*/ 185068 w 2912392"/>
                <a:gd name="connsiteY19" fmla="*/ 562857 h 820847"/>
                <a:gd name="connsiteX20" fmla="*/ 194809 w 2912392"/>
                <a:gd name="connsiteY20" fmla="*/ 571023 h 820847"/>
                <a:gd name="connsiteX21" fmla="*/ 204550 w 2912392"/>
                <a:gd name="connsiteY21" fmla="*/ 579067 h 820847"/>
                <a:gd name="connsiteX22" fmla="*/ 214289 w 2912392"/>
                <a:gd name="connsiteY22" fmla="*/ 586978 h 820847"/>
                <a:gd name="connsiteX23" fmla="*/ 224030 w 2912392"/>
                <a:gd name="connsiteY23" fmla="*/ 594770 h 820847"/>
                <a:gd name="connsiteX24" fmla="*/ 233771 w 2912392"/>
                <a:gd name="connsiteY24" fmla="*/ 602413 h 820847"/>
                <a:gd name="connsiteX25" fmla="*/ 243510 w 2912392"/>
                <a:gd name="connsiteY25" fmla="*/ 609938 h 820847"/>
                <a:gd name="connsiteX26" fmla="*/ 253251 w 2912392"/>
                <a:gd name="connsiteY26" fmla="*/ 617298 h 820847"/>
                <a:gd name="connsiteX27" fmla="*/ 262992 w 2912392"/>
                <a:gd name="connsiteY27" fmla="*/ 624524 h 820847"/>
                <a:gd name="connsiteX28" fmla="*/ 272732 w 2912392"/>
                <a:gd name="connsiteY28" fmla="*/ 631601 h 820847"/>
                <a:gd name="connsiteX29" fmla="*/ 282473 w 2912392"/>
                <a:gd name="connsiteY29" fmla="*/ 638529 h 820847"/>
                <a:gd name="connsiteX30" fmla="*/ 292214 w 2912392"/>
                <a:gd name="connsiteY30" fmla="*/ 645308 h 820847"/>
                <a:gd name="connsiteX31" fmla="*/ 301953 w 2912392"/>
                <a:gd name="connsiteY31" fmla="*/ 651923 h 820847"/>
                <a:gd name="connsiteX32" fmla="*/ 311694 w 2912392"/>
                <a:gd name="connsiteY32" fmla="*/ 658374 h 820847"/>
                <a:gd name="connsiteX33" fmla="*/ 321435 w 2912392"/>
                <a:gd name="connsiteY33" fmla="*/ 664676 h 820847"/>
                <a:gd name="connsiteX34" fmla="*/ 331175 w 2912392"/>
                <a:gd name="connsiteY34" fmla="*/ 670815 h 820847"/>
                <a:gd name="connsiteX35" fmla="*/ 340916 w 2912392"/>
                <a:gd name="connsiteY35" fmla="*/ 676789 h 820847"/>
                <a:gd name="connsiteX36" fmla="*/ 350656 w 2912392"/>
                <a:gd name="connsiteY36" fmla="*/ 682600 h 820847"/>
                <a:gd name="connsiteX37" fmla="*/ 360396 w 2912392"/>
                <a:gd name="connsiteY37" fmla="*/ 688261 h 820847"/>
                <a:gd name="connsiteX38" fmla="*/ 370137 w 2912392"/>
                <a:gd name="connsiteY38" fmla="*/ 693744 h 820847"/>
                <a:gd name="connsiteX39" fmla="*/ 379878 w 2912392"/>
                <a:gd name="connsiteY39" fmla="*/ 699078 h 820847"/>
                <a:gd name="connsiteX40" fmla="*/ 389617 w 2912392"/>
                <a:gd name="connsiteY40" fmla="*/ 704233 h 820847"/>
                <a:gd name="connsiteX41" fmla="*/ 399358 w 2912392"/>
                <a:gd name="connsiteY41" fmla="*/ 709239 h 820847"/>
                <a:gd name="connsiteX42" fmla="*/ 409099 w 2912392"/>
                <a:gd name="connsiteY42" fmla="*/ 714081 h 820847"/>
                <a:gd name="connsiteX43" fmla="*/ 418839 w 2912392"/>
                <a:gd name="connsiteY43" fmla="*/ 718760 h 820847"/>
                <a:gd name="connsiteX44" fmla="*/ 428580 w 2912392"/>
                <a:gd name="connsiteY44" fmla="*/ 723274 h 820847"/>
                <a:gd name="connsiteX45" fmla="*/ 438321 w 2912392"/>
                <a:gd name="connsiteY45" fmla="*/ 727639 h 820847"/>
                <a:gd name="connsiteX46" fmla="*/ 448060 w 2912392"/>
                <a:gd name="connsiteY46" fmla="*/ 731856 h 820847"/>
                <a:gd name="connsiteX47" fmla="*/ 457801 w 2912392"/>
                <a:gd name="connsiteY47" fmla="*/ 735923 h 820847"/>
                <a:gd name="connsiteX48" fmla="*/ 467542 w 2912392"/>
                <a:gd name="connsiteY48" fmla="*/ 739827 h 820847"/>
                <a:gd name="connsiteX49" fmla="*/ 477281 w 2912392"/>
                <a:gd name="connsiteY49" fmla="*/ 743596 h 820847"/>
                <a:gd name="connsiteX50" fmla="*/ 487022 w 2912392"/>
                <a:gd name="connsiteY50" fmla="*/ 747232 h 820847"/>
                <a:gd name="connsiteX51" fmla="*/ 496763 w 2912392"/>
                <a:gd name="connsiteY51" fmla="*/ 750718 h 820847"/>
                <a:gd name="connsiteX52" fmla="*/ 506503 w 2912392"/>
                <a:gd name="connsiteY52" fmla="*/ 754055 h 820847"/>
                <a:gd name="connsiteX53" fmla="*/ 516244 w 2912392"/>
                <a:gd name="connsiteY53" fmla="*/ 757274 h 820847"/>
                <a:gd name="connsiteX54" fmla="*/ 525985 w 2912392"/>
                <a:gd name="connsiteY54" fmla="*/ 760373 h 820847"/>
                <a:gd name="connsiteX55" fmla="*/ 535724 w 2912392"/>
                <a:gd name="connsiteY55" fmla="*/ 763337 h 820847"/>
                <a:gd name="connsiteX56" fmla="*/ 545465 w 2912392"/>
                <a:gd name="connsiteY56" fmla="*/ 766183 h 820847"/>
                <a:gd name="connsiteX57" fmla="*/ 555206 w 2912392"/>
                <a:gd name="connsiteY57" fmla="*/ 768910 h 820847"/>
                <a:gd name="connsiteX58" fmla="*/ 564946 w 2912392"/>
                <a:gd name="connsiteY58" fmla="*/ 771532 h 820847"/>
                <a:gd name="connsiteX59" fmla="*/ 574687 w 2912392"/>
                <a:gd name="connsiteY59" fmla="*/ 774050 h 820847"/>
                <a:gd name="connsiteX60" fmla="*/ 584428 w 2912392"/>
                <a:gd name="connsiteY60" fmla="*/ 776463 h 820847"/>
                <a:gd name="connsiteX61" fmla="*/ 594167 w 2912392"/>
                <a:gd name="connsiteY61" fmla="*/ 778788 h 820847"/>
                <a:gd name="connsiteX62" fmla="*/ 603908 w 2912392"/>
                <a:gd name="connsiteY62" fmla="*/ 781008 h 820847"/>
                <a:gd name="connsiteX63" fmla="*/ 613649 w 2912392"/>
                <a:gd name="connsiteY63" fmla="*/ 783138 h 820847"/>
                <a:gd name="connsiteX64" fmla="*/ 623388 w 2912392"/>
                <a:gd name="connsiteY64" fmla="*/ 785179 h 820847"/>
                <a:gd name="connsiteX65" fmla="*/ 633129 w 2912392"/>
                <a:gd name="connsiteY65" fmla="*/ 787161 h 820847"/>
                <a:gd name="connsiteX66" fmla="*/ 642870 w 2912392"/>
                <a:gd name="connsiteY66" fmla="*/ 789053 h 820847"/>
                <a:gd name="connsiteX67" fmla="*/ 652610 w 2912392"/>
                <a:gd name="connsiteY67" fmla="*/ 790871 h 820847"/>
                <a:gd name="connsiteX68" fmla="*/ 662351 w 2912392"/>
                <a:gd name="connsiteY68" fmla="*/ 792629 h 820847"/>
                <a:gd name="connsiteX69" fmla="*/ 672092 w 2912392"/>
                <a:gd name="connsiteY69" fmla="*/ 794312 h 820847"/>
                <a:gd name="connsiteX70" fmla="*/ 681831 w 2912392"/>
                <a:gd name="connsiteY70" fmla="*/ 795951 h 820847"/>
                <a:gd name="connsiteX71" fmla="*/ 691572 w 2912392"/>
                <a:gd name="connsiteY71" fmla="*/ 797516 h 820847"/>
                <a:gd name="connsiteX72" fmla="*/ 701313 w 2912392"/>
                <a:gd name="connsiteY72" fmla="*/ 799035 h 820847"/>
                <a:gd name="connsiteX73" fmla="*/ 711052 w 2912392"/>
                <a:gd name="connsiteY73" fmla="*/ 800496 h 820847"/>
                <a:gd name="connsiteX74" fmla="*/ 720793 w 2912392"/>
                <a:gd name="connsiteY74" fmla="*/ 801911 h 820847"/>
                <a:gd name="connsiteX75" fmla="*/ 730534 w 2912392"/>
                <a:gd name="connsiteY75" fmla="*/ 803282 h 820847"/>
                <a:gd name="connsiteX76" fmla="*/ 740274 w 2912392"/>
                <a:gd name="connsiteY76" fmla="*/ 804608 h 820847"/>
                <a:gd name="connsiteX77" fmla="*/ 750015 w 2912392"/>
                <a:gd name="connsiteY77" fmla="*/ 805889 h 820847"/>
                <a:gd name="connsiteX78" fmla="*/ 759756 w 2912392"/>
                <a:gd name="connsiteY78" fmla="*/ 807126 h 820847"/>
                <a:gd name="connsiteX79" fmla="*/ 769495 w 2912392"/>
                <a:gd name="connsiteY79" fmla="*/ 808318 h 820847"/>
                <a:gd name="connsiteX80" fmla="*/ 779236 w 2912392"/>
                <a:gd name="connsiteY80" fmla="*/ 809465 h 820847"/>
                <a:gd name="connsiteX81" fmla="*/ 788977 w 2912392"/>
                <a:gd name="connsiteY81" fmla="*/ 810567 h 820847"/>
                <a:gd name="connsiteX82" fmla="*/ 798717 w 2912392"/>
                <a:gd name="connsiteY82" fmla="*/ 811640 h 820847"/>
                <a:gd name="connsiteX83" fmla="*/ 808458 w 2912392"/>
                <a:gd name="connsiteY83" fmla="*/ 812653 h 820847"/>
                <a:gd name="connsiteX84" fmla="*/ 818199 w 2912392"/>
                <a:gd name="connsiteY84" fmla="*/ 813636 h 820847"/>
                <a:gd name="connsiteX85" fmla="*/ 827938 w 2912392"/>
                <a:gd name="connsiteY85" fmla="*/ 814560 h 820847"/>
                <a:gd name="connsiteX86" fmla="*/ 837679 w 2912392"/>
                <a:gd name="connsiteY86" fmla="*/ 815439 h 820847"/>
                <a:gd name="connsiteX87" fmla="*/ 847420 w 2912392"/>
                <a:gd name="connsiteY87" fmla="*/ 816274 h 820847"/>
                <a:gd name="connsiteX88" fmla="*/ 857159 w 2912392"/>
                <a:gd name="connsiteY88" fmla="*/ 817048 h 820847"/>
                <a:gd name="connsiteX89" fmla="*/ 866900 w 2912392"/>
                <a:gd name="connsiteY89" fmla="*/ 817763 h 820847"/>
                <a:gd name="connsiteX90" fmla="*/ 876641 w 2912392"/>
                <a:gd name="connsiteY90" fmla="*/ 818404 h 820847"/>
                <a:gd name="connsiteX91" fmla="*/ 886381 w 2912392"/>
                <a:gd name="connsiteY91" fmla="*/ 819000 h 820847"/>
                <a:gd name="connsiteX92" fmla="*/ 896122 w 2912392"/>
                <a:gd name="connsiteY92" fmla="*/ 819507 h 820847"/>
                <a:gd name="connsiteX93" fmla="*/ 905863 w 2912392"/>
                <a:gd name="connsiteY93" fmla="*/ 819954 h 820847"/>
                <a:gd name="connsiteX94" fmla="*/ 915602 w 2912392"/>
                <a:gd name="connsiteY94" fmla="*/ 820311 h 820847"/>
                <a:gd name="connsiteX95" fmla="*/ 925343 w 2912392"/>
                <a:gd name="connsiteY95" fmla="*/ 820579 h 820847"/>
                <a:gd name="connsiteX96" fmla="*/ 935084 w 2912392"/>
                <a:gd name="connsiteY96" fmla="*/ 820758 h 820847"/>
                <a:gd name="connsiteX97" fmla="*/ 944824 w 2912392"/>
                <a:gd name="connsiteY97" fmla="*/ 820847 h 820847"/>
                <a:gd name="connsiteX98" fmla="*/ 954564 w 2912392"/>
                <a:gd name="connsiteY98" fmla="*/ 820818 h 820847"/>
                <a:gd name="connsiteX99" fmla="*/ 964305 w 2912392"/>
                <a:gd name="connsiteY99" fmla="*/ 820684 h 820847"/>
                <a:gd name="connsiteX100" fmla="*/ 974045 w 2912392"/>
                <a:gd name="connsiteY100" fmla="*/ 820430 h 820847"/>
                <a:gd name="connsiteX101" fmla="*/ 983786 w 2912392"/>
                <a:gd name="connsiteY101" fmla="*/ 820058 h 820847"/>
                <a:gd name="connsiteX102" fmla="*/ 993522 w 2912392"/>
                <a:gd name="connsiteY102" fmla="*/ 819551 h 820847"/>
                <a:gd name="connsiteX103" fmla="*/ 1003266 w 2912392"/>
                <a:gd name="connsiteY103" fmla="*/ 818896 h 820847"/>
                <a:gd name="connsiteX104" fmla="*/ 1013010 w 2912392"/>
                <a:gd name="connsiteY104" fmla="*/ 818106 h 820847"/>
                <a:gd name="connsiteX105" fmla="*/ 1022754 w 2912392"/>
                <a:gd name="connsiteY105" fmla="*/ 817152 h 820847"/>
                <a:gd name="connsiteX106" fmla="*/ 1032483 w 2912392"/>
                <a:gd name="connsiteY106" fmla="*/ 816050 h 820847"/>
                <a:gd name="connsiteX107" fmla="*/ 1042227 w 2912392"/>
                <a:gd name="connsiteY107" fmla="*/ 814769 h 820847"/>
                <a:gd name="connsiteX108" fmla="*/ 1051971 w 2912392"/>
                <a:gd name="connsiteY108" fmla="*/ 813324 h 820847"/>
                <a:gd name="connsiteX109" fmla="*/ 1061715 w 2912392"/>
                <a:gd name="connsiteY109" fmla="*/ 811685 h 820847"/>
                <a:gd name="connsiteX110" fmla="*/ 1071444 w 2912392"/>
                <a:gd name="connsiteY110" fmla="*/ 809867 h 820847"/>
                <a:gd name="connsiteX111" fmla="*/ 1081188 w 2912392"/>
                <a:gd name="connsiteY111" fmla="*/ 807856 h 820847"/>
                <a:gd name="connsiteX112" fmla="*/ 1090932 w 2912392"/>
                <a:gd name="connsiteY112" fmla="*/ 805636 h 820847"/>
                <a:gd name="connsiteX113" fmla="*/ 1100676 w 2912392"/>
                <a:gd name="connsiteY113" fmla="*/ 803222 h 820847"/>
                <a:gd name="connsiteX114" fmla="*/ 1110405 w 2912392"/>
                <a:gd name="connsiteY114" fmla="*/ 800585 h 820847"/>
                <a:gd name="connsiteX115" fmla="*/ 1120149 w 2912392"/>
                <a:gd name="connsiteY115" fmla="*/ 797724 h 820847"/>
                <a:gd name="connsiteX116" fmla="*/ 1129893 w 2912392"/>
                <a:gd name="connsiteY116" fmla="*/ 794640 h 820847"/>
                <a:gd name="connsiteX117" fmla="*/ 1139637 w 2912392"/>
                <a:gd name="connsiteY117" fmla="*/ 791333 h 820847"/>
                <a:gd name="connsiteX118" fmla="*/ 1149381 w 2912392"/>
                <a:gd name="connsiteY118" fmla="*/ 787787 h 820847"/>
                <a:gd name="connsiteX119" fmla="*/ 1159110 w 2912392"/>
                <a:gd name="connsiteY119" fmla="*/ 784017 h 820847"/>
                <a:gd name="connsiteX120" fmla="*/ 1168854 w 2912392"/>
                <a:gd name="connsiteY120" fmla="*/ 779995 h 820847"/>
                <a:gd name="connsiteX121" fmla="*/ 1178598 w 2912392"/>
                <a:gd name="connsiteY121" fmla="*/ 775733 h 820847"/>
                <a:gd name="connsiteX122" fmla="*/ 1188341 w 2912392"/>
                <a:gd name="connsiteY122" fmla="*/ 771234 h 820847"/>
                <a:gd name="connsiteX123" fmla="*/ 1198070 w 2912392"/>
                <a:gd name="connsiteY123" fmla="*/ 766481 h 820847"/>
                <a:gd name="connsiteX124" fmla="*/ 1207814 w 2912392"/>
                <a:gd name="connsiteY124" fmla="*/ 761475 h 820847"/>
                <a:gd name="connsiteX125" fmla="*/ 1217558 w 2912392"/>
                <a:gd name="connsiteY125" fmla="*/ 756231 h 820847"/>
                <a:gd name="connsiteX126" fmla="*/ 1227302 w 2912392"/>
                <a:gd name="connsiteY126" fmla="*/ 750733 h 820847"/>
                <a:gd name="connsiteX127" fmla="*/ 1237031 w 2912392"/>
                <a:gd name="connsiteY127" fmla="*/ 744982 h 820847"/>
                <a:gd name="connsiteX128" fmla="*/ 1246775 w 2912392"/>
                <a:gd name="connsiteY128" fmla="*/ 738978 h 820847"/>
                <a:gd name="connsiteX129" fmla="*/ 1256519 w 2912392"/>
                <a:gd name="connsiteY129" fmla="*/ 732735 h 820847"/>
                <a:gd name="connsiteX130" fmla="*/ 1266263 w 2912392"/>
                <a:gd name="connsiteY130" fmla="*/ 726254 h 820847"/>
                <a:gd name="connsiteX131" fmla="*/ 1276007 w 2912392"/>
                <a:gd name="connsiteY131" fmla="*/ 719534 h 820847"/>
                <a:gd name="connsiteX132" fmla="*/ 1285736 w 2912392"/>
                <a:gd name="connsiteY132" fmla="*/ 712577 h 820847"/>
                <a:gd name="connsiteX133" fmla="*/ 1295480 w 2912392"/>
                <a:gd name="connsiteY133" fmla="*/ 705380 h 820847"/>
                <a:gd name="connsiteX134" fmla="*/ 1305224 w 2912392"/>
                <a:gd name="connsiteY134" fmla="*/ 697961 h 820847"/>
                <a:gd name="connsiteX135" fmla="*/ 1314968 w 2912392"/>
                <a:gd name="connsiteY135" fmla="*/ 690317 h 820847"/>
                <a:gd name="connsiteX136" fmla="*/ 1324697 w 2912392"/>
                <a:gd name="connsiteY136" fmla="*/ 682466 h 820847"/>
                <a:gd name="connsiteX137" fmla="*/ 1334441 w 2912392"/>
                <a:gd name="connsiteY137" fmla="*/ 674391 h 820847"/>
                <a:gd name="connsiteX138" fmla="*/ 1344185 w 2912392"/>
                <a:gd name="connsiteY138" fmla="*/ 666122 h 820847"/>
                <a:gd name="connsiteX139" fmla="*/ 1353929 w 2912392"/>
                <a:gd name="connsiteY139" fmla="*/ 657659 h 820847"/>
                <a:gd name="connsiteX140" fmla="*/ 1363658 w 2912392"/>
                <a:gd name="connsiteY140" fmla="*/ 649018 h 820847"/>
                <a:gd name="connsiteX141" fmla="*/ 1373402 w 2912392"/>
                <a:gd name="connsiteY141" fmla="*/ 640197 h 820847"/>
                <a:gd name="connsiteX142" fmla="*/ 1383146 w 2912392"/>
                <a:gd name="connsiteY142" fmla="*/ 631198 h 820847"/>
                <a:gd name="connsiteX143" fmla="*/ 1392890 w 2912392"/>
                <a:gd name="connsiteY143" fmla="*/ 622050 h 820847"/>
                <a:gd name="connsiteX144" fmla="*/ 1402619 w 2912392"/>
                <a:gd name="connsiteY144" fmla="*/ 612753 h 820847"/>
                <a:gd name="connsiteX145" fmla="*/ 1412363 w 2912392"/>
                <a:gd name="connsiteY145" fmla="*/ 603322 h 820847"/>
                <a:gd name="connsiteX146" fmla="*/ 1422106 w 2912392"/>
                <a:gd name="connsiteY146" fmla="*/ 593772 h 820847"/>
                <a:gd name="connsiteX147" fmla="*/ 1431850 w 2912392"/>
                <a:gd name="connsiteY147" fmla="*/ 584103 h 820847"/>
                <a:gd name="connsiteX148" fmla="*/ 1441594 w 2912392"/>
                <a:gd name="connsiteY148" fmla="*/ 574318 h 820847"/>
                <a:gd name="connsiteX149" fmla="*/ 1451323 w 2912392"/>
                <a:gd name="connsiteY149" fmla="*/ 564451 h 820847"/>
                <a:gd name="connsiteX150" fmla="*/ 1461067 w 2912392"/>
                <a:gd name="connsiteY150" fmla="*/ 554501 h 820847"/>
                <a:gd name="connsiteX151" fmla="*/ 1470811 w 2912392"/>
                <a:gd name="connsiteY151" fmla="*/ 544485 h 820847"/>
                <a:gd name="connsiteX152" fmla="*/ 1480555 w 2912392"/>
                <a:gd name="connsiteY152" fmla="*/ 534413 h 820847"/>
                <a:gd name="connsiteX153" fmla="*/ 1490284 w 2912392"/>
                <a:gd name="connsiteY153" fmla="*/ 524297 h 820847"/>
                <a:gd name="connsiteX154" fmla="*/ 1500028 w 2912392"/>
                <a:gd name="connsiteY154" fmla="*/ 514147 h 820847"/>
                <a:gd name="connsiteX155" fmla="*/ 1509772 w 2912392"/>
                <a:gd name="connsiteY155" fmla="*/ 503980 h 820847"/>
                <a:gd name="connsiteX156" fmla="*/ 1519516 w 2912392"/>
                <a:gd name="connsiteY156" fmla="*/ 493804 h 820847"/>
                <a:gd name="connsiteX157" fmla="*/ 1529245 w 2912392"/>
                <a:gd name="connsiteY157" fmla="*/ 483633 h 820847"/>
                <a:gd name="connsiteX158" fmla="*/ 1538989 w 2912392"/>
                <a:gd name="connsiteY158" fmla="*/ 473478 h 820847"/>
                <a:gd name="connsiteX159" fmla="*/ 1548733 w 2912392"/>
                <a:gd name="connsiteY159" fmla="*/ 463351 h 820847"/>
                <a:gd name="connsiteX160" fmla="*/ 1558477 w 2912392"/>
                <a:gd name="connsiteY160" fmla="*/ 453261 h 820847"/>
                <a:gd name="connsiteX161" fmla="*/ 1568221 w 2912392"/>
                <a:gd name="connsiteY161" fmla="*/ 443224 h 820847"/>
                <a:gd name="connsiteX162" fmla="*/ 1577950 w 2912392"/>
                <a:gd name="connsiteY162" fmla="*/ 433246 h 820847"/>
                <a:gd name="connsiteX163" fmla="*/ 1587694 w 2912392"/>
                <a:gd name="connsiteY163" fmla="*/ 423340 h 820847"/>
                <a:gd name="connsiteX164" fmla="*/ 1597438 w 2912392"/>
                <a:gd name="connsiteY164" fmla="*/ 413514 h 820847"/>
                <a:gd name="connsiteX165" fmla="*/ 1607182 w 2912392"/>
                <a:gd name="connsiteY165" fmla="*/ 403780 h 820847"/>
                <a:gd name="connsiteX166" fmla="*/ 1616911 w 2912392"/>
                <a:gd name="connsiteY166" fmla="*/ 394145 h 820847"/>
                <a:gd name="connsiteX167" fmla="*/ 1626655 w 2912392"/>
                <a:gd name="connsiteY167" fmla="*/ 384620 h 820847"/>
                <a:gd name="connsiteX168" fmla="*/ 1636399 w 2912392"/>
                <a:gd name="connsiteY168" fmla="*/ 375213 h 820847"/>
                <a:gd name="connsiteX169" fmla="*/ 1646142 w 2912392"/>
                <a:gd name="connsiteY169" fmla="*/ 365929 h 820847"/>
                <a:gd name="connsiteX170" fmla="*/ 1655872 w 2912392"/>
                <a:gd name="connsiteY170" fmla="*/ 356778 h 820847"/>
                <a:gd name="connsiteX171" fmla="*/ 1665616 w 2912392"/>
                <a:gd name="connsiteY171" fmla="*/ 347768 h 820847"/>
                <a:gd name="connsiteX172" fmla="*/ 1675359 w 2912392"/>
                <a:gd name="connsiteY172" fmla="*/ 338900 h 820847"/>
                <a:gd name="connsiteX173" fmla="*/ 1685103 w 2912392"/>
                <a:gd name="connsiteY173" fmla="*/ 330184 h 820847"/>
                <a:gd name="connsiteX174" fmla="*/ 1694832 w 2912392"/>
                <a:gd name="connsiteY174" fmla="*/ 321623 h 820847"/>
                <a:gd name="connsiteX175" fmla="*/ 1704576 w 2912392"/>
                <a:gd name="connsiteY175" fmla="*/ 313221 h 820847"/>
                <a:gd name="connsiteX176" fmla="*/ 1714320 w 2912392"/>
                <a:gd name="connsiteY176" fmla="*/ 304984 h 820847"/>
                <a:gd name="connsiteX177" fmla="*/ 1724064 w 2912392"/>
                <a:gd name="connsiteY177" fmla="*/ 296913 h 820847"/>
                <a:gd name="connsiteX178" fmla="*/ 1733808 w 2912392"/>
                <a:gd name="connsiteY178" fmla="*/ 289012 h 820847"/>
                <a:gd name="connsiteX179" fmla="*/ 1743537 w 2912392"/>
                <a:gd name="connsiteY179" fmla="*/ 281282 h 820847"/>
                <a:gd name="connsiteX180" fmla="*/ 1753281 w 2912392"/>
                <a:gd name="connsiteY180" fmla="*/ 273726 h 820847"/>
                <a:gd name="connsiteX181" fmla="*/ 1763025 w 2912392"/>
                <a:gd name="connsiteY181" fmla="*/ 266342 h 820847"/>
                <a:gd name="connsiteX182" fmla="*/ 1772769 w 2912392"/>
                <a:gd name="connsiteY182" fmla="*/ 259134 h 820847"/>
                <a:gd name="connsiteX183" fmla="*/ 1782498 w 2912392"/>
                <a:gd name="connsiteY183" fmla="*/ 252098 h 820847"/>
                <a:gd name="connsiteX184" fmla="*/ 1792242 w 2912392"/>
                <a:gd name="connsiteY184" fmla="*/ 245236 h 820847"/>
                <a:gd name="connsiteX185" fmla="*/ 1801986 w 2912392"/>
                <a:gd name="connsiteY185" fmla="*/ 238546 h 820847"/>
                <a:gd name="connsiteX186" fmla="*/ 1811730 w 2912392"/>
                <a:gd name="connsiteY186" fmla="*/ 232026 h 820847"/>
                <a:gd name="connsiteX187" fmla="*/ 1821459 w 2912392"/>
                <a:gd name="connsiteY187" fmla="*/ 225673 h 820847"/>
                <a:gd name="connsiteX188" fmla="*/ 1831203 w 2912392"/>
                <a:gd name="connsiteY188" fmla="*/ 219487 h 820847"/>
                <a:gd name="connsiteX189" fmla="*/ 1840947 w 2912392"/>
                <a:gd name="connsiteY189" fmla="*/ 213462 h 820847"/>
                <a:gd name="connsiteX190" fmla="*/ 1850691 w 2912392"/>
                <a:gd name="connsiteY190" fmla="*/ 207596 h 820847"/>
                <a:gd name="connsiteX191" fmla="*/ 1860435 w 2912392"/>
                <a:gd name="connsiteY191" fmla="*/ 201887 h 820847"/>
                <a:gd name="connsiteX192" fmla="*/ 1870164 w 2912392"/>
                <a:gd name="connsiteY192" fmla="*/ 196327 h 820847"/>
                <a:gd name="connsiteX193" fmla="*/ 1879908 w 2912392"/>
                <a:gd name="connsiteY193" fmla="*/ 190914 h 820847"/>
                <a:gd name="connsiteX194" fmla="*/ 1889652 w 2912392"/>
                <a:gd name="connsiteY194" fmla="*/ 185644 h 820847"/>
                <a:gd name="connsiteX195" fmla="*/ 1899395 w 2912392"/>
                <a:gd name="connsiteY195" fmla="*/ 180510 h 820847"/>
                <a:gd name="connsiteX196" fmla="*/ 1909124 w 2912392"/>
                <a:gd name="connsiteY196" fmla="*/ 175509 h 820847"/>
                <a:gd name="connsiteX197" fmla="*/ 1918868 w 2912392"/>
                <a:gd name="connsiteY197" fmla="*/ 170635 h 820847"/>
                <a:gd name="connsiteX198" fmla="*/ 1928612 w 2912392"/>
                <a:gd name="connsiteY198" fmla="*/ 165882 h 820847"/>
                <a:gd name="connsiteX199" fmla="*/ 1938356 w 2912392"/>
                <a:gd name="connsiteY199" fmla="*/ 161246 h 820847"/>
                <a:gd name="connsiteX200" fmla="*/ 1948085 w 2912392"/>
                <a:gd name="connsiteY200" fmla="*/ 156721 h 820847"/>
                <a:gd name="connsiteX201" fmla="*/ 1957829 w 2912392"/>
                <a:gd name="connsiteY201" fmla="*/ 152300 h 820847"/>
                <a:gd name="connsiteX202" fmla="*/ 1967573 w 2912392"/>
                <a:gd name="connsiteY202" fmla="*/ 147981 h 820847"/>
                <a:gd name="connsiteX203" fmla="*/ 1977317 w 2912392"/>
                <a:gd name="connsiteY203" fmla="*/ 143756 h 820847"/>
                <a:gd name="connsiteX204" fmla="*/ 1987046 w 2912392"/>
                <a:gd name="connsiteY204" fmla="*/ 139620 h 820847"/>
                <a:gd name="connsiteX205" fmla="*/ 1996790 w 2912392"/>
                <a:gd name="connsiteY205" fmla="*/ 135569 h 820847"/>
                <a:gd name="connsiteX206" fmla="*/ 2006534 w 2912392"/>
                <a:gd name="connsiteY206" fmla="*/ 131597 h 820847"/>
                <a:gd name="connsiteX207" fmla="*/ 2016278 w 2912392"/>
                <a:gd name="connsiteY207" fmla="*/ 127698 h 820847"/>
                <a:gd name="connsiteX208" fmla="*/ 2026022 w 2912392"/>
                <a:gd name="connsiteY208" fmla="*/ 123869 h 820847"/>
                <a:gd name="connsiteX209" fmla="*/ 2035751 w 2912392"/>
                <a:gd name="connsiteY209" fmla="*/ 120104 h 820847"/>
                <a:gd name="connsiteX210" fmla="*/ 2045495 w 2912392"/>
                <a:gd name="connsiteY210" fmla="*/ 116400 h 820847"/>
                <a:gd name="connsiteX211" fmla="*/ 2055239 w 2912392"/>
                <a:gd name="connsiteY211" fmla="*/ 112752 h 820847"/>
                <a:gd name="connsiteX212" fmla="*/ 2064983 w 2912392"/>
                <a:gd name="connsiteY212" fmla="*/ 109157 h 820847"/>
                <a:gd name="connsiteX213" fmla="*/ 2074712 w 2912392"/>
                <a:gd name="connsiteY213" fmla="*/ 105613 h 820847"/>
                <a:gd name="connsiteX214" fmla="*/ 2084456 w 2912392"/>
                <a:gd name="connsiteY214" fmla="*/ 102113 h 820847"/>
                <a:gd name="connsiteX215" fmla="*/ 2094200 w 2912392"/>
                <a:gd name="connsiteY215" fmla="*/ 98657 h 820847"/>
                <a:gd name="connsiteX216" fmla="*/ 2103944 w 2912392"/>
                <a:gd name="connsiteY216" fmla="*/ 95240 h 820847"/>
                <a:gd name="connsiteX217" fmla="*/ 2113673 w 2912392"/>
                <a:gd name="connsiteY217" fmla="*/ 91864 h 820847"/>
                <a:gd name="connsiteX218" fmla="*/ 2123417 w 2912392"/>
                <a:gd name="connsiteY218" fmla="*/ 88524 h 820847"/>
                <a:gd name="connsiteX219" fmla="*/ 2133161 w 2912392"/>
                <a:gd name="connsiteY219" fmla="*/ 85218 h 820847"/>
                <a:gd name="connsiteX220" fmla="*/ 2142905 w 2912392"/>
                <a:gd name="connsiteY220" fmla="*/ 81946 h 820847"/>
                <a:gd name="connsiteX221" fmla="*/ 2152649 w 2912392"/>
                <a:gd name="connsiteY221" fmla="*/ 78707 h 820847"/>
                <a:gd name="connsiteX222" fmla="*/ 2162377 w 2912392"/>
                <a:gd name="connsiteY222" fmla="*/ 75501 h 820847"/>
                <a:gd name="connsiteX223" fmla="*/ 2172121 w 2912392"/>
                <a:gd name="connsiteY223" fmla="*/ 72327 h 820847"/>
                <a:gd name="connsiteX224" fmla="*/ 2181865 w 2912392"/>
                <a:gd name="connsiteY224" fmla="*/ 69186 h 820847"/>
                <a:gd name="connsiteX225" fmla="*/ 2191609 w 2912392"/>
                <a:gd name="connsiteY225" fmla="*/ 66078 h 820847"/>
                <a:gd name="connsiteX226" fmla="*/ 2201338 w 2912392"/>
                <a:gd name="connsiteY226" fmla="*/ 63005 h 820847"/>
                <a:gd name="connsiteX227" fmla="*/ 2211082 w 2912392"/>
                <a:gd name="connsiteY227" fmla="*/ 59967 h 820847"/>
                <a:gd name="connsiteX228" fmla="*/ 2220826 w 2912392"/>
                <a:gd name="connsiteY228" fmla="*/ 56965 h 820847"/>
                <a:gd name="connsiteX229" fmla="*/ 2230570 w 2912392"/>
                <a:gd name="connsiteY229" fmla="*/ 54003 h 820847"/>
                <a:gd name="connsiteX230" fmla="*/ 2240299 w 2912392"/>
                <a:gd name="connsiteY230" fmla="*/ 51081 h 820847"/>
                <a:gd name="connsiteX231" fmla="*/ 2250043 w 2912392"/>
                <a:gd name="connsiteY231" fmla="*/ 48203 h 820847"/>
                <a:gd name="connsiteX232" fmla="*/ 2259787 w 2912392"/>
                <a:gd name="connsiteY232" fmla="*/ 45370 h 820847"/>
                <a:gd name="connsiteX233" fmla="*/ 2269531 w 2912392"/>
                <a:gd name="connsiteY233" fmla="*/ 42586 h 820847"/>
                <a:gd name="connsiteX234" fmla="*/ 2279260 w 2912392"/>
                <a:gd name="connsiteY234" fmla="*/ 39855 h 820847"/>
                <a:gd name="connsiteX235" fmla="*/ 2289004 w 2912392"/>
                <a:gd name="connsiteY235" fmla="*/ 37177 h 820847"/>
                <a:gd name="connsiteX236" fmla="*/ 2298748 w 2912392"/>
                <a:gd name="connsiteY236" fmla="*/ 34560 h 820847"/>
                <a:gd name="connsiteX237" fmla="*/ 2308492 w 2912392"/>
                <a:gd name="connsiteY237" fmla="*/ 32005 h 820847"/>
                <a:gd name="connsiteX238" fmla="*/ 2318236 w 2912392"/>
                <a:gd name="connsiteY238" fmla="*/ 29516 h 820847"/>
                <a:gd name="connsiteX239" fmla="*/ 2327965 w 2912392"/>
                <a:gd name="connsiteY239" fmla="*/ 27098 h 820847"/>
                <a:gd name="connsiteX240" fmla="*/ 2337709 w 2912392"/>
                <a:gd name="connsiteY240" fmla="*/ 24753 h 820847"/>
                <a:gd name="connsiteX241" fmla="*/ 2347453 w 2912392"/>
                <a:gd name="connsiteY241" fmla="*/ 22489 h 820847"/>
                <a:gd name="connsiteX242" fmla="*/ 2357197 w 2912392"/>
                <a:gd name="connsiteY242" fmla="*/ 20306 h 820847"/>
                <a:gd name="connsiteX243" fmla="*/ 2366926 w 2912392"/>
                <a:gd name="connsiteY243" fmla="*/ 18210 h 820847"/>
                <a:gd name="connsiteX244" fmla="*/ 2376670 w 2912392"/>
                <a:gd name="connsiteY244" fmla="*/ 16206 h 820847"/>
                <a:gd name="connsiteX245" fmla="*/ 2386413 w 2912392"/>
                <a:gd name="connsiteY245" fmla="*/ 14299 h 820847"/>
                <a:gd name="connsiteX246" fmla="*/ 2396157 w 2912392"/>
                <a:gd name="connsiteY246" fmla="*/ 12490 h 820847"/>
                <a:gd name="connsiteX247" fmla="*/ 2405886 w 2912392"/>
                <a:gd name="connsiteY247" fmla="*/ 10787 h 820847"/>
                <a:gd name="connsiteX248" fmla="*/ 2415630 w 2912392"/>
                <a:gd name="connsiteY248" fmla="*/ 9193 h 820847"/>
                <a:gd name="connsiteX249" fmla="*/ 2425374 w 2912392"/>
                <a:gd name="connsiteY249" fmla="*/ 7712 h 820847"/>
                <a:gd name="connsiteX250" fmla="*/ 2435118 w 2912392"/>
                <a:gd name="connsiteY250" fmla="*/ 6348 h 820847"/>
                <a:gd name="connsiteX251" fmla="*/ 2444862 w 2912392"/>
                <a:gd name="connsiteY251" fmla="*/ 5107 h 820847"/>
                <a:gd name="connsiteX252" fmla="*/ 2454591 w 2912392"/>
                <a:gd name="connsiteY252" fmla="*/ 3990 h 820847"/>
                <a:gd name="connsiteX253" fmla="*/ 2464335 w 2912392"/>
                <a:gd name="connsiteY253" fmla="*/ 3004 h 820847"/>
                <a:gd name="connsiteX254" fmla="*/ 2474079 w 2912392"/>
                <a:gd name="connsiteY254" fmla="*/ 2150 h 820847"/>
                <a:gd name="connsiteX255" fmla="*/ 2483823 w 2912392"/>
                <a:gd name="connsiteY255" fmla="*/ 1432 h 820847"/>
                <a:gd name="connsiteX256" fmla="*/ 2493552 w 2912392"/>
                <a:gd name="connsiteY256" fmla="*/ 855 h 820847"/>
                <a:gd name="connsiteX257" fmla="*/ 2503296 w 2912392"/>
                <a:gd name="connsiteY257" fmla="*/ 423 h 820847"/>
                <a:gd name="connsiteX258" fmla="*/ 2513040 w 2912392"/>
                <a:gd name="connsiteY258" fmla="*/ 137 h 820847"/>
                <a:gd name="connsiteX259" fmla="*/ 2522784 w 2912392"/>
                <a:gd name="connsiteY259" fmla="*/ 0 h 820847"/>
                <a:gd name="connsiteX260" fmla="*/ 2532513 w 2912392"/>
                <a:gd name="connsiteY260" fmla="*/ 16 h 820847"/>
                <a:gd name="connsiteX261" fmla="*/ 2542257 w 2912392"/>
                <a:gd name="connsiteY261" fmla="*/ 189 h 820847"/>
                <a:gd name="connsiteX262" fmla="*/ 2552001 w 2912392"/>
                <a:gd name="connsiteY262" fmla="*/ 519 h 820847"/>
                <a:gd name="connsiteX263" fmla="*/ 2561745 w 2912392"/>
                <a:gd name="connsiteY263" fmla="*/ 1007 h 820847"/>
                <a:gd name="connsiteX264" fmla="*/ 2571474 w 2912392"/>
                <a:gd name="connsiteY264" fmla="*/ 1658 h 820847"/>
                <a:gd name="connsiteX265" fmla="*/ 2581218 w 2912392"/>
                <a:gd name="connsiteY265" fmla="*/ 2473 h 820847"/>
                <a:gd name="connsiteX266" fmla="*/ 2590962 w 2912392"/>
                <a:gd name="connsiteY266" fmla="*/ 3454 h 820847"/>
                <a:gd name="connsiteX267" fmla="*/ 2600705 w 2912392"/>
                <a:gd name="connsiteY267" fmla="*/ 4601 h 820847"/>
                <a:gd name="connsiteX268" fmla="*/ 2610449 w 2912392"/>
                <a:gd name="connsiteY268" fmla="*/ 5916 h 820847"/>
                <a:gd name="connsiteX269" fmla="*/ 2620178 w 2912392"/>
                <a:gd name="connsiteY269" fmla="*/ 7402 h 820847"/>
                <a:gd name="connsiteX270" fmla="*/ 2629922 w 2912392"/>
                <a:gd name="connsiteY270" fmla="*/ 9056 h 820847"/>
                <a:gd name="connsiteX271" fmla="*/ 2639666 w 2912392"/>
                <a:gd name="connsiteY271" fmla="*/ 10881 h 820847"/>
                <a:gd name="connsiteX272" fmla="*/ 2649410 w 2912392"/>
                <a:gd name="connsiteY272" fmla="*/ 12876 h 820847"/>
                <a:gd name="connsiteX273" fmla="*/ 2659139 w 2912392"/>
                <a:gd name="connsiteY273" fmla="*/ 15043 h 820847"/>
                <a:gd name="connsiteX274" fmla="*/ 2668883 w 2912392"/>
                <a:gd name="connsiteY274" fmla="*/ 17381 h 820847"/>
                <a:gd name="connsiteX275" fmla="*/ 2678627 w 2912392"/>
                <a:gd name="connsiteY275" fmla="*/ 19890 h 820847"/>
                <a:gd name="connsiteX276" fmla="*/ 2688371 w 2912392"/>
                <a:gd name="connsiteY276" fmla="*/ 22570 h 820847"/>
                <a:gd name="connsiteX277" fmla="*/ 2698100 w 2912392"/>
                <a:gd name="connsiteY277" fmla="*/ 25421 h 820847"/>
                <a:gd name="connsiteX278" fmla="*/ 2707844 w 2912392"/>
                <a:gd name="connsiteY278" fmla="*/ 28439 h 820847"/>
                <a:gd name="connsiteX279" fmla="*/ 2717588 w 2912392"/>
                <a:gd name="connsiteY279" fmla="*/ 31628 h 820847"/>
                <a:gd name="connsiteX280" fmla="*/ 2727332 w 2912392"/>
                <a:gd name="connsiteY280" fmla="*/ 34984 h 820847"/>
                <a:gd name="connsiteX281" fmla="*/ 2737076 w 2912392"/>
                <a:gd name="connsiteY281" fmla="*/ 38508 h 820847"/>
                <a:gd name="connsiteX282" fmla="*/ 2746805 w 2912392"/>
                <a:gd name="connsiteY282" fmla="*/ 42195 h 820847"/>
                <a:gd name="connsiteX283" fmla="*/ 2756549 w 2912392"/>
                <a:gd name="connsiteY283" fmla="*/ 46048 h 820847"/>
                <a:gd name="connsiteX284" fmla="*/ 2766293 w 2912392"/>
                <a:gd name="connsiteY284" fmla="*/ 50062 h 820847"/>
                <a:gd name="connsiteX285" fmla="*/ 2776037 w 2912392"/>
                <a:gd name="connsiteY285" fmla="*/ 54238 h 820847"/>
                <a:gd name="connsiteX286" fmla="*/ 2785766 w 2912392"/>
                <a:gd name="connsiteY286" fmla="*/ 58572 h 820847"/>
                <a:gd name="connsiteX287" fmla="*/ 2795510 w 2912392"/>
                <a:gd name="connsiteY287" fmla="*/ 63064 h 820847"/>
                <a:gd name="connsiteX288" fmla="*/ 2805254 w 2912392"/>
                <a:gd name="connsiteY288" fmla="*/ 67713 h 820847"/>
                <a:gd name="connsiteX289" fmla="*/ 2814998 w 2912392"/>
                <a:gd name="connsiteY289" fmla="*/ 72513 h 820847"/>
                <a:gd name="connsiteX290" fmla="*/ 2824727 w 2912392"/>
                <a:gd name="connsiteY290" fmla="*/ 77464 h 820847"/>
                <a:gd name="connsiteX291" fmla="*/ 2834471 w 2912392"/>
                <a:gd name="connsiteY291" fmla="*/ 82566 h 820847"/>
                <a:gd name="connsiteX292" fmla="*/ 2844215 w 2912392"/>
                <a:gd name="connsiteY292" fmla="*/ 87812 h 820847"/>
                <a:gd name="connsiteX293" fmla="*/ 2853958 w 2912392"/>
                <a:gd name="connsiteY293" fmla="*/ 93204 h 820847"/>
                <a:gd name="connsiteX294" fmla="*/ 2863687 w 2912392"/>
                <a:gd name="connsiteY294" fmla="*/ 98737 h 820847"/>
                <a:gd name="connsiteX295" fmla="*/ 2873431 w 2912392"/>
                <a:gd name="connsiteY295" fmla="*/ 104409 h 820847"/>
                <a:gd name="connsiteX296" fmla="*/ 2883175 w 2912392"/>
                <a:gd name="connsiteY296" fmla="*/ 110218 h 820847"/>
                <a:gd name="connsiteX297" fmla="*/ 2892919 w 2912392"/>
                <a:gd name="connsiteY297" fmla="*/ 116161 h 820847"/>
                <a:gd name="connsiteX298" fmla="*/ 2902663 w 2912392"/>
                <a:gd name="connsiteY298" fmla="*/ 122236 h 820847"/>
                <a:gd name="connsiteX299" fmla="*/ 2912392 w 2912392"/>
                <a:gd name="connsiteY299" fmla="*/ 128440 h 8208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20847">
                  <a:moveTo>
                    <a:pt x="0" y="391355"/>
                  </a:moveTo>
                  <a:lnTo>
                    <a:pt x="9739" y="400824"/>
                  </a:lnTo>
                  <a:lnTo>
                    <a:pt x="19480" y="410279"/>
                  </a:lnTo>
                  <a:lnTo>
                    <a:pt x="29221" y="419715"/>
                  </a:lnTo>
                  <a:lnTo>
                    <a:pt x="38961" y="429123"/>
                  </a:lnTo>
                  <a:lnTo>
                    <a:pt x="48702" y="438498"/>
                  </a:lnTo>
                  <a:lnTo>
                    <a:pt x="58443" y="447834"/>
                  </a:lnTo>
                  <a:lnTo>
                    <a:pt x="68182" y="457123"/>
                  </a:lnTo>
                  <a:lnTo>
                    <a:pt x="77923" y="466360"/>
                  </a:lnTo>
                  <a:lnTo>
                    <a:pt x="87664" y="475540"/>
                  </a:lnTo>
                  <a:lnTo>
                    <a:pt x="97404" y="484655"/>
                  </a:lnTo>
                  <a:lnTo>
                    <a:pt x="107145" y="493700"/>
                  </a:lnTo>
                  <a:lnTo>
                    <a:pt x="116886" y="502669"/>
                  </a:lnTo>
                  <a:lnTo>
                    <a:pt x="126625" y="511555"/>
                  </a:lnTo>
                  <a:lnTo>
                    <a:pt x="136366" y="520356"/>
                  </a:lnTo>
                  <a:lnTo>
                    <a:pt x="146107" y="529063"/>
                  </a:lnTo>
                  <a:lnTo>
                    <a:pt x="155846" y="537671"/>
                  </a:lnTo>
                  <a:lnTo>
                    <a:pt x="165587" y="546176"/>
                  </a:lnTo>
                  <a:lnTo>
                    <a:pt x="175328" y="554573"/>
                  </a:lnTo>
                  <a:lnTo>
                    <a:pt x="185068" y="562857"/>
                  </a:lnTo>
                  <a:lnTo>
                    <a:pt x="194809" y="571023"/>
                  </a:lnTo>
                  <a:lnTo>
                    <a:pt x="204550" y="579067"/>
                  </a:lnTo>
                  <a:lnTo>
                    <a:pt x="214289" y="586978"/>
                  </a:lnTo>
                  <a:lnTo>
                    <a:pt x="224030" y="594770"/>
                  </a:lnTo>
                  <a:lnTo>
                    <a:pt x="233771" y="602413"/>
                  </a:lnTo>
                  <a:lnTo>
                    <a:pt x="243510" y="609938"/>
                  </a:lnTo>
                  <a:lnTo>
                    <a:pt x="253251" y="617298"/>
                  </a:lnTo>
                  <a:lnTo>
                    <a:pt x="262992" y="624524"/>
                  </a:lnTo>
                  <a:lnTo>
                    <a:pt x="272732" y="631601"/>
                  </a:lnTo>
                  <a:lnTo>
                    <a:pt x="282473" y="638529"/>
                  </a:lnTo>
                  <a:lnTo>
                    <a:pt x="292214" y="645308"/>
                  </a:lnTo>
                  <a:lnTo>
                    <a:pt x="301953" y="651923"/>
                  </a:lnTo>
                  <a:lnTo>
                    <a:pt x="311694" y="658374"/>
                  </a:lnTo>
                  <a:lnTo>
                    <a:pt x="321435" y="664676"/>
                  </a:lnTo>
                  <a:lnTo>
                    <a:pt x="331175" y="670815"/>
                  </a:lnTo>
                  <a:lnTo>
                    <a:pt x="340916" y="676789"/>
                  </a:lnTo>
                  <a:lnTo>
                    <a:pt x="350656" y="682600"/>
                  </a:lnTo>
                  <a:lnTo>
                    <a:pt x="360396" y="688261"/>
                  </a:lnTo>
                  <a:lnTo>
                    <a:pt x="370137" y="693744"/>
                  </a:lnTo>
                  <a:lnTo>
                    <a:pt x="379878" y="699078"/>
                  </a:lnTo>
                  <a:lnTo>
                    <a:pt x="389617" y="704233"/>
                  </a:lnTo>
                  <a:lnTo>
                    <a:pt x="399358" y="709239"/>
                  </a:lnTo>
                  <a:lnTo>
                    <a:pt x="409099" y="714081"/>
                  </a:lnTo>
                  <a:lnTo>
                    <a:pt x="418839" y="718760"/>
                  </a:lnTo>
                  <a:lnTo>
                    <a:pt x="428580" y="723274"/>
                  </a:lnTo>
                  <a:lnTo>
                    <a:pt x="438321" y="727639"/>
                  </a:lnTo>
                  <a:lnTo>
                    <a:pt x="448060" y="731856"/>
                  </a:lnTo>
                  <a:lnTo>
                    <a:pt x="457801" y="735923"/>
                  </a:lnTo>
                  <a:lnTo>
                    <a:pt x="467542" y="739827"/>
                  </a:lnTo>
                  <a:lnTo>
                    <a:pt x="477281" y="743596"/>
                  </a:lnTo>
                  <a:lnTo>
                    <a:pt x="487022" y="747232"/>
                  </a:lnTo>
                  <a:lnTo>
                    <a:pt x="496763" y="750718"/>
                  </a:lnTo>
                  <a:lnTo>
                    <a:pt x="506503" y="754055"/>
                  </a:lnTo>
                  <a:lnTo>
                    <a:pt x="516244" y="757274"/>
                  </a:lnTo>
                  <a:lnTo>
                    <a:pt x="525985" y="760373"/>
                  </a:lnTo>
                  <a:lnTo>
                    <a:pt x="535724" y="763337"/>
                  </a:lnTo>
                  <a:lnTo>
                    <a:pt x="545465" y="766183"/>
                  </a:lnTo>
                  <a:lnTo>
                    <a:pt x="555206" y="768910"/>
                  </a:lnTo>
                  <a:lnTo>
                    <a:pt x="564946" y="771532"/>
                  </a:lnTo>
                  <a:lnTo>
                    <a:pt x="574687" y="774050"/>
                  </a:lnTo>
                  <a:lnTo>
                    <a:pt x="584428" y="776463"/>
                  </a:lnTo>
                  <a:lnTo>
                    <a:pt x="594167" y="778788"/>
                  </a:lnTo>
                  <a:lnTo>
                    <a:pt x="603908" y="781008"/>
                  </a:lnTo>
                  <a:lnTo>
                    <a:pt x="613649" y="783138"/>
                  </a:lnTo>
                  <a:lnTo>
                    <a:pt x="623388" y="785179"/>
                  </a:lnTo>
                  <a:lnTo>
                    <a:pt x="633129" y="787161"/>
                  </a:lnTo>
                  <a:lnTo>
                    <a:pt x="642870" y="789053"/>
                  </a:lnTo>
                  <a:lnTo>
                    <a:pt x="652610" y="790871"/>
                  </a:lnTo>
                  <a:lnTo>
                    <a:pt x="662351" y="792629"/>
                  </a:lnTo>
                  <a:lnTo>
                    <a:pt x="672092" y="794312"/>
                  </a:lnTo>
                  <a:lnTo>
                    <a:pt x="681831" y="795951"/>
                  </a:lnTo>
                  <a:lnTo>
                    <a:pt x="691572" y="797516"/>
                  </a:lnTo>
                  <a:lnTo>
                    <a:pt x="701313" y="799035"/>
                  </a:lnTo>
                  <a:lnTo>
                    <a:pt x="711052" y="800496"/>
                  </a:lnTo>
                  <a:lnTo>
                    <a:pt x="720793" y="801911"/>
                  </a:lnTo>
                  <a:lnTo>
                    <a:pt x="730534" y="803282"/>
                  </a:lnTo>
                  <a:lnTo>
                    <a:pt x="740274" y="804608"/>
                  </a:lnTo>
                  <a:lnTo>
                    <a:pt x="750015" y="805889"/>
                  </a:lnTo>
                  <a:lnTo>
                    <a:pt x="759756" y="807126"/>
                  </a:lnTo>
                  <a:lnTo>
                    <a:pt x="769495" y="808318"/>
                  </a:lnTo>
                  <a:lnTo>
                    <a:pt x="779236" y="809465"/>
                  </a:lnTo>
                  <a:lnTo>
                    <a:pt x="788977" y="810567"/>
                  </a:lnTo>
                  <a:lnTo>
                    <a:pt x="798717" y="811640"/>
                  </a:lnTo>
                  <a:lnTo>
                    <a:pt x="808458" y="812653"/>
                  </a:lnTo>
                  <a:lnTo>
                    <a:pt x="818199" y="813636"/>
                  </a:lnTo>
                  <a:lnTo>
                    <a:pt x="827938" y="814560"/>
                  </a:lnTo>
                  <a:lnTo>
                    <a:pt x="837679" y="815439"/>
                  </a:lnTo>
                  <a:lnTo>
                    <a:pt x="847420" y="816274"/>
                  </a:lnTo>
                  <a:lnTo>
                    <a:pt x="857159" y="817048"/>
                  </a:lnTo>
                  <a:lnTo>
                    <a:pt x="866900" y="817763"/>
                  </a:lnTo>
                  <a:lnTo>
                    <a:pt x="876641" y="818404"/>
                  </a:lnTo>
                  <a:lnTo>
                    <a:pt x="886381" y="819000"/>
                  </a:lnTo>
                  <a:lnTo>
                    <a:pt x="896122" y="819507"/>
                  </a:lnTo>
                  <a:lnTo>
                    <a:pt x="905863" y="819954"/>
                  </a:lnTo>
                  <a:lnTo>
                    <a:pt x="915602" y="820311"/>
                  </a:lnTo>
                  <a:lnTo>
                    <a:pt x="925343" y="820579"/>
                  </a:lnTo>
                  <a:lnTo>
                    <a:pt x="935084" y="820758"/>
                  </a:lnTo>
                  <a:lnTo>
                    <a:pt x="944824" y="820847"/>
                  </a:lnTo>
                  <a:lnTo>
                    <a:pt x="954564" y="820818"/>
                  </a:lnTo>
                  <a:lnTo>
                    <a:pt x="964305" y="820684"/>
                  </a:lnTo>
                  <a:lnTo>
                    <a:pt x="974045" y="820430"/>
                  </a:lnTo>
                  <a:lnTo>
                    <a:pt x="983786" y="820058"/>
                  </a:lnTo>
                  <a:lnTo>
                    <a:pt x="993522" y="819551"/>
                  </a:lnTo>
                  <a:lnTo>
                    <a:pt x="1003266" y="818896"/>
                  </a:lnTo>
                  <a:lnTo>
                    <a:pt x="1013010" y="818106"/>
                  </a:lnTo>
                  <a:lnTo>
                    <a:pt x="1022754" y="817152"/>
                  </a:lnTo>
                  <a:lnTo>
                    <a:pt x="1032483" y="816050"/>
                  </a:lnTo>
                  <a:lnTo>
                    <a:pt x="1042227" y="814769"/>
                  </a:lnTo>
                  <a:lnTo>
                    <a:pt x="1051971" y="813324"/>
                  </a:lnTo>
                  <a:lnTo>
                    <a:pt x="1061715" y="811685"/>
                  </a:lnTo>
                  <a:lnTo>
                    <a:pt x="1071444" y="809867"/>
                  </a:lnTo>
                  <a:lnTo>
                    <a:pt x="1081188" y="807856"/>
                  </a:lnTo>
                  <a:lnTo>
                    <a:pt x="1090932" y="805636"/>
                  </a:lnTo>
                  <a:lnTo>
                    <a:pt x="1100676" y="803222"/>
                  </a:lnTo>
                  <a:lnTo>
                    <a:pt x="1110405" y="800585"/>
                  </a:lnTo>
                  <a:lnTo>
                    <a:pt x="1120149" y="797724"/>
                  </a:lnTo>
                  <a:lnTo>
                    <a:pt x="1129893" y="794640"/>
                  </a:lnTo>
                  <a:lnTo>
                    <a:pt x="1139637" y="791333"/>
                  </a:lnTo>
                  <a:lnTo>
                    <a:pt x="1149381" y="787787"/>
                  </a:lnTo>
                  <a:lnTo>
                    <a:pt x="1159110" y="784017"/>
                  </a:lnTo>
                  <a:lnTo>
                    <a:pt x="1168854" y="779995"/>
                  </a:lnTo>
                  <a:lnTo>
                    <a:pt x="1178598" y="775733"/>
                  </a:lnTo>
                  <a:lnTo>
                    <a:pt x="1188341" y="771234"/>
                  </a:lnTo>
                  <a:lnTo>
                    <a:pt x="1198070" y="766481"/>
                  </a:lnTo>
                  <a:lnTo>
                    <a:pt x="1207814" y="761475"/>
                  </a:lnTo>
                  <a:lnTo>
                    <a:pt x="1217558" y="756231"/>
                  </a:lnTo>
                  <a:lnTo>
                    <a:pt x="1227302" y="750733"/>
                  </a:lnTo>
                  <a:lnTo>
                    <a:pt x="1237031" y="744982"/>
                  </a:lnTo>
                  <a:lnTo>
                    <a:pt x="1246775" y="738978"/>
                  </a:lnTo>
                  <a:lnTo>
                    <a:pt x="1256519" y="732735"/>
                  </a:lnTo>
                  <a:lnTo>
                    <a:pt x="1266263" y="726254"/>
                  </a:lnTo>
                  <a:lnTo>
                    <a:pt x="1276007" y="719534"/>
                  </a:lnTo>
                  <a:lnTo>
                    <a:pt x="1285736" y="712577"/>
                  </a:lnTo>
                  <a:lnTo>
                    <a:pt x="1295480" y="705380"/>
                  </a:lnTo>
                  <a:lnTo>
                    <a:pt x="1305224" y="697961"/>
                  </a:lnTo>
                  <a:lnTo>
                    <a:pt x="1314968" y="690317"/>
                  </a:lnTo>
                  <a:lnTo>
                    <a:pt x="1324697" y="682466"/>
                  </a:lnTo>
                  <a:lnTo>
                    <a:pt x="1334441" y="674391"/>
                  </a:lnTo>
                  <a:lnTo>
                    <a:pt x="1344185" y="666122"/>
                  </a:lnTo>
                  <a:lnTo>
                    <a:pt x="1353929" y="657659"/>
                  </a:lnTo>
                  <a:lnTo>
                    <a:pt x="1363658" y="649018"/>
                  </a:lnTo>
                  <a:lnTo>
                    <a:pt x="1373402" y="640197"/>
                  </a:lnTo>
                  <a:lnTo>
                    <a:pt x="1383146" y="631198"/>
                  </a:lnTo>
                  <a:lnTo>
                    <a:pt x="1392890" y="622050"/>
                  </a:lnTo>
                  <a:lnTo>
                    <a:pt x="1402619" y="612753"/>
                  </a:lnTo>
                  <a:lnTo>
                    <a:pt x="1412363" y="603322"/>
                  </a:lnTo>
                  <a:lnTo>
                    <a:pt x="1422106" y="593772"/>
                  </a:lnTo>
                  <a:lnTo>
                    <a:pt x="1431850" y="584103"/>
                  </a:lnTo>
                  <a:lnTo>
                    <a:pt x="1441594" y="574318"/>
                  </a:lnTo>
                  <a:lnTo>
                    <a:pt x="1451323" y="564451"/>
                  </a:lnTo>
                  <a:lnTo>
                    <a:pt x="1461067" y="554501"/>
                  </a:lnTo>
                  <a:lnTo>
                    <a:pt x="1470811" y="544485"/>
                  </a:lnTo>
                  <a:lnTo>
                    <a:pt x="1480555" y="534413"/>
                  </a:lnTo>
                  <a:lnTo>
                    <a:pt x="1490284" y="524297"/>
                  </a:lnTo>
                  <a:lnTo>
                    <a:pt x="1500028" y="514147"/>
                  </a:lnTo>
                  <a:lnTo>
                    <a:pt x="1509772" y="503980"/>
                  </a:lnTo>
                  <a:lnTo>
                    <a:pt x="1519516" y="493804"/>
                  </a:lnTo>
                  <a:lnTo>
                    <a:pt x="1529245" y="483633"/>
                  </a:lnTo>
                  <a:lnTo>
                    <a:pt x="1538989" y="473478"/>
                  </a:lnTo>
                  <a:lnTo>
                    <a:pt x="1548733" y="463351"/>
                  </a:lnTo>
                  <a:lnTo>
                    <a:pt x="1558477" y="453261"/>
                  </a:lnTo>
                  <a:lnTo>
                    <a:pt x="1568221" y="443224"/>
                  </a:lnTo>
                  <a:lnTo>
                    <a:pt x="1577950" y="433246"/>
                  </a:lnTo>
                  <a:lnTo>
                    <a:pt x="1587694" y="423340"/>
                  </a:lnTo>
                  <a:lnTo>
                    <a:pt x="1597438" y="413514"/>
                  </a:lnTo>
                  <a:lnTo>
                    <a:pt x="1607182" y="403780"/>
                  </a:lnTo>
                  <a:lnTo>
                    <a:pt x="1616911" y="394145"/>
                  </a:lnTo>
                  <a:lnTo>
                    <a:pt x="1626655" y="384620"/>
                  </a:lnTo>
                  <a:lnTo>
                    <a:pt x="1636399" y="375213"/>
                  </a:lnTo>
                  <a:lnTo>
                    <a:pt x="1646142" y="365929"/>
                  </a:lnTo>
                  <a:lnTo>
                    <a:pt x="1655872" y="356778"/>
                  </a:lnTo>
                  <a:lnTo>
                    <a:pt x="1665616" y="347768"/>
                  </a:lnTo>
                  <a:lnTo>
                    <a:pt x="1675359" y="338900"/>
                  </a:lnTo>
                  <a:lnTo>
                    <a:pt x="1685103" y="330184"/>
                  </a:lnTo>
                  <a:lnTo>
                    <a:pt x="1694832" y="321623"/>
                  </a:lnTo>
                  <a:lnTo>
                    <a:pt x="1704576" y="313221"/>
                  </a:lnTo>
                  <a:lnTo>
                    <a:pt x="1714320" y="304984"/>
                  </a:lnTo>
                  <a:lnTo>
                    <a:pt x="1724064" y="296913"/>
                  </a:lnTo>
                  <a:lnTo>
                    <a:pt x="1733808" y="289012"/>
                  </a:lnTo>
                  <a:lnTo>
                    <a:pt x="1743537" y="281282"/>
                  </a:lnTo>
                  <a:lnTo>
                    <a:pt x="1753281" y="273726"/>
                  </a:lnTo>
                  <a:lnTo>
                    <a:pt x="1763025" y="266342"/>
                  </a:lnTo>
                  <a:lnTo>
                    <a:pt x="1772769" y="259134"/>
                  </a:lnTo>
                  <a:lnTo>
                    <a:pt x="1782498" y="252098"/>
                  </a:lnTo>
                  <a:lnTo>
                    <a:pt x="1792242" y="245236"/>
                  </a:lnTo>
                  <a:lnTo>
                    <a:pt x="1801986" y="238546"/>
                  </a:lnTo>
                  <a:lnTo>
                    <a:pt x="1811730" y="232026"/>
                  </a:lnTo>
                  <a:lnTo>
                    <a:pt x="1821459" y="225673"/>
                  </a:lnTo>
                  <a:lnTo>
                    <a:pt x="1831203" y="219487"/>
                  </a:lnTo>
                  <a:lnTo>
                    <a:pt x="1840947" y="213462"/>
                  </a:lnTo>
                  <a:lnTo>
                    <a:pt x="1850691" y="207596"/>
                  </a:lnTo>
                  <a:lnTo>
                    <a:pt x="1860435" y="201887"/>
                  </a:lnTo>
                  <a:lnTo>
                    <a:pt x="1870164" y="196327"/>
                  </a:lnTo>
                  <a:lnTo>
                    <a:pt x="1879908" y="190914"/>
                  </a:lnTo>
                  <a:lnTo>
                    <a:pt x="1889652" y="185644"/>
                  </a:lnTo>
                  <a:lnTo>
                    <a:pt x="1899395" y="180510"/>
                  </a:lnTo>
                  <a:lnTo>
                    <a:pt x="1909124" y="175509"/>
                  </a:lnTo>
                  <a:lnTo>
                    <a:pt x="1918868" y="170635"/>
                  </a:lnTo>
                  <a:lnTo>
                    <a:pt x="1928612" y="165882"/>
                  </a:lnTo>
                  <a:lnTo>
                    <a:pt x="1938356" y="161246"/>
                  </a:lnTo>
                  <a:lnTo>
                    <a:pt x="1948085" y="156721"/>
                  </a:lnTo>
                  <a:lnTo>
                    <a:pt x="1957829" y="152300"/>
                  </a:lnTo>
                  <a:lnTo>
                    <a:pt x="1967573" y="147981"/>
                  </a:lnTo>
                  <a:lnTo>
                    <a:pt x="1977317" y="143756"/>
                  </a:lnTo>
                  <a:lnTo>
                    <a:pt x="1987046" y="139620"/>
                  </a:lnTo>
                  <a:lnTo>
                    <a:pt x="1996790" y="135569"/>
                  </a:lnTo>
                  <a:lnTo>
                    <a:pt x="2006534" y="131597"/>
                  </a:lnTo>
                  <a:lnTo>
                    <a:pt x="2016278" y="127698"/>
                  </a:lnTo>
                  <a:lnTo>
                    <a:pt x="2026022" y="123869"/>
                  </a:lnTo>
                  <a:lnTo>
                    <a:pt x="2035751" y="120104"/>
                  </a:lnTo>
                  <a:lnTo>
                    <a:pt x="2045495" y="116400"/>
                  </a:lnTo>
                  <a:lnTo>
                    <a:pt x="2055239" y="112752"/>
                  </a:lnTo>
                  <a:lnTo>
                    <a:pt x="2064983" y="109157"/>
                  </a:lnTo>
                  <a:lnTo>
                    <a:pt x="2074712" y="105613"/>
                  </a:lnTo>
                  <a:lnTo>
                    <a:pt x="2084456" y="102113"/>
                  </a:lnTo>
                  <a:lnTo>
                    <a:pt x="2094200" y="98657"/>
                  </a:lnTo>
                  <a:lnTo>
                    <a:pt x="2103944" y="95240"/>
                  </a:lnTo>
                  <a:lnTo>
                    <a:pt x="2113673" y="91864"/>
                  </a:lnTo>
                  <a:lnTo>
                    <a:pt x="2123417" y="88524"/>
                  </a:lnTo>
                  <a:lnTo>
                    <a:pt x="2133161" y="85218"/>
                  </a:lnTo>
                  <a:lnTo>
                    <a:pt x="2142905" y="81946"/>
                  </a:lnTo>
                  <a:lnTo>
                    <a:pt x="2152649" y="78707"/>
                  </a:lnTo>
                  <a:lnTo>
                    <a:pt x="2162377" y="75501"/>
                  </a:lnTo>
                  <a:lnTo>
                    <a:pt x="2172121" y="72327"/>
                  </a:lnTo>
                  <a:lnTo>
                    <a:pt x="2181865" y="69186"/>
                  </a:lnTo>
                  <a:lnTo>
                    <a:pt x="2191609" y="66078"/>
                  </a:lnTo>
                  <a:lnTo>
                    <a:pt x="2201338" y="63005"/>
                  </a:lnTo>
                  <a:lnTo>
                    <a:pt x="2211082" y="59967"/>
                  </a:lnTo>
                  <a:lnTo>
                    <a:pt x="2220826" y="56965"/>
                  </a:lnTo>
                  <a:lnTo>
                    <a:pt x="2230570" y="54003"/>
                  </a:lnTo>
                  <a:lnTo>
                    <a:pt x="2240299" y="51081"/>
                  </a:lnTo>
                  <a:lnTo>
                    <a:pt x="2250043" y="48203"/>
                  </a:lnTo>
                  <a:lnTo>
                    <a:pt x="2259787" y="45370"/>
                  </a:lnTo>
                  <a:lnTo>
                    <a:pt x="2269531" y="42586"/>
                  </a:lnTo>
                  <a:lnTo>
                    <a:pt x="2279260" y="39855"/>
                  </a:lnTo>
                  <a:lnTo>
                    <a:pt x="2289004" y="37177"/>
                  </a:lnTo>
                  <a:lnTo>
                    <a:pt x="2298748" y="34560"/>
                  </a:lnTo>
                  <a:lnTo>
                    <a:pt x="2308492" y="32005"/>
                  </a:lnTo>
                  <a:lnTo>
                    <a:pt x="2318236" y="29516"/>
                  </a:lnTo>
                  <a:lnTo>
                    <a:pt x="2327965" y="27098"/>
                  </a:lnTo>
                  <a:lnTo>
                    <a:pt x="2337709" y="24753"/>
                  </a:lnTo>
                  <a:lnTo>
                    <a:pt x="2347453" y="22489"/>
                  </a:lnTo>
                  <a:lnTo>
                    <a:pt x="2357197" y="20306"/>
                  </a:lnTo>
                  <a:lnTo>
                    <a:pt x="2366926" y="18210"/>
                  </a:lnTo>
                  <a:lnTo>
                    <a:pt x="2376670" y="16206"/>
                  </a:lnTo>
                  <a:lnTo>
                    <a:pt x="2386413" y="14299"/>
                  </a:lnTo>
                  <a:lnTo>
                    <a:pt x="2396157" y="12490"/>
                  </a:lnTo>
                  <a:lnTo>
                    <a:pt x="2405886" y="10787"/>
                  </a:lnTo>
                  <a:lnTo>
                    <a:pt x="2415630" y="9193"/>
                  </a:lnTo>
                  <a:lnTo>
                    <a:pt x="2425374" y="7712"/>
                  </a:lnTo>
                  <a:lnTo>
                    <a:pt x="2435118" y="6348"/>
                  </a:lnTo>
                  <a:lnTo>
                    <a:pt x="2444862" y="5107"/>
                  </a:lnTo>
                  <a:lnTo>
                    <a:pt x="2454591" y="3990"/>
                  </a:lnTo>
                  <a:lnTo>
                    <a:pt x="2464335" y="3004"/>
                  </a:lnTo>
                  <a:lnTo>
                    <a:pt x="2474079" y="2150"/>
                  </a:lnTo>
                  <a:lnTo>
                    <a:pt x="2483823" y="1432"/>
                  </a:lnTo>
                  <a:lnTo>
                    <a:pt x="2493552" y="855"/>
                  </a:lnTo>
                  <a:lnTo>
                    <a:pt x="2503296" y="423"/>
                  </a:lnTo>
                  <a:lnTo>
                    <a:pt x="2513040" y="137"/>
                  </a:lnTo>
                  <a:lnTo>
                    <a:pt x="2522784" y="0"/>
                  </a:lnTo>
                  <a:lnTo>
                    <a:pt x="2532513" y="16"/>
                  </a:lnTo>
                  <a:lnTo>
                    <a:pt x="2542257" y="189"/>
                  </a:lnTo>
                  <a:lnTo>
                    <a:pt x="2552001" y="519"/>
                  </a:lnTo>
                  <a:lnTo>
                    <a:pt x="2561745" y="1007"/>
                  </a:lnTo>
                  <a:lnTo>
                    <a:pt x="2571474" y="1658"/>
                  </a:lnTo>
                  <a:lnTo>
                    <a:pt x="2581218" y="2473"/>
                  </a:lnTo>
                  <a:lnTo>
                    <a:pt x="2590962" y="3454"/>
                  </a:lnTo>
                  <a:lnTo>
                    <a:pt x="2600705" y="4601"/>
                  </a:lnTo>
                  <a:lnTo>
                    <a:pt x="2610449" y="5916"/>
                  </a:lnTo>
                  <a:lnTo>
                    <a:pt x="2620178" y="7402"/>
                  </a:lnTo>
                  <a:lnTo>
                    <a:pt x="2629922" y="9056"/>
                  </a:lnTo>
                  <a:lnTo>
                    <a:pt x="2639666" y="10881"/>
                  </a:lnTo>
                  <a:lnTo>
                    <a:pt x="2649410" y="12876"/>
                  </a:lnTo>
                  <a:lnTo>
                    <a:pt x="2659139" y="15043"/>
                  </a:lnTo>
                  <a:lnTo>
                    <a:pt x="2668883" y="17381"/>
                  </a:lnTo>
                  <a:lnTo>
                    <a:pt x="2678627" y="19890"/>
                  </a:lnTo>
                  <a:lnTo>
                    <a:pt x="2688371" y="22570"/>
                  </a:lnTo>
                  <a:lnTo>
                    <a:pt x="2698100" y="25421"/>
                  </a:lnTo>
                  <a:lnTo>
                    <a:pt x="2707844" y="28439"/>
                  </a:lnTo>
                  <a:lnTo>
                    <a:pt x="2717588" y="31628"/>
                  </a:lnTo>
                  <a:lnTo>
                    <a:pt x="2727332" y="34984"/>
                  </a:lnTo>
                  <a:lnTo>
                    <a:pt x="2737076" y="38508"/>
                  </a:lnTo>
                  <a:lnTo>
                    <a:pt x="2746805" y="42195"/>
                  </a:lnTo>
                  <a:lnTo>
                    <a:pt x="2756549" y="46048"/>
                  </a:lnTo>
                  <a:lnTo>
                    <a:pt x="2766293" y="50062"/>
                  </a:lnTo>
                  <a:lnTo>
                    <a:pt x="2776037" y="54238"/>
                  </a:lnTo>
                  <a:lnTo>
                    <a:pt x="2785766" y="58572"/>
                  </a:lnTo>
                  <a:lnTo>
                    <a:pt x="2795510" y="63064"/>
                  </a:lnTo>
                  <a:lnTo>
                    <a:pt x="2805254" y="67713"/>
                  </a:lnTo>
                  <a:lnTo>
                    <a:pt x="2814998" y="72513"/>
                  </a:lnTo>
                  <a:lnTo>
                    <a:pt x="2824727" y="77464"/>
                  </a:lnTo>
                  <a:lnTo>
                    <a:pt x="2834471" y="82566"/>
                  </a:lnTo>
                  <a:lnTo>
                    <a:pt x="2844215" y="87812"/>
                  </a:lnTo>
                  <a:lnTo>
                    <a:pt x="2853958" y="93204"/>
                  </a:lnTo>
                  <a:lnTo>
                    <a:pt x="2863687" y="98737"/>
                  </a:lnTo>
                  <a:lnTo>
                    <a:pt x="2873431" y="104409"/>
                  </a:lnTo>
                  <a:lnTo>
                    <a:pt x="2883175" y="110218"/>
                  </a:lnTo>
                  <a:lnTo>
                    <a:pt x="2892919" y="116161"/>
                  </a:lnTo>
                  <a:lnTo>
                    <a:pt x="2902663" y="122236"/>
                  </a:lnTo>
                  <a:lnTo>
                    <a:pt x="2912392" y="12844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6" name="Freeform 665">
              <a:extLst>
                <a:ext uri="{FF2B5EF4-FFF2-40B4-BE49-F238E27FC236}">
                  <a16:creationId xmlns:a16="http://schemas.microsoft.com/office/drawing/2014/main" id="{2AEE91FD-BB83-3E8D-CEF1-8AAED774AC29}"/>
                </a:ext>
              </a:extLst>
            </p:cNvPr>
            <p:cNvSpPr/>
            <p:nvPr/>
          </p:nvSpPr>
          <p:spPr>
            <a:xfrm>
              <a:off x="576446" y="3359904"/>
              <a:ext cx="2912392" cy="459718"/>
            </a:xfrm>
            <a:custGeom>
              <a:avLst/>
              <a:gdLst>
                <a:gd name="connsiteX0" fmla="*/ 0 w 2912392"/>
                <a:gd name="connsiteY0" fmla="*/ 381006 h 459718"/>
                <a:gd name="connsiteX1" fmla="*/ 9739 w 2912392"/>
                <a:gd name="connsiteY1" fmla="*/ 377741 h 459718"/>
                <a:gd name="connsiteX2" fmla="*/ 19480 w 2912392"/>
                <a:gd name="connsiteY2" fmla="*/ 374507 h 459718"/>
                <a:gd name="connsiteX3" fmla="*/ 29221 w 2912392"/>
                <a:gd name="connsiteY3" fmla="*/ 371303 h 459718"/>
                <a:gd name="connsiteX4" fmla="*/ 38961 w 2912392"/>
                <a:gd name="connsiteY4" fmla="*/ 368137 h 459718"/>
                <a:gd name="connsiteX5" fmla="*/ 48702 w 2912392"/>
                <a:gd name="connsiteY5" fmla="*/ 365010 h 459718"/>
                <a:gd name="connsiteX6" fmla="*/ 58443 w 2912392"/>
                <a:gd name="connsiteY6" fmla="*/ 361927 h 459718"/>
                <a:gd name="connsiteX7" fmla="*/ 68182 w 2912392"/>
                <a:gd name="connsiteY7" fmla="*/ 358894 h 459718"/>
                <a:gd name="connsiteX8" fmla="*/ 77923 w 2912392"/>
                <a:gd name="connsiteY8" fmla="*/ 355914 h 459718"/>
                <a:gd name="connsiteX9" fmla="*/ 87664 w 2912392"/>
                <a:gd name="connsiteY9" fmla="*/ 352994 h 459718"/>
                <a:gd name="connsiteX10" fmla="*/ 97404 w 2912392"/>
                <a:gd name="connsiteY10" fmla="*/ 350136 h 459718"/>
                <a:gd name="connsiteX11" fmla="*/ 107145 w 2912392"/>
                <a:gd name="connsiteY11" fmla="*/ 347347 h 459718"/>
                <a:gd name="connsiteX12" fmla="*/ 116886 w 2912392"/>
                <a:gd name="connsiteY12" fmla="*/ 344633 h 459718"/>
                <a:gd name="connsiteX13" fmla="*/ 126625 w 2912392"/>
                <a:gd name="connsiteY13" fmla="*/ 341997 h 459718"/>
                <a:gd name="connsiteX14" fmla="*/ 136366 w 2912392"/>
                <a:gd name="connsiteY14" fmla="*/ 339446 h 459718"/>
                <a:gd name="connsiteX15" fmla="*/ 146107 w 2912392"/>
                <a:gd name="connsiteY15" fmla="*/ 336985 h 459718"/>
                <a:gd name="connsiteX16" fmla="*/ 155846 w 2912392"/>
                <a:gd name="connsiteY16" fmla="*/ 334618 h 459718"/>
                <a:gd name="connsiteX17" fmla="*/ 165587 w 2912392"/>
                <a:gd name="connsiteY17" fmla="*/ 332352 h 459718"/>
                <a:gd name="connsiteX18" fmla="*/ 175328 w 2912392"/>
                <a:gd name="connsiteY18" fmla="*/ 330191 h 459718"/>
                <a:gd name="connsiteX19" fmla="*/ 185068 w 2912392"/>
                <a:gd name="connsiteY19" fmla="*/ 328143 h 459718"/>
                <a:gd name="connsiteX20" fmla="*/ 194809 w 2912392"/>
                <a:gd name="connsiteY20" fmla="*/ 326210 h 459718"/>
                <a:gd name="connsiteX21" fmla="*/ 204550 w 2912392"/>
                <a:gd name="connsiteY21" fmla="*/ 324399 h 459718"/>
                <a:gd name="connsiteX22" fmla="*/ 214289 w 2912392"/>
                <a:gd name="connsiteY22" fmla="*/ 322715 h 459718"/>
                <a:gd name="connsiteX23" fmla="*/ 224030 w 2912392"/>
                <a:gd name="connsiteY23" fmla="*/ 321161 h 459718"/>
                <a:gd name="connsiteX24" fmla="*/ 233771 w 2912392"/>
                <a:gd name="connsiteY24" fmla="*/ 319744 h 459718"/>
                <a:gd name="connsiteX25" fmla="*/ 243510 w 2912392"/>
                <a:gd name="connsiteY25" fmla="*/ 318467 h 459718"/>
                <a:gd name="connsiteX26" fmla="*/ 253251 w 2912392"/>
                <a:gd name="connsiteY26" fmla="*/ 317336 h 459718"/>
                <a:gd name="connsiteX27" fmla="*/ 262992 w 2912392"/>
                <a:gd name="connsiteY27" fmla="*/ 316353 h 459718"/>
                <a:gd name="connsiteX28" fmla="*/ 272732 w 2912392"/>
                <a:gd name="connsiteY28" fmla="*/ 315523 h 459718"/>
                <a:gd name="connsiteX29" fmla="*/ 282473 w 2912392"/>
                <a:gd name="connsiteY29" fmla="*/ 314851 h 459718"/>
                <a:gd name="connsiteX30" fmla="*/ 292214 w 2912392"/>
                <a:gd name="connsiteY30" fmla="*/ 314337 h 459718"/>
                <a:gd name="connsiteX31" fmla="*/ 301953 w 2912392"/>
                <a:gd name="connsiteY31" fmla="*/ 313986 h 459718"/>
                <a:gd name="connsiteX32" fmla="*/ 311694 w 2912392"/>
                <a:gd name="connsiteY32" fmla="*/ 313799 h 459718"/>
                <a:gd name="connsiteX33" fmla="*/ 321435 w 2912392"/>
                <a:gd name="connsiteY33" fmla="*/ 313780 h 459718"/>
                <a:gd name="connsiteX34" fmla="*/ 331175 w 2912392"/>
                <a:gd name="connsiteY34" fmla="*/ 313929 h 459718"/>
                <a:gd name="connsiteX35" fmla="*/ 340916 w 2912392"/>
                <a:gd name="connsiteY35" fmla="*/ 314249 h 459718"/>
                <a:gd name="connsiteX36" fmla="*/ 350656 w 2912392"/>
                <a:gd name="connsiteY36" fmla="*/ 314741 h 459718"/>
                <a:gd name="connsiteX37" fmla="*/ 360396 w 2912392"/>
                <a:gd name="connsiteY37" fmla="*/ 315404 h 459718"/>
                <a:gd name="connsiteX38" fmla="*/ 370137 w 2912392"/>
                <a:gd name="connsiteY38" fmla="*/ 316238 h 459718"/>
                <a:gd name="connsiteX39" fmla="*/ 379878 w 2912392"/>
                <a:gd name="connsiteY39" fmla="*/ 317245 h 459718"/>
                <a:gd name="connsiteX40" fmla="*/ 389617 w 2912392"/>
                <a:gd name="connsiteY40" fmla="*/ 318423 h 459718"/>
                <a:gd name="connsiteX41" fmla="*/ 399358 w 2912392"/>
                <a:gd name="connsiteY41" fmla="*/ 319769 h 459718"/>
                <a:gd name="connsiteX42" fmla="*/ 409099 w 2912392"/>
                <a:gd name="connsiteY42" fmla="*/ 321283 h 459718"/>
                <a:gd name="connsiteX43" fmla="*/ 418839 w 2912392"/>
                <a:gd name="connsiteY43" fmla="*/ 322964 h 459718"/>
                <a:gd name="connsiteX44" fmla="*/ 428580 w 2912392"/>
                <a:gd name="connsiteY44" fmla="*/ 324805 h 459718"/>
                <a:gd name="connsiteX45" fmla="*/ 438321 w 2912392"/>
                <a:gd name="connsiteY45" fmla="*/ 326808 h 459718"/>
                <a:gd name="connsiteX46" fmla="*/ 448060 w 2912392"/>
                <a:gd name="connsiteY46" fmla="*/ 328965 h 459718"/>
                <a:gd name="connsiteX47" fmla="*/ 457801 w 2912392"/>
                <a:gd name="connsiteY47" fmla="*/ 331273 h 459718"/>
                <a:gd name="connsiteX48" fmla="*/ 467542 w 2912392"/>
                <a:gd name="connsiteY48" fmla="*/ 333728 h 459718"/>
                <a:gd name="connsiteX49" fmla="*/ 477281 w 2912392"/>
                <a:gd name="connsiteY49" fmla="*/ 336325 h 459718"/>
                <a:gd name="connsiteX50" fmla="*/ 487022 w 2912392"/>
                <a:gd name="connsiteY50" fmla="*/ 339058 h 459718"/>
                <a:gd name="connsiteX51" fmla="*/ 496763 w 2912392"/>
                <a:gd name="connsiteY51" fmla="*/ 341920 h 459718"/>
                <a:gd name="connsiteX52" fmla="*/ 506503 w 2912392"/>
                <a:gd name="connsiteY52" fmla="*/ 344907 h 459718"/>
                <a:gd name="connsiteX53" fmla="*/ 516244 w 2912392"/>
                <a:gd name="connsiteY53" fmla="*/ 348009 h 459718"/>
                <a:gd name="connsiteX54" fmla="*/ 525985 w 2912392"/>
                <a:gd name="connsiteY54" fmla="*/ 351220 h 459718"/>
                <a:gd name="connsiteX55" fmla="*/ 535724 w 2912392"/>
                <a:gd name="connsiteY55" fmla="*/ 354532 h 459718"/>
                <a:gd name="connsiteX56" fmla="*/ 545465 w 2912392"/>
                <a:gd name="connsiteY56" fmla="*/ 357938 h 459718"/>
                <a:gd name="connsiteX57" fmla="*/ 555206 w 2912392"/>
                <a:gd name="connsiteY57" fmla="*/ 361428 h 459718"/>
                <a:gd name="connsiteX58" fmla="*/ 564946 w 2912392"/>
                <a:gd name="connsiteY58" fmla="*/ 364994 h 459718"/>
                <a:gd name="connsiteX59" fmla="*/ 574687 w 2912392"/>
                <a:gd name="connsiteY59" fmla="*/ 368626 h 459718"/>
                <a:gd name="connsiteX60" fmla="*/ 584428 w 2912392"/>
                <a:gd name="connsiteY60" fmla="*/ 372315 h 459718"/>
                <a:gd name="connsiteX61" fmla="*/ 594167 w 2912392"/>
                <a:gd name="connsiteY61" fmla="*/ 376053 h 459718"/>
                <a:gd name="connsiteX62" fmla="*/ 603908 w 2912392"/>
                <a:gd name="connsiteY62" fmla="*/ 379827 h 459718"/>
                <a:gd name="connsiteX63" fmla="*/ 613649 w 2912392"/>
                <a:gd name="connsiteY63" fmla="*/ 383629 h 459718"/>
                <a:gd name="connsiteX64" fmla="*/ 623388 w 2912392"/>
                <a:gd name="connsiteY64" fmla="*/ 387449 h 459718"/>
                <a:gd name="connsiteX65" fmla="*/ 633129 w 2912392"/>
                <a:gd name="connsiteY65" fmla="*/ 391276 h 459718"/>
                <a:gd name="connsiteX66" fmla="*/ 642870 w 2912392"/>
                <a:gd name="connsiteY66" fmla="*/ 395097 h 459718"/>
                <a:gd name="connsiteX67" fmla="*/ 652610 w 2912392"/>
                <a:gd name="connsiteY67" fmla="*/ 398905 h 459718"/>
                <a:gd name="connsiteX68" fmla="*/ 662351 w 2912392"/>
                <a:gd name="connsiteY68" fmla="*/ 402687 h 459718"/>
                <a:gd name="connsiteX69" fmla="*/ 672092 w 2912392"/>
                <a:gd name="connsiteY69" fmla="*/ 406432 h 459718"/>
                <a:gd name="connsiteX70" fmla="*/ 681831 w 2912392"/>
                <a:gd name="connsiteY70" fmla="*/ 410132 h 459718"/>
                <a:gd name="connsiteX71" fmla="*/ 691572 w 2912392"/>
                <a:gd name="connsiteY71" fmla="*/ 413773 h 459718"/>
                <a:gd name="connsiteX72" fmla="*/ 701313 w 2912392"/>
                <a:gd name="connsiteY72" fmla="*/ 417346 h 459718"/>
                <a:gd name="connsiteX73" fmla="*/ 711052 w 2912392"/>
                <a:gd name="connsiteY73" fmla="*/ 420840 h 459718"/>
                <a:gd name="connsiteX74" fmla="*/ 720793 w 2912392"/>
                <a:gd name="connsiteY74" fmla="*/ 424243 h 459718"/>
                <a:gd name="connsiteX75" fmla="*/ 730534 w 2912392"/>
                <a:gd name="connsiteY75" fmla="*/ 427547 h 459718"/>
                <a:gd name="connsiteX76" fmla="*/ 740274 w 2912392"/>
                <a:gd name="connsiteY76" fmla="*/ 430741 h 459718"/>
                <a:gd name="connsiteX77" fmla="*/ 750015 w 2912392"/>
                <a:gd name="connsiteY77" fmla="*/ 433815 h 459718"/>
                <a:gd name="connsiteX78" fmla="*/ 759756 w 2912392"/>
                <a:gd name="connsiteY78" fmla="*/ 436759 h 459718"/>
                <a:gd name="connsiteX79" fmla="*/ 769495 w 2912392"/>
                <a:gd name="connsiteY79" fmla="*/ 439565 h 459718"/>
                <a:gd name="connsiteX80" fmla="*/ 779236 w 2912392"/>
                <a:gd name="connsiteY80" fmla="*/ 442221 h 459718"/>
                <a:gd name="connsiteX81" fmla="*/ 788977 w 2912392"/>
                <a:gd name="connsiteY81" fmla="*/ 444720 h 459718"/>
                <a:gd name="connsiteX82" fmla="*/ 798717 w 2912392"/>
                <a:gd name="connsiteY82" fmla="*/ 447053 h 459718"/>
                <a:gd name="connsiteX83" fmla="*/ 808458 w 2912392"/>
                <a:gd name="connsiteY83" fmla="*/ 449212 h 459718"/>
                <a:gd name="connsiteX84" fmla="*/ 818199 w 2912392"/>
                <a:gd name="connsiteY84" fmla="*/ 451189 h 459718"/>
                <a:gd name="connsiteX85" fmla="*/ 827938 w 2912392"/>
                <a:gd name="connsiteY85" fmla="*/ 452977 h 459718"/>
                <a:gd name="connsiteX86" fmla="*/ 837679 w 2912392"/>
                <a:gd name="connsiteY86" fmla="*/ 454568 h 459718"/>
                <a:gd name="connsiteX87" fmla="*/ 847420 w 2912392"/>
                <a:gd name="connsiteY87" fmla="*/ 455956 h 459718"/>
                <a:gd name="connsiteX88" fmla="*/ 857159 w 2912392"/>
                <a:gd name="connsiteY88" fmla="*/ 457136 h 459718"/>
                <a:gd name="connsiteX89" fmla="*/ 866900 w 2912392"/>
                <a:gd name="connsiteY89" fmla="*/ 458100 h 459718"/>
                <a:gd name="connsiteX90" fmla="*/ 876641 w 2912392"/>
                <a:gd name="connsiteY90" fmla="*/ 458845 h 459718"/>
                <a:gd name="connsiteX91" fmla="*/ 886381 w 2912392"/>
                <a:gd name="connsiteY91" fmla="*/ 459367 h 459718"/>
                <a:gd name="connsiteX92" fmla="*/ 896122 w 2912392"/>
                <a:gd name="connsiteY92" fmla="*/ 459659 h 459718"/>
                <a:gd name="connsiteX93" fmla="*/ 905863 w 2912392"/>
                <a:gd name="connsiteY93" fmla="*/ 459719 h 459718"/>
                <a:gd name="connsiteX94" fmla="*/ 915602 w 2912392"/>
                <a:gd name="connsiteY94" fmla="*/ 459543 h 459718"/>
                <a:gd name="connsiteX95" fmla="*/ 925343 w 2912392"/>
                <a:gd name="connsiteY95" fmla="*/ 459127 h 459718"/>
                <a:gd name="connsiteX96" fmla="*/ 935084 w 2912392"/>
                <a:gd name="connsiteY96" fmla="*/ 458473 h 459718"/>
                <a:gd name="connsiteX97" fmla="*/ 944824 w 2912392"/>
                <a:gd name="connsiteY97" fmla="*/ 457576 h 459718"/>
                <a:gd name="connsiteX98" fmla="*/ 954564 w 2912392"/>
                <a:gd name="connsiteY98" fmla="*/ 456436 h 459718"/>
                <a:gd name="connsiteX99" fmla="*/ 964305 w 2912392"/>
                <a:gd name="connsiteY99" fmla="*/ 455054 h 459718"/>
                <a:gd name="connsiteX100" fmla="*/ 974045 w 2912392"/>
                <a:gd name="connsiteY100" fmla="*/ 453427 h 459718"/>
                <a:gd name="connsiteX101" fmla="*/ 983786 w 2912392"/>
                <a:gd name="connsiteY101" fmla="*/ 451557 h 459718"/>
                <a:gd name="connsiteX102" fmla="*/ 993522 w 2912392"/>
                <a:gd name="connsiteY102" fmla="*/ 449444 h 459718"/>
                <a:gd name="connsiteX103" fmla="*/ 1003266 w 2912392"/>
                <a:gd name="connsiteY103" fmla="*/ 447090 h 459718"/>
                <a:gd name="connsiteX104" fmla="*/ 1013010 w 2912392"/>
                <a:gd name="connsiteY104" fmla="*/ 444498 h 459718"/>
                <a:gd name="connsiteX105" fmla="*/ 1022754 w 2912392"/>
                <a:gd name="connsiteY105" fmla="*/ 441667 h 459718"/>
                <a:gd name="connsiteX106" fmla="*/ 1032483 w 2912392"/>
                <a:gd name="connsiteY106" fmla="*/ 438605 h 459718"/>
                <a:gd name="connsiteX107" fmla="*/ 1042227 w 2912392"/>
                <a:gd name="connsiteY107" fmla="*/ 435311 h 459718"/>
                <a:gd name="connsiteX108" fmla="*/ 1051971 w 2912392"/>
                <a:gd name="connsiteY108" fmla="*/ 431790 h 459718"/>
                <a:gd name="connsiteX109" fmla="*/ 1061715 w 2912392"/>
                <a:gd name="connsiteY109" fmla="*/ 428046 h 459718"/>
                <a:gd name="connsiteX110" fmla="*/ 1071444 w 2912392"/>
                <a:gd name="connsiteY110" fmla="*/ 424085 h 459718"/>
                <a:gd name="connsiteX111" fmla="*/ 1081188 w 2912392"/>
                <a:gd name="connsiteY111" fmla="*/ 419910 h 459718"/>
                <a:gd name="connsiteX112" fmla="*/ 1090932 w 2912392"/>
                <a:gd name="connsiteY112" fmla="*/ 415528 h 459718"/>
                <a:gd name="connsiteX113" fmla="*/ 1100676 w 2912392"/>
                <a:gd name="connsiteY113" fmla="*/ 410942 h 459718"/>
                <a:gd name="connsiteX114" fmla="*/ 1110405 w 2912392"/>
                <a:gd name="connsiteY114" fmla="*/ 406161 h 459718"/>
                <a:gd name="connsiteX115" fmla="*/ 1120149 w 2912392"/>
                <a:gd name="connsiteY115" fmla="*/ 401189 h 459718"/>
                <a:gd name="connsiteX116" fmla="*/ 1129893 w 2912392"/>
                <a:gd name="connsiteY116" fmla="*/ 396034 h 459718"/>
                <a:gd name="connsiteX117" fmla="*/ 1139637 w 2912392"/>
                <a:gd name="connsiteY117" fmla="*/ 390702 h 459718"/>
                <a:gd name="connsiteX118" fmla="*/ 1149381 w 2912392"/>
                <a:gd name="connsiteY118" fmla="*/ 385201 h 459718"/>
                <a:gd name="connsiteX119" fmla="*/ 1159110 w 2912392"/>
                <a:gd name="connsiteY119" fmla="*/ 379537 h 459718"/>
                <a:gd name="connsiteX120" fmla="*/ 1168854 w 2912392"/>
                <a:gd name="connsiteY120" fmla="*/ 373717 h 459718"/>
                <a:gd name="connsiteX121" fmla="*/ 1178598 w 2912392"/>
                <a:gd name="connsiteY121" fmla="*/ 367752 h 459718"/>
                <a:gd name="connsiteX122" fmla="*/ 1188341 w 2912392"/>
                <a:gd name="connsiteY122" fmla="*/ 361644 h 459718"/>
                <a:gd name="connsiteX123" fmla="*/ 1198070 w 2912392"/>
                <a:gd name="connsiteY123" fmla="*/ 355406 h 459718"/>
                <a:gd name="connsiteX124" fmla="*/ 1207814 w 2912392"/>
                <a:gd name="connsiteY124" fmla="*/ 349046 h 459718"/>
                <a:gd name="connsiteX125" fmla="*/ 1217558 w 2912392"/>
                <a:gd name="connsiteY125" fmla="*/ 342569 h 459718"/>
                <a:gd name="connsiteX126" fmla="*/ 1227302 w 2912392"/>
                <a:gd name="connsiteY126" fmla="*/ 335984 h 459718"/>
                <a:gd name="connsiteX127" fmla="*/ 1237031 w 2912392"/>
                <a:gd name="connsiteY127" fmla="*/ 329302 h 459718"/>
                <a:gd name="connsiteX128" fmla="*/ 1246775 w 2912392"/>
                <a:gd name="connsiteY128" fmla="*/ 322529 h 459718"/>
                <a:gd name="connsiteX129" fmla="*/ 1256519 w 2912392"/>
                <a:gd name="connsiteY129" fmla="*/ 315672 h 459718"/>
                <a:gd name="connsiteX130" fmla="*/ 1266263 w 2912392"/>
                <a:gd name="connsiteY130" fmla="*/ 308743 h 459718"/>
                <a:gd name="connsiteX131" fmla="*/ 1276007 w 2912392"/>
                <a:gd name="connsiteY131" fmla="*/ 301748 h 459718"/>
                <a:gd name="connsiteX132" fmla="*/ 1285736 w 2912392"/>
                <a:gd name="connsiteY132" fmla="*/ 294694 h 459718"/>
                <a:gd name="connsiteX133" fmla="*/ 1295480 w 2912392"/>
                <a:gd name="connsiteY133" fmla="*/ 287594 h 459718"/>
                <a:gd name="connsiteX134" fmla="*/ 1305224 w 2912392"/>
                <a:gd name="connsiteY134" fmla="*/ 280451 h 459718"/>
                <a:gd name="connsiteX135" fmla="*/ 1314968 w 2912392"/>
                <a:gd name="connsiteY135" fmla="*/ 273274 h 459718"/>
                <a:gd name="connsiteX136" fmla="*/ 1324697 w 2912392"/>
                <a:gd name="connsiteY136" fmla="*/ 266075 h 459718"/>
                <a:gd name="connsiteX137" fmla="*/ 1334441 w 2912392"/>
                <a:gd name="connsiteY137" fmla="*/ 258856 h 459718"/>
                <a:gd name="connsiteX138" fmla="*/ 1344185 w 2912392"/>
                <a:gd name="connsiteY138" fmla="*/ 251630 h 459718"/>
                <a:gd name="connsiteX139" fmla="*/ 1353929 w 2912392"/>
                <a:gd name="connsiteY139" fmla="*/ 244403 h 459718"/>
                <a:gd name="connsiteX140" fmla="*/ 1363658 w 2912392"/>
                <a:gd name="connsiteY140" fmla="*/ 237180 h 459718"/>
                <a:gd name="connsiteX141" fmla="*/ 1373402 w 2912392"/>
                <a:gd name="connsiteY141" fmla="*/ 229972 h 459718"/>
                <a:gd name="connsiteX142" fmla="*/ 1383146 w 2912392"/>
                <a:gd name="connsiteY142" fmla="*/ 222783 h 459718"/>
                <a:gd name="connsiteX143" fmla="*/ 1392890 w 2912392"/>
                <a:gd name="connsiteY143" fmla="*/ 215622 h 459718"/>
                <a:gd name="connsiteX144" fmla="*/ 1402619 w 2912392"/>
                <a:gd name="connsiteY144" fmla="*/ 208496 h 459718"/>
                <a:gd name="connsiteX145" fmla="*/ 1412363 w 2912392"/>
                <a:gd name="connsiteY145" fmla="*/ 201412 h 459718"/>
                <a:gd name="connsiteX146" fmla="*/ 1422106 w 2912392"/>
                <a:gd name="connsiteY146" fmla="*/ 194375 h 459718"/>
                <a:gd name="connsiteX147" fmla="*/ 1431850 w 2912392"/>
                <a:gd name="connsiteY147" fmla="*/ 187393 h 459718"/>
                <a:gd name="connsiteX148" fmla="*/ 1441594 w 2912392"/>
                <a:gd name="connsiteY148" fmla="*/ 180471 h 459718"/>
                <a:gd name="connsiteX149" fmla="*/ 1451323 w 2912392"/>
                <a:gd name="connsiteY149" fmla="*/ 173616 h 459718"/>
                <a:gd name="connsiteX150" fmla="*/ 1461067 w 2912392"/>
                <a:gd name="connsiteY150" fmla="*/ 166833 h 459718"/>
                <a:gd name="connsiteX151" fmla="*/ 1470811 w 2912392"/>
                <a:gd name="connsiteY151" fmla="*/ 160128 h 459718"/>
                <a:gd name="connsiteX152" fmla="*/ 1480555 w 2912392"/>
                <a:gd name="connsiteY152" fmla="*/ 153507 h 459718"/>
                <a:gd name="connsiteX153" fmla="*/ 1490284 w 2912392"/>
                <a:gd name="connsiteY153" fmla="*/ 146975 h 459718"/>
                <a:gd name="connsiteX154" fmla="*/ 1500028 w 2912392"/>
                <a:gd name="connsiteY154" fmla="*/ 140536 h 459718"/>
                <a:gd name="connsiteX155" fmla="*/ 1509772 w 2912392"/>
                <a:gd name="connsiteY155" fmla="*/ 134198 h 459718"/>
                <a:gd name="connsiteX156" fmla="*/ 1519516 w 2912392"/>
                <a:gd name="connsiteY156" fmla="*/ 127963 h 459718"/>
                <a:gd name="connsiteX157" fmla="*/ 1529245 w 2912392"/>
                <a:gd name="connsiteY157" fmla="*/ 121836 h 459718"/>
                <a:gd name="connsiteX158" fmla="*/ 1538989 w 2912392"/>
                <a:gd name="connsiteY158" fmla="*/ 115822 h 459718"/>
                <a:gd name="connsiteX159" fmla="*/ 1548733 w 2912392"/>
                <a:gd name="connsiteY159" fmla="*/ 109926 h 459718"/>
                <a:gd name="connsiteX160" fmla="*/ 1558477 w 2912392"/>
                <a:gd name="connsiteY160" fmla="*/ 104150 h 459718"/>
                <a:gd name="connsiteX161" fmla="*/ 1568221 w 2912392"/>
                <a:gd name="connsiteY161" fmla="*/ 98500 h 459718"/>
                <a:gd name="connsiteX162" fmla="*/ 1577950 w 2912392"/>
                <a:gd name="connsiteY162" fmla="*/ 92980 h 459718"/>
                <a:gd name="connsiteX163" fmla="*/ 1587694 w 2912392"/>
                <a:gd name="connsiteY163" fmla="*/ 87593 h 459718"/>
                <a:gd name="connsiteX164" fmla="*/ 1597438 w 2912392"/>
                <a:gd name="connsiteY164" fmla="*/ 82341 h 459718"/>
                <a:gd name="connsiteX165" fmla="*/ 1607182 w 2912392"/>
                <a:gd name="connsiteY165" fmla="*/ 77229 h 459718"/>
                <a:gd name="connsiteX166" fmla="*/ 1616911 w 2912392"/>
                <a:gd name="connsiteY166" fmla="*/ 72260 h 459718"/>
                <a:gd name="connsiteX167" fmla="*/ 1626655 w 2912392"/>
                <a:gd name="connsiteY167" fmla="*/ 67437 h 459718"/>
                <a:gd name="connsiteX168" fmla="*/ 1636399 w 2912392"/>
                <a:gd name="connsiteY168" fmla="*/ 62763 h 459718"/>
                <a:gd name="connsiteX169" fmla="*/ 1646142 w 2912392"/>
                <a:gd name="connsiteY169" fmla="*/ 58240 h 459718"/>
                <a:gd name="connsiteX170" fmla="*/ 1655872 w 2912392"/>
                <a:gd name="connsiteY170" fmla="*/ 53872 h 459718"/>
                <a:gd name="connsiteX171" fmla="*/ 1665616 w 2912392"/>
                <a:gd name="connsiteY171" fmla="*/ 49661 h 459718"/>
                <a:gd name="connsiteX172" fmla="*/ 1675359 w 2912392"/>
                <a:gd name="connsiteY172" fmla="*/ 45609 h 459718"/>
                <a:gd name="connsiteX173" fmla="*/ 1685103 w 2912392"/>
                <a:gd name="connsiteY173" fmla="*/ 41719 h 459718"/>
                <a:gd name="connsiteX174" fmla="*/ 1694832 w 2912392"/>
                <a:gd name="connsiteY174" fmla="*/ 37991 h 459718"/>
                <a:gd name="connsiteX175" fmla="*/ 1704576 w 2912392"/>
                <a:gd name="connsiteY175" fmla="*/ 34430 h 459718"/>
                <a:gd name="connsiteX176" fmla="*/ 1714320 w 2912392"/>
                <a:gd name="connsiteY176" fmla="*/ 31036 h 459718"/>
                <a:gd name="connsiteX177" fmla="*/ 1724064 w 2912392"/>
                <a:gd name="connsiteY177" fmla="*/ 27812 h 459718"/>
                <a:gd name="connsiteX178" fmla="*/ 1733808 w 2912392"/>
                <a:gd name="connsiteY178" fmla="*/ 24758 h 459718"/>
                <a:gd name="connsiteX179" fmla="*/ 1743537 w 2912392"/>
                <a:gd name="connsiteY179" fmla="*/ 21876 h 459718"/>
                <a:gd name="connsiteX180" fmla="*/ 1753281 w 2912392"/>
                <a:gd name="connsiteY180" fmla="*/ 19169 h 459718"/>
                <a:gd name="connsiteX181" fmla="*/ 1763025 w 2912392"/>
                <a:gd name="connsiteY181" fmla="*/ 16638 h 459718"/>
                <a:gd name="connsiteX182" fmla="*/ 1772769 w 2912392"/>
                <a:gd name="connsiteY182" fmla="*/ 14282 h 459718"/>
                <a:gd name="connsiteX183" fmla="*/ 1782498 w 2912392"/>
                <a:gd name="connsiteY183" fmla="*/ 12102 h 459718"/>
                <a:gd name="connsiteX184" fmla="*/ 1792242 w 2912392"/>
                <a:gd name="connsiteY184" fmla="*/ 10103 h 459718"/>
                <a:gd name="connsiteX185" fmla="*/ 1801986 w 2912392"/>
                <a:gd name="connsiteY185" fmla="*/ 8281 h 459718"/>
                <a:gd name="connsiteX186" fmla="*/ 1811730 w 2912392"/>
                <a:gd name="connsiteY186" fmla="*/ 6640 h 459718"/>
                <a:gd name="connsiteX187" fmla="*/ 1821459 w 2912392"/>
                <a:gd name="connsiteY187" fmla="*/ 5179 h 459718"/>
                <a:gd name="connsiteX188" fmla="*/ 1831203 w 2912392"/>
                <a:gd name="connsiteY188" fmla="*/ 3898 h 459718"/>
                <a:gd name="connsiteX189" fmla="*/ 1840947 w 2912392"/>
                <a:gd name="connsiteY189" fmla="*/ 2798 h 459718"/>
                <a:gd name="connsiteX190" fmla="*/ 1850691 w 2912392"/>
                <a:gd name="connsiteY190" fmla="*/ 1880 h 459718"/>
                <a:gd name="connsiteX191" fmla="*/ 1860435 w 2912392"/>
                <a:gd name="connsiteY191" fmla="*/ 1143 h 459718"/>
                <a:gd name="connsiteX192" fmla="*/ 1870164 w 2912392"/>
                <a:gd name="connsiteY192" fmla="*/ 586 h 459718"/>
                <a:gd name="connsiteX193" fmla="*/ 1879908 w 2912392"/>
                <a:gd name="connsiteY193" fmla="*/ 210 h 459718"/>
                <a:gd name="connsiteX194" fmla="*/ 1889652 w 2912392"/>
                <a:gd name="connsiteY194" fmla="*/ 15 h 459718"/>
                <a:gd name="connsiteX195" fmla="*/ 1899395 w 2912392"/>
                <a:gd name="connsiteY195" fmla="*/ 0 h 459718"/>
                <a:gd name="connsiteX196" fmla="*/ 1909124 w 2912392"/>
                <a:gd name="connsiteY196" fmla="*/ 165 h 459718"/>
                <a:gd name="connsiteX197" fmla="*/ 1918868 w 2912392"/>
                <a:gd name="connsiteY197" fmla="*/ 508 h 459718"/>
                <a:gd name="connsiteX198" fmla="*/ 1928612 w 2912392"/>
                <a:gd name="connsiteY198" fmla="*/ 1029 h 459718"/>
                <a:gd name="connsiteX199" fmla="*/ 1938356 w 2912392"/>
                <a:gd name="connsiteY199" fmla="*/ 1728 h 459718"/>
                <a:gd name="connsiteX200" fmla="*/ 1948085 w 2912392"/>
                <a:gd name="connsiteY200" fmla="*/ 2603 h 459718"/>
                <a:gd name="connsiteX201" fmla="*/ 1957829 w 2912392"/>
                <a:gd name="connsiteY201" fmla="*/ 3652 h 459718"/>
                <a:gd name="connsiteX202" fmla="*/ 1967573 w 2912392"/>
                <a:gd name="connsiteY202" fmla="*/ 4873 h 459718"/>
                <a:gd name="connsiteX203" fmla="*/ 1977317 w 2912392"/>
                <a:gd name="connsiteY203" fmla="*/ 6268 h 459718"/>
                <a:gd name="connsiteX204" fmla="*/ 1987046 w 2912392"/>
                <a:gd name="connsiteY204" fmla="*/ 7832 h 459718"/>
                <a:gd name="connsiteX205" fmla="*/ 1996790 w 2912392"/>
                <a:gd name="connsiteY205" fmla="*/ 9567 h 459718"/>
                <a:gd name="connsiteX206" fmla="*/ 2006534 w 2912392"/>
                <a:gd name="connsiteY206" fmla="*/ 11466 h 459718"/>
                <a:gd name="connsiteX207" fmla="*/ 2016278 w 2912392"/>
                <a:gd name="connsiteY207" fmla="*/ 13531 h 459718"/>
                <a:gd name="connsiteX208" fmla="*/ 2026022 w 2912392"/>
                <a:gd name="connsiteY208" fmla="*/ 15759 h 459718"/>
                <a:gd name="connsiteX209" fmla="*/ 2035751 w 2912392"/>
                <a:gd name="connsiteY209" fmla="*/ 18147 h 459718"/>
                <a:gd name="connsiteX210" fmla="*/ 2045495 w 2912392"/>
                <a:gd name="connsiteY210" fmla="*/ 20693 h 459718"/>
                <a:gd name="connsiteX211" fmla="*/ 2055239 w 2912392"/>
                <a:gd name="connsiteY211" fmla="*/ 23396 h 459718"/>
                <a:gd name="connsiteX212" fmla="*/ 2064983 w 2912392"/>
                <a:gd name="connsiteY212" fmla="*/ 26250 h 459718"/>
                <a:gd name="connsiteX213" fmla="*/ 2074712 w 2912392"/>
                <a:gd name="connsiteY213" fmla="*/ 29257 h 459718"/>
                <a:gd name="connsiteX214" fmla="*/ 2084456 w 2912392"/>
                <a:gd name="connsiteY214" fmla="*/ 32413 h 459718"/>
                <a:gd name="connsiteX215" fmla="*/ 2094200 w 2912392"/>
                <a:gd name="connsiteY215" fmla="*/ 35713 h 459718"/>
                <a:gd name="connsiteX216" fmla="*/ 2103944 w 2912392"/>
                <a:gd name="connsiteY216" fmla="*/ 39154 h 459718"/>
                <a:gd name="connsiteX217" fmla="*/ 2113673 w 2912392"/>
                <a:gd name="connsiteY217" fmla="*/ 42736 h 459718"/>
                <a:gd name="connsiteX218" fmla="*/ 2123417 w 2912392"/>
                <a:gd name="connsiteY218" fmla="*/ 46453 h 459718"/>
                <a:gd name="connsiteX219" fmla="*/ 2133161 w 2912392"/>
                <a:gd name="connsiteY219" fmla="*/ 50305 h 459718"/>
                <a:gd name="connsiteX220" fmla="*/ 2142905 w 2912392"/>
                <a:gd name="connsiteY220" fmla="*/ 54284 h 459718"/>
                <a:gd name="connsiteX221" fmla="*/ 2152649 w 2912392"/>
                <a:gd name="connsiteY221" fmla="*/ 58391 h 459718"/>
                <a:gd name="connsiteX222" fmla="*/ 2162377 w 2912392"/>
                <a:gd name="connsiteY222" fmla="*/ 62619 h 459718"/>
                <a:gd name="connsiteX223" fmla="*/ 2172121 w 2912392"/>
                <a:gd name="connsiteY223" fmla="*/ 66966 h 459718"/>
                <a:gd name="connsiteX224" fmla="*/ 2181865 w 2912392"/>
                <a:gd name="connsiteY224" fmla="*/ 71429 h 459718"/>
                <a:gd name="connsiteX225" fmla="*/ 2191609 w 2912392"/>
                <a:gd name="connsiteY225" fmla="*/ 76003 h 459718"/>
                <a:gd name="connsiteX226" fmla="*/ 2201338 w 2912392"/>
                <a:gd name="connsiteY226" fmla="*/ 80682 h 459718"/>
                <a:gd name="connsiteX227" fmla="*/ 2211082 w 2912392"/>
                <a:gd name="connsiteY227" fmla="*/ 85466 h 459718"/>
                <a:gd name="connsiteX228" fmla="*/ 2220826 w 2912392"/>
                <a:gd name="connsiteY228" fmla="*/ 90350 h 459718"/>
                <a:gd name="connsiteX229" fmla="*/ 2230570 w 2912392"/>
                <a:gd name="connsiteY229" fmla="*/ 95328 h 459718"/>
                <a:gd name="connsiteX230" fmla="*/ 2240299 w 2912392"/>
                <a:gd name="connsiteY230" fmla="*/ 100397 h 459718"/>
                <a:gd name="connsiteX231" fmla="*/ 2250043 w 2912392"/>
                <a:gd name="connsiteY231" fmla="*/ 105550 h 459718"/>
                <a:gd name="connsiteX232" fmla="*/ 2259787 w 2912392"/>
                <a:gd name="connsiteY232" fmla="*/ 110786 h 459718"/>
                <a:gd name="connsiteX233" fmla="*/ 2269531 w 2912392"/>
                <a:gd name="connsiteY233" fmla="*/ 116099 h 459718"/>
                <a:gd name="connsiteX234" fmla="*/ 2279260 w 2912392"/>
                <a:gd name="connsiteY234" fmla="*/ 121483 h 459718"/>
                <a:gd name="connsiteX235" fmla="*/ 2289004 w 2912392"/>
                <a:gd name="connsiteY235" fmla="*/ 126933 h 459718"/>
                <a:gd name="connsiteX236" fmla="*/ 2298748 w 2912392"/>
                <a:gd name="connsiteY236" fmla="*/ 132446 h 459718"/>
                <a:gd name="connsiteX237" fmla="*/ 2308492 w 2912392"/>
                <a:gd name="connsiteY237" fmla="*/ 138017 h 459718"/>
                <a:gd name="connsiteX238" fmla="*/ 2318236 w 2912392"/>
                <a:gd name="connsiteY238" fmla="*/ 143637 h 459718"/>
                <a:gd name="connsiteX239" fmla="*/ 2327965 w 2912392"/>
                <a:gd name="connsiteY239" fmla="*/ 149304 h 459718"/>
                <a:gd name="connsiteX240" fmla="*/ 2337709 w 2912392"/>
                <a:gd name="connsiteY240" fmla="*/ 155012 h 459718"/>
                <a:gd name="connsiteX241" fmla="*/ 2347453 w 2912392"/>
                <a:gd name="connsiteY241" fmla="*/ 160754 h 459718"/>
                <a:gd name="connsiteX242" fmla="*/ 2357197 w 2912392"/>
                <a:gd name="connsiteY242" fmla="*/ 166524 h 459718"/>
                <a:gd name="connsiteX243" fmla="*/ 2366926 w 2912392"/>
                <a:gd name="connsiteY243" fmla="*/ 172320 h 459718"/>
                <a:gd name="connsiteX244" fmla="*/ 2376670 w 2912392"/>
                <a:gd name="connsiteY244" fmla="*/ 178131 h 459718"/>
                <a:gd name="connsiteX245" fmla="*/ 2386413 w 2912392"/>
                <a:gd name="connsiteY245" fmla="*/ 183953 h 459718"/>
                <a:gd name="connsiteX246" fmla="*/ 2396157 w 2912392"/>
                <a:gd name="connsiteY246" fmla="*/ 189782 h 459718"/>
                <a:gd name="connsiteX247" fmla="*/ 2405886 w 2912392"/>
                <a:gd name="connsiteY247" fmla="*/ 195607 h 459718"/>
                <a:gd name="connsiteX248" fmla="*/ 2415630 w 2912392"/>
                <a:gd name="connsiteY248" fmla="*/ 201424 h 459718"/>
                <a:gd name="connsiteX249" fmla="*/ 2425374 w 2912392"/>
                <a:gd name="connsiteY249" fmla="*/ 207227 h 459718"/>
                <a:gd name="connsiteX250" fmla="*/ 2435118 w 2912392"/>
                <a:gd name="connsiteY250" fmla="*/ 213008 h 459718"/>
                <a:gd name="connsiteX251" fmla="*/ 2444862 w 2912392"/>
                <a:gd name="connsiteY251" fmla="*/ 218759 h 459718"/>
                <a:gd name="connsiteX252" fmla="*/ 2454591 w 2912392"/>
                <a:gd name="connsiteY252" fmla="*/ 224475 h 459718"/>
                <a:gd name="connsiteX253" fmla="*/ 2464335 w 2912392"/>
                <a:gd name="connsiteY253" fmla="*/ 230149 h 459718"/>
                <a:gd name="connsiteX254" fmla="*/ 2474079 w 2912392"/>
                <a:gd name="connsiteY254" fmla="*/ 235772 h 459718"/>
                <a:gd name="connsiteX255" fmla="*/ 2483823 w 2912392"/>
                <a:gd name="connsiteY255" fmla="*/ 241338 h 459718"/>
                <a:gd name="connsiteX256" fmla="*/ 2493552 w 2912392"/>
                <a:gd name="connsiteY256" fmla="*/ 246840 h 459718"/>
                <a:gd name="connsiteX257" fmla="*/ 2503296 w 2912392"/>
                <a:gd name="connsiteY257" fmla="*/ 252270 h 459718"/>
                <a:gd name="connsiteX258" fmla="*/ 2513040 w 2912392"/>
                <a:gd name="connsiteY258" fmla="*/ 257618 h 459718"/>
                <a:gd name="connsiteX259" fmla="*/ 2522784 w 2912392"/>
                <a:gd name="connsiteY259" fmla="*/ 262879 h 459718"/>
                <a:gd name="connsiteX260" fmla="*/ 2532513 w 2912392"/>
                <a:gd name="connsiteY260" fmla="*/ 268046 h 459718"/>
                <a:gd name="connsiteX261" fmla="*/ 2542257 w 2912392"/>
                <a:gd name="connsiteY261" fmla="*/ 273109 h 459718"/>
                <a:gd name="connsiteX262" fmla="*/ 2552001 w 2912392"/>
                <a:gd name="connsiteY262" fmla="*/ 278060 h 459718"/>
                <a:gd name="connsiteX263" fmla="*/ 2561745 w 2912392"/>
                <a:gd name="connsiteY263" fmla="*/ 282893 h 459718"/>
                <a:gd name="connsiteX264" fmla="*/ 2571474 w 2912392"/>
                <a:gd name="connsiteY264" fmla="*/ 287599 h 459718"/>
                <a:gd name="connsiteX265" fmla="*/ 2581218 w 2912392"/>
                <a:gd name="connsiteY265" fmla="*/ 292172 h 459718"/>
                <a:gd name="connsiteX266" fmla="*/ 2590962 w 2912392"/>
                <a:gd name="connsiteY266" fmla="*/ 296602 h 459718"/>
                <a:gd name="connsiteX267" fmla="*/ 2600705 w 2912392"/>
                <a:gd name="connsiteY267" fmla="*/ 300880 h 459718"/>
                <a:gd name="connsiteX268" fmla="*/ 2610449 w 2912392"/>
                <a:gd name="connsiteY268" fmla="*/ 305003 h 459718"/>
                <a:gd name="connsiteX269" fmla="*/ 2620178 w 2912392"/>
                <a:gd name="connsiteY269" fmla="*/ 308959 h 459718"/>
                <a:gd name="connsiteX270" fmla="*/ 2629922 w 2912392"/>
                <a:gd name="connsiteY270" fmla="*/ 312741 h 459718"/>
                <a:gd name="connsiteX271" fmla="*/ 2639666 w 2912392"/>
                <a:gd name="connsiteY271" fmla="*/ 316344 h 459718"/>
                <a:gd name="connsiteX272" fmla="*/ 2649410 w 2912392"/>
                <a:gd name="connsiteY272" fmla="*/ 319759 h 459718"/>
                <a:gd name="connsiteX273" fmla="*/ 2659139 w 2912392"/>
                <a:gd name="connsiteY273" fmla="*/ 322979 h 459718"/>
                <a:gd name="connsiteX274" fmla="*/ 2668883 w 2912392"/>
                <a:gd name="connsiteY274" fmla="*/ 325997 h 459718"/>
                <a:gd name="connsiteX275" fmla="*/ 2678627 w 2912392"/>
                <a:gd name="connsiteY275" fmla="*/ 328807 h 459718"/>
                <a:gd name="connsiteX276" fmla="*/ 2688371 w 2912392"/>
                <a:gd name="connsiteY276" fmla="*/ 331401 h 459718"/>
                <a:gd name="connsiteX277" fmla="*/ 2698100 w 2912392"/>
                <a:gd name="connsiteY277" fmla="*/ 333774 h 459718"/>
                <a:gd name="connsiteX278" fmla="*/ 2707844 w 2912392"/>
                <a:gd name="connsiteY278" fmla="*/ 335918 h 459718"/>
                <a:gd name="connsiteX279" fmla="*/ 2717588 w 2912392"/>
                <a:gd name="connsiteY279" fmla="*/ 337830 h 459718"/>
                <a:gd name="connsiteX280" fmla="*/ 2727332 w 2912392"/>
                <a:gd name="connsiteY280" fmla="*/ 339503 h 459718"/>
                <a:gd name="connsiteX281" fmla="*/ 2737076 w 2912392"/>
                <a:gd name="connsiteY281" fmla="*/ 340932 h 459718"/>
                <a:gd name="connsiteX282" fmla="*/ 2746805 w 2912392"/>
                <a:gd name="connsiteY282" fmla="*/ 342110 h 459718"/>
                <a:gd name="connsiteX283" fmla="*/ 2756549 w 2912392"/>
                <a:gd name="connsiteY283" fmla="*/ 343037 h 459718"/>
                <a:gd name="connsiteX284" fmla="*/ 2766293 w 2912392"/>
                <a:gd name="connsiteY284" fmla="*/ 343706 h 459718"/>
                <a:gd name="connsiteX285" fmla="*/ 2776037 w 2912392"/>
                <a:gd name="connsiteY285" fmla="*/ 344114 h 459718"/>
                <a:gd name="connsiteX286" fmla="*/ 2785766 w 2912392"/>
                <a:gd name="connsiteY286" fmla="*/ 344257 h 459718"/>
                <a:gd name="connsiteX287" fmla="*/ 2795510 w 2912392"/>
                <a:gd name="connsiteY287" fmla="*/ 344134 h 459718"/>
                <a:gd name="connsiteX288" fmla="*/ 2805254 w 2912392"/>
                <a:gd name="connsiteY288" fmla="*/ 343740 h 459718"/>
                <a:gd name="connsiteX289" fmla="*/ 2814998 w 2912392"/>
                <a:gd name="connsiteY289" fmla="*/ 343076 h 459718"/>
                <a:gd name="connsiteX290" fmla="*/ 2824727 w 2912392"/>
                <a:gd name="connsiteY290" fmla="*/ 342139 h 459718"/>
                <a:gd name="connsiteX291" fmla="*/ 2834471 w 2912392"/>
                <a:gd name="connsiteY291" fmla="*/ 340927 h 459718"/>
                <a:gd name="connsiteX292" fmla="*/ 2844215 w 2912392"/>
                <a:gd name="connsiteY292" fmla="*/ 339442 h 459718"/>
                <a:gd name="connsiteX293" fmla="*/ 2853958 w 2912392"/>
                <a:gd name="connsiteY293" fmla="*/ 337682 h 459718"/>
                <a:gd name="connsiteX294" fmla="*/ 2863687 w 2912392"/>
                <a:gd name="connsiteY294" fmla="*/ 335650 h 459718"/>
                <a:gd name="connsiteX295" fmla="*/ 2873431 w 2912392"/>
                <a:gd name="connsiteY295" fmla="*/ 333344 h 459718"/>
                <a:gd name="connsiteX296" fmla="*/ 2883175 w 2912392"/>
                <a:gd name="connsiteY296" fmla="*/ 330768 h 459718"/>
                <a:gd name="connsiteX297" fmla="*/ 2892919 w 2912392"/>
                <a:gd name="connsiteY297" fmla="*/ 327924 h 459718"/>
                <a:gd name="connsiteX298" fmla="*/ 2902663 w 2912392"/>
                <a:gd name="connsiteY298" fmla="*/ 324813 h 459718"/>
                <a:gd name="connsiteX299" fmla="*/ 2912392 w 2912392"/>
                <a:gd name="connsiteY299" fmla="*/ 321440 h 459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59718">
                  <a:moveTo>
                    <a:pt x="0" y="381006"/>
                  </a:moveTo>
                  <a:lnTo>
                    <a:pt x="9739" y="377741"/>
                  </a:lnTo>
                  <a:lnTo>
                    <a:pt x="19480" y="374507"/>
                  </a:lnTo>
                  <a:lnTo>
                    <a:pt x="29221" y="371303"/>
                  </a:lnTo>
                  <a:lnTo>
                    <a:pt x="38961" y="368137"/>
                  </a:lnTo>
                  <a:lnTo>
                    <a:pt x="48702" y="365010"/>
                  </a:lnTo>
                  <a:lnTo>
                    <a:pt x="58443" y="361927"/>
                  </a:lnTo>
                  <a:lnTo>
                    <a:pt x="68182" y="358894"/>
                  </a:lnTo>
                  <a:lnTo>
                    <a:pt x="77923" y="355914"/>
                  </a:lnTo>
                  <a:lnTo>
                    <a:pt x="87664" y="352994"/>
                  </a:lnTo>
                  <a:lnTo>
                    <a:pt x="97404" y="350136"/>
                  </a:lnTo>
                  <a:lnTo>
                    <a:pt x="107145" y="347347"/>
                  </a:lnTo>
                  <a:lnTo>
                    <a:pt x="116886" y="344633"/>
                  </a:lnTo>
                  <a:lnTo>
                    <a:pt x="126625" y="341997"/>
                  </a:lnTo>
                  <a:lnTo>
                    <a:pt x="136366" y="339446"/>
                  </a:lnTo>
                  <a:lnTo>
                    <a:pt x="146107" y="336985"/>
                  </a:lnTo>
                  <a:lnTo>
                    <a:pt x="155846" y="334618"/>
                  </a:lnTo>
                  <a:lnTo>
                    <a:pt x="165587" y="332352"/>
                  </a:lnTo>
                  <a:lnTo>
                    <a:pt x="175328" y="330191"/>
                  </a:lnTo>
                  <a:lnTo>
                    <a:pt x="185068" y="328143"/>
                  </a:lnTo>
                  <a:lnTo>
                    <a:pt x="194809" y="326210"/>
                  </a:lnTo>
                  <a:lnTo>
                    <a:pt x="204550" y="324399"/>
                  </a:lnTo>
                  <a:lnTo>
                    <a:pt x="214289" y="322715"/>
                  </a:lnTo>
                  <a:lnTo>
                    <a:pt x="224030" y="321161"/>
                  </a:lnTo>
                  <a:lnTo>
                    <a:pt x="233771" y="319744"/>
                  </a:lnTo>
                  <a:lnTo>
                    <a:pt x="243510" y="318467"/>
                  </a:lnTo>
                  <a:lnTo>
                    <a:pt x="253251" y="317336"/>
                  </a:lnTo>
                  <a:lnTo>
                    <a:pt x="262992" y="316353"/>
                  </a:lnTo>
                  <a:lnTo>
                    <a:pt x="272732" y="315523"/>
                  </a:lnTo>
                  <a:lnTo>
                    <a:pt x="282473" y="314851"/>
                  </a:lnTo>
                  <a:lnTo>
                    <a:pt x="292214" y="314337"/>
                  </a:lnTo>
                  <a:lnTo>
                    <a:pt x="301953" y="313986"/>
                  </a:lnTo>
                  <a:lnTo>
                    <a:pt x="311694" y="313799"/>
                  </a:lnTo>
                  <a:lnTo>
                    <a:pt x="321435" y="313780"/>
                  </a:lnTo>
                  <a:lnTo>
                    <a:pt x="331175" y="313929"/>
                  </a:lnTo>
                  <a:lnTo>
                    <a:pt x="340916" y="314249"/>
                  </a:lnTo>
                  <a:lnTo>
                    <a:pt x="350656" y="314741"/>
                  </a:lnTo>
                  <a:lnTo>
                    <a:pt x="360396" y="315404"/>
                  </a:lnTo>
                  <a:lnTo>
                    <a:pt x="370137" y="316238"/>
                  </a:lnTo>
                  <a:lnTo>
                    <a:pt x="379878" y="317245"/>
                  </a:lnTo>
                  <a:lnTo>
                    <a:pt x="389617" y="318423"/>
                  </a:lnTo>
                  <a:lnTo>
                    <a:pt x="399358" y="319769"/>
                  </a:lnTo>
                  <a:lnTo>
                    <a:pt x="409099" y="321283"/>
                  </a:lnTo>
                  <a:lnTo>
                    <a:pt x="418839" y="322964"/>
                  </a:lnTo>
                  <a:lnTo>
                    <a:pt x="428580" y="324805"/>
                  </a:lnTo>
                  <a:lnTo>
                    <a:pt x="438321" y="326808"/>
                  </a:lnTo>
                  <a:lnTo>
                    <a:pt x="448060" y="328965"/>
                  </a:lnTo>
                  <a:lnTo>
                    <a:pt x="457801" y="331273"/>
                  </a:lnTo>
                  <a:lnTo>
                    <a:pt x="467542" y="333728"/>
                  </a:lnTo>
                  <a:lnTo>
                    <a:pt x="477281" y="336325"/>
                  </a:lnTo>
                  <a:lnTo>
                    <a:pt x="487022" y="339058"/>
                  </a:lnTo>
                  <a:lnTo>
                    <a:pt x="496763" y="341920"/>
                  </a:lnTo>
                  <a:lnTo>
                    <a:pt x="506503" y="344907"/>
                  </a:lnTo>
                  <a:lnTo>
                    <a:pt x="516244" y="348009"/>
                  </a:lnTo>
                  <a:lnTo>
                    <a:pt x="525985" y="351220"/>
                  </a:lnTo>
                  <a:lnTo>
                    <a:pt x="535724" y="354532"/>
                  </a:lnTo>
                  <a:lnTo>
                    <a:pt x="545465" y="357938"/>
                  </a:lnTo>
                  <a:lnTo>
                    <a:pt x="555206" y="361428"/>
                  </a:lnTo>
                  <a:lnTo>
                    <a:pt x="564946" y="364994"/>
                  </a:lnTo>
                  <a:lnTo>
                    <a:pt x="574687" y="368626"/>
                  </a:lnTo>
                  <a:lnTo>
                    <a:pt x="584428" y="372315"/>
                  </a:lnTo>
                  <a:lnTo>
                    <a:pt x="594167" y="376053"/>
                  </a:lnTo>
                  <a:lnTo>
                    <a:pt x="603908" y="379827"/>
                  </a:lnTo>
                  <a:lnTo>
                    <a:pt x="613649" y="383629"/>
                  </a:lnTo>
                  <a:lnTo>
                    <a:pt x="623388" y="387449"/>
                  </a:lnTo>
                  <a:lnTo>
                    <a:pt x="633129" y="391276"/>
                  </a:lnTo>
                  <a:lnTo>
                    <a:pt x="642870" y="395097"/>
                  </a:lnTo>
                  <a:lnTo>
                    <a:pt x="652610" y="398905"/>
                  </a:lnTo>
                  <a:lnTo>
                    <a:pt x="662351" y="402687"/>
                  </a:lnTo>
                  <a:lnTo>
                    <a:pt x="672092" y="406432"/>
                  </a:lnTo>
                  <a:lnTo>
                    <a:pt x="681831" y="410132"/>
                  </a:lnTo>
                  <a:lnTo>
                    <a:pt x="691572" y="413773"/>
                  </a:lnTo>
                  <a:lnTo>
                    <a:pt x="701313" y="417346"/>
                  </a:lnTo>
                  <a:lnTo>
                    <a:pt x="711052" y="420840"/>
                  </a:lnTo>
                  <a:lnTo>
                    <a:pt x="720793" y="424243"/>
                  </a:lnTo>
                  <a:lnTo>
                    <a:pt x="730534" y="427547"/>
                  </a:lnTo>
                  <a:lnTo>
                    <a:pt x="740274" y="430741"/>
                  </a:lnTo>
                  <a:lnTo>
                    <a:pt x="750015" y="433815"/>
                  </a:lnTo>
                  <a:lnTo>
                    <a:pt x="759756" y="436759"/>
                  </a:lnTo>
                  <a:lnTo>
                    <a:pt x="769495" y="439565"/>
                  </a:lnTo>
                  <a:lnTo>
                    <a:pt x="779236" y="442221"/>
                  </a:lnTo>
                  <a:lnTo>
                    <a:pt x="788977" y="444720"/>
                  </a:lnTo>
                  <a:lnTo>
                    <a:pt x="798717" y="447053"/>
                  </a:lnTo>
                  <a:lnTo>
                    <a:pt x="808458" y="449212"/>
                  </a:lnTo>
                  <a:lnTo>
                    <a:pt x="818199" y="451189"/>
                  </a:lnTo>
                  <a:lnTo>
                    <a:pt x="827938" y="452977"/>
                  </a:lnTo>
                  <a:lnTo>
                    <a:pt x="837679" y="454568"/>
                  </a:lnTo>
                  <a:lnTo>
                    <a:pt x="847420" y="455956"/>
                  </a:lnTo>
                  <a:lnTo>
                    <a:pt x="857159" y="457136"/>
                  </a:lnTo>
                  <a:lnTo>
                    <a:pt x="866900" y="458100"/>
                  </a:lnTo>
                  <a:lnTo>
                    <a:pt x="876641" y="458845"/>
                  </a:lnTo>
                  <a:lnTo>
                    <a:pt x="886381" y="459367"/>
                  </a:lnTo>
                  <a:lnTo>
                    <a:pt x="896122" y="459659"/>
                  </a:lnTo>
                  <a:lnTo>
                    <a:pt x="905863" y="459719"/>
                  </a:lnTo>
                  <a:lnTo>
                    <a:pt x="915602" y="459543"/>
                  </a:lnTo>
                  <a:lnTo>
                    <a:pt x="925343" y="459127"/>
                  </a:lnTo>
                  <a:lnTo>
                    <a:pt x="935084" y="458473"/>
                  </a:lnTo>
                  <a:lnTo>
                    <a:pt x="944824" y="457576"/>
                  </a:lnTo>
                  <a:lnTo>
                    <a:pt x="954564" y="456436"/>
                  </a:lnTo>
                  <a:lnTo>
                    <a:pt x="964305" y="455054"/>
                  </a:lnTo>
                  <a:lnTo>
                    <a:pt x="974045" y="453427"/>
                  </a:lnTo>
                  <a:lnTo>
                    <a:pt x="983786" y="451557"/>
                  </a:lnTo>
                  <a:lnTo>
                    <a:pt x="993522" y="449444"/>
                  </a:lnTo>
                  <a:lnTo>
                    <a:pt x="1003266" y="447090"/>
                  </a:lnTo>
                  <a:lnTo>
                    <a:pt x="1013010" y="444498"/>
                  </a:lnTo>
                  <a:lnTo>
                    <a:pt x="1022754" y="441667"/>
                  </a:lnTo>
                  <a:lnTo>
                    <a:pt x="1032483" y="438605"/>
                  </a:lnTo>
                  <a:lnTo>
                    <a:pt x="1042227" y="435311"/>
                  </a:lnTo>
                  <a:lnTo>
                    <a:pt x="1051971" y="431790"/>
                  </a:lnTo>
                  <a:lnTo>
                    <a:pt x="1061715" y="428046"/>
                  </a:lnTo>
                  <a:lnTo>
                    <a:pt x="1071444" y="424085"/>
                  </a:lnTo>
                  <a:lnTo>
                    <a:pt x="1081188" y="419910"/>
                  </a:lnTo>
                  <a:lnTo>
                    <a:pt x="1090932" y="415528"/>
                  </a:lnTo>
                  <a:lnTo>
                    <a:pt x="1100676" y="410942"/>
                  </a:lnTo>
                  <a:lnTo>
                    <a:pt x="1110405" y="406161"/>
                  </a:lnTo>
                  <a:lnTo>
                    <a:pt x="1120149" y="401189"/>
                  </a:lnTo>
                  <a:lnTo>
                    <a:pt x="1129893" y="396034"/>
                  </a:lnTo>
                  <a:lnTo>
                    <a:pt x="1139637" y="390702"/>
                  </a:lnTo>
                  <a:lnTo>
                    <a:pt x="1149381" y="385201"/>
                  </a:lnTo>
                  <a:lnTo>
                    <a:pt x="1159110" y="379537"/>
                  </a:lnTo>
                  <a:lnTo>
                    <a:pt x="1168854" y="373717"/>
                  </a:lnTo>
                  <a:lnTo>
                    <a:pt x="1178598" y="367752"/>
                  </a:lnTo>
                  <a:lnTo>
                    <a:pt x="1188341" y="361644"/>
                  </a:lnTo>
                  <a:lnTo>
                    <a:pt x="1198070" y="355406"/>
                  </a:lnTo>
                  <a:lnTo>
                    <a:pt x="1207814" y="349046"/>
                  </a:lnTo>
                  <a:lnTo>
                    <a:pt x="1217558" y="342569"/>
                  </a:lnTo>
                  <a:lnTo>
                    <a:pt x="1227302" y="335984"/>
                  </a:lnTo>
                  <a:lnTo>
                    <a:pt x="1237031" y="329302"/>
                  </a:lnTo>
                  <a:lnTo>
                    <a:pt x="1246775" y="322529"/>
                  </a:lnTo>
                  <a:lnTo>
                    <a:pt x="1256519" y="315672"/>
                  </a:lnTo>
                  <a:lnTo>
                    <a:pt x="1266263" y="308743"/>
                  </a:lnTo>
                  <a:lnTo>
                    <a:pt x="1276007" y="301748"/>
                  </a:lnTo>
                  <a:lnTo>
                    <a:pt x="1285736" y="294694"/>
                  </a:lnTo>
                  <a:lnTo>
                    <a:pt x="1295480" y="287594"/>
                  </a:lnTo>
                  <a:lnTo>
                    <a:pt x="1305224" y="280451"/>
                  </a:lnTo>
                  <a:lnTo>
                    <a:pt x="1314968" y="273274"/>
                  </a:lnTo>
                  <a:lnTo>
                    <a:pt x="1324697" y="266075"/>
                  </a:lnTo>
                  <a:lnTo>
                    <a:pt x="1334441" y="258856"/>
                  </a:lnTo>
                  <a:lnTo>
                    <a:pt x="1344185" y="251630"/>
                  </a:lnTo>
                  <a:lnTo>
                    <a:pt x="1353929" y="244403"/>
                  </a:lnTo>
                  <a:lnTo>
                    <a:pt x="1363658" y="237180"/>
                  </a:lnTo>
                  <a:lnTo>
                    <a:pt x="1373402" y="229972"/>
                  </a:lnTo>
                  <a:lnTo>
                    <a:pt x="1383146" y="222783"/>
                  </a:lnTo>
                  <a:lnTo>
                    <a:pt x="1392890" y="215622"/>
                  </a:lnTo>
                  <a:lnTo>
                    <a:pt x="1402619" y="208496"/>
                  </a:lnTo>
                  <a:lnTo>
                    <a:pt x="1412363" y="201412"/>
                  </a:lnTo>
                  <a:lnTo>
                    <a:pt x="1422106" y="194375"/>
                  </a:lnTo>
                  <a:lnTo>
                    <a:pt x="1431850" y="187393"/>
                  </a:lnTo>
                  <a:lnTo>
                    <a:pt x="1441594" y="180471"/>
                  </a:lnTo>
                  <a:lnTo>
                    <a:pt x="1451323" y="173616"/>
                  </a:lnTo>
                  <a:lnTo>
                    <a:pt x="1461067" y="166833"/>
                  </a:lnTo>
                  <a:lnTo>
                    <a:pt x="1470811" y="160128"/>
                  </a:lnTo>
                  <a:lnTo>
                    <a:pt x="1480555" y="153507"/>
                  </a:lnTo>
                  <a:lnTo>
                    <a:pt x="1490284" y="146975"/>
                  </a:lnTo>
                  <a:lnTo>
                    <a:pt x="1500028" y="140536"/>
                  </a:lnTo>
                  <a:lnTo>
                    <a:pt x="1509772" y="134198"/>
                  </a:lnTo>
                  <a:lnTo>
                    <a:pt x="1519516" y="127963"/>
                  </a:lnTo>
                  <a:lnTo>
                    <a:pt x="1529245" y="121836"/>
                  </a:lnTo>
                  <a:lnTo>
                    <a:pt x="1538989" y="115822"/>
                  </a:lnTo>
                  <a:lnTo>
                    <a:pt x="1548733" y="109926"/>
                  </a:lnTo>
                  <a:lnTo>
                    <a:pt x="1558477" y="104150"/>
                  </a:lnTo>
                  <a:lnTo>
                    <a:pt x="1568221" y="98500"/>
                  </a:lnTo>
                  <a:lnTo>
                    <a:pt x="1577950" y="92980"/>
                  </a:lnTo>
                  <a:lnTo>
                    <a:pt x="1587694" y="87593"/>
                  </a:lnTo>
                  <a:lnTo>
                    <a:pt x="1597438" y="82341"/>
                  </a:lnTo>
                  <a:lnTo>
                    <a:pt x="1607182" y="77229"/>
                  </a:lnTo>
                  <a:lnTo>
                    <a:pt x="1616911" y="72260"/>
                  </a:lnTo>
                  <a:lnTo>
                    <a:pt x="1626655" y="67437"/>
                  </a:lnTo>
                  <a:lnTo>
                    <a:pt x="1636399" y="62763"/>
                  </a:lnTo>
                  <a:lnTo>
                    <a:pt x="1646142" y="58240"/>
                  </a:lnTo>
                  <a:lnTo>
                    <a:pt x="1655872" y="53872"/>
                  </a:lnTo>
                  <a:lnTo>
                    <a:pt x="1665616" y="49661"/>
                  </a:lnTo>
                  <a:lnTo>
                    <a:pt x="1675359" y="45609"/>
                  </a:lnTo>
                  <a:lnTo>
                    <a:pt x="1685103" y="41719"/>
                  </a:lnTo>
                  <a:lnTo>
                    <a:pt x="1694832" y="37991"/>
                  </a:lnTo>
                  <a:lnTo>
                    <a:pt x="1704576" y="34430"/>
                  </a:lnTo>
                  <a:lnTo>
                    <a:pt x="1714320" y="31036"/>
                  </a:lnTo>
                  <a:lnTo>
                    <a:pt x="1724064" y="27812"/>
                  </a:lnTo>
                  <a:lnTo>
                    <a:pt x="1733808" y="24758"/>
                  </a:lnTo>
                  <a:lnTo>
                    <a:pt x="1743537" y="21876"/>
                  </a:lnTo>
                  <a:lnTo>
                    <a:pt x="1753281" y="19169"/>
                  </a:lnTo>
                  <a:lnTo>
                    <a:pt x="1763025" y="16638"/>
                  </a:lnTo>
                  <a:lnTo>
                    <a:pt x="1772769" y="14282"/>
                  </a:lnTo>
                  <a:lnTo>
                    <a:pt x="1782498" y="12102"/>
                  </a:lnTo>
                  <a:lnTo>
                    <a:pt x="1792242" y="10103"/>
                  </a:lnTo>
                  <a:lnTo>
                    <a:pt x="1801986" y="8281"/>
                  </a:lnTo>
                  <a:lnTo>
                    <a:pt x="1811730" y="6640"/>
                  </a:lnTo>
                  <a:lnTo>
                    <a:pt x="1821459" y="5179"/>
                  </a:lnTo>
                  <a:lnTo>
                    <a:pt x="1831203" y="3898"/>
                  </a:lnTo>
                  <a:lnTo>
                    <a:pt x="1840947" y="2798"/>
                  </a:lnTo>
                  <a:lnTo>
                    <a:pt x="1850691" y="1880"/>
                  </a:lnTo>
                  <a:lnTo>
                    <a:pt x="1860435" y="1143"/>
                  </a:lnTo>
                  <a:lnTo>
                    <a:pt x="1870164" y="586"/>
                  </a:lnTo>
                  <a:lnTo>
                    <a:pt x="1879908" y="210"/>
                  </a:lnTo>
                  <a:lnTo>
                    <a:pt x="1889652" y="15"/>
                  </a:lnTo>
                  <a:lnTo>
                    <a:pt x="1899395" y="0"/>
                  </a:lnTo>
                  <a:lnTo>
                    <a:pt x="1909124" y="165"/>
                  </a:lnTo>
                  <a:lnTo>
                    <a:pt x="1918868" y="508"/>
                  </a:lnTo>
                  <a:lnTo>
                    <a:pt x="1928612" y="1029"/>
                  </a:lnTo>
                  <a:lnTo>
                    <a:pt x="1938356" y="1728"/>
                  </a:lnTo>
                  <a:lnTo>
                    <a:pt x="1948085" y="2603"/>
                  </a:lnTo>
                  <a:lnTo>
                    <a:pt x="1957829" y="3652"/>
                  </a:lnTo>
                  <a:lnTo>
                    <a:pt x="1967573" y="4873"/>
                  </a:lnTo>
                  <a:lnTo>
                    <a:pt x="1977317" y="6268"/>
                  </a:lnTo>
                  <a:lnTo>
                    <a:pt x="1987046" y="7832"/>
                  </a:lnTo>
                  <a:lnTo>
                    <a:pt x="1996790" y="9567"/>
                  </a:lnTo>
                  <a:lnTo>
                    <a:pt x="2006534" y="11466"/>
                  </a:lnTo>
                  <a:lnTo>
                    <a:pt x="2016278" y="13531"/>
                  </a:lnTo>
                  <a:lnTo>
                    <a:pt x="2026022" y="15759"/>
                  </a:lnTo>
                  <a:lnTo>
                    <a:pt x="2035751" y="18147"/>
                  </a:lnTo>
                  <a:lnTo>
                    <a:pt x="2045495" y="20693"/>
                  </a:lnTo>
                  <a:lnTo>
                    <a:pt x="2055239" y="23396"/>
                  </a:lnTo>
                  <a:lnTo>
                    <a:pt x="2064983" y="26250"/>
                  </a:lnTo>
                  <a:lnTo>
                    <a:pt x="2074712" y="29257"/>
                  </a:lnTo>
                  <a:lnTo>
                    <a:pt x="2084456" y="32413"/>
                  </a:lnTo>
                  <a:lnTo>
                    <a:pt x="2094200" y="35713"/>
                  </a:lnTo>
                  <a:lnTo>
                    <a:pt x="2103944" y="39154"/>
                  </a:lnTo>
                  <a:lnTo>
                    <a:pt x="2113673" y="42736"/>
                  </a:lnTo>
                  <a:lnTo>
                    <a:pt x="2123417" y="46453"/>
                  </a:lnTo>
                  <a:lnTo>
                    <a:pt x="2133161" y="50305"/>
                  </a:lnTo>
                  <a:lnTo>
                    <a:pt x="2142905" y="54284"/>
                  </a:lnTo>
                  <a:lnTo>
                    <a:pt x="2152649" y="58391"/>
                  </a:lnTo>
                  <a:lnTo>
                    <a:pt x="2162377" y="62619"/>
                  </a:lnTo>
                  <a:lnTo>
                    <a:pt x="2172121" y="66966"/>
                  </a:lnTo>
                  <a:lnTo>
                    <a:pt x="2181865" y="71429"/>
                  </a:lnTo>
                  <a:lnTo>
                    <a:pt x="2191609" y="76003"/>
                  </a:lnTo>
                  <a:lnTo>
                    <a:pt x="2201338" y="80682"/>
                  </a:lnTo>
                  <a:lnTo>
                    <a:pt x="2211082" y="85466"/>
                  </a:lnTo>
                  <a:lnTo>
                    <a:pt x="2220826" y="90350"/>
                  </a:lnTo>
                  <a:lnTo>
                    <a:pt x="2230570" y="95328"/>
                  </a:lnTo>
                  <a:lnTo>
                    <a:pt x="2240299" y="100397"/>
                  </a:lnTo>
                  <a:lnTo>
                    <a:pt x="2250043" y="105550"/>
                  </a:lnTo>
                  <a:lnTo>
                    <a:pt x="2259787" y="110786"/>
                  </a:lnTo>
                  <a:lnTo>
                    <a:pt x="2269531" y="116099"/>
                  </a:lnTo>
                  <a:lnTo>
                    <a:pt x="2279260" y="121483"/>
                  </a:lnTo>
                  <a:lnTo>
                    <a:pt x="2289004" y="126933"/>
                  </a:lnTo>
                  <a:lnTo>
                    <a:pt x="2298748" y="132446"/>
                  </a:lnTo>
                  <a:lnTo>
                    <a:pt x="2308492" y="138017"/>
                  </a:lnTo>
                  <a:lnTo>
                    <a:pt x="2318236" y="143637"/>
                  </a:lnTo>
                  <a:lnTo>
                    <a:pt x="2327965" y="149304"/>
                  </a:lnTo>
                  <a:lnTo>
                    <a:pt x="2337709" y="155012"/>
                  </a:lnTo>
                  <a:lnTo>
                    <a:pt x="2347453" y="160754"/>
                  </a:lnTo>
                  <a:lnTo>
                    <a:pt x="2357197" y="166524"/>
                  </a:lnTo>
                  <a:lnTo>
                    <a:pt x="2366926" y="172320"/>
                  </a:lnTo>
                  <a:lnTo>
                    <a:pt x="2376670" y="178131"/>
                  </a:lnTo>
                  <a:lnTo>
                    <a:pt x="2386413" y="183953"/>
                  </a:lnTo>
                  <a:lnTo>
                    <a:pt x="2396157" y="189782"/>
                  </a:lnTo>
                  <a:lnTo>
                    <a:pt x="2405886" y="195607"/>
                  </a:lnTo>
                  <a:lnTo>
                    <a:pt x="2415630" y="201424"/>
                  </a:lnTo>
                  <a:lnTo>
                    <a:pt x="2425374" y="207227"/>
                  </a:lnTo>
                  <a:lnTo>
                    <a:pt x="2435118" y="213008"/>
                  </a:lnTo>
                  <a:lnTo>
                    <a:pt x="2444862" y="218759"/>
                  </a:lnTo>
                  <a:lnTo>
                    <a:pt x="2454591" y="224475"/>
                  </a:lnTo>
                  <a:lnTo>
                    <a:pt x="2464335" y="230149"/>
                  </a:lnTo>
                  <a:lnTo>
                    <a:pt x="2474079" y="235772"/>
                  </a:lnTo>
                  <a:lnTo>
                    <a:pt x="2483823" y="241338"/>
                  </a:lnTo>
                  <a:lnTo>
                    <a:pt x="2493552" y="246840"/>
                  </a:lnTo>
                  <a:lnTo>
                    <a:pt x="2503296" y="252270"/>
                  </a:lnTo>
                  <a:lnTo>
                    <a:pt x="2513040" y="257618"/>
                  </a:lnTo>
                  <a:lnTo>
                    <a:pt x="2522784" y="262879"/>
                  </a:lnTo>
                  <a:lnTo>
                    <a:pt x="2532513" y="268046"/>
                  </a:lnTo>
                  <a:lnTo>
                    <a:pt x="2542257" y="273109"/>
                  </a:lnTo>
                  <a:lnTo>
                    <a:pt x="2552001" y="278060"/>
                  </a:lnTo>
                  <a:lnTo>
                    <a:pt x="2561745" y="282893"/>
                  </a:lnTo>
                  <a:lnTo>
                    <a:pt x="2571474" y="287599"/>
                  </a:lnTo>
                  <a:lnTo>
                    <a:pt x="2581218" y="292172"/>
                  </a:lnTo>
                  <a:lnTo>
                    <a:pt x="2590962" y="296602"/>
                  </a:lnTo>
                  <a:lnTo>
                    <a:pt x="2600705" y="300880"/>
                  </a:lnTo>
                  <a:lnTo>
                    <a:pt x="2610449" y="305003"/>
                  </a:lnTo>
                  <a:lnTo>
                    <a:pt x="2620178" y="308959"/>
                  </a:lnTo>
                  <a:lnTo>
                    <a:pt x="2629922" y="312741"/>
                  </a:lnTo>
                  <a:lnTo>
                    <a:pt x="2639666" y="316344"/>
                  </a:lnTo>
                  <a:lnTo>
                    <a:pt x="2649410" y="319759"/>
                  </a:lnTo>
                  <a:lnTo>
                    <a:pt x="2659139" y="322979"/>
                  </a:lnTo>
                  <a:lnTo>
                    <a:pt x="2668883" y="325997"/>
                  </a:lnTo>
                  <a:lnTo>
                    <a:pt x="2678627" y="328807"/>
                  </a:lnTo>
                  <a:lnTo>
                    <a:pt x="2688371" y="331401"/>
                  </a:lnTo>
                  <a:lnTo>
                    <a:pt x="2698100" y="333774"/>
                  </a:lnTo>
                  <a:lnTo>
                    <a:pt x="2707844" y="335918"/>
                  </a:lnTo>
                  <a:lnTo>
                    <a:pt x="2717588" y="337830"/>
                  </a:lnTo>
                  <a:lnTo>
                    <a:pt x="2727332" y="339503"/>
                  </a:lnTo>
                  <a:lnTo>
                    <a:pt x="2737076" y="340932"/>
                  </a:lnTo>
                  <a:lnTo>
                    <a:pt x="2746805" y="342110"/>
                  </a:lnTo>
                  <a:lnTo>
                    <a:pt x="2756549" y="343037"/>
                  </a:lnTo>
                  <a:lnTo>
                    <a:pt x="2766293" y="343706"/>
                  </a:lnTo>
                  <a:lnTo>
                    <a:pt x="2776037" y="344114"/>
                  </a:lnTo>
                  <a:lnTo>
                    <a:pt x="2785766" y="344257"/>
                  </a:lnTo>
                  <a:lnTo>
                    <a:pt x="2795510" y="344134"/>
                  </a:lnTo>
                  <a:lnTo>
                    <a:pt x="2805254" y="343740"/>
                  </a:lnTo>
                  <a:lnTo>
                    <a:pt x="2814998" y="343076"/>
                  </a:lnTo>
                  <a:lnTo>
                    <a:pt x="2824727" y="342139"/>
                  </a:lnTo>
                  <a:lnTo>
                    <a:pt x="2834471" y="340927"/>
                  </a:lnTo>
                  <a:lnTo>
                    <a:pt x="2844215" y="339442"/>
                  </a:lnTo>
                  <a:lnTo>
                    <a:pt x="2853958" y="337682"/>
                  </a:lnTo>
                  <a:lnTo>
                    <a:pt x="2863687" y="335650"/>
                  </a:lnTo>
                  <a:lnTo>
                    <a:pt x="2873431" y="333344"/>
                  </a:lnTo>
                  <a:lnTo>
                    <a:pt x="2883175" y="330768"/>
                  </a:lnTo>
                  <a:lnTo>
                    <a:pt x="2892919" y="327924"/>
                  </a:lnTo>
                  <a:lnTo>
                    <a:pt x="2902663" y="324813"/>
                  </a:lnTo>
                  <a:lnTo>
                    <a:pt x="2912392" y="32144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7" name="Freeform 666">
              <a:extLst>
                <a:ext uri="{FF2B5EF4-FFF2-40B4-BE49-F238E27FC236}">
                  <a16:creationId xmlns:a16="http://schemas.microsoft.com/office/drawing/2014/main" id="{01FB7852-F638-3821-B12A-2BA4595F5486}"/>
                </a:ext>
              </a:extLst>
            </p:cNvPr>
            <p:cNvSpPr/>
            <p:nvPr/>
          </p:nvSpPr>
          <p:spPr>
            <a:xfrm>
              <a:off x="576446" y="3492237"/>
              <a:ext cx="2912392" cy="326104"/>
            </a:xfrm>
            <a:custGeom>
              <a:avLst/>
              <a:gdLst>
                <a:gd name="connsiteX0" fmla="*/ 0 w 2912392"/>
                <a:gd name="connsiteY0" fmla="*/ 173661 h 326104"/>
                <a:gd name="connsiteX1" fmla="*/ 9739 w 2912392"/>
                <a:gd name="connsiteY1" fmla="*/ 171665 h 326104"/>
                <a:gd name="connsiteX2" fmla="*/ 19480 w 2912392"/>
                <a:gd name="connsiteY2" fmla="*/ 169519 h 326104"/>
                <a:gd name="connsiteX3" fmla="*/ 29221 w 2912392"/>
                <a:gd name="connsiteY3" fmla="*/ 167231 h 326104"/>
                <a:gd name="connsiteX4" fmla="*/ 38961 w 2912392"/>
                <a:gd name="connsiteY4" fmla="*/ 164804 h 326104"/>
                <a:gd name="connsiteX5" fmla="*/ 48702 w 2912392"/>
                <a:gd name="connsiteY5" fmla="*/ 162244 h 326104"/>
                <a:gd name="connsiteX6" fmla="*/ 58443 w 2912392"/>
                <a:gd name="connsiteY6" fmla="*/ 159561 h 326104"/>
                <a:gd name="connsiteX7" fmla="*/ 68182 w 2912392"/>
                <a:gd name="connsiteY7" fmla="*/ 156757 h 326104"/>
                <a:gd name="connsiteX8" fmla="*/ 77923 w 2912392"/>
                <a:gd name="connsiteY8" fmla="*/ 153842 h 326104"/>
                <a:gd name="connsiteX9" fmla="*/ 87664 w 2912392"/>
                <a:gd name="connsiteY9" fmla="*/ 150822 h 326104"/>
                <a:gd name="connsiteX10" fmla="*/ 97404 w 2912392"/>
                <a:gd name="connsiteY10" fmla="*/ 147704 h 326104"/>
                <a:gd name="connsiteX11" fmla="*/ 107145 w 2912392"/>
                <a:gd name="connsiteY11" fmla="*/ 144496 h 326104"/>
                <a:gd name="connsiteX12" fmla="*/ 116886 w 2912392"/>
                <a:gd name="connsiteY12" fmla="*/ 141207 h 326104"/>
                <a:gd name="connsiteX13" fmla="*/ 126625 w 2912392"/>
                <a:gd name="connsiteY13" fmla="*/ 137842 h 326104"/>
                <a:gd name="connsiteX14" fmla="*/ 136366 w 2912392"/>
                <a:gd name="connsiteY14" fmla="*/ 134411 h 326104"/>
                <a:gd name="connsiteX15" fmla="*/ 146107 w 2912392"/>
                <a:gd name="connsiteY15" fmla="*/ 130923 h 326104"/>
                <a:gd name="connsiteX16" fmla="*/ 155846 w 2912392"/>
                <a:gd name="connsiteY16" fmla="*/ 127385 h 326104"/>
                <a:gd name="connsiteX17" fmla="*/ 165587 w 2912392"/>
                <a:gd name="connsiteY17" fmla="*/ 123804 h 326104"/>
                <a:gd name="connsiteX18" fmla="*/ 175328 w 2912392"/>
                <a:gd name="connsiteY18" fmla="*/ 120192 h 326104"/>
                <a:gd name="connsiteX19" fmla="*/ 185068 w 2912392"/>
                <a:gd name="connsiteY19" fmla="*/ 116553 h 326104"/>
                <a:gd name="connsiteX20" fmla="*/ 194809 w 2912392"/>
                <a:gd name="connsiteY20" fmla="*/ 112900 h 326104"/>
                <a:gd name="connsiteX21" fmla="*/ 204550 w 2912392"/>
                <a:gd name="connsiteY21" fmla="*/ 109238 h 326104"/>
                <a:gd name="connsiteX22" fmla="*/ 214289 w 2912392"/>
                <a:gd name="connsiteY22" fmla="*/ 105576 h 326104"/>
                <a:gd name="connsiteX23" fmla="*/ 224030 w 2912392"/>
                <a:gd name="connsiteY23" fmla="*/ 101922 h 326104"/>
                <a:gd name="connsiteX24" fmla="*/ 233771 w 2912392"/>
                <a:gd name="connsiteY24" fmla="*/ 98286 h 326104"/>
                <a:gd name="connsiteX25" fmla="*/ 243510 w 2912392"/>
                <a:gd name="connsiteY25" fmla="*/ 94673 h 326104"/>
                <a:gd name="connsiteX26" fmla="*/ 253251 w 2912392"/>
                <a:gd name="connsiteY26" fmla="*/ 91092 h 326104"/>
                <a:gd name="connsiteX27" fmla="*/ 262992 w 2912392"/>
                <a:gd name="connsiteY27" fmla="*/ 87554 h 326104"/>
                <a:gd name="connsiteX28" fmla="*/ 272732 w 2912392"/>
                <a:gd name="connsiteY28" fmla="*/ 84060 h 326104"/>
                <a:gd name="connsiteX29" fmla="*/ 282473 w 2912392"/>
                <a:gd name="connsiteY29" fmla="*/ 80621 h 326104"/>
                <a:gd name="connsiteX30" fmla="*/ 292214 w 2912392"/>
                <a:gd name="connsiteY30" fmla="*/ 77245 h 326104"/>
                <a:gd name="connsiteX31" fmla="*/ 301953 w 2912392"/>
                <a:gd name="connsiteY31" fmla="*/ 73935 h 326104"/>
                <a:gd name="connsiteX32" fmla="*/ 311694 w 2912392"/>
                <a:gd name="connsiteY32" fmla="*/ 70700 h 326104"/>
                <a:gd name="connsiteX33" fmla="*/ 321435 w 2912392"/>
                <a:gd name="connsiteY33" fmla="*/ 67544 h 326104"/>
                <a:gd name="connsiteX34" fmla="*/ 331175 w 2912392"/>
                <a:gd name="connsiteY34" fmla="*/ 64474 h 326104"/>
                <a:gd name="connsiteX35" fmla="*/ 340916 w 2912392"/>
                <a:gd name="connsiteY35" fmla="*/ 61494 h 326104"/>
                <a:gd name="connsiteX36" fmla="*/ 350656 w 2912392"/>
                <a:gd name="connsiteY36" fmla="*/ 58610 h 326104"/>
                <a:gd name="connsiteX37" fmla="*/ 360396 w 2912392"/>
                <a:gd name="connsiteY37" fmla="*/ 55823 h 326104"/>
                <a:gd name="connsiteX38" fmla="*/ 370137 w 2912392"/>
                <a:gd name="connsiteY38" fmla="*/ 53143 h 326104"/>
                <a:gd name="connsiteX39" fmla="*/ 379878 w 2912392"/>
                <a:gd name="connsiteY39" fmla="*/ 50569 h 326104"/>
                <a:gd name="connsiteX40" fmla="*/ 389617 w 2912392"/>
                <a:gd name="connsiteY40" fmla="*/ 48104 h 326104"/>
                <a:gd name="connsiteX41" fmla="*/ 399358 w 2912392"/>
                <a:gd name="connsiteY41" fmla="*/ 45753 h 326104"/>
                <a:gd name="connsiteX42" fmla="*/ 409099 w 2912392"/>
                <a:gd name="connsiteY42" fmla="*/ 43517 h 326104"/>
                <a:gd name="connsiteX43" fmla="*/ 418839 w 2912392"/>
                <a:gd name="connsiteY43" fmla="*/ 41398 h 326104"/>
                <a:gd name="connsiteX44" fmla="*/ 428580 w 2912392"/>
                <a:gd name="connsiteY44" fmla="*/ 39396 h 326104"/>
                <a:gd name="connsiteX45" fmla="*/ 438321 w 2912392"/>
                <a:gd name="connsiteY45" fmla="*/ 37513 h 326104"/>
                <a:gd name="connsiteX46" fmla="*/ 448060 w 2912392"/>
                <a:gd name="connsiteY46" fmla="*/ 35749 h 326104"/>
                <a:gd name="connsiteX47" fmla="*/ 457801 w 2912392"/>
                <a:gd name="connsiteY47" fmla="*/ 34104 h 326104"/>
                <a:gd name="connsiteX48" fmla="*/ 467542 w 2912392"/>
                <a:gd name="connsiteY48" fmla="*/ 32575 h 326104"/>
                <a:gd name="connsiteX49" fmla="*/ 477281 w 2912392"/>
                <a:gd name="connsiteY49" fmla="*/ 31166 h 326104"/>
                <a:gd name="connsiteX50" fmla="*/ 487022 w 2912392"/>
                <a:gd name="connsiteY50" fmla="*/ 29871 h 326104"/>
                <a:gd name="connsiteX51" fmla="*/ 496763 w 2912392"/>
                <a:gd name="connsiteY51" fmla="*/ 28689 h 326104"/>
                <a:gd name="connsiteX52" fmla="*/ 506503 w 2912392"/>
                <a:gd name="connsiteY52" fmla="*/ 27620 h 326104"/>
                <a:gd name="connsiteX53" fmla="*/ 516244 w 2912392"/>
                <a:gd name="connsiteY53" fmla="*/ 26659 h 326104"/>
                <a:gd name="connsiteX54" fmla="*/ 525985 w 2912392"/>
                <a:gd name="connsiteY54" fmla="*/ 25802 h 326104"/>
                <a:gd name="connsiteX55" fmla="*/ 535724 w 2912392"/>
                <a:gd name="connsiteY55" fmla="*/ 25048 h 326104"/>
                <a:gd name="connsiteX56" fmla="*/ 545465 w 2912392"/>
                <a:gd name="connsiteY56" fmla="*/ 24391 h 326104"/>
                <a:gd name="connsiteX57" fmla="*/ 555206 w 2912392"/>
                <a:gd name="connsiteY57" fmla="*/ 23829 h 326104"/>
                <a:gd name="connsiteX58" fmla="*/ 564946 w 2912392"/>
                <a:gd name="connsiteY58" fmla="*/ 23356 h 326104"/>
                <a:gd name="connsiteX59" fmla="*/ 574687 w 2912392"/>
                <a:gd name="connsiteY59" fmla="*/ 22967 h 326104"/>
                <a:gd name="connsiteX60" fmla="*/ 584428 w 2912392"/>
                <a:gd name="connsiteY60" fmla="*/ 22657 h 326104"/>
                <a:gd name="connsiteX61" fmla="*/ 594167 w 2912392"/>
                <a:gd name="connsiteY61" fmla="*/ 22421 h 326104"/>
                <a:gd name="connsiteX62" fmla="*/ 603908 w 2912392"/>
                <a:gd name="connsiteY62" fmla="*/ 22253 h 326104"/>
                <a:gd name="connsiteX63" fmla="*/ 613649 w 2912392"/>
                <a:gd name="connsiteY63" fmla="*/ 22149 h 326104"/>
                <a:gd name="connsiteX64" fmla="*/ 623388 w 2912392"/>
                <a:gd name="connsiteY64" fmla="*/ 22103 h 326104"/>
                <a:gd name="connsiteX65" fmla="*/ 633129 w 2912392"/>
                <a:gd name="connsiteY65" fmla="*/ 22106 h 326104"/>
                <a:gd name="connsiteX66" fmla="*/ 642870 w 2912392"/>
                <a:gd name="connsiteY66" fmla="*/ 22155 h 326104"/>
                <a:gd name="connsiteX67" fmla="*/ 652610 w 2912392"/>
                <a:gd name="connsiteY67" fmla="*/ 22243 h 326104"/>
                <a:gd name="connsiteX68" fmla="*/ 662351 w 2912392"/>
                <a:gd name="connsiteY68" fmla="*/ 22363 h 326104"/>
                <a:gd name="connsiteX69" fmla="*/ 672092 w 2912392"/>
                <a:gd name="connsiteY69" fmla="*/ 22511 h 326104"/>
                <a:gd name="connsiteX70" fmla="*/ 681831 w 2912392"/>
                <a:gd name="connsiteY70" fmla="*/ 22679 h 326104"/>
                <a:gd name="connsiteX71" fmla="*/ 691572 w 2912392"/>
                <a:gd name="connsiteY71" fmla="*/ 22862 h 326104"/>
                <a:gd name="connsiteX72" fmla="*/ 701313 w 2912392"/>
                <a:gd name="connsiteY72" fmla="*/ 23053 h 326104"/>
                <a:gd name="connsiteX73" fmla="*/ 711052 w 2912392"/>
                <a:gd name="connsiteY73" fmla="*/ 23248 h 326104"/>
                <a:gd name="connsiteX74" fmla="*/ 720793 w 2912392"/>
                <a:gd name="connsiteY74" fmla="*/ 23439 h 326104"/>
                <a:gd name="connsiteX75" fmla="*/ 730534 w 2912392"/>
                <a:gd name="connsiteY75" fmla="*/ 23622 h 326104"/>
                <a:gd name="connsiteX76" fmla="*/ 740274 w 2912392"/>
                <a:gd name="connsiteY76" fmla="*/ 23792 h 326104"/>
                <a:gd name="connsiteX77" fmla="*/ 750015 w 2912392"/>
                <a:gd name="connsiteY77" fmla="*/ 23944 h 326104"/>
                <a:gd name="connsiteX78" fmla="*/ 759756 w 2912392"/>
                <a:gd name="connsiteY78" fmla="*/ 24072 h 326104"/>
                <a:gd name="connsiteX79" fmla="*/ 769495 w 2912392"/>
                <a:gd name="connsiteY79" fmla="*/ 24172 h 326104"/>
                <a:gd name="connsiteX80" fmla="*/ 779236 w 2912392"/>
                <a:gd name="connsiteY80" fmla="*/ 24239 h 326104"/>
                <a:gd name="connsiteX81" fmla="*/ 788977 w 2912392"/>
                <a:gd name="connsiteY81" fmla="*/ 24270 h 326104"/>
                <a:gd name="connsiteX82" fmla="*/ 798717 w 2912392"/>
                <a:gd name="connsiteY82" fmla="*/ 24263 h 326104"/>
                <a:gd name="connsiteX83" fmla="*/ 808458 w 2912392"/>
                <a:gd name="connsiteY83" fmla="*/ 24212 h 326104"/>
                <a:gd name="connsiteX84" fmla="*/ 818199 w 2912392"/>
                <a:gd name="connsiteY84" fmla="*/ 24115 h 326104"/>
                <a:gd name="connsiteX85" fmla="*/ 827938 w 2912392"/>
                <a:gd name="connsiteY85" fmla="*/ 23971 h 326104"/>
                <a:gd name="connsiteX86" fmla="*/ 837679 w 2912392"/>
                <a:gd name="connsiteY86" fmla="*/ 23777 h 326104"/>
                <a:gd name="connsiteX87" fmla="*/ 847420 w 2912392"/>
                <a:gd name="connsiteY87" fmla="*/ 23531 h 326104"/>
                <a:gd name="connsiteX88" fmla="*/ 857159 w 2912392"/>
                <a:gd name="connsiteY88" fmla="*/ 23232 h 326104"/>
                <a:gd name="connsiteX89" fmla="*/ 866900 w 2912392"/>
                <a:gd name="connsiteY89" fmla="*/ 22879 h 326104"/>
                <a:gd name="connsiteX90" fmla="*/ 876641 w 2912392"/>
                <a:gd name="connsiteY90" fmla="*/ 22474 h 326104"/>
                <a:gd name="connsiteX91" fmla="*/ 886381 w 2912392"/>
                <a:gd name="connsiteY91" fmla="*/ 22013 h 326104"/>
                <a:gd name="connsiteX92" fmla="*/ 896122 w 2912392"/>
                <a:gd name="connsiteY92" fmla="*/ 21499 h 326104"/>
                <a:gd name="connsiteX93" fmla="*/ 905863 w 2912392"/>
                <a:gd name="connsiteY93" fmla="*/ 20935 h 326104"/>
                <a:gd name="connsiteX94" fmla="*/ 915602 w 2912392"/>
                <a:gd name="connsiteY94" fmla="*/ 20319 h 326104"/>
                <a:gd name="connsiteX95" fmla="*/ 925343 w 2912392"/>
                <a:gd name="connsiteY95" fmla="*/ 19653 h 326104"/>
                <a:gd name="connsiteX96" fmla="*/ 935084 w 2912392"/>
                <a:gd name="connsiteY96" fmla="*/ 18943 h 326104"/>
                <a:gd name="connsiteX97" fmla="*/ 944824 w 2912392"/>
                <a:gd name="connsiteY97" fmla="*/ 18189 h 326104"/>
                <a:gd name="connsiteX98" fmla="*/ 954564 w 2912392"/>
                <a:gd name="connsiteY98" fmla="*/ 17393 h 326104"/>
                <a:gd name="connsiteX99" fmla="*/ 964305 w 2912392"/>
                <a:gd name="connsiteY99" fmla="*/ 16562 h 326104"/>
                <a:gd name="connsiteX100" fmla="*/ 974045 w 2912392"/>
                <a:gd name="connsiteY100" fmla="*/ 15697 h 326104"/>
                <a:gd name="connsiteX101" fmla="*/ 983786 w 2912392"/>
                <a:gd name="connsiteY101" fmla="*/ 14804 h 326104"/>
                <a:gd name="connsiteX102" fmla="*/ 993522 w 2912392"/>
                <a:gd name="connsiteY102" fmla="*/ 13887 h 326104"/>
                <a:gd name="connsiteX103" fmla="*/ 1003266 w 2912392"/>
                <a:gd name="connsiteY103" fmla="*/ 12950 h 326104"/>
                <a:gd name="connsiteX104" fmla="*/ 1013010 w 2912392"/>
                <a:gd name="connsiteY104" fmla="*/ 12001 h 326104"/>
                <a:gd name="connsiteX105" fmla="*/ 1022754 w 2912392"/>
                <a:gd name="connsiteY105" fmla="*/ 11045 h 326104"/>
                <a:gd name="connsiteX106" fmla="*/ 1032483 w 2912392"/>
                <a:gd name="connsiteY106" fmla="*/ 10085 h 326104"/>
                <a:gd name="connsiteX107" fmla="*/ 1042227 w 2912392"/>
                <a:gd name="connsiteY107" fmla="*/ 9132 h 326104"/>
                <a:gd name="connsiteX108" fmla="*/ 1051971 w 2912392"/>
                <a:gd name="connsiteY108" fmla="*/ 8187 h 326104"/>
                <a:gd name="connsiteX109" fmla="*/ 1061715 w 2912392"/>
                <a:gd name="connsiteY109" fmla="*/ 7262 h 326104"/>
                <a:gd name="connsiteX110" fmla="*/ 1071444 w 2912392"/>
                <a:gd name="connsiteY110" fmla="*/ 6359 h 326104"/>
                <a:gd name="connsiteX111" fmla="*/ 1081188 w 2912392"/>
                <a:gd name="connsiteY111" fmla="*/ 5487 h 326104"/>
                <a:gd name="connsiteX112" fmla="*/ 1090932 w 2912392"/>
                <a:gd name="connsiteY112" fmla="*/ 4654 h 326104"/>
                <a:gd name="connsiteX113" fmla="*/ 1100676 w 2912392"/>
                <a:gd name="connsiteY113" fmla="*/ 3868 h 326104"/>
                <a:gd name="connsiteX114" fmla="*/ 1110405 w 2912392"/>
                <a:gd name="connsiteY114" fmla="*/ 3132 h 326104"/>
                <a:gd name="connsiteX115" fmla="*/ 1120149 w 2912392"/>
                <a:gd name="connsiteY115" fmla="*/ 2457 h 326104"/>
                <a:gd name="connsiteX116" fmla="*/ 1129893 w 2912392"/>
                <a:gd name="connsiteY116" fmla="*/ 1847 h 326104"/>
                <a:gd name="connsiteX117" fmla="*/ 1139637 w 2912392"/>
                <a:gd name="connsiteY117" fmla="*/ 1314 h 326104"/>
                <a:gd name="connsiteX118" fmla="*/ 1149381 w 2912392"/>
                <a:gd name="connsiteY118" fmla="*/ 860 h 326104"/>
                <a:gd name="connsiteX119" fmla="*/ 1159110 w 2912392"/>
                <a:gd name="connsiteY119" fmla="*/ 496 h 326104"/>
                <a:gd name="connsiteX120" fmla="*/ 1168854 w 2912392"/>
                <a:gd name="connsiteY120" fmla="*/ 226 h 326104"/>
                <a:gd name="connsiteX121" fmla="*/ 1178598 w 2912392"/>
                <a:gd name="connsiteY121" fmla="*/ 58 h 326104"/>
                <a:gd name="connsiteX122" fmla="*/ 1188341 w 2912392"/>
                <a:gd name="connsiteY122" fmla="*/ 0 h 326104"/>
                <a:gd name="connsiteX123" fmla="*/ 1198070 w 2912392"/>
                <a:gd name="connsiteY123" fmla="*/ 57 h 326104"/>
                <a:gd name="connsiteX124" fmla="*/ 1207814 w 2912392"/>
                <a:gd name="connsiteY124" fmla="*/ 234 h 326104"/>
                <a:gd name="connsiteX125" fmla="*/ 1217558 w 2912392"/>
                <a:gd name="connsiteY125" fmla="*/ 539 h 326104"/>
                <a:gd name="connsiteX126" fmla="*/ 1227302 w 2912392"/>
                <a:gd name="connsiteY126" fmla="*/ 979 h 326104"/>
                <a:gd name="connsiteX127" fmla="*/ 1237031 w 2912392"/>
                <a:gd name="connsiteY127" fmla="*/ 1555 h 326104"/>
                <a:gd name="connsiteX128" fmla="*/ 1246775 w 2912392"/>
                <a:gd name="connsiteY128" fmla="*/ 2275 h 326104"/>
                <a:gd name="connsiteX129" fmla="*/ 1256519 w 2912392"/>
                <a:gd name="connsiteY129" fmla="*/ 3144 h 326104"/>
                <a:gd name="connsiteX130" fmla="*/ 1266263 w 2912392"/>
                <a:gd name="connsiteY130" fmla="*/ 4164 h 326104"/>
                <a:gd name="connsiteX131" fmla="*/ 1276007 w 2912392"/>
                <a:gd name="connsiteY131" fmla="*/ 5341 h 326104"/>
                <a:gd name="connsiteX132" fmla="*/ 1285736 w 2912392"/>
                <a:gd name="connsiteY132" fmla="*/ 6678 h 326104"/>
                <a:gd name="connsiteX133" fmla="*/ 1295480 w 2912392"/>
                <a:gd name="connsiteY133" fmla="*/ 8178 h 326104"/>
                <a:gd name="connsiteX134" fmla="*/ 1305224 w 2912392"/>
                <a:gd name="connsiteY134" fmla="*/ 9844 h 326104"/>
                <a:gd name="connsiteX135" fmla="*/ 1314968 w 2912392"/>
                <a:gd name="connsiteY135" fmla="*/ 11678 h 326104"/>
                <a:gd name="connsiteX136" fmla="*/ 1324697 w 2912392"/>
                <a:gd name="connsiteY136" fmla="*/ 13682 h 326104"/>
                <a:gd name="connsiteX137" fmla="*/ 1334441 w 2912392"/>
                <a:gd name="connsiteY137" fmla="*/ 15857 h 326104"/>
                <a:gd name="connsiteX138" fmla="*/ 1344185 w 2912392"/>
                <a:gd name="connsiteY138" fmla="*/ 18204 h 326104"/>
                <a:gd name="connsiteX139" fmla="*/ 1353929 w 2912392"/>
                <a:gd name="connsiteY139" fmla="*/ 20723 h 326104"/>
                <a:gd name="connsiteX140" fmla="*/ 1363658 w 2912392"/>
                <a:gd name="connsiteY140" fmla="*/ 23414 h 326104"/>
                <a:gd name="connsiteX141" fmla="*/ 1373402 w 2912392"/>
                <a:gd name="connsiteY141" fmla="*/ 26277 h 326104"/>
                <a:gd name="connsiteX142" fmla="*/ 1383146 w 2912392"/>
                <a:gd name="connsiteY142" fmla="*/ 29311 h 326104"/>
                <a:gd name="connsiteX143" fmla="*/ 1392890 w 2912392"/>
                <a:gd name="connsiteY143" fmla="*/ 32512 h 326104"/>
                <a:gd name="connsiteX144" fmla="*/ 1402619 w 2912392"/>
                <a:gd name="connsiteY144" fmla="*/ 35883 h 326104"/>
                <a:gd name="connsiteX145" fmla="*/ 1412363 w 2912392"/>
                <a:gd name="connsiteY145" fmla="*/ 39417 h 326104"/>
                <a:gd name="connsiteX146" fmla="*/ 1422106 w 2912392"/>
                <a:gd name="connsiteY146" fmla="*/ 43112 h 326104"/>
                <a:gd name="connsiteX147" fmla="*/ 1431850 w 2912392"/>
                <a:gd name="connsiteY147" fmla="*/ 46965 h 326104"/>
                <a:gd name="connsiteX148" fmla="*/ 1441594 w 2912392"/>
                <a:gd name="connsiteY148" fmla="*/ 50972 h 326104"/>
                <a:gd name="connsiteX149" fmla="*/ 1451323 w 2912392"/>
                <a:gd name="connsiteY149" fmla="*/ 55129 h 326104"/>
                <a:gd name="connsiteX150" fmla="*/ 1461067 w 2912392"/>
                <a:gd name="connsiteY150" fmla="*/ 59432 h 326104"/>
                <a:gd name="connsiteX151" fmla="*/ 1470811 w 2912392"/>
                <a:gd name="connsiteY151" fmla="*/ 63873 h 326104"/>
                <a:gd name="connsiteX152" fmla="*/ 1480555 w 2912392"/>
                <a:gd name="connsiteY152" fmla="*/ 68450 h 326104"/>
                <a:gd name="connsiteX153" fmla="*/ 1490284 w 2912392"/>
                <a:gd name="connsiteY153" fmla="*/ 73155 h 326104"/>
                <a:gd name="connsiteX154" fmla="*/ 1500028 w 2912392"/>
                <a:gd name="connsiteY154" fmla="*/ 77983 h 326104"/>
                <a:gd name="connsiteX155" fmla="*/ 1509772 w 2912392"/>
                <a:gd name="connsiteY155" fmla="*/ 82925 h 326104"/>
                <a:gd name="connsiteX156" fmla="*/ 1519516 w 2912392"/>
                <a:gd name="connsiteY156" fmla="*/ 87977 h 326104"/>
                <a:gd name="connsiteX157" fmla="*/ 1529245 w 2912392"/>
                <a:gd name="connsiteY157" fmla="*/ 93129 h 326104"/>
                <a:gd name="connsiteX158" fmla="*/ 1538989 w 2912392"/>
                <a:gd name="connsiteY158" fmla="*/ 98376 h 326104"/>
                <a:gd name="connsiteX159" fmla="*/ 1548733 w 2912392"/>
                <a:gd name="connsiteY159" fmla="*/ 103709 h 326104"/>
                <a:gd name="connsiteX160" fmla="*/ 1558477 w 2912392"/>
                <a:gd name="connsiteY160" fmla="*/ 109122 h 326104"/>
                <a:gd name="connsiteX161" fmla="*/ 1568221 w 2912392"/>
                <a:gd name="connsiteY161" fmla="*/ 114603 h 326104"/>
                <a:gd name="connsiteX162" fmla="*/ 1577950 w 2912392"/>
                <a:gd name="connsiteY162" fmla="*/ 120148 h 326104"/>
                <a:gd name="connsiteX163" fmla="*/ 1587694 w 2912392"/>
                <a:gd name="connsiteY163" fmla="*/ 125746 h 326104"/>
                <a:gd name="connsiteX164" fmla="*/ 1597438 w 2912392"/>
                <a:gd name="connsiteY164" fmla="*/ 131390 h 326104"/>
                <a:gd name="connsiteX165" fmla="*/ 1607182 w 2912392"/>
                <a:gd name="connsiteY165" fmla="*/ 137071 h 326104"/>
                <a:gd name="connsiteX166" fmla="*/ 1616911 w 2912392"/>
                <a:gd name="connsiteY166" fmla="*/ 142780 h 326104"/>
                <a:gd name="connsiteX167" fmla="*/ 1626655 w 2912392"/>
                <a:gd name="connsiteY167" fmla="*/ 148507 h 326104"/>
                <a:gd name="connsiteX168" fmla="*/ 1636399 w 2912392"/>
                <a:gd name="connsiteY168" fmla="*/ 154248 h 326104"/>
                <a:gd name="connsiteX169" fmla="*/ 1646142 w 2912392"/>
                <a:gd name="connsiteY169" fmla="*/ 159988 h 326104"/>
                <a:gd name="connsiteX170" fmla="*/ 1655872 w 2912392"/>
                <a:gd name="connsiteY170" fmla="*/ 165724 h 326104"/>
                <a:gd name="connsiteX171" fmla="*/ 1665616 w 2912392"/>
                <a:gd name="connsiteY171" fmla="*/ 171446 h 326104"/>
                <a:gd name="connsiteX172" fmla="*/ 1675359 w 2912392"/>
                <a:gd name="connsiteY172" fmla="*/ 177143 h 326104"/>
                <a:gd name="connsiteX173" fmla="*/ 1685103 w 2912392"/>
                <a:gd name="connsiteY173" fmla="*/ 182810 h 326104"/>
                <a:gd name="connsiteX174" fmla="*/ 1694832 w 2912392"/>
                <a:gd name="connsiteY174" fmla="*/ 188438 h 326104"/>
                <a:gd name="connsiteX175" fmla="*/ 1704576 w 2912392"/>
                <a:gd name="connsiteY175" fmla="*/ 194019 h 326104"/>
                <a:gd name="connsiteX176" fmla="*/ 1714320 w 2912392"/>
                <a:gd name="connsiteY176" fmla="*/ 199545 h 326104"/>
                <a:gd name="connsiteX177" fmla="*/ 1724064 w 2912392"/>
                <a:gd name="connsiteY177" fmla="*/ 205008 h 326104"/>
                <a:gd name="connsiteX178" fmla="*/ 1733808 w 2912392"/>
                <a:gd name="connsiteY178" fmla="*/ 210403 h 326104"/>
                <a:gd name="connsiteX179" fmla="*/ 1743537 w 2912392"/>
                <a:gd name="connsiteY179" fmla="*/ 215721 h 326104"/>
                <a:gd name="connsiteX180" fmla="*/ 1753281 w 2912392"/>
                <a:gd name="connsiteY180" fmla="*/ 220956 h 326104"/>
                <a:gd name="connsiteX181" fmla="*/ 1763025 w 2912392"/>
                <a:gd name="connsiteY181" fmla="*/ 226102 h 326104"/>
                <a:gd name="connsiteX182" fmla="*/ 1772769 w 2912392"/>
                <a:gd name="connsiteY182" fmla="*/ 231152 h 326104"/>
                <a:gd name="connsiteX183" fmla="*/ 1782498 w 2912392"/>
                <a:gd name="connsiteY183" fmla="*/ 236101 h 326104"/>
                <a:gd name="connsiteX184" fmla="*/ 1792242 w 2912392"/>
                <a:gd name="connsiteY184" fmla="*/ 240943 h 326104"/>
                <a:gd name="connsiteX185" fmla="*/ 1801986 w 2912392"/>
                <a:gd name="connsiteY185" fmla="*/ 245672 h 326104"/>
                <a:gd name="connsiteX186" fmla="*/ 1811730 w 2912392"/>
                <a:gd name="connsiteY186" fmla="*/ 250286 h 326104"/>
                <a:gd name="connsiteX187" fmla="*/ 1821459 w 2912392"/>
                <a:gd name="connsiteY187" fmla="*/ 254778 h 326104"/>
                <a:gd name="connsiteX188" fmla="*/ 1831203 w 2912392"/>
                <a:gd name="connsiteY188" fmla="*/ 259145 h 326104"/>
                <a:gd name="connsiteX189" fmla="*/ 1840947 w 2912392"/>
                <a:gd name="connsiteY189" fmla="*/ 263384 h 326104"/>
                <a:gd name="connsiteX190" fmla="*/ 1850691 w 2912392"/>
                <a:gd name="connsiteY190" fmla="*/ 267490 h 326104"/>
                <a:gd name="connsiteX191" fmla="*/ 1860435 w 2912392"/>
                <a:gd name="connsiteY191" fmla="*/ 271461 h 326104"/>
                <a:gd name="connsiteX192" fmla="*/ 1870164 w 2912392"/>
                <a:gd name="connsiteY192" fmla="*/ 275294 h 326104"/>
                <a:gd name="connsiteX193" fmla="*/ 1879908 w 2912392"/>
                <a:gd name="connsiteY193" fmla="*/ 278988 h 326104"/>
                <a:gd name="connsiteX194" fmla="*/ 1889652 w 2912392"/>
                <a:gd name="connsiteY194" fmla="*/ 282538 h 326104"/>
                <a:gd name="connsiteX195" fmla="*/ 1899395 w 2912392"/>
                <a:gd name="connsiteY195" fmla="*/ 285946 h 326104"/>
                <a:gd name="connsiteX196" fmla="*/ 1909124 w 2912392"/>
                <a:gd name="connsiteY196" fmla="*/ 289210 h 326104"/>
                <a:gd name="connsiteX197" fmla="*/ 1918868 w 2912392"/>
                <a:gd name="connsiteY197" fmla="*/ 292327 h 326104"/>
                <a:gd name="connsiteX198" fmla="*/ 1928612 w 2912392"/>
                <a:gd name="connsiteY198" fmla="*/ 295299 h 326104"/>
                <a:gd name="connsiteX199" fmla="*/ 1938356 w 2912392"/>
                <a:gd name="connsiteY199" fmla="*/ 298124 h 326104"/>
                <a:gd name="connsiteX200" fmla="*/ 1948085 w 2912392"/>
                <a:gd name="connsiteY200" fmla="*/ 300803 h 326104"/>
                <a:gd name="connsiteX201" fmla="*/ 1957829 w 2912392"/>
                <a:gd name="connsiteY201" fmla="*/ 303336 h 326104"/>
                <a:gd name="connsiteX202" fmla="*/ 1967573 w 2912392"/>
                <a:gd name="connsiteY202" fmla="*/ 305724 h 326104"/>
                <a:gd name="connsiteX203" fmla="*/ 1977317 w 2912392"/>
                <a:gd name="connsiteY203" fmla="*/ 307969 h 326104"/>
                <a:gd name="connsiteX204" fmla="*/ 1987046 w 2912392"/>
                <a:gd name="connsiteY204" fmla="*/ 310070 h 326104"/>
                <a:gd name="connsiteX205" fmla="*/ 1996790 w 2912392"/>
                <a:gd name="connsiteY205" fmla="*/ 312031 h 326104"/>
                <a:gd name="connsiteX206" fmla="*/ 2006534 w 2912392"/>
                <a:gd name="connsiteY206" fmla="*/ 313851 h 326104"/>
                <a:gd name="connsiteX207" fmla="*/ 2016278 w 2912392"/>
                <a:gd name="connsiteY207" fmla="*/ 315535 h 326104"/>
                <a:gd name="connsiteX208" fmla="*/ 2026022 w 2912392"/>
                <a:gd name="connsiteY208" fmla="*/ 317082 h 326104"/>
                <a:gd name="connsiteX209" fmla="*/ 2035751 w 2912392"/>
                <a:gd name="connsiteY209" fmla="*/ 318497 h 326104"/>
                <a:gd name="connsiteX210" fmla="*/ 2045495 w 2912392"/>
                <a:gd name="connsiteY210" fmla="*/ 319780 h 326104"/>
                <a:gd name="connsiteX211" fmla="*/ 2055239 w 2912392"/>
                <a:gd name="connsiteY211" fmla="*/ 320936 h 326104"/>
                <a:gd name="connsiteX212" fmla="*/ 2064983 w 2912392"/>
                <a:gd name="connsiteY212" fmla="*/ 321966 h 326104"/>
                <a:gd name="connsiteX213" fmla="*/ 2074712 w 2912392"/>
                <a:gd name="connsiteY213" fmla="*/ 322873 h 326104"/>
                <a:gd name="connsiteX214" fmla="*/ 2084456 w 2912392"/>
                <a:gd name="connsiteY214" fmla="*/ 323662 h 326104"/>
                <a:gd name="connsiteX215" fmla="*/ 2094200 w 2912392"/>
                <a:gd name="connsiteY215" fmla="*/ 324334 h 326104"/>
                <a:gd name="connsiteX216" fmla="*/ 2103944 w 2912392"/>
                <a:gd name="connsiteY216" fmla="*/ 324893 h 326104"/>
                <a:gd name="connsiteX217" fmla="*/ 2113673 w 2912392"/>
                <a:gd name="connsiteY217" fmla="*/ 325343 h 326104"/>
                <a:gd name="connsiteX218" fmla="*/ 2123417 w 2912392"/>
                <a:gd name="connsiteY218" fmla="*/ 325684 h 326104"/>
                <a:gd name="connsiteX219" fmla="*/ 2133161 w 2912392"/>
                <a:gd name="connsiteY219" fmla="*/ 325924 h 326104"/>
                <a:gd name="connsiteX220" fmla="*/ 2142905 w 2912392"/>
                <a:gd name="connsiteY220" fmla="*/ 326063 h 326104"/>
                <a:gd name="connsiteX221" fmla="*/ 2152649 w 2912392"/>
                <a:gd name="connsiteY221" fmla="*/ 326104 h 326104"/>
                <a:gd name="connsiteX222" fmla="*/ 2162377 w 2912392"/>
                <a:gd name="connsiteY222" fmla="*/ 326054 h 326104"/>
                <a:gd name="connsiteX223" fmla="*/ 2172121 w 2912392"/>
                <a:gd name="connsiteY223" fmla="*/ 325912 h 326104"/>
                <a:gd name="connsiteX224" fmla="*/ 2181865 w 2912392"/>
                <a:gd name="connsiteY224" fmla="*/ 325683 h 326104"/>
                <a:gd name="connsiteX225" fmla="*/ 2191609 w 2912392"/>
                <a:gd name="connsiteY225" fmla="*/ 325370 h 326104"/>
                <a:gd name="connsiteX226" fmla="*/ 2201338 w 2912392"/>
                <a:gd name="connsiteY226" fmla="*/ 324975 h 326104"/>
                <a:gd name="connsiteX227" fmla="*/ 2211082 w 2912392"/>
                <a:gd name="connsiteY227" fmla="*/ 324503 h 326104"/>
                <a:gd name="connsiteX228" fmla="*/ 2220826 w 2912392"/>
                <a:gd name="connsiteY228" fmla="*/ 323956 h 326104"/>
                <a:gd name="connsiteX229" fmla="*/ 2230570 w 2912392"/>
                <a:gd name="connsiteY229" fmla="*/ 323335 h 326104"/>
                <a:gd name="connsiteX230" fmla="*/ 2240299 w 2912392"/>
                <a:gd name="connsiteY230" fmla="*/ 322645 h 326104"/>
                <a:gd name="connsiteX231" fmla="*/ 2250043 w 2912392"/>
                <a:gd name="connsiteY231" fmla="*/ 321888 h 326104"/>
                <a:gd name="connsiteX232" fmla="*/ 2259787 w 2912392"/>
                <a:gd name="connsiteY232" fmla="*/ 321066 h 326104"/>
                <a:gd name="connsiteX233" fmla="*/ 2269531 w 2912392"/>
                <a:gd name="connsiteY233" fmla="*/ 320181 h 326104"/>
                <a:gd name="connsiteX234" fmla="*/ 2279260 w 2912392"/>
                <a:gd name="connsiteY234" fmla="*/ 319236 h 326104"/>
                <a:gd name="connsiteX235" fmla="*/ 2289004 w 2912392"/>
                <a:gd name="connsiteY235" fmla="*/ 318232 h 326104"/>
                <a:gd name="connsiteX236" fmla="*/ 2298748 w 2912392"/>
                <a:gd name="connsiteY236" fmla="*/ 317171 h 326104"/>
                <a:gd name="connsiteX237" fmla="*/ 2308492 w 2912392"/>
                <a:gd name="connsiteY237" fmla="*/ 316057 h 326104"/>
                <a:gd name="connsiteX238" fmla="*/ 2318236 w 2912392"/>
                <a:gd name="connsiteY238" fmla="*/ 314888 h 326104"/>
                <a:gd name="connsiteX239" fmla="*/ 2327965 w 2912392"/>
                <a:gd name="connsiteY239" fmla="*/ 313668 h 326104"/>
                <a:gd name="connsiteX240" fmla="*/ 2337709 w 2912392"/>
                <a:gd name="connsiteY240" fmla="*/ 312397 h 326104"/>
                <a:gd name="connsiteX241" fmla="*/ 2347453 w 2912392"/>
                <a:gd name="connsiteY241" fmla="*/ 311076 h 326104"/>
                <a:gd name="connsiteX242" fmla="*/ 2357197 w 2912392"/>
                <a:gd name="connsiteY242" fmla="*/ 309708 h 326104"/>
                <a:gd name="connsiteX243" fmla="*/ 2366926 w 2912392"/>
                <a:gd name="connsiteY243" fmla="*/ 308293 h 326104"/>
                <a:gd name="connsiteX244" fmla="*/ 2376670 w 2912392"/>
                <a:gd name="connsiteY244" fmla="*/ 306830 h 326104"/>
                <a:gd name="connsiteX245" fmla="*/ 2386413 w 2912392"/>
                <a:gd name="connsiteY245" fmla="*/ 305322 h 326104"/>
                <a:gd name="connsiteX246" fmla="*/ 2396157 w 2912392"/>
                <a:gd name="connsiteY246" fmla="*/ 303768 h 326104"/>
                <a:gd name="connsiteX247" fmla="*/ 2405886 w 2912392"/>
                <a:gd name="connsiteY247" fmla="*/ 302168 h 326104"/>
                <a:gd name="connsiteX248" fmla="*/ 2415630 w 2912392"/>
                <a:gd name="connsiteY248" fmla="*/ 300524 h 326104"/>
                <a:gd name="connsiteX249" fmla="*/ 2425374 w 2912392"/>
                <a:gd name="connsiteY249" fmla="*/ 298836 h 326104"/>
                <a:gd name="connsiteX250" fmla="*/ 2435118 w 2912392"/>
                <a:gd name="connsiteY250" fmla="*/ 297104 h 326104"/>
                <a:gd name="connsiteX251" fmla="*/ 2444862 w 2912392"/>
                <a:gd name="connsiteY251" fmla="*/ 295328 h 326104"/>
                <a:gd name="connsiteX252" fmla="*/ 2454591 w 2912392"/>
                <a:gd name="connsiteY252" fmla="*/ 293507 h 326104"/>
                <a:gd name="connsiteX253" fmla="*/ 2464335 w 2912392"/>
                <a:gd name="connsiteY253" fmla="*/ 291642 h 326104"/>
                <a:gd name="connsiteX254" fmla="*/ 2474079 w 2912392"/>
                <a:gd name="connsiteY254" fmla="*/ 289732 h 326104"/>
                <a:gd name="connsiteX255" fmla="*/ 2483823 w 2912392"/>
                <a:gd name="connsiteY255" fmla="*/ 287778 h 326104"/>
                <a:gd name="connsiteX256" fmla="*/ 2493552 w 2912392"/>
                <a:gd name="connsiteY256" fmla="*/ 285780 h 326104"/>
                <a:gd name="connsiteX257" fmla="*/ 2503296 w 2912392"/>
                <a:gd name="connsiteY257" fmla="*/ 283738 h 326104"/>
                <a:gd name="connsiteX258" fmla="*/ 2513040 w 2912392"/>
                <a:gd name="connsiteY258" fmla="*/ 281650 h 326104"/>
                <a:gd name="connsiteX259" fmla="*/ 2522784 w 2912392"/>
                <a:gd name="connsiteY259" fmla="*/ 279518 h 326104"/>
                <a:gd name="connsiteX260" fmla="*/ 2532513 w 2912392"/>
                <a:gd name="connsiteY260" fmla="*/ 277341 h 326104"/>
                <a:gd name="connsiteX261" fmla="*/ 2542257 w 2912392"/>
                <a:gd name="connsiteY261" fmla="*/ 275120 h 326104"/>
                <a:gd name="connsiteX262" fmla="*/ 2552001 w 2912392"/>
                <a:gd name="connsiteY262" fmla="*/ 272852 h 326104"/>
                <a:gd name="connsiteX263" fmla="*/ 2561745 w 2912392"/>
                <a:gd name="connsiteY263" fmla="*/ 270543 h 326104"/>
                <a:gd name="connsiteX264" fmla="*/ 2571474 w 2912392"/>
                <a:gd name="connsiteY264" fmla="*/ 268188 h 326104"/>
                <a:gd name="connsiteX265" fmla="*/ 2581218 w 2912392"/>
                <a:gd name="connsiteY265" fmla="*/ 265789 h 326104"/>
                <a:gd name="connsiteX266" fmla="*/ 2590962 w 2912392"/>
                <a:gd name="connsiteY266" fmla="*/ 263347 h 326104"/>
                <a:gd name="connsiteX267" fmla="*/ 2600705 w 2912392"/>
                <a:gd name="connsiteY267" fmla="*/ 260863 h 326104"/>
                <a:gd name="connsiteX268" fmla="*/ 2610449 w 2912392"/>
                <a:gd name="connsiteY268" fmla="*/ 258336 h 326104"/>
                <a:gd name="connsiteX269" fmla="*/ 2620178 w 2912392"/>
                <a:gd name="connsiteY269" fmla="*/ 255769 h 326104"/>
                <a:gd name="connsiteX270" fmla="*/ 2629922 w 2912392"/>
                <a:gd name="connsiteY270" fmla="*/ 253162 h 326104"/>
                <a:gd name="connsiteX271" fmla="*/ 2639666 w 2912392"/>
                <a:gd name="connsiteY271" fmla="*/ 250517 h 326104"/>
                <a:gd name="connsiteX272" fmla="*/ 2649410 w 2912392"/>
                <a:gd name="connsiteY272" fmla="*/ 247836 h 326104"/>
                <a:gd name="connsiteX273" fmla="*/ 2659139 w 2912392"/>
                <a:gd name="connsiteY273" fmla="*/ 245118 h 326104"/>
                <a:gd name="connsiteX274" fmla="*/ 2668883 w 2912392"/>
                <a:gd name="connsiteY274" fmla="*/ 242366 h 326104"/>
                <a:gd name="connsiteX275" fmla="*/ 2678627 w 2912392"/>
                <a:gd name="connsiteY275" fmla="*/ 239585 h 326104"/>
                <a:gd name="connsiteX276" fmla="*/ 2688371 w 2912392"/>
                <a:gd name="connsiteY276" fmla="*/ 236773 h 326104"/>
                <a:gd name="connsiteX277" fmla="*/ 2698100 w 2912392"/>
                <a:gd name="connsiteY277" fmla="*/ 233936 h 326104"/>
                <a:gd name="connsiteX278" fmla="*/ 2707844 w 2912392"/>
                <a:gd name="connsiteY278" fmla="*/ 231076 h 326104"/>
                <a:gd name="connsiteX279" fmla="*/ 2717588 w 2912392"/>
                <a:gd name="connsiteY279" fmla="*/ 228194 h 326104"/>
                <a:gd name="connsiteX280" fmla="*/ 2727332 w 2912392"/>
                <a:gd name="connsiteY280" fmla="*/ 225295 h 326104"/>
                <a:gd name="connsiteX281" fmla="*/ 2737076 w 2912392"/>
                <a:gd name="connsiteY281" fmla="*/ 222382 h 326104"/>
                <a:gd name="connsiteX282" fmla="*/ 2746805 w 2912392"/>
                <a:gd name="connsiteY282" fmla="*/ 219459 h 326104"/>
                <a:gd name="connsiteX283" fmla="*/ 2756549 w 2912392"/>
                <a:gd name="connsiteY283" fmla="*/ 216530 h 326104"/>
                <a:gd name="connsiteX284" fmla="*/ 2766293 w 2912392"/>
                <a:gd name="connsiteY284" fmla="*/ 213598 h 326104"/>
                <a:gd name="connsiteX285" fmla="*/ 2776037 w 2912392"/>
                <a:gd name="connsiteY285" fmla="*/ 210667 h 326104"/>
                <a:gd name="connsiteX286" fmla="*/ 2785766 w 2912392"/>
                <a:gd name="connsiteY286" fmla="*/ 207744 h 326104"/>
                <a:gd name="connsiteX287" fmla="*/ 2795510 w 2912392"/>
                <a:gd name="connsiteY287" fmla="*/ 204833 h 326104"/>
                <a:gd name="connsiteX288" fmla="*/ 2805254 w 2912392"/>
                <a:gd name="connsiteY288" fmla="*/ 201938 h 326104"/>
                <a:gd name="connsiteX289" fmla="*/ 2814998 w 2912392"/>
                <a:gd name="connsiteY289" fmla="*/ 199062 h 326104"/>
                <a:gd name="connsiteX290" fmla="*/ 2824727 w 2912392"/>
                <a:gd name="connsiteY290" fmla="*/ 196215 h 326104"/>
                <a:gd name="connsiteX291" fmla="*/ 2834471 w 2912392"/>
                <a:gd name="connsiteY291" fmla="*/ 193399 h 326104"/>
                <a:gd name="connsiteX292" fmla="*/ 2844215 w 2912392"/>
                <a:gd name="connsiteY292" fmla="*/ 190620 h 326104"/>
                <a:gd name="connsiteX293" fmla="*/ 2853958 w 2912392"/>
                <a:gd name="connsiteY293" fmla="*/ 187885 h 326104"/>
                <a:gd name="connsiteX294" fmla="*/ 2863687 w 2912392"/>
                <a:gd name="connsiteY294" fmla="*/ 185197 h 326104"/>
                <a:gd name="connsiteX295" fmla="*/ 2873431 w 2912392"/>
                <a:gd name="connsiteY295" fmla="*/ 182565 h 326104"/>
                <a:gd name="connsiteX296" fmla="*/ 2883175 w 2912392"/>
                <a:gd name="connsiteY296" fmla="*/ 179993 h 326104"/>
                <a:gd name="connsiteX297" fmla="*/ 2892919 w 2912392"/>
                <a:gd name="connsiteY297" fmla="*/ 177487 h 326104"/>
                <a:gd name="connsiteX298" fmla="*/ 2902663 w 2912392"/>
                <a:gd name="connsiteY298" fmla="*/ 175053 h 326104"/>
                <a:gd name="connsiteX299" fmla="*/ 2912392 w 2912392"/>
                <a:gd name="connsiteY299" fmla="*/ 172697 h 326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26104">
                  <a:moveTo>
                    <a:pt x="0" y="173661"/>
                  </a:moveTo>
                  <a:lnTo>
                    <a:pt x="9739" y="171665"/>
                  </a:lnTo>
                  <a:lnTo>
                    <a:pt x="19480" y="169519"/>
                  </a:lnTo>
                  <a:lnTo>
                    <a:pt x="29221" y="167231"/>
                  </a:lnTo>
                  <a:lnTo>
                    <a:pt x="38961" y="164804"/>
                  </a:lnTo>
                  <a:lnTo>
                    <a:pt x="48702" y="162244"/>
                  </a:lnTo>
                  <a:lnTo>
                    <a:pt x="58443" y="159561"/>
                  </a:lnTo>
                  <a:lnTo>
                    <a:pt x="68182" y="156757"/>
                  </a:lnTo>
                  <a:lnTo>
                    <a:pt x="77923" y="153842"/>
                  </a:lnTo>
                  <a:lnTo>
                    <a:pt x="87664" y="150822"/>
                  </a:lnTo>
                  <a:lnTo>
                    <a:pt x="97404" y="147704"/>
                  </a:lnTo>
                  <a:lnTo>
                    <a:pt x="107145" y="144496"/>
                  </a:lnTo>
                  <a:lnTo>
                    <a:pt x="116886" y="141207"/>
                  </a:lnTo>
                  <a:lnTo>
                    <a:pt x="126625" y="137842"/>
                  </a:lnTo>
                  <a:lnTo>
                    <a:pt x="136366" y="134411"/>
                  </a:lnTo>
                  <a:lnTo>
                    <a:pt x="146107" y="130923"/>
                  </a:lnTo>
                  <a:lnTo>
                    <a:pt x="155846" y="127385"/>
                  </a:lnTo>
                  <a:lnTo>
                    <a:pt x="165587" y="123804"/>
                  </a:lnTo>
                  <a:lnTo>
                    <a:pt x="175328" y="120192"/>
                  </a:lnTo>
                  <a:lnTo>
                    <a:pt x="185068" y="116553"/>
                  </a:lnTo>
                  <a:lnTo>
                    <a:pt x="194809" y="112900"/>
                  </a:lnTo>
                  <a:lnTo>
                    <a:pt x="204550" y="109238"/>
                  </a:lnTo>
                  <a:lnTo>
                    <a:pt x="214289" y="105576"/>
                  </a:lnTo>
                  <a:lnTo>
                    <a:pt x="224030" y="101922"/>
                  </a:lnTo>
                  <a:lnTo>
                    <a:pt x="233771" y="98286"/>
                  </a:lnTo>
                  <a:lnTo>
                    <a:pt x="243510" y="94673"/>
                  </a:lnTo>
                  <a:lnTo>
                    <a:pt x="253251" y="91092"/>
                  </a:lnTo>
                  <a:lnTo>
                    <a:pt x="262992" y="87554"/>
                  </a:lnTo>
                  <a:lnTo>
                    <a:pt x="272732" y="84060"/>
                  </a:lnTo>
                  <a:lnTo>
                    <a:pt x="282473" y="80621"/>
                  </a:lnTo>
                  <a:lnTo>
                    <a:pt x="292214" y="77245"/>
                  </a:lnTo>
                  <a:lnTo>
                    <a:pt x="301953" y="73935"/>
                  </a:lnTo>
                  <a:lnTo>
                    <a:pt x="311694" y="70700"/>
                  </a:lnTo>
                  <a:lnTo>
                    <a:pt x="321435" y="67544"/>
                  </a:lnTo>
                  <a:lnTo>
                    <a:pt x="331175" y="64474"/>
                  </a:lnTo>
                  <a:lnTo>
                    <a:pt x="340916" y="61494"/>
                  </a:lnTo>
                  <a:lnTo>
                    <a:pt x="350656" y="58610"/>
                  </a:lnTo>
                  <a:lnTo>
                    <a:pt x="360396" y="55823"/>
                  </a:lnTo>
                  <a:lnTo>
                    <a:pt x="370137" y="53143"/>
                  </a:lnTo>
                  <a:lnTo>
                    <a:pt x="379878" y="50569"/>
                  </a:lnTo>
                  <a:lnTo>
                    <a:pt x="389617" y="48104"/>
                  </a:lnTo>
                  <a:lnTo>
                    <a:pt x="399358" y="45753"/>
                  </a:lnTo>
                  <a:lnTo>
                    <a:pt x="409099" y="43517"/>
                  </a:lnTo>
                  <a:lnTo>
                    <a:pt x="418839" y="41398"/>
                  </a:lnTo>
                  <a:lnTo>
                    <a:pt x="428580" y="39396"/>
                  </a:lnTo>
                  <a:lnTo>
                    <a:pt x="438321" y="37513"/>
                  </a:lnTo>
                  <a:lnTo>
                    <a:pt x="448060" y="35749"/>
                  </a:lnTo>
                  <a:lnTo>
                    <a:pt x="457801" y="34104"/>
                  </a:lnTo>
                  <a:lnTo>
                    <a:pt x="467542" y="32575"/>
                  </a:lnTo>
                  <a:lnTo>
                    <a:pt x="477281" y="31166"/>
                  </a:lnTo>
                  <a:lnTo>
                    <a:pt x="487022" y="29871"/>
                  </a:lnTo>
                  <a:lnTo>
                    <a:pt x="496763" y="28689"/>
                  </a:lnTo>
                  <a:lnTo>
                    <a:pt x="506503" y="27620"/>
                  </a:lnTo>
                  <a:lnTo>
                    <a:pt x="516244" y="26659"/>
                  </a:lnTo>
                  <a:lnTo>
                    <a:pt x="525985" y="25802"/>
                  </a:lnTo>
                  <a:lnTo>
                    <a:pt x="535724" y="25048"/>
                  </a:lnTo>
                  <a:lnTo>
                    <a:pt x="545465" y="24391"/>
                  </a:lnTo>
                  <a:lnTo>
                    <a:pt x="555206" y="23829"/>
                  </a:lnTo>
                  <a:lnTo>
                    <a:pt x="564946" y="23356"/>
                  </a:lnTo>
                  <a:lnTo>
                    <a:pt x="574687" y="22967"/>
                  </a:lnTo>
                  <a:lnTo>
                    <a:pt x="584428" y="22657"/>
                  </a:lnTo>
                  <a:lnTo>
                    <a:pt x="594167" y="22421"/>
                  </a:lnTo>
                  <a:lnTo>
                    <a:pt x="603908" y="22253"/>
                  </a:lnTo>
                  <a:lnTo>
                    <a:pt x="613649" y="22149"/>
                  </a:lnTo>
                  <a:lnTo>
                    <a:pt x="623388" y="22103"/>
                  </a:lnTo>
                  <a:lnTo>
                    <a:pt x="633129" y="22106"/>
                  </a:lnTo>
                  <a:lnTo>
                    <a:pt x="642870" y="22155"/>
                  </a:lnTo>
                  <a:lnTo>
                    <a:pt x="652610" y="22243"/>
                  </a:lnTo>
                  <a:lnTo>
                    <a:pt x="662351" y="22363"/>
                  </a:lnTo>
                  <a:lnTo>
                    <a:pt x="672092" y="22511"/>
                  </a:lnTo>
                  <a:lnTo>
                    <a:pt x="681831" y="22679"/>
                  </a:lnTo>
                  <a:lnTo>
                    <a:pt x="691572" y="22862"/>
                  </a:lnTo>
                  <a:lnTo>
                    <a:pt x="701313" y="23053"/>
                  </a:lnTo>
                  <a:lnTo>
                    <a:pt x="711052" y="23248"/>
                  </a:lnTo>
                  <a:lnTo>
                    <a:pt x="720793" y="23439"/>
                  </a:lnTo>
                  <a:lnTo>
                    <a:pt x="730534" y="23622"/>
                  </a:lnTo>
                  <a:lnTo>
                    <a:pt x="740274" y="23792"/>
                  </a:lnTo>
                  <a:lnTo>
                    <a:pt x="750015" y="23944"/>
                  </a:lnTo>
                  <a:lnTo>
                    <a:pt x="759756" y="24072"/>
                  </a:lnTo>
                  <a:lnTo>
                    <a:pt x="769495" y="24172"/>
                  </a:lnTo>
                  <a:lnTo>
                    <a:pt x="779236" y="24239"/>
                  </a:lnTo>
                  <a:lnTo>
                    <a:pt x="788977" y="24270"/>
                  </a:lnTo>
                  <a:lnTo>
                    <a:pt x="798717" y="24263"/>
                  </a:lnTo>
                  <a:lnTo>
                    <a:pt x="808458" y="24212"/>
                  </a:lnTo>
                  <a:lnTo>
                    <a:pt x="818199" y="24115"/>
                  </a:lnTo>
                  <a:lnTo>
                    <a:pt x="827938" y="23971"/>
                  </a:lnTo>
                  <a:lnTo>
                    <a:pt x="837679" y="23777"/>
                  </a:lnTo>
                  <a:lnTo>
                    <a:pt x="847420" y="23531"/>
                  </a:lnTo>
                  <a:lnTo>
                    <a:pt x="857159" y="23232"/>
                  </a:lnTo>
                  <a:lnTo>
                    <a:pt x="866900" y="22879"/>
                  </a:lnTo>
                  <a:lnTo>
                    <a:pt x="876641" y="22474"/>
                  </a:lnTo>
                  <a:lnTo>
                    <a:pt x="886381" y="22013"/>
                  </a:lnTo>
                  <a:lnTo>
                    <a:pt x="896122" y="21499"/>
                  </a:lnTo>
                  <a:lnTo>
                    <a:pt x="905863" y="20935"/>
                  </a:lnTo>
                  <a:lnTo>
                    <a:pt x="915602" y="20319"/>
                  </a:lnTo>
                  <a:lnTo>
                    <a:pt x="925343" y="19653"/>
                  </a:lnTo>
                  <a:lnTo>
                    <a:pt x="935084" y="18943"/>
                  </a:lnTo>
                  <a:lnTo>
                    <a:pt x="944824" y="18189"/>
                  </a:lnTo>
                  <a:lnTo>
                    <a:pt x="954564" y="17393"/>
                  </a:lnTo>
                  <a:lnTo>
                    <a:pt x="964305" y="16562"/>
                  </a:lnTo>
                  <a:lnTo>
                    <a:pt x="974045" y="15697"/>
                  </a:lnTo>
                  <a:lnTo>
                    <a:pt x="983786" y="14804"/>
                  </a:lnTo>
                  <a:lnTo>
                    <a:pt x="993522" y="13887"/>
                  </a:lnTo>
                  <a:lnTo>
                    <a:pt x="1003266" y="12950"/>
                  </a:lnTo>
                  <a:lnTo>
                    <a:pt x="1013010" y="12001"/>
                  </a:lnTo>
                  <a:lnTo>
                    <a:pt x="1022754" y="11045"/>
                  </a:lnTo>
                  <a:lnTo>
                    <a:pt x="1032483" y="10085"/>
                  </a:lnTo>
                  <a:lnTo>
                    <a:pt x="1042227" y="9132"/>
                  </a:lnTo>
                  <a:lnTo>
                    <a:pt x="1051971" y="8187"/>
                  </a:lnTo>
                  <a:lnTo>
                    <a:pt x="1061715" y="7262"/>
                  </a:lnTo>
                  <a:lnTo>
                    <a:pt x="1071444" y="6359"/>
                  </a:lnTo>
                  <a:lnTo>
                    <a:pt x="1081188" y="5487"/>
                  </a:lnTo>
                  <a:lnTo>
                    <a:pt x="1090932" y="4654"/>
                  </a:lnTo>
                  <a:lnTo>
                    <a:pt x="1100676" y="3868"/>
                  </a:lnTo>
                  <a:lnTo>
                    <a:pt x="1110405" y="3132"/>
                  </a:lnTo>
                  <a:lnTo>
                    <a:pt x="1120149" y="2457"/>
                  </a:lnTo>
                  <a:lnTo>
                    <a:pt x="1129893" y="1847"/>
                  </a:lnTo>
                  <a:lnTo>
                    <a:pt x="1139637" y="1314"/>
                  </a:lnTo>
                  <a:lnTo>
                    <a:pt x="1149381" y="860"/>
                  </a:lnTo>
                  <a:lnTo>
                    <a:pt x="1159110" y="496"/>
                  </a:lnTo>
                  <a:lnTo>
                    <a:pt x="1168854" y="226"/>
                  </a:lnTo>
                  <a:lnTo>
                    <a:pt x="1178598" y="58"/>
                  </a:lnTo>
                  <a:lnTo>
                    <a:pt x="1188341" y="0"/>
                  </a:lnTo>
                  <a:lnTo>
                    <a:pt x="1198070" y="57"/>
                  </a:lnTo>
                  <a:lnTo>
                    <a:pt x="1207814" y="234"/>
                  </a:lnTo>
                  <a:lnTo>
                    <a:pt x="1217558" y="539"/>
                  </a:lnTo>
                  <a:lnTo>
                    <a:pt x="1227302" y="979"/>
                  </a:lnTo>
                  <a:lnTo>
                    <a:pt x="1237031" y="1555"/>
                  </a:lnTo>
                  <a:lnTo>
                    <a:pt x="1246775" y="2275"/>
                  </a:lnTo>
                  <a:lnTo>
                    <a:pt x="1256519" y="3144"/>
                  </a:lnTo>
                  <a:lnTo>
                    <a:pt x="1266263" y="4164"/>
                  </a:lnTo>
                  <a:lnTo>
                    <a:pt x="1276007" y="5341"/>
                  </a:lnTo>
                  <a:lnTo>
                    <a:pt x="1285736" y="6678"/>
                  </a:lnTo>
                  <a:lnTo>
                    <a:pt x="1295480" y="8178"/>
                  </a:lnTo>
                  <a:lnTo>
                    <a:pt x="1305224" y="9844"/>
                  </a:lnTo>
                  <a:lnTo>
                    <a:pt x="1314968" y="11678"/>
                  </a:lnTo>
                  <a:lnTo>
                    <a:pt x="1324697" y="13682"/>
                  </a:lnTo>
                  <a:lnTo>
                    <a:pt x="1334441" y="15857"/>
                  </a:lnTo>
                  <a:lnTo>
                    <a:pt x="1344185" y="18204"/>
                  </a:lnTo>
                  <a:lnTo>
                    <a:pt x="1353929" y="20723"/>
                  </a:lnTo>
                  <a:lnTo>
                    <a:pt x="1363658" y="23414"/>
                  </a:lnTo>
                  <a:lnTo>
                    <a:pt x="1373402" y="26277"/>
                  </a:lnTo>
                  <a:lnTo>
                    <a:pt x="1383146" y="29311"/>
                  </a:lnTo>
                  <a:lnTo>
                    <a:pt x="1392890" y="32512"/>
                  </a:lnTo>
                  <a:lnTo>
                    <a:pt x="1402619" y="35883"/>
                  </a:lnTo>
                  <a:lnTo>
                    <a:pt x="1412363" y="39417"/>
                  </a:lnTo>
                  <a:lnTo>
                    <a:pt x="1422106" y="43112"/>
                  </a:lnTo>
                  <a:lnTo>
                    <a:pt x="1431850" y="46965"/>
                  </a:lnTo>
                  <a:lnTo>
                    <a:pt x="1441594" y="50972"/>
                  </a:lnTo>
                  <a:lnTo>
                    <a:pt x="1451323" y="55129"/>
                  </a:lnTo>
                  <a:lnTo>
                    <a:pt x="1461067" y="59432"/>
                  </a:lnTo>
                  <a:lnTo>
                    <a:pt x="1470811" y="63873"/>
                  </a:lnTo>
                  <a:lnTo>
                    <a:pt x="1480555" y="68450"/>
                  </a:lnTo>
                  <a:lnTo>
                    <a:pt x="1490284" y="73155"/>
                  </a:lnTo>
                  <a:lnTo>
                    <a:pt x="1500028" y="77983"/>
                  </a:lnTo>
                  <a:lnTo>
                    <a:pt x="1509772" y="82925"/>
                  </a:lnTo>
                  <a:lnTo>
                    <a:pt x="1519516" y="87977"/>
                  </a:lnTo>
                  <a:lnTo>
                    <a:pt x="1529245" y="93129"/>
                  </a:lnTo>
                  <a:lnTo>
                    <a:pt x="1538989" y="98376"/>
                  </a:lnTo>
                  <a:lnTo>
                    <a:pt x="1548733" y="103709"/>
                  </a:lnTo>
                  <a:lnTo>
                    <a:pt x="1558477" y="109122"/>
                  </a:lnTo>
                  <a:lnTo>
                    <a:pt x="1568221" y="114603"/>
                  </a:lnTo>
                  <a:lnTo>
                    <a:pt x="1577950" y="120148"/>
                  </a:lnTo>
                  <a:lnTo>
                    <a:pt x="1587694" y="125746"/>
                  </a:lnTo>
                  <a:lnTo>
                    <a:pt x="1597438" y="131390"/>
                  </a:lnTo>
                  <a:lnTo>
                    <a:pt x="1607182" y="137071"/>
                  </a:lnTo>
                  <a:lnTo>
                    <a:pt x="1616911" y="142780"/>
                  </a:lnTo>
                  <a:lnTo>
                    <a:pt x="1626655" y="148507"/>
                  </a:lnTo>
                  <a:lnTo>
                    <a:pt x="1636399" y="154248"/>
                  </a:lnTo>
                  <a:lnTo>
                    <a:pt x="1646142" y="159988"/>
                  </a:lnTo>
                  <a:lnTo>
                    <a:pt x="1655872" y="165724"/>
                  </a:lnTo>
                  <a:lnTo>
                    <a:pt x="1665616" y="171446"/>
                  </a:lnTo>
                  <a:lnTo>
                    <a:pt x="1675359" y="177143"/>
                  </a:lnTo>
                  <a:lnTo>
                    <a:pt x="1685103" y="182810"/>
                  </a:lnTo>
                  <a:lnTo>
                    <a:pt x="1694832" y="188438"/>
                  </a:lnTo>
                  <a:lnTo>
                    <a:pt x="1704576" y="194019"/>
                  </a:lnTo>
                  <a:lnTo>
                    <a:pt x="1714320" y="199545"/>
                  </a:lnTo>
                  <a:lnTo>
                    <a:pt x="1724064" y="205008"/>
                  </a:lnTo>
                  <a:lnTo>
                    <a:pt x="1733808" y="210403"/>
                  </a:lnTo>
                  <a:lnTo>
                    <a:pt x="1743537" y="215721"/>
                  </a:lnTo>
                  <a:lnTo>
                    <a:pt x="1753281" y="220956"/>
                  </a:lnTo>
                  <a:lnTo>
                    <a:pt x="1763025" y="226102"/>
                  </a:lnTo>
                  <a:lnTo>
                    <a:pt x="1772769" y="231152"/>
                  </a:lnTo>
                  <a:lnTo>
                    <a:pt x="1782498" y="236101"/>
                  </a:lnTo>
                  <a:lnTo>
                    <a:pt x="1792242" y="240943"/>
                  </a:lnTo>
                  <a:lnTo>
                    <a:pt x="1801986" y="245672"/>
                  </a:lnTo>
                  <a:lnTo>
                    <a:pt x="1811730" y="250286"/>
                  </a:lnTo>
                  <a:lnTo>
                    <a:pt x="1821459" y="254778"/>
                  </a:lnTo>
                  <a:lnTo>
                    <a:pt x="1831203" y="259145"/>
                  </a:lnTo>
                  <a:lnTo>
                    <a:pt x="1840947" y="263384"/>
                  </a:lnTo>
                  <a:lnTo>
                    <a:pt x="1850691" y="267490"/>
                  </a:lnTo>
                  <a:lnTo>
                    <a:pt x="1860435" y="271461"/>
                  </a:lnTo>
                  <a:lnTo>
                    <a:pt x="1870164" y="275294"/>
                  </a:lnTo>
                  <a:lnTo>
                    <a:pt x="1879908" y="278988"/>
                  </a:lnTo>
                  <a:lnTo>
                    <a:pt x="1889652" y="282538"/>
                  </a:lnTo>
                  <a:lnTo>
                    <a:pt x="1899395" y="285946"/>
                  </a:lnTo>
                  <a:lnTo>
                    <a:pt x="1909124" y="289210"/>
                  </a:lnTo>
                  <a:lnTo>
                    <a:pt x="1918868" y="292327"/>
                  </a:lnTo>
                  <a:lnTo>
                    <a:pt x="1928612" y="295299"/>
                  </a:lnTo>
                  <a:lnTo>
                    <a:pt x="1938356" y="298124"/>
                  </a:lnTo>
                  <a:lnTo>
                    <a:pt x="1948085" y="300803"/>
                  </a:lnTo>
                  <a:lnTo>
                    <a:pt x="1957829" y="303336"/>
                  </a:lnTo>
                  <a:lnTo>
                    <a:pt x="1967573" y="305724"/>
                  </a:lnTo>
                  <a:lnTo>
                    <a:pt x="1977317" y="307969"/>
                  </a:lnTo>
                  <a:lnTo>
                    <a:pt x="1987046" y="310070"/>
                  </a:lnTo>
                  <a:lnTo>
                    <a:pt x="1996790" y="312031"/>
                  </a:lnTo>
                  <a:lnTo>
                    <a:pt x="2006534" y="313851"/>
                  </a:lnTo>
                  <a:lnTo>
                    <a:pt x="2016278" y="315535"/>
                  </a:lnTo>
                  <a:lnTo>
                    <a:pt x="2026022" y="317082"/>
                  </a:lnTo>
                  <a:lnTo>
                    <a:pt x="2035751" y="318497"/>
                  </a:lnTo>
                  <a:lnTo>
                    <a:pt x="2045495" y="319780"/>
                  </a:lnTo>
                  <a:lnTo>
                    <a:pt x="2055239" y="320936"/>
                  </a:lnTo>
                  <a:lnTo>
                    <a:pt x="2064983" y="321966"/>
                  </a:lnTo>
                  <a:lnTo>
                    <a:pt x="2074712" y="322873"/>
                  </a:lnTo>
                  <a:lnTo>
                    <a:pt x="2084456" y="323662"/>
                  </a:lnTo>
                  <a:lnTo>
                    <a:pt x="2094200" y="324334"/>
                  </a:lnTo>
                  <a:lnTo>
                    <a:pt x="2103944" y="324893"/>
                  </a:lnTo>
                  <a:lnTo>
                    <a:pt x="2113673" y="325343"/>
                  </a:lnTo>
                  <a:lnTo>
                    <a:pt x="2123417" y="325684"/>
                  </a:lnTo>
                  <a:lnTo>
                    <a:pt x="2133161" y="325924"/>
                  </a:lnTo>
                  <a:lnTo>
                    <a:pt x="2142905" y="326063"/>
                  </a:lnTo>
                  <a:lnTo>
                    <a:pt x="2152649" y="326104"/>
                  </a:lnTo>
                  <a:lnTo>
                    <a:pt x="2162377" y="326054"/>
                  </a:lnTo>
                  <a:lnTo>
                    <a:pt x="2172121" y="325912"/>
                  </a:lnTo>
                  <a:lnTo>
                    <a:pt x="2181865" y="325683"/>
                  </a:lnTo>
                  <a:lnTo>
                    <a:pt x="2191609" y="325370"/>
                  </a:lnTo>
                  <a:lnTo>
                    <a:pt x="2201338" y="324975"/>
                  </a:lnTo>
                  <a:lnTo>
                    <a:pt x="2211082" y="324503"/>
                  </a:lnTo>
                  <a:lnTo>
                    <a:pt x="2220826" y="323956"/>
                  </a:lnTo>
                  <a:lnTo>
                    <a:pt x="2230570" y="323335"/>
                  </a:lnTo>
                  <a:lnTo>
                    <a:pt x="2240299" y="322645"/>
                  </a:lnTo>
                  <a:lnTo>
                    <a:pt x="2250043" y="321888"/>
                  </a:lnTo>
                  <a:lnTo>
                    <a:pt x="2259787" y="321066"/>
                  </a:lnTo>
                  <a:lnTo>
                    <a:pt x="2269531" y="320181"/>
                  </a:lnTo>
                  <a:lnTo>
                    <a:pt x="2279260" y="319236"/>
                  </a:lnTo>
                  <a:lnTo>
                    <a:pt x="2289004" y="318232"/>
                  </a:lnTo>
                  <a:lnTo>
                    <a:pt x="2298748" y="317171"/>
                  </a:lnTo>
                  <a:lnTo>
                    <a:pt x="2308492" y="316057"/>
                  </a:lnTo>
                  <a:lnTo>
                    <a:pt x="2318236" y="314888"/>
                  </a:lnTo>
                  <a:lnTo>
                    <a:pt x="2327965" y="313668"/>
                  </a:lnTo>
                  <a:lnTo>
                    <a:pt x="2337709" y="312397"/>
                  </a:lnTo>
                  <a:lnTo>
                    <a:pt x="2347453" y="311076"/>
                  </a:lnTo>
                  <a:lnTo>
                    <a:pt x="2357197" y="309708"/>
                  </a:lnTo>
                  <a:lnTo>
                    <a:pt x="2366926" y="308293"/>
                  </a:lnTo>
                  <a:lnTo>
                    <a:pt x="2376670" y="306830"/>
                  </a:lnTo>
                  <a:lnTo>
                    <a:pt x="2386413" y="305322"/>
                  </a:lnTo>
                  <a:lnTo>
                    <a:pt x="2396157" y="303768"/>
                  </a:lnTo>
                  <a:lnTo>
                    <a:pt x="2405886" y="302168"/>
                  </a:lnTo>
                  <a:lnTo>
                    <a:pt x="2415630" y="300524"/>
                  </a:lnTo>
                  <a:lnTo>
                    <a:pt x="2425374" y="298836"/>
                  </a:lnTo>
                  <a:lnTo>
                    <a:pt x="2435118" y="297104"/>
                  </a:lnTo>
                  <a:lnTo>
                    <a:pt x="2444862" y="295328"/>
                  </a:lnTo>
                  <a:lnTo>
                    <a:pt x="2454591" y="293507"/>
                  </a:lnTo>
                  <a:lnTo>
                    <a:pt x="2464335" y="291642"/>
                  </a:lnTo>
                  <a:lnTo>
                    <a:pt x="2474079" y="289732"/>
                  </a:lnTo>
                  <a:lnTo>
                    <a:pt x="2483823" y="287778"/>
                  </a:lnTo>
                  <a:lnTo>
                    <a:pt x="2493552" y="285780"/>
                  </a:lnTo>
                  <a:lnTo>
                    <a:pt x="2503296" y="283738"/>
                  </a:lnTo>
                  <a:lnTo>
                    <a:pt x="2513040" y="281650"/>
                  </a:lnTo>
                  <a:lnTo>
                    <a:pt x="2522784" y="279518"/>
                  </a:lnTo>
                  <a:lnTo>
                    <a:pt x="2532513" y="277341"/>
                  </a:lnTo>
                  <a:lnTo>
                    <a:pt x="2542257" y="275120"/>
                  </a:lnTo>
                  <a:lnTo>
                    <a:pt x="2552001" y="272852"/>
                  </a:lnTo>
                  <a:lnTo>
                    <a:pt x="2561745" y="270543"/>
                  </a:lnTo>
                  <a:lnTo>
                    <a:pt x="2571474" y="268188"/>
                  </a:lnTo>
                  <a:lnTo>
                    <a:pt x="2581218" y="265789"/>
                  </a:lnTo>
                  <a:lnTo>
                    <a:pt x="2590962" y="263347"/>
                  </a:lnTo>
                  <a:lnTo>
                    <a:pt x="2600705" y="260863"/>
                  </a:lnTo>
                  <a:lnTo>
                    <a:pt x="2610449" y="258336"/>
                  </a:lnTo>
                  <a:lnTo>
                    <a:pt x="2620178" y="255769"/>
                  </a:lnTo>
                  <a:lnTo>
                    <a:pt x="2629922" y="253162"/>
                  </a:lnTo>
                  <a:lnTo>
                    <a:pt x="2639666" y="250517"/>
                  </a:lnTo>
                  <a:lnTo>
                    <a:pt x="2649410" y="247836"/>
                  </a:lnTo>
                  <a:lnTo>
                    <a:pt x="2659139" y="245118"/>
                  </a:lnTo>
                  <a:lnTo>
                    <a:pt x="2668883" y="242366"/>
                  </a:lnTo>
                  <a:lnTo>
                    <a:pt x="2678627" y="239585"/>
                  </a:lnTo>
                  <a:lnTo>
                    <a:pt x="2688371" y="236773"/>
                  </a:lnTo>
                  <a:lnTo>
                    <a:pt x="2698100" y="233936"/>
                  </a:lnTo>
                  <a:lnTo>
                    <a:pt x="2707844" y="231076"/>
                  </a:lnTo>
                  <a:lnTo>
                    <a:pt x="2717588" y="228194"/>
                  </a:lnTo>
                  <a:lnTo>
                    <a:pt x="2727332" y="225295"/>
                  </a:lnTo>
                  <a:lnTo>
                    <a:pt x="2737076" y="222382"/>
                  </a:lnTo>
                  <a:lnTo>
                    <a:pt x="2746805" y="219459"/>
                  </a:lnTo>
                  <a:lnTo>
                    <a:pt x="2756549" y="216530"/>
                  </a:lnTo>
                  <a:lnTo>
                    <a:pt x="2766293" y="213598"/>
                  </a:lnTo>
                  <a:lnTo>
                    <a:pt x="2776037" y="210667"/>
                  </a:lnTo>
                  <a:lnTo>
                    <a:pt x="2785766" y="207744"/>
                  </a:lnTo>
                  <a:lnTo>
                    <a:pt x="2795510" y="204833"/>
                  </a:lnTo>
                  <a:lnTo>
                    <a:pt x="2805254" y="201938"/>
                  </a:lnTo>
                  <a:lnTo>
                    <a:pt x="2814998" y="199062"/>
                  </a:lnTo>
                  <a:lnTo>
                    <a:pt x="2824727" y="196215"/>
                  </a:lnTo>
                  <a:lnTo>
                    <a:pt x="2834471" y="193399"/>
                  </a:lnTo>
                  <a:lnTo>
                    <a:pt x="2844215" y="190620"/>
                  </a:lnTo>
                  <a:lnTo>
                    <a:pt x="2853958" y="187885"/>
                  </a:lnTo>
                  <a:lnTo>
                    <a:pt x="2863687" y="185197"/>
                  </a:lnTo>
                  <a:lnTo>
                    <a:pt x="2873431" y="182565"/>
                  </a:lnTo>
                  <a:lnTo>
                    <a:pt x="2883175" y="179993"/>
                  </a:lnTo>
                  <a:lnTo>
                    <a:pt x="2892919" y="177487"/>
                  </a:lnTo>
                  <a:lnTo>
                    <a:pt x="2902663" y="175053"/>
                  </a:lnTo>
                  <a:lnTo>
                    <a:pt x="2912392" y="17269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8" name="Freeform 667">
              <a:extLst>
                <a:ext uri="{FF2B5EF4-FFF2-40B4-BE49-F238E27FC236}">
                  <a16:creationId xmlns:a16="http://schemas.microsoft.com/office/drawing/2014/main" id="{C3D80F83-4E03-6819-F8A8-139C11068C03}"/>
                </a:ext>
              </a:extLst>
            </p:cNvPr>
            <p:cNvSpPr/>
            <p:nvPr/>
          </p:nvSpPr>
          <p:spPr>
            <a:xfrm>
              <a:off x="576446" y="3495917"/>
              <a:ext cx="2912392" cy="233319"/>
            </a:xfrm>
            <a:custGeom>
              <a:avLst/>
              <a:gdLst>
                <a:gd name="connsiteX0" fmla="*/ 0 w 2912392"/>
                <a:gd name="connsiteY0" fmla="*/ 155107 h 233319"/>
                <a:gd name="connsiteX1" fmla="*/ 9739 w 2912392"/>
                <a:gd name="connsiteY1" fmla="*/ 150617 h 233319"/>
                <a:gd name="connsiteX2" fmla="*/ 19480 w 2912392"/>
                <a:gd name="connsiteY2" fmla="*/ 146110 h 233319"/>
                <a:gd name="connsiteX3" fmla="*/ 29221 w 2912392"/>
                <a:gd name="connsiteY3" fmla="*/ 141594 h 233319"/>
                <a:gd name="connsiteX4" fmla="*/ 38961 w 2912392"/>
                <a:gd name="connsiteY4" fmla="*/ 137078 h 233319"/>
                <a:gd name="connsiteX5" fmla="*/ 48702 w 2912392"/>
                <a:gd name="connsiteY5" fmla="*/ 132570 h 233319"/>
                <a:gd name="connsiteX6" fmla="*/ 58443 w 2912392"/>
                <a:gd name="connsiteY6" fmla="*/ 128078 h 233319"/>
                <a:gd name="connsiteX7" fmla="*/ 68182 w 2912392"/>
                <a:gd name="connsiteY7" fmla="*/ 123608 h 233319"/>
                <a:gd name="connsiteX8" fmla="*/ 77923 w 2912392"/>
                <a:gd name="connsiteY8" fmla="*/ 119171 h 233319"/>
                <a:gd name="connsiteX9" fmla="*/ 87664 w 2912392"/>
                <a:gd name="connsiteY9" fmla="*/ 114773 h 233319"/>
                <a:gd name="connsiteX10" fmla="*/ 97404 w 2912392"/>
                <a:gd name="connsiteY10" fmla="*/ 110422 h 233319"/>
                <a:gd name="connsiteX11" fmla="*/ 107145 w 2912392"/>
                <a:gd name="connsiteY11" fmla="*/ 106127 h 233319"/>
                <a:gd name="connsiteX12" fmla="*/ 116886 w 2912392"/>
                <a:gd name="connsiteY12" fmla="*/ 101896 h 233319"/>
                <a:gd name="connsiteX13" fmla="*/ 126625 w 2912392"/>
                <a:gd name="connsiteY13" fmla="*/ 97736 h 233319"/>
                <a:gd name="connsiteX14" fmla="*/ 136366 w 2912392"/>
                <a:gd name="connsiteY14" fmla="*/ 93655 h 233319"/>
                <a:gd name="connsiteX15" fmla="*/ 146107 w 2912392"/>
                <a:gd name="connsiteY15" fmla="*/ 89659 h 233319"/>
                <a:gd name="connsiteX16" fmla="*/ 155846 w 2912392"/>
                <a:gd name="connsiteY16" fmla="*/ 85759 h 233319"/>
                <a:gd name="connsiteX17" fmla="*/ 165587 w 2912392"/>
                <a:gd name="connsiteY17" fmla="*/ 81958 h 233319"/>
                <a:gd name="connsiteX18" fmla="*/ 175328 w 2912392"/>
                <a:gd name="connsiteY18" fmla="*/ 78264 h 233319"/>
                <a:gd name="connsiteX19" fmla="*/ 185068 w 2912392"/>
                <a:gd name="connsiteY19" fmla="*/ 74686 h 233319"/>
                <a:gd name="connsiteX20" fmla="*/ 194809 w 2912392"/>
                <a:gd name="connsiteY20" fmla="*/ 71226 h 233319"/>
                <a:gd name="connsiteX21" fmla="*/ 204550 w 2912392"/>
                <a:gd name="connsiteY21" fmla="*/ 67895 h 233319"/>
                <a:gd name="connsiteX22" fmla="*/ 214289 w 2912392"/>
                <a:gd name="connsiteY22" fmla="*/ 64696 h 233319"/>
                <a:gd name="connsiteX23" fmla="*/ 224030 w 2912392"/>
                <a:gd name="connsiteY23" fmla="*/ 61634 h 233319"/>
                <a:gd name="connsiteX24" fmla="*/ 233771 w 2912392"/>
                <a:gd name="connsiteY24" fmla="*/ 58715 h 233319"/>
                <a:gd name="connsiteX25" fmla="*/ 243510 w 2912392"/>
                <a:gd name="connsiteY25" fmla="*/ 55946 h 233319"/>
                <a:gd name="connsiteX26" fmla="*/ 253251 w 2912392"/>
                <a:gd name="connsiteY26" fmla="*/ 53329 h 233319"/>
                <a:gd name="connsiteX27" fmla="*/ 262992 w 2912392"/>
                <a:gd name="connsiteY27" fmla="*/ 50868 h 233319"/>
                <a:gd name="connsiteX28" fmla="*/ 272732 w 2912392"/>
                <a:gd name="connsiteY28" fmla="*/ 48568 h 233319"/>
                <a:gd name="connsiteX29" fmla="*/ 282473 w 2912392"/>
                <a:gd name="connsiteY29" fmla="*/ 46431 h 233319"/>
                <a:gd name="connsiteX30" fmla="*/ 292214 w 2912392"/>
                <a:gd name="connsiteY30" fmla="*/ 44463 h 233319"/>
                <a:gd name="connsiteX31" fmla="*/ 301953 w 2912392"/>
                <a:gd name="connsiteY31" fmla="*/ 42663 h 233319"/>
                <a:gd name="connsiteX32" fmla="*/ 311694 w 2912392"/>
                <a:gd name="connsiteY32" fmla="*/ 41036 h 233319"/>
                <a:gd name="connsiteX33" fmla="*/ 321435 w 2912392"/>
                <a:gd name="connsiteY33" fmla="*/ 39584 h 233319"/>
                <a:gd name="connsiteX34" fmla="*/ 331175 w 2912392"/>
                <a:gd name="connsiteY34" fmla="*/ 38307 h 233319"/>
                <a:gd name="connsiteX35" fmla="*/ 340916 w 2912392"/>
                <a:gd name="connsiteY35" fmla="*/ 37207 h 233319"/>
                <a:gd name="connsiteX36" fmla="*/ 350656 w 2912392"/>
                <a:gd name="connsiteY36" fmla="*/ 36285 h 233319"/>
                <a:gd name="connsiteX37" fmla="*/ 360396 w 2912392"/>
                <a:gd name="connsiteY37" fmla="*/ 35541 h 233319"/>
                <a:gd name="connsiteX38" fmla="*/ 370137 w 2912392"/>
                <a:gd name="connsiteY38" fmla="*/ 34978 h 233319"/>
                <a:gd name="connsiteX39" fmla="*/ 379878 w 2912392"/>
                <a:gd name="connsiteY39" fmla="*/ 34592 h 233319"/>
                <a:gd name="connsiteX40" fmla="*/ 389617 w 2912392"/>
                <a:gd name="connsiteY40" fmla="*/ 34385 h 233319"/>
                <a:gd name="connsiteX41" fmla="*/ 399358 w 2912392"/>
                <a:gd name="connsiteY41" fmla="*/ 34356 h 233319"/>
                <a:gd name="connsiteX42" fmla="*/ 409099 w 2912392"/>
                <a:gd name="connsiteY42" fmla="*/ 34502 h 233319"/>
                <a:gd name="connsiteX43" fmla="*/ 418839 w 2912392"/>
                <a:gd name="connsiteY43" fmla="*/ 34825 h 233319"/>
                <a:gd name="connsiteX44" fmla="*/ 428580 w 2912392"/>
                <a:gd name="connsiteY44" fmla="*/ 35320 h 233319"/>
                <a:gd name="connsiteX45" fmla="*/ 438321 w 2912392"/>
                <a:gd name="connsiteY45" fmla="*/ 35987 h 233319"/>
                <a:gd name="connsiteX46" fmla="*/ 448060 w 2912392"/>
                <a:gd name="connsiteY46" fmla="*/ 36823 h 233319"/>
                <a:gd name="connsiteX47" fmla="*/ 457801 w 2912392"/>
                <a:gd name="connsiteY47" fmla="*/ 37827 h 233319"/>
                <a:gd name="connsiteX48" fmla="*/ 467542 w 2912392"/>
                <a:gd name="connsiteY48" fmla="*/ 38994 h 233319"/>
                <a:gd name="connsiteX49" fmla="*/ 477281 w 2912392"/>
                <a:gd name="connsiteY49" fmla="*/ 40323 h 233319"/>
                <a:gd name="connsiteX50" fmla="*/ 487022 w 2912392"/>
                <a:gd name="connsiteY50" fmla="*/ 41810 h 233319"/>
                <a:gd name="connsiteX51" fmla="*/ 496763 w 2912392"/>
                <a:gd name="connsiteY51" fmla="*/ 43450 h 233319"/>
                <a:gd name="connsiteX52" fmla="*/ 506503 w 2912392"/>
                <a:gd name="connsiteY52" fmla="*/ 45242 h 233319"/>
                <a:gd name="connsiteX53" fmla="*/ 516244 w 2912392"/>
                <a:gd name="connsiteY53" fmla="*/ 47182 h 233319"/>
                <a:gd name="connsiteX54" fmla="*/ 525985 w 2912392"/>
                <a:gd name="connsiteY54" fmla="*/ 49265 h 233319"/>
                <a:gd name="connsiteX55" fmla="*/ 535724 w 2912392"/>
                <a:gd name="connsiteY55" fmla="*/ 51486 h 233319"/>
                <a:gd name="connsiteX56" fmla="*/ 545465 w 2912392"/>
                <a:gd name="connsiteY56" fmla="*/ 53843 h 233319"/>
                <a:gd name="connsiteX57" fmla="*/ 555206 w 2912392"/>
                <a:gd name="connsiteY57" fmla="*/ 56330 h 233319"/>
                <a:gd name="connsiteX58" fmla="*/ 564946 w 2912392"/>
                <a:gd name="connsiteY58" fmla="*/ 58943 h 233319"/>
                <a:gd name="connsiteX59" fmla="*/ 574687 w 2912392"/>
                <a:gd name="connsiteY59" fmla="*/ 61676 h 233319"/>
                <a:gd name="connsiteX60" fmla="*/ 584428 w 2912392"/>
                <a:gd name="connsiteY60" fmla="*/ 64526 h 233319"/>
                <a:gd name="connsiteX61" fmla="*/ 594167 w 2912392"/>
                <a:gd name="connsiteY61" fmla="*/ 67486 h 233319"/>
                <a:gd name="connsiteX62" fmla="*/ 603908 w 2912392"/>
                <a:gd name="connsiteY62" fmla="*/ 70554 h 233319"/>
                <a:gd name="connsiteX63" fmla="*/ 613649 w 2912392"/>
                <a:gd name="connsiteY63" fmla="*/ 73722 h 233319"/>
                <a:gd name="connsiteX64" fmla="*/ 623388 w 2912392"/>
                <a:gd name="connsiteY64" fmla="*/ 76985 h 233319"/>
                <a:gd name="connsiteX65" fmla="*/ 633129 w 2912392"/>
                <a:gd name="connsiteY65" fmla="*/ 80338 h 233319"/>
                <a:gd name="connsiteX66" fmla="*/ 642870 w 2912392"/>
                <a:gd name="connsiteY66" fmla="*/ 83775 h 233319"/>
                <a:gd name="connsiteX67" fmla="*/ 652610 w 2912392"/>
                <a:gd name="connsiteY67" fmla="*/ 87292 h 233319"/>
                <a:gd name="connsiteX68" fmla="*/ 662351 w 2912392"/>
                <a:gd name="connsiteY68" fmla="*/ 90882 h 233319"/>
                <a:gd name="connsiteX69" fmla="*/ 672092 w 2912392"/>
                <a:gd name="connsiteY69" fmla="*/ 94540 h 233319"/>
                <a:gd name="connsiteX70" fmla="*/ 681831 w 2912392"/>
                <a:gd name="connsiteY70" fmla="*/ 98259 h 233319"/>
                <a:gd name="connsiteX71" fmla="*/ 691572 w 2912392"/>
                <a:gd name="connsiteY71" fmla="*/ 102034 h 233319"/>
                <a:gd name="connsiteX72" fmla="*/ 701313 w 2912392"/>
                <a:gd name="connsiteY72" fmla="*/ 105860 h 233319"/>
                <a:gd name="connsiteX73" fmla="*/ 711052 w 2912392"/>
                <a:gd name="connsiteY73" fmla="*/ 109729 h 233319"/>
                <a:gd name="connsiteX74" fmla="*/ 720793 w 2912392"/>
                <a:gd name="connsiteY74" fmla="*/ 113638 h 233319"/>
                <a:gd name="connsiteX75" fmla="*/ 730534 w 2912392"/>
                <a:gd name="connsiteY75" fmla="*/ 117575 h 233319"/>
                <a:gd name="connsiteX76" fmla="*/ 740274 w 2912392"/>
                <a:gd name="connsiteY76" fmla="*/ 121541 h 233319"/>
                <a:gd name="connsiteX77" fmla="*/ 750015 w 2912392"/>
                <a:gd name="connsiteY77" fmla="*/ 125525 h 233319"/>
                <a:gd name="connsiteX78" fmla="*/ 759756 w 2912392"/>
                <a:gd name="connsiteY78" fmla="*/ 129523 h 233319"/>
                <a:gd name="connsiteX79" fmla="*/ 769495 w 2912392"/>
                <a:gd name="connsiteY79" fmla="*/ 133528 h 233319"/>
                <a:gd name="connsiteX80" fmla="*/ 779236 w 2912392"/>
                <a:gd name="connsiteY80" fmla="*/ 137534 h 233319"/>
                <a:gd name="connsiteX81" fmla="*/ 788977 w 2912392"/>
                <a:gd name="connsiteY81" fmla="*/ 141534 h 233319"/>
                <a:gd name="connsiteX82" fmla="*/ 798717 w 2912392"/>
                <a:gd name="connsiteY82" fmla="*/ 145523 h 233319"/>
                <a:gd name="connsiteX83" fmla="*/ 808458 w 2912392"/>
                <a:gd name="connsiteY83" fmla="*/ 149493 h 233319"/>
                <a:gd name="connsiteX84" fmla="*/ 818199 w 2912392"/>
                <a:gd name="connsiteY84" fmla="*/ 153440 h 233319"/>
                <a:gd name="connsiteX85" fmla="*/ 827938 w 2912392"/>
                <a:gd name="connsiteY85" fmla="*/ 157356 h 233319"/>
                <a:gd name="connsiteX86" fmla="*/ 837679 w 2912392"/>
                <a:gd name="connsiteY86" fmla="*/ 161235 h 233319"/>
                <a:gd name="connsiteX87" fmla="*/ 847420 w 2912392"/>
                <a:gd name="connsiteY87" fmla="*/ 165070 h 233319"/>
                <a:gd name="connsiteX88" fmla="*/ 857159 w 2912392"/>
                <a:gd name="connsiteY88" fmla="*/ 168858 h 233319"/>
                <a:gd name="connsiteX89" fmla="*/ 866900 w 2912392"/>
                <a:gd name="connsiteY89" fmla="*/ 172588 h 233319"/>
                <a:gd name="connsiteX90" fmla="*/ 876641 w 2912392"/>
                <a:gd name="connsiteY90" fmla="*/ 176258 h 233319"/>
                <a:gd name="connsiteX91" fmla="*/ 886381 w 2912392"/>
                <a:gd name="connsiteY91" fmla="*/ 179859 h 233319"/>
                <a:gd name="connsiteX92" fmla="*/ 896122 w 2912392"/>
                <a:gd name="connsiteY92" fmla="*/ 183387 h 233319"/>
                <a:gd name="connsiteX93" fmla="*/ 905863 w 2912392"/>
                <a:gd name="connsiteY93" fmla="*/ 186836 h 233319"/>
                <a:gd name="connsiteX94" fmla="*/ 915602 w 2912392"/>
                <a:gd name="connsiteY94" fmla="*/ 190199 h 233319"/>
                <a:gd name="connsiteX95" fmla="*/ 925343 w 2912392"/>
                <a:gd name="connsiteY95" fmla="*/ 193472 h 233319"/>
                <a:gd name="connsiteX96" fmla="*/ 935084 w 2912392"/>
                <a:gd name="connsiteY96" fmla="*/ 196647 h 233319"/>
                <a:gd name="connsiteX97" fmla="*/ 944824 w 2912392"/>
                <a:gd name="connsiteY97" fmla="*/ 199721 h 233319"/>
                <a:gd name="connsiteX98" fmla="*/ 954564 w 2912392"/>
                <a:gd name="connsiteY98" fmla="*/ 202689 h 233319"/>
                <a:gd name="connsiteX99" fmla="*/ 964305 w 2912392"/>
                <a:gd name="connsiteY99" fmla="*/ 205542 h 233319"/>
                <a:gd name="connsiteX100" fmla="*/ 974045 w 2912392"/>
                <a:gd name="connsiteY100" fmla="*/ 208280 h 233319"/>
                <a:gd name="connsiteX101" fmla="*/ 983786 w 2912392"/>
                <a:gd name="connsiteY101" fmla="*/ 210895 h 233319"/>
                <a:gd name="connsiteX102" fmla="*/ 993522 w 2912392"/>
                <a:gd name="connsiteY102" fmla="*/ 213383 h 233319"/>
                <a:gd name="connsiteX103" fmla="*/ 1003266 w 2912392"/>
                <a:gd name="connsiteY103" fmla="*/ 215742 h 233319"/>
                <a:gd name="connsiteX104" fmla="*/ 1013010 w 2912392"/>
                <a:gd name="connsiteY104" fmla="*/ 217965 h 233319"/>
                <a:gd name="connsiteX105" fmla="*/ 1022754 w 2912392"/>
                <a:gd name="connsiteY105" fmla="*/ 220049 h 233319"/>
                <a:gd name="connsiteX106" fmla="*/ 1032483 w 2912392"/>
                <a:gd name="connsiteY106" fmla="*/ 221992 h 233319"/>
                <a:gd name="connsiteX107" fmla="*/ 1042227 w 2912392"/>
                <a:gd name="connsiteY107" fmla="*/ 223789 h 233319"/>
                <a:gd name="connsiteX108" fmla="*/ 1051971 w 2912392"/>
                <a:gd name="connsiteY108" fmla="*/ 225436 h 233319"/>
                <a:gd name="connsiteX109" fmla="*/ 1061715 w 2912392"/>
                <a:gd name="connsiteY109" fmla="*/ 226934 h 233319"/>
                <a:gd name="connsiteX110" fmla="*/ 1071444 w 2912392"/>
                <a:gd name="connsiteY110" fmla="*/ 228276 h 233319"/>
                <a:gd name="connsiteX111" fmla="*/ 1081188 w 2912392"/>
                <a:gd name="connsiteY111" fmla="*/ 229465 h 233319"/>
                <a:gd name="connsiteX112" fmla="*/ 1090932 w 2912392"/>
                <a:gd name="connsiteY112" fmla="*/ 230495 h 233319"/>
                <a:gd name="connsiteX113" fmla="*/ 1100676 w 2912392"/>
                <a:gd name="connsiteY113" fmla="*/ 231366 h 233319"/>
                <a:gd name="connsiteX114" fmla="*/ 1110405 w 2912392"/>
                <a:gd name="connsiteY114" fmla="*/ 232078 h 233319"/>
                <a:gd name="connsiteX115" fmla="*/ 1120149 w 2912392"/>
                <a:gd name="connsiteY115" fmla="*/ 232630 h 233319"/>
                <a:gd name="connsiteX116" fmla="*/ 1129893 w 2912392"/>
                <a:gd name="connsiteY116" fmla="*/ 233020 h 233319"/>
                <a:gd name="connsiteX117" fmla="*/ 1139637 w 2912392"/>
                <a:gd name="connsiteY117" fmla="*/ 233250 h 233319"/>
                <a:gd name="connsiteX118" fmla="*/ 1149381 w 2912392"/>
                <a:gd name="connsiteY118" fmla="*/ 233320 h 233319"/>
                <a:gd name="connsiteX119" fmla="*/ 1159110 w 2912392"/>
                <a:gd name="connsiteY119" fmla="*/ 233229 h 233319"/>
                <a:gd name="connsiteX120" fmla="*/ 1168854 w 2912392"/>
                <a:gd name="connsiteY120" fmla="*/ 232980 h 233319"/>
                <a:gd name="connsiteX121" fmla="*/ 1178598 w 2912392"/>
                <a:gd name="connsiteY121" fmla="*/ 232573 h 233319"/>
                <a:gd name="connsiteX122" fmla="*/ 1188341 w 2912392"/>
                <a:gd name="connsiteY122" fmla="*/ 232013 h 233319"/>
                <a:gd name="connsiteX123" fmla="*/ 1198070 w 2912392"/>
                <a:gd name="connsiteY123" fmla="*/ 231298 h 233319"/>
                <a:gd name="connsiteX124" fmla="*/ 1207814 w 2912392"/>
                <a:gd name="connsiteY124" fmla="*/ 230434 h 233319"/>
                <a:gd name="connsiteX125" fmla="*/ 1217558 w 2912392"/>
                <a:gd name="connsiteY125" fmla="*/ 229422 h 233319"/>
                <a:gd name="connsiteX126" fmla="*/ 1227302 w 2912392"/>
                <a:gd name="connsiteY126" fmla="*/ 228267 h 233319"/>
                <a:gd name="connsiteX127" fmla="*/ 1237031 w 2912392"/>
                <a:gd name="connsiteY127" fmla="*/ 226971 h 233319"/>
                <a:gd name="connsiteX128" fmla="*/ 1246775 w 2912392"/>
                <a:gd name="connsiteY128" fmla="*/ 225539 h 233319"/>
                <a:gd name="connsiteX129" fmla="*/ 1256519 w 2912392"/>
                <a:gd name="connsiteY129" fmla="*/ 223975 h 233319"/>
                <a:gd name="connsiteX130" fmla="*/ 1266263 w 2912392"/>
                <a:gd name="connsiteY130" fmla="*/ 222284 h 233319"/>
                <a:gd name="connsiteX131" fmla="*/ 1276007 w 2912392"/>
                <a:gd name="connsiteY131" fmla="*/ 220471 h 233319"/>
                <a:gd name="connsiteX132" fmla="*/ 1285736 w 2912392"/>
                <a:gd name="connsiteY132" fmla="*/ 218540 h 233319"/>
                <a:gd name="connsiteX133" fmla="*/ 1295480 w 2912392"/>
                <a:gd name="connsiteY133" fmla="*/ 216497 h 233319"/>
                <a:gd name="connsiteX134" fmla="*/ 1305224 w 2912392"/>
                <a:gd name="connsiteY134" fmla="*/ 214350 h 233319"/>
                <a:gd name="connsiteX135" fmla="*/ 1314968 w 2912392"/>
                <a:gd name="connsiteY135" fmla="*/ 212102 h 233319"/>
                <a:gd name="connsiteX136" fmla="*/ 1324697 w 2912392"/>
                <a:gd name="connsiteY136" fmla="*/ 209761 h 233319"/>
                <a:gd name="connsiteX137" fmla="*/ 1334441 w 2912392"/>
                <a:gd name="connsiteY137" fmla="*/ 207333 h 233319"/>
                <a:gd name="connsiteX138" fmla="*/ 1344185 w 2912392"/>
                <a:gd name="connsiteY138" fmla="*/ 204824 h 233319"/>
                <a:gd name="connsiteX139" fmla="*/ 1353929 w 2912392"/>
                <a:gd name="connsiteY139" fmla="*/ 202240 h 233319"/>
                <a:gd name="connsiteX140" fmla="*/ 1363658 w 2912392"/>
                <a:gd name="connsiteY140" fmla="*/ 199591 h 233319"/>
                <a:gd name="connsiteX141" fmla="*/ 1373402 w 2912392"/>
                <a:gd name="connsiteY141" fmla="*/ 196883 h 233319"/>
                <a:gd name="connsiteX142" fmla="*/ 1383146 w 2912392"/>
                <a:gd name="connsiteY142" fmla="*/ 194120 h 233319"/>
                <a:gd name="connsiteX143" fmla="*/ 1392890 w 2912392"/>
                <a:gd name="connsiteY143" fmla="*/ 191313 h 233319"/>
                <a:gd name="connsiteX144" fmla="*/ 1402619 w 2912392"/>
                <a:gd name="connsiteY144" fmla="*/ 188468 h 233319"/>
                <a:gd name="connsiteX145" fmla="*/ 1412363 w 2912392"/>
                <a:gd name="connsiteY145" fmla="*/ 185592 h 233319"/>
                <a:gd name="connsiteX146" fmla="*/ 1422106 w 2912392"/>
                <a:gd name="connsiteY146" fmla="*/ 182693 h 233319"/>
                <a:gd name="connsiteX147" fmla="*/ 1431850 w 2912392"/>
                <a:gd name="connsiteY147" fmla="*/ 179777 h 233319"/>
                <a:gd name="connsiteX148" fmla="*/ 1441594 w 2912392"/>
                <a:gd name="connsiteY148" fmla="*/ 176852 h 233319"/>
                <a:gd name="connsiteX149" fmla="*/ 1451323 w 2912392"/>
                <a:gd name="connsiteY149" fmla="*/ 173925 h 233319"/>
                <a:gd name="connsiteX150" fmla="*/ 1461067 w 2912392"/>
                <a:gd name="connsiteY150" fmla="*/ 171005 h 233319"/>
                <a:gd name="connsiteX151" fmla="*/ 1470811 w 2912392"/>
                <a:gd name="connsiteY151" fmla="*/ 168096 h 233319"/>
                <a:gd name="connsiteX152" fmla="*/ 1480555 w 2912392"/>
                <a:gd name="connsiteY152" fmla="*/ 165207 h 233319"/>
                <a:gd name="connsiteX153" fmla="*/ 1490284 w 2912392"/>
                <a:gd name="connsiteY153" fmla="*/ 162344 h 233319"/>
                <a:gd name="connsiteX154" fmla="*/ 1500028 w 2912392"/>
                <a:gd name="connsiteY154" fmla="*/ 159514 h 233319"/>
                <a:gd name="connsiteX155" fmla="*/ 1509772 w 2912392"/>
                <a:gd name="connsiteY155" fmla="*/ 156724 h 233319"/>
                <a:gd name="connsiteX156" fmla="*/ 1519516 w 2912392"/>
                <a:gd name="connsiteY156" fmla="*/ 153979 h 233319"/>
                <a:gd name="connsiteX157" fmla="*/ 1529245 w 2912392"/>
                <a:gd name="connsiteY157" fmla="*/ 151286 h 233319"/>
                <a:gd name="connsiteX158" fmla="*/ 1538989 w 2912392"/>
                <a:gd name="connsiteY158" fmla="*/ 148652 h 233319"/>
                <a:gd name="connsiteX159" fmla="*/ 1548733 w 2912392"/>
                <a:gd name="connsiteY159" fmla="*/ 146079 h 233319"/>
                <a:gd name="connsiteX160" fmla="*/ 1558477 w 2912392"/>
                <a:gd name="connsiteY160" fmla="*/ 143576 h 233319"/>
                <a:gd name="connsiteX161" fmla="*/ 1568221 w 2912392"/>
                <a:gd name="connsiteY161" fmla="*/ 141147 h 233319"/>
                <a:gd name="connsiteX162" fmla="*/ 1577950 w 2912392"/>
                <a:gd name="connsiteY162" fmla="*/ 138796 h 233319"/>
                <a:gd name="connsiteX163" fmla="*/ 1587694 w 2912392"/>
                <a:gd name="connsiteY163" fmla="*/ 136530 h 233319"/>
                <a:gd name="connsiteX164" fmla="*/ 1597438 w 2912392"/>
                <a:gd name="connsiteY164" fmla="*/ 134350 h 233319"/>
                <a:gd name="connsiteX165" fmla="*/ 1607182 w 2912392"/>
                <a:gd name="connsiteY165" fmla="*/ 132263 h 233319"/>
                <a:gd name="connsiteX166" fmla="*/ 1616911 w 2912392"/>
                <a:gd name="connsiteY166" fmla="*/ 130269 h 233319"/>
                <a:gd name="connsiteX167" fmla="*/ 1626655 w 2912392"/>
                <a:gd name="connsiteY167" fmla="*/ 128377 h 233319"/>
                <a:gd name="connsiteX168" fmla="*/ 1636399 w 2912392"/>
                <a:gd name="connsiteY168" fmla="*/ 126586 h 233319"/>
                <a:gd name="connsiteX169" fmla="*/ 1646142 w 2912392"/>
                <a:gd name="connsiteY169" fmla="*/ 124900 h 233319"/>
                <a:gd name="connsiteX170" fmla="*/ 1655872 w 2912392"/>
                <a:gd name="connsiteY170" fmla="*/ 123320 h 233319"/>
                <a:gd name="connsiteX171" fmla="*/ 1665616 w 2912392"/>
                <a:gd name="connsiteY171" fmla="*/ 121851 h 233319"/>
                <a:gd name="connsiteX172" fmla="*/ 1675359 w 2912392"/>
                <a:gd name="connsiteY172" fmla="*/ 120493 h 233319"/>
                <a:gd name="connsiteX173" fmla="*/ 1685103 w 2912392"/>
                <a:gd name="connsiteY173" fmla="*/ 119249 h 233319"/>
                <a:gd name="connsiteX174" fmla="*/ 1694832 w 2912392"/>
                <a:gd name="connsiteY174" fmla="*/ 118118 h 233319"/>
                <a:gd name="connsiteX175" fmla="*/ 1704576 w 2912392"/>
                <a:gd name="connsiteY175" fmla="*/ 117103 h 233319"/>
                <a:gd name="connsiteX176" fmla="*/ 1714320 w 2912392"/>
                <a:gd name="connsiteY176" fmla="*/ 116203 h 233319"/>
                <a:gd name="connsiteX177" fmla="*/ 1724064 w 2912392"/>
                <a:gd name="connsiteY177" fmla="*/ 115421 h 233319"/>
                <a:gd name="connsiteX178" fmla="*/ 1733808 w 2912392"/>
                <a:gd name="connsiteY178" fmla="*/ 114755 h 233319"/>
                <a:gd name="connsiteX179" fmla="*/ 1743537 w 2912392"/>
                <a:gd name="connsiteY179" fmla="*/ 114205 h 233319"/>
                <a:gd name="connsiteX180" fmla="*/ 1753281 w 2912392"/>
                <a:gd name="connsiteY180" fmla="*/ 113772 h 233319"/>
                <a:gd name="connsiteX181" fmla="*/ 1763025 w 2912392"/>
                <a:gd name="connsiteY181" fmla="*/ 113453 h 233319"/>
                <a:gd name="connsiteX182" fmla="*/ 1772769 w 2912392"/>
                <a:gd name="connsiteY182" fmla="*/ 113249 h 233319"/>
                <a:gd name="connsiteX183" fmla="*/ 1782498 w 2912392"/>
                <a:gd name="connsiteY183" fmla="*/ 113158 h 233319"/>
                <a:gd name="connsiteX184" fmla="*/ 1792242 w 2912392"/>
                <a:gd name="connsiteY184" fmla="*/ 113179 h 233319"/>
                <a:gd name="connsiteX185" fmla="*/ 1801986 w 2912392"/>
                <a:gd name="connsiteY185" fmla="*/ 113310 h 233319"/>
                <a:gd name="connsiteX186" fmla="*/ 1811730 w 2912392"/>
                <a:gd name="connsiteY186" fmla="*/ 113548 h 233319"/>
                <a:gd name="connsiteX187" fmla="*/ 1821459 w 2912392"/>
                <a:gd name="connsiteY187" fmla="*/ 113894 h 233319"/>
                <a:gd name="connsiteX188" fmla="*/ 1831203 w 2912392"/>
                <a:gd name="connsiteY188" fmla="*/ 114344 h 233319"/>
                <a:gd name="connsiteX189" fmla="*/ 1840947 w 2912392"/>
                <a:gd name="connsiteY189" fmla="*/ 114893 h 233319"/>
                <a:gd name="connsiteX190" fmla="*/ 1850691 w 2912392"/>
                <a:gd name="connsiteY190" fmla="*/ 115545 h 233319"/>
                <a:gd name="connsiteX191" fmla="*/ 1860435 w 2912392"/>
                <a:gd name="connsiteY191" fmla="*/ 116290 h 233319"/>
                <a:gd name="connsiteX192" fmla="*/ 1870164 w 2912392"/>
                <a:gd name="connsiteY192" fmla="*/ 117130 h 233319"/>
                <a:gd name="connsiteX193" fmla="*/ 1879908 w 2912392"/>
                <a:gd name="connsiteY193" fmla="*/ 118060 h 233319"/>
                <a:gd name="connsiteX194" fmla="*/ 1889652 w 2912392"/>
                <a:gd name="connsiteY194" fmla="*/ 119077 h 233319"/>
                <a:gd name="connsiteX195" fmla="*/ 1899395 w 2912392"/>
                <a:gd name="connsiteY195" fmla="*/ 120178 h 233319"/>
                <a:gd name="connsiteX196" fmla="*/ 1909124 w 2912392"/>
                <a:gd name="connsiteY196" fmla="*/ 121360 h 233319"/>
                <a:gd name="connsiteX197" fmla="*/ 1918868 w 2912392"/>
                <a:gd name="connsiteY197" fmla="*/ 122617 h 233319"/>
                <a:gd name="connsiteX198" fmla="*/ 1928612 w 2912392"/>
                <a:gd name="connsiteY198" fmla="*/ 123951 h 233319"/>
                <a:gd name="connsiteX199" fmla="*/ 1938356 w 2912392"/>
                <a:gd name="connsiteY199" fmla="*/ 125353 h 233319"/>
                <a:gd name="connsiteX200" fmla="*/ 1948085 w 2912392"/>
                <a:gd name="connsiteY200" fmla="*/ 126820 h 233319"/>
                <a:gd name="connsiteX201" fmla="*/ 1957829 w 2912392"/>
                <a:gd name="connsiteY201" fmla="*/ 128352 h 233319"/>
                <a:gd name="connsiteX202" fmla="*/ 1967573 w 2912392"/>
                <a:gd name="connsiteY202" fmla="*/ 129942 h 233319"/>
                <a:gd name="connsiteX203" fmla="*/ 1977317 w 2912392"/>
                <a:gd name="connsiteY203" fmla="*/ 131586 h 233319"/>
                <a:gd name="connsiteX204" fmla="*/ 1987046 w 2912392"/>
                <a:gd name="connsiteY204" fmla="*/ 133282 h 233319"/>
                <a:gd name="connsiteX205" fmla="*/ 1996790 w 2912392"/>
                <a:gd name="connsiteY205" fmla="*/ 135025 h 233319"/>
                <a:gd name="connsiteX206" fmla="*/ 2006534 w 2912392"/>
                <a:gd name="connsiteY206" fmla="*/ 136811 h 233319"/>
                <a:gd name="connsiteX207" fmla="*/ 2016278 w 2912392"/>
                <a:gd name="connsiteY207" fmla="*/ 138637 h 233319"/>
                <a:gd name="connsiteX208" fmla="*/ 2026022 w 2912392"/>
                <a:gd name="connsiteY208" fmla="*/ 140497 h 233319"/>
                <a:gd name="connsiteX209" fmla="*/ 2035751 w 2912392"/>
                <a:gd name="connsiteY209" fmla="*/ 142388 h 233319"/>
                <a:gd name="connsiteX210" fmla="*/ 2045495 w 2912392"/>
                <a:gd name="connsiteY210" fmla="*/ 144307 h 233319"/>
                <a:gd name="connsiteX211" fmla="*/ 2055239 w 2912392"/>
                <a:gd name="connsiteY211" fmla="*/ 146250 h 233319"/>
                <a:gd name="connsiteX212" fmla="*/ 2064983 w 2912392"/>
                <a:gd name="connsiteY212" fmla="*/ 148212 h 233319"/>
                <a:gd name="connsiteX213" fmla="*/ 2074712 w 2912392"/>
                <a:gd name="connsiteY213" fmla="*/ 150188 h 233319"/>
                <a:gd name="connsiteX214" fmla="*/ 2084456 w 2912392"/>
                <a:gd name="connsiteY214" fmla="*/ 152177 h 233319"/>
                <a:gd name="connsiteX215" fmla="*/ 2094200 w 2912392"/>
                <a:gd name="connsiteY215" fmla="*/ 154172 h 233319"/>
                <a:gd name="connsiteX216" fmla="*/ 2103944 w 2912392"/>
                <a:gd name="connsiteY216" fmla="*/ 156171 h 233319"/>
                <a:gd name="connsiteX217" fmla="*/ 2113673 w 2912392"/>
                <a:gd name="connsiteY217" fmla="*/ 158169 h 233319"/>
                <a:gd name="connsiteX218" fmla="*/ 2123417 w 2912392"/>
                <a:gd name="connsiteY218" fmla="*/ 160163 h 233319"/>
                <a:gd name="connsiteX219" fmla="*/ 2133161 w 2912392"/>
                <a:gd name="connsiteY219" fmla="*/ 162147 h 233319"/>
                <a:gd name="connsiteX220" fmla="*/ 2142905 w 2912392"/>
                <a:gd name="connsiteY220" fmla="*/ 164120 h 233319"/>
                <a:gd name="connsiteX221" fmla="*/ 2152649 w 2912392"/>
                <a:gd name="connsiteY221" fmla="*/ 166076 h 233319"/>
                <a:gd name="connsiteX222" fmla="*/ 2162377 w 2912392"/>
                <a:gd name="connsiteY222" fmla="*/ 168011 h 233319"/>
                <a:gd name="connsiteX223" fmla="*/ 2172121 w 2912392"/>
                <a:gd name="connsiteY223" fmla="*/ 169923 h 233319"/>
                <a:gd name="connsiteX224" fmla="*/ 2181865 w 2912392"/>
                <a:gd name="connsiteY224" fmla="*/ 171805 h 233319"/>
                <a:gd name="connsiteX225" fmla="*/ 2191609 w 2912392"/>
                <a:gd name="connsiteY225" fmla="*/ 173655 h 233319"/>
                <a:gd name="connsiteX226" fmla="*/ 2201338 w 2912392"/>
                <a:gd name="connsiteY226" fmla="*/ 175468 h 233319"/>
                <a:gd name="connsiteX227" fmla="*/ 2211082 w 2912392"/>
                <a:gd name="connsiteY227" fmla="*/ 177241 h 233319"/>
                <a:gd name="connsiteX228" fmla="*/ 2220826 w 2912392"/>
                <a:gd name="connsiteY228" fmla="*/ 178971 h 233319"/>
                <a:gd name="connsiteX229" fmla="*/ 2230570 w 2912392"/>
                <a:gd name="connsiteY229" fmla="*/ 180652 h 233319"/>
                <a:gd name="connsiteX230" fmla="*/ 2240299 w 2912392"/>
                <a:gd name="connsiteY230" fmla="*/ 182280 h 233319"/>
                <a:gd name="connsiteX231" fmla="*/ 2250043 w 2912392"/>
                <a:gd name="connsiteY231" fmla="*/ 183853 h 233319"/>
                <a:gd name="connsiteX232" fmla="*/ 2259787 w 2912392"/>
                <a:gd name="connsiteY232" fmla="*/ 185366 h 233319"/>
                <a:gd name="connsiteX233" fmla="*/ 2269531 w 2912392"/>
                <a:gd name="connsiteY233" fmla="*/ 186814 h 233319"/>
                <a:gd name="connsiteX234" fmla="*/ 2279260 w 2912392"/>
                <a:gd name="connsiteY234" fmla="*/ 188193 h 233319"/>
                <a:gd name="connsiteX235" fmla="*/ 2289004 w 2912392"/>
                <a:gd name="connsiteY235" fmla="*/ 189502 h 233319"/>
                <a:gd name="connsiteX236" fmla="*/ 2298748 w 2912392"/>
                <a:gd name="connsiteY236" fmla="*/ 190734 h 233319"/>
                <a:gd name="connsiteX237" fmla="*/ 2308492 w 2912392"/>
                <a:gd name="connsiteY237" fmla="*/ 191886 h 233319"/>
                <a:gd name="connsiteX238" fmla="*/ 2318236 w 2912392"/>
                <a:gd name="connsiteY238" fmla="*/ 192954 h 233319"/>
                <a:gd name="connsiteX239" fmla="*/ 2327965 w 2912392"/>
                <a:gd name="connsiteY239" fmla="*/ 193933 h 233319"/>
                <a:gd name="connsiteX240" fmla="*/ 2337709 w 2912392"/>
                <a:gd name="connsiteY240" fmla="*/ 194821 h 233319"/>
                <a:gd name="connsiteX241" fmla="*/ 2347453 w 2912392"/>
                <a:gd name="connsiteY241" fmla="*/ 195612 h 233319"/>
                <a:gd name="connsiteX242" fmla="*/ 2357197 w 2912392"/>
                <a:gd name="connsiteY242" fmla="*/ 196305 h 233319"/>
                <a:gd name="connsiteX243" fmla="*/ 2366926 w 2912392"/>
                <a:gd name="connsiteY243" fmla="*/ 196892 h 233319"/>
                <a:gd name="connsiteX244" fmla="*/ 2376670 w 2912392"/>
                <a:gd name="connsiteY244" fmla="*/ 197371 h 233319"/>
                <a:gd name="connsiteX245" fmla="*/ 2386413 w 2912392"/>
                <a:gd name="connsiteY245" fmla="*/ 197739 h 233319"/>
                <a:gd name="connsiteX246" fmla="*/ 2396157 w 2912392"/>
                <a:gd name="connsiteY246" fmla="*/ 197991 h 233319"/>
                <a:gd name="connsiteX247" fmla="*/ 2405886 w 2912392"/>
                <a:gd name="connsiteY247" fmla="*/ 198125 h 233319"/>
                <a:gd name="connsiteX248" fmla="*/ 2415630 w 2912392"/>
                <a:gd name="connsiteY248" fmla="*/ 198134 h 233319"/>
                <a:gd name="connsiteX249" fmla="*/ 2425374 w 2912392"/>
                <a:gd name="connsiteY249" fmla="*/ 198018 h 233319"/>
                <a:gd name="connsiteX250" fmla="*/ 2435118 w 2912392"/>
                <a:gd name="connsiteY250" fmla="*/ 197771 h 233319"/>
                <a:gd name="connsiteX251" fmla="*/ 2444862 w 2912392"/>
                <a:gd name="connsiteY251" fmla="*/ 197389 h 233319"/>
                <a:gd name="connsiteX252" fmla="*/ 2454591 w 2912392"/>
                <a:gd name="connsiteY252" fmla="*/ 196871 h 233319"/>
                <a:gd name="connsiteX253" fmla="*/ 2464335 w 2912392"/>
                <a:gd name="connsiteY253" fmla="*/ 196211 h 233319"/>
                <a:gd name="connsiteX254" fmla="*/ 2474079 w 2912392"/>
                <a:gd name="connsiteY254" fmla="*/ 195406 h 233319"/>
                <a:gd name="connsiteX255" fmla="*/ 2483823 w 2912392"/>
                <a:gd name="connsiteY255" fmla="*/ 194456 h 233319"/>
                <a:gd name="connsiteX256" fmla="*/ 2493552 w 2912392"/>
                <a:gd name="connsiteY256" fmla="*/ 193354 h 233319"/>
                <a:gd name="connsiteX257" fmla="*/ 2503296 w 2912392"/>
                <a:gd name="connsiteY257" fmla="*/ 192100 h 233319"/>
                <a:gd name="connsiteX258" fmla="*/ 2513040 w 2912392"/>
                <a:gd name="connsiteY258" fmla="*/ 190691 h 233319"/>
                <a:gd name="connsiteX259" fmla="*/ 2522784 w 2912392"/>
                <a:gd name="connsiteY259" fmla="*/ 189122 h 233319"/>
                <a:gd name="connsiteX260" fmla="*/ 2532513 w 2912392"/>
                <a:gd name="connsiteY260" fmla="*/ 187392 h 233319"/>
                <a:gd name="connsiteX261" fmla="*/ 2542257 w 2912392"/>
                <a:gd name="connsiteY261" fmla="*/ 185501 h 233319"/>
                <a:gd name="connsiteX262" fmla="*/ 2552001 w 2912392"/>
                <a:gd name="connsiteY262" fmla="*/ 183444 h 233319"/>
                <a:gd name="connsiteX263" fmla="*/ 2561745 w 2912392"/>
                <a:gd name="connsiteY263" fmla="*/ 181221 h 233319"/>
                <a:gd name="connsiteX264" fmla="*/ 2571474 w 2912392"/>
                <a:gd name="connsiteY264" fmla="*/ 178828 h 233319"/>
                <a:gd name="connsiteX265" fmla="*/ 2581218 w 2912392"/>
                <a:gd name="connsiteY265" fmla="*/ 176268 h 233319"/>
                <a:gd name="connsiteX266" fmla="*/ 2590962 w 2912392"/>
                <a:gd name="connsiteY266" fmla="*/ 173536 h 233319"/>
                <a:gd name="connsiteX267" fmla="*/ 2600705 w 2912392"/>
                <a:gd name="connsiteY267" fmla="*/ 170634 h 233319"/>
                <a:gd name="connsiteX268" fmla="*/ 2610449 w 2912392"/>
                <a:gd name="connsiteY268" fmla="*/ 167560 h 233319"/>
                <a:gd name="connsiteX269" fmla="*/ 2620178 w 2912392"/>
                <a:gd name="connsiteY269" fmla="*/ 164313 h 233319"/>
                <a:gd name="connsiteX270" fmla="*/ 2629922 w 2912392"/>
                <a:gd name="connsiteY270" fmla="*/ 160896 h 233319"/>
                <a:gd name="connsiteX271" fmla="*/ 2639666 w 2912392"/>
                <a:gd name="connsiteY271" fmla="*/ 157308 h 233319"/>
                <a:gd name="connsiteX272" fmla="*/ 2649410 w 2912392"/>
                <a:gd name="connsiteY272" fmla="*/ 153547 h 233319"/>
                <a:gd name="connsiteX273" fmla="*/ 2659139 w 2912392"/>
                <a:gd name="connsiteY273" fmla="*/ 149619 h 233319"/>
                <a:gd name="connsiteX274" fmla="*/ 2668883 w 2912392"/>
                <a:gd name="connsiteY274" fmla="*/ 145523 h 233319"/>
                <a:gd name="connsiteX275" fmla="*/ 2678627 w 2912392"/>
                <a:gd name="connsiteY275" fmla="*/ 141259 h 233319"/>
                <a:gd name="connsiteX276" fmla="*/ 2688371 w 2912392"/>
                <a:gd name="connsiteY276" fmla="*/ 136832 h 233319"/>
                <a:gd name="connsiteX277" fmla="*/ 2698100 w 2912392"/>
                <a:gd name="connsiteY277" fmla="*/ 132243 h 233319"/>
                <a:gd name="connsiteX278" fmla="*/ 2707844 w 2912392"/>
                <a:gd name="connsiteY278" fmla="*/ 127495 h 233319"/>
                <a:gd name="connsiteX279" fmla="*/ 2717588 w 2912392"/>
                <a:gd name="connsiteY279" fmla="*/ 122592 h 233319"/>
                <a:gd name="connsiteX280" fmla="*/ 2727332 w 2912392"/>
                <a:gd name="connsiteY280" fmla="*/ 117537 h 233319"/>
                <a:gd name="connsiteX281" fmla="*/ 2737076 w 2912392"/>
                <a:gd name="connsiteY281" fmla="*/ 112332 h 233319"/>
                <a:gd name="connsiteX282" fmla="*/ 2746805 w 2912392"/>
                <a:gd name="connsiteY282" fmla="*/ 106985 h 233319"/>
                <a:gd name="connsiteX283" fmla="*/ 2756549 w 2912392"/>
                <a:gd name="connsiteY283" fmla="*/ 101499 h 233319"/>
                <a:gd name="connsiteX284" fmla="*/ 2766293 w 2912392"/>
                <a:gd name="connsiteY284" fmla="*/ 95879 h 233319"/>
                <a:gd name="connsiteX285" fmla="*/ 2776037 w 2912392"/>
                <a:gd name="connsiteY285" fmla="*/ 90130 h 233319"/>
                <a:gd name="connsiteX286" fmla="*/ 2785766 w 2912392"/>
                <a:gd name="connsiteY286" fmla="*/ 84258 h 233319"/>
                <a:gd name="connsiteX287" fmla="*/ 2795510 w 2912392"/>
                <a:gd name="connsiteY287" fmla="*/ 78270 h 233319"/>
                <a:gd name="connsiteX288" fmla="*/ 2805254 w 2912392"/>
                <a:gd name="connsiteY288" fmla="*/ 72172 h 233319"/>
                <a:gd name="connsiteX289" fmla="*/ 2814998 w 2912392"/>
                <a:gd name="connsiteY289" fmla="*/ 65971 h 233319"/>
                <a:gd name="connsiteX290" fmla="*/ 2824727 w 2912392"/>
                <a:gd name="connsiteY290" fmla="*/ 59673 h 233319"/>
                <a:gd name="connsiteX291" fmla="*/ 2834471 w 2912392"/>
                <a:gd name="connsiteY291" fmla="*/ 53286 h 233319"/>
                <a:gd name="connsiteX292" fmla="*/ 2844215 w 2912392"/>
                <a:gd name="connsiteY292" fmla="*/ 46820 h 233319"/>
                <a:gd name="connsiteX293" fmla="*/ 2853958 w 2912392"/>
                <a:gd name="connsiteY293" fmla="*/ 40279 h 233319"/>
                <a:gd name="connsiteX294" fmla="*/ 2863687 w 2912392"/>
                <a:gd name="connsiteY294" fmla="*/ 33676 h 233319"/>
                <a:gd name="connsiteX295" fmla="*/ 2873431 w 2912392"/>
                <a:gd name="connsiteY295" fmla="*/ 27016 h 233319"/>
                <a:gd name="connsiteX296" fmla="*/ 2883175 w 2912392"/>
                <a:gd name="connsiteY296" fmla="*/ 20309 h 233319"/>
                <a:gd name="connsiteX297" fmla="*/ 2892919 w 2912392"/>
                <a:gd name="connsiteY297" fmla="*/ 13565 h 233319"/>
                <a:gd name="connsiteX298" fmla="*/ 2902663 w 2912392"/>
                <a:gd name="connsiteY298" fmla="*/ 6792 h 233319"/>
                <a:gd name="connsiteX299" fmla="*/ 2912392 w 2912392"/>
                <a:gd name="connsiteY299" fmla="*/ 0 h 233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233319">
                  <a:moveTo>
                    <a:pt x="0" y="155107"/>
                  </a:moveTo>
                  <a:lnTo>
                    <a:pt x="9739" y="150617"/>
                  </a:lnTo>
                  <a:lnTo>
                    <a:pt x="19480" y="146110"/>
                  </a:lnTo>
                  <a:lnTo>
                    <a:pt x="29221" y="141594"/>
                  </a:lnTo>
                  <a:lnTo>
                    <a:pt x="38961" y="137078"/>
                  </a:lnTo>
                  <a:lnTo>
                    <a:pt x="48702" y="132570"/>
                  </a:lnTo>
                  <a:lnTo>
                    <a:pt x="58443" y="128078"/>
                  </a:lnTo>
                  <a:lnTo>
                    <a:pt x="68182" y="123608"/>
                  </a:lnTo>
                  <a:lnTo>
                    <a:pt x="77923" y="119171"/>
                  </a:lnTo>
                  <a:lnTo>
                    <a:pt x="87664" y="114773"/>
                  </a:lnTo>
                  <a:lnTo>
                    <a:pt x="97404" y="110422"/>
                  </a:lnTo>
                  <a:lnTo>
                    <a:pt x="107145" y="106127"/>
                  </a:lnTo>
                  <a:lnTo>
                    <a:pt x="116886" y="101896"/>
                  </a:lnTo>
                  <a:lnTo>
                    <a:pt x="126625" y="97736"/>
                  </a:lnTo>
                  <a:lnTo>
                    <a:pt x="136366" y="93655"/>
                  </a:lnTo>
                  <a:lnTo>
                    <a:pt x="146107" y="89659"/>
                  </a:lnTo>
                  <a:lnTo>
                    <a:pt x="155846" y="85759"/>
                  </a:lnTo>
                  <a:lnTo>
                    <a:pt x="165587" y="81958"/>
                  </a:lnTo>
                  <a:lnTo>
                    <a:pt x="175328" y="78264"/>
                  </a:lnTo>
                  <a:lnTo>
                    <a:pt x="185068" y="74686"/>
                  </a:lnTo>
                  <a:lnTo>
                    <a:pt x="194809" y="71226"/>
                  </a:lnTo>
                  <a:lnTo>
                    <a:pt x="204550" y="67895"/>
                  </a:lnTo>
                  <a:lnTo>
                    <a:pt x="214289" y="64696"/>
                  </a:lnTo>
                  <a:lnTo>
                    <a:pt x="224030" y="61634"/>
                  </a:lnTo>
                  <a:lnTo>
                    <a:pt x="233771" y="58715"/>
                  </a:lnTo>
                  <a:lnTo>
                    <a:pt x="243510" y="55946"/>
                  </a:lnTo>
                  <a:lnTo>
                    <a:pt x="253251" y="53329"/>
                  </a:lnTo>
                  <a:lnTo>
                    <a:pt x="262992" y="50868"/>
                  </a:lnTo>
                  <a:lnTo>
                    <a:pt x="272732" y="48568"/>
                  </a:lnTo>
                  <a:lnTo>
                    <a:pt x="282473" y="46431"/>
                  </a:lnTo>
                  <a:lnTo>
                    <a:pt x="292214" y="44463"/>
                  </a:lnTo>
                  <a:lnTo>
                    <a:pt x="301953" y="42663"/>
                  </a:lnTo>
                  <a:lnTo>
                    <a:pt x="311694" y="41036"/>
                  </a:lnTo>
                  <a:lnTo>
                    <a:pt x="321435" y="39584"/>
                  </a:lnTo>
                  <a:lnTo>
                    <a:pt x="331175" y="38307"/>
                  </a:lnTo>
                  <a:lnTo>
                    <a:pt x="340916" y="37207"/>
                  </a:lnTo>
                  <a:lnTo>
                    <a:pt x="350656" y="36285"/>
                  </a:lnTo>
                  <a:lnTo>
                    <a:pt x="360396" y="35541"/>
                  </a:lnTo>
                  <a:lnTo>
                    <a:pt x="370137" y="34978"/>
                  </a:lnTo>
                  <a:lnTo>
                    <a:pt x="379878" y="34592"/>
                  </a:lnTo>
                  <a:lnTo>
                    <a:pt x="389617" y="34385"/>
                  </a:lnTo>
                  <a:lnTo>
                    <a:pt x="399358" y="34356"/>
                  </a:lnTo>
                  <a:lnTo>
                    <a:pt x="409099" y="34502"/>
                  </a:lnTo>
                  <a:lnTo>
                    <a:pt x="418839" y="34825"/>
                  </a:lnTo>
                  <a:lnTo>
                    <a:pt x="428580" y="35320"/>
                  </a:lnTo>
                  <a:lnTo>
                    <a:pt x="438321" y="35987"/>
                  </a:lnTo>
                  <a:lnTo>
                    <a:pt x="448060" y="36823"/>
                  </a:lnTo>
                  <a:lnTo>
                    <a:pt x="457801" y="37827"/>
                  </a:lnTo>
                  <a:lnTo>
                    <a:pt x="467542" y="38994"/>
                  </a:lnTo>
                  <a:lnTo>
                    <a:pt x="477281" y="40323"/>
                  </a:lnTo>
                  <a:lnTo>
                    <a:pt x="487022" y="41810"/>
                  </a:lnTo>
                  <a:lnTo>
                    <a:pt x="496763" y="43450"/>
                  </a:lnTo>
                  <a:lnTo>
                    <a:pt x="506503" y="45242"/>
                  </a:lnTo>
                  <a:lnTo>
                    <a:pt x="516244" y="47182"/>
                  </a:lnTo>
                  <a:lnTo>
                    <a:pt x="525985" y="49265"/>
                  </a:lnTo>
                  <a:lnTo>
                    <a:pt x="535724" y="51486"/>
                  </a:lnTo>
                  <a:lnTo>
                    <a:pt x="545465" y="53843"/>
                  </a:lnTo>
                  <a:lnTo>
                    <a:pt x="555206" y="56330"/>
                  </a:lnTo>
                  <a:lnTo>
                    <a:pt x="564946" y="58943"/>
                  </a:lnTo>
                  <a:lnTo>
                    <a:pt x="574687" y="61676"/>
                  </a:lnTo>
                  <a:lnTo>
                    <a:pt x="584428" y="64526"/>
                  </a:lnTo>
                  <a:lnTo>
                    <a:pt x="594167" y="67486"/>
                  </a:lnTo>
                  <a:lnTo>
                    <a:pt x="603908" y="70554"/>
                  </a:lnTo>
                  <a:lnTo>
                    <a:pt x="613649" y="73722"/>
                  </a:lnTo>
                  <a:lnTo>
                    <a:pt x="623388" y="76985"/>
                  </a:lnTo>
                  <a:lnTo>
                    <a:pt x="633129" y="80338"/>
                  </a:lnTo>
                  <a:lnTo>
                    <a:pt x="642870" y="83775"/>
                  </a:lnTo>
                  <a:lnTo>
                    <a:pt x="652610" y="87292"/>
                  </a:lnTo>
                  <a:lnTo>
                    <a:pt x="662351" y="90882"/>
                  </a:lnTo>
                  <a:lnTo>
                    <a:pt x="672092" y="94540"/>
                  </a:lnTo>
                  <a:lnTo>
                    <a:pt x="681831" y="98259"/>
                  </a:lnTo>
                  <a:lnTo>
                    <a:pt x="691572" y="102034"/>
                  </a:lnTo>
                  <a:lnTo>
                    <a:pt x="701313" y="105860"/>
                  </a:lnTo>
                  <a:lnTo>
                    <a:pt x="711052" y="109729"/>
                  </a:lnTo>
                  <a:lnTo>
                    <a:pt x="720793" y="113638"/>
                  </a:lnTo>
                  <a:lnTo>
                    <a:pt x="730534" y="117575"/>
                  </a:lnTo>
                  <a:lnTo>
                    <a:pt x="740274" y="121541"/>
                  </a:lnTo>
                  <a:lnTo>
                    <a:pt x="750015" y="125525"/>
                  </a:lnTo>
                  <a:lnTo>
                    <a:pt x="759756" y="129523"/>
                  </a:lnTo>
                  <a:lnTo>
                    <a:pt x="769495" y="133528"/>
                  </a:lnTo>
                  <a:lnTo>
                    <a:pt x="779236" y="137534"/>
                  </a:lnTo>
                  <a:lnTo>
                    <a:pt x="788977" y="141534"/>
                  </a:lnTo>
                  <a:lnTo>
                    <a:pt x="798717" y="145523"/>
                  </a:lnTo>
                  <a:lnTo>
                    <a:pt x="808458" y="149493"/>
                  </a:lnTo>
                  <a:lnTo>
                    <a:pt x="818199" y="153440"/>
                  </a:lnTo>
                  <a:lnTo>
                    <a:pt x="827938" y="157356"/>
                  </a:lnTo>
                  <a:lnTo>
                    <a:pt x="837679" y="161235"/>
                  </a:lnTo>
                  <a:lnTo>
                    <a:pt x="847420" y="165070"/>
                  </a:lnTo>
                  <a:lnTo>
                    <a:pt x="857159" y="168858"/>
                  </a:lnTo>
                  <a:lnTo>
                    <a:pt x="866900" y="172588"/>
                  </a:lnTo>
                  <a:lnTo>
                    <a:pt x="876641" y="176258"/>
                  </a:lnTo>
                  <a:lnTo>
                    <a:pt x="886381" y="179859"/>
                  </a:lnTo>
                  <a:lnTo>
                    <a:pt x="896122" y="183387"/>
                  </a:lnTo>
                  <a:lnTo>
                    <a:pt x="905863" y="186836"/>
                  </a:lnTo>
                  <a:lnTo>
                    <a:pt x="915602" y="190199"/>
                  </a:lnTo>
                  <a:lnTo>
                    <a:pt x="925343" y="193472"/>
                  </a:lnTo>
                  <a:lnTo>
                    <a:pt x="935084" y="196647"/>
                  </a:lnTo>
                  <a:lnTo>
                    <a:pt x="944824" y="199721"/>
                  </a:lnTo>
                  <a:lnTo>
                    <a:pt x="954564" y="202689"/>
                  </a:lnTo>
                  <a:lnTo>
                    <a:pt x="964305" y="205542"/>
                  </a:lnTo>
                  <a:lnTo>
                    <a:pt x="974045" y="208280"/>
                  </a:lnTo>
                  <a:lnTo>
                    <a:pt x="983786" y="210895"/>
                  </a:lnTo>
                  <a:lnTo>
                    <a:pt x="993522" y="213383"/>
                  </a:lnTo>
                  <a:lnTo>
                    <a:pt x="1003266" y="215742"/>
                  </a:lnTo>
                  <a:lnTo>
                    <a:pt x="1013010" y="217965"/>
                  </a:lnTo>
                  <a:lnTo>
                    <a:pt x="1022754" y="220049"/>
                  </a:lnTo>
                  <a:lnTo>
                    <a:pt x="1032483" y="221992"/>
                  </a:lnTo>
                  <a:lnTo>
                    <a:pt x="1042227" y="223789"/>
                  </a:lnTo>
                  <a:lnTo>
                    <a:pt x="1051971" y="225436"/>
                  </a:lnTo>
                  <a:lnTo>
                    <a:pt x="1061715" y="226934"/>
                  </a:lnTo>
                  <a:lnTo>
                    <a:pt x="1071444" y="228276"/>
                  </a:lnTo>
                  <a:lnTo>
                    <a:pt x="1081188" y="229465"/>
                  </a:lnTo>
                  <a:lnTo>
                    <a:pt x="1090932" y="230495"/>
                  </a:lnTo>
                  <a:lnTo>
                    <a:pt x="1100676" y="231366"/>
                  </a:lnTo>
                  <a:lnTo>
                    <a:pt x="1110405" y="232078"/>
                  </a:lnTo>
                  <a:lnTo>
                    <a:pt x="1120149" y="232630"/>
                  </a:lnTo>
                  <a:lnTo>
                    <a:pt x="1129893" y="233020"/>
                  </a:lnTo>
                  <a:lnTo>
                    <a:pt x="1139637" y="233250"/>
                  </a:lnTo>
                  <a:lnTo>
                    <a:pt x="1149381" y="233320"/>
                  </a:lnTo>
                  <a:lnTo>
                    <a:pt x="1159110" y="233229"/>
                  </a:lnTo>
                  <a:lnTo>
                    <a:pt x="1168854" y="232980"/>
                  </a:lnTo>
                  <a:lnTo>
                    <a:pt x="1178598" y="232573"/>
                  </a:lnTo>
                  <a:lnTo>
                    <a:pt x="1188341" y="232013"/>
                  </a:lnTo>
                  <a:lnTo>
                    <a:pt x="1198070" y="231298"/>
                  </a:lnTo>
                  <a:lnTo>
                    <a:pt x="1207814" y="230434"/>
                  </a:lnTo>
                  <a:lnTo>
                    <a:pt x="1217558" y="229422"/>
                  </a:lnTo>
                  <a:lnTo>
                    <a:pt x="1227302" y="228267"/>
                  </a:lnTo>
                  <a:lnTo>
                    <a:pt x="1237031" y="226971"/>
                  </a:lnTo>
                  <a:lnTo>
                    <a:pt x="1246775" y="225539"/>
                  </a:lnTo>
                  <a:lnTo>
                    <a:pt x="1256519" y="223975"/>
                  </a:lnTo>
                  <a:lnTo>
                    <a:pt x="1266263" y="222284"/>
                  </a:lnTo>
                  <a:lnTo>
                    <a:pt x="1276007" y="220471"/>
                  </a:lnTo>
                  <a:lnTo>
                    <a:pt x="1285736" y="218540"/>
                  </a:lnTo>
                  <a:lnTo>
                    <a:pt x="1295480" y="216497"/>
                  </a:lnTo>
                  <a:lnTo>
                    <a:pt x="1305224" y="214350"/>
                  </a:lnTo>
                  <a:lnTo>
                    <a:pt x="1314968" y="212102"/>
                  </a:lnTo>
                  <a:lnTo>
                    <a:pt x="1324697" y="209761"/>
                  </a:lnTo>
                  <a:lnTo>
                    <a:pt x="1334441" y="207333"/>
                  </a:lnTo>
                  <a:lnTo>
                    <a:pt x="1344185" y="204824"/>
                  </a:lnTo>
                  <a:lnTo>
                    <a:pt x="1353929" y="202240"/>
                  </a:lnTo>
                  <a:lnTo>
                    <a:pt x="1363658" y="199591"/>
                  </a:lnTo>
                  <a:lnTo>
                    <a:pt x="1373402" y="196883"/>
                  </a:lnTo>
                  <a:lnTo>
                    <a:pt x="1383146" y="194120"/>
                  </a:lnTo>
                  <a:lnTo>
                    <a:pt x="1392890" y="191313"/>
                  </a:lnTo>
                  <a:lnTo>
                    <a:pt x="1402619" y="188468"/>
                  </a:lnTo>
                  <a:lnTo>
                    <a:pt x="1412363" y="185592"/>
                  </a:lnTo>
                  <a:lnTo>
                    <a:pt x="1422106" y="182693"/>
                  </a:lnTo>
                  <a:lnTo>
                    <a:pt x="1431850" y="179777"/>
                  </a:lnTo>
                  <a:lnTo>
                    <a:pt x="1441594" y="176852"/>
                  </a:lnTo>
                  <a:lnTo>
                    <a:pt x="1451323" y="173925"/>
                  </a:lnTo>
                  <a:lnTo>
                    <a:pt x="1461067" y="171005"/>
                  </a:lnTo>
                  <a:lnTo>
                    <a:pt x="1470811" y="168096"/>
                  </a:lnTo>
                  <a:lnTo>
                    <a:pt x="1480555" y="165207"/>
                  </a:lnTo>
                  <a:lnTo>
                    <a:pt x="1490284" y="162344"/>
                  </a:lnTo>
                  <a:lnTo>
                    <a:pt x="1500028" y="159514"/>
                  </a:lnTo>
                  <a:lnTo>
                    <a:pt x="1509772" y="156724"/>
                  </a:lnTo>
                  <a:lnTo>
                    <a:pt x="1519516" y="153979"/>
                  </a:lnTo>
                  <a:lnTo>
                    <a:pt x="1529245" y="151286"/>
                  </a:lnTo>
                  <a:lnTo>
                    <a:pt x="1538989" y="148652"/>
                  </a:lnTo>
                  <a:lnTo>
                    <a:pt x="1548733" y="146079"/>
                  </a:lnTo>
                  <a:lnTo>
                    <a:pt x="1558477" y="143576"/>
                  </a:lnTo>
                  <a:lnTo>
                    <a:pt x="1568221" y="141147"/>
                  </a:lnTo>
                  <a:lnTo>
                    <a:pt x="1577950" y="138796"/>
                  </a:lnTo>
                  <a:lnTo>
                    <a:pt x="1587694" y="136530"/>
                  </a:lnTo>
                  <a:lnTo>
                    <a:pt x="1597438" y="134350"/>
                  </a:lnTo>
                  <a:lnTo>
                    <a:pt x="1607182" y="132263"/>
                  </a:lnTo>
                  <a:lnTo>
                    <a:pt x="1616911" y="130269"/>
                  </a:lnTo>
                  <a:lnTo>
                    <a:pt x="1626655" y="128377"/>
                  </a:lnTo>
                  <a:lnTo>
                    <a:pt x="1636399" y="126586"/>
                  </a:lnTo>
                  <a:lnTo>
                    <a:pt x="1646142" y="124900"/>
                  </a:lnTo>
                  <a:lnTo>
                    <a:pt x="1655872" y="123320"/>
                  </a:lnTo>
                  <a:lnTo>
                    <a:pt x="1665616" y="121851"/>
                  </a:lnTo>
                  <a:lnTo>
                    <a:pt x="1675359" y="120493"/>
                  </a:lnTo>
                  <a:lnTo>
                    <a:pt x="1685103" y="119249"/>
                  </a:lnTo>
                  <a:lnTo>
                    <a:pt x="1694832" y="118118"/>
                  </a:lnTo>
                  <a:lnTo>
                    <a:pt x="1704576" y="117103"/>
                  </a:lnTo>
                  <a:lnTo>
                    <a:pt x="1714320" y="116203"/>
                  </a:lnTo>
                  <a:lnTo>
                    <a:pt x="1724064" y="115421"/>
                  </a:lnTo>
                  <a:lnTo>
                    <a:pt x="1733808" y="114755"/>
                  </a:lnTo>
                  <a:lnTo>
                    <a:pt x="1743537" y="114205"/>
                  </a:lnTo>
                  <a:lnTo>
                    <a:pt x="1753281" y="113772"/>
                  </a:lnTo>
                  <a:lnTo>
                    <a:pt x="1763025" y="113453"/>
                  </a:lnTo>
                  <a:lnTo>
                    <a:pt x="1772769" y="113249"/>
                  </a:lnTo>
                  <a:lnTo>
                    <a:pt x="1782498" y="113158"/>
                  </a:lnTo>
                  <a:lnTo>
                    <a:pt x="1792242" y="113179"/>
                  </a:lnTo>
                  <a:lnTo>
                    <a:pt x="1801986" y="113310"/>
                  </a:lnTo>
                  <a:lnTo>
                    <a:pt x="1811730" y="113548"/>
                  </a:lnTo>
                  <a:lnTo>
                    <a:pt x="1821459" y="113894"/>
                  </a:lnTo>
                  <a:lnTo>
                    <a:pt x="1831203" y="114344"/>
                  </a:lnTo>
                  <a:lnTo>
                    <a:pt x="1840947" y="114893"/>
                  </a:lnTo>
                  <a:lnTo>
                    <a:pt x="1850691" y="115545"/>
                  </a:lnTo>
                  <a:lnTo>
                    <a:pt x="1860435" y="116290"/>
                  </a:lnTo>
                  <a:lnTo>
                    <a:pt x="1870164" y="117130"/>
                  </a:lnTo>
                  <a:lnTo>
                    <a:pt x="1879908" y="118060"/>
                  </a:lnTo>
                  <a:lnTo>
                    <a:pt x="1889652" y="119077"/>
                  </a:lnTo>
                  <a:lnTo>
                    <a:pt x="1899395" y="120178"/>
                  </a:lnTo>
                  <a:lnTo>
                    <a:pt x="1909124" y="121360"/>
                  </a:lnTo>
                  <a:lnTo>
                    <a:pt x="1918868" y="122617"/>
                  </a:lnTo>
                  <a:lnTo>
                    <a:pt x="1928612" y="123951"/>
                  </a:lnTo>
                  <a:lnTo>
                    <a:pt x="1938356" y="125353"/>
                  </a:lnTo>
                  <a:lnTo>
                    <a:pt x="1948085" y="126820"/>
                  </a:lnTo>
                  <a:lnTo>
                    <a:pt x="1957829" y="128352"/>
                  </a:lnTo>
                  <a:lnTo>
                    <a:pt x="1967573" y="129942"/>
                  </a:lnTo>
                  <a:lnTo>
                    <a:pt x="1977317" y="131586"/>
                  </a:lnTo>
                  <a:lnTo>
                    <a:pt x="1987046" y="133282"/>
                  </a:lnTo>
                  <a:lnTo>
                    <a:pt x="1996790" y="135025"/>
                  </a:lnTo>
                  <a:lnTo>
                    <a:pt x="2006534" y="136811"/>
                  </a:lnTo>
                  <a:lnTo>
                    <a:pt x="2016278" y="138637"/>
                  </a:lnTo>
                  <a:lnTo>
                    <a:pt x="2026022" y="140497"/>
                  </a:lnTo>
                  <a:lnTo>
                    <a:pt x="2035751" y="142388"/>
                  </a:lnTo>
                  <a:lnTo>
                    <a:pt x="2045495" y="144307"/>
                  </a:lnTo>
                  <a:lnTo>
                    <a:pt x="2055239" y="146250"/>
                  </a:lnTo>
                  <a:lnTo>
                    <a:pt x="2064983" y="148212"/>
                  </a:lnTo>
                  <a:lnTo>
                    <a:pt x="2074712" y="150188"/>
                  </a:lnTo>
                  <a:lnTo>
                    <a:pt x="2084456" y="152177"/>
                  </a:lnTo>
                  <a:lnTo>
                    <a:pt x="2094200" y="154172"/>
                  </a:lnTo>
                  <a:lnTo>
                    <a:pt x="2103944" y="156171"/>
                  </a:lnTo>
                  <a:lnTo>
                    <a:pt x="2113673" y="158169"/>
                  </a:lnTo>
                  <a:lnTo>
                    <a:pt x="2123417" y="160163"/>
                  </a:lnTo>
                  <a:lnTo>
                    <a:pt x="2133161" y="162147"/>
                  </a:lnTo>
                  <a:lnTo>
                    <a:pt x="2142905" y="164120"/>
                  </a:lnTo>
                  <a:lnTo>
                    <a:pt x="2152649" y="166076"/>
                  </a:lnTo>
                  <a:lnTo>
                    <a:pt x="2162377" y="168011"/>
                  </a:lnTo>
                  <a:lnTo>
                    <a:pt x="2172121" y="169923"/>
                  </a:lnTo>
                  <a:lnTo>
                    <a:pt x="2181865" y="171805"/>
                  </a:lnTo>
                  <a:lnTo>
                    <a:pt x="2191609" y="173655"/>
                  </a:lnTo>
                  <a:lnTo>
                    <a:pt x="2201338" y="175468"/>
                  </a:lnTo>
                  <a:lnTo>
                    <a:pt x="2211082" y="177241"/>
                  </a:lnTo>
                  <a:lnTo>
                    <a:pt x="2220826" y="178971"/>
                  </a:lnTo>
                  <a:lnTo>
                    <a:pt x="2230570" y="180652"/>
                  </a:lnTo>
                  <a:lnTo>
                    <a:pt x="2240299" y="182280"/>
                  </a:lnTo>
                  <a:lnTo>
                    <a:pt x="2250043" y="183853"/>
                  </a:lnTo>
                  <a:lnTo>
                    <a:pt x="2259787" y="185366"/>
                  </a:lnTo>
                  <a:lnTo>
                    <a:pt x="2269531" y="186814"/>
                  </a:lnTo>
                  <a:lnTo>
                    <a:pt x="2279260" y="188193"/>
                  </a:lnTo>
                  <a:lnTo>
                    <a:pt x="2289004" y="189502"/>
                  </a:lnTo>
                  <a:lnTo>
                    <a:pt x="2298748" y="190734"/>
                  </a:lnTo>
                  <a:lnTo>
                    <a:pt x="2308492" y="191886"/>
                  </a:lnTo>
                  <a:lnTo>
                    <a:pt x="2318236" y="192954"/>
                  </a:lnTo>
                  <a:lnTo>
                    <a:pt x="2327965" y="193933"/>
                  </a:lnTo>
                  <a:lnTo>
                    <a:pt x="2337709" y="194821"/>
                  </a:lnTo>
                  <a:lnTo>
                    <a:pt x="2347453" y="195612"/>
                  </a:lnTo>
                  <a:lnTo>
                    <a:pt x="2357197" y="196305"/>
                  </a:lnTo>
                  <a:lnTo>
                    <a:pt x="2366926" y="196892"/>
                  </a:lnTo>
                  <a:lnTo>
                    <a:pt x="2376670" y="197371"/>
                  </a:lnTo>
                  <a:lnTo>
                    <a:pt x="2386413" y="197739"/>
                  </a:lnTo>
                  <a:lnTo>
                    <a:pt x="2396157" y="197991"/>
                  </a:lnTo>
                  <a:lnTo>
                    <a:pt x="2405886" y="198125"/>
                  </a:lnTo>
                  <a:lnTo>
                    <a:pt x="2415630" y="198134"/>
                  </a:lnTo>
                  <a:lnTo>
                    <a:pt x="2425374" y="198018"/>
                  </a:lnTo>
                  <a:lnTo>
                    <a:pt x="2435118" y="197771"/>
                  </a:lnTo>
                  <a:lnTo>
                    <a:pt x="2444862" y="197389"/>
                  </a:lnTo>
                  <a:lnTo>
                    <a:pt x="2454591" y="196871"/>
                  </a:lnTo>
                  <a:lnTo>
                    <a:pt x="2464335" y="196211"/>
                  </a:lnTo>
                  <a:lnTo>
                    <a:pt x="2474079" y="195406"/>
                  </a:lnTo>
                  <a:lnTo>
                    <a:pt x="2483823" y="194456"/>
                  </a:lnTo>
                  <a:lnTo>
                    <a:pt x="2493552" y="193354"/>
                  </a:lnTo>
                  <a:lnTo>
                    <a:pt x="2503296" y="192100"/>
                  </a:lnTo>
                  <a:lnTo>
                    <a:pt x="2513040" y="190691"/>
                  </a:lnTo>
                  <a:lnTo>
                    <a:pt x="2522784" y="189122"/>
                  </a:lnTo>
                  <a:lnTo>
                    <a:pt x="2532513" y="187392"/>
                  </a:lnTo>
                  <a:lnTo>
                    <a:pt x="2542257" y="185501"/>
                  </a:lnTo>
                  <a:lnTo>
                    <a:pt x="2552001" y="183444"/>
                  </a:lnTo>
                  <a:lnTo>
                    <a:pt x="2561745" y="181221"/>
                  </a:lnTo>
                  <a:lnTo>
                    <a:pt x="2571474" y="178828"/>
                  </a:lnTo>
                  <a:lnTo>
                    <a:pt x="2581218" y="176268"/>
                  </a:lnTo>
                  <a:lnTo>
                    <a:pt x="2590962" y="173536"/>
                  </a:lnTo>
                  <a:lnTo>
                    <a:pt x="2600705" y="170634"/>
                  </a:lnTo>
                  <a:lnTo>
                    <a:pt x="2610449" y="167560"/>
                  </a:lnTo>
                  <a:lnTo>
                    <a:pt x="2620178" y="164313"/>
                  </a:lnTo>
                  <a:lnTo>
                    <a:pt x="2629922" y="160896"/>
                  </a:lnTo>
                  <a:lnTo>
                    <a:pt x="2639666" y="157308"/>
                  </a:lnTo>
                  <a:lnTo>
                    <a:pt x="2649410" y="153547"/>
                  </a:lnTo>
                  <a:lnTo>
                    <a:pt x="2659139" y="149619"/>
                  </a:lnTo>
                  <a:lnTo>
                    <a:pt x="2668883" y="145523"/>
                  </a:lnTo>
                  <a:lnTo>
                    <a:pt x="2678627" y="141259"/>
                  </a:lnTo>
                  <a:lnTo>
                    <a:pt x="2688371" y="136832"/>
                  </a:lnTo>
                  <a:lnTo>
                    <a:pt x="2698100" y="132243"/>
                  </a:lnTo>
                  <a:lnTo>
                    <a:pt x="2707844" y="127495"/>
                  </a:lnTo>
                  <a:lnTo>
                    <a:pt x="2717588" y="122592"/>
                  </a:lnTo>
                  <a:lnTo>
                    <a:pt x="2727332" y="117537"/>
                  </a:lnTo>
                  <a:lnTo>
                    <a:pt x="2737076" y="112332"/>
                  </a:lnTo>
                  <a:lnTo>
                    <a:pt x="2746805" y="106985"/>
                  </a:lnTo>
                  <a:lnTo>
                    <a:pt x="2756549" y="101499"/>
                  </a:lnTo>
                  <a:lnTo>
                    <a:pt x="2766293" y="95879"/>
                  </a:lnTo>
                  <a:lnTo>
                    <a:pt x="2776037" y="90130"/>
                  </a:lnTo>
                  <a:lnTo>
                    <a:pt x="2785766" y="84258"/>
                  </a:lnTo>
                  <a:lnTo>
                    <a:pt x="2795510" y="78270"/>
                  </a:lnTo>
                  <a:lnTo>
                    <a:pt x="2805254" y="72172"/>
                  </a:lnTo>
                  <a:lnTo>
                    <a:pt x="2814998" y="65971"/>
                  </a:lnTo>
                  <a:lnTo>
                    <a:pt x="2824727" y="59673"/>
                  </a:lnTo>
                  <a:lnTo>
                    <a:pt x="2834471" y="53286"/>
                  </a:lnTo>
                  <a:lnTo>
                    <a:pt x="2844215" y="46820"/>
                  </a:lnTo>
                  <a:lnTo>
                    <a:pt x="2853958" y="40279"/>
                  </a:lnTo>
                  <a:lnTo>
                    <a:pt x="2863687" y="33676"/>
                  </a:lnTo>
                  <a:lnTo>
                    <a:pt x="2873431" y="27016"/>
                  </a:lnTo>
                  <a:lnTo>
                    <a:pt x="2883175" y="20309"/>
                  </a:lnTo>
                  <a:lnTo>
                    <a:pt x="2892919" y="13565"/>
                  </a:lnTo>
                  <a:lnTo>
                    <a:pt x="2902663" y="6792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9" name="Freeform 668">
              <a:extLst>
                <a:ext uri="{FF2B5EF4-FFF2-40B4-BE49-F238E27FC236}">
                  <a16:creationId xmlns:a16="http://schemas.microsoft.com/office/drawing/2014/main" id="{4B02B843-16AA-06EA-F6E4-9354CF532051}"/>
                </a:ext>
              </a:extLst>
            </p:cNvPr>
            <p:cNvSpPr/>
            <p:nvPr/>
          </p:nvSpPr>
          <p:spPr>
            <a:xfrm>
              <a:off x="576446" y="3019476"/>
              <a:ext cx="2912392" cy="989189"/>
            </a:xfrm>
            <a:custGeom>
              <a:avLst/>
              <a:gdLst>
                <a:gd name="connsiteX0" fmla="*/ 0 w 2912392"/>
                <a:gd name="connsiteY0" fmla="*/ 40574 h 989189"/>
                <a:gd name="connsiteX1" fmla="*/ 9739 w 2912392"/>
                <a:gd name="connsiteY1" fmla="*/ 38284 h 989189"/>
                <a:gd name="connsiteX2" fmla="*/ 19480 w 2912392"/>
                <a:gd name="connsiteY2" fmla="*/ 36062 h 989189"/>
                <a:gd name="connsiteX3" fmla="*/ 29221 w 2912392"/>
                <a:gd name="connsiteY3" fmla="*/ 33906 h 989189"/>
                <a:gd name="connsiteX4" fmla="*/ 38961 w 2912392"/>
                <a:gd name="connsiteY4" fmla="*/ 31817 h 989189"/>
                <a:gd name="connsiteX5" fmla="*/ 48702 w 2912392"/>
                <a:gd name="connsiteY5" fmla="*/ 29795 h 989189"/>
                <a:gd name="connsiteX6" fmla="*/ 58443 w 2912392"/>
                <a:gd name="connsiteY6" fmla="*/ 27840 h 989189"/>
                <a:gd name="connsiteX7" fmla="*/ 68182 w 2912392"/>
                <a:gd name="connsiteY7" fmla="*/ 25954 h 989189"/>
                <a:gd name="connsiteX8" fmla="*/ 77923 w 2912392"/>
                <a:gd name="connsiteY8" fmla="*/ 24133 h 989189"/>
                <a:gd name="connsiteX9" fmla="*/ 87664 w 2912392"/>
                <a:gd name="connsiteY9" fmla="*/ 22381 h 989189"/>
                <a:gd name="connsiteX10" fmla="*/ 97404 w 2912392"/>
                <a:gd name="connsiteY10" fmla="*/ 20695 h 989189"/>
                <a:gd name="connsiteX11" fmla="*/ 107145 w 2912392"/>
                <a:gd name="connsiteY11" fmla="*/ 19075 h 989189"/>
                <a:gd name="connsiteX12" fmla="*/ 116886 w 2912392"/>
                <a:gd name="connsiteY12" fmla="*/ 17521 h 989189"/>
                <a:gd name="connsiteX13" fmla="*/ 126625 w 2912392"/>
                <a:gd name="connsiteY13" fmla="*/ 16033 h 989189"/>
                <a:gd name="connsiteX14" fmla="*/ 136366 w 2912392"/>
                <a:gd name="connsiteY14" fmla="*/ 14611 h 989189"/>
                <a:gd name="connsiteX15" fmla="*/ 146107 w 2912392"/>
                <a:gd name="connsiteY15" fmla="*/ 13256 h 989189"/>
                <a:gd name="connsiteX16" fmla="*/ 155846 w 2912392"/>
                <a:gd name="connsiteY16" fmla="*/ 11965 h 989189"/>
                <a:gd name="connsiteX17" fmla="*/ 165587 w 2912392"/>
                <a:gd name="connsiteY17" fmla="*/ 10739 h 989189"/>
                <a:gd name="connsiteX18" fmla="*/ 175328 w 2912392"/>
                <a:gd name="connsiteY18" fmla="*/ 9580 h 989189"/>
                <a:gd name="connsiteX19" fmla="*/ 185068 w 2912392"/>
                <a:gd name="connsiteY19" fmla="*/ 8485 h 989189"/>
                <a:gd name="connsiteX20" fmla="*/ 194809 w 2912392"/>
                <a:gd name="connsiteY20" fmla="*/ 7455 h 989189"/>
                <a:gd name="connsiteX21" fmla="*/ 204550 w 2912392"/>
                <a:gd name="connsiteY21" fmla="*/ 6490 h 989189"/>
                <a:gd name="connsiteX22" fmla="*/ 214289 w 2912392"/>
                <a:gd name="connsiteY22" fmla="*/ 5592 h 989189"/>
                <a:gd name="connsiteX23" fmla="*/ 224030 w 2912392"/>
                <a:gd name="connsiteY23" fmla="*/ 4757 h 989189"/>
                <a:gd name="connsiteX24" fmla="*/ 233771 w 2912392"/>
                <a:gd name="connsiteY24" fmla="*/ 3988 h 989189"/>
                <a:gd name="connsiteX25" fmla="*/ 243510 w 2912392"/>
                <a:gd name="connsiteY25" fmla="*/ 3287 h 989189"/>
                <a:gd name="connsiteX26" fmla="*/ 253251 w 2912392"/>
                <a:gd name="connsiteY26" fmla="*/ 2651 h 989189"/>
                <a:gd name="connsiteX27" fmla="*/ 262992 w 2912392"/>
                <a:gd name="connsiteY27" fmla="*/ 2081 h 989189"/>
                <a:gd name="connsiteX28" fmla="*/ 272732 w 2912392"/>
                <a:gd name="connsiteY28" fmla="*/ 1579 h 989189"/>
                <a:gd name="connsiteX29" fmla="*/ 282473 w 2912392"/>
                <a:gd name="connsiteY29" fmla="*/ 1144 h 989189"/>
                <a:gd name="connsiteX30" fmla="*/ 292214 w 2912392"/>
                <a:gd name="connsiteY30" fmla="*/ 778 h 989189"/>
                <a:gd name="connsiteX31" fmla="*/ 301953 w 2912392"/>
                <a:gd name="connsiteY31" fmla="*/ 481 h 989189"/>
                <a:gd name="connsiteX32" fmla="*/ 311694 w 2912392"/>
                <a:gd name="connsiteY32" fmla="*/ 253 h 989189"/>
                <a:gd name="connsiteX33" fmla="*/ 321435 w 2912392"/>
                <a:gd name="connsiteY33" fmla="*/ 97 h 989189"/>
                <a:gd name="connsiteX34" fmla="*/ 331175 w 2912392"/>
                <a:gd name="connsiteY34" fmla="*/ 12 h 989189"/>
                <a:gd name="connsiteX35" fmla="*/ 340916 w 2912392"/>
                <a:gd name="connsiteY35" fmla="*/ 0 h 989189"/>
                <a:gd name="connsiteX36" fmla="*/ 350656 w 2912392"/>
                <a:gd name="connsiteY36" fmla="*/ 61 h 989189"/>
                <a:gd name="connsiteX37" fmla="*/ 360396 w 2912392"/>
                <a:gd name="connsiteY37" fmla="*/ 197 h 989189"/>
                <a:gd name="connsiteX38" fmla="*/ 370137 w 2912392"/>
                <a:gd name="connsiteY38" fmla="*/ 407 h 989189"/>
                <a:gd name="connsiteX39" fmla="*/ 379878 w 2912392"/>
                <a:gd name="connsiteY39" fmla="*/ 696 h 989189"/>
                <a:gd name="connsiteX40" fmla="*/ 389617 w 2912392"/>
                <a:gd name="connsiteY40" fmla="*/ 1061 h 989189"/>
                <a:gd name="connsiteX41" fmla="*/ 399358 w 2912392"/>
                <a:gd name="connsiteY41" fmla="*/ 1506 h 989189"/>
                <a:gd name="connsiteX42" fmla="*/ 409099 w 2912392"/>
                <a:gd name="connsiteY42" fmla="*/ 2032 h 989189"/>
                <a:gd name="connsiteX43" fmla="*/ 418839 w 2912392"/>
                <a:gd name="connsiteY43" fmla="*/ 2639 h 989189"/>
                <a:gd name="connsiteX44" fmla="*/ 428580 w 2912392"/>
                <a:gd name="connsiteY44" fmla="*/ 3328 h 989189"/>
                <a:gd name="connsiteX45" fmla="*/ 438321 w 2912392"/>
                <a:gd name="connsiteY45" fmla="*/ 4103 h 989189"/>
                <a:gd name="connsiteX46" fmla="*/ 448060 w 2912392"/>
                <a:gd name="connsiteY46" fmla="*/ 4961 h 989189"/>
                <a:gd name="connsiteX47" fmla="*/ 457801 w 2912392"/>
                <a:gd name="connsiteY47" fmla="*/ 5907 h 989189"/>
                <a:gd name="connsiteX48" fmla="*/ 467542 w 2912392"/>
                <a:gd name="connsiteY48" fmla="*/ 6941 h 989189"/>
                <a:gd name="connsiteX49" fmla="*/ 477281 w 2912392"/>
                <a:gd name="connsiteY49" fmla="*/ 8065 h 989189"/>
                <a:gd name="connsiteX50" fmla="*/ 487022 w 2912392"/>
                <a:gd name="connsiteY50" fmla="*/ 9278 h 989189"/>
                <a:gd name="connsiteX51" fmla="*/ 496763 w 2912392"/>
                <a:gd name="connsiteY51" fmla="*/ 10583 h 989189"/>
                <a:gd name="connsiteX52" fmla="*/ 506503 w 2912392"/>
                <a:gd name="connsiteY52" fmla="*/ 11980 h 989189"/>
                <a:gd name="connsiteX53" fmla="*/ 516244 w 2912392"/>
                <a:gd name="connsiteY53" fmla="*/ 13472 h 989189"/>
                <a:gd name="connsiteX54" fmla="*/ 525985 w 2912392"/>
                <a:gd name="connsiteY54" fmla="*/ 15057 h 989189"/>
                <a:gd name="connsiteX55" fmla="*/ 535724 w 2912392"/>
                <a:gd name="connsiteY55" fmla="*/ 16739 h 989189"/>
                <a:gd name="connsiteX56" fmla="*/ 545465 w 2912392"/>
                <a:gd name="connsiteY56" fmla="*/ 18519 h 989189"/>
                <a:gd name="connsiteX57" fmla="*/ 555206 w 2912392"/>
                <a:gd name="connsiteY57" fmla="*/ 20397 h 989189"/>
                <a:gd name="connsiteX58" fmla="*/ 564946 w 2912392"/>
                <a:gd name="connsiteY58" fmla="*/ 22372 h 989189"/>
                <a:gd name="connsiteX59" fmla="*/ 574687 w 2912392"/>
                <a:gd name="connsiteY59" fmla="*/ 24449 h 989189"/>
                <a:gd name="connsiteX60" fmla="*/ 584428 w 2912392"/>
                <a:gd name="connsiteY60" fmla="*/ 26626 h 989189"/>
                <a:gd name="connsiteX61" fmla="*/ 594167 w 2912392"/>
                <a:gd name="connsiteY61" fmla="*/ 28906 h 989189"/>
                <a:gd name="connsiteX62" fmla="*/ 603908 w 2912392"/>
                <a:gd name="connsiteY62" fmla="*/ 31286 h 989189"/>
                <a:gd name="connsiteX63" fmla="*/ 613649 w 2912392"/>
                <a:gd name="connsiteY63" fmla="*/ 33772 h 989189"/>
                <a:gd name="connsiteX64" fmla="*/ 623388 w 2912392"/>
                <a:gd name="connsiteY64" fmla="*/ 36360 h 989189"/>
                <a:gd name="connsiteX65" fmla="*/ 633129 w 2912392"/>
                <a:gd name="connsiteY65" fmla="*/ 39053 h 989189"/>
                <a:gd name="connsiteX66" fmla="*/ 642870 w 2912392"/>
                <a:gd name="connsiteY66" fmla="*/ 41853 h 989189"/>
                <a:gd name="connsiteX67" fmla="*/ 652610 w 2912392"/>
                <a:gd name="connsiteY67" fmla="*/ 44758 h 989189"/>
                <a:gd name="connsiteX68" fmla="*/ 662351 w 2912392"/>
                <a:gd name="connsiteY68" fmla="*/ 47769 h 989189"/>
                <a:gd name="connsiteX69" fmla="*/ 672092 w 2912392"/>
                <a:gd name="connsiteY69" fmla="*/ 50887 h 989189"/>
                <a:gd name="connsiteX70" fmla="*/ 681831 w 2912392"/>
                <a:gd name="connsiteY70" fmla="*/ 54115 h 989189"/>
                <a:gd name="connsiteX71" fmla="*/ 691572 w 2912392"/>
                <a:gd name="connsiteY71" fmla="*/ 57449 h 989189"/>
                <a:gd name="connsiteX72" fmla="*/ 701313 w 2912392"/>
                <a:gd name="connsiteY72" fmla="*/ 60892 h 989189"/>
                <a:gd name="connsiteX73" fmla="*/ 711052 w 2912392"/>
                <a:gd name="connsiteY73" fmla="*/ 64444 h 989189"/>
                <a:gd name="connsiteX74" fmla="*/ 720793 w 2912392"/>
                <a:gd name="connsiteY74" fmla="*/ 68106 h 989189"/>
                <a:gd name="connsiteX75" fmla="*/ 730534 w 2912392"/>
                <a:gd name="connsiteY75" fmla="*/ 71879 h 989189"/>
                <a:gd name="connsiteX76" fmla="*/ 740274 w 2912392"/>
                <a:gd name="connsiteY76" fmla="*/ 75761 h 989189"/>
                <a:gd name="connsiteX77" fmla="*/ 750015 w 2912392"/>
                <a:gd name="connsiteY77" fmla="*/ 79754 h 989189"/>
                <a:gd name="connsiteX78" fmla="*/ 759756 w 2912392"/>
                <a:gd name="connsiteY78" fmla="*/ 83859 h 989189"/>
                <a:gd name="connsiteX79" fmla="*/ 769495 w 2912392"/>
                <a:gd name="connsiteY79" fmla="*/ 88074 h 989189"/>
                <a:gd name="connsiteX80" fmla="*/ 779236 w 2912392"/>
                <a:gd name="connsiteY80" fmla="*/ 92402 h 989189"/>
                <a:gd name="connsiteX81" fmla="*/ 788977 w 2912392"/>
                <a:gd name="connsiteY81" fmla="*/ 96842 h 989189"/>
                <a:gd name="connsiteX82" fmla="*/ 798717 w 2912392"/>
                <a:gd name="connsiteY82" fmla="*/ 101394 h 989189"/>
                <a:gd name="connsiteX83" fmla="*/ 808458 w 2912392"/>
                <a:gd name="connsiteY83" fmla="*/ 106058 h 989189"/>
                <a:gd name="connsiteX84" fmla="*/ 818199 w 2912392"/>
                <a:gd name="connsiteY84" fmla="*/ 110835 h 989189"/>
                <a:gd name="connsiteX85" fmla="*/ 827938 w 2912392"/>
                <a:gd name="connsiteY85" fmla="*/ 115725 h 989189"/>
                <a:gd name="connsiteX86" fmla="*/ 837679 w 2912392"/>
                <a:gd name="connsiteY86" fmla="*/ 120728 h 989189"/>
                <a:gd name="connsiteX87" fmla="*/ 847420 w 2912392"/>
                <a:gd name="connsiteY87" fmla="*/ 125844 h 989189"/>
                <a:gd name="connsiteX88" fmla="*/ 857159 w 2912392"/>
                <a:gd name="connsiteY88" fmla="*/ 131072 h 989189"/>
                <a:gd name="connsiteX89" fmla="*/ 866900 w 2912392"/>
                <a:gd name="connsiteY89" fmla="*/ 136414 h 989189"/>
                <a:gd name="connsiteX90" fmla="*/ 876641 w 2912392"/>
                <a:gd name="connsiteY90" fmla="*/ 141868 h 989189"/>
                <a:gd name="connsiteX91" fmla="*/ 886381 w 2912392"/>
                <a:gd name="connsiteY91" fmla="*/ 147436 h 989189"/>
                <a:gd name="connsiteX92" fmla="*/ 896122 w 2912392"/>
                <a:gd name="connsiteY92" fmla="*/ 153115 h 989189"/>
                <a:gd name="connsiteX93" fmla="*/ 905863 w 2912392"/>
                <a:gd name="connsiteY93" fmla="*/ 158908 h 989189"/>
                <a:gd name="connsiteX94" fmla="*/ 915602 w 2912392"/>
                <a:gd name="connsiteY94" fmla="*/ 164811 h 989189"/>
                <a:gd name="connsiteX95" fmla="*/ 925343 w 2912392"/>
                <a:gd name="connsiteY95" fmla="*/ 170826 h 989189"/>
                <a:gd name="connsiteX96" fmla="*/ 935084 w 2912392"/>
                <a:gd name="connsiteY96" fmla="*/ 176952 h 989189"/>
                <a:gd name="connsiteX97" fmla="*/ 944824 w 2912392"/>
                <a:gd name="connsiteY97" fmla="*/ 183187 h 989189"/>
                <a:gd name="connsiteX98" fmla="*/ 954564 w 2912392"/>
                <a:gd name="connsiteY98" fmla="*/ 189531 h 989189"/>
                <a:gd name="connsiteX99" fmla="*/ 964305 w 2912392"/>
                <a:gd name="connsiteY99" fmla="*/ 195984 h 989189"/>
                <a:gd name="connsiteX100" fmla="*/ 974045 w 2912392"/>
                <a:gd name="connsiteY100" fmla="*/ 202544 h 989189"/>
                <a:gd name="connsiteX101" fmla="*/ 983786 w 2912392"/>
                <a:gd name="connsiteY101" fmla="*/ 209210 h 989189"/>
                <a:gd name="connsiteX102" fmla="*/ 993522 w 2912392"/>
                <a:gd name="connsiteY102" fmla="*/ 215980 h 989189"/>
                <a:gd name="connsiteX103" fmla="*/ 1003266 w 2912392"/>
                <a:gd name="connsiteY103" fmla="*/ 222853 h 989189"/>
                <a:gd name="connsiteX104" fmla="*/ 1013010 w 2912392"/>
                <a:gd name="connsiteY104" fmla="*/ 229827 h 989189"/>
                <a:gd name="connsiteX105" fmla="*/ 1022754 w 2912392"/>
                <a:gd name="connsiteY105" fmla="*/ 236901 h 989189"/>
                <a:gd name="connsiteX106" fmla="*/ 1032483 w 2912392"/>
                <a:gd name="connsiteY106" fmla="*/ 244072 h 989189"/>
                <a:gd name="connsiteX107" fmla="*/ 1042227 w 2912392"/>
                <a:gd name="connsiteY107" fmla="*/ 251340 h 989189"/>
                <a:gd name="connsiteX108" fmla="*/ 1051971 w 2912392"/>
                <a:gd name="connsiteY108" fmla="*/ 258700 h 989189"/>
                <a:gd name="connsiteX109" fmla="*/ 1061715 w 2912392"/>
                <a:gd name="connsiteY109" fmla="*/ 266151 h 989189"/>
                <a:gd name="connsiteX110" fmla="*/ 1071444 w 2912392"/>
                <a:gd name="connsiteY110" fmla="*/ 273690 h 989189"/>
                <a:gd name="connsiteX111" fmla="*/ 1081188 w 2912392"/>
                <a:gd name="connsiteY111" fmla="*/ 281315 h 989189"/>
                <a:gd name="connsiteX112" fmla="*/ 1090932 w 2912392"/>
                <a:gd name="connsiteY112" fmla="*/ 289021 h 989189"/>
                <a:gd name="connsiteX113" fmla="*/ 1100676 w 2912392"/>
                <a:gd name="connsiteY113" fmla="*/ 296807 h 989189"/>
                <a:gd name="connsiteX114" fmla="*/ 1110405 w 2912392"/>
                <a:gd name="connsiteY114" fmla="*/ 304669 h 989189"/>
                <a:gd name="connsiteX115" fmla="*/ 1120149 w 2912392"/>
                <a:gd name="connsiteY115" fmla="*/ 312603 h 989189"/>
                <a:gd name="connsiteX116" fmla="*/ 1129893 w 2912392"/>
                <a:gd name="connsiteY116" fmla="*/ 320607 h 989189"/>
                <a:gd name="connsiteX117" fmla="*/ 1139637 w 2912392"/>
                <a:gd name="connsiteY117" fmla="*/ 328675 h 989189"/>
                <a:gd name="connsiteX118" fmla="*/ 1149381 w 2912392"/>
                <a:gd name="connsiteY118" fmla="*/ 336805 h 989189"/>
                <a:gd name="connsiteX119" fmla="*/ 1159110 w 2912392"/>
                <a:gd name="connsiteY119" fmla="*/ 344992 h 989189"/>
                <a:gd name="connsiteX120" fmla="*/ 1168854 w 2912392"/>
                <a:gd name="connsiteY120" fmla="*/ 353231 h 989189"/>
                <a:gd name="connsiteX121" fmla="*/ 1178598 w 2912392"/>
                <a:gd name="connsiteY121" fmla="*/ 361519 h 989189"/>
                <a:gd name="connsiteX122" fmla="*/ 1188341 w 2912392"/>
                <a:gd name="connsiteY122" fmla="*/ 369852 h 989189"/>
                <a:gd name="connsiteX123" fmla="*/ 1198070 w 2912392"/>
                <a:gd name="connsiteY123" fmla="*/ 378226 h 989189"/>
                <a:gd name="connsiteX124" fmla="*/ 1207814 w 2912392"/>
                <a:gd name="connsiteY124" fmla="*/ 386635 h 989189"/>
                <a:gd name="connsiteX125" fmla="*/ 1217558 w 2912392"/>
                <a:gd name="connsiteY125" fmla="*/ 395073 h 989189"/>
                <a:gd name="connsiteX126" fmla="*/ 1227302 w 2912392"/>
                <a:gd name="connsiteY126" fmla="*/ 403539 h 989189"/>
                <a:gd name="connsiteX127" fmla="*/ 1237031 w 2912392"/>
                <a:gd name="connsiteY127" fmla="*/ 412027 h 989189"/>
                <a:gd name="connsiteX128" fmla="*/ 1246775 w 2912392"/>
                <a:gd name="connsiteY128" fmla="*/ 420531 h 989189"/>
                <a:gd name="connsiteX129" fmla="*/ 1256519 w 2912392"/>
                <a:gd name="connsiteY129" fmla="*/ 429047 h 989189"/>
                <a:gd name="connsiteX130" fmla="*/ 1266263 w 2912392"/>
                <a:gd name="connsiteY130" fmla="*/ 437571 h 989189"/>
                <a:gd name="connsiteX131" fmla="*/ 1276007 w 2912392"/>
                <a:gd name="connsiteY131" fmla="*/ 446098 h 989189"/>
                <a:gd name="connsiteX132" fmla="*/ 1285736 w 2912392"/>
                <a:gd name="connsiteY132" fmla="*/ 454625 h 989189"/>
                <a:gd name="connsiteX133" fmla="*/ 1295480 w 2912392"/>
                <a:gd name="connsiteY133" fmla="*/ 463142 h 989189"/>
                <a:gd name="connsiteX134" fmla="*/ 1305224 w 2912392"/>
                <a:gd name="connsiteY134" fmla="*/ 471651 h 989189"/>
                <a:gd name="connsiteX135" fmla="*/ 1314968 w 2912392"/>
                <a:gd name="connsiteY135" fmla="*/ 480145 h 989189"/>
                <a:gd name="connsiteX136" fmla="*/ 1324697 w 2912392"/>
                <a:gd name="connsiteY136" fmla="*/ 488620 h 989189"/>
                <a:gd name="connsiteX137" fmla="*/ 1334441 w 2912392"/>
                <a:gd name="connsiteY137" fmla="*/ 497070 h 989189"/>
                <a:gd name="connsiteX138" fmla="*/ 1344185 w 2912392"/>
                <a:gd name="connsiteY138" fmla="*/ 505494 h 989189"/>
                <a:gd name="connsiteX139" fmla="*/ 1353929 w 2912392"/>
                <a:gd name="connsiteY139" fmla="*/ 513887 h 989189"/>
                <a:gd name="connsiteX140" fmla="*/ 1363658 w 2912392"/>
                <a:gd name="connsiteY140" fmla="*/ 522245 h 989189"/>
                <a:gd name="connsiteX141" fmla="*/ 1373402 w 2912392"/>
                <a:gd name="connsiteY141" fmla="*/ 530565 h 989189"/>
                <a:gd name="connsiteX142" fmla="*/ 1383146 w 2912392"/>
                <a:gd name="connsiteY142" fmla="*/ 538843 h 989189"/>
                <a:gd name="connsiteX143" fmla="*/ 1392890 w 2912392"/>
                <a:gd name="connsiteY143" fmla="*/ 547076 h 989189"/>
                <a:gd name="connsiteX144" fmla="*/ 1402619 w 2912392"/>
                <a:gd name="connsiteY144" fmla="*/ 555263 h 989189"/>
                <a:gd name="connsiteX145" fmla="*/ 1412363 w 2912392"/>
                <a:gd name="connsiteY145" fmla="*/ 563399 h 989189"/>
                <a:gd name="connsiteX146" fmla="*/ 1422106 w 2912392"/>
                <a:gd name="connsiteY146" fmla="*/ 571482 h 989189"/>
                <a:gd name="connsiteX147" fmla="*/ 1431850 w 2912392"/>
                <a:gd name="connsiteY147" fmla="*/ 579511 h 989189"/>
                <a:gd name="connsiteX148" fmla="*/ 1441594 w 2912392"/>
                <a:gd name="connsiteY148" fmla="*/ 587483 h 989189"/>
                <a:gd name="connsiteX149" fmla="*/ 1451323 w 2912392"/>
                <a:gd name="connsiteY149" fmla="*/ 595398 h 989189"/>
                <a:gd name="connsiteX150" fmla="*/ 1461067 w 2912392"/>
                <a:gd name="connsiteY150" fmla="*/ 603252 h 989189"/>
                <a:gd name="connsiteX151" fmla="*/ 1470811 w 2912392"/>
                <a:gd name="connsiteY151" fmla="*/ 611046 h 989189"/>
                <a:gd name="connsiteX152" fmla="*/ 1480555 w 2912392"/>
                <a:gd name="connsiteY152" fmla="*/ 618777 h 989189"/>
                <a:gd name="connsiteX153" fmla="*/ 1490284 w 2912392"/>
                <a:gd name="connsiteY153" fmla="*/ 626447 h 989189"/>
                <a:gd name="connsiteX154" fmla="*/ 1500028 w 2912392"/>
                <a:gd name="connsiteY154" fmla="*/ 634053 h 989189"/>
                <a:gd name="connsiteX155" fmla="*/ 1509772 w 2912392"/>
                <a:gd name="connsiteY155" fmla="*/ 641595 h 989189"/>
                <a:gd name="connsiteX156" fmla="*/ 1519516 w 2912392"/>
                <a:gd name="connsiteY156" fmla="*/ 649074 h 989189"/>
                <a:gd name="connsiteX157" fmla="*/ 1529245 w 2912392"/>
                <a:gd name="connsiteY157" fmla="*/ 656491 h 989189"/>
                <a:gd name="connsiteX158" fmla="*/ 1538989 w 2912392"/>
                <a:gd name="connsiteY158" fmla="*/ 663843 h 989189"/>
                <a:gd name="connsiteX159" fmla="*/ 1548733 w 2912392"/>
                <a:gd name="connsiteY159" fmla="*/ 671135 h 989189"/>
                <a:gd name="connsiteX160" fmla="*/ 1558477 w 2912392"/>
                <a:gd name="connsiteY160" fmla="*/ 678364 h 989189"/>
                <a:gd name="connsiteX161" fmla="*/ 1568221 w 2912392"/>
                <a:gd name="connsiteY161" fmla="*/ 685532 h 989189"/>
                <a:gd name="connsiteX162" fmla="*/ 1577950 w 2912392"/>
                <a:gd name="connsiteY162" fmla="*/ 692642 h 989189"/>
                <a:gd name="connsiteX163" fmla="*/ 1587694 w 2912392"/>
                <a:gd name="connsiteY163" fmla="*/ 699692 h 989189"/>
                <a:gd name="connsiteX164" fmla="*/ 1597438 w 2912392"/>
                <a:gd name="connsiteY164" fmla="*/ 706686 h 989189"/>
                <a:gd name="connsiteX165" fmla="*/ 1607182 w 2912392"/>
                <a:gd name="connsiteY165" fmla="*/ 713622 h 989189"/>
                <a:gd name="connsiteX166" fmla="*/ 1616911 w 2912392"/>
                <a:gd name="connsiteY166" fmla="*/ 720506 h 989189"/>
                <a:gd name="connsiteX167" fmla="*/ 1626655 w 2912392"/>
                <a:gd name="connsiteY167" fmla="*/ 727336 h 989189"/>
                <a:gd name="connsiteX168" fmla="*/ 1636399 w 2912392"/>
                <a:gd name="connsiteY168" fmla="*/ 734115 h 989189"/>
                <a:gd name="connsiteX169" fmla="*/ 1646142 w 2912392"/>
                <a:gd name="connsiteY169" fmla="*/ 740843 h 989189"/>
                <a:gd name="connsiteX170" fmla="*/ 1655872 w 2912392"/>
                <a:gd name="connsiteY170" fmla="*/ 747522 h 989189"/>
                <a:gd name="connsiteX171" fmla="*/ 1665616 w 2912392"/>
                <a:gd name="connsiteY171" fmla="*/ 754155 h 989189"/>
                <a:gd name="connsiteX172" fmla="*/ 1675359 w 2912392"/>
                <a:gd name="connsiteY172" fmla="*/ 760742 h 989189"/>
                <a:gd name="connsiteX173" fmla="*/ 1685103 w 2912392"/>
                <a:gd name="connsiteY173" fmla="*/ 767284 h 989189"/>
                <a:gd name="connsiteX174" fmla="*/ 1694832 w 2912392"/>
                <a:gd name="connsiteY174" fmla="*/ 773783 h 989189"/>
                <a:gd name="connsiteX175" fmla="*/ 1704576 w 2912392"/>
                <a:gd name="connsiteY175" fmla="*/ 780239 h 989189"/>
                <a:gd name="connsiteX176" fmla="*/ 1714320 w 2912392"/>
                <a:gd name="connsiteY176" fmla="*/ 786654 h 989189"/>
                <a:gd name="connsiteX177" fmla="*/ 1724064 w 2912392"/>
                <a:gd name="connsiteY177" fmla="*/ 793028 h 989189"/>
                <a:gd name="connsiteX178" fmla="*/ 1733808 w 2912392"/>
                <a:gd name="connsiteY178" fmla="*/ 799362 h 989189"/>
                <a:gd name="connsiteX179" fmla="*/ 1743537 w 2912392"/>
                <a:gd name="connsiteY179" fmla="*/ 805657 h 989189"/>
                <a:gd name="connsiteX180" fmla="*/ 1753281 w 2912392"/>
                <a:gd name="connsiteY180" fmla="*/ 811910 h 989189"/>
                <a:gd name="connsiteX181" fmla="*/ 1763025 w 2912392"/>
                <a:gd name="connsiteY181" fmla="*/ 818123 h 989189"/>
                <a:gd name="connsiteX182" fmla="*/ 1772769 w 2912392"/>
                <a:gd name="connsiteY182" fmla="*/ 824295 h 989189"/>
                <a:gd name="connsiteX183" fmla="*/ 1782498 w 2912392"/>
                <a:gd name="connsiteY183" fmla="*/ 830425 h 989189"/>
                <a:gd name="connsiteX184" fmla="*/ 1792242 w 2912392"/>
                <a:gd name="connsiteY184" fmla="*/ 836512 h 989189"/>
                <a:gd name="connsiteX185" fmla="*/ 1801986 w 2912392"/>
                <a:gd name="connsiteY185" fmla="*/ 842555 h 989189"/>
                <a:gd name="connsiteX186" fmla="*/ 1811730 w 2912392"/>
                <a:gd name="connsiteY186" fmla="*/ 848552 h 989189"/>
                <a:gd name="connsiteX187" fmla="*/ 1821459 w 2912392"/>
                <a:gd name="connsiteY187" fmla="*/ 854501 h 989189"/>
                <a:gd name="connsiteX188" fmla="*/ 1831203 w 2912392"/>
                <a:gd name="connsiteY188" fmla="*/ 860398 h 989189"/>
                <a:gd name="connsiteX189" fmla="*/ 1840947 w 2912392"/>
                <a:gd name="connsiteY189" fmla="*/ 866242 h 989189"/>
                <a:gd name="connsiteX190" fmla="*/ 1850691 w 2912392"/>
                <a:gd name="connsiteY190" fmla="*/ 872028 h 989189"/>
                <a:gd name="connsiteX191" fmla="*/ 1860435 w 2912392"/>
                <a:gd name="connsiteY191" fmla="*/ 877754 h 989189"/>
                <a:gd name="connsiteX192" fmla="*/ 1870164 w 2912392"/>
                <a:gd name="connsiteY192" fmla="*/ 883414 h 989189"/>
                <a:gd name="connsiteX193" fmla="*/ 1879908 w 2912392"/>
                <a:gd name="connsiteY193" fmla="*/ 889006 h 989189"/>
                <a:gd name="connsiteX194" fmla="*/ 1889652 w 2912392"/>
                <a:gd name="connsiteY194" fmla="*/ 894523 h 989189"/>
                <a:gd name="connsiteX195" fmla="*/ 1899395 w 2912392"/>
                <a:gd name="connsiteY195" fmla="*/ 899961 h 989189"/>
                <a:gd name="connsiteX196" fmla="*/ 1909124 w 2912392"/>
                <a:gd name="connsiteY196" fmla="*/ 905314 h 989189"/>
                <a:gd name="connsiteX197" fmla="*/ 1918868 w 2912392"/>
                <a:gd name="connsiteY197" fmla="*/ 910577 h 989189"/>
                <a:gd name="connsiteX198" fmla="*/ 1928612 w 2912392"/>
                <a:gd name="connsiteY198" fmla="*/ 915741 h 989189"/>
                <a:gd name="connsiteX199" fmla="*/ 1938356 w 2912392"/>
                <a:gd name="connsiteY199" fmla="*/ 920800 h 989189"/>
                <a:gd name="connsiteX200" fmla="*/ 1948085 w 2912392"/>
                <a:gd name="connsiteY200" fmla="*/ 925750 h 989189"/>
                <a:gd name="connsiteX201" fmla="*/ 1957829 w 2912392"/>
                <a:gd name="connsiteY201" fmla="*/ 930581 h 989189"/>
                <a:gd name="connsiteX202" fmla="*/ 1967573 w 2912392"/>
                <a:gd name="connsiteY202" fmla="*/ 935287 h 989189"/>
                <a:gd name="connsiteX203" fmla="*/ 1977317 w 2912392"/>
                <a:gd name="connsiteY203" fmla="*/ 939858 h 989189"/>
                <a:gd name="connsiteX204" fmla="*/ 1987046 w 2912392"/>
                <a:gd name="connsiteY204" fmla="*/ 944286 h 989189"/>
                <a:gd name="connsiteX205" fmla="*/ 1996790 w 2912392"/>
                <a:gd name="connsiteY205" fmla="*/ 948563 h 989189"/>
                <a:gd name="connsiteX206" fmla="*/ 2006534 w 2912392"/>
                <a:gd name="connsiteY206" fmla="*/ 952681 h 989189"/>
                <a:gd name="connsiteX207" fmla="*/ 2016278 w 2912392"/>
                <a:gd name="connsiteY207" fmla="*/ 956631 h 989189"/>
                <a:gd name="connsiteX208" fmla="*/ 2026022 w 2912392"/>
                <a:gd name="connsiteY208" fmla="*/ 960403 h 989189"/>
                <a:gd name="connsiteX209" fmla="*/ 2035751 w 2912392"/>
                <a:gd name="connsiteY209" fmla="*/ 963988 h 989189"/>
                <a:gd name="connsiteX210" fmla="*/ 2045495 w 2912392"/>
                <a:gd name="connsiteY210" fmla="*/ 967376 h 989189"/>
                <a:gd name="connsiteX211" fmla="*/ 2055239 w 2912392"/>
                <a:gd name="connsiteY211" fmla="*/ 970557 h 989189"/>
                <a:gd name="connsiteX212" fmla="*/ 2064983 w 2912392"/>
                <a:gd name="connsiteY212" fmla="*/ 973523 h 989189"/>
                <a:gd name="connsiteX213" fmla="*/ 2074712 w 2912392"/>
                <a:gd name="connsiteY213" fmla="*/ 976265 h 989189"/>
                <a:gd name="connsiteX214" fmla="*/ 2084456 w 2912392"/>
                <a:gd name="connsiteY214" fmla="*/ 978769 h 989189"/>
                <a:gd name="connsiteX215" fmla="*/ 2094200 w 2912392"/>
                <a:gd name="connsiteY215" fmla="*/ 981029 h 989189"/>
                <a:gd name="connsiteX216" fmla="*/ 2103944 w 2912392"/>
                <a:gd name="connsiteY216" fmla="*/ 983036 h 989189"/>
                <a:gd name="connsiteX217" fmla="*/ 2113673 w 2912392"/>
                <a:gd name="connsiteY217" fmla="*/ 984776 h 989189"/>
                <a:gd name="connsiteX218" fmla="*/ 2123417 w 2912392"/>
                <a:gd name="connsiteY218" fmla="*/ 986244 h 989189"/>
                <a:gd name="connsiteX219" fmla="*/ 2133161 w 2912392"/>
                <a:gd name="connsiteY219" fmla="*/ 987429 h 989189"/>
                <a:gd name="connsiteX220" fmla="*/ 2142905 w 2912392"/>
                <a:gd name="connsiteY220" fmla="*/ 988319 h 989189"/>
                <a:gd name="connsiteX221" fmla="*/ 2152649 w 2912392"/>
                <a:gd name="connsiteY221" fmla="*/ 988909 h 989189"/>
                <a:gd name="connsiteX222" fmla="*/ 2162377 w 2912392"/>
                <a:gd name="connsiteY222" fmla="*/ 989190 h 989189"/>
                <a:gd name="connsiteX223" fmla="*/ 2172121 w 2912392"/>
                <a:gd name="connsiteY223" fmla="*/ 989149 h 989189"/>
                <a:gd name="connsiteX224" fmla="*/ 2181865 w 2912392"/>
                <a:gd name="connsiteY224" fmla="*/ 988781 h 989189"/>
                <a:gd name="connsiteX225" fmla="*/ 2191609 w 2912392"/>
                <a:gd name="connsiteY225" fmla="*/ 988078 h 989189"/>
                <a:gd name="connsiteX226" fmla="*/ 2201338 w 2912392"/>
                <a:gd name="connsiteY226" fmla="*/ 987032 h 989189"/>
                <a:gd name="connsiteX227" fmla="*/ 2211082 w 2912392"/>
                <a:gd name="connsiteY227" fmla="*/ 985636 h 989189"/>
                <a:gd name="connsiteX228" fmla="*/ 2220826 w 2912392"/>
                <a:gd name="connsiteY228" fmla="*/ 983881 h 989189"/>
                <a:gd name="connsiteX229" fmla="*/ 2230570 w 2912392"/>
                <a:gd name="connsiteY229" fmla="*/ 981762 h 989189"/>
                <a:gd name="connsiteX230" fmla="*/ 2240299 w 2912392"/>
                <a:gd name="connsiteY230" fmla="*/ 979274 h 989189"/>
                <a:gd name="connsiteX231" fmla="*/ 2250043 w 2912392"/>
                <a:gd name="connsiteY231" fmla="*/ 976409 h 989189"/>
                <a:gd name="connsiteX232" fmla="*/ 2259787 w 2912392"/>
                <a:gd name="connsiteY232" fmla="*/ 973164 h 989189"/>
                <a:gd name="connsiteX233" fmla="*/ 2269531 w 2912392"/>
                <a:gd name="connsiteY233" fmla="*/ 969533 h 989189"/>
                <a:gd name="connsiteX234" fmla="*/ 2279260 w 2912392"/>
                <a:gd name="connsiteY234" fmla="*/ 965512 h 989189"/>
                <a:gd name="connsiteX235" fmla="*/ 2289004 w 2912392"/>
                <a:gd name="connsiteY235" fmla="*/ 961098 h 989189"/>
                <a:gd name="connsiteX236" fmla="*/ 2298748 w 2912392"/>
                <a:gd name="connsiteY236" fmla="*/ 956285 h 989189"/>
                <a:gd name="connsiteX237" fmla="*/ 2308492 w 2912392"/>
                <a:gd name="connsiteY237" fmla="*/ 951075 h 989189"/>
                <a:gd name="connsiteX238" fmla="*/ 2318236 w 2912392"/>
                <a:gd name="connsiteY238" fmla="*/ 945463 h 989189"/>
                <a:gd name="connsiteX239" fmla="*/ 2327965 w 2912392"/>
                <a:gd name="connsiteY239" fmla="*/ 939448 h 989189"/>
                <a:gd name="connsiteX240" fmla="*/ 2337709 w 2912392"/>
                <a:gd name="connsiteY240" fmla="*/ 933031 h 989189"/>
                <a:gd name="connsiteX241" fmla="*/ 2347453 w 2912392"/>
                <a:gd name="connsiteY241" fmla="*/ 926209 h 989189"/>
                <a:gd name="connsiteX242" fmla="*/ 2357197 w 2912392"/>
                <a:gd name="connsiteY242" fmla="*/ 918984 h 989189"/>
                <a:gd name="connsiteX243" fmla="*/ 2366926 w 2912392"/>
                <a:gd name="connsiteY243" fmla="*/ 911357 h 989189"/>
                <a:gd name="connsiteX244" fmla="*/ 2376670 w 2912392"/>
                <a:gd name="connsiteY244" fmla="*/ 903328 h 989189"/>
                <a:gd name="connsiteX245" fmla="*/ 2386413 w 2912392"/>
                <a:gd name="connsiteY245" fmla="*/ 894901 h 989189"/>
                <a:gd name="connsiteX246" fmla="*/ 2396157 w 2912392"/>
                <a:gd name="connsiteY246" fmla="*/ 886080 h 989189"/>
                <a:gd name="connsiteX247" fmla="*/ 2405886 w 2912392"/>
                <a:gd name="connsiteY247" fmla="*/ 876865 h 989189"/>
                <a:gd name="connsiteX248" fmla="*/ 2415630 w 2912392"/>
                <a:gd name="connsiteY248" fmla="*/ 867261 h 989189"/>
                <a:gd name="connsiteX249" fmla="*/ 2425374 w 2912392"/>
                <a:gd name="connsiteY249" fmla="*/ 857274 h 989189"/>
                <a:gd name="connsiteX250" fmla="*/ 2435118 w 2912392"/>
                <a:gd name="connsiteY250" fmla="*/ 846909 h 989189"/>
                <a:gd name="connsiteX251" fmla="*/ 2444862 w 2912392"/>
                <a:gd name="connsiteY251" fmla="*/ 836170 h 989189"/>
                <a:gd name="connsiteX252" fmla="*/ 2454591 w 2912392"/>
                <a:gd name="connsiteY252" fmla="*/ 825064 h 989189"/>
                <a:gd name="connsiteX253" fmla="*/ 2464335 w 2912392"/>
                <a:gd name="connsiteY253" fmla="*/ 813598 h 989189"/>
                <a:gd name="connsiteX254" fmla="*/ 2474079 w 2912392"/>
                <a:gd name="connsiteY254" fmla="*/ 801780 h 989189"/>
                <a:gd name="connsiteX255" fmla="*/ 2483823 w 2912392"/>
                <a:gd name="connsiteY255" fmla="*/ 789618 h 989189"/>
                <a:gd name="connsiteX256" fmla="*/ 2493552 w 2912392"/>
                <a:gd name="connsiteY256" fmla="*/ 777117 h 989189"/>
                <a:gd name="connsiteX257" fmla="*/ 2503296 w 2912392"/>
                <a:gd name="connsiteY257" fmla="*/ 764291 h 989189"/>
                <a:gd name="connsiteX258" fmla="*/ 2513040 w 2912392"/>
                <a:gd name="connsiteY258" fmla="*/ 751147 h 989189"/>
                <a:gd name="connsiteX259" fmla="*/ 2522784 w 2912392"/>
                <a:gd name="connsiteY259" fmla="*/ 737695 h 989189"/>
                <a:gd name="connsiteX260" fmla="*/ 2532513 w 2912392"/>
                <a:gd name="connsiteY260" fmla="*/ 723945 h 989189"/>
                <a:gd name="connsiteX261" fmla="*/ 2542257 w 2912392"/>
                <a:gd name="connsiteY261" fmla="*/ 709907 h 989189"/>
                <a:gd name="connsiteX262" fmla="*/ 2552001 w 2912392"/>
                <a:gd name="connsiteY262" fmla="*/ 695593 h 989189"/>
                <a:gd name="connsiteX263" fmla="*/ 2561745 w 2912392"/>
                <a:gd name="connsiteY263" fmla="*/ 681015 h 989189"/>
                <a:gd name="connsiteX264" fmla="*/ 2571474 w 2912392"/>
                <a:gd name="connsiteY264" fmla="*/ 666184 h 989189"/>
                <a:gd name="connsiteX265" fmla="*/ 2581218 w 2912392"/>
                <a:gd name="connsiteY265" fmla="*/ 651112 h 989189"/>
                <a:gd name="connsiteX266" fmla="*/ 2590962 w 2912392"/>
                <a:gd name="connsiteY266" fmla="*/ 635814 h 989189"/>
                <a:gd name="connsiteX267" fmla="*/ 2600705 w 2912392"/>
                <a:gd name="connsiteY267" fmla="*/ 620301 h 989189"/>
                <a:gd name="connsiteX268" fmla="*/ 2610449 w 2912392"/>
                <a:gd name="connsiteY268" fmla="*/ 604586 h 989189"/>
                <a:gd name="connsiteX269" fmla="*/ 2620178 w 2912392"/>
                <a:gd name="connsiteY269" fmla="*/ 588683 h 989189"/>
                <a:gd name="connsiteX270" fmla="*/ 2629922 w 2912392"/>
                <a:gd name="connsiteY270" fmla="*/ 572604 h 989189"/>
                <a:gd name="connsiteX271" fmla="*/ 2639666 w 2912392"/>
                <a:gd name="connsiteY271" fmla="*/ 556367 h 989189"/>
                <a:gd name="connsiteX272" fmla="*/ 2649410 w 2912392"/>
                <a:gd name="connsiteY272" fmla="*/ 539982 h 989189"/>
                <a:gd name="connsiteX273" fmla="*/ 2659139 w 2912392"/>
                <a:gd name="connsiteY273" fmla="*/ 523465 h 989189"/>
                <a:gd name="connsiteX274" fmla="*/ 2668883 w 2912392"/>
                <a:gd name="connsiteY274" fmla="*/ 506832 h 989189"/>
                <a:gd name="connsiteX275" fmla="*/ 2678627 w 2912392"/>
                <a:gd name="connsiteY275" fmla="*/ 490096 h 989189"/>
                <a:gd name="connsiteX276" fmla="*/ 2688371 w 2912392"/>
                <a:gd name="connsiteY276" fmla="*/ 473272 h 989189"/>
                <a:gd name="connsiteX277" fmla="*/ 2698100 w 2912392"/>
                <a:gd name="connsiteY277" fmla="*/ 456377 h 989189"/>
                <a:gd name="connsiteX278" fmla="*/ 2707844 w 2912392"/>
                <a:gd name="connsiteY278" fmla="*/ 439423 h 989189"/>
                <a:gd name="connsiteX279" fmla="*/ 2717588 w 2912392"/>
                <a:gd name="connsiteY279" fmla="*/ 422426 h 989189"/>
                <a:gd name="connsiteX280" fmla="*/ 2727332 w 2912392"/>
                <a:gd name="connsiteY280" fmla="*/ 405404 h 989189"/>
                <a:gd name="connsiteX281" fmla="*/ 2737076 w 2912392"/>
                <a:gd name="connsiteY281" fmla="*/ 388370 h 989189"/>
                <a:gd name="connsiteX282" fmla="*/ 2746805 w 2912392"/>
                <a:gd name="connsiteY282" fmla="*/ 371341 h 989189"/>
                <a:gd name="connsiteX283" fmla="*/ 2756549 w 2912392"/>
                <a:gd name="connsiteY283" fmla="*/ 354331 h 989189"/>
                <a:gd name="connsiteX284" fmla="*/ 2766293 w 2912392"/>
                <a:gd name="connsiteY284" fmla="*/ 337355 h 989189"/>
                <a:gd name="connsiteX285" fmla="*/ 2776037 w 2912392"/>
                <a:gd name="connsiteY285" fmla="*/ 320429 h 989189"/>
                <a:gd name="connsiteX286" fmla="*/ 2785766 w 2912392"/>
                <a:gd name="connsiteY286" fmla="*/ 303570 h 989189"/>
                <a:gd name="connsiteX287" fmla="*/ 2795510 w 2912392"/>
                <a:gd name="connsiteY287" fmla="*/ 286792 h 989189"/>
                <a:gd name="connsiteX288" fmla="*/ 2805254 w 2912392"/>
                <a:gd name="connsiteY288" fmla="*/ 270111 h 989189"/>
                <a:gd name="connsiteX289" fmla="*/ 2814998 w 2912392"/>
                <a:gd name="connsiteY289" fmla="*/ 253542 h 989189"/>
                <a:gd name="connsiteX290" fmla="*/ 2824727 w 2912392"/>
                <a:gd name="connsiteY290" fmla="*/ 237101 h 989189"/>
                <a:gd name="connsiteX291" fmla="*/ 2834471 w 2912392"/>
                <a:gd name="connsiteY291" fmla="*/ 220801 h 989189"/>
                <a:gd name="connsiteX292" fmla="*/ 2844215 w 2912392"/>
                <a:gd name="connsiteY292" fmla="*/ 204660 h 989189"/>
                <a:gd name="connsiteX293" fmla="*/ 2853958 w 2912392"/>
                <a:gd name="connsiteY293" fmla="*/ 188693 h 989189"/>
                <a:gd name="connsiteX294" fmla="*/ 2863687 w 2912392"/>
                <a:gd name="connsiteY294" fmla="*/ 172912 h 989189"/>
                <a:gd name="connsiteX295" fmla="*/ 2873431 w 2912392"/>
                <a:gd name="connsiteY295" fmla="*/ 157333 h 989189"/>
                <a:gd name="connsiteX296" fmla="*/ 2883175 w 2912392"/>
                <a:gd name="connsiteY296" fmla="*/ 141971 h 989189"/>
                <a:gd name="connsiteX297" fmla="*/ 2892919 w 2912392"/>
                <a:gd name="connsiteY297" fmla="*/ 126841 h 989189"/>
                <a:gd name="connsiteX298" fmla="*/ 2902663 w 2912392"/>
                <a:gd name="connsiteY298" fmla="*/ 111957 h 989189"/>
                <a:gd name="connsiteX299" fmla="*/ 2912392 w 2912392"/>
                <a:gd name="connsiteY299" fmla="*/ 97331 h 989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989189">
                  <a:moveTo>
                    <a:pt x="0" y="40574"/>
                  </a:moveTo>
                  <a:lnTo>
                    <a:pt x="9739" y="38284"/>
                  </a:lnTo>
                  <a:lnTo>
                    <a:pt x="19480" y="36062"/>
                  </a:lnTo>
                  <a:lnTo>
                    <a:pt x="29221" y="33906"/>
                  </a:lnTo>
                  <a:lnTo>
                    <a:pt x="38961" y="31817"/>
                  </a:lnTo>
                  <a:lnTo>
                    <a:pt x="48702" y="29795"/>
                  </a:lnTo>
                  <a:lnTo>
                    <a:pt x="58443" y="27840"/>
                  </a:lnTo>
                  <a:lnTo>
                    <a:pt x="68182" y="25954"/>
                  </a:lnTo>
                  <a:lnTo>
                    <a:pt x="77923" y="24133"/>
                  </a:lnTo>
                  <a:lnTo>
                    <a:pt x="87664" y="22381"/>
                  </a:lnTo>
                  <a:lnTo>
                    <a:pt x="97404" y="20695"/>
                  </a:lnTo>
                  <a:lnTo>
                    <a:pt x="107145" y="19075"/>
                  </a:lnTo>
                  <a:lnTo>
                    <a:pt x="116886" y="17521"/>
                  </a:lnTo>
                  <a:lnTo>
                    <a:pt x="126625" y="16033"/>
                  </a:lnTo>
                  <a:lnTo>
                    <a:pt x="136366" y="14611"/>
                  </a:lnTo>
                  <a:lnTo>
                    <a:pt x="146107" y="13256"/>
                  </a:lnTo>
                  <a:lnTo>
                    <a:pt x="155846" y="11965"/>
                  </a:lnTo>
                  <a:lnTo>
                    <a:pt x="165587" y="10739"/>
                  </a:lnTo>
                  <a:lnTo>
                    <a:pt x="175328" y="9580"/>
                  </a:lnTo>
                  <a:lnTo>
                    <a:pt x="185068" y="8485"/>
                  </a:lnTo>
                  <a:lnTo>
                    <a:pt x="194809" y="7455"/>
                  </a:lnTo>
                  <a:lnTo>
                    <a:pt x="204550" y="6490"/>
                  </a:lnTo>
                  <a:lnTo>
                    <a:pt x="214289" y="5592"/>
                  </a:lnTo>
                  <a:lnTo>
                    <a:pt x="224030" y="4757"/>
                  </a:lnTo>
                  <a:lnTo>
                    <a:pt x="233771" y="3988"/>
                  </a:lnTo>
                  <a:lnTo>
                    <a:pt x="243510" y="3287"/>
                  </a:lnTo>
                  <a:lnTo>
                    <a:pt x="253251" y="2651"/>
                  </a:lnTo>
                  <a:lnTo>
                    <a:pt x="262992" y="2081"/>
                  </a:lnTo>
                  <a:lnTo>
                    <a:pt x="272732" y="1579"/>
                  </a:lnTo>
                  <a:lnTo>
                    <a:pt x="282473" y="1144"/>
                  </a:lnTo>
                  <a:lnTo>
                    <a:pt x="292214" y="778"/>
                  </a:lnTo>
                  <a:lnTo>
                    <a:pt x="301953" y="481"/>
                  </a:lnTo>
                  <a:lnTo>
                    <a:pt x="311694" y="253"/>
                  </a:lnTo>
                  <a:lnTo>
                    <a:pt x="321435" y="97"/>
                  </a:lnTo>
                  <a:lnTo>
                    <a:pt x="331175" y="12"/>
                  </a:lnTo>
                  <a:lnTo>
                    <a:pt x="340916" y="0"/>
                  </a:lnTo>
                  <a:lnTo>
                    <a:pt x="350656" y="61"/>
                  </a:lnTo>
                  <a:lnTo>
                    <a:pt x="360396" y="197"/>
                  </a:lnTo>
                  <a:lnTo>
                    <a:pt x="370137" y="407"/>
                  </a:lnTo>
                  <a:lnTo>
                    <a:pt x="379878" y="696"/>
                  </a:lnTo>
                  <a:lnTo>
                    <a:pt x="389617" y="1061"/>
                  </a:lnTo>
                  <a:lnTo>
                    <a:pt x="399358" y="1506"/>
                  </a:lnTo>
                  <a:lnTo>
                    <a:pt x="409099" y="2032"/>
                  </a:lnTo>
                  <a:lnTo>
                    <a:pt x="418839" y="2639"/>
                  </a:lnTo>
                  <a:lnTo>
                    <a:pt x="428580" y="3328"/>
                  </a:lnTo>
                  <a:lnTo>
                    <a:pt x="438321" y="4103"/>
                  </a:lnTo>
                  <a:lnTo>
                    <a:pt x="448060" y="4961"/>
                  </a:lnTo>
                  <a:lnTo>
                    <a:pt x="457801" y="5907"/>
                  </a:lnTo>
                  <a:lnTo>
                    <a:pt x="467542" y="6941"/>
                  </a:lnTo>
                  <a:lnTo>
                    <a:pt x="477281" y="8065"/>
                  </a:lnTo>
                  <a:lnTo>
                    <a:pt x="487022" y="9278"/>
                  </a:lnTo>
                  <a:lnTo>
                    <a:pt x="496763" y="10583"/>
                  </a:lnTo>
                  <a:lnTo>
                    <a:pt x="506503" y="11980"/>
                  </a:lnTo>
                  <a:lnTo>
                    <a:pt x="516244" y="13472"/>
                  </a:lnTo>
                  <a:lnTo>
                    <a:pt x="525985" y="15057"/>
                  </a:lnTo>
                  <a:lnTo>
                    <a:pt x="535724" y="16739"/>
                  </a:lnTo>
                  <a:lnTo>
                    <a:pt x="545465" y="18519"/>
                  </a:lnTo>
                  <a:lnTo>
                    <a:pt x="555206" y="20397"/>
                  </a:lnTo>
                  <a:lnTo>
                    <a:pt x="564946" y="22372"/>
                  </a:lnTo>
                  <a:lnTo>
                    <a:pt x="574687" y="24449"/>
                  </a:lnTo>
                  <a:lnTo>
                    <a:pt x="584428" y="26626"/>
                  </a:lnTo>
                  <a:lnTo>
                    <a:pt x="594167" y="28906"/>
                  </a:lnTo>
                  <a:lnTo>
                    <a:pt x="603908" y="31286"/>
                  </a:lnTo>
                  <a:lnTo>
                    <a:pt x="613649" y="33772"/>
                  </a:lnTo>
                  <a:lnTo>
                    <a:pt x="623388" y="36360"/>
                  </a:lnTo>
                  <a:lnTo>
                    <a:pt x="633129" y="39053"/>
                  </a:lnTo>
                  <a:lnTo>
                    <a:pt x="642870" y="41853"/>
                  </a:lnTo>
                  <a:lnTo>
                    <a:pt x="652610" y="44758"/>
                  </a:lnTo>
                  <a:lnTo>
                    <a:pt x="662351" y="47769"/>
                  </a:lnTo>
                  <a:lnTo>
                    <a:pt x="672092" y="50887"/>
                  </a:lnTo>
                  <a:lnTo>
                    <a:pt x="681831" y="54115"/>
                  </a:lnTo>
                  <a:lnTo>
                    <a:pt x="691572" y="57449"/>
                  </a:lnTo>
                  <a:lnTo>
                    <a:pt x="701313" y="60892"/>
                  </a:lnTo>
                  <a:lnTo>
                    <a:pt x="711052" y="64444"/>
                  </a:lnTo>
                  <a:lnTo>
                    <a:pt x="720793" y="68106"/>
                  </a:lnTo>
                  <a:lnTo>
                    <a:pt x="730534" y="71879"/>
                  </a:lnTo>
                  <a:lnTo>
                    <a:pt x="740274" y="75761"/>
                  </a:lnTo>
                  <a:lnTo>
                    <a:pt x="750015" y="79754"/>
                  </a:lnTo>
                  <a:lnTo>
                    <a:pt x="759756" y="83859"/>
                  </a:lnTo>
                  <a:lnTo>
                    <a:pt x="769495" y="88074"/>
                  </a:lnTo>
                  <a:lnTo>
                    <a:pt x="779236" y="92402"/>
                  </a:lnTo>
                  <a:lnTo>
                    <a:pt x="788977" y="96842"/>
                  </a:lnTo>
                  <a:lnTo>
                    <a:pt x="798717" y="101394"/>
                  </a:lnTo>
                  <a:lnTo>
                    <a:pt x="808458" y="106058"/>
                  </a:lnTo>
                  <a:lnTo>
                    <a:pt x="818199" y="110835"/>
                  </a:lnTo>
                  <a:lnTo>
                    <a:pt x="827938" y="115725"/>
                  </a:lnTo>
                  <a:lnTo>
                    <a:pt x="837679" y="120728"/>
                  </a:lnTo>
                  <a:lnTo>
                    <a:pt x="847420" y="125844"/>
                  </a:lnTo>
                  <a:lnTo>
                    <a:pt x="857159" y="131072"/>
                  </a:lnTo>
                  <a:lnTo>
                    <a:pt x="866900" y="136414"/>
                  </a:lnTo>
                  <a:lnTo>
                    <a:pt x="876641" y="141868"/>
                  </a:lnTo>
                  <a:lnTo>
                    <a:pt x="886381" y="147436"/>
                  </a:lnTo>
                  <a:lnTo>
                    <a:pt x="896122" y="153115"/>
                  </a:lnTo>
                  <a:lnTo>
                    <a:pt x="905863" y="158908"/>
                  </a:lnTo>
                  <a:lnTo>
                    <a:pt x="915602" y="164811"/>
                  </a:lnTo>
                  <a:lnTo>
                    <a:pt x="925343" y="170826"/>
                  </a:lnTo>
                  <a:lnTo>
                    <a:pt x="935084" y="176952"/>
                  </a:lnTo>
                  <a:lnTo>
                    <a:pt x="944824" y="183187"/>
                  </a:lnTo>
                  <a:lnTo>
                    <a:pt x="954564" y="189531"/>
                  </a:lnTo>
                  <a:lnTo>
                    <a:pt x="964305" y="195984"/>
                  </a:lnTo>
                  <a:lnTo>
                    <a:pt x="974045" y="202544"/>
                  </a:lnTo>
                  <a:lnTo>
                    <a:pt x="983786" y="209210"/>
                  </a:lnTo>
                  <a:lnTo>
                    <a:pt x="993522" y="215980"/>
                  </a:lnTo>
                  <a:lnTo>
                    <a:pt x="1003266" y="222853"/>
                  </a:lnTo>
                  <a:lnTo>
                    <a:pt x="1013010" y="229827"/>
                  </a:lnTo>
                  <a:lnTo>
                    <a:pt x="1022754" y="236901"/>
                  </a:lnTo>
                  <a:lnTo>
                    <a:pt x="1032483" y="244072"/>
                  </a:lnTo>
                  <a:lnTo>
                    <a:pt x="1042227" y="251340"/>
                  </a:lnTo>
                  <a:lnTo>
                    <a:pt x="1051971" y="258700"/>
                  </a:lnTo>
                  <a:lnTo>
                    <a:pt x="1061715" y="266151"/>
                  </a:lnTo>
                  <a:lnTo>
                    <a:pt x="1071444" y="273690"/>
                  </a:lnTo>
                  <a:lnTo>
                    <a:pt x="1081188" y="281315"/>
                  </a:lnTo>
                  <a:lnTo>
                    <a:pt x="1090932" y="289021"/>
                  </a:lnTo>
                  <a:lnTo>
                    <a:pt x="1100676" y="296807"/>
                  </a:lnTo>
                  <a:lnTo>
                    <a:pt x="1110405" y="304669"/>
                  </a:lnTo>
                  <a:lnTo>
                    <a:pt x="1120149" y="312603"/>
                  </a:lnTo>
                  <a:lnTo>
                    <a:pt x="1129893" y="320607"/>
                  </a:lnTo>
                  <a:lnTo>
                    <a:pt x="1139637" y="328675"/>
                  </a:lnTo>
                  <a:lnTo>
                    <a:pt x="1149381" y="336805"/>
                  </a:lnTo>
                  <a:lnTo>
                    <a:pt x="1159110" y="344992"/>
                  </a:lnTo>
                  <a:lnTo>
                    <a:pt x="1168854" y="353231"/>
                  </a:lnTo>
                  <a:lnTo>
                    <a:pt x="1178598" y="361519"/>
                  </a:lnTo>
                  <a:lnTo>
                    <a:pt x="1188341" y="369852"/>
                  </a:lnTo>
                  <a:lnTo>
                    <a:pt x="1198070" y="378226"/>
                  </a:lnTo>
                  <a:lnTo>
                    <a:pt x="1207814" y="386635"/>
                  </a:lnTo>
                  <a:lnTo>
                    <a:pt x="1217558" y="395073"/>
                  </a:lnTo>
                  <a:lnTo>
                    <a:pt x="1227302" y="403539"/>
                  </a:lnTo>
                  <a:lnTo>
                    <a:pt x="1237031" y="412027"/>
                  </a:lnTo>
                  <a:lnTo>
                    <a:pt x="1246775" y="420531"/>
                  </a:lnTo>
                  <a:lnTo>
                    <a:pt x="1256519" y="429047"/>
                  </a:lnTo>
                  <a:lnTo>
                    <a:pt x="1266263" y="437571"/>
                  </a:lnTo>
                  <a:lnTo>
                    <a:pt x="1276007" y="446098"/>
                  </a:lnTo>
                  <a:lnTo>
                    <a:pt x="1285736" y="454625"/>
                  </a:lnTo>
                  <a:lnTo>
                    <a:pt x="1295480" y="463142"/>
                  </a:lnTo>
                  <a:lnTo>
                    <a:pt x="1305224" y="471651"/>
                  </a:lnTo>
                  <a:lnTo>
                    <a:pt x="1314968" y="480145"/>
                  </a:lnTo>
                  <a:lnTo>
                    <a:pt x="1324697" y="488620"/>
                  </a:lnTo>
                  <a:lnTo>
                    <a:pt x="1334441" y="497070"/>
                  </a:lnTo>
                  <a:lnTo>
                    <a:pt x="1344185" y="505494"/>
                  </a:lnTo>
                  <a:lnTo>
                    <a:pt x="1353929" y="513887"/>
                  </a:lnTo>
                  <a:lnTo>
                    <a:pt x="1363658" y="522245"/>
                  </a:lnTo>
                  <a:lnTo>
                    <a:pt x="1373402" y="530565"/>
                  </a:lnTo>
                  <a:lnTo>
                    <a:pt x="1383146" y="538843"/>
                  </a:lnTo>
                  <a:lnTo>
                    <a:pt x="1392890" y="547076"/>
                  </a:lnTo>
                  <a:lnTo>
                    <a:pt x="1402619" y="555263"/>
                  </a:lnTo>
                  <a:lnTo>
                    <a:pt x="1412363" y="563399"/>
                  </a:lnTo>
                  <a:lnTo>
                    <a:pt x="1422106" y="571482"/>
                  </a:lnTo>
                  <a:lnTo>
                    <a:pt x="1431850" y="579511"/>
                  </a:lnTo>
                  <a:lnTo>
                    <a:pt x="1441594" y="587483"/>
                  </a:lnTo>
                  <a:lnTo>
                    <a:pt x="1451323" y="595398"/>
                  </a:lnTo>
                  <a:lnTo>
                    <a:pt x="1461067" y="603252"/>
                  </a:lnTo>
                  <a:lnTo>
                    <a:pt x="1470811" y="611046"/>
                  </a:lnTo>
                  <a:lnTo>
                    <a:pt x="1480555" y="618777"/>
                  </a:lnTo>
                  <a:lnTo>
                    <a:pt x="1490284" y="626447"/>
                  </a:lnTo>
                  <a:lnTo>
                    <a:pt x="1500028" y="634053"/>
                  </a:lnTo>
                  <a:lnTo>
                    <a:pt x="1509772" y="641595"/>
                  </a:lnTo>
                  <a:lnTo>
                    <a:pt x="1519516" y="649074"/>
                  </a:lnTo>
                  <a:lnTo>
                    <a:pt x="1529245" y="656491"/>
                  </a:lnTo>
                  <a:lnTo>
                    <a:pt x="1538989" y="663843"/>
                  </a:lnTo>
                  <a:lnTo>
                    <a:pt x="1548733" y="671135"/>
                  </a:lnTo>
                  <a:lnTo>
                    <a:pt x="1558477" y="678364"/>
                  </a:lnTo>
                  <a:lnTo>
                    <a:pt x="1568221" y="685532"/>
                  </a:lnTo>
                  <a:lnTo>
                    <a:pt x="1577950" y="692642"/>
                  </a:lnTo>
                  <a:lnTo>
                    <a:pt x="1587694" y="699692"/>
                  </a:lnTo>
                  <a:lnTo>
                    <a:pt x="1597438" y="706686"/>
                  </a:lnTo>
                  <a:lnTo>
                    <a:pt x="1607182" y="713622"/>
                  </a:lnTo>
                  <a:lnTo>
                    <a:pt x="1616911" y="720506"/>
                  </a:lnTo>
                  <a:lnTo>
                    <a:pt x="1626655" y="727336"/>
                  </a:lnTo>
                  <a:lnTo>
                    <a:pt x="1636399" y="734115"/>
                  </a:lnTo>
                  <a:lnTo>
                    <a:pt x="1646142" y="740843"/>
                  </a:lnTo>
                  <a:lnTo>
                    <a:pt x="1655872" y="747522"/>
                  </a:lnTo>
                  <a:lnTo>
                    <a:pt x="1665616" y="754155"/>
                  </a:lnTo>
                  <a:lnTo>
                    <a:pt x="1675359" y="760742"/>
                  </a:lnTo>
                  <a:lnTo>
                    <a:pt x="1685103" y="767284"/>
                  </a:lnTo>
                  <a:lnTo>
                    <a:pt x="1694832" y="773783"/>
                  </a:lnTo>
                  <a:lnTo>
                    <a:pt x="1704576" y="780239"/>
                  </a:lnTo>
                  <a:lnTo>
                    <a:pt x="1714320" y="786654"/>
                  </a:lnTo>
                  <a:lnTo>
                    <a:pt x="1724064" y="793028"/>
                  </a:lnTo>
                  <a:lnTo>
                    <a:pt x="1733808" y="799362"/>
                  </a:lnTo>
                  <a:lnTo>
                    <a:pt x="1743537" y="805657"/>
                  </a:lnTo>
                  <a:lnTo>
                    <a:pt x="1753281" y="811910"/>
                  </a:lnTo>
                  <a:lnTo>
                    <a:pt x="1763025" y="818123"/>
                  </a:lnTo>
                  <a:lnTo>
                    <a:pt x="1772769" y="824295"/>
                  </a:lnTo>
                  <a:lnTo>
                    <a:pt x="1782498" y="830425"/>
                  </a:lnTo>
                  <a:lnTo>
                    <a:pt x="1792242" y="836512"/>
                  </a:lnTo>
                  <a:lnTo>
                    <a:pt x="1801986" y="842555"/>
                  </a:lnTo>
                  <a:lnTo>
                    <a:pt x="1811730" y="848552"/>
                  </a:lnTo>
                  <a:lnTo>
                    <a:pt x="1821459" y="854501"/>
                  </a:lnTo>
                  <a:lnTo>
                    <a:pt x="1831203" y="860398"/>
                  </a:lnTo>
                  <a:lnTo>
                    <a:pt x="1840947" y="866242"/>
                  </a:lnTo>
                  <a:lnTo>
                    <a:pt x="1850691" y="872028"/>
                  </a:lnTo>
                  <a:lnTo>
                    <a:pt x="1860435" y="877754"/>
                  </a:lnTo>
                  <a:lnTo>
                    <a:pt x="1870164" y="883414"/>
                  </a:lnTo>
                  <a:lnTo>
                    <a:pt x="1879908" y="889006"/>
                  </a:lnTo>
                  <a:lnTo>
                    <a:pt x="1889652" y="894523"/>
                  </a:lnTo>
                  <a:lnTo>
                    <a:pt x="1899395" y="899961"/>
                  </a:lnTo>
                  <a:lnTo>
                    <a:pt x="1909124" y="905314"/>
                  </a:lnTo>
                  <a:lnTo>
                    <a:pt x="1918868" y="910577"/>
                  </a:lnTo>
                  <a:lnTo>
                    <a:pt x="1928612" y="915741"/>
                  </a:lnTo>
                  <a:lnTo>
                    <a:pt x="1938356" y="920800"/>
                  </a:lnTo>
                  <a:lnTo>
                    <a:pt x="1948085" y="925750"/>
                  </a:lnTo>
                  <a:lnTo>
                    <a:pt x="1957829" y="930581"/>
                  </a:lnTo>
                  <a:lnTo>
                    <a:pt x="1967573" y="935287"/>
                  </a:lnTo>
                  <a:lnTo>
                    <a:pt x="1977317" y="939858"/>
                  </a:lnTo>
                  <a:lnTo>
                    <a:pt x="1987046" y="944286"/>
                  </a:lnTo>
                  <a:lnTo>
                    <a:pt x="1996790" y="948563"/>
                  </a:lnTo>
                  <a:lnTo>
                    <a:pt x="2006534" y="952681"/>
                  </a:lnTo>
                  <a:lnTo>
                    <a:pt x="2016278" y="956631"/>
                  </a:lnTo>
                  <a:lnTo>
                    <a:pt x="2026022" y="960403"/>
                  </a:lnTo>
                  <a:lnTo>
                    <a:pt x="2035751" y="963988"/>
                  </a:lnTo>
                  <a:lnTo>
                    <a:pt x="2045495" y="967376"/>
                  </a:lnTo>
                  <a:lnTo>
                    <a:pt x="2055239" y="970557"/>
                  </a:lnTo>
                  <a:lnTo>
                    <a:pt x="2064983" y="973523"/>
                  </a:lnTo>
                  <a:lnTo>
                    <a:pt x="2074712" y="976265"/>
                  </a:lnTo>
                  <a:lnTo>
                    <a:pt x="2084456" y="978769"/>
                  </a:lnTo>
                  <a:lnTo>
                    <a:pt x="2094200" y="981029"/>
                  </a:lnTo>
                  <a:lnTo>
                    <a:pt x="2103944" y="983036"/>
                  </a:lnTo>
                  <a:lnTo>
                    <a:pt x="2113673" y="984776"/>
                  </a:lnTo>
                  <a:lnTo>
                    <a:pt x="2123417" y="986244"/>
                  </a:lnTo>
                  <a:lnTo>
                    <a:pt x="2133161" y="987429"/>
                  </a:lnTo>
                  <a:lnTo>
                    <a:pt x="2142905" y="988319"/>
                  </a:lnTo>
                  <a:lnTo>
                    <a:pt x="2152649" y="988909"/>
                  </a:lnTo>
                  <a:lnTo>
                    <a:pt x="2162377" y="989190"/>
                  </a:lnTo>
                  <a:lnTo>
                    <a:pt x="2172121" y="989149"/>
                  </a:lnTo>
                  <a:lnTo>
                    <a:pt x="2181865" y="988781"/>
                  </a:lnTo>
                  <a:lnTo>
                    <a:pt x="2191609" y="988078"/>
                  </a:lnTo>
                  <a:lnTo>
                    <a:pt x="2201338" y="987032"/>
                  </a:lnTo>
                  <a:lnTo>
                    <a:pt x="2211082" y="985636"/>
                  </a:lnTo>
                  <a:lnTo>
                    <a:pt x="2220826" y="983881"/>
                  </a:lnTo>
                  <a:lnTo>
                    <a:pt x="2230570" y="981762"/>
                  </a:lnTo>
                  <a:lnTo>
                    <a:pt x="2240299" y="979274"/>
                  </a:lnTo>
                  <a:lnTo>
                    <a:pt x="2250043" y="976409"/>
                  </a:lnTo>
                  <a:lnTo>
                    <a:pt x="2259787" y="973164"/>
                  </a:lnTo>
                  <a:lnTo>
                    <a:pt x="2269531" y="969533"/>
                  </a:lnTo>
                  <a:lnTo>
                    <a:pt x="2279260" y="965512"/>
                  </a:lnTo>
                  <a:lnTo>
                    <a:pt x="2289004" y="961098"/>
                  </a:lnTo>
                  <a:lnTo>
                    <a:pt x="2298748" y="956285"/>
                  </a:lnTo>
                  <a:lnTo>
                    <a:pt x="2308492" y="951075"/>
                  </a:lnTo>
                  <a:lnTo>
                    <a:pt x="2318236" y="945463"/>
                  </a:lnTo>
                  <a:lnTo>
                    <a:pt x="2327965" y="939448"/>
                  </a:lnTo>
                  <a:lnTo>
                    <a:pt x="2337709" y="933031"/>
                  </a:lnTo>
                  <a:lnTo>
                    <a:pt x="2347453" y="926209"/>
                  </a:lnTo>
                  <a:lnTo>
                    <a:pt x="2357197" y="918984"/>
                  </a:lnTo>
                  <a:lnTo>
                    <a:pt x="2366926" y="911357"/>
                  </a:lnTo>
                  <a:lnTo>
                    <a:pt x="2376670" y="903328"/>
                  </a:lnTo>
                  <a:lnTo>
                    <a:pt x="2386413" y="894901"/>
                  </a:lnTo>
                  <a:lnTo>
                    <a:pt x="2396157" y="886080"/>
                  </a:lnTo>
                  <a:lnTo>
                    <a:pt x="2405886" y="876865"/>
                  </a:lnTo>
                  <a:lnTo>
                    <a:pt x="2415630" y="867261"/>
                  </a:lnTo>
                  <a:lnTo>
                    <a:pt x="2425374" y="857274"/>
                  </a:lnTo>
                  <a:lnTo>
                    <a:pt x="2435118" y="846909"/>
                  </a:lnTo>
                  <a:lnTo>
                    <a:pt x="2444862" y="836170"/>
                  </a:lnTo>
                  <a:lnTo>
                    <a:pt x="2454591" y="825064"/>
                  </a:lnTo>
                  <a:lnTo>
                    <a:pt x="2464335" y="813598"/>
                  </a:lnTo>
                  <a:lnTo>
                    <a:pt x="2474079" y="801780"/>
                  </a:lnTo>
                  <a:lnTo>
                    <a:pt x="2483823" y="789618"/>
                  </a:lnTo>
                  <a:lnTo>
                    <a:pt x="2493552" y="777117"/>
                  </a:lnTo>
                  <a:lnTo>
                    <a:pt x="2503296" y="764291"/>
                  </a:lnTo>
                  <a:lnTo>
                    <a:pt x="2513040" y="751147"/>
                  </a:lnTo>
                  <a:lnTo>
                    <a:pt x="2522784" y="737695"/>
                  </a:lnTo>
                  <a:lnTo>
                    <a:pt x="2532513" y="723945"/>
                  </a:lnTo>
                  <a:lnTo>
                    <a:pt x="2542257" y="709907"/>
                  </a:lnTo>
                  <a:lnTo>
                    <a:pt x="2552001" y="695593"/>
                  </a:lnTo>
                  <a:lnTo>
                    <a:pt x="2561745" y="681015"/>
                  </a:lnTo>
                  <a:lnTo>
                    <a:pt x="2571474" y="666184"/>
                  </a:lnTo>
                  <a:lnTo>
                    <a:pt x="2581218" y="651112"/>
                  </a:lnTo>
                  <a:lnTo>
                    <a:pt x="2590962" y="635814"/>
                  </a:lnTo>
                  <a:lnTo>
                    <a:pt x="2600705" y="620301"/>
                  </a:lnTo>
                  <a:lnTo>
                    <a:pt x="2610449" y="604586"/>
                  </a:lnTo>
                  <a:lnTo>
                    <a:pt x="2620178" y="588683"/>
                  </a:lnTo>
                  <a:lnTo>
                    <a:pt x="2629922" y="572604"/>
                  </a:lnTo>
                  <a:lnTo>
                    <a:pt x="2639666" y="556367"/>
                  </a:lnTo>
                  <a:lnTo>
                    <a:pt x="2649410" y="539982"/>
                  </a:lnTo>
                  <a:lnTo>
                    <a:pt x="2659139" y="523465"/>
                  </a:lnTo>
                  <a:lnTo>
                    <a:pt x="2668883" y="506832"/>
                  </a:lnTo>
                  <a:lnTo>
                    <a:pt x="2678627" y="490096"/>
                  </a:lnTo>
                  <a:lnTo>
                    <a:pt x="2688371" y="473272"/>
                  </a:lnTo>
                  <a:lnTo>
                    <a:pt x="2698100" y="456377"/>
                  </a:lnTo>
                  <a:lnTo>
                    <a:pt x="2707844" y="439423"/>
                  </a:lnTo>
                  <a:lnTo>
                    <a:pt x="2717588" y="422426"/>
                  </a:lnTo>
                  <a:lnTo>
                    <a:pt x="2727332" y="405404"/>
                  </a:lnTo>
                  <a:lnTo>
                    <a:pt x="2737076" y="388370"/>
                  </a:lnTo>
                  <a:lnTo>
                    <a:pt x="2746805" y="371341"/>
                  </a:lnTo>
                  <a:lnTo>
                    <a:pt x="2756549" y="354331"/>
                  </a:lnTo>
                  <a:lnTo>
                    <a:pt x="2766293" y="337355"/>
                  </a:lnTo>
                  <a:lnTo>
                    <a:pt x="2776037" y="320429"/>
                  </a:lnTo>
                  <a:lnTo>
                    <a:pt x="2785766" y="303570"/>
                  </a:lnTo>
                  <a:lnTo>
                    <a:pt x="2795510" y="286792"/>
                  </a:lnTo>
                  <a:lnTo>
                    <a:pt x="2805254" y="270111"/>
                  </a:lnTo>
                  <a:lnTo>
                    <a:pt x="2814998" y="253542"/>
                  </a:lnTo>
                  <a:lnTo>
                    <a:pt x="2824727" y="237101"/>
                  </a:lnTo>
                  <a:lnTo>
                    <a:pt x="2834471" y="220801"/>
                  </a:lnTo>
                  <a:lnTo>
                    <a:pt x="2844215" y="204660"/>
                  </a:lnTo>
                  <a:lnTo>
                    <a:pt x="2853958" y="188693"/>
                  </a:lnTo>
                  <a:lnTo>
                    <a:pt x="2863687" y="172912"/>
                  </a:lnTo>
                  <a:lnTo>
                    <a:pt x="2873431" y="157333"/>
                  </a:lnTo>
                  <a:lnTo>
                    <a:pt x="2883175" y="141971"/>
                  </a:lnTo>
                  <a:lnTo>
                    <a:pt x="2892919" y="126841"/>
                  </a:lnTo>
                  <a:lnTo>
                    <a:pt x="2902663" y="111957"/>
                  </a:lnTo>
                  <a:lnTo>
                    <a:pt x="2912392" y="9733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0" name="Freeform 669">
              <a:extLst>
                <a:ext uri="{FF2B5EF4-FFF2-40B4-BE49-F238E27FC236}">
                  <a16:creationId xmlns:a16="http://schemas.microsoft.com/office/drawing/2014/main" id="{CC0615E9-2D33-FE1D-4277-618A0495C342}"/>
                </a:ext>
              </a:extLst>
            </p:cNvPr>
            <p:cNvSpPr/>
            <p:nvPr/>
          </p:nvSpPr>
          <p:spPr>
            <a:xfrm>
              <a:off x="576446" y="3242362"/>
              <a:ext cx="2912392" cy="662574"/>
            </a:xfrm>
            <a:custGeom>
              <a:avLst/>
              <a:gdLst>
                <a:gd name="connsiteX0" fmla="*/ 0 w 2912392"/>
                <a:gd name="connsiteY0" fmla="*/ 521984 h 662574"/>
                <a:gd name="connsiteX1" fmla="*/ 9739 w 2912392"/>
                <a:gd name="connsiteY1" fmla="*/ 524739 h 662574"/>
                <a:gd name="connsiteX2" fmla="*/ 19480 w 2912392"/>
                <a:gd name="connsiteY2" fmla="*/ 527500 h 662574"/>
                <a:gd name="connsiteX3" fmla="*/ 29221 w 2912392"/>
                <a:gd name="connsiteY3" fmla="*/ 530268 h 662574"/>
                <a:gd name="connsiteX4" fmla="*/ 38961 w 2912392"/>
                <a:gd name="connsiteY4" fmla="*/ 533045 h 662574"/>
                <a:gd name="connsiteX5" fmla="*/ 48702 w 2912392"/>
                <a:gd name="connsiteY5" fmla="*/ 535831 h 662574"/>
                <a:gd name="connsiteX6" fmla="*/ 58443 w 2912392"/>
                <a:gd name="connsiteY6" fmla="*/ 538629 h 662574"/>
                <a:gd name="connsiteX7" fmla="*/ 68182 w 2912392"/>
                <a:gd name="connsiteY7" fmla="*/ 541438 h 662574"/>
                <a:gd name="connsiteX8" fmla="*/ 77923 w 2912392"/>
                <a:gd name="connsiteY8" fmla="*/ 544258 h 662574"/>
                <a:gd name="connsiteX9" fmla="*/ 87664 w 2912392"/>
                <a:gd name="connsiteY9" fmla="*/ 547091 h 662574"/>
                <a:gd name="connsiteX10" fmla="*/ 97404 w 2912392"/>
                <a:gd name="connsiteY10" fmla="*/ 549935 h 662574"/>
                <a:gd name="connsiteX11" fmla="*/ 107145 w 2912392"/>
                <a:gd name="connsiteY11" fmla="*/ 552791 h 662574"/>
                <a:gd name="connsiteX12" fmla="*/ 116886 w 2912392"/>
                <a:gd name="connsiteY12" fmla="*/ 555658 h 662574"/>
                <a:gd name="connsiteX13" fmla="*/ 126625 w 2912392"/>
                <a:gd name="connsiteY13" fmla="*/ 558535 h 662574"/>
                <a:gd name="connsiteX14" fmla="*/ 136366 w 2912392"/>
                <a:gd name="connsiteY14" fmla="*/ 561420 h 662574"/>
                <a:gd name="connsiteX15" fmla="*/ 146107 w 2912392"/>
                <a:gd name="connsiteY15" fmla="*/ 564314 h 662574"/>
                <a:gd name="connsiteX16" fmla="*/ 155846 w 2912392"/>
                <a:gd name="connsiteY16" fmla="*/ 567216 h 662574"/>
                <a:gd name="connsiteX17" fmla="*/ 165587 w 2912392"/>
                <a:gd name="connsiteY17" fmla="*/ 570123 h 662574"/>
                <a:gd name="connsiteX18" fmla="*/ 175328 w 2912392"/>
                <a:gd name="connsiteY18" fmla="*/ 573033 h 662574"/>
                <a:gd name="connsiteX19" fmla="*/ 185068 w 2912392"/>
                <a:gd name="connsiteY19" fmla="*/ 575946 h 662574"/>
                <a:gd name="connsiteX20" fmla="*/ 194809 w 2912392"/>
                <a:gd name="connsiteY20" fmla="*/ 578858 h 662574"/>
                <a:gd name="connsiteX21" fmla="*/ 204550 w 2912392"/>
                <a:gd name="connsiteY21" fmla="*/ 581768 h 662574"/>
                <a:gd name="connsiteX22" fmla="*/ 214289 w 2912392"/>
                <a:gd name="connsiteY22" fmla="*/ 584673 h 662574"/>
                <a:gd name="connsiteX23" fmla="*/ 224030 w 2912392"/>
                <a:gd name="connsiteY23" fmla="*/ 587573 h 662574"/>
                <a:gd name="connsiteX24" fmla="*/ 233771 w 2912392"/>
                <a:gd name="connsiteY24" fmla="*/ 590462 h 662574"/>
                <a:gd name="connsiteX25" fmla="*/ 243510 w 2912392"/>
                <a:gd name="connsiteY25" fmla="*/ 593339 h 662574"/>
                <a:gd name="connsiteX26" fmla="*/ 253251 w 2912392"/>
                <a:gd name="connsiteY26" fmla="*/ 596199 h 662574"/>
                <a:gd name="connsiteX27" fmla="*/ 262992 w 2912392"/>
                <a:gd name="connsiteY27" fmla="*/ 599043 h 662574"/>
                <a:gd name="connsiteX28" fmla="*/ 272732 w 2912392"/>
                <a:gd name="connsiteY28" fmla="*/ 601867 h 662574"/>
                <a:gd name="connsiteX29" fmla="*/ 282473 w 2912392"/>
                <a:gd name="connsiteY29" fmla="*/ 604665 h 662574"/>
                <a:gd name="connsiteX30" fmla="*/ 292214 w 2912392"/>
                <a:gd name="connsiteY30" fmla="*/ 607437 h 662574"/>
                <a:gd name="connsiteX31" fmla="*/ 301953 w 2912392"/>
                <a:gd name="connsiteY31" fmla="*/ 610179 h 662574"/>
                <a:gd name="connsiteX32" fmla="*/ 311694 w 2912392"/>
                <a:gd name="connsiteY32" fmla="*/ 612886 h 662574"/>
                <a:gd name="connsiteX33" fmla="*/ 321435 w 2912392"/>
                <a:gd name="connsiteY33" fmla="*/ 615557 h 662574"/>
                <a:gd name="connsiteX34" fmla="*/ 331175 w 2912392"/>
                <a:gd name="connsiteY34" fmla="*/ 618189 h 662574"/>
                <a:gd name="connsiteX35" fmla="*/ 340916 w 2912392"/>
                <a:gd name="connsiteY35" fmla="*/ 620776 h 662574"/>
                <a:gd name="connsiteX36" fmla="*/ 350656 w 2912392"/>
                <a:gd name="connsiteY36" fmla="*/ 623317 h 662574"/>
                <a:gd name="connsiteX37" fmla="*/ 360396 w 2912392"/>
                <a:gd name="connsiteY37" fmla="*/ 625808 h 662574"/>
                <a:gd name="connsiteX38" fmla="*/ 370137 w 2912392"/>
                <a:gd name="connsiteY38" fmla="*/ 628244 h 662574"/>
                <a:gd name="connsiteX39" fmla="*/ 379878 w 2912392"/>
                <a:gd name="connsiteY39" fmla="*/ 630625 h 662574"/>
                <a:gd name="connsiteX40" fmla="*/ 389617 w 2912392"/>
                <a:gd name="connsiteY40" fmla="*/ 632944 h 662574"/>
                <a:gd name="connsiteX41" fmla="*/ 399358 w 2912392"/>
                <a:gd name="connsiteY41" fmla="*/ 635202 h 662574"/>
                <a:gd name="connsiteX42" fmla="*/ 409099 w 2912392"/>
                <a:gd name="connsiteY42" fmla="*/ 637392 h 662574"/>
                <a:gd name="connsiteX43" fmla="*/ 418839 w 2912392"/>
                <a:gd name="connsiteY43" fmla="*/ 639511 h 662574"/>
                <a:gd name="connsiteX44" fmla="*/ 428580 w 2912392"/>
                <a:gd name="connsiteY44" fmla="*/ 641558 h 662574"/>
                <a:gd name="connsiteX45" fmla="*/ 438321 w 2912392"/>
                <a:gd name="connsiteY45" fmla="*/ 643529 h 662574"/>
                <a:gd name="connsiteX46" fmla="*/ 448060 w 2912392"/>
                <a:gd name="connsiteY46" fmla="*/ 645419 h 662574"/>
                <a:gd name="connsiteX47" fmla="*/ 457801 w 2912392"/>
                <a:gd name="connsiteY47" fmla="*/ 647227 h 662574"/>
                <a:gd name="connsiteX48" fmla="*/ 467542 w 2912392"/>
                <a:gd name="connsiteY48" fmla="*/ 648949 h 662574"/>
                <a:gd name="connsiteX49" fmla="*/ 477281 w 2912392"/>
                <a:gd name="connsiteY49" fmla="*/ 650583 h 662574"/>
                <a:gd name="connsiteX50" fmla="*/ 487022 w 2912392"/>
                <a:gd name="connsiteY50" fmla="*/ 652125 h 662574"/>
                <a:gd name="connsiteX51" fmla="*/ 496763 w 2912392"/>
                <a:gd name="connsiteY51" fmla="*/ 653572 h 662574"/>
                <a:gd name="connsiteX52" fmla="*/ 506503 w 2912392"/>
                <a:gd name="connsiteY52" fmla="*/ 654922 h 662574"/>
                <a:gd name="connsiteX53" fmla="*/ 516244 w 2912392"/>
                <a:gd name="connsiteY53" fmla="*/ 656172 h 662574"/>
                <a:gd name="connsiteX54" fmla="*/ 525985 w 2912392"/>
                <a:gd name="connsiteY54" fmla="*/ 657319 h 662574"/>
                <a:gd name="connsiteX55" fmla="*/ 535724 w 2912392"/>
                <a:gd name="connsiteY55" fmla="*/ 658359 h 662574"/>
                <a:gd name="connsiteX56" fmla="*/ 545465 w 2912392"/>
                <a:gd name="connsiteY56" fmla="*/ 659292 h 662574"/>
                <a:gd name="connsiteX57" fmla="*/ 555206 w 2912392"/>
                <a:gd name="connsiteY57" fmla="*/ 660114 h 662574"/>
                <a:gd name="connsiteX58" fmla="*/ 564946 w 2912392"/>
                <a:gd name="connsiteY58" fmla="*/ 660822 h 662574"/>
                <a:gd name="connsiteX59" fmla="*/ 574687 w 2912392"/>
                <a:gd name="connsiteY59" fmla="*/ 661415 h 662574"/>
                <a:gd name="connsiteX60" fmla="*/ 584428 w 2912392"/>
                <a:gd name="connsiteY60" fmla="*/ 661889 h 662574"/>
                <a:gd name="connsiteX61" fmla="*/ 594167 w 2912392"/>
                <a:gd name="connsiteY61" fmla="*/ 662240 h 662574"/>
                <a:gd name="connsiteX62" fmla="*/ 603908 w 2912392"/>
                <a:gd name="connsiteY62" fmla="*/ 662470 h 662574"/>
                <a:gd name="connsiteX63" fmla="*/ 613649 w 2912392"/>
                <a:gd name="connsiteY63" fmla="*/ 662574 h 662574"/>
                <a:gd name="connsiteX64" fmla="*/ 623388 w 2912392"/>
                <a:gd name="connsiteY64" fmla="*/ 662550 h 662574"/>
                <a:gd name="connsiteX65" fmla="*/ 633129 w 2912392"/>
                <a:gd name="connsiteY65" fmla="*/ 662397 h 662574"/>
                <a:gd name="connsiteX66" fmla="*/ 642870 w 2912392"/>
                <a:gd name="connsiteY66" fmla="*/ 662109 h 662574"/>
                <a:gd name="connsiteX67" fmla="*/ 652610 w 2912392"/>
                <a:gd name="connsiteY67" fmla="*/ 661689 h 662574"/>
                <a:gd name="connsiteX68" fmla="*/ 662351 w 2912392"/>
                <a:gd name="connsiteY68" fmla="*/ 661132 h 662574"/>
                <a:gd name="connsiteX69" fmla="*/ 672092 w 2912392"/>
                <a:gd name="connsiteY69" fmla="*/ 660435 h 662574"/>
                <a:gd name="connsiteX70" fmla="*/ 681831 w 2912392"/>
                <a:gd name="connsiteY70" fmla="*/ 659599 h 662574"/>
                <a:gd name="connsiteX71" fmla="*/ 691572 w 2912392"/>
                <a:gd name="connsiteY71" fmla="*/ 658618 h 662574"/>
                <a:gd name="connsiteX72" fmla="*/ 701313 w 2912392"/>
                <a:gd name="connsiteY72" fmla="*/ 657494 h 662574"/>
                <a:gd name="connsiteX73" fmla="*/ 711052 w 2912392"/>
                <a:gd name="connsiteY73" fmla="*/ 656223 h 662574"/>
                <a:gd name="connsiteX74" fmla="*/ 720793 w 2912392"/>
                <a:gd name="connsiteY74" fmla="*/ 654801 h 662574"/>
                <a:gd name="connsiteX75" fmla="*/ 730534 w 2912392"/>
                <a:gd name="connsiteY75" fmla="*/ 653231 h 662574"/>
                <a:gd name="connsiteX76" fmla="*/ 740274 w 2912392"/>
                <a:gd name="connsiteY76" fmla="*/ 651509 h 662574"/>
                <a:gd name="connsiteX77" fmla="*/ 750015 w 2912392"/>
                <a:gd name="connsiteY77" fmla="*/ 649631 h 662574"/>
                <a:gd name="connsiteX78" fmla="*/ 759756 w 2912392"/>
                <a:gd name="connsiteY78" fmla="*/ 647599 h 662574"/>
                <a:gd name="connsiteX79" fmla="*/ 769495 w 2912392"/>
                <a:gd name="connsiteY79" fmla="*/ 645409 h 662574"/>
                <a:gd name="connsiteX80" fmla="*/ 779236 w 2912392"/>
                <a:gd name="connsiteY80" fmla="*/ 643061 h 662574"/>
                <a:gd name="connsiteX81" fmla="*/ 788977 w 2912392"/>
                <a:gd name="connsiteY81" fmla="*/ 640550 h 662574"/>
                <a:gd name="connsiteX82" fmla="*/ 798717 w 2912392"/>
                <a:gd name="connsiteY82" fmla="*/ 637879 h 662574"/>
                <a:gd name="connsiteX83" fmla="*/ 808458 w 2912392"/>
                <a:gd name="connsiteY83" fmla="*/ 635045 h 662574"/>
                <a:gd name="connsiteX84" fmla="*/ 818199 w 2912392"/>
                <a:gd name="connsiteY84" fmla="*/ 632045 h 662574"/>
                <a:gd name="connsiteX85" fmla="*/ 827938 w 2912392"/>
                <a:gd name="connsiteY85" fmla="*/ 628880 h 662574"/>
                <a:gd name="connsiteX86" fmla="*/ 837679 w 2912392"/>
                <a:gd name="connsiteY86" fmla="*/ 625547 h 662574"/>
                <a:gd name="connsiteX87" fmla="*/ 847420 w 2912392"/>
                <a:gd name="connsiteY87" fmla="*/ 622047 h 662574"/>
                <a:gd name="connsiteX88" fmla="*/ 857159 w 2912392"/>
                <a:gd name="connsiteY88" fmla="*/ 618376 h 662574"/>
                <a:gd name="connsiteX89" fmla="*/ 866900 w 2912392"/>
                <a:gd name="connsiteY89" fmla="*/ 614537 h 662574"/>
                <a:gd name="connsiteX90" fmla="*/ 876641 w 2912392"/>
                <a:gd name="connsiteY90" fmla="*/ 610528 h 662574"/>
                <a:gd name="connsiteX91" fmla="*/ 886381 w 2912392"/>
                <a:gd name="connsiteY91" fmla="*/ 606345 h 662574"/>
                <a:gd name="connsiteX92" fmla="*/ 896122 w 2912392"/>
                <a:gd name="connsiteY92" fmla="*/ 601992 h 662574"/>
                <a:gd name="connsiteX93" fmla="*/ 905863 w 2912392"/>
                <a:gd name="connsiteY93" fmla="*/ 597467 h 662574"/>
                <a:gd name="connsiteX94" fmla="*/ 915602 w 2912392"/>
                <a:gd name="connsiteY94" fmla="*/ 592769 h 662574"/>
                <a:gd name="connsiteX95" fmla="*/ 925343 w 2912392"/>
                <a:gd name="connsiteY95" fmla="*/ 587899 h 662574"/>
                <a:gd name="connsiteX96" fmla="*/ 935084 w 2912392"/>
                <a:gd name="connsiteY96" fmla="*/ 582857 h 662574"/>
                <a:gd name="connsiteX97" fmla="*/ 944824 w 2912392"/>
                <a:gd name="connsiteY97" fmla="*/ 577644 h 662574"/>
                <a:gd name="connsiteX98" fmla="*/ 954564 w 2912392"/>
                <a:gd name="connsiteY98" fmla="*/ 572258 h 662574"/>
                <a:gd name="connsiteX99" fmla="*/ 964305 w 2912392"/>
                <a:gd name="connsiteY99" fmla="*/ 566701 h 662574"/>
                <a:gd name="connsiteX100" fmla="*/ 974045 w 2912392"/>
                <a:gd name="connsiteY100" fmla="*/ 560975 h 662574"/>
                <a:gd name="connsiteX101" fmla="*/ 983786 w 2912392"/>
                <a:gd name="connsiteY101" fmla="*/ 555079 h 662574"/>
                <a:gd name="connsiteX102" fmla="*/ 993522 w 2912392"/>
                <a:gd name="connsiteY102" fmla="*/ 549017 h 662574"/>
                <a:gd name="connsiteX103" fmla="*/ 1003266 w 2912392"/>
                <a:gd name="connsiteY103" fmla="*/ 542788 h 662574"/>
                <a:gd name="connsiteX104" fmla="*/ 1013010 w 2912392"/>
                <a:gd name="connsiteY104" fmla="*/ 536393 h 662574"/>
                <a:gd name="connsiteX105" fmla="*/ 1022754 w 2912392"/>
                <a:gd name="connsiteY105" fmla="*/ 529836 h 662574"/>
                <a:gd name="connsiteX106" fmla="*/ 1032483 w 2912392"/>
                <a:gd name="connsiteY106" fmla="*/ 523118 h 662574"/>
                <a:gd name="connsiteX107" fmla="*/ 1042227 w 2912392"/>
                <a:gd name="connsiteY107" fmla="*/ 516241 h 662574"/>
                <a:gd name="connsiteX108" fmla="*/ 1051971 w 2912392"/>
                <a:gd name="connsiteY108" fmla="*/ 509208 h 662574"/>
                <a:gd name="connsiteX109" fmla="*/ 1061715 w 2912392"/>
                <a:gd name="connsiteY109" fmla="*/ 502023 h 662574"/>
                <a:gd name="connsiteX110" fmla="*/ 1071444 w 2912392"/>
                <a:gd name="connsiteY110" fmla="*/ 494686 h 662574"/>
                <a:gd name="connsiteX111" fmla="*/ 1081188 w 2912392"/>
                <a:gd name="connsiteY111" fmla="*/ 487204 h 662574"/>
                <a:gd name="connsiteX112" fmla="*/ 1090932 w 2912392"/>
                <a:gd name="connsiteY112" fmla="*/ 479577 h 662574"/>
                <a:gd name="connsiteX113" fmla="*/ 1100676 w 2912392"/>
                <a:gd name="connsiteY113" fmla="*/ 471812 h 662574"/>
                <a:gd name="connsiteX114" fmla="*/ 1110405 w 2912392"/>
                <a:gd name="connsiteY114" fmla="*/ 463910 h 662574"/>
                <a:gd name="connsiteX115" fmla="*/ 1120149 w 2912392"/>
                <a:gd name="connsiteY115" fmla="*/ 455876 h 662574"/>
                <a:gd name="connsiteX116" fmla="*/ 1129893 w 2912392"/>
                <a:gd name="connsiteY116" fmla="*/ 447716 h 662574"/>
                <a:gd name="connsiteX117" fmla="*/ 1139637 w 2912392"/>
                <a:gd name="connsiteY117" fmla="*/ 439432 h 662574"/>
                <a:gd name="connsiteX118" fmla="*/ 1149381 w 2912392"/>
                <a:gd name="connsiteY118" fmla="*/ 431032 h 662574"/>
                <a:gd name="connsiteX119" fmla="*/ 1159110 w 2912392"/>
                <a:gd name="connsiteY119" fmla="*/ 422519 h 662574"/>
                <a:gd name="connsiteX120" fmla="*/ 1168854 w 2912392"/>
                <a:gd name="connsiteY120" fmla="*/ 413900 h 662574"/>
                <a:gd name="connsiteX121" fmla="*/ 1178598 w 2912392"/>
                <a:gd name="connsiteY121" fmla="*/ 405179 h 662574"/>
                <a:gd name="connsiteX122" fmla="*/ 1188341 w 2912392"/>
                <a:gd name="connsiteY122" fmla="*/ 396364 h 662574"/>
                <a:gd name="connsiteX123" fmla="*/ 1198070 w 2912392"/>
                <a:gd name="connsiteY123" fmla="*/ 387458 h 662574"/>
                <a:gd name="connsiteX124" fmla="*/ 1207814 w 2912392"/>
                <a:gd name="connsiteY124" fmla="*/ 378471 h 662574"/>
                <a:gd name="connsiteX125" fmla="*/ 1217558 w 2912392"/>
                <a:gd name="connsiteY125" fmla="*/ 369408 h 662574"/>
                <a:gd name="connsiteX126" fmla="*/ 1227302 w 2912392"/>
                <a:gd name="connsiteY126" fmla="*/ 360275 h 662574"/>
                <a:gd name="connsiteX127" fmla="*/ 1237031 w 2912392"/>
                <a:gd name="connsiteY127" fmla="*/ 351081 h 662574"/>
                <a:gd name="connsiteX128" fmla="*/ 1246775 w 2912392"/>
                <a:gd name="connsiteY128" fmla="*/ 341832 h 662574"/>
                <a:gd name="connsiteX129" fmla="*/ 1256519 w 2912392"/>
                <a:gd name="connsiteY129" fmla="*/ 332535 h 662574"/>
                <a:gd name="connsiteX130" fmla="*/ 1266263 w 2912392"/>
                <a:gd name="connsiteY130" fmla="*/ 323198 h 662574"/>
                <a:gd name="connsiteX131" fmla="*/ 1276007 w 2912392"/>
                <a:gd name="connsiteY131" fmla="*/ 313831 h 662574"/>
                <a:gd name="connsiteX132" fmla="*/ 1285736 w 2912392"/>
                <a:gd name="connsiteY132" fmla="*/ 304438 h 662574"/>
                <a:gd name="connsiteX133" fmla="*/ 1295480 w 2912392"/>
                <a:gd name="connsiteY133" fmla="*/ 295030 h 662574"/>
                <a:gd name="connsiteX134" fmla="*/ 1305224 w 2912392"/>
                <a:gd name="connsiteY134" fmla="*/ 285615 h 662574"/>
                <a:gd name="connsiteX135" fmla="*/ 1314968 w 2912392"/>
                <a:gd name="connsiteY135" fmla="*/ 276200 h 662574"/>
                <a:gd name="connsiteX136" fmla="*/ 1324697 w 2912392"/>
                <a:gd name="connsiteY136" fmla="*/ 266796 h 662574"/>
                <a:gd name="connsiteX137" fmla="*/ 1334441 w 2912392"/>
                <a:gd name="connsiteY137" fmla="*/ 257411 h 662574"/>
                <a:gd name="connsiteX138" fmla="*/ 1344185 w 2912392"/>
                <a:gd name="connsiteY138" fmla="*/ 248053 h 662574"/>
                <a:gd name="connsiteX139" fmla="*/ 1353929 w 2912392"/>
                <a:gd name="connsiteY139" fmla="*/ 238731 h 662574"/>
                <a:gd name="connsiteX140" fmla="*/ 1363658 w 2912392"/>
                <a:gd name="connsiteY140" fmla="*/ 229456 h 662574"/>
                <a:gd name="connsiteX141" fmla="*/ 1373402 w 2912392"/>
                <a:gd name="connsiteY141" fmla="*/ 220235 h 662574"/>
                <a:gd name="connsiteX142" fmla="*/ 1383146 w 2912392"/>
                <a:gd name="connsiteY142" fmla="*/ 211078 h 662574"/>
                <a:gd name="connsiteX143" fmla="*/ 1392890 w 2912392"/>
                <a:gd name="connsiteY143" fmla="*/ 201996 h 662574"/>
                <a:gd name="connsiteX144" fmla="*/ 1402619 w 2912392"/>
                <a:gd name="connsiteY144" fmla="*/ 192997 h 662574"/>
                <a:gd name="connsiteX145" fmla="*/ 1412363 w 2912392"/>
                <a:gd name="connsiteY145" fmla="*/ 184090 h 662574"/>
                <a:gd name="connsiteX146" fmla="*/ 1422106 w 2912392"/>
                <a:gd name="connsiteY146" fmla="*/ 175286 h 662574"/>
                <a:gd name="connsiteX147" fmla="*/ 1431850 w 2912392"/>
                <a:gd name="connsiteY147" fmla="*/ 166594 h 662574"/>
                <a:gd name="connsiteX148" fmla="*/ 1441594 w 2912392"/>
                <a:gd name="connsiteY148" fmla="*/ 158023 h 662574"/>
                <a:gd name="connsiteX149" fmla="*/ 1451323 w 2912392"/>
                <a:gd name="connsiteY149" fmla="*/ 149583 h 662574"/>
                <a:gd name="connsiteX150" fmla="*/ 1461067 w 2912392"/>
                <a:gd name="connsiteY150" fmla="*/ 141284 h 662574"/>
                <a:gd name="connsiteX151" fmla="*/ 1470811 w 2912392"/>
                <a:gd name="connsiteY151" fmla="*/ 133134 h 662574"/>
                <a:gd name="connsiteX152" fmla="*/ 1480555 w 2912392"/>
                <a:gd name="connsiteY152" fmla="*/ 125145 h 662574"/>
                <a:gd name="connsiteX153" fmla="*/ 1490284 w 2912392"/>
                <a:gd name="connsiteY153" fmla="*/ 117325 h 662574"/>
                <a:gd name="connsiteX154" fmla="*/ 1500028 w 2912392"/>
                <a:gd name="connsiteY154" fmla="*/ 109682 h 662574"/>
                <a:gd name="connsiteX155" fmla="*/ 1509772 w 2912392"/>
                <a:gd name="connsiteY155" fmla="*/ 102228 h 662574"/>
                <a:gd name="connsiteX156" fmla="*/ 1519516 w 2912392"/>
                <a:gd name="connsiteY156" fmla="*/ 94969 h 662574"/>
                <a:gd name="connsiteX157" fmla="*/ 1529245 w 2912392"/>
                <a:gd name="connsiteY157" fmla="*/ 87917 h 662574"/>
                <a:gd name="connsiteX158" fmla="*/ 1538989 w 2912392"/>
                <a:gd name="connsiteY158" fmla="*/ 81080 h 662574"/>
                <a:gd name="connsiteX159" fmla="*/ 1548733 w 2912392"/>
                <a:gd name="connsiteY159" fmla="*/ 74467 h 662574"/>
                <a:gd name="connsiteX160" fmla="*/ 1558477 w 2912392"/>
                <a:gd name="connsiteY160" fmla="*/ 68085 h 662574"/>
                <a:gd name="connsiteX161" fmla="*/ 1568221 w 2912392"/>
                <a:gd name="connsiteY161" fmla="*/ 61944 h 662574"/>
                <a:gd name="connsiteX162" fmla="*/ 1577950 w 2912392"/>
                <a:gd name="connsiteY162" fmla="*/ 56050 h 662574"/>
                <a:gd name="connsiteX163" fmla="*/ 1587694 w 2912392"/>
                <a:gd name="connsiteY163" fmla="*/ 50414 h 662574"/>
                <a:gd name="connsiteX164" fmla="*/ 1597438 w 2912392"/>
                <a:gd name="connsiteY164" fmla="*/ 45043 h 662574"/>
                <a:gd name="connsiteX165" fmla="*/ 1607182 w 2912392"/>
                <a:gd name="connsiteY165" fmla="*/ 39941 h 662574"/>
                <a:gd name="connsiteX166" fmla="*/ 1616911 w 2912392"/>
                <a:gd name="connsiteY166" fmla="*/ 35120 h 662574"/>
                <a:gd name="connsiteX167" fmla="*/ 1626655 w 2912392"/>
                <a:gd name="connsiteY167" fmla="*/ 30583 h 662574"/>
                <a:gd name="connsiteX168" fmla="*/ 1636399 w 2912392"/>
                <a:gd name="connsiteY168" fmla="*/ 26338 h 662574"/>
                <a:gd name="connsiteX169" fmla="*/ 1646142 w 2912392"/>
                <a:gd name="connsiteY169" fmla="*/ 22392 h 662574"/>
                <a:gd name="connsiteX170" fmla="*/ 1655872 w 2912392"/>
                <a:gd name="connsiteY170" fmla="*/ 18750 h 662574"/>
                <a:gd name="connsiteX171" fmla="*/ 1665616 w 2912392"/>
                <a:gd name="connsiteY171" fmla="*/ 15417 h 662574"/>
                <a:gd name="connsiteX172" fmla="*/ 1675359 w 2912392"/>
                <a:gd name="connsiteY172" fmla="*/ 12399 h 662574"/>
                <a:gd name="connsiteX173" fmla="*/ 1685103 w 2912392"/>
                <a:gd name="connsiteY173" fmla="*/ 9701 h 662574"/>
                <a:gd name="connsiteX174" fmla="*/ 1694832 w 2912392"/>
                <a:gd name="connsiteY174" fmla="*/ 7324 h 662574"/>
                <a:gd name="connsiteX175" fmla="*/ 1704576 w 2912392"/>
                <a:gd name="connsiteY175" fmla="*/ 5276 h 662574"/>
                <a:gd name="connsiteX176" fmla="*/ 1714320 w 2912392"/>
                <a:gd name="connsiteY176" fmla="*/ 3558 h 662574"/>
                <a:gd name="connsiteX177" fmla="*/ 1724064 w 2912392"/>
                <a:gd name="connsiteY177" fmla="*/ 2172 h 662574"/>
                <a:gd name="connsiteX178" fmla="*/ 1733808 w 2912392"/>
                <a:gd name="connsiteY178" fmla="*/ 1122 h 662574"/>
                <a:gd name="connsiteX179" fmla="*/ 1743537 w 2912392"/>
                <a:gd name="connsiteY179" fmla="*/ 410 h 662574"/>
                <a:gd name="connsiteX180" fmla="*/ 1753281 w 2912392"/>
                <a:gd name="connsiteY180" fmla="*/ 36 h 662574"/>
                <a:gd name="connsiteX181" fmla="*/ 1763025 w 2912392"/>
                <a:gd name="connsiteY181" fmla="*/ 0 h 662574"/>
                <a:gd name="connsiteX182" fmla="*/ 1772769 w 2912392"/>
                <a:gd name="connsiteY182" fmla="*/ 305 h 662574"/>
                <a:gd name="connsiteX183" fmla="*/ 1782498 w 2912392"/>
                <a:gd name="connsiteY183" fmla="*/ 948 h 662574"/>
                <a:gd name="connsiteX184" fmla="*/ 1792242 w 2912392"/>
                <a:gd name="connsiteY184" fmla="*/ 1929 h 662574"/>
                <a:gd name="connsiteX185" fmla="*/ 1801986 w 2912392"/>
                <a:gd name="connsiteY185" fmla="*/ 3246 h 662574"/>
                <a:gd name="connsiteX186" fmla="*/ 1811730 w 2912392"/>
                <a:gd name="connsiteY186" fmla="*/ 4897 h 662574"/>
                <a:gd name="connsiteX187" fmla="*/ 1821459 w 2912392"/>
                <a:gd name="connsiteY187" fmla="*/ 6880 h 662574"/>
                <a:gd name="connsiteX188" fmla="*/ 1831203 w 2912392"/>
                <a:gd name="connsiteY188" fmla="*/ 9191 h 662574"/>
                <a:gd name="connsiteX189" fmla="*/ 1840947 w 2912392"/>
                <a:gd name="connsiteY189" fmla="*/ 11825 h 662574"/>
                <a:gd name="connsiteX190" fmla="*/ 1850691 w 2912392"/>
                <a:gd name="connsiteY190" fmla="*/ 14780 h 662574"/>
                <a:gd name="connsiteX191" fmla="*/ 1860435 w 2912392"/>
                <a:gd name="connsiteY191" fmla="*/ 18049 h 662574"/>
                <a:gd name="connsiteX192" fmla="*/ 1870164 w 2912392"/>
                <a:gd name="connsiteY192" fmla="*/ 21624 h 662574"/>
                <a:gd name="connsiteX193" fmla="*/ 1879908 w 2912392"/>
                <a:gd name="connsiteY193" fmla="*/ 25503 h 662574"/>
                <a:gd name="connsiteX194" fmla="*/ 1889652 w 2912392"/>
                <a:gd name="connsiteY194" fmla="*/ 29677 h 662574"/>
                <a:gd name="connsiteX195" fmla="*/ 1899395 w 2912392"/>
                <a:gd name="connsiteY195" fmla="*/ 34138 h 662574"/>
                <a:gd name="connsiteX196" fmla="*/ 1909124 w 2912392"/>
                <a:gd name="connsiteY196" fmla="*/ 38877 h 662574"/>
                <a:gd name="connsiteX197" fmla="*/ 1918868 w 2912392"/>
                <a:gd name="connsiteY197" fmla="*/ 43888 h 662574"/>
                <a:gd name="connsiteX198" fmla="*/ 1928612 w 2912392"/>
                <a:gd name="connsiteY198" fmla="*/ 49159 h 662574"/>
                <a:gd name="connsiteX199" fmla="*/ 1938356 w 2912392"/>
                <a:gd name="connsiteY199" fmla="*/ 54682 h 662574"/>
                <a:gd name="connsiteX200" fmla="*/ 1948085 w 2912392"/>
                <a:gd name="connsiteY200" fmla="*/ 60445 h 662574"/>
                <a:gd name="connsiteX201" fmla="*/ 1957829 w 2912392"/>
                <a:gd name="connsiteY201" fmla="*/ 66439 h 662574"/>
                <a:gd name="connsiteX202" fmla="*/ 1967573 w 2912392"/>
                <a:gd name="connsiteY202" fmla="*/ 72650 h 662574"/>
                <a:gd name="connsiteX203" fmla="*/ 1977317 w 2912392"/>
                <a:gd name="connsiteY203" fmla="*/ 79069 h 662574"/>
                <a:gd name="connsiteX204" fmla="*/ 1987046 w 2912392"/>
                <a:gd name="connsiteY204" fmla="*/ 85683 h 662574"/>
                <a:gd name="connsiteX205" fmla="*/ 1996790 w 2912392"/>
                <a:gd name="connsiteY205" fmla="*/ 92478 h 662574"/>
                <a:gd name="connsiteX206" fmla="*/ 2006534 w 2912392"/>
                <a:gd name="connsiteY206" fmla="*/ 99442 h 662574"/>
                <a:gd name="connsiteX207" fmla="*/ 2016278 w 2912392"/>
                <a:gd name="connsiteY207" fmla="*/ 106560 h 662574"/>
                <a:gd name="connsiteX208" fmla="*/ 2026022 w 2912392"/>
                <a:gd name="connsiteY208" fmla="*/ 113821 h 662574"/>
                <a:gd name="connsiteX209" fmla="*/ 2035751 w 2912392"/>
                <a:gd name="connsiteY209" fmla="*/ 121209 h 662574"/>
                <a:gd name="connsiteX210" fmla="*/ 2045495 w 2912392"/>
                <a:gd name="connsiteY210" fmla="*/ 128711 h 662574"/>
                <a:gd name="connsiteX211" fmla="*/ 2055239 w 2912392"/>
                <a:gd name="connsiteY211" fmla="*/ 136312 h 662574"/>
                <a:gd name="connsiteX212" fmla="*/ 2064983 w 2912392"/>
                <a:gd name="connsiteY212" fmla="*/ 143997 h 662574"/>
                <a:gd name="connsiteX213" fmla="*/ 2074712 w 2912392"/>
                <a:gd name="connsiteY213" fmla="*/ 151751 h 662574"/>
                <a:gd name="connsiteX214" fmla="*/ 2084456 w 2912392"/>
                <a:gd name="connsiteY214" fmla="*/ 159561 h 662574"/>
                <a:gd name="connsiteX215" fmla="*/ 2094200 w 2912392"/>
                <a:gd name="connsiteY215" fmla="*/ 167408 h 662574"/>
                <a:gd name="connsiteX216" fmla="*/ 2103944 w 2912392"/>
                <a:gd name="connsiteY216" fmla="*/ 175282 h 662574"/>
                <a:gd name="connsiteX217" fmla="*/ 2113673 w 2912392"/>
                <a:gd name="connsiteY217" fmla="*/ 183164 h 662574"/>
                <a:gd name="connsiteX218" fmla="*/ 2123417 w 2912392"/>
                <a:gd name="connsiteY218" fmla="*/ 191042 h 662574"/>
                <a:gd name="connsiteX219" fmla="*/ 2133161 w 2912392"/>
                <a:gd name="connsiteY219" fmla="*/ 198898 h 662574"/>
                <a:gd name="connsiteX220" fmla="*/ 2142905 w 2912392"/>
                <a:gd name="connsiteY220" fmla="*/ 206722 h 662574"/>
                <a:gd name="connsiteX221" fmla="*/ 2152649 w 2912392"/>
                <a:gd name="connsiteY221" fmla="*/ 214495 h 662574"/>
                <a:gd name="connsiteX222" fmla="*/ 2162377 w 2912392"/>
                <a:gd name="connsiteY222" fmla="*/ 222205 h 662574"/>
                <a:gd name="connsiteX223" fmla="*/ 2172121 w 2912392"/>
                <a:gd name="connsiteY223" fmla="*/ 229836 h 662574"/>
                <a:gd name="connsiteX224" fmla="*/ 2181865 w 2912392"/>
                <a:gd name="connsiteY224" fmla="*/ 237378 h 662574"/>
                <a:gd name="connsiteX225" fmla="*/ 2191609 w 2912392"/>
                <a:gd name="connsiteY225" fmla="*/ 244814 h 662574"/>
                <a:gd name="connsiteX226" fmla="*/ 2201338 w 2912392"/>
                <a:gd name="connsiteY226" fmla="*/ 252132 h 662574"/>
                <a:gd name="connsiteX227" fmla="*/ 2211082 w 2912392"/>
                <a:gd name="connsiteY227" fmla="*/ 259321 h 662574"/>
                <a:gd name="connsiteX228" fmla="*/ 2220826 w 2912392"/>
                <a:gd name="connsiteY228" fmla="*/ 266367 h 662574"/>
                <a:gd name="connsiteX229" fmla="*/ 2230570 w 2912392"/>
                <a:gd name="connsiteY229" fmla="*/ 273259 h 662574"/>
                <a:gd name="connsiteX230" fmla="*/ 2240299 w 2912392"/>
                <a:gd name="connsiteY230" fmla="*/ 279985 h 662574"/>
                <a:gd name="connsiteX231" fmla="*/ 2250043 w 2912392"/>
                <a:gd name="connsiteY231" fmla="*/ 286536 h 662574"/>
                <a:gd name="connsiteX232" fmla="*/ 2259787 w 2912392"/>
                <a:gd name="connsiteY232" fmla="*/ 292899 h 662574"/>
                <a:gd name="connsiteX233" fmla="*/ 2269531 w 2912392"/>
                <a:gd name="connsiteY233" fmla="*/ 299067 h 662574"/>
                <a:gd name="connsiteX234" fmla="*/ 2279260 w 2912392"/>
                <a:gd name="connsiteY234" fmla="*/ 305030 h 662574"/>
                <a:gd name="connsiteX235" fmla="*/ 2289004 w 2912392"/>
                <a:gd name="connsiteY235" fmla="*/ 310781 h 662574"/>
                <a:gd name="connsiteX236" fmla="*/ 2298748 w 2912392"/>
                <a:gd name="connsiteY236" fmla="*/ 316310 h 662574"/>
                <a:gd name="connsiteX237" fmla="*/ 2308492 w 2912392"/>
                <a:gd name="connsiteY237" fmla="*/ 321611 h 662574"/>
                <a:gd name="connsiteX238" fmla="*/ 2318236 w 2912392"/>
                <a:gd name="connsiteY238" fmla="*/ 326678 h 662574"/>
                <a:gd name="connsiteX239" fmla="*/ 2327965 w 2912392"/>
                <a:gd name="connsiteY239" fmla="*/ 331505 h 662574"/>
                <a:gd name="connsiteX240" fmla="*/ 2337709 w 2912392"/>
                <a:gd name="connsiteY240" fmla="*/ 336088 h 662574"/>
                <a:gd name="connsiteX241" fmla="*/ 2347453 w 2912392"/>
                <a:gd name="connsiteY241" fmla="*/ 340421 h 662574"/>
                <a:gd name="connsiteX242" fmla="*/ 2357197 w 2912392"/>
                <a:gd name="connsiteY242" fmla="*/ 344500 h 662574"/>
                <a:gd name="connsiteX243" fmla="*/ 2366926 w 2912392"/>
                <a:gd name="connsiteY243" fmla="*/ 348325 h 662574"/>
                <a:gd name="connsiteX244" fmla="*/ 2376670 w 2912392"/>
                <a:gd name="connsiteY244" fmla="*/ 351890 h 662574"/>
                <a:gd name="connsiteX245" fmla="*/ 2386413 w 2912392"/>
                <a:gd name="connsiteY245" fmla="*/ 355195 h 662574"/>
                <a:gd name="connsiteX246" fmla="*/ 2396157 w 2912392"/>
                <a:gd name="connsiteY246" fmla="*/ 358239 h 662574"/>
                <a:gd name="connsiteX247" fmla="*/ 2405886 w 2912392"/>
                <a:gd name="connsiteY247" fmla="*/ 361022 h 662574"/>
                <a:gd name="connsiteX248" fmla="*/ 2415630 w 2912392"/>
                <a:gd name="connsiteY248" fmla="*/ 363544 h 662574"/>
                <a:gd name="connsiteX249" fmla="*/ 2425374 w 2912392"/>
                <a:gd name="connsiteY249" fmla="*/ 365807 h 662574"/>
                <a:gd name="connsiteX250" fmla="*/ 2435118 w 2912392"/>
                <a:gd name="connsiteY250" fmla="*/ 367810 h 662574"/>
                <a:gd name="connsiteX251" fmla="*/ 2444862 w 2912392"/>
                <a:gd name="connsiteY251" fmla="*/ 369557 h 662574"/>
                <a:gd name="connsiteX252" fmla="*/ 2454591 w 2912392"/>
                <a:gd name="connsiteY252" fmla="*/ 371052 h 662574"/>
                <a:gd name="connsiteX253" fmla="*/ 2464335 w 2912392"/>
                <a:gd name="connsiteY253" fmla="*/ 372296 h 662574"/>
                <a:gd name="connsiteX254" fmla="*/ 2474079 w 2912392"/>
                <a:gd name="connsiteY254" fmla="*/ 373294 h 662574"/>
                <a:gd name="connsiteX255" fmla="*/ 2483823 w 2912392"/>
                <a:gd name="connsiteY255" fmla="*/ 374049 h 662574"/>
                <a:gd name="connsiteX256" fmla="*/ 2493552 w 2912392"/>
                <a:gd name="connsiteY256" fmla="*/ 374568 h 662574"/>
                <a:gd name="connsiteX257" fmla="*/ 2503296 w 2912392"/>
                <a:gd name="connsiteY257" fmla="*/ 374854 h 662574"/>
                <a:gd name="connsiteX258" fmla="*/ 2513040 w 2912392"/>
                <a:gd name="connsiteY258" fmla="*/ 374913 h 662574"/>
                <a:gd name="connsiteX259" fmla="*/ 2522784 w 2912392"/>
                <a:gd name="connsiteY259" fmla="*/ 374753 h 662574"/>
                <a:gd name="connsiteX260" fmla="*/ 2532513 w 2912392"/>
                <a:gd name="connsiteY260" fmla="*/ 374377 h 662574"/>
                <a:gd name="connsiteX261" fmla="*/ 2542257 w 2912392"/>
                <a:gd name="connsiteY261" fmla="*/ 373795 h 662574"/>
                <a:gd name="connsiteX262" fmla="*/ 2552001 w 2912392"/>
                <a:gd name="connsiteY262" fmla="*/ 373012 h 662574"/>
                <a:gd name="connsiteX263" fmla="*/ 2561745 w 2912392"/>
                <a:gd name="connsiteY263" fmla="*/ 372037 h 662574"/>
                <a:gd name="connsiteX264" fmla="*/ 2571474 w 2912392"/>
                <a:gd name="connsiteY264" fmla="*/ 370874 h 662574"/>
                <a:gd name="connsiteX265" fmla="*/ 2581218 w 2912392"/>
                <a:gd name="connsiteY265" fmla="*/ 369535 h 662574"/>
                <a:gd name="connsiteX266" fmla="*/ 2590962 w 2912392"/>
                <a:gd name="connsiteY266" fmla="*/ 368024 h 662574"/>
                <a:gd name="connsiteX267" fmla="*/ 2600705 w 2912392"/>
                <a:gd name="connsiteY267" fmla="*/ 366350 h 662574"/>
                <a:gd name="connsiteX268" fmla="*/ 2610449 w 2912392"/>
                <a:gd name="connsiteY268" fmla="*/ 364521 h 662574"/>
                <a:gd name="connsiteX269" fmla="*/ 2620178 w 2912392"/>
                <a:gd name="connsiteY269" fmla="*/ 362547 h 662574"/>
                <a:gd name="connsiteX270" fmla="*/ 2629922 w 2912392"/>
                <a:gd name="connsiteY270" fmla="*/ 360433 h 662574"/>
                <a:gd name="connsiteX271" fmla="*/ 2639666 w 2912392"/>
                <a:gd name="connsiteY271" fmla="*/ 358188 h 662574"/>
                <a:gd name="connsiteX272" fmla="*/ 2649410 w 2912392"/>
                <a:gd name="connsiteY272" fmla="*/ 355820 h 662574"/>
                <a:gd name="connsiteX273" fmla="*/ 2659139 w 2912392"/>
                <a:gd name="connsiteY273" fmla="*/ 353338 h 662574"/>
                <a:gd name="connsiteX274" fmla="*/ 2668883 w 2912392"/>
                <a:gd name="connsiteY274" fmla="*/ 350749 h 662574"/>
                <a:gd name="connsiteX275" fmla="*/ 2678627 w 2912392"/>
                <a:gd name="connsiteY275" fmla="*/ 348060 h 662574"/>
                <a:gd name="connsiteX276" fmla="*/ 2688371 w 2912392"/>
                <a:gd name="connsiteY276" fmla="*/ 345279 h 662574"/>
                <a:gd name="connsiteX277" fmla="*/ 2698100 w 2912392"/>
                <a:gd name="connsiteY277" fmla="*/ 342414 h 662574"/>
                <a:gd name="connsiteX278" fmla="*/ 2707844 w 2912392"/>
                <a:gd name="connsiteY278" fmla="*/ 339472 h 662574"/>
                <a:gd name="connsiteX279" fmla="*/ 2717588 w 2912392"/>
                <a:gd name="connsiteY279" fmla="*/ 336459 h 662574"/>
                <a:gd name="connsiteX280" fmla="*/ 2727332 w 2912392"/>
                <a:gd name="connsiteY280" fmla="*/ 333384 h 662574"/>
                <a:gd name="connsiteX281" fmla="*/ 2737076 w 2912392"/>
                <a:gd name="connsiteY281" fmla="*/ 330251 h 662574"/>
                <a:gd name="connsiteX282" fmla="*/ 2746805 w 2912392"/>
                <a:gd name="connsiteY282" fmla="*/ 327068 h 662574"/>
                <a:gd name="connsiteX283" fmla="*/ 2756549 w 2912392"/>
                <a:gd name="connsiteY283" fmla="*/ 323843 h 662574"/>
                <a:gd name="connsiteX284" fmla="*/ 2766293 w 2912392"/>
                <a:gd name="connsiteY284" fmla="*/ 320577 h 662574"/>
                <a:gd name="connsiteX285" fmla="*/ 2776037 w 2912392"/>
                <a:gd name="connsiteY285" fmla="*/ 317278 h 662574"/>
                <a:gd name="connsiteX286" fmla="*/ 2785766 w 2912392"/>
                <a:gd name="connsiteY286" fmla="*/ 313953 h 662574"/>
                <a:gd name="connsiteX287" fmla="*/ 2795510 w 2912392"/>
                <a:gd name="connsiteY287" fmla="*/ 310606 h 662574"/>
                <a:gd name="connsiteX288" fmla="*/ 2805254 w 2912392"/>
                <a:gd name="connsiteY288" fmla="*/ 307241 h 662574"/>
                <a:gd name="connsiteX289" fmla="*/ 2814998 w 2912392"/>
                <a:gd name="connsiteY289" fmla="*/ 303862 h 662574"/>
                <a:gd name="connsiteX290" fmla="*/ 2824727 w 2912392"/>
                <a:gd name="connsiteY290" fmla="*/ 300475 h 662574"/>
                <a:gd name="connsiteX291" fmla="*/ 2834471 w 2912392"/>
                <a:gd name="connsiteY291" fmla="*/ 297083 h 662574"/>
                <a:gd name="connsiteX292" fmla="*/ 2844215 w 2912392"/>
                <a:gd name="connsiteY292" fmla="*/ 293690 h 662574"/>
                <a:gd name="connsiteX293" fmla="*/ 2853958 w 2912392"/>
                <a:gd name="connsiteY293" fmla="*/ 290299 h 662574"/>
                <a:gd name="connsiteX294" fmla="*/ 2863687 w 2912392"/>
                <a:gd name="connsiteY294" fmla="*/ 286914 h 662574"/>
                <a:gd name="connsiteX295" fmla="*/ 2873431 w 2912392"/>
                <a:gd name="connsiteY295" fmla="*/ 283538 h 662574"/>
                <a:gd name="connsiteX296" fmla="*/ 2883175 w 2912392"/>
                <a:gd name="connsiteY296" fmla="*/ 280171 h 662574"/>
                <a:gd name="connsiteX297" fmla="*/ 2892919 w 2912392"/>
                <a:gd name="connsiteY297" fmla="*/ 276819 h 662574"/>
                <a:gd name="connsiteX298" fmla="*/ 2902663 w 2912392"/>
                <a:gd name="connsiteY298" fmla="*/ 273483 h 662574"/>
                <a:gd name="connsiteX299" fmla="*/ 2912392 w 2912392"/>
                <a:gd name="connsiteY299" fmla="*/ 270165 h 662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62574">
                  <a:moveTo>
                    <a:pt x="0" y="521984"/>
                  </a:moveTo>
                  <a:lnTo>
                    <a:pt x="9739" y="524739"/>
                  </a:lnTo>
                  <a:lnTo>
                    <a:pt x="19480" y="527500"/>
                  </a:lnTo>
                  <a:lnTo>
                    <a:pt x="29221" y="530268"/>
                  </a:lnTo>
                  <a:lnTo>
                    <a:pt x="38961" y="533045"/>
                  </a:lnTo>
                  <a:lnTo>
                    <a:pt x="48702" y="535831"/>
                  </a:lnTo>
                  <a:lnTo>
                    <a:pt x="58443" y="538629"/>
                  </a:lnTo>
                  <a:lnTo>
                    <a:pt x="68182" y="541438"/>
                  </a:lnTo>
                  <a:lnTo>
                    <a:pt x="77923" y="544258"/>
                  </a:lnTo>
                  <a:lnTo>
                    <a:pt x="87664" y="547091"/>
                  </a:lnTo>
                  <a:lnTo>
                    <a:pt x="97404" y="549935"/>
                  </a:lnTo>
                  <a:lnTo>
                    <a:pt x="107145" y="552791"/>
                  </a:lnTo>
                  <a:lnTo>
                    <a:pt x="116886" y="555658"/>
                  </a:lnTo>
                  <a:lnTo>
                    <a:pt x="126625" y="558535"/>
                  </a:lnTo>
                  <a:lnTo>
                    <a:pt x="136366" y="561420"/>
                  </a:lnTo>
                  <a:lnTo>
                    <a:pt x="146107" y="564314"/>
                  </a:lnTo>
                  <a:lnTo>
                    <a:pt x="155846" y="567216"/>
                  </a:lnTo>
                  <a:lnTo>
                    <a:pt x="165587" y="570123"/>
                  </a:lnTo>
                  <a:lnTo>
                    <a:pt x="175328" y="573033"/>
                  </a:lnTo>
                  <a:lnTo>
                    <a:pt x="185068" y="575946"/>
                  </a:lnTo>
                  <a:lnTo>
                    <a:pt x="194809" y="578858"/>
                  </a:lnTo>
                  <a:lnTo>
                    <a:pt x="204550" y="581768"/>
                  </a:lnTo>
                  <a:lnTo>
                    <a:pt x="214289" y="584673"/>
                  </a:lnTo>
                  <a:lnTo>
                    <a:pt x="224030" y="587573"/>
                  </a:lnTo>
                  <a:lnTo>
                    <a:pt x="233771" y="590462"/>
                  </a:lnTo>
                  <a:lnTo>
                    <a:pt x="243510" y="593339"/>
                  </a:lnTo>
                  <a:lnTo>
                    <a:pt x="253251" y="596199"/>
                  </a:lnTo>
                  <a:lnTo>
                    <a:pt x="262992" y="599043"/>
                  </a:lnTo>
                  <a:lnTo>
                    <a:pt x="272732" y="601867"/>
                  </a:lnTo>
                  <a:lnTo>
                    <a:pt x="282473" y="604665"/>
                  </a:lnTo>
                  <a:lnTo>
                    <a:pt x="292214" y="607437"/>
                  </a:lnTo>
                  <a:lnTo>
                    <a:pt x="301953" y="610179"/>
                  </a:lnTo>
                  <a:lnTo>
                    <a:pt x="311694" y="612886"/>
                  </a:lnTo>
                  <a:lnTo>
                    <a:pt x="321435" y="615557"/>
                  </a:lnTo>
                  <a:lnTo>
                    <a:pt x="331175" y="618189"/>
                  </a:lnTo>
                  <a:lnTo>
                    <a:pt x="340916" y="620776"/>
                  </a:lnTo>
                  <a:lnTo>
                    <a:pt x="350656" y="623317"/>
                  </a:lnTo>
                  <a:lnTo>
                    <a:pt x="360396" y="625808"/>
                  </a:lnTo>
                  <a:lnTo>
                    <a:pt x="370137" y="628244"/>
                  </a:lnTo>
                  <a:lnTo>
                    <a:pt x="379878" y="630625"/>
                  </a:lnTo>
                  <a:lnTo>
                    <a:pt x="389617" y="632944"/>
                  </a:lnTo>
                  <a:lnTo>
                    <a:pt x="399358" y="635202"/>
                  </a:lnTo>
                  <a:lnTo>
                    <a:pt x="409099" y="637392"/>
                  </a:lnTo>
                  <a:lnTo>
                    <a:pt x="418839" y="639511"/>
                  </a:lnTo>
                  <a:lnTo>
                    <a:pt x="428580" y="641558"/>
                  </a:lnTo>
                  <a:lnTo>
                    <a:pt x="438321" y="643529"/>
                  </a:lnTo>
                  <a:lnTo>
                    <a:pt x="448060" y="645419"/>
                  </a:lnTo>
                  <a:lnTo>
                    <a:pt x="457801" y="647227"/>
                  </a:lnTo>
                  <a:lnTo>
                    <a:pt x="467542" y="648949"/>
                  </a:lnTo>
                  <a:lnTo>
                    <a:pt x="477281" y="650583"/>
                  </a:lnTo>
                  <a:lnTo>
                    <a:pt x="487022" y="652125"/>
                  </a:lnTo>
                  <a:lnTo>
                    <a:pt x="496763" y="653572"/>
                  </a:lnTo>
                  <a:lnTo>
                    <a:pt x="506503" y="654922"/>
                  </a:lnTo>
                  <a:lnTo>
                    <a:pt x="516244" y="656172"/>
                  </a:lnTo>
                  <a:lnTo>
                    <a:pt x="525985" y="657319"/>
                  </a:lnTo>
                  <a:lnTo>
                    <a:pt x="535724" y="658359"/>
                  </a:lnTo>
                  <a:lnTo>
                    <a:pt x="545465" y="659292"/>
                  </a:lnTo>
                  <a:lnTo>
                    <a:pt x="555206" y="660114"/>
                  </a:lnTo>
                  <a:lnTo>
                    <a:pt x="564946" y="660822"/>
                  </a:lnTo>
                  <a:lnTo>
                    <a:pt x="574687" y="661415"/>
                  </a:lnTo>
                  <a:lnTo>
                    <a:pt x="584428" y="661889"/>
                  </a:lnTo>
                  <a:lnTo>
                    <a:pt x="594167" y="662240"/>
                  </a:lnTo>
                  <a:lnTo>
                    <a:pt x="603908" y="662470"/>
                  </a:lnTo>
                  <a:lnTo>
                    <a:pt x="613649" y="662574"/>
                  </a:lnTo>
                  <a:lnTo>
                    <a:pt x="623388" y="662550"/>
                  </a:lnTo>
                  <a:lnTo>
                    <a:pt x="633129" y="662397"/>
                  </a:lnTo>
                  <a:lnTo>
                    <a:pt x="642870" y="662109"/>
                  </a:lnTo>
                  <a:lnTo>
                    <a:pt x="652610" y="661689"/>
                  </a:lnTo>
                  <a:lnTo>
                    <a:pt x="662351" y="661132"/>
                  </a:lnTo>
                  <a:lnTo>
                    <a:pt x="672092" y="660435"/>
                  </a:lnTo>
                  <a:lnTo>
                    <a:pt x="681831" y="659599"/>
                  </a:lnTo>
                  <a:lnTo>
                    <a:pt x="691572" y="658618"/>
                  </a:lnTo>
                  <a:lnTo>
                    <a:pt x="701313" y="657494"/>
                  </a:lnTo>
                  <a:lnTo>
                    <a:pt x="711052" y="656223"/>
                  </a:lnTo>
                  <a:lnTo>
                    <a:pt x="720793" y="654801"/>
                  </a:lnTo>
                  <a:lnTo>
                    <a:pt x="730534" y="653231"/>
                  </a:lnTo>
                  <a:lnTo>
                    <a:pt x="740274" y="651509"/>
                  </a:lnTo>
                  <a:lnTo>
                    <a:pt x="750015" y="649631"/>
                  </a:lnTo>
                  <a:lnTo>
                    <a:pt x="759756" y="647599"/>
                  </a:lnTo>
                  <a:lnTo>
                    <a:pt x="769495" y="645409"/>
                  </a:lnTo>
                  <a:lnTo>
                    <a:pt x="779236" y="643061"/>
                  </a:lnTo>
                  <a:lnTo>
                    <a:pt x="788977" y="640550"/>
                  </a:lnTo>
                  <a:lnTo>
                    <a:pt x="798717" y="637879"/>
                  </a:lnTo>
                  <a:lnTo>
                    <a:pt x="808458" y="635045"/>
                  </a:lnTo>
                  <a:lnTo>
                    <a:pt x="818199" y="632045"/>
                  </a:lnTo>
                  <a:lnTo>
                    <a:pt x="827938" y="628880"/>
                  </a:lnTo>
                  <a:lnTo>
                    <a:pt x="837679" y="625547"/>
                  </a:lnTo>
                  <a:lnTo>
                    <a:pt x="847420" y="622047"/>
                  </a:lnTo>
                  <a:lnTo>
                    <a:pt x="857159" y="618376"/>
                  </a:lnTo>
                  <a:lnTo>
                    <a:pt x="866900" y="614537"/>
                  </a:lnTo>
                  <a:lnTo>
                    <a:pt x="876641" y="610528"/>
                  </a:lnTo>
                  <a:lnTo>
                    <a:pt x="886381" y="606345"/>
                  </a:lnTo>
                  <a:lnTo>
                    <a:pt x="896122" y="601992"/>
                  </a:lnTo>
                  <a:lnTo>
                    <a:pt x="905863" y="597467"/>
                  </a:lnTo>
                  <a:lnTo>
                    <a:pt x="915602" y="592769"/>
                  </a:lnTo>
                  <a:lnTo>
                    <a:pt x="925343" y="587899"/>
                  </a:lnTo>
                  <a:lnTo>
                    <a:pt x="935084" y="582857"/>
                  </a:lnTo>
                  <a:lnTo>
                    <a:pt x="944824" y="577644"/>
                  </a:lnTo>
                  <a:lnTo>
                    <a:pt x="954564" y="572258"/>
                  </a:lnTo>
                  <a:lnTo>
                    <a:pt x="964305" y="566701"/>
                  </a:lnTo>
                  <a:lnTo>
                    <a:pt x="974045" y="560975"/>
                  </a:lnTo>
                  <a:lnTo>
                    <a:pt x="983786" y="555079"/>
                  </a:lnTo>
                  <a:lnTo>
                    <a:pt x="993522" y="549017"/>
                  </a:lnTo>
                  <a:lnTo>
                    <a:pt x="1003266" y="542788"/>
                  </a:lnTo>
                  <a:lnTo>
                    <a:pt x="1013010" y="536393"/>
                  </a:lnTo>
                  <a:lnTo>
                    <a:pt x="1022754" y="529836"/>
                  </a:lnTo>
                  <a:lnTo>
                    <a:pt x="1032483" y="523118"/>
                  </a:lnTo>
                  <a:lnTo>
                    <a:pt x="1042227" y="516241"/>
                  </a:lnTo>
                  <a:lnTo>
                    <a:pt x="1051971" y="509208"/>
                  </a:lnTo>
                  <a:lnTo>
                    <a:pt x="1061715" y="502023"/>
                  </a:lnTo>
                  <a:lnTo>
                    <a:pt x="1071444" y="494686"/>
                  </a:lnTo>
                  <a:lnTo>
                    <a:pt x="1081188" y="487204"/>
                  </a:lnTo>
                  <a:lnTo>
                    <a:pt x="1090932" y="479577"/>
                  </a:lnTo>
                  <a:lnTo>
                    <a:pt x="1100676" y="471812"/>
                  </a:lnTo>
                  <a:lnTo>
                    <a:pt x="1110405" y="463910"/>
                  </a:lnTo>
                  <a:lnTo>
                    <a:pt x="1120149" y="455876"/>
                  </a:lnTo>
                  <a:lnTo>
                    <a:pt x="1129893" y="447716"/>
                  </a:lnTo>
                  <a:lnTo>
                    <a:pt x="1139637" y="439432"/>
                  </a:lnTo>
                  <a:lnTo>
                    <a:pt x="1149381" y="431032"/>
                  </a:lnTo>
                  <a:lnTo>
                    <a:pt x="1159110" y="422519"/>
                  </a:lnTo>
                  <a:lnTo>
                    <a:pt x="1168854" y="413900"/>
                  </a:lnTo>
                  <a:lnTo>
                    <a:pt x="1178598" y="405179"/>
                  </a:lnTo>
                  <a:lnTo>
                    <a:pt x="1188341" y="396364"/>
                  </a:lnTo>
                  <a:lnTo>
                    <a:pt x="1198070" y="387458"/>
                  </a:lnTo>
                  <a:lnTo>
                    <a:pt x="1207814" y="378471"/>
                  </a:lnTo>
                  <a:lnTo>
                    <a:pt x="1217558" y="369408"/>
                  </a:lnTo>
                  <a:lnTo>
                    <a:pt x="1227302" y="360275"/>
                  </a:lnTo>
                  <a:lnTo>
                    <a:pt x="1237031" y="351081"/>
                  </a:lnTo>
                  <a:lnTo>
                    <a:pt x="1246775" y="341832"/>
                  </a:lnTo>
                  <a:lnTo>
                    <a:pt x="1256519" y="332535"/>
                  </a:lnTo>
                  <a:lnTo>
                    <a:pt x="1266263" y="323198"/>
                  </a:lnTo>
                  <a:lnTo>
                    <a:pt x="1276007" y="313831"/>
                  </a:lnTo>
                  <a:lnTo>
                    <a:pt x="1285736" y="304438"/>
                  </a:lnTo>
                  <a:lnTo>
                    <a:pt x="1295480" y="295030"/>
                  </a:lnTo>
                  <a:lnTo>
                    <a:pt x="1305224" y="285615"/>
                  </a:lnTo>
                  <a:lnTo>
                    <a:pt x="1314968" y="276200"/>
                  </a:lnTo>
                  <a:lnTo>
                    <a:pt x="1324697" y="266796"/>
                  </a:lnTo>
                  <a:lnTo>
                    <a:pt x="1334441" y="257411"/>
                  </a:lnTo>
                  <a:lnTo>
                    <a:pt x="1344185" y="248053"/>
                  </a:lnTo>
                  <a:lnTo>
                    <a:pt x="1353929" y="238731"/>
                  </a:lnTo>
                  <a:lnTo>
                    <a:pt x="1363658" y="229456"/>
                  </a:lnTo>
                  <a:lnTo>
                    <a:pt x="1373402" y="220235"/>
                  </a:lnTo>
                  <a:lnTo>
                    <a:pt x="1383146" y="211078"/>
                  </a:lnTo>
                  <a:lnTo>
                    <a:pt x="1392890" y="201996"/>
                  </a:lnTo>
                  <a:lnTo>
                    <a:pt x="1402619" y="192997"/>
                  </a:lnTo>
                  <a:lnTo>
                    <a:pt x="1412363" y="184090"/>
                  </a:lnTo>
                  <a:lnTo>
                    <a:pt x="1422106" y="175286"/>
                  </a:lnTo>
                  <a:lnTo>
                    <a:pt x="1431850" y="166594"/>
                  </a:lnTo>
                  <a:lnTo>
                    <a:pt x="1441594" y="158023"/>
                  </a:lnTo>
                  <a:lnTo>
                    <a:pt x="1451323" y="149583"/>
                  </a:lnTo>
                  <a:lnTo>
                    <a:pt x="1461067" y="141284"/>
                  </a:lnTo>
                  <a:lnTo>
                    <a:pt x="1470811" y="133134"/>
                  </a:lnTo>
                  <a:lnTo>
                    <a:pt x="1480555" y="125145"/>
                  </a:lnTo>
                  <a:lnTo>
                    <a:pt x="1490284" y="117325"/>
                  </a:lnTo>
                  <a:lnTo>
                    <a:pt x="1500028" y="109682"/>
                  </a:lnTo>
                  <a:lnTo>
                    <a:pt x="1509772" y="102228"/>
                  </a:lnTo>
                  <a:lnTo>
                    <a:pt x="1519516" y="94969"/>
                  </a:lnTo>
                  <a:lnTo>
                    <a:pt x="1529245" y="87917"/>
                  </a:lnTo>
                  <a:lnTo>
                    <a:pt x="1538989" y="81080"/>
                  </a:lnTo>
                  <a:lnTo>
                    <a:pt x="1548733" y="74467"/>
                  </a:lnTo>
                  <a:lnTo>
                    <a:pt x="1558477" y="68085"/>
                  </a:lnTo>
                  <a:lnTo>
                    <a:pt x="1568221" y="61944"/>
                  </a:lnTo>
                  <a:lnTo>
                    <a:pt x="1577950" y="56050"/>
                  </a:lnTo>
                  <a:lnTo>
                    <a:pt x="1587694" y="50414"/>
                  </a:lnTo>
                  <a:lnTo>
                    <a:pt x="1597438" y="45043"/>
                  </a:lnTo>
                  <a:lnTo>
                    <a:pt x="1607182" y="39941"/>
                  </a:lnTo>
                  <a:lnTo>
                    <a:pt x="1616911" y="35120"/>
                  </a:lnTo>
                  <a:lnTo>
                    <a:pt x="1626655" y="30583"/>
                  </a:lnTo>
                  <a:lnTo>
                    <a:pt x="1636399" y="26338"/>
                  </a:lnTo>
                  <a:lnTo>
                    <a:pt x="1646142" y="22392"/>
                  </a:lnTo>
                  <a:lnTo>
                    <a:pt x="1655872" y="18750"/>
                  </a:lnTo>
                  <a:lnTo>
                    <a:pt x="1665616" y="15417"/>
                  </a:lnTo>
                  <a:lnTo>
                    <a:pt x="1675359" y="12399"/>
                  </a:lnTo>
                  <a:lnTo>
                    <a:pt x="1685103" y="9701"/>
                  </a:lnTo>
                  <a:lnTo>
                    <a:pt x="1694832" y="7324"/>
                  </a:lnTo>
                  <a:lnTo>
                    <a:pt x="1704576" y="5276"/>
                  </a:lnTo>
                  <a:lnTo>
                    <a:pt x="1714320" y="3558"/>
                  </a:lnTo>
                  <a:lnTo>
                    <a:pt x="1724064" y="2172"/>
                  </a:lnTo>
                  <a:lnTo>
                    <a:pt x="1733808" y="1122"/>
                  </a:lnTo>
                  <a:lnTo>
                    <a:pt x="1743537" y="410"/>
                  </a:lnTo>
                  <a:lnTo>
                    <a:pt x="1753281" y="36"/>
                  </a:lnTo>
                  <a:lnTo>
                    <a:pt x="1763025" y="0"/>
                  </a:lnTo>
                  <a:lnTo>
                    <a:pt x="1772769" y="305"/>
                  </a:lnTo>
                  <a:lnTo>
                    <a:pt x="1782498" y="948"/>
                  </a:lnTo>
                  <a:lnTo>
                    <a:pt x="1792242" y="1929"/>
                  </a:lnTo>
                  <a:lnTo>
                    <a:pt x="1801986" y="3246"/>
                  </a:lnTo>
                  <a:lnTo>
                    <a:pt x="1811730" y="4897"/>
                  </a:lnTo>
                  <a:lnTo>
                    <a:pt x="1821459" y="6880"/>
                  </a:lnTo>
                  <a:lnTo>
                    <a:pt x="1831203" y="9191"/>
                  </a:lnTo>
                  <a:lnTo>
                    <a:pt x="1840947" y="11825"/>
                  </a:lnTo>
                  <a:lnTo>
                    <a:pt x="1850691" y="14780"/>
                  </a:lnTo>
                  <a:lnTo>
                    <a:pt x="1860435" y="18049"/>
                  </a:lnTo>
                  <a:lnTo>
                    <a:pt x="1870164" y="21624"/>
                  </a:lnTo>
                  <a:lnTo>
                    <a:pt x="1879908" y="25503"/>
                  </a:lnTo>
                  <a:lnTo>
                    <a:pt x="1889652" y="29677"/>
                  </a:lnTo>
                  <a:lnTo>
                    <a:pt x="1899395" y="34138"/>
                  </a:lnTo>
                  <a:lnTo>
                    <a:pt x="1909124" y="38877"/>
                  </a:lnTo>
                  <a:lnTo>
                    <a:pt x="1918868" y="43888"/>
                  </a:lnTo>
                  <a:lnTo>
                    <a:pt x="1928612" y="49159"/>
                  </a:lnTo>
                  <a:lnTo>
                    <a:pt x="1938356" y="54682"/>
                  </a:lnTo>
                  <a:lnTo>
                    <a:pt x="1948085" y="60445"/>
                  </a:lnTo>
                  <a:lnTo>
                    <a:pt x="1957829" y="66439"/>
                  </a:lnTo>
                  <a:lnTo>
                    <a:pt x="1967573" y="72650"/>
                  </a:lnTo>
                  <a:lnTo>
                    <a:pt x="1977317" y="79069"/>
                  </a:lnTo>
                  <a:lnTo>
                    <a:pt x="1987046" y="85683"/>
                  </a:lnTo>
                  <a:lnTo>
                    <a:pt x="1996790" y="92478"/>
                  </a:lnTo>
                  <a:lnTo>
                    <a:pt x="2006534" y="99442"/>
                  </a:lnTo>
                  <a:lnTo>
                    <a:pt x="2016278" y="106560"/>
                  </a:lnTo>
                  <a:lnTo>
                    <a:pt x="2026022" y="113821"/>
                  </a:lnTo>
                  <a:lnTo>
                    <a:pt x="2035751" y="121209"/>
                  </a:lnTo>
                  <a:lnTo>
                    <a:pt x="2045495" y="128711"/>
                  </a:lnTo>
                  <a:lnTo>
                    <a:pt x="2055239" y="136312"/>
                  </a:lnTo>
                  <a:lnTo>
                    <a:pt x="2064983" y="143997"/>
                  </a:lnTo>
                  <a:lnTo>
                    <a:pt x="2074712" y="151751"/>
                  </a:lnTo>
                  <a:lnTo>
                    <a:pt x="2084456" y="159561"/>
                  </a:lnTo>
                  <a:lnTo>
                    <a:pt x="2094200" y="167408"/>
                  </a:lnTo>
                  <a:lnTo>
                    <a:pt x="2103944" y="175282"/>
                  </a:lnTo>
                  <a:lnTo>
                    <a:pt x="2113673" y="183164"/>
                  </a:lnTo>
                  <a:lnTo>
                    <a:pt x="2123417" y="191042"/>
                  </a:lnTo>
                  <a:lnTo>
                    <a:pt x="2133161" y="198898"/>
                  </a:lnTo>
                  <a:lnTo>
                    <a:pt x="2142905" y="206722"/>
                  </a:lnTo>
                  <a:lnTo>
                    <a:pt x="2152649" y="214495"/>
                  </a:lnTo>
                  <a:lnTo>
                    <a:pt x="2162377" y="222205"/>
                  </a:lnTo>
                  <a:lnTo>
                    <a:pt x="2172121" y="229836"/>
                  </a:lnTo>
                  <a:lnTo>
                    <a:pt x="2181865" y="237378"/>
                  </a:lnTo>
                  <a:lnTo>
                    <a:pt x="2191609" y="244814"/>
                  </a:lnTo>
                  <a:lnTo>
                    <a:pt x="2201338" y="252132"/>
                  </a:lnTo>
                  <a:lnTo>
                    <a:pt x="2211082" y="259321"/>
                  </a:lnTo>
                  <a:lnTo>
                    <a:pt x="2220826" y="266367"/>
                  </a:lnTo>
                  <a:lnTo>
                    <a:pt x="2230570" y="273259"/>
                  </a:lnTo>
                  <a:lnTo>
                    <a:pt x="2240299" y="279985"/>
                  </a:lnTo>
                  <a:lnTo>
                    <a:pt x="2250043" y="286536"/>
                  </a:lnTo>
                  <a:lnTo>
                    <a:pt x="2259787" y="292899"/>
                  </a:lnTo>
                  <a:lnTo>
                    <a:pt x="2269531" y="299067"/>
                  </a:lnTo>
                  <a:lnTo>
                    <a:pt x="2279260" y="305030"/>
                  </a:lnTo>
                  <a:lnTo>
                    <a:pt x="2289004" y="310781"/>
                  </a:lnTo>
                  <a:lnTo>
                    <a:pt x="2298748" y="316310"/>
                  </a:lnTo>
                  <a:lnTo>
                    <a:pt x="2308492" y="321611"/>
                  </a:lnTo>
                  <a:lnTo>
                    <a:pt x="2318236" y="326678"/>
                  </a:lnTo>
                  <a:lnTo>
                    <a:pt x="2327965" y="331505"/>
                  </a:lnTo>
                  <a:lnTo>
                    <a:pt x="2337709" y="336088"/>
                  </a:lnTo>
                  <a:lnTo>
                    <a:pt x="2347453" y="340421"/>
                  </a:lnTo>
                  <a:lnTo>
                    <a:pt x="2357197" y="344500"/>
                  </a:lnTo>
                  <a:lnTo>
                    <a:pt x="2366926" y="348325"/>
                  </a:lnTo>
                  <a:lnTo>
                    <a:pt x="2376670" y="351890"/>
                  </a:lnTo>
                  <a:lnTo>
                    <a:pt x="2386413" y="355195"/>
                  </a:lnTo>
                  <a:lnTo>
                    <a:pt x="2396157" y="358239"/>
                  </a:lnTo>
                  <a:lnTo>
                    <a:pt x="2405886" y="361022"/>
                  </a:lnTo>
                  <a:lnTo>
                    <a:pt x="2415630" y="363544"/>
                  </a:lnTo>
                  <a:lnTo>
                    <a:pt x="2425374" y="365807"/>
                  </a:lnTo>
                  <a:lnTo>
                    <a:pt x="2435118" y="367810"/>
                  </a:lnTo>
                  <a:lnTo>
                    <a:pt x="2444862" y="369557"/>
                  </a:lnTo>
                  <a:lnTo>
                    <a:pt x="2454591" y="371052"/>
                  </a:lnTo>
                  <a:lnTo>
                    <a:pt x="2464335" y="372296"/>
                  </a:lnTo>
                  <a:lnTo>
                    <a:pt x="2474079" y="373294"/>
                  </a:lnTo>
                  <a:lnTo>
                    <a:pt x="2483823" y="374049"/>
                  </a:lnTo>
                  <a:lnTo>
                    <a:pt x="2493552" y="374568"/>
                  </a:lnTo>
                  <a:lnTo>
                    <a:pt x="2503296" y="374854"/>
                  </a:lnTo>
                  <a:lnTo>
                    <a:pt x="2513040" y="374913"/>
                  </a:lnTo>
                  <a:lnTo>
                    <a:pt x="2522784" y="374753"/>
                  </a:lnTo>
                  <a:lnTo>
                    <a:pt x="2532513" y="374377"/>
                  </a:lnTo>
                  <a:lnTo>
                    <a:pt x="2542257" y="373795"/>
                  </a:lnTo>
                  <a:lnTo>
                    <a:pt x="2552001" y="373012"/>
                  </a:lnTo>
                  <a:lnTo>
                    <a:pt x="2561745" y="372037"/>
                  </a:lnTo>
                  <a:lnTo>
                    <a:pt x="2571474" y="370874"/>
                  </a:lnTo>
                  <a:lnTo>
                    <a:pt x="2581218" y="369535"/>
                  </a:lnTo>
                  <a:lnTo>
                    <a:pt x="2590962" y="368024"/>
                  </a:lnTo>
                  <a:lnTo>
                    <a:pt x="2600705" y="366350"/>
                  </a:lnTo>
                  <a:lnTo>
                    <a:pt x="2610449" y="364521"/>
                  </a:lnTo>
                  <a:lnTo>
                    <a:pt x="2620178" y="362547"/>
                  </a:lnTo>
                  <a:lnTo>
                    <a:pt x="2629922" y="360433"/>
                  </a:lnTo>
                  <a:lnTo>
                    <a:pt x="2639666" y="358188"/>
                  </a:lnTo>
                  <a:lnTo>
                    <a:pt x="2649410" y="355820"/>
                  </a:lnTo>
                  <a:lnTo>
                    <a:pt x="2659139" y="353338"/>
                  </a:lnTo>
                  <a:lnTo>
                    <a:pt x="2668883" y="350749"/>
                  </a:lnTo>
                  <a:lnTo>
                    <a:pt x="2678627" y="348060"/>
                  </a:lnTo>
                  <a:lnTo>
                    <a:pt x="2688371" y="345279"/>
                  </a:lnTo>
                  <a:lnTo>
                    <a:pt x="2698100" y="342414"/>
                  </a:lnTo>
                  <a:lnTo>
                    <a:pt x="2707844" y="339472"/>
                  </a:lnTo>
                  <a:lnTo>
                    <a:pt x="2717588" y="336459"/>
                  </a:lnTo>
                  <a:lnTo>
                    <a:pt x="2727332" y="333384"/>
                  </a:lnTo>
                  <a:lnTo>
                    <a:pt x="2737076" y="330251"/>
                  </a:lnTo>
                  <a:lnTo>
                    <a:pt x="2746805" y="327068"/>
                  </a:lnTo>
                  <a:lnTo>
                    <a:pt x="2756549" y="323843"/>
                  </a:lnTo>
                  <a:lnTo>
                    <a:pt x="2766293" y="320577"/>
                  </a:lnTo>
                  <a:lnTo>
                    <a:pt x="2776037" y="317278"/>
                  </a:lnTo>
                  <a:lnTo>
                    <a:pt x="2785766" y="313953"/>
                  </a:lnTo>
                  <a:lnTo>
                    <a:pt x="2795510" y="310606"/>
                  </a:lnTo>
                  <a:lnTo>
                    <a:pt x="2805254" y="307241"/>
                  </a:lnTo>
                  <a:lnTo>
                    <a:pt x="2814998" y="303862"/>
                  </a:lnTo>
                  <a:lnTo>
                    <a:pt x="2824727" y="300475"/>
                  </a:lnTo>
                  <a:lnTo>
                    <a:pt x="2834471" y="297083"/>
                  </a:lnTo>
                  <a:lnTo>
                    <a:pt x="2844215" y="293690"/>
                  </a:lnTo>
                  <a:lnTo>
                    <a:pt x="2853958" y="290299"/>
                  </a:lnTo>
                  <a:lnTo>
                    <a:pt x="2863687" y="286914"/>
                  </a:lnTo>
                  <a:lnTo>
                    <a:pt x="2873431" y="283538"/>
                  </a:lnTo>
                  <a:lnTo>
                    <a:pt x="2883175" y="280171"/>
                  </a:lnTo>
                  <a:lnTo>
                    <a:pt x="2892919" y="276819"/>
                  </a:lnTo>
                  <a:lnTo>
                    <a:pt x="2902663" y="273483"/>
                  </a:lnTo>
                  <a:lnTo>
                    <a:pt x="2912392" y="27016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1" name="Freeform 670">
              <a:extLst>
                <a:ext uri="{FF2B5EF4-FFF2-40B4-BE49-F238E27FC236}">
                  <a16:creationId xmlns:a16="http://schemas.microsoft.com/office/drawing/2014/main" id="{F793A255-3BE4-B272-31E0-0565F18B7C13}"/>
                </a:ext>
              </a:extLst>
            </p:cNvPr>
            <p:cNvSpPr/>
            <p:nvPr/>
          </p:nvSpPr>
          <p:spPr>
            <a:xfrm>
              <a:off x="576446" y="3308027"/>
              <a:ext cx="2912392" cy="326740"/>
            </a:xfrm>
            <a:custGeom>
              <a:avLst/>
              <a:gdLst>
                <a:gd name="connsiteX0" fmla="*/ 0 w 2912392"/>
                <a:gd name="connsiteY0" fmla="*/ 10364 h 326740"/>
                <a:gd name="connsiteX1" fmla="*/ 9739 w 2912392"/>
                <a:gd name="connsiteY1" fmla="*/ 18750 h 326740"/>
                <a:gd name="connsiteX2" fmla="*/ 19480 w 2912392"/>
                <a:gd name="connsiteY2" fmla="*/ 27143 h 326740"/>
                <a:gd name="connsiteX3" fmla="*/ 29221 w 2912392"/>
                <a:gd name="connsiteY3" fmla="*/ 35533 h 326740"/>
                <a:gd name="connsiteX4" fmla="*/ 38961 w 2912392"/>
                <a:gd name="connsiteY4" fmla="*/ 43913 h 326740"/>
                <a:gd name="connsiteX5" fmla="*/ 48702 w 2912392"/>
                <a:gd name="connsiteY5" fmla="*/ 52273 h 326740"/>
                <a:gd name="connsiteX6" fmla="*/ 58443 w 2912392"/>
                <a:gd name="connsiteY6" fmla="*/ 60605 h 326740"/>
                <a:gd name="connsiteX7" fmla="*/ 68182 w 2912392"/>
                <a:gd name="connsiteY7" fmla="*/ 68899 h 326740"/>
                <a:gd name="connsiteX8" fmla="*/ 77923 w 2912392"/>
                <a:gd name="connsiteY8" fmla="*/ 77147 h 326740"/>
                <a:gd name="connsiteX9" fmla="*/ 87664 w 2912392"/>
                <a:gd name="connsiteY9" fmla="*/ 85341 h 326740"/>
                <a:gd name="connsiteX10" fmla="*/ 97404 w 2912392"/>
                <a:gd name="connsiteY10" fmla="*/ 93473 h 326740"/>
                <a:gd name="connsiteX11" fmla="*/ 107145 w 2912392"/>
                <a:gd name="connsiteY11" fmla="*/ 101534 h 326740"/>
                <a:gd name="connsiteX12" fmla="*/ 116886 w 2912392"/>
                <a:gd name="connsiteY12" fmla="*/ 109514 h 326740"/>
                <a:gd name="connsiteX13" fmla="*/ 126625 w 2912392"/>
                <a:gd name="connsiteY13" fmla="*/ 117409 h 326740"/>
                <a:gd name="connsiteX14" fmla="*/ 136366 w 2912392"/>
                <a:gd name="connsiteY14" fmla="*/ 125208 h 326740"/>
                <a:gd name="connsiteX15" fmla="*/ 146107 w 2912392"/>
                <a:gd name="connsiteY15" fmla="*/ 132905 h 326740"/>
                <a:gd name="connsiteX16" fmla="*/ 155846 w 2912392"/>
                <a:gd name="connsiteY16" fmla="*/ 140493 h 326740"/>
                <a:gd name="connsiteX17" fmla="*/ 165587 w 2912392"/>
                <a:gd name="connsiteY17" fmla="*/ 147965 h 326740"/>
                <a:gd name="connsiteX18" fmla="*/ 175328 w 2912392"/>
                <a:gd name="connsiteY18" fmla="*/ 155314 h 326740"/>
                <a:gd name="connsiteX19" fmla="*/ 185068 w 2912392"/>
                <a:gd name="connsiteY19" fmla="*/ 162533 h 326740"/>
                <a:gd name="connsiteX20" fmla="*/ 194809 w 2912392"/>
                <a:gd name="connsiteY20" fmla="*/ 169618 h 326740"/>
                <a:gd name="connsiteX21" fmla="*/ 204550 w 2912392"/>
                <a:gd name="connsiteY21" fmla="*/ 176560 h 326740"/>
                <a:gd name="connsiteX22" fmla="*/ 214289 w 2912392"/>
                <a:gd name="connsiteY22" fmla="*/ 183356 h 326740"/>
                <a:gd name="connsiteX23" fmla="*/ 224030 w 2912392"/>
                <a:gd name="connsiteY23" fmla="*/ 189999 h 326740"/>
                <a:gd name="connsiteX24" fmla="*/ 233771 w 2912392"/>
                <a:gd name="connsiteY24" fmla="*/ 196485 h 326740"/>
                <a:gd name="connsiteX25" fmla="*/ 243510 w 2912392"/>
                <a:gd name="connsiteY25" fmla="*/ 202809 h 326740"/>
                <a:gd name="connsiteX26" fmla="*/ 253251 w 2912392"/>
                <a:gd name="connsiteY26" fmla="*/ 208967 h 326740"/>
                <a:gd name="connsiteX27" fmla="*/ 262992 w 2912392"/>
                <a:gd name="connsiteY27" fmla="*/ 214955 h 326740"/>
                <a:gd name="connsiteX28" fmla="*/ 272732 w 2912392"/>
                <a:gd name="connsiteY28" fmla="*/ 220770 h 326740"/>
                <a:gd name="connsiteX29" fmla="*/ 282473 w 2912392"/>
                <a:gd name="connsiteY29" fmla="*/ 226408 h 326740"/>
                <a:gd name="connsiteX30" fmla="*/ 292214 w 2912392"/>
                <a:gd name="connsiteY30" fmla="*/ 231867 h 326740"/>
                <a:gd name="connsiteX31" fmla="*/ 301953 w 2912392"/>
                <a:gd name="connsiteY31" fmla="*/ 237143 h 326740"/>
                <a:gd name="connsiteX32" fmla="*/ 311694 w 2912392"/>
                <a:gd name="connsiteY32" fmla="*/ 242235 h 326740"/>
                <a:gd name="connsiteX33" fmla="*/ 321435 w 2912392"/>
                <a:gd name="connsiteY33" fmla="*/ 247141 h 326740"/>
                <a:gd name="connsiteX34" fmla="*/ 331175 w 2912392"/>
                <a:gd name="connsiteY34" fmla="*/ 251860 h 326740"/>
                <a:gd name="connsiteX35" fmla="*/ 340916 w 2912392"/>
                <a:gd name="connsiteY35" fmla="*/ 256391 h 326740"/>
                <a:gd name="connsiteX36" fmla="*/ 350656 w 2912392"/>
                <a:gd name="connsiteY36" fmla="*/ 260731 h 326740"/>
                <a:gd name="connsiteX37" fmla="*/ 360396 w 2912392"/>
                <a:gd name="connsiteY37" fmla="*/ 264883 h 326740"/>
                <a:gd name="connsiteX38" fmla="*/ 370137 w 2912392"/>
                <a:gd name="connsiteY38" fmla="*/ 268845 h 326740"/>
                <a:gd name="connsiteX39" fmla="*/ 379878 w 2912392"/>
                <a:gd name="connsiteY39" fmla="*/ 272617 h 326740"/>
                <a:gd name="connsiteX40" fmla="*/ 389617 w 2912392"/>
                <a:gd name="connsiteY40" fmla="*/ 276202 h 326740"/>
                <a:gd name="connsiteX41" fmla="*/ 399358 w 2912392"/>
                <a:gd name="connsiteY41" fmla="*/ 279600 h 326740"/>
                <a:gd name="connsiteX42" fmla="*/ 409099 w 2912392"/>
                <a:gd name="connsiteY42" fmla="*/ 282811 h 326740"/>
                <a:gd name="connsiteX43" fmla="*/ 418839 w 2912392"/>
                <a:gd name="connsiteY43" fmla="*/ 285837 h 326740"/>
                <a:gd name="connsiteX44" fmla="*/ 428580 w 2912392"/>
                <a:gd name="connsiteY44" fmla="*/ 288683 h 326740"/>
                <a:gd name="connsiteX45" fmla="*/ 438321 w 2912392"/>
                <a:gd name="connsiteY45" fmla="*/ 291347 h 326740"/>
                <a:gd name="connsiteX46" fmla="*/ 448060 w 2912392"/>
                <a:gd name="connsiteY46" fmla="*/ 293835 h 326740"/>
                <a:gd name="connsiteX47" fmla="*/ 457801 w 2912392"/>
                <a:gd name="connsiteY47" fmla="*/ 296147 h 326740"/>
                <a:gd name="connsiteX48" fmla="*/ 467542 w 2912392"/>
                <a:gd name="connsiteY48" fmla="*/ 298290 h 326740"/>
                <a:gd name="connsiteX49" fmla="*/ 477281 w 2912392"/>
                <a:gd name="connsiteY49" fmla="*/ 300264 h 326740"/>
                <a:gd name="connsiteX50" fmla="*/ 487022 w 2912392"/>
                <a:gd name="connsiteY50" fmla="*/ 302074 h 326740"/>
                <a:gd name="connsiteX51" fmla="*/ 496763 w 2912392"/>
                <a:gd name="connsiteY51" fmla="*/ 303725 h 326740"/>
                <a:gd name="connsiteX52" fmla="*/ 506503 w 2912392"/>
                <a:gd name="connsiteY52" fmla="*/ 305219 h 326740"/>
                <a:gd name="connsiteX53" fmla="*/ 516244 w 2912392"/>
                <a:gd name="connsiteY53" fmla="*/ 306561 h 326740"/>
                <a:gd name="connsiteX54" fmla="*/ 525985 w 2912392"/>
                <a:gd name="connsiteY54" fmla="*/ 307759 h 326740"/>
                <a:gd name="connsiteX55" fmla="*/ 535724 w 2912392"/>
                <a:gd name="connsiteY55" fmla="*/ 308814 h 326740"/>
                <a:gd name="connsiteX56" fmla="*/ 545465 w 2912392"/>
                <a:gd name="connsiteY56" fmla="*/ 309732 h 326740"/>
                <a:gd name="connsiteX57" fmla="*/ 555206 w 2912392"/>
                <a:gd name="connsiteY57" fmla="*/ 310520 h 326740"/>
                <a:gd name="connsiteX58" fmla="*/ 564946 w 2912392"/>
                <a:gd name="connsiteY58" fmla="*/ 311182 h 326740"/>
                <a:gd name="connsiteX59" fmla="*/ 574687 w 2912392"/>
                <a:gd name="connsiteY59" fmla="*/ 311722 h 326740"/>
                <a:gd name="connsiteX60" fmla="*/ 584428 w 2912392"/>
                <a:gd name="connsiteY60" fmla="*/ 312149 h 326740"/>
                <a:gd name="connsiteX61" fmla="*/ 594167 w 2912392"/>
                <a:gd name="connsiteY61" fmla="*/ 312464 h 326740"/>
                <a:gd name="connsiteX62" fmla="*/ 603908 w 2912392"/>
                <a:gd name="connsiteY62" fmla="*/ 312679 h 326740"/>
                <a:gd name="connsiteX63" fmla="*/ 613649 w 2912392"/>
                <a:gd name="connsiteY63" fmla="*/ 312797 h 326740"/>
                <a:gd name="connsiteX64" fmla="*/ 623388 w 2912392"/>
                <a:gd name="connsiteY64" fmla="*/ 312822 h 326740"/>
                <a:gd name="connsiteX65" fmla="*/ 633129 w 2912392"/>
                <a:gd name="connsiteY65" fmla="*/ 312764 h 326740"/>
                <a:gd name="connsiteX66" fmla="*/ 642870 w 2912392"/>
                <a:gd name="connsiteY66" fmla="*/ 312625 h 326740"/>
                <a:gd name="connsiteX67" fmla="*/ 652610 w 2912392"/>
                <a:gd name="connsiteY67" fmla="*/ 312415 h 326740"/>
                <a:gd name="connsiteX68" fmla="*/ 662351 w 2912392"/>
                <a:gd name="connsiteY68" fmla="*/ 312138 h 326740"/>
                <a:gd name="connsiteX69" fmla="*/ 672092 w 2912392"/>
                <a:gd name="connsiteY69" fmla="*/ 311801 h 326740"/>
                <a:gd name="connsiteX70" fmla="*/ 681831 w 2912392"/>
                <a:gd name="connsiteY70" fmla="*/ 311410 h 326740"/>
                <a:gd name="connsiteX71" fmla="*/ 691572 w 2912392"/>
                <a:gd name="connsiteY71" fmla="*/ 310970 h 326740"/>
                <a:gd name="connsiteX72" fmla="*/ 701313 w 2912392"/>
                <a:gd name="connsiteY72" fmla="*/ 310489 h 326740"/>
                <a:gd name="connsiteX73" fmla="*/ 711052 w 2912392"/>
                <a:gd name="connsiteY73" fmla="*/ 309970 h 326740"/>
                <a:gd name="connsiteX74" fmla="*/ 720793 w 2912392"/>
                <a:gd name="connsiteY74" fmla="*/ 309422 h 326740"/>
                <a:gd name="connsiteX75" fmla="*/ 730534 w 2912392"/>
                <a:gd name="connsiteY75" fmla="*/ 308848 h 326740"/>
                <a:gd name="connsiteX76" fmla="*/ 740274 w 2912392"/>
                <a:gd name="connsiteY76" fmla="*/ 308257 h 326740"/>
                <a:gd name="connsiteX77" fmla="*/ 750015 w 2912392"/>
                <a:gd name="connsiteY77" fmla="*/ 307651 h 326740"/>
                <a:gd name="connsiteX78" fmla="*/ 759756 w 2912392"/>
                <a:gd name="connsiteY78" fmla="*/ 307035 h 326740"/>
                <a:gd name="connsiteX79" fmla="*/ 769495 w 2912392"/>
                <a:gd name="connsiteY79" fmla="*/ 306417 h 326740"/>
                <a:gd name="connsiteX80" fmla="*/ 779236 w 2912392"/>
                <a:gd name="connsiteY80" fmla="*/ 305799 h 326740"/>
                <a:gd name="connsiteX81" fmla="*/ 788977 w 2912392"/>
                <a:gd name="connsiteY81" fmla="*/ 305188 h 326740"/>
                <a:gd name="connsiteX82" fmla="*/ 798717 w 2912392"/>
                <a:gd name="connsiteY82" fmla="*/ 304586 h 326740"/>
                <a:gd name="connsiteX83" fmla="*/ 808458 w 2912392"/>
                <a:gd name="connsiteY83" fmla="*/ 303999 h 326740"/>
                <a:gd name="connsiteX84" fmla="*/ 818199 w 2912392"/>
                <a:gd name="connsiteY84" fmla="*/ 303428 h 326740"/>
                <a:gd name="connsiteX85" fmla="*/ 827938 w 2912392"/>
                <a:gd name="connsiteY85" fmla="*/ 302880 h 326740"/>
                <a:gd name="connsiteX86" fmla="*/ 837679 w 2912392"/>
                <a:gd name="connsiteY86" fmla="*/ 302355 h 326740"/>
                <a:gd name="connsiteX87" fmla="*/ 847420 w 2912392"/>
                <a:gd name="connsiteY87" fmla="*/ 301859 h 326740"/>
                <a:gd name="connsiteX88" fmla="*/ 857159 w 2912392"/>
                <a:gd name="connsiteY88" fmla="*/ 301393 h 326740"/>
                <a:gd name="connsiteX89" fmla="*/ 866900 w 2912392"/>
                <a:gd name="connsiteY89" fmla="*/ 300958 h 326740"/>
                <a:gd name="connsiteX90" fmla="*/ 876641 w 2912392"/>
                <a:gd name="connsiteY90" fmla="*/ 300557 h 326740"/>
                <a:gd name="connsiteX91" fmla="*/ 886381 w 2912392"/>
                <a:gd name="connsiteY91" fmla="*/ 300191 h 326740"/>
                <a:gd name="connsiteX92" fmla="*/ 896122 w 2912392"/>
                <a:gd name="connsiteY92" fmla="*/ 299861 h 326740"/>
                <a:gd name="connsiteX93" fmla="*/ 905863 w 2912392"/>
                <a:gd name="connsiteY93" fmla="*/ 299569 h 326740"/>
                <a:gd name="connsiteX94" fmla="*/ 915602 w 2912392"/>
                <a:gd name="connsiteY94" fmla="*/ 299315 h 326740"/>
                <a:gd name="connsiteX95" fmla="*/ 925343 w 2912392"/>
                <a:gd name="connsiteY95" fmla="*/ 299096 h 326740"/>
                <a:gd name="connsiteX96" fmla="*/ 935084 w 2912392"/>
                <a:gd name="connsiteY96" fmla="*/ 298914 h 326740"/>
                <a:gd name="connsiteX97" fmla="*/ 944824 w 2912392"/>
                <a:gd name="connsiteY97" fmla="*/ 298768 h 326740"/>
                <a:gd name="connsiteX98" fmla="*/ 954564 w 2912392"/>
                <a:gd name="connsiteY98" fmla="*/ 298655 h 326740"/>
                <a:gd name="connsiteX99" fmla="*/ 964305 w 2912392"/>
                <a:gd name="connsiteY99" fmla="*/ 298574 h 326740"/>
                <a:gd name="connsiteX100" fmla="*/ 974045 w 2912392"/>
                <a:gd name="connsiteY100" fmla="*/ 298525 h 326740"/>
                <a:gd name="connsiteX101" fmla="*/ 983786 w 2912392"/>
                <a:gd name="connsiteY101" fmla="*/ 298501 h 326740"/>
                <a:gd name="connsiteX102" fmla="*/ 993522 w 2912392"/>
                <a:gd name="connsiteY102" fmla="*/ 298503 h 326740"/>
                <a:gd name="connsiteX103" fmla="*/ 1003266 w 2912392"/>
                <a:gd name="connsiteY103" fmla="*/ 298525 h 326740"/>
                <a:gd name="connsiteX104" fmla="*/ 1013010 w 2912392"/>
                <a:gd name="connsiteY104" fmla="*/ 298564 h 326740"/>
                <a:gd name="connsiteX105" fmla="*/ 1022754 w 2912392"/>
                <a:gd name="connsiteY105" fmla="*/ 298614 h 326740"/>
                <a:gd name="connsiteX106" fmla="*/ 1032483 w 2912392"/>
                <a:gd name="connsiteY106" fmla="*/ 298674 h 326740"/>
                <a:gd name="connsiteX107" fmla="*/ 1042227 w 2912392"/>
                <a:gd name="connsiteY107" fmla="*/ 298737 h 326740"/>
                <a:gd name="connsiteX108" fmla="*/ 1051971 w 2912392"/>
                <a:gd name="connsiteY108" fmla="*/ 298798 h 326740"/>
                <a:gd name="connsiteX109" fmla="*/ 1061715 w 2912392"/>
                <a:gd name="connsiteY109" fmla="*/ 298850 h 326740"/>
                <a:gd name="connsiteX110" fmla="*/ 1071444 w 2912392"/>
                <a:gd name="connsiteY110" fmla="*/ 298888 h 326740"/>
                <a:gd name="connsiteX111" fmla="*/ 1081188 w 2912392"/>
                <a:gd name="connsiteY111" fmla="*/ 298908 h 326740"/>
                <a:gd name="connsiteX112" fmla="*/ 1090932 w 2912392"/>
                <a:gd name="connsiteY112" fmla="*/ 298900 h 326740"/>
                <a:gd name="connsiteX113" fmla="*/ 1100676 w 2912392"/>
                <a:gd name="connsiteY113" fmla="*/ 298860 h 326740"/>
                <a:gd name="connsiteX114" fmla="*/ 1110405 w 2912392"/>
                <a:gd name="connsiteY114" fmla="*/ 298780 h 326740"/>
                <a:gd name="connsiteX115" fmla="*/ 1120149 w 2912392"/>
                <a:gd name="connsiteY115" fmla="*/ 298653 h 326740"/>
                <a:gd name="connsiteX116" fmla="*/ 1129893 w 2912392"/>
                <a:gd name="connsiteY116" fmla="*/ 298471 h 326740"/>
                <a:gd name="connsiteX117" fmla="*/ 1139637 w 2912392"/>
                <a:gd name="connsiteY117" fmla="*/ 298228 h 326740"/>
                <a:gd name="connsiteX118" fmla="*/ 1149381 w 2912392"/>
                <a:gd name="connsiteY118" fmla="*/ 297916 h 326740"/>
                <a:gd name="connsiteX119" fmla="*/ 1159110 w 2912392"/>
                <a:gd name="connsiteY119" fmla="*/ 297528 h 326740"/>
                <a:gd name="connsiteX120" fmla="*/ 1168854 w 2912392"/>
                <a:gd name="connsiteY120" fmla="*/ 297056 h 326740"/>
                <a:gd name="connsiteX121" fmla="*/ 1178598 w 2912392"/>
                <a:gd name="connsiteY121" fmla="*/ 296491 h 326740"/>
                <a:gd name="connsiteX122" fmla="*/ 1188341 w 2912392"/>
                <a:gd name="connsiteY122" fmla="*/ 295830 h 326740"/>
                <a:gd name="connsiteX123" fmla="*/ 1198070 w 2912392"/>
                <a:gd name="connsiteY123" fmla="*/ 295062 h 326740"/>
                <a:gd name="connsiteX124" fmla="*/ 1207814 w 2912392"/>
                <a:gd name="connsiteY124" fmla="*/ 294180 h 326740"/>
                <a:gd name="connsiteX125" fmla="*/ 1217558 w 2912392"/>
                <a:gd name="connsiteY125" fmla="*/ 293179 h 326740"/>
                <a:gd name="connsiteX126" fmla="*/ 1227302 w 2912392"/>
                <a:gd name="connsiteY126" fmla="*/ 292051 h 326740"/>
                <a:gd name="connsiteX127" fmla="*/ 1237031 w 2912392"/>
                <a:gd name="connsiteY127" fmla="*/ 290789 h 326740"/>
                <a:gd name="connsiteX128" fmla="*/ 1246775 w 2912392"/>
                <a:gd name="connsiteY128" fmla="*/ 289387 h 326740"/>
                <a:gd name="connsiteX129" fmla="*/ 1256519 w 2912392"/>
                <a:gd name="connsiteY129" fmla="*/ 287841 h 326740"/>
                <a:gd name="connsiteX130" fmla="*/ 1266263 w 2912392"/>
                <a:gd name="connsiteY130" fmla="*/ 286142 h 326740"/>
                <a:gd name="connsiteX131" fmla="*/ 1276007 w 2912392"/>
                <a:gd name="connsiteY131" fmla="*/ 284287 h 326740"/>
                <a:gd name="connsiteX132" fmla="*/ 1285736 w 2912392"/>
                <a:gd name="connsiteY132" fmla="*/ 282272 h 326740"/>
                <a:gd name="connsiteX133" fmla="*/ 1295480 w 2912392"/>
                <a:gd name="connsiteY133" fmla="*/ 280089 h 326740"/>
                <a:gd name="connsiteX134" fmla="*/ 1305224 w 2912392"/>
                <a:gd name="connsiteY134" fmla="*/ 277738 h 326740"/>
                <a:gd name="connsiteX135" fmla="*/ 1314968 w 2912392"/>
                <a:gd name="connsiteY135" fmla="*/ 275212 h 326740"/>
                <a:gd name="connsiteX136" fmla="*/ 1324697 w 2912392"/>
                <a:gd name="connsiteY136" fmla="*/ 272511 h 326740"/>
                <a:gd name="connsiteX137" fmla="*/ 1334441 w 2912392"/>
                <a:gd name="connsiteY137" fmla="*/ 269633 h 326740"/>
                <a:gd name="connsiteX138" fmla="*/ 1344185 w 2912392"/>
                <a:gd name="connsiteY138" fmla="*/ 266574 h 326740"/>
                <a:gd name="connsiteX139" fmla="*/ 1353929 w 2912392"/>
                <a:gd name="connsiteY139" fmla="*/ 263334 h 326740"/>
                <a:gd name="connsiteX140" fmla="*/ 1363658 w 2912392"/>
                <a:gd name="connsiteY140" fmla="*/ 259913 h 326740"/>
                <a:gd name="connsiteX141" fmla="*/ 1373402 w 2912392"/>
                <a:gd name="connsiteY141" fmla="*/ 256310 h 326740"/>
                <a:gd name="connsiteX142" fmla="*/ 1383146 w 2912392"/>
                <a:gd name="connsiteY142" fmla="*/ 252526 h 326740"/>
                <a:gd name="connsiteX143" fmla="*/ 1392890 w 2912392"/>
                <a:gd name="connsiteY143" fmla="*/ 248563 h 326740"/>
                <a:gd name="connsiteX144" fmla="*/ 1402619 w 2912392"/>
                <a:gd name="connsiteY144" fmla="*/ 244422 h 326740"/>
                <a:gd name="connsiteX145" fmla="*/ 1412363 w 2912392"/>
                <a:gd name="connsiteY145" fmla="*/ 240108 h 326740"/>
                <a:gd name="connsiteX146" fmla="*/ 1422106 w 2912392"/>
                <a:gd name="connsiteY146" fmla="*/ 235621 h 326740"/>
                <a:gd name="connsiteX147" fmla="*/ 1431850 w 2912392"/>
                <a:gd name="connsiteY147" fmla="*/ 230970 h 326740"/>
                <a:gd name="connsiteX148" fmla="*/ 1441594 w 2912392"/>
                <a:gd name="connsiteY148" fmla="*/ 226155 h 326740"/>
                <a:gd name="connsiteX149" fmla="*/ 1451323 w 2912392"/>
                <a:gd name="connsiteY149" fmla="*/ 221183 h 326740"/>
                <a:gd name="connsiteX150" fmla="*/ 1461067 w 2912392"/>
                <a:gd name="connsiteY150" fmla="*/ 216061 h 326740"/>
                <a:gd name="connsiteX151" fmla="*/ 1470811 w 2912392"/>
                <a:gd name="connsiteY151" fmla="*/ 210794 h 326740"/>
                <a:gd name="connsiteX152" fmla="*/ 1480555 w 2912392"/>
                <a:gd name="connsiteY152" fmla="*/ 205391 h 326740"/>
                <a:gd name="connsiteX153" fmla="*/ 1490284 w 2912392"/>
                <a:gd name="connsiteY153" fmla="*/ 199859 h 326740"/>
                <a:gd name="connsiteX154" fmla="*/ 1500028 w 2912392"/>
                <a:gd name="connsiteY154" fmla="*/ 194207 h 326740"/>
                <a:gd name="connsiteX155" fmla="*/ 1509772 w 2912392"/>
                <a:gd name="connsiteY155" fmla="*/ 188444 h 326740"/>
                <a:gd name="connsiteX156" fmla="*/ 1519516 w 2912392"/>
                <a:gd name="connsiteY156" fmla="*/ 182580 h 326740"/>
                <a:gd name="connsiteX157" fmla="*/ 1529245 w 2912392"/>
                <a:gd name="connsiteY157" fmla="*/ 176623 h 326740"/>
                <a:gd name="connsiteX158" fmla="*/ 1538989 w 2912392"/>
                <a:gd name="connsiteY158" fmla="*/ 170586 h 326740"/>
                <a:gd name="connsiteX159" fmla="*/ 1548733 w 2912392"/>
                <a:gd name="connsiteY159" fmla="*/ 164479 h 326740"/>
                <a:gd name="connsiteX160" fmla="*/ 1558477 w 2912392"/>
                <a:gd name="connsiteY160" fmla="*/ 158312 h 326740"/>
                <a:gd name="connsiteX161" fmla="*/ 1568221 w 2912392"/>
                <a:gd name="connsiteY161" fmla="*/ 152101 h 326740"/>
                <a:gd name="connsiteX162" fmla="*/ 1577950 w 2912392"/>
                <a:gd name="connsiteY162" fmla="*/ 145854 h 326740"/>
                <a:gd name="connsiteX163" fmla="*/ 1587694 w 2912392"/>
                <a:gd name="connsiteY163" fmla="*/ 139584 h 326740"/>
                <a:gd name="connsiteX164" fmla="*/ 1597438 w 2912392"/>
                <a:gd name="connsiteY164" fmla="*/ 133304 h 326740"/>
                <a:gd name="connsiteX165" fmla="*/ 1607182 w 2912392"/>
                <a:gd name="connsiteY165" fmla="*/ 127029 h 326740"/>
                <a:gd name="connsiteX166" fmla="*/ 1616911 w 2912392"/>
                <a:gd name="connsiteY166" fmla="*/ 120770 h 326740"/>
                <a:gd name="connsiteX167" fmla="*/ 1626655 w 2912392"/>
                <a:gd name="connsiteY167" fmla="*/ 114540 h 326740"/>
                <a:gd name="connsiteX168" fmla="*/ 1636399 w 2912392"/>
                <a:gd name="connsiteY168" fmla="*/ 108353 h 326740"/>
                <a:gd name="connsiteX169" fmla="*/ 1646142 w 2912392"/>
                <a:gd name="connsiteY169" fmla="*/ 102222 h 326740"/>
                <a:gd name="connsiteX170" fmla="*/ 1655872 w 2912392"/>
                <a:gd name="connsiteY170" fmla="*/ 96160 h 326740"/>
                <a:gd name="connsiteX171" fmla="*/ 1665616 w 2912392"/>
                <a:gd name="connsiteY171" fmla="*/ 90179 h 326740"/>
                <a:gd name="connsiteX172" fmla="*/ 1675359 w 2912392"/>
                <a:gd name="connsiteY172" fmla="*/ 84295 h 326740"/>
                <a:gd name="connsiteX173" fmla="*/ 1685103 w 2912392"/>
                <a:gd name="connsiteY173" fmla="*/ 78519 h 326740"/>
                <a:gd name="connsiteX174" fmla="*/ 1694832 w 2912392"/>
                <a:gd name="connsiteY174" fmla="*/ 72864 h 326740"/>
                <a:gd name="connsiteX175" fmla="*/ 1704576 w 2912392"/>
                <a:gd name="connsiteY175" fmla="*/ 67343 h 326740"/>
                <a:gd name="connsiteX176" fmla="*/ 1714320 w 2912392"/>
                <a:gd name="connsiteY176" fmla="*/ 61968 h 326740"/>
                <a:gd name="connsiteX177" fmla="*/ 1724064 w 2912392"/>
                <a:gd name="connsiteY177" fmla="*/ 56750 h 326740"/>
                <a:gd name="connsiteX178" fmla="*/ 1733808 w 2912392"/>
                <a:gd name="connsiteY178" fmla="*/ 51702 h 326740"/>
                <a:gd name="connsiteX179" fmla="*/ 1743537 w 2912392"/>
                <a:gd name="connsiteY179" fmla="*/ 46835 h 326740"/>
                <a:gd name="connsiteX180" fmla="*/ 1753281 w 2912392"/>
                <a:gd name="connsiteY180" fmla="*/ 42160 h 326740"/>
                <a:gd name="connsiteX181" fmla="*/ 1763025 w 2912392"/>
                <a:gd name="connsiteY181" fmla="*/ 37687 h 326740"/>
                <a:gd name="connsiteX182" fmla="*/ 1772769 w 2912392"/>
                <a:gd name="connsiteY182" fmla="*/ 33426 h 326740"/>
                <a:gd name="connsiteX183" fmla="*/ 1782498 w 2912392"/>
                <a:gd name="connsiteY183" fmla="*/ 29385 h 326740"/>
                <a:gd name="connsiteX184" fmla="*/ 1792242 w 2912392"/>
                <a:gd name="connsiteY184" fmla="*/ 25576 h 326740"/>
                <a:gd name="connsiteX185" fmla="*/ 1801986 w 2912392"/>
                <a:gd name="connsiteY185" fmla="*/ 22004 h 326740"/>
                <a:gd name="connsiteX186" fmla="*/ 1811730 w 2912392"/>
                <a:gd name="connsiteY186" fmla="*/ 18680 h 326740"/>
                <a:gd name="connsiteX187" fmla="*/ 1821459 w 2912392"/>
                <a:gd name="connsiteY187" fmla="*/ 15610 h 326740"/>
                <a:gd name="connsiteX188" fmla="*/ 1831203 w 2912392"/>
                <a:gd name="connsiteY188" fmla="*/ 12798 h 326740"/>
                <a:gd name="connsiteX189" fmla="*/ 1840947 w 2912392"/>
                <a:gd name="connsiteY189" fmla="*/ 10255 h 326740"/>
                <a:gd name="connsiteX190" fmla="*/ 1850691 w 2912392"/>
                <a:gd name="connsiteY190" fmla="*/ 7981 h 326740"/>
                <a:gd name="connsiteX191" fmla="*/ 1860435 w 2912392"/>
                <a:gd name="connsiteY191" fmla="*/ 5986 h 326740"/>
                <a:gd name="connsiteX192" fmla="*/ 1870164 w 2912392"/>
                <a:gd name="connsiteY192" fmla="*/ 4270 h 326740"/>
                <a:gd name="connsiteX193" fmla="*/ 1879908 w 2912392"/>
                <a:gd name="connsiteY193" fmla="*/ 2840 h 326740"/>
                <a:gd name="connsiteX194" fmla="*/ 1889652 w 2912392"/>
                <a:gd name="connsiteY194" fmla="*/ 1694 h 326740"/>
                <a:gd name="connsiteX195" fmla="*/ 1899395 w 2912392"/>
                <a:gd name="connsiteY195" fmla="*/ 839 h 326740"/>
                <a:gd name="connsiteX196" fmla="*/ 1909124 w 2912392"/>
                <a:gd name="connsiteY196" fmla="*/ 274 h 326740"/>
                <a:gd name="connsiteX197" fmla="*/ 1918868 w 2912392"/>
                <a:gd name="connsiteY197" fmla="*/ 0 h 326740"/>
                <a:gd name="connsiteX198" fmla="*/ 1928612 w 2912392"/>
                <a:gd name="connsiteY198" fmla="*/ 18 h 326740"/>
                <a:gd name="connsiteX199" fmla="*/ 1938356 w 2912392"/>
                <a:gd name="connsiteY199" fmla="*/ 328 h 326740"/>
                <a:gd name="connsiteX200" fmla="*/ 1948085 w 2912392"/>
                <a:gd name="connsiteY200" fmla="*/ 928 h 326740"/>
                <a:gd name="connsiteX201" fmla="*/ 1957829 w 2912392"/>
                <a:gd name="connsiteY201" fmla="*/ 1818 h 326740"/>
                <a:gd name="connsiteX202" fmla="*/ 1967573 w 2912392"/>
                <a:gd name="connsiteY202" fmla="*/ 2993 h 326740"/>
                <a:gd name="connsiteX203" fmla="*/ 1977317 w 2912392"/>
                <a:gd name="connsiteY203" fmla="*/ 4455 h 326740"/>
                <a:gd name="connsiteX204" fmla="*/ 1987046 w 2912392"/>
                <a:gd name="connsiteY204" fmla="*/ 6195 h 326740"/>
                <a:gd name="connsiteX205" fmla="*/ 1996790 w 2912392"/>
                <a:gd name="connsiteY205" fmla="*/ 8214 h 326740"/>
                <a:gd name="connsiteX206" fmla="*/ 2006534 w 2912392"/>
                <a:gd name="connsiteY206" fmla="*/ 10507 h 326740"/>
                <a:gd name="connsiteX207" fmla="*/ 2016278 w 2912392"/>
                <a:gd name="connsiteY207" fmla="*/ 13066 h 326740"/>
                <a:gd name="connsiteX208" fmla="*/ 2026022 w 2912392"/>
                <a:gd name="connsiteY208" fmla="*/ 15890 h 326740"/>
                <a:gd name="connsiteX209" fmla="*/ 2035751 w 2912392"/>
                <a:gd name="connsiteY209" fmla="*/ 18971 h 326740"/>
                <a:gd name="connsiteX210" fmla="*/ 2045495 w 2912392"/>
                <a:gd name="connsiteY210" fmla="*/ 22304 h 326740"/>
                <a:gd name="connsiteX211" fmla="*/ 2055239 w 2912392"/>
                <a:gd name="connsiteY211" fmla="*/ 25881 h 326740"/>
                <a:gd name="connsiteX212" fmla="*/ 2064983 w 2912392"/>
                <a:gd name="connsiteY212" fmla="*/ 29697 h 326740"/>
                <a:gd name="connsiteX213" fmla="*/ 2074712 w 2912392"/>
                <a:gd name="connsiteY213" fmla="*/ 33743 h 326740"/>
                <a:gd name="connsiteX214" fmla="*/ 2084456 w 2912392"/>
                <a:gd name="connsiteY214" fmla="*/ 38013 h 326740"/>
                <a:gd name="connsiteX215" fmla="*/ 2094200 w 2912392"/>
                <a:gd name="connsiteY215" fmla="*/ 42498 h 326740"/>
                <a:gd name="connsiteX216" fmla="*/ 2103944 w 2912392"/>
                <a:gd name="connsiteY216" fmla="*/ 47190 h 326740"/>
                <a:gd name="connsiteX217" fmla="*/ 2113673 w 2912392"/>
                <a:gd name="connsiteY217" fmla="*/ 52081 h 326740"/>
                <a:gd name="connsiteX218" fmla="*/ 2123417 w 2912392"/>
                <a:gd name="connsiteY218" fmla="*/ 57163 h 326740"/>
                <a:gd name="connsiteX219" fmla="*/ 2133161 w 2912392"/>
                <a:gd name="connsiteY219" fmla="*/ 62424 h 326740"/>
                <a:gd name="connsiteX220" fmla="*/ 2142905 w 2912392"/>
                <a:gd name="connsiteY220" fmla="*/ 67857 h 326740"/>
                <a:gd name="connsiteX221" fmla="*/ 2152649 w 2912392"/>
                <a:gd name="connsiteY221" fmla="*/ 73455 h 326740"/>
                <a:gd name="connsiteX222" fmla="*/ 2162377 w 2912392"/>
                <a:gd name="connsiteY222" fmla="*/ 79203 h 326740"/>
                <a:gd name="connsiteX223" fmla="*/ 2172121 w 2912392"/>
                <a:gd name="connsiteY223" fmla="*/ 85096 h 326740"/>
                <a:gd name="connsiteX224" fmla="*/ 2181865 w 2912392"/>
                <a:gd name="connsiteY224" fmla="*/ 91119 h 326740"/>
                <a:gd name="connsiteX225" fmla="*/ 2191609 w 2912392"/>
                <a:gd name="connsiteY225" fmla="*/ 97267 h 326740"/>
                <a:gd name="connsiteX226" fmla="*/ 2201338 w 2912392"/>
                <a:gd name="connsiteY226" fmla="*/ 103527 h 326740"/>
                <a:gd name="connsiteX227" fmla="*/ 2211082 w 2912392"/>
                <a:gd name="connsiteY227" fmla="*/ 109889 h 326740"/>
                <a:gd name="connsiteX228" fmla="*/ 2220826 w 2912392"/>
                <a:gd name="connsiteY228" fmla="*/ 116343 h 326740"/>
                <a:gd name="connsiteX229" fmla="*/ 2230570 w 2912392"/>
                <a:gd name="connsiteY229" fmla="*/ 122878 h 326740"/>
                <a:gd name="connsiteX230" fmla="*/ 2240299 w 2912392"/>
                <a:gd name="connsiteY230" fmla="*/ 129483 h 326740"/>
                <a:gd name="connsiteX231" fmla="*/ 2250043 w 2912392"/>
                <a:gd name="connsiteY231" fmla="*/ 136147 h 326740"/>
                <a:gd name="connsiteX232" fmla="*/ 2259787 w 2912392"/>
                <a:gd name="connsiteY232" fmla="*/ 142860 h 326740"/>
                <a:gd name="connsiteX233" fmla="*/ 2269531 w 2912392"/>
                <a:gd name="connsiteY233" fmla="*/ 149613 h 326740"/>
                <a:gd name="connsiteX234" fmla="*/ 2279260 w 2912392"/>
                <a:gd name="connsiteY234" fmla="*/ 156390 h 326740"/>
                <a:gd name="connsiteX235" fmla="*/ 2289004 w 2912392"/>
                <a:gd name="connsiteY235" fmla="*/ 163183 h 326740"/>
                <a:gd name="connsiteX236" fmla="*/ 2298748 w 2912392"/>
                <a:gd name="connsiteY236" fmla="*/ 169981 h 326740"/>
                <a:gd name="connsiteX237" fmla="*/ 2308492 w 2912392"/>
                <a:gd name="connsiteY237" fmla="*/ 176773 h 326740"/>
                <a:gd name="connsiteX238" fmla="*/ 2318236 w 2912392"/>
                <a:gd name="connsiteY238" fmla="*/ 183547 h 326740"/>
                <a:gd name="connsiteX239" fmla="*/ 2327965 w 2912392"/>
                <a:gd name="connsiteY239" fmla="*/ 190291 h 326740"/>
                <a:gd name="connsiteX240" fmla="*/ 2337709 w 2912392"/>
                <a:gd name="connsiteY240" fmla="*/ 196997 h 326740"/>
                <a:gd name="connsiteX241" fmla="*/ 2347453 w 2912392"/>
                <a:gd name="connsiteY241" fmla="*/ 203651 h 326740"/>
                <a:gd name="connsiteX242" fmla="*/ 2357197 w 2912392"/>
                <a:gd name="connsiteY242" fmla="*/ 210243 h 326740"/>
                <a:gd name="connsiteX243" fmla="*/ 2366926 w 2912392"/>
                <a:gd name="connsiteY243" fmla="*/ 216759 h 326740"/>
                <a:gd name="connsiteX244" fmla="*/ 2376670 w 2912392"/>
                <a:gd name="connsiteY244" fmla="*/ 223193 h 326740"/>
                <a:gd name="connsiteX245" fmla="*/ 2386413 w 2912392"/>
                <a:gd name="connsiteY245" fmla="*/ 229529 h 326740"/>
                <a:gd name="connsiteX246" fmla="*/ 2396157 w 2912392"/>
                <a:gd name="connsiteY246" fmla="*/ 235759 h 326740"/>
                <a:gd name="connsiteX247" fmla="*/ 2405886 w 2912392"/>
                <a:gd name="connsiteY247" fmla="*/ 241870 h 326740"/>
                <a:gd name="connsiteX248" fmla="*/ 2415630 w 2912392"/>
                <a:gd name="connsiteY248" fmla="*/ 247854 h 326740"/>
                <a:gd name="connsiteX249" fmla="*/ 2425374 w 2912392"/>
                <a:gd name="connsiteY249" fmla="*/ 253695 h 326740"/>
                <a:gd name="connsiteX250" fmla="*/ 2435118 w 2912392"/>
                <a:gd name="connsiteY250" fmla="*/ 259387 h 326740"/>
                <a:gd name="connsiteX251" fmla="*/ 2444862 w 2912392"/>
                <a:gd name="connsiteY251" fmla="*/ 264917 h 326740"/>
                <a:gd name="connsiteX252" fmla="*/ 2454591 w 2912392"/>
                <a:gd name="connsiteY252" fmla="*/ 270275 h 326740"/>
                <a:gd name="connsiteX253" fmla="*/ 2464335 w 2912392"/>
                <a:gd name="connsiteY253" fmla="*/ 275449 h 326740"/>
                <a:gd name="connsiteX254" fmla="*/ 2474079 w 2912392"/>
                <a:gd name="connsiteY254" fmla="*/ 280430 h 326740"/>
                <a:gd name="connsiteX255" fmla="*/ 2483823 w 2912392"/>
                <a:gd name="connsiteY255" fmla="*/ 285210 h 326740"/>
                <a:gd name="connsiteX256" fmla="*/ 2493552 w 2912392"/>
                <a:gd name="connsiteY256" fmla="*/ 289775 h 326740"/>
                <a:gd name="connsiteX257" fmla="*/ 2503296 w 2912392"/>
                <a:gd name="connsiteY257" fmla="*/ 294116 h 326740"/>
                <a:gd name="connsiteX258" fmla="*/ 2513040 w 2912392"/>
                <a:gd name="connsiteY258" fmla="*/ 298226 h 326740"/>
                <a:gd name="connsiteX259" fmla="*/ 2522784 w 2912392"/>
                <a:gd name="connsiteY259" fmla="*/ 302093 h 326740"/>
                <a:gd name="connsiteX260" fmla="*/ 2532513 w 2912392"/>
                <a:gd name="connsiteY260" fmla="*/ 305711 h 326740"/>
                <a:gd name="connsiteX261" fmla="*/ 2542257 w 2912392"/>
                <a:gd name="connsiteY261" fmla="*/ 309067 h 326740"/>
                <a:gd name="connsiteX262" fmla="*/ 2552001 w 2912392"/>
                <a:gd name="connsiteY262" fmla="*/ 312157 h 326740"/>
                <a:gd name="connsiteX263" fmla="*/ 2561745 w 2912392"/>
                <a:gd name="connsiteY263" fmla="*/ 314970 h 326740"/>
                <a:gd name="connsiteX264" fmla="*/ 2571474 w 2912392"/>
                <a:gd name="connsiteY264" fmla="*/ 317500 h 326740"/>
                <a:gd name="connsiteX265" fmla="*/ 2581218 w 2912392"/>
                <a:gd name="connsiteY265" fmla="*/ 319738 h 326740"/>
                <a:gd name="connsiteX266" fmla="*/ 2590962 w 2912392"/>
                <a:gd name="connsiteY266" fmla="*/ 321680 h 326740"/>
                <a:gd name="connsiteX267" fmla="*/ 2600705 w 2912392"/>
                <a:gd name="connsiteY267" fmla="*/ 323315 h 326740"/>
                <a:gd name="connsiteX268" fmla="*/ 2610449 w 2912392"/>
                <a:gd name="connsiteY268" fmla="*/ 324641 h 326740"/>
                <a:gd name="connsiteX269" fmla="*/ 2620178 w 2912392"/>
                <a:gd name="connsiteY269" fmla="*/ 325652 h 326740"/>
                <a:gd name="connsiteX270" fmla="*/ 2629922 w 2912392"/>
                <a:gd name="connsiteY270" fmla="*/ 326340 h 326740"/>
                <a:gd name="connsiteX271" fmla="*/ 2639666 w 2912392"/>
                <a:gd name="connsiteY271" fmla="*/ 326705 h 326740"/>
                <a:gd name="connsiteX272" fmla="*/ 2649410 w 2912392"/>
                <a:gd name="connsiteY272" fmla="*/ 326741 h 326740"/>
                <a:gd name="connsiteX273" fmla="*/ 2659139 w 2912392"/>
                <a:gd name="connsiteY273" fmla="*/ 326443 h 326740"/>
                <a:gd name="connsiteX274" fmla="*/ 2668883 w 2912392"/>
                <a:gd name="connsiteY274" fmla="*/ 325811 h 326740"/>
                <a:gd name="connsiteX275" fmla="*/ 2678627 w 2912392"/>
                <a:gd name="connsiteY275" fmla="*/ 324841 h 326740"/>
                <a:gd name="connsiteX276" fmla="*/ 2688371 w 2912392"/>
                <a:gd name="connsiteY276" fmla="*/ 323534 h 326740"/>
                <a:gd name="connsiteX277" fmla="*/ 2698100 w 2912392"/>
                <a:gd name="connsiteY277" fmla="*/ 321887 h 326740"/>
                <a:gd name="connsiteX278" fmla="*/ 2707844 w 2912392"/>
                <a:gd name="connsiteY278" fmla="*/ 319901 h 326740"/>
                <a:gd name="connsiteX279" fmla="*/ 2717588 w 2912392"/>
                <a:gd name="connsiteY279" fmla="*/ 317576 h 326740"/>
                <a:gd name="connsiteX280" fmla="*/ 2727332 w 2912392"/>
                <a:gd name="connsiteY280" fmla="*/ 314914 h 326740"/>
                <a:gd name="connsiteX281" fmla="*/ 2737076 w 2912392"/>
                <a:gd name="connsiteY281" fmla="*/ 311916 h 326740"/>
                <a:gd name="connsiteX282" fmla="*/ 2746805 w 2912392"/>
                <a:gd name="connsiteY282" fmla="*/ 308585 h 326740"/>
                <a:gd name="connsiteX283" fmla="*/ 2756549 w 2912392"/>
                <a:gd name="connsiteY283" fmla="*/ 304926 h 326740"/>
                <a:gd name="connsiteX284" fmla="*/ 2766293 w 2912392"/>
                <a:gd name="connsiteY284" fmla="*/ 300940 h 326740"/>
                <a:gd name="connsiteX285" fmla="*/ 2776037 w 2912392"/>
                <a:gd name="connsiteY285" fmla="*/ 296636 h 326740"/>
                <a:gd name="connsiteX286" fmla="*/ 2785766 w 2912392"/>
                <a:gd name="connsiteY286" fmla="*/ 292016 h 326740"/>
                <a:gd name="connsiteX287" fmla="*/ 2795510 w 2912392"/>
                <a:gd name="connsiteY287" fmla="*/ 287087 h 326740"/>
                <a:gd name="connsiteX288" fmla="*/ 2805254 w 2912392"/>
                <a:gd name="connsiteY288" fmla="*/ 281857 h 326740"/>
                <a:gd name="connsiteX289" fmla="*/ 2814998 w 2912392"/>
                <a:gd name="connsiteY289" fmla="*/ 276334 h 326740"/>
                <a:gd name="connsiteX290" fmla="*/ 2824727 w 2912392"/>
                <a:gd name="connsiteY290" fmla="*/ 270527 h 326740"/>
                <a:gd name="connsiteX291" fmla="*/ 2834471 w 2912392"/>
                <a:gd name="connsiteY291" fmla="*/ 264442 h 326740"/>
                <a:gd name="connsiteX292" fmla="*/ 2844215 w 2912392"/>
                <a:gd name="connsiteY292" fmla="*/ 258092 h 326740"/>
                <a:gd name="connsiteX293" fmla="*/ 2853958 w 2912392"/>
                <a:gd name="connsiteY293" fmla="*/ 251486 h 326740"/>
                <a:gd name="connsiteX294" fmla="*/ 2863687 w 2912392"/>
                <a:gd name="connsiteY294" fmla="*/ 244634 h 326740"/>
                <a:gd name="connsiteX295" fmla="*/ 2873431 w 2912392"/>
                <a:gd name="connsiteY295" fmla="*/ 237549 h 326740"/>
                <a:gd name="connsiteX296" fmla="*/ 2883175 w 2912392"/>
                <a:gd name="connsiteY296" fmla="*/ 230244 h 326740"/>
                <a:gd name="connsiteX297" fmla="*/ 2892919 w 2912392"/>
                <a:gd name="connsiteY297" fmla="*/ 222732 h 326740"/>
                <a:gd name="connsiteX298" fmla="*/ 2902663 w 2912392"/>
                <a:gd name="connsiteY298" fmla="*/ 215025 h 326740"/>
                <a:gd name="connsiteX299" fmla="*/ 2912392 w 2912392"/>
                <a:gd name="connsiteY299" fmla="*/ 207136 h 326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26740">
                  <a:moveTo>
                    <a:pt x="0" y="10364"/>
                  </a:moveTo>
                  <a:lnTo>
                    <a:pt x="9739" y="18750"/>
                  </a:lnTo>
                  <a:lnTo>
                    <a:pt x="19480" y="27143"/>
                  </a:lnTo>
                  <a:lnTo>
                    <a:pt x="29221" y="35533"/>
                  </a:lnTo>
                  <a:lnTo>
                    <a:pt x="38961" y="43913"/>
                  </a:lnTo>
                  <a:lnTo>
                    <a:pt x="48702" y="52273"/>
                  </a:lnTo>
                  <a:lnTo>
                    <a:pt x="58443" y="60605"/>
                  </a:lnTo>
                  <a:lnTo>
                    <a:pt x="68182" y="68899"/>
                  </a:lnTo>
                  <a:lnTo>
                    <a:pt x="77923" y="77147"/>
                  </a:lnTo>
                  <a:lnTo>
                    <a:pt x="87664" y="85341"/>
                  </a:lnTo>
                  <a:lnTo>
                    <a:pt x="97404" y="93473"/>
                  </a:lnTo>
                  <a:lnTo>
                    <a:pt x="107145" y="101534"/>
                  </a:lnTo>
                  <a:lnTo>
                    <a:pt x="116886" y="109514"/>
                  </a:lnTo>
                  <a:lnTo>
                    <a:pt x="126625" y="117409"/>
                  </a:lnTo>
                  <a:lnTo>
                    <a:pt x="136366" y="125208"/>
                  </a:lnTo>
                  <a:lnTo>
                    <a:pt x="146107" y="132905"/>
                  </a:lnTo>
                  <a:lnTo>
                    <a:pt x="155846" y="140493"/>
                  </a:lnTo>
                  <a:lnTo>
                    <a:pt x="165587" y="147965"/>
                  </a:lnTo>
                  <a:lnTo>
                    <a:pt x="175328" y="155314"/>
                  </a:lnTo>
                  <a:lnTo>
                    <a:pt x="185068" y="162533"/>
                  </a:lnTo>
                  <a:lnTo>
                    <a:pt x="194809" y="169618"/>
                  </a:lnTo>
                  <a:lnTo>
                    <a:pt x="204550" y="176560"/>
                  </a:lnTo>
                  <a:lnTo>
                    <a:pt x="214289" y="183356"/>
                  </a:lnTo>
                  <a:lnTo>
                    <a:pt x="224030" y="189999"/>
                  </a:lnTo>
                  <a:lnTo>
                    <a:pt x="233771" y="196485"/>
                  </a:lnTo>
                  <a:lnTo>
                    <a:pt x="243510" y="202809"/>
                  </a:lnTo>
                  <a:lnTo>
                    <a:pt x="253251" y="208967"/>
                  </a:lnTo>
                  <a:lnTo>
                    <a:pt x="262992" y="214955"/>
                  </a:lnTo>
                  <a:lnTo>
                    <a:pt x="272732" y="220770"/>
                  </a:lnTo>
                  <a:lnTo>
                    <a:pt x="282473" y="226408"/>
                  </a:lnTo>
                  <a:lnTo>
                    <a:pt x="292214" y="231867"/>
                  </a:lnTo>
                  <a:lnTo>
                    <a:pt x="301953" y="237143"/>
                  </a:lnTo>
                  <a:lnTo>
                    <a:pt x="311694" y="242235"/>
                  </a:lnTo>
                  <a:lnTo>
                    <a:pt x="321435" y="247141"/>
                  </a:lnTo>
                  <a:lnTo>
                    <a:pt x="331175" y="251860"/>
                  </a:lnTo>
                  <a:lnTo>
                    <a:pt x="340916" y="256391"/>
                  </a:lnTo>
                  <a:lnTo>
                    <a:pt x="350656" y="260731"/>
                  </a:lnTo>
                  <a:lnTo>
                    <a:pt x="360396" y="264883"/>
                  </a:lnTo>
                  <a:lnTo>
                    <a:pt x="370137" y="268845"/>
                  </a:lnTo>
                  <a:lnTo>
                    <a:pt x="379878" y="272617"/>
                  </a:lnTo>
                  <a:lnTo>
                    <a:pt x="389617" y="276202"/>
                  </a:lnTo>
                  <a:lnTo>
                    <a:pt x="399358" y="279600"/>
                  </a:lnTo>
                  <a:lnTo>
                    <a:pt x="409099" y="282811"/>
                  </a:lnTo>
                  <a:lnTo>
                    <a:pt x="418839" y="285837"/>
                  </a:lnTo>
                  <a:lnTo>
                    <a:pt x="428580" y="288683"/>
                  </a:lnTo>
                  <a:lnTo>
                    <a:pt x="438321" y="291347"/>
                  </a:lnTo>
                  <a:lnTo>
                    <a:pt x="448060" y="293835"/>
                  </a:lnTo>
                  <a:lnTo>
                    <a:pt x="457801" y="296147"/>
                  </a:lnTo>
                  <a:lnTo>
                    <a:pt x="467542" y="298290"/>
                  </a:lnTo>
                  <a:lnTo>
                    <a:pt x="477281" y="300264"/>
                  </a:lnTo>
                  <a:lnTo>
                    <a:pt x="487022" y="302074"/>
                  </a:lnTo>
                  <a:lnTo>
                    <a:pt x="496763" y="303725"/>
                  </a:lnTo>
                  <a:lnTo>
                    <a:pt x="506503" y="305219"/>
                  </a:lnTo>
                  <a:lnTo>
                    <a:pt x="516244" y="306561"/>
                  </a:lnTo>
                  <a:lnTo>
                    <a:pt x="525985" y="307759"/>
                  </a:lnTo>
                  <a:lnTo>
                    <a:pt x="535724" y="308814"/>
                  </a:lnTo>
                  <a:lnTo>
                    <a:pt x="545465" y="309732"/>
                  </a:lnTo>
                  <a:lnTo>
                    <a:pt x="555206" y="310520"/>
                  </a:lnTo>
                  <a:lnTo>
                    <a:pt x="564946" y="311182"/>
                  </a:lnTo>
                  <a:lnTo>
                    <a:pt x="574687" y="311722"/>
                  </a:lnTo>
                  <a:lnTo>
                    <a:pt x="584428" y="312149"/>
                  </a:lnTo>
                  <a:lnTo>
                    <a:pt x="594167" y="312464"/>
                  </a:lnTo>
                  <a:lnTo>
                    <a:pt x="603908" y="312679"/>
                  </a:lnTo>
                  <a:lnTo>
                    <a:pt x="613649" y="312797"/>
                  </a:lnTo>
                  <a:lnTo>
                    <a:pt x="623388" y="312822"/>
                  </a:lnTo>
                  <a:lnTo>
                    <a:pt x="633129" y="312764"/>
                  </a:lnTo>
                  <a:lnTo>
                    <a:pt x="642870" y="312625"/>
                  </a:lnTo>
                  <a:lnTo>
                    <a:pt x="652610" y="312415"/>
                  </a:lnTo>
                  <a:lnTo>
                    <a:pt x="662351" y="312138"/>
                  </a:lnTo>
                  <a:lnTo>
                    <a:pt x="672092" y="311801"/>
                  </a:lnTo>
                  <a:lnTo>
                    <a:pt x="681831" y="311410"/>
                  </a:lnTo>
                  <a:lnTo>
                    <a:pt x="691572" y="310970"/>
                  </a:lnTo>
                  <a:lnTo>
                    <a:pt x="701313" y="310489"/>
                  </a:lnTo>
                  <a:lnTo>
                    <a:pt x="711052" y="309970"/>
                  </a:lnTo>
                  <a:lnTo>
                    <a:pt x="720793" y="309422"/>
                  </a:lnTo>
                  <a:lnTo>
                    <a:pt x="730534" y="308848"/>
                  </a:lnTo>
                  <a:lnTo>
                    <a:pt x="740274" y="308257"/>
                  </a:lnTo>
                  <a:lnTo>
                    <a:pt x="750015" y="307651"/>
                  </a:lnTo>
                  <a:lnTo>
                    <a:pt x="759756" y="307035"/>
                  </a:lnTo>
                  <a:lnTo>
                    <a:pt x="769495" y="306417"/>
                  </a:lnTo>
                  <a:lnTo>
                    <a:pt x="779236" y="305799"/>
                  </a:lnTo>
                  <a:lnTo>
                    <a:pt x="788977" y="305188"/>
                  </a:lnTo>
                  <a:lnTo>
                    <a:pt x="798717" y="304586"/>
                  </a:lnTo>
                  <a:lnTo>
                    <a:pt x="808458" y="303999"/>
                  </a:lnTo>
                  <a:lnTo>
                    <a:pt x="818199" y="303428"/>
                  </a:lnTo>
                  <a:lnTo>
                    <a:pt x="827938" y="302880"/>
                  </a:lnTo>
                  <a:lnTo>
                    <a:pt x="837679" y="302355"/>
                  </a:lnTo>
                  <a:lnTo>
                    <a:pt x="847420" y="301859"/>
                  </a:lnTo>
                  <a:lnTo>
                    <a:pt x="857159" y="301393"/>
                  </a:lnTo>
                  <a:lnTo>
                    <a:pt x="866900" y="300958"/>
                  </a:lnTo>
                  <a:lnTo>
                    <a:pt x="876641" y="300557"/>
                  </a:lnTo>
                  <a:lnTo>
                    <a:pt x="886381" y="300191"/>
                  </a:lnTo>
                  <a:lnTo>
                    <a:pt x="896122" y="299861"/>
                  </a:lnTo>
                  <a:lnTo>
                    <a:pt x="905863" y="299569"/>
                  </a:lnTo>
                  <a:lnTo>
                    <a:pt x="915602" y="299315"/>
                  </a:lnTo>
                  <a:lnTo>
                    <a:pt x="925343" y="299096"/>
                  </a:lnTo>
                  <a:lnTo>
                    <a:pt x="935084" y="298914"/>
                  </a:lnTo>
                  <a:lnTo>
                    <a:pt x="944824" y="298768"/>
                  </a:lnTo>
                  <a:lnTo>
                    <a:pt x="954564" y="298655"/>
                  </a:lnTo>
                  <a:lnTo>
                    <a:pt x="964305" y="298574"/>
                  </a:lnTo>
                  <a:lnTo>
                    <a:pt x="974045" y="298525"/>
                  </a:lnTo>
                  <a:lnTo>
                    <a:pt x="983786" y="298501"/>
                  </a:lnTo>
                  <a:lnTo>
                    <a:pt x="993522" y="298503"/>
                  </a:lnTo>
                  <a:lnTo>
                    <a:pt x="1003266" y="298525"/>
                  </a:lnTo>
                  <a:lnTo>
                    <a:pt x="1013010" y="298564"/>
                  </a:lnTo>
                  <a:lnTo>
                    <a:pt x="1022754" y="298614"/>
                  </a:lnTo>
                  <a:lnTo>
                    <a:pt x="1032483" y="298674"/>
                  </a:lnTo>
                  <a:lnTo>
                    <a:pt x="1042227" y="298737"/>
                  </a:lnTo>
                  <a:lnTo>
                    <a:pt x="1051971" y="298798"/>
                  </a:lnTo>
                  <a:lnTo>
                    <a:pt x="1061715" y="298850"/>
                  </a:lnTo>
                  <a:lnTo>
                    <a:pt x="1071444" y="298888"/>
                  </a:lnTo>
                  <a:lnTo>
                    <a:pt x="1081188" y="298908"/>
                  </a:lnTo>
                  <a:lnTo>
                    <a:pt x="1090932" y="298900"/>
                  </a:lnTo>
                  <a:lnTo>
                    <a:pt x="1100676" y="298860"/>
                  </a:lnTo>
                  <a:lnTo>
                    <a:pt x="1110405" y="298780"/>
                  </a:lnTo>
                  <a:lnTo>
                    <a:pt x="1120149" y="298653"/>
                  </a:lnTo>
                  <a:lnTo>
                    <a:pt x="1129893" y="298471"/>
                  </a:lnTo>
                  <a:lnTo>
                    <a:pt x="1139637" y="298228"/>
                  </a:lnTo>
                  <a:lnTo>
                    <a:pt x="1149381" y="297916"/>
                  </a:lnTo>
                  <a:lnTo>
                    <a:pt x="1159110" y="297528"/>
                  </a:lnTo>
                  <a:lnTo>
                    <a:pt x="1168854" y="297056"/>
                  </a:lnTo>
                  <a:lnTo>
                    <a:pt x="1178598" y="296491"/>
                  </a:lnTo>
                  <a:lnTo>
                    <a:pt x="1188341" y="295830"/>
                  </a:lnTo>
                  <a:lnTo>
                    <a:pt x="1198070" y="295062"/>
                  </a:lnTo>
                  <a:lnTo>
                    <a:pt x="1207814" y="294180"/>
                  </a:lnTo>
                  <a:lnTo>
                    <a:pt x="1217558" y="293179"/>
                  </a:lnTo>
                  <a:lnTo>
                    <a:pt x="1227302" y="292051"/>
                  </a:lnTo>
                  <a:lnTo>
                    <a:pt x="1237031" y="290789"/>
                  </a:lnTo>
                  <a:lnTo>
                    <a:pt x="1246775" y="289387"/>
                  </a:lnTo>
                  <a:lnTo>
                    <a:pt x="1256519" y="287841"/>
                  </a:lnTo>
                  <a:lnTo>
                    <a:pt x="1266263" y="286142"/>
                  </a:lnTo>
                  <a:lnTo>
                    <a:pt x="1276007" y="284287"/>
                  </a:lnTo>
                  <a:lnTo>
                    <a:pt x="1285736" y="282272"/>
                  </a:lnTo>
                  <a:lnTo>
                    <a:pt x="1295480" y="280089"/>
                  </a:lnTo>
                  <a:lnTo>
                    <a:pt x="1305224" y="277738"/>
                  </a:lnTo>
                  <a:lnTo>
                    <a:pt x="1314968" y="275212"/>
                  </a:lnTo>
                  <a:lnTo>
                    <a:pt x="1324697" y="272511"/>
                  </a:lnTo>
                  <a:lnTo>
                    <a:pt x="1334441" y="269633"/>
                  </a:lnTo>
                  <a:lnTo>
                    <a:pt x="1344185" y="266574"/>
                  </a:lnTo>
                  <a:lnTo>
                    <a:pt x="1353929" y="263334"/>
                  </a:lnTo>
                  <a:lnTo>
                    <a:pt x="1363658" y="259913"/>
                  </a:lnTo>
                  <a:lnTo>
                    <a:pt x="1373402" y="256310"/>
                  </a:lnTo>
                  <a:lnTo>
                    <a:pt x="1383146" y="252526"/>
                  </a:lnTo>
                  <a:lnTo>
                    <a:pt x="1392890" y="248563"/>
                  </a:lnTo>
                  <a:lnTo>
                    <a:pt x="1402619" y="244422"/>
                  </a:lnTo>
                  <a:lnTo>
                    <a:pt x="1412363" y="240108"/>
                  </a:lnTo>
                  <a:lnTo>
                    <a:pt x="1422106" y="235621"/>
                  </a:lnTo>
                  <a:lnTo>
                    <a:pt x="1431850" y="230970"/>
                  </a:lnTo>
                  <a:lnTo>
                    <a:pt x="1441594" y="226155"/>
                  </a:lnTo>
                  <a:lnTo>
                    <a:pt x="1451323" y="221183"/>
                  </a:lnTo>
                  <a:lnTo>
                    <a:pt x="1461067" y="216061"/>
                  </a:lnTo>
                  <a:lnTo>
                    <a:pt x="1470811" y="210794"/>
                  </a:lnTo>
                  <a:lnTo>
                    <a:pt x="1480555" y="205391"/>
                  </a:lnTo>
                  <a:lnTo>
                    <a:pt x="1490284" y="199859"/>
                  </a:lnTo>
                  <a:lnTo>
                    <a:pt x="1500028" y="194207"/>
                  </a:lnTo>
                  <a:lnTo>
                    <a:pt x="1509772" y="188444"/>
                  </a:lnTo>
                  <a:lnTo>
                    <a:pt x="1519516" y="182580"/>
                  </a:lnTo>
                  <a:lnTo>
                    <a:pt x="1529245" y="176623"/>
                  </a:lnTo>
                  <a:lnTo>
                    <a:pt x="1538989" y="170586"/>
                  </a:lnTo>
                  <a:lnTo>
                    <a:pt x="1548733" y="164479"/>
                  </a:lnTo>
                  <a:lnTo>
                    <a:pt x="1558477" y="158312"/>
                  </a:lnTo>
                  <a:lnTo>
                    <a:pt x="1568221" y="152101"/>
                  </a:lnTo>
                  <a:lnTo>
                    <a:pt x="1577950" y="145854"/>
                  </a:lnTo>
                  <a:lnTo>
                    <a:pt x="1587694" y="139584"/>
                  </a:lnTo>
                  <a:lnTo>
                    <a:pt x="1597438" y="133304"/>
                  </a:lnTo>
                  <a:lnTo>
                    <a:pt x="1607182" y="127029"/>
                  </a:lnTo>
                  <a:lnTo>
                    <a:pt x="1616911" y="120770"/>
                  </a:lnTo>
                  <a:lnTo>
                    <a:pt x="1626655" y="114540"/>
                  </a:lnTo>
                  <a:lnTo>
                    <a:pt x="1636399" y="108353"/>
                  </a:lnTo>
                  <a:lnTo>
                    <a:pt x="1646142" y="102222"/>
                  </a:lnTo>
                  <a:lnTo>
                    <a:pt x="1655872" y="96160"/>
                  </a:lnTo>
                  <a:lnTo>
                    <a:pt x="1665616" y="90179"/>
                  </a:lnTo>
                  <a:lnTo>
                    <a:pt x="1675359" y="84295"/>
                  </a:lnTo>
                  <a:lnTo>
                    <a:pt x="1685103" y="78519"/>
                  </a:lnTo>
                  <a:lnTo>
                    <a:pt x="1694832" y="72864"/>
                  </a:lnTo>
                  <a:lnTo>
                    <a:pt x="1704576" y="67343"/>
                  </a:lnTo>
                  <a:lnTo>
                    <a:pt x="1714320" y="61968"/>
                  </a:lnTo>
                  <a:lnTo>
                    <a:pt x="1724064" y="56750"/>
                  </a:lnTo>
                  <a:lnTo>
                    <a:pt x="1733808" y="51702"/>
                  </a:lnTo>
                  <a:lnTo>
                    <a:pt x="1743537" y="46835"/>
                  </a:lnTo>
                  <a:lnTo>
                    <a:pt x="1753281" y="42160"/>
                  </a:lnTo>
                  <a:lnTo>
                    <a:pt x="1763025" y="37687"/>
                  </a:lnTo>
                  <a:lnTo>
                    <a:pt x="1772769" y="33426"/>
                  </a:lnTo>
                  <a:lnTo>
                    <a:pt x="1782498" y="29385"/>
                  </a:lnTo>
                  <a:lnTo>
                    <a:pt x="1792242" y="25576"/>
                  </a:lnTo>
                  <a:lnTo>
                    <a:pt x="1801986" y="22004"/>
                  </a:lnTo>
                  <a:lnTo>
                    <a:pt x="1811730" y="18680"/>
                  </a:lnTo>
                  <a:lnTo>
                    <a:pt x="1821459" y="15610"/>
                  </a:lnTo>
                  <a:lnTo>
                    <a:pt x="1831203" y="12798"/>
                  </a:lnTo>
                  <a:lnTo>
                    <a:pt x="1840947" y="10255"/>
                  </a:lnTo>
                  <a:lnTo>
                    <a:pt x="1850691" y="7981"/>
                  </a:lnTo>
                  <a:lnTo>
                    <a:pt x="1860435" y="5986"/>
                  </a:lnTo>
                  <a:lnTo>
                    <a:pt x="1870164" y="4270"/>
                  </a:lnTo>
                  <a:lnTo>
                    <a:pt x="1879908" y="2840"/>
                  </a:lnTo>
                  <a:lnTo>
                    <a:pt x="1889652" y="1694"/>
                  </a:lnTo>
                  <a:lnTo>
                    <a:pt x="1899395" y="839"/>
                  </a:lnTo>
                  <a:lnTo>
                    <a:pt x="1909124" y="274"/>
                  </a:lnTo>
                  <a:lnTo>
                    <a:pt x="1918868" y="0"/>
                  </a:lnTo>
                  <a:lnTo>
                    <a:pt x="1928612" y="18"/>
                  </a:lnTo>
                  <a:lnTo>
                    <a:pt x="1938356" y="328"/>
                  </a:lnTo>
                  <a:lnTo>
                    <a:pt x="1948085" y="928"/>
                  </a:lnTo>
                  <a:lnTo>
                    <a:pt x="1957829" y="1818"/>
                  </a:lnTo>
                  <a:lnTo>
                    <a:pt x="1967573" y="2993"/>
                  </a:lnTo>
                  <a:lnTo>
                    <a:pt x="1977317" y="4455"/>
                  </a:lnTo>
                  <a:lnTo>
                    <a:pt x="1987046" y="6195"/>
                  </a:lnTo>
                  <a:lnTo>
                    <a:pt x="1996790" y="8214"/>
                  </a:lnTo>
                  <a:lnTo>
                    <a:pt x="2006534" y="10507"/>
                  </a:lnTo>
                  <a:lnTo>
                    <a:pt x="2016278" y="13066"/>
                  </a:lnTo>
                  <a:lnTo>
                    <a:pt x="2026022" y="15890"/>
                  </a:lnTo>
                  <a:lnTo>
                    <a:pt x="2035751" y="18971"/>
                  </a:lnTo>
                  <a:lnTo>
                    <a:pt x="2045495" y="22304"/>
                  </a:lnTo>
                  <a:lnTo>
                    <a:pt x="2055239" y="25881"/>
                  </a:lnTo>
                  <a:lnTo>
                    <a:pt x="2064983" y="29697"/>
                  </a:lnTo>
                  <a:lnTo>
                    <a:pt x="2074712" y="33743"/>
                  </a:lnTo>
                  <a:lnTo>
                    <a:pt x="2084456" y="38013"/>
                  </a:lnTo>
                  <a:lnTo>
                    <a:pt x="2094200" y="42498"/>
                  </a:lnTo>
                  <a:lnTo>
                    <a:pt x="2103944" y="47190"/>
                  </a:lnTo>
                  <a:lnTo>
                    <a:pt x="2113673" y="52081"/>
                  </a:lnTo>
                  <a:lnTo>
                    <a:pt x="2123417" y="57163"/>
                  </a:lnTo>
                  <a:lnTo>
                    <a:pt x="2133161" y="62424"/>
                  </a:lnTo>
                  <a:lnTo>
                    <a:pt x="2142905" y="67857"/>
                  </a:lnTo>
                  <a:lnTo>
                    <a:pt x="2152649" y="73455"/>
                  </a:lnTo>
                  <a:lnTo>
                    <a:pt x="2162377" y="79203"/>
                  </a:lnTo>
                  <a:lnTo>
                    <a:pt x="2172121" y="85096"/>
                  </a:lnTo>
                  <a:lnTo>
                    <a:pt x="2181865" y="91119"/>
                  </a:lnTo>
                  <a:lnTo>
                    <a:pt x="2191609" y="97267"/>
                  </a:lnTo>
                  <a:lnTo>
                    <a:pt x="2201338" y="103527"/>
                  </a:lnTo>
                  <a:lnTo>
                    <a:pt x="2211082" y="109889"/>
                  </a:lnTo>
                  <a:lnTo>
                    <a:pt x="2220826" y="116343"/>
                  </a:lnTo>
                  <a:lnTo>
                    <a:pt x="2230570" y="122878"/>
                  </a:lnTo>
                  <a:lnTo>
                    <a:pt x="2240299" y="129483"/>
                  </a:lnTo>
                  <a:lnTo>
                    <a:pt x="2250043" y="136147"/>
                  </a:lnTo>
                  <a:lnTo>
                    <a:pt x="2259787" y="142860"/>
                  </a:lnTo>
                  <a:lnTo>
                    <a:pt x="2269531" y="149613"/>
                  </a:lnTo>
                  <a:lnTo>
                    <a:pt x="2279260" y="156390"/>
                  </a:lnTo>
                  <a:lnTo>
                    <a:pt x="2289004" y="163183"/>
                  </a:lnTo>
                  <a:lnTo>
                    <a:pt x="2298748" y="169981"/>
                  </a:lnTo>
                  <a:lnTo>
                    <a:pt x="2308492" y="176773"/>
                  </a:lnTo>
                  <a:lnTo>
                    <a:pt x="2318236" y="183547"/>
                  </a:lnTo>
                  <a:lnTo>
                    <a:pt x="2327965" y="190291"/>
                  </a:lnTo>
                  <a:lnTo>
                    <a:pt x="2337709" y="196997"/>
                  </a:lnTo>
                  <a:lnTo>
                    <a:pt x="2347453" y="203651"/>
                  </a:lnTo>
                  <a:lnTo>
                    <a:pt x="2357197" y="210243"/>
                  </a:lnTo>
                  <a:lnTo>
                    <a:pt x="2366926" y="216759"/>
                  </a:lnTo>
                  <a:lnTo>
                    <a:pt x="2376670" y="223193"/>
                  </a:lnTo>
                  <a:lnTo>
                    <a:pt x="2386413" y="229529"/>
                  </a:lnTo>
                  <a:lnTo>
                    <a:pt x="2396157" y="235759"/>
                  </a:lnTo>
                  <a:lnTo>
                    <a:pt x="2405886" y="241870"/>
                  </a:lnTo>
                  <a:lnTo>
                    <a:pt x="2415630" y="247854"/>
                  </a:lnTo>
                  <a:lnTo>
                    <a:pt x="2425374" y="253695"/>
                  </a:lnTo>
                  <a:lnTo>
                    <a:pt x="2435118" y="259387"/>
                  </a:lnTo>
                  <a:lnTo>
                    <a:pt x="2444862" y="264917"/>
                  </a:lnTo>
                  <a:lnTo>
                    <a:pt x="2454591" y="270275"/>
                  </a:lnTo>
                  <a:lnTo>
                    <a:pt x="2464335" y="275449"/>
                  </a:lnTo>
                  <a:lnTo>
                    <a:pt x="2474079" y="280430"/>
                  </a:lnTo>
                  <a:lnTo>
                    <a:pt x="2483823" y="285210"/>
                  </a:lnTo>
                  <a:lnTo>
                    <a:pt x="2493552" y="289775"/>
                  </a:lnTo>
                  <a:lnTo>
                    <a:pt x="2503296" y="294116"/>
                  </a:lnTo>
                  <a:lnTo>
                    <a:pt x="2513040" y="298226"/>
                  </a:lnTo>
                  <a:lnTo>
                    <a:pt x="2522784" y="302093"/>
                  </a:lnTo>
                  <a:lnTo>
                    <a:pt x="2532513" y="305711"/>
                  </a:lnTo>
                  <a:lnTo>
                    <a:pt x="2542257" y="309067"/>
                  </a:lnTo>
                  <a:lnTo>
                    <a:pt x="2552001" y="312157"/>
                  </a:lnTo>
                  <a:lnTo>
                    <a:pt x="2561745" y="314970"/>
                  </a:lnTo>
                  <a:lnTo>
                    <a:pt x="2571474" y="317500"/>
                  </a:lnTo>
                  <a:lnTo>
                    <a:pt x="2581218" y="319738"/>
                  </a:lnTo>
                  <a:lnTo>
                    <a:pt x="2590962" y="321680"/>
                  </a:lnTo>
                  <a:lnTo>
                    <a:pt x="2600705" y="323315"/>
                  </a:lnTo>
                  <a:lnTo>
                    <a:pt x="2610449" y="324641"/>
                  </a:lnTo>
                  <a:lnTo>
                    <a:pt x="2620178" y="325652"/>
                  </a:lnTo>
                  <a:lnTo>
                    <a:pt x="2629922" y="326340"/>
                  </a:lnTo>
                  <a:lnTo>
                    <a:pt x="2639666" y="326705"/>
                  </a:lnTo>
                  <a:lnTo>
                    <a:pt x="2649410" y="326741"/>
                  </a:lnTo>
                  <a:lnTo>
                    <a:pt x="2659139" y="326443"/>
                  </a:lnTo>
                  <a:lnTo>
                    <a:pt x="2668883" y="325811"/>
                  </a:lnTo>
                  <a:lnTo>
                    <a:pt x="2678627" y="324841"/>
                  </a:lnTo>
                  <a:lnTo>
                    <a:pt x="2688371" y="323534"/>
                  </a:lnTo>
                  <a:lnTo>
                    <a:pt x="2698100" y="321887"/>
                  </a:lnTo>
                  <a:lnTo>
                    <a:pt x="2707844" y="319901"/>
                  </a:lnTo>
                  <a:lnTo>
                    <a:pt x="2717588" y="317576"/>
                  </a:lnTo>
                  <a:lnTo>
                    <a:pt x="2727332" y="314914"/>
                  </a:lnTo>
                  <a:lnTo>
                    <a:pt x="2737076" y="311916"/>
                  </a:lnTo>
                  <a:lnTo>
                    <a:pt x="2746805" y="308585"/>
                  </a:lnTo>
                  <a:lnTo>
                    <a:pt x="2756549" y="304926"/>
                  </a:lnTo>
                  <a:lnTo>
                    <a:pt x="2766293" y="300940"/>
                  </a:lnTo>
                  <a:lnTo>
                    <a:pt x="2776037" y="296636"/>
                  </a:lnTo>
                  <a:lnTo>
                    <a:pt x="2785766" y="292016"/>
                  </a:lnTo>
                  <a:lnTo>
                    <a:pt x="2795510" y="287087"/>
                  </a:lnTo>
                  <a:lnTo>
                    <a:pt x="2805254" y="281857"/>
                  </a:lnTo>
                  <a:lnTo>
                    <a:pt x="2814998" y="276334"/>
                  </a:lnTo>
                  <a:lnTo>
                    <a:pt x="2824727" y="270527"/>
                  </a:lnTo>
                  <a:lnTo>
                    <a:pt x="2834471" y="264442"/>
                  </a:lnTo>
                  <a:lnTo>
                    <a:pt x="2844215" y="258092"/>
                  </a:lnTo>
                  <a:lnTo>
                    <a:pt x="2853958" y="251486"/>
                  </a:lnTo>
                  <a:lnTo>
                    <a:pt x="2863687" y="244634"/>
                  </a:lnTo>
                  <a:lnTo>
                    <a:pt x="2873431" y="237549"/>
                  </a:lnTo>
                  <a:lnTo>
                    <a:pt x="2883175" y="230244"/>
                  </a:lnTo>
                  <a:lnTo>
                    <a:pt x="2892919" y="222732"/>
                  </a:lnTo>
                  <a:lnTo>
                    <a:pt x="2902663" y="215025"/>
                  </a:lnTo>
                  <a:lnTo>
                    <a:pt x="2912392" y="20713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2" name="Freeform 671">
              <a:extLst>
                <a:ext uri="{FF2B5EF4-FFF2-40B4-BE49-F238E27FC236}">
                  <a16:creationId xmlns:a16="http://schemas.microsoft.com/office/drawing/2014/main" id="{098E4303-8A52-62B1-4280-98CD0ABCC6B3}"/>
                </a:ext>
              </a:extLst>
            </p:cNvPr>
            <p:cNvSpPr/>
            <p:nvPr/>
          </p:nvSpPr>
          <p:spPr>
            <a:xfrm>
              <a:off x="576446" y="2888803"/>
              <a:ext cx="2912392" cy="717105"/>
            </a:xfrm>
            <a:custGeom>
              <a:avLst/>
              <a:gdLst>
                <a:gd name="connsiteX0" fmla="*/ 0 w 2912392"/>
                <a:gd name="connsiteY0" fmla="*/ 440645 h 717105"/>
                <a:gd name="connsiteX1" fmla="*/ 9739 w 2912392"/>
                <a:gd name="connsiteY1" fmla="*/ 449668 h 717105"/>
                <a:gd name="connsiteX2" fmla="*/ 19480 w 2912392"/>
                <a:gd name="connsiteY2" fmla="*/ 458701 h 717105"/>
                <a:gd name="connsiteX3" fmla="*/ 29221 w 2912392"/>
                <a:gd name="connsiteY3" fmla="*/ 467730 h 717105"/>
                <a:gd name="connsiteX4" fmla="*/ 38961 w 2912392"/>
                <a:gd name="connsiteY4" fmla="*/ 476744 h 717105"/>
                <a:gd name="connsiteX5" fmla="*/ 48702 w 2912392"/>
                <a:gd name="connsiteY5" fmla="*/ 485729 h 717105"/>
                <a:gd name="connsiteX6" fmla="*/ 58443 w 2912392"/>
                <a:gd name="connsiteY6" fmla="*/ 494674 h 717105"/>
                <a:gd name="connsiteX7" fmla="*/ 68182 w 2912392"/>
                <a:gd name="connsiteY7" fmla="*/ 503568 h 717105"/>
                <a:gd name="connsiteX8" fmla="*/ 77923 w 2912392"/>
                <a:gd name="connsiteY8" fmla="*/ 512395 h 717105"/>
                <a:gd name="connsiteX9" fmla="*/ 87664 w 2912392"/>
                <a:gd name="connsiteY9" fmla="*/ 521147 h 717105"/>
                <a:gd name="connsiteX10" fmla="*/ 97404 w 2912392"/>
                <a:gd name="connsiteY10" fmla="*/ 529811 h 717105"/>
                <a:gd name="connsiteX11" fmla="*/ 107145 w 2912392"/>
                <a:gd name="connsiteY11" fmla="*/ 538376 h 717105"/>
                <a:gd name="connsiteX12" fmla="*/ 116886 w 2912392"/>
                <a:gd name="connsiteY12" fmla="*/ 546831 h 717105"/>
                <a:gd name="connsiteX13" fmla="*/ 126625 w 2912392"/>
                <a:gd name="connsiteY13" fmla="*/ 555164 h 717105"/>
                <a:gd name="connsiteX14" fmla="*/ 136366 w 2912392"/>
                <a:gd name="connsiteY14" fmla="*/ 563368 h 717105"/>
                <a:gd name="connsiteX15" fmla="*/ 146107 w 2912392"/>
                <a:gd name="connsiteY15" fmla="*/ 571428 h 717105"/>
                <a:gd name="connsiteX16" fmla="*/ 155846 w 2912392"/>
                <a:gd name="connsiteY16" fmla="*/ 579340 h 717105"/>
                <a:gd name="connsiteX17" fmla="*/ 165587 w 2912392"/>
                <a:gd name="connsiteY17" fmla="*/ 587090 h 717105"/>
                <a:gd name="connsiteX18" fmla="*/ 175328 w 2912392"/>
                <a:gd name="connsiteY18" fmla="*/ 594671 h 717105"/>
                <a:gd name="connsiteX19" fmla="*/ 185068 w 2912392"/>
                <a:gd name="connsiteY19" fmla="*/ 602074 h 717105"/>
                <a:gd name="connsiteX20" fmla="*/ 194809 w 2912392"/>
                <a:gd name="connsiteY20" fmla="*/ 609291 h 717105"/>
                <a:gd name="connsiteX21" fmla="*/ 204550 w 2912392"/>
                <a:gd name="connsiteY21" fmla="*/ 616316 h 717105"/>
                <a:gd name="connsiteX22" fmla="*/ 214289 w 2912392"/>
                <a:gd name="connsiteY22" fmla="*/ 623139 h 717105"/>
                <a:gd name="connsiteX23" fmla="*/ 224030 w 2912392"/>
                <a:gd name="connsiteY23" fmla="*/ 629755 h 717105"/>
                <a:gd name="connsiteX24" fmla="*/ 233771 w 2912392"/>
                <a:gd name="connsiteY24" fmla="*/ 636158 h 717105"/>
                <a:gd name="connsiteX25" fmla="*/ 243510 w 2912392"/>
                <a:gd name="connsiteY25" fmla="*/ 642341 h 717105"/>
                <a:gd name="connsiteX26" fmla="*/ 253251 w 2912392"/>
                <a:gd name="connsiteY26" fmla="*/ 648299 h 717105"/>
                <a:gd name="connsiteX27" fmla="*/ 262992 w 2912392"/>
                <a:gd name="connsiteY27" fmla="*/ 654027 h 717105"/>
                <a:gd name="connsiteX28" fmla="*/ 272732 w 2912392"/>
                <a:gd name="connsiteY28" fmla="*/ 659521 h 717105"/>
                <a:gd name="connsiteX29" fmla="*/ 282473 w 2912392"/>
                <a:gd name="connsiteY29" fmla="*/ 664776 h 717105"/>
                <a:gd name="connsiteX30" fmla="*/ 292214 w 2912392"/>
                <a:gd name="connsiteY30" fmla="*/ 669790 h 717105"/>
                <a:gd name="connsiteX31" fmla="*/ 301953 w 2912392"/>
                <a:gd name="connsiteY31" fmla="*/ 674557 h 717105"/>
                <a:gd name="connsiteX32" fmla="*/ 311694 w 2912392"/>
                <a:gd name="connsiteY32" fmla="*/ 679076 h 717105"/>
                <a:gd name="connsiteX33" fmla="*/ 321435 w 2912392"/>
                <a:gd name="connsiteY33" fmla="*/ 683345 h 717105"/>
                <a:gd name="connsiteX34" fmla="*/ 331175 w 2912392"/>
                <a:gd name="connsiteY34" fmla="*/ 687362 h 717105"/>
                <a:gd name="connsiteX35" fmla="*/ 340916 w 2912392"/>
                <a:gd name="connsiteY35" fmla="*/ 691124 h 717105"/>
                <a:gd name="connsiteX36" fmla="*/ 350656 w 2912392"/>
                <a:gd name="connsiteY36" fmla="*/ 694631 h 717105"/>
                <a:gd name="connsiteX37" fmla="*/ 360396 w 2912392"/>
                <a:gd name="connsiteY37" fmla="*/ 697883 h 717105"/>
                <a:gd name="connsiteX38" fmla="*/ 370137 w 2912392"/>
                <a:gd name="connsiteY38" fmla="*/ 700878 h 717105"/>
                <a:gd name="connsiteX39" fmla="*/ 379878 w 2912392"/>
                <a:gd name="connsiteY39" fmla="*/ 703616 h 717105"/>
                <a:gd name="connsiteX40" fmla="*/ 389617 w 2912392"/>
                <a:gd name="connsiteY40" fmla="*/ 706099 h 717105"/>
                <a:gd name="connsiteX41" fmla="*/ 399358 w 2912392"/>
                <a:gd name="connsiteY41" fmla="*/ 708326 h 717105"/>
                <a:gd name="connsiteX42" fmla="*/ 409099 w 2912392"/>
                <a:gd name="connsiteY42" fmla="*/ 710299 h 717105"/>
                <a:gd name="connsiteX43" fmla="*/ 418839 w 2912392"/>
                <a:gd name="connsiteY43" fmla="*/ 712018 h 717105"/>
                <a:gd name="connsiteX44" fmla="*/ 428580 w 2912392"/>
                <a:gd name="connsiteY44" fmla="*/ 713484 h 717105"/>
                <a:gd name="connsiteX45" fmla="*/ 438321 w 2912392"/>
                <a:gd name="connsiteY45" fmla="*/ 714700 h 717105"/>
                <a:gd name="connsiteX46" fmla="*/ 448060 w 2912392"/>
                <a:gd name="connsiteY46" fmla="*/ 715668 h 717105"/>
                <a:gd name="connsiteX47" fmla="*/ 457801 w 2912392"/>
                <a:gd name="connsiteY47" fmla="*/ 716391 h 717105"/>
                <a:gd name="connsiteX48" fmla="*/ 467542 w 2912392"/>
                <a:gd name="connsiteY48" fmla="*/ 716869 h 717105"/>
                <a:gd name="connsiteX49" fmla="*/ 477281 w 2912392"/>
                <a:gd name="connsiteY49" fmla="*/ 717106 h 717105"/>
                <a:gd name="connsiteX50" fmla="*/ 487022 w 2912392"/>
                <a:gd name="connsiteY50" fmla="*/ 717104 h 717105"/>
                <a:gd name="connsiteX51" fmla="*/ 496763 w 2912392"/>
                <a:gd name="connsiteY51" fmla="*/ 716867 h 717105"/>
                <a:gd name="connsiteX52" fmla="*/ 506503 w 2912392"/>
                <a:gd name="connsiteY52" fmla="*/ 716398 h 717105"/>
                <a:gd name="connsiteX53" fmla="*/ 516244 w 2912392"/>
                <a:gd name="connsiteY53" fmla="*/ 715701 h 717105"/>
                <a:gd name="connsiteX54" fmla="*/ 525985 w 2912392"/>
                <a:gd name="connsiteY54" fmla="*/ 714779 h 717105"/>
                <a:gd name="connsiteX55" fmla="*/ 535724 w 2912392"/>
                <a:gd name="connsiteY55" fmla="*/ 713633 h 717105"/>
                <a:gd name="connsiteX56" fmla="*/ 545465 w 2912392"/>
                <a:gd name="connsiteY56" fmla="*/ 712270 h 717105"/>
                <a:gd name="connsiteX57" fmla="*/ 555206 w 2912392"/>
                <a:gd name="connsiteY57" fmla="*/ 710693 h 717105"/>
                <a:gd name="connsiteX58" fmla="*/ 564946 w 2912392"/>
                <a:gd name="connsiteY58" fmla="*/ 708905 h 717105"/>
                <a:gd name="connsiteX59" fmla="*/ 574687 w 2912392"/>
                <a:gd name="connsiteY59" fmla="*/ 706910 h 717105"/>
                <a:gd name="connsiteX60" fmla="*/ 584428 w 2912392"/>
                <a:gd name="connsiteY60" fmla="*/ 704716 h 717105"/>
                <a:gd name="connsiteX61" fmla="*/ 594167 w 2912392"/>
                <a:gd name="connsiteY61" fmla="*/ 702322 h 717105"/>
                <a:gd name="connsiteX62" fmla="*/ 603908 w 2912392"/>
                <a:gd name="connsiteY62" fmla="*/ 699734 h 717105"/>
                <a:gd name="connsiteX63" fmla="*/ 613649 w 2912392"/>
                <a:gd name="connsiteY63" fmla="*/ 696958 h 717105"/>
                <a:gd name="connsiteX64" fmla="*/ 623388 w 2912392"/>
                <a:gd name="connsiteY64" fmla="*/ 693998 h 717105"/>
                <a:gd name="connsiteX65" fmla="*/ 633129 w 2912392"/>
                <a:gd name="connsiteY65" fmla="*/ 690857 h 717105"/>
                <a:gd name="connsiteX66" fmla="*/ 642870 w 2912392"/>
                <a:gd name="connsiteY66" fmla="*/ 687540 h 717105"/>
                <a:gd name="connsiteX67" fmla="*/ 652610 w 2912392"/>
                <a:gd name="connsiteY67" fmla="*/ 684054 h 717105"/>
                <a:gd name="connsiteX68" fmla="*/ 662351 w 2912392"/>
                <a:gd name="connsiteY68" fmla="*/ 680402 h 717105"/>
                <a:gd name="connsiteX69" fmla="*/ 672092 w 2912392"/>
                <a:gd name="connsiteY69" fmla="*/ 676591 h 717105"/>
                <a:gd name="connsiteX70" fmla="*/ 681831 w 2912392"/>
                <a:gd name="connsiteY70" fmla="*/ 672623 h 717105"/>
                <a:gd name="connsiteX71" fmla="*/ 691572 w 2912392"/>
                <a:gd name="connsiteY71" fmla="*/ 668505 h 717105"/>
                <a:gd name="connsiteX72" fmla="*/ 701313 w 2912392"/>
                <a:gd name="connsiteY72" fmla="*/ 664243 h 717105"/>
                <a:gd name="connsiteX73" fmla="*/ 711052 w 2912392"/>
                <a:gd name="connsiteY73" fmla="*/ 659840 h 717105"/>
                <a:gd name="connsiteX74" fmla="*/ 720793 w 2912392"/>
                <a:gd name="connsiteY74" fmla="*/ 655305 h 717105"/>
                <a:gd name="connsiteX75" fmla="*/ 730534 w 2912392"/>
                <a:gd name="connsiteY75" fmla="*/ 650640 h 717105"/>
                <a:gd name="connsiteX76" fmla="*/ 740274 w 2912392"/>
                <a:gd name="connsiteY76" fmla="*/ 645853 h 717105"/>
                <a:gd name="connsiteX77" fmla="*/ 750015 w 2912392"/>
                <a:gd name="connsiteY77" fmla="*/ 640950 h 717105"/>
                <a:gd name="connsiteX78" fmla="*/ 759756 w 2912392"/>
                <a:gd name="connsiteY78" fmla="*/ 635935 h 717105"/>
                <a:gd name="connsiteX79" fmla="*/ 769495 w 2912392"/>
                <a:gd name="connsiteY79" fmla="*/ 630815 h 717105"/>
                <a:gd name="connsiteX80" fmla="*/ 779236 w 2912392"/>
                <a:gd name="connsiteY80" fmla="*/ 625598 h 717105"/>
                <a:gd name="connsiteX81" fmla="*/ 788977 w 2912392"/>
                <a:gd name="connsiteY81" fmla="*/ 620288 h 717105"/>
                <a:gd name="connsiteX82" fmla="*/ 798717 w 2912392"/>
                <a:gd name="connsiteY82" fmla="*/ 614893 h 717105"/>
                <a:gd name="connsiteX83" fmla="*/ 808458 w 2912392"/>
                <a:gd name="connsiteY83" fmla="*/ 609418 h 717105"/>
                <a:gd name="connsiteX84" fmla="*/ 818199 w 2912392"/>
                <a:gd name="connsiteY84" fmla="*/ 603871 h 717105"/>
                <a:gd name="connsiteX85" fmla="*/ 827938 w 2912392"/>
                <a:gd name="connsiteY85" fmla="*/ 598258 h 717105"/>
                <a:gd name="connsiteX86" fmla="*/ 837679 w 2912392"/>
                <a:gd name="connsiteY86" fmla="*/ 592588 h 717105"/>
                <a:gd name="connsiteX87" fmla="*/ 847420 w 2912392"/>
                <a:gd name="connsiteY87" fmla="*/ 586866 h 717105"/>
                <a:gd name="connsiteX88" fmla="*/ 857159 w 2912392"/>
                <a:gd name="connsiteY88" fmla="*/ 581100 h 717105"/>
                <a:gd name="connsiteX89" fmla="*/ 866900 w 2912392"/>
                <a:gd name="connsiteY89" fmla="*/ 575297 h 717105"/>
                <a:gd name="connsiteX90" fmla="*/ 876641 w 2912392"/>
                <a:gd name="connsiteY90" fmla="*/ 569466 h 717105"/>
                <a:gd name="connsiteX91" fmla="*/ 886381 w 2912392"/>
                <a:gd name="connsiteY91" fmla="*/ 563612 h 717105"/>
                <a:gd name="connsiteX92" fmla="*/ 896122 w 2912392"/>
                <a:gd name="connsiteY92" fmla="*/ 557745 h 717105"/>
                <a:gd name="connsiteX93" fmla="*/ 905863 w 2912392"/>
                <a:gd name="connsiteY93" fmla="*/ 551872 h 717105"/>
                <a:gd name="connsiteX94" fmla="*/ 915602 w 2912392"/>
                <a:gd name="connsiteY94" fmla="*/ 546000 h 717105"/>
                <a:gd name="connsiteX95" fmla="*/ 925343 w 2912392"/>
                <a:gd name="connsiteY95" fmla="*/ 540137 h 717105"/>
                <a:gd name="connsiteX96" fmla="*/ 935084 w 2912392"/>
                <a:gd name="connsiteY96" fmla="*/ 534292 h 717105"/>
                <a:gd name="connsiteX97" fmla="*/ 944824 w 2912392"/>
                <a:gd name="connsiteY97" fmla="*/ 528473 h 717105"/>
                <a:gd name="connsiteX98" fmla="*/ 954564 w 2912392"/>
                <a:gd name="connsiteY98" fmla="*/ 522688 h 717105"/>
                <a:gd name="connsiteX99" fmla="*/ 964305 w 2912392"/>
                <a:gd name="connsiteY99" fmla="*/ 516943 h 717105"/>
                <a:gd name="connsiteX100" fmla="*/ 974045 w 2912392"/>
                <a:gd name="connsiteY100" fmla="*/ 511248 h 717105"/>
                <a:gd name="connsiteX101" fmla="*/ 983786 w 2912392"/>
                <a:gd name="connsiteY101" fmla="*/ 505610 h 717105"/>
                <a:gd name="connsiteX102" fmla="*/ 993522 w 2912392"/>
                <a:gd name="connsiteY102" fmla="*/ 500037 h 717105"/>
                <a:gd name="connsiteX103" fmla="*/ 1003266 w 2912392"/>
                <a:gd name="connsiteY103" fmla="*/ 494537 h 717105"/>
                <a:gd name="connsiteX104" fmla="*/ 1013010 w 2912392"/>
                <a:gd name="connsiteY104" fmla="*/ 489120 h 717105"/>
                <a:gd name="connsiteX105" fmla="*/ 1022754 w 2912392"/>
                <a:gd name="connsiteY105" fmla="*/ 483789 h 717105"/>
                <a:gd name="connsiteX106" fmla="*/ 1032483 w 2912392"/>
                <a:gd name="connsiteY106" fmla="*/ 478557 h 717105"/>
                <a:gd name="connsiteX107" fmla="*/ 1042227 w 2912392"/>
                <a:gd name="connsiteY107" fmla="*/ 473427 h 717105"/>
                <a:gd name="connsiteX108" fmla="*/ 1051971 w 2912392"/>
                <a:gd name="connsiteY108" fmla="*/ 468408 h 717105"/>
                <a:gd name="connsiteX109" fmla="*/ 1061715 w 2912392"/>
                <a:gd name="connsiteY109" fmla="*/ 463506 h 717105"/>
                <a:gd name="connsiteX110" fmla="*/ 1071444 w 2912392"/>
                <a:gd name="connsiteY110" fmla="*/ 458729 h 717105"/>
                <a:gd name="connsiteX111" fmla="*/ 1081188 w 2912392"/>
                <a:gd name="connsiteY111" fmla="*/ 454084 h 717105"/>
                <a:gd name="connsiteX112" fmla="*/ 1090932 w 2912392"/>
                <a:gd name="connsiteY112" fmla="*/ 449577 h 717105"/>
                <a:gd name="connsiteX113" fmla="*/ 1100676 w 2912392"/>
                <a:gd name="connsiteY113" fmla="*/ 445213 h 717105"/>
                <a:gd name="connsiteX114" fmla="*/ 1110405 w 2912392"/>
                <a:gd name="connsiteY114" fmla="*/ 440998 h 717105"/>
                <a:gd name="connsiteX115" fmla="*/ 1120149 w 2912392"/>
                <a:gd name="connsiteY115" fmla="*/ 436939 h 717105"/>
                <a:gd name="connsiteX116" fmla="*/ 1129893 w 2912392"/>
                <a:gd name="connsiteY116" fmla="*/ 433040 h 717105"/>
                <a:gd name="connsiteX117" fmla="*/ 1139637 w 2912392"/>
                <a:gd name="connsiteY117" fmla="*/ 429307 h 717105"/>
                <a:gd name="connsiteX118" fmla="*/ 1149381 w 2912392"/>
                <a:gd name="connsiteY118" fmla="*/ 425741 h 717105"/>
                <a:gd name="connsiteX119" fmla="*/ 1159110 w 2912392"/>
                <a:gd name="connsiteY119" fmla="*/ 422350 h 717105"/>
                <a:gd name="connsiteX120" fmla="*/ 1168854 w 2912392"/>
                <a:gd name="connsiteY120" fmla="*/ 419137 h 717105"/>
                <a:gd name="connsiteX121" fmla="*/ 1178598 w 2912392"/>
                <a:gd name="connsiteY121" fmla="*/ 416103 h 717105"/>
                <a:gd name="connsiteX122" fmla="*/ 1188341 w 2912392"/>
                <a:gd name="connsiteY122" fmla="*/ 413253 h 717105"/>
                <a:gd name="connsiteX123" fmla="*/ 1198070 w 2912392"/>
                <a:gd name="connsiteY123" fmla="*/ 410588 h 717105"/>
                <a:gd name="connsiteX124" fmla="*/ 1207814 w 2912392"/>
                <a:gd name="connsiteY124" fmla="*/ 408111 h 717105"/>
                <a:gd name="connsiteX125" fmla="*/ 1217558 w 2912392"/>
                <a:gd name="connsiteY125" fmla="*/ 405823 h 717105"/>
                <a:gd name="connsiteX126" fmla="*/ 1227302 w 2912392"/>
                <a:gd name="connsiteY126" fmla="*/ 403724 h 717105"/>
                <a:gd name="connsiteX127" fmla="*/ 1237031 w 2912392"/>
                <a:gd name="connsiteY127" fmla="*/ 401817 h 717105"/>
                <a:gd name="connsiteX128" fmla="*/ 1246775 w 2912392"/>
                <a:gd name="connsiteY128" fmla="*/ 400099 h 717105"/>
                <a:gd name="connsiteX129" fmla="*/ 1256519 w 2912392"/>
                <a:gd name="connsiteY129" fmla="*/ 398572 h 717105"/>
                <a:gd name="connsiteX130" fmla="*/ 1266263 w 2912392"/>
                <a:gd name="connsiteY130" fmla="*/ 397234 h 717105"/>
                <a:gd name="connsiteX131" fmla="*/ 1276007 w 2912392"/>
                <a:gd name="connsiteY131" fmla="*/ 396083 h 717105"/>
                <a:gd name="connsiteX132" fmla="*/ 1285736 w 2912392"/>
                <a:gd name="connsiteY132" fmla="*/ 395118 h 717105"/>
                <a:gd name="connsiteX133" fmla="*/ 1295480 w 2912392"/>
                <a:gd name="connsiteY133" fmla="*/ 394337 h 717105"/>
                <a:gd name="connsiteX134" fmla="*/ 1305224 w 2912392"/>
                <a:gd name="connsiteY134" fmla="*/ 393737 h 717105"/>
                <a:gd name="connsiteX135" fmla="*/ 1314968 w 2912392"/>
                <a:gd name="connsiteY135" fmla="*/ 393314 h 717105"/>
                <a:gd name="connsiteX136" fmla="*/ 1324697 w 2912392"/>
                <a:gd name="connsiteY136" fmla="*/ 393063 h 717105"/>
                <a:gd name="connsiteX137" fmla="*/ 1334441 w 2912392"/>
                <a:gd name="connsiteY137" fmla="*/ 392982 h 717105"/>
                <a:gd name="connsiteX138" fmla="*/ 1344185 w 2912392"/>
                <a:gd name="connsiteY138" fmla="*/ 393066 h 717105"/>
                <a:gd name="connsiteX139" fmla="*/ 1353929 w 2912392"/>
                <a:gd name="connsiteY139" fmla="*/ 393309 h 717105"/>
                <a:gd name="connsiteX140" fmla="*/ 1363658 w 2912392"/>
                <a:gd name="connsiteY140" fmla="*/ 393706 h 717105"/>
                <a:gd name="connsiteX141" fmla="*/ 1373402 w 2912392"/>
                <a:gd name="connsiteY141" fmla="*/ 394251 h 717105"/>
                <a:gd name="connsiteX142" fmla="*/ 1383146 w 2912392"/>
                <a:gd name="connsiteY142" fmla="*/ 394936 h 717105"/>
                <a:gd name="connsiteX143" fmla="*/ 1392890 w 2912392"/>
                <a:gd name="connsiteY143" fmla="*/ 395759 h 717105"/>
                <a:gd name="connsiteX144" fmla="*/ 1402619 w 2912392"/>
                <a:gd name="connsiteY144" fmla="*/ 396708 h 717105"/>
                <a:gd name="connsiteX145" fmla="*/ 1412363 w 2912392"/>
                <a:gd name="connsiteY145" fmla="*/ 397777 h 717105"/>
                <a:gd name="connsiteX146" fmla="*/ 1422106 w 2912392"/>
                <a:gd name="connsiteY146" fmla="*/ 398959 h 717105"/>
                <a:gd name="connsiteX147" fmla="*/ 1431850 w 2912392"/>
                <a:gd name="connsiteY147" fmla="*/ 400246 h 717105"/>
                <a:gd name="connsiteX148" fmla="*/ 1441594 w 2912392"/>
                <a:gd name="connsiteY148" fmla="*/ 401630 h 717105"/>
                <a:gd name="connsiteX149" fmla="*/ 1451323 w 2912392"/>
                <a:gd name="connsiteY149" fmla="*/ 403102 h 717105"/>
                <a:gd name="connsiteX150" fmla="*/ 1461067 w 2912392"/>
                <a:gd name="connsiteY150" fmla="*/ 404655 h 717105"/>
                <a:gd name="connsiteX151" fmla="*/ 1470811 w 2912392"/>
                <a:gd name="connsiteY151" fmla="*/ 406277 h 717105"/>
                <a:gd name="connsiteX152" fmla="*/ 1480555 w 2912392"/>
                <a:gd name="connsiteY152" fmla="*/ 407961 h 717105"/>
                <a:gd name="connsiteX153" fmla="*/ 1490284 w 2912392"/>
                <a:gd name="connsiteY153" fmla="*/ 409697 h 717105"/>
                <a:gd name="connsiteX154" fmla="*/ 1500028 w 2912392"/>
                <a:gd name="connsiteY154" fmla="*/ 411477 h 717105"/>
                <a:gd name="connsiteX155" fmla="*/ 1509772 w 2912392"/>
                <a:gd name="connsiteY155" fmla="*/ 413290 h 717105"/>
                <a:gd name="connsiteX156" fmla="*/ 1519516 w 2912392"/>
                <a:gd name="connsiteY156" fmla="*/ 415129 h 717105"/>
                <a:gd name="connsiteX157" fmla="*/ 1529245 w 2912392"/>
                <a:gd name="connsiteY157" fmla="*/ 416981 h 717105"/>
                <a:gd name="connsiteX158" fmla="*/ 1538989 w 2912392"/>
                <a:gd name="connsiteY158" fmla="*/ 418840 h 717105"/>
                <a:gd name="connsiteX159" fmla="*/ 1548733 w 2912392"/>
                <a:gd name="connsiteY159" fmla="*/ 420695 h 717105"/>
                <a:gd name="connsiteX160" fmla="*/ 1558477 w 2912392"/>
                <a:gd name="connsiteY160" fmla="*/ 422537 h 717105"/>
                <a:gd name="connsiteX161" fmla="*/ 1568221 w 2912392"/>
                <a:gd name="connsiteY161" fmla="*/ 424354 h 717105"/>
                <a:gd name="connsiteX162" fmla="*/ 1577950 w 2912392"/>
                <a:gd name="connsiteY162" fmla="*/ 426142 h 717105"/>
                <a:gd name="connsiteX163" fmla="*/ 1587694 w 2912392"/>
                <a:gd name="connsiteY163" fmla="*/ 427888 h 717105"/>
                <a:gd name="connsiteX164" fmla="*/ 1597438 w 2912392"/>
                <a:gd name="connsiteY164" fmla="*/ 429584 h 717105"/>
                <a:gd name="connsiteX165" fmla="*/ 1607182 w 2912392"/>
                <a:gd name="connsiteY165" fmla="*/ 431221 h 717105"/>
                <a:gd name="connsiteX166" fmla="*/ 1616911 w 2912392"/>
                <a:gd name="connsiteY166" fmla="*/ 432792 h 717105"/>
                <a:gd name="connsiteX167" fmla="*/ 1626655 w 2912392"/>
                <a:gd name="connsiteY167" fmla="*/ 434286 h 717105"/>
                <a:gd name="connsiteX168" fmla="*/ 1636399 w 2912392"/>
                <a:gd name="connsiteY168" fmla="*/ 435695 h 717105"/>
                <a:gd name="connsiteX169" fmla="*/ 1646142 w 2912392"/>
                <a:gd name="connsiteY169" fmla="*/ 437014 h 717105"/>
                <a:gd name="connsiteX170" fmla="*/ 1655872 w 2912392"/>
                <a:gd name="connsiteY170" fmla="*/ 438233 h 717105"/>
                <a:gd name="connsiteX171" fmla="*/ 1665616 w 2912392"/>
                <a:gd name="connsiteY171" fmla="*/ 439344 h 717105"/>
                <a:gd name="connsiteX172" fmla="*/ 1675359 w 2912392"/>
                <a:gd name="connsiteY172" fmla="*/ 440341 h 717105"/>
                <a:gd name="connsiteX173" fmla="*/ 1685103 w 2912392"/>
                <a:gd name="connsiteY173" fmla="*/ 441218 h 717105"/>
                <a:gd name="connsiteX174" fmla="*/ 1694832 w 2912392"/>
                <a:gd name="connsiteY174" fmla="*/ 441968 h 717105"/>
                <a:gd name="connsiteX175" fmla="*/ 1704576 w 2912392"/>
                <a:gd name="connsiteY175" fmla="*/ 442583 h 717105"/>
                <a:gd name="connsiteX176" fmla="*/ 1714320 w 2912392"/>
                <a:gd name="connsiteY176" fmla="*/ 443060 h 717105"/>
                <a:gd name="connsiteX177" fmla="*/ 1724064 w 2912392"/>
                <a:gd name="connsiteY177" fmla="*/ 443391 h 717105"/>
                <a:gd name="connsiteX178" fmla="*/ 1733808 w 2912392"/>
                <a:gd name="connsiteY178" fmla="*/ 443574 h 717105"/>
                <a:gd name="connsiteX179" fmla="*/ 1743537 w 2912392"/>
                <a:gd name="connsiteY179" fmla="*/ 443601 h 717105"/>
                <a:gd name="connsiteX180" fmla="*/ 1753281 w 2912392"/>
                <a:gd name="connsiteY180" fmla="*/ 443470 h 717105"/>
                <a:gd name="connsiteX181" fmla="*/ 1763025 w 2912392"/>
                <a:gd name="connsiteY181" fmla="*/ 443176 h 717105"/>
                <a:gd name="connsiteX182" fmla="*/ 1772769 w 2912392"/>
                <a:gd name="connsiteY182" fmla="*/ 442716 h 717105"/>
                <a:gd name="connsiteX183" fmla="*/ 1782498 w 2912392"/>
                <a:gd name="connsiteY183" fmla="*/ 442086 h 717105"/>
                <a:gd name="connsiteX184" fmla="*/ 1792242 w 2912392"/>
                <a:gd name="connsiteY184" fmla="*/ 441284 h 717105"/>
                <a:gd name="connsiteX185" fmla="*/ 1801986 w 2912392"/>
                <a:gd name="connsiteY185" fmla="*/ 440308 h 717105"/>
                <a:gd name="connsiteX186" fmla="*/ 1811730 w 2912392"/>
                <a:gd name="connsiteY186" fmla="*/ 439155 h 717105"/>
                <a:gd name="connsiteX187" fmla="*/ 1821459 w 2912392"/>
                <a:gd name="connsiteY187" fmla="*/ 437824 h 717105"/>
                <a:gd name="connsiteX188" fmla="*/ 1831203 w 2912392"/>
                <a:gd name="connsiteY188" fmla="*/ 436314 h 717105"/>
                <a:gd name="connsiteX189" fmla="*/ 1840947 w 2912392"/>
                <a:gd name="connsiteY189" fmla="*/ 434624 h 717105"/>
                <a:gd name="connsiteX190" fmla="*/ 1850691 w 2912392"/>
                <a:gd name="connsiteY190" fmla="*/ 432753 h 717105"/>
                <a:gd name="connsiteX191" fmla="*/ 1860435 w 2912392"/>
                <a:gd name="connsiteY191" fmla="*/ 430700 h 717105"/>
                <a:gd name="connsiteX192" fmla="*/ 1870164 w 2912392"/>
                <a:gd name="connsiteY192" fmla="*/ 428468 h 717105"/>
                <a:gd name="connsiteX193" fmla="*/ 1879908 w 2912392"/>
                <a:gd name="connsiteY193" fmla="*/ 426054 h 717105"/>
                <a:gd name="connsiteX194" fmla="*/ 1889652 w 2912392"/>
                <a:gd name="connsiteY194" fmla="*/ 423463 h 717105"/>
                <a:gd name="connsiteX195" fmla="*/ 1899395 w 2912392"/>
                <a:gd name="connsiteY195" fmla="*/ 420694 h 717105"/>
                <a:gd name="connsiteX196" fmla="*/ 1909124 w 2912392"/>
                <a:gd name="connsiteY196" fmla="*/ 417748 h 717105"/>
                <a:gd name="connsiteX197" fmla="*/ 1918868 w 2912392"/>
                <a:gd name="connsiteY197" fmla="*/ 414627 h 717105"/>
                <a:gd name="connsiteX198" fmla="*/ 1928612 w 2912392"/>
                <a:gd name="connsiteY198" fmla="*/ 411334 h 717105"/>
                <a:gd name="connsiteX199" fmla="*/ 1938356 w 2912392"/>
                <a:gd name="connsiteY199" fmla="*/ 407872 h 717105"/>
                <a:gd name="connsiteX200" fmla="*/ 1948085 w 2912392"/>
                <a:gd name="connsiteY200" fmla="*/ 404242 h 717105"/>
                <a:gd name="connsiteX201" fmla="*/ 1957829 w 2912392"/>
                <a:gd name="connsiteY201" fmla="*/ 400449 h 717105"/>
                <a:gd name="connsiteX202" fmla="*/ 1967573 w 2912392"/>
                <a:gd name="connsiteY202" fmla="*/ 396495 h 717105"/>
                <a:gd name="connsiteX203" fmla="*/ 1977317 w 2912392"/>
                <a:gd name="connsiteY203" fmla="*/ 392383 h 717105"/>
                <a:gd name="connsiteX204" fmla="*/ 1987046 w 2912392"/>
                <a:gd name="connsiteY204" fmla="*/ 388117 h 717105"/>
                <a:gd name="connsiteX205" fmla="*/ 1996790 w 2912392"/>
                <a:gd name="connsiteY205" fmla="*/ 383702 h 717105"/>
                <a:gd name="connsiteX206" fmla="*/ 2006534 w 2912392"/>
                <a:gd name="connsiteY206" fmla="*/ 379140 h 717105"/>
                <a:gd name="connsiteX207" fmla="*/ 2016278 w 2912392"/>
                <a:gd name="connsiteY207" fmla="*/ 374438 h 717105"/>
                <a:gd name="connsiteX208" fmla="*/ 2026022 w 2912392"/>
                <a:gd name="connsiteY208" fmla="*/ 369599 h 717105"/>
                <a:gd name="connsiteX209" fmla="*/ 2035751 w 2912392"/>
                <a:gd name="connsiteY209" fmla="*/ 364627 h 717105"/>
                <a:gd name="connsiteX210" fmla="*/ 2045495 w 2912392"/>
                <a:gd name="connsiteY210" fmla="*/ 359527 h 717105"/>
                <a:gd name="connsiteX211" fmla="*/ 2055239 w 2912392"/>
                <a:gd name="connsiteY211" fmla="*/ 354304 h 717105"/>
                <a:gd name="connsiteX212" fmla="*/ 2064983 w 2912392"/>
                <a:gd name="connsiteY212" fmla="*/ 348962 h 717105"/>
                <a:gd name="connsiteX213" fmla="*/ 2074712 w 2912392"/>
                <a:gd name="connsiteY213" fmla="*/ 343509 h 717105"/>
                <a:gd name="connsiteX214" fmla="*/ 2084456 w 2912392"/>
                <a:gd name="connsiteY214" fmla="*/ 337949 h 717105"/>
                <a:gd name="connsiteX215" fmla="*/ 2094200 w 2912392"/>
                <a:gd name="connsiteY215" fmla="*/ 332285 h 717105"/>
                <a:gd name="connsiteX216" fmla="*/ 2103944 w 2912392"/>
                <a:gd name="connsiteY216" fmla="*/ 326525 h 717105"/>
                <a:gd name="connsiteX217" fmla="*/ 2113673 w 2912392"/>
                <a:gd name="connsiteY217" fmla="*/ 320672 h 717105"/>
                <a:gd name="connsiteX218" fmla="*/ 2123417 w 2912392"/>
                <a:gd name="connsiteY218" fmla="*/ 314735 h 717105"/>
                <a:gd name="connsiteX219" fmla="*/ 2133161 w 2912392"/>
                <a:gd name="connsiteY219" fmla="*/ 308717 h 717105"/>
                <a:gd name="connsiteX220" fmla="*/ 2142905 w 2912392"/>
                <a:gd name="connsiteY220" fmla="*/ 302624 h 717105"/>
                <a:gd name="connsiteX221" fmla="*/ 2152649 w 2912392"/>
                <a:gd name="connsiteY221" fmla="*/ 296461 h 717105"/>
                <a:gd name="connsiteX222" fmla="*/ 2162377 w 2912392"/>
                <a:gd name="connsiteY222" fmla="*/ 290235 h 717105"/>
                <a:gd name="connsiteX223" fmla="*/ 2172121 w 2912392"/>
                <a:gd name="connsiteY223" fmla="*/ 283951 h 717105"/>
                <a:gd name="connsiteX224" fmla="*/ 2181865 w 2912392"/>
                <a:gd name="connsiteY224" fmla="*/ 277616 h 717105"/>
                <a:gd name="connsiteX225" fmla="*/ 2191609 w 2912392"/>
                <a:gd name="connsiteY225" fmla="*/ 271233 h 717105"/>
                <a:gd name="connsiteX226" fmla="*/ 2201338 w 2912392"/>
                <a:gd name="connsiteY226" fmla="*/ 264810 h 717105"/>
                <a:gd name="connsiteX227" fmla="*/ 2211082 w 2912392"/>
                <a:gd name="connsiteY227" fmla="*/ 258353 h 717105"/>
                <a:gd name="connsiteX228" fmla="*/ 2220826 w 2912392"/>
                <a:gd name="connsiteY228" fmla="*/ 251864 h 717105"/>
                <a:gd name="connsiteX229" fmla="*/ 2230570 w 2912392"/>
                <a:gd name="connsiteY229" fmla="*/ 245353 h 717105"/>
                <a:gd name="connsiteX230" fmla="*/ 2240299 w 2912392"/>
                <a:gd name="connsiteY230" fmla="*/ 238826 h 717105"/>
                <a:gd name="connsiteX231" fmla="*/ 2250043 w 2912392"/>
                <a:gd name="connsiteY231" fmla="*/ 232284 h 717105"/>
                <a:gd name="connsiteX232" fmla="*/ 2259787 w 2912392"/>
                <a:gd name="connsiteY232" fmla="*/ 225737 h 717105"/>
                <a:gd name="connsiteX233" fmla="*/ 2269531 w 2912392"/>
                <a:gd name="connsiteY233" fmla="*/ 219189 h 717105"/>
                <a:gd name="connsiteX234" fmla="*/ 2279260 w 2912392"/>
                <a:gd name="connsiteY234" fmla="*/ 212647 h 717105"/>
                <a:gd name="connsiteX235" fmla="*/ 2289004 w 2912392"/>
                <a:gd name="connsiteY235" fmla="*/ 206114 h 717105"/>
                <a:gd name="connsiteX236" fmla="*/ 2298748 w 2912392"/>
                <a:gd name="connsiteY236" fmla="*/ 199597 h 717105"/>
                <a:gd name="connsiteX237" fmla="*/ 2308492 w 2912392"/>
                <a:gd name="connsiteY237" fmla="*/ 193103 h 717105"/>
                <a:gd name="connsiteX238" fmla="*/ 2318236 w 2912392"/>
                <a:gd name="connsiteY238" fmla="*/ 186635 h 717105"/>
                <a:gd name="connsiteX239" fmla="*/ 2327965 w 2912392"/>
                <a:gd name="connsiteY239" fmla="*/ 180200 h 717105"/>
                <a:gd name="connsiteX240" fmla="*/ 2337709 w 2912392"/>
                <a:gd name="connsiteY240" fmla="*/ 173803 h 717105"/>
                <a:gd name="connsiteX241" fmla="*/ 2347453 w 2912392"/>
                <a:gd name="connsiteY241" fmla="*/ 167450 h 717105"/>
                <a:gd name="connsiteX242" fmla="*/ 2357197 w 2912392"/>
                <a:gd name="connsiteY242" fmla="*/ 161144 h 717105"/>
                <a:gd name="connsiteX243" fmla="*/ 2366926 w 2912392"/>
                <a:gd name="connsiteY243" fmla="*/ 154894 h 717105"/>
                <a:gd name="connsiteX244" fmla="*/ 2376670 w 2912392"/>
                <a:gd name="connsiteY244" fmla="*/ 148702 h 717105"/>
                <a:gd name="connsiteX245" fmla="*/ 2386413 w 2912392"/>
                <a:gd name="connsiteY245" fmla="*/ 142576 h 717105"/>
                <a:gd name="connsiteX246" fmla="*/ 2396157 w 2912392"/>
                <a:gd name="connsiteY246" fmla="*/ 136519 h 717105"/>
                <a:gd name="connsiteX247" fmla="*/ 2405886 w 2912392"/>
                <a:gd name="connsiteY247" fmla="*/ 130537 h 717105"/>
                <a:gd name="connsiteX248" fmla="*/ 2415630 w 2912392"/>
                <a:gd name="connsiteY248" fmla="*/ 124634 h 717105"/>
                <a:gd name="connsiteX249" fmla="*/ 2425374 w 2912392"/>
                <a:gd name="connsiteY249" fmla="*/ 118818 h 717105"/>
                <a:gd name="connsiteX250" fmla="*/ 2435118 w 2912392"/>
                <a:gd name="connsiteY250" fmla="*/ 113091 h 717105"/>
                <a:gd name="connsiteX251" fmla="*/ 2444862 w 2912392"/>
                <a:gd name="connsiteY251" fmla="*/ 107457 h 717105"/>
                <a:gd name="connsiteX252" fmla="*/ 2454591 w 2912392"/>
                <a:gd name="connsiteY252" fmla="*/ 101924 h 717105"/>
                <a:gd name="connsiteX253" fmla="*/ 2464335 w 2912392"/>
                <a:gd name="connsiteY253" fmla="*/ 96495 h 717105"/>
                <a:gd name="connsiteX254" fmla="*/ 2474079 w 2912392"/>
                <a:gd name="connsiteY254" fmla="*/ 91173 h 717105"/>
                <a:gd name="connsiteX255" fmla="*/ 2483823 w 2912392"/>
                <a:gd name="connsiteY255" fmla="*/ 85966 h 717105"/>
                <a:gd name="connsiteX256" fmla="*/ 2493552 w 2912392"/>
                <a:gd name="connsiteY256" fmla="*/ 80876 h 717105"/>
                <a:gd name="connsiteX257" fmla="*/ 2503296 w 2912392"/>
                <a:gd name="connsiteY257" fmla="*/ 75907 h 717105"/>
                <a:gd name="connsiteX258" fmla="*/ 2513040 w 2912392"/>
                <a:gd name="connsiteY258" fmla="*/ 71065 h 717105"/>
                <a:gd name="connsiteX259" fmla="*/ 2522784 w 2912392"/>
                <a:gd name="connsiteY259" fmla="*/ 66353 h 717105"/>
                <a:gd name="connsiteX260" fmla="*/ 2532513 w 2912392"/>
                <a:gd name="connsiteY260" fmla="*/ 61774 h 717105"/>
                <a:gd name="connsiteX261" fmla="*/ 2542257 w 2912392"/>
                <a:gd name="connsiteY261" fmla="*/ 57334 h 717105"/>
                <a:gd name="connsiteX262" fmla="*/ 2552001 w 2912392"/>
                <a:gd name="connsiteY262" fmla="*/ 53036 h 717105"/>
                <a:gd name="connsiteX263" fmla="*/ 2561745 w 2912392"/>
                <a:gd name="connsiteY263" fmla="*/ 48884 h 717105"/>
                <a:gd name="connsiteX264" fmla="*/ 2571474 w 2912392"/>
                <a:gd name="connsiteY264" fmla="*/ 44880 h 717105"/>
                <a:gd name="connsiteX265" fmla="*/ 2581218 w 2912392"/>
                <a:gd name="connsiteY265" fmla="*/ 41029 h 717105"/>
                <a:gd name="connsiteX266" fmla="*/ 2590962 w 2912392"/>
                <a:gd name="connsiteY266" fmla="*/ 37334 h 717105"/>
                <a:gd name="connsiteX267" fmla="*/ 2600705 w 2912392"/>
                <a:gd name="connsiteY267" fmla="*/ 33797 h 717105"/>
                <a:gd name="connsiteX268" fmla="*/ 2610449 w 2912392"/>
                <a:gd name="connsiteY268" fmla="*/ 30422 h 717105"/>
                <a:gd name="connsiteX269" fmla="*/ 2620178 w 2912392"/>
                <a:gd name="connsiteY269" fmla="*/ 27212 h 717105"/>
                <a:gd name="connsiteX270" fmla="*/ 2629922 w 2912392"/>
                <a:gd name="connsiteY270" fmla="*/ 24171 h 717105"/>
                <a:gd name="connsiteX271" fmla="*/ 2639666 w 2912392"/>
                <a:gd name="connsiteY271" fmla="*/ 21298 h 717105"/>
                <a:gd name="connsiteX272" fmla="*/ 2649410 w 2912392"/>
                <a:gd name="connsiteY272" fmla="*/ 18598 h 717105"/>
                <a:gd name="connsiteX273" fmla="*/ 2659139 w 2912392"/>
                <a:gd name="connsiteY273" fmla="*/ 16075 h 717105"/>
                <a:gd name="connsiteX274" fmla="*/ 2668883 w 2912392"/>
                <a:gd name="connsiteY274" fmla="*/ 13726 h 717105"/>
                <a:gd name="connsiteX275" fmla="*/ 2678627 w 2912392"/>
                <a:gd name="connsiteY275" fmla="*/ 11559 h 717105"/>
                <a:gd name="connsiteX276" fmla="*/ 2688371 w 2912392"/>
                <a:gd name="connsiteY276" fmla="*/ 9573 h 717105"/>
                <a:gd name="connsiteX277" fmla="*/ 2698100 w 2912392"/>
                <a:gd name="connsiteY277" fmla="*/ 7768 h 717105"/>
                <a:gd name="connsiteX278" fmla="*/ 2707844 w 2912392"/>
                <a:gd name="connsiteY278" fmla="*/ 6149 h 717105"/>
                <a:gd name="connsiteX279" fmla="*/ 2717588 w 2912392"/>
                <a:gd name="connsiteY279" fmla="*/ 4716 h 717105"/>
                <a:gd name="connsiteX280" fmla="*/ 2727332 w 2912392"/>
                <a:gd name="connsiteY280" fmla="*/ 3471 h 717105"/>
                <a:gd name="connsiteX281" fmla="*/ 2737076 w 2912392"/>
                <a:gd name="connsiteY281" fmla="*/ 2414 h 717105"/>
                <a:gd name="connsiteX282" fmla="*/ 2746805 w 2912392"/>
                <a:gd name="connsiteY282" fmla="*/ 1548 h 717105"/>
                <a:gd name="connsiteX283" fmla="*/ 2756549 w 2912392"/>
                <a:gd name="connsiteY283" fmla="*/ 872 h 717105"/>
                <a:gd name="connsiteX284" fmla="*/ 2766293 w 2912392"/>
                <a:gd name="connsiteY284" fmla="*/ 389 h 717105"/>
                <a:gd name="connsiteX285" fmla="*/ 2776037 w 2912392"/>
                <a:gd name="connsiteY285" fmla="*/ 98 h 717105"/>
                <a:gd name="connsiteX286" fmla="*/ 2785766 w 2912392"/>
                <a:gd name="connsiteY286" fmla="*/ 0 h 717105"/>
                <a:gd name="connsiteX287" fmla="*/ 2795510 w 2912392"/>
                <a:gd name="connsiteY287" fmla="*/ 97 h 717105"/>
                <a:gd name="connsiteX288" fmla="*/ 2805254 w 2912392"/>
                <a:gd name="connsiteY288" fmla="*/ 387 h 717105"/>
                <a:gd name="connsiteX289" fmla="*/ 2814998 w 2912392"/>
                <a:gd name="connsiteY289" fmla="*/ 875 h 717105"/>
                <a:gd name="connsiteX290" fmla="*/ 2824727 w 2912392"/>
                <a:gd name="connsiteY290" fmla="*/ 1555 h 717105"/>
                <a:gd name="connsiteX291" fmla="*/ 2834471 w 2912392"/>
                <a:gd name="connsiteY291" fmla="*/ 2433 h 717105"/>
                <a:gd name="connsiteX292" fmla="*/ 2844215 w 2912392"/>
                <a:gd name="connsiteY292" fmla="*/ 3504 h 717105"/>
                <a:gd name="connsiteX293" fmla="*/ 2853958 w 2912392"/>
                <a:gd name="connsiteY293" fmla="*/ 4774 h 717105"/>
                <a:gd name="connsiteX294" fmla="*/ 2863687 w 2912392"/>
                <a:gd name="connsiteY294" fmla="*/ 6238 h 717105"/>
                <a:gd name="connsiteX295" fmla="*/ 2873431 w 2912392"/>
                <a:gd name="connsiteY295" fmla="*/ 7898 h 717105"/>
                <a:gd name="connsiteX296" fmla="*/ 2883175 w 2912392"/>
                <a:gd name="connsiteY296" fmla="*/ 9753 h 717105"/>
                <a:gd name="connsiteX297" fmla="*/ 2892919 w 2912392"/>
                <a:gd name="connsiteY297" fmla="*/ 11804 h 717105"/>
                <a:gd name="connsiteX298" fmla="*/ 2902663 w 2912392"/>
                <a:gd name="connsiteY298" fmla="*/ 14053 h 717105"/>
                <a:gd name="connsiteX299" fmla="*/ 2912392 w 2912392"/>
                <a:gd name="connsiteY299" fmla="*/ 16495 h 7171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17105">
                  <a:moveTo>
                    <a:pt x="0" y="440645"/>
                  </a:moveTo>
                  <a:lnTo>
                    <a:pt x="9739" y="449668"/>
                  </a:lnTo>
                  <a:lnTo>
                    <a:pt x="19480" y="458701"/>
                  </a:lnTo>
                  <a:lnTo>
                    <a:pt x="29221" y="467730"/>
                  </a:lnTo>
                  <a:lnTo>
                    <a:pt x="38961" y="476744"/>
                  </a:lnTo>
                  <a:lnTo>
                    <a:pt x="48702" y="485729"/>
                  </a:lnTo>
                  <a:lnTo>
                    <a:pt x="58443" y="494674"/>
                  </a:lnTo>
                  <a:lnTo>
                    <a:pt x="68182" y="503568"/>
                  </a:lnTo>
                  <a:lnTo>
                    <a:pt x="77923" y="512395"/>
                  </a:lnTo>
                  <a:lnTo>
                    <a:pt x="87664" y="521147"/>
                  </a:lnTo>
                  <a:lnTo>
                    <a:pt x="97404" y="529811"/>
                  </a:lnTo>
                  <a:lnTo>
                    <a:pt x="107145" y="538376"/>
                  </a:lnTo>
                  <a:lnTo>
                    <a:pt x="116886" y="546831"/>
                  </a:lnTo>
                  <a:lnTo>
                    <a:pt x="126625" y="555164"/>
                  </a:lnTo>
                  <a:lnTo>
                    <a:pt x="136366" y="563368"/>
                  </a:lnTo>
                  <a:lnTo>
                    <a:pt x="146107" y="571428"/>
                  </a:lnTo>
                  <a:lnTo>
                    <a:pt x="155846" y="579340"/>
                  </a:lnTo>
                  <a:lnTo>
                    <a:pt x="165587" y="587090"/>
                  </a:lnTo>
                  <a:lnTo>
                    <a:pt x="175328" y="594671"/>
                  </a:lnTo>
                  <a:lnTo>
                    <a:pt x="185068" y="602074"/>
                  </a:lnTo>
                  <a:lnTo>
                    <a:pt x="194809" y="609291"/>
                  </a:lnTo>
                  <a:lnTo>
                    <a:pt x="204550" y="616316"/>
                  </a:lnTo>
                  <a:lnTo>
                    <a:pt x="214289" y="623139"/>
                  </a:lnTo>
                  <a:lnTo>
                    <a:pt x="224030" y="629755"/>
                  </a:lnTo>
                  <a:lnTo>
                    <a:pt x="233771" y="636158"/>
                  </a:lnTo>
                  <a:lnTo>
                    <a:pt x="243510" y="642341"/>
                  </a:lnTo>
                  <a:lnTo>
                    <a:pt x="253251" y="648299"/>
                  </a:lnTo>
                  <a:lnTo>
                    <a:pt x="262992" y="654027"/>
                  </a:lnTo>
                  <a:lnTo>
                    <a:pt x="272732" y="659521"/>
                  </a:lnTo>
                  <a:lnTo>
                    <a:pt x="282473" y="664776"/>
                  </a:lnTo>
                  <a:lnTo>
                    <a:pt x="292214" y="669790"/>
                  </a:lnTo>
                  <a:lnTo>
                    <a:pt x="301953" y="674557"/>
                  </a:lnTo>
                  <a:lnTo>
                    <a:pt x="311694" y="679076"/>
                  </a:lnTo>
                  <a:lnTo>
                    <a:pt x="321435" y="683345"/>
                  </a:lnTo>
                  <a:lnTo>
                    <a:pt x="331175" y="687362"/>
                  </a:lnTo>
                  <a:lnTo>
                    <a:pt x="340916" y="691124"/>
                  </a:lnTo>
                  <a:lnTo>
                    <a:pt x="350656" y="694631"/>
                  </a:lnTo>
                  <a:lnTo>
                    <a:pt x="360396" y="697883"/>
                  </a:lnTo>
                  <a:lnTo>
                    <a:pt x="370137" y="700878"/>
                  </a:lnTo>
                  <a:lnTo>
                    <a:pt x="379878" y="703616"/>
                  </a:lnTo>
                  <a:lnTo>
                    <a:pt x="389617" y="706099"/>
                  </a:lnTo>
                  <a:lnTo>
                    <a:pt x="399358" y="708326"/>
                  </a:lnTo>
                  <a:lnTo>
                    <a:pt x="409099" y="710299"/>
                  </a:lnTo>
                  <a:lnTo>
                    <a:pt x="418839" y="712018"/>
                  </a:lnTo>
                  <a:lnTo>
                    <a:pt x="428580" y="713484"/>
                  </a:lnTo>
                  <a:lnTo>
                    <a:pt x="438321" y="714700"/>
                  </a:lnTo>
                  <a:lnTo>
                    <a:pt x="448060" y="715668"/>
                  </a:lnTo>
                  <a:lnTo>
                    <a:pt x="457801" y="716391"/>
                  </a:lnTo>
                  <a:lnTo>
                    <a:pt x="467542" y="716869"/>
                  </a:lnTo>
                  <a:lnTo>
                    <a:pt x="477281" y="717106"/>
                  </a:lnTo>
                  <a:lnTo>
                    <a:pt x="487022" y="717104"/>
                  </a:lnTo>
                  <a:lnTo>
                    <a:pt x="496763" y="716867"/>
                  </a:lnTo>
                  <a:lnTo>
                    <a:pt x="506503" y="716398"/>
                  </a:lnTo>
                  <a:lnTo>
                    <a:pt x="516244" y="715701"/>
                  </a:lnTo>
                  <a:lnTo>
                    <a:pt x="525985" y="714779"/>
                  </a:lnTo>
                  <a:lnTo>
                    <a:pt x="535724" y="713633"/>
                  </a:lnTo>
                  <a:lnTo>
                    <a:pt x="545465" y="712270"/>
                  </a:lnTo>
                  <a:lnTo>
                    <a:pt x="555206" y="710693"/>
                  </a:lnTo>
                  <a:lnTo>
                    <a:pt x="564946" y="708905"/>
                  </a:lnTo>
                  <a:lnTo>
                    <a:pt x="574687" y="706910"/>
                  </a:lnTo>
                  <a:lnTo>
                    <a:pt x="584428" y="704716"/>
                  </a:lnTo>
                  <a:lnTo>
                    <a:pt x="594167" y="702322"/>
                  </a:lnTo>
                  <a:lnTo>
                    <a:pt x="603908" y="699734"/>
                  </a:lnTo>
                  <a:lnTo>
                    <a:pt x="613649" y="696958"/>
                  </a:lnTo>
                  <a:lnTo>
                    <a:pt x="623388" y="693998"/>
                  </a:lnTo>
                  <a:lnTo>
                    <a:pt x="633129" y="690857"/>
                  </a:lnTo>
                  <a:lnTo>
                    <a:pt x="642870" y="687540"/>
                  </a:lnTo>
                  <a:lnTo>
                    <a:pt x="652610" y="684054"/>
                  </a:lnTo>
                  <a:lnTo>
                    <a:pt x="662351" y="680402"/>
                  </a:lnTo>
                  <a:lnTo>
                    <a:pt x="672092" y="676591"/>
                  </a:lnTo>
                  <a:lnTo>
                    <a:pt x="681831" y="672623"/>
                  </a:lnTo>
                  <a:lnTo>
                    <a:pt x="691572" y="668505"/>
                  </a:lnTo>
                  <a:lnTo>
                    <a:pt x="701313" y="664243"/>
                  </a:lnTo>
                  <a:lnTo>
                    <a:pt x="711052" y="659840"/>
                  </a:lnTo>
                  <a:lnTo>
                    <a:pt x="720793" y="655305"/>
                  </a:lnTo>
                  <a:lnTo>
                    <a:pt x="730534" y="650640"/>
                  </a:lnTo>
                  <a:lnTo>
                    <a:pt x="740274" y="645853"/>
                  </a:lnTo>
                  <a:lnTo>
                    <a:pt x="750015" y="640950"/>
                  </a:lnTo>
                  <a:lnTo>
                    <a:pt x="759756" y="635935"/>
                  </a:lnTo>
                  <a:lnTo>
                    <a:pt x="769495" y="630815"/>
                  </a:lnTo>
                  <a:lnTo>
                    <a:pt x="779236" y="625598"/>
                  </a:lnTo>
                  <a:lnTo>
                    <a:pt x="788977" y="620288"/>
                  </a:lnTo>
                  <a:lnTo>
                    <a:pt x="798717" y="614893"/>
                  </a:lnTo>
                  <a:lnTo>
                    <a:pt x="808458" y="609418"/>
                  </a:lnTo>
                  <a:lnTo>
                    <a:pt x="818199" y="603871"/>
                  </a:lnTo>
                  <a:lnTo>
                    <a:pt x="827938" y="598258"/>
                  </a:lnTo>
                  <a:lnTo>
                    <a:pt x="837679" y="592588"/>
                  </a:lnTo>
                  <a:lnTo>
                    <a:pt x="847420" y="586866"/>
                  </a:lnTo>
                  <a:lnTo>
                    <a:pt x="857159" y="581100"/>
                  </a:lnTo>
                  <a:lnTo>
                    <a:pt x="866900" y="575297"/>
                  </a:lnTo>
                  <a:lnTo>
                    <a:pt x="876641" y="569466"/>
                  </a:lnTo>
                  <a:lnTo>
                    <a:pt x="886381" y="563612"/>
                  </a:lnTo>
                  <a:lnTo>
                    <a:pt x="896122" y="557745"/>
                  </a:lnTo>
                  <a:lnTo>
                    <a:pt x="905863" y="551872"/>
                  </a:lnTo>
                  <a:lnTo>
                    <a:pt x="915602" y="546000"/>
                  </a:lnTo>
                  <a:lnTo>
                    <a:pt x="925343" y="540137"/>
                  </a:lnTo>
                  <a:lnTo>
                    <a:pt x="935084" y="534292"/>
                  </a:lnTo>
                  <a:lnTo>
                    <a:pt x="944824" y="528473"/>
                  </a:lnTo>
                  <a:lnTo>
                    <a:pt x="954564" y="522688"/>
                  </a:lnTo>
                  <a:lnTo>
                    <a:pt x="964305" y="516943"/>
                  </a:lnTo>
                  <a:lnTo>
                    <a:pt x="974045" y="511248"/>
                  </a:lnTo>
                  <a:lnTo>
                    <a:pt x="983786" y="505610"/>
                  </a:lnTo>
                  <a:lnTo>
                    <a:pt x="993522" y="500037"/>
                  </a:lnTo>
                  <a:lnTo>
                    <a:pt x="1003266" y="494537"/>
                  </a:lnTo>
                  <a:lnTo>
                    <a:pt x="1013010" y="489120"/>
                  </a:lnTo>
                  <a:lnTo>
                    <a:pt x="1022754" y="483789"/>
                  </a:lnTo>
                  <a:lnTo>
                    <a:pt x="1032483" y="478557"/>
                  </a:lnTo>
                  <a:lnTo>
                    <a:pt x="1042227" y="473427"/>
                  </a:lnTo>
                  <a:lnTo>
                    <a:pt x="1051971" y="468408"/>
                  </a:lnTo>
                  <a:lnTo>
                    <a:pt x="1061715" y="463506"/>
                  </a:lnTo>
                  <a:lnTo>
                    <a:pt x="1071444" y="458729"/>
                  </a:lnTo>
                  <a:lnTo>
                    <a:pt x="1081188" y="454084"/>
                  </a:lnTo>
                  <a:lnTo>
                    <a:pt x="1090932" y="449577"/>
                  </a:lnTo>
                  <a:lnTo>
                    <a:pt x="1100676" y="445213"/>
                  </a:lnTo>
                  <a:lnTo>
                    <a:pt x="1110405" y="440998"/>
                  </a:lnTo>
                  <a:lnTo>
                    <a:pt x="1120149" y="436939"/>
                  </a:lnTo>
                  <a:lnTo>
                    <a:pt x="1129893" y="433040"/>
                  </a:lnTo>
                  <a:lnTo>
                    <a:pt x="1139637" y="429307"/>
                  </a:lnTo>
                  <a:lnTo>
                    <a:pt x="1149381" y="425741"/>
                  </a:lnTo>
                  <a:lnTo>
                    <a:pt x="1159110" y="422350"/>
                  </a:lnTo>
                  <a:lnTo>
                    <a:pt x="1168854" y="419137"/>
                  </a:lnTo>
                  <a:lnTo>
                    <a:pt x="1178598" y="416103"/>
                  </a:lnTo>
                  <a:lnTo>
                    <a:pt x="1188341" y="413253"/>
                  </a:lnTo>
                  <a:lnTo>
                    <a:pt x="1198070" y="410588"/>
                  </a:lnTo>
                  <a:lnTo>
                    <a:pt x="1207814" y="408111"/>
                  </a:lnTo>
                  <a:lnTo>
                    <a:pt x="1217558" y="405823"/>
                  </a:lnTo>
                  <a:lnTo>
                    <a:pt x="1227302" y="403724"/>
                  </a:lnTo>
                  <a:lnTo>
                    <a:pt x="1237031" y="401817"/>
                  </a:lnTo>
                  <a:lnTo>
                    <a:pt x="1246775" y="400099"/>
                  </a:lnTo>
                  <a:lnTo>
                    <a:pt x="1256519" y="398572"/>
                  </a:lnTo>
                  <a:lnTo>
                    <a:pt x="1266263" y="397234"/>
                  </a:lnTo>
                  <a:lnTo>
                    <a:pt x="1276007" y="396083"/>
                  </a:lnTo>
                  <a:lnTo>
                    <a:pt x="1285736" y="395118"/>
                  </a:lnTo>
                  <a:lnTo>
                    <a:pt x="1295480" y="394337"/>
                  </a:lnTo>
                  <a:lnTo>
                    <a:pt x="1305224" y="393737"/>
                  </a:lnTo>
                  <a:lnTo>
                    <a:pt x="1314968" y="393314"/>
                  </a:lnTo>
                  <a:lnTo>
                    <a:pt x="1324697" y="393063"/>
                  </a:lnTo>
                  <a:lnTo>
                    <a:pt x="1334441" y="392982"/>
                  </a:lnTo>
                  <a:lnTo>
                    <a:pt x="1344185" y="393066"/>
                  </a:lnTo>
                  <a:lnTo>
                    <a:pt x="1353929" y="393309"/>
                  </a:lnTo>
                  <a:lnTo>
                    <a:pt x="1363658" y="393706"/>
                  </a:lnTo>
                  <a:lnTo>
                    <a:pt x="1373402" y="394251"/>
                  </a:lnTo>
                  <a:lnTo>
                    <a:pt x="1383146" y="394936"/>
                  </a:lnTo>
                  <a:lnTo>
                    <a:pt x="1392890" y="395759"/>
                  </a:lnTo>
                  <a:lnTo>
                    <a:pt x="1402619" y="396708"/>
                  </a:lnTo>
                  <a:lnTo>
                    <a:pt x="1412363" y="397777"/>
                  </a:lnTo>
                  <a:lnTo>
                    <a:pt x="1422106" y="398959"/>
                  </a:lnTo>
                  <a:lnTo>
                    <a:pt x="1431850" y="400246"/>
                  </a:lnTo>
                  <a:lnTo>
                    <a:pt x="1441594" y="401630"/>
                  </a:lnTo>
                  <a:lnTo>
                    <a:pt x="1451323" y="403102"/>
                  </a:lnTo>
                  <a:lnTo>
                    <a:pt x="1461067" y="404655"/>
                  </a:lnTo>
                  <a:lnTo>
                    <a:pt x="1470811" y="406277"/>
                  </a:lnTo>
                  <a:lnTo>
                    <a:pt x="1480555" y="407961"/>
                  </a:lnTo>
                  <a:lnTo>
                    <a:pt x="1490284" y="409697"/>
                  </a:lnTo>
                  <a:lnTo>
                    <a:pt x="1500028" y="411477"/>
                  </a:lnTo>
                  <a:lnTo>
                    <a:pt x="1509772" y="413290"/>
                  </a:lnTo>
                  <a:lnTo>
                    <a:pt x="1519516" y="415129"/>
                  </a:lnTo>
                  <a:lnTo>
                    <a:pt x="1529245" y="416981"/>
                  </a:lnTo>
                  <a:lnTo>
                    <a:pt x="1538989" y="418840"/>
                  </a:lnTo>
                  <a:lnTo>
                    <a:pt x="1548733" y="420695"/>
                  </a:lnTo>
                  <a:lnTo>
                    <a:pt x="1558477" y="422537"/>
                  </a:lnTo>
                  <a:lnTo>
                    <a:pt x="1568221" y="424354"/>
                  </a:lnTo>
                  <a:lnTo>
                    <a:pt x="1577950" y="426142"/>
                  </a:lnTo>
                  <a:lnTo>
                    <a:pt x="1587694" y="427888"/>
                  </a:lnTo>
                  <a:lnTo>
                    <a:pt x="1597438" y="429584"/>
                  </a:lnTo>
                  <a:lnTo>
                    <a:pt x="1607182" y="431221"/>
                  </a:lnTo>
                  <a:lnTo>
                    <a:pt x="1616911" y="432792"/>
                  </a:lnTo>
                  <a:lnTo>
                    <a:pt x="1626655" y="434286"/>
                  </a:lnTo>
                  <a:lnTo>
                    <a:pt x="1636399" y="435695"/>
                  </a:lnTo>
                  <a:lnTo>
                    <a:pt x="1646142" y="437014"/>
                  </a:lnTo>
                  <a:lnTo>
                    <a:pt x="1655872" y="438233"/>
                  </a:lnTo>
                  <a:lnTo>
                    <a:pt x="1665616" y="439344"/>
                  </a:lnTo>
                  <a:lnTo>
                    <a:pt x="1675359" y="440341"/>
                  </a:lnTo>
                  <a:lnTo>
                    <a:pt x="1685103" y="441218"/>
                  </a:lnTo>
                  <a:lnTo>
                    <a:pt x="1694832" y="441968"/>
                  </a:lnTo>
                  <a:lnTo>
                    <a:pt x="1704576" y="442583"/>
                  </a:lnTo>
                  <a:lnTo>
                    <a:pt x="1714320" y="443060"/>
                  </a:lnTo>
                  <a:lnTo>
                    <a:pt x="1724064" y="443391"/>
                  </a:lnTo>
                  <a:lnTo>
                    <a:pt x="1733808" y="443574"/>
                  </a:lnTo>
                  <a:lnTo>
                    <a:pt x="1743537" y="443601"/>
                  </a:lnTo>
                  <a:lnTo>
                    <a:pt x="1753281" y="443470"/>
                  </a:lnTo>
                  <a:lnTo>
                    <a:pt x="1763025" y="443176"/>
                  </a:lnTo>
                  <a:lnTo>
                    <a:pt x="1772769" y="442716"/>
                  </a:lnTo>
                  <a:lnTo>
                    <a:pt x="1782498" y="442086"/>
                  </a:lnTo>
                  <a:lnTo>
                    <a:pt x="1792242" y="441284"/>
                  </a:lnTo>
                  <a:lnTo>
                    <a:pt x="1801986" y="440308"/>
                  </a:lnTo>
                  <a:lnTo>
                    <a:pt x="1811730" y="439155"/>
                  </a:lnTo>
                  <a:lnTo>
                    <a:pt x="1821459" y="437824"/>
                  </a:lnTo>
                  <a:lnTo>
                    <a:pt x="1831203" y="436314"/>
                  </a:lnTo>
                  <a:lnTo>
                    <a:pt x="1840947" y="434624"/>
                  </a:lnTo>
                  <a:lnTo>
                    <a:pt x="1850691" y="432753"/>
                  </a:lnTo>
                  <a:lnTo>
                    <a:pt x="1860435" y="430700"/>
                  </a:lnTo>
                  <a:lnTo>
                    <a:pt x="1870164" y="428468"/>
                  </a:lnTo>
                  <a:lnTo>
                    <a:pt x="1879908" y="426054"/>
                  </a:lnTo>
                  <a:lnTo>
                    <a:pt x="1889652" y="423463"/>
                  </a:lnTo>
                  <a:lnTo>
                    <a:pt x="1899395" y="420694"/>
                  </a:lnTo>
                  <a:lnTo>
                    <a:pt x="1909124" y="417748"/>
                  </a:lnTo>
                  <a:lnTo>
                    <a:pt x="1918868" y="414627"/>
                  </a:lnTo>
                  <a:lnTo>
                    <a:pt x="1928612" y="411334"/>
                  </a:lnTo>
                  <a:lnTo>
                    <a:pt x="1938356" y="407872"/>
                  </a:lnTo>
                  <a:lnTo>
                    <a:pt x="1948085" y="404242"/>
                  </a:lnTo>
                  <a:lnTo>
                    <a:pt x="1957829" y="400449"/>
                  </a:lnTo>
                  <a:lnTo>
                    <a:pt x="1967573" y="396495"/>
                  </a:lnTo>
                  <a:lnTo>
                    <a:pt x="1977317" y="392383"/>
                  </a:lnTo>
                  <a:lnTo>
                    <a:pt x="1987046" y="388117"/>
                  </a:lnTo>
                  <a:lnTo>
                    <a:pt x="1996790" y="383702"/>
                  </a:lnTo>
                  <a:lnTo>
                    <a:pt x="2006534" y="379140"/>
                  </a:lnTo>
                  <a:lnTo>
                    <a:pt x="2016278" y="374438"/>
                  </a:lnTo>
                  <a:lnTo>
                    <a:pt x="2026022" y="369599"/>
                  </a:lnTo>
                  <a:lnTo>
                    <a:pt x="2035751" y="364627"/>
                  </a:lnTo>
                  <a:lnTo>
                    <a:pt x="2045495" y="359527"/>
                  </a:lnTo>
                  <a:lnTo>
                    <a:pt x="2055239" y="354304"/>
                  </a:lnTo>
                  <a:lnTo>
                    <a:pt x="2064983" y="348962"/>
                  </a:lnTo>
                  <a:lnTo>
                    <a:pt x="2074712" y="343509"/>
                  </a:lnTo>
                  <a:lnTo>
                    <a:pt x="2084456" y="337949"/>
                  </a:lnTo>
                  <a:lnTo>
                    <a:pt x="2094200" y="332285"/>
                  </a:lnTo>
                  <a:lnTo>
                    <a:pt x="2103944" y="326525"/>
                  </a:lnTo>
                  <a:lnTo>
                    <a:pt x="2113673" y="320672"/>
                  </a:lnTo>
                  <a:lnTo>
                    <a:pt x="2123417" y="314735"/>
                  </a:lnTo>
                  <a:lnTo>
                    <a:pt x="2133161" y="308717"/>
                  </a:lnTo>
                  <a:lnTo>
                    <a:pt x="2142905" y="302624"/>
                  </a:lnTo>
                  <a:lnTo>
                    <a:pt x="2152649" y="296461"/>
                  </a:lnTo>
                  <a:lnTo>
                    <a:pt x="2162377" y="290235"/>
                  </a:lnTo>
                  <a:lnTo>
                    <a:pt x="2172121" y="283951"/>
                  </a:lnTo>
                  <a:lnTo>
                    <a:pt x="2181865" y="277616"/>
                  </a:lnTo>
                  <a:lnTo>
                    <a:pt x="2191609" y="271233"/>
                  </a:lnTo>
                  <a:lnTo>
                    <a:pt x="2201338" y="264810"/>
                  </a:lnTo>
                  <a:lnTo>
                    <a:pt x="2211082" y="258353"/>
                  </a:lnTo>
                  <a:lnTo>
                    <a:pt x="2220826" y="251864"/>
                  </a:lnTo>
                  <a:lnTo>
                    <a:pt x="2230570" y="245353"/>
                  </a:lnTo>
                  <a:lnTo>
                    <a:pt x="2240299" y="238826"/>
                  </a:lnTo>
                  <a:lnTo>
                    <a:pt x="2250043" y="232284"/>
                  </a:lnTo>
                  <a:lnTo>
                    <a:pt x="2259787" y="225737"/>
                  </a:lnTo>
                  <a:lnTo>
                    <a:pt x="2269531" y="219189"/>
                  </a:lnTo>
                  <a:lnTo>
                    <a:pt x="2279260" y="212647"/>
                  </a:lnTo>
                  <a:lnTo>
                    <a:pt x="2289004" y="206114"/>
                  </a:lnTo>
                  <a:lnTo>
                    <a:pt x="2298748" y="199597"/>
                  </a:lnTo>
                  <a:lnTo>
                    <a:pt x="2308492" y="193103"/>
                  </a:lnTo>
                  <a:lnTo>
                    <a:pt x="2318236" y="186635"/>
                  </a:lnTo>
                  <a:lnTo>
                    <a:pt x="2327965" y="180200"/>
                  </a:lnTo>
                  <a:lnTo>
                    <a:pt x="2337709" y="173803"/>
                  </a:lnTo>
                  <a:lnTo>
                    <a:pt x="2347453" y="167450"/>
                  </a:lnTo>
                  <a:lnTo>
                    <a:pt x="2357197" y="161144"/>
                  </a:lnTo>
                  <a:lnTo>
                    <a:pt x="2366926" y="154894"/>
                  </a:lnTo>
                  <a:lnTo>
                    <a:pt x="2376670" y="148702"/>
                  </a:lnTo>
                  <a:lnTo>
                    <a:pt x="2386413" y="142576"/>
                  </a:lnTo>
                  <a:lnTo>
                    <a:pt x="2396157" y="136519"/>
                  </a:lnTo>
                  <a:lnTo>
                    <a:pt x="2405886" y="130537"/>
                  </a:lnTo>
                  <a:lnTo>
                    <a:pt x="2415630" y="124634"/>
                  </a:lnTo>
                  <a:lnTo>
                    <a:pt x="2425374" y="118818"/>
                  </a:lnTo>
                  <a:lnTo>
                    <a:pt x="2435118" y="113091"/>
                  </a:lnTo>
                  <a:lnTo>
                    <a:pt x="2444862" y="107457"/>
                  </a:lnTo>
                  <a:lnTo>
                    <a:pt x="2454591" y="101924"/>
                  </a:lnTo>
                  <a:lnTo>
                    <a:pt x="2464335" y="96495"/>
                  </a:lnTo>
                  <a:lnTo>
                    <a:pt x="2474079" y="91173"/>
                  </a:lnTo>
                  <a:lnTo>
                    <a:pt x="2483823" y="85966"/>
                  </a:lnTo>
                  <a:lnTo>
                    <a:pt x="2493552" y="80876"/>
                  </a:lnTo>
                  <a:lnTo>
                    <a:pt x="2503296" y="75907"/>
                  </a:lnTo>
                  <a:lnTo>
                    <a:pt x="2513040" y="71065"/>
                  </a:lnTo>
                  <a:lnTo>
                    <a:pt x="2522784" y="66353"/>
                  </a:lnTo>
                  <a:lnTo>
                    <a:pt x="2532513" y="61774"/>
                  </a:lnTo>
                  <a:lnTo>
                    <a:pt x="2542257" y="57334"/>
                  </a:lnTo>
                  <a:lnTo>
                    <a:pt x="2552001" y="53036"/>
                  </a:lnTo>
                  <a:lnTo>
                    <a:pt x="2561745" y="48884"/>
                  </a:lnTo>
                  <a:lnTo>
                    <a:pt x="2571474" y="44880"/>
                  </a:lnTo>
                  <a:lnTo>
                    <a:pt x="2581218" y="41029"/>
                  </a:lnTo>
                  <a:lnTo>
                    <a:pt x="2590962" y="37334"/>
                  </a:lnTo>
                  <a:lnTo>
                    <a:pt x="2600705" y="33797"/>
                  </a:lnTo>
                  <a:lnTo>
                    <a:pt x="2610449" y="30422"/>
                  </a:lnTo>
                  <a:lnTo>
                    <a:pt x="2620178" y="27212"/>
                  </a:lnTo>
                  <a:lnTo>
                    <a:pt x="2629922" y="24171"/>
                  </a:lnTo>
                  <a:lnTo>
                    <a:pt x="2639666" y="21298"/>
                  </a:lnTo>
                  <a:lnTo>
                    <a:pt x="2649410" y="18598"/>
                  </a:lnTo>
                  <a:lnTo>
                    <a:pt x="2659139" y="16075"/>
                  </a:lnTo>
                  <a:lnTo>
                    <a:pt x="2668883" y="13726"/>
                  </a:lnTo>
                  <a:lnTo>
                    <a:pt x="2678627" y="11559"/>
                  </a:lnTo>
                  <a:lnTo>
                    <a:pt x="2688371" y="9573"/>
                  </a:lnTo>
                  <a:lnTo>
                    <a:pt x="2698100" y="7768"/>
                  </a:lnTo>
                  <a:lnTo>
                    <a:pt x="2707844" y="6149"/>
                  </a:lnTo>
                  <a:lnTo>
                    <a:pt x="2717588" y="4716"/>
                  </a:lnTo>
                  <a:lnTo>
                    <a:pt x="2727332" y="3471"/>
                  </a:lnTo>
                  <a:lnTo>
                    <a:pt x="2737076" y="2414"/>
                  </a:lnTo>
                  <a:lnTo>
                    <a:pt x="2746805" y="1548"/>
                  </a:lnTo>
                  <a:lnTo>
                    <a:pt x="2756549" y="872"/>
                  </a:lnTo>
                  <a:lnTo>
                    <a:pt x="2766293" y="389"/>
                  </a:lnTo>
                  <a:lnTo>
                    <a:pt x="2776037" y="98"/>
                  </a:lnTo>
                  <a:lnTo>
                    <a:pt x="2785766" y="0"/>
                  </a:lnTo>
                  <a:lnTo>
                    <a:pt x="2795510" y="97"/>
                  </a:lnTo>
                  <a:lnTo>
                    <a:pt x="2805254" y="387"/>
                  </a:lnTo>
                  <a:lnTo>
                    <a:pt x="2814998" y="875"/>
                  </a:lnTo>
                  <a:lnTo>
                    <a:pt x="2824727" y="1555"/>
                  </a:lnTo>
                  <a:lnTo>
                    <a:pt x="2834471" y="2433"/>
                  </a:lnTo>
                  <a:lnTo>
                    <a:pt x="2844215" y="3504"/>
                  </a:lnTo>
                  <a:lnTo>
                    <a:pt x="2853958" y="4774"/>
                  </a:lnTo>
                  <a:lnTo>
                    <a:pt x="2863687" y="6238"/>
                  </a:lnTo>
                  <a:lnTo>
                    <a:pt x="2873431" y="7898"/>
                  </a:lnTo>
                  <a:lnTo>
                    <a:pt x="2883175" y="9753"/>
                  </a:lnTo>
                  <a:lnTo>
                    <a:pt x="2892919" y="11804"/>
                  </a:lnTo>
                  <a:lnTo>
                    <a:pt x="2902663" y="14053"/>
                  </a:lnTo>
                  <a:lnTo>
                    <a:pt x="2912392" y="1649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3" name="Freeform 672">
              <a:extLst>
                <a:ext uri="{FF2B5EF4-FFF2-40B4-BE49-F238E27FC236}">
                  <a16:creationId xmlns:a16="http://schemas.microsoft.com/office/drawing/2014/main" id="{252657A8-622B-6F8E-F10F-2649E124B374}"/>
                </a:ext>
              </a:extLst>
            </p:cNvPr>
            <p:cNvSpPr/>
            <p:nvPr/>
          </p:nvSpPr>
          <p:spPr>
            <a:xfrm>
              <a:off x="576446" y="3363434"/>
              <a:ext cx="2912392" cy="387987"/>
            </a:xfrm>
            <a:custGeom>
              <a:avLst/>
              <a:gdLst>
                <a:gd name="connsiteX0" fmla="*/ 0 w 2912392"/>
                <a:gd name="connsiteY0" fmla="*/ 309011 h 387987"/>
                <a:gd name="connsiteX1" fmla="*/ 9739 w 2912392"/>
                <a:gd name="connsiteY1" fmla="*/ 309242 h 387987"/>
                <a:gd name="connsiteX2" fmla="*/ 19480 w 2912392"/>
                <a:gd name="connsiteY2" fmla="*/ 309579 h 387987"/>
                <a:gd name="connsiteX3" fmla="*/ 29221 w 2912392"/>
                <a:gd name="connsiteY3" fmla="*/ 310025 h 387987"/>
                <a:gd name="connsiteX4" fmla="*/ 38961 w 2912392"/>
                <a:gd name="connsiteY4" fmla="*/ 310586 h 387987"/>
                <a:gd name="connsiteX5" fmla="*/ 48702 w 2912392"/>
                <a:gd name="connsiteY5" fmla="*/ 311261 h 387987"/>
                <a:gd name="connsiteX6" fmla="*/ 58443 w 2912392"/>
                <a:gd name="connsiteY6" fmla="*/ 312052 h 387987"/>
                <a:gd name="connsiteX7" fmla="*/ 68182 w 2912392"/>
                <a:gd name="connsiteY7" fmla="*/ 312961 h 387987"/>
                <a:gd name="connsiteX8" fmla="*/ 77923 w 2912392"/>
                <a:gd name="connsiteY8" fmla="*/ 313986 h 387987"/>
                <a:gd name="connsiteX9" fmla="*/ 87664 w 2912392"/>
                <a:gd name="connsiteY9" fmla="*/ 315125 h 387987"/>
                <a:gd name="connsiteX10" fmla="*/ 97404 w 2912392"/>
                <a:gd name="connsiteY10" fmla="*/ 316381 h 387987"/>
                <a:gd name="connsiteX11" fmla="*/ 107145 w 2912392"/>
                <a:gd name="connsiteY11" fmla="*/ 317748 h 387987"/>
                <a:gd name="connsiteX12" fmla="*/ 116886 w 2912392"/>
                <a:gd name="connsiteY12" fmla="*/ 319224 h 387987"/>
                <a:gd name="connsiteX13" fmla="*/ 126625 w 2912392"/>
                <a:gd name="connsiteY13" fmla="*/ 320805 h 387987"/>
                <a:gd name="connsiteX14" fmla="*/ 136366 w 2912392"/>
                <a:gd name="connsiteY14" fmla="*/ 322487 h 387987"/>
                <a:gd name="connsiteX15" fmla="*/ 146107 w 2912392"/>
                <a:gd name="connsiteY15" fmla="*/ 324264 h 387987"/>
                <a:gd name="connsiteX16" fmla="*/ 155846 w 2912392"/>
                <a:gd name="connsiteY16" fmla="*/ 326133 h 387987"/>
                <a:gd name="connsiteX17" fmla="*/ 165587 w 2912392"/>
                <a:gd name="connsiteY17" fmla="*/ 328086 h 387987"/>
                <a:gd name="connsiteX18" fmla="*/ 175328 w 2912392"/>
                <a:gd name="connsiteY18" fmla="*/ 330117 h 387987"/>
                <a:gd name="connsiteX19" fmla="*/ 185068 w 2912392"/>
                <a:gd name="connsiteY19" fmla="*/ 332219 h 387987"/>
                <a:gd name="connsiteX20" fmla="*/ 194809 w 2912392"/>
                <a:gd name="connsiteY20" fmla="*/ 334384 h 387987"/>
                <a:gd name="connsiteX21" fmla="*/ 204550 w 2912392"/>
                <a:gd name="connsiteY21" fmla="*/ 336607 h 387987"/>
                <a:gd name="connsiteX22" fmla="*/ 214289 w 2912392"/>
                <a:gd name="connsiteY22" fmla="*/ 338876 h 387987"/>
                <a:gd name="connsiteX23" fmla="*/ 224030 w 2912392"/>
                <a:gd name="connsiteY23" fmla="*/ 341185 h 387987"/>
                <a:gd name="connsiteX24" fmla="*/ 233771 w 2912392"/>
                <a:gd name="connsiteY24" fmla="*/ 343526 h 387987"/>
                <a:gd name="connsiteX25" fmla="*/ 243510 w 2912392"/>
                <a:gd name="connsiteY25" fmla="*/ 345889 h 387987"/>
                <a:gd name="connsiteX26" fmla="*/ 253251 w 2912392"/>
                <a:gd name="connsiteY26" fmla="*/ 348265 h 387987"/>
                <a:gd name="connsiteX27" fmla="*/ 262992 w 2912392"/>
                <a:gd name="connsiteY27" fmla="*/ 350646 h 387987"/>
                <a:gd name="connsiteX28" fmla="*/ 272732 w 2912392"/>
                <a:gd name="connsiteY28" fmla="*/ 353021 h 387987"/>
                <a:gd name="connsiteX29" fmla="*/ 282473 w 2912392"/>
                <a:gd name="connsiteY29" fmla="*/ 355384 h 387987"/>
                <a:gd name="connsiteX30" fmla="*/ 292214 w 2912392"/>
                <a:gd name="connsiteY30" fmla="*/ 357723 h 387987"/>
                <a:gd name="connsiteX31" fmla="*/ 301953 w 2912392"/>
                <a:gd name="connsiteY31" fmla="*/ 360029 h 387987"/>
                <a:gd name="connsiteX32" fmla="*/ 311694 w 2912392"/>
                <a:gd name="connsiteY32" fmla="*/ 362296 h 387987"/>
                <a:gd name="connsiteX33" fmla="*/ 321435 w 2912392"/>
                <a:gd name="connsiteY33" fmla="*/ 364514 h 387987"/>
                <a:gd name="connsiteX34" fmla="*/ 331175 w 2912392"/>
                <a:gd name="connsiteY34" fmla="*/ 366673 h 387987"/>
                <a:gd name="connsiteX35" fmla="*/ 340916 w 2912392"/>
                <a:gd name="connsiteY35" fmla="*/ 368766 h 387987"/>
                <a:gd name="connsiteX36" fmla="*/ 350656 w 2912392"/>
                <a:gd name="connsiteY36" fmla="*/ 370785 h 387987"/>
                <a:gd name="connsiteX37" fmla="*/ 360396 w 2912392"/>
                <a:gd name="connsiteY37" fmla="*/ 372723 h 387987"/>
                <a:gd name="connsiteX38" fmla="*/ 370137 w 2912392"/>
                <a:gd name="connsiteY38" fmla="*/ 374571 h 387987"/>
                <a:gd name="connsiteX39" fmla="*/ 379878 w 2912392"/>
                <a:gd name="connsiteY39" fmla="*/ 376323 h 387987"/>
                <a:gd name="connsiteX40" fmla="*/ 389617 w 2912392"/>
                <a:gd name="connsiteY40" fmla="*/ 377974 h 387987"/>
                <a:gd name="connsiteX41" fmla="*/ 399358 w 2912392"/>
                <a:gd name="connsiteY41" fmla="*/ 379514 h 387987"/>
                <a:gd name="connsiteX42" fmla="*/ 409099 w 2912392"/>
                <a:gd name="connsiteY42" fmla="*/ 380942 h 387987"/>
                <a:gd name="connsiteX43" fmla="*/ 418839 w 2912392"/>
                <a:gd name="connsiteY43" fmla="*/ 382248 h 387987"/>
                <a:gd name="connsiteX44" fmla="*/ 428580 w 2912392"/>
                <a:gd name="connsiteY44" fmla="*/ 383431 h 387987"/>
                <a:gd name="connsiteX45" fmla="*/ 438321 w 2912392"/>
                <a:gd name="connsiteY45" fmla="*/ 384485 h 387987"/>
                <a:gd name="connsiteX46" fmla="*/ 448060 w 2912392"/>
                <a:gd name="connsiteY46" fmla="*/ 385405 h 387987"/>
                <a:gd name="connsiteX47" fmla="*/ 457801 w 2912392"/>
                <a:gd name="connsiteY47" fmla="*/ 386191 h 387987"/>
                <a:gd name="connsiteX48" fmla="*/ 467542 w 2912392"/>
                <a:gd name="connsiteY48" fmla="*/ 386836 h 387987"/>
                <a:gd name="connsiteX49" fmla="*/ 477281 w 2912392"/>
                <a:gd name="connsiteY49" fmla="*/ 387341 h 387987"/>
                <a:gd name="connsiteX50" fmla="*/ 487022 w 2912392"/>
                <a:gd name="connsiteY50" fmla="*/ 387701 h 387987"/>
                <a:gd name="connsiteX51" fmla="*/ 496763 w 2912392"/>
                <a:gd name="connsiteY51" fmla="*/ 387917 h 387987"/>
                <a:gd name="connsiteX52" fmla="*/ 506503 w 2912392"/>
                <a:gd name="connsiteY52" fmla="*/ 387987 h 387987"/>
                <a:gd name="connsiteX53" fmla="*/ 516244 w 2912392"/>
                <a:gd name="connsiteY53" fmla="*/ 387911 h 387987"/>
                <a:gd name="connsiteX54" fmla="*/ 525985 w 2912392"/>
                <a:gd name="connsiteY54" fmla="*/ 387689 h 387987"/>
                <a:gd name="connsiteX55" fmla="*/ 535724 w 2912392"/>
                <a:gd name="connsiteY55" fmla="*/ 387323 h 387987"/>
                <a:gd name="connsiteX56" fmla="*/ 545465 w 2912392"/>
                <a:gd name="connsiteY56" fmla="*/ 386809 h 387987"/>
                <a:gd name="connsiteX57" fmla="*/ 555206 w 2912392"/>
                <a:gd name="connsiteY57" fmla="*/ 386152 h 387987"/>
                <a:gd name="connsiteX58" fmla="*/ 564946 w 2912392"/>
                <a:gd name="connsiteY58" fmla="*/ 385353 h 387987"/>
                <a:gd name="connsiteX59" fmla="*/ 574687 w 2912392"/>
                <a:gd name="connsiteY59" fmla="*/ 384413 h 387987"/>
                <a:gd name="connsiteX60" fmla="*/ 584428 w 2912392"/>
                <a:gd name="connsiteY60" fmla="*/ 383334 h 387987"/>
                <a:gd name="connsiteX61" fmla="*/ 594167 w 2912392"/>
                <a:gd name="connsiteY61" fmla="*/ 382120 h 387987"/>
                <a:gd name="connsiteX62" fmla="*/ 603908 w 2912392"/>
                <a:gd name="connsiteY62" fmla="*/ 380773 h 387987"/>
                <a:gd name="connsiteX63" fmla="*/ 613649 w 2912392"/>
                <a:gd name="connsiteY63" fmla="*/ 379295 h 387987"/>
                <a:gd name="connsiteX64" fmla="*/ 623388 w 2912392"/>
                <a:gd name="connsiteY64" fmla="*/ 377691 h 387987"/>
                <a:gd name="connsiteX65" fmla="*/ 633129 w 2912392"/>
                <a:gd name="connsiteY65" fmla="*/ 375964 h 387987"/>
                <a:gd name="connsiteX66" fmla="*/ 642870 w 2912392"/>
                <a:gd name="connsiteY66" fmla="*/ 374116 h 387987"/>
                <a:gd name="connsiteX67" fmla="*/ 652610 w 2912392"/>
                <a:gd name="connsiteY67" fmla="*/ 372153 h 387987"/>
                <a:gd name="connsiteX68" fmla="*/ 662351 w 2912392"/>
                <a:gd name="connsiteY68" fmla="*/ 370077 h 387987"/>
                <a:gd name="connsiteX69" fmla="*/ 672092 w 2912392"/>
                <a:gd name="connsiteY69" fmla="*/ 367893 h 387987"/>
                <a:gd name="connsiteX70" fmla="*/ 681831 w 2912392"/>
                <a:gd name="connsiteY70" fmla="*/ 365605 h 387987"/>
                <a:gd name="connsiteX71" fmla="*/ 691572 w 2912392"/>
                <a:gd name="connsiteY71" fmla="*/ 363216 h 387987"/>
                <a:gd name="connsiteX72" fmla="*/ 701313 w 2912392"/>
                <a:gd name="connsiteY72" fmla="*/ 360731 h 387987"/>
                <a:gd name="connsiteX73" fmla="*/ 711052 w 2912392"/>
                <a:gd name="connsiteY73" fmla="*/ 358152 h 387987"/>
                <a:gd name="connsiteX74" fmla="*/ 720793 w 2912392"/>
                <a:gd name="connsiteY74" fmla="*/ 355487 h 387987"/>
                <a:gd name="connsiteX75" fmla="*/ 730534 w 2912392"/>
                <a:gd name="connsiteY75" fmla="*/ 352735 h 387987"/>
                <a:gd name="connsiteX76" fmla="*/ 740274 w 2912392"/>
                <a:gd name="connsiteY76" fmla="*/ 349903 h 387987"/>
                <a:gd name="connsiteX77" fmla="*/ 750015 w 2912392"/>
                <a:gd name="connsiteY77" fmla="*/ 346994 h 387987"/>
                <a:gd name="connsiteX78" fmla="*/ 759756 w 2912392"/>
                <a:gd name="connsiteY78" fmla="*/ 344010 h 387987"/>
                <a:gd name="connsiteX79" fmla="*/ 769495 w 2912392"/>
                <a:gd name="connsiteY79" fmla="*/ 340957 h 387987"/>
                <a:gd name="connsiteX80" fmla="*/ 779236 w 2912392"/>
                <a:gd name="connsiteY80" fmla="*/ 337836 h 387987"/>
                <a:gd name="connsiteX81" fmla="*/ 788977 w 2912392"/>
                <a:gd name="connsiteY81" fmla="*/ 334651 h 387987"/>
                <a:gd name="connsiteX82" fmla="*/ 798717 w 2912392"/>
                <a:gd name="connsiteY82" fmla="*/ 331404 h 387987"/>
                <a:gd name="connsiteX83" fmla="*/ 808458 w 2912392"/>
                <a:gd name="connsiteY83" fmla="*/ 328099 h 387987"/>
                <a:gd name="connsiteX84" fmla="*/ 818199 w 2912392"/>
                <a:gd name="connsiteY84" fmla="*/ 324738 h 387987"/>
                <a:gd name="connsiteX85" fmla="*/ 827938 w 2912392"/>
                <a:gd name="connsiteY85" fmla="*/ 321323 h 387987"/>
                <a:gd name="connsiteX86" fmla="*/ 837679 w 2912392"/>
                <a:gd name="connsiteY86" fmla="*/ 317858 h 387987"/>
                <a:gd name="connsiteX87" fmla="*/ 847420 w 2912392"/>
                <a:gd name="connsiteY87" fmla="*/ 314342 h 387987"/>
                <a:gd name="connsiteX88" fmla="*/ 857159 w 2912392"/>
                <a:gd name="connsiteY88" fmla="*/ 310779 h 387987"/>
                <a:gd name="connsiteX89" fmla="*/ 866900 w 2912392"/>
                <a:gd name="connsiteY89" fmla="*/ 307169 h 387987"/>
                <a:gd name="connsiteX90" fmla="*/ 876641 w 2912392"/>
                <a:gd name="connsiteY90" fmla="*/ 303515 h 387987"/>
                <a:gd name="connsiteX91" fmla="*/ 886381 w 2912392"/>
                <a:gd name="connsiteY91" fmla="*/ 299815 h 387987"/>
                <a:gd name="connsiteX92" fmla="*/ 896122 w 2912392"/>
                <a:gd name="connsiteY92" fmla="*/ 296074 h 387987"/>
                <a:gd name="connsiteX93" fmla="*/ 905863 w 2912392"/>
                <a:gd name="connsiteY93" fmla="*/ 292293 h 387987"/>
                <a:gd name="connsiteX94" fmla="*/ 915602 w 2912392"/>
                <a:gd name="connsiteY94" fmla="*/ 288468 h 387987"/>
                <a:gd name="connsiteX95" fmla="*/ 925343 w 2912392"/>
                <a:gd name="connsiteY95" fmla="*/ 284605 h 387987"/>
                <a:gd name="connsiteX96" fmla="*/ 935084 w 2912392"/>
                <a:gd name="connsiteY96" fmla="*/ 280700 h 387987"/>
                <a:gd name="connsiteX97" fmla="*/ 944824 w 2912392"/>
                <a:gd name="connsiteY97" fmla="*/ 276756 h 387987"/>
                <a:gd name="connsiteX98" fmla="*/ 954564 w 2912392"/>
                <a:gd name="connsiteY98" fmla="*/ 272774 h 387987"/>
                <a:gd name="connsiteX99" fmla="*/ 964305 w 2912392"/>
                <a:gd name="connsiteY99" fmla="*/ 268752 h 387987"/>
                <a:gd name="connsiteX100" fmla="*/ 974045 w 2912392"/>
                <a:gd name="connsiteY100" fmla="*/ 264691 h 387987"/>
                <a:gd name="connsiteX101" fmla="*/ 983786 w 2912392"/>
                <a:gd name="connsiteY101" fmla="*/ 260592 h 387987"/>
                <a:gd name="connsiteX102" fmla="*/ 993522 w 2912392"/>
                <a:gd name="connsiteY102" fmla="*/ 256453 h 387987"/>
                <a:gd name="connsiteX103" fmla="*/ 1003266 w 2912392"/>
                <a:gd name="connsiteY103" fmla="*/ 252276 h 387987"/>
                <a:gd name="connsiteX104" fmla="*/ 1013010 w 2912392"/>
                <a:gd name="connsiteY104" fmla="*/ 248061 h 387987"/>
                <a:gd name="connsiteX105" fmla="*/ 1022754 w 2912392"/>
                <a:gd name="connsiteY105" fmla="*/ 243807 h 387987"/>
                <a:gd name="connsiteX106" fmla="*/ 1032483 w 2912392"/>
                <a:gd name="connsiteY106" fmla="*/ 239515 h 387987"/>
                <a:gd name="connsiteX107" fmla="*/ 1042227 w 2912392"/>
                <a:gd name="connsiteY107" fmla="*/ 235183 h 387987"/>
                <a:gd name="connsiteX108" fmla="*/ 1051971 w 2912392"/>
                <a:gd name="connsiteY108" fmla="*/ 230815 h 387987"/>
                <a:gd name="connsiteX109" fmla="*/ 1061715 w 2912392"/>
                <a:gd name="connsiteY109" fmla="*/ 226409 h 387987"/>
                <a:gd name="connsiteX110" fmla="*/ 1071444 w 2912392"/>
                <a:gd name="connsiteY110" fmla="*/ 221967 h 387987"/>
                <a:gd name="connsiteX111" fmla="*/ 1081188 w 2912392"/>
                <a:gd name="connsiteY111" fmla="*/ 217486 h 387987"/>
                <a:gd name="connsiteX112" fmla="*/ 1090932 w 2912392"/>
                <a:gd name="connsiteY112" fmla="*/ 212972 h 387987"/>
                <a:gd name="connsiteX113" fmla="*/ 1100676 w 2912392"/>
                <a:gd name="connsiteY113" fmla="*/ 208422 h 387987"/>
                <a:gd name="connsiteX114" fmla="*/ 1110405 w 2912392"/>
                <a:gd name="connsiteY114" fmla="*/ 203839 h 387987"/>
                <a:gd name="connsiteX115" fmla="*/ 1120149 w 2912392"/>
                <a:gd name="connsiteY115" fmla="*/ 199223 h 387987"/>
                <a:gd name="connsiteX116" fmla="*/ 1129893 w 2912392"/>
                <a:gd name="connsiteY116" fmla="*/ 194578 h 387987"/>
                <a:gd name="connsiteX117" fmla="*/ 1139637 w 2912392"/>
                <a:gd name="connsiteY117" fmla="*/ 189901 h 387987"/>
                <a:gd name="connsiteX118" fmla="*/ 1149381 w 2912392"/>
                <a:gd name="connsiteY118" fmla="*/ 185197 h 387987"/>
                <a:gd name="connsiteX119" fmla="*/ 1159110 w 2912392"/>
                <a:gd name="connsiteY119" fmla="*/ 180468 h 387987"/>
                <a:gd name="connsiteX120" fmla="*/ 1168854 w 2912392"/>
                <a:gd name="connsiteY120" fmla="*/ 175717 h 387987"/>
                <a:gd name="connsiteX121" fmla="*/ 1178598 w 2912392"/>
                <a:gd name="connsiteY121" fmla="*/ 170944 h 387987"/>
                <a:gd name="connsiteX122" fmla="*/ 1188341 w 2912392"/>
                <a:gd name="connsiteY122" fmla="*/ 166153 h 387987"/>
                <a:gd name="connsiteX123" fmla="*/ 1198070 w 2912392"/>
                <a:gd name="connsiteY123" fmla="*/ 161347 h 387987"/>
                <a:gd name="connsiteX124" fmla="*/ 1207814 w 2912392"/>
                <a:gd name="connsiteY124" fmla="*/ 156529 h 387987"/>
                <a:gd name="connsiteX125" fmla="*/ 1217558 w 2912392"/>
                <a:gd name="connsiteY125" fmla="*/ 151701 h 387987"/>
                <a:gd name="connsiteX126" fmla="*/ 1227302 w 2912392"/>
                <a:gd name="connsiteY126" fmla="*/ 146870 h 387987"/>
                <a:gd name="connsiteX127" fmla="*/ 1237031 w 2912392"/>
                <a:gd name="connsiteY127" fmla="*/ 142035 h 387987"/>
                <a:gd name="connsiteX128" fmla="*/ 1246775 w 2912392"/>
                <a:gd name="connsiteY128" fmla="*/ 137205 h 387987"/>
                <a:gd name="connsiteX129" fmla="*/ 1256519 w 2912392"/>
                <a:gd name="connsiteY129" fmla="*/ 132381 h 387987"/>
                <a:gd name="connsiteX130" fmla="*/ 1266263 w 2912392"/>
                <a:gd name="connsiteY130" fmla="*/ 127567 h 387987"/>
                <a:gd name="connsiteX131" fmla="*/ 1276007 w 2912392"/>
                <a:gd name="connsiteY131" fmla="*/ 122768 h 387987"/>
                <a:gd name="connsiteX132" fmla="*/ 1285736 w 2912392"/>
                <a:gd name="connsiteY132" fmla="*/ 117991 h 387987"/>
                <a:gd name="connsiteX133" fmla="*/ 1295480 w 2912392"/>
                <a:gd name="connsiteY133" fmla="*/ 113238 h 387987"/>
                <a:gd name="connsiteX134" fmla="*/ 1305224 w 2912392"/>
                <a:gd name="connsiteY134" fmla="*/ 108515 h 387987"/>
                <a:gd name="connsiteX135" fmla="*/ 1314968 w 2912392"/>
                <a:gd name="connsiteY135" fmla="*/ 103827 h 387987"/>
                <a:gd name="connsiteX136" fmla="*/ 1324697 w 2912392"/>
                <a:gd name="connsiteY136" fmla="*/ 99180 h 387987"/>
                <a:gd name="connsiteX137" fmla="*/ 1334441 w 2912392"/>
                <a:gd name="connsiteY137" fmla="*/ 94577 h 387987"/>
                <a:gd name="connsiteX138" fmla="*/ 1344185 w 2912392"/>
                <a:gd name="connsiteY138" fmla="*/ 90027 h 387987"/>
                <a:gd name="connsiteX139" fmla="*/ 1353929 w 2912392"/>
                <a:gd name="connsiteY139" fmla="*/ 85532 h 387987"/>
                <a:gd name="connsiteX140" fmla="*/ 1363658 w 2912392"/>
                <a:gd name="connsiteY140" fmla="*/ 81100 h 387987"/>
                <a:gd name="connsiteX141" fmla="*/ 1373402 w 2912392"/>
                <a:gd name="connsiteY141" fmla="*/ 76734 h 387987"/>
                <a:gd name="connsiteX142" fmla="*/ 1383146 w 2912392"/>
                <a:gd name="connsiteY142" fmla="*/ 72443 h 387987"/>
                <a:gd name="connsiteX143" fmla="*/ 1392890 w 2912392"/>
                <a:gd name="connsiteY143" fmla="*/ 68228 h 387987"/>
                <a:gd name="connsiteX144" fmla="*/ 1402619 w 2912392"/>
                <a:gd name="connsiteY144" fmla="*/ 64100 h 387987"/>
                <a:gd name="connsiteX145" fmla="*/ 1412363 w 2912392"/>
                <a:gd name="connsiteY145" fmla="*/ 60059 h 387987"/>
                <a:gd name="connsiteX146" fmla="*/ 1422106 w 2912392"/>
                <a:gd name="connsiteY146" fmla="*/ 56114 h 387987"/>
                <a:gd name="connsiteX147" fmla="*/ 1431850 w 2912392"/>
                <a:gd name="connsiteY147" fmla="*/ 52267 h 387987"/>
                <a:gd name="connsiteX148" fmla="*/ 1441594 w 2912392"/>
                <a:gd name="connsiteY148" fmla="*/ 48528 h 387987"/>
                <a:gd name="connsiteX149" fmla="*/ 1451323 w 2912392"/>
                <a:gd name="connsiteY149" fmla="*/ 44897 h 387987"/>
                <a:gd name="connsiteX150" fmla="*/ 1461067 w 2912392"/>
                <a:gd name="connsiteY150" fmla="*/ 41382 h 387987"/>
                <a:gd name="connsiteX151" fmla="*/ 1470811 w 2912392"/>
                <a:gd name="connsiteY151" fmla="*/ 37986 h 387987"/>
                <a:gd name="connsiteX152" fmla="*/ 1480555 w 2912392"/>
                <a:gd name="connsiteY152" fmla="*/ 34716 h 387987"/>
                <a:gd name="connsiteX153" fmla="*/ 1490284 w 2912392"/>
                <a:gd name="connsiteY153" fmla="*/ 31574 h 387987"/>
                <a:gd name="connsiteX154" fmla="*/ 1500028 w 2912392"/>
                <a:gd name="connsiteY154" fmla="*/ 28564 h 387987"/>
                <a:gd name="connsiteX155" fmla="*/ 1509772 w 2912392"/>
                <a:gd name="connsiteY155" fmla="*/ 25690 h 387987"/>
                <a:gd name="connsiteX156" fmla="*/ 1519516 w 2912392"/>
                <a:gd name="connsiteY156" fmla="*/ 22958 h 387987"/>
                <a:gd name="connsiteX157" fmla="*/ 1529245 w 2912392"/>
                <a:gd name="connsiteY157" fmla="*/ 20370 h 387987"/>
                <a:gd name="connsiteX158" fmla="*/ 1538989 w 2912392"/>
                <a:gd name="connsiteY158" fmla="*/ 17927 h 387987"/>
                <a:gd name="connsiteX159" fmla="*/ 1548733 w 2912392"/>
                <a:gd name="connsiteY159" fmla="*/ 15635 h 387987"/>
                <a:gd name="connsiteX160" fmla="*/ 1558477 w 2912392"/>
                <a:gd name="connsiteY160" fmla="*/ 13494 h 387987"/>
                <a:gd name="connsiteX161" fmla="*/ 1568221 w 2912392"/>
                <a:gd name="connsiteY161" fmla="*/ 11507 h 387987"/>
                <a:gd name="connsiteX162" fmla="*/ 1577950 w 2912392"/>
                <a:gd name="connsiteY162" fmla="*/ 9677 h 387987"/>
                <a:gd name="connsiteX163" fmla="*/ 1587694 w 2912392"/>
                <a:gd name="connsiteY163" fmla="*/ 8002 h 387987"/>
                <a:gd name="connsiteX164" fmla="*/ 1597438 w 2912392"/>
                <a:gd name="connsiteY164" fmla="*/ 6489 h 387987"/>
                <a:gd name="connsiteX165" fmla="*/ 1607182 w 2912392"/>
                <a:gd name="connsiteY165" fmla="*/ 5133 h 387987"/>
                <a:gd name="connsiteX166" fmla="*/ 1616911 w 2912392"/>
                <a:gd name="connsiteY166" fmla="*/ 3938 h 387987"/>
                <a:gd name="connsiteX167" fmla="*/ 1626655 w 2912392"/>
                <a:gd name="connsiteY167" fmla="*/ 2901 h 387987"/>
                <a:gd name="connsiteX168" fmla="*/ 1636399 w 2912392"/>
                <a:gd name="connsiteY168" fmla="*/ 2025 h 387987"/>
                <a:gd name="connsiteX169" fmla="*/ 1646142 w 2912392"/>
                <a:gd name="connsiteY169" fmla="*/ 1308 h 387987"/>
                <a:gd name="connsiteX170" fmla="*/ 1655872 w 2912392"/>
                <a:gd name="connsiteY170" fmla="*/ 748 h 387987"/>
                <a:gd name="connsiteX171" fmla="*/ 1665616 w 2912392"/>
                <a:gd name="connsiteY171" fmla="*/ 346 h 387987"/>
                <a:gd name="connsiteX172" fmla="*/ 1675359 w 2912392"/>
                <a:gd name="connsiteY172" fmla="*/ 97 h 387987"/>
                <a:gd name="connsiteX173" fmla="*/ 1685103 w 2912392"/>
                <a:gd name="connsiteY173" fmla="*/ 0 h 387987"/>
                <a:gd name="connsiteX174" fmla="*/ 1694832 w 2912392"/>
                <a:gd name="connsiteY174" fmla="*/ 54 h 387987"/>
                <a:gd name="connsiteX175" fmla="*/ 1704576 w 2912392"/>
                <a:gd name="connsiteY175" fmla="*/ 255 h 387987"/>
                <a:gd name="connsiteX176" fmla="*/ 1714320 w 2912392"/>
                <a:gd name="connsiteY176" fmla="*/ 599 h 387987"/>
                <a:gd name="connsiteX177" fmla="*/ 1724064 w 2912392"/>
                <a:gd name="connsiteY177" fmla="*/ 1083 h 387987"/>
                <a:gd name="connsiteX178" fmla="*/ 1733808 w 2912392"/>
                <a:gd name="connsiteY178" fmla="*/ 1705 h 387987"/>
                <a:gd name="connsiteX179" fmla="*/ 1743537 w 2912392"/>
                <a:gd name="connsiteY179" fmla="*/ 2458 h 387987"/>
                <a:gd name="connsiteX180" fmla="*/ 1753281 w 2912392"/>
                <a:gd name="connsiteY180" fmla="*/ 3339 h 387987"/>
                <a:gd name="connsiteX181" fmla="*/ 1763025 w 2912392"/>
                <a:gd name="connsiteY181" fmla="*/ 4343 h 387987"/>
                <a:gd name="connsiteX182" fmla="*/ 1772769 w 2912392"/>
                <a:gd name="connsiteY182" fmla="*/ 5465 h 387987"/>
                <a:gd name="connsiteX183" fmla="*/ 1782498 w 2912392"/>
                <a:gd name="connsiteY183" fmla="*/ 6699 h 387987"/>
                <a:gd name="connsiteX184" fmla="*/ 1792242 w 2912392"/>
                <a:gd name="connsiteY184" fmla="*/ 8039 h 387987"/>
                <a:gd name="connsiteX185" fmla="*/ 1801986 w 2912392"/>
                <a:gd name="connsiteY185" fmla="*/ 9482 h 387987"/>
                <a:gd name="connsiteX186" fmla="*/ 1811730 w 2912392"/>
                <a:gd name="connsiteY186" fmla="*/ 11018 h 387987"/>
                <a:gd name="connsiteX187" fmla="*/ 1821459 w 2912392"/>
                <a:gd name="connsiteY187" fmla="*/ 12643 h 387987"/>
                <a:gd name="connsiteX188" fmla="*/ 1831203 w 2912392"/>
                <a:gd name="connsiteY188" fmla="*/ 14351 h 387987"/>
                <a:gd name="connsiteX189" fmla="*/ 1840947 w 2912392"/>
                <a:gd name="connsiteY189" fmla="*/ 16133 h 387987"/>
                <a:gd name="connsiteX190" fmla="*/ 1850691 w 2912392"/>
                <a:gd name="connsiteY190" fmla="*/ 17985 h 387987"/>
                <a:gd name="connsiteX191" fmla="*/ 1860435 w 2912392"/>
                <a:gd name="connsiteY191" fmla="*/ 19899 h 387987"/>
                <a:gd name="connsiteX192" fmla="*/ 1870164 w 2912392"/>
                <a:gd name="connsiteY192" fmla="*/ 21867 h 387987"/>
                <a:gd name="connsiteX193" fmla="*/ 1879908 w 2912392"/>
                <a:gd name="connsiteY193" fmla="*/ 23883 h 387987"/>
                <a:gd name="connsiteX194" fmla="*/ 1889652 w 2912392"/>
                <a:gd name="connsiteY194" fmla="*/ 25941 h 387987"/>
                <a:gd name="connsiteX195" fmla="*/ 1899395 w 2912392"/>
                <a:gd name="connsiteY195" fmla="*/ 28032 h 387987"/>
                <a:gd name="connsiteX196" fmla="*/ 1909124 w 2912392"/>
                <a:gd name="connsiteY196" fmla="*/ 30150 h 387987"/>
                <a:gd name="connsiteX197" fmla="*/ 1918868 w 2912392"/>
                <a:gd name="connsiteY197" fmla="*/ 32288 h 387987"/>
                <a:gd name="connsiteX198" fmla="*/ 1928612 w 2912392"/>
                <a:gd name="connsiteY198" fmla="*/ 34438 h 387987"/>
                <a:gd name="connsiteX199" fmla="*/ 1938356 w 2912392"/>
                <a:gd name="connsiteY199" fmla="*/ 36593 h 387987"/>
                <a:gd name="connsiteX200" fmla="*/ 1948085 w 2912392"/>
                <a:gd name="connsiteY200" fmla="*/ 38746 h 387987"/>
                <a:gd name="connsiteX201" fmla="*/ 1957829 w 2912392"/>
                <a:gd name="connsiteY201" fmla="*/ 40892 h 387987"/>
                <a:gd name="connsiteX202" fmla="*/ 1967573 w 2912392"/>
                <a:gd name="connsiteY202" fmla="*/ 43022 h 387987"/>
                <a:gd name="connsiteX203" fmla="*/ 1977317 w 2912392"/>
                <a:gd name="connsiteY203" fmla="*/ 45132 h 387987"/>
                <a:gd name="connsiteX204" fmla="*/ 1987046 w 2912392"/>
                <a:gd name="connsiteY204" fmla="*/ 47212 h 387987"/>
                <a:gd name="connsiteX205" fmla="*/ 1996790 w 2912392"/>
                <a:gd name="connsiteY205" fmla="*/ 49259 h 387987"/>
                <a:gd name="connsiteX206" fmla="*/ 2006534 w 2912392"/>
                <a:gd name="connsiteY206" fmla="*/ 51266 h 387987"/>
                <a:gd name="connsiteX207" fmla="*/ 2016278 w 2912392"/>
                <a:gd name="connsiteY207" fmla="*/ 53225 h 387987"/>
                <a:gd name="connsiteX208" fmla="*/ 2026022 w 2912392"/>
                <a:gd name="connsiteY208" fmla="*/ 55135 h 387987"/>
                <a:gd name="connsiteX209" fmla="*/ 2035751 w 2912392"/>
                <a:gd name="connsiteY209" fmla="*/ 56986 h 387987"/>
                <a:gd name="connsiteX210" fmla="*/ 2045495 w 2912392"/>
                <a:gd name="connsiteY210" fmla="*/ 58777 h 387987"/>
                <a:gd name="connsiteX211" fmla="*/ 2055239 w 2912392"/>
                <a:gd name="connsiteY211" fmla="*/ 60499 h 387987"/>
                <a:gd name="connsiteX212" fmla="*/ 2064983 w 2912392"/>
                <a:gd name="connsiteY212" fmla="*/ 62151 h 387987"/>
                <a:gd name="connsiteX213" fmla="*/ 2074712 w 2912392"/>
                <a:gd name="connsiteY213" fmla="*/ 63727 h 387987"/>
                <a:gd name="connsiteX214" fmla="*/ 2084456 w 2912392"/>
                <a:gd name="connsiteY214" fmla="*/ 65225 h 387987"/>
                <a:gd name="connsiteX215" fmla="*/ 2094200 w 2912392"/>
                <a:gd name="connsiteY215" fmla="*/ 66640 h 387987"/>
                <a:gd name="connsiteX216" fmla="*/ 2103944 w 2912392"/>
                <a:gd name="connsiteY216" fmla="*/ 67969 h 387987"/>
                <a:gd name="connsiteX217" fmla="*/ 2113673 w 2912392"/>
                <a:gd name="connsiteY217" fmla="*/ 69210 h 387987"/>
                <a:gd name="connsiteX218" fmla="*/ 2123417 w 2912392"/>
                <a:gd name="connsiteY218" fmla="*/ 70359 h 387987"/>
                <a:gd name="connsiteX219" fmla="*/ 2133161 w 2912392"/>
                <a:gd name="connsiteY219" fmla="*/ 71415 h 387987"/>
                <a:gd name="connsiteX220" fmla="*/ 2142905 w 2912392"/>
                <a:gd name="connsiteY220" fmla="*/ 72378 h 387987"/>
                <a:gd name="connsiteX221" fmla="*/ 2152649 w 2912392"/>
                <a:gd name="connsiteY221" fmla="*/ 73243 h 387987"/>
                <a:gd name="connsiteX222" fmla="*/ 2162377 w 2912392"/>
                <a:gd name="connsiteY222" fmla="*/ 74011 h 387987"/>
                <a:gd name="connsiteX223" fmla="*/ 2172121 w 2912392"/>
                <a:gd name="connsiteY223" fmla="*/ 74681 h 387987"/>
                <a:gd name="connsiteX224" fmla="*/ 2181865 w 2912392"/>
                <a:gd name="connsiteY224" fmla="*/ 75255 h 387987"/>
                <a:gd name="connsiteX225" fmla="*/ 2191609 w 2912392"/>
                <a:gd name="connsiteY225" fmla="*/ 75730 h 387987"/>
                <a:gd name="connsiteX226" fmla="*/ 2201338 w 2912392"/>
                <a:gd name="connsiteY226" fmla="*/ 76107 h 387987"/>
                <a:gd name="connsiteX227" fmla="*/ 2211082 w 2912392"/>
                <a:gd name="connsiteY227" fmla="*/ 76389 h 387987"/>
                <a:gd name="connsiteX228" fmla="*/ 2220826 w 2912392"/>
                <a:gd name="connsiteY228" fmla="*/ 76575 h 387987"/>
                <a:gd name="connsiteX229" fmla="*/ 2230570 w 2912392"/>
                <a:gd name="connsiteY229" fmla="*/ 76669 h 387987"/>
                <a:gd name="connsiteX230" fmla="*/ 2240299 w 2912392"/>
                <a:gd name="connsiteY230" fmla="*/ 76670 h 387987"/>
                <a:gd name="connsiteX231" fmla="*/ 2250043 w 2912392"/>
                <a:gd name="connsiteY231" fmla="*/ 76582 h 387987"/>
                <a:gd name="connsiteX232" fmla="*/ 2259787 w 2912392"/>
                <a:gd name="connsiteY232" fmla="*/ 76408 h 387987"/>
                <a:gd name="connsiteX233" fmla="*/ 2269531 w 2912392"/>
                <a:gd name="connsiteY233" fmla="*/ 76150 h 387987"/>
                <a:gd name="connsiteX234" fmla="*/ 2279260 w 2912392"/>
                <a:gd name="connsiteY234" fmla="*/ 75812 h 387987"/>
                <a:gd name="connsiteX235" fmla="*/ 2289004 w 2912392"/>
                <a:gd name="connsiteY235" fmla="*/ 75398 h 387987"/>
                <a:gd name="connsiteX236" fmla="*/ 2298748 w 2912392"/>
                <a:gd name="connsiteY236" fmla="*/ 74911 h 387987"/>
                <a:gd name="connsiteX237" fmla="*/ 2308492 w 2912392"/>
                <a:gd name="connsiteY237" fmla="*/ 74355 h 387987"/>
                <a:gd name="connsiteX238" fmla="*/ 2318236 w 2912392"/>
                <a:gd name="connsiteY238" fmla="*/ 73734 h 387987"/>
                <a:gd name="connsiteX239" fmla="*/ 2327965 w 2912392"/>
                <a:gd name="connsiteY239" fmla="*/ 73054 h 387987"/>
                <a:gd name="connsiteX240" fmla="*/ 2337709 w 2912392"/>
                <a:gd name="connsiteY240" fmla="*/ 72320 h 387987"/>
                <a:gd name="connsiteX241" fmla="*/ 2347453 w 2912392"/>
                <a:gd name="connsiteY241" fmla="*/ 71536 h 387987"/>
                <a:gd name="connsiteX242" fmla="*/ 2357197 w 2912392"/>
                <a:gd name="connsiteY242" fmla="*/ 70708 h 387987"/>
                <a:gd name="connsiteX243" fmla="*/ 2366926 w 2912392"/>
                <a:gd name="connsiteY243" fmla="*/ 69842 h 387987"/>
                <a:gd name="connsiteX244" fmla="*/ 2376670 w 2912392"/>
                <a:gd name="connsiteY244" fmla="*/ 68942 h 387987"/>
                <a:gd name="connsiteX245" fmla="*/ 2386413 w 2912392"/>
                <a:gd name="connsiteY245" fmla="*/ 68015 h 387987"/>
                <a:gd name="connsiteX246" fmla="*/ 2396157 w 2912392"/>
                <a:gd name="connsiteY246" fmla="*/ 67068 h 387987"/>
                <a:gd name="connsiteX247" fmla="*/ 2405886 w 2912392"/>
                <a:gd name="connsiteY247" fmla="*/ 66104 h 387987"/>
                <a:gd name="connsiteX248" fmla="*/ 2415630 w 2912392"/>
                <a:gd name="connsiteY248" fmla="*/ 65132 h 387987"/>
                <a:gd name="connsiteX249" fmla="*/ 2425374 w 2912392"/>
                <a:gd name="connsiteY249" fmla="*/ 64158 h 387987"/>
                <a:gd name="connsiteX250" fmla="*/ 2435118 w 2912392"/>
                <a:gd name="connsiteY250" fmla="*/ 63187 h 387987"/>
                <a:gd name="connsiteX251" fmla="*/ 2444862 w 2912392"/>
                <a:gd name="connsiteY251" fmla="*/ 62226 h 387987"/>
                <a:gd name="connsiteX252" fmla="*/ 2454591 w 2912392"/>
                <a:gd name="connsiteY252" fmla="*/ 61283 h 387987"/>
                <a:gd name="connsiteX253" fmla="*/ 2464335 w 2912392"/>
                <a:gd name="connsiteY253" fmla="*/ 60360 h 387987"/>
                <a:gd name="connsiteX254" fmla="*/ 2474079 w 2912392"/>
                <a:gd name="connsiteY254" fmla="*/ 59469 h 387987"/>
                <a:gd name="connsiteX255" fmla="*/ 2483823 w 2912392"/>
                <a:gd name="connsiteY255" fmla="*/ 58613 h 387987"/>
                <a:gd name="connsiteX256" fmla="*/ 2493552 w 2912392"/>
                <a:gd name="connsiteY256" fmla="*/ 57798 h 387987"/>
                <a:gd name="connsiteX257" fmla="*/ 2503296 w 2912392"/>
                <a:gd name="connsiteY257" fmla="*/ 57032 h 387987"/>
                <a:gd name="connsiteX258" fmla="*/ 2513040 w 2912392"/>
                <a:gd name="connsiteY258" fmla="*/ 56321 h 387987"/>
                <a:gd name="connsiteX259" fmla="*/ 2522784 w 2912392"/>
                <a:gd name="connsiteY259" fmla="*/ 55670 h 387987"/>
                <a:gd name="connsiteX260" fmla="*/ 2532513 w 2912392"/>
                <a:gd name="connsiteY260" fmla="*/ 55086 h 387987"/>
                <a:gd name="connsiteX261" fmla="*/ 2542257 w 2912392"/>
                <a:gd name="connsiteY261" fmla="*/ 54574 h 387987"/>
                <a:gd name="connsiteX262" fmla="*/ 2552001 w 2912392"/>
                <a:gd name="connsiteY262" fmla="*/ 54140 h 387987"/>
                <a:gd name="connsiteX263" fmla="*/ 2561745 w 2912392"/>
                <a:gd name="connsiteY263" fmla="*/ 53788 h 387987"/>
                <a:gd name="connsiteX264" fmla="*/ 2571474 w 2912392"/>
                <a:gd name="connsiteY264" fmla="*/ 53528 h 387987"/>
                <a:gd name="connsiteX265" fmla="*/ 2581218 w 2912392"/>
                <a:gd name="connsiteY265" fmla="*/ 53359 h 387987"/>
                <a:gd name="connsiteX266" fmla="*/ 2590962 w 2912392"/>
                <a:gd name="connsiteY266" fmla="*/ 53291 h 387987"/>
                <a:gd name="connsiteX267" fmla="*/ 2600705 w 2912392"/>
                <a:gd name="connsiteY267" fmla="*/ 53325 h 387987"/>
                <a:gd name="connsiteX268" fmla="*/ 2610449 w 2912392"/>
                <a:gd name="connsiteY268" fmla="*/ 53468 h 387987"/>
                <a:gd name="connsiteX269" fmla="*/ 2620178 w 2912392"/>
                <a:gd name="connsiteY269" fmla="*/ 53723 h 387987"/>
                <a:gd name="connsiteX270" fmla="*/ 2629922 w 2912392"/>
                <a:gd name="connsiteY270" fmla="*/ 54094 h 387987"/>
                <a:gd name="connsiteX271" fmla="*/ 2639666 w 2912392"/>
                <a:gd name="connsiteY271" fmla="*/ 54584 h 387987"/>
                <a:gd name="connsiteX272" fmla="*/ 2649410 w 2912392"/>
                <a:gd name="connsiteY272" fmla="*/ 55198 h 387987"/>
                <a:gd name="connsiteX273" fmla="*/ 2659139 w 2912392"/>
                <a:gd name="connsiteY273" fmla="*/ 55937 h 387987"/>
                <a:gd name="connsiteX274" fmla="*/ 2668883 w 2912392"/>
                <a:gd name="connsiteY274" fmla="*/ 56805 h 387987"/>
                <a:gd name="connsiteX275" fmla="*/ 2678627 w 2912392"/>
                <a:gd name="connsiteY275" fmla="*/ 57805 h 387987"/>
                <a:gd name="connsiteX276" fmla="*/ 2688371 w 2912392"/>
                <a:gd name="connsiteY276" fmla="*/ 58937 h 387987"/>
                <a:gd name="connsiteX277" fmla="*/ 2698100 w 2912392"/>
                <a:gd name="connsiteY277" fmla="*/ 60205 h 387987"/>
                <a:gd name="connsiteX278" fmla="*/ 2707844 w 2912392"/>
                <a:gd name="connsiteY278" fmla="*/ 61609 h 387987"/>
                <a:gd name="connsiteX279" fmla="*/ 2717588 w 2912392"/>
                <a:gd name="connsiteY279" fmla="*/ 63151 h 387987"/>
                <a:gd name="connsiteX280" fmla="*/ 2727332 w 2912392"/>
                <a:gd name="connsiteY280" fmla="*/ 64830 h 387987"/>
                <a:gd name="connsiteX281" fmla="*/ 2737076 w 2912392"/>
                <a:gd name="connsiteY281" fmla="*/ 66648 h 387987"/>
                <a:gd name="connsiteX282" fmla="*/ 2746805 w 2912392"/>
                <a:gd name="connsiteY282" fmla="*/ 68604 h 387987"/>
                <a:gd name="connsiteX283" fmla="*/ 2756549 w 2912392"/>
                <a:gd name="connsiteY283" fmla="*/ 70699 h 387987"/>
                <a:gd name="connsiteX284" fmla="*/ 2766293 w 2912392"/>
                <a:gd name="connsiteY284" fmla="*/ 72929 h 387987"/>
                <a:gd name="connsiteX285" fmla="*/ 2776037 w 2912392"/>
                <a:gd name="connsiteY285" fmla="*/ 75297 h 387987"/>
                <a:gd name="connsiteX286" fmla="*/ 2785766 w 2912392"/>
                <a:gd name="connsiteY286" fmla="*/ 77800 h 387987"/>
                <a:gd name="connsiteX287" fmla="*/ 2795510 w 2912392"/>
                <a:gd name="connsiteY287" fmla="*/ 80434 h 387987"/>
                <a:gd name="connsiteX288" fmla="*/ 2805254 w 2912392"/>
                <a:gd name="connsiteY288" fmla="*/ 83199 h 387987"/>
                <a:gd name="connsiteX289" fmla="*/ 2814998 w 2912392"/>
                <a:gd name="connsiteY289" fmla="*/ 86092 h 387987"/>
                <a:gd name="connsiteX290" fmla="*/ 2824727 w 2912392"/>
                <a:gd name="connsiteY290" fmla="*/ 89111 h 387987"/>
                <a:gd name="connsiteX291" fmla="*/ 2834471 w 2912392"/>
                <a:gd name="connsiteY291" fmla="*/ 92250 h 387987"/>
                <a:gd name="connsiteX292" fmla="*/ 2844215 w 2912392"/>
                <a:gd name="connsiteY292" fmla="*/ 95508 h 387987"/>
                <a:gd name="connsiteX293" fmla="*/ 2853958 w 2912392"/>
                <a:gd name="connsiteY293" fmla="*/ 98882 h 387987"/>
                <a:gd name="connsiteX294" fmla="*/ 2863687 w 2912392"/>
                <a:gd name="connsiteY294" fmla="*/ 102363 h 387987"/>
                <a:gd name="connsiteX295" fmla="*/ 2873431 w 2912392"/>
                <a:gd name="connsiteY295" fmla="*/ 105953 h 387987"/>
                <a:gd name="connsiteX296" fmla="*/ 2883175 w 2912392"/>
                <a:gd name="connsiteY296" fmla="*/ 109642 h 387987"/>
                <a:gd name="connsiteX297" fmla="*/ 2892919 w 2912392"/>
                <a:gd name="connsiteY297" fmla="*/ 113428 h 387987"/>
                <a:gd name="connsiteX298" fmla="*/ 2902663 w 2912392"/>
                <a:gd name="connsiteY298" fmla="*/ 117303 h 387987"/>
                <a:gd name="connsiteX299" fmla="*/ 2912392 w 2912392"/>
                <a:gd name="connsiteY299" fmla="*/ 121263 h 387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87987">
                  <a:moveTo>
                    <a:pt x="0" y="309011"/>
                  </a:moveTo>
                  <a:lnTo>
                    <a:pt x="9739" y="309242"/>
                  </a:lnTo>
                  <a:lnTo>
                    <a:pt x="19480" y="309579"/>
                  </a:lnTo>
                  <a:lnTo>
                    <a:pt x="29221" y="310025"/>
                  </a:lnTo>
                  <a:lnTo>
                    <a:pt x="38961" y="310586"/>
                  </a:lnTo>
                  <a:lnTo>
                    <a:pt x="48702" y="311261"/>
                  </a:lnTo>
                  <a:lnTo>
                    <a:pt x="58443" y="312052"/>
                  </a:lnTo>
                  <a:lnTo>
                    <a:pt x="68182" y="312961"/>
                  </a:lnTo>
                  <a:lnTo>
                    <a:pt x="77923" y="313986"/>
                  </a:lnTo>
                  <a:lnTo>
                    <a:pt x="87664" y="315125"/>
                  </a:lnTo>
                  <a:lnTo>
                    <a:pt x="97404" y="316381"/>
                  </a:lnTo>
                  <a:lnTo>
                    <a:pt x="107145" y="317748"/>
                  </a:lnTo>
                  <a:lnTo>
                    <a:pt x="116886" y="319224"/>
                  </a:lnTo>
                  <a:lnTo>
                    <a:pt x="126625" y="320805"/>
                  </a:lnTo>
                  <a:lnTo>
                    <a:pt x="136366" y="322487"/>
                  </a:lnTo>
                  <a:lnTo>
                    <a:pt x="146107" y="324264"/>
                  </a:lnTo>
                  <a:lnTo>
                    <a:pt x="155846" y="326133"/>
                  </a:lnTo>
                  <a:lnTo>
                    <a:pt x="165587" y="328086"/>
                  </a:lnTo>
                  <a:lnTo>
                    <a:pt x="175328" y="330117"/>
                  </a:lnTo>
                  <a:lnTo>
                    <a:pt x="185068" y="332219"/>
                  </a:lnTo>
                  <a:lnTo>
                    <a:pt x="194809" y="334384"/>
                  </a:lnTo>
                  <a:lnTo>
                    <a:pt x="204550" y="336607"/>
                  </a:lnTo>
                  <a:lnTo>
                    <a:pt x="214289" y="338876"/>
                  </a:lnTo>
                  <a:lnTo>
                    <a:pt x="224030" y="341185"/>
                  </a:lnTo>
                  <a:lnTo>
                    <a:pt x="233771" y="343526"/>
                  </a:lnTo>
                  <a:lnTo>
                    <a:pt x="243510" y="345889"/>
                  </a:lnTo>
                  <a:lnTo>
                    <a:pt x="253251" y="348265"/>
                  </a:lnTo>
                  <a:lnTo>
                    <a:pt x="262992" y="350646"/>
                  </a:lnTo>
                  <a:lnTo>
                    <a:pt x="272732" y="353021"/>
                  </a:lnTo>
                  <a:lnTo>
                    <a:pt x="282473" y="355384"/>
                  </a:lnTo>
                  <a:lnTo>
                    <a:pt x="292214" y="357723"/>
                  </a:lnTo>
                  <a:lnTo>
                    <a:pt x="301953" y="360029"/>
                  </a:lnTo>
                  <a:lnTo>
                    <a:pt x="311694" y="362296"/>
                  </a:lnTo>
                  <a:lnTo>
                    <a:pt x="321435" y="364514"/>
                  </a:lnTo>
                  <a:lnTo>
                    <a:pt x="331175" y="366673"/>
                  </a:lnTo>
                  <a:lnTo>
                    <a:pt x="340916" y="368766"/>
                  </a:lnTo>
                  <a:lnTo>
                    <a:pt x="350656" y="370785"/>
                  </a:lnTo>
                  <a:lnTo>
                    <a:pt x="360396" y="372723"/>
                  </a:lnTo>
                  <a:lnTo>
                    <a:pt x="370137" y="374571"/>
                  </a:lnTo>
                  <a:lnTo>
                    <a:pt x="379878" y="376323"/>
                  </a:lnTo>
                  <a:lnTo>
                    <a:pt x="389617" y="377974"/>
                  </a:lnTo>
                  <a:lnTo>
                    <a:pt x="399358" y="379514"/>
                  </a:lnTo>
                  <a:lnTo>
                    <a:pt x="409099" y="380942"/>
                  </a:lnTo>
                  <a:lnTo>
                    <a:pt x="418839" y="382248"/>
                  </a:lnTo>
                  <a:lnTo>
                    <a:pt x="428580" y="383431"/>
                  </a:lnTo>
                  <a:lnTo>
                    <a:pt x="438321" y="384485"/>
                  </a:lnTo>
                  <a:lnTo>
                    <a:pt x="448060" y="385405"/>
                  </a:lnTo>
                  <a:lnTo>
                    <a:pt x="457801" y="386191"/>
                  </a:lnTo>
                  <a:lnTo>
                    <a:pt x="467542" y="386836"/>
                  </a:lnTo>
                  <a:lnTo>
                    <a:pt x="477281" y="387341"/>
                  </a:lnTo>
                  <a:lnTo>
                    <a:pt x="487022" y="387701"/>
                  </a:lnTo>
                  <a:lnTo>
                    <a:pt x="496763" y="387917"/>
                  </a:lnTo>
                  <a:lnTo>
                    <a:pt x="506503" y="387987"/>
                  </a:lnTo>
                  <a:lnTo>
                    <a:pt x="516244" y="387911"/>
                  </a:lnTo>
                  <a:lnTo>
                    <a:pt x="525985" y="387689"/>
                  </a:lnTo>
                  <a:lnTo>
                    <a:pt x="535724" y="387323"/>
                  </a:lnTo>
                  <a:lnTo>
                    <a:pt x="545465" y="386809"/>
                  </a:lnTo>
                  <a:lnTo>
                    <a:pt x="555206" y="386152"/>
                  </a:lnTo>
                  <a:lnTo>
                    <a:pt x="564946" y="385353"/>
                  </a:lnTo>
                  <a:lnTo>
                    <a:pt x="574687" y="384413"/>
                  </a:lnTo>
                  <a:lnTo>
                    <a:pt x="584428" y="383334"/>
                  </a:lnTo>
                  <a:lnTo>
                    <a:pt x="594167" y="382120"/>
                  </a:lnTo>
                  <a:lnTo>
                    <a:pt x="603908" y="380773"/>
                  </a:lnTo>
                  <a:lnTo>
                    <a:pt x="613649" y="379295"/>
                  </a:lnTo>
                  <a:lnTo>
                    <a:pt x="623388" y="377691"/>
                  </a:lnTo>
                  <a:lnTo>
                    <a:pt x="633129" y="375964"/>
                  </a:lnTo>
                  <a:lnTo>
                    <a:pt x="642870" y="374116"/>
                  </a:lnTo>
                  <a:lnTo>
                    <a:pt x="652610" y="372153"/>
                  </a:lnTo>
                  <a:lnTo>
                    <a:pt x="662351" y="370077"/>
                  </a:lnTo>
                  <a:lnTo>
                    <a:pt x="672092" y="367893"/>
                  </a:lnTo>
                  <a:lnTo>
                    <a:pt x="681831" y="365605"/>
                  </a:lnTo>
                  <a:lnTo>
                    <a:pt x="691572" y="363216"/>
                  </a:lnTo>
                  <a:lnTo>
                    <a:pt x="701313" y="360731"/>
                  </a:lnTo>
                  <a:lnTo>
                    <a:pt x="711052" y="358152"/>
                  </a:lnTo>
                  <a:lnTo>
                    <a:pt x="720793" y="355487"/>
                  </a:lnTo>
                  <a:lnTo>
                    <a:pt x="730534" y="352735"/>
                  </a:lnTo>
                  <a:lnTo>
                    <a:pt x="740274" y="349903"/>
                  </a:lnTo>
                  <a:lnTo>
                    <a:pt x="750015" y="346994"/>
                  </a:lnTo>
                  <a:lnTo>
                    <a:pt x="759756" y="344010"/>
                  </a:lnTo>
                  <a:lnTo>
                    <a:pt x="769495" y="340957"/>
                  </a:lnTo>
                  <a:lnTo>
                    <a:pt x="779236" y="337836"/>
                  </a:lnTo>
                  <a:lnTo>
                    <a:pt x="788977" y="334651"/>
                  </a:lnTo>
                  <a:lnTo>
                    <a:pt x="798717" y="331404"/>
                  </a:lnTo>
                  <a:lnTo>
                    <a:pt x="808458" y="328099"/>
                  </a:lnTo>
                  <a:lnTo>
                    <a:pt x="818199" y="324738"/>
                  </a:lnTo>
                  <a:lnTo>
                    <a:pt x="827938" y="321323"/>
                  </a:lnTo>
                  <a:lnTo>
                    <a:pt x="837679" y="317858"/>
                  </a:lnTo>
                  <a:lnTo>
                    <a:pt x="847420" y="314342"/>
                  </a:lnTo>
                  <a:lnTo>
                    <a:pt x="857159" y="310779"/>
                  </a:lnTo>
                  <a:lnTo>
                    <a:pt x="866900" y="307169"/>
                  </a:lnTo>
                  <a:lnTo>
                    <a:pt x="876641" y="303515"/>
                  </a:lnTo>
                  <a:lnTo>
                    <a:pt x="886381" y="299815"/>
                  </a:lnTo>
                  <a:lnTo>
                    <a:pt x="896122" y="296074"/>
                  </a:lnTo>
                  <a:lnTo>
                    <a:pt x="905863" y="292293"/>
                  </a:lnTo>
                  <a:lnTo>
                    <a:pt x="915602" y="288468"/>
                  </a:lnTo>
                  <a:lnTo>
                    <a:pt x="925343" y="284605"/>
                  </a:lnTo>
                  <a:lnTo>
                    <a:pt x="935084" y="280700"/>
                  </a:lnTo>
                  <a:lnTo>
                    <a:pt x="944824" y="276756"/>
                  </a:lnTo>
                  <a:lnTo>
                    <a:pt x="954564" y="272774"/>
                  </a:lnTo>
                  <a:lnTo>
                    <a:pt x="964305" y="268752"/>
                  </a:lnTo>
                  <a:lnTo>
                    <a:pt x="974045" y="264691"/>
                  </a:lnTo>
                  <a:lnTo>
                    <a:pt x="983786" y="260592"/>
                  </a:lnTo>
                  <a:lnTo>
                    <a:pt x="993522" y="256453"/>
                  </a:lnTo>
                  <a:lnTo>
                    <a:pt x="1003266" y="252276"/>
                  </a:lnTo>
                  <a:lnTo>
                    <a:pt x="1013010" y="248061"/>
                  </a:lnTo>
                  <a:lnTo>
                    <a:pt x="1022754" y="243807"/>
                  </a:lnTo>
                  <a:lnTo>
                    <a:pt x="1032483" y="239515"/>
                  </a:lnTo>
                  <a:lnTo>
                    <a:pt x="1042227" y="235183"/>
                  </a:lnTo>
                  <a:lnTo>
                    <a:pt x="1051971" y="230815"/>
                  </a:lnTo>
                  <a:lnTo>
                    <a:pt x="1061715" y="226409"/>
                  </a:lnTo>
                  <a:lnTo>
                    <a:pt x="1071444" y="221967"/>
                  </a:lnTo>
                  <a:lnTo>
                    <a:pt x="1081188" y="217486"/>
                  </a:lnTo>
                  <a:lnTo>
                    <a:pt x="1090932" y="212972"/>
                  </a:lnTo>
                  <a:lnTo>
                    <a:pt x="1100676" y="208422"/>
                  </a:lnTo>
                  <a:lnTo>
                    <a:pt x="1110405" y="203839"/>
                  </a:lnTo>
                  <a:lnTo>
                    <a:pt x="1120149" y="199223"/>
                  </a:lnTo>
                  <a:lnTo>
                    <a:pt x="1129893" y="194578"/>
                  </a:lnTo>
                  <a:lnTo>
                    <a:pt x="1139637" y="189901"/>
                  </a:lnTo>
                  <a:lnTo>
                    <a:pt x="1149381" y="185197"/>
                  </a:lnTo>
                  <a:lnTo>
                    <a:pt x="1159110" y="180468"/>
                  </a:lnTo>
                  <a:lnTo>
                    <a:pt x="1168854" y="175717"/>
                  </a:lnTo>
                  <a:lnTo>
                    <a:pt x="1178598" y="170944"/>
                  </a:lnTo>
                  <a:lnTo>
                    <a:pt x="1188341" y="166153"/>
                  </a:lnTo>
                  <a:lnTo>
                    <a:pt x="1198070" y="161347"/>
                  </a:lnTo>
                  <a:lnTo>
                    <a:pt x="1207814" y="156529"/>
                  </a:lnTo>
                  <a:lnTo>
                    <a:pt x="1217558" y="151701"/>
                  </a:lnTo>
                  <a:lnTo>
                    <a:pt x="1227302" y="146870"/>
                  </a:lnTo>
                  <a:lnTo>
                    <a:pt x="1237031" y="142035"/>
                  </a:lnTo>
                  <a:lnTo>
                    <a:pt x="1246775" y="137205"/>
                  </a:lnTo>
                  <a:lnTo>
                    <a:pt x="1256519" y="132381"/>
                  </a:lnTo>
                  <a:lnTo>
                    <a:pt x="1266263" y="127567"/>
                  </a:lnTo>
                  <a:lnTo>
                    <a:pt x="1276007" y="122768"/>
                  </a:lnTo>
                  <a:lnTo>
                    <a:pt x="1285736" y="117991"/>
                  </a:lnTo>
                  <a:lnTo>
                    <a:pt x="1295480" y="113238"/>
                  </a:lnTo>
                  <a:lnTo>
                    <a:pt x="1305224" y="108515"/>
                  </a:lnTo>
                  <a:lnTo>
                    <a:pt x="1314968" y="103827"/>
                  </a:lnTo>
                  <a:lnTo>
                    <a:pt x="1324697" y="99180"/>
                  </a:lnTo>
                  <a:lnTo>
                    <a:pt x="1334441" y="94577"/>
                  </a:lnTo>
                  <a:lnTo>
                    <a:pt x="1344185" y="90027"/>
                  </a:lnTo>
                  <a:lnTo>
                    <a:pt x="1353929" y="85532"/>
                  </a:lnTo>
                  <a:lnTo>
                    <a:pt x="1363658" y="81100"/>
                  </a:lnTo>
                  <a:lnTo>
                    <a:pt x="1373402" y="76734"/>
                  </a:lnTo>
                  <a:lnTo>
                    <a:pt x="1383146" y="72443"/>
                  </a:lnTo>
                  <a:lnTo>
                    <a:pt x="1392890" y="68228"/>
                  </a:lnTo>
                  <a:lnTo>
                    <a:pt x="1402619" y="64100"/>
                  </a:lnTo>
                  <a:lnTo>
                    <a:pt x="1412363" y="60059"/>
                  </a:lnTo>
                  <a:lnTo>
                    <a:pt x="1422106" y="56114"/>
                  </a:lnTo>
                  <a:lnTo>
                    <a:pt x="1431850" y="52267"/>
                  </a:lnTo>
                  <a:lnTo>
                    <a:pt x="1441594" y="48528"/>
                  </a:lnTo>
                  <a:lnTo>
                    <a:pt x="1451323" y="44897"/>
                  </a:lnTo>
                  <a:lnTo>
                    <a:pt x="1461067" y="41382"/>
                  </a:lnTo>
                  <a:lnTo>
                    <a:pt x="1470811" y="37986"/>
                  </a:lnTo>
                  <a:lnTo>
                    <a:pt x="1480555" y="34716"/>
                  </a:lnTo>
                  <a:lnTo>
                    <a:pt x="1490284" y="31574"/>
                  </a:lnTo>
                  <a:lnTo>
                    <a:pt x="1500028" y="28564"/>
                  </a:lnTo>
                  <a:lnTo>
                    <a:pt x="1509772" y="25690"/>
                  </a:lnTo>
                  <a:lnTo>
                    <a:pt x="1519516" y="22958"/>
                  </a:lnTo>
                  <a:lnTo>
                    <a:pt x="1529245" y="20370"/>
                  </a:lnTo>
                  <a:lnTo>
                    <a:pt x="1538989" y="17927"/>
                  </a:lnTo>
                  <a:lnTo>
                    <a:pt x="1548733" y="15635"/>
                  </a:lnTo>
                  <a:lnTo>
                    <a:pt x="1558477" y="13494"/>
                  </a:lnTo>
                  <a:lnTo>
                    <a:pt x="1568221" y="11507"/>
                  </a:lnTo>
                  <a:lnTo>
                    <a:pt x="1577950" y="9677"/>
                  </a:lnTo>
                  <a:lnTo>
                    <a:pt x="1587694" y="8002"/>
                  </a:lnTo>
                  <a:lnTo>
                    <a:pt x="1597438" y="6489"/>
                  </a:lnTo>
                  <a:lnTo>
                    <a:pt x="1607182" y="5133"/>
                  </a:lnTo>
                  <a:lnTo>
                    <a:pt x="1616911" y="3938"/>
                  </a:lnTo>
                  <a:lnTo>
                    <a:pt x="1626655" y="2901"/>
                  </a:lnTo>
                  <a:lnTo>
                    <a:pt x="1636399" y="2025"/>
                  </a:lnTo>
                  <a:lnTo>
                    <a:pt x="1646142" y="1308"/>
                  </a:lnTo>
                  <a:lnTo>
                    <a:pt x="1655872" y="748"/>
                  </a:lnTo>
                  <a:lnTo>
                    <a:pt x="1665616" y="346"/>
                  </a:lnTo>
                  <a:lnTo>
                    <a:pt x="1675359" y="97"/>
                  </a:lnTo>
                  <a:lnTo>
                    <a:pt x="1685103" y="0"/>
                  </a:lnTo>
                  <a:lnTo>
                    <a:pt x="1694832" y="54"/>
                  </a:lnTo>
                  <a:lnTo>
                    <a:pt x="1704576" y="255"/>
                  </a:lnTo>
                  <a:lnTo>
                    <a:pt x="1714320" y="599"/>
                  </a:lnTo>
                  <a:lnTo>
                    <a:pt x="1724064" y="1083"/>
                  </a:lnTo>
                  <a:lnTo>
                    <a:pt x="1733808" y="1705"/>
                  </a:lnTo>
                  <a:lnTo>
                    <a:pt x="1743537" y="2458"/>
                  </a:lnTo>
                  <a:lnTo>
                    <a:pt x="1753281" y="3339"/>
                  </a:lnTo>
                  <a:lnTo>
                    <a:pt x="1763025" y="4343"/>
                  </a:lnTo>
                  <a:lnTo>
                    <a:pt x="1772769" y="5465"/>
                  </a:lnTo>
                  <a:lnTo>
                    <a:pt x="1782498" y="6699"/>
                  </a:lnTo>
                  <a:lnTo>
                    <a:pt x="1792242" y="8039"/>
                  </a:lnTo>
                  <a:lnTo>
                    <a:pt x="1801986" y="9482"/>
                  </a:lnTo>
                  <a:lnTo>
                    <a:pt x="1811730" y="11018"/>
                  </a:lnTo>
                  <a:lnTo>
                    <a:pt x="1821459" y="12643"/>
                  </a:lnTo>
                  <a:lnTo>
                    <a:pt x="1831203" y="14351"/>
                  </a:lnTo>
                  <a:lnTo>
                    <a:pt x="1840947" y="16133"/>
                  </a:lnTo>
                  <a:lnTo>
                    <a:pt x="1850691" y="17985"/>
                  </a:lnTo>
                  <a:lnTo>
                    <a:pt x="1860435" y="19899"/>
                  </a:lnTo>
                  <a:lnTo>
                    <a:pt x="1870164" y="21867"/>
                  </a:lnTo>
                  <a:lnTo>
                    <a:pt x="1879908" y="23883"/>
                  </a:lnTo>
                  <a:lnTo>
                    <a:pt x="1889652" y="25941"/>
                  </a:lnTo>
                  <a:lnTo>
                    <a:pt x="1899395" y="28032"/>
                  </a:lnTo>
                  <a:lnTo>
                    <a:pt x="1909124" y="30150"/>
                  </a:lnTo>
                  <a:lnTo>
                    <a:pt x="1918868" y="32288"/>
                  </a:lnTo>
                  <a:lnTo>
                    <a:pt x="1928612" y="34438"/>
                  </a:lnTo>
                  <a:lnTo>
                    <a:pt x="1938356" y="36593"/>
                  </a:lnTo>
                  <a:lnTo>
                    <a:pt x="1948085" y="38746"/>
                  </a:lnTo>
                  <a:lnTo>
                    <a:pt x="1957829" y="40892"/>
                  </a:lnTo>
                  <a:lnTo>
                    <a:pt x="1967573" y="43022"/>
                  </a:lnTo>
                  <a:lnTo>
                    <a:pt x="1977317" y="45132"/>
                  </a:lnTo>
                  <a:lnTo>
                    <a:pt x="1987046" y="47212"/>
                  </a:lnTo>
                  <a:lnTo>
                    <a:pt x="1996790" y="49259"/>
                  </a:lnTo>
                  <a:lnTo>
                    <a:pt x="2006534" y="51266"/>
                  </a:lnTo>
                  <a:lnTo>
                    <a:pt x="2016278" y="53225"/>
                  </a:lnTo>
                  <a:lnTo>
                    <a:pt x="2026022" y="55135"/>
                  </a:lnTo>
                  <a:lnTo>
                    <a:pt x="2035751" y="56986"/>
                  </a:lnTo>
                  <a:lnTo>
                    <a:pt x="2045495" y="58777"/>
                  </a:lnTo>
                  <a:lnTo>
                    <a:pt x="2055239" y="60499"/>
                  </a:lnTo>
                  <a:lnTo>
                    <a:pt x="2064983" y="62151"/>
                  </a:lnTo>
                  <a:lnTo>
                    <a:pt x="2074712" y="63727"/>
                  </a:lnTo>
                  <a:lnTo>
                    <a:pt x="2084456" y="65225"/>
                  </a:lnTo>
                  <a:lnTo>
                    <a:pt x="2094200" y="66640"/>
                  </a:lnTo>
                  <a:lnTo>
                    <a:pt x="2103944" y="67969"/>
                  </a:lnTo>
                  <a:lnTo>
                    <a:pt x="2113673" y="69210"/>
                  </a:lnTo>
                  <a:lnTo>
                    <a:pt x="2123417" y="70359"/>
                  </a:lnTo>
                  <a:lnTo>
                    <a:pt x="2133161" y="71415"/>
                  </a:lnTo>
                  <a:lnTo>
                    <a:pt x="2142905" y="72378"/>
                  </a:lnTo>
                  <a:lnTo>
                    <a:pt x="2152649" y="73243"/>
                  </a:lnTo>
                  <a:lnTo>
                    <a:pt x="2162377" y="74011"/>
                  </a:lnTo>
                  <a:lnTo>
                    <a:pt x="2172121" y="74681"/>
                  </a:lnTo>
                  <a:lnTo>
                    <a:pt x="2181865" y="75255"/>
                  </a:lnTo>
                  <a:lnTo>
                    <a:pt x="2191609" y="75730"/>
                  </a:lnTo>
                  <a:lnTo>
                    <a:pt x="2201338" y="76107"/>
                  </a:lnTo>
                  <a:lnTo>
                    <a:pt x="2211082" y="76389"/>
                  </a:lnTo>
                  <a:lnTo>
                    <a:pt x="2220826" y="76575"/>
                  </a:lnTo>
                  <a:lnTo>
                    <a:pt x="2230570" y="76669"/>
                  </a:lnTo>
                  <a:lnTo>
                    <a:pt x="2240299" y="76670"/>
                  </a:lnTo>
                  <a:lnTo>
                    <a:pt x="2250043" y="76582"/>
                  </a:lnTo>
                  <a:lnTo>
                    <a:pt x="2259787" y="76408"/>
                  </a:lnTo>
                  <a:lnTo>
                    <a:pt x="2269531" y="76150"/>
                  </a:lnTo>
                  <a:lnTo>
                    <a:pt x="2279260" y="75812"/>
                  </a:lnTo>
                  <a:lnTo>
                    <a:pt x="2289004" y="75398"/>
                  </a:lnTo>
                  <a:lnTo>
                    <a:pt x="2298748" y="74911"/>
                  </a:lnTo>
                  <a:lnTo>
                    <a:pt x="2308492" y="74355"/>
                  </a:lnTo>
                  <a:lnTo>
                    <a:pt x="2318236" y="73734"/>
                  </a:lnTo>
                  <a:lnTo>
                    <a:pt x="2327965" y="73054"/>
                  </a:lnTo>
                  <a:lnTo>
                    <a:pt x="2337709" y="72320"/>
                  </a:lnTo>
                  <a:lnTo>
                    <a:pt x="2347453" y="71536"/>
                  </a:lnTo>
                  <a:lnTo>
                    <a:pt x="2357197" y="70708"/>
                  </a:lnTo>
                  <a:lnTo>
                    <a:pt x="2366926" y="69842"/>
                  </a:lnTo>
                  <a:lnTo>
                    <a:pt x="2376670" y="68942"/>
                  </a:lnTo>
                  <a:lnTo>
                    <a:pt x="2386413" y="68015"/>
                  </a:lnTo>
                  <a:lnTo>
                    <a:pt x="2396157" y="67068"/>
                  </a:lnTo>
                  <a:lnTo>
                    <a:pt x="2405886" y="66104"/>
                  </a:lnTo>
                  <a:lnTo>
                    <a:pt x="2415630" y="65132"/>
                  </a:lnTo>
                  <a:lnTo>
                    <a:pt x="2425374" y="64158"/>
                  </a:lnTo>
                  <a:lnTo>
                    <a:pt x="2435118" y="63187"/>
                  </a:lnTo>
                  <a:lnTo>
                    <a:pt x="2444862" y="62226"/>
                  </a:lnTo>
                  <a:lnTo>
                    <a:pt x="2454591" y="61283"/>
                  </a:lnTo>
                  <a:lnTo>
                    <a:pt x="2464335" y="60360"/>
                  </a:lnTo>
                  <a:lnTo>
                    <a:pt x="2474079" y="59469"/>
                  </a:lnTo>
                  <a:lnTo>
                    <a:pt x="2483823" y="58613"/>
                  </a:lnTo>
                  <a:lnTo>
                    <a:pt x="2493552" y="57798"/>
                  </a:lnTo>
                  <a:lnTo>
                    <a:pt x="2503296" y="57032"/>
                  </a:lnTo>
                  <a:lnTo>
                    <a:pt x="2513040" y="56321"/>
                  </a:lnTo>
                  <a:lnTo>
                    <a:pt x="2522784" y="55670"/>
                  </a:lnTo>
                  <a:lnTo>
                    <a:pt x="2532513" y="55086"/>
                  </a:lnTo>
                  <a:lnTo>
                    <a:pt x="2542257" y="54574"/>
                  </a:lnTo>
                  <a:lnTo>
                    <a:pt x="2552001" y="54140"/>
                  </a:lnTo>
                  <a:lnTo>
                    <a:pt x="2561745" y="53788"/>
                  </a:lnTo>
                  <a:lnTo>
                    <a:pt x="2571474" y="53528"/>
                  </a:lnTo>
                  <a:lnTo>
                    <a:pt x="2581218" y="53359"/>
                  </a:lnTo>
                  <a:lnTo>
                    <a:pt x="2590962" y="53291"/>
                  </a:lnTo>
                  <a:lnTo>
                    <a:pt x="2600705" y="53325"/>
                  </a:lnTo>
                  <a:lnTo>
                    <a:pt x="2610449" y="53468"/>
                  </a:lnTo>
                  <a:lnTo>
                    <a:pt x="2620178" y="53723"/>
                  </a:lnTo>
                  <a:lnTo>
                    <a:pt x="2629922" y="54094"/>
                  </a:lnTo>
                  <a:lnTo>
                    <a:pt x="2639666" y="54584"/>
                  </a:lnTo>
                  <a:lnTo>
                    <a:pt x="2649410" y="55198"/>
                  </a:lnTo>
                  <a:lnTo>
                    <a:pt x="2659139" y="55937"/>
                  </a:lnTo>
                  <a:lnTo>
                    <a:pt x="2668883" y="56805"/>
                  </a:lnTo>
                  <a:lnTo>
                    <a:pt x="2678627" y="57805"/>
                  </a:lnTo>
                  <a:lnTo>
                    <a:pt x="2688371" y="58937"/>
                  </a:lnTo>
                  <a:lnTo>
                    <a:pt x="2698100" y="60205"/>
                  </a:lnTo>
                  <a:lnTo>
                    <a:pt x="2707844" y="61609"/>
                  </a:lnTo>
                  <a:lnTo>
                    <a:pt x="2717588" y="63151"/>
                  </a:lnTo>
                  <a:lnTo>
                    <a:pt x="2727332" y="64830"/>
                  </a:lnTo>
                  <a:lnTo>
                    <a:pt x="2737076" y="66648"/>
                  </a:lnTo>
                  <a:lnTo>
                    <a:pt x="2746805" y="68604"/>
                  </a:lnTo>
                  <a:lnTo>
                    <a:pt x="2756549" y="70699"/>
                  </a:lnTo>
                  <a:lnTo>
                    <a:pt x="2766293" y="72929"/>
                  </a:lnTo>
                  <a:lnTo>
                    <a:pt x="2776037" y="75297"/>
                  </a:lnTo>
                  <a:lnTo>
                    <a:pt x="2785766" y="77800"/>
                  </a:lnTo>
                  <a:lnTo>
                    <a:pt x="2795510" y="80434"/>
                  </a:lnTo>
                  <a:lnTo>
                    <a:pt x="2805254" y="83199"/>
                  </a:lnTo>
                  <a:lnTo>
                    <a:pt x="2814998" y="86092"/>
                  </a:lnTo>
                  <a:lnTo>
                    <a:pt x="2824727" y="89111"/>
                  </a:lnTo>
                  <a:lnTo>
                    <a:pt x="2834471" y="92250"/>
                  </a:lnTo>
                  <a:lnTo>
                    <a:pt x="2844215" y="95508"/>
                  </a:lnTo>
                  <a:lnTo>
                    <a:pt x="2853958" y="98882"/>
                  </a:lnTo>
                  <a:lnTo>
                    <a:pt x="2863687" y="102363"/>
                  </a:lnTo>
                  <a:lnTo>
                    <a:pt x="2873431" y="105953"/>
                  </a:lnTo>
                  <a:lnTo>
                    <a:pt x="2883175" y="109642"/>
                  </a:lnTo>
                  <a:lnTo>
                    <a:pt x="2892919" y="113428"/>
                  </a:lnTo>
                  <a:lnTo>
                    <a:pt x="2902663" y="117303"/>
                  </a:lnTo>
                  <a:lnTo>
                    <a:pt x="2912392" y="12126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4" name="Freeform 673">
              <a:extLst>
                <a:ext uri="{FF2B5EF4-FFF2-40B4-BE49-F238E27FC236}">
                  <a16:creationId xmlns:a16="http://schemas.microsoft.com/office/drawing/2014/main" id="{971D0E5E-E5EB-D293-248B-0E7D70C034E4}"/>
                </a:ext>
              </a:extLst>
            </p:cNvPr>
            <p:cNvSpPr/>
            <p:nvPr/>
          </p:nvSpPr>
          <p:spPr>
            <a:xfrm>
              <a:off x="576446" y="3214971"/>
              <a:ext cx="2912392" cy="448134"/>
            </a:xfrm>
            <a:custGeom>
              <a:avLst/>
              <a:gdLst>
                <a:gd name="connsiteX0" fmla="*/ 0 w 2912392"/>
                <a:gd name="connsiteY0" fmla="*/ 339062 h 448134"/>
                <a:gd name="connsiteX1" fmla="*/ 9739 w 2912392"/>
                <a:gd name="connsiteY1" fmla="*/ 341647 h 448134"/>
                <a:gd name="connsiteX2" fmla="*/ 19480 w 2912392"/>
                <a:gd name="connsiteY2" fmla="*/ 344116 h 448134"/>
                <a:gd name="connsiteX3" fmla="*/ 29221 w 2912392"/>
                <a:gd name="connsiteY3" fmla="*/ 346468 h 448134"/>
                <a:gd name="connsiteX4" fmla="*/ 38961 w 2912392"/>
                <a:gd name="connsiteY4" fmla="*/ 348705 h 448134"/>
                <a:gd name="connsiteX5" fmla="*/ 48702 w 2912392"/>
                <a:gd name="connsiteY5" fmla="*/ 350826 h 448134"/>
                <a:gd name="connsiteX6" fmla="*/ 58443 w 2912392"/>
                <a:gd name="connsiteY6" fmla="*/ 352835 h 448134"/>
                <a:gd name="connsiteX7" fmla="*/ 68182 w 2912392"/>
                <a:gd name="connsiteY7" fmla="*/ 354730 h 448134"/>
                <a:gd name="connsiteX8" fmla="*/ 77923 w 2912392"/>
                <a:gd name="connsiteY8" fmla="*/ 356512 h 448134"/>
                <a:gd name="connsiteX9" fmla="*/ 87664 w 2912392"/>
                <a:gd name="connsiteY9" fmla="*/ 358186 h 448134"/>
                <a:gd name="connsiteX10" fmla="*/ 97404 w 2912392"/>
                <a:gd name="connsiteY10" fmla="*/ 359751 h 448134"/>
                <a:gd name="connsiteX11" fmla="*/ 107145 w 2912392"/>
                <a:gd name="connsiteY11" fmla="*/ 361209 h 448134"/>
                <a:gd name="connsiteX12" fmla="*/ 116886 w 2912392"/>
                <a:gd name="connsiteY12" fmla="*/ 362565 h 448134"/>
                <a:gd name="connsiteX13" fmla="*/ 126625 w 2912392"/>
                <a:gd name="connsiteY13" fmla="*/ 363818 h 448134"/>
                <a:gd name="connsiteX14" fmla="*/ 136366 w 2912392"/>
                <a:gd name="connsiteY14" fmla="*/ 364973 h 448134"/>
                <a:gd name="connsiteX15" fmla="*/ 146107 w 2912392"/>
                <a:gd name="connsiteY15" fmla="*/ 366031 h 448134"/>
                <a:gd name="connsiteX16" fmla="*/ 155846 w 2912392"/>
                <a:gd name="connsiteY16" fmla="*/ 366995 h 448134"/>
                <a:gd name="connsiteX17" fmla="*/ 165587 w 2912392"/>
                <a:gd name="connsiteY17" fmla="*/ 367868 h 448134"/>
                <a:gd name="connsiteX18" fmla="*/ 175328 w 2912392"/>
                <a:gd name="connsiteY18" fmla="*/ 368654 h 448134"/>
                <a:gd name="connsiteX19" fmla="*/ 185068 w 2912392"/>
                <a:gd name="connsiteY19" fmla="*/ 369355 h 448134"/>
                <a:gd name="connsiteX20" fmla="*/ 194809 w 2912392"/>
                <a:gd name="connsiteY20" fmla="*/ 369974 h 448134"/>
                <a:gd name="connsiteX21" fmla="*/ 204550 w 2912392"/>
                <a:gd name="connsiteY21" fmla="*/ 370517 h 448134"/>
                <a:gd name="connsiteX22" fmla="*/ 214289 w 2912392"/>
                <a:gd name="connsiteY22" fmla="*/ 370985 h 448134"/>
                <a:gd name="connsiteX23" fmla="*/ 224030 w 2912392"/>
                <a:gd name="connsiteY23" fmla="*/ 371381 h 448134"/>
                <a:gd name="connsiteX24" fmla="*/ 233771 w 2912392"/>
                <a:gd name="connsiteY24" fmla="*/ 371710 h 448134"/>
                <a:gd name="connsiteX25" fmla="*/ 243510 w 2912392"/>
                <a:gd name="connsiteY25" fmla="*/ 371975 h 448134"/>
                <a:gd name="connsiteX26" fmla="*/ 253251 w 2912392"/>
                <a:gd name="connsiteY26" fmla="*/ 372181 h 448134"/>
                <a:gd name="connsiteX27" fmla="*/ 262992 w 2912392"/>
                <a:gd name="connsiteY27" fmla="*/ 372330 h 448134"/>
                <a:gd name="connsiteX28" fmla="*/ 272732 w 2912392"/>
                <a:gd name="connsiteY28" fmla="*/ 372424 h 448134"/>
                <a:gd name="connsiteX29" fmla="*/ 282473 w 2912392"/>
                <a:gd name="connsiteY29" fmla="*/ 372470 h 448134"/>
                <a:gd name="connsiteX30" fmla="*/ 292214 w 2912392"/>
                <a:gd name="connsiteY30" fmla="*/ 372470 h 448134"/>
                <a:gd name="connsiteX31" fmla="*/ 301953 w 2912392"/>
                <a:gd name="connsiteY31" fmla="*/ 372428 h 448134"/>
                <a:gd name="connsiteX32" fmla="*/ 311694 w 2912392"/>
                <a:gd name="connsiteY32" fmla="*/ 372348 h 448134"/>
                <a:gd name="connsiteX33" fmla="*/ 321435 w 2912392"/>
                <a:gd name="connsiteY33" fmla="*/ 372232 h 448134"/>
                <a:gd name="connsiteX34" fmla="*/ 331175 w 2912392"/>
                <a:gd name="connsiteY34" fmla="*/ 372084 h 448134"/>
                <a:gd name="connsiteX35" fmla="*/ 340916 w 2912392"/>
                <a:gd name="connsiteY35" fmla="*/ 371908 h 448134"/>
                <a:gd name="connsiteX36" fmla="*/ 350656 w 2912392"/>
                <a:gd name="connsiteY36" fmla="*/ 371709 h 448134"/>
                <a:gd name="connsiteX37" fmla="*/ 360396 w 2912392"/>
                <a:gd name="connsiteY37" fmla="*/ 371485 h 448134"/>
                <a:gd name="connsiteX38" fmla="*/ 370137 w 2912392"/>
                <a:gd name="connsiteY38" fmla="*/ 371244 h 448134"/>
                <a:gd name="connsiteX39" fmla="*/ 379878 w 2912392"/>
                <a:gd name="connsiteY39" fmla="*/ 370988 h 448134"/>
                <a:gd name="connsiteX40" fmla="*/ 389617 w 2912392"/>
                <a:gd name="connsiteY40" fmla="*/ 370718 h 448134"/>
                <a:gd name="connsiteX41" fmla="*/ 399358 w 2912392"/>
                <a:gd name="connsiteY41" fmla="*/ 370438 h 448134"/>
                <a:gd name="connsiteX42" fmla="*/ 409099 w 2912392"/>
                <a:gd name="connsiteY42" fmla="*/ 370150 h 448134"/>
                <a:gd name="connsiteX43" fmla="*/ 418839 w 2912392"/>
                <a:gd name="connsiteY43" fmla="*/ 369860 h 448134"/>
                <a:gd name="connsiteX44" fmla="*/ 428580 w 2912392"/>
                <a:gd name="connsiteY44" fmla="*/ 369566 h 448134"/>
                <a:gd name="connsiteX45" fmla="*/ 438321 w 2912392"/>
                <a:gd name="connsiteY45" fmla="*/ 369273 h 448134"/>
                <a:gd name="connsiteX46" fmla="*/ 448060 w 2912392"/>
                <a:gd name="connsiteY46" fmla="*/ 368981 h 448134"/>
                <a:gd name="connsiteX47" fmla="*/ 457801 w 2912392"/>
                <a:gd name="connsiteY47" fmla="*/ 368695 h 448134"/>
                <a:gd name="connsiteX48" fmla="*/ 467542 w 2912392"/>
                <a:gd name="connsiteY48" fmla="*/ 368415 h 448134"/>
                <a:gd name="connsiteX49" fmla="*/ 477281 w 2912392"/>
                <a:gd name="connsiteY49" fmla="*/ 368142 h 448134"/>
                <a:gd name="connsiteX50" fmla="*/ 487022 w 2912392"/>
                <a:gd name="connsiteY50" fmla="*/ 367880 h 448134"/>
                <a:gd name="connsiteX51" fmla="*/ 496763 w 2912392"/>
                <a:gd name="connsiteY51" fmla="*/ 367628 h 448134"/>
                <a:gd name="connsiteX52" fmla="*/ 506503 w 2912392"/>
                <a:gd name="connsiteY52" fmla="*/ 367390 h 448134"/>
                <a:gd name="connsiteX53" fmla="*/ 516244 w 2912392"/>
                <a:gd name="connsiteY53" fmla="*/ 367165 h 448134"/>
                <a:gd name="connsiteX54" fmla="*/ 525985 w 2912392"/>
                <a:gd name="connsiteY54" fmla="*/ 366956 h 448134"/>
                <a:gd name="connsiteX55" fmla="*/ 535724 w 2912392"/>
                <a:gd name="connsiteY55" fmla="*/ 366762 h 448134"/>
                <a:gd name="connsiteX56" fmla="*/ 545465 w 2912392"/>
                <a:gd name="connsiteY56" fmla="*/ 366585 h 448134"/>
                <a:gd name="connsiteX57" fmla="*/ 555206 w 2912392"/>
                <a:gd name="connsiteY57" fmla="*/ 366426 h 448134"/>
                <a:gd name="connsiteX58" fmla="*/ 564946 w 2912392"/>
                <a:gd name="connsiteY58" fmla="*/ 366285 h 448134"/>
                <a:gd name="connsiteX59" fmla="*/ 574687 w 2912392"/>
                <a:gd name="connsiteY59" fmla="*/ 366163 h 448134"/>
                <a:gd name="connsiteX60" fmla="*/ 584428 w 2912392"/>
                <a:gd name="connsiteY60" fmla="*/ 366061 h 448134"/>
                <a:gd name="connsiteX61" fmla="*/ 594167 w 2912392"/>
                <a:gd name="connsiteY61" fmla="*/ 365979 h 448134"/>
                <a:gd name="connsiteX62" fmla="*/ 603908 w 2912392"/>
                <a:gd name="connsiteY62" fmla="*/ 365915 h 448134"/>
                <a:gd name="connsiteX63" fmla="*/ 613649 w 2912392"/>
                <a:gd name="connsiteY63" fmla="*/ 365871 h 448134"/>
                <a:gd name="connsiteX64" fmla="*/ 623388 w 2912392"/>
                <a:gd name="connsiteY64" fmla="*/ 365849 h 448134"/>
                <a:gd name="connsiteX65" fmla="*/ 633129 w 2912392"/>
                <a:gd name="connsiteY65" fmla="*/ 365845 h 448134"/>
                <a:gd name="connsiteX66" fmla="*/ 642870 w 2912392"/>
                <a:gd name="connsiteY66" fmla="*/ 365862 h 448134"/>
                <a:gd name="connsiteX67" fmla="*/ 652610 w 2912392"/>
                <a:gd name="connsiteY67" fmla="*/ 365898 h 448134"/>
                <a:gd name="connsiteX68" fmla="*/ 662351 w 2912392"/>
                <a:gd name="connsiteY68" fmla="*/ 365955 h 448134"/>
                <a:gd name="connsiteX69" fmla="*/ 672092 w 2912392"/>
                <a:gd name="connsiteY69" fmla="*/ 366031 h 448134"/>
                <a:gd name="connsiteX70" fmla="*/ 681831 w 2912392"/>
                <a:gd name="connsiteY70" fmla="*/ 366125 h 448134"/>
                <a:gd name="connsiteX71" fmla="*/ 691572 w 2912392"/>
                <a:gd name="connsiteY71" fmla="*/ 366239 h 448134"/>
                <a:gd name="connsiteX72" fmla="*/ 701313 w 2912392"/>
                <a:gd name="connsiteY72" fmla="*/ 366372 h 448134"/>
                <a:gd name="connsiteX73" fmla="*/ 711052 w 2912392"/>
                <a:gd name="connsiteY73" fmla="*/ 366522 h 448134"/>
                <a:gd name="connsiteX74" fmla="*/ 720793 w 2912392"/>
                <a:gd name="connsiteY74" fmla="*/ 366691 h 448134"/>
                <a:gd name="connsiteX75" fmla="*/ 730534 w 2912392"/>
                <a:gd name="connsiteY75" fmla="*/ 366875 h 448134"/>
                <a:gd name="connsiteX76" fmla="*/ 740274 w 2912392"/>
                <a:gd name="connsiteY76" fmla="*/ 367080 h 448134"/>
                <a:gd name="connsiteX77" fmla="*/ 750015 w 2912392"/>
                <a:gd name="connsiteY77" fmla="*/ 367300 h 448134"/>
                <a:gd name="connsiteX78" fmla="*/ 759756 w 2912392"/>
                <a:gd name="connsiteY78" fmla="*/ 367537 h 448134"/>
                <a:gd name="connsiteX79" fmla="*/ 769495 w 2912392"/>
                <a:gd name="connsiteY79" fmla="*/ 367790 h 448134"/>
                <a:gd name="connsiteX80" fmla="*/ 779236 w 2912392"/>
                <a:gd name="connsiteY80" fmla="*/ 368058 h 448134"/>
                <a:gd name="connsiteX81" fmla="*/ 788977 w 2912392"/>
                <a:gd name="connsiteY81" fmla="*/ 368345 h 448134"/>
                <a:gd name="connsiteX82" fmla="*/ 798717 w 2912392"/>
                <a:gd name="connsiteY82" fmla="*/ 368645 h 448134"/>
                <a:gd name="connsiteX83" fmla="*/ 808458 w 2912392"/>
                <a:gd name="connsiteY83" fmla="*/ 368961 h 448134"/>
                <a:gd name="connsiteX84" fmla="*/ 818199 w 2912392"/>
                <a:gd name="connsiteY84" fmla="*/ 369295 h 448134"/>
                <a:gd name="connsiteX85" fmla="*/ 827938 w 2912392"/>
                <a:gd name="connsiteY85" fmla="*/ 369642 h 448134"/>
                <a:gd name="connsiteX86" fmla="*/ 837679 w 2912392"/>
                <a:gd name="connsiteY86" fmla="*/ 370006 h 448134"/>
                <a:gd name="connsiteX87" fmla="*/ 847420 w 2912392"/>
                <a:gd name="connsiteY87" fmla="*/ 370386 h 448134"/>
                <a:gd name="connsiteX88" fmla="*/ 857159 w 2912392"/>
                <a:gd name="connsiteY88" fmla="*/ 370781 h 448134"/>
                <a:gd name="connsiteX89" fmla="*/ 866900 w 2912392"/>
                <a:gd name="connsiteY89" fmla="*/ 371192 h 448134"/>
                <a:gd name="connsiteX90" fmla="*/ 876641 w 2912392"/>
                <a:gd name="connsiteY90" fmla="*/ 371619 h 448134"/>
                <a:gd name="connsiteX91" fmla="*/ 886381 w 2912392"/>
                <a:gd name="connsiteY91" fmla="*/ 372063 h 448134"/>
                <a:gd name="connsiteX92" fmla="*/ 896122 w 2912392"/>
                <a:gd name="connsiteY92" fmla="*/ 372524 h 448134"/>
                <a:gd name="connsiteX93" fmla="*/ 905863 w 2912392"/>
                <a:gd name="connsiteY93" fmla="*/ 373003 h 448134"/>
                <a:gd name="connsiteX94" fmla="*/ 915602 w 2912392"/>
                <a:gd name="connsiteY94" fmla="*/ 373500 h 448134"/>
                <a:gd name="connsiteX95" fmla="*/ 925343 w 2912392"/>
                <a:gd name="connsiteY95" fmla="*/ 374015 h 448134"/>
                <a:gd name="connsiteX96" fmla="*/ 935084 w 2912392"/>
                <a:gd name="connsiteY96" fmla="*/ 374550 h 448134"/>
                <a:gd name="connsiteX97" fmla="*/ 944824 w 2912392"/>
                <a:gd name="connsiteY97" fmla="*/ 375104 h 448134"/>
                <a:gd name="connsiteX98" fmla="*/ 954564 w 2912392"/>
                <a:gd name="connsiteY98" fmla="*/ 375679 h 448134"/>
                <a:gd name="connsiteX99" fmla="*/ 964305 w 2912392"/>
                <a:gd name="connsiteY99" fmla="*/ 376275 h 448134"/>
                <a:gd name="connsiteX100" fmla="*/ 974045 w 2912392"/>
                <a:gd name="connsiteY100" fmla="*/ 376894 h 448134"/>
                <a:gd name="connsiteX101" fmla="*/ 983786 w 2912392"/>
                <a:gd name="connsiteY101" fmla="*/ 377534 h 448134"/>
                <a:gd name="connsiteX102" fmla="*/ 993522 w 2912392"/>
                <a:gd name="connsiteY102" fmla="*/ 378200 h 448134"/>
                <a:gd name="connsiteX103" fmla="*/ 1003266 w 2912392"/>
                <a:gd name="connsiteY103" fmla="*/ 378890 h 448134"/>
                <a:gd name="connsiteX104" fmla="*/ 1013010 w 2912392"/>
                <a:gd name="connsiteY104" fmla="*/ 379604 h 448134"/>
                <a:gd name="connsiteX105" fmla="*/ 1022754 w 2912392"/>
                <a:gd name="connsiteY105" fmla="*/ 380346 h 448134"/>
                <a:gd name="connsiteX106" fmla="*/ 1032483 w 2912392"/>
                <a:gd name="connsiteY106" fmla="*/ 381114 h 448134"/>
                <a:gd name="connsiteX107" fmla="*/ 1042227 w 2912392"/>
                <a:gd name="connsiteY107" fmla="*/ 381912 h 448134"/>
                <a:gd name="connsiteX108" fmla="*/ 1051971 w 2912392"/>
                <a:gd name="connsiteY108" fmla="*/ 382737 h 448134"/>
                <a:gd name="connsiteX109" fmla="*/ 1061715 w 2912392"/>
                <a:gd name="connsiteY109" fmla="*/ 383592 h 448134"/>
                <a:gd name="connsiteX110" fmla="*/ 1071444 w 2912392"/>
                <a:gd name="connsiteY110" fmla="*/ 384477 h 448134"/>
                <a:gd name="connsiteX111" fmla="*/ 1081188 w 2912392"/>
                <a:gd name="connsiteY111" fmla="*/ 385393 h 448134"/>
                <a:gd name="connsiteX112" fmla="*/ 1090932 w 2912392"/>
                <a:gd name="connsiteY112" fmla="*/ 386343 h 448134"/>
                <a:gd name="connsiteX113" fmla="*/ 1100676 w 2912392"/>
                <a:gd name="connsiteY113" fmla="*/ 387324 h 448134"/>
                <a:gd name="connsiteX114" fmla="*/ 1110405 w 2912392"/>
                <a:gd name="connsiteY114" fmla="*/ 388339 h 448134"/>
                <a:gd name="connsiteX115" fmla="*/ 1120149 w 2912392"/>
                <a:gd name="connsiteY115" fmla="*/ 389386 h 448134"/>
                <a:gd name="connsiteX116" fmla="*/ 1129893 w 2912392"/>
                <a:gd name="connsiteY116" fmla="*/ 390468 h 448134"/>
                <a:gd name="connsiteX117" fmla="*/ 1139637 w 2912392"/>
                <a:gd name="connsiteY117" fmla="*/ 391584 h 448134"/>
                <a:gd name="connsiteX118" fmla="*/ 1149381 w 2912392"/>
                <a:gd name="connsiteY118" fmla="*/ 392734 h 448134"/>
                <a:gd name="connsiteX119" fmla="*/ 1159110 w 2912392"/>
                <a:gd name="connsiteY119" fmla="*/ 393919 h 448134"/>
                <a:gd name="connsiteX120" fmla="*/ 1168854 w 2912392"/>
                <a:gd name="connsiteY120" fmla="*/ 395136 h 448134"/>
                <a:gd name="connsiteX121" fmla="*/ 1178598 w 2912392"/>
                <a:gd name="connsiteY121" fmla="*/ 396389 h 448134"/>
                <a:gd name="connsiteX122" fmla="*/ 1188341 w 2912392"/>
                <a:gd name="connsiteY122" fmla="*/ 397675 h 448134"/>
                <a:gd name="connsiteX123" fmla="*/ 1198070 w 2912392"/>
                <a:gd name="connsiteY123" fmla="*/ 398993 h 448134"/>
                <a:gd name="connsiteX124" fmla="*/ 1207814 w 2912392"/>
                <a:gd name="connsiteY124" fmla="*/ 400345 h 448134"/>
                <a:gd name="connsiteX125" fmla="*/ 1217558 w 2912392"/>
                <a:gd name="connsiteY125" fmla="*/ 401727 h 448134"/>
                <a:gd name="connsiteX126" fmla="*/ 1227302 w 2912392"/>
                <a:gd name="connsiteY126" fmla="*/ 403140 h 448134"/>
                <a:gd name="connsiteX127" fmla="*/ 1237031 w 2912392"/>
                <a:gd name="connsiteY127" fmla="*/ 404582 h 448134"/>
                <a:gd name="connsiteX128" fmla="*/ 1246775 w 2912392"/>
                <a:gd name="connsiteY128" fmla="*/ 406051 h 448134"/>
                <a:gd name="connsiteX129" fmla="*/ 1256519 w 2912392"/>
                <a:gd name="connsiteY129" fmla="*/ 407545 h 448134"/>
                <a:gd name="connsiteX130" fmla="*/ 1266263 w 2912392"/>
                <a:gd name="connsiteY130" fmla="*/ 409063 h 448134"/>
                <a:gd name="connsiteX131" fmla="*/ 1276007 w 2912392"/>
                <a:gd name="connsiteY131" fmla="*/ 410604 h 448134"/>
                <a:gd name="connsiteX132" fmla="*/ 1285736 w 2912392"/>
                <a:gd name="connsiteY132" fmla="*/ 412164 h 448134"/>
                <a:gd name="connsiteX133" fmla="*/ 1295480 w 2912392"/>
                <a:gd name="connsiteY133" fmla="*/ 413742 h 448134"/>
                <a:gd name="connsiteX134" fmla="*/ 1305224 w 2912392"/>
                <a:gd name="connsiteY134" fmla="*/ 415333 h 448134"/>
                <a:gd name="connsiteX135" fmla="*/ 1314968 w 2912392"/>
                <a:gd name="connsiteY135" fmla="*/ 416936 h 448134"/>
                <a:gd name="connsiteX136" fmla="*/ 1324697 w 2912392"/>
                <a:gd name="connsiteY136" fmla="*/ 418547 h 448134"/>
                <a:gd name="connsiteX137" fmla="*/ 1334441 w 2912392"/>
                <a:gd name="connsiteY137" fmla="*/ 420162 h 448134"/>
                <a:gd name="connsiteX138" fmla="*/ 1344185 w 2912392"/>
                <a:gd name="connsiteY138" fmla="*/ 421777 h 448134"/>
                <a:gd name="connsiteX139" fmla="*/ 1353929 w 2912392"/>
                <a:gd name="connsiteY139" fmla="*/ 423390 h 448134"/>
                <a:gd name="connsiteX140" fmla="*/ 1363658 w 2912392"/>
                <a:gd name="connsiteY140" fmla="*/ 424996 h 448134"/>
                <a:gd name="connsiteX141" fmla="*/ 1373402 w 2912392"/>
                <a:gd name="connsiteY141" fmla="*/ 426592 h 448134"/>
                <a:gd name="connsiteX142" fmla="*/ 1383146 w 2912392"/>
                <a:gd name="connsiteY142" fmla="*/ 428171 h 448134"/>
                <a:gd name="connsiteX143" fmla="*/ 1392890 w 2912392"/>
                <a:gd name="connsiteY143" fmla="*/ 429730 h 448134"/>
                <a:gd name="connsiteX144" fmla="*/ 1402619 w 2912392"/>
                <a:gd name="connsiteY144" fmla="*/ 431263 h 448134"/>
                <a:gd name="connsiteX145" fmla="*/ 1412363 w 2912392"/>
                <a:gd name="connsiteY145" fmla="*/ 432766 h 448134"/>
                <a:gd name="connsiteX146" fmla="*/ 1422106 w 2912392"/>
                <a:gd name="connsiteY146" fmla="*/ 434234 h 448134"/>
                <a:gd name="connsiteX147" fmla="*/ 1431850 w 2912392"/>
                <a:gd name="connsiteY147" fmla="*/ 435660 h 448134"/>
                <a:gd name="connsiteX148" fmla="*/ 1441594 w 2912392"/>
                <a:gd name="connsiteY148" fmla="*/ 437039 h 448134"/>
                <a:gd name="connsiteX149" fmla="*/ 1451323 w 2912392"/>
                <a:gd name="connsiteY149" fmla="*/ 438365 h 448134"/>
                <a:gd name="connsiteX150" fmla="*/ 1461067 w 2912392"/>
                <a:gd name="connsiteY150" fmla="*/ 439635 h 448134"/>
                <a:gd name="connsiteX151" fmla="*/ 1470811 w 2912392"/>
                <a:gd name="connsiteY151" fmla="*/ 440840 h 448134"/>
                <a:gd name="connsiteX152" fmla="*/ 1480555 w 2912392"/>
                <a:gd name="connsiteY152" fmla="*/ 441975 h 448134"/>
                <a:gd name="connsiteX153" fmla="*/ 1490284 w 2912392"/>
                <a:gd name="connsiteY153" fmla="*/ 443035 h 448134"/>
                <a:gd name="connsiteX154" fmla="*/ 1500028 w 2912392"/>
                <a:gd name="connsiteY154" fmla="*/ 444012 h 448134"/>
                <a:gd name="connsiteX155" fmla="*/ 1509772 w 2912392"/>
                <a:gd name="connsiteY155" fmla="*/ 444900 h 448134"/>
                <a:gd name="connsiteX156" fmla="*/ 1519516 w 2912392"/>
                <a:gd name="connsiteY156" fmla="*/ 445694 h 448134"/>
                <a:gd name="connsiteX157" fmla="*/ 1529245 w 2912392"/>
                <a:gd name="connsiteY157" fmla="*/ 446388 h 448134"/>
                <a:gd name="connsiteX158" fmla="*/ 1538989 w 2912392"/>
                <a:gd name="connsiteY158" fmla="*/ 446975 h 448134"/>
                <a:gd name="connsiteX159" fmla="*/ 1548733 w 2912392"/>
                <a:gd name="connsiteY159" fmla="*/ 447449 h 448134"/>
                <a:gd name="connsiteX160" fmla="*/ 1558477 w 2912392"/>
                <a:gd name="connsiteY160" fmla="*/ 447804 h 448134"/>
                <a:gd name="connsiteX161" fmla="*/ 1568221 w 2912392"/>
                <a:gd name="connsiteY161" fmla="*/ 448035 h 448134"/>
                <a:gd name="connsiteX162" fmla="*/ 1577950 w 2912392"/>
                <a:gd name="connsiteY162" fmla="*/ 448135 h 448134"/>
                <a:gd name="connsiteX163" fmla="*/ 1587694 w 2912392"/>
                <a:gd name="connsiteY163" fmla="*/ 448099 h 448134"/>
                <a:gd name="connsiteX164" fmla="*/ 1597438 w 2912392"/>
                <a:gd name="connsiteY164" fmla="*/ 447922 h 448134"/>
                <a:gd name="connsiteX165" fmla="*/ 1607182 w 2912392"/>
                <a:gd name="connsiteY165" fmla="*/ 447597 h 448134"/>
                <a:gd name="connsiteX166" fmla="*/ 1616911 w 2912392"/>
                <a:gd name="connsiteY166" fmla="*/ 447120 h 448134"/>
                <a:gd name="connsiteX167" fmla="*/ 1626655 w 2912392"/>
                <a:gd name="connsiteY167" fmla="*/ 446487 h 448134"/>
                <a:gd name="connsiteX168" fmla="*/ 1636399 w 2912392"/>
                <a:gd name="connsiteY168" fmla="*/ 445691 h 448134"/>
                <a:gd name="connsiteX169" fmla="*/ 1646142 w 2912392"/>
                <a:gd name="connsiteY169" fmla="*/ 444732 h 448134"/>
                <a:gd name="connsiteX170" fmla="*/ 1655872 w 2912392"/>
                <a:gd name="connsiteY170" fmla="*/ 443601 h 448134"/>
                <a:gd name="connsiteX171" fmla="*/ 1665616 w 2912392"/>
                <a:gd name="connsiteY171" fmla="*/ 442296 h 448134"/>
                <a:gd name="connsiteX172" fmla="*/ 1675359 w 2912392"/>
                <a:gd name="connsiteY172" fmla="*/ 440815 h 448134"/>
                <a:gd name="connsiteX173" fmla="*/ 1685103 w 2912392"/>
                <a:gd name="connsiteY173" fmla="*/ 439153 h 448134"/>
                <a:gd name="connsiteX174" fmla="*/ 1694832 w 2912392"/>
                <a:gd name="connsiteY174" fmla="*/ 437309 h 448134"/>
                <a:gd name="connsiteX175" fmla="*/ 1704576 w 2912392"/>
                <a:gd name="connsiteY175" fmla="*/ 435278 h 448134"/>
                <a:gd name="connsiteX176" fmla="*/ 1714320 w 2912392"/>
                <a:gd name="connsiteY176" fmla="*/ 433063 h 448134"/>
                <a:gd name="connsiteX177" fmla="*/ 1724064 w 2912392"/>
                <a:gd name="connsiteY177" fmla="*/ 430657 h 448134"/>
                <a:gd name="connsiteX178" fmla="*/ 1733808 w 2912392"/>
                <a:gd name="connsiteY178" fmla="*/ 428061 h 448134"/>
                <a:gd name="connsiteX179" fmla="*/ 1743537 w 2912392"/>
                <a:gd name="connsiteY179" fmla="*/ 425275 h 448134"/>
                <a:gd name="connsiteX180" fmla="*/ 1753281 w 2912392"/>
                <a:gd name="connsiteY180" fmla="*/ 422298 h 448134"/>
                <a:gd name="connsiteX181" fmla="*/ 1763025 w 2912392"/>
                <a:gd name="connsiteY181" fmla="*/ 419131 h 448134"/>
                <a:gd name="connsiteX182" fmla="*/ 1772769 w 2912392"/>
                <a:gd name="connsiteY182" fmla="*/ 415774 h 448134"/>
                <a:gd name="connsiteX183" fmla="*/ 1782498 w 2912392"/>
                <a:gd name="connsiteY183" fmla="*/ 412228 h 448134"/>
                <a:gd name="connsiteX184" fmla="*/ 1792242 w 2912392"/>
                <a:gd name="connsiteY184" fmla="*/ 408494 h 448134"/>
                <a:gd name="connsiteX185" fmla="*/ 1801986 w 2912392"/>
                <a:gd name="connsiteY185" fmla="*/ 404576 h 448134"/>
                <a:gd name="connsiteX186" fmla="*/ 1811730 w 2912392"/>
                <a:gd name="connsiteY186" fmla="*/ 400474 h 448134"/>
                <a:gd name="connsiteX187" fmla="*/ 1821459 w 2912392"/>
                <a:gd name="connsiteY187" fmla="*/ 396192 h 448134"/>
                <a:gd name="connsiteX188" fmla="*/ 1831203 w 2912392"/>
                <a:gd name="connsiteY188" fmla="*/ 391733 h 448134"/>
                <a:gd name="connsiteX189" fmla="*/ 1840947 w 2912392"/>
                <a:gd name="connsiteY189" fmla="*/ 387102 h 448134"/>
                <a:gd name="connsiteX190" fmla="*/ 1850691 w 2912392"/>
                <a:gd name="connsiteY190" fmla="*/ 382302 h 448134"/>
                <a:gd name="connsiteX191" fmla="*/ 1860435 w 2912392"/>
                <a:gd name="connsiteY191" fmla="*/ 377338 h 448134"/>
                <a:gd name="connsiteX192" fmla="*/ 1870164 w 2912392"/>
                <a:gd name="connsiteY192" fmla="*/ 372214 h 448134"/>
                <a:gd name="connsiteX193" fmla="*/ 1879908 w 2912392"/>
                <a:gd name="connsiteY193" fmla="*/ 366938 h 448134"/>
                <a:gd name="connsiteX194" fmla="*/ 1889652 w 2912392"/>
                <a:gd name="connsiteY194" fmla="*/ 361513 h 448134"/>
                <a:gd name="connsiteX195" fmla="*/ 1899395 w 2912392"/>
                <a:gd name="connsiteY195" fmla="*/ 355946 h 448134"/>
                <a:gd name="connsiteX196" fmla="*/ 1909124 w 2912392"/>
                <a:gd name="connsiteY196" fmla="*/ 350245 h 448134"/>
                <a:gd name="connsiteX197" fmla="*/ 1918868 w 2912392"/>
                <a:gd name="connsiteY197" fmla="*/ 344415 h 448134"/>
                <a:gd name="connsiteX198" fmla="*/ 1928612 w 2912392"/>
                <a:gd name="connsiteY198" fmla="*/ 338463 h 448134"/>
                <a:gd name="connsiteX199" fmla="*/ 1938356 w 2912392"/>
                <a:gd name="connsiteY199" fmla="*/ 332399 h 448134"/>
                <a:gd name="connsiteX200" fmla="*/ 1948085 w 2912392"/>
                <a:gd name="connsiteY200" fmla="*/ 326228 h 448134"/>
                <a:gd name="connsiteX201" fmla="*/ 1957829 w 2912392"/>
                <a:gd name="connsiteY201" fmla="*/ 319959 h 448134"/>
                <a:gd name="connsiteX202" fmla="*/ 1967573 w 2912392"/>
                <a:gd name="connsiteY202" fmla="*/ 313600 h 448134"/>
                <a:gd name="connsiteX203" fmla="*/ 1977317 w 2912392"/>
                <a:gd name="connsiteY203" fmla="*/ 307159 h 448134"/>
                <a:gd name="connsiteX204" fmla="*/ 1987046 w 2912392"/>
                <a:gd name="connsiteY204" fmla="*/ 300645 h 448134"/>
                <a:gd name="connsiteX205" fmla="*/ 1996790 w 2912392"/>
                <a:gd name="connsiteY205" fmla="*/ 294067 h 448134"/>
                <a:gd name="connsiteX206" fmla="*/ 2006534 w 2912392"/>
                <a:gd name="connsiteY206" fmla="*/ 287433 h 448134"/>
                <a:gd name="connsiteX207" fmla="*/ 2016278 w 2912392"/>
                <a:gd name="connsiteY207" fmla="*/ 280752 h 448134"/>
                <a:gd name="connsiteX208" fmla="*/ 2026022 w 2912392"/>
                <a:gd name="connsiteY208" fmla="*/ 274032 h 448134"/>
                <a:gd name="connsiteX209" fmla="*/ 2035751 w 2912392"/>
                <a:gd name="connsiteY209" fmla="*/ 267285 h 448134"/>
                <a:gd name="connsiteX210" fmla="*/ 2045495 w 2912392"/>
                <a:gd name="connsiteY210" fmla="*/ 260516 h 448134"/>
                <a:gd name="connsiteX211" fmla="*/ 2055239 w 2912392"/>
                <a:gd name="connsiteY211" fmla="*/ 253737 h 448134"/>
                <a:gd name="connsiteX212" fmla="*/ 2064983 w 2912392"/>
                <a:gd name="connsiteY212" fmla="*/ 246954 h 448134"/>
                <a:gd name="connsiteX213" fmla="*/ 2074712 w 2912392"/>
                <a:gd name="connsiteY213" fmla="*/ 240179 h 448134"/>
                <a:gd name="connsiteX214" fmla="*/ 2084456 w 2912392"/>
                <a:gd name="connsiteY214" fmla="*/ 233418 h 448134"/>
                <a:gd name="connsiteX215" fmla="*/ 2094200 w 2912392"/>
                <a:gd name="connsiteY215" fmla="*/ 226681 h 448134"/>
                <a:gd name="connsiteX216" fmla="*/ 2103944 w 2912392"/>
                <a:gd name="connsiteY216" fmla="*/ 219976 h 448134"/>
                <a:gd name="connsiteX217" fmla="*/ 2113673 w 2912392"/>
                <a:gd name="connsiteY217" fmla="*/ 213310 h 448134"/>
                <a:gd name="connsiteX218" fmla="*/ 2123417 w 2912392"/>
                <a:gd name="connsiteY218" fmla="*/ 206694 h 448134"/>
                <a:gd name="connsiteX219" fmla="*/ 2133161 w 2912392"/>
                <a:gd name="connsiteY219" fmla="*/ 200134 h 448134"/>
                <a:gd name="connsiteX220" fmla="*/ 2142905 w 2912392"/>
                <a:gd name="connsiteY220" fmla="*/ 193636 h 448134"/>
                <a:gd name="connsiteX221" fmla="*/ 2152649 w 2912392"/>
                <a:gd name="connsiteY221" fmla="*/ 187210 h 448134"/>
                <a:gd name="connsiteX222" fmla="*/ 2162377 w 2912392"/>
                <a:gd name="connsiteY222" fmla="*/ 180863 h 448134"/>
                <a:gd name="connsiteX223" fmla="*/ 2172121 w 2912392"/>
                <a:gd name="connsiteY223" fmla="*/ 174600 h 448134"/>
                <a:gd name="connsiteX224" fmla="*/ 2181865 w 2912392"/>
                <a:gd name="connsiteY224" fmla="*/ 168428 h 448134"/>
                <a:gd name="connsiteX225" fmla="*/ 2191609 w 2912392"/>
                <a:gd name="connsiteY225" fmla="*/ 162354 h 448134"/>
                <a:gd name="connsiteX226" fmla="*/ 2201338 w 2912392"/>
                <a:gd name="connsiteY226" fmla="*/ 156384 h 448134"/>
                <a:gd name="connsiteX227" fmla="*/ 2211082 w 2912392"/>
                <a:gd name="connsiteY227" fmla="*/ 150521 h 448134"/>
                <a:gd name="connsiteX228" fmla="*/ 2220826 w 2912392"/>
                <a:gd name="connsiteY228" fmla="*/ 144775 h 448134"/>
                <a:gd name="connsiteX229" fmla="*/ 2230570 w 2912392"/>
                <a:gd name="connsiteY229" fmla="*/ 139145 h 448134"/>
                <a:gd name="connsiteX230" fmla="*/ 2240299 w 2912392"/>
                <a:gd name="connsiteY230" fmla="*/ 133639 h 448134"/>
                <a:gd name="connsiteX231" fmla="*/ 2250043 w 2912392"/>
                <a:gd name="connsiteY231" fmla="*/ 128259 h 448134"/>
                <a:gd name="connsiteX232" fmla="*/ 2259787 w 2912392"/>
                <a:gd name="connsiteY232" fmla="*/ 123012 h 448134"/>
                <a:gd name="connsiteX233" fmla="*/ 2269531 w 2912392"/>
                <a:gd name="connsiteY233" fmla="*/ 117897 h 448134"/>
                <a:gd name="connsiteX234" fmla="*/ 2279260 w 2912392"/>
                <a:gd name="connsiteY234" fmla="*/ 112919 h 448134"/>
                <a:gd name="connsiteX235" fmla="*/ 2289004 w 2912392"/>
                <a:gd name="connsiteY235" fmla="*/ 108082 h 448134"/>
                <a:gd name="connsiteX236" fmla="*/ 2298748 w 2912392"/>
                <a:gd name="connsiteY236" fmla="*/ 103384 h 448134"/>
                <a:gd name="connsiteX237" fmla="*/ 2308492 w 2912392"/>
                <a:gd name="connsiteY237" fmla="*/ 98831 h 448134"/>
                <a:gd name="connsiteX238" fmla="*/ 2318236 w 2912392"/>
                <a:gd name="connsiteY238" fmla="*/ 94421 h 448134"/>
                <a:gd name="connsiteX239" fmla="*/ 2327965 w 2912392"/>
                <a:gd name="connsiteY239" fmla="*/ 90157 h 448134"/>
                <a:gd name="connsiteX240" fmla="*/ 2337709 w 2912392"/>
                <a:gd name="connsiteY240" fmla="*/ 86039 h 448134"/>
                <a:gd name="connsiteX241" fmla="*/ 2347453 w 2912392"/>
                <a:gd name="connsiteY241" fmla="*/ 82068 h 448134"/>
                <a:gd name="connsiteX242" fmla="*/ 2357197 w 2912392"/>
                <a:gd name="connsiteY242" fmla="*/ 78242 h 448134"/>
                <a:gd name="connsiteX243" fmla="*/ 2366926 w 2912392"/>
                <a:gd name="connsiteY243" fmla="*/ 74562 h 448134"/>
                <a:gd name="connsiteX244" fmla="*/ 2376670 w 2912392"/>
                <a:gd name="connsiteY244" fmla="*/ 71026 h 448134"/>
                <a:gd name="connsiteX245" fmla="*/ 2386413 w 2912392"/>
                <a:gd name="connsiteY245" fmla="*/ 67634 h 448134"/>
                <a:gd name="connsiteX246" fmla="*/ 2396157 w 2912392"/>
                <a:gd name="connsiteY246" fmla="*/ 64384 h 448134"/>
                <a:gd name="connsiteX247" fmla="*/ 2405886 w 2912392"/>
                <a:gd name="connsiteY247" fmla="*/ 61275 h 448134"/>
                <a:gd name="connsiteX248" fmla="*/ 2415630 w 2912392"/>
                <a:gd name="connsiteY248" fmla="*/ 58304 h 448134"/>
                <a:gd name="connsiteX249" fmla="*/ 2425374 w 2912392"/>
                <a:gd name="connsiteY249" fmla="*/ 55469 h 448134"/>
                <a:gd name="connsiteX250" fmla="*/ 2435118 w 2912392"/>
                <a:gd name="connsiteY250" fmla="*/ 52766 h 448134"/>
                <a:gd name="connsiteX251" fmla="*/ 2444862 w 2912392"/>
                <a:gd name="connsiteY251" fmla="*/ 50195 h 448134"/>
                <a:gd name="connsiteX252" fmla="*/ 2454591 w 2912392"/>
                <a:gd name="connsiteY252" fmla="*/ 47750 h 448134"/>
                <a:gd name="connsiteX253" fmla="*/ 2464335 w 2912392"/>
                <a:gd name="connsiteY253" fmla="*/ 45430 h 448134"/>
                <a:gd name="connsiteX254" fmla="*/ 2474079 w 2912392"/>
                <a:gd name="connsiteY254" fmla="*/ 43229 h 448134"/>
                <a:gd name="connsiteX255" fmla="*/ 2483823 w 2912392"/>
                <a:gd name="connsiteY255" fmla="*/ 41145 h 448134"/>
                <a:gd name="connsiteX256" fmla="*/ 2493552 w 2912392"/>
                <a:gd name="connsiteY256" fmla="*/ 39175 h 448134"/>
                <a:gd name="connsiteX257" fmla="*/ 2503296 w 2912392"/>
                <a:gd name="connsiteY257" fmla="*/ 37313 h 448134"/>
                <a:gd name="connsiteX258" fmla="*/ 2513040 w 2912392"/>
                <a:gd name="connsiteY258" fmla="*/ 35555 h 448134"/>
                <a:gd name="connsiteX259" fmla="*/ 2522784 w 2912392"/>
                <a:gd name="connsiteY259" fmla="*/ 33897 h 448134"/>
                <a:gd name="connsiteX260" fmla="*/ 2532513 w 2912392"/>
                <a:gd name="connsiteY260" fmla="*/ 32334 h 448134"/>
                <a:gd name="connsiteX261" fmla="*/ 2542257 w 2912392"/>
                <a:gd name="connsiteY261" fmla="*/ 30863 h 448134"/>
                <a:gd name="connsiteX262" fmla="*/ 2552001 w 2912392"/>
                <a:gd name="connsiteY262" fmla="*/ 29478 h 448134"/>
                <a:gd name="connsiteX263" fmla="*/ 2561745 w 2912392"/>
                <a:gd name="connsiteY263" fmla="*/ 28174 h 448134"/>
                <a:gd name="connsiteX264" fmla="*/ 2571474 w 2912392"/>
                <a:gd name="connsiteY264" fmla="*/ 26948 h 448134"/>
                <a:gd name="connsiteX265" fmla="*/ 2581218 w 2912392"/>
                <a:gd name="connsiteY265" fmla="*/ 25793 h 448134"/>
                <a:gd name="connsiteX266" fmla="*/ 2590962 w 2912392"/>
                <a:gd name="connsiteY266" fmla="*/ 24705 h 448134"/>
                <a:gd name="connsiteX267" fmla="*/ 2600705 w 2912392"/>
                <a:gd name="connsiteY267" fmla="*/ 23680 h 448134"/>
                <a:gd name="connsiteX268" fmla="*/ 2610449 w 2912392"/>
                <a:gd name="connsiteY268" fmla="*/ 22712 h 448134"/>
                <a:gd name="connsiteX269" fmla="*/ 2620178 w 2912392"/>
                <a:gd name="connsiteY269" fmla="*/ 21797 h 448134"/>
                <a:gd name="connsiteX270" fmla="*/ 2629922 w 2912392"/>
                <a:gd name="connsiteY270" fmla="*/ 20930 h 448134"/>
                <a:gd name="connsiteX271" fmla="*/ 2639666 w 2912392"/>
                <a:gd name="connsiteY271" fmla="*/ 20106 h 448134"/>
                <a:gd name="connsiteX272" fmla="*/ 2649410 w 2912392"/>
                <a:gd name="connsiteY272" fmla="*/ 19322 h 448134"/>
                <a:gd name="connsiteX273" fmla="*/ 2659139 w 2912392"/>
                <a:gd name="connsiteY273" fmla="*/ 18572 h 448134"/>
                <a:gd name="connsiteX274" fmla="*/ 2668883 w 2912392"/>
                <a:gd name="connsiteY274" fmla="*/ 17850 h 448134"/>
                <a:gd name="connsiteX275" fmla="*/ 2678627 w 2912392"/>
                <a:gd name="connsiteY275" fmla="*/ 17155 h 448134"/>
                <a:gd name="connsiteX276" fmla="*/ 2688371 w 2912392"/>
                <a:gd name="connsiteY276" fmla="*/ 16480 h 448134"/>
                <a:gd name="connsiteX277" fmla="*/ 2698100 w 2912392"/>
                <a:gd name="connsiteY277" fmla="*/ 15823 h 448134"/>
                <a:gd name="connsiteX278" fmla="*/ 2707844 w 2912392"/>
                <a:gd name="connsiteY278" fmla="*/ 15179 h 448134"/>
                <a:gd name="connsiteX279" fmla="*/ 2717588 w 2912392"/>
                <a:gd name="connsiteY279" fmla="*/ 14544 h 448134"/>
                <a:gd name="connsiteX280" fmla="*/ 2727332 w 2912392"/>
                <a:gd name="connsiteY280" fmla="*/ 13917 h 448134"/>
                <a:gd name="connsiteX281" fmla="*/ 2737076 w 2912392"/>
                <a:gd name="connsiteY281" fmla="*/ 13291 h 448134"/>
                <a:gd name="connsiteX282" fmla="*/ 2746805 w 2912392"/>
                <a:gd name="connsiteY282" fmla="*/ 12664 h 448134"/>
                <a:gd name="connsiteX283" fmla="*/ 2756549 w 2912392"/>
                <a:gd name="connsiteY283" fmla="*/ 12035 h 448134"/>
                <a:gd name="connsiteX284" fmla="*/ 2766293 w 2912392"/>
                <a:gd name="connsiteY284" fmla="*/ 11399 h 448134"/>
                <a:gd name="connsiteX285" fmla="*/ 2776037 w 2912392"/>
                <a:gd name="connsiteY285" fmla="*/ 10754 h 448134"/>
                <a:gd name="connsiteX286" fmla="*/ 2785766 w 2912392"/>
                <a:gd name="connsiteY286" fmla="*/ 10097 h 448134"/>
                <a:gd name="connsiteX287" fmla="*/ 2795510 w 2912392"/>
                <a:gd name="connsiteY287" fmla="*/ 9428 h 448134"/>
                <a:gd name="connsiteX288" fmla="*/ 2805254 w 2912392"/>
                <a:gd name="connsiteY288" fmla="*/ 8744 h 448134"/>
                <a:gd name="connsiteX289" fmla="*/ 2814998 w 2912392"/>
                <a:gd name="connsiteY289" fmla="*/ 8044 h 448134"/>
                <a:gd name="connsiteX290" fmla="*/ 2824727 w 2912392"/>
                <a:gd name="connsiteY290" fmla="*/ 7326 h 448134"/>
                <a:gd name="connsiteX291" fmla="*/ 2834471 w 2912392"/>
                <a:gd name="connsiteY291" fmla="*/ 6588 h 448134"/>
                <a:gd name="connsiteX292" fmla="*/ 2844215 w 2912392"/>
                <a:gd name="connsiteY292" fmla="*/ 5833 h 448134"/>
                <a:gd name="connsiteX293" fmla="*/ 2853958 w 2912392"/>
                <a:gd name="connsiteY293" fmla="*/ 5057 h 448134"/>
                <a:gd name="connsiteX294" fmla="*/ 2863687 w 2912392"/>
                <a:gd name="connsiteY294" fmla="*/ 4261 h 448134"/>
                <a:gd name="connsiteX295" fmla="*/ 2873431 w 2912392"/>
                <a:gd name="connsiteY295" fmla="*/ 3445 h 448134"/>
                <a:gd name="connsiteX296" fmla="*/ 2883175 w 2912392"/>
                <a:gd name="connsiteY296" fmla="*/ 2610 h 448134"/>
                <a:gd name="connsiteX297" fmla="*/ 2892919 w 2912392"/>
                <a:gd name="connsiteY297" fmla="*/ 1757 h 448134"/>
                <a:gd name="connsiteX298" fmla="*/ 2902663 w 2912392"/>
                <a:gd name="connsiteY298" fmla="*/ 886 h 448134"/>
                <a:gd name="connsiteX299" fmla="*/ 2912392 w 2912392"/>
                <a:gd name="connsiteY299" fmla="*/ 0 h 448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48134">
                  <a:moveTo>
                    <a:pt x="0" y="339062"/>
                  </a:moveTo>
                  <a:lnTo>
                    <a:pt x="9739" y="341647"/>
                  </a:lnTo>
                  <a:lnTo>
                    <a:pt x="19480" y="344116"/>
                  </a:lnTo>
                  <a:lnTo>
                    <a:pt x="29221" y="346468"/>
                  </a:lnTo>
                  <a:lnTo>
                    <a:pt x="38961" y="348705"/>
                  </a:lnTo>
                  <a:lnTo>
                    <a:pt x="48702" y="350826"/>
                  </a:lnTo>
                  <a:lnTo>
                    <a:pt x="58443" y="352835"/>
                  </a:lnTo>
                  <a:lnTo>
                    <a:pt x="68182" y="354730"/>
                  </a:lnTo>
                  <a:lnTo>
                    <a:pt x="77923" y="356512"/>
                  </a:lnTo>
                  <a:lnTo>
                    <a:pt x="87664" y="358186"/>
                  </a:lnTo>
                  <a:lnTo>
                    <a:pt x="97404" y="359751"/>
                  </a:lnTo>
                  <a:lnTo>
                    <a:pt x="107145" y="361209"/>
                  </a:lnTo>
                  <a:lnTo>
                    <a:pt x="116886" y="362565"/>
                  </a:lnTo>
                  <a:lnTo>
                    <a:pt x="126625" y="363818"/>
                  </a:lnTo>
                  <a:lnTo>
                    <a:pt x="136366" y="364973"/>
                  </a:lnTo>
                  <a:lnTo>
                    <a:pt x="146107" y="366031"/>
                  </a:lnTo>
                  <a:lnTo>
                    <a:pt x="155846" y="366995"/>
                  </a:lnTo>
                  <a:lnTo>
                    <a:pt x="165587" y="367868"/>
                  </a:lnTo>
                  <a:lnTo>
                    <a:pt x="175328" y="368654"/>
                  </a:lnTo>
                  <a:lnTo>
                    <a:pt x="185068" y="369355"/>
                  </a:lnTo>
                  <a:lnTo>
                    <a:pt x="194809" y="369974"/>
                  </a:lnTo>
                  <a:lnTo>
                    <a:pt x="204550" y="370517"/>
                  </a:lnTo>
                  <a:lnTo>
                    <a:pt x="214289" y="370985"/>
                  </a:lnTo>
                  <a:lnTo>
                    <a:pt x="224030" y="371381"/>
                  </a:lnTo>
                  <a:lnTo>
                    <a:pt x="233771" y="371710"/>
                  </a:lnTo>
                  <a:lnTo>
                    <a:pt x="243510" y="371975"/>
                  </a:lnTo>
                  <a:lnTo>
                    <a:pt x="253251" y="372181"/>
                  </a:lnTo>
                  <a:lnTo>
                    <a:pt x="262992" y="372330"/>
                  </a:lnTo>
                  <a:lnTo>
                    <a:pt x="272732" y="372424"/>
                  </a:lnTo>
                  <a:lnTo>
                    <a:pt x="282473" y="372470"/>
                  </a:lnTo>
                  <a:lnTo>
                    <a:pt x="292214" y="372470"/>
                  </a:lnTo>
                  <a:lnTo>
                    <a:pt x="301953" y="372428"/>
                  </a:lnTo>
                  <a:lnTo>
                    <a:pt x="311694" y="372348"/>
                  </a:lnTo>
                  <a:lnTo>
                    <a:pt x="321435" y="372232"/>
                  </a:lnTo>
                  <a:lnTo>
                    <a:pt x="331175" y="372084"/>
                  </a:lnTo>
                  <a:lnTo>
                    <a:pt x="340916" y="371908"/>
                  </a:lnTo>
                  <a:lnTo>
                    <a:pt x="350656" y="371709"/>
                  </a:lnTo>
                  <a:lnTo>
                    <a:pt x="360396" y="371485"/>
                  </a:lnTo>
                  <a:lnTo>
                    <a:pt x="370137" y="371244"/>
                  </a:lnTo>
                  <a:lnTo>
                    <a:pt x="379878" y="370988"/>
                  </a:lnTo>
                  <a:lnTo>
                    <a:pt x="389617" y="370718"/>
                  </a:lnTo>
                  <a:lnTo>
                    <a:pt x="399358" y="370438"/>
                  </a:lnTo>
                  <a:lnTo>
                    <a:pt x="409099" y="370150"/>
                  </a:lnTo>
                  <a:lnTo>
                    <a:pt x="418839" y="369860"/>
                  </a:lnTo>
                  <a:lnTo>
                    <a:pt x="428580" y="369566"/>
                  </a:lnTo>
                  <a:lnTo>
                    <a:pt x="438321" y="369273"/>
                  </a:lnTo>
                  <a:lnTo>
                    <a:pt x="448060" y="368981"/>
                  </a:lnTo>
                  <a:lnTo>
                    <a:pt x="457801" y="368695"/>
                  </a:lnTo>
                  <a:lnTo>
                    <a:pt x="467542" y="368415"/>
                  </a:lnTo>
                  <a:lnTo>
                    <a:pt x="477281" y="368142"/>
                  </a:lnTo>
                  <a:lnTo>
                    <a:pt x="487022" y="367880"/>
                  </a:lnTo>
                  <a:lnTo>
                    <a:pt x="496763" y="367628"/>
                  </a:lnTo>
                  <a:lnTo>
                    <a:pt x="506503" y="367390"/>
                  </a:lnTo>
                  <a:lnTo>
                    <a:pt x="516244" y="367165"/>
                  </a:lnTo>
                  <a:lnTo>
                    <a:pt x="525985" y="366956"/>
                  </a:lnTo>
                  <a:lnTo>
                    <a:pt x="535724" y="366762"/>
                  </a:lnTo>
                  <a:lnTo>
                    <a:pt x="545465" y="366585"/>
                  </a:lnTo>
                  <a:lnTo>
                    <a:pt x="555206" y="366426"/>
                  </a:lnTo>
                  <a:lnTo>
                    <a:pt x="564946" y="366285"/>
                  </a:lnTo>
                  <a:lnTo>
                    <a:pt x="574687" y="366163"/>
                  </a:lnTo>
                  <a:lnTo>
                    <a:pt x="584428" y="366061"/>
                  </a:lnTo>
                  <a:lnTo>
                    <a:pt x="594167" y="365979"/>
                  </a:lnTo>
                  <a:lnTo>
                    <a:pt x="603908" y="365915"/>
                  </a:lnTo>
                  <a:lnTo>
                    <a:pt x="613649" y="365871"/>
                  </a:lnTo>
                  <a:lnTo>
                    <a:pt x="623388" y="365849"/>
                  </a:lnTo>
                  <a:lnTo>
                    <a:pt x="633129" y="365845"/>
                  </a:lnTo>
                  <a:lnTo>
                    <a:pt x="642870" y="365862"/>
                  </a:lnTo>
                  <a:lnTo>
                    <a:pt x="652610" y="365898"/>
                  </a:lnTo>
                  <a:lnTo>
                    <a:pt x="662351" y="365955"/>
                  </a:lnTo>
                  <a:lnTo>
                    <a:pt x="672092" y="366031"/>
                  </a:lnTo>
                  <a:lnTo>
                    <a:pt x="681831" y="366125"/>
                  </a:lnTo>
                  <a:lnTo>
                    <a:pt x="691572" y="366239"/>
                  </a:lnTo>
                  <a:lnTo>
                    <a:pt x="701313" y="366372"/>
                  </a:lnTo>
                  <a:lnTo>
                    <a:pt x="711052" y="366522"/>
                  </a:lnTo>
                  <a:lnTo>
                    <a:pt x="720793" y="366691"/>
                  </a:lnTo>
                  <a:lnTo>
                    <a:pt x="730534" y="366875"/>
                  </a:lnTo>
                  <a:lnTo>
                    <a:pt x="740274" y="367080"/>
                  </a:lnTo>
                  <a:lnTo>
                    <a:pt x="750015" y="367300"/>
                  </a:lnTo>
                  <a:lnTo>
                    <a:pt x="759756" y="367537"/>
                  </a:lnTo>
                  <a:lnTo>
                    <a:pt x="769495" y="367790"/>
                  </a:lnTo>
                  <a:lnTo>
                    <a:pt x="779236" y="368058"/>
                  </a:lnTo>
                  <a:lnTo>
                    <a:pt x="788977" y="368345"/>
                  </a:lnTo>
                  <a:lnTo>
                    <a:pt x="798717" y="368645"/>
                  </a:lnTo>
                  <a:lnTo>
                    <a:pt x="808458" y="368961"/>
                  </a:lnTo>
                  <a:lnTo>
                    <a:pt x="818199" y="369295"/>
                  </a:lnTo>
                  <a:lnTo>
                    <a:pt x="827938" y="369642"/>
                  </a:lnTo>
                  <a:lnTo>
                    <a:pt x="837679" y="370006"/>
                  </a:lnTo>
                  <a:lnTo>
                    <a:pt x="847420" y="370386"/>
                  </a:lnTo>
                  <a:lnTo>
                    <a:pt x="857159" y="370781"/>
                  </a:lnTo>
                  <a:lnTo>
                    <a:pt x="866900" y="371192"/>
                  </a:lnTo>
                  <a:lnTo>
                    <a:pt x="876641" y="371619"/>
                  </a:lnTo>
                  <a:lnTo>
                    <a:pt x="886381" y="372063"/>
                  </a:lnTo>
                  <a:lnTo>
                    <a:pt x="896122" y="372524"/>
                  </a:lnTo>
                  <a:lnTo>
                    <a:pt x="905863" y="373003"/>
                  </a:lnTo>
                  <a:lnTo>
                    <a:pt x="915602" y="373500"/>
                  </a:lnTo>
                  <a:lnTo>
                    <a:pt x="925343" y="374015"/>
                  </a:lnTo>
                  <a:lnTo>
                    <a:pt x="935084" y="374550"/>
                  </a:lnTo>
                  <a:lnTo>
                    <a:pt x="944824" y="375104"/>
                  </a:lnTo>
                  <a:lnTo>
                    <a:pt x="954564" y="375679"/>
                  </a:lnTo>
                  <a:lnTo>
                    <a:pt x="964305" y="376275"/>
                  </a:lnTo>
                  <a:lnTo>
                    <a:pt x="974045" y="376894"/>
                  </a:lnTo>
                  <a:lnTo>
                    <a:pt x="983786" y="377534"/>
                  </a:lnTo>
                  <a:lnTo>
                    <a:pt x="993522" y="378200"/>
                  </a:lnTo>
                  <a:lnTo>
                    <a:pt x="1003266" y="378890"/>
                  </a:lnTo>
                  <a:lnTo>
                    <a:pt x="1013010" y="379604"/>
                  </a:lnTo>
                  <a:lnTo>
                    <a:pt x="1022754" y="380346"/>
                  </a:lnTo>
                  <a:lnTo>
                    <a:pt x="1032483" y="381114"/>
                  </a:lnTo>
                  <a:lnTo>
                    <a:pt x="1042227" y="381912"/>
                  </a:lnTo>
                  <a:lnTo>
                    <a:pt x="1051971" y="382737"/>
                  </a:lnTo>
                  <a:lnTo>
                    <a:pt x="1061715" y="383592"/>
                  </a:lnTo>
                  <a:lnTo>
                    <a:pt x="1071444" y="384477"/>
                  </a:lnTo>
                  <a:lnTo>
                    <a:pt x="1081188" y="385393"/>
                  </a:lnTo>
                  <a:lnTo>
                    <a:pt x="1090932" y="386343"/>
                  </a:lnTo>
                  <a:lnTo>
                    <a:pt x="1100676" y="387324"/>
                  </a:lnTo>
                  <a:lnTo>
                    <a:pt x="1110405" y="388339"/>
                  </a:lnTo>
                  <a:lnTo>
                    <a:pt x="1120149" y="389386"/>
                  </a:lnTo>
                  <a:lnTo>
                    <a:pt x="1129893" y="390468"/>
                  </a:lnTo>
                  <a:lnTo>
                    <a:pt x="1139637" y="391584"/>
                  </a:lnTo>
                  <a:lnTo>
                    <a:pt x="1149381" y="392734"/>
                  </a:lnTo>
                  <a:lnTo>
                    <a:pt x="1159110" y="393919"/>
                  </a:lnTo>
                  <a:lnTo>
                    <a:pt x="1168854" y="395136"/>
                  </a:lnTo>
                  <a:lnTo>
                    <a:pt x="1178598" y="396389"/>
                  </a:lnTo>
                  <a:lnTo>
                    <a:pt x="1188341" y="397675"/>
                  </a:lnTo>
                  <a:lnTo>
                    <a:pt x="1198070" y="398993"/>
                  </a:lnTo>
                  <a:lnTo>
                    <a:pt x="1207814" y="400345"/>
                  </a:lnTo>
                  <a:lnTo>
                    <a:pt x="1217558" y="401727"/>
                  </a:lnTo>
                  <a:lnTo>
                    <a:pt x="1227302" y="403140"/>
                  </a:lnTo>
                  <a:lnTo>
                    <a:pt x="1237031" y="404582"/>
                  </a:lnTo>
                  <a:lnTo>
                    <a:pt x="1246775" y="406051"/>
                  </a:lnTo>
                  <a:lnTo>
                    <a:pt x="1256519" y="407545"/>
                  </a:lnTo>
                  <a:lnTo>
                    <a:pt x="1266263" y="409063"/>
                  </a:lnTo>
                  <a:lnTo>
                    <a:pt x="1276007" y="410604"/>
                  </a:lnTo>
                  <a:lnTo>
                    <a:pt x="1285736" y="412164"/>
                  </a:lnTo>
                  <a:lnTo>
                    <a:pt x="1295480" y="413742"/>
                  </a:lnTo>
                  <a:lnTo>
                    <a:pt x="1305224" y="415333"/>
                  </a:lnTo>
                  <a:lnTo>
                    <a:pt x="1314968" y="416936"/>
                  </a:lnTo>
                  <a:lnTo>
                    <a:pt x="1324697" y="418547"/>
                  </a:lnTo>
                  <a:lnTo>
                    <a:pt x="1334441" y="420162"/>
                  </a:lnTo>
                  <a:lnTo>
                    <a:pt x="1344185" y="421777"/>
                  </a:lnTo>
                  <a:lnTo>
                    <a:pt x="1353929" y="423390"/>
                  </a:lnTo>
                  <a:lnTo>
                    <a:pt x="1363658" y="424996"/>
                  </a:lnTo>
                  <a:lnTo>
                    <a:pt x="1373402" y="426592"/>
                  </a:lnTo>
                  <a:lnTo>
                    <a:pt x="1383146" y="428171"/>
                  </a:lnTo>
                  <a:lnTo>
                    <a:pt x="1392890" y="429730"/>
                  </a:lnTo>
                  <a:lnTo>
                    <a:pt x="1402619" y="431263"/>
                  </a:lnTo>
                  <a:lnTo>
                    <a:pt x="1412363" y="432766"/>
                  </a:lnTo>
                  <a:lnTo>
                    <a:pt x="1422106" y="434234"/>
                  </a:lnTo>
                  <a:lnTo>
                    <a:pt x="1431850" y="435660"/>
                  </a:lnTo>
                  <a:lnTo>
                    <a:pt x="1441594" y="437039"/>
                  </a:lnTo>
                  <a:lnTo>
                    <a:pt x="1451323" y="438365"/>
                  </a:lnTo>
                  <a:lnTo>
                    <a:pt x="1461067" y="439635"/>
                  </a:lnTo>
                  <a:lnTo>
                    <a:pt x="1470811" y="440840"/>
                  </a:lnTo>
                  <a:lnTo>
                    <a:pt x="1480555" y="441975"/>
                  </a:lnTo>
                  <a:lnTo>
                    <a:pt x="1490284" y="443035"/>
                  </a:lnTo>
                  <a:lnTo>
                    <a:pt x="1500028" y="444012"/>
                  </a:lnTo>
                  <a:lnTo>
                    <a:pt x="1509772" y="444900"/>
                  </a:lnTo>
                  <a:lnTo>
                    <a:pt x="1519516" y="445694"/>
                  </a:lnTo>
                  <a:lnTo>
                    <a:pt x="1529245" y="446388"/>
                  </a:lnTo>
                  <a:lnTo>
                    <a:pt x="1538989" y="446975"/>
                  </a:lnTo>
                  <a:lnTo>
                    <a:pt x="1548733" y="447449"/>
                  </a:lnTo>
                  <a:lnTo>
                    <a:pt x="1558477" y="447804"/>
                  </a:lnTo>
                  <a:lnTo>
                    <a:pt x="1568221" y="448035"/>
                  </a:lnTo>
                  <a:lnTo>
                    <a:pt x="1577950" y="448135"/>
                  </a:lnTo>
                  <a:lnTo>
                    <a:pt x="1587694" y="448099"/>
                  </a:lnTo>
                  <a:lnTo>
                    <a:pt x="1597438" y="447922"/>
                  </a:lnTo>
                  <a:lnTo>
                    <a:pt x="1607182" y="447597"/>
                  </a:lnTo>
                  <a:lnTo>
                    <a:pt x="1616911" y="447120"/>
                  </a:lnTo>
                  <a:lnTo>
                    <a:pt x="1626655" y="446487"/>
                  </a:lnTo>
                  <a:lnTo>
                    <a:pt x="1636399" y="445691"/>
                  </a:lnTo>
                  <a:lnTo>
                    <a:pt x="1646142" y="444732"/>
                  </a:lnTo>
                  <a:lnTo>
                    <a:pt x="1655872" y="443601"/>
                  </a:lnTo>
                  <a:lnTo>
                    <a:pt x="1665616" y="442296"/>
                  </a:lnTo>
                  <a:lnTo>
                    <a:pt x="1675359" y="440815"/>
                  </a:lnTo>
                  <a:lnTo>
                    <a:pt x="1685103" y="439153"/>
                  </a:lnTo>
                  <a:lnTo>
                    <a:pt x="1694832" y="437309"/>
                  </a:lnTo>
                  <a:lnTo>
                    <a:pt x="1704576" y="435278"/>
                  </a:lnTo>
                  <a:lnTo>
                    <a:pt x="1714320" y="433063"/>
                  </a:lnTo>
                  <a:lnTo>
                    <a:pt x="1724064" y="430657"/>
                  </a:lnTo>
                  <a:lnTo>
                    <a:pt x="1733808" y="428061"/>
                  </a:lnTo>
                  <a:lnTo>
                    <a:pt x="1743537" y="425275"/>
                  </a:lnTo>
                  <a:lnTo>
                    <a:pt x="1753281" y="422298"/>
                  </a:lnTo>
                  <a:lnTo>
                    <a:pt x="1763025" y="419131"/>
                  </a:lnTo>
                  <a:lnTo>
                    <a:pt x="1772769" y="415774"/>
                  </a:lnTo>
                  <a:lnTo>
                    <a:pt x="1782498" y="412228"/>
                  </a:lnTo>
                  <a:lnTo>
                    <a:pt x="1792242" y="408494"/>
                  </a:lnTo>
                  <a:lnTo>
                    <a:pt x="1801986" y="404576"/>
                  </a:lnTo>
                  <a:lnTo>
                    <a:pt x="1811730" y="400474"/>
                  </a:lnTo>
                  <a:lnTo>
                    <a:pt x="1821459" y="396192"/>
                  </a:lnTo>
                  <a:lnTo>
                    <a:pt x="1831203" y="391733"/>
                  </a:lnTo>
                  <a:lnTo>
                    <a:pt x="1840947" y="387102"/>
                  </a:lnTo>
                  <a:lnTo>
                    <a:pt x="1850691" y="382302"/>
                  </a:lnTo>
                  <a:lnTo>
                    <a:pt x="1860435" y="377338"/>
                  </a:lnTo>
                  <a:lnTo>
                    <a:pt x="1870164" y="372214"/>
                  </a:lnTo>
                  <a:lnTo>
                    <a:pt x="1879908" y="366938"/>
                  </a:lnTo>
                  <a:lnTo>
                    <a:pt x="1889652" y="361513"/>
                  </a:lnTo>
                  <a:lnTo>
                    <a:pt x="1899395" y="355946"/>
                  </a:lnTo>
                  <a:lnTo>
                    <a:pt x="1909124" y="350245"/>
                  </a:lnTo>
                  <a:lnTo>
                    <a:pt x="1918868" y="344415"/>
                  </a:lnTo>
                  <a:lnTo>
                    <a:pt x="1928612" y="338463"/>
                  </a:lnTo>
                  <a:lnTo>
                    <a:pt x="1938356" y="332399"/>
                  </a:lnTo>
                  <a:lnTo>
                    <a:pt x="1948085" y="326228"/>
                  </a:lnTo>
                  <a:lnTo>
                    <a:pt x="1957829" y="319959"/>
                  </a:lnTo>
                  <a:lnTo>
                    <a:pt x="1967573" y="313600"/>
                  </a:lnTo>
                  <a:lnTo>
                    <a:pt x="1977317" y="307159"/>
                  </a:lnTo>
                  <a:lnTo>
                    <a:pt x="1987046" y="300645"/>
                  </a:lnTo>
                  <a:lnTo>
                    <a:pt x="1996790" y="294067"/>
                  </a:lnTo>
                  <a:lnTo>
                    <a:pt x="2006534" y="287433"/>
                  </a:lnTo>
                  <a:lnTo>
                    <a:pt x="2016278" y="280752"/>
                  </a:lnTo>
                  <a:lnTo>
                    <a:pt x="2026022" y="274032"/>
                  </a:lnTo>
                  <a:lnTo>
                    <a:pt x="2035751" y="267285"/>
                  </a:lnTo>
                  <a:lnTo>
                    <a:pt x="2045495" y="260516"/>
                  </a:lnTo>
                  <a:lnTo>
                    <a:pt x="2055239" y="253737"/>
                  </a:lnTo>
                  <a:lnTo>
                    <a:pt x="2064983" y="246954"/>
                  </a:lnTo>
                  <a:lnTo>
                    <a:pt x="2074712" y="240179"/>
                  </a:lnTo>
                  <a:lnTo>
                    <a:pt x="2084456" y="233418"/>
                  </a:lnTo>
                  <a:lnTo>
                    <a:pt x="2094200" y="226681"/>
                  </a:lnTo>
                  <a:lnTo>
                    <a:pt x="2103944" y="219976"/>
                  </a:lnTo>
                  <a:lnTo>
                    <a:pt x="2113673" y="213310"/>
                  </a:lnTo>
                  <a:lnTo>
                    <a:pt x="2123417" y="206694"/>
                  </a:lnTo>
                  <a:lnTo>
                    <a:pt x="2133161" y="200134"/>
                  </a:lnTo>
                  <a:lnTo>
                    <a:pt x="2142905" y="193636"/>
                  </a:lnTo>
                  <a:lnTo>
                    <a:pt x="2152649" y="187210"/>
                  </a:lnTo>
                  <a:lnTo>
                    <a:pt x="2162377" y="180863"/>
                  </a:lnTo>
                  <a:lnTo>
                    <a:pt x="2172121" y="174600"/>
                  </a:lnTo>
                  <a:lnTo>
                    <a:pt x="2181865" y="168428"/>
                  </a:lnTo>
                  <a:lnTo>
                    <a:pt x="2191609" y="162354"/>
                  </a:lnTo>
                  <a:lnTo>
                    <a:pt x="2201338" y="156384"/>
                  </a:lnTo>
                  <a:lnTo>
                    <a:pt x="2211082" y="150521"/>
                  </a:lnTo>
                  <a:lnTo>
                    <a:pt x="2220826" y="144775"/>
                  </a:lnTo>
                  <a:lnTo>
                    <a:pt x="2230570" y="139145"/>
                  </a:lnTo>
                  <a:lnTo>
                    <a:pt x="2240299" y="133639"/>
                  </a:lnTo>
                  <a:lnTo>
                    <a:pt x="2250043" y="128259"/>
                  </a:lnTo>
                  <a:lnTo>
                    <a:pt x="2259787" y="123012"/>
                  </a:lnTo>
                  <a:lnTo>
                    <a:pt x="2269531" y="117897"/>
                  </a:lnTo>
                  <a:lnTo>
                    <a:pt x="2279260" y="112919"/>
                  </a:lnTo>
                  <a:lnTo>
                    <a:pt x="2289004" y="108082"/>
                  </a:lnTo>
                  <a:lnTo>
                    <a:pt x="2298748" y="103384"/>
                  </a:lnTo>
                  <a:lnTo>
                    <a:pt x="2308492" y="98831"/>
                  </a:lnTo>
                  <a:lnTo>
                    <a:pt x="2318236" y="94421"/>
                  </a:lnTo>
                  <a:lnTo>
                    <a:pt x="2327965" y="90157"/>
                  </a:lnTo>
                  <a:lnTo>
                    <a:pt x="2337709" y="86039"/>
                  </a:lnTo>
                  <a:lnTo>
                    <a:pt x="2347453" y="82068"/>
                  </a:lnTo>
                  <a:lnTo>
                    <a:pt x="2357197" y="78242"/>
                  </a:lnTo>
                  <a:lnTo>
                    <a:pt x="2366926" y="74562"/>
                  </a:lnTo>
                  <a:lnTo>
                    <a:pt x="2376670" y="71026"/>
                  </a:lnTo>
                  <a:lnTo>
                    <a:pt x="2386413" y="67634"/>
                  </a:lnTo>
                  <a:lnTo>
                    <a:pt x="2396157" y="64384"/>
                  </a:lnTo>
                  <a:lnTo>
                    <a:pt x="2405886" y="61275"/>
                  </a:lnTo>
                  <a:lnTo>
                    <a:pt x="2415630" y="58304"/>
                  </a:lnTo>
                  <a:lnTo>
                    <a:pt x="2425374" y="55469"/>
                  </a:lnTo>
                  <a:lnTo>
                    <a:pt x="2435118" y="52766"/>
                  </a:lnTo>
                  <a:lnTo>
                    <a:pt x="2444862" y="50195"/>
                  </a:lnTo>
                  <a:lnTo>
                    <a:pt x="2454591" y="47750"/>
                  </a:lnTo>
                  <a:lnTo>
                    <a:pt x="2464335" y="45430"/>
                  </a:lnTo>
                  <a:lnTo>
                    <a:pt x="2474079" y="43229"/>
                  </a:lnTo>
                  <a:lnTo>
                    <a:pt x="2483823" y="41145"/>
                  </a:lnTo>
                  <a:lnTo>
                    <a:pt x="2493552" y="39175"/>
                  </a:lnTo>
                  <a:lnTo>
                    <a:pt x="2503296" y="37313"/>
                  </a:lnTo>
                  <a:lnTo>
                    <a:pt x="2513040" y="35555"/>
                  </a:lnTo>
                  <a:lnTo>
                    <a:pt x="2522784" y="33897"/>
                  </a:lnTo>
                  <a:lnTo>
                    <a:pt x="2532513" y="32334"/>
                  </a:lnTo>
                  <a:lnTo>
                    <a:pt x="2542257" y="30863"/>
                  </a:lnTo>
                  <a:lnTo>
                    <a:pt x="2552001" y="29478"/>
                  </a:lnTo>
                  <a:lnTo>
                    <a:pt x="2561745" y="28174"/>
                  </a:lnTo>
                  <a:lnTo>
                    <a:pt x="2571474" y="26948"/>
                  </a:lnTo>
                  <a:lnTo>
                    <a:pt x="2581218" y="25793"/>
                  </a:lnTo>
                  <a:lnTo>
                    <a:pt x="2590962" y="24705"/>
                  </a:lnTo>
                  <a:lnTo>
                    <a:pt x="2600705" y="23680"/>
                  </a:lnTo>
                  <a:lnTo>
                    <a:pt x="2610449" y="22712"/>
                  </a:lnTo>
                  <a:lnTo>
                    <a:pt x="2620178" y="21797"/>
                  </a:lnTo>
                  <a:lnTo>
                    <a:pt x="2629922" y="20930"/>
                  </a:lnTo>
                  <a:lnTo>
                    <a:pt x="2639666" y="20106"/>
                  </a:lnTo>
                  <a:lnTo>
                    <a:pt x="2649410" y="19322"/>
                  </a:lnTo>
                  <a:lnTo>
                    <a:pt x="2659139" y="18572"/>
                  </a:lnTo>
                  <a:lnTo>
                    <a:pt x="2668883" y="17850"/>
                  </a:lnTo>
                  <a:lnTo>
                    <a:pt x="2678627" y="17155"/>
                  </a:lnTo>
                  <a:lnTo>
                    <a:pt x="2688371" y="16480"/>
                  </a:lnTo>
                  <a:lnTo>
                    <a:pt x="2698100" y="15823"/>
                  </a:lnTo>
                  <a:lnTo>
                    <a:pt x="2707844" y="15179"/>
                  </a:lnTo>
                  <a:lnTo>
                    <a:pt x="2717588" y="14544"/>
                  </a:lnTo>
                  <a:lnTo>
                    <a:pt x="2727332" y="13917"/>
                  </a:lnTo>
                  <a:lnTo>
                    <a:pt x="2737076" y="13291"/>
                  </a:lnTo>
                  <a:lnTo>
                    <a:pt x="2746805" y="12664"/>
                  </a:lnTo>
                  <a:lnTo>
                    <a:pt x="2756549" y="12035"/>
                  </a:lnTo>
                  <a:lnTo>
                    <a:pt x="2766293" y="11399"/>
                  </a:lnTo>
                  <a:lnTo>
                    <a:pt x="2776037" y="10754"/>
                  </a:lnTo>
                  <a:lnTo>
                    <a:pt x="2785766" y="10097"/>
                  </a:lnTo>
                  <a:lnTo>
                    <a:pt x="2795510" y="9428"/>
                  </a:lnTo>
                  <a:lnTo>
                    <a:pt x="2805254" y="8744"/>
                  </a:lnTo>
                  <a:lnTo>
                    <a:pt x="2814998" y="8044"/>
                  </a:lnTo>
                  <a:lnTo>
                    <a:pt x="2824727" y="7326"/>
                  </a:lnTo>
                  <a:lnTo>
                    <a:pt x="2834471" y="6588"/>
                  </a:lnTo>
                  <a:lnTo>
                    <a:pt x="2844215" y="5833"/>
                  </a:lnTo>
                  <a:lnTo>
                    <a:pt x="2853958" y="5057"/>
                  </a:lnTo>
                  <a:lnTo>
                    <a:pt x="2863687" y="4261"/>
                  </a:lnTo>
                  <a:lnTo>
                    <a:pt x="2873431" y="3445"/>
                  </a:lnTo>
                  <a:lnTo>
                    <a:pt x="2883175" y="2610"/>
                  </a:lnTo>
                  <a:lnTo>
                    <a:pt x="2892919" y="1757"/>
                  </a:lnTo>
                  <a:lnTo>
                    <a:pt x="2902663" y="886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5" name="Freeform 674">
              <a:extLst>
                <a:ext uri="{FF2B5EF4-FFF2-40B4-BE49-F238E27FC236}">
                  <a16:creationId xmlns:a16="http://schemas.microsoft.com/office/drawing/2014/main" id="{38723AD3-4047-C5DD-AEC0-0D9A826ED378}"/>
                </a:ext>
              </a:extLst>
            </p:cNvPr>
            <p:cNvSpPr/>
            <p:nvPr/>
          </p:nvSpPr>
          <p:spPr>
            <a:xfrm>
              <a:off x="576446" y="2981896"/>
              <a:ext cx="2912392" cy="532333"/>
            </a:xfrm>
            <a:custGeom>
              <a:avLst/>
              <a:gdLst>
                <a:gd name="connsiteX0" fmla="*/ 0 w 2912392"/>
                <a:gd name="connsiteY0" fmla="*/ 338055 h 532333"/>
                <a:gd name="connsiteX1" fmla="*/ 9739 w 2912392"/>
                <a:gd name="connsiteY1" fmla="*/ 341771 h 532333"/>
                <a:gd name="connsiteX2" fmla="*/ 19480 w 2912392"/>
                <a:gd name="connsiteY2" fmla="*/ 345656 h 532333"/>
                <a:gd name="connsiteX3" fmla="*/ 29221 w 2912392"/>
                <a:gd name="connsiteY3" fmla="*/ 349703 h 532333"/>
                <a:gd name="connsiteX4" fmla="*/ 38961 w 2912392"/>
                <a:gd name="connsiteY4" fmla="*/ 353899 h 532333"/>
                <a:gd name="connsiteX5" fmla="*/ 48702 w 2912392"/>
                <a:gd name="connsiteY5" fmla="*/ 358234 h 532333"/>
                <a:gd name="connsiteX6" fmla="*/ 58443 w 2912392"/>
                <a:gd name="connsiteY6" fmla="*/ 362699 h 532333"/>
                <a:gd name="connsiteX7" fmla="*/ 68182 w 2912392"/>
                <a:gd name="connsiteY7" fmla="*/ 367285 h 532333"/>
                <a:gd name="connsiteX8" fmla="*/ 77923 w 2912392"/>
                <a:gd name="connsiteY8" fmla="*/ 371981 h 532333"/>
                <a:gd name="connsiteX9" fmla="*/ 87664 w 2912392"/>
                <a:gd name="connsiteY9" fmla="*/ 376776 h 532333"/>
                <a:gd name="connsiteX10" fmla="*/ 97404 w 2912392"/>
                <a:gd name="connsiteY10" fmla="*/ 381658 h 532333"/>
                <a:gd name="connsiteX11" fmla="*/ 107145 w 2912392"/>
                <a:gd name="connsiteY11" fmla="*/ 386618 h 532333"/>
                <a:gd name="connsiteX12" fmla="*/ 116886 w 2912392"/>
                <a:gd name="connsiteY12" fmla="*/ 391647 h 532333"/>
                <a:gd name="connsiteX13" fmla="*/ 126625 w 2912392"/>
                <a:gd name="connsiteY13" fmla="*/ 396730 h 532333"/>
                <a:gd name="connsiteX14" fmla="*/ 136366 w 2912392"/>
                <a:gd name="connsiteY14" fmla="*/ 401860 h 532333"/>
                <a:gd name="connsiteX15" fmla="*/ 146107 w 2912392"/>
                <a:gd name="connsiteY15" fmla="*/ 407024 h 532333"/>
                <a:gd name="connsiteX16" fmla="*/ 155846 w 2912392"/>
                <a:gd name="connsiteY16" fmla="*/ 412212 h 532333"/>
                <a:gd name="connsiteX17" fmla="*/ 165587 w 2912392"/>
                <a:gd name="connsiteY17" fmla="*/ 417411 h 532333"/>
                <a:gd name="connsiteX18" fmla="*/ 175328 w 2912392"/>
                <a:gd name="connsiteY18" fmla="*/ 422614 h 532333"/>
                <a:gd name="connsiteX19" fmla="*/ 185068 w 2912392"/>
                <a:gd name="connsiteY19" fmla="*/ 427808 h 532333"/>
                <a:gd name="connsiteX20" fmla="*/ 194809 w 2912392"/>
                <a:gd name="connsiteY20" fmla="*/ 432982 h 532333"/>
                <a:gd name="connsiteX21" fmla="*/ 204550 w 2912392"/>
                <a:gd name="connsiteY21" fmla="*/ 438127 h 532333"/>
                <a:gd name="connsiteX22" fmla="*/ 214289 w 2912392"/>
                <a:gd name="connsiteY22" fmla="*/ 443231 h 532333"/>
                <a:gd name="connsiteX23" fmla="*/ 224030 w 2912392"/>
                <a:gd name="connsiteY23" fmla="*/ 448284 h 532333"/>
                <a:gd name="connsiteX24" fmla="*/ 233771 w 2912392"/>
                <a:gd name="connsiteY24" fmla="*/ 453275 h 532333"/>
                <a:gd name="connsiteX25" fmla="*/ 243510 w 2912392"/>
                <a:gd name="connsiteY25" fmla="*/ 458194 h 532333"/>
                <a:gd name="connsiteX26" fmla="*/ 253251 w 2912392"/>
                <a:gd name="connsiteY26" fmla="*/ 463032 h 532333"/>
                <a:gd name="connsiteX27" fmla="*/ 262992 w 2912392"/>
                <a:gd name="connsiteY27" fmla="*/ 467777 h 532333"/>
                <a:gd name="connsiteX28" fmla="*/ 272732 w 2912392"/>
                <a:gd name="connsiteY28" fmla="*/ 472421 h 532333"/>
                <a:gd name="connsiteX29" fmla="*/ 282473 w 2912392"/>
                <a:gd name="connsiteY29" fmla="*/ 476955 h 532333"/>
                <a:gd name="connsiteX30" fmla="*/ 292214 w 2912392"/>
                <a:gd name="connsiteY30" fmla="*/ 481368 h 532333"/>
                <a:gd name="connsiteX31" fmla="*/ 301953 w 2912392"/>
                <a:gd name="connsiteY31" fmla="*/ 485652 h 532333"/>
                <a:gd name="connsiteX32" fmla="*/ 311694 w 2912392"/>
                <a:gd name="connsiteY32" fmla="*/ 489797 h 532333"/>
                <a:gd name="connsiteX33" fmla="*/ 321435 w 2912392"/>
                <a:gd name="connsiteY33" fmla="*/ 493794 h 532333"/>
                <a:gd name="connsiteX34" fmla="*/ 331175 w 2912392"/>
                <a:gd name="connsiteY34" fmla="*/ 497636 h 532333"/>
                <a:gd name="connsiteX35" fmla="*/ 340916 w 2912392"/>
                <a:gd name="connsiteY35" fmla="*/ 501315 h 532333"/>
                <a:gd name="connsiteX36" fmla="*/ 350656 w 2912392"/>
                <a:gd name="connsiteY36" fmla="*/ 504821 h 532333"/>
                <a:gd name="connsiteX37" fmla="*/ 360396 w 2912392"/>
                <a:gd name="connsiteY37" fmla="*/ 508146 h 532333"/>
                <a:gd name="connsiteX38" fmla="*/ 370137 w 2912392"/>
                <a:gd name="connsiteY38" fmla="*/ 511287 h 532333"/>
                <a:gd name="connsiteX39" fmla="*/ 379878 w 2912392"/>
                <a:gd name="connsiteY39" fmla="*/ 514232 h 532333"/>
                <a:gd name="connsiteX40" fmla="*/ 389617 w 2912392"/>
                <a:gd name="connsiteY40" fmla="*/ 516977 h 532333"/>
                <a:gd name="connsiteX41" fmla="*/ 399358 w 2912392"/>
                <a:gd name="connsiteY41" fmla="*/ 519514 h 532333"/>
                <a:gd name="connsiteX42" fmla="*/ 409099 w 2912392"/>
                <a:gd name="connsiteY42" fmla="*/ 521838 h 532333"/>
                <a:gd name="connsiteX43" fmla="*/ 418839 w 2912392"/>
                <a:gd name="connsiteY43" fmla="*/ 523944 h 532333"/>
                <a:gd name="connsiteX44" fmla="*/ 428580 w 2912392"/>
                <a:gd name="connsiteY44" fmla="*/ 525825 h 532333"/>
                <a:gd name="connsiteX45" fmla="*/ 438321 w 2912392"/>
                <a:gd name="connsiteY45" fmla="*/ 527478 h 532333"/>
                <a:gd name="connsiteX46" fmla="*/ 448060 w 2912392"/>
                <a:gd name="connsiteY46" fmla="*/ 528895 h 532333"/>
                <a:gd name="connsiteX47" fmla="*/ 457801 w 2912392"/>
                <a:gd name="connsiteY47" fmla="*/ 530073 h 532333"/>
                <a:gd name="connsiteX48" fmla="*/ 467542 w 2912392"/>
                <a:gd name="connsiteY48" fmla="*/ 531010 h 532333"/>
                <a:gd name="connsiteX49" fmla="*/ 477281 w 2912392"/>
                <a:gd name="connsiteY49" fmla="*/ 531701 h 532333"/>
                <a:gd name="connsiteX50" fmla="*/ 487022 w 2912392"/>
                <a:gd name="connsiteY50" fmla="*/ 532144 h 532333"/>
                <a:gd name="connsiteX51" fmla="*/ 496763 w 2912392"/>
                <a:gd name="connsiteY51" fmla="*/ 532333 h 532333"/>
                <a:gd name="connsiteX52" fmla="*/ 506503 w 2912392"/>
                <a:gd name="connsiteY52" fmla="*/ 532269 h 532333"/>
                <a:gd name="connsiteX53" fmla="*/ 516244 w 2912392"/>
                <a:gd name="connsiteY53" fmla="*/ 531950 h 532333"/>
                <a:gd name="connsiteX54" fmla="*/ 525985 w 2912392"/>
                <a:gd name="connsiteY54" fmla="*/ 531372 h 532333"/>
                <a:gd name="connsiteX55" fmla="*/ 535724 w 2912392"/>
                <a:gd name="connsiteY55" fmla="*/ 530536 h 532333"/>
                <a:gd name="connsiteX56" fmla="*/ 545465 w 2912392"/>
                <a:gd name="connsiteY56" fmla="*/ 529441 h 532333"/>
                <a:gd name="connsiteX57" fmla="*/ 555206 w 2912392"/>
                <a:gd name="connsiteY57" fmla="*/ 528085 h 532333"/>
                <a:gd name="connsiteX58" fmla="*/ 564946 w 2912392"/>
                <a:gd name="connsiteY58" fmla="*/ 526470 h 532333"/>
                <a:gd name="connsiteX59" fmla="*/ 574687 w 2912392"/>
                <a:gd name="connsiteY59" fmla="*/ 524596 h 532333"/>
                <a:gd name="connsiteX60" fmla="*/ 584428 w 2912392"/>
                <a:gd name="connsiteY60" fmla="*/ 522464 h 532333"/>
                <a:gd name="connsiteX61" fmla="*/ 594167 w 2912392"/>
                <a:gd name="connsiteY61" fmla="*/ 520074 h 532333"/>
                <a:gd name="connsiteX62" fmla="*/ 603908 w 2912392"/>
                <a:gd name="connsiteY62" fmla="*/ 517430 h 532333"/>
                <a:gd name="connsiteX63" fmla="*/ 613649 w 2912392"/>
                <a:gd name="connsiteY63" fmla="*/ 514530 h 532333"/>
                <a:gd name="connsiteX64" fmla="*/ 623388 w 2912392"/>
                <a:gd name="connsiteY64" fmla="*/ 511382 h 532333"/>
                <a:gd name="connsiteX65" fmla="*/ 633129 w 2912392"/>
                <a:gd name="connsiteY65" fmla="*/ 507984 h 532333"/>
                <a:gd name="connsiteX66" fmla="*/ 642870 w 2912392"/>
                <a:gd name="connsiteY66" fmla="*/ 504342 h 532333"/>
                <a:gd name="connsiteX67" fmla="*/ 652610 w 2912392"/>
                <a:gd name="connsiteY67" fmla="*/ 500458 h 532333"/>
                <a:gd name="connsiteX68" fmla="*/ 662351 w 2912392"/>
                <a:gd name="connsiteY68" fmla="*/ 496337 h 532333"/>
                <a:gd name="connsiteX69" fmla="*/ 672092 w 2912392"/>
                <a:gd name="connsiteY69" fmla="*/ 491982 h 532333"/>
                <a:gd name="connsiteX70" fmla="*/ 681831 w 2912392"/>
                <a:gd name="connsiteY70" fmla="*/ 487399 h 532333"/>
                <a:gd name="connsiteX71" fmla="*/ 691572 w 2912392"/>
                <a:gd name="connsiteY71" fmla="*/ 482593 h 532333"/>
                <a:gd name="connsiteX72" fmla="*/ 701313 w 2912392"/>
                <a:gd name="connsiteY72" fmla="*/ 477566 h 532333"/>
                <a:gd name="connsiteX73" fmla="*/ 711052 w 2912392"/>
                <a:gd name="connsiteY73" fmla="*/ 472328 h 532333"/>
                <a:gd name="connsiteX74" fmla="*/ 720793 w 2912392"/>
                <a:gd name="connsiteY74" fmla="*/ 466880 h 532333"/>
                <a:gd name="connsiteX75" fmla="*/ 730534 w 2912392"/>
                <a:gd name="connsiteY75" fmla="*/ 461234 h 532333"/>
                <a:gd name="connsiteX76" fmla="*/ 740274 w 2912392"/>
                <a:gd name="connsiteY76" fmla="*/ 455390 h 532333"/>
                <a:gd name="connsiteX77" fmla="*/ 750015 w 2912392"/>
                <a:gd name="connsiteY77" fmla="*/ 449359 h 532333"/>
                <a:gd name="connsiteX78" fmla="*/ 759756 w 2912392"/>
                <a:gd name="connsiteY78" fmla="*/ 443146 h 532333"/>
                <a:gd name="connsiteX79" fmla="*/ 769495 w 2912392"/>
                <a:gd name="connsiteY79" fmla="*/ 436758 h 532333"/>
                <a:gd name="connsiteX80" fmla="*/ 779236 w 2912392"/>
                <a:gd name="connsiteY80" fmla="*/ 430202 h 532333"/>
                <a:gd name="connsiteX81" fmla="*/ 788977 w 2912392"/>
                <a:gd name="connsiteY81" fmla="*/ 423487 h 532333"/>
                <a:gd name="connsiteX82" fmla="*/ 798717 w 2912392"/>
                <a:gd name="connsiteY82" fmla="*/ 416619 h 532333"/>
                <a:gd name="connsiteX83" fmla="*/ 808458 w 2912392"/>
                <a:gd name="connsiteY83" fmla="*/ 409604 h 532333"/>
                <a:gd name="connsiteX84" fmla="*/ 818199 w 2912392"/>
                <a:gd name="connsiteY84" fmla="*/ 402454 h 532333"/>
                <a:gd name="connsiteX85" fmla="*/ 827938 w 2912392"/>
                <a:gd name="connsiteY85" fmla="*/ 395175 h 532333"/>
                <a:gd name="connsiteX86" fmla="*/ 837679 w 2912392"/>
                <a:gd name="connsiteY86" fmla="*/ 387774 h 532333"/>
                <a:gd name="connsiteX87" fmla="*/ 847420 w 2912392"/>
                <a:gd name="connsiteY87" fmla="*/ 380261 h 532333"/>
                <a:gd name="connsiteX88" fmla="*/ 857159 w 2912392"/>
                <a:gd name="connsiteY88" fmla="*/ 372643 h 532333"/>
                <a:gd name="connsiteX89" fmla="*/ 866900 w 2912392"/>
                <a:gd name="connsiteY89" fmla="*/ 364930 h 532333"/>
                <a:gd name="connsiteX90" fmla="*/ 876641 w 2912392"/>
                <a:gd name="connsiteY90" fmla="*/ 357129 h 532333"/>
                <a:gd name="connsiteX91" fmla="*/ 886381 w 2912392"/>
                <a:gd name="connsiteY91" fmla="*/ 349247 h 532333"/>
                <a:gd name="connsiteX92" fmla="*/ 896122 w 2912392"/>
                <a:gd name="connsiteY92" fmla="*/ 341295 h 532333"/>
                <a:gd name="connsiteX93" fmla="*/ 905863 w 2912392"/>
                <a:gd name="connsiteY93" fmla="*/ 333281 h 532333"/>
                <a:gd name="connsiteX94" fmla="*/ 915602 w 2912392"/>
                <a:gd name="connsiteY94" fmla="*/ 325214 h 532333"/>
                <a:gd name="connsiteX95" fmla="*/ 925343 w 2912392"/>
                <a:gd name="connsiteY95" fmla="*/ 317099 h 532333"/>
                <a:gd name="connsiteX96" fmla="*/ 935084 w 2912392"/>
                <a:gd name="connsiteY96" fmla="*/ 308950 h 532333"/>
                <a:gd name="connsiteX97" fmla="*/ 944824 w 2912392"/>
                <a:gd name="connsiteY97" fmla="*/ 300770 h 532333"/>
                <a:gd name="connsiteX98" fmla="*/ 954564 w 2912392"/>
                <a:gd name="connsiteY98" fmla="*/ 292571 h 532333"/>
                <a:gd name="connsiteX99" fmla="*/ 964305 w 2912392"/>
                <a:gd name="connsiteY99" fmla="*/ 284360 h 532333"/>
                <a:gd name="connsiteX100" fmla="*/ 974045 w 2912392"/>
                <a:gd name="connsiteY100" fmla="*/ 276145 h 532333"/>
                <a:gd name="connsiteX101" fmla="*/ 983786 w 2912392"/>
                <a:gd name="connsiteY101" fmla="*/ 267936 h 532333"/>
                <a:gd name="connsiteX102" fmla="*/ 993522 w 2912392"/>
                <a:gd name="connsiteY102" fmla="*/ 259738 h 532333"/>
                <a:gd name="connsiteX103" fmla="*/ 1003266 w 2912392"/>
                <a:gd name="connsiteY103" fmla="*/ 251560 h 532333"/>
                <a:gd name="connsiteX104" fmla="*/ 1013010 w 2912392"/>
                <a:gd name="connsiteY104" fmla="*/ 243411 h 532333"/>
                <a:gd name="connsiteX105" fmla="*/ 1022754 w 2912392"/>
                <a:gd name="connsiteY105" fmla="*/ 235298 h 532333"/>
                <a:gd name="connsiteX106" fmla="*/ 1032483 w 2912392"/>
                <a:gd name="connsiteY106" fmla="*/ 227227 h 532333"/>
                <a:gd name="connsiteX107" fmla="*/ 1042227 w 2912392"/>
                <a:gd name="connsiteY107" fmla="*/ 219209 h 532333"/>
                <a:gd name="connsiteX108" fmla="*/ 1051971 w 2912392"/>
                <a:gd name="connsiteY108" fmla="*/ 211248 h 532333"/>
                <a:gd name="connsiteX109" fmla="*/ 1061715 w 2912392"/>
                <a:gd name="connsiteY109" fmla="*/ 203352 h 532333"/>
                <a:gd name="connsiteX110" fmla="*/ 1071444 w 2912392"/>
                <a:gd name="connsiteY110" fmla="*/ 195530 h 532333"/>
                <a:gd name="connsiteX111" fmla="*/ 1081188 w 2912392"/>
                <a:gd name="connsiteY111" fmla="*/ 187785 h 532333"/>
                <a:gd name="connsiteX112" fmla="*/ 1090932 w 2912392"/>
                <a:gd name="connsiteY112" fmla="*/ 180127 h 532333"/>
                <a:gd name="connsiteX113" fmla="*/ 1100676 w 2912392"/>
                <a:gd name="connsiteY113" fmla="*/ 172562 h 532333"/>
                <a:gd name="connsiteX114" fmla="*/ 1110405 w 2912392"/>
                <a:gd name="connsiteY114" fmla="*/ 165096 h 532333"/>
                <a:gd name="connsiteX115" fmla="*/ 1120149 w 2912392"/>
                <a:gd name="connsiteY115" fmla="*/ 157734 h 532333"/>
                <a:gd name="connsiteX116" fmla="*/ 1129893 w 2912392"/>
                <a:gd name="connsiteY116" fmla="*/ 150483 h 532333"/>
                <a:gd name="connsiteX117" fmla="*/ 1139637 w 2912392"/>
                <a:gd name="connsiteY117" fmla="*/ 143349 h 532333"/>
                <a:gd name="connsiteX118" fmla="*/ 1149381 w 2912392"/>
                <a:gd name="connsiteY118" fmla="*/ 136338 h 532333"/>
                <a:gd name="connsiteX119" fmla="*/ 1159110 w 2912392"/>
                <a:gd name="connsiteY119" fmla="*/ 129454 h 532333"/>
                <a:gd name="connsiteX120" fmla="*/ 1168854 w 2912392"/>
                <a:gd name="connsiteY120" fmla="*/ 122705 h 532333"/>
                <a:gd name="connsiteX121" fmla="*/ 1178598 w 2912392"/>
                <a:gd name="connsiteY121" fmla="*/ 116094 h 532333"/>
                <a:gd name="connsiteX122" fmla="*/ 1188341 w 2912392"/>
                <a:gd name="connsiteY122" fmla="*/ 109627 h 532333"/>
                <a:gd name="connsiteX123" fmla="*/ 1198070 w 2912392"/>
                <a:gd name="connsiteY123" fmla="*/ 103308 h 532333"/>
                <a:gd name="connsiteX124" fmla="*/ 1207814 w 2912392"/>
                <a:gd name="connsiteY124" fmla="*/ 97141 h 532333"/>
                <a:gd name="connsiteX125" fmla="*/ 1217558 w 2912392"/>
                <a:gd name="connsiteY125" fmla="*/ 91134 h 532333"/>
                <a:gd name="connsiteX126" fmla="*/ 1227302 w 2912392"/>
                <a:gd name="connsiteY126" fmla="*/ 85288 h 532333"/>
                <a:gd name="connsiteX127" fmla="*/ 1237031 w 2912392"/>
                <a:gd name="connsiteY127" fmla="*/ 79607 h 532333"/>
                <a:gd name="connsiteX128" fmla="*/ 1246775 w 2912392"/>
                <a:gd name="connsiteY128" fmla="*/ 74097 h 532333"/>
                <a:gd name="connsiteX129" fmla="*/ 1256519 w 2912392"/>
                <a:gd name="connsiteY129" fmla="*/ 68762 h 532333"/>
                <a:gd name="connsiteX130" fmla="*/ 1266263 w 2912392"/>
                <a:gd name="connsiteY130" fmla="*/ 63602 h 532333"/>
                <a:gd name="connsiteX131" fmla="*/ 1276007 w 2912392"/>
                <a:gd name="connsiteY131" fmla="*/ 58626 h 532333"/>
                <a:gd name="connsiteX132" fmla="*/ 1285736 w 2912392"/>
                <a:gd name="connsiteY132" fmla="*/ 53833 h 532333"/>
                <a:gd name="connsiteX133" fmla="*/ 1295480 w 2912392"/>
                <a:gd name="connsiteY133" fmla="*/ 49228 h 532333"/>
                <a:gd name="connsiteX134" fmla="*/ 1305224 w 2912392"/>
                <a:gd name="connsiteY134" fmla="*/ 44813 h 532333"/>
                <a:gd name="connsiteX135" fmla="*/ 1314968 w 2912392"/>
                <a:gd name="connsiteY135" fmla="*/ 40592 h 532333"/>
                <a:gd name="connsiteX136" fmla="*/ 1324697 w 2912392"/>
                <a:gd name="connsiteY136" fmla="*/ 36568 h 532333"/>
                <a:gd name="connsiteX137" fmla="*/ 1334441 w 2912392"/>
                <a:gd name="connsiteY137" fmla="*/ 32743 h 532333"/>
                <a:gd name="connsiteX138" fmla="*/ 1344185 w 2912392"/>
                <a:gd name="connsiteY138" fmla="*/ 29120 h 532333"/>
                <a:gd name="connsiteX139" fmla="*/ 1353929 w 2912392"/>
                <a:gd name="connsiteY139" fmla="*/ 25701 h 532333"/>
                <a:gd name="connsiteX140" fmla="*/ 1363658 w 2912392"/>
                <a:gd name="connsiteY140" fmla="*/ 22487 h 532333"/>
                <a:gd name="connsiteX141" fmla="*/ 1373402 w 2912392"/>
                <a:gd name="connsiteY141" fmla="*/ 19482 h 532333"/>
                <a:gd name="connsiteX142" fmla="*/ 1383146 w 2912392"/>
                <a:gd name="connsiteY142" fmla="*/ 16687 h 532333"/>
                <a:gd name="connsiteX143" fmla="*/ 1392890 w 2912392"/>
                <a:gd name="connsiteY143" fmla="*/ 14102 h 532333"/>
                <a:gd name="connsiteX144" fmla="*/ 1402619 w 2912392"/>
                <a:gd name="connsiteY144" fmla="*/ 11731 h 532333"/>
                <a:gd name="connsiteX145" fmla="*/ 1412363 w 2912392"/>
                <a:gd name="connsiteY145" fmla="*/ 9577 h 532333"/>
                <a:gd name="connsiteX146" fmla="*/ 1422106 w 2912392"/>
                <a:gd name="connsiteY146" fmla="*/ 7637 h 532333"/>
                <a:gd name="connsiteX147" fmla="*/ 1431850 w 2912392"/>
                <a:gd name="connsiteY147" fmla="*/ 5913 h 532333"/>
                <a:gd name="connsiteX148" fmla="*/ 1441594 w 2912392"/>
                <a:gd name="connsiteY148" fmla="*/ 4410 h 532333"/>
                <a:gd name="connsiteX149" fmla="*/ 1451323 w 2912392"/>
                <a:gd name="connsiteY149" fmla="*/ 3124 h 532333"/>
                <a:gd name="connsiteX150" fmla="*/ 1461067 w 2912392"/>
                <a:gd name="connsiteY150" fmla="*/ 2058 h 532333"/>
                <a:gd name="connsiteX151" fmla="*/ 1470811 w 2912392"/>
                <a:gd name="connsiteY151" fmla="*/ 1213 h 532333"/>
                <a:gd name="connsiteX152" fmla="*/ 1480555 w 2912392"/>
                <a:gd name="connsiteY152" fmla="*/ 587 h 532333"/>
                <a:gd name="connsiteX153" fmla="*/ 1490284 w 2912392"/>
                <a:gd name="connsiteY153" fmla="*/ 183 h 532333"/>
                <a:gd name="connsiteX154" fmla="*/ 1500028 w 2912392"/>
                <a:gd name="connsiteY154" fmla="*/ 0 h 532333"/>
                <a:gd name="connsiteX155" fmla="*/ 1509772 w 2912392"/>
                <a:gd name="connsiteY155" fmla="*/ 37 h 532333"/>
                <a:gd name="connsiteX156" fmla="*/ 1519516 w 2912392"/>
                <a:gd name="connsiteY156" fmla="*/ 295 h 532333"/>
                <a:gd name="connsiteX157" fmla="*/ 1529245 w 2912392"/>
                <a:gd name="connsiteY157" fmla="*/ 772 h 532333"/>
                <a:gd name="connsiteX158" fmla="*/ 1538989 w 2912392"/>
                <a:gd name="connsiteY158" fmla="*/ 1469 h 532333"/>
                <a:gd name="connsiteX159" fmla="*/ 1548733 w 2912392"/>
                <a:gd name="connsiteY159" fmla="*/ 2384 h 532333"/>
                <a:gd name="connsiteX160" fmla="*/ 1558477 w 2912392"/>
                <a:gd name="connsiteY160" fmla="*/ 3516 h 532333"/>
                <a:gd name="connsiteX161" fmla="*/ 1568221 w 2912392"/>
                <a:gd name="connsiteY161" fmla="*/ 4865 h 532333"/>
                <a:gd name="connsiteX162" fmla="*/ 1577950 w 2912392"/>
                <a:gd name="connsiteY162" fmla="*/ 6429 h 532333"/>
                <a:gd name="connsiteX163" fmla="*/ 1587694 w 2912392"/>
                <a:gd name="connsiteY163" fmla="*/ 8205 h 532333"/>
                <a:gd name="connsiteX164" fmla="*/ 1597438 w 2912392"/>
                <a:gd name="connsiteY164" fmla="*/ 10194 h 532333"/>
                <a:gd name="connsiteX165" fmla="*/ 1607182 w 2912392"/>
                <a:gd name="connsiteY165" fmla="*/ 12392 h 532333"/>
                <a:gd name="connsiteX166" fmla="*/ 1616911 w 2912392"/>
                <a:gd name="connsiteY166" fmla="*/ 14796 h 532333"/>
                <a:gd name="connsiteX167" fmla="*/ 1626655 w 2912392"/>
                <a:gd name="connsiteY167" fmla="*/ 17407 h 532333"/>
                <a:gd name="connsiteX168" fmla="*/ 1636399 w 2912392"/>
                <a:gd name="connsiteY168" fmla="*/ 20219 h 532333"/>
                <a:gd name="connsiteX169" fmla="*/ 1646142 w 2912392"/>
                <a:gd name="connsiteY169" fmla="*/ 23232 h 532333"/>
                <a:gd name="connsiteX170" fmla="*/ 1655872 w 2912392"/>
                <a:gd name="connsiteY170" fmla="*/ 26441 h 532333"/>
                <a:gd name="connsiteX171" fmla="*/ 1665616 w 2912392"/>
                <a:gd name="connsiteY171" fmla="*/ 29844 h 532333"/>
                <a:gd name="connsiteX172" fmla="*/ 1675359 w 2912392"/>
                <a:gd name="connsiteY172" fmla="*/ 33436 h 532333"/>
                <a:gd name="connsiteX173" fmla="*/ 1685103 w 2912392"/>
                <a:gd name="connsiteY173" fmla="*/ 37216 h 532333"/>
                <a:gd name="connsiteX174" fmla="*/ 1694832 w 2912392"/>
                <a:gd name="connsiteY174" fmla="*/ 41179 h 532333"/>
                <a:gd name="connsiteX175" fmla="*/ 1704576 w 2912392"/>
                <a:gd name="connsiteY175" fmla="*/ 45321 h 532333"/>
                <a:gd name="connsiteX176" fmla="*/ 1714320 w 2912392"/>
                <a:gd name="connsiteY176" fmla="*/ 49637 h 532333"/>
                <a:gd name="connsiteX177" fmla="*/ 1724064 w 2912392"/>
                <a:gd name="connsiteY177" fmla="*/ 54125 h 532333"/>
                <a:gd name="connsiteX178" fmla="*/ 1733808 w 2912392"/>
                <a:gd name="connsiteY178" fmla="*/ 58778 h 532333"/>
                <a:gd name="connsiteX179" fmla="*/ 1743537 w 2912392"/>
                <a:gd name="connsiteY179" fmla="*/ 63592 h 532333"/>
                <a:gd name="connsiteX180" fmla="*/ 1753281 w 2912392"/>
                <a:gd name="connsiteY180" fmla="*/ 68564 h 532333"/>
                <a:gd name="connsiteX181" fmla="*/ 1763025 w 2912392"/>
                <a:gd name="connsiteY181" fmla="*/ 73686 h 532333"/>
                <a:gd name="connsiteX182" fmla="*/ 1772769 w 2912392"/>
                <a:gd name="connsiteY182" fmla="*/ 78954 h 532333"/>
                <a:gd name="connsiteX183" fmla="*/ 1782498 w 2912392"/>
                <a:gd name="connsiteY183" fmla="*/ 84363 h 532333"/>
                <a:gd name="connsiteX184" fmla="*/ 1792242 w 2912392"/>
                <a:gd name="connsiteY184" fmla="*/ 89906 h 532333"/>
                <a:gd name="connsiteX185" fmla="*/ 1801986 w 2912392"/>
                <a:gd name="connsiteY185" fmla="*/ 95580 h 532333"/>
                <a:gd name="connsiteX186" fmla="*/ 1811730 w 2912392"/>
                <a:gd name="connsiteY186" fmla="*/ 101376 h 532333"/>
                <a:gd name="connsiteX187" fmla="*/ 1821459 w 2912392"/>
                <a:gd name="connsiteY187" fmla="*/ 107289 h 532333"/>
                <a:gd name="connsiteX188" fmla="*/ 1831203 w 2912392"/>
                <a:gd name="connsiteY188" fmla="*/ 113314 h 532333"/>
                <a:gd name="connsiteX189" fmla="*/ 1840947 w 2912392"/>
                <a:gd name="connsiteY189" fmla="*/ 119444 h 532333"/>
                <a:gd name="connsiteX190" fmla="*/ 1850691 w 2912392"/>
                <a:gd name="connsiteY190" fmla="*/ 125670 h 532333"/>
                <a:gd name="connsiteX191" fmla="*/ 1860435 w 2912392"/>
                <a:gd name="connsiteY191" fmla="*/ 131989 h 532333"/>
                <a:gd name="connsiteX192" fmla="*/ 1870164 w 2912392"/>
                <a:gd name="connsiteY192" fmla="*/ 138392 h 532333"/>
                <a:gd name="connsiteX193" fmla="*/ 1879908 w 2912392"/>
                <a:gd name="connsiteY193" fmla="*/ 144873 h 532333"/>
                <a:gd name="connsiteX194" fmla="*/ 1889652 w 2912392"/>
                <a:gd name="connsiteY194" fmla="*/ 151424 h 532333"/>
                <a:gd name="connsiteX195" fmla="*/ 1899395 w 2912392"/>
                <a:gd name="connsiteY195" fmla="*/ 158039 h 532333"/>
                <a:gd name="connsiteX196" fmla="*/ 1909124 w 2912392"/>
                <a:gd name="connsiteY196" fmla="*/ 164711 h 532333"/>
                <a:gd name="connsiteX197" fmla="*/ 1918868 w 2912392"/>
                <a:gd name="connsiteY197" fmla="*/ 171432 h 532333"/>
                <a:gd name="connsiteX198" fmla="*/ 1928612 w 2912392"/>
                <a:gd name="connsiteY198" fmla="*/ 178195 h 532333"/>
                <a:gd name="connsiteX199" fmla="*/ 1938356 w 2912392"/>
                <a:gd name="connsiteY199" fmla="*/ 184990 h 532333"/>
                <a:gd name="connsiteX200" fmla="*/ 1948085 w 2912392"/>
                <a:gd name="connsiteY200" fmla="*/ 191812 h 532333"/>
                <a:gd name="connsiteX201" fmla="*/ 1957829 w 2912392"/>
                <a:gd name="connsiteY201" fmla="*/ 198653 h 532333"/>
                <a:gd name="connsiteX202" fmla="*/ 1967573 w 2912392"/>
                <a:gd name="connsiteY202" fmla="*/ 205505 h 532333"/>
                <a:gd name="connsiteX203" fmla="*/ 1977317 w 2912392"/>
                <a:gd name="connsiteY203" fmla="*/ 212360 h 532333"/>
                <a:gd name="connsiteX204" fmla="*/ 1987046 w 2912392"/>
                <a:gd name="connsiteY204" fmla="*/ 219209 h 532333"/>
                <a:gd name="connsiteX205" fmla="*/ 1996790 w 2912392"/>
                <a:gd name="connsiteY205" fmla="*/ 226044 h 532333"/>
                <a:gd name="connsiteX206" fmla="*/ 2006534 w 2912392"/>
                <a:gd name="connsiteY206" fmla="*/ 232861 h 532333"/>
                <a:gd name="connsiteX207" fmla="*/ 2016278 w 2912392"/>
                <a:gd name="connsiteY207" fmla="*/ 239646 h 532333"/>
                <a:gd name="connsiteX208" fmla="*/ 2026022 w 2912392"/>
                <a:gd name="connsiteY208" fmla="*/ 246395 h 532333"/>
                <a:gd name="connsiteX209" fmla="*/ 2035751 w 2912392"/>
                <a:gd name="connsiteY209" fmla="*/ 253098 h 532333"/>
                <a:gd name="connsiteX210" fmla="*/ 2045495 w 2912392"/>
                <a:gd name="connsiteY210" fmla="*/ 259746 h 532333"/>
                <a:gd name="connsiteX211" fmla="*/ 2055239 w 2912392"/>
                <a:gd name="connsiteY211" fmla="*/ 266333 h 532333"/>
                <a:gd name="connsiteX212" fmla="*/ 2064983 w 2912392"/>
                <a:gd name="connsiteY212" fmla="*/ 272848 h 532333"/>
                <a:gd name="connsiteX213" fmla="*/ 2074712 w 2912392"/>
                <a:gd name="connsiteY213" fmla="*/ 279284 h 532333"/>
                <a:gd name="connsiteX214" fmla="*/ 2084456 w 2912392"/>
                <a:gd name="connsiteY214" fmla="*/ 285634 h 532333"/>
                <a:gd name="connsiteX215" fmla="*/ 2094200 w 2912392"/>
                <a:gd name="connsiteY215" fmla="*/ 291886 h 532333"/>
                <a:gd name="connsiteX216" fmla="*/ 2103944 w 2912392"/>
                <a:gd name="connsiteY216" fmla="*/ 298035 h 532333"/>
                <a:gd name="connsiteX217" fmla="*/ 2113673 w 2912392"/>
                <a:gd name="connsiteY217" fmla="*/ 304069 h 532333"/>
                <a:gd name="connsiteX218" fmla="*/ 2123417 w 2912392"/>
                <a:gd name="connsiteY218" fmla="*/ 309982 h 532333"/>
                <a:gd name="connsiteX219" fmla="*/ 2133161 w 2912392"/>
                <a:gd name="connsiteY219" fmla="*/ 315765 h 532333"/>
                <a:gd name="connsiteX220" fmla="*/ 2142905 w 2912392"/>
                <a:gd name="connsiteY220" fmla="*/ 321410 h 532333"/>
                <a:gd name="connsiteX221" fmla="*/ 2152649 w 2912392"/>
                <a:gd name="connsiteY221" fmla="*/ 326906 h 532333"/>
                <a:gd name="connsiteX222" fmla="*/ 2162377 w 2912392"/>
                <a:gd name="connsiteY222" fmla="*/ 332247 h 532333"/>
                <a:gd name="connsiteX223" fmla="*/ 2172121 w 2912392"/>
                <a:gd name="connsiteY223" fmla="*/ 337423 h 532333"/>
                <a:gd name="connsiteX224" fmla="*/ 2181865 w 2912392"/>
                <a:gd name="connsiteY224" fmla="*/ 342428 h 532333"/>
                <a:gd name="connsiteX225" fmla="*/ 2191609 w 2912392"/>
                <a:gd name="connsiteY225" fmla="*/ 347251 h 532333"/>
                <a:gd name="connsiteX226" fmla="*/ 2201338 w 2912392"/>
                <a:gd name="connsiteY226" fmla="*/ 351884 h 532333"/>
                <a:gd name="connsiteX227" fmla="*/ 2211082 w 2912392"/>
                <a:gd name="connsiteY227" fmla="*/ 356320 h 532333"/>
                <a:gd name="connsiteX228" fmla="*/ 2220826 w 2912392"/>
                <a:gd name="connsiteY228" fmla="*/ 360549 h 532333"/>
                <a:gd name="connsiteX229" fmla="*/ 2230570 w 2912392"/>
                <a:gd name="connsiteY229" fmla="*/ 364566 h 532333"/>
                <a:gd name="connsiteX230" fmla="*/ 2240299 w 2912392"/>
                <a:gd name="connsiteY230" fmla="*/ 368361 h 532333"/>
                <a:gd name="connsiteX231" fmla="*/ 2250043 w 2912392"/>
                <a:gd name="connsiteY231" fmla="*/ 371926 h 532333"/>
                <a:gd name="connsiteX232" fmla="*/ 2259787 w 2912392"/>
                <a:gd name="connsiteY232" fmla="*/ 375253 h 532333"/>
                <a:gd name="connsiteX233" fmla="*/ 2269531 w 2912392"/>
                <a:gd name="connsiteY233" fmla="*/ 378337 h 532333"/>
                <a:gd name="connsiteX234" fmla="*/ 2279260 w 2912392"/>
                <a:gd name="connsiteY234" fmla="*/ 381168 h 532333"/>
                <a:gd name="connsiteX235" fmla="*/ 2289004 w 2912392"/>
                <a:gd name="connsiteY235" fmla="*/ 383741 h 532333"/>
                <a:gd name="connsiteX236" fmla="*/ 2298748 w 2912392"/>
                <a:gd name="connsiteY236" fmla="*/ 386049 h 532333"/>
                <a:gd name="connsiteX237" fmla="*/ 2308492 w 2912392"/>
                <a:gd name="connsiteY237" fmla="*/ 388084 h 532333"/>
                <a:gd name="connsiteX238" fmla="*/ 2318236 w 2912392"/>
                <a:gd name="connsiteY238" fmla="*/ 389841 h 532333"/>
                <a:gd name="connsiteX239" fmla="*/ 2327965 w 2912392"/>
                <a:gd name="connsiteY239" fmla="*/ 391314 h 532333"/>
                <a:gd name="connsiteX240" fmla="*/ 2337709 w 2912392"/>
                <a:gd name="connsiteY240" fmla="*/ 392497 h 532333"/>
                <a:gd name="connsiteX241" fmla="*/ 2347453 w 2912392"/>
                <a:gd name="connsiteY241" fmla="*/ 393385 h 532333"/>
                <a:gd name="connsiteX242" fmla="*/ 2357197 w 2912392"/>
                <a:gd name="connsiteY242" fmla="*/ 393975 h 532333"/>
                <a:gd name="connsiteX243" fmla="*/ 2366926 w 2912392"/>
                <a:gd name="connsiteY243" fmla="*/ 394260 h 532333"/>
                <a:gd name="connsiteX244" fmla="*/ 2376670 w 2912392"/>
                <a:gd name="connsiteY244" fmla="*/ 394238 h 532333"/>
                <a:gd name="connsiteX245" fmla="*/ 2386413 w 2912392"/>
                <a:gd name="connsiteY245" fmla="*/ 393904 h 532333"/>
                <a:gd name="connsiteX246" fmla="*/ 2396157 w 2912392"/>
                <a:gd name="connsiteY246" fmla="*/ 393257 h 532333"/>
                <a:gd name="connsiteX247" fmla="*/ 2405886 w 2912392"/>
                <a:gd name="connsiteY247" fmla="*/ 392293 h 532333"/>
                <a:gd name="connsiteX248" fmla="*/ 2415630 w 2912392"/>
                <a:gd name="connsiteY248" fmla="*/ 391012 h 532333"/>
                <a:gd name="connsiteX249" fmla="*/ 2425374 w 2912392"/>
                <a:gd name="connsiteY249" fmla="*/ 389412 h 532333"/>
                <a:gd name="connsiteX250" fmla="*/ 2435118 w 2912392"/>
                <a:gd name="connsiteY250" fmla="*/ 387493 h 532333"/>
                <a:gd name="connsiteX251" fmla="*/ 2444862 w 2912392"/>
                <a:gd name="connsiteY251" fmla="*/ 385253 h 532333"/>
                <a:gd name="connsiteX252" fmla="*/ 2454591 w 2912392"/>
                <a:gd name="connsiteY252" fmla="*/ 382697 h 532333"/>
                <a:gd name="connsiteX253" fmla="*/ 2464335 w 2912392"/>
                <a:gd name="connsiteY253" fmla="*/ 379821 h 532333"/>
                <a:gd name="connsiteX254" fmla="*/ 2474079 w 2912392"/>
                <a:gd name="connsiteY254" fmla="*/ 376633 h 532333"/>
                <a:gd name="connsiteX255" fmla="*/ 2483823 w 2912392"/>
                <a:gd name="connsiteY255" fmla="*/ 373132 h 532333"/>
                <a:gd name="connsiteX256" fmla="*/ 2493552 w 2912392"/>
                <a:gd name="connsiteY256" fmla="*/ 369323 h 532333"/>
                <a:gd name="connsiteX257" fmla="*/ 2503296 w 2912392"/>
                <a:gd name="connsiteY257" fmla="*/ 365211 h 532333"/>
                <a:gd name="connsiteX258" fmla="*/ 2513040 w 2912392"/>
                <a:gd name="connsiteY258" fmla="*/ 360803 h 532333"/>
                <a:gd name="connsiteX259" fmla="*/ 2522784 w 2912392"/>
                <a:gd name="connsiteY259" fmla="*/ 356101 h 532333"/>
                <a:gd name="connsiteX260" fmla="*/ 2532513 w 2912392"/>
                <a:gd name="connsiteY260" fmla="*/ 351115 h 532333"/>
                <a:gd name="connsiteX261" fmla="*/ 2542257 w 2912392"/>
                <a:gd name="connsiteY261" fmla="*/ 345853 h 532333"/>
                <a:gd name="connsiteX262" fmla="*/ 2552001 w 2912392"/>
                <a:gd name="connsiteY262" fmla="*/ 340323 h 532333"/>
                <a:gd name="connsiteX263" fmla="*/ 2561745 w 2912392"/>
                <a:gd name="connsiteY263" fmla="*/ 334534 h 532333"/>
                <a:gd name="connsiteX264" fmla="*/ 2571474 w 2912392"/>
                <a:gd name="connsiteY264" fmla="*/ 328497 h 532333"/>
                <a:gd name="connsiteX265" fmla="*/ 2581218 w 2912392"/>
                <a:gd name="connsiteY265" fmla="*/ 322223 h 532333"/>
                <a:gd name="connsiteX266" fmla="*/ 2590962 w 2912392"/>
                <a:gd name="connsiteY266" fmla="*/ 315726 h 532333"/>
                <a:gd name="connsiteX267" fmla="*/ 2600705 w 2912392"/>
                <a:gd name="connsiteY267" fmla="*/ 309017 h 532333"/>
                <a:gd name="connsiteX268" fmla="*/ 2610449 w 2912392"/>
                <a:gd name="connsiteY268" fmla="*/ 302111 h 532333"/>
                <a:gd name="connsiteX269" fmla="*/ 2620178 w 2912392"/>
                <a:gd name="connsiteY269" fmla="*/ 295021 h 532333"/>
                <a:gd name="connsiteX270" fmla="*/ 2629922 w 2912392"/>
                <a:gd name="connsiteY270" fmla="*/ 287765 h 532333"/>
                <a:gd name="connsiteX271" fmla="*/ 2639666 w 2912392"/>
                <a:gd name="connsiteY271" fmla="*/ 280357 h 532333"/>
                <a:gd name="connsiteX272" fmla="*/ 2649410 w 2912392"/>
                <a:gd name="connsiteY272" fmla="*/ 272814 h 532333"/>
                <a:gd name="connsiteX273" fmla="*/ 2659139 w 2912392"/>
                <a:gd name="connsiteY273" fmla="*/ 265156 h 532333"/>
                <a:gd name="connsiteX274" fmla="*/ 2668883 w 2912392"/>
                <a:gd name="connsiteY274" fmla="*/ 257399 h 532333"/>
                <a:gd name="connsiteX275" fmla="*/ 2678627 w 2912392"/>
                <a:gd name="connsiteY275" fmla="*/ 249562 h 532333"/>
                <a:gd name="connsiteX276" fmla="*/ 2688371 w 2912392"/>
                <a:gd name="connsiteY276" fmla="*/ 241667 h 532333"/>
                <a:gd name="connsiteX277" fmla="*/ 2698100 w 2912392"/>
                <a:gd name="connsiteY277" fmla="*/ 233734 h 532333"/>
                <a:gd name="connsiteX278" fmla="*/ 2707844 w 2912392"/>
                <a:gd name="connsiteY278" fmla="*/ 225782 h 532333"/>
                <a:gd name="connsiteX279" fmla="*/ 2717588 w 2912392"/>
                <a:gd name="connsiteY279" fmla="*/ 217832 h 532333"/>
                <a:gd name="connsiteX280" fmla="*/ 2727332 w 2912392"/>
                <a:gd name="connsiteY280" fmla="*/ 209909 h 532333"/>
                <a:gd name="connsiteX281" fmla="*/ 2737076 w 2912392"/>
                <a:gd name="connsiteY281" fmla="*/ 202032 h 532333"/>
                <a:gd name="connsiteX282" fmla="*/ 2746805 w 2912392"/>
                <a:gd name="connsiteY282" fmla="*/ 194226 h 532333"/>
                <a:gd name="connsiteX283" fmla="*/ 2756549 w 2912392"/>
                <a:gd name="connsiteY283" fmla="*/ 186511 h 532333"/>
                <a:gd name="connsiteX284" fmla="*/ 2766293 w 2912392"/>
                <a:gd name="connsiteY284" fmla="*/ 178913 h 532333"/>
                <a:gd name="connsiteX285" fmla="*/ 2776037 w 2912392"/>
                <a:gd name="connsiteY285" fmla="*/ 171455 h 532333"/>
                <a:gd name="connsiteX286" fmla="*/ 2785766 w 2912392"/>
                <a:gd name="connsiteY286" fmla="*/ 164157 h 532333"/>
                <a:gd name="connsiteX287" fmla="*/ 2795510 w 2912392"/>
                <a:gd name="connsiteY287" fmla="*/ 157046 h 532333"/>
                <a:gd name="connsiteX288" fmla="*/ 2805254 w 2912392"/>
                <a:gd name="connsiteY288" fmla="*/ 150143 h 532333"/>
                <a:gd name="connsiteX289" fmla="*/ 2814998 w 2912392"/>
                <a:gd name="connsiteY289" fmla="*/ 143473 h 532333"/>
                <a:gd name="connsiteX290" fmla="*/ 2824727 w 2912392"/>
                <a:gd name="connsiteY290" fmla="*/ 137057 h 532333"/>
                <a:gd name="connsiteX291" fmla="*/ 2834471 w 2912392"/>
                <a:gd name="connsiteY291" fmla="*/ 130922 h 532333"/>
                <a:gd name="connsiteX292" fmla="*/ 2844215 w 2912392"/>
                <a:gd name="connsiteY292" fmla="*/ 125086 h 532333"/>
                <a:gd name="connsiteX293" fmla="*/ 2853958 w 2912392"/>
                <a:gd name="connsiteY293" fmla="*/ 119573 h 532333"/>
                <a:gd name="connsiteX294" fmla="*/ 2863687 w 2912392"/>
                <a:gd name="connsiteY294" fmla="*/ 114405 h 532333"/>
                <a:gd name="connsiteX295" fmla="*/ 2873431 w 2912392"/>
                <a:gd name="connsiteY295" fmla="*/ 109603 h 532333"/>
                <a:gd name="connsiteX296" fmla="*/ 2883175 w 2912392"/>
                <a:gd name="connsiteY296" fmla="*/ 105188 h 532333"/>
                <a:gd name="connsiteX297" fmla="*/ 2892919 w 2912392"/>
                <a:gd name="connsiteY297" fmla="*/ 101179 h 532333"/>
                <a:gd name="connsiteX298" fmla="*/ 2902663 w 2912392"/>
                <a:gd name="connsiteY298" fmla="*/ 97597 h 532333"/>
                <a:gd name="connsiteX299" fmla="*/ 2912392 w 2912392"/>
                <a:gd name="connsiteY299" fmla="*/ 94460 h 532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32333">
                  <a:moveTo>
                    <a:pt x="0" y="338055"/>
                  </a:moveTo>
                  <a:lnTo>
                    <a:pt x="9739" y="341771"/>
                  </a:lnTo>
                  <a:lnTo>
                    <a:pt x="19480" y="345656"/>
                  </a:lnTo>
                  <a:lnTo>
                    <a:pt x="29221" y="349703"/>
                  </a:lnTo>
                  <a:lnTo>
                    <a:pt x="38961" y="353899"/>
                  </a:lnTo>
                  <a:lnTo>
                    <a:pt x="48702" y="358234"/>
                  </a:lnTo>
                  <a:lnTo>
                    <a:pt x="58443" y="362699"/>
                  </a:lnTo>
                  <a:lnTo>
                    <a:pt x="68182" y="367285"/>
                  </a:lnTo>
                  <a:lnTo>
                    <a:pt x="77923" y="371981"/>
                  </a:lnTo>
                  <a:lnTo>
                    <a:pt x="87664" y="376776"/>
                  </a:lnTo>
                  <a:lnTo>
                    <a:pt x="97404" y="381658"/>
                  </a:lnTo>
                  <a:lnTo>
                    <a:pt x="107145" y="386618"/>
                  </a:lnTo>
                  <a:lnTo>
                    <a:pt x="116886" y="391647"/>
                  </a:lnTo>
                  <a:lnTo>
                    <a:pt x="126625" y="396730"/>
                  </a:lnTo>
                  <a:lnTo>
                    <a:pt x="136366" y="401860"/>
                  </a:lnTo>
                  <a:lnTo>
                    <a:pt x="146107" y="407024"/>
                  </a:lnTo>
                  <a:lnTo>
                    <a:pt x="155846" y="412212"/>
                  </a:lnTo>
                  <a:lnTo>
                    <a:pt x="165587" y="417411"/>
                  </a:lnTo>
                  <a:lnTo>
                    <a:pt x="175328" y="422614"/>
                  </a:lnTo>
                  <a:lnTo>
                    <a:pt x="185068" y="427808"/>
                  </a:lnTo>
                  <a:lnTo>
                    <a:pt x="194809" y="432982"/>
                  </a:lnTo>
                  <a:lnTo>
                    <a:pt x="204550" y="438127"/>
                  </a:lnTo>
                  <a:lnTo>
                    <a:pt x="214289" y="443231"/>
                  </a:lnTo>
                  <a:lnTo>
                    <a:pt x="224030" y="448284"/>
                  </a:lnTo>
                  <a:lnTo>
                    <a:pt x="233771" y="453275"/>
                  </a:lnTo>
                  <a:lnTo>
                    <a:pt x="243510" y="458194"/>
                  </a:lnTo>
                  <a:lnTo>
                    <a:pt x="253251" y="463032"/>
                  </a:lnTo>
                  <a:lnTo>
                    <a:pt x="262992" y="467777"/>
                  </a:lnTo>
                  <a:lnTo>
                    <a:pt x="272732" y="472421"/>
                  </a:lnTo>
                  <a:lnTo>
                    <a:pt x="282473" y="476955"/>
                  </a:lnTo>
                  <a:lnTo>
                    <a:pt x="292214" y="481368"/>
                  </a:lnTo>
                  <a:lnTo>
                    <a:pt x="301953" y="485652"/>
                  </a:lnTo>
                  <a:lnTo>
                    <a:pt x="311694" y="489797"/>
                  </a:lnTo>
                  <a:lnTo>
                    <a:pt x="321435" y="493794"/>
                  </a:lnTo>
                  <a:lnTo>
                    <a:pt x="331175" y="497636"/>
                  </a:lnTo>
                  <a:lnTo>
                    <a:pt x="340916" y="501315"/>
                  </a:lnTo>
                  <a:lnTo>
                    <a:pt x="350656" y="504821"/>
                  </a:lnTo>
                  <a:lnTo>
                    <a:pt x="360396" y="508146"/>
                  </a:lnTo>
                  <a:lnTo>
                    <a:pt x="370137" y="511287"/>
                  </a:lnTo>
                  <a:lnTo>
                    <a:pt x="379878" y="514232"/>
                  </a:lnTo>
                  <a:lnTo>
                    <a:pt x="389617" y="516977"/>
                  </a:lnTo>
                  <a:lnTo>
                    <a:pt x="399358" y="519514"/>
                  </a:lnTo>
                  <a:lnTo>
                    <a:pt x="409099" y="521838"/>
                  </a:lnTo>
                  <a:lnTo>
                    <a:pt x="418839" y="523944"/>
                  </a:lnTo>
                  <a:lnTo>
                    <a:pt x="428580" y="525825"/>
                  </a:lnTo>
                  <a:lnTo>
                    <a:pt x="438321" y="527478"/>
                  </a:lnTo>
                  <a:lnTo>
                    <a:pt x="448060" y="528895"/>
                  </a:lnTo>
                  <a:lnTo>
                    <a:pt x="457801" y="530073"/>
                  </a:lnTo>
                  <a:lnTo>
                    <a:pt x="467542" y="531010"/>
                  </a:lnTo>
                  <a:lnTo>
                    <a:pt x="477281" y="531701"/>
                  </a:lnTo>
                  <a:lnTo>
                    <a:pt x="487022" y="532144"/>
                  </a:lnTo>
                  <a:lnTo>
                    <a:pt x="496763" y="532333"/>
                  </a:lnTo>
                  <a:lnTo>
                    <a:pt x="506503" y="532269"/>
                  </a:lnTo>
                  <a:lnTo>
                    <a:pt x="516244" y="531950"/>
                  </a:lnTo>
                  <a:lnTo>
                    <a:pt x="525985" y="531372"/>
                  </a:lnTo>
                  <a:lnTo>
                    <a:pt x="535724" y="530536"/>
                  </a:lnTo>
                  <a:lnTo>
                    <a:pt x="545465" y="529441"/>
                  </a:lnTo>
                  <a:lnTo>
                    <a:pt x="555206" y="528085"/>
                  </a:lnTo>
                  <a:lnTo>
                    <a:pt x="564946" y="526470"/>
                  </a:lnTo>
                  <a:lnTo>
                    <a:pt x="574687" y="524596"/>
                  </a:lnTo>
                  <a:lnTo>
                    <a:pt x="584428" y="522464"/>
                  </a:lnTo>
                  <a:lnTo>
                    <a:pt x="594167" y="520074"/>
                  </a:lnTo>
                  <a:lnTo>
                    <a:pt x="603908" y="517430"/>
                  </a:lnTo>
                  <a:lnTo>
                    <a:pt x="613649" y="514530"/>
                  </a:lnTo>
                  <a:lnTo>
                    <a:pt x="623388" y="511382"/>
                  </a:lnTo>
                  <a:lnTo>
                    <a:pt x="633129" y="507984"/>
                  </a:lnTo>
                  <a:lnTo>
                    <a:pt x="642870" y="504342"/>
                  </a:lnTo>
                  <a:lnTo>
                    <a:pt x="652610" y="500458"/>
                  </a:lnTo>
                  <a:lnTo>
                    <a:pt x="662351" y="496337"/>
                  </a:lnTo>
                  <a:lnTo>
                    <a:pt x="672092" y="491982"/>
                  </a:lnTo>
                  <a:lnTo>
                    <a:pt x="681831" y="487399"/>
                  </a:lnTo>
                  <a:lnTo>
                    <a:pt x="691572" y="482593"/>
                  </a:lnTo>
                  <a:lnTo>
                    <a:pt x="701313" y="477566"/>
                  </a:lnTo>
                  <a:lnTo>
                    <a:pt x="711052" y="472328"/>
                  </a:lnTo>
                  <a:lnTo>
                    <a:pt x="720793" y="466880"/>
                  </a:lnTo>
                  <a:lnTo>
                    <a:pt x="730534" y="461234"/>
                  </a:lnTo>
                  <a:lnTo>
                    <a:pt x="740274" y="455390"/>
                  </a:lnTo>
                  <a:lnTo>
                    <a:pt x="750015" y="449359"/>
                  </a:lnTo>
                  <a:lnTo>
                    <a:pt x="759756" y="443146"/>
                  </a:lnTo>
                  <a:lnTo>
                    <a:pt x="769495" y="436758"/>
                  </a:lnTo>
                  <a:lnTo>
                    <a:pt x="779236" y="430202"/>
                  </a:lnTo>
                  <a:lnTo>
                    <a:pt x="788977" y="423487"/>
                  </a:lnTo>
                  <a:lnTo>
                    <a:pt x="798717" y="416619"/>
                  </a:lnTo>
                  <a:lnTo>
                    <a:pt x="808458" y="409604"/>
                  </a:lnTo>
                  <a:lnTo>
                    <a:pt x="818199" y="402454"/>
                  </a:lnTo>
                  <a:lnTo>
                    <a:pt x="827938" y="395175"/>
                  </a:lnTo>
                  <a:lnTo>
                    <a:pt x="837679" y="387774"/>
                  </a:lnTo>
                  <a:lnTo>
                    <a:pt x="847420" y="380261"/>
                  </a:lnTo>
                  <a:lnTo>
                    <a:pt x="857159" y="372643"/>
                  </a:lnTo>
                  <a:lnTo>
                    <a:pt x="866900" y="364930"/>
                  </a:lnTo>
                  <a:lnTo>
                    <a:pt x="876641" y="357129"/>
                  </a:lnTo>
                  <a:lnTo>
                    <a:pt x="886381" y="349247"/>
                  </a:lnTo>
                  <a:lnTo>
                    <a:pt x="896122" y="341295"/>
                  </a:lnTo>
                  <a:lnTo>
                    <a:pt x="905863" y="333281"/>
                  </a:lnTo>
                  <a:lnTo>
                    <a:pt x="915602" y="325214"/>
                  </a:lnTo>
                  <a:lnTo>
                    <a:pt x="925343" y="317099"/>
                  </a:lnTo>
                  <a:lnTo>
                    <a:pt x="935084" y="308950"/>
                  </a:lnTo>
                  <a:lnTo>
                    <a:pt x="944824" y="300770"/>
                  </a:lnTo>
                  <a:lnTo>
                    <a:pt x="954564" y="292571"/>
                  </a:lnTo>
                  <a:lnTo>
                    <a:pt x="964305" y="284360"/>
                  </a:lnTo>
                  <a:lnTo>
                    <a:pt x="974045" y="276145"/>
                  </a:lnTo>
                  <a:lnTo>
                    <a:pt x="983786" y="267936"/>
                  </a:lnTo>
                  <a:lnTo>
                    <a:pt x="993522" y="259738"/>
                  </a:lnTo>
                  <a:lnTo>
                    <a:pt x="1003266" y="251560"/>
                  </a:lnTo>
                  <a:lnTo>
                    <a:pt x="1013010" y="243411"/>
                  </a:lnTo>
                  <a:lnTo>
                    <a:pt x="1022754" y="235298"/>
                  </a:lnTo>
                  <a:lnTo>
                    <a:pt x="1032483" y="227227"/>
                  </a:lnTo>
                  <a:lnTo>
                    <a:pt x="1042227" y="219209"/>
                  </a:lnTo>
                  <a:lnTo>
                    <a:pt x="1051971" y="211248"/>
                  </a:lnTo>
                  <a:lnTo>
                    <a:pt x="1061715" y="203352"/>
                  </a:lnTo>
                  <a:lnTo>
                    <a:pt x="1071444" y="195530"/>
                  </a:lnTo>
                  <a:lnTo>
                    <a:pt x="1081188" y="187785"/>
                  </a:lnTo>
                  <a:lnTo>
                    <a:pt x="1090932" y="180127"/>
                  </a:lnTo>
                  <a:lnTo>
                    <a:pt x="1100676" y="172562"/>
                  </a:lnTo>
                  <a:lnTo>
                    <a:pt x="1110405" y="165096"/>
                  </a:lnTo>
                  <a:lnTo>
                    <a:pt x="1120149" y="157734"/>
                  </a:lnTo>
                  <a:lnTo>
                    <a:pt x="1129893" y="150483"/>
                  </a:lnTo>
                  <a:lnTo>
                    <a:pt x="1139637" y="143349"/>
                  </a:lnTo>
                  <a:lnTo>
                    <a:pt x="1149381" y="136338"/>
                  </a:lnTo>
                  <a:lnTo>
                    <a:pt x="1159110" y="129454"/>
                  </a:lnTo>
                  <a:lnTo>
                    <a:pt x="1168854" y="122705"/>
                  </a:lnTo>
                  <a:lnTo>
                    <a:pt x="1178598" y="116094"/>
                  </a:lnTo>
                  <a:lnTo>
                    <a:pt x="1188341" y="109627"/>
                  </a:lnTo>
                  <a:lnTo>
                    <a:pt x="1198070" y="103308"/>
                  </a:lnTo>
                  <a:lnTo>
                    <a:pt x="1207814" y="97141"/>
                  </a:lnTo>
                  <a:lnTo>
                    <a:pt x="1217558" y="91134"/>
                  </a:lnTo>
                  <a:lnTo>
                    <a:pt x="1227302" y="85288"/>
                  </a:lnTo>
                  <a:lnTo>
                    <a:pt x="1237031" y="79607"/>
                  </a:lnTo>
                  <a:lnTo>
                    <a:pt x="1246775" y="74097"/>
                  </a:lnTo>
                  <a:lnTo>
                    <a:pt x="1256519" y="68762"/>
                  </a:lnTo>
                  <a:lnTo>
                    <a:pt x="1266263" y="63602"/>
                  </a:lnTo>
                  <a:lnTo>
                    <a:pt x="1276007" y="58626"/>
                  </a:lnTo>
                  <a:lnTo>
                    <a:pt x="1285736" y="53833"/>
                  </a:lnTo>
                  <a:lnTo>
                    <a:pt x="1295480" y="49228"/>
                  </a:lnTo>
                  <a:lnTo>
                    <a:pt x="1305224" y="44813"/>
                  </a:lnTo>
                  <a:lnTo>
                    <a:pt x="1314968" y="40592"/>
                  </a:lnTo>
                  <a:lnTo>
                    <a:pt x="1324697" y="36568"/>
                  </a:lnTo>
                  <a:lnTo>
                    <a:pt x="1334441" y="32743"/>
                  </a:lnTo>
                  <a:lnTo>
                    <a:pt x="1344185" y="29120"/>
                  </a:lnTo>
                  <a:lnTo>
                    <a:pt x="1353929" y="25701"/>
                  </a:lnTo>
                  <a:lnTo>
                    <a:pt x="1363658" y="22487"/>
                  </a:lnTo>
                  <a:lnTo>
                    <a:pt x="1373402" y="19482"/>
                  </a:lnTo>
                  <a:lnTo>
                    <a:pt x="1383146" y="16687"/>
                  </a:lnTo>
                  <a:lnTo>
                    <a:pt x="1392890" y="14102"/>
                  </a:lnTo>
                  <a:lnTo>
                    <a:pt x="1402619" y="11731"/>
                  </a:lnTo>
                  <a:lnTo>
                    <a:pt x="1412363" y="9577"/>
                  </a:lnTo>
                  <a:lnTo>
                    <a:pt x="1422106" y="7637"/>
                  </a:lnTo>
                  <a:lnTo>
                    <a:pt x="1431850" y="5913"/>
                  </a:lnTo>
                  <a:lnTo>
                    <a:pt x="1441594" y="4410"/>
                  </a:lnTo>
                  <a:lnTo>
                    <a:pt x="1451323" y="3124"/>
                  </a:lnTo>
                  <a:lnTo>
                    <a:pt x="1461067" y="2058"/>
                  </a:lnTo>
                  <a:lnTo>
                    <a:pt x="1470811" y="1213"/>
                  </a:lnTo>
                  <a:lnTo>
                    <a:pt x="1480555" y="587"/>
                  </a:lnTo>
                  <a:lnTo>
                    <a:pt x="1490284" y="183"/>
                  </a:lnTo>
                  <a:lnTo>
                    <a:pt x="1500028" y="0"/>
                  </a:lnTo>
                  <a:lnTo>
                    <a:pt x="1509772" y="37"/>
                  </a:lnTo>
                  <a:lnTo>
                    <a:pt x="1519516" y="295"/>
                  </a:lnTo>
                  <a:lnTo>
                    <a:pt x="1529245" y="772"/>
                  </a:lnTo>
                  <a:lnTo>
                    <a:pt x="1538989" y="1469"/>
                  </a:lnTo>
                  <a:lnTo>
                    <a:pt x="1548733" y="2384"/>
                  </a:lnTo>
                  <a:lnTo>
                    <a:pt x="1558477" y="3516"/>
                  </a:lnTo>
                  <a:lnTo>
                    <a:pt x="1568221" y="4865"/>
                  </a:lnTo>
                  <a:lnTo>
                    <a:pt x="1577950" y="6429"/>
                  </a:lnTo>
                  <a:lnTo>
                    <a:pt x="1587694" y="8205"/>
                  </a:lnTo>
                  <a:lnTo>
                    <a:pt x="1597438" y="10194"/>
                  </a:lnTo>
                  <a:lnTo>
                    <a:pt x="1607182" y="12392"/>
                  </a:lnTo>
                  <a:lnTo>
                    <a:pt x="1616911" y="14796"/>
                  </a:lnTo>
                  <a:lnTo>
                    <a:pt x="1626655" y="17407"/>
                  </a:lnTo>
                  <a:lnTo>
                    <a:pt x="1636399" y="20219"/>
                  </a:lnTo>
                  <a:lnTo>
                    <a:pt x="1646142" y="23232"/>
                  </a:lnTo>
                  <a:lnTo>
                    <a:pt x="1655872" y="26441"/>
                  </a:lnTo>
                  <a:lnTo>
                    <a:pt x="1665616" y="29844"/>
                  </a:lnTo>
                  <a:lnTo>
                    <a:pt x="1675359" y="33436"/>
                  </a:lnTo>
                  <a:lnTo>
                    <a:pt x="1685103" y="37216"/>
                  </a:lnTo>
                  <a:lnTo>
                    <a:pt x="1694832" y="41179"/>
                  </a:lnTo>
                  <a:lnTo>
                    <a:pt x="1704576" y="45321"/>
                  </a:lnTo>
                  <a:lnTo>
                    <a:pt x="1714320" y="49637"/>
                  </a:lnTo>
                  <a:lnTo>
                    <a:pt x="1724064" y="54125"/>
                  </a:lnTo>
                  <a:lnTo>
                    <a:pt x="1733808" y="58778"/>
                  </a:lnTo>
                  <a:lnTo>
                    <a:pt x="1743537" y="63592"/>
                  </a:lnTo>
                  <a:lnTo>
                    <a:pt x="1753281" y="68564"/>
                  </a:lnTo>
                  <a:lnTo>
                    <a:pt x="1763025" y="73686"/>
                  </a:lnTo>
                  <a:lnTo>
                    <a:pt x="1772769" y="78954"/>
                  </a:lnTo>
                  <a:lnTo>
                    <a:pt x="1782498" y="84363"/>
                  </a:lnTo>
                  <a:lnTo>
                    <a:pt x="1792242" y="89906"/>
                  </a:lnTo>
                  <a:lnTo>
                    <a:pt x="1801986" y="95580"/>
                  </a:lnTo>
                  <a:lnTo>
                    <a:pt x="1811730" y="101376"/>
                  </a:lnTo>
                  <a:lnTo>
                    <a:pt x="1821459" y="107289"/>
                  </a:lnTo>
                  <a:lnTo>
                    <a:pt x="1831203" y="113314"/>
                  </a:lnTo>
                  <a:lnTo>
                    <a:pt x="1840947" y="119444"/>
                  </a:lnTo>
                  <a:lnTo>
                    <a:pt x="1850691" y="125670"/>
                  </a:lnTo>
                  <a:lnTo>
                    <a:pt x="1860435" y="131989"/>
                  </a:lnTo>
                  <a:lnTo>
                    <a:pt x="1870164" y="138392"/>
                  </a:lnTo>
                  <a:lnTo>
                    <a:pt x="1879908" y="144873"/>
                  </a:lnTo>
                  <a:lnTo>
                    <a:pt x="1889652" y="151424"/>
                  </a:lnTo>
                  <a:lnTo>
                    <a:pt x="1899395" y="158039"/>
                  </a:lnTo>
                  <a:lnTo>
                    <a:pt x="1909124" y="164711"/>
                  </a:lnTo>
                  <a:lnTo>
                    <a:pt x="1918868" y="171432"/>
                  </a:lnTo>
                  <a:lnTo>
                    <a:pt x="1928612" y="178195"/>
                  </a:lnTo>
                  <a:lnTo>
                    <a:pt x="1938356" y="184990"/>
                  </a:lnTo>
                  <a:lnTo>
                    <a:pt x="1948085" y="191812"/>
                  </a:lnTo>
                  <a:lnTo>
                    <a:pt x="1957829" y="198653"/>
                  </a:lnTo>
                  <a:lnTo>
                    <a:pt x="1967573" y="205505"/>
                  </a:lnTo>
                  <a:lnTo>
                    <a:pt x="1977317" y="212360"/>
                  </a:lnTo>
                  <a:lnTo>
                    <a:pt x="1987046" y="219209"/>
                  </a:lnTo>
                  <a:lnTo>
                    <a:pt x="1996790" y="226044"/>
                  </a:lnTo>
                  <a:lnTo>
                    <a:pt x="2006534" y="232861"/>
                  </a:lnTo>
                  <a:lnTo>
                    <a:pt x="2016278" y="239646"/>
                  </a:lnTo>
                  <a:lnTo>
                    <a:pt x="2026022" y="246395"/>
                  </a:lnTo>
                  <a:lnTo>
                    <a:pt x="2035751" y="253098"/>
                  </a:lnTo>
                  <a:lnTo>
                    <a:pt x="2045495" y="259746"/>
                  </a:lnTo>
                  <a:lnTo>
                    <a:pt x="2055239" y="266333"/>
                  </a:lnTo>
                  <a:lnTo>
                    <a:pt x="2064983" y="272848"/>
                  </a:lnTo>
                  <a:lnTo>
                    <a:pt x="2074712" y="279284"/>
                  </a:lnTo>
                  <a:lnTo>
                    <a:pt x="2084456" y="285634"/>
                  </a:lnTo>
                  <a:lnTo>
                    <a:pt x="2094200" y="291886"/>
                  </a:lnTo>
                  <a:lnTo>
                    <a:pt x="2103944" y="298035"/>
                  </a:lnTo>
                  <a:lnTo>
                    <a:pt x="2113673" y="304069"/>
                  </a:lnTo>
                  <a:lnTo>
                    <a:pt x="2123417" y="309982"/>
                  </a:lnTo>
                  <a:lnTo>
                    <a:pt x="2133161" y="315765"/>
                  </a:lnTo>
                  <a:lnTo>
                    <a:pt x="2142905" y="321410"/>
                  </a:lnTo>
                  <a:lnTo>
                    <a:pt x="2152649" y="326906"/>
                  </a:lnTo>
                  <a:lnTo>
                    <a:pt x="2162377" y="332247"/>
                  </a:lnTo>
                  <a:lnTo>
                    <a:pt x="2172121" y="337423"/>
                  </a:lnTo>
                  <a:lnTo>
                    <a:pt x="2181865" y="342428"/>
                  </a:lnTo>
                  <a:lnTo>
                    <a:pt x="2191609" y="347251"/>
                  </a:lnTo>
                  <a:lnTo>
                    <a:pt x="2201338" y="351884"/>
                  </a:lnTo>
                  <a:lnTo>
                    <a:pt x="2211082" y="356320"/>
                  </a:lnTo>
                  <a:lnTo>
                    <a:pt x="2220826" y="360549"/>
                  </a:lnTo>
                  <a:lnTo>
                    <a:pt x="2230570" y="364566"/>
                  </a:lnTo>
                  <a:lnTo>
                    <a:pt x="2240299" y="368361"/>
                  </a:lnTo>
                  <a:lnTo>
                    <a:pt x="2250043" y="371926"/>
                  </a:lnTo>
                  <a:lnTo>
                    <a:pt x="2259787" y="375253"/>
                  </a:lnTo>
                  <a:lnTo>
                    <a:pt x="2269531" y="378337"/>
                  </a:lnTo>
                  <a:lnTo>
                    <a:pt x="2279260" y="381168"/>
                  </a:lnTo>
                  <a:lnTo>
                    <a:pt x="2289004" y="383741"/>
                  </a:lnTo>
                  <a:lnTo>
                    <a:pt x="2298748" y="386049"/>
                  </a:lnTo>
                  <a:lnTo>
                    <a:pt x="2308492" y="388084"/>
                  </a:lnTo>
                  <a:lnTo>
                    <a:pt x="2318236" y="389841"/>
                  </a:lnTo>
                  <a:lnTo>
                    <a:pt x="2327965" y="391314"/>
                  </a:lnTo>
                  <a:lnTo>
                    <a:pt x="2337709" y="392497"/>
                  </a:lnTo>
                  <a:lnTo>
                    <a:pt x="2347453" y="393385"/>
                  </a:lnTo>
                  <a:lnTo>
                    <a:pt x="2357197" y="393975"/>
                  </a:lnTo>
                  <a:lnTo>
                    <a:pt x="2366926" y="394260"/>
                  </a:lnTo>
                  <a:lnTo>
                    <a:pt x="2376670" y="394238"/>
                  </a:lnTo>
                  <a:lnTo>
                    <a:pt x="2386413" y="393904"/>
                  </a:lnTo>
                  <a:lnTo>
                    <a:pt x="2396157" y="393257"/>
                  </a:lnTo>
                  <a:lnTo>
                    <a:pt x="2405886" y="392293"/>
                  </a:lnTo>
                  <a:lnTo>
                    <a:pt x="2415630" y="391012"/>
                  </a:lnTo>
                  <a:lnTo>
                    <a:pt x="2425374" y="389412"/>
                  </a:lnTo>
                  <a:lnTo>
                    <a:pt x="2435118" y="387493"/>
                  </a:lnTo>
                  <a:lnTo>
                    <a:pt x="2444862" y="385253"/>
                  </a:lnTo>
                  <a:lnTo>
                    <a:pt x="2454591" y="382697"/>
                  </a:lnTo>
                  <a:lnTo>
                    <a:pt x="2464335" y="379821"/>
                  </a:lnTo>
                  <a:lnTo>
                    <a:pt x="2474079" y="376633"/>
                  </a:lnTo>
                  <a:lnTo>
                    <a:pt x="2483823" y="373132"/>
                  </a:lnTo>
                  <a:lnTo>
                    <a:pt x="2493552" y="369323"/>
                  </a:lnTo>
                  <a:lnTo>
                    <a:pt x="2503296" y="365211"/>
                  </a:lnTo>
                  <a:lnTo>
                    <a:pt x="2513040" y="360803"/>
                  </a:lnTo>
                  <a:lnTo>
                    <a:pt x="2522784" y="356101"/>
                  </a:lnTo>
                  <a:lnTo>
                    <a:pt x="2532513" y="351115"/>
                  </a:lnTo>
                  <a:lnTo>
                    <a:pt x="2542257" y="345853"/>
                  </a:lnTo>
                  <a:lnTo>
                    <a:pt x="2552001" y="340323"/>
                  </a:lnTo>
                  <a:lnTo>
                    <a:pt x="2561745" y="334534"/>
                  </a:lnTo>
                  <a:lnTo>
                    <a:pt x="2571474" y="328497"/>
                  </a:lnTo>
                  <a:lnTo>
                    <a:pt x="2581218" y="322223"/>
                  </a:lnTo>
                  <a:lnTo>
                    <a:pt x="2590962" y="315726"/>
                  </a:lnTo>
                  <a:lnTo>
                    <a:pt x="2600705" y="309017"/>
                  </a:lnTo>
                  <a:lnTo>
                    <a:pt x="2610449" y="302111"/>
                  </a:lnTo>
                  <a:lnTo>
                    <a:pt x="2620178" y="295021"/>
                  </a:lnTo>
                  <a:lnTo>
                    <a:pt x="2629922" y="287765"/>
                  </a:lnTo>
                  <a:lnTo>
                    <a:pt x="2639666" y="280357"/>
                  </a:lnTo>
                  <a:lnTo>
                    <a:pt x="2649410" y="272814"/>
                  </a:lnTo>
                  <a:lnTo>
                    <a:pt x="2659139" y="265156"/>
                  </a:lnTo>
                  <a:lnTo>
                    <a:pt x="2668883" y="257399"/>
                  </a:lnTo>
                  <a:lnTo>
                    <a:pt x="2678627" y="249562"/>
                  </a:lnTo>
                  <a:lnTo>
                    <a:pt x="2688371" y="241667"/>
                  </a:lnTo>
                  <a:lnTo>
                    <a:pt x="2698100" y="233734"/>
                  </a:lnTo>
                  <a:lnTo>
                    <a:pt x="2707844" y="225782"/>
                  </a:lnTo>
                  <a:lnTo>
                    <a:pt x="2717588" y="217832"/>
                  </a:lnTo>
                  <a:lnTo>
                    <a:pt x="2727332" y="209909"/>
                  </a:lnTo>
                  <a:lnTo>
                    <a:pt x="2737076" y="202032"/>
                  </a:lnTo>
                  <a:lnTo>
                    <a:pt x="2746805" y="194226"/>
                  </a:lnTo>
                  <a:lnTo>
                    <a:pt x="2756549" y="186511"/>
                  </a:lnTo>
                  <a:lnTo>
                    <a:pt x="2766293" y="178913"/>
                  </a:lnTo>
                  <a:lnTo>
                    <a:pt x="2776037" y="171455"/>
                  </a:lnTo>
                  <a:lnTo>
                    <a:pt x="2785766" y="164157"/>
                  </a:lnTo>
                  <a:lnTo>
                    <a:pt x="2795510" y="157046"/>
                  </a:lnTo>
                  <a:lnTo>
                    <a:pt x="2805254" y="150143"/>
                  </a:lnTo>
                  <a:lnTo>
                    <a:pt x="2814998" y="143473"/>
                  </a:lnTo>
                  <a:lnTo>
                    <a:pt x="2824727" y="137057"/>
                  </a:lnTo>
                  <a:lnTo>
                    <a:pt x="2834471" y="130922"/>
                  </a:lnTo>
                  <a:lnTo>
                    <a:pt x="2844215" y="125086"/>
                  </a:lnTo>
                  <a:lnTo>
                    <a:pt x="2853958" y="119573"/>
                  </a:lnTo>
                  <a:lnTo>
                    <a:pt x="2863687" y="114405"/>
                  </a:lnTo>
                  <a:lnTo>
                    <a:pt x="2873431" y="109603"/>
                  </a:lnTo>
                  <a:lnTo>
                    <a:pt x="2883175" y="105188"/>
                  </a:lnTo>
                  <a:lnTo>
                    <a:pt x="2892919" y="101179"/>
                  </a:lnTo>
                  <a:lnTo>
                    <a:pt x="2902663" y="97597"/>
                  </a:lnTo>
                  <a:lnTo>
                    <a:pt x="2912392" y="9446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6" name="Freeform 675">
              <a:extLst>
                <a:ext uri="{FF2B5EF4-FFF2-40B4-BE49-F238E27FC236}">
                  <a16:creationId xmlns:a16="http://schemas.microsoft.com/office/drawing/2014/main" id="{A11798F5-7A0C-B513-09B1-A776E933B174}"/>
                </a:ext>
              </a:extLst>
            </p:cNvPr>
            <p:cNvSpPr/>
            <p:nvPr/>
          </p:nvSpPr>
          <p:spPr>
            <a:xfrm>
              <a:off x="576446" y="3357497"/>
              <a:ext cx="2912392" cy="349449"/>
            </a:xfrm>
            <a:custGeom>
              <a:avLst/>
              <a:gdLst>
                <a:gd name="connsiteX0" fmla="*/ 0 w 2912392"/>
                <a:gd name="connsiteY0" fmla="*/ 103457 h 349449"/>
                <a:gd name="connsiteX1" fmla="*/ 9739 w 2912392"/>
                <a:gd name="connsiteY1" fmla="*/ 102034 h 349449"/>
                <a:gd name="connsiteX2" fmla="*/ 19480 w 2912392"/>
                <a:gd name="connsiteY2" fmla="*/ 100778 h 349449"/>
                <a:gd name="connsiteX3" fmla="*/ 29221 w 2912392"/>
                <a:gd name="connsiteY3" fmla="*/ 99689 h 349449"/>
                <a:gd name="connsiteX4" fmla="*/ 38961 w 2912392"/>
                <a:gd name="connsiteY4" fmla="*/ 98765 h 349449"/>
                <a:gd name="connsiteX5" fmla="*/ 48702 w 2912392"/>
                <a:gd name="connsiteY5" fmla="*/ 98007 h 349449"/>
                <a:gd name="connsiteX6" fmla="*/ 58443 w 2912392"/>
                <a:gd name="connsiteY6" fmla="*/ 97413 h 349449"/>
                <a:gd name="connsiteX7" fmla="*/ 68182 w 2912392"/>
                <a:gd name="connsiteY7" fmla="*/ 96980 h 349449"/>
                <a:gd name="connsiteX8" fmla="*/ 77923 w 2912392"/>
                <a:gd name="connsiteY8" fmla="*/ 96708 h 349449"/>
                <a:gd name="connsiteX9" fmla="*/ 87664 w 2912392"/>
                <a:gd name="connsiteY9" fmla="*/ 96595 h 349449"/>
                <a:gd name="connsiteX10" fmla="*/ 97404 w 2912392"/>
                <a:gd name="connsiteY10" fmla="*/ 96636 h 349449"/>
                <a:gd name="connsiteX11" fmla="*/ 107145 w 2912392"/>
                <a:gd name="connsiteY11" fmla="*/ 96833 h 349449"/>
                <a:gd name="connsiteX12" fmla="*/ 116886 w 2912392"/>
                <a:gd name="connsiteY12" fmla="*/ 97182 h 349449"/>
                <a:gd name="connsiteX13" fmla="*/ 126625 w 2912392"/>
                <a:gd name="connsiteY13" fmla="*/ 97678 h 349449"/>
                <a:gd name="connsiteX14" fmla="*/ 136366 w 2912392"/>
                <a:gd name="connsiteY14" fmla="*/ 98320 h 349449"/>
                <a:gd name="connsiteX15" fmla="*/ 146107 w 2912392"/>
                <a:gd name="connsiteY15" fmla="*/ 99105 h 349449"/>
                <a:gd name="connsiteX16" fmla="*/ 155846 w 2912392"/>
                <a:gd name="connsiteY16" fmla="*/ 100029 h 349449"/>
                <a:gd name="connsiteX17" fmla="*/ 165587 w 2912392"/>
                <a:gd name="connsiteY17" fmla="*/ 101090 h 349449"/>
                <a:gd name="connsiteX18" fmla="*/ 175328 w 2912392"/>
                <a:gd name="connsiteY18" fmla="*/ 102280 h 349449"/>
                <a:gd name="connsiteX19" fmla="*/ 185068 w 2912392"/>
                <a:gd name="connsiteY19" fmla="*/ 103600 h 349449"/>
                <a:gd name="connsiteX20" fmla="*/ 194809 w 2912392"/>
                <a:gd name="connsiteY20" fmla="*/ 105044 h 349449"/>
                <a:gd name="connsiteX21" fmla="*/ 204550 w 2912392"/>
                <a:gd name="connsiteY21" fmla="*/ 106607 h 349449"/>
                <a:gd name="connsiteX22" fmla="*/ 214289 w 2912392"/>
                <a:gd name="connsiteY22" fmla="*/ 108286 h 349449"/>
                <a:gd name="connsiteX23" fmla="*/ 224030 w 2912392"/>
                <a:gd name="connsiteY23" fmla="*/ 110075 h 349449"/>
                <a:gd name="connsiteX24" fmla="*/ 233771 w 2912392"/>
                <a:gd name="connsiteY24" fmla="*/ 111969 h 349449"/>
                <a:gd name="connsiteX25" fmla="*/ 243510 w 2912392"/>
                <a:gd name="connsiteY25" fmla="*/ 113965 h 349449"/>
                <a:gd name="connsiteX26" fmla="*/ 253251 w 2912392"/>
                <a:gd name="connsiteY26" fmla="*/ 116056 h 349449"/>
                <a:gd name="connsiteX27" fmla="*/ 262992 w 2912392"/>
                <a:gd name="connsiteY27" fmla="*/ 118238 h 349449"/>
                <a:gd name="connsiteX28" fmla="*/ 272732 w 2912392"/>
                <a:gd name="connsiteY28" fmla="*/ 120506 h 349449"/>
                <a:gd name="connsiteX29" fmla="*/ 282473 w 2912392"/>
                <a:gd name="connsiteY29" fmla="*/ 122853 h 349449"/>
                <a:gd name="connsiteX30" fmla="*/ 292214 w 2912392"/>
                <a:gd name="connsiteY30" fmla="*/ 125274 h 349449"/>
                <a:gd name="connsiteX31" fmla="*/ 301953 w 2912392"/>
                <a:gd name="connsiteY31" fmla="*/ 127763 h 349449"/>
                <a:gd name="connsiteX32" fmla="*/ 311694 w 2912392"/>
                <a:gd name="connsiteY32" fmla="*/ 130315 h 349449"/>
                <a:gd name="connsiteX33" fmla="*/ 321435 w 2912392"/>
                <a:gd name="connsiteY33" fmla="*/ 132924 h 349449"/>
                <a:gd name="connsiteX34" fmla="*/ 331175 w 2912392"/>
                <a:gd name="connsiteY34" fmla="*/ 135585 h 349449"/>
                <a:gd name="connsiteX35" fmla="*/ 340916 w 2912392"/>
                <a:gd name="connsiteY35" fmla="*/ 138289 h 349449"/>
                <a:gd name="connsiteX36" fmla="*/ 350656 w 2912392"/>
                <a:gd name="connsiteY36" fmla="*/ 141034 h 349449"/>
                <a:gd name="connsiteX37" fmla="*/ 360396 w 2912392"/>
                <a:gd name="connsiteY37" fmla="*/ 143811 h 349449"/>
                <a:gd name="connsiteX38" fmla="*/ 370137 w 2912392"/>
                <a:gd name="connsiteY38" fmla="*/ 146613 h 349449"/>
                <a:gd name="connsiteX39" fmla="*/ 379878 w 2912392"/>
                <a:gd name="connsiteY39" fmla="*/ 149438 h 349449"/>
                <a:gd name="connsiteX40" fmla="*/ 389617 w 2912392"/>
                <a:gd name="connsiteY40" fmla="*/ 152277 h 349449"/>
                <a:gd name="connsiteX41" fmla="*/ 399358 w 2912392"/>
                <a:gd name="connsiteY41" fmla="*/ 155122 h 349449"/>
                <a:gd name="connsiteX42" fmla="*/ 409099 w 2912392"/>
                <a:gd name="connsiteY42" fmla="*/ 157971 h 349449"/>
                <a:gd name="connsiteX43" fmla="*/ 418839 w 2912392"/>
                <a:gd name="connsiteY43" fmla="*/ 160815 h 349449"/>
                <a:gd name="connsiteX44" fmla="*/ 428580 w 2912392"/>
                <a:gd name="connsiteY44" fmla="*/ 163650 h 349449"/>
                <a:gd name="connsiteX45" fmla="*/ 438321 w 2912392"/>
                <a:gd name="connsiteY45" fmla="*/ 166468 h 349449"/>
                <a:gd name="connsiteX46" fmla="*/ 448060 w 2912392"/>
                <a:gd name="connsiteY46" fmla="*/ 169264 h 349449"/>
                <a:gd name="connsiteX47" fmla="*/ 457801 w 2912392"/>
                <a:gd name="connsiteY47" fmla="*/ 172033 h 349449"/>
                <a:gd name="connsiteX48" fmla="*/ 467542 w 2912392"/>
                <a:gd name="connsiteY48" fmla="*/ 174768 h 349449"/>
                <a:gd name="connsiteX49" fmla="*/ 477281 w 2912392"/>
                <a:gd name="connsiteY49" fmla="*/ 177462 h 349449"/>
                <a:gd name="connsiteX50" fmla="*/ 487022 w 2912392"/>
                <a:gd name="connsiteY50" fmla="*/ 180112 h 349449"/>
                <a:gd name="connsiteX51" fmla="*/ 496763 w 2912392"/>
                <a:gd name="connsiteY51" fmla="*/ 182712 h 349449"/>
                <a:gd name="connsiteX52" fmla="*/ 506503 w 2912392"/>
                <a:gd name="connsiteY52" fmla="*/ 185254 h 349449"/>
                <a:gd name="connsiteX53" fmla="*/ 516244 w 2912392"/>
                <a:gd name="connsiteY53" fmla="*/ 187736 h 349449"/>
                <a:gd name="connsiteX54" fmla="*/ 525985 w 2912392"/>
                <a:gd name="connsiteY54" fmla="*/ 190151 h 349449"/>
                <a:gd name="connsiteX55" fmla="*/ 535724 w 2912392"/>
                <a:gd name="connsiteY55" fmla="*/ 192496 h 349449"/>
                <a:gd name="connsiteX56" fmla="*/ 545465 w 2912392"/>
                <a:gd name="connsiteY56" fmla="*/ 194764 h 349449"/>
                <a:gd name="connsiteX57" fmla="*/ 555206 w 2912392"/>
                <a:gd name="connsiteY57" fmla="*/ 196950 h 349449"/>
                <a:gd name="connsiteX58" fmla="*/ 564946 w 2912392"/>
                <a:gd name="connsiteY58" fmla="*/ 199050 h 349449"/>
                <a:gd name="connsiteX59" fmla="*/ 574687 w 2912392"/>
                <a:gd name="connsiteY59" fmla="*/ 201062 h 349449"/>
                <a:gd name="connsiteX60" fmla="*/ 584428 w 2912392"/>
                <a:gd name="connsiteY60" fmla="*/ 202979 h 349449"/>
                <a:gd name="connsiteX61" fmla="*/ 594167 w 2912392"/>
                <a:gd name="connsiteY61" fmla="*/ 204798 h 349449"/>
                <a:gd name="connsiteX62" fmla="*/ 603908 w 2912392"/>
                <a:gd name="connsiteY62" fmla="*/ 206515 h 349449"/>
                <a:gd name="connsiteX63" fmla="*/ 613649 w 2912392"/>
                <a:gd name="connsiteY63" fmla="*/ 208127 h 349449"/>
                <a:gd name="connsiteX64" fmla="*/ 623388 w 2912392"/>
                <a:gd name="connsiteY64" fmla="*/ 209629 h 349449"/>
                <a:gd name="connsiteX65" fmla="*/ 633129 w 2912392"/>
                <a:gd name="connsiteY65" fmla="*/ 211019 h 349449"/>
                <a:gd name="connsiteX66" fmla="*/ 642870 w 2912392"/>
                <a:gd name="connsiteY66" fmla="*/ 212294 h 349449"/>
                <a:gd name="connsiteX67" fmla="*/ 652610 w 2912392"/>
                <a:gd name="connsiteY67" fmla="*/ 213452 h 349449"/>
                <a:gd name="connsiteX68" fmla="*/ 662351 w 2912392"/>
                <a:gd name="connsiteY68" fmla="*/ 214487 h 349449"/>
                <a:gd name="connsiteX69" fmla="*/ 672092 w 2912392"/>
                <a:gd name="connsiteY69" fmla="*/ 215401 h 349449"/>
                <a:gd name="connsiteX70" fmla="*/ 681831 w 2912392"/>
                <a:gd name="connsiteY70" fmla="*/ 216189 h 349449"/>
                <a:gd name="connsiteX71" fmla="*/ 691572 w 2912392"/>
                <a:gd name="connsiteY71" fmla="*/ 216849 h 349449"/>
                <a:gd name="connsiteX72" fmla="*/ 701313 w 2912392"/>
                <a:gd name="connsiteY72" fmla="*/ 217379 h 349449"/>
                <a:gd name="connsiteX73" fmla="*/ 711052 w 2912392"/>
                <a:gd name="connsiteY73" fmla="*/ 217780 h 349449"/>
                <a:gd name="connsiteX74" fmla="*/ 720793 w 2912392"/>
                <a:gd name="connsiteY74" fmla="*/ 218048 h 349449"/>
                <a:gd name="connsiteX75" fmla="*/ 730534 w 2912392"/>
                <a:gd name="connsiteY75" fmla="*/ 218184 h 349449"/>
                <a:gd name="connsiteX76" fmla="*/ 740274 w 2912392"/>
                <a:gd name="connsiteY76" fmla="*/ 218184 h 349449"/>
                <a:gd name="connsiteX77" fmla="*/ 750015 w 2912392"/>
                <a:gd name="connsiteY77" fmla="*/ 218050 h 349449"/>
                <a:gd name="connsiteX78" fmla="*/ 759756 w 2912392"/>
                <a:gd name="connsiteY78" fmla="*/ 217778 h 349449"/>
                <a:gd name="connsiteX79" fmla="*/ 769495 w 2912392"/>
                <a:gd name="connsiteY79" fmla="*/ 217373 h 349449"/>
                <a:gd name="connsiteX80" fmla="*/ 779236 w 2912392"/>
                <a:gd name="connsiteY80" fmla="*/ 216831 h 349449"/>
                <a:gd name="connsiteX81" fmla="*/ 788977 w 2912392"/>
                <a:gd name="connsiteY81" fmla="*/ 216153 h 349449"/>
                <a:gd name="connsiteX82" fmla="*/ 798717 w 2912392"/>
                <a:gd name="connsiteY82" fmla="*/ 215339 h 349449"/>
                <a:gd name="connsiteX83" fmla="*/ 808458 w 2912392"/>
                <a:gd name="connsiteY83" fmla="*/ 214392 h 349449"/>
                <a:gd name="connsiteX84" fmla="*/ 818199 w 2912392"/>
                <a:gd name="connsiteY84" fmla="*/ 213309 h 349449"/>
                <a:gd name="connsiteX85" fmla="*/ 827938 w 2912392"/>
                <a:gd name="connsiteY85" fmla="*/ 212092 h 349449"/>
                <a:gd name="connsiteX86" fmla="*/ 837679 w 2912392"/>
                <a:gd name="connsiteY86" fmla="*/ 210742 h 349449"/>
                <a:gd name="connsiteX87" fmla="*/ 847420 w 2912392"/>
                <a:gd name="connsiteY87" fmla="*/ 209262 h 349449"/>
                <a:gd name="connsiteX88" fmla="*/ 857159 w 2912392"/>
                <a:gd name="connsiteY88" fmla="*/ 207652 h 349449"/>
                <a:gd name="connsiteX89" fmla="*/ 866900 w 2912392"/>
                <a:gd name="connsiteY89" fmla="*/ 205914 h 349449"/>
                <a:gd name="connsiteX90" fmla="*/ 876641 w 2912392"/>
                <a:gd name="connsiteY90" fmla="*/ 204049 h 349449"/>
                <a:gd name="connsiteX91" fmla="*/ 886381 w 2912392"/>
                <a:gd name="connsiteY91" fmla="*/ 202062 h 349449"/>
                <a:gd name="connsiteX92" fmla="*/ 896122 w 2912392"/>
                <a:gd name="connsiteY92" fmla="*/ 199950 h 349449"/>
                <a:gd name="connsiteX93" fmla="*/ 905863 w 2912392"/>
                <a:gd name="connsiteY93" fmla="*/ 197720 h 349449"/>
                <a:gd name="connsiteX94" fmla="*/ 915602 w 2912392"/>
                <a:gd name="connsiteY94" fmla="*/ 195373 h 349449"/>
                <a:gd name="connsiteX95" fmla="*/ 925343 w 2912392"/>
                <a:gd name="connsiteY95" fmla="*/ 192914 h 349449"/>
                <a:gd name="connsiteX96" fmla="*/ 935084 w 2912392"/>
                <a:gd name="connsiteY96" fmla="*/ 190340 h 349449"/>
                <a:gd name="connsiteX97" fmla="*/ 944824 w 2912392"/>
                <a:gd name="connsiteY97" fmla="*/ 187660 h 349449"/>
                <a:gd name="connsiteX98" fmla="*/ 954564 w 2912392"/>
                <a:gd name="connsiteY98" fmla="*/ 184876 h 349449"/>
                <a:gd name="connsiteX99" fmla="*/ 964305 w 2912392"/>
                <a:gd name="connsiteY99" fmla="*/ 181990 h 349449"/>
                <a:gd name="connsiteX100" fmla="*/ 974045 w 2912392"/>
                <a:gd name="connsiteY100" fmla="*/ 179005 h 349449"/>
                <a:gd name="connsiteX101" fmla="*/ 983786 w 2912392"/>
                <a:gd name="connsiteY101" fmla="*/ 175926 h 349449"/>
                <a:gd name="connsiteX102" fmla="*/ 993522 w 2912392"/>
                <a:gd name="connsiteY102" fmla="*/ 172758 h 349449"/>
                <a:gd name="connsiteX103" fmla="*/ 1003266 w 2912392"/>
                <a:gd name="connsiteY103" fmla="*/ 169504 h 349449"/>
                <a:gd name="connsiteX104" fmla="*/ 1013010 w 2912392"/>
                <a:gd name="connsiteY104" fmla="*/ 166167 h 349449"/>
                <a:gd name="connsiteX105" fmla="*/ 1022754 w 2912392"/>
                <a:gd name="connsiteY105" fmla="*/ 162754 h 349449"/>
                <a:gd name="connsiteX106" fmla="*/ 1032483 w 2912392"/>
                <a:gd name="connsiteY106" fmla="*/ 159266 h 349449"/>
                <a:gd name="connsiteX107" fmla="*/ 1042227 w 2912392"/>
                <a:gd name="connsiteY107" fmla="*/ 155711 h 349449"/>
                <a:gd name="connsiteX108" fmla="*/ 1051971 w 2912392"/>
                <a:gd name="connsiteY108" fmla="*/ 152090 h 349449"/>
                <a:gd name="connsiteX109" fmla="*/ 1061715 w 2912392"/>
                <a:gd name="connsiteY109" fmla="*/ 148412 h 349449"/>
                <a:gd name="connsiteX110" fmla="*/ 1071444 w 2912392"/>
                <a:gd name="connsiteY110" fmla="*/ 144680 h 349449"/>
                <a:gd name="connsiteX111" fmla="*/ 1081188 w 2912392"/>
                <a:gd name="connsiteY111" fmla="*/ 140898 h 349449"/>
                <a:gd name="connsiteX112" fmla="*/ 1090932 w 2912392"/>
                <a:gd name="connsiteY112" fmla="*/ 137072 h 349449"/>
                <a:gd name="connsiteX113" fmla="*/ 1100676 w 2912392"/>
                <a:gd name="connsiteY113" fmla="*/ 133207 h 349449"/>
                <a:gd name="connsiteX114" fmla="*/ 1110405 w 2912392"/>
                <a:gd name="connsiteY114" fmla="*/ 129308 h 349449"/>
                <a:gd name="connsiteX115" fmla="*/ 1120149 w 2912392"/>
                <a:gd name="connsiteY115" fmla="*/ 125382 h 349449"/>
                <a:gd name="connsiteX116" fmla="*/ 1129893 w 2912392"/>
                <a:gd name="connsiteY116" fmla="*/ 121433 h 349449"/>
                <a:gd name="connsiteX117" fmla="*/ 1139637 w 2912392"/>
                <a:gd name="connsiteY117" fmla="*/ 117465 h 349449"/>
                <a:gd name="connsiteX118" fmla="*/ 1149381 w 2912392"/>
                <a:gd name="connsiteY118" fmla="*/ 113487 h 349449"/>
                <a:gd name="connsiteX119" fmla="*/ 1159110 w 2912392"/>
                <a:gd name="connsiteY119" fmla="*/ 109502 h 349449"/>
                <a:gd name="connsiteX120" fmla="*/ 1168854 w 2912392"/>
                <a:gd name="connsiteY120" fmla="*/ 105515 h 349449"/>
                <a:gd name="connsiteX121" fmla="*/ 1178598 w 2912392"/>
                <a:gd name="connsiteY121" fmla="*/ 101534 h 349449"/>
                <a:gd name="connsiteX122" fmla="*/ 1188341 w 2912392"/>
                <a:gd name="connsiteY122" fmla="*/ 97562 h 349449"/>
                <a:gd name="connsiteX123" fmla="*/ 1198070 w 2912392"/>
                <a:gd name="connsiteY123" fmla="*/ 93606 h 349449"/>
                <a:gd name="connsiteX124" fmla="*/ 1207814 w 2912392"/>
                <a:gd name="connsiteY124" fmla="*/ 89671 h 349449"/>
                <a:gd name="connsiteX125" fmla="*/ 1217558 w 2912392"/>
                <a:gd name="connsiteY125" fmla="*/ 85765 h 349449"/>
                <a:gd name="connsiteX126" fmla="*/ 1227302 w 2912392"/>
                <a:gd name="connsiteY126" fmla="*/ 81888 h 349449"/>
                <a:gd name="connsiteX127" fmla="*/ 1237031 w 2912392"/>
                <a:gd name="connsiteY127" fmla="*/ 78050 h 349449"/>
                <a:gd name="connsiteX128" fmla="*/ 1246775 w 2912392"/>
                <a:gd name="connsiteY128" fmla="*/ 74255 h 349449"/>
                <a:gd name="connsiteX129" fmla="*/ 1256519 w 2912392"/>
                <a:gd name="connsiteY129" fmla="*/ 70509 h 349449"/>
                <a:gd name="connsiteX130" fmla="*/ 1266263 w 2912392"/>
                <a:gd name="connsiteY130" fmla="*/ 66816 h 349449"/>
                <a:gd name="connsiteX131" fmla="*/ 1276007 w 2912392"/>
                <a:gd name="connsiteY131" fmla="*/ 63182 h 349449"/>
                <a:gd name="connsiteX132" fmla="*/ 1285736 w 2912392"/>
                <a:gd name="connsiteY132" fmla="*/ 59611 h 349449"/>
                <a:gd name="connsiteX133" fmla="*/ 1295480 w 2912392"/>
                <a:gd name="connsiteY133" fmla="*/ 56108 h 349449"/>
                <a:gd name="connsiteX134" fmla="*/ 1305224 w 2912392"/>
                <a:gd name="connsiteY134" fmla="*/ 52680 h 349449"/>
                <a:gd name="connsiteX135" fmla="*/ 1314968 w 2912392"/>
                <a:gd name="connsiteY135" fmla="*/ 49328 h 349449"/>
                <a:gd name="connsiteX136" fmla="*/ 1324697 w 2912392"/>
                <a:gd name="connsiteY136" fmla="*/ 46059 h 349449"/>
                <a:gd name="connsiteX137" fmla="*/ 1334441 w 2912392"/>
                <a:gd name="connsiteY137" fmla="*/ 42878 h 349449"/>
                <a:gd name="connsiteX138" fmla="*/ 1344185 w 2912392"/>
                <a:gd name="connsiteY138" fmla="*/ 39786 h 349449"/>
                <a:gd name="connsiteX139" fmla="*/ 1353929 w 2912392"/>
                <a:gd name="connsiteY139" fmla="*/ 36790 h 349449"/>
                <a:gd name="connsiteX140" fmla="*/ 1363658 w 2912392"/>
                <a:gd name="connsiteY140" fmla="*/ 33892 h 349449"/>
                <a:gd name="connsiteX141" fmla="*/ 1373402 w 2912392"/>
                <a:gd name="connsiteY141" fmla="*/ 31097 h 349449"/>
                <a:gd name="connsiteX142" fmla="*/ 1383146 w 2912392"/>
                <a:gd name="connsiteY142" fmla="*/ 28408 h 349449"/>
                <a:gd name="connsiteX143" fmla="*/ 1392890 w 2912392"/>
                <a:gd name="connsiteY143" fmla="*/ 25827 h 349449"/>
                <a:gd name="connsiteX144" fmla="*/ 1402619 w 2912392"/>
                <a:gd name="connsiteY144" fmla="*/ 23359 h 349449"/>
                <a:gd name="connsiteX145" fmla="*/ 1412363 w 2912392"/>
                <a:gd name="connsiteY145" fmla="*/ 21005 h 349449"/>
                <a:gd name="connsiteX146" fmla="*/ 1422106 w 2912392"/>
                <a:gd name="connsiteY146" fmla="*/ 18768 h 349449"/>
                <a:gd name="connsiteX147" fmla="*/ 1431850 w 2912392"/>
                <a:gd name="connsiteY147" fmla="*/ 16651 h 349449"/>
                <a:gd name="connsiteX148" fmla="*/ 1441594 w 2912392"/>
                <a:gd name="connsiteY148" fmla="*/ 14656 h 349449"/>
                <a:gd name="connsiteX149" fmla="*/ 1451323 w 2912392"/>
                <a:gd name="connsiteY149" fmla="*/ 12785 h 349449"/>
                <a:gd name="connsiteX150" fmla="*/ 1461067 w 2912392"/>
                <a:gd name="connsiteY150" fmla="*/ 11039 h 349449"/>
                <a:gd name="connsiteX151" fmla="*/ 1470811 w 2912392"/>
                <a:gd name="connsiteY151" fmla="*/ 9418 h 349449"/>
                <a:gd name="connsiteX152" fmla="*/ 1480555 w 2912392"/>
                <a:gd name="connsiteY152" fmla="*/ 7926 h 349449"/>
                <a:gd name="connsiteX153" fmla="*/ 1490284 w 2912392"/>
                <a:gd name="connsiteY153" fmla="*/ 6563 h 349449"/>
                <a:gd name="connsiteX154" fmla="*/ 1500028 w 2912392"/>
                <a:gd name="connsiteY154" fmla="*/ 5328 h 349449"/>
                <a:gd name="connsiteX155" fmla="*/ 1509772 w 2912392"/>
                <a:gd name="connsiteY155" fmla="*/ 4222 h 349449"/>
                <a:gd name="connsiteX156" fmla="*/ 1519516 w 2912392"/>
                <a:gd name="connsiteY156" fmla="*/ 3247 h 349449"/>
                <a:gd name="connsiteX157" fmla="*/ 1529245 w 2912392"/>
                <a:gd name="connsiteY157" fmla="*/ 2400 h 349449"/>
                <a:gd name="connsiteX158" fmla="*/ 1538989 w 2912392"/>
                <a:gd name="connsiteY158" fmla="*/ 1684 h 349449"/>
                <a:gd name="connsiteX159" fmla="*/ 1548733 w 2912392"/>
                <a:gd name="connsiteY159" fmla="*/ 1095 h 349449"/>
                <a:gd name="connsiteX160" fmla="*/ 1558477 w 2912392"/>
                <a:gd name="connsiteY160" fmla="*/ 633 h 349449"/>
                <a:gd name="connsiteX161" fmla="*/ 1568221 w 2912392"/>
                <a:gd name="connsiteY161" fmla="*/ 298 h 349449"/>
                <a:gd name="connsiteX162" fmla="*/ 1577950 w 2912392"/>
                <a:gd name="connsiteY162" fmla="*/ 88 h 349449"/>
                <a:gd name="connsiteX163" fmla="*/ 1587694 w 2912392"/>
                <a:gd name="connsiteY163" fmla="*/ 0 h 349449"/>
                <a:gd name="connsiteX164" fmla="*/ 1597438 w 2912392"/>
                <a:gd name="connsiteY164" fmla="*/ 34 h 349449"/>
                <a:gd name="connsiteX165" fmla="*/ 1607182 w 2912392"/>
                <a:gd name="connsiteY165" fmla="*/ 188 h 349449"/>
                <a:gd name="connsiteX166" fmla="*/ 1616911 w 2912392"/>
                <a:gd name="connsiteY166" fmla="*/ 457 h 349449"/>
                <a:gd name="connsiteX167" fmla="*/ 1626655 w 2912392"/>
                <a:gd name="connsiteY167" fmla="*/ 843 h 349449"/>
                <a:gd name="connsiteX168" fmla="*/ 1636399 w 2912392"/>
                <a:gd name="connsiteY168" fmla="*/ 1341 h 349449"/>
                <a:gd name="connsiteX169" fmla="*/ 1646142 w 2912392"/>
                <a:gd name="connsiteY169" fmla="*/ 1946 h 349449"/>
                <a:gd name="connsiteX170" fmla="*/ 1655872 w 2912392"/>
                <a:gd name="connsiteY170" fmla="*/ 2658 h 349449"/>
                <a:gd name="connsiteX171" fmla="*/ 1665616 w 2912392"/>
                <a:gd name="connsiteY171" fmla="*/ 3473 h 349449"/>
                <a:gd name="connsiteX172" fmla="*/ 1675359 w 2912392"/>
                <a:gd name="connsiteY172" fmla="*/ 4386 h 349449"/>
                <a:gd name="connsiteX173" fmla="*/ 1685103 w 2912392"/>
                <a:gd name="connsiteY173" fmla="*/ 5396 h 349449"/>
                <a:gd name="connsiteX174" fmla="*/ 1694832 w 2912392"/>
                <a:gd name="connsiteY174" fmla="*/ 6499 h 349449"/>
                <a:gd name="connsiteX175" fmla="*/ 1704576 w 2912392"/>
                <a:gd name="connsiteY175" fmla="*/ 7689 h 349449"/>
                <a:gd name="connsiteX176" fmla="*/ 1714320 w 2912392"/>
                <a:gd name="connsiteY176" fmla="*/ 8965 h 349449"/>
                <a:gd name="connsiteX177" fmla="*/ 1724064 w 2912392"/>
                <a:gd name="connsiteY177" fmla="*/ 10322 h 349449"/>
                <a:gd name="connsiteX178" fmla="*/ 1733808 w 2912392"/>
                <a:gd name="connsiteY178" fmla="*/ 11754 h 349449"/>
                <a:gd name="connsiteX179" fmla="*/ 1743537 w 2912392"/>
                <a:gd name="connsiteY179" fmla="*/ 13259 h 349449"/>
                <a:gd name="connsiteX180" fmla="*/ 1753281 w 2912392"/>
                <a:gd name="connsiteY180" fmla="*/ 14832 h 349449"/>
                <a:gd name="connsiteX181" fmla="*/ 1763025 w 2912392"/>
                <a:gd name="connsiteY181" fmla="*/ 16469 h 349449"/>
                <a:gd name="connsiteX182" fmla="*/ 1772769 w 2912392"/>
                <a:gd name="connsiteY182" fmla="*/ 18166 h 349449"/>
                <a:gd name="connsiteX183" fmla="*/ 1782498 w 2912392"/>
                <a:gd name="connsiteY183" fmla="*/ 19918 h 349449"/>
                <a:gd name="connsiteX184" fmla="*/ 1792242 w 2912392"/>
                <a:gd name="connsiteY184" fmla="*/ 21721 h 349449"/>
                <a:gd name="connsiteX185" fmla="*/ 1801986 w 2912392"/>
                <a:gd name="connsiteY185" fmla="*/ 23572 h 349449"/>
                <a:gd name="connsiteX186" fmla="*/ 1811730 w 2912392"/>
                <a:gd name="connsiteY186" fmla="*/ 25464 h 349449"/>
                <a:gd name="connsiteX187" fmla="*/ 1821459 w 2912392"/>
                <a:gd name="connsiteY187" fmla="*/ 27396 h 349449"/>
                <a:gd name="connsiteX188" fmla="*/ 1831203 w 2912392"/>
                <a:gd name="connsiteY188" fmla="*/ 29361 h 349449"/>
                <a:gd name="connsiteX189" fmla="*/ 1840947 w 2912392"/>
                <a:gd name="connsiteY189" fmla="*/ 31356 h 349449"/>
                <a:gd name="connsiteX190" fmla="*/ 1850691 w 2912392"/>
                <a:gd name="connsiteY190" fmla="*/ 33378 h 349449"/>
                <a:gd name="connsiteX191" fmla="*/ 1860435 w 2912392"/>
                <a:gd name="connsiteY191" fmla="*/ 35421 h 349449"/>
                <a:gd name="connsiteX192" fmla="*/ 1870164 w 2912392"/>
                <a:gd name="connsiteY192" fmla="*/ 37483 h 349449"/>
                <a:gd name="connsiteX193" fmla="*/ 1879908 w 2912392"/>
                <a:gd name="connsiteY193" fmla="*/ 39560 h 349449"/>
                <a:gd name="connsiteX194" fmla="*/ 1889652 w 2912392"/>
                <a:gd name="connsiteY194" fmla="*/ 41647 h 349449"/>
                <a:gd name="connsiteX195" fmla="*/ 1899395 w 2912392"/>
                <a:gd name="connsiteY195" fmla="*/ 43742 h 349449"/>
                <a:gd name="connsiteX196" fmla="*/ 1909124 w 2912392"/>
                <a:gd name="connsiteY196" fmla="*/ 45841 h 349449"/>
                <a:gd name="connsiteX197" fmla="*/ 1918868 w 2912392"/>
                <a:gd name="connsiteY197" fmla="*/ 47940 h 349449"/>
                <a:gd name="connsiteX198" fmla="*/ 1928612 w 2912392"/>
                <a:gd name="connsiteY198" fmla="*/ 50040 h 349449"/>
                <a:gd name="connsiteX199" fmla="*/ 1938356 w 2912392"/>
                <a:gd name="connsiteY199" fmla="*/ 52133 h 349449"/>
                <a:gd name="connsiteX200" fmla="*/ 1948085 w 2912392"/>
                <a:gd name="connsiteY200" fmla="*/ 54219 h 349449"/>
                <a:gd name="connsiteX201" fmla="*/ 1957829 w 2912392"/>
                <a:gd name="connsiteY201" fmla="*/ 56296 h 349449"/>
                <a:gd name="connsiteX202" fmla="*/ 1967573 w 2912392"/>
                <a:gd name="connsiteY202" fmla="*/ 58359 h 349449"/>
                <a:gd name="connsiteX203" fmla="*/ 1977317 w 2912392"/>
                <a:gd name="connsiteY203" fmla="*/ 60411 h 349449"/>
                <a:gd name="connsiteX204" fmla="*/ 1987046 w 2912392"/>
                <a:gd name="connsiteY204" fmla="*/ 62445 h 349449"/>
                <a:gd name="connsiteX205" fmla="*/ 1996790 w 2912392"/>
                <a:gd name="connsiteY205" fmla="*/ 64462 h 349449"/>
                <a:gd name="connsiteX206" fmla="*/ 2006534 w 2912392"/>
                <a:gd name="connsiteY206" fmla="*/ 66461 h 349449"/>
                <a:gd name="connsiteX207" fmla="*/ 2016278 w 2912392"/>
                <a:gd name="connsiteY207" fmla="*/ 68440 h 349449"/>
                <a:gd name="connsiteX208" fmla="*/ 2026022 w 2912392"/>
                <a:gd name="connsiteY208" fmla="*/ 70398 h 349449"/>
                <a:gd name="connsiteX209" fmla="*/ 2035751 w 2912392"/>
                <a:gd name="connsiteY209" fmla="*/ 72336 h 349449"/>
                <a:gd name="connsiteX210" fmla="*/ 2045495 w 2912392"/>
                <a:gd name="connsiteY210" fmla="*/ 74251 h 349449"/>
                <a:gd name="connsiteX211" fmla="*/ 2055239 w 2912392"/>
                <a:gd name="connsiteY211" fmla="*/ 76144 h 349449"/>
                <a:gd name="connsiteX212" fmla="*/ 2064983 w 2912392"/>
                <a:gd name="connsiteY212" fmla="*/ 78016 h 349449"/>
                <a:gd name="connsiteX213" fmla="*/ 2074712 w 2912392"/>
                <a:gd name="connsiteY213" fmla="*/ 79865 h 349449"/>
                <a:gd name="connsiteX214" fmla="*/ 2084456 w 2912392"/>
                <a:gd name="connsiteY214" fmla="*/ 81694 h 349449"/>
                <a:gd name="connsiteX215" fmla="*/ 2094200 w 2912392"/>
                <a:gd name="connsiteY215" fmla="*/ 83503 h 349449"/>
                <a:gd name="connsiteX216" fmla="*/ 2103944 w 2912392"/>
                <a:gd name="connsiteY216" fmla="*/ 85291 h 349449"/>
                <a:gd name="connsiteX217" fmla="*/ 2113673 w 2912392"/>
                <a:gd name="connsiteY217" fmla="*/ 87062 h 349449"/>
                <a:gd name="connsiteX218" fmla="*/ 2123417 w 2912392"/>
                <a:gd name="connsiteY218" fmla="*/ 88816 h 349449"/>
                <a:gd name="connsiteX219" fmla="*/ 2133161 w 2912392"/>
                <a:gd name="connsiteY219" fmla="*/ 90555 h 349449"/>
                <a:gd name="connsiteX220" fmla="*/ 2142905 w 2912392"/>
                <a:gd name="connsiteY220" fmla="*/ 92280 h 349449"/>
                <a:gd name="connsiteX221" fmla="*/ 2152649 w 2912392"/>
                <a:gd name="connsiteY221" fmla="*/ 93993 h 349449"/>
                <a:gd name="connsiteX222" fmla="*/ 2162377 w 2912392"/>
                <a:gd name="connsiteY222" fmla="*/ 95698 h 349449"/>
                <a:gd name="connsiteX223" fmla="*/ 2172121 w 2912392"/>
                <a:gd name="connsiteY223" fmla="*/ 97396 h 349449"/>
                <a:gd name="connsiteX224" fmla="*/ 2181865 w 2912392"/>
                <a:gd name="connsiteY224" fmla="*/ 99089 h 349449"/>
                <a:gd name="connsiteX225" fmla="*/ 2191609 w 2912392"/>
                <a:gd name="connsiteY225" fmla="*/ 100780 h 349449"/>
                <a:gd name="connsiteX226" fmla="*/ 2201338 w 2912392"/>
                <a:gd name="connsiteY226" fmla="*/ 102471 h 349449"/>
                <a:gd name="connsiteX227" fmla="*/ 2211082 w 2912392"/>
                <a:gd name="connsiteY227" fmla="*/ 104166 h 349449"/>
                <a:gd name="connsiteX228" fmla="*/ 2220826 w 2912392"/>
                <a:gd name="connsiteY228" fmla="*/ 105869 h 349449"/>
                <a:gd name="connsiteX229" fmla="*/ 2230570 w 2912392"/>
                <a:gd name="connsiteY229" fmla="*/ 107581 h 349449"/>
                <a:gd name="connsiteX230" fmla="*/ 2240299 w 2912392"/>
                <a:gd name="connsiteY230" fmla="*/ 109306 h 349449"/>
                <a:gd name="connsiteX231" fmla="*/ 2250043 w 2912392"/>
                <a:gd name="connsiteY231" fmla="*/ 111048 h 349449"/>
                <a:gd name="connsiteX232" fmla="*/ 2259787 w 2912392"/>
                <a:gd name="connsiteY232" fmla="*/ 112809 h 349449"/>
                <a:gd name="connsiteX233" fmla="*/ 2269531 w 2912392"/>
                <a:gd name="connsiteY233" fmla="*/ 114594 h 349449"/>
                <a:gd name="connsiteX234" fmla="*/ 2279260 w 2912392"/>
                <a:gd name="connsiteY234" fmla="*/ 116404 h 349449"/>
                <a:gd name="connsiteX235" fmla="*/ 2289004 w 2912392"/>
                <a:gd name="connsiteY235" fmla="*/ 118244 h 349449"/>
                <a:gd name="connsiteX236" fmla="*/ 2298748 w 2912392"/>
                <a:gd name="connsiteY236" fmla="*/ 120119 h 349449"/>
                <a:gd name="connsiteX237" fmla="*/ 2308492 w 2912392"/>
                <a:gd name="connsiteY237" fmla="*/ 122030 h 349449"/>
                <a:gd name="connsiteX238" fmla="*/ 2318236 w 2912392"/>
                <a:gd name="connsiteY238" fmla="*/ 123980 h 349449"/>
                <a:gd name="connsiteX239" fmla="*/ 2327965 w 2912392"/>
                <a:gd name="connsiteY239" fmla="*/ 125974 h 349449"/>
                <a:gd name="connsiteX240" fmla="*/ 2337709 w 2912392"/>
                <a:gd name="connsiteY240" fmla="*/ 128015 h 349449"/>
                <a:gd name="connsiteX241" fmla="*/ 2347453 w 2912392"/>
                <a:gd name="connsiteY241" fmla="*/ 130107 h 349449"/>
                <a:gd name="connsiteX242" fmla="*/ 2357197 w 2912392"/>
                <a:gd name="connsiteY242" fmla="*/ 132249 h 349449"/>
                <a:gd name="connsiteX243" fmla="*/ 2366926 w 2912392"/>
                <a:gd name="connsiteY243" fmla="*/ 134450 h 349449"/>
                <a:gd name="connsiteX244" fmla="*/ 2376670 w 2912392"/>
                <a:gd name="connsiteY244" fmla="*/ 136709 h 349449"/>
                <a:gd name="connsiteX245" fmla="*/ 2386413 w 2912392"/>
                <a:gd name="connsiteY245" fmla="*/ 139028 h 349449"/>
                <a:gd name="connsiteX246" fmla="*/ 2396157 w 2912392"/>
                <a:gd name="connsiteY246" fmla="*/ 141414 h 349449"/>
                <a:gd name="connsiteX247" fmla="*/ 2405886 w 2912392"/>
                <a:gd name="connsiteY247" fmla="*/ 143865 h 349449"/>
                <a:gd name="connsiteX248" fmla="*/ 2415630 w 2912392"/>
                <a:gd name="connsiteY248" fmla="*/ 146385 h 349449"/>
                <a:gd name="connsiteX249" fmla="*/ 2425374 w 2912392"/>
                <a:gd name="connsiteY249" fmla="*/ 148976 h 349449"/>
                <a:gd name="connsiteX250" fmla="*/ 2435118 w 2912392"/>
                <a:gd name="connsiteY250" fmla="*/ 151642 h 349449"/>
                <a:gd name="connsiteX251" fmla="*/ 2444862 w 2912392"/>
                <a:gd name="connsiteY251" fmla="*/ 154380 h 349449"/>
                <a:gd name="connsiteX252" fmla="*/ 2454591 w 2912392"/>
                <a:gd name="connsiteY252" fmla="*/ 157196 h 349449"/>
                <a:gd name="connsiteX253" fmla="*/ 2464335 w 2912392"/>
                <a:gd name="connsiteY253" fmla="*/ 160090 h 349449"/>
                <a:gd name="connsiteX254" fmla="*/ 2474079 w 2912392"/>
                <a:gd name="connsiteY254" fmla="*/ 163062 h 349449"/>
                <a:gd name="connsiteX255" fmla="*/ 2483823 w 2912392"/>
                <a:gd name="connsiteY255" fmla="*/ 166113 h 349449"/>
                <a:gd name="connsiteX256" fmla="*/ 2493552 w 2912392"/>
                <a:gd name="connsiteY256" fmla="*/ 169245 h 349449"/>
                <a:gd name="connsiteX257" fmla="*/ 2503296 w 2912392"/>
                <a:gd name="connsiteY257" fmla="*/ 172457 h 349449"/>
                <a:gd name="connsiteX258" fmla="*/ 2513040 w 2912392"/>
                <a:gd name="connsiteY258" fmla="*/ 175750 h 349449"/>
                <a:gd name="connsiteX259" fmla="*/ 2522784 w 2912392"/>
                <a:gd name="connsiteY259" fmla="*/ 179123 h 349449"/>
                <a:gd name="connsiteX260" fmla="*/ 2532513 w 2912392"/>
                <a:gd name="connsiteY260" fmla="*/ 182575 h 349449"/>
                <a:gd name="connsiteX261" fmla="*/ 2542257 w 2912392"/>
                <a:gd name="connsiteY261" fmla="*/ 186108 h 349449"/>
                <a:gd name="connsiteX262" fmla="*/ 2552001 w 2912392"/>
                <a:gd name="connsiteY262" fmla="*/ 189719 h 349449"/>
                <a:gd name="connsiteX263" fmla="*/ 2561745 w 2912392"/>
                <a:gd name="connsiteY263" fmla="*/ 193407 h 349449"/>
                <a:gd name="connsiteX264" fmla="*/ 2571474 w 2912392"/>
                <a:gd name="connsiteY264" fmla="*/ 197170 h 349449"/>
                <a:gd name="connsiteX265" fmla="*/ 2581218 w 2912392"/>
                <a:gd name="connsiteY265" fmla="*/ 201007 h 349449"/>
                <a:gd name="connsiteX266" fmla="*/ 2590962 w 2912392"/>
                <a:gd name="connsiteY266" fmla="*/ 204916 h 349449"/>
                <a:gd name="connsiteX267" fmla="*/ 2600705 w 2912392"/>
                <a:gd name="connsiteY267" fmla="*/ 208896 h 349449"/>
                <a:gd name="connsiteX268" fmla="*/ 2610449 w 2912392"/>
                <a:gd name="connsiteY268" fmla="*/ 212942 h 349449"/>
                <a:gd name="connsiteX269" fmla="*/ 2620178 w 2912392"/>
                <a:gd name="connsiteY269" fmla="*/ 217053 h 349449"/>
                <a:gd name="connsiteX270" fmla="*/ 2629922 w 2912392"/>
                <a:gd name="connsiteY270" fmla="*/ 221225 h 349449"/>
                <a:gd name="connsiteX271" fmla="*/ 2639666 w 2912392"/>
                <a:gd name="connsiteY271" fmla="*/ 225456 h 349449"/>
                <a:gd name="connsiteX272" fmla="*/ 2649410 w 2912392"/>
                <a:gd name="connsiteY272" fmla="*/ 229741 h 349449"/>
                <a:gd name="connsiteX273" fmla="*/ 2659139 w 2912392"/>
                <a:gd name="connsiteY273" fmla="*/ 234078 h 349449"/>
                <a:gd name="connsiteX274" fmla="*/ 2668883 w 2912392"/>
                <a:gd name="connsiteY274" fmla="*/ 238463 h 349449"/>
                <a:gd name="connsiteX275" fmla="*/ 2678627 w 2912392"/>
                <a:gd name="connsiteY275" fmla="*/ 242891 h 349449"/>
                <a:gd name="connsiteX276" fmla="*/ 2688371 w 2912392"/>
                <a:gd name="connsiteY276" fmla="*/ 247357 h 349449"/>
                <a:gd name="connsiteX277" fmla="*/ 2698100 w 2912392"/>
                <a:gd name="connsiteY277" fmla="*/ 251858 h 349449"/>
                <a:gd name="connsiteX278" fmla="*/ 2707844 w 2912392"/>
                <a:gd name="connsiteY278" fmla="*/ 256391 h 349449"/>
                <a:gd name="connsiteX279" fmla="*/ 2717588 w 2912392"/>
                <a:gd name="connsiteY279" fmla="*/ 260948 h 349449"/>
                <a:gd name="connsiteX280" fmla="*/ 2727332 w 2912392"/>
                <a:gd name="connsiteY280" fmla="*/ 265527 h 349449"/>
                <a:gd name="connsiteX281" fmla="*/ 2737076 w 2912392"/>
                <a:gd name="connsiteY281" fmla="*/ 270120 h 349449"/>
                <a:gd name="connsiteX282" fmla="*/ 2746805 w 2912392"/>
                <a:gd name="connsiteY282" fmla="*/ 274725 h 349449"/>
                <a:gd name="connsiteX283" fmla="*/ 2756549 w 2912392"/>
                <a:gd name="connsiteY283" fmla="*/ 279335 h 349449"/>
                <a:gd name="connsiteX284" fmla="*/ 2766293 w 2912392"/>
                <a:gd name="connsiteY284" fmla="*/ 283945 h 349449"/>
                <a:gd name="connsiteX285" fmla="*/ 2776037 w 2912392"/>
                <a:gd name="connsiteY285" fmla="*/ 288550 h 349449"/>
                <a:gd name="connsiteX286" fmla="*/ 2785766 w 2912392"/>
                <a:gd name="connsiteY286" fmla="*/ 293145 h 349449"/>
                <a:gd name="connsiteX287" fmla="*/ 2795510 w 2912392"/>
                <a:gd name="connsiteY287" fmla="*/ 297723 h 349449"/>
                <a:gd name="connsiteX288" fmla="*/ 2805254 w 2912392"/>
                <a:gd name="connsiteY288" fmla="*/ 302281 h 349449"/>
                <a:gd name="connsiteX289" fmla="*/ 2814998 w 2912392"/>
                <a:gd name="connsiteY289" fmla="*/ 306810 h 349449"/>
                <a:gd name="connsiteX290" fmla="*/ 2824727 w 2912392"/>
                <a:gd name="connsiteY290" fmla="*/ 311308 h 349449"/>
                <a:gd name="connsiteX291" fmla="*/ 2834471 w 2912392"/>
                <a:gd name="connsiteY291" fmla="*/ 315769 h 349449"/>
                <a:gd name="connsiteX292" fmla="*/ 2844215 w 2912392"/>
                <a:gd name="connsiteY292" fmla="*/ 320185 h 349449"/>
                <a:gd name="connsiteX293" fmla="*/ 2853958 w 2912392"/>
                <a:gd name="connsiteY293" fmla="*/ 324553 h 349449"/>
                <a:gd name="connsiteX294" fmla="*/ 2863687 w 2912392"/>
                <a:gd name="connsiteY294" fmla="*/ 328868 h 349449"/>
                <a:gd name="connsiteX295" fmla="*/ 2873431 w 2912392"/>
                <a:gd name="connsiteY295" fmla="*/ 333123 h 349449"/>
                <a:gd name="connsiteX296" fmla="*/ 2883175 w 2912392"/>
                <a:gd name="connsiteY296" fmla="*/ 337314 h 349449"/>
                <a:gd name="connsiteX297" fmla="*/ 2892919 w 2912392"/>
                <a:gd name="connsiteY297" fmla="*/ 341435 h 349449"/>
                <a:gd name="connsiteX298" fmla="*/ 2902663 w 2912392"/>
                <a:gd name="connsiteY298" fmla="*/ 345482 h 349449"/>
                <a:gd name="connsiteX299" fmla="*/ 2912392 w 2912392"/>
                <a:gd name="connsiteY299" fmla="*/ 349450 h 349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49449">
                  <a:moveTo>
                    <a:pt x="0" y="103457"/>
                  </a:moveTo>
                  <a:lnTo>
                    <a:pt x="9739" y="102034"/>
                  </a:lnTo>
                  <a:lnTo>
                    <a:pt x="19480" y="100778"/>
                  </a:lnTo>
                  <a:lnTo>
                    <a:pt x="29221" y="99689"/>
                  </a:lnTo>
                  <a:lnTo>
                    <a:pt x="38961" y="98765"/>
                  </a:lnTo>
                  <a:lnTo>
                    <a:pt x="48702" y="98007"/>
                  </a:lnTo>
                  <a:lnTo>
                    <a:pt x="58443" y="97413"/>
                  </a:lnTo>
                  <a:lnTo>
                    <a:pt x="68182" y="96980"/>
                  </a:lnTo>
                  <a:lnTo>
                    <a:pt x="77923" y="96708"/>
                  </a:lnTo>
                  <a:lnTo>
                    <a:pt x="87664" y="96595"/>
                  </a:lnTo>
                  <a:lnTo>
                    <a:pt x="97404" y="96636"/>
                  </a:lnTo>
                  <a:lnTo>
                    <a:pt x="107145" y="96833"/>
                  </a:lnTo>
                  <a:lnTo>
                    <a:pt x="116886" y="97182"/>
                  </a:lnTo>
                  <a:lnTo>
                    <a:pt x="126625" y="97678"/>
                  </a:lnTo>
                  <a:lnTo>
                    <a:pt x="136366" y="98320"/>
                  </a:lnTo>
                  <a:lnTo>
                    <a:pt x="146107" y="99105"/>
                  </a:lnTo>
                  <a:lnTo>
                    <a:pt x="155846" y="100029"/>
                  </a:lnTo>
                  <a:lnTo>
                    <a:pt x="165587" y="101090"/>
                  </a:lnTo>
                  <a:lnTo>
                    <a:pt x="175328" y="102280"/>
                  </a:lnTo>
                  <a:lnTo>
                    <a:pt x="185068" y="103600"/>
                  </a:lnTo>
                  <a:lnTo>
                    <a:pt x="194809" y="105044"/>
                  </a:lnTo>
                  <a:lnTo>
                    <a:pt x="204550" y="106607"/>
                  </a:lnTo>
                  <a:lnTo>
                    <a:pt x="214289" y="108286"/>
                  </a:lnTo>
                  <a:lnTo>
                    <a:pt x="224030" y="110075"/>
                  </a:lnTo>
                  <a:lnTo>
                    <a:pt x="233771" y="111969"/>
                  </a:lnTo>
                  <a:lnTo>
                    <a:pt x="243510" y="113965"/>
                  </a:lnTo>
                  <a:lnTo>
                    <a:pt x="253251" y="116056"/>
                  </a:lnTo>
                  <a:lnTo>
                    <a:pt x="262992" y="118238"/>
                  </a:lnTo>
                  <a:lnTo>
                    <a:pt x="272732" y="120506"/>
                  </a:lnTo>
                  <a:lnTo>
                    <a:pt x="282473" y="122853"/>
                  </a:lnTo>
                  <a:lnTo>
                    <a:pt x="292214" y="125274"/>
                  </a:lnTo>
                  <a:lnTo>
                    <a:pt x="301953" y="127763"/>
                  </a:lnTo>
                  <a:lnTo>
                    <a:pt x="311694" y="130315"/>
                  </a:lnTo>
                  <a:lnTo>
                    <a:pt x="321435" y="132924"/>
                  </a:lnTo>
                  <a:lnTo>
                    <a:pt x="331175" y="135585"/>
                  </a:lnTo>
                  <a:lnTo>
                    <a:pt x="340916" y="138289"/>
                  </a:lnTo>
                  <a:lnTo>
                    <a:pt x="350656" y="141034"/>
                  </a:lnTo>
                  <a:lnTo>
                    <a:pt x="360396" y="143811"/>
                  </a:lnTo>
                  <a:lnTo>
                    <a:pt x="370137" y="146613"/>
                  </a:lnTo>
                  <a:lnTo>
                    <a:pt x="379878" y="149438"/>
                  </a:lnTo>
                  <a:lnTo>
                    <a:pt x="389617" y="152277"/>
                  </a:lnTo>
                  <a:lnTo>
                    <a:pt x="399358" y="155122"/>
                  </a:lnTo>
                  <a:lnTo>
                    <a:pt x="409099" y="157971"/>
                  </a:lnTo>
                  <a:lnTo>
                    <a:pt x="418839" y="160815"/>
                  </a:lnTo>
                  <a:lnTo>
                    <a:pt x="428580" y="163650"/>
                  </a:lnTo>
                  <a:lnTo>
                    <a:pt x="438321" y="166468"/>
                  </a:lnTo>
                  <a:lnTo>
                    <a:pt x="448060" y="169264"/>
                  </a:lnTo>
                  <a:lnTo>
                    <a:pt x="457801" y="172033"/>
                  </a:lnTo>
                  <a:lnTo>
                    <a:pt x="467542" y="174768"/>
                  </a:lnTo>
                  <a:lnTo>
                    <a:pt x="477281" y="177462"/>
                  </a:lnTo>
                  <a:lnTo>
                    <a:pt x="487022" y="180112"/>
                  </a:lnTo>
                  <a:lnTo>
                    <a:pt x="496763" y="182712"/>
                  </a:lnTo>
                  <a:lnTo>
                    <a:pt x="506503" y="185254"/>
                  </a:lnTo>
                  <a:lnTo>
                    <a:pt x="516244" y="187736"/>
                  </a:lnTo>
                  <a:lnTo>
                    <a:pt x="525985" y="190151"/>
                  </a:lnTo>
                  <a:lnTo>
                    <a:pt x="535724" y="192496"/>
                  </a:lnTo>
                  <a:lnTo>
                    <a:pt x="545465" y="194764"/>
                  </a:lnTo>
                  <a:lnTo>
                    <a:pt x="555206" y="196950"/>
                  </a:lnTo>
                  <a:lnTo>
                    <a:pt x="564946" y="199050"/>
                  </a:lnTo>
                  <a:lnTo>
                    <a:pt x="574687" y="201062"/>
                  </a:lnTo>
                  <a:lnTo>
                    <a:pt x="584428" y="202979"/>
                  </a:lnTo>
                  <a:lnTo>
                    <a:pt x="594167" y="204798"/>
                  </a:lnTo>
                  <a:lnTo>
                    <a:pt x="603908" y="206515"/>
                  </a:lnTo>
                  <a:lnTo>
                    <a:pt x="613649" y="208127"/>
                  </a:lnTo>
                  <a:lnTo>
                    <a:pt x="623388" y="209629"/>
                  </a:lnTo>
                  <a:lnTo>
                    <a:pt x="633129" y="211019"/>
                  </a:lnTo>
                  <a:lnTo>
                    <a:pt x="642870" y="212294"/>
                  </a:lnTo>
                  <a:lnTo>
                    <a:pt x="652610" y="213452"/>
                  </a:lnTo>
                  <a:lnTo>
                    <a:pt x="662351" y="214487"/>
                  </a:lnTo>
                  <a:lnTo>
                    <a:pt x="672092" y="215401"/>
                  </a:lnTo>
                  <a:lnTo>
                    <a:pt x="681831" y="216189"/>
                  </a:lnTo>
                  <a:lnTo>
                    <a:pt x="691572" y="216849"/>
                  </a:lnTo>
                  <a:lnTo>
                    <a:pt x="701313" y="217379"/>
                  </a:lnTo>
                  <a:lnTo>
                    <a:pt x="711052" y="217780"/>
                  </a:lnTo>
                  <a:lnTo>
                    <a:pt x="720793" y="218048"/>
                  </a:lnTo>
                  <a:lnTo>
                    <a:pt x="730534" y="218184"/>
                  </a:lnTo>
                  <a:lnTo>
                    <a:pt x="740274" y="218184"/>
                  </a:lnTo>
                  <a:lnTo>
                    <a:pt x="750015" y="218050"/>
                  </a:lnTo>
                  <a:lnTo>
                    <a:pt x="759756" y="217778"/>
                  </a:lnTo>
                  <a:lnTo>
                    <a:pt x="769495" y="217373"/>
                  </a:lnTo>
                  <a:lnTo>
                    <a:pt x="779236" y="216831"/>
                  </a:lnTo>
                  <a:lnTo>
                    <a:pt x="788977" y="216153"/>
                  </a:lnTo>
                  <a:lnTo>
                    <a:pt x="798717" y="215339"/>
                  </a:lnTo>
                  <a:lnTo>
                    <a:pt x="808458" y="214392"/>
                  </a:lnTo>
                  <a:lnTo>
                    <a:pt x="818199" y="213309"/>
                  </a:lnTo>
                  <a:lnTo>
                    <a:pt x="827938" y="212092"/>
                  </a:lnTo>
                  <a:lnTo>
                    <a:pt x="837679" y="210742"/>
                  </a:lnTo>
                  <a:lnTo>
                    <a:pt x="847420" y="209262"/>
                  </a:lnTo>
                  <a:lnTo>
                    <a:pt x="857159" y="207652"/>
                  </a:lnTo>
                  <a:lnTo>
                    <a:pt x="866900" y="205914"/>
                  </a:lnTo>
                  <a:lnTo>
                    <a:pt x="876641" y="204049"/>
                  </a:lnTo>
                  <a:lnTo>
                    <a:pt x="886381" y="202062"/>
                  </a:lnTo>
                  <a:lnTo>
                    <a:pt x="896122" y="199950"/>
                  </a:lnTo>
                  <a:lnTo>
                    <a:pt x="905863" y="197720"/>
                  </a:lnTo>
                  <a:lnTo>
                    <a:pt x="915602" y="195373"/>
                  </a:lnTo>
                  <a:lnTo>
                    <a:pt x="925343" y="192914"/>
                  </a:lnTo>
                  <a:lnTo>
                    <a:pt x="935084" y="190340"/>
                  </a:lnTo>
                  <a:lnTo>
                    <a:pt x="944824" y="187660"/>
                  </a:lnTo>
                  <a:lnTo>
                    <a:pt x="954564" y="184876"/>
                  </a:lnTo>
                  <a:lnTo>
                    <a:pt x="964305" y="181990"/>
                  </a:lnTo>
                  <a:lnTo>
                    <a:pt x="974045" y="179005"/>
                  </a:lnTo>
                  <a:lnTo>
                    <a:pt x="983786" y="175926"/>
                  </a:lnTo>
                  <a:lnTo>
                    <a:pt x="993522" y="172758"/>
                  </a:lnTo>
                  <a:lnTo>
                    <a:pt x="1003266" y="169504"/>
                  </a:lnTo>
                  <a:lnTo>
                    <a:pt x="1013010" y="166167"/>
                  </a:lnTo>
                  <a:lnTo>
                    <a:pt x="1022754" y="162754"/>
                  </a:lnTo>
                  <a:lnTo>
                    <a:pt x="1032483" y="159266"/>
                  </a:lnTo>
                  <a:lnTo>
                    <a:pt x="1042227" y="155711"/>
                  </a:lnTo>
                  <a:lnTo>
                    <a:pt x="1051971" y="152090"/>
                  </a:lnTo>
                  <a:lnTo>
                    <a:pt x="1061715" y="148412"/>
                  </a:lnTo>
                  <a:lnTo>
                    <a:pt x="1071444" y="144680"/>
                  </a:lnTo>
                  <a:lnTo>
                    <a:pt x="1081188" y="140898"/>
                  </a:lnTo>
                  <a:lnTo>
                    <a:pt x="1090932" y="137072"/>
                  </a:lnTo>
                  <a:lnTo>
                    <a:pt x="1100676" y="133207"/>
                  </a:lnTo>
                  <a:lnTo>
                    <a:pt x="1110405" y="129308"/>
                  </a:lnTo>
                  <a:lnTo>
                    <a:pt x="1120149" y="125382"/>
                  </a:lnTo>
                  <a:lnTo>
                    <a:pt x="1129893" y="121433"/>
                  </a:lnTo>
                  <a:lnTo>
                    <a:pt x="1139637" y="117465"/>
                  </a:lnTo>
                  <a:lnTo>
                    <a:pt x="1149381" y="113487"/>
                  </a:lnTo>
                  <a:lnTo>
                    <a:pt x="1159110" y="109502"/>
                  </a:lnTo>
                  <a:lnTo>
                    <a:pt x="1168854" y="105515"/>
                  </a:lnTo>
                  <a:lnTo>
                    <a:pt x="1178598" y="101534"/>
                  </a:lnTo>
                  <a:lnTo>
                    <a:pt x="1188341" y="97562"/>
                  </a:lnTo>
                  <a:lnTo>
                    <a:pt x="1198070" y="93606"/>
                  </a:lnTo>
                  <a:lnTo>
                    <a:pt x="1207814" y="89671"/>
                  </a:lnTo>
                  <a:lnTo>
                    <a:pt x="1217558" y="85765"/>
                  </a:lnTo>
                  <a:lnTo>
                    <a:pt x="1227302" y="81888"/>
                  </a:lnTo>
                  <a:lnTo>
                    <a:pt x="1237031" y="78050"/>
                  </a:lnTo>
                  <a:lnTo>
                    <a:pt x="1246775" y="74255"/>
                  </a:lnTo>
                  <a:lnTo>
                    <a:pt x="1256519" y="70509"/>
                  </a:lnTo>
                  <a:lnTo>
                    <a:pt x="1266263" y="66816"/>
                  </a:lnTo>
                  <a:lnTo>
                    <a:pt x="1276007" y="63182"/>
                  </a:lnTo>
                  <a:lnTo>
                    <a:pt x="1285736" y="59611"/>
                  </a:lnTo>
                  <a:lnTo>
                    <a:pt x="1295480" y="56108"/>
                  </a:lnTo>
                  <a:lnTo>
                    <a:pt x="1305224" y="52680"/>
                  </a:lnTo>
                  <a:lnTo>
                    <a:pt x="1314968" y="49328"/>
                  </a:lnTo>
                  <a:lnTo>
                    <a:pt x="1324697" y="46059"/>
                  </a:lnTo>
                  <a:lnTo>
                    <a:pt x="1334441" y="42878"/>
                  </a:lnTo>
                  <a:lnTo>
                    <a:pt x="1344185" y="39786"/>
                  </a:lnTo>
                  <a:lnTo>
                    <a:pt x="1353929" y="36790"/>
                  </a:lnTo>
                  <a:lnTo>
                    <a:pt x="1363658" y="33892"/>
                  </a:lnTo>
                  <a:lnTo>
                    <a:pt x="1373402" y="31097"/>
                  </a:lnTo>
                  <a:lnTo>
                    <a:pt x="1383146" y="28408"/>
                  </a:lnTo>
                  <a:lnTo>
                    <a:pt x="1392890" y="25827"/>
                  </a:lnTo>
                  <a:lnTo>
                    <a:pt x="1402619" y="23359"/>
                  </a:lnTo>
                  <a:lnTo>
                    <a:pt x="1412363" y="21005"/>
                  </a:lnTo>
                  <a:lnTo>
                    <a:pt x="1422106" y="18768"/>
                  </a:lnTo>
                  <a:lnTo>
                    <a:pt x="1431850" y="16651"/>
                  </a:lnTo>
                  <a:lnTo>
                    <a:pt x="1441594" y="14656"/>
                  </a:lnTo>
                  <a:lnTo>
                    <a:pt x="1451323" y="12785"/>
                  </a:lnTo>
                  <a:lnTo>
                    <a:pt x="1461067" y="11039"/>
                  </a:lnTo>
                  <a:lnTo>
                    <a:pt x="1470811" y="9418"/>
                  </a:lnTo>
                  <a:lnTo>
                    <a:pt x="1480555" y="7926"/>
                  </a:lnTo>
                  <a:lnTo>
                    <a:pt x="1490284" y="6563"/>
                  </a:lnTo>
                  <a:lnTo>
                    <a:pt x="1500028" y="5328"/>
                  </a:lnTo>
                  <a:lnTo>
                    <a:pt x="1509772" y="4222"/>
                  </a:lnTo>
                  <a:lnTo>
                    <a:pt x="1519516" y="3247"/>
                  </a:lnTo>
                  <a:lnTo>
                    <a:pt x="1529245" y="2400"/>
                  </a:lnTo>
                  <a:lnTo>
                    <a:pt x="1538989" y="1684"/>
                  </a:lnTo>
                  <a:lnTo>
                    <a:pt x="1548733" y="1095"/>
                  </a:lnTo>
                  <a:lnTo>
                    <a:pt x="1558477" y="633"/>
                  </a:lnTo>
                  <a:lnTo>
                    <a:pt x="1568221" y="298"/>
                  </a:lnTo>
                  <a:lnTo>
                    <a:pt x="1577950" y="88"/>
                  </a:lnTo>
                  <a:lnTo>
                    <a:pt x="1587694" y="0"/>
                  </a:lnTo>
                  <a:lnTo>
                    <a:pt x="1597438" y="34"/>
                  </a:lnTo>
                  <a:lnTo>
                    <a:pt x="1607182" y="188"/>
                  </a:lnTo>
                  <a:lnTo>
                    <a:pt x="1616911" y="457"/>
                  </a:lnTo>
                  <a:lnTo>
                    <a:pt x="1626655" y="843"/>
                  </a:lnTo>
                  <a:lnTo>
                    <a:pt x="1636399" y="1341"/>
                  </a:lnTo>
                  <a:lnTo>
                    <a:pt x="1646142" y="1946"/>
                  </a:lnTo>
                  <a:lnTo>
                    <a:pt x="1655872" y="2658"/>
                  </a:lnTo>
                  <a:lnTo>
                    <a:pt x="1665616" y="3473"/>
                  </a:lnTo>
                  <a:lnTo>
                    <a:pt x="1675359" y="4386"/>
                  </a:lnTo>
                  <a:lnTo>
                    <a:pt x="1685103" y="5396"/>
                  </a:lnTo>
                  <a:lnTo>
                    <a:pt x="1694832" y="6499"/>
                  </a:lnTo>
                  <a:lnTo>
                    <a:pt x="1704576" y="7689"/>
                  </a:lnTo>
                  <a:lnTo>
                    <a:pt x="1714320" y="8965"/>
                  </a:lnTo>
                  <a:lnTo>
                    <a:pt x="1724064" y="10322"/>
                  </a:lnTo>
                  <a:lnTo>
                    <a:pt x="1733808" y="11754"/>
                  </a:lnTo>
                  <a:lnTo>
                    <a:pt x="1743537" y="13259"/>
                  </a:lnTo>
                  <a:lnTo>
                    <a:pt x="1753281" y="14832"/>
                  </a:lnTo>
                  <a:lnTo>
                    <a:pt x="1763025" y="16469"/>
                  </a:lnTo>
                  <a:lnTo>
                    <a:pt x="1772769" y="18166"/>
                  </a:lnTo>
                  <a:lnTo>
                    <a:pt x="1782498" y="19918"/>
                  </a:lnTo>
                  <a:lnTo>
                    <a:pt x="1792242" y="21721"/>
                  </a:lnTo>
                  <a:lnTo>
                    <a:pt x="1801986" y="23572"/>
                  </a:lnTo>
                  <a:lnTo>
                    <a:pt x="1811730" y="25464"/>
                  </a:lnTo>
                  <a:lnTo>
                    <a:pt x="1821459" y="27396"/>
                  </a:lnTo>
                  <a:lnTo>
                    <a:pt x="1831203" y="29361"/>
                  </a:lnTo>
                  <a:lnTo>
                    <a:pt x="1840947" y="31356"/>
                  </a:lnTo>
                  <a:lnTo>
                    <a:pt x="1850691" y="33378"/>
                  </a:lnTo>
                  <a:lnTo>
                    <a:pt x="1860435" y="35421"/>
                  </a:lnTo>
                  <a:lnTo>
                    <a:pt x="1870164" y="37483"/>
                  </a:lnTo>
                  <a:lnTo>
                    <a:pt x="1879908" y="39560"/>
                  </a:lnTo>
                  <a:lnTo>
                    <a:pt x="1889652" y="41647"/>
                  </a:lnTo>
                  <a:lnTo>
                    <a:pt x="1899395" y="43742"/>
                  </a:lnTo>
                  <a:lnTo>
                    <a:pt x="1909124" y="45841"/>
                  </a:lnTo>
                  <a:lnTo>
                    <a:pt x="1918868" y="47940"/>
                  </a:lnTo>
                  <a:lnTo>
                    <a:pt x="1928612" y="50040"/>
                  </a:lnTo>
                  <a:lnTo>
                    <a:pt x="1938356" y="52133"/>
                  </a:lnTo>
                  <a:lnTo>
                    <a:pt x="1948085" y="54219"/>
                  </a:lnTo>
                  <a:lnTo>
                    <a:pt x="1957829" y="56296"/>
                  </a:lnTo>
                  <a:lnTo>
                    <a:pt x="1967573" y="58359"/>
                  </a:lnTo>
                  <a:lnTo>
                    <a:pt x="1977317" y="60411"/>
                  </a:lnTo>
                  <a:lnTo>
                    <a:pt x="1987046" y="62445"/>
                  </a:lnTo>
                  <a:lnTo>
                    <a:pt x="1996790" y="64462"/>
                  </a:lnTo>
                  <a:lnTo>
                    <a:pt x="2006534" y="66461"/>
                  </a:lnTo>
                  <a:lnTo>
                    <a:pt x="2016278" y="68440"/>
                  </a:lnTo>
                  <a:lnTo>
                    <a:pt x="2026022" y="70398"/>
                  </a:lnTo>
                  <a:lnTo>
                    <a:pt x="2035751" y="72336"/>
                  </a:lnTo>
                  <a:lnTo>
                    <a:pt x="2045495" y="74251"/>
                  </a:lnTo>
                  <a:lnTo>
                    <a:pt x="2055239" y="76144"/>
                  </a:lnTo>
                  <a:lnTo>
                    <a:pt x="2064983" y="78016"/>
                  </a:lnTo>
                  <a:lnTo>
                    <a:pt x="2074712" y="79865"/>
                  </a:lnTo>
                  <a:lnTo>
                    <a:pt x="2084456" y="81694"/>
                  </a:lnTo>
                  <a:lnTo>
                    <a:pt x="2094200" y="83503"/>
                  </a:lnTo>
                  <a:lnTo>
                    <a:pt x="2103944" y="85291"/>
                  </a:lnTo>
                  <a:lnTo>
                    <a:pt x="2113673" y="87062"/>
                  </a:lnTo>
                  <a:lnTo>
                    <a:pt x="2123417" y="88816"/>
                  </a:lnTo>
                  <a:lnTo>
                    <a:pt x="2133161" y="90555"/>
                  </a:lnTo>
                  <a:lnTo>
                    <a:pt x="2142905" y="92280"/>
                  </a:lnTo>
                  <a:lnTo>
                    <a:pt x="2152649" y="93993"/>
                  </a:lnTo>
                  <a:lnTo>
                    <a:pt x="2162377" y="95698"/>
                  </a:lnTo>
                  <a:lnTo>
                    <a:pt x="2172121" y="97396"/>
                  </a:lnTo>
                  <a:lnTo>
                    <a:pt x="2181865" y="99089"/>
                  </a:lnTo>
                  <a:lnTo>
                    <a:pt x="2191609" y="100780"/>
                  </a:lnTo>
                  <a:lnTo>
                    <a:pt x="2201338" y="102471"/>
                  </a:lnTo>
                  <a:lnTo>
                    <a:pt x="2211082" y="104166"/>
                  </a:lnTo>
                  <a:lnTo>
                    <a:pt x="2220826" y="105869"/>
                  </a:lnTo>
                  <a:lnTo>
                    <a:pt x="2230570" y="107581"/>
                  </a:lnTo>
                  <a:lnTo>
                    <a:pt x="2240299" y="109306"/>
                  </a:lnTo>
                  <a:lnTo>
                    <a:pt x="2250043" y="111048"/>
                  </a:lnTo>
                  <a:lnTo>
                    <a:pt x="2259787" y="112809"/>
                  </a:lnTo>
                  <a:lnTo>
                    <a:pt x="2269531" y="114594"/>
                  </a:lnTo>
                  <a:lnTo>
                    <a:pt x="2279260" y="116404"/>
                  </a:lnTo>
                  <a:lnTo>
                    <a:pt x="2289004" y="118244"/>
                  </a:lnTo>
                  <a:lnTo>
                    <a:pt x="2298748" y="120119"/>
                  </a:lnTo>
                  <a:lnTo>
                    <a:pt x="2308492" y="122030"/>
                  </a:lnTo>
                  <a:lnTo>
                    <a:pt x="2318236" y="123980"/>
                  </a:lnTo>
                  <a:lnTo>
                    <a:pt x="2327965" y="125974"/>
                  </a:lnTo>
                  <a:lnTo>
                    <a:pt x="2337709" y="128015"/>
                  </a:lnTo>
                  <a:lnTo>
                    <a:pt x="2347453" y="130107"/>
                  </a:lnTo>
                  <a:lnTo>
                    <a:pt x="2357197" y="132249"/>
                  </a:lnTo>
                  <a:lnTo>
                    <a:pt x="2366926" y="134450"/>
                  </a:lnTo>
                  <a:lnTo>
                    <a:pt x="2376670" y="136709"/>
                  </a:lnTo>
                  <a:lnTo>
                    <a:pt x="2386413" y="139028"/>
                  </a:lnTo>
                  <a:lnTo>
                    <a:pt x="2396157" y="141414"/>
                  </a:lnTo>
                  <a:lnTo>
                    <a:pt x="2405886" y="143865"/>
                  </a:lnTo>
                  <a:lnTo>
                    <a:pt x="2415630" y="146385"/>
                  </a:lnTo>
                  <a:lnTo>
                    <a:pt x="2425374" y="148976"/>
                  </a:lnTo>
                  <a:lnTo>
                    <a:pt x="2435118" y="151642"/>
                  </a:lnTo>
                  <a:lnTo>
                    <a:pt x="2444862" y="154380"/>
                  </a:lnTo>
                  <a:lnTo>
                    <a:pt x="2454591" y="157196"/>
                  </a:lnTo>
                  <a:lnTo>
                    <a:pt x="2464335" y="160090"/>
                  </a:lnTo>
                  <a:lnTo>
                    <a:pt x="2474079" y="163062"/>
                  </a:lnTo>
                  <a:lnTo>
                    <a:pt x="2483823" y="166113"/>
                  </a:lnTo>
                  <a:lnTo>
                    <a:pt x="2493552" y="169245"/>
                  </a:lnTo>
                  <a:lnTo>
                    <a:pt x="2503296" y="172457"/>
                  </a:lnTo>
                  <a:lnTo>
                    <a:pt x="2513040" y="175750"/>
                  </a:lnTo>
                  <a:lnTo>
                    <a:pt x="2522784" y="179123"/>
                  </a:lnTo>
                  <a:lnTo>
                    <a:pt x="2532513" y="182575"/>
                  </a:lnTo>
                  <a:lnTo>
                    <a:pt x="2542257" y="186108"/>
                  </a:lnTo>
                  <a:lnTo>
                    <a:pt x="2552001" y="189719"/>
                  </a:lnTo>
                  <a:lnTo>
                    <a:pt x="2561745" y="193407"/>
                  </a:lnTo>
                  <a:lnTo>
                    <a:pt x="2571474" y="197170"/>
                  </a:lnTo>
                  <a:lnTo>
                    <a:pt x="2581218" y="201007"/>
                  </a:lnTo>
                  <a:lnTo>
                    <a:pt x="2590962" y="204916"/>
                  </a:lnTo>
                  <a:lnTo>
                    <a:pt x="2600705" y="208896"/>
                  </a:lnTo>
                  <a:lnTo>
                    <a:pt x="2610449" y="212942"/>
                  </a:lnTo>
                  <a:lnTo>
                    <a:pt x="2620178" y="217053"/>
                  </a:lnTo>
                  <a:lnTo>
                    <a:pt x="2629922" y="221225"/>
                  </a:lnTo>
                  <a:lnTo>
                    <a:pt x="2639666" y="225456"/>
                  </a:lnTo>
                  <a:lnTo>
                    <a:pt x="2649410" y="229741"/>
                  </a:lnTo>
                  <a:lnTo>
                    <a:pt x="2659139" y="234078"/>
                  </a:lnTo>
                  <a:lnTo>
                    <a:pt x="2668883" y="238463"/>
                  </a:lnTo>
                  <a:lnTo>
                    <a:pt x="2678627" y="242891"/>
                  </a:lnTo>
                  <a:lnTo>
                    <a:pt x="2688371" y="247357"/>
                  </a:lnTo>
                  <a:lnTo>
                    <a:pt x="2698100" y="251858"/>
                  </a:lnTo>
                  <a:lnTo>
                    <a:pt x="2707844" y="256391"/>
                  </a:lnTo>
                  <a:lnTo>
                    <a:pt x="2717588" y="260948"/>
                  </a:lnTo>
                  <a:lnTo>
                    <a:pt x="2727332" y="265527"/>
                  </a:lnTo>
                  <a:lnTo>
                    <a:pt x="2737076" y="270120"/>
                  </a:lnTo>
                  <a:lnTo>
                    <a:pt x="2746805" y="274725"/>
                  </a:lnTo>
                  <a:lnTo>
                    <a:pt x="2756549" y="279335"/>
                  </a:lnTo>
                  <a:lnTo>
                    <a:pt x="2766293" y="283945"/>
                  </a:lnTo>
                  <a:lnTo>
                    <a:pt x="2776037" y="288550"/>
                  </a:lnTo>
                  <a:lnTo>
                    <a:pt x="2785766" y="293145"/>
                  </a:lnTo>
                  <a:lnTo>
                    <a:pt x="2795510" y="297723"/>
                  </a:lnTo>
                  <a:lnTo>
                    <a:pt x="2805254" y="302281"/>
                  </a:lnTo>
                  <a:lnTo>
                    <a:pt x="2814998" y="306810"/>
                  </a:lnTo>
                  <a:lnTo>
                    <a:pt x="2824727" y="311308"/>
                  </a:lnTo>
                  <a:lnTo>
                    <a:pt x="2834471" y="315769"/>
                  </a:lnTo>
                  <a:lnTo>
                    <a:pt x="2844215" y="320185"/>
                  </a:lnTo>
                  <a:lnTo>
                    <a:pt x="2853958" y="324553"/>
                  </a:lnTo>
                  <a:lnTo>
                    <a:pt x="2863687" y="328868"/>
                  </a:lnTo>
                  <a:lnTo>
                    <a:pt x="2873431" y="333123"/>
                  </a:lnTo>
                  <a:lnTo>
                    <a:pt x="2883175" y="337314"/>
                  </a:lnTo>
                  <a:lnTo>
                    <a:pt x="2892919" y="341435"/>
                  </a:lnTo>
                  <a:lnTo>
                    <a:pt x="2902663" y="345482"/>
                  </a:lnTo>
                  <a:lnTo>
                    <a:pt x="2912392" y="34945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7" name="Freeform 676">
              <a:extLst>
                <a:ext uri="{FF2B5EF4-FFF2-40B4-BE49-F238E27FC236}">
                  <a16:creationId xmlns:a16="http://schemas.microsoft.com/office/drawing/2014/main" id="{3EBC7583-82CD-956D-F561-9174A5C27679}"/>
                </a:ext>
              </a:extLst>
            </p:cNvPr>
            <p:cNvSpPr/>
            <p:nvPr/>
          </p:nvSpPr>
          <p:spPr>
            <a:xfrm>
              <a:off x="576446" y="3400495"/>
              <a:ext cx="2912392" cy="456698"/>
            </a:xfrm>
            <a:custGeom>
              <a:avLst/>
              <a:gdLst>
                <a:gd name="connsiteX0" fmla="*/ 0 w 2912392"/>
                <a:gd name="connsiteY0" fmla="*/ 0 h 456698"/>
                <a:gd name="connsiteX1" fmla="*/ 9739 w 2912392"/>
                <a:gd name="connsiteY1" fmla="*/ 2563 h 456698"/>
                <a:gd name="connsiteX2" fmla="*/ 19480 w 2912392"/>
                <a:gd name="connsiteY2" fmla="*/ 5280 h 456698"/>
                <a:gd name="connsiteX3" fmla="*/ 29221 w 2912392"/>
                <a:gd name="connsiteY3" fmla="*/ 8148 h 456698"/>
                <a:gd name="connsiteX4" fmla="*/ 38961 w 2912392"/>
                <a:gd name="connsiteY4" fmla="*/ 11162 h 456698"/>
                <a:gd name="connsiteX5" fmla="*/ 48702 w 2912392"/>
                <a:gd name="connsiteY5" fmla="*/ 14319 h 456698"/>
                <a:gd name="connsiteX6" fmla="*/ 58443 w 2912392"/>
                <a:gd name="connsiteY6" fmla="*/ 17612 h 456698"/>
                <a:gd name="connsiteX7" fmla="*/ 68182 w 2912392"/>
                <a:gd name="connsiteY7" fmla="*/ 21039 h 456698"/>
                <a:gd name="connsiteX8" fmla="*/ 77923 w 2912392"/>
                <a:gd name="connsiteY8" fmla="*/ 24591 h 456698"/>
                <a:gd name="connsiteX9" fmla="*/ 87664 w 2912392"/>
                <a:gd name="connsiteY9" fmla="*/ 28266 h 456698"/>
                <a:gd name="connsiteX10" fmla="*/ 97404 w 2912392"/>
                <a:gd name="connsiteY10" fmla="*/ 32058 h 456698"/>
                <a:gd name="connsiteX11" fmla="*/ 107145 w 2912392"/>
                <a:gd name="connsiteY11" fmla="*/ 35962 h 456698"/>
                <a:gd name="connsiteX12" fmla="*/ 116886 w 2912392"/>
                <a:gd name="connsiteY12" fmla="*/ 39970 h 456698"/>
                <a:gd name="connsiteX13" fmla="*/ 126625 w 2912392"/>
                <a:gd name="connsiteY13" fmla="*/ 44079 h 456698"/>
                <a:gd name="connsiteX14" fmla="*/ 136366 w 2912392"/>
                <a:gd name="connsiteY14" fmla="*/ 48280 h 456698"/>
                <a:gd name="connsiteX15" fmla="*/ 146107 w 2912392"/>
                <a:gd name="connsiteY15" fmla="*/ 52568 h 456698"/>
                <a:gd name="connsiteX16" fmla="*/ 155846 w 2912392"/>
                <a:gd name="connsiteY16" fmla="*/ 56938 h 456698"/>
                <a:gd name="connsiteX17" fmla="*/ 165587 w 2912392"/>
                <a:gd name="connsiteY17" fmla="*/ 61381 h 456698"/>
                <a:gd name="connsiteX18" fmla="*/ 175328 w 2912392"/>
                <a:gd name="connsiteY18" fmla="*/ 65892 h 456698"/>
                <a:gd name="connsiteX19" fmla="*/ 185068 w 2912392"/>
                <a:gd name="connsiteY19" fmla="*/ 70463 h 456698"/>
                <a:gd name="connsiteX20" fmla="*/ 194809 w 2912392"/>
                <a:gd name="connsiteY20" fmla="*/ 75088 h 456698"/>
                <a:gd name="connsiteX21" fmla="*/ 204550 w 2912392"/>
                <a:gd name="connsiteY21" fmla="*/ 79759 h 456698"/>
                <a:gd name="connsiteX22" fmla="*/ 214289 w 2912392"/>
                <a:gd name="connsiteY22" fmla="*/ 84467 h 456698"/>
                <a:gd name="connsiteX23" fmla="*/ 224030 w 2912392"/>
                <a:gd name="connsiteY23" fmla="*/ 89208 h 456698"/>
                <a:gd name="connsiteX24" fmla="*/ 233771 w 2912392"/>
                <a:gd name="connsiteY24" fmla="*/ 93969 h 456698"/>
                <a:gd name="connsiteX25" fmla="*/ 243510 w 2912392"/>
                <a:gd name="connsiteY25" fmla="*/ 98747 h 456698"/>
                <a:gd name="connsiteX26" fmla="*/ 253251 w 2912392"/>
                <a:gd name="connsiteY26" fmla="*/ 103532 h 456698"/>
                <a:gd name="connsiteX27" fmla="*/ 262992 w 2912392"/>
                <a:gd name="connsiteY27" fmla="*/ 108314 h 456698"/>
                <a:gd name="connsiteX28" fmla="*/ 272732 w 2912392"/>
                <a:gd name="connsiteY28" fmla="*/ 113088 h 456698"/>
                <a:gd name="connsiteX29" fmla="*/ 282473 w 2912392"/>
                <a:gd name="connsiteY29" fmla="*/ 117842 h 456698"/>
                <a:gd name="connsiteX30" fmla="*/ 292214 w 2912392"/>
                <a:gd name="connsiteY30" fmla="*/ 122569 h 456698"/>
                <a:gd name="connsiteX31" fmla="*/ 301953 w 2912392"/>
                <a:gd name="connsiteY31" fmla="*/ 127261 h 456698"/>
                <a:gd name="connsiteX32" fmla="*/ 311694 w 2912392"/>
                <a:gd name="connsiteY32" fmla="*/ 131908 h 456698"/>
                <a:gd name="connsiteX33" fmla="*/ 321435 w 2912392"/>
                <a:gd name="connsiteY33" fmla="*/ 136502 h 456698"/>
                <a:gd name="connsiteX34" fmla="*/ 331175 w 2912392"/>
                <a:gd name="connsiteY34" fmla="*/ 141032 h 456698"/>
                <a:gd name="connsiteX35" fmla="*/ 340916 w 2912392"/>
                <a:gd name="connsiteY35" fmla="*/ 145490 h 456698"/>
                <a:gd name="connsiteX36" fmla="*/ 350656 w 2912392"/>
                <a:gd name="connsiteY36" fmla="*/ 149867 h 456698"/>
                <a:gd name="connsiteX37" fmla="*/ 360396 w 2912392"/>
                <a:gd name="connsiteY37" fmla="*/ 154155 h 456698"/>
                <a:gd name="connsiteX38" fmla="*/ 370137 w 2912392"/>
                <a:gd name="connsiteY38" fmla="*/ 158343 h 456698"/>
                <a:gd name="connsiteX39" fmla="*/ 379878 w 2912392"/>
                <a:gd name="connsiteY39" fmla="*/ 162423 h 456698"/>
                <a:gd name="connsiteX40" fmla="*/ 389617 w 2912392"/>
                <a:gd name="connsiteY40" fmla="*/ 166384 h 456698"/>
                <a:gd name="connsiteX41" fmla="*/ 399358 w 2912392"/>
                <a:gd name="connsiteY41" fmla="*/ 170221 h 456698"/>
                <a:gd name="connsiteX42" fmla="*/ 409099 w 2912392"/>
                <a:gd name="connsiteY42" fmla="*/ 173920 h 456698"/>
                <a:gd name="connsiteX43" fmla="*/ 418839 w 2912392"/>
                <a:gd name="connsiteY43" fmla="*/ 177477 h 456698"/>
                <a:gd name="connsiteX44" fmla="*/ 428580 w 2912392"/>
                <a:gd name="connsiteY44" fmla="*/ 180881 h 456698"/>
                <a:gd name="connsiteX45" fmla="*/ 438321 w 2912392"/>
                <a:gd name="connsiteY45" fmla="*/ 184123 h 456698"/>
                <a:gd name="connsiteX46" fmla="*/ 448060 w 2912392"/>
                <a:gd name="connsiteY46" fmla="*/ 187197 h 456698"/>
                <a:gd name="connsiteX47" fmla="*/ 457801 w 2912392"/>
                <a:gd name="connsiteY47" fmla="*/ 190093 h 456698"/>
                <a:gd name="connsiteX48" fmla="*/ 467542 w 2912392"/>
                <a:gd name="connsiteY48" fmla="*/ 192805 h 456698"/>
                <a:gd name="connsiteX49" fmla="*/ 477281 w 2912392"/>
                <a:gd name="connsiteY49" fmla="*/ 195324 h 456698"/>
                <a:gd name="connsiteX50" fmla="*/ 487022 w 2912392"/>
                <a:gd name="connsiteY50" fmla="*/ 197644 h 456698"/>
                <a:gd name="connsiteX51" fmla="*/ 496763 w 2912392"/>
                <a:gd name="connsiteY51" fmla="*/ 199758 h 456698"/>
                <a:gd name="connsiteX52" fmla="*/ 506503 w 2912392"/>
                <a:gd name="connsiteY52" fmla="*/ 201659 h 456698"/>
                <a:gd name="connsiteX53" fmla="*/ 516244 w 2912392"/>
                <a:gd name="connsiteY53" fmla="*/ 203343 h 456698"/>
                <a:gd name="connsiteX54" fmla="*/ 525985 w 2912392"/>
                <a:gd name="connsiteY54" fmla="*/ 204801 h 456698"/>
                <a:gd name="connsiteX55" fmla="*/ 535724 w 2912392"/>
                <a:gd name="connsiteY55" fmla="*/ 206034 h 456698"/>
                <a:gd name="connsiteX56" fmla="*/ 545465 w 2912392"/>
                <a:gd name="connsiteY56" fmla="*/ 207032 h 456698"/>
                <a:gd name="connsiteX57" fmla="*/ 555206 w 2912392"/>
                <a:gd name="connsiteY57" fmla="*/ 207792 h 456698"/>
                <a:gd name="connsiteX58" fmla="*/ 564946 w 2912392"/>
                <a:gd name="connsiteY58" fmla="*/ 208313 h 456698"/>
                <a:gd name="connsiteX59" fmla="*/ 574687 w 2912392"/>
                <a:gd name="connsiteY59" fmla="*/ 208590 h 456698"/>
                <a:gd name="connsiteX60" fmla="*/ 584428 w 2912392"/>
                <a:gd name="connsiteY60" fmla="*/ 208622 h 456698"/>
                <a:gd name="connsiteX61" fmla="*/ 594167 w 2912392"/>
                <a:gd name="connsiteY61" fmla="*/ 208407 h 456698"/>
                <a:gd name="connsiteX62" fmla="*/ 603908 w 2912392"/>
                <a:gd name="connsiteY62" fmla="*/ 207944 h 456698"/>
                <a:gd name="connsiteX63" fmla="*/ 613649 w 2912392"/>
                <a:gd name="connsiteY63" fmla="*/ 207231 h 456698"/>
                <a:gd name="connsiteX64" fmla="*/ 623388 w 2912392"/>
                <a:gd name="connsiteY64" fmla="*/ 206272 h 456698"/>
                <a:gd name="connsiteX65" fmla="*/ 633129 w 2912392"/>
                <a:gd name="connsiteY65" fmla="*/ 205065 h 456698"/>
                <a:gd name="connsiteX66" fmla="*/ 642870 w 2912392"/>
                <a:gd name="connsiteY66" fmla="*/ 203613 h 456698"/>
                <a:gd name="connsiteX67" fmla="*/ 652610 w 2912392"/>
                <a:gd name="connsiteY67" fmla="*/ 201915 h 456698"/>
                <a:gd name="connsiteX68" fmla="*/ 662351 w 2912392"/>
                <a:gd name="connsiteY68" fmla="*/ 199980 h 456698"/>
                <a:gd name="connsiteX69" fmla="*/ 672092 w 2912392"/>
                <a:gd name="connsiteY69" fmla="*/ 197808 h 456698"/>
                <a:gd name="connsiteX70" fmla="*/ 681831 w 2912392"/>
                <a:gd name="connsiteY70" fmla="*/ 195403 h 456698"/>
                <a:gd name="connsiteX71" fmla="*/ 691572 w 2912392"/>
                <a:gd name="connsiteY71" fmla="*/ 192770 h 456698"/>
                <a:gd name="connsiteX72" fmla="*/ 701313 w 2912392"/>
                <a:gd name="connsiteY72" fmla="*/ 189917 h 456698"/>
                <a:gd name="connsiteX73" fmla="*/ 711052 w 2912392"/>
                <a:gd name="connsiteY73" fmla="*/ 186850 h 456698"/>
                <a:gd name="connsiteX74" fmla="*/ 720793 w 2912392"/>
                <a:gd name="connsiteY74" fmla="*/ 183573 h 456698"/>
                <a:gd name="connsiteX75" fmla="*/ 730534 w 2912392"/>
                <a:gd name="connsiteY75" fmla="*/ 180096 h 456698"/>
                <a:gd name="connsiteX76" fmla="*/ 740274 w 2912392"/>
                <a:gd name="connsiteY76" fmla="*/ 176428 h 456698"/>
                <a:gd name="connsiteX77" fmla="*/ 750015 w 2912392"/>
                <a:gd name="connsiteY77" fmla="*/ 172576 h 456698"/>
                <a:gd name="connsiteX78" fmla="*/ 759756 w 2912392"/>
                <a:gd name="connsiteY78" fmla="*/ 168551 h 456698"/>
                <a:gd name="connsiteX79" fmla="*/ 769495 w 2912392"/>
                <a:gd name="connsiteY79" fmla="*/ 164363 h 456698"/>
                <a:gd name="connsiteX80" fmla="*/ 779236 w 2912392"/>
                <a:gd name="connsiteY80" fmla="*/ 160020 h 456698"/>
                <a:gd name="connsiteX81" fmla="*/ 788977 w 2912392"/>
                <a:gd name="connsiteY81" fmla="*/ 155535 h 456698"/>
                <a:gd name="connsiteX82" fmla="*/ 798717 w 2912392"/>
                <a:gd name="connsiteY82" fmla="*/ 150921 h 456698"/>
                <a:gd name="connsiteX83" fmla="*/ 808458 w 2912392"/>
                <a:gd name="connsiteY83" fmla="*/ 146186 h 456698"/>
                <a:gd name="connsiteX84" fmla="*/ 818199 w 2912392"/>
                <a:gd name="connsiteY84" fmla="*/ 141345 h 456698"/>
                <a:gd name="connsiteX85" fmla="*/ 827938 w 2912392"/>
                <a:gd name="connsiteY85" fmla="*/ 136411 h 456698"/>
                <a:gd name="connsiteX86" fmla="*/ 837679 w 2912392"/>
                <a:gd name="connsiteY86" fmla="*/ 131394 h 456698"/>
                <a:gd name="connsiteX87" fmla="*/ 847420 w 2912392"/>
                <a:gd name="connsiteY87" fmla="*/ 126311 h 456698"/>
                <a:gd name="connsiteX88" fmla="*/ 857159 w 2912392"/>
                <a:gd name="connsiteY88" fmla="*/ 121172 h 456698"/>
                <a:gd name="connsiteX89" fmla="*/ 866900 w 2912392"/>
                <a:gd name="connsiteY89" fmla="*/ 115992 h 456698"/>
                <a:gd name="connsiteX90" fmla="*/ 876641 w 2912392"/>
                <a:gd name="connsiteY90" fmla="*/ 110784 h 456698"/>
                <a:gd name="connsiteX91" fmla="*/ 886381 w 2912392"/>
                <a:gd name="connsiteY91" fmla="*/ 105562 h 456698"/>
                <a:gd name="connsiteX92" fmla="*/ 896122 w 2912392"/>
                <a:gd name="connsiteY92" fmla="*/ 100342 h 456698"/>
                <a:gd name="connsiteX93" fmla="*/ 905863 w 2912392"/>
                <a:gd name="connsiteY93" fmla="*/ 95135 h 456698"/>
                <a:gd name="connsiteX94" fmla="*/ 915602 w 2912392"/>
                <a:gd name="connsiteY94" fmla="*/ 89954 h 456698"/>
                <a:gd name="connsiteX95" fmla="*/ 925343 w 2912392"/>
                <a:gd name="connsiteY95" fmla="*/ 84815 h 456698"/>
                <a:gd name="connsiteX96" fmla="*/ 935084 w 2912392"/>
                <a:gd name="connsiteY96" fmla="*/ 79732 h 456698"/>
                <a:gd name="connsiteX97" fmla="*/ 944824 w 2912392"/>
                <a:gd name="connsiteY97" fmla="*/ 74715 h 456698"/>
                <a:gd name="connsiteX98" fmla="*/ 954564 w 2912392"/>
                <a:gd name="connsiteY98" fmla="*/ 69781 h 456698"/>
                <a:gd name="connsiteX99" fmla="*/ 964305 w 2912392"/>
                <a:gd name="connsiteY99" fmla="*/ 64940 h 456698"/>
                <a:gd name="connsiteX100" fmla="*/ 974045 w 2912392"/>
                <a:gd name="connsiteY100" fmla="*/ 60205 h 456698"/>
                <a:gd name="connsiteX101" fmla="*/ 983786 w 2912392"/>
                <a:gd name="connsiteY101" fmla="*/ 55590 h 456698"/>
                <a:gd name="connsiteX102" fmla="*/ 993522 w 2912392"/>
                <a:gd name="connsiteY102" fmla="*/ 51105 h 456698"/>
                <a:gd name="connsiteX103" fmla="*/ 1003266 w 2912392"/>
                <a:gd name="connsiteY103" fmla="*/ 46762 h 456698"/>
                <a:gd name="connsiteX104" fmla="*/ 1013010 w 2912392"/>
                <a:gd name="connsiteY104" fmla="*/ 42571 h 456698"/>
                <a:gd name="connsiteX105" fmla="*/ 1022754 w 2912392"/>
                <a:gd name="connsiteY105" fmla="*/ 38544 h 456698"/>
                <a:gd name="connsiteX106" fmla="*/ 1032483 w 2912392"/>
                <a:gd name="connsiteY106" fmla="*/ 34689 h 456698"/>
                <a:gd name="connsiteX107" fmla="*/ 1042227 w 2912392"/>
                <a:gd name="connsiteY107" fmla="*/ 31018 h 456698"/>
                <a:gd name="connsiteX108" fmla="*/ 1051971 w 2912392"/>
                <a:gd name="connsiteY108" fmla="*/ 27536 h 456698"/>
                <a:gd name="connsiteX109" fmla="*/ 1061715 w 2912392"/>
                <a:gd name="connsiteY109" fmla="*/ 24256 h 456698"/>
                <a:gd name="connsiteX110" fmla="*/ 1071444 w 2912392"/>
                <a:gd name="connsiteY110" fmla="*/ 21180 h 456698"/>
                <a:gd name="connsiteX111" fmla="*/ 1081188 w 2912392"/>
                <a:gd name="connsiteY111" fmla="*/ 18318 h 456698"/>
                <a:gd name="connsiteX112" fmla="*/ 1090932 w 2912392"/>
                <a:gd name="connsiteY112" fmla="*/ 15677 h 456698"/>
                <a:gd name="connsiteX113" fmla="*/ 1100676 w 2912392"/>
                <a:gd name="connsiteY113" fmla="*/ 13262 h 456698"/>
                <a:gd name="connsiteX114" fmla="*/ 1110405 w 2912392"/>
                <a:gd name="connsiteY114" fmla="*/ 11076 h 456698"/>
                <a:gd name="connsiteX115" fmla="*/ 1120149 w 2912392"/>
                <a:gd name="connsiteY115" fmla="*/ 9124 h 456698"/>
                <a:gd name="connsiteX116" fmla="*/ 1129893 w 2912392"/>
                <a:gd name="connsiteY116" fmla="*/ 7411 h 456698"/>
                <a:gd name="connsiteX117" fmla="*/ 1139637 w 2912392"/>
                <a:gd name="connsiteY117" fmla="*/ 5937 h 456698"/>
                <a:gd name="connsiteX118" fmla="*/ 1149381 w 2912392"/>
                <a:gd name="connsiteY118" fmla="*/ 4707 h 456698"/>
                <a:gd name="connsiteX119" fmla="*/ 1159110 w 2912392"/>
                <a:gd name="connsiteY119" fmla="*/ 3720 h 456698"/>
                <a:gd name="connsiteX120" fmla="*/ 1168854 w 2912392"/>
                <a:gd name="connsiteY120" fmla="*/ 2978 h 456698"/>
                <a:gd name="connsiteX121" fmla="*/ 1178598 w 2912392"/>
                <a:gd name="connsiteY121" fmla="*/ 2481 h 456698"/>
                <a:gd name="connsiteX122" fmla="*/ 1188341 w 2912392"/>
                <a:gd name="connsiteY122" fmla="*/ 2227 h 456698"/>
                <a:gd name="connsiteX123" fmla="*/ 1198070 w 2912392"/>
                <a:gd name="connsiteY123" fmla="*/ 2217 h 456698"/>
                <a:gd name="connsiteX124" fmla="*/ 1207814 w 2912392"/>
                <a:gd name="connsiteY124" fmla="*/ 2446 h 456698"/>
                <a:gd name="connsiteX125" fmla="*/ 1217558 w 2912392"/>
                <a:gd name="connsiteY125" fmla="*/ 2914 h 456698"/>
                <a:gd name="connsiteX126" fmla="*/ 1227302 w 2912392"/>
                <a:gd name="connsiteY126" fmla="*/ 3616 h 456698"/>
                <a:gd name="connsiteX127" fmla="*/ 1237031 w 2912392"/>
                <a:gd name="connsiteY127" fmla="*/ 4549 h 456698"/>
                <a:gd name="connsiteX128" fmla="*/ 1246775 w 2912392"/>
                <a:gd name="connsiteY128" fmla="*/ 5708 h 456698"/>
                <a:gd name="connsiteX129" fmla="*/ 1256519 w 2912392"/>
                <a:gd name="connsiteY129" fmla="*/ 7087 h 456698"/>
                <a:gd name="connsiteX130" fmla="*/ 1266263 w 2912392"/>
                <a:gd name="connsiteY130" fmla="*/ 8682 h 456698"/>
                <a:gd name="connsiteX131" fmla="*/ 1276007 w 2912392"/>
                <a:gd name="connsiteY131" fmla="*/ 10487 h 456698"/>
                <a:gd name="connsiteX132" fmla="*/ 1285736 w 2912392"/>
                <a:gd name="connsiteY132" fmla="*/ 12494 h 456698"/>
                <a:gd name="connsiteX133" fmla="*/ 1295480 w 2912392"/>
                <a:gd name="connsiteY133" fmla="*/ 14699 h 456698"/>
                <a:gd name="connsiteX134" fmla="*/ 1305224 w 2912392"/>
                <a:gd name="connsiteY134" fmla="*/ 17092 h 456698"/>
                <a:gd name="connsiteX135" fmla="*/ 1314968 w 2912392"/>
                <a:gd name="connsiteY135" fmla="*/ 19665 h 456698"/>
                <a:gd name="connsiteX136" fmla="*/ 1324697 w 2912392"/>
                <a:gd name="connsiteY136" fmla="*/ 22413 h 456698"/>
                <a:gd name="connsiteX137" fmla="*/ 1334441 w 2912392"/>
                <a:gd name="connsiteY137" fmla="*/ 25325 h 456698"/>
                <a:gd name="connsiteX138" fmla="*/ 1344185 w 2912392"/>
                <a:gd name="connsiteY138" fmla="*/ 28393 h 456698"/>
                <a:gd name="connsiteX139" fmla="*/ 1353929 w 2912392"/>
                <a:gd name="connsiteY139" fmla="*/ 31608 h 456698"/>
                <a:gd name="connsiteX140" fmla="*/ 1363658 w 2912392"/>
                <a:gd name="connsiteY140" fmla="*/ 34962 h 456698"/>
                <a:gd name="connsiteX141" fmla="*/ 1373402 w 2912392"/>
                <a:gd name="connsiteY141" fmla="*/ 38445 h 456698"/>
                <a:gd name="connsiteX142" fmla="*/ 1383146 w 2912392"/>
                <a:gd name="connsiteY142" fmla="*/ 42048 h 456698"/>
                <a:gd name="connsiteX143" fmla="*/ 1392890 w 2912392"/>
                <a:gd name="connsiteY143" fmla="*/ 45762 h 456698"/>
                <a:gd name="connsiteX144" fmla="*/ 1402619 w 2912392"/>
                <a:gd name="connsiteY144" fmla="*/ 49576 h 456698"/>
                <a:gd name="connsiteX145" fmla="*/ 1412363 w 2912392"/>
                <a:gd name="connsiteY145" fmla="*/ 53484 h 456698"/>
                <a:gd name="connsiteX146" fmla="*/ 1422106 w 2912392"/>
                <a:gd name="connsiteY146" fmla="*/ 57473 h 456698"/>
                <a:gd name="connsiteX147" fmla="*/ 1431850 w 2912392"/>
                <a:gd name="connsiteY147" fmla="*/ 61534 h 456698"/>
                <a:gd name="connsiteX148" fmla="*/ 1441594 w 2912392"/>
                <a:gd name="connsiteY148" fmla="*/ 65661 h 456698"/>
                <a:gd name="connsiteX149" fmla="*/ 1451323 w 2912392"/>
                <a:gd name="connsiteY149" fmla="*/ 69842 h 456698"/>
                <a:gd name="connsiteX150" fmla="*/ 1461067 w 2912392"/>
                <a:gd name="connsiteY150" fmla="*/ 74067 h 456698"/>
                <a:gd name="connsiteX151" fmla="*/ 1470811 w 2912392"/>
                <a:gd name="connsiteY151" fmla="*/ 78331 h 456698"/>
                <a:gd name="connsiteX152" fmla="*/ 1480555 w 2912392"/>
                <a:gd name="connsiteY152" fmla="*/ 82622 h 456698"/>
                <a:gd name="connsiteX153" fmla="*/ 1490284 w 2912392"/>
                <a:gd name="connsiteY153" fmla="*/ 86936 h 456698"/>
                <a:gd name="connsiteX154" fmla="*/ 1500028 w 2912392"/>
                <a:gd name="connsiteY154" fmla="*/ 91259 h 456698"/>
                <a:gd name="connsiteX155" fmla="*/ 1509772 w 2912392"/>
                <a:gd name="connsiteY155" fmla="*/ 95587 h 456698"/>
                <a:gd name="connsiteX156" fmla="*/ 1519516 w 2912392"/>
                <a:gd name="connsiteY156" fmla="*/ 99914 h 456698"/>
                <a:gd name="connsiteX157" fmla="*/ 1529245 w 2912392"/>
                <a:gd name="connsiteY157" fmla="*/ 104229 h 456698"/>
                <a:gd name="connsiteX158" fmla="*/ 1538989 w 2912392"/>
                <a:gd name="connsiteY158" fmla="*/ 108529 h 456698"/>
                <a:gd name="connsiteX159" fmla="*/ 1548733 w 2912392"/>
                <a:gd name="connsiteY159" fmla="*/ 112805 h 456698"/>
                <a:gd name="connsiteX160" fmla="*/ 1558477 w 2912392"/>
                <a:gd name="connsiteY160" fmla="*/ 117051 h 456698"/>
                <a:gd name="connsiteX161" fmla="*/ 1568221 w 2912392"/>
                <a:gd name="connsiteY161" fmla="*/ 121264 h 456698"/>
                <a:gd name="connsiteX162" fmla="*/ 1577950 w 2912392"/>
                <a:gd name="connsiteY162" fmla="*/ 125438 h 456698"/>
                <a:gd name="connsiteX163" fmla="*/ 1587694 w 2912392"/>
                <a:gd name="connsiteY163" fmla="*/ 129568 h 456698"/>
                <a:gd name="connsiteX164" fmla="*/ 1597438 w 2912392"/>
                <a:gd name="connsiteY164" fmla="*/ 133650 h 456698"/>
                <a:gd name="connsiteX165" fmla="*/ 1607182 w 2912392"/>
                <a:gd name="connsiteY165" fmla="*/ 137679 h 456698"/>
                <a:gd name="connsiteX166" fmla="*/ 1616911 w 2912392"/>
                <a:gd name="connsiteY166" fmla="*/ 141654 h 456698"/>
                <a:gd name="connsiteX167" fmla="*/ 1626655 w 2912392"/>
                <a:gd name="connsiteY167" fmla="*/ 145572 h 456698"/>
                <a:gd name="connsiteX168" fmla="*/ 1636399 w 2912392"/>
                <a:gd name="connsiteY168" fmla="*/ 149429 h 456698"/>
                <a:gd name="connsiteX169" fmla="*/ 1646142 w 2912392"/>
                <a:gd name="connsiteY169" fmla="*/ 153226 h 456698"/>
                <a:gd name="connsiteX170" fmla="*/ 1655872 w 2912392"/>
                <a:gd name="connsiteY170" fmla="*/ 156958 h 456698"/>
                <a:gd name="connsiteX171" fmla="*/ 1665616 w 2912392"/>
                <a:gd name="connsiteY171" fmla="*/ 160627 h 456698"/>
                <a:gd name="connsiteX172" fmla="*/ 1675359 w 2912392"/>
                <a:gd name="connsiteY172" fmla="*/ 164233 h 456698"/>
                <a:gd name="connsiteX173" fmla="*/ 1685103 w 2912392"/>
                <a:gd name="connsiteY173" fmla="*/ 167775 h 456698"/>
                <a:gd name="connsiteX174" fmla="*/ 1694832 w 2912392"/>
                <a:gd name="connsiteY174" fmla="*/ 171252 h 456698"/>
                <a:gd name="connsiteX175" fmla="*/ 1704576 w 2912392"/>
                <a:gd name="connsiteY175" fmla="*/ 174668 h 456698"/>
                <a:gd name="connsiteX176" fmla="*/ 1714320 w 2912392"/>
                <a:gd name="connsiteY176" fmla="*/ 178022 h 456698"/>
                <a:gd name="connsiteX177" fmla="*/ 1724064 w 2912392"/>
                <a:gd name="connsiteY177" fmla="*/ 181318 h 456698"/>
                <a:gd name="connsiteX178" fmla="*/ 1733808 w 2912392"/>
                <a:gd name="connsiteY178" fmla="*/ 184555 h 456698"/>
                <a:gd name="connsiteX179" fmla="*/ 1743537 w 2912392"/>
                <a:gd name="connsiteY179" fmla="*/ 187739 h 456698"/>
                <a:gd name="connsiteX180" fmla="*/ 1753281 w 2912392"/>
                <a:gd name="connsiteY180" fmla="*/ 190872 h 456698"/>
                <a:gd name="connsiteX181" fmla="*/ 1763025 w 2912392"/>
                <a:gd name="connsiteY181" fmla="*/ 193956 h 456698"/>
                <a:gd name="connsiteX182" fmla="*/ 1772769 w 2912392"/>
                <a:gd name="connsiteY182" fmla="*/ 196996 h 456698"/>
                <a:gd name="connsiteX183" fmla="*/ 1782498 w 2912392"/>
                <a:gd name="connsiteY183" fmla="*/ 199995 h 456698"/>
                <a:gd name="connsiteX184" fmla="*/ 1792242 w 2912392"/>
                <a:gd name="connsiteY184" fmla="*/ 202957 h 456698"/>
                <a:gd name="connsiteX185" fmla="*/ 1801986 w 2912392"/>
                <a:gd name="connsiteY185" fmla="*/ 205886 h 456698"/>
                <a:gd name="connsiteX186" fmla="*/ 1811730 w 2912392"/>
                <a:gd name="connsiteY186" fmla="*/ 208788 h 456698"/>
                <a:gd name="connsiteX187" fmla="*/ 1821459 w 2912392"/>
                <a:gd name="connsiteY187" fmla="*/ 211668 h 456698"/>
                <a:gd name="connsiteX188" fmla="*/ 1831203 w 2912392"/>
                <a:gd name="connsiteY188" fmla="*/ 214529 h 456698"/>
                <a:gd name="connsiteX189" fmla="*/ 1840947 w 2912392"/>
                <a:gd name="connsiteY189" fmla="*/ 217378 h 456698"/>
                <a:gd name="connsiteX190" fmla="*/ 1850691 w 2912392"/>
                <a:gd name="connsiteY190" fmla="*/ 220217 h 456698"/>
                <a:gd name="connsiteX191" fmla="*/ 1860435 w 2912392"/>
                <a:gd name="connsiteY191" fmla="*/ 223056 h 456698"/>
                <a:gd name="connsiteX192" fmla="*/ 1870164 w 2912392"/>
                <a:gd name="connsiteY192" fmla="*/ 225895 h 456698"/>
                <a:gd name="connsiteX193" fmla="*/ 1879908 w 2912392"/>
                <a:gd name="connsiteY193" fmla="*/ 228744 h 456698"/>
                <a:gd name="connsiteX194" fmla="*/ 1889652 w 2912392"/>
                <a:gd name="connsiteY194" fmla="*/ 231605 h 456698"/>
                <a:gd name="connsiteX195" fmla="*/ 1899395 w 2912392"/>
                <a:gd name="connsiteY195" fmla="*/ 234485 h 456698"/>
                <a:gd name="connsiteX196" fmla="*/ 1909124 w 2912392"/>
                <a:gd name="connsiteY196" fmla="*/ 237387 h 456698"/>
                <a:gd name="connsiteX197" fmla="*/ 1918868 w 2912392"/>
                <a:gd name="connsiteY197" fmla="*/ 240318 h 456698"/>
                <a:gd name="connsiteX198" fmla="*/ 1928612 w 2912392"/>
                <a:gd name="connsiteY198" fmla="*/ 243283 h 456698"/>
                <a:gd name="connsiteX199" fmla="*/ 1938356 w 2912392"/>
                <a:gd name="connsiteY199" fmla="*/ 246285 h 456698"/>
                <a:gd name="connsiteX200" fmla="*/ 1948085 w 2912392"/>
                <a:gd name="connsiteY200" fmla="*/ 249329 h 456698"/>
                <a:gd name="connsiteX201" fmla="*/ 1957829 w 2912392"/>
                <a:gd name="connsiteY201" fmla="*/ 252419 h 456698"/>
                <a:gd name="connsiteX202" fmla="*/ 1967573 w 2912392"/>
                <a:gd name="connsiteY202" fmla="*/ 255559 h 456698"/>
                <a:gd name="connsiteX203" fmla="*/ 1977317 w 2912392"/>
                <a:gd name="connsiteY203" fmla="*/ 258755 h 456698"/>
                <a:gd name="connsiteX204" fmla="*/ 1987046 w 2912392"/>
                <a:gd name="connsiteY204" fmla="*/ 262008 h 456698"/>
                <a:gd name="connsiteX205" fmla="*/ 1996790 w 2912392"/>
                <a:gd name="connsiteY205" fmla="*/ 265321 h 456698"/>
                <a:gd name="connsiteX206" fmla="*/ 2006534 w 2912392"/>
                <a:gd name="connsiteY206" fmla="*/ 268699 h 456698"/>
                <a:gd name="connsiteX207" fmla="*/ 2016278 w 2912392"/>
                <a:gd name="connsiteY207" fmla="*/ 272140 h 456698"/>
                <a:gd name="connsiteX208" fmla="*/ 2026022 w 2912392"/>
                <a:gd name="connsiteY208" fmla="*/ 275652 h 456698"/>
                <a:gd name="connsiteX209" fmla="*/ 2035751 w 2912392"/>
                <a:gd name="connsiteY209" fmla="*/ 279231 h 456698"/>
                <a:gd name="connsiteX210" fmla="*/ 2045495 w 2912392"/>
                <a:gd name="connsiteY210" fmla="*/ 282881 h 456698"/>
                <a:gd name="connsiteX211" fmla="*/ 2055239 w 2912392"/>
                <a:gd name="connsiteY211" fmla="*/ 286603 h 456698"/>
                <a:gd name="connsiteX212" fmla="*/ 2064983 w 2912392"/>
                <a:gd name="connsiteY212" fmla="*/ 290396 h 456698"/>
                <a:gd name="connsiteX213" fmla="*/ 2074712 w 2912392"/>
                <a:gd name="connsiteY213" fmla="*/ 294261 h 456698"/>
                <a:gd name="connsiteX214" fmla="*/ 2084456 w 2912392"/>
                <a:gd name="connsiteY214" fmla="*/ 298196 h 456698"/>
                <a:gd name="connsiteX215" fmla="*/ 2094200 w 2912392"/>
                <a:gd name="connsiteY215" fmla="*/ 302201 h 456698"/>
                <a:gd name="connsiteX216" fmla="*/ 2103944 w 2912392"/>
                <a:gd name="connsiteY216" fmla="*/ 306272 h 456698"/>
                <a:gd name="connsiteX217" fmla="*/ 2113673 w 2912392"/>
                <a:gd name="connsiteY217" fmla="*/ 310411 h 456698"/>
                <a:gd name="connsiteX218" fmla="*/ 2123417 w 2912392"/>
                <a:gd name="connsiteY218" fmla="*/ 314613 h 456698"/>
                <a:gd name="connsiteX219" fmla="*/ 2133161 w 2912392"/>
                <a:gd name="connsiteY219" fmla="*/ 318875 h 456698"/>
                <a:gd name="connsiteX220" fmla="*/ 2142905 w 2912392"/>
                <a:gd name="connsiteY220" fmla="*/ 323195 h 456698"/>
                <a:gd name="connsiteX221" fmla="*/ 2152649 w 2912392"/>
                <a:gd name="connsiteY221" fmla="*/ 327566 h 456698"/>
                <a:gd name="connsiteX222" fmla="*/ 2162377 w 2912392"/>
                <a:gd name="connsiteY222" fmla="*/ 331985 h 456698"/>
                <a:gd name="connsiteX223" fmla="*/ 2172121 w 2912392"/>
                <a:gd name="connsiteY223" fmla="*/ 336449 h 456698"/>
                <a:gd name="connsiteX224" fmla="*/ 2181865 w 2912392"/>
                <a:gd name="connsiteY224" fmla="*/ 340950 h 456698"/>
                <a:gd name="connsiteX225" fmla="*/ 2191609 w 2912392"/>
                <a:gd name="connsiteY225" fmla="*/ 345484 h 456698"/>
                <a:gd name="connsiteX226" fmla="*/ 2201338 w 2912392"/>
                <a:gd name="connsiteY226" fmla="*/ 350043 h 456698"/>
                <a:gd name="connsiteX227" fmla="*/ 2211082 w 2912392"/>
                <a:gd name="connsiteY227" fmla="*/ 354621 h 456698"/>
                <a:gd name="connsiteX228" fmla="*/ 2220826 w 2912392"/>
                <a:gd name="connsiteY228" fmla="*/ 359210 h 456698"/>
                <a:gd name="connsiteX229" fmla="*/ 2230570 w 2912392"/>
                <a:gd name="connsiteY229" fmla="*/ 363805 h 456698"/>
                <a:gd name="connsiteX230" fmla="*/ 2240299 w 2912392"/>
                <a:gd name="connsiteY230" fmla="*/ 368395 h 456698"/>
                <a:gd name="connsiteX231" fmla="*/ 2250043 w 2912392"/>
                <a:gd name="connsiteY231" fmla="*/ 372975 h 456698"/>
                <a:gd name="connsiteX232" fmla="*/ 2259787 w 2912392"/>
                <a:gd name="connsiteY232" fmla="*/ 377533 h 456698"/>
                <a:gd name="connsiteX233" fmla="*/ 2269531 w 2912392"/>
                <a:gd name="connsiteY233" fmla="*/ 382064 h 456698"/>
                <a:gd name="connsiteX234" fmla="*/ 2279260 w 2912392"/>
                <a:gd name="connsiteY234" fmla="*/ 386554 h 456698"/>
                <a:gd name="connsiteX235" fmla="*/ 2289004 w 2912392"/>
                <a:gd name="connsiteY235" fmla="*/ 390997 h 456698"/>
                <a:gd name="connsiteX236" fmla="*/ 2298748 w 2912392"/>
                <a:gd name="connsiteY236" fmla="*/ 395382 h 456698"/>
                <a:gd name="connsiteX237" fmla="*/ 2308492 w 2912392"/>
                <a:gd name="connsiteY237" fmla="*/ 399701 h 456698"/>
                <a:gd name="connsiteX238" fmla="*/ 2318236 w 2912392"/>
                <a:gd name="connsiteY238" fmla="*/ 403941 h 456698"/>
                <a:gd name="connsiteX239" fmla="*/ 2327965 w 2912392"/>
                <a:gd name="connsiteY239" fmla="*/ 408094 h 456698"/>
                <a:gd name="connsiteX240" fmla="*/ 2337709 w 2912392"/>
                <a:gd name="connsiteY240" fmla="*/ 412148 h 456698"/>
                <a:gd name="connsiteX241" fmla="*/ 2347453 w 2912392"/>
                <a:gd name="connsiteY241" fmla="*/ 416093 h 456698"/>
                <a:gd name="connsiteX242" fmla="*/ 2357197 w 2912392"/>
                <a:gd name="connsiteY242" fmla="*/ 419920 h 456698"/>
                <a:gd name="connsiteX243" fmla="*/ 2366926 w 2912392"/>
                <a:gd name="connsiteY243" fmla="*/ 423617 h 456698"/>
                <a:gd name="connsiteX244" fmla="*/ 2376670 w 2912392"/>
                <a:gd name="connsiteY244" fmla="*/ 427172 h 456698"/>
                <a:gd name="connsiteX245" fmla="*/ 2386413 w 2912392"/>
                <a:gd name="connsiteY245" fmla="*/ 430578 h 456698"/>
                <a:gd name="connsiteX246" fmla="*/ 2396157 w 2912392"/>
                <a:gd name="connsiteY246" fmla="*/ 433820 h 456698"/>
                <a:gd name="connsiteX247" fmla="*/ 2405886 w 2912392"/>
                <a:gd name="connsiteY247" fmla="*/ 436892 h 456698"/>
                <a:gd name="connsiteX248" fmla="*/ 2415630 w 2912392"/>
                <a:gd name="connsiteY248" fmla="*/ 439779 h 456698"/>
                <a:gd name="connsiteX249" fmla="*/ 2425374 w 2912392"/>
                <a:gd name="connsiteY249" fmla="*/ 442474 h 456698"/>
                <a:gd name="connsiteX250" fmla="*/ 2435118 w 2912392"/>
                <a:gd name="connsiteY250" fmla="*/ 444967 h 456698"/>
                <a:gd name="connsiteX251" fmla="*/ 2444862 w 2912392"/>
                <a:gd name="connsiteY251" fmla="*/ 447247 h 456698"/>
                <a:gd name="connsiteX252" fmla="*/ 2454591 w 2912392"/>
                <a:gd name="connsiteY252" fmla="*/ 449303 h 456698"/>
                <a:gd name="connsiteX253" fmla="*/ 2464335 w 2912392"/>
                <a:gd name="connsiteY253" fmla="*/ 451126 h 456698"/>
                <a:gd name="connsiteX254" fmla="*/ 2474079 w 2912392"/>
                <a:gd name="connsiteY254" fmla="*/ 452710 h 456698"/>
                <a:gd name="connsiteX255" fmla="*/ 2483823 w 2912392"/>
                <a:gd name="connsiteY255" fmla="*/ 454042 h 456698"/>
                <a:gd name="connsiteX256" fmla="*/ 2493552 w 2912392"/>
                <a:gd name="connsiteY256" fmla="*/ 455115 h 456698"/>
                <a:gd name="connsiteX257" fmla="*/ 2503296 w 2912392"/>
                <a:gd name="connsiteY257" fmla="*/ 455921 h 456698"/>
                <a:gd name="connsiteX258" fmla="*/ 2513040 w 2912392"/>
                <a:gd name="connsiteY258" fmla="*/ 456451 h 456698"/>
                <a:gd name="connsiteX259" fmla="*/ 2522784 w 2912392"/>
                <a:gd name="connsiteY259" fmla="*/ 456699 h 456698"/>
                <a:gd name="connsiteX260" fmla="*/ 2532513 w 2912392"/>
                <a:gd name="connsiteY260" fmla="*/ 456655 h 456698"/>
                <a:gd name="connsiteX261" fmla="*/ 2542257 w 2912392"/>
                <a:gd name="connsiteY261" fmla="*/ 456316 h 456698"/>
                <a:gd name="connsiteX262" fmla="*/ 2552001 w 2912392"/>
                <a:gd name="connsiteY262" fmla="*/ 455673 h 456698"/>
                <a:gd name="connsiteX263" fmla="*/ 2561745 w 2912392"/>
                <a:gd name="connsiteY263" fmla="*/ 454721 h 456698"/>
                <a:gd name="connsiteX264" fmla="*/ 2571474 w 2912392"/>
                <a:gd name="connsiteY264" fmla="*/ 453456 h 456698"/>
                <a:gd name="connsiteX265" fmla="*/ 2581218 w 2912392"/>
                <a:gd name="connsiteY265" fmla="*/ 451871 h 456698"/>
                <a:gd name="connsiteX266" fmla="*/ 2590962 w 2912392"/>
                <a:gd name="connsiteY266" fmla="*/ 449963 h 456698"/>
                <a:gd name="connsiteX267" fmla="*/ 2600705 w 2912392"/>
                <a:gd name="connsiteY267" fmla="*/ 447728 h 456698"/>
                <a:gd name="connsiteX268" fmla="*/ 2610449 w 2912392"/>
                <a:gd name="connsiteY268" fmla="*/ 445162 h 456698"/>
                <a:gd name="connsiteX269" fmla="*/ 2620178 w 2912392"/>
                <a:gd name="connsiteY269" fmla="*/ 442263 h 456698"/>
                <a:gd name="connsiteX270" fmla="*/ 2629922 w 2912392"/>
                <a:gd name="connsiteY270" fmla="*/ 439028 h 456698"/>
                <a:gd name="connsiteX271" fmla="*/ 2639666 w 2912392"/>
                <a:gd name="connsiteY271" fmla="*/ 435457 h 456698"/>
                <a:gd name="connsiteX272" fmla="*/ 2649410 w 2912392"/>
                <a:gd name="connsiteY272" fmla="*/ 431548 h 456698"/>
                <a:gd name="connsiteX273" fmla="*/ 2659139 w 2912392"/>
                <a:gd name="connsiteY273" fmla="*/ 427298 h 456698"/>
                <a:gd name="connsiteX274" fmla="*/ 2668883 w 2912392"/>
                <a:gd name="connsiteY274" fmla="*/ 422713 h 456698"/>
                <a:gd name="connsiteX275" fmla="*/ 2678627 w 2912392"/>
                <a:gd name="connsiteY275" fmla="*/ 417788 h 456698"/>
                <a:gd name="connsiteX276" fmla="*/ 2688371 w 2912392"/>
                <a:gd name="connsiteY276" fmla="*/ 412529 h 456698"/>
                <a:gd name="connsiteX277" fmla="*/ 2698100 w 2912392"/>
                <a:gd name="connsiteY277" fmla="*/ 406934 h 456698"/>
                <a:gd name="connsiteX278" fmla="*/ 2707844 w 2912392"/>
                <a:gd name="connsiteY278" fmla="*/ 401008 h 456698"/>
                <a:gd name="connsiteX279" fmla="*/ 2717588 w 2912392"/>
                <a:gd name="connsiteY279" fmla="*/ 394752 h 456698"/>
                <a:gd name="connsiteX280" fmla="*/ 2727332 w 2912392"/>
                <a:gd name="connsiteY280" fmla="*/ 388172 h 456698"/>
                <a:gd name="connsiteX281" fmla="*/ 2737076 w 2912392"/>
                <a:gd name="connsiteY281" fmla="*/ 381271 h 456698"/>
                <a:gd name="connsiteX282" fmla="*/ 2746805 w 2912392"/>
                <a:gd name="connsiteY282" fmla="*/ 374054 h 456698"/>
                <a:gd name="connsiteX283" fmla="*/ 2756549 w 2912392"/>
                <a:gd name="connsiteY283" fmla="*/ 366527 h 456698"/>
                <a:gd name="connsiteX284" fmla="*/ 2766293 w 2912392"/>
                <a:gd name="connsiteY284" fmla="*/ 358695 h 456698"/>
                <a:gd name="connsiteX285" fmla="*/ 2776037 w 2912392"/>
                <a:gd name="connsiteY285" fmla="*/ 350564 h 456698"/>
                <a:gd name="connsiteX286" fmla="*/ 2785766 w 2912392"/>
                <a:gd name="connsiteY286" fmla="*/ 342143 h 456698"/>
                <a:gd name="connsiteX287" fmla="*/ 2795510 w 2912392"/>
                <a:gd name="connsiteY287" fmla="*/ 333439 h 456698"/>
                <a:gd name="connsiteX288" fmla="*/ 2805254 w 2912392"/>
                <a:gd name="connsiteY288" fmla="*/ 324460 h 456698"/>
                <a:gd name="connsiteX289" fmla="*/ 2814998 w 2912392"/>
                <a:gd name="connsiteY289" fmla="*/ 315213 h 456698"/>
                <a:gd name="connsiteX290" fmla="*/ 2824727 w 2912392"/>
                <a:gd name="connsiteY290" fmla="*/ 305711 h 456698"/>
                <a:gd name="connsiteX291" fmla="*/ 2834471 w 2912392"/>
                <a:gd name="connsiteY291" fmla="*/ 295961 h 456698"/>
                <a:gd name="connsiteX292" fmla="*/ 2844215 w 2912392"/>
                <a:gd name="connsiteY292" fmla="*/ 285973 h 456698"/>
                <a:gd name="connsiteX293" fmla="*/ 2853958 w 2912392"/>
                <a:gd name="connsiteY293" fmla="*/ 275758 h 456698"/>
                <a:gd name="connsiteX294" fmla="*/ 2863687 w 2912392"/>
                <a:gd name="connsiteY294" fmla="*/ 265326 h 456698"/>
                <a:gd name="connsiteX295" fmla="*/ 2873431 w 2912392"/>
                <a:gd name="connsiteY295" fmla="*/ 254691 h 456698"/>
                <a:gd name="connsiteX296" fmla="*/ 2883175 w 2912392"/>
                <a:gd name="connsiteY296" fmla="*/ 243862 h 456698"/>
                <a:gd name="connsiteX297" fmla="*/ 2892919 w 2912392"/>
                <a:gd name="connsiteY297" fmla="*/ 232855 h 456698"/>
                <a:gd name="connsiteX298" fmla="*/ 2902663 w 2912392"/>
                <a:gd name="connsiteY298" fmla="*/ 221678 h 456698"/>
                <a:gd name="connsiteX299" fmla="*/ 2912392 w 2912392"/>
                <a:gd name="connsiteY299" fmla="*/ 210347 h 4566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56698">
                  <a:moveTo>
                    <a:pt x="0" y="0"/>
                  </a:moveTo>
                  <a:lnTo>
                    <a:pt x="9739" y="2563"/>
                  </a:lnTo>
                  <a:lnTo>
                    <a:pt x="19480" y="5280"/>
                  </a:lnTo>
                  <a:lnTo>
                    <a:pt x="29221" y="8148"/>
                  </a:lnTo>
                  <a:lnTo>
                    <a:pt x="38961" y="11162"/>
                  </a:lnTo>
                  <a:lnTo>
                    <a:pt x="48702" y="14319"/>
                  </a:lnTo>
                  <a:lnTo>
                    <a:pt x="58443" y="17612"/>
                  </a:lnTo>
                  <a:lnTo>
                    <a:pt x="68182" y="21039"/>
                  </a:lnTo>
                  <a:lnTo>
                    <a:pt x="77923" y="24591"/>
                  </a:lnTo>
                  <a:lnTo>
                    <a:pt x="87664" y="28266"/>
                  </a:lnTo>
                  <a:lnTo>
                    <a:pt x="97404" y="32058"/>
                  </a:lnTo>
                  <a:lnTo>
                    <a:pt x="107145" y="35962"/>
                  </a:lnTo>
                  <a:lnTo>
                    <a:pt x="116886" y="39970"/>
                  </a:lnTo>
                  <a:lnTo>
                    <a:pt x="126625" y="44079"/>
                  </a:lnTo>
                  <a:lnTo>
                    <a:pt x="136366" y="48280"/>
                  </a:lnTo>
                  <a:lnTo>
                    <a:pt x="146107" y="52568"/>
                  </a:lnTo>
                  <a:lnTo>
                    <a:pt x="155846" y="56938"/>
                  </a:lnTo>
                  <a:lnTo>
                    <a:pt x="165587" y="61381"/>
                  </a:lnTo>
                  <a:lnTo>
                    <a:pt x="175328" y="65892"/>
                  </a:lnTo>
                  <a:lnTo>
                    <a:pt x="185068" y="70463"/>
                  </a:lnTo>
                  <a:lnTo>
                    <a:pt x="194809" y="75088"/>
                  </a:lnTo>
                  <a:lnTo>
                    <a:pt x="204550" y="79759"/>
                  </a:lnTo>
                  <a:lnTo>
                    <a:pt x="214289" y="84467"/>
                  </a:lnTo>
                  <a:lnTo>
                    <a:pt x="224030" y="89208"/>
                  </a:lnTo>
                  <a:lnTo>
                    <a:pt x="233771" y="93969"/>
                  </a:lnTo>
                  <a:lnTo>
                    <a:pt x="243510" y="98747"/>
                  </a:lnTo>
                  <a:lnTo>
                    <a:pt x="253251" y="103532"/>
                  </a:lnTo>
                  <a:lnTo>
                    <a:pt x="262992" y="108314"/>
                  </a:lnTo>
                  <a:lnTo>
                    <a:pt x="272732" y="113088"/>
                  </a:lnTo>
                  <a:lnTo>
                    <a:pt x="282473" y="117842"/>
                  </a:lnTo>
                  <a:lnTo>
                    <a:pt x="292214" y="122569"/>
                  </a:lnTo>
                  <a:lnTo>
                    <a:pt x="301953" y="127261"/>
                  </a:lnTo>
                  <a:lnTo>
                    <a:pt x="311694" y="131908"/>
                  </a:lnTo>
                  <a:lnTo>
                    <a:pt x="321435" y="136502"/>
                  </a:lnTo>
                  <a:lnTo>
                    <a:pt x="331175" y="141032"/>
                  </a:lnTo>
                  <a:lnTo>
                    <a:pt x="340916" y="145490"/>
                  </a:lnTo>
                  <a:lnTo>
                    <a:pt x="350656" y="149867"/>
                  </a:lnTo>
                  <a:lnTo>
                    <a:pt x="360396" y="154155"/>
                  </a:lnTo>
                  <a:lnTo>
                    <a:pt x="370137" y="158343"/>
                  </a:lnTo>
                  <a:lnTo>
                    <a:pt x="379878" y="162423"/>
                  </a:lnTo>
                  <a:lnTo>
                    <a:pt x="389617" y="166384"/>
                  </a:lnTo>
                  <a:lnTo>
                    <a:pt x="399358" y="170221"/>
                  </a:lnTo>
                  <a:lnTo>
                    <a:pt x="409099" y="173920"/>
                  </a:lnTo>
                  <a:lnTo>
                    <a:pt x="418839" y="177477"/>
                  </a:lnTo>
                  <a:lnTo>
                    <a:pt x="428580" y="180881"/>
                  </a:lnTo>
                  <a:lnTo>
                    <a:pt x="438321" y="184123"/>
                  </a:lnTo>
                  <a:lnTo>
                    <a:pt x="448060" y="187197"/>
                  </a:lnTo>
                  <a:lnTo>
                    <a:pt x="457801" y="190093"/>
                  </a:lnTo>
                  <a:lnTo>
                    <a:pt x="467542" y="192805"/>
                  </a:lnTo>
                  <a:lnTo>
                    <a:pt x="477281" y="195324"/>
                  </a:lnTo>
                  <a:lnTo>
                    <a:pt x="487022" y="197644"/>
                  </a:lnTo>
                  <a:lnTo>
                    <a:pt x="496763" y="199758"/>
                  </a:lnTo>
                  <a:lnTo>
                    <a:pt x="506503" y="201659"/>
                  </a:lnTo>
                  <a:lnTo>
                    <a:pt x="516244" y="203343"/>
                  </a:lnTo>
                  <a:lnTo>
                    <a:pt x="525985" y="204801"/>
                  </a:lnTo>
                  <a:lnTo>
                    <a:pt x="535724" y="206034"/>
                  </a:lnTo>
                  <a:lnTo>
                    <a:pt x="545465" y="207032"/>
                  </a:lnTo>
                  <a:lnTo>
                    <a:pt x="555206" y="207792"/>
                  </a:lnTo>
                  <a:lnTo>
                    <a:pt x="564946" y="208313"/>
                  </a:lnTo>
                  <a:lnTo>
                    <a:pt x="574687" y="208590"/>
                  </a:lnTo>
                  <a:lnTo>
                    <a:pt x="584428" y="208622"/>
                  </a:lnTo>
                  <a:lnTo>
                    <a:pt x="594167" y="208407"/>
                  </a:lnTo>
                  <a:lnTo>
                    <a:pt x="603908" y="207944"/>
                  </a:lnTo>
                  <a:lnTo>
                    <a:pt x="613649" y="207231"/>
                  </a:lnTo>
                  <a:lnTo>
                    <a:pt x="623388" y="206272"/>
                  </a:lnTo>
                  <a:lnTo>
                    <a:pt x="633129" y="205065"/>
                  </a:lnTo>
                  <a:lnTo>
                    <a:pt x="642870" y="203613"/>
                  </a:lnTo>
                  <a:lnTo>
                    <a:pt x="652610" y="201915"/>
                  </a:lnTo>
                  <a:lnTo>
                    <a:pt x="662351" y="199980"/>
                  </a:lnTo>
                  <a:lnTo>
                    <a:pt x="672092" y="197808"/>
                  </a:lnTo>
                  <a:lnTo>
                    <a:pt x="681831" y="195403"/>
                  </a:lnTo>
                  <a:lnTo>
                    <a:pt x="691572" y="192770"/>
                  </a:lnTo>
                  <a:lnTo>
                    <a:pt x="701313" y="189917"/>
                  </a:lnTo>
                  <a:lnTo>
                    <a:pt x="711052" y="186850"/>
                  </a:lnTo>
                  <a:lnTo>
                    <a:pt x="720793" y="183573"/>
                  </a:lnTo>
                  <a:lnTo>
                    <a:pt x="730534" y="180096"/>
                  </a:lnTo>
                  <a:lnTo>
                    <a:pt x="740274" y="176428"/>
                  </a:lnTo>
                  <a:lnTo>
                    <a:pt x="750015" y="172576"/>
                  </a:lnTo>
                  <a:lnTo>
                    <a:pt x="759756" y="168551"/>
                  </a:lnTo>
                  <a:lnTo>
                    <a:pt x="769495" y="164363"/>
                  </a:lnTo>
                  <a:lnTo>
                    <a:pt x="779236" y="160020"/>
                  </a:lnTo>
                  <a:lnTo>
                    <a:pt x="788977" y="155535"/>
                  </a:lnTo>
                  <a:lnTo>
                    <a:pt x="798717" y="150921"/>
                  </a:lnTo>
                  <a:lnTo>
                    <a:pt x="808458" y="146186"/>
                  </a:lnTo>
                  <a:lnTo>
                    <a:pt x="818199" y="141345"/>
                  </a:lnTo>
                  <a:lnTo>
                    <a:pt x="827938" y="136411"/>
                  </a:lnTo>
                  <a:lnTo>
                    <a:pt x="837679" y="131394"/>
                  </a:lnTo>
                  <a:lnTo>
                    <a:pt x="847420" y="126311"/>
                  </a:lnTo>
                  <a:lnTo>
                    <a:pt x="857159" y="121172"/>
                  </a:lnTo>
                  <a:lnTo>
                    <a:pt x="866900" y="115992"/>
                  </a:lnTo>
                  <a:lnTo>
                    <a:pt x="876641" y="110784"/>
                  </a:lnTo>
                  <a:lnTo>
                    <a:pt x="886381" y="105562"/>
                  </a:lnTo>
                  <a:lnTo>
                    <a:pt x="896122" y="100342"/>
                  </a:lnTo>
                  <a:lnTo>
                    <a:pt x="905863" y="95135"/>
                  </a:lnTo>
                  <a:lnTo>
                    <a:pt x="915602" y="89954"/>
                  </a:lnTo>
                  <a:lnTo>
                    <a:pt x="925343" y="84815"/>
                  </a:lnTo>
                  <a:lnTo>
                    <a:pt x="935084" y="79732"/>
                  </a:lnTo>
                  <a:lnTo>
                    <a:pt x="944824" y="74715"/>
                  </a:lnTo>
                  <a:lnTo>
                    <a:pt x="954564" y="69781"/>
                  </a:lnTo>
                  <a:lnTo>
                    <a:pt x="964305" y="64940"/>
                  </a:lnTo>
                  <a:lnTo>
                    <a:pt x="974045" y="60205"/>
                  </a:lnTo>
                  <a:lnTo>
                    <a:pt x="983786" y="55590"/>
                  </a:lnTo>
                  <a:lnTo>
                    <a:pt x="993522" y="51105"/>
                  </a:lnTo>
                  <a:lnTo>
                    <a:pt x="1003266" y="46762"/>
                  </a:lnTo>
                  <a:lnTo>
                    <a:pt x="1013010" y="42571"/>
                  </a:lnTo>
                  <a:lnTo>
                    <a:pt x="1022754" y="38544"/>
                  </a:lnTo>
                  <a:lnTo>
                    <a:pt x="1032483" y="34689"/>
                  </a:lnTo>
                  <a:lnTo>
                    <a:pt x="1042227" y="31018"/>
                  </a:lnTo>
                  <a:lnTo>
                    <a:pt x="1051971" y="27536"/>
                  </a:lnTo>
                  <a:lnTo>
                    <a:pt x="1061715" y="24256"/>
                  </a:lnTo>
                  <a:lnTo>
                    <a:pt x="1071444" y="21180"/>
                  </a:lnTo>
                  <a:lnTo>
                    <a:pt x="1081188" y="18318"/>
                  </a:lnTo>
                  <a:lnTo>
                    <a:pt x="1090932" y="15677"/>
                  </a:lnTo>
                  <a:lnTo>
                    <a:pt x="1100676" y="13262"/>
                  </a:lnTo>
                  <a:lnTo>
                    <a:pt x="1110405" y="11076"/>
                  </a:lnTo>
                  <a:lnTo>
                    <a:pt x="1120149" y="9124"/>
                  </a:lnTo>
                  <a:lnTo>
                    <a:pt x="1129893" y="7411"/>
                  </a:lnTo>
                  <a:lnTo>
                    <a:pt x="1139637" y="5937"/>
                  </a:lnTo>
                  <a:lnTo>
                    <a:pt x="1149381" y="4707"/>
                  </a:lnTo>
                  <a:lnTo>
                    <a:pt x="1159110" y="3720"/>
                  </a:lnTo>
                  <a:lnTo>
                    <a:pt x="1168854" y="2978"/>
                  </a:lnTo>
                  <a:lnTo>
                    <a:pt x="1178598" y="2481"/>
                  </a:lnTo>
                  <a:lnTo>
                    <a:pt x="1188341" y="2227"/>
                  </a:lnTo>
                  <a:lnTo>
                    <a:pt x="1198070" y="2217"/>
                  </a:lnTo>
                  <a:lnTo>
                    <a:pt x="1207814" y="2446"/>
                  </a:lnTo>
                  <a:lnTo>
                    <a:pt x="1217558" y="2914"/>
                  </a:lnTo>
                  <a:lnTo>
                    <a:pt x="1227302" y="3616"/>
                  </a:lnTo>
                  <a:lnTo>
                    <a:pt x="1237031" y="4549"/>
                  </a:lnTo>
                  <a:lnTo>
                    <a:pt x="1246775" y="5708"/>
                  </a:lnTo>
                  <a:lnTo>
                    <a:pt x="1256519" y="7087"/>
                  </a:lnTo>
                  <a:lnTo>
                    <a:pt x="1266263" y="8682"/>
                  </a:lnTo>
                  <a:lnTo>
                    <a:pt x="1276007" y="10487"/>
                  </a:lnTo>
                  <a:lnTo>
                    <a:pt x="1285736" y="12494"/>
                  </a:lnTo>
                  <a:lnTo>
                    <a:pt x="1295480" y="14699"/>
                  </a:lnTo>
                  <a:lnTo>
                    <a:pt x="1305224" y="17092"/>
                  </a:lnTo>
                  <a:lnTo>
                    <a:pt x="1314968" y="19665"/>
                  </a:lnTo>
                  <a:lnTo>
                    <a:pt x="1324697" y="22413"/>
                  </a:lnTo>
                  <a:lnTo>
                    <a:pt x="1334441" y="25325"/>
                  </a:lnTo>
                  <a:lnTo>
                    <a:pt x="1344185" y="28393"/>
                  </a:lnTo>
                  <a:lnTo>
                    <a:pt x="1353929" y="31608"/>
                  </a:lnTo>
                  <a:lnTo>
                    <a:pt x="1363658" y="34962"/>
                  </a:lnTo>
                  <a:lnTo>
                    <a:pt x="1373402" y="38445"/>
                  </a:lnTo>
                  <a:lnTo>
                    <a:pt x="1383146" y="42048"/>
                  </a:lnTo>
                  <a:lnTo>
                    <a:pt x="1392890" y="45762"/>
                  </a:lnTo>
                  <a:lnTo>
                    <a:pt x="1402619" y="49576"/>
                  </a:lnTo>
                  <a:lnTo>
                    <a:pt x="1412363" y="53484"/>
                  </a:lnTo>
                  <a:lnTo>
                    <a:pt x="1422106" y="57473"/>
                  </a:lnTo>
                  <a:lnTo>
                    <a:pt x="1431850" y="61534"/>
                  </a:lnTo>
                  <a:lnTo>
                    <a:pt x="1441594" y="65661"/>
                  </a:lnTo>
                  <a:lnTo>
                    <a:pt x="1451323" y="69842"/>
                  </a:lnTo>
                  <a:lnTo>
                    <a:pt x="1461067" y="74067"/>
                  </a:lnTo>
                  <a:lnTo>
                    <a:pt x="1470811" y="78331"/>
                  </a:lnTo>
                  <a:lnTo>
                    <a:pt x="1480555" y="82622"/>
                  </a:lnTo>
                  <a:lnTo>
                    <a:pt x="1490284" y="86936"/>
                  </a:lnTo>
                  <a:lnTo>
                    <a:pt x="1500028" y="91259"/>
                  </a:lnTo>
                  <a:lnTo>
                    <a:pt x="1509772" y="95587"/>
                  </a:lnTo>
                  <a:lnTo>
                    <a:pt x="1519516" y="99914"/>
                  </a:lnTo>
                  <a:lnTo>
                    <a:pt x="1529245" y="104229"/>
                  </a:lnTo>
                  <a:lnTo>
                    <a:pt x="1538989" y="108529"/>
                  </a:lnTo>
                  <a:lnTo>
                    <a:pt x="1548733" y="112805"/>
                  </a:lnTo>
                  <a:lnTo>
                    <a:pt x="1558477" y="117051"/>
                  </a:lnTo>
                  <a:lnTo>
                    <a:pt x="1568221" y="121264"/>
                  </a:lnTo>
                  <a:lnTo>
                    <a:pt x="1577950" y="125438"/>
                  </a:lnTo>
                  <a:lnTo>
                    <a:pt x="1587694" y="129568"/>
                  </a:lnTo>
                  <a:lnTo>
                    <a:pt x="1597438" y="133650"/>
                  </a:lnTo>
                  <a:lnTo>
                    <a:pt x="1607182" y="137679"/>
                  </a:lnTo>
                  <a:lnTo>
                    <a:pt x="1616911" y="141654"/>
                  </a:lnTo>
                  <a:lnTo>
                    <a:pt x="1626655" y="145572"/>
                  </a:lnTo>
                  <a:lnTo>
                    <a:pt x="1636399" y="149429"/>
                  </a:lnTo>
                  <a:lnTo>
                    <a:pt x="1646142" y="153226"/>
                  </a:lnTo>
                  <a:lnTo>
                    <a:pt x="1655872" y="156958"/>
                  </a:lnTo>
                  <a:lnTo>
                    <a:pt x="1665616" y="160627"/>
                  </a:lnTo>
                  <a:lnTo>
                    <a:pt x="1675359" y="164233"/>
                  </a:lnTo>
                  <a:lnTo>
                    <a:pt x="1685103" y="167775"/>
                  </a:lnTo>
                  <a:lnTo>
                    <a:pt x="1694832" y="171252"/>
                  </a:lnTo>
                  <a:lnTo>
                    <a:pt x="1704576" y="174668"/>
                  </a:lnTo>
                  <a:lnTo>
                    <a:pt x="1714320" y="178022"/>
                  </a:lnTo>
                  <a:lnTo>
                    <a:pt x="1724064" y="181318"/>
                  </a:lnTo>
                  <a:lnTo>
                    <a:pt x="1733808" y="184555"/>
                  </a:lnTo>
                  <a:lnTo>
                    <a:pt x="1743537" y="187739"/>
                  </a:lnTo>
                  <a:lnTo>
                    <a:pt x="1753281" y="190872"/>
                  </a:lnTo>
                  <a:lnTo>
                    <a:pt x="1763025" y="193956"/>
                  </a:lnTo>
                  <a:lnTo>
                    <a:pt x="1772769" y="196996"/>
                  </a:lnTo>
                  <a:lnTo>
                    <a:pt x="1782498" y="199995"/>
                  </a:lnTo>
                  <a:lnTo>
                    <a:pt x="1792242" y="202957"/>
                  </a:lnTo>
                  <a:lnTo>
                    <a:pt x="1801986" y="205886"/>
                  </a:lnTo>
                  <a:lnTo>
                    <a:pt x="1811730" y="208788"/>
                  </a:lnTo>
                  <a:lnTo>
                    <a:pt x="1821459" y="211668"/>
                  </a:lnTo>
                  <a:lnTo>
                    <a:pt x="1831203" y="214529"/>
                  </a:lnTo>
                  <a:lnTo>
                    <a:pt x="1840947" y="217378"/>
                  </a:lnTo>
                  <a:lnTo>
                    <a:pt x="1850691" y="220217"/>
                  </a:lnTo>
                  <a:lnTo>
                    <a:pt x="1860435" y="223056"/>
                  </a:lnTo>
                  <a:lnTo>
                    <a:pt x="1870164" y="225895"/>
                  </a:lnTo>
                  <a:lnTo>
                    <a:pt x="1879908" y="228744"/>
                  </a:lnTo>
                  <a:lnTo>
                    <a:pt x="1889652" y="231605"/>
                  </a:lnTo>
                  <a:lnTo>
                    <a:pt x="1899395" y="234485"/>
                  </a:lnTo>
                  <a:lnTo>
                    <a:pt x="1909124" y="237387"/>
                  </a:lnTo>
                  <a:lnTo>
                    <a:pt x="1918868" y="240318"/>
                  </a:lnTo>
                  <a:lnTo>
                    <a:pt x="1928612" y="243283"/>
                  </a:lnTo>
                  <a:lnTo>
                    <a:pt x="1938356" y="246285"/>
                  </a:lnTo>
                  <a:lnTo>
                    <a:pt x="1948085" y="249329"/>
                  </a:lnTo>
                  <a:lnTo>
                    <a:pt x="1957829" y="252419"/>
                  </a:lnTo>
                  <a:lnTo>
                    <a:pt x="1967573" y="255559"/>
                  </a:lnTo>
                  <a:lnTo>
                    <a:pt x="1977317" y="258755"/>
                  </a:lnTo>
                  <a:lnTo>
                    <a:pt x="1987046" y="262008"/>
                  </a:lnTo>
                  <a:lnTo>
                    <a:pt x="1996790" y="265321"/>
                  </a:lnTo>
                  <a:lnTo>
                    <a:pt x="2006534" y="268699"/>
                  </a:lnTo>
                  <a:lnTo>
                    <a:pt x="2016278" y="272140"/>
                  </a:lnTo>
                  <a:lnTo>
                    <a:pt x="2026022" y="275652"/>
                  </a:lnTo>
                  <a:lnTo>
                    <a:pt x="2035751" y="279231"/>
                  </a:lnTo>
                  <a:lnTo>
                    <a:pt x="2045495" y="282881"/>
                  </a:lnTo>
                  <a:lnTo>
                    <a:pt x="2055239" y="286603"/>
                  </a:lnTo>
                  <a:lnTo>
                    <a:pt x="2064983" y="290396"/>
                  </a:lnTo>
                  <a:lnTo>
                    <a:pt x="2074712" y="294261"/>
                  </a:lnTo>
                  <a:lnTo>
                    <a:pt x="2084456" y="298196"/>
                  </a:lnTo>
                  <a:lnTo>
                    <a:pt x="2094200" y="302201"/>
                  </a:lnTo>
                  <a:lnTo>
                    <a:pt x="2103944" y="306272"/>
                  </a:lnTo>
                  <a:lnTo>
                    <a:pt x="2113673" y="310411"/>
                  </a:lnTo>
                  <a:lnTo>
                    <a:pt x="2123417" y="314613"/>
                  </a:lnTo>
                  <a:lnTo>
                    <a:pt x="2133161" y="318875"/>
                  </a:lnTo>
                  <a:lnTo>
                    <a:pt x="2142905" y="323195"/>
                  </a:lnTo>
                  <a:lnTo>
                    <a:pt x="2152649" y="327566"/>
                  </a:lnTo>
                  <a:lnTo>
                    <a:pt x="2162377" y="331985"/>
                  </a:lnTo>
                  <a:lnTo>
                    <a:pt x="2172121" y="336449"/>
                  </a:lnTo>
                  <a:lnTo>
                    <a:pt x="2181865" y="340950"/>
                  </a:lnTo>
                  <a:lnTo>
                    <a:pt x="2191609" y="345484"/>
                  </a:lnTo>
                  <a:lnTo>
                    <a:pt x="2201338" y="350043"/>
                  </a:lnTo>
                  <a:lnTo>
                    <a:pt x="2211082" y="354621"/>
                  </a:lnTo>
                  <a:lnTo>
                    <a:pt x="2220826" y="359210"/>
                  </a:lnTo>
                  <a:lnTo>
                    <a:pt x="2230570" y="363805"/>
                  </a:lnTo>
                  <a:lnTo>
                    <a:pt x="2240299" y="368395"/>
                  </a:lnTo>
                  <a:lnTo>
                    <a:pt x="2250043" y="372975"/>
                  </a:lnTo>
                  <a:lnTo>
                    <a:pt x="2259787" y="377533"/>
                  </a:lnTo>
                  <a:lnTo>
                    <a:pt x="2269531" y="382064"/>
                  </a:lnTo>
                  <a:lnTo>
                    <a:pt x="2279260" y="386554"/>
                  </a:lnTo>
                  <a:lnTo>
                    <a:pt x="2289004" y="390997"/>
                  </a:lnTo>
                  <a:lnTo>
                    <a:pt x="2298748" y="395382"/>
                  </a:lnTo>
                  <a:lnTo>
                    <a:pt x="2308492" y="399701"/>
                  </a:lnTo>
                  <a:lnTo>
                    <a:pt x="2318236" y="403941"/>
                  </a:lnTo>
                  <a:lnTo>
                    <a:pt x="2327965" y="408094"/>
                  </a:lnTo>
                  <a:lnTo>
                    <a:pt x="2337709" y="412148"/>
                  </a:lnTo>
                  <a:lnTo>
                    <a:pt x="2347453" y="416093"/>
                  </a:lnTo>
                  <a:lnTo>
                    <a:pt x="2357197" y="419920"/>
                  </a:lnTo>
                  <a:lnTo>
                    <a:pt x="2366926" y="423617"/>
                  </a:lnTo>
                  <a:lnTo>
                    <a:pt x="2376670" y="427172"/>
                  </a:lnTo>
                  <a:lnTo>
                    <a:pt x="2386413" y="430578"/>
                  </a:lnTo>
                  <a:lnTo>
                    <a:pt x="2396157" y="433820"/>
                  </a:lnTo>
                  <a:lnTo>
                    <a:pt x="2405886" y="436892"/>
                  </a:lnTo>
                  <a:lnTo>
                    <a:pt x="2415630" y="439779"/>
                  </a:lnTo>
                  <a:lnTo>
                    <a:pt x="2425374" y="442474"/>
                  </a:lnTo>
                  <a:lnTo>
                    <a:pt x="2435118" y="444967"/>
                  </a:lnTo>
                  <a:lnTo>
                    <a:pt x="2444862" y="447247"/>
                  </a:lnTo>
                  <a:lnTo>
                    <a:pt x="2454591" y="449303"/>
                  </a:lnTo>
                  <a:lnTo>
                    <a:pt x="2464335" y="451126"/>
                  </a:lnTo>
                  <a:lnTo>
                    <a:pt x="2474079" y="452710"/>
                  </a:lnTo>
                  <a:lnTo>
                    <a:pt x="2483823" y="454042"/>
                  </a:lnTo>
                  <a:lnTo>
                    <a:pt x="2493552" y="455115"/>
                  </a:lnTo>
                  <a:lnTo>
                    <a:pt x="2503296" y="455921"/>
                  </a:lnTo>
                  <a:lnTo>
                    <a:pt x="2513040" y="456451"/>
                  </a:lnTo>
                  <a:lnTo>
                    <a:pt x="2522784" y="456699"/>
                  </a:lnTo>
                  <a:lnTo>
                    <a:pt x="2532513" y="456655"/>
                  </a:lnTo>
                  <a:lnTo>
                    <a:pt x="2542257" y="456316"/>
                  </a:lnTo>
                  <a:lnTo>
                    <a:pt x="2552001" y="455673"/>
                  </a:lnTo>
                  <a:lnTo>
                    <a:pt x="2561745" y="454721"/>
                  </a:lnTo>
                  <a:lnTo>
                    <a:pt x="2571474" y="453456"/>
                  </a:lnTo>
                  <a:lnTo>
                    <a:pt x="2581218" y="451871"/>
                  </a:lnTo>
                  <a:lnTo>
                    <a:pt x="2590962" y="449963"/>
                  </a:lnTo>
                  <a:lnTo>
                    <a:pt x="2600705" y="447728"/>
                  </a:lnTo>
                  <a:lnTo>
                    <a:pt x="2610449" y="445162"/>
                  </a:lnTo>
                  <a:lnTo>
                    <a:pt x="2620178" y="442263"/>
                  </a:lnTo>
                  <a:lnTo>
                    <a:pt x="2629922" y="439028"/>
                  </a:lnTo>
                  <a:lnTo>
                    <a:pt x="2639666" y="435457"/>
                  </a:lnTo>
                  <a:lnTo>
                    <a:pt x="2649410" y="431548"/>
                  </a:lnTo>
                  <a:lnTo>
                    <a:pt x="2659139" y="427298"/>
                  </a:lnTo>
                  <a:lnTo>
                    <a:pt x="2668883" y="422713"/>
                  </a:lnTo>
                  <a:lnTo>
                    <a:pt x="2678627" y="417788"/>
                  </a:lnTo>
                  <a:lnTo>
                    <a:pt x="2688371" y="412529"/>
                  </a:lnTo>
                  <a:lnTo>
                    <a:pt x="2698100" y="406934"/>
                  </a:lnTo>
                  <a:lnTo>
                    <a:pt x="2707844" y="401008"/>
                  </a:lnTo>
                  <a:lnTo>
                    <a:pt x="2717588" y="394752"/>
                  </a:lnTo>
                  <a:lnTo>
                    <a:pt x="2727332" y="388172"/>
                  </a:lnTo>
                  <a:lnTo>
                    <a:pt x="2737076" y="381271"/>
                  </a:lnTo>
                  <a:lnTo>
                    <a:pt x="2746805" y="374054"/>
                  </a:lnTo>
                  <a:lnTo>
                    <a:pt x="2756549" y="366527"/>
                  </a:lnTo>
                  <a:lnTo>
                    <a:pt x="2766293" y="358695"/>
                  </a:lnTo>
                  <a:lnTo>
                    <a:pt x="2776037" y="350564"/>
                  </a:lnTo>
                  <a:lnTo>
                    <a:pt x="2785766" y="342143"/>
                  </a:lnTo>
                  <a:lnTo>
                    <a:pt x="2795510" y="333439"/>
                  </a:lnTo>
                  <a:lnTo>
                    <a:pt x="2805254" y="324460"/>
                  </a:lnTo>
                  <a:lnTo>
                    <a:pt x="2814998" y="315213"/>
                  </a:lnTo>
                  <a:lnTo>
                    <a:pt x="2824727" y="305711"/>
                  </a:lnTo>
                  <a:lnTo>
                    <a:pt x="2834471" y="295961"/>
                  </a:lnTo>
                  <a:lnTo>
                    <a:pt x="2844215" y="285973"/>
                  </a:lnTo>
                  <a:lnTo>
                    <a:pt x="2853958" y="275758"/>
                  </a:lnTo>
                  <a:lnTo>
                    <a:pt x="2863687" y="265326"/>
                  </a:lnTo>
                  <a:lnTo>
                    <a:pt x="2873431" y="254691"/>
                  </a:lnTo>
                  <a:lnTo>
                    <a:pt x="2883175" y="243862"/>
                  </a:lnTo>
                  <a:lnTo>
                    <a:pt x="2892919" y="232855"/>
                  </a:lnTo>
                  <a:lnTo>
                    <a:pt x="2902663" y="221678"/>
                  </a:lnTo>
                  <a:lnTo>
                    <a:pt x="2912392" y="21034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8" name="Freeform 677">
              <a:extLst>
                <a:ext uri="{FF2B5EF4-FFF2-40B4-BE49-F238E27FC236}">
                  <a16:creationId xmlns:a16="http://schemas.microsoft.com/office/drawing/2014/main" id="{A952A9EE-6607-EADA-11B6-B67DBA091B82}"/>
                </a:ext>
              </a:extLst>
            </p:cNvPr>
            <p:cNvSpPr/>
            <p:nvPr/>
          </p:nvSpPr>
          <p:spPr>
            <a:xfrm>
              <a:off x="576446" y="3273204"/>
              <a:ext cx="2912392" cy="1245605"/>
            </a:xfrm>
            <a:custGeom>
              <a:avLst/>
              <a:gdLst>
                <a:gd name="connsiteX0" fmla="*/ 0 w 2912392"/>
                <a:gd name="connsiteY0" fmla="*/ 903346 h 1245605"/>
                <a:gd name="connsiteX1" fmla="*/ 9739 w 2912392"/>
                <a:gd name="connsiteY1" fmla="*/ 911451 h 1245605"/>
                <a:gd name="connsiteX2" fmla="*/ 19480 w 2912392"/>
                <a:gd name="connsiteY2" fmla="*/ 919541 h 1245605"/>
                <a:gd name="connsiteX3" fmla="*/ 29221 w 2912392"/>
                <a:gd name="connsiteY3" fmla="*/ 927631 h 1245605"/>
                <a:gd name="connsiteX4" fmla="*/ 38961 w 2912392"/>
                <a:gd name="connsiteY4" fmla="*/ 935707 h 1245605"/>
                <a:gd name="connsiteX5" fmla="*/ 48702 w 2912392"/>
                <a:gd name="connsiteY5" fmla="*/ 943752 h 1245605"/>
                <a:gd name="connsiteX6" fmla="*/ 58443 w 2912392"/>
                <a:gd name="connsiteY6" fmla="*/ 951798 h 1245605"/>
                <a:gd name="connsiteX7" fmla="*/ 68182 w 2912392"/>
                <a:gd name="connsiteY7" fmla="*/ 959828 h 1245605"/>
                <a:gd name="connsiteX8" fmla="*/ 77923 w 2912392"/>
                <a:gd name="connsiteY8" fmla="*/ 967829 h 1245605"/>
                <a:gd name="connsiteX9" fmla="*/ 87664 w 2912392"/>
                <a:gd name="connsiteY9" fmla="*/ 975815 h 1245605"/>
                <a:gd name="connsiteX10" fmla="*/ 97404 w 2912392"/>
                <a:gd name="connsiteY10" fmla="*/ 983786 h 1245605"/>
                <a:gd name="connsiteX11" fmla="*/ 107145 w 2912392"/>
                <a:gd name="connsiteY11" fmla="*/ 991712 h 1245605"/>
                <a:gd name="connsiteX12" fmla="*/ 116886 w 2912392"/>
                <a:gd name="connsiteY12" fmla="*/ 999623 h 1245605"/>
                <a:gd name="connsiteX13" fmla="*/ 126625 w 2912392"/>
                <a:gd name="connsiteY13" fmla="*/ 1007520 h 1245605"/>
                <a:gd name="connsiteX14" fmla="*/ 136366 w 2912392"/>
                <a:gd name="connsiteY14" fmla="*/ 1015357 h 1245605"/>
                <a:gd name="connsiteX15" fmla="*/ 146107 w 2912392"/>
                <a:gd name="connsiteY15" fmla="*/ 1023179 h 1245605"/>
                <a:gd name="connsiteX16" fmla="*/ 155846 w 2912392"/>
                <a:gd name="connsiteY16" fmla="*/ 1030956 h 1245605"/>
                <a:gd name="connsiteX17" fmla="*/ 165587 w 2912392"/>
                <a:gd name="connsiteY17" fmla="*/ 1038674 h 1245605"/>
                <a:gd name="connsiteX18" fmla="*/ 175328 w 2912392"/>
                <a:gd name="connsiteY18" fmla="*/ 1046361 h 1245605"/>
                <a:gd name="connsiteX19" fmla="*/ 185068 w 2912392"/>
                <a:gd name="connsiteY19" fmla="*/ 1054005 h 1245605"/>
                <a:gd name="connsiteX20" fmla="*/ 194809 w 2912392"/>
                <a:gd name="connsiteY20" fmla="*/ 1061573 h 1245605"/>
                <a:gd name="connsiteX21" fmla="*/ 204550 w 2912392"/>
                <a:gd name="connsiteY21" fmla="*/ 1069097 h 1245605"/>
                <a:gd name="connsiteX22" fmla="*/ 214289 w 2912392"/>
                <a:gd name="connsiteY22" fmla="*/ 1076547 h 1245605"/>
                <a:gd name="connsiteX23" fmla="*/ 224030 w 2912392"/>
                <a:gd name="connsiteY23" fmla="*/ 1083937 h 1245605"/>
                <a:gd name="connsiteX24" fmla="*/ 233771 w 2912392"/>
                <a:gd name="connsiteY24" fmla="*/ 1091252 h 1245605"/>
                <a:gd name="connsiteX25" fmla="*/ 243510 w 2912392"/>
                <a:gd name="connsiteY25" fmla="*/ 1098493 h 1245605"/>
                <a:gd name="connsiteX26" fmla="*/ 253251 w 2912392"/>
                <a:gd name="connsiteY26" fmla="*/ 1105630 h 1245605"/>
                <a:gd name="connsiteX27" fmla="*/ 262992 w 2912392"/>
                <a:gd name="connsiteY27" fmla="*/ 1112692 h 1245605"/>
                <a:gd name="connsiteX28" fmla="*/ 272732 w 2912392"/>
                <a:gd name="connsiteY28" fmla="*/ 1119650 h 1245605"/>
                <a:gd name="connsiteX29" fmla="*/ 282473 w 2912392"/>
                <a:gd name="connsiteY29" fmla="*/ 1126503 h 1245605"/>
                <a:gd name="connsiteX30" fmla="*/ 292214 w 2912392"/>
                <a:gd name="connsiteY30" fmla="*/ 1133252 h 1245605"/>
                <a:gd name="connsiteX31" fmla="*/ 301953 w 2912392"/>
                <a:gd name="connsiteY31" fmla="*/ 1139882 h 1245605"/>
                <a:gd name="connsiteX32" fmla="*/ 311694 w 2912392"/>
                <a:gd name="connsiteY32" fmla="*/ 1146378 h 1245605"/>
                <a:gd name="connsiteX33" fmla="*/ 321435 w 2912392"/>
                <a:gd name="connsiteY33" fmla="*/ 1152755 h 1245605"/>
                <a:gd name="connsiteX34" fmla="*/ 331175 w 2912392"/>
                <a:gd name="connsiteY34" fmla="*/ 1158998 h 1245605"/>
                <a:gd name="connsiteX35" fmla="*/ 340916 w 2912392"/>
                <a:gd name="connsiteY35" fmla="*/ 1165077 h 1245605"/>
                <a:gd name="connsiteX36" fmla="*/ 350656 w 2912392"/>
                <a:gd name="connsiteY36" fmla="*/ 1171021 h 1245605"/>
                <a:gd name="connsiteX37" fmla="*/ 360396 w 2912392"/>
                <a:gd name="connsiteY37" fmla="*/ 1176787 h 1245605"/>
                <a:gd name="connsiteX38" fmla="*/ 370137 w 2912392"/>
                <a:gd name="connsiteY38" fmla="*/ 1182404 h 1245605"/>
                <a:gd name="connsiteX39" fmla="*/ 379878 w 2912392"/>
                <a:gd name="connsiteY39" fmla="*/ 1187827 h 1245605"/>
                <a:gd name="connsiteX40" fmla="*/ 389617 w 2912392"/>
                <a:gd name="connsiteY40" fmla="*/ 1193057 h 1245605"/>
                <a:gd name="connsiteX41" fmla="*/ 399358 w 2912392"/>
                <a:gd name="connsiteY41" fmla="*/ 1198108 h 1245605"/>
                <a:gd name="connsiteX42" fmla="*/ 409099 w 2912392"/>
                <a:gd name="connsiteY42" fmla="*/ 1202950 h 1245605"/>
                <a:gd name="connsiteX43" fmla="*/ 418839 w 2912392"/>
                <a:gd name="connsiteY43" fmla="*/ 1207583 h 1245605"/>
                <a:gd name="connsiteX44" fmla="*/ 428580 w 2912392"/>
                <a:gd name="connsiteY44" fmla="*/ 1211993 h 1245605"/>
                <a:gd name="connsiteX45" fmla="*/ 438321 w 2912392"/>
                <a:gd name="connsiteY45" fmla="*/ 1216165 h 1245605"/>
                <a:gd name="connsiteX46" fmla="*/ 448060 w 2912392"/>
                <a:gd name="connsiteY46" fmla="*/ 1220113 h 1245605"/>
                <a:gd name="connsiteX47" fmla="*/ 457801 w 2912392"/>
                <a:gd name="connsiteY47" fmla="*/ 1223808 h 1245605"/>
                <a:gd name="connsiteX48" fmla="*/ 467542 w 2912392"/>
                <a:gd name="connsiteY48" fmla="*/ 1227235 h 1245605"/>
                <a:gd name="connsiteX49" fmla="*/ 477281 w 2912392"/>
                <a:gd name="connsiteY49" fmla="*/ 1230409 h 1245605"/>
                <a:gd name="connsiteX50" fmla="*/ 487022 w 2912392"/>
                <a:gd name="connsiteY50" fmla="*/ 1233299 h 1245605"/>
                <a:gd name="connsiteX51" fmla="*/ 496763 w 2912392"/>
                <a:gd name="connsiteY51" fmla="*/ 1235921 h 1245605"/>
                <a:gd name="connsiteX52" fmla="*/ 506503 w 2912392"/>
                <a:gd name="connsiteY52" fmla="*/ 1238245 h 1245605"/>
                <a:gd name="connsiteX53" fmla="*/ 516244 w 2912392"/>
                <a:gd name="connsiteY53" fmla="*/ 1240257 h 1245605"/>
                <a:gd name="connsiteX54" fmla="*/ 525985 w 2912392"/>
                <a:gd name="connsiteY54" fmla="*/ 1241970 h 1245605"/>
                <a:gd name="connsiteX55" fmla="*/ 535724 w 2912392"/>
                <a:gd name="connsiteY55" fmla="*/ 1243371 h 1245605"/>
                <a:gd name="connsiteX56" fmla="*/ 545465 w 2912392"/>
                <a:gd name="connsiteY56" fmla="*/ 1244443 h 1245605"/>
                <a:gd name="connsiteX57" fmla="*/ 555206 w 2912392"/>
                <a:gd name="connsiteY57" fmla="*/ 1245174 h 1245605"/>
                <a:gd name="connsiteX58" fmla="*/ 564946 w 2912392"/>
                <a:gd name="connsiteY58" fmla="*/ 1245561 h 1245605"/>
                <a:gd name="connsiteX59" fmla="*/ 574687 w 2912392"/>
                <a:gd name="connsiteY59" fmla="*/ 1245606 h 1245605"/>
                <a:gd name="connsiteX60" fmla="*/ 584428 w 2912392"/>
                <a:gd name="connsiteY60" fmla="*/ 1245293 h 1245605"/>
                <a:gd name="connsiteX61" fmla="*/ 594167 w 2912392"/>
                <a:gd name="connsiteY61" fmla="*/ 1244622 h 1245605"/>
                <a:gd name="connsiteX62" fmla="*/ 603908 w 2912392"/>
                <a:gd name="connsiteY62" fmla="*/ 1243564 h 1245605"/>
                <a:gd name="connsiteX63" fmla="*/ 613649 w 2912392"/>
                <a:gd name="connsiteY63" fmla="*/ 1242149 h 1245605"/>
                <a:gd name="connsiteX64" fmla="*/ 623388 w 2912392"/>
                <a:gd name="connsiteY64" fmla="*/ 1240331 h 1245605"/>
                <a:gd name="connsiteX65" fmla="*/ 633129 w 2912392"/>
                <a:gd name="connsiteY65" fmla="*/ 1238126 h 1245605"/>
                <a:gd name="connsiteX66" fmla="*/ 642870 w 2912392"/>
                <a:gd name="connsiteY66" fmla="*/ 1235534 h 1245605"/>
                <a:gd name="connsiteX67" fmla="*/ 652610 w 2912392"/>
                <a:gd name="connsiteY67" fmla="*/ 1232539 h 1245605"/>
                <a:gd name="connsiteX68" fmla="*/ 662351 w 2912392"/>
                <a:gd name="connsiteY68" fmla="*/ 1229142 h 1245605"/>
                <a:gd name="connsiteX69" fmla="*/ 672092 w 2912392"/>
                <a:gd name="connsiteY69" fmla="*/ 1225328 h 1245605"/>
                <a:gd name="connsiteX70" fmla="*/ 681831 w 2912392"/>
                <a:gd name="connsiteY70" fmla="*/ 1221112 h 1245605"/>
                <a:gd name="connsiteX71" fmla="*/ 691572 w 2912392"/>
                <a:gd name="connsiteY71" fmla="*/ 1216478 h 1245605"/>
                <a:gd name="connsiteX72" fmla="*/ 701313 w 2912392"/>
                <a:gd name="connsiteY72" fmla="*/ 1211412 h 1245605"/>
                <a:gd name="connsiteX73" fmla="*/ 711052 w 2912392"/>
                <a:gd name="connsiteY73" fmla="*/ 1205944 h 1245605"/>
                <a:gd name="connsiteX74" fmla="*/ 720793 w 2912392"/>
                <a:gd name="connsiteY74" fmla="*/ 1200044 h 1245605"/>
                <a:gd name="connsiteX75" fmla="*/ 730534 w 2912392"/>
                <a:gd name="connsiteY75" fmla="*/ 1193712 h 1245605"/>
                <a:gd name="connsiteX76" fmla="*/ 740274 w 2912392"/>
                <a:gd name="connsiteY76" fmla="*/ 1186963 h 1245605"/>
                <a:gd name="connsiteX77" fmla="*/ 750015 w 2912392"/>
                <a:gd name="connsiteY77" fmla="*/ 1179797 h 1245605"/>
                <a:gd name="connsiteX78" fmla="*/ 759756 w 2912392"/>
                <a:gd name="connsiteY78" fmla="*/ 1172198 h 1245605"/>
                <a:gd name="connsiteX79" fmla="*/ 769495 w 2912392"/>
                <a:gd name="connsiteY79" fmla="*/ 1164183 h 1245605"/>
                <a:gd name="connsiteX80" fmla="*/ 779236 w 2912392"/>
                <a:gd name="connsiteY80" fmla="*/ 1155750 h 1245605"/>
                <a:gd name="connsiteX81" fmla="*/ 788977 w 2912392"/>
                <a:gd name="connsiteY81" fmla="*/ 1146900 h 1245605"/>
                <a:gd name="connsiteX82" fmla="*/ 798717 w 2912392"/>
                <a:gd name="connsiteY82" fmla="*/ 1137633 h 1245605"/>
                <a:gd name="connsiteX83" fmla="*/ 808458 w 2912392"/>
                <a:gd name="connsiteY83" fmla="*/ 1127963 h 1245605"/>
                <a:gd name="connsiteX84" fmla="*/ 818199 w 2912392"/>
                <a:gd name="connsiteY84" fmla="*/ 1117891 h 1245605"/>
                <a:gd name="connsiteX85" fmla="*/ 827938 w 2912392"/>
                <a:gd name="connsiteY85" fmla="*/ 1107403 h 1245605"/>
                <a:gd name="connsiteX86" fmla="*/ 837679 w 2912392"/>
                <a:gd name="connsiteY86" fmla="*/ 1096541 h 1245605"/>
                <a:gd name="connsiteX87" fmla="*/ 847420 w 2912392"/>
                <a:gd name="connsiteY87" fmla="*/ 1085278 h 1245605"/>
                <a:gd name="connsiteX88" fmla="*/ 857159 w 2912392"/>
                <a:gd name="connsiteY88" fmla="*/ 1073642 h 1245605"/>
                <a:gd name="connsiteX89" fmla="*/ 866900 w 2912392"/>
                <a:gd name="connsiteY89" fmla="*/ 1061633 h 1245605"/>
                <a:gd name="connsiteX90" fmla="*/ 876641 w 2912392"/>
                <a:gd name="connsiteY90" fmla="*/ 1049267 h 1245605"/>
                <a:gd name="connsiteX91" fmla="*/ 886381 w 2912392"/>
                <a:gd name="connsiteY91" fmla="*/ 1036558 h 1245605"/>
                <a:gd name="connsiteX92" fmla="*/ 896122 w 2912392"/>
                <a:gd name="connsiteY92" fmla="*/ 1023491 h 1245605"/>
                <a:gd name="connsiteX93" fmla="*/ 905863 w 2912392"/>
                <a:gd name="connsiteY93" fmla="*/ 1010097 h 1245605"/>
                <a:gd name="connsiteX94" fmla="*/ 915602 w 2912392"/>
                <a:gd name="connsiteY94" fmla="*/ 996390 h 1245605"/>
                <a:gd name="connsiteX95" fmla="*/ 925343 w 2912392"/>
                <a:gd name="connsiteY95" fmla="*/ 982370 h 1245605"/>
                <a:gd name="connsiteX96" fmla="*/ 935084 w 2912392"/>
                <a:gd name="connsiteY96" fmla="*/ 968067 h 1245605"/>
                <a:gd name="connsiteX97" fmla="*/ 944824 w 2912392"/>
                <a:gd name="connsiteY97" fmla="*/ 953466 h 1245605"/>
                <a:gd name="connsiteX98" fmla="*/ 954564 w 2912392"/>
                <a:gd name="connsiteY98" fmla="*/ 938612 h 1245605"/>
                <a:gd name="connsiteX99" fmla="*/ 964305 w 2912392"/>
                <a:gd name="connsiteY99" fmla="*/ 923504 h 1245605"/>
                <a:gd name="connsiteX100" fmla="*/ 974045 w 2912392"/>
                <a:gd name="connsiteY100" fmla="*/ 908158 h 1245605"/>
                <a:gd name="connsiteX101" fmla="*/ 983786 w 2912392"/>
                <a:gd name="connsiteY101" fmla="*/ 892589 h 1245605"/>
                <a:gd name="connsiteX102" fmla="*/ 993522 w 2912392"/>
                <a:gd name="connsiteY102" fmla="*/ 876826 h 1245605"/>
                <a:gd name="connsiteX103" fmla="*/ 1003266 w 2912392"/>
                <a:gd name="connsiteY103" fmla="*/ 860869 h 1245605"/>
                <a:gd name="connsiteX104" fmla="*/ 1013010 w 2912392"/>
                <a:gd name="connsiteY104" fmla="*/ 844748 h 1245605"/>
                <a:gd name="connsiteX105" fmla="*/ 1022754 w 2912392"/>
                <a:gd name="connsiteY105" fmla="*/ 828464 h 1245605"/>
                <a:gd name="connsiteX106" fmla="*/ 1032483 w 2912392"/>
                <a:gd name="connsiteY106" fmla="*/ 812060 h 1245605"/>
                <a:gd name="connsiteX107" fmla="*/ 1042227 w 2912392"/>
                <a:gd name="connsiteY107" fmla="*/ 795537 h 1245605"/>
                <a:gd name="connsiteX108" fmla="*/ 1051971 w 2912392"/>
                <a:gd name="connsiteY108" fmla="*/ 778910 h 1245605"/>
                <a:gd name="connsiteX109" fmla="*/ 1061715 w 2912392"/>
                <a:gd name="connsiteY109" fmla="*/ 762208 h 1245605"/>
                <a:gd name="connsiteX110" fmla="*/ 1071444 w 2912392"/>
                <a:gd name="connsiteY110" fmla="*/ 745462 h 1245605"/>
                <a:gd name="connsiteX111" fmla="*/ 1081188 w 2912392"/>
                <a:gd name="connsiteY111" fmla="*/ 728665 h 1245605"/>
                <a:gd name="connsiteX112" fmla="*/ 1090932 w 2912392"/>
                <a:gd name="connsiteY112" fmla="*/ 711853 h 1245605"/>
                <a:gd name="connsiteX113" fmla="*/ 1100676 w 2912392"/>
                <a:gd name="connsiteY113" fmla="*/ 695045 h 1245605"/>
                <a:gd name="connsiteX114" fmla="*/ 1110405 w 2912392"/>
                <a:gd name="connsiteY114" fmla="*/ 678258 h 1245605"/>
                <a:gd name="connsiteX115" fmla="*/ 1120149 w 2912392"/>
                <a:gd name="connsiteY115" fmla="*/ 661516 h 1245605"/>
                <a:gd name="connsiteX116" fmla="*/ 1129893 w 2912392"/>
                <a:gd name="connsiteY116" fmla="*/ 644837 h 1245605"/>
                <a:gd name="connsiteX117" fmla="*/ 1139637 w 2912392"/>
                <a:gd name="connsiteY117" fmla="*/ 628241 h 1245605"/>
                <a:gd name="connsiteX118" fmla="*/ 1149381 w 2912392"/>
                <a:gd name="connsiteY118" fmla="*/ 611749 h 1245605"/>
                <a:gd name="connsiteX119" fmla="*/ 1159110 w 2912392"/>
                <a:gd name="connsiteY119" fmla="*/ 595381 h 1245605"/>
                <a:gd name="connsiteX120" fmla="*/ 1168854 w 2912392"/>
                <a:gd name="connsiteY120" fmla="*/ 579156 h 1245605"/>
                <a:gd name="connsiteX121" fmla="*/ 1178598 w 2912392"/>
                <a:gd name="connsiteY121" fmla="*/ 563097 h 1245605"/>
                <a:gd name="connsiteX122" fmla="*/ 1188341 w 2912392"/>
                <a:gd name="connsiteY122" fmla="*/ 547219 h 1245605"/>
                <a:gd name="connsiteX123" fmla="*/ 1198070 w 2912392"/>
                <a:gd name="connsiteY123" fmla="*/ 531545 h 1245605"/>
                <a:gd name="connsiteX124" fmla="*/ 1207814 w 2912392"/>
                <a:gd name="connsiteY124" fmla="*/ 516090 h 1245605"/>
                <a:gd name="connsiteX125" fmla="*/ 1217558 w 2912392"/>
                <a:gd name="connsiteY125" fmla="*/ 500878 h 1245605"/>
                <a:gd name="connsiteX126" fmla="*/ 1227302 w 2912392"/>
                <a:gd name="connsiteY126" fmla="*/ 485923 h 1245605"/>
                <a:gd name="connsiteX127" fmla="*/ 1237031 w 2912392"/>
                <a:gd name="connsiteY127" fmla="*/ 471243 h 1245605"/>
                <a:gd name="connsiteX128" fmla="*/ 1246775 w 2912392"/>
                <a:gd name="connsiteY128" fmla="*/ 456858 h 1245605"/>
                <a:gd name="connsiteX129" fmla="*/ 1256519 w 2912392"/>
                <a:gd name="connsiteY129" fmla="*/ 442781 h 1245605"/>
                <a:gd name="connsiteX130" fmla="*/ 1266263 w 2912392"/>
                <a:gd name="connsiteY130" fmla="*/ 429031 h 1245605"/>
                <a:gd name="connsiteX131" fmla="*/ 1276007 w 2912392"/>
                <a:gd name="connsiteY131" fmla="*/ 415622 h 1245605"/>
                <a:gd name="connsiteX132" fmla="*/ 1285736 w 2912392"/>
                <a:gd name="connsiteY132" fmla="*/ 402571 h 1245605"/>
                <a:gd name="connsiteX133" fmla="*/ 1295480 w 2912392"/>
                <a:gd name="connsiteY133" fmla="*/ 389888 h 1245605"/>
                <a:gd name="connsiteX134" fmla="*/ 1305224 w 2912392"/>
                <a:gd name="connsiteY134" fmla="*/ 377589 h 1245605"/>
                <a:gd name="connsiteX135" fmla="*/ 1314968 w 2912392"/>
                <a:gd name="connsiteY135" fmla="*/ 365688 h 1245605"/>
                <a:gd name="connsiteX136" fmla="*/ 1324697 w 2912392"/>
                <a:gd name="connsiteY136" fmla="*/ 354195 h 1245605"/>
                <a:gd name="connsiteX137" fmla="*/ 1334441 w 2912392"/>
                <a:gd name="connsiteY137" fmla="*/ 343121 h 1245605"/>
                <a:gd name="connsiteX138" fmla="*/ 1344185 w 2912392"/>
                <a:gd name="connsiteY138" fmla="*/ 332477 h 1245605"/>
                <a:gd name="connsiteX139" fmla="*/ 1353929 w 2912392"/>
                <a:gd name="connsiteY139" fmla="*/ 322271 h 1245605"/>
                <a:gd name="connsiteX140" fmla="*/ 1363658 w 2912392"/>
                <a:gd name="connsiteY140" fmla="*/ 312514 h 1245605"/>
                <a:gd name="connsiteX141" fmla="*/ 1373402 w 2912392"/>
                <a:gd name="connsiteY141" fmla="*/ 303212 h 1245605"/>
                <a:gd name="connsiteX142" fmla="*/ 1383146 w 2912392"/>
                <a:gd name="connsiteY142" fmla="*/ 294371 h 1245605"/>
                <a:gd name="connsiteX143" fmla="*/ 1392890 w 2912392"/>
                <a:gd name="connsiteY143" fmla="*/ 285998 h 1245605"/>
                <a:gd name="connsiteX144" fmla="*/ 1402619 w 2912392"/>
                <a:gd name="connsiteY144" fmla="*/ 278097 h 1245605"/>
                <a:gd name="connsiteX145" fmla="*/ 1412363 w 2912392"/>
                <a:gd name="connsiteY145" fmla="*/ 270673 h 1245605"/>
                <a:gd name="connsiteX146" fmla="*/ 1422106 w 2912392"/>
                <a:gd name="connsiteY146" fmla="*/ 263727 h 1245605"/>
                <a:gd name="connsiteX147" fmla="*/ 1431850 w 2912392"/>
                <a:gd name="connsiteY147" fmla="*/ 257262 h 1245605"/>
                <a:gd name="connsiteX148" fmla="*/ 1441594 w 2912392"/>
                <a:gd name="connsiteY148" fmla="*/ 251277 h 1245605"/>
                <a:gd name="connsiteX149" fmla="*/ 1451323 w 2912392"/>
                <a:gd name="connsiteY149" fmla="*/ 245775 h 1245605"/>
                <a:gd name="connsiteX150" fmla="*/ 1461067 w 2912392"/>
                <a:gd name="connsiteY150" fmla="*/ 240754 h 1245605"/>
                <a:gd name="connsiteX151" fmla="*/ 1470811 w 2912392"/>
                <a:gd name="connsiteY151" fmla="*/ 236210 h 1245605"/>
                <a:gd name="connsiteX152" fmla="*/ 1480555 w 2912392"/>
                <a:gd name="connsiteY152" fmla="*/ 232141 h 1245605"/>
                <a:gd name="connsiteX153" fmla="*/ 1490284 w 2912392"/>
                <a:gd name="connsiteY153" fmla="*/ 228543 h 1245605"/>
                <a:gd name="connsiteX154" fmla="*/ 1500028 w 2912392"/>
                <a:gd name="connsiteY154" fmla="*/ 225411 h 1245605"/>
                <a:gd name="connsiteX155" fmla="*/ 1509772 w 2912392"/>
                <a:gd name="connsiteY155" fmla="*/ 222740 h 1245605"/>
                <a:gd name="connsiteX156" fmla="*/ 1519516 w 2912392"/>
                <a:gd name="connsiteY156" fmla="*/ 220521 h 1245605"/>
                <a:gd name="connsiteX157" fmla="*/ 1529245 w 2912392"/>
                <a:gd name="connsiteY157" fmla="*/ 218748 h 1245605"/>
                <a:gd name="connsiteX158" fmla="*/ 1538989 w 2912392"/>
                <a:gd name="connsiteY158" fmla="*/ 217412 h 1245605"/>
                <a:gd name="connsiteX159" fmla="*/ 1548733 w 2912392"/>
                <a:gd name="connsiteY159" fmla="*/ 216503 h 1245605"/>
                <a:gd name="connsiteX160" fmla="*/ 1558477 w 2912392"/>
                <a:gd name="connsiteY160" fmla="*/ 216011 h 1245605"/>
                <a:gd name="connsiteX161" fmla="*/ 1568221 w 2912392"/>
                <a:gd name="connsiteY161" fmla="*/ 215926 h 1245605"/>
                <a:gd name="connsiteX162" fmla="*/ 1577950 w 2912392"/>
                <a:gd name="connsiteY162" fmla="*/ 216236 h 1245605"/>
                <a:gd name="connsiteX163" fmla="*/ 1587694 w 2912392"/>
                <a:gd name="connsiteY163" fmla="*/ 216926 h 1245605"/>
                <a:gd name="connsiteX164" fmla="*/ 1597438 w 2912392"/>
                <a:gd name="connsiteY164" fmla="*/ 217986 h 1245605"/>
                <a:gd name="connsiteX165" fmla="*/ 1607182 w 2912392"/>
                <a:gd name="connsiteY165" fmla="*/ 219399 h 1245605"/>
                <a:gd name="connsiteX166" fmla="*/ 1616911 w 2912392"/>
                <a:gd name="connsiteY166" fmla="*/ 221152 h 1245605"/>
                <a:gd name="connsiteX167" fmla="*/ 1626655 w 2912392"/>
                <a:gd name="connsiteY167" fmla="*/ 223230 h 1245605"/>
                <a:gd name="connsiteX168" fmla="*/ 1636399 w 2912392"/>
                <a:gd name="connsiteY168" fmla="*/ 225617 h 1245605"/>
                <a:gd name="connsiteX169" fmla="*/ 1646142 w 2912392"/>
                <a:gd name="connsiteY169" fmla="*/ 228296 h 1245605"/>
                <a:gd name="connsiteX170" fmla="*/ 1655872 w 2912392"/>
                <a:gd name="connsiteY170" fmla="*/ 231252 h 1245605"/>
                <a:gd name="connsiteX171" fmla="*/ 1665616 w 2912392"/>
                <a:gd name="connsiteY171" fmla="*/ 234465 h 1245605"/>
                <a:gd name="connsiteX172" fmla="*/ 1675359 w 2912392"/>
                <a:gd name="connsiteY172" fmla="*/ 237922 h 1245605"/>
                <a:gd name="connsiteX173" fmla="*/ 1685103 w 2912392"/>
                <a:gd name="connsiteY173" fmla="*/ 241600 h 1245605"/>
                <a:gd name="connsiteX174" fmla="*/ 1694832 w 2912392"/>
                <a:gd name="connsiteY174" fmla="*/ 245485 h 1245605"/>
                <a:gd name="connsiteX175" fmla="*/ 1704576 w 2912392"/>
                <a:gd name="connsiteY175" fmla="*/ 249556 h 1245605"/>
                <a:gd name="connsiteX176" fmla="*/ 1714320 w 2912392"/>
                <a:gd name="connsiteY176" fmla="*/ 253797 h 1245605"/>
                <a:gd name="connsiteX177" fmla="*/ 1724064 w 2912392"/>
                <a:gd name="connsiteY177" fmla="*/ 258187 h 1245605"/>
                <a:gd name="connsiteX178" fmla="*/ 1733808 w 2912392"/>
                <a:gd name="connsiteY178" fmla="*/ 262708 h 1245605"/>
                <a:gd name="connsiteX179" fmla="*/ 1743537 w 2912392"/>
                <a:gd name="connsiteY179" fmla="*/ 267341 h 1245605"/>
                <a:gd name="connsiteX180" fmla="*/ 1753281 w 2912392"/>
                <a:gd name="connsiteY180" fmla="*/ 272069 h 1245605"/>
                <a:gd name="connsiteX181" fmla="*/ 1763025 w 2912392"/>
                <a:gd name="connsiteY181" fmla="*/ 276871 h 1245605"/>
                <a:gd name="connsiteX182" fmla="*/ 1772769 w 2912392"/>
                <a:gd name="connsiteY182" fmla="*/ 281729 h 1245605"/>
                <a:gd name="connsiteX183" fmla="*/ 1782498 w 2912392"/>
                <a:gd name="connsiteY183" fmla="*/ 286624 h 1245605"/>
                <a:gd name="connsiteX184" fmla="*/ 1792242 w 2912392"/>
                <a:gd name="connsiteY184" fmla="*/ 291539 h 1245605"/>
                <a:gd name="connsiteX185" fmla="*/ 1801986 w 2912392"/>
                <a:gd name="connsiteY185" fmla="*/ 296455 h 1245605"/>
                <a:gd name="connsiteX186" fmla="*/ 1811730 w 2912392"/>
                <a:gd name="connsiteY186" fmla="*/ 301354 h 1245605"/>
                <a:gd name="connsiteX187" fmla="*/ 1821459 w 2912392"/>
                <a:gd name="connsiteY187" fmla="*/ 306219 h 1245605"/>
                <a:gd name="connsiteX188" fmla="*/ 1831203 w 2912392"/>
                <a:gd name="connsiteY188" fmla="*/ 311033 h 1245605"/>
                <a:gd name="connsiteX189" fmla="*/ 1840947 w 2912392"/>
                <a:gd name="connsiteY189" fmla="*/ 315778 h 1245605"/>
                <a:gd name="connsiteX190" fmla="*/ 1850691 w 2912392"/>
                <a:gd name="connsiteY190" fmla="*/ 320438 h 1245605"/>
                <a:gd name="connsiteX191" fmla="*/ 1860435 w 2912392"/>
                <a:gd name="connsiteY191" fmla="*/ 324997 h 1245605"/>
                <a:gd name="connsiteX192" fmla="*/ 1870164 w 2912392"/>
                <a:gd name="connsiteY192" fmla="*/ 329442 h 1245605"/>
                <a:gd name="connsiteX193" fmla="*/ 1879908 w 2912392"/>
                <a:gd name="connsiteY193" fmla="*/ 333755 h 1245605"/>
                <a:gd name="connsiteX194" fmla="*/ 1889652 w 2912392"/>
                <a:gd name="connsiteY194" fmla="*/ 337924 h 1245605"/>
                <a:gd name="connsiteX195" fmla="*/ 1899395 w 2912392"/>
                <a:gd name="connsiteY195" fmla="*/ 341935 h 1245605"/>
                <a:gd name="connsiteX196" fmla="*/ 1909124 w 2912392"/>
                <a:gd name="connsiteY196" fmla="*/ 345773 h 1245605"/>
                <a:gd name="connsiteX197" fmla="*/ 1918868 w 2912392"/>
                <a:gd name="connsiteY197" fmla="*/ 349427 h 1245605"/>
                <a:gd name="connsiteX198" fmla="*/ 1928612 w 2912392"/>
                <a:gd name="connsiteY198" fmla="*/ 352885 h 1245605"/>
                <a:gd name="connsiteX199" fmla="*/ 1938356 w 2912392"/>
                <a:gd name="connsiteY199" fmla="*/ 356138 h 1245605"/>
                <a:gd name="connsiteX200" fmla="*/ 1948085 w 2912392"/>
                <a:gd name="connsiteY200" fmla="*/ 359173 h 1245605"/>
                <a:gd name="connsiteX201" fmla="*/ 1957829 w 2912392"/>
                <a:gd name="connsiteY201" fmla="*/ 361980 h 1245605"/>
                <a:gd name="connsiteX202" fmla="*/ 1967573 w 2912392"/>
                <a:gd name="connsiteY202" fmla="*/ 364553 h 1245605"/>
                <a:gd name="connsiteX203" fmla="*/ 1977317 w 2912392"/>
                <a:gd name="connsiteY203" fmla="*/ 366881 h 1245605"/>
                <a:gd name="connsiteX204" fmla="*/ 1987046 w 2912392"/>
                <a:gd name="connsiteY204" fmla="*/ 368958 h 1245605"/>
                <a:gd name="connsiteX205" fmla="*/ 1996790 w 2912392"/>
                <a:gd name="connsiteY205" fmla="*/ 370779 h 1245605"/>
                <a:gd name="connsiteX206" fmla="*/ 2006534 w 2912392"/>
                <a:gd name="connsiteY206" fmla="*/ 372336 h 1245605"/>
                <a:gd name="connsiteX207" fmla="*/ 2016278 w 2912392"/>
                <a:gd name="connsiteY207" fmla="*/ 373625 h 1245605"/>
                <a:gd name="connsiteX208" fmla="*/ 2026022 w 2912392"/>
                <a:gd name="connsiteY208" fmla="*/ 374641 h 1245605"/>
                <a:gd name="connsiteX209" fmla="*/ 2035751 w 2912392"/>
                <a:gd name="connsiteY209" fmla="*/ 375381 h 1245605"/>
                <a:gd name="connsiteX210" fmla="*/ 2045495 w 2912392"/>
                <a:gd name="connsiteY210" fmla="*/ 375843 h 1245605"/>
                <a:gd name="connsiteX211" fmla="*/ 2055239 w 2912392"/>
                <a:gd name="connsiteY211" fmla="*/ 376024 h 1245605"/>
                <a:gd name="connsiteX212" fmla="*/ 2064983 w 2912392"/>
                <a:gd name="connsiteY212" fmla="*/ 375924 h 1245605"/>
                <a:gd name="connsiteX213" fmla="*/ 2074712 w 2912392"/>
                <a:gd name="connsiteY213" fmla="*/ 375541 h 1245605"/>
                <a:gd name="connsiteX214" fmla="*/ 2084456 w 2912392"/>
                <a:gd name="connsiteY214" fmla="*/ 374876 h 1245605"/>
                <a:gd name="connsiteX215" fmla="*/ 2094200 w 2912392"/>
                <a:gd name="connsiteY215" fmla="*/ 373932 h 1245605"/>
                <a:gd name="connsiteX216" fmla="*/ 2103944 w 2912392"/>
                <a:gd name="connsiteY216" fmla="*/ 372708 h 1245605"/>
                <a:gd name="connsiteX217" fmla="*/ 2113673 w 2912392"/>
                <a:gd name="connsiteY217" fmla="*/ 371208 h 1245605"/>
                <a:gd name="connsiteX218" fmla="*/ 2123417 w 2912392"/>
                <a:gd name="connsiteY218" fmla="*/ 369435 h 1245605"/>
                <a:gd name="connsiteX219" fmla="*/ 2133161 w 2912392"/>
                <a:gd name="connsiteY219" fmla="*/ 367391 h 1245605"/>
                <a:gd name="connsiteX220" fmla="*/ 2142905 w 2912392"/>
                <a:gd name="connsiteY220" fmla="*/ 365083 h 1245605"/>
                <a:gd name="connsiteX221" fmla="*/ 2152649 w 2912392"/>
                <a:gd name="connsiteY221" fmla="*/ 362513 h 1245605"/>
                <a:gd name="connsiteX222" fmla="*/ 2162377 w 2912392"/>
                <a:gd name="connsiteY222" fmla="*/ 359690 h 1245605"/>
                <a:gd name="connsiteX223" fmla="*/ 2172121 w 2912392"/>
                <a:gd name="connsiteY223" fmla="*/ 356618 h 1245605"/>
                <a:gd name="connsiteX224" fmla="*/ 2181865 w 2912392"/>
                <a:gd name="connsiteY224" fmla="*/ 353303 h 1245605"/>
                <a:gd name="connsiteX225" fmla="*/ 2191609 w 2912392"/>
                <a:gd name="connsiteY225" fmla="*/ 349752 h 1245605"/>
                <a:gd name="connsiteX226" fmla="*/ 2201338 w 2912392"/>
                <a:gd name="connsiteY226" fmla="*/ 345974 h 1245605"/>
                <a:gd name="connsiteX227" fmla="*/ 2211082 w 2912392"/>
                <a:gd name="connsiteY227" fmla="*/ 341975 h 1245605"/>
                <a:gd name="connsiteX228" fmla="*/ 2220826 w 2912392"/>
                <a:gd name="connsiteY228" fmla="*/ 337766 h 1245605"/>
                <a:gd name="connsiteX229" fmla="*/ 2230570 w 2912392"/>
                <a:gd name="connsiteY229" fmla="*/ 333351 h 1245605"/>
                <a:gd name="connsiteX230" fmla="*/ 2240299 w 2912392"/>
                <a:gd name="connsiteY230" fmla="*/ 328745 h 1245605"/>
                <a:gd name="connsiteX231" fmla="*/ 2250043 w 2912392"/>
                <a:gd name="connsiteY231" fmla="*/ 323952 h 1245605"/>
                <a:gd name="connsiteX232" fmla="*/ 2259787 w 2912392"/>
                <a:gd name="connsiteY232" fmla="*/ 318983 h 1245605"/>
                <a:gd name="connsiteX233" fmla="*/ 2269531 w 2912392"/>
                <a:gd name="connsiteY233" fmla="*/ 313849 h 1245605"/>
                <a:gd name="connsiteX234" fmla="*/ 2279260 w 2912392"/>
                <a:gd name="connsiteY234" fmla="*/ 308558 h 1245605"/>
                <a:gd name="connsiteX235" fmla="*/ 2289004 w 2912392"/>
                <a:gd name="connsiteY235" fmla="*/ 303121 h 1245605"/>
                <a:gd name="connsiteX236" fmla="*/ 2298748 w 2912392"/>
                <a:gd name="connsiteY236" fmla="*/ 297548 h 1245605"/>
                <a:gd name="connsiteX237" fmla="*/ 2308492 w 2912392"/>
                <a:gd name="connsiteY237" fmla="*/ 291849 h 1245605"/>
                <a:gd name="connsiteX238" fmla="*/ 2318236 w 2912392"/>
                <a:gd name="connsiteY238" fmla="*/ 286034 h 1245605"/>
                <a:gd name="connsiteX239" fmla="*/ 2327965 w 2912392"/>
                <a:gd name="connsiteY239" fmla="*/ 280113 h 1245605"/>
                <a:gd name="connsiteX240" fmla="*/ 2337709 w 2912392"/>
                <a:gd name="connsiteY240" fmla="*/ 274097 h 1245605"/>
                <a:gd name="connsiteX241" fmla="*/ 2347453 w 2912392"/>
                <a:gd name="connsiteY241" fmla="*/ 267994 h 1245605"/>
                <a:gd name="connsiteX242" fmla="*/ 2357197 w 2912392"/>
                <a:gd name="connsiteY242" fmla="*/ 261818 h 1245605"/>
                <a:gd name="connsiteX243" fmla="*/ 2366926 w 2912392"/>
                <a:gd name="connsiteY243" fmla="*/ 255576 h 1245605"/>
                <a:gd name="connsiteX244" fmla="*/ 2376670 w 2912392"/>
                <a:gd name="connsiteY244" fmla="*/ 249279 h 1245605"/>
                <a:gd name="connsiteX245" fmla="*/ 2386413 w 2912392"/>
                <a:gd name="connsiteY245" fmla="*/ 242937 h 1245605"/>
                <a:gd name="connsiteX246" fmla="*/ 2396157 w 2912392"/>
                <a:gd name="connsiteY246" fmla="*/ 236559 h 1245605"/>
                <a:gd name="connsiteX247" fmla="*/ 2405886 w 2912392"/>
                <a:gd name="connsiteY247" fmla="*/ 230154 h 1245605"/>
                <a:gd name="connsiteX248" fmla="*/ 2415630 w 2912392"/>
                <a:gd name="connsiteY248" fmla="*/ 223732 h 1245605"/>
                <a:gd name="connsiteX249" fmla="*/ 2425374 w 2912392"/>
                <a:gd name="connsiteY249" fmla="*/ 217302 h 1245605"/>
                <a:gd name="connsiteX250" fmla="*/ 2435118 w 2912392"/>
                <a:gd name="connsiteY250" fmla="*/ 210871 h 1245605"/>
                <a:gd name="connsiteX251" fmla="*/ 2444862 w 2912392"/>
                <a:gd name="connsiteY251" fmla="*/ 204451 h 1245605"/>
                <a:gd name="connsiteX252" fmla="*/ 2454591 w 2912392"/>
                <a:gd name="connsiteY252" fmla="*/ 198048 h 1245605"/>
                <a:gd name="connsiteX253" fmla="*/ 2464335 w 2912392"/>
                <a:gd name="connsiteY253" fmla="*/ 191669 h 1245605"/>
                <a:gd name="connsiteX254" fmla="*/ 2474079 w 2912392"/>
                <a:gd name="connsiteY254" fmla="*/ 185322 h 1245605"/>
                <a:gd name="connsiteX255" fmla="*/ 2483823 w 2912392"/>
                <a:gd name="connsiteY255" fmla="*/ 179017 h 1245605"/>
                <a:gd name="connsiteX256" fmla="*/ 2493552 w 2912392"/>
                <a:gd name="connsiteY256" fmla="*/ 172758 h 1245605"/>
                <a:gd name="connsiteX257" fmla="*/ 2503296 w 2912392"/>
                <a:gd name="connsiteY257" fmla="*/ 166553 h 1245605"/>
                <a:gd name="connsiteX258" fmla="*/ 2513040 w 2912392"/>
                <a:gd name="connsiteY258" fmla="*/ 160407 h 1245605"/>
                <a:gd name="connsiteX259" fmla="*/ 2522784 w 2912392"/>
                <a:gd name="connsiteY259" fmla="*/ 154328 h 1245605"/>
                <a:gd name="connsiteX260" fmla="*/ 2532513 w 2912392"/>
                <a:gd name="connsiteY260" fmla="*/ 148319 h 1245605"/>
                <a:gd name="connsiteX261" fmla="*/ 2542257 w 2912392"/>
                <a:gd name="connsiteY261" fmla="*/ 142390 h 1245605"/>
                <a:gd name="connsiteX262" fmla="*/ 2552001 w 2912392"/>
                <a:gd name="connsiteY262" fmla="*/ 136542 h 1245605"/>
                <a:gd name="connsiteX263" fmla="*/ 2561745 w 2912392"/>
                <a:gd name="connsiteY263" fmla="*/ 130780 h 1245605"/>
                <a:gd name="connsiteX264" fmla="*/ 2571474 w 2912392"/>
                <a:gd name="connsiteY264" fmla="*/ 125110 h 1245605"/>
                <a:gd name="connsiteX265" fmla="*/ 2581218 w 2912392"/>
                <a:gd name="connsiteY265" fmla="*/ 119536 h 1245605"/>
                <a:gd name="connsiteX266" fmla="*/ 2590962 w 2912392"/>
                <a:gd name="connsiteY266" fmla="*/ 114061 h 1245605"/>
                <a:gd name="connsiteX267" fmla="*/ 2600705 w 2912392"/>
                <a:gd name="connsiteY267" fmla="*/ 108687 h 1245605"/>
                <a:gd name="connsiteX268" fmla="*/ 2610449 w 2912392"/>
                <a:gd name="connsiteY268" fmla="*/ 103420 h 1245605"/>
                <a:gd name="connsiteX269" fmla="*/ 2620178 w 2912392"/>
                <a:gd name="connsiteY269" fmla="*/ 98262 h 1245605"/>
                <a:gd name="connsiteX270" fmla="*/ 2629922 w 2912392"/>
                <a:gd name="connsiteY270" fmla="*/ 93215 h 1245605"/>
                <a:gd name="connsiteX271" fmla="*/ 2639666 w 2912392"/>
                <a:gd name="connsiteY271" fmla="*/ 88282 h 1245605"/>
                <a:gd name="connsiteX272" fmla="*/ 2649410 w 2912392"/>
                <a:gd name="connsiteY272" fmla="*/ 83464 h 1245605"/>
                <a:gd name="connsiteX273" fmla="*/ 2659139 w 2912392"/>
                <a:gd name="connsiteY273" fmla="*/ 78765 h 1245605"/>
                <a:gd name="connsiteX274" fmla="*/ 2668883 w 2912392"/>
                <a:gd name="connsiteY274" fmla="*/ 74185 h 1245605"/>
                <a:gd name="connsiteX275" fmla="*/ 2678627 w 2912392"/>
                <a:gd name="connsiteY275" fmla="*/ 69724 h 1245605"/>
                <a:gd name="connsiteX276" fmla="*/ 2688371 w 2912392"/>
                <a:gd name="connsiteY276" fmla="*/ 65387 h 1245605"/>
                <a:gd name="connsiteX277" fmla="*/ 2698100 w 2912392"/>
                <a:gd name="connsiteY277" fmla="*/ 61172 h 1245605"/>
                <a:gd name="connsiteX278" fmla="*/ 2707844 w 2912392"/>
                <a:gd name="connsiteY278" fmla="*/ 57081 h 1245605"/>
                <a:gd name="connsiteX279" fmla="*/ 2717588 w 2912392"/>
                <a:gd name="connsiteY279" fmla="*/ 53115 h 1245605"/>
                <a:gd name="connsiteX280" fmla="*/ 2727332 w 2912392"/>
                <a:gd name="connsiteY280" fmla="*/ 49272 h 1245605"/>
                <a:gd name="connsiteX281" fmla="*/ 2737076 w 2912392"/>
                <a:gd name="connsiteY281" fmla="*/ 45555 h 1245605"/>
                <a:gd name="connsiteX282" fmla="*/ 2746805 w 2912392"/>
                <a:gd name="connsiteY282" fmla="*/ 41964 h 1245605"/>
                <a:gd name="connsiteX283" fmla="*/ 2756549 w 2912392"/>
                <a:gd name="connsiteY283" fmla="*/ 38499 h 1245605"/>
                <a:gd name="connsiteX284" fmla="*/ 2766293 w 2912392"/>
                <a:gd name="connsiteY284" fmla="*/ 35159 h 1245605"/>
                <a:gd name="connsiteX285" fmla="*/ 2776037 w 2912392"/>
                <a:gd name="connsiteY285" fmla="*/ 31945 h 1245605"/>
                <a:gd name="connsiteX286" fmla="*/ 2785766 w 2912392"/>
                <a:gd name="connsiteY286" fmla="*/ 28856 h 1245605"/>
                <a:gd name="connsiteX287" fmla="*/ 2795510 w 2912392"/>
                <a:gd name="connsiteY287" fmla="*/ 25893 h 1245605"/>
                <a:gd name="connsiteX288" fmla="*/ 2805254 w 2912392"/>
                <a:gd name="connsiteY288" fmla="*/ 23055 h 1245605"/>
                <a:gd name="connsiteX289" fmla="*/ 2814998 w 2912392"/>
                <a:gd name="connsiteY289" fmla="*/ 20340 h 1245605"/>
                <a:gd name="connsiteX290" fmla="*/ 2824727 w 2912392"/>
                <a:gd name="connsiteY290" fmla="*/ 17751 h 1245605"/>
                <a:gd name="connsiteX291" fmla="*/ 2834471 w 2912392"/>
                <a:gd name="connsiteY291" fmla="*/ 15286 h 1245605"/>
                <a:gd name="connsiteX292" fmla="*/ 2844215 w 2912392"/>
                <a:gd name="connsiteY292" fmla="*/ 12944 h 1245605"/>
                <a:gd name="connsiteX293" fmla="*/ 2853958 w 2912392"/>
                <a:gd name="connsiteY293" fmla="*/ 10727 h 1245605"/>
                <a:gd name="connsiteX294" fmla="*/ 2863687 w 2912392"/>
                <a:gd name="connsiteY294" fmla="*/ 8632 h 1245605"/>
                <a:gd name="connsiteX295" fmla="*/ 2873431 w 2912392"/>
                <a:gd name="connsiteY295" fmla="*/ 6661 h 1245605"/>
                <a:gd name="connsiteX296" fmla="*/ 2883175 w 2912392"/>
                <a:gd name="connsiteY296" fmla="*/ 4812 h 1245605"/>
                <a:gd name="connsiteX297" fmla="*/ 2892919 w 2912392"/>
                <a:gd name="connsiteY297" fmla="*/ 3086 h 1245605"/>
                <a:gd name="connsiteX298" fmla="*/ 2902663 w 2912392"/>
                <a:gd name="connsiteY298" fmla="*/ 1482 h 1245605"/>
                <a:gd name="connsiteX299" fmla="*/ 2912392 w 2912392"/>
                <a:gd name="connsiteY299" fmla="*/ 0 h 1245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1245605">
                  <a:moveTo>
                    <a:pt x="0" y="903346"/>
                  </a:moveTo>
                  <a:lnTo>
                    <a:pt x="9739" y="911451"/>
                  </a:lnTo>
                  <a:lnTo>
                    <a:pt x="19480" y="919541"/>
                  </a:lnTo>
                  <a:lnTo>
                    <a:pt x="29221" y="927631"/>
                  </a:lnTo>
                  <a:lnTo>
                    <a:pt x="38961" y="935707"/>
                  </a:lnTo>
                  <a:lnTo>
                    <a:pt x="48702" y="943752"/>
                  </a:lnTo>
                  <a:lnTo>
                    <a:pt x="58443" y="951798"/>
                  </a:lnTo>
                  <a:lnTo>
                    <a:pt x="68182" y="959828"/>
                  </a:lnTo>
                  <a:lnTo>
                    <a:pt x="77923" y="967829"/>
                  </a:lnTo>
                  <a:lnTo>
                    <a:pt x="87664" y="975815"/>
                  </a:lnTo>
                  <a:lnTo>
                    <a:pt x="97404" y="983786"/>
                  </a:lnTo>
                  <a:lnTo>
                    <a:pt x="107145" y="991712"/>
                  </a:lnTo>
                  <a:lnTo>
                    <a:pt x="116886" y="999623"/>
                  </a:lnTo>
                  <a:lnTo>
                    <a:pt x="126625" y="1007520"/>
                  </a:lnTo>
                  <a:lnTo>
                    <a:pt x="136366" y="1015357"/>
                  </a:lnTo>
                  <a:lnTo>
                    <a:pt x="146107" y="1023179"/>
                  </a:lnTo>
                  <a:lnTo>
                    <a:pt x="155846" y="1030956"/>
                  </a:lnTo>
                  <a:lnTo>
                    <a:pt x="165587" y="1038674"/>
                  </a:lnTo>
                  <a:lnTo>
                    <a:pt x="175328" y="1046361"/>
                  </a:lnTo>
                  <a:lnTo>
                    <a:pt x="185068" y="1054005"/>
                  </a:lnTo>
                  <a:lnTo>
                    <a:pt x="194809" y="1061573"/>
                  </a:lnTo>
                  <a:lnTo>
                    <a:pt x="204550" y="1069097"/>
                  </a:lnTo>
                  <a:lnTo>
                    <a:pt x="214289" y="1076547"/>
                  </a:lnTo>
                  <a:lnTo>
                    <a:pt x="224030" y="1083937"/>
                  </a:lnTo>
                  <a:lnTo>
                    <a:pt x="233771" y="1091252"/>
                  </a:lnTo>
                  <a:lnTo>
                    <a:pt x="243510" y="1098493"/>
                  </a:lnTo>
                  <a:lnTo>
                    <a:pt x="253251" y="1105630"/>
                  </a:lnTo>
                  <a:lnTo>
                    <a:pt x="262992" y="1112692"/>
                  </a:lnTo>
                  <a:lnTo>
                    <a:pt x="272732" y="1119650"/>
                  </a:lnTo>
                  <a:lnTo>
                    <a:pt x="282473" y="1126503"/>
                  </a:lnTo>
                  <a:lnTo>
                    <a:pt x="292214" y="1133252"/>
                  </a:lnTo>
                  <a:lnTo>
                    <a:pt x="301953" y="1139882"/>
                  </a:lnTo>
                  <a:lnTo>
                    <a:pt x="311694" y="1146378"/>
                  </a:lnTo>
                  <a:lnTo>
                    <a:pt x="321435" y="1152755"/>
                  </a:lnTo>
                  <a:lnTo>
                    <a:pt x="331175" y="1158998"/>
                  </a:lnTo>
                  <a:lnTo>
                    <a:pt x="340916" y="1165077"/>
                  </a:lnTo>
                  <a:lnTo>
                    <a:pt x="350656" y="1171021"/>
                  </a:lnTo>
                  <a:lnTo>
                    <a:pt x="360396" y="1176787"/>
                  </a:lnTo>
                  <a:lnTo>
                    <a:pt x="370137" y="1182404"/>
                  </a:lnTo>
                  <a:lnTo>
                    <a:pt x="379878" y="1187827"/>
                  </a:lnTo>
                  <a:lnTo>
                    <a:pt x="389617" y="1193057"/>
                  </a:lnTo>
                  <a:lnTo>
                    <a:pt x="399358" y="1198108"/>
                  </a:lnTo>
                  <a:lnTo>
                    <a:pt x="409099" y="1202950"/>
                  </a:lnTo>
                  <a:lnTo>
                    <a:pt x="418839" y="1207583"/>
                  </a:lnTo>
                  <a:lnTo>
                    <a:pt x="428580" y="1211993"/>
                  </a:lnTo>
                  <a:lnTo>
                    <a:pt x="438321" y="1216165"/>
                  </a:lnTo>
                  <a:lnTo>
                    <a:pt x="448060" y="1220113"/>
                  </a:lnTo>
                  <a:lnTo>
                    <a:pt x="457801" y="1223808"/>
                  </a:lnTo>
                  <a:lnTo>
                    <a:pt x="467542" y="1227235"/>
                  </a:lnTo>
                  <a:lnTo>
                    <a:pt x="477281" y="1230409"/>
                  </a:lnTo>
                  <a:lnTo>
                    <a:pt x="487022" y="1233299"/>
                  </a:lnTo>
                  <a:lnTo>
                    <a:pt x="496763" y="1235921"/>
                  </a:lnTo>
                  <a:lnTo>
                    <a:pt x="506503" y="1238245"/>
                  </a:lnTo>
                  <a:lnTo>
                    <a:pt x="516244" y="1240257"/>
                  </a:lnTo>
                  <a:lnTo>
                    <a:pt x="525985" y="1241970"/>
                  </a:lnTo>
                  <a:lnTo>
                    <a:pt x="535724" y="1243371"/>
                  </a:lnTo>
                  <a:lnTo>
                    <a:pt x="545465" y="1244443"/>
                  </a:lnTo>
                  <a:lnTo>
                    <a:pt x="555206" y="1245174"/>
                  </a:lnTo>
                  <a:lnTo>
                    <a:pt x="564946" y="1245561"/>
                  </a:lnTo>
                  <a:lnTo>
                    <a:pt x="574687" y="1245606"/>
                  </a:lnTo>
                  <a:lnTo>
                    <a:pt x="584428" y="1245293"/>
                  </a:lnTo>
                  <a:lnTo>
                    <a:pt x="594167" y="1244622"/>
                  </a:lnTo>
                  <a:lnTo>
                    <a:pt x="603908" y="1243564"/>
                  </a:lnTo>
                  <a:lnTo>
                    <a:pt x="613649" y="1242149"/>
                  </a:lnTo>
                  <a:lnTo>
                    <a:pt x="623388" y="1240331"/>
                  </a:lnTo>
                  <a:lnTo>
                    <a:pt x="633129" y="1238126"/>
                  </a:lnTo>
                  <a:lnTo>
                    <a:pt x="642870" y="1235534"/>
                  </a:lnTo>
                  <a:lnTo>
                    <a:pt x="652610" y="1232539"/>
                  </a:lnTo>
                  <a:lnTo>
                    <a:pt x="662351" y="1229142"/>
                  </a:lnTo>
                  <a:lnTo>
                    <a:pt x="672092" y="1225328"/>
                  </a:lnTo>
                  <a:lnTo>
                    <a:pt x="681831" y="1221112"/>
                  </a:lnTo>
                  <a:lnTo>
                    <a:pt x="691572" y="1216478"/>
                  </a:lnTo>
                  <a:lnTo>
                    <a:pt x="701313" y="1211412"/>
                  </a:lnTo>
                  <a:lnTo>
                    <a:pt x="711052" y="1205944"/>
                  </a:lnTo>
                  <a:lnTo>
                    <a:pt x="720793" y="1200044"/>
                  </a:lnTo>
                  <a:lnTo>
                    <a:pt x="730534" y="1193712"/>
                  </a:lnTo>
                  <a:lnTo>
                    <a:pt x="740274" y="1186963"/>
                  </a:lnTo>
                  <a:lnTo>
                    <a:pt x="750015" y="1179797"/>
                  </a:lnTo>
                  <a:lnTo>
                    <a:pt x="759756" y="1172198"/>
                  </a:lnTo>
                  <a:lnTo>
                    <a:pt x="769495" y="1164183"/>
                  </a:lnTo>
                  <a:lnTo>
                    <a:pt x="779236" y="1155750"/>
                  </a:lnTo>
                  <a:lnTo>
                    <a:pt x="788977" y="1146900"/>
                  </a:lnTo>
                  <a:lnTo>
                    <a:pt x="798717" y="1137633"/>
                  </a:lnTo>
                  <a:lnTo>
                    <a:pt x="808458" y="1127963"/>
                  </a:lnTo>
                  <a:lnTo>
                    <a:pt x="818199" y="1117891"/>
                  </a:lnTo>
                  <a:lnTo>
                    <a:pt x="827938" y="1107403"/>
                  </a:lnTo>
                  <a:lnTo>
                    <a:pt x="837679" y="1096541"/>
                  </a:lnTo>
                  <a:lnTo>
                    <a:pt x="847420" y="1085278"/>
                  </a:lnTo>
                  <a:lnTo>
                    <a:pt x="857159" y="1073642"/>
                  </a:lnTo>
                  <a:lnTo>
                    <a:pt x="866900" y="1061633"/>
                  </a:lnTo>
                  <a:lnTo>
                    <a:pt x="876641" y="1049267"/>
                  </a:lnTo>
                  <a:lnTo>
                    <a:pt x="886381" y="1036558"/>
                  </a:lnTo>
                  <a:lnTo>
                    <a:pt x="896122" y="1023491"/>
                  </a:lnTo>
                  <a:lnTo>
                    <a:pt x="905863" y="1010097"/>
                  </a:lnTo>
                  <a:lnTo>
                    <a:pt x="915602" y="996390"/>
                  </a:lnTo>
                  <a:lnTo>
                    <a:pt x="925343" y="982370"/>
                  </a:lnTo>
                  <a:lnTo>
                    <a:pt x="935084" y="968067"/>
                  </a:lnTo>
                  <a:lnTo>
                    <a:pt x="944824" y="953466"/>
                  </a:lnTo>
                  <a:lnTo>
                    <a:pt x="954564" y="938612"/>
                  </a:lnTo>
                  <a:lnTo>
                    <a:pt x="964305" y="923504"/>
                  </a:lnTo>
                  <a:lnTo>
                    <a:pt x="974045" y="908158"/>
                  </a:lnTo>
                  <a:lnTo>
                    <a:pt x="983786" y="892589"/>
                  </a:lnTo>
                  <a:lnTo>
                    <a:pt x="993522" y="876826"/>
                  </a:lnTo>
                  <a:lnTo>
                    <a:pt x="1003266" y="860869"/>
                  </a:lnTo>
                  <a:lnTo>
                    <a:pt x="1013010" y="844748"/>
                  </a:lnTo>
                  <a:lnTo>
                    <a:pt x="1022754" y="828464"/>
                  </a:lnTo>
                  <a:lnTo>
                    <a:pt x="1032483" y="812060"/>
                  </a:lnTo>
                  <a:lnTo>
                    <a:pt x="1042227" y="795537"/>
                  </a:lnTo>
                  <a:lnTo>
                    <a:pt x="1051971" y="778910"/>
                  </a:lnTo>
                  <a:lnTo>
                    <a:pt x="1061715" y="762208"/>
                  </a:lnTo>
                  <a:lnTo>
                    <a:pt x="1071444" y="745462"/>
                  </a:lnTo>
                  <a:lnTo>
                    <a:pt x="1081188" y="728665"/>
                  </a:lnTo>
                  <a:lnTo>
                    <a:pt x="1090932" y="711853"/>
                  </a:lnTo>
                  <a:lnTo>
                    <a:pt x="1100676" y="695045"/>
                  </a:lnTo>
                  <a:lnTo>
                    <a:pt x="1110405" y="678258"/>
                  </a:lnTo>
                  <a:lnTo>
                    <a:pt x="1120149" y="661516"/>
                  </a:lnTo>
                  <a:lnTo>
                    <a:pt x="1129893" y="644837"/>
                  </a:lnTo>
                  <a:lnTo>
                    <a:pt x="1139637" y="628241"/>
                  </a:lnTo>
                  <a:lnTo>
                    <a:pt x="1149381" y="611749"/>
                  </a:lnTo>
                  <a:lnTo>
                    <a:pt x="1159110" y="595381"/>
                  </a:lnTo>
                  <a:lnTo>
                    <a:pt x="1168854" y="579156"/>
                  </a:lnTo>
                  <a:lnTo>
                    <a:pt x="1178598" y="563097"/>
                  </a:lnTo>
                  <a:lnTo>
                    <a:pt x="1188341" y="547219"/>
                  </a:lnTo>
                  <a:lnTo>
                    <a:pt x="1198070" y="531545"/>
                  </a:lnTo>
                  <a:lnTo>
                    <a:pt x="1207814" y="516090"/>
                  </a:lnTo>
                  <a:lnTo>
                    <a:pt x="1217558" y="500878"/>
                  </a:lnTo>
                  <a:lnTo>
                    <a:pt x="1227302" y="485923"/>
                  </a:lnTo>
                  <a:lnTo>
                    <a:pt x="1237031" y="471243"/>
                  </a:lnTo>
                  <a:lnTo>
                    <a:pt x="1246775" y="456858"/>
                  </a:lnTo>
                  <a:lnTo>
                    <a:pt x="1256519" y="442781"/>
                  </a:lnTo>
                  <a:lnTo>
                    <a:pt x="1266263" y="429031"/>
                  </a:lnTo>
                  <a:lnTo>
                    <a:pt x="1276007" y="415622"/>
                  </a:lnTo>
                  <a:lnTo>
                    <a:pt x="1285736" y="402571"/>
                  </a:lnTo>
                  <a:lnTo>
                    <a:pt x="1295480" y="389888"/>
                  </a:lnTo>
                  <a:lnTo>
                    <a:pt x="1305224" y="377589"/>
                  </a:lnTo>
                  <a:lnTo>
                    <a:pt x="1314968" y="365688"/>
                  </a:lnTo>
                  <a:lnTo>
                    <a:pt x="1324697" y="354195"/>
                  </a:lnTo>
                  <a:lnTo>
                    <a:pt x="1334441" y="343121"/>
                  </a:lnTo>
                  <a:lnTo>
                    <a:pt x="1344185" y="332477"/>
                  </a:lnTo>
                  <a:lnTo>
                    <a:pt x="1353929" y="322271"/>
                  </a:lnTo>
                  <a:lnTo>
                    <a:pt x="1363658" y="312514"/>
                  </a:lnTo>
                  <a:lnTo>
                    <a:pt x="1373402" y="303212"/>
                  </a:lnTo>
                  <a:lnTo>
                    <a:pt x="1383146" y="294371"/>
                  </a:lnTo>
                  <a:lnTo>
                    <a:pt x="1392890" y="285998"/>
                  </a:lnTo>
                  <a:lnTo>
                    <a:pt x="1402619" y="278097"/>
                  </a:lnTo>
                  <a:lnTo>
                    <a:pt x="1412363" y="270673"/>
                  </a:lnTo>
                  <a:lnTo>
                    <a:pt x="1422106" y="263727"/>
                  </a:lnTo>
                  <a:lnTo>
                    <a:pt x="1431850" y="257262"/>
                  </a:lnTo>
                  <a:lnTo>
                    <a:pt x="1441594" y="251277"/>
                  </a:lnTo>
                  <a:lnTo>
                    <a:pt x="1451323" y="245775"/>
                  </a:lnTo>
                  <a:lnTo>
                    <a:pt x="1461067" y="240754"/>
                  </a:lnTo>
                  <a:lnTo>
                    <a:pt x="1470811" y="236210"/>
                  </a:lnTo>
                  <a:lnTo>
                    <a:pt x="1480555" y="232141"/>
                  </a:lnTo>
                  <a:lnTo>
                    <a:pt x="1490284" y="228543"/>
                  </a:lnTo>
                  <a:lnTo>
                    <a:pt x="1500028" y="225411"/>
                  </a:lnTo>
                  <a:lnTo>
                    <a:pt x="1509772" y="222740"/>
                  </a:lnTo>
                  <a:lnTo>
                    <a:pt x="1519516" y="220521"/>
                  </a:lnTo>
                  <a:lnTo>
                    <a:pt x="1529245" y="218748"/>
                  </a:lnTo>
                  <a:lnTo>
                    <a:pt x="1538989" y="217412"/>
                  </a:lnTo>
                  <a:lnTo>
                    <a:pt x="1548733" y="216503"/>
                  </a:lnTo>
                  <a:lnTo>
                    <a:pt x="1558477" y="216011"/>
                  </a:lnTo>
                  <a:lnTo>
                    <a:pt x="1568221" y="215926"/>
                  </a:lnTo>
                  <a:lnTo>
                    <a:pt x="1577950" y="216236"/>
                  </a:lnTo>
                  <a:lnTo>
                    <a:pt x="1587694" y="216926"/>
                  </a:lnTo>
                  <a:lnTo>
                    <a:pt x="1597438" y="217986"/>
                  </a:lnTo>
                  <a:lnTo>
                    <a:pt x="1607182" y="219399"/>
                  </a:lnTo>
                  <a:lnTo>
                    <a:pt x="1616911" y="221152"/>
                  </a:lnTo>
                  <a:lnTo>
                    <a:pt x="1626655" y="223230"/>
                  </a:lnTo>
                  <a:lnTo>
                    <a:pt x="1636399" y="225617"/>
                  </a:lnTo>
                  <a:lnTo>
                    <a:pt x="1646142" y="228296"/>
                  </a:lnTo>
                  <a:lnTo>
                    <a:pt x="1655872" y="231252"/>
                  </a:lnTo>
                  <a:lnTo>
                    <a:pt x="1665616" y="234465"/>
                  </a:lnTo>
                  <a:lnTo>
                    <a:pt x="1675359" y="237922"/>
                  </a:lnTo>
                  <a:lnTo>
                    <a:pt x="1685103" y="241600"/>
                  </a:lnTo>
                  <a:lnTo>
                    <a:pt x="1694832" y="245485"/>
                  </a:lnTo>
                  <a:lnTo>
                    <a:pt x="1704576" y="249556"/>
                  </a:lnTo>
                  <a:lnTo>
                    <a:pt x="1714320" y="253797"/>
                  </a:lnTo>
                  <a:lnTo>
                    <a:pt x="1724064" y="258187"/>
                  </a:lnTo>
                  <a:lnTo>
                    <a:pt x="1733808" y="262708"/>
                  </a:lnTo>
                  <a:lnTo>
                    <a:pt x="1743537" y="267341"/>
                  </a:lnTo>
                  <a:lnTo>
                    <a:pt x="1753281" y="272069"/>
                  </a:lnTo>
                  <a:lnTo>
                    <a:pt x="1763025" y="276871"/>
                  </a:lnTo>
                  <a:lnTo>
                    <a:pt x="1772769" y="281729"/>
                  </a:lnTo>
                  <a:lnTo>
                    <a:pt x="1782498" y="286624"/>
                  </a:lnTo>
                  <a:lnTo>
                    <a:pt x="1792242" y="291539"/>
                  </a:lnTo>
                  <a:lnTo>
                    <a:pt x="1801986" y="296455"/>
                  </a:lnTo>
                  <a:lnTo>
                    <a:pt x="1811730" y="301354"/>
                  </a:lnTo>
                  <a:lnTo>
                    <a:pt x="1821459" y="306219"/>
                  </a:lnTo>
                  <a:lnTo>
                    <a:pt x="1831203" y="311033"/>
                  </a:lnTo>
                  <a:lnTo>
                    <a:pt x="1840947" y="315778"/>
                  </a:lnTo>
                  <a:lnTo>
                    <a:pt x="1850691" y="320438"/>
                  </a:lnTo>
                  <a:lnTo>
                    <a:pt x="1860435" y="324997"/>
                  </a:lnTo>
                  <a:lnTo>
                    <a:pt x="1870164" y="329442"/>
                  </a:lnTo>
                  <a:lnTo>
                    <a:pt x="1879908" y="333755"/>
                  </a:lnTo>
                  <a:lnTo>
                    <a:pt x="1889652" y="337924"/>
                  </a:lnTo>
                  <a:lnTo>
                    <a:pt x="1899395" y="341935"/>
                  </a:lnTo>
                  <a:lnTo>
                    <a:pt x="1909124" y="345773"/>
                  </a:lnTo>
                  <a:lnTo>
                    <a:pt x="1918868" y="349427"/>
                  </a:lnTo>
                  <a:lnTo>
                    <a:pt x="1928612" y="352885"/>
                  </a:lnTo>
                  <a:lnTo>
                    <a:pt x="1938356" y="356138"/>
                  </a:lnTo>
                  <a:lnTo>
                    <a:pt x="1948085" y="359173"/>
                  </a:lnTo>
                  <a:lnTo>
                    <a:pt x="1957829" y="361980"/>
                  </a:lnTo>
                  <a:lnTo>
                    <a:pt x="1967573" y="364553"/>
                  </a:lnTo>
                  <a:lnTo>
                    <a:pt x="1977317" y="366881"/>
                  </a:lnTo>
                  <a:lnTo>
                    <a:pt x="1987046" y="368958"/>
                  </a:lnTo>
                  <a:lnTo>
                    <a:pt x="1996790" y="370779"/>
                  </a:lnTo>
                  <a:lnTo>
                    <a:pt x="2006534" y="372336"/>
                  </a:lnTo>
                  <a:lnTo>
                    <a:pt x="2016278" y="373625"/>
                  </a:lnTo>
                  <a:lnTo>
                    <a:pt x="2026022" y="374641"/>
                  </a:lnTo>
                  <a:lnTo>
                    <a:pt x="2035751" y="375381"/>
                  </a:lnTo>
                  <a:lnTo>
                    <a:pt x="2045495" y="375843"/>
                  </a:lnTo>
                  <a:lnTo>
                    <a:pt x="2055239" y="376024"/>
                  </a:lnTo>
                  <a:lnTo>
                    <a:pt x="2064983" y="375924"/>
                  </a:lnTo>
                  <a:lnTo>
                    <a:pt x="2074712" y="375541"/>
                  </a:lnTo>
                  <a:lnTo>
                    <a:pt x="2084456" y="374876"/>
                  </a:lnTo>
                  <a:lnTo>
                    <a:pt x="2094200" y="373932"/>
                  </a:lnTo>
                  <a:lnTo>
                    <a:pt x="2103944" y="372708"/>
                  </a:lnTo>
                  <a:lnTo>
                    <a:pt x="2113673" y="371208"/>
                  </a:lnTo>
                  <a:lnTo>
                    <a:pt x="2123417" y="369435"/>
                  </a:lnTo>
                  <a:lnTo>
                    <a:pt x="2133161" y="367391"/>
                  </a:lnTo>
                  <a:lnTo>
                    <a:pt x="2142905" y="365083"/>
                  </a:lnTo>
                  <a:lnTo>
                    <a:pt x="2152649" y="362513"/>
                  </a:lnTo>
                  <a:lnTo>
                    <a:pt x="2162377" y="359690"/>
                  </a:lnTo>
                  <a:lnTo>
                    <a:pt x="2172121" y="356618"/>
                  </a:lnTo>
                  <a:lnTo>
                    <a:pt x="2181865" y="353303"/>
                  </a:lnTo>
                  <a:lnTo>
                    <a:pt x="2191609" y="349752"/>
                  </a:lnTo>
                  <a:lnTo>
                    <a:pt x="2201338" y="345974"/>
                  </a:lnTo>
                  <a:lnTo>
                    <a:pt x="2211082" y="341975"/>
                  </a:lnTo>
                  <a:lnTo>
                    <a:pt x="2220826" y="337766"/>
                  </a:lnTo>
                  <a:lnTo>
                    <a:pt x="2230570" y="333351"/>
                  </a:lnTo>
                  <a:lnTo>
                    <a:pt x="2240299" y="328745"/>
                  </a:lnTo>
                  <a:lnTo>
                    <a:pt x="2250043" y="323952"/>
                  </a:lnTo>
                  <a:lnTo>
                    <a:pt x="2259787" y="318983"/>
                  </a:lnTo>
                  <a:lnTo>
                    <a:pt x="2269531" y="313849"/>
                  </a:lnTo>
                  <a:lnTo>
                    <a:pt x="2279260" y="308558"/>
                  </a:lnTo>
                  <a:lnTo>
                    <a:pt x="2289004" y="303121"/>
                  </a:lnTo>
                  <a:lnTo>
                    <a:pt x="2298748" y="297548"/>
                  </a:lnTo>
                  <a:lnTo>
                    <a:pt x="2308492" y="291849"/>
                  </a:lnTo>
                  <a:lnTo>
                    <a:pt x="2318236" y="286034"/>
                  </a:lnTo>
                  <a:lnTo>
                    <a:pt x="2327965" y="280113"/>
                  </a:lnTo>
                  <a:lnTo>
                    <a:pt x="2337709" y="274097"/>
                  </a:lnTo>
                  <a:lnTo>
                    <a:pt x="2347453" y="267994"/>
                  </a:lnTo>
                  <a:lnTo>
                    <a:pt x="2357197" y="261818"/>
                  </a:lnTo>
                  <a:lnTo>
                    <a:pt x="2366926" y="255576"/>
                  </a:lnTo>
                  <a:lnTo>
                    <a:pt x="2376670" y="249279"/>
                  </a:lnTo>
                  <a:lnTo>
                    <a:pt x="2386413" y="242937"/>
                  </a:lnTo>
                  <a:lnTo>
                    <a:pt x="2396157" y="236559"/>
                  </a:lnTo>
                  <a:lnTo>
                    <a:pt x="2405886" y="230154"/>
                  </a:lnTo>
                  <a:lnTo>
                    <a:pt x="2415630" y="223732"/>
                  </a:lnTo>
                  <a:lnTo>
                    <a:pt x="2425374" y="217302"/>
                  </a:lnTo>
                  <a:lnTo>
                    <a:pt x="2435118" y="210871"/>
                  </a:lnTo>
                  <a:lnTo>
                    <a:pt x="2444862" y="204451"/>
                  </a:lnTo>
                  <a:lnTo>
                    <a:pt x="2454591" y="198048"/>
                  </a:lnTo>
                  <a:lnTo>
                    <a:pt x="2464335" y="191669"/>
                  </a:lnTo>
                  <a:lnTo>
                    <a:pt x="2474079" y="185322"/>
                  </a:lnTo>
                  <a:lnTo>
                    <a:pt x="2483823" y="179017"/>
                  </a:lnTo>
                  <a:lnTo>
                    <a:pt x="2493552" y="172758"/>
                  </a:lnTo>
                  <a:lnTo>
                    <a:pt x="2503296" y="166553"/>
                  </a:lnTo>
                  <a:lnTo>
                    <a:pt x="2513040" y="160407"/>
                  </a:lnTo>
                  <a:lnTo>
                    <a:pt x="2522784" y="154328"/>
                  </a:lnTo>
                  <a:lnTo>
                    <a:pt x="2532513" y="148319"/>
                  </a:lnTo>
                  <a:lnTo>
                    <a:pt x="2542257" y="142390"/>
                  </a:lnTo>
                  <a:lnTo>
                    <a:pt x="2552001" y="136542"/>
                  </a:lnTo>
                  <a:lnTo>
                    <a:pt x="2561745" y="130780"/>
                  </a:lnTo>
                  <a:lnTo>
                    <a:pt x="2571474" y="125110"/>
                  </a:lnTo>
                  <a:lnTo>
                    <a:pt x="2581218" y="119536"/>
                  </a:lnTo>
                  <a:lnTo>
                    <a:pt x="2590962" y="114061"/>
                  </a:lnTo>
                  <a:lnTo>
                    <a:pt x="2600705" y="108687"/>
                  </a:lnTo>
                  <a:lnTo>
                    <a:pt x="2610449" y="103420"/>
                  </a:lnTo>
                  <a:lnTo>
                    <a:pt x="2620178" y="98262"/>
                  </a:lnTo>
                  <a:lnTo>
                    <a:pt x="2629922" y="93215"/>
                  </a:lnTo>
                  <a:lnTo>
                    <a:pt x="2639666" y="88282"/>
                  </a:lnTo>
                  <a:lnTo>
                    <a:pt x="2649410" y="83464"/>
                  </a:lnTo>
                  <a:lnTo>
                    <a:pt x="2659139" y="78765"/>
                  </a:lnTo>
                  <a:lnTo>
                    <a:pt x="2668883" y="74185"/>
                  </a:lnTo>
                  <a:lnTo>
                    <a:pt x="2678627" y="69724"/>
                  </a:lnTo>
                  <a:lnTo>
                    <a:pt x="2688371" y="65387"/>
                  </a:lnTo>
                  <a:lnTo>
                    <a:pt x="2698100" y="61172"/>
                  </a:lnTo>
                  <a:lnTo>
                    <a:pt x="2707844" y="57081"/>
                  </a:lnTo>
                  <a:lnTo>
                    <a:pt x="2717588" y="53115"/>
                  </a:lnTo>
                  <a:lnTo>
                    <a:pt x="2727332" y="49272"/>
                  </a:lnTo>
                  <a:lnTo>
                    <a:pt x="2737076" y="45555"/>
                  </a:lnTo>
                  <a:lnTo>
                    <a:pt x="2746805" y="41964"/>
                  </a:lnTo>
                  <a:lnTo>
                    <a:pt x="2756549" y="38499"/>
                  </a:lnTo>
                  <a:lnTo>
                    <a:pt x="2766293" y="35159"/>
                  </a:lnTo>
                  <a:lnTo>
                    <a:pt x="2776037" y="31945"/>
                  </a:lnTo>
                  <a:lnTo>
                    <a:pt x="2785766" y="28856"/>
                  </a:lnTo>
                  <a:lnTo>
                    <a:pt x="2795510" y="25893"/>
                  </a:lnTo>
                  <a:lnTo>
                    <a:pt x="2805254" y="23055"/>
                  </a:lnTo>
                  <a:lnTo>
                    <a:pt x="2814998" y="20340"/>
                  </a:lnTo>
                  <a:lnTo>
                    <a:pt x="2824727" y="17751"/>
                  </a:lnTo>
                  <a:lnTo>
                    <a:pt x="2834471" y="15286"/>
                  </a:lnTo>
                  <a:lnTo>
                    <a:pt x="2844215" y="12944"/>
                  </a:lnTo>
                  <a:lnTo>
                    <a:pt x="2853958" y="10727"/>
                  </a:lnTo>
                  <a:lnTo>
                    <a:pt x="2863687" y="8632"/>
                  </a:lnTo>
                  <a:lnTo>
                    <a:pt x="2873431" y="6661"/>
                  </a:lnTo>
                  <a:lnTo>
                    <a:pt x="2883175" y="4812"/>
                  </a:lnTo>
                  <a:lnTo>
                    <a:pt x="2892919" y="3086"/>
                  </a:lnTo>
                  <a:lnTo>
                    <a:pt x="2902663" y="1482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9" name="Freeform 678">
              <a:extLst>
                <a:ext uri="{FF2B5EF4-FFF2-40B4-BE49-F238E27FC236}">
                  <a16:creationId xmlns:a16="http://schemas.microsoft.com/office/drawing/2014/main" id="{5BCF7AA1-E9E1-D0D2-0155-B2BB57DC36BA}"/>
                </a:ext>
              </a:extLst>
            </p:cNvPr>
            <p:cNvSpPr/>
            <p:nvPr/>
          </p:nvSpPr>
          <p:spPr>
            <a:xfrm>
              <a:off x="576446" y="3066850"/>
              <a:ext cx="2912392" cy="692023"/>
            </a:xfrm>
            <a:custGeom>
              <a:avLst/>
              <a:gdLst>
                <a:gd name="connsiteX0" fmla="*/ 0 w 2912392"/>
                <a:gd name="connsiteY0" fmla="*/ 39883 h 692023"/>
                <a:gd name="connsiteX1" fmla="*/ 9739 w 2912392"/>
                <a:gd name="connsiteY1" fmla="*/ 35156 h 692023"/>
                <a:gd name="connsiteX2" fmla="*/ 19480 w 2912392"/>
                <a:gd name="connsiteY2" fmla="*/ 30744 h 692023"/>
                <a:gd name="connsiteX3" fmla="*/ 29221 w 2912392"/>
                <a:gd name="connsiteY3" fmla="*/ 26647 h 692023"/>
                <a:gd name="connsiteX4" fmla="*/ 38961 w 2912392"/>
                <a:gd name="connsiteY4" fmla="*/ 22864 h 692023"/>
                <a:gd name="connsiteX5" fmla="*/ 48702 w 2912392"/>
                <a:gd name="connsiteY5" fmla="*/ 19390 h 692023"/>
                <a:gd name="connsiteX6" fmla="*/ 58443 w 2912392"/>
                <a:gd name="connsiteY6" fmla="*/ 16222 h 692023"/>
                <a:gd name="connsiteX7" fmla="*/ 68182 w 2912392"/>
                <a:gd name="connsiteY7" fmla="*/ 13357 h 692023"/>
                <a:gd name="connsiteX8" fmla="*/ 77923 w 2912392"/>
                <a:gd name="connsiteY8" fmla="*/ 10790 h 692023"/>
                <a:gd name="connsiteX9" fmla="*/ 87664 w 2912392"/>
                <a:gd name="connsiteY9" fmla="*/ 8515 h 692023"/>
                <a:gd name="connsiteX10" fmla="*/ 97404 w 2912392"/>
                <a:gd name="connsiteY10" fmla="*/ 6526 h 692023"/>
                <a:gd name="connsiteX11" fmla="*/ 107145 w 2912392"/>
                <a:gd name="connsiteY11" fmla="*/ 4817 h 692023"/>
                <a:gd name="connsiteX12" fmla="*/ 116886 w 2912392"/>
                <a:gd name="connsiteY12" fmla="*/ 3379 h 692023"/>
                <a:gd name="connsiteX13" fmla="*/ 126625 w 2912392"/>
                <a:gd name="connsiteY13" fmla="*/ 2208 h 692023"/>
                <a:gd name="connsiteX14" fmla="*/ 136366 w 2912392"/>
                <a:gd name="connsiteY14" fmla="*/ 1293 h 692023"/>
                <a:gd name="connsiteX15" fmla="*/ 146107 w 2912392"/>
                <a:gd name="connsiteY15" fmla="*/ 626 h 692023"/>
                <a:gd name="connsiteX16" fmla="*/ 155846 w 2912392"/>
                <a:gd name="connsiteY16" fmla="*/ 198 h 692023"/>
                <a:gd name="connsiteX17" fmla="*/ 165587 w 2912392"/>
                <a:gd name="connsiteY17" fmla="*/ 0 h 692023"/>
                <a:gd name="connsiteX18" fmla="*/ 175328 w 2912392"/>
                <a:gd name="connsiteY18" fmla="*/ 22 h 692023"/>
                <a:gd name="connsiteX19" fmla="*/ 185068 w 2912392"/>
                <a:gd name="connsiteY19" fmla="*/ 253 h 692023"/>
                <a:gd name="connsiteX20" fmla="*/ 194809 w 2912392"/>
                <a:gd name="connsiteY20" fmla="*/ 684 h 692023"/>
                <a:gd name="connsiteX21" fmla="*/ 204550 w 2912392"/>
                <a:gd name="connsiteY21" fmla="*/ 1302 h 692023"/>
                <a:gd name="connsiteX22" fmla="*/ 214289 w 2912392"/>
                <a:gd name="connsiteY22" fmla="*/ 2096 h 692023"/>
                <a:gd name="connsiteX23" fmla="*/ 224030 w 2912392"/>
                <a:gd name="connsiteY23" fmla="*/ 3057 h 692023"/>
                <a:gd name="connsiteX24" fmla="*/ 233771 w 2912392"/>
                <a:gd name="connsiteY24" fmla="*/ 4173 h 692023"/>
                <a:gd name="connsiteX25" fmla="*/ 243510 w 2912392"/>
                <a:gd name="connsiteY25" fmla="*/ 5431 h 692023"/>
                <a:gd name="connsiteX26" fmla="*/ 253251 w 2912392"/>
                <a:gd name="connsiteY26" fmla="*/ 6819 h 692023"/>
                <a:gd name="connsiteX27" fmla="*/ 262992 w 2912392"/>
                <a:gd name="connsiteY27" fmla="*/ 8327 h 692023"/>
                <a:gd name="connsiteX28" fmla="*/ 272732 w 2912392"/>
                <a:gd name="connsiteY28" fmla="*/ 9944 h 692023"/>
                <a:gd name="connsiteX29" fmla="*/ 282473 w 2912392"/>
                <a:gd name="connsiteY29" fmla="*/ 11654 h 692023"/>
                <a:gd name="connsiteX30" fmla="*/ 292214 w 2912392"/>
                <a:gd name="connsiteY30" fmla="*/ 13449 h 692023"/>
                <a:gd name="connsiteX31" fmla="*/ 301953 w 2912392"/>
                <a:gd name="connsiteY31" fmla="*/ 15318 h 692023"/>
                <a:gd name="connsiteX32" fmla="*/ 311694 w 2912392"/>
                <a:gd name="connsiteY32" fmla="*/ 17249 h 692023"/>
                <a:gd name="connsiteX33" fmla="*/ 321435 w 2912392"/>
                <a:gd name="connsiteY33" fmla="*/ 19229 h 692023"/>
                <a:gd name="connsiteX34" fmla="*/ 331175 w 2912392"/>
                <a:gd name="connsiteY34" fmla="*/ 21247 h 692023"/>
                <a:gd name="connsiteX35" fmla="*/ 340916 w 2912392"/>
                <a:gd name="connsiteY35" fmla="*/ 23295 h 692023"/>
                <a:gd name="connsiteX36" fmla="*/ 350656 w 2912392"/>
                <a:gd name="connsiteY36" fmla="*/ 25361 h 692023"/>
                <a:gd name="connsiteX37" fmla="*/ 360396 w 2912392"/>
                <a:gd name="connsiteY37" fmla="*/ 27436 h 692023"/>
                <a:gd name="connsiteX38" fmla="*/ 370137 w 2912392"/>
                <a:gd name="connsiteY38" fmla="*/ 29510 h 692023"/>
                <a:gd name="connsiteX39" fmla="*/ 379878 w 2912392"/>
                <a:gd name="connsiteY39" fmla="*/ 31575 h 692023"/>
                <a:gd name="connsiteX40" fmla="*/ 389617 w 2912392"/>
                <a:gd name="connsiteY40" fmla="*/ 33620 h 692023"/>
                <a:gd name="connsiteX41" fmla="*/ 399358 w 2912392"/>
                <a:gd name="connsiteY41" fmla="*/ 35638 h 692023"/>
                <a:gd name="connsiteX42" fmla="*/ 409099 w 2912392"/>
                <a:gd name="connsiteY42" fmla="*/ 37621 h 692023"/>
                <a:gd name="connsiteX43" fmla="*/ 418839 w 2912392"/>
                <a:gd name="connsiteY43" fmla="*/ 39564 h 692023"/>
                <a:gd name="connsiteX44" fmla="*/ 428580 w 2912392"/>
                <a:gd name="connsiteY44" fmla="*/ 41458 h 692023"/>
                <a:gd name="connsiteX45" fmla="*/ 438321 w 2912392"/>
                <a:gd name="connsiteY45" fmla="*/ 43299 h 692023"/>
                <a:gd name="connsiteX46" fmla="*/ 448060 w 2912392"/>
                <a:gd name="connsiteY46" fmla="*/ 45080 h 692023"/>
                <a:gd name="connsiteX47" fmla="*/ 457801 w 2912392"/>
                <a:gd name="connsiteY47" fmla="*/ 46796 h 692023"/>
                <a:gd name="connsiteX48" fmla="*/ 467542 w 2912392"/>
                <a:gd name="connsiteY48" fmla="*/ 48447 h 692023"/>
                <a:gd name="connsiteX49" fmla="*/ 477281 w 2912392"/>
                <a:gd name="connsiteY49" fmla="*/ 50025 h 692023"/>
                <a:gd name="connsiteX50" fmla="*/ 487022 w 2912392"/>
                <a:gd name="connsiteY50" fmla="*/ 51530 h 692023"/>
                <a:gd name="connsiteX51" fmla="*/ 496763 w 2912392"/>
                <a:gd name="connsiteY51" fmla="*/ 52958 h 692023"/>
                <a:gd name="connsiteX52" fmla="*/ 506503 w 2912392"/>
                <a:gd name="connsiteY52" fmla="*/ 54310 h 692023"/>
                <a:gd name="connsiteX53" fmla="*/ 516244 w 2912392"/>
                <a:gd name="connsiteY53" fmla="*/ 55585 h 692023"/>
                <a:gd name="connsiteX54" fmla="*/ 525985 w 2912392"/>
                <a:gd name="connsiteY54" fmla="*/ 56783 h 692023"/>
                <a:gd name="connsiteX55" fmla="*/ 535724 w 2912392"/>
                <a:gd name="connsiteY55" fmla="*/ 57905 h 692023"/>
                <a:gd name="connsiteX56" fmla="*/ 545465 w 2912392"/>
                <a:gd name="connsiteY56" fmla="*/ 58951 h 692023"/>
                <a:gd name="connsiteX57" fmla="*/ 555206 w 2912392"/>
                <a:gd name="connsiteY57" fmla="*/ 59925 h 692023"/>
                <a:gd name="connsiteX58" fmla="*/ 564946 w 2912392"/>
                <a:gd name="connsiteY58" fmla="*/ 60831 h 692023"/>
                <a:gd name="connsiteX59" fmla="*/ 574687 w 2912392"/>
                <a:gd name="connsiteY59" fmla="*/ 61670 h 692023"/>
                <a:gd name="connsiteX60" fmla="*/ 584428 w 2912392"/>
                <a:gd name="connsiteY60" fmla="*/ 62448 h 692023"/>
                <a:gd name="connsiteX61" fmla="*/ 594167 w 2912392"/>
                <a:gd name="connsiteY61" fmla="*/ 63167 h 692023"/>
                <a:gd name="connsiteX62" fmla="*/ 603908 w 2912392"/>
                <a:gd name="connsiteY62" fmla="*/ 63836 h 692023"/>
                <a:gd name="connsiteX63" fmla="*/ 613649 w 2912392"/>
                <a:gd name="connsiteY63" fmla="*/ 64460 h 692023"/>
                <a:gd name="connsiteX64" fmla="*/ 623388 w 2912392"/>
                <a:gd name="connsiteY64" fmla="*/ 65046 h 692023"/>
                <a:gd name="connsiteX65" fmla="*/ 633129 w 2912392"/>
                <a:gd name="connsiteY65" fmla="*/ 65599 h 692023"/>
                <a:gd name="connsiteX66" fmla="*/ 642870 w 2912392"/>
                <a:gd name="connsiteY66" fmla="*/ 66126 h 692023"/>
                <a:gd name="connsiteX67" fmla="*/ 652610 w 2912392"/>
                <a:gd name="connsiteY67" fmla="*/ 66639 h 692023"/>
                <a:gd name="connsiteX68" fmla="*/ 662351 w 2912392"/>
                <a:gd name="connsiteY68" fmla="*/ 67142 h 692023"/>
                <a:gd name="connsiteX69" fmla="*/ 672092 w 2912392"/>
                <a:gd name="connsiteY69" fmla="*/ 67647 h 692023"/>
                <a:gd name="connsiteX70" fmla="*/ 681831 w 2912392"/>
                <a:gd name="connsiteY70" fmla="*/ 68161 h 692023"/>
                <a:gd name="connsiteX71" fmla="*/ 691572 w 2912392"/>
                <a:gd name="connsiteY71" fmla="*/ 68695 h 692023"/>
                <a:gd name="connsiteX72" fmla="*/ 701313 w 2912392"/>
                <a:gd name="connsiteY72" fmla="*/ 69256 h 692023"/>
                <a:gd name="connsiteX73" fmla="*/ 711052 w 2912392"/>
                <a:gd name="connsiteY73" fmla="*/ 69857 h 692023"/>
                <a:gd name="connsiteX74" fmla="*/ 720793 w 2912392"/>
                <a:gd name="connsiteY74" fmla="*/ 70505 h 692023"/>
                <a:gd name="connsiteX75" fmla="*/ 730534 w 2912392"/>
                <a:gd name="connsiteY75" fmla="*/ 71211 h 692023"/>
                <a:gd name="connsiteX76" fmla="*/ 740274 w 2912392"/>
                <a:gd name="connsiteY76" fmla="*/ 71984 h 692023"/>
                <a:gd name="connsiteX77" fmla="*/ 750015 w 2912392"/>
                <a:gd name="connsiteY77" fmla="*/ 72837 h 692023"/>
                <a:gd name="connsiteX78" fmla="*/ 759756 w 2912392"/>
                <a:gd name="connsiteY78" fmla="*/ 73777 h 692023"/>
                <a:gd name="connsiteX79" fmla="*/ 769495 w 2912392"/>
                <a:gd name="connsiteY79" fmla="*/ 74815 h 692023"/>
                <a:gd name="connsiteX80" fmla="*/ 779236 w 2912392"/>
                <a:gd name="connsiteY80" fmla="*/ 75961 h 692023"/>
                <a:gd name="connsiteX81" fmla="*/ 788977 w 2912392"/>
                <a:gd name="connsiteY81" fmla="*/ 77224 h 692023"/>
                <a:gd name="connsiteX82" fmla="*/ 798717 w 2912392"/>
                <a:gd name="connsiteY82" fmla="*/ 78615 h 692023"/>
                <a:gd name="connsiteX83" fmla="*/ 808458 w 2912392"/>
                <a:gd name="connsiteY83" fmla="*/ 80140 h 692023"/>
                <a:gd name="connsiteX84" fmla="*/ 818199 w 2912392"/>
                <a:gd name="connsiteY84" fmla="*/ 81809 h 692023"/>
                <a:gd name="connsiteX85" fmla="*/ 827938 w 2912392"/>
                <a:gd name="connsiteY85" fmla="*/ 83632 h 692023"/>
                <a:gd name="connsiteX86" fmla="*/ 837679 w 2912392"/>
                <a:gd name="connsiteY86" fmla="*/ 85616 h 692023"/>
                <a:gd name="connsiteX87" fmla="*/ 847420 w 2912392"/>
                <a:gd name="connsiteY87" fmla="*/ 87767 h 692023"/>
                <a:gd name="connsiteX88" fmla="*/ 857159 w 2912392"/>
                <a:gd name="connsiteY88" fmla="*/ 90094 h 692023"/>
                <a:gd name="connsiteX89" fmla="*/ 866900 w 2912392"/>
                <a:gd name="connsiteY89" fmla="*/ 92603 h 692023"/>
                <a:gd name="connsiteX90" fmla="*/ 876641 w 2912392"/>
                <a:gd name="connsiteY90" fmla="*/ 95300 h 692023"/>
                <a:gd name="connsiteX91" fmla="*/ 886381 w 2912392"/>
                <a:gd name="connsiteY91" fmla="*/ 98192 h 692023"/>
                <a:gd name="connsiteX92" fmla="*/ 896122 w 2912392"/>
                <a:gd name="connsiteY92" fmla="*/ 101282 h 692023"/>
                <a:gd name="connsiteX93" fmla="*/ 905863 w 2912392"/>
                <a:gd name="connsiteY93" fmla="*/ 104575 h 692023"/>
                <a:gd name="connsiteX94" fmla="*/ 915602 w 2912392"/>
                <a:gd name="connsiteY94" fmla="*/ 108073 h 692023"/>
                <a:gd name="connsiteX95" fmla="*/ 925343 w 2912392"/>
                <a:gd name="connsiteY95" fmla="*/ 111783 h 692023"/>
                <a:gd name="connsiteX96" fmla="*/ 935084 w 2912392"/>
                <a:gd name="connsiteY96" fmla="*/ 115704 h 692023"/>
                <a:gd name="connsiteX97" fmla="*/ 944824 w 2912392"/>
                <a:gd name="connsiteY97" fmla="*/ 119840 h 692023"/>
                <a:gd name="connsiteX98" fmla="*/ 954564 w 2912392"/>
                <a:gd name="connsiteY98" fmla="*/ 124190 h 692023"/>
                <a:gd name="connsiteX99" fmla="*/ 964305 w 2912392"/>
                <a:gd name="connsiteY99" fmla="*/ 128756 h 692023"/>
                <a:gd name="connsiteX100" fmla="*/ 974045 w 2912392"/>
                <a:gd name="connsiteY100" fmla="*/ 133538 h 692023"/>
                <a:gd name="connsiteX101" fmla="*/ 983786 w 2912392"/>
                <a:gd name="connsiteY101" fmla="*/ 138534 h 692023"/>
                <a:gd name="connsiteX102" fmla="*/ 993522 w 2912392"/>
                <a:gd name="connsiteY102" fmla="*/ 143741 h 692023"/>
                <a:gd name="connsiteX103" fmla="*/ 1003266 w 2912392"/>
                <a:gd name="connsiteY103" fmla="*/ 149161 h 692023"/>
                <a:gd name="connsiteX104" fmla="*/ 1013010 w 2912392"/>
                <a:gd name="connsiteY104" fmla="*/ 154787 h 692023"/>
                <a:gd name="connsiteX105" fmla="*/ 1022754 w 2912392"/>
                <a:gd name="connsiteY105" fmla="*/ 160619 h 692023"/>
                <a:gd name="connsiteX106" fmla="*/ 1032483 w 2912392"/>
                <a:gd name="connsiteY106" fmla="*/ 166650 h 692023"/>
                <a:gd name="connsiteX107" fmla="*/ 1042227 w 2912392"/>
                <a:gd name="connsiteY107" fmla="*/ 172876 h 692023"/>
                <a:gd name="connsiteX108" fmla="*/ 1051971 w 2912392"/>
                <a:gd name="connsiteY108" fmla="*/ 179291 h 692023"/>
                <a:gd name="connsiteX109" fmla="*/ 1061715 w 2912392"/>
                <a:gd name="connsiteY109" fmla="*/ 185892 h 692023"/>
                <a:gd name="connsiteX110" fmla="*/ 1071444 w 2912392"/>
                <a:gd name="connsiteY110" fmla="*/ 192671 h 692023"/>
                <a:gd name="connsiteX111" fmla="*/ 1081188 w 2912392"/>
                <a:gd name="connsiteY111" fmla="*/ 199620 h 692023"/>
                <a:gd name="connsiteX112" fmla="*/ 1090932 w 2912392"/>
                <a:gd name="connsiteY112" fmla="*/ 206732 h 692023"/>
                <a:gd name="connsiteX113" fmla="*/ 1100676 w 2912392"/>
                <a:gd name="connsiteY113" fmla="*/ 214002 h 692023"/>
                <a:gd name="connsiteX114" fmla="*/ 1110405 w 2912392"/>
                <a:gd name="connsiteY114" fmla="*/ 221418 h 692023"/>
                <a:gd name="connsiteX115" fmla="*/ 1120149 w 2912392"/>
                <a:gd name="connsiteY115" fmla="*/ 228974 h 692023"/>
                <a:gd name="connsiteX116" fmla="*/ 1129893 w 2912392"/>
                <a:gd name="connsiteY116" fmla="*/ 236660 h 692023"/>
                <a:gd name="connsiteX117" fmla="*/ 1139637 w 2912392"/>
                <a:gd name="connsiteY117" fmla="*/ 244468 h 692023"/>
                <a:gd name="connsiteX118" fmla="*/ 1149381 w 2912392"/>
                <a:gd name="connsiteY118" fmla="*/ 252390 h 692023"/>
                <a:gd name="connsiteX119" fmla="*/ 1159110 w 2912392"/>
                <a:gd name="connsiteY119" fmla="*/ 260413 h 692023"/>
                <a:gd name="connsiteX120" fmla="*/ 1168854 w 2912392"/>
                <a:gd name="connsiteY120" fmla="*/ 268529 h 692023"/>
                <a:gd name="connsiteX121" fmla="*/ 1178598 w 2912392"/>
                <a:gd name="connsiteY121" fmla="*/ 276729 h 692023"/>
                <a:gd name="connsiteX122" fmla="*/ 1188341 w 2912392"/>
                <a:gd name="connsiteY122" fmla="*/ 285003 h 692023"/>
                <a:gd name="connsiteX123" fmla="*/ 1198070 w 2912392"/>
                <a:gd name="connsiteY123" fmla="*/ 293339 h 692023"/>
                <a:gd name="connsiteX124" fmla="*/ 1207814 w 2912392"/>
                <a:gd name="connsiteY124" fmla="*/ 301730 h 692023"/>
                <a:gd name="connsiteX125" fmla="*/ 1217558 w 2912392"/>
                <a:gd name="connsiteY125" fmla="*/ 310163 h 692023"/>
                <a:gd name="connsiteX126" fmla="*/ 1227302 w 2912392"/>
                <a:gd name="connsiteY126" fmla="*/ 318631 h 692023"/>
                <a:gd name="connsiteX127" fmla="*/ 1237031 w 2912392"/>
                <a:gd name="connsiteY127" fmla="*/ 327124 h 692023"/>
                <a:gd name="connsiteX128" fmla="*/ 1246775 w 2912392"/>
                <a:gd name="connsiteY128" fmla="*/ 335629 h 692023"/>
                <a:gd name="connsiteX129" fmla="*/ 1256519 w 2912392"/>
                <a:gd name="connsiteY129" fmla="*/ 344141 h 692023"/>
                <a:gd name="connsiteX130" fmla="*/ 1266263 w 2912392"/>
                <a:gd name="connsiteY130" fmla="*/ 352648 h 692023"/>
                <a:gd name="connsiteX131" fmla="*/ 1276007 w 2912392"/>
                <a:gd name="connsiteY131" fmla="*/ 361142 h 692023"/>
                <a:gd name="connsiteX132" fmla="*/ 1285736 w 2912392"/>
                <a:gd name="connsiteY132" fmla="*/ 369614 h 692023"/>
                <a:gd name="connsiteX133" fmla="*/ 1295480 w 2912392"/>
                <a:gd name="connsiteY133" fmla="*/ 378056 h 692023"/>
                <a:gd name="connsiteX134" fmla="*/ 1305224 w 2912392"/>
                <a:gd name="connsiteY134" fmla="*/ 386459 h 692023"/>
                <a:gd name="connsiteX135" fmla="*/ 1314968 w 2912392"/>
                <a:gd name="connsiteY135" fmla="*/ 394814 h 692023"/>
                <a:gd name="connsiteX136" fmla="*/ 1324697 w 2912392"/>
                <a:gd name="connsiteY136" fmla="*/ 403116 h 692023"/>
                <a:gd name="connsiteX137" fmla="*/ 1334441 w 2912392"/>
                <a:gd name="connsiteY137" fmla="*/ 411356 h 692023"/>
                <a:gd name="connsiteX138" fmla="*/ 1344185 w 2912392"/>
                <a:gd name="connsiteY138" fmla="*/ 419529 h 692023"/>
                <a:gd name="connsiteX139" fmla="*/ 1353929 w 2912392"/>
                <a:gd name="connsiteY139" fmla="*/ 427626 h 692023"/>
                <a:gd name="connsiteX140" fmla="*/ 1363658 w 2912392"/>
                <a:gd name="connsiteY140" fmla="*/ 435642 h 692023"/>
                <a:gd name="connsiteX141" fmla="*/ 1373402 w 2912392"/>
                <a:gd name="connsiteY141" fmla="*/ 443571 h 692023"/>
                <a:gd name="connsiteX142" fmla="*/ 1383146 w 2912392"/>
                <a:gd name="connsiteY142" fmla="*/ 451409 h 692023"/>
                <a:gd name="connsiteX143" fmla="*/ 1392890 w 2912392"/>
                <a:gd name="connsiteY143" fmla="*/ 459149 h 692023"/>
                <a:gd name="connsiteX144" fmla="*/ 1402619 w 2912392"/>
                <a:gd name="connsiteY144" fmla="*/ 466788 h 692023"/>
                <a:gd name="connsiteX145" fmla="*/ 1412363 w 2912392"/>
                <a:gd name="connsiteY145" fmla="*/ 474321 h 692023"/>
                <a:gd name="connsiteX146" fmla="*/ 1422106 w 2912392"/>
                <a:gd name="connsiteY146" fmla="*/ 481744 h 692023"/>
                <a:gd name="connsiteX147" fmla="*/ 1431850 w 2912392"/>
                <a:gd name="connsiteY147" fmla="*/ 489055 h 692023"/>
                <a:gd name="connsiteX148" fmla="*/ 1441594 w 2912392"/>
                <a:gd name="connsiteY148" fmla="*/ 496248 h 692023"/>
                <a:gd name="connsiteX149" fmla="*/ 1451323 w 2912392"/>
                <a:gd name="connsiteY149" fmla="*/ 503323 h 692023"/>
                <a:gd name="connsiteX150" fmla="*/ 1461067 w 2912392"/>
                <a:gd name="connsiteY150" fmla="*/ 510277 h 692023"/>
                <a:gd name="connsiteX151" fmla="*/ 1470811 w 2912392"/>
                <a:gd name="connsiteY151" fmla="*/ 517106 h 692023"/>
                <a:gd name="connsiteX152" fmla="*/ 1480555 w 2912392"/>
                <a:gd name="connsiteY152" fmla="*/ 523811 h 692023"/>
                <a:gd name="connsiteX153" fmla="*/ 1490284 w 2912392"/>
                <a:gd name="connsiteY153" fmla="*/ 530389 h 692023"/>
                <a:gd name="connsiteX154" fmla="*/ 1500028 w 2912392"/>
                <a:gd name="connsiteY154" fmla="*/ 536839 h 692023"/>
                <a:gd name="connsiteX155" fmla="*/ 1509772 w 2912392"/>
                <a:gd name="connsiteY155" fmla="*/ 543159 h 692023"/>
                <a:gd name="connsiteX156" fmla="*/ 1519516 w 2912392"/>
                <a:gd name="connsiteY156" fmla="*/ 549349 h 692023"/>
                <a:gd name="connsiteX157" fmla="*/ 1529245 w 2912392"/>
                <a:gd name="connsiteY157" fmla="*/ 555410 h 692023"/>
                <a:gd name="connsiteX158" fmla="*/ 1538989 w 2912392"/>
                <a:gd name="connsiteY158" fmla="*/ 561339 h 692023"/>
                <a:gd name="connsiteX159" fmla="*/ 1548733 w 2912392"/>
                <a:gd name="connsiteY159" fmla="*/ 567137 h 692023"/>
                <a:gd name="connsiteX160" fmla="*/ 1558477 w 2912392"/>
                <a:gd name="connsiteY160" fmla="*/ 572805 h 692023"/>
                <a:gd name="connsiteX161" fmla="*/ 1568221 w 2912392"/>
                <a:gd name="connsiteY161" fmla="*/ 578341 h 692023"/>
                <a:gd name="connsiteX162" fmla="*/ 1577950 w 2912392"/>
                <a:gd name="connsiteY162" fmla="*/ 583747 h 692023"/>
                <a:gd name="connsiteX163" fmla="*/ 1587694 w 2912392"/>
                <a:gd name="connsiteY163" fmla="*/ 589021 h 692023"/>
                <a:gd name="connsiteX164" fmla="*/ 1597438 w 2912392"/>
                <a:gd name="connsiteY164" fmla="*/ 594164 h 692023"/>
                <a:gd name="connsiteX165" fmla="*/ 1607182 w 2912392"/>
                <a:gd name="connsiteY165" fmla="*/ 599179 h 692023"/>
                <a:gd name="connsiteX166" fmla="*/ 1616911 w 2912392"/>
                <a:gd name="connsiteY166" fmla="*/ 604063 h 692023"/>
                <a:gd name="connsiteX167" fmla="*/ 1626655 w 2912392"/>
                <a:gd name="connsiteY167" fmla="*/ 608819 h 692023"/>
                <a:gd name="connsiteX168" fmla="*/ 1636399 w 2912392"/>
                <a:gd name="connsiteY168" fmla="*/ 613443 h 692023"/>
                <a:gd name="connsiteX169" fmla="*/ 1646142 w 2912392"/>
                <a:gd name="connsiteY169" fmla="*/ 617941 h 692023"/>
                <a:gd name="connsiteX170" fmla="*/ 1655872 w 2912392"/>
                <a:gd name="connsiteY170" fmla="*/ 622311 h 692023"/>
                <a:gd name="connsiteX171" fmla="*/ 1665616 w 2912392"/>
                <a:gd name="connsiteY171" fmla="*/ 626551 h 692023"/>
                <a:gd name="connsiteX172" fmla="*/ 1675359 w 2912392"/>
                <a:gd name="connsiteY172" fmla="*/ 630665 h 692023"/>
                <a:gd name="connsiteX173" fmla="*/ 1685103 w 2912392"/>
                <a:gd name="connsiteY173" fmla="*/ 634650 h 692023"/>
                <a:gd name="connsiteX174" fmla="*/ 1694832 w 2912392"/>
                <a:gd name="connsiteY174" fmla="*/ 638508 h 692023"/>
                <a:gd name="connsiteX175" fmla="*/ 1704576 w 2912392"/>
                <a:gd name="connsiteY175" fmla="*/ 642237 h 692023"/>
                <a:gd name="connsiteX176" fmla="*/ 1714320 w 2912392"/>
                <a:gd name="connsiteY176" fmla="*/ 645838 h 692023"/>
                <a:gd name="connsiteX177" fmla="*/ 1724064 w 2912392"/>
                <a:gd name="connsiteY177" fmla="*/ 649311 h 692023"/>
                <a:gd name="connsiteX178" fmla="*/ 1733808 w 2912392"/>
                <a:gd name="connsiteY178" fmla="*/ 652656 h 692023"/>
                <a:gd name="connsiteX179" fmla="*/ 1743537 w 2912392"/>
                <a:gd name="connsiteY179" fmla="*/ 655871 h 692023"/>
                <a:gd name="connsiteX180" fmla="*/ 1753281 w 2912392"/>
                <a:gd name="connsiteY180" fmla="*/ 658957 h 692023"/>
                <a:gd name="connsiteX181" fmla="*/ 1763025 w 2912392"/>
                <a:gd name="connsiteY181" fmla="*/ 661911 h 692023"/>
                <a:gd name="connsiteX182" fmla="*/ 1772769 w 2912392"/>
                <a:gd name="connsiteY182" fmla="*/ 664736 h 692023"/>
                <a:gd name="connsiteX183" fmla="*/ 1782498 w 2912392"/>
                <a:gd name="connsiteY183" fmla="*/ 667427 h 692023"/>
                <a:gd name="connsiteX184" fmla="*/ 1792242 w 2912392"/>
                <a:gd name="connsiteY184" fmla="*/ 669985 h 692023"/>
                <a:gd name="connsiteX185" fmla="*/ 1801986 w 2912392"/>
                <a:gd name="connsiteY185" fmla="*/ 672410 h 692023"/>
                <a:gd name="connsiteX186" fmla="*/ 1811730 w 2912392"/>
                <a:gd name="connsiteY186" fmla="*/ 674699 h 692023"/>
                <a:gd name="connsiteX187" fmla="*/ 1821459 w 2912392"/>
                <a:gd name="connsiteY187" fmla="*/ 676852 h 692023"/>
                <a:gd name="connsiteX188" fmla="*/ 1831203 w 2912392"/>
                <a:gd name="connsiteY188" fmla="*/ 678868 h 692023"/>
                <a:gd name="connsiteX189" fmla="*/ 1840947 w 2912392"/>
                <a:gd name="connsiteY189" fmla="*/ 680745 h 692023"/>
                <a:gd name="connsiteX190" fmla="*/ 1850691 w 2912392"/>
                <a:gd name="connsiteY190" fmla="*/ 682481 h 692023"/>
                <a:gd name="connsiteX191" fmla="*/ 1860435 w 2912392"/>
                <a:gd name="connsiteY191" fmla="*/ 684076 h 692023"/>
                <a:gd name="connsiteX192" fmla="*/ 1870164 w 2912392"/>
                <a:gd name="connsiteY192" fmla="*/ 685530 h 692023"/>
                <a:gd name="connsiteX193" fmla="*/ 1879908 w 2912392"/>
                <a:gd name="connsiteY193" fmla="*/ 686840 h 692023"/>
                <a:gd name="connsiteX194" fmla="*/ 1889652 w 2912392"/>
                <a:gd name="connsiteY194" fmla="*/ 688004 h 692023"/>
                <a:gd name="connsiteX195" fmla="*/ 1899395 w 2912392"/>
                <a:gd name="connsiteY195" fmla="*/ 689023 h 692023"/>
                <a:gd name="connsiteX196" fmla="*/ 1909124 w 2912392"/>
                <a:gd name="connsiteY196" fmla="*/ 689894 h 692023"/>
                <a:gd name="connsiteX197" fmla="*/ 1918868 w 2912392"/>
                <a:gd name="connsiteY197" fmla="*/ 690618 h 692023"/>
                <a:gd name="connsiteX198" fmla="*/ 1928612 w 2912392"/>
                <a:gd name="connsiteY198" fmla="*/ 691195 h 692023"/>
                <a:gd name="connsiteX199" fmla="*/ 1938356 w 2912392"/>
                <a:gd name="connsiteY199" fmla="*/ 691621 h 692023"/>
                <a:gd name="connsiteX200" fmla="*/ 1948085 w 2912392"/>
                <a:gd name="connsiteY200" fmla="*/ 691897 h 692023"/>
                <a:gd name="connsiteX201" fmla="*/ 1957829 w 2912392"/>
                <a:gd name="connsiteY201" fmla="*/ 692023 h 692023"/>
                <a:gd name="connsiteX202" fmla="*/ 1967573 w 2912392"/>
                <a:gd name="connsiteY202" fmla="*/ 692000 h 692023"/>
                <a:gd name="connsiteX203" fmla="*/ 1977317 w 2912392"/>
                <a:gd name="connsiteY203" fmla="*/ 691827 h 692023"/>
                <a:gd name="connsiteX204" fmla="*/ 1987046 w 2912392"/>
                <a:gd name="connsiteY204" fmla="*/ 691502 h 692023"/>
                <a:gd name="connsiteX205" fmla="*/ 1996790 w 2912392"/>
                <a:gd name="connsiteY205" fmla="*/ 691030 h 692023"/>
                <a:gd name="connsiteX206" fmla="*/ 2006534 w 2912392"/>
                <a:gd name="connsiteY206" fmla="*/ 690407 h 692023"/>
                <a:gd name="connsiteX207" fmla="*/ 2016278 w 2912392"/>
                <a:gd name="connsiteY207" fmla="*/ 689637 h 692023"/>
                <a:gd name="connsiteX208" fmla="*/ 2026022 w 2912392"/>
                <a:gd name="connsiteY208" fmla="*/ 688720 h 692023"/>
                <a:gd name="connsiteX209" fmla="*/ 2035751 w 2912392"/>
                <a:gd name="connsiteY209" fmla="*/ 687658 h 692023"/>
                <a:gd name="connsiteX210" fmla="*/ 2045495 w 2912392"/>
                <a:gd name="connsiteY210" fmla="*/ 686453 h 692023"/>
                <a:gd name="connsiteX211" fmla="*/ 2055239 w 2912392"/>
                <a:gd name="connsiteY211" fmla="*/ 685107 h 692023"/>
                <a:gd name="connsiteX212" fmla="*/ 2064983 w 2912392"/>
                <a:gd name="connsiteY212" fmla="*/ 683622 h 692023"/>
                <a:gd name="connsiteX213" fmla="*/ 2074712 w 2912392"/>
                <a:gd name="connsiteY213" fmla="*/ 681999 h 692023"/>
                <a:gd name="connsiteX214" fmla="*/ 2084456 w 2912392"/>
                <a:gd name="connsiteY214" fmla="*/ 680246 h 692023"/>
                <a:gd name="connsiteX215" fmla="*/ 2094200 w 2912392"/>
                <a:gd name="connsiteY215" fmla="*/ 678361 h 692023"/>
                <a:gd name="connsiteX216" fmla="*/ 2103944 w 2912392"/>
                <a:gd name="connsiteY216" fmla="*/ 676350 h 692023"/>
                <a:gd name="connsiteX217" fmla="*/ 2113673 w 2912392"/>
                <a:gd name="connsiteY217" fmla="*/ 674215 h 692023"/>
                <a:gd name="connsiteX218" fmla="*/ 2123417 w 2912392"/>
                <a:gd name="connsiteY218" fmla="*/ 671963 h 692023"/>
                <a:gd name="connsiteX219" fmla="*/ 2133161 w 2912392"/>
                <a:gd name="connsiteY219" fmla="*/ 669596 h 692023"/>
                <a:gd name="connsiteX220" fmla="*/ 2142905 w 2912392"/>
                <a:gd name="connsiteY220" fmla="*/ 667121 h 692023"/>
                <a:gd name="connsiteX221" fmla="*/ 2152649 w 2912392"/>
                <a:gd name="connsiteY221" fmla="*/ 664541 h 692023"/>
                <a:gd name="connsiteX222" fmla="*/ 2162377 w 2912392"/>
                <a:gd name="connsiteY222" fmla="*/ 661862 h 692023"/>
                <a:gd name="connsiteX223" fmla="*/ 2172121 w 2912392"/>
                <a:gd name="connsiteY223" fmla="*/ 659091 h 692023"/>
                <a:gd name="connsiteX224" fmla="*/ 2181865 w 2912392"/>
                <a:gd name="connsiteY224" fmla="*/ 656230 h 692023"/>
                <a:gd name="connsiteX225" fmla="*/ 2191609 w 2912392"/>
                <a:gd name="connsiteY225" fmla="*/ 653289 h 692023"/>
                <a:gd name="connsiteX226" fmla="*/ 2201338 w 2912392"/>
                <a:gd name="connsiteY226" fmla="*/ 650274 h 692023"/>
                <a:gd name="connsiteX227" fmla="*/ 2211082 w 2912392"/>
                <a:gd name="connsiteY227" fmla="*/ 647188 h 692023"/>
                <a:gd name="connsiteX228" fmla="*/ 2220826 w 2912392"/>
                <a:gd name="connsiteY228" fmla="*/ 644040 h 692023"/>
                <a:gd name="connsiteX229" fmla="*/ 2230570 w 2912392"/>
                <a:gd name="connsiteY229" fmla="*/ 640837 h 692023"/>
                <a:gd name="connsiteX230" fmla="*/ 2240299 w 2912392"/>
                <a:gd name="connsiteY230" fmla="*/ 637586 h 692023"/>
                <a:gd name="connsiteX231" fmla="*/ 2250043 w 2912392"/>
                <a:gd name="connsiteY231" fmla="*/ 634291 h 692023"/>
                <a:gd name="connsiteX232" fmla="*/ 2259787 w 2912392"/>
                <a:gd name="connsiteY232" fmla="*/ 630964 h 692023"/>
                <a:gd name="connsiteX233" fmla="*/ 2269531 w 2912392"/>
                <a:gd name="connsiteY233" fmla="*/ 627609 h 692023"/>
                <a:gd name="connsiteX234" fmla="*/ 2279260 w 2912392"/>
                <a:gd name="connsiteY234" fmla="*/ 624235 h 692023"/>
                <a:gd name="connsiteX235" fmla="*/ 2289004 w 2912392"/>
                <a:gd name="connsiteY235" fmla="*/ 620847 h 692023"/>
                <a:gd name="connsiteX236" fmla="*/ 2298748 w 2912392"/>
                <a:gd name="connsiteY236" fmla="*/ 617454 h 692023"/>
                <a:gd name="connsiteX237" fmla="*/ 2308492 w 2912392"/>
                <a:gd name="connsiteY237" fmla="*/ 614063 h 692023"/>
                <a:gd name="connsiteX238" fmla="*/ 2318236 w 2912392"/>
                <a:gd name="connsiteY238" fmla="*/ 610682 h 692023"/>
                <a:gd name="connsiteX239" fmla="*/ 2327965 w 2912392"/>
                <a:gd name="connsiteY239" fmla="*/ 607317 h 692023"/>
                <a:gd name="connsiteX240" fmla="*/ 2337709 w 2912392"/>
                <a:gd name="connsiteY240" fmla="*/ 603975 h 692023"/>
                <a:gd name="connsiteX241" fmla="*/ 2347453 w 2912392"/>
                <a:gd name="connsiteY241" fmla="*/ 600663 h 692023"/>
                <a:gd name="connsiteX242" fmla="*/ 2357197 w 2912392"/>
                <a:gd name="connsiteY242" fmla="*/ 597387 h 692023"/>
                <a:gd name="connsiteX243" fmla="*/ 2366926 w 2912392"/>
                <a:gd name="connsiteY243" fmla="*/ 594155 h 692023"/>
                <a:gd name="connsiteX244" fmla="*/ 2376670 w 2912392"/>
                <a:gd name="connsiteY244" fmla="*/ 590973 h 692023"/>
                <a:gd name="connsiteX245" fmla="*/ 2386413 w 2912392"/>
                <a:gd name="connsiteY245" fmla="*/ 587845 h 692023"/>
                <a:gd name="connsiteX246" fmla="*/ 2396157 w 2912392"/>
                <a:gd name="connsiteY246" fmla="*/ 584779 h 692023"/>
                <a:gd name="connsiteX247" fmla="*/ 2405886 w 2912392"/>
                <a:gd name="connsiteY247" fmla="*/ 581781 h 692023"/>
                <a:gd name="connsiteX248" fmla="*/ 2415630 w 2912392"/>
                <a:gd name="connsiteY248" fmla="*/ 578854 h 692023"/>
                <a:gd name="connsiteX249" fmla="*/ 2425374 w 2912392"/>
                <a:gd name="connsiteY249" fmla="*/ 576004 h 692023"/>
                <a:gd name="connsiteX250" fmla="*/ 2435118 w 2912392"/>
                <a:gd name="connsiteY250" fmla="*/ 573235 h 692023"/>
                <a:gd name="connsiteX251" fmla="*/ 2444862 w 2912392"/>
                <a:gd name="connsiteY251" fmla="*/ 570552 h 692023"/>
                <a:gd name="connsiteX252" fmla="*/ 2454591 w 2912392"/>
                <a:gd name="connsiteY252" fmla="*/ 567957 h 692023"/>
                <a:gd name="connsiteX253" fmla="*/ 2464335 w 2912392"/>
                <a:gd name="connsiteY253" fmla="*/ 565455 h 692023"/>
                <a:gd name="connsiteX254" fmla="*/ 2474079 w 2912392"/>
                <a:gd name="connsiteY254" fmla="*/ 563047 h 692023"/>
                <a:gd name="connsiteX255" fmla="*/ 2483823 w 2912392"/>
                <a:gd name="connsiteY255" fmla="*/ 560738 h 692023"/>
                <a:gd name="connsiteX256" fmla="*/ 2493552 w 2912392"/>
                <a:gd name="connsiteY256" fmla="*/ 558527 h 692023"/>
                <a:gd name="connsiteX257" fmla="*/ 2503296 w 2912392"/>
                <a:gd name="connsiteY257" fmla="*/ 556417 h 692023"/>
                <a:gd name="connsiteX258" fmla="*/ 2513040 w 2912392"/>
                <a:gd name="connsiteY258" fmla="*/ 554409 h 692023"/>
                <a:gd name="connsiteX259" fmla="*/ 2522784 w 2912392"/>
                <a:gd name="connsiteY259" fmla="*/ 552502 h 692023"/>
                <a:gd name="connsiteX260" fmla="*/ 2532513 w 2912392"/>
                <a:gd name="connsiteY260" fmla="*/ 550696 h 692023"/>
                <a:gd name="connsiteX261" fmla="*/ 2542257 w 2912392"/>
                <a:gd name="connsiteY261" fmla="*/ 548993 h 692023"/>
                <a:gd name="connsiteX262" fmla="*/ 2552001 w 2912392"/>
                <a:gd name="connsiteY262" fmla="*/ 547389 h 692023"/>
                <a:gd name="connsiteX263" fmla="*/ 2561745 w 2912392"/>
                <a:gd name="connsiteY263" fmla="*/ 545882 h 692023"/>
                <a:gd name="connsiteX264" fmla="*/ 2571474 w 2912392"/>
                <a:gd name="connsiteY264" fmla="*/ 544473 h 692023"/>
                <a:gd name="connsiteX265" fmla="*/ 2581218 w 2912392"/>
                <a:gd name="connsiteY265" fmla="*/ 543157 h 692023"/>
                <a:gd name="connsiteX266" fmla="*/ 2590962 w 2912392"/>
                <a:gd name="connsiteY266" fmla="*/ 541931 h 692023"/>
                <a:gd name="connsiteX267" fmla="*/ 2600705 w 2912392"/>
                <a:gd name="connsiteY267" fmla="*/ 540793 h 692023"/>
                <a:gd name="connsiteX268" fmla="*/ 2610449 w 2912392"/>
                <a:gd name="connsiteY268" fmla="*/ 539735 h 692023"/>
                <a:gd name="connsiteX269" fmla="*/ 2620178 w 2912392"/>
                <a:gd name="connsiteY269" fmla="*/ 538756 h 692023"/>
                <a:gd name="connsiteX270" fmla="*/ 2629922 w 2912392"/>
                <a:gd name="connsiteY270" fmla="*/ 537850 h 692023"/>
                <a:gd name="connsiteX271" fmla="*/ 2639666 w 2912392"/>
                <a:gd name="connsiteY271" fmla="*/ 537011 h 692023"/>
                <a:gd name="connsiteX272" fmla="*/ 2649410 w 2912392"/>
                <a:gd name="connsiteY272" fmla="*/ 536234 h 692023"/>
                <a:gd name="connsiteX273" fmla="*/ 2659139 w 2912392"/>
                <a:gd name="connsiteY273" fmla="*/ 535511 h 692023"/>
                <a:gd name="connsiteX274" fmla="*/ 2668883 w 2912392"/>
                <a:gd name="connsiteY274" fmla="*/ 534836 h 692023"/>
                <a:gd name="connsiteX275" fmla="*/ 2678627 w 2912392"/>
                <a:gd name="connsiteY275" fmla="*/ 534203 h 692023"/>
                <a:gd name="connsiteX276" fmla="*/ 2688371 w 2912392"/>
                <a:gd name="connsiteY276" fmla="*/ 533603 h 692023"/>
                <a:gd name="connsiteX277" fmla="*/ 2698100 w 2912392"/>
                <a:gd name="connsiteY277" fmla="*/ 533029 h 692023"/>
                <a:gd name="connsiteX278" fmla="*/ 2707844 w 2912392"/>
                <a:gd name="connsiteY278" fmla="*/ 532473 h 692023"/>
                <a:gd name="connsiteX279" fmla="*/ 2717588 w 2912392"/>
                <a:gd name="connsiteY279" fmla="*/ 531928 h 692023"/>
                <a:gd name="connsiteX280" fmla="*/ 2727332 w 2912392"/>
                <a:gd name="connsiteY280" fmla="*/ 531383 h 692023"/>
                <a:gd name="connsiteX281" fmla="*/ 2737076 w 2912392"/>
                <a:gd name="connsiteY281" fmla="*/ 530831 h 692023"/>
                <a:gd name="connsiteX282" fmla="*/ 2746805 w 2912392"/>
                <a:gd name="connsiteY282" fmla="*/ 530264 h 692023"/>
                <a:gd name="connsiteX283" fmla="*/ 2756549 w 2912392"/>
                <a:gd name="connsiteY283" fmla="*/ 529671 h 692023"/>
                <a:gd name="connsiteX284" fmla="*/ 2766293 w 2912392"/>
                <a:gd name="connsiteY284" fmla="*/ 529045 h 692023"/>
                <a:gd name="connsiteX285" fmla="*/ 2776037 w 2912392"/>
                <a:gd name="connsiteY285" fmla="*/ 528376 h 692023"/>
                <a:gd name="connsiteX286" fmla="*/ 2785766 w 2912392"/>
                <a:gd name="connsiteY286" fmla="*/ 527655 h 692023"/>
                <a:gd name="connsiteX287" fmla="*/ 2795510 w 2912392"/>
                <a:gd name="connsiteY287" fmla="*/ 526874 h 692023"/>
                <a:gd name="connsiteX288" fmla="*/ 2805254 w 2912392"/>
                <a:gd name="connsiteY288" fmla="*/ 526023 h 692023"/>
                <a:gd name="connsiteX289" fmla="*/ 2814998 w 2912392"/>
                <a:gd name="connsiteY289" fmla="*/ 525095 h 692023"/>
                <a:gd name="connsiteX290" fmla="*/ 2824727 w 2912392"/>
                <a:gd name="connsiteY290" fmla="*/ 524081 h 692023"/>
                <a:gd name="connsiteX291" fmla="*/ 2834471 w 2912392"/>
                <a:gd name="connsiteY291" fmla="*/ 522971 h 692023"/>
                <a:gd name="connsiteX292" fmla="*/ 2844215 w 2912392"/>
                <a:gd name="connsiteY292" fmla="*/ 521758 h 692023"/>
                <a:gd name="connsiteX293" fmla="*/ 2853958 w 2912392"/>
                <a:gd name="connsiteY293" fmla="*/ 520433 h 692023"/>
                <a:gd name="connsiteX294" fmla="*/ 2863687 w 2912392"/>
                <a:gd name="connsiteY294" fmla="*/ 518991 h 692023"/>
                <a:gd name="connsiteX295" fmla="*/ 2873431 w 2912392"/>
                <a:gd name="connsiteY295" fmla="*/ 517424 h 692023"/>
                <a:gd name="connsiteX296" fmla="*/ 2883175 w 2912392"/>
                <a:gd name="connsiteY296" fmla="*/ 515724 h 692023"/>
                <a:gd name="connsiteX297" fmla="*/ 2892919 w 2912392"/>
                <a:gd name="connsiteY297" fmla="*/ 513885 h 692023"/>
                <a:gd name="connsiteX298" fmla="*/ 2902663 w 2912392"/>
                <a:gd name="connsiteY298" fmla="*/ 511902 h 692023"/>
                <a:gd name="connsiteX299" fmla="*/ 2912392 w 2912392"/>
                <a:gd name="connsiteY299" fmla="*/ 509769 h 692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92023">
                  <a:moveTo>
                    <a:pt x="0" y="39883"/>
                  </a:moveTo>
                  <a:lnTo>
                    <a:pt x="9739" y="35156"/>
                  </a:lnTo>
                  <a:lnTo>
                    <a:pt x="19480" y="30744"/>
                  </a:lnTo>
                  <a:lnTo>
                    <a:pt x="29221" y="26647"/>
                  </a:lnTo>
                  <a:lnTo>
                    <a:pt x="38961" y="22864"/>
                  </a:lnTo>
                  <a:lnTo>
                    <a:pt x="48702" y="19390"/>
                  </a:lnTo>
                  <a:lnTo>
                    <a:pt x="58443" y="16222"/>
                  </a:lnTo>
                  <a:lnTo>
                    <a:pt x="68182" y="13357"/>
                  </a:lnTo>
                  <a:lnTo>
                    <a:pt x="77923" y="10790"/>
                  </a:lnTo>
                  <a:lnTo>
                    <a:pt x="87664" y="8515"/>
                  </a:lnTo>
                  <a:lnTo>
                    <a:pt x="97404" y="6526"/>
                  </a:lnTo>
                  <a:lnTo>
                    <a:pt x="107145" y="4817"/>
                  </a:lnTo>
                  <a:lnTo>
                    <a:pt x="116886" y="3379"/>
                  </a:lnTo>
                  <a:lnTo>
                    <a:pt x="126625" y="2208"/>
                  </a:lnTo>
                  <a:lnTo>
                    <a:pt x="136366" y="1293"/>
                  </a:lnTo>
                  <a:lnTo>
                    <a:pt x="146107" y="626"/>
                  </a:lnTo>
                  <a:lnTo>
                    <a:pt x="155846" y="198"/>
                  </a:lnTo>
                  <a:lnTo>
                    <a:pt x="165587" y="0"/>
                  </a:lnTo>
                  <a:lnTo>
                    <a:pt x="175328" y="22"/>
                  </a:lnTo>
                  <a:lnTo>
                    <a:pt x="185068" y="253"/>
                  </a:lnTo>
                  <a:lnTo>
                    <a:pt x="194809" y="684"/>
                  </a:lnTo>
                  <a:lnTo>
                    <a:pt x="204550" y="1302"/>
                  </a:lnTo>
                  <a:lnTo>
                    <a:pt x="214289" y="2096"/>
                  </a:lnTo>
                  <a:lnTo>
                    <a:pt x="224030" y="3057"/>
                  </a:lnTo>
                  <a:lnTo>
                    <a:pt x="233771" y="4173"/>
                  </a:lnTo>
                  <a:lnTo>
                    <a:pt x="243510" y="5431"/>
                  </a:lnTo>
                  <a:lnTo>
                    <a:pt x="253251" y="6819"/>
                  </a:lnTo>
                  <a:lnTo>
                    <a:pt x="262992" y="8327"/>
                  </a:lnTo>
                  <a:lnTo>
                    <a:pt x="272732" y="9944"/>
                  </a:lnTo>
                  <a:lnTo>
                    <a:pt x="282473" y="11654"/>
                  </a:lnTo>
                  <a:lnTo>
                    <a:pt x="292214" y="13449"/>
                  </a:lnTo>
                  <a:lnTo>
                    <a:pt x="301953" y="15318"/>
                  </a:lnTo>
                  <a:lnTo>
                    <a:pt x="311694" y="17249"/>
                  </a:lnTo>
                  <a:lnTo>
                    <a:pt x="321435" y="19229"/>
                  </a:lnTo>
                  <a:lnTo>
                    <a:pt x="331175" y="21247"/>
                  </a:lnTo>
                  <a:lnTo>
                    <a:pt x="340916" y="23295"/>
                  </a:lnTo>
                  <a:lnTo>
                    <a:pt x="350656" y="25361"/>
                  </a:lnTo>
                  <a:lnTo>
                    <a:pt x="360396" y="27436"/>
                  </a:lnTo>
                  <a:lnTo>
                    <a:pt x="370137" y="29510"/>
                  </a:lnTo>
                  <a:lnTo>
                    <a:pt x="379878" y="31575"/>
                  </a:lnTo>
                  <a:lnTo>
                    <a:pt x="389617" y="33620"/>
                  </a:lnTo>
                  <a:lnTo>
                    <a:pt x="399358" y="35638"/>
                  </a:lnTo>
                  <a:lnTo>
                    <a:pt x="409099" y="37621"/>
                  </a:lnTo>
                  <a:lnTo>
                    <a:pt x="418839" y="39564"/>
                  </a:lnTo>
                  <a:lnTo>
                    <a:pt x="428580" y="41458"/>
                  </a:lnTo>
                  <a:lnTo>
                    <a:pt x="438321" y="43299"/>
                  </a:lnTo>
                  <a:lnTo>
                    <a:pt x="448060" y="45080"/>
                  </a:lnTo>
                  <a:lnTo>
                    <a:pt x="457801" y="46796"/>
                  </a:lnTo>
                  <a:lnTo>
                    <a:pt x="467542" y="48447"/>
                  </a:lnTo>
                  <a:lnTo>
                    <a:pt x="477281" y="50025"/>
                  </a:lnTo>
                  <a:lnTo>
                    <a:pt x="487022" y="51530"/>
                  </a:lnTo>
                  <a:lnTo>
                    <a:pt x="496763" y="52958"/>
                  </a:lnTo>
                  <a:lnTo>
                    <a:pt x="506503" y="54310"/>
                  </a:lnTo>
                  <a:lnTo>
                    <a:pt x="516244" y="55585"/>
                  </a:lnTo>
                  <a:lnTo>
                    <a:pt x="525985" y="56783"/>
                  </a:lnTo>
                  <a:lnTo>
                    <a:pt x="535724" y="57905"/>
                  </a:lnTo>
                  <a:lnTo>
                    <a:pt x="545465" y="58951"/>
                  </a:lnTo>
                  <a:lnTo>
                    <a:pt x="555206" y="59925"/>
                  </a:lnTo>
                  <a:lnTo>
                    <a:pt x="564946" y="60831"/>
                  </a:lnTo>
                  <a:lnTo>
                    <a:pt x="574687" y="61670"/>
                  </a:lnTo>
                  <a:lnTo>
                    <a:pt x="584428" y="62448"/>
                  </a:lnTo>
                  <a:lnTo>
                    <a:pt x="594167" y="63167"/>
                  </a:lnTo>
                  <a:lnTo>
                    <a:pt x="603908" y="63836"/>
                  </a:lnTo>
                  <a:lnTo>
                    <a:pt x="613649" y="64460"/>
                  </a:lnTo>
                  <a:lnTo>
                    <a:pt x="623388" y="65046"/>
                  </a:lnTo>
                  <a:lnTo>
                    <a:pt x="633129" y="65599"/>
                  </a:lnTo>
                  <a:lnTo>
                    <a:pt x="642870" y="66126"/>
                  </a:lnTo>
                  <a:lnTo>
                    <a:pt x="652610" y="66639"/>
                  </a:lnTo>
                  <a:lnTo>
                    <a:pt x="662351" y="67142"/>
                  </a:lnTo>
                  <a:lnTo>
                    <a:pt x="672092" y="67647"/>
                  </a:lnTo>
                  <a:lnTo>
                    <a:pt x="681831" y="68161"/>
                  </a:lnTo>
                  <a:lnTo>
                    <a:pt x="691572" y="68695"/>
                  </a:lnTo>
                  <a:lnTo>
                    <a:pt x="701313" y="69256"/>
                  </a:lnTo>
                  <a:lnTo>
                    <a:pt x="711052" y="69857"/>
                  </a:lnTo>
                  <a:lnTo>
                    <a:pt x="720793" y="70505"/>
                  </a:lnTo>
                  <a:lnTo>
                    <a:pt x="730534" y="71211"/>
                  </a:lnTo>
                  <a:lnTo>
                    <a:pt x="740274" y="71984"/>
                  </a:lnTo>
                  <a:lnTo>
                    <a:pt x="750015" y="72837"/>
                  </a:lnTo>
                  <a:lnTo>
                    <a:pt x="759756" y="73777"/>
                  </a:lnTo>
                  <a:lnTo>
                    <a:pt x="769495" y="74815"/>
                  </a:lnTo>
                  <a:lnTo>
                    <a:pt x="779236" y="75961"/>
                  </a:lnTo>
                  <a:lnTo>
                    <a:pt x="788977" y="77224"/>
                  </a:lnTo>
                  <a:lnTo>
                    <a:pt x="798717" y="78615"/>
                  </a:lnTo>
                  <a:lnTo>
                    <a:pt x="808458" y="80140"/>
                  </a:lnTo>
                  <a:lnTo>
                    <a:pt x="818199" y="81809"/>
                  </a:lnTo>
                  <a:lnTo>
                    <a:pt x="827938" y="83632"/>
                  </a:lnTo>
                  <a:lnTo>
                    <a:pt x="837679" y="85616"/>
                  </a:lnTo>
                  <a:lnTo>
                    <a:pt x="847420" y="87767"/>
                  </a:lnTo>
                  <a:lnTo>
                    <a:pt x="857159" y="90094"/>
                  </a:lnTo>
                  <a:lnTo>
                    <a:pt x="866900" y="92603"/>
                  </a:lnTo>
                  <a:lnTo>
                    <a:pt x="876641" y="95300"/>
                  </a:lnTo>
                  <a:lnTo>
                    <a:pt x="886381" y="98192"/>
                  </a:lnTo>
                  <a:lnTo>
                    <a:pt x="896122" y="101282"/>
                  </a:lnTo>
                  <a:lnTo>
                    <a:pt x="905863" y="104575"/>
                  </a:lnTo>
                  <a:lnTo>
                    <a:pt x="915602" y="108073"/>
                  </a:lnTo>
                  <a:lnTo>
                    <a:pt x="925343" y="111783"/>
                  </a:lnTo>
                  <a:lnTo>
                    <a:pt x="935084" y="115704"/>
                  </a:lnTo>
                  <a:lnTo>
                    <a:pt x="944824" y="119840"/>
                  </a:lnTo>
                  <a:lnTo>
                    <a:pt x="954564" y="124190"/>
                  </a:lnTo>
                  <a:lnTo>
                    <a:pt x="964305" y="128756"/>
                  </a:lnTo>
                  <a:lnTo>
                    <a:pt x="974045" y="133538"/>
                  </a:lnTo>
                  <a:lnTo>
                    <a:pt x="983786" y="138534"/>
                  </a:lnTo>
                  <a:lnTo>
                    <a:pt x="993522" y="143741"/>
                  </a:lnTo>
                  <a:lnTo>
                    <a:pt x="1003266" y="149161"/>
                  </a:lnTo>
                  <a:lnTo>
                    <a:pt x="1013010" y="154787"/>
                  </a:lnTo>
                  <a:lnTo>
                    <a:pt x="1022754" y="160619"/>
                  </a:lnTo>
                  <a:lnTo>
                    <a:pt x="1032483" y="166650"/>
                  </a:lnTo>
                  <a:lnTo>
                    <a:pt x="1042227" y="172876"/>
                  </a:lnTo>
                  <a:lnTo>
                    <a:pt x="1051971" y="179291"/>
                  </a:lnTo>
                  <a:lnTo>
                    <a:pt x="1061715" y="185892"/>
                  </a:lnTo>
                  <a:lnTo>
                    <a:pt x="1071444" y="192671"/>
                  </a:lnTo>
                  <a:lnTo>
                    <a:pt x="1081188" y="199620"/>
                  </a:lnTo>
                  <a:lnTo>
                    <a:pt x="1090932" y="206732"/>
                  </a:lnTo>
                  <a:lnTo>
                    <a:pt x="1100676" y="214002"/>
                  </a:lnTo>
                  <a:lnTo>
                    <a:pt x="1110405" y="221418"/>
                  </a:lnTo>
                  <a:lnTo>
                    <a:pt x="1120149" y="228974"/>
                  </a:lnTo>
                  <a:lnTo>
                    <a:pt x="1129893" y="236660"/>
                  </a:lnTo>
                  <a:lnTo>
                    <a:pt x="1139637" y="244468"/>
                  </a:lnTo>
                  <a:lnTo>
                    <a:pt x="1149381" y="252390"/>
                  </a:lnTo>
                  <a:lnTo>
                    <a:pt x="1159110" y="260413"/>
                  </a:lnTo>
                  <a:lnTo>
                    <a:pt x="1168854" y="268529"/>
                  </a:lnTo>
                  <a:lnTo>
                    <a:pt x="1178598" y="276729"/>
                  </a:lnTo>
                  <a:lnTo>
                    <a:pt x="1188341" y="285003"/>
                  </a:lnTo>
                  <a:lnTo>
                    <a:pt x="1198070" y="293339"/>
                  </a:lnTo>
                  <a:lnTo>
                    <a:pt x="1207814" y="301730"/>
                  </a:lnTo>
                  <a:lnTo>
                    <a:pt x="1217558" y="310163"/>
                  </a:lnTo>
                  <a:lnTo>
                    <a:pt x="1227302" y="318631"/>
                  </a:lnTo>
                  <a:lnTo>
                    <a:pt x="1237031" y="327124"/>
                  </a:lnTo>
                  <a:lnTo>
                    <a:pt x="1246775" y="335629"/>
                  </a:lnTo>
                  <a:lnTo>
                    <a:pt x="1256519" y="344141"/>
                  </a:lnTo>
                  <a:lnTo>
                    <a:pt x="1266263" y="352648"/>
                  </a:lnTo>
                  <a:lnTo>
                    <a:pt x="1276007" y="361142"/>
                  </a:lnTo>
                  <a:lnTo>
                    <a:pt x="1285736" y="369614"/>
                  </a:lnTo>
                  <a:lnTo>
                    <a:pt x="1295480" y="378056"/>
                  </a:lnTo>
                  <a:lnTo>
                    <a:pt x="1305224" y="386459"/>
                  </a:lnTo>
                  <a:lnTo>
                    <a:pt x="1314968" y="394814"/>
                  </a:lnTo>
                  <a:lnTo>
                    <a:pt x="1324697" y="403116"/>
                  </a:lnTo>
                  <a:lnTo>
                    <a:pt x="1334441" y="411356"/>
                  </a:lnTo>
                  <a:lnTo>
                    <a:pt x="1344185" y="419529"/>
                  </a:lnTo>
                  <a:lnTo>
                    <a:pt x="1353929" y="427626"/>
                  </a:lnTo>
                  <a:lnTo>
                    <a:pt x="1363658" y="435642"/>
                  </a:lnTo>
                  <a:lnTo>
                    <a:pt x="1373402" y="443571"/>
                  </a:lnTo>
                  <a:lnTo>
                    <a:pt x="1383146" y="451409"/>
                  </a:lnTo>
                  <a:lnTo>
                    <a:pt x="1392890" y="459149"/>
                  </a:lnTo>
                  <a:lnTo>
                    <a:pt x="1402619" y="466788"/>
                  </a:lnTo>
                  <a:lnTo>
                    <a:pt x="1412363" y="474321"/>
                  </a:lnTo>
                  <a:lnTo>
                    <a:pt x="1422106" y="481744"/>
                  </a:lnTo>
                  <a:lnTo>
                    <a:pt x="1431850" y="489055"/>
                  </a:lnTo>
                  <a:lnTo>
                    <a:pt x="1441594" y="496248"/>
                  </a:lnTo>
                  <a:lnTo>
                    <a:pt x="1451323" y="503323"/>
                  </a:lnTo>
                  <a:lnTo>
                    <a:pt x="1461067" y="510277"/>
                  </a:lnTo>
                  <a:lnTo>
                    <a:pt x="1470811" y="517106"/>
                  </a:lnTo>
                  <a:lnTo>
                    <a:pt x="1480555" y="523811"/>
                  </a:lnTo>
                  <a:lnTo>
                    <a:pt x="1490284" y="530389"/>
                  </a:lnTo>
                  <a:lnTo>
                    <a:pt x="1500028" y="536839"/>
                  </a:lnTo>
                  <a:lnTo>
                    <a:pt x="1509772" y="543159"/>
                  </a:lnTo>
                  <a:lnTo>
                    <a:pt x="1519516" y="549349"/>
                  </a:lnTo>
                  <a:lnTo>
                    <a:pt x="1529245" y="555410"/>
                  </a:lnTo>
                  <a:lnTo>
                    <a:pt x="1538989" y="561339"/>
                  </a:lnTo>
                  <a:lnTo>
                    <a:pt x="1548733" y="567137"/>
                  </a:lnTo>
                  <a:lnTo>
                    <a:pt x="1558477" y="572805"/>
                  </a:lnTo>
                  <a:lnTo>
                    <a:pt x="1568221" y="578341"/>
                  </a:lnTo>
                  <a:lnTo>
                    <a:pt x="1577950" y="583747"/>
                  </a:lnTo>
                  <a:lnTo>
                    <a:pt x="1587694" y="589021"/>
                  </a:lnTo>
                  <a:lnTo>
                    <a:pt x="1597438" y="594164"/>
                  </a:lnTo>
                  <a:lnTo>
                    <a:pt x="1607182" y="599179"/>
                  </a:lnTo>
                  <a:lnTo>
                    <a:pt x="1616911" y="604063"/>
                  </a:lnTo>
                  <a:lnTo>
                    <a:pt x="1626655" y="608819"/>
                  </a:lnTo>
                  <a:lnTo>
                    <a:pt x="1636399" y="613443"/>
                  </a:lnTo>
                  <a:lnTo>
                    <a:pt x="1646142" y="617941"/>
                  </a:lnTo>
                  <a:lnTo>
                    <a:pt x="1655872" y="622311"/>
                  </a:lnTo>
                  <a:lnTo>
                    <a:pt x="1665616" y="626551"/>
                  </a:lnTo>
                  <a:lnTo>
                    <a:pt x="1675359" y="630665"/>
                  </a:lnTo>
                  <a:lnTo>
                    <a:pt x="1685103" y="634650"/>
                  </a:lnTo>
                  <a:lnTo>
                    <a:pt x="1694832" y="638508"/>
                  </a:lnTo>
                  <a:lnTo>
                    <a:pt x="1704576" y="642237"/>
                  </a:lnTo>
                  <a:lnTo>
                    <a:pt x="1714320" y="645838"/>
                  </a:lnTo>
                  <a:lnTo>
                    <a:pt x="1724064" y="649311"/>
                  </a:lnTo>
                  <a:lnTo>
                    <a:pt x="1733808" y="652656"/>
                  </a:lnTo>
                  <a:lnTo>
                    <a:pt x="1743537" y="655871"/>
                  </a:lnTo>
                  <a:lnTo>
                    <a:pt x="1753281" y="658957"/>
                  </a:lnTo>
                  <a:lnTo>
                    <a:pt x="1763025" y="661911"/>
                  </a:lnTo>
                  <a:lnTo>
                    <a:pt x="1772769" y="664736"/>
                  </a:lnTo>
                  <a:lnTo>
                    <a:pt x="1782498" y="667427"/>
                  </a:lnTo>
                  <a:lnTo>
                    <a:pt x="1792242" y="669985"/>
                  </a:lnTo>
                  <a:lnTo>
                    <a:pt x="1801986" y="672410"/>
                  </a:lnTo>
                  <a:lnTo>
                    <a:pt x="1811730" y="674699"/>
                  </a:lnTo>
                  <a:lnTo>
                    <a:pt x="1821459" y="676852"/>
                  </a:lnTo>
                  <a:lnTo>
                    <a:pt x="1831203" y="678868"/>
                  </a:lnTo>
                  <a:lnTo>
                    <a:pt x="1840947" y="680745"/>
                  </a:lnTo>
                  <a:lnTo>
                    <a:pt x="1850691" y="682481"/>
                  </a:lnTo>
                  <a:lnTo>
                    <a:pt x="1860435" y="684076"/>
                  </a:lnTo>
                  <a:lnTo>
                    <a:pt x="1870164" y="685530"/>
                  </a:lnTo>
                  <a:lnTo>
                    <a:pt x="1879908" y="686840"/>
                  </a:lnTo>
                  <a:lnTo>
                    <a:pt x="1889652" y="688004"/>
                  </a:lnTo>
                  <a:lnTo>
                    <a:pt x="1899395" y="689023"/>
                  </a:lnTo>
                  <a:lnTo>
                    <a:pt x="1909124" y="689894"/>
                  </a:lnTo>
                  <a:lnTo>
                    <a:pt x="1918868" y="690618"/>
                  </a:lnTo>
                  <a:lnTo>
                    <a:pt x="1928612" y="691195"/>
                  </a:lnTo>
                  <a:lnTo>
                    <a:pt x="1938356" y="691621"/>
                  </a:lnTo>
                  <a:lnTo>
                    <a:pt x="1948085" y="691897"/>
                  </a:lnTo>
                  <a:lnTo>
                    <a:pt x="1957829" y="692023"/>
                  </a:lnTo>
                  <a:lnTo>
                    <a:pt x="1967573" y="692000"/>
                  </a:lnTo>
                  <a:lnTo>
                    <a:pt x="1977317" y="691827"/>
                  </a:lnTo>
                  <a:lnTo>
                    <a:pt x="1987046" y="691502"/>
                  </a:lnTo>
                  <a:lnTo>
                    <a:pt x="1996790" y="691030"/>
                  </a:lnTo>
                  <a:lnTo>
                    <a:pt x="2006534" y="690407"/>
                  </a:lnTo>
                  <a:lnTo>
                    <a:pt x="2016278" y="689637"/>
                  </a:lnTo>
                  <a:lnTo>
                    <a:pt x="2026022" y="688720"/>
                  </a:lnTo>
                  <a:lnTo>
                    <a:pt x="2035751" y="687658"/>
                  </a:lnTo>
                  <a:lnTo>
                    <a:pt x="2045495" y="686453"/>
                  </a:lnTo>
                  <a:lnTo>
                    <a:pt x="2055239" y="685107"/>
                  </a:lnTo>
                  <a:lnTo>
                    <a:pt x="2064983" y="683622"/>
                  </a:lnTo>
                  <a:lnTo>
                    <a:pt x="2074712" y="681999"/>
                  </a:lnTo>
                  <a:lnTo>
                    <a:pt x="2084456" y="680246"/>
                  </a:lnTo>
                  <a:lnTo>
                    <a:pt x="2094200" y="678361"/>
                  </a:lnTo>
                  <a:lnTo>
                    <a:pt x="2103944" y="676350"/>
                  </a:lnTo>
                  <a:lnTo>
                    <a:pt x="2113673" y="674215"/>
                  </a:lnTo>
                  <a:lnTo>
                    <a:pt x="2123417" y="671963"/>
                  </a:lnTo>
                  <a:lnTo>
                    <a:pt x="2133161" y="669596"/>
                  </a:lnTo>
                  <a:lnTo>
                    <a:pt x="2142905" y="667121"/>
                  </a:lnTo>
                  <a:lnTo>
                    <a:pt x="2152649" y="664541"/>
                  </a:lnTo>
                  <a:lnTo>
                    <a:pt x="2162377" y="661862"/>
                  </a:lnTo>
                  <a:lnTo>
                    <a:pt x="2172121" y="659091"/>
                  </a:lnTo>
                  <a:lnTo>
                    <a:pt x="2181865" y="656230"/>
                  </a:lnTo>
                  <a:lnTo>
                    <a:pt x="2191609" y="653289"/>
                  </a:lnTo>
                  <a:lnTo>
                    <a:pt x="2201338" y="650274"/>
                  </a:lnTo>
                  <a:lnTo>
                    <a:pt x="2211082" y="647188"/>
                  </a:lnTo>
                  <a:lnTo>
                    <a:pt x="2220826" y="644040"/>
                  </a:lnTo>
                  <a:lnTo>
                    <a:pt x="2230570" y="640837"/>
                  </a:lnTo>
                  <a:lnTo>
                    <a:pt x="2240299" y="637586"/>
                  </a:lnTo>
                  <a:lnTo>
                    <a:pt x="2250043" y="634291"/>
                  </a:lnTo>
                  <a:lnTo>
                    <a:pt x="2259787" y="630964"/>
                  </a:lnTo>
                  <a:lnTo>
                    <a:pt x="2269531" y="627609"/>
                  </a:lnTo>
                  <a:lnTo>
                    <a:pt x="2279260" y="624235"/>
                  </a:lnTo>
                  <a:lnTo>
                    <a:pt x="2289004" y="620847"/>
                  </a:lnTo>
                  <a:lnTo>
                    <a:pt x="2298748" y="617454"/>
                  </a:lnTo>
                  <a:lnTo>
                    <a:pt x="2308492" y="614063"/>
                  </a:lnTo>
                  <a:lnTo>
                    <a:pt x="2318236" y="610682"/>
                  </a:lnTo>
                  <a:lnTo>
                    <a:pt x="2327965" y="607317"/>
                  </a:lnTo>
                  <a:lnTo>
                    <a:pt x="2337709" y="603975"/>
                  </a:lnTo>
                  <a:lnTo>
                    <a:pt x="2347453" y="600663"/>
                  </a:lnTo>
                  <a:lnTo>
                    <a:pt x="2357197" y="597387"/>
                  </a:lnTo>
                  <a:lnTo>
                    <a:pt x="2366926" y="594155"/>
                  </a:lnTo>
                  <a:lnTo>
                    <a:pt x="2376670" y="590973"/>
                  </a:lnTo>
                  <a:lnTo>
                    <a:pt x="2386413" y="587845"/>
                  </a:lnTo>
                  <a:lnTo>
                    <a:pt x="2396157" y="584779"/>
                  </a:lnTo>
                  <a:lnTo>
                    <a:pt x="2405886" y="581781"/>
                  </a:lnTo>
                  <a:lnTo>
                    <a:pt x="2415630" y="578854"/>
                  </a:lnTo>
                  <a:lnTo>
                    <a:pt x="2425374" y="576004"/>
                  </a:lnTo>
                  <a:lnTo>
                    <a:pt x="2435118" y="573235"/>
                  </a:lnTo>
                  <a:lnTo>
                    <a:pt x="2444862" y="570552"/>
                  </a:lnTo>
                  <a:lnTo>
                    <a:pt x="2454591" y="567957"/>
                  </a:lnTo>
                  <a:lnTo>
                    <a:pt x="2464335" y="565455"/>
                  </a:lnTo>
                  <a:lnTo>
                    <a:pt x="2474079" y="563047"/>
                  </a:lnTo>
                  <a:lnTo>
                    <a:pt x="2483823" y="560738"/>
                  </a:lnTo>
                  <a:lnTo>
                    <a:pt x="2493552" y="558527"/>
                  </a:lnTo>
                  <a:lnTo>
                    <a:pt x="2503296" y="556417"/>
                  </a:lnTo>
                  <a:lnTo>
                    <a:pt x="2513040" y="554409"/>
                  </a:lnTo>
                  <a:lnTo>
                    <a:pt x="2522784" y="552502"/>
                  </a:lnTo>
                  <a:lnTo>
                    <a:pt x="2532513" y="550696"/>
                  </a:lnTo>
                  <a:lnTo>
                    <a:pt x="2542257" y="548993"/>
                  </a:lnTo>
                  <a:lnTo>
                    <a:pt x="2552001" y="547389"/>
                  </a:lnTo>
                  <a:lnTo>
                    <a:pt x="2561745" y="545882"/>
                  </a:lnTo>
                  <a:lnTo>
                    <a:pt x="2571474" y="544473"/>
                  </a:lnTo>
                  <a:lnTo>
                    <a:pt x="2581218" y="543157"/>
                  </a:lnTo>
                  <a:lnTo>
                    <a:pt x="2590962" y="541931"/>
                  </a:lnTo>
                  <a:lnTo>
                    <a:pt x="2600705" y="540793"/>
                  </a:lnTo>
                  <a:lnTo>
                    <a:pt x="2610449" y="539735"/>
                  </a:lnTo>
                  <a:lnTo>
                    <a:pt x="2620178" y="538756"/>
                  </a:lnTo>
                  <a:lnTo>
                    <a:pt x="2629922" y="537850"/>
                  </a:lnTo>
                  <a:lnTo>
                    <a:pt x="2639666" y="537011"/>
                  </a:lnTo>
                  <a:lnTo>
                    <a:pt x="2649410" y="536234"/>
                  </a:lnTo>
                  <a:lnTo>
                    <a:pt x="2659139" y="535511"/>
                  </a:lnTo>
                  <a:lnTo>
                    <a:pt x="2668883" y="534836"/>
                  </a:lnTo>
                  <a:lnTo>
                    <a:pt x="2678627" y="534203"/>
                  </a:lnTo>
                  <a:lnTo>
                    <a:pt x="2688371" y="533603"/>
                  </a:lnTo>
                  <a:lnTo>
                    <a:pt x="2698100" y="533029"/>
                  </a:lnTo>
                  <a:lnTo>
                    <a:pt x="2707844" y="532473"/>
                  </a:lnTo>
                  <a:lnTo>
                    <a:pt x="2717588" y="531928"/>
                  </a:lnTo>
                  <a:lnTo>
                    <a:pt x="2727332" y="531383"/>
                  </a:lnTo>
                  <a:lnTo>
                    <a:pt x="2737076" y="530831"/>
                  </a:lnTo>
                  <a:lnTo>
                    <a:pt x="2746805" y="530264"/>
                  </a:lnTo>
                  <a:lnTo>
                    <a:pt x="2756549" y="529671"/>
                  </a:lnTo>
                  <a:lnTo>
                    <a:pt x="2766293" y="529045"/>
                  </a:lnTo>
                  <a:lnTo>
                    <a:pt x="2776037" y="528376"/>
                  </a:lnTo>
                  <a:lnTo>
                    <a:pt x="2785766" y="527655"/>
                  </a:lnTo>
                  <a:lnTo>
                    <a:pt x="2795510" y="526874"/>
                  </a:lnTo>
                  <a:lnTo>
                    <a:pt x="2805254" y="526023"/>
                  </a:lnTo>
                  <a:lnTo>
                    <a:pt x="2814998" y="525095"/>
                  </a:lnTo>
                  <a:lnTo>
                    <a:pt x="2824727" y="524081"/>
                  </a:lnTo>
                  <a:lnTo>
                    <a:pt x="2834471" y="522971"/>
                  </a:lnTo>
                  <a:lnTo>
                    <a:pt x="2844215" y="521758"/>
                  </a:lnTo>
                  <a:lnTo>
                    <a:pt x="2853958" y="520433"/>
                  </a:lnTo>
                  <a:lnTo>
                    <a:pt x="2863687" y="518991"/>
                  </a:lnTo>
                  <a:lnTo>
                    <a:pt x="2873431" y="517424"/>
                  </a:lnTo>
                  <a:lnTo>
                    <a:pt x="2883175" y="515724"/>
                  </a:lnTo>
                  <a:lnTo>
                    <a:pt x="2892919" y="513885"/>
                  </a:lnTo>
                  <a:lnTo>
                    <a:pt x="2902663" y="511902"/>
                  </a:lnTo>
                  <a:lnTo>
                    <a:pt x="2912392" y="50976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0" name="Freeform 679">
              <a:extLst>
                <a:ext uri="{FF2B5EF4-FFF2-40B4-BE49-F238E27FC236}">
                  <a16:creationId xmlns:a16="http://schemas.microsoft.com/office/drawing/2014/main" id="{3D9BC72E-8858-B2E5-8123-03A45131AD04}"/>
                </a:ext>
              </a:extLst>
            </p:cNvPr>
            <p:cNvSpPr/>
            <p:nvPr/>
          </p:nvSpPr>
          <p:spPr>
            <a:xfrm>
              <a:off x="576446" y="3421382"/>
              <a:ext cx="2912392" cy="537593"/>
            </a:xfrm>
            <a:custGeom>
              <a:avLst/>
              <a:gdLst>
                <a:gd name="connsiteX0" fmla="*/ 0 w 2912392"/>
                <a:gd name="connsiteY0" fmla="*/ 462067 h 537593"/>
                <a:gd name="connsiteX1" fmla="*/ 9739 w 2912392"/>
                <a:gd name="connsiteY1" fmla="*/ 461085 h 537593"/>
                <a:gd name="connsiteX2" fmla="*/ 19480 w 2912392"/>
                <a:gd name="connsiteY2" fmla="*/ 459946 h 537593"/>
                <a:gd name="connsiteX3" fmla="*/ 29221 w 2912392"/>
                <a:gd name="connsiteY3" fmla="*/ 458656 h 537593"/>
                <a:gd name="connsiteX4" fmla="*/ 38961 w 2912392"/>
                <a:gd name="connsiteY4" fmla="*/ 457217 h 537593"/>
                <a:gd name="connsiteX5" fmla="*/ 48702 w 2912392"/>
                <a:gd name="connsiteY5" fmla="*/ 455633 h 537593"/>
                <a:gd name="connsiteX6" fmla="*/ 58443 w 2912392"/>
                <a:gd name="connsiteY6" fmla="*/ 453911 h 537593"/>
                <a:gd name="connsiteX7" fmla="*/ 68182 w 2912392"/>
                <a:gd name="connsiteY7" fmla="*/ 452052 h 537593"/>
                <a:gd name="connsiteX8" fmla="*/ 77923 w 2912392"/>
                <a:gd name="connsiteY8" fmla="*/ 450062 h 537593"/>
                <a:gd name="connsiteX9" fmla="*/ 87664 w 2912392"/>
                <a:gd name="connsiteY9" fmla="*/ 447947 h 537593"/>
                <a:gd name="connsiteX10" fmla="*/ 97404 w 2912392"/>
                <a:gd name="connsiteY10" fmla="*/ 445710 h 537593"/>
                <a:gd name="connsiteX11" fmla="*/ 107145 w 2912392"/>
                <a:gd name="connsiteY11" fmla="*/ 443356 h 537593"/>
                <a:gd name="connsiteX12" fmla="*/ 116886 w 2912392"/>
                <a:gd name="connsiteY12" fmla="*/ 440889 h 537593"/>
                <a:gd name="connsiteX13" fmla="*/ 126625 w 2912392"/>
                <a:gd name="connsiteY13" fmla="*/ 438316 h 537593"/>
                <a:gd name="connsiteX14" fmla="*/ 136366 w 2912392"/>
                <a:gd name="connsiteY14" fmla="*/ 435639 h 537593"/>
                <a:gd name="connsiteX15" fmla="*/ 146107 w 2912392"/>
                <a:gd name="connsiteY15" fmla="*/ 432865 h 537593"/>
                <a:gd name="connsiteX16" fmla="*/ 155846 w 2912392"/>
                <a:gd name="connsiteY16" fmla="*/ 429996 h 537593"/>
                <a:gd name="connsiteX17" fmla="*/ 165587 w 2912392"/>
                <a:gd name="connsiteY17" fmla="*/ 427041 h 537593"/>
                <a:gd name="connsiteX18" fmla="*/ 175328 w 2912392"/>
                <a:gd name="connsiteY18" fmla="*/ 424000 h 537593"/>
                <a:gd name="connsiteX19" fmla="*/ 185068 w 2912392"/>
                <a:gd name="connsiteY19" fmla="*/ 420880 h 537593"/>
                <a:gd name="connsiteX20" fmla="*/ 194809 w 2912392"/>
                <a:gd name="connsiteY20" fmla="*/ 417685 h 537593"/>
                <a:gd name="connsiteX21" fmla="*/ 204550 w 2912392"/>
                <a:gd name="connsiteY21" fmla="*/ 414421 h 537593"/>
                <a:gd name="connsiteX22" fmla="*/ 214289 w 2912392"/>
                <a:gd name="connsiteY22" fmla="*/ 411091 h 537593"/>
                <a:gd name="connsiteX23" fmla="*/ 224030 w 2912392"/>
                <a:gd name="connsiteY23" fmla="*/ 407699 h 537593"/>
                <a:gd name="connsiteX24" fmla="*/ 233771 w 2912392"/>
                <a:gd name="connsiteY24" fmla="*/ 404250 h 537593"/>
                <a:gd name="connsiteX25" fmla="*/ 243510 w 2912392"/>
                <a:gd name="connsiteY25" fmla="*/ 400748 h 537593"/>
                <a:gd name="connsiteX26" fmla="*/ 253251 w 2912392"/>
                <a:gd name="connsiteY26" fmla="*/ 397198 h 537593"/>
                <a:gd name="connsiteX27" fmla="*/ 262992 w 2912392"/>
                <a:gd name="connsiteY27" fmla="*/ 393603 h 537593"/>
                <a:gd name="connsiteX28" fmla="*/ 272732 w 2912392"/>
                <a:gd name="connsiteY28" fmla="*/ 389967 h 537593"/>
                <a:gd name="connsiteX29" fmla="*/ 282473 w 2912392"/>
                <a:gd name="connsiteY29" fmla="*/ 386295 h 537593"/>
                <a:gd name="connsiteX30" fmla="*/ 292214 w 2912392"/>
                <a:gd name="connsiteY30" fmla="*/ 382588 h 537593"/>
                <a:gd name="connsiteX31" fmla="*/ 301953 w 2912392"/>
                <a:gd name="connsiteY31" fmla="*/ 378851 h 537593"/>
                <a:gd name="connsiteX32" fmla="*/ 311694 w 2912392"/>
                <a:gd name="connsiteY32" fmla="*/ 375088 h 537593"/>
                <a:gd name="connsiteX33" fmla="*/ 321435 w 2912392"/>
                <a:gd name="connsiteY33" fmla="*/ 371300 h 537593"/>
                <a:gd name="connsiteX34" fmla="*/ 331175 w 2912392"/>
                <a:gd name="connsiteY34" fmla="*/ 367494 h 537593"/>
                <a:gd name="connsiteX35" fmla="*/ 340916 w 2912392"/>
                <a:gd name="connsiteY35" fmla="*/ 363669 h 537593"/>
                <a:gd name="connsiteX36" fmla="*/ 350656 w 2912392"/>
                <a:gd name="connsiteY36" fmla="*/ 359831 h 537593"/>
                <a:gd name="connsiteX37" fmla="*/ 360396 w 2912392"/>
                <a:gd name="connsiteY37" fmla="*/ 355980 h 537593"/>
                <a:gd name="connsiteX38" fmla="*/ 370137 w 2912392"/>
                <a:gd name="connsiteY38" fmla="*/ 352121 h 537593"/>
                <a:gd name="connsiteX39" fmla="*/ 379878 w 2912392"/>
                <a:gd name="connsiteY39" fmla="*/ 348253 h 537593"/>
                <a:gd name="connsiteX40" fmla="*/ 389617 w 2912392"/>
                <a:gd name="connsiteY40" fmla="*/ 344382 h 537593"/>
                <a:gd name="connsiteX41" fmla="*/ 399358 w 2912392"/>
                <a:gd name="connsiteY41" fmla="*/ 340509 h 537593"/>
                <a:gd name="connsiteX42" fmla="*/ 409099 w 2912392"/>
                <a:gd name="connsiteY42" fmla="*/ 336634 h 537593"/>
                <a:gd name="connsiteX43" fmla="*/ 418839 w 2912392"/>
                <a:gd name="connsiteY43" fmla="*/ 332760 h 537593"/>
                <a:gd name="connsiteX44" fmla="*/ 428580 w 2912392"/>
                <a:gd name="connsiteY44" fmla="*/ 328889 h 537593"/>
                <a:gd name="connsiteX45" fmla="*/ 438321 w 2912392"/>
                <a:gd name="connsiteY45" fmla="*/ 325021 h 537593"/>
                <a:gd name="connsiteX46" fmla="*/ 448060 w 2912392"/>
                <a:gd name="connsiteY46" fmla="*/ 321161 h 537593"/>
                <a:gd name="connsiteX47" fmla="*/ 457801 w 2912392"/>
                <a:gd name="connsiteY47" fmla="*/ 317307 h 537593"/>
                <a:gd name="connsiteX48" fmla="*/ 467542 w 2912392"/>
                <a:gd name="connsiteY48" fmla="*/ 313460 h 537593"/>
                <a:gd name="connsiteX49" fmla="*/ 477281 w 2912392"/>
                <a:gd name="connsiteY49" fmla="*/ 309622 h 537593"/>
                <a:gd name="connsiteX50" fmla="*/ 487022 w 2912392"/>
                <a:gd name="connsiteY50" fmla="*/ 305794 h 537593"/>
                <a:gd name="connsiteX51" fmla="*/ 496763 w 2912392"/>
                <a:gd name="connsiteY51" fmla="*/ 301977 h 537593"/>
                <a:gd name="connsiteX52" fmla="*/ 506503 w 2912392"/>
                <a:gd name="connsiteY52" fmla="*/ 298170 h 537593"/>
                <a:gd name="connsiteX53" fmla="*/ 516244 w 2912392"/>
                <a:gd name="connsiteY53" fmla="*/ 294376 h 537593"/>
                <a:gd name="connsiteX54" fmla="*/ 525985 w 2912392"/>
                <a:gd name="connsiteY54" fmla="*/ 290594 h 537593"/>
                <a:gd name="connsiteX55" fmla="*/ 535724 w 2912392"/>
                <a:gd name="connsiteY55" fmla="*/ 286823 h 537593"/>
                <a:gd name="connsiteX56" fmla="*/ 545465 w 2912392"/>
                <a:gd name="connsiteY56" fmla="*/ 283066 h 537593"/>
                <a:gd name="connsiteX57" fmla="*/ 555206 w 2912392"/>
                <a:gd name="connsiteY57" fmla="*/ 279320 h 537593"/>
                <a:gd name="connsiteX58" fmla="*/ 564946 w 2912392"/>
                <a:gd name="connsiteY58" fmla="*/ 275588 h 537593"/>
                <a:gd name="connsiteX59" fmla="*/ 574687 w 2912392"/>
                <a:gd name="connsiteY59" fmla="*/ 271868 h 537593"/>
                <a:gd name="connsiteX60" fmla="*/ 584428 w 2912392"/>
                <a:gd name="connsiteY60" fmla="*/ 268161 h 537593"/>
                <a:gd name="connsiteX61" fmla="*/ 594167 w 2912392"/>
                <a:gd name="connsiteY61" fmla="*/ 264464 h 537593"/>
                <a:gd name="connsiteX62" fmla="*/ 603908 w 2912392"/>
                <a:gd name="connsiteY62" fmla="*/ 260781 h 537593"/>
                <a:gd name="connsiteX63" fmla="*/ 613649 w 2912392"/>
                <a:gd name="connsiteY63" fmla="*/ 257110 h 537593"/>
                <a:gd name="connsiteX64" fmla="*/ 623388 w 2912392"/>
                <a:gd name="connsiteY64" fmla="*/ 253450 h 537593"/>
                <a:gd name="connsiteX65" fmla="*/ 633129 w 2912392"/>
                <a:gd name="connsiteY65" fmla="*/ 249801 h 537593"/>
                <a:gd name="connsiteX66" fmla="*/ 642870 w 2912392"/>
                <a:gd name="connsiteY66" fmla="*/ 246162 h 537593"/>
                <a:gd name="connsiteX67" fmla="*/ 652610 w 2912392"/>
                <a:gd name="connsiteY67" fmla="*/ 242533 h 537593"/>
                <a:gd name="connsiteX68" fmla="*/ 662351 w 2912392"/>
                <a:gd name="connsiteY68" fmla="*/ 238914 h 537593"/>
                <a:gd name="connsiteX69" fmla="*/ 672092 w 2912392"/>
                <a:gd name="connsiteY69" fmla="*/ 235304 h 537593"/>
                <a:gd name="connsiteX70" fmla="*/ 681831 w 2912392"/>
                <a:gd name="connsiteY70" fmla="*/ 231703 h 537593"/>
                <a:gd name="connsiteX71" fmla="*/ 691572 w 2912392"/>
                <a:gd name="connsiteY71" fmla="*/ 228109 h 537593"/>
                <a:gd name="connsiteX72" fmla="*/ 701313 w 2912392"/>
                <a:gd name="connsiteY72" fmla="*/ 224523 h 537593"/>
                <a:gd name="connsiteX73" fmla="*/ 711052 w 2912392"/>
                <a:gd name="connsiteY73" fmla="*/ 220943 h 537593"/>
                <a:gd name="connsiteX74" fmla="*/ 720793 w 2912392"/>
                <a:gd name="connsiteY74" fmla="*/ 217370 h 537593"/>
                <a:gd name="connsiteX75" fmla="*/ 730534 w 2912392"/>
                <a:gd name="connsiteY75" fmla="*/ 213802 h 537593"/>
                <a:gd name="connsiteX76" fmla="*/ 740274 w 2912392"/>
                <a:gd name="connsiteY76" fmla="*/ 210238 h 537593"/>
                <a:gd name="connsiteX77" fmla="*/ 750015 w 2912392"/>
                <a:gd name="connsiteY77" fmla="*/ 206679 h 537593"/>
                <a:gd name="connsiteX78" fmla="*/ 759756 w 2912392"/>
                <a:gd name="connsiteY78" fmla="*/ 203124 h 537593"/>
                <a:gd name="connsiteX79" fmla="*/ 769495 w 2912392"/>
                <a:gd name="connsiteY79" fmla="*/ 199572 h 537593"/>
                <a:gd name="connsiteX80" fmla="*/ 779236 w 2912392"/>
                <a:gd name="connsiteY80" fmla="*/ 196023 h 537593"/>
                <a:gd name="connsiteX81" fmla="*/ 788977 w 2912392"/>
                <a:gd name="connsiteY81" fmla="*/ 192475 h 537593"/>
                <a:gd name="connsiteX82" fmla="*/ 798717 w 2912392"/>
                <a:gd name="connsiteY82" fmla="*/ 188928 h 537593"/>
                <a:gd name="connsiteX83" fmla="*/ 808458 w 2912392"/>
                <a:gd name="connsiteY83" fmla="*/ 185384 h 537593"/>
                <a:gd name="connsiteX84" fmla="*/ 818199 w 2912392"/>
                <a:gd name="connsiteY84" fmla="*/ 181839 h 537593"/>
                <a:gd name="connsiteX85" fmla="*/ 827938 w 2912392"/>
                <a:gd name="connsiteY85" fmla="*/ 178295 h 537593"/>
                <a:gd name="connsiteX86" fmla="*/ 837679 w 2912392"/>
                <a:gd name="connsiteY86" fmla="*/ 174749 h 537593"/>
                <a:gd name="connsiteX87" fmla="*/ 847420 w 2912392"/>
                <a:gd name="connsiteY87" fmla="*/ 171203 h 537593"/>
                <a:gd name="connsiteX88" fmla="*/ 857159 w 2912392"/>
                <a:gd name="connsiteY88" fmla="*/ 167657 h 537593"/>
                <a:gd name="connsiteX89" fmla="*/ 866900 w 2912392"/>
                <a:gd name="connsiteY89" fmla="*/ 164108 h 537593"/>
                <a:gd name="connsiteX90" fmla="*/ 876641 w 2912392"/>
                <a:gd name="connsiteY90" fmla="*/ 160557 h 537593"/>
                <a:gd name="connsiteX91" fmla="*/ 886381 w 2912392"/>
                <a:gd name="connsiteY91" fmla="*/ 157005 h 537593"/>
                <a:gd name="connsiteX92" fmla="*/ 896122 w 2912392"/>
                <a:gd name="connsiteY92" fmla="*/ 153451 h 537593"/>
                <a:gd name="connsiteX93" fmla="*/ 905863 w 2912392"/>
                <a:gd name="connsiteY93" fmla="*/ 149894 h 537593"/>
                <a:gd name="connsiteX94" fmla="*/ 915602 w 2912392"/>
                <a:gd name="connsiteY94" fmla="*/ 146335 h 537593"/>
                <a:gd name="connsiteX95" fmla="*/ 925343 w 2912392"/>
                <a:gd name="connsiteY95" fmla="*/ 142772 h 537593"/>
                <a:gd name="connsiteX96" fmla="*/ 935084 w 2912392"/>
                <a:gd name="connsiteY96" fmla="*/ 139209 h 537593"/>
                <a:gd name="connsiteX97" fmla="*/ 944824 w 2912392"/>
                <a:gd name="connsiteY97" fmla="*/ 135643 h 537593"/>
                <a:gd name="connsiteX98" fmla="*/ 954564 w 2912392"/>
                <a:gd name="connsiteY98" fmla="*/ 132075 h 537593"/>
                <a:gd name="connsiteX99" fmla="*/ 964305 w 2912392"/>
                <a:gd name="connsiteY99" fmla="*/ 128505 h 537593"/>
                <a:gd name="connsiteX100" fmla="*/ 974045 w 2912392"/>
                <a:gd name="connsiteY100" fmla="*/ 124935 h 537593"/>
                <a:gd name="connsiteX101" fmla="*/ 983786 w 2912392"/>
                <a:gd name="connsiteY101" fmla="*/ 121363 h 537593"/>
                <a:gd name="connsiteX102" fmla="*/ 993522 w 2912392"/>
                <a:gd name="connsiteY102" fmla="*/ 117791 h 537593"/>
                <a:gd name="connsiteX103" fmla="*/ 1003266 w 2912392"/>
                <a:gd name="connsiteY103" fmla="*/ 114220 h 537593"/>
                <a:gd name="connsiteX104" fmla="*/ 1013010 w 2912392"/>
                <a:gd name="connsiteY104" fmla="*/ 110652 h 537593"/>
                <a:gd name="connsiteX105" fmla="*/ 1022754 w 2912392"/>
                <a:gd name="connsiteY105" fmla="*/ 107083 h 537593"/>
                <a:gd name="connsiteX106" fmla="*/ 1032483 w 2912392"/>
                <a:gd name="connsiteY106" fmla="*/ 103521 h 537593"/>
                <a:gd name="connsiteX107" fmla="*/ 1042227 w 2912392"/>
                <a:gd name="connsiteY107" fmla="*/ 99962 h 537593"/>
                <a:gd name="connsiteX108" fmla="*/ 1051971 w 2912392"/>
                <a:gd name="connsiteY108" fmla="*/ 96408 h 537593"/>
                <a:gd name="connsiteX109" fmla="*/ 1061715 w 2912392"/>
                <a:gd name="connsiteY109" fmla="*/ 92864 h 537593"/>
                <a:gd name="connsiteX110" fmla="*/ 1071444 w 2912392"/>
                <a:gd name="connsiteY110" fmla="*/ 89328 h 537593"/>
                <a:gd name="connsiteX111" fmla="*/ 1081188 w 2912392"/>
                <a:gd name="connsiteY111" fmla="*/ 85803 h 537593"/>
                <a:gd name="connsiteX112" fmla="*/ 1090932 w 2912392"/>
                <a:gd name="connsiteY112" fmla="*/ 82293 h 537593"/>
                <a:gd name="connsiteX113" fmla="*/ 1100676 w 2912392"/>
                <a:gd name="connsiteY113" fmla="*/ 78798 h 537593"/>
                <a:gd name="connsiteX114" fmla="*/ 1110405 w 2912392"/>
                <a:gd name="connsiteY114" fmla="*/ 75320 h 537593"/>
                <a:gd name="connsiteX115" fmla="*/ 1120149 w 2912392"/>
                <a:gd name="connsiteY115" fmla="*/ 71864 h 537593"/>
                <a:gd name="connsiteX116" fmla="*/ 1129893 w 2912392"/>
                <a:gd name="connsiteY116" fmla="*/ 68431 h 537593"/>
                <a:gd name="connsiteX117" fmla="*/ 1139637 w 2912392"/>
                <a:gd name="connsiteY117" fmla="*/ 65025 h 537593"/>
                <a:gd name="connsiteX118" fmla="*/ 1149381 w 2912392"/>
                <a:gd name="connsiteY118" fmla="*/ 61649 h 537593"/>
                <a:gd name="connsiteX119" fmla="*/ 1159110 w 2912392"/>
                <a:gd name="connsiteY119" fmla="*/ 58307 h 537593"/>
                <a:gd name="connsiteX120" fmla="*/ 1168854 w 2912392"/>
                <a:gd name="connsiteY120" fmla="*/ 55003 h 537593"/>
                <a:gd name="connsiteX121" fmla="*/ 1178598 w 2912392"/>
                <a:gd name="connsiteY121" fmla="*/ 51740 h 537593"/>
                <a:gd name="connsiteX122" fmla="*/ 1188341 w 2912392"/>
                <a:gd name="connsiteY122" fmla="*/ 48523 h 537593"/>
                <a:gd name="connsiteX123" fmla="*/ 1198070 w 2912392"/>
                <a:gd name="connsiteY123" fmla="*/ 45357 h 537593"/>
                <a:gd name="connsiteX124" fmla="*/ 1207814 w 2912392"/>
                <a:gd name="connsiteY124" fmla="*/ 42245 h 537593"/>
                <a:gd name="connsiteX125" fmla="*/ 1217558 w 2912392"/>
                <a:gd name="connsiteY125" fmla="*/ 39193 h 537593"/>
                <a:gd name="connsiteX126" fmla="*/ 1227302 w 2912392"/>
                <a:gd name="connsiteY126" fmla="*/ 36206 h 537593"/>
                <a:gd name="connsiteX127" fmla="*/ 1237031 w 2912392"/>
                <a:gd name="connsiteY127" fmla="*/ 33290 h 537593"/>
                <a:gd name="connsiteX128" fmla="*/ 1246775 w 2912392"/>
                <a:gd name="connsiteY128" fmla="*/ 30452 h 537593"/>
                <a:gd name="connsiteX129" fmla="*/ 1256519 w 2912392"/>
                <a:gd name="connsiteY129" fmla="*/ 27694 h 537593"/>
                <a:gd name="connsiteX130" fmla="*/ 1266263 w 2912392"/>
                <a:gd name="connsiteY130" fmla="*/ 25027 h 537593"/>
                <a:gd name="connsiteX131" fmla="*/ 1276007 w 2912392"/>
                <a:gd name="connsiteY131" fmla="*/ 22453 h 537593"/>
                <a:gd name="connsiteX132" fmla="*/ 1285736 w 2912392"/>
                <a:gd name="connsiteY132" fmla="*/ 19982 h 537593"/>
                <a:gd name="connsiteX133" fmla="*/ 1295480 w 2912392"/>
                <a:gd name="connsiteY133" fmla="*/ 17618 h 537593"/>
                <a:gd name="connsiteX134" fmla="*/ 1305224 w 2912392"/>
                <a:gd name="connsiteY134" fmla="*/ 15370 h 537593"/>
                <a:gd name="connsiteX135" fmla="*/ 1314968 w 2912392"/>
                <a:gd name="connsiteY135" fmla="*/ 13244 h 537593"/>
                <a:gd name="connsiteX136" fmla="*/ 1324697 w 2912392"/>
                <a:gd name="connsiteY136" fmla="*/ 11247 h 537593"/>
                <a:gd name="connsiteX137" fmla="*/ 1334441 w 2912392"/>
                <a:gd name="connsiteY137" fmla="*/ 9388 h 537593"/>
                <a:gd name="connsiteX138" fmla="*/ 1344185 w 2912392"/>
                <a:gd name="connsiteY138" fmla="*/ 7673 h 537593"/>
                <a:gd name="connsiteX139" fmla="*/ 1353929 w 2912392"/>
                <a:gd name="connsiteY139" fmla="*/ 6110 h 537593"/>
                <a:gd name="connsiteX140" fmla="*/ 1363658 w 2912392"/>
                <a:gd name="connsiteY140" fmla="*/ 4707 h 537593"/>
                <a:gd name="connsiteX141" fmla="*/ 1373402 w 2912392"/>
                <a:gd name="connsiteY141" fmla="*/ 3470 h 537593"/>
                <a:gd name="connsiteX142" fmla="*/ 1383146 w 2912392"/>
                <a:gd name="connsiteY142" fmla="*/ 2409 h 537593"/>
                <a:gd name="connsiteX143" fmla="*/ 1392890 w 2912392"/>
                <a:gd name="connsiteY143" fmla="*/ 1532 h 537593"/>
                <a:gd name="connsiteX144" fmla="*/ 1402619 w 2912392"/>
                <a:gd name="connsiteY144" fmla="*/ 843 h 537593"/>
                <a:gd name="connsiteX145" fmla="*/ 1412363 w 2912392"/>
                <a:gd name="connsiteY145" fmla="*/ 355 h 537593"/>
                <a:gd name="connsiteX146" fmla="*/ 1422106 w 2912392"/>
                <a:gd name="connsiteY146" fmla="*/ 71 h 537593"/>
                <a:gd name="connsiteX147" fmla="*/ 1431850 w 2912392"/>
                <a:gd name="connsiteY147" fmla="*/ 0 h 537593"/>
                <a:gd name="connsiteX148" fmla="*/ 1441594 w 2912392"/>
                <a:gd name="connsiteY148" fmla="*/ 150 h 537593"/>
                <a:gd name="connsiteX149" fmla="*/ 1451323 w 2912392"/>
                <a:gd name="connsiteY149" fmla="*/ 529 h 537593"/>
                <a:gd name="connsiteX150" fmla="*/ 1461067 w 2912392"/>
                <a:gd name="connsiteY150" fmla="*/ 1141 h 537593"/>
                <a:gd name="connsiteX151" fmla="*/ 1470811 w 2912392"/>
                <a:gd name="connsiteY151" fmla="*/ 1995 h 537593"/>
                <a:gd name="connsiteX152" fmla="*/ 1480555 w 2912392"/>
                <a:gd name="connsiteY152" fmla="*/ 3096 h 537593"/>
                <a:gd name="connsiteX153" fmla="*/ 1490284 w 2912392"/>
                <a:gd name="connsiteY153" fmla="*/ 4450 h 537593"/>
                <a:gd name="connsiteX154" fmla="*/ 1500028 w 2912392"/>
                <a:gd name="connsiteY154" fmla="*/ 6065 h 537593"/>
                <a:gd name="connsiteX155" fmla="*/ 1509772 w 2912392"/>
                <a:gd name="connsiteY155" fmla="*/ 7946 h 537593"/>
                <a:gd name="connsiteX156" fmla="*/ 1519516 w 2912392"/>
                <a:gd name="connsiteY156" fmla="*/ 10096 h 537593"/>
                <a:gd name="connsiteX157" fmla="*/ 1529245 w 2912392"/>
                <a:gd name="connsiteY157" fmla="*/ 12520 h 537593"/>
                <a:gd name="connsiteX158" fmla="*/ 1538989 w 2912392"/>
                <a:gd name="connsiteY158" fmla="*/ 15224 h 537593"/>
                <a:gd name="connsiteX159" fmla="*/ 1548733 w 2912392"/>
                <a:gd name="connsiteY159" fmla="*/ 18210 h 537593"/>
                <a:gd name="connsiteX160" fmla="*/ 1558477 w 2912392"/>
                <a:gd name="connsiteY160" fmla="*/ 21481 h 537593"/>
                <a:gd name="connsiteX161" fmla="*/ 1568221 w 2912392"/>
                <a:gd name="connsiteY161" fmla="*/ 25042 h 537593"/>
                <a:gd name="connsiteX162" fmla="*/ 1577950 w 2912392"/>
                <a:gd name="connsiteY162" fmla="*/ 28894 h 537593"/>
                <a:gd name="connsiteX163" fmla="*/ 1587694 w 2912392"/>
                <a:gd name="connsiteY163" fmla="*/ 33035 h 537593"/>
                <a:gd name="connsiteX164" fmla="*/ 1597438 w 2912392"/>
                <a:gd name="connsiteY164" fmla="*/ 37471 h 537593"/>
                <a:gd name="connsiteX165" fmla="*/ 1607182 w 2912392"/>
                <a:gd name="connsiteY165" fmla="*/ 42200 h 537593"/>
                <a:gd name="connsiteX166" fmla="*/ 1616911 w 2912392"/>
                <a:gd name="connsiteY166" fmla="*/ 47222 h 537593"/>
                <a:gd name="connsiteX167" fmla="*/ 1626655 w 2912392"/>
                <a:gd name="connsiteY167" fmla="*/ 52535 h 537593"/>
                <a:gd name="connsiteX168" fmla="*/ 1636399 w 2912392"/>
                <a:gd name="connsiteY168" fmla="*/ 58139 h 537593"/>
                <a:gd name="connsiteX169" fmla="*/ 1646142 w 2912392"/>
                <a:gd name="connsiteY169" fmla="*/ 64030 h 537593"/>
                <a:gd name="connsiteX170" fmla="*/ 1655872 w 2912392"/>
                <a:gd name="connsiteY170" fmla="*/ 70205 h 537593"/>
                <a:gd name="connsiteX171" fmla="*/ 1665616 w 2912392"/>
                <a:gd name="connsiteY171" fmla="*/ 76661 h 537593"/>
                <a:gd name="connsiteX172" fmla="*/ 1675359 w 2912392"/>
                <a:gd name="connsiteY172" fmla="*/ 83394 h 537593"/>
                <a:gd name="connsiteX173" fmla="*/ 1685103 w 2912392"/>
                <a:gd name="connsiteY173" fmla="*/ 90397 h 537593"/>
                <a:gd name="connsiteX174" fmla="*/ 1694832 w 2912392"/>
                <a:gd name="connsiteY174" fmla="*/ 97664 h 537593"/>
                <a:gd name="connsiteX175" fmla="*/ 1704576 w 2912392"/>
                <a:gd name="connsiteY175" fmla="*/ 105191 h 537593"/>
                <a:gd name="connsiteX176" fmla="*/ 1714320 w 2912392"/>
                <a:gd name="connsiteY176" fmla="*/ 112969 h 537593"/>
                <a:gd name="connsiteX177" fmla="*/ 1724064 w 2912392"/>
                <a:gd name="connsiteY177" fmla="*/ 120989 h 537593"/>
                <a:gd name="connsiteX178" fmla="*/ 1733808 w 2912392"/>
                <a:gd name="connsiteY178" fmla="*/ 129243 h 537593"/>
                <a:gd name="connsiteX179" fmla="*/ 1743537 w 2912392"/>
                <a:gd name="connsiteY179" fmla="*/ 137722 h 537593"/>
                <a:gd name="connsiteX180" fmla="*/ 1753281 w 2912392"/>
                <a:gd name="connsiteY180" fmla="*/ 146415 h 537593"/>
                <a:gd name="connsiteX181" fmla="*/ 1763025 w 2912392"/>
                <a:gd name="connsiteY181" fmla="*/ 155313 h 537593"/>
                <a:gd name="connsiteX182" fmla="*/ 1772769 w 2912392"/>
                <a:gd name="connsiteY182" fmla="*/ 164401 h 537593"/>
                <a:gd name="connsiteX183" fmla="*/ 1782498 w 2912392"/>
                <a:gd name="connsiteY183" fmla="*/ 173671 h 537593"/>
                <a:gd name="connsiteX184" fmla="*/ 1792242 w 2912392"/>
                <a:gd name="connsiteY184" fmla="*/ 183110 h 537593"/>
                <a:gd name="connsiteX185" fmla="*/ 1801986 w 2912392"/>
                <a:gd name="connsiteY185" fmla="*/ 192702 h 537593"/>
                <a:gd name="connsiteX186" fmla="*/ 1811730 w 2912392"/>
                <a:gd name="connsiteY186" fmla="*/ 202437 h 537593"/>
                <a:gd name="connsiteX187" fmla="*/ 1821459 w 2912392"/>
                <a:gd name="connsiteY187" fmla="*/ 212297 h 537593"/>
                <a:gd name="connsiteX188" fmla="*/ 1831203 w 2912392"/>
                <a:gd name="connsiteY188" fmla="*/ 222270 h 537593"/>
                <a:gd name="connsiteX189" fmla="*/ 1840947 w 2912392"/>
                <a:gd name="connsiteY189" fmla="*/ 232342 h 537593"/>
                <a:gd name="connsiteX190" fmla="*/ 1850691 w 2912392"/>
                <a:gd name="connsiteY190" fmla="*/ 242494 h 537593"/>
                <a:gd name="connsiteX191" fmla="*/ 1860435 w 2912392"/>
                <a:gd name="connsiteY191" fmla="*/ 252714 h 537593"/>
                <a:gd name="connsiteX192" fmla="*/ 1870164 w 2912392"/>
                <a:gd name="connsiteY192" fmla="*/ 262983 h 537593"/>
                <a:gd name="connsiteX193" fmla="*/ 1879908 w 2912392"/>
                <a:gd name="connsiteY193" fmla="*/ 273288 h 537593"/>
                <a:gd name="connsiteX194" fmla="*/ 1889652 w 2912392"/>
                <a:gd name="connsiteY194" fmla="*/ 283610 h 537593"/>
                <a:gd name="connsiteX195" fmla="*/ 1899395 w 2912392"/>
                <a:gd name="connsiteY195" fmla="*/ 293932 h 537593"/>
                <a:gd name="connsiteX196" fmla="*/ 1909124 w 2912392"/>
                <a:gd name="connsiteY196" fmla="*/ 304237 h 537593"/>
                <a:gd name="connsiteX197" fmla="*/ 1918868 w 2912392"/>
                <a:gd name="connsiteY197" fmla="*/ 314510 h 537593"/>
                <a:gd name="connsiteX198" fmla="*/ 1928612 w 2912392"/>
                <a:gd name="connsiteY198" fmla="*/ 324734 h 537593"/>
                <a:gd name="connsiteX199" fmla="*/ 1938356 w 2912392"/>
                <a:gd name="connsiteY199" fmla="*/ 334890 h 537593"/>
                <a:gd name="connsiteX200" fmla="*/ 1948085 w 2912392"/>
                <a:gd name="connsiteY200" fmla="*/ 344962 h 537593"/>
                <a:gd name="connsiteX201" fmla="*/ 1957829 w 2912392"/>
                <a:gd name="connsiteY201" fmla="*/ 354932 h 537593"/>
                <a:gd name="connsiteX202" fmla="*/ 1967573 w 2912392"/>
                <a:gd name="connsiteY202" fmla="*/ 364785 h 537593"/>
                <a:gd name="connsiteX203" fmla="*/ 1977317 w 2912392"/>
                <a:gd name="connsiteY203" fmla="*/ 374505 h 537593"/>
                <a:gd name="connsiteX204" fmla="*/ 1987046 w 2912392"/>
                <a:gd name="connsiteY204" fmla="*/ 384072 h 537593"/>
                <a:gd name="connsiteX205" fmla="*/ 1996790 w 2912392"/>
                <a:gd name="connsiteY205" fmla="*/ 393473 h 537593"/>
                <a:gd name="connsiteX206" fmla="*/ 2006534 w 2912392"/>
                <a:gd name="connsiteY206" fmla="*/ 402690 h 537593"/>
                <a:gd name="connsiteX207" fmla="*/ 2016278 w 2912392"/>
                <a:gd name="connsiteY207" fmla="*/ 411710 h 537593"/>
                <a:gd name="connsiteX208" fmla="*/ 2026022 w 2912392"/>
                <a:gd name="connsiteY208" fmla="*/ 420513 h 537593"/>
                <a:gd name="connsiteX209" fmla="*/ 2035751 w 2912392"/>
                <a:gd name="connsiteY209" fmla="*/ 429091 h 537593"/>
                <a:gd name="connsiteX210" fmla="*/ 2045495 w 2912392"/>
                <a:gd name="connsiteY210" fmla="*/ 437424 h 537593"/>
                <a:gd name="connsiteX211" fmla="*/ 2055239 w 2912392"/>
                <a:gd name="connsiteY211" fmla="*/ 445499 h 537593"/>
                <a:gd name="connsiteX212" fmla="*/ 2064983 w 2912392"/>
                <a:gd name="connsiteY212" fmla="*/ 453304 h 537593"/>
                <a:gd name="connsiteX213" fmla="*/ 2074712 w 2912392"/>
                <a:gd name="connsiteY213" fmla="*/ 460825 h 537593"/>
                <a:gd name="connsiteX214" fmla="*/ 2084456 w 2912392"/>
                <a:gd name="connsiteY214" fmla="*/ 468051 h 537593"/>
                <a:gd name="connsiteX215" fmla="*/ 2094200 w 2912392"/>
                <a:gd name="connsiteY215" fmla="*/ 474971 h 537593"/>
                <a:gd name="connsiteX216" fmla="*/ 2103944 w 2912392"/>
                <a:gd name="connsiteY216" fmla="*/ 481571 h 537593"/>
                <a:gd name="connsiteX217" fmla="*/ 2113673 w 2912392"/>
                <a:gd name="connsiteY217" fmla="*/ 487840 h 537593"/>
                <a:gd name="connsiteX218" fmla="*/ 2123417 w 2912392"/>
                <a:gd name="connsiteY218" fmla="*/ 493773 h 537593"/>
                <a:gd name="connsiteX219" fmla="*/ 2133161 w 2912392"/>
                <a:gd name="connsiteY219" fmla="*/ 499356 h 537593"/>
                <a:gd name="connsiteX220" fmla="*/ 2142905 w 2912392"/>
                <a:gd name="connsiteY220" fmla="*/ 504582 h 537593"/>
                <a:gd name="connsiteX221" fmla="*/ 2152649 w 2912392"/>
                <a:gd name="connsiteY221" fmla="*/ 509445 h 537593"/>
                <a:gd name="connsiteX222" fmla="*/ 2162377 w 2912392"/>
                <a:gd name="connsiteY222" fmla="*/ 513937 h 537593"/>
                <a:gd name="connsiteX223" fmla="*/ 2172121 w 2912392"/>
                <a:gd name="connsiteY223" fmla="*/ 518051 h 537593"/>
                <a:gd name="connsiteX224" fmla="*/ 2181865 w 2912392"/>
                <a:gd name="connsiteY224" fmla="*/ 521782 h 537593"/>
                <a:gd name="connsiteX225" fmla="*/ 2191609 w 2912392"/>
                <a:gd name="connsiteY225" fmla="*/ 525125 h 537593"/>
                <a:gd name="connsiteX226" fmla="*/ 2201338 w 2912392"/>
                <a:gd name="connsiteY226" fmla="*/ 528077 h 537593"/>
                <a:gd name="connsiteX227" fmla="*/ 2211082 w 2912392"/>
                <a:gd name="connsiteY227" fmla="*/ 530632 h 537593"/>
                <a:gd name="connsiteX228" fmla="*/ 2220826 w 2912392"/>
                <a:gd name="connsiteY228" fmla="*/ 532791 h 537593"/>
                <a:gd name="connsiteX229" fmla="*/ 2230570 w 2912392"/>
                <a:gd name="connsiteY229" fmla="*/ 534552 h 537593"/>
                <a:gd name="connsiteX230" fmla="*/ 2240299 w 2912392"/>
                <a:gd name="connsiteY230" fmla="*/ 535910 h 537593"/>
                <a:gd name="connsiteX231" fmla="*/ 2250043 w 2912392"/>
                <a:gd name="connsiteY231" fmla="*/ 536871 h 537593"/>
                <a:gd name="connsiteX232" fmla="*/ 2259787 w 2912392"/>
                <a:gd name="connsiteY232" fmla="*/ 537432 h 537593"/>
                <a:gd name="connsiteX233" fmla="*/ 2269531 w 2912392"/>
                <a:gd name="connsiteY233" fmla="*/ 537594 h 537593"/>
                <a:gd name="connsiteX234" fmla="*/ 2279260 w 2912392"/>
                <a:gd name="connsiteY234" fmla="*/ 537362 h 537593"/>
                <a:gd name="connsiteX235" fmla="*/ 2289004 w 2912392"/>
                <a:gd name="connsiteY235" fmla="*/ 536734 h 537593"/>
                <a:gd name="connsiteX236" fmla="*/ 2298748 w 2912392"/>
                <a:gd name="connsiteY236" fmla="*/ 535720 h 537593"/>
                <a:gd name="connsiteX237" fmla="*/ 2308492 w 2912392"/>
                <a:gd name="connsiteY237" fmla="*/ 534319 h 537593"/>
                <a:gd name="connsiteX238" fmla="*/ 2318236 w 2912392"/>
                <a:gd name="connsiteY238" fmla="*/ 532539 h 537593"/>
                <a:gd name="connsiteX239" fmla="*/ 2327965 w 2912392"/>
                <a:gd name="connsiteY239" fmla="*/ 530384 h 537593"/>
                <a:gd name="connsiteX240" fmla="*/ 2337709 w 2912392"/>
                <a:gd name="connsiteY240" fmla="*/ 527863 h 537593"/>
                <a:gd name="connsiteX241" fmla="*/ 2347453 w 2912392"/>
                <a:gd name="connsiteY241" fmla="*/ 524981 h 537593"/>
                <a:gd name="connsiteX242" fmla="*/ 2357197 w 2912392"/>
                <a:gd name="connsiteY242" fmla="*/ 521744 h 537593"/>
                <a:gd name="connsiteX243" fmla="*/ 2366926 w 2912392"/>
                <a:gd name="connsiteY243" fmla="*/ 518163 h 537593"/>
                <a:gd name="connsiteX244" fmla="*/ 2376670 w 2912392"/>
                <a:gd name="connsiteY244" fmla="*/ 514247 h 537593"/>
                <a:gd name="connsiteX245" fmla="*/ 2386413 w 2912392"/>
                <a:gd name="connsiteY245" fmla="*/ 510004 h 537593"/>
                <a:gd name="connsiteX246" fmla="*/ 2396157 w 2912392"/>
                <a:gd name="connsiteY246" fmla="*/ 505443 h 537593"/>
                <a:gd name="connsiteX247" fmla="*/ 2405886 w 2912392"/>
                <a:gd name="connsiteY247" fmla="*/ 500577 h 537593"/>
                <a:gd name="connsiteX248" fmla="*/ 2415630 w 2912392"/>
                <a:gd name="connsiteY248" fmla="*/ 495418 h 537593"/>
                <a:gd name="connsiteX249" fmla="*/ 2425374 w 2912392"/>
                <a:gd name="connsiteY249" fmla="*/ 489972 h 537593"/>
                <a:gd name="connsiteX250" fmla="*/ 2435118 w 2912392"/>
                <a:gd name="connsiteY250" fmla="*/ 484257 h 537593"/>
                <a:gd name="connsiteX251" fmla="*/ 2444862 w 2912392"/>
                <a:gd name="connsiteY251" fmla="*/ 478281 h 537593"/>
                <a:gd name="connsiteX252" fmla="*/ 2454591 w 2912392"/>
                <a:gd name="connsiteY252" fmla="*/ 472058 h 537593"/>
                <a:gd name="connsiteX253" fmla="*/ 2464335 w 2912392"/>
                <a:gd name="connsiteY253" fmla="*/ 465602 h 537593"/>
                <a:gd name="connsiteX254" fmla="*/ 2474079 w 2912392"/>
                <a:gd name="connsiteY254" fmla="*/ 458926 h 537593"/>
                <a:gd name="connsiteX255" fmla="*/ 2483823 w 2912392"/>
                <a:gd name="connsiteY255" fmla="*/ 452041 h 537593"/>
                <a:gd name="connsiteX256" fmla="*/ 2493552 w 2912392"/>
                <a:gd name="connsiteY256" fmla="*/ 444965 h 537593"/>
                <a:gd name="connsiteX257" fmla="*/ 2503296 w 2912392"/>
                <a:gd name="connsiteY257" fmla="*/ 437710 h 537593"/>
                <a:gd name="connsiteX258" fmla="*/ 2513040 w 2912392"/>
                <a:gd name="connsiteY258" fmla="*/ 430291 h 537593"/>
                <a:gd name="connsiteX259" fmla="*/ 2522784 w 2912392"/>
                <a:gd name="connsiteY259" fmla="*/ 422721 h 537593"/>
                <a:gd name="connsiteX260" fmla="*/ 2532513 w 2912392"/>
                <a:gd name="connsiteY260" fmla="*/ 415017 h 537593"/>
                <a:gd name="connsiteX261" fmla="*/ 2542257 w 2912392"/>
                <a:gd name="connsiteY261" fmla="*/ 407194 h 537593"/>
                <a:gd name="connsiteX262" fmla="*/ 2552001 w 2912392"/>
                <a:gd name="connsiteY262" fmla="*/ 399263 h 537593"/>
                <a:gd name="connsiteX263" fmla="*/ 2561745 w 2912392"/>
                <a:gd name="connsiteY263" fmla="*/ 391243 h 537593"/>
                <a:gd name="connsiteX264" fmla="*/ 2571474 w 2912392"/>
                <a:gd name="connsiteY264" fmla="*/ 383147 h 537593"/>
                <a:gd name="connsiteX265" fmla="*/ 2581218 w 2912392"/>
                <a:gd name="connsiteY265" fmla="*/ 374989 h 537593"/>
                <a:gd name="connsiteX266" fmla="*/ 2590962 w 2912392"/>
                <a:gd name="connsiteY266" fmla="*/ 366788 h 537593"/>
                <a:gd name="connsiteX267" fmla="*/ 2600705 w 2912392"/>
                <a:gd name="connsiteY267" fmla="*/ 358554 h 537593"/>
                <a:gd name="connsiteX268" fmla="*/ 2610449 w 2912392"/>
                <a:gd name="connsiteY268" fmla="*/ 350305 h 537593"/>
                <a:gd name="connsiteX269" fmla="*/ 2620178 w 2912392"/>
                <a:gd name="connsiteY269" fmla="*/ 342054 h 537593"/>
                <a:gd name="connsiteX270" fmla="*/ 2629922 w 2912392"/>
                <a:gd name="connsiteY270" fmla="*/ 333815 h 537593"/>
                <a:gd name="connsiteX271" fmla="*/ 2639666 w 2912392"/>
                <a:gd name="connsiteY271" fmla="*/ 325604 h 537593"/>
                <a:gd name="connsiteX272" fmla="*/ 2649410 w 2912392"/>
                <a:gd name="connsiteY272" fmla="*/ 317433 h 537593"/>
                <a:gd name="connsiteX273" fmla="*/ 2659139 w 2912392"/>
                <a:gd name="connsiteY273" fmla="*/ 309318 h 537593"/>
                <a:gd name="connsiteX274" fmla="*/ 2668883 w 2912392"/>
                <a:gd name="connsiteY274" fmla="*/ 301271 h 537593"/>
                <a:gd name="connsiteX275" fmla="*/ 2678627 w 2912392"/>
                <a:gd name="connsiteY275" fmla="*/ 293306 h 537593"/>
                <a:gd name="connsiteX276" fmla="*/ 2688371 w 2912392"/>
                <a:gd name="connsiteY276" fmla="*/ 285433 h 537593"/>
                <a:gd name="connsiteX277" fmla="*/ 2698100 w 2912392"/>
                <a:gd name="connsiteY277" fmla="*/ 277669 h 537593"/>
                <a:gd name="connsiteX278" fmla="*/ 2707844 w 2912392"/>
                <a:gd name="connsiteY278" fmla="*/ 270023 h 537593"/>
                <a:gd name="connsiteX279" fmla="*/ 2717588 w 2912392"/>
                <a:gd name="connsiteY279" fmla="*/ 262507 h 537593"/>
                <a:gd name="connsiteX280" fmla="*/ 2727332 w 2912392"/>
                <a:gd name="connsiteY280" fmla="*/ 255132 h 537593"/>
                <a:gd name="connsiteX281" fmla="*/ 2737076 w 2912392"/>
                <a:gd name="connsiteY281" fmla="*/ 247910 h 537593"/>
                <a:gd name="connsiteX282" fmla="*/ 2746805 w 2912392"/>
                <a:gd name="connsiteY282" fmla="*/ 240851 h 537593"/>
                <a:gd name="connsiteX283" fmla="*/ 2756549 w 2912392"/>
                <a:gd name="connsiteY283" fmla="*/ 233963 h 537593"/>
                <a:gd name="connsiteX284" fmla="*/ 2766293 w 2912392"/>
                <a:gd name="connsiteY284" fmla="*/ 227257 h 537593"/>
                <a:gd name="connsiteX285" fmla="*/ 2776037 w 2912392"/>
                <a:gd name="connsiteY285" fmla="*/ 220742 h 537593"/>
                <a:gd name="connsiteX286" fmla="*/ 2785766 w 2912392"/>
                <a:gd name="connsiteY286" fmla="*/ 214425 h 537593"/>
                <a:gd name="connsiteX287" fmla="*/ 2795510 w 2912392"/>
                <a:gd name="connsiteY287" fmla="*/ 208313 h 537593"/>
                <a:gd name="connsiteX288" fmla="*/ 2805254 w 2912392"/>
                <a:gd name="connsiteY288" fmla="*/ 202415 h 537593"/>
                <a:gd name="connsiteX289" fmla="*/ 2814998 w 2912392"/>
                <a:gd name="connsiteY289" fmla="*/ 196735 h 537593"/>
                <a:gd name="connsiteX290" fmla="*/ 2824727 w 2912392"/>
                <a:gd name="connsiteY290" fmla="*/ 191281 h 537593"/>
                <a:gd name="connsiteX291" fmla="*/ 2834471 w 2912392"/>
                <a:gd name="connsiteY291" fmla="*/ 186057 h 537593"/>
                <a:gd name="connsiteX292" fmla="*/ 2844215 w 2912392"/>
                <a:gd name="connsiteY292" fmla="*/ 181066 h 537593"/>
                <a:gd name="connsiteX293" fmla="*/ 2853958 w 2912392"/>
                <a:gd name="connsiteY293" fmla="*/ 176315 h 537593"/>
                <a:gd name="connsiteX294" fmla="*/ 2863687 w 2912392"/>
                <a:gd name="connsiteY294" fmla="*/ 171803 h 537593"/>
                <a:gd name="connsiteX295" fmla="*/ 2873431 w 2912392"/>
                <a:gd name="connsiteY295" fmla="*/ 167538 h 537593"/>
                <a:gd name="connsiteX296" fmla="*/ 2883175 w 2912392"/>
                <a:gd name="connsiteY296" fmla="*/ 163516 h 537593"/>
                <a:gd name="connsiteX297" fmla="*/ 2892919 w 2912392"/>
                <a:gd name="connsiteY297" fmla="*/ 159744 h 537593"/>
                <a:gd name="connsiteX298" fmla="*/ 2902663 w 2912392"/>
                <a:gd name="connsiteY298" fmla="*/ 156217 h 537593"/>
                <a:gd name="connsiteX299" fmla="*/ 2912392 w 2912392"/>
                <a:gd name="connsiteY299" fmla="*/ 152940 h 5375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37593">
                  <a:moveTo>
                    <a:pt x="0" y="462067"/>
                  </a:moveTo>
                  <a:lnTo>
                    <a:pt x="9739" y="461085"/>
                  </a:lnTo>
                  <a:lnTo>
                    <a:pt x="19480" y="459946"/>
                  </a:lnTo>
                  <a:lnTo>
                    <a:pt x="29221" y="458656"/>
                  </a:lnTo>
                  <a:lnTo>
                    <a:pt x="38961" y="457217"/>
                  </a:lnTo>
                  <a:lnTo>
                    <a:pt x="48702" y="455633"/>
                  </a:lnTo>
                  <a:lnTo>
                    <a:pt x="58443" y="453911"/>
                  </a:lnTo>
                  <a:lnTo>
                    <a:pt x="68182" y="452052"/>
                  </a:lnTo>
                  <a:lnTo>
                    <a:pt x="77923" y="450062"/>
                  </a:lnTo>
                  <a:lnTo>
                    <a:pt x="87664" y="447947"/>
                  </a:lnTo>
                  <a:lnTo>
                    <a:pt x="97404" y="445710"/>
                  </a:lnTo>
                  <a:lnTo>
                    <a:pt x="107145" y="443356"/>
                  </a:lnTo>
                  <a:lnTo>
                    <a:pt x="116886" y="440889"/>
                  </a:lnTo>
                  <a:lnTo>
                    <a:pt x="126625" y="438316"/>
                  </a:lnTo>
                  <a:lnTo>
                    <a:pt x="136366" y="435639"/>
                  </a:lnTo>
                  <a:lnTo>
                    <a:pt x="146107" y="432865"/>
                  </a:lnTo>
                  <a:lnTo>
                    <a:pt x="155846" y="429996"/>
                  </a:lnTo>
                  <a:lnTo>
                    <a:pt x="165587" y="427041"/>
                  </a:lnTo>
                  <a:lnTo>
                    <a:pt x="175328" y="424000"/>
                  </a:lnTo>
                  <a:lnTo>
                    <a:pt x="185068" y="420880"/>
                  </a:lnTo>
                  <a:lnTo>
                    <a:pt x="194809" y="417685"/>
                  </a:lnTo>
                  <a:lnTo>
                    <a:pt x="204550" y="414421"/>
                  </a:lnTo>
                  <a:lnTo>
                    <a:pt x="214289" y="411091"/>
                  </a:lnTo>
                  <a:lnTo>
                    <a:pt x="224030" y="407699"/>
                  </a:lnTo>
                  <a:lnTo>
                    <a:pt x="233771" y="404250"/>
                  </a:lnTo>
                  <a:lnTo>
                    <a:pt x="243510" y="400748"/>
                  </a:lnTo>
                  <a:lnTo>
                    <a:pt x="253251" y="397198"/>
                  </a:lnTo>
                  <a:lnTo>
                    <a:pt x="262992" y="393603"/>
                  </a:lnTo>
                  <a:lnTo>
                    <a:pt x="272732" y="389967"/>
                  </a:lnTo>
                  <a:lnTo>
                    <a:pt x="282473" y="386295"/>
                  </a:lnTo>
                  <a:lnTo>
                    <a:pt x="292214" y="382588"/>
                  </a:lnTo>
                  <a:lnTo>
                    <a:pt x="301953" y="378851"/>
                  </a:lnTo>
                  <a:lnTo>
                    <a:pt x="311694" y="375088"/>
                  </a:lnTo>
                  <a:lnTo>
                    <a:pt x="321435" y="371300"/>
                  </a:lnTo>
                  <a:lnTo>
                    <a:pt x="331175" y="367494"/>
                  </a:lnTo>
                  <a:lnTo>
                    <a:pt x="340916" y="363669"/>
                  </a:lnTo>
                  <a:lnTo>
                    <a:pt x="350656" y="359831"/>
                  </a:lnTo>
                  <a:lnTo>
                    <a:pt x="360396" y="355980"/>
                  </a:lnTo>
                  <a:lnTo>
                    <a:pt x="370137" y="352121"/>
                  </a:lnTo>
                  <a:lnTo>
                    <a:pt x="379878" y="348253"/>
                  </a:lnTo>
                  <a:lnTo>
                    <a:pt x="389617" y="344382"/>
                  </a:lnTo>
                  <a:lnTo>
                    <a:pt x="399358" y="340509"/>
                  </a:lnTo>
                  <a:lnTo>
                    <a:pt x="409099" y="336634"/>
                  </a:lnTo>
                  <a:lnTo>
                    <a:pt x="418839" y="332760"/>
                  </a:lnTo>
                  <a:lnTo>
                    <a:pt x="428580" y="328889"/>
                  </a:lnTo>
                  <a:lnTo>
                    <a:pt x="438321" y="325021"/>
                  </a:lnTo>
                  <a:lnTo>
                    <a:pt x="448060" y="321161"/>
                  </a:lnTo>
                  <a:lnTo>
                    <a:pt x="457801" y="317307"/>
                  </a:lnTo>
                  <a:lnTo>
                    <a:pt x="467542" y="313460"/>
                  </a:lnTo>
                  <a:lnTo>
                    <a:pt x="477281" y="309622"/>
                  </a:lnTo>
                  <a:lnTo>
                    <a:pt x="487022" y="305794"/>
                  </a:lnTo>
                  <a:lnTo>
                    <a:pt x="496763" y="301977"/>
                  </a:lnTo>
                  <a:lnTo>
                    <a:pt x="506503" y="298170"/>
                  </a:lnTo>
                  <a:lnTo>
                    <a:pt x="516244" y="294376"/>
                  </a:lnTo>
                  <a:lnTo>
                    <a:pt x="525985" y="290594"/>
                  </a:lnTo>
                  <a:lnTo>
                    <a:pt x="535724" y="286823"/>
                  </a:lnTo>
                  <a:lnTo>
                    <a:pt x="545465" y="283066"/>
                  </a:lnTo>
                  <a:lnTo>
                    <a:pt x="555206" y="279320"/>
                  </a:lnTo>
                  <a:lnTo>
                    <a:pt x="564946" y="275588"/>
                  </a:lnTo>
                  <a:lnTo>
                    <a:pt x="574687" y="271868"/>
                  </a:lnTo>
                  <a:lnTo>
                    <a:pt x="584428" y="268161"/>
                  </a:lnTo>
                  <a:lnTo>
                    <a:pt x="594167" y="264464"/>
                  </a:lnTo>
                  <a:lnTo>
                    <a:pt x="603908" y="260781"/>
                  </a:lnTo>
                  <a:lnTo>
                    <a:pt x="613649" y="257110"/>
                  </a:lnTo>
                  <a:lnTo>
                    <a:pt x="623388" y="253450"/>
                  </a:lnTo>
                  <a:lnTo>
                    <a:pt x="633129" y="249801"/>
                  </a:lnTo>
                  <a:lnTo>
                    <a:pt x="642870" y="246162"/>
                  </a:lnTo>
                  <a:lnTo>
                    <a:pt x="652610" y="242533"/>
                  </a:lnTo>
                  <a:lnTo>
                    <a:pt x="662351" y="238914"/>
                  </a:lnTo>
                  <a:lnTo>
                    <a:pt x="672092" y="235304"/>
                  </a:lnTo>
                  <a:lnTo>
                    <a:pt x="681831" y="231703"/>
                  </a:lnTo>
                  <a:lnTo>
                    <a:pt x="691572" y="228109"/>
                  </a:lnTo>
                  <a:lnTo>
                    <a:pt x="701313" y="224523"/>
                  </a:lnTo>
                  <a:lnTo>
                    <a:pt x="711052" y="220943"/>
                  </a:lnTo>
                  <a:lnTo>
                    <a:pt x="720793" y="217370"/>
                  </a:lnTo>
                  <a:lnTo>
                    <a:pt x="730534" y="213802"/>
                  </a:lnTo>
                  <a:lnTo>
                    <a:pt x="740274" y="210238"/>
                  </a:lnTo>
                  <a:lnTo>
                    <a:pt x="750015" y="206679"/>
                  </a:lnTo>
                  <a:lnTo>
                    <a:pt x="759756" y="203124"/>
                  </a:lnTo>
                  <a:lnTo>
                    <a:pt x="769495" y="199572"/>
                  </a:lnTo>
                  <a:lnTo>
                    <a:pt x="779236" y="196023"/>
                  </a:lnTo>
                  <a:lnTo>
                    <a:pt x="788977" y="192475"/>
                  </a:lnTo>
                  <a:lnTo>
                    <a:pt x="798717" y="188928"/>
                  </a:lnTo>
                  <a:lnTo>
                    <a:pt x="808458" y="185384"/>
                  </a:lnTo>
                  <a:lnTo>
                    <a:pt x="818199" y="181839"/>
                  </a:lnTo>
                  <a:lnTo>
                    <a:pt x="827938" y="178295"/>
                  </a:lnTo>
                  <a:lnTo>
                    <a:pt x="837679" y="174749"/>
                  </a:lnTo>
                  <a:lnTo>
                    <a:pt x="847420" y="171203"/>
                  </a:lnTo>
                  <a:lnTo>
                    <a:pt x="857159" y="167657"/>
                  </a:lnTo>
                  <a:lnTo>
                    <a:pt x="866900" y="164108"/>
                  </a:lnTo>
                  <a:lnTo>
                    <a:pt x="876641" y="160557"/>
                  </a:lnTo>
                  <a:lnTo>
                    <a:pt x="886381" y="157005"/>
                  </a:lnTo>
                  <a:lnTo>
                    <a:pt x="896122" y="153451"/>
                  </a:lnTo>
                  <a:lnTo>
                    <a:pt x="905863" y="149894"/>
                  </a:lnTo>
                  <a:lnTo>
                    <a:pt x="915602" y="146335"/>
                  </a:lnTo>
                  <a:lnTo>
                    <a:pt x="925343" y="142772"/>
                  </a:lnTo>
                  <a:lnTo>
                    <a:pt x="935084" y="139209"/>
                  </a:lnTo>
                  <a:lnTo>
                    <a:pt x="944824" y="135643"/>
                  </a:lnTo>
                  <a:lnTo>
                    <a:pt x="954564" y="132075"/>
                  </a:lnTo>
                  <a:lnTo>
                    <a:pt x="964305" y="128505"/>
                  </a:lnTo>
                  <a:lnTo>
                    <a:pt x="974045" y="124935"/>
                  </a:lnTo>
                  <a:lnTo>
                    <a:pt x="983786" y="121363"/>
                  </a:lnTo>
                  <a:lnTo>
                    <a:pt x="993522" y="117791"/>
                  </a:lnTo>
                  <a:lnTo>
                    <a:pt x="1003266" y="114220"/>
                  </a:lnTo>
                  <a:lnTo>
                    <a:pt x="1013010" y="110652"/>
                  </a:lnTo>
                  <a:lnTo>
                    <a:pt x="1022754" y="107083"/>
                  </a:lnTo>
                  <a:lnTo>
                    <a:pt x="1032483" y="103521"/>
                  </a:lnTo>
                  <a:lnTo>
                    <a:pt x="1042227" y="99962"/>
                  </a:lnTo>
                  <a:lnTo>
                    <a:pt x="1051971" y="96408"/>
                  </a:lnTo>
                  <a:lnTo>
                    <a:pt x="1061715" y="92864"/>
                  </a:lnTo>
                  <a:lnTo>
                    <a:pt x="1071444" y="89328"/>
                  </a:lnTo>
                  <a:lnTo>
                    <a:pt x="1081188" y="85803"/>
                  </a:lnTo>
                  <a:lnTo>
                    <a:pt x="1090932" y="82293"/>
                  </a:lnTo>
                  <a:lnTo>
                    <a:pt x="1100676" y="78798"/>
                  </a:lnTo>
                  <a:lnTo>
                    <a:pt x="1110405" y="75320"/>
                  </a:lnTo>
                  <a:lnTo>
                    <a:pt x="1120149" y="71864"/>
                  </a:lnTo>
                  <a:lnTo>
                    <a:pt x="1129893" y="68431"/>
                  </a:lnTo>
                  <a:lnTo>
                    <a:pt x="1139637" y="65025"/>
                  </a:lnTo>
                  <a:lnTo>
                    <a:pt x="1149381" y="61649"/>
                  </a:lnTo>
                  <a:lnTo>
                    <a:pt x="1159110" y="58307"/>
                  </a:lnTo>
                  <a:lnTo>
                    <a:pt x="1168854" y="55003"/>
                  </a:lnTo>
                  <a:lnTo>
                    <a:pt x="1178598" y="51740"/>
                  </a:lnTo>
                  <a:lnTo>
                    <a:pt x="1188341" y="48523"/>
                  </a:lnTo>
                  <a:lnTo>
                    <a:pt x="1198070" y="45357"/>
                  </a:lnTo>
                  <a:lnTo>
                    <a:pt x="1207814" y="42245"/>
                  </a:lnTo>
                  <a:lnTo>
                    <a:pt x="1217558" y="39193"/>
                  </a:lnTo>
                  <a:lnTo>
                    <a:pt x="1227302" y="36206"/>
                  </a:lnTo>
                  <a:lnTo>
                    <a:pt x="1237031" y="33290"/>
                  </a:lnTo>
                  <a:lnTo>
                    <a:pt x="1246775" y="30452"/>
                  </a:lnTo>
                  <a:lnTo>
                    <a:pt x="1256519" y="27694"/>
                  </a:lnTo>
                  <a:lnTo>
                    <a:pt x="1266263" y="25027"/>
                  </a:lnTo>
                  <a:lnTo>
                    <a:pt x="1276007" y="22453"/>
                  </a:lnTo>
                  <a:lnTo>
                    <a:pt x="1285736" y="19982"/>
                  </a:lnTo>
                  <a:lnTo>
                    <a:pt x="1295480" y="17618"/>
                  </a:lnTo>
                  <a:lnTo>
                    <a:pt x="1305224" y="15370"/>
                  </a:lnTo>
                  <a:lnTo>
                    <a:pt x="1314968" y="13244"/>
                  </a:lnTo>
                  <a:lnTo>
                    <a:pt x="1324697" y="11247"/>
                  </a:lnTo>
                  <a:lnTo>
                    <a:pt x="1334441" y="9388"/>
                  </a:lnTo>
                  <a:lnTo>
                    <a:pt x="1344185" y="7673"/>
                  </a:lnTo>
                  <a:lnTo>
                    <a:pt x="1353929" y="6110"/>
                  </a:lnTo>
                  <a:lnTo>
                    <a:pt x="1363658" y="4707"/>
                  </a:lnTo>
                  <a:lnTo>
                    <a:pt x="1373402" y="3470"/>
                  </a:lnTo>
                  <a:lnTo>
                    <a:pt x="1383146" y="2409"/>
                  </a:lnTo>
                  <a:lnTo>
                    <a:pt x="1392890" y="1532"/>
                  </a:lnTo>
                  <a:lnTo>
                    <a:pt x="1402619" y="843"/>
                  </a:lnTo>
                  <a:lnTo>
                    <a:pt x="1412363" y="355"/>
                  </a:lnTo>
                  <a:lnTo>
                    <a:pt x="1422106" y="71"/>
                  </a:lnTo>
                  <a:lnTo>
                    <a:pt x="1431850" y="0"/>
                  </a:lnTo>
                  <a:lnTo>
                    <a:pt x="1441594" y="150"/>
                  </a:lnTo>
                  <a:lnTo>
                    <a:pt x="1451323" y="529"/>
                  </a:lnTo>
                  <a:lnTo>
                    <a:pt x="1461067" y="1141"/>
                  </a:lnTo>
                  <a:lnTo>
                    <a:pt x="1470811" y="1995"/>
                  </a:lnTo>
                  <a:lnTo>
                    <a:pt x="1480555" y="3096"/>
                  </a:lnTo>
                  <a:lnTo>
                    <a:pt x="1490284" y="4450"/>
                  </a:lnTo>
                  <a:lnTo>
                    <a:pt x="1500028" y="6065"/>
                  </a:lnTo>
                  <a:lnTo>
                    <a:pt x="1509772" y="7946"/>
                  </a:lnTo>
                  <a:lnTo>
                    <a:pt x="1519516" y="10096"/>
                  </a:lnTo>
                  <a:lnTo>
                    <a:pt x="1529245" y="12520"/>
                  </a:lnTo>
                  <a:lnTo>
                    <a:pt x="1538989" y="15224"/>
                  </a:lnTo>
                  <a:lnTo>
                    <a:pt x="1548733" y="18210"/>
                  </a:lnTo>
                  <a:lnTo>
                    <a:pt x="1558477" y="21481"/>
                  </a:lnTo>
                  <a:lnTo>
                    <a:pt x="1568221" y="25042"/>
                  </a:lnTo>
                  <a:lnTo>
                    <a:pt x="1577950" y="28894"/>
                  </a:lnTo>
                  <a:lnTo>
                    <a:pt x="1587694" y="33035"/>
                  </a:lnTo>
                  <a:lnTo>
                    <a:pt x="1597438" y="37471"/>
                  </a:lnTo>
                  <a:lnTo>
                    <a:pt x="1607182" y="42200"/>
                  </a:lnTo>
                  <a:lnTo>
                    <a:pt x="1616911" y="47222"/>
                  </a:lnTo>
                  <a:lnTo>
                    <a:pt x="1626655" y="52535"/>
                  </a:lnTo>
                  <a:lnTo>
                    <a:pt x="1636399" y="58139"/>
                  </a:lnTo>
                  <a:lnTo>
                    <a:pt x="1646142" y="64030"/>
                  </a:lnTo>
                  <a:lnTo>
                    <a:pt x="1655872" y="70205"/>
                  </a:lnTo>
                  <a:lnTo>
                    <a:pt x="1665616" y="76661"/>
                  </a:lnTo>
                  <a:lnTo>
                    <a:pt x="1675359" y="83394"/>
                  </a:lnTo>
                  <a:lnTo>
                    <a:pt x="1685103" y="90397"/>
                  </a:lnTo>
                  <a:lnTo>
                    <a:pt x="1694832" y="97664"/>
                  </a:lnTo>
                  <a:lnTo>
                    <a:pt x="1704576" y="105191"/>
                  </a:lnTo>
                  <a:lnTo>
                    <a:pt x="1714320" y="112969"/>
                  </a:lnTo>
                  <a:lnTo>
                    <a:pt x="1724064" y="120989"/>
                  </a:lnTo>
                  <a:lnTo>
                    <a:pt x="1733808" y="129243"/>
                  </a:lnTo>
                  <a:lnTo>
                    <a:pt x="1743537" y="137722"/>
                  </a:lnTo>
                  <a:lnTo>
                    <a:pt x="1753281" y="146415"/>
                  </a:lnTo>
                  <a:lnTo>
                    <a:pt x="1763025" y="155313"/>
                  </a:lnTo>
                  <a:lnTo>
                    <a:pt x="1772769" y="164401"/>
                  </a:lnTo>
                  <a:lnTo>
                    <a:pt x="1782498" y="173671"/>
                  </a:lnTo>
                  <a:lnTo>
                    <a:pt x="1792242" y="183110"/>
                  </a:lnTo>
                  <a:lnTo>
                    <a:pt x="1801986" y="192702"/>
                  </a:lnTo>
                  <a:lnTo>
                    <a:pt x="1811730" y="202437"/>
                  </a:lnTo>
                  <a:lnTo>
                    <a:pt x="1821459" y="212297"/>
                  </a:lnTo>
                  <a:lnTo>
                    <a:pt x="1831203" y="222270"/>
                  </a:lnTo>
                  <a:lnTo>
                    <a:pt x="1840947" y="232342"/>
                  </a:lnTo>
                  <a:lnTo>
                    <a:pt x="1850691" y="242494"/>
                  </a:lnTo>
                  <a:lnTo>
                    <a:pt x="1860435" y="252714"/>
                  </a:lnTo>
                  <a:lnTo>
                    <a:pt x="1870164" y="262983"/>
                  </a:lnTo>
                  <a:lnTo>
                    <a:pt x="1879908" y="273288"/>
                  </a:lnTo>
                  <a:lnTo>
                    <a:pt x="1889652" y="283610"/>
                  </a:lnTo>
                  <a:lnTo>
                    <a:pt x="1899395" y="293932"/>
                  </a:lnTo>
                  <a:lnTo>
                    <a:pt x="1909124" y="304237"/>
                  </a:lnTo>
                  <a:lnTo>
                    <a:pt x="1918868" y="314510"/>
                  </a:lnTo>
                  <a:lnTo>
                    <a:pt x="1928612" y="324734"/>
                  </a:lnTo>
                  <a:lnTo>
                    <a:pt x="1938356" y="334890"/>
                  </a:lnTo>
                  <a:lnTo>
                    <a:pt x="1948085" y="344962"/>
                  </a:lnTo>
                  <a:lnTo>
                    <a:pt x="1957829" y="354932"/>
                  </a:lnTo>
                  <a:lnTo>
                    <a:pt x="1967573" y="364785"/>
                  </a:lnTo>
                  <a:lnTo>
                    <a:pt x="1977317" y="374505"/>
                  </a:lnTo>
                  <a:lnTo>
                    <a:pt x="1987046" y="384072"/>
                  </a:lnTo>
                  <a:lnTo>
                    <a:pt x="1996790" y="393473"/>
                  </a:lnTo>
                  <a:lnTo>
                    <a:pt x="2006534" y="402690"/>
                  </a:lnTo>
                  <a:lnTo>
                    <a:pt x="2016278" y="411710"/>
                  </a:lnTo>
                  <a:lnTo>
                    <a:pt x="2026022" y="420513"/>
                  </a:lnTo>
                  <a:lnTo>
                    <a:pt x="2035751" y="429091"/>
                  </a:lnTo>
                  <a:lnTo>
                    <a:pt x="2045495" y="437424"/>
                  </a:lnTo>
                  <a:lnTo>
                    <a:pt x="2055239" y="445499"/>
                  </a:lnTo>
                  <a:lnTo>
                    <a:pt x="2064983" y="453304"/>
                  </a:lnTo>
                  <a:lnTo>
                    <a:pt x="2074712" y="460825"/>
                  </a:lnTo>
                  <a:lnTo>
                    <a:pt x="2084456" y="468051"/>
                  </a:lnTo>
                  <a:lnTo>
                    <a:pt x="2094200" y="474971"/>
                  </a:lnTo>
                  <a:lnTo>
                    <a:pt x="2103944" y="481571"/>
                  </a:lnTo>
                  <a:lnTo>
                    <a:pt x="2113673" y="487840"/>
                  </a:lnTo>
                  <a:lnTo>
                    <a:pt x="2123417" y="493773"/>
                  </a:lnTo>
                  <a:lnTo>
                    <a:pt x="2133161" y="499356"/>
                  </a:lnTo>
                  <a:lnTo>
                    <a:pt x="2142905" y="504582"/>
                  </a:lnTo>
                  <a:lnTo>
                    <a:pt x="2152649" y="509445"/>
                  </a:lnTo>
                  <a:lnTo>
                    <a:pt x="2162377" y="513937"/>
                  </a:lnTo>
                  <a:lnTo>
                    <a:pt x="2172121" y="518051"/>
                  </a:lnTo>
                  <a:lnTo>
                    <a:pt x="2181865" y="521782"/>
                  </a:lnTo>
                  <a:lnTo>
                    <a:pt x="2191609" y="525125"/>
                  </a:lnTo>
                  <a:lnTo>
                    <a:pt x="2201338" y="528077"/>
                  </a:lnTo>
                  <a:lnTo>
                    <a:pt x="2211082" y="530632"/>
                  </a:lnTo>
                  <a:lnTo>
                    <a:pt x="2220826" y="532791"/>
                  </a:lnTo>
                  <a:lnTo>
                    <a:pt x="2230570" y="534552"/>
                  </a:lnTo>
                  <a:lnTo>
                    <a:pt x="2240299" y="535910"/>
                  </a:lnTo>
                  <a:lnTo>
                    <a:pt x="2250043" y="536871"/>
                  </a:lnTo>
                  <a:lnTo>
                    <a:pt x="2259787" y="537432"/>
                  </a:lnTo>
                  <a:lnTo>
                    <a:pt x="2269531" y="537594"/>
                  </a:lnTo>
                  <a:lnTo>
                    <a:pt x="2279260" y="537362"/>
                  </a:lnTo>
                  <a:lnTo>
                    <a:pt x="2289004" y="536734"/>
                  </a:lnTo>
                  <a:lnTo>
                    <a:pt x="2298748" y="535720"/>
                  </a:lnTo>
                  <a:lnTo>
                    <a:pt x="2308492" y="534319"/>
                  </a:lnTo>
                  <a:lnTo>
                    <a:pt x="2318236" y="532539"/>
                  </a:lnTo>
                  <a:lnTo>
                    <a:pt x="2327965" y="530384"/>
                  </a:lnTo>
                  <a:lnTo>
                    <a:pt x="2337709" y="527863"/>
                  </a:lnTo>
                  <a:lnTo>
                    <a:pt x="2347453" y="524981"/>
                  </a:lnTo>
                  <a:lnTo>
                    <a:pt x="2357197" y="521744"/>
                  </a:lnTo>
                  <a:lnTo>
                    <a:pt x="2366926" y="518163"/>
                  </a:lnTo>
                  <a:lnTo>
                    <a:pt x="2376670" y="514247"/>
                  </a:lnTo>
                  <a:lnTo>
                    <a:pt x="2386413" y="510004"/>
                  </a:lnTo>
                  <a:lnTo>
                    <a:pt x="2396157" y="505443"/>
                  </a:lnTo>
                  <a:lnTo>
                    <a:pt x="2405886" y="500577"/>
                  </a:lnTo>
                  <a:lnTo>
                    <a:pt x="2415630" y="495418"/>
                  </a:lnTo>
                  <a:lnTo>
                    <a:pt x="2425374" y="489972"/>
                  </a:lnTo>
                  <a:lnTo>
                    <a:pt x="2435118" y="484257"/>
                  </a:lnTo>
                  <a:lnTo>
                    <a:pt x="2444862" y="478281"/>
                  </a:lnTo>
                  <a:lnTo>
                    <a:pt x="2454591" y="472058"/>
                  </a:lnTo>
                  <a:lnTo>
                    <a:pt x="2464335" y="465602"/>
                  </a:lnTo>
                  <a:lnTo>
                    <a:pt x="2474079" y="458926"/>
                  </a:lnTo>
                  <a:lnTo>
                    <a:pt x="2483823" y="452041"/>
                  </a:lnTo>
                  <a:lnTo>
                    <a:pt x="2493552" y="444965"/>
                  </a:lnTo>
                  <a:lnTo>
                    <a:pt x="2503296" y="437710"/>
                  </a:lnTo>
                  <a:lnTo>
                    <a:pt x="2513040" y="430291"/>
                  </a:lnTo>
                  <a:lnTo>
                    <a:pt x="2522784" y="422721"/>
                  </a:lnTo>
                  <a:lnTo>
                    <a:pt x="2532513" y="415017"/>
                  </a:lnTo>
                  <a:lnTo>
                    <a:pt x="2542257" y="407194"/>
                  </a:lnTo>
                  <a:lnTo>
                    <a:pt x="2552001" y="399263"/>
                  </a:lnTo>
                  <a:lnTo>
                    <a:pt x="2561745" y="391243"/>
                  </a:lnTo>
                  <a:lnTo>
                    <a:pt x="2571474" y="383147"/>
                  </a:lnTo>
                  <a:lnTo>
                    <a:pt x="2581218" y="374989"/>
                  </a:lnTo>
                  <a:lnTo>
                    <a:pt x="2590962" y="366788"/>
                  </a:lnTo>
                  <a:lnTo>
                    <a:pt x="2600705" y="358554"/>
                  </a:lnTo>
                  <a:lnTo>
                    <a:pt x="2610449" y="350305"/>
                  </a:lnTo>
                  <a:lnTo>
                    <a:pt x="2620178" y="342054"/>
                  </a:lnTo>
                  <a:lnTo>
                    <a:pt x="2629922" y="333815"/>
                  </a:lnTo>
                  <a:lnTo>
                    <a:pt x="2639666" y="325604"/>
                  </a:lnTo>
                  <a:lnTo>
                    <a:pt x="2649410" y="317433"/>
                  </a:lnTo>
                  <a:lnTo>
                    <a:pt x="2659139" y="309318"/>
                  </a:lnTo>
                  <a:lnTo>
                    <a:pt x="2668883" y="301271"/>
                  </a:lnTo>
                  <a:lnTo>
                    <a:pt x="2678627" y="293306"/>
                  </a:lnTo>
                  <a:lnTo>
                    <a:pt x="2688371" y="285433"/>
                  </a:lnTo>
                  <a:lnTo>
                    <a:pt x="2698100" y="277669"/>
                  </a:lnTo>
                  <a:lnTo>
                    <a:pt x="2707844" y="270023"/>
                  </a:lnTo>
                  <a:lnTo>
                    <a:pt x="2717588" y="262507"/>
                  </a:lnTo>
                  <a:lnTo>
                    <a:pt x="2727332" y="255132"/>
                  </a:lnTo>
                  <a:lnTo>
                    <a:pt x="2737076" y="247910"/>
                  </a:lnTo>
                  <a:lnTo>
                    <a:pt x="2746805" y="240851"/>
                  </a:lnTo>
                  <a:lnTo>
                    <a:pt x="2756549" y="233963"/>
                  </a:lnTo>
                  <a:lnTo>
                    <a:pt x="2766293" y="227257"/>
                  </a:lnTo>
                  <a:lnTo>
                    <a:pt x="2776037" y="220742"/>
                  </a:lnTo>
                  <a:lnTo>
                    <a:pt x="2785766" y="214425"/>
                  </a:lnTo>
                  <a:lnTo>
                    <a:pt x="2795510" y="208313"/>
                  </a:lnTo>
                  <a:lnTo>
                    <a:pt x="2805254" y="202415"/>
                  </a:lnTo>
                  <a:lnTo>
                    <a:pt x="2814998" y="196735"/>
                  </a:lnTo>
                  <a:lnTo>
                    <a:pt x="2824727" y="191281"/>
                  </a:lnTo>
                  <a:lnTo>
                    <a:pt x="2834471" y="186057"/>
                  </a:lnTo>
                  <a:lnTo>
                    <a:pt x="2844215" y="181066"/>
                  </a:lnTo>
                  <a:lnTo>
                    <a:pt x="2853958" y="176315"/>
                  </a:lnTo>
                  <a:lnTo>
                    <a:pt x="2863687" y="171803"/>
                  </a:lnTo>
                  <a:lnTo>
                    <a:pt x="2873431" y="167538"/>
                  </a:lnTo>
                  <a:lnTo>
                    <a:pt x="2883175" y="163516"/>
                  </a:lnTo>
                  <a:lnTo>
                    <a:pt x="2892919" y="159744"/>
                  </a:lnTo>
                  <a:lnTo>
                    <a:pt x="2902663" y="156217"/>
                  </a:lnTo>
                  <a:lnTo>
                    <a:pt x="2912392" y="15294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1" name="Freeform 680">
              <a:extLst>
                <a:ext uri="{FF2B5EF4-FFF2-40B4-BE49-F238E27FC236}">
                  <a16:creationId xmlns:a16="http://schemas.microsoft.com/office/drawing/2014/main" id="{9984B897-31F5-DA13-1C0C-99D0684C72AA}"/>
                </a:ext>
              </a:extLst>
            </p:cNvPr>
            <p:cNvSpPr/>
            <p:nvPr/>
          </p:nvSpPr>
          <p:spPr>
            <a:xfrm>
              <a:off x="576446" y="3478445"/>
              <a:ext cx="2912392" cy="567023"/>
            </a:xfrm>
            <a:custGeom>
              <a:avLst/>
              <a:gdLst>
                <a:gd name="connsiteX0" fmla="*/ 0 w 2912392"/>
                <a:gd name="connsiteY0" fmla="*/ 139656 h 567023"/>
                <a:gd name="connsiteX1" fmla="*/ 9739 w 2912392"/>
                <a:gd name="connsiteY1" fmla="*/ 145916 h 567023"/>
                <a:gd name="connsiteX2" fmla="*/ 19480 w 2912392"/>
                <a:gd name="connsiteY2" fmla="*/ 152111 h 567023"/>
                <a:gd name="connsiteX3" fmla="*/ 29221 w 2912392"/>
                <a:gd name="connsiteY3" fmla="*/ 158242 h 567023"/>
                <a:gd name="connsiteX4" fmla="*/ 38961 w 2912392"/>
                <a:gd name="connsiteY4" fmla="*/ 164312 h 567023"/>
                <a:gd name="connsiteX5" fmla="*/ 48702 w 2912392"/>
                <a:gd name="connsiteY5" fmla="*/ 170325 h 567023"/>
                <a:gd name="connsiteX6" fmla="*/ 58443 w 2912392"/>
                <a:gd name="connsiteY6" fmla="*/ 176282 h 567023"/>
                <a:gd name="connsiteX7" fmla="*/ 68182 w 2912392"/>
                <a:gd name="connsiteY7" fmla="*/ 182186 h 567023"/>
                <a:gd name="connsiteX8" fmla="*/ 77923 w 2912392"/>
                <a:gd name="connsiteY8" fmla="*/ 188042 h 567023"/>
                <a:gd name="connsiteX9" fmla="*/ 87664 w 2912392"/>
                <a:gd name="connsiteY9" fmla="*/ 193851 h 567023"/>
                <a:gd name="connsiteX10" fmla="*/ 97404 w 2912392"/>
                <a:gd name="connsiteY10" fmla="*/ 199618 h 567023"/>
                <a:gd name="connsiteX11" fmla="*/ 107145 w 2912392"/>
                <a:gd name="connsiteY11" fmla="*/ 205347 h 567023"/>
                <a:gd name="connsiteX12" fmla="*/ 116886 w 2912392"/>
                <a:gd name="connsiteY12" fmla="*/ 211040 h 567023"/>
                <a:gd name="connsiteX13" fmla="*/ 126625 w 2912392"/>
                <a:gd name="connsiteY13" fmla="*/ 216700 h 567023"/>
                <a:gd name="connsiteX14" fmla="*/ 136366 w 2912392"/>
                <a:gd name="connsiteY14" fmla="*/ 222332 h 567023"/>
                <a:gd name="connsiteX15" fmla="*/ 146107 w 2912392"/>
                <a:gd name="connsiteY15" fmla="*/ 227938 h 567023"/>
                <a:gd name="connsiteX16" fmla="*/ 155846 w 2912392"/>
                <a:gd name="connsiteY16" fmla="*/ 233522 h 567023"/>
                <a:gd name="connsiteX17" fmla="*/ 165587 w 2912392"/>
                <a:gd name="connsiteY17" fmla="*/ 239088 h 567023"/>
                <a:gd name="connsiteX18" fmla="*/ 175328 w 2912392"/>
                <a:gd name="connsiteY18" fmla="*/ 244638 h 567023"/>
                <a:gd name="connsiteX19" fmla="*/ 185068 w 2912392"/>
                <a:gd name="connsiteY19" fmla="*/ 250178 h 567023"/>
                <a:gd name="connsiteX20" fmla="*/ 194809 w 2912392"/>
                <a:gd name="connsiteY20" fmla="*/ 255710 h 567023"/>
                <a:gd name="connsiteX21" fmla="*/ 204550 w 2912392"/>
                <a:gd name="connsiteY21" fmla="*/ 261234 h 567023"/>
                <a:gd name="connsiteX22" fmla="*/ 214289 w 2912392"/>
                <a:gd name="connsiteY22" fmla="*/ 266757 h 567023"/>
                <a:gd name="connsiteX23" fmla="*/ 224030 w 2912392"/>
                <a:gd name="connsiteY23" fmla="*/ 272282 h 567023"/>
                <a:gd name="connsiteX24" fmla="*/ 233771 w 2912392"/>
                <a:gd name="connsiteY24" fmla="*/ 277809 h 567023"/>
                <a:gd name="connsiteX25" fmla="*/ 243510 w 2912392"/>
                <a:gd name="connsiteY25" fmla="*/ 283343 h 567023"/>
                <a:gd name="connsiteX26" fmla="*/ 253251 w 2912392"/>
                <a:gd name="connsiteY26" fmla="*/ 288884 h 567023"/>
                <a:gd name="connsiteX27" fmla="*/ 262992 w 2912392"/>
                <a:gd name="connsiteY27" fmla="*/ 294435 h 567023"/>
                <a:gd name="connsiteX28" fmla="*/ 272732 w 2912392"/>
                <a:gd name="connsiteY28" fmla="*/ 300000 h 567023"/>
                <a:gd name="connsiteX29" fmla="*/ 282473 w 2912392"/>
                <a:gd name="connsiteY29" fmla="*/ 305580 h 567023"/>
                <a:gd name="connsiteX30" fmla="*/ 292214 w 2912392"/>
                <a:gd name="connsiteY30" fmla="*/ 311176 h 567023"/>
                <a:gd name="connsiteX31" fmla="*/ 301953 w 2912392"/>
                <a:gd name="connsiteY31" fmla="*/ 316787 h 567023"/>
                <a:gd name="connsiteX32" fmla="*/ 311694 w 2912392"/>
                <a:gd name="connsiteY32" fmla="*/ 322418 h 567023"/>
                <a:gd name="connsiteX33" fmla="*/ 321435 w 2912392"/>
                <a:gd name="connsiteY33" fmla="*/ 328068 h 567023"/>
                <a:gd name="connsiteX34" fmla="*/ 331175 w 2912392"/>
                <a:gd name="connsiteY34" fmla="*/ 333737 h 567023"/>
                <a:gd name="connsiteX35" fmla="*/ 340916 w 2912392"/>
                <a:gd name="connsiteY35" fmla="*/ 339426 h 567023"/>
                <a:gd name="connsiteX36" fmla="*/ 350656 w 2912392"/>
                <a:gd name="connsiteY36" fmla="*/ 345135 h 567023"/>
                <a:gd name="connsiteX37" fmla="*/ 360396 w 2912392"/>
                <a:gd name="connsiteY37" fmla="*/ 350864 h 567023"/>
                <a:gd name="connsiteX38" fmla="*/ 370137 w 2912392"/>
                <a:gd name="connsiteY38" fmla="*/ 356609 h 567023"/>
                <a:gd name="connsiteX39" fmla="*/ 379878 w 2912392"/>
                <a:gd name="connsiteY39" fmla="*/ 362373 h 567023"/>
                <a:gd name="connsiteX40" fmla="*/ 389617 w 2912392"/>
                <a:gd name="connsiteY40" fmla="*/ 368152 h 567023"/>
                <a:gd name="connsiteX41" fmla="*/ 399358 w 2912392"/>
                <a:gd name="connsiteY41" fmla="*/ 373945 h 567023"/>
                <a:gd name="connsiteX42" fmla="*/ 409099 w 2912392"/>
                <a:gd name="connsiteY42" fmla="*/ 379751 h 567023"/>
                <a:gd name="connsiteX43" fmla="*/ 418839 w 2912392"/>
                <a:gd name="connsiteY43" fmla="*/ 385566 h 567023"/>
                <a:gd name="connsiteX44" fmla="*/ 428580 w 2912392"/>
                <a:gd name="connsiteY44" fmla="*/ 391387 h 567023"/>
                <a:gd name="connsiteX45" fmla="*/ 438321 w 2912392"/>
                <a:gd name="connsiteY45" fmla="*/ 397213 h 567023"/>
                <a:gd name="connsiteX46" fmla="*/ 448060 w 2912392"/>
                <a:gd name="connsiteY46" fmla="*/ 403038 h 567023"/>
                <a:gd name="connsiteX47" fmla="*/ 457801 w 2912392"/>
                <a:gd name="connsiteY47" fmla="*/ 408859 h 567023"/>
                <a:gd name="connsiteX48" fmla="*/ 467542 w 2912392"/>
                <a:gd name="connsiteY48" fmla="*/ 414673 h 567023"/>
                <a:gd name="connsiteX49" fmla="*/ 477281 w 2912392"/>
                <a:gd name="connsiteY49" fmla="*/ 420473 h 567023"/>
                <a:gd name="connsiteX50" fmla="*/ 487022 w 2912392"/>
                <a:gd name="connsiteY50" fmla="*/ 426257 h 567023"/>
                <a:gd name="connsiteX51" fmla="*/ 496763 w 2912392"/>
                <a:gd name="connsiteY51" fmla="*/ 432018 h 567023"/>
                <a:gd name="connsiteX52" fmla="*/ 506503 w 2912392"/>
                <a:gd name="connsiteY52" fmla="*/ 437750 h 567023"/>
                <a:gd name="connsiteX53" fmla="*/ 516244 w 2912392"/>
                <a:gd name="connsiteY53" fmla="*/ 443450 h 567023"/>
                <a:gd name="connsiteX54" fmla="*/ 525985 w 2912392"/>
                <a:gd name="connsiteY54" fmla="*/ 449109 h 567023"/>
                <a:gd name="connsiteX55" fmla="*/ 535724 w 2912392"/>
                <a:gd name="connsiteY55" fmla="*/ 454723 h 567023"/>
                <a:gd name="connsiteX56" fmla="*/ 545465 w 2912392"/>
                <a:gd name="connsiteY56" fmla="*/ 460285 h 567023"/>
                <a:gd name="connsiteX57" fmla="*/ 555206 w 2912392"/>
                <a:gd name="connsiteY57" fmla="*/ 465787 h 567023"/>
                <a:gd name="connsiteX58" fmla="*/ 564946 w 2912392"/>
                <a:gd name="connsiteY58" fmla="*/ 471222 h 567023"/>
                <a:gd name="connsiteX59" fmla="*/ 574687 w 2912392"/>
                <a:gd name="connsiteY59" fmla="*/ 476584 h 567023"/>
                <a:gd name="connsiteX60" fmla="*/ 584428 w 2912392"/>
                <a:gd name="connsiteY60" fmla="*/ 481866 h 567023"/>
                <a:gd name="connsiteX61" fmla="*/ 594167 w 2912392"/>
                <a:gd name="connsiteY61" fmla="*/ 487060 h 567023"/>
                <a:gd name="connsiteX62" fmla="*/ 603908 w 2912392"/>
                <a:gd name="connsiteY62" fmla="*/ 492158 h 567023"/>
                <a:gd name="connsiteX63" fmla="*/ 613649 w 2912392"/>
                <a:gd name="connsiteY63" fmla="*/ 497152 h 567023"/>
                <a:gd name="connsiteX64" fmla="*/ 623388 w 2912392"/>
                <a:gd name="connsiteY64" fmla="*/ 502035 h 567023"/>
                <a:gd name="connsiteX65" fmla="*/ 633129 w 2912392"/>
                <a:gd name="connsiteY65" fmla="*/ 506799 h 567023"/>
                <a:gd name="connsiteX66" fmla="*/ 642870 w 2912392"/>
                <a:gd name="connsiteY66" fmla="*/ 511436 h 567023"/>
                <a:gd name="connsiteX67" fmla="*/ 652610 w 2912392"/>
                <a:gd name="connsiteY67" fmla="*/ 515938 h 567023"/>
                <a:gd name="connsiteX68" fmla="*/ 662351 w 2912392"/>
                <a:gd name="connsiteY68" fmla="*/ 520298 h 567023"/>
                <a:gd name="connsiteX69" fmla="*/ 672092 w 2912392"/>
                <a:gd name="connsiteY69" fmla="*/ 524508 h 567023"/>
                <a:gd name="connsiteX70" fmla="*/ 681831 w 2912392"/>
                <a:gd name="connsiteY70" fmla="*/ 528559 h 567023"/>
                <a:gd name="connsiteX71" fmla="*/ 691572 w 2912392"/>
                <a:gd name="connsiteY71" fmla="*/ 532446 h 567023"/>
                <a:gd name="connsiteX72" fmla="*/ 701313 w 2912392"/>
                <a:gd name="connsiteY72" fmla="*/ 536159 h 567023"/>
                <a:gd name="connsiteX73" fmla="*/ 711052 w 2912392"/>
                <a:gd name="connsiteY73" fmla="*/ 539699 h 567023"/>
                <a:gd name="connsiteX74" fmla="*/ 720793 w 2912392"/>
                <a:gd name="connsiteY74" fmla="*/ 543037 h 567023"/>
                <a:gd name="connsiteX75" fmla="*/ 730534 w 2912392"/>
                <a:gd name="connsiteY75" fmla="*/ 546195 h 567023"/>
                <a:gd name="connsiteX76" fmla="*/ 740274 w 2912392"/>
                <a:gd name="connsiteY76" fmla="*/ 549145 h 567023"/>
                <a:gd name="connsiteX77" fmla="*/ 750015 w 2912392"/>
                <a:gd name="connsiteY77" fmla="*/ 551887 h 567023"/>
                <a:gd name="connsiteX78" fmla="*/ 759756 w 2912392"/>
                <a:gd name="connsiteY78" fmla="*/ 554419 h 567023"/>
                <a:gd name="connsiteX79" fmla="*/ 769495 w 2912392"/>
                <a:gd name="connsiteY79" fmla="*/ 556729 h 567023"/>
                <a:gd name="connsiteX80" fmla="*/ 779236 w 2912392"/>
                <a:gd name="connsiteY80" fmla="*/ 558829 h 567023"/>
                <a:gd name="connsiteX81" fmla="*/ 788977 w 2912392"/>
                <a:gd name="connsiteY81" fmla="*/ 560692 h 567023"/>
                <a:gd name="connsiteX82" fmla="*/ 798717 w 2912392"/>
                <a:gd name="connsiteY82" fmla="*/ 562316 h 567023"/>
                <a:gd name="connsiteX83" fmla="*/ 808458 w 2912392"/>
                <a:gd name="connsiteY83" fmla="*/ 563716 h 567023"/>
                <a:gd name="connsiteX84" fmla="*/ 818199 w 2912392"/>
                <a:gd name="connsiteY84" fmla="*/ 564864 h 567023"/>
                <a:gd name="connsiteX85" fmla="*/ 827938 w 2912392"/>
                <a:gd name="connsiteY85" fmla="*/ 565772 h 567023"/>
                <a:gd name="connsiteX86" fmla="*/ 837679 w 2912392"/>
                <a:gd name="connsiteY86" fmla="*/ 566443 h 567023"/>
                <a:gd name="connsiteX87" fmla="*/ 847420 w 2912392"/>
                <a:gd name="connsiteY87" fmla="*/ 566860 h 567023"/>
                <a:gd name="connsiteX88" fmla="*/ 857159 w 2912392"/>
                <a:gd name="connsiteY88" fmla="*/ 567024 h 567023"/>
                <a:gd name="connsiteX89" fmla="*/ 866900 w 2912392"/>
                <a:gd name="connsiteY89" fmla="*/ 566935 h 567023"/>
                <a:gd name="connsiteX90" fmla="*/ 876641 w 2912392"/>
                <a:gd name="connsiteY90" fmla="*/ 566607 h 567023"/>
                <a:gd name="connsiteX91" fmla="*/ 886381 w 2912392"/>
                <a:gd name="connsiteY91" fmla="*/ 566026 h 567023"/>
                <a:gd name="connsiteX92" fmla="*/ 896122 w 2912392"/>
                <a:gd name="connsiteY92" fmla="*/ 565191 h 567023"/>
                <a:gd name="connsiteX93" fmla="*/ 905863 w 2912392"/>
                <a:gd name="connsiteY93" fmla="*/ 564119 h 567023"/>
                <a:gd name="connsiteX94" fmla="*/ 915602 w 2912392"/>
                <a:gd name="connsiteY94" fmla="*/ 562793 h 567023"/>
                <a:gd name="connsiteX95" fmla="*/ 925343 w 2912392"/>
                <a:gd name="connsiteY95" fmla="*/ 561213 h 567023"/>
                <a:gd name="connsiteX96" fmla="*/ 935084 w 2912392"/>
                <a:gd name="connsiteY96" fmla="*/ 559411 h 567023"/>
                <a:gd name="connsiteX97" fmla="*/ 944824 w 2912392"/>
                <a:gd name="connsiteY97" fmla="*/ 557369 h 567023"/>
                <a:gd name="connsiteX98" fmla="*/ 954564 w 2912392"/>
                <a:gd name="connsiteY98" fmla="*/ 555090 h 567023"/>
                <a:gd name="connsiteX99" fmla="*/ 964305 w 2912392"/>
                <a:gd name="connsiteY99" fmla="*/ 552572 h 567023"/>
                <a:gd name="connsiteX100" fmla="*/ 974045 w 2912392"/>
                <a:gd name="connsiteY100" fmla="*/ 549845 h 567023"/>
                <a:gd name="connsiteX101" fmla="*/ 983786 w 2912392"/>
                <a:gd name="connsiteY101" fmla="*/ 546895 h 567023"/>
                <a:gd name="connsiteX102" fmla="*/ 993522 w 2912392"/>
                <a:gd name="connsiteY102" fmla="*/ 543752 h 567023"/>
                <a:gd name="connsiteX103" fmla="*/ 1003266 w 2912392"/>
                <a:gd name="connsiteY103" fmla="*/ 540385 h 567023"/>
                <a:gd name="connsiteX104" fmla="*/ 1013010 w 2912392"/>
                <a:gd name="connsiteY104" fmla="*/ 536839 h 567023"/>
                <a:gd name="connsiteX105" fmla="*/ 1022754 w 2912392"/>
                <a:gd name="connsiteY105" fmla="*/ 533093 h 567023"/>
                <a:gd name="connsiteX106" fmla="*/ 1032483 w 2912392"/>
                <a:gd name="connsiteY106" fmla="*/ 529172 h 567023"/>
                <a:gd name="connsiteX107" fmla="*/ 1042227 w 2912392"/>
                <a:gd name="connsiteY107" fmla="*/ 525080 h 567023"/>
                <a:gd name="connsiteX108" fmla="*/ 1051971 w 2912392"/>
                <a:gd name="connsiteY108" fmla="*/ 520828 h 567023"/>
                <a:gd name="connsiteX109" fmla="*/ 1061715 w 2912392"/>
                <a:gd name="connsiteY109" fmla="*/ 516425 h 567023"/>
                <a:gd name="connsiteX110" fmla="*/ 1071444 w 2912392"/>
                <a:gd name="connsiteY110" fmla="*/ 511880 h 567023"/>
                <a:gd name="connsiteX111" fmla="*/ 1081188 w 2912392"/>
                <a:gd name="connsiteY111" fmla="*/ 507205 h 567023"/>
                <a:gd name="connsiteX112" fmla="*/ 1090932 w 2912392"/>
                <a:gd name="connsiteY112" fmla="*/ 502407 h 567023"/>
                <a:gd name="connsiteX113" fmla="*/ 1100676 w 2912392"/>
                <a:gd name="connsiteY113" fmla="*/ 497502 h 567023"/>
                <a:gd name="connsiteX114" fmla="*/ 1110405 w 2912392"/>
                <a:gd name="connsiteY114" fmla="*/ 492498 h 567023"/>
                <a:gd name="connsiteX115" fmla="*/ 1120149 w 2912392"/>
                <a:gd name="connsiteY115" fmla="*/ 487405 h 567023"/>
                <a:gd name="connsiteX116" fmla="*/ 1129893 w 2912392"/>
                <a:gd name="connsiteY116" fmla="*/ 482238 h 567023"/>
                <a:gd name="connsiteX117" fmla="*/ 1139637 w 2912392"/>
                <a:gd name="connsiteY117" fmla="*/ 477007 h 567023"/>
                <a:gd name="connsiteX118" fmla="*/ 1149381 w 2912392"/>
                <a:gd name="connsiteY118" fmla="*/ 471723 h 567023"/>
                <a:gd name="connsiteX119" fmla="*/ 1159110 w 2912392"/>
                <a:gd name="connsiteY119" fmla="*/ 466399 h 567023"/>
                <a:gd name="connsiteX120" fmla="*/ 1168854 w 2912392"/>
                <a:gd name="connsiteY120" fmla="*/ 461045 h 567023"/>
                <a:gd name="connsiteX121" fmla="*/ 1178598 w 2912392"/>
                <a:gd name="connsiteY121" fmla="*/ 455673 h 567023"/>
                <a:gd name="connsiteX122" fmla="*/ 1188341 w 2912392"/>
                <a:gd name="connsiteY122" fmla="*/ 450296 h 567023"/>
                <a:gd name="connsiteX123" fmla="*/ 1198070 w 2912392"/>
                <a:gd name="connsiteY123" fmla="*/ 444925 h 567023"/>
                <a:gd name="connsiteX124" fmla="*/ 1207814 w 2912392"/>
                <a:gd name="connsiteY124" fmla="*/ 439572 h 567023"/>
                <a:gd name="connsiteX125" fmla="*/ 1217558 w 2912392"/>
                <a:gd name="connsiteY125" fmla="*/ 434246 h 567023"/>
                <a:gd name="connsiteX126" fmla="*/ 1227302 w 2912392"/>
                <a:gd name="connsiteY126" fmla="*/ 428960 h 567023"/>
                <a:gd name="connsiteX127" fmla="*/ 1237031 w 2912392"/>
                <a:gd name="connsiteY127" fmla="*/ 423723 h 567023"/>
                <a:gd name="connsiteX128" fmla="*/ 1246775 w 2912392"/>
                <a:gd name="connsiteY128" fmla="*/ 418547 h 567023"/>
                <a:gd name="connsiteX129" fmla="*/ 1256519 w 2912392"/>
                <a:gd name="connsiteY129" fmla="*/ 413442 h 567023"/>
                <a:gd name="connsiteX130" fmla="*/ 1266263 w 2912392"/>
                <a:gd name="connsiteY130" fmla="*/ 408418 h 567023"/>
                <a:gd name="connsiteX131" fmla="*/ 1276007 w 2912392"/>
                <a:gd name="connsiteY131" fmla="*/ 403484 h 567023"/>
                <a:gd name="connsiteX132" fmla="*/ 1285736 w 2912392"/>
                <a:gd name="connsiteY132" fmla="*/ 398648 h 567023"/>
                <a:gd name="connsiteX133" fmla="*/ 1295480 w 2912392"/>
                <a:gd name="connsiteY133" fmla="*/ 393920 h 567023"/>
                <a:gd name="connsiteX134" fmla="*/ 1305224 w 2912392"/>
                <a:gd name="connsiteY134" fmla="*/ 389309 h 567023"/>
                <a:gd name="connsiteX135" fmla="*/ 1314968 w 2912392"/>
                <a:gd name="connsiteY135" fmla="*/ 384820 h 567023"/>
                <a:gd name="connsiteX136" fmla="*/ 1324697 w 2912392"/>
                <a:gd name="connsiteY136" fmla="*/ 380463 h 567023"/>
                <a:gd name="connsiteX137" fmla="*/ 1334441 w 2912392"/>
                <a:gd name="connsiteY137" fmla="*/ 376242 h 567023"/>
                <a:gd name="connsiteX138" fmla="*/ 1344185 w 2912392"/>
                <a:gd name="connsiteY138" fmla="*/ 372166 h 567023"/>
                <a:gd name="connsiteX139" fmla="*/ 1353929 w 2912392"/>
                <a:gd name="connsiteY139" fmla="*/ 368240 h 567023"/>
                <a:gd name="connsiteX140" fmla="*/ 1363658 w 2912392"/>
                <a:gd name="connsiteY140" fmla="*/ 364466 h 567023"/>
                <a:gd name="connsiteX141" fmla="*/ 1373402 w 2912392"/>
                <a:gd name="connsiteY141" fmla="*/ 360853 h 567023"/>
                <a:gd name="connsiteX142" fmla="*/ 1383146 w 2912392"/>
                <a:gd name="connsiteY142" fmla="*/ 357401 h 567023"/>
                <a:gd name="connsiteX143" fmla="*/ 1392890 w 2912392"/>
                <a:gd name="connsiteY143" fmla="*/ 354116 h 567023"/>
                <a:gd name="connsiteX144" fmla="*/ 1402619 w 2912392"/>
                <a:gd name="connsiteY144" fmla="*/ 350999 h 567023"/>
                <a:gd name="connsiteX145" fmla="*/ 1412363 w 2912392"/>
                <a:gd name="connsiteY145" fmla="*/ 348052 h 567023"/>
                <a:gd name="connsiteX146" fmla="*/ 1422106 w 2912392"/>
                <a:gd name="connsiteY146" fmla="*/ 345279 h 567023"/>
                <a:gd name="connsiteX147" fmla="*/ 1431850 w 2912392"/>
                <a:gd name="connsiteY147" fmla="*/ 342678 h 567023"/>
                <a:gd name="connsiteX148" fmla="*/ 1441594 w 2912392"/>
                <a:gd name="connsiteY148" fmla="*/ 340249 h 567023"/>
                <a:gd name="connsiteX149" fmla="*/ 1451323 w 2912392"/>
                <a:gd name="connsiteY149" fmla="*/ 337995 h 567023"/>
                <a:gd name="connsiteX150" fmla="*/ 1461067 w 2912392"/>
                <a:gd name="connsiteY150" fmla="*/ 335912 h 567023"/>
                <a:gd name="connsiteX151" fmla="*/ 1470811 w 2912392"/>
                <a:gd name="connsiteY151" fmla="*/ 334001 h 567023"/>
                <a:gd name="connsiteX152" fmla="*/ 1480555 w 2912392"/>
                <a:gd name="connsiteY152" fmla="*/ 332258 h 567023"/>
                <a:gd name="connsiteX153" fmla="*/ 1490284 w 2912392"/>
                <a:gd name="connsiteY153" fmla="*/ 330680 h 567023"/>
                <a:gd name="connsiteX154" fmla="*/ 1500028 w 2912392"/>
                <a:gd name="connsiteY154" fmla="*/ 329266 h 567023"/>
                <a:gd name="connsiteX155" fmla="*/ 1509772 w 2912392"/>
                <a:gd name="connsiteY155" fmla="*/ 328011 h 567023"/>
                <a:gd name="connsiteX156" fmla="*/ 1519516 w 2912392"/>
                <a:gd name="connsiteY156" fmla="*/ 326912 h 567023"/>
                <a:gd name="connsiteX157" fmla="*/ 1529245 w 2912392"/>
                <a:gd name="connsiteY157" fmla="*/ 325963 h 567023"/>
                <a:gd name="connsiteX158" fmla="*/ 1538989 w 2912392"/>
                <a:gd name="connsiteY158" fmla="*/ 325160 h 567023"/>
                <a:gd name="connsiteX159" fmla="*/ 1548733 w 2912392"/>
                <a:gd name="connsiteY159" fmla="*/ 324497 h 567023"/>
                <a:gd name="connsiteX160" fmla="*/ 1558477 w 2912392"/>
                <a:gd name="connsiteY160" fmla="*/ 323968 h 567023"/>
                <a:gd name="connsiteX161" fmla="*/ 1568221 w 2912392"/>
                <a:gd name="connsiteY161" fmla="*/ 323567 h 567023"/>
                <a:gd name="connsiteX162" fmla="*/ 1577950 w 2912392"/>
                <a:gd name="connsiteY162" fmla="*/ 323287 h 567023"/>
                <a:gd name="connsiteX163" fmla="*/ 1587694 w 2912392"/>
                <a:gd name="connsiteY163" fmla="*/ 323122 h 567023"/>
                <a:gd name="connsiteX164" fmla="*/ 1597438 w 2912392"/>
                <a:gd name="connsiteY164" fmla="*/ 323062 h 567023"/>
                <a:gd name="connsiteX165" fmla="*/ 1607182 w 2912392"/>
                <a:gd name="connsiteY165" fmla="*/ 323104 h 567023"/>
                <a:gd name="connsiteX166" fmla="*/ 1616911 w 2912392"/>
                <a:gd name="connsiteY166" fmla="*/ 323235 h 567023"/>
                <a:gd name="connsiteX167" fmla="*/ 1626655 w 2912392"/>
                <a:gd name="connsiteY167" fmla="*/ 323451 h 567023"/>
                <a:gd name="connsiteX168" fmla="*/ 1636399 w 2912392"/>
                <a:gd name="connsiteY168" fmla="*/ 323741 h 567023"/>
                <a:gd name="connsiteX169" fmla="*/ 1646142 w 2912392"/>
                <a:gd name="connsiteY169" fmla="*/ 324098 h 567023"/>
                <a:gd name="connsiteX170" fmla="*/ 1655872 w 2912392"/>
                <a:gd name="connsiteY170" fmla="*/ 324513 h 567023"/>
                <a:gd name="connsiteX171" fmla="*/ 1665616 w 2912392"/>
                <a:gd name="connsiteY171" fmla="*/ 324978 h 567023"/>
                <a:gd name="connsiteX172" fmla="*/ 1675359 w 2912392"/>
                <a:gd name="connsiteY172" fmla="*/ 325483 h 567023"/>
                <a:gd name="connsiteX173" fmla="*/ 1685103 w 2912392"/>
                <a:gd name="connsiteY173" fmla="*/ 326021 h 567023"/>
                <a:gd name="connsiteX174" fmla="*/ 1694832 w 2912392"/>
                <a:gd name="connsiteY174" fmla="*/ 326581 h 567023"/>
                <a:gd name="connsiteX175" fmla="*/ 1704576 w 2912392"/>
                <a:gd name="connsiteY175" fmla="*/ 327156 h 567023"/>
                <a:gd name="connsiteX176" fmla="*/ 1714320 w 2912392"/>
                <a:gd name="connsiteY176" fmla="*/ 327736 h 567023"/>
                <a:gd name="connsiteX177" fmla="*/ 1724064 w 2912392"/>
                <a:gd name="connsiteY177" fmla="*/ 328312 h 567023"/>
                <a:gd name="connsiteX178" fmla="*/ 1733808 w 2912392"/>
                <a:gd name="connsiteY178" fmla="*/ 328876 h 567023"/>
                <a:gd name="connsiteX179" fmla="*/ 1743537 w 2912392"/>
                <a:gd name="connsiteY179" fmla="*/ 329419 h 567023"/>
                <a:gd name="connsiteX180" fmla="*/ 1753281 w 2912392"/>
                <a:gd name="connsiteY180" fmla="*/ 329934 h 567023"/>
                <a:gd name="connsiteX181" fmla="*/ 1763025 w 2912392"/>
                <a:gd name="connsiteY181" fmla="*/ 330410 h 567023"/>
                <a:gd name="connsiteX182" fmla="*/ 1772769 w 2912392"/>
                <a:gd name="connsiteY182" fmla="*/ 330842 h 567023"/>
                <a:gd name="connsiteX183" fmla="*/ 1782498 w 2912392"/>
                <a:gd name="connsiteY183" fmla="*/ 331219 h 567023"/>
                <a:gd name="connsiteX184" fmla="*/ 1792242 w 2912392"/>
                <a:gd name="connsiteY184" fmla="*/ 331535 h 567023"/>
                <a:gd name="connsiteX185" fmla="*/ 1801986 w 2912392"/>
                <a:gd name="connsiteY185" fmla="*/ 331782 h 567023"/>
                <a:gd name="connsiteX186" fmla="*/ 1811730 w 2912392"/>
                <a:gd name="connsiteY186" fmla="*/ 331954 h 567023"/>
                <a:gd name="connsiteX187" fmla="*/ 1821459 w 2912392"/>
                <a:gd name="connsiteY187" fmla="*/ 332042 h 567023"/>
                <a:gd name="connsiteX188" fmla="*/ 1831203 w 2912392"/>
                <a:gd name="connsiteY188" fmla="*/ 332040 h 567023"/>
                <a:gd name="connsiteX189" fmla="*/ 1840947 w 2912392"/>
                <a:gd name="connsiteY189" fmla="*/ 331942 h 567023"/>
                <a:gd name="connsiteX190" fmla="*/ 1850691 w 2912392"/>
                <a:gd name="connsiteY190" fmla="*/ 331741 h 567023"/>
                <a:gd name="connsiteX191" fmla="*/ 1860435 w 2912392"/>
                <a:gd name="connsiteY191" fmla="*/ 331432 h 567023"/>
                <a:gd name="connsiteX192" fmla="*/ 1870164 w 2912392"/>
                <a:gd name="connsiteY192" fmla="*/ 331009 h 567023"/>
                <a:gd name="connsiteX193" fmla="*/ 1879908 w 2912392"/>
                <a:gd name="connsiteY193" fmla="*/ 330468 h 567023"/>
                <a:gd name="connsiteX194" fmla="*/ 1889652 w 2912392"/>
                <a:gd name="connsiteY194" fmla="*/ 329802 h 567023"/>
                <a:gd name="connsiteX195" fmla="*/ 1899395 w 2912392"/>
                <a:gd name="connsiteY195" fmla="*/ 329008 h 567023"/>
                <a:gd name="connsiteX196" fmla="*/ 1909124 w 2912392"/>
                <a:gd name="connsiteY196" fmla="*/ 328082 h 567023"/>
                <a:gd name="connsiteX197" fmla="*/ 1918868 w 2912392"/>
                <a:gd name="connsiteY197" fmla="*/ 327018 h 567023"/>
                <a:gd name="connsiteX198" fmla="*/ 1928612 w 2912392"/>
                <a:gd name="connsiteY198" fmla="*/ 325815 h 567023"/>
                <a:gd name="connsiteX199" fmla="*/ 1938356 w 2912392"/>
                <a:gd name="connsiteY199" fmla="*/ 324470 h 567023"/>
                <a:gd name="connsiteX200" fmla="*/ 1948085 w 2912392"/>
                <a:gd name="connsiteY200" fmla="*/ 322980 h 567023"/>
                <a:gd name="connsiteX201" fmla="*/ 1957829 w 2912392"/>
                <a:gd name="connsiteY201" fmla="*/ 321341 h 567023"/>
                <a:gd name="connsiteX202" fmla="*/ 1967573 w 2912392"/>
                <a:gd name="connsiteY202" fmla="*/ 319552 h 567023"/>
                <a:gd name="connsiteX203" fmla="*/ 1977317 w 2912392"/>
                <a:gd name="connsiteY203" fmla="*/ 317612 h 567023"/>
                <a:gd name="connsiteX204" fmla="*/ 1987046 w 2912392"/>
                <a:gd name="connsiteY204" fmla="*/ 315520 h 567023"/>
                <a:gd name="connsiteX205" fmla="*/ 1996790 w 2912392"/>
                <a:gd name="connsiteY205" fmla="*/ 313273 h 567023"/>
                <a:gd name="connsiteX206" fmla="*/ 2006534 w 2912392"/>
                <a:gd name="connsiteY206" fmla="*/ 310872 h 567023"/>
                <a:gd name="connsiteX207" fmla="*/ 2016278 w 2912392"/>
                <a:gd name="connsiteY207" fmla="*/ 308318 h 567023"/>
                <a:gd name="connsiteX208" fmla="*/ 2026022 w 2912392"/>
                <a:gd name="connsiteY208" fmla="*/ 305608 h 567023"/>
                <a:gd name="connsiteX209" fmla="*/ 2035751 w 2912392"/>
                <a:gd name="connsiteY209" fmla="*/ 302746 h 567023"/>
                <a:gd name="connsiteX210" fmla="*/ 2045495 w 2912392"/>
                <a:gd name="connsiteY210" fmla="*/ 299729 h 567023"/>
                <a:gd name="connsiteX211" fmla="*/ 2055239 w 2912392"/>
                <a:gd name="connsiteY211" fmla="*/ 296561 h 567023"/>
                <a:gd name="connsiteX212" fmla="*/ 2064983 w 2912392"/>
                <a:gd name="connsiteY212" fmla="*/ 293243 h 567023"/>
                <a:gd name="connsiteX213" fmla="*/ 2074712 w 2912392"/>
                <a:gd name="connsiteY213" fmla="*/ 289776 h 567023"/>
                <a:gd name="connsiteX214" fmla="*/ 2084456 w 2912392"/>
                <a:gd name="connsiteY214" fmla="*/ 286163 h 567023"/>
                <a:gd name="connsiteX215" fmla="*/ 2094200 w 2912392"/>
                <a:gd name="connsiteY215" fmla="*/ 282406 h 567023"/>
                <a:gd name="connsiteX216" fmla="*/ 2103944 w 2912392"/>
                <a:gd name="connsiteY216" fmla="*/ 278507 h 567023"/>
                <a:gd name="connsiteX217" fmla="*/ 2113673 w 2912392"/>
                <a:gd name="connsiteY217" fmla="*/ 274469 h 567023"/>
                <a:gd name="connsiteX218" fmla="*/ 2123417 w 2912392"/>
                <a:gd name="connsiteY218" fmla="*/ 270296 h 567023"/>
                <a:gd name="connsiteX219" fmla="*/ 2133161 w 2912392"/>
                <a:gd name="connsiteY219" fmla="*/ 265991 h 567023"/>
                <a:gd name="connsiteX220" fmla="*/ 2142905 w 2912392"/>
                <a:gd name="connsiteY220" fmla="*/ 261561 h 567023"/>
                <a:gd name="connsiteX221" fmla="*/ 2152649 w 2912392"/>
                <a:gd name="connsiteY221" fmla="*/ 257004 h 567023"/>
                <a:gd name="connsiteX222" fmla="*/ 2162377 w 2912392"/>
                <a:gd name="connsiteY222" fmla="*/ 252328 h 567023"/>
                <a:gd name="connsiteX223" fmla="*/ 2172121 w 2912392"/>
                <a:gd name="connsiteY223" fmla="*/ 247538 h 567023"/>
                <a:gd name="connsiteX224" fmla="*/ 2181865 w 2912392"/>
                <a:gd name="connsiteY224" fmla="*/ 242637 h 567023"/>
                <a:gd name="connsiteX225" fmla="*/ 2191609 w 2912392"/>
                <a:gd name="connsiteY225" fmla="*/ 237630 h 567023"/>
                <a:gd name="connsiteX226" fmla="*/ 2201338 w 2912392"/>
                <a:gd name="connsiteY226" fmla="*/ 232524 h 567023"/>
                <a:gd name="connsiteX227" fmla="*/ 2211082 w 2912392"/>
                <a:gd name="connsiteY227" fmla="*/ 227323 h 567023"/>
                <a:gd name="connsiteX228" fmla="*/ 2220826 w 2912392"/>
                <a:gd name="connsiteY228" fmla="*/ 222034 h 567023"/>
                <a:gd name="connsiteX229" fmla="*/ 2230570 w 2912392"/>
                <a:gd name="connsiteY229" fmla="*/ 216660 h 567023"/>
                <a:gd name="connsiteX230" fmla="*/ 2240299 w 2912392"/>
                <a:gd name="connsiteY230" fmla="*/ 211209 h 567023"/>
                <a:gd name="connsiteX231" fmla="*/ 2250043 w 2912392"/>
                <a:gd name="connsiteY231" fmla="*/ 205688 h 567023"/>
                <a:gd name="connsiteX232" fmla="*/ 2259787 w 2912392"/>
                <a:gd name="connsiteY232" fmla="*/ 200102 h 567023"/>
                <a:gd name="connsiteX233" fmla="*/ 2269531 w 2912392"/>
                <a:gd name="connsiteY233" fmla="*/ 194459 h 567023"/>
                <a:gd name="connsiteX234" fmla="*/ 2279260 w 2912392"/>
                <a:gd name="connsiteY234" fmla="*/ 188763 h 567023"/>
                <a:gd name="connsiteX235" fmla="*/ 2289004 w 2912392"/>
                <a:gd name="connsiteY235" fmla="*/ 183022 h 567023"/>
                <a:gd name="connsiteX236" fmla="*/ 2298748 w 2912392"/>
                <a:gd name="connsiteY236" fmla="*/ 177244 h 567023"/>
                <a:gd name="connsiteX237" fmla="*/ 2308492 w 2912392"/>
                <a:gd name="connsiteY237" fmla="*/ 171435 h 567023"/>
                <a:gd name="connsiteX238" fmla="*/ 2318236 w 2912392"/>
                <a:gd name="connsiteY238" fmla="*/ 165604 h 567023"/>
                <a:gd name="connsiteX239" fmla="*/ 2327965 w 2912392"/>
                <a:gd name="connsiteY239" fmla="*/ 159756 h 567023"/>
                <a:gd name="connsiteX240" fmla="*/ 2337709 w 2912392"/>
                <a:gd name="connsiteY240" fmla="*/ 153899 h 567023"/>
                <a:gd name="connsiteX241" fmla="*/ 2347453 w 2912392"/>
                <a:gd name="connsiteY241" fmla="*/ 148042 h 567023"/>
                <a:gd name="connsiteX242" fmla="*/ 2357197 w 2912392"/>
                <a:gd name="connsiteY242" fmla="*/ 142191 h 567023"/>
                <a:gd name="connsiteX243" fmla="*/ 2366926 w 2912392"/>
                <a:gd name="connsiteY243" fmla="*/ 136356 h 567023"/>
                <a:gd name="connsiteX244" fmla="*/ 2376670 w 2912392"/>
                <a:gd name="connsiteY244" fmla="*/ 130542 h 567023"/>
                <a:gd name="connsiteX245" fmla="*/ 2386413 w 2912392"/>
                <a:gd name="connsiteY245" fmla="*/ 124757 h 567023"/>
                <a:gd name="connsiteX246" fmla="*/ 2396157 w 2912392"/>
                <a:gd name="connsiteY246" fmla="*/ 119012 h 567023"/>
                <a:gd name="connsiteX247" fmla="*/ 2405886 w 2912392"/>
                <a:gd name="connsiteY247" fmla="*/ 113311 h 567023"/>
                <a:gd name="connsiteX248" fmla="*/ 2415630 w 2912392"/>
                <a:gd name="connsiteY248" fmla="*/ 107665 h 567023"/>
                <a:gd name="connsiteX249" fmla="*/ 2425374 w 2912392"/>
                <a:gd name="connsiteY249" fmla="*/ 102080 h 567023"/>
                <a:gd name="connsiteX250" fmla="*/ 2435118 w 2912392"/>
                <a:gd name="connsiteY250" fmla="*/ 96565 h 567023"/>
                <a:gd name="connsiteX251" fmla="*/ 2444862 w 2912392"/>
                <a:gd name="connsiteY251" fmla="*/ 91128 h 567023"/>
                <a:gd name="connsiteX252" fmla="*/ 2454591 w 2912392"/>
                <a:gd name="connsiteY252" fmla="*/ 85778 h 567023"/>
                <a:gd name="connsiteX253" fmla="*/ 2464335 w 2912392"/>
                <a:gd name="connsiteY253" fmla="*/ 80520 h 567023"/>
                <a:gd name="connsiteX254" fmla="*/ 2474079 w 2912392"/>
                <a:gd name="connsiteY254" fmla="*/ 75365 h 567023"/>
                <a:gd name="connsiteX255" fmla="*/ 2483823 w 2912392"/>
                <a:gd name="connsiteY255" fmla="*/ 70319 h 567023"/>
                <a:gd name="connsiteX256" fmla="*/ 2493552 w 2912392"/>
                <a:gd name="connsiteY256" fmla="*/ 65392 h 567023"/>
                <a:gd name="connsiteX257" fmla="*/ 2503296 w 2912392"/>
                <a:gd name="connsiteY257" fmla="*/ 60588 h 567023"/>
                <a:gd name="connsiteX258" fmla="*/ 2513040 w 2912392"/>
                <a:gd name="connsiteY258" fmla="*/ 55917 h 567023"/>
                <a:gd name="connsiteX259" fmla="*/ 2522784 w 2912392"/>
                <a:gd name="connsiteY259" fmla="*/ 51388 h 567023"/>
                <a:gd name="connsiteX260" fmla="*/ 2532513 w 2912392"/>
                <a:gd name="connsiteY260" fmla="*/ 47006 h 567023"/>
                <a:gd name="connsiteX261" fmla="*/ 2542257 w 2912392"/>
                <a:gd name="connsiteY261" fmla="*/ 42779 h 567023"/>
                <a:gd name="connsiteX262" fmla="*/ 2552001 w 2912392"/>
                <a:gd name="connsiteY262" fmla="*/ 38714 h 567023"/>
                <a:gd name="connsiteX263" fmla="*/ 2561745 w 2912392"/>
                <a:gd name="connsiteY263" fmla="*/ 34817 h 567023"/>
                <a:gd name="connsiteX264" fmla="*/ 2571474 w 2912392"/>
                <a:gd name="connsiteY264" fmla="*/ 31097 h 567023"/>
                <a:gd name="connsiteX265" fmla="*/ 2581218 w 2912392"/>
                <a:gd name="connsiteY265" fmla="*/ 27559 h 567023"/>
                <a:gd name="connsiteX266" fmla="*/ 2590962 w 2912392"/>
                <a:gd name="connsiteY266" fmla="*/ 24209 h 567023"/>
                <a:gd name="connsiteX267" fmla="*/ 2600705 w 2912392"/>
                <a:gd name="connsiteY267" fmla="*/ 21055 h 567023"/>
                <a:gd name="connsiteX268" fmla="*/ 2610449 w 2912392"/>
                <a:gd name="connsiteY268" fmla="*/ 18101 h 567023"/>
                <a:gd name="connsiteX269" fmla="*/ 2620178 w 2912392"/>
                <a:gd name="connsiteY269" fmla="*/ 15353 h 567023"/>
                <a:gd name="connsiteX270" fmla="*/ 2629922 w 2912392"/>
                <a:gd name="connsiteY270" fmla="*/ 12816 h 567023"/>
                <a:gd name="connsiteX271" fmla="*/ 2639666 w 2912392"/>
                <a:gd name="connsiteY271" fmla="*/ 10495 h 567023"/>
                <a:gd name="connsiteX272" fmla="*/ 2649410 w 2912392"/>
                <a:gd name="connsiteY272" fmla="*/ 8396 h 567023"/>
                <a:gd name="connsiteX273" fmla="*/ 2659139 w 2912392"/>
                <a:gd name="connsiteY273" fmla="*/ 6521 h 567023"/>
                <a:gd name="connsiteX274" fmla="*/ 2668883 w 2912392"/>
                <a:gd name="connsiteY274" fmla="*/ 4878 h 567023"/>
                <a:gd name="connsiteX275" fmla="*/ 2678627 w 2912392"/>
                <a:gd name="connsiteY275" fmla="*/ 3465 h 567023"/>
                <a:gd name="connsiteX276" fmla="*/ 2688371 w 2912392"/>
                <a:gd name="connsiteY276" fmla="*/ 2290 h 567023"/>
                <a:gd name="connsiteX277" fmla="*/ 2698100 w 2912392"/>
                <a:gd name="connsiteY277" fmla="*/ 1353 h 567023"/>
                <a:gd name="connsiteX278" fmla="*/ 2707844 w 2912392"/>
                <a:gd name="connsiteY278" fmla="*/ 659 h 567023"/>
                <a:gd name="connsiteX279" fmla="*/ 2717588 w 2912392"/>
                <a:gd name="connsiteY279" fmla="*/ 207 h 567023"/>
                <a:gd name="connsiteX280" fmla="*/ 2727332 w 2912392"/>
                <a:gd name="connsiteY280" fmla="*/ 0 h 567023"/>
                <a:gd name="connsiteX281" fmla="*/ 2737076 w 2912392"/>
                <a:gd name="connsiteY281" fmla="*/ 40 h 567023"/>
                <a:gd name="connsiteX282" fmla="*/ 2746805 w 2912392"/>
                <a:gd name="connsiteY282" fmla="*/ 328 h 567023"/>
                <a:gd name="connsiteX283" fmla="*/ 2756549 w 2912392"/>
                <a:gd name="connsiteY283" fmla="*/ 863 h 567023"/>
                <a:gd name="connsiteX284" fmla="*/ 2766293 w 2912392"/>
                <a:gd name="connsiteY284" fmla="*/ 1645 h 567023"/>
                <a:gd name="connsiteX285" fmla="*/ 2776037 w 2912392"/>
                <a:gd name="connsiteY285" fmla="*/ 2673 h 567023"/>
                <a:gd name="connsiteX286" fmla="*/ 2785766 w 2912392"/>
                <a:gd name="connsiteY286" fmla="*/ 3948 h 567023"/>
                <a:gd name="connsiteX287" fmla="*/ 2795510 w 2912392"/>
                <a:gd name="connsiteY287" fmla="*/ 5466 h 567023"/>
                <a:gd name="connsiteX288" fmla="*/ 2805254 w 2912392"/>
                <a:gd name="connsiteY288" fmla="*/ 7226 h 567023"/>
                <a:gd name="connsiteX289" fmla="*/ 2814998 w 2912392"/>
                <a:gd name="connsiteY289" fmla="*/ 9225 h 567023"/>
                <a:gd name="connsiteX290" fmla="*/ 2824727 w 2912392"/>
                <a:gd name="connsiteY290" fmla="*/ 11460 h 567023"/>
                <a:gd name="connsiteX291" fmla="*/ 2834471 w 2912392"/>
                <a:gd name="connsiteY291" fmla="*/ 13928 h 567023"/>
                <a:gd name="connsiteX292" fmla="*/ 2844215 w 2912392"/>
                <a:gd name="connsiteY292" fmla="*/ 16624 h 567023"/>
                <a:gd name="connsiteX293" fmla="*/ 2853958 w 2912392"/>
                <a:gd name="connsiteY293" fmla="*/ 19546 h 567023"/>
                <a:gd name="connsiteX294" fmla="*/ 2863687 w 2912392"/>
                <a:gd name="connsiteY294" fmla="*/ 22685 h 567023"/>
                <a:gd name="connsiteX295" fmla="*/ 2873431 w 2912392"/>
                <a:gd name="connsiteY295" fmla="*/ 26039 h 567023"/>
                <a:gd name="connsiteX296" fmla="*/ 2883175 w 2912392"/>
                <a:gd name="connsiteY296" fmla="*/ 29600 h 567023"/>
                <a:gd name="connsiteX297" fmla="*/ 2892919 w 2912392"/>
                <a:gd name="connsiteY297" fmla="*/ 33363 h 567023"/>
                <a:gd name="connsiteX298" fmla="*/ 2902663 w 2912392"/>
                <a:gd name="connsiteY298" fmla="*/ 37320 h 567023"/>
                <a:gd name="connsiteX299" fmla="*/ 2912392 w 2912392"/>
                <a:gd name="connsiteY299" fmla="*/ 41464 h 567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67023">
                  <a:moveTo>
                    <a:pt x="0" y="139656"/>
                  </a:moveTo>
                  <a:lnTo>
                    <a:pt x="9739" y="145916"/>
                  </a:lnTo>
                  <a:lnTo>
                    <a:pt x="19480" y="152111"/>
                  </a:lnTo>
                  <a:lnTo>
                    <a:pt x="29221" y="158242"/>
                  </a:lnTo>
                  <a:lnTo>
                    <a:pt x="38961" y="164312"/>
                  </a:lnTo>
                  <a:lnTo>
                    <a:pt x="48702" y="170325"/>
                  </a:lnTo>
                  <a:lnTo>
                    <a:pt x="58443" y="176282"/>
                  </a:lnTo>
                  <a:lnTo>
                    <a:pt x="68182" y="182186"/>
                  </a:lnTo>
                  <a:lnTo>
                    <a:pt x="77923" y="188042"/>
                  </a:lnTo>
                  <a:lnTo>
                    <a:pt x="87664" y="193851"/>
                  </a:lnTo>
                  <a:lnTo>
                    <a:pt x="97404" y="199618"/>
                  </a:lnTo>
                  <a:lnTo>
                    <a:pt x="107145" y="205347"/>
                  </a:lnTo>
                  <a:lnTo>
                    <a:pt x="116886" y="211040"/>
                  </a:lnTo>
                  <a:lnTo>
                    <a:pt x="126625" y="216700"/>
                  </a:lnTo>
                  <a:lnTo>
                    <a:pt x="136366" y="222332"/>
                  </a:lnTo>
                  <a:lnTo>
                    <a:pt x="146107" y="227938"/>
                  </a:lnTo>
                  <a:lnTo>
                    <a:pt x="155846" y="233522"/>
                  </a:lnTo>
                  <a:lnTo>
                    <a:pt x="165587" y="239088"/>
                  </a:lnTo>
                  <a:lnTo>
                    <a:pt x="175328" y="244638"/>
                  </a:lnTo>
                  <a:lnTo>
                    <a:pt x="185068" y="250178"/>
                  </a:lnTo>
                  <a:lnTo>
                    <a:pt x="194809" y="255710"/>
                  </a:lnTo>
                  <a:lnTo>
                    <a:pt x="204550" y="261234"/>
                  </a:lnTo>
                  <a:lnTo>
                    <a:pt x="214289" y="266757"/>
                  </a:lnTo>
                  <a:lnTo>
                    <a:pt x="224030" y="272282"/>
                  </a:lnTo>
                  <a:lnTo>
                    <a:pt x="233771" y="277809"/>
                  </a:lnTo>
                  <a:lnTo>
                    <a:pt x="243510" y="283343"/>
                  </a:lnTo>
                  <a:lnTo>
                    <a:pt x="253251" y="288884"/>
                  </a:lnTo>
                  <a:lnTo>
                    <a:pt x="262992" y="294435"/>
                  </a:lnTo>
                  <a:lnTo>
                    <a:pt x="272732" y="300000"/>
                  </a:lnTo>
                  <a:lnTo>
                    <a:pt x="282473" y="305580"/>
                  </a:lnTo>
                  <a:lnTo>
                    <a:pt x="292214" y="311176"/>
                  </a:lnTo>
                  <a:lnTo>
                    <a:pt x="301953" y="316787"/>
                  </a:lnTo>
                  <a:lnTo>
                    <a:pt x="311694" y="322418"/>
                  </a:lnTo>
                  <a:lnTo>
                    <a:pt x="321435" y="328068"/>
                  </a:lnTo>
                  <a:lnTo>
                    <a:pt x="331175" y="333737"/>
                  </a:lnTo>
                  <a:lnTo>
                    <a:pt x="340916" y="339426"/>
                  </a:lnTo>
                  <a:lnTo>
                    <a:pt x="350656" y="345135"/>
                  </a:lnTo>
                  <a:lnTo>
                    <a:pt x="360396" y="350864"/>
                  </a:lnTo>
                  <a:lnTo>
                    <a:pt x="370137" y="356609"/>
                  </a:lnTo>
                  <a:lnTo>
                    <a:pt x="379878" y="362373"/>
                  </a:lnTo>
                  <a:lnTo>
                    <a:pt x="389617" y="368152"/>
                  </a:lnTo>
                  <a:lnTo>
                    <a:pt x="399358" y="373945"/>
                  </a:lnTo>
                  <a:lnTo>
                    <a:pt x="409099" y="379751"/>
                  </a:lnTo>
                  <a:lnTo>
                    <a:pt x="418839" y="385566"/>
                  </a:lnTo>
                  <a:lnTo>
                    <a:pt x="428580" y="391387"/>
                  </a:lnTo>
                  <a:lnTo>
                    <a:pt x="438321" y="397213"/>
                  </a:lnTo>
                  <a:lnTo>
                    <a:pt x="448060" y="403038"/>
                  </a:lnTo>
                  <a:lnTo>
                    <a:pt x="457801" y="408859"/>
                  </a:lnTo>
                  <a:lnTo>
                    <a:pt x="467542" y="414673"/>
                  </a:lnTo>
                  <a:lnTo>
                    <a:pt x="477281" y="420473"/>
                  </a:lnTo>
                  <a:lnTo>
                    <a:pt x="487022" y="426257"/>
                  </a:lnTo>
                  <a:lnTo>
                    <a:pt x="496763" y="432018"/>
                  </a:lnTo>
                  <a:lnTo>
                    <a:pt x="506503" y="437750"/>
                  </a:lnTo>
                  <a:lnTo>
                    <a:pt x="516244" y="443450"/>
                  </a:lnTo>
                  <a:lnTo>
                    <a:pt x="525985" y="449109"/>
                  </a:lnTo>
                  <a:lnTo>
                    <a:pt x="535724" y="454723"/>
                  </a:lnTo>
                  <a:lnTo>
                    <a:pt x="545465" y="460285"/>
                  </a:lnTo>
                  <a:lnTo>
                    <a:pt x="555206" y="465787"/>
                  </a:lnTo>
                  <a:lnTo>
                    <a:pt x="564946" y="471222"/>
                  </a:lnTo>
                  <a:lnTo>
                    <a:pt x="574687" y="476584"/>
                  </a:lnTo>
                  <a:lnTo>
                    <a:pt x="584428" y="481866"/>
                  </a:lnTo>
                  <a:lnTo>
                    <a:pt x="594167" y="487060"/>
                  </a:lnTo>
                  <a:lnTo>
                    <a:pt x="603908" y="492158"/>
                  </a:lnTo>
                  <a:lnTo>
                    <a:pt x="613649" y="497152"/>
                  </a:lnTo>
                  <a:lnTo>
                    <a:pt x="623388" y="502035"/>
                  </a:lnTo>
                  <a:lnTo>
                    <a:pt x="633129" y="506799"/>
                  </a:lnTo>
                  <a:lnTo>
                    <a:pt x="642870" y="511436"/>
                  </a:lnTo>
                  <a:lnTo>
                    <a:pt x="652610" y="515938"/>
                  </a:lnTo>
                  <a:lnTo>
                    <a:pt x="662351" y="520298"/>
                  </a:lnTo>
                  <a:lnTo>
                    <a:pt x="672092" y="524508"/>
                  </a:lnTo>
                  <a:lnTo>
                    <a:pt x="681831" y="528559"/>
                  </a:lnTo>
                  <a:lnTo>
                    <a:pt x="691572" y="532446"/>
                  </a:lnTo>
                  <a:lnTo>
                    <a:pt x="701313" y="536159"/>
                  </a:lnTo>
                  <a:lnTo>
                    <a:pt x="711052" y="539699"/>
                  </a:lnTo>
                  <a:lnTo>
                    <a:pt x="720793" y="543037"/>
                  </a:lnTo>
                  <a:lnTo>
                    <a:pt x="730534" y="546195"/>
                  </a:lnTo>
                  <a:lnTo>
                    <a:pt x="740274" y="549145"/>
                  </a:lnTo>
                  <a:lnTo>
                    <a:pt x="750015" y="551887"/>
                  </a:lnTo>
                  <a:lnTo>
                    <a:pt x="759756" y="554419"/>
                  </a:lnTo>
                  <a:lnTo>
                    <a:pt x="769495" y="556729"/>
                  </a:lnTo>
                  <a:lnTo>
                    <a:pt x="779236" y="558829"/>
                  </a:lnTo>
                  <a:lnTo>
                    <a:pt x="788977" y="560692"/>
                  </a:lnTo>
                  <a:lnTo>
                    <a:pt x="798717" y="562316"/>
                  </a:lnTo>
                  <a:lnTo>
                    <a:pt x="808458" y="563716"/>
                  </a:lnTo>
                  <a:lnTo>
                    <a:pt x="818199" y="564864"/>
                  </a:lnTo>
                  <a:lnTo>
                    <a:pt x="827938" y="565772"/>
                  </a:lnTo>
                  <a:lnTo>
                    <a:pt x="837679" y="566443"/>
                  </a:lnTo>
                  <a:lnTo>
                    <a:pt x="847420" y="566860"/>
                  </a:lnTo>
                  <a:lnTo>
                    <a:pt x="857159" y="567024"/>
                  </a:lnTo>
                  <a:lnTo>
                    <a:pt x="866900" y="566935"/>
                  </a:lnTo>
                  <a:lnTo>
                    <a:pt x="876641" y="566607"/>
                  </a:lnTo>
                  <a:lnTo>
                    <a:pt x="886381" y="566026"/>
                  </a:lnTo>
                  <a:lnTo>
                    <a:pt x="896122" y="565191"/>
                  </a:lnTo>
                  <a:lnTo>
                    <a:pt x="905863" y="564119"/>
                  </a:lnTo>
                  <a:lnTo>
                    <a:pt x="915602" y="562793"/>
                  </a:lnTo>
                  <a:lnTo>
                    <a:pt x="925343" y="561213"/>
                  </a:lnTo>
                  <a:lnTo>
                    <a:pt x="935084" y="559411"/>
                  </a:lnTo>
                  <a:lnTo>
                    <a:pt x="944824" y="557369"/>
                  </a:lnTo>
                  <a:lnTo>
                    <a:pt x="954564" y="555090"/>
                  </a:lnTo>
                  <a:lnTo>
                    <a:pt x="964305" y="552572"/>
                  </a:lnTo>
                  <a:lnTo>
                    <a:pt x="974045" y="549845"/>
                  </a:lnTo>
                  <a:lnTo>
                    <a:pt x="983786" y="546895"/>
                  </a:lnTo>
                  <a:lnTo>
                    <a:pt x="993522" y="543752"/>
                  </a:lnTo>
                  <a:lnTo>
                    <a:pt x="1003266" y="540385"/>
                  </a:lnTo>
                  <a:lnTo>
                    <a:pt x="1013010" y="536839"/>
                  </a:lnTo>
                  <a:lnTo>
                    <a:pt x="1022754" y="533093"/>
                  </a:lnTo>
                  <a:lnTo>
                    <a:pt x="1032483" y="529172"/>
                  </a:lnTo>
                  <a:lnTo>
                    <a:pt x="1042227" y="525080"/>
                  </a:lnTo>
                  <a:lnTo>
                    <a:pt x="1051971" y="520828"/>
                  </a:lnTo>
                  <a:lnTo>
                    <a:pt x="1061715" y="516425"/>
                  </a:lnTo>
                  <a:lnTo>
                    <a:pt x="1071444" y="511880"/>
                  </a:lnTo>
                  <a:lnTo>
                    <a:pt x="1081188" y="507205"/>
                  </a:lnTo>
                  <a:lnTo>
                    <a:pt x="1090932" y="502407"/>
                  </a:lnTo>
                  <a:lnTo>
                    <a:pt x="1100676" y="497502"/>
                  </a:lnTo>
                  <a:lnTo>
                    <a:pt x="1110405" y="492498"/>
                  </a:lnTo>
                  <a:lnTo>
                    <a:pt x="1120149" y="487405"/>
                  </a:lnTo>
                  <a:lnTo>
                    <a:pt x="1129893" y="482238"/>
                  </a:lnTo>
                  <a:lnTo>
                    <a:pt x="1139637" y="477007"/>
                  </a:lnTo>
                  <a:lnTo>
                    <a:pt x="1149381" y="471723"/>
                  </a:lnTo>
                  <a:lnTo>
                    <a:pt x="1159110" y="466399"/>
                  </a:lnTo>
                  <a:lnTo>
                    <a:pt x="1168854" y="461045"/>
                  </a:lnTo>
                  <a:lnTo>
                    <a:pt x="1178598" y="455673"/>
                  </a:lnTo>
                  <a:lnTo>
                    <a:pt x="1188341" y="450296"/>
                  </a:lnTo>
                  <a:lnTo>
                    <a:pt x="1198070" y="444925"/>
                  </a:lnTo>
                  <a:lnTo>
                    <a:pt x="1207814" y="439572"/>
                  </a:lnTo>
                  <a:lnTo>
                    <a:pt x="1217558" y="434246"/>
                  </a:lnTo>
                  <a:lnTo>
                    <a:pt x="1227302" y="428960"/>
                  </a:lnTo>
                  <a:lnTo>
                    <a:pt x="1237031" y="423723"/>
                  </a:lnTo>
                  <a:lnTo>
                    <a:pt x="1246775" y="418547"/>
                  </a:lnTo>
                  <a:lnTo>
                    <a:pt x="1256519" y="413442"/>
                  </a:lnTo>
                  <a:lnTo>
                    <a:pt x="1266263" y="408418"/>
                  </a:lnTo>
                  <a:lnTo>
                    <a:pt x="1276007" y="403484"/>
                  </a:lnTo>
                  <a:lnTo>
                    <a:pt x="1285736" y="398648"/>
                  </a:lnTo>
                  <a:lnTo>
                    <a:pt x="1295480" y="393920"/>
                  </a:lnTo>
                  <a:lnTo>
                    <a:pt x="1305224" y="389309"/>
                  </a:lnTo>
                  <a:lnTo>
                    <a:pt x="1314968" y="384820"/>
                  </a:lnTo>
                  <a:lnTo>
                    <a:pt x="1324697" y="380463"/>
                  </a:lnTo>
                  <a:lnTo>
                    <a:pt x="1334441" y="376242"/>
                  </a:lnTo>
                  <a:lnTo>
                    <a:pt x="1344185" y="372166"/>
                  </a:lnTo>
                  <a:lnTo>
                    <a:pt x="1353929" y="368240"/>
                  </a:lnTo>
                  <a:lnTo>
                    <a:pt x="1363658" y="364466"/>
                  </a:lnTo>
                  <a:lnTo>
                    <a:pt x="1373402" y="360853"/>
                  </a:lnTo>
                  <a:lnTo>
                    <a:pt x="1383146" y="357401"/>
                  </a:lnTo>
                  <a:lnTo>
                    <a:pt x="1392890" y="354116"/>
                  </a:lnTo>
                  <a:lnTo>
                    <a:pt x="1402619" y="350999"/>
                  </a:lnTo>
                  <a:lnTo>
                    <a:pt x="1412363" y="348052"/>
                  </a:lnTo>
                  <a:lnTo>
                    <a:pt x="1422106" y="345279"/>
                  </a:lnTo>
                  <a:lnTo>
                    <a:pt x="1431850" y="342678"/>
                  </a:lnTo>
                  <a:lnTo>
                    <a:pt x="1441594" y="340249"/>
                  </a:lnTo>
                  <a:lnTo>
                    <a:pt x="1451323" y="337995"/>
                  </a:lnTo>
                  <a:lnTo>
                    <a:pt x="1461067" y="335912"/>
                  </a:lnTo>
                  <a:lnTo>
                    <a:pt x="1470811" y="334001"/>
                  </a:lnTo>
                  <a:lnTo>
                    <a:pt x="1480555" y="332258"/>
                  </a:lnTo>
                  <a:lnTo>
                    <a:pt x="1490284" y="330680"/>
                  </a:lnTo>
                  <a:lnTo>
                    <a:pt x="1500028" y="329266"/>
                  </a:lnTo>
                  <a:lnTo>
                    <a:pt x="1509772" y="328011"/>
                  </a:lnTo>
                  <a:lnTo>
                    <a:pt x="1519516" y="326912"/>
                  </a:lnTo>
                  <a:lnTo>
                    <a:pt x="1529245" y="325963"/>
                  </a:lnTo>
                  <a:lnTo>
                    <a:pt x="1538989" y="325160"/>
                  </a:lnTo>
                  <a:lnTo>
                    <a:pt x="1548733" y="324497"/>
                  </a:lnTo>
                  <a:lnTo>
                    <a:pt x="1558477" y="323968"/>
                  </a:lnTo>
                  <a:lnTo>
                    <a:pt x="1568221" y="323567"/>
                  </a:lnTo>
                  <a:lnTo>
                    <a:pt x="1577950" y="323287"/>
                  </a:lnTo>
                  <a:lnTo>
                    <a:pt x="1587694" y="323122"/>
                  </a:lnTo>
                  <a:lnTo>
                    <a:pt x="1597438" y="323062"/>
                  </a:lnTo>
                  <a:lnTo>
                    <a:pt x="1607182" y="323104"/>
                  </a:lnTo>
                  <a:lnTo>
                    <a:pt x="1616911" y="323235"/>
                  </a:lnTo>
                  <a:lnTo>
                    <a:pt x="1626655" y="323451"/>
                  </a:lnTo>
                  <a:lnTo>
                    <a:pt x="1636399" y="323741"/>
                  </a:lnTo>
                  <a:lnTo>
                    <a:pt x="1646142" y="324098"/>
                  </a:lnTo>
                  <a:lnTo>
                    <a:pt x="1655872" y="324513"/>
                  </a:lnTo>
                  <a:lnTo>
                    <a:pt x="1665616" y="324978"/>
                  </a:lnTo>
                  <a:lnTo>
                    <a:pt x="1675359" y="325483"/>
                  </a:lnTo>
                  <a:lnTo>
                    <a:pt x="1685103" y="326021"/>
                  </a:lnTo>
                  <a:lnTo>
                    <a:pt x="1694832" y="326581"/>
                  </a:lnTo>
                  <a:lnTo>
                    <a:pt x="1704576" y="327156"/>
                  </a:lnTo>
                  <a:lnTo>
                    <a:pt x="1714320" y="327736"/>
                  </a:lnTo>
                  <a:lnTo>
                    <a:pt x="1724064" y="328312"/>
                  </a:lnTo>
                  <a:lnTo>
                    <a:pt x="1733808" y="328876"/>
                  </a:lnTo>
                  <a:lnTo>
                    <a:pt x="1743537" y="329419"/>
                  </a:lnTo>
                  <a:lnTo>
                    <a:pt x="1753281" y="329934"/>
                  </a:lnTo>
                  <a:lnTo>
                    <a:pt x="1763025" y="330410"/>
                  </a:lnTo>
                  <a:lnTo>
                    <a:pt x="1772769" y="330842"/>
                  </a:lnTo>
                  <a:lnTo>
                    <a:pt x="1782498" y="331219"/>
                  </a:lnTo>
                  <a:lnTo>
                    <a:pt x="1792242" y="331535"/>
                  </a:lnTo>
                  <a:lnTo>
                    <a:pt x="1801986" y="331782"/>
                  </a:lnTo>
                  <a:lnTo>
                    <a:pt x="1811730" y="331954"/>
                  </a:lnTo>
                  <a:lnTo>
                    <a:pt x="1821459" y="332042"/>
                  </a:lnTo>
                  <a:lnTo>
                    <a:pt x="1831203" y="332040"/>
                  </a:lnTo>
                  <a:lnTo>
                    <a:pt x="1840947" y="331942"/>
                  </a:lnTo>
                  <a:lnTo>
                    <a:pt x="1850691" y="331741"/>
                  </a:lnTo>
                  <a:lnTo>
                    <a:pt x="1860435" y="331432"/>
                  </a:lnTo>
                  <a:lnTo>
                    <a:pt x="1870164" y="331009"/>
                  </a:lnTo>
                  <a:lnTo>
                    <a:pt x="1879908" y="330468"/>
                  </a:lnTo>
                  <a:lnTo>
                    <a:pt x="1889652" y="329802"/>
                  </a:lnTo>
                  <a:lnTo>
                    <a:pt x="1899395" y="329008"/>
                  </a:lnTo>
                  <a:lnTo>
                    <a:pt x="1909124" y="328082"/>
                  </a:lnTo>
                  <a:lnTo>
                    <a:pt x="1918868" y="327018"/>
                  </a:lnTo>
                  <a:lnTo>
                    <a:pt x="1928612" y="325815"/>
                  </a:lnTo>
                  <a:lnTo>
                    <a:pt x="1938356" y="324470"/>
                  </a:lnTo>
                  <a:lnTo>
                    <a:pt x="1948085" y="322980"/>
                  </a:lnTo>
                  <a:lnTo>
                    <a:pt x="1957829" y="321341"/>
                  </a:lnTo>
                  <a:lnTo>
                    <a:pt x="1967573" y="319552"/>
                  </a:lnTo>
                  <a:lnTo>
                    <a:pt x="1977317" y="317612"/>
                  </a:lnTo>
                  <a:lnTo>
                    <a:pt x="1987046" y="315520"/>
                  </a:lnTo>
                  <a:lnTo>
                    <a:pt x="1996790" y="313273"/>
                  </a:lnTo>
                  <a:lnTo>
                    <a:pt x="2006534" y="310872"/>
                  </a:lnTo>
                  <a:lnTo>
                    <a:pt x="2016278" y="308318"/>
                  </a:lnTo>
                  <a:lnTo>
                    <a:pt x="2026022" y="305608"/>
                  </a:lnTo>
                  <a:lnTo>
                    <a:pt x="2035751" y="302746"/>
                  </a:lnTo>
                  <a:lnTo>
                    <a:pt x="2045495" y="299729"/>
                  </a:lnTo>
                  <a:lnTo>
                    <a:pt x="2055239" y="296561"/>
                  </a:lnTo>
                  <a:lnTo>
                    <a:pt x="2064983" y="293243"/>
                  </a:lnTo>
                  <a:lnTo>
                    <a:pt x="2074712" y="289776"/>
                  </a:lnTo>
                  <a:lnTo>
                    <a:pt x="2084456" y="286163"/>
                  </a:lnTo>
                  <a:lnTo>
                    <a:pt x="2094200" y="282406"/>
                  </a:lnTo>
                  <a:lnTo>
                    <a:pt x="2103944" y="278507"/>
                  </a:lnTo>
                  <a:lnTo>
                    <a:pt x="2113673" y="274469"/>
                  </a:lnTo>
                  <a:lnTo>
                    <a:pt x="2123417" y="270296"/>
                  </a:lnTo>
                  <a:lnTo>
                    <a:pt x="2133161" y="265991"/>
                  </a:lnTo>
                  <a:lnTo>
                    <a:pt x="2142905" y="261561"/>
                  </a:lnTo>
                  <a:lnTo>
                    <a:pt x="2152649" y="257004"/>
                  </a:lnTo>
                  <a:lnTo>
                    <a:pt x="2162377" y="252328"/>
                  </a:lnTo>
                  <a:lnTo>
                    <a:pt x="2172121" y="247538"/>
                  </a:lnTo>
                  <a:lnTo>
                    <a:pt x="2181865" y="242637"/>
                  </a:lnTo>
                  <a:lnTo>
                    <a:pt x="2191609" y="237630"/>
                  </a:lnTo>
                  <a:lnTo>
                    <a:pt x="2201338" y="232524"/>
                  </a:lnTo>
                  <a:lnTo>
                    <a:pt x="2211082" y="227323"/>
                  </a:lnTo>
                  <a:lnTo>
                    <a:pt x="2220826" y="222034"/>
                  </a:lnTo>
                  <a:lnTo>
                    <a:pt x="2230570" y="216660"/>
                  </a:lnTo>
                  <a:lnTo>
                    <a:pt x="2240299" y="211209"/>
                  </a:lnTo>
                  <a:lnTo>
                    <a:pt x="2250043" y="205688"/>
                  </a:lnTo>
                  <a:lnTo>
                    <a:pt x="2259787" y="200102"/>
                  </a:lnTo>
                  <a:lnTo>
                    <a:pt x="2269531" y="194459"/>
                  </a:lnTo>
                  <a:lnTo>
                    <a:pt x="2279260" y="188763"/>
                  </a:lnTo>
                  <a:lnTo>
                    <a:pt x="2289004" y="183022"/>
                  </a:lnTo>
                  <a:lnTo>
                    <a:pt x="2298748" y="177244"/>
                  </a:lnTo>
                  <a:lnTo>
                    <a:pt x="2308492" y="171435"/>
                  </a:lnTo>
                  <a:lnTo>
                    <a:pt x="2318236" y="165604"/>
                  </a:lnTo>
                  <a:lnTo>
                    <a:pt x="2327965" y="159756"/>
                  </a:lnTo>
                  <a:lnTo>
                    <a:pt x="2337709" y="153899"/>
                  </a:lnTo>
                  <a:lnTo>
                    <a:pt x="2347453" y="148042"/>
                  </a:lnTo>
                  <a:lnTo>
                    <a:pt x="2357197" y="142191"/>
                  </a:lnTo>
                  <a:lnTo>
                    <a:pt x="2366926" y="136356"/>
                  </a:lnTo>
                  <a:lnTo>
                    <a:pt x="2376670" y="130542"/>
                  </a:lnTo>
                  <a:lnTo>
                    <a:pt x="2386413" y="124757"/>
                  </a:lnTo>
                  <a:lnTo>
                    <a:pt x="2396157" y="119012"/>
                  </a:lnTo>
                  <a:lnTo>
                    <a:pt x="2405886" y="113311"/>
                  </a:lnTo>
                  <a:lnTo>
                    <a:pt x="2415630" y="107665"/>
                  </a:lnTo>
                  <a:lnTo>
                    <a:pt x="2425374" y="102080"/>
                  </a:lnTo>
                  <a:lnTo>
                    <a:pt x="2435118" y="96565"/>
                  </a:lnTo>
                  <a:lnTo>
                    <a:pt x="2444862" y="91128"/>
                  </a:lnTo>
                  <a:lnTo>
                    <a:pt x="2454591" y="85778"/>
                  </a:lnTo>
                  <a:lnTo>
                    <a:pt x="2464335" y="80520"/>
                  </a:lnTo>
                  <a:lnTo>
                    <a:pt x="2474079" y="75365"/>
                  </a:lnTo>
                  <a:lnTo>
                    <a:pt x="2483823" y="70319"/>
                  </a:lnTo>
                  <a:lnTo>
                    <a:pt x="2493552" y="65392"/>
                  </a:lnTo>
                  <a:lnTo>
                    <a:pt x="2503296" y="60588"/>
                  </a:lnTo>
                  <a:lnTo>
                    <a:pt x="2513040" y="55917"/>
                  </a:lnTo>
                  <a:lnTo>
                    <a:pt x="2522784" y="51388"/>
                  </a:lnTo>
                  <a:lnTo>
                    <a:pt x="2532513" y="47006"/>
                  </a:lnTo>
                  <a:lnTo>
                    <a:pt x="2542257" y="42779"/>
                  </a:lnTo>
                  <a:lnTo>
                    <a:pt x="2552001" y="38714"/>
                  </a:lnTo>
                  <a:lnTo>
                    <a:pt x="2561745" y="34817"/>
                  </a:lnTo>
                  <a:lnTo>
                    <a:pt x="2571474" y="31097"/>
                  </a:lnTo>
                  <a:lnTo>
                    <a:pt x="2581218" y="27559"/>
                  </a:lnTo>
                  <a:lnTo>
                    <a:pt x="2590962" y="24209"/>
                  </a:lnTo>
                  <a:lnTo>
                    <a:pt x="2600705" y="21055"/>
                  </a:lnTo>
                  <a:lnTo>
                    <a:pt x="2610449" y="18101"/>
                  </a:lnTo>
                  <a:lnTo>
                    <a:pt x="2620178" y="15353"/>
                  </a:lnTo>
                  <a:lnTo>
                    <a:pt x="2629922" y="12816"/>
                  </a:lnTo>
                  <a:lnTo>
                    <a:pt x="2639666" y="10495"/>
                  </a:lnTo>
                  <a:lnTo>
                    <a:pt x="2649410" y="8396"/>
                  </a:lnTo>
                  <a:lnTo>
                    <a:pt x="2659139" y="6521"/>
                  </a:lnTo>
                  <a:lnTo>
                    <a:pt x="2668883" y="4878"/>
                  </a:lnTo>
                  <a:lnTo>
                    <a:pt x="2678627" y="3465"/>
                  </a:lnTo>
                  <a:lnTo>
                    <a:pt x="2688371" y="2290"/>
                  </a:lnTo>
                  <a:lnTo>
                    <a:pt x="2698100" y="1353"/>
                  </a:lnTo>
                  <a:lnTo>
                    <a:pt x="2707844" y="659"/>
                  </a:lnTo>
                  <a:lnTo>
                    <a:pt x="2717588" y="207"/>
                  </a:lnTo>
                  <a:lnTo>
                    <a:pt x="2727332" y="0"/>
                  </a:lnTo>
                  <a:lnTo>
                    <a:pt x="2737076" y="40"/>
                  </a:lnTo>
                  <a:lnTo>
                    <a:pt x="2746805" y="328"/>
                  </a:lnTo>
                  <a:lnTo>
                    <a:pt x="2756549" y="863"/>
                  </a:lnTo>
                  <a:lnTo>
                    <a:pt x="2766293" y="1645"/>
                  </a:lnTo>
                  <a:lnTo>
                    <a:pt x="2776037" y="2673"/>
                  </a:lnTo>
                  <a:lnTo>
                    <a:pt x="2785766" y="3948"/>
                  </a:lnTo>
                  <a:lnTo>
                    <a:pt x="2795510" y="5466"/>
                  </a:lnTo>
                  <a:lnTo>
                    <a:pt x="2805254" y="7226"/>
                  </a:lnTo>
                  <a:lnTo>
                    <a:pt x="2814998" y="9225"/>
                  </a:lnTo>
                  <a:lnTo>
                    <a:pt x="2824727" y="11460"/>
                  </a:lnTo>
                  <a:lnTo>
                    <a:pt x="2834471" y="13928"/>
                  </a:lnTo>
                  <a:lnTo>
                    <a:pt x="2844215" y="16624"/>
                  </a:lnTo>
                  <a:lnTo>
                    <a:pt x="2853958" y="19546"/>
                  </a:lnTo>
                  <a:lnTo>
                    <a:pt x="2863687" y="22685"/>
                  </a:lnTo>
                  <a:lnTo>
                    <a:pt x="2873431" y="26039"/>
                  </a:lnTo>
                  <a:lnTo>
                    <a:pt x="2883175" y="29600"/>
                  </a:lnTo>
                  <a:lnTo>
                    <a:pt x="2892919" y="33363"/>
                  </a:lnTo>
                  <a:lnTo>
                    <a:pt x="2902663" y="37320"/>
                  </a:lnTo>
                  <a:lnTo>
                    <a:pt x="2912392" y="4146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2" name="Freeform 681">
              <a:extLst>
                <a:ext uri="{FF2B5EF4-FFF2-40B4-BE49-F238E27FC236}">
                  <a16:creationId xmlns:a16="http://schemas.microsoft.com/office/drawing/2014/main" id="{B4BD9002-40AF-2EEF-E00D-CB0F663001CB}"/>
                </a:ext>
              </a:extLst>
            </p:cNvPr>
            <p:cNvSpPr/>
            <p:nvPr/>
          </p:nvSpPr>
          <p:spPr>
            <a:xfrm>
              <a:off x="576446" y="3093671"/>
              <a:ext cx="2912392" cy="1130793"/>
            </a:xfrm>
            <a:custGeom>
              <a:avLst/>
              <a:gdLst>
                <a:gd name="connsiteX0" fmla="*/ 0 w 2912392"/>
                <a:gd name="connsiteY0" fmla="*/ 518331 h 1130793"/>
                <a:gd name="connsiteX1" fmla="*/ 9739 w 2912392"/>
                <a:gd name="connsiteY1" fmla="*/ 526254 h 1130793"/>
                <a:gd name="connsiteX2" fmla="*/ 19480 w 2912392"/>
                <a:gd name="connsiteY2" fmla="*/ 534216 h 1130793"/>
                <a:gd name="connsiteX3" fmla="*/ 29221 w 2912392"/>
                <a:gd name="connsiteY3" fmla="*/ 542216 h 1130793"/>
                <a:gd name="connsiteX4" fmla="*/ 38961 w 2912392"/>
                <a:gd name="connsiteY4" fmla="*/ 550251 h 1130793"/>
                <a:gd name="connsiteX5" fmla="*/ 48702 w 2912392"/>
                <a:gd name="connsiteY5" fmla="*/ 558319 h 1130793"/>
                <a:gd name="connsiteX6" fmla="*/ 58443 w 2912392"/>
                <a:gd name="connsiteY6" fmla="*/ 566421 h 1130793"/>
                <a:gd name="connsiteX7" fmla="*/ 68182 w 2912392"/>
                <a:gd name="connsiteY7" fmla="*/ 574554 h 1130793"/>
                <a:gd name="connsiteX8" fmla="*/ 77923 w 2912392"/>
                <a:gd name="connsiteY8" fmla="*/ 582719 h 1130793"/>
                <a:gd name="connsiteX9" fmla="*/ 87664 w 2912392"/>
                <a:gd name="connsiteY9" fmla="*/ 590915 h 1130793"/>
                <a:gd name="connsiteX10" fmla="*/ 97404 w 2912392"/>
                <a:gd name="connsiteY10" fmla="*/ 599139 h 1130793"/>
                <a:gd name="connsiteX11" fmla="*/ 107145 w 2912392"/>
                <a:gd name="connsiteY11" fmla="*/ 607393 h 1130793"/>
                <a:gd name="connsiteX12" fmla="*/ 116886 w 2912392"/>
                <a:gd name="connsiteY12" fmla="*/ 615675 h 1130793"/>
                <a:gd name="connsiteX13" fmla="*/ 126625 w 2912392"/>
                <a:gd name="connsiteY13" fmla="*/ 623984 h 1130793"/>
                <a:gd name="connsiteX14" fmla="*/ 136366 w 2912392"/>
                <a:gd name="connsiteY14" fmla="*/ 632320 h 1130793"/>
                <a:gd name="connsiteX15" fmla="*/ 146107 w 2912392"/>
                <a:gd name="connsiteY15" fmla="*/ 640682 h 1130793"/>
                <a:gd name="connsiteX16" fmla="*/ 155846 w 2912392"/>
                <a:gd name="connsiteY16" fmla="*/ 649068 h 1130793"/>
                <a:gd name="connsiteX17" fmla="*/ 165587 w 2912392"/>
                <a:gd name="connsiteY17" fmla="*/ 657480 h 1130793"/>
                <a:gd name="connsiteX18" fmla="*/ 175328 w 2912392"/>
                <a:gd name="connsiteY18" fmla="*/ 665916 h 1130793"/>
                <a:gd name="connsiteX19" fmla="*/ 185068 w 2912392"/>
                <a:gd name="connsiteY19" fmla="*/ 674373 h 1130793"/>
                <a:gd name="connsiteX20" fmla="*/ 194809 w 2912392"/>
                <a:gd name="connsiteY20" fmla="*/ 682852 h 1130793"/>
                <a:gd name="connsiteX21" fmla="*/ 204550 w 2912392"/>
                <a:gd name="connsiteY21" fmla="*/ 691352 h 1130793"/>
                <a:gd name="connsiteX22" fmla="*/ 214289 w 2912392"/>
                <a:gd name="connsiteY22" fmla="*/ 699871 h 1130793"/>
                <a:gd name="connsiteX23" fmla="*/ 224030 w 2912392"/>
                <a:gd name="connsiteY23" fmla="*/ 708409 h 1130793"/>
                <a:gd name="connsiteX24" fmla="*/ 233771 w 2912392"/>
                <a:gd name="connsiteY24" fmla="*/ 716963 h 1130793"/>
                <a:gd name="connsiteX25" fmla="*/ 243510 w 2912392"/>
                <a:gd name="connsiteY25" fmla="*/ 725533 h 1130793"/>
                <a:gd name="connsiteX26" fmla="*/ 253251 w 2912392"/>
                <a:gd name="connsiteY26" fmla="*/ 734115 h 1130793"/>
                <a:gd name="connsiteX27" fmla="*/ 262992 w 2912392"/>
                <a:gd name="connsiteY27" fmla="*/ 742710 h 1130793"/>
                <a:gd name="connsiteX28" fmla="*/ 272732 w 2912392"/>
                <a:gd name="connsiteY28" fmla="*/ 751314 h 1130793"/>
                <a:gd name="connsiteX29" fmla="*/ 282473 w 2912392"/>
                <a:gd name="connsiteY29" fmla="*/ 759926 h 1130793"/>
                <a:gd name="connsiteX30" fmla="*/ 292214 w 2912392"/>
                <a:gd name="connsiteY30" fmla="*/ 768542 h 1130793"/>
                <a:gd name="connsiteX31" fmla="*/ 301953 w 2912392"/>
                <a:gd name="connsiteY31" fmla="*/ 777161 h 1130793"/>
                <a:gd name="connsiteX32" fmla="*/ 311694 w 2912392"/>
                <a:gd name="connsiteY32" fmla="*/ 785780 h 1130793"/>
                <a:gd name="connsiteX33" fmla="*/ 321435 w 2912392"/>
                <a:gd name="connsiteY33" fmla="*/ 794396 h 1130793"/>
                <a:gd name="connsiteX34" fmla="*/ 331175 w 2912392"/>
                <a:gd name="connsiteY34" fmla="*/ 803006 h 1130793"/>
                <a:gd name="connsiteX35" fmla="*/ 340916 w 2912392"/>
                <a:gd name="connsiteY35" fmla="*/ 811607 h 1130793"/>
                <a:gd name="connsiteX36" fmla="*/ 350656 w 2912392"/>
                <a:gd name="connsiteY36" fmla="*/ 820195 h 1130793"/>
                <a:gd name="connsiteX37" fmla="*/ 360396 w 2912392"/>
                <a:gd name="connsiteY37" fmla="*/ 828766 h 1130793"/>
                <a:gd name="connsiteX38" fmla="*/ 370137 w 2912392"/>
                <a:gd name="connsiteY38" fmla="*/ 837318 h 1130793"/>
                <a:gd name="connsiteX39" fmla="*/ 379878 w 2912392"/>
                <a:gd name="connsiteY39" fmla="*/ 845845 h 1130793"/>
                <a:gd name="connsiteX40" fmla="*/ 389617 w 2912392"/>
                <a:gd name="connsiteY40" fmla="*/ 854343 h 1130793"/>
                <a:gd name="connsiteX41" fmla="*/ 399358 w 2912392"/>
                <a:gd name="connsiteY41" fmla="*/ 862809 h 1130793"/>
                <a:gd name="connsiteX42" fmla="*/ 409099 w 2912392"/>
                <a:gd name="connsiteY42" fmla="*/ 871237 h 1130793"/>
                <a:gd name="connsiteX43" fmla="*/ 418839 w 2912392"/>
                <a:gd name="connsiteY43" fmla="*/ 879624 h 1130793"/>
                <a:gd name="connsiteX44" fmla="*/ 428580 w 2912392"/>
                <a:gd name="connsiteY44" fmla="*/ 887963 h 1130793"/>
                <a:gd name="connsiteX45" fmla="*/ 438321 w 2912392"/>
                <a:gd name="connsiteY45" fmla="*/ 896251 h 1130793"/>
                <a:gd name="connsiteX46" fmla="*/ 448060 w 2912392"/>
                <a:gd name="connsiteY46" fmla="*/ 904483 h 1130793"/>
                <a:gd name="connsiteX47" fmla="*/ 457801 w 2912392"/>
                <a:gd name="connsiteY47" fmla="*/ 912652 h 1130793"/>
                <a:gd name="connsiteX48" fmla="*/ 467542 w 2912392"/>
                <a:gd name="connsiteY48" fmla="*/ 920754 h 1130793"/>
                <a:gd name="connsiteX49" fmla="*/ 477281 w 2912392"/>
                <a:gd name="connsiteY49" fmla="*/ 928779 h 1130793"/>
                <a:gd name="connsiteX50" fmla="*/ 487022 w 2912392"/>
                <a:gd name="connsiteY50" fmla="*/ 936735 h 1130793"/>
                <a:gd name="connsiteX51" fmla="*/ 496763 w 2912392"/>
                <a:gd name="connsiteY51" fmla="*/ 944601 h 1130793"/>
                <a:gd name="connsiteX52" fmla="*/ 506503 w 2912392"/>
                <a:gd name="connsiteY52" fmla="*/ 952379 h 1130793"/>
                <a:gd name="connsiteX53" fmla="*/ 516244 w 2912392"/>
                <a:gd name="connsiteY53" fmla="*/ 960067 h 1130793"/>
                <a:gd name="connsiteX54" fmla="*/ 525985 w 2912392"/>
                <a:gd name="connsiteY54" fmla="*/ 967650 h 1130793"/>
                <a:gd name="connsiteX55" fmla="*/ 535724 w 2912392"/>
                <a:gd name="connsiteY55" fmla="*/ 975129 h 1130793"/>
                <a:gd name="connsiteX56" fmla="*/ 545465 w 2912392"/>
                <a:gd name="connsiteY56" fmla="*/ 982489 h 1130793"/>
                <a:gd name="connsiteX57" fmla="*/ 555206 w 2912392"/>
                <a:gd name="connsiteY57" fmla="*/ 989745 h 1130793"/>
                <a:gd name="connsiteX58" fmla="*/ 564946 w 2912392"/>
                <a:gd name="connsiteY58" fmla="*/ 996867 h 1130793"/>
                <a:gd name="connsiteX59" fmla="*/ 574687 w 2912392"/>
                <a:gd name="connsiteY59" fmla="*/ 1003870 h 1130793"/>
                <a:gd name="connsiteX60" fmla="*/ 584428 w 2912392"/>
                <a:gd name="connsiteY60" fmla="*/ 1010738 h 1130793"/>
                <a:gd name="connsiteX61" fmla="*/ 594167 w 2912392"/>
                <a:gd name="connsiteY61" fmla="*/ 1017457 h 1130793"/>
                <a:gd name="connsiteX62" fmla="*/ 603908 w 2912392"/>
                <a:gd name="connsiteY62" fmla="*/ 1024043 h 1130793"/>
                <a:gd name="connsiteX63" fmla="*/ 613649 w 2912392"/>
                <a:gd name="connsiteY63" fmla="*/ 1030464 h 1130793"/>
                <a:gd name="connsiteX64" fmla="*/ 623388 w 2912392"/>
                <a:gd name="connsiteY64" fmla="*/ 1036737 h 1130793"/>
                <a:gd name="connsiteX65" fmla="*/ 633129 w 2912392"/>
                <a:gd name="connsiteY65" fmla="*/ 1042845 h 1130793"/>
                <a:gd name="connsiteX66" fmla="*/ 642870 w 2912392"/>
                <a:gd name="connsiteY66" fmla="*/ 1048790 h 1130793"/>
                <a:gd name="connsiteX67" fmla="*/ 652610 w 2912392"/>
                <a:gd name="connsiteY67" fmla="*/ 1054571 h 1130793"/>
                <a:gd name="connsiteX68" fmla="*/ 662351 w 2912392"/>
                <a:gd name="connsiteY68" fmla="*/ 1060173 h 1130793"/>
                <a:gd name="connsiteX69" fmla="*/ 672092 w 2912392"/>
                <a:gd name="connsiteY69" fmla="*/ 1065581 h 1130793"/>
                <a:gd name="connsiteX70" fmla="*/ 681831 w 2912392"/>
                <a:gd name="connsiteY70" fmla="*/ 1070811 h 1130793"/>
                <a:gd name="connsiteX71" fmla="*/ 691572 w 2912392"/>
                <a:gd name="connsiteY71" fmla="*/ 1075861 h 1130793"/>
                <a:gd name="connsiteX72" fmla="*/ 701313 w 2912392"/>
                <a:gd name="connsiteY72" fmla="*/ 1080704 h 1130793"/>
                <a:gd name="connsiteX73" fmla="*/ 711052 w 2912392"/>
                <a:gd name="connsiteY73" fmla="*/ 1085352 h 1130793"/>
                <a:gd name="connsiteX74" fmla="*/ 720793 w 2912392"/>
                <a:gd name="connsiteY74" fmla="*/ 1089792 h 1130793"/>
                <a:gd name="connsiteX75" fmla="*/ 730534 w 2912392"/>
                <a:gd name="connsiteY75" fmla="*/ 1094023 h 1130793"/>
                <a:gd name="connsiteX76" fmla="*/ 740274 w 2912392"/>
                <a:gd name="connsiteY76" fmla="*/ 1098061 h 1130793"/>
                <a:gd name="connsiteX77" fmla="*/ 750015 w 2912392"/>
                <a:gd name="connsiteY77" fmla="*/ 1101860 h 1130793"/>
                <a:gd name="connsiteX78" fmla="*/ 759756 w 2912392"/>
                <a:gd name="connsiteY78" fmla="*/ 1105451 h 1130793"/>
                <a:gd name="connsiteX79" fmla="*/ 769495 w 2912392"/>
                <a:gd name="connsiteY79" fmla="*/ 1108818 h 1130793"/>
                <a:gd name="connsiteX80" fmla="*/ 779236 w 2912392"/>
                <a:gd name="connsiteY80" fmla="*/ 1111962 h 1130793"/>
                <a:gd name="connsiteX81" fmla="*/ 788977 w 2912392"/>
                <a:gd name="connsiteY81" fmla="*/ 1114867 h 1130793"/>
                <a:gd name="connsiteX82" fmla="*/ 798717 w 2912392"/>
                <a:gd name="connsiteY82" fmla="*/ 1117549 h 1130793"/>
                <a:gd name="connsiteX83" fmla="*/ 808458 w 2912392"/>
                <a:gd name="connsiteY83" fmla="*/ 1119992 h 1130793"/>
                <a:gd name="connsiteX84" fmla="*/ 818199 w 2912392"/>
                <a:gd name="connsiteY84" fmla="*/ 1122182 h 1130793"/>
                <a:gd name="connsiteX85" fmla="*/ 827938 w 2912392"/>
                <a:gd name="connsiteY85" fmla="*/ 1124149 h 1130793"/>
                <a:gd name="connsiteX86" fmla="*/ 837679 w 2912392"/>
                <a:gd name="connsiteY86" fmla="*/ 1125862 h 1130793"/>
                <a:gd name="connsiteX87" fmla="*/ 847420 w 2912392"/>
                <a:gd name="connsiteY87" fmla="*/ 1127323 h 1130793"/>
                <a:gd name="connsiteX88" fmla="*/ 857159 w 2912392"/>
                <a:gd name="connsiteY88" fmla="*/ 1128529 h 1130793"/>
                <a:gd name="connsiteX89" fmla="*/ 866900 w 2912392"/>
                <a:gd name="connsiteY89" fmla="*/ 1129483 h 1130793"/>
                <a:gd name="connsiteX90" fmla="*/ 876641 w 2912392"/>
                <a:gd name="connsiteY90" fmla="*/ 1130183 h 1130793"/>
                <a:gd name="connsiteX91" fmla="*/ 886381 w 2912392"/>
                <a:gd name="connsiteY91" fmla="*/ 1130615 h 1130793"/>
                <a:gd name="connsiteX92" fmla="*/ 896122 w 2912392"/>
                <a:gd name="connsiteY92" fmla="*/ 1130794 h 1130793"/>
                <a:gd name="connsiteX93" fmla="*/ 905863 w 2912392"/>
                <a:gd name="connsiteY93" fmla="*/ 1130705 h 1130793"/>
                <a:gd name="connsiteX94" fmla="*/ 915602 w 2912392"/>
                <a:gd name="connsiteY94" fmla="*/ 1130347 h 1130793"/>
                <a:gd name="connsiteX95" fmla="*/ 925343 w 2912392"/>
                <a:gd name="connsiteY95" fmla="*/ 1129706 h 1130793"/>
                <a:gd name="connsiteX96" fmla="*/ 935084 w 2912392"/>
                <a:gd name="connsiteY96" fmla="*/ 1128798 h 1130793"/>
                <a:gd name="connsiteX97" fmla="*/ 944824 w 2912392"/>
                <a:gd name="connsiteY97" fmla="*/ 1127621 h 1130793"/>
                <a:gd name="connsiteX98" fmla="*/ 954564 w 2912392"/>
                <a:gd name="connsiteY98" fmla="*/ 1126160 h 1130793"/>
                <a:gd name="connsiteX99" fmla="*/ 964305 w 2912392"/>
                <a:gd name="connsiteY99" fmla="*/ 1124417 h 1130793"/>
                <a:gd name="connsiteX100" fmla="*/ 974045 w 2912392"/>
                <a:gd name="connsiteY100" fmla="*/ 1122376 h 1130793"/>
                <a:gd name="connsiteX101" fmla="*/ 983786 w 2912392"/>
                <a:gd name="connsiteY101" fmla="*/ 1120067 h 1130793"/>
                <a:gd name="connsiteX102" fmla="*/ 993522 w 2912392"/>
                <a:gd name="connsiteY102" fmla="*/ 1117459 h 1130793"/>
                <a:gd name="connsiteX103" fmla="*/ 1003266 w 2912392"/>
                <a:gd name="connsiteY103" fmla="*/ 1114569 h 1130793"/>
                <a:gd name="connsiteX104" fmla="*/ 1013010 w 2912392"/>
                <a:gd name="connsiteY104" fmla="*/ 1111366 h 1130793"/>
                <a:gd name="connsiteX105" fmla="*/ 1022754 w 2912392"/>
                <a:gd name="connsiteY105" fmla="*/ 1107879 h 1130793"/>
                <a:gd name="connsiteX106" fmla="*/ 1032483 w 2912392"/>
                <a:gd name="connsiteY106" fmla="*/ 1104095 h 1130793"/>
                <a:gd name="connsiteX107" fmla="*/ 1042227 w 2912392"/>
                <a:gd name="connsiteY107" fmla="*/ 1100013 h 1130793"/>
                <a:gd name="connsiteX108" fmla="*/ 1051971 w 2912392"/>
                <a:gd name="connsiteY108" fmla="*/ 1095618 h 1130793"/>
                <a:gd name="connsiteX109" fmla="*/ 1061715 w 2912392"/>
                <a:gd name="connsiteY109" fmla="*/ 1090909 h 1130793"/>
                <a:gd name="connsiteX110" fmla="*/ 1071444 w 2912392"/>
                <a:gd name="connsiteY110" fmla="*/ 1085903 h 1130793"/>
                <a:gd name="connsiteX111" fmla="*/ 1081188 w 2912392"/>
                <a:gd name="connsiteY111" fmla="*/ 1080585 h 1130793"/>
                <a:gd name="connsiteX112" fmla="*/ 1090932 w 2912392"/>
                <a:gd name="connsiteY112" fmla="*/ 1074968 h 1130793"/>
                <a:gd name="connsiteX113" fmla="*/ 1100676 w 2912392"/>
                <a:gd name="connsiteY113" fmla="*/ 1069023 h 1130793"/>
                <a:gd name="connsiteX114" fmla="*/ 1110405 w 2912392"/>
                <a:gd name="connsiteY114" fmla="*/ 1062765 h 1130793"/>
                <a:gd name="connsiteX115" fmla="*/ 1120149 w 2912392"/>
                <a:gd name="connsiteY115" fmla="*/ 1056195 h 1130793"/>
                <a:gd name="connsiteX116" fmla="*/ 1129893 w 2912392"/>
                <a:gd name="connsiteY116" fmla="*/ 1049312 h 1130793"/>
                <a:gd name="connsiteX117" fmla="*/ 1139637 w 2912392"/>
                <a:gd name="connsiteY117" fmla="*/ 1042100 h 1130793"/>
                <a:gd name="connsiteX118" fmla="*/ 1149381 w 2912392"/>
                <a:gd name="connsiteY118" fmla="*/ 1034562 h 1130793"/>
                <a:gd name="connsiteX119" fmla="*/ 1159110 w 2912392"/>
                <a:gd name="connsiteY119" fmla="*/ 1026725 h 1130793"/>
                <a:gd name="connsiteX120" fmla="*/ 1168854 w 2912392"/>
                <a:gd name="connsiteY120" fmla="*/ 1018545 h 1130793"/>
                <a:gd name="connsiteX121" fmla="*/ 1178598 w 2912392"/>
                <a:gd name="connsiteY121" fmla="*/ 1010067 h 1130793"/>
                <a:gd name="connsiteX122" fmla="*/ 1188341 w 2912392"/>
                <a:gd name="connsiteY122" fmla="*/ 1001247 h 1130793"/>
                <a:gd name="connsiteX123" fmla="*/ 1198070 w 2912392"/>
                <a:gd name="connsiteY123" fmla="*/ 992129 h 1130793"/>
                <a:gd name="connsiteX124" fmla="*/ 1207814 w 2912392"/>
                <a:gd name="connsiteY124" fmla="*/ 982683 h 1130793"/>
                <a:gd name="connsiteX125" fmla="*/ 1217558 w 2912392"/>
                <a:gd name="connsiteY125" fmla="*/ 972910 h 1130793"/>
                <a:gd name="connsiteX126" fmla="*/ 1227302 w 2912392"/>
                <a:gd name="connsiteY126" fmla="*/ 962838 h 1130793"/>
                <a:gd name="connsiteX127" fmla="*/ 1237031 w 2912392"/>
                <a:gd name="connsiteY127" fmla="*/ 952438 h 1130793"/>
                <a:gd name="connsiteX128" fmla="*/ 1246775 w 2912392"/>
                <a:gd name="connsiteY128" fmla="*/ 941726 h 1130793"/>
                <a:gd name="connsiteX129" fmla="*/ 1256519 w 2912392"/>
                <a:gd name="connsiteY129" fmla="*/ 930716 h 1130793"/>
                <a:gd name="connsiteX130" fmla="*/ 1266263 w 2912392"/>
                <a:gd name="connsiteY130" fmla="*/ 919392 h 1130793"/>
                <a:gd name="connsiteX131" fmla="*/ 1276007 w 2912392"/>
                <a:gd name="connsiteY131" fmla="*/ 907768 h 1130793"/>
                <a:gd name="connsiteX132" fmla="*/ 1285736 w 2912392"/>
                <a:gd name="connsiteY132" fmla="*/ 895846 h 1130793"/>
                <a:gd name="connsiteX133" fmla="*/ 1295480 w 2912392"/>
                <a:gd name="connsiteY133" fmla="*/ 883630 h 1130793"/>
                <a:gd name="connsiteX134" fmla="*/ 1305224 w 2912392"/>
                <a:gd name="connsiteY134" fmla="*/ 871127 h 1130793"/>
                <a:gd name="connsiteX135" fmla="*/ 1314968 w 2912392"/>
                <a:gd name="connsiteY135" fmla="*/ 858339 h 1130793"/>
                <a:gd name="connsiteX136" fmla="*/ 1324697 w 2912392"/>
                <a:gd name="connsiteY136" fmla="*/ 845276 h 1130793"/>
                <a:gd name="connsiteX137" fmla="*/ 1334441 w 2912392"/>
                <a:gd name="connsiteY137" fmla="*/ 831943 h 1130793"/>
                <a:gd name="connsiteX138" fmla="*/ 1344185 w 2912392"/>
                <a:gd name="connsiteY138" fmla="*/ 818347 h 1130793"/>
                <a:gd name="connsiteX139" fmla="*/ 1353929 w 2912392"/>
                <a:gd name="connsiteY139" fmla="*/ 804496 h 1130793"/>
                <a:gd name="connsiteX140" fmla="*/ 1363658 w 2912392"/>
                <a:gd name="connsiteY140" fmla="*/ 790397 h 1130793"/>
                <a:gd name="connsiteX141" fmla="*/ 1373402 w 2912392"/>
                <a:gd name="connsiteY141" fmla="*/ 776060 h 1130793"/>
                <a:gd name="connsiteX142" fmla="*/ 1383146 w 2912392"/>
                <a:gd name="connsiteY142" fmla="*/ 761494 h 1130793"/>
                <a:gd name="connsiteX143" fmla="*/ 1392890 w 2912392"/>
                <a:gd name="connsiteY143" fmla="*/ 746710 h 1130793"/>
                <a:gd name="connsiteX144" fmla="*/ 1402619 w 2912392"/>
                <a:gd name="connsiteY144" fmla="*/ 731717 h 1130793"/>
                <a:gd name="connsiteX145" fmla="*/ 1412363 w 2912392"/>
                <a:gd name="connsiteY145" fmla="*/ 716526 h 1130793"/>
                <a:gd name="connsiteX146" fmla="*/ 1422106 w 2912392"/>
                <a:gd name="connsiteY146" fmla="*/ 701149 h 1130793"/>
                <a:gd name="connsiteX147" fmla="*/ 1431850 w 2912392"/>
                <a:gd name="connsiteY147" fmla="*/ 685599 h 1130793"/>
                <a:gd name="connsiteX148" fmla="*/ 1441594 w 2912392"/>
                <a:gd name="connsiteY148" fmla="*/ 669885 h 1130793"/>
                <a:gd name="connsiteX149" fmla="*/ 1451323 w 2912392"/>
                <a:gd name="connsiteY149" fmla="*/ 654024 h 1130793"/>
                <a:gd name="connsiteX150" fmla="*/ 1461067 w 2912392"/>
                <a:gd name="connsiteY150" fmla="*/ 638027 h 1130793"/>
                <a:gd name="connsiteX151" fmla="*/ 1470811 w 2912392"/>
                <a:gd name="connsiteY151" fmla="*/ 621909 h 1130793"/>
                <a:gd name="connsiteX152" fmla="*/ 1480555 w 2912392"/>
                <a:gd name="connsiteY152" fmla="*/ 605682 h 1130793"/>
                <a:gd name="connsiteX153" fmla="*/ 1490284 w 2912392"/>
                <a:gd name="connsiteY153" fmla="*/ 589363 h 1130793"/>
                <a:gd name="connsiteX154" fmla="*/ 1500028 w 2912392"/>
                <a:gd name="connsiteY154" fmla="*/ 572969 h 1130793"/>
                <a:gd name="connsiteX155" fmla="*/ 1509772 w 2912392"/>
                <a:gd name="connsiteY155" fmla="*/ 556511 h 1130793"/>
                <a:gd name="connsiteX156" fmla="*/ 1519516 w 2912392"/>
                <a:gd name="connsiteY156" fmla="*/ 540008 h 1130793"/>
                <a:gd name="connsiteX157" fmla="*/ 1529245 w 2912392"/>
                <a:gd name="connsiteY157" fmla="*/ 523474 h 1130793"/>
                <a:gd name="connsiteX158" fmla="*/ 1538989 w 2912392"/>
                <a:gd name="connsiteY158" fmla="*/ 506927 h 1130793"/>
                <a:gd name="connsiteX159" fmla="*/ 1548733 w 2912392"/>
                <a:gd name="connsiteY159" fmla="*/ 490385 h 1130793"/>
                <a:gd name="connsiteX160" fmla="*/ 1558477 w 2912392"/>
                <a:gd name="connsiteY160" fmla="*/ 473862 h 1130793"/>
                <a:gd name="connsiteX161" fmla="*/ 1568221 w 2912392"/>
                <a:gd name="connsiteY161" fmla="*/ 457376 h 1130793"/>
                <a:gd name="connsiteX162" fmla="*/ 1577950 w 2912392"/>
                <a:gd name="connsiteY162" fmla="*/ 440944 h 1130793"/>
                <a:gd name="connsiteX163" fmla="*/ 1587694 w 2912392"/>
                <a:gd name="connsiteY163" fmla="*/ 424585 h 1130793"/>
                <a:gd name="connsiteX164" fmla="*/ 1597438 w 2912392"/>
                <a:gd name="connsiteY164" fmla="*/ 408315 h 1130793"/>
                <a:gd name="connsiteX165" fmla="*/ 1607182 w 2912392"/>
                <a:gd name="connsiteY165" fmla="*/ 392153 h 1130793"/>
                <a:gd name="connsiteX166" fmla="*/ 1616911 w 2912392"/>
                <a:gd name="connsiteY166" fmla="*/ 376114 h 1130793"/>
                <a:gd name="connsiteX167" fmla="*/ 1626655 w 2912392"/>
                <a:gd name="connsiteY167" fmla="*/ 360219 h 1130793"/>
                <a:gd name="connsiteX168" fmla="*/ 1636399 w 2912392"/>
                <a:gd name="connsiteY168" fmla="*/ 344482 h 1130793"/>
                <a:gd name="connsiteX169" fmla="*/ 1646142 w 2912392"/>
                <a:gd name="connsiteY169" fmla="*/ 328922 h 1130793"/>
                <a:gd name="connsiteX170" fmla="*/ 1655872 w 2912392"/>
                <a:gd name="connsiteY170" fmla="*/ 313555 h 1130793"/>
                <a:gd name="connsiteX171" fmla="*/ 1665616 w 2912392"/>
                <a:gd name="connsiteY171" fmla="*/ 298400 h 1130793"/>
                <a:gd name="connsiteX172" fmla="*/ 1675359 w 2912392"/>
                <a:gd name="connsiteY172" fmla="*/ 283473 h 1130793"/>
                <a:gd name="connsiteX173" fmla="*/ 1685103 w 2912392"/>
                <a:gd name="connsiteY173" fmla="*/ 268790 h 1130793"/>
                <a:gd name="connsiteX174" fmla="*/ 1694832 w 2912392"/>
                <a:gd name="connsiteY174" fmla="*/ 254366 h 1130793"/>
                <a:gd name="connsiteX175" fmla="*/ 1704576 w 2912392"/>
                <a:gd name="connsiteY175" fmla="*/ 240219 h 1130793"/>
                <a:gd name="connsiteX176" fmla="*/ 1714320 w 2912392"/>
                <a:gd name="connsiteY176" fmla="*/ 226365 h 1130793"/>
                <a:gd name="connsiteX177" fmla="*/ 1724064 w 2912392"/>
                <a:gd name="connsiteY177" fmla="*/ 212816 h 1130793"/>
                <a:gd name="connsiteX178" fmla="*/ 1733808 w 2912392"/>
                <a:gd name="connsiteY178" fmla="*/ 199590 h 1130793"/>
                <a:gd name="connsiteX179" fmla="*/ 1743537 w 2912392"/>
                <a:gd name="connsiteY179" fmla="*/ 186699 h 1130793"/>
                <a:gd name="connsiteX180" fmla="*/ 1753281 w 2912392"/>
                <a:gd name="connsiteY180" fmla="*/ 174159 h 1130793"/>
                <a:gd name="connsiteX181" fmla="*/ 1763025 w 2912392"/>
                <a:gd name="connsiteY181" fmla="*/ 161980 h 1130793"/>
                <a:gd name="connsiteX182" fmla="*/ 1772769 w 2912392"/>
                <a:gd name="connsiteY182" fmla="*/ 150177 h 1130793"/>
                <a:gd name="connsiteX183" fmla="*/ 1782498 w 2912392"/>
                <a:gd name="connsiteY183" fmla="*/ 138762 h 1130793"/>
                <a:gd name="connsiteX184" fmla="*/ 1792242 w 2912392"/>
                <a:gd name="connsiteY184" fmla="*/ 127744 h 1130793"/>
                <a:gd name="connsiteX185" fmla="*/ 1801986 w 2912392"/>
                <a:gd name="connsiteY185" fmla="*/ 117137 h 1130793"/>
                <a:gd name="connsiteX186" fmla="*/ 1811730 w 2912392"/>
                <a:gd name="connsiteY186" fmla="*/ 106949 h 1130793"/>
                <a:gd name="connsiteX187" fmla="*/ 1821459 w 2912392"/>
                <a:gd name="connsiteY187" fmla="*/ 97191 h 1130793"/>
                <a:gd name="connsiteX188" fmla="*/ 1831203 w 2912392"/>
                <a:gd name="connsiteY188" fmla="*/ 87870 h 1130793"/>
                <a:gd name="connsiteX189" fmla="*/ 1840947 w 2912392"/>
                <a:gd name="connsiteY189" fmla="*/ 78994 h 1130793"/>
                <a:gd name="connsiteX190" fmla="*/ 1850691 w 2912392"/>
                <a:gd name="connsiteY190" fmla="*/ 70572 h 1130793"/>
                <a:gd name="connsiteX191" fmla="*/ 1860435 w 2912392"/>
                <a:gd name="connsiteY191" fmla="*/ 62610 h 1130793"/>
                <a:gd name="connsiteX192" fmla="*/ 1870164 w 2912392"/>
                <a:gd name="connsiteY192" fmla="*/ 55113 h 1130793"/>
                <a:gd name="connsiteX193" fmla="*/ 1879908 w 2912392"/>
                <a:gd name="connsiteY193" fmla="*/ 48085 h 1130793"/>
                <a:gd name="connsiteX194" fmla="*/ 1889652 w 2912392"/>
                <a:gd name="connsiteY194" fmla="*/ 41532 h 1130793"/>
                <a:gd name="connsiteX195" fmla="*/ 1899395 w 2912392"/>
                <a:gd name="connsiteY195" fmla="*/ 35458 h 1130793"/>
                <a:gd name="connsiteX196" fmla="*/ 1909124 w 2912392"/>
                <a:gd name="connsiteY196" fmla="*/ 29864 h 1130793"/>
                <a:gd name="connsiteX197" fmla="*/ 1918868 w 2912392"/>
                <a:gd name="connsiteY197" fmla="*/ 24752 h 1130793"/>
                <a:gd name="connsiteX198" fmla="*/ 1928612 w 2912392"/>
                <a:gd name="connsiteY198" fmla="*/ 20123 h 1130793"/>
                <a:gd name="connsiteX199" fmla="*/ 1938356 w 2912392"/>
                <a:gd name="connsiteY199" fmla="*/ 15978 h 1130793"/>
                <a:gd name="connsiteX200" fmla="*/ 1948085 w 2912392"/>
                <a:gd name="connsiteY200" fmla="*/ 12315 h 1130793"/>
                <a:gd name="connsiteX201" fmla="*/ 1957829 w 2912392"/>
                <a:gd name="connsiteY201" fmla="*/ 9135 h 1130793"/>
                <a:gd name="connsiteX202" fmla="*/ 1967573 w 2912392"/>
                <a:gd name="connsiteY202" fmla="*/ 6435 h 1130793"/>
                <a:gd name="connsiteX203" fmla="*/ 1977317 w 2912392"/>
                <a:gd name="connsiteY203" fmla="*/ 4210 h 1130793"/>
                <a:gd name="connsiteX204" fmla="*/ 1987046 w 2912392"/>
                <a:gd name="connsiteY204" fmla="*/ 2460 h 1130793"/>
                <a:gd name="connsiteX205" fmla="*/ 1996790 w 2912392"/>
                <a:gd name="connsiteY205" fmla="*/ 1178 h 1130793"/>
                <a:gd name="connsiteX206" fmla="*/ 2006534 w 2912392"/>
                <a:gd name="connsiteY206" fmla="*/ 361 h 1130793"/>
                <a:gd name="connsiteX207" fmla="*/ 2016278 w 2912392"/>
                <a:gd name="connsiteY207" fmla="*/ 0 h 1130793"/>
                <a:gd name="connsiteX208" fmla="*/ 2026022 w 2912392"/>
                <a:gd name="connsiteY208" fmla="*/ 92 h 1130793"/>
                <a:gd name="connsiteX209" fmla="*/ 2035751 w 2912392"/>
                <a:gd name="connsiteY209" fmla="*/ 629 h 1130793"/>
                <a:gd name="connsiteX210" fmla="*/ 2045495 w 2912392"/>
                <a:gd name="connsiteY210" fmla="*/ 1602 h 1130793"/>
                <a:gd name="connsiteX211" fmla="*/ 2055239 w 2912392"/>
                <a:gd name="connsiteY211" fmla="*/ 3004 h 1130793"/>
                <a:gd name="connsiteX212" fmla="*/ 2064983 w 2912392"/>
                <a:gd name="connsiteY212" fmla="*/ 4824 h 1130793"/>
                <a:gd name="connsiteX213" fmla="*/ 2074712 w 2912392"/>
                <a:gd name="connsiteY213" fmla="*/ 7056 h 1130793"/>
                <a:gd name="connsiteX214" fmla="*/ 2084456 w 2912392"/>
                <a:gd name="connsiteY214" fmla="*/ 9687 h 1130793"/>
                <a:gd name="connsiteX215" fmla="*/ 2094200 w 2912392"/>
                <a:gd name="connsiteY215" fmla="*/ 12707 h 1130793"/>
                <a:gd name="connsiteX216" fmla="*/ 2103944 w 2912392"/>
                <a:gd name="connsiteY216" fmla="*/ 16104 h 1130793"/>
                <a:gd name="connsiteX217" fmla="*/ 2113673 w 2912392"/>
                <a:gd name="connsiteY217" fmla="*/ 19869 h 1130793"/>
                <a:gd name="connsiteX218" fmla="*/ 2123417 w 2912392"/>
                <a:gd name="connsiteY218" fmla="*/ 23989 h 1130793"/>
                <a:gd name="connsiteX219" fmla="*/ 2133161 w 2912392"/>
                <a:gd name="connsiteY219" fmla="*/ 28450 h 1130793"/>
                <a:gd name="connsiteX220" fmla="*/ 2142905 w 2912392"/>
                <a:gd name="connsiteY220" fmla="*/ 33240 h 1130793"/>
                <a:gd name="connsiteX221" fmla="*/ 2152649 w 2912392"/>
                <a:gd name="connsiteY221" fmla="*/ 38346 h 1130793"/>
                <a:gd name="connsiteX222" fmla="*/ 2162377 w 2912392"/>
                <a:gd name="connsiteY222" fmla="*/ 43754 h 1130793"/>
                <a:gd name="connsiteX223" fmla="*/ 2172121 w 2912392"/>
                <a:gd name="connsiteY223" fmla="*/ 49451 h 1130793"/>
                <a:gd name="connsiteX224" fmla="*/ 2181865 w 2912392"/>
                <a:gd name="connsiteY224" fmla="*/ 55424 h 1130793"/>
                <a:gd name="connsiteX225" fmla="*/ 2191609 w 2912392"/>
                <a:gd name="connsiteY225" fmla="*/ 61656 h 1130793"/>
                <a:gd name="connsiteX226" fmla="*/ 2201338 w 2912392"/>
                <a:gd name="connsiteY226" fmla="*/ 68135 h 1130793"/>
                <a:gd name="connsiteX227" fmla="*/ 2211082 w 2912392"/>
                <a:gd name="connsiteY227" fmla="*/ 74845 h 1130793"/>
                <a:gd name="connsiteX228" fmla="*/ 2220826 w 2912392"/>
                <a:gd name="connsiteY228" fmla="*/ 81773 h 1130793"/>
                <a:gd name="connsiteX229" fmla="*/ 2230570 w 2912392"/>
                <a:gd name="connsiteY229" fmla="*/ 88902 h 1130793"/>
                <a:gd name="connsiteX230" fmla="*/ 2240299 w 2912392"/>
                <a:gd name="connsiteY230" fmla="*/ 96219 h 1130793"/>
                <a:gd name="connsiteX231" fmla="*/ 2250043 w 2912392"/>
                <a:gd name="connsiteY231" fmla="*/ 103709 h 1130793"/>
                <a:gd name="connsiteX232" fmla="*/ 2259787 w 2912392"/>
                <a:gd name="connsiteY232" fmla="*/ 111355 h 1130793"/>
                <a:gd name="connsiteX233" fmla="*/ 2269531 w 2912392"/>
                <a:gd name="connsiteY233" fmla="*/ 119146 h 1130793"/>
                <a:gd name="connsiteX234" fmla="*/ 2279260 w 2912392"/>
                <a:gd name="connsiteY234" fmla="*/ 127063 h 1130793"/>
                <a:gd name="connsiteX235" fmla="*/ 2289004 w 2912392"/>
                <a:gd name="connsiteY235" fmla="*/ 135095 h 1130793"/>
                <a:gd name="connsiteX236" fmla="*/ 2298748 w 2912392"/>
                <a:gd name="connsiteY236" fmla="*/ 143225 h 1130793"/>
                <a:gd name="connsiteX237" fmla="*/ 2308492 w 2912392"/>
                <a:gd name="connsiteY237" fmla="*/ 151441 h 1130793"/>
                <a:gd name="connsiteX238" fmla="*/ 2318236 w 2912392"/>
                <a:gd name="connsiteY238" fmla="*/ 159726 h 1130793"/>
                <a:gd name="connsiteX239" fmla="*/ 2327965 w 2912392"/>
                <a:gd name="connsiteY239" fmla="*/ 168069 h 1130793"/>
                <a:gd name="connsiteX240" fmla="*/ 2337709 w 2912392"/>
                <a:gd name="connsiteY240" fmla="*/ 176455 h 1130793"/>
                <a:gd name="connsiteX241" fmla="*/ 2347453 w 2912392"/>
                <a:gd name="connsiteY241" fmla="*/ 184870 h 1130793"/>
                <a:gd name="connsiteX242" fmla="*/ 2357197 w 2912392"/>
                <a:gd name="connsiteY242" fmla="*/ 193302 h 1130793"/>
                <a:gd name="connsiteX243" fmla="*/ 2366926 w 2912392"/>
                <a:gd name="connsiteY243" fmla="*/ 201738 h 1130793"/>
                <a:gd name="connsiteX244" fmla="*/ 2376670 w 2912392"/>
                <a:gd name="connsiteY244" fmla="*/ 210165 h 1130793"/>
                <a:gd name="connsiteX245" fmla="*/ 2386413 w 2912392"/>
                <a:gd name="connsiteY245" fmla="*/ 218573 h 1130793"/>
                <a:gd name="connsiteX246" fmla="*/ 2396157 w 2912392"/>
                <a:gd name="connsiteY246" fmla="*/ 226946 h 1130793"/>
                <a:gd name="connsiteX247" fmla="*/ 2405886 w 2912392"/>
                <a:gd name="connsiteY247" fmla="*/ 235277 h 1130793"/>
                <a:gd name="connsiteX248" fmla="*/ 2415630 w 2912392"/>
                <a:gd name="connsiteY248" fmla="*/ 243552 h 1130793"/>
                <a:gd name="connsiteX249" fmla="*/ 2425374 w 2912392"/>
                <a:gd name="connsiteY249" fmla="*/ 251763 h 1130793"/>
                <a:gd name="connsiteX250" fmla="*/ 2435118 w 2912392"/>
                <a:gd name="connsiteY250" fmla="*/ 259899 h 1130793"/>
                <a:gd name="connsiteX251" fmla="*/ 2444862 w 2912392"/>
                <a:gd name="connsiteY251" fmla="*/ 267951 h 1130793"/>
                <a:gd name="connsiteX252" fmla="*/ 2454591 w 2912392"/>
                <a:gd name="connsiteY252" fmla="*/ 275910 h 1130793"/>
                <a:gd name="connsiteX253" fmla="*/ 2464335 w 2912392"/>
                <a:gd name="connsiteY253" fmla="*/ 283766 h 1130793"/>
                <a:gd name="connsiteX254" fmla="*/ 2474079 w 2912392"/>
                <a:gd name="connsiteY254" fmla="*/ 291511 h 1130793"/>
                <a:gd name="connsiteX255" fmla="*/ 2483823 w 2912392"/>
                <a:gd name="connsiteY255" fmla="*/ 299139 h 1130793"/>
                <a:gd name="connsiteX256" fmla="*/ 2493552 w 2912392"/>
                <a:gd name="connsiteY256" fmla="*/ 306642 h 1130793"/>
                <a:gd name="connsiteX257" fmla="*/ 2503296 w 2912392"/>
                <a:gd name="connsiteY257" fmla="*/ 314012 h 1130793"/>
                <a:gd name="connsiteX258" fmla="*/ 2513040 w 2912392"/>
                <a:gd name="connsiteY258" fmla="*/ 321246 h 1130793"/>
                <a:gd name="connsiteX259" fmla="*/ 2522784 w 2912392"/>
                <a:gd name="connsiteY259" fmla="*/ 328336 h 1130793"/>
                <a:gd name="connsiteX260" fmla="*/ 2532513 w 2912392"/>
                <a:gd name="connsiteY260" fmla="*/ 335279 h 1130793"/>
                <a:gd name="connsiteX261" fmla="*/ 2542257 w 2912392"/>
                <a:gd name="connsiteY261" fmla="*/ 342069 h 1130793"/>
                <a:gd name="connsiteX262" fmla="*/ 2552001 w 2912392"/>
                <a:gd name="connsiteY262" fmla="*/ 348700 h 1130793"/>
                <a:gd name="connsiteX263" fmla="*/ 2561745 w 2912392"/>
                <a:gd name="connsiteY263" fmla="*/ 355172 h 1130793"/>
                <a:gd name="connsiteX264" fmla="*/ 2571474 w 2912392"/>
                <a:gd name="connsiteY264" fmla="*/ 361479 h 1130793"/>
                <a:gd name="connsiteX265" fmla="*/ 2581218 w 2912392"/>
                <a:gd name="connsiteY265" fmla="*/ 367620 h 1130793"/>
                <a:gd name="connsiteX266" fmla="*/ 2590962 w 2912392"/>
                <a:gd name="connsiteY266" fmla="*/ 373595 h 1130793"/>
                <a:gd name="connsiteX267" fmla="*/ 2600705 w 2912392"/>
                <a:gd name="connsiteY267" fmla="*/ 379397 h 1130793"/>
                <a:gd name="connsiteX268" fmla="*/ 2610449 w 2912392"/>
                <a:gd name="connsiteY268" fmla="*/ 385028 h 1130793"/>
                <a:gd name="connsiteX269" fmla="*/ 2620178 w 2912392"/>
                <a:gd name="connsiteY269" fmla="*/ 390487 h 1130793"/>
                <a:gd name="connsiteX270" fmla="*/ 2629922 w 2912392"/>
                <a:gd name="connsiteY270" fmla="*/ 395774 h 1130793"/>
                <a:gd name="connsiteX271" fmla="*/ 2639666 w 2912392"/>
                <a:gd name="connsiteY271" fmla="*/ 400887 h 1130793"/>
                <a:gd name="connsiteX272" fmla="*/ 2649410 w 2912392"/>
                <a:gd name="connsiteY272" fmla="*/ 405829 h 1130793"/>
                <a:gd name="connsiteX273" fmla="*/ 2659139 w 2912392"/>
                <a:gd name="connsiteY273" fmla="*/ 410598 h 1130793"/>
                <a:gd name="connsiteX274" fmla="*/ 2668883 w 2912392"/>
                <a:gd name="connsiteY274" fmla="*/ 415196 h 1130793"/>
                <a:gd name="connsiteX275" fmla="*/ 2678627 w 2912392"/>
                <a:gd name="connsiteY275" fmla="*/ 419625 h 1130793"/>
                <a:gd name="connsiteX276" fmla="*/ 2688371 w 2912392"/>
                <a:gd name="connsiteY276" fmla="*/ 423888 h 1130793"/>
                <a:gd name="connsiteX277" fmla="*/ 2698100 w 2912392"/>
                <a:gd name="connsiteY277" fmla="*/ 427984 h 1130793"/>
                <a:gd name="connsiteX278" fmla="*/ 2707844 w 2912392"/>
                <a:gd name="connsiteY278" fmla="*/ 431917 h 1130793"/>
                <a:gd name="connsiteX279" fmla="*/ 2717588 w 2912392"/>
                <a:gd name="connsiteY279" fmla="*/ 435689 h 1130793"/>
                <a:gd name="connsiteX280" fmla="*/ 2727332 w 2912392"/>
                <a:gd name="connsiteY280" fmla="*/ 439304 h 1130793"/>
                <a:gd name="connsiteX281" fmla="*/ 2737076 w 2912392"/>
                <a:gd name="connsiteY281" fmla="*/ 442763 h 1130793"/>
                <a:gd name="connsiteX282" fmla="*/ 2746805 w 2912392"/>
                <a:gd name="connsiteY282" fmla="*/ 446071 h 1130793"/>
                <a:gd name="connsiteX283" fmla="*/ 2756549 w 2912392"/>
                <a:gd name="connsiteY283" fmla="*/ 449230 h 1130793"/>
                <a:gd name="connsiteX284" fmla="*/ 2766293 w 2912392"/>
                <a:gd name="connsiteY284" fmla="*/ 452244 h 1130793"/>
                <a:gd name="connsiteX285" fmla="*/ 2776037 w 2912392"/>
                <a:gd name="connsiteY285" fmla="*/ 455116 h 1130793"/>
                <a:gd name="connsiteX286" fmla="*/ 2785766 w 2912392"/>
                <a:gd name="connsiteY286" fmla="*/ 457850 h 1130793"/>
                <a:gd name="connsiteX287" fmla="*/ 2795510 w 2912392"/>
                <a:gd name="connsiteY287" fmla="*/ 460450 h 1130793"/>
                <a:gd name="connsiteX288" fmla="*/ 2805254 w 2912392"/>
                <a:gd name="connsiteY288" fmla="*/ 462919 h 1130793"/>
                <a:gd name="connsiteX289" fmla="*/ 2814998 w 2912392"/>
                <a:gd name="connsiteY289" fmla="*/ 465261 h 1130793"/>
                <a:gd name="connsiteX290" fmla="*/ 2824727 w 2912392"/>
                <a:gd name="connsiteY290" fmla="*/ 467481 h 1130793"/>
                <a:gd name="connsiteX291" fmla="*/ 2834471 w 2912392"/>
                <a:gd name="connsiteY291" fmla="*/ 469580 h 1130793"/>
                <a:gd name="connsiteX292" fmla="*/ 2844215 w 2912392"/>
                <a:gd name="connsiteY292" fmla="*/ 471566 h 1130793"/>
                <a:gd name="connsiteX293" fmla="*/ 2853958 w 2912392"/>
                <a:gd name="connsiteY293" fmla="*/ 473439 h 1130793"/>
                <a:gd name="connsiteX294" fmla="*/ 2863687 w 2912392"/>
                <a:gd name="connsiteY294" fmla="*/ 475204 h 1130793"/>
                <a:gd name="connsiteX295" fmla="*/ 2873431 w 2912392"/>
                <a:gd name="connsiteY295" fmla="*/ 476866 h 1130793"/>
                <a:gd name="connsiteX296" fmla="*/ 2883175 w 2912392"/>
                <a:gd name="connsiteY296" fmla="*/ 478427 h 1130793"/>
                <a:gd name="connsiteX297" fmla="*/ 2892919 w 2912392"/>
                <a:gd name="connsiteY297" fmla="*/ 479890 h 1130793"/>
                <a:gd name="connsiteX298" fmla="*/ 2902663 w 2912392"/>
                <a:gd name="connsiteY298" fmla="*/ 481261 h 1130793"/>
                <a:gd name="connsiteX299" fmla="*/ 2912392 w 2912392"/>
                <a:gd name="connsiteY299" fmla="*/ 482539 h 11307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1130793">
                  <a:moveTo>
                    <a:pt x="0" y="518331"/>
                  </a:moveTo>
                  <a:lnTo>
                    <a:pt x="9739" y="526254"/>
                  </a:lnTo>
                  <a:lnTo>
                    <a:pt x="19480" y="534216"/>
                  </a:lnTo>
                  <a:lnTo>
                    <a:pt x="29221" y="542216"/>
                  </a:lnTo>
                  <a:lnTo>
                    <a:pt x="38961" y="550251"/>
                  </a:lnTo>
                  <a:lnTo>
                    <a:pt x="48702" y="558319"/>
                  </a:lnTo>
                  <a:lnTo>
                    <a:pt x="58443" y="566421"/>
                  </a:lnTo>
                  <a:lnTo>
                    <a:pt x="68182" y="574554"/>
                  </a:lnTo>
                  <a:lnTo>
                    <a:pt x="77923" y="582719"/>
                  </a:lnTo>
                  <a:lnTo>
                    <a:pt x="87664" y="590915"/>
                  </a:lnTo>
                  <a:lnTo>
                    <a:pt x="97404" y="599139"/>
                  </a:lnTo>
                  <a:lnTo>
                    <a:pt x="107145" y="607393"/>
                  </a:lnTo>
                  <a:lnTo>
                    <a:pt x="116886" y="615675"/>
                  </a:lnTo>
                  <a:lnTo>
                    <a:pt x="126625" y="623984"/>
                  </a:lnTo>
                  <a:lnTo>
                    <a:pt x="136366" y="632320"/>
                  </a:lnTo>
                  <a:lnTo>
                    <a:pt x="146107" y="640682"/>
                  </a:lnTo>
                  <a:lnTo>
                    <a:pt x="155846" y="649068"/>
                  </a:lnTo>
                  <a:lnTo>
                    <a:pt x="165587" y="657480"/>
                  </a:lnTo>
                  <a:lnTo>
                    <a:pt x="175328" y="665916"/>
                  </a:lnTo>
                  <a:lnTo>
                    <a:pt x="185068" y="674373"/>
                  </a:lnTo>
                  <a:lnTo>
                    <a:pt x="194809" y="682852"/>
                  </a:lnTo>
                  <a:lnTo>
                    <a:pt x="204550" y="691352"/>
                  </a:lnTo>
                  <a:lnTo>
                    <a:pt x="214289" y="699871"/>
                  </a:lnTo>
                  <a:lnTo>
                    <a:pt x="224030" y="708409"/>
                  </a:lnTo>
                  <a:lnTo>
                    <a:pt x="233771" y="716963"/>
                  </a:lnTo>
                  <a:lnTo>
                    <a:pt x="243510" y="725533"/>
                  </a:lnTo>
                  <a:lnTo>
                    <a:pt x="253251" y="734115"/>
                  </a:lnTo>
                  <a:lnTo>
                    <a:pt x="262992" y="742710"/>
                  </a:lnTo>
                  <a:lnTo>
                    <a:pt x="272732" y="751314"/>
                  </a:lnTo>
                  <a:lnTo>
                    <a:pt x="282473" y="759926"/>
                  </a:lnTo>
                  <a:lnTo>
                    <a:pt x="292214" y="768542"/>
                  </a:lnTo>
                  <a:lnTo>
                    <a:pt x="301953" y="777161"/>
                  </a:lnTo>
                  <a:lnTo>
                    <a:pt x="311694" y="785780"/>
                  </a:lnTo>
                  <a:lnTo>
                    <a:pt x="321435" y="794396"/>
                  </a:lnTo>
                  <a:lnTo>
                    <a:pt x="331175" y="803006"/>
                  </a:lnTo>
                  <a:lnTo>
                    <a:pt x="340916" y="811607"/>
                  </a:lnTo>
                  <a:lnTo>
                    <a:pt x="350656" y="820195"/>
                  </a:lnTo>
                  <a:lnTo>
                    <a:pt x="360396" y="828766"/>
                  </a:lnTo>
                  <a:lnTo>
                    <a:pt x="370137" y="837318"/>
                  </a:lnTo>
                  <a:lnTo>
                    <a:pt x="379878" y="845845"/>
                  </a:lnTo>
                  <a:lnTo>
                    <a:pt x="389617" y="854343"/>
                  </a:lnTo>
                  <a:lnTo>
                    <a:pt x="399358" y="862809"/>
                  </a:lnTo>
                  <a:lnTo>
                    <a:pt x="409099" y="871237"/>
                  </a:lnTo>
                  <a:lnTo>
                    <a:pt x="418839" y="879624"/>
                  </a:lnTo>
                  <a:lnTo>
                    <a:pt x="428580" y="887963"/>
                  </a:lnTo>
                  <a:lnTo>
                    <a:pt x="438321" y="896251"/>
                  </a:lnTo>
                  <a:lnTo>
                    <a:pt x="448060" y="904483"/>
                  </a:lnTo>
                  <a:lnTo>
                    <a:pt x="457801" y="912652"/>
                  </a:lnTo>
                  <a:lnTo>
                    <a:pt x="467542" y="920754"/>
                  </a:lnTo>
                  <a:lnTo>
                    <a:pt x="477281" y="928779"/>
                  </a:lnTo>
                  <a:lnTo>
                    <a:pt x="487022" y="936735"/>
                  </a:lnTo>
                  <a:lnTo>
                    <a:pt x="496763" y="944601"/>
                  </a:lnTo>
                  <a:lnTo>
                    <a:pt x="506503" y="952379"/>
                  </a:lnTo>
                  <a:lnTo>
                    <a:pt x="516244" y="960067"/>
                  </a:lnTo>
                  <a:lnTo>
                    <a:pt x="525985" y="967650"/>
                  </a:lnTo>
                  <a:lnTo>
                    <a:pt x="535724" y="975129"/>
                  </a:lnTo>
                  <a:lnTo>
                    <a:pt x="545465" y="982489"/>
                  </a:lnTo>
                  <a:lnTo>
                    <a:pt x="555206" y="989745"/>
                  </a:lnTo>
                  <a:lnTo>
                    <a:pt x="564946" y="996867"/>
                  </a:lnTo>
                  <a:lnTo>
                    <a:pt x="574687" y="1003870"/>
                  </a:lnTo>
                  <a:lnTo>
                    <a:pt x="584428" y="1010738"/>
                  </a:lnTo>
                  <a:lnTo>
                    <a:pt x="594167" y="1017457"/>
                  </a:lnTo>
                  <a:lnTo>
                    <a:pt x="603908" y="1024043"/>
                  </a:lnTo>
                  <a:lnTo>
                    <a:pt x="613649" y="1030464"/>
                  </a:lnTo>
                  <a:lnTo>
                    <a:pt x="623388" y="1036737"/>
                  </a:lnTo>
                  <a:lnTo>
                    <a:pt x="633129" y="1042845"/>
                  </a:lnTo>
                  <a:lnTo>
                    <a:pt x="642870" y="1048790"/>
                  </a:lnTo>
                  <a:lnTo>
                    <a:pt x="652610" y="1054571"/>
                  </a:lnTo>
                  <a:lnTo>
                    <a:pt x="662351" y="1060173"/>
                  </a:lnTo>
                  <a:lnTo>
                    <a:pt x="672092" y="1065581"/>
                  </a:lnTo>
                  <a:lnTo>
                    <a:pt x="681831" y="1070811"/>
                  </a:lnTo>
                  <a:lnTo>
                    <a:pt x="691572" y="1075861"/>
                  </a:lnTo>
                  <a:lnTo>
                    <a:pt x="701313" y="1080704"/>
                  </a:lnTo>
                  <a:lnTo>
                    <a:pt x="711052" y="1085352"/>
                  </a:lnTo>
                  <a:lnTo>
                    <a:pt x="720793" y="1089792"/>
                  </a:lnTo>
                  <a:lnTo>
                    <a:pt x="730534" y="1094023"/>
                  </a:lnTo>
                  <a:lnTo>
                    <a:pt x="740274" y="1098061"/>
                  </a:lnTo>
                  <a:lnTo>
                    <a:pt x="750015" y="1101860"/>
                  </a:lnTo>
                  <a:lnTo>
                    <a:pt x="759756" y="1105451"/>
                  </a:lnTo>
                  <a:lnTo>
                    <a:pt x="769495" y="1108818"/>
                  </a:lnTo>
                  <a:lnTo>
                    <a:pt x="779236" y="1111962"/>
                  </a:lnTo>
                  <a:lnTo>
                    <a:pt x="788977" y="1114867"/>
                  </a:lnTo>
                  <a:lnTo>
                    <a:pt x="798717" y="1117549"/>
                  </a:lnTo>
                  <a:lnTo>
                    <a:pt x="808458" y="1119992"/>
                  </a:lnTo>
                  <a:lnTo>
                    <a:pt x="818199" y="1122182"/>
                  </a:lnTo>
                  <a:lnTo>
                    <a:pt x="827938" y="1124149"/>
                  </a:lnTo>
                  <a:lnTo>
                    <a:pt x="837679" y="1125862"/>
                  </a:lnTo>
                  <a:lnTo>
                    <a:pt x="847420" y="1127323"/>
                  </a:lnTo>
                  <a:lnTo>
                    <a:pt x="857159" y="1128529"/>
                  </a:lnTo>
                  <a:lnTo>
                    <a:pt x="866900" y="1129483"/>
                  </a:lnTo>
                  <a:lnTo>
                    <a:pt x="876641" y="1130183"/>
                  </a:lnTo>
                  <a:lnTo>
                    <a:pt x="886381" y="1130615"/>
                  </a:lnTo>
                  <a:lnTo>
                    <a:pt x="896122" y="1130794"/>
                  </a:lnTo>
                  <a:lnTo>
                    <a:pt x="905863" y="1130705"/>
                  </a:lnTo>
                  <a:lnTo>
                    <a:pt x="915602" y="1130347"/>
                  </a:lnTo>
                  <a:lnTo>
                    <a:pt x="925343" y="1129706"/>
                  </a:lnTo>
                  <a:lnTo>
                    <a:pt x="935084" y="1128798"/>
                  </a:lnTo>
                  <a:lnTo>
                    <a:pt x="944824" y="1127621"/>
                  </a:lnTo>
                  <a:lnTo>
                    <a:pt x="954564" y="1126160"/>
                  </a:lnTo>
                  <a:lnTo>
                    <a:pt x="964305" y="1124417"/>
                  </a:lnTo>
                  <a:lnTo>
                    <a:pt x="974045" y="1122376"/>
                  </a:lnTo>
                  <a:lnTo>
                    <a:pt x="983786" y="1120067"/>
                  </a:lnTo>
                  <a:lnTo>
                    <a:pt x="993522" y="1117459"/>
                  </a:lnTo>
                  <a:lnTo>
                    <a:pt x="1003266" y="1114569"/>
                  </a:lnTo>
                  <a:lnTo>
                    <a:pt x="1013010" y="1111366"/>
                  </a:lnTo>
                  <a:lnTo>
                    <a:pt x="1022754" y="1107879"/>
                  </a:lnTo>
                  <a:lnTo>
                    <a:pt x="1032483" y="1104095"/>
                  </a:lnTo>
                  <a:lnTo>
                    <a:pt x="1042227" y="1100013"/>
                  </a:lnTo>
                  <a:lnTo>
                    <a:pt x="1051971" y="1095618"/>
                  </a:lnTo>
                  <a:lnTo>
                    <a:pt x="1061715" y="1090909"/>
                  </a:lnTo>
                  <a:lnTo>
                    <a:pt x="1071444" y="1085903"/>
                  </a:lnTo>
                  <a:lnTo>
                    <a:pt x="1081188" y="1080585"/>
                  </a:lnTo>
                  <a:lnTo>
                    <a:pt x="1090932" y="1074968"/>
                  </a:lnTo>
                  <a:lnTo>
                    <a:pt x="1100676" y="1069023"/>
                  </a:lnTo>
                  <a:lnTo>
                    <a:pt x="1110405" y="1062765"/>
                  </a:lnTo>
                  <a:lnTo>
                    <a:pt x="1120149" y="1056195"/>
                  </a:lnTo>
                  <a:lnTo>
                    <a:pt x="1129893" y="1049312"/>
                  </a:lnTo>
                  <a:lnTo>
                    <a:pt x="1139637" y="1042100"/>
                  </a:lnTo>
                  <a:lnTo>
                    <a:pt x="1149381" y="1034562"/>
                  </a:lnTo>
                  <a:lnTo>
                    <a:pt x="1159110" y="1026725"/>
                  </a:lnTo>
                  <a:lnTo>
                    <a:pt x="1168854" y="1018545"/>
                  </a:lnTo>
                  <a:lnTo>
                    <a:pt x="1178598" y="1010067"/>
                  </a:lnTo>
                  <a:lnTo>
                    <a:pt x="1188341" y="1001247"/>
                  </a:lnTo>
                  <a:lnTo>
                    <a:pt x="1198070" y="992129"/>
                  </a:lnTo>
                  <a:lnTo>
                    <a:pt x="1207814" y="982683"/>
                  </a:lnTo>
                  <a:lnTo>
                    <a:pt x="1217558" y="972910"/>
                  </a:lnTo>
                  <a:lnTo>
                    <a:pt x="1227302" y="962838"/>
                  </a:lnTo>
                  <a:lnTo>
                    <a:pt x="1237031" y="952438"/>
                  </a:lnTo>
                  <a:lnTo>
                    <a:pt x="1246775" y="941726"/>
                  </a:lnTo>
                  <a:lnTo>
                    <a:pt x="1256519" y="930716"/>
                  </a:lnTo>
                  <a:lnTo>
                    <a:pt x="1266263" y="919392"/>
                  </a:lnTo>
                  <a:lnTo>
                    <a:pt x="1276007" y="907768"/>
                  </a:lnTo>
                  <a:lnTo>
                    <a:pt x="1285736" y="895846"/>
                  </a:lnTo>
                  <a:lnTo>
                    <a:pt x="1295480" y="883630"/>
                  </a:lnTo>
                  <a:lnTo>
                    <a:pt x="1305224" y="871127"/>
                  </a:lnTo>
                  <a:lnTo>
                    <a:pt x="1314968" y="858339"/>
                  </a:lnTo>
                  <a:lnTo>
                    <a:pt x="1324697" y="845276"/>
                  </a:lnTo>
                  <a:lnTo>
                    <a:pt x="1334441" y="831943"/>
                  </a:lnTo>
                  <a:lnTo>
                    <a:pt x="1344185" y="818347"/>
                  </a:lnTo>
                  <a:lnTo>
                    <a:pt x="1353929" y="804496"/>
                  </a:lnTo>
                  <a:lnTo>
                    <a:pt x="1363658" y="790397"/>
                  </a:lnTo>
                  <a:lnTo>
                    <a:pt x="1373402" y="776060"/>
                  </a:lnTo>
                  <a:lnTo>
                    <a:pt x="1383146" y="761494"/>
                  </a:lnTo>
                  <a:lnTo>
                    <a:pt x="1392890" y="746710"/>
                  </a:lnTo>
                  <a:lnTo>
                    <a:pt x="1402619" y="731717"/>
                  </a:lnTo>
                  <a:lnTo>
                    <a:pt x="1412363" y="716526"/>
                  </a:lnTo>
                  <a:lnTo>
                    <a:pt x="1422106" y="701149"/>
                  </a:lnTo>
                  <a:lnTo>
                    <a:pt x="1431850" y="685599"/>
                  </a:lnTo>
                  <a:lnTo>
                    <a:pt x="1441594" y="669885"/>
                  </a:lnTo>
                  <a:lnTo>
                    <a:pt x="1451323" y="654024"/>
                  </a:lnTo>
                  <a:lnTo>
                    <a:pt x="1461067" y="638027"/>
                  </a:lnTo>
                  <a:lnTo>
                    <a:pt x="1470811" y="621909"/>
                  </a:lnTo>
                  <a:lnTo>
                    <a:pt x="1480555" y="605682"/>
                  </a:lnTo>
                  <a:lnTo>
                    <a:pt x="1490284" y="589363"/>
                  </a:lnTo>
                  <a:lnTo>
                    <a:pt x="1500028" y="572969"/>
                  </a:lnTo>
                  <a:lnTo>
                    <a:pt x="1509772" y="556511"/>
                  </a:lnTo>
                  <a:lnTo>
                    <a:pt x="1519516" y="540008"/>
                  </a:lnTo>
                  <a:lnTo>
                    <a:pt x="1529245" y="523474"/>
                  </a:lnTo>
                  <a:lnTo>
                    <a:pt x="1538989" y="506927"/>
                  </a:lnTo>
                  <a:lnTo>
                    <a:pt x="1548733" y="490385"/>
                  </a:lnTo>
                  <a:lnTo>
                    <a:pt x="1558477" y="473862"/>
                  </a:lnTo>
                  <a:lnTo>
                    <a:pt x="1568221" y="457376"/>
                  </a:lnTo>
                  <a:lnTo>
                    <a:pt x="1577950" y="440944"/>
                  </a:lnTo>
                  <a:lnTo>
                    <a:pt x="1587694" y="424585"/>
                  </a:lnTo>
                  <a:lnTo>
                    <a:pt x="1597438" y="408315"/>
                  </a:lnTo>
                  <a:lnTo>
                    <a:pt x="1607182" y="392153"/>
                  </a:lnTo>
                  <a:lnTo>
                    <a:pt x="1616911" y="376114"/>
                  </a:lnTo>
                  <a:lnTo>
                    <a:pt x="1626655" y="360219"/>
                  </a:lnTo>
                  <a:lnTo>
                    <a:pt x="1636399" y="344482"/>
                  </a:lnTo>
                  <a:lnTo>
                    <a:pt x="1646142" y="328922"/>
                  </a:lnTo>
                  <a:lnTo>
                    <a:pt x="1655872" y="313555"/>
                  </a:lnTo>
                  <a:lnTo>
                    <a:pt x="1665616" y="298400"/>
                  </a:lnTo>
                  <a:lnTo>
                    <a:pt x="1675359" y="283473"/>
                  </a:lnTo>
                  <a:lnTo>
                    <a:pt x="1685103" y="268790"/>
                  </a:lnTo>
                  <a:lnTo>
                    <a:pt x="1694832" y="254366"/>
                  </a:lnTo>
                  <a:lnTo>
                    <a:pt x="1704576" y="240219"/>
                  </a:lnTo>
                  <a:lnTo>
                    <a:pt x="1714320" y="226365"/>
                  </a:lnTo>
                  <a:lnTo>
                    <a:pt x="1724064" y="212816"/>
                  </a:lnTo>
                  <a:lnTo>
                    <a:pt x="1733808" y="199590"/>
                  </a:lnTo>
                  <a:lnTo>
                    <a:pt x="1743537" y="186699"/>
                  </a:lnTo>
                  <a:lnTo>
                    <a:pt x="1753281" y="174159"/>
                  </a:lnTo>
                  <a:lnTo>
                    <a:pt x="1763025" y="161980"/>
                  </a:lnTo>
                  <a:lnTo>
                    <a:pt x="1772769" y="150177"/>
                  </a:lnTo>
                  <a:lnTo>
                    <a:pt x="1782498" y="138762"/>
                  </a:lnTo>
                  <a:lnTo>
                    <a:pt x="1792242" y="127744"/>
                  </a:lnTo>
                  <a:lnTo>
                    <a:pt x="1801986" y="117137"/>
                  </a:lnTo>
                  <a:lnTo>
                    <a:pt x="1811730" y="106949"/>
                  </a:lnTo>
                  <a:lnTo>
                    <a:pt x="1821459" y="97191"/>
                  </a:lnTo>
                  <a:lnTo>
                    <a:pt x="1831203" y="87870"/>
                  </a:lnTo>
                  <a:lnTo>
                    <a:pt x="1840947" y="78994"/>
                  </a:lnTo>
                  <a:lnTo>
                    <a:pt x="1850691" y="70572"/>
                  </a:lnTo>
                  <a:lnTo>
                    <a:pt x="1860435" y="62610"/>
                  </a:lnTo>
                  <a:lnTo>
                    <a:pt x="1870164" y="55113"/>
                  </a:lnTo>
                  <a:lnTo>
                    <a:pt x="1879908" y="48085"/>
                  </a:lnTo>
                  <a:lnTo>
                    <a:pt x="1889652" y="41532"/>
                  </a:lnTo>
                  <a:lnTo>
                    <a:pt x="1899395" y="35458"/>
                  </a:lnTo>
                  <a:lnTo>
                    <a:pt x="1909124" y="29864"/>
                  </a:lnTo>
                  <a:lnTo>
                    <a:pt x="1918868" y="24752"/>
                  </a:lnTo>
                  <a:lnTo>
                    <a:pt x="1928612" y="20123"/>
                  </a:lnTo>
                  <a:lnTo>
                    <a:pt x="1938356" y="15978"/>
                  </a:lnTo>
                  <a:lnTo>
                    <a:pt x="1948085" y="12315"/>
                  </a:lnTo>
                  <a:lnTo>
                    <a:pt x="1957829" y="9135"/>
                  </a:lnTo>
                  <a:lnTo>
                    <a:pt x="1967573" y="6435"/>
                  </a:lnTo>
                  <a:lnTo>
                    <a:pt x="1977317" y="4210"/>
                  </a:lnTo>
                  <a:lnTo>
                    <a:pt x="1987046" y="2460"/>
                  </a:lnTo>
                  <a:lnTo>
                    <a:pt x="1996790" y="1178"/>
                  </a:lnTo>
                  <a:lnTo>
                    <a:pt x="2006534" y="361"/>
                  </a:lnTo>
                  <a:lnTo>
                    <a:pt x="2016278" y="0"/>
                  </a:lnTo>
                  <a:lnTo>
                    <a:pt x="2026022" y="92"/>
                  </a:lnTo>
                  <a:lnTo>
                    <a:pt x="2035751" y="629"/>
                  </a:lnTo>
                  <a:lnTo>
                    <a:pt x="2045495" y="1602"/>
                  </a:lnTo>
                  <a:lnTo>
                    <a:pt x="2055239" y="3004"/>
                  </a:lnTo>
                  <a:lnTo>
                    <a:pt x="2064983" y="4824"/>
                  </a:lnTo>
                  <a:lnTo>
                    <a:pt x="2074712" y="7056"/>
                  </a:lnTo>
                  <a:lnTo>
                    <a:pt x="2084456" y="9687"/>
                  </a:lnTo>
                  <a:lnTo>
                    <a:pt x="2094200" y="12707"/>
                  </a:lnTo>
                  <a:lnTo>
                    <a:pt x="2103944" y="16104"/>
                  </a:lnTo>
                  <a:lnTo>
                    <a:pt x="2113673" y="19869"/>
                  </a:lnTo>
                  <a:lnTo>
                    <a:pt x="2123417" y="23989"/>
                  </a:lnTo>
                  <a:lnTo>
                    <a:pt x="2133161" y="28450"/>
                  </a:lnTo>
                  <a:lnTo>
                    <a:pt x="2142905" y="33240"/>
                  </a:lnTo>
                  <a:lnTo>
                    <a:pt x="2152649" y="38346"/>
                  </a:lnTo>
                  <a:lnTo>
                    <a:pt x="2162377" y="43754"/>
                  </a:lnTo>
                  <a:lnTo>
                    <a:pt x="2172121" y="49451"/>
                  </a:lnTo>
                  <a:lnTo>
                    <a:pt x="2181865" y="55424"/>
                  </a:lnTo>
                  <a:lnTo>
                    <a:pt x="2191609" y="61656"/>
                  </a:lnTo>
                  <a:lnTo>
                    <a:pt x="2201338" y="68135"/>
                  </a:lnTo>
                  <a:lnTo>
                    <a:pt x="2211082" y="74845"/>
                  </a:lnTo>
                  <a:lnTo>
                    <a:pt x="2220826" y="81773"/>
                  </a:lnTo>
                  <a:lnTo>
                    <a:pt x="2230570" y="88902"/>
                  </a:lnTo>
                  <a:lnTo>
                    <a:pt x="2240299" y="96219"/>
                  </a:lnTo>
                  <a:lnTo>
                    <a:pt x="2250043" y="103709"/>
                  </a:lnTo>
                  <a:lnTo>
                    <a:pt x="2259787" y="111355"/>
                  </a:lnTo>
                  <a:lnTo>
                    <a:pt x="2269531" y="119146"/>
                  </a:lnTo>
                  <a:lnTo>
                    <a:pt x="2279260" y="127063"/>
                  </a:lnTo>
                  <a:lnTo>
                    <a:pt x="2289004" y="135095"/>
                  </a:lnTo>
                  <a:lnTo>
                    <a:pt x="2298748" y="143225"/>
                  </a:lnTo>
                  <a:lnTo>
                    <a:pt x="2308492" y="151441"/>
                  </a:lnTo>
                  <a:lnTo>
                    <a:pt x="2318236" y="159726"/>
                  </a:lnTo>
                  <a:lnTo>
                    <a:pt x="2327965" y="168069"/>
                  </a:lnTo>
                  <a:lnTo>
                    <a:pt x="2337709" y="176455"/>
                  </a:lnTo>
                  <a:lnTo>
                    <a:pt x="2347453" y="184870"/>
                  </a:lnTo>
                  <a:lnTo>
                    <a:pt x="2357197" y="193302"/>
                  </a:lnTo>
                  <a:lnTo>
                    <a:pt x="2366926" y="201738"/>
                  </a:lnTo>
                  <a:lnTo>
                    <a:pt x="2376670" y="210165"/>
                  </a:lnTo>
                  <a:lnTo>
                    <a:pt x="2386413" y="218573"/>
                  </a:lnTo>
                  <a:lnTo>
                    <a:pt x="2396157" y="226946"/>
                  </a:lnTo>
                  <a:lnTo>
                    <a:pt x="2405886" y="235277"/>
                  </a:lnTo>
                  <a:lnTo>
                    <a:pt x="2415630" y="243552"/>
                  </a:lnTo>
                  <a:lnTo>
                    <a:pt x="2425374" y="251763"/>
                  </a:lnTo>
                  <a:lnTo>
                    <a:pt x="2435118" y="259899"/>
                  </a:lnTo>
                  <a:lnTo>
                    <a:pt x="2444862" y="267951"/>
                  </a:lnTo>
                  <a:lnTo>
                    <a:pt x="2454591" y="275910"/>
                  </a:lnTo>
                  <a:lnTo>
                    <a:pt x="2464335" y="283766"/>
                  </a:lnTo>
                  <a:lnTo>
                    <a:pt x="2474079" y="291511"/>
                  </a:lnTo>
                  <a:lnTo>
                    <a:pt x="2483823" y="299139"/>
                  </a:lnTo>
                  <a:lnTo>
                    <a:pt x="2493552" y="306642"/>
                  </a:lnTo>
                  <a:lnTo>
                    <a:pt x="2503296" y="314012"/>
                  </a:lnTo>
                  <a:lnTo>
                    <a:pt x="2513040" y="321246"/>
                  </a:lnTo>
                  <a:lnTo>
                    <a:pt x="2522784" y="328336"/>
                  </a:lnTo>
                  <a:lnTo>
                    <a:pt x="2532513" y="335279"/>
                  </a:lnTo>
                  <a:lnTo>
                    <a:pt x="2542257" y="342069"/>
                  </a:lnTo>
                  <a:lnTo>
                    <a:pt x="2552001" y="348700"/>
                  </a:lnTo>
                  <a:lnTo>
                    <a:pt x="2561745" y="355172"/>
                  </a:lnTo>
                  <a:lnTo>
                    <a:pt x="2571474" y="361479"/>
                  </a:lnTo>
                  <a:lnTo>
                    <a:pt x="2581218" y="367620"/>
                  </a:lnTo>
                  <a:lnTo>
                    <a:pt x="2590962" y="373595"/>
                  </a:lnTo>
                  <a:lnTo>
                    <a:pt x="2600705" y="379397"/>
                  </a:lnTo>
                  <a:lnTo>
                    <a:pt x="2610449" y="385028"/>
                  </a:lnTo>
                  <a:lnTo>
                    <a:pt x="2620178" y="390487"/>
                  </a:lnTo>
                  <a:lnTo>
                    <a:pt x="2629922" y="395774"/>
                  </a:lnTo>
                  <a:lnTo>
                    <a:pt x="2639666" y="400887"/>
                  </a:lnTo>
                  <a:lnTo>
                    <a:pt x="2649410" y="405829"/>
                  </a:lnTo>
                  <a:lnTo>
                    <a:pt x="2659139" y="410598"/>
                  </a:lnTo>
                  <a:lnTo>
                    <a:pt x="2668883" y="415196"/>
                  </a:lnTo>
                  <a:lnTo>
                    <a:pt x="2678627" y="419625"/>
                  </a:lnTo>
                  <a:lnTo>
                    <a:pt x="2688371" y="423888"/>
                  </a:lnTo>
                  <a:lnTo>
                    <a:pt x="2698100" y="427984"/>
                  </a:lnTo>
                  <a:lnTo>
                    <a:pt x="2707844" y="431917"/>
                  </a:lnTo>
                  <a:lnTo>
                    <a:pt x="2717588" y="435689"/>
                  </a:lnTo>
                  <a:lnTo>
                    <a:pt x="2727332" y="439304"/>
                  </a:lnTo>
                  <a:lnTo>
                    <a:pt x="2737076" y="442763"/>
                  </a:lnTo>
                  <a:lnTo>
                    <a:pt x="2746805" y="446071"/>
                  </a:lnTo>
                  <a:lnTo>
                    <a:pt x="2756549" y="449230"/>
                  </a:lnTo>
                  <a:lnTo>
                    <a:pt x="2766293" y="452244"/>
                  </a:lnTo>
                  <a:lnTo>
                    <a:pt x="2776037" y="455116"/>
                  </a:lnTo>
                  <a:lnTo>
                    <a:pt x="2785766" y="457850"/>
                  </a:lnTo>
                  <a:lnTo>
                    <a:pt x="2795510" y="460450"/>
                  </a:lnTo>
                  <a:lnTo>
                    <a:pt x="2805254" y="462919"/>
                  </a:lnTo>
                  <a:lnTo>
                    <a:pt x="2814998" y="465261"/>
                  </a:lnTo>
                  <a:lnTo>
                    <a:pt x="2824727" y="467481"/>
                  </a:lnTo>
                  <a:lnTo>
                    <a:pt x="2834471" y="469580"/>
                  </a:lnTo>
                  <a:lnTo>
                    <a:pt x="2844215" y="471566"/>
                  </a:lnTo>
                  <a:lnTo>
                    <a:pt x="2853958" y="473439"/>
                  </a:lnTo>
                  <a:lnTo>
                    <a:pt x="2863687" y="475204"/>
                  </a:lnTo>
                  <a:lnTo>
                    <a:pt x="2873431" y="476866"/>
                  </a:lnTo>
                  <a:lnTo>
                    <a:pt x="2883175" y="478427"/>
                  </a:lnTo>
                  <a:lnTo>
                    <a:pt x="2892919" y="479890"/>
                  </a:lnTo>
                  <a:lnTo>
                    <a:pt x="2902663" y="481261"/>
                  </a:lnTo>
                  <a:lnTo>
                    <a:pt x="2912392" y="48253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3" name="Freeform 682">
              <a:extLst>
                <a:ext uri="{FF2B5EF4-FFF2-40B4-BE49-F238E27FC236}">
                  <a16:creationId xmlns:a16="http://schemas.microsoft.com/office/drawing/2014/main" id="{FDB3A48E-7DFA-A44E-E9A9-5D29AE0E9E2A}"/>
                </a:ext>
              </a:extLst>
            </p:cNvPr>
            <p:cNvSpPr/>
            <p:nvPr/>
          </p:nvSpPr>
          <p:spPr>
            <a:xfrm>
              <a:off x="576446" y="3287635"/>
              <a:ext cx="2912392" cy="696512"/>
            </a:xfrm>
            <a:custGeom>
              <a:avLst/>
              <a:gdLst>
                <a:gd name="connsiteX0" fmla="*/ 0 w 2912392"/>
                <a:gd name="connsiteY0" fmla="*/ 324477 h 696512"/>
                <a:gd name="connsiteX1" fmla="*/ 9739 w 2912392"/>
                <a:gd name="connsiteY1" fmla="*/ 329250 h 696512"/>
                <a:gd name="connsiteX2" fmla="*/ 19480 w 2912392"/>
                <a:gd name="connsiteY2" fmla="*/ 334299 h 696512"/>
                <a:gd name="connsiteX3" fmla="*/ 29221 w 2912392"/>
                <a:gd name="connsiteY3" fmla="*/ 339619 h 696512"/>
                <a:gd name="connsiteX4" fmla="*/ 38961 w 2912392"/>
                <a:gd name="connsiteY4" fmla="*/ 345203 h 696512"/>
                <a:gd name="connsiteX5" fmla="*/ 48702 w 2912392"/>
                <a:gd name="connsiteY5" fmla="*/ 351042 h 696512"/>
                <a:gd name="connsiteX6" fmla="*/ 58443 w 2912392"/>
                <a:gd name="connsiteY6" fmla="*/ 357129 h 696512"/>
                <a:gd name="connsiteX7" fmla="*/ 68182 w 2912392"/>
                <a:gd name="connsiteY7" fmla="*/ 363450 h 696512"/>
                <a:gd name="connsiteX8" fmla="*/ 77923 w 2912392"/>
                <a:gd name="connsiteY8" fmla="*/ 370000 h 696512"/>
                <a:gd name="connsiteX9" fmla="*/ 87664 w 2912392"/>
                <a:gd name="connsiteY9" fmla="*/ 376765 h 696512"/>
                <a:gd name="connsiteX10" fmla="*/ 97404 w 2912392"/>
                <a:gd name="connsiteY10" fmla="*/ 383737 h 696512"/>
                <a:gd name="connsiteX11" fmla="*/ 107145 w 2912392"/>
                <a:gd name="connsiteY11" fmla="*/ 390900 h 696512"/>
                <a:gd name="connsiteX12" fmla="*/ 116886 w 2912392"/>
                <a:gd name="connsiteY12" fmla="*/ 398244 h 696512"/>
                <a:gd name="connsiteX13" fmla="*/ 126625 w 2912392"/>
                <a:gd name="connsiteY13" fmla="*/ 405756 h 696512"/>
                <a:gd name="connsiteX14" fmla="*/ 136366 w 2912392"/>
                <a:gd name="connsiteY14" fmla="*/ 413421 h 696512"/>
                <a:gd name="connsiteX15" fmla="*/ 146107 w 2912392"/>
                <a:gd name="connsiteY15" fmla="*/ 421227 h 696512"/>
                <a:gd name="connsiteX16" fmla="*/ 155846 w 2912392"/>
                <a:gd name="connsiteY16" fmla="*/ 429161 h 696512"/>
                <a:gd name="connsiteX17" fmla="*/ 165587 w 2912392"/>
                <a:gd name="connsiteY17" fmla="*/ 437205 h 696512"/>
                <a:gd name="connsiteX18" fmla="*/ 175328 w 2912392"/>
                <a:gd name="connsiteY18" fmla="*/ 445347 h 696512"/>
                <a:gd name="connsiteX19" fmla="*/ 185068 w 2912392"/>
                <a:gd name="connsiteY19" fmla="*/ 453571 h 696512"/>
                <a:gd name="connsiteX20" fmla="*/ 194809 w 2912392"/>
                <a:gd name="connsiteY20" fmla="*/ 461862 h 696512"/>
                <a:gd name="connsiteX21" fmla="*/ 204550 w 2912392"/>
                <a:gd name="connsiteY21" fmla="*/ 470204 h 696512"/>
                <a:gd name="connsiteX22" fmla="*/ 214289 w 2912392"/>
                <a:gd name="connsiteY22" fmla="*/ 478584 h 696512"/>
                <a:gd name="connsiteX23" fmla="*/ 224030 w 2912392"/>
                <a:gd name="connsiteY23" fmla="*/ 486984 h 696512"/>
                <a:gd name="connsiteX24" fmla="*/ 233771 w 2912392"/>
                <a:gd name="connsiteY24" fmla="*/ 495388 h 696512"/>
                <a:gd name="connsiteX25" fmla="*/ 243510 w 2912392"/>
                <a:gd name="connsiteY25" fmla="*/ 503784 h 696512"/>
                <a:gd name="connsiteX26" fmla="*/ 253251 w 2912392"/>
                <a:gd name="connsiteY26" fmla="*/ 512152 h 696512"/>
                <a:gd name="connsiteX27" fmla="*/ 262992 w 2912392"/>
                <a:gd name="connsiteY27" fmla="*/ 520480 h 696512"/>
                <a:gd name="connsiteX28" fmla="*/ 272732 w 2912392"/>
                <a:gd name="connsiteY28" fmla="*/ 528751 h 696512"/>
                <a:gd name="connsiteX29" fmla="*/ 282473 w 2912392"/>
                <a:gd name="connsiteY29" fmla="*/ 536952 h 696512"/>
                <a:gd name="connsiteX30" fmla="*/ 292214 w 2912392"/>
                <a:gd name="connsiteY30" fmla="*/ 545066 h 696512"/>
                <a:gd name="connsiteX31" fmla="*/ 301953 w 2912392"/>
                <a:gd name="connsiteY31" fmla="*/ 553080 h 696512"/>
                <a:gd name="connsiteX32" fmla="*/ 311694 w 2912392"/>
                <a:gd name="connsiteY32" fmla="*/ 560979 h 696512"/>
                <a:gd name="connsiteX33" fmla="*/ 321435 w 2912392"/>
                <a:gd name="connsiteY33" fmla="*/ 568751 h 696512"/>
                <a:gd name="connsiteX34" fmla="*/ 331175 w 2912392"/>
                <a:gd name="connsiteY34" fmla="*/ 576380 h 696512"/>
                <a:gd name="connsiteX35" fmla="*/ 340916 w 2912392"/>
                <a:gd name="connsiteY35" fmla="*/ 583855 h 696512"/>
                <a:gd name="connsiteX36" fmla="*/ 350656 w 2912392"/>
                <a:gd name="connsiteY36" fmla="*/ 591163 h 696512"/>
                <a:gd name="connsiteX37" fmla="*/ 360396 w 2912392"/>
                <a:gd name="connsiteY37" fmla="*/ 598292 h 696512"/>
                <a:gd name="connsiteX38" fmla="*/ 370137 w 2912392"/>
                <a:gd name="connsiteY38" fmla="*/ 605231 h 696512"/>
                <a:gd name="connsiteX39" fmla="*/ 379878 w 2912392"/>
                <a:gd name="connsiteY39" fmla="*/ 611967 h 696512"/>
                <a:gd name="connsiteX40" fmla="*/ 389617 w 2912392"/>
                <a:gd name="connsiteY40" fmla="*/ 618492 h 696512"/>
                <a:gd name="connsiteX41" fmla="*/ 399358 w 2912392"/>
                <a:gd name="connsiteY41" fmla="*/ 624796 h 696512"/>
                <a:gd name="connsiteX42" fmla="*/ 409099 w 2912392"/>
                <a:gd name="connsiteY42" fmla="*/ 630869 h 696512"/>
                <a:gd name="connsiteX43" fmla="*/ 418839 w 2912392"/>
                <a:gd name="connsiteY43" fmla="*/ 636704 h 696512"/>
                <a:gd name="connsiteX44" fmla="*/ 428580 w 2912392"/>
                <a:gd name="connsiteY44" fmla="*/ 642291 h 696512"/>
                <a:gd name="connsiteX45" fmla="*/ 438321 w 2912392"/>
                <a:gd name="connsiteY45" fmla="*/ 647624 h 696512"/>
                <a:gd name="connsiteX46" fmla="*/ 448060 w 2912392"/>
                <a:gd name="connsiteY46" fmla="*/ 652698 h 696512"/>
                <a:gd name="connsiteX47" fmla="*/ 457801 w 2912392"/>
                <a:gd name="connsiteY47" fmla="*/ 657505 h 696512"/>
                <a:gd name="connsiteX48" fmla="*/ 467542 w 2912392"/>
                <a:gd name="connsiteY48" fmla="*/ 662042 h 696512"/>
                <a:gd name="connsiteX49" fmla="*/ 477281 w 2912392"/>
                <a:gd name="connsiteY49" fmla="*/ 666305 h 696512"/>
                <a:gd name="connsiteX50" fmla="*/ 487022 w 2912392"/>
                <a:gd name="connsiteY50" fmla="*/ 670287 h 696512"/>
                <a:gd name="connsiteX51" fmla="*/ 496763 w 2912392"/>
                <a:gd name="connsiteY51" fmla="*/ 673988 h 696512"/>
                <a:gd name="connsiteX52" fmla="*/ 506503 w 2912392"/>
                <a:gd name="connsiteY52" fmla="*/ 677408 h 696512"/>
                <a:gd name="connsiteX53" fmla="*/ 516244 w 2912392"/>
                <a:gd name="connsiteY53" fmla="*/ 680541 h 696512"/>
                <a:gd name="connsiteX54" fmla="*/ 525985 w 2912392"/>
                <a:gd name="connsiteY54" fmla="*/ 683388 h 696512"/>
                <a:gd name="connsiteX55" fmla="*/ 535724 w 2912392"/>
                <a:gd name="connsiteY55" fmla="*/ 685951 h 696512"/>
                <a:gd name="connsiteX56" fmla="*/ 545465 w 2912392"/>
                <a:gd name="connsiteY56" fmla="*/ 688229 h 696512"/>
                <a:gd name="connsiteX57" fmla="*/ 555206 w 2912392"/>
                <a:gd name="connsiteY57" fmla="*/ 690224 h 696512"/>
                <a:gd name="connsiteX58" fmla="*/ 564946 w 2912392"/>
                <a:gd name="connsiteY58" fmla="*/ 691937 h 696512"/>
                <a:gd name="connsiteX59" fmla="*/ 574687 w 2912392"/>
                <a:gd name="connsiteY59" fmla="*/ 693373 h 696512"/>
                <a:gd name="connsiteX60" fmla="*/ 584428 w 2912392"/>
                <a:gd name="connsiteY60" fmla="*/ 694532 h 696512"/>
                <a:gd name="connsiteX61" fmla="*/ 594167 w 2912392"/>
                <a:gd name="connsiteY61" fmla="*/ 695422 h 696512"/>
                <a:gd name="connsiteX62" fmla="*/ 603908 w 2912392"/>
                <a:gd name="connsiteY62" fmla="*/ 696046 h 696512"/>
                <a:gd name="connsiteX63" fmla="*/ 613649 w 2912392"/>
                <a:gd name="connsiteY63" fmla="*/ 696407 h 696512"/>
                <a:gd name="connsiteX64" fmla="*/ 623388 w 2912392"/>
                <a:gd name="connsiteY64" fmla="*/ 696513 h 696512"/>
                <a:gd name="connsiteX65" fmla="*/ 633129 w 2912392"/>
                <a:gd name="connsiteY65" fmla="*/ 696369 h 696512"/>
                <a:gd name="connsiteX66" fmla="*/ 642870 w 2912392"/>
                <a:gd name="connsiteY66" fmla="*/ 695984 h 696512"/>
                <a:gd name="connsiteX67" fmla="*/ 652610 w 2912392"/>
                <a:gd name="connsiteY67" fmla="*/ 695362 h 696512"/>
                <a:gd name="connsiteX68" fmla="*/ 662351 w 2912392"/>
                <a:gd name="connsiteY68" fmla="*/ 694512 h 696512"/>
                <a:gd name="connsiteX69" fmla="*/ 672092 w 2912392"/>
                <a:gd name="connsiteY69" fmla="*/ 693440 h 696512"/>
                <a:gd name="connsiteX70" fmla="*/ 681831 w 2912392"/>
                <a:gd name="connsiteY70" fmla="*/ 692158 h 696512"/>
                <a:gd name="connsiteX71" fmla="*/ 691572 w 2912392"/>
                <a:gd name="connsiteY71" fmla="*/ 690671 h 696512"/>
                <a:gd name="connsiteX72" fmla="*/ 701313 w 2912392"/>
                <a:gd name="connsiteY72" fmla="*/ 688990 h 696512"/>
                <a:gd name="connsiteX73" fmla="*/ 711052 w 2912392"/>
                <a:gd name="connsiteY73" fmla="*/ 687122 h 696512"/>
                <a:gd name="connsiteX74" fmla="*/ 720793 w 2912392"/>
                <a:gd name="connsiteY74" fmla="*/ 685077 h 696512"/>
                <a:gd name="connsiteX75" fmla="*/ 730534 w 2912392"/>
                <a:gd name="connsiteY75" fmla="*/ 682865 h 696512"/>
                <a:gd name="connsiteX76" fmla="*/ 740274 w 2912392"/>
                <a:gd name="connsiteY76" fmla="*/ 680495 h 696512"/>
                <a:gd name="connsiteX77" fmla="*/ 750015 w 2912392"/>
                <a:gd name="connsiteY77" fmla="*/ 677977 h 696512"/>
                <a:gd name="connsiteX78" fmla="*/ 759756 w 2912392"/>
                <a:gd name="connsiteY78" fmla="*/ 675319 h 696512"/>
                <a:gd name="connsiteX79" fmla="*/ 769495 w 2912392"/>
                <a:gd name="connsiteY79" fmla="*/ 672531 h 696512"/>
                <a:gd name="connsiteX80" fmla="*/ 779236 w 2912392"/>
                <a:gd name="connsiteY80" fmla="*/ 669624 h 696512"/>
                <a:gd name="connsiteX81" fmla="*/ 788977 w 2912392"/>
                <a:gd name="connsiteY81" fmla="*/ 666606 h 696512"/>
                <a:gd name="connsiteX82" fmla="*/ 798717 w 2912392"/>
                <a:gd name="connsiteY82" fmla="*/ 663487 h 696512"/>
                <a:gd name="connsiteX83" fmla="*/ 808458 w 2912392"/>
                <a:gd name="connsiteY83" fmla="*/ 660277 h 696512"/>
                <a:gd name="connsiteX84" fmla="*/ 818199 w 2912392"/>
                <a:gd name="connsiteY84" fmla="*/ 656982 h 696512"/>
                <a:gd name="connsiteX85" fmla="*/ 827938 w 2912392"/>
                <a:gd name="connsiteY85" fmla="*/ 653614 h 696512"/>
                <a:gd name="connsiteX86" fmla="*/ 837679 w 2912392"/>
                <a:gd name="connsiteY86" fmla="*/ 650180 h 696512"/>
                <a:gd name="connsiteX87" fmla="*/ 847420 w 2912392"/>
                <a:gd name="connsiteY87" fmla="*/ 646687 h 696512"/>
                <a:gd name="connsiteX88" fmla="*/ 857159 w 2912392"/>
                <a:gd name="connsiteY88" fmla="*/ 643146 h 696512"/>
                <a:gd name="connsiteX89" fmla="*/ 866900 w 2912392"/>
                <a:gd name="connsiteY89" fmla="*/ 639561 h 696512"/>
                <a:gd name="connsiteX90" fmla="*/ 876641 w 2912392"/>
                <a:gd name="connsiteY90" fmla="*/ 635942 h 696512"/>
                <a:gd name="connsiteX91" fmla="*/ 886381 w 2912392"/>
                <a:gd name="connsiteY91" fmla="*/ 632296 h 696512"/>
                <a:gd name="connsiteX92" fmla="*/ 896122 w 2912392"/>
                <a:gd name="connsiteY92" fmla="*/ 628627 h 696512"/>
                <a:gd name="connsiteX93" fmla="*/ 905863 w 2912392"/>
                <a:gd name="connsiteY93" fmla="*/ 624942 h 696512"/>
                <a:gd name="connsiteX94" fmla="*/ 915602 w 2912392"/>
                <a:gd name="connsiteY94" fmla="*/ 621249 h 696512"/>
                <a:gd name="connsiteX95" fmla="*/ 925343 w 2912392"/>
                <a:gd name="connsiteY95" fmla="*/ 617548 h 696512"/>
                <a:gd name="connsiteX96" fmla="*/ 935084 w 2912392"/>
                <a:gd name="connsiteY96" fmla="*/ 613848 h 696512"/>
                <a:gd name="connsiteX97" fmla="*/ 944824 w 2912392"/>
                <a:gd name="connsiteY97" fmla="*/ 610152 h 696512"/>
                <a:gd name="connsiteX98" fmla="*/ 954564 w 2912392"/>
                <a:gd name="connsiteY98" fmla="*/ 606463 h 696512"/>
                <a:gd name="connsiteX99" fmla="*/ 964305 w 2912392"/>
                <a:gd name="connsiteY99" fmla="*/ 602783 h 696512"/>
                <a:gd name="connsiteX100" fmla="*/ 974045 w 2912392"/>
                <a:gd name="connsiteY100" fmla="*/ 599116 h 696512"/>
                <a:gd name="connsiteX101" fmla="*/ 983786 w 2912392"/>
                <a:gd name="connsiteY101" fmla="*/ 595465 h 696512"/>
                <a:gd name="connsiteX102" fmla="*/ 993522 w 2912392"/>
                <a:gd name="connsiteY102" fmla="*/ 591829 h 696512"/>
                <a:gd name="connsiteX103" fmla="*/ 1003266 w 2912392"/>
                <a:gd name="connsiteY103" fmla="*/ 588212 h 696512"/>
                <a:gd name="connsiteX104" fmla="*/ 1013010 w 2912392"/>
                <a:gd name="connsiteY104" fmla="*/ 584612 h 696512"/>
                <a:gd name="connsiteX105" fmla="*/ 1022754 w 2912392"/>
                <a:gd name="connsiteY105" fmla="*/ 581031 h 696512"/>
                <a:gd name="connsiteX106" fmla="*/ 1032483 w 2912392"/>
                <a:gd name="connsiteY106" fmla="*/ 577467 h 696512"/>
                <a:gd name="connsiteX107" fmla="*/ 1042227 w 2912392"/>
                <a:gd name="connsiteY107" fmla="*/ 573919 h 696512"/>
                <a:gd name="connsiteX108" fmla="*/ 1051971 w 2912392"/>
                <a:gd name="connsiteY108" fmla="*/ 570387 h 696512"/>
                <a:gd name="connsiteX109" fmla="*/ 1061715 w 2912392"/>
                <a:gd name="connsiteY109" fmla="*/ 566869 h 696512"/>
                <a:gd name="connsiteX110" fmla="*/ 1071444 w 2912392"/>
                <a:gd name="connsiteY110" fmla="*/ 563362 h 696512"/>
                <a:gd name="connsiteX111" fmla="*/ 1081188 w 2912392"/>
                <a:gd name="connsiteY111" fmla="*/ 559862 h 696512"/>
                <a:gd name="connsiteX112" fmla="*/ 1090932 w 2912392"/>
                <a:gd name="connsiteY112" fmla="*/ 556368 h 696512"/>
                <a:gd name="connsiteX113" fmla="*/ 1100676 w 2912392"/>
                <a:gd name="connsiteY113" fmla="*/ 552877 h 696512"/>
                <a:gd name="connsiteX114" fmla="*/ 1110405 w 2912392"/>
                <a:gd name="connsiteY114" fmla="*/ 549385 h 696512"/>
                <a:gd name="connsiteX115" fmla="*/ 1120149 w 2912392"/>
                <a:gd name="connsiteY115" fmla="*/ 545885 h 696512"/>
                <a:gd name="connsiteX116" fmla="*/ 1129893 w 2912392"/>
                <a:gd name="connsiteY116" fmla="*/ 542377 h 696512"/>
                <a:gd name="connsiteX117" fmla="*/ 1139637 w 2912392"/>
                <a:gd name="connsiteY117" fmla="*/ 538853 h 696512"/>
                <a:gd name="connsiteX118" fmla="*/ 1149381 w 2912392"/>
                <a:gd name="connsiteY118" fmla="*/ 535310 h 696512"/>
                <a:gd name="connsiteX119" fmla="*/ 1159110 w 2912392"/>
                <a:gd name="connsiteY119" fmla="*/ 531743 h 696512"/>
                <a:gd name="connsiteX120" fmla="*/ 1168854 w 2912392"/>
                <a:gd name="connsiteY120" fmla="*/ 528147 h 696512"/>
                <a:gd name="connsiteX121" fmla="*/ 1178598 w 2912392"/>
                <a:gd name="connsiteY121" fmla="*/ 524514 h 696512"/>
                <a:gd name="connsiteX122" fmla="*/ 1188341 w 2912392"/>
                <a:gd name="connsiteY122" fmla="*/ 520842 h 696512"/>
                <a:gd name="connsiteX123" fmla="*/ 1198070 w 2912392"/>
                <a:gd name="connsiteY123" fmla="*/ 517124 h 696512"/>
                <a:gd name="connsiteX124" fmla="*/ 1207814 w 2912392"/>
                <a:gd name="connsiteY124" fmla="*/ 513355 h 696512"/>
                <a:gd name="connsiteX125" fmla="*/ 1217558 w 2912392"/>
                <a:gd name="connsiteY125" fmla="*/ 509529 h 696512"/>
                <a:gd name="connsiteX126" fmla="*/ 1227302 w 2912392"/>
                <a:gd name="connsiteY126" fmla="*/ 505642 h 696512"/>
                <a:gd name="connsiteX127" fmla="*/ 1237031 w 2912392"/>
                <a:gd name="connsiteY127" fmla="*/ 501686 h 696512"/>
                <a:gd name="connsiteX128" fmla="*/ 1246775 w 2912392"/>
                <a:gd name="connsiteY128" fmla="*/ 497657 h 696512"/>
                <a:gd name="connsiteX129" fmla="*/ 1256519 w 2912392"/>
                <a:gd name="connsiteY129" fmla="*/ 493553 h 696512"/>
                <a:gd name="connsiteX130" fmla="*/ 1266263 w 2912392"/>
                <a:gd name="connsiteY130" fmla="*/ 489363 h 696512"/>
                <a:gd name="connsiteX131" fmla="*/ 1276007 w 2912392"/>
                <a:gd name="connsiteY131" fmla="*/ 485087 h 696512"/>
                <a:gd name="connsiteX132" fmla="*/ 1285736 w 2912392"/>
                <a:gd name="connsiteY132" fmla="*/ 480719 h 696512"/>
                <a:gd name="connsiteX133" fmla="*/ 1295480 w 2912392"/>
                <a:gd name="connsiteY133" fmla="*/ 476255 h 696512"/>
                <a:gd name="connsiteX134" fmla="*/ 1305224 w 2912392"/>
                <a:gd name="connsiteY134" fmla="*/ 471690 h 696512"/>
                <a:gd name="connsiteX135" fmla="*/ 1314968 w 2912392"/>
                <a:gd name="connsiteY135" fmla="*/ 467020 h 696512"/>
                <a:gd name="connsiteX136" fmla="*/ 1324697 w 2912392"/>
                <a:gd name="connsiteY136" fmla="*/ 462244 h 696512"/>
                <a:gd name="connsiteX137" fmla="*/ 1334441 w 2912392"/>
                <a:gd name="connsiteY137" fmla="*/ 457357 h 696512"/>
                <a:gd name="connsiteX138" fmla="*/ 1344185 w 2912392"/>
                <a:gd name="connsiteY138" fmla="*/ 452355 h 696512"/>
                <a:gd name="connsiteX139" fmla="*/ 1353929 w 2912392"/>
                <a:gd name="connsiteY139" fmla="*/ 447239 h 696512"/>
                <a:gd name="connsiteX140" fmla="*/ 1363658 w 2912392"/>
                <a:gd name="connsiteY140" fmla="*/ 442005 h 696512"/>
                <a:gd name="connsiteX141" fmla="*/ 1373402 w 2912392"/>
                <a:gd name="connsiteY141" fmla="*/ 436652 h 696512"/>
                <a:gd name="connsiteX142" fmla="*/ 1383146 w 2912392"/>
                <a:gd name="connsiteY142" fmla="*/ 431178 h 696512"/>
                <a:gd name="connsiteX143" fmla="*/ 1392890 w 2912392"/>
                <a:gd name="connsiteY143" fmla="*/ 425583 h 696512"/>
                <a:gd name="connsiteX144" fmla="*/ 1402619 w 2912392"/>
                <a:gd name="connsiteY144" fmla="*/ 419868 h 696512"/>
                <a:gd name="connsiteX145" fmla="*/ 1412363 w 2912392"/>
                <a:gd name="connsiteY145" fmla="*/ 414031 h 696512"/>
                <a:gd name="connsiteX146" fmla="*/ 1422106 w 2912392"/>
                <a:gd name="connsiteY146" fmla="*/ 408073 h 696512"/>
                <a:gd name="connsiteX147" fmla="*/ 1431850 w 2912392"/>
                <a:gd name="connsiteY147" fmla="*/ 401995 h 696512"/>
                <a:gd name="connsiteX148" fmla="*/ 1441594 w 2912392"/>
                <a:gd name="connsiteY148" fmla="*/ 395799 h 696512"/>
                <a:gd name="connsiteX149" fmla="*/ 1451323 w 2912392"/>
                <a:gd name="connsiteY149" fmla="*/ 389486 h 696512"/>
                <a:gd name="connsiteX150" fmla="*/ 1461067 w 2912392"/>
                <a:gd name="connsiteY150" fmla="*/ 383060 h 696512"/>
                <a:gd name="connsiteX151" fmla="*/ 1470811 w 2912392"/>
                <a:gd name="connsiteY151" fmla="*/ 376523 h 696512"/>
                <a:gd name="connsiteX152" fmla="*/ 1480555 w 2912392"/>
                <a:gd name="connsiteY152" fmla="*/ 369876 h 696512"/>
                <a:gd name="connsiteX153" fmla="*/ 1490284 w 2912392"/>
                <a:gd name="connsiteY153" fmla="*/ 363125 h 696512"/>
                <a:gd name="connsiteX154" fmla="*/ 1500028 w 2912392"/>
                <a:gd name="connsiteY154" fmla="*/ 356275 h 696512"/>
                <a:gd name="connsiteX155" fmla="*/ 1509772 w 2912392"/>
                <a:gd name="connsiteY155" fmla="*/ 349328 h 696512"/>
                <a:gd name="connsiteX156" fmla="*/ 1519516 w 2912392"/>
                <a:gd name="connsiteY156" fmla="*/ 342288 h 696512"/>
                <a:gd name="connsiteX157" fmla="*/ 1529245 w 2912392"/>
                <a:gd name="connsiteY157" fmla="*/ 335162 h 696512"/>
                <a:gd name="connsiteX158" fmla="*/ 1538989 w 2912392"/>
                <a:gd name="connsiteY158" fmla="*/ 327953 h 696512"/>
                <a:gd name="connsiteX159" fmla="*/ 1548733 w 2912392"/>
                <a:gd name="connsiteY159" fmla="*/ 320671 h 696512"/>
                <a:gd name="connsiteX160" fmla="*/ 1558477 w 2912392"/>
                <a:gd name="connsiteY160" fmla="*/ 313317 h 696512"/>
                <a:gd name="connsiteX161" fmla="*/ 1568221 w 2912392"/>
                <a:gd name="connsiteY161" fmla="*/ 305900 h 696512"/>
                <a:gd name="connsiteX162" fmla="*/ 1577950 w 2912392"/>
                <a:gd name="connsiteY162" fmla="*/ 298427 h 696512"/>
                <a:gd name="connsiteX163" fmla="*/ 1587694 w 2912392"/>
                <a:gd name="connsiteY163" fmla="*/ 290901 h 696512"/>
                <a:gd name="connsiteX164" fmla="*/ 1597438 w 2912392"/>
                <a:gd name="connsiteY164" fmla="*/ 283332 h 696512"/>
                <a:gd name="connsiteX165" fmla="*/ 1607182 w 2912392"/>
                <a:gd name="connsiteY165" fmla="*/ 275727 h 696512"/>
                <a:gd name="connsiteX166" fmla="*/ 1616911 w 2912392"/>
                <a:gd name="connsiteY166" fmla="*/ 268092 h 696512"/>
                <a:gd name="connsiteX167" fmla="*/ 1626655 w 2912392"/>
                <a:gd name="connsiteY167" fmla="*/ 260434 h 696512"/>
                <a:gd name="connsiteX168" fmla="*/ 1636399 w 2912392"/>
                <a:gd name="connsiteY168" fmla="*/ 252763 h 696512"/>
                <a:gd name="connsiteX169" fmla="*/ 1646142 w 2912392"/>
                <a:gd name="connsiteY169" fmla="*/ 245084 h 696512"/>
                <a:gd name="connsiteX170" fmla="*/ 1655872 w 2912392"/>
                <a:gd name="connsiteY170" fmla="*/ 237406 h 696512"/>
                <a:gd name="connsiteX171" fmla="*/ 1665616 w 2912392"/>
                <a:gd name="connsiteY171" fmla="*/ 229735 h 696512"/>
                <a:gd name="connsiteX172" fmla="*/ 1675359 w 2912392"/>
                <a:gd name="connsiteY172" fmla="*/ 222081 h 696512"/>
                <a:gd name="connsiteX173" fmla="*/ 1685103 w 2912392"/>
                <a:gd name="connsiteY173" fmla="*/ 214450 h 696512"/>
                <a:gd name="connsiteX174" fmla="*/ 1694832 w 2912392"/>
                <a:gd name="connsiteY174" fmla="*/ 206850 h 696512"/>
                <a:gd name="connsiteX175" fmla="*/ 1704576 w 2912392"/>
                <a:gd name="connsiteY175" fmla="*/ 199289 h 696512"/>
                <a:gd name="connsiteX176" fmla="*/ 1714320 w 2912392"/>
                <a:gd name="connsiteY176" fmla="*/ 191775 h 696512"/>
                <a:gd name="connsiteX177" fmla="*/ 1724064 w 2912392"/>
                <a:gd name="connsiteY177" fmla="*/ 184315 h 696512"/>
                <a:gd name="connsiteX178" fmla="*/ 1733808 w 2912392"/>
                <a:gd name="connsiteY178" fmla="*/ 176916 h 696512"/>
                <a:gd name="connsiteX179" fmla="*/ 1743537 w 2912392"/>
                <a:gd name="connsiteY179" fmla="*/ 169588 h 696512"/>
                <a:gd name="connsiteX180" fmla="*/ 1753281 w 2912392"/>
                <a:gd name="connsiteY180" fmla="*/ 162335 h 696512"/>
                <a:gd name="connsiteX181" fmla="*/ 1763025 w 2912392"/>
                <a:gd name="connsiteY181" fmla="*/ 155165 h 696512"/>
                <a:gd name="connsiteX182" fmla="*/ 1772769 w 2912392"/>
                <a:gd name="connsiteY182" fmla="*/ 148087 h 696512"/>
                <a:gd name="connsiteX183" fmla="*/ 1782498 w 2912392"/>
                <a:gd name="connsiteY183" fmla="*/ 141105 h 696512"/>
                <a:gd name="connsiteX184" fmla="*/ 1792242 w 2912392"/>
                <a:gd name="connsiteY184" fmla="*/ 134228 h 696512"/>
                <a:gd name="connsiteX185" fmla="*/ 1801986 w 2912392"/>
                <a:gd name="connsiteY185" fmla="*/ 127462 h 696512"/>
                <a:gd name="connsiteX186" fmla="*/ 1811730 w 2912392"/>
                <a:gd name="connsiteY186" fmla="*/ 120814 h 696512"/>
                <a:gd name="connsiteX187" fmla="*/ 1821459 w 2912392"/>
                <a:gd name="connsiteY187" fmla="*/ 114290 h 696512"/>
                <a:gd name="connsiteX188" fmla="*/ 1831203 w 2912392"/>
                <a:gd name="connsiteY188" fmla="*/ 107897 h 696512"/>
                <a:gd name="connsiteX189" fmla="*/ 1840947 w 2912392"/>
                <a:gd name="connsiteY189" fmla="*/ 101638 h 696512"/>
                <a:gd name="connsiteX190" fmla="*/ 1850691 w 2912392"/>
                <a:gd name="connsiteY190" fmla="*/ 95522 h 696512"/>
                <a:gd name="connsiteX191" fmla="*/ 1860435 w 2912392"/>
                <a:gd name="connsiteY191" fmla="*/ 89553 h 696512"/>
                <a:gd name="connsiteX192" fmla="*/ 1870164 w 2912392"/>
                <a:gd name="connsiteY192" fmla="*/ 83737 h 696512"/>
                <a:gd name="connsiteX193" fmla="*/ 1879908 w 2912392"/>
                <a:gd name="connsiteY193" fmla="*/ 78080 h 696512"/>
                <a:gd name="connsiteX194" fmla="*/ 1889652 w 2912392"/>
                <a:gd name="connsiteY194" fmla="*/ 72585 h 696512"/>
                <a:gd name="connsiteX195" fmla="*/ 1899395 w 2912392"/>
                <a:gd name="connsiteY195" fmla="*/ 67260 h 696512"/>
                <a:gd name="connsiteX196" fmla="*/ 1909124 w 2912392"/>
                <a:gd name="connsiteY196" fmla="*/ 62108 h 696512"/>
                <a:gd name="connsiteX197" fmla="*/ 1918868 w 2912392"/>
                <a:gd name="connsiteY197" fmla="*/ 57133 h 696512"/>
                <a:gd name="connsiteX198" fmla="*/ 1928612 w 2912392"/>
                <a:gd name="connsiteY198" fmla="*/ 52340 h 696512"/>
                <a:gd name="connsiteX199" fmla="*/ 1938356 w 2912392"/>
                <a:gd name="connsiteY199" fmla="*/ 47735 h 696512"/>
                <a:gd name="connsiteX200" fmla="*/ 1948085 w 2912392"/>
                <a:gd name="connsiteY200" fmla="*/ 43320 h 696512"/>
                <a:gd name="connsiteX201" fmla="*/ 1957829 w 2912392"/>
                <a:gd name="connsiteY201" fmla="*/ 39099 h 696512"/>
                <a:gd name="connsiteX202" fmla="*/ 1967573 w 2912392"/>
                <a:gd name="connsiteY202" fmla="*/ 35078 h 696512"/>
                <a:gd name="connsiteX203" fmla="*/ 1977317 w 2912392"/>
                <a:gd name="connsiteY203" fmla="*/ 31258 h 696512"/>
                <a:gd name="connsiteX204" fmla="*/ 1987046 w 2912392"/>
                <a:gd name="connsiteY204" fmla="*/ 27645 h 696512"/>
                <a:gd name="connsiteX205" fmla="*/ 1996790 w 2912392"/>
                <a:gd name="connsiteY205" fmla="*/ 24239 h 696512"/>
                <a:gd name="connsiteX206" fmla="*/ 2006534 w 2912392"/>
                <a:gd name="connsiteY206" fmla="*/ 21046 h 696512"/>
                <a:gd name="connsiteX207" fmla="*/ 2016278 w 2912392"/>
                <a:gd name="connsiteY207" fmla="*/ 18070 h 696512"/>
                <a:gd name="connsiteX208" fmla="*/ 2026022 w 2912392"/>
                <a:gd name="connsiteY208" fmla="*/ 15309 h 696512"/>
                <a:gd name="connsiteX209" fmla="*/ 2035751 w 2912392"/>
                <a:gd name="connsiteY209" fmla="*/ 12770 h 696512"/>
                <a:gd name="connsiteX210" fmla="*/ 2045495 w 2912392"/>
                <a:gd name="connsiteY210" fmla="*/ 10455 h 696512"/>
                <a:gd name="connsiteX211" fmla="*/ 2055239 w 2912392"/>
                <a:gd name="connsiteY211" fmla="*/ 8364 h 696512"/>
                <a:gd name="connsiteX212" fmla="*/ 2064983 w 2912392"/>
                <a:gd name="connsiteY212" fmla="*/ 6503 h 696512"/>
                <a:gd name="connsiteX213" fmla="*/ 2074712 w 2912392"/>
                <a:gd name="connsiteY213" fmla="*/ 4870 h 696512"/>
                <a:gd name="connsiteX214" fmla="*/ 2084456 w 2912392"/>
                <a:gd name="connsiteY214" fmla="*/ 3471 h 696512"/>
                <a:gd name="connsiteX215" fmla="*/ 2094200 w 2912392"/>
                <a:gd name="connsiteY215" fmla="*/ 2305 h 696512"/>
                <a:gd name="connsiteX216" fmla="*/ 2103944 w 2912392"/>
                <a:gd name="connsiteY216" fmla="*/ 1372 h 696512"/>
                <a:gd name="connsiteX217" fmla="*/ 2113673 w 2912392"/>
                <a:gd name="connsiteY217" fmla="*/ 676 h 696512"/>
                <a:gd name="connsiteX218" fmla="*/ 2123417 w 2912392"/>
                <a:gd name="connsiteY218" fmla="*/ 219 h 696512"/>
                <a:gd name="connsiteX219" fmla="*/ 2133161 w 2912392"/>
                <a:gd name="connsiteY219" fmla="*/ 0 h 696512"/>
                <a:gd name="connsiteX220" fmla="*/ 2142905 w 2912392"/>
                <a:gd name="connsiteY220" fmla="*/ 19 h 696512"/>
                <a:gd name="connsiteX221" fmla="*/ 2152649 w 2912392"/>
                <a:gd name="connsiteY221" fmla="*/ 279 h 696512"/>
                <a:gd name="connsiteX222" fmla="*/ 2162377 w 2912392"/>
                <a:gd name="connsiteY222" fmla="*/ 776 h 696512"/>
                <a:gd name="connsiteX223" fmla="*/ 2172121 w 2912392"/>
                <a:gd name="connsiteY223" fmla="*/ 1515 h 696512"/>
                <a:gd name="connsiteX224" fmla="*/ 2181865 w 2912392"/>
                <a:gd name="connsiteY224" fmla="*/ 2493 h 696512"/>
                <a:gd name="connsiteX225" fmla="*/ 2191609 w 2912392"/>
                <a:gd name="connsiteY225" fmla="*/ 3708 h 696512"/>
                <a:gd name="connsiteX226" fmla="*/ 2201338 w 2912392"/>
                <a:gd name="connsiteY226" fmla="*/ 5162 h 696512"/>
                <a:gd name="connsiteX227" fmla="*/ 2211082 w 2912392"/>
                <a:gd name="connsiteY227" fmla="*/ 6854 h 696512"/>
                <a:gd name="connsiteX228" fmla="*/ 2220826 w 2912392"/>
                <a:gd name="connsiteY228" fmla="*/ 8778 h 696512"/>
                <a:gd name="connsiteX229" fmla="*/ 2230570 w 2912392"/>
                <a:gd name="connsiteY229" fmla="*/ 10939 h 696512"/>
                <a:gd name="connsiteX230" fmla="*/ 2240299 w 2912392"/>
                <a:gd name="connsiteY230" fmla="*/ 13329 h 696512"/>
                <a:gd name="connsiteX231" fmla="*/ 2250043 w 2912392"/>
                <a:gd name="connsiteY231" fmla="*/ 15949 h 696512"/>
                <a:gd name="connsiteX232" fmla="*/ 2259787 w 2912392"/>
                <a:gd name="connsiteY232" fmla="*/ 18795 h 696512"/>
                <a:gd name="connsiteX233" fmla="*/ 2269531 w 2912392"/>
                <a:gd name="connsiteY233" fmla="*/ 21864 h 696512"/>
                <a:gd name="connsiteX234" fmla="*/ 2279260 w 2912392"/>
                <a:gd name="connsiteY234" fmla="*/ 25152 h 696512"/>
                <a:gd name="connsiteX235" fmla="*/ 2289004 w 2912392"/>
                <a:gd name="connsiteY235" fmla="*/ 28657 h 696512"/>
                <a:gd name="connsiteX236" fmla="*/ 2298748 w 2912392"/>
                <a:gd name="connsiteY236" fmla="*/ 32373 h 696512"/>
                <a:gd name="connsiteX237" fmla="*/ 2308492 w 2912392"/>
                <a:gd name="connsiteY237" fmla="*/ 36295 h 696512"/>
                <a:gd name="connsiteX238" fmla="*/ 2318236 w 2912392"/>
                <a:gd name="connsiteY238" fmla="*/ 40421 h 696512"/>
                <a:gd name="connsiteX239" fmla="*/ 2327965 w 2912392"/>
                <a:gd name="connsiteY239" fmla="*/ 44742 h 696512"/>
                <a:gd name="connsiteX240" fmla="*/ 2337709 w 2912392"/>
                <a:gd name="connsiteY240" fmla="*/ 49255 h 696512"/>
                <a:gd name="connsiteX241" fmla="*/ 2347453 w 2912392"/>
                <a:gd name="connsiteY241" fmla="*/ 53951 h 696512"/>
                <a:gd name="connsiteX242" fmla="*/ 2357197 w 2912392"/>
                <a:gd name="connsiteY242" fmla="*/ 58824 h 696512"/>
                <a:gd name="connsiteX243" fmla="*/ 2366926 w 2912392"/>
                <a:gd name="connsiteY243" fmla="*/ 63870 h 696512"/>
                <a:gd name="connsiteX244" fmla="*/ 2376670 w 2912392"/>
                <a:gd name="connsiteY244" fmla="*/ 69079 h 696512"/>
                <a:gd name="connsiteX245" fmla="*/ 2386413 w 2912392"/>
                <a:gd name="connsiteY245" fmla="*/ 74444 h 696512"/>
                <a:gd name="connsiteX246" fmla="*/ 2396157 w 2912392"/>
                <a:gd name="connsiteY246" fmla="*/ 79958 h 696512"/>
                <a:gd name="connsiteX247" fmla="*/ 2405886 w 2912392"/>
                <a:gd name="connsiteY247" fmla="*/ 85610 h 696512"/>
                <a:gd name="connsiteX248" fmla="*/ 2415630 w 2912392"/>
                <a:gd name="connsiteY248" fmla="*/ 91393 h 696512"/>
                <a:gd name="connsiteX249" fmla="*/ 2425374 w 2912392"/>
                <a:gd name="connsiteY249" fmla="*/ 97298 h 696512"/>
                <a:gd name="connsiteX250" fmla="*/ 2435118 w 2912392"/>
                <a:gd name="connsiteY250" fmla="*/ 103314 h 696512"/>
                <a:gd name="connsiteX251" fmla="*/ 2444862 w 2912392"/>
                <a:gd name="connsiteY251" fmla="*/ 109433 h 696512"/>
                <a:gd name="connsiteX252" fmla="*/ 2454591 w 2912392"/>
                <a:gd name="connsiteY252" fmla="*/ 115644 h 696512"/>
                <a:gd name="connsiteX253" fmla="*/ 2464335 w 2912392"/>
                <a:gd name="connsiteY253" fmla="*/ 121936 h 696512"/>
                <a:gd name="connsiteX254" fmla="*/ 2474079 w 2912392"/>
                <a:gd name="connsiteY254" fmla="*/ 128300 h 696512"/>
                <a:gd name="connsiteX255" fmla="*/ 2483823 w 2912392"/>
                <a:gd name="connsiteY255" fmla="*/ 134723 h 696512"/>
                <a:gd name="connsiteX256" fmla="*/ 2493552 w 2912392"/>
                <a:gd name="connsiteY256" fmla="*/ 141193 h 696512"/>
                <a:gd name="connsiteX257" fmla="*/ 2503296 w 2912392"/>
                <a:gd name="connsiteY257" fmla="*/ 147703 h 696512"/>
                <a:gd name="connsiteX258" fmla="*/ 2513040 w 2912392"/>
                <a:gd name="connsiteY258" fmla="*/ 154239 h 696512"/>
                <a:gd name="connsiteX259" fmla="*/ 2522784 w 2912392"/>
                <a:gd name="connsiteY259" fmla="*/ 160787 h 696512"/>
                <a:gd name="connsiteX260" fmla="*/ 2532513 w 2912392"/>
                <a:gd name="connsiteY260" fmla="*/ 167338 h 696512"/>
                <a:gd name="connsiteX261" fmla="*/ 2542257 w 2912392"/>
                <a:gd name="connsiteY261" fmla="*/ 173880 h 696512"/>
                <a:gd name="connsiteX262" fmla="*/ 2552001 w 2912392"/>
                <a:gd name="connsiteY262" fmla="*/ 180400 h 696512"/>
                <a:gd name="connsiteX263" fmla="*/ 2561745 w 2912392"/>
                <a:gd name="connsiteY263" fmla="*/ 186885 h 696512"/>
                <a:gd name="connsiteX264" fmla="*/ 2571474 w 2912392"/>
                <a:gd name="connsiteY264" fmla="*/ 193325 h 696512"/>
                <a:gd name="connsiteX265" fmla="*/ 2581218 w 2912392"/>
                <a:gd name="connsiteY265" fmla="*/ 199706 h 696512"/>
                <a:gd name="connsiteX266" fmla="*/ 2590962 w 2912392"/>
                <a:gd name="connsiteY266" fmla="*/ 206016 h 696512"/>
                <a:gd name="connsiteX267" fmla="*/ 2600705 w 2912392"/>
                <a:gd name="connsiteY267" fmla="*/ 212243 h 696512"/>
                <a:gd name="connsiteX268" fmla="*/ 2610449 w 2912392"/>
                <a:gd name="connsiteY268" fmla="*/ 218377 h 696512"/>
                <a:gd name="connsiteX269" fmla="*/ 2620178 w 2912392"/>
                <a:gd name="connsiteY269" fmla="*/ 224404 h 696512"/>
                <a:gd name="connsiteX270" fmla="*/ 2629922 w 2912392"/>
                <a:gd name="connsiteY270" fmla="*/ 230313 h 696512"/>
                <a:gd name="connsiteX271" fmla="*/ 2639666 w 2912392"/>
                <a:gd name="connsiteY271" fmla="*/ 236092 h 696512"/>
                <a:gd name="connsiteX272" fmla="*/ 2649410 w 2912392"/>
                <a:gd name="connsiteY272" fmla="*/ 241730 h 696512"/>
                <a:gd name="connsiteX273" fmla="*/ 2659139 w 2912392"/>
                <a:gd name="connsiteY273" fmla="*/ 247214 h 696512"/>
                <a:gd name="connsiteX274" fmla="*/ 2668883 w 2912392"/>
                <a:gd name="connsiteY274" fmla="*/ 252536 h 696512"/>
                <a:gd name="connsiteX275" fmla="*/ 2678627 w 2912392"/>
                <a:gd name="connsiteY275" fmla="*/ 257682 h 696512"/>
                <a:gd name="connsiteX276" fmla="*/ 2688371 w 2912392"/>
                <a:gd name="connsiteY276" fmla="*/ 262645 h 696512"/>
                <a:gd name="connsiteX277" fmla="*/ 2698100 w 2912392"/>
                <a:gd name="connsiteY277" fmla="*/ 267413 h 696512"/>
                <a:gd name="connsiteX278" fmla="*/ 2707844 w 2912392"/>
                <a:gd name="connsiteY278" fmla="*/ 271976 h 696512"/>
                <a:gd name="connsiteX279" fmla="*/ 2717588 w 2912392"/>
                <a:gd name="connsiteY279" fmla="*/ 276325 h 696512"/>
                <a:gd name="connsiteX280" fmla="*/ 2727332 w 2912392"/>
                <a:gd name="connsiteY280" fmla="*/ 280452 h 696512"/>
                <a:gd name="connsiteX281" fmla="*/ 2737076 w 2912392"/>
                <a:gd name="connsiteY281" fmla="*/ 284349 h 696512"/>
                <a:gd name="connsiteX282" fmla="*/ 2746805 w 2912392"/>
                <a:gd name="connsiteY282" fmla="*/ 288003 h 696512"/>
                <a:gd name="connsiteX283" fmla="*/ 2756549 w 2912392"/>
                <a:gd name="connsiteY283" fmla="*/ 291412 h 696512"/>
                <a:gd name="connsiteX284" fmla="*/ 2766293 w 2912392"/>
                <a:gd name="connsiteY284" fmla="*/ 294565 h 696512"/>
                <a:gd name="connsiteX285" fmla="*/ 2776037 w 2912392"/>
                <a:gd name="connsiteY285" fmla="*/ 297458 h 696512"/>
                <a:gd name="connsiteX286" fmla="*/ 2785766 w 2912392"/>
                <a:gd name="connsiteY286" fmla="*/ 300082 h 696512"/>
                <a:gd name="connsiteX287" fmla="*/ 2795510 w 2912392"/>
                <a:gd name="connsiteY287" fmla="*/ 302433 h 696512"/>
                <a:gd name="connsiteX288" fmla="*/ 2805254 w 2912392"/>
                <a:gd name="connsiteY288" fmla="*/ 304504 h 696512"/>
                <a:gd name="connsiteX289" fmla="*/ 2814998 w 2912392"/>
                <a:gd name="connsiteY289" fmla="*/ 306293 h 696512"/>
                <a:gd name="connsiteX290" fmla="*/ 2824727 w 2912392"/>
                <a:gd name="connsiteY290" fmla="*/ 307792 h 696512"/>
                <a:gd name="connsiteX291" fmla="*/ 2834471 w 2912392"/>
                <a:gd name="connsiteY291" fmla="*/ 309002 h 696512"/>
                <a:gd name="connsiteX292" fmla="*/ 2844215 w 2912392"/>
                <a:gd name="connsiteY292" fmla="*/ 309915 h 696512"/>
                <a:gd name="connsiteX293" fmla="*/ 2853958 w 2912392"/>
                <a:gd name="connsiteY293" fmla="*/ 310532 h 696512"/>
                <a:gd name="connsiteX294" fmla="*/ 2863687 w 2912392"/>
                <a:gd name="connsiteY294" fmla="*/ 310848 h 696512"/>
                <a:gd name="connsiteX295" fmla="*/ 2873431 w 2912392"/>
                <a:gd name="connsiteY295" fmla="*/ 310864 h 696512"/>
                <a:gd name="connsiteX296" fmla="*/ 2883175 w 2912392"/>
                <a:gd name="connsiteY296" fmla="*/ 310578 h 696512"/>
                <a:gd name="connsiteX297" fmla="*/ 2892919 w 2912392"/>
                <a:gd name="connsiteY297" fmla="*/ 309990 h 696512"/>
                <a:gd name="connsiteX298" fmla="*/ 2902663 w 2912392"/>
                <a:gd name="connsiteY298" fmla="*/ 309099 h 696512"/>
                <a:gd name="connsiteX299" fmla="*/ 2912392 w 2912392"/>
                <a:gd name="connsiteY299" fmla="*/ 307907 h 696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96512">
                  <a:moveTo>
                    <a:pt x="0" y="324477"/>
                  </a:moveTo>
                  <a:lnTo>
                    <a:pt x="9739" y="329250"/>
                  </a:lnTo>
                  <a:lnTo>
                    <a:pt x="19480" y="334299"/>
                  </a:lnTo>
                  <a:lnTo>
                    <a:pt x="29221" y="339619"/>
                  </a:lnTo>
                  <a:lnTo>
                    <a:pt x="38961" y="345203"/>
                  </a:lnTo>
                  <a:lnTo>
                    <a:pt x="48702" y="351042"/>
                  </a:lnTo>
                  <a:lnTo>
                    <a:pt x="58443" y="357129"/>
                  </a:lnTo>
                  <a:lnTo>
                    <a:pt x="68182" y="363450"/>
                  </a:lnTo>
                  <a:lnTo>
                    <a:pt x="77923" y="370000"/>
                  </a:lnTo>
                  <a:lnTo>
                    <a:pt x="87664" y="376765"/>
                  </a:lnTo>
                  <a:lnTo>
                    <a:pt x="97404" y="383737"/>
                  </a:lnTo>
                  <a:lnTo>
                    <a:pt x="107145" y="390900"/>
                  </a:lnTo>
                  <a:lnTo>
                    <a:pt x="116886" y="398244"/>
                  </a:lnTo>
                  <a:lnTo>
                    <a:pt x="126625" y="405756"/>
                  </a:lnTo>
                  <a:lnTo>
                    <a:pt x="136366" y="413421"/>
                  </a:lnTo>
                  <a:lnTo>
                    <a:pt x="146107" y="421227"/>
                  </a:lnTo>
                  <a:lnTo>
                    <a:pt x="155846" y="429161"/>
                  </a:lnTo>
                  <a:lnTo>
                    <a:pt x="165587" y="437205"/>
                  </a:lnTo>
                  <a:lnTo>
                    <a:pt x="175328" y="445347"/>
                  </a:lnTo>
                  <a:lnTo>
                    <a:pt x="185068" y="453571"/>
                  </a:lnTo>
                  <a:lnTo>
                    <a:pt x="194809" y="461862"/>
                  </a:lnTo>
                  <a:lnTo>
                    <a:pt x="204550" y="470204"/>
                  </a:lnTo>
                  <a:lnTo>
                    <a:pt x="214289" y="478584"/>
                  </a:lnTo>
                  <a:lnTo>
                    <a:pt x="224030" y="486984"/>
                  </a:lnTo>
                  <a:lnTo>
                    <a:pt x="233771" y="495388"/>
                  </a:lnTo>
                  <a:lnTo>
                    <a:pt x="243510" y="503784"/>
                  </a:lnTo>
                  <a:lnTo>
                    <a:pt x="253251" y="512152"/>
                  </a:lnTo>
                  <a:lnTo>
                    <a:pt x="262992" y="520480"/>
                  </a:lnTo>
                  <a:lnTo>
                    <a:pt x="272732" y="528751"/>
                  </a:lnTo>
                  <a:lnTo>
                    <a:pt x="282473" y="536952"/>
                  </a:lnTo>
                  <a:lnTo>
                    <a:pt x="292214" y="545066"/>
                  </a:lnTo>
                  <a:lnTo>
                    <a:pt x="301953" y="553080"/>
                  </a:lnTo>
                  <a:lnTo>
                    <a:pt x="311694" y="560979"/>
                  </a:lnTo>
                  <a:lnTo>
                    <a:pt x="321435" y="568751"/>
                  </a:lnTo>
                  <a:lnTo>
                    <a:pt x="331175" y="576380"/>
                  </a:lnTo>
                  <a:lnTo>
                    <a:pt x="340916" y="583855"/>
                  </a:lnTo>
                  <a:lnTo>
                    <a:pt x="350656" y="591163"/>
                  </a:lnTo>
                  <a:lnTo>
                    <a:pt x="360396" y="598292"/>
                  </a:lnTo>
                  <a:lnTo>
                    <a:pt x="370137" y="605231"/>
                  </a:lnTo>
                  <a:lnTo>
                    <a:pt x="379878" y="611967"/>
                  </a:lnTo>
                  <a:lnTo>
                    <a:pt x="389617" y="618492"/>
                  </a:lnTo>
                  <a:lnTo>
                    <a:pt x="399358" y="624796"/>
                  </a:lnTo>
                  <a:lnTo>
                    <a:pt x="409099" y="630869"/>
                  </a:lnTo>
                  <a:lnTo>
                    <a:pt x="418839" y="636704"/>
                  </a:lnTo>
                  <a:lnTo>
                    <a:pt x="428580" y="642291"/>
                  </a:lnTo>
                  <a:lnTo>
                    <a:pt x="438321" y="647624"/>
                  </a:lnTo>
                  <a:lnTo>
                    <a:pt x="448060" y="652698"/>
                  </a:lnTo>
                  <a:lnTo>
                    <a:pt x="457801" y="657505"/>
                  </a:lnTo>
                  <a:lnTo>
                    <a:pt x="467542" y="662042"/>
                  </a:lnTo>
                  <a:lnTo>
                    <a:pt x="477281" y="666305"/>
                  </a:lnTo>
                  <a:lnTo>
                    <a:pt x="487022" y="670287"/>
                  </a:lnTo>
                  <a:lnTo>
                    <a:pt x="496763" y="673988"/>
                  </a:lnTo>
                  <a:lnTo>
                    <a:pt x="506503" y="677408"/>
                  </a:lnTo>
                  <a:lnTo>
                    <a:pt x="516244" y="680541"/>
                  </a:lnTo>
                  <a:lnTo>
                    <a:pt x="525985" y="683388"/>
                  </a:lnTo>
                  <a:lnTo>
                    <a:pt x="535724" y="685951"/>
                  </a:lnTo>
                  <a:lnTo>
                    <a:pt x="545465" y="688229"/>
                  </a:lnTo>
                  <a:lnTo>
                    <a:pt x="555206" y="690224"/>
                  </a:lnTo>
                  <a:lnTo>
                    <a:pt x="564946" y="691937"/>
                  </a:lnTo>
                  <a:lnTo>
                    <a:pt x="574687" y="693373"/>
                  </a:lnTo>
                  <a:lnTo>
                    <a:pt x="584428" y="694532"/>
                  </a:lnTo>
                  <a:lnTo>
                    <a:pt x="594167" y="695422"/>
                  </a:lnTo>
                  <a:lnTo>
                    <a:pt x="603908" y="696046"/>
                  </a:lnTo>
                  <a:lnTo>
                    <a:pt x="613649" y="696407"/>
                  </a:lnTo>
                  <a:lnTo>
                    <a:pt x="623388" y="696513"/>
                  </a:lnTo>
                  <a:lnTo>
                    <a:pt x="633129" y="696369"/>
                  </a:lnTo>
                  <a:lnTo>
                    <a:pt x="642870" y="695984"/>
                  </a:lnTo>
                  <a:lnTo>
                    <a:pt x="652610" y="695362"/>
                  </a:lnTo>
                  <a:lnTo>
                    <a:pt x="662351" y="694512"/>
                  </a:lnTo>
                  <a:lnTo>
                    <a:pt x="672092" y="693440"/>
                  </a:lnTo>
                  <a:lnTo>
                    <a:pt x="681831" y="692158"/>
                  </a:lnTo>
                  <a:lnTo>
                    <a:pt x="691572" y="690671"/>
                  </a:lnTo>
                  <a:lnTo>
                    <a:pt x="701313" y="688990"/>
                  </a:lnTo>
                  <a:lnTo>
                    <a:pt x="711052" y="687122"/>
                  </a:lnTo>
                  <a:lnTo>
                    <a:pt x="720793" y="685077"/>
                  </a:lnTo>
                  <a:lnTo>
                    <a:pt x="730534" y="682865"/>
                  </a:lnTo>
                  <a:lnTo>
                    <a:pt x="740274" y="680495"/>
                  </a:lnTo>
                  <a:lnTo>
                    <a:pt x="750015" y="677977"/>
                  </a:lnTo>
                  <a:lnTo>
                    <a:pt x="759756" y="675319"/>
                  </a:lnTo>
                  <a:lnTo>
                    <a:pt x="769495" y="672531"/>
                  </a:lnTo>
                  <a:lnTo>
                    <a:pt x="779236" y="669624"/>
                  </a:lnTo>
                  <a:lnTo>
                    <a:pt x="788977" y="666606"/>
                  </a:lnTo>
                  <a:lnTo>
                    <a:pt x="798717" y="663487"/>
                  </a:lnTo>
                  <a:lnTo>
                    <a:pt x="808458" y="660277"/>
                  </a:lnTo>
                  <a:lnTo>
                    <a:pt x="818199" y="656982"/>
                  </a:lnTo>
                  <a:lnTo>
                    <a:pt x="827938" y="653614"/>
                  </a:lnTo>
                  <a:lnTo>
                    <a:pt x="837679" y="650180"/>
                  </a:lnTo>
                  <a:lnTo>
                    <a:pt x="847420" y="646687"/>
                  </a:lnTo>
                  <a:lnTo>
                    <a:pt x="857159" y="643146"/>
                  </a:lnTo>
                  <a:lnTo>
                    <a:pt x="866900" y="639561"/>
                  </a:lnTo>
                  <a:lnTo>
                    <a:pt x="876641" y="635942"/>
                  </a:lnTo>
                  <a:lnTo>
                    <a:pt x="886381" y="632296"/>
                  </a:lnTo>
                  <a:lnTo>
                    <a:pt x="896122" y="628627"/>
                  </a:lnTo>
                  <a:lnTo>
                    <a:pt x="905863" y="624942"/>
                  </a:lnTo>
                  <a:lnTo>
                    <a:pt x="915602" y="621249"/>
                  </a:lnTo>
                  <a:lnTo>
                    <a:pt x="925343" y="617548"/>
                  </a:lnTo>
                  <a:lnTo>
                    <a:pt x="935084" y="613848"/>
                  </a:lnTo>
                  <a:lnTo>
                    <a:pt x="944824" y="610152"/>
                  </a:lnTo>
                  <a:lnTo>
                    <a:pt x="954564" y="606463"/>
                  </a:lnTo>
                  <a:lnTo>
                    <a:pt x="964305" y="602783"/>
                  </a:lnTo>
                  <a:lnTo>
                    <a:pt x="974045" y="599116"/>
                  </a:lnTo>
                  <a:lnTo>
                    <a:pt x="983786" y="595465"/>
                  </a:lnTo>
                  <a:lnTo>
                    <a:pt x="993522" y="591829"/>
                  </a:lnTo>
                  <a:lnTo>
                    <a:pt x="1003266" y="588212"/>
                  </a:lnTo>
                  <a:lnTo>
                    <a:pt x="1013010" y="584612"/>
                  </a:lnTo>
                  <a:lnTo>
                    <a:pt x="1022754" y="581031"/>
                  </a:lnTo>
                  <a:lnTo>
                    <a:pt x="1032483" y="577467"/>
                  </a:lnTo>
                  <a:lnTo>
                    <a:pt x="1042227" y="573919"/>
                  </a:lnTo>
                  <a:lnTo>
                    <a:pt x="1051971" y="570387"/>
                  </a:lnTo>
                  <a:lnTo>
                    <a:pt x="1061715" y="566869"/>
                  </a:lnTo>
                  <a:lnTo>
                    <a:pt x="1071444" y="563362"/>
                  </a:lnTo>
                  <a:lnTo>
                    <a:pt x="1081188" y="559862"/>
                  </a:lnTo>
                  <a:lnTo>
                    <a:pt x="1090932" y="556368"/>
                  </a:lnTo>
                  <a:lnTo>
                    <a:pt x="1100676" y="552877"/>
                  </a:lnTo>
                  <a:lnTo>
                    <a:pt x="1110405" y="549385"/>
                  </a:lnTo>
                  <a:lnTo>
                    <a:pt x="1120149" y="545885"/>
                  </a:lnTo>
                  <a:lnTo>
                    <a:pt x="1129893" y="542377"/>
                  </a:lnTo>
                  <a:lnTo>
                    <a:pt x="1139637" y="538853"/>
                  </a:lnTo>
                  <a:lnTo>
                    <a:pt x="1149381" y="535310"/>
                  </a:lnTo>
                  <a:lnTo>
                    <a:pt x="1159110" y="531743"/>
                  </a:lnTo>
                  <a:lnTo>
                    <a:pt x="1168854" y="528147"/>
                  </a:lnTo>
                  <a:lnTo>
                    <a:pt x="1178598" y="524514"/>
                  </a:lnTo>
                  <a:lnTo>
                    <a:pt x="1188341" y="520842"/>
                  </a:lnTo>
                  <a:lnTo>
                    <a:pt x="1198070" y="517124"/>
                  </a:lnTo>
                  <a:lnTo>
                    <a:pt x="1207814" y="513355"/>
                  </a:lnTo>
                  <a:lnTo>
                    <a:pt x="1217558" y="509529"/>
                  </a:lnTo>
                  <a:lnTo>
                    <a:pt x="1227302" y="505642"/>
                  </a:lnTo>
                  <a:lnTo>
                    <a:pt x="1237031" y="501686"/>
                  </a:lnTo>
                  <a:lnTo>
                    <a:pt x="1246775" y="497657"/>
                  </a:lnTo>
                  <a:lnTo>
                    <a:pt x="1256519" y="493553"/>
                  </a:lnTo>
                  <a:lnTo>
                    <a:pt x="1266263" y="489363"/>
                  </a:lnTo>
                  <a:lnTo>
                    <a:pt x="1276007" y="485087"/>
                  </a:lnTo>
                  <a:lnTo>
                    <a:pt x="1285736" y="480719"/>
                  </a:lnTo>
                  <a:lnTo>
                    <a:pt x="1295480" y="476255"/>
                  </a:lnTo>
                  <a:lnTo>
                    <a:pt x="1305224" y="471690"/>
                  </a:lnTo>
                  <a:lnTo>
                    <a:pt x="1314968" y="467020"/>
                  </a:lnTo>
                  <a:lnTo>
                    <a:pt x="1324697" y="462244"/>
                  </a:lnTo>
                  <a:lnTo>
                    <a:pt x="1334441" y="457357"/>
                  </a:lnTo>
                  <a:lnTo>
                    <a:pt x="1344185" y="452355"/>
                  </a:lnTo>
                  <a:lnTo>
                    <a:pt x="1353929" y="447239"/>
                  </a:lnTo>
                  <a:lnTo>
                    <a:pt x="1363658" y="442005"/>
                  </a:lnTo>
                  <a:lnTo>
                    <a:pt x="1373402" y="436652"/>
                  </a:lnTo>
                  <a:lnTo>
                    <a:pt x="1383146" y="431178"/>
                  </a:lnTo>
                  <a:lnTo>
                    <a:pt x="1392890" y="425583"/>
                  </a:lnTo>
                  <a:lnTo>
                    <a:pt x="1402619" y="419868"/>
                  </a:lnTo>
                  <a:lnTo>
                    <a:pt x="1412363" y="414031"/>
                  </a:lnTo>
                  <a:lnTo>
                    <a:pt x="1422106" y="408073"/>
                  </a:lnTo>
                  <a:lnTo>
                    <a:pt x="1431850" y="401995"/>
                  </a:lnTo>
                  <a:lnTo>
                    <a:pt x="1441594" y="395799"/>
                  </a:lnTo>
                  <a:lnTo>
                    <a:pt x="1451323" y="389486"/>
                  </a:lnTo>
                  <a:lnTo>
                    <a:pt x="1461067" y="383060"/>
                  </a:lnTo>
                  <a:lnTo>
                    <a:pt x="1470811" y="376523"/>
                  </a:lnTo>
                  <a:lnTo>
                    <a:pt x="1480555" y="369876"/>
                  </a:lnTo>
                  <a:lnTo>
                    <a:pt x="1490284" y="363125"/>
                  </a:lnTo>
                  <a:lnTo>
                    <a:pt x="1500028" y="356275"/>
                  </a:lnTo>
                  <a:lnTo>
                    <a:pt x="1509772" y="349328"/>
                  </a:lnTo>
                  <a:lnTo>
                    <a:pt x="1519516" y="342288"/>
                  </a:lnTo>
                  <a:lnTo>
                    <a:pt x="1529245" y="335162"/>
                  </a:lnTo>
                  <a:lnTo>
                    <a:pt x="1538989" y="327953"/>
                  </a:lnTo>
                  <a:lnTo>
                    <a:pt x="1548733" y="320671"/>
                  </a:lnTo>
                  <a:lnTo>
                    <a:pt x="1558477" y="313317"/>
                  </a:lnTo>
                  <a:lnTo>
                    <a:pt x="1568221" y="305900"/>
                  </a:lnTo>
                  <a:lnTo>
                    <a:pt x="1577950" y="298427"/>
                  </a:lnTo>
                  <a:lnTo>
                    <a:pt x="1587694" y="290901"/>
                  </a:lnTo>
                  <a:lnTo>
                    <a:pt x="1597438" y="283332"/>
                  </a:lnTo>
                  <a:lnTo>
                    <a:pt x="1607182" y="275727"/>
                  </a:lnTo>
                  <a:lnTo>
                    <a:pt x="1616911" y="268092"/>
                  </a:lnTo>
                  <a:lnTo>
                    <a:pt x="1626655" y="260434"/>
                  </a:lnTo>
                  <a:lnTo>
                    <a:pt x="1636399" y="252763"/>
                  </a:lnTo>
                  <a:lnTo>
                    <a:pt x="1646142" y="245084"/>
                  </a:lnTo>
                  <a:lnTo>
                    <a:pt x="1655872" y="237406"/>
                  </a:lnTo>
                  <a:lnTo>
                    <a:pt x="1665616" y="229735"/>
                  </a:lnTo>
                  <a:lnTo>
                    <a:pt x="1675359" y="222081"/>
                  </a:lnTo>
                  <a:lnTo>
                    <a:pt x="1685103" y="214450"/>
                  </a:lnTo>
                  <a:lnTo>
                    <a:pt x="1694832" y="206850"/>
                  </a:lnTo>
                  <a:lnTo>
                    <a:pt x="1704576" y="199289"/>
                  </a:lnTo>
                  <a:lnTo>
                    <a:pt x="1714320" y="191775"/>
                  </a:lnTo>
                  <a:lnTo>
                    <a:pt x="1724064" y="184315"/>
                  </a:lnTo>
                  <a:lnTo>
                    <a:pt x="1733808" y="176916"/>
                  </a:lnTo>
                  <a:lnTo>
                    <a:pt x="1743537" y="169588"/>
                  </a:lnTo>
                  <a:lnTo>
                    <a:pt x="1753281" y="162335"/>
                  </a:lnTo>
                  <a:lnTo>
                    <a:pt x="1763025" y="155165"/>
                  </a:lnTo>
                  <a:lnTo>
                    <a:pt x="1772769" y="148087"/>
                  </a:lnTo>
                  <a:lnTo>
                    <a:pt x="1782498" y="141105"/>
                  </a:lnTo>
                  <a:lnTo>
                    <a:pt x="1792242" y="134228"/>
                  </a:lnTo>
                  <a:lnTo>
                    <a:pt x="1801986" y="127462"/>
                  </a:lnTo>
                  <a:lnTo>
                    <a:pt x="1811730" y="120814"/>
                  </a:lnTo>
                  <a:lnTo>
                    <a:pt x="1821459" y="114290"/>
                  </a:lnTo>
                  <a:lnTo>
                    <a:pt x="1831203" y="107897"/>
                  </a:lnTo>
                  <a:lnTo>
                    <a:pt x="1840947" y="101638"/>
                  </a:lnTo>
                  <a:lnTo>
                    <a:pt x="1850691" y="95522"/>
                  </a:lnTo>
                  <a:lnTo>
                    <a:pt x="1860435" y="89553"/>
                  </a:lnTo>
                  <a:lnTo>
                    <a:pt x="1870164" y="83737"/>
                  </a:lnTo>
                  <a:lnTo>
                    <a:pt x="1879908" y="78080"/>
                  </a:lnTo>
                  <a:lnTo>
                    <a:pt x="1889652" y="72585"/>
                  </a:lnTo>
                  <a:lnTo>
                    <a:pt x="1899395" y="67260"/>
                  </a:lnTo>
                  <a:lnTo>
                    <a:pt x="1909124" y="62108"/>
                  </a:lnTo>
                  <a:lnTo>
                    <a:pt x="1918868" y="57133"/>
                  </a:lnTo>
                  <a:lnTo>
                    <a:pt x="1928612" y="52340"/>
                  </a:lnTo>
                  <a:lnTo>
                    <a:pt x="1938356" y="47735"/>
                  </a:lnTo>
                  <a:lnTo>
                    <a:pt x="1948085" y="43320"/>
                  </a:lnTo>
                  <a:lnTo>
                    <a:pt x="1957829" y="39099"/>
                  </a:lnTo>
                  <a:lnTo>
                    <a:pt x="1967573" y="35078"/>
                  </a:lnTo>
                  <a:lnTo>
                    <a:pt x="1977317" y="31258"/>
                  </a:lnTo>
                  <a:lnTo>
                    <a:pt x="1987046" y="27645"/>
                  </a:lnTo>
                  <a:lnTo>
                    <a:pt x="1996790" y="24239"/>
                  </a:lnTo>
                  <a:lnTo>
                    <a:pt x="2006534" y="21046"/>
                  </a:lnTo>
                  <a:lnTo>
                    <a:pt x="2016278" y="18070"/>
                  </a:lnTo>
                  <a:lnTo>
                    <a:pt x="2026022" y="15309"/>
                  </a:lnTo>
                  <a:lnTo>
                    <a:pt x="2035751" y="12770"/>
                  </a:lnTo>
                  <a:lnTo>
                    <a:pt x="2045495" y="10455"/>
                  </a:lnTo>
                  <a:lnTo>
                    <a:pt x="2055239" y="8364"/>
                  </a:lnTo>
                  <a:lnTo>
                    <a:pt x="2064983" y="6503"/>
                  </a:lnTo>
                  <a:lnTo>
                    <a:pt x="2074712" y="4870"/>
                  </a:lnTo>
                  <a:lnTo>
                    <a:pt x="2084456" y="3471"/>
                  </a:lnTo>
                  <a:lnTo>
                    <a:pt x="2094200" y="2305"/>
                  </a:lnTo>
                  <a:lnTo>
                    <a:pt x="2103944" y="1372"/>
                  </a:lnTo>
                  <a:lnTo>
                    <a:pt x="2113673" y="676"/>
                  </a:lnTo>
                  <a:lnTo>
                    <a:pt x="2123417" y="219"/>
                  </a:lnTo>
                  <a:lnTo>
                    <a:pt x="2133161" y="0"/>
                  </a:lnTo>
                  <a:lnTo>
                    <a:pt x="2142905" y="19"/>
                  </a:lnTo>
                  <a:lnTo>
                    <a:pt x="2152649" y="279"/>
                  </a:lnTo>
                  <a:lnTo>
                    <a:pt x="2162377" y="776"/>
                  </a:lnTo>
                  <a:lnTo>
                    <a:pt x="2172121" y="1515"/>
                  </a:lnTo>
                  <a:lnTo>
                    <a:pt x="2181865" y="2493"/>
                  </a:lnTo>
                  <a:lnTo>
                    <a:pt x="2191609" y="3708"/>
                  </a:lnTo>
                  <a:lnTo>
                    <a:pt x="2201338" y="5162"/>
                  </a:lnTo>
                  <a:lnTo>
                    <a:pt x="2211082" y="6854"/>
                  </a:lnTo>
                  <a:lnTo>
                    <a:pt x="2220826" y="8778"/>
                  </a:lnTo>
                  <a:lnTo>
                    <a:pt x="2230570" y="10939"/>
                  </a:lnTo>
                  <a:lnTo>
                    <a:pt x="2240299" y="13329"/>
                  </a:lnTo>
                  <a:lnTo>
                    <a:pt x="2250043" y="15949"/>
                  </a:lnTo>
                  <a:lnTo>
                    <a:pt x="2259787" y="18795"/>
                  </a:lnTo>
                  <a:lnTo>
                    <a:pt x="2269531" y="21864"/>
                  </a:lnTo>
                  <a:lnTo>
                    <a:pt x="2279260" y="25152"/>
                  </a:lnTo>
                  <a:lnTo>
                    <a:pt x="2289004" y="28657"/>
                  </a:lnTo>
                  <a:lnTo>
                    <a:pt x="2298748" y="32373"/>
                  </a:lnTo>
                  <a:lnTo>
                    <a:pt x="2308492" y="36295"/>
                  </a:lnTo>
                  <a:lnTo>
                    <a:pt x="2318236" y="40421"/>
                  </a:lnTo>
                  <a:lnTo>
                    <a:pt x="2327965" y="44742"/>
                  </a:lnTo>
                  <a:lnTo>
                    <a:pt x="2337709" y="49255"/>
                  </a:lnTo>
                  <a:lnTo>
                    <a:pt x="2347453" y="53951"/>
                  </a:lnTo>
                  <a:lnTo>
                    <a:pt x="2357197" y="58824"/>
                  </a:lnTo>
                  <a:lnTo>
                    <a:pt x="2366926" y="63870"/>
                  </a:lnTo>
                  <a:lnTo>
                    <a:pt x="2376670" y="69079"/>
                  </a:lnTo>
                  <a:lnTo>
                    <a:pt x="2386413" y="74444"/>
                  </a:lnTo>
                  <a:lnTo>
                    <a:pt x="2396157" y="79958"/>
                  </a:lnTo>
                  <a:lnTo>
                    <a:pt x="2405886" y="85610"/>
                  </a:lnTo>
                  <a:lnTo>
                    <a:pt x="2415630" y="91393"/>
                  </a:lnTo>
                  <a:lnTo>
                    <a:pt x="2425374" y="97298"/>
                  </a:lnTo>
                  <a:lnTo>
                    <a:pt x="2435118" y="103314"/>
                  </a:lnTo>
                  <a:lnTo>
                    <a:pt x="2444862" y="109433"/>
                  </a:lnTo>
                  <a:lnTo>
                    <a:pt x="2454591" y="115644"/>
                  </a:lnTo>
                  <a:lnTo>
                    <a:pt x="2464335" y="121936"/>
                  </a:lnTo>
                  <a:lnTo>
                    <a:pt x="2474079" y="128300"/>
                  </a:lnTo>
                  <a:lnTo>
                    <a:pt x="2483823" y="134723"/>
                  </a:lnTo>
                  <a:lnTo>
                    <a:pt x="2493552" y="141193"/>
                  </a:lnTo>
                  <a:lnTo>
                    <a:pt x="2503296" y="147703"/>
                  </a:lnTo>
                  <a:lnTo>
                    <a:pt x="2513040" y="154239"/>
                  </a:lnTo>
                  <a:lnTo>
                    <a:pt x="2522784" y="160787"/>
                  </a:lnTo>
                  <a:lnTo>
                    <a:pt x="2532513" y="167338"/>
                  </a:lnTo>
                  <a:lnTo>
                    <a:pt x="2542257" y="173880"/>
                  </a:lnTo>
                  <a:lnTo>
                    <a:pt x="2552001" y="180400"/>
                  </a:lnTo>
                  <a:lnTo>
                    <a:pt x="2561745" y="186885"/>
                  </a:lnTo>
                  <a:lnTo>
                    <a:pt x="2571474" y="193325"/>
                  </a:lnTo>
                  <a:lnTo>
                    <a:pt x="2581218" y="199706"/>
                  </a:lnTo>
                  <a:lnTo>
                    <a:pt x="2590962" y="206016"/>
                  </a:lnTo>
                  <a:lnTo>
                    <a:pt x="2600705" y="212243"/>
                  </a:lnTo>
                  <a:lnTo>
                    <a:pt x="2610449" y="218377"/>
                  </a:lnTo>
                  <a:lnTo>
                    <a:pt x="2620178" y="224404"/>
                  </a:lnTo>
                  <a:lnTo>
                    <a:pt x="2629922" y="230313"/>
                  </a:lnTo>
                  <a:lnTo>
                    <a:pt x="2639666" y="236092"/>
                  </a:lnTo>
                  <a:lnTo>
                    <a:pt x="2649410" y="241730"/>
                  </a:lnTo>
                  <a:lnTo>
                    <a:pt x="2659139" y="247214"/>
                  </a:lnTo>
                  <a:lnTo>
                    <a:pt x="2668883" y="252536"/>
                  </a:lnTo>
                  <a:lnTo>
                    <a:pt x="2678627" y="257682"/>
                  </a:lnTo>
                  <a:lnTo>
                    <a:pt x="2688371" y="262645"/>
                  </a:lnTo>
                  <a:lnTo>
                    <a:pt x="2698100" y="267413"/>
                  </a:lnTo>
                  <a:lnTo>
                    <a:pt x="2707844" y="271976"/>
                  </a:lnTo>
                  <a:lnTo>
                    <a:pt x="2717588" y="276325"/>
                  </a:lnTo>
                  <a:lnTo>
                    <a:pt x="2727332" y="280452"/>
                  </a:lnTo>
                  <a:lnTo>
                    <a:pt x="2737076" y="284349"/>
                  </a:lnTo>
                  <a:lnTo>
                    <a:pt x="2746805" y="288003"/>
                  </a:lnTo>
                  <a:lnTo>
                    <a:pt x="2756549" y="291412"/>
                  </a:lnTo>
                  <a:lnTo>
                    <a:pt x="2766293" y="294565"/>
                  </a:lnTo>
                  <a:lnTo>
                    <a:pt x="2776037" y="297458"/>
                  </a:lnTo>
                  <a:lnTo>
                    <a:pt x="2785766" y="300082"/>
                  </a:lnTo>
                  <a:lnTo>
                    <a:pt x="2795510" y="302433"/>
                  </a:lnTo>
                  <a:lnTo>
                    <a:pt x="2805254" y="304504"/>
                  </a:lnTo>
                  <a:lnTo>
                    <a:pt x="2814998" y="306293"/>
                  </a:lnTo>
                  <a:lnTo>
                    <a:pt x="2824727" y="307792"/>
                  </a:lnTo>
                  <a:lnTo>
                    <a:pt x="2834471" y="309002"/>
                  </a:lnTo>
                  <a:lnTo>
                    <a:pt x="2844215" y="309915"/>
                  </a:lnTo>
                  <a:lnTo>
                    <a:pt x="2853958" y="310532"/>
                  </a:lnTo>
                  <a:lnTo>
                    <a:pt x="2863687" y="310848"/>
                  </a:lnTo>
                  <a:lnTo>
                    <a:pt x="2873431" y="310864"/>
                  </a:lnTo>
                  <a:lnTo>
                    <a:pt x="2883175" y="310578"/>
                  </a:lnTo>
                  <a:lnTo>
                    <a:pt x="2892919" y="309990"/>
                  </a:lnTo>
                  <a:lnTo>
                    <a:pt x="2902663" y="309099"/>
                  </a:lnTo>
                  <a:lnTo>
                    <a:pt x="2912392" y="30790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4" name="Freeform 683">
              <a:extLst>
                <a:ext uri="{FF2B5EF4-FFF2-40B4-BE49-F238E27FC236}">
                  <a16:creationId xmlns:a16="http://schemas.microsoft.com/office/drawing/2014/main" id="{88FF4B16-37A4-306D-628C-3BEC072BDB6E}"/>
                </a:ext>
              </a:extLst>
            </p:cNvPr>
            <p:cNvSpPr/>
            <p:nvPr/>
          </p:nvSpPr>
          <p:spPr>
            <a:xfrm>
              <a:off x="576446" y="3406364"/>
              <a:ext cx="2912392" cy="732685"/>
            </a:xfrm>
            <a:custGeom>
              <a:avLst/>
              <a:gdLst>
                <a:gd name="connsiteX0" fmla="*/ 0 w 2912392"/>
                <a:gd name="connsiteY0" fmla="*/ 0 h 732685"/>
                <a:gd name="connsiteX1" fmla="*/ 9739 w 2912392"/>
                <a:gd name="connsiteY1" fmla="*/ 4817 h 732685"/>
                <a:gd name="connsiteX2" fmla="*/ 19480 w 2912392"/>
                <a:gd name="connsiteY2" fmla="*/ 9802 h 732685"/>
                <a:gd name="connsiteX3" fmla="*/ 29221 w 2912392"/>
                <a:gd name="connsiteY3" fmla="*/ 14953 h 732685"/>
                <a:gd name="connsiteX4" fmla="*/ 38961 w 2912392"/>
                <a:gd name="connsiteY4" fmla="*/ 20260 h 732685"/>
                <a:gd name="connsiteX5" fmla="*/ 48702 w 2912392"/>
                <a:gd name="connsiteY5" fmla="*/ 25719 h 732685"/>
                <a:gd name="connsiteX6" fmla="*/ 58443 w 2912392"/>
                <a:gd name="connsiteY6" fmla="*/ 31322 h 732685"/>
                <a:gd name="connsiteX7" fmla="*/ 68182 w 2912392"/>
                <a:gd name="connsiteY7" fmla="*/ 37064 h 732685"/>
                <a:gd name="connsiteX8" fmla="*/ 77923 w 2912392"/>
                <a:gd name="connsiteY8" fmla="*/ 42939 h 732685"/>
                <a:gd name="connsiteX9" fmla="*/ 87664 w 2912392"/>
                <a:gd name="connsiteY9" fmla="*/ 48936 h 732685"/>
                <a:gd name="connsiteX10" fmla="*/ 97404 w 2912392"/>
                <a:gd name="connsiteY10" fmla="*/ 55050 h 732685"/>
                <a:gd name="connsiteX11" fmla="*/ 107145 w 2912392"/>
                <a:gd name="connsiteY11" fmla="*/ 61274 h 732685"/>
                <a:gd name="connsiteX12" fmla="*/ 116886 w 2912392"/>
                <a:gd name="connsiteY12" fmla="*/ 67598 h 732685"/>
                <a:gd name="connsiteX13" fmla="*/ 126625 w 2912392"/>
                <a:gd name="connsiteY13" fmla="*/ 74017 h 732685"/>
                <a:gd name="connsiteX14" fmla="*/ 136366 w 2912392"/>
                <a:gd name="connsiteY14" fmla="*/ 80519 h 732685"/>
                <a:gd name="connsiteX15" fmla="*/ 146107 w 2912392"/>
                <a:gd name="connsiteY15" fmla="*/ 87098 h 732685"/>
                <a:gd name="connsiteX16" fmla="*/ 155846 w 2912392"/>
                <a:gd name="connsiteY16" fmla="*/ 93746 h 732685"/>
                <a:gd name="connsiteX17" fmla="*/ 165587 w 2912392"/>
                <a:gd name="connsiteY17" fmla="*/ 100453 h 732685"/>
                <a:gd name="connsiteX18" fmla="*/ 175328 w 2912392"/>
                <a:gd name="connsiteY18" fmla="*/ 107212 h 732685"/>
                <a:gd name="connsiteX19" fmla="*/ 185068 w 2912392"/>
                <a:gd name="connsiteY19" fmla="*/ 114011 h 732685"/>
                <a:gd name="connsiteX20" fmla="*/ 194809 w 2912392"/>
                <a:gd name="connsiteY20" fmla="*/ 120846 h 732685"/>
                <a:gd name="connsiteX21" fmla="*/ 204550 w 2912392"/>
                <a:gd name="connsiteY21" fmla="*/ 127702 h 732685"/>
                <a:gd name="connsiteX22" fmla="*/ 214289 w 2912392"/>
                <a:gd name="connsiteY22" fmla="*/ 134575 h 732685"/>
                <a:gd name="connsiteX23" fmla="*/ 224030 w 2912392"/>
                <a:gd name="connsiteY23" fmla="*/ 141454 h 732685"/>
                <a:gd name="connsiteX24" fmla="*/ 233771 w 2912392"/>
                <a:gd name="connsiteY24" fmla="*/ 148330 h 732685"/>
                <a:gd name="connsiteX25" fmla="*/ 243510 w 2912392"/>
                <a:gd name="connsiteY25" fmla="*/ 155194 h 732685"/>
                <a:gd name="connsiteX26" fmla="*/ 253251 w 2912392"/>
                <a:gd name="connsiteY26" fmla="*/ 162037 h 732685"/>
                <a:gd name="connsiteX27" fmla="*/ 262992 w 2912392"/>
                <a:gd name="connsiteY27" fmla="*/ 168849 h 732685"/>
                <a:gd name="connsiteX28" fmla="*/ 272732 w 2912392"/>
                <a:gd name="connsiteY28" fmla="*/ 175623 h 732685"/>
                <a:gd name="connsiteX29" fmla="*/ 282473 w 2912392"/>
                <a:gd name="connsiteY29" fmla="*/ 182349 h 732685"/>
                <a:gd name="connsiteX30" fmla="*/ 292214 w 2912392"/>
                <a:gd name="connsiteY30" fmla="*/ 189017 h 732685"/>
                <a:gd name="connsiteX31" fmla="*/ 301953 w 2912392"/>
                <a:gd name="connsiteY31" fmla="*/ 195622 h 732685"/>
                <a:gd name="connsiteX32" fmla="*/ 311694 w 2912392"/>
                <a:gd name="connsiteY32" fmla="*/ 202151 h 732685"/>
                <a:gd name="connsiteX33" fmla="*/ 321435 w 2912392"/>
                <a:gd name="connsiteY33" fmla="*/ 208599 h 732685"/>
                <a:gd name="connsiteX34" fmla="*/ 331175 w 2912392"/>
                <a:gd name="connsiteY34" fmla="*/ 214957 h 732685"/>
                <a:gd name="connsiteX35" fmla="*/ 340916 w 2912392"/>
                <a:gd name="connsiteY35" fmla="*/ 221216 h 732685"/>
                <a:gd name="connsiteX36" fmla="*/ 350656 w 2912392"/>
                <a:gd name="connsiteY36" fmla="*/ 227367 h 732685"/>
                <a:gd name="connsiteX37" fmla="*/ 360396 w 2912392"/>
                <a:gd name="connsiteY37" fmla="*/ 233407 h 732685"/>
                <a:gd name="connsiteX38" fmla="*/ 370137 w 2912392"/>
                <a:gd name="connsiteY38" fmla="*/ 239325 h 732685"/>
                <a:gd name="connsiteX39" fmla="*/ 379878 w 2912392"/>
                <a:gd name="connsiteY39" fmla="*/ 245114 h 732685"/>
                <a:gd name="connsiteX40" fmla="*/ 389617 w 2912392"/>
                <a:gd name="connsiteY40" fmla="*/ 250769 h 732685"/>
                <a:gd name="connsiteX41" fmla="*/ 399358 w 2912392"/>
                <a:gd name="connsiteY41" fmla="*/ 256282 h 732685"/>
                <a:gd name="connsiteX42" fmla="*/ 409099 w 2912392"/>
                <a:gd name="connsiteY42" fmla="*/ 261648 h 732685"/>
                <a:gd name="connsiteX43" fmla="*/ 418839 w 2912392"/>
                <a:gd name="connsiteY43" fmla="*/ 266862 h 732685"/>
                <a:gd name="connsiteX44" fmla="*/ 428580 w 2912392"/>
                <a:gd name="connsiteY44" fmla="*/ 271915 h 732685"/>
                <a:gd name="connsiteX45" fmla="*/ 438321 w 2912392"/>
                <a:gd name="connsiteY45" fmla="*/ 276807 h 732685"/>
                <a:gd name="connsiteX46" fmla="*/ 448060 w 2912392"/>
                <a:gd name="connsiteY46" fmla="*/ 281530 h 732685"/>
                <a:gd name="connsiteX47" fmla="*/ 457801 w 2912392"/>
                <a:gd name="connsiteY47" fmla="*/ 286080 h 732685"/>
                <a:gd name="connsiteX48" fmla="*/ 467542 w 2912392"/>
                <a:gd name="connsiteY48" fmla="*/ 290453 h 732685"/>
                <a:gd name="connsiteX49" fmla="*/ 477281 w 2912392"/>
                <a:gd name="connsiteY49" fmla="*/ 294648 h 732685"/>
                <a:gd name="connsiteX50" fmla="*/ 487022 w 2912392"/>
                <a:gd name="connsiteY50" fmla="*/ 298660 h 732685"/>
                <a:gd name="connsiteX51" fmla="*/ 496763 w 2912392"/>
                <a:gd name="connsiteY51" fmla="*/ 302487 h 732685"/>
                <a:gd name="connsiteX52" fmla="*/ 506503 w 2912392"/>
                <a:gd name="connsiteY52" fmla="*/ 306126 h 732685"/>
                <a:gd name="connsiteX53" fmla="*/ 516244 w 2912392"/>
                <a:gd name="connsiteY53" fmla="*/ 309578 h 732685"/>
                <a:gd name="connsiteX54" fmla="*/ 525985 w 2912392"/>
                <a:gd name="connsiteY54" fmla="*/ 312841 h 732685"/>
                <a:gd name="connsiteX55" fmla="*/ 535724 w 2912392"/>
                <a:gd name="connsiteY55" fmla="*/ 315914 h 732685"/>
                <a:gd name="connsiteX56" fmla="*/ 545465 w 2912392"/>
                <a:gd name="connsiteY56" fmla="*/ 318795 h 732685"/>
                <a:gd name="connsiteX57" fmla="*/ 555206 w 2912392"/>
                <a:gd name="connsiteY57" fmla="*/ 321487 h 732685"/>
                <a:gd name="connsiteX58" fmla="*/ 564946 w 2912392"/>
                <a:gd name="connsiteY58" fmla="*/ 323990 h 732685"/>
                <a:gd name="connsiteX59" fmla="*/ 574687 w 2912392"/>
                <a:gd name="connsiteY59" fmla="*/ 326306 h 732685"/>
                <a:gd name="connsiteX60" fmla="*/ 584428 w 2912392"/>
                <a:gd name="connsiteY60" fmla="*/ 328436 h 732685"/>
                <a:gd name="connsiteX61" fmla="*/ 594167 w 2912392"/>
                <a:gd name="connsiteY61" fmla="*/ 330382 h 732685"/>
                <a:gd name="connsiteX62" fmla="*/ 603908 w 2912392"/>
                <a:gd name="connsiteY62" fmla="*/ 332147 h 732685"/>
                <a:gd name="connsiteX63" fmla="*/ 613649 w 2912392"/>
                <a:gd name="connsiteY63" fmla="*/ 333734 h 732685"/>
                <a:gd name="connsiteX64" fmla="*/ 623388 w 2912392"/>
                <a:gd name="connsiteY64" fmla="*/ 335148 h 732685"/>
                <a:gd name="connsiteX65" fmla="*/ 633129 w 2912392"/>
                <a:gd name="connsiteY65" fmla="*/ 336391 h 732685"/>
                <a:gd name="connsiteX66" fmla="*/ 642870 w 2912392"/>
                <a:gd name="connsiteY66" fmla="*/ 337468 h 732685"/>
                <a:gd name="connsiteX67" fmla="*/ 652610 w 2912392"/>
                <a:gd name="connsiteY67" fmla="*/ 338386 h 732685"/>
                <a:gd name="connsiteX68" fmla="*/ 662351 w 2912392"/>
                <a:gd name="connsiteY68" fmla="*/ 339147 h 732685"/>
                <a:gd name="connsiteX69" fmla="*/ 672092 w 2912392"/>
                <a:gd name="connsiteY69" fmla="*/ 339758 h 732685"/>
                <a:gd name="connsiteX70" fmla="*/ 681831 w 2912392"/>
                <a:gd name="connsiteY70" fmla="*/ 340224 h 732685"/>
                <a:gd name="connsiteX71" fmla="*/ 691572 w 2912392"/>
                <a:gd name="connsiteY71" fmla="*/ 340553 h 732685"/>
                <a:gd name="connsiteX72" fmla="*/ 701313 w 2912392"/>
                <a:gd name="connsiteY72" fmla="*/ 340750 h 732685"/>
                <a:gd name="connsiteX73" fmla="*/ 711052 w 2912392"/>
                <a:gd name="connsiteY73" fmla="*/ 340823 h 732685"/>
                <a:gd name="connsiteX74" fmla="*/ 720793 w 2912392"/>
                <a:gd name="connsiteY74" fmla="*/ 340777 h 732685"/>
                <a:gd name="connsiteX75" fmla="*/ 730534 w 2912392"/>
                <a:gd name="connsiteY75" fmla="*/ 340621 h 732685"/>
                <a:gd name="connsiteX76" fmla="*/ 740274 w 2912392"/>
                <a:gd name="connsiteY76" fmla="*/ 340361 h 732685"/>
                <a:gd name="connsiteX77" fmla="*/ 750015 w 2912392"/>
                <a:gd name="connsiteY77" fmla="*/ 340007 h 732685"/>
                <a:gd name="connsiteX78" fmla="*/ 759756 w 2912392"/>
                <a:gd name="connsiteY78" fmla="*/ 339564 h 732685"/>
                <a:gd name="connsiteX79" fmla="*/ 769495 w 2912392"/>
                <a:gd name="connsiteY79" fmla="*/ 339041 h 732685"/>
                <a:gd name="connsiteX80" fmla="*/ 779236 w 2912392"/>
                <a:gd name="connsiteY80" fmla="*/ 338447 h 732685"/>
                <a:gd name="connsiteX81" fmla="*/ 788977 w 2912392"/>
                <a:gd name="connsiteY81" fmla="*/ 337787 h 732685"/>
                <a:gd name="connsiteX82" fmla="*/ 798717 w 2912392"/>
                <a:gd name="connsiteY82" fmla="*/ 337072 h 732685"/>
                <a:gd name="connsiteX83" fmla="*/ 808458 w 2912392"/>
                <a:gd name="connsiteY83" fmla="*/ 336307 h 732685"/>
                <a:gd name="connsiteX84" fmla="*/ 818199 w 2912392"/>
                <a:gd name="connsiteY84" fmla="*/ 335503 h 732685"/>
                <a:gd name="connsiteX85" fmla="*/ 827938 w 2912392"/>
                <a:gd name="connsiteY85" fmla="*/ 334665 h 732685"/>
                <a:gd name="connsiteX86" fmla="*/ 837679 w 2912392"/>
                <a:gd name="connsiteY86" fmla="*/ 333804 h 732685"/>
                <a:gd name="connsiteX87" fmla="*/ 847420 w 2912392"/>
                <a:gd name="connsiteY87" fmla="*/ 332925 h 732685"/>
                <a:gd name="connsiteX88" fmla="*/ 857159 w 2912392"/>
                <a:gd name="connsiteY88" fmla="*/ 332037 h 732685"/>
                <a:gd name="connsiteX89" fmla="*/ 866900 w 2912392"/>
                <a:gd name="connsiteY89" fmla="*/ 331148 h 732685"/>
                <a:gd name="connsiteX90" fmla="*/ 876641 w 2912392"/>
                <a:gd name="connsiteY90" fmla="*/ 330261 h 732685"/>
                <a:gd name="connsiteX91" fmla="*/ 886381 w 2912392"/>
                <a:gd name="connsiteY91" fmla="*/ 329388 h 732685"/>
                <a:gd name="connsiteX92" fmla="*/ 896122 w 2912392"/>
                <a:gd name="connsiteY92" fmla="*/ 328534 h 732685"/>
                <a:gd name="connsiteX93" fmla="*/ 905863 w 2912392"/>
                <a:gd name="connsiteY93" fmla="*/ 327706 h 732685"/>
                <a:gd name="connsiteX94" fmla="*/ 915602 w 2912392"/>
                <a:gd name="connsiteY94" fmla="*/ 326909 h 732685"/>
                <a:gd name="connsiteX95" fmla="*/ 925343 w 2912392"/>
                <a:gd name="connsiteY95" fmla="*/ 326149 h 732685"/>
                <a:gd name="connsiteX96" fmla="*/ 935084 w 2912392"/>
                <a:gd name="connsiteY96" fmla="*/ 325433 h 732685"/>
                <a:gd name="connsiteX97" fmla="*/ 944824 w 2912392"/>
                <a:gd name="connsiteY97" fmla="*/ 324765 h 732685"/>
                <a:gd name="connsiteX98" fmla="*/ 954564 w 2912392"/>
                <a:gd name="connsiteY98" fmla="*/ 324150 h 732685"/>
                <a:gd name="connsiteX99" fmla="*/ 964305 w 2912392"/>
                <a:gd name="connsiteY99" fmla="*/ 323594 h 732685"/>
                <a:gd name="connsiteX100" fmla="*/ 974045 w 2912392"/>
                <a:gd name="connsiteY100" fmla="*/ 323101 h 732685"/>
                <a:gd name="connsiteX101" fmla="*/ 983786 w 2912392"/>
                <a:gd name="connsiteY101" fmla="*/ 322673 h 732685"/>
                <a:gd name="connsiteX102" fmla="*/ 993522 w 2912392"/>
                <a:gd name="connsiteY102" fmla="*/ 322317 h 732685"/>
                <a:gd name="connsiteX103" fmla="*/ 1003266 w 2912392"/>
                <a:gd name="connsiteY103" fmla="*/ 322034 h 732685"/>
                <a:gd name="connsiteX104" fmla="*/ 1013010 w 2912392"/>
                <a:gd name="connsiteY104" fmla="*/ 321827 h 732685"/>
                <a:gd name="connsiteX105" fmla="*/ 1022754 w 2912392"/>
                <a:gd name="connsiteY105" fmla="*/ 321699 h 732685"/>
                <a:gd name="connsiteX106" fmla="*/ 1032483 w 2912392"/>
                <a:gd name="connsiteY106" fmla="*/ 321653 h 732685"/>
                <a:gd name="connsiteX107" fmla="*/ 1042227 w 2912392"/>
                <a:gd name="connsiteY107" fmla="*/ 321687 h 732685"/>
                <a:gd name="connsiteX108" fmla="*/ 1051971 w 2912392"/>
                <a:gd name="connsiteY108" fmla="*/ 321808 h 732685"/>
                <a:gd name="connsiteX109" fmla="*/ 1061715 w 2912392"/>
                <a:gd name="connsiteY109" fmla="*/ 322012 h 732685"/>
                <a:gd name="connsiteX110" fmla="*/ 1071444 w 2912392"/>
                <a:gd name="connsiteY110" fmla="*/ 322304 h 732685"/>
                <a:gd name="connsiteX111" fmla="*/ 1081188 w 2912392"/>
                <a:gd name="connsiteY111" fmla="*/ 322681 h 732685"/>
                <a:gd name="connsiteX112" fmla="*/ 1090932 w 2912392"/>
                <a:gd name="connsiteY112" fmla="*/ 323144 h 732685"/>
                <a:gd name="connsiteX113" fmla="*/ 1100676 w 2912392"/>
                <a:gd name="connsiteY113" fmla="*/ 323694 h 732685"/>
                <a:gd name="connsiteX114" fmla="*/ 1110405 w 2912392"/>
                <a:gd name="connsiteY114" fmla="*/ 324328 h 732685"/>
                <a:gd name="connsiteX115" fmla="*/ 1120149 w 2912392"/>
                <a:gd name="connsiteY115" fmla="*/ 325048 h 732685"/>
                <a:gd name="connsiteX116" fmla="*/ 1129893 w 2912392"/>
                <a:gd name="connsiteY116" fmla="*/ 325851 h 732685"/>
                <a:gd name="connsiteX117" fmla="*/ 1139637 w 2912392"/>
                <a:gd name="connsiteY117" fmla="*/ 326738 h 732685"/>
                <a:gd name="connsiteX118" fmla="*/ 1149381 w 2912392"/>
                <a:gd name="connsiteY118" fmla="*/ 327703 h 732685"/>
                <a:gd name="connsiteX119" fmla="*/ 1159110 w 2912392"/>
                <a:gd name="connsiteY119" fmla="*/ 328748 h 732685"/>
                <a:gd name="connsiteX120" fmla="*/ 1168854 w 2912392"/>
                <a:gd name="connsiteY120" fmla="*/ 329868 h 732685"/>
                <a:gd name="connsiteX121" fmla="*/ 1178598 w 2912392"/>
                <a:gd name="connsiteY121" fmla="*/ 331063 h 732685"/>
                <a:gd name="connsiteX122" fmla="*/ 1188341 w 2912392"/>
                <a:gd name="connsiteY122" fmla="*/ 332329 h 732685"/>
                <a:gd name="connsiteX123" fmla="*/ 1198070 w 2912392"/>
                <a:gd name="connsiteY123" fmla="*/ 333664 h 732685"/>
                <a:gd name="connsiteX124" fmla="*/ 1207814 w 2912392"/>
                <a:gd name="connsiteY124" fmla="*/ 335066 h 732685"/>
                <a:gd name="connsiteX125" fmla="*/ 1217558 w 2912392"/>
                <a:gd name="connsiteY125" fmla="*/ 336532 h 732685"/>
                <a:gd name="connsiteX126" fmla="*/ 1227302 w 2912392"/>
                <a:gd name="connsiteY126" fmla="*/ 338058 h 732685"/>
                <a:gd name="connsiteX127" fmla="*/ 1237031 w 2912392"/>
                <a:gd name="connsiteY127" fmla="*/ 339642 h 732685"/>
                <a:gd name="connsiteX128" fmla="*/ 1246775 w 2912392"/>
                <a:gd name="connsiteY128" fmla="*/ 341281 h 732685"/>
                <a:gd name="connsiteX129" fmla="*/ 1256519 w 2912392"/>
                <a:gd name="connsiteY129" fmla="*/ 342970 h 732685"/>
                <a:gd name="connsiteX130" fmla="*/ 1266263 w 2912392"/>
                <a:gd name="connsiteY130" fmla="*/ 344709 h 732685"/>
                <a:gd name="connsiteX131" fmla="*/ 1276007 w 2912392"/>
                <a:gd name="connsiteY131" fmla="*/ 346492 h 732685"/>
                <a:gd name="connsiteX132" fmla="*/ 1285736 w 2912392"/>
                <a:gd name="connsiteY132" fmla="*/ 348319 h 732685"/>
                <a:gd name="connsiteX133" fmla="*/ 1295480 w 2912392"/>
                <a:gd name="connsiteY133" fmla="*/ 350183 h 732685"/>
                <a:gd name="connsiteX134" fmla="*/ 1305224 w 2912392"/>
                <a:gd name="connsiteY134" fmla="*/ 352085 h 732685"/>
                <a:gd name="connsiteX135" fmla="*/ 1314968 w 2912392"/>
                <a:gd name="connsiteY135" fmla="*/ 354019 h 732685"/>
                <a:gd name="connsiteX136" fmla="*/ 1324697 w 2912392"/>
                <a:gd name="connsiteY136" fmla="*/ 355984 h 732685"/>
                <a:gd name="connsiteX137" fmla="*/ 1334441 w 2912392"/>
                <a:gd name="connsiteY137" fmla="*/ 357978 h 732685"/>
                <a:gd name="connsiteX138" fmla="*/ 1344185 w 2912392"/>
                <a:gd name="connsiteY138" fmla="*/ 359995 h 732685"/>
                <a:gd name="connsiteX139" fmla="*/ 1353929 w 2912392"/>
                <a:gd name="connsiteY139" fmla="*/ 362036 h 732685"/>
                <a:gd name="connsiteX140" fmla="*/ 1363658 w 2912392"/>
                <a:gd name="connsiteY140" fmla="*/ 364097 h 732685"/>
                <a:gd name="connsiteX141" fmla="*/ 1373402 w 2912392"/>
                <a:gd name="connsiteY141" fmla="*/ 366175 h 732685"/>
                <a:gd name="connsiteX142" fmla="*/ 1383146 w 2912392"/>
                <a:gd name="connsiteY142" fmla="*/ 368270 h 732685"/>
                <a:gd name="connsiteX143" fmla="*/ 1392890 w 2912392"/>
                <a:gd name="connsiteY143" fmla="*/ 370378 h 732685"/>
                <a:gd name="connsiteX144" fmla="*/ 1402619 w 2912392"/>
                <a:gd name="connsiteY144" fmla="*/ 372500 h 732685"/>
                <a:gd name="connsiteX145" fmla="*/ 1412363 w 2912392"/>
                <a:gd name="connsiteY145" fmla="*/ 374630 h 732685"/>
                <a:gd name="connsiteX146" fmla="*/ 1422106 w 2912392"/>
                <a:gd name="connsiteY146" fmla="*/ 376771 h 732685"/>
                <a:gd name="connsiteX147" fmla="*/ 1431850 w 2912392"/>
                <a:gd name="connsiteY147" fmla="*/ 378920 h 732685"/>
                <a:gd name="connsiteX148" fmla="*/ 1441594 w 2912392"/>
                <a:gd name="connsiteY148" fmla="*/ 381074 h 732685"/>
                <a:gd name="connsiteX149" fmla="*/ 1451323 w 2912392"/>
                <a:gd name="connsiteY149" fmla="*/ 383235 h 732685"/>
                <a:gd name="connsiteX150" fmla="*/ 1461067 w 2912392"/>
                <a:gd name="connsiteY150" fmla="*/ 385399 h 732685"/>
                <a:gd name="connsiteX151" fmla="*/ 1470811 w 2912392"/>
                <a:gd name="connsiteY151" fmla="*/ 387569 h 732685"/>
                <a:gd name="connsiteX152" fmla="*/ 1480555 w 2912392"/>
                <a:gd name="connsiteY152" fmla="*/ 389741 h 732685"/>
                <a:gd name="connsiteX153" fmla="*/ 1490284 w 2912392"/>
                <a:gd name="connsiteY153" fmla="*/ 391916 h 732685"/>
                <a:gd name="connsiteX154" fmla="*/ 1500028 w 2912392"/>
                <a:gd name="connsiteY154" fmla="*/ 394094 h 732685"/>
                <a:gd name="connsiteX155" fmla="*/ 1509772 w 2912392"/>
                <a:gd name="connsiteY155" fmla="*/ 396277 h 732685"/>
                <a:gd name="connsiteX156" fmla="*/ 1519516 w 2912392"/>
                <a:gd name="connsiteY156" fmla="*/ 398461 h 732685"/>
                <a:gd name="connsiteX157" fmla="*/ 1529245 w 2912392"/>
                <a:gd name="connsiteY157" fmla="*/ 400648 h 732685"/>
                <a:gd name="connsiteX158" fmla="*/ 1538989 w 2912392"/>
                <a:gd name="connsiteY158" fmla="*/ 402839 h 732685"/>
                <a:gd name="connsiteX159" fmla="*/ 1548733 w 2912392"/>
                <a:gd name="connsiteY159" fmla="*/ 405032 h 732685"/>
                <a:gd name="connsiteX160" fmla="*/ 1558477 w 2912392"/>
                <a:gd name="connsiteY160" fmla="*/ 407229 h 732685"/>
                <a:gd name="connsiteX161" fmla="*/ 1568221 w 2912392"/>
                <a:gd name="connsiteY161" fmla="*/ 409431 h 732685"/>
                <a:gd name="connsiteX162" fmla="*/ 1577950 w 2912392"/>
                <a:gd name="connsiteY162" fmla="*/ 411638 h 732685"/>
                <a:gd name="connsiteX163" fmla="*/ 1587694 w 2912392"/>
                <a:gd name="connsiteY163" fmla="*/ 413851 h 732685"/>
                <a:gd name="connsiteX164" fmla="*/ 1597438 w 2912392"/>
                <a:gd name="connsiteY164" fmla="*/ 416069 h 732685"/>
                <a:gd name="connsiteX165" fmla="*/ 1607182 w 2912392"/>
                <a:gd name="connsiteY165" fmla="*/ 418293 h 732685"/>
                <a:gd name="connsiteX166" fmla="*/ 1616911 w 2912392"/>
                <a:gd name="connsiteY166" fmla="*/ 420527 h 732685"/>
                <a:gd name="connsiteX167" fmla="*/ 1626655 w 2912392"/>
                <a:gd name="connsiteY167" fmla="*/ 422768 h 732685"/>
                <a:gd name="connsiteX168" fmla="*/ 1636399 w 2912392"/>
                <a:gd name="connsiteY168" fmla="*/ 425019 h 732685"/>
                <a:gd name="connsiteX169" fmla="*/ 1646142 w 2912392"/>
                <a:gd name="connsiteY169" fmla="*/ 427279 h 732685"/>
                <a:gd name="connsiteX170" fmla="*/ 1655872 w 2912392"/>
                <a:gd name="connsiteY170" fmla="*/ 429550 h 732685"/>
                <a:gd name="connsiteX171" fmla="*/ 1665616 w 2912392"/>
                <a:gd name="connsiteY171" fmla="*/ 431831 h 732685"/>
                <a:gd name="connsiteX172" fmla="*/ 1675359 w 2912392"/>
                <a:gd name="connsiteY172" fmla="*/ 434125 h 732685"/>
                <a:gd name="connsiteX173" fmla="*/ 1685103 w 2912392"/>
                <a:gd name="connsiteY173" fmla="*/ 436431 h 732685"/>
                <a:gd name="connsiteX174" fmla="*/ 1694832 w 2912392"/>
                <a:gd name="connsiteY174" fmla="*/ 438751 h 732685"/>
                <a:gd name="connsiteX175" fmla="*/ 1704576 w 2912392"/>
                <a:gd name="connsiteY175" fmla="*/ 441086 h 732685"/>
                <a:gd name="connsiteX176" fmla="*/ 1714320 w 2912392"/>
                <a:gd name="connsiteY176" fmla="*/ 443434 h 732685"/>
                <a:gd name="connsiteX177" fmla="*/ 1724064 w 2912392"/>
                <a:gd name="connsiteY177" fmla="*/ 445797 h 732685"/>
                <a:gd name="connsiteX178" fmla="*/ 1733808 w 2912392"/>
                <a:gd name="connsiteY178" fmla="*/ 448175 h 732685"/>
                <a:gd name="connsiteX179" fmla="*/ 1743537 w 2912392"/>
                <a:gd name="connsiteY179" fmla="*/ 450569 h 732685"/>
                <a:gd name="connsiteX180" fmla="*/ 1753281 w 2912392"/>
                <a:gd name="connsiteY180" fmla="*/ 452980 h 732685"/>
                <a:gd name="connsiteX181" fmla="*/ 1763025 w 2912392"/>
                <a:gd name="connsiteY181" fmla="*/ 455407 h 732685"/>
                <a:gd name="connsiteX182" fmla="*/ 1772769 w 2912392"/>
                <a:gd name="connsiteY182" fmla="*/ 457850 h 732685"/>
                <a:gd name="connsiteX183" fmla="*/ 1782498 w 2912392"/>
                <a:gd name="connsiteY183" fmla="*/ 460310 h 732685"/>
                <a:gd name="connsiteX184" fmla="*/ 1792242 w 2912392"/>
                <a:gd name="connsiteY184" fmla="*/ 462788 h 732685"/>
                <a:gd name="connsiteX185" fmla="*/ 1801986 w 2912392"/>
                <a:gd name="connsiteY185" fmla="*/ 465283 h 732685"/>
                <a:gd name="connsiteX186" fmla="*/ 1811730 w 2912392"/>
                <a:gd name="connsiteY186" fmla="*/ 467795 h 732685"/>
                <a:gd name="connsiteX187" fmla="*/ 1821459 w 2912392"/>
                <a:gd name="connsiteY187" fmla="*/ 470325 h 732685"/>
                <a:gd name="connsiteX188" fmla="*/ 1831203 w 2912392"/>
                <a:gd name="connsiteY188" fmla="*/ 472873 h 732685"/>
                <a:gd name="connsiteX189" fmla="*/ 1840947 w 2912392"/>
                <a:gd name="connsiteY189" fmla="*/ 475438 h 732685"/>
                <a:gd name="connsiteX190" fmla="*/ 1850691 w 2912392"/>
                <a:gd name="connsiteY190" fmla="*/ 478020 h 732685"/>
                <a:gd name="connsiteX191" fmla="*/ 1860435 w 2912392"/>
                <a:gd name="connsiteY191" fmla="*/ 480622 h 732685"/>
                <a:gd name="connsiteX192" fmla="*/ 1870164 w 2912392"/>
                <a:gd name="connsiteY192" fmla="*/ 483241 h 732685"/>
                <a:gd name="connsiteX193" fmla="*/ 1879908 w 2912392"/>
                <a:gd name="connsiteY193" fmla="*/ 485878 h 732685"/>
                <a:gd name="connsiteX194" fmla="*/ 1889652 w 2912392"/>
                <a:gd name="connsiteY194" fmla="*/ 488532 h 732685"/>
                <a:gd name="connsiteX195" fmla="*/ 1899395 w 2912392"/>
                <a:gd name="connsiteY195" fmla="*/ 491206 h 732685"/>
                <a:gd name="connsiteX196" fmla="*/ 1909124 w 2912392"/>
                <a:gd name="connsiteY196" fmla="*/ 493897 h 732685"/>
                <a:gd name="connsiteX197" fmla="*/ 1918868 w 2912392"/>
                <a:gd name="connsiteY197" fmla="*/ 496608 h 732685"/>
                <a:gd name="connsiteX198" fmla="*/ 1928612 w 2912392"/>
                <a:gd name="connsiteY198" fmla="*/ 499338 h 732685"/>
                <a:gd name="connsiteX199" fmla="*/ 1938356 w 2912392"/>
                <a:gd name="connsiteY199" fmla="*/ 502087 h 732685"/>
                <a:gd name="connsiteX200" fmla="*/ 1948085 w 2912392"/>
                <a:gd name="connsiteY200" fmla="*/ 504855 h 732685"/>
                <a:gd name="connsiteX201" fmla="*/ 1957829 w 2912392"/>
                <a:gd name="connsiteY201" fmla="*/ 507644 h 732685"/>
                <a:gd name="connsiteX202" fmla="*/ 1967573 w 2912392"/>
                <a:gd name="connsiteY202" fmla="*/ 510454 h 732685"/>
                <a:gd name="connsiteX203" fmla="*/ 1977317 w 2912392"/>
                <a:gd name="connsiteY203" fmla="*/ 513286 h 732685"/>
                <a:gd name="connsiteX204" fmla="*/ 1987046 w 2912392"/>
                <a:gd name="connsiteY204" fmla="*/ 516140 h 732685"/>
                <a:gd name="connsiteX205" fmla="*/ 1996790 w 2912392"/>
                <a:gd name="connsiteY205" fmla="*/ 519016 h 732685"/>
                <a:gd name="connsiteX206" fmla="*/ 2006534 w 2912392"/>
                <a:gd name="connsiteY206" fmla="*/ 521916 h 732685"/>
                <a:gd name="connsiteX207" fmla="*/ 2016278 w 2912392"/>
                <a:gd name="connsiteY207" fmla="*/ 524840 h 732685"/>
                <a:gd name="connsiteX208" fmla="*/ 2026022 w 2912392"/>
                <a:gd name="connsiteY208" fmla="*/ 527792 h 732685"/>
                <a:gd name="connsiteX209" fmla="*/ 2035751 w 2912392"/>
                <a:gd name="connsiteY209" fmla="*/ 530769 h 732685"/>
                <a:gd name="connsiteX210" fmla="*/ 2045495 w 2912392"/>
                <a:gd name="connsiteY210" fmla="*/ 533775 h 732685"/>
                <a:gd name="connsiteX211" fmla="*/ 2055239 w 2912392"/>
                <a:gd name="connsiteY211" fmla="*/ 536809 h 732685"/>
                <a:gd name="connsiteX212" fmla="*/ 2064983 w 2912392"/>
                <a:gd name="connsiteY212" fmla="*/ 539874 h 732685"/>
                <a:gd name="connsiteX213" fmla="*/ 2074712 w 2912392"/>
                <a:gd name="connsiteY213" fmla="*/ 542970 h 732685"/>
                <a:gd name="connsiteX214" fmla="*/ 2084456 w 2912392"/>
                <a:gd name="connsiteY214" fmla="*/ 546098 h 732685"/>
                <a:gd name="connsiteX215" fmla="*/ 2094200 w 2912392"/>
                <a:gd name="connsiteY215" fmla="*/ 549261 h 732685"/>
                <a:gd name="connsiteX216" fmla="*/ 2103944 w 2912392"/>
                <a:gd name="connsiteY216" fmla="*/ 552460 h 732685"/>
                <a:gd name="connsiteX217" fmla="*/ 2113673 w 2912392"/>
                <a:gd name="connsiteY217" fmla="*/ 555695 h 732685"/>
                <a:gd name="connsiteX218" fmla="*/ 2123417 w 2912392"/>
                <a:gd name="connsiteY218" fmla="*/ 558967 h 732685"/>
                <a:gd name="connsiteX219" fmla="*/ 2133161 w 2912392"/>
                <a:gd name="connsiteY219" fmla="*/ 562277 h 732685"/>
                <a:gd name="connsiteX220" fmla="*/ 2142905 w 2912392"/>
                <a:gd name="connsiteY220" fmla="*/ 565628 h 732685"/>
                <a:gd name="connsiteX221" fmla="*/ 2152649 w 2912392"/>
                <a:gd name="connsiteY221" fmla="*/ 569019 h 732685"/>
                <a:gd name="connsiteX222" fmla="*/ 2162377 w 2912392"/>
                <a:gd name="connsiteY222" fmla="*/ 572452 h 732685"/>
                <a:gd name="connsiteX223" fmla="*/ 2172121 w 2912392"/>
                <a:gd name="connsiteY223" fmla="*/ 575926 h 732685"/>
                <a:gd name="connsiteX224" fmla="*/ 2181865 w 2912392"/>
                <a:gd name="connsiteY224" fmla="*/ 579444 h 732685"/>
                <a:gd name="connsiteX225" fmla="*/ 2191609 w 2912392"/>
                <a:gd name="connsiteY225" fmla="*/ 583005 h 732685"/>
                <a:gd name="connsiteX226" fmla="*/ 2201338 w 2912392"/>
                <a:gd name="connsiteY226" fmla="*/ 586609 h 732685"/>
                <a:gd name="connsiteX227" fmla="*/ 2211082 w 2912392"/>
                <a:gd name="connsiteY227" fmla="*/ 590257 h 732685"/>
                <a:gd name="connsiteX228" fmla="*/ 2220826 w 2912392"/>
                <a:gd name="connsiteY228" fmla="*/ 593946 h 732685"/>
                <a:gd name="connsiteX229" fmla="*/ 2230570 w 2912392"/>
                <a:gd name="connsiteY229" fmla="*/ 597680 h 732685"/>
                <a:gd name="connsiteX230" fmla="*/ 2240299 w 2912392"/>
                <a:gd name="connsiteY230" fmla="*/ 601454 h 732685"/>
                <a:gd name="connsiteX231" fmla="*/ 2250043 w 2912392"/>
                <a:gd name="connsiteY231" fmla="*/ 605268 h 732685"/>
                <a:gd name="connsiteX232" fmla="*/ 2259787 w 2912392"/>
                <a:gd name="connsiteY232" fmla="*/ 609128 h 732685"/>
                <a:gd name="connsiteX233" fmla="*/ 2269531 w 2912392"/>
                <a:gd name="connsiteY233" fmla="*/ 613017 h 732685"/>
                <a:gd name="connsiteX234" fmla="*/ 2279260 w 2912392"/>
                <a:gd name="connsiteY234" fmla="*/ 616936 h 732685"/>
                <a:gd name="connsiteX235" fmla="*/ 2289004 w 2912392"/>
                <a:gd name="connsiteY235" fmla="*/ 620899 h 732685"/>
                <a:gd name="connsiteX236" fmla="*/ 2298748 w 2912392"/>
                <a:gd name="connsiteY236" fmla="*/ 624877 h 732685"/>
                <a:gd name="connsiteX237" fmla="*/ 2308492 w 2912392"/>
                <a:gd name="connsiteY237" fmla="*/ 628899 h 732685"/>
                <a:gd name="connsiteX238" fmla="*/ 2318236 w 2912392"/>
                <a:gd name="connsiteY238" fmla="*/ 632937 h 732685"/>
                <a:gd name="connsiteX239" fmla="*/ 2327965 w 2912392"/>
                <a:gd name="connsiteY239" fmla="*/ 636990 h 732685"/>
                <a:gd name="connsiteX240" fmla="*/ 2337709 w 2912392"/>
                <a:gd name="connsiteY240" fmla="*/ 641057 h 732685"/>
                <a:gd name="connsiteX241" fmla="*/ 2347453 w 2912392"/>
                <a:gd name="connsiteY241" fmla="*/ 645124 h 732685"/>
                <a:gd name="connsiteX242" fmla="*/ 2357197 w 2912392"/>
                <a:gd name="connsiteY242" fmla="*/ 649207 h 732685"/>
                <a:gd name="connsiteX243" fmla="*/ 2366926 w 2912392"/>
                <a:gd name="connsiteY243" fmla="*/ 653289 h 732685"/>
                <a:gd name="connsiteX244" fmla="*/ 2376670 w 2912392"/>
                <a:gd name="connsiteY244" fmla="*/ 657356 h 732685"/>
                <a:gd name="connsiteX245" fmla="*/ 2386413 w 2912392"/>
                <a:gd name="connsiteY245" fmla="*/ 661409 h 732685"/>
                <a:gd name="connsiteX246" fmla="*/ 2396157 w 2912392"/>
                <a:gd name="connsiteY246" fmla="*/ 665432 h 732685"/>
                <a:gd name="connsiteX247" fmla="*/ 2405886 w 2912392"/>
                <a:gd name="connsiteY247" fmla="*/ 669440 h 732685"/>
                <a:gd name="connsiteX248" fmla="*/ 2415630 w 2912392"/>
                <a:gd name="connsiteY248" fmla="*/ 673403 h 732685"/>
                <a:gd name="connsiteX249" fmla="*/ 2425374 w 2912392"/>
                <a:gd name="connsiteY249" fmla="*/ 677321 h 732685"/>
                <a:gd name="connsiteX250" fmla="*/ 2435118 w 2912392"/>
                <a:gd name="connsiteY250" fmla="*/ 681180 h 732685"/>
                <a:gd name="connsiteX251" fmla="*/ 2444862 w 2912392"/>
                <a:gd name="connsiteY251" fmla="*/ 684979 h 732685"/>
                <a:gd name="connsiteX252" fmla="*/ 2454591 w 2912392"/>
                <a:gd name="connsiteY252" fmla="*/ 688704 h 732685"/>
                <a:gd name="connsiteX253" fmla="*/ 2464335 w 2912392"/>
                <a:gd name="connsiteY253" fmla="*/ 692339 h 732685"/>
                <a:gd name="connsiteX254" fmla="*/ 2474079 w 2912392"/>
                <a:gd name="connsiteY254" fmla="*/ 695900 h 732685"/>
                <a:gd name="connsiteX255" fmla="*/ 2483823 w 2912392"/>
                <a:gd name="connsiteY255" fmla="*/ 699357 h 732685"/>
                <a:gd name="connsiteX256" fmla="*/ 2493552 w 2912392"/>
                <a:gd name="connsiteY256" fmla="*/ 702694 h 732685"/>
                <a:gd name="connsiteX257" fmla="*/ 2503296 w 2912392"/>
                <a:gd name="connsiteY257" fmla="*/ 705912 h 732685"/>
                <a:gd name="connsiteX258" fmla="*/ 2513040 w 2912392"/>
                <a:gd name="connsiteY258" fmla="*/ 708996 h 732685"/>
                <a:gd name="connsiteX259" fmla="*/ 2522784 w 2912392"/>
                <a:gd name="connsiteY259" fmla="*/ 711946 h 732685"/>
                <a:gd name="connsiteX260" fmla="*/ 2532513 w 2912392"/>
                <a:gd name="connsiteY260" fmla="*/ 714732 h 732685"/>
                <a:gd name="connsiteX261" fmla="*/ 2542257 w 2912392"/>
                <a:gd name="connsiteY261" fmla="*/ 717370 h 732685"/>
                <a:gd name="connsiteX262" fmla="*/ 2552001 w 2912392"/>
                <a:gd name="connsiteY262" fmla="*/ 719813 h 732685"/>
                <a:gd name="connsiteX263" fmla="*/ 2561745 w 2912392"/>
                <a:gd name="connsiteY263" fmla="*/ 722093 h 732685"/>
                <a:gd name="connsiteX264" fmla="*/ 2571474 w 2912392"/>
                <a:gd name="connsiteY264" fmla="*/ 724163 h 732685"/>
                <a:gd name="connsiteX265" fmla="*/ 2581218 w 2912392"/>
                <a:gd name="connsiteY265" fmla="*/ 726041 h 732685"/>
                <a:gd name="connsiteX266" fmla="*/ 2590962 w 2912392"/>
                <a:gd name="connsiteY266" fmla="*/ 727709 h 732685"/>
                <a:gd name="connsiteX267" fmla="*/ 2600705 w 2912392"/>
                <a:gd name="connsiteY267" fmla="*/ 729140 h 732685"/>
                <a:gd name="connsiteX268" fmla="*/ 2610449 w 2912392"/>
                <a:gd name="connsiteY268" fmla="*/ 730347 h 732685"/>
                <a:gd name="connsiteX269" fmla="*/ 2620178 w 2912392"/>
                <a:gd name="connsiteY269" fmla="*/ 731315 h 732685"/>
                <a:gd name="connsiteX270" fmla="*/ 2629922 w 2912392"/>
                <a:gd name="connsiteY270" fmla="*/ 732030 h 732685"/>
                <a:gd name="connsiteX271" fmla="*/ 2639666 w 2912392"/>
                <a:gd name="connsiteY271" fmla="*/ 732492 h 732685"/>
                <a:gd name="connsiteX272" fmla="*/ 2649410 w 2912392"/>
                <a:gd name="connsiteY272" fmla="*/ 732686 h 732685"/>
                <a:gd name="connsiteX273" fmla="*/ 2659139 w 2912392"/>
                <a:gd name="connsiteY273" fmla="*/ 732611 h 732685"/>
                <a:gd name="connsiteX274" fmla="*/ 2668883 w 2912392"/>
                <a:gd name="connsiteY274" fmla="*/ 732254 h 732685"/>
                <a:gd name="connsiteX275" fmla="*/ 2678627 w 2912392"/>
                <a:gd name="connsiteY275" fmla="*/ 731613 h 732685"/>
                <a:gd name="connsiteX276" fmla="*/ 2688371 w 2912392"/>
                <a:gd name="connsiteY276" fmla="*/ 730689 h 732685"/>
                <a:gd name="connsiteX277" fmla="*/ 2698100 w 2912392"/>
                <a:gd name="connsiteY277" fmla="*/ 729468 h 732685"/>
                <a:gd name="connsiteX278" fmla="*/ 2707844 w 2912392"/>
                <a:gd name="connsiteY278" fmla="*/ 727948 h 732685"/>
                <a:gd name="connsiteX279" fmla="*/ 2717588 w 2912392"/>
                <a:gd name="connsiteY279" fmla="*/ 726130 h 732685"/>
                <a:gd name="connsiteX280" fmla="*/ 2727332 w 2912392"/>
                <a:gd name="connsiteY280" fmla="*/ 724000 h 732685"/>
                <a:gd name="connsiteX281" fmla="*/ 2737076 w 2912392"/>
                <a:gd name="connsiteY281" fmla="*/ 721571 h 732685"/>
                <a:gd name="connsiteX282" fmla="*/ 2746805 w 2912392"/>
                <a:gd name="connsiteY282" fmla="*/ 718830 h 732685"/>
                <a:gd name="connsiteX283" fmla="*/ 2756549 w 2912392"/>
                <a:gd name="connsiteY283" fmla="*/ 715790 h 732685"/>
                <a:gd name="connsiteX284" fmla="*/ 2766293 w 2912392"/>
                <a:gd name="connsiteY284" fmla="*/ 712423 h 732685"/>
                <a:gd name="connsiteX285" fmla="*/ 2776037 w 2912392"/>
                <a:gd name="connsiteY285" fmla="*/ 708773 h 732685"/>
                <a:gd name="connsiteX286" fmla="*/ 2785766 w 2912392"/>
                <a:gd name="connsiteY286" fmla="*/ 704795 h 732685"/>
                <a:gd name="connsiteX287" fmla="*/ 2795510 w 2912392"/>
                <a:gd name="connsiteY287" fmla="*/ 700534 h 732685"/>
                <a:gd name="connsiteX288" fmla="*/ 2805254 w 2912392"/>
                <a:gd name="connsiteY288" fmla="*/ 695960 h 732685"/>
                <a:gd name="connsiteX289" fmla="*/ 2814998 w 2912392"/>
                <a:gd name="connsiteY289" fmla="*/ 691103 h 732685"/>
                <a:gd name="connsiteX290" fmla="*/ 2824727 w 2912392"/>
                <a:gd name="connsiteY290" fmla="*/ 685948 h 732685"/>
                <a:gd name="connsiteX291" fmla="*/ 2834471 w 2912392"/>
                <a:gd name="connsiteY291" fmla="*/ 680510 h 732685"/>
                <a:gd name="connsiteX292" fmla="*/ 2844215 w 2912392"/>
                <a:gd name="connsiteY292" fmla="*/ 674788 h 732685"/>
                <a:gd name="connsiteX293" fmla="*/ 2853958 w 2912392"/>
                <a:gd name="connsiteY293" fmla="*/ 668799 h 732685"/>
                <a:gd name="connsiteX294" fmla="*/ 2863687 w 2912392"/>
                <a:gd name="connsiteY294" fmla="*/ 662541 h 732685"/>
                <a:gd name="connsiteX295" fmla="*/ 2873431 w 2912392"/>
                <a:gd name="connsiteY295" fmla="*/ 656030 h 732685"/>
                <a:gd name="connsiteX296" fmla="*/ 2883175 w 2912392"/>
                <a:gd name="connsiteY296" fmla="*/ 649266 h 732685"/>
                <a:gd name="connsiteX297" fmla="*/ 2892919 w 2912392"/>
                <a:gd name="connsiteY297" fmla="*/ 642264 h 732685"/>
                <a:gd name="connsiteX298" fmla="*/ 2902663 w 2912392"/>
                <a:gd name="connsiteY298" fmla="*/ 635038 h 732685"/>
                <a:gd name="connsiteX299" fmla="*/ 2912392 w 2912392"/>
                <a:gd name="connsiteY299" fmla="*/ 627588 h 732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32685">
                  <a:moveTo>
                    <a:pt x="0" y="0"/>
                  </a:moveTo>
                  <a:lnTo>
                    <a:pt x="9739" y="4817"/>
                  </a:lnTo>
                  <a:lnTo>
                    <a:pt x="19480" y="9802"/>
                  </a:lnTo>
                  <a:lnTo>
                    <a:pt x="29221" y="14953"/>
                  </a:lnTo>
                  <a:lnTo>
                    <a:pt x="38961" y="20260"/>
                  </a:lnTo>
                  <a:lnTo>
                    <a:pt x="48702" y="25719"/>
                  </a:lnTo>
                  <a:lnTo>
                    <a:pt x="58443" y="31322"/>
                  </a:lnTo>
                  <a:lnTo>
                    <a:pt x="68182" y="37064"/>
                  </a:lnTo>
                  <a:lnTo>
                    <a:pt x="77923" y="42939"/>
                  </a:lnTo>
                  <a:lnTo>
                    <a:pt x="87664" y="48936"/>
                  </a:lnTo>
                  <a:lnTo>
                    <a:pt x="97404" y="55050"/>
                  </a:lnTo>
                  <a:lnTo>
                    <a:pt x="107145" y="61274"/>
                  </a:lnTo>
                  <a:lnTo>
                    <a:pt x="116886" y="67598"/>
                  </a:lnTo>
                  <a:lnTo>
                    <a:pt x="126625" y="74017"/>
                  </a:lnTo>
                  <a:lnTo>
                    <a:pt x="136366" y="80519"/>
                  </a:lnTo>
                  <a:lnTo>
                    <a:pt x="146107" y="87098"/>
                  </a:lnTo>
                  <a:lnTo>
                    <a:pt x="155846" y="93746"/>
                  </a:lnTo>
                  <a:lnTo>
                    <a:pt x="165587" y="100453"/>
                  </a:lnTo>
                  <a:lnTo>
                    <a:pt x="175328" y="107212"/>
                  </a:lnTo>
                  <a:lnTo>
                    <a:pt x="185068" y="114011"/>
                  </a:lnTo>
                  <a:lnTo>
                    <a:pt x="194809" y="120846"/>
                  </a:lnTo>
                  <a:lnTo>
                    <a:pt x="204550" y="127702"/>
                  </a:lnTo>
                  <a:lnTo>
                    <a:pt x="214289" y="134575"/>
                  </a:lnTo>
                  <a:lnTo>
                    <a:pt x="224030" y="141454"/>
                  </a:lnTo>
                  <a:lnTo>
                    <a:pt x="233771" y="148330"/>
                  </a:lnTo>
                  <a:lnTo>
                    <a:pt x="243510" y="155194"/>
                  </a:lnTo>
                  <a:lnTo>
                    <a:pt x="253251" y="162037"/>
                  </a:lnTo>
                  <a:lnTo>
                    <a:pt x="262992" y="168849"/>
                  </a:lnTo>
                  <a:lnTo>
                    <a:pt x="272732" y="175623"/>
                  </a:lnTo>
                  <a:lnTo>
                    <a:pt x="282473" y="182349"/>
                  </a:lnTo>
                  <a:lnTo>
                    <a:pt x="292214" y="189017"/>
                  </a:lnTo>
                  <a:lnTo>
                    <a:pt x="301953" y="195622"/>
                  </a:lnTo>
                  <a:lnTo>
                    <a:pt x="311694" y="202151"/>
                  </a:lnTo>
                  <a:lnTo>
                    <a:pt x="321435" y="208599"/>
                  </a:lnTo>
                  <a:lnTo>
                    <a:pt x="331175" y="214957"/>
                  </a:lnTo>
                  <a:lnTo>
                    <a:pt x="340916" y="221216"/>
                  </a:lnTo>
                  <a:lnTo>
                    <a:pt x="350656" y="227367"/>
                  </a:lnTo>
                  <a:lnTo>
                    <a:pt x="360396" y="233407"/>
                  </a:lnTo>
                  <a:lnTo>
                    <a:pt x="370137" y="239325"/>
                  </a:lnTo>
                  <a:lnTo>
                    <a:pt x="379878" y="245114"/>
                  </a:lnTo>
                  <a:lnTo>
                    <a:pt x="389617" y="250769"/>
                  </a:lnTo>
                  <a:lnTo>
                    <a:pt x="399358" y="256282"/>
                  </a:lnTo>
                  <a:lnTo>
                    <a:pt x="409099" y="261648"/>
                  </a:lnTo>
                  <a:lnTo>
                    <a:pt x="418839" y="266862"/>
                  </a:lnTo>
                  <a:lnTo>
                    <a:pt x="428580" y="271915"/>
                  </a:lnTo>
                  <a:lnTo>
                    <a:pt x="438321" y="276807"/>
                  </a:lnTo>
                  <a:lnTo>
                    <a:pt x="448060" y="281530"/>
                  </a:lnTo>
                  <a:lnTo>
                    <a:pt x="457801" y="286080"/>
                  </a:lnTo>
                  <a:lnTo>
                    <a:pt x="467542" y="290453"/>
                  </a:lnTo>
                  <a:lnTo>
                    <a:pt x="477281" y="294648"/>
                  </a:lnTo>
                  <a:lnTo>
                    <a:pt x="487022" y="298660"/>
                  </a:lnTo>
                  <a:lnTo>
                    <a:pt x="496763" y="302487"/>
                  </a:lnTo>
                  <a:lnTo>
                    <a:pt x="506503" y="306126"/>
                  </a:lnTo>
                  <a:lnTo>
                    <a:pt x="516244" y="309578"/>
                  </a:lnTo>
                  <a:lnTo>
                    <a:pt x="525985" y="312841"/>
                  </a:lnTo>
                  <a:lnTo>
                    <a:pt x="535724" y="315914"/>
                  </a:lnTo>
                  <a:lnTo>
                    <a:pt x="545465" y="318795"/>
                  </a:lnTo>
                  <a:lnTo>
                    <a:pt x="555206" y="321487"/>
                  </a:lnTo>
                  <a:lnTo>
                    <a:pt x="564946" y="323990"/>
                  </a:lnTo>
                  <a:lnTo>
                    <a:pt x="574687" y="326306"/>
                  </a:lnTo>
                  <a:lnTo>
                    <a:pt x="584428" y="328436"/>
                  </a:lnTo>
                  <a:lnTo>
                    <a:pt x="594167" y="330382"/>
                  </a:lnTo>
                  <a:lnTo>
                    <a:pt x="603908" y="332147"/>
                  </a:lnTo>
                  <a:lnTo>
                    <a:pt x="613649" y="333734"/>
                  </a:lnTo>
                  <a:lnTo>
                    <a:pt x="623388" y="335148"/>
                  </a:lnTo>
                  <a:lnTo>
                    <a:pt x="633129" y="336391"/>
                  </a:lnTo>
                  <a:lnTo>
                    <a:pt x="642870" y="337468"/>
                  </a:lnTo>
                  <a:lnTo>
                    <a:pt x="652610" y="338386"/>
                  </a:lnTo>
                  <a:lnTo>
                    <a:pt x="662351" y="339147"/>
                  </a:lnTo>
                  <a:lnTo>
                    <a:pt x="672092" y="339758"/>
                  </a:lnTo>
                  <a:lnTo>
                    <a:pt x="681831" y="340224"/>
                  </a:lnTo>
                  <a:lnTo>
                    <a:pt x="691572" y="340553"/>
                  </a:lnTo>
                  <a:lnTo>
                    <a:pt x="701313" y="340750"/>
                  </a:lnTo>
                  <a:lnTo>
                    <a:pt x="711052" y="340823"/>
                  </a:lnTo>
                  <a:lnTo>
                    <a:pt x="720793" y="340777"/>
                  </a:lnTo>
                  <a:lnTo>
                    <a:pt x="730534" y="340621"/>
                  </a:lnTo>
                  <a:lnTo>
                    <a:pt x="740274" y="340361"/>
                  </a:lnTo>
                  <a:lnTo>
                    <a:pt x="750015" y="340007"/>
                  </a:lnTo>
                  <a:lnTo>
                    <a:pt x="759756" y="339564"/>
                  </a:lnTo>
                  <a:lnTo>
                    <a:pt x="769495" y="339041"/>
                  </a:lnTo>
                  <a:lnTo>
                    <a:pt x="779236" y="338447"/>
                  </a:lnTo>
                  <a:lnTo>
                    <a:pt x="788977" y="337787"/>
                  </a:lnTo>
                  <a:lnTo>
                    <a:pt x="798717" y="337072"/>
                  </a:lnTo>
                  <a:lnTo>
                    <a:pt x="808458" y="336307"/>
                  </a:lnTo>
                  <a:lnTo>
                    <a:pt x="818199" y="335503"/>
                  </a:lnTo>
                  <a:lnTo>
                    <a:pt x="827938" y="334665"/>
                  </a:lnTo>
                  <a:lnTo>
                    <a:pt x="837679" y="333804"/>
                  </a:lnTo>
                  <a:lnTo>
                    <a:pt x="847420" y="332925"/>
                  </a:lnTo>
                  <a:lnTo>
                    <a:pt x="857159" y="332037"/>
                  </a:lnTo>
                  <a:lnTo>
                    <a:pt x="866900" y="331148"/>
                  </a:lnTo>
                  <a:lnTo>
                    <a:pt x="876641" y="330261"/>
                  </a:lnTo>
                  <a:lnTo>
                    <a:pt x="886381" y="329388"/>
                  </a:lnTo>
                  <a:lnTo>
                    <a:pt x="896122" y="328534"/>
                  </a:lnTo>
                  <a:lnTo>
                    <a:pt x="905863" y="327706"/>
                  </a:lnTo>
                  <a:lnTo>
                    <a:pt x="915602" y="326909"/>
                  </a:lnTo>
                  <a:lnTo>
                    <a:pt x="925343" y="326149"/>
                  </a:lnTo>
                  <a:lnTo>
                    <a:pt x="935084" y="325433"/>
                  </a:lnTo>
                  <a:lnTo>
                    <a:pt x="944824" y="324765"/>
                  </a:lnTo>
                  <a:lnTo>
                    <a:pt x="954564" y="324150"/>
                  </a:lnTo>
                  <a:lnTo>
                    <a:pt x="964305" y="323594"/>
                  </a:lnTo>
                  <a:lnTo>
                    <a:pt x="974045" y="323101"/>
                  </a:lnTo>
                  <a:lnTo>
                    <a:pt x="983786" y="322673"/>
                  </a:lnTo>
                  <a:lnTo>
                    <a:pt x="993522" y="322317"/>
                  </a:lnTo>
                  <a:lnTo>
                    <a:pt x="1003266" y="322034"/>
                  </a:lnTo>
                  <a:lnTo>
                    <a:pt x="1013010" y="321827"/>
                  </a:lnTo>
                  <a:lnTo>
                    <a:pt x="1022754" y="321699"/>
                  </a:lnTo>
                  <a:lnTo>
                    <a:pt x="1032483" y="321653"/>
                  </a:lnTo>
                  <a:lnTo>
                    <a:pt x="1042227" y="321687"/>
                  </a:lnTo>
                  <a:lnTo>
                    <a:pt x="1051971" y="321808"/>
                  </a:lnTo>
                  <a:lnTo>
                    <a:pt x="1061715" y="322012"/>
                  </a:lnTo>
                  <a:lnTo>
                    <a:pt x="1071444" y="322304"/>
                  </a:lnTo>
                  <a:lnTo>
                    <a:pt x="1081188" y="322681"/>
                  </a:lnTo>
                  <a:lnTo>
                    <a:pt x="1090932" y="323144"/>
                  </a:lnTo>
                  <a:lnTo>
                    <a:pt x="1100676" y="323694"/>
                  </a:lnTo>
                  <a:lnTo>
                    <a:pt x="1110405" y="324328"/>
                  </a:lnTo>
                  <a:lnTo>
                    <a:pt x="1120149" y="325048"/>
                  </a:lnTo>
                  <a:lnTo>
                    <a:pt x="1129893" y="325851"/>
                  </a:lnTo>
                  <a:lnTo>
                    <a:pt x="1139637" y="326738"/>
                  </a:lnTo>
                  <a:lnTo>
                    <a:pt x="1149381" y="327703"/>
                  </a:lnTo>
                  <a:lnTo>
                    <a:pt x="1159110" y="328748"/>
                  </a:lnTo>
                  <a:lnTo>
                    <a:pt x="1168854" y="329868"/>
                  </a:lnTo>
                  <a:lnTo>
                    <a:pt x="1178598" y="331063"/>
                  </a:lnTo>
                  <a:lnTo>
                    <a:pt x="1188341" y="332329"/>
                  </a:lnTo>
                  <a:lnTo>
                    <a:pt x="1198070" y="333664"/>
                  </a:lnTo>
                  <a:lnTo>
                    <a:pt x="1207814" y="335066"/>
                  </a:lnTo>
                  <a:lnTo>
                    <a:pt x="1217558" y="336532"/>
                  </a:lnTo>
                  <a:lnTo>
                    <a:pt x="1227302" y="338058"/>
                  </a:lnTo>
                  <a:lnTo>
                    <a:pt x="1237031" y="339642"/>
                  </a:lnTo>
                  <a:lnTo>
                    <a:pt x="1246775" y="341281"/>
                  </a:lnTo>
                  <a:lnTo>
                    <a:pt x="1256519" y="342970"/>
                  </a:lnTo>
                  <a:lnTo>
                    <a:pt x="1266263" y="344709"/>
                  </a:lnTo>
                  <a:lnTo>
                    <a:pt x="1276007" y="346492"/>
                  </a:lnTo>
                  <a:lnTo>
                    <a:pt x="1285736" y="348319"/>
                  </a:lnTo>
                  <a:lnTo>
                    <a:pt x="1295480" y="350183"/>
                  </a:lnTo>
                  <a:lnTo>
                    <a:pt x="1305224" y="352085"/>
                  </a:lnTo>
                  <a:lnTo>
                    <a:pt x="1314968" y="354019"/>
                  </a:lnTo>
                  <a:lnTo>
                    <a:pt x="1324697" y="355984"/>
                  </a:lnTo>
                  <a:lnTo>
                    <a:pt x="1334441" y="357978"/>
                  </a:lnTo>
                  <a:lnTo>
                    <a:pt x="1344185" y="359995"/>
                  </a:lnTo>
                  <a:lnTo>
                    <a:pt x="1353929" y="362036"/>
                  </a:lnTo>
                  <a:lnTo>
                    <a:pt x="1363658" y="364097"/>
                  </a:lnTo>
                  <a:lnTo>
                    <a:pt x="1373402" y="366175"/>
                  </a:lnTo>
                  <a:lnTo>
                    <a:pt x="1383146" y="368270"/>
                  </a:lnTo>
                  <a:lnTo>
                    <a:pt x="1392890" y="370378"/>
                  </a:lnTo>
                  <a:lnTo>
                    <a:pt x="1402619" y="372500"/>
                  </a:lnTo>
                  <a:lnTo>
                    <a:pt x="1412363" y="374630"/>
                  </a:lnTo>
                  <a:lnTo>
                    <a:pt x="1422106" y="376771"/>
                  </a:lnTo>
                  <a:lnTo>
                    <a:pt x="1431850" y="378920"/>
                  </a:lnTo>
                  <a:lnTo>
                    <a:pt x="1441594" y="381074"/>
                  </a:lnTo>
                  <a:lnTo>
                    <a:pt x="1451323" y="383235"/>
                  </a:lnTo>
                  <a:lnTo>
                    <a:pt x="1461067" y="385399"/>
                  </a:lnTo>
                  <a:lnTo>
                    <a:pt x="1470811" y="387569"/>
                  </a:lnTo>
                  <a:lnTo>
                    <a:pt x="1480555" y="389741"/>
                  </a:lnTo>
                  <a:lnTo>
                    <a:pt x="1490284" y="391916"/>
                  </a:lnTo>
                  <a:lnTo>
                    <a:pt x="1500028" y="394094"/>
                  </a:lnTo>
                  <a:lnTo>
                    <a:pt x="1509772" y="396277"/>
                  </a:lnTo>
                  <a:lnTo>
                    <a:pt x="1519516" y="398461"/>
                  </a:lnTo>
                  <a:lnTo>
                    <a:pt x="1529245" y="400648"/>
                  </a:lnTo>
                  <a:lnTo>
                    <a:pt x="1538989" y="402839"/>
                  </a:lnTo>
                  <a:lnTo>
                    <a:pt x="1548733" y="405032"/>
                  </a:lnTo>
                  <a:lnTo>
                    <a:pt x="1558477" y="407229"/>
                  </a:lnTo>
                  <a:lnTo>
                    <a:pt x="1568221" y="409431"/>
                  </a:lnTo>
                  <a:lnTo>
                    <a:pt x="1577950" y="411638"/>
                  </a:lnTo>
                  <a:lnTo>
                    <a:pt x="1587694" y="413851"/>
                  </a:lnTo>
                  <a:lnTo>
                    <a:pt x="1597438" y="416069"/>
                  </a:lnTo>
                  <a:lnTo>
                    <a:pt x="1607182" y="418293"/>
                  </a:lnTo>
                  <a:lnTo>
                    <a:pt x="1616911" y="420527"/>
                  </a:lnTo>
                  <a:lnTo>
                    <a:pt x="1626655" y="422768"/>
                  </a:lnTo>
                  <a:lnTo>
                    <a:pt x="1636399" y="425019"/>
                  </a:lnTo>
                  <a:lnTo>
                    <a:pt x="1646142" y="427279"/>
                  </a:lnTo>
                  <a:lnTo>
                    <a:pt x="1655872" y="429550"/>
                  </a:lnTo>
                  <a:lnTo>
                    <a:pt x="1665616" y="431831"/>
                  </a:lnTo>
                  <a:lnTo>
                    <a:pt x="1675359" y="434125"/>
                  </a:lnTo>
                  <a:lnTo>
                    <a:pt x="1685103" y="436431"/>
                  </a:lnTo>
                  <a:lnTo>
                    <a:pt x="1694832" y="438751"/>
                  </a:lnTo>
                  <a:lnTo>
                    <a:pt x="1704576" y="441086"/>
                  </a:lnTo>
                  <a:lnTo>
                    <a:pt x="1714320" y="443434"/>
                  </a:lnTo>
                  <a:lnTo>
                    <a:pt x="1724064" y="445797"/>
                  </a:lnTo>
                  <a:lnTo>
                    <a:pt x="1733808" y="448175"/>
                  </a:lnTo>
                  <a:lnTo>
                    <a:pt x="1743537" y="450569"/>
                  </a:lnTo>
                  <a:lnTo>
                    <a:pt x="1753281" y="452980"/>
                  </a:lnTo>
                  <a:lnTo>
                    <a:pt x="1763025" y="455407"/>
                  </a:lnTo>
                  <a:lnTo>
                    <a:pt x="1772769" y="457850"/>
                  </a:lnTo>
                  <a:lnTo>
                    <a:pt x="1782498" y="460310"/>
                  </a:lnTo>
                  <a:lnTo>
                    <a:pt x="1792242" y="462788"/>
                  </a:lnTo>
                  <a:lnTo>
                    <a:pt x="1801986" y="465283"/>
                  </a:lnTo>
                  <a:lnTo>
                    <a:pt x="1811730" y="467795"/>
                  </a:lnTo>
                  <a:lnTo>
                    <a:pt x="1821459" y="470325"/>
                  </a:lnTo>
                  <a:lnTo>
                    <a:pt x="1831203" y="472873"/>
                  </a:lnTo>
                  <a:lnTo>
                    <a:pt x="1840947" y="475438"/>
                  </a:lnTo>
                  <a:lnTo>
                    <a:pt x="1850691" y="478020"/>
                  </a:lnTo>
                  <a:lnTo>
                    <a:pt x="1860435" y="480622"/>
                  </a:lnTo>
                  <a:lnTo>
                    <a:pt x="1870164" y="483241"/>
                  </a:lnTo>
                  <a:lnTo>
                    <a:pt x="1879908" y="485878"/>
                  </a:lnTo>
                  <a:lnTo>
                    <a:pt x="1889652" y="488532"/>
                  </a:lnTo>
                  <a:lnTo>
                    <a:pt x="1899395" y="491206"/>
                  </a:lnTo>
                  <a:lnTo>
                    <a:pt x="1909124" y="493897"/>
                  </a:lnTo>
                  <a:lnTo>
                    <a:pt x="1918868" y="496608"/>
                  </a:lnTo>
                  <a:lnTo>
                    <a:pt x="1928612" y="499338"/>
                  </a:lnTo>
                  <a:lnTo>
                    <a:pt x="1938356" y="502087"/>
                  </a:lnTo>
                  <a:lnTo>
                    <a:pt x="1948085" y="504855"/>
                  </a:lnTo>
                  <a:lnTo>
                    <a:pt x="1957829" y="507644"/>
                  </a:lnTo>
                  <a:lnTo>
                    <a:pt x="1967573" y="510454"/>
                  </a:lnTo>
                  <a:lnTo>
                    <a:pt x="1977317" y="513286"/>
                  </a:lnTo>
                  <a:lnTo>
                    <a:pt x="1987046" y="516140"/>
                  </a:lnTo>
                  <a:lnTo>
                    <a:pt x="1996790" y="519016"/>
                  </a:lnTo>
                  <a:lnTo>
                    <a:pt x="2006534" y="521916"/>
                  </a:lnTo>
                  <a:lnTo>
                    <a:pt x="2016278" y="524840"/>
                  </a:lnTo>
                  <a:lnTo>
                    <a:pt x="2026022" y="527792"/>
                  </a:lnTo>
                  <a:lnTo>
                    <a:pt x="2035751" y="530769"/>
                  </a:lnTo>
                  <a:lnTo>
                    <a:pt x="2045495" y="533775"/>
                  </a:lnTo>
                  <a:lnTo>
                    <a:pt x="2055239" y="536809"/>
                  </a:lnTo>
                  <a:lnTo>
                    <a:pt x="2064983" y="539874"/>
                  </a:lnTo>
                  <a:lnTo>
                    <a:pt x="2074712" y="542970"/>
                  </a:lnTo>
                  <a:lnTo>
                    <a:pt x="2084456" y="546098"/>
                  </a:lnTo>
                  <a:lnTo>
                    <a:pt x="2094200" y="549261"/>
                  </a:lnTo>
                  <a:lnTo>
                    <a:pt x="2103944" y="552460"/>
                  </a:lnTo>
                  <a:lnTo>
                    <a:pt x="2113673" y="555695"/>
                  </a:lnTo>
                  <a:lnTo>
                    <a:pt x="2123417" y="558967"/>
                  </a:lnTo>
                  <a:lnTo>
                    <a:pt x="2133161" y="562277"/>
                  </a:lnTo>
                  <a:lnTo>
                    <a:pt x="2142905" y="565628"/>
                  </a:lnTo>
                  <a:lnTo>
                    <a:pt x="2152649" y="569019"/>
                  </a:lnTo>
                  <a:lnTo>
                    <a:pt x="2162377" y="572452"/>
                  </a:lnTo>
                  <a:lnTo>
                    <a:pt x="2172121" y="575926"/>
                  </a:lnTo>
                  <a:lnTo>
                    <a:pt x="2181865" y="579444"/>
                  </a:lnTo>
                  <a:lnTo>
                    <a:pt x="2191609" y="583005"/>
                  </a:lnTo>
                  <a:lnTo>
                    <a:pt x="2201338" y="586609"/>
                  </a:lnTo>
                  <a:lnTo>
                    <a:pt x="2211082" y="590257"/>
                  </a:lnTo>
                  <a:lnTo>
                    <a:pt x="2220826" y="593946"/>
                  </a:lnTo>
                  <a:lnTo>
                    <a:pt x="2230570" y="597680"/>
                  </a:lnTo>
                  <a:lnTo>
                    <a:pt x="2240299" y="601454"/>
                  </a:lnTo>
                  <a:lnTo>
                    <a:pt x="2250043" y="605268"/>
                  </a:lnTo>
                  <a:lnTo>
                    <a:pt x="2259787" y="609128"/>
                  </a:lnTo>
                  <a:lnTo>
                    <a:pt x="2269531" y="613017"/>
                  </a:lnTo>
                  <a:lnTo>
                    <a:pt x="2279260" y="616936"/>
                  </a:lnTo>
                  <a:lnTo>
                    <a:pt x="2289004" y="620899"/>
                  </a:lnTo>
                  <a:lnTo>
                    <a:pt x="2298748" y="624877"/>
                  </a:lnTo>
                  <a:lnTo>
                    <a:pt x="2308492" y="628899"/>
                  </a:lnTo>
                  <a:lnTo>
                    <a:pt x="2318236" y="632937"/>
                  </a:lnTo>
                  <a:lnTo>
                    <a:pt x="2327965" y="636990"/>
                  </a:lnTo>
                  <a:lnTo>
                    <a:pt x="2337709" y="641057"/>
                  </a:lnTo>
                  <a:lnTo>
                    <a:pt x="2347453" y="645124"/>
                  </a:lnTo>
                  <a:lnTo>
                    <a:pt x="2357197" y="649207"/>
                  </a:lnTo>
                  <a:lnTo>
                    <a:pt x="2366926" y="653289"/>
                  </a:lnTo>
                  <a:lnTo>
                    <a:pt x="2376670" y="657356"/>
                  </a:lnTo>
                  <a:lnTo>
                    <a:pt x="2386413" y="661409"/>
                  </a:lnTo>
                  <a:lnTo>
                    <a:pt x="2396157" y="665432"/>
                  </a:lnTo>
                  <a:lnTo>
                    <a:pt x="2405886" y="669440"/>
                  </a:lnTo>
                  <a:lnTo>
                    <a:pt x="2415630" y="673403"/>
                  </a:lnTo>
                  <a:lnTo>
                    <a:pt x="2425374" y="677321"/>
                  </a:lnTo>
                  <a:lnTo>
                    <a:pt x="2435118" y="681180"/>
                  </a:lnTo>
                  <a:lnTo>
                    <a:pt x="2444862" y="684979"/>
                  </a:lnTo>
                  <a:lnTo>
                    <a:pt x="2454591" y="688704"/>
                  </a:lnTo>
                  <a:lnTo>
                    <a:pt x="2464335" y="692339"/>
                  </a:lnTo>
                  <a:lnTo>
                    <a:pt x="2474079" y="695900"/>
                  </a:lnTo>
                  <a:lnTo>
                    <a:pt x="2483823" y="699357"/>
                  </a:lnTo>
                  <a:lnTo>
                    <a:pt x="2493552" y="702694"/>
                  </a:lnTo>
                  <a:lnTo>
                    <a:pt x="2503296" y="705912"/>
                  </a:lnTo>
                  <a:lnTo>
                    <a:pt x="2513040" y="708996"/>
                  </a:lnTo>
                  <a:lnTo>
                    <a:pt x="2522784" y="711946"/>
                  </a:lnTo>
                  <a:lnTo>
                    <a:pt x="2532513" y="714732"/>
                  </a:lnTo>
                  <a:lnTo>
                    <a:pt x="2542257" y="717370"/>
                  </a:lnTo>
                  <a:lnTo>
                    <a:pt x="2552001" y="719813"/>
                  </a:lnTo>
                  <a:lnTo>
                    <a:pt x="2561745" y="722093"/>
                  </a:lnTo>
                  <a:lnTo>
                    <a:pt x="2571474" y="724163"/>
                  </a:lnTo>
                  <a:lnTo>
                    <a:pt x="2581218" y="726041"/>
                  </a:lnTo>
                  <a:lnTo>
                    <a:pt x="2590962" y="727709"/>
                  </a:lnTo>
                  <a:lnTo>
                    <a:pt x="2600705" y="729140"/>
                  </a:lnTo>
                  <a:lnTo>
                    <a:pt x="2610449" y="730347"/>
                  </a:lnTo>
                  <a:lnTo>
                    <a:pt x="2620178" y="731315"/>
                  </a:lnTo>
                  <a:lnTo>
                    <a:pt x="2629922" y="732030"/>
                  </a:lnTo>
                  <a:lnTo>
                    <a:pt x="2639666" y="732492"/>
                  </a:lnTo>
                  <a:lnTo>
                    <a:pt x="2649410" y="732686"/>
                  </a:lnTo>
                  <a:lnTo>
                    <a:pt x="2659139" y="732611"/>
                  </a:lnTo>
                  <a:lnTo>
                    <a:pt x="2668883" y="732254"/>
                  </a:lnTo>
                  <a:lnTo>
                    <a:pt x="2678627" y="731613"/>
                  </a:lnTo>
                  <a:lnTo>
                    <a:pt x="2688371" y="730689"/>
                  </a:lnTo>
                  <a:lnTo>
                    <a:pt x="2698100" y="729468"/>
                  </a:lnTo>
                  <a:lnTo>
                    <a:pt x="2707844" y="727948"/>
                  </a:lnTo>
                  <a:lnTo>
                    <a:pt x="2717588" y="726130"/>
                  </a:lnTo>
                  <a:lnTo>
                    <a:pt x="2727332" y="724000"/>
                  </a:lnTo>
                  <a:lnTo>
                    <a:pt x="2737076" y="721571"/>
                  </a:lnTo>
                  <a:lnTo>
                    <a:pt x="2746805" y="718830"/>
                  </a:lnTo>
                  <a:lnTo>
                    <a:pt x="2756549" y="715790"/>
                  </a:lnTo>
                  <a:lnTo>
                    <a:pt x="2766293" y="712423"/>
                  </a:lnTo>
                  <a:lnTo>
                    <a:pt x="2776037" y="708773"/>
                  </a:lnTo>
                  <a:lnTo>
                    <a:pt x="2785766" y="704795"/>
                  </a:lnTo>
                  <a:lnTo>
                    <a:pt x="2795510" y="700534"/>
                  </a:lnTo>
                  <a:lnTo>
                    <a:pt x="2805254" y="695960"/>
                  </a:lnTo>
                  <a:lnTo>
                    <a:pt x="2814998" y="691103"/>
                  </a:lnTo>
                  <a:lnTo>
                    <a:pt x="2824727" y="685948"/>
                  </a:lnTo>
                  <a:lnTo>
                    <a:pt x="2834471" y="680510"/>
                  </a:lnTo>
                  <a:lnTo>
                    <a:pt x="2844215" y="674788"/>
                  </a:lnTo>
                  <a:lnTo>
                    <a:pt x="2853958" y="668799"/>
                  </a:lnTo>
                  <a:lnTo>
                    <a:pt x="2863687" y="662541"/>
                  </a:lnTo>
                  <a:lnTo>
                    <a:pt x="2873431" y="656030"/>
                  </a:lnTo>
                  <a:lnTo>
                    <a:pt x="2883175" y="649266"/>
                  </a:lnTo>
                  <a:lnTo>
                    <a:pt x="2892919" y="642264"/>
                  </a:lnTo>
                  <a:lnTo>
                    <a:pt x="2902663" y="635038"/>
                  </a:lnTo>
                  <a:lnTo>
                    <a:pt x="2912392" y="62758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5" name="Freeform 684">
              <a:extLst>
                <a:ext uri="{FF2B5EF4-FFF2-40B4-BE49-F238E27FC236}">
                  <a16:creationId xmlns:a16="http://schemas.microsoft.com/office/drawing/2014/main" id="{F1A07E04-A35E-B1A8-6A5D-0A03A0978E4F}"/>
                </a:ext>
              </a:extLst>
            </p:cNvPr>
            <p:cNvSpPr/>
            <p:nvPr/>
          </p:nvSpPr>
          <p:spPr>
            <a:xfrm>
              <a:off x="576446" y="3139282"/>
              <a:ext cx="2912392" cy="671267"/>
            </a:xfrm>
            <a:custGeom>
              <a:avLst/>
              <a:gdLst>
                <a:gd name="connsiteX0" fmla="*/ 0 w 2912392"/>
                <a:gd name="connsiteY0" fmla="*/ 1660 h 671267"/>
                <a:gd name="connsiteX1" fmla="*/ 9739 w 2912392"/>
                <a:gd name="connsiteY1" fmla="*/ 3552 h 671267"/>
                <a:gd name="connsiteX2" fmla="*/ 19480 w 2912392"/>
                <a:gd name="connsiteY2" fmla="*/ 5401 h 671267"/>
                <a:gd name="connsiteX3" fmla="*/ 29221 w 2912392"/>
                <a:gd name="connsiteY3" fmla="*/ 7199 h 671267"/>
                <a:gd name="connsiteX4" fmla="*/ 38961 w 2912392"/>
                <a:gd name="connsiteY4" fmla="*/ 8941 h 671267"/>
                <a:gd name="connsiteX5" fmla="*/ 48702 w 2912392"/>
                <a:gd name="connsiteY5" fmla="*/ 10616 h 671267"/>
                <a:gd name="connsiteX6" fmla="*/ 58443 w 2912392"/>
                <a:gd name="connsiteY6" fmla="*/ 12222 h 671267"/>
                <a:gd name="connsiteX7" fmla="*/ 68182 w 2912392"/>
                <a:gd name="connsiteY7" fmla="*/ 13749 h 671267"/>
                <a:gd name="connsiteX8" fmla="*/ 77923 w 2912392"/>
                <a:gd name="connsiteY8" fmla="*/ 15194 h 671267"/>
                <a:gd name="connsiteX9" fmla="*/ 87664 w 2912392"/>
                <a:gd name="connsiteY9" fmla="*/ 16551 h 671267"/>
                <a:gd name="connsiteX10" fmla="*/ 97404 w 2912392"/>
                <a:gd name="connsiteY10" fmla="*/ 17816 h 671267"/>
                <a:gd name="connsiteX11" fmla="*/ 107145 w 2912392"/>
                <a:gd name="connsiteY11" fmla="*/ 18983 h 671267"/>
                <a:gd name="connsiteX12" fmla="*/ 116886 w 2912392"/>
                <a:gd name="connsiteY12" fmla="*/ 20047 h 671267"/>
                <a:gd name="connsiteX13" fmla="*/ 126625 w 2912392"/>
                <a:gd name="connsiteY13" fmla="*/ 21008 h 671267"/>
                <a:gd name="connsiteX14" fmla="*/ 136366 w 2912392"/>
                <a:gd name="connsiteY14" fmla="*/ 21858 h 671267"/>
                <a:gd name="connsiteX15" fmla="*/ 146107 w 2912392"/>
                <a:gd name="connsiteY15" fmla="*/ 22599 h 671267"/>
                <a:gd name="connsiteX16" fmla="*/ 155846 w 2912392"/>
                <a:gd name="connsiteY16" fmla="*/ 23228 h 671267"/>
                <a:gd name="connsiteX17" fmla="*/ 165587 w 2912392"/>
                <a:gd name="connsiteY17" fmla="*/ 23740 h 671267"/>
                <a:gd name="connsiteX18" fmla="*/ 175328 w 2912392"/>
                <a:gd name="connsiteY18" fmla="*/ 24139 h 671267"/>
                <a:gd name="connsiteX19" fmla="*/ 185068 w 2912392"/>
                <a:gd name="connsiteY19" fmla="*/ 24422 h 671267"/>
                <a:gd name="connsiteX20" fmla="*/ 194809 w 2912392"/>
                <a:gd name="connsiteY20" fmla="*/ 24589 h 671267"/>
                <a:gd name="connsiteX21" fmla="*/ 204550 w 2912392"/>
                <a:gd name="connsiteY21" fmla="*/ 24643 h 671267"/>
                <a:gd name="connsiteX22" fmla="*/ 214289 w 2912392"/>
                <a:gd name="connsiteY22" fmla="*/ 24583 h 671267"/>
                <a:gd name="connsiteX23" fmla="*/ 224030 w 2912392"/>
                <a:gd name="connsiteY23" fmla="*/ 24413 h 671267"/>
                <a:gd name="connsiteX24" fmla="*/ 233771 w 2912392"/>
                <a:gd name="connsiteY24" fmla="*/ 24136 h 671267"/>
                <a:gd name="connsiteX25" fmla="*/ 243510 w 2912392"/>
                <a:gd name="connsiteY25" fmla="*/ 23753 h 671267"/>
                <a:gd name="connsiteX26" fmla="*/ 253251 w 2912392"/>
                <a:gd name="connsiteY26" fmla="*/ 23271 h 671267"/>
                <a:gd name="connsiteX27" fmla="*/ 262992 w 2912392"/>
                <a:gd name="connsiteY27" fmla="*/ 22691 h 671267"/>
                <a:gd name="connsiteX28" fmla="*/ 272732 w 2912392"/>
                <a:gd name="connsiteY28" fmla="*/ 22022 h 671267"/>
                <a:gd name="connsiteX29" fmla="*/ 282473 w 2912392"/>
                <a:gd name="connsiteY29" fmla="*/ 21267 h 671267"/>
                <a:gd name="connsiteX30" fmla="*/ 292214 w 2912392"/>
                <a:gd name="connsiteY30" fmla="*/ 20432 h 671267"/>
                <a:gd name="connsiteX31" fmla="*/ 301953 w 2912392"/>
                <a:gd name="connsiteY31" fmla="*/ 19525 h 671267"/>
                <a:gd name="connsiteX32" fmla="*/ 311694 w 2912392"/>
                <a:gd name="connsiteY32" fmla="*/ 18554 h 671267"/>
                <a:gd name="connsiteX33" fmla="*/ 321435 w 2912392"/>
                <a:gd name="connsiteY33" fmla="*/ 17524 h 671267"/>
                <a:gd name="connsiteX34" fmla="*/ 331175 w 2912392"/>
                <a:gd name="connsiteY34" fmla="*/ 16447 h 671267"/>
                <a:gd name="connsiteX35" fmla="*/ 340916 w 2912392"/>
                <a:gd name="connsiteY35" fmla="*/ 15328 h 671267"/>
                <a:gd name="connsiteX36" fmla="*/ 350656 w 2912392"/>
                <a:gd name="connsiteY36" fmla="*/ 14179 h 671267"/>
                <a:gd name="connsiteX37" fmla="*/ 360396 w 2912392"/>
                <a:gd name="connsiteY37" fmla="*/ 13008 h 671267"/>
                <a:gd name="connsiteX38" fmla="*/ 370137 w 2912392"/>
                <a:gd name="connsiteY38" fmla="*/ 11825 h 671267"/>
                <a:gd name="connsiteX39" fmla="*/ 379878 w 2912392"/>
                <a:gd name="connsiteY39" fmla="*/ 10641 h 671267"/>
                <a:gd name="connsiteX40" fmla="*/ 389617 w 2912392"/>
                <a:gd name="connsiteY40" fmla="*/ 9465 h 671267"/>
                <a:gd name="connsiteX41" fmla="*/ 399358 w 2912392"/>
                <a:gd name="connsiteY41" fmla="*/ 8309 h 671267"/>
                <a:gd name="connsiteX42" fmla="*/ 409099 w 2912392"/>
                <a:gd name="connsiteY42" fmla="*/ 7183 h 671267"/>
                <a:gd name="connsiteX43" fmla="*/ 418839 w 2912392"/>
                <a:gd name="connsiteY43" fmla="*/ 6098 h 671267"/>
                <a:gd name="connsiteX44" fmla="*/ 428580 w 2912392"/>
                <a:gd name="connsiteY44" fmla="*/ 5066 h 671267"/>
                <a:gd name="connsiteX45" fmla="*/ 438321 w 2912392"/>
                <a:gd name="connsiteY45" fmla="*/ 4097 h 671267"/>
                <a:gd name="connsiteX46" fmla="*/ 448060 w 2912392"/>
                <a:gd name="connsiteY46" fmla="*/ 3205 h 671267"/>
                <a:gd name="connsiteX47" fmla="*/ 457801 w 2912392"/>
                <a:gd name="connsiteY47" fmla="*/ 2399 h 671267"/>
                <a:gd name="connsiteX48" fmla="*/ 467542 w 2912392"/>
                <a:gd name="connsiteY48" fmla="*/ 1690 h 671267"/>
                <a:gd name="connsiteX49" fmla="*/ 477281 w 2912392"/>
                <a:gd name="connsiteY49" fmla="*/ 1091 h 671267"/>
                <a:gd name="connsiteX50" fmla="*/ 487022 w 2912392"/>
                <a:gd name="connsiteY50" fmla="*/ 611 h 671267"/>
                <a:gd name="connsiteX51" fmla="*/ 496763 w 2912392"/>
                <a:gd name="connsiteY51" fmla="*/ 262 h 671267"/>
                <a:gd name="connsiteX52" fmla="*/ 506503 w 2912392"/>
                <a:gd name="connsiteY52" fmla="*/ 55 h 671267"/>
                <a:gd name="connsiteX53" fmla="*/ 516244 w 2912392"/>
                <a:gd name="connsiteY53" fmla="*/ 0 h 671267"/>
                <a:gd name="connsiteX54" fmla="*/ 525985 w 2912392"/>
                <a:gd name="connsiteY54" fmla="*/ 109 h 671267"/>
                <a:gd name="connsiteX55" fmla="*/ 535724 w 2912392"/>
                <a:gd name="connsiteY55" fmla="*/ 387 h 671267"/>
                <a:gd name="connsiteX56" fmla="*/ 545465 w 2912392"/>
                <a:gd name="connsiteY56" fmla="*/ 849 h 671267"/>
                <a:gd name="connsiteX57" fmla="*/ 555206 w 2912392"/>
                <a:gd name="connsiteY57" fmla="*/ 1502 h 671267"/>
                <a:gd name="connsiteX58" fmla="*/ 564946 w 2912392"/>
                <a:gd name="connsiteY58" fmla="*/ 2353 h 671267"/>
                <a:gd name="connsiteX59" fmla="*/ 574687 w 2912392"/>
                <a:gd name="connsiteY59" fmla="*/ 3412 h 671267"/>
                <a:gd name="connsiteX60" fmla="*/ 584428 w 2912392"/>
                <a:gd name="connsiteY60" fmla="*/ 4684 h 671267"/>
                <a:gd name="connsiteX61" fmla="*/ 594167 w 2912392"/>
                <a:gd name="connsiteY61" fmla="*/ 6180 h 671267"/>
                <a:gd name="connsiteX62" fmla="*/ 603908 w 2912392"/>
                <a:gd name="connsiteY62" fmla="*/ 7904 h 671267"/>
                <a:gd name="connsiteX63" fmla="*/ 613649 w 2912392"/>
                <a:gd name="connsiteY63" fmla="*/ 9863 h 671267"/>
                <a:gd name="connsiteX64" fmla="*/ 623388 w 2912392"/>
                <a:gd name="connsiteY64" fmla="*/ 12061 h 671267"/>
                <a:gd name="connsiteX65" fmla="*/ 633129 w 2912392"/>
                <a:gd name="connsiteY65" fmla="*/ 14501 h 671267"/>
                <a:gd name="connsiteX66" fmla="*/ 642870 w 2912392"/>
                <a:gd name="connsiteY66" fmla="*/ 17190 h 671267"/>
                <a:gd name="connsiteX67" fmla="*/ 652610 w 2912392"/>
                <a:gd name="connsiteY67" fmla="*/ 20131 h 671267"/>
                <a:gd name="connsiteX68" fmla="*/ 662351 w 2912392"/>
                <a:gd name="connsiteY68" fmla="*/ 23326 h 671267"/>
                <a:gd name="connsiteX69" fmla="*/ 672092 w 2912392"/>
                <a:gd name="connsiteY69" fmla="*/ 26775 h 671267"/>
                <a:gd name="connsiteX70" fmla="*/ 681831 w 2912392"/>
                <a:gd name="connsiteY70" fmla="*/ 30480 h 671267"/>
                <a:gd name="connsiteX71" fmla="*/ 691572 w 2912392"/>
                <a:gd name="connsiteY71" fmla="*/ 34442 h 671267"/>
                <a:gd name="connsiteX72" fmla="*/ 701313 w 2912392"/>
                <a:gd name="connsiteY72" fmla="*/ 38660 h 671267"/>
                <a:gd name="connsiteX73" fmla="*/ 711052 w 2912392"/>
                <a:gd name="connsiteY73" fmla="*/ 43133 h 671267"/>
                <a:gd name="connsiteX74" fmla="*/ 720793 w 2912392"/>
                <a:gd name="connsiteY74" fmla="*/ 47857 h 671267"/>
                <a:gd name="connsiteX75" fmla="*/ 730534 w 2912392"/>
                <a:gd name="connsiteY75" fmla="*/ 52833 h 671267"/>
                <a:gd name="connsiteX76" fmla="*/ 740274 w 2912392"/>
                <a:gd name="connsiteY76" fmla="*/ 58054 h 671267"/>
                <a:gd name="connsiteX77" fmla="*/ 750015 w 2912392"/>
                <a:gd name="connsiteY77" fmla="*/ 63517 h 671267"/>
                <a:gd name="connsiteX78" fmla="*/ 759756 w 2912392"/>
                <a:gd name="connsiteY78" fmla="*/ 69216 h 671267"/>
                <a:gd name="connsiteX79" fmla="*/ 769495 w 2912392"/>
                <a:gd name="connsiteY79" fmla="*/ 75149 h 671267"/>
                <a:gd name="connsiteX80" fmla="*/ 779236 w 2912392"/>
                <a:gd name="connsiteY80" fmla="*/ 81304 h 671267"/>
                <a:gd name="connsiteX81" fmla="*/ 788977 w 2912392"/>
                <a:gd name="connsiteY81" fmla="*/ 87678 h 671267"/>
                <a:gd name="connsiteX82" fmla="*/ 798717 w 2912392"/>
                <a:gd name="connsiteY82" fmla="*/ 94261 h 671267"/>
                <a:gd name="connsiteX83" fmla="*/ 808458 w 2912392"/>
                <a:gd name="connsiteY83" fmla="*/ 101048 h 671267"/>
                <a:gd name="connsiteX84" fmla="*/ 818199 w 2912392"/>
                <a:gd name="connsiteY84" fmla="*/ 108025 h 671267"/>
                <a:gd name="connsiteX85" fmla="*/ 827938 w 2912392"/>
                <a:gd name="connsiteY85" fmla="*/ 115186 h 671267"/>
                <a:gd name="connsiteX86" fmla="*/ 837679 w 2912392"/>
                <a:gd name="connsiteY86" fmla="*/ 122519 h 671267"/>
                <a:gd name="connsiteX87" fmla="*/ 847420 w 2912392"/>
                <a:gd name="connsiteY87" fmla="*/ 130016 h 671267"/>
                <a:gd name="connsiteX88" fmla="*/ 857159 w 2912392"/>
                <a:gd name="connsiteY88" fmla="*/ 137662 h 671267"/>
                <a:gd name="connsiteX89" fmla="*/ 866900 w 2912392"/>
                <a:gd name="connsiteY89" fmla="*/ 145448 h 671267"/>
                <a:gd name="connsiteX90" fmla="*/ 876641 w 2912392"/>
                <a:gd name="connsiteY90" fmla="*/ 153363 h 671267"/>
                <a:gd name="connsiteX91" fmla="*/ 886381 w 2912392"/>
                <a:gd name="connsiteY91" fmla="*/ 161393 h 671267"/>
                <a:gd name="connsiteX92" fmla="*/ 896122 w 2912392"/>
                <a:gd name="connsiteY92" fmla="*/ 169525 h 671267"/>
                <a:gd name="connsiteX93" fmla="*/ 905863 w 2912392"/>
                <a:gd name="connsiteY93" fmla="*/ 177748 h 671267"/>
                <a:gd name="connsiteX94" fmla="*/ 915602 w 2912392"/>
                <a:gd name="connsiteY94" fmla="*/ 186047 h 671267"/>
                <a:gd name="connsiteX95" fmla="*/ 925343 w 2912392"/>
                <a:gd name="connsiteY95" fmla="*/ 194408 h 671267"/>
                <a:gd name="connsiteX96" fmla="*/ 935084 w 2912392"/>
                <a:gd name="connsiteY96" fmla="*/ 202820 h 671267"/>
                <a:gd name="connsiteX97" fmla="*/ 944824 w 2912392"/>
                <a:gd name="connsiteY97" fmla="*/ 211269 h 671267"/>
                <a:gd name="connsiteX98" fmla="*/ 954564 w 2912392"/>
                <a:gd name="connsiteY98" fmla="*/ 219741 h 671267"/>
                <a:gd name="connsiteX99" fmla="*/ 964305 w 2912392"/>
                <a:gd name="connsiteY99" fmla="*/ 228220 h 671267"/>
                <a:gd name="connsiteX100" fmla="*/ 974045 w 2912392"/>
                <a:gd name="connsiteY100" fmla="*/ 236696 h 671267"/>
                <a:gd name="connsiteX101" fmla="*/ 983786 w 2912392"/>
                <a:gd name="connsiteY101" fmla="*/ 245154 h 671267"/>
                <a:gd name="connsiteX102" fmla="*/ 993522 w 2912392"/>
                <a:gd name="connsiteY102" fmla="*/ 253581 h 671267"/>
                <a:gd name="connsiteX103" fmla="*/ 1003266 w 2912392"/>
                <a:gd name="connsiteY103" fmla="*/ 261961 h 671267"/>
                <a:gd name="connsiteX104" fmla="*/ 1013010 w 2912392"/>
                <a:gd name="connsiteY104" fmla="*/ 270285 h 671267"/>
                <a:gd name="connsiteX105" fmla="*/ 1022754 w 2912392"/>
                <a:gd name="connsiteY105" fmla="*/ 278539 h 671267"/>
                <a:gd name="connsiteX106" fmla="*/ 1032483 w 2912392"/>
                <a:gd name="connsiteY106" fmla="*/ 286710 h 671267"/>
                <a:gd name="connsiteX107" fmla="*/ 1042227 w 2912392"/>
                <a:gd name="connsiteY107" fmla="*/ 294785 h 671267"/>
                <a:gd name="connsiteX108" fmla="*/ 1051971 w 2912392"/>
                <a:gd name="connsiteY108" fmla="*/ 302753 h 671267"/>
                <a:gd name="connsiteX109" fmla="*/ 1061715 w 2912392"/>
                <a:gd name="connsiteY109" fmla="*/ 310604 h 671267"/>
                <a:gd name="connsiteX110" fmla="*/ 1071444 w 2912392"/>
                <a:gd name="connsiteY110" fmla="*/ 318323 h 671267"/>
                <a:gd name="connsiteX111" fmla="*/ 1081188 w 2912392"/>
                <a:gd name="connsiteY111" fmla="*/ 325903 h 671267"/>
                <a:gd name="connsiteX112" fmla="*/ 1090932 w 2912392"/>
                <a:gd name="connsiteY112" fmla="*/ 333333 h 671267"/>
                <a:gd name="connsiteX113" fmla="*/ 1100676 w 2912392"/>
                <a:gd name="connsiteY113" fmla="*/ 340603 h 671267"/>
                <a:gd name="connsiteX114" fmla="*/ 1110405 w 2912392"/>
                <a:gd name="connsiteY114" fmla="*/ 347703 h 671267"/>
                <a:gd name="connsiteX115" fmla="*/ 1120149 w 2912392"/>
                <a:gd name="connsiteY115" fmla="*/ 354626 h 671267"/>
                <a:gd name="connsiteX116" fmla="*/ 1129893 w 2912392"/>
                <a:gd name="connsiteY116" fmla="*/ 361363 h 671267"/>
                <a:gd name="connsiteX117" fmla="*/ 1139637 w 2912392"/>
                <a:gd name="connsiteY117" fmla="*/ 367908 h 671267"/>
                <a:gd name="connsiteX118" fmla="*/ 1149381 w 2912392"/>
                <a:gd name="connsiteY118" fmla="*/ 374252 h 671267"/>
                <a:gd name="connsiteX119" fmla="*/ 1159110 w 2912392"/>
                <a:gd name="connsiteY119" fmla="*/ 380390 h 671267"/>
                <a:gd name="connsiteX120" fmla="*/ 1168854 w 2912392"/>
                <a:gd name="connsiteY120" fmla="*/ 386317 h 671267"/>
                <a:gd name="connsiteX121" fmla="*/ 1178598 w 2912392"/>
                <a:gd name="connsiteY121" fmla="*/ 392027 h 671267"/>
                <a:gd name="connsiteX122" fmla="*/ 1188341 w 2912392"/>
                <a:gd name="connsiteY122" fmla="*/ 397514 h 671267"/>
                <a:gd name="connsiteX123" fmla="*/ 1198070 w 2912392"/>
                <a:gd name="connsiteY123" fmla="*/ 402778 h 671267"/>
                <a:gd name="connsiteX124" fmla="*/ 1207814 w 2912392"/>
                <a:gd name="connsiteY124" fmla="*/ 407812 h 671267"/>
                <a:gd name="connsiteX125" fmla="*/ 1217558 w 2912392"/>
                <a:gd name="connsiteY125" fmla="*/ 412615 h 671267"/>
                <a:gd name="connsiteX126" fmla="*/ 1227302 w 2912392"/>
                <a:gd name="connsiteY126" fmla="*/ 417186 h 671267"/>
                <a:gd name="connsiteX127" fmla="*/ 1237031 w 2912392"/>
                <a:gd name="connsiteY127" fmla="*/ 421523 h 671267"/>
                <a:gd name="connsiteX128" fmla="*/ 1246775 w 2912392"/>
                <a:gd name="connsiteY128" fmla="*/ 425625 h 671267"/>
                <a:gd name="connsiteX129" fmla="*/ 1256519 w 2912392"/>
                <a:gd name="connsiteY129" fmla="*/ 429490 h 671267"/>
                <a:gd name="connsiteX130" fmla="*/ 1266263 w 2912392"/>
                <a:gd name="connsiteY130" fmla="*/ 433121 h 671267"/>
                <a:gd name="connsiteX131" fmla="*/ 1276007 w 2912392"/>
                <a:gd name="connsiteY131" fmla="*/ 436516 h 671267"/>
                <a:gd name="connsiteX132" fmla="*/ 1285736 w 2912392"/>
                <a:gd name="connsiteY132" fmla="*/ 439679 h 671267"/>
                <a:gd name="connsiteX133" fmla="*/ 1295480 w 2912392"/>
                <a:gd name="connsiteY133" fmla="*/ 442611 h 671267"/>
                <a:gd name="connsiteX134" fmla="*/ 1305224 w 2912392"/>
                <a:gd name="connsiteY134" fmla="*/ 445314 h 671267"/>
                <a:gd name="connsiteX135" fmla="*/ 1314968 w 2912392"/>
                <a:gd name="connsiteY135" fmla="*/ 447789 h 671267"/>
                <a:gd name="connsiteX136" fmla="*/ 1324697 w 2912392"/>
                <a:gd name="connsiteY136" fmla="*/ 450042 h 671267"/>
                <a:gd name="connsiteX137" fmla="*/ 1334441 w 2912392"/>
                <a:gd name="connsiteY137" fmla="*/ 452074 h 671267"/>
                <a:gd name="connsiteX138" fmla="*/ 1344185 w 2912392"/>
                <a:gd name="connsiteY138" fmla="*/ 453891 h 671267"/>
                <a:gd name="connsiteX139" fmla="*/ 1353929 w 2912392"/>
                <a:gd name="connsiteY139" fmla="*/ 455496 h 671267"/>
                <a:gd name="connsiteX140" fmla="*/ 1363658 w 2912392"/>
                <a:gd name="connsiteY140" fmla="*/ 456895 h 671267"/>
                <a:gd name="connsiteX141" fmla="*/ 1373402 w 2912392"/>
                <a:gd name="connsiteY141" fmla="*/ 458090 h 671267"/>
                <a:gd name="connsiteX142" fmla="*/ 1383146 w 2912392"/>
                <a:gd name="connsiteY142" fmla="*/ 459088 h 671267"/>
                <a:gd name="connsiteX143" fmla="*/ 1392890 w 2912392"/>
                <a:gd name="connsiteY143" fmla="*/ 459896 h 671267"/>
                <a:gd name="connsiteX144" fmla="*/ 1402619 w 2912392"/>
                <a:gd name="connsiteY144" fmla="*/ 460516 h 671267"/>
                <a:gd name="connsiteX145" fmla="*/ 1412363 w 2912392"/>
                <a:gd name="connsiteY145" fmla="*/ 460955 h 671267"/>
                <a:gd name="connsiteX146" fmla="*/ 1422106 w 2912392"/>
                <a:gd name="connsiteY146" fmla="*/ 461220 h 671267"/>
                <a:gd name="connsiteX147" fmla="*/ 1431850 w 2912392"/>
                <a:gd name="connsiteY147" fmla="*/ 461316 h 671267"/>
                <a:gd name="connsiteX148" fmla="*/ 1441594 w 2912392"/>
                <a:gd name="connsiteY148" fmla="*/ 461250 h 671267"/>
                <a:gd name="connsiteX149" fmla="*/ 1451323 w 2912392"/>
                <a:gd name="connsiteY149" fmla="*/ 461027 h 671267"/>
                <a:gd name="connsiteX150" fmla="*/ 1461067 w 2912392"/>
                <a:gd name="connsiteY150" fmla="*/ 460654 h 671267"/>
                <a:gd name="connsiteX151" fmla="*/ 1470811 w 2912392"/>
                <a:gd name="connsiteY151" fmla="*/ 460139 h 671267"/>
                <a:gd name="connsiteX152" fmla="*/ 1480555 w 2912392"/>
                <a:gd name="connsiteY152" fmla="*/ 459485 h 671267"/>
                <a:gd name="connsiteX153" fmla="*/ 1490284 w 2912392"/>
                <a:gd name="connsiteY153" fmla="*/ 458699 h 671267"/>
                <a:gd name="connsiteX154" fmla="*/ 1500028 w 2912392"/>
                <a:gd name="connsiteY154" fmla="*/ 457791 h 671267"/>
                <a:gd name="connsiteX155" fmla="*/ 1509772 w 2912392"/>
                <a:gd name="connsiteY155" fmla="*/ 456763 h 671267"/>
                <a:gd name="connsiteX156" fmla="*/ 1519516 w 2912392"/>
                <a:gd name="connsiteY156" fmla="*/ 455623 h 671267"/>
                <a:gd name="connsiteX157" fmla="*/ 1529245 w 2912392"/>
                <a:gd name="connsiteY157" fmla="*/ 454377 h 671267"/>
                <a:gd name="connsiteX158" fmla="*/ 1538989 w 2912392"/>
                <a:gd name="connsiteY158" fmla="*/ 453032 h 671267"/>
                <a:gd name="connsiteX159" fmla="*/ 1548733 w 2912392"/>
                <a:gd name="connsiteY159" fmla="*/ 451593 h 671267"/>
                <a:gd name="connsiteX160" fmla="*/ 1558477 w 2912392"/>
                <a:gd name="connsiteY160" fmla="*/ 450065 h 671267"/>
                <a:gd name="connsiteX161" fmla="*/ 1568221 w 2912392"/>
                <a:gd name="connsiteY161" fmla="*/ 448456 h 671267"/>
                <a:gd name="connsiteX162" fmla="*/ 1577950 w 2912392"/>
                <a:gd name="connsiteY162" fmla="*/ 446771 h 671267"/>
                <a:gd name="connsiteX163" fmla="*/ 1587694 w 2912392"/>
                <a:gd name="connsiteY163" fmla="*/ 445015 h 671267"/>
                <a:gd name="connsiteX164" fmla="*/ 1597438 w 2912392"/>
                <a:gd name="connsiteY164" fmla="*/ 443194 h 671267"/>
                <a:gd name="connsiteX165" fmla="*/ 1607182 w 2912392"/>
                <a:gd name="connsiteY165" fmla="*/ 441315 h 671267"/>
                <a:gd name="connsiteX166" fmla="*/ 1616911 w 2912392"/>
                <a:gd name="connsiteY166" fmla="*/ 439381 h 671267"/>
                <a:gd name="connsiteX167" fmla="*/ 1626655 w 2912392"/>
                <a:gd name="connsiteY167" fmla="*/ 437398 h 671267"/>
                <a:gd name="connsiteX168" fmla="*/ 1636399 w 2912392"/>
                <a:gd name="connsiteY168" fmla="*/ 435371 h 671267"/>
                <a:gd name="connsiteX169" fmla="*/ 1646142 w 2912392"/>
                <a:gd name="connsiteY169" fmla="*/ 433306 h 671267"/>
                <a:gd name="connsiteX170" fmla="*/ 1655872 w 2912392"/>
                <a:gd name="connsiteY170" fmla="*/ 431206 h 671267"/>
                <a:gd name="connsiteX171" fmla="*/ 1665616 w 2912392"/>
                <a:gd name="connsiteY171" fmla="*/ 429079 h 671267"/>
                <a:gd name="connsiteX172" fmla="*/ 1675359 w 2912392"/>
                <a:gd name="connsiteY172" fmla="*/ 426926 h 671267"/>
                <a:gd name="connsiteX173" fmla="*/ 1685103 w 2912392"/>
                <a:gd name="connsiteY173" fmla="*/ 424755 h 671267"/>
                <a:gd name="connsiteX174" fmla="*/ 1694832 w 2912392"/>
                <a:gd name="connsiteY174" fmla="*/ 422569 h 671267"/>
                <a:gd name="connsiteX175" fmla="*/ 1704576 w 2912392"/>
                <a:gd name="connsiteY175" fmla="*/ 420372 h 671267"/>
                <a:gd name="connsiteX176" fmla="*/ 1714320 w 2912392"/>
                <a:gd name="connsiteY176" fmla="*/ 418170 h 671267"/>
                <a:gd name="connsiteX177" fmla="*/ 1724064 w 2912392"/>
                <a:gd name="connsiteY177" fmla="*/ 415968 h 671267"/>
                <a:gd name="connsiteX178" fmla="*/ 1733808 w 2912392"/>
                <a:gd name="connsiteY178" fmla="*/ 413767 h 671267"/>
                <a:gd name="connsiteX179" fmla="*/ 1743537 w 2912392"/>
                <a:gd name="connsiteY179" fmla="*/ 411575 h 671267"/>
                <a:gd name="connsiteX180" fmla="*/ 1753281 w 2912392"/>
                <a:gd name="connsiteY180" fmla="*/ 409396 h 671267"/>
                <a:gd name="connsiteX181" fmla="*/ 1763025 w 2912392"/>
                <a:gd name="connsiteY181" fmla="*/ 407232 h 671267"/>
                <a:gd name="connsiteX182" fmla="*/ 1772769 w 2912392"/>
                <a:gd name="connsiteY182" fmla="*/ 405090 h 671267"/>
                <a:gd name="connsiteX183" fmla="*/ 1782498 w 2912392"/>
                <a:gd name="connsiteY183" fmla="*/ 402973 h 671267"/>
                <a:gd name="connsiteX184" fmla="*/ 1792242 w 2912392"/>
                <a:gd name="connsiteY184" fmla="*/ 400887 h 671267"/>
                <a:gd name="connsiteX185" fmla="*/ 1801986 w 2912392"/>
                <a:gd name="connsiteY185" fmla="*/ 398835 h 671267"/>
                <a:gd name="connsiteX186" fmla="*/ 1811730 w 2912392"/>
                <a:gd name="connsiteY186" fmla="*/ 396822 h 671267"/>
                <a:gd name="connsiteX187" fmla="*/ 1821459 w 2912392"/>
                <a:gd name="connsiteY187" fmla="*/ 394853 h 671267"/>
                <a:gd name="connsiteX188" fmla="*/ 1831203 w 2912392"/>
                <a:gd name="connsiteY188" fmla="*/ 392932 h 671267"/>
                <a:gd name="connsiteX189" fmla="*/ 1840947 w 2912392"/>
                <a:gd name="connsiteY189" fmla="*/ 391064 h 671267"/>
                <a:gd name="connsiteX190" fmla="*/ 1850691 w 2912392"/>
                <a:gd name="connsiteY190" fmla="*/ 389255 h 671267"/>
                <a:gd name="connsiteX191" fmla="*/ 1860435 w 2912392"/>
                <a:gd name="connsiteY191" fmla="*/ 387508 h 671267"/>
                <a:gd name="connsiteX192" fmla="*/ 1870164 w 2912392"/>
                <a:gd name="connsiteY192" fmla="*/ 385827 h 671267"/>
                <a:gd name="connsiteX193" fmla="*/ 1879908 w 2912392"/>
                <a:gd name="connsiteY193" fmla="*/ 384219 h 671267"/>
                <a:gd name="connsiteX194" fmla="*/ 1889652 w 2912392"/>
                <a:gd name="connsiteY194" fmla="*/ 382688 h 671267"/>
                <a:gd name="connsiteX195" fmla="*/ 1899395 w 2912392"/>
                <a:gd name="connsiteY195" fmla="*/ 381240 h 671267"/>
                <a:gd name="connsiteX196" fmla="*/ 1909124 w 2912392"/>
                <a:gd name="connsiteY196" fmla="*/ 379878 h 671267"/>
                <a:gd name="connsiteX197" fmla="*/ 1918868 w 2912392"/>
                <a:gd name="connsiteY197" fmla="*/ 378607 h 671267"/>
                <a:gd name="connsiteX198" fmla="*/ 1928612 w 2912392"/>
                <a:gd name="connsiteY198" fmla="*/ 377434 h 671267"/>
                <a:gd name="connsiteX199" fmla="*/ 1938356 w 2912392"/>
                <a:gd name="connsiteY199" fmla="*/ 376363 h 671267"/>
                <a:gd name="connsiteX200" fmla="*/ 1948085 w 2912392"/>
                <a:gd name="connsiteY200" fmla="*/ 375401 h 671267"/>
                <a:gd name="connsiteX201" fmla="*/ 1957829 w 2912392"/>
                <a:gd name="connsiteY201" fmla="*/ 374548 h 671267"/>
                <a:gd name="connsiteX202" fmla="*/ 1967573 w 2912392"/>
                <a:gd name="connsiteY202" fmla="*/ 373814 h 671267"/>
                <a:gd name="connsiteX203" fmla="*/ 1977317 w 2912392"/>
                <a:gd name="connsiteY203" fmla="*/ 373202 h 671267"/>
                <a:gd name="connsiteX204" fmla="*/ 1987046 w 2912392"/>
                <a:gd name="connsiteY204" fmla="*/ 372717 h 671267"/>
                <a:gd name="connsiteX205" fmla="*/ 1996790 w 2912392"/>
                <a:gd name="connsiteY205" fmla="*/ 372363 h 671267"/>
                <a:gd name="connsiteX206" fmla="*/ 2006534 w 2912392"/>
                <a:gd name="connsiteY206" fmla="*/ 372145 h 671267"/>
                <a:gd name="connsiteX207" fmla="*/ 2016278 w 2912392"/>
                <a:gd name="connsiteY207" fmla="*/ 372069 h 671267"/>
                <a:gd name="connsiteX208" fmla="*/ 2026022 w 2912392"/>
                <a:gd name="connsiteY208" fmla="*/ 372139 h 671267"/>
                <a:gd name="connsiteX209" fmla="*/ 2035751 w 2912392"/>
                <a:gd name="connsiteY209" fmla="*/ 372358 h 671267"/>
                <a:gd name="connsiteX210" fmla="*/ 2045495 w 2912392"/>
                <a:gd name="connsiteY210" fmla="*/ 372731 h 671267"/>
                <a:gd name="connsiteX211" fmla="*/ 2055239 w 2912392"/>
                <a:gd name="connsiteY211" fmla="*/ 373263 h 671267"/>
                <a:gd name="connsiteX212" fmla="*/ 2064983 w 2912392"/>
                <a:gd name="connsiteY212" fmla="*/ 373955 h 671267"/>
                <a:gd name="connsiteX213" fmla="*/ 2074712 w 2912392"/>
                <a:gd name="connsiteY213" fmla="*/ 374814 h 671267"/>
                <a:gd name="connsiteX214" fmla="*/ 2084456 w 2912392"/>
                <a:gd name="connsiteY214" fmla="*/ 375840 h 671267"/>
                <a:gd name="connsiteX215" fmla="*/ 2094200 w 2912392"/>
                <a:gd name="connsiteY215" fmla="*/ 377038 h 671267"/>
                <a:gd name="connsiteX216" fmla="*/ 2103944 w 2912392"/>
                <a:gd name="connsiteY216" fmla="*/ 378412 h 671267"/>
                <a:gd name="connsiteX217" fmla="*/ 2113673 w 2912392"/>
                <a:gd name="connsiteY217" fmla="*/ 379961 h 671267"/>
                <a:gd name="connsiteX218" fmla="*/ 2123417 w 2912392"/>
                <a:gd name="connsiteY218" fmla="*/ 381688 h 671267"/>
                <a:gd name="connsiteX219" fmla="*/ 2133161 w 2912392"/>
                <a:gd name="connsiteY219" fmla="*/ 383597 h 671267"/>
                <a:gd name="connsiteX220" fmla="*/ 2142905 w 2912392"/>
                <a:gd name="connsiteY220" fmla="*/ 385688 h 671267"/>
                <a:gd name="connsiteX221" fmla="*/ 2152649 w 2912392"/>
                <a:gd name="connsiteY221" fmla="*/ 387962 h 671267"/>
                <a:gd name="connsiteX222" fmla="*/ 2162377 w 2912392"/>
                <a:gd name="connsiteY222" fmla="*/ 390419 h 671267"/>
                <a:gd name="connsiteX223" fmla="*/ 2172121 w 2912392"/>
                <a:gd name="connsiteY223" fmla="*/ 393060 h 671267"/>
                <a:gd name="connsiteX224" fmla="*/ 2181865 w 2912392"/>
                <a:gd name="connsiteY224" fmla="*/ 395885 h 671267"/>
                <a:gd name="connsiteX225" fmla="*/ 2191609 w 2912392"/>
                <a:gd name="connsiteY225" fmla="*/ 398892 h 671267"/>
                <a:gd name="connsiteX226" fmla="*/ 2201338 w 2912392"/>
                <a:gd name="connsiteY226" fmla="*/ 402082 h 671267"/>
                <a:gd name="connsiteX227" fmla="*/ 2211082 w 2912392"/>
                <a:gd name="connsiteY227" fmla="*/ 405452 h 671267"/>
                <a:gd name="connsiteX228" fmla="*/ 2220826 w 2912392"/>
                <a:gd name="connsiteY228" fmla="*/ 408999 h 671267"/>
                <a:gd name="connsiteX229" fmla="*/ 2230570 w 2912392"/>
                <a:gd name="connsiteY229" fmla="*/ 412724 h 671267"/>
                <a:gd name="connsiteX230" fmla="*/ 2240299 w 2912392"/>
                <a:gd name="connsiteY230" fmla="*/ 416622 h 671267"/>
                <a:gd name="connsiteX231" fmla="*/ 2250043 w 2912392"/>
                <a:gd name="connsiteY231" fmla="*/ 420688 h 671267"/>
                <a:gd name="connsiteX232" fmla="*/ 2259787 w 2912392"/>
                <a:gd name="connsiteY232" fmla="*/ 424920 h 671267"/>
                <a:gd name="connsiteX233" fmla="*/ 2269531 w 2912392"/>
                <a:gd name="connsiteY233" fmla="*/ 429314 h 671267"/>
                <a:gd name="connsiteX234" fmla="*/ 2279260 w 2912392"/>
                <a:gd name="connsiteY234" fmla="*/ 433866 h 671267"/>
                <a:gd name="connsiteX235" fmla="*/ 2289004 w 2912392"/>
                <a:gd name="connsiteY235" fmla="*/ 438566 h 671267"/>
                <a:gd name="connsiteX236" fmla="*/ 2298748 w 2912392"/>
                <a:gd name="connsiteY236" fmla="*/ 443415 h 671267"/>
                <a:gd name="connsiteX237" fmla="*/ 2308492 w 2912392"/>
                <a:gd name="connsiteY237" fmla="*/ 448401 h 671267"/>
                <a:gd name="connsiteX238" fmla="*/ 2318236 w 2912392"/>
                <a:gd name="connsiteY238" fmla="*/ 453521 h 671267"/>
                <a:gd name="connsiteX239" fmla="*/ 2327965 w 2912392"/>
                <a:gd name="connsiteY239" fmla="*/ 458766 h 671267"/>
                <a:gd name="connsiteX240" fmla="*/ 2337709 w 2912392"/>
                <a:gd name="connsiteY240" fmla="*/ 464130 h 671267"/>
                <a:gd name="connsiteX241" fmla="*/ 2347453 w 2912392"/>
                <a:gd name="connsiteY241" fmla="*/ 469605 h 671267"/>
                <a:gd name="connsiteX242" fmla="*/ 2357197 w 2912392"/>
                <a:gd name="connsiteY242" fmla="*/ 475182 h 671267"/>
                <a:gd name="connsiteX243" fmla="*/ 2366926 w 2912392"/>
                <a:gd name="connsiteY243" fmla="*/ 480853 h 671267"/>
                <a:gd name="connsiteX244" fmla="*/ 2376670 w 2912392"/>
                <a:gd name="connsiteY244" fmla="*/ 486607 h 671267"/>
                <a:gd name="connsiteX245" fmla="*/ 2386413 w 2912392"/>
                <a:gd name="connsiteY245" fmla="*/ 492438 h 671267"/>
                <a:gd name="connsiteX246" fmla="*/ 2396157 w 2912392"/>
                <a:gd name="connsiteY246" fmla="*/ 498334 h 671267"/>
                <a:gd name="connsiteX247" fmla="*/ 2405886 w 2912392"/>
                <a:gd name="connsiteY247" fmla="*/ 504287 h 671267"/>
                <a:gd name="connsiteX248" fmla="*/ 2415630 w 2912392"/>
                <a:gd name="connsiteY248" fmla="*/ 510286 h 671267"/>
                <a:gd name="connsiteX249" fmla="*/ 2425374 w 2912392"/>
                <a:gd name="connsiteY249" fmla="*/ 516320 h 671267"/>
                <a:gd name="connsiteX250" fmla="*/ 2435118 w 2912392"/>
                <a:gd name="connsiteY250" fmla="*/ 522379 h 671267"/>
                <a:gd name="connsiteX251" fmla="*/ 2444862 w 2912392"/>
                <a:gd name="connsiteY251" fmla="*/ 528454 h 671267"/>
                <a:gd name="connsiteX252" fmla="*/ 2454591 w 2912392"/>
                <a:gd name="connsiteY252" fmla="*/ 534531 h 671267"/>
                <a:gd name="connsiteX253" fmla="*/ 2464335 w 2912392"/>
                <a:gd name="connsiteY253" fmla="*/ 540601 h 671267"/>
                <a:gd name="connsiteX254" fmla="*/ 2474079 w 2912392"/>
                <a:gd name="connsiteY254" fmla="*/ 546654 h 671267"/>
                <a:gd name="connsiteX255" fmla="*/ 2483823 w 2912392"/>
                <a:gd name="connsiteY255" fmla="*/ 552676 h 671267"/>
                <a:gd name="connsiteX256" fmla="*/ 2493552 w 2912392"/>
                <a:gd name="connsiteY256" fmla="*/ 558658 h 671267"/>
                <a:gd name="connsiteX257" fmla="*/ 2503296 w 2912392"/>
                <a:gd name="connsiteY257" fmla="*/ 564589 h 671267"/>
                <a:gd name="connsiteX258" fmla="*/ 2513040 w 2912392"/>
                <a:gd name="connsiteY258" fmla="*/ 570457 h 671267"/>
                <a:gd name="connsiteX259" fmla="*/ 2522784 w 2912392"/>
                <a:gd name="connsiteY259" fmla="*/ 576251 h 671267"/>
                <a:gd name="connsiteX260" fmla="*/ 2532513 w 2912392"/>
                <a:gd name="connsiteY260" fmla="*/ 581960 h 671267"/>
                <a:gd name="connsiteX261" fmla="*/ 2542257 w 2912392"/>
                <a:gd name="connsiteY261" fmla="*/ 587574 h 671267"/>
                <a:gd name="connsiteX262" fmla="*/ 2552001 w 2912392"/>
                <a:gd name="connsiteY262" fmla="*/ 593082 h 671267"/>
                <a:gd name="connsiteX263" fmla="*/ 2561745 w 2912392"/>
                <a:gd name="connsiteY263" fmla="*/ 598473 h 671267"/>
                <a:gd name="connsiteX264" fmla="*/ 2571474 w 2912392"/>
                <a:gd name="connsiteY264" fmla="*/ 603738 h 671267"/>
                <a:gd name="connsiteX265" fmla="*/ 2581218 w 2912392"/>
                <a:gd name="connsiteY265" fmla="*/ 608865 h 671267"/>
                <a:gd name="connsiteX266" fmla="*/ 2590962 w 2912392"/>
                <a:gd name="connsiteY266" fmla="*/ 613845 h 671267"/>
                <a:gd name="connsiteX267" fmla="*/ 2600705 w 2912392"/>
                <a:gd name="connsiteY267" fmla="*/ 618671 h 671267"/>
                <a:gd name="connsiteX268" fmla="*/ 2610449 w 2912392"/>
                <a:gd name="connsiteY268" fmla="*/ 623330 h 671267"/>
                <a:gd name="connsiteX269" fmla="*/ 2620178 w 2912392"/>
                <a:gd name="connsiteY269" fmla="*/ 627816 h 671267"/>
                <a:gd name="connsiteX270" fmla="*/ 2629922 w 2912392"/>
                <a:gd name="connsiteY270" fmla="*/ 632118 h 671267"/>
                <a:gd name="connsiteX271" fmla="*/ 2639666 w 2912392"/>
                <a:gd name="connsiteY271" fmla="*/ 636230 h 671267"/>
                <a:gd name="connsiteX272" fmla="*/ 2649410 w 2912392"/>
                <a:gd name="connsiteY272" fmla="*/ 640144 h 671267"/>
                <a:gd name="connsiteX273" fmla="*/ 2659139 w 2912392"/>
                <a:gd name="connsiteY273" fmla="*/ 643851 h 671267"/>
                <a:gd name="connsiteX274" fmla="*/ 2668883 w 2912392"/>
                <a:gd name="connsiteY274" fmla="*/ 647346 h 671267"/>
                <a:gd name="connsiteX275" fmla="*/ 2678627 w 2912392"/>
                <a:gd name="connsiteY275" fmla="*/ 650622 h 671267"/>
                <a:gd name="connsiteX276" fmla="*/ 2688371 w 2912392"/>
                <a:gd name="connsiteY276" fmla="*/ 653673 h 671267"/>
                <a:gd name="connsiteX277" fmla="*/ 2698100 w 2912392"/>
                <a:gd name="connsiteY277" fmla="*/ 656495 h 671267"/>
                <a:gd name="connsiteX278" fmla="*/ 2707844 w 2912392"/>
                <a:gd name="connsiteY278" fmla="*/ 659080 h 671267"/>
                <a:gd name="connsiteX279" fmla="*/ 2717588 w 2912392"/>
                <a:gd name="connsiteY279" fmla="*/ 661425 h 671267"/>
                <a:gd name="connsiteX280" fmla="*/ 2727332 w 2912392"/>
                <a:gd name="connsiteY280" fmla="*/ 663528 h 671267"/>
                <a:gd name="connsiteX281" fmla="*/ 2737076 w 2912392"/>
                <a:gd name="connsiteY281" fmla="*/ 665383 h 671267"/>
                <a:gd name="connsiteX282" fmla="*/ 2746805 w 2912392"/>
                <a:gd name="connsiteY282" fmla="*/ 666987 h 671267"/>
                <a:gd name="connsiteX283" fmla="*/ 2756549 w 2912392"/>
                <a:gd name="connsiteY283" fmla="*/ 668340 h 671267"/>
                <a:gd name="connsiteX284" fmla="*/ 2766293 w 2912392"/>
                <a:gd name="connsiteY284" fmla="*/ 669438 h 671267"/>
                <a:gd name="connsiteX285" fmla="*/ 2776037 w 2912392"/>
                <a:gd name="connsiteY285" fmla="*/ 670280 h 671267"/>
                <a:gd name="connsiteX286" fmla="*/ 2785766 w 2912392"/>
                <a:gd name="connsiteY286" fmla="*/ 670865 h 671267"/>
                <a:gd name="connsiteX287" fmla="*/ 2795510 w 2912392"/>
                <a:gd name="connsiteY287" fmla="*/ 671195 h 671267"/>
                <a:gd name="connsiteX288" fmla="*/ 2805254 w 2912392"/>
                <a:gd name="connsiteY288" fmla="*/ 671268 h 671267"/>
                <a:gd name="connsiteX289" fmla="*/ 2814998 w 2912392"/>
                <a:gd name="connsiteY289" fmla="*/ 671084 h 671267"/>
                <a:gd name="connsiteX290" fmla="*/ 2824727 w 2912392"/>
                <a:gd name="connsiteY290" fmla="*/ 670648 h 671267"/>
                <a:gd name="connsiteX291" fmla="*/ 2834471 w 2912392"/>
                <a:gd name="connsiteY291" fmla="*/ 669958 h 671267"/>
                <a:gd name="connsiteX292" fmla="*/ 2844215 w 2912392"/>
                <a:gd name="connsiteY292" fmla="*/ 669018 h 671267"/>
                <a:gd name="connsiteX293" fmla="*/ 2853958 w 2912392"/>
                <a:gd name="connsiteY293" fmla="*/ 667830 h 671267"/>
                <a:gd name="connsiteX294" fmla="*/ 2863687 w 2912392"/>
                <a:gd name="connsiteY294" fmla="*/ 666400 h 671267"/>
                <a:gd name="connsiteX295" fmla="*/ 2873431 w 2912392"/>
                <a:gd name="connsiteY295" fmla="*/ 664729 h 671267"/>
                <a:gd name="connsiteX296" fmla="*/ 2883175 w 2912392"/>
                <a:gd name="connsiteY296" fmla="*/ 662821 h 671267"/>
                <a:gd name="connsiteX297" fmla="*/ 2892919 w 2912392"/>
                <a:gd name="connsiteY297" fmla="*/ 660683 h 671267"/>
                <a:gd name="connsiteX298" fmla="*/ 2902663 w 2912392"/>
                <a:gd name="connsiteY298" fmla="*/ 658319 h 671267"/>
                <a:gd name="connsiteX299" fmla="*/ 2912392 w 2912392"/>
                <a:gd name="connsiteY299" fmla="*/ 655734 h 671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71267">
                  <a:moveTo>
                    <a:pt x="0" y="1660"/>
                  </a:moveTo>
                  <a:lnTo>
                    <a:pt x="9739" y="3552"/>
                  </a:lnTo>
                  <a:lnTo>
                    <a:pt x="19480" y="5401"/>
                  </a:lnTo>
                  <a:lnTo>
                    <a:pt x="29221" y="7199"/>
                  </a:lnTo>
                  <a:lnTo>
                    <a:pt x="38961" y="8941"/>
                  </a:lnTo>
                  <a:lnTo>
                    <a:pt x="48702" y="10616"/>
                  </a:lnTo>
                  <a:lnTo>
                    <a:pt x="58443" y="12222"/>
                  </a:lnTo>
                  <a:lnTo>
                    <a:pt x="68182" y="13749"/>
                  </a:lnTo>
                  <a:lnTo>
                    <a:pt x="77923" y="15194"/>
                  </a:lnTo>
                  <a:lnTo>
                    <a:pt x="87664" y="16551"/>
                  </a:lnTo>
                  <a:lnTo>
                    <a:pt x="97404" y="17816"/>
                  </a:lnTo>
                  <a:lnTo>
                    <a:pt x="107145" y="18983"/>
                  </a:lnTo>
                  <a:lnTo>
                    <a:pt x="116886" y="20047"/>
                  </a:lnTo>
                  <a:lnTo>
                    <a:pt x="126625" y="21008"/>
                  </a:lnTo>
                  <a:lnTo>
                    <a:pt x="136366" y="21858"/>
                  </a:lnTo>
                  <a:lnTo>
                    <a:pt x="146107" y="22599"/>
                  </a:lnTo>
                  <a:lnTo>
                    <a:pt x="155846" y="23228"/>
                  </a:lnTo>
                  <a:lnTo>
                    <a:pt x="165587" y="23740"/>
                  </a:lnTo>
                  <a:lnTo>
                    <a:pt x="175328" y="24139"/>
                  </a:lnTo>
                  <a:lnTo>
                    <a:pt x="185068" y="24422"/>
                  </a:lnTo>
                  <a:lnTo>
                    <a:pt x="194809" y="24589"/>
                  </a:lnTo>
                  <a:lnTo>
                    <a:pt x="204550" y="24643"/>
                  </a:lnTo>
                  <a:lnTo>
                    <a:pt x="214289" y="24583"/>
                  </a:lnTo>
                  <a:lnTo>
                    <a:pt x="224030" y="24413"/>
                  </a:lnTo>
                  <a:lnTo>
                    <a:pt x="233771" y="24136"/>
                  </a:lnTo>
                  <a:lnTo>
                    <a:pt x="243510" y="23753"/>
                  </a:lnTo>
                  <a:lnTo>
                    <a:pt x="253251" y="23271"/>
                  </a:lnTo>
                  <a:lnTo>
                    <a:pt x="262992" y="22691"/>
                  </a:lnTo>
                  <a:lnTo>
                    <a:pt x="272732" y="22022"/>
                  </a:lnTo>
                  <a:lnTo>
                    <a:pt x="282473" y="21267"/>
                  </a:lnTo>
                  <a:lnTo>
                    <a:pt x="292214" y="20432"/>
                  </a:lnTo>
                  <a:lnTo>
                    <a:pt x="301953" y="19525"/>
                  </a:lnTo>
                  <a:lnTo>
                    <a:pt x="311694" y="18554"/>
                  </a:lnTo>
                  <a:lnTo>
                    <a:pt x="321435" y="17524"/>
                  </a:lnTo>
                  <a:lnTo>
                    <a:pt x="331175" y="16447"/>
                  </a:lnTo>
                  <a:lnTo>
                    <a:pt x="340916" y="15328"/>
                  </a:lnTo>
                  <a:lnTo>
                    <a:pt x="350656" y="14179"/>
                  </a:lnTo>
                  <a:lnTo>
                    <a:pt x="360396" y="13008"/>
                  </a:lnTo>
                  <a:lnTo>
                    <a:pt x="370137" y="11825"/>
                  </a:lnTo>
                  <a:lnTo>
                    <a:pt x="379878" y="10641"/>
                  </a:lnTo>
                  <a:lnTo>
                    <a:pt x="389617" y="9465"/>
                  </a:lnTo>
                  <a:lnTo>
                    <a:pt x="399358" y="8309"/>
                  </a:lnTo>
                  <a:lnTo>
                    <a:pt x="409099" y="7183"/>
                  </a:lnTo>
                  <a:lnTo>
                    <a:pt x="418839" y="6098"/>
                  </a:lnTo>
                  <a:lnTo>
                    <a:pt x="428580" y="5066"/>
                  </a:lnTo>
                  <a:lnTo>
                    <a:pt x="438321" y="4097"/>
                  </a:lnTo>
                  <a:lnTo>
                    <a:pt x="448060" y="3205"/>
                  </a:lnTo>
                  <a:lnTo>
                    <a:pt x="457801" y="2399"/>
                  </a:lnTo>
                  <a:lnTo>
                    <a:pt x="467542" y="1690"/>
                  </a:lnTo>
                  <a:lnTo>
                    <a:pt x="477281" y="1091"/>
                  </a:lnTo>
                  <a:lnTo>
                    <a:pt x="487022" y="611"/>
                  </a:lnTo>
                  <a:lnTo>
                    <a:pt x="496763" y="262"/>
                  </a:lnTo>
                  <a:lnTo>
                    <a:pt x="506503" y="55"/>
                  </a:lnTo>
                  <a:lnTo>
                    <a:pt x="516244" y="0"/>
                  </a:lnTo>
                  <a:lnTo>
                    <a:pt x="525985" y="109"/>
                  </a:lnTo>
                  <a:lnTo>
                    <a:pt x="535724" y="387"/>
                  </a:lnTo>
                  <a:lnTo>
                    <a:pt x="545465" y="849"/>
                  </a:lnTo>
                  <a:lnTo>
                    <a:pt x="555206" y="1502"/>
                  </a:lnTo>
                  <a:lnTo>
                    <a:pt x="564946" y="2353"/>
                  </a:lnTo>
                  <a:lnTo>
                    <a:pt x="574687" y="3412"/>
                  </a:lnTo>
                  <a:lnTo>
                    <a:pt x="584428" y="4684"/>
                  </a:lnTo>
                  <a:lnTo>
                    <a:pt x="594167" y="6180"/>
                  </a:lnTo>
                  <a:lnTo>
                    <a:pt x="603908" y="7904"/>
                  </a:lnTo>
                  <a:lnTo>
                    <a:pt x="613649" y="9863"/>
                  </a:lnTo>
                  <a:lnTo>
                    <a:pt x="623388" y="12061"/>
                  </a:lnTo>
                  <a:lnTo>
                    <a:pt x="633129" y="14501"/>
                  </a:lnTo>
                  <a:lnTo>
                    <a:pt x="642870" y="17190"/>
                  </a:lnTo>
                  <a:lnTo>
                    <a:pt x="652610" y="20131"/>
                  </a:lnTo>
                  <a:lnTo>
                    <a:pt x="662351" y="23326"/>
                  </a:lnTo>
                  <a:lnTo>
                    <a:pt x="672092" y="26775"/>
                  </a:lnTo>
                  <a:lnTo>
                    <a:pt x="681831" y="30480"/>
                  </a:lnTo>
                  <a:lnTo>
                    <a:pt x="691572" y="34442"/>
                  </a:lnTo>
                  <a:lnTo>
                    <a:pt x="701313" y="38660"/>
                  </a:lnTo>
                  <a:lnTo>
                    <a:pt x="711052" y="43133"/>
                  </a:lnTo>
                  <a:lnTo>
                    <a:pt x="720793" y="47857"/>
                  </a:lnTo>
                  <a:lnTo>
                    <a:pt x="730534" y="52833"/>
                  </a:lnTo>
                  <a:lnTo>
                    <a:pt x="740274" y="58054"/>
                  </a:lnTo>
                  <a:lnTo>
                    <a:pt x="750015" y="63517"/>
                  </a:lnTo>
                  <a:lnTo>
                    <a:pt x="759756" y="69216"/>
                  </a:lnTo>
                  <a:lnTo>
                    <a:pt x="769495" y="75149"/>
                  </a:lnTo>
                  <a:lnTo>
                    <a:pt x="779236" y="81304"/>
                  </a:lnTo>
                  <a:lnTo>
                    <a:pt x="788977" y="87678"/>
                  </a:lnTo>
                  <a:lnTo>
                    <a:pt x="798717" y="94261"/>
                  </a:lnTo>
                  <a:lnTo>
                    <a:pt x="808458" y="101048"/>
                  </a:lnTo>
                  <a:lnTo>
                    <a:pt x="818199" y="108025"/>
                  </a:lnTo>
                  <a:lnTo>
                    <a:pt x="827938" y="115186"/>
                  </a:lnTo>
                  <a:lnTo>
                    <a:pt x="837679" y="122519"/>
                  </a:lnTo>
                  <a:lnTo>
                    <a:pt x="847420" y="130016"/>
                  </a:lnTo>
                  <a:lnTo>
                    <a:pt x="857159" y="137662"/>
                  </a:lnTo>
                  <a:lnTo>
                    <a:pt x="866900" y="145448"/>
                  </a:lnTo>
                  <a:lnTo>
                    <a:pt x="876641" y="153363"/>
                  </a:lnTo>
                  <a:lnTo>
                    <a:pt x="886381" y="161393"/>
                  </a:lnTo>
                  <a:lnTo>
                    <a:pt x="896122" y="169525"/>
                  </a:lnTo>
                  <a:lnTo>
                    <a:pt x="905863" y="177748"/>
                  </a:lnTo>
                  <a:lnTo>
                    <a:pt x="915602" y="186047"/>
                  </a:lnTo>
                  <a:lnTo>
                    <a:pt x="925343" y="194408"/>
                  </a:lnTo>
                  <a:lnTo>
                    <a:pt x="935084" y="202820"/>
                  </a:lnTo>
                  <a:lnTo>
                    <a:pt x="944824" y="211269"/>
                  </a:lnTo>
                  <a:lnTo>
                    <a:pt x="954564" y="219741"/>
                  </a:lnTo>
                  <a:lnTo>
                    <a:pt x="964305" y="228220"/>
                  </a:lnTo>
                  <a:lnTo>
                    <a:pt x="974045" y="236696"/>
                  </a:lnTo>
                  <a:lnTo>
                    <a:pt x="983786" y="245154"/>
                  </a:lnTo>
                  <a:lnTo>
                    <a:pt x="993522" y="253581"/>
                  </a:lnTo>
                  <a:lnTo>
                    <a:pt x="1003266" y="261961"/>
                  </a:lnTo>
                  <a:lnTo>
                    <a:pt x="1013010" y="270285"/>
                  </a:lnTo>
                  <a:lnTo>
                    <a:pt x="1022754" y="278539"/>
                  </a:lnTo>
                  <a:lnTo>
                    <a:pt x="1032483" y="286710"/>
                  </a:lnTo>
                  <a:lnTo>
                    <a:pt x="1042227" y="294785"/>
                  </a:lnTo>
                  <a:lnTo>
                    <a:pt x="1051971" y="302753"/>
                  </a:lnTo>
                  <a:lnTo>
                    <a:pt x="1061715" y="310604"/>
                  </a:lnTo>
                  <a:lnTo>
                    <a:pt x="1071444" y="318323"/>
                  </a:lnTo>
                  <a:lnTo>
                    <a:pt x="1081188" y="325903"/>
                  </a:lnTo>
                  <a:lnTo>
                    <a:pt x="1090932" y="333333"/>
                  </a:lnTo>
                  <a:lnTo>
                    <a:pt x="1100676" y="340603"/>
                  </a:lnTo>
                  <a:lnTo>
                    <a:pt x="1110405" y="347703"/>
                  </a:lnTo>
                  <a:lnTo>
                    <a:pt x="1120149" y="354626"/>
                  </a:lnTo>
                  <a:lnTo>
                    <a:pt x="1129893" y="361363"/>
                  </a:lnTo>
                  <a:lnTo>
                    <a:pt x="1139637" y="367908"/>
                  </a:lnTo>
                  <a:lnTo>
                    <a:pt x="1149381" y="374252"/>
                  </a:lnTo>
                  <a:lnTo>
                    <a:pt x="1159110" y="380390"/>
                  </a:lnTo>
                  <a:lnTo>
                    <a:pt x="1168854" y="386317"/>
                  </a:lnTo>
                  <a:lnTo>
                    <a:pt x="1178598" y="392027"/>
                  </a:lnTo>
                  <a:lnTo>
                    <a:pt x="1188341" y="397514"/>
                  </a:lnTo>
                  <a:lnTo>
                    <a:pt x="1198070" y="402778"/>
                  </a:lnTo>
                  <a:lnTo>
                    <a:pt x="1207814" y="407812"/>
                  </a:lnTo>
                  <a:lnTo>
                    <a:pt x="1217558" y="412615"/>
                  </a:lnTo>
                  <a:lnTo>
                    <a:pt x="1227302" y="417186"/>
                  </a:lnTo>
                  <a:lnTo>
                    <a:pt x="1237031" y="421523"/>
                  </a:lnTo>
                  <a:lnTo>
                    <a:pt x="1246775" y="425625"/>
                  </a:lnTo>
                  <a:lnTo>
                    <a:pt x="1256519" y="429490"/>
                  </a:lnTo>
                  <a:lnTo>
                    <a:pt x="1266263" y="433121"/>
                  </a:lnTo>
                  <a:lnTo>
                    <a:pt x="1276007" y="436516"/>
                  </a:lnTo>
                  <a:lnTo>
                    <a:pt x="1285736" y="439679"/>
                  </a:lnTo>
                  <a:lnTo>
                    <a:pt x="1295480" y="442611"/>
                  </a:lnTo>
                  <a:lnTo>
                    <a:pt x="1305224" y="445314"/>
                  </a:lnTo>
                  <a:lnTo>
                    <a:pt x="1314968" y="447789"/>
                  </a:lnTo>
                  <a:lnTo>
                    <a:pt x="1324697" y="450042"/>
                  </a:lnTo>
                  <a:lnTo>
                    <a:pt x="1334441" y="452074"/>
                  </a:lnTo>
                  <a:lnTo>
                    <a:pt x="1344185" y="453891"/>
                  </a:lnTo>
                  <a:lnTo>
                    <a:pt x="1353929" y="455496"/>
                  </a:lnTo>
                  <a:lnTo>
                    <a:pt x="1363658" y="456895"/>
                  </a:lnTo>
                  <a:lnTo>
                    <a:pt x="1373402" y="458090"/>
                  </a:lnTo>
                  <a:lnTo>
                    <a:pt x="1383146" y="459088"/>
                  </a:lnTo>
                  <a:lnTo>
                    <a:pt x="1392890" y="459896"/>
                  </a:lnTo>
                  <a:lnTo>
                    <a:pt x="1402619" y="460516"/>
                  </a:lnTo>
                  <a:lnTo>
                    <a:pt x="1412363" y="460955"/>
                  </a:lnTo>
                  <a:lnTo>
                    <a:pt x="1422106" y="461220"/>
                  </a:lnTo>
                  <a:lnTo>
                    <a:pt x="1431850" y="461316"/>
                  </a:lnTo>
                  <a:lnTo>
                    <a:pt x="1441594" y="461250"/>
                  </a:lnTo>
                  <a:lnTo>
                    <a:pt x="1451323" y="461027"/>
                  </a:lnTo>
                  <a:lnTo>
                    <a:pt x="1461067" y="460654"/>
                  </a:lnTo>
                  <a:lnTo>
                    <a:pt x="1470811" y="460139"/>
                  </a:lnTo>
                  <a:lnTo>
                    <a:pt x="1480555" y="459485"/>
                  </a:lnTo>
                  <a:lnTo>
                    <a:pt x="1490284" y="458699"/>
                  </a:lnTo>
                  <a:lnTo>
                    <a:pt x="1500028" y="457791"/>
                  </a:lnTo>
                  <a:lnTo>
                    <a:pt x="1509772" y="456763"/>
                  </a:lnTo>
                  <a:lnTo>
                    <a:pt x="1519516" y="455623"/>
                  </a:lnTo>
                  <a:lnTo>
                    <a:pt x="1529245" y="454377"/>
                  </a:lnTo>
                  <a:lnTo>
                    <a:pt x="1538989" y="453032"/>
                  </a:lnTo>
                  <a:lnTo>
                    <a:pt x="1548733" y="451593"/>
                  </a:lnTo>
                  <a:lnTo>
                    <a:pt x="1558477" y="450065"/>
                  </a:lnTo>
                  <a:lnTo>
                    <a:pt x="1568221" y="448456"/>
                  </a:lnTo>
                  <a:lnTo>
                    <a:pt x="1577950" y="446771"/>
                  </a:lnTo>
                  <a:lnTo>
                    <a:pt x="1587694" y="445015"/>
                  </a:lnTo>
                  <a:lnTo>
                    <a:pt x="1597438" y="443194"/>
                  </a:lnTo>
                  <a:lnTo>
                    <a:pt x="1607182" y="441315"/>
                  </a:lnTo>
                  <a:lnTo>
                    <a:pt x="1616911" y="439381"/>
                  </a:lnTo>
                  <a:lnTo>
                    <a:pt x="1626655" y="437398"/>
                  </a:lnTo>
                  <a:lnTo>
                    <a:pt x="1636399" y="435371"/>
                  </a:lnTo>
                  <a:lnTo>
                    <a:pt x="1646142" y="433306"/>
                  </a:lnTo>
                  <a:lnTo>
                    <a:pt x="1655872" y="431206"/>
                  </a:lnTo>
                  <a:lnTo>
                    <a:pt x="1665616" y="429079"/>
                  </a:lnTo>
                  <a:lnTo>
                    <a:pt x="1675359" y="426926"/>
                  </a:lnTo>
                  <a:lnTo>
                    <a:pt x="1685103" y="424755"/>
                  </a:lnTo>
                  <a:lnTo>
                    <a:pt x="1694832" y="422569"/>
                  </a:lnTo>
                  <a:lnTo>
                    <a:pt x="1704576" y="420372"/>
                  </a:lnTo>
                  <a:lnTo>
                    <a:pt x="1714320" y="418170"/>
                  </a:lnTo>
                  <a:lnTo>
                    <a:pt x="1724064" y="415968"/>
                  </a:lnTo>
                  <a:lnTo>
                    <a:pt x="1733808" y="413767"/>
                  </a:lnTo>
                  <a:lnTo>
                    <a:pt x="1743537" y="411575"/>
                  </a:lnTo>
                  <a:lnTo>
                    <a:pt x="1753281" y="409396"/>
                  </a:lnTo>
                  <a:lnTo>
                    <a:pt x="1763025" y="407232"/>
                  </a:lnTo>
                  <a:lnTo>
                    <a:pt x="1772769" y="405090"/>
                  </a:lnTo>
                  <a:lnTo>
                    <a:pt x="1782498" y="402973"/>
                  </a:lnTo>
                  <a:lnTo>
                    <a:pt x="1792242" y="400887"/>
                  </a:lnTo>
                  <a:lnTo>
                    <a:pt x="1801986" y="398835"/>
                  </a:lnTo>
                  <a:lnTo>
                    <a:pt x="1811730" y="396822"/>
                  </a:lnTo>
                  <a:lnTo>
                    <a:pt x="1821459" y="394853"/>
                  </a:lnTo>
                  <a:lnTo>
                    <a:pt x="1831203" y="392932"/>
                  </a:lnTo>
                  <a:lnTo>
                    <a:pt x="1840947" y="391064"/>
                  </a:lnTo>
                  <a:lnTo>
                    <a:pt x="1850691" y="389255"/>
                  </a:lnTo>
                  <a:lnTo>
                    <a:pt x="1860435" y="387508"/>
                  </a:lnTo>
                  <a:lnTo>
                    <a:pt x="1870164" y="385827"/>
                  </a:lnTo>
                  <a:lnTo>
                    <a:pt x="1879908" y="384219"/>
                  </a:lnTo>
                  <a:lnTo>
                    <a:pt x="1889652" y="382688"/>
                  </a:lnTo>
                  <a:lnTo>
                    <a:pt x="1899395" y="381240"/>
                  </a:lnTo>
                  <a:lnTo>
                    <a:pt x="1909124" y="379878"/>
                  </a:lnTo>
                  <a:lnTo>
                    <a:pt x="1918868" y="378607"/>
                  </a:lnTo>
                  <a:lnTo>
                    <a:pt x="1928612" y="377434"/>
                  </a:lnTo>
                  <a:lnTo>
                    <a:pt x="1938356" y="376363"/>
                  </a:lnTo>
                  <a:lnTo>
                    <a:pt x="1948085" y="375401"/>
                  </a:lnTo>
                  <a:lnTo>
                    <a:pt x="1957829" y="374548"/>
                  </a:lnTo>
                  <a:lnTo>
                    <a:pt x="1967573" y="373814"/>
                  </a:lnTo>
                  <a:lnTo>
                    <a:pt x="1977317" y="373202"/>
                  </a:lnTo>
                  <a:lnTo>
                    <a:pt x="1987046" y="372717"/>
                  </a:lnTo>
                  <a:lnTo>
                    <a:pt x="1996790" y="372363"/>
                  </a:lnTo>
                  <a:lnTo>
                    <a:pt x="2006534" y="372145"/>
                  </a:lnTo>
                  <a:lnTo>
                    <a:pt x="2016278" y="372069"/>
                  </a:lnTo>
                  <a:lnTo>
                    <a:pt x="2026022" y="372139"/>
                  </a:lnTo>
                  <a:lnTo>
                    <a:pt x="2035751" y="372358"/>
                  </a:lnTo>
                  <a:lnTo>
                    <a:pt x="2045495" y="372731"/>
                  </a:lnTo>
                  <a:lnTo>
                    <a:pt x="2055239" y="373263"/>
                  </a:lnTo>
                  <a:lnTo>
                    <a:pt x="2064983" y="373955"/>
                  </a:lnTo>
                  <a:lnTo>
                    <a:pt x="2074712" y="374814"/>
                  </a:lnTo>
                  <a:lnTo>
                    <a:pt x="2084456" y="375840"/>
                  </a:lnTo>
                  <a:lnTo>
                    <a:pt x="2094200" y="377038"/>
                  </a:lnTo>
                  <a:lnTo>
                    <a:pt x="2103944" y="378412"/>
                  </a:lnTo>
                  <a:lnTo>
                    <a:pt x="2113673" y="379961"/>
                  </a:lnTo>
                  <a:lnTo>
                    <a:pt x="2123417" y="381688"/>
                  </a:lnTo>
                  <a:lnTo>
                    <a:pt x="2133161" y="383597"/>
                  </a:lnTo>
                  <a:lnTo>
                    <a:pt x="2142905" y="385688"/>
                  </a:lnTo>
                  <a:lnTo>
                    <a:pt x="2152649" y="387962"/>
                  </a:lnTo>
                  <a:lnTo>
                    <a:pt x="2162377" y="390419"/>
                  </a:lnTo>
                  <a:lnTo>
                    <a:pt x="2172121" y="393060"/>
                  </a:lnTo>
                  <a:lnTo>
                    <a:pt x="2181865" y="395885"/>
                  </a:lnTo>
                  <a:lnTo>
                    <a:pt x="2191609" y="398892"/>
                  </a:lnTo>
                  <a:lnTo>
                    <a:pt x="2201338" y="402082"/>
                  </a:lnTo>
                  <a:lnTo>
                    <a:pt x="2211082" y="405452"/>
                  </a:lnTo>
                  <a:lnTo>
                    <a:pt x="2220826" y="408999"/>
                  </a:lnTo>
                  <a:lnTo>
                    <a:pt x="2230570" y="412724"/>
                  </a:lnTo>
                  <a:lnTo>
                    <a:pt x="2240299" y="416622"/>
                  </a:lnTo>
                  <a:lnTo>
                    <a:pt x="2250043" y="420688"/>
                  </a:lnTo>
                  <a:lnTo>
                    <a:pt x="2259787" y="424920"/>
                  </a:lnTo>
                  <a:lnTo>
                    <a:pt x="2269531" y="429314"/>
                  </a:lnTo>
                  <a:lnTo>
                    <a:pt x="2279260" y="433866"/>
                  </a:lnTo>
                  <a:lnTo>
                    <a:pt x="2289004" y="438566"/>
                  </a:lnTo>
                  <a:lnTo>
                    <a:pt x="2298748" y="443415"/>
                  </a:lnTo>
                  <a:lnTo>
                    <a:pt x="2308492" y="448401"/>
                  </a:lnTo>
                  <a:lnTo>
                    <a:pt x="2318236" y="453521"/>
                  </a:lnTo>
                  <a:lnTo>
                    <a:pt x="2327965" y="458766"/>
                  </a:lnTo>
                  <a:lnTo>
                    <a:pt x="2337709" y="464130"/>
                  </a:lnTo>
                  <a:lnTo>
                    <a:pt x="2347453" y="469605"/>
                  </a:lnTo>
                  <a:lnTo>
                    <a:pt x="2357197" y="475182"/>
                  </a:lnTo>
                  <a:lnTo>
                    <a:pt x="2366926" y="480853"/>
                  </a:lnTo>
                  <a:lnTo>
                    <a:pt x="2376670" y="486607"/>
                  </a:lnTo>
                  <a:lnTo>
                    <a:pt x="2386413" y="492438"/>
                  </a:lnTo>
                  <a:lnTo>
                    <a:pt x="2396157" y="498334"/>
                  </a:lnTo>
                  <a:lnTo>
                    <a:pt x="2405886" y="504287"/>
                  </a:lnTo>
                  <a:lnTo>
                    <a:pt x="2415630" y="510286"/>
                  </a:lnTo>
                  <a:lnTo>
                    <a:pt x="2425374" y="516320"/>
                  </a:lnTo>
                  <a:lnTo>
                    <a:pt x="2435118" y="522379"/>
                  </a:lnTo>
                  <a:lnTo>
                    <a:pt x="2444862" y="528454"/>
                  </a:lnTo>
                  <a:lnTo>
                    <a:pt x="2454591" y="534531"/>
                  </a:lnTo>
                  <a:lnTo>
                    <a:pt x="2464335" y="540601"/>
                  </a:lnTo>
                  <a:lnTo>
                    <a:pt x="2474079" y="546654"/>
                  </a:lnTo>
                  <a:lnTo>
                    <a:pt x="2483823" y="552676"/>
                  </a:lnTo>
                  <a:lnTo>
                    <a:pt x="2493552" y="558658"/>
                  </a:lnTo>
                  <a:lnTo>
                    <a:pt x="2503296" y="564589"/>
                  </a:lnTo>
                  <a:lnTo>
                    <a:pt x="2513040" y="570457"/>
                  </a:lnTo>
                  <a:lnTo>
                    <a:pt x="2522784" y="576251"/>
                  </a:lnTo>
                  <a:lnTo>
                    <a:pt x="2532513" y="581960"/>
                  </a:lnTo>
                  <a:lnTo>
                    <a:pt x="2542257" y="587574"/>
                  </a:lnTo>
                  <a:lnTo>
                    <a:pt x="2552001" y="593082"/>
                  </a:lnTo>
                  <a:lnTo>
                    <a:pt x="2561745" y="598473"/>
                  </a:lnTo>
                  <a:lnTo>
                    <a:pt x="2571474" y="603738"/>
                  </a:lnTo>
                  <a:lnTo>
                    <a:pt x="2581218" y="608865"/>
                  </a:lnTo>
                  <a:lnTo>
                    <a:pt x="2590962" y="613845"/>
                  </a:lnTo>
                  <a:lnTo>
                    <a:pt x="2600705" y="618671"/>
                  </a:lnTo>
                  <a:lnTo>
                    <a:pt x="2610449" y="623330"/>
                  </a:lnTo>
                  <a:lnTo>
                    <a:pt x="2620178" y="627816"/>
                  </a:lnTo>
                  <a:lnTo>
                    <a:pt x="2629922" y="632118"/>
                  </a:lnTo>
                  <a:lnTo>
                    <a:pt x="2639666" y="636230"/>
                  </a:lnTo>
                  <a:lnTo>
                    <a:pt x="2649410" y="640144"/>
                  </a:lnTo>
                  <a:lnTo>
                    <a:pt x="2659139" y="643851"/>
                  </a:lnTo>
                  <a:lnTo>
                    <a:pt x="2668883" y="647346"/>
                  </a:lnTo>
                  <a:lnTo>
                    <a:pt x="2678627" y="650622"/>
                  </a:lnTo>
                  <a:lnTo>
                    <a:pt x="2688371" y="653673"/>
                  </a:lnTo>
                  <a:lnTo>
                    <a:pt x="2698100" y="656495"/>
                  </a:lnTo>
                  <a:lnTo>
                    <a:pt x="2707844" y="659080"/>
                  </a:lnTo>
                  <a:lnTo>
                    <a:pt x="2717588" y="661425"/>
                  </a:lnTo>
                  <a:lnTo>
                    <a:pt x="2727332" y="663528"/>
                  </a:lnTo>
                  <a:lnTo>
                    <a:pt x="2737076" y="665383"/>
                  </a:lnTo>
                  <a:lnTo>
                    <a:pt x="2746805" y="666987"/>
                  </a:lnTo>
                  <a:lnTo>
                    <a:pt x="2756549" y="668340"/>
                  </a:lnTo>
                  <a:lnTo>
                    <a:pt x="2766293" y="669438"/>
                  </a:lnTo>
                  <a:lnTo>
                    <a:pt x="2776037" y="670280"/>
                  </a:lnTo>
                  <a:lnTo>
                    <a:pt x="2785766" y="670865"/>
                  </a:lnTo>
                  <a:lnTo>
                    <a:pt x="2795510" y="671195"/>
                  </a:lnTo>
                  <a:lnTo>
                    <a:pt x="2805254" y="671268"/>
                  </a:lnTo>
                  <a:lnTo>
                    <a:pt x="2814998" y="671084"/>
                  </a:lnTo>
                  <a:lnTo>
                    <a:pt x="2824727" y="670648"/>
                  </a:lnTo>
                  <a:lnTo>
                    <a:pt x="2834471" y="669958"/>
                  </a:lnTo>
                  <a:lnTo>
                    <a:pt x="2844215" y="669018"/>
                  </a:lnTo>
                  <a:lnTo>
                    <a:pt x="2853958" y="667830"/>
                  </a:lnTo>
                  <a:lnTo>
                    <a:pt x="2863687" y="666400"/>
                  </a:lnTo>
                  <a:lnTo>
                    <a:pt x="2873431" y="664729"/>
                  </a:lnTo>
                  <a:lnTo>
                    <a:pt x="2883175" y="662821"/>
                  </a:lnTo>
                  <a:lnTo>
                    <a:pt x="2892919" y="660683"/>
                  </a:lnTo>
                  <a:lnTo>
                    <a:pt x="2902663" y="658319"/>
                  </a:lnTo>
                  <a:lnTo>
                    <a:pt x="2912392" y="65573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6" name="Freeform 685">
              <a:extLst>
                <a:ext uri="{FF2B5EF4-FFF2-40B4-BE49-F238E27FC236}">
                  <a16:creationId xmlns:a16="http://schemas.microsoft.com/office/drawing/2014/main" id="{40CCDD49-5471-D27D-A6A8-C557AD2631D5}"/>
                </a:ext>
              </a:extLst>
            </p:cNvPr>
            <p:cNvSpPr/>
            <p:nvPr/>
          </p:nvSpPr>
          <p:spPr>
            <a:xfrm>
              <a:off x="576446" y="3227357"/>
              <a:ext cx="2912392" cy="805865"/>
            </a:xfrm>
            <a:custGeom>
              <a:avLst/>
              <a:gdLst>
                <a:gd name="connsiteX0" fmla="*/ 0 w 2912392"/>
                <a:gd name="connsiteY0" fmla="*/ 464309 h 805865"/>
                <a:gd name="connsiteX1" fmla="*/ 9739 w 2912392"/>
                <a:gd name="connsiteY1" fmla="*/ 466591 h 805865"/>
                <a:gd name="connsiteX2" fmla="*/ 19480 w 2912392"/>
                <a:gd name="connsiteY2" fmla="*/ 468719 h 805865"/>
                <a:gd name="connsiteX3" fmla="*/ 29221 w 2912392"/>
                <a:gd name="connsiteY3" fmla="*/ 470696 h 805865"/>
                <a:gd name="connsiteX4" fmla="*/ 38961 w 2912392"/>
                <a:gd name="connsiteY4" fmla="*/ 472526 h 805865"/>
                <a:gd name="connsiteX5" fmla="*/ 48702 w 2912392"/>
                <a:gd name="connsiteY5" fmla="*/ 474214 h 805865"/>
                <a:gd name="connsiteX6" fmla="*/ 58443 w 2912392"/>
                <a:gd name="connsiteY6" fmla="*/ 475765 h 805865"/>
                <a:gd name="connsiteX7" fmla="*/ 68182 w 2912392"/>
                <a:gd name="connsiteY7" fmla="*/ 477188 h 805865"/>
                <a:gd name="connsiteX8" fmla="*/ 77923 w 2912392"/>
                <a:gd name="connsiteY8" fmla="*/ 478487 h 805865"/>
                <a:gd name="connsiteX9" fmla="*/ 87664 w 2912392"/>
                <a:gd name="connsiteY9" fmla="*/ 479671 h 805865"/>
                <a:gd name="connsiteX10" fmla="*/ 97404 w 2912392"/>
                <a:gd name="connsiteY10" fmla="*/ 480748 h 805865"/>
                <a:gd name="connsiteX11" fmla="*/ 107145 w 2912392"/>
                <a:gd name="connsiteY11" fmla="*/ 481726 h 805865"/>
                <a:gd name="connsiteX12" fmla="*/ 116886 w 2912392"/>
                <a:gd name="connsiteY12" fmla="*/ 482614 h 805865"/>
                <a:gd name="connsiteX13" fmla="*/ 126625 w 2912392"/>
                <a:gd name="connsiteY13" fmla="*/ 483420 h 805865"/>
                <a:gd name="connsiteX14" fmla="*/ 136366 w 2912392"/>
                <a:gd name="connsiteY14" fmla="*/ 484154 h 805865"/>
                <a:gd name="connsiteX15" fmla="*/ 146107 w 2912392"/>
                <a:gd name="connsiteY15" fmla="*/ 484826 h 805865"/>
                <a:gd name="connsiteX16" fmla="*/ 155846 w 2912392"/>
                <a:gd name="connsiteY16" fmla="*/ 485446 h 805865"/>
                <a:gd name="connsiteX17" fmla="*/ 165587 w 2912392"/>
                <a:gd name="connsiteY17" fmla="*/ 486026 h 805865"/>
                <a:gd name="connsiteX18" fmla="*/ 175328 w 2912392"/>
                <a:gd name="connsiteY18" fmla="*/ 486574 h 805865"/>
                <a:gd name="connsiteX19" fmla="*/ 185068 w 2912392"/>
                <a:gd name="connsiteY19" fmla="*/ 487103 h 805865"/>
                <a:gd name="connsiteX20" fmla="*/ 194809 w 2912392"/>
                <a:gd name="connsiteY20" fmla="*/ 487621 h 805865"/>
                <a:gd name="connsiteX21" fmla="*/ 204550 w 2912392"/>
                <a:gd name="connsiteY21" fmla="*/ 488141 h 805865"/>
                <a:gd name="connsiteX22" fmla="*/ 214289 w 2912392"/>
                <a:gd name="connsiteY22" fmla="*/ 488675 h 805865"/>
                <a:gd name="connsiteX23" fmla="*/ 224030 w 2912392"/>
                <a:gd name="connsiteY23" fmla="*/ 489232 h 805865"/>
                <a:gd name="connsiteX24" fmla="*/ 233771 w 2912392"/>
                <a:gd name="connsiteY24" fmla="*/ 489823 h 805865"/>
                <a:gd name="connsiteX25" fmla="*/ 243510 w 2912392"/>
                <a:gd name="connsiteY25" fmla="*/ 490461 h 805865"/>
                <a:gd name="connsiteX26" fmla="*/ 253251 w 2912392"/>
                <a:gd name="connsiteY26" fmla="*/ 491154 h 805865"/>
                <a:gd name="connsiteX27" fmla="*/ 262992 w 2912392"/>
                <a:gd name="connsiteY27" fmla="*/ 491912 h 805865"/>
                <a:gd name="connsiteX28" fmla="*/ 272732 w 2912392"/>
                <a:gd name="connsiteY28" fmla="*/ 492748 h 805865"/>
                <a:gd name="connsiteX29" fmla="*/ 282473 w 2912392"/>
                <a:gd name="connsiteY29" fmla="*/ 493672 h 805865"/>
                <a:gd name="connsiteX30" fmla="*/ 292214 w 2912392"/>
                <a:gd name="connsiteY30" fmla="*/ 494689 h 805865"/>
                <a:gd name="connsiteX31" fmla="*/ 301953 w 2912392"/>
                <a:gd name="connsiteY31" fmla="*/ 495814 h 805865"/>
                <a:gd name="connsiteX32" fmla="*/ 311694 w 2912392"/>
                <a:gd name="connsiteY32" fmla="*/ 497052 h 805865"/>
                <a:gd name="connsiteX33" fmla="*/ 321435 w 2912392"/>
                <a:gd name="connsiteY33" fmla="*/ 498414 h 805865"/>
                <a:gd name="connsiteX34" fmla="*/ 331175 w 2912392"/>
                <a:gd name="connsiteY34" fmla="*/ 499907 h 805865"/>
                <a:gd name="connsiteX35" fmla="*/ 340916 w 2912392"/>
                <a:gd name="connsiteY35" fmla="*/ 501537 h 805865"/>
                <a:gd name="connsiteX36" fmla="*/ 350656 w 2912392"/>
                <a:gd name="connsiteY36" fmla="*/ 503313 h 805865"/>
                <a:gd name="connsiteX37" fmla="*/ 360396 w 2912392"/>
                <a:gd name="connsiteY37" fmla="*/ 505241 h 805865"/>
                <a:gd name="connsiteX38" fmla="*/ 370137 w 2912392"/>
                <a:gd name="connsiteY38" fmla="*/ 507327 h 805865"/>
                <a:gd name="connsiteX39" fmla="*/ 379878 w 2912392"/>
                <a:gd name="connsiteY39" fmla="*/ 509574 h 805865"/>
                <a:gd name="connsiteX40" fmla="*/ 389617 w 2912392"/>
                <a:gd name="connsiteY40" fmla="*/ 511990 h 805865"/>
                <a:gd name="connsiteX41" fmla="*/ 399358 w 2912392"/>
                <a:gd name="connsiteY41" fmla="*/ 514577 h 805865"/>
                <a:gd name="connsiteX42" fmla="*/ 409099 w 2912392"/>
                <a:gd name="connsiteY42" fmla="*/ 517337 h 805865"/>
                <a:gd name="connsiteX43" fmla="*/ 418839 w 2912392"/>
                <a:gd name="connsiteY43" fmla="*/ 520275 h 805865"/>
                <a:gd name="connsiteX44" fmla="*/ 428580 w 2912392"/>
                <a:gd name="connsiteY44" fmla="*/ 523394 h 805865"/>
                <a:gd name="connsiteX45" fmla="*/ 438321 w 2912392"/>
                <a:gd name="connsiteY45" fmla="*/ 526692 h 805865"/>
                <a:gd name="connsiteX46" fmla="*/ 448060 w 2912392"/>
                <a:gd name="connsiteY46" fmla="*/ 530171 h 805865"/>
                <a:gd name="connsiteX47" fmla="*/ 457801 w 2912392"/>
                <a:gd name="connsiteY47" fmla="*/ 533831 h 805865"/>
                <a:gd name="connsiteX48" fmla="*/ 467542 w 2912392"/>
                <a:gd name="connsiteY48" fmla="*/ 537670 h 805865"/>
                <a:gd name="connsiteX49" fmla="*/ 477281 w 2912392"/>
                <a:gd name="connsiteY49" fmla="*/ 541688 h 805865"/>
                <a:gd name="connsiteX50" fmla="*/ 487022 w 2912392"/>
                <a:gd name="connsiteY50" fmla="*/ 545884 h 805865"/>
                <a:gd name="connsiteX51" fmla="*/ 496763 w 2912392"/>
                <a:gd name="connsiteY51" fmla="*/ 550251 h 805865"/>
                <a:gd name="connsiteX52" fmla="*/ 506503 w 2912392"/>
                <a:gd name="connsiteY52" fmla="*/ 554789 h 805865"/>
                <a:gd name="connsiteX53" fmla="*/ 516244 w 2912392"/>
                <a:gd name="connsiteY53" fmla="*/ 559491 h 805865"/>
                <a:gd name="connsiteX54" fmla="*/ 525985 w 2912392"/>
                <a:gd name="connsiteY54" fmla="*/ 564356 h 805865"/>
                <a:gd name="connsiteX55" fmla="*/ 535724 w 2912392"/>
                <a:gd name="connsiteY55" fmla="*/ 569374 h 805865"/>
                <a:gd name="connsiteX56" fmla="*/ 545465 w 2912392"/>
                <a:gd name="connsiteY56" fmla="*/ 574540 h 805865"/>
                <a:gd name="connsiteX57" fmla="*/ 555206 w 2912392"/>
                <a:gd name="connsiteY57" fmla="*/ 579851 h 805865"/>
                <a:gd name="connsiteX58" fmla="*/ 564946 w 2912392"/>
                <a:gd name="connsiteY58" fmla="*/ 585295 h 805865"/>
                <a:gd name="connsiteX59" fmla="*/ 574687 w 2912392"/>
                <a:gd name="connsiteY59" fmla="*/ 590865 h 805865"/>
                <a:gd name="connsiteX60" fmla="*/ 584428 w 2912392"/>
                <a:gd name="connsiteY60" fmla="*/ 596555 h 805865"/>
                <a:gd name="connsiteX61" fmla="*/ 594167 w 2912392"/>
                <a:gd name="connsiteY61" fmla="*/ 602355 h 805865"/>
                <a:gd name="connsiteX62" fmla="*/ 603908 w 2912392"/>
                <a:gd name="connsiteY62" fmla="*/ 608257 h 805865"/>
                <a:gd name="connsiteX63" fmla="*/ 613649 w 2912392"/>
                <a:gd name="connsiteY63" fmla="*/ 614248 h 805865"/>
                <a:gd name="connsiteX64" fmla="*/ 623388 w 2912392"/>
                <a:gd name="connsiteY64" fmla="*/ 620321 h 805865"/>
                <a:gd name="connsiteX65" fmla="*/ 633129 w 2912392"/>
                <a:gd name="connsiteY65" fmla="*/ 626465 h 805865"/>
                <a:gd name="connsiteX66" fmla="*/ 642870 w 2912392"/>
                <a:gd name="connsiteY66" fmla="*/ 632667 h 805865"/>
                <a:gd name="connsiteX67" fmla="*/ 652610 w 2912392"/>
                <a:gd name="connsiteY67" fmla="*/ 638920 h 805865"/>
                <a:gd name="connsiteX68" fmla="*/ 662351 w 2912392"/>
                <a:gd name="connsiteY68" fmla="*/ 645209 h 805865"/>
                <a:gd name="connsiteX69" fmla="*/ 672092 w 2912392"/>
                <a:gd name="connsiteY69" fmla="*/ 651527 h 805865"/>
                <a:gd name="connsiteX70" fmla="*/ 681831 w 2912392"/>
                <a:gd name="connsiteY70" fmla="*/ 657857 h 805865"/>
                <a:gd name="connsiteX71" fmla="*/ 691572 w 2912392"/>
                <a:gd name="connsiteY71" fmla="*/ 664192 h 805865"/>
                <a:gd name="connsiteX72" fmla="*/ 701313 w 2912392"/>
                <a:gd name="connsiteY72" fmla="*/ 670517 h 805865"/>
                <a:gd name="connsiteX73" fmla="*/ 711052 w 2912392"/>
                <a:gd name="connsiteY73" fmla="*/ 676822 h 805865"/>
                <a:gd name="connsiteX74" fmla="*/ 720793 w 2912392"/>
                <a:gd name="connsiteY74" fmla="*/ 683093 h 805865"/>
                <a:gd name="connsiteX75" fmla="*/ 730534 w 2912392"/>
                <a:gd name="connsiteY75" fmla="*/ 689321 h 805865"/>
                <a:gd name="connsiteX76" fmla="*/ 740274 w 2912392"/>
                <a:gd name="connsiteY76" fmla="*/ 695492 h 805865"/>
                <a:gd name="connsiteX77" fmla="*/ 750015 w 2912392"/>
                <a:gd name="connsiteY77" fmla="*/ 701595 h 805865"/>
                <a:gd name="connsiteX78" fmla="*/ 759756 w 2912392"/>
                <a:gd name="connsiteY78" fmla="*/ 707617 h 805865"/>
                <a:gd name="connsiteX79" fmla="*/ 769495 w 2912392"/>
                <a:gd name="connsiteY79" fmla="*/ 713548 h 805865"/>
                <a:gd name="connsiteX80" fmla="*/ 779236 w 2912392"/>
                <a:gd name="connsiteY80" fmla="*/ 719378 h 805865"/>
                <a:gd name="connsiteX81" fmla="*/ 788977 w 2912392"/>
                <a:gd name="connsiteY81" fmla="*/ 725092 h 805865"/>
                <a:gd name="connsiteX82" fmla="*/ 798717 w 2912392"/>
                <a:gd name="connsiteY82" fmla="*/ 730683 h 805865"/>
                <a:gd name="connsiteX83" fmla="*/ 808458 w 2912392"/>
                <a:gd name="connsiteY83" fmla="*/ 736138 h 805865"/>
                <a:gd name="connsiteX84" fmla="*/ 818199 w 2912392"/>
                <a:gd name="connsiteY84" fmla="*/ 741448 h 805865"/>
                <a:gd name="connsiteX85" fmla="*/ 827938 w 2912392"/>
                <a:gd name="connsiteY85" fmla="*/ 746601 h 805865"/>
                <a:gd name="connsiteX86" fmla="*/ 837679 w 2912392"/>
                <a:gd name="connsiteY86" fmla="*/ 751590 h 805865"/>
                <a:gd name="connsiteX87" fmla="*/ 847420 w 2912392"/>
                <a:gd name="connsiteY87" fmla="*/ 756405 h 805865"/>
                <a:gd name="connsiteX88" fmla="*/ 857159 w 2912392"/>
                <a:gd name="connsiteY88" fmla="*/ 761036 h 805865"/>
                <a:gd name="connsiteX89" fmla="*/ 866900 w 2912392"/>
                <a:gd name="connsiteY89" fmla="*/ 765475 h 805865"/>
                <a:gd name="connsiteX90" fmla="*/ 876641 w 2912392"/>
                <a:gd name="connsiteY90" fmla="*/ 769714 h 805865"/>
                <a:gd name="connsiteX91" fmla="*/ 886381 w 2912392"/>
                <a:gd name="connsiteY91" fmla="*/ 773746 h 805865"/>
                <a:gd name="connsiteX92" fmla="*/ 896122 w 2912392"/>
                <a:gd name="connsiteY92" fmla="*/ 777564 h 805865"/>
                <a:gd name="connsiteX93" fmla="*/ 905863 w 2912392"/>
                <a:gd name="connsiteY93" fmla="*/ 781161 h 805865"/>
                <a:gd name="connsiteX94" fmla="*/ 915602 w 2912392"/>
                <a:gd name="connsiteY94" fmla="*/ 784530 h 805865"/>
                <a:gd name="connsiteX95" fmla="*/ 925343 w 2912392"/>
                <a:gd name="connsiteY95" fmla="*/ 787667 h 805865"/>
                <a:gd name="connsiteX96" fmla="*/ 935084 w 2912392"/>
                <a:gd name="connsiteY96" fmla="*/ 790564 h 805865"/>
                <a:gd name="connsiteX97" fmla="*/ 944824 w 2912392"/>
                <a:gd name="connsiteY97" fmla="*/ 793216 h 805865"/>
                <a:gd name="connsiteX98" fmla="*/ 954564 w 2912392"/>
                <a:gd name="connsiteY98" fmla="*/ 795630 h 805865"/>
                <a:gd name="connsiteX99" fmla="*/ 964305 w 2912392"/>
                <a:gd name="connsiteY99" fmla="*/ 797790 h 805865"/>
                <a:gd name="connsiteX100" fmla="*/ 974045 w 2912392"/>
                <a:gd name="connsiteY100" fmla="*/ 799697 h 805865"/>
                <a:gd name="connsiteX101" fmla="*/ 983786 w 2912392"/>
                <a:gd name="connsiteY101" fmla="*/ 801351 h 805865"/>
                <a:gd name="connsiteX102" fmla="*/ 993522 w 2912392"/>
                <a:gd name="connsiteY102" fmla="*/ 802751 h 805865"/>
                <a:gd name="connsiteX103" fmla="*/ 1003266 w 2912392"/>
                <a:gd name="connsiteY103" fmla="*/ 803898 h 805865"/>
                <a:gd name="connsiteX104" fmla="*/ 1013010 w 2912392"/>
                <a:gd name="connsiteY104" fmla="*/ 804777 h 805865"/>
                <a:gd name="connsiteX105" fmla="*/ 1022754 w 2912392"/>
                <a:gd name="connsiteY105" fmla="*/ 805388 h 805865"/>
                <a:gd name="connsiteX106" fmla="*/ 1032483 w 2912392"/>
                <a:gd name="connsiteY106" fmla="*/ 805761 h 805865"/>
                <a:gd name="connsiteX107" fmla="*/ 1042227 w 2912392"/>
                <a:gd name="connsiteY107" fmla="*/ 805865 h 805865"/>
                <a:gd name="connsiteX108" fmla="*/ 1051971 w 2912392"/>
                <a:gd name="connsiteY108" fmla="*/ 805716 h 805865"/>
                <a:gd name="connsiteX109" fmla="*/ 1061715 w 2912392"/>
                <a:gd name="connsiteY109" fmla="*/ 805314 h 805865"/>
                <a:gd name="connsiteX110" fmla="*/ 1071444 w 2912392"/>
                <a:gd name="connsiteY110" fmla="*/ 804658 h 805865"/>
                <a:gd name="connsiteX111" fmla="*/ 1081188 w 2912392"/>
                <a:gd name="connsiteY111" fmla="*/ 803749 h 805865"/>
                <a:gd name="connsiteX112" fmla="*/ 1090932 w 2912392"/>
                <a:gd name="connsiteY112" fmla="*/ 802617 h 805865"/>
                <a:gd name="connsiteX113" fmla="*/ 1100676 w 2912392"/>
                <a:gd name="connsiteY113" fmla="*/ 801232 h 805865"/>
                <a:gd name="connsiteX114" fmla="*/ 1110405 w 2912392"/>
                <a:gd name="connsiteY114" fmla="*/ 799608 h 805865"/>
                <a:gd name="connsiteX115" fmla="*/ 1120149 w 2912392"/>
                <a:gd name="connsiteY115" fmla="*/ 797760 h 805865"/>
                <a:gd name="connsiteX116" fmla="*/ 1129893 w 2912392"/>
                <a:gd name="connsiteY116" fmla="*/ 795674 h 805865"/>
                <a:gd name="connsiteX117" fmla="*/ 1139637 w 2912392"/>
                <a:gd name="connsiteY117" fmla="*/ 793380 h 805865"/>
                <a:gd name="connsiteX118" fmla="*/ 1149381 w 2912392"/>
                <a:gd name="connsiteY118" fmla="*/ 790877 h 805865"/>
                <a:gd name="connsiteX119" fmla="*/ 1159110 w 2912392"/>
                <a:gd name="connsiteY119" fmla="*/ 788165 h 805865"/>
                <a:gd name="connsiteX120" fmla="*/ 1168854 w 2912392"/>
                <a:gd name="connsiteY120" fmla="*/ 785252 h 805865"/>
                <a:gd name="connsiteX121" fmla="*/ 1178598 w 2912392"/>
                <a:gd name="connsiteY121" fmla="*/ 782149 h 805865"/>
                <a:gd name="connsiteX122" fmla="*/ 1188341 w 2912392"/>
                <a:gd name="connsiteY122" fmla="*/ 778864 h 805865"/>
                <a:gd name="connsiteX123" fmla="*/ 1198070 w 2912392"/>
                <a:gd name="connsiteY123" fmla="*/ 775404 h 805865"/>
                <a:gd name="connsiteX124" fmla="*/ 1207814 w 2912392"/>
                <a:gd name="connsiteY124" fmla="*/ 771778 h 805865"/>
                <a:gd name="connsiteX125" fmla="*/ 1217558 w 2912392"/>
                <a:gd name="connsiteY125" fmla="*/ 767993 h 805865"/>
                <a:gd name="connsiteX126" fmla="*/ 1227302 w 2912392"/>
                <a:gd name="connsiteY126" fmla="*/ 764060 h 805865"/>
                <a:gd name="connsiteX127" fmla="*/ 1237031 w 2912392"/>
                <a:gd name="connsiteY127" fmla="*/ 759987 h 805865"/>
                <a:gd name="connsiteX128" fmla="*/ 1246775 w 2912392"/>
                <a:gd name="connsiteY128" fmla="*/ 755782 h 805865"/>
                <a:gd name="connsiteX129" fmla="*/ 1256519 w 2912392"/>
                <a:gd name="connsiteY129" fmla="*/ 751458 h 805865"/>
                <a:gd name="connsiteX130" fmla="*/ 1266263 w 2912392"/>
                <a:gd name="connsiteY130" fmla="*/ 747022 h 805865"/>
                <a:gd name="connsiteX131" fmla="*/ 1276007 w 2912392"/>
                <a:gd name="connsiteY131" fmla="*/ 742483 h 805865"/>
                <a:gd name="connsiteX132" fmla="*/ 1285736 w 2912392"/>
                <a:gd name="connsiteY132" fmla="*/ 737853 h 805865"/>
                <a:gd name="connsiteX133" fmla="*/ 1295480 w 2912392"/>
                <a:gd name="connsiteY133" fmla="*/ 733140 h 805865"/>
                <a:gd name="connsiteX134" fmla="*/ 1305224 w 2912392"/>
                <a:gd name="connsiteY134" fmla="*/ 728356 h 805865"/>
                <a:gd name="connsiteX135" fmla="*/ 1314968 w 2912392"/>
                <a:gd name="connsiteY135" fmla="*/ 723506 h 805865"/>
                <a:gd name="connsiteX136" fmla="*/ 1324697 w 2912392"/>
                <a:gd name="connsiteY136" fmla="*/ 718606 h 805865"/>
                <a:gd name="connsiteX137" fmla="*/ 1334441 w 2912392"/>
                <a:gd name="connsiteY137" fmla="*/ 713660 h 805865"/>
                <a:gd name="connsiteX138" fmla="*/ 1344185 w 2912392"/>
                <a:gd name="connsiteY138" fmla="*/ 708681 h 805865"/>
                <a:gd name="connsiteX139" fmla="*/ 1353929 w 2912392"/>
                <a:gd name="connsiteY139" fmla="*/ 703674 h 805865"/>
                <a:gd name="connsiteX140" fmla="*/ 1363658 w 2912392"/>
                <a:gd name="connsiteY140" fmla="*/ 698654 h 805865"/>
                <a:gd name="connsiteX141" fmla="*/ 1373402 w 2912392"/>
                <a:gd name="connsiteY141" fmla="*/ 693624 h 805865"/>
                <a:gd name="connsiteX142" fmla="*/ 1383146 w 2912392"/>
                <a:gd name="connsiteY142" fmla="*/ 688595 h 805865"/>
                <a:gd name="connsiteX143" fmla="*/ 1392890 w 2912392"/>
                <a:gd name="connsiteY143" fmla="*/ 683577 h 805865"/>
                <a:gd name="connsiteX144" fmla="*/ 1402619 w 2912392"/>
                <a:gd name="connsiteY144" fmla="*/ 678574 h 805865"/>
                <a:gd name="connsiteX145" fmla="*/ 1412363 w 2912392"/>
                <a:gd name="connsiteY145" fmla="*/ 673598 h 805865"/>
                <a:gd name="connsiteX146" fmla="*/ 1422106 w 2912392"/>
                <a:gd name="connsiteY146" fmla="*/ 668651 h 805865"/>
                <a:gd name="connsiteX147" fmla="*/ 1431850 w 2912392"/>
                <a:gd name="connsiteY147" fmla="*/ 663745 h 805865"/>
                <a:gd name="connsiteX148" fmla="*/ 1441594 w 2912392"/>
                <a:gd name="connsiteY148" fmla="*/ 658882 h 805865"/>
                <a:gd name="connsiteX149" fmla="*/ 1451323 w 2912392"/>
                <a:gd name="connsiteY149" fmla="*/ 654071 h 805865"/>
                <a:gd name="connsiteX150" fmla="*/ 1461067 w 2912392"/>
                <a:gd name="connsiteY150" fmla="*/ 649315 h 805865"/>
                <a:gd name="connsiteX151" fmla="*/ 1470811 w 2912392"/>
                <a:gd name="connsiteY151" fmla="*/ 644621 h 805865"/>
                <a:gd name="connsiteX152" fmla="*/ 1480555 w 2912392"/>
                <a:gd name="connsiteY152" fmla="*/ 639992 h 805865"/>
                <a:gd name="connsiteX153" fmla="*/ 1490284 w 2912392"/>
                <a:gd name="connsiteY153" fmla="*/ 635431 h 805865"/>
                <a:gd name="connsiteX154" fmla="*/ 1500028 w 2912392"/>
                <a:gd name="connsiteY154" fmla="*/ 630944 h 805865"/>
                <a:gd name="connsiteX155" fmla="*/ 1509772 w 2912392"/>
                <a:gd name="connsiteY155" fmla="*/ 626531 h 805865"/>
                <a:gd name="connsiteX156" fmla="*/ 1519516 w 2912392"/>
                <a:gd name="connsiteY156" fmla="*/ 622196 h 805865"/>
                <a:gd name="connsiteX157" fmla="*/ 1529245 w 2912392"/>
                <a:gd name="connsiteY157" fmla="*/ 617938 h 805865"/>
                <a:gd name="connsiteX158" fmla="*/ 1538989 w 2912392"/>
                <a:gd name="connsiteY158" fmla="*/ 613762 h 805865"/>
                <a:gd name="connsiteX159" fmla="*/ 1548733 w 2912392"/>
                <a:gd name="connsiteY159" fmla="*/ 609665 h 805865"/>
                <a:gd name="connsiteX160" fmla="*/ 1558477 w 2912392"/>
                <a:gd name="connsiteY160" fmla="*/ 605648 h 805865"/>
                <a:gd name="connsiteX161" fmla="*/ 1568221 w 2912392"/>
                <a:gd name="connsiteY161" fmla="*/ 601709 h 805865"/>
                <a:gd name="connsiteX162" fmla="*/ 1577950 w 2912392"/>
                <a:gd name="connsiteY162" fmla="*/ 597848 h 805865"/>
                <a:gd name="connsiteX163" fmla="*/ 1587694 w 2912392"/>
                <a:gd name="connsiteY163" fmla="*/ 594063 h 805865"/>
                <a:gd name="connsiteX164" fmla="*/ 1597438 w 2912392"/>
                <a:gd name="connsiteY164" fmla="*/ 590350 h 805865"/>
                <a:gd name="connsiteX165" fmla="*/ 1607182 w 2912392"/>
                <a:gd name="connsiteY165" fmla="*/ 586706 h 805865"/>
                <a:gd name="connsiteX166" fmla="*/ 1616911 w 2912392"/>
                <a:gd name="connsiteY166" fmla="*/ 583128 h 805865"/>
                <a:gd name="connsiteX167" fmla="*/ 1626655 w 2912392"/>
                <a:gd name="connsiteY167" fmla="*/ 579612 h 805865"/>
                <a:gd name="connsiteX168" fmla="*/ 1636399 w 2912392"/>
                <a:gd name="connsiteY168" fmla="*/ 576153 h 805865"/>
                <a:gd name="connsiteX169" fmla="*/ 1646142 w 2912392"/>
                <a:gd name="connsiteY169" fmla="*/ 572745 h 805865"/>
                <a:gd name="connsiteX170" fmla="*/ 1655872 w 2912392"/>
                <a:gd name="connsiteY170" fmla="*/ 569383 h 805865"/>
                <a:gd name="connsiteX171" fmla="*/ 1665616 w 2912392"/>
                <a:gd name="connsiteY171" fmla="*/ 566060 h 805865"/>
                <a:gd name="connsiteX172" fmla="*/ 1675359 w 2912392"/>
                <a:gd name="connsiteY172" fmla="*/ 562769 h 805865"/>
                <a:gd name="connsiteX173" fmla="*/ 1685103 w 2912392"/>
                <a:gd name="connsiteY173" fmla="*/ 559504 h 805865"/>
                <a:gd name="connsiteX174" fmla="*/ 1694832 w 2912392"/>
                <a:gd name="connsiteY174" fmla="*/ 556258 h 805865"/>
                <a:gd name="connsiteX175" fmla="*/ 1704576 w 2912392"/>
                <a:gd name="connsiteY175" fmla="*/ 553022 h 805865"/>
                <a:gd name="connsiteX176" fmla="*/ 1714320 w 2912392"/>
                <a:gd name="connsiteY176" fmla="*/ 549787 h 805865"/>
                <a:gd name="connsiteX177" fmla="*/ 1724064 w 2912392"/>
                <a:gd name="connsiteY177" fmla="*/ 546547 h 805865"/>
                <a:gd name="connsiteX178" fmla="*/ 1733808 w 2912392"/>
                <a:gd name="connsiteY178" fmla="*/ 543293 h 805865"/>
                <a:gd name="connsiteX179" fmla="*/ 1743537 w 2912392"/>
                <a:gd name="connsiteY179" fmla="*/ 540015 h 805865"/>
                <a:gd name="connsiteX180" fmla="*/ 1753281 w 2912392"/>
                <a:gd name="connsiteY180" fmla="*/ 536706 h 805865"/>
                <a:gd name="connsiteX181" fmla="*/ 1763025 w 2912392"/>
                <a:gd name="connsiteY181" fmla="*/ 533355 h 805865"/>
                <a:gd name="connsiteX182" fmla="*/ 1772769 w 2912392"/>
                <a:gd name="connsiteY182" fmla="*/ 529955 h 805865"/>
                <a:gd name="connsiteX183" fmla="*/ 1782498 w 2912392"/>
                <a:gd name="connsiteY183" fmla="*/ 526497 h 805865"/>
                <a:gd name="connsiteX184" fmla="*/ 1792242 w 2912392"/>
                <a:gd name="connsiteY184" fmla="*/ 522971 h 805865"/>
                <a:gd name="connsiteX185" fmla="*/ 1801986 w 2912392"/>
                <a:gd name="connsiteY185" fmla="*/ 519367 h 805865"/>
                <a:gd name="connsiteX186" fmla="*/ 1811730 w 2912392"/>
                <a:gd name="connsiteY186" fmla="*/ 515679 h 805865"/>
                <a:gd name="connsiteX187" fmla="*/ 1821459 w 2912392"/>
                <a:gd name="connsiteY187" fmla="*/ 511896 h 805865"/>
                <a:gd name="connsiteX188" fmla="*/ 1831203 w 2912392"/>
                <a:gd name="connsiteY188" fmla="*/ 508012 h 805865"/>
                <a:gd name="connsiteX189" fmla="*/ 1840947 w 2912392"/>
                <a:gd name="connsiteY189" fmla="*/ 504018 h 805865"/>
                <a:gd name="connsiteX190" fmla="*/ 1850691 w 2912392"/>
                <a:gd name="connsiteY190" fmla="*/ 499906 h 805865"/>
                <a:gd name="connsiteX191" fmla="*/ 1860435 w 2912392"/>
                <a:gd name="connsiteY191" fmla="*/ 495667 h 805865"/>
                <a:gd name="connsiteX192" fmla="*/ 1870164 w 2912392"/>
                <a:gd name="connsiteY192" fmla="*/ 491297 h 805865"/>
                <a:gd name="connsiteX193" fmla="*/ 1879908 w 2912392"/>
                <a:gd name="connsiteY193" fmla="*/ 486788 h 805865"/>
                <a:gd name="connsiteX194" fmla="*/ 1889652 w 2912392"/>
                <a:gd name="connsiteY194" fmla="*/ 482133 h 805865"/>
                <a:gd name="connsiteX195" fmla="*/ 1899395 w 2912392"/>
                <a:gd name="connsiteY195" fmla="*/ 477328 h 805865"/>
                <a:gd name="connsiteX196" fmla="*/ 1909124 w 2912392"/>
                <a:gd name="connsiteY196" fmla="*/ 472366 h 805865"/>
                <a:gd name="connsiteX197" fmla="*/ 1918868 w 2912392"/>
                <a:gd name="connsiteY197" fmla="*/ 467243 h 805865"/>
                <a:gd name="connsiteX198" fmla="*/ 1928612 w 2912392"/>
                <a:gd name="connsiteY198" fmla="*/ 461955 h 805865"/>
                <a:gd name="connsiteX199" fmla="*/ 1938356 w 2912392"/>
                <a:gd name="connsiteY199" fmla="*/ 456499 h 805865"/>
                <a:gd name="connsiteX200" fmla="*/ 1948085 w 2912392"/>
                <a:gd name="connsiteY200" fmla="*/ 450871 h 805865"/>
                <a:gd name="connsiteX201" fmla="*/ 1957829 w 2912392"/>
                <a:gd name="connsiteY201" fmla="*/ 445070 h 805865"/>
                <a:gd name="connsiteX202" fmla="*/ 1967573 w 2912392"/>
                <a:gd name="connsiteY202" fmla="*/ 439094 h 805865"/>
                <a:gd name="connsiteX203" fmla="*/ 1977317 w 2912392"/>
                <a:gd name="connsiteY203" fmla="*/ 432942 h 805865"/>
                <a:gd name="connsiteX204" fmla="*/ 1987046 w 2912392"/>
                <a:gd name="connsiteY204" fmla="*/ 426613 h 805865"/>
                <a:gd name="connsiteX205" fmla="*/ 1996790 w 2912392"/>
                <a:gd name="connsiteY205" fmla="*/ 420110 h 805865"/>
                <a:gd name="connsiteX206" fmla="*/ 2006534 w 2912392"/>
                <a:gd name="connsiteY206" fmla="*/ 413430 h 805865"/>
                <a:gd name="connsiteX207" fmla="*/ 2016278 w 2912392"/>
                <a:gd name="connsiteY207" fmla="*/ 406578 h 805865"/>
                <a:gd name="connsiteX208" fmla="*/ 2026022 w 2912392"/>
                <a:gd name="connsiteY208" fmla="*/ 399556 h 805865"/>
                <a:gd name="connsiteX209" fmla="*/ 2035751 w 2912392"/>
                <a:gd name="connsiteY209" fmla="*/ 392368 h 805865"/>
                <a:gd name="connsiteX210" fmla="*/ 2045495 w 2912392"/>
                <a:gd name="connsiteY210" fmla="*/ 385015 h 805865"/>
                <a:gd name="connsiteX211" fmla="*/ 2055239 w 2912392"/>
                <a:gd name="connsiteY211" fmla="*/ 377504 h 805865"/>
                <a:gd name="connsiteX212" fmla="*/ 2064983 w 2912392"/>
                <a:gd name="connsiteY212" fmla="*/ 369840 h 805865"/>
                <a:gd name="connsiteX213" fmla="*/ 2074712 w 2912392"/>
                <a:gd name="connsiteY213" fmla="*/ 362029 h 805865"/>
                <a:gd name="connsiteX214" fmla="*/ 2084456 w 2912392"/>
                <a:gd name="connsiteY214" fmla="*/ 354076 h 805865"/>
                <a:gd name="connsiteX215" fmla="*/ 2094200 w 2912392"/>
                <a:gd name="connsiteY215" fmla="*/ 345990 h 805865"/>
                <a:gd name="connsiteX216" fmla="*/ 2103944 w 2912392"/>
                <a:gd name="connsiteY216" fmla="*/ 337778 h 805865"/>
                <a:gd name="connsiteX217" fmla="*/ 2113673 w 2912392"/>
                <a:gd name="connsiteY217" fmla="*/ 329449 h 805865"/>
                <a:gd name="connsiteX218" fmla="*/ 2123417 w 2912392"/>
                <a:gd name="connsiteY218" fmla="*/ 321010 h 805865"/>
                <a:gd name="connsiteX219" fmla="*/ 2133161 w 2912392"/>
                <a:gd name="connsiteY219" fmla="*/ 312472 h 805865"/>
                <a:gd name="connsiteX220" fmla="*/ 2142905 w 2912392"/>
                <a:gd name="connsiteY220" fmla="*/ 303844 h 805865"/>
                <a:gd name="connsiteX221" fmla="*/ 2152649 w 2912392"/>
                <a:gd name="connsiteY221" fmla="*/ 295137 h 805865"/>
                <a:gd name="connsiteX222" fmla="*/ 2162377 w 2912392"/>
                <a:gd name="connsiteY222" fmla="*/ 286360 h 805865"/>
                <a:gd name="connsiteX223" fmla="*/ 2172121 w 2912392"/>
                <a:gd name="connsiteY223" fmla="*/ 277526 h 805865"/>
                <a:gd name="connsiteX224" fmla="*/ 2181865 w 2912392"/>
                <a:gd name="connsiteY224" fmla="*/ 268645 h 805865"/>
                <a:gd name="connsiteX225" fmla="*/ 2191609 w 2912392"/>
                <a:gd name="connsiteY225" fmla="*/ 259729 h 805865"/>
                <a:gd name="connsiteX226" fmla="*/ 2201338 w 2912392"/>
                <a:gd name="connsiteY226" fmla="*/ 250792 h 805865"/>
                <a:gd name="connsiteX227" fmla="*/ 2211082 w 2912392"/>
                <a:gd name="connsiteY227" fmla="*/ 241842 h 805865"/>
                <a:gd name="connsiteX228" fmla="*/ 2220826 w 2912392"/>
                <a:gd name="connsiteY228" fmla="*/ 232893 h 805865"/>
                <a:gd name="connsiteX229" fmla="*/ 2230570 w 2912392"/>
                <a:gd name="connsiteY229" fmla="*/ 223960 h 805865"/>
                <a:gd name="connsiteX230" fmla="*/ 2240299 w 2912392"/>
                <a:gd name="connsiteY230" fmla="*/ 215052 h 805865"/>
                <a:gd name="connsiteX231" fmla="*/ 2250043 w 2912392"/>
                <a:gd name="connsiteY231" fmla="*/ 206184 h 805865"/>
                <a:gd name="connsiteX232" fmla="*/ 2259787 w 2912392"/>
                <a:gd name="connsiteY232" fmla="*/ 197367 h 805865"/>
                <a:gd name="connsiteX233" fmla="*/ 2269531 w 2912392"/>
                <a:gd name="connsiteY233" fmla="*/ 188614 h 805865"/>
                <a:gd name="connsiteX234" fmla="*/ 2279260 w 2912392"/>
                <a:gd name="connsiteY234" fmla="*/ 179938 h 805865"/>
                <a:gd name="connsiteX235" fmla="*/ 2289004 w 2912392"/>
                <a:gd name="connsiteY235" fmla="*/ 171352 h 805865"/>
                <a:gd name="connsiteX236" fmla="*/ 2298748 w 2912392"/>
                <a:gd name="connsiteY236" fmla="*/ 162865 h 805865"/>
                <a:gd name="connsiteX237" fmla="*/ 2308492 w 2912392"/>
                <a:gd name="connsiteY237" fmla="*/ 154494 h 805865"/>
                <a:gd name="connsiteX238" fmla="*/ 2318236 w 2912392"/>
                <a:gd name="connsiteY238" fmla="*/ 146247 h 805865"/>
                <a:gd name="connsiteX239" fmla="*/ 2327965 w 2912392"/>
                <a:gd name="connsiteY239" fmla="*/ 138137 h 805865"/>
                <a:gd name="connsiteX240" fmla="*/ 2337709 w 2912392"/>
                <a:gd name="connsiteY240" fmla="*/ 130177 h 805865"/>
                <a:gd name="connsiteX241" fmla="*/ 2347453 w 2912392"/>
                <a:gd name="connsiteY241" fmla="*/ 122374 h 805865"/>
                <a:gd name="connsiteX242" fmla="*/ 2357197 w 2912392"/>
                <a:gd name="connsiteY242" fmla="*/ 114743 h 805865"/>
                <a:gd name="connsiteX243" fmla="*/ 2366926 w 2912392"/>
                <a:gd name="connsiteY243" fmla="*/ 107292 h 805865"/>
                <a:gd name="connsiteX244" fmla="*/ 2376670 w 2912392"/>
                <a:gd name="connsiteY244" fmla="*/ 100032 h 805865"/>
                <a:gd name="connsiteX245" fmla="*/ 2386413 w 2912392"/>
                <a:gd name="connsiteY245" fmla="*/ 92973 h 805865"/>
                <a:gd name="connsiteX246" fmla="*/ 2396157 w 2912392"/>
                <a:gd name="connsiteY246" fmla="*/ 86122 h 805865"/>
                <a:gd name="connsiteX247" fmla="*/ 2405886 w 2912392"/>
                <a:gd name="connsiteY247" fmla="*/ 79491 h 805865"/>
                <a:gd name="connsiteX248" fmla="*/ 2415630 w 2912392"/>
                <a:gd name="connsiteY248" fmla="*/ 73084 h 805865"/>
                <a:gd name="connsiteX249" fmla="*/ 2425374 w 2912392"/>
                <a:gd name="connsiteY249" fmla="*/ 66913 h 805865"/>
                <a:gd name="connsiteX250" fmla="*/ 2435118 w 2912392"/>
                <a:gd name="connsiteY250" fmla="*/ 60983 h 805865"/>
                <a:gd name="connsiteX251" fmla="*/ 2444862 w 2912392"/>
                <a:gd name="connsiteY251" fmla="*/ 55302 h 805865"/>
                <a:gd name="connsiteX252" fmla="*/ 2454591 w 2912392"/>
                <a:gd name="connsiteY252" fmla="*/ 49876 h 805865"/>
                <a:gd name="connsiteX253" fmla="*/ 2464335 w 2912392"/>
                <a:gd name="connsiteY253" fmla="*/ 44710 h 805865"/>
                <a:gd name="connsiteX254" fmla="*/ 2474079 w 2912392"/>
                <a:gd name="connsiteY254" fmla="*/ 39812 h 805865"/>
                <a:gd name="connsiteX255" fmla="*/ 2483823 w 2912392"/>
                <a:gd name="connsiteY255" fmla="*/ 35182 h 805865"/>
                <a:gd name="connsiteX256" fmla="*/ 2493552 w 2912392"/>
                <a:gd name="connsiteY256" fmla="*/ 30829 h 805865"/>
                <a:gd name="connsiteX257" fmla="*/ 2503296 w 2912392"/>
                <a:gd name="connsiteY257" fmla="*/ 26754 h 805865"/>
                <a:gd name="connsiteX258" fmla="*/ 2513040 w 2912392"/>
                <a:gd name="connsiteY258" fmla="*/ 22962 h 805865"/>
                <a:gd name="connsiteX259" fmla="*/ 2522784 w 2912392"/>
                <a:gd name="connsiteY259" fmla="*/ 19455 h 805865"/>
                <a:gd name="connsiteX260" fmla="*/ 2532513 w 2912392"/>
                <a:gd name="connsiteY260" fmla="*/ 16235 h 805865"/>
                <a:gd name="connsiteX261" fmla="*/ 2542257 w 2912392"/>
                <a:gd name="connsiteY261" fmla="*/ 13305 h 805865"/>
                <a:gd name="connsiteX262" fmla="*/ 2552001 w 2912392"/>
                <a:gd name="connsiteY262" fmla="*/ 10665 h 805865"/>
                <a:gd name="connsiteX263" fmla="*/ 2561745 w 2912392"/>
                <a:gd name="connsiteY263" fmla="*/ 8317 h 805865"/>
                <a:gd name="connsiteX264" fmla="*/ 2571474 w 2912392"/>
                <a:gd name="connsiteY264" fmla="*/ 6261 h 805865"/>
                <a:gd name="connsiteX265" fmla="*/ 2581218 w 2912392"/>
                <a:gd name="connsiteY265" fmla="*/ 4497 h 805865"/>
                <a:gd name="connsiteX266" fmla="*/ 2590962 w 2912392"/>
                <a:gd name="connsiteY266" fmla="*/ 3023 h 805865"/>
                <a:gd name="connsiteX267" fmla="*/ 2600705 w 2912392"/>
                <a:gd name="connsiteY267" fmla="*/ 1842 h 805865"/>
                <a:gd name="connsiteX268" fmla="*/ 2610449 w 2912392"/>
                <a:gd name="connsiteY268" fmla="*/ 951 h 805865"/>
                <a:gd name="connsiteX269" fmla="*/ 2620178 w 2912392"/>
                <a:gd name="connsiteY269" fmla="*/ 347 h 805865"/>
                <a:gd name="connsiteX270" fmla="*/ 2629922 w 2912392"/>
                <a:gd name="connsiteY270" fmla="*/ 31 h 805865"/>
                <a:gd name="connsiteX271" fmla="*/ 2639666 w 2912392"/>
                <a:gd name="connsiteY271" fmla="*/ 0 h 805865"/>
                <a:gd name="connsiteX272" fmla="*/ 2649410 w 2912392"/>
                <a:gd name="connsiteY272" fmla="*/ 250 h 805865"/>
                <a:gd name="connsiteX273" fmla="*/ 2659139 w 2912392"/>
                <a:gd name="connsiteY273" fmla="*/ 781 h 805865"/>
                <a:gd name="connsiteX274" fmla="*/ 2668883 w 2912392"/>
                <a:gd name="connsiteY274" fmla="*/ 1587 h 805865"/>
                <a:gd name="connsiteX275" fmla="*/ 2678627 w 2912392"/>
                <a:gd name="connsiteY275" fmla="*/ 2667 h 805865"/>
                <a:gd name="connsiteX276" fmla="*/ 2688371 w 2912392"/>
                <a:gd name="connsiteY276" fmla="*/ 4017 h 805865"/>
                <a:gd name="connsiteX277" fmla="*/ 2698100 w 2912392"/>
                <a:gd name="connsiteY277" fmla="*/ 5632 h 805865"/>
                <a:gd name="connsiteX278" fmla="*/ 2707844 w 2912392"/>
                <a:gd name="connsiteY278" fmla="*/ 7512 h 805865"/>
                <a:gd name="connsiteX279" fmla="*/ 2717588 w 2912392"/>
                <a:gd name="connsiteY279" fmla="*/ 9649 h 805865"/>
                <a:gd name="connsiteX280" fmla="*/ 2727332 w 2912392"/>
                <a:gd name="connsiteY280" fmla="*/ 12041 h 805865"/>
                <a:gd name="connsiteX281" fmla="*/ 2737076 w 2912392"/>
                <a:gd name="connsiteY281" fmla="*/ 14684 h 805865"/>
                <a:gd name="connsiteX282" fmla="*/ 2746805 w 2912392"/>
                <a:gd name="connsiteY282" fmla="*/ 17573 h 805865"/>
                <a:gd name="connsiteX283" fmla="*/ 2756549 w 2912392"/>
                <a:gd name="connsiteY283" fmla="*/ 20705 h 805865"/>
                <a:gd name="connsiteX284" fmla="*/ 2766293 w 2912392"/>
                <a:gd name="connsiteY284" fmla="*/ 24074 h 805865"/>
                <a:gd name="connsiteX285" fmla="*/ 2776037 w 2912392"/>
                <a:gd name="connsiteY285" fmla="*/ 27675 h 805865"/>
                <a:gd name="connsiteX286" fmla="*/ 2785766 w 2912392"/>
                <a:gd name="connsiteY286" fmla="*/ 31504 h 805865"/>
                <a:gd name="connsiteX287" fmla="*/ 2795510 w 2912392"/>
                <a:gd name="connsiteY287" fmla="*/ 35558 h 805865"/>
                <a:gd name="connsiteX288" fmla="*/ 2805254 w 2912392"/>
                <a:gd name="connsiteY288" fmla="*/ 39831 h 805865"/>
                <a:gd name="connsiteX289" fmla="*/ 2814998 w 2912392"/>
                <a:gd name="connsiteY289" fmla="*/ 44320 h 805865"/>
                <a:gd name="connsiteX290" fmla="*/ 2824727 w 2912392"/>
                <a:gd name="connsiteY290" fmla="*/ 49018 h 805865"/>
                <a:gd name="connsiteX291" fmla="*/ 2834471 w 2912392"/>
                <a:gd name="connsiteY291" fmla="*/ 53922 h 805865"/>
                <a:gd name="connsiteX292" fmla="*/ 2844215 w 2912392"/>
                <a:gd name="connsiteY292" fmla="*/ 59027 h 805865"/>
                <a:gd name="connsiteX293" fmla="*/ 2853958 w 2912392"/>
                <a:gd name="connsiteY293" fmla="*/ 64328 h 805865"/>
                <a:gd name="connsiteX294" fmla="*/ 2863687 w 2912392"/>
                <a:gd name="connsiteY294" fmla="*/ 69823 h 805865"/>
                <a:gd name="connsiteX295" fmla="*/ 2873431 w 2912392"/>
                <a:gd name="connsiteY295" fmla="*/ 75504 h 805865"/>
                <a:gd name="connsiteX296" fmla="*/ 2883175 w 2912392"/>
                <a:gd name="connsiteY296" fmla="*/ 81368 h 805865"/>
                <a:gd name="connsiteX297" fmla="*/ 2892919 w 2912392"/>
                <a:gd name="connsiteY297" fmla="*/ 87411 h 805865"/>
                <a:gd name="connsiteX298" fmla="*/ 2902663 w 2912392"/>
                <a:gd name="connsiteY298" fmla="*/ 93630 h 805865"/>
                <a:gd name="connsiteX299" fmla="*/ 2912392 w 2912392"/>
                <a:gd name="connsiteY299" fmla="*/ 100018 h 805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05865">
                  <a:moveTo>
                    <a:pt x="0" y="464309"/>
                  </a:moveTo>
                  <a:lnTo>
                    <a:pt x="9739" y="466591"/>
                  </a:lnTo>
                  <a:lnTo>
                    <a:pt x="19480" y="468719"/>
                  </a:lnTo>
                  <a:lnTo>
                    <a:pt x="29221" y="470696"/>
                  </a:lnTo>
                  <a:lnTo>
                    <a:pt x="38961" y="472526"/>
                  </a:lnTo>
                  <a:lnTo>
                    <a:pt x="48702" y="474214"/>
                  </a:lnTo>
                  <a:lnTo>
                    <a:pt x="58443" y="475765"/>
                  </a:lnTo>
                  <a:lnTo>
                    <a:pt x="68182" y="477188"/>
                  </a:lnTo>
                  <a:lnTo>
                    <a:pt x="77923" y="478487"/>
                  </a:lnTo>
                  <a:lnTo>
                    <a:pt x="87664" y="479671"/>
                  </a:lnTo>
                  <a:lnTo>
                    <a:pt x="97404" y="480748"/>
                  </a:lnTo>
                  <a:lnTo>
                    <a:pt x="107145" y="481726"/>
                  </a:lnTo>
                  <a:lnTo>
                    <a:pt x="116886" y="482614"/>
                  </a:lnTo>
                  <a:lnTo>
                    <a:pt x="126625" y="483420"/>
                  </a:lnTo>
                  <a:lnTo>
                    <a:pt x="136366" y="484154"/>
                  </a:lnTo>
                  <a:lnTo>
                    <a:pt x="146107" y="484826"/>
                  </a:lnTo>
                  <a:lnTo>
                    <a:pt x="155846" y="485446"/>
                  </a:lnTo>
                  <a:lnTo>
                    <a:pt x="165587" y="486026"/>
                  </a:lnTo>
                  <a:lnTo>
                    <a:pt x="175328" y="486574"/>
                  </a:lnTo>
                  <a:lnTo>
                    <a:pt x="185068" y="487103"/>
                  </a:lnTo>
                  <a:lnTo>
                    <a:pt x="194809" y="487621"/>
                  </a:lnTo>
                  <a:lnTo>
                    <a:pt x="204550" y="488141"/>
                  </a:lnTo>
                  <a:lnTo>
                    <a:pt x="214289" y="488675"/>
                  </a:lnTo>
                  <a:lnTo>
                    <a:pt x="224030" y="489232"/>
                  </a:lnTo>
                  <a:lnTo>
                    <a:pt x="233771" y="489823"/>
                  </a:lnTo>
                  <a:lnTo>
                    <a:pt x="243510" y="490461"/>
                  </a:lnTo>
                  <a:lnTo>
                    <a:pt x="253251" y="491154"/>
                  </a:lnTo>
                  <a:lnTo>
                    <a:pt x="262992" y="491912"/>
                  </a:lnTo>
                  <a:lnTo>
                    <a:pt x="272732" y="492748"/>
                  </a:lnTo>
                  <a:lnTo>
                    <a:pt x="282473" y="493672"/>
                  </a:lnTo>
                  <a:lnTo>
                    <a:pt x="292214" y="494689"/>
                  </a:lnTo>
                  <a:lnTo>
                    <a:pt x="301953" y="495814"/>
                  </a:lnTo>
                  <a:lnTo>
                    <a:pt x="311694" y="497052"/>
                  </a:lnTo>
                  <a:lnTo>
                    <a:pt x="321435" y="498414"/>
                  </a:lnTo>
                  <a:lnTo>
                    <a:pt x="331175" y="499907"/>
                  </a:lnTo>
                  <a:lnTo>
                    <a:pt x="340916" y="501537"/>
                  </a:lnTo>
                  <a:lnTo>
                    <a:pt x="350656" y="503313"/>
                  </a:lnTo>
                  <a:lnTo>
                    <a:pt x="360396" y="505241"/>
                  </a:lnTo>
                  <a:lnTo>
                    <a:pt x="370137" y="507327"/>
                  </a:lnTo>
                  <a:lnTo>
                    <a:pt x="379878" y="509574"/>
                  </a:lnTo>
                  <a:lnTo>
                    <a:pt x="389617" y="511990"/>
                  </a:lnTo>
                  <a:lnTo>
                    <a:pt x="399358" y="514577"/>
                  </a:lnTo>
                  <a:lnTo>
                    <a:pt x="409099" y="517337"/>
                  </a:lnTo>
                  <a:lnTo>
                    <a:pt x="418839" y="520275"/>
                  </a:lnTo>
                  <a:lnTo>
                    <a:pt x="428580" y="523394"/>
                  </a:lnTo>
                  <a:lnTo>
                    <a:pt x="438321" y="526692"/>
                  </a:lnTo>
                  <a:lnTo>
                    <a:pt x="448060" y="530171"/>
                  </a:lnTo>
                  <a:lnTo>
                    <a:pt x="457801" y="533831"/>
                  </a:lnTo>
                  <a:lnTo>
                    <a:pt x="467542" y="537670"/>
                  </a:lnTo>
                  <a:lnTo>
                    <a:pt x="477281" y="541688"/>
                  </a:lnTo>
                  <a:lnTo>
                    <a:pt x="487022" y="545884"/>
                  </a:lnTo>
                  <a:lnTo>
                    <a:pt x="496763" y="550251"/>
                  </a:lnTo>
                  <a:lnTo>
                    <a:pt x="506503" y="554789"/>
                  </a:lnTo>
                  <a:lnTo>
                    <a:pt x="516244" y="559491"/>
                  </a:lnTo>
                  <a:lnTo>
                    <a:pt x="525985" y="564356"/>
                  </a:lnTo>
                  <a:lnTo>
                    <a:pt x="535724" y="569374"/>
                  </a:lnTo>
                  <a:lnTo>
                    <a:pt x="545465" y="574540"/>
                  </a:lnTo>
                  <a:lnTo>
                    <a:pt x="555206" y="579851"/>
                  </a:lnTo>
                  <a:lnTo>
                    <a:pt x="564946" y="585295"/>
                  </a:lnTo>
                  <a:lnTo>
                    <a:pt x="574687" y="590865"/>
                  </a:lnTo>
                  <a:lnTo>
                    <a:pt x="584428" y="596555"/>
                  </a:lnTo>
                  <a:lnTo>
                    <a:pt x="594167" y="602355"/>
                  </a:lnTo>
                  <a:lnTo>
                    <a:pt x="603908" y="608257"/>
                  </a:lnTo>
                  <a:lnTo>
                    <a:pt x="613649" y="614248"/>
                  </a:lnTo>
                  <a:lnTo>
                    <a:pt x="623388" y="620321"/>
                  </a:lnTo>
                  <a:lnTo>
                    <a:pt x="633129" y="626465"/>
                  </a:lnTo>
                  <a:lnTo>
                    <a:pt x="642870" y="632667"/>
                  </a:lnTo>
                  <a:lnTo>
                    <a:pt x="652610" y="638920"/>
                  </a:lnTo>
                  <a:lnTo>
                    <a:pt x="662351" y="645209"/>
                  </a:lnTo>
                  <a:lnTo>
                    <a:pt x="672092" y="651527"/>
                  </a:lnTo>
                  <a:lnTo>
                    <a:pt x="681831" y="657857"/>
                  </a:lnTo>
                  <a:lnTo>
                    <a:pt x="691572" y="664192"/>
                  </a:lnTo>
                  <a:lnTo>
                    <a:pt x="701313" y="670517"/>
                  </a:lnTo>
                  <a:lnTo>
                    <a:pt x="711052" y="676822"/>
                  </a:lnTo>
                  <a:lnTo>
                    <a:pt x="720793" y="683093"/>
                  </a:lnTo>
                  <a:lnTo>
                    <a:pt x="730534" y="689321"/>
                  </a:lnTo>
                  <a:lnTo>
                    <a:pt x="740274" y="695492"/>
                  </a:lnTo>
                  <a:lnTo>
                    <a:pt x="750015" y="701595"/>
                  </a:lnTo>
                  <a:lnTo>
                    <a:pt x="759756" y="707617"/>
                  </a:lnTo>
                  <a:lnTo>
                    <a:pt x="769495" y="713548"/>
                  </a:lnTo>
                  <a:lnTo>
                    <a:pt x="779236" y="719378"/>
                  </a:lnTo>
                  <a:lnTo>
                    <a:pt x="788977" y="725092"/>
                  </a:lnTo>
                  <a:lnTo>
                    <a:pt x="798717" y="730683"/>
                  </a:lnTo>
                  <a:lnTo>
                    <a:pt x="808458" y="736138"/>
                  </a:lnTo>
                  <a:lnTo>
                    <a:pt x="818199" y="741448"/>
                  </a:lnTo>
                  <a:lnTo>
                    <a:pt x="827938" y="746601"/>
                  </a:lnTo>
                  <a:lnTo>
                    <a:pt x="837679" y="751590"/>
                  </a:lnTo>
                  <a:lnTo>
                    <a:pt x="847420" y="756405"/>
                  </a:lnTo>
                  <a:lnTo>
                    <a:pt x="857159" y="761036"/>
                  </a:lnTo>
                  <a:lnTo>
                    <a:pt x="866900" y="765475"/>
                  </a:lnTo>
                  <a:lnTo>
                    <a:pt x="876641" y="769714"/>
                  </a:lnTo>
                  <a:lnTo>
                    <a:pt x="886381" y="773746"/>
                  </a:lnTo>
                  <a:lnTo>
                    <a:pt x="896122" y="777564"/>
                  </a:lnTo>
                  <a:lnTo>
                    <a:pt x="905863" y="781161"/>
                  </a:lnTo>
                  <a:lnTo>
                    <a:pt x="915602" y="784530"/>
                  </a:lnTo>
                  <a:lnTo>
                    <a:pt x="925343" y="787667"/>
                  </a:lnTo>
                  <a:lnTo>
                    <a:pt x="935084" y="790564"/>
                  </a:lnTo>
                  <a:lnTo>
                    <a:pt x="944824" y="793216"/>
                  </a:lnTo>
                  <a:lnTo>
                    <a:pt x="954564" y="795630"/>
                  </a:lnTo>
                  <a:lnTo>
                    <a:pt x="964305" y="797790"/>
                  </a:lnTo>
                  <a:lnTo>
                    <a:pt x="974045" y="799697"/>
                  </a:lnTo>
                  <a:lnTo>
                    <a:pt x="983786" y="801351"/>
                  </a:lnTo>
                  <a:lnTo>
                    <a:pt x="993522" y="802751"/>
                  </a:lnTo>
                  <a:lnTo>
                    <a:pt x="1003266" y="803898"/>
                  </a:lnTo>
                  <a:lnTo>
                    <a:pt x="1013010" y="804777"/>
                  </a:lnTo>
                  <a:lnTo>
                    <a:pt x="1022754" y="805388"/>
                  </a:lnTo>
                  <a:lnTo>
                    <a:pt x="1032483" y="805761"/>
                  </a:lnTo>
                  <a:lnTo>
                    <a:pt x="1042227" y="805865"/>
                  </a:lnTo>
                  <a:lnTo>
                    <a:pt x="1051971" y="805716"/>
                  </a:lnTo>
                  <a:lnTo>
                    <a:pt x="1061715" y="805314"/>
                  </a:lnTo>
                  <a:lnTo>
                    <a:pt x="1071444" y="804658"/>
                  </a:lnTo>
                  <a:lnTo>
                    <a:pt x="1081188" y="803749"/>
                  </a:lnTo>
                  <a:lnTo>
                    <a:pt x="1090932" y="802617"/>
                  </a:lnTo>
                  <a:lnTo>
                    <a:pt x="1100676" y="801232"/>
                  </a:lnTo>
                  <a:lnTo>
                    <a:pt x="1110405" y="799608"/>
                  </a:lnTo>
                  <a:lnTo>
                    <a:pt x="1120149" y="797760"/>
                  </a:lnTo>
                  <a:lnTo>
                    <a:pt x="1129893" y="795674"/>
                  </a:lnTo>
                  <a:lnTo>
                    <a:pt x="1139637" y="793380"/>
                  </a:lnTo>
                  <a:lnTo>
                    <a:pt x="1149381" y="790877"/>
                  </a:lnTo>
                  <a:lnTo>
                    <a:pt x="1159110" y="788165"/>
                  </a:lnTo>
                  <a:lnTo>
                    <a:pt x="1168854" y="785252"/>
                  </a:lnTo>
                  <a:lnTo>
                    <a:pt x="1178598" y="782149"/>
                  </a:lnTo>
                  <a:lnTo>
                    <a:pt x="1188341" y="778864"/>
                  </a:lnTo>
                  <a:lnTo>
                    <a:pt x="1198070" y="775404"/>
                  </a:lnTo>
                  <a:lnTo>
                    <a:pt x="1207814" y="771778"/>
                  </a:lnTo>
                  <a:lnTo>
                    <a:pt x="1217558" y="767993"/>
                  </a:lnTo>
                  <a:lnTo>
                    <a:pt x="1227302" y="764060"/>
                  </a:lnTo>
                  <a:lnTo>
                    <a:pt x="1237031" y="759987"/>
                  </a:lnTo>
                  <a:lnTo>
                    <a:pt x="1246775" y="755782"/>
                  </a:lnTo>
                  <a:lnTo>
                    <a:pt x="1256519" y="751458"/>
                  </a:lnTo>
                  <a:lnTo>
                    <a:pt x="1266263" y="747022"/>
                  </a:lnTo>
                  <a:lnTo>
                    <a:pt x="1276007" y="742483"/>
                  </a:lnTo>
                  <a:lnTo>
                    <a:pt x="1285736" y="737853"/>
                  </a:lnTo>
                  <a:lnTo>
                    <a:pt x="1295480" y="733140"/>
                  </a:lnTo>
                  <a:lnTo>
                    <a:pt x="1305224" y="728356"/>
                  </a:lnTo>
                  <a:lnTo>
                    <a:pt x="1314968" y="723506"/>
                  </a:lnTo>
                  <a:lnTo>
                    <a:pt x="1324697" y="718606"/>
                  </a:lnTo>
                  <a:lnTo>
                    <a:pt x="1334441" y="713660"/>
                  </a:lnTo>
                  <a:lnTo>
                    <a:pt x="1344185" y="708681"/>
                  </a:lnTo>
                  <a:lnTo>
                    <a:pt x="1353929" y="703674"/>
                  </a:lnTo>
                  <a:lnTo>
                    <a:pt x="1363658" y="698654"/>
                  </a:lnTo>
                  <a:lnTo>
                    <a:pt x="1373402" y="693624"/>
                  </a:lnTo>
                  <a:lnTo>
                    <a:pt x="1383146" y="688595"/>
                  </a:lnTo>
                  <a:lnTo>
                    <a:pt x="1392890" y="683577"/>
                  </a:lnTo>
                  <a:lnTo>
                    <a:pt x="1402619" y="678574"/>
                  </a:lnTo>
                  <a:lnTo>
                    <a:pt x="1412363" y="673598"/>
                  </a:lnTo>
                  <a:lnTo>
                    <a:pt x="1422106" y="668651"/>
                  </a:lnTo>
                  <a:lnTo>
                    <a:pt x="1431850" y="663745"/>
                  </a:lnTo>
                  <a:lnTo>
                    <a:pt x="1441594" y="658882"/>
                  </a:lnTo>
                  <a:lnTo>
                    <a:pt x="1451323" y="654071"/>
                  </a:lnTo>
                  <a:lnTo>
                    <a:pt x="1461067" y="649315"/>
                  </a:lnTo>
                  <a:lnTo>
                    <a:pt x="1470811" y="644621"/>
                  </a:lnTo>
                  <a:lnTo>
                    <a:pt x="1480555" y="639992"/>
                  </a:lnTo>
                  <a:lnTo>
                    <a:pt x="1490284" y="635431"/>
                  </a:lnTo>
                  <a:lnTo>
                    <a:pt x="1500028" y="630944"/>
                  </a:lnTo>
                  <a:lnTo>
                    <a:pt x="1509772" y="626531"/>
                  </a:lnTo>
                  <a:lnTo>
                    <a:pt x="1519516" y="622196"/>
                  </a:lnTo>
                  <a:lnTo>
                    <a:pt x="1529245" y="617938"/>
                  </a:lnTo>
                  <a:lnTo>
                    <a:pt x="1538989" y="613762"/>
                  </a:lnTo>
                  <a:lnTo>
                    <a:pt x="1548733" y="609665"/>
                  </a:lnTo>
                  <a:lnTo>
                    <a:pt x="1558477" y="605648"/>
                  </a:lnTo>
                  <a:lnTo>
                    <a:pt x="1568221" y="601709"/>
                  </a:lnTo>
                  <a:lnTo>
                    <a:pt x="1577950" y="597848"/>
                  </a:lnTo>
                  <a:lnTo>
                    <a:pt x="1587694" y="594063"/>
                  </a:lnTo>
                  <a:lnTo>
                    <a:pt x="1597438" y="590350"/>
                  </a:lnTo>
                  <a:lnTo>
                    <a:pt x="1607182" y="586706"/>
                  </a:lnTo>
                  <a:lnTo>
                    <a:pt x="1616911" y="583128"/>
                  </a:lnTo>
                  <a:lnTo>
                    <a:pt x="1626655" y="579612"/>
                  </a:lnTo>
                  <a:lnTo>
                    <a:pt x="1636399" y="576153"/>
                  </a:lnTo>
                  <a:lnTo>
                    <a:pt x="1646142" y="572745"/>
                  </a:lnTo>
                  <a:lnTo>
                    <a:pt x="1655872" y="569383"/>
                  </a:lnTo>
                  <a:lnTo>
                    <a:pt x="1665616" y="566060"/>
                  </a:lnTo>
                  <a:lnTo>
                    <a:pt x="1675359" y="562769"/>
                  </a:lnTo>
                  <a:lnTo>
                    <a:pt x="1685103" y="559504"/>
                  </a:lnTo>
                  <a:lnTo>
                    <a:pt x="1694832" y="556258"/>
                  </a:lnTo>
                  <a:lnTo>
                    <a:pt x="1704576" y="553022"/>
                  </a:lnTo>
                  <a:lnTo>
                    <a:pt x="1714320" y="549787"/>
                  </a:lnTo>
                  <a:lnTo>
                    <a:pt x="1724064" y="546547"/>
                  </a:lnTo>
                  <a:lnTo>
                    <a:pt x="1733808" y="543293"/>
                  </a:lnTo>
                  <a:lnTo>
                    <a:pt x="1743537" y="540015"/>
                  </a:lnTo>
                  <a:lnTo>
                    <a:pt x="1753281" y="536706"/>
                  </a:lnTo>
                  <a:lnTo>
                    <a:pt x="1763025" y="533355"/>
                  </a:lnTo>
                  <a:lnTo>
                    <a:pt x="1772769" y="529955"/>
                  </a:lnTo>
                  <a:lnTo>
                    <a:pt x="1782498" y="526497"/>
                  </a:lnTo>
                  <a:lnTo>
                    <a:pt x="1792242" y="522971"/>
                  </a:lnTo>
                  <a:lnTo>
                    <a:pt x="1801986" y="519367"/>
                  </a:lnTo>
                  <a:lnTo>
                    <a:pt x="1811730" y="515679"/>
                  </a:lnTo>
                  <a:lnTo>
                    <a:pt x="1821459" y="511896"/>
                  </a:lnTo>
                  <a:lnTo>
                    <a:pt x="1831203" y="508012"/>
                  </a:lnTo>
                  <a:lnTo>
                    <a:pt x="1840947" y="504018"/>
                  </a:lnTo>
                  <a:lnTo>
                    <a:pt x="1850691" y="499906"/>
                  </a:lnTo>
                  <a:lnTo>
                    <a:pt x="1860435" y="495667"/>
                  </a:lnTo>
                  <a:lnTo>
                    <a:pt x="1870164" y="491297"/>
                  </a:lnTo>
                  <a:lnTo>
                    <a:pt x="1879908" y="486788"/>
                  </a:lnTo>
                  <a:lnTo>
                    <a:pt x="1889652" y="482133"/>
                  </a:lnTo>
                  <a:lnTo>
                    <a:pt x="1899395" y="477328"/>
                  </a:lnTo>
                  <a:lnTo>
                    <a:pt x="1909124" y="472366"/>
                  </a:lnTo>
                  <a:lnTo>
                    <a:pt x="1918868" y="467243"/>
                  </a:lnTo>
                  <a:lnTo>
                    <a:pt x="1928612" y="461955"/>
                  </a:lnTo>
                  <a:lnTo>
                    <a:pt x="1938356" y="456499"/>
                  </a:lnTo>
                  <a:lnTo>
                    <a:pt x="1948085" y="450871"/>
                  </a:lnTo>
                  <a:lnTo>
                    <a:pt x="1957829" y="445070"/>
                  </a:lnTo>
                  <a:lnTo>
                    <a:pt x="1967573" y="439094"/>
                  </a:lnTo>
                  <a:lnTo>
                    <a:pt x="1977317" y="432942"/>
                  </a:lnTo>
                  <a:lnTo>
                    <a:pt x="1987046" y="426613"/>
                  </a:lnTo>
                  <a:lnTo>
                    <a:pt x="1996790" y="420110"/>
                  </a:lnTo>
                  <a:lnTo>
                    <a:pt x="2006534" y="413430"/>
                  </a:lnTo>
                  <a:lnTo>
                    <a:pt x="2016278" y="406578"/>
                  </a:lnTo>
                  <a:lnTo>
                    <a:pt x="2026022" y="399556"/>
                  </a:lnTo>
                  <a:lnTo>
                    <a:pt x="2035751" y="392368"/>
                  </a:lnTo>
                  <a:lnTo>
                    <a:pt x="2045495" y="385015"/>
                  </a:lnTo>
                  <a:lnTo>
                    <a:pt x="2055239" y="377504"/>
                  </a:lnTo>
                  <a:lnTo>
                    <a:pt x="2064983" y="369840"/>
                  </a:lnTo>
                  <a:lnTo>
                    <a:pt x="2074712" y="362029"/>
                  </a:lnTo>
                  <a:lnTo>
                    <a:pt x="2084456" y="354076"/>
                  </a:lnTo>
                  <a:lnTo>
                    <a:pt x="2094200" y="345990"/>
                  </a:lnTo>
                  <a:lnTo>
                    <a:pt x="2103944" y="337778"/>
                  </a:lnTo>
                  <a:lnTo>
                    <a:pt x="2113673" y="329449"/>
                  </a:lnTo>
                  <a:lnTo>
                    <a:pt x="2123417" y="321010"/>
                  </a:lnTo>
                  <a:lnTo>
                    <a:pt x="2133161" y="312472"/>
                  </a:lnTo>
                  <a:lnTo>
                    <a:pt x="2142905" y="303844"/>
                  </a:lnTo>
                  <a:lnTo>
                    <a:pt x="2152649" y="295137"/>
                  </a:lnTo>
                  <a:lnTo>
                    <a:pt x="2162377" y="286360"/>
                  </a:lnTo>
                  <a:lnTo>
                    <a:pt x="2172121" y="277526"/>
                  </a:lnTo>
                  <a:lnTo>
                    <a:pt x="2181865" y="268645"/>
                  </a:lnTo>
                  <a:lnTo>
                    <a:pt x="2191609" y="259729"/>
                  </a:lnTo>
                  <a:lnTo>
                    <a:pt x="2201338" y="250792"/>
                  </a:lnTo>
                  <a:lnTo>
                    <a:pt x="2211082" y="241842"/>
                  </a:lnTo>
                  <a:lnTo>
                    <a:pt x="2220826" y="232893"/>
                  </a:lnTo>
                  <a:lnTo>
                    <a:pt x="2230570" y="223960"/>
                  </a:lnTo>
                  <a:lnTo>
                    <a:pt x="2240299" y="215052"/>
                  </a:lnTo>
                  <a:lnTo>
                    <a:pt x="2250043" y="206184"/>
                  </a:lnTo>
                  <a:lnTo>
                    <a:pt x="2259787" y="197367"/>
                  </a:lnTo>
                  <a:lnTo>
                    <a:pt x="2269531" y="188614"/>
                  </a:lnTo>
                  <a:lnTo>
                    <a:pt x="2279260" y="179938"/>
                  </a:lnTo>
                  <a:lnTo>
                    <a:pt x="2289004" y="171352"/>
                  </a:lnTo>
                  <a:lnTo>
                    <a:pt x="2298748" y="162865"/>
                  </a:lnTo>
                  <a:lnTo>
                    <a:pt x="2308492" y="154494"/>
                  </a:lnTo>
                  <a:lnTo>
                    <a:pt x="2318236" y="146247"/>
                  </a:lnTo>
                  <a:lnTo>
                    <a:pt x="2327965" y="138137"/>
                  </a:lnTo>
                  <a:lnTo>
                    <a:pt x="2337709" y="130177"/>
                  </a:lnTo>
                  <a:lnTo>
                    <a:pt x="2347453" y="122374"/>
                  </a:lnTo>
                  <a:lnTo>
                    <a:pt x="2357197" y="114743"/>
                  </a:lnTo>
                  <a:lnTo>
                    <a:pt x="2366926" y="107292"/>
                  </a:lnTo>
                  <a:lnTo>
                    <a:pt x="2376670" y="100032"/>
                  </a:lnTo>
                  <a:lnTo>
                    <a:pt x="2386413" y="92973"/>
                  </a:lnTo>
                  <a:lnTo>
                    <a:pt x="2396157" y="86122"/>
                  </a:lnTo>
                  <a:lnTo>
                    <a:pt x="2405886" y="79491"/>
                  </a:lnTo>
                  <a:lnTo>
                    <a:pt x="2415630" y="73084"/>
                  </a:lnTo>
                  <a:lnTo>
                    <a:pt x="2425374" y="66913"/>
                  </a:lnTo>
                  <a:lnTo>
                    <a:pt x="2435118" y="60983"/>
                  </a:lnTo>
                  <a:lnTo>
                    <a:pt x="2444862" y="55302"/>
                  </a:lnTo>
                  <a:lnTo>
                    <a:pt x="2454591" y="49876"/>
                  </a:lnTo>
                  <a:lnTo>
                    <a:pt x="2464335" y="44710"/>
                  </a:lnTo>
                  <a:lnTo>
                    <a:pt x="2474079" y="39812"/>
                  </a:lnTo>
                  <a:lnTo>
                    <a:pt x="2483823" y="35182"/>
                  </a:lnTo>
                  <a:lnTo>
                    <a:pt x="2493552" y="30829"/>
                  </a:lnTo>
                  <a:lnTo>
                    <a:pt x="2503296" y="26754"/>
                  </a:lnTo>
                  <a:lnTo>
                    <a:pt x="2513040" y="22962"/>
                  </a:lnTo>
                  <a:lnTo>
                    <a:pt x="2522784" y="19455"/>
                  </a:lnTo>
                  <a:lnTo>
                    <a:pt x="2532513" y="16235"/>
                  </a:lnTo>
                  <a:lnTo>
                    <a:pt x="2542257" y="13305"/>
                  </a:lnTo>
                  <a:lnTo>
                    <a:pt x="2552001" y="10665"/>
                  </a:lnTo>
                  <a:lnTo>
                    <a:pt x="2561745" y="8317"/>
                  </a:lnTo>
                  <a:lnTo>
                    <a:pt x="2571474" y="6261"/>
                  </a:lnTo>
                  <a:lnTo>
                    <a:pt x="2581218" y="4497"/>
                  </a:lnTo>
                  <a:lnTo>
                    <a:pt x="2590962" y="3023"/>
                  </a:lnTo>
                  <a:lnTo>
                    <a:pt x="2600705" y="1842"/>
                  </a:lnTo>
                  <a:lnTo>
                    <a:pt x="2610449" y="951"/>
                  </a:lnTo>
                  <a:lnTo>
                    <a:pt x="2620178" y="347"/>
                  </a:lnTo>
                  <a:lnTo>
                    <a:pt x="2629922" y="31"/>
                  </a:lnTo>
                  <a:lnTo>
                    <a:pt x="2639666" y="0"/>
                  </a:lnTo>
                  <a:lnTo>
                    <a:pt x="2649410" y="250"/>
                  </a:lnTo>
                  <a:lnTo>
                    <a:pt x="2659139" y="781"/>
                  </a:lnTo>
                  <a:lnTo>
                    <a:pt x="2668883" y="1587"/>
                  </a:lnTo>
                  <a:lnTo>
                    <a:pt x="2678627" y="2667"/>
                  </a:lnTo>
                  <a:lnTo>
                    <a:pt x="2688371" y="4017"/>
                  </a:lnTo>
                  <a:lnTo>
                    <a:pt x="2698100" y="5632"/>
                  </a:lnTo>
                  <a:lnTo>
                    <a:pt x="2707844" y="7512"/>
                  </a:lnTo>
                  <a:lnTo>
                    <a:pt x="2717588" y="9649"/>
                  </a:lnTo>
                  <a:lnTo>
                    <a:pt x="2727332" y="12041"/>
                  </a:lnTo>
                  <a:lnTo>
                    <a:pt x="2737076" y="14684"/>
                  </a:lnTo>
                  <a:lnTo>
                    <a:pt x="2746805" y="17573"/>
                  </a:lnTo>
                  <a:lnTo>
                    <a:pt x="2756549" y="20705"/>
                  </a:lnTo>
                  <a:lnTo>
                    <a:pt x="2766293" y="24074"/>
                  </a:lnTo>
                  <a:lnTo>
                    <a:pt x="2776037" y="27675"/>
                  </a:lnTo>
                  <a:lnTo>
                    <a:pt x="2785766" y="31504"/>
                  </a:lnTo>
                  <a:lnTo>
                    <a:pt x="2795510" y="35558"/>
                  </a:lnTo>
                  <a:lnTo>
                    <a:pt x="2805254" y="39831"/>
                  </a:lnTo>
                  <a:lnTo>
                    <a:pt x="2814998" y="44320"/>
                  </a:lnTo>
                  <a:lnTo>
                    <a:pt x="2824727" y="49018"/>
                  </a:lnTo>
                  <a:lnTo>
                    <a:pt x="2834471" y="53922"/>
                  </a:lnTo>
                  <a:lnTo>
                    <a:pt x="2844215" y="59027"/>
                  </a:lnTo>
                  <a:lnTo>
                    <a:pt x="2853958" y="64328"/>
                  </a:lnTo>
                  <a:lnTo>
                    <a:pt x="2863687" y="69823"/>
                  </a:lnTo>
                  <a:lnTo>
                    <a:pt x="2873431" y="75504"/>
                  </a:lnTo>
                  <a:lnTo>
                    <a:pt x="2883175" y="81368"/>
                  </a:lnTo>
                  <a:lnTo>
                    <a:pt x="2892919" y="87411"/>
                  </a:lnTo>
                  <a:lnTo>
                    <a:pt x="2902663" y="93630"/>
                  </a:lnTo>
                  <a:lnTo>
                    <a:pt x="2912392" y="10001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7" name="Freeform 686">
              <a:extLst>
                <a:ext uri="{FF2B5EF4-FFF2-40B4-BE49-F238E27FC236}">
                  <a16:creationId xmlns:a16="http://schemas.microsoft.com/office/drawing/2014/main" id="{B407B8E3-BF25-EE82-5052-151EFA4A09F1}"/>
                </a:ext>
              </a:extLst>
            </p:cNvPr>
            <p:cNvSpPr/>
            <p:nvPr/>
          </p:nvSpPr>
          <p:spPr>
            <a:xfrm>
              <a:off x="576446" y="3247256"/>
              <a:ext cx="2912392" cy="257756"/>
            </a:xfrm>
            <a:custGeom>
              <a:avLst/>
              <a:gdLst>
                <a:gd name="connsiteX0" fmla="*/ 0 w 2912392"/>
                <a:gd name="connsiteY0" fmla="*/ 128264 h 257756"/>
                <a:gd name="connsiteX1" fmla="*/ 9739 w 2912392"/>
                <a:gd name="connsiteY1" fmla="*/ 121640 h 257756"/>
                <a:gd name="connsiteX2" fmla="*/ 19480 w 2912392"/>
                <a:gd name="connsiteY2" fmla="*/ 115156 h 257756"/>
                <a:gd name="connsiteX3" fmla="*/ 29221 w 2912392"/>
                <a:gd name="connsiteY3" fmla="*/ 108818 h 257756"/>
                <a:gd name="connsiteX4" fmla="*/ 38961 w 2912392"/>
                <a:gd name="connsiteY4" fmla="*/ 102632 h 257756"/>
                <a:gd name="connsiteX5" fmla="*/ 48702 w 2912392"/>
                <a:gd name="connsiteY5" fmla="*/ 96602 h 257756"/>
                <a:gd name="connsiteX6" fmla="*/ 58443 w 2912392"/>
                <a:gd name="connsiteY6" fmla="*/ 90735 h 257756"/>
                <a:gd name="connsiteX7" fmla="*/ 68182 w 2912392"/>
                <a:gd name="connsiteY7" fmla="*/ 85035 h 257756"/>
                <a:gd name="connsiteX8" fmla="*/ 77923 w 2912392"/>
                <a:gd name="connsiteY8" fmla="*/ 79504 h 257756"/>
                <a:gd name="connsiteX9" fmla="*/ 87664 w 2912392"/>
                <a:gd name="connsiteY9" fmla="*/ 74146 h 257756"/>
                <a:gd name="connsiteX10" fmla="*/ 97404 w 2912392"/>
                <a:gd name="connsiteY10" fmla="*/ 68967 h 257756"/>
                <a:gd name="connsiteX11" fmla="*/ 107145 w 2912392"/>
                <a:gd name="connsiteY11" fmla="*/ 63967 h 257756"/>
                <a:gd name="connsiteX12" fmla="*/ 116886 w 2912392"/>
                <a:gd name="connsiteY12" fmla="*/ 59149 h 257756"/>
                <a:gd name="connsiteX13" fmla="*/ 126625 w 2912392"/>
                <a:gd name="connsiteY13" fmla="*/ 54517 h 257756"/>
                <a:gd name="connsiteX14" fmla="*/ 136366 w 2912392"/>
                <a:gd name="connsiteY14" fmla="*/ 50071 h 257756"/>
                <a:gd name="connsiteX15" fmla="*/ 146107 w 2912392"/>
                <a:gd name="connsiteY15" fmla="*/ 45813 h 257756"/>
                <a:gd name="connsiteX16" fmla="*/ 155846 w 2912392"/>
                <a:gd name="connsiteY16" fmla="*/ 41746 h 257756"/>
                <a:gd name="connsiteX17" fmla="*/ 165587 w 2912392"/>
                <a:gd name="connsiteY17" fmla="*/ 37867 h 257756"/>
                <a:gd name="connsiteX18" fmla="*/ 175328 w 2912392"/>
                <a:gd name="connsiteY18" fmla="*/ 34181 h 257756"/>
                <a:gd name="connsiteX19" fmla="*/ 185068 w 2912392"/>
                <a:gd name="connsiteY19" fmla="*/ 30687 h 257756"/>
                <a:gd name="connsiteX20" fmla="*/ 194809 w 2912392"/>
                <a:gd name="connsiteY20" fmla="*/ 27384 h 257756"/>
                <a:gd name="connsiteX21" fmla="*/ 204550 w 2912392"/>
                <a:gd name="connsiteY21" fmla="*/ 24273 h 257756"/>
                <a:gd name="connsiteX22" fmla="*/ 214289 w 2912392"/>
                <a:gd name="connsiteY22" fmla="*/ 21355 h 257756"/>
                <a:gd name="connsiteX23" fmla="*/ 224030 w 2912392"/>
                <a:gd name="connsiteY23" fmla="*/ 18628 h 257756"/>
                <a:gd name="connsiteX24" fmla="*/ 233771 w 2912392"/>
                <a:gd name="connsiteY24" fmla="*/ 16091 h 257756"/>
                <a:gd name="connsiteX25" fmla="*/ 243510 w 2912392"/>
                <a:gd name="connsiteY25" fmla="*/ 13744 h 257756"/>
                <a:gd name="connsiteX26" fmla="*/ 253251 w 2912392"/>
                <a:gd name="connsiteY26" fmla="*/ 11587 h 257756"/>
                <a:gd name="connsiteX27" fmla="*/ 262992 w 2912392"/>
                <a:gd name="connsiteY27" fmla="*/ 9619 h 257756"/>
                <a:gd name="connsiteX28" fmla="*/ 272732 w 2912392"/>
                <a:gd name="connsiteY28" fmla="*/ 7837 h 257756"/>
                <a:gd name="connsiteX29" fmla="*/ 282473 w 2912392"/>
                <a:gd name="connsiteY29" fmla="*/ 6241 h 257756"/>
                <a:gd name="connsiteX30" fmla="*/ 292214 w 2912392"/>
                <a:gd name="connsiteY30" fmla="*/ 4829 h 257756"/>
                <a:gd name="connsiteX31" fmla="*/ 301953 w 2912392"/>
                <a:gd name="connsiteY31" fmla="*/ 3601 h 257756"/>
                <a:gd name="connsiteX32" fmla="*/ 311694 w 2912392"/>
                <a:gd name="connsiteY32" fmla="*/ 2555 h 257756"/>
                <a:gd name="connsiteX33" fmla="*/ 321435 w 2912392"/>
                <a:gd name="connsiteY33" fmla="*/ 1690 h 257756"/>
                <a:gd name="connsiteX34" fmla="*/ 331175 w 2912392"/>
                <a:gd name="connsiteY34" fmla="*/ 1003 h 257756"/>
                <a:gd name="connsiteX35" fmla="*/ 340916 w 2912392"/>
                <a:gd name="connsiteY35" fmla="*/ 495 h 257756"/>
                <a:gd name="connsiteX36" fmla="*/ 350656 w 2912392"/>
                <a:gd name="connsiteY36" fmla="*/ 159 h 257756"/>
                <a:gd name="connsiteX37" fmla="*/ 360396 w 2912392"/>
                <a:gd name="connsiteY37" fmla="*/ 0 h 257756"/>
                <a:gd name="connsiteX38" fmla="*/ 370137 w 2912392"/>
                <a:gd name="connsiteY38" fmla="*/ 13 h 257756"/>
                <a:gd name="connsiteX39" fmla="*/ 379878 w 2912392"/>
                <a:gd name="connsiteY39" fmla="*/ 197 h 257756"/>
                <a:gd name="connsiteX40" fmla="*/ 389617 w 2912392"/>
                <a:gd name="connsiteY40" fmla="*/ 548 h 257756"/>
                <a:gd name="connsiteX41" fmla="*/ 399358 w 2912392"/>
                <a:gd name="connsiteY41" fmla="*/ 1068 h 257756"/>
                <a:gd name="connsiteX42" fmla="*/ 409099 w 2912392"/>
                <a:gd name="connsiteY42" fmla="*/ 1754 h 257756"/>
                <a:gd name="connsiteX43" fmla="*/ 418839 w 2912392"/>
                <a:gd name="connsiteY43" fmla="*/ 2601 h 257756"/>
                <a:gd name="connsiteX44" fmla="*/ 428580 w 2912392"/>
                <a:gd name="connsiteY44" fmla="*/ 3613 h 257756"/>
                <a:gd name="connsiteX45" fmla="*/ 438321 w 2912392"/>
                <a:gd name="connsiteY45" fmla="*/ 4784 h 257756"/>
                <a:gd name="connsiteX46" fmla="*/ 448060 w 2912392"/>
                <a:gd name="connsiteY46" fmla="*/ 6113 h 257756"/>
                <a:gd name="connsiteX47" fmla="*/ 457801 w 2912392"/>
                <a:gd name="connsiteY47" fmla="*/ 7598 h 257756"/>
                <a:gd name="connsiteX48" fmla="*/ 467542 w 2912392"/>
                <a:gd name="connsiteY48" fmla="*/ 9237 h 257756"/>
                <a:gd name="connsiteX49" fmla="*/ 477281 w 2912392"/>
                <a:gd name="connsiteY49" fmla="*/ 11030 h 257756"/>
                <a:gd name="connsiteX50" fmla="*/ 487022 w 2912392"/>
                <a:gd name="connsiteY50" fmla="*/ 12973 h 257756"/>
                <a:gd name="connsiteX51" fmla="*/ 496763 w 2912392"/>
                <a:gd name="connsiteY51" fmla="*/ 15063 h 257756"/>
                <a:gd name="connsiteX52" fmla="*/ 506503 w 2912392"/>
                <a:gd name="connsiteY52" fmla="*/ 17299 h 257756"/>
                <a:gd name="connsiteX53" fmla="*/ 516244 w 2912392"/>
                <a:gd name="connsiteY53" fmla="*/ 19679 h 257756"/>
                <a:gd name="connsiteX54" fmla="*/ 525985 w 2912392"/>
                <a:gd name="connsiteY54" fmla="*/ 22200 h 257756"/>
                <a:gd name="connsiteX55" fmla="*/ 535724 w 2912392"/>
                <a:gd name="connsiteY55" fmla="*/ 24859 h 257756"/>
                <a:gd name="connsiteX56" fmla="*/ 545465 w 2912392"/>
                <a:gd name="connsiteY56" fmla="*/ 27656 h 257756"/>
                <a:gd name="connsiteX57" fmla="*/ 555206 w 2912392"/>
                <a:gd name="connsiteY57" fmla="*/ 30583 h 257756"/>
                <a:gd name="connsiteX58" fmla="*/ 564946 w 2912392"/>
                <a:gd name="connsiteY58" fmla="*/ 33642 h 257756"/>
                <a:gd name="connsiteX59" fmla="*/ 574687 w 2912392"/>
                <a:gd name="connsiteY59" fmla="*/ 36826 h 257756"/>
                <a:gd name="connsiteX60" fmla="*/ 584428 w 2912392"/>
                <a:gd name="connsiteY60" fmla="*/ 40135 h 257756"/>
                <a:gd name="connsiteX61" fmla="*/ 594167 w 2912392"/>
                <a:gd name="connsiteY61" fmla="*/ 43563 h 257756"/>
                <a:gd name="connsiteX62" fmla="*/ 603908 w 2912392"/>
                <a:gd name="connsiteY62" fmla="*/ 47108 h 257756"/>
                <a:gd name="connsiteX63" fmla="*/ 613649 w 2912392"/>
                <a:gd name="connsiteY63" fmla="*/ 50765 h 257756"/>
                <a:gd name="connsiteX64" fmla="*/ 623388 w 2912392"/>
                <a:gd name="connsiteY64" fmla="*/ 54532 h 257756"/>
                <a:gd name="connsiteX65" fmla="*/ 633129 w 2912392"/>
                <a:gd name="connsiteY65" fmla="*/ 58401 h 257756"/>
                <a:gd name="connsiteX66" fmla="*/ 642870 w 2912392"/>
                <a:gd name="connsiteY66" fmla="*/ 62372 h 257756"/>
                <a:gd name="connsiteX67" fmla="*/ 652610 w 2912392"/>
                <a:gd name="connsiteY67" fmla="*/ 66436 h 257756"/>
                <a:gd name="connsiteX68" fmla="*/ 662351 w 2912392"/>
                <a:gd name="connsiteY68" fmla="*/ 70591 h 257756"/>
                <a:gd name="connsiteX69" fmla="*/ 672092 w 2912392"/>
                <a:gd name="connsiteY69" fmla="*/ 74830 h 257756"/>
                <a:gd name="connsiteX70" fmla="*/ 681831 w 2912392"/>
                <a:gd name="connsiteY70" fmla="*/ 79151 h 257756"/>
                <a:gd name="connsiteX71" fmla="*/ 691572 w 2912392"/>
                <a:gd name="connsiteY71" fmla="*/ 83545 h 257756"/>
                <a:gd name="connsiteX72" fmla="*/ 701313 w 2912392"/>
                <a:gd name="connsiteY72" fmla="*/ 88007 h 257756"/>
                <a:gd name="connsiteX73" fmla="*/ 711052 w 2912392"/>
                <a:gd name="connsiteY73" fmla="*/ 92530 h 257756"/>
                <a:gd name="connsiteX74" fmla="*/ 720793 w 2912392"/>
                <a:gd name="connsiteY74" fmla="*/ 97112 h 257756"/>
                <a:gd name="connsiteX75" fmla="*/ 730534 w 2912392"/>
                <a:gd name="connsiteY75" fmla="*/ 101742 h 257756"/>
                <a:gd name="connsiteX76" fmla="*/ 740274 w 2912392"/>
                <a:gd name="connsiteY76" fmla="*/ 106416 h 257756"/>
                <a:gd name="connsiteX77" fmla="*/ 750015 w 2912392"/>
                <a:gd name="connsiteY77" fmla="*/ 111127 h 257756"/>
                <a:gd name="connsiteX78" fmla="*/ 759756 w 2912392"/>
                <a:gd name="connsiteY78" fmla="*/ 115868 h 257756"/>
                <a:gd name="connsiteX79" fmla="*/ 769495 w 2912392"/>
                <a:gd name="connsiteY79" fmla="*/ 120633 h 257756"/>
                <a:gd name="connsiteX80" fmla="*/ 779236 w 2912392"/>
                <a:gd name="connsiteY80" fmla="*/ 125412 h 257756"/>
                <a:gd name="connsiteX81" fmla="*/ 788977 w 2912392"/>
                <a:gd name="connsiteY81" fmla="*/ 130201 h 257756"/>
                <a:gd name="connsiteX82" fmla="*/ 798717 w 2912392"/>
                <a:gd name="connsiteY82" fmla="*/ 134991 h 257756"/>
                <a:gd name="connsiteX83" fmla="*/ 808458 w 2912392"/>
                <a:gd name="connsiteY83" fmla="*/ 139776 h 257756"/>
                <a:gd name="connsiteX84" fmla="*/ 818199 w 2912392"/>
                <a:gd name="connsiteY84" fmla="*/ 144547 h 257756"/>
                <a:gd name="connsiteX85" fmla="*/ 827938 w 2912392"/>
                <a:gd name="connsiteY85" fmla="*/ 149297 h 257756"/>
                <a:gd name="connsiteX86" fmla="*/ 837679 w 2912392"/>
                <a:gd name="connsiteY86" fmla="*/ 154018 h 257756"/>
                <a:gd name="connsiteX87" fmla="*/ 847420 w 2912392"/>
                <a:gd name="connsiteY87" fmla="*/ 158705 h 257756"/>
                <a:gd name="connsiteX88" fmla="*/ 857159 w 2912392"/>
                <a:gd name="connsiteY88" fmla="*/ 163349 h 257756"/>
                <a:gd name="connsiteX89" fmla="*/ 866900 w 2912392"/>
                <a:gd name="connsiteY89" fmla="*/ 167943 h 257756"/>
                <a:gd name="connsiteX90" fmla="*/ 876641 w 2912392"/>
                <a:gd name="connsiteY90" fmla="*/ 172478 h 257756"/>
                <a:gd name="connsiteX91" fmla="*/ 886381 w 2912392"/>
                <a:gd name="connsiteY91" fmla="*/ 176949 h 257756"/>
                <a:gd name="connsiteX92" fmla="*/ 896122 w 2912392"/>
                <a:gd name="connsiteY92" fmla="*/ 181349 h 257756"/>
                <a:gd name="connsiteX93" fmla="*/ 905863 w 2912392"/>
                <a:gd name="connsiteY93" fmla="*/ 185670 h 257756"/>
                <a:gd name="connsiteX94" fmla="*/ 915602 w 2912392"/>
                <a:gd name="connsiteY94" fmla="*/ 189907 h 257756"/>
                <a:gd name="connsiteX95" fmla="*/ 925343 w 2912392"/>
                <a:gd name="connsiteY95" fmla="*/ 194050 h 257756"/>
                <a:gd name="connsiteX96" fmla="*/ 935084 w 2912392"/>
                <a:gd name="connsiteY96" fmla="*/ 198098 h 257756"/>
                <a:gd name="connsiteX97" fmla="*/ 944824 w 2912392"/>
                <a:gd name="connsiteY97" fmla="*/ 202042 h 257756"/>
                <a:gd name="connsiteX98" fmla="*/ 954564 w 2912392"/>
                <a:gd name="connsiteY98" fmla="*/ 205876 h 257756"/>
                <a:gd name="connsiteX99" fmla="*/ 964305 w 2912392"/>
                <a:gd name="connsiteY99" fmla="*/ 209596 h 257756"/>
                <a:gd name="connsiteX100" fmla="*/ 974045 w 2912392"/>
                <a:gd name="connsiteY100" fmla="*/ 213197 h 257756"/>
                <a:gd name="connsiteX101" fmla="*/ 983786 w 2912392"/>
                <a:gd name="connsiteY101" fmla="*/ 216673 h 257756"/>
                <a:gd name="connsiteX102" fmla="*/ 993522 w 2912392"/>
                <a:gd name="connsiteY102" fmla="*/ 220021 h 257756"/>
                <a:gd name="connsiteX103" fmla="*/ 1003266 w 2912392"/>
                <a:gd name="connsiteY103" fmla="*/ 223236 h 257756"/>
                <a:gd name="connsiteX104" fmla="*/ 1013010 w 2912392"/>
                <a:gd name="connsiteY104" fmla="*/ 226316 h 257756"/>
                <a:gd name="connsiteX105" fmla="*/ 1022754 w 2912392"/>
                <a:gd name="connsiteY105" fmla="*/ 229255 h 257756"/>
                <a:gd name="connsiteX106" fmla="*/ 1032483 w 2912392"/>
                <a:gd name="connsiteY106" fmla="*/ 232053 h 257756"/>
                <a:gd name="connsiteX107" fmla="*/ 1042227 w 2912392"/>
                <a:gd name="connsiteY107" fmla="*/ 234707 h 257756"/>
                <a:gd name="connsiteX108" fmla="*/ 1051971 w 2912392"/>
                <a:gd name="connsiteY108" fmla="*/ 237214 h 257756"/>
                <a:gd name="connsiteX109" fmla="*/ 1061715 w 2912392"/>
                <a:gd name="connsiteY109" fmla="*/ 239574 h 257756"/>
                <a:gd name="connsiteX110" fmla="*/ 1071444 w 2912392"/>
                <a:gd name="connsiteY110" fmla="*/ 241785 h 257756"/>
                <a:gd name="connsiteX111" fmla="*/ 1081188 w 2912392"/>
                <a:gd name="connsiteY111" fmla="*/ 243847 h 257756"/>
                <a:gd name="connsiteX112" fmla="*/ 1090932 w 2912392"/>
                <a:gd name="connsiteY112" fmla="*/ 245759 h 257756"/>
                <a:gd name="connsiteX113" fmla="*/ 1100676 w 2912392"/>
                <a:gd name="connsiteY113" fmla="*/ 247523 h 257756"/>
                <a:gd name="connsiteX114" fmla="*/ 1110405 w 2912392"/>
                <a:gd name="connsiteY114" fmla="*/ 249138 h 257756"/>
                <a:gd name="connsiteX115" fmla="*/ 1120149 w 2912392"/>
                <a:gd name="connsiteY115" fmla="*/ 250605 h 257756"/>
                <a:gd name="connsiteX116" fmla="*/ 1129893 w 2912392"/>
                <a:gd name="connsiteY116" fmla="*/ 251927 h 257756"/>
                <a:gd name="connsiteX117" fmla="*/ 1139637 w 2912392"/>
                <a:gd name="connsiteY117" fmla="*/ 253105 h 257756"/>
                <a:gd name="connsiteX118" fmla="*/ 1149381 w 2912392"/>
                <a:gd name="connsiteY118" fmla="*/ 254142 h 257756"/>
                <a:gd name="connsiteX119" fmla="*/ 1159110 w 2912392"/>
                <a:gd name="connsiteY119" fmla="*/ 255041 h 257756"/>
                <a:gd name="connsiteX120" fmla="*/ 1168854 w 2912392"/>
                <a:gd name="connsiteY120" fmla="*/ 255804 h 257756"/>
                <a:gd name="connsiteX121" fmla="*/ 1178598 w 2912392"/>
                <a:gd name="connsiteY121" fmla="*/ 256435 h 257756"/>
                <a:gd name="connsiteX122" fmla="*/ 1188341 w 2912392"/>
                <a:gd name="connsiteY122" fmla="*/ 256937 h 257756"/>
                <a:gd name="connsiteX123" fmla="*/ 1198070 w 2912392"/>
                <a:gd name="connsiteY123" fmla="*/ 257317 h 257756"/>
                <a:gd name="connsiteX124" fmla="*/ 1207814 w 2912392"/>
                <a:gd name="connsiteY124" fmla="*/ 257577 h 257756"/>
                <a:gd name="connsiteX125" fmla="*/ 1217558 w 2912392"/>
                <a:gd name="connsiteY125" fmla="*/ 257723 h 257756"/>
                <a:gd name="connsiteX126" fmla="*/ 1227302 w 2912392"/>
                <a:gd name="connsiteY126" fmla="*/ 257757 h 257756"/>
                <a:gd name="connsiteX127" fmla="*/ 1237031 w 2912392"/>
                <a:gd name="connsiteY127" fmla="*/ 257687 h 257756"/>
                <a:gd name="connsiteX128" fmla="*/ 1246775 w 2912392"/>
                <a:gd name="connsiteY128" fmla="*/ 257518 h 257756"/>
                <a:gd name="connsiteX129" fmla="*/ 1256519 w 2912392"/>
                <a:gd name="connsiteY129" fmla="*/ 257256 h 257756"/>
                <a:gd name="connsiteX130" fmla="*/ 1266263 w 2912392"/>
                <a:gd name="connsiteY130" fmla="*/ 256905 h 257756"/>
                <a:gd name="connsiteX131" fmla="*/ 1276007 w 2912392"/>
                <a:gd name="connsiteY131" fmla="*/ 256471 h 257756"/>
                <a:gd name="connsiteX132" fmla="*/ 1285736 w 2912392"/>
                <a:gd name="connsiteY132" fmla="*/ 255962 h 257756"/>
                <a:gd name="connsiteX133" fmla="*/ 1295480 w 2912392"/>
                <a:gd name="connsiteY133" fmla="*/ 255380 h 257756"/>
                <a:gd name="connsiteX134" fmla="*/ 1305224 w 2912392"/>
                <a:gd name="connsiteY134" fmla="*/ 254735 h 257756"/>
                <a:gd name="connsiteX135" fmla="*/ 1314968 w 2912392"/>
                <a:gd name="connsiteY135" fmla="*/ 254031 h 257756"/>
                <a:gd name="connsiteX136" fmla="*/ 1324697 w 2912392"/>
                <a:gd name="connsiteY136" fmla="*/ 253274 h 257756"/>
                <a:gd name="connsiteX137" fmla="*/ 1334441 w 2912392"/>
                <a:gd name="connsiteY137" fmla="*/ 252469 h 257756"/>
                <a:gd name="connsiteX138" fmla="*/ 1344185 w 2912392"/>
                <a:gd name="connsiteY138" fmla="*/ 251624 h 257756"/>
                <a:gd name="connsiteX139" fmla="*/ 1353929 w 2912392"/>
                <a:gd name="connsiteY139" fmla="*/ 250742 h 257756"/>
                <a:gd name="connsiteX140" fmla="*/ 1363658 w 2912392"/>
                <a:gd name="connsiteY140" fmla="*/ 249831 h 257756"/>
                <a:gd name="connsiteX141" fmla="*/ 1373402 w 2912392"/>
                <a:gd name="connsiteY141" fmla="*/ 248895 h 257756"/>
                <a:gd name="connsiteX142" fmla="*/ 1383146 w 2912392"/>
                <a:gd name="connsiteY142" fmla="*/ 247940 h 257756"/>
                <a:gd name="connsiteX143" fmla="*/ 1392890 w 2912392"/>
                <a:gd name="connsiteY143" fmla="*/ 246969 h 257756"/>
                <a:gd name="connsiteX144" fmla="*/ 1402619 w 2912392"/>
                <a:gd name="connsiteY144" fmla="*/ 245990 h 257756"/>
                <a:gd name="connsiteX145" fmla="*/ 1412363 w 2912392"/>
                <a:gd name="connsiteY145" fmla="*/ 245003 h 257756"/>
                <a:gd name="connsiteX146" fmla="*/ 1422106 w 2912392"/>
                <a:gd name="connsiteY146" fmla="*/ 244017 h 257756"/>
                <a:gd name="connsiteX147" fmla="*/ 1431850 w 2912392"/>
                <a:gd name="connsiteY147" fmla="*/ 243034 h 257756"/>
                <a:gd name="connsiteX148" fmla="*/ 1441594 w 2912392"/>
                <a:gd name="connsiteY148" fmla="*/ 242056 h 257756"/>
                <a:gd name="connsiteX149" fmla="*/ 1451323 w 2912392"/>
                <a:gd name="connsiteY149" fmla="*/ 241089 h 257756"/>
                <a:gd name="connsiteX150" fmla="*/ 1461067 w 2912392"/>
                <a:gd name="connsiteY150" fmla="*/ 240136 h 257756"/>
                <a:gd name="connsiteX151" fmla="*/ 1470811 w 2912392"/>
                <a:gd name="connsiteY151" fmla="*/ 239197 h 257756"/>
                <a:gd name="connsiteX152" fmla="*/ 1480555 w 2912392"/>
                <a:gd name="connsiteY152" fmla="*/ 238278 h 257756"/>
                <a:gd name="connsiteX153" fmla="*/ 1490284 w 2912392"/>
                <a:gd name="connsiteY153" fmla="*/ 237379 h 257756"/>
                <a:gd name="connsiteX154" fmla="*/ 1500028 w 2912392"/>
                <a:gd name="connsiteY154" fmla="*/ 236504 h 257756"/>
                <a:gd name="connsiteX155" fmla="*/ 1509772 w 2912392"/>
                <a:gd name="connsiteY155" fmla="*/ 235650 h 257756"/>
                <a:gd name="connsiteX156" fmla="*/ 1519516 w 2912392"/>
                <a:gd name="connsiteY156" fmla="*/ 234823 h 257756"/>
                <a:gd name="connsiteX157" fmla="*/ 1529245 w 2912392"/>
                <a:gd name="connsiteY157" fmla="*/ 234021 h 257756"/>
                <a:gd name="connsiteX158" fmla="*/ 1538989 w 2912392"/>
                <a:gd name="connsiteY158" fmla="*/ 233245 h 257756"/>
                <a:gd name="connsiteX159" fmla="*/ 1548733 w 2912392"/>
                <a:gd name="connsiteY159" fmla="*/ 232496 h 257756"/>
                <a:gd name="connsiteX160" fmla="*/ 1558477 w 2912392"/>
                <a:gd name="connsiteY160" fmla="*/ 231772 h 257756"/>
                <a:gd name="connsiteX161" fmla="*/ 1568221 w 2912392"/>
                <a:gd name="connsiteY161" fmla="*/ 231074 h 257756"/>
                <a:gd name="connsiteX162" fmla="*/ 1577950 w 2912392"/>
                <a:gd name="connsiteY162" fmla="*/ 230401 h 257756"/>
                <a:gd name="connsiteX163" fmla="*/ 1587694 w 2912392"/>
                <a:gd name="connsiteY163" fmla="*/ 229751 h 257756"/>
                <a:gd name="connsiteX164" fmla="*/ 1597438 w 2912392"/>
                <a:gd name="connsiteY164" fmla="*/ 229125 h 257756"/>
                <a:gd name="connsiteX165" fmla="*/ 1607182 w 2912392"/>
                <a:gd name="connsiteY165" fmla="*/ 228519 h 257756"/>
                <a:gd name="connsiteX166" fmla="*/ 1616911 w 2912392"/>
                <a:gd name="connsiteY166" fmla="*/ 227932 h 257756"/>
                <a:gd name="connsiteX167" fmla="*/ 1626655 w 2912392"/>
                <a:gd name="connsiteY167" fmla="*/ 227363 h 257756"/>
                <a:gd name="connsiteX168" fmla="*/ 1636399 w 2912392"/>
                <a:gd name="connsiteY168" fmla="*/ 226807 h 257756"/>
                <a:gd name="connsiteX169" fmla="*/ 1646142 w 2912392"/>
                <a:gd name="connsiteY169" fmla="*/ 226263 h 257756"/>
                <a:gd name="connsiteX170" fmla="*/ 1655872 w 2912392"/>
                <a:gd name="connsiteY170" fmla="*/ 225729 h 257756"/>
                <a:gd name="connsiteX171" fmla="*/ 1665616 w 2912392"/>
                <a:gd name="connsiteY171" fmla="*/ 225201 h 257756"/>
                <a:gd name="connsiteX172" fmla="*/ 1675359 w 2912392"/>
                <a:gd name="connsiteY172" fmla="*/ 224678 h 257756"/>
                <a:gd name="connsiteX173" fmla="*/ 1685103 w 2912392"/>
                <a:gd name="connsiteY173" fmla="*/ 224154 h 257756"/>
                <a:gd name="connsiteX174" fmla="*/ 1694832 w 2912392"/>
                <a:gd name="connsiteY174" fmla="*/ 223628 h 257756"/>
                <a:gd name="connsiteX175" fmla="*/ 1704576 w 2912392"/>
                <a:gd name="connsiteY175" fmla="*/ 223096 h 257756"/>
                <a:gd name="connsiteX176" fmla="*/ 1714320 w 2912392"/>
                <a:gd name="connsiteY176" fmla="*/ 222554 h 257756"/>
                <a:gd name="connsiteX177" fmla="*/ 1724064 w 2912392"/>
                <a:gd name="connsiteY177" fmla="*/ 221999 h 257756"/>
                <a:gd name="connsiteX178" fmla="*/ 1733808 w 2912392"/>
                <a:gd name="connsiteY178" fmla="*/ 221429 h 257756"/>
                <a:gd name="connsiteX179" fmla="*/ 1743537 w 2912392"/>
                <a:gd name="connsiteY179" fmla="*/ 220839 h 257756"/>
                <a:gd name="connsiteX180" fmla="*/ 1753281 w 2912392"/>
                <a:gd name="connsiteY180" fmla="*/ 220225 h 257756"/>
                <a:gd name="connsiteX181" fmla="*/ 1763025 w 2912392"/>
                <a:gd name="connsiteY181" fmla="*/ 219586 h 257756"/>
                <a:gd name="connsiteX182" fmla="*/ 1772769 w 2912392"/>
                <a:gd name="connsiteY182" fmla="*/ 218917 h 257756"/>
                <a:gd name="connsiteX183" fmla="*/ 1782498 w 2912392"/>
                <a:gd name="connsiteY183" fmla="*/ 218214 h 257756"/>
                <a:gd name="connsiteX184" fmla="*/ 1792242 w 2912392"/>
                <a:gd name="connsiteY184" fmla="*/ 217476 h 257756"/>
                <a:gd name="connsiteX185" fmla="*/ 1801986 w 2912392"/>
                <a:gd name="connsiteY185" fmla="*/ 216698 h 257756"/>
                <a:gd name="connsiteX186" fmla="*/ 1811730 w 2912392"/>
                <a:gd name="connsiteY186" fmla="*/ 215879 h 257756"/>
                <a:gd name="connsiteX187" fmla="*/ 1821459 w 2912392"/>
                <a:gd name="connsiteY187" fmla="*/ 215013 h 257756"/>
                <a:gd name="connsiteX188" fmla="*/ 1831203 w 2912392"/>
                <a:gd name="connsiteY188" fmla="*/ 214101 h 257756"/>
                <a:gd name="connsiteX189" fmla="*/ 1840947 w 2912392"/>
                <a:gd name="connsiteY189" fmla="*/ 213140 h 257756"/>
                <a:gd name="connsiteX190" fmla="*/ 1850691 w 2912392"/>
                <a:gd name="connsiteY190" fmla="*/ 212126 h 257756"/>
                <a:gd name="connsiteX191" fmla="*/ 1860435 w 2912392"/>
                <a:gd name="connsiteY191" fmla="*/ 211056 h 257756"/>
                <a:gd name="connsiteX192" fmla="*/ 1870164 w 2912392"/>
                <a:gd name="connsiteY192" fmla="*/ 209931 h 257756"/>
                <a:gd name="connsiteX193" fmla="*/ 1879908 w 2912392"/>
                <a:gd name="connsiteY193" fmla="*/ 208748 h 257756"/>
                <a:gd name="connsiteX194" fmla="*/ 1889652 w 2912392"/>
                <a:gd name="connsiteY194" fmla="*/ 207504 h 257756"/>
                <a:gd name="connsiteX195" fmla="*/ 1899395 w 2912392"/>
                <a:gd name="connsiteY195" fmla="*/ 206200 h 257756"/>
                <a:gd name="connsiteX196" fmla="*/ 1909124 w 2912392"/>
                <a:gd name="connsiteY196" fmla="*/ 204834 h 257756"/>
                <a:gd name="connsiteX197" fmla="*/ 1918868 w 2912392"/>
                <a:gd name="connsiteY197" fmla="*/ 203404 h 257756"/>
                <a:gd name="connsiteX198" fmla="*/ 1928612 w 2912392"/>
                <a:gd name="connsiteY198" fmla="*/ 201911 h 257756"/>
                <a:gd name="connsiteX199" fmla="*/ 1938356 w 2912392"/>
                <a:gd name="connsiteY199" fmla="*/ 200354 h 257756"/>
                <a:gd name="connsiteX200" fmla="*/ 1948085 w 2912392"/>
                <a:gd name="connsiteY200" fmla="*/ 198732 h 257756"/>
                <a:gd name="connsiteX201" fmla="*/ 1957829 w 2912392"/>
                <a:gd name="connsiteY201" fmla="*/ 197046 h 257756"/>
                <a:gd name="connsiteX202" fmla="*/ 1967573 w 2912392"/>
                <a:gd name="connsiteY202" fmla="*/ 195296 h 257756"/>
                <a:gd name="connsiteX203" fmla="*/ 1977317 w 2912392"/>
                <a:gd name="connsiteY203" fmla="*/ 193483 h 257756"/>
                <a:gd name="connsiteX204" fmla="*/ 1987046 w 2912392"/>
                <a:gd name="connsiteY204" fmla="*/ 191607 h 257756"/>
                <a:gd name="connsiteX205" fmla="*/ 1996790 w 2912392"/>
                <a:gd name="connsiteY205" fmla="*/ 189669 h 257756"/>
                <a:gd name="connsiteX206" fmla="*/ 2006534 w 2912392"/>
                <a:gd name="connsiteY206" fmla="*/ 187669 h 257756"/>
                <a:gd name="connsiteX207" fmla="*/ 2016278 w 2912392"/>
                <a:gd name="connsiteY207" fmla="*/ 185612 h 257756"/>
                <a:gd name="connsiteX208" fmla="*/ 2026022 w 2912392"/>
                <a:gd name="connsiteY208" fmla="*/ 183497 h 257756"/>
                <a:gd name="connsiteX209" fmla="*/ 2035751 w 2912392"/>
                <a:gd name="connsiteY209" fmla="*/ 181327 h 257756"/>
                <a:gd name="connsiteX210" fmla="*/ 2045495 w 2912392"/>
                <a:gd name="connsiteY210" fmla="*/ 179101 h 257756"/>
                <a:gd name="connsiteX211" fmla="*/ 2055239 w 2912392"/>
                <a:gd name="connsiteY211" fmla="*/ 176826 h 257756"/>
                <a:gd name="connsiteX212" fmla="*/ 2064983 w 2912392"/>
                <a:gd name="connsiteY212" fmla="*/ 174501 h 257756"/>
                <a:gd name="connsiteX213" fmla="*/ 2074712 w 2912392"/>
                <a:gd name="connsiteY213" fmla="*/ 172129 h 257756"/>
                <a:gd name="connsiteX214" fmla="*/ 2084456 w 2912392"/>
                <a:gd name="connsiteY214" fmla="*/ 169716 h 257756"/>
                <a:gd name="connsiteX215" fmla="*/ 2094200 w 2912392"/>
                <a:gd name="connsiteY215" fmla="*/ 167260 h 257756"/>
                <a:gd name="connsiteX216" fmla="*/ 2103944 w 2912392"/>
                <a:gd name="connsiteY216" fmla="*/ 164769 h 257756"/>
                <a:gd name="connsiteX217" fmla="*/ 2113673 w 2912392"/>
                <a:gd name="connsiteY217" fmla="*/ 162244 h 257756"/>
                <a:gd name="connsiteX218" fmla="*/ 2123417 w 2912392"/>
                <a:gd name="connsiteY218" fmla="*/ 159689 h 257756"/>
                <a:gd name="connsiteX219" fmla="*/ 2133161 w 2912392"/>
                <a:gd name="connsiteY219" fmla="*/ 157105 h 257756"/>
                <a:gd name="connsiteX220" fmla="*/ 2142905 w 2912392"/>
                <a:gd name="connsiteY220" fmla="*/ 154501 h 257756"/>
                <a:gd name="connsiteX221" fmla="*/ 2152649 w 2912392"/>
                <a:gd name="connsiteY221" fmla="*/ 151876 h 257756"/>
                <a:gd name="connsiteX222" fmla="*/ 2162377 w 2912392"/>
                <a:gd name="connsiteY222" fmla="*/ 149237 h 257756"/>
                <a:gd name="connsiteX223" fmla="*/ 2172121 w 2912392"/>
                <a:gd name="connsiteY223" fmla="*/ 146588 h 257756"/>
                <a:gd name="connsiteX224" fmla="*/ 2181865 w 2912392"/>
                <a:gd name="connsiteY224" fmla="*/ 143932 h 257756"/>
                <a:gd name="connsiteX225" fmla="*/ 2191609 w 2912392"/>
                <a:gd name="connsiteY225" fmla="*/ 141274 h 257756"/>
                <a:gd name="connsiteX226" fmla="*/ 2201338 w 2912392"/>
                <a:gd name="connsiteY226" fmla="*/ 138619 h 257756"/>
                <a:gd name="connsiteX227" fmla="*/ 2211082 w 2912392"/>
                <a:gd name="connsiteY227" fmla="*/ 135970 h 257756"/>
                <a:gd name="connsiteX228" fmla="*/ 2220826 w 2912392"/>
                <a:gd name="connsiteY228" fmla="*/ 133333 h 257756"/>
                <a:gd name="connsiteX229" fmla="*/ 2230570 w 2912392"/>
                <a:gd name="connsiteY229" fmla="*/ 130712 h 257756"/>
                <a:gd name="connsiteX230" fmla="*/ 2240299 w 2912392"/>
                <a:gd name="connsiteY230" fmla="*/ 128112 h 257756"/>
                <a:gd name="connsiteX231" fmla="*/ 2250043 w 2912392"/>
                <a:gd name="connsiteY231" fmla="*/ 125539 h 257756"/>
                <a:gd name="connsiteX232" fmla="*/ 2259787 w 2912392"/>
                <a:gd name="connsiteY232" fmla="*/ 122996 h 257756"/>
                <a:gd name="connsiteX233" fmla="*/ 2269531 w 2912392"/>
                <a:gd name="connsiteY233" fmla="*/ 120490 h 257756"/>
                <a:gd name="connsiteX234" fmla="*/ 2279260 w 2912392"/>
                <a:gd name="connsiteY234" fmla="*/ 118022 h 257756"/>
                <a:gd name="connsiteX235" fmla="*/ 2289004 w 2912392"/>
                <a:gd name="connsiteY235" fmla="*/ 115603 h 257756"/>
                <a:gd name="connsiteX236" fmla="*/ 2298748 w 2912392"/>
                <a:gd name="connsiteY236" fmla="*/ 113232 h 257756"/>
                <a:gd name="connsiteX237" fmla="*/ 2308492 w 2912392"/>
                <a:gd name="connsiteY237" fmla="*/ 110917 h 257756"/>
                <a:gd name="connsiteX238" fmla="*/ 2318236 w 2912392"/>
                <a:gd name="connsiteY238" fmla="*/ 108664 h 257756"/>
                <a:gd name="connsiteX239" fmla="*/ 2327965 w 2912392"/>
                <a:gd name="connsiteY239" fmla="*/ 106476 h 257756"/>
                <a:gd name="connsiteX240" fmla="*/ 2337709 w 2912392"/>
                <a:gd name="connsiteY240" fmla="*/ 104358 h 257756"/>
                <a:gd name="connsiteX241" fmla="*/ 2347453 w 2912392"/>
                <a:gd name="connsiteY241" fmla="*/ 102316 h 257756"/>
                <a:gd name="connsiteX242" fmla="*/ 2357197 w 2912392"/>
                <a:gd name="connsiteY242" fmla="*/ 100354 h 257756"/>
                <a:gd name="connsiteX243" fmla="*/ 2366926 w 2912392"/>
                <a:gd name="connsiteY243" fmla="*/ 98478 h 257756"/>
                <a:gd name="connsiteX244" fmla="*/ 2376670 w 2912392"/>
                <a:gd name="connsiteY244" fmla="*/ 96693 h 257756"/>
                <a:gd name="connsiteX245" fmla="*/ 2386413 w 2912392"/>
                <a:gd name="connsiteY245" fmla="*/ 95002 h 257756"/>
                <a:gd name="connsiteX246" fmla="*/ 2396157 w 2912392"/>
                <a:gd name="connsiteY246" fmla="*/ 93412 h 257756"/>
                <a:gd name="connsiteX247" fmla="*/ 2405886 w 2912392"/>
                <a:gd name="connsiteY247" fmla="*/ 91925 h 257756"/>
                <a:gd name="connsiteX248" fmla="*/ 2415630 w 2912392"/>
                <a:gd name="connsiteY248" fmla="*/ 90550 h 257756"/>
                <a:gd name="connsiteX249" fmla="*/ 2425374 w 2912392"/>
                <a:gd name="connsiteY249" fmla="*/ 89287 h 257756"/>
                <a:gd name="connsiteX250" fmla="*/ 2435118 w 2912392"/>
                <a:gd name="connsiteY250" fmla="*/ 88142 h 257756"/>
                <a:gd name="connsiteX251" fmla="*/ 2444862 w 2912392"/>
                <a:gd name="connsiteY251" fmla="*/ 87122 h 257756"/>
                <a:gd name="connsiteX252" fmla="*/ 2454591 w 2912392"/>
                <a:gd name="connsiteY252" fmla="*/ 86228 h 257756"/>
                <a:gd name="connsiteX253" fmla="*/ 2464335 w 2912392"/>
                <a:gd name="connsiteY253" fmla="*/ 85465 h 257756"/>
                <a:gd name="connsiteX254" fmla="*/ 2474079 w 2912392"/>
                <a:gd name="connsiteY254" fmla="*/ 84839 h 257756"/>
                <a:gd name="connsiteX255" fmla="*/ 2483823 w 2912392"/>
                <a:gd name="connsiteY255" fmla="*/ 84352 h 257756"/>
                <a:gd name="connsiteX256" fmla="*/ 2493552 w 2912392"/>
                <a:gd name="connsiteY256" fmla="*/ 84008 h 257756"/>
                <a:gd name="connsiteX257" fmla="*/ 2503296 w 2912392"/>
                <a:gd name="connsiteY257" fmla="*/ 83811 h 257756"/>
                <a:gd name="connsiteX258" fmla="*/ 2513040 w 2912392"/>
                <a:gd name="connsiteY258" fmla="*/ 83767 h 257756"/>
                <a:gd name="connsiteX259" fmla="*/ 2522784 w 2912392"/>
                <a:gd name="connsiteY259" fmla="*/ 83874 h 257756"/>
                <a:gd name="connsiteX260" fmla="*/ 2532513 w 2912392"/>
                <a:gd name="connsiteY260" fmla="*/ 84141 h 257756"/>
                <a:gd name="connsiteX261" fmla="*/ 2542257 w 2912392"/>
                <a:gd name="connsiteY261" fmla="*/ 84568 h 257756"/>
                <a:gd name="connsiteX262" fmla="*/ 2552001 w 2912392"/>
                <a:gd name="connsiteY262" fmla="*/ 85160 h 257756"/>
                <a:gd name="connsiteX263" fmla="*/ 2561745 w 2912392"/>
                <a:gd name="connsiteY263" fmla="*/ 85918 h 257756"/>
                <a:gd name="connsiteX264" fmla="*/ 2571474 w 2912392"/>
                <a:gd name="connsiteY264" fmla="*/ 86845 h 257756"/>
                <a:gd name="connsiteX265" fmla="*/ 2581218 w 2912392"/>
                <a:gd name="connsiteY265" fmla="*/ 87944 h 257756"/>
                <a:gd name="connsiteX266" fmla="*/ 2590962 w 2912392"/>
                <a:gd name="connsiteY266" fmla="*/ 89217 h 257756"/>
                <a:gd name="connsiteX267" fmla="*/ 2600705 w 2912392"/>
                <a:gd name="connsiteY267" fmla="*/ 90668 h 257756"/>
                <a:gd name="connsiteX268" fmla="*/ 2610449 w 2912392"/>
                <a:gd name="connsiteY268" fmla="*/ 92295 h 257756"/>
                <a:gd name="connsiteX269" fmla="*/ 2620178 w 2912392"/>
                <a:gd name="connsiteY269" fmla="*/ 94103 h 257756"/>
                <a:gd name="connsiteX270" fmla="*/ 2629922 w 2912392"/>
                <a:gd name="connsiteY270" fmla="*/ 96093 h 257756"/>
                <a:gd name="connsiteX271" fmla="*/ 2639666 w 2912392"/>
                <a:gd name="connsiteY271" fmla="*/ 98266 h 257756"/>
                <a:gd name="connsiteX272" fmla="*/ 2649410 w 2912392"/>
                <a:gd name="connsiteY272" fmla="*/ 100622 h 257756"/>
                <a:gd name="connsiteX273" fmla="*/ 2659139 w 2912392"/>
                <a:gd name="connsiteY273" fmla="*/ 103164 h 257756"/>
                <a:gd name="connsiteX274" fmla="*/ 2668883 w 2912392"/>
                <a:gd name="connsiteY274" fmla="*/ 105892 h 257756"/>
                <a:gd name="connsiteX275" fmla="*/ 2678627 w 2912392"/>
                <a:gd name="connsiteY275" fmla="*/ 108806 h 257756"/>
                <a:gd name="connsiteX276" fmla="*/ 2688371 w 2912392"/>
                <a:gd name="connsiteY276" fmla="*/ 111906 h 257756"/>
                <a:gd name="connsiteX277" fmla="*/ 2698100 w 2912392"/>
                <a:gd name="connsiteY277" fmla="*/ 115193 h 257756"/>
                <a:gd name="connsiteX278" fmla="*/ 2707844 w 2912392"/>
                <a:gd name="connsiteY278" fmla="*/ 118666 h 257756"/>
                <a:gd name="connsiteX279" fmla="*/ 2717588 w 2912392"/>
                <a:gd name="connsiteY279" fmla="*/ 122325 h 257756"/>
                <a:gd name="connsiteX280" fmla="*/ 2727332 w 2912392"/>
                <a:gd name="connsiteY280" fmla="*/ 126171 h 257756"/>
                <a:gd name="connsiteX281" fmla="*/ 2737076 w 2912392"/>
                <a:gd name="connsiteY281" fmla="*/ 130199 h 257756"/>
                <a:gd name="connsiteX282" fmla="*/ 2746805 w 2912392"/>
                <a:gd name="connsiteY282" fmla="*/ 134413 h 257756"/>
                <a:gd name="connsiteX283" fmla="*/ 2756549 w 2912392"/>
                <a:gd name="connsiteY283" fmla="*/ 138809 h 257756"/>
                <a:gd name="connsiteX284" fmla="*/ 2766293 w 2912392"/>
                <a:gd name="connsiteY284" fmla="*/ 143386 h 257756"/>
                <a:gd name="connsiteX285" fmla="*/ 2776037 w 2912392"/>
                <a:gd name="connsiteY285" fmla="*/ 148144 h 257756"/>
                <a:gd name="connsiteX286" fmla="*/ 2785766 w 2912392"/>
                <a:gd name="connsiteY286" fmla="*/ 153078 h 257756"/>
                <a:gd name="connsiteX287" fmla="*/ 2795510 w 2912392"/>
                <a:gd name="connsiteY287" fmla="*/ 158190 h 257756"/>
                <a:gd name="connsiteX288" fmla="*/ 2805254 w 2912392"/>
                <a:gd name="connsiteY288" fmla="*/ 163475 h 257756"/>
                <a:gd name="connsiteX289" fmla="*/ 2814998 w 2912392"/>
                <a:gd name="connsiteY289" fmla="*/ 168931 h 257756"/>
                <a:gd name="connsiteX290" fmla="*/ 2824727 w 2912392"/>
                <a:gd name="connsiteY290" fmla="*/ 174555 h 257756"/>
                <a:gd name="connsiteX291" fmla="*/ 2834471 w 2912392"/>
                <a:gd name="connsiteY291" fmla="*/ 180346 h 257756"/>
                <a:gd name="connsiteX292" fmla="*/ 2844215 w 2912392"/>
                <a:gd name="connsiteY292" fmla="*/ 186300 h 257756"/>
                <a:gd name="connsiteX293" fmla="*/ 2853958 w 2912392"/>
                <a:gd name="connsiteY293" fmla="*/ 192414 h 257756"/>
                <a:gd name="connsiteX294" fmla="*/ 2863687 w 2912392"/>
                <a:gd name="connsiteY294" fmla="*/ 198687 h 257756"/>
                <a:gd name="connsiteX295" fmla="*/ 2873431 w 2912392"/>
                <a:gd name="connsiteY295" fmla="*/ 205111 h 257756"/>
                <a:gd name="connsiteX296" fmla="*/ 2883175 w 2912392"/>
                <a:gd name="connsiteY296" fmla="*/ 211688 h 257756"/>
                <a:gd name="connsiteX297" fmla="*/ 2892919 w 2912392"/>
                <a:gd name="connsiteY297" fmla="*/ 218410 h 257756"/>
                <a:gd name="connsiteX298" fmla="*/ 2902663 w 2912392"/>
                <a:gd name="connsiteY298" fmla="*/ 225274 h 257756"/>
                <a:gd name="connsiteX299" fmla="*/ 2912392 w 2912392"/>
                <a:gd name="connsiteY299" fmla="*/ 232278 h 257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257756">
                  <a:moveTo>
                    <a:pt x="0" y="128264"/>
                  </a:moveTo>
                  <a:lnTo>
                    <a:pt x="9739" y="121640"/>
                  </a:lnTo>
                  <a:lnTo>
                    <a:pt x="19480" y="115156"/>
                  </a:lnTo>
                  <a:lnTo>
                    <a:pt x="29221" y="108818"/>
                  </a:lnTo>
                  <a:lnTo>
                    <a:pt x="38961" y="102632"/>
                  </a:lnTo>
                  <a:lnTo>
                    <a:pt x="48702" y="96602"/>
                  </a:lnTo>
                  <a:lnTo>
                    <a:pt x="58443" y="90735"/>
                  </a:lnTo>
                  <a:lnTo>
                    <a:pt x="68182" y="85035"/>
                  </a:lnTo>
                  <a:lnTo>
                    <a:pt x="77923" y="79504"/>
                  </a:lnTo>
                  <a:lnTo>
                    <a:pt x="87664" y="74146"/>
                  </a:lnTo>
                  <a:lnTo>
                    <a:pt x="97404" y="68967"/>
                  </a:lnTo>
                  <a:lnTo>
                    <a:pt x="107145" y="63967"/>
                  </a:lnTo>
                  <a:lnTo>
                    <a:pt x="116886" y="59149"/>
                  </a:lnTo>
                  <a:lnTo>
                    <a:pt x="126625" y="54517"/>
                  </a:lnTo>
                  <a:lnTo>
                    <a:pt x="136366" y="50071"/>
                  </a:lnTo>
                  <a:lnTo>
                    <a:pt x="146107" y="45813"/>
                  </a:lnTo>
                  <a:lnTo>
                    <a:pt x="155846" y="41746"/>
                  </a:lnTo>
                  <a:lnTo>
                    <a:pt x="165587" y="37867"/>
                  </a:lnTo>
                  <a:lnTo>
                    <a:pt x="175328" y="34181"/>
                  </a:lnTo>
                  <a:lnTo>
                    <a:pt x="185068" y="30687"/>
                  </a:lnTo>
                  <a:lnTo>
                    <a:pt x="194809" y="27384"/>
                  </a:lnTo>
                  <a:lnTo>
                    <a:pt x="204550" y="24273"/>
                  </a:lnTo>
                  <a:lnTo>
                    <a:pt x="214289" y="21355"/>
                  </a:lnTo>
                  <a:lnTo>
                    <a:pt x="224030" y="18628"/>
                  </a:lnTo>
                  <a:lnTo>
                    <a:pt x="233771" y="16091"/>
                  </a:lnTo>
                  <a:lnTo>
                    <a:pt x="243510" y="13744"/>
                  </a:lnTo>
                  <a:lnTo>
                    <a:pt x="253251" y="11587"/>
                  </a:lnTo>
                  <a:lnTo>
                    <a:pt x="262992" y="9619"/>
                  </a:lnTo>
                  <a:lnTo>
                    <a:pt x="272732" y="7837"/>
                  </a:lnTo>
                  <a:lnTo>
                    <a:pt x="282473" y="6241"/>
                  </a:lnTo>
                  <a:lnTo>
                    <a:pt x="292214" y="4829"/>
                  </a:lnTo>
                  <a:lnTo>
                    <a:pt x="301953" y="3601"/>
                  </a:lnTo>
                  <a:lnTo>
                    <a:pt x="311694" y="2555"/>
                  </a:lnTo>
                  <a:lnTo>
                    <a:pt x="321435" y="1690"/>
                  </a:lnTo>
                  <a:lnTo>
                    <a:pt x="331175" y="1003"/>
                  </a:lnTo>
                  <a:lnTo>
                    <a:pt x="340916" y="495"/>
                  </a:lnTo>
                  <a:lnTo>
                    <a:pt x="350656" y="159"/>
                  </a:lnTo>
                  <a:lnTo>
                    <a:pt x="360396" y="0"/>
                  </a:lnTo>
                  <a:lnTo>
                    <a:pt x="370137" y="13"/>
                  </a:lnTo>
                  <a:lnTo>
                    <a:pt x="379878" y="197"/>
                  </a:lnTo>
                  <a:lnTo>
                    <a:pt x="389617" y="548"/>
                  </a:lnTo>
                  <a:lnTo>
                    <a:pt x="399358" y="1068"/>
                  </a:lnTo>
                  <a:lnTo>
                    <a:pt x="409099" y="1754"/>
                  </a:lnTo>
                  <a:lnTo>
                    <a:pt x="418839" y="2601"/>
                  </a:lnTo>
                  <a:lnTo>
                    <a:pt x="428580" y="3613"/>
                  </a:lnTo>
                  <a:lnTo>
                    <a:pt x="438321" y="4784"/>
                  </a:lnTo>
                  <a:lnTo>
                    <a:pt x="448060" y="6113"/>
                  </a:lnTo>
                  <a:lnTo>
                    <a:pt x="457801" y="7598"/>
                  </a:lnTo>
                  <a:lnTo>
                    <a:pt x="467542" y="9237"/>
                  </a:lnTo>
                  <a:lnTo>
                    <a:pt x="477281" y="11030"/>
                  </a:lnTo>
                  <a:lnTo>
                    <a:pt x="487022" y="12973"/>
                  </a:lnTo>
                  <a:lnTo>
                    <a:pt x="496763" y="15063"/>
                  </a:lnTo>
                  <a:lnTo>
                    <a:pt x="506503" y="17299"/>
                  </a:lnTo>
                  <a:lnTo>
                    <a:pt x="516244" y="19679"/>
                  </a:lnTo>
                  <a:lnTo>
                    <a:pt x="525985" y="22200"/>
                  </a:lnTo>
                  <a:lnTo>
                    <a:pt x="535724" y="24859"/>
                  </a:lnTo>
                  <a:lnTo>
                    <a:pt x="545465" y="27656"/>
                  </a:lnTo>
                  <a:lnTo>
                    <a:pt x="555206" y="30583"/>
                  </a:lnTo>
                  <a:lnTo>
                    <a:pt x="564946" y="33642"/>
                  </a:lnTo>
                  <a:lnTo>
                    <a:pt x="574687" y="36826"/>
                  </a:lnTo>
                  <a:lnTo>
                    <a:pt x="584428" y="40135"/>
                  </a:lnTo>
                  <a:lnTo>
                    <a:pt x="594167" y="43563"/>
                  </a:lnTo>
                  <a:lnTo>
                    <a:pt x="603908" y="47108"/>
                  </a:lnTo>
                  <a:lnTo>
                    <a:pt x="613649" y="50765"/>
                  </a:lnTo>
                  <a:lnTo>
                    <a:pt x="623388" y="54532"/>
                  </a:lnTo>
                  <a:lnTo>
                    <a:pt x="633129" y="58401"/>
                  </a:lnTo>
                  <a:lnTo>
                    <a:pt x="642870" y="62372"/>
                  </a:lnTo>
                  <a:lnTo>
                    <a:pt x="652610" y="66436"/>
                  </a:lnTo>
                  <a:lnTo>
                    <a:pt x="662351" y="70591"/>
                  </a:lnTo>
                  <a:lnTo>
                    <a:pt x="672092" y="74830"/>
                  </a:lnTo>
                  <a:lnTo>
                    <a:pt x="681831" y="79151"/>
                  </a:lnTo>
                  <a:lnTo>
                    <a:pt x="691572" y="83545"/>
                  </a:lnTo>
                  <a:lnTo>
                    <a:pt x="701313" y="88007"/>
                  </a:lnTo>
                  <a:lnTo>
                    <a:pt x="711052" y="92530"/>
                  </a:lnTo>
                  <a:lnTo>
                    <a:pt x="720793" y="97112"/>
                  </a:lnTo>
                  <a:lnTo>
                    <a:pt x="730534" y="101742"/>
                  </a:lnTo>
                  <a:lnTo>
                    <a:pt x="740274" y="106416"/>
                  </a:lnTo>
                  <a:lnTo>
                    <a:pt x="750015" y="111127"/>
                  </a:lnTo>
                  <a:lnTo>
                    <a:pt x="759756" y="115868"/>
                  </a:lnTo>
                  <a:lnTo>
                    <a:pt x="769495" y="120633"/>
                  </a:lnTo>
                  <a:lnTo>
                    <a:pt x="779236" y="125412"/>
                  </a:lnTo>
                  <a:lnTo>
                    <a:pt x="788977" y="130201"/>
                  </a:lnTo>
                  <a:lnTo>
                    <a:pt x="798717" y="134991"/>
                  </a:lnTo>
                  <a:lnTo>
                    <a:pt x="808458" y="139776"/>
                  </a:lnTo>
                  <a:lnTo>
                    <a:pt x="818199" y="144547"/>
                  </a:lnTo>
                  <a:lnTo>
                    <a:pt x="827938" y="149297"/>
                  </a:lnTo>
                  <a:lnTo>
                    <a:pt x="837679" y="154018"/>
                  </a:lnTo>
                  <a:lnTo>
                    <a:pt x="847420" y="158705"/>
                  </a:lnTo>
                  <a:lnTo>
                    <a:pt x="857159" y="163349"/>
                  </a:lnTo>
                  <a:lnTo>
                    <a:pt x="866900" y="167943"/>
                  </a:lnTo>
                  <a:lnTo>
                    <a:pt x="876641" y="172478"/>
                  </a:lnTo>
                  <a:lnTo>
                    <a:pt x="886381" y="176949"/>
                  </a:lnTo>
                  <a:lnTo>
                    <a:pt x="896122" y="181349"/>
                  </a:lnTo>
                  <a:lnTo>
                    <a:pt x="905863" y="185670"/>
                  </a:lnTo>
                  <a:lnTo>
                    <a:pt x="915602" y="189907"/>
                  </a:lnTo>
                  <a:lnTo>
                    <a:pt x="925343" y="194050"/>
                  </a:lnTo>
                  <a:lnTo>
                    <a:pt x="935084" y="198098"/>
                  </a:lnTo>
                  <a:lnTo>
                    <a:pt x="944824" y="202042"/>
                  </a:lnTo>
                  <a:lnTo>
                    <a:pt x="954564" y="205876"/>
                  </a:lnTo>
                  <a:lnTo>
                    <a:pt x="964305" y="209596"/>
                  </a:lnTo>
                  <a:lnTo>
                    <a:pt x="974045" y="213197"/>
                  </a:lnTo>
                  <a:lnTo>
                    <a:pt x="983786" y="216673"/>
                  </a:lnTo>
                  <a:lnTo>
                    <a:pt x="993522" y="220021"/>
                  </a:lnTo>
                  <a:lnTo>
                    <a:pt x="1003266" y="223236"/>
                  </a:lnTo>
                  <a:lnTo>
                    <a:pt x="1013010" y="226316"/>
                  </a:lnTo>
                  <a:lnTo>
                    <a:pt x="1022754" y="229255"/>
                  </a:lnTo>
                  <a:lnTo>
                    <a:pt x="1032483" y="232053"/>
                  </a:lnTo>
                  <a:lnTo>
                    <a:pt x="1042227" y="234707"/>
                  </a:lnTo>
                  <a:lnTo>
                    <a:pt x="1051971" y="237214"/>
                  </a:lnTo>
                  <a:lnTo>
                    <a:pt x="1061715" y="239574"/>
                  </a:lnTo>
                  <a:lnTo>
                    <a:pt x="1071444" y="241785"/>
                  </a:lnTo>
                  <a:lnTo>
                    <a:pt x="1081188" y="243847"/>
                  </a:lnTo>
                  <a:lnTo>
                    <a:pt x="1090932" y="245759"/>
                  </a:lnTo>
                  <a:lnTo>
                    <a:pt x="1100676" y="247523"/>
                  </a:lnTo>
                  <a:lnTo>
                    <a:pt x="1110405" y="249138"/>
                  </a:lnTo>
                  <a:lnTo>
                    <a:pt x="1120149" y="250605"/>
                  </a:lnTo>
                  <a:lnTo>
                    <a:pt x="1129893" y="251927"/>
                  </a:lnTo>
                  <a:lnTo>
                    <a:pt x="1139637" y="253105"/>
                  </a:lnTo>
                  <a:lnTo>
                    <a:pt x="1149381" y="254142"/>
                  </a:lnTo>
                  <a:lnTo>
                    <a:pt x="1159110" y="255041"/>
                  </a:lnTo>
                  <a:lnTo>
                    <a:pt x="1168854" y="255804"/>
                  </a:lnTo>
                  <a:lnTo>
                    <a:pt x="1178598" y="256435"/>
                  </a:lnTo>
                  <a:lnTo>
                    <a:pt x="1188341" y="256937"/>
                  </a:lnTo>
                  <a:lnTo>
                    <a:pt x="1198070" y="257317"/>
                  </a:lnTo>
                  <a:lnTo>
                    <a:pt x="1207814" y="257577"/>
                  </a:lnTo>
                  <a:lnTo>
                    <a:pt x="1217558" y="257723"/>
                  </a:lnTo>
                  <a:lnTo>
                    <a:pt x="1227302" y="257757"/>
                  </a:lnTo>
                  <a:lnTo>
                    <a:pt x="1237031" y="257687"/>
                  </a:lnTo>
                  <a:lnTo>
                    <a:pt x="1246775" y="257518"/>
                  </a:lnTo>
                  <a:lnTo>
                    <a:pt x="1256519" y="257256"/>
                  </a:lnTo>
                  <a:lnTo>
                    <a:pt x="1266263" y="256905"/>
                  </a:lnTo>
                  <a:lnTo>
                    <a:pt x="1276007" y="256471"/>
                  </a:lnTo>
                  <a:lnTo>
                    <a:pt x="1285736" y="255962"/>
                  </a:lnTo>
                  <a:lnTo>
                    <a:pt x="1295480" y="255380"/>
                  </a:lnTo>
                  <a:lnTo>
                    <a:pt x="1305224" y="254735"/>
                  </a:lnTo>
                  <a:lnTo>
                    <a:pt x="1314968" y="254031"/>
                  </a:lnTo>
                  <a:lnTo>
                    <a:pt x="1324697" y="253274"/>
                  </a:lnTo>
                  <a:lnTo>
                    <a:pt x="1334441" y="252469"/>
                  </a:lnTo>
                  <a:lnTo>
                    <a:pt x="1344185" y="251624"/>
                  </a:lnTo>
                  <a:lnTo>
                    <a:pt x="1353929" y="250742"/>
                  </a:lnTo>
                  <a:lnTo>
                    <a:pt x="1363658" y="249831"/>
                  </a:lnTo>
                  <a:lnTo>
                    <a:pt x="1373402" y="248895"/>
                  </a:lnTo>
                  <a:lnTo>
                    <a:pt x="1383146" y="247940"/>
                  </a:lnTo>
                  <a:lnTo>
                    <a:pt x="1392890" y="246969"/>
                  </a:lnTo>
                  <a:lnTo>
                    <a:pt x="1402619" y="245990"/>
                  </a:lnTo>
                  <a:lnTo>
                    <a:pt x="1412363" y="245003"/>
                  </a:lnTo>
                  <a:lnTo>
                    <a:pt x="1422106" y="244017"/>
                  </a:lnTo>
                  <a:lnTo>
                    <a:pt x="1431850" y="243034"/>
                  </a:lnTo>
                  <a:lnTo>
                    <a:pt x="1441594" y="242056"/>
                  </a:lnTo>
                  <a:lnTo>
                    <a:pt x="1451323" y="241089"/>
                  </a:lnTo>
                  <a:lnTo>
                    <a:pt x="1461067" y="240136"/>
                  </a:lnTo>
                  <a:lnTo>
                    <a:pt x="1470811" y="239197"/>
                  </a:lnTo>
                  <a:lnTo>
                    <a:pt x="1480555" y="238278"/>
                  </a:lnTo>
                  <a:lnTo>
                    <a:pt x="1490284" y="237379"/>
                  </a:lnTo>
                  <a:lnTo>
                    <a:pt x="1500028" y="236504"/>
                  </a:lnTo>
                  <a:lnTo>
                    <a:pt x="1509772" y="235650"/>
                  </a:lnTo>
                  <a:lnTo>
                    <a:pt x="1519516" y="234823"/>
                  </a:lnTo>
                  <a:lnTo>
                    <a:pt x="1529245" y="234021"/>
                  </a:lnTo>
                  <a:lnTo>
                    <a:pt x="1538989" y="233245"/>
                  </a:lnTo>
                  <a:lnTo>
                    <a:pt x="1548733" y="232496"/>
                  </a:lnTo>
                  <a:lnTo>
                    <a:pt x="1558477" y="231772"/>
                  </a:lnTo>
                  <a:lnTo>
                    <a:pt x="1568221" y="231074"/>
                  </a:lnTo>
                  <a:lnTo>
                    <a:pt x="1577950" y="230401"/>
                  </a:lnTo>
                  <a:lnTo>
                    <a:pt x="1587694" y="229751"/>
                  </a:lnTo>
                  <a:lnTo>
                    <a:pt x="1597438" y="229125"/>
                  </a:lnTo>
                  <a:lnTo>
                    <a:pt x="1607182" y="228519"/>
                  </a:lnTo>
                  <a:lnTo>
                    <a:pt x="1616911" y="227932"/>
                  </a:lnTo>
                  <a:lnTo>
                    <a:pt x="1626655" y="227363"/>
                  </a:lnTo>
                  <a:lnTo>
                    <a:pt x="1636399" y="226807"/>
                  </a:lnTo>
                  <a:lnTo>
                    <a:pt x="1646142" y="226263"/>
                  </a:lnTo>
                  <a:lnTo>
                    <a:pt x="1655872" y="225729"/>
                  </a:lnTo>
                  <a:lnTo>
                    <a:pt x="1665616" y="225201"/>
                  </a:lnTo>
                  <a:lnTo>
                    <a:pt x="1675359" y="224678"/>
                  </a:lnTo>
                  <a:lnTo>
                    <a:pt x="1685103" y="224154"/>
                  </a:lnTo>
                  <a:lnTo>
                    <a:pt x="1694832" y="223628"/>
                  </a:lnTo>
                  <a:lnTo>
                    <a:pt x="1704576" y="223096"/>
                  </a:lnTo>
                  <a:lnTo>
                    <a:pt x="1714320" y="222554"/>
                  </a:lnTo>
                  <a:lnTo>
                    <a:pt x="1724064" y="221999"/>
                  </a:lnTo>
                  <a:lnTo>
                    <a:pt x="1733808" y="221429"/>
                  </a:lnTo>
                  <a:lnTo>
                    <a:pt x="1743537" y="220839"/>
                  </a:lnTo>
                  <a:lnTo>
                    <a:pt x="1753281" y="220225"/>
                  </a:lnTo>
                  <a:lnTo>
                    <a:pt x="1763025" y="219586"/>
                  </a:lnTo>
                  <a:lnTo>
                    <a:pt x="1772769" y="218917"/>
                  </a:lnTo>
                  <a:lnTo>
                    <a:pt x="1782498" y="218214"/>
                  </a:lnTo>
                  <a:lnTo>
                    <a:pt x="1792242" y="217476"/>
                  </a:lnTo>
                  <a:lnTo>
                    <a:pt x="1801986" y="216698"/>
                  </a:lnTo>
                  <a:lnTo>
                    <a:pt x="1811730" y="215879"/>
                  </a:lnTo>
                  <a:lnTo>
                    <a:pt x="1821459" y="215013"/>
                  </a:lnTo>
                  <a:lnTo>
                    <a:pt x="1831203" y="214101"/>
                  </a:lnTo>
                  <a:lnTo>
                    <a:pt x="1840947" y="213140"/>
                  </a:lnTo>
                  <a:lnTo>
                    <a:pt x="1850691" y="212126"/>
                  </a:lnTo>
                  <a:lnTo>
                    <a:pt x="1860435" y="211056"/>
                  </a:lnTo>
                  <a:lnTo>
                    <a:pt x="1870164" y="209931"/>
                  </a:lnTo>
                  <a:lnTo>
                    <a:pt x="1879908" y="208748"/>
                  </a:lnTo>
                  <a:lnTo>
                    <a:pt x="1889652" y="207504"/>
                  </a:lnTo>
                  <a:lnTo>
                    <a:pt x="1899395" y="206200"/>
                  </a:lnTo>
                  <a:lnTo>
                    <a:pt x="1909124" y="204834"/>
                  </a:lnTo>
                  <a:lnTo>
                    <a:pt x="1918868" y="203404"/>
                  </a:lnTo>
                  <a:lnTo>
                    <a:pt x="1928612" y="201911"/>
                  </a:lnTo>
                  <a:lnTo>
                    <a:pt x="1938356" y="200354"/>
                  </a:lnTo>
                  <a:lnTo>
                    <a:pt x="1948085" y="198732"/>
                  </a:lnTo>
                  <a:lnTo>
                    <a:pt x="1957829" y="197046"/>
                  </a:lnTo>
                  <a:lnTo>
                    <a:pt x="1967573" y="195296"/>
                  </a:lnTo>
                  <a:lnTo>
                    <a:pt x="1977317" y="193483"/>
                  </a:lnTo>
                  <a:lnTo>
                    <a:pt x="1987046" y="191607"/>
                  </a:lnTo>
                  <a:lnTo>
                    <a:pt x="1996790" y="189669"/>
                  </a:lnTo>
                  <a:lnTo>
                    <a:pt x="2006534" y="187669"/>
                  </a:lnTo>
                  <a:lnTo>
                    <a:pt x="2016278" y="185612"/>
                  </a:lnTo>
                  <a:lnTo>
                    <a:pt x="2026022" y="183497"/>
                  </a:lnTo>
                  <a:lnTo>
                    <a:pt x="2035751" y="181327"/>
                  </a:lnTo>
                  <a:lnTo>
                    <a:pt x="2045495" y="179101"/>
                  </a:lnTo>
                  <a:lnTo>
                    <a:pt x="2055239" y="176826"/>
                  </a:lnTo>
                  <a:lnTo>
                    <a:pt x="2064983" y="174501"/>
                  </a:lnTo>
                  <a:lnTo>
                    <a:pt x="2074712" y="172129"/>
                  </a:lnTo>
                  <a:lnTo>
                    <a:pt x="2084456" y="169716"/>
                  </a:lnTo>
                  <a:lnTo>
                    <a:pt x="2094200" y="167260"/>
                  </a:lnTo>
                  <a:lnTo>
                    <a:pt x="2103944" y="164769"/>
                  </a:lnTo>
                  <a:lnTo>
                    <a:pt x="2113673" y="162244"/>
                  </a:lnTo>
                  <a:lnTo>
                    <a:pt x="2123417" y="159689"/>
                  </a:lnTo>
                  <a:lnTo>
                    <a:pt x="2133161" y="157105"/>
                  </a:lnTo>
                  <a:lnTo>
                    <a:pt x="2142905" y="154501"/>
                  </a:lnTo>
                  <a:lnTo>
                    <a:pt x="2152649" y="151876"/>
                  </a:lnTo>
                  <a:lnTo>
                    <a:pt x="2162377" y="149237"/>
                  </a:lnTo>
                  <a:lnTo>
                    <a:pt x="2172121" y="146588"/>
                  </a:lnTo>
                  <a:lnTo>
                    <a:pt x="2181865" y="143932"/>
                  </a:lnTo>
                  <a:lnTo>
                    <a:pt x="2191609" y="141274"/>
                  </a:lnTo>
                  <a:lnTo>
                    <a:pt x="2201338" y="138619"/>
                  </a:lnTo>
                  <a:lnTo>
                    <a:pt x="2211082" y="135970"/>
                  </a:lnTo>
                  <a:lnTo>
                    <a:pt x="2220826" y="133333"/>
                  </a:lnTo>
                  <a:lnTo>
                    <a:pt x="2230570" y="130712"/>
                  </a:lnTo>
                  <a:lnTo>
                    <a:pt x="2240299" y="128112"/>
                  </a:lnTo>
                  <a:lnTo>
                    <a:pt x="2250043" y="125539"/>
                  </a:lnTo>
                  <a:lnTo>
                    <a:pt x="2259787" y="122996"/>
                  </a:lnTo>
                  <a:lnTo>
                    <a:pt x="2269531" y="120490"/>
                  </a:lnTo>
                  <a:lnTo>
                    <a:pt x="2279260" y="118022"/>
                  </a:lnTo>
                  <a:lnTo>
                    <a:pt x="2289004" y="115603"/>
                  </a:lnTo>
                  <a:lnTo>
                    <a:pt x="2298748" y="113232"/>
                  </a:lnTo>
                  <a:lnTo>
                    <a:pt x="2308492" y="110917"/>
                  </a:lnTo>
                  <a:lnTo>
                    <a:pt x="2318236" y="108664"/>
                  </a:lnTo>
                  <a:lnTo>
                    <a:pt x="2327965" y="106476"/>
                  </a:lnTo>
                  <a:lnTo>
                    <a:pt x="2337709" y="104358"/>
                  </a:lnTo>
                  <a:lnTo>
                    <a:pt x="2347453" y="102316"/>
                  </a:lnTo>
                  <a:lnTo>
                    <a:pt x="2357197" y="100354"/>
                  </a:lnTo>
                  <a:lnTo>
                    <a:pt x="2366926" y="98478"/>
                  </a:lnTo>
                  <a:lnTo>
                    <a:pt x="2376670" y="96693"/>
                  </a:lnTo>
                  <a:lnTo>
                    <a:pt x="2386413" y="95002"/>
                  </a:lnTo>
                  <a:lnTo>
                    <a:pt x="2396157" y="93412"/>
                  </a:lnTo>
                  <a:lnTo>
                    <a:pt x="2405886" y="91925"/>
                  </a:lnTo>
                  <a:lnTo>
                    <a:pt x="2415630" y="90550"/>
                  </a:lnTo>
                  <a:lnTo>
                    <a:pt x="2425374" y="89287"/>
                  </a:lnTo>
                  <a:lnTo>
                    <a:pt x="2435118" y="88142"/>
                  </a:lnTo>
                  <a:lnTo>
                    <a:pt x="2444862" y="87122"/>
                  </a:lnTo>
                  <a:lnTo>
                    <a:pt x="2454591" y="86228"/>
                  </a:lnTo>
                  <a:lnTo>
                    <a:pt x="2464335" y="85465"/>
                  </a:lnTo>
                  <a:lnTo>
                    <a:pt x="2474079" y="84839"/>
                  </a:lnTo>
                  <a:lnTo>
                    <a:pt x="2483823" y="84352"/>
                  </a:lnTo>
                  <a:lnTo>
                    <a:pt x="2493552" y="84008"/>
                  </a:lnTo>
                  <a:lnTo>
                    <a:pt x="2503296" y="83811"/>
                  </a:lnTo>
                  <a:lnTo>
                    <a:pt x="2513040" y="83767"/>
                  </a:lnTo>
                  <a:lnTo>
                    <a:pt x="2522784" y="83874"/>
                  </a:lnTo>
                  <a:lnTo>
                    <a:pt x="2532513" y="84141"/>
                  </a:lnTo>
                  <a:lnTo>
                    <a:pt x="2542257" y="84568"/>
                  </a:lnTo>
                  <a:lnTo>
                    <a:pt x="2552001" y="85160"/>
                  </a:lnTo>
                  <a:lnTo>
                    <a:pt x="2561745" y="85918"/>
                  </a:lnTo>
                  <a:lnTo>
                    <a:pt x="2571474" y="86845"/>
                  </a:lnTo>
                  <a:lnTo>
                    <a:pt x="2581218" y="87944"/>
                  </a:lnTo>
                  <a:lnTo>
                    <a:pt x="2590962" y="89217"/>
                  </a:lnTo>
                  <a:lnTo>
                    <a:pt x="2600705" y="90668"/>
                  </a:lnTo>
                  <a:lnTo>
                    <a:pt x="2610449" y="92295"/>
                  </a:lnTo>
                  <a:lnTo>
                    <a:pt x="2620178" y="94103"/>
                  </a:lnTo>
                  <a:lnTo>
                    <a:pt x="2629922" y="96093"/>
                  </a:lnTo>
                  <a:lnTo>
                    <a:pt x="2639666" y="98266"/>
                  </a:lnTo>
                  <a:lnTo>
                    <a:pt x="2649410" y="100622"/>
                  </a:lnTo>
                  <a:lnTo>
                    <a:pt x="2659139" y="103164"/>
                  </a:lnTo>
                  <a:lnTo>
                    <a:pt x="2668883" y="105892"/>
                  </a:lnTo>
                  <a:lnTo>
                    <a:pt x="2678627" y="108806"/>
                  </a:lnTo>
                  <a:lnTo>
                    <a:pt x="2688371" y="111906"/>
                  </a:lnTo>
                  <a:lnTo>
                    <a:pt x="2698100" y="115193"/>
                  </a:lnTo>
                  <a:lnTo>
                    <a:pt x="2707844" y="118666"/>
                  </a:lnTo>
                  <a:lnTo>
                    <a:pt x="2717588" y="122325"/>
                  </a:lnTo>
                  <a:lnTo>
                    <a:pt x="2727332" y="126171"/>
                  </a:lnTo>
                  <a:lnTo>
                    <a:pt x="2737076" y="130199"/>
                  </a:lnTo>
                  <a:lnTo>
                    <a:pt x="2746805" y="134413"/>
                  </a:lnTo>
                  <a:lnTo>
                    <a:pt x="2756549" y="138809"/>
                  </a:lnTo>
                  <a:lnTo>
                    <a:pt x="2766293" y="143386"/>
                  </a:lnTo>
                  <a:lnTo>
                    <a:pt x="2776037" y="148144"/>
                  </a:lnTo>
                  <a:lnTo>
                    <a:pt x="2785766" y="153078"/>
                  </a:lnTo>
                  <a:lnTo>
                    <a:pt x="2795510" y="158190"/>
                  </a:lnTo>
                  <a:lnTo>
                    <a:pt x="2805254" y="163475"/>
                  </a:lnTo>
                  <a:lnTo>
                    <a:pt x="2814998" y="168931"/>
                  </a:lnTo>
                  <a:lnTo>
                    <a:pt x="2824727" y="174555"/>
                  </a:lnTo>
                  <a:lnTo>
                    <a:pt x="2834471" y="180346"/>
                  </a:lnTo>
                  <a:lnTo>
                    <a:pt x="2844215" y="186300"/>
                  </a:lnTo>
                  <a:lnTo>
                    <a:pt x="2853958" y="192414"/>
                  </a:lnTo>
                  <a:lnTo>
                    <a:pt x="2863687" y="198687"/>
                  </a:lnTo>
                  <a:lnTo>
                    <a:pt x="2873431" y="205111"/>
                  </a:lnTo>
                  <a:lnTo>
                    <a:pt x="2883175" y="211688"/>
                  </a:lnTo>
                  <a:lnTo>
                    <a:pt x="2892919" y="218410"/>
                  </a:lnTo>
                  <a:lnTo>
                    <a:pt x="2902663" y="225274"/>
                  </a:lnTo>
                  <a:lnTo>
                    <a:pt x="2912392" y="23227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8" name="Freeform 687">
              <a:extLst>
                <a:ext uri="{FF2B5EF4-FFF2-40B4-BE49-F238E27FC236}">
                  <a16:creationId xmlns:a16="http://schemas.microsoft.com/office/drawing/2014/main" id="{5C7CAD7B-BE72-CEC2-551E-8843BCFADC0C}"/>
                </a:ext>
              </a:extLst>
            </p:cNvPr>
            <p:cNvSpPr/>
            <p:nvPr/>
          </p:nvSpPr>
          <p:spPr>
            <a:xfrm>
              <a:off x="576446" y="3509083"/>
              <a:ext cx="2912392" cy="252168"/>
            </a:xfrm>
            <a:custGeom>
              <a:avLst/>
              <a:gdLst>
                <a:gd name="connsiteX0" fmla="*/ 0 w 2912392"/>
                <a:gd name="connsiteY0" fmla="*/ 151527 h 252168"/>
                <a:gd name="connsiteX1" fmla="*/ 9739 w 2912392"/>
                <a:gd name="connsiteY1" fmla="*/ 151447 h 252168"/>
                <a:gd name="connsiteX2" fmla="*/ 19480 w 2912392"/>
                <a:gd name="connsiteY2" fmla="*/ 151523 h 252168"/>
                <a:gd name="connsiteX3" fmla="*/ 29221 w 2912392"/>
                <a:gd name="connsiteY3" fmla="*/ 151746 h 252168"/>
                <a:gd name="connsiteX4" fmla="*/ 38961 w 2912392"/>
                <a:gd name="connsiteY4" fmla="*/ 152105 h 252168"/>
                <a:gd name="connsiteX5" fmla="*/ 48702 w 2912392"/>
                <a:gd name="connsiteY5" fmla="*/ 152591 h 252168"/>
                <a:gd name="connsiteX6" fmla="*/ 58443 w 2912392"/>
                <a:gd name="connsiteY6" fmla="*/ 153191 h 252168"/>
                <a:gd name="connsiteX7" fmla="*/ 68182 w 2912392"/>
                <a:gd name="connsiteY7" fmla="*/ 153895 h 252168"/>
                <a:gd name="connsiteX8" fmla="*/ 77923 w 2912392"/>
                <a:gd name="connsiteY8" fmla="*/ 154690 h 252168"/>
                <a:gd name="connsiteX9" fmla="*/ 87664 w 2912392"/>
                <a:gd name="connsiteY9" fmla="*/ 155568 h 252168"/>
                <a:gd name="connsiteX10" fmla="*/ 97404 w 2912392"/>
                <a:gd name="connsiteY10" fmla="*/ 156515 h 252168"/>
                <a:gd name="connsiteX11" fmla="*/ 107145 w 2912392"/>
                <a:gd name="connsiteY11" fmla="*/ 157521 h 252168"/>
                <a:gd name="connsiteX12" fmla="*/ 116886 w 2912392"/>
                <a:gd name="connsiteY12" fmla="*/ 158576 h 252168"/>
                <a:gd name="connsiteX13" fmla="*/ 126625 w 2912392"/>
                <a:gd name="connsiteY13" fmla="*/ 159669 h 252168"/>
                <a:gd name="connsiteX14" fmla="*/ 136366 w 2912392"/>
                <a:gd name="connsiteY14" fmla="*/ 160791 h 252168"/>
                <a:gd name="connsiteX15" fmla="*/ 146107 w 2912392"/>
                <a:gd name="connsiteY15" fmla="*/ 161931 h 252168"/>
                <a:gd name="connsiteX16" fmla="*/ 155846 w 2912392"/>
                <a:gd name="connsiteY16" fmla="*/ 163080 h 252168"/>
                <a:gd name="connsiteX17" fmla="*/ 165587 w 2912392"/>
                <a:gd name="connsiteY17" fmla="*/ 164229 h 252168"/>
                <a:gd name="connsiteX18" fmla="*/ 175328 w 2912392"/>
                <a:gd name="connsiteY18" fmla="*/ 165368 h 252168"/>
                <a:gd name="connsiteX19" fmla="*/ 185068 w 2912392"/>
                <a:gd name="connsiteY19" fmla="*/ 166490 h 252168"/>
                <a:gd name="connsiteX20" fmla="*/ 194809 w 2912392"/>
                <a:gd name="connsiteY20" fmla="*/ 167588 h 252168"/>
                <a:gd name="connsiteX21" fmla="*/ 204550 w 2912392"/>
                <a:gd name="connsiteY21" fmla="*/ 168655 h 252168"/>
                <a:gd name="connsiteX22" fmla="*/ 214289 w 2912392"/>
                <a:gd name="connsiteY22" fmla="*/ 169685 h 252168"/>
                <a:gd name="connsiteX23" fmla="*/ 224030 w 2912392"/>
                <a:gd name="connsiteY23" fmla="*/ 170669 h 252168"/>
                <a:gd name="connsiteX24" fmla="*/ 233771 w 2912392"/>
                <a:gd name="connsiteY24" fmla="*/ 171607 h 252168"/>
                <a:gd name="connsiteX25" fmla="*/ 243510 w 2912392"/>
                <a:gd name="connsiteY25" fmla="*/ 172490 h 252168"/>
                <a:gd name="connsiteX26" fmla="*/ 253251 w 2912392"/>
                <a:gd name="connsiteY26" fmla="*/ 173317 h 252168"/>
                <a:gd name="connsiteX27" fmla="*/ 262992 w 2912392"/>
                <a:gd name="connsiteY27" fmla="*/ 174083 h 252168"/>
                <a:gd name="connsiteX28" fmla="*/ 272732 w 2912392"/>
                <a:gd name="connsiteY28" fmla="*/ 174786 h 252168"/>
                <a:gd name="connsiteX29" fmla="*/ 282473 w 2912392"/>
                <a:gd name="connsiteY29" fmla="*/ 175424 h 252168"/>
                <a:gd name="connsiteX30" fmla="*/ 292214 w 2912392"/>
                <a:gd name="connsiteY30" fmla="*/ 175996 h 252168"/>
                <a:gd name="connsiteX31" fmla="*/ 301953 w 2912392"/>
                <a:gd name="connsiteY31" fmla="*/ 176501 h 252168"/>
                <a:gd name="connsiteX32" fmla="*/ 311694 w 2912392"/>
                <a:gd name="connsiteY32" fmla="*/ 176940 h 252168"/>
                <a:gd name="connsiteX33" fmla="*/ 321435 w 2912392"/>
                <a:gd name="connsiteY33" fmla="*/ 177313 h 252168"/>
                <a:gd name="connsiteX34" fmla="*/ 331175 w 2912392"/>
                <a:gd name="connsiteY34" fmla="*/ 177620 h 252168"/>
                <a:gd name="connsiteX35" fmla="*/ 340916 w 2912392"/>
                <a:gd name="connsiteY35" fmla="*/ 177864 h 252168"/>
                <a:gd name="connsiteX36" fmla="*/ 350656 w 2912392"/>
                <a:gd name="connsiteY36" fmla="*/ 178047 h 252168"/>
                <a:gd name="connsiteX37" fmla="*/ 360396 w 2912392"/>
                <a:gd name="connsiteY37" fmla="*/ 178171 h 252168"/>
                <a:gd name="connsiteX38" fmla="*/ 370137 w 2912392"/>
                <a:gd name="connsiteY38" fmla="*/ 178241 h 252168"/>
                <a:gd name="connsiteX39" fmla="*/ 379878 w 2912392"/>
                <a:gd name="connsiteY39" fmla="*/ 178259 h 252168"/>
                <a:gd name="connsiteX40" fmla="*/ 389617 w 2912392"/>
                <a:gd name="connsiteY40" fmla="*/ 178231 h 252168"/>
                <a:gd name="connsiteX41" fmla="*/ 399358 w 2912392"/>
                <a:gd name="connsiteY41" fmla="*/ 178158 h 252168"/>
                <a:gd name="connsiteX42" fmla="*/ 409099 w 2912392"/>
                <a:gd name="connsiteY42" fmla="*/ 178047 h 252168"/>
                <a:gd name="connsiteX43" fmla="*/ 418839 w 2912392"/>
                <a:gd name="connsiteY43" fmla="*/ 177903 h 252168"/>
                <a:gd name="connsiteX44" fmla="*/ 428580 w 2912392"/>
                <a:gd name="connsiteY44" fmla="*/ 177730 h 252168"/>
                <a:gd name="connsiteX45" fmla="*/ 438321 w 2912392"/>
                <a:gd name="connsiteY45" fmla="*/ 177535 h 252168"/>
                <a:gd name="connsiteX46" fmla="*/ 448060 w 2912392"/>
                <a:gd name="connsiteY46" fmla="*/ 177320 h 252168"/>
                <a:gd name="connsiteX47" fmla="*/ 457801 w 2912392"/>
                <a:gd name="connsiteY47" fmla="*/ 177094 h 252168"/>
                <a:gd name="connsiteX48" fmla="*/ 467542 w 2912392"/>
                <a:gd name="connsiteY48" fmla="*/ 176861 h 252168"/>
                <a:gd name="connsiteX49" fmla="*/ 477281 w 2912392"/>
                <a:gd name="connsiteY49" fmla="*/ 176628 h 252168"/>
                <a:gd name="connsiteX50" fmla="*/ 487022 w 2912392"/>
                <a:gd name="connsiteY50" fmla="*/ 176397 h 252168"/>
                <a:gd name="connsiteX51" fmla="*/ 496763 w 2912392"/>
                <a:gd name="connsiteY51" fmla="*/ 176175 h 252168"/>
                <a:gd name="connsiteX52" fmla="*/ 506503 w 2912392"/>
                <a:gd name="connsiteY52" fmla="*/ 175967 h 252168"/>
                <a:gd name="connsiteX53" fmla="*/ 516244 w 2912392"/>
                <a:gd name="connsiteY53" fmla="*/ 175778 h 252168"/>
                <a:gd name="connsiteX54" fmla="*/ 525985 w 2912392"/>
                <a:gd name="connsiteY54" fmla="*/ 175614 h 252168"/>
                <a:gd name="connsiteX55" fmla="*/ 535724 w 2912392"/>
                <a:gd name="connsiteY55" fmla="*/ 175476 h 252168"/>
                <a:gd name="connsiteX56" fmla="*/ 545465 w 2912392"/>
                <a:gd name="connsiteY56" fmla="*/ 175370 h 252168"/>
                <a:gd name="connsiteX57" fmla="*/ 555206 w 2912392"/>
                <a:gd name="connsiteY57" fmla="*/ 175300 h 252168"/>
                <a:gd name="connsiteX58" fmla="*/ 564946 w 2912392"/>
                <a:gd name="connsiteY58" fmla="*/ 175267 h 252168"/>
                <a:gd name="connsiteX59" fmla="*/ 574687 w 2912392"/>
                <a:gd name="connsiteY59" fmla="*/ 175276 h 252168"/>
                <a:gd name="connsiteX60" fmla="*/ 584428 w 2912392"/>
                <a:gd name="connsiteY60" fmla="*/ 175328 h 252168"/>
                <a:gd name="connsiteX61" fmla="*/ 594167 w 2912392"/>
                <a:gd name="connsiteY61" fmla="*/ 175427 h 252168"/>
                <a:gd name="connsiteX62" fmla="*/ 603908 w 2912392"/>
                <a:gd name="connsiteY62" fmla="*/ 175570 h 252168"/>
                <a:gd name="connsiteX63" fmla="*/ 613649 w 2912392"/>
                <a:gd name="connsiteY63" fmla="*/ 175760 h 252168"/>
                <a:gd name="connsiteX64" fmla="*/ 623388 w 2912392"/>
                <a:gd name="connsiteY64" fmla="*/ 175997 h 252168"/>
                <a:gd name="connsiteX65" fmla="*/ 633129 w 2912392"/>
                <a:gd name="connsiteY65" fmla="*/ 176283 h 252168"/>
                <a:gd name="connsiteX66" fmla="*/ 642870 w 2912392"/>
                <a:gd name="connsiteY66" fmla="*/ 176614 h 252168"/>
                <a:gd name="connsiteX67" fmla="*/ 652610 w 2912392"/>
                <a:gd name="connsiteY67" fmla="*/ 176990 h 252168"/>
                <a:gd name="connsiteX68" fmla="*/ 662351 w 2912392"/>
                <a:gd name="connsiteY68" fmla="*/ 177407 h 252168"/>
                <a:gd name="connsiteX69" fmla="*/ 672092 w 2912392"/>
                <a:gd name="connsiteY69" fmla="*/ 177866 h 252168"/>
                <a:gd name="connsiteX70" fmla="*/ 681831 w 2912392"/>
                <a:gd name="connsiteY70" fmla="*/ 178362 h 252168"/>
                <a:gd name="connsiteX71" fmla="*/ 691572 w 2912392"/>
                <a:gd name="connsiteY71" fmla="*/ 178891 h 252168"/>
                <a:gd name="connsiteX72" fmla="*/ 701313 w 2912392"/>
                <a:gd name="connsiteY72" fmla="*/ 179449 h 252168"/>
                <a:gd name="connsiteX73" fmla="*/ 711052 w 2912392"/>
                <a:gd name="connsiteY73" fmla="*/ 180033 h 252168"/>
                <a:gd name="connsiteX74" fmla="*/ 720793 w 2912392"/>
                <a:gd name="connsiteY74" fmla="*/ 180637 h 252168"/>
                <a:gd name="connsiteX75" fmla="*/ 730534 w 2912392"/>
                <a:gd name="connsiteY75" fmla="*/ 181255 h 252168"/>
                <a:gd name="connsiteX76" fmla="*/ 740274 w 2912392"/>
                <a:gd name="connsiteY76" fmla="*/ 181882 h 252168"/>
                <a:gd name="connsiteX77" fmla="*/ 750015 w 2912392"/>
                <a:gd name="connsiteY77" fmla="*/ 182511 h 252168"/>
                <a:gd name="connsiteX78" fmla="*/ 759756 w 2912392"/>
                <a:gd name="connsiteY78" fmla="*/ 183138 h 252168"/>
                <a:gd name="connsiteX79" fmla="*/ 769495 w 2912392"/>
                <a:gd name="connsiteY79" fmla="*/ 183752 h 252168"/>
                <a:gd name="connsiteX80" fmla="*/ 779236 w 2912392"/>
                <a:gd name="connsiteY80" fmla="*/ 184350 h 252168"/>
                <a:gd name="connsiteX81" fmla="*/ 788977 w 2912392"/>
                <a:gd name="connsiteY81" fmla="*/ 184922 h 252168"/>
                <a:gd name="connsiteX82" fmla="*/ 798717 w 2912392"/>
                <a:gd name="connsiteY82" fmla="*/ 185463 h 252168"/>
                <a:gd name="connsiteX83" fmla="*/ 808458 w 2912392"/>
                <a:gd name="connsiteY83" fmla="*/ 185962 h 252168"/>
                <a:gd name="connsiteX84" fmla="*/ 818199 w 2912392"/>
                <a:gd name="connsiteY84" fmla="*/ 186413 h 252168"/>
                <a:gd name="connsiteX85" fmla="*/ 827938 w 2912392"/>
                <a:gd name="connsiteY85" fmla="*/ 186809 h 252168"/>
                <a:gd name="connsiteX86" fmla="*/ 837679 w 2912392"/>
                <a:gd name="connsiteY86" fmla="*/ 187142 h 252168"/>
                <a:gd name="connsiteX87" fmla="*/ 847420 w 2912392"/>
                <a:gd name="connsiteY87" fmla="*/ 187402 h 252168"/>
                <a:gd name="connsiteX88" fmla="*/ 857159 w 2912392"/>
                <a:gd name="connsiteY88" fmla="*/ 187586 h 252168"/>
                <a:gd name="connsiteX89" fmla="*/ 866900 w 2912392"/>
                <a:gd name="connsiteY89" fmla="*/ 187683 h 252168"/>
                <a:gd name="connsiteX90" fmla="*/ 876641 w 2912392"/>
                <a:gd name="connsiteY90" fmla="*/ 187684 h 252168"/>
                <a:gd name="connsiteX91" fmla="*/ 886381 w 2912392"/>
                <a:gd name="connsiteY91" fmla="*/ 187587 h 252168"/>
                <a:gd name="connsiteX92" fmla="*/ 896122 w 2912392"/>
                <a:gd name="connsiteY92" fmla="*/ 187380 h 252168"/>
                <a:gd name="connsiteX93" fmla="*/ 905863 w 2912392"/>
                <a:gd name="connsiteY93" fmla="*/ 187061 h 252168"/>
                <a:gd name="connsiteX94" fmla="*/ 915602 w 2912392"/>
                <a:gd name="connsiteY94" fmla="*/ 186620 h 252168"/>
                <a:gd name="connsiteX95" fmla="*/ 925343 w 2912392"/>
                <a:gd name="connsiteY95" fmla="*/ 186054 h 252168"/>
                <a:gd name="connsiteX96" fmla="*/ 935084 w 2912392"/>
                <a:gd name="connsiteY96" fmla="*/ 185357 h 252168"/>
                <a:gd name="connsiteX97" fmla="*/ 944824 w 2912392"/>
                <a:gd name="connsiteY97" fmla="*/ 184522 h 252168"/>
                <a:gd name="connsiteX98" fmla="*/ 954564 w 2912392"/>
                <a:gd name="connsiteY98" fmla="*/ 183547 h 252168"/>
                <a:gd name="connsiteX99" fmla="*/ 964305 w 2912392"/>
                <a:gd name="connsiteY99" fmla="*/ 182426 h 252168"/>
                <a:gd name="connsiteX100" fmla="*/ 974045 w 2912392"/>
                <a:gd name="connsiteY100" fmla="*/ 181158 h 252168"/>
                <a:gd name="connsiteX101" fmla="*/ 983786 w 2912392"/>
                <a:gd name="connsiteY101" fmla="*/ 179737 h 252168"/>
                <a:gd name="connsiteX102" fmla="*/ 993522 w 2912392"/>
                <a:gd name="connsiteY102" fmla="*/ 178164 h 252168"/>
                <a:gd name="connsiteX103" fmla="*/ 1003266 w 2912392"/>
                <a:gd name="connsiteY103" fmla="*/ 176434 h 252168"/>
                <a:gd name="connsiteX104" fmla="*/ 1013010 w 2912392"/>
                <a:gd name="connsiteY104" fmla="*/ 174549 h 252168"/>
                <a:gd name="connsiteX105" fmla="*/ 1022754 w 2912392"/>
                <a:gd name="connsiteY105" fmla="*/ 172506 h 252168"/>
                <a:gd name="connsiteX106" fmla="*/ 1032483 w 2912392"/>
                <a:gd name="connsiteY106" fmla="*/ 170306 h 252168"/>
                <a:gd name="connsiteX107" fmla="*/ 1042227 w 2912392"/>
                <a:gd name="connsiteY107" fmla="*/ 167950 h 252168"/>
                <a:gd name="connsiteX108" fmla="*/ 1051971 w 2912392"/>
                <a:gd name="connsiteY108" fmla="*/ 165440 h 252168"/>
                <a:gd name="connsiteX109" fmla="*/ 1061715 w 2912392"/>
                <a:gd name="connsiteY109" fmla="*/ 162777 h 252168"/>
                <a:gd name="connsiteX110" fmla="*/ 1071444 w 2912392"/>
                <a:gd name="connsiteY110" fmla="*/ 159964 h 252168"/>
                <a:gd name="connsiteX111" fmla="*/ 1081188 w 2912392"/>
                <a:gd name="connsiteY111" fmla="*/ 157005 h 252168"/>
                <a:gd name="connsiteX112" fmla="*/ 1090932 w 2912392"/>
                <a:gd name="connsiteY112" fmla="*/ 153904 h 252168"/>
                <a:gd name="connsiteX113" fmla="*/ 1100676 w 2912392"/>
                <a:gd name="connsiteY113" fmla="*/ 150663 h 252168"/>
                <a:gd name="connsiteX114" fmla="*/ 1110405 w 2912392"/>
                <a:gd name="connsiteY114" fmla="*/ 147291 h 252168"/>
                <a:gd name="connsiteX115" fmla="*/ 1120149 w 2912392"/>
                <a:gd name="connsiteY115" fmla="*/ 143790 h 252168"/>
                <a:gd name="connsiteX116" fmla="*/ 1129893 w 2912392"/>
                <a:gd name="connsiteY116" fmla="*/ 140170 h 252168"/>
                <a:gd name="connsiteX117" fmla="*/ 1139637 w 2912392"/>
                <a:gd name="connsiteY117" fmla="*/ 136433 h 252168"/>
                <a:gd name="connsiteX118" fmla="*/ 1149381 w 2912392"/>
                <a:gd name="connsiteY118" fmla="*/ 132591 h 252168"/>
                <a:gd name="connsiteX119" fmla="*/ 1159110 w 2912392"/>
                <a:gd name="connsiteY119" fmla="*/ 128650 h 252168"/>
                <a:gd name="connsiteX120" fmla="*/ 1168854 w 2912392"/>
                <a:gd name="connsiteY120" fmla="*/ 124617 h 252168"/>
                <a:gd name="connsiteX121" fmla="*/ 1178598 w 2912392"/>
                <a:gd name="connsiteY121" fmla="*/ 120502 h 252168"/>
                <a:gd name="connsiteX122" fmla="*/ 1188341 w 2912392"/>
                <a:gd name="connsiteY122" fmla="*/ 116313 h 252168"/>
                <a:gd name="connsiteX123" fmla="*/ 1198070 w 2912392"/>
                <a:gd name="connsiteY123" fmla="*/ 112061 h 252168"/>
                <a:gd name="connsiteX124" fmla="*/ 1207814 w 2912392"/>
                <a:gd name="connsiteY124" fmla="*/ 107755 h 252168"/>
                <a:gd name="connsiteX125" fmla="*/ 1217558 w 2912392"/>
                <a:gd name="connsiteY125" fmla="*/ 103405 h 252168"/>
                <a:gd name="connsiteX126" fmla="*/ 1227302 w 2912392"/>
                <a:gd name="connsiteY126" fmla="*/ 99020 h 252168"/>
                <a:gd name="connsiteX127" fmla="*/ 1237031 w 2912392"/>
                <a:gd name="connsiteY127" fmla="*/ 94612 h 252168"/>
                <a:gd name="connsiteX128" fmla="*/ 1246775 w 2912392"/>
                <a:gd name="connsiteY128" fmla="*/ 90190 h 252168"/>
                <a:gd name="connsiteX129" fmla="*/ 1256519 w 2912392"/>
                <a:gd name="connsiteY129" fmla="*/ 85766 h 252168"/>
                <a:gd name="connsiteX130" fmla="*/ 1266263 w 2912392"/>
                <a:gd name="connsiteY130" fmla="*/ 81351 h 252168"/>
                <a:gd name="connsiteX131" fmla="*/ 1276007 w 2912392"/>
                <a:gd name="connsiteY131" fmla="*/ 76955 h 252168"/>
                <a:gd name="connsiteX132" fmla="*/ 1285736 w 2912392"/>
                <a:gd name="connsiteY132" fmla="*/ 72588 h 252168"/>
                <a:gd name="connsiteX133" fmla="*/ 1295480 w 2912392"/>
                <a:gd name="connsiteY133" fmla="*/ 68263 h 252168"/>
                <a:gd name="connsiteX134" fmla="*/ 1305224 w 2912392"/>
                <a:gd name="connsiteY134" fmla="*/ 63990 h 252168"/>
                <a:gd name="connsiteX135" fmla="*/ 1314968 w 2912392"/>
                <a:gd name="connsiteY135" fmla="*/ 59779 h 252168"/>
                <a:gd name="connsiteX136" fmla="*/ 1324697 w 2912392"/>
                <a:gd name="connsiteY136" fmla="*/ 55640 h 252168"/>
                <a:gd name="connsiteX137" fmla="*/ 1334441 w 2912392"/>
                <a:gd name="connsiteY137" fmla="*/ 51586 h 252168"/>
                <a:gd name="connsiteX138" fmla="*/ 1344185 w 2912392"/>
                <a:gd name="connsiteY138" fmla="*/ 47625 h 252168"/>
                <a:gd name="connsiteX139" fmla="*/ 1353929 w 2912392"/>
                <a:gd name="connsiteY139" fmla="*/ 43766 h 252168"/>
                <a:gd name="connsiteX140" fmla="*/ 1363658 w 2912392"/>
                <a:gd name="connsiteY140" fmla="*/ 40020 h 252168"/>
                <a:gd name="connsiteX141" fmla="*/ 1373402 w 2912392"/>
                <a:gd name="connsiteY141" fmla="*/ 36397 h 252168"/>
                <a:gd name="connsiteX142" fmla="*/ 1383146 w 2912392"/>
                <a:gd name="connsiteY142" fmla="*/ 32903 h 252168"/>
                <a:gd name="connsiteX143" fmla="*/ 1392890 w 2912392"/>
                <a:gd name="connsiteY143" fmla="*/ 29551 h 252168"/>
                <a:gd name="connsiteX144" fmla="*/ 1402619 w 2912392"/>
                <a:gd name="connsiteY144" fmla="*/ 26346 h 252168"/>
                <a:gd name="connsiteX145" fmla="*/ 1412363 w 2912392"/>
                <a:gd name="connsiteY145" fmla="*/ 23296 h 252168"/>
                <a:gd name="connsiteX146" fmla="*/ 1422106 w 2912392"/>
                <a:gd name="connsiteY146" fmla="*/ 20409 h 252168"/>
                <a:gd name="connsiteX147" fmla="*/ 1431850 w 2912392"/>
                <a:gd name="connsiteY147" fmla="*/ 17691 h 252168"/>
                <a:gd name="connsiteX148" fmla="*/ 1441594 w 2912392"/>
                <a:gd name="connsiteY148" fmla="*/ 15151 h 252168"/>
                <a:gd name="connsiteX149" fmla="*/ 1451323 w 2912392"/>
                <a:gd name="connsiteY149" fmla="*/ 12791 h 252168"/>
                <a:gd name="connsiteX150" fmla="*/ 1461067 w 2912392"/>
                <a:gd name="connsiteY150" fmla="*/ 10620 h 252168"/>
                <a:gd name="connsiteX151" fmla="*/ 1470811 w 2912392"/>
                <a:gd name="connsiteY151" fmla="*/ 8640 h 252168"/>
                <a:gd name="connsiteX152" fmla="*/ 1480555 w 2912392"/>
                <a:gd name="connsiteY152" fmla="*/ 6857 h 252168"/>
                <a:gd name="connsiteX153" fmla="*/ 1490284 w 2912392"/>
                <a:gd name="connsiteY153" fmla="*/ 5274 h 252168"/>
                <a:gd name="connsiteX154" fmla="*/ 1500028 w 2912392"/>
                <a:gd name="connsiteY154" fmla="*/ 3895 h 252168"/>
                <a:gd name="connsiteX155" fmla="*/ 1509772 w 2912392"/>
                <a:gd name="connsiteY155" fmla="*/ 2722 h 252168"/>
                <a:gd name="connsiteX156" fmla="*/ 1519516 w 2912392"/>
                <a:gd name="connsiteY156" fmla="*/ 1757 h 252168"/>
                <a:gd name="connsiteX157" fmla="*/ 1529245 w 2912392"/>
                <a:gd name="connsiteY157" fmla="*/ 1001 h 252168"/>
                <a:gd name="connsiteX158" fmla="*/ 1538989 w 2912392"/>
                <a:gd name="connsiteY158" fmla="*/ 457 h 252168"/>
                <a:gd name="connsiteX159" fmla="*/ 1548733 w 2912392"/>
                <a:gd name="connsiteY159" fmla="*/ 124 h 252168"/>
                <a:gd name="connsiteX160" fmla="*/ 1558477 w 2912392"/>
                <a:gd name="connsiteY160" fmla="*/ 0 h 252168"/>
                <a:gd name="connsiteX161" fmla="*/ 1568221 w 2912392"/>
                <a:gd name="connsiteY161" fmla="*/ 88 h 252168"/>
                <a:gd name="connsiteX162" fmla="*/ 1577950 w 2912392"/>
                <a:gd name="connsiteY162" fmla="*/ 384 h 252168"/>
                <a:gd name="connsiteX163" fmla="*/ 1587694 w 2912392"/>
                <a:gd name="connsiteY163" fmla="*/ 888 h 252168"/>
                <a:gd name="connsiteX164" fmla="*/ 1597438 w 2912392"/>
                <a:gd name="connsiteY164" fmla="*/ 1597 h 252168"/>
                <a:gd name="connsiteX165" fmla="*/ 1607182 w 2912392"/>
                <a:gd name="connsiteY165" fmla="*/ 2508 h 252168"/>
                <a:gd name="connsiteX166" fmla="*/ 1616911 w 2912392"/>
                <a:gd name="connsiteY166" fmla="*/ 3616 h 252168"/>
                <a:gd name="connsiteX167" fmla="*/ 1626655 w 2912392"/>
                <a:gd name="connsiteY167" fmla="*/ 4921 h 252168"/>
                <a:gd name="connsiteX168" fmla="*/ 1636399 w 2912392"/>
                <a:gd name="connsiteY168" fmla="*/ 6417 h 252168"/>
                <a:gd name="connsiteX169" fmla="*/ 1646142 w 2912392"/>
                <a:gd name="connsiteY169" fmla="*/ 8098 h 252168"/>
                <a:gd name="connsiteX170" fmla="*/ 1655872 w 2912392"/>
                <a:gd name="connsiteY170" fmla="*/ 9960 h 252168"/>
                <a:gd name="connsiteX171" fmla="*/ 1665616 w 2912392"/>
                <a:gd name="connsiteY171" fmla="*/ 11998 h 252168"/>
                <a:gd name="connsiteX172" fmla="*/ 1675359 w 2912392"/>
                <a:gd name="connsiteY172" fmla="*/ 14206 h 252168"/>
                <a:gd name="connsiteX173" fmla="*/ 1685103 w 2912392"/>
                <a:gd name="connsiteY173" fmla="*/ 16578 h 252168"/>
                <a:gd name="connsiteX174" fmla="*/ 1694832 w 2912392"/>
                <a:gd name="connsiteY174" fmla="*/ 19107 h 252168"/>
                <a:gd name="connsiteX175" fmla="*/ 1704576 w 2912392"/>
                <a:gd name="connsiteY175" fmla="*/ 21784 h 252168"/>
                <a:gd name="connsiteX176" fmla="*/ 1714320 w 2912392"/>
                <a:gd name="connsiteY176" fmla="*/ 24604 h 252168"/>
                <a:gd name="connsiteX177" fmla="*/ 1724064 w 2912392"/>
                <a:gd name="connsiteY177" fmla="*/ 27562 h 252168"/>
                <a:gd name="connsiteX178" fmla="*/ 1733808 w 2912392"/>
                <a:gd name="connsiteY178" fmla="*/ 30644 h 252168"/>
                <a:gd name="connsiteX179" fmla="*/ 1743537 w 2912392"/>
                <a:gd name="connsiteY179" fmla="*/ 33848 h 252168"/>
                <a:gd name="connsiteX180" fmla="*/ 1753281 w 2912392"/>
                <a:gd name="connsiteY180" fmla="*/ 37164 h 252168"/>
                <a:gd name="connsiteX181" fmla="*/ 1763025 w 2912392"/>
                <a:gd name="connsiteY181" fmla="*/ 40582 h 252168"/>
                <a:gd name="connsiteX182" fmla="*/ 1772769 w 2912392"/>
                <a:gd name="connsiteY182" fmla="*/ 44095 h 252168"/>
                <a:gd name="connsiteX183" fmla="*/ 1782498 w 2912392"/>
                <a:gd name="connsiteY183" fmla="*/ 47695 h 252168"/>
                <a:gd name="connsiteX184" fmla="*/ 1792242 w 2912392"/>
                <a:gd name="connsiteY184" fmla="*/ 51372 h 252168"/>
                <a:gd name="connsiteX185" fmla="*/ 1801986 w 2912392"/>
                <a:gd name="connsiteY185" fmla="*/ 55119 h 252168"/>
                <a:gd name="connsiteX186" fmla="*/ 1811730 w 2912392"/>
                <a:gd name="connsiteY186" fmla="*/ 58926 h 252168"/>
                <a:gd name="connsiteX187" fmla="*/ 1821459 w 2912392"/>
                <a:gd name="connsiteY187" fmla="*/ 62784 h 252168"/>
                <a:gd name="connsiteX188" fmla="*/ 1831203 w 2912392"/>
                <a:gd name="connsiteY188" fmla="*/ 66685 h 252168"/>
                <a:gd name="connsiteX189" fmla="*/ 1840947 w 2912392"/>
                <a:gd name="connsiteY189" fmla="*/ 70621 h 252168"/>
                <a:gd name="connsiteX190" fmla="*/ 1850691 w 2912392"/>
                <a:gd name="connsiteY190" fmla="*/ 74581 h 252168"/>
                <a:gd name="connsiteX191" fmla="*/ 1860435 w 2912392"/>
                <a:gd name="connsiteY191" fmla="*/ 78559 h 252168"/>
                <a:gd name="connsiteX192" fmla="*/ 1870164 w 2912392"/>
                <a:gd name="connsiteY192" fmla="*/ 82546 h 252168"/>
                <a:gd name="connsiteX193" fmla="*/ 1879908 w 2912392"/>
                <a:gd name="connsiteY193" fmla="*/ 86533 h 252168"/>
                <a:gd name="connsiteX194" fmla="*/ 1889652 w 2912392"/>
                <a:gd name="connsiteY194" fmla="*/ 90511 h 252168"/>
                <a:gd name="connsiteX195" fmla="*/ 1899395 w 2912392"/>
                <a:gd name="connsiteY195" fmla="*/ 94473 h 252168"/>
                <a:gd name="connsiteX196" fmla="*/ 1909124 w 2912392"/>
                <a:gd name="connsiteY196" fmla="*/ 98412 h 252168"/>
                <a:gd name="connsiteX197" fmla="*/ 1918868 w 2912392"/>
                <a:gd name="connsiteY197" fmla="*/ 102319 h 252168"/>
                <a:gd name="connsiteX198" fmla="*/ 1928612 w 2912392"/>
                <a:gd name="connsiteY198" fmla="*/ 106188 h 252168"/>
                <a:gd name="connsiteX199" fmla="*/ 1938356 w 2912392"/>
                <a:gd name="connsiteY199" fmla="*/ 110010 h 252168"/>
                <a:gd name="connsiteX200" fmla="*/ 1948085 w 2912392"/>
                <a:gd name="connsiteY200" fmla="*/ 113779 h 252168"/>
                <a:gd name="connsiteX201" fmla="*/ 1957829 w 2912392"/>
                <a:gd name="connsiteY201" fmla="*/ 117487 h 252168"/>
                <a:gd name="connsiteX202" fmla="*/ 1967573 w 2912392"/>
                <a:gd name="connsiteY202" fmla="*/ 121132 h 252168"/>
                <a:gd name="connsiteX203" fmla="*/ 1977317 w 2912392"/>
                <a:gd name="connsiteY203" fmla="*/ 124703 h 252168"/>
                <a:gd name="connsiteX204" fmla="*/ 1987046 w 2912392"/>
                <a:gd name="connsiteY204" fmla="*/ 128197 h 252168"/>
                <a:gd name="connsiteX205" fmla="*/ 1996790 w 2912392"/>
                <a:gd name="connsiteY205" fmla="*/ 131607 h 252168"/>
                <a:gd name="connsiteX206" fmla="*/ 2006534 w 2912392"/>
                <a:gd name="connsiteY206" fmla="*/ 134930 h 252168"/>
                <a:gd name="connsiteX207" fmla="*/ 2016278 w 2912392"/>
                <a:gd name="connsiteY207" fmla="*/ 138158 h 252168"/>
                <a:gd name="connsiteX208" fmla="*/ 2026022 w 2912392"/>
                <a:gd name="connsiteY208" fmla="*/ 141292 h 252168"/>
                <a:gd name="connsiteX209" fmla="*/ 2035751 w 2912392"/>
                <a:gd name="connsiteY209" fmla="*/ 144322 h 252168"/>
                <a:gd name="connsiteX210" fmla="*/ 2045495 w 2912392"/>
                <a:gd name="connsiteY210" fmla="*/ 147248 h 252168"/>
                <a:gd name="connsiteX211" fmla="*/ 2055239 w 2912392"/>
                <a:gd name="connsiteY211" fmla="*/ 150067 h 252168"/>
                <a:gd name="connsiteX212" fmla="*/ 2064983 w 2912392"/>
                <a:gd name="connsiteY212" fmla="*/ 152774 h 252168"/>
                <a:gd name="connsiteX213" fmla="*/ 2074712 w 2912392"/>
                <a:gd name="connsiteY213" fmla="*/ 155368 h 252168"/>
                <a:gd name="connsiteX214" fmla="*/ 2084456 w 2912392"/>
                <a:gd name="connsiteY214" fmla="*/ 157846 h 252168"/>
                <a:gd name="connsiteX215" fmla="*/ 2094200 w 2912392"/>
                <a:gd name="connsiteY215" fmla="*/ 160207 h 252168"/>
                <a:gd name="connsiteX216" fmla="*/ 2103944 w 2912392"/>
                <a:gd name="connsiteY216" fmla="*/ 162451 h 252168"/>
                <a:gd name="connsiteX217" fmla="*/ 2113673 w 2912392"/>
                <a:gd name="connsiteY217" fmla="*/ 164576 h 252168"/>
                <a:gd name="connsiteX218" fmla="*/ 2123417 w 2912392"/>
                <a:gd name="connsiteY218" fmla="*/ 166580 h 252168"/>
                <a:gd name="connsiteX219" fmla="*/ 2133161 w 2912392"/>
                <a:gd name="connsiteY219" fmla="*/ 168463 h 252168"/>
                <a:gd name="connsiteX220" fmla="*/ 2142905 w 2912392"/>
                <a:gd name="connsiteY220" fmla="*/ 170228 h 252168"/>
                <a:gd name="connsiteX221" fmla="*/ 2152649 w 2912392"/>
                <a:gd name="connsiteY221" fmla="*/ 171875 h 252168"/>
                <a:gd name="connsiteX222" fmla="*/ 2162377 w 2912392"/>
                <a:gd name="connsiteY222" fmla="*/ 173402 h 252168"/>
                <a:gd name="connsiteX223" fmla="*/ 2172121 w 2912392"/>
                <a:gd name="connsiteY223" fmla="*/ 174814 h 252168"/>
                <a:gd name="connsiteX224" fmla="*/ 2181865 w 2912392"/>
                <a:gd name="connsiteY224" fmla="*/ 176110 h 252168"/>
                <a:gd name="connsiteX225" fmla="*/ 2191609 w 2912392"/>
                <a:gd name="connsiteY225" fmla="*/ 177295 h 252168"/>
                <a:gd name="connsiteX226" fmla="*/ 2201338 w 2912392"/>
                <a:gd name="connsiteY226" fmla="*/ 178371 h 252168"/>
                <a:gd name="connsiteX227" fmla="*/ 2211082 w 2912392"/>
                <a:gd name="connsiteY227" fmla="*/ 179338 h 252168"/>
                <a:gd name="connsiteX228" fmla="*/ 2220826 w 2912392"/>
                <a:gd name="connsiteY228" fmla="*/ 180200 h 252168"/>
                <a:gd name="connsiteX229" fmla="*/ 2230570 w 2912392"/>
                <a:gd name="connsiteY229" fmla="*/ 180963 h 252168"/>
                <a:gd name="connsiteX230" fmla="*/ 2240299 w 2912392"/>
                <a:gd name="connsiteY230" fmla="*/ 181629 h 252168"/>
                <a:gd name="connsiteX231" fmla="*/ 2250043 w 2912392"/>
                <a:gd name="connsiteY231" fmla="*/ 182201 h 252168"/>
                <a:gd name="connsiteX232" fmla="*/ 2259787 w 2912392"/>
                <a:gd name="connsiteY232" fmla="*/ 182685 h 252168"/>
                <a:gd name="connsiteX233" fmla="*/ 2269531 w 2912392"/>
                <a:gd name="connsiteY233" fmla="*/ 183086 h 252168"/>
                <a:gd name="connsiteX234" fmla="*/ 2279260 w 2912392"/>
                <a:gd name="connsiteY234" fmla="*/ 183407 h 252168"/>
                <a:gd name="connsiteX235" fmla="*/ 2289004 w 2912392"/>
                <a:gd name="connsiteY235" fmla="*/ 183654 h 252168"/>
                <a:gd name="connsiteX236" fmla="*/ 2298748 w 2912392"/>
                <a:gd name="connsiteY236" fmla="*/ 183831 h 252168"/>
                <a:gd name="connsiteX237" fmla="*/ 2308492 w 2912392"/>
                <a:gd name="connsiteY237" fmla="*/ 183946 h 252168"/>
                <a:gd name="connsiteX238" fmla="*/ 2318236 w 2912392"/>
                <a:gd name="connsiteY238" fmla="*/ 184001 h 252168"/>
                <a:gd name="connsiteX239" fmla="*/ 2327965 w 2912392"/>
                <a:gd name="connsiteY239" fmla="*/ 184005 h 252168"/>
                <a:gd name="connsiteX240" fmla="*/ 2337709 w 2912392"/>
                <a:gd name="connsiteY240" fmla="*/ 183964 h 252168"/>
                <a:gd name="connsiteX241" fmla="*/ 2347453 w 2912392"/>
                <a:gd name="connsiteY241" fmla="*/ 183880 h 252168"/>
                <a:gd name="connsiteX242" fmla="*/ 2357197 w 2912392"/>
                <a:gd name="connsiteY242" fmla="*/ 183764 h 252168"/>
                <a:gd name="connsiteX243" fmla="*/ 2366926 w 2912392"/>
                <a:gd name="connsiteY243" fmla="*/ 183618 h 252168"/>
                <a:gd name="connsiteX244" fmla="*/ 2376670 w 2912392"/>
                <a:gd name="connsiteY244" fmla="*/ 183451 h 252168"/>
                <a:gd name="connsiteX245" fmla="*/ 2386413 w 2912392"/>
                <a:gd name="connsiteY245" fmla="*/ 183268 h 252168"/>
                <a:gd name="connsiteX246" fmla="*/ 2396157 w 2912392"/>
                <a:gd name="connsiteY246" fmla="*/ 183074 h 252168"/>
                <a:gd name="connsiteX247" fmla="*/ 2405886 w 2912392"/>
                <a:gd name="connsiteY247" fmla="*/ 182879 h 252168"/>
                <a:gd name="connsiteX248" fmla="*/ 2415630 w 2912392"/>
                <a:gd name="connsiteY248" fmla="*/ 182685 h 252168"/>
                <a:gd name="connsiteX249" fmla="*/ 2425374 w 2912392"/>
                <a:gd name="connsiteY249" fmla="*/ 182501 h 252168"/>
                <a:gd name="connsiteX250" fmla="*/ 2435118 w 2912392"/>
                <a:gd name="connsiteY250" fmla="*/ 182332 h 252168"/>
                <a:gd name="connsiteX251" fmla="*/ 2444862 w 2912392"/>
                <a:gd name="connsiteY251" fmla="*/ 182183 h 252168"/>
                <a:gd name="connsiteX252" fmla="*/ 2454591 w 2912392"/>
                <a:gd name="connsiteY252" fmla="*/ 182061 h 252168"/>
                <a:gd name="connsiteX253" fmla="*/ 2464335 w 2912392"/>
                <a:gd name="connsiteY253" fmla="*/ 181972 h 252168"/>
                <a:gd name="connsiteX254" fmla="*/ 2474079 w 2912392"/>
                <a:gd name="connsiteY254" fmla="*/ 181921 h 252168"/>
                <a:gd name="connsiteX255" fmla="*/ 2483823 w 2912392"/>
                <a:gd name="connsiteY255" fmla="*/ 181912 h 252168"/>
                <a:gd name="connsiteX256" fmla="*/ 2493552 w 2912392"/>
                <a:gd name="connsiteY256" fmla="*/ 181952 h 252168"/>
                <a:gd name="connsiteX257" fmla="*/ 2503296 w 2912392"/>
                <a:gd name="connsiteY257" fmla="*/ 182046 h 252168"/>
                <a:gd name="connsiteX258" fmla="*/ 2513040 w 2912392"/>
                <a:gd name="connsiteY258" fmla="*/ 182197 h 252168"/>
                <a:gd name="connsiteX259" fmla="*/ 2522784 w 2912392"/>
                <a:gd name="connsiteY259" fmla="*/ 182411 h 252168"/>
                <a:gd name="connsiteX260" fmla="*/ 2532513 w 2912392"/>
                <a:gd name="connsiteY260" fmla="*/ 182693 h 252168"/>
                <a:gd name="connsiteX261" fmla="*/ 2542257 w 2912392"/>
                <a:gd name="connsiteY261" fmla="*/ 183043 h 252168"/>
                <a:gd name="connsiteX262" fmla="*/ 2552001 w 2912392"/>
                <a:gd name="connsiteY262" fmla="*/ 183469 h 252168"/>
                <a:gd name="connsiteX263" fmla="*/ 2561745 w 2912392"/>
                <a:gd name="connsiteY263" fmla="*/ 183971 h 252168"/>
                <a:gd name="connsiteX264" fmla="*/ 2571474 w 2912392"/>
                <a:gd name="connsiteY264" fmla="*/ 184555 h 252168"/>
                <a:gd name="connsiteX265" fmla="*/ 2581218 w 2912392"/>
                <a:gd name="connsiteY265" fmla="*/ 185221 h 252168"/>
                <a:gd name="connsiteX266" fmla="*/ 2590962 w 2912392"/>
                <a:gd name="connsiteY266" fmla="*/ 185972 h 252168"/>
                <a:gd name="connsiteX267" fmla="*/ 2600705 w 2912392"/>
                <a:gd name="connsiteY267" fmla="*/ 186811 h 252168"/>
                <a:gd name="connsiteX268" fmla="*/ 2610449 w 2912392"/>
                <a:gd name="connsiteY268" fmla="*/ 187739 h 252168"/>
                <a:gd name="connsiteX269" fmla="*/ 2620178 w 2912392"/>
                <a:gd name="connsiteY269" fmla="*/ 188755 h 252168"/>
                <a:gd name="connsiteX270" fmla="*/ 2629922 w 2912392"/>
                <a:gd name="connsiteY270" fmla="*/ 189864 h 252168"/>
                <a:gd name="connsiteX271" fmla="*/ 2639666 w 2912392"/>
                <a:gd name="connsiteY271" fmla="*/ 191063 h 252168"/>
                <a:gd name="connsiteX272" fmla="*/ 2649410 w 2912392"/>
                <a:gd name="connsiteY272" fmla="*/ 192353 h 252168"/>
                <a:gd name="connsiteX273" fmla="*/ 2659139 w 2912392"/>
                <a:gd name="connsiteY273" fmla="*/ 193736 h 252168"/>
                <a:gd name="connsiteX274" fmla="*/ 2668883 w 2912392"/>
                <a:gd name="connsiteY274" fmla="*/ 195208 h 252168"/>
                <a:gd name="connsiteX275" fmla="*/ 2678627 w 2912392"/>
                <a:gd name="connsiteY275" fmla="*/ 196768 h 252168"/>
                <a:gd name="connsiteX276" fmla="*/ 2688371 w 2912392"/>
                <a:gd name="connsiteY276" fmla="*/ 198417 h 252168"/>
                <a:gd name="connsiteX277" fmla="*/ 2698100 w 2912392"/>
                <a:gd name="connsiteY277" fmla="*/ 200152 h 252168"/>
                <a:gd name="connsiteX278" fmla="*/ 2707844 w 2912392"/>
                <a:gd name="connsiteY278" fmla="*/ 201969 h 252168"/>
                <a:gd name="connsiteX279" fmla="*/ 2717588 w 2912392"/>
                <a:gd name="connsiteY279" fmla="*/ 203867 h 252168"/>
                <a:gd name="connsiteX280" fmla="*/ 2727332 w 2912392"/>
                <a:gd name="connsiteY280" fmla="*/ 205844 h 252168"/>
                <a:gd name="connsiteX281" fmla="*/ 2737076 w 2912392"/>
                <a:gd name="connsiteY281" fmla="*/ 207896 h 252168"/>
                <a:gd name="connsiteX282" fmla="*/ 2746805 w 2912392"/>
                <a:gd name="connsiteY282" fmla="*/ 210019 h 252168"/>
                <a:gd name="connsiteX283" fmla="*/ 2756549 w 2912392"/>
                <a:gd name="connsiteY283" fmla="*/ 212209 h 252168"/>
                <a:gd name="connsiteX284" fmla="*/ 2766293 w 2912392"/>
                <a:gd name="connsiteY284" fmla="*/ 214462 h 252168"/>
                <a:gd name="connsiteX285" fmla="*/ 2776037 w 2912392"/>
                <a:gd name="connsiteY285" fmla="*/ 216773 h 252168"/>
                <a:gd name="connsiteX286" fmla="*/ 2785766 w 2912392"/>
                <a:gd name="connsiteY286" fmla="*/ 219139 h 252168"/>
                <a:gd name="connsiteX287" fmla="*/ 2795510 w 2912392"/>
                <a:gd name="connsiteY287" fmla="*/ 221551 h 252168"/>
                <a:gd name="connsiteX288" fmla="*/ 2805254 w 2912392"/>
                <a:gd name="connsiteY288" fmla="*/ 224008 h 252168"/>
                <a:gd name="connsiteX289" fmla="*/ 2814998 w 2912392"/>
                <a:gd name="connsiteY289" fmla="*/ 226502 h 252168"/>
                <a:gd name="connsiteX290" fmla="*/ 2824727 w 2912392"/>
                <a:gd name="connsiteY290" fmla="*/ 229029 h 252168"/>
                <a:gd name="connsiteX291" fmla="*/ 2834471 w 2912392"/>
                <a:gd name="connsiteY291" fmla="*/ 231579 h 252168"/>
                <a:gd name="connsiteX292" fmla="*/ 2844215 w 2912392"/>
                <a:gd name="connsiteY292" fmla="*/ 234151 h 252168"/>
                <a:gd name="connsiteX293" fmla="*/ 2853958 w 2912392"/>
                <a:gd name="connsiteY293" fmla="*/ 236736 h 252168"/>
                <a:gd name="connsiteX294" fmla="*/ 2863687 w 2912392"/>
                <a:gd name="connsiteY294" fmla="*/ 239328 h 252168"/>
                <a:gd name="connsiteX295" fmla="*/ 2873431 w 2912392"/>
                <a:gd name="connsiteY295" fmla="*/ 241922 h 252168"/>
                <a:gd name="connsiteX296" fmla="*/ 2883175 w 2912392"/>
                <a:gd name="connsiteY296" fmla="*/ 244509 h 252168"/>
                <a:gd name="connsiteX297" fmla="*/ 2892919 w 2912392"/>
                <a:gd name="connsiteY297" fmla="*/ 247083 h 252168"/>
                <a:gd name="connsiteX298" fmla="*/ 2902663 w 2912392"/>
                <a:gd name="connsiteY298" fmla="*/ 249638 h 252168"/>
                <a:gd name="connsiteX299" fmla="*/ 2912392 w 2912392"/>
                <a:gd name="connsiteY299" fmla="*/ 252168 h 252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252168">
                  <a:moveTo>
                    <a:pt x="0" y="151527"/>
                  </a:moveTo>
                  <a:lnTo>
                    <a:pt x="9739" y="151447"/>
                  </a:lnTo>
                  <a:lnTo>
                    <a:pt x="19480" y="151523"/>
                  </a:lnTo>
                  <a:lnTo>
                    <a:pt x="29221" y="151746"/>
                  </a:lnTo>
                  <a:lnTo>
                    <a:pt x="38961" y="152105"/>
                  </a:lnTo>
                  <a:lnTo>
                    <a:pt x="48702" y="152591"/>
                  </a:lnTo>
                  <a:lnTo>
                    <a:pt x="58443" y="153191"/>
                  </a:lnTo>
                  <a:lnTo>
                    <a:pt x="68182" y="153895"/>
                  </a:lnTo>
                  <a:lnTo>
                    <a:pt x="77923" y="154690"/>
                  </a:lnTo>
                  <a:lnTo>
                    <a:pt x="87664" y="155568"/>
                  </a:lnTo>
                  <a:lnTo>
                    <a:pt x="97404" y="156515"/>
                  </a:lnTo>
                  <a:lnTo>
                    <a:pt x="107145" y="157521"/>
                  </a:lnTo>
                  <a:lnTo>
                    <a:pt x="116886" y="158576"/>
                  </a:lnTo>
                  <a:lnTo>
                    <a:pt x="126625" y="159669"/>
                  </a:lnTo>
                  <a:lnTo>
                    <a:pt x="136366" y="160791"/>
                  </a:lnTo>
                  <a:lnTo>
                    <a:pt x="146107" y="161931"/>
                  </a:lnTo>
                  <a:lnTo>
                    <a:pt x="155846" y="163080"/>
                  </a:lnTo>
                  <a:lnTo>
                    <a:pt x="165587" y="164229"/>
                  </a:lnTo>
                  <a:lnTo>
                    <a:pt x="175328" y="165368"/>
                  </a:lnTo>
                  <a:lnTo>
                    <a:pt x="185068" y="166490"/>
                  </a:lnTo>
                  <a:lnTo>
                    <a:pt x="194809" y="167588"/>
                  </a:lnTo>
                  <a:lnTo>
                    <a:pt x="204550" y="168655"/>
                  </a:lnTo>
                  <a:lnTo>
                    <a:pt x="214289" y="169685"/>
                  </a:lnTo>
                  <a:lnTo>
                    <a:pt x="224030" y="170669"/>
                  </a:lnTo>
                  <a:lnTo>
                    <a:pt x="233771" y="171607"/>
                  </a:lnTo>
                  <a:lnTo>
                    <a:pt x="243510" y="172490"/>
                  </a:lnTo>
                  <a:lnTo>
                    <a:pt x="253251" y="173317"/>
                  </a:lnTo>
                  <a:lnTo>
                    <a:pt x="262992" y="174083"/>
                  </a:lnTo>
                  <a:lnTo>
                    <a:pt x="272732" y="174786"/>
                  </a:lnTo>
                  <a:lnTo>
                    <a:pt x="282473" y="175424"/>
                  </a:lnTo>
                  <a:lnTo>
                    <a:pt x="292214" y="175996"/>
                  </a:lnTo>
                  <a:lnTo>
                    <a:pt x="301953" y="176501"/>
                  </a:lnTo>
                  <a:lnTo>
                    <a:pt x="311694" y="176940"/>
                  </a:lnTo>
                  <a:lnTo>
                    <a:pt x="321435" y="177313"/>
                  </a:lnTo>
                  <a:lnTo>
                    <a:pt x="331175" y="177620"/>
                  </a:lnTo>
                  <a:lnTo>
                    <a:pt x="340916" y="177864"/>
                  </a:lnTo>
                  <a:lnTo>
                    <a:pt x="350656" y="178047"/>
                  </a:lnTo>
                  <a:lnTo>
                    <a:pt x="360396" y="178171"/>
                  </a:lnTo>
                  <a:lnTo>
                    <a:pt x="370137" y="178241"/>
                  </a:lnTo>
                  <a:lnTo>
                    <a:pt x="379878" y="178259"/>
                  </a:lnTo>
                  <a:lnTo>
                    <a:pt x="389617" y="178231"/>
                  </a:lnTo>
                  <a:lnTo>
                    <a:pt x="399358" y="178158"/>
                  </a:lnTo>
                  <a:lnTo>
                    <a:pt x="409099" y="178047"/>
                  </a:lnTo>
                  <a:lnTo>
                    <a:pt x="418839" y="177903"/>
                  </a:lnTo>
                  <a:lnTo>
                    <a:pt x="428580" y="177730"/>
                  </a:lnTo>
                  <a:lnTo>
                    <a:pt x="438321" y="177535"/>
                  </a:lnTo>
                  <a:lnTo>
                    <a:pt x="448060" y="177320"/>
                  </a:lnTo>
                  <a:lnTo>
                    <a:pt x="457801" y="177094"/>
                  </a:lnTo>
                  <a:lnTo>
                    <a:pt x="467542" y="176861"/>
                  </a:lnTo>
                  <a:lnTo>
                    <a:pt x="477281" y="176628"/>
                  </a:lnTo>
                  <a:lnTo>
                    <a:pt x="487022" y="176397"/>
                  </a:lnTo>
                  <a:lnTo>
                    <a:pt x="496763" y="176175"/>
                  </a:lnTo>
                  <a:lnTo>
                    <a:pt x="506503" y="175967"/>
                  </a:lnTo>
                  <a:lnTo>
                    <a:pt x="516244" y="175778"/>
                  </a:lnTo>
                  <a:lnTo>
                    <a:pt x="525985" y="175614"/>
                  </a:lnTo>
                  <a:lnTo>
                    <a:pt x="535724" y="175476"/>
                  </a:lnTo>
                  <a:lnTo>
                    <a:pt x="545465" y="175370"/>
                  </a:lnTo>
                  <a:lnTo>
                    <a:pt x="555206" y="175300"/>
                  </a:lnTo>
                  <a:lnTo>
                    <a:pt x="564946" y="175267"/>
                  </a:lnTo>
                  <a:lnTo>
                    <a:pt x="574687" y="175276"/>
                  </a:lnTo>
                  <a:lnTo>
                    <a:pt x="584428" y="175328"/>
                  </a:lnTo>
                  <a:lnTo>
                    <a:pt x="594167" y="175427"/>
                  </a:lnTo>
                  <a:lnTo>
                    <a:pt x="603908" y="175570"/>
                  </a:lnTo>
                  <a:lnTo>
                    <a:pt x="613649" y="175760"/>
                  </a:lnTo>
                  <a:lnTo>
                    <a:pt x="623388" y="175997"/>
                  </a:lnTo>
                  <a:lnTo>
                    <a:pt x="633129" y="176283"/>
                  </a:lnTo>
                  <a:lnTo>
                    <a:pt x="642870" y="176614"/>
                  </a:lnTo>
                  <a:lnTo>
                    <a:pt x="652610" y="176990"/>
                  </a:lnTo>
                  <a:lnTo>
                    <a:pt x="662351" y="177407"/>
                  </a:lnTo>
                  <a:lnTo>
                    <a:pt x="672092" y="177866"/>
                  </a:lnTo>
                  <a:lnTo>
                    <a:pt x="681831" y="178362"/>
                  </a:lnTo>
                  <a:lnTo>
                    <a:pt x="691572" y="178891"/>
                  </a:lnTo>
                  <a:lnTo>
                    <a:pt x="701313" y="179449"/>
                  </a:lnTo>
                  <a:lnTo>
                    <a:pt x="711052" y="180033"/>
                  </a:lnTo>
                  <a:lnTo>
                    <a:pt x="720793" y="180637"/>
                  </a:lnTo>
                  <a:lnTo>
                    <a:pt x="730534" y="181255"/>
                  </a:lnTo>
                  <a:lnTo>
                    <a:pt x="740274" y="181882"/>
                  </a:lnTo>
                  <a:lnTo>
                    <a:pt x="750015" y="182511"/>
                  </a:lnTo>
                  <a:lnTo>
                    <a:pt x="759756" y="183138"/>
                  </a:lnTo>
                  <a:lnTo>
                    <a:pt x="769495" y="183752"/>
                  </a:lnTo>
                  <a:lnTo>
                    <a:pt x="779236" y="184350"/>
                  </a:lnTo>
                  <a:lnTo>
                    <a:pt x="788977" y="184922"/>
                  </a:lnTo>
                  <a:lnTo>
                    <a:pt x="798717" y="185463"/>
                  </a:lnTo>
                  <a:lnTo>
                    <a:pt x="808458" y="185962"/>
                  </a:lnTo>
                  <a:lnTo>
                    <a:pt x="818199" y="186413"/>
                  </a:lnTo>
                  <a:lnTo>
                    <a:pt x="827938" y="186809"/>
                  </a:lnTo>
                  <a:lnTo>
                    <a:pt x="837679" y="187142"/>
                  </a:lnTo>
                  <a:lnTo>
                    <a:pt x="847420" y="187402"/>
                  </a:lnTo>
                  <a:lnTo>
                    <a:pt x="857159" y="187586"/>
                  </a:lnTo>
                  <a:lnTo>
                    <a:pt x="866900" y="187683"/>
                  </a:lnTo>
                  <a:lnTo>
                    <a:pt x="876641" y="187684"/>
                  </a:lnTo>
                  <a:lnTo>
                    <a:pt x="886381" y="187587"/>
                  </a:lnTo>
                  <a:lnTo>
                    <a:pt x="896122" y="187380"/>
                  </a:lnTo>
                  <a:lnTo>
                    <a:pt x="905863" y="187061"/>
                  </a:lnTo>
                  <a:lnTo>
                    <a:pt x="915602" y="186620"/>
                  </a:lnTo>
                  <a:lnTo>
                    <a:pt x="925343" y="186054"/>
                  </a:lnTo>
                  <a:lnTo>
                    <a:pt x="935084" y="185357"/>
                  </a:lnTo>
                  <a:lnTo>
                    <a:pt x="944824" y="184522"/>
                  </a:lnTo>
                  <a:lnTo>
                    <a:pt x="954564" y="183547"/>
                  </a:lnTo>
                  <a:lnTo>
                    <a:pt x="964305" y="182426"/>
                  </a:lnTo>
                  <a:lnTo>
                    <a:pt x="974045" y="181158"/>
                  </a:lnTo>
                  <a:lnTo>
                    <a:pt x="983786" y="179737"/>
                  </a:lnTo>
                  <a:lnTo>
                    <a:pt x="993522" y="178164"/>
                  </a:lnTo>
                  <a:lnTo>
                    <a:pt x="1003266" y="176434"/>
                  </a:lnTo>
                  <a:lnTo>
                    <a:pt x="1013010" y="174549"/>
                  </a:lnTo>
                  <a:lnTo>
                    <a:pt x="1022754" y="172506"/>
                  </a:lnTo>
                  <a:lnTo>
                    <a:pt x="1032483" y="170306"/>
                  </a:lnTo>
                  <a:lnTo>
                    <a:pt x="1042227" y="167950"/>
                  </a:lnTo>
                  <a:lnTo>
                    <a:pt x="1051971" y="165440"/>
                  </a:lnTo>
                  <a:lnTo>
                    <a:pt x="1061715" y="162777"/>
                  </a:lnTo>
                  <a:lnTo>
                    <a:pt x="1071444" y="159964"/>
                  </a:lnTo>
                  <a:lnTo>
                    <a:pt x="1081188" y="157005"/>
                  </a:lnTo>
                  <a:lnTo>
                    <a:pt x="1090932" y="153904"/>
                  </a:lnTo>
                  <a:lnTo>
                    <a:pt x="1100676" y="150663"/>
                  </a:lnTo>
                  <a:lnTo>
                    <a:pt x="1110405" y="147291"/>
                  </a:lnTo>
                  <a:lnTo>
                    <a:pt x="1120149" y="143790"/>
                  </a:lnTo>
                  <a:lnTo>
                    <a:pt x="1129893" y="140170"/>
                  </a:lnTo>
                  <a:lnTo>
                    <a:pt x="1139637" y="136433"/>
                  </a:lnTo>
                  <a:lnTo>
                    <a:pt x="1149381" y="132591"/>
                  </a:lnTo>
                  <a:lnTo>
                    <a:pt x="1159110" y="128650"/>
                  </a:lnTo>
                  <a:lnTo>
                    <a:pt x="1168854" y="124617"/>
                  </a:lnTo>
                  <a:lnTo>
                    <a:pt x="1178598" y="120502"/>
                  </a:lnTo>
                  <a:lnTo>
                    <a:pt x="1188341" y="116313"/>
                  </a:lnTo>
                  <a:lnTo>
                    <a:pt x="1198070" y="112061"/>
                  </a:lnTo>
                  <a:lnTo>
                    <a:pt x="1207814" y="107755"/>
                  </a:lnTo>
                  <a:lnTo>
                    <a:pt x="1217558" y="103405"/>
                  </a:lnTo>
                  <a:lnTo>
                    <a:pt x="1227302" y="99020"/>
                  </a:lnTo>
                  <a:lnTo>
                    <a:pt x="1237031" y="94612"/>
                  </a:lnTo>
                  <a:lnTo>
                    <a:pt x="1246775" y="90190"/>
                  </a:lnTo>
                  <a:lnTo>
                    <a:pt x="1256519" y="85766"/>
                  </a:lnTo>
                  <a:lnTo>
                    <a:pt x="1266263" y="81351"/>
                  </a:lnTo>
                  <a:lnTo>
                    <a:pt x="1276007" y="76955"/>
                  </a:lnTo>
                  <a:lnTo>
                    <a:pt x="1285736" y="72588"/>
                  </a:lnTo>
                  <a:lnTo>
                    <a:pt x="1295480" y="68263"/>
                  </a:lnTo>
                  <a:lnTo>
                    <a:pt x="1305224" y="63990"/>
                  </a:lnTo>
                  <a:lnTo>
                    <a:pt x="1314968" y="59779"/>
                  </a:lnTo>
                  <a:lnTo>
                    <a:pt x="1324697" y="55640"/>
                  </a:lnTo>
                  <a:lnTo>
                    <a:pt x="1334441" y="51586"/>
                  </a:lnTo>
                  <a:lnTo>
                    <a:pt x="1344185" y="47625"/>
                  </a:lnTo>
                  <a:lnTo>
                    <a:pt x="1353929" y="43766"/>
                  </a:lnTo>
                  <a:lnTo>
                    <a:pt x="1363658" y="40020"/>
                  </a:lnTo>
                  <a:lnTo>
                    <a:pt x="1373402" y="36397"/>
                  </a:lnTo>
                  <a:lnTo>
                    <a:pt x="1383146" y="32903"/>
                  </a:lnTo>
                  <a:lnTo>
                    <a:pt x="1392890" y="29551"/>
                  </a:lnTo>
                  <a:lnTo>
                    <a:pt x="1402619" y="26346"/>
                  </a:lnTo>
                  <a:lnTo>
                    <a:pt x="1412363" y="23296"/>
                  </a:lnTo>
                  <a:lnTo>
                    <a:pt x="1422106" y="20409"/>
                  </a:lnTo>
                  <a:lnTo>
                    <a:pt x="1431850" y="17691"/>
                  </a:lnTo>
                  <a:lnTo>
                    <a:pt x="1441594" y="15151"/>
                  </a:lnTo>
                  <a:lnTo>
                    <a:pt x="1451323" y="12791"/>
                  </a:lnTo>
                  <a:lnTo>
                    <a:pt x="1461067" y="10620"/>
                  </a:lnTo>
                  <a:lnTo>
                    <a:pt x="1470811" y="8640"/>
                  </a:lnTo>
                  <a:lnTo>
                    <a:pt x="1480555" y="6857"/>
                  </a:lnTo>
                  <a:lnTo>
                    <a:pt x="1490284" y="5274"/>
                  </a:lnTo>
                  <a:lnTo>
                    <a:pt x="1500028" y="3895"/>
                  </a:lnTo>
                  <a:lnTo>
                    <a:pt x="1509772" y="2722"/>
                  </a:lnTo>
                  <a:lnTo>
                    <a:pt x="1519516" y="1757"/>
                  </a:lnTo>
                  <a:lnTo>
                    <a:pt x="1529245" y="1001"/>
                  </a:lnTo>
                  <a:lnTo>
                    <a:pt x="1538989" y="457"/>
                  </a:lnTo>
                  <a:lnTo>
                    <a:pt x="1548733" y="124"/>
                  </a:lnTo>
                  <a:lnTo>
                    <a:pt x="1558477" y="0"/>
                  </a:lnTo>
                  <a:lnTo>
                    <a:pt x="1568221" y="88"/>
                  </a:lnTo>
                  <a:lnTo>
                    <a:pt x="1577950" y="384"/>
                  </a:lnTo>
                  <a:lnTo>
                    <a:pt x="1587694" y="888"/>
                  </a:lnTo>
                  <a:lnTo>
                    <a:pt x="1597438" y="1597"/>
                  </a:lnTo>
                  <a:lnTo>
                    <a:pt x="1607182" y="2508"/>
                  </a:lnTo>
                  <a:lnTo>
                    <a:pt x="1616911" y="3616"/>
                  </a:lnTo>
                  <a:lnTo>
                    <a:pt x="1626655" y="4921"/>
                  </a:lnTo>
                  <a:lnTo>
                    <a:pt x="1636399" y="6417"/>
                  </a:lnTo>
                  <a:lnTo>
                    <a:pt x="1646142" y="8098"/>
                  </a:lnTo>
                  <a:lnTo>
                    <a:pt x="1655872" y="9960"/>
                  </a:lnTo>
                  <a:lnTo>
                    <a:pt x="1665616" y="11998"/>
                  </a:lnTo>
                  <a:lnTo>
                    <a:pt x="1675359" y="14206"/>
                  </a:lnTo>
                  <a:lnTo>
                    <a:pt x="1685103" y="16578"/>
                  </a:lnTo>
                  <a:lnTo>
                    <a:pt x="1694832" y="19107"/>
                  </a:lnTo>
                  <a:lnTo>
                    <a:pt x="1704576" y="21784"/>
                  </a:lnTo>
                  <a:lnTo>
                    <a:pt x="1714320" y="24604"/>
                  </a:lnTo>
                  <a:lnTo>
                    <a:pt x="1724064" y="27562"/>
                  </a:lnTo>
                  <a:lnTo>
                    <a:pt x="1733808" y="30644"/>
                  </a:lnTo>
                  <a:lnTo>
                    <a:pt x="1743537" y="33848"/>
                  </a:lnTo>
                  <a:lnTo>
                    <a:pt x="1753281" y="37164"/>
                  </a:lnTo>
                  <a:lnTo>
                    <a:pt x="1763025" y="40582"/>
                  </a:lnTo>
                  <a:lnTo>
                    <a:pt x="1772769" y="44095"/>
                  </a:lnTo>
                  <a:lnTo>
                    <a:pt x="1782498" y="47695"/>
                  </a:lnTo>
                  <a:lnTo>
                    <a:pt x="1792242" y="51372"/>
                  </a:lnTo>
                  <a:lnTo>
                    <a:pt x="1801986" y="55119"/>
                  </a:lnTo>
                  <a:lnTo>
                    <a:pt x="1811730" y="58926"/>
                  </a:lnTo>
                  <a:lnTo>
                    <a:pt x="1821459" y="62784"/>
                  </a:lnTo>
                  <a:lnTo>
                    <a:pt x="1831203" y="66685"/>
                  </a:lnTo>
                  <a:lnTo>
                    <a:pt x="1840947" y="70621"/>
                  </a:lnTo>
                  <a:lnTo>
                    <a:pt x="1850691" y="74581"/>
                  </a:lnTo>
                  <a:lnTo>
                    <a:pt x="1860435" y="78559"/>
                  </a:lnTo>
                  <a:lnTo>
                    <a:pt x="1870164" y="82546"/>
                  </a:lnTo>
                  <a:lnTo>
                    <a:pt x="1879908" y="86533"/>
                  </a:lnTo>
                  <a:lnTo>
                    <a:pt x="1889652" y="90511"/>
                  </a:lnTo>
                  <a:lnTo>
                    <a:pt x="1899395" y="94473"/>
                  </a:lnTo>
                  <a:lnTo>
                    <a:pt x="1909124" y="98412"/>
                  </a:lnTo>
                  <a:lnTo>
                    <a:pt x="1918868" y="102319"/>
                  </a:lnTo>
                  <a:lnTo>
                    <a:pt x="1928612" y="106188"/>
                  </a:lnTo>
                  <a:lnTo>
                    <a:pt x="1938356" y="110010"/>
                  </a:lnTo>
                  <a:lnTo>
                    <a:pt x="1948085" y="113779"/>
                  </a:lnTo>
                  <a:lnTo>
                    <a:pt x="1957829" y="117487"/>
                  </a:lnTo>
                  <a:lnTo>
                    <a:pt x="1967573" y="121132"/>
                  </a:lnTo>
                  <a:lnTo>
                    <a:pt x="1977317" y="124703"/>
                  </a:lnTo>
                  <a:lnTo>
                    <a:pt x="1987046" y="128197"/>
                  </a:lnTo>
                  <a:lnTo>
                    <a:pt x="1996790" y="131607"/>
                  </a:lnTo>
                  <a:lnTo>
                    <a:pt x="2006534" y="134930"/>
                  </a:lnTo>
                  <a:lnTo>
                    <a:pt x="2016278" y="138158"/>
                  </a:lnTo>
                  <a:lnTo>
                    <a:pt x="2026022" y="141292"/>
                  </a:lnTo>
                  <a:lnTo>
                    <a:pt x="2035751" y="144322"/>
                  </a:lnTo>
                  <a:lnTo>
                    <a:pt x="2045495" y="147248"/>
                  </a:lnTo>
                  <a:lnTo>
                    <a:pt x="2055239" y="150067"/>
                  </a:lnTo>
                  <a:lnTo>
                    <a:pt x="2064983" y="152774"/>
                  </a:lnTo>
                  <a:lnTo>
                    <a:pt x="2074712" y="155368"/>
                  </a:lnTo>
                  <a:lnTo>
                    <a:pt x="2084456" y="157846"/>
                  </a:lnTo>
                  <a:lnTo>
                    <a:pt x="2094200" y="160207"/>
                  </a:lnTo>
                  <a:lnTo>
                    <a:pt x="2103944" y="162451"/>
                  </a:lnTo>
                  <a:lnTo>
                    <a:pt x="2113673" y="164576"/>
                  </a:lnTo>
                  <a:lnTo>
                    <a:pt x="2123417" y="166580"/>
                  </a:lnTo>
                  <a:lnTo>
                    <a:pt x="2133161" y="168463"/>
                  </a:lnTo>
                  <a:lnTo>
                    <a:pt x="2142905" y="170228"/>
                  </a:lnTo>
                  <a:lnTo>
                    <a:pt x="2152649" y="171875"/>
                  </a:lnTo>
                  <a:lnTo>
                    <a:pt x="2162377" y="173402"/>
                  </a:lnTo>
                  <a:lnTo>
                    <a:pt x="2172121" y="174814"/>
                  </a:lnTo>
                  <a:lnTo>
                    <a:pt x="2181865" y="176110"/>
                  </a:lnTo>
                  <a:lnTo>
                    <a:pt x="2191609" y="177295"/>
                  </a:lnTo>
                  <a:lnTo>
                    <a:pt x="2201338" y="178371"/>
                  </a:lnTo>
                  <a:lnTo>
                    <a:pt x="2211082" y="179338"/>
                  </a:lnTo>
                  <a:lnTo>
                    <a:pt x="2220826" y="180200"/>
                  </a:lnTo>
                  <a:lnTo>
                    <a:pt x="2230570" y="180963"/>
                  </a:lnTo>
                  <a:lnTo>
                    <a:pt x="2240299" y="181629"/>
                  </a:lnTo>
                  <a:lnTo>
                    <a:pt x="2250043" y="182201"/>
                  </a:lnTo>
                  <a:lnTo>
                    <a:pt x="2259787" y="182685"/>
                  </a:lnTo>
                  <a:lnTo>
                    <a:pt x="2269531" y="183086"/>
                  </a:lnTo>
                  <a:lnTo>
                    <a:pt x="2279260" y="183407"/>
                  </a:lnTo>
                  <a:lnTo>
                    <a:pt x="2289004" y="183654"/>
                  </a:lnTo>
                  <a:lnTo>
                    <a:pt x="2298748" y="183831"/>
                  </a:lnTo>
                  <a:lnTo>
                    <a:pt x="2308492" y="183946"/>
                  </a:lnTo>
                  <a:lnTo>
                    <a:pt x="2318236" y="184001"/>
                  </a:lnTo>
                  <a:lnTo>
                    <a:pt x="2327965" y="184005"/>
                  </a:lnTo>
                  <a:lnTo>
                    <a:pt x="2337709" y="183964"/>
                  </a:lnTo>
                  <a:lnTo>
                    <a:pt x="2347453" y="183880"/>
                  </a:lnTo>
                  <a:lnTo>
                    <a:pt x="2357197" y="183764"/>
                  </a:lnTo>
                  <a:lnTo>
                    <a:pt x="2366926" y="183618"/>
                  </a:lnTo>
                  <a:lnTo>
                    <a:pt x="2376670" y="183451"/>
                  </a:lnTo>
                  <a:lnTo>
                    <a:pt x="2386413" y="183268"/>
                  </a:lnTo>
                  <a:lnTo>
                    <a:pt x="2396157" y="183074"/>
                  </a:lnTo>
                  <a:lnTo>
                    <a:pt x="2405886" y="182879"/>
                  </a:lnTo>
                  <a:lnTo>
                    <a:pt x="2415630" y="182685"/>
                  </a:lnTo>
                  <a:lnTo>
                    <a:pt x="2425374" y="182501"/>
                  </a:lnTo>
                  <a:lnTo>
                    <a:pt x="2435118" y="182332"/>
                  </a:lnTo>
                  <a:lnTo>
                    <a:pt x="2444862" y="182183"/>
                  </a:lnTo>
                  <a:lnTo>
                    <a:pt x="2454591" y="182061"/>
                  </a:lnTo>
                  <a:lnTo>
                    <a:pt x="2464335" y="181972"/>
                  </a:lnTo>
                  <a:lnTo>
                    <a:pt x="2474079" y="181921"/>
                  </a:lnTo>
                  <a:lnTo>
                    <a:pt x="2483823" y="181912"/>
                  </a:lnTo>
                  <a:lnTo>
                    <a:pt x="2493552" y="181952"/>
                  </a:lnTo>
                  <a:lnTo>
                    <a:pt x="2503296" y="182046"/>
                  </a:lnTo>
                  <a:lnTo>
                    <a:pt x="2513040" y="182197"/>
                  </a:lnTo>
                  <a:lnTo>
                    <a:pt x="2522784" y="182411"/>
                  </a:lnTo>
                  <a:lnTo>
                    <a:pt x="2532513" y="182693"/>
                  </a:lnTo>
                  <a:lnTo>
                    <a:pt x="2542257" y="183043"/>
                  </a:lnTo>
                  <a:lnTo>
                    <a:pt x="2552001" y="183469"/>
                  </a:lnTo>
                  <a:lnTo>
                    <a:pt x="2561745" y="183971"/>
                  </a:lnTo>
                  <a:lnTo>
                    <a:pt x="2571474" y="184555"/>
                  </a:lnTo>
                  <a:lnTo>
                    <a:pt x="2581218" y="185221"/>
                  </a:lnTo>
                  <a:lnTo>
                    <a:pt x="2590962" y="185972"/>
                  </a:lnTo>
                  <a:lnTo>
                    <a:pt x="2600705" y="186811"/>
                  </a:lnTo>
                  <a:lnTo>
                    <a:pt x="2610449" y="187739"/>
                  </a:lnTo>
                  <a:lnTo>
                    <a:pt x="2620178" y="188755"/>
                  </a:lnTo>
                  <a:lnTo>
                    <a:pt x="2629922" y="189864"/>
                  </a:lnTo>
                  <a:lnTo>
                    <a:pt x="2639666" y="191063"/>
                  </a:lnTo>
                  <a:lnTo>
                    <a:pt x="2649410" y="192353"/>
                  </a:lnTo>
                  <a:lnTo>
                    <a:pt x="2659139" y="193736"/>
                  </a:lnTo>
                  <a:lnTo>
                    <a:pt x="2668883" y="195208"/>
                  </a:lnTo>
                  <a:lnTo>
                    <a:pt x="2678627" y="196768"/>
                  </a:lnTo>
                  <a:lnTo>
                    <a:pt x="2688371" y="198417"/>
                  </a:lnTo>
                  <a:lnTo>
                    <a:pt x="2698100" y="200152"/>
                  </a:lnTo>
                  <a:lnTo>
                    <a:pt x="2707844" y="201969"/>
                  </a:lnTo>
                  <a:lnTo>
                    <a:pt x="2717588" y="203867"/>
                  </a:lnTo>
                  <a:lnTo>
                    <a:pt x="2727332" y="205844"/>
                  </a:lnTo>
                  <a:lnTo>
                    <a:pt x="2737076" y="207896"/>
                  </a:lnTo>
                  <a:lnTo>
                    <a:pt x="2746805" y="210019"/>
                  </a:lnTo>
                  <a:lnTo>
                    <a:pt x="2756549" y="212209"/>
                  </a:lnTo>
                  <a:lnTo>
                    <a:pt x="2766293" y="214462"/>
                  </a:lnTo>
                  <a:lnTo>
                    <a:pt x="2776037" y="216773"/>
                  </a:lnTo>
                  <a:lnTo>
                    <a:pt x="2785766" y="219139"/>
                  </a:lnTo>
                  <a:lnTo>
                    <a:pt x="2795510" y="221551"/>
                  </a:lnTo>
                  <a:lnTo>
                    <a:pt x="2805254" y="224008"/>
                  </a:lnTo>
                  <a:lnTo>
                    <a:pt x="2814998" y="226502"/>
                  </a:lnTo>
                  <a:lnTo>
                    <a:pt x="2824727" y="229029"/>
                  </a:lnTo>
                  <a:lnTo>
                    <a:pt x="2834471" y="231579"/>
                  </a:lnTo>
                  <a:lnTo>
                    <a:pt x="2844215" y="234151"/>
                  </a:lnTo>
                  <a:lnTo>
                    <a:pt x="2853958" y="236736"/>
                  </a:lnTo>
                  <a:lnTo>
                    <a:pt x="2863687" y="239328"/>
                  </a:lnTo>
                  <a:lnTo>
                    <a:pt x="2873431" y="241922"/>
                  </a:lnTo>
                  <a:lnTo>
                    <a:pt x="2883175" y="244509"/>
                  </a:lnTo>
                  <a:lnTo>
                    <a:pt x="2892919" y="247083"/>
                  </a:lnTo>
                  <a:lnTo>
                    <a:pt x="2902663" y="249638"/>
                  </a:lnTo>
                  <a:lnTo>
                    <a:pt x="2912392" y="25216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9" name="Freeform 688">
              <a:extLst>
                <a:ext uri="{FF2B5EF4-FFF2-40B4-BE49-F238E27FC236}">
                  <a16:creationId xmlns:a16="http://schemas.microsoft.com/office/drawing/2014/main" id="{90210D58-1DAE-81EF-50AE-B70DF1837DD7}"/>
                </a:ext>
              </a:extLst>
            </p:cNvPr>
            <p:cNvSpPr/>
            <p:nvPr/>
          </p:nvSpPr>
          <p:spPr>
            <a:xfrm>
              <a:off x="576446" y="2995439"/>
              <a:ext cx="2912392" cy="905499"/>
            </a:xfrm>
            <a:custGeom>
              <a:avLst/>
              <a:gdLst>
                <a:gd name="connsiteX0" fmla="*/ 0 w 2912392"/>
                <a:gd name="connsiteY0" fmla="*/ 0 h 905499"/>
                <a:gd name="connsiteX1" fmla="*/ 9739 w 2912392"/>
                <a:gd name="connsiteY1" fmla="*/ 6575 h 905499"/>
                <a:gd name="connsiteX2" fmla="*/ 19480 w 2912392"/>
                <a:gd name="connsiteY2" fmla="*/ 13336 h 905499"/>
                <a:gd name="connsiteX3" fmla="*/ 29221 w 2912392"/>
                <a:gd name="connsiteY3" fmla="*/ 20270 h 905499"/>
                <a:gd name="connsiteX4" fmla="*/ 38961 w 2912392"/>
                <a:gd name="connsiteY4" fmla="*/ 27368 h 905499"/>
                <a:gd name="connsiteX5" fmla="*/ 48702 w 2912392"/>
                <a:gd name="connsiteY5" fmla="*/ 34616 h 905499"/>
                <a:gd name="connsiteX6" fmla="*/ 58443 w 2912392"/>
                <a:gd name="connsiteY6" fmla="*/ 42006 h 905499"/>
                <a:gd name="connsiteX7" fmla="*/ 68182 w 2912392"/>
                <a:gd name="connsiteY7" fmla="*/ 49526 h 905499"/>
                <a:gd name="connsiteX8" fmla="*/ 77923 w 2912392"/>
                <a:gd name="connsiteY8" fmla="*/ 57161 h 905499"/>
                <a:gd name="connsiteX9" fmla="*/ 87664 w 2912392"/>
                <a:gd name="connsiteY9" fmla="*/ 64904 h 905499"/>
                <a:gd name="connsiteX10" fmla="*/ 97404 w 2912392"/>
                <a:gd name="connsiteY10" fmla="*/ 72741 h 905499"/>
                <a:gd name="connsiteX11" fmla="*/ 107145 w 2912392"/>
                <a:gd name="connsiteY11" fmla="*/ 80660 h 905499"/>
                <a:gd name="connsiteX12" fmla="*/ 116886 w 2912392"/>
                <a:gd name="connsiteY12" fmla="*/ 88649 h 905499"/>
                <a:gd name="connsiteX13" fmla="*/ 126625 w 2912392"/>
                <a:gd name="connsiteY13" fmla="*/ 96696 h 905499"/>
                <a:gd name="connsiteX14" fmla="*/ 136366 w 2912392"/>
                <a:gd name="connsiteY14" fmla="*/ 104791 h 905499"/>
                <a:gd name="connsiteX15" fmla="*/ 146107 w 2912392"/>
                <a:gd name="connsiteY15" fmla="*/ 112918 h 905499"/>
                <a:gd name="connsiteX16" fmla="*/ 155846 w 2912392"/>
                <a:gd name="connsiteY16" fmla="*/ 121069 h 905499"/>
                <a:gd name="connsiteX17" fmla="*/ 165587 w 2912392"/>
                <a:gd name="connsiteY17" fmla="*/ 129232 h 905499"/>
                <a:gd name="connsiteX18" fmla="*/ 175328 w 2912392"/>
                <a:gd name="connsiteY18" fmla="*/ 137392 h 905499"/>
                <a:gd name="connsiteX19" fmla="*/ 185068 w 2912392"/>
                <a:gd name="connsiteY19" fmla="*/ 145541 h 905499"/>
                <a:gd name="connsiteX20" fmla="*/ 194809 w 2912392"/>
                <a:gd name="connsiteY20" fmla="*/ 153664 h 905499"/>
                <a:gd name="connsiteX21" fmla="*/ 204550 w 2912392"/>
                <a:gd name="connsiteY21" fmla="*/ 161751 h 905499"/>
                <a:gd name="connsiteX22" fmla="*/ 214289 w 2912392"/>
                <a:gd name="connsiteY22" fmla="*/ 169792 h 905499"/>
                <a:gd name="connsiteX23" fmla="*/ 224030 w 2912392"/>
                <a:gd name="connsiteY23" fmla="*/ 177773 h 905499"/>
                <a:gd name="connsiteX24" fmla="*/ 233771 w 2912392"/>
                <a:gd name="connsiteY24" fmla="*/ 185685 h 905499"/>
                <a:gd name="connsiteX25" fmla="*/ 243510 w 2912392"/>
                <a:gd name="connsiteY25" fmla="*/ 193514 h 905499"/>
                <a:gd name="connsiteX26" fmla="*/ 253251 w 2912392"/>
                <a:gd name="connsiteY26" fmla="*/ 201254 h 905499"/>
                <a:gd name="connsiteX27" fmla="*/ 262992 w 2912392"/>
                <a:gd name="connsiteY27" fmla="*/ 208890 h 905499"/>
                <a:gd name="connsiteX28" fmla="*/ 272732 w 2912392"/>
                <a:gd name="connsiteY28" fmla="*/ 216415 h 905499"/>
                <a:gd name="connsiteX29" fmla="*/ 282473 w 2912392"/>
                <a:gd name="connsiteY29" fmla="*/ 223817 h 905499"/>
                <a:gd name="connsiteX30" fmla="*/ 292214 w 2912392"/>
                <a:gd name="connsiteY30" fmla="*/ 231086 h 905499"/>
                <a:gd name="connsiteX31" fmla="*/ 301953 w 2912392"/>
                <a:gd name="connsiteY31" fmla="*/ 238212 h 905499"/>
                <a:gd name="connsiteX32" fmla="*/ 311694 w 2912392"/>
                <a:gd name="connsiteY32" fmla="*/ 245190 h 905499"/>
                <a:gd name="connsiteX33" fmla="*/ 321435 w 2912392"/>
                <a:gd name="connsiteY33" fmla="*/ 252004 h 905499"/>
                <a:gd name="connsiteX34" fmla="*/ 331175 w 2912392"/>
                <a:gd name="connsiteY34" fmla="*/ 258651 h 905499"/>
                <a:gd name="connsiteX35" fmla="*/ 340916 w 2912392"/>
                <a:gd name="connsiteY35" fmla="*/ 265120 h 905499"/>
                <a:gd name="connsiteX36" fmla="*/ 350656 w 2912392"/>
                <a:gd name="connsiteY36" fmla="*/ 271403 h 905499"/>
                <a:gd name="connsiteX37" fmla="*/ 360396 w 2912392"/>
                <a:gd name="connsiteY37" fmla="*/ 277492 h 905499"/>
                <a:gd name="connsiteX38" fmla="*/ 370137 w 2912392"/>
                <a:gd name="connsiteY38" fmla="*/ 283382 h 905499"/>
                <a:gd name="connsiteX39" fmla="*/ 379878 w 2912392"/>
                <a:gd name="connsiteY39" fmla="*/ 289061 h 905499"/>
                <a:gd name="connsiteX40" fmla="*/ 389617 w 2912392"/>
                <a:gd name="connsiteY40" fmla="*/ 294528 h 905499"/>
                <a:gd name="connsiteX41" fmla="*/ 399358 w 2912392"/>
                <a:gd name="connsiteY41" fmla="*/ 299772 h 905499"/>
                <a:gd name="connsiteX42" fmla="*/ 409099 w 2912392"/>
                <a:gd name="connsiteY42" fmla="*/ 304790 h 905499"/>
                <a:gd name="connsiteX43" fmla="*/ 418839 w 2912392"/>
                <a:gd name="connsiteY43" fmla="*/ 309574 h 905499"/>
                <a:gd name="connsiteX44" fmla="*/ 428580 w 2912392"/>
                <a:gd name="connsiteY44" fmla="*/ 314121 h 905499"/>
                <a:gd name="connsiteX45" fmla="*/ 438321 w 2912392"/>
                <a:gd name="connsiteY45" fmla="*/ 318426 h 905499"/>
                <a:gd name="connsiteX46" fmla="*/ 448060 w 2912392"/>
                <a:gd name="connsiteY46" fmla="*/ 322482 h 905499"/>
                <a:gd name="connsiteX47" fmla="*/ 457801 w 2912392"/>
                <a:gd name="connsiteY47" fmla="*/ 326289 h 905499"/>
                <a:gd name="connsiteX48" fmla="*/ 467542 w 2912392"/>
                <a:gd name="connsiteY48" fmla="*/ 329840 h 905499"/>
                <a:gd name="connsiteX49" fmla="*/ 477281 w 2912392"/>
                <a:gd name="connsiteY49" fmla="*/ 333132 h 905499"/>
                <a:gd name="connsiteX50" fmla="*/ 487022 w 2912392"/>
                <a:gd name="connsiteY50" fmla="*/ 336166 h 905499"/>
                <a:gd name="connsiteX51" fmla="*/ 496763 w 2912392"/>
                <a:gd name="connsiteY51" fmla="*/ 338934 h 905499"/>
                <a:gd name="connsiteX52" fmla="*/ 506503 w 2912392"/>
                <a:gd name="connsiteY52" fmla="*/ 341438 h 905499"/>
                <a:gd name="connsiteX53" fmla="*/ 516244 w 2912392"/>
                <a:gd name="connsiteY53" fmla="*/ 343676 h 905499"/>
                <a:gd name="connsiteX54" fmla="*/ 525985 w 2912392"/>
                <a:gd name="connsiteY54" fmla="*/ 345647 h 905499"/>
                <a:gd name="connsiteX55" fmla="*/ 535724 w 2912392"/>
                <a:gd name="connsiteY55" fmla="*/ 347350 h 905499"/>
                <a:gd name="connsiteX56" fmla="*/ 545465 w 2912392"/>
                <a:gd name="connsiteY56" fmla="*/ 348785 h 905499"/>
                <a:gd name="connsiteX57" fmla="*/ 555206 w 2912392"/>
                <a:gd name="connsiteY57" fmla="*/ 349950 h 905499"/>
                <a:gd name="connsiteX58" fmla="*/ 564946 w 2912392"/>
                <a:gd name="connsiteY58" fmla="*/ 350850 h 905499"/>
                <a:gd name="connsiteX59" fmla="*/ 574687 w 2912392"/>
                <a:gd name="connsiteY59" fmla="*/ 351483 h 905499"/>
                <a:gd name="connsiteX60" fmla="*/ 584428 w 2912392"/>
                <a:gd name="connsiteY60" fmla="*/ 351851 h 905499"/>
                <a:gd name="connsiteX61" fmla="*/ 594167 w 2912392"/>
                <a:gd name="connsiteY61" fmla="*/ 351957 h 905499"/>
                <a:gd name="connsiteX62" fmla="*/ 603908 w 2912392"/>
                <a:gd name="connsiteY62" fmla="*/ 351802 h 905499"/>
                <a:gd name="connsiteX63" fmla="*/ 613649 w 2912392"/>
                <a:gd name="connsiteY63" fmla="*/ 351391 h 905499"/>
                <a:gd name="connsiteX64" fmla="*/ 623388 w 2912392"/>
                <a:gd name="connsiteY64" fmla="*/ 350724 h 905499"/>
                <a:gd name="connsiteX65" fmla="*/ 633129 w 2912392"/>
                <a:gd name="connsiteY65" fmla="*/ 349807 h 905499"/>
                <a:gd name="connsiteX66" fmla="*/ 642870 w 2912392"/>
                <a:gd name="connsiteY66" fmla="*/ 348644 h 905499"/>
                <a:gd name="connsiteX67" fmla="*/ 652610 w 2912392"/>
                <a:gd name="connsiteY67" fmla="*/ 347237 h 905499"/>
                <a:gd name="connsiteX68" fmla="*/ 662351 w 2912392"/>
                <a:gd name="connsiteY68" fmla="*/ 345592 h 905499"/>
                <a:gd name="connsiteX69" fmla="*/ 672092 w 2912392"/>
                <a:gd name="connsiteY69" fmla="*/ 343717 h 905499"/>
                <a:gd name="connsiteX70" fmla="*/ 681831 w 2912392"/>
                <a:gd name="connsiteY70" fmla="*/ 341611 h 905499"/>
                <a:gd name="connsiteX71" fmla="*/ 691572 w 2912392"/>
                <a:gd name="connsiteY71" fmla="*/ 339287 h 905499"/>
                <a:gd name="connsiteX72" fmla="*/ 701313 w 2912392"/>
                <a:gd name="connsiteY72" fmla="*/ 336747 h 905499"/>
                <a:gd name="connsiteX73" fmla="*/ 711052 w 2912392"/>
                <a:gd name="connsiteY73" fmla="*/ 333998 h 905499"/>
                <a:gd name="connsiteX74" fmla="*/ 720793 w 2912392"/>
                <a:gd name="connsiteY74" fmla="*/ 331046 h 905499"/>
                <a:gd name="connsiteX75" fmla="*/ 730534 w 2912392"/>
                <a:gd name="connsiteY75" fmla="*/ 327900 h 905499"/>
                <a:gd name="connsiteX76" fmla="*/ 740274 w 2912392"/>
                <a:gd name="connsiteY76" fmla="*/ 324567 h 905499"/>
                <a:gd name="connsiteX77" fmla="*/ 750015 w 2912392"/>
                <a:gd name="connsiteY77" fmla="*/ 321054 h 905499"/>
                <a:gd name="connsiteX78" fmla="*/ 759756 w 2912392"/>
                <a:gd name="connsiteY78" fmla="*/ 317369 h 905499"/>
                <a:gd name="connsiteX79" fmla="*/ 769495 w 2912392"/>
                <a:gd name="connsiteY79" fmla="*/ 313521 h 905499"/>
                <a:gd name="connsiteX80" fmla="*/ 779236 w 2912392"/>
                <a:gd name="connsiteY80" fmla="*/ 309516 h 905499"/>
                <a:gd name="connsiteX81" fmla="*/ 788977 w 2912392"/>
                <a:gd name="connsiteY81" fmla="*/ 305365 h 905499"/>
                <a:gd name="connsiteX82" fmla="*/ 798717 w 2912392"/>
                <a:gd name="connsiteY82" fmla="*/ 301077 h 905499"/>
                <a:gd name="connsiteX83" fmla="*/ 808458 w 2912392"/>
                <a:gd name="connsiteY83" fmla="*/ 296660 h 905499"/>
                <a:gd name="connsiteX84" fmla="*/ 818199 w 2912392"/>
                <a:gd name="connsiteY84" fmla="*/ 292124 h 905499"/>
                <a:gd name="connsiteX85" fmla="*/ 827938 w 2912392"/>
                <a:gd name="connsiteY85" fmla="*/ 287477 h 905499"/>
                <a:gd name="connsiteX86" fmla="*/ 837679 w 2912392"/>
                <a:gd name="connsiteY86" fmla="*/ 282731 h 905499"/>
                <a:gd name="connsiteX87" fmla="*/ 847420 w 2912392"/>
                <a:gd name="connsiteY87" fmla="*/ 277891 h 905499"/>
                <a:gd name="connsiteX88" fmla="*/ 857159 w 2912392"/>
                <a:gd name="connsiteY88" fmla="*/ 272973 h 905499"/>
                <a:gd name="connsiteX89" fmla="*/ 866900 w 2912392"/>
                <a:gd name="connsiteY89" fmla="*/ 267982 h 905499"/>
                <a:gd name="connsiteX90" fmla="*/ 876641 w 2912392"/>
                <a:gd name="connsiteY90" fmla="*/ 262931 h 905499"/>
                <a:gd name="connsiteX91" fmla="*/ 886381 w 2912392"/>
                <a:gd name="connsiteY91" fmla="*/ 257828 h 905499"/>
                <a:gd name="connsiteX92" fmla="*/ 896122 w 2912392"/>
                <a:gd name="connsiteY92" fmla="*/ 252685 h 905499"/>
                <a:gd name="connsiteX93" fmla="*/ 905863 w 2912392"/>
                <a:gd name="connsiteY93" fmla="*/ 247511 h 905499"/>
                <a:gd name="connsiteX94" fmla="*/ 915602 w 2912392"/>
                <a:gd name="connsiteY94" fmla="*/ 242316 h 905499"/>
                <a:gd name="connsiteX95" fmla="*/ 925343 w 2912392"/>
                <a:gd name="connsiteY95" fmla="*/ 237110 h 905499"/>
                <a:gd name="connsiteX96" fmla="*/ 935084 w 2912392"/>
                <a:gd name="connsiteY96" fmla="*/ 231906 h 905499"/>
                <a:gd name="connsiteX97" fmla="*/ 944824 w 2912392"/>
                <a:gd name="connsiteY97" fmla="*/ 226710 h 905499"/>
                <a:gd name="connsiteX98" fmla="*/ 954564 w 2912392"/>
                <a:gd name="connsiteY98" fmla="*/ 221534 h 905499"/>
                <a:gd name="connsiteX99" fmla="*/ 964305 w 2912392"/>
                <a:gd name="connsiteY99" fmla="*/ 216390 h 905499"/>
                <a:gd name="connsiteX100" fmla="*/ 974045 w 2912392"/>
                <a:gd name="connsiteY100" fmla="*/ 211285 h 905499"/>
                <a:gd name="connsiteX101" fmla="*/ 983786 w 2912392"/>
                <a:gd name="connsiteY101" fmla="*/ 206232 h 905499"/>
                <a:gd name="connsiteX102" fmla="*/ 993522 w 2912392"/>
                <a:gd name="connsiteY102" fmla="*/ 201239 h 905499"/>
                <a:gd name="connsiteX103" fmla="*/ 1003266 w 2912392"/>
                <a:gd name="connsiteY103" fmla="*/ 196316 h 905499"/>
                <a:gd name="connsiteX104" fmla="*/ 1013010 w 2912392"/>
                <a:gd name="connsiteY104" fmla="*/ 191473 h 905499"/>
                <a:gd name="connsiteX105" fmla="*/ 1022754 w 2912392"/>
                <a:gd name="connsiteY105" fmla="*/ 186720 h 905499"/>
                <a:gd name="connsiteX106" fmla="*/ 1032483 w 2912392"/>
                <a:gd name="connsiteY106" fmla="*/ 182066 h 905499"/>
                <a:gd name="connsiteX107" fmla="*/ 1042227 w 2912392"/>
                <a:gd name="connsiteY107" fmla="*/ 177520 h 905499"/>
                <a:gd name="connsiteX108" fmla="*/ 1051971 w 2912392"/>
                <a:gd name="connsiteY108" fmla="*/ 173093 h 905499"/>
                <a:gd name="connsiteX109" fmla="*/ 1061715 w 2912392"/>
                <a:gd name="connsiteY109" fmla="*/ 168792 h 905499"/>
                <a:gd name="connsiteX110" fmla="*/ 1071444 w 2912392"/>
                <a:gd name="connsiteY110" fmla="*/ 164626 h 905499"/>
                <a:gd name="connsiteX111" fmla="*/ 1081188 w 2912392"/>
                <a:gd name="connsiteY111" fmla="*/ 160607 h 905499"/>
                <a:gd name="connsiteX112" fmla="*/ 1090932 w 2912392"/>
                <a:gd name="connsiteY112" fmla="*/ 156739 h 905499"/>
                <a:gd name="connsiteX113" fmla="*/ 1100676 w 2912392"/>
                <a:gd name="connsiteY113" fmla="*/ 153032 h 905499"/>
                <a:gd name="connsiteX114" fmla="*/ 1110405 w 2912392"/>
                <a:gd name="connsiteY114" fmla="*/ 149495 h 905499"/>
                <a:gd name="connsiteX115" fmla="*/ 1120149 w 2912392"/>
                <a:gd name="connsiteY115" fmla="*/ 146135 h 905499"/>
                <a:gd name="connsiteX116" fmla="*/ 1129893 w 2912392"/>
                <a:gd name="connsiteY116" fmla="*/ 142962 h 905499"/>
                <a:gd name="connsiteX117" fmla="*/ 1139637 w 2912392"/>
                <a:gd name="connsiteY117" fmla="*/ 139980 h 905499"/>
                <a:gd name="connsiteX118" fmla="*/ 1149381 w 2912392"/>
                <a:gd name="connsiteY118" fmla="*/ 137199 h 905499"/>
                <a:gd name="connsiteX119" fmla="*/ 1159110 w 2912392"/>
                <a:gd name="connsiteY119" fmla="*/ 134623 h 905499"/>
                <a:gd name="connsiteX120" fmla="*/ 1168854 w 2912392"/>
                <a:gd name="connsiteY120" fmla="*/ 132263 h 905499"/>
                <a:gd name="connsiteX121" fmla="*/ 1178598 w 2912392"/>
                <a:gd name="connsiteY121" fmla="*/ 130122 h 905499"/>
                <a:gd name="connsiteX122" fmla="*/ 1188341 w 2912392"/>
                <a:gd name="connsiteY122" fmla="*/ 128207 h 905499"/>
                <a:gd name="connsiteX123" fmla="*/ 1198070 w 2912392"/>
                <a:gd name="connsiteY123" fmla="*/ 126525 h 905499"/>
                <a:gd name="connsiteX124" fmla="*/ 1207814 w 2912392"/>
                <a:gd name="connsiteY124" fmla="*/ 125083 h 905499"/>
                <a:gd name="connsiteX125" fmla="*/ 1217558 w 2912392"/>
                <a:gd name="connsiteY125" fmla="*/ 123884 h 905499"/>
                <a:gd name="connsiteX126" fmla="*/ 1227302 w 2912392"/>
                <a:gd name="connsiteY126" fmla="*/ 122934 h 905499"/>
                <a:gd name="connsiteX127" fmla="*/ 1237031 w 2912392"/>
                <a:gd name="connsiteY127" fmla="*/ 122240 h 905499"/>
                <a:gd name="connsiteX128" fmla="*/ 1246775 w 2912392"/>
                <a:gd name="connsiteY128" fmla="*/ 121804 h 905499"/>
                <a:gd name="connsiteX129" fmla="*/ 1256519 w 2912392"/>
                <a:gd name="connsiteY129" fmla="*/ 121632 h 905499"/>
                <a:gd name="connsiteX130" fmla="*/ 1266263 w 2912392"/>
                <a:gd name="connsiteY130" fmla="*/ 121728 h 905499"/>
                <a:gd name="connsiteX131" fmla="*/ 1276007 w 2912392"/>
                <a:gd name="connsiteY131" fmla="*/ 122094 h 905499"/>
                <a:gd name="connsiteX132" fmla="*/ 1285736 w 2912392"/>
                <a:gd name="connsiteY132" fmla="*/ 122738 h 905499"/>
                <a:gd name="connsiteX133" fmla="*/ 1295480 w 2912392"/>
                <a:gd name="connsiteY133" fmla="*/ 123660 h 905499"/>
                <a:gd name="connsiteX134" fmla="*/ 1305224 w 2912392"/>
                <a:gd name="connsiteY134" fmla="*/ 124864 h 905499"/>
                <a:gd name="connsiteX135" fmla="*/ 1314968 w 2912392"/>
                <a:gd name="connsiteY135" fmla="*/ 126352 h 905499"/>
                <a:gd name="connsiteX136" fmla="*/ 1324697 w 2912392"/>
                <a:gd name="connsiteY136" fmla="*/ 128127 h 905499"/>
                <a:gd name="connsiteX137" fmla="*/ 1334441 w 2912392"/>
                <a:gd name="connsiteY137" fmla="*/ 130193 h 905499"/>
                <a:gd name="connsiteX138" fmla="*/ 1344185 w 2912392"/>
                <a:gd name="connsiteY138" fmla="*/ 132550 h 905499"/>
                <a:gd name="connsiteX139" fmla="*/ 1353929 w 2912392"/>
                <a:gd name="connsiteY139" fmla="*/ 135199 h 905499"/>
                <a:gd name="connsiteX140" fmla="*/ 1363658 w 2912392"/>
                <a:gd name="connsiteY140" fmla="*/ 138143 h 905499"/>
                <a:gd name="connsiteX141" fmla="*/ 1373402 w 2912392"/>
                <a:gd name="connsiteY141" fmla="*/ 141384 h 905499"/>
                <a:gd name="connsiteX142" fmla="*/ 1383146 w 2912392"/>
                <a:gd name="connsiteY142" fmla="*/ 144921 h 905499"/>
                <a:gd name="connsiteX143" fmla="*/ 1392890 w 2912392"/>
                <a:gd name="connsiteY143" fmla="*/ 148753 h 905499"/>
                <a:gd name="connsiteX144" fmla="*/ 1402619 w 2912392"/>
                <a:gd name="connsiteY144" fmla="*/ 152883 h 905499"/>
                <a:gd name="connsiteX145" fmla="*/ 1412363 w 2912392"/>
                <a:gd name="connsiteY145" fmla="*/ 157309 h 905499"/>
                <a:gd name="connsiteX146" fmla="*/ 1422106 w 2912392"/>
                <a:gd name="connsiteY146" fmla="*/ 162032 h 905499"/>
                <a:gd name="connsiteX147" fmla="*/ 1431850 w 2912392"/>
                <a:gd name="connsiteY147" fmla="*/ 167052 h 905499"/>
                <a:gd name="connsiteX148" fmla="*/ 1441594 w 2912392"/>
                <a:gd name="connsiteY148" fmla="*/ 172365 h 905499"/>
                <a:gd name="connsiteX149" fmla="*/ 1451323 w 2912392"/>
                <a:gd name="connsiteY149" fmla="*/ 177970 h 905499"/>
                <a:gd name="connsiteX150" fmla="*/ 1461067 w 2912392"/>
                <a:gd name="connsiteY150" fmla="*/ 183868 h 905499"/>
                <a:gd name="connsiteX151" fmla="*/ 1470811 w 2912392"/>
                <a:gd name="connsiteY151" fmla="*/ 190054 h 905499"/>
                <a:gd name="connsiteX152" fmla="*/ 1480555 w 2912392"/>
                <a:gd name="connsiteY152" fmla="*/ 196528 h 905499"/>
                <a:gd name="connsiteX153" fmla="*/ 1490284 w 2912392"/>
                <a:gd name="connsiteY153" fmla="*/ 203286 h 905499"/>
                <a:gd name="connsiteX154" fmla="*/ 1500028 w 2912392"/>
                <a:gd name="connsiteY154" fmla="*/ 210324 h 905499"/>
                <a:gd name="connsiteX155" fmla="*/ 1509772 w 2912392"/>
                <a:gd name="connsiteY155" fmla="*/ 217641 h 905499"/>
                <a:gd name="connsiteX156" fmla="*/ 1519516 w 2912392"/>
                <a:gd name="connsiteY156" fmla="*/ 225232 h 905499"/>
                <a:gd name="connsiteX157" fmla="*/ 1529245 w 2912392"/>
                <a:gd name="connsiteY157" fmla="*/ 233093 h 905499"/>
                <a:gd name="connsiteX158" fmla="*/ 1538989 w 2912392"/>
                <a:gd name="connsiteY158" fmla="*/ 241220 h 905499"/>
                <a:gd name="connsiteX159" fmla="*/ 1548733 w 2912392"/>
                <a:gd name="connsiteY159" fmla="*/ 249609 h 905499"/>
                <a:gd name="connsiteX160" fmla="*/ 1558477 w 2912392"/>
                <a:gd name="connsiteY160" fmla="*/ 258251 h 905499"/>
                <a:gd name="connsiteX161" fmla="*/ 1568221 w 2912392"/>
                <a:gd name="connsiteY161" fmla="*/ 267146 h 905499"/>
                <a:gd name="connsiteX162" fmla="*/ 1577950 w 2912392"/>
                <a:gd name="connsiteY162" fmla="*/ 276285 h 905499"/>
                <a:gd name="connsiteX163" fmla="*/ 1587694 w 2912392"/>
                <a:gd name="connsiteY163" fmla="*/ 285664 h 905499"/>
                <a:gd name="connsiteX164" fmla="*/ 1597438 w 2912392"/>
                <a:gd name="connsiteY164" fmla="*/ 295274 h 905499"/>
                <a:gd name="connsiteX165" fmla="*/ 1607182 w 2912392"/>
                <a:gd name="connsiteY165" fmla="*/ 305110 h 905499"/>
                <a:gd name="connsiteX166" fmla="*/ 1616911 w 2912392"/>
                <a:gd name="connsiteY166" fmla="*/ 315166 h 905499"/>
                <a:gd name="connsiteX167" fmla="*/ 1626655 w 2912392"/>
                <a:gd name="connsiteY167" fmla="*/ 325431 h 905499"/>
                <a:gd name="connsiteX168" fmla="*/ 1636399 w 2912392"/>
                <a:gd name="connsiteY168" fmla="*/ 335899 h 905499"/>
                <a:gd name="connsiteX169" fmla="*/ 1646142 w 2912392"/>
                <a:gd name="connsiteY169" fmla="*/ 346562 h 905499"/>
                <a:gd name="connsiteX170" fmla="*/ 1655872 w 2912392"/>
                <a:gd name="connsiteY170" fmla="*/ 357413 h 905499"/>
                <a:gd name="connsiteX171" fmla="*/ 1665616 w 2912392"/>
                <a:gd name="connsiteY171" fmla="*/ 368440 h 905499"/>
                <a:gd name="connsiteX172" fmla="*/ 1675359 w 2912392"/>
                <a:gd name="connsiteY172" fmla="*/ 379636 h 905499"/>
                <a:gd name="connsiteX173" fmla="*/ 1685103 w 2912392"/>
                <a:gd name="connsiteY173" fmla="*/ 390993 h 905499"/>
                <a:gd name="connsiteX174" fmla="*/ 1694832 w 2912392"/>
                <a:gd name="connsiteY174" fmla="*/ 402496 h 905499"/>
                <a:gd name="connsiteX175" fmla="*/ 1704576 w 2912392"/>
                <a:gd name="connsiteY175" fmla="*/ 414140 h 905499"/>
                <a:gd name="connsiteX176" fmla="*/ 1714320 w 2912392"/>
                <a:gd name="connsiteY176" fmla="*/ 425911 h 905499"/>
                <a:gd name="connsiteX177" fmla="*/ 1724064 w 2912392"/>
                <a:gd name="connsiteY177" fmla="*/ 437802 h 905499"/>
                <a:gd name="connsiteX178" fmla="*/ 1733808 w 2912392"/>
                <a:gd name="connsiteY178" fmla="*/ 449797 h 905499"/>
                <a:gd name="connsiteX179" fmla="*/ 1743537 w 2912392"/>
                <a:gd name="connsiteY179" fmla="*/ 461889 h 905499"/>
                <a:gd name="connsiteX180" fmla="*/ 1753281 w 2912392"/>
                <a:gd name="connsiteY180" fmla="*/ 474065 h 905499"/>
                <a:gd name="connsiteX181" fmla="*/ 1763025 w 2912392"/>
                <a:gd name="connsiteY181" fmla="*/ 486312 h 905499"/>
                <a:gd name="connsiteX182" fmla="*/ 1772769 w 2912392"/>
                <a:gd name="connsiteY182" fmla="*/ 498620 h 905499"/>
                <a:gd name="connsiteX183" fmla="*/ 1782498 w 2912392"/>
                <a:gd name="connsiteY183" fmla="*/ 510974 h 905499"/>
                <a:gd name="connsiteX184" fmla="*/ 1792242 w 2912392"/>
                <a:gd name="connsiteY184" fmla="*/ 523362 h 905499"/>
                <a:gd name="connsiteX185" fmla="*/ 1801986 w 2912392"/>
                <a:gd name="connsiteY185" fmla="*/ 535772 h 905499"/>
                <a:gd name="connsiteX186" fmla="*/ 1811730 w 2912392"/>
                <a:gd name="connsiteY186" fmla="*/ 548192 h 905499"/>
                <a:gd name="connsiteX187" fmla="*/ 1821459 w 2912392"/>
                <a:gd name="connsiteY187" fmla="*/ 560605 h 905499"/>
                <a:gd name="connsiteX188" fmla="*/ 1831203 w 2912392"/>
                <a:gd name="connsiteY188" fmla="*/ 573001 h 905499"/>
                <a:gd name="connsiteX189" fmla="*/ 1840947 w 2912392"/>
                <a:gd name="connsiteY189" fmla="*/ 585366 h 905499"/>
                <a:gd name="connsiteX190" fmla="*/ 1850691 w 2912392"/>
                <a:gd name="connsiteY190" fmla="*/ 597686 h 905499"/>
                <a:gd name="connsiteX191" fmla="*/ 1860435 w 2912392"/>
                <a:gd name="connsiteY191" fmla="*/ 609945 h 905499"/>
                <a:gd name="connsiteX192" fmla="*/ 1870164 w 2912392"/>
                <a:gd name="connsiteY192" fmla="*/ 622132 h 905499"/>
                <a:gd name="connsiteX193" fmla="*/ 1879908 w 2912392"/>
                <a:gd name="connsiteY193" fmla="*/ 634232 h 905499"/>
                <a:gd name="connsiteX194" fmla="*/ 1889652 w 2912392"/>
                <a:gd name="connsiteY194" fmla="*/ 646231 h 905499"/>
                <a:gd name="connsiteX195" fmla="*/ 1899395 w 2912392"/>
                <a:gd name="connsiteY195" fmla="*/ 658115 h 905499"/>
                <a:gd name="connsiteX196" fmla="*/ 1909124 w 2912392"/>
                <a:gd name="connsiteY196" fmla="*/ 669869 h 905499"/>
                <a:gd name="connsiteX197" fmla="*/ 1918868 w 2912392"/>
                <a:gd name="connsiteY197" fmla="*/ 681479 h 905499"/>
                <a:gd name="connsiteX198" fmla="*/ 1928612 w 2912392"/>
                <a:gd name="connsiteY198" fmla="*/ 692934 h 905499"/>
                <a:gd name="connsiteX199" fmla="*/ 1938356 w 2912392"/>
                <a:gd name="connsiteY199" fmla="*/ 704217 h 905499"/>
                <a:gd name="connsiteX200" fmla="*/ 1948085 w 2912392"/>
                <a:gd name="connsiteY200" fmla="*/ 715314 h 905499"/>
                <a:gd name="connsiteX201" fmla="*/ 1957829 w 2912392"/>
                <a:gd name="connsiteY201" fmla="*/ 726212 h 905499"/>
                <a:gd name="connsiteX202" fmla="*/ 1967573 w 2912392"/>
                <a:gd name="connsiteY202" fmla="*/ 736899 h 905499"/>
                <a:gd name="connsiteX203" fmla="*/ 1977317 w 2912392"/>
                <a:gd name="connsiteY203" fmla="*/ 747360 h 905499"/>
                <a:gd name="connsiteX204" fmla="*/ 1987046 w 2912392"/>
                <a:gd name="connsiteY204" fmla="*/ 757582 h 905499"/>
                <a:gd name="connsiteX205" fmla="*/ 1996790 w 2912392"/>
                <a:gd name="connsiteY205" fmla="*/ 767552 h 905499"/>
                <a:gd name="connsiteX206" fmla="*/ 2006534 w 2912392"/>
                <a:gd name="connsiteY206" fmla="*/ 777258 h 905499"/>
                <a:gd name="connsiteX207" fmla="*/ 2016278 w 2912392"/>
                <a:gd name="connsiteY207" fmla="*/ 786687 h 905499"/>
                <a:gd name="connsiteX208" fmla="*/ 2026022 w 2912392"/>
                <a:gd name="connsiteY208" fmla="*/ 795828 h 905499"/>
                <a:gd name="connsiteX209" fmla="*/ 2035751 w 2912392"/>
                <a:gd name="connsiteY209" fmla="*/ 804667 h 905499"/>
                <a:gd name="connsiteX210" fmla="*/ 2045495 w 2912392"/>
                <a:gd name="connsiteY210" fmla="*/ 813195 h 905499"/>
                <a:gd name="connsiteX211" fmla="*/ 2055239 w 2912392"/>
                <a:gd name="connsiteY211" fmla="*/ 821400 h 905499"/>
                <a:gd name="connsiteX212" fmla="*/ 2064983 w 2912392"/>
                <a:gd name="connsiteY212" fmla="*/ 829273 h 905499"/>
                <a:gd name="connsiteX213" fmla="*/ 2074712 w 2912392"/>
                <a:gd name="connsiteY213" fmla="*/ 836801 h 905499"/>
                <a:gd name="connsiteX214" fmla="*/ 2084456 w 2912392"/>
                <a:gd name="connsiteY214" fmla="*/ 843977 h 905499"/>
                <a:gd name="connsiteX215" fmla="*/ 2094200 w 2912392"/>
                <a:gd name="connsiteY215" fmla="*/ 850790 h 905499"/>
                <a:gd name="connsiteX216" fmla="*/ 2103944 w 2912392"/>
                <a:gd name="connsiteY216" fmla="*/ 857234 h 905499"/>
                <a:gd name="connsiteX217" fmla="*/ 2113673 w 2912392"/>
                <a:gd name="connsiteY217" fmla="*/ 863299 h 905499"/>
                <a:gd name="connsiteX218" fmla="*/ 2123417 w 2912392"/>
                <a:gd name="connsiteY218" fmla="*/ 868979 h 905499"/>
                <a:gd name="connsiteX219" fmla="*/ 2133161 w 2912392"/>
                <a:gd name="connsiteY219" fmla="*/ 874265 h 905499"/>
                <a:gd name="connsiteX220" fmla="*/ 2142905 w 2912392"/>
                <a:gd name="connsiteY220" fmla="*/ 879152 h 905499"/>
                <a:gd name="connsiteX221" fmla="*/ 2152649 w 2912392"/>
                <a:gd name="connsiteY221" fmla="*/ 883636 h 905499"/>
                <a:gd name="connsiteX222" fmla="*/ 2162377 w 2912392"/>
                <a:gd name="connsiteY222" fmla="*/ 887710 h 905499"/>
                <a:gd name="connsiteX223" fmla="*/ 2172121 w 2912392"/>
                <a:gd name="connsiteY223" fmla="*/ 891370 h 905499"/>
                <a:gd name="connsiteX224" fmla="*/ 2181865 w 2912392"/>
                <a:gd name="connsiteY224" fmla="*/ 894615 h 905499"/>
                <a:gd name="connsiteX225" fmla="*/ 2191609 w 2912392"/>
                <a:gd name="connsiteY225" fmla="*/ 897439 h 905499"/>
                <a:gd name="connsiteX226" fmla="*/ 2201338 w 2912392"/>
                <a:gd name="connsiteY226" fmla="*/ 899840 h 905499"/>
                <a:gd name="connsiteX227" fmla="*/ 2211082 w 2912392"/>
                <a:gd name="connsiteY227" fmla="*/ 901819 h 905499"/>
                <a:gd name="connsiteX228" fmla="*/ 2220826 w 2912392"/>
                <a:gd name="connsiteY228" fmla="*/ 903374 h 905499"/>
                <a:gd name="connsiteX229" fmla="*/ 2230570 w 2912392"/>
                <a:gd name="connsiteY229" fmla="*/ 904505 h 905499"/>
                <a:gd name="connsiteX230" fmla="*/ 2240299 w 2912392"/>
                <a:gd name="connsiteY230" fmla="*/ 905213 h 905499"/>
                <a:gd name="connsiteX231" fmla="*/ 2250043 w 2912392"/>
                <a:gd name="connsiteY231" fmla="*/ 905499 h 905499"/>
                <a:gd name="connsiteX232" fmla="*/ 2259787 w 2912392"/>
                <a:gd name="connsiteY232" fmla="*/ 905366 h 905499"/>
                <a:gd name="connsiteX233" fmla="*/ 2269531 w 2912392"/>
                <a:gd name="connsiteY233" fmla="*/ 904817 h 905499"/>
                <a:gd name="connsiteX234" fmla="*/ 2279260 w 2912392"/>
                <a:gd name="connsiteY234" fmla="*/ 903854 h 905499"/>
                <a:gd name="connsiteX235" fmla="*/ 2289004 w 2912392"/>
                <a:gd name="connsiteY235" fmla="*/ 902483 h 905499"/>
                <a:gd name="connsiteX236" fmla="*/ 2298748 w 2912392"/>
                <a:gd name="connsiteY236" fmla="*/ 900710 h 905499"/>
                <a:gd name="connsiteX237" fmla="*/ 2308492 w 2912392"/>
                <a:gd name="connsiteY237" fmla="*/ 898541 h 905499"/>
                <a:gd name="connsiteX238" fmla="*/ 2318236 w 2912392"/>
                <a:gd name="connsiteY238" fmla="*/ 895980 h 905499"/>
                <a:gd name="connsiteX239" fmla="*/ 2327965 w 2912392"/>
                <a:gd name="connsiteY239" fmla="*/ 893036 h 905499"/>
                <a:gd name="connsiteX240" fmla="*/ 2337709 w 2912392"/>
                <a:gd name="connsiteY240" fmla="*/ 889718 h 905499"/>
                <a:gd name="connsiteX241" fmla="*/ 2347453 w 2912392"/>
                <a:gd name="connsiteY241" fmla="*/ 886034 h 905499"/>
                <a:gd name="connsiteX242" fmla="*/ 2357197 w 2912392"/>
                <a:gd name="connsiteY242" fmla="*/ 881991 h 905499"/>
                <a:gd name="connsiteX243" fmla="*/ 2366926 w 2912392"/>
                <a:gd name="connsiteY243" fmla="*/ 877601 h 905499"/>
                <a:gd name="connsiteX244" fmla="*/ 2376670 w 2912392"/>
                <a:gd name="connsiteY244" fmla="*/ 872875 h 905499"/>
                <a:gd name="connsiteX245" fmla="*/ 2386413 w 2912392"/>
                <a:gd name="connsiteY245" fmla="*/ 867822 h 905499"/>
                <a:gd name="connsiteX246" fmla="*/ 2396157 w 2912392"/>
                <a:gd name="connsiteY246" fmla="*/ 862457 h 905499"/>
                <a:gd name="connsiteX247" fmla="*/ 2405886 w 2912392"/>
                <a:gd name="connsiteY247" fmla="*/ 856788 h 905499"/>
                <a:gd name="connsiteX248" fmla="*/ 2415630 w 2912392"/>
                <a:gd name="connsiteY248" fmla="*/ 850830 h 905499"/>
                <a:gd name="connsiteX249" fmla="*/ 2425374 w 2912392"/>
                <a:gd name="connsiteY249" fmla="*/ 844596 h 905499"/>
                <a:gd name="connsiteX250" fmla="*/ 2435118 w 2912392"/>
                <a:gd name="connsiteY250" fmla="*/ 838099 h 905499"/>
                <a:gd name="connsiteX251" fmla="*/ 2444862 w 2912392"/>
                <a:gd name="connsiteY251" fmla="*/ 831353 h 905499"/>
                <a:gd name="connsiteX252" fmla="*/ 2454591 w 2912392"/>
                <a:gd name="connsiteY252" fmla="*/ 824371 h 905499"/>
                <a:gd name="connsiteX253" fmla="*/ 2464335 w 2912392"/>
                <a:gd name="connsiteY253" fmla="*/ 817169 h 905499"/>
                <a:gd name="connsiteX254" fmla="*/ 2474079 w 2912392"/>
                <a:gd name="connsiteY254" fmla="*/ 809763 h 905499"/>
                <a:gd name="connsiteX255" fmla="*/ 2483823 w 2912392"/>
                <a:gd name="connsiteY255" fmla="*/ 802164 h 905499"/>
                <a:gd name="connsiteX256" fmla="*/ 2493552 w 2912392"/>
                <a:gd name="connsiteY256" fmla="*/ 794390 h 905499"/>
                <a:gd name="connsiteX257" fmla="*/ 2503296 w 2912392"/>
                <a:gd name="connsiteY257" fmla="*/ 786456 h 905499"/>
                <a:gd name="connsiteX258" fmla="*/ 2513040 w 2912392"/>
                <a:gd name="connsiteY258" fmla="*/ 778378 h 905499"/>
                <a:gd name="connsiteX259" fmla="*/ 2522784 w 2912392"/>
                <a:gd name="connsiteY259" fmla="*/ 770172 h 905499"/>
                <a:gd name="connsiteX260" fmla="*/ 2532513 w 2912392"/>
                <a:gd name="connsiteY260" fmla="*/ 761852 h 905499"/>
                <a:gd name="connsiteX261" fmla="*/ 2542257 w 2912392"/>
                <a:gd name="connsiteY261" fmla="*/ 753434 h 905499"/>
                <a:gd name="connsiteX262" fmla="*/ 2552001 w 2912392"/>
                <a:gd name="connsiteY262" fmla="*/ 744936 h 905499"/>
                <a:gd name="connsiteX263" fmla="*/ 2561745 w 2912392"/>
                <a:gd name="connsiteY263" fmla="*/ 736372 h 905499"/>
                <a:gd name="connsiteX264" fmla="*/ 2571474 w 2912392"/>
                <a:gd name="connsiteY264" fmla="*/ 727756 h 905499"/>
                <a:gd name="connsiteX265" fmla="*/ 2581218 w 2912392"/>
                <a:gd name="connsiteY265" fmla="*/ 719105 h 905499"/>
                <a:gd name="connsiteX266" fmla="*/ 2590962 w 2912392"/>
                <a:gd name="connsiteY266" fmla="*/ 710436 h 905499"/>
                <a:gd name="connsiteX267" fmla="*/ 2600705 w 2912392"/>
                <a:gd name="connsiteY267" fmla="*/ 701761 h 905499"/>
                <a:gd name="connsiteX268" fmla="*/ 2610449 w 2912392"/>
                <a:gd name="connsiteY268" fmla="*/ 693098 h 905499"/>
                <a:gd name="connsiteX269" fmla="*/ 2620178 w 2912392"/>
                <a:gd name="connsiteY269" fmla="*/ 684459 h 905499"/>
                <a:gd name="connsiteX270" fmla="*/ 2629922 w 2912392"/>
                <a:gd name="connsiteY270" fmla="*/ 675860 h 905499"/>
                <a:gd name="connsiteX271" fmla="*/ 2639666 w 2912392"/>
                <a:gd name="connsiteY271" fmla="*/ 667314 h 905499"/>
                <a:gd name="connsiteX272" fmla="*/ 2649410 w 2912392"/>
                <a:gd name="connsiteY272" fmla="*/ 658833 h 905499"/>
                <a:gd name="connsiteX273" fmla="*/ 2659139 w 2912392"/>
                <a:gd name="connsiteY273" fmla="*/ 650434 h 905499"/>
                <a:gd name="connsiteX274" fmla="*/ 2668883 w 2912392"/>
                <a:gd name="connsiteY274" fmla="*/ 642128 h 905499"/>
                <a:gd name="connsiteX275" fmla="*/ 2678627 w 2912392"/>
                <a:gd name="connsiteY275" fmla="*/ 633926 h 905499"/>
                <a:gd name="connsiteX276" fmla="*/ 2688371 w 2912392"/>
                <a:gd name="connsiteY276" fmla="*/ 625844 h 905499"/>
                <a:gd name="connsiteX277" fmla="*/ 2698100 w 2912392"/>
                <a:gd name="connsiteY277" fmla="*/ 617889 h 905499"/>
                <a:gd name="connsiteX278" fmla="*/ 2707844 w 2912392"/>
                <a:gd name="connsiteY278" fmla="*/ 610075 h 905499"/>
                <a:gd name="connsiteX279" fmla="*/ 2717588 w 2912392"/>
                <a:gd name="connsiteY279" fmla="*/ 602411 h 905499"/>
                <a:gd name="connsiteX280" fmla="*/ 2727332 w 2912392"/>
                <a:gd name="connsiteY280" fmla="*/ 594907 h 905499"/>
                <a:gd name="connsiteX281" fmla="*/ 2737076 w 2912392"/>
                <a:gd name="connsiteY281" fmla="*/ 587574 h 905499"/>
                <a:gd name="connsiteX282" fmla="*/ 2746805 w 2912392"/>
                <a:gd name="connsiteY282" fmla="*/ 580420 h 905499"/>
                <a:gd name="connsiteX283" fmla="*/ 2756549 w 2912392"/>
                <a:gd name="connsiteY283" fmla="*/ 573453 h 905499"/>
                <a:gd name="connsiteX284" fmla="*/ 2766293 w 2912392"/>
                <a:gd name="connsiteY284" fmla="*/ 566683 h 905499"/>
                <a:gd name="connsiteX285" fmla="*/ 2776037 w 2912392"/>
                <a:gd name="connsiteY285" fmla="*/ 560114 h 905499"/>
                <a:gd name="connsiteX286" fmla="*/ 2785766 w 2912392"/>
                <a:gd name="connsiteY286" fmla="*/ 553753 h 905499"/>
                <a:gd name="connsiteX287" fmla="*/ 2795510 w 2912392"/>
                <a:gd name="connsiteY287" fmla="*/ 547611 h 905499"/>
                <a:gd name="connsiteX288" fmla="*/ 2805254 w 2912392"/>
                <a:gd name="connsiteY288" fmla="*/ 541687 h 905499"/>
                <a:gd name="connsiteX289" fmla="*/ 2814998 w 2912392"/>
                <a:gd name="connsiteY289" fmla="*/ 535989 h 905499"/>
                <a:gd name="connsiteX290" fmla="*/ 2824727 w 2912392"/>
                <a:gd name="connsiteY290" fmla="*/ 530523 h 905499"/>
                <a:gd name="connsiteX291" fmla="*/ 2834471 w 2912392"/>
                <a:gd name="connsiteY291" fmla="*/ 525290 h 905499"/>
                <a:gd name="connsiteX292" fmla="*/ 2844215 w 2912392"/>
                <a:gd name="connsiteY292" fmla="*/ 520296 h 905499"/>
                <a:gd name="connsiteX293" fmla="*/ 2853958 w 2912392"/>
                <a:gd name="connsiteY293" fmla="*/ 515541 h 905499"/>
                <a:gd name="connsiteX294" fmla="*/ 2863687 w 2912392"/>
                <a:gd name="connsiteY294" fmla="*/ 511029 h 905499"/>
                <a:gd name="connsiteX295" fmla="*/ 2873431 w 2912392"/>
                <a:gd name="connsiteY295" fmla="*/ 506761 h 905499"/>
                <a:gd name="connsiteX296" fmla="*/ 2883175 w 2912392"/>
                <a:gd name="connsiteY296" fmla="*/ 502738 h 905499"/>
                <a:gd name="connsiteX297" fmla="*/ 2892919 w 2912392"/>
                <a:gd name="connsiteY297" fmla="*/ 498959 h 905499"/>
                <a:gd name="connsiteX298" fmla="*/ 2902663 w 2912392"/>
                <a:gd name="connsiteY298" fmla="*/ 495428 h 905499"/>
                <a:gd name="connsiteX299" fmla="*/ 2912392 w 2912392"/>
                <a:gd name="connsiteY299" fmla="*/ 492142 h 905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905499">
                  <a:moveTo>
                    <a:pt x="0" y="0"/>
                  </a:moveTo>
                  <a:lnTo>
                    <a:pt x="9739" y="6575"/>
                  </a:lnTo>
                  <a:lnTo>
                    <a:pt x="19480" y="13336"/>
                  </a:lnTo>
                  <a:lnTo>
                    <a:pt x="29221" y="20270"/>
                  </a:lnTo>
                  <a:lnTo>
                    <a:pt x="38961" y="27368"/>
                  </a:lnTo>
                  <a:lnTo>
                    <a:pt x="48702" y="34616"/>
                  </a:lnTo>
                  <a:lnTo>
                    <a:pt x="58443" y="42006"/>
                  </a:lnTo>
                  <a:lnTo>
                    <a:pt x="68182" y="49526"/>
                  </a:lnTo>
                  <a:lnTo>
                    <a:pt x="77923" y="57161"/>
                  </a:lnTo>
                  <a:lnTo>
                    <a:pt x="87664" y="64904"/>
                  </a:lnTo>
                  <a:lnTo>
                    <a:pt x="97404" y="72741"/>
                  </a:lnTo>
                  <a:lnTo>
                    <a:pt x="107145" y="80660"/>
                  </a:lnTo>
                  <a:lnTo>
                    <a:pt x="116886" y="88649"/>
                  </a:lnTo>
                  <a:lnTo>
                    <a:pt x="126625" y="96696"/>
                  </a:lnTo>
                  <a:lnTo>
                    <a:pt x="136366" y="104791"/>
                  </a:lnTo>
                  <a:lnTo>
                    <a:pt x="146107" y="112918"/>
                  </a:lnTo>
                  <a:lnTo>
                    <a:pt x="155846" y="121069"/>
                  </a:lnTo>
                  <a:lnTo>
                    <a:pt x="165587" y="129232"/>
                  </a:lnTo>
                  <a:lnTo>
                    <a:pt x="175328" y="137392"/>
                  </a:lnTo>
                  <a:lnTo>
                    <a:pt x="185068" y="145541"/>
                  </a:lnTo>
                  <a:lnTo>
                    <a:pt x="194809" y="153664"/>
                  </a:lnTo>
                  <a:lnTo>
                    <a:pt x="204550" y="161751"/>
                  </a:lnTo>
                  <a:lnTo>
                    <a:pt x="214289" y="169792"/>
                  </a:lnTo>
                  <a:lnTo>
                    <a:pt x="224030" y="177773"/>
                  </a:lnTo>
                  <a:lnTo>
                    <a:pt x="233771" y="185685"/>
                  </a:lnTo>
                  <a:lnTo>
                    <a:pt x="243510" y="193514"/>
                  </a:lnTo>
                  <a:lnTo>
                    <a:pt x="253251" y="201254"/>
                  </a:lnTo>
                  <a:lnTo>
                    <a:pt x="262992" y="208890"/>
                  </a:lnTo>
                  <a:lnTo>
                    <a:pt x="272732" y="216415"/>
                  </a:lnTo>
                  <a:lnTo>
                    <a:pt x="282473" y="223817"/>
                  </a:lnTo>
                  <a:lnTo>
                    <a:pt x="292214" y="231086"/>
                  </a:lnTo>
                  <a:lnTo>
                    <a:pt x="301953" y="238212"/>
                  </a:lnTo>
                  <a:lnTo>
                    <a:pt x="311694" y="245190"/>
                  </a:lnTo>
                  <a:lnTo>
                    <a:pt x="321435" y="252004"/>
                  </a:lnTo>
                  <a:lnTo>
                    <a:pt x="331175" y="258651"/>
                  </a:lnTo>
                  <a:lnTo>
                    <a:pt x="340916" y="265120"/>
                  </a:lnTo>
                  <a:lnTo>
                    <a:pt x="350656" y="271403"/>
                  </a:lnTo>
                  <a:lnTo>
                    <a:pt x="360396" y="277492"/>
                  </a:lnTo>
                  <a:lnTo>
                    <a:pt x="370137" y="283382"/>
                  </a:lnTo>
                  <a:lnTo>
                    <a:pt x="379878" y="289061"/>
                  </a:lnTo>
                  <a:lnTo>
                    <a:pt x="389617" y="294528"/>
                  </a:lnTo>
                  <a:lnTo>
                    <a:pt x="399358" y="299772"/>
                  </a:lnTo>
                  <a:lnTo>
                    <a:pt x="409099" y="304790"/>
                  </a:lnTo>
                  <a:lnTo>
                    <a:pt x="418839" y="309574"/>
                  </a:lnTo>
                  <a:lnTo>
                    <a:pt x="428580" y="314121"/>
                  </a:lnTo>
                  <a:lnTo>
                    <a:pt x="438321" y="318426"/>
                  </a:lnTo>
                  <a:lnTo>
                    <a:pt x="448060" y="322482"/>
                  </a:lnTo>
                  <a:lnTo>
                    <a:pt x="457801" y="326289"/>
                  </a:lnTo>
                  <a:lnTo>
                    <a:pt x="467542" y="329840"/>
                  </a:lnTo>
                  <a:lnTo>
                    <a:pt x="477281" y="333132"/>
                  </a:lnTo>
                  <a:lnTo>
                    <a:pt x="487022" y="336166"/>
                  </a:lnTo>
                  <a:lnTo>
                    <a:pt x="496763" y="338934"/>
                  </a:lnTo>
                  <a:lnTo>
                    <a:pt x="506503" y="341438"/>
                  </a:lnTo>
                  <a:lnTo>
                    <a:pt x="516244" y="343676"/>
                  </a:lnTo>
                  <a:lnTo>
                    <a:pt x="525985" y="345647"/>
                  </a:lnTo>
                  <a:lnTo>
                    <a:pt x="535724" y="347350"/>
                  </a:lnTo>
                  <a:lnTo>
                    <a:pt x="545465" y="348785"/>
                  </a:lnTo>
                  <a:lnTo>
                    <a:pt x="555206" y="349950"/>
                  </a:lnTo>
                  <a:lnTo>
                    <a:pt x="564946" y="350850"/>
                  </a:lnTo>
                  <a:lnTo>
                    <a:pt x="574687" y="351483"/>
                  </a:lnTo>
                  <a:lnTo>
                    <a:pt x="584428" y="351851"/>
                  </a:lnTo>
                  <a:lnTo>
                    <a:pt x="594167" y="351957"/>
                  </a:lnTo>
                  <a:lnTo>
                    <a:pt x="603908" y="351802"/>
                  </a:lnTo>
                  <a:lnTo>
                    <a:pt x="613649" y="351391"/>
                  </a:lnTo>
                  <a:lnTo>
                    <a:pt x="623388" y="350724"/>
                  </a:lnTo>
                  <a:lnTo>
                    <a:pt x="633129" y="349807"/>
                  </a:lnTo>
                  <a:lnTo>
                    <a:pt x="642870" y="348644"/>
                  </a:lnTo>
                  <a:lnTo>
                    <a:pt x="652610" y="347237"/>
                  </a:lnTo>
                  <a:lnTo>
                    <a:pt x="662351" y="345592"/>
                  </a:lnTo>
                  <a:lnTo>
                    <a:pt x="672092" y="343717"/>
                  </a:lnTo>
                  <a:lnTo>
                    <a:pt x="681831" y="341611"/>
                  </a:lnTo>
                  <a:lnTo>
                    <a:pt x="691572" y="339287"/>
                  </a:lnTo>
                  <a:lnTo>
                    <a:pt x="701313" y="336747"/>
                  </a:lnTo>
                  <a:lnTo>
                    <a:pt x="711052" y="333998"/>
                  </a:lnTo>
                  <a:lnTo>
                    <a:pt x="720793" y="331046"/>
                  </a:lnTo>
                  <a:lnTo>
                    <a:pt x="730534" y="327900"/>
                  </a:lnTo>
                  <a:lnTo>
                    <a:pt x="740274" y="324567"/>
                  </a:lnTo>
                  <a:lnTo>
                    <a:pt x="750015" y="321054"/>
                  </a:lnTo>
                  <a:lnTo>
                    <a:pt x="759756" y="317369"/>
                  </a:lnTo>
                  <a:lnTo>
                    <a:pt x="769495" y="313521"/>
                  </a:lnTo>
                  <a:lnTo>
                    <a:pt x="779236" y="309516"/>
                  </a:lnTo>
                  <a:lnTo>
                    <a:pt x="788977" y="305365"/>
                  </a:lnTo>
                  <a:lnTo>
                    <a:pt x="798717" y="301077"/>
                  </a:lnTo>
                  <a:lnTo>
                    <a:pt x="808458" y="296660"/>
                  </a:lnTo>
                  <a:lnTo>
                    <a:pt x="818199" y="292124"/>
                  </a:lnTo>
                  <a:lnTo>
                    <a:pt x="827938" y="287477"/>
                  </a:lnTo>
                  <a:lnTo>
                    <a:pt x="837679" y="282731"/>
                  </a:lnTo>
                  <a:lnTo>
                    <a:pt x="847420" y="277891"/>
                  </a:lnTo>
                  <a:lnTo>
                    <a:pt x="857159" y="272973"/>
                  </a:lnTo>
                  <a:lnTo>
                    <a:pt x="866900" y="267982"/>
                  </a:lnTo>
                  <a:lnTo>
                    <a:pt x="876641" y="262931"/>
                  </a:lnTo>
                  <a:lnTo>
                    <a:pt x="886381" y="257828"/>
                  </a:lnTo>
                  <a:lnTo>
                    <a:pt x="896122" y="252685"/>
                  </a:lnTo>
                  <a:lnTo>
                    <a:pt x="905863" y="247511"/>
                  </a:lnTo>
                  <a:lnTo>
                    <a:pt x="915602" y="242316"/>
                  </a:lnTo>
                  <a:lnTo>
                    <a:pt x="925343" y="237110"/>
                  </a:lnTo>
                  <a:lnTo>
                    <a:pt x="935084" y="231906"/>
                  </a:lnTo>
                  <a:lnTo>
                    <a:pt x="944824" y="226710"/>
                  </a:lnTo>
                  <a:lnTo>
                    <a:pt x="954564" y="221534"/>
                  </a:lnTo>
                  <a:lnTo>
                    <a:pt x="964305" y="216390"/>
                  </a:lnTo>
                  <a:lnTo>
                    <a:pt x="974045" y="211285"/>
                  </a:lnTo>
                  <a:lnTo>
                    <a:pt x="983786" y="206232"/>
                  </a:lnTo>
                  <a:lnTo>
                    <a:pt x="993522" y="201239"/>
                  </a:lnTo>
                  <a:lnTo>
                    <a:pt x="1003266" y="196316"/>
                  </a:lnTo>
                  <a:lnTo>
                    <a:pt x="1013010" y="191473"/>
                  </a:lnTo>
                  <a:lnTo>
                    <a:pt x="1022754" y="186720"/>
                  </a:lnTo>
                  <a:lnTo>
                    <a:pt x="1032483" y="182066"/>
                  </a:lnTo>
                  <a:lnTo>
                    <a:pt x="1042227" y="177520"/>
                  </a:lnTo>
                  <a:lnTo>
                    <a:pt x="1051971" y="173093"/>
                  </a:lnTo>
                  <a:lnTo>
                    <a:pt x="1061715" y="168792"/>
                  </a:lnTo>
                  <a:lnTo>
                    <a:pt x="1071444" y="164626"/>
                  </a:lnTo>
                  <a:lnTo>
                    <a:pt x="1081188" y="160607"/>
                  </a:lnTo>
                  <a:lnTo>
                    <a:pt x="1090932" y="156739"/>
                  </a:lnTo>
                  <a:lnTo>
                    <a:pt x="1100676" y="153032"/>
                  </a:lnTo>
                  <a:lnTo>
                    <a:pt x="1110405" y="149495"/>
                  </a:lnTo>
                  <a:lnTo>
                    <a:pt x="1120149" y="146135"/>
                  </a:lnTo>
                  <a:lnTo>
                    <a:pt x="1129893" y="142962"/>
                  </a:lnTo>
                  <a:lnTo>
                    <a:pt x="1139637" y="139980"/>
                  </a:lnTo>
                  <a:lnTo>
                    <a:pt x="1149381" y="137199"/>
                  </a:lnTo>
                  <a:lnTo>
                    <a:pt x="1159110" y="134623"/>
                  </a:lnTo>
                  <a:lnTo>
                    <a:pt x="1168854" y="132263"/>
                  </a:lnTo>
                  <a:lnTo>
                    <a:pt x="1178598" y="130122"/>
                  </a:lnTo>
                  <a:lnTo>
                    <a:pt x="1188341" y="128207"/>
                  </a:lnTo>
                  <a:lnTo>
                    <a:pt x="1198070" y="126525"/>
                  </a:lnTo>
                  <a:lnTo>
                    <a:pt x="1207814" y="125083"/>
                  </a:lnTo>
                  <a:lnTo>
                    <a:pt x="1217558" y="123884"/>
                  </a:lnTo>
                  <a:lnTo>
                    <a:pt x="1227302" y="122934"/>
                  </a:lnTo>
                  <a:lnTo>
                    <a:pt x="1237031" y="122240"/>
                  </a:lnTo>
                  <a:lnTo>
                    <a:pt x="1246775" y="121804"/>
                  </a:lnTo>
                  <a:lnTo>
                    <a:pt x="1256519" y="121632"/>
                  </a:lnTo>
                  <a:lnTo>
                    <a:pt x="1266263" y="121728"/>
                  </a:lnTo>
                  <a:lnTo>
                    <a:pt x="1276007" y="122094"/>
                  </a:lnTo>
                  <a:lnTo>
                    <a:pt x="1285736" y="122738"/>
                  </a:lnTo>
                  <a:lnTo>
                    <a:pt x="1295480" y="123660"/>
                  </a:lnTo>
                  <a:lnTo>
                    <a:pt x="1305224" y="124864"/>
                  </a:lnTo>
                  <a:lnTo>
                    <a:pt x="1314968" y="126352"/>
                  </a:lnTo>
                  <a:lnTo>
                    <a:pt x="1324697" y="128127"/>
                  </a:lnTo>
                  <a:lnTo>
                    <a:pt x="1334441" y="130193"/>
                  </a:lnTo>
                  <a:lnTo>
                    <a:pt x="1344185" y="132550"/>
                  </a:lnTo>
                  <a:lnTo>
                    <a:pt x="1353929" y="135199"/>
                  </a:lnTo>
                  <a:lnTo>
                    <a:pt x="1363658" y="138143"/>
                  </a:lnTo>
                  <a:lnTo>
                    <a:pt x="1373402" y="141384"/>
                  </a:lnTo>
                  <a:lnTo>
                    <a:pt x="1383146" y="144921"/>
                  </a:lnTo>
                  <a:lnTo>
                    <a:pt x="1392890" y="148753"/>
                  </a:lnTo>
                  <a:lnTo>
                    <a:pt x="1402619" y="152883"/>
                  </a:lnTo>
                  <a:lnTo>
                    <a:pt x="1412363" y="157309"/>
                  </a:lnTo>
                  <a:lnTo>
                    <a:pt x="1422106" y="162032"/>
                  </a:lnTo>
                  <a:lnTo>
                    <a:pt x="1431850" y="167052"/>
                  </a:lnTo>
                  <a:lnTo>
                    <a:pt x="1441594" y="172365"/>
                  </a:lnTo>
                  <a:lnTo>
                    <a:pt x="1451323" y="177970"/>
                  </a:lnTo>
                  <a:lnTo>
                    <a:pt x="1461067" y="183868"/>
                  </a:lnTo>
                  <a:lnTo>
                    <a:pt x="1470811" y="190054"/>
                  </a:lnTo>
                  <a:lnTo>
                    <a:pt x="1480555" y="196528"/>
                  </a:lnTo>
                  <a:lnTo>
                    <a:pt x="1490284" y="203286"/>
                  </a:lnTo>
                  <a:lnTo>
                    <a:pt x="1500028" y="210324"/>
                  </a:lnTo>
                  <a:lnTo>
                    <a:pt x="1509772" y="217641"/>
                  </a:lnTo>
                  <a:lnTo>
                    <a:pt x="1519516" y="225232"/>
                  </a:lnTo>
                  <a:lnTo>
                    <a:pt x="1529245" y="233093"/>
                  </a:lnTo>
                  <a:lnTo>
                    <a:pt x="1538989" y="241220"/>
                  </a:lnTo>
                  <a:lnTo>
                    <a:pt x="1548733" y="249609"/>
                  </a:lnTo>
                  <a:lnTo>
                    <a:pt x="1558477" y="258251"/>
                  </a:lnTo>
                  <a:lnTo>
                    <a:pt x="1568221" y="267146"/>
                  </a:lnTo>
                  <a:lnTo>
                    <a:pt x="1577950" y="276285"/>
                  </a:lnTo>
                  <a:lnTo>
                    <a:pt x="1587694" y="285664"/>
                  </a:lnTo>
                  <a:lnTo>
                    <a:pt x="1597438" y="295274"/>
                  </a:lnTo>
                  <a:lnTo>
                    <a:pt x="1607182" y="305110"/>
                  </a:lnTo>
                  <a:lnTo>
                    <a:pt x="1616911" y="315166"/>
                  </a:lnTo>
                  <a:lnTo>
                    <a:pt x="1626655" y="325431"/>
                  </a:lnTo>
                  <a:lnTo>
                    <a:pt x="1636399" y="335899"/>
                  </a:lnTo>
                  <a:lnTo>
                    <a:pt x="1646142" y="346562"/>
                  </a:lnTo>
                  <a:lnTo>
                    <a:pt x="1655872" y="357413"/>
                  </a:lnTo>
                  <a:lnTo>
                    <a:pt x="1665616" y="368440"/>
                  </a:lnTo>
                  <a:lnTo>
                    <a:pt x="1675359" y="379636"/>
                  </a:lnTo>
                  <a:lnTo>
                    <a:pt x="1685103" y="390993"/>
                  </a:lnTo>
                  <a:lnTo>
                    <a:pt x="1694832" y="402496"/>
                  </a:lnTo>
                  <a:lnTo>
                    <a:pt x="1704576" y="414140"/>
                  </a:lnTo>
                  <a:lnTo>
                    <a:pt x="1714320" y="425911"/>
                  </a:lnTo>
                  <a:lnTo>
                    <a:pt x="1724064" y="437802"/>
                  </a:lnTo>
                  <a:lnTo>
                    <a:pt x="1733808" y="449797"/>
                  </a:lnTo>
                  <a:lnTo>
                    <a:pt x="1743537" y="461889"/>
                  </a:lnTo>
                  <a:lnTo>
                    <a:pt x="1753281" y="474065"/>
                  </a:lnTo>
                  <a:lnTo>
                    <a:pt x="1763025" y="486312"/>
                  </a:lnTo>
                  <a:lnTo>
                    <a:pt x="1772769" y="498620"/>
                  </a:lnTo>
                  <a:lnTo>
                    <a:pt x="1782498" y="510974"/>
                  </a:lnTo>
                  <a:lnTo>
                    <a:pt x="1792242" y="523362"/>
                  </a:lnTo>
                  <a:lnTo>
                    <a:pt x="1801986" y="535772"/>
                  </a:lnTo>
                  <a:lnTo>
                    <a:pt x="1811730" y="548192"/>
                  </a:lnTo>
                  <a:lnTo>
                    <a:pt x="1821459" y="560605"/>
                  </a:lnTo>
                  <a:lnTo>
                    <a:pt x="1831203" y="573001"/>
                  </a:lnTo>
                  <a:lnTo>
                    <a:pt x="1840947" y="585366"/>
                  </a:lnTo>
                  <a:lnTo>
                    <a:pt x="1850691" y="597686"/>
                  </a:lnTo>
                  <a:lnTo>
                    <a:pt x="1860435" y="609945"/>
                  </a:lnTo>
                  <a:lnTo>
                    <a:pt x="1870164" y="622132"/>
                  </a:lnTo>
                  <a:lnTo>
                    <a:pt x="1879908" y="634232"/>
                  </a:lnTo>
                  <a:lnTo>
                    <a:pt x="1889652" y="646231"/>
                  </a:lnTo>
                  <a:lnTo>
                    <a:pt x="1899395" y="658115"/>
                  </a:lnTo>
                  <a:lnTo>
                    <a:pt x="1909124" y="669869"/>
                  </a:lnTo>
                  <a:lnTo>
                    <a:pt x="1918868" y="681479"/>
                  </a:lnTo>
                  <a:lnTo>
                    <a:pt x="1928612" y="692934"/>
                  </a:lnTo>
                  <a:lnTo>
                    <a:pt x="1938356" y="704217"/>
                  </a:lnTo>
                  <a:lnTo>
                    <a:pt x="1948085" y="715314"/>
                  </a:lnTo>
                  <a:lnTo>
                    <a:pt x="1957829" y="726212"/>
                  </a:lnTo>
                  <a:lnTo>
                    <a:pt x="1967573" y="736899"/>
                  </a:lnTo>
                  <a:lnTo>
                    <a:pt x="1977317" y="747360"/>
                  </a:lnTo>
                  <a:lnTo>
                    <a:pt x="1987046" y="757582"/>
                  </a:lnTo>
                  <a:lnTo>
                    <a:pt x="1996790" y="767552"/>
                  </a:lnTo>
                  <a:lnTo>
                    <a:pt x="2006534" y="777258"/>
                  </a:lnTo>
                  <a:lnTo>
                    <a:pt x="2016278" y="786687"/>
                  </a:lnTo>
                  <a:lnTo>
                    <a:pt x="2026022" y="795828"/>
                  </a:lnTo>
                  <a:lnTo>
                    <a:pt x="2035751" y="804667"/>
                  </a:lnTo>
                  <a:lnTo>
                    <a:pt x="2045495" y="813195"/>
                  </a:lnTo>
                  <a:lnTo>
                    <a:pt x="2055239" y="821400"/>
                  </a:lnTo>
                  <a:lnTo>
                    <a:pt x="2064983" y="829273"/>
                  </a:lnTo>
                  <a:lnTo>
                    <a:pt x="2074712" y="836801"/>
                  </a:lnTo>
                  <a:lnTo>
                    <a:pt x="2084456" y="843977"/>
                  </a:lnTo>
                  <a:lnTo>
                    <a:pt x="2094200" y="850790"/>
                  </a:lnTo>
                  <a:lnTo>
                    <a:pt x="2103944" y="857234"/>
                  </a:lnTo>
                  <a:lnTo>
                    <a:pt x="2113673" y="863299"/>
                  </a:lnTo>
                  <a:lnTo>
                    <a:pt x="2123417" y="868979"/>
                  </a:lnTo>
                  <a:lnTo>
                    <a:pt x="2133161" y="874265"/>
                  </a:lnTo>
                  <a:lnTo>
                    <a:pt x="2142905" y="879152"/>
                  </a:lnTo>
                  <a:lnTo>
                    <a:pt x="2152649" y="883636"/>
                  </a:lnTo>
                  <a:lnTo>
                    <a:pt x="2162377" y="887710"/>
                  </a:lnTo>
                  <a:lnTo>
                    <a:pt x="2172121" y="891370"/>
                  </a:lnTo>
                  <a:lnTo>
                    <a:pt x="2181865" y="894615"/>
                  </a:lnTo>
                  <a:lnTo>
                    <a:pt x="2191609" y="897439"/>
                  </a:lnTo>
                  <a:lnTo>
                    <a:pt x="2201338" y="899840"/>
                  </a:lnTo>
                  <a:lnTo>
                    <a:pt x="2211082" y="901819"/>
                  </a:lnTo>
                  <a:lnTo>
                    <a:pt x="2220826" y="903374"/>
                  </a:lnTo>
                  <a:lnTo>
                    <a:pt x="2230570" y="904505"/>
                  </a:lnTo>
                  <a:lnTo>
                    <a:pt x="2240299" y="905213"/>
                  </a:lnTo>
                  <a:lnTo>
                    <a:pt x="2250043" y="905499"/>
                  </a:lnTo>
                  <a:lnTo>
                    <a:pt x="2259787" y="905366"/>
                  </a:lnTo>
                  <a:lnTo>
                    <a:pt x="2269531" y="904817"/>
                  </a:lnTo>
                  <a:lnTo>
                    <a:pt x="2279260" y="903854"/>
                  </a:lnTo>
                  <a:lnTo>
                    <a:pt x="2289004" y="902483"/>
                  </a:lnTo>
                  <a:lnTo>
                    <a:pt x="2298748" y="900710"/>
                  </a:lnTo>
                  <a:lnTo>
                    <a:pt x="2308492" y="898541"/>
                  </a:lnTo>
                  <a:lnTo>
                    <a:pt x="2318236" y="895980"/>
                  </a:lnTo>
                  <a:lnTo>
                    <a:pt x="2327965" y="893036"/>
                  </a:lnTo>
                  <a:lnTo>
                    <a:pt x="2337709" y="889718"/>
                  </a:lnTo>
                  <a:lnTo>
                    <a:pt x="2347453" y="886034"/>
                  </a:lnTo>
                  <a:lnTo>
                    <a:pt x="2357197" y="881991"/>
                  </a:lnTo>
                  <a:lnTo>
                    <a:pt x="2366926" y="877601"/>
                  </a:lnTo>
                  <a:lnTo>
                    <a:pt x="2376670" y="872875"/>
                  </a:lnTo>
                  <a:lnTo>
                    <a:pt x="2386413" y="867822"/>
                  </a:lnTo>
                  <a:lnTo>
                    <a:pt x="2396157" y="862457"/>
                  </a:lnTo>
                  <a:lnTo>
                    <a:pt x="2405886" y="856788"/>
                  </a:lnTo>
                  <a:lnTo>
                    <a:pt x="2415630" y="850830"/>
                  </a:lnTo>
                  <a:lnTo>
                    <a:pt x="2425374" y="844596"/>
                  </a:lnTo>
                  <a:lnTo>
                    <a:pt x="2435118" y="838099"/>
                  </a:lnTo>
                  <a:lnTo>
                    <a:pt x="2444862" y="831353"/>
                  </a:lnTo>
                  <a:lnTo>
                    <a:pt x="2454591" y="824371"/>
                  </a:lnTo>
                  <a:lnTo>
                    <a:pt x="2464335" y="817169"/>
                  </a:lnTo>
                  <a:lnTo>
                    <a:pt x="2474079" y="809763"/>
                  </a:lnTo>
                  <a:lnTo>
                    <a:pt x="2483823" y="802164"/>
                  </a:lnTo>
                  <a:lnTo>
                    <a:pt x="2493552" y="794390"/>
                  </a:lnTo>
                  <a:lnTo>
                    <a:pt x="2503296" y="786456"/>
                  </a:lnTo>
                  <a:lnTo>
                    <a:pt x="2513040" y="778378"/>
                  </a:lnTo>
                  <a:lnTo>
                    <a:pt x="2522784" y="770172"/>
                  </a:lnTo>
                  <a:lnTo>
                    <a:pt x="2532513" y="761852"/>
                  </a:lnTo>
                  <a:lnTo>
                    <a:pt x="2542257" y="753434"/>
                  </a:lnTo>
                  <a:lnTo>
                    <a:pt x="2552001" y="744936"/>
                  </a:lnTo>
                  <a:lnTo>
                    <a:pt x="2561745" y="736372"/>
                  </a:lnTo>
                  <a:lnTo>
                    <a:pt x="2571474" y="727756"/>
                  </a:lnTo>
                  <a:lnTo>
                    <a:pt x="2581218" y="719105"/>
                  </a:lnTo>
                  <a:lnTo>
                    <a:pt x="2590962" y="710436"/>
                  </a:lnTo>
                  <a:lnTo>
                    <a:pt x="2600705" y="701761"/>
                  </a:lnTo>
                  <a:lnTo>
                    <a:pt x="2610449" y="693098"/>
                  </a:lnTo>
                  <a:lnTo>
                    <a:pt x="2620178" y="684459"/>
                  </a:lnTo>
                  <a:lnTo>
                    <a:pt x="2629922" y="675860"/>
                  </a:lnTo>
                  <a:lnTo>
                    <a:pt x="2639666" y="667314"/>
                  </a:lnTo>
                  <a:lnTo>
                    <a:pt x="2649410" y="658833"/>
                  </a:lnTo>
                  <a:lnTo>
                    <a:pt x="2659139" y="650434"/>
                  </a:lnTo>
                  <a:lnTo>
                    <a:pt x="2668883" y="642128"/>
                  </a:lnTo>
                  <a:lnTo>
                    <a:pt x="2678627" y="633926"/>
                  </a:lnTo>
                  <a:lnTo>
                    <a:pt x="2688371" y="625844"/>
                  </a:lnTo>
                  <a:lnTo>
                    <a:pt x="2698100" y="617889"/>
                  </a:lnTo>
                  <a:lnTo>
                    <a:pt x="2707844" y="610075"/>
                  </a:lnTo>
                  <a:lnTo>
                    <a:pt x="2717588" y="602411"/>
                  </a:lnTo>
                  <a:lnTo>
                    <a:pt x="2727332" y="594907"/>
                  </a:lnTo>
                  <a:lnTo>
                    <a:pt x="2737076" y="587574"/>
                  </a:lnTo>
                  <a:lnTo>
                    <a:pt x="2746805" y="580420"/>
                  </a:lnTo>
                  <a:lnTo>
                    <a:pt x="2756549" y="573453"/>
                  </a:lnTo>
                  <a:lnTo>
                    <a:pt x="2766293" y="566683"/>
                  </a:lnTo>
                  <a:lnTo>
                    <a:pt x="2776037" y="560114"/>
                  </a:lnTo>
                  <a:lnTo>
                    <a:pt x="2785766" y="553753"/>
                  </a:lnTo>
                  <a:lnTo>
                    <a:pt x="2795510" y="547611"/>
                  </a:lnTo>
                  <a:lnTo>
                    <a:pt x="2805254" y="541687"/>
                  </a:lnTo>
                  <a:lnTo>
                    <a:pt x="2814998" y="535989"/>
                  </a:lnTo>
                  <a:lnTo>
                    <a:pt x="2824727" y="530523"/>
                  </a:lnTo>
                  <a:lnTo>
                    <a:pt x="2834471" y="525290"/>
                  </a:lnTo>
                  <a:lnTo>
                    <a:pt x="2844215" y="520296"/>
                  </a:lnTo>
                  <a:lnTo>
                    <a:pt x="2853958" y="515541"/>
                  </a:lnTo>
                  <a:lnTo>
                    <a:pt x="2863687" y="511029"/>
                  </a:lnTo>
                  <a:lnTo>
                    <a:pt x="2873431" y="506761"/>
                  </a:lnTo>
                  <a:lnTo>
                    <a:pt x="2883175" y="502738"/>
                  </a:lnTo>
                  <a:lnTo>
                    <a:pt x="2892919" y="498959"/>
                  </a:lnTo>
                  <a:lnTo>
                    <a:pt x="2902663" y="495428"/>
                  </a:lnTo>
                  <a:lnTo>
                    <a:pt x="2912392" y="49214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0" name="Freeform 689">
              <a:extLst>
                <a:ext uri="{FF2B5EF4-FFF2-40B4-BE49-F238E27FC236}">
                  <a16:creationId xmlns:a16="http://schemas.microsoft.com/office/drawing/2014/main" id="{01D9F5EB-C9CE-A871-3C86-21F70F2592D4}"/>
                </a:ext>
              </a:extLst>
            </p:cNvPr>
            <p:cNvSpPr/>
            <p:nvPr/>
          </p:nvSpPr>
          <p:spPr>
            <a:xfrm>
              <a:off x="576446" y="3556218"/>
              <a:ext cx="2912392" cy="331265"/>
            </a:xfrm>
            <a:custGeom>
              <a:avLst/>
              <a:gdLst>
                <a:gd name="connsiteX0" fmla="*/ 0 w 2912392"/>
                <a:gd name="connsiteY0" fmla="*/ 179972 h 331265"/>
                <a:gd name="connsiteX1" fmla="*/ 9739 w 2912392"/>
                <a:gd name="connsiteY1" fmla="*/ 184454 h 331265"/>
                <a:gd name="connsiteX2" fmla="*/ 19480 w 2912392"/>
                <a:gd name="connsiteY2" fmla="*/ 188889 h 331265"/>
                <a:gd name="connsiteX3" fmla="*/ 29221 w 2912392"/>
                <a:gd name="connsiteY3" fmla="*/ 193281 h 331265"/>
                <a:gd name="connsiteX4" fmla="*/ 38961 w 2912392"/>
                <a:gd name="connsiteY4" fmla="*/ 197630 h 331265"/>
                <a:gd name="connsiteX5" fmla="*/ 48702 w 2912392"/>
                <a:gd name="connsiteY5" fmla="*/ 201939 h 331265"/>
                <a:gd name="connsiteX6" fmla="*/ 58443 w 2912392"/>
                <a:gd name="connsiteY6" fmla="*/ 206206 h 331265"/>
                <a:gd name="connsiteX7" fmla="*/ 68182 w 2912392"/>
                <a:gd name="connsiteY7" fmla="*/ 210433 h 331265"/>
                <a:gd name="connsiteX8" fmla="*/ 77923 w 2912392"/>
                <a:gd name="connsiteY8" fmla="*/ 214620 h 331265"/>
                <a:gd name="connsiteX9" fmla="*/ 87664 w 2912392"/>
                <a:gd name="connsiteY9" fmla="*/ 218768 h 331265"/>
                <a:gd name="connsiteX10" fmla="*/ 97404 w 2912392"/>
                <a:gd name="connsiteY10" fmla="*/ 222874 h 331265"/>
                <a:gd name="connsiteX11" fmla="*/ 107145 w 2912392"/>
                <a:gd name="connsiteY11" fmla="*/ 226937 h 331265"/>
                <a:gd name="connsiteX12" fmla="*/ 116886 w 2912392"/>
                <a:gd name="connsiteY12" fmla="*/ 230958 h 331265"/>
                <a:gd name="connsiteX13" fmla="*/ 126625 w 2912392"/>
                <a:gd name="connsiteY13" fmla="*/ 234935 h 331265"/>
                <a:gd name="connsiteX14" fmla="*/ 136366 w 2912392"/>
                <a:gd name="connsiteY14" fmla="*/ 238863 h 331265"/>
                <a:gd name="connsiteX15" fmla="*/ 146107 w 2912392"/>
                <a:gd name="connsiteY15" fmla="*/ 242743 h 331265"/>
                <a:gd name="connsiteX16" fmla="*/ 155846 w 2912392"/>
                <a:gd name="connsiteY16" fmla="*/ 246571 h 331265"/>
                <a:gd name="connsiteX17" fmla="*/ 165587 w 2912392"/>
                <a:gd name="connsiteY17" fmla="*/ 250345 h 331265"/>
                <a:gd name="connsiteX18" fmla="*/ 175328 w 2912392"/>
                <a:gd name="connsiteY18" fmla="*/ 254059 h 331265"/>
                <a:gd name="connsiteX19" fmla="*/ 185068 w 2912392"/>
                <a:gd name="connsiteY19" fmla="*/ 257712 h 331265"/>
                <a:gd name="connsiteX20" fmla="*/ 194809 w 2912392"/>
                <a:gd name="connsiteY20" fmla="*/ 261300 h 331265"/>
                <a:gd name="connsiteX21" fmla="*/ 204550 w 2912392"/>
                <a:gd name="connsiteY21" fmla="*/ 264817 h 331265"/>
                <a:gd name="connsiteX22" fmla="*/ 214289 w 2912392"/>
                <a:gd name="connsiteY22" fmla="*/ 268261 h 331265"/>
                <a:gd name="connsiteX23" fmla="*/ 224030 w 2912392"/>
                <a:gd name="connsiteY23" fmla="*/ 271626 h 331265"/>
                <a:gd name="connsiteX24" fmla="*/ 233771 w 2912392"/>
                <a:gd name="connsiteY24" fmla="*/ 274907 h 331265"/>
                <a:gd name="connsiteX25" fmla="*/ 243510 w 2912392"/>
                <a:gd name="connsiteY25" fmla="*/ 278100 h 331265"/>
                <a:gd name="connsiteX26" fmla="*/ 253251 w 2912392"/>
                <a:gd name="connsiteY26" fmla="*/ 281199 h 331265"/>
                <a:gd name="connsiteX27" fmla="*/ 262992 w 2912392"/>
                <a:gd name="connsiteY27" fmla="*/ 284200 h 331265"/>
                <a:gd name="connsiteX28" fmla="*/ 272732 w 2912392"/>
                <a:gd name="connsiteY28" fmla="*/ 287096 h 331265"/>
                <a:gd name="connsiteX29" fmla="*/ 282473 w 2912392"/>
                <a:gd name="connsiteY29" fmla="*/ 289884 h 331265"/>
                <a:gd name="connsiteX30" fmla="*/ 292214 w 2912392"/>
                <a:gd name="connsiteY30" fmla="*/ 292553 h 331265"/>
                <a:gd name="connsiteX31" fmla="*/ 301953 w 2912392"/>
                <a:gd name="connsiteY31" fmla="*/ 295104 h 331265"/>
                <a:gd name="connsiteX32" fmla="*/ 311694 w 2912392"/>
                <a:gd name="connsiteY32" fmla="*/ 297528 h 331265"/>
                <a:gd name="connsiteX33" fmla="*/ 321435 w 2912392"/>
                <a:gd name="connsiteY33" fmla="*/ 299820 h 331265"/>
                <a:gd name="connsiteX34" fmla="*/ 331175 w 2912392"/>
                <a:gd name="connsiteY34" fmla="*/ 301973 h 331265"/>
                <a:gd name="connsiteX35" fmla="*/ 340916 w 2912392"/>
                <a:gd name="connsiteY35" fmla="*/ 303982 h 331265"/>
                <a:gd name="connsiteX36" fmla="*/ 350656 w 2912392"/>
                <a:gd name="connsiteY36" fmla="*/ 305842 h 331265"/>
                <a:gd name="connsiteX37" fmla="*/ 360396 w 2912392"/>
                <a:gd name="connsiteY37" fmla="*/ 307548 h 331265"/>
                <a:gd name="connsiteX38" fmla="*/ 370137 w 2912392"/>
                <a:gd name="connsiteY38" fmla="*/ 309094 h 331265"/>
                <a:gd name="connsiteX39" fmla="*/ 379878 w 2912392"/>
                <a:gd name="connsiteY39" fmla="*/ 310475 h 331265"/>
                <a:gd name="connsiteX40" fmla="*/ 389617 w 2912392"/>
                <a:gd name="connsiteY40" fmla="*/ 311685 h 331265"/>
                <a:gd name="connsiteX41" fmla="*/ 399358 w 2912392"/>
                <a:gd name="connsiteY41" fmla="*/ 312721 h 331265"/>
                <a:gd name="connsiteX42" fmla="*/ 409099 w 2912392"/>
                <a:gd name="connsiteY42" fmla="*/ 313576 h 331265"/>
                <a:gd name="connsiteX43" fmla="*/ 418839 w 2912392"/>
                <a:gd name="connsiteY43" fmla="*/ 314248 h 331265"/>
                <a:gd name="connsiteX44" fmla="*/ 428580 w 2912392"/>
                <a:gd name="connsiteY44" fmla="*/ 314731 h 331265"/>
                <a:gd name="connsiteX45" fmla="*/ 438321 w 2912392"/>
                <a:gd name="connsiteY45" fmla="*/ 315020 h 331265"/>
                <a:gd name="connsiteX46" fmla="*/ 448060 w 2912392"/>
                <a:gd name="connsiteY46" fmla="*/ 315115 h 331265"/>
                <a:gd name="connsiteX47" fmla="*/ 457801 w 2912392"/>
                <a:gd name="connsiteY47" fmla="*/ 315009 h 331265"/>
                <a:gd name="connsiteX48" fmla="*/ 467542 w 2912392"/>
                <a:gd name="connsiteY48" fmla="*/ 314702 h 331265"/>
                <a:gd name="connsiteX49" fmla="*/ 477281 w 2912392"/>
                <a:gd name="connsiteY49" fmla="*/ 314188 h 331265"/>
                <a:gd name="connsiteX50" fmla="*/ 487022 w 2912392"/>
                <a:gd name="connsiteY50" fmla="*/ 313469 h 331265"/>
                <a:gd name="connsiteX51" fmla="*/ 496763 w 2912392"/>
                <a:gd name="connsiteY51" fmla="*/ 312539 h 331265"/>
                <a:gd name="connsiteX52" fmla="*/ 506503 w 2912392"/>
                <a:gd name="connsiteY52" fmla="*/ 311399 h 331265"/>
                <a:gd name="connsiteX53" fmla="*/ 516244 w 2912392"/>
                <a:gd name="connsiteY53" fmla="*/ 310046 h 331265"/>
                <a:gd name="connsiteX54" fmla="*/ 525985 w 2912392"/>
                <a:gd name="connsiteY54" fmla="*/ 308480 h 331265"/>
                <a:gd name="connsiteX55" fmla="*/ 535724 w 2912392"/>
                <a:gd name="connsiteY55" fmla="*/ 306702 h 331265"/>
                <a:gd name="connsiteX56" fmla="*/ 545465 w 2912392"/>
                <a:gd name="connsiteY56" fmla="*/ 304709 h 331265"/>
                <a:gd name="connsiteX57" fmla="*/ 555206 w 2912392"/>
                <a:gd name="connsiteY57" fmla="*/ 302506 h 331265"/>
                <a:gd name="connsiteX58" fmla="*/ 564946 w 2912392"/>
                <a:gd name="connsiteY58" fmla="*/ 300089 h 331265"/>
                <a:gd name="connsiteX59" fmla="*/ 574687 w 2912392"/>
                <a:gd name="connsiteY59" fmla="*/ 297464 h 331265"/>
                <a:gd name="connsiteX60" fmla="*/ 584428 w 2912392"/>
                <a:gd name="connsiteY60" fmla="*/ 294629 h 331265"/>
                <a:gd name="connsiteX61" fmla="*/ 594167 w 2912392"/>
                <a:gd name="connsiteY61" fmla="*/ 291589 h 331265"/>
                <a:gd name="connsiteX62" fmla="*/ 603908 w 2912392"/>
                <a:gd name="connsiteY62" fmla="*/ 288346 h 331265"/>
                <a:gd name="connsiteX63" fmla="*/ 613649 w 2912392"/>
                <a:gd name="connsiteY63" fmla="*/ 284903 h 331265"/>
                <a:gd name="connsiteX64" fmla="*/ 623388 w 2912392"/>
                <a:gd name="connsiteY64" fmla="*/ 281263 h 331265"/>
                <a:gd name="connsiteX65" fmla="*/ 633129 w 2912392"/>
                <a:gd name="connsiteY65" fmla="*/ 277432 h 331265"/>
                <a:gd name="connsiteX66" fmla="*/ 642870 w 2912392"/>
                <a:gd name="connsiteY66" fmla="*/ 273414 h 331265"/>
                <a:gd name="connsiteX67" fmla="*/ 652610 w 2912392"/>
                <a:gd name="connsiteY67" fmla="*/ 269213 h 331265"/>
                <a:gd name="connsiteX68" fmla="*/ 662351 w 2912392"/>
                <a:gd name="connsiteY68" fmla="*/ 264835 h 331265"/>
                <a:gd name="connsiteX69" fmla="*/ 672092 w 2912392"/>
                <a:gd name="connsiteY69" fmla="*/ 260288 h 331265"/>
                <a:gd name="connsiteX70" fmla="*/ 681831 w 2912392"/>
                <a:gd name="connsiteY70" fmla="*/ 255576 h 331265"/>
                <a:gd name="connsiteX71" fmla="*/ 691572 w 2912392"/>
                <a:gd name="connsiteY71" fmla="*/ 250705 h 331265"/>
                <a:gd name="connsiteX72" fmla="*/ 701313 w 2912392"/>
                <a:gd name="connsiteY72" fmla="*/ 245686 h 331265"/>
                <a:gd name="connsiteX73" fmla="*/ 711052 w 2912392"/>
                <a:gd name="connsiteY73" fmla="*/ 240522 h 331265"/>
                <a:gd name="connsiteX74" fmla="*/ 720793 w 2912392"/>
                <a:gd name="connsiteY74" fmla="*/ 235224 h 331265"/>
                <a:gd name="connsiteX75" fmla="*/ 730534 w 2912392"/>
                <a:gd name="connsiteY75" fmla="*/ 229797 h 331265"/>
                <a:gd name="connsiteX76" fmla="*/ 740274 w 2912392"/>
                <a:gd name="connsiteY76" fmla="*/ 224255 h 331265"/>
                <a:gd name="connsiteX77" fmla="*/ 750015 w 2912392"/>
                <a:gd name="connsiteY77" fmla="*/ 218601 h 331265"/>
                <a:gd name="connsiteX78" fmla="*/ 759756 w 2912392"/>
                <a:gd name="connsiteY78" fmla="*/ 212848 h 331265"/>
                <a:gd name="connsiteX79" fmla="*/ 769495 w 2912392"/>
                <a:gd name="connsiteY79" fmla="*/ 207005 h 331265"/>
                <a:gd name="connsiteX80" fmla="*/ 779236 w 2912392"/>
                <a:gd name="connsiteY80" fmla="*/ 201080 h 331265"/>
                <a:gd name="connsiteX81" fmla="*/ 788977 w 2912392"/>
                <a:gd name="connsiteY81" fmla="*/ 195083 h 331265"/>
                <a:gd name="connsiteX82" fmla="*/ 798717 w 2912392"/>
                <a:gd name="connsiteY82" fmla="*/ 189026 h 331265"/>
                <a:gd name="connsiteX83" fmla="*/ 808458 w 2912392"/>
                <a:gd name="connsiteY83" fmla="*/ 182918 h 331265"/>
                <a:gd name="connsiteX84" fmla="*/ 818199 w 2912392"/>
                <a:gd name="connsiteY84" fmla="*/ 176769 h 331265"/>
                <a:gd name="connsiteX85" fmla="*/ 827938 w 2912392"/>
                <a:gd name="connsiteY85" fmla="*/ 170590 h 331265"/>
                <a:gd name="connsiteX86" fmla="*/ 837679 w 2912392"/>
                <a:gd name="connsiteY86" fmla="*/ 164392 h 331265"/>
                <a:gd name="connsiteX87" fmla="*/ 847420 w 2912392"/>
                <a:gd name="connsiteY87" fmla="*/ 158185 h 331265"/>
                <a:gd name="connsiteX88" fmla="*/ 857159 w 2912392"/>
                <a:gd name="connsiteY88" fmla="*/ 151980 h 331265"/>
                <a:gd name="connsiteX89" fmla="*/ 866900 w 2912392"/>
                <a:gd name="connsiteY89" fmla="*/ 145788 h 331265"/>
                <a:gd name="connsiteX90" fmla="*/ 876641 w 2912392"/>
                <a:gd name="connsiteY90" fmla="*/ 139620 h 331265"/>
                <a:gd name="connsiteX91" fmla="*/ 886381 w 2912392"/>
                <a:gd name="connsiteY91" fmla="*/ 133486 h 331265"/>
                <a:gd name="connsiteX92" fmla="*/ 896122 w 2912392"/>
                <a:gd name="connsiteY92" fmla="*/ 127397 h 331265"/>
                <a:gd name="connsiteX93" fmla="*/ 905863 w 2912392"/>
                <a:gd name="connsiteY93" fmla="*/ 121363 h 331265"/>
                <a:gd name="connsiteX94" fmla="*/ 915602 w 2912392"/>
                <a:gd name="connsiteY94" fmla="*/ 115394 h 331265"/>
                <a:gd name="connsiteX95" fmla="*/ 925343 w 2912392"/>
                <a:gd name="connsiteY95" fmla="*/ 109502 h 331265"/>
                <a:gd name="connsiteX96" fmla="*/ 935084 w 2912392"/>
                <a:gd name="connsiteY96" fmla="*/ 103695 h 331265"/>
                <a:gd name="connsiteX97" fmla="*/ 944824 w 2912392"/>
                <a:gd name="connsiteY97" fmla="*/ 97985 h 331265"/>
                <a:gd name="connsiteX98" fmla="*/ 954564 w 2912392"/>
                <a:gd name="connsiteY98" fmla="*/ 92378 h 331265"/>
                <a:gd name="connsiteX99" fmla="*/ 964305 w 2912392"/>
                <a:gd name="connsiteY99" fmla="*/ 86888 h 331265"/>
                <a:gd name="connsiteX100" fmla="*/ 974045 w 2912392"/>
                <a:gd name="connsiteY100" fmla="*/ 81521 h 331265"/>
                <a:gd name="connsiteX101" fmla="*/ 983786 w 2912392"/>
                <a:gd name="connsiteY101" fmla="*/ 76286 h 331265"/>
                <a:gd name="connsiteX102" fmla="*/ 993522 w 2912392"/>
                <a:gd name="connsiteY102" fmla="*/ 71192 h 331265"/>
                <a:gd name="connsiteX103" fmla="*/ 1003266 w 2912392"/>
                <a:gd name="connsiteY103" fmla="*/ 66248 h 331265"/>
                <a:gd name="connsiteX104" fmla="*/ 1013010 w 2912392"/>
                <a:gd name="connsiteY104" fmla="*/ 61460 h 331265"/>
                <a:gd name="connsiteX105" fmla="*/ 1022754 w 2912392"/>
                <a:gd name="connsiteY105" fmla="*/ 56835 h 331265"/>
                <a:gd name="connsiteX106" fmla="*/ 1032483 w 2912392"/>
                <a:gd name="connsiteY106" fmla="*/ 52382 h 331265"/>
                <a:gd name="connsiteX107" fmla="*/ 1042227 w 2912392"/>
                <a:gd name="connsiteY107" fmla="*/ 48106 h 331265"/>
                <a:gd name="connsiteX108" fmla="*/ 1051971 w 2912392"/>
                <a:gd name="connsiteY108" fmla="*/ 44013 h 331265"/>
                <a:gd name="connsiteX109" fmla="*/ 1061715 w 2912392"/>
                <a:gd name="connsiteY109" fmla="*/ 40109 h 331265"/>
                <a:gd name="connsiteX110" fmla="*/ 1071444 w 2912392"/>
                <a:gd name="connsiteY110" fmla="*/ 36398 h 331265"/>
                <a:gd name="connsiteX111" fmla="*/ 1081188 w 2912392"/>
                <a:gd name="connsiteY111" fmla="*/ 32888 h 331265"/>
                <a:gd name="connsiteX112" fmla="*/ 1090932 w 2912392"/>
                <a:gd name="connsiteY112" fmla="*/ 29579 h 331265"/>
                <a:gd name="connsiteX113" fmla="*/ 1100676 w 2912392"/>
                <a:gd name="connsiteY113" fmla="*/ 26475 h 331265"/>
                <a:gd name="connsiteX114" fmla="*/ 1110405 w 2912392"/>
                <a:gd name="connsiteY114" fmla="*/ 23582 h 331265"/>
                <a:gd name="connsiteX115" fmla="*/ 1120149 w 2912392"/>
                <a:gd name="connsiteY115" fmla="*/ 20902 h 331265"/>
                <a:gd name="connsiteX116" fmla="*/ 1129893 w 2912392"/>
                <a:gd name="connsiteY116" fmla="*/ 18434 h 331265"/>
                <a:gd name="connsiteX117" fmla="*/ 1139637 w 2912392"/>
                <a:gd name="connsiteY117" fmla="*/ 16182 h 331265"/>
                <a:gd name="connsiteX118" fmla="*/ 1149381 w 2912392"/>
                <a:gd name="connsiteY118" fmla="*/ 14147 h 331265"/>
                <a:gd name="connsiteX119" fmla="*/ 1159110 w 2912392"/>
                <a:gd name="connsiteY119" fmla="*/ 12329 h 331265"/>
                <a:gd name="connsiteX120" fmla="*/ 1168854 w 2912392"/>
                <a:gd name="connsiteY120" fmla="*/ 10729 h 331265"/>
                <a:gd name="connsiteX121" fmla="*/ 1178598 w 2912392"/>
                <a:gd name="connsiteY121" fmla="*/ 9345 h 331265"/>
                <a:gd name="connsiteX122" fmla="*/ 1188341 w 2912392"/>
                <a:gd name="connsiteY122" fmla="*/ 8175 h 331265"/>
                <a:gd name="connsiteX123" fmla="*/ 1198070 w 2912392"/>
                <a:gd name="connsiteY123" fmla="*/ 7220 h 331265"/>
                <a:gd name="connsiteX124" fmla="*/ 1207814 w 2912392"/>
                <a:gd name="connsiteY124" fmla="*/ 6477 h 331265"/>
                <a:gd name="connsiteX125" fmla="*/ 1217558 w 2912392"/>
                <a:gd name="connsiteY125" fmla="*/ 5943 h 331265"/>
                <a:gd name="connsiteX126" fmla="*/ 1227302 w 2912392"/>
                <a:gd name="connsiteY126" fmla="*/ 5615 h 331265"/>
                <a:gd name="connsiteX127" fmla="*/ 1237031 w 2912392"/>
                <a:gd name="connsiteY127" fmla="*/ 5492 h 331265"/>
                <a:gd name="connsiteX128" fmla="*/ 1246775 w 2912392"/>
                <a:gd name="connsiteY128" fmla="*/ 5566 h 331265"/>
                <a:gd name="connsiteX129" fmla="*/ 1256519 w 2912392"/>
                <a:gd name="connsiteY129" fmla="*/ 5836 h 331265"/>
                <a:gd name="connsiteX130" fmla="*/ 1266263 w 2912392"/>
                <a:gd name="connsiteY130" fmla="*/ 6295 h 331265"/>
                <a:gd name="connsiteX131" fmla="*/ 1276007 w 2912392"/>
                <a:gd name="connsiteY131" fmla="*/ 6938 h 331265"/>
                <a:gd name="connsiteX132" fmla="*/ 1285736 w 2912392"/>
                <a:gd name="connsiteY132" fmla="*/ 7762 h 331265"/>
                <a:gd name="connsiteX133" fmla="*/ 1295480 w 2912392"/>
                <a:gd name="connsiteY133" fmla="*/ 8759 h 331265"/>
                <a:gd name="connsiteX134" fmla="*/ 1305224 w 2912392"/>
                <a:gd name="connsiteY134" fmla="*/ 9921 h 331265"/>
                <a:gd name="connsiteX135" fmla="*/ 1314968 w 2912392"/>
                <a:gd name="connsiteY135" fmla="*/ 11246 h 331265"/>
                <a:gd name="connsiteX136" fmla="*/ 1324697 w 2912392"/>
                <a:gd name="connsiteY136" fmla="*/ 12722 h 331265"/>
                <a:gd name="connsiteX137" fmla="*/ 1334441 w 2912392"/>
                <a:gd name="connsiteY137" fmla="*/ 14346 h 331265"/>
                <a:gd name="connsiteX138" fmla="*/ 1344185 w 2912392"/>
                <a:gd name="connsiteY138" fmla="*/ 16109 h 331265"/>
                <a:gd name="connsiteX139" fmla="*/ 1353929 w 2912392"/>
                <a:gd name="connsiteY139" fmla="*/ 18002 h 331265"/>
                <a:gd name="connsiteX140" fmla="*/ 1363658 w 2912392"/>
                <a:gd name="connsiteY140" fmla="*/ 20018 h 331265"/>
                <a:gd name="connsiteX141" fmla="*/ 1373402 w 2912392"/>
                <a:gd name="connsiteY141" fmla="*/ 22150 h 331265"/>
                <a:gd name="connsiteX142" fmla="*/ 1383146 w 2912392"/>
                <a:gd name="connsiteY142" fmla="*/ 24388 h 331265"/>
                <a:gd name="connsiteX143" fmla="*/ 1392890 w 2912392"/>
                <a:gd name="connsiteY143" fmla="*/ 26726 h 331265"/>
                <a:gd name="connsiteX144" fmla="*/ 1402619 w 2912392"/>
                <a:gd name="connsiteY144" fmla="*/ 29151 h 331265"/>
                <a:gd name="connsiteX145" fmla="*/ 1412363 w 2912392"/>
                <a:gd name="connsiteY145" fmla="*/ 31660 h 331265"/>
                <a:gd name="connsiteX146" fmla="*/ 1422106 w 2912392"/>
                <a:gd name="connsiteY146" fmla="*/ 34239 h 331265"/>
                <a:gd name="connsiteX147" fmla="*/ 1431850 w 2912392"/>
                <a:gd name="connsiteY147" fmla="*/ 36884 h 331265"/>
                <a:gd name="connsiteX148" fmla="*/ 1441594 w 2912392"/>
                <a:gd name="connsiteY148" fmla="*/ 39582 h 331265"/>
                <a:gd name="connsiteX149" fmla="*/ 1451323 w 2912392"/>
                <a:gd name="connsiteY149" fmla="*/ 42327 h 331265"/>
                <a:gd name="connsiteX150" fmla="*/ 1461067 w 2912392"/>
                <a:gd name="connsiteY150" fmla="*/ 45108 h 331265"/>
                <a:gd name="connsiteX151" fmla="*/ 1470811 w 2912392"/>
                <a:gd name="connsiteY151" fmla="*/ 47918 h 331265"/>
                <a:gd name="connsiteX152" fmla="*/ 1480555 w 2912392"/>
                <a:gd name="connsiteY152" fmla="*/ 50747 h 331265"/>
                <a:gd name="connsiteX153" fmla="*/ 1490284 w 2912392"/>
                <a:gd name="connsiteY153" fmla="*/ 53589 h 331265"/>
                <a:gd name="connsiteX154" fmla="*/ 1500028 w 2912392"/>
                <a:gd name="connsiteY154" fmla="*/ 56431 h 331265"/>
                <a:gd name="connsiteX155" fmla="*/ 1509772 w 2912392"/>
                <a:gd name="connsiteY155" fmla="*/ 59267 h 331265"/>
                <a:gd name="connsiteX156" fmla="*/ 1519516 w 2912392"/>
                <a:gd name="connsiteY156" fmla="*/ 62088 h 331265"/>
                <a:gd name="connsiteX157" fmla="*/ 1529245 w 2912392"/>
                <a:gd name="connsiteY157" fmla="*/ 64887 h 331265"/>
                <a:gd name="connsiteX158" fmla="*/ 1538989 w 2912392"/>
                <a:gd name="connsiteY158" fmla="*/ 67655 h 331265"/>
                <a:gd name="connsiteX159" fmla="*/ 1548733 w 2912392"/>
                <a:gd name="connsiteY159" fmla="*/ 70383 h 331265"/>
                <a:gd name="connsiteX160" fmla="*/ 1558477 w 2912392"/>
                <a:gd name="connsiteY160" fmla="*/ 73066 h 331265"/>
                <a:gd name="connsiteX161" fmla="*/ 1568221 w 2912392"/>
                <a:gd name="connsiteY161" fmla="*/ 75694 h 331265"/>
                <a:gd name="connsiteX162" fmla="*/ 1577950 w 2912392"/>
                <a:gd name="connsiteY162" fmla="*/ 78261 h 331265"/>
                <a:gd name="connsiteX163" fmla="*/ 1587694 w 2912392"/>
                <a:gd name="connsiteY163" fmla="*/ 80760 h 331265"/>
                <a:gd name="connsiteX164" fmla="*/ 1597438 w 2912392"/>
                <a:gd name="connsiteY164" fmla="*/ 83184 h 331265"/>
                <a:gd name="connsiteX165" fmla="*/ 1607182 w 2912392"/>
                <a:gd name="connsiteY165" fmla="*/ 85526 h 331265"/>
                <a:gd name="connsiteX166" fmla="*/ 1616911 w 2912392"/>
                <a:gd name="connsiteY166" fmla="*/ 87779 h 331265"/>
                <a:gd name="connsiteX167" fmla="*/ 1626655 w 2912392"/>
                <a:gd name="connsiteY167" fmla="*/ 89939 h 331265"/>
                <a:gd name="connsiteX168" fmla="*/ 1636399 w 2912392"/>
                <a:gd name="connsiteY168" fmla="*/ 92000 h 331265"/>
                <a:gd name="connsiteX169" fmla="*/ 1646142 w 2912392"/>
                <a:gd name="connsiteY169" fmla="*/ 93956 h 331265"/>
                <a:gd name="connsiteX170" fmla="*/ 1655872 w 2912392"/>
                <a:gd name="connsiteY170" fmla="*/ 95800 h 331265"/>
                <a:gd name="connsiteX171" fmla="*/ 1665616 w 2912392"/>
                <a:gd name="connsiteY171" fmla="*/ 97532 h 331265"/>
                <a:gd name="connsiteX172" fmla="*/ 1675359 w 2912392"/>
                <a:gd name="connsiteY172" fmla="*/ 99142 h 331265"/>
                <a:gd name="connsiteX173" fmla="*/ 1685103 w 2912392"/>
                <a:gd name="connsiteY173" fmla="*/ 100631 h 331265"/>
                <a:gd name="connsiteX174" fmla="*/ 1694832 w 2912392"/>
                <a:gd name="connsiteY174" fmla="*/ 101989 h 331265"/>
                <a:gd name="connsiteX175" fmla="*/ 1704576 w 2912392"/>
                <a:gd name="connsiteY175" fmla="*/ 103219 h 331265"/>
                <a:gd name="connsiteX176" fmla="*/ 1714320 w 2912392"/>
                <a:gd name="connsiteY176" fmla="*/ 104314 h 331265"/>
                <a:gd name="connsiteX177" fmla="*/ 1724064 w 2912392"/>
                <a:gd name="connsiteY177" fmla="*/ 105272 h 331265"/>
                <a:gd name="connsiteX178" fmla="*/ 1733808 w 2912392"/>
                <a:gd name="connsiteY178" fmla="*/ 106091 h 331265"/>
                <a:gd name="connsiteX179" fmla="*/ 1743537 w 2912392"/>
                <a:gd name="connsiteY179" fmla="*/ 106768 h 331265"/>
                <a:gd name="connsiteX180" fmla="*/ 1753281 w 2912392"/>
                <a:gd name="connsiteY180" fmla="*/ 107301 h 331265"/>
                <a:gd name="connsiteX181" fmla="*/ 1763025 w 2912392"/>
                <a:gd name="connsiteY181" fmla="*/ 107690 h 331265"/>
                <a:gd name="connsiteX182" fmla="*/ 1772769 w 2912392"/>
                <a:gd name="connsiteY182" fmla="*/ 107931 h 331265"/>
                <a:gd name="connsiteX183" fmla="*/ 1782498 w 2912392"/>
                <a:gd name="connsiteY183" fmla="*/ 108027 h 331265"/>
                <a:gd name="connsiteX184" fmla="*/ 1792242 w 2912392"/>
                <a:gd name="connsiteY184" fmla="*/ 107976 h 331265"/>
                <a:gd name="connsiteX185" fmla="*/ 1801986 w 2912392"/>
                <a:gd name="connsiteY185" fmla="*/ 107776 h 331265"/>
                <a:gd name="connsiteX186" fmla="*/ 1811730 w 2912392"/>
                <a:gd name="connsiteY186" fmla="*/ 107429 h 331265"/>
                <a:gd name="connsiteX187" fmla="*/ 1821459 w 2912392"/>
                <a:gd name="connsiteY187" fmla="*/ 106937 h 331265"/>
                <a:gd name="connsiteX188" fmla="*/ 1831203 w 2912392"/>
                <a:gd name="connsiteY188" fmla="*/ 106298 h 331265"/>
                <a:gd name="connsiteX189" fmla="*/ 1840947 w 2912392"/>
                <a:gd name="connsiteY189" fmla="*/ 105516 h 331265"/>
                <a:gd name="connsiteX190" fmla="*/ 1850691 w 2912392"/>
                <a:gd name="connsiteY190" fmla="*/ 104591 h 331265"/>
                <a:gd name="connsiteX191" fmla="*/ 1860435 w 2912392"/>
                <a:gd name="connsiteY191" fmla="*/ 103526 h 331265"/>
                <a:gd name="connsiteX192" fmla="*/ 1870164 w 2912392"/>
                <a:gd name="connsiteY192" fmla="*/ 102322 h 331265"/>
                <a:gd name="connsiteX193" fmla="*/ 1879908 w 2912392"/>
                <a:gd name="connsiteY193" fmla="*/ 100982 h 331265"/>
                <a:gd name="connsiteX194" fmla="*/ 1889652 w 2912392"/>
                <a:gd name="connsiteY194" fmla="*/ 99512 h 331265"/>
                <a:gd name="connsiteX195" fmla="*/ 1899395 w 2912392"/>
                <a:gd name="connsiteY195" fmla="*/ 97910 h 331265"/>
                <a:gd name="connsiteX196" fmla="*/ 1909124 w 2912392"/>
                <a:gd name="connsiteY196" fmla="*/ 96183 h 331265"/>
                <a:gd name="connsiteX197" fmla="*/ 1918868 w 2912392"/>
                <a:gd name="connsiteY197" fmla="*/ 94336 h 331265"/>
                <a:gd name="connsiteX198" fmla="*/ 1928612 w 2912392"/>
                <a:gd name="connsiteY198" fmla="*/ 92372 h 331265"/>
                <a:gd name="connsiteX199" fmla="*/ 1938356 w 2912392"/>
                <a:gd name="connsiteY199" fmla="*/ 90295 h 331265"/>
                <a:gd name="connsiteX200" fmla="*/ 1948085 w 2912392"/>
                <a:gd name="connsiteY200" fmla="*/ 88111 h 331265"/>
                <a:gd name="connsiteX201" fmla="*/ 1957829 w 2912392"/>
                <a:gd name="connsiteY201" fmla="*/ 85824 h 331265"/>
                <a:gd name="connsiteX202" fmla="*/ 1967573 w 2912392"/>
                <a:gd name="connsiteY202" fmla="*/ 83442 h 331265"/>
                <a:gd name="connsiteX203" fmla="*/ 1977317 w 2912392"/>
                <a:gd name="connsiteY203" fmla="*/ 80968 h 331265"/>
                <a:gd name="connsiteX204" fmla="*/ 1987046 w 2912392"/>
                <a:gd name="connsiteY204" fmla="*/ 78410 h 331265"/>
                <a:gd name="connsiteX205" fmla="*/ 1996790 w 2912392"/>
                <a:gd name="connsiteY205" fmla="*/ 75775 h 331265"/>
                <a:gd name="connsiteX206" fmla="*/ 2006534 w 2912392"/>
                <a:gd name="connsiteY206" fmla="*/ 73069 h 331265"/>
                <a:gd name="connsiteX207" fmla="*/ 2016278 w 2912392"/>
                <a:gd name="connsiteY207" fmla="*/ 70299 h 331265"/>
                <a:gd name="connsiteX208" fmla="*/ 2026022 w 2912392"/>
                <a:gd name="connsiteY208" fmla="*/ 67473 h 331265"/>
                <a:gd name="connsiteX209" fmla="*/ 2035751 w 2912392"/>
                <a:gd name="connsiteY209" fmla="*/ 64598 h 331265"/>
                <a:gd name="connsiteX210" fmla="*/ 2045495 w 2912392"/>
                <a:gd name="connsiteY210" fmla="*/ 61682 h 331265"/>
                <a:gd name="connsiteX211" fmla="*/ 2055239 w 2912392"/>
                <a:gd name="connsiteY211" fmla="*/ 58732 h 331265"/>
                <a:gd name="connsiteX212" fmla="*/ 2064983 w 2912392"/>
                <a:gd name="connsiteY212" fmla="*/ 55758 h 331265"/>
                <a:gd name="connsiteX213" fmla="*/ 2074712 w 2912392"/>
                <a:gd name="connsiteY213" fmla="*/ 52768 h 331265"/>
                <a:gd name="connsiteX214" fmla="*/ 2084456 w 2912392"/>
                <a:gd name="connsiteY214" fmla="*/ 49770 h 331265"/>
                <a:gd name="connsiteX215" fmla="*/ 2094200 w 2912392"/>
                <a:gd name="connsiteY215" fmla="*/ 46775 h 331265"/>
                <a:gd name="connsiteX216" fmla="*/ 2103944 w 2912392"/>
                <a:gd name="connsiteY216" fmla="*/ 43790 h 331265"/>
                <a:gd name="connsiteX217" fmla="*/ 2113673 w 2912392"/>
                <a:gd name="connsiteY217" fmla="*/ 40825 h 331265"/>
                <a:gd name="connsiteX218" fmla="*/ 2123417 w 2912392"/>
                <a:gd name="connsiteY218" fmla="*/ 37888 h 331265"/>
                <a:gd name="connsiteX219" fmla="*/ 2133161 w 2912392"/>
                <a:gd name="connsiteY219" fmla="*/ 34992 h 331265"/>
                <a:gd name="connsiteX220" fmla="*/ 2142905 w 2912392"/>
                <a:gd name="connsiteY220" fmla="*/ 32143 h 331265"/>
                <a:gd name="connsiteX221" fmla="*/ 2152649 w 2912392"/>
                <a:gd name="connsiteY221" fmla="*/ 29352 h 331265"/>
                <a:gd name="connsiteX222" fmla="*/ 2162377 w 2912392"/>
                <a:gd name="connsiteY222" fmla="*/ 26629 h 331265"/>
                <a:gd name="connsiteX223" fmla="*/ 2172121 w 2912392"/>
                <a:gd name="connsiteY223" fmla="*/ 23983 h 331265"/>
                <a:gd name="connsiteX224" fmla="*/ 2181865 w 2912392"/>
                <a:gd name="connsiteY224" fmla="*/ 21426 h 331265"/>
                <a:gd name="connsiteX225" fmla="*/ 2191609 w 2912392"/>
                <a:gd name="connsiteY225" fmla="*/ 18965 h 331265"/>
                <a:gd name="connsiteX226" fmla="*/ 2201338 w 2912392"/>
                <a:gd name="connsiteY226" fmla="*/ 16611 h 331265"/>
                <a:gd name="connsiteX227" fmla="*/ 2211082 w 2912392"/>
                <a:gd name="connsiteY227" fmla="*/ 14375 h 331265"/>
                <a:gd name="connsiteX228" fmla="*/ 2220826 w 2912392"/>
                <a:gd name="connsiteY228" fmla="*/ 12263 h 331265"/>
                <a:gd name="connsiteX229" fmla="*/ 2230570 w 2912392"/>
                <a:gd name="connsiteY229" fmla="*/ 10289 h 331265"/>
                <a:gd name="connsiteX230" fmla="*/ 2240299 w 2912392"/>
                <a:gd name="connsiteY230" fmla="*/ 8460 h 331265"/>
                <a:gd name="connsiteX231" fmla="*/ 2250043 w 2912392"/>
                <a:gd name="connsiteY231" fmla="*/ 6785 h 331265"/>
                <a:gd name="connsiteX232" fmla="*/ 2259787 w 2912392"/>
                <a:gd name="connsiteY232" fmla="*/ 5274 h 331265"/>
                <a:gd name="connsiteX233" fmla="*/ 2269531 w 2912392"/>
                <a:gd name="connsiteY233" fmla="*/ 3936 h 331265"/>
                <a:gd name="connsiteX234" fmla="*/ 2279260 w 2912392"/>
                <a:gd name="connsiteY234" fmla="*/ 2780 h 331265"/>
                <a:gd name="connsiteX235" fmla="*/ 2289004 w 2912392"/>
                <a:gd name="connsiteY235" fmla="*/ 1813 h 331265"/>
                <a:gd name="connsiteX236" fmla="*/ 2298748 w 2912392"/>
                <a:gd name="connsiteY236" fmla="*/ 1044 h 331265"/>
                <a:gd name="connsiteX237" fmla="*/ 2308492 w 2912392"/>
                <a:gd name="connsiteY237" fmla="*/ 481 h 331265"/>
                <a:gd name="connsiteX238" fmla="*/ 2318236 w 2912392"/>
                <a:gd name="connsiteY238" fmla="*/ 130 h 331265"/>
                <a:gd name="connsiteX239" fmla="*/ 2327965 w 2912392"/>
                <a:gd name="connsiteY239" fmla="*/ 0 h 331265"/>
                <a:gd name="connsiteX240" fmla="*/ 2337709 w 2912392"/>
                <a:gd name="connsiteY240" fmla="*/ 97 h 331265"/>
                <a:gd name="connsiteX241" fmla="*/ 2347453 w 2912392"/>
                <a:gd name="connsiteY241" fmla="*/ 428 h 331265"/>
                <a:gd name="connsiteX242" fmla="*/ 2357197 w 2912392"/>
                <a:gd name="connsiteY242" fmla="*/ 997 h 331265"/>
                <a:gd name="connsiteX243" fmla="*/ 2366926 w 2912392"/>
                <a:gd name="connsiteY243" fmla="*/ 1810 h 331265"/>
                <a:gd name="connsiteX244" fmla="*/ 2376670 w 2912392"/>
                <a:gd name="connsiteY244" fmla="*/ 2872 h 331265"/>
                <a:gd name="connsiteX245" fmla="*/ 2386413 w 2912392"/>
                <a:gd name="connsiteY245" fmla="*/ 4188 h 331265"/>
                <a:gd name="connsiteX246" fmla="*/ 2396157 w 2912392"/>
                <a:gd name="connsiteY246" fmla="*/ 5761 h 331265"/>
                <a:gd name="connsiteX247" fmla="*/ 2405886 w 2912392"/>
                <a:gd name="connsiteY247" fmla="*/ 7595 h 331265"/>
                <a:gd name="connsiteX248" fmla="*/ 2415630 w 2912392"/>
                <a:gd name="connsiteY248" fmla="*/ 9693 h 331265"/>
                <a:gd name="connsiteX249" fmla="*/ 2425374 w 2912392"/>
                <a:gd name="connsiteY249" fmla="*/ 12056 h 331265"/>
                <a:gd name="connsiteX250" fmla="*/ 2435118 w 2912392"/>
                <a:gd name="connsiteY250" fmla="*/ 14686 h 331265"/>
                <a:gd name="connsiteX251" fmla="*/ 2444862 w 2912392"/>
                <a:gd name="connsiteY251" fmla="*/ 17584 h 331265"/>
                <a:gd name="connsiteX252" fmla="*/ 2454591 w 2912392"/>
                <a:gd name="connsiteY252" fmla="*/ 20748 h 331265"/>
                <a:gd name="connsiteX253" fmla="*/ 2464335 w 2912392"/>
                <a:gd name="connsiteY253" fmla="*/ 24180 h 331265"/>
                <a:gd name="connsiteX254" fmla="*/ 2474079 w 2912392"/>
                <a:gd name="connsiteY254" fmla="*/ 27877 h 331265"/>
                <a:gd name="connsiteX255" fmla="*/ 2483823 w 2912392"/>
                <a:gd name="connsiteY255" fmla="*/ 31841 h 331265"/>
                <a:gd name="connsiteX256" fmla="*/ 2493552 w 2912392"/>
                <a:gd name="connsiteY256" fmla="*/ 36064 h 331265"/>
                <a:gd name="connsiteX257" fmla="*/ 2503296 w 2912392"/>
                <a:gd name="connsiteY257" fmla="*/ 40546 h 331265"/>
                <a:gd name="connsiteX258" fmla="*/ 2513040 w 2912392"/>
                <a:gd name="connsiteY258" fmla="*/ 45284 h 331265"/>
                <a:gd name="connsiteX259" fmla="*/ 2522784 w 2912392"/>
                <a:gd name="connsiteY259" fmla="*/ 50271 h 331265"/>
                <a:gd name="connsiteX260" fmla="*/ 2532513 w 2912392"/>
                <a:gd name="connsiteY260" fmla="*/ 55502 h 331265"/>
                <a:gd name="connsiteX261" fmla="*/ 2542257 w 2912392"/>
                <a:gd name="connsiteY261" fmla="*/ 60971 h 331265"/>
                <a:gd name="connsiteX262" fmla="*/ 2552001 w 2912392"/>
                <a:gd name="connsiteY262" fmla="*/ 66673 h 331265"/>
                <a:gd name="connsiteX263" fmla="*/ 2561745 w 2912392"/>
                <a:gd name="connsiteY263" fmla="*/ 72598 h 331265"/>
                <a:gd name="connsiteX264" fmla="*/ 2571474 w 2912392"/>
                <a:gd name="connsiteY264" fmla="*/ 78741 h 331265"/>
                <a:gd name="connsiteX265" fmla="*/ 2581218 w 2912392"/>
                <a:gd name="connsiteY265" fmla="*/ 85091 h 331265"/>
                <a:gd name="connsiteX266" fmla="*/ 2590962 w 2912392"/>
                <a:gd name="connsiteY266" fmla="*/ 91641 h 331265"/>
                <a:gd name="connsiteX267" fmla="*/ 2600705 w 2912392"/>
                <a:gd name="connsiteY267" fmla="*/ 98376 h 331265"/>
                <a:gd name="connsiteX268" fmla="*/ 2610449 w 2912392"/>
                <a:gd name="connsiteY268" fmla="*/ 105293 h 331265"/>
                <a:gd name="connsiteX269" fmla="*/ 2620178 w 2912392"/>
                <a:gd name="connsiteY269" fmla="*/ 112374 h 331265"/>
                <a:gd name="connsiteX270" fmla="*/ 2629922 w 2912392"/>
                <a:gd name="connsiteY270" fmla="*/ 119611 h 331265"/>
                <a:gd name="connsiteX271" fmla="*/ 2639666 w 2912392"/>
                <a:gd name="connsiteY271" fmla="*/ 126990 h 331265"/>
                <a:gd name="connsiteX272" fmla="*/ 2649410 w 2912392"/>
                <a:gd name="connsiteY272" fmla="*/ 134499 h 331265"/>
                <a:gd name="connsiteX273" fmla="*/ 2659139 w 2912392"/>
                <a:gd name="connsiteY273" fmla="*/ 142126 h 331265"/>
                <a:gd name="connsiteX274" fmla="*/ 2668883 w 2912392"/>
                <a:gd name="connsiteY274" fmla="*/ 149855 h 331265"/>
                <a:gd name="connsiteX275" fmla="*/ 2678627 w 2912392"/>
                <a:gd name="connsiteY275" fmla="*/ 157673 h 331265"/>
                <a:gd name="connsiteX276" fmla="*/ 2688371 w 2912392"/>
                <a:gd name="connsiteY276" fmla="*/ 165565 h 331265"/>
                <a:gd name="connsiteX277" fmla="*/ 2698100 w 2912392"/>
                <a:gd name="connsiteY277" fmla="*/ 173518 h 331265"/>
                <a:gd name="connsiteX278" fmla="*/ 2707844 w 2912392"/>
                <a:gd name="connsiteY278" fmla="*/ 181513 h 331265"/>
                <a:gd name="connsiteX279" fmla="*/ 2717588 w 2912392"/>
                <a:gd name="connsiteY279" fmla="*/ 189537 h 331265"/>
                <a:gd name="connsiteX280" fmla="*/ 2727332 w 2912392"/>
                <a:gd name="connsiteY280" fmla="*/ 197575 h 331265"/>
                <a:gd name="connsiteX281" fmla="*/ 2737076 w 2912392"/>
                <a:gd name="connsiteY281" fmla="*/ 205610 h 331265"/>
                <a:gd name="connsiteX282" fmla="*/ 2746805 w 2912392"/>
                <a:gd name="connsiteY282" fmla="*/ 213626 h 331265"/>
                <a:gd name="connsiteX283" fmla="*/ 2756549 w 2912392"/>
                <a:gd name="connsiteY283" fmla="*/ 221606 h 331265"/>
                <a:gd name="connsiteX284" fmla="*/ 2766293 w 2912392"/>
                <a:gd name="connsiteY284" fmla="*/ 229534 h 331265"/>
                <a:gd name="connsiteX285" fmla="*/ 2776037 w 2912392"/>
                <a:gd name="connsiteY285" fmla="*/ 237393 h 331265"/>
                <a:gd name="connsiteX286" fmla="*/ 2785766 w 2912392"/>
                <a:gd name="connsiteY286" fmla="*/ 245167 h 331265"/>
                <a:gd name="connsiteX287" fmla="*/ 2795510 w 2912392"/>
                <a:gd name="connsiteY287" fmla="*/ 252842 h 331265"/>
                <a:gd name="connsiteX288" fmla="*/ 2805254 w 2912392"/>
                <a:gd name="connsiteY288" fmla="*/ 260397 h 331265"/>
                <a:gd name="connsiteX289" fmla="*/ 2814998 w 2912392"/>
                <a:gd name="connsiteY289" fmla="*/ 267820 h 331265"/>
                <a:gd name="connsiteX290" fmla="*/ 2824727 w 2912392"/>
                <a:gd name="connsiteY290" fmla="*/ 275092 h 331265"/>
                <a:gd name="connsiteX291" fmla="*/ 2834471 w 2912392"/>
                <a:gd name="connsiteY291" fmla="*/ 282199 h 331265"/>
                <a:gd name="connsiteX292" fmla="*/ 2844215 w 2912392"/>
                <a:gd name="connsiteY292" fmla="*/ 289124 h 331265"/>
                <a:gd name="connsiteX293" fmla="*/ 2853958 w 2912392"/>
                <a:gd name="connsiteY293" fmla="*/ 295852 h 331265"/>
                <a:gd name="connsiteX294" fmla="*/ 2863687 w 2912392"/>
                <a:gd name="connsiteY294" fmla="*/ 302367 h 331265"/>
                <a:gd name="connsiteX295" fmla="*/ 2873431 w 2912392"/>
                <a:gd name="connsiteY295" fmla="*/ 308658 h 331265"/>
                <a:gd name="connsiteX296" fmla="*/ 2883175 w 2912392"/>
                <a:gd name="connsiteY296" fmla="*/ 314705 h 331265"/>
                <a:gd name="connsiteX297" fmla="*/ 2892919 w 2912392"/>
                <a:gd name="connsiteY297" fmla="*/ 320498 h 331265"/>
                <a:gd name="connsiteX298" fmla="*/ 2902663 w 2912392"/>
                <a:gd name="connsiteY298" fmla="*/ 326022 h 331265"/>
                <a:gd name="connsiteX299" fmla="*/ 2912392 w 2912392"/>
                <a:gd name="connsiteY299" fmla="*/ 331265 h 331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31265">
                  <a:moveTo>
                    <a:pt x="0" y="179972"/>
                  </a:moveTo>
                  <a:lnTo>
                    <a:pt x="9739" y="184454"/>
                  </a:lnTo>
                  <a:lnTo>
                    <a:pt x="19480" y="188889"/>
                  </a:lnTo>
                  <a:lnTo>
                    <a:pt x="29221" y="193281"/>
                  </a:lnTo>
                  <a:lnTo>
                    <a:pt x="38961" y="197630"/>
                  </a:lnTo>
                  <a:lnTo>
                    <a:pt x="48702" y="201939"/>
                  </a:lnTo>
                  <a:lnTo>
                    <a:pt x="58443" y="206206"/>
                  </a:lnTo>
                  <a:lnTo>
                    <a:pt x="68182" y="210433"/>
                  </a:lnTo>
                  <a:lnTo>
                    <a:pt x="77923" y="214620"/>
                  </a:lnTo>
                  <a:lnTo>
                    <a:pt x="87664" y="218768"/>
                  </a:lnTo>
                  <a:lnTo>
                    <a:pt x="97404" y="222874"/>
                  </a:lnTo>
                  <a:lnTo>
                    <a:pt x="107145" y="226937"/>
                  </a:lnTo>
                  <a:lnTo>
                    <a:pt x="116886" y="230958"/>
                  </a:lnTo>
                  <a:lnTo>
                    <a:pt x="126625" y="234935"/>
                  </a:lnTo>
                  <a:lnTo>
                    <a:pt x="136366" y="238863"/>
                  </a:lnTo>
                  <a:lnTo>
                    <a:pt x="146107" y="242743"/>
                  </a:lnTo>
                  <a:lnTo>
                    <a:pt x="155846" y="246571"/>
                  </a:lnTo>
                  <a:lnTo>
                    <a:pt x="165587" y="250345"/>
                  </a:lnTo>
                  <a:lnTo>
                    <a:pt x="175328" y="254059"/>
                  </a:lnTo>
                  <a:lnTo>
                    <a:pt x="185068" y="257712"/>
                  </a:lnTo>
                  <a:lnTo>
                    <a:pt x="194809" y="261300"/>
                  </a:lnTo>
                  <a:lnTo>
                    <a:pt x="204550" y="264817"/>
                  </a:lnTo>
                  <a:lnTo>
                    <a:pt x="214289" y="268261"/>
                  </a:lnTo>
                  <a:lnTo>
                    <a:pt x="224030" y="271626"/>
                  </a:lnTo>
                  <a:lnTo>
                    <a:pt x="233771" y="274907"/>
                  </a:lnTo>
                  <a:lnTo>
                    <a:pt x="243510" y="278100"/>
                  </a:lnTo>
                  <a:lnTo>
                    <a:pt x="253251" y="281199"/>
                  </a:lnTo>
                  <a:lnTo>
                    <a:pt x="262992" y="284200"/>
                  </a:lnTo>
                  <a:lnTo>
                    <a:pt x="272732" y="287096"/>
                  </a:lnTo>
                  <a:lnTo>
                    <a:pt x="282473" y="289884"/>
                  </a:lnTo>
                  <a:lnTo>
                    <a:pt x="292214" y="292553"/>
                  </a:lnTo>
                  <a:lnTo>
                    <a:pt x="301953" y="295104"/>
                  </a:lnTo>
                  <a:lnTo>
                    <a:pt x="311694" y="297528"/>
                  </a:lnTo>
                  <a:lnTo>
                    <a:pt x="321435" y="299820"/>
                  </a:lnTo>
                  <a:lnTo>
                    <a:pt x="331175" y="301973"/>
                  </a:lnTo>
                  <a:lnTo>
                    <a:pt x="340916" y="303982"/>
                  </a:lnTo>
                  <a:lnTo>
                    <a:pt x="350656" y="305842"/>
                  </a:lnTo>
                  <a:lnTo>
                    <a:pt x="360396" y="307548"/>
                  </a:lnTo>
                  <a:lnTo>
                    <a:pt x="370137" y="309094"/>
                  </a:lnTo>
                  <a:lnTo>
                    <a:pt x="379878" y="310475"/>
                  </a:lnTo>
                  <a:lnTo>
                    <a:pt x="389617" y="311685"/>
                  </a:lnTo>
                  <a:lnTo>
                    <a:pt x="399358" y="312721"/>
                  </a:lnTo>
                  <a:lnTo>
                    <a:pt x="409099" y="313576"/>
                  </a:lnTo>
                  <a:lnTo>
                    <a:pt x="418839" y="314248"/>
                  </a:lnTo>
                  <a:lnTo>
                    <a:pt x="428580" y="314731"/>
                  </a:lnTo>
                  <a:lnTo>
                    <a:pt x="438321" y="315020"/>
                  </a:lnTo>
                  <a:lnTo>
                    <a:pt x="448060" y="315115"/>
                  </a:lnTo>
                  <a:lnTo>
                    <a:pt x="457801" y="315009"/>
                  </a:lnTo>
                  <a:lnTo>
                    <a:pt x="467542" y="314702"/>
                  </a:lnTo>
                  <a:lnTo>
                    <a:pt x="477281" y="314188"/>
                  </a:lnTo>
                  <a:lnTo>
                    <a:pt x="487022" y="313469"/>
                  </a:lnTo>
                  <a:lnTo>
                    <a:pt x="496763" y="312539"/>
                  </a:lnTo>
                  <a:lnTo>
                    <a:pt x="506503" y="311399"/>
                  </a:lnTo>
                  <a:lnTo>
                    <a:pt x="516244" y="310046"/>
                  </a:lnTo>
                  <a:lnTo>
                    <a:pt x="525985" y="308480"/>
                  </a:lnTo>
                  <a:lnTo>
                    <a:pt x="535724" y="306702"/>
                  </a:lnTo>
                  <a:lnTo>
                    <a:pt x="545465" y="304709"/>
                  </a:lnTo>
                  <a:lnTo>
                    <a:pt x="555206" y="302506"/>
                  </a:lnTo>
                  <a:lnTo>
                    <a:pt x="564946" y="300089"/>
                  </a:lnTo>
                  <a:lnTo>
                    <a:pt x="574687" y="297464"/>
                  </a:lnTo>
                  <a:lnTo>
                    <a:pt x="584428" y="294629"/>
                  </a:lnTo>
                  <a:lnTo>
                    <a:pt x="594167" y="291589"/>
                  </a:lnTo>
                  <a:lnTo>
                    <a:pt x="603908" y="288346"/>
                  </a:lnTo>
                  <a:lnTo>
                    <a:pt x="613649" y="284903"/>
                  </a:lnTo>
                  <a:lnTo>
                    <a:pt x="623388" y="281263"/>
                  </a:lnTo>
                  <a:lnTo>
                    <a:pt x="633129" y="277432"/>
                  </a:lnTo>
                  <a:lnTo>
                    <a:pt x="642870" y="273414"/>
                  </a:lnTo>
                  <a:lnTo>
                    <a:pt x="652610" y="269213"/>
                  </a:lnTo>
                  <a:lnTo>
                    <a:pt x="662351" y="264835"/>
                  </a:lnTo>
                  <a:lnTo>
                    <a:pt x="672092" y="260288"/>
                  </a:lnTo>
                  <a:lnTo>
                    <a:pt x="681831" y="255576"/>
                  </a:lnTo>
                  <a:lnTo>
                    <a:pt x="691572" y="250705"/>
                  </a:lnTo>
                  <a:lnTo>
                    <a:pt x="701313" y="245686"/>
                  </a:lnTo>
                  <a:lnTo>
                    <a:pt x="711052" y="240522"/>
                  </a:lnTo>
                  <a:lnTo>
                    <a:pt x="720793" y="235224"/>
                  </a:lnTo>
                  <a:lnTo>
                    <a:pt x="730534" y="229797"/>
                  </a:lnTo>
                  <a:lnTo>
                    <a:pt x="740274" y="224255"/>
                  </a:lnTo>
                  <a:lnTo>
                    <a:pt x="750015" y="218601"/>
                  </a:lnTo>
                  <a:lnTo>
                    <a:pt x="759756" y="212848"/>
                  </a:lnTo>
                  <a:lnTo>
                    <a:pt x="769495" y="207005"/>
                  </a:lnTo>
                  <a:lnTo>
                    <a:pt x="779236" y="201080"/>
                  </a:lnTo>
                  <a:lnTo>
                    <a:pt x="788977" y="195083"/>
                  </a:lnTo>
                  <a:lnTo>
                    <a:pt x="798717" y="189026"/>
                  </a:lnTo>
                  <a:lnTo>
                    <a:pt x="808458" y="182918"/>
                  </a:lnTo>
                  <a:lnTo>
                    <a:pt x="818199" y="176769"/>
                  </a:lnTo>
                  <a:lnTo>
                    <a:pt x="827938" y="170590"/>
                  </a:lnTo>
                  <a:lnTo>
                    <a:pt x="837679" y="164392"/>
                  </a:lnTo>
                  <a:lnTo>
                    <a:pt x="847420" y="158185"/>
                  </a:lnTo>
                  <a:lnTo>
                    <a:pt x="857159" y="151980"/>
                  </a:lnTo>
                  <a:lnTo>
                    <a:pt x="866900" y="145788"/>
                  </a:lnTo>
                  <a:lnTo>
                    <a:pt x="876641" y="139620"/>
                  </a:lnTo>
                  <a:lnTo>
                    <a:pt x="886381" y="133486"/>
                  </a:lnTo>
                  <a:lnTo>
                    <a:pt x="896122" y="127397"/>
                  </a:lnTo>
                  <a:lnTo>
                    <a:pt x="905863" y="121363"/>
                  </a:lnTo>
                  <a:lnTo>
                    <a:pt x="915602" y="115394"/>
                  </a:lnTo>
                  <a:lnTo>
                    <a:pt x="925343" y="109502"/>
                  </a:lnTo>
                  <a:lnTo>
                    <a:pt x="935084" y="103695"/>
                  </a:lnTo>
                  <a:lnTo>
                    <a:pt x="944824" y="97985"/>
                  </a:lnTo>
                  <a:lnTo>
                    <a:pt x="954564" y="92378"/>
                  </a:lnTo>
                  <a:lnTo>
                    <a:pt x="964305" y="86888"/>
                  </a:lnTo>
                  <a:lnTo>
                    <a:pt x="974045" y="81521"/>
                  </a:lnTo>
                  <a:lnTo>
                    <a:pt x="983786" y="76286"/>
                  </a:lnTo>
                  <a:lnTo>
                    <a:pt x="993522" y="71192"/>
                  </a:lnTo>
                  <a:lnTo>
                    <a:pt x="1003266" y="66248"/>
                  </a:lnTo>
                  <a:lnTo>
                    <a:pt x="1013010" y="61460"/>
                  </a:lnTo>
                  <a:lnTo>
                    <a:pt x="1022754" y="56835"/>
                  </a:lnTo>
                  <a:lnTo>
                    <a:pt x="1032483" y="52382"/>
                  </a:lnTo>
                  <a:lnTo>
                    <a:pt x="1042227" y="48106"/>
                  </a:lnTo>
                  <a:lnTo>
                    <a:pt x="1051971" y="44013"/>
                  </a:lnTo>
                  <a:lnTo>
                    <a:pt x="1061715" y="40109"/>
                  </a:lnTo>
                  <a:lnTo>
                    <a:pt x="1071444" y="36398"/>
                  </a:lnTo>
                  <a:lnTo>
                    <a:pt x="1081188" y="32888"/>
                  </a:lnTo>
                  <a:lnTo>
                    <a:pt x="1090932" y="29579"/>
                  </a:lnTo>
                  <a:lnTo>
                    <a:pt x="1100676" y="26475"/>
                  </a:lnTo>
                  <a:lnTo>
                    <a:pt x="1110405" y="23582"/>
                  </a:lnTo>
                  <a:lnTo>
                    <a:pt x="1120149" y="20902"/>
                  </a:lnTo>
                  <a:lnTo>
                    <a:pt x="1129893" y="18434"/>
                  </a:lnTo>
                  <a:lnTo>
                    <a:pt x="1139637" y="16182"/>
                  </a:lnTo>
                  <a:lnTo>
                    <a:pt x="1149381" y="14147"/>
                  </a:lnTo>
                  <a:lnTo>
                    <a:pt x="1159110" y="12329"/>
                  </a:lnTo>
                  <a:lnTo>
                    <a:pt x="1168854" y="10729"/>
                  </a:lnTo>
                  <a:lnTo>
                    <a:pt x="1178598" y="9345"/>
                  </a:lnTo>
                  <a:lnTo>
                    <a:pt x="1188341" y="8175"/>
                  </a:lnTo>
                  <a:lnTo>
                    <a:pt x="1198070" y="7220"/>
                  </a:lnTo>
                  <a:lnTo>
                    <a:pt x="1207814" y="6477"/>
                  </a:lnTo>
                  <a:lnTo>
                    <a:pt x="1217558" y="5943"/>
                  </a:lnTo>
                  <a:lnTo>
                    <a:pt x="1227302" y="5615"/>
                  </a:lnTo>
                  <a:lnTo>
                    <a:pt x="1237031" y="5492"/>
                  </a:lnTo>
                  <a:lnTo>
                    <a:pt x="1246775" y="5566"/>
                  </a:lnTo>
                  <a:lnTo>
                    <a:pt x="1256519" y="5836"/>
                  </a:lnTo>
                  <a:lnTo>
                    <a:pt x="1266263" y="6295"/>
                  </a:lnTo>
                  <a:lnTo>
                    <a:pt x="1276007" y="6938"/>
                  </a:lnTo>
                  <a:lnTo>
                    <a:pt x="1285736" y="7762"/>
                  </a:lnTo>
                  <a:lnTo>
                    <a:pt x="1295480" y="8759"/>
                  </a:lnTo>
                  <a:lnTo>
                    <a:pt x="1305224" y="9921"/>
                  </a:lnTo>
                  <a:lnTo>
                    <a:pt x="1314968" y="11246"/>
                  </a:lnTo>
                  <a:lnTo>
                    <a:pt x="1324697" y="12722"/>
                  </a:lnTo>
                  <a:lnTo>
                    <a:pt x="1334441" y="14346"/>
                  </a:lnTo>
                  <a:lnTo>
                    <a:pt x="1344185" y="16109"/>
                  </a:lnTo>
                  <a:lnTo>
                    <a:pt x="1353929" y="18002"/>
                  </a:lnTo>
                  <a:lnTo>
                    <a:pt x="1363658" y="20018"/>
                  </a:lnTo>
                  <a:lnTo>
                    <a:pt x="1373402" y="22150"/>
                  </a:lnTo>
                  <a:lnTo>
                    <a:pt x="1383146" y="24388"/>
                  </a:lnTo>
                  <a:lnTo>
                    <a:pt x="1392890" y="26726"/>
                  </a:lnTo>
                  <a:lnTo>
                    <a:pt x="1402619" y="29151"/>
                  </a:lnTo>
                  <a:lnTo>
                    <a:pt x="1412363" y="31660"/>
                  </a:lnTo>
                  <a:lnTo>
                    <a:pt x="1422106" y="34239"/>
                  </a:lnTo>
                  <a:lnTo>
                    <a:pt x="1431850" y="36884"/>
                  </a:lnTo>
                  <a:lnTo>
                    <a:pt x="1441594" y="39582"/>
                  </a:lnTo>
                  <a:lnTo>
                    <a:pt x="1451323" y="42327"/>
                  </a:lnTo>
                  <a:lnTo>
                    <a:pt x="1461067" y="45108"/>
                  </a:lnTo>
                  <a:lnTo>
                    <a:pt x="1470811" y="47918"/>
                  </a:lnTo>
                  <a:lnTo>
                    <a:pt x="1480555" y="50747"/>
                  </a:lnTo>
                  <a:lnTo>
                    <a:pt x="1490284" y="53589"/>
                  </a:lnTo>
                  <a:lnTo>
                    <a:pt x="1500028" y="56431"/>
                  </a:lnTo>
                  <a:lnTo>
                    <a:pt x="1509772" y="59267"/>
                  </a:lnTo>
                  <a:lnTo>
                    <a:pt x="1519516" y="62088"/>
                  </a:lnTo>
                  <a:lnTo>
                    <a:pt x="1529245" y="64887"/>
                  </a:lnTo>
                  <a:lnTo>
                    <a:pt x="1538989" y="67655"/>
                  </a:lnTo>
                  <a:lnTo>
                    <a:pt x="1548733" y="70383"/>
                  </a:lnTo>
                  <a:lnTo>
                    <a:pt x="1558477" y="73066"/>
                  </a:lnTo>
                  <a:lnTo>
                    <a:pt x="1568221" y="75694"/>
                  </a:lnTo>
                  <a:lnTo>
                    <a:pt x="1577950" y="78261"/>
                  </a:lnTo>
                  <a:lnTo>
                    <a:pt x="1587694" y="80760"/>
                  </a:lnTo>
                  <a:lnTo>
                    <a:pt x="1597438" y="83184"/>
                  </a:lnTo>
                  <a:lnTo>
                    <a:pt x="1607182" y="85526"/>
                  </a:lnTo>
                  <a:lnTo>
                    <a:pt x="1616911" y="87779"/>
                  </a:lnTo>
                  <a:lnTo>
                    <a:pt x="1626655" y="89939"/>
                  </a:lnTo>
                  <a:lnTo>
                    <a:pt x="1636399" y="92000"/>
                  </a:lnTo>
                  <a:lnTo>
                    <a:pt x="1646142" y="93956"/>
                  </a:lnTo>
                  <a:lnTo>
                    <a:pt x="1655872" y="95800"/>
                  </a:lnTo>
                  <a:lnTo>
                    <a:pt x="1665616" y="97532"/>
                  </a:lnTo>
                  <a:lnTo>
                    <a:pt x="1675359" y="99142"/>
                  </a:lnTo>
                  <a:lnTo>
                    <a:pt x="1685103" y="100631"/>
                  </a:lnTo>
                  <a:lnTo>
                    <a:pt x="1694832" y="101989"/>
                  </a:lnTo>
                  <a:lnTo>
                    <a:pt x="1704576" y="103219"/>
                  </a:lnTo>
                  <a:lnTo>
                    <a:pt x="1714320" y="104314"/>
                  </a:lnTo>
                  <a:lnTo>
                    <a:pt x="1724064" y="105272"/>
                  </a:lnTo>
                  <a:lnTo>
                    <a:pt x="1733808" y="106091"/>
                  </a:lnTo>
                  <a:lnTo>
                    <a:pt x="1743537" y="106768"/>
                  </a:lnTo>
                  <a:lnTo>
                    <a:pt x="1753281" y="107301"/>
                  </a:lnTo>
                  <a:lnTo>
                    <a:pt x="1763025" y="107690"/>
                  </a:lnTo>
                  <a:lnTo>
                    <a:pt x="1772769" y="107931"/>
                  </a:lnTo>
                  <a:lnTo>
                    <a:pt x="1782498" y="108027"/>
                  </a:lnTo>
                  <a:lnTo>
                    <a:pt x="1792242" y="107976"/>
                  </a:lnTo>
                  <a:lnTo>
                    <a:pt x="1801986" y="107776"/>
                  </a:lnTo>
                  <a:lnTo>
                    <a:pt x="1811730" y="107429"/>
                  </a:lnTo>
                  <a:lnTo>
                    <a:pt x="1821459" y="106937"/>
                  </a:lnTo>
                  <a:lnTo>
                    <a:pt x="1831203" y="106298"/>
                  </a:lnTo>
                  <a:lnTo>
                    <a:pt x="1840947" y="105516"/>
                  </a:lnTo>
                  <a:lnTo>
                    <a:pt x="1850691" y="104591"/>
                  </a:lnTo>
                  <a:lnTo>
                    <a:pt x="1860435" y="103526"/>
                  </a:lnTo>
                  <a:lnTo>
                    <a:pt x="1870164" y="102322"/>
                  </a:lnTo>
                  <a:lnTo>
                    <a:pt x="1879908" y="100982"/>
                  </a:lnTo>
                  <a:lnTo>
                    <a:pt x="1889652" y="99512"/>
                  </a:lnTo>
                  <a:lnTo>
                    <a:pt x="1899395" y="97910"/>
                  </a:lnTo>
                  <a:lnTo>
                    <a:pt x="1909124" y="96183"/>
                  </a:lnTo>
                  <a:lnTo>
                    <a:pt x="1918868" y="94336"/>
                  </a:lnTo>
                  <a:lnTo>
                    <a:pt x="1928612" y="92372"/>
                  </a:lnTo>
                  <a:lnTo>
                    <a:pt x="1938356" y="90295"/>
                  </a:lnTo>
                  <a:lnTo>
                    <a:pt x="1948085" y="88111"/>
                  </a:lnTo>
                  <a:lnTo>
                    <a:pt x="1957829" y="85824"/>
                  </a:lnTo>
                  <a:lnTo>
                    <a:pt x="1967573" y="83442"/>
                  </a:lnTo>
                  <a:lnTo>
                    <a:pt x="1977317" y="80968"/>
                  </a:lnTo>
                  <a:lnTo>
                    <a:pt x="1987046" y="78410"/>
                  </a:lnTo>
                  <a:lnTo>
                    <a:pt x="1996790" y="75775"/>
                  </a:lnTo>
                  <a:lnTo>
                    <a:pt x="2006534" y="73069"/>
                  </a:lnTo>
                  <a:lnTo>
                    <a:pt x="2016278" y="70299"/>
                  </a:lnTo>
                  <a:lnTo>
                    <a:pt x="2026022" y="67473"/>
                  </a:lnTo>
                  <a:lnTo>
                    <a:pt x="2035751" y="64598"/>
                  </a:lnTo>
                  <a:lnTo>
                    <a:pt x="2045495" y="61682"/>
                  </a:lnTo>
                  <a:lnTo>
                    <a:pt x="2055239" y="58732"/>
                  </a:lnTo>
                  <a:lnTo>
                    <a:pt x="2064983" y="55758"/>
                  </a:lnTo>
                  <a:lnTo>
                    <a:pt x="2074712" y="52768"/>
                  </a:lnTo>
                  <a:lnTo>
                    <a:pt x="2084456" y="49770"/>
                  </a:lnTo>
                  <a:lnTo>
                    <a:pt x="2094200" y="46775"/>
                  </a:lnTo>
                  <a:lnTo>
                    <a:pt x="2103944" y="43790"/>
                  </a:lnTo>
                  <a:lnTo>
                    <a:pt x="2113673" y="40825"/>
                  </a:lnTo>
                  <a:lnTo>
                    <a:pt x="2123417" y="37888"/>
                  </a:lnTo>
                  <a:lnTo>
                    <a:pt x="2133161" y="34992"/>
                  </a:lnTo>
                  <a:lnTo>
                    <a:pt x="2142905" y="32143"/>
                  </a:lnTo>
                  <a:lnTo>
                    <a:pt x="2152649" y="29352"/>
                  </a:lnTo>
                  <a:lnTo>
                    <a:pt x="2162377" y="26629"/>
                  </a:lnTo>
                  <a:lnTo>
                    <a:pt x="2172121" y="23983"/>
                  </a:lnTo>
                  <a:lnTo>
                    <a:pt x="2181865" y="21426"/>
                  </a:lnTo>
                  <a:lnTo>
                    <a:pt x="2191609" y="18965"/>
                  </a:lnTo>
                  <a:lnTo>
                    <a:pt x="2201338" y="16611"/>
                  </a:lnTo>
                  <a:lnTo>
                    <a:pt x="2211082" y="14375"/>
                  </a:lnTo>
                  <a:lnTo>
                    <a:pt x="2220826" y="12263"/>
                  </a:lnTo>
                  <a:lnTo>
                    <a:pt x="2230570" y="10289"/>
                  </a:lnTo>
                  <a:lnTo>
                    <a:pt x="2240299" y="8460"/>
                  </a:lnTo>
                  <a:lnTo>
                    <a:pt x="2250043" y="6785"/>
                  </a:lnTo>
                  <a:lnTo>
                    <a:pt x="2259787" y="5274"/>
                  </a:lnTo>
                  <a:lnTo>
                    <a:pt x="2269531" y="3936"/>
                  </a:lnTo>
                  <a:lnTo>
                    <a:pt x="2279260" y="2780"/>
                  </a:lnTo>
                  <a:lnTo>
                    <a:pt x="2289004" y="1813"/>
                  </a:lnTo>
                  <a:lnTo>
                    <a:pt x="2298748" y="1044"/>
                  </a:lnTo>
                  <a:lnTo>
                    <a:pt x="2308492" y="481"/>
                  </a:lnTo>
                  <a:lnTo>
                    <a:pt x="2318236" y="130"/>
                  </a:lnTo>
                  <a:lnTo>
                    <a:pt x="2327965" y="0"/>
                  </a:lnTo>
                  <a:lnTo>
                    <a:pt x="2337709" y="97"/>
                  </a:lnTo>
                  <a:lnTo>
                    <a:pt x="2347453" y="428"/>
                  </a:lnTo>
                  <a:lnTo>
                    <a:pt x="2357197" y="997"/>
                  </a:lnTo>
                  <a:lnTo>
                    <a:pt x="2366926" y="1810"/>
                  </a:lnTo>
                  <a:lnTo>
                    <a:pt x="2376670" y="2872"/>
                  </a:lnTo>
                  <a:lnTo>
                    <a:pt x="2386413" y="4188"/>
                  </a:lnTo>
                  <a:lnTo>
                    <a:pt x="2396157" y="5761"/>
                  </a:lnTo>
                  <a:lnTo>
                    <a:pt x="2405886" y="7595"/>
                  </a:lnTo>
                  <a:lnTo>
                    <a:pt x="2415630" y="9693"/>
                  </a:lnTo>
                  <a:lnTo>
                    <a:pt x="2425374" y="12056"/>
                  </a:lnTo>
                  <a:lnTo>
                    <a:pt x="2435118" y="14686"/>
                  </a:lnTo>
                  <a:lnTo>
                    <a:pt x="2444862" y="17584"/>
                  </a:lnTo>
                  <a:lnTo>
                    <a:pt x="2454591" y="20748"/>
                  </a:lnTo>
                  <a:lnTo>
                    <a:pt x="2464335" y="24180"/>
                  </a:lnTo>
                  <a:lnTo>
                    <a:pt x="2474079" y="27877"/>
                  </a:lnTo>
                  <a:lnTo>
                    <a:pt x="2483823" y="31841"/>
                  </a:lnTo>
                  <a:lnTo>
                    <a:pt x="2493552" y="36064"/>
                  </a:lnTo>
                  <a:lnTo>
                    <a:pt x="2503296" y="40546"/>
                  </a:lnTo>
                  <a:lnTo>
                    <a:pt x="2513040" y="45284"/>
                  </a:lnTo>
                  <a:lnTo>
                    <a:pt x="2522784" y="50271"/>
                  </a:lnTo>
                  <a:lnTo>
                    <a:pt x="2532513" y="55502"/>
                  </a:lnTo>
                  <a:lnTo>
                    <a:pt x="2542257" y="60971"/>
                  </a:lnTo>
                  <a:lnTo>
                    <a:pt x="2552001" y="66673"/>
                  </a:lnTo>
                  <a:lnTo>
                    <a:pt x="2561745" y="72598"/>
                  </a:lnTo>
                  <a:lnTo>
                    <a:pt x="2571474" y="78741"/>
                  </a:lnTo>
                  <a:lnTo>
                    <a:pt x="2581218" y="85091"/>
                  </a:lnTo>
                  <a:lnTo>
                    <a:pt x="2590962" y="91641"/>
                  </a:lnTo>
                  <a:lnTo>
                    <a:pt x="2600705" y="98376"/>
                  </a:lnTo>
                  <a:lnTo>
                    <a:pt x="2610449" y="105293"/>
                  </a:lnTo>
                  <a:lnTo>
                    <a:pt x="2620178" y="112374"/>
                  </a:lnTo>
                  <a:lnTo>
                    <a:pt x="2629922" y="119611"/>
                  </a:lnTo>
                  <a:lnTo>
                    <a:pt x="2639666" y="126990"/>
                  </a:lnTo>
                  <a:lnTo>
                    <a:pt x="2649410" y="134499"/>
                  </a:lnTo>
                  <a:lnTo>
                    <a:pt x="2659139" y="142126"/>
                  </a:lnTo>
                  <a:lnTo>
                    <a:pt x="2668883" y="149855"/>
                  </a:lnTo>
                  <a:lnTo>
                    <a:pt x="2678627" y="157673"/>
                  </a:lnTo>
                  <a:lnTo>
                    <a:pt x="2688371" y="165565"/>
                  </a:lnTo>
                  <a:lnTo>
                    <a:pt x="2698100" y="173518"/>
                  </a:lnTo>
                  <a:lnTo>
                    <a:pt x="2707844" y="181513"/>
                  </a:lnTo>
                  <a:lnTo>
                    <a:pt x="2717588" y="189537"/>
                  </a:lnTo>
                  <a:lnTo>
                    <a:pt x="2727332" y="197575"/>
                  </a:lnTo>
                  <a:lnTo>
                    <a:pt x="2737076" y="205610"/>
                  </a:lnTo>
                  <a:lnTo>
                    <a:pt x="2746805" y="213626"/>
                  </a:lnTo>
                  <a:lnTo>
                    <a:pt x="2756549" y="221606"/>
                  </a:lnTo>
                  <a:lnTo>
                    <a:pt x="2766293" y="229534"/>
                  </a:lnTo>
                  <a:lnTo>
                    <a:pt x="2776037" y="237393"/>
                  </a:lnTo>
                  <a:lnTo>
                    <a:pt x="2785766" y="245167"/>
                  </a:lnTo>
                  <a:lnTo>
                    <a:pt x="2795510" y="252842"/>
                  </a:lnTo>
                  <a:lnTo>
                    <a:pt x="2805254" y="260397"/>
                  </a:lnTo>
                  <a:lnTo>
                    <a:pt x="2814998" y="267820"/>
                  </a:lnTo>
                  <a:lnTo>
                    <a:pt x="2824727" y="275092"/>
                  </a:lnTo>
                  <a:lnTo>
                    <a:pt x="2834471" y="282199"/>
                  </a:lnTo>
                  <a:lnTo>
                    <a:pt x="2844215" y="289124"/>
                  </a:lnTo>
                  <a:lnTo>
                    <a:pt x="2853958" y="295852"/>
                  </a:lnTo>
                  <a:lnTo>
                    <a:pt x="2863687" y="302367"/>
                  </a:lnTo>
                  <a:lnTo>
                    <a:pt x="2873431" y="308658"/>
                  </a:lnTo>
                  <a:lnTo>
                    <a:pt x="2883175" y="314705"/>
                  </a:lnTo>
                  <a:lnTo>
                    <a:pt x="2892919" y="320498"/>
                  </a:lnTo>
                  <a:lnTo>
                    <a:pt x="2902663" y="326022"/>
                  </a:lnTo>
                  <a:lnTo>
                    <a:pt x="2912392" y="33126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1" name="Freeform 690">
              <a:extLst>
                <a:ext uri="{FF2B5EF4-FFF2-40B4-BE49-F238E27FC236}">
                  <a16:creationId xmlns:a16="http://schemas.microsoft.com/office/drawing/2014/main" id="{284BC5E8-2A9F-D4C2-ABC6-AC515D11C78F}"/>
                </a:ext>
              </a:extLst>
            </p:cNvPr>
            <p:cNvSpPr/>
            <p:nvPr/>
          </p:nvSpPr>
          <p:spPr>
            <a:xfrm>
              <a:off x="576446" y="3387604"/>
              <a:ext cx="2912392" cy="673389"/>
            </a:xfrm>
            <a:custGeom>
              <a:avLst/>
              <a:gdLst>
                <a:gd name="connsiteX0" fmla="*/ 0 w 2912392"/>
                <a:gd name="connsiteY0" fmla="*/ 0 h 673389"/>
                <a:gd name="connsiteX1" fmla="*/ 9739 w 2912392"/>
                <a:gd name="connsiteY1" fmla="*/ 7528 h 673389"/>
                <a:gd name="connsiteX2" fmla="*/ 19480 w 2912392"/>
                <a:gd name="connsiteY2" fmla="*/ 15441 h 673389"/>
                <a:gd name="connsiteX3" fmla="*/ 29221 w 2912392"/>
                <a:gd name="connsiteY3" fmla="*/ 23731 h 673389"/>
                <a:gd name="connsiteX4" fmla="*/ 38961 w 2912392"/>
                <a:gd name="connsiteY4" fmla="*/ 32386 h 673389"/>
                <a:gd name="connsiteX5" fmla="*/ 48702 w 2912392"/>
                <a:gd name="connsiteY5" fmla="*/ 41398 h 673389"/>
                <a:gd name="connsiteX6" fmla="*/ 58443 w 2912392"/>
                <a:gd name="connsiteY6" fmla="*/ 50758 h 673389"/>
                <a:gd name="connsiteX7" fmla="*/ 68182 w 2912392"/>
                <a:gd name="connsiteY7" fmla="*/ 60451 h 673389"/>
                <a:gd name="connsiteX8" fmla="*/ 77923 w 2912392"/>
                <a:gd name="connsiteY8" fmla="*/ 70468 h 673389"/>
                <a:gd name="connsiteX9" fmla="*/ 87664 w 2912392"/>
                <a:gd name="connsiteY9" fmla="*/ 80796 h 673389"/>
                <a:gd name="connsiteX10" fmla="*/ 97404 w 2912392"/>
                <a:gd name="connsiteY10" fmla="*/ 91422 h 673389"/>
                <a:gd name="connsiteX11" fmla="*/ 107145 w 2912392"/>
                <a:gd name="connsiteY11" fmla="*/ 102331 h 673389"/>
                <a:gd name="connsiteX12" fmla="*/ 116886 w 2912392"/>
                <a:gd name="connsiteY12" fmla="*/ 113511 h 673389"/>
                <a:gd name="connsiteX13" fmla="*/ 126625 w 2912392"/>
                <a:gd name="connsiteY13" fmla="*/ 124946 h 673389"/>
                <a:gd name="connsiteX14" fmla="*/ 136366 w 2912392"/>
                <a:gd name="connsiteY14" fmla="*/ 136621 h 673389"/>
                <a:gd name="connsiteX15" fmla="*/ 146107 w 2912392"/>
                <a:gd name="connsiteY15" fmla="*/ 148519 h 673389"/>
                <a:gd name="connsiteX16" fmla="*/ 155846 w 2912392"/>
                <a:gd name="connsiteY16" fmla="*/ 160626 h 673389"/>
                <a:gd name="connsiteX17" fmla="*/ 165587 w 2912392"/>
                <a:gd name="connsiteY17" fmla="*/ 172925 h 673389"/>
                <a:gd name="connsiteX18" fmla="*/ 175328 w 2912392"/>
                <a:gd name="connsiteY18" fmla="*/ 185400 h 673389"/>
                <a:gd name="connsiteX19" fmla="*/ 185068 w 2912392"/>
                <a:gd name="connsiteY19" fmla="*/ 198031 h 673389"/>
                <a:gd name="connsiteX20" fmla="*/ 194809 w 2912392"/>
                <a:gd name="connsiteY20" fmla="*/ 210803 h 673389"/>
                <a:gd name="connsiteX21" fmla="*/ 204550 w 2912392"/>
                <a:gd name="connsiteY21" fmla="*/ 223696 h 673389"/>
                <a:gd name="connsiteX22" fmla="*/ 214289 w 2912392"/>
                <a:gd name="connsiteY22" fmla="*/ 236694 h 673389"/>
                <a:gd name="connsiteX23" fmla="*/ 224030 w 2912392"/>
                <a:gd name="connsiteY23" fmla="*/ 249777 h 673389"/>
                <a:gd name="connsiteX24" fmla="*/ 233771 w 2912392"/>
                <a:gd name="connsiteY24" fmla="*/ 262928 h 673389"/>
                <a:gd name="connsiteX25" fmla="*/ 243510 w 2912392"/>
                <a:gd name="connsiteY25" fmla="*/ 276127 h 673389"/>
                <a:gd name="connsiteX26" fmla="*/ 253251 w 2912392"/>
                <a:gd name="connsiteY26" fmla="*/ 289358 h 673389"/>
                <a:gd name="connsiteX27" fmla="*/ 262992 w 2912392"/>
                <a:gd name="connsiteY27" fmla="*/ 302598 h 673389"/>
                <a:gd name="connsiteX28" fmla="*/ 272732 w 2912392"/>
                <a:gd name="connsiteY28" fmla="*/ 315832 h 673389"/>
                <a:gd name="connsiteX29" fmla="*/ 282473 w 2912392"/>
                <a:gd name="connsiteY29" fmla="*/ 329041 h 673389"/>
                <a:gd name="connsiteX30" fmla="*/ 292214 w 2912392"/>
                <a:gd name="connsiteY30" fmla="*/ 342204 h 673389"/>
                <a:gd name="connsiteX31" fmla="*/ 301953 w 2912392"/>
                <a:gd name="connsiteY31" fmla="*/ 355305 h 673389"/>
                <a:gd name="connsiteX32" fmla="*/ 311694 w 2912392"/>
                <a:gd name="connsiteY32" fmla="*/ 368325 h 673389"/>
                <a:gd name="connsiteX33" fmla="*/ 321435 w 2912392"/>
                <a:gd name="connsiteY33" fmla="*/ 381247 h 673389"/>
                <a:gd name="connsiteX34" fmla="*/ 331175 w 2912392"/>
                <a:gd name="connsiteY34" fmla="*/ 394051 h 673389"/>
                <a:gd name="connsiteX35" fmla="*/ 340916 w 2912392"/>
                <a:gd name="connsiteY35" fmla="*/ 406721 h 673389"/>
                <a:gd name="connsiteX36" fmla="*/ 350656 w 2912392"/>
                <a:gd name="connsiteY36" fmla="*/ 419241 h 673389"/>
                <a:gd name="connsiteX37" fmla="*/ 360396 w 2912392"/>
                <a:gd name="connsiteY37" fmla="*/ 431591 h 673389"/>
                <a:gd name="connsiteX38" fmla="*/ 370137 w 2912392"/>
                <a:gd name="connsiteY38" fmla="*/ 443757 h 673389"/>
                <a:gd name="connsiteX39" fmla="*/ 379878 w 2912392"/>
                <a:gd name="connsiteY39" fmla="*/ 455724 h 673389"/>
                <a:gd name="connsiteX40" fmla="*/ 389617 w 2912392"/>
                <a:gd name="connsiteY40" fmla="*/ 467475 h 673389"/>
                <a:gd name="connsiteX41" fmla="*/ 399358 w 2912392"/>
                <a:gd name="connsiteY41" fmla="*/ 478995 h 673389"/>
                <a:gd name="connsiteX42" fmla="*/ 409099 w 2912392"/>
                <a:gd name="connsiteY42" fmla="*/ 490269 h 673389"/>
                <a:gd name="connsiteX43" fmla="*/ 418839 w 2912392"/>
                <a:gd name="connsiteY43" fmla="*/ 501285 h 673389"/>
                <a:gd name="connsiteX44" fmla="*/ 428580 w 2912392"/>
                <a:gd name="connsiteY44" fmla="*/ 512030 h 673389"/>
                <a:gd name="connsiteX45" fmla="*/ 438321 w 2912392"/>
                <a:gd name="connsiteY45" fmla="*/ 522491 h 673389"/>
                <a:gd name="connsiteX46" fmla="*/ 448060 w 2912392"/>
                <a:gd name="connsiteY46" fmla="*/ 532655 h 673389"/>
                <a:gd name="connsiteX47" fmla="*/ 457801 w 2912392"/>
                <a:gd name="connsiteY47" fmla="*/ 542511 h 673389"/>
                <a:gd name="connsiteX48" fmla="*/ 467542 w 2912392"/>
                <a:gd name="connsiteY48" fmla="*/ 552050 h 673389"/>
                <a:gd name="connsiteX49" fmla="*/ 477281 w 2912392"/>
                <a:gd name="connsiteY49" fmla="*/ 561262 h 673389"/>
                <a:gd name="connsiteX50" fmla="*/ 487022 w 2912392"/>
                <a:gd name="connsiteY50" fmla="*/ 570138 h 673389"/>
                <a:gd name="connsiteX51" fmla="*/ 496763 w 2912392"/>
                <a:gd name="connsiteY51" fmla="*/ 578669 h 673389"/>
                <a:gd name="connsiteX52" fmla="*/ 506503 w 2912392"/>
                <a:gd name="connsiteY52" fmla="*/ 586849 h 673389"/>
                <a:gd name="connsiteX53" fmla="*/ 516244 w 2912392"/>
                <a:gd name="connsiteY53" fmla="*/ 594669 h 673389"/>
                <a:gd name="connsiteX54" fmla="*/ 525985 w 2912392"/>
                <a:gd name="connsiteY54" fmla="*/ 602127 h 673389"/>
                <a:gd name="connsiteX55" fmla="*/ 535724 w 2912392"/>
                <a:gd name="connsiteY55" fmla="*/ 609215 h 673389"/>
                <a:gd name="connsiteX56" fmla="*/ 545465 w 2912392"/>
                <a:gd name="connsiteY56" fmla="*/ 615931 h 673389"/>
                <a:gd name="connsiteX57" fmla="*/ 555206 w 2912392"/>
                <a:gd name="connsiteY57" fmla="*/ 622271 h 673389"/>
                <a:gd name="connsiteX58" fmla="*/ 564946 w 2912392"/>
                <a:gd name="connsiteY58" fmla="*/ 628230 h 673389"/>
                <a:gd name="connsiteX59" fmla="*/ 574687 w 2912392"/>
                <a:gd name="connsiteY59" fmla="*/ 633818 h 673389"/>
                <a:gd name="connsiteX60" fmla="*/ 584428 w 2912392"/>
                <a:gd name="connsiteY60" fmla="*/ 639017 h 673389"/>
                <a:gd name="connsiteX61" fmla="*/ 594167 w 2912392"/>
                <a:gd name="connsiteY61" fmla="*/ 643830 h 673389"/>
                <a:gd name="connsiteX62" fmla="*/ 603908 w 2912392"/>
                <a:gd name="connsiteY62" fmla="*/ 648270 h 673389"/>
                <a:gd name="connsiteX63" fmla="*/ 613649 w 2912392"/>
                <a:gd name="connsiteY63" fmla="*/ 652337 h 673389"/>
                <a:gd name="connsiteX64" fmla="*/ 623388 w 2912392"/>
                <a:gd name="connsiteY64" fmla="*/ 656032 h 673389"/>
                <a:gd name="connsiteX65" fmla="*/ 633129 w 2912392"/>
                <a:gd name="connsiteY65" fmla="*/ 659340 h 673389"/>
                <a:gd name="connsiteX66" fmla="*/ 642870 w 2912392"/>
                <a:gd name="connsiteY66" fmla="*/ 662290 h 673389"/>
                <a:gd name="connsiteX67" fmla="*/ 652610 w 2912392"/>
                <a:gd name="connsiteY67" fmla="*/ 664882 h 673389"/>
                <a:gd name="connsiteX68" fmla="*/ 662351 w 2912392"/>
                <a:gd name="connsiteY68" fmla="*/ 667102 h 673389"/>
                <a:gd name="connsiteX69" fmla="*/ 672092 w 2912392"/>
                <a:gd name="connsiteY69" fmla="*/ 668979 h 673389"/>
                <a:gd name="connsiteX70" fmla="*/ 681831 w 2912392"/>
                <a:gd name="connsiteY70" fmla="*/ 670514 h 673389"/>
                <a:gd name="connsiteX71" fmla="*/ 691572 w 2912392"/>
                <a:gd name="connsiteY71" fmla="*/ 671721 h 673389"/>
                <a:gd name="connsiteX72" fmla="*/ 701313 w 2912392"/>
                <a:gd name="connsiteY72" fmla="*/ 672600 h 673389"/>
                <a:gd name="connsiteX73" fmla="*/ 711052 w 2912392"/>
                <a:gd name="connsiteY73" fmla="*/ 673151 h 673389"/>
                <a:gd name="connsiteX74" fmla="*/ 720793 w 2912392"/>
                <a:gd name="connsiteY74" fmla="*/ 673389 h 673389"/>
                <a:gd name="connsiteX75" fmla="*/ 730534 w 2912392"/>
                <a:gd name="connsiteY75" fmla="*/ 673345 h 673389"/>
                <a:gd name="connsiteX76" fmla="*/ 740274 w 2912392"/>
                <a:gd name="connsiteY76" fmla="*/ 673002 h 673389"/>
                <a:gd name="connsiteX77" fmla="*/ 750015 w 2912392"/>
                <a:gd name="connsiteY77" fmla="*/ 672391 h 673389"/>
                <a:gd name="connsiteX78" fmla="*/ 759756 w 2912392"/>
                <a:gd name="connsiteY78" fmla="*/ 671512 h 673389"/>
                <a:gd name="connsiteX79" fmla="*/ 769495 w 2912392"/>
                <a:gd name="connsiteY79" fmla="*/ 670365 h 673389"/>
                <a:gd name="connsiteX80" fmla="*/ 779236 w 2912392"/>
                <a:gd name="connsiteY80" fmla="*/ 668994 h 673389"/>
                <a:gd name="connsiteX81" fmla="*/ 788977 w 2912392"/>
                <a:gd name="connsiteY81" fmla="*/ 667400 h 673389"/>
                <a:gd name="connsiteX82" fmla="*/ 798717 w 2912392"/>
                <a:gd name="connsiteY82" fmla="*/ 665582 h 673389"/>
                <a:gd name="connsiteX83" fmla="*/ 808458 w 2912392"/>
                <a:gd name="connsiteY83" fmla="*/ 663571 h 673389"/>
                <a:gd name="connsiteX84" fmla="*/ 818199 w 2912392"/>
                <a:gd name="connsiteY84" fmla="*/ 661366 h 673389"/>
                <a:gd name="connsiteX85" fmla="*/ 827938 w 2912392"/>
                <a:gd name="connsiteY85" fmla="*/ 658997 h 673389"/>
                <a:gd name="connsiteX86" fmla="*/ 837679 w 2912392"/>
                <a:gd name="connsiteY86" fmla="*/ 656464 h 673389"/>
                <a:gd name="connsiteX87" fmla="*/ 847420 w 2912392"/>
                <a:gd name="connsiteY87" fmla="*/ 653782 h 673389"/>
                <a:gd name="connsiteX88" fmla="*/ 857159 w 2912392"/>
                <a:gd name="connsiteY88" fmla="*/ 650981 h 673389"/>
                <a:gd name="connsiteX89" fmla="*/ 866900 w 2912392"/>
                <a:gd name="connsiteY89" fmla="*/ 648046 h 673389"/>
                <a:gd name="connsiteX90" fmla="*/ 876641 w 2912392"/>
                <a:gd name="connsiteY90" fmla="*/ 645022 h 673389"/>
                <a:gd name="connsiteX91" fmla="*/ 886381 w 2912392"/>
                <a:gd name="connsiteY91" fmla="*/ 641908 h 673389"/>
                <a:gd name="connsiteX92" fmla="*/ 896122 w 2912392"/>
                <a:gd name="connsiteY92" fmla="*/ 638719 h 673389"/>
                <a:gd name="connsiteX93" fmla="*/ 905863 w 2912392"/>
                <a:gd name="connsiteY93" fmla="*/ 635471 h 673389"/>
                <a:gd name="connsiteX94" fmla="*/ 915602 w 2912392"/>
                <a:gd name="connsiteY94" fmla="*/ 632179 h 673389"/>
                <a:gd name="connsiteX95" fmla="*/ 925343 w 2912392"/>
                <a:gd name="connsiteY95" fmla="*/ 628856 h 673389"/>
                <a:gd name="connsiteX96" fmla="*/ 935084 w 2912392"/>
                <a:gd name="connsiteY96" fmla="*/ 625502 h 673389"/>
                <a:gd name="connsiteX97" fmla="*/ 944824 w 2912392"/>
                <a:gd name="connsiteY97" fmla="*/ 622149 h 673389"/>
                <a:gd name="connsiteX98" fmla="*/ 954564 w 2912392"/>
                <a:gd name="connsiteY98" fmla="*/ 618801 h 673389"/>
                <a:gd name="connsiteX99" fmla="*/ 964305 w 2912392"/>
                <a:gd name="connsiteY99" fmla="*/ 615471 h 673389"/>
                <a:gd name="connsiteX100" fmla="*/ 974045 w 2912392"/>
                <a:gd name="connsiteY100" fmla="*/ 612172 h 673389"/>
                <a:gd name="connsiteX101" fmla="*/ 983786 w 2912392"/>
                <a:gd name="connsiteY101" fmla="*/ 608915 h 673389"/>
                <a:gd name="connsiteX102" fmla="*/ 993522 w 2912392"/>
                <a:gd name="connsiteY102" fmla="*/ 605712 h 673389"/>
                <a:gd name="connsiteX103" fmla="*/ 1003266 w 2912392"/>
                <a:gd name="connsiteY103" fmla="*/ 602571 h 673389"/>
                <a:gd name="connsiteX104" fmla="*/ 1013010 w 2912392"/>
                <a:gd name="connsiteY104" fmla="*/ 599505 h 673389"/>
                <a:gd name="connsiteX105" fmla="*/ 1022754 w 2912392"/>
                <a:gd name="connsiteY105" fmla="*/ 596521 h 673389"/>
                <a:gd name="connsiteX106" fmla="*/ 1032483 w 2912392"/>
                <a:gd name="connsiteY106" fmla="*/ 593629 h 673389"/>
                <a:gd name="connsiteX107" fmla="*/ 1042227 w 2912392"/>
                <a:gd name="connsiteY107" fmla="*/ 590837 h 673389"/>
                <a:gd name="connsiteX108" fmla="*/ 1051971 w 2912392"/>
                <a:gd name="connsiteY108" fmla="*/ 588154 h 673389"/>
                <a:gd name="connsiteX109" fmla="*/ 1061715 w 2912392"/>
                <a:gd name="connsiteY109" fmla="*/ 585585 h 673389"/>
                <a:gd name="connsiteX110" fmla="*/ 1071444 w 2912392"/>
                <a:gd name="connsiteY110" fmla="*/ 583137 h 673389"/>
                <a:gd name="connsiteX111" fmla="*/ 1081188 w 2912392"/>
                <a:gd name="connsiteY111" fmla="*/ 580817 h 673389"/>
                <a:gd name="connsiteX112" fmla="*/ 1090932 w 2912392"/>
                <a:gd name="connsiteY112" fmla="*/ 578629 h 673389"/>
                <a:gd name="connsiteX113" fmla="*/ 1100676 w 2912392"/>
                <a:gd name="connsiteY113" fmla="*/ 576579 h 673389"/>
                <a:gd name="connsiteX114" fmla="*/ 1110405 w 2912392"/>
                <a:gd name="connsiteY114" fmla="*/ 574667 h 673389"/>
                <a:gd name="connsiteX115" fmla="*/ 1120149 w 2912392"/>
                <a:gd name="connsiteY115" fmla="*/ 572902 h 673389"/>
                <a:gd name="connsiteX116" fmla="*/ 1129893 w 2912392"/>
                <a:gd name="connsiteY116" fmla="*/ 571281 h 673389"/>
                <a:gd name="connsiteX117" fmla="*/ 1139637 w 2912392"/>
                <a:gd name="connsiteY117" fmla="*/ 569807 h 673389"/>
                <a:gd name="connsiteX118" fmla="*/ 1149381 w 2912392"/>
                <a:gd name="connsiteY118" fmla="*/ 568481 h 673389"/>
                <a:gd name="connsiteX119" fmla="*/ 1159110 w 2912392"/>
                <a:gd name="connsiteY119" fmla="*/ 567306 h 673389"/>
                <a:gd name="connsiteX120" fmla="*/ 1168854 w 2912392"/>
                <a:gd name="connsiteY120" fmla="*/ 566278 h 673389"/>
                <a:gd name="connsiteX121" fmla="*/ 1178598 w 2912392"/>
                <a:gd name="connsiteY121" fmla="*/ 565397 h 673389"/>
                <a:gd name="connsiteX122" fmla="*/ 1188341 w 2912392"/>
                <a:gd name="connsiteY122" fmla="*/ 564661 h 673389"/>
                <a:gd name="connsiteX123" fmla="*/ 1198070 w 2912392"/>
                <a:gd name="connsiteY123" fmla="*/ 564068 h 673389"/>
                <a:gd name="connsiteX124" fmla="*/ 1207814 w 2912392"/>
                <a:gd name="connsiteY124" fmla="*/ 563615 h 673389"/>
                <a:gd name="connsiteX125" fmla="*/ 1217558 w 2912392"/>
                <a:gd name="connsiteY125" fmla="*/ 563299 h 673389"/>
                <a:gd name="connsiteX126" fmla="*/ 1227302 w 2912392"/>
                <a:gd name="connsiteY126" fmla="*/ 563113 h 673389"/>
                <a:gd name="connsiteX127" fmla="*/ 1237031 w 2912392"/>
                <a:gd name="connsiteY127" fmla="*/ 563055 h 673389"/>
                <a:gd name="connsiteX128" fmla="*/ 1246775 w 2912392"/>
                <a:gd name="connsiteY128" fmla="*/ 563118 h 673389"/>
                <a:gd name="connsiteX129" fmla="*/ 1256519 w 2912392"/>
                <a:gd name="connsiteY129" fmla="*/ 563295 h 673389"/>
                <a:gd name="connsiteX130" fmla="*/ 1266263 w 2912392"/>
                <a:gd name="connsiteY130" fmla="*/ 563582 h 673389"/>
                <a:gd name="connsiteX131" fmla="*/ 1276007 w 2912392"/>
                <a:gd name="connsiteY131" fmla="*/ 563970 h 673389"/>
                <a:gd name="connsiteX132" fmla="*/ 1285736 w 2912392"/>
                <a:gd name="connsiteY132" fmla="*/ 564451 h 673389"/>
                <a:gd name="connsiteX133" fmla="*/ 1295480 w 2912392"/>
                <a:gd name="connsiteY133" fmla="*/ 565019 h 673389"/>
                <a:gd name="connsiteX134" fmla="*/ 1305224 w 2912392"/>
                <a:gd name="connsiteY134" fmla="*/ 565664 h 673389"/>
                <a:gd name="connsiteX135" fmla="*/ 1314968 w 2912392"/>
                <a:gd name="connsiteY135" fmla="*/ 566377 h 673389"/>
                <a:gd name="connsiteX136" fmla="*/ 1324697 w 2912392"/>
                <a:gd name="connsiteY136" fmla="*/ 567152 h 673389"/>
                <a:gd name="connsiteX137" fmla="*/ 1334441 w 2912392"/>
                <a:gd name="connsiteY137" fmla="*/ 567976 h 673389"/>
                <a:gd name="connsiteX138" fmla="*/ 1344185 w 2912392"/>
                <a:gd name="connsiteY138" fmla="*/ 568842 h 673389"/>
                <a:gd name="connsiteX139" fmla="*/ 1353929 w 2912392"/>
                <a:gd name="connsiteY139" fmla="*/ 569737 h 673389"/>
                <a:gd name="connsiteX140" fmla="*/ 1363658 w 2912392"/>
                <a:gd name="connsiteY140" fmla="*/ 570655 h 673389"/>
                <a:gd name="connsiteX141" fmla="*/ 1373402 w 2912392"/>
                <a:gd name="connsiteY141" fmla="*/ 571583 h 673389"/>
                <a:gd name="connsiteX142" fmla="*/ 1383146 w 2912392"/>
                <a:gd name="connsiteY142" fmla="*/ 572511 h 673389"/>
                <a:gd name="connsiteX143" fmla="*/ 1392890 w 2912392"/>
                <a:gd name="connsiteY143" fmla="*/ 573431 h 673389"/>
                <a:gd name="connsiteX144" fmla="*/ 1402619 w 2912392"/>
                <a:gd name="connsiteY144" fmla="*/ 574330 h 673389"/>
                <a:gd name="connsiteX145" fmla="*/ 1412363 w 2912392"/>
                <a:gd name="connsiteY145" fmla="*/ 575199 h 673389"/>
                <a:gd name="connsiteX146" fmla="*/ 1422106 w 2912392"/>
                <a:gd name="connsiteY146" fmla="*/ 576026 h 673389"/>
                <a:gd name="connsiteX147" fmla="*/ 1431850 w 2912392"/>
                <a:gd name="connsiteY147" fmla="*/ 576804 h 673389"/>
                <a:gd name="connsiteX148" fmla="*/ 1441594 w 2912392"/>
                <a:gd name="connsiteY148" fmla="*/ 577519 h 673389"/>
                <a:gd name="connsiteX149" fmla="*/ 1451323 w 2912392"/>
                <a:gd name="connsiteY149" fmla="*/ 578164 h 673389"/>
                <a:gd name="connsiteX150" fmla="*/ 1461067 w 2912392"/>
                <a:gd name="connsiteY150" fmla="*/ 578729 h 673389"/>
                <a:gd name="connsiteX151" fmla="*/ 1470811 w 2912392"/>
                <a:gd name="connsiteY151" fmla="*/ 579202 h 673389"/>
                <a:gd name="connsiteX152" fmla="*/ 1480555 w 2912392"/>
                <a:gd name="connsiteY152" fmla="*/ 579576 h 673389"/>
                <a:gd name="connsiteX153" fmla="*/ 1490284 w 2912392"/>
                <a:gd name="connsiteY153" fmla="*/ 579842 h 673389"/>
                <a:gd name="connsiteX154" fmla="*/ 1500028 w 2912392"/>
                <a:gd name="connsiteY154" fmla="*/ 579991 h 673389"/>
                <a:gd name="connsiteX155" fmla="*/ 1509772 w 2912392"/>
                <a:gd name="connsiteY155" fmla="*/ 580013 h 673389"/>
                <a:gd name="connsiteX156" fmla="*/ 1519516 w 2912392"/>
                <a:gd name="connsiteY156" fmla="*/ 579904 h 673389"/>
                <a:gd name="connsiteX157" fmla="*/ 1529245 w 2912392"/>
                <a:gd name="connsiteY157" fmla="*/ 579652 h 673389"/>
                <a:gd name="connsiteX158" fmla="*/ 1538989 w 2912392"/>
                <a:gd name="connsiteY158" fmla="*/ 579255 h 673389"/>
                <a:gd name="connsiteX159" fmla="*/ 1548733 w 2912392"/>
                <a:gd name="connsiteY159" fmla="*/ 578700 h 673389"/>
                <a:gd name="connsiteX160" fmla="*/ 1558477 w 2912392"/>
                <a:gd name="connsiteY160" fmla="*/ 577988 h 673389"/>
                <a:gd name="connsiteX161" fmla="*/ 1568221 w 2912392"/>
                <a:gd name="connsiteY161" fmla="*/ 577108 h 673389"/>
                <a:gd name="connsiteX162" fmla="*/ 1577950 w 2912392"/>
                <a:gd name="connsiteY162" fmla="*/ 576057 h 673389"/>
                <a:gd name="connsiteX163" fmla="*/ 1587694 w 2912392"/>
                <a:gd name="connsiteY163" fmla="*/ 574831 h 673389"/>
                <a:gd name="connsiteX164" fmla="*/ 1597438 w 2912392"/>
                <a:gd name="connsiteY164" fmla="*/ 573425 h 673389"/>
                <a:gd name="connsiteX165" fmla="*/ 1607182 w 2912392"/>
                <a:gd name="connsiteY165" fmla="*/ 571836 h 673389"/>
                <a:gd name="connsiteX166" fmla="*/ 1616911 w 2912392"/>
                <a:gd name="connsiteY166" fmla="*/ 570060 h 673389"/>
                <a:gd name="connsiteX167" fmla="*/ 1626655 w 2912392"/>
                <a:gd name="connsiteY167" fmla="*/ 568098 h 673389"/>
                <a:gd name="connsiteX168" fmla="*/ 1636399 w 2912392"/>
                <a:gd name="connsiteY168" fmla="*/ 565945 h 673389"/>
                <a:gd name="connsiteX169" fmla="*/ 1646142 w 2912392"/>
                <a:gd name="connsiteY169" fmla="*/ 563600 h 673389"/>
                <a:gd name="connsiteX170" fmla="*/ 1655872 w 2912392"/>
                <a:gd name="connsiteY170" fmla="*/ 561066 h 673389"/>
                <a:gd name="connsiteX171" fmla="*/ 1665616 w 2912392"/>
                <a:gd name="connsiteY171" fmla="*/ 558338 h 673389"/>
                <a:gd name="connsiteX172" fmla="*/ 1675359 w 2912392"/>
                <a:gd name="connsiteY172" fmla="*/ 555421 h 673389"/>
                <a:gd name="connsiteX173" fmla="*/ 1685103 w 2912392"/>
                <a:gd name="connsiteY173" fmla="*/ 552314 h 673389"/>
                <a:gd name="connsiteX174" fmla="*/ 1694832 w 2912392"/>
                <a:gd name="connsiteY174" fmla="*/ 549019 h 673389"/>
                <a:gd name="connsiteX175" fmla="*/ 1704576 w 2912392"/>
                <a:gd name="connsiteY175" fmla="*/ 545538 h 673389"/>
                <a:gd name="connsiteX176" fmla="*/ 1714320 w 2912392"/>
                <a:gd name="connsiteY176" fmla="*/ 541876 h 673389"/>
                <a:gd name="connsiteX177" fmla="*/ 1724064 w 2912392"/>
                <a:gd name="connsiteY177" fmla="*/ 538035 h 673389"/>
                <a:gd name="connsiteX178" fmla="*/ 1733808 w 2912392"/>
                <a:gd name="connsiteY178" fmla="*/ 534018 h 673389"/>
                <a:gd name="connsiteX179" fmla="*/ 1743537 w 2912392"/>
                <a:gd name="connsiteY179" fmla="*/ 529833 h 673389"/>
                <a:gd name="connsiteX180" fmla="*/ 1753281 w 2912392"/>
                <a:gd name="connsiteY180" fmla="*/ 525481 h 673389"/>
                <a:gd name="connsiteX181" fmla="*/ 1763025 w 2912392"/>
                <a:gd name="connsiteY181" fmla="*/ 520970 h 673389"/>
                <a:gd name="connsiteX182" fmla="*/ 1772769 w 2912392"/>
                <a:gd name="connsiteY182" fmla="*/ 516305 h 673389"/>
                <a:gd name="connsiteX183" fmla="*/ 1782498 w 2912392"/>
                <a:gd name="connsiteY183" fmla="*/ 511492 h 673389"/>
                <a:gd name="connsiteX184" fmla="*/ 1792242 w 2912392"/>
                <a:gd name="connsiteY184" fmla="*/ 506539 h 673389"/>
                <a:gd name="connsiteX185" fmla="*/ 1801986 w 2912392"/>
                <a:gd name="connsiteY185" fmla="*/ 501452 h 673389"/>
                <a:gd name="connsiteX186" fmla="*/ 1811730 w 2912392"/>
                <a:gd name="connsiteY186" fmla="*/ 496240 h 673389"/>
                <a:gd name="connsiteX187" fmla="*/ 1821459 w 2912392"/>
                <a:gd name="connsiteY187" fmla="*/ 490910 h 673389"/>
                <a:gd name="connsiteX188" fmla="*/ 1831203 w 2912392"/>
                <a:gd name="connsiteY188" fmla="*/ 485470 h 673389"/>
                <a:gd name="connsiteX189" fmla="*/ 1840947 w 2912392"/>
                <a:gd name="connsiteY189" fmla="*/ 479929 h 673389"/>
                <a:gd name="connsiteX190" fmla="*/ 1850691 w 2912392"/>
                <a:gd name="connsiteY190" fmla="*/ 474296 h 673389"/>
                <a:gd name="connsiteX191" fmla="*/ 1860435 w 2912392"/>
                <a:gd name="connsiteY191" fmla="*/ 468580 h 673389"/>
                <a:gd name="connsiteX192" fmla="*/ 1870164 w 2912392"/>
                <a:gd name="connsiteY192" fmla="*/ 462789 h 673389"/>
                <a:gd name="connsiteX193" fmla="*/ 1879908 w 2912392"/>
                <a:gd name="connsiteY193" fmla="*/ 456934 h 673389"/>
                <a:gd name="connsiteX194" fmla="*/ 1889652 w 2912392"/>
                <a:gd name="connsiteY194" fmla="*/ 451023 h 673389"/>
                <a:gd name="connsiteX195" fmla="*/ 1899395 w 2912392"/>
                <a:gd name="connsiteY195" fmla="*/ 445067 h 673389"/>
                <a:gd name="connsiteX196" fmla="*/ 1909124 w 2912392"/>
                <a:gd name="connsiteY196" fmla="*/ 439076 h 673389"/>
                <a:gd name="connsiteX197" fmla="*/ 1918868 w 2912392"/>
                <a:gd name="connsiteY197" fmla="*/ 433058 h 673389"/>
                <a:gd name="connsiteX198" fmla="*/ 1928612 w 2912392"/>
                <a:gd name="connsiteY198" fmla="*/ 427024 h 673389"/>
                <a:gd name="connsiteX199" fmla="*/ 1938356 w 2912392"/>
                <a:gd name="connsiteY199" fmla="*/ 420984 h 673389"/>
                <a:gd name="connsiteX200" fmla="*/ 1948085 w 2912392"/>
                <a:gd name="connsiteY200" fmla="*/ 414949 h 673389"/>
                <a:gd name="connsiteX201" fmla="*/ 1957829 w 2912392"/>
                <a:gd name="connsiteY201" fmla="*/ 408926 h 673389"/>
                <a:gd name="connsiteX202" fmla="*/ 1967573 w 2912392"/>
                <a:gd name="connsiteY202" fmla="*/ 402927 h 673389"/>
                <a:gd name="connsiteX203" fmla="*/ 1977317 w 2912392"/>
                <a:gd name="connsiteY203" fmla="*/ 396961 h 673389"/>
                <a:gd name="connsiteX204" fmla="*/ 1987046 w 2912392"/>
                <a:gd name="connsiteY204" fmla="*/ 391037 h 673389"/>
                <a:gd name="connsiteX205" fmla="*/ 1996790 w 2912392"/>
                <a:gd name="connsiteY205" fmla="*/ 385164 h 673389"/>
                <a:gd name="connsiteX206" fmla="*/ 2006534 w 2912392"/>
                <a:gd name="connsiteY206" fmla="*/ 379353 h 673389"/>
                <a:gd name="connsiteX207" fmla="*/ 2016278 w 2912392"/>
                <a:gd name="connsiteY207" fmla="*/ 373613 h 673389"/>
                <a:gd name="connsiteX208" fmla="*/ 2026022 w 2912392"/>
                <a:gd name="connsiteY208" fmla="*/ 367951 h 673389"/>
                <a:gd name="connsiteX209" fmla="*/ 2035751 w 2912392"/>
                <a:gd name="connsiteY209" fmla="*/ 362378 h 673389"/>
                <a:gd name="connsiteX210" fmla="*/ 2045495 w 2912392"/>
                <a:gd name="connsiteY210" fmla="*/ 356899 h 673389"/>
                <a:gd name="connsiteX211" fmla="*/ 2055239 w 2912392"/>
                <a:gd name="connsiteY211" fmla="*/ 351525 h 673389"/>
                <a:gd name="connsiteX212" fmla="*/ 2064983 w 2912392"/>
                <a:gd name="connsiteY212" fmla="*/ 346263 h 673389"/>
                <a:gd name="connsiteX213" fmla="*/ 2074712 w 2912392"/>
                <a:gd name="connsiteY213" fmla="*/ 341121 h 673389"/>
                <a:gd name="connsiteX214" fmla="*/ 2084456 w 2912392"/>
                <a:gd name="connsiteY214" fmla="*/ 336105 h 673389"/>
                <a:gd name="connsiteX215" fmla="*/ 2094200 w 2912392"/>
                <a:gd name="connsiteY215" fmla="*/ 331222 h 673389"/>
                <a:gd name="connsiteX216" fmla="*/ 2103944 w 2912392"/>
                <a:gd name="connsiteY216" fmla="*/ 326480 h 673389"/>
                <a:gd name="connsiteX217" fmla="*/ 2113673 w 2912392"/>
                <a:gd name="connsiteY217" fmla="*/ 321884 h 673389"/>
                <a:gd name="connsiteX218" fmla="*/ 2123417 w 2912392"/>
                <a:gd name="connsiteY218" fmla="*/ 317439 h 673389"/>
                <a:gd name="connsiteX219" fmla="*/ 2133161 w 2912392"/>
                <a:gd name="connsiteY219" fmla="*/ 313151 h 673389"/>
                <a:gd name="connsiteX220" fmla="*/ 2142905 w 2912392"/>
                <a:gd name="connsiteY220" fmla="*/ 309027 h 673389"/>
                <a:gd name="connsiteX221" fmla="*/ 2152649 w 2912392"/>
                <a:gd name="connsiteY221" fmla="*/ 305072 h 673389"/>
                <a:gd name="connsiteX222" fmla="*/ 2162377 w 2912392"/>
                <a:gd name="connsiteY222" fmla="*/ 301286 h 673389"/>
                <a:gd name="connsiteX223" fmla="*/ 2172121 w 2912392"/>
                <a:gd name="connsiteY223" fmla="*/ 297676 h 673389"/>
                <a:gd name="connsiteX224" fmla="*/ 2181865 w 2912392"/>
                <a:gd name="connsiteY224" fmla="*/ 294246 h 673389"/>
                <a:gd name="connsiteX225" fmla="*/ 2191609 w 2912392"/>
                <a:gd name="connsiteY225" fmla="*/ 290998 h 673389"/>
                <a:gd name="connsiteX226" fmla="*/ 2201338 w 2912392"/>
                <a:gd name="connsiteY226" fmla="*/ 287935 h 673389"/>
                <a:gd name="connsiteX227" fmla="*/ 2211082 w 2912392"/>
                <a:gd name="connsiteY227" fmla="*/ 285059 h 673389"/>
                <a:gd name="connsiteX228" fmla="*/ 2220826 w 2912392"/>
                <a:gd name="connsiteY228" fmla="*/ 282373 h 673389"/>
                <a:gd name="connsiteX229" fmla="*/ 2230570 w 2912392"/>
                <a:gd name="connsiteY229" fmla="*/ 279876 h 673389"/>
                <a:gd name="connsiteX230" fmla="*/ 2240299 w 2912392"/>
                <a:gd name="connsiteY230" fmla="*/ 277572 h 673389"/>
                <a:gd name="connsiteX231" fmla="*/ 2250043 w 2912392"/>
                <a:gd name="connsiteY231" fmla="*/ 275461 h 673389"/>
                <a:gd name="connsiteX232" fmla="*/ 2259787 w 2912392"/>
                <a:gd name="connsiteY232" fmla="*/ 273544 h 673389"/>
                <a:gd name="connsiteX233" fmla="*/ 2269531 w 2912392"/>
                <a:gd name="connsiteY233" fmla="*/ 271818 h 673389"/>
                <a:gd name="connsiteX234" fmla="*/ 2279260 w 2912392"/>
                <a:gd name="connsiteY234" fmla="*/ 270287 h 673389"/>
                <a:gd name="connsiteX235" fmla="*/ 2289004 w 2912392"/>
                <a:gd name="connsiteY235" fmla="*/ 268946 h 673389"/>
                <a:gd name="connsiteX236" fmla="*/ 2298748 w 2912392"/>
                <a:gd name="connsiteY236" fmla="*/ 267797 h 673389"/>
                <a:gd name="connsiteX237" fmla="*/ 2308492 w 2912392"/>
                <a:gd name="connsiteY237" fmla="*/ 266836 h 673389"/>
                <a:gd name="connsiteX238" fmla="*/ 2318236 w 2912392"/>
                <a:gd name="connsiteY238" fmla="*/ 266065 h 673389"/>
                <a:gd name="connsiteX239" fmla="*/ 2327965 w 2912392"/>
                <a:gd name="connsiteY239" fmla="*/ 265478 h 673389"/>
                <a:gd name="connsiteX240" fmla="*/ 2337709 w 2912392"/>
                <a:gd name="connsiteY240" fmla="*/ 265072 h 673389"/>
                <a:gd name="connsiteX241" fmla="*/ 2347453 w 2912392"/>
                <a:gd name="connsiteY241" fmla="*/ 264847 h 673389"/>
                <a:gd name="connsiteX242" fmla="*/ 2357197 w 2912392"/>
                <a:gd name="connsiteY242" fmla="*/ 264800 h 673389"/>
                <a:gd name="connsiteX243" fmla="*/ 2366926 w 2912392"/>
                <a:gd name="connsiteY243" fmla="*/ 264926 h 673389"/>
                <a:gd name="connsiteX244" fmla="*/ 2376670 w 2912392"/>
                <a:gd name="connsiteY244" fmla="*/ 265223 h 673389"/>
                <a:gd name="connsiteX245" fmla="*/ 2386413 w 2912392"/>
                <a:gd name="connsiteY245" fmla="*/ 265685 h 673389"/>
                <a:gd name="connsiteX246" fmla="*/ 2396157 w 2912392"/>
                <a:gd name="connsiteY246" fmla="*/ 266307 h 673389"/>
                <a:gd name="connsiteX247" fmla="*/ 2405886 w 2912392"/>
                <a:gd name="connsiteY247" fmla="*/ 267088 h 673389"/>
                <a:gd name="connsiteX248" fmla="*/ 2415630 w 2912392"/>
                <a:gd name="connsiteY248" fmla="*/ 268022 h 673389"/>
                <a:gd name="connsiteX249" fmla="*/ 2425374 w 2912392"/>
                <a:gd name="connsiteY249" fmla="*/ 269102 h 673389"/>
                <a:gd name="connsiteX250" fmla="*/ 2435118 w 2912392"/>
                <a:gd name="connsiteY250" fmla="*/ 270327 h 673389"/>
                <a:gd name="connsiteX251" fmla="*/ 2444862 w 2912392"/>
                <a:gd name="connsiteY251" fmla="*/ 271689 h 673389"/>
                <a:gd name="connsiteX252" fmla="*/ 2454591 w 2912392"/>
                <a:gd name="connsiteY252" fmla="*/ 273182 h 673389"/>
                <a:gd name="connsiteX253" fmla="*/ 2464335 w 2912392"/>
                <a:gd name="connsiteY253" fmla="*/ 274801 h 673389"/>
                <a:gd name="connsiteX254" fmla="*/ 2474079 w 2912392"/>
                <a:gd name="connsiteY254" fmla="*/ 276543 h 673389"/>
                <a:gd name="connsiteX255" fmla="*/ 2483823 w 2912392"/>
                <a:gd name="connsiteY255" fmla="*/ 278399 h 673389"/>
                <a:gd name="connsiteX256" fmla="*/ 2493552 w 2912392"/>
                <a:gd name="connsiteY256" fmla="*/ 280363 h 673389"/>
                <a:gd name="connsiteX257" fmla="*/ 2503296 w 2912392"/>
                <a:gd name="connsiteY257" fmla="*/ 282431 h 673389"/>
                <a:gd name="connsiteX258" fmla="*/ 2513040 w 2912392"/>
                <a:gd name="connsiteY258" fmla="*/ 284597 h 673389"/>
                <a:gd name="connsiteX259" fmla="*/ 2522784 w 2912392"/>
                <a:gd name="connsiteY259" fmla="*/ 286853 h 673389"/>
                <a:gd name="connsiteX260" fmla="*/ 2532513 w 2912392"/>
                <a:gd name="connsiteY260" fmla="*/ 289194 h 673389"/>
                <a:gd name="connsiteX261" fmla="*/ 2542257 w 2912392"/>
                <a:gd name="connsiteY261" fmla="*/ 291613 h 673389"/>
                <a:gd name="connsiteX262" fmla="*/ 2552001 w 2912392"/>
                <a:gd name="connsiteY262" fmla="*/ 294104 h 673389"/>
                <a:gd name="connsiteX263" fmla="*/ 2561745 w 2912392"/>
                <a:gd name="connsiteY263" fmla="*/ 296663 h 673389"/>
                <a:gd name="connsiteX264" fmla="*/ 2571474 w 2912392"/>
                <a:gd name="connsiteY264" fmla="*/ 299280 h 673389"/>
                <a:gd name="connsiteX265" fmla="*/ 2581218 w 2912392"/>
                <a:gd name="connsiteY265" fmla="*/ 301952 h 673389"/>
                <a:gd name="connsiteX266" fmla="*/ 2590962 w 2912392"/>
                <a:gd name="connsiteY266" fmla="*/ 304672 h 673389"/>
                <a:gd name="connsiteX267" fmla="*/ 2600705 w 2912392"/>
                <a:gd name="connsiteY267" fmla="*/ 307435 h 673389"/>
                <a:gd name="connsiteX268" fmla="*/ 2610449 w 2912392"/>
                <a:gd name="connsiteY268" fmla="*/ 310233 h 673389"/>
                <a:gd name="connsiteX269" fmla="*/ 2620178 w 2912392"/>
                <a:gd name="connsiteY269" fmla="*/ 313060 h 673389"/>
                <a:gd name="connsiteX270" fmla="*/ 2629922 w 2912392"/>
                <a:gd name="connsiteY270" fmla="*/ 315914 h 673389"/>
                <a:gd name="connsiteX271" fmla="*/ 2639666 w 2912392"/>
                <a:gd name="connsiteY271" fmla="*/ 318785 h 673389"/>
                <a:gd name="connsiteX272" fmla="*/ 2649410 w 2912392"/>
                <a:gd name="connsiteY272" fmla="*/ 321671 h 673389"/>
                <a:gd name="connsiteX273" fmla="*/ 2659139 w 2912392"/>
                <a:gd name="connsiteY273" fmla="*/ 324565 h 673389"/>
                <a:gd name="connsiteX274" fmla="*/ 2668883 w 2912392"/>
                <a:gd name="connsiteY274" fmla="*/ 327463 h 673389"/>
                <a:gd name="connsiteX275" fmla="*/ 2678627 w 2912392"/>
                <a:gd name="connsiteY275" fmla="*/ 330358 h 673389"/>
                <a:gd name="connsiteX276" fmla="*/ 2688371 w 2912392"/>
                <a:gd name="connsiteY276" fmla="*/ 333249 h 673389"/>
                <a:gd name="connsiteX277" fmla="*/ 2698100 w 2912392"/>
                <a:gd name="connsiteY277" fmla="*/ 336128 h 673389"/>
                <a:gd name="connsiteX278" fmla="*/ 2707844 w 2912392"/>
                <a:gd name="connsiteY278" fmla="*/ 338994 h 673389"/>
                <a:gd name="connsiteX279" fmla="*/ 2717588 w 2912392"/>
                <a:gd name="connsiteY279" fmla="*/ 341839 h 673389"/>
                <a:gd name="connsiteX280" fmla="*/ 2727332 w 2912392"/>
                <a:gd name="connsiteY280" fmla="*/ 344663 h 673389"/>
                <a:gd name="connsiteX281" fmla="*/ 2737076 w 2912392"/>
                <a:gd name="connsiteY281" fmla="*/ 347459 h 673389"/>
                <a:gd name="connsiteX282" fmla="*/ 2746805 w 2912392"/>
                <a:gd name="connsiteY282" fmla="*/ 350226 h 673389"/>
                <a:gd name="connsiteX283" fmla="*/ 2756549 w 2912392"/>
                <a:gd name="connsiteY283" fmla="*/ 352961 h 673389"/>
                <a:gd name="connsiteX284" fmla="*/ 2766293 w 2912392"/>
                <a:gd name="connsiteY284" fmla="*/ 355660 h 673389"/>
                <a:gd name="connsiteX285" fmla="*/ 2776037 w 2912392"/>
                <a:gd name="connsiteY285" fmla="*/ 358321 h 673389"/>
                <a:gd name="connsiteX286" fmla="*/ 2785766 w 2912392"/>
                <a:gd name="connsiteY286" fmla="*/ 360941 h 673389"/>
                <a:gd name="connsiteX287" fmla="*/ 2795510 w 2912392"/>
                <a:gd name="connsiteY287" fmla="*/ 363519 h 673389"/>
                <a:gd name="connsiteX288" fmla="*/ 2805254 w 2912392"/>
                <a:gd name="connsiteY288" fmla="*/ 366052 h 673389"/>
                <a:gd name="connsiteX289" fmla="*/ 2814998 w 2912392"/>
                <a:gd name="connsiteY289" fmla="*/ 368538 h 673389"/>
                <a:gd name="connsiteX290" fmla="*/ 2824727 w 2912392"/>
                <a:gd name="connsiteY290" fmla="*/ 370979 h 673389"/>
                <a:gd name="connsiteX291" fmla="*/ 2834471 w 2912392"/>
                <a:gd name="connsiteY291" fmla="*/ 373370 h 673389"/>
                <a:gd name="connsiteX292" fmla="*/ 2844215 w 2912392"/>
                <a:gd name="connsiteY292" fmla="*/ 375712 h 673389"/>
                <a:gd name="connsiteX293" fmla="*/ 2853958 w 2912392"/>
                <a:gd name="connsiteY293" fmla="*/ 378005 h 673389"/>
                <a:gd name="connsiteX294" fmla="*/ 2863687 w 2912392"/>
                <a:gd name="connsiteY294" fmla="*/ 380249 h 673389"/>
                <a:gd name="connsiteX295" fmla="*/ 2873431 w 2912392"/>
                <a:gd name="connsiteY295" fmla="*/ 382441 h 673389"/>
                <a:gd name="connsiteX296" fmla="*/ 2883175 w 2912392"/>
                <a:gd name="connsiteY296" fmla="*/ 384584 h 673389"/>
                <a:gd name="connsiteX297" fmla="*/ 2892919 w 2912392"/>
                <a:gd name="connsiteY297" fmla="*/ 386678 h 673389"/>
                <a:gd name="connsiteX298" fmla="*/ 2902663 w 2912392"/>
                <a:gd name="connsiteY298" fmla="*/ 388722 h 673389"/>
                <a:gd name="connsiteX299" fmla="*/ 2912392 w 2912392"/>
                <a:gd name="connsiteY299" fmla="*/ 390718 h 673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73389">
                  <a:moveTo>
                    <a:pt x="0" y="0"/>
                  </a:moveTo>
                  <a:lnTo>
                    <a:pt x="9739" y="7528"/>
                  </a:lnTo>
                  <a:lnTo>
                    <a:pt x="19480" y="15441"/>
                  </a:lnTo>
                  <a:lnTo>
                    <a:pt x="29221" y="23731"/>
                  </a:lnTo>
                  <a:lnTo>
                    <a:pt x="38961" y="32386"/>
                  </a:lnTo>
                  <a:lnTo>
                    <a:pt x="48702" y="41398"/>
                  </a:lnTo>
                  <a:lnTo>
                    <a:pt x="58443" y="50758"/>
                  </a:lnTo>
                  <a:lnTo>
                    <a:pt x="68182" y="60451"/>
                  </a:lnTo>
                  <a:lnTo>
                    <a:pt x="77923" y="70468"/>
                  </a:lnTo>
                  <a:lnTo>
                    <a:pt x="87664" y="80796"/>
                  </a:lnTo>
                  <a:lnTo>
                    <a:pt x="97404" y="91422"/>
                  </a:lnTo>
                  <a:lnTo>
                    <a:pt x="107145" y="102331"/>
                  </a:lnTo>
                  <a:lnTo>
                    <a:pt x="116886" y="113511"/>
                  </a:lnTo>
                  <a:lnTo>
                    <a:pt x="126625" y="124946"/>
                  </a:lnTo>
                  <a:lnTo>
                    <a:pt x="136366" y="136621"/>
                  </a:lnTo>
                  <a:lnTo>
                    <a:pt x="146107" y="148519"/>
                  </a:lnTo>
                  <a:lnTo>
                    <a:pt x="155846" y="160626"/>
                  </a:lnTo>
                  <a:lnTo>
                    <a:pt x="165587" y="172925"/>
                  </a:lnTo>
                  <a:lnTo>
                    <a:pt x="175328" y="185400"/>
                  </a:lnTo>
                  <a:lnTo>
                    <a:pt x="185068" y="198031"/>
                  </a:lnTo>
                  <a:lnTo>
                    <a:pt x="194809" y="210803"/>
                  </a:lnTo>
                  <a:lnTo>
                    <a:pt x="204550" y="223696"/>
                  </a:lnTo>
                  <a:lnTo>
                    <a:pt x="214289" y="236694"/>
                  </a:lnTo>
                  <a:lnTo>
                    <a:pt x="224030" y="249777"/>
                  </a:lnTo>
                  <a:lnTo>
                    <a:pt x="233771" y="262928"/>
                  </a:lnTo>
                  <a:lnTo>
                    <a:pt x="243510" y="276127"/>
                  </a:lnTo>
                  <a:lnTo>
                    <a:pt x="253251" y="289358"/>
                  </a:lnTo>
                  <a:lnTo>
                    <a:pt x="262992" y="302598"/>
                  </a:lnTo>
                  <a:lnTo>
                    <a:pt x="272732" y="315832"/>
                  </a:lnTo>
                  <a:lnTo>
                    <a:pt x="282473" y="329041"/>
                  </a:lnTo>
                  <a:lnTo>
                    <a:pt x="292214" y="342204"/>
                  </a:lnTo>
                  <a:lnTo>
                    <a:pt x="301953" y="355305"/>
                  </a:lnTo>
                  <a:lnTo>
                    <a:pt x="311694" y="368325"/>
                  </a:lnTo>
                  <a:lnTo>
                    <a:pt x="321435" y="381247"/>
                  </a:lnTo>
                  <a:lnTo>
                    <a:pt x="331175" y="394051"/>
                  </a:lnTo>
                  <a:lnTo>
                    <a:pt x="340916" y="406721"/>
                  </a:lnTo>
                  <a:lnTo>
                    <a:pt x="350656" y="419241"/>
                  </a:lnTo>
                  <a:lnTo>
                    <a:pt x="360396" y="431591"/>
                  </a:lnTo>
                  <a:lnTo>
                    <a:pt x="370137" y="443757"/>
                  </a:lnTo>
                  <a:lnTo>
                    <a:pt x="379878" y="455724"/>
                  </a:lnTo>
                  <a:lnTo>
                    <a:pt x="389617" y="467475"/>
                  </a:lnTo>
                  <a:lnTo>
                    <a:pt x="399358" y="478995"/>
                  </a:lnTo>
                  <a:lnTo>
                    <a:pt x="409099" y="490269"/>
                  </a:lnTo>
                  <a:lnTo>
                    <a:pt x="418839" y="501285"/>
                  </a:lnTo>
                  <a:lnTo>
                    <a:pt x="428580" y="512030"/>
                  </a:lnTo>
                  <a:lnTo>
                    <a:pt x="438321" y="522491"/>
                  </a:lnTo>
                  <a:lnTo>
                    <a:pt x="448060" y="532655"/>
                  </a:lnTo>
                  <a:lnTo>
                    <a:pt x="457801" y="542511"/>
                  </a:lnTo>
                  <a:lnTo>
                    <a:pt x="467542" y="552050"/>
                  </a:lnTo>
                  <a:lnTo>
                    <a:pt x="477281" y="561262"/>
                  </a:lnTo>
                  <a:lnTo>
                    <a:pt x="487022" y="570138"/>
                  </a:lnTo>
                  <a:lnTo>
                    <a:pt x="496763" y="578669"/>
                  </a:lnTo>
                  <a:lnTo>
                    <a:pt x="506503" y="586849"/>
                  </a:lnTo>
                  <a:lnTo>
                    <a:pt x="516244" y="594669"/>
                  </a:lnTo>
                  <a:lnTo>
                    <a:pt x="525985" y="602127"/>
                  </a:lnTo>
                  <a:lnTo>
                    <a:pt x="535724" y="609215"/>
                  </a:lnTo>
                  <a:lnTo>
                    <a:pt x="545465" y="615931"/>
                  </a:lnTo>
                  <a:lnTo>
                    <a:pt x="555206" y="622271"/>
                  </a:lnTo>
                  <a:lnTo>
                    <a:pt x="564946" y="628230"/>
                  </a:lnTo>
                  <a:lnTo>
                    <a:pt x="574687" y="633818"/>
                  </a:lnTo>
                  <a:lnTo>
                    <a:pt x="584428" y="639017"/>
                  </a:lnTo>
                  <a:lnTo>
                    <a:pt x="594167" y="643830"/>
                  </a:lnTo>
                  <a:lnTo>
                    <a:pt x="603908" y="648270"/>
                  </a:lnTo>
                  <a:lnTo>
                    <a:pt x="613649" y="652337"/>
                  </a:lnTo>
                  <a:lnTo>
                    <a:pt x="623388" y="656032"/>
                  </a:lnTo>
                  <a:lnTo>
                    <a:pt x="633129" y="659340"/>
                  </a:lnTo>
                  <a:lnTo>
                    <a:pt x="642870" y="662290"/>
                  </a:lnTo>
                  <a:lnTo>
                    <a:pt x="652610" y="664882"/>
                  </a:lnTo>
                  <a:lnTo>
                    <a:pt x="662351" y="667102"/>
                  </a:lnTo>
                  <a:lnTo>
                    <a:pt x="672092" y="668979"/>
                  </a:lnTo>
                  <a:lnTo>
                    <a:pt x="681831" y="670514"/>
                  </a:lnTo>
                  <a:lnTo>
                    <a:pt x="691572" y="671721"/>
                  </a:lnTo>
                  <a:lnTo>
                    <a:pt x="701313" y="672600"/>
                  </a:lnTo>
                  <a:lnTo>
                    <a:pt x="711052" y="673151"/>
                  </a:lnTo>
                  <a:lnTo>
                    <a:pt x="720793" y="673389"/>
                  </a:lnTo>
                  <a:lnTo>
                    <a:pt x="730534" y="673345"/>
                  </a:lnTo>
                  <a:lnTo>
                    <a:pt x="740274" y="673002"/>
                  </a:lnTo>
                  <a:lnTo>
                    <a:pt x="750015" y="672391"/>
                  </a:lnTo>
                  <a:lnTo>
                    <a:pt x="759756" y="671512"/>
                  </a:lnTo>
                  <a:lnTo>
                    <a:pt x="769495" y="670365"/>
                  </a:lnTo>
                  <a:lnTo>
                    <a:pt x="779236" y="668994"/>
                  </a:lnTo>
                  <a:lnTo>
                    <a:pt x="788977" y="667400"/>
                  </a:lnTo>
                  <a:lnTo>
                    <a:pt x="798717" y="665582"/>
                  </a:lnTo>
                  <a:lnTo>
                    <a:pt x="808458" y="663571"/>
                  </a:lnTo>
                  <a:lnTo>
                    <a:pt x="818199" y="661366"/>
                  </a:lnTo>
                  <a:lnTo>
                    <a:pt x="827938" y="658997"/>
                  </a:lnTo>
                  <a:lnTo>
                    <a:pt x="837679" y="656464"/>
                  </a:lnTo>
                  <a:lnTo>
                    <a:pt x="847420" y="653782"/>
                  </a:lnTo>
                  <a:lnTo>
                    <a:pt x="857159" y="650981"/>
                  </a:lnTo>
                  <a:lnTo>
                    <a:pt x="866900" y="648046"/>
                  </a:lnTo>
                  <a:lnTo>
                    <a:pt x="876641" y="645022"/>
                  </a:lnTo>
                  <a:lnTo>
                    <a:pt x="886381" y="641908"/>
                  </a:lnTo>
                  <a:lnTo>
                    <a:pt x="896122" y="638719"/>
                  </a:lnTo>
                  <a:lnTo>
                    <a:pt x="905863" y="635471"/>
                  </a:lnTo>
                  <a:lnTo>
                    <a:pt x="915602" y="632179"/>
                  </a:lnTo>
                  <a:lnTo>
                    <a:pt x="925343" y="628856"/>
                  </a:lnTo>
                  <a:lnTo>
                    <a:pt x="935084" y="625502"/>
                  </a:lnTo>
                  <a:lnTo>
                    <a:pt x="944824" y="622149"/>
                  </a:lnTo>
                  <a:lnTo>
                    <a:pt x="954564" y="618801"/>
                  </a:lnTo>
                  <a:lnTo>
                    <a:pt x="964305" y="615471"/>
                  </a:lnTo>
                  <a:lnTo>
                    <a:pt x="974045" y="612172"/>
                  </a:lnTo>
                  <a:lnTo>
                    <a:pt x="983786" y="608915"/>
                  </a:lnTo>
                  <a:lnTo>
                    <a:pt x="993522" y="605712"/>
                  </a:lnTo>
                  <a:lnTo>
                    <a:pt x="1003266" y="602571"/>
                  </a:lnTo>
                  <a:lnTo>
                    <a:pt x="1013010" y="599505"/>
                  </a:lnTo>
                  <a:lnTo>
                    <a:pt x="1022754" y="596521"/>
                  </a:lnTo>
                  <a:lnTo>
                    <a:pt x="1032483" y="593629"/>
                  </a:lnTo>
                  <a:lnTo>
                    <a:pt x="1042227" y="590837"/>
                  </a:lnTo>
                  <a:lnTo>
                    <a:pt x="1051971" y="588154"/>
                  </a:lnTo>
                  <a:lnTo>
                    <a:pt x="1061715" y="585585"/>
                  </a:lnTo>
                  <a:lnTo>
                    <a:pt x="1071444" y="583137"/>
                  </a:lnTo>
                  <a:lnTo>
                    <a:pt x="1081188" y="580817"/>
                  </a:lnTo>
                  <a:lnTo>
                    <a:pt x="1090932" y="578629"/>
                  </a:lnTo>
                  <a:lnTo>
                    <a:pt x="1100676" y="576579"/>
                  </a:lnTo>
                  <a:lnTo>
                    <a:pt x="1110405" y="574667"/>
                  </a:lnTo>
                  <a:lnTo>
                    <a:pt x="1120149" y="572902"/>
                  </a:lnTo>
                  <a:lnTo>
                    <a:pt x="1129893" y="571281"/>
                  </a:lnTo>
                  <a:lnTo>
                    <a:pt x="1139637" y="569807"/>
                  </a:lnTo>
                  <a:lnTo>
                    <a:pt x="1149381" y="568481"/>
                  </a:lnTo>
                  <a:lnTo>
                    <a:pt x="1159110" y="567306"/>
                  </a:lnTo>
                  <a:lnTo>
                    <a:pt x="1168854" y="566278"/>
                  </a:lnTo>
                  <a:lnTo>
                    <a:pt x="1178598" y="565397"/>
                  </a:lnTo>
                  <a:lnTo>
                    <a:pt x="1188341" y="564661"/>
                  </a:lnTo>
                  <a:lnTo>
                    <a:pt x="1198070" y="564068"/>
                  </a:lnTo>
                  <a:lnTo>
                    <a:pt x="1207814" y="563615"/>
                  </a:lnTo>
                  <a:lnTo>
                    <a:pt x="1217558" y="563299"/>
                  </a:lnTo>
                  <a:lnTo>
                    <a:pt x="1227302" y="563113"/>
                  </a:lnTo>
                  <a:lnTo>
                    <a:pt x="1237031" y="563055"/>
                  </a:lnTo>
                  <a:lnTo>
                    <a:pt x="1246775" y="563118"/>
                  </a:lnTo>
                  <a:lnTo>
                    <a:pt x="1256519" y="563295"/>
                  </a:lnTo>
                  <a:lnTo>
                    <a:pt x="1266263" y="563582"/>
                  </a:lnTo>
                  <a:lnTo>
                    <a:pt x="1276007" y="563970"/>
                  </a:lnTo>
                  <a:lnTo>
                    <a:pt x="1285736" y="564451"/>
                  </a:lnTo>
                  <a:lnTo>
                    <a:pt x="1295480" y="565019"/>
                  </a:lnTo>
                  <a:lnTo>
                    <a:pt x="1305224" y="565664"/>
                  </a:lnTo>
                  <a:lnTo>
                    <a:pt x="1314968" y="566377"/>
                  </a:lnTo>
                  <a:lnTo>
                    <a:pt x="1324697" y="567152"/>
                  </a:lnTo>
                  <a:lnTo>
                    <a:pt x="1334441" y="567976"/>
                  </a:lnTo>
                  <a:lnTo>
                    <a:pt x="1344185" y="568842"/>
                  </a:lnTo>
                  <a:lnTo>
                    <a:pt x="1353929" y="569737"/>
                  </a:lnTo>
                  <a:lnTo>
                    <a:pt x="1363658" y="570655"/>
                  </a:lnTo>
                  <a:lnTo>
                    <a:pt x="1373402" y="571583"/>
                  </a:lnTo>
                  <a:lnTo>
                    <a:pt x="1383146" y="572511"/>
                  </a:lnTo>
                  <a:lnTo>
                    <a:pt x="1392890" y="573431"/>
                  </a:lnTo>
                  <a:lnTo>
                    <a:pt x="1402619" y="574330"/>
                  </a:lnTo>
                  <a:lnTo>
                    <a:pt x="1412363" y="575199"/>
                  </a:lnTo>
                  <a:lnTo>
                    <a:pt x="1422106" y="576026"/>
                  </a:lnTo>
                  <a:lnTo>
                    <a:pt x="1431850" y="576804"/>
                  </a:lnTo>
                  <a:lnTo>
                    <a:pt x="1441594" y="577519"/>
                  </a:lnTo>
                  <a:lnTo>
                    <a:pt x="1451323" y="578164"/>
                  </a:lnTo>
                  <a:lnTo>
                    <a:pt x="1461067" y="578729"/>
                  </a:lnTo>
                  <a:lnTo>
                    <a:pt x="1470811" y="579202"/>
                  </a:lnTo>
                  <a:lnTo>
                    <a:pt x="1480555" y="579576"/>
                  </a:lnTo>
                  <a:lnTo>
                    <a:pt x="1490284" y="579842"/>
                  </a:lnTo>
                  <a:lnTo>
                    <a:pt x="1500028" y="579991"/>
                  </a:lnTo>
                  <a:lnTo>
                    <a:pt x="1509772" y="580013"/>
                  </a:lnTo>
                  <a:lnTo>
                    <a:pt x="1519516" y="579904"/>
                  </a:lnTo>
                  <a:lnTo>
                    <a:pt x="1529245" y="579652"/>
                  </a:lnTo>
                  <a:lnTo>
                    <a:pt x="1538989" y="579255"/>
                  </a:lnTo>
                  <a:lnTo>
                    <a:pt x="1548733" y="578700"/>
                  </a:lnTo>
                  <a:lnTo>
                    <a:pt x="1558477" y="577988"/>
                  </a:lnTo>
                  <a:lnTo>
                    <a:pt x="1568221" y="577108"/>
                  </a:lnTo>
                  <a:lnTo>
                    <a:pt x="1577950" y="576057"/>
                  </a:lnTo>
                  <a:lnTo>
                    <a:pt x="1587694" y="574831"/>
                  </a:lnTo>
                  <a:lnTo>
                    <a:pt x="1597438" y="573425"/>
                  </a:lnTo>
                  <a:lnTo>
                    <a:pt x="1607182" y="571836"/>
                  </a:lnTo>
                  <a:lnTo>
                    <a:pt x="1616911" y="570060"/>
                  </a:lnTo>
                  <a:lnTo>
                    <a:pt x="1626655" y="568098"/>
                  </a:lnTo>
                  <a:lnTo>
                    <a:pt x="1636399" y="565945"/>
                  </a:lnTo>
                  <a:lnTo>
                    <a:pt x="1646142" y="563600"/>
                  </a:lnTo>
                  <a:lnTo>
                    <a:pt x="1655872" y="561066"/>
                  </a:lnTo>
                  <a:lnTo>
                    <a:pt x="1665616" y="558338"/>
                  </a:lnTo>
                  <a:lnTo>
                    <a:pt x="1675359" y="555421"/>
                  </a:lnTo>
                  <a:lnTo>
                    <a:pt x="1685103" y="552314"/>
                  </a:lnTo>
                  <a:lnTo>
                    <a:pt x="1694832" y="549019"/>
                  </a:lnTo>
                  <a:lnTo>
                    <a:pt x="1704576" y="545538"/>
                  </a:lnTo>
                  <a:lnTo>
                    <a:pt x="1714320" y="541876"/>
                  </a:lnTo>
                  <a:lnTo>
                    <a:pt x="1724064" y="538035"/>
                  </a:lnTo>
                  <a:lnTo>
                    <a:pt x="1733808" y="534018"/>
                  </a:lnTo>
                  <a:lnTo>
                    <a:pt x="1743537" y="529833"/>
                  </a:lnTo>
                  <a:lnTo>
                    <a:pt x="1753281" y="525481"/>
                  </a:lnTo>
                  <a:lnTo>
                    <a:pt x="1763025" y="520970"/>
                  </a:lnTo>
                  <a:lnTo>
                    <a:pt x="1772769" y="516305"/>
                  </a:lnTo>
                  <a:lnTo>
                    <a:pt x="1782498" y="511492"/>
                  </a:lnTo>
                  <a:lnTo>
                    <a:pt x="1792242" y="506539"/>
                  </a:lnTo>
                  <a:lnTo>
                    <a:pt x="1801986" y="501452"/>
                  </a:lnTo>
                  <a:lnTo>
                    <a:pt x="1811730" y="496240"/>
                  </a:lnTo>
                  <a:lnTo>
                    <a:pt x="1821459" y="490910"/>
                  </a:lnTo>
                  <a:lnTo>
                    <a:pt x="1831203" y="485470"/>
                  </a:lnTo>
                  <a:lnTo>
                    <a:pt x="1840947" y="479929"/>
                  </a:lnTo>
                  <a:lnTo>
                    <a:pt x="1850691" y="474296"/>
                  </a:lnTo>
                  <a:lnTo>
                    <a:pt x="1860435" y="468580"/>
                  </a:lnTo>
                  <a:lnTo>
                    <a:pt x="1870164" y="462789"/>
                  </a:lnTo>
                  <a:lnTo>
                    <a:pt x="1879908" y="456934"/>
                  </a:lnTo>
                  <a:lnTo>
                    <a:pt x="1889652" y="451023"/>
                  </a:lnTo>
                  <a:lnTo>
                    <a:pt x="1899395" y="445067"/>
                  </a:lnTo>
                  <a:lnTo>
                    <a:pt x="1909124" y="439076"/>
                  </a:lnTo>
                  <a:lnTo>
                    <a:pt x="1918868" y="433058"/>
                  </a:lnTo>
                  <a:lnTo>
                    <a:pt x="1928612" y="427024"/>
                  </a:lnTo>
                  <a:lnTo>
                    <a:pt x="1938356" y="420984"/>
                  </a:lnTo>
                  <a:lnTo>
                    <a:pt x="1948085" y="414949"/>
                  </a:lnTo>
                  <a:lnTo>
                    <a:pt x="1957829" y="408926"/>
                  </a:lnTo>
                  <a:lnTo>
                    <a:pt x="1967573" y="402927"/>
                  </a:lnTo>
                  <a:lnTo>
                    <a:pt x="1977317" y="396961"/>
                  </a:lnTo>
                  <a:lnTo>
                    <a:pt x="1987046" y="391037"/>
                  </a:lnTo>
                  <a:lnTo>
                    <a:pt x="1996790" y="385164"/>
                  </a:lnTo>
                  <a:lnTo>
                    <a:pt x="2006534" y="379353"/>
                  </a:lnTo>
                  <a:lnTo>
                    <a:pt x="2016278" y="373613"/>
                  </a:lnTo>
                  <a:lnTo>
                    <a:pt x="2026022" y="367951"/>
                  </a:lnTo>
                  <a:lnTo>
                    <a:pt x="2035751" y="362378"/>
                  </a:lnTo>
                  <a:lnTo>
                    <a:pt x="2045495" y="356899"/>
                  </a:lnTo>
                  <a:lnTo>
                    <a:pt x="2055239" y="351525"/>
                  </a:lnTo>
                  <a:lnTo>
                    <a:pt x="2064983" y="346263"/>
                  </a:lnTo>
                  <a:lnTo>
                    <a:pt x="2074712" y="341121"/>
                  </a:lnTo>
                  <a:lnTo>
                    <a:pt x="2084456" y="336105"/>
                  </a:lnTo>
                  <a:lnTo>
                    <a:pt x="2094200" y="331222"/>
                  </a:lnTo>
                  <a:lnTo>
                    <a:pt x="2103944" y="326480"/>
                  </a:lnTo>
                  <a:lnTo>
                    <a:pt x="2113673" y="321884"/>
                  </a:lnTo>
                  <a:lnTo>
                    <a:pt x="2123417" y="317439"/>
                  </a:lnTo>
                  <a:lnTo>
                    <a:pt x="2133161" y="313151"/>
                  </a:lnTo>
                  <a:lnTo>
                    <a:pt x="2142905" y="309027"/>
                  </a:lnTo>
                  <a:lnTo>
                    <a:pt x="2152649" y="305072"/>
                  </a:lnTo>
                  <a:lnTo>
                    <a:pt x="2162377" y="301286"/>
                  </a:lnTo>
                  <a:lnTo>
                    <a:pt x="2172121" y="297676"/>
                  </a:lnTo>
                  <a:lnTo>
                    <a:pt x="2181865" y="294246"/>
                  </a:lnTo>
                  <a:lnTo>
                    <a:pt x="2191609" y="290998"/>
                  </a:lnTo>
                  <a:lnTo>
                    <a:pt x="2201338" y="287935"/>
                  </a:lnTo>
                  <a:lnTo>
                    <a:pt x="2211082" y="285059"/>
                  </a:lnTo>
                  <a:lnTo>
                    <a:pt x="2220826" y="282373"/>
                  </a:lnTo>
                  <a:lnTo>
                    <a:pt x="2230570" y="279876"/>
                  </a:lnTo>
                  <a:lnTo>
                    <a:pt x="2240299" y="277572"/>
                  </a:lnTo>
                  <a:lnTo>
                    <a:pt x="2250043" y="275461"/>
                  </a:lnTo>
                  <a:lnTo>
                    <a:pt x="2259787" y="273544"/>
                  </a:lnTo>
                  <a:lnTo>
                    <a:pt x="2269531" y="271818"/>
                  </a:lnTo>
                  <a:lnTo>
                    <a:pt x="2279260" y="270287"/>
                  </a:lnTo>
                  <a:lnTo>
                    <a:pt x="2289004" y="268946"/>
                  </a:lnTo>
                  <a:lnTo>
                    <a:pt x="2298748" y="267797"/>
                  </a:lnTo>
                  <a:lnTo>
                    <a:pt x="2308492" y="266836"/>
                  </a:lnTo>
                  <a:lnTo>
                    <a:pt x="2318236" y="266065"/>
                  </a:lnTo>
                  <a:lnTo>
                    <a:pt x="2327965" y="265478"/>
                  </a:lnTo>
                  <a:lnTo>
                    <a:pt x="2337709" y="265072"/>
                  </a:lnTo>
                  <a:lnTo>
                    <a:pt x="2347453" y="264847"/>
                  </a:lnTo>
                  <a:lnTo>
                    <a:pt x="2357197" y="264800"/>
                  </a:lnTo>
                  <a:lnTo>
                    <a:pt x="2366926" y="264926"/>
                  </a:lnTo>
                  <a:lnTo>
                    <a:pt x="2376670" y="265223"/>
                  </a:lnTo>
                  <a:lnTo>
                    <a:pt x="2386413" y="265685"/>
                  </a:lnTo>
                  <a:lnTo>
                    <a:pt x="2396157" y="266307"/>
                  </a:lnTo>
                  <a:lnTo>
                    <a:pt x="2405886" y="267088"/>
                  </a:lnTo>
                  <a:lnTo>
                    <a:pt x="2415630" y="268022"/>
                  </a:lnTo>
                  <a:lnTo>
                    <a:pt x="2425374" y="269102"/>
                  </a:lnTo>
                  <a:lnTo>
                    <a:pt x="2435118" y="270327"/>
                  </a:lnTo>
                  <a:lnTo>
                    <a:pt x="2444862" y="271689"/>
                  </a:lnTo>
                  <a:lnTo>
                    <a:pt x="2454591" y="273182"/>
                  </a:lnTo>
                  <a:lnTo>
                    <a:pt x="2464335" y="274801"/>
                  </a:lnTo>
                  <a:lnTo>
                    <a:pt x="2474079" y="276543"/>
                  </a:lnTo>
                  <a:lnTo>
                    <a:pt x="2483823" y="278399"/>
                  </a:lnTo>
                  <a:lnTo>
                    <a:pt x="2493552" y="280363"/>
                  </a:lnTo>
                  <a:lnTo>
                    <a:pt x="2503296" y="282431"/>
                  </a:lnTo>
                  <a:lnTo>
                    <a:pt x="2513040" y="284597"/>
                  </a:lnTo>
                  <a:lnTo>
                    <a:pt x="2522784" y="286853"/>
                  </a:lnTo>
                  <a:lnTo>
                    <a:pt x="2532513" y="289194"/>
                  </a:lnTo>
                  <a:lnTo>
                    <a:pt x="2542257" y="291613"/>
                  </a:lnTo>
                  <a:lnTo>
                    <a:pt x="2552001" y="294104"/>
                  </a:lnTo>
                  <a:lnTo>
                    <a:pt x="2561745" y="296663"/>
                  </a:lnTo>
                  <a:lnTo>
                    <a:pt x="2571474" y="299280"/>
                  </a:lnTo>
                  <a:lnTo>
                    <a:pt x="2581218" y="301952"/>
                  </a:lnTo>
                  <a:lnTo>
                    <a:pt x="2590962" y="304672"/>
                  </a:lnTo>
                  <a:lnTo>
                    <a:pt x="2600705" y="307435"/>
                  </a:lnTo>
                  <a:lnTo>
                    <a:pt x="2610449" y="310233"/>
                  </a:lnTo>
                  <a:lnTo>
                    <a:pt x="2620178" y="313060"/>
                  </a:lnTo>
                  <a:lnTo>
                    <a:pt x="2629922" y="315914"/>
                  </a:lnTo>
                  <a:lnTo>
                    <a:pt x="2639666" y="318785"/>
                  </a:lnTo>
                  <a:lnTo>
                    <a:pt x="2649410" y="321671"/>
                  </a:lnTo>
                  <a:lnTo>
                    <a:pt x="2659139" y="324565"/>
                  </a:lnTo>
                  <a:lnTo>
                    <a:pt x="2668883" y="327463"/>
                  </a:lnTo>
                  <a:lnTo>
                    <a:pt x="2678627" y="330358"/>
                  </a:lnTo>
                  <a:lnTo>
                    <a:pt x="2688371" y="333249"/>
                  </a:lnTo>
                  <a:lnTo>
                    <a:pt x="2698100" y="336128"/>
                  </a:lnTo>
                  <a:lnTo>
                    <a:pt x="2707844" y="338994"/>
                  </a:lnTo>
                  <a:lnTo>
                    <a:pt x="2717588" y="341839"/>
                  </a:lnTo>
                  <a:lnTo>
                    <a:pt x="2727332" y="344663"/>
                  </a:lnTo>
                  <a:lnTo>
                    <a:pt x="2737076" y="347459"/>
                  </a:lnTo>
                  <a:lnTo>
                    <a:pt x="2746805" y="350226"/>
                  </a:lnTo>
                  <a:lnTo>
                    <a:pt x="2756549" y="352961"/>
                  </a:lnTo>
                  <a:lnTo>
                    <a:pt x="2766293" y="355660"/>
                  </a:lnTo>
                  <a:lnTo>
                    <a:pt x="2776037" y="358321"/>
                  </a:lnTo>
                  <a:lnTo>
                    <a:pt x="2785766" y="360941"/>
                  </a:lnTo>
                  <a:lnTo>
                    <a:pt x="2795510" y="363519"/>
                  </a:lnTo>
                  <a:lnTo>
                    <a:pt x="2805254" y="366052"/>
                  </a:lnTo>
                  <a:lnTo>
                    <a:pt x="2814998" y="368538"/>
                  </a:lnTo>
                  <a:lnTo>
                    <a:pt x="2824727" y="370979"/>
                  </a:lnTo>
                  <a:lnTo>
                    <a:pt x="2834471" y="373370"/>
                  </a:lnTo>
                  <a:lnTo>
                    <a:pt x="2844215" y="375712"/>
                  </a:lnTo>
                  <a:lnTo>
                    <a:pt x="2853958" y="378005"/>
                  </a:lnTo>
                  <a:lnTo>
                    <a:pt x="2863687" y="380249"/>
                  </a:lnTo>
                  <a:lnTo>
                    <a:pt x="2873431" y="382441"/>
                  </a:lnTo>
                  <a:lnTo>
                    <a:pt x="2883175" y="384584"/>
                  </a:lnTo>
                  <a:lnTo>
                    <a:pt x="2892919" y="386678"/>
                  </a:lnTo>
                  <a:lnTo>
                    <a:pt x="2902663" y="388722"/>
                  </a:lnTo>
                  <a:lnTo>
                    <a:pt x="2912392" y="39071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2" name="Freeform 691">
              <a:extLst>
                <a:ext uri="{FF2B5EF4-FFF2-40B4-BE49-F238E27FC236}">
                  <a16:creationId xmlns:a16="http://schemas.microsoft.com/office/drawing/2014/main" id="{96DC9060-9454-3811-D3BC-352279B7FE92}"/>
                </a:ext>
              </a:extLst>
            </p:cNvPr>
            <p:cNvSpPr/>
            <p:nvPr/>
          </p:nvSpPr>
          <p:spPr>
            <a:xfrm>
              <a:off x="576446" y="3113408"/>
              <a:ext cx="2912392" cy="535621"/>
            </a:xfrm>
            <a:custGeom>
              <a:avLst/>
              <a:gdLst>
                <a:gd name="connsiteX0" fmla="*/ 0 w 2912392"/>
                <a:gd name="connsiteY0" fmla="*/ 118919 h 535621"/>
                <a:gd name="connsiteX1" fmla="*/ 9739 w 2912392"/>
                <a:gd name="connsiteY1" fmla="*/ 115662 h 535621"/>
                <a:gd name="connsiteX2" fmla="*/ 19480 w 2912392"/>
                <a:gd name="connsiteY2" fmla="*/ 112425 h 535621"/>
                <a:gd name="connsiteX3" fmla="*/ 29221 w 2912392"/>
                <a:gd name="connsiteY3" fmla="*/ 109204 h 535621"/>
                <a:gd name="connsiteX4" fmla="*/ 38961 w 2912392"/>
                <a:gd name="connsiteY4" fmla="*/ 105999 h 535621"/>
                <a:gd name="connsiteX5" fmla="*/ 48702 w 2912392"/>
                <a:gd name="connsiteY5" fmla="*/ 102812 h 535621"/>
                <a:gd name="connsiteX6" fmla="*/ 58443 w 2912392"/>
                <a:gd name="connsiteY6" fmla="*/ 99640 h 535621"/>
                <a:gd name="connsiteX7" fmla="*/ 68182 w 2912392"/>
                <a:gd name="connsiteY7" fmla="*/ 96483 h 535621"/>
                <a:gd name="connsiteX8" fmla="*/ 77923 w 2912392"/>
                <a:gd name="connsiteY8" fmla="*/ 93342 h 535621"/>
                <a:gd name="connsiteX9" fmla="*/ 87664 w 2912392"/>
                <a:gd name="connsiteY9" fmla="*/ 90218 h 535621"/>
                <a:gd name="connsiteX10" fmla="*/ 97404 w 2912392"/>
                <a:gd name="connsiteY10" fmla="*/ 87108 h 535621"/>
                <a:gd name="connsiteX11" fmla="*/ 107145 w 2912392"/>
                <a:gd name="connsiteY11" fmla="*/ 84015 h 535621"/>
                <a:gd name="connsiteX12" fmla="*/ 116886 w 2912392"/>
                <a:gd name="connsiteY12" fmla="*/ 80937 h 535621"/>
                <a:gd name="connsiteX13" fmla="*/ 126625 w 2912392"/>
                <a:gd name="connsiteY13" fmla="*/ 77878 h 535621"/>
                <a:gd name="connsiteX14" fmla="*/ 136366 w 2912392"/>
                <a:gd name="connsiteY14" fmla="*/ 74836 h 535621"/>
                <a:gd name="connsiteX15" fmla="*/ 146107 w 2912392"/>
                <a:gd name="connsiteY15" fmla="*/ 71812 h 535621"/>
                <a:gd name="connsiteX16" fmla="*/ 155846 w 2912392"/>
                <a:gd name="connsiteY16" fmla="*/ 68808 h 535621"/>
                <a:gd name="connsiteX17" fmla="*/ 165587 w 2912392"/>
                <a:gd name="connsiteY17" fmla="*/ 65825 h 535621"/>
                <a:gd name="connsiteX18" fmla="*/ 175328 w 2912392"/>
                <a:gd name="connsiteY18" fmla="*/ 62866 h 535621"/>
                <a:gd name="connsiteX19" fmla="*/ 185068 w 2912392"/>
                <a:gd name="connsiteY19" fmla="*/ 59931 h 535621"/>
                <a:gd name="connsiteX20" fmla="*/ 194809 w 2912392"/>
                <a:gd name="connsiteY20" fmla="*/ 57021 h 535621"/>
                <a:gd name="connsiteX21" fmla="*/ 204550 w 2912392"/>
                <a:gd name="connsiteY21" fmla="*/ 54141 h 535621"/>
                <a:gd name="connsiteX22" fmla="*/ 214289 w 2912392"/>
                <a:gd name="connsiteY22" fmla="*/ 51293 h 535621"/>
                <a:gd name="connsiteX23" fmla="*/ 224030 w 2912392"/>
                <a:gd name="connsiteY23" fmla="*/ 48477 h 535621"/>
                <a:gd name="connsiteX24" fmla="*/ 233771 w 2912392"/>
                <a:gd name="connsiteY24" fmla="*/ 45698 h 535621"/>
                <a:gd name="connsiteX25" fmla="*/ 243510 w 2912392"/>
                <a:gd name="connsiteY25" fmla="*/ 42960 h 535621"/>
                <a:gd name="connsiteX26" fmla="*/ 253251 w 2912392"/>
                <a:gd name="connsiteY26" fmla="*/ 40263 h 535621"/>
                <a:gd name="connsiteX27" fmla="*/ 262992 w 2912392"/>
                <a:gd name="connsiteY27" fmla="*/ 37612 h 535621"/>
                <a:gd name="connsiteX28" fmla="*/ 272732 w 2912392"/>
                <a:gd name="connsiteY28" fmla="*/ 35014 h 535621"/>
                <a:gd name="connsiteX29" fmla="*/ 282473 w 2912392"/>
                <a:gd name="connsiteY29" fmla="*/ 32468 h 535621"/>
                <a:gd name="connsiteX30" fmla="*/ 292214 w 2912392"/>
                <a:gd name="connsiteY30" fmla="*/ 29981 h 535621"/>
                <a:gd name="connsiteX31" fmla="*/ 301953 w 2912392"/>
                <a:gd name="connsiteY31" fmla="*/ 27557 h 535621"/>
                <a:gd name="connsiteX32" fmla="*/ 311694 w 2912392"/>
                <a:gd name="connsiteY32" fmla="*/ 25200 h 535621"/>
                <a:gd name="connsiteX33" fmla="*/ 321435 w 2912392"/>
                <a:gd name="connsiteY33" fmla="*/ 22915 h 535621"/>
                <a:gd name="connsiteX34" fmla="*/ 331175 w 2912392"/>
                <a:gd name="connsiteY34" fmla="*/ 20707 h 535621"/>
                <a:gd name="connsiteX35" fmla="*/ 340916 w 2912392"/>
                <a:gd name="connsiteY35" fmla="*/ 18580 h 535621"/>
                <a:gd name="connsiteX36" fmla="*/ 350656 w 2912392"/>
                <a:gd name="connsiteY36" fmla="*/ 16541 h 535621"/>
                <a:gd name="connsiteX37" fmla="*/ 360396 w 2912392"/>
                <a:gd name="connsiteY37" fmla="*/ 14592 h 535621"/>
                <a:gd name="connsiteX38" fmla="*/ 370137 w 2912392"/>
                <a:gd name="connsiteY38" fmla="*/ 12743 h 535621"/>
                <a:gd name="connsiteX39" fmla="*/ 379878 w 2912392"/>
                <a:gd name="connsiteY39" fmla="*/ 10995 h 535621"/>
                <a:gd name="connsiteX40" fmla="*/ 389617 w 2912392"/>
                <a:gd name="connsiteY40" fmla="*/ 9357 h 535621"/>
                <a:gd name="connsiteX41" fmla="*/ 399358 w 2912392"/>
                <a:gd name="connsiteY41" fmla="*/ 7831 h 535621"/>
                <a:gd name="connsiteX42" fmla="*/ 409099 w 2912392"/>
                <a:gd name="connsiteY42" fmla="*/ 6424 h 535621"/>
                <a:gd name="connsiteX43" fmla="*/ 418839 w 2912392"/>
                <a:gd name="connsiteY43" fmla="*/ 5143 h 535621"/>
                <a:gd name="connsiteX44" fmla="*/ 428580 w 2912392"/>
                <a:gd name="connsiteY44" fmla="*/ 3991 h 535621"/>
                <a:gd name="connsiteX45" fmla="*/ 438321 w 2912392"/>
                <a:gd name="connsiteY45" fmla="*/ 2975 h 535621"/>
                <a:gd name="connsiteX46" fmla="*/ 448060 w 2912392"/>
                <a:gd name="connsiteY46" fmla="*/ 2099 h 535621"/>
                <a:gd name="connsiteX47" fmla="*/ 457801 w 2912392"/>
                <a:gd name="connsiteY47" fmla="*/ 1369 h 535621"/>
                <a:gd name="connsiteX48" fmla="*/ 467542 w 2912392"/>
                <a:gd name="connsiteY48" fmla="*/ 790 h 535621"/>
                <a:gd name="connsiteX49" fmla="*/ 477281 w 2912392"/>
                <a:gd name="connsiteY49" fmla="*/ 365 h 535621"/>
                <a:gd name="connsiteX50" fmla="*/ 487022 w 2912392"/>
                <a:gd name="connsiteY50" fmla="*/ 101 h 535621"/>
                <a:gd name="connsiteX51" fmla="*/ 496763 w 2912392"/>
                <a:gd name="connsiteY51" fmla="*/ 0 h 535621"/>
                <a:gd name="connsiteX52" fmla="*/ 506503 w 2912392"/>
                <a:gd name="connsiteY52" fmla="*/ 69 h 535621"/>
                <a:gd name="connsiteX53" fmla="*/ 516244 w 2912392"/>
                <a:gd name="connsiteY53" fmla="*/ 308 h 535621"/>
                <a:gd name="connsiteX54" fmla="*/ 525985 w 2912392"/>
                <a:gd name="connsiteY54" fmla="*/ 724 h 535621"/>
                <a:gd name="connsiteX55" fmla="*/ 535724 w 2912392"/>
                <a:gd name="connsiteY55" fmla="*/ 1317 h 535621"/>
                <a:gd name="connsiteX56" fmla="*/ 545465 w 2912392"/>
                <a:gd name="connsiteY56" fmla="*/ 2093 h 535621"/>
                <a:gd name="connsiteX57" fmla="*/ 555206 w 2912392"/>
                <a:gd name="connsiteY57" fmla="*/ 3053 h 535621"/>
                <a:gd name="connsiteX58" fmla="*/ 564946 w 2912392"/>
                <a:gd name="connsiteY58" fmla="*/ 4199 h 535621"/>
                <a:gd name="connsiteX59" fmla="*/ 574687 w 2912392"/>
                <a:gd name="connsiteY59" fmla="*/ 5530 h 535621"/>
                <a:gd name="connsiteX60" fmla="*/ 584428 w 2912392"/>
                <a:gd name="connsiteY60" fmla="*/ 7052 h 535621"/>
                <a:gd name="connsiteX61" fmla="*/ 594167 w 2912392"/>
                <a:gd name="connsiteY61" fmla="*/ 8764 h 535621"/>
                <a:gd name="connsiteX62" fmla="*/ 603908 w 2912392"/>
                <a:gd name="connsiteY62" fmla="*/ 10665 h 535621"/>
                <a:gd name="connsiteX63" fmla="*/ 613649 w 2912392"/>
                <a:gd name="connsiteY63" fmla="*/ 12755 h 535621"/>
                <a:gd name="connsiteX64" fmla="*/ 623388 w 2912392"/>
                <a:gd name="connsiteY64" fmla="*/ 15035 h 535621"/>
                <a:gd name="connsiteX65" fmla="*/ 633129 w 2912392"/>
                <a:gd name="connsiteY65" fmla="*/ 17502 h 535621"/>
                <a:gd name="connsiteX66" fmla="*/ 642870 w 2912392"/>
                <a:gd name="connsiteY66" fmla="*/ 20155 h 535621"/>
                <a:gd name="connsiteX67" fmla="*/ 652610 w 2912392"/>
                <a:gd name="connsiteY67" fmla="*/ 22994 h 535621"/>
                <a:gd name="connsiteX68" fmla="*/ 662351 w 2912392"/>
                <a:gd name="connsiteY68" fmla="*/ 26014 h 535621"/>
                <a:gd name="connsiteX69" fmla="*/ 672092 w 2912392"/>
                <a:gd name="connsiteY69" fmla="*/ 29211 h 535621"/>
                <a:gd name="connsiteX70" fmla="*/ 681831 w 2912392"/>
                <a:gd name="connsiteY70" fmla="*/ 32583 h 535621"/>
                <a:gd name="connsiteX71" fmla="*/ 691572 w 2912392"/>
                <a:gd name="connsiteY71" fmla="*/ 36126 h 535621"/>
                <a:gd name="connsiteX72" fmla="*/ 701313 w 2912392"/>
                <a:gd name="connsiteY72" fmla="*/ 39835 h 535621"/>
                <a:gd name="connsiteX73" fmla="*/ 711052 w 2912392"/>
                <a:gd name="connsiteY73" fmla="*/ 43706 h 535621"/>
                <a:gd name="connsiteX74" fmla="*/ 720793 w 2912392"/>
                <a:gd name="connsiteY74" fmla="*/ 47730 h 535621"/>
                <a:gd name="connsiteX75" fmla="*/ 730534 w 2912392"/>
                <a:gd name="connsiteY75" fmla="*/ 51907 h 535621"/>
                <a:gd name="connsiteX76" fmla="*/ 740274 w 2912392"/>
                <a:gd name="connsiteY76" fmla="*/ 56224 h 535621"/>
                <a:gd name="connsiteX77" fmla="*/ 750015 w 2912392"/>
                <a:gd name="connsiteY77" fmla="*/ 60679 h 535621"/>
                <a:gd name="connsiteX78" fmla="*/ 759756 w 2912392"/>
                <a:gd name="connsiteY78" fmla="*/ 65262 h 535621"/>
                <a:gd name="connsiteX79" fmla="*/ 769495 w 2912392"/>
                <a:gd name="connsiteY79" fmla="*/ 69969 h 535621"/>
                <a:gd name="connsiteX80" fmla="*/ 779236 w 2912392"/>
                <a:gd name="connsiteY80" fmla="*/ 74787 h 535621"/>
                <a:gd name="connsiteX81" fmla="*/ 788977 w 2912392"/>
                <a:gd name="connsiteY81" fmla="*/ 79713 h 535621"/>
                <a:gd name="connsiteX82" fmla="*/ 798717 w 2912392"/>
                <a:gd name="connsiteY82" fmla="*/ 84733 h 535621"/>
                <a:gd name="connsiteX83" fmla="*/ 808458 w 2912392"/>
                <a:gd name="connsiteY83" fmla="*/ 89844 h 535621"/>
                <a:gd name="connsiteX84" fmla="*/ 818199 w 2912392"/>
                <a:gd name="connsiteY84" fmla="*/ 95033 h 535621"/>
                <a:gd name="connsiteX85" fmla="*/ 827938 w 2912392"/>
                <a:gd name="connsiteY85" fmla="*/ 100292 h 535621"/>
                <a:gd name="connsiteX86" fmla="*/ 837679 w 2912392"/>
                <a:gd name="connsiteY86" fmla="*/ 105614 h 535621"/>
                <a:gd name="connsiteX87" fmla="*/ 847420 w 2912392"/>
                <a:gd name="connsiteY87" fmla="*/ 110986 h 535621"/>
                <a:gd name="connsiteX88" fmla="*/ 857159 w 2912392"/>
                <a:gd name="connsiteY88" fmla="*/ 116400 h 535621"/>
                <a:gd name="connsiteX89" fmla="*/ 866900 w 2912392"/>
                <a:gd name="connsiteY89" fmla="*/ 121845 h 535621"/>
                <a:gd name="connsiteX90" fmla="*/ 876641 w 2912392"/>
                <a:gd name="connsiteY90" fmla="*/ 127315 h 535621"/>
                <a:gd name="connsiteX91" fmla="*/ 886381 w 2912392"/>
                <a:gd name="connsiteY91" fmla="*/ 132796 h 535621"/>
                <a:gd name="connsiteX92" fmla="*/ 896122 w 2912392"/>
                <a:gd name="connsiteY92" fmla="*/ 138282 h 535621"/>
                <a:gd name="connsiteX93" fmla="*/ 905863 w 2912392"/>
                <a:gd name="connsiteY93" fmla="*/ 143760 h 535621"/>
                <a:gd name="connsiteX94" fmla="*/ 915602 w 2912392"/>
                <a:gd name="connsiteY94" fmla="*/ 149224 h 535621"/>
                <a:gd name="connsiteX95" fmla="*/ 925343 w 2912392"/>
                <a:gd name="connsiteY95" fmla="*/ 154662 h 535621"/>
                <a:gd name="connsiteX96" fmla="*/ 935084 w 2912392"/>
                <a:gd name="connsiteY96" fmla="*/ 160067 h 535621"/>
                <a:gd name="connsiteX97" fmla="*/ 944824 w 2912392"/>
                <a:gd name="connsiteY97" fmla="*/ 165429 h 535621"/>
                <a:gd name="connsiteX98" fmla="*/ 954564 w 2912392"/>
                <a:gd name="connsiteY98" fmla="*/ 170739 h 535621"/>
                <a:gd name="connsiteX99" fmla="*/ 964305 w 2912392"/>
                <a:gd name="connsiteY99" fmla="*/ 175990 h 535621"/>
                <a:gd name="connsiteX100" fmla="*/ 974045 w 2912392"/>
                <a:gd name="connsiteY100" fmla="*/ 181172 h 535621"/>
                <a:gd name="connsiteX101" fmla="*/ 983786 w 2912392"/>
                <a:gd name="connsiteY101" fmla="*/ 186279 h 535621"/>
                <a:gd name="connsiteX102" fmla="*/ 993522 w 2912392"/>
                <a:gd name="connsiteY102" fmla="*/ 191301 h 535621"/>
                <a:gd name="connsiteX103" fmla="*/ 1003266 w 2912392"/>
                <a:gd name="connsiteY103" fmla="*/ 196234 h 535621"/>
                <a:gd name="connsiteX104" fmla="*/ 1013010 w 2912392"/>
                <a:gd name="connsiteY104" fmla="*/ 201069 h 535621"/>
                <a:gd name="connsiteX105" fmla="*/ 1022754 w 2912392"/>
                <a:gd name="connsiteY105" fmla="*/ 205801 h 535621"/>
                <a:gd name="connsiteX106" fmla="*/ 1032483 w 2912392"/>
                <a:gd name="connsiteY106" fmla="*/ 210424 h 535621"/>
                <a:gd name="connsiteX107" fmla="*/ 1042227 w 2912392"/>
                <a:gd name="connsiteY107" fmla="*/ 214931 h 535621"/>
                <a:gd name="connsiteX108" fmla="*/ 1051971 w 2912392"/>
                <a:gd name="connsiteY108" fmla="*/ 219319 h 535621"/>
                <a:gd name="connsiteX109" fmla="*/ 1061715 w 2912392"/>
                <a:gd name="connsiteY109" fmla="*/ 223582 h 535621"/>
                <a:gd name="connsiteX110" fmla="*/ 1071444 w 2912392"/>
                <a:gd name="connsiteY110" fmla="*/ 227716 h 535621"/>
                <a:gd name="connsiteX111" fmla="*/ 1081188 w 2912392"/>
                <a:gd name="connsiteY111" fmla="*/ 231716 h 535621"/>
                <a:gd name="connsiteX112" fmla="*/ 1090932 w 2912392"/>
                <a:gd name="connsiteY112" fmla="*/ 235581 h 535621"/>
                <a:gd name="connsiteX113" fmla="*/ 1100676 w 2912392"/>
                <a:gd name="connsiteY113" fmla="*/ 239309 h 535621"/>
                <a:gd name="connsiteX114" fmla="*/ 1110405 w 2912392"/>
                <a:gd name="connsiteY114" fmla="*/ 242894 h 535621"/>
                <a:gd name="connsiteX115" fmla="*/ 1120149 w 2912392"/>
                <a:gd name="connsiteY115" fmla="*/ 246337 h 535621"/>
                <a:gd name="connsiteX116" fmla="*/ 1129893 w 2912392"/>
                <a:gd name="connsiteY116" fmla="*/ 249634 h 535621"/>
                <a:gd name="connsiteX117" fmla="*/ 1139637 w 2912392"/>
                <a:gd name="connsiteY117" fmla="*/ 252788 h 535621"/>
                <a:gd name="connsiteX118" fmla="*/ 1149381 w 2912392"/>
                <a:gd name="connsiteY118" fmla="*/ 255795 h 535621"/>
                <a:gd name="connsiteX119" fmla="*/ 1159110 w 2912392"/>
                <a:gd name="connsiteY119" fmla="*/ 258655 h 535621"/>
                <a:gd name="connsiteX120" fmla="*/ 1168854 w 2912392"/>
                <a:gd name="connsiteY120" fmla="*/ 261370 h 535621"/>
                <a:gd name="connsiteX121" fmla="*/ 1178598 w 2912392"/>
                <a:gd name="connsiteY121" fmla="*/ 263940 h 535621"/>
                <a:gd name="connsiteX122" fmla="*/ 1188341 w 2912392"/>
                <a:gd name="connsiteY122" fmla="*/ 266366 h 535621"/>
                <a:gd name="connsiteX123" fmla="*/ 1198070 w 2912392"/>
                <a:gd name="connsiteY123" fmla="*/ 268648 h 535621"/>
                <a:gd name="connsiteX124" fmla="*/ 1207814 w 2912392"/>
                <a:gd name="connsiteY124" fmla="*/ 270790 h 535621"/>
                <a:gd name="connsiteX125" fmla="*/ 1217558 w 2912392"/>
                <a:gd name="connsiteY125" fmla="*/ 272793 h 535621"/>
                <a:gd name="connsiteX126" fmla="*/ 1227302 w 2912392"/>
                <a:gd name="connsiteY126" fmla="*/ 274660 h 535621"/>
                <a:gd name="connsiteX127" fmla="*/ 1237031 w 2912392"/>
                <a:gd name="connsiteY127" fmla="*/ 276392 h 535621"/>
                <a:gd name="connsiteX128" fmla="*/ 1246775 w 2912392"/>
                <a:gd name="connsiteY128" fmla="*/ 277994 h 535621"/>
                <a:gd name="connsiteX129" fmla="*/ 1256519 w 2912392"/>
                <a:gd name="connsiteY129" fmla="*/ 279469 h 535621"/>
                <a:gd name="connsiteX130" fmla="*/ 1266263 w 2912392"/>
                <a:gd name="connsiteY130" fmla="*/ 280819 h 535621"/>
                <a:gd name="connsiteX131" fmla="*/ 1276007 w 2912392"/>
                <a:gd name="connsiteY131" fmla="*/ 282048 h 535621"/>
                <a:gd name="connsiteX132" fmla="*/ 1285736 w 2912392"/>
                <a:gd name="connsiteY132" fmla="*/ 283161 h 535621"/>
                <a:gd name="connsiteX133" fmla="*/ 1295480 w 2912392"/>
                <a:gd name="connsiteY133" fmla="*/ 284161 h 535621"/>
                <a:gd name="connsiteX134" fmla="*/ 1305224 w 2912392"/>
                <a:gd name="connsiteY134" fmla="*/ 285052 h 535621"/>
                <a:gd name="connsiteX135" fmla="*/ 1314968 w 2912392"/>
                <a:gd name="connsiteY135" fmla="*/ 285838 h 535621"/>
                <a:gd name="connsiteX136" fmla="*/ 1324697 w 2912392"/>
                <a:gd name="connsiteY136" fmla="*/ 286527 h 535621"/>
                <a:gd name="connsiteX137" fmla="*/ 1334441 w 2912392"/>
                <a:gd name="connsiteY137" fmla="*/ 287118 h 535621"/>
                <a:gd name="connsiteX138" fmla="*/ 1344185 w 2912392"/>
                <a:gd name="connsiteY138" fmla="*/ 287619 h 535621"/>
                <a:gd name="connsiteX139" fmla="*/ 1353929 w 2912392"/>
                <a:gd name="connsiteY139" fmla="*/ 288033 h 535621"/>
                <a:gd name="connsiteX140" fmla="*/ 1363658 w 2912392"/>
                <a:gd name="connsiteY140" fmla="*/ 288365 h 535621"/>
                <a:gd name="connsiteX141" fmla="*/ 1373402 w 2912392"/>
                <a:gd name="connsiteY141" fmla="*/ 288620 h 535621"/>
                <a:gd name="connsiteX142" fmla="*/ 1383146 w 2912392"/>
                <a:gd name="connsiteY142" fmla="*/ 288805 h 535621"/>
                <a:gd name="connsiteX143" fmla="*/ 1392890 w 2912392"/>
                <a:gd name="connsiteY143" fmla="*/ 288920 h 535621"/>
                <a:gd name="connsiteX144" fmla="*/ 1402619 w 2912392"/>
                <a:gd name="connsiteY144" fmla="*/ 288973 h 535621"/>
                <a:gd name="connsiteX145" fmla="*/ 1412363 w 2912392"/>
                <a:gd name="connsiteY145" fmla="*/ 288967 h 535621"/>
                <a:gd name="connsiteX146" fmla="*/ 1422106 w 2912392"/>
                <a:gd name="connsiteY146" fmla="*/ 288909 h 535621"/>
                <a:gd name="connsiteX147" fmla="*/ 1431850 w 2912392"/>
                <a:gd name="connsiteY147" fmla="*/ 288802 h 535621"/>
                <a:gd name="connsiteX148" fmla="*/ 1441594 w 2912392"/>
                <a:gd name="connsiteY148" fmla="*/ 288650 h 535621"/>
                <a:gd name="connsiteX149" fmla="*/ 1451323 w 2912392"/>
                <a:gd name="connsiteY149" fmla="*/ 288459 h 535621"/>
                <a:gd name="connsiteX150" fmla="*/ 1461067 w 2912392"/>
                <a:gd name="connsiteY150" fmla="*/ 288233 h 535621"/>
                <a:gd name="connsiteX151" fmla="*/ 1470811 w 2912392"/>
                <a:gd name="connsiteY151" fmla="*/ 287976 h 535621"/>
                <a:gd name="connsiteX152" fmla="*/ 1480555 w 2912392"/>
                <a:gd name="connsiteY152" fmla="*/ 287693 h 535621"/>
                <a:gd name="connsiteX153" fmla="*/ 1490284 w 2912392"/>
                <a:gd name="connsiteY153" fmla="*/ 287389 h 535621"/>
                <a:gd name="connsiteX154" fmla="*/ 1500028 w 2912392"/>
                <a:gd name="connsiteY154" fmla="*/ 287068 h 535621"/>
                <a:gd name="connsiteX155" fmla="*/ 1509772 w 2912392"/>
                <a:gd name="connsiteY155" fmla="*/ 286732 h 535621"/>
                <a:gd name="connsiteX156" fmla="*/ 1519516 w 2912392"/>
                <a:gd name="connsiteY156" fmla="*/ 286388 h 535621"/>
                <a:gd name="connsiteX157" fmla="*/ 1529245 w 2912392"/>
                <a:gd name="connsiteY157" fmla="*/ 286040 h 535621"/>
                <a:gd name="connsiteX158" fmla="*/ 1538989 w 2912392"/>
                <a:gd name="connsiteY158" fmla="*/ 285691 h 535621"/>
                <a:gd name="connsiteX159" fmla="*/ 1548733 w 2912392"/>
                <a:gd name="connsiteY159" fmla="*/ 285347 h 535621"/>
                <a:gd name="connsiteX160" fmla="*/ 1558477 w 2912392"/>
                <a:gd name="connsiteY160" fmla="*/ 285009 h 535621"/>
                <a:gd name="connsiteX161" fmla="*/ 1568221 w 2912392"/>
                <a:gd name="connsiteY161" fmla="*/ 284684 h 535621"/>
                <a:gd name="connsiteX162" fmla="*/ 1577950 w 2912392"/>
                <a:gd name="connsiteY162" fmla="*/ 284374 h 535621"/>
                <a:gd name="connsiteX163" fmla="*/ 1587694 w 2912392"/>
                <a:gd name="connsiteY163" fmla="*/ 284085 h 535621"/>
                <a:gd name="connsiteX164" fmla="*/ 1597438 w 2912392"/>
                <a:gd name="connsiteY164" fmla="*/ 283820 h 535621"/>
                <a:gd name="connsiteX165" fmla="*/ 1607182 w 2912392"/>
                <a:gd name="connsiteY165" fmla="*/ 283581 h 535621"/>
                <a:gd name="connsiteX166" fmla="*/ 1616911 w 2912392"/>
                <a:gd name="connsiteY166" fmla="*/ 283376 h 535621"/>
                <a:gd name="connsiteX167" fmla="*/ 1626655 w 2912392"/>
                <a:gd name="connsiteY167" fmla="*/ 283204 h 535621"/>
                <a:gd name="connsiteX168" fmla="*/ 1636399 w 2912392"/>
                <a:gd name="connsiteY168" fmla="*/ 283075 h 535621"/>
                <a:gd name="connsiteX169" fmla="*/ 1646142 w 2912392"/>
                <a:gd name="connsiteY169" fmla="*/ 282987 h 535621"/>
                <a:gd name="connsiteX170" fmla="*/ 1655872 w 2912392"/>
                <a:gd name="connsiteY170" fmla="*/ 282947 h 535621"/>
                <a:gd name="connsiteX171" fmla="*/ 1665616 w 2912392"/>
                <a:gd name="connsiteY171" fmla="*/ 282957 h 535621"/>
                <a:gd name="connsiteX172" fmla="*/ 1675359 w 2912392"/>
                <a:gd name="connsiteY172" fmla="*/ 283023 h 535621"/>
                <a:gd name="connsiteX173" fmla="*/ 1685103 w 2912392"/>
                <a:gd name="connsiteY173" fmla="*/ 283146 h 535621"/>
                <a:gd name="connsiteX174" fmla="*/ 1694832 w 2912392"/>
                <a:gd name="connsiteY174" fmla="*/ 283334 h 535621"/>
                <a:gd name="connsiteX175" fmla="*/ 1704576 w 2912392"/>
                <a:gd name="connsiteY175" fmla="*/ 283586 h 535621"/>
                <a:gd name="connsiteX176" fmla="*/ 1714320 w 2912392"/>
                <a:gd name="connsiteY176" fmla="*/ 283908 h 535621"/>
                <a:gd name="connsiteX177" fmla="*/ 1724064 w 2912392"/>
                <a:gd name="connsiteY177" fmla="*/ 284302 h 535621"/>
                <a:gd name="connsiteX178" fmla="*/ 1733808 w 2912392"/>
                <a:gd name="connsiteY178" fmla="*/ 284773 h 535621"/>
                <a:gd name="connsiteX179" fmla="*/ 1743537 w 2912392"/>
                <a:gd name="connsiteY179" fmla="*/ 285324 h 535621"/>
                <a:gd name="connsiteX180" fmla="*/ 1753281 w 2912392"/>
                <a:gd name="connsiteY180" fmla="*/ 285959 h 535621"/>
                <a:gd name="connsiteX181" fmla="*/ 1763025 w 2912392"/>
                <a:gd name="connsiteY181" fmla="*/ 286679 h 535621"/>
                <a:gd name="connsiteX182" fmla="*/ 1772769 w 2912392"/>
                <a:gd name="connsiteY182" fmla="*/ 287489 h 535621"/>
                <a:gd name="connsiteX183" fmla="*/ 1782498 w 2912392"/>
                <a:gd name="connsiteY183" fmla="*/ 288392 h 535621"/>
                <a:gd name="connsiteX184" fmla="*/ 1792242 w 2912392"/>
                <a:gd name="connsiteY184" fmla="*/ 289390 h 535621"/>
                <a:gd name="connsiteX185" fmla="*/ 1801986 w 2912392"/>
                <a:gd name="connsiteY185" fmla="*/ 290487 h 535621"/>
                <a:gd name="connsiteX186" fmla="*/ 1811730 w 2912392"/>
                <a:gd name="connsiteY186" fmla="*/ 291683 h 535621"/>
                <a:gd name="connsiteX187" fmla="*/ 1821459 w 2912392"/>
                <a:gd name="connsiteY187" fmla="*/ 292984 h 535621"/>
                <a:gd name="connsiteX188" fmla="*/ 1831203 w 2912392"/>
                <a:gd name="connsiteY188" fmla="*/ 294389 h 535621"/>
                <a:gd name="connsiteX189" fmla="*/ 1840947 w 2912392"/>
                <a:gd name="connsiteY189" fmla="*/ 295901 h 535621"/>
                <a:gd name="connsiteX190" fmla="*/ 1850691 w 2912392"/>
                <a:gd name="connsiteY190" fmla="*/ 297522 h 535621"/>
                <a:gd name="connsiteX191" fmla="*/ 1860435 w 2912392"/>
                <a:gd name="connsiteY191" fmla="*/ 299253 h 535621"/>
                <a:gd name="connsiteX192" fmla="*/ 1870164 w 2912392"/>
                <a:gd name="connsiteY192" fmla="*/ 301098 h 535621"/>
                <a:gd name="connsiteX193" fmla="*/ 1879908 w 2912392"/>
                <a:gd name="connsiteY193" fmla="*/ 303054 h 535621"/>
                <a:gd name="connsiteX194" fmla="*/ 1889652 w 2912392"/>
                <a:gd name="connsiteY194" fmla="*/ 305124 h 535621"/>
                <a:gd name="connsiteX195" fmla="*/ 1899395 w 2912392"/>
                <a:gd name="connsiteY195" fmla="*/ 307306 h 535621"/>
                <a:gd name="connsiteX196" fmla="*/ 1909124 w 2912392"/>
                <a:gd name="connsiteY196" fmla="*/ 309604 h 535621"/>
                <a:gd name="connsiteX197" fmla="*/ 1918868 w 2912392"/>
                <a:gd name="connsiteY197" fmla="*/ 312016 h 535621"/>
                <a:gd name="connsiteX198" fmla="*/ 1928612 w 2912392"/>
                <a:gd name="connsiteY198" fmla="*/ 314541 h 535621"/>
                <a:gd name="connsiteX199" fmla="*/ 1938356 w 2912392"/>
                <a:gd name="connsiteY199" fmla="*/ 317180 h 535621"/>
                <a:gd name="connsiteX200" fmla="*/ 1948085 w 2912392"/>
                <a:gd name="connsiteY200" fmla="*/ 319930 h 535621"/>
                <a:gd name="connsiteX201" fmla="*/ 1957829 w 2912392"/>
                <a:gd name="connsiteY201" fmla="*/ 322791 h 535621"/>
                <a:gd name="connsiteX202" fmla="*/ 1967573 w 2912392"/>
                <a:gd name="connsiteY202" fmla="*/ 325760 h 535621"/>
                <a:gd name="connsiteX203" fmla="*/ 1977317 w 2912392"/>
                <a:gd name="connsiteY203" fmla="*/ 328837 h 535621"/>
                <a:gd name="connsiteX204" fmla="*/ 1987046 w 2912392"/>
                <a:gd name="connsiteY204" fmla="*/ 332016 h 535621"/>
                <a:gd name="connsiteX205" fmla="*/ 1996790 w 2912392"/>
                <a:gd name="connsiteY205" fmla="*/ 335299 h 535621"/>
                <a:gd name="connsiteX206" fmla="*/ 2006534 w 2912392"/>
                <a:gd name="connsiteY206" fmla="*/ 338679 h 535621"/>
                <a:gd name="connsiteX207" fmla="*/ 2016278 w 2912392"/>
                <a:gd name="connsiteY207" fmla="*/ 342154 h 535621"/>
                <a:gd name="connsiteX208" fmla="*/ 2026022 w 2912392"/>
                <a:gd name="connsiteY208" fmla="*/ 345720 h 535621"/>
                <a:gd name="connsiteX209" fmla="*/ 2035751 w 2912392"/>
                <a:gd name="connsiteY209" fmla="*/ 349375 h 535621"/>
                <a:gd name="connsiteX210" fmla="*/ 2045495 w 2912392"/>
                <a:gd name="connsiteY210" fmla="*/ 353112 h 535621"/>
                <a:gd name="connsiteX211" fmla="*/ 2055239 w 2912392"/>
                <a:gd name="connsiteY211" fmla="*/ 356927 h 535621"/>
                <a:gd name="connsiteX212" fmla="*/ 2064983 w 2912392"/>
                <a:gd name="connsiteY212" fmla="*/ 360816 h 535621"/>
                <a:gd name="connsiteX213" fmla="*/ 2074712 w 2912392"/>
                <a:gd name="connsiteY213" fmla="*/ 364775 h 535621"/>
                <a:gd name="connsiteX214" fmla="*/ 2084456 w 2912392"/>
                <a:gd name="connsiteY214" fmla="*/ 368794 h 535621"/>
                <a:gd name="connsiteX215" fmla="*/ 2094200 w 2912392"/>
                <a:gd name="connsiteY215" fmla="*/ 372874 h 535621"/>
                <a:gd name="connsiteX216" fmla="*/ 2103944 w 2912392"/>
                <a:gd name="connsiteY216" fmla="*/ 377002 h 535621"/>
                <a:gd name="connsiteX217" fmla="*/ 2113673 w 2912392"/>
                <a:gd name="connsiteY217" fmla="*/ 381179 h 535621"/>
                <a:gd name="connsiteX218" fmla="*/ 2123417 w 2912392"/>
                <a:gd name="connsiteY218" fmla="*/ 385393 h 535621"/>
                <a:gd name="connsiteX219" fmla="*/ 2133161 w 2912392"/>
                <a:gd name="connsiteY219" fmla="*/ 389641 h 535621"/>
                <a:gd name="connsiteX220" fmla="*/ 2142905 w 2912392"/>
                <a:gd name="connsiteY220" fmla="*/ 393916 h 535621"/>
                <a:gd name="connsiteX221" fmla="*/ 2152649 w 2912392"/>
                <a:gd name="connsiteY221" fmla="*/ 398210 h 535621"/>
                <a:gd name="connsiteX222" fmla="*/ 2162377 w 2912392"/>
                <a:gd name="connsiteY222" fmla="*/ 402517 h 535621"/>
                <a:gd name="connsiteX223" fmla="*/ 2172121 w 2912392"/>
                <a:gd name="connsiteY223" fmla="*/ 406832 h 535621"/>
                <a:gd name="connsiteX224" fmla="*/ 2181865 w 2912392"/>
                <a:gd name="connsiteY224" fmla="*/ 411146 h 535621"/>
                <a:gd name="connsiteX225" fmla="*/ 2191609 w 2912392"/>
                <a:gd name="connsiteY225" fmla="*/ 415454 h 535621"/>
                <a:gd name="connsiteX226" fmla="*/ 2201338 w 2912392"/>
                <a:gd name="connsiteY226" fmla="*/ 419749 h 535621"/>
                <a:gd name="connsiteX227" fmla="*/ 2211082 w 2912392"/>
                <a:gd name="connsiteY227" fmla="*/ 424024 h 535621"/>
                <a:gd name="connsiteX228" fmla="*/ 2220826 w 2912392"/>
                <a:gd name="connsiteY228" fmla="*/ 428271 h 535621"/>
                <a:gd name="connsiteX229" fmla="*/ 2230570 w 2912392"/>
                <a:gd name="connsiteY229" fmla="*/ 432486 h 535621"/>
                <a:gd name="connsiteX230" fmla="*/ 2240299 w 2912392"/>
                <a:gd name="connsiteY230" fmla="*/ 436661 h 535621"/>
                <a:gd name="connsiteX231" fmla="*/ 2250043 w 2912392"/>
                <a:gd name="connsiteY231" fmla="*/ 440791 h 535621"/>
                <a:gd name="connsiteX232" fmla="*/ 2259787 w 2912392"/>
                <a:gd name="connsiteY232" fmla="*/ 444870 h 535621"/>
                <a:gd name="connsiteX233" fmla="*/ 2269531 w 2912392"/>
                <a:gd name="connsiteY233" fmla="*/ 448891 h 535621"/>
                <a:gd name="connsiteX234" fmla="*/ 2279260 w 2912392"/>
                <a:gd name="connsiteY234" fmla="*/ 452850 h 535621"/>
                <a:gd name="connsiteX235" fmla="*/ 2289004 w 2912392"/>
                <a:gd name="connsiteY235" fmla="*/ 456742 h 535621"/>
                <a:gd name="connsiteX236" fmla="*/ 2298748 w 2912392"/>
                <a:gd name="connsiteY236" fmla="*/ 460559 h 535621"/>
                <a:gd name="connsiteX237" fmla="*/ 2308492 w 2912392"/>
                <a:gd name="connsiteY237" fmla="*/ 464298 h 535621"/>
                <a:gd name="connsiteX238" fmla="*/ 2318236 w 2912392"/>
                <a:gd name="connsiteY238" fmla="*/ 467956 h 535621"/>
                <a:gd name="connsiteX239" fmla="*/ 2327965 w 2912392"/>
                <a:gd name="connsiteY239" fmla="*/ 471526 h 535621"/>
                <a:gd name="connsiteX240" fmla="*/ 2337709 w 2912392"/>
                <a:gd name="connsiteY240" fmla="*/ 475006 h 535621"/>
                <a:gd name="connsiteX241" fmla="*/ 2347453 w 2912392"/>
                <a:gd name="connsiteY241" fmla="*/ 478393 h 535621"/>
                <a:gd name="connsiteX242" fmla="*/ 2357197 w 2912392"/>
                <a:gd name="connsiteY242" fmla="*/ 481681 h 535621"/>
                <a:gd name="connsiteX243" fmla="*/ 2366926 w 2912392"/>
                <a:gd name="connsiteY243" fmla="*/ 484871 h 535621"/>
                <a:gd name="connsiteX244" fmla="*/ 2376670 w 2912392"/>
                <a:gd name="connsiteY244" fmla="*/ 487958 h 535621"/>
                <a:gd name="connsiteX245" fmla="*/ 2386413 w 2912392"/>
                <a:gd name="connsiteY245" fmla="*/ 490939 h 535621"/>
                <a:gd name="connsiteX246" fmla="*/ 2396157 w 2912392"/>
                <a:gd name="connsiteY246" fmla="*/ 493815 h 535621"/>
                <a:gd name="connsiteX247" fmla="*/ 2405886 w 2912392"/>
                <a:gd name="connsiteY247" fmla="*/ 496583 h 535621"/>
                <a:gd name="connsiteX248" fmla="*/ 2415630 w 2912392"/>
                <a:gd name="connsiteY248" fmla="*/ 499242 h 535621"/>
                <a:gd name="connsiteX249" fmla="*/ 2425374 w 2912392"/>
                <a:gd name="connsiteY249" fmla="*/ 501793 h 535621"/>
                <a:gd name="connsiteX250" fmla="*/ 2435118 w 2912392"/>
                <a:gd name="connsiteY250" fmla="*/ 504234 h 535621"/>
                <a:gd name="connsiteX251" fmla="*/ 2444862 w 2912392"/>
                <a:gd name="connsiteY251" fmla="*/ 506564 h 535621"/>
                <a:gd name="connsiteX252" fmla="*/ 2454591 w 2912392"/>
                <a:gd name="connsiteY252" fmla="*/ 508785 h 535621"/>
                <a:gd name="connsiteX253" fmla="*/ 2464335 w 2912392"/>
                <a:gd name="connsiteY253" fmla="*/ 510898 h 535621"/>
                <a:gd name="connsiteX254" fmla="*/ 2474079 w 2912392"/>
                <a:gd name="connsiteY254" fmla="*/ 512902 h 535621"/>
                <a:gd name="connsiteX255" fmla="*/ 2483823 w 2912392"/>
                <a:gd name="connsiteY255" fmla="*/ 514800 h 535621"/>
                <a:gd name="connsiteX256" fmla="*/ 2493552 w 2912392"/>
                <a:gd name="connsiteY256" fmla="*/ 516594 h 535621"/>
                <a:gd name="connsiteX257" fmla="*/ 2503296 w 2912392"/>
                <a:gd name="connsiteY257" fmla="*/ 518285 h 535621"/>
                <a:gd name="connsiteX258" fmla="*/ 2513040 w 2912392"/>
                <a:gd name="connsiteY258" fmla="*/ 519875 h 535621"/>
                <a:gd name="connsiteX259" fmla="*/ 2522784 w 2912392"/>
                <a:gd name="connsiteY259" fmla="*/ 521365 h 535621"/>
                <a:gd name="connsiteX260" fmla="*/ 2532513 w 2912392"/>
                <a:gd name="connsiteY260" fmla="*/ 522761 h 535621"/>
                <a:gd name="connsiteX261" fmla="*/ 2542257 w 2912392"/>
                <a:gd name="connsiteY261" fmla="*/ 524061 h 535621"/>
                <a:gd name="connsiteX262" fmla="*/ 2552001 w 2912392"/>
                <a:gd name="connsiteY262" fmla="*/ 525273 h 535621"/>
                <a:gd name="connsiteX263" fmla="*/ 2561745 w 2912392"/>
                <a:gd name="connsiteY263" fmla="*/ 526396 h 535621"/>
                <a:gd name="connsiteX264" fmla="*/ 2571474 w 2912392"/>
                <a:gd name="connsiteY264" fmla="*/ 527436 h 535621"/>
                <a:gd name="connsiteX265" fmla="*/ 2581218 w 2912392"/>
                <a:gd name="connsiteY265" fmla="*/ 528394 h 535621"/>
                <a:gd name="connsiteX266" fmla="*/ 2590962 w 2912392"/>
                <a:gd name="connsiteY266" fmla="*/ 529274 h 535621"/>
                <a:gd name="connsiteX267" fmla="*/ 2600705 w 2912392"/>
                <a:gd name="connsiteY267" fmla="*/ 530082 h 535621"/>
                <a:gd name="connsiteX268" fmla="*/ 2610449 w 2912392"/>
                <a:gd name="connsiteY268" fmla="*/ 530818 h 535621"/>
                <a:gd name="connsiteX269" fmla="*/ 2620178 w 2912392"/>
                <a:gd name="connsiteY269" fmla="*/ 531487 h 535621"/>
                <a:gd name="connsiteX270" fmla="*/ 2629922 w 2912392"/>
                <a:gd name="connsiteY270" fmla="*/ 532090 h 535621"/>
                <a:gd name="connsiteX271" fmla="*/ 2639666 w 2912392"/>
                <a:gd name="connsiteY271" fmla="*/ 532636 h 535621"/>
                <a:gd name="connsiteX272" fmla="*/ 2649410 w 2912392"/>
                <a:gd name="connsiteY272" fmla="*/ 533123 h 535621"/>
                <a:gd name="connsiteX273" fmla="*/ 2659139 w 2912392"/>
                <a:gd name="connsiteY273" fmla="*/ 533556 h 535621"/>
                <a:gd name="connsiteX274" fmla="*/ 2668883 w 2912392"/>
                <a:gd name="connsiteY274" fmla="*/ 533941 h 535621"/>
                <a:gd name="connsiteX275" fmla="*/ 2678627 w 2912392"/>
                <a:gd name="connsiteY275" fmla="*/ 534277 h 535621"/>
                <a:gd name="connsiteX276" fmla="*/ 2688371 w 2912392"/>
                <a:gd name="connsiteY276" fmla="*/ 534569 h 535621"/>
                <a:gd name="connsiteX277" fmla="*/ 2698100 w 2912392"/>
                <a:gd name="connsiteY277" fmla="*/ 534820 h 535621"/>
                <a:gd name="connsiteX278" fmla="*/ 2707844 w 2912392"/>
                <a:gd name="connsiteY278" fmla="*/ 535031 h 535621"/>
                <a:gd name="connsiteX279" fmla="*/ 2717588 w 2912392"/>
                <a:gd name="connsiteY279" fmla="*/ 535207 h 535621"/>
                <a:gd name="connsiteX280" fmla="*/ 2727332 w 2912392"/>
                <a:gd name="connsiteY280" fmla="*/ 535349 h 535621"/>
                <a:gd name="connsiteX281" fmla="*/ 2737076 w 2912392"/>
                <a:gd name="connsiteY281" fmla="*/ 535459 h 535621"/>
                <a:gd name="connsiteX282" fmla="*/ 2746805 w 2912392"/>
                <a:gd name="connsiteY282" fmla="*/ 535541 h 535621"/>
                <a:gd name="connsiteX283" fmla="*/ 2756549 w 2912392"/>
                <a:gd name="connsiteY283" fmla="*/ 535593 h 535621"/>
                <a:gd name="connsiteX284" fmla="*/ 2766293 w 2912392"/>
                <a:gd name="connsiteY284" fmla="*/ 535620 h 535621"/>
                <a:gd name="connsiteX285" fmla="*/ 2776037 w 2912392"/>
                <a:gd name="connsiteY285" fmla="*/ 535621 h 535621"/>
                <a:gd name="connsiteX286" fmla="*/ 2785766 w 2912392"/>
                <a:gd name="connsiteY286" fmla="*/ 535597 h 535621"/>
                <a:gd name="connsiteX287" fmla="*/ 2795510 w 2912392"/>
                <a:gd name="connsiteY287" fmla="*/ 535551 h 535621"/>
                <a:gd name="connsiteX288" fmla="*/ 2805254 w 2912392"/>
                <a:gd name="connsiteY288" fmla="*/ 535483 h 535621"/>
                <a:gd name="connsiteX289" fmla="*/ 2814998 w 2912392"/>
                <a:gd name="connsiteY289" fmla="*/ 535392 h 535621"/>
                <a:gd name="connsiteX290" fmla="*/ 2824727 w 2912392"/>
                <a:gd name="connsiteY290" fmla="*/ 535279 h 535621"/>
                <a:gd name="connsiteX291" fmla="*/ 2834471 w 2912392"/>
                <a:gd name="connsiteY291" fmla="*/ 535143 h 535621"/>
                <a:gd name="connsiteX292" fmla="*/ 2844215 w 2912392"/>
                <a:gd name="connsiteY292" fmla="*/ 534985 h 535621"/>
                <a:gd name="connsiteX293" fmla="*/ 2853958 w 2912392"/>
                <a:gd name="connsiteY293" fmla="*/ 534805 h 535621"/>
                <a:gd name="connsiteX294" fmla="*/ 2863687 w 2912392"/>
                <a:gd name="connsiteY294" fmla="*/ 534599 h 535621"/>
                <a:gd name="connsiteX295" fmla="*/ 2873431 w 2912392"/>
                <a:gd name="connsiteY295" fmla="*/ 534370 h 535621"/>
                <a:gd name="connsiteX296" fmla="*/ 2883175 w 2912392"/>
                <a:gd name="connsiteY296" fmla="*/ 534115 h 535621"/>
                <a:gd name="connsiteX297" fmla="*/ 2892919 w 2912392"/>
                <a:gd name="connsiteY297" fmla="*/ 533832 h 535621"/>
                <a:gd name="connsiteX298" fmla="*/ 2902663 w 2912392"/>
                <a:gd name="connsiteY298" fmla="*/ 533521 h 535621"/>
                <a:gd name="connsiteX299" fmla="*/ 2912392 w 2912392"/>
                <a:gd name="connsiteY299" fmla="*/ 533179 h 535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35621">
                  <a:moveTo>
                    <a:pt x="0" y="118919"/>
                  </a:moveTo>
                  <a:lnTo>
                    <a:pt x="9739" y="115662"/>
                  </a:lnTo>
                  <a:lnTo>
                    <a:pt x="19480" y="112425"/>
                  </a:lnTo>
                  <a:lnTo>
                    <a:pt x="29221" y="109204"/>
                  </a:lnTo>
                  <a:lnTo>
                    <a:pt x="38961" y="105999"/>
                  </a:lnTo>
                  <a:lnTo>
                    <a:pt x="48702" y="102812"/>
                  </a:lnTo>
                  <a:lnTo>
                    <a:pt x="58443" y="99640"/>
                  </a:lnTo>
                  <a:lnTo>
                    <a:pt x="68182" y="96483"/>
                  </a:lnTo>
                  <a:lnTo>
                    <a:pt x="77923" y="93342"/>
                  </a:lnTo>
                  <a:lnTo>
                    <a:pt x="87664" y="90218"/>
                  </a:lnTo>
                  <a:lnTo>
                    <a:pt x="97404" y="87108"/>
                  </a:lnTo>
                  <a:lnTo>
                    <a:pt x="107145" y="84015"/>
                  </a:lnTo>
                  <a:lnTo>
                    <a:pt x="116886" y="80937"/>
                  </a:lnTo>
                  <a:lnTo>
                    <a:pt x="126625" y="77878"/>
                  </a:lnTo>
                  <a:lnTo>
                    <a:pt x="136366" y="74836"/>
                  </a:lnTo>
                  <a:lnTo>
                    <a:pt x="146107" y="71812"/>
                  </a:lnTo>
                  <a:lnTo>
                    <a:pt x="155846" y="68808"/>
                  </a:lnTo>
                  <a:lnTo>
                    <a:pt x="165587" y="65825"/>
                  </a:lnTo>
                  <a:lnTo>
                    <a:pt x="175328" y="62866"/>
                  </a:lnTo>
                  <a:lnTo>
                    <a:pt x="185068" y="59931"/>
                  </a:lnTo>
                  <a:lnTo>
                    <a:pt x="194809" y="57021"/>
                  </a:lnTo>
                  <a:lnTo>
                    <a:pt x="204550" y="54141"/>
                  </a:lnTo>
                  <a:lnTo>
                    <a:pt x="214289" y="51293"/>
                  </a:lnTo>
                  <a:lnTo>
                    <a:pt x="224030" y="48477"/>
                  </a:lnTo>
                  <a:lnTo>
                    <a:pt x="233771" y="45698"/>
                  </a:lnTo>
                  <a:lnTo>
                    <a:pt x="243510" y="42960"/>
                  </a:lnTo>
                  <a:lnTo>
                    <a:pt x="253251" y="40263"/>
                  </a:lnTo>
                  <a:lnTo>
                    <a:pt x="262992" y="37612"/>
                  </a:lnTo>
                  <a:lnTo>
                    <a:pt x="272732" y="35014"/>
                  </a:lnTo>
                  <a:lnTo>
                    <a:pt x="282473" y="32468"/>
                  </a:lnTo>
                  <a:lnTo>
                    <a:pt x="292214" y="29981"/>
                  </a:lnTo>
                  <a:lnTo>
                    <a:pt x="301953" y="27557"/>
                  </a:lnTo>
                  <a:lnTo>
                    <a:pt x="311694" y="25200"/>
                  </a:lnTo>
                  <a:lnTo>
                    <a:pt x="321435" y="22915"/>
                  </a:lnTo>
                  <a:lnTo>
                    <a:pt x="331175" y="20707"/>
                  </a:lnTo>
                  <a:lnTo>
                    <a:pt x="340916" y="18580"/>
                  </a:lnTo>
                  <a:lnTo>
                    <a:pt x="350656" y="16541"/>
                  </a:lnTo>
                  <a:lnTo>
                    <a:pt x="360396" y="14592"/>
                  </a:lnTo>
                  <a:lnTo>
                    <a:pt x="370137" y="12743"/>
                  </a:lnTo>
                  <a:lnTo>
                    <a:pt x="379878" y="10995"/>
                  </a:lnTo>
                  <a:lnTo>
                    <a:pt x="389617" y="9357"/>
                  </a:lnTo>
                  <a:lnTo>
                    <a:pt x="399358" y="7831"/>
                  </a:lnTo>
                  <a:lnTo>
                    <a:pt x="409099" y="6424"/>
                  </a:lnTo>
                  <a:lnTo>
                    <a:pt x="418839" y="5143"/>
                  </a:lnTo>
                  <a:lnTo>
                    <a:pt x="428580" y="3991"/>
                  </a:lnTo>
                  <a:lnTo>
                    <a:pt x="438321" y="2975"/>
                  </a:lnTo>
                  <a:lnTo>
                    <a:pt x="448060" y="2099"/>
                  </a:lnTo>
                  <a:lnTo>
                    <a:pt x="457801" y="1369"/>
                  </a:lnTo>
                  <a:lnTo>
                    <a:pt x="467542" y="790"/>
                  </a:lnTo>
                  <a:lnTo>
                    <a:pt x="477281" y="365"/>
                  </a:lnTo>
                  <a:lnTo>
                    <a:pt x="487022" y="101"/>
                  </a:lnTo>
                  <a:lnTo>
                    <a:pt x="496763" y="0"/>
                  </a:lnTo>
                  <a:lnTo>
                    <a:pt x="506503" y="69"/>
                  </a:lnTo>
                  <a:lnTo>
                    <a:pt x="516244" y="308"/>
                  </a:lnTo>
                  <a:lnTo>
                    <a:pt x="525985" y="724"/>
                  </a:lnTo>
                  <a:lnTo>
                    <a:pt x="535724" y="1317"/>
                  </a:lnTo>
                  <a:lnTo>
                    <a:pt x="545465" y="2093"/>
                  </a:lnTo>
                  <a:lnTo>
                    <a:pt x="555206" y="3053"/>
                  </a:lnTo>
                  <a:lnTo>
                    <a:pt x="564946" y="4199"/>
                  </a:lnTo>
                  <a:lnTo>
                    <a:pt x="574687" y="5530"/>
                  </a:lnTo>
                  <a:lnTo>
                    <a:pt x="584428" y="7052"/>
                  </a:lnTo>
                  <a:lnTo>
                    <a:pt x="594167" y="8764"/>
                  </a:lnTo>
                  <a:lnTo>
                    <a:pt x="603908" y="10665"/>
                  </a:lnTo>
                  <a:lnTo>
                    <a:pt x="613649" y="12755"/>
                  </a:lnTo>
                  <a:lnTo>
                    <a:pt x="623388" y="15035"/>
                  </a:lnTo>
                  <a:lnTo>
                    <a:pt x="633129" y="17502"/>
                  </a:lnTo>
                  <a:lnTo>
                    <a:pt x="642870" y="20155"/>
                  </a:lnTo>
                  <a:lnTo>
                    <a:pt x="652610" y="22994"/>
                  </a:lnTo>
                  <a:lnTo>
                    <a:pt x="662351" y="26014"/>
                  </a:lnTo>
                  <a:lnTo>
                    <a:pt x="672092" y="29211"/>
                  </a:lnTo>
                  <a:lnTo>
                    <a:pt x="681831" y="32583"/>
                  </a:lnTo>
                  <a:lnTo>
                    <a:pt x="691572" y="36126"/>
                  </a:lnTo>
                  <a:lnTo>
                    <a:pt x="701313" y="39835"/>
                  </a:lnTo>
                  <a:lnTo>
                    <a:pt x="711052" y="43706"/>
                  </a:lnTo>
                  <a:lnTo>
                    <a:pt x="720793" y="47730"/>
                  </a:lnTo>
                  <a:lnTo>
                    <a:pt x="730534" y="51907"/>
                  </a:lnTo>
                  <a:lnTo>
                    <a:pt x="740274" y="56224"/>
                  </a:lnTo>
                  <a:lnTo>
                    <a:pt x="750015" y="60679"/>
                  </a:lnTo>
                  <a:lnTo>
                    <a:pt x="759756" y="65262"/>
                  </a:lnTo>
                  <a:lnTo>
                    <a:pt x="769495" y="69969"/>
                  </a:lnTo>
                  <a:lnTo>
                    <a:pt x="779236" y="74787"/>
                  </a:lnTo>
                  <a:lnTo>
                    <a:pt x="788977" y="79713"/>
                  </a:lnTo>
                  <a:lnTo>
                    <a:pt x="798717" y="84733"/>
                  </a:lnTo>
                  <a:lnTo>
                    <a:pt x="808458" y="89844"/>
                  </a:lnTo>
                  <a:lnTo>
                    <a:pt x="818199" y="95033"/>
                  </a:lnTo>
                  <a:lnTo>
                    <a:pt x="827938" y="100292"/>
                  </a:lnTo>
                  <a:lnTo>
                    <a:pt x="837679" y="105614"/>
                  </a:lnTo>
                  <a:lnTo>
                    <a:pt x="847420" y="110986"/>
                  </a:lnTo>
                  <a:lnTo>
                    <a:pt x="857159" y="116400"/>
                  </a:lnTo>
                  <a:lnTo>
                    <a:pt x="866900" y="121845"/>
                  </a:lnTo>
                  <a:lnTo>
                    <a:pt x="876641" y="127315"/>
                  </a:lnTo>
                  <a:lnTo>
                    <a:pt x="886381" y="132796"/>
                  </a:lnTo>
                  <a:lnTo>
                    <a:pt x="896122" y="138282"/>
                  </a:lnTo>
                  <a:lnTo>
                    <a:pt x="905863" y="143760"/>
                  </a:lnTo>
                  <a:lnTo>
                    <a:pt x="915602" y="149224"/>
                  </a:lnTo>
                  <a:lnTo>
                    <a:pt x="925343" y="154662"/>
                  </a:lnTo>
                  <a:lnTo>
                    <a:pt x="935084" y="160067"/>
                  </a:lnTo>
                  <a:lnTo>
                    <a:pt x="944824" y="165429"/>
                  </a:lnTo>
                  <a:lnTo>
                    <a:pt x="954564" y="170739"/>
                  </a:lnTo>
                  <a:lnTo>
                    <a:pt x="964305" y="175990"/>
                  </a:lnTo>
                  <a:lnTo>
                    <a:pt x="974045" y="181172"/>
                  </a:lnTo>
                  <a:lnTo>
                    <a:pt x="983786" y="186279"/>
                  </a:lnTo>
                  <a:lnTo>
                    <a:pt x="993522" y="191301"/>
                  </a:lnTo>
                  <a:lnTo>
                    <a:pt x="1003266" y="196234"/>
                  </a:lnTo>
                  <a:lnTo>
                    <a:pt x="1013010" y="201069"/>
                  </a:lnTo>
                  <a:lnTo>
                    <a:pt x="1022754" y="205801"/>
                  </a:lnTo>
                  <a:lnTo>
                    <a:pt x="1032483" y="210424"/>
                  </a:lnTo>
                  <a:lnTo>
                    <a:pt x="1042227" y="214931"/>
                  </a:lnTo>
                  <a:lnTo>
                    <a:pt x="1051971" y="219319"/>
                  </a:lnTo>
                  <a:lnTo>
                    <a:pt x="1061715" y="223582"/>
                  </a:lnTo>
                  <a:lnTo>
                    <a:pt x="1071444" y="227716"/>
                  </a:lnTo>
                  <a:lnTo>
                    <a:pt x="1081188" y="231716"/>
                  </a:lnTo>
                  <a:lnTo>
                    <a:pt x="1090932" y="235581"/>
                  </a:lnTo>
                  <a:lnTo>
                    <a:pt x="1100676" y="239309"/>
                  </a:lnTo>
                  <a:lnTo>
                    <a:pt x="1110405" y="242894"/>
                  </a:lnTo>
                  <a:lnTo>
                    <a:pt x="1120149" y="246337"/>
                  </a:lnTo>
                  <a:lnTo>
                    <a:pt x="1129893" y="249634"/>
                  </a:lnTo>
                  <a:lnTo>
                    <a:pt x="1139637" y="252788"/>
                  </a:lnTo>
                  <a:lnTo>
                    <a:pt x="1149381" y="255795"/>
                  </a:lnTo>
                  <a:lnTo>
                    <a:pt x="1159110" y="258655"/>
                  </a:lnTo>
                  <a:lnTo>
                    <a:pt x="1168854" y="261370"/>
                  </a:lnTo>
                  <a:lnTo>
                    <a:pt x="1178598" y="263940"/>
                  </a:lnTo>
                  <a:lnTo>
                    <a:pt x="1188341" y="266366"/>
                  </a:lnTo>
                  <a:lnTo>
                    <a:pt x="1198070" y="268648"/>
                  </a:lnTo>
                  <a:lnTo>
                    <a:pt x="1207814" y="270790"/>
                  </a:lnTo>
                  <a:lnTo>
                    <a:pt x="1217558" y="272793"/>
                  </a:lnTo>
                  <a:lnTo>
                    <a:pt x="1227302" y="274660"/>
                  </a:lnTo>
                  <a:lnTo>
                    <a:pt x="1237031" y="276392"/>
                  </a:lnTo>
                  <a:lnTo>
                    <a:pt x="1246775" y="277994"/>
                  </a:lnTo>
                  <a:lnTo>
                    <a:pt x="1256519" y="279469"/>
                  </a:lnTo>
                  <a:lnTo>
                    <a:pt x="1266263" y="280819"/>
                  </a:lnTo>
                  <a:lnTo>
                    <a:pt x="1276007" y="282048"/>
                  </a:lnTo>
                  <a:lnTo>
                    <a:pt x="1285736" y="283161"/>
                  </a:lnTo>
                  <a:lnTo>
                    <a:pt x="1295480" y="284161"/>
                  </a:lnTo>
                  <a:lnTo>
                    <a:pt x="1305224" y="285052"/>
                  </a:lnTo>
                  <a:lnTo>
                    <a:pt x="1314968" y="285838"/>
                  </a:lnTo>
                  <a:lnTo>
                    <a:pt x="1324697" y="286527"/>
                  </a:lnTo>
                  <a:lnTo>
                    <a:pt x="1334441" y="287118"/>
                  </a:lnTo>
                  <a:lnTo>
                    <a:pt x="1344185" y="287619"/>
                  </a:lnTo>
                  <a:lnTo>
                    <a:pt x="1353929" y="288033"/>
                  </a:lnTo>
                  <a:lnTo>
                    <a:pt x="1363658" y="288365"/>
                  </a:lnTo>
                  <a:lnTo>
                    <a:pt x="1373402" y="288620"/>
                  </a:lnTo>
                  <a:lnTo>
                    <a:pt x="1383146" y="288805"/>
                  </a:lnTo>
                  <a:lnTo>
                    <a:pt x="1392890" y="288920"/>
                  </a:lnTo>
                  <a:lnTo>
                    <a:pt x="1402619" y="288973"/>
                  </a:lnTo>
                  <a:lnTo>
                    <a:pt x="1412363" y="288967"/>
                  </a:lnTo>
                  <a:lnTo>
                    <a:pt x="1422106" y="288909"/>
                  </a:lnTo>
                  <a:lnTo>
                    <a:pt x="1431850" y="288802"/>
                  </a:lnTo>
                  <a:lnTo>
                    <a:pt x="1441594" y="288650"/>
                  </a:lnTo>
                  <a:lnTo>
                    <a:pt x="1451323" y="288459"/>
                  </a:lnTo>
                  <a:lnTo>
                    <a:pt x="1461067" y="288233"/>
                  </a:lnTo>
                  <a:lnTo>
                    <a:pt x="1470811" y="287976"/>
                  </a:lnTo>
                  <a:lnTo>
                    <a:pt x="1480555" y="287693"/>
                  </a:lnTo>
                  <a:lnTo>
                    <a:pt x="1490284" y="287389"/>
                  </a:lnTo>
                  <a:lnTo>
                    <a:pt x="1500028" y="287068"/>
                  </a:lnTo>
                  <a:lnTo>
                    <a:pt x="1509772" y="286732"/>
                  </a:lnTo>
                  <a:lnTo>
                    <a:pt x="1519516" y="286388"/>
                  </a:lnTo>
                  <a:lnTo>
                    <a:pt x="1529245" y="286040"/>
                  </a:lnTo>
                  <a:lnTo>
                    <a:pt x="1538989" y="285691"/>
                  </a:lnTo>
                  <a:lnTo>
                    <a:pt x="1548733" y="285347"/>
                  </a:lnTo>
                  <a:lnTo>
                    <a:pt x="1558477" y="285009"/>
                  </a:lnTo>
                  <a:lnTo>
                    <a:pt x="1568221" y="284684"/>
                  </a:lnTo>
                  <a:lnTo>
                    <a:pt x="1577950" y="284374"/>
                  </a:lnTo>
                  <a:lnTo>
                    <a:pt x="1587694" y="284085"/>
                  </a:lnTo>
                  <a:lnTo>
                    <a:pt x="1597438" y="283820"/>
                  </a:lnTo>
                  <a:lnTo>
                    <a:pt x="1607182" y="283581"/>
                  </a:lnTo>
                  <a:lnTo>
                    <a:pt x="1616911" y="283376"/>
                  </a:lnTo>
                  <a:lnTo>
                    <a:pt x="1626655" y="283204"/>
                  </a:lnTo>
                  <a:lnTo>
                    <a:pt x="1636399" y="283075"/>
                  </a:lnTo>
                  <a:lnTo>
                    <a:pt x="1646142" y="282987"/>
                  </a:lnTo>
                  <a:lnTo>
                    <a:pt x="1655872" y="282947"/>
                  </a:lnTo>
                  <a:lnTo>
                    <a:pt x="1665616" y="282957"/>
                  </a:lnTo>
                  <a:lnTo>
                    <a:pt x="1675359" y="283023"/>
                  </a:lnTo>
                  <a:lnTo>
                    <a:pt x="1685103" y="283146"/>
                  </a:lnTo>
                  <a:lnTo>
                    <a:pt x="1694832" y="283334"/>
                  </a:lnTo>
                  <a:lnTo>
                    <a:pt x="1704576" y="283586"/>
                  </a:lnTo>
                  <a:lnTo>
                    <a:pt x="1714320" y="283908"/>
                  </a:lnTo>
                  <a:lnTo>
                    <a:pt x="1724064" y="284302"/>
                  </a:lnTo>
                  <a:lnTo>
                    <a:pt x="1733808" y="284773"/>
                  </a:lnTo>
                  <a:lnTo>
                    <a:pt x="1743537" y="285324"/>
                  </a:lnTo>
                  <a:lnTo>
                    <a:pt x="1753281" y="285959"/>
                  </a:lnTo>
                  <a:lnTo>
                    <a:pt x="1763025" y="286679"/>
                  </a:lnTo>
                  <a:lnTo>
                    <a:pt x="1772769" y="287489"/>
                  </a:lnTo>
                  <a:lnTo>
                    <a:pt x="1782498" y="288392"/>
                  </a:lnTo>
                  <a:lnTo>
                    <a:pt x="1792242" y="289390"/>
                  </a:lnTo>
                  <a:lnTo>
                    <a:pt x="1801986" y="290487"/>
                  </a:lnTo>
                  <a:lnTo>
                    <a:pt x="1811730" y="291683"/>
                  </a:lnTo>
                  <a:lnTo>
                    <a:pt x="1821459" y="292984"/>
                  </a:lnTo>
                  <a:lnTo>
                    <a:pt x="1831203" y="294389"/>
                  </a:lnTo>
                  <a:lnTo>
                    <a:pt x="1840947" y="295901"/>
                  </a:lnTo>
                  <a:lnTo>
                    <a:pt x="1850691" y="297522"/>
                  </a:lnTo>
                  <a:lnTo>
                    <a:pt x="1860435" y="299253"/>
                  </a:lnTo>
                  <a:lnTo>
                    <a:pt x="1870164" y="301098"/>
                  </a:lnTo>
                  <a:lnTo>
                    <a:pt x="1879908" y="303054"/>
                  </a:lnTo>
                  <a:lnTo>
                    <a:pt x="1889652" y="305124"/>
                  </a:lnTo>
                  <a:lnTo>
                    <a:pt x="1899395" y="307306"/>
                  </a:lnTo>
                  <a:lnTo>
                    <a:pt x="1909124" y="309604"/>
                  </a:lnTo>
                  <a:lnTo>
                    <a:pt x="1918868" y="312016"/>
                  </a:lnTo>
                  <a:lnTo>
                    <a:pt x="1928612" y="314541"/>
                  </a:lnTo>
                  <a:lnTo>
                    <a:pt x="1938356" y="317180"/>
                  </a:lnTo>
                  <a:lnTo>
                    <a:pt x="1948085" y="319930"/>
                  </a:lnTo>
                  <a:lnTo>
                    <a:pt x="1957829" y="322791"/>
                  </a:lnTo>
                  <a:lnTo>
                    <a:pt x="1967573" y="325760"/>
                  </a:lnTo>
                  <a:lnTo>
                    <a:pt x="1977317" y="328837"/>
                  </a:lnTo>
                  <a:lnTo>
                    <a:pt x="1987046" y="332016"/>
                  </a:lnTo>
                  <a:lnTo>
                    <a:pt x="1996790" y="335299"/>
                  </a:lnTo>
                  <a:lnTo>
                    <a:pt x="2006534" y="338679"/>
                  </a:lnTo>
                  <a:lnTo>
                    <a:pt x="2016278" y="342154"/>
                  </a:lnTo>
                  <a:lnTo>
                    <a:pt x="2026022" y="345720"/>
                  </a:lnTo>
                  <a:lnTo>
                    <a:pt x="2035751" y="349375"/>
                  </a:lnTo>
                  <a:lnTo>
                    <a:pt x="2045495" y="353112"/>
                  </a:lnTo>
                  <a:lnTo>
                    <a:pt x="2055239" y="356927"/>
                  </a:lnTo>
                  <a:lnTo>
                    <a:pt x="2064983" y="360816"/>
                  </a:lnTo>
                  <a:lnTo>
                    <a:pt x="2074712" y="364775"/>
                  </a:lnTo>
                  <a:lnTo>
                    <a:pt x="2084456" y="368794"/>
                  </a:lnTo>
                  <a:lnTo>
                    <a:pt x="2094200" y="372874"/>
                  </a:lnTo>
                  <a:lnTo>
                    <a:pt x="2103944" y="377002"/>
                  </a:lnTo>
                  <a:lnTo>
                    <a:pt x="2113673" y="381179"/>
                  </a:lnTo>
                  <a:lnTo>
                    <a:pt x="2123417" y="385393"/>
                  </a:lnTo>
                  <a:lnTo>
                    <a:pt x="2133161" y="389641"/>
                  </a:lnTo>
                  <a:lnTo>
                    <a:pt x="2142905" y="393916"/>
                  </a:lnTo>
                  <a:lnTo>
                    <a:pt x="2152649" y="398210"/>
                  </a:lnTo>
                  <a:lnTo>
                    <a:pt x="2162377" y="402517"/>
                  </a:lnTo>
                  <a:lnTo>
                    <a:pt x="2172121" y="406832"/>
                  </a:lnTo>
                  <a:lnTo>
                    <a:pt x="2181865" y="411146"/>
                  </a:lnTo>
                  <a:lnTo>
                    <a:pt x="2191609" y="415454"/>
                  </a:lnTo>
                  <a:lnTo>
                    <a:pt x="2201338" y="419749"/>
                  </a:lnTo>
                  <a:lnTo>
                    <a:pt x="2211082" y="424024"/>
                  </a:lnTo>
                  <a:lnTo>
                    <a:pt x="2220826" y="428271"/>
                  </a:lnTo>
                  <a:lnTo>
                    <a:pt x="2230570" y="432486"/>
                  </a:lnTo>
                  <a:lnTo>
                    <a:pt x="2240299" y="436661"/>
                  </a:lnTo>
                  <a:lnTo>
                    <a:pt x="2250043" y="440791"/>
                  </a:lnTo>
                  <a:lnTo>
                    <a:pt x="2259787" y="444870"/>
                  </a:lnTo>
                  <a:lnTo>
                    <a:pt x="2269531" y="448891"/>
                  </a:lnTo>
                  <a:lnTo>
                    <a:pt x="2279260" y="452850"/>
                  </a:lnTo>
                  <a:lnTo>
                    <a:pt x="2289004" y="456742"/>
                  </a:lnTo>
                  <a:lnTo>
                    <a:pt x="2298748" y="460559"/>
                  </a:lnTo>
                  <a:lnTo>
                    <a:pt x="2308492" y="464298"/>
                  </a:lnTo>
                  <a:lnTo>
                    <a:pt x="2318236" y="467956"/>
                  </a:lnTo>
                  <a:lnTo>
                    <a:pt x="2327965" y="471526"/>
                  </a:lnTo>
                  <a:lnTo>
                    <a:pt x="2337709" y="475006"/>
                  </a:lnTo>
                  <a:lnTo>
                    <a:pt x="2347453" y="478393"/>
                  </a:lnTo>
                  <a:lnTo>
                    <a:pt x="2357197" y="481681"/>
                  </a:lnTo>
                  <a:lnTo>
                    <a:pt x="2366926" y="484871"/>
                  </a:lnTo>
                  <a:lnTo>
                    <a:pt x="2376670" y="487958"/>
                  </a:lnTo>
                  <a:lnTo>
                    <a:pt x="2386413" y="490939"/>
                  </a:lnTo>
                  <a:lnTo>
                    <a:pt x="2396157" y="493815"/>
                  </a:lnTo>
                  <a:lnTo>
                    <a:pt x="2405886" y="496583"/>
                  </a:lnTo>
                  <a:lnTo>
                    <a:pt x="2415630" y="499242"/>
                  </a:lnTo>
                  <a:lnTo>
                    <a:pt x="2425374" y="501793"/>
                  </a:lnTo>
                  <a:lnTo>
                    <a:pt x="2435118" y="504234"/>
                  </a:lnTo>
                  <a:lnTo>
                    <a:pt x="2444862" y="506564"/>
                  </a:lnTo>
                  <a:lnTo>
                    <a:pt x="2454591" y="508785"/>
                  </a:lnTo>
                  <a:lnTo>
                    <a:pt x="2464335" y="510898"/>
                  </a:lnTo>
                  <a:lnTo>
                    <a:pt x="2474079" y="512902"/>
                  </a:lnTo>
                  <a:lnTo>
                    <a:pt x="2483823" y="514800"/>
                  </a:lnTo>
                  <a:lnTo>
                    <a:pt x="2493552" y="516594"/>
                  </a:lnTo>
                  <a:lnTo>
                    <a:pt x="2503296" y="518285"/>
                  </a:lnTo>
                  <a:lnTo>
                    <a:pt x="2513040" y="519875"/>
                  </a:lnTo>
                  <a:lnTo>
                    <a:pt x="2522784" y="521365"/>
                  </a:lnTo>
                  <a:lnTo>
                    <a:pt x="2532513" y="522761"/>
                  </a:lnTo>
                  <a:lnTo>
                    <a:pt x="2542257" y="524061"/>
                  </a:lnTo>
                  <a:lnTo>
                    <a:pt x="2552001" y="525273"/>
                  </a:lnTo>
                  <a:lnTo>
                    <a:pt x="2561745" y="526396"/>
                  </a:lnTo>
                  <a:lnTo>
                    <a:pt x="2571474" y="527436"/>
                  </a:lnTo>
                  <a:lnTo>
                    <a:pt x="2581218" y="528394"/>
                  </a:lnTo>
                  <a:lnTo>
                    <a:pt x="2590962" y="529274"/>
                  </a:lnTo>
                  <a:lnTo>
                    <a:pt x="2600705" y="530082"/>
                  </a:lnTo>
                  <a:lnTo>
                    <a:pt x="2610449" y="530818"/>
                  </a:lnTo>
                  <a:lnTo>
                    <a:pt x="2620178" y="531487"/>
                  </a:lnTo>
                  <a:lnTo>
                    <a:pt x="2629922" y="532090"/>
                  </a:lnTo>
                  <a:lnTo>
                    <a:pt x="2639666" y="532636"/>
                  </a:lnTo>
                  <a:lnTo>
                    <a:pt x="2649410" y="533123"/>
                  </a:lnTo>
                  <a:lnTo>
                    <a:pt x="2659139" y="533556"/>
                  </a:lnTo>
                  <a:lnTo>
                    <a:pt x="2668883" y="533941"/>
                  </a:lnTo>
                  <a:lnTo>
                    <a:pt x="2678627" y="534277"/>
                  </a:lnTo>
                  <a:lnTo>
                    <a:pt x="2688371" y="534569"/>
                  </a:lnTo>
                  <a:lnTo>
                    <a:pt x="2698100" y="534820"/>
                  </a:lnTo>
                  <a:lnTo>
                    <a:pt x="2707844" y="535031"/>
                  </a:lnTo>
                  <a:lnTo>
                    <a:pt x="2717588" y="535207"/>
                  </a:lnTo>
                  <a:lnTo>
                    <a:pt x="2727332" y="535349"/>
                  </a:lnTo>
                  <a:lnTo>
                    <a:pt x="2737076" y="535459"/>
                  </a:lnTo>
                  <a:lnTo>
                    <a:pt x="2746805" y="535541"/>
                  </a:lnTo>
                  <a:lnTo>
                    <a:pt x="2756549" y="535593"/>
                  </a:lnTo>
                  <a:lnTo>
                    <a:pt x="2766293" y="535620"/>
                  </a:lnTo>
                  <a:lnTo>
                    <a:pt x="2776037" y="535621"/>
                  </a:lnTo>
                  <a:lnTo>
                    <a:pt x="2785766" y="535597"/>
                  </a:lnTo>
                  <a:lnTo>
                    <a:pt x="2795510" y="535551"/>
                  </a:lnTo>
                  <a:lnTo>
                    <a:pt x="2805254" y="535483"/>
                  </a:lnTo>
                  <a:lnTo>
                    <a:pt x="2814998" y="535392"/>
                  </a:lnTo>
                  <a:lnTo>
                    <a:pt x="2824727" y="535279"/>
                  </a:lnTo>
                  <a:lnTo>
                    <a:pt x="2834471" y="535143"/>
                  </a:lnTo>
                  <a:lnTo>
                    <a:pt x="2844215" y="534985"/>
                  </a:lnTo>
                  <a:lnTo>
                    <a:pt x="2853958" y="534805"/>
                  </a:lnTo>
                  <a:lnTo>
                    <a:pt x="2863687" y="534599"/>
                  </a:lnTo>
                  <a:lnTo>
                    <a:pt x="2873431" y="534370"/>
                  </a:lnTo>
                  <a:lnTo>
                    <a:pt x="2883175" y="534115"/>
                  </a:lnTo>
                  <a:lnTo>
                    <a:pt x="2892919" y="533832"/>
                  </a:lnTo>
                  <a:lnTo>
                    <a:pt x="2902663" y="533521"/>
                  </a:lnTo>
                  <a:lnTo>
                    <a:pt x="2912392" y="53317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3" name="Freeform 692">
              <a:extLst>
                <a:ext uri="{FF2B5EF4-FFF2-40B4-BE49-F238E27FC236}">
                  <a16:creationId xmlns:a16="http://schemas.microsoft.com/office/drawing/2014/main" id="{B0358866-3246-7538-E1D7-1E5238F7B8BE}"/>
                </a:ext>
              </a:extLst>
            </p:cNvPr>
            <p:cNvSpPr/>
            <p:nvPr/>
          </p:nvSpPr>
          <p:spPr>
            <a:xfrm>
              <a:off x="576446" y="3342577"/>
              <a:ext cx="2912392" cy="215980"/>
            </a:xfrm>
            <a:custGeom>
              <a:avLst/>
              <a:gdLst>
                <a:gd name="connsiteX0" fmla="*/ 0 w 2912392"/>
                <a:gd name="connsiteY0" fmla="*/ 199214 h 215980"/>
                <a:gd name="connsiteX1" fmla="*/ 9739 w 2912392"/>
                <a:gd name="connsiteY1" fmla="*/ 201626 h 215980"/>
                <a:gd name="connsiteX2" fmla="*/ 19480 w 2912392"/>
                <a:gd name="connsiteY2" fmla="*/ 203864 h 215980"/>
                <a:gd name="connsiteX3" fmla="*/ 29221 w 2912392"/>
                <a:gd name="connsiteY3" fmla="*/ 205925 h 215980"/>
                <a:gd name="connsiteX4" fmla="*/ 38961 w 2912392"/>
                <a:gd name="connsiteY4" fmla="*/ 207802 h 215980"/>
                <a:gd name="connsiteX5" fmla="*/ 48702 w 2912392"/>
                <a:gd name="connsiteY5" fmla="*/ 209493 h 215980"/>
                <a:gd name="connsiteX6" fmla="*/ 58443 w 2912392"/>
                <a:gd name="connsiteY6" fmla="*/ 210995 h 215980"/>
                <a:gd name="connsiteX7" fmla="*/ 68182 w 2912392"/>
                <a:gd name="connsiteY7" fmla="*/ 212303 h 215980"/>
                <a:gd name="connsiteX8" fmla="*/ 77923 w 2912392"/>
                <a:gd name="connsiteY8" fmla="*/ 213414 h 215980"/>
                <a:gd name="connsiteX9" fmla="*/ 87664 w 2912392"/>
                <a:gd name="connsiteY9" fmla="*/ 214328 h 215980"/>
                <a:gd name="connsiteX10" fmla="*/ 97404 w 2912392"/>
                <a:gd name="connsiteY10" fmla="*/ 215043 h 215980"/>
                <a:gd name="connsiteX11" fmla="*/ 107145 w 2912392"/>
                <a:gd name="connsiteY11" fmla="*/ 215557 h 215980"/>
                <a:gd name="connsiteX12" fmla="*/ 116886 w 2912392"/>
                <a:gd name="connsiteY12" fmla="*/ 215868 h 215980"/>
                <a:gd name="connsiteX13" fmla="*/ 126625 w 2912392"/>
                <a:gd name="connsiteY13" fmla="*/ 215980 h 215980"/>
                <a:gd name="connsiteX14" fmla="*/ 136366 w 2912392"/>
                <a:gd name="connsiteY14" fmla="*/ 215891 h 215980"/>
                <a:gd name="connsiteX15" fmla="*/ 146107 w 2912392"/>
                <a:gd name="connsiteY15" fmla="*/ 215600 h 215980"/>
                <a:gd name="connsiteX16" fmla="*/ 155846 w 2912392"/>
                <a:gd name="connsiteY16" fmla="*/ 215112 h 215980"/>
                <a:gd name="connsiteX17" fmla="*/ 165587 w 2912392"/>
                <a:gd name="connsiteY17" fmla="*/ 214428 h 215980"/>
                <a:gd name="connsiteX18" fmla="*/ 175328 w 2912392"/>
                <a:gd name="connsiteY18" fmla="*/ 213549 h 215980"/>
                <a:gd name="connsiteX19" fmla="*/ 185068 w 2912392"/>
                <a:gd name="connsiteY19" fmla="*/ 212480 h 215980"/>
                <a:gd name="connsiteX20" fmla="*/ 194809 w 2912392"/>
                <a:gd name="connsiteY20" fmla="*/ 211224 h 215980"/>
                <a:gd name="connsiteX21" fmla="*/ 204550 w 2912392"/>
                <a:gd name="connsiteY21" fmla="*/ 209787 h 215980"/>
                <a:gd name="connsiteX22" fmla="*/ 214289 w 2912392"/>
                <a:gd name="connsiteY22" fmla="*/ 208170 h 215980"/>
                <a:gd name="connsiteX23" fmla="*/ 224030 w 2912392"/>
                <a:gd name="connsiteY23" fmla="*/ 206379 h 215980"/>
                <a:gd name="connsiteX24" fmla="*/ 233771 w 2912392"/>
                <a:gd name="connsiteY24" fmla="*/ 204423 h 215980"/>
                <a:gd name="connsiteX25" fmla="*/ 243510 w 2912392"/>
                <a:gd name="connsiteY25" fmla="*/ 202306 h 215980"/>
                <a:gd name="connsiteX26" fmla="*/ 253251 w 2912392"/>
                <a:gd name="connsiteY26" fmla="*/ 200032 h 215980"/>
                <a:gd name="connsiteX27" fmla="*/ 262992 w 2912392"/>
                <a:gd name="connsiteY27" fmla="*/ 197613 h 215980"/>
                <a:gd name="connsiteX28" fmla="*/ 272732 w 2912392"/>
                <a:gd name="connsiteY28" fmla="*/ 195053 h 215980"/>
                <a:gd name="connsiteX29" fmla="*/ 282473 w 2912392"/>
                <a:gd name="connsiteY29" fmla="*/ 192359 h 215980"/>
                <a:gd name="connsiteX30" fmla="*/ 292214 w 2912392"/>
                <a:gd name="connsiteY30" fmla="*/ 189542 h 215980"/>
                <a:gd name="connsiteX31" fmla="*/ 301953 w 2912392"/>
                <a:gd name="connsiteY31" fmla="*/ 186610 h 215980"/>
                <a:gd name="connsiteX32" fmla="*/ 311694 w 2912392"/>
                <a:gd name="connsiteY32" fmla="*/ 183570 h 215980"/>
                <a:gd name="connsiteX33" fmla="*/ 321435 w 2912392"/>
                <a:gd name="connsiteY33" fmla="*/ 180433 h 215980"/>
                <a:gd name="connsiteX34" fmla="*/ 331175 w 2912392"/>
                <a:gd name="connsiteY34" fmla="*/ 177205 h 215980"/>
                <a:gd name="connsiteX35" fmla="*/ 340916 w 2912392"/>
                <a:gd name="connsiteY35" fmla="*/ 173901 h 215980"/>
                <a:gd name="connsiteX36" fmla="*/ 350656 w 2912392"/>
                <a:gd name="connsiteY36" fmla="*/ 170525 h 215980"/>
                <a:gd name="connsiteX37" fmla="*/ 360396 w 2912392"/>
                <a:gd name="connsiteY37" fmla="*/ 167091 h 215980"/>
                <a:gd name="connsiteX38" fmla="*/ 370137 w 2912392"/>
                <a:gd name="connsiteY38" fmla="*/ 163606 h 215980"/>
                <a:gd name="connsiteX39" fmla="*/ 379878 w 2912392"/>
                <a:gd name="connsiteY39" fmla="*/ 160082 h 215980"/>
                <a:gd name="connsiteX40" fmla="*/ 389617 w 2912392"/>
                <a:gd name="connsiteY40" fmla="*/ 156529 h 215980"/>
                <a:gd name="connsiteX41" fmla="*/ 399358 w 2912392"/>
                <a:gd name="connsiteY41" fmla="*/ 152956 h 215980"/>
                <a:gd name="connsiteX42" fmla="*/ 409099 w 2912392"/>
                <a:gd name="connsiteY42" fmla="*/ 149374 h 215980"/>
                <a:gd name="connsiteX43" fmla="*/ 418839 w 2912392"/>
                <a:gd name="connsiteY43" fmla="*/ 145794 h 215980"/>
                <a:gd name="connsiteX44" fmla="*/ 428580 w 2912392"/>
                <a:gd name="connsiteY44" fmla="*/ 142224 h 215980"/>
                <a:gd name="connsiteX45" fmla="*/ 438321 w 2912392"/>
                <a:gd name="connsiteY45" fmla="*/ 138674 h 215980"/>
                <a:gd name="connsiteX46" fmla="*/ 448060 w 2912392"/>
                <a:gd name="connsiteY46" fmla="*/ 135155 h 215980"/>
                <a:gd name="connsiteX47" fmla="*/ 457801 w 2912392"/>
                <a:gd name="connsiteY47" fmla="*/ 131676 h 215980"/>
                <a:gd name="connsiteX48" fmla="*/ 467542 w 2912392"/>
                <a:gd name="connsiteY48" fmla="*/ 128246 h 215980"/>
                <a:gd name="connsiteX49" fmla="*/ 477281 w 2912392"/>
                <a:gd name="connsiteY49" fmla="*/ 124873 h 215980"/>
                <a:gd name="connsiteX50" fmla="*/ 487022 w 2912392"/>
                <a:gd name="connsiteY50" fmla="*/ 121568 h 215980"/>
                <a:gd name="connsiteX51" fmla="*/ 496763 w 2912392"/>
                <a:gd name="connsiteY51" fmla="*/ 118338 h 215980"/>
                <a:gd name="connsiteX52" fmla="*/ 506503 w 2912392"/>
                <a:gd name="connsiteY52" fmla="*/ 115191 h 215980"/>
                <a:gd name="connsiteX53" fmla="*/ 516244 w 2912392"/>
                <a:gd name="connsiteY53" fmla="*/ 112136 h 215980"/>
                <a:gd name="connsiteX54" fmla="*/ 525985 w 2912392"/>
                <a:gd name="connsiteY54" fmla="*/ 109177 h 215980"/>
                <a:gd name="connsiteX55" fmla="*/ 535724 w 2912392"/>
                <a:gd name="connsiteY55" fmla="*/ 106325 h 215980"/>
                <a:gd name="connsiteX56" fmla="*/ 545465 w 2912392"/>
                <a:gd name="connsiteY56" fmla="*/ 103584 h 215980"/>
                <a:gd name="connsiteX57" fmla="*/ 555206 w 2912392"/>
                <a:gd name="connsiteY57" fmla="*/ 100960 h 215980"/>
                <a:gd name="connsiteX58" fmla="*/ 564946 w 2912392"/>
                <a:gd name="connsiteY58" fmla="*/ 98458 h 215980"/>
                <a:gd name="connsiteX59" fmla="*/ 574687 w 2912392"/>
                <a:gd name="connsiteY59" fmla="*/ 96085 h 215980"/>
                <a:gd name="connsiteX60" fmla="*/ 584428 w 2912392"/>
                <a:gd name="connsiteY60" fmla="*/ 93843 h 215980"/>
                <a:gd name="connsiteX61" fmla="*/ 594167 w 2912392"/>
                <a:gd name="connsiteY61" fmla="*/ 91737 h 215980"/>
                <a:gd name="connsiteX62" fmla="*/ 603908 w 2912392"/>
                <a:gd name="connsiteY62" fmla="*/ 89771 h 215980"/>
                <a:gd name="connsiteX63" fmla="*/ 613649 w 2912392"/>
                <a:gd name="connsiteY63" fmla="*/ 87946 h 215980"/>
                <a:gd name="connsiteX64" fmla="*/ 623388 w 2912392"/>
                <a:gd name="connsiteY64" fmla="*/ 86264 h 215980"/>
                <a:gd name="connsiteX65" fmla="*/ 633129 w 2912392"/>
                <a:gd name="connsiteY65" fmla="*/ 84728 h 215980"/>
                <a:gd name="connsiteX66" fmla="*/ 642870 w 2912392"/>
                <a:gd name="connsiteY66" fmla="*/ 83337 h 215980"/>
                <a:gd name="connsiteX67" fmla="*/ 652610 w 2912392"/>
                <a:gd name="connsiteY67" fmla="*/ 82093 h 215980"/>
                <a:gd name="connsiteX68" fmla="*/ 662351 w 2912392"/>
                <a:gd name="connsiteY68" fmla="*/ 80995 h 215980"/>
                <a:gd name="connsiteX69" fmla="*/ 672092 w 2912392"/>
                <a:gd name="connsiteY69" fmla="*/ 80043 h 215980"/>
                <a:gd name="connsiteX70" fmla="*/ 681831 w 2912392"/>
                <a:gd name="connsiteY70" fmla="*/ 79236 h 215980"/>
                <a:gd name="connsiteX71" fmla="*/ 691572 w 2912392"/>
                <a:gd name="connsiteY71" fmla="*/ 78570 h 215980"/>
                <a:gd name="connsiteX72" fmla="*/ 701313 w 2912392"/>
                <a:gd name="connsiteY72" fmla="*/ 78044 h 215980"/>
                <a:gd name="connsiteX73" fmla="*/ 711052 w 2912392"/>
                <a:gd name="connsiteY73" fmla="*/ 77653 h 215980"/>
                <a:gd name="connsiteX74" fmla="*/ 720793 w 2912392"/>
                <a:gd name="connsiteY74" fmla="*/ 77396 h 215980"/>
                <a:gd name="connsiteX75" fmla="*/ 730534 w 2912392"/>
                <a:gd name="connsiteY75" fmla="*/ 77266 h 215980"/>
                <a:gd name="connsiteX76" fmla="*/ 740274 w 2912392"/>
                <a:gd name="connsiteY76" fmla="*/ 77262 h 215980"/>
                <a:gd name="connsiteX77" fmla="*/ 750015 w 2912392"/>
                <a:gd name="connsiteY77" fmla="*/ 77376 h 215980"/>
                <a:gd name="connsiteX78" fmla="*/ 759756 w 2912392"/>
                <a:gd name="connsiteY78" fmla="*/ 77604 h 215980"/>
                <a:gd name="connsiteX79" fmla="*/ 769495 w 2912392"/>
                <a:gd name="connsiteY79" fmla="*/ 77940 h 215980"/>
                <a:gd name="connsiteX80" fmla="*/ 779236 w 2912392"/>
                <a:gd name="connsiteY80" fmla="*/ 78378 h 215980"/>
                <a:gd name="connsiteX81" fmla="*/ 788977 w 2912392"/>
                <a:gd name="connsiteY81" fmla="*/ 78909 h 215980"/>
                <a:gd name="connsiteX82" fmla="*/ 798717 w 2912392"/>
                <a:gd name="connsiteY82" fmla="*/ 79529 h 215980"/>
                <a:gd name="connsiteX83" fmla="*/ 808458 w 2912392"/>
                <a:gd name="connsiteY83" fmla="*/ 80230 h 215980"/>
                <a:gd name="connsiteX84" fmla="*/ 818199 w 2912392"/>
                <a:gd name="connsiteY84" fmla="*/ 81003 h 215980"/>
                <a:gd name="connsiteX85" fmla="*/ 827938 w 2912392"/>
                <a:gd name="connsiteY85" fmla="*/ 81843 h 215980"/>
                <a:gd name="connsiteX86" fmla="*/ 837679 w 2912392"/>
                <a:gd name="connsiteY86" fmla="*/ 82740 h 215980"/>
                <a:gd name="connsiteX87" fmla="*/ 847420 w 2912392"/>
                <a:gd name="connsiteY87" fmla="*/ 83688 h 215980"/>
                <a:gd name="connsiteX88" fmla="*/ 857159 w 2912392"/>
                <a:gd name="connsiteY88" fmla="*/ 84677 h 215980"/>
                <a:gd name="connsiteX89" fmla="*/ 866900 w 2912392"/>
                <a:gd name="connsiteY89" fmla="*/ 85699 h 215980"/>
                <a:gd name="connsiteX90" fmla="*/ 876641 w 2912392"/>
                <a:gd name="connsiteY90" fmla="*/ 86748 h 215980"/>
                <a:gd name="connsiteX91" fmla="*/ 886381 w 2912392"/>
                <a:gd name="connsiteY91" fmla="*/ 87813 h 215980"/>
                <a:gd name="connsiteX92" fmla="*/ 896122 w 2912392"/>
                <a:gd name="connsiteY92" fmla="*/ 88889 h 215980"/>
                <a:gd name="connsiteX93" fmla="*/ 905863 w 2912392"/>
                <a:gd name="connsiteY93" fmla="*/ 89966 h 215980"/>
                <a:gd name="connsiteX94" fmla="*/ 915602 w 2912392"/>
                <a:gd name="connsiteY94" fmla="*/ 91036 h 215980"/>
                <a:gd name="connsiteX95" fmla="*/ 925343 w 2912392"/>
                <a:gd name="connsiteY95" fmla="*/ 92094 h 215980"/>
                <a:gd name="connsiteX96" fmla="*/ 935084 w 2912392"/>
                <a:gd name="connsiteY96" fmla="*/ 93129 h 215980"/>
                <a:gd name="connsiteX97" fmla="*/ 944824 w 2912392"/>
                <a:gd name="connsiteY97" fmla="*/ 94136 h 215980"/>
                <a:gd name="connsiteX98" fmla="*/ 954564 w 2912392"/>
                <a:gd name="connsiteY98" fmla="*/ 95108 h 215980"/>
                <a:gd name="connsiteX99" fmla="*/ 964305 w 2912392"/>
                <a:gd name="connsiteY99" fmla="*/ 96039 h 215980"/>
                <a:gd name="connsiteX100" fmla="*/ 974045 w 2912392"/>
                <a:gd name="connsiteY100" fmla="*/ 96921 h 215980"/>
                <a:gd name="connsiteX101" fmla="*/ 983786 w 2912392"/>
                <a:gd name="connsiteY101" fmla="*/ 97749 h 215980"/>
                <a:gd name="connsiteX102" fmla="*/ 993522 w 2912392"/>
                <a:gd name="connsiteY102" fmla="*/ 98520 h 215980"/>
                <a:gd name="connsiteX103" fmla="*/ 1003266 w 2912392"/>
                <a:gd name="connsiteY103" fmla="*/ 99224 h 215980"/>
                <a:gd name="connsiteX104" fmla="*/ 1013010 w 2912392"/>
                <a:gd name="connsiteY104" fmla="*/ 99862 h 215980"/>
                <a:gd name="connsiteX105" fmla="*/ 1022754 w 2912392"/>
                <a:gd name="connsiteY105" fmla="*/ 100427 h 215980"/>
                <a:gd name="connsiteX106" fmla="*/ 1032483 w 2912392"/>
                <a:gd name="connsiteY106" fmla="*/ 100914 h 215980"/>
                <a:gd name="connsiteX107" fmla="*/ 1042227 w 2912392"/>
                <a:gd name="connsiteY107" fmla="*/ 101322 h 215980"/>
                <a:gd name="connsiteX108" fmla="*/ 1051971 w 2912392"/>
                <a:gd name="connsiteY108" fmla="*/ 101650 h 215980"/>
                <a:gd name="connsiteX109" fmla="*/ 1061715 w 2912392"/>
                <a:gd name="connsiteY109" fmla="*/ 101893 h 215980"/>
                <a:gd name="connsiteX110" fmla="*/ 1071444 w 2912392"/>
                <a:gd name="connsiteY110" fmla="*/ 102049 h 215980"/>
                <a:gd name="connsiteX111" fmla="*/ 1081188 w 2912392"/>
                <a:gd name="connsiteY111" fmla="*/ 102121 h 215980"/>
                <a:gd name="connsiteX112" fmla="*/ 1090932 w 2912392"/>
                <a:gd name="connsiteY112" fmla="*/ 102104 h 215980"/>
                <a:gd name="connsiteX113" fmla="*/ 1100676 w 2912392"/>
                <a:gd name="connsiteY113" fmla="*/ 102001 h 215980"/>
                <a:gd name="connsiteX114" fmla="*/ 1110405 w 2912392"/>
                <a:gd name="connsiteY114" fmla="*/ 101814 h 215980"/>
                <a:gd name="connsiteX115" fmla="*/ 1120149 w 2912392"/>
                <a:gd name="connsiteY115" fmla="*/ 101540 h 215980"/>
                <a:gd name="connsiteX116" fmla="*/ 1129893 w 2912392"/>
                <a:gd name="connsiteY116" fmla="*/ 101182 h 215980"/>
                <a:gd name="connsiteX117" fmla="*/ 1139637 w 2912392"/>
                <a:gd name="connsiteY117" fmla="*/ 100742 h 215980"/>
                <a:gd name="connsiteX118" fmla="*/ 1149381 w 2912392"/>
                <a:gd name="connsiteY118" fmla="*/ 100225 h 215980"/>
                <a:gd name="connsiteX119" fmla="*/ 1159110 w 2912392"/>
                <a:gd name="connsiteY119" fmla="*/ 99632 h 215980"/>
                <a:gd name="connsiteX120" fmla="*/ 1168854 w 2912392"/>
                <a:gd name="connsiteY120" fmla="*/ 98966 h 215980"/>
                <a:gd name="connsiteX121" fmla="*/ 1178598 w 2912392"/>
                <a:gd name="connsiteY121" fmla="*/ 98232 h 215980"/>
                <a:gd name="connsiteX122" fmla="*/ 1188341 w 2912392"/>
                <a:gd name="connsiteY122" fmla="*/ 97433 h 215980"/>
                <a:gd name="connsiteX123" fmla="*/ 1198070 w 2912392"/>
                <a:gd name="connsiteY123" fmla="*/ 96575 h 215980"/>
                <a:gd name="connsiteX124" fmla="*/ 1207814 w 2912392"/>
                <a:gd name="connsiteY124" fmla="*/ 95662 h 215980"/>
                <a:gd name="connsiteX125" fmla="*/ 1217558 w 2912392"/>
                <a:gd name="connsiteY125" fmla="*/ 94698 h 215980"/>
                <a:gd name="connsiteX126" fmla="*/ 1227302 w 2912392"/>
                <a:gd name="connsiteY126" fmla="*/ 93691 h 215980"/>
                <a:gd name="connsiteX127" fmla="*/ 1237031 w 2912392"/>
                <a:gd name="connsiteY127" fmla="*/ 92645 h 215980"/>
                <a:gd name="connsiteX128" fmla="*/ 1246775 w 2912392"/>
                <a:gd name="connsiteY128" fmla="*/ 91566 h 215980"/>
                <a:gd name="connsiteX129" fmla="*/ 1256519 w 2912392"/>
                <a:gd name="connsiteY129" fmla="*/ 90459 h 215980"/>
                <a:gd name="connsiteX130" fmla="*/ 1266263 w 2912392"/>
                <a:gd name="connsiteY130" fmla="*/ 89331 h 215980"/>
                <a:gd name="connsiteX131" fmla="*/ 1276007 w 2912392"/>
                <a:gd name="connsiteY131" fmla="*/ 88190 h 215980"/>
                <a:gd name="connsiteX132" fmla="*/ 1285736 w 2912392"/>
                <a:gd name="connsiteY132" fmla="*/ 87038 h 215980"/>
                <a:gd name="connsiteX133" fmla="*/ 1295480 w 2912392"/>
                <a:gd name="connsiteY133" fmla="*/ 85884 h 215980"/>
                <a:gd name="connsiteX134" fmla="*/ 1305224 w 2912392"/>
                <a:gd name="connsiteY134" fmla="*/ 84732 h 215980"/>
                <a:gd name="connsiteX135" fmla="*/ 1314968 w 2912392"/>
                <a:gd name="connsiteY135" fmla="*/ 83591 h 215980"/>
                <a:gd name="connsiteX136" fmla="*/ 1324697 w 2912392"/>
                <a:gd name="connsiteY136" fmla="*/ 82463 h 215980"/>
                <a:gd name="connsiteX137" fmla="*/ 1334441 w 2912392"/>
                <a:gd name="connsiteY137" fmla="*/ 81356 h 215980"/>
                <a:gd name="connsiteX138" fmla="*/ 1344185 w 2912392"/>
                <a:gd name="connsiteY138" fmla="*/ 80274 h 215980"/>
                <a:gd name="connsiteX139" fmla="*/ 1353929 w 2912392"/>
                <a:gd name="connsiteY139" fmla="*/ 79225 h 215980"/>
                <a:gd name="connsiteX140" fmla="*/ 1363658 w 2912392"/>
                <a:gd name="connsiteY140" fmla="*/ 78211 h 215980"/>
                <a:gd name="connsiteX141" fmla="*/ 1373402 w 2912392"/>
                <a:gd name="connsiteY141" fmla="*/ 77238 h 215980"/>
                <a:gd name="connsiteX142" fmla="*/ 1383146 w 2912392"/>
                <a:gd name="connsiteY142" fmla="*/ 76308 h 215980"/>
                <a:gd name="connsiteX143" fmla="*/ 1392890 w 2912392"/>
                <a:gd name="connsiteY143" fmla="*/ 75429 h 215980"/>
                <a:gd name="connsiteX144" fmla="*/ 1402619 w 2912392"/>
                <a:gd name="connsiteY144" fmla="*/ 74601 h 215980"/>
                <a:gd name="connsiteX145" fmla="*/ 1412363 w 2912392"/>
                <a:gd name="connsiteY145" fmla="*/ 73827 h 215980"/>
                <a:gd name="connsiteX146" fmla="*/ 1422106 w 2912392"/>
                <a:gd name="connsiteY146" fmla="*/ 73114 h 215980"/>
                <a:gd name="connsiteX147" fmla="*/ 1431850 w 2912392"/>
                <a:gd name="connsiteY147" fmla="*/ 72460 h 215980"/>
                <a:gd name="connsiteX148" fmla="*/ 1441594 w 2912392"/>
                <a:gd name="connsiteY148" fmla="*/ 71868 h 215980"/>
                <a:gd name="connsiteX149" fmla="*/ 1451323 w 2912392"/>
                <a:gd name="connsiteY149" fmla="*/ 71339 h 215980"/>
                <a:gd name="connsiteX150" fmla="*/ 1461067 w 2912392"/>
                <a:gd name="connsiteY150" fmla="*/ 70876 h 215980"/>
                <a:gd name="connsiteX151" fmla="*/ 1470811 w 2912392"/>
                <a:gd name="connsiteY151" fmla="*/ 70478 h 215980"/>
                <a:gd name="connsiteX152" fmla="*/ 1480555 w 2912392"/>
                <a:gd name="connsiteY152" fmla="*/ 70144 h 215980"/>
                <a:gd name="connsiteX153" fmla="*/ 1490284 w 2912392"/>
                <a:gd name="connsiteY153" fmla="*/ 69875 h 215980"/>
                <a:gd name="connsiteX154" fmla="*/ 1500028 w 2912392"/>
                <a:gd name="connsiteY154" fmla="*/ 69669 h 215980"/>
                <a:gd name="connsiteX155" fmla="*/ 1509772 w 2912392"/>
                <a:gd name="connsiteY155" fmla="*/ 69526 h 215980"/>
                <a:gd name="connsiteX156" fmla="*/ 1519516 w 2912392"/>
                <a:gd name="connsiteY156" fmla="*/ 69441 h 215980"/>
                <a:gd name="connsiteX157" fmla="*/ 1529245 w 2912392"/>
                <a:gd name="connsiteY157" fmla="*/ 69416 h 215980"/>
                <a:gd name="connsiteX158" fmla="*/ 1538989 w 2912392"/>
                <a:gd name="connsiteY158" fmla="*/ 69446 h 215980"/>
                <a:gd name="connsiteX159" fmla="*/ 1548733 w 2912392"/>
                <a:gd name="connsiteY159" fmla="*/ 69526 h 215980"/>
                <a:gd name="connsiteX160" fmla="*/ 1558477 w 2912392"/>
                <a:gd name="connsiteY160" fmla="*/ 69656 h 215980"/>
                <a:gd name="connsiteX161" fmla="*/ 1568221 w 2912392"/>
                <a:gd name="connsiteY161" fmla="*/ 69830 h 215980"/>
                <a:gd name="connsiteX162" fmla="*/ 1577950 w 2912392"/>
                <a:gd name="connsiteY162" fmla="*/ 70045 h 215980"/>
                <a:gd name="connsiteX163" fmla="*/ 1587694 w 2912392"/>
                <a:gd name="connsiteY163" fmla="*/ 70295 h 215980"/>
                <a:gd name="connsiteX164" fmla="*/ 1597438 w 2912392"/>
                <a:gd name="connsiteY164" fmla="*/ 70575 h 215980"/>
                <a:gd name="connsiteX165" fmla="*/ 1607182 w 2912392"/>
                <a:gd name="connsiteY165" fmla="*/ 70882 h 215980"/>
                <a:gd name="connsiteX166" fmla="*/ 1616911 w 2912392"/>
                <a:gd name="connsiteY166" fmla="*/ 71210 h 215980"/>
                <a:gd name="connsiteX167" fmla="*/ 1626655 w 2912392"/>
                <a:gd name="connsiteY167" fmla="*/ 71552 h 215980"/>
                <a:gd name="connsiteX168" fmla="*/ 1636399 w 2912392"/>
                <a:gd name="connsiteY168" fmla="*/ 71904 h 215980"/>
                <a:gd name="connsiteX169" fmla="*/ 1646142 w 2912392"/>
                <a:gd name="connsiteY169" fmla="*/ 72259 h 215980"/>
                <a:gd name="connsiteX170" fmla="*/ 1655872 w 2912392"/>
                <a:gd name="connsiteY170" fmla="*/ 72612 h 215980"/>
                <a:gd name="connsiteX171" fmla="*/ 1665616 w 2912392"/>
                <a:gd name="connsiteY171" fmla="*/ 72956 h 215980"/>
                <a:gd name="connsiteX172" fmla="*/ 1675359 w 2912392"/>
                <a:gd name="connsiteY172" fmla="*/ 73287 h 215980"/>
                <a:gd name="connsiteX173" fmla="*/ 1685103 w 2912392"/>
                <a:gd name="connsiteY173" fmla="*/ 73598 h 215980"/>
                <a:gd name="connsiteX174" fmla="*/ 1694832 w 2912392"/>
                <a:gd name="connsiteY174" fmla="*/ 73883 h 215980"/>
                <a:gd name="connsiteX175" fmla="*/ 1704576 w 2912392"/>
                <a:gd name="connsiteY175" fmla="*/ 74136 h 215980"/>
                <a:gd name="connsiteX176" fmla="*/ 1714320 w 2912392"/>
                <a:gd name="connsiteY176" fmla="*/ 74353 h 215980"/>
                <a:gd name="connsiteX177" fmla="*/ 1724064 w 2912392"/>
                <a:gd name="connsiteY177" fmla="*/ 74526 h 215980"/>
                <a:gd name="connsiteX178" fmla="*/ 1733808 w 2912392"/>
                <a:gd name="connsiteY178" fmla="*/ 74653 h 215980"/>
                <a:gd name="connsiteX179" fmla="*/ 1743537 w 2912392"/>
                <a:gd name="connsiteY179" fmla="*/ 74726 h 215980"/>
                <a:gd name="connsiteX180" fmla="*/ 1753281 w 2912392"/>
                <a:gd name="connsiteY180" fmla="*/ 74741 h 215980"/>
                <a:gd name="connsiteX181" fmla="*/ 1763025 w 2912392"/>
                <a:gd name="connsiteY181" fmla="*/ 74695 h 215980"/>
                <a:gd name="connsiteX182" fmla="*/ 1772769 w 2912392"/>
                <a:gd name="connsiteY182" fmla="*/ 74583 h 215980"/>
                <a:gd name="connsiteX183" fmla="*/ 1782498 w 2912392"/>
                <a:gd name="connsiteY183" fmla="*/ 74400 h 215980"/>
                <a:gd name="connsiteX184" fmla="*/ 1792242 w 2912392"/>
                <a:gd name="connsiteY184" fmla="*/ 74143 h 215980"/>
                <a:gd name="connsiteX185" fmla="*/ 1801986 w 2912392"/>
                <a:gd name="connsiteY185" fmla="*/ 73810 h 215980"/>
                <a:gd name="connsiteX186" fmla="*/ 1811730 w 2912392"/>
                <a:gd name="connsiteY186" fmla="*/ 73397 h 215980"/>
                <a:gd name="connsiteX187" fmla="*/ 1821459 w 2912392"/>
                <a:gd name="connsiteY187" fmla="*/ 72902 h 215980"/>
                <a:gd name="connsiteX188" fmla="*/ 1831203 w 2912392"/>
                <a:gd name="connsiteY188" fmla="*/ 72324 h 215980"/>
                <a:gd name="connsiteX189" fmla="*/ 1840947 w 2912392"/>
                <a:gd name="connsiteY189" fmla="*/ 71661 h 215980"/>
                <a:gd name="connsiteX190" fmla="*/ 1850691 w 2912392"/>
                <a:gd name="connsiteY190" fmla="*/ 70912 h 215980"/>
                <a:gd name="connsiteX191" fmla="*/ 1860435 w 2912392"/>
                <a:gd name="connsiteY191" fmla="*/ 70076 h 215980"/>
                <a:gd name="connsiteX192" fmla="*/ 1870164 w 2912392"/>
                <a:gd name="connsiteY192" fmla="*/ 69154 h 215980"/>
                <a:gd name="connsiteX193" fmla="*/ 1879908 w 2912392"/>
                <a:gd name="connsiteY193" fmla="*/ 68145 h 215980"/>
                <a:gd name="connsiteX194" fmla="*/ 1889652 w 2912392"/>
                <a:gd name="connsiteY194" fmla="*/ 67050 h 215980"/>
                <a:gd name="connsiteX195" fmla="*/ 1899395 w 2912392"/>
                <a:gd name="connsiteY195" fmla="*/ 65871 h 215980"/>
                <a:gd name="connsiteX196" fmla="*/ 1909124 w 2912392"/>
                <a:gd name="connsiteY196" fmla="*/ 64609 h 215980"/>
                <a:gd name="connsiteX197" fmla="*/ 1918868 w 2912392"/>
                <a:gd name="connsiteY197" fmla="*/ 63268 h 215980"/>
                <a:gd name="connsiteX198" fmla="*/ 1928612 w 2912392"/>
                <a:gd name="connsiteY198" fmla="*/ 61849 h 215980"/>
                <a:gd name="connsiteX199" fmla="*/ 1938356 w 2912392"/>
                <a:gd name="connsiteY199" fmla="*/ 60353 h 215980"/>
                <a:gd name="connsiteX200" fmla="*/ 1948085 w 2912392"/>
                <a:gd name="connsiteY200" fmla="*/ 58787 h 215980"/>
                <a:gd name="connsiteX201" fmla="*/ 1957829 w 2912392"/>
                <a:gd name="connsiteY201" fmla="*/ 57152 h 215980"/>
                <a:gd name="connsiteX202" fmla="*/ 1967573 w 2912392"/>
                <a:gd name="connsiteY202" fmla="*/ 55454 h 215980"/>
                <a:gd name="connsiteX203" fmla="*/ 1977317 w 2912392"/>
                <a:gd name="connsiteY203" fmla="*/ 53696 h 215980"/>
                <a:gd name="connsiteX204" fmla="*/ 1987046 w 2912392"/>
                <a:gd name="connsiteY204" fmla="*/ 51884 h 215980"/>
                <a:gd name="connsiteX205" fmla="*/ 1996790 w 2912392"/>
                <a:gd name="connsiteY205" fmla="*/ 50023 h 215980"/>
                <a:gd name="connsiteX206" fmla="*/ 2006534 w 2912392"/>
                <a:gd name="connsiteY206" fmla="*/ 48116 h 215980"/>
                <a:gd name="connsiteX207" fmla="*/ 2016278 w 2912392"/>
                <a:gd name="connsiteY207" fmla="*/ 46172 h 215980"/>
                <a:gd name="connsiteX208" fmla="*/ 2026022 w 2912392"/>
                <a:gd name="connsiteY208" fmla="*/ 44195 h 215980"/>
                <a:gd name="connsiteX209" fmla="*/ 2035751 w 2912392"/>
                <a:gd name="connsiteY209" fmla="*/ 42191 h 215980"/>
                <a:gd name="connsiteX210" fmla="*/ 2045495 w 2912392"/>
                <a:gd name="connsiteY210" fmla="*/ 40166 h 215980"/>
                <a:gd name="connsiteX211" fmla="*/ 2055239 w 2912392"/>
                <a:gd name="connsiteY211" fmla="*/ 38128 h 215980"/>
                <a:gd name="connsiteX212" fmla="*/ 2064983 w 2912392"/>
                <a:gd name="connsiteY212" fmla="*/ 36081 h 215980"/>
                <a:gd name="connsiteX213" fmla="*/ 2074712 w 2912392"/>
                <a:gd name="connsiteY213" fmla="*/ 34032 h 215980"/>
                <a:gd name="connsiteX214" fmla="*/ 2084456 w 2912392"/>
                <a:gd name="connsiteY214" fmla="*/ 31990 h 215980"/>
                <a:gd name="connsiteX215" fmla="*/ 2094200 w 2912392"/>
                <a:gd name="connsiteY215" fmla="*/ 29959 h 215980"/>
                <a:gd name="connsiteX216" fmla="*/ 2103944 w 2912392"/>
                <a:gd name="connsiteY216" fmla="*/ 27946 h 215980"/>
                <a:gd name="connsiteX217" fmla="*/ 2113673 w 2912392"/>
                <a:gd name="connsiteY217" fmla="*/ 25958 h 215980"/>
                <a:gd name="connsiteX218" fmla="*/ 2123417 w 2912392"/>
                <a:gd name="connsiteY218" fmla="*/ 24001 h 215980"/>
                <a:gd name="connsiteX219" fmla="*/ 2133161 w 2912392"/>
                <a:gd name="connsiteY219" fmla="*/ 22083 h 215980"/>
                <a:gd name="connsiteX220" fmla="*/ 2142905 w 2912392"/>
                <a:gd name="connsiteY220" fmla="*/ 20209 h 215980"/>
                <a:gd name="connsiteX221" fmla="*/ 2152649 w 2912392"/>
                <a:gd name="connsiteY221" fmla="*/ 18385 h 215980"/>
                <a:gd name="connsiteX222" fmla="*/ 2162377 w 2912392"/>
                <a:gd name="connsiteY222" fmla="*/ 16618 h 215980"/>
                <a:gd name="connsiteX223" fmla="*/ 2172121 w 2912392"/>
                <a:gd name="connsiteY223" fmla="*/ 14914 h 215980"/>
                <a:gd name="connsiteX224" fmla="*/ 2181865 w 2912392"/>
                <a:gd name="connsiteY224" fmla="*/ 13276 h 215980"/>
                <a:gd name="connsiteX225" fmla="*/ 2191609 w 2912392"/>
                <a:gd name="connsiteY225" fmla="*/ 11714 h 215980"/>
                <a:gd name="connsiteX226" fmla="*/ 2201338 w 2912392"/>
                <a:gd name="connsiteY226" fmla="*/ 10230 h 215980"/>
                <a:gd name="connsiteX227" fmla="*/ 2211082 w 2912392"/>
                <a:gd name="connsiteY227" fmla="*/ 8829 h 215980"/>
                <a:gd name="connsiteX228" fmla="*/ 2220826 w 2912392"/>
                <a:gd name="connsiteY228" fmla="*/ 7517 h 215980"/>
                <a:gd name="connsiteX229" fmla="*/ 2230570 w 2912392"/>
                <a:gd name="connsiteY229" fmla="*/ 6299 h 215980"/>
                <a:gd name="connsiteX230" fmla="*/ 2240299 w 2912392"/>
                <a:gd name="connsiteY230" fmla="*/ 5177 h 215980"/>
                <a:gd name="connsiteX231" fmla="*/ 2250043 w 2912392"/>
                <a:gd name="connsiteY231" fmla="*/ 4157 h 215980"/>
                <a:gd name="connsiteX232" fmla="*/ 2259787 w 2912392"/>
                <a:gd name="connsiteY232" fmla="*/ 3242 h 215980"/>
                <a:gd name="connsiteX233" fmla="*/ 2269531 w 2912392"/>
                <a:gd name="connsiteY233" fmla="*/ 2434 h 215980"/>
                <a:gd name="connsiteX234" fmla="*/ 2279260 w 2912392"/>
                <a:gd name="connsiteY234" fmla="*/ 1737 h 215980"/>
                <a:gd name="connsiteX235" fmla="*/ 2289004 w 2912392"/>
                <a:gd name="connsiteY235" fmla="*/ 1155 h 215980"/>
                <a:gd name="connsiteX236" fmla="*/ 2298748 w 2912392"/>
                <a:gd name="connsiteY236" fmla="*/ 688 h 215980"/>
                <a:gd name="connsiteX237" fmla="*/ 2308492 w 2912392"/>
                <a:gd name="connsiteY237" fmla="*/ 338 h 215980"/>
                <a:gd name="connsiteX238" fmla="*/ 2318236 w 2912392"/>
                <a:gd name="connsiteY238" fmla="*/ 109 h 215980"/>
                <a:gd name="connsiteX239" fmla="*/ 2327965 w 2912392"/>
                <a:gd name="connsiteY239" fmla="*/ 0 h 215980"/>
                <a:gd name="connsiteX240" fmla="*/ 2337709 w 2912392"/>
                <a:gd name="connsiteY240" fmla="*/ 12 h 215980"/>
                <a:gd name="connsiteX241" fmla="*/ 2347453 w 2912392"/>
                <a:gd name="connsiteY241" fmla="*/ 147 h 215980"/>
                <a:gd name="connsiteX242" fmla="*/ 2357197 w 2912392"/>
                <a:gd name="connsiteY242" fmla="*/ 405 h 215980"/>
                <a:gd name="connsiteX243" fmla="*/ 2366926 w 2912392"/>
                <a:gd name="connsiteY243" fmla="*/ 785 h 215980"/>
                <a:gd name="connsiteX244" fmla="*/ 2376670 w 2912392"/>
                <a:gd name="connsiteY244" fmla="*/ 1289 h 215980"/>
                <a:gd name="connsiteX245" fmla="*/ 2386413 w 2912392"/>
                <a:gd name="connsiteY245" fmla="*/ 1913 h 215980"/>
                <a:gd name="connsiteX246" fmla="*/ 2396157 w 2912392"/>
                <a:gd name="connsiteY246" fmla="*/ 2659 h 215980"/>
                <a:gd name="connsiteX247" fmla="*/ 2405886 w 2912392"/>
                <a:gd name="connsiteY247" fmla="*/ 3525 h 215980"/>
                <a:gd name="connsiteX248" fmla="*/ 2415630 w 2912392"/>
                <a:gd name="connsiteY248" fmla="*/ 4508 h 215980"/>
                <a:gd name="connsiteX249" fmla="*/ 2425374 w 2912392"/>
                <a:gd name="connsiteY249" fmla="*/ 5609 h 215980"/>
                <a:gd name="connsiteX250" fmla="*/ 2435118 w 2912392"/>
                <a:gd name="connsiteY250" fmla="*/ 6825 h 215980"/>
                <a:gd name="connsiteX251" fmla="*/ 2444862 w 2912392"/>
                <a:gd name="connsiteY251" fmla="*/ 8153 h 215980"/>
                <a:gd name="connsiteX252" fmla="*/ 2454591 w 2912392"/>
                <a:gd name="connsiteY252" fmla="*/ 9590 h 215980"/>
                <a:gd name="connsiteX253" fmla="*/ 2464335 w 2912392"/>
                <a:gd name="connsiteY253" fmla="*/ 11135 h 215980"/>
                <a:gd name="connsiteX254" fmla="*/ 2474079 w 2912392"/>
                <a:gd name="connsiteY254" fmla="*/ 12786 h 215980"/>
                <a:gd name="connsiteX255" fmla="*/ 2483823 w 2912392"/>
                <a:gd name="connsiteY255" fmla="*/ 14538 h 215980"/>
                <a:gd name="connsiteX256" fmla="*/ 2493552 w 2912392"/>
                <a:gd name="connsiteY256" fmla="*/ 16389 h 215980"/>
                <a:gd name="connsiteX257" fmla="*/ 2503296 w 2912392"/>
                <a:gd name="connsiteY257" fmla="*/ 18336 h 215980"/>
                <a:gd name="connsiteX258" fmla="*/ 2513040 w 2912392"/>
                <a:gd name="connsiteY258" fmla="*/ 20374 h 215980"/>
                <a:gd name="connsiteX259" fmla="*/ 2522784 w 2912392"/>
                <a:gd name="connsiteY259" fmla="*/ 22500 h 215980"/>
                <a:gd name="connsiteX260" fmla="*/ 2532513 w 2912392"/>
                <a:gd name="connsiteY260" fmla="*/ 24711 h 215980"/>
                <a:gd name="connsiteX261" fmla="*/ 2542257 w 2912392"/>
                <a:gd name="connsiteY261" fmla="*/ 27003 h 215980"/>
                <a:gd name="connsiteX262" fmla="*/ 2552001 w 2912392"/>
                <a:gd name="connsiteY262" fmla="*/ 29372 h 215980"/>
                <a:gd name="connsiteX263" fmla="*/ 2561745 w 2912392"/>
                <a:gd name="connsiteY263" fmla="*/ 31812 h 215980"/>
                <a:gd name="connsiteX264" fmla="*/ 2571474 w 2912392"/>
                <a:gd name="connsiteY264" fmla="*/ 34324 h 215980"/>
                <a:gd name="connsiteX265" fmla="*/ 2581218 w 2912392"/>
                <a:gd name="connsiteY265" fmla="*/ 36899 h 215980"/>
                <a:gd name="connsiteX266" fmla="*/ 2590962 w 2912392"/>
                <a:gd name="connsiteY266" fmla="*/ 39536 h 215980"/>
                <a:gd name="connsiteX267" fmla="*/ 2600705 w 2912392"/>
                <a:gd name="connsiteY267" fmla="*/ 42230 h 215980"/>
                <a:gd name="connsiteX268" fmla="*/ 2610449 w 2912392"/>
                <a:gd name="connsiteY268" fmla="*/ 44976 h 215980"/>
                <a:gd name="connsiteX269" fmla="*/ 2620178 w 2912392"/>
                <a:gd name="connsiteY269" fmla="*/ 47771 h 215980"/>
                <a:gd name="connsiteX270" fmla="*/ 2629922 w 2912392"/>
                <a:gd name="connsiteY270" fmla="*/ 50610 h 215980"/>
                <a:gd name="connsiteX271" fmla="*/ 2639666 w 2912392"/>
                <a:gd name="connsiteY271" fmla="*/ 53492 h 215980"/>
                <a:gd name="connsiteX272" fmla="*/ 2649410 w 2912392"/>
                <a:gd name="connsiteY272" fmla="*/ 56408 h 215980"/>
                <a:gd name="connsiteX273" fmla="*/ 2659139 w 2912392"/>
                <a:gd name="connsiteY273" fmla="*/ 59357 h 215980"/>
                <a:gd name="connsiteX274" fmla="*/ 2668883 w 2912392"/>
                <a:gd name="connsiteY274" fmla="*/ 62336 h 215980"/>
                <a:gd name="connsiteX275" fmla="*/ 2678627 w 2912392"/>
                <a:gd name="connsiteY275" fmla="*/ 65339 h 215980"/>
                <a:gd name="connsiteX276" fmla="*/ 2688371 w 2912392"/>
                <a:gd name="connsiteY276" fmla="*/ 68364 h 215980"/>
                <a:gd name="connsiteX277" fmla="*/ 2698100 w 2912392"/>
                <a:gd name="connsiteY277" fmla="*/ 71406 h 215980"/>
                <a:gd name="connsiteX278" fmla="*/ 2707844 w 2912392"/>
                <a:gd name="connsiteY278" fmla="*/ 74462 h 215980"/>
                <a:gd name="connsiteX279" fmla="*/ 2717588 w 2912392"/>
                <a:gd name="connsiteY279" fmla="*/ 77528 h 215980"/>
                <a:gd name="connsiteX280" fmla="*/ 2727332 w 2912392"/>
                <a:gd name="connsiteY280" fmla="*/ 80603 h 215980"/>
                <a:gd name="connsiteX281" fmla="*/ 2737076 w 2912392"/>
                <a:gd name="connsiteY281" fmla="*/ 83682 h 215980"/>
                <a:gd name="connsiteX282" fmla="*/ 2746805 w 2912392"/>
                <a:gd name="connsiteY282" fmla="*/ 86761 h 215980"/>
                <a:gd name="connsiteX283" fmla="*/ 2756549 w 2912392"/>
                <a:gd name="connsiteY283" fmla="*/ 89838 h 215980"/>
                <a:gd name="connsiteX284" fmla="*/ 2766293 w 2912392"/>
                <a:gd name="connsiteY284" fmla="*/ 92910 h 215980"/>
                <a:gd name="connsiteX285" fmla="*/ 2776037 w 2912392"/>
                <a:gd name="connsiteY285" fmla="*/ 95975 h 215980"/>
                <a:gd name="connsiteX286" fmla="*/ 2785766 w 2912392"/>
                <a:gd name="connsiteY286" fmla="*/ 99031 h 215980"/>
                <a:gd name="connsiteX287" fmla="*/ 2795510 w 2912392"/>
                <a:gd name="connsiteY287" fmla="*/ 102071 h 215980"/>
                <a:gd name="connsiteX288" fmla="*/ 2805254 w 2912392"/>
                <a:gd name="connsiteY288" fmla="*/ 105100 h 215980"/>
                <a:gd name="connsiteX289" fmla="*/ 2814998 w 2912392"/>
                <a:gd name="connsiteY289" fmla="*/ 108110 h 215980"/>
                <a:gd name="connsiteX290" fmla="*/ 2824727 w 2912392"/>
                <a:gd name="connsiteY290" fmla="*/ 111102 h 215980"/>
                <a:gd name="connsiteX291" fmla="*/ 2834471 w 2912392"/>
                <a:gd name="connsiteY291" fmla="*/ 114074 h 215980"/>
                <a:gd name="connsiteX292" fmla="*/ 2844215 w 2912392"/>
                <a:gd name="connsiteY292" fmla="*/ 117023 h 215980"/>
                <a:gd name="connsiteX293" fmla="*/ 2853958 w 2912392"/>
                <a:gd name="connsiteY293" fmla="*/ 119947 h 215980"/>
                <a:gd name="connsiteX294" fmla="*/ 2863687 w 2912392"/>
                <a:gd name="connsiteY294" fmla="*/ 122847 h 215980"/>
                <a:gd name="connsiteX295" fmla="*/ 2873431 w 2912392"/>
                <a:gd name="connsiteY295" fmla="*/ 125721 h 215980"/>
                <a:gd name="connsiteX296" fmla="*/ 2883175 w 2912392"/>
                <a:gd name="connsiteY296" fmla="*/ 128566 h 215980"/>
                <a:gd name="connsiteX297" fmla="*/ 2892919 w 2912392"/>
                <a:gd name="connsiteY297" fmla="*/ 131384 h 215980"/>
                <a:gd name="connsiteX298" fmla="*/ 2902663 w 2912392"/>
                <a:gd name="connsiteY298" fmla="*/ 134171 h 215980"/>
                <a:gd name="connsiteX299" fmla="*/ 2912392 w 2912392"/>
                <a:gd name="connsiteY299" fmla="*/ 136929 h 215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215980">
                  <a:moveTo>
                    <a:pt x="0" y="199214"/>
                  </a:moveTo>
                  <a:lnTo>
                    <a:pt x="9739" y="201626"/>
                  </a:lnTo>
                  <a:lnTo>
                    <a:pt x="19480" y="203864"/>
                  </a:lnTo>
                  <a:lnTo>
                    <a:pt x="29221" y="205925"/>
                  </a:lnTo>
                  <a:lnTo>
                    <a:pt x="38961" y="207802"/>
                  </a:lnTo>
                  <a:lnTo>
                    <a:pt x="48702" y="209493"/>
                  </a:lnTo>
                  <a:lnTo>
                    <a:pt x="58443" y="210995"/>
                  </a:lnTo>
                  <a:lnTo>
                    <a:pt x="68182" y="212303"/>
                  </a:lnTo>
                  <a:lnTo>
                    <a:pt x="77923" y="213414"/>
                  </a:lnTo>
                  <a:lnTo>
                    <a:pt x="87664" y="214328"/>
                  </a:lnTo>
                  <a:lnTo>
                    <a:pt x="97404" y="215043"/>
                  </a:lnTo>
                  <a:lnTo>
                    <a:pt x="107145" y="215557"/>
                  </a:lnTo>
                  <a:lnTo>
                    <a:pt x="116886" y="215868"/>
                  </a:lnTo>
                  <a:lnTo>
                    <a:pt x="126625" y="215980"/>
                  </a:lnTo>
                  <a:lnTo>
                    <a:pt x="136366" y="215891"/>
                  </a:lnTo>
                  <a:lnTo>
                    <a:pt x="146107" y="215600"/>
                  </a:lnTo>
                  <a:lnTo>
                    <a:pt x="155846" y="215112"/>
                  </a:lnTo>
                  <a:lnTo>
                    <a:pt x="165587" y="214428"/>
                  </a:lnTo>
                  <a:lnTo>
                    <a:pt x="175328" y="213549"/>
                  </a:lnTo>
                  <a:lnTo>
                    <a:pt x="185068" y="212480"/>
                  </a:lnTo>
                  <a:lnTo>
                    <a:pt x="194809" y="211224"/>
                  </a:lnTo>
                  <a:lnTo>
                    <a:pt x="204550" y="209787"/>
                  </a:lnTo>
                  <a:lnTo>
                    <a:pt x="214289" y="208170"/>
                  </a:lnTo>
                  <a:lnTo>
                    <a:pt x="224030" y="206379"/>
                  </a:lnTo>
                  <a:lnTo>
                    <a:pt x="233771" y="204423"/>
                  </a:lnTo>
                  <a:lnTo>
                    <a:pt x="243510" y="202306"/>
                  </a:lnTo>
                  <a:lnTo>
                    <a:pt x="253251" y="200032"/>
                  </a:lnTo>
                  <a:lnTo>
                    <a:pt x="262992" y="197613"/>
                  </a:lnTo>
                  <a:lnTo>
                    <a:pt x="272732" y="195053"/>
                  </a:lnTo>
                  <a:lnTo>
                    <a:pt x="282473" y="192359"/>
                  </a:lnTo>
                  <a:lnTo>
                    <a:pt x="292214" y="189542"/>
                  </a:lnTo>
                  <a:lnTo>
                    <a:pt x="301953" y="186610"/>
                  </a:lnTo>
                  <a:lnTo>
                    <a:pt x="311694" y="183570"/>
                  </a:lnTo>
                  <a:lnTo>
                    <a:pt x="321435" y="180433"/>
                  </a:lnTo>
                  <a:lnTo>
                    <a:pt x="331175" y="177205"/>
                  </a:lnTo>
                  <a:lnTo>
                    <a:pt x="340916" y="173901"/>
                  </a:lnTo>
                  <a:lnTo>
                    <a:pt x="350656" y="170525"/>
                  </a:lnTo>
                  <a:lnTo>
                    <a:pt x="360396" y="167091"/>
                  </a:lnTo>
                  <a:lnTo>
                    <a:pt x="370137" y="163606"/>
                  </a:lnTo>
                  <a:lnTo>
                    <a:pt x="379878" y="160082"/>
                  </a:lnTo>
                  <a:lnTo>
                    <a:pt x="389617" y="156529"/>
                  </a:lnTo>
                  <a:lnTo>
                    <a:pt x="399358" y="152956"/>
                  </a:lnTo>
                  <a:lnTo>
                    <a:pt x="409099" y="149374"/>
                  </a:lnTo>
                  <a:lnTo>
                    <a:pt x="418839" y="145794"/>
                  </a:lnTo>
                  <a:lnTo>
                    <a:pt x="428580" y="142224"/>
                  </a:lnTo>
                  <a:lnTo>
                    <a:pt x="438321" y="138674"/>
                  </a:lnTo>
                  <a:lnTo>
                    <a:pt x="448060" y="135155"/>
                  </a:lnTo>
                  <a:lnTo>
                    <a:pt x="457801" y="131676"/>
                  </a:lnTo>
                  <a:lnTo>
                    <a:pt x="467542" y="128246"/>
                  </a:lnTo>
                  <a:lnTo>
                    <a:pt x="477281" y="124873"/>
                  </a:lnTo>
                  <a:lnTo>
                    <a:pt x="487022" y="121568"/>
                  </a:lnTo>
                  <a:lnTo>
                    <a:pt x="496763" y="118338"/>
                  </a:lnTo>
                  <a:lnTo>
                    <a:pt x="506503" y="115191"/>
                  </a:lnTo>
                  <a:lnTo>
                    <a:pt x="516244" y="112136"/>
                  </a:lnTo>
                  <a:lnTo>
                    <a:pt x="525985" y="109177"/>
                  </a:lnTo>
                  <a:lnTo>
                    <a:pt x="535724" y="106325"/>
                  </a:lnTo>
                  <a:lnTo>
                    <a:pt x="545465" y="103584"/>
                  </a:lnTo>
                  <a:lnTo>
                    <a:pt x="555206" y="100960"/>
                  </a:lnTo>
                  <a:lnTo>
                    <a:pt x="564946" y="98458"/>
                  </a:lnTo>
                  <a:lnTo>
                    <a:pt x="574687" y="96085"/>
                  </a:lnTo>
                  <a:lnTo>
                    <a:pt x="584428" y="93843"/>
                  </a:lnTo>
                  <a:lnTo>
                    <a:pt x="594167" y="91737"/>
                  </a:lnTo>
                  <a:lnTo>
                    <a:pt x="603908" y="89771"/>
                  </a:lnTo>
                  <a:lnTo>
                    <a:pt x="613649" y="87946"/>
                  </a:lnTo>
                  <a:lnTo>
                    <a:pt x="623388" y="86264"/>
                  </a:lnTo>
                  <a:lnTo>
                    <a:pt x="633129" y="84728"/>
                  </a:lnTo>
                  <a:lnTo>
                    <a:pt x="642870" y="83337"/>
                  </a:lnTo>
                  <a:lnTo>
                    <a:pt x="652610" y="82093"/>
                  </a:lnTo>
                  <a:lnTo>
                    <a:pt x="662351" y="80995"/>
                  </a:lnTo>
                  <a:lnTo>
                    <a:pt x="672092" y="80043"/>
                  </a:lnTo>
                  <a:lnTo>
                    <a:pt x="681831" y="79236"/>
                  </a:lnTo>
                  <a:lnTo>
                    <a:pt x="691572" y="78570"/>
                  </a:lnTo>
                  <a:lnTo>
                    <a:pt x="701313" y="78044"/>
                  </a:lnTo>
                  <a:lnTo>
                    <a:pt x="711052" y="77653"/>
                  </a:lnTo>
                  <a:lnTo>
                    <a:pt x="720793" y="77396"/>
                  </a:lnTo>
                  <a:lnTo>
                    <a:pt x="730534" y="77266"/>
                  </a:lnTo>
                  <a:lnTo>
                    <a:pt x="740274" y="77262"/>
                  </a:lnTo>
                  <a:lnTo>
                    <a:pt x="750015" y="77376"/>
                  </a:lnTo>
                  <a:lnTo>
                    <a:pt x="759756" y="77604"/>
                  </a:lnTo>
                  <a:lnTo>
                    <a:pt x="769495" y="77940"/>
                  </a:lnTo>
                  <a:lnTo>
                    <a:pt x="779236" y="78378"/>
                  </a:lnTo>
                  <a:lnTo>
                    <a:pt x="788977" y="78909"/>
                  </a:lnTo>
                  <a:lnTo>
                    <a:pt x="798717" y="79529"/>
                  </a:lnTo>
                  <a:lnTo>
                    <a:pt x="808458" y="80230"/>
                  </a:lnTo>
                  <a:lnTo>
                    <a:pt x="818199" y="81003"/>
                  </a:lnTo>
                  <a:lnTo>
                    <a:pt x="827938" y="81843"/>
                  </a:lnTo>
                  <a:lnTo>
                    <a:pt x="837679" y="82740"/>
                  </a:lnTo>
                  <a:lnTo>
                    <a:pt x="847420" y="83688"/>
                  </a:lnTo>
                  <a:lnTo>
                    <a:pt x="857159" y="84677"/>
                  </a:lnTo>
                  <a:lnTo>
                    <a:pt x="866900" y="85699"/>
                  </a:lnTo>
                  <a:lnTo>
                    <a:pt x="876641" y="86748"/>
                  </a:lnTo>
                  <a:lnTo>
                    <a:pt x="886381" y="87813"/>
                  </a:lnTo>
                  <a:lnTo>
                    <a:pt x="896122" y="88889"/>
                  </a:lnTo>
                  <a:lnTo>
                    <a:pt x="905863" y="89966"/>
                  </a:lnTo>
                  <a:lnTo>
                    <a:pt x="915602" y="91036"/>
                  </a:lnTo>
                  <a:lnTo>
                    <a:pt x="925343" y="92094"/>
                  </a:lnTo>
                  <a:lnTo>
                    <a:pt x="935084" y="93129"/>
                  </a:lnTo>
                  <a:lnTo>
                    <a:pt x="944824" y="94136"/>
                  </a:lnTo>
                  <a:lnTo>
                    <a:pt x="954564" y="95108"/>
                  </a:lnTo>
                  <a:lnTo>
                    <a:pt x="964305" y="96039"/>
                  </a:lnTo>
                  <a:lnTo>
                    <a:pt x="974045" y="96921"/>
                  </a:lnTo>
                  <a:lnTo>
                    <a:pt x="983786" y="97749"/>
                  </a:lnTo>
                  <a:lnTo>
                    <a:pt x="993522" y="98520"/>
                  </a:lnTo>
                  <a:lnTo>
                    <a:pt x="1003266" y="99224"/>
                  </a:lnTo>
                  <a:lnTo>
                    <a:pt x="1013010" y="99862"/>
                  </a:lnTo>
                  <a:lnTo>
                    <a:pt x="1022754" y="100427"/>
                  </a:lnTo>
                  <a:lnTo>
                    <a:pt x="1032483" y="100914"/>
                  </a:lnTo>
                  <a:lnTo>
                    <a:pt x="1042227" y="101322"/>
                  </a:lnTo>
                  <a:lnTo>
                    <a:pt x="1051971" y="101650"/>
                  </a:lnTo>
                  <a:lnTo>
                    <a:pt x="1061715" y="101893"/>
                  </a:lnTo>
                  <a:lnTo>
                    <a:pt x="1071444" y="102049"/>
                  </a:lnTo>
                  <a:lnTo>
                    <a:pt x="1081188" y="102121"/>
                  </a:lnTo>
                  <a:lnTo>
                    <a:pt x="1090932" y="102104"/>
                  </a:lnTo>
                  <a:lnTo>
                    <a:pt x="1100676" y="102001"/>
                  </a:lnTo>
                  <a:lnTo>
                    <a:pt x="1110405" y="101814"/>
                  </a:lnTo>
                  <a:lnTo>
                    <a:pt x="1120149" y="101540"/>
                  </a:lnTo>
                  <a:lnTo>
                    <a:pt x="1129893" y="101182"/>
                  </a:lnTo>
                  <a:lnTo>
                    <a:pt x="1139637" y="100742"/>
                  </a:lnTo>
                  <a:lnTo>
                    <a:pt x="1149381" y="100225"/>
                  </a:lnTo>
                  <a:lnTo>
                    <a:pt x="1159110" y="99632"/>
                  </a:lnTo>
                  <a:lnTo>
                    <a:pt x="1168854" y="98966"/>
                  </a:lnTo>
                  <a:lnTo>
                    <a:pt x="1178598" y="98232"/>
                  </a:lnTo>
                  <a:lnTo>
                    <a:pt x="1188341" y="97433"/>
                  </a:lnTo>
                  <a:lnTo>
                    <a:pt x="1198070" y="96575"/>
                  </a:lnTo>
                  <a:lnTo>
                    <a:pt x="1207814" y="95662"/>
                  </a:lnTo>
                  <a:lnTo>
                    <a:pt x="1217558" y="94698"/>
                  </a:lnTo>
                  <a:lnTo>
                    <a:pt x="1227302" y="93691"/>
                  </a:lnTo>
                  <a:lnTo>
                    <a:pt x="1237031" y="92645"/>
                  </a:lnTo>
                  <a:lnTo>
                    <a:pt x="1246775" y="91566"/>
                  </a:lnTo>
                  <a:lnTo>
                    <a:pt x="1256519" y="90459"/>
                  </a:lnTo>
                  <a:lnTo>
                    <a:pt x="1266263" y="89331"/>
                  </a:lnTo>
                  <a:lnTo>
                    <a:pt x="1276007" y="88190"/>
                  </a:lnTo>
                  <a:lnTo>
                    <a:pt x="1285736" y="87038"/>
                  </a:lnTo>
                  <a:lnTo>
                    <a:pt x="1295480" y="85884"/>
                  </a:lnTo>
                  <a:lnTo>
                    <a:pt x="1305224" y="84732"/>
                  </a:lnTo>
                  <a:lnTo>
                    <a:pt x="1314968" y="83591"/>
                  </a:lnTo>
                  <a:lnTo>
                    <a:pt x="1324697" y="82463"/>
                  </a:lnTo>
                  <a:lnTo>
                    <a:pt x="1334441" y="81356"/>
                  </a:lnTo>
                  <a:lnTo>
                    <a:pt x="1344185" y="80274"/>
                  </a:lnTo>
                  <a:lnTo>
                    <a:pt x="1353929" y="79225"/>
                  </a:lnTo>
                  <a:lnTo>
                    <a:pt x="1363658" y="78211"/>
                  </a:lnTo>
                  <a:lnTo>
                    <a:pt x="1373402" y="77238"/>
                  </a:lnTo>
                  <a:lnTo>
                    <a:pt x="1383146" y="76308"/>
                  </a:lnTo>
                  <a:lnTo>
                    <a:pt x="1392890" y="75429"/>
                  </a:lnTo>
                  <a:lnTo>
                    <a:pt x="1402619" y="74601"/>
                  </a:lnTo>
                  <a:lnTo>
                    <a:pt x="1412363" y="73827"/>
                  </a:lnTo>
                  <a:lnTo>
                    <a:pt x="1422106" y="73114"/>
                  </a:lnTo>
                  <a:lnTo>
                    <a:pt x="1431850" y="72460"/>
                  </a:lnTo>
                  <a:lnTo>
                    <a:pt x="1441594" y="71868"/>
                  </a:lnTo>
                  <a:lnTo>
                    <a:pt x="1451323" y="71339"/>
                  </a:lnTo>
                  <a:lnTo>
                    <a:pt x="1461067" y="70876"/>
                  </a:lnTo>
                  <a:lnTo>
                    <a:pt x="1470811" y="70478"/>
                  </a:lnTo>
                  <a:lnTo>
                    <a:pt x="1480555" y="70144"/>
                  </a:lnTo>
                  <a:lnTo>
                    <a:pt x="1490284" y="69875"/>
                  </a:lnTo>
                  <a:lnTo>
                    <a:pt x="1500028" y="69669"/>
                  </a:lnTo>
                  <a:lnTo>
                    <a:pt x="1509772" y="69526"/>
                  </a:lnTo>
                  <a:lnTo>
                    <a:pt x="1519516" y="69441"/>
                  </a:lnTo>
                  <a:lnTo>
                    <a:pt x="1529245" y="69416"/>
                  </a:lnTo>
                  <a:lnTo>
                    <a:pt x="1538989" y="69446"/>
                  </a:lnTo>
                  <a:lnTo>
                    <a:pt x="1548733" y="69526"/>
                  </a:lnTo>
                  <a:lnTo>
                    <a:pt x="1558477" y="69656"/>
                  </a:lnTo>
                  <a:lnTo>
                    <a:pt x="1568221" y="69830"/>
                  </a:lnTo>
                  <a:lnTo>
                    <a:pt x="1577950" y="70045"/>
                  </a:lnTo>
                  <a:lnTo>
                    <a:pt x="1587694" y="70295"/>
                  </a:lnTo>
                  <a:lnTo>
                    <a:pt x="1597438" y="70575"/>
                  </a:lnTo>
                  <a:lnTo>
                    <a:pt x="1607182" y="70882"/>
                  </a:lnTo>
                  <a:lnTo>
                    <a:pt x="1616911" y="71210"/>
                  </a:lnTo>
                  <a:lnTo>
                    <a:pt x="1626655" y="71552"/>
                  </a:lnTo>
                  <a:lnTo>
                    <a:pt x="1636399" y="71904"/>
                  </a:lnTo>
                  <a:lnTo>
                    <a:pt x="1646142" y="72259"/>
                  </a:lnTo>
                  <a:lnTo>
                    <a:pt x="1655872" y="72612"/>
                  </a:lnTo>
                  <a:lnTo>
                    <a:pt x="1665616" y="72956"/>
                  </a:lnTo>
                  <a:lnTo>
                    <a:pt x="1675359" y="73287"/>
                  </a:lnTo>
                  <a:lnTo>
                    <a:pt x="1685103" y="73598"/>
                  </a:lnTo>
                  <a:lnTo>
                    <a:pt x="1694832" y="73883"/>
                  </a:lnTo>
                  <a:lnTo>
                    <a:pt x="1704576" y="74136"/>
                  </a:lnTo>
                  <a:lnTo>
                    <a:pt x="1714320" y="74353"/>
                  </a:lnTo>
                  <a:lnTo>
                    <a:pt x="1724064" y="74526"/>
                  </a:lnTo>
                  <a:lnTo>
                    <a:pt x="1733808" y="74653"/>
                  </a:lnTo>
                  <a:lnTo>
                    <a:pt x="1743537" y="74726"/>
                  </a:lnTo>
                  <a:lnTo>
                    <a:pt x="1753281" y="74741"/>
                  </a:lnTo>
                  <a:lnTo>
                    <a:pt x="1763025" y="74695"/>
                  </a:lnTo>
                  <a:lnTo>
                    <a:pt x="1772769" y="74583"/>
                  </a:lnTo>
                  <a:lnTo>
                    <a:pt x="1782498" y="74400"/>
                  </a:lnTo>
                  <a:lnTo>
                    <a:pt x="1792242" y="74143"/>
                  </a:lnTo>
                  <a:lnTo>
                    <a:pt x="1801986" y="73810"/>
                  </a:lnTo>
                  <a:lnTo>
                    <a:pt x="1811730" y="73397"/>
                  </a:lnTo>
                  <a:lnTo>
                    <a:pt x="1821459" y="72902"/>
                  </a:lnTo>
                  <a:lnTo>
                    <a:pt x="1831203" y="72324"/>
                  </a:lnTo>
                  <a:lnTo>
                    <a:pt x="1840947" y="71661"/>
                  </a:lnTo>
                  <a:lnTo>
                    <a:pt x="1850691" y="70912"/>
                  </a:lnTo>
                  <a:lnTo>
                    <a:pt x="1860435" y="70076"/>
                  </a:lnTo>
                  <a:lnTo>
                    <a:pt x="1870164" y="69154"/>
                  </a:lnTo>
                  <a:lnTo>
                    <a:pt x="1879908" y="68145"/>
                  </a:lnTo>
                  <a:lnTo>
                    <a:pt x="1889652" y="67050"/>
                  </a:lnTo>
                  <a:lnTo>
                    <a:pt x="1899395" y="65871"/>
                  </a:lnTo>
                  <a:lnTo>
                    <a:pt x="1909124" y="64609"/>
                  </a:lnTo>
                  <a:lnTo>
                    <a:pt x="1918868" y="63268"/>
                  </a:lnTo>
                  <a:lnTo>
                    <a:pt x="1928612" y="61849"/>
                  </a:lnTo>
                  <a:lnTo>
                    <a:pt x="1938356" y="60353"/>
                  </a:lnTo>
                  <a:lnTo>
                    <a:pt x="1948085" y="58787"/>
                  </a:lnTo>
                  <a:lnTo>
                    <a:pt x="1957829" y="57152"/>
                  </a:lnTo>
                  <a:lnTo>
                    <a:pt x="1967573" y="55454"/>
                  </a:lnTo>
                  <a:lnTo>
                    <a:pt x="1977317" y="53696"/>
                  </a:lnTo>
                  <a:lnTo>
                    <a:pt x="1987046" y="51884"/>
                  </a:lnTo>
                  <a:lnTo>
                    <a:pt x="1996790" y="50023"/>
                  </a:lnTo>
                  <a:lnTo>
                    <a:pt x="2006534" y="48116"/>
                  </a:lnTo>
                  <a:lnTo>
                    <a:pt x="2016278" y="46172"/>
                  </a:lnTo>
                  <a:lnTo>
                    <a:pt x="2026022" y="44195"/>
                  </a:lnTo>
                  <a:lnTo>
                    <a:pt x="2035751" y="42191"/>
                  </a:lnTo>
                  <a:lnTo>
                    <a:pt x="2045495" y="40166"/>
                  </a:lnTo>
                  <a:lnTo>
                    <a:pt x="2055239" y="38128"/>
                  </a:lnTo>
                  <a:lnTo>
                    <a:pt x="2064983" y="36081"/>
                  </a:lnTo>
                  <a:lnTo>
                    <a:pt x="2074712" y="34032"/>
                  </a:lnTo>
                  <a:lnTo>
                    <a:pt x="2084456" y="31990"/>
                  </a:lnTo>
                  <a:lnTo>
                    <a:pt x="2094200" y="29959"/>
                  </a:lnTo>
                  <a:lnTo>
                    <a:pt x="2103944" y="27946"/>
                  </a:lnTo>
                  <a:lnTo>
                    <a:pt x="2113673" y="25958"/>
                  </a:lnTo>
                  <a:lnTo>
                    <a:pt x="2123417" y="24001"/>
                  </a:lnTo>
                  <a:lnTo>
                    <a:pt x="2133161" y="22083"/>
                  </a:lnTo>
                  <a:lnTo>
                    <a:pt x="2142905" y="20209"/>
                  </a:lnTo>
                  <a:lnTo>
                    <a:pt x="2152649" y="18385"/>
                  </a:lnTo>
                  <a:lnTo>
                    <a:pt x="2162377" y="16618"/>
                  </a:lnTo>
                  <a:lnTo>
                    <a:pt x="2172121" y="14914"/>
                  </a:lnTo>
                  <a:lnTo>
                    <a:pt x="2181865" y="13276"/>
                  </a:lnTo>
                  <a:lnTo>
                    <a:pt x="2191609" y="11714"/>
                  </a:lnTo>
                  <a:lnTo>
                    <a:pt x="2201338" y="10230"/>
                  </a:lnTo>
                  <a:lnTo>
                    <a:pt x="2211082" y="8829"/>
                  </a:lnTo>
                  <a:lnTo>
                    <a:pt x="2220826" y="7517"/>
                  </a:lnTo>
                  <a:lnTo>
                    <a:pt x="2230570" y="6299"/>
                  </a:lnTo>
                  <a:lnTo>
                    <a:pt x="2240299" y="5177"/>
                  </a:lnTo>
                  <a:lnTo>
                    <a:pt x="2250043" y="4157"/>
                  </a:lnTo>
                  <a:lnTo>
                    <a:pt x="2259787" y="3242"/>
                  </a:lnTo>
                  <a:lnTo>
                    <a:pt x="2269531" y="2434"/>
                  </a:lnTo>
                  <a:lnTo>
                    <a:pt x="2279260" y="1737"/>
                  </a:lnTo>
                  <a:lnTo>
                    <a:pt x="2289004" y="1155"/>
                  </a:lnTo>
                  <a:lnTo>
                    <a:pt x="2298748" y="688"/>
                  </a:lnTo>
                  <a:lnTo>
                    <a:pt x="2308492" y="338"/>
                  </a:lnTo>
                  <a:lnTo>
                    <a:pt x="2318236" y="109"/>
                  </a:lnTo>
                  <a:lnTo>
                    <a:pt x="2327965" y="0"/>
                  </a:lnTo>
                  <a:lnTo>
                    <a:pt x="2337709" y="12"/>
                  </a:lnTo>
                  <a:lnTo>
                    <a:pt x="2347453" y="147"/>
                  </a:lnTo>
                  <a:lnTo>
                    <a:pt x="2357197" y="405"/>
                  </a:lnTo>
                  <a:lnTo>
                    <a:pt x="2366926" y="785"/>
                  </a:lnTo>
                  <a:lnTo>
                    <a:pt x="2376670" y="1289"/>
                  </a:lnTo>
                  <a:lnTo>
                    <a:pt x="2386413" y="1913"/>
                  </a:lnTo>
                  <a:lnTo>
                    <a:pt x="2396157" y="2659"/>
                  </a:lnTo>
                  <a:lnTo>
                    <a:pt x="2405886" y="3525"/>
                  </a:lnTo>
                  <a:lnTo>
                    <a:pt x="2415630" y="4508"/>
                  </a:lnTo>
                  <a:lnTo>
                    <a:pt x="2425374" y="5609"/>
                  </a:lnTo>
                  <a:lnTo>
                    <a:pt x="2435118" y="6825"/>
                  </a:lnTo>
                  <a:lnTo>
                    <a:pt x="2444862" y="8153"/>
                  </a:lnTo>
                  <a:lnTo>
                    <a:pt x="2454591" y="9590"/>
                  </a:lnTo>
                  <a:lnTo>
                    <a:pt x="2464335" y="11135"/>
                  </a:lnTo>
                  <a:lnTo>
                    <a:pt x="2474079" y="12786"/>
                  </a:lnTo>
                  <a:lnTo>
                    <a:pt x="2483823" y="14538"/>
                  </a:lnTo>
                  <a:lnTo>
                    <a:pt x="2493552" y="16389"/>
                  </a:lnTo>
                  <a:lnTo>
                    <a:pt x="2503296" y="18336"/>
                  </a:lnTo>
                  <a:lnTo>
                    <a:pt x="2513040" y="20374"/>
                  </a:lnTo>
                  <a:lnTo>
                    <a:pt x="2522784" y="22500"/>
                  </a:lnTo>
                  <a:lnTo>
                    <a:pt x="2532513" y="24711"/>
                  </a:lnTo>
                  <a:lnTo>
                    <a:pt x="2542257" y="27003"/>
                  </a:lnTo>
                  <a:lnTo>
                    <a:pt x="2552001" y="29372"/>
                  </a:lnTo>
                  <a:lnTo>
                    <a:pt x="2561745" y="31812"/>
                  </a:lnTo>
                  <a:lnTo>
                    <a:pt x="2571474" y="34324"/>
                  </a:lnTo>
                  <a:lnTo>
                    <a:pt x="2581218" y="36899"/>
                  </a:lnTo>
                  <a:lnTo>
                    <a:pt x="2590962" y="39536"/>
                  </a:lnTo>
                  <a:lnTo>
                    <a:pt x="2600705" y="42230"/>
                  </a:lnTo>
                  <a:lnTo>
                    <a:pt x="2610449" y="44976"/>
                  </a:lnTo>
                  <a:lnTo>
                    <a:pt x="2620178" y="47771"/>
                  </a:lnTo>
                  <a:lnTo>
                    <a:pt x="2629922" y="50610"/>
                  </a:lnTo>
                  <a:lnTo>
                    <a:pt x="2639666" y="53492"/>
                  </a:lnTo>
                  <a:lnTo>
                    <a:pt x="2649410" y="56408"/>
                  </a:lnTo>
                  <a:lnTo>
                    <a:pt x="2659139" y="59357"/>
                  </a:lnTo>
                  <a:lnTo>
                    <a:pt x="2668883" y="62336"/>
                  </a:lnTo>
                  <a:lnTo>
                    <a:pt x="2678627" y="65339"/>
                  </a:lnTo>
                  <a:lnTo>
                    <a:pt x="2688371" y="68364"/>
                  </a:lnTo>
                  <a:lnTo>
                    <a:pt x="2698100" y="71406"/>
                  </a:lnTo>
                  <a:lnTo>
                    <a:pt x="2707844" y="74462"/>
                  </a:lnTo>
                  <a:lnTo>
                    <a:pt x="2717588" y="77528"/>
                  </a:lnTo>
                  <a:lnTo>
                    <a:pt x="2727332" y="80603"/>
                  </a:lnTo>
                  <a:lnTo>
                    <a:pt x="2737076" y="83682"/>
                  </a:lnTo>
                  <a:lnTo>
                    <a:pt x="2746805" y="86761"/>
                  </a:lnTo>
                  <a:lnTo>
                    <a:pt x="2756549" y="89838"/>
                  </a:lnTo>
                  <a:lnTo>
                    <a:pt x="2766293" y="92910"/>
                  </a:lnTo>
                  <a:lnTo>
                    <a:pt x="2776037" y="95975"/>
                  </a:lnTo>
                  <a:lnTo>
                    <a:pt x="2785766" y="99031"/>
                  </a:lnTo>
                  <a:lnTo>
                    <a:pt x="2795510" y="102071"/>
                  </a:lnTo>
                  <a:lnTo>
                    <a:pt x="2805254" y="105100"/>
                  </a:lnTo>
                  <a:lnTo>
                    <a:pt x="2814998" y="108110"/>
                  </a:lnTo>
                  <a:lnTo>
                    <a:pt x="2824727" y="111102"/>
                  </a:lnTo>
                  <a:lnTo>
                    <a:pt x="2834471" y="114074"/>
                  </a:lnTo>
                  <a:lnTo>
                    <a:pt x="2844215" y="117023"/>
                  </a:lnTo>
                  <a:lnTo>
                    <a:pt x="2853958" y="119947"/>
                  </a:lnTo>
                  <a:lnTo>
                    <a:pt x="2863687" y="122847"/>
                  </a:lnTo>
                  <a:lnTo>
                    <a:pt x="2873431" y="125721"/>
                  </a:lnTo>
                  <a:lnTo>
                    <a:pt x="2883175" y="128566"/>
                  </a:lnTo>
                  <a:lnTo>
                    <a:pt x="2892919" y="131384"/>
                  </a:lnTo>
                  <a:lnTo>
                    <a:pt x="2902663" y="134171"/>
                  </a:lnTo>
                  <a:lnTo>
                    <a:pt x="2912392" y="13692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4" name="Freeform 693">
              <a:extLst>
                <a:ext uri="{FF2B5EF4-FFF2-40B4-BE49-F238E27FC236}">
                  <a16:creationId xmlns:a16="http://schemas.microsoft.com/office/drawing/2014/main" id="{48E9B6FC-8789-0C80-F6CE-F4E1B121B031}"/>
                </a:ext>
              </a:extLst>
            </p:cNvPr>
            <p:cNvSpPr/>
            <p:nvPr/>
          </p:nvSpPr>
          <p:spPr>
            <a:xfrm>
              <a:off x="576446" y="3109990"/>
              <a:ext cx="2912392" cy="787157"/>
            </a:xfrm>
            <a:custGeom>
              <a:avLst/>
              <a:gdLst>
                <a:gd name="connsiteX0" fmla="*/ 0 w 2912392"/>
                <a:gd name="connsiteY0" fmla="*/ 787158 h 787157"/>
                <a:gd name="connsiteX1" fmla="*/ 9739 w 2912392"/>
                <a:gd name="connsiteY1" fmla="*/ 784731 h 787157"/>
                <a:gd name="connsiteX2" fmla="*/ 19480 w 2912392"/>
                <a:gd name="connsiteY2" fmla="*/ 782033 h 787157"/>
                <a:gd name="connsiteX3" fmla="*/ 29221 w 2912392"/>
                <a:gd name="connsiteY3" fmla="*/ 779063 h 787157"/>
                <a:gd name="connsiteX4" fmla="*/ 38961 w 2912392"/>
                <a:gd name="connsiteY4" fmla="*/ 775823 h 787157"/>
                <a:gd name="connsiteX5" fmla="*/ 48702 w 2912392"/>
                <a:gd name="connsiteY5" fmla="*/ 772308 h 787157"/>
                <a:gd name="connsiteX6" fmla="*/ 58443 w 2912392"/>
                <a:gd name="connsiteY6" fmla="*/ 768522 h 787157"/>
                <a:gd name="connsiteX7" fmla="*/ 68182 w 2912392"/>
                <a:gd name="connsiteY7" fmla="*/ 764464 h 787157"/>
                <a:gd name="connsiteX8" fmla="*/ 77923 w 2912392"/>
                <a:gd name="connsiteY8" fmla="*/ 760134 h 787157"/>
                <a:gd name="connsiteX9" fmla="*/ 87664 w 2912392"/>
                <a:gd name="connsiteY9" fmla="*/ 755532 h 787157"/>
                <a:gd name="connsiteX10" fmla="*/ 97404 w 2912392"/>
                <a:gd name="connsiteY10" fmla="*/ 750661 h 787157"/>
                <a:gd name="connsiteX11" fmla="*/ 107145 w 2912392"/>
                <a:gd name="connsiteY11" fmla="*/ 745521 h 787157"/>
                <a:gd name="connsiteX12" fmla="*/ 116886 w 2912392"/>
                <a:gd name="connsiteY12" fmla="*/ 740114 h 787157"/>
                <a:gd name="connsiteX13" fmla="*/ 126625 w 2912392"/>
                <a:gd name="connsiteY13" fmla="*/ 734442 h 787157"/>
                <a:gd name="connsiteX14" fmla="*/ 136366 w 2912392"/>
                <a:gd name="connsiteY14" fmla="*/ 728508 h 787157"/>
                <a:gd name="connsiteX15" fmla="*/ 146107 w 2912392"/>
                <a:gd name="connsiteY15" fmla="*/ 722313 h 787157"/>
                <a:gd name="connsiteX16" fmla="*/ 155846 w 2912392"/>
                <a:gd name="connsiteY16" fmla="*/ 715862 h 787157"/>
                <a:gd name="connsiteX17" fmla="*/ 165587 w 2912392"/>
                <a:gd name="connsiteY17" fmla="*/ 709156 h 787157"/>
                <a:gd name="connsiteX18" fmla="*/ 175328 w 2912392"/>
                <a:gd name="connsiteY18" fmla="*/ 702199 h 787157"/>
                <a:gd name="connsiteX19" fmla="*/ 185068 w 2912392"/>
                <a:gd name="connsiteY19" fmla="*/ 694999 h 787157"/>
                <a:gd name="connsiteX20" fmla="*/ 194809 w 2912392"/>
                <a:gd name="connsiteY20" fmla="*/ 687554 h 787157"/>
                <a:gd name="connsiteX21" fmla="*/ 204550 w 2912392"/>
                <a:gd name="connsiteY21" fmla="*/ 679873 h 787157"/>
                <a:gd name="connsiteX22" fmla="*/ 214289 w 2912392"/>
                <a:gd name="connsiteY22" fmla="*/ 671960 h 787157"/>
                <a:gd name="connsiteX23" fmla="*/ 224030 w 2912392"/>
                <a:gd name="connsiteY23" fmla="*/ 663820 h 787157"/>
                <a:gd name="connsiteX24" fmla="*/ 233771 w 2912392"/>
                <a:gd name="connsiteY24" fmla="*/ 655458 h 787157"/>
                <a:gd name="connsiteX25" fmla="*/ 243510 w 2912392"/>
                <a:gd name="connsiteY25" fmla="*/ 646881 h 787157"/>
                <a:gd name="connsiteX26" fmla="*/ 253251 w 2912392"/>
                <a:gd name="connsiteY26" fmla="*/ 638095 h 787157"/>
                <a:gd name="connsiteX27" fmla="*/ 262992 w 2912392"/>
                <a:gd name="connsiteY27" fmla="*/ 629108 h 787157"/>
                <a:gd name="connsiteX28" fmla="*/ 272732 w 2912392"/>
                <a:gd name="connsiteY28" fmla="*/ 619924 h 787157"/>
                <a:gd name="connsiteX29" fmla="*/ 282473 w 2912392"/>
                <a:gd name="connsiteY29" fmla="*/ 610553 h 787157"/>
                <a:gd name="connsiteX30" fmla="*/ 292214 w 2912392"/>
                <a:gd name="connsiteY30" fmla="*/ 601001 h 787157"/>
                <a:gd name="connsiteX31" fmla="*/ 301953 w 2912392"/>
                <a:gd name="connsiteY31" fmla="*/ 591275 h 787157"/>
                <a:gd name="connsiteX32" fmla="*/ 311694 w 2912392"/>
                <a:gd name="connsiteY32" fmla="*/ 581387 h 787157"/>
                <a:gd name="connsiteX33" fmla="*/ 321435 w 2912392"/>
                <a:gd name="connsiteY33" fmla="*/ 571340 h 787157"/>
                <a:gd name="connsiteX34" fmla="*/ 331175 w 2912392"/>
                <a:gd name="connsiteY34" fmla="*/ 561146 h 787157"/>
                <a:gd name="connsiteX35" fmla="*/ 340916 w 2912392"/>
                <a:gd name="connsiteY35" fmla="*/ 550814 h 787157"/>
                <a:gd name="connsiteX36" fmla="*/ 350656 w 2912392"/>
                <a:gd name="connsiteY36" fmla="*/ 540352 h 787157"/>
                <a:gd name="connsiteX37" fmla="*/ 360396 w 2912392"/>
                <a:gd name="connsiteY37" fmla="*/ 529769 h 787157"/>
                <a:gd name="connsiteX38" fmla="*/ 370137 w 2912392"/>
                <a:gd name="connsiteY38" fmla="*/ 519076 h 787157"/>
                <a:gd name="connsiteX39" fmla="*/ 379878 w 2912392"/>
                <a:gd name="connsiteY39" fmla="*/ 508280 h 787157"/>
                <a:gd name="connsiteX40" fmla="*/ 389617 w 2912392"/>
                <a:gd name="connsiteY40" fmla="*/ 497394 h 787157"/>
                <a:gd name="connsiteX41" fmla="*/ 399358 w 2912392"/>
                <a:gd name="connsiteY41" fmla="*/ 486425 h 787157"/>
                <a:gd name="connsiteX42" fmla="*/ 409099 w 2912392"/>
                <a:gd name="connsiteY42" fmla="*/ 475385 h 787157"/>
                <a:gd name="connsiteX43" fmla="*/ 418839 w 2912392"/>
                <a:gd name="connsiteY43" fmla="*/ 464284 h 787157"/>
                <a:gd name="connsiteX44" fmla="*/ 428580 w 2912392"/>
                <a:gd name="connsiteY44" fmla="*/ 453132 h 787157"/>
                <a:gd name="connsiteX45" fmla="*/ 438321 w 2912392"/>
                <a:gd name="connsiteY45" fmla="*/ 441937 h 787157"/>
                <a:gd name="connsiteX46" fmla="*/ 448060 w 2912392"/>
                <a:gd name="connsiteY46" fmla="*/ 430713 h 787157"/>
                <a:gd name="connsiteX47" fmla="*/ 457801 w 2912392"/>
                <a:gd name="connsiteY47" fmla="*/ 419467 h 787157"/>
                <a:gd name="connsiteX48" fmla="*/ 467542 w 2912392"/>
                <a:gd name="connsiteY48" fmla="*/ 408213 h 787157"/>
                <a:gd name="connsiteX49" fmla="*/ 477281 w 2912392"/>
                <a:gd name="connsiteY49" fmla="*/ 396960 h 787157"/>
                <a:gd name="connsiteX50" fmla="*/ 487022 w 2912392"/>
                <a:gd name="connsiteY50" fmla="*/ 385717 h 787157"/>
                <a:gd name="connsiteX51" fmla="*/ 496763 w 2912392"/>
                <a:gd name="connsiteY51" fmla="*/ 374495 h 787157"/>
                <a:gd name="connsiteX52" fmla="*/ 506503 w 2912392"/>
                <a:gd name="connsiteY52" fmla="*/ 363304 h 787157"/>
                <a:gd name="connsiteX53" fmla="*/ 516244 w 2912392"/>
                <a:gd name="connsiteY53" fmla="*/ 352155 h 787157"/>
                <a:gd name="connsiteX54" fmla="*/ 525985 w 2912392"/>
                <a:gd name="connsiteY54" fmla="*/ 341059 h 787157"/>
                <a:gd name="connsiteX55" fmla="*/ 535724 w 2912392"/>
                <a:gd name="connsiteY55" fmla="*/ 330023 h 787157"/>
                <a:gd name="connsiteX56" fmla="*/ 545465 w 2912392"/>
                <a:gd name="connsiteY56" fmla="*/ 319059 h 787157"/>
                <a:gd name="connsiteX57" fmla="*/ 555206 w 2912392"/>
                <a:gd name="connsiteY57" fmla="*/ 308176 h 787157"/>
                <a:gd name="connsiteX58" fmla="*/ 564946 w 2912392"/>
                <a:gd name="connsiteY58" fmla="*/ 297384 h 787157"/>
                <a:gd name="connsiteX59" fmla="*/ 574687 w 2912392"/>
                <a:gd name="connsiteY59" fmla="*/ 286691 h 787157"/>
                <a:gd name="connsiteX60" fmla="*/ 584428 w 2912392"/>
                <a:gd name="connsiteY60" fmla="*/ 276108 h 787157"/>
                <a:gd name="connsiteX61" fmla="*/ 594167 w 2912392"/>
                <a:gd name="connsiteY61" fmla="*/ 265641 h 787157"/>
                <a:gd name="connsiteX62" fmla="*/ 603908 w 2912392"/>
                <a:gd name="connsiteY62" fmla="*/ 255301 h 787157"/>
                <a:gd name="connsiteX63" fmla="*/ 613649 w 2912392"/>
                <a:gd name="connsiteY63" fmla="*/ 245097 h 787157"/>
                <a:gd name="connsiteX64" fmla="*/ 623388 w 2912392"/>
                <a:gd name="connsiteY64" fmla="*/ 235036 h 787157"/>
                <a:gd name="connsiteX65" fmla="*/ 633129 w 2912392"/>
                <a:gd name="connsiteY65" fmla="*/ 225125 h 787157"/>
                <a:gd name="connsiteX66" fmla="*/ 642870 w 2912392"/>
                <a:gd name="connsiteY66" fmla="*/ 215374 h 787157"/>
                <a:gd name="connsiteX67" fmla="*/ 652610 w 2912392"/>
                <a:gd name="connsiteY67" fmla="*/ 205788 h 787157"/>
                <a:gd name="connsiteX68" fmla="*/ 662351 w 2912392"/>
                <a:gd name="connsiteY68" fmla="*/ 196373 h 787157"/>
                <a:gd name="connsiteX69" fmla="*/ 672092 w 2912392"/>
                <a:gd name="connsiteY69" fmla="*/ 187139 h 787157"/>
                <a:gd name="connsiteX70" fmla="*/ 681831 w 2912392"/>
                <a:gd name="connsiteY70" fmla="*/ 178090 h 787157"/>
                <a:gd name="connsiteX71" fmla="*/ 691572 w 2912392"/>
                <a:gd name="connsiteY71" fmla="*/ 169235 h 787157"/>
                <a:gd name="connsiteX72" fmla="*/ 701313 w 2912392"/>
                <a:gd name="connsiteY72" fmla="*/ 160575 h 787157"/>
                <a:gd name="connsiteX73" fmla="*/ 711052 w 2912392"/>
                <a:gd name="connsiteY73" fmla="*/ 152120 h 787157"/>
                <a:gd name="connsiteX74" fmla="*/ 720793 w 2912392"/>
                <a:gd name="connsiteY74" fmla="*/ 143872 h 787157"/>
                <a:gd name="connsiteX75" fmla="*/ 730534 w 2912392"/>
                <a:gd name="connsiteY75" fmla="*/ 135835 h 787157"/>
                <a:gd name="connsiteX76" fmla="*/ 740274 w 2912392"/>
                <a:gd name="connsiteY76" fmla="*/ 128018 h 787157"/>
                <a:gd name="connsiteX77" fmla="*/ 750015 w 2912392"/>
                <a:gd name="connsiteY77" fmla="*/ 120420 h 787157"/>
                <a:gd name="connsiteX78" fmla="*/ 759756 w 2912392"/>
                <a:gd name="connsiteY78" fmla="*/ 113048 h 787157"/>
                <a:gd name="connsiteX79" fmla="*/ 769495 w 2912392"/>
                <a:gd name="connsiteY79" fmla="*/ 105902 h 787157"/>
                <a:gd name="connsiteX80" fmla="*/ 779236 w 2912392"/>
                <a:gd name="connsiteY80" fmla="*/ 98987 h 787157"/>
                <a:gd name="connsiteX81" fmla="*/ 788977 w 2912392"/>
                <a:gd name="connsiteY81" fmla="*/ 92307 h 787157"/>
                <a:gd name="connsiteX82" fmla="*/ 798717 w 2912392"/>
                <a:gd name="connsiteY82" fmla="*/ 85860 h 787157"/>
                <a:gd name="connsiteX83" fmla="*/ 808458 w 2912392"/>
                <a:gd name="connsiteY83" fmla="*/ 79653 h 787157"/>
                <a:gd name="connsiteX84" fmla="*/ 818199 w 2912392"/>
                <a:gd name="connsiteY84" fmla="*/ 73683 h 787157"/>
                <a:gd name="connsiteX85" fmla="*/ 827938 w 2912392"/>
                <a:gd name="connsiteY85" fmla="*/ 67954 h 787157"/>
                <a:gd name="connsiteX86" fmla="*/ 837679 w 2912392"/>
                <a:gd name="connsiteY86" fmla="*/ 62465 h 787157"/>
                <a:gd name="connsiteX87" fmla="*/ 847420 w 2912392"/>
                <a:gd name="connsiteY87" fmla="*/ 57218 h 787157"/>
                <a:gd name="connsiteX88" fmla="*/ 857159 w 2912392"/>
                <a:gd name="connsiteY88" fmla="*/ 52212 h 787157"/>
                <a:gd name="connsiteX89" fmla="*/ 866900 w 2912392"/>
                <a:gd name="connsiteY89" fmla="*/ 47449 h 787157"/>
                <a:gd name="connsiteX90" fmla="*/ 876641 w 2912392"/>
                <a:gd name="connsiteY90" fmla="*/ 42925 h 787157"/>
                <a:gd name="connsiteX91" fmla="*/ 886381 w 2912392"/>
                <a:gd name="connsiteY91" fmla="*/ 38642 h 787157"/>
                <a:gd name="connsiteX92" fmla="*/ 896122 w 2912392"/>
                <a:gd name="connsiteY92" fmla="*/ 34598 h 787157"/>
                <a:gd name="connsiteX93" fmla="*/ 905863 w 2912392"/>
                <a:gd name="connsiteY93" fmla="*/ 30793 h 787157"/>
                <a:gd name="connsiteX94" fmla="*/ 915602 w 2912392"/>
                <a:gd name="connsiteY94" fmla="*/ 27223 h 787157"/>
                <a:gd name="connsiteX95" fmla="*/ 925343 w 2912392"/>
                <a:gd name="connsiteY95" fmla="*/ 23888 h 787157"/>
                <a:gd name="connsiteX96" fmla="*/ 935084 w 2912392"/>
                <a:gd name="connsiteY96" fmla="*/ 20786 h 787157"/>
                <a:gd name="connsiteX97" fmla="*/ 944824 w 2912392"/>
                <a:gd name="connsiteY97" fmla="*/ 17912 h 787157"/>
                <a:gd name="connsiteX98" fmla="*/ 954564 w 2912392"/>
                <a:gd name="connsiteY98" fmla="*/ 15265 h 787157"/>
                <a:gd name="connsiteX99" fmla="*/ 964305 w 2912392"/>
                <a:gd name="connsiteY99" fmla="*/ 12844 h 787157"/>
                <a:gd name="connsiteX100" fmla="*/ 974045 w 2912392"/>
                <a:gd name="connsiteY100" fmla="*/ 10644 h 787157"/>
                <a:gd name="connsiteX101" fmla="*/ 983786 w 2912392"/>
                <a:gd name="connsiteY101" fmla="*/ 8662 h 787157"/>
                <a:gd name="connsiteX102" fmla="*/ 993522 w 2912392"/>
                <a:gd name="connsiteY102" fmla="*/ 6894 h 787157"/>
                <a:gd name="connsiteX103" fmla="*/ 1003266 w 2912392"/>
                <a:gd name="connsiteY103" fmla="*/ 5338 h 787157"/>
                <a:gd name="connsiteX104" fmla="*/ 1013010 w 2912392"/>
                <a:gd name="connsiteY104" fmla="*/ 3988 h 787157"/>
                <a:gd name="connsiteX105" fmla="*/ 1022754 w 2912392"/>
                <a:gd name="connsiteY105" fmla="*/ 2843 h 787157"/>
                <a:gd name="connsiteX106" fmla="*/ 1032483 w 2912392"/>
                <a:gd name="connsiteY106" fmla="*/ 1897 h 787157"/>
                <a:gd name="connsiteX107" fmla="*/ 1042227 w 2912392"/>
                <a:gd name="connsiteY107" fmla="*/ 1144 h 787157"/>
                <a:gd name="connsiteX108" fmla="*/ 1051971 w 2912392"/>
                <a:gd name="connsiteY108" fmla="*/ 583 h 787157"/>
                <a:gd name="connsiteX109" fmla="*/ 1061715 w 2912392"/>
                <a:gd name="connsiteY109" fmla="*/ 209 h 787157"/>
                <a:gd name="connsiteX110" fmla="*/ 1071444 w 2912392"/>
                <a:gd name="connsiteY110" fmla="*/ 15 h 787157"/>
                <a:gd name="connsiteX111" fmla="*/ 1081188 w 2912392"/>
                <a:gd name="connsiteY111" fmla="*/ 0 h 787157"/>
                <a:gd name="connsiteX112" fmla="*/ 1090932 w 2912392"/>
                <a:gd name="connsiteY112" fmla="*/ 156 h 787157"/>
                <a:gd name="connsiteX113" fmla="*/ 1100676 w 2912392"/>
                <a:gd name="connsiteY113" fmla="*/ 480 h 787157"/>
                <a:gd name="connsiteX114" fmla="*/ 1110405 w 2912392"/>
                <a:gd name="connsiteY114" fmla="*/ 967 h 787157"/>
                <a:gd name="connsiteX115" fmla="*/ 1120149 w 2912392"/>
                <a:gd name="connsiteY115" fmla="*/ 1612 h 787157"/>
                <a:gd name="connsiteX116" fmla="*/ 1129893 w 2912392"/>
                <a:gd name="connsiteY116" fmla="*/ 2411 h 787157"/>
                <a:gd name="connsiteX117" fmla="*/ 1139637 w 2912392"/>
                <a:gd name="connsiteY117" fmla="*/ 3358 h 787157"/>
                <a:gd name="connsiteX118" fmla="*/ 1149381 w 2912392"/>
                <a:gd name="connsiteY118" fmla="*/ 4449 h 787157"/>
                <a:gd name="connsiteX119" fmla="*/ 1159110 w 2912392"/>
                <a:gd name="connsiteY119" fmla="*/ 5678 h 787157"/>
                <a:gd name="connsiteX120" fmla="*/ 1168854 w 2912392"/>
                <a:gd name="connsiteY120" fmla="*/ 7043 h 787157"/>
                <a:gd name="connsiteX121" fmla="*/ 1178598 w 2912392"/>
                <a:gd name="connsiteY121" fmla="*/ 8534 h 787157"/>
                <a:gd name="connsiteX122" fmla="*/ 1188341 w 2912392"/>
                <a:gd name="connsiteY122" fmla="*/ 10152 h 787157"/>
                <a:gd name="connsiteX123" fmla="*/ 1198070 w 2912392"/>
                <a:gd name="connsiteY123" fmla="*/ 11888 h 787157"/>
                <a:gd name="connsiteX124" fmla="*/ 1207814 w 2912392"/>
                <a:gd name="connsiteY124" fmla="*/ 13740 h 787157"/>
                <a:gd name="connsiteX125" fmla="*/ 1217558 w 2912392"/>
                <a:gd name="connsiteY125" fmla="*/ 15704 h 787157"/>
                <a:gd name="connsiteX126" fmla="*/ 1227302 w 2912392"/>
                <a:gd name="connsiteY126" fmla="*/ 17772 h 787157"/>
                <a:gd name="connsiteX127" fmla="*/ 1237031 w 2912392"/>
                <a:gd name="connsiteY127" fmla="*/ 19941 h 787157"/>
                <a:gd name="connsiteX128" fmla="*/ 1246775 w 2912392"/>
                <a:gd name="connsiteY128" fmla="*/ 22208 h 787157"/>
                <a:gd name="connsiteX129" fmla="*/ 1256519 w 2912392"/>
                <a:gd name="connsiteY129" fmla="*/ 24568 h 787157"/>
                <a:gd name="connsiteX130" fmla="*/ 1266263 w 2912392"/>
                <a:gd name="connsiteY130" fmla="*/ 27018 h 787157"/>
                <a:gd name="connsiteX131" fmla="*/ 1276007 w 2912392"/>
                <a:gd name="connsiteY131" fmla="*/ 29551 h 787157"/>
                <a:gd name="connsiteX132" fmla="*/ 1285736 w 2912392"/>
                <a:gd name="connsiteY132" fmla="*/ 32165 h 787157"/>
                <a:gd name="connsiteX133" fmla="*/ 1295480 w 2912392"/>
                <a:gd name="connsiteY133" fmla="*/ 34858 h 787157"/>
                <a:gd name="connsiteX134" fmla="*/ 1305224 w 2912392"/>
                <a:gd name="connsiteY134" fmla="*/ 37623 h 787157"/>
                <a:gd name="connsiteX135" fmla="*/ 1314968 w 2912392"/>
                <a:gd name="connsiteY135" fmla="*/ 40458 h 787157"/>
                <a:gd name="connsiteX136" fmla="*/ 1324697 w 2912392"/>
                <a:gd name="connsiteY136" fmla="*/ 43361 h 787157"/>
                <a:gd name="connsiteX137" fmla="*/ 1334441 w 2912392"/>
                <a:gd name="connsiteY137" fmla="*/ 46325 h 787157"/>
                <a:gd name="connsiteX138" fmla="*/ 1344185 w 2912392"/>
                <a:gd name="connsiteY138" fmla="*/ 49350 h 787157"/>
                <a:gd name="connsiteX139" fmla="*/ 1353929 w 2912392"/>
                <a:gd name="connsiteY139" fmla="*/ 52432 h 787157"/>
                <a:gd name="connsiteX140" fmla="*/ 1363658 w 2912392"/>
                <a:gd name="connsiteY140" fmla="*/ 55569 h 787157"/>
                <a:gd name="connsiteX141" fmla="*/ 1373402 w 2912392"/>
                <a:gd name="connsiteY141" fmla="*/ 58756 h 787157"/>
                <a:gd name="connsiteX142" fmla="*/ 1383146 w 2912392"/>
                <a:gd name="connsiteY142" fmla="*/ 61993 h 787157"/>
                <a:gd name="connsiteX143" fmla="*/ 1392890 w 2912392"/>
                <a:gd name="connsiteY143" fmla="*/ 65277 h 787157"/>
                <a:gd name="connsiteX144" fmla="*/ 1402619 w 2912392"/>
                <a:gd name="connsiteY144" fmla="*/ 68605 h 787157"/>
                <a:gd name="connsiteX145" fmla="*/ 1412363 w 2912392"/>
                <a:gd name="connsiteY145" fmla="*/ 71975 h 787157"/>
                <a:gd name="connsiteX146" fmla="*/ 1422106 w 2912392"/>
                <a:gd name="connsiteY146" fmla="*/ 75387 h 787157"/>
                <a:gd name="connsiteX147" fmla="*/ 1431850 w 2912392"/>
                <a:gd name="connsiteY147" fmla="*/ 78836 h 787157"/>
                <a:gd name="connsiteX148" fmla="*/ 1441594 w 2912392"/>
                <a:gd name="connsiteY148" fmla="*/ 82323 h 787157"/>
                <a:gd name="connsiteX149" fmla="*/ 1451323 w 2912392"/>
                <a:gd name="connsiteY149" fmla="*/ 85845 h 787157"/>
                <a:gd name="connsiteX150" fmla="*/ 1461067 w 2912392"/>
                <a:gd name="connsiteY150" fmla="*/ 89403 h 787157"/>
                <a:gd name="connsiteX151" fmla="*/ 1470811 w 2912392"/>
                <a:gd name="connsiteY151" fmla="*/ 92992 h 787157"/>
                <a:gd name="connsiteX152" fmla="*/ 1480555 w 2912392"/>
                <a:gd name="connsiteY152" fmla="*/ 96614 h 787157"/>
                <a:gd name="connsiteX153" fmla="*/ 1490284 w 2912392"/>
                <a:gd name="connsiteY153" fmla="*/ 100267 h 787157"/>
                <a:gd name="connsiteX154" fmla="*/ 1500028 w 2912392"/>
                <a:gd name="connsiteY154" fmla="*/ 103952 h 787157"/>
                <a:gd name="connsiteX155" fmla="*/ 1509772 w 2912392"/>
                <a:gd name="connsiteY155" fmla="*/ 107666 h 787157"/>
                <a:gd name="connsiteX156" fmla="*/ 1519516 w 2912392"/>
                <a:gd name="connsiteY156" fmla="*/ 111410 h 787157"/>
                <a:gd name="connsiteX157" fmla="*/ 1529245 w 2912392"/>
                <a:gd name="connsiteY157" fmla="*/ 115183 h 787157"/>
                <a:gd name="connsiteX158" fmla="*/ 1538989 w 2912392"/>
                <a:gd name="connsiteY158" fmla="*/ 118985 h 787157"/>
                <a:gd name="connsiteX159" fmla="*/ 1548733 w 2912392"/>
                <a:gd name="connsiteY159" fmla="*/ 122817 h 787157"/>
                <a:gd name="connsiteX160" fmla="*/ 1558477 w 2912392"/>
                <a:gd name="connsiteY160" fmla="*/ 126677 h 787157"/>
                <a:gd name="connsiteX161" fmla="*/ 1568221 w 2912392"/>
                <a:gd name="connsiteY161" fmla="*/ 130567 h 787157"/>
                <a:gd name="connsiteX162" fmla="*/ 1577950 w 2912392"/>
                <a:gd name="connsiteY162" fmla="*/ 134486 h 787157"/>
                <a:gd name="connsiteX163" fmla="*/ 1587694 w 2912392"/>
                <a:gd name="connsiteY163" fmla="*/ 138435 h 787157"/>
                <a:gd name="connsiteX164" fmla="*/ 1597438 w 2912392"/>
                <a:gd name="connsiteY164" fmla="*/ 142416 h 787157"/>
                <a:gd name="connsiteX165" fmla="*/ 1607182 w 2912392"/>
                <a:gd name="connsiteY165" fmla="*/ 146429 h 787157"/>
                <a:gd name="connsiteX166" fmla="*/ 1616911 w 2912392"/>
                <a:gd name="connsiteY166" fmla="*/ 150472 h 787157"/>
                <a:gd name="connsiteX167" fmla="*/ 1626655 w 2912392"/>
                <a:gd name="connsiteY167" fmla="*/ 154549 h 787157"/>
                <a:gd name="connsiteX168" fmla="*/ 1636399 w 2912392"/>
                <a:gd name="connsiteY168" fmla="*/ 158659 h 787157"/>
                <a:gd name="connsiteX169" fmla="*/ 1646142 w 2912392"/>
                <a:gd name="connsiteY169" fmla="*/ 162804 h 787157"/>
                <a:gd name="connsiteX170" fmla="*/ 1655872 w 2912392"/>
                <a:gd name="connsiteY170" fmla="*/ 166985 h 787157"/>
                <a:gd name="connsiteX171" fmla="*/ 1665616 w 2912392"/>
                <a:gd name="connsiteY171" fmla="*/ 171201 h 787157"/>
                <a:gd name="connsiteX172" fmla="*/ 1675359 w 2912392"/>
                <a:gd name="connsiteY172" fmla="*/ 175456 h 787157"/>
                <a:gd name="connsiteX173" fmla="*/ 1685103 w 2912392"/>
                <a:gd name="connsiteY173" fmla="*/ 179752 h 787157"/>
                <a:gd name="connsiteX174" fmla="*/ 1694832 w 2912392"/>
                <a:gd name="connsiteY174" fmla="*/ 184086 h 787157"/>
                <a:gd name="connsiteX175" fmla="*/ 1704576 w 2912392"/>
                <a:gd name="connsiteY175" fmla="*/ 188462 h 787157"/>
                <a:gd name="connsiteX176" fmla="*/ 1714320 w 2912392"/>
                <a:gd name="connsiteY176" fmla="*/ 192881 h 787157"/>
                <a:gd name="connsiteX177" fmla="*/ 1724064 w 2912392"/>
                <a:gd name="connsiteY177" fmla="*/ 197344 h 787157"/>
                <a:gd name="connsiteX178" fmla="*/ 1733808 w 2912392"/>
                <a:gd name="connsiteY178" fmla="*/ 201853 h 787157"/>
                <a:gd name="connsiteX179" fmla="*/ 1743537 w 2912392"/>
                <a:gd name="connsiteY179" fmla="*/ 206408 h 787157"/>
                <a:gd name="connsiteX180" fmla="*/ 1753281 w 2912392"/>
                <a:gd name="connsiteY180" fmla="*/ 211011 h 787157"/>
                <a:gd name="connsiteX181" fmla="*/ 1763025 w 2912392"/>
                <a:gd name="connsiteY181" fmla="*/ 215664 h 787157"/>
                <a:gd name="connsiteX182" fmla="*/ 1772769 w 2912392"/>
                <a:gd name="connsiteY182" fmla="*/ 220369 h 787157"/>
                <a:gd name="connsiteX183" fmla="*/ 1782498 w 2912392"/>
                <a:gd name="connsiteY183" fmla="*/ 225125 h 787157"/>
                <a:gd name="connsiteX184" fmla="*/ 1792242 w 2912392"/>
                <a:gd name="connsiteY184" fmla="*/ 229934 h 787157"/>
                <a:gd name="connsiteX185" fmla="*/ 1801986 w 2912392"/>
                <a:gd name="connsiteY185" fmla="*/ 234799 h 787157"/>
                <a:gd name="connsiteX186" fmla="*/ 1811730 w 2912392"/>
                <a:gd name="connsiteY186" fmla="*/ 239720 h 787157"/>
                <a:gd name="connsiteX187" fmla="*/ 1821459 w 2912392"/>
                <a:gd name="connsiteY187" fmla="*/ 244698 h 787157"/>
                <a:gd name="connsiteX188" fmla="*/ 1831203 w 2912392"/>
                <a:gd name="connsiteY188" fmla="*/ 249734 h 787157"/>
                <a:gd name="connsiteX189" fmla="*/ 1840947 w 2912392"/>
                <a:gd name="connsiteY189" fmla="*/ 254829 h 787157"/>
                <a:gd name="connsiteX190" fmla="*/ 1850691 w 2912392"/>
                <a:gd name="connsiteY190" fmla="*/ 259984 h 787157"/>
                <a:gd name="connsiteX191" fmla="*/ 1860435 w 2912392"/>
                <a:gd name="connsiteY191" fmla="*/ 265202 h 787157"/>
                <a:gd name="connsiteX192" fmla="*/ 1870164 w 2912392"/>
                <a:gd name="connsiteY192" fmla="*/ 270481 h 787157"/>
                <a:gd name="connsiteX193" fmla="*/ 1879908 w 2912392"/>
                <a:gd name="connsiteY193" fmla="*/ 275823 h 787157"/>
                <a:gd name="connsiteX194" fmla="*/ 1889652 w 2912392"/>
                <a:gd name="connsiteY194" fmla="*/ 281230 h 787157"/>
                <a:gd name="connsiteX195" fmla="*/ 1899395 w 2912392"/>
                <a:gd name="connsiteY195" fmla="*/ 286703 h 787157"/>
                <a:gd name="connsiteX196" fmla="*/ 1909124 w 2912392"/>
                <a:gd name="connsiteY196" fmla="*/ 292239 h 787157"/>
                <a:gd name="connsiteX197" fmla="*/ 1918868 w 2912392"/>
                <a:gd name="connsiteY197" fmla="*/ 297841 h 787157"/>
                <a:gd name="connsiteX198" fmla="*/ 1928612 w 2912392"/>
                <a:gd name="connsiteY198" fmla="*/ 303509 h 787157"/>
                <a:gd name="connsiteX199" fmla="*/ 1938356 w 2912392"/>
                <a:gd name="connsiteY199" fmla="*/ 309243 h 787157"/>
                <a:gd name="connsiteX200" fmla="*/ 1948085 w 2912392"/>
                <a:gd name="connsiteY200" fmla="*/ 315045 h 787157"/>
                <a:gd name="connsiteX201" fmla="*/ 1957829 w 2912392"/>
                <a:gd name="connsiteY201" fmla="*/ 320912 h 787157"/>
                <a:gd name="connsiteX202" fmla="*/ 1967573 w 2912392"/>
                <a:gd name="connsiteY202" fmla="*/ 326846 h 787157"/>
                <a:gd name="connsiteX203" fmla="*/ 1977317 w 2912392"/>
                <a:gd name="connsiteY203" fmla="*/ 332848 h 787157"/>
                <a:gd name="connsiteX204" fmla="*/ 1987046 w 2912392"/>
                <a:gd name="connsiteY204" fmla="*/ 338915 h 787157"/>
                <a:gd name="connsiteX205" fmla="*/ 1996790 w 2912392"/>
                <a:gd name="connsiteY205" fmla="*/ 345048 h 787157"/>
                <a:gd name="connsiteX206" fmla="*/ 2006534 w 2912392"/>
                <a:gd name="connsiteY206" fmla="*/ 351246 h 787157"/>
                <a:gd name="connsiteX207" fmla="*/ 2016278 w 2912392"/>
                <a:gd name="connsiteY207" fmla="*/ 357509 h 787157"/>
                <a:gd name="connsiteX208" fmla="*/ 2026022 w 2912392"/>
                <a:gd name="connsiteY208" fmla="*/ 363836 h 787157"/>
                <a:gd name="connsiteX209" fmla="*/ 2035751 w 2912392"/>
                <a:gd name="connsiteY209" fmla="*/ 370225 h 787157"/>
                <a:gd name="connsiteX210" fmla="*/ 2045495 w 2912392"/>
                <a:gd name="connsiteY210" fmla="*/ 376676 h 787157"/>
                <a:gd name="connsiteX211" fmla="*/ 2055239 w 2912392"/>
                <a:gd name="connsiteY211" fmla="*/ 383188 h 787157"/>
                <a:gd name="connsiteX212" fmla="*/ 2064983 w 2912392"/>
                <a:gd name="connsiteY212" fmla="*/ 389759 h 787157"/>
                <a:gd name="connsiteX213" fmla="*/ 2074712 w 2912392"/>
                <a:gd name="connsiteY213" fmla="*/ 396387 h 787157"/>
                <a:gd name="connsiteX214" fmla="*/ 2084456 w 2912392"/>
                <a:gd name="connsiteY214" fmla="*/ 403073 h 787157"/>
                <a:gd name="connsiteX215" fmla="*/ 2094200 w 2912392"/>
                <a:gd name="connsiteY215" fmla="*/ 409811 h 787157"/>
                <a:gd name="connsiteX216" fmla="*/ 2103944 w 2912392"/>
                <a:gd name="connsiteY216" fmla="*/ 416602 h 787157"/>
                <a:gd name="connsiteX217" fmla="*/ 2113673 w 2912392"/>
                <a:gd name="connsiteY217" fmla="*/ 423444 h 787157"/>
                <a:gd name="connsiteX218" fmla="*/ 2123417 w 2912392"/>
                <a:gd name="connsiteY218" fmla="*/ 430335 h 787157"/>
                <a:gd name="connsiteX219" fmla="*/ 2133161 w 2912392"/>
                <a:gd name="connsiteY219" fmla="*/ 437269 h 787157"/>
                <a:gd name="connsiteX220" fmla="*/ 2142905 w 2912392"/>
                <a:gd name="connsiteY220" fmla="*/ 444247 h 787157"/>
                <a:gd name="connsiteX221" fmla="*/ 2152649 w 2912392"/>
                <a:gd name="connsiteY221" fmla="*/ 451265 h 787157"/>
                <a:gd name="connsiteX222" fmla="*/ 2162377 w 2912392"/>
                <a:gd name="connsiteY222" fmla="*/ 458321 h 787157"/>
                <a:gd name="connsiteX223" fmla="*/ 2172121 w 2912392"/>
                <a:gd name="connsiteY223" fmla="*/ 465410 h 787157"/>
                <a:gd name="connsiteX224" fmla="*/ 2181865 w 2912392"/>
                <a:gd name="connsiteY224" fmla="*/ 472532 h 787157"/>
                <a:gd name="connsiteX225" fmla="*/ 2191609 w 2912392"/>
                <a:gd name="connsiteY225" fmla="*/ 479680 h 787157"/>
                <a:gd name="connsiteX226" fmla="*/ 2201338 w 2912392"/>
                <a:gd name="connsiteY226" fmla="*/ 486853 h 787157"/>
                <a:gd name="connsiteX227" fmla="*/ 2211082 w 2912392"/>
                <a:gd name="connsiteY227" fmla="*/ 494047 h 787157"/>
                <a:gd name="connsiteX228" fmla="*/ 2220826 w 2912392"/>
                <a:gd name="connsiteY228" fmla="*/ 501257 h 787157"/>
                <a:gd name="connsiteX229" fmla="*/ 2230570 w 2912392"/>
                <a:gd name="connsiteY229" fmla="*/ 508480 h 787157"/>
                <a:gd name="connsiteX230" fmla="*/ 2240299 w 2912392"/>
                <a:gd name="connsiteY230" fmla="*/ 515713 h 787157"/>
                <a:gd name="connsiteX231" fmla="*/ 2250043 w 2912392"/>
                <a:gd name="connsiteY231" fmla="*/ 522950 h 787157"/>
                <a:gd name="connsiteX232" fmla="*/ 2259787 w 2912392"/>
                <a:gd name="connsiteY232" fmla="*/ 530188 h 787157"/>
                <a:gd name="connsiteX233" fmla="*/ 2269531 w 2912392"/>
                <a:gd name="connsiteY233" fmla="*/ 537421 h 787157"/>
                <a:gd name="connsiteX234" fmla="*/ 2279260 w 2912392"/>
                <a:gd name="connsiteY234" fmla="*/ 544646 h 787157"/>
                <a:gd name="connsiteX235" fmla="*/ 2289004 w 2912392"/>
                <a:gd name="connsiteY235" fmla="*/ 551857 h 787157"/>
                <a:gd name="connsiteX236" fmla="*/ 2298748 w 2912392"/>
                <a:gd name="connsiteY236" fmla="*/ 559050 h 787157"/>
                <a:gd name="connsiteX237" fmla="*/ 2308492 w 2912392"/>
                <a:gd name="connsiteY237" fmla="*/ 566221 h 787157"/>
                <a:gd name="connsiteX238" fmla="*/ 2318236 w 2912392"/>
                <a:gd name="connsiteY238" fmla="*/ 573362 h 787157"/>
                <a:gd name="connsiteX239" fmla="*/ 2327965 w 2912392"/>
                <a:gd name="connsiteY239" fmla="*/ 580472 h 787157"/>
                <a:gd name="connsiteX240" fmla="*/ 2337709 w 2912392"/>
                <a:gd name="connsiteY240" fmla="*/ 587543 h 787157"/>
                <a:gd name="connsiteX241" fmla="*/ 2347453 w 2912392"/>
                <a:gd name="connsiteY241" fmla="*/ 594569 h 787157"/>
                <a:gd name="connsiteX242" fmla="*/ 2357197 w 2912392"/>
                <a:gd name="connsiteY242" fmla="*/ 601548 h 787157"/>
                <a:gd name="connsiteX243" fmla="*/ 2366926 w 2912392"/>
                <a:gd name="connsiteY243" fmla="*/ 608473 h 787157"/>
                <a:gd name="connsiteX244" fmla="*/ 2376670 w 2912392"/>
                <a:gd name="connsiteY244" fmla="*/ 615337 h 787157"/>
                <a:gd name="connsiteX245" fmla="*/ 2386413 w 2912392"/>
                <a:gd name="connsiteY245" fmla="*/ 622137 h 787157"/>
                <a:gd name="connsiteX246" fmla="*/ 2396157 w 2912392"/>
                <a:gd name="connsiteY246" fmla="*/ 628865 h 787157"/>
                <a:gd name="connsiteX247" fmla="*/ 2405886 w 2912392"/>
                <a:gd name="connsiteY247" fmla="*/ 635519 h 787157"/>
                <a:gd name="connsiteX248" fmla="*/ 2415630 w 2912392"/>
                <a:gd name="connsiteY248" fmla="*/ 642089 h 787157"/>
                <a:gd name="connsiteX249" fmla="*/ 2425374 w 2912392"/>
                <a:gd name="connsiteY249" fmla="*/ 648574 h 787157"/>
                <a:gd name="connsiteX250" fmla="*/ 2435118 w 2912392"/>
                <a:gd name="connsiteY250" fmla="*/ 654965 h 787157"/>
                <a:gd name="connsiteX251" fmla="*/ 2444862 w 2912392"/>
                <a:gd name="connsiteY251" fmla="*/ 661259 h 787157"/>
                <a:gd name="connsiteX252" fmla="*/ 2454591 w 2912392"/>
                <a:gd name="connsiteY252" fmla="*/ 667448 h 787157"/>
                <a:gd name="connsiteX253" fmla="*/ 2464335 w 2912392"/>
                <a:gd name="connsiteY253" fmla="*/ 673528 h 787157"/>
                <a:gd name="connsiteX254" fmla="*/ 2474079 w 2912392"/>
                <a:gd name="connsiteY254" fmla="*/ 679495 h 787157"/>
                <a:gd name="connsiteX255" fmla="*/ 2483823 w 2912392"/>
                <a:gd name="connsiteY255" fmla="*/ 685341 h 787157"/>
                <a:gd name="connsiteX256" fmla="*/ 2493552 w 2912392"/>
                <a:gd name="connsiteY256" fmla="*/ 691062 h 787157"/>
                <a:gd name="connsiteX257" fmla="*/ 2503296 w 2912392"/>
                <a:gd name="connsiteY257" fmla="*/ 696654 h 787157"/>
                <a:gd name="connsiteX258" fmla="*/ 2513040 w 2912392"/>
                <a:gd name="connsiteY258" fmla="*/ 702110 h 787157"/>
                <a:gd name="connsiteX259" fmla="*/ 2522784 w 2912392"/>
                <a:gd name="connsiteY259" fmla="*/ 707426 h 787157"/>
                <a:gd name="connsiteX260" fmla="*/ 2532513 w 2912392"/>
                <a:gd name="connsiteY260" fmla="*/ 712596 h 787157"/>
                <a:gd name="connsiteX261" fmla="*/ 2542257 w 2912392"/>
                <a:gd name="connsiteY261" fmla="*/ 717618 h 787157"/>
                <a:gd name="connsiteX262" fmla="*/ 2552001 w 2912392"/>
                <a:gd name="connsiteY262" fmla="*/ 722484 h 787157"/>
                <a:gd name="connsiteX263" fmla="*/ 2561745 w 2912392"/>
                <a:gd name="connsiteY263" fmla="*/ 727194 h 787157"/>
                <a:gd name="connsiteX264" fmla="*/ 2571474 w 2912392"/>
                <a:gd name="connsiteY264" fmla="*/ 731740 h 787157"/>
                <a:gd name="connsiteX265" fmla="*/ 2581218 w 2912392"/>
                <a:gd name="connsiteY265" fmla="*/ 736118 h 787157"/>
                <a:gd name="connsiteX266" fmla="*/ 2590962 w 2912392"/>
                <a:gd name="connsiteY266" fmla="*/ 740326 h 787157"/>
                <a:gd name="connsiteX267" fmla="*/ 2600705 w 2912392"/>
                <a:gd name="connsiteY267" fmla="*/ 744359 h 787157"/>
                <a:gd name="connsiteX268" fmla="*/ 2610449 w 2912392"/>
                <a:gd name="connsiteY268" fmla="*/ 748215 h 787157"/>
                <a:gd name="connsiteX269" fmla="*/ 2620178 w 2912392"/>
                <a:gd name="connsiteY269" fmla="*/ 751889 h 787157"/>
                <a:gd name="connsiteX270" fmla="*/ 2629922 w 2912392"/>
                <a:gd name="connsiteY270" fmla="*/ 755380 h 787157"/>
                <a:gd name="connsiteX271" fmla="*/ 2639666 w 2912392"/>
                <a:gd name="connsiteY271" fmla="*/ 758681 h 787157"/>
                <a:gd name="connsiteX272" fmla="*/ 2649410 w 2912392"/>
                <a:gd name="connsiteY272" fmla="*/ 761795 h 787157"/>
                <a:gd name="connsiteX273" fmla="*/ 2659139 w 2912392"/>
                <a:gd name="connsiteY273" fmla="*/ 764716 h 787157"/>
                <a:gd name="connsiteX274" fmla="*/ 2668883 w 2912392"/>
                <a:gd name="connsiteY274" fmla="*/ 767442 h 787157"/>
                <a:gd name="connsiteX275" fmla="*/ 2678627 w 2912392"/>
                <a:gd name="connsiteY275" fmla="*/ 769972 h 787157"/>
                <a:gd name="connsiteX276" fmla="*/ 2688371 w 2912392"/>
                <a:gd name="connsiteY276" fmla="*/ 772304 h 787157"/>
                <a:gd name="connsiteX277" fmla="*/ 2698100 w 2912392"/>
                <a:gd name="connsiteY277" fmla="*/ 774436 h 787157"/>
                <a:gd name="connsiteX278" fmla="*/ 2707844 w 2912392"/>
                <a:gd name="connsiteY278" fmla="*/ 776368 h 787157"/>
                <a:gd name="connsiteX279" fmla="*/ 2717588 w 2912392"/>
                <a:gd name="connsiteY279" fmla="*/ 778099 h 787157"/>
                <a:gd name="connsiteX280" fmla="*/ 2727332 w 2912392"/>
                <a:gd name="connsiteY280" fmla="*/ 779629 h 787157"/>
                <a:gd name="connsiteX281" fmla="*/ 2737076 w 2912392"/>
                <a:gd name="connsiteY281" fmla="*/ 780955 h 787157"/>
                <a:gd name="connsiteX282" fmla="*/ 2746805 w 2912392"/>
                <a:gd name="connsiteY282" fmla="*/ 782082 h 787157"/>
                <a:gd name="connsiteX283" fmla="*/ 2756549 w 2912392"/>
                <a:gd name="connsiteY283" fmla="*/ 783004 h 787157"/>
                <a:gd name="connsiteX284" fmla="*/ 2766293 w 2912392"/>
                <a:gd name="connsiteY284" fmla="*/ 783727 h 787157"/>
                <a:gd name="connsiteX285" fmla="*/ 2776037 w 2912392"/>
                <a:gd name="connsiteY285" fmla="*/ 784248 h 787157"/>
                <a:gd name="connsiteX286" fmla="*/ 2785766 w 2912392"/>
                <a:gd name="connsiteY286" fmla="*/ 784571 h 787157"/>
                <a:gd name="connsiteX287" fmla="*/ 2795510 w 2912392"/>
                <a:gd name="connsiteY287" fmla="*/ 784697 h 787157"/>
                <a:gd name="connsiteX288" fmla="*/ 2805254 w 2912392"/>
                <a:gd name="connsiteY288" fmla="*/ 784625 h 787157"/>
                <a:gd name="connsiteX289" fmla="*/ 2814998 w 2912392"/>
                <a:gd name="connsiteY289" fmla="*/ 784358 h 787157"/>
                <a:gd name="connsiteX290" fmla="*/ 2824727 w 2912392"/>
                <a:gd name="connsiteY290" fmla="*/ 783901 h 787157"/>
                <a:gd name="connsiteX291" fmla="*/ 2834471 w 2912392"/>
                <a:gd name="connsiteY291" fmla="*/ 783254 h 787157"/>
                <a:gd name="connsiteX292" fmla="*/ 2844215 w 2912392"/>
                <a:gd name="connsiteY292" fmla="*/ 782420 h 787157"/>
                <a:gd name="connsiteX293" fmla="*/ 2853958 w 2912392"/>
                <a:gd name="connsiteY293" fmla="*/ 781402 h 787157"/>
                <a:gd name="connsiteX294" fmla="*/ 2863687 w 2912392"/>
                <a:gd name="connsiteY294" fmla="*/ 780205 h 787157"/>
                <a:gd name="connsiteX295" fmla="*/ 2873431 w 2912392"/>
                <a:gd name="connsiteY295" fmla="*/ 778831 h 787157"/>
                <a:gd name="connsiteX296" fmla="*/ 2883175 w 2912392"/>
                <a:gd name="connsiteY296" fmla="*/ 777283 h 787157"/>
                <a:gd name="connsiteX297" fmla="*/ 2892919 w 2912392"/>
                <a:gd name="connsiteY297" fmla="*/ 775566 h 787157"/>
                <a:gd name="connsiteX298" fmla="*/ 2902663 w 2912392"/>
                <a:gd name="connsiteY298" fmla="*/ 773686 h 787157"/>
                <a:gd name="connsiteX299" fmla="*/ 2912392 w 2912392"/>
                <a:gd name="connsiteY299" fmla="*/ 771645 h 7871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87157">
                  <a:moveTo>
                    <a:pt x="0" y="787158"/>
                  </a:moveTo>
                  <a:lnTo>
                    <a:pt x="9739" y="784731"/>
                  </a:lnTo>
                  <a:lnTo>
                    <a:pt x="19480" y="782033"/>
                  </a:lnTo>
                  <a:lnTo>
                    <a:pt x="29221" y="779063"/>
                  </a:lnTo>
                  <a:lnTo>
                    <a:pt x="38961" y="775823"/>
                  </a:lnTo>
                  <a:lnTo>
                    <a:pt x="48702" y="772308"/>
                  </a:lnTo>
                  <a:lnTo>
                    <a:pt x="58443" y="768522"/>
                  </a:lnTo>
                  <a:lnTo>
                    <a:pt x="68182" y="764464"/>
                  </a:lnTo>
                  <a:lnTo>
                    <a:pt x="77923" y="760134"/>
                  </a:lnTo>
                  <a:lnTo>
                    <a:pt x="87664" y="755532"/>
                  </a:lnTo>
                  <a:lnTo>
                    <a:pt x="97404" y="750661"/>
                  </a:lnTo>
                  <a:lnTo>
                    <a:pt x="107145" y="745521"/>
                  </a:lnTo>
                  <a:lnTo>
                    <a:pt x="116886" y="740114"/>
                  </a:lnTo>
                  <a:lnTo>
                    <a:pt x="126625" y="734442"/>
                  </a:lnTo>
                  <a:lnTo>
                    <a:pt x="136366" y="728508"/>
                  </a:lnTo>
                  <a:lnTo>
                    <a:pt x="146107" y="722313"/>
                  </a:lnTo>
                  <a:lnTo>
                    <a:pt x="155846" y="715862"/>
                  </a:lnTo>
                  <a:lnTo>
                    <a:pt x="165587" y="709156"/>
                  </a:lnTo>
                  <a:lnTo>
                    <a:pt x="175328" y="702199"/>
                  </a:lnTo>
                  <a:lnTo>
                    <a:pt x="185068" y="694999"/>
                  </a:lnTo>
                  <a:lnTo>
                    <a:pt x="194809" y="687554"/>
                  </a:lnTo>
                  <a:lnTo>
                    <a:pt x="204550" y="679873"/>
                  </a:lnTo>
                  <a:lnTo>
                    <a:pt x="214289" y="671960"/>
                  </a:lnTo>
                  <a:lnTo>
                    <a:pt x="224030" y="663820"/>
                  </a:lnTo>
                  <a:lnTo>
                    <a:pt x="233771" y="655458"/>
                  </a:lnTo>
                  <a:lnTo>
                    <a:pt x="243510" y="646881"/>
                  </a:lnTo>
                  <a:lnTo>
                    <a:pt x="253251" y="638095"/>
                  </a:lnTo>
                  <a:lnTo>
                    <a:pt x="262992" y="629108"/>
                  </a:lnTo>
                  <a:lnTo>
                    <a:pt x="272732" y="619924"/>
                  </a:lnTo>
                  <a:lnTo>
                    <a:pt x="282473" y="610553"/>
                  </a:lnTo>
                  <a:lnTo>
                    <a:pt x="292214" y="601001"/>
                  </a:lnTo>
                  <a:lnTo>
                    <a:pt x="301953" y="591275"/>
                  </a:lnTo>
                  <a:lnTo>
                    <a:pt x="311694" y="581387"/>
                  </a:lnTo>
                  <a:lnTo>
                    <a:pt x="321435" y="571340"/>
                  </a:lnTo>
                  <a:lnTo>
                    <a:pt x="331175" y="561146"/>
                  </a:lnTo>
                  <a:lnTo>
                    <a:pt x="340916" y="550814"/>
                  </a:lnTo>
                  <a:lnTo>
                    <a:pt x="350656" y="540352"/>
                  </a:lnTo>
                  <a:lnTo>
                    <a:pt x="360396" y="529769"/>
                  </a:lnTo>
                  <a:lnTo>
                    <a:pt x="370137" y="519076"/>
                  </a:lnTo>
                  <a:lnTo>
                    <a:pt x="379878" y="508280"/>
                  </a:lnTo>
                  <a:lnTo>
                    <a:pt x="389617" y="497394"/>
                  </a:lnTo>
                  <a:lnTo>
                    <a:pt x="399358" y="486425"/>
                  </a:lnTo>
                  <a:lnTo>
                    <a:pt x="409099" y="475385"/>
                  </a:lnTo>
                  <a:lnTo>
                    <a:pt x="418839" y="464284"/>
                  </a:lnTo>
                  <a:lnTo>
                    <a:pt x="428580" y="453132"/>
                  </a:lnTo>
                  <a:lnTo>
                    <a:pt x="438321" y="441937"/>
                  </a:lnTo>
                  <a:lnTo>
                    <a:pt x="448060" y="430713"/>
                  </a:lnTo>
                  <a:lnTo>
                    <a:pt x="457801" y="419467"/>
                  </a:lnTo>
                  <a:lnTo>
                    <a:pt x="467542" y="408213"/>
                  </a:lnTo>
                  <a:lnTo>
                    <a:pt x="477281" y="396960"/>
                  </a:lnTo>
                  <a:lnTo>
                    <a:pt x="487022" y="385717"/>
                  </a:lnTo>
                  <a:lnTo>
                    <a:pt x="496763" y="374495"/>
                  </a:lnTo>
                  <a:lnTo>
                    <a:pt x="506503" y="363304"/>
                  </a:lnTo>
                  <a:lnTo>
                    <a:pt x="516244" y="352155"/>
                  </a:lnTo>
                  <a:lnTo>
                    <a:pt x="525985" y="341059"/>
                  </a:lnTo>
                  <a:lnTo>
                    <a:pt x="535724" y="330023"/>
                  </a:lnTo>
                  <a:lnTo>
                    <a:pt x="545465" y="319059"/>
                  </a:lnTo>
                  <a:lnTo>
                    <a:pt x="555206" y="308176"/>
                  </a:lnTo>
                  <a:lnTo>
                    <a:pt x="564946" y="297384"/>
                  </a:lnTo>
                  <a:lnTo>
                    <a:pt x="574687" y="286691"/>
                  </a:lnTo>
                  <a:lnTo>
                    <a:pt x="584428" y="276108"/>
                  </a:lnTo>
                  <a:lnTo>
                    <a:pt x="594167" y="265641"/>
                  </a:lnTo>
                  <a:lnTo>
                    <a:pt x="603908" y="255301"/>
                  </a:lnTo>
                  <a:lnTo>
                    <a:pt x="613649" y="245097"/>
                  </a:lnTo>
                  <a:lnTo>
                    <a:pt x="623388" y="235036"/>
                  </a:lnTo>
                  <a:lnTo>
                    <a:pt x="633129" y="225125"/>
                  </a:lnTo>
                  <a:lnTo>
                    <a:pt x="642870" y="215374"/>
                  </a:lnTo>
                  <a:lnTo>
                    <a:pt x="652610" y="205788"/>
                  </a:lnTo>
                  <a:lnTo>
                    <a:pt x="662351" y="196373"/>
                  </a:lnTo>
                  <a:lnTo>
                    <a:pt x="672092" y="187139"/>
                  </a:lnTo>
                  <a:lnTo>
                    <a:pt x="681831" y="178090"/>
                  </a:lnTo>
                  <a:lnTo>
                    <a:pt x="691572" y="169235"/>
                  </a:lnTo>
                  <a:lnTo>
                    <a:pt x="701313" y="160575"/>
                  </a:lnTo>
                  <a:lnTo>
                    <a:pt x="711052" y="152120"/>
                  </a:lnTo>
                  <a:lnTo>
                    <a:pt x="720793" y="143872"/>
                  </a:lnTo>
                  <a:lnTo>
                    <a:pt x="730534" y="135835"/>
                  </a:lnTo>
                  <a:lnTo>
                    <a:pt x="740274" y="128018"/>
                  </a:lnTo>
                  <a:lnTo>
                    <a:pt x="750015" y="120420"/>
                  </a:lnTo>
                  <a:lnTo>
                    <a:pt x="759756" y="113048"/>
                  </a:lnTo>
                  <a:lnTo>
                    <a:pt x="769495" y="105902"/>
                  </a:lnTo>
                  <a:lnTo>
                    <a:pt x="779236" y="98987"/>
                  </a:lnTo>
                  <a:lnTo>
                    <a:pt x="788977" y="92307"/>
                  </a:lnTo>
                  <a:lnTo>
                    <a:pt x="798717" y="85860"/>
                  </a:lnTo>
                  <a:lnTo>
                    <a:pt x="808458" y="79653"/>
                  </a:lnTo>
                  <a:lnTo>
                    <a:pt x="818199" y="73683"/>
                  </a:lnTo>
                  <a:lnTo>
                    <a:pt x="827938" y="67954"/>
                  </a:lnTo>
                  <a:lnTo>
                    <a:pt x="837679" y="62465"/>
                  </a:lnTo>
                  <a:lnTo>
                    <a:pt x="847420" y="57218"/>
                  </a:lnTo>
                  <a:lnTo>
                    <a:pt x="857159" y="52212"/>
                  </a:lnTo>
                  <a:lnTo>
                    <a:pt x="866900" y="47449"/>
                  </a:lnTo>
                  <a:lnTo>
                    <a:pt x="876641" y="42925"/>
                  </a:lnTo>
                  <a:lnTo>
                    <a:pt x="886381" y="38642"/>
                  </a:lnTo>
                  <a:lnTo>
                    <a:pt x="896122" y="34598"/>
                  </a:lnTo>
                  <a:lnTo>
                    <a:pt x="905863" y="30793"/>
                  </a:lnTo>
                  <a:lnTo>
                    <a:pt x="915602" y="27223"/>
                  </a:lnTo>
                  <a:lnTo>
                    <a:pt x="925343" y="23888"/>
                  </a:lnTo>
                  <a:lnTo>
                    <a:pt x="935084" y="20786"/>
                  </a:lnTo>
                  <a:lnTo>
                    <a:pt x="944824" y="17912"/>
                  </a:lnTo>
                  <a:lnTo>
                    <a:pt x="954564" y="15265"/>
                  </a:lnTo>
                  <a:lnTo>
                    <a:pt x="964305" y="12844"/>
                  </a:lnTo>
                  <a:lnTo>
                    <a:pt x="974045" y="10644"/>
                  </a:lnTo>
                  <a:lnTo>
                    <a:pt x="983786" y="8662"/>
                  </a:lnTo>
                  <a:lnTo>
                    <a:pt x="993522" y="6894"/>
                  </a:lnTo>
                  <a:lnTo>
                    <a:pt x="1003266" y="5338"/>
                  </a:lnTo>
                  <a:lnTo>
                    <a:pt x="1013010" y="3988"/>
                  </a:lnTo>
                  <a:lnTo>
                    <a:pt x="1022754" y="2843"/>
                  </a:lnTo>
                  <a:lnTo>
                    <a:pt x="1032483" y="1897"/>
                  </a:lnTo>
                  <a:lnTo>
                    <a:pt x="1042227" y="1144"/>
                  </a:lnTo>
                  <a:lnTo>
                    <a:pt x="1051971" y="583"/>
                  </a:lnTo>
                  <a:lnTo>
                    <a:pt x="1061715" y="209"/>
                  </a:lnTo>
                  <a:lnTo>
                    <a:pt x="1071444" y="15"/>
                  </a:lnTo>
                  <a:lnTo>
                    <a:pt x="1081188" y="0"/>
                  </a:lnTo>
                  <a:lnTo>
                    <a:pt x="1090932" y="156"/>
                  </a:lnTo>
                  <a:lnTo>
                    <a:pt x="1100676" y="480"/>
                  </a:lnTo>
                  <a:lnTo>
                    <a:pt x="1110405" y="967"/>
                  </a:lnTo>
                  <a:lnTo>
                    <a:pt x="1120149" y="1612"/>
                  </a:lnTo>
                  <a:lnTo>
                    <a:pt x="1129893" y="2411"/>
                  </a:lnTo>
                  <a:lnTo>
                    <a:pt x="1139637" y="3358"/>
                  </a:lnTo>
                  <a:lnTo>
                    <a:pt x="1149381" y="4449"/>
                  </a:lnTo>
                  <a:lnTo>
                    <a:pt x="1159110" y="5678"/>
                  </a:lnTo>
                  <a:lnTo>
                    <a:pt x="1168854" y="7043"/>
                  </a:lnTo>
                  <a:lnTo>
                    <a:pt x="1178598" y="8534"/>
                  </a:lnTo>
                  <a:lnTo>
                    <a:pt x="1188341" y="10152"/>
                  </a:lnTo>
                  <a:lnTo>
                    <a:pt x="1198070" y="11888"/>
                  </a:lnTo>
                  <a:lnTo>
                    <a:pt x="1207814" y="13740"/>
                  </a:lnTo>
                  <a:lnTo>
                    <a:pt x="1217558" y="15704"/>
                  </a:lnTo>
                  <a:lnTo>
                    <a:pt x="1227302" y="17772"/>
                  </a:lnTo>
                  <a:lnTo>
                    <a:pt x="1237031" y="19941"/>
                  </a:lnTo>
                  <a:lnTo>
                    <a:pt x="1246775" y="22208"/>
                  </a:lnTo>
                  <a:lnTo>
                    <a:pt x="1256519" y="24568"/>
                  </a:lnTo>
                  <a:lnTo>
                    <a:pt x="1266263" y="27018"/>
                  </a:lnTo>
                  <a:lnTo>
                    <a:pt x="1276007" y="29551"/>
                  </a:lnTo>
                  <a:lnTo>
                    <a:pt x="1285736" y="32165"/>
                  </a:lnTo>
                  <a:lnTo>
                    <a:pt x="1295480" y="34858"/>
                  </a:lnTo>
                  <a:lnTo>
                    <a:pt x="1305224" y="37623"/>
                  </a:lnTo>
                  <a:lnTo>
                    <a:pt x="1314968" y="40458"/>
                  </a:lnTo>
                  <a:lnTo>
                    <a:pt x="1324697" y="43361"/>
                  </a:lnTo>
                  <a:lnTo>
                    <a:pt x="1334441" y="46325"/>
                  </a:lnTo>
                  <a:lnTo>
                    <a:pt x="1344185" y="49350"/>
                  </a:lnTo>
                  <a:lnTo>
                    <a:pt x="1353929" y="52432"/>
                  </a:lnTo>
                  <a:lnTo>
                    <a:pt x="1363658" y="55569"/>
                  </a:lnTo>
                  <a:lnTo>
                    <a:pt x="1373402" y="58756"/>
                  </a:lnTo>
                  <a:lnTo>
                    <a:pt x="1383146" y="61993"/>
                  </a:lnTo>
                  <a:lnTo>
                    <a:pt x="1392890" y="65277"/>
                  </a:lnTo>
                  <a:lnTo>
                    <a:pt x="1402619" y="68605"/>
                  </a:lnTo>
                  <a:lnTo>
                    <a:pt x="1412363" y="71975"/>
                  </a:lnTo>
                  <a:lnTo>
                    <a:pt x="1422106" y="75387"/>
                  </a:lnTo>
                  <a:lnTo>
                    <a:pt x="1431850" y="78836"/>
                  </a:lnTo>
                  <a:lnTo>
                    <a:pt x="1441594" y="82323"/>
                  </a:lnTo>
                  <a:lnTo>
                    <a:pt x="1451323" y="85845"/>
                  </a:lnTo>
                  <a:lnTo>
                    <a:pt x="1461067" y="89403"/>
                  </a:lnTo>
                  <a:lnTo>
                    <a:pt x="1470811" y="92992"/>
                  </a:lnTo>
                  <a:lnTo>
                    <a:pt x="1480555" y="96614"/>
                  </a:lnTo>
                  <a:lnTo>
                    <a:pt x="1490284" y="100267"/>
                  </a:lnTo>
                  <a:lnTo>
                    <a:pt x="1500028" y="103952"/>
                  </a:lnTo>
                  <a:lnTo>
                    <a:pt x="1509772" y="107666"/>
                  </a:lnTo>
                  <a:lnTo>
                    <a:pt x="1519516" y="111410"/>
                  </a:lnTo>
                  <a:lnTo>
                    <a:pt x="1529245" y="115183"/>
                  </a:lnTo>
                  <a:lnTo>
                    <a:pt x="1538989" y="118985"/>
                  </a:lnTo>
                  <a:lnTo>
                    <a:pt x="1548733" y="122817"/>
                  </a:lnTo>
                  <a:lnTo>
                    <a:pt x="1558477" y="126677"/>
                  </a:lnTo>
                  <a:lnTo>
                    <a:pt x="1568221" y="130567"/>
                  </a:lnTo>
                  <a:lnTo>
                    <a:pt x="1577950" y="134486"/>
                  </a:lnTo>
                  <a:lnTo>
                    <a:pt x="1587694" y="138435"/>
                  </a:lnTo>
                  <a:lnTo>
                    <a:pt x="1597438" y="142416"/>
                  </a:lnTo>
                  <a:lnTo>
                    <a:pt x="1607182" y="146429"/>
                  </a:lnTo>
                  <a:lnTo>
                    <a:pt x="1616911" y="150472"/>
                  </a:lnTo>
                  <a:lnTo>
                    <a:pt x="1626655" y="154549"/>
                  </a:lnTo>
                  <a:lnTo>
                    <a:pt x="1636399" y="158659"/>
                  </a:lnTo>
                  <a:lnTo>
                    <a:pt x="1646142" y="162804"/>
                  </a:lnTo>
                  <a:lnTo>
                    <a:pt x="1655872" y="166985"/>
                  </a:lnTo>
                  <a:lnTo>
                    <a:pt x="1665616" y="171201"/>
                  </a:lnTo>
                  <a:lnTo>
                    <a:pt x="1675359" y="175456"/>
                  </a:lnTo>
                  <a:lnTo>
                    <a:pt x="1685103" y="179752"/>
                  </a:lnTo>
                  <a:lnTo>
                    <a:pt x="1694832" y="184086"/>
                  </a:lnTo>
                  <a:lnTo>
                    <a:pt x="1704576" y="188462"/>
                  </a:lnTo>
                  <a:lnTo>
                    <a:pt x="1714320" y="192881"/>
                  </a:lnTo>
                  <a:lnTo>
                    <a:pt x="1724064" y="197344"/>
                  </a:lnTo>
                  <a:lnTo>
                    <a:pt x="1733808" y="201853"/>
                  </a:lnTo>
                  <a:lnTo>
                    <a:pt x="1743537" y="206408"/>
                  </a:lnTo>
                  <a:lnTo>
                    <a:pt x="1753281" y="211011"/>
                  </a:lnTo>
                  <a:lnTo>
                    <a:pt x="1763025" y="215664"/>
                  </a:lnTo>
                  <a:lnTo>
                    <a:pt x="1772769" y="220369"/>
                  </a:lnTo>
                  <a:lnTo>
                    <a:pt x="1782498" y="225125"/>
                  </a:lnTo>
                  <a:lnTo>
                    <a:pt x="1792242" y="229934"/>
                  </a:lnTo>
                  <a:lnTo>
                    <a:pt x="1801986" y="234799"/>
                  </a:lnTo>
                  <a:lnTo>
                    <a:pt x="1811730" y="239720"/>
                  </a:lnTo>
                  <a:lnTo>
                    <a:pt x="1821459" y="244698"/>
                  </a:lnTo>
                  <a:lnTo>
                    <a:pt x="1831203" y="249734"/>
                  </a:lnTo>
                  <a:lnTo>
                    <a:pt x="1840947" y="254829"/>
                  </a:lnTo>
                  <a:lnTo>
                    <a:pt x="1850691" y="259984"/>
                  </a:lnTo>
                  <a:lnTo>
                    <a:pt x="1860435" y="265202"/>
                  </a:lnTo>
                  <a:lnTo>
                    <a:pt x="1870164" y="270481"/>
                  </a:lnTo>
                  <a:lnTo>
                    <a:pt x="1879908" y="275823"/>
                  </a:lnTo>
                  <a:lnTo>
                    <a:pt x="1889652" y="281230"/>
                  </a:lnTo>
                  <a:lnTo>
                    <a:pt x="1899395" y="286703"/>
                  </a:lnTo>
                  <a:lnTo>
                    <a:pt x="1909124" y="292239"/>
                  </a:lnTo>
                  <a:lnTo>
                    <a:pt x="1918868" y="297841"/>
                  </a:lnTo>
                  <a:lnTo>
                    <a:pt x="1928612" y="303509"/>
                  </a:lnTo>
                  <a:lnTo>
                    <a:pt x="1938356" y="309243"/>
                  </a:lnTo>
                  <a:lnTo>
                    <a:pt x="1948085" y="315045"/>
                  </a:lnTo>
                  <a:lnTo>
                    <a:pt x="1957829" y="320912"/>
                  </a:lnTo>
                  <a:lnTo>
                    <a:pt x="1967573" y="326846"/>
                  </a:lnTo>
                  <a:lnTo>
                    <a:pt x="1977317" y="332848"/>
                  </a:lnTo>
                  <a:lnTo>
                    <a:pt x="1987046" y="338915"/>
                  </a:lnTo>
                  <a:lnTo>
                    <a:pt x="1996790" y="345048"/>
                  </a:lnTo>
                  <a:lnTo>
                    <a:pt x="2006534" y="351246"/>
                  </a:lnTo>
                  <a:lnTo>
                    <a:pt x="2016278" y="357509"/>
                  </a:lnTo>
                  <a:lnTo>
                    <a:pt x="2026022" y="363836"/>
                  </a:lnTo>
                  <a:lnTo>
                    <a:pt x="2035751" y="370225"/>
                  </a:lnTo>
                  <a:lnTo>
                    <a:pt x="2045495" y="376676"/>
                  </a:lnTo>
                  <a:lnTo>
                    <a:pt x="2055239" y="383188"/>
                  </a:lnTo>
                  <a:lnTo>
                    <a:pt x="2064983" y="389759"/>
                  </a:lnTo>
                  <a:lnTo>
                    <a:pt x="2074712" y="396387"/>
                  </a:lnTo>
                  <a:lnTo>
                    <a:pt x="2084456" y="403073"/>
                  </a:lnTo>
                  <a:lnTo>
                    <a:pt x="2094200" y="409811"/>
                  </a:lnTo>
                  <a:lnTo>
                    <a:pt x="2103944" y="416602"/>
                  </a:lnTo>
                  <a:lnTo>
                    <a:pt x="2113673" y="423444"/>
                  </a:lnTo>
                  <a:lnTo>
                    <a:pt x="2123417" y="430335"/>
                  </a:lnTo>
                  <a:lnTo>
                    <a:pt x="2133161" y="437269"/>
                  </a:lnTo>
                  <a:lnTo>
                    <a:pt x="2142905" y="444247"/>
                  </a:lnTo>
                  <a:lnTo>
                    <a:pt x="2152649" y="451265"/>
                  </a:lnTo>
                  <a:lnTo>
                    <a:pt x="2162377" y="458321"/>
                  </a:lnTo>
                  <a:lnTo>
                    <a:pt x="2172121" y="465410"/>
                  </a:lnTo>
                  <a:lnTo>
                    <a:pt x="2181865" y="472532"/>
                  </a:lnTo>
                  <a:lnTo>
                    <a:pt x="2191609" y="479680"/>
                  </a:lnTo>
                  <a:lnTo>
                    <a:pt x="2201338" y="486853"/>
                  </a:lnTo>
                  <a:lnTo>
                    <a:pt x="2211082" y="494047"/>
                  </a:lnTo>
                  <a:lnTo>
                    <a:pt x="2220826" y="501257"/>
                  </a:lnTo>
                  <a:lnTo>
                    <a:pt x="2230570" y="508480"/>
                  </a:lnTo>
                  <a:lnTo>
                    <a:pt x="2240299" y="515713"/>
                  </a:lnTo>
                  <a:lnTo>
                    <a:pt x="2250043" y="522950"/>
                  </a:lnTo>
                  <a:lnTo>
                    <a:pt x="2259787" y="530188"/>
                  </a:lnTo>
                  <a:lnTo>
                    <a:pt x="2269531" y="537421"/>
                  </a:lnTo>
                  <a:lnTo>
                    <a:pt x="2279260" y="544646"/>
                  </a:lnTo>
                  <a:lnTo>
                    <a:pt x="2289004" y="551857"/>
                  </a:lnTo>
                  <a:lnTo>
                    <a:pt x="2298748" y="559050"/>
                  </a:lnTo>
                  <a:lnTo>
                    <a:pt x="2308492" y="566221"/>
                  </a:lnTo>
                  <a:lnTo>
                    <a:pt x="2318236" y="573362"/>
                  </a:lnTo>
                  <a:lnTo>
                    <a:pt x="2327965" y="580472"/>
                  </a:lnTo>
                  <a:lnTo>
                    <a:pt x="2337709" y="587543"/>
                  </a:lnTo>
                  <a:lnTo>
                    <a:pt x="2347453" y="594569"/>
                  </a:lnTo>
                  <a:lnTo>
                    <a:pt x="2357197" y="601548"/>
                  </a:lnTo>
                  <a:lnTo>
                    <a:pt x="2366926" y="608473"/>
                  </a:lnTo>
                  <a:lnTo>
                    <a:pt x="2376670" y="615337"/>
                  </a:lnTo>
                  <a:lnTo>
                    <a:pt x="2386413" y="622137"/>
                  </a:lnTo>
                  <a:lnTo>
                    <a:pt x="2396157" y="628865"/>
                  </a:lnTo>
                  <a:lnTo>
                    <a:pt x="2405886" y="635519"/>
                  </a:lnTo>
                  <a:lnTo>
                    <a:pt x="2415630" y="642089"/>
                  </a:lnTo>
                  <a:lnTo>
                    <a:pt x="2425374" y="648574"/>
                  </a:lnTo>
                  <a:lnTo>
                    <a:pt x="2435118" y="654965"/>
                  </a:lnTo>
                  <a:lnTo>
                    <a:pt x="2444862" y="661259"/>
                  </a:lnTo>
                  <a:lnTo>
                    <a:pt x="2454591" y="667448"/>
                  </a:lnTo>
                  <a:lnTo>
                    <a:pt x="2464335" y="673528"/>
                  </a:lnTo>
                  <a:lnTo>
                    <a:pt x="2474079" y="679495"/>
                  </a:lnTo>
                  <a:lnTo>
                    <a:pt x="2483823" y="685341"/>
                  </a:lnTo>
                  <a:lnTo>
                    <a:pt x="2493552" y="691062"/>
                  </a:lnTo>
                  <a:lnTo>
                    <a:pt x="2503296" y="696654"/>
                  </a:lnTo>
                  <a:lnTo>
                    <a:pt x="2513040" y="702110"/>
                  </a:lnTo>
                  <a:lnTo>
                    <a:pt x="2522784" y="707426"/>
                  </a:lnTo>
                  <a:lnTo>
                    <a:pt x="2532513" y="712596"/>
                  </a:lnTo>
                  <a:lnTo>
                    <a:pt x="2542257" y="717618"/>
                  </a:lnTo>
                  <a:lnTo>
                    <a:pt x="2552001" y="722484"/>
                  </a:lnTo>
                  <a:lnTo>
                    <a:pt x="2561745" y="727194"/>
                  </a:lnTo>
                  <a:lnTo>
                    <a:pt x="2571474" y="731740"/>
                  </a:lnTo>
                  <a:lnTo>
                    <a:pt x="2581218" y="736118"/>
                  </a:lnTo>
                  <a:lnTo>
                    <a:pt x="2590962" y="740326"/>
                  </a:lnTo>
                  <a:lnTo>
                    <a:pt x="2600705" y="744359"/>
                  </a:lnTo>
                  <a:lnTo>
                    <a:pt x="2610449" y="748215"/>
                  </a:lnTo>
                  <a:lnTo>
                    <a:pt x="2620178" y="751889"/>
                  </a:lnTo>
                  <a:lnTo>
                    <a:pt x="2629922" y="755380"/>
                  </a:lnTo>
                  <a:lnTo>
                    <a:pt x="2639666" y="758681"/>
                  </a:lnTo>
                  <a:lnTo>
                    <a:pt x="2649410" y="761795"/>
                  </a:lnTo>
                  <a:lnTo>
                    <a:pt x="2659139" y="764716"/>
                  </a:lnTo>
                  <a:lnTo>
                    <a:pt x="2668883" y="767442"/>
                  </a:lnTo>
                  <a:lnTo>
                    <a:pt x="2678627" y="769972"/>
                  </a:lnTo>
                  <a:lnTo>
                    <a:pt x="2688371" y="772304"/>
                  </a:lnTo>
                  <a:lnTo>
                    <a:pt x="2698100" y="774436"/>
                  </a:lnTo>
                  <a:lnTo>
                    <a:pt x="2707844" y="776368"/>
                  </a:lnTo>
                  <a:lnTo>
                    <a:pt x="2717588" y="778099"/>
                  </a:lnTo>
                  <a:lnTo>
                    <a:pt x="2727332" y="779629"/>
                  </a:lnTo>
                  <a:lnTo>
                    <a:pt x="2737076" y="780955"/>
                  </a:lnTo>
                  <a:lnTo>
                    <a:pt x="2746805" y="782082"/>
                  </a:lnTo>
                  <a:lnTo>
                    <a:pt x="2756549" y="783004"/>
                  </a:lnTo>
                  <a:lnTo>
                    <a:pt x="2766293" y="783727"/>
                  </a:lnTo>
                  <a:lnTo>
                    <a:pt x="2776037" y="784248"/>
                  </a:lnTo>
                  <a:lnTo>
                    <a:pt x="2785766" y="784571"/>
                  </a:lnTo>
                  <a:lnTo>
                    <a:pt x="2795510" y="784697"/>
                  </a:lnTo>
                  <a:lnTo>
                    <a:pt x="2805254" y="784625"/>
                  </a:lnTo>
                  <a:lnTo>
                    <a:pt x="2814998" y="784358"/>
                  </a:lnTo>
                  <a:lnTo>
                    <a:pt x="2824727" y="783901"/>
                  </a:lnTo>
                  <a:lnTo>
                    <a:pt x="2834471" y="783254"/>
                  </a:lnTo>
                  <a:lnTo>
                    <a:pt x="2844215" y="782420"/>
                  </a:lnTo>
                  <a:lnTo>
                    <a:pt x="2853958" y="781402"/>
                  </a:lnTo>
                  <a:lnTo>
                    <a:pt x="2863687" y="780205"/>
                  </a:lnTo>
                  <a:lnTo>
                    <a:pt x="2873431" y="778831"/>
                  </a:lnTo>
                  <a:lnTo>
                    <a:pt x="2883175" y="777283"/>
                  </a:lnTo>
                  <a:lnTo>
                    <a:pt x="2892919" y="775566"/>
                  </a:lnTo>
                  <a:lnTo>
                    <a:pt x="2902663" y="773686"/>
                  </a:lnTo>
                  <a:lnTo>
                    <a:pt x="2912392" y="77164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5" name="Freeform 694">
              <a:extLst>
                <a:ext uri="{FF2B5EF4-FFF2-40B4-BE49-F238E27FC236}">
                  <a16:creationId xmlns:a16="http://schemas.microsoft.com/office/drawing/2014/main" id="{4A1B9B49-F21A-2366-D34A-D63CE98DE0C6}"/>
                </a:ext>
              </a:extLst>
            </p:cNvPr>
            <p:cNvSpPr/>
            <p:nvPr/>
          </p:nvSpPr>
          <p:spPr>
            <a:xfrm>
              <a:off x="576446" y="3197200"/>
              <a:ext cx="2912392" cy="501012"/>
            </a:xfrm>
            <a:custGeom>
              <a:avLst/>
              <a:gdLst>
                <a:gd name="connsiteX0" fmla="*/ 0 w 2912392"/>
                <a:gd name="connsiteY0" fmla="*/ 0 h 501012"/>
                <a:gd name="connsiteX1" fmla="*/ 9739 w 2912392"/>
                <a:gd name="connsiteY1" fmla="*/ 6427 h 501012"/>
                <a:gd name="connsiteX2" fmla="*/ 19480 w 2912392"/>
                <a:gd name="connsiteY2" fmla="*/ 12897 h 501012"/>
                <a:gd name="connsiteX3" fmla="*/ 29221 w 2912392"/>
                <a:gd name="connsiteY3" fmla="*/ 19401 h 501012"/>
                <a:gd name="connsiteX4" fmla="*/ 38961 w 2912392"/>
                <a:gd name="connsiteY4" fmla="*/ 25945 h 501012"/>
                <a:gd name="connsiteX5" fmla="*/ 48702 w 2912392"/>
                <a:gd name="connsiteY5" fmla="*/ 32522 h 501012"/>
                <a:gd name="connsiteX6" fmla="*/ 58443 w 2912392"/>
                <a:gd name="connsiteY6" fmla="*/ 39132 h 501012"/>
                <a:gd name="connsiteX7" fmla="*/ 68182 w 2912392"/>
                <a:gd name="connsiteY7" fmla="*/ 45773 h 501012"/>
                <a:gd name="connsiteX8" fmla="*/ 77923 w 2912392"/>
                <a:gd name="connsiteY8" fmla="*/ 52444 h 501012"/>
                <a:gd name="connsiteX9" fmla="*/ 87664 w 2912392"/>
                <a:gd name="connsiteY9" fmla="*/ 59144 h 501012"/>
                <a:gd name="connsiteX10" fmla="*/ 97404 w 2912392"/>
                <a:gd name="connsiteY10" fmla="*/ 65871 h 501012"/>
                <a:gd name="connsiteX11" fmla="*/ 107145 w 2912392"/>
                <a:gd name="connsiteY11" fmla="*/ 72624 h 501012"/>
                <a:gd name="connsiteX12" fmla="*/ 116886 w 2912392"/>
                <a:gd name="connsiteY12" fmla="*/ 79401 h 501012"/>
                <a:gd name="connsiteX13" fmla="*/ 126625 w 2912392"/>
                <a:gd name="connsiteY13" fmla="*/ 86201 h 501012"/>
                <a:gd name="connsiteX14" fmla="*/ 136366 w 2912392"/>
                <a:gd name="connsiteY14" fmla="*/ 93025 h 501012"/>
                <a:gd name="connsiteX15" fmla="*/ 146107 w 2912392"/>
                <a:gd name="connsiteY15" fmla="*/ 99869 h 501012"/>
                <a:gd name="connsiteX16" fmla="*/ 155846 w 2912392"/>
                <a:gd name="connsiteY16" fmla="*/ 106733 h 501012"/>
                <a:gd name="connsiteX17" fmla="*/ 165587 w 2912392"/>
                <a:gd name="connsiteY17" fmla="*/ 113617 h 501012"/>
                <a:gd name="connsiteX18" fmla="*/ 175328 w 2912392"/>
                <a:gd name="connsiteY18" fmla="*/ 120518 h 501012"/>
                <a:gd name="connsiteX19" fmla="*/ 185068 w 2912392"/>
                <a:gd name="connsiteY19" fmla="*/ 127437 h 501012"/>
                <a:gd name="connsiteX20" fmla="*/ 194809 w 2912392"/>
                <a:gd name="connsiteY20" fmla="*/ 134371 h 501012"/>
                <a:gd name="connsiteX21" fmla="*/ 204550 w 2912392"/>
                <a:gd name="connsiteY21" fmla="*/ 141318 h 501012"/>
                <a:gd name="connsiteX22" fmla="*/ 214289 w 2912392"/>
                <a:gd name="connsiteY22" fmla="*/ 148279 h 501012"/>
                <a:gd name="connsiteX23" fmla="*/ 224030 w 2912392"/>
                <a:gd name="connsiteY23" fmla="*/ 155252 h 501012"/>
                <a:gd name="connsiteX24" fmla="*/ 233771 w 2912392"/>
                <a:gd name="connsiteY24" fmla="*/ 162235 h 501012"/>
                <a:gd name="connsiteX25" fmla="*/ 243510 w 2912392"/>
                <a:gd name="connsiteY25" fmla="*/ 169226 h 501012"/>
                <a:gd name="connsiteX26" fmla="*/ 253251 w 2912392"/>
                <a:gd name="connsiteY26" fmla="*/ 176225 h 501012"/>
                <a:gd name="connsiteX27" fmla="*/ 262992 w 2912392"/>
                <a:gd name="connsiteY27" fmla="*/ 183229 h 501012"/>
                <a:gd name="connsiteX28" fmla="*/ 272732 w 2912392"/>
                <a:gd name="connsiteY28" fmla="*/ 190236 h 501012"/>
                <a:gd name="connsiteX29" fmla="*/ 282473 w 2912392"/>
                <a:gd name="connsiteY29" fmla="*/ 197245 h 501012"/>
                <a:gd name="connsiteX30" fmla="*/ 292214 w 2912392"/>
                <a:gd name="connsiteY30" fmla="*/ 204253 h 501012"/>
                <a:gd name="connsiteX31" fmla="*/ 301953 w 2912392"/>
                <a:gd name="connsiteY31" fmla="*/ 211259 h 501012"/>
                <a:gd name="connsiteX32" fmla="*/ 311694 w 2912392"/>
                <a:gd name="connsiteY32" fmla="*/ 218261 h 501012"/>
                <a:gd name="connsiteX33" fmla="*/ 321435 w 2912392"/>
                <a:gd name="connsiteY33" fmla="*/ 225255 h 501012"/>
                <a:gd name="connsiteX34" fmla="*/ 331175 w 2912392"/>
                <a:gd name="connsiteY34" fmla="*/ 232239 h 501012"/>
                <a:gd name="connsiteX35" fmla="*/ 340916 w 2912392"/>
                <a:gd name="connsiteY35" fmla="*/ 239214 h 501012"/>
                <a:gd name="connsiteX36" fmla="*/ 350656 w 2912392"/>
                <a:gd name="connsiteY36" fmla="*/ 246171 h 501012"/>
                <a:gd name="connsiteX37" fmla="*/ 360396 w 2912392"/>
                <a:gd name="connsiteY37" fmla="*/ 253113 h 501012"/>
                <a:gd name="connsiteX38" fmla="*/ 370137 w 2912392"/>
                <a:gd name="connsiteY38" fmla="*/ 260035 h 501012"/>
                <a:gd name="connsiteX39" fmla="*/ 379878 w 2912392"/>
                <a:gd name="connsiteY39" fmla="*/ 266933 h 501012"/>
                <a:gd name="connsiteX40" fmla="*/ 389617 w 2912392"/>
                <a:gd name="connsiteY40" fmla="*/ 273805 h 501012"/>
                <a:gd name="connsiteX41" fmla="*/ 399358 w 2912392"/>
                <a:gd name="connsiteY41" fmla="*/ 280648 h 501012"/>
                <a:gd name="connsiteX42" fmla="*/ 409099 w 2912392"/>
                <a:gd name="connsiteY42" fmla="*/ 287458 h 501012"/>
                <a:gd name="connsiteX43" fmla="*/ 418839 w 2912392"/>
                <a:gd name="connsiteY43" fmla="*/ 294231 h 501012"/>
                <a:gd name="connsiteX44" fmla="*/ 428580 w 2912392"/>
                <a:gd name="connsiteY44" fmla="*/ 300967 h 501012"/>
                <a:gd name="connsiteX45" fmla="*/ 438321 w 2912392"/>
                <a:gd name="connsiteY45" fmla="*/ 307658 h 501012"/>
                <a:gd name="connsiteX46" fmla="*/ 448060 w 2912392"/>
                <a:gd name="connsiteY46" fmla="*/ 314304 h 501012"/>
                <a:gd name="connsiteX47" fmla="*/ 457801 w 2912392"/>
                <a:gd name="connsiteY47" fmla="*/ 320899 h 501012"/>
                <a:gd name="connsiteX48" fmla="*/ 467542 w 2912392"/>
                <a:gd name="connsiteY48" fmla="*/ 327441 h 501012"/>
                <a:gd name="connsiteX49" fmla="*/ 477281 w 2912392"/>
                <a:gd name="connsiteY49" fmla="*/ 333923 h 501012"/>
                <a:gd name="connsiteX50" fmla="*/ 487022 w 2912392"/>
                <a:gd name="connsiteY50" fmla="*/ 340345 h 501012"/>
                <a:gd name="connsiteX51" fmla="*/ 496763 w 2912392"/>
                <a:gd name="connsiteY51" fmla="*/ 346701 h 501012"/>
                <a:gd name="connsiteX52" fmla="*/ 506503 w 2912392"/>
                <a:gd name="connsiteY52" fmla="*/ 352987 h 501012"/>
                <a:gd name="connsiteX53" fmla="*/ 516244 w 2912392"/>
                <a:gd name="connsiteY53" fmla="*/ 359198 h 501012"/>
                <a:gd name="connsiteX54" fmla="*/ 525985 w 2912392"/>
                <a:gd name="connsiteY54" fmla="*/ 365332 h 501012"/>
                <a:gd name="connsiteX55" fmla="*/ 535724 w 2912392"/>
                <a:gd name="connsiteY55" fmla="*/ 371384 h 501012"/>
                <a:gd name="connsiteX56" fmla="*/ 545465 w 2912392"/>
                <a:gd name="connsiteY56" fmla="*/ 377348 h 501012"/>
                <a:gd name="connsiteX57" fmla="*/ 555206 w 2912392"/>
                <a:gd name="connsiteY57" fmla="*/ 383223 h 501012"/>
                <a:gd name="connsiteX58" fmla="*/ 564946 w 2912392"/>
                <a:gd name="connsiteY58" fmla="*/ 389002 h 501012"/>
                <a:gd name="connsiteX59" fmla="*/ 574687 w 2912392"/>
                <a:gd name="connsiteY59" fmla="*/ 394682 h 501012"/>
                <a:gd name="connsiteX60" fmla="*/ 584428 w 2912392"/>
                <a:gd name="connsiteY60" fmla="*/ 400258 h 501012"/>
                <a:gd name="connsiteX61" fmla="*/ 594167 w 2912392"/>
                <a:gd name="connsiteY61" fmla="*/ 405728 h 501012"/>
                <a:gd name="connsiteX62" fmla="*/ 603908 w 2912392"/>
                <a:gd name="connsiteY62" fmla="*/ 411084 h 501012"/>
                <a:gd name="connsiteX63" fmla="*/ 613649 w 2912392"/>
                <a:gd name="connsiteY63" fmla="*/ 416324 h 501012"/>
                <a:gd name="connsiteX64" fmla="*/ 623388 w 2912392"/>
                <a:gd name="connsiteY64" fmla="*/ 421443 h 501012"/>
                <a:gd name="connsiteX65" fmla="*/ 633129 w 2912392"/>
                <a:gd name="connsiteY65" fmla="*/ 426439 h 501012"/>
                <a:gd name="connsiteX66" fmla="*/ 642870 w 2912392"/>
                <a:gd name="connsiteY66" fmla="*/ 431305 h 501012"/>
                <a:gd name="connsiteX67" fmla="*/ 652610 w 2912392"/>
                <a:gd name="connsiteY67" fmla="*/ 436037 h 501012"/>
                <a:gd name="connsiteX68" fmla="*/ 662351 w 2912392"/>
                <a:gd name="connsiteY68" fmla="*/ 440631 h 501012"/>
                <a:gd name="connsiteX69" fmla="*/ 672092 w 2912392"/>
                <a:gd name="connsiteY69" fmla="*/ 445086 h 501012"/>
                <a:gd name="connsiteX70" fmla="*/ 681831 w 2912392"/>
                <a:gd name="connsiteY70" fmla="*/ 449394 h 501012"/>
                <a:gd name="connsiteX71" fmla="*/ 691572 w 2912392"/>
                <a:gd name="connsiteY71" fmla="*/ 453553 h 501012"/>
                <a:gd name="connsiteX72" fmla="*/ 701313 w 2912392"/>
                <a:gd name="connsiteY72" fmla="*/ 457560 h 501012"/>
                <a:gd name="connsiteX73" fmla="*/ 711052 w 2912392"/>
                <a:gd name="connsiteY73" fmla="*/ 461410 h 501012"/>
                <a:gd name="connsiteX74" fmla="*/ 720793 w 2912392"/>
                <a:gd name="connsiteY74" fmla="*/ 465099 h 501012"/>
                <a:gd name="connsiteX75" fmla="*/ 730534 w 2912392"/>
                <a:gd name="connsiteY75" fmla="*/ 468624 h 501012"/>
                <a:gd name="connsiteX76" fmla="*/ 740274 w 2912392"/>
                <a:gd name="connsiteY76" fmla="*/ 471982 h 501012"/>
                <a:gd name="connsiteX77" fmla="*/ 750015 w 2912392"/>
                <a:gd name="connsiteY77" fmla="*/ 475170 h 501012"/>
                <a:gd name="connsiteX78" fmla="*/ 759756 w 2912392"/>
                <a:gd name="connsiteY78" fmla="*/ 478184 h 501012"/>
                <a:gd name="connsiteX79" fmla="*/ 769495 w 2912392"/>
                <a:gd name="connsiteY79" fmla="*/ 481021 h 501012"/>
                <a:gd name="connsiteX80" fmla="*/ 779236 w 2912392"/>
                <a:gd name="connsiteY80" fmla="*/ 483679 h 501012"/>
                <a:gd name="connsiteX81" fmla="*/ 788977 w 2912392"/>
                <a:gd name="connsiteY81" fmla="*/ 486155 h 501012"/>
                <a:gd name="connsiteX82" fmla="*/ 798717 w 2912392"/>
                <a:gd name="connsiteY82" fmla="*/ 488448 h 501012"/>
                <a:gd name="connsiteX83" fmla="*/ 808458 w 2912392"/>
                <a:gd name="connsiteY83" fmla="*/ 490553 h 501012"/>
                <a:gd name="connsiteX84" fmla="*/ 818199 w 2912392"/>
                <a:gd name="connsiteY84" fmla="*/ 492469 h 501012"/>
                <a:gd name="connsiteX85" fmla="*/ 827938 w 2912392"/>
                <a:gd name="connsiteY85" fmla="*/ 494196 h 501012"/>
                <a:gd name="connsiteX86" fmla="*/ 837679 w 2912392"/>
                <a:gd name="connsiteY86" fmla="*/ 495731 h 501012"/>
                <a:gd name="connsiteX87" fmla="*/ 847420 w 2912392"/>
                <a:gd name="connsiteY87" fmla="*/ 497072 h 501012"/>
                <a:gd name="connsiteX88" fmla="*/ 857159 w 2912392"/>
                <a:gd name="connsiteY88" fmla="*/ 498217 h 501012"/>
                <a:gd name="connsiteX89" fmla="*/ 866900 w 2912392"/>
                <a:gd name="connsiteY89" fmla="*/ 499168 h 501012"/>
                <a:gd name="connsiteX90" fmla="*/ 876641 w 2912392"/>
                <a:gd name="connsiteY90" fmla="*/ 499923 h 501012"/>
                <a:gd name="connsiteX91" fmla="*/ 886381 w 2912392"/>
                <a:gd name="connsiteY91" fmla="*/ 500482 h 501012"/>
                <a:gd name="connsiteX92" fmla="*/ 896122 w 2912392"/>
                <a:gd name="connsiteY92" fmla="*/ 500846 h 501012"/>
                <a:gd name="connsiteX93" fmla="*/ 905863 w 2912392"/>
                <a:gd name="connsiteY93" fmla="*/ 501013 h 501012"/>
                <a:gd name="connsiteX94" fmla="*/ 915602 w 2912392"/>
                <a:gd name="connsiteY94" fmla="*/ 500983 h 501012"/>
                <a:gd name="connsiteX95" fmla="*/ 925343 w 2912392"/>
                <a:gd name="connsiteY95" fmla="*/ 500759 h 501012"/>
                <a:gd name="connsiteX96" fmla="*/ 935084 w 2912392"/>
                <a:gd name="connsiteY96" fmla="*/ 500344 h 501012"/>
                <a:gd name="connsiteX97" fmla="*/ 944824 w 2912392"/>
                <a:gd name="connsiteY97" fmla="*/ 499736 h 501012"/>
                <a:gd name="connsiteX98" fmla="*/ 954564 w 2912392"/>
                <a:gd name="connsiteY98" fmla="*/ 498937 h 501012"/>
                <a:gd name="connsiteX99" fmla="*/ 964305 w 2912392"/>
                <a:gd name="connsiteY99" fmla="*/ 497951 h 501012"/>
                <a:gd name="connsiteX100" fmla="*/ 974045 w 2912392"/>
                <a:gd name="connsiteY100" fmla="*/ 496780 h 501012"/>
                <a:gd name="connsiteX101" fmla="*/ 983786 w 2912392"/>
                <a:gd name="connsiteY101" fmla="*/ 495427 h 501012"/>
                <a:gd name="connsiteX102" fmla="*/ 993522 w 2912392"/>
                <a:gd name="connsiteY102" fmla="*/ 493894 h 501012"/>
                <a:gd name="connsiteX103" fmla="*/ 1003266 w 2912392"/>
                <a:gd name="connsiteY103" fmla="*/ 492185 h 501012"/>
                <a:gd name="connsiteX104" fmla="*/ 1013010 w 2912392"/>
                <a:gd name="connsiteY104" fmla="*/ 490306 h 501012"/>
                <a:gd name="connsiteX105" fmla="*/ 1022754 w 2912392"/>
                <a:gd name="connsiteY105" fmla="*/ 488259 h 501012"/>
                <a:gd name="connsiteX106" fmla="*/ 1032483 w 2912392"/>
                <a:gd name="connsiteY106" fmla="*/ 486048 h 501012"/>
                <a:gd name="connsiteX107" fmla="*/ 1042227 w 2912392"/>
                <a:gd name="connsiteY107" fmla="*/ 483681 h 501012"/>
                <a:gd name="connsiteX108" fmla="*/ 1051971 w 2912392"/>
                <a:gd name="connsiteY108" fmla="*/ 481160 h 501012"/>
                <a:gd name="connsiteX109" fmla="*/ 1061715 w 2912392"/>
                <a:gd name="connsiteY109" fmla="*/ 478493 h 501012"/>
                <a:gd name="connsiteX110" fmla="*/ 1071444 w 2912392"/>
                <a:gd name="connsiteY110" fmla="*/ 475683 h 501012"/>
                <a:gd name="connsiteX111" fmla="*/ 1081188 w 2912392"/>
                <a:gd name="connsiteY111" fmla="*/ 472740 h 501012"/>
                <a:gd name="connsiteX112" fmla="*/ 1090932 w 2912392"/>
                <a:gd name="connsiteY112" fmla="*/ 469668 h 501012"/>
                <a:gd name="connsiteX113" fmla="*/ 1100676 w 2912392"/>
                <a:gd name="connsiteY113" fmla="*/ 466474 h 501012"/>
                <a:gd name="connsiteX114" fmla="*/ 1110405 w 2912392"/>
                <a:gd name="connsiteY114" fmla="*/ 463166 h 501012"/>
                <a:gd name="connsiteX115" fmla="*/ 1120149 w 2912392"/>
                <a:gd name="connsiteY115" fmla="*/ 459751 h 501012"/>
                <a:gd name="connsiteX116" fmla="*/ 1129893 w 2912392"/>
                <a:gd name="connsiteY116" fmla="*/ 456237 h 501012"/>
                <a:gd name="connsiteX117" fmla="*/ 1139637 w 2912392"/>
                <a:gd name="connsiteY117" fmla="*/ 452630 h 501012"/>
                <a:gd name="connsiteX118" fmla="*/ 1149381 w 2912392"/>
                <a:gd name="connsiteY118" fmla="*/ 448941 h 501012"/>
                <a:gd name="connsiteX119" fmla="*/ 1159110 w 2912392"/>
                <a:gd name="connsiteY119" fmla="*/ 445176 h 501012"/>
                <a:gd name="connsiteX120" fmla="*/ 1168854 w 2912392"/>
                <a:gd name="connsiteY120" fmla="*/ 441344 h 501012"/>
                <a:gd name="connsiteX121" fmla="*/ 1178598 w 2912392"/>
                <a:gd name="connsiteY121" fmla="*/ 437455 h 501012"/>
                <a:gd name="connsiteX122" fmla="*/ 1188341 w 2912392"/>
                <a:gd name="connsiteY122" fmla="*/ 433516 h 501012"/>
                <a:gd name="connsiteX123" fmla="*/ 1198070 w 2912392"/>
                <a:gd name="connsiteY123" fmla="*/ 429536 h 501012"/>
                <a:gd name="connsiteX124" fmla="*/ 1207814 w 2912392"/>
                <a:gd name="connsiteY124" fmla="*/ 425525 h 501012"/>
                <a:gd name="connsiteX125" fmla="*/ 1217558 w 2912392"/>
                <a:gd name="connsiteY125" fmla="*/ 421492 h 501012"/>
                <a:gd name="connsiteX126" fmla="*/ 1227302 w 2912392"/>
                <a:gd name="connsiteY126" fmla="*/ 417447 h 501012"/>
                <a:gd name="connsiteX127" fmla="*/ 1237031 w 2912392"/>
                <a:gd name="connsiteY127" fmla="*/ 413396 h 501012"/>
                <a:gd name="connsiteX128" fmla="*/ 1246775 w 2912392"/>
                <a:gd name="connsiteY128" fmla="*/ 409351 h 501012"/>
                <a:gd name="connsiteX129" fmla="*/ 1256519 w 2912392"/>
                <a:gd name="connsiteY129" fmla="*/ 405321 h 501012"/>
                <a:gd name="connsiteX130" fmla="*/ 1266263 w 2912392"/>
                <a:gd name="connsiteY130" fmla="*/ 401313 h 501012"/>
                <a:gd name="connsiteX131" fmla="*/ 1276007 w 2912392"/>
                <a:gd name="connsiteY131" fmla="*/ 397338 h 501012"/>
                <a:gd name="connsiteX132" fmla="*/ 1285736 w 2912392"/>
                <a:gd name="connsiteY132" fmla="*/ 393403 h 501012"/>
                <a:gd name="connsiteX133" fmla="*/ 1295480 w 2912392"/>
                <a:gd name="connsiteY133" fmla="*/ 389520 h 501012"/>
                <a:gd name="connsiteX134" fmla="*/ 1305224 w 2912392"/>
                <a:gd name="connsiteY134" fmla="*/ 385694 h 501012"/>
                <a:gd name="connsiteX135" fmla="*/ 1314968 w 2912392"/>
                <a:gd name="connsiteY135" fmla="*/ 381935 h 501012"/>
                <a:gd name="connsiteX136" fmla="*/ 1324697 w 2912392"/>
                <a:gd name="connsiteY136" fmla="*/ 378252 h 501012"/>
                <a:gd name="connsiteX137" fmla="*/ 1334441 w 2912392"/>
                <a:gd name="connsiteY137" fmla="*/ 374653 h 501012"/>
                <a:gd name="connsiteX138" fmla="*/ 1344185 w 2912392"/>
                <a:gd name="connsiteY138" fmla="*/ 371143 h 501012"/>
                <a:gd name="connsiteX139" fmla="*/ 1353929 w 2912392"/>
                <a:gd name="connsiteY139" fmla="*/ 367732 h 501012"/>
                <a:gd name="connsiteX140" fmla="*/ 1363658 w 2912392"/>
                <a:gd name="connsiteY140" fmla="*/ 364426 h 501012"/>
                <a:gd name="connsiteX141" fmla="*/ 1373402 w 2912392"/>
                <a:gd name="connsiteY141" fmla="*/ 361232 h 501012"/>
                <a:gd name="connsiteX142" fmla="*/ 1383146 w 2912392"/>
                <a:gd name="connsiteY142" fmla="*/ 358157 h 501012"/>
                <a:gd name="connsiteX143" fmla="*/ 1392890 w 2912392"/>
                <a:gd name="connsiteY143" fmla="*/ 355205 h 501012"/>
                <a:gd name="connsiteX144" fmla="*/ 1402619 w 2912392"/>
                <a:gd name="connsiteY144" fmla="*/ 352385 h 501012"/>
                <a:gd name="connsiteX145" fmla="*/ 1412363 w 2912392"/>
                <a:gd name="connsiteY145" fmla="*/ 349700 h 501012"/>
                <a:gd name="connsiteX146" fmla="*/ 1422106 w 2912392"/>
                <a:gd name="connsiteY146" fmla="*/ 347155 h 501012"/>
                <a:gd name="connsiteX147" fmla="*/ 1431850 w 2912392"/>
                <a:gd name="connsiteY147" fmla="*/ 344753 h 501012"/>
                <a:gd name="connsiteX148" fmla="*/ 1441594 w 2912392"/>
                <a:gd name="connsiteY148" fmla="*/ 342502 h 501012"/>
                <a:gd name="connsiteX149" fmla="*/ 1451323 w 2912392"/>
                <a:gd name="connsiteY149" fmla="*/ 340402 h 501012"/>
                <a:gd name="connsiteX150" fmla="*/ 1461067 w 2912392"/>
                <a:gd name="connsiteY150" fmla="*/ 338456 h 501012"/>
                <a:gd name="connsiteX151" fmla="*/ 1470811 w 2912392"/>
                <a:gd name="connsiteY151" fmla="*/ 336668 h 501012"/>
                <a:gd name="connsiteX152" fmla="*/ 1480555 w 2912392"/>
                <a:gd name="connsiteY152" fmla="*/ 335038 h 501012"/>
                <a:gd name="connsiteX153" fmla="*/ 1490284 w 2912392"/>
                <a:gd name="connsiteY153" fmla="*/ 333569 h 501012"/>
                <a:gd name="connsiteX154" fmla="*/ 1500028 w 2912392"/>
                <a:gd name="connsiteY154" fmla="*/ 332262 h 501012"/>
                <a:gd name="connsiteX155" fmla="*/ 1509772 w 2912392"/>
                <a:gd name="connsiteY155" fmla="*/ 331117 h 501012"/>
                <a:gd name="connsiteX156" fmla="*/ 1519516 w 2912392"/>
                <a:gd name="connsiteY156" fmla="*/ 330133 h 501012"/>
                <a:gd name="connsiteX157" fmla="*/ 1529245 w 2912392"/>
                <a:gd name="connsiteY157" fmla="*/ 329311 h 501012"/>
                <a:gd name="connsiteX158" fmla="*/ 1538989 w 2912392"/>
                <a:gd name="connsiteY158" fmla="*/ 328648 h 501012"/>
                <a:gd name="connsiteX159" fmla="*/ 1548733 w 2912392"/>
                <a:gd name="connsiteY159" fmla="*/ 328144 h 501012"/>
                <a:gd name="connsiteX160" fmla="*/ 1558477 w 2912392"/>
                <a:gd name="connsiteY160" fmla="*/ 327796 h 501012"/>
                <a:gd name="connsiteX161" fmla="*/ 1568221 w 2912392"/>
                <a:gd name="connsiteY161" fmla="*/ 327602 h 501012"/>
                <a:gd name="connsiteX162" fmla="*/ 1577950 w 2912392"/>
                <a:gd name="connsiteY162" fmla="*/ 327559 h 501012"/>
                <a:gd name="connsiteX163" fmla="*/ 1587694 w 2912392"/>
                <a:gd name="connsiteY163" fmla="*/ 327661 h 501012"/>
                <a:gd name="connsiteX164" fmla="*/ 1597438 w 2912392"/>
                <a:gd name="connsiteY164" fmla="*/ 327907 h 501012"/>
                <a:gd name="connsiteX165" fmla="*/ 1607182 w 2912392"/>
                <a:gd name="connsiteY165" fmla="*/ 328293 h 501012"/>
                <a:gd name="connsiteX166" fmla="*/ 1616911 w 2912392"/>
                <a:gd name="connsiteY166" fmla="*/ 328810 h 501012"/>
                <a:gd name="connsiteX167" fmla="*/ 1626655 w 2912392"/>
                <a:gd name="connsiteY167" fmla="*/ 329457 h 501012"/>
                <a:gd name="connsiteX168" fmla="*/ 1636399 w 2912392"/>
                <a:gd name="connsiteY168" fmla="*/ 330227 h 501012"/>
                <a:gd name="connsiteX169" fmla="*/ 1646142 w 2912392"/>
                <a:gd name="connsiteY169" fmla="*/ 331112 h 501012"/>
                <a:gd name="connsiteX170" fmla="*/ 1655872 w 2912392"/>
                <a:gd name="connsiteY170" fmla="*/ 332109 h 501012"/>
                <a:gd name="connsiteX171" fmla="*/ 1665616 w 2912392"/>
                <a:gd name="connsiteY171" fmla="*/ 333208 h 501012"/>
                <a:gd name="connsiteX172" fmla="*/ 1675359 w 2912392"/>
                <a:gd name="connsiteY172" fmla="*/ 334405 h 501012"/>
                <a:gd name="connsiteX173" fmla="*/ 1685103 w 2912392"/>
                <a:gd name="connsiteY173" fmla="*/ 335690 h 501012"/>
                <a:gd name="connsiteX174" fmla="*/ 1694832 w 2912392"/>
                <a:gd name="connsiteY174" fmla="*/ 337058 h 501012"/>
                <a:gd name="connsiteX175" fmla="*/ 1704576 w 2912392"/>
                <a:gd name="connsiteY175" fmla="*/ 338499 h 501012"/>
                <a:gd name="connsiteX176" fmla="*/ 1714320 w 2912392"/>
                <a:gd name="connsiteY176" fmla="*/ 340007 h 501012"/>
                <a:gd name="connsiteX177" fmla="*/ 1724064 w 2912392"/>
                <a:gd name="connsiteY177" fmla="*/ 341573 h 501012"/>
                <a:gd name="connsiteX178" fmla="*/ 1733808 w 2912392"/>
                <a:gd name="connsiteY178" fmla="*/ 343188 h 501012"/>
                <a:gd name="connsiteX179" fmla="*/ 1743537 w 2912392"/>
                <a:gd name="connsiteY179" fmla="*/ 344844 h 501012"/>
                <a:gd name="connsiteX180" fmla="*/ 1753281 w 2912392"/>
                <a:gd name="connsiteY180" fmla="*/ 346534 h 501012"/>
                <a:gd name="connsiteX181" fmla="*/ 1763025 w 2912392"/>
                <a:gd name="connsiteY181" fmla="*/ 348249 h 501012"/>
                <a:gd name="connsiteX182" fmla="*/ 1772769 w 2912392"/>
                <a:gd name="connsiteY182" fmla="*/ 349980 h 501012"/>
                <a:gd name="connsiteX183" fmla="*/ 1782498 w 2912392"/>
                <a:gd name="connsiteY183" fmla="*/ 351719 h 501012"/>
                <a:gd name="connsiteX184" fmla="*/ 1792242 w 2912392"/>
                <a:gd name="connsiteY184" fmla="*/ 353456 h 501012"/>
                <a:gd name="connsiteX185" fmla="*/ 1801986 w 2912392"/>
                <a:gd name="connsiteY185" fmla="*/ 355184 h 501012"/>
                <a:gd name="connsiteX186" fmla="*/ 1811730 w 2912392"/>
                <a:gd name="connsiteY186" fmla="*/ 356896 h 501012"/>
                <a:gd name="connsiteX187" fmla="*/ 1821459 w 2912392"/>
                <a:gd name="connsiteY187" fmla="*/ 358581 h 501012"/>
                <a:gd name="connsiteX188" fmla="*/ 1831203 w 2912392"/>
                <a:gd name="connsiteY188" fmla="*/ 360234 h 501012"/>
                <a:gd name="connsiteX189" fmla="*/ 1840947 w 2912392"/>
                <a:gd name="connsiteY189" fmla="*/ 361844 h 501012"/>
                <a:gd name="connsiteX190" fmla="*/ 1850691 w 2912392"/>
                <a:gd name="connsiteY190" fmla="*/ 363406 h 501012"/>
                <a:gd name="connsiteX191" fmla="*/ 1860435 w 2912392"/>
                <a:gd name="connsiteY191" fmla="*/ 364910 h 501012"/>
                <a:gd name="connsiteX192" fmla="*/ 1870164 w 2912392"/>
                <a:gd name="connsiteY192" fmla="*/ 366351 h 501012"/>
                <a:gd name="connsiteX193" fmla="*/ 1879908 w 2912392"/>
                <a:gd name="connsiteY193" fmla="*/ 367722 h 501012"/>
                <a:gd name="connsiteX194" fmla="*/ 1889652 w 2912392"/>
                <a:gd name="connsiteY194" fmla="*/ 369014 h 501012"/>
                <a:gd name="connsiteX195" fmla="*/ 1899395 w 2912392"/>
                <a:gd name="connsiteY195" fmla="*/ 370222 h 501012"/>
                <a:gd name="connsiteX196" fmla="*/ 1909124 w 2912392"/>
                <a:gd name="connsiteY196" fmla="*/ 371341 h 501012"/>
                <a:gd name="connsiteX197" fmla="*/ 1918868 w 2912392"/>
                <a:gd name="connsiteY197" fmla="*/ 372364 h 501012"/>
                <a:gd name="connsiteX198" fmla="*/ 1928612 w 2912392"/>
                <a:gd name="connsiteY198" fmla="*/ 373287 h 501012"/>
                <a:gd name="connsiteX199" fmla="*/ 1938356 w 2912392"/>
                <a:gd name="connsiteY199" fmla="*/ 374103 h 501012"/>
                <a:gd name="connsiteX200" fmla="*/ 1948085 w 2912392"/>
                <a:gd name="connsiteY200" fmla="*/ 374808 h 501012"/>
                <a:gd name="connsiteX201" fmla="*/ 1957829 w 2912392"/>
                <a:gd name="connsiteY201" fmla="*/ 375398 h 501012"/>
                <a:gd name="connsiteX202" fmla="*/ 1967573 w 2912392"/>
                <a:gd name="connsiteY202" fmla="*/ 375870 h 501012"/>
                <a:gd name="connsiteX203" fmla="*/ 1977317 w 2912392"/>
                <a:gd name="connsiteY203" fmla="*/ 376220 h 501012"/>
                <a:gd name="connsiteX204" fmla="*/ 1987046 w 2912392"/>
                <a:gd name="connsiteY204" fmla="*/ 376445 h 501012"/>
                <a:gd name="connsiteX205" fmla="*/ 1996790 w 2912392"/>
                <a:gd name="connsiteY205" fmla="*/ 376542 h 501012"/>
                <a:gd name="connsiteX206" fmla="*/ 2006534 w 2912392"/>
                <a:gd name="connsiteY206" fmla="*/ 376508 h 501012"/>
                <a:gd name="connsiteX207" fmla="*/ 2016278 w 2912392"/>
                <a:gd name="connsiteY207" fmla="*/ 376344 h 501012"/>
                <a:gd name="connsiteX208" fmla="*/ 2026022 w 2912392"/>
                <a:gd name="connsiteY208" fmla="*/ 376046 h 501012"/>
                <a:gd name="connsiteX209" fmla="*/ 2035751 w 2912392"/>
                <a:gd name="connsiteY209" fmla="*/ 375614 h 501012"/>
                <a:gd name="connsiteX210" fmla="*/ 2045495 w 2912392"/>
                <a:gd name="connsiteY210" fmla="*/ 375048 h 501012"/>
                <a:gd name="connsiteX211" fmla="*/ 2055239 w 2912392"/>
                <a:gd name="connsiteY211" fmla="*/ 374349 h 501012"/>
                <a:gd name="connsiteX212" fmla="*/ 2064983 w 2912392"/>
                <a:gd name="connsiteY212" fmla="*/ 373514 h 501012"/>
                <a:gd name="connsiteX213" fmla="*/ 2074712 w 2912392"/>
                <a:gd name="connsiteY213" fmla="*/ 372546 h 501012"/>
                <a:gd name="connsiteX214" fmla="*/ 2084456 w 2912392"/>
                <a:gd name="connsiteY214" fmla="*/ 371448 h 501012"/>
                <a:gd name="connsiteX215" fmla="*/ 2094200 w 2912392"/>
                <a:gd name="connsiteY215" fmla="*/ 370217 h 501012"/>
                <a:gd name="connsiteX216" fmla="*/ 2103944 w 2912392"/>
                <a:gd name="connsiteY216" fmla="*/ 368860 h 501012"/>
                <a:gd name="connsiteX217" fmla="*/ 2113673 w 2912392"/>
                <a:gd name="connsiteY217" fmla="*/ 367375 h 501012"/>
                <a:gd name="connsiteX218" fmla="*/ 2123417 w 2912392"/>
                <a:gd name="connsiteY218" fmla="*/ 365767 h 501012"/>
                <a:gd name="connsiteX219" fmla="*/ 2133161 w 2912392"/>
                <a:gd name="connsiteY219" fmla="*/ 364040 h 501012"/>
                <a:gd name="connsiteX220" fmla="*/ 2142905 w 2912392"/>
                <a:gd name="connsiteY220" fmla="*/ 362194 h 501012"/>
                <a:gd name="connsiteX221" fmla="*/ 2152649 w 2912392"/>
                <a:gd name="connsiteY221" fmla="*/ 360237 h 501012"/>
                <a:gd name="connsiteX222" fmla="*/ 2162377 w 2912392"/>
                <a:gd name="connsiteY222" fmla="*/ 358169 h 501012"/>
                <a:gd name="connsiteX223" fmla="*/ 2172121 w 2912392"/>
                <a:gd name="connsiteY223" fmla="*/ 355996 h 501012"/>
                <a:gd name="connsiteX224" fmla="*/ 2181865 w 2912392"/>
                <a:gd name="connsiteY224" fmla="*/ 353723 h 501012"/>
                <a:gd name="connsiteX225" fmla="*/ 2191609 w 2912392"/>
                <a:gd name="connsiteY225" fmla="*/ 351355 h 501012"/>
                <a:gd name="connsiteX226" fmla="*/ 2201338 w 2912392"/>
                <a:gd name="connsiteY226" fmla="*/ 348895 h 501012"/>
                <a:gd name="connsiteX227" fmla="*/ 2211082 w 2912392"/>
                <a:gd name="connsiteY227" fmla="*/ 346351 h 501012"/>
                <a:gd name="connsiteX228" fmla="*/ 2220826 w 2912392"/>
                <a:gd name="connsiteY228" fmla="*/ 343725 h 501012"/>
                <a:gd name="connsiteX229" fmla="*/ 2230570 w 2912392"/>
                <a:gd name="connsiteY229" fmla="*/ 341026 h 501012"/>
                <a:gd name="connsiteX230" fmla="*/ 2240299 w 2912392"/>
                <a:gd name="connsiteY230" fmla="*/ 338256 h 501012"/>
                <a:gd name="connsiteX231" fmla="*/ 2250043 w 2912392"/>
                <a:gd name="connsiteY231" fmla="*/ 335425 h 501012"/>
                <a:gd name="connsiteX232" fmla="*/ 2259787 w 2912392"/>
                <a:gd name="connsiteY232" fmla="*/ 332536 h 501012"/>
                <a:gd name="connsiteX233" fmla="*/ 2269531 w 2912392"/>
                <a:gd name="connsiteY233" fmla="*/ 329597 h 501012"/>
                <a:gd name="connsiteX234" fmla="*/ 2279260 w 2912392"/>
                <a:gd name="connsiteY234" fmla="*/ 326613 h 501012"/>
                <a:gd name="connsiteX235" fmla="*/ 2289004 w 2912392"/>
                <a:gd name="connsiteY235" fmla="*/ 323588 h 501012"/>
                <a:gd name="connsiteX236" fmla="*/ 2298748 w 2912392"/>
                <a:gd name="connsiteY236" fmla="*/ 320532 h 501012"/>
                <a:gd name="connsiteX237" fmla="*/ 2308492 w 2912392"/>
                <a:gd name="connsiteY237" fmla="*/ 317448 h 501012"/>
                <a:gd name="connsiteX238" fmla="*/ 2318236 w 2912392"/>
                <a:gd name="connsiteY238" fmla="*/ 314345 h 501012"/>
                <a:gd name="connsiteX239" fmla="*/ 2327965 w 2912392"/>
                <a:gd name="connsiteY239" fmla="*/ 311226 h 501012"/>
                <a:gd name="connsiteX240" fmla="*/ 2337709 w 2912392"/>
                <a:gd name="connsiteY240" fmla="*/ 308101 h 501012"/>
                <a:gd name="connsiteX241" fmla="*/ 2347453 w 2912392"/>
                <a:gd name="connsiteY241" fmla="*/ 304972 h 501012"/>
                <a:gd name="connsiteX242" fmla="*/ 2357197 w 2912392"/>
                <a:gd name="connsiteY242" fmla="*/ 301847 h 501012"/>
                <a:gd name="connsiteX243" fmla="*/ 2366926 w 2912392"/>
                <a:gd name="connsiteY243" fmla="*/ 298731 h 501012"/>
                <a:gd name="connsiteX244" fmla="*/ 2376670 w 2912392"/>
                <a:gd name="connsiteY244" fmla="*/ 295630 h 501012"/>
                <a:gd name="connsiteX245" fmla="*/ 2386413 w 2912392"/>
                <a:gd name="connsiteY245" fmla="*/ 292550 h 501012"/>
                <a:gd name="connsiteX246" fmla="*/ 2396157 w 2912392"/>
                <a:gd name="connsiteY246" fmla="*/ 289496 h 501012"/>
                <a:gd name="connsiteX247" fmla="*/ 2405886 w 2912392"/>
                <a:gd name="connsiteY247" fmla="*/ 286473 h 501012"/>
                <a:gd name="connsiteX248" fmla="*/ 2415630 w 2912392"/>
                <a:gd name="connsiteY248" fmla="*/ 283487 h 501012"/>
                <a:gd name="connsiteX249" fmla="*/ 2425374 w 2912392"/>
                <a:gd name="connsiteY249" fmla="*/ 280542 h 501012"/>
                <a:gd name="connsiteX250" fmla="*/ 2435118 w 2912392"/>
                <a:gd name="connsiteY250" fmla="*/ 277642 h 501012"/>
                <a:gd name="connsiteX251" fmla="*/ 2444862 w 2912392"/>
                <a:gd name="connsiteY251" fmla="*/ 274795 h 501012"/>
                <a:gd name="connsiteX252" fmla="*/ 2454591 w 2912392"/>
                <a:gd name="connsiteY252" fmla="*/ 272002 h 501012"/>
                <a:gd name="connsiteX253" fmla="*/ 2464335 w 2912392"/>
                <a:gd name="connsiteY253" fmla="*/ 269268 h 501012"/>
                <a:gd name="connsiteX254" fmla="*/ 2474079 w 2912392"/>
                <a:gd name="connsiteY254" fmla="*/ 266598 h 501012"/>
                <a:gd name="connsiteX255" fmla="*/ 2483823 w 2912392"/>
                <a:gd name="connsiteY255" fmla="*/ 263995 h 501012"/>
                <a:gd name="connsiteX256" fmla="*/ 2493552 w 2912392"/>
                <a:gd name="connsiteY256" fmla="*/ 261462 h 501012"/>
                <a:gd name="connsiteX257" fmla="*/ 2503296 w 2912392"/>
                <a:gd name="connsiteY257" fmla="*/ 259004 h 501012"/>
                <a:gd name="connsiteX258" fmla="*/ 2513040 w 2912392"/>
                <a:gd name="connsiteY258" fmla="*/ 256623 h 501012"/>
                <a:gd name="connsiteX259" fmla="*/ 2522784 w 2912392"/>
                <a:gd name="connsiteY259" fmla="*/ 254324 h 501012"/>
                <a:gd name="connsiteX260" fmla="*/ 2532513 w 2912392"/>
                <a:gd name="connsiteY260" fmla="*/ 252107 h 501012"/>
                <a:gd name="connsiteX261" fmla="*/ 2542257 w 2912392"/>
                <a:gd name="connsiteY261" fmla="*/ 249977 h 501012"/>
                <a:gd name="connsiteX262" fmla="*/ 2552001 w 2912392"/>
                <a:gd name="connsiteY262" fmla="*/ 247934 h 501012"/>
                <a:gd name="connsiteX263" fmla="*/ 2561745 w 2912392"/>
                <a:gd name="connsiteY263" fmla="*/ 245984 h 501012"/>
                <a:gd name="connsiteX264" fmla="*/ 2571474 w 2912392"/>
                <a:gd name="connsiteY264" fmla="*/ 244124 h 501012"/>
                <a:gd name="connsiteX265" fmla="*/ 2581218 w 2912392"/>
                <a:gd name="connsiteY265" fmla="*/ 242362 h 501012"/>
                <a:gd name="connsiteX266" fmla="*/ 2590962 w 2912392"/>
                <a:gd name="connsiteY266" fmla="*/ 240696 h 501012"/>
                <a:gd name="connsiteX267" fmla="*/ 2600705 w 2912392"/>
                <a:gd name="connsiteY267" fmla="*/ 239129 h 501012"/>
                <a:gd name="connsiteX268" fmla="*/ 2610449 w 2912392"/>
                <a:gd name="connsiteY268" fmla="*/ 237663 h 501012"/>
                <a:gd name="connsiteX269" fmla="*/ 2620178 w 2912392"/>
                <a:gd name="connsiteY269" fmla="*/ 236296 h 501012"/>
                <a:gd name="connsiteX270" fmla="*/ 2629922 w 2912392"/>
                <a:gd name="connsiteY270" fmla="*/ 235036 h 501012"/>
                <a:gd name="connsiteX271" fmla="*/ 2639666 w 2912392"/>
                <a:gd name="connsiteY271" fmla="*/ 233878 h 501012"/>
                <a:gd name="connsiteX272" fmla="*/ 2649410 w 2912392"/>
                <a:gd name="connsiteY272" fmla="*/ 232828 h 501012"/>
                <a:gd name="connsiteX273" fmla="*/ 2659139 w 2912392"/>
                <a:gd name="connsiteY273" fmla="*/ 231883 h 501012"/>
                <a:gd name="connsiteX274" fmla="*/ 2668883 w 2912392"/>
                <a:gd name="connsiteY274" fmla="*/ 231047 h 501012"/>
                <a:gd name="connsiteX275" fmla="*/ 2678627 w 2912392"/>
                <a:gd name="connsiteY275" fmla="*/ 230322 h 501012"/>
                <a:gd name="connsiteX276" fmla="*/ 2688371 w 2912392"/>
                <a:gd name="connsiteY276" fmla="*/ 229705 h 501012"/>
                <a:gd name="connsiteX277" fmla="*/ 2698100 w 2912392"/>
                <a:gd name="connsiteY277" fmla="*/ 229200 h 501012"/>
                <a:gd name="connsiteX278" fmla="*/ 2707844 w 2912392"/>
                <a:gd name="connsiteY278" fmla="*/ 228808 h 501012"/>
                <a:gd name="connsiteX279" fmla="*/ 2717588 w 2912392"/>
                <a:gd name="connsiteY279" fmla="*/ 228530 h 501012"/>
                <a:gd name="connsiteX280" fmla="*/ 2727332 w 2912392"/>
                <a:gd name="connsiteY280" fmla="*/ 228366 h 501012"/>
                <a:gd name="connsiteX281" fmla="*/ 2737076 w 2912392"/>
                <a:gd name="connsiteY281" fmla="*/ 228316 h 501012"/>
                <a:gd name="connsiteX282" fmla="*/ 2746805 w 2912392"/>
                <a:gd name="connsiteY282" fmla="*/ 228385 h 501012"/>
                <a:gd name="connsiteX283" fmla="*/ 2756549 w 2912392"/>
                <a:gd name="connsiteY283" fmla="*/ 228571 h 501012"/>
                <a:gd name="connsiteX284" fmla="*/ 2766293 w 2912392"/>
                <a:gd name="connsiteY284" fmla="*/ 228877 h 501012"/>
                <a:gd name="connsiteX285" fmla="*/ 2776037 w 2912392"/>
                <a:gd name="connsiteY285" fmla="*/ 229303 h 501012"/>
                <a:gd name="connsiteX286" fmla="*/ 2785766 w 2912392"/>
                <a:gd name="connsiteY286" fmla="*/ 229851 h 501012"/>
                <a:gd name="connsiteX287" fmla="*/ 2795510 w 2912392"/>
                <a:gd name="connsiteY287" fmla="*/ 230522 h 501012"/>
                <a:gd name="connsiteX288" fmla="*/ 2805254 w 2912392"/>
                <a:gd name="connsiteY288" fmla="*/ 231317 h 501012"/>
                <a:gd name="connsiteX289" fmla="*/ 2814998 w 2912392"/>
                <a:gd name="connsiteY289" fmla="*/ 232238 h 501012"/>
                <a:gd name="connsiteX290" fmla="*/ 2824727 w 2912392"/>
                <a:gd name="connsiteY290" fmla="*/ 233287 h 501012"/>
                <a:gd name="connsiteX291" fmla="*/ 2834471 w 2912392"/>
                <a:gd name="connsiteY291" fmla="*/ 234465 h 501012"/>
                <a:gd name="connsiteX292" fmla="*/ 2844215 w 2912392"/>
                <a:gd name="connsiteY292" fmla="*/ 235775 h 501012"/>
                <a:gd name="connsiteX293" fmla="*/ 2853958 w 2912392"/>
                <a:gd name="connsiteY293" fmla="*/ 237217 h 501012"/>
                <a:gd name="connsiteX294" fmla="*/ 2863687 w 2912392"/>
                <a:gd name="connsiteY294" fmla="*/ 238793 h 501012"/>
                <a:gd name="connsiteX295" fmla="*/ 2873431 w 2912392"/>
                <a:gd name="connsiteY295" fmla="*/ 240507 h 501012"/>
                <a:gd name="connsiteX296" fmla="*/ 2883175 w 2912392"/>
                <a:gd name="connsiteY296" fmla="*/ 242359 h 501012"/>
                <a:gd name="connsiteX297" fmla="*/ 2892919 w 2912392"/>
                <a:gd name="connsiteY297" fmla="*/ 244351 h 501012"/>
                <a:gd name="connsiteX298" fmla="*/ 2902663 w 2912392"/>
                <a:gd name="connsiteY298" fmla="*/ 246484 h 501012"/>
                <a:gd name="connsiteX299" fmla="*/ 2912392 w 2912392"/>
                <a:gd name="connsiteY299" fmla="*/ 248764 h 501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01012">
                  <a:moveTo>
                    <a:pt x="0" y="0"/>
                  </a:moveTo>
                  <a:lnTo>
                    <a:pt x="9739" y="6427"/>
                  </a:lnTo>
                  <a:lnTo>
                    <a:pt x="19480" y="12897"/>
                  </a:lnTo>
                  <a:lnTo>
                    <a:pt x="29221" y="19401"/>
                  </a:lnTo>
                  <a:lnTo>
                    <a:pt x="38961" y="25945"/>
                  </a:lnTo>
                  <a:lnTo>
                    <a:pt x="48702" y="32522"/>
                  </a:lnTo>
                  <a:lnTo>
                    <a:pt x="58443" y="39132"/>
                  </a:lnTo>
                  <a:lnTo>
                    <a:pt x="68182" y="45773"/>
                  </a:lnTo>
                  <a:lnTo>
                    <a:pt x="77923" y="52444"/>
                  </a:lnTo>
                  <a:lnTo>
                    <a:pt x="87664" y="59144"/>
                  </a:lnTo>
                  <a:lnTo>
                    <a:pt x="97404" y="65871"/>
                  </a:lnTo>
                  <a:lnTo>
                    <a:pt x="107145" y="72624"/>
                  </a:lnTo>
                  <a:lnTo>
                    <a:pt x="116886" y="79401"/>
                  </a:lnTo>
                  <a:lnTo>
                    <a:pt x="126625" y="86201"/>
                  </a:lnTo>
                  <a:lnTo>
                    <a:pt x="136366" y="93025"/>
                  </a:lnTo>
                  <a:lnTo>
                    <a:pt x="146107" y="99869"/>
                  </a:lnTo>
                  <a:lnTo>
                    <a:pt x="155846" y="106733"/>
                  </a:lnTo>
                  <a:lnTo>
                    <a:pt x="165587" y="113617"/>
                  </a:lnTo>
                  <a:lnTo>
                    <a:pt x="175328" y="120518"/>
                  </a:lnTo>
                  <a:lnTo>
                    <a:pt x="185068" y="127437"/>
                  </a:lnTo>
                  <a:lnTo>
                    <a:pt x="194809" y="134371"/>
                  </a:lnTo>
                  <a:lnTo>
                    <a:pt x="204550" y="141318"/>
                  </a:lnTo>
                  <a:lnTo>
                    <a:pt x="214289" y="148279"/>
                  </a:lnTo>
                  <a:lnTo>
                    <a:pt x="224030" y="155252"/>
                  </a:lnTo>
                  <a:lnTo>
                    <a:pt x="233771" y="162235"/>
                  </a:lnTo>
                  <a:lnTo>
                    <a:pt x="243510" y="169226"/>
                  </a:lnTo>
                  <a:lnTo>
                    <a:pt x="253251" y="176225"/>
                  </a:lnTo>
                  <a:lnTo>
                    <a:pt x="262992" y="183229"/>
                  </a:lnTo>
                  <a:lnTo>
                    <a:pt x="272732" y="190236"/>
                  </a:lnTo>
                  <a:lnTo>
                    <a:pt x="282473" y="197245"/>
                  </a:lnTo>
                  <a:lnTo>
                    <a:pt x="292214" y="204253"/>
                  </a:lnTo>
                  <a:lnTo>
                    <a:pt x="301953" y="211259"/>
                  </a:lnTo>
                  <a:lnTo>
                    <a:pt x="311694" y="218261"/>
                  </a:lnTo>
                  <a:lnTo>
                    <a:pt x="321435" y="225255"/>
                  </a:lnTo>
                  <a:lnTo>
                    <a:pt x="331175" y="232239"/>
                  </a:lnTo>
                  <a:lnTo>
                    <a:pt x="340916" y="239214"/>
                  </a:lnTo>
                  <a:lnTo>
                    <a:pt x="350656" y="246171"/>
                  </a:lnTo>
                  <a:lnTo>
                    <a:pt x="360396" y="253113"/>
                  </a:lnTo>
                  <a:lnTo>
                    <a:pt x="370137" y="260035"/>
                  </a:lnTo>
                  <a:lnTo>
                    <a:pt x="379878" y="266933"/>
                  </a:lnTo>
                  <a:lnTo>
                    <a:pt x="389617" y="273805"/>
                  </a:lnTo>
                  <a:lnTo>
                    <a:pt x="399358" y="280648"/>
                  </a:lnTo>
                  <a:lnTo>
                    <a:pt x="409099" y="287458"/>
                  </a:lnTo>
                  <a:lnTo>
                    <a:pt x="418839" y="294231"/>
                  </a:lnTo>
                  <a:lnTo>
                    <a:pt x="428580" y="300967"/>
                  </a:lnTo>
                  <a:lnTo>
                    <a:pt x="438321" y="307658"/>
                  </a:lnTo>
                  <a:lnTo>
                    <a:pt x="448060" y="314304"/>
                  </a:lnTo>
                  <a:lnTo>
                    <a:pt x="457801" y="320899"/>
                  </a:lnTo>
                  <a:lnTo>
                    <a:pt x="467542" y="327441"/>
                  </a:lnTo>
                  <a:lnTo>
                    <a:pt x="477281" y="333923"/>
                  </a:lnTo>
                  <a:lnTo>
                    <a:pt x="487022" y="340345"/>
                  </a:lnTo>
                  <a:lnTo>
                    <a:pt x="496763" y="346701"/>
                  </a:lnTo>
                  <a:lnTo>
                    <a:pt x="506503" y="352987"/>
                  </a:lnTo>
                  <a:lnTo>
                    <a:pt x="516244" y="359198"/>
                  </a:lnTo>
                  <a:lnTo>
                    <a:pt x="525985" y="365332"/>
                  </a:lnTo>
                  <a:lnTo>
                    <a:pt x="535724" y="371384"/>
                  </a:lnTo>
                  <a:lnTo>
                    <a:pt x="545465" y="377348"/>
                  </a:lnTo>
                  <a:lnTo>
                    <a:pt x="555206" y="383223"/>
                  </a:lnTo>
                  <a:lnTo>
                    <a:pt x="564946" y="389002"/>
                  </a:lnTo>
                  <a:lnTo>
                    <a:pt x="574687" y="394682"/>
                  </a:lnTo>
                  <a:lnTo>
                    <a:pt x="584428" y="400258"/>
                  </a:lnTo>
                  <a:lnTo>
                    <a:pt x="594167" y="405728"/>
                  </a:lnTo>
                  <a:lnTo>
                    <a:pt x="603908" y="411084"/>
                  </a:lnTo>
                  <a:lnTo>
                    <a:pt x="613649" y="416324"/>
                  </a:lnTo>
                  <a:lnTo>
                    <a:pt x="623388" y="421443"/>
                  </a:lnTo>
                  <a:lnTo>
                    <a:pt x="633129" y="426439"/>
                  </a:lnTo>
                  <a:lnTo>
                    <a:pt x="642870" y="431305"/>
                  </a:lnTo>
                  <a:lnTo>
                    <a:pt x="652610" y="436037"/>
                  </a:lnTo>
                  <a:lnTo>
                    <a:pt x="662351" y="440631"/>
                  </a:lnTo>
                  <a:lnTo>
                    <a:pt x="672092" y="445086"/>
                  </a:lnTo>
                  <a:lnTo>
                    <a:pt x="681831" y="449394"/>
                  </a:lnTo>
                  <a:lnTo>
                    <a:pt x="691572" y="453553"/>
                  </a:lnTo>
                  <a:lnTo>
                    <a:pt x="701313" y="457560"/>
                  </a:lnTo>
                  <a:lnTo>
                    <a:pt x="711052" y="461410"/>
                  </a:lnTo>
                  <a:lnTo>
                    <a:pt x="720793" y="465099"/>
                  </a:lnTo>
                  <a:lnTo>
                    <a:pt x="730534" y="468624"/>
                  </a:lnTo>
                  <a:lnTo>
                    <a:pt x="740274" y="471982"/>
                  </a:lnTo>
                  <a:lnTo>
                    <a:pt x="750015" y="475170"/>
                  </a:lnTo>
                  <a:lnTo>
                    <a:pt x="759756" y="478184"/>
                  </a:lnTo>
                  <a:lnTo>
                    <a:pt x="769495" y="481021"/>
                  </a:lnTo>
                  <a:lnTo>
                    <a:pt x="779236" y="483679"/>
                  </a:lnTo>
                  <a:lnTo>
                    <a:pt x="788977" y="486155"/>
                  </a:lnTo>
                  <a:lnTo>
                    <a:pt x="798717" y="488448"/>
                  </a:lnTo>
                  <a:lnTo>
                    <a:pt x="808458" y="490553"/>
                  </a:lnTo>
                  <a:lnTo>
                    <a:pt x="818199" y="492469"/>
                  </a:lnTo>
                  <a:lnTo>
                    <a:pt x="827938" y="494196"/>
                  </a:lnTo>
                  <a:lnTo>
                    <a:pt x="837679" y="495731"/>
                  </a:lnTo>
                  <a:lnTo>
                    <a:pt x="847420" y="497072"/>
                  </a:lnTo>
                  <a:lnTo>
                    <a:pt x="857159" y="498217"/>
                  </a:lnTo>
                  <a:lnTo>
                    <a:pt x="866900" y="499168"/>
                  </a:lnTo>
                  <a:lnTo>
                    <a:pt x="876641" y="499923"/>
                  </a:lnTo>
                  <a:lnTo>
                    <a:pt x="886381" y="500482"/>
                  </a:lnTo>
                  <a:lnTo>
                    <a:pt x="896122" y="500846"/>
                  </a:lnTo>
                  <a:lnTo>
                    <a:pt x="905863" y="501013"/>
                  </a:lnTo>
                  <a:lnTo>
                    <a:pt x="915602" y="500983"/>
                  </a:lnTo>
                  <a:lnTo>
                    <a:pt x="925343" y="500759"/>
                  </a:lnTo>
                  <a:lnTo>
                    <a:pt x="935084" y="500344"/>
                  </a:lnTo>
                  <a:lnTo>
                    <a:pt x="944824" y="499736"/>
                  </a:lnTo>
                  <a:lnTo>
                    <a:pt x="954564" y="498937"/>
                  </a:lnTo>
                  <a:lnTo>
                    <a:pt x="964305" y="497951"/>
                  </a:lnTo>
                  <a:lnTo>
                    <a:pt x="974045" y="496780"/>
                  </a:lnTo>
                  <a:lnTo>
                    <a:pt x="983786" y="495427"/>
                  </a:lnTo>
                  <a:lnTo>
                    <a:pt x="993522" y="493894"/>
                  </a:lnTo>
                  <a:lnTo>
                    <a:pt x="1003266" y="492185"/>
                  </a:lnTo>
                  <a:lnTo>
                    <a:pt x="1013010" y="490306"/>
                  </a:lnTo>
                  <a:lnTo>
                    <a:pt x="1022754" y="488259"/>
                  </a:lnTo>
                  <a:lnTo>
                    <a:pt x="1032483" y="486048"/>
                  </a:lnTo>
                  <a:lnTo>
                    <a:pt x="1042227" y="483681"/>
                  </a:lnTo>
                  <a:lnTo>
                    <a:pt x="1051971" y="481160"/>
                  </a:lnTo>
                  <a:lnTo>
                    <a:pt x="1061715" y="478493"/>
                  </a:lnTo>
                  <a:lnTo>
                    <a:pt x="1071444" y="475683"/>
                  </a:lnTo>
                  <a:lnTo>
                    <a:pt x="1081188" y="472740"/>
                  </a:lnTo>
                  <a:lnTo>
                    <a:pt x="1090932" y="469668"/>
                  </a:lnTo>
                  <a:lnTo>
                    <a:pt x="1100676" y="466474"/>
                  </a:lnTo>
                  <a:lnTo>
                    <a:pt x="1110405" y="463166"/>
                  </a:lnTo>
                  <a:lnTo>
                    <a:pt x="1120149" y="459751"/>
                  </a:lnTo>
                  <a:lnTo>
                    <a:pt x="1129893" y="456237"/>
                  </a:lnTo>
                  <a:lnTo>
                    <a:pt x="1139637" y="452630"/>
                  </a:lnTo>
                  <a:lnTo>
                    <a:pt x="1149381" y="448941"/>
                  </a:lnTo>
                  <a:lnTo>
                    <a:pt x="1159110" y="445176"/>
                  </a:lnTo>
                  <a:lnTo>
                    <a:pt x="1168854" y="441344"/>
                  </a:lnTo>
                  <a:lnTo>
                    <a:pt x="1178598" y="437455"/>
                  </a:lnTo>
                  <a:lnTo>
                    <a:pt x="1188341" y="433516"/>
                  </a:lnTo>
                  <a:lnTo>
                    <a:pt x="1198070" y="429536"/>
                  </a:lnTo>
                  <a:lnTo>
                    <a:pt x="1207814" y="425525"/>
                  </a:lnTo>
                  <a:lnTo>
                    <a:pt x="1217558" y="421492"/>
                  </a:lnTo>
                  <a:lnTo>
                    <a:pt x="1227302" y="417447"/>
                  </a:lnTo>
                  <a:lnTo>
                    <a:pt x="1237031" y="413396"/>
                  </a:lnTo>
                  <a:lnTo>
                    <a:pt x="1246775" y="409351"/>
                  </a:lnTo>
                  <a:lnTo>
                    <a:pt x="1256519" y="405321"/>
                  </a:lnTo>
                  <a:lnTo>
                    <a:pt x="1266263" y="401313"/>
                  </a:lnTo>
                  <a:lnTo>
                    <a:pt x="1276007" y="397338"/>
                  </a:lnTo>
                  <a:lnTo>
                    <a:pt x="1285736" y="393403"/>
                  </a:lnTo>
                  <a:lnTo>
                    <a:pt x="1295480" y="389520"/>
                  </a:lnTo>
                  <a:lnTo>
                    <a:pt x="1305224" y="385694"/>
                  </a:lnTo>
                  <a:lnTo>
                    <a:pt x="1314968" y="381935"/>
                  </a:lnTo>
                  <a:lnTo>
                    <a:pt x="1324697" y="378252"/>
                  </a:lnTo>
                  <a:lnTo>
                    <a:pt x="1334441" y="374653"/>
                  </a:lnTo>
                  <a:lnTo>
                    <a:pt x="1344185" y="371143"/>
                  </a:lnTo>
                  <a:lnTo>
                    <a:pt x="1353929" y="367732"/>
                  </a:lnTo>
                  <a:lnTo>
                    <a:pt x="1363658" y="364426"/>
                  </a:lnTo>
                  <a:lnTo>
                    <a:pt x="1373402" y="361232"/>
                  </a:lnTo>
                  <a:lnTo>
                    <a:pt x="1383146" y="358157"/>
                  </a:lnTo>
                  <a:lnTo>
                    <a:pt x="1392890" y="355205"/>
                  </a:lnTo>
                  <a:lnTo>
                    <a:pt x="1402619" y="352385"/>
                  </a:lnTo>
                  <a:lnTo>
                    <a:pt x="1412363" y="349700"/>
                  </a:lnTo>
                  <a:lnTo>
                    <a:pt x="1422106" y="347155"/>
                  </a:lnTo>
                  <a:lnTo>
                    <a:pt x="1431850" y="344753"/>
                  </a:lnTo>
                  <a:lnTo>
                    <a:pt x="1441594" y="342502"/>
                  </a:lnTo>
                  <a:lnTo>
                    <a:pt x="1451323" y="340402"/>
                  </a:lnTo>
                  <a:lnTo>
                    <a:pt x="1461067" y="338456"/>
                  </a:lnTo>
                  <a:lnTo>
                    <a:pt x="1470811" y="336668"/>
                  </a:lnTo>
                  <a:lnTo>
                    <a:pt x="1480555" y="335038"/>
                  </a:lnTo>
                  <a:lnTo>
                    <a:pt x="1490284" y="333569"/>
                  </a:lnTo>
                  <a:lnTo>
                    <a:pt x="1500028" y="332262"/>
                  </a:lnTo>
                  <a:lnTo>
                    <a:pt x="1509772" y="331117"/>
                  </a:lnTo>
                  <a:lnTo>
                    <a:pt x="1519516" y="330133"/>
                  </a:lnTo>
                  <a:lnTo>
                    <a:pt x="1529245" y="329311"/>
                  </a:lnTo>
                  <a:lnTo>
                    <a:pt x="1538989" y="328648"/>
                  </a:lnTo>
                  <a:lnTo>
                    <a:pt x="1548733" y="328144"/>
                  </a:lnTo>
                  <a:lnTo>
                    <a:pt x="1558477" y="327796"/>
                  </a:lnTo>
                  <a:lnTo>
                    <a:pt x="1568221" y="327602"/>
                  </a:lnTo>
                  <a:lnTo>
                    <a:pt x="1577950" y="327559"/>
                  </a:lnTo>
                  <a:lnTo>
                    <a:pt x="1587694" y="327661"/>
                  </a:lnTo>
                  <a:lnTo>
                    <a:pt x="1597438" y="327907"/>
                  </a:lnTo>
                  <a:lnTo>
                    <a:pt x="1607182" y="328293"/>
                  </a:lnTo>
                  <a:lnTo>
                    <a:pt x="1616911" y="328810"/>
                  </a:lnTo>
                  <a:lnTo>
                    <a:pt x="1626655" y="329457"/>
                  </a:lnTo>
                  <a:lnTo>
                    <a:pt x="1636399" y="330227"/>
                  </a:lnTo>
                  <a:lnTo>
                    <a:pt x="1646142" y="331112"/>
                  </a:lnTo>
                  <a:lnTo>
                    <a:pt x="1655872" y="332109"/>
                  </a:lnTo>
                  <a:lnTo>
                    <a:pt x="1665616" y="333208"/>
                  </a:lnTo>
                  <a:lnTo>
                    <a:pt x="1675359" y="334405"/>
                  </a:lnTo>
                  <a:lnTo>
                    <a:pt x="1685103" y="335690"/>
                  </a:lnTo>
                  <a:lnTo>
                    <a:pt x="1694832" y="337058"/>
                  </a:lnTo>
                  <a:lnTo>
                    <a:pt x="1704576" y="338499"/>
                  </a:lnTo>
                  <a:lnTo>
                    <a:pt x="1714320" y="340007"/>
                  </a:lnTo>
                  <a:lnTo>
                    <a:pt x="1724064" y="341573"/>
                  </a:lnTo>
                  <a:lnTo>
                    <a:pt x="1733808" y="343188"/>
                  </a:lnTo>
                  <a:lnTo>
                    <a:pt x="1743537" y="344844"/>
                  </a:lnTo>
                  <a:lnTo>
                    <a:pt x="1753281" y="346534"/>
                  </a:lnTo>
                  <a:lnTo>
                    <a:pt x="1763025" y="348249"/>
                  </a:lnTo>
                  <a:lnTo>
                    <a:pt x="1772769" y="349980"/>
                  </a:lnTo>
                  <a:lnTo>
                    <a:pt x="1782498" y="351719"/>
                  </a:lnTo>
                  <a:lnTo>
                    <a:pt x="1792242" y="353456"/>
                  </a:lnTo>
                  <a:lnTo>
                    <a:pt x="1801986" y="355184"/>
                  </a:lnTo>
                  <a:lnTo>
                    <a:pt x="1811730" y="356896"/>
                  </a:lnTo>
                  <a:lnTo>
                    <a:pt x="1821459" y="358581"/>
                  </a:lnTo>
                  <a:lnTo>
                    <a:pt x="1831203" y="360234"/>
                  </a:lnTo>
                  <a:lnTo>
                    <a:pt x="1840947" y="361844"/>
                  </a:lnTo>
                  <a:lnTo>
                    <a:pt x="1850691" y="363406"/>
                  </a:lnTo>
                  <a:lnTo>
                    <a:pt x="1860435" y="364910"/>
                  </a:lnTo>
                  <a:lnTo>
                    <a:pt x="1870164" y="366351"/>
                  </a:lnTo>
                  <a:lnTo>
                    <a:pt x="1879908" y="367722"/>
                  </a:lnTo>
                  <a:lnTo>
                    <a:pt x="1889652" y="369014"/>
                  </a:lnTo>
                  <a:lnTo>
                    <a:pt x="1899395" y="370222"/>
                  </a:lnTo>
                  <a:lnTo>
                    <a:pt x="1909124" y="371341"/>
                  </a:lnTo>
                  <a:lnTo>
                    <a:pt x="1918868" y="372364"/>
                  </a:lnTo>
                  <a:lnTo>
                    <a:pt x="1928612" y="373287"/>
                  </a:lnTo>
                  <a:lnTo>
                    <a:pt x="1938356" y="374103"/>
                  </a:lnTo>
                  <a:lnTo>
                    <a:pt x="1948085" y="374808"/>
                  </a:lnTo>
                  <a:lnTo>
                    <a:pt x="1957829" y="375398"/>
                  </a:lnTo>
                  <a:lnTo>
                    <a:pt x="1967573" y="375870"/>
                  </a:lnTo>
                  <a:lnTo>
                    <a:pt x="1977317" y="376220"/>
                  </a:lnTo>
                  <a:lnTo>
                    <a:pt x="1987046" y="376445"/>
                  </a:lnTo>
                  <a:lnTo>
                    <a:pt x="1996790" y="376542"/>
                  </a:lnTo>
                  <a:lnTo>
                    <a:pt x="2006534" y="376508"/>
                  </a:lnTo>
                  <a:lnTo>
                    <a:pt x="2016278" y="376344"/>
                  </a:lnTo>
                  <a:lnTo>
                    <a:pt x="2026022" y="376046"/>
                  </a:lnTo>
                  <a:lnTo>
                    <a:pt x="2035751" y="375614"/>
                  </a:lnTo>
                  <a:lnTo>
                    <a:pt x="2045495" y="375048"/>
                  </a:lnTo>
                  <a:lnTo>
                    <a:pt x="2055239" y="374349"/>
                  </a:lnTo>
                  <a:lnTo>
                    <a:pt x="2064983" y="373514"/>
                  </a:lnTo>
                  <a:lnTo>
                    <a:pt x="2074712" y="372546"/>
                  </a:lnTo>
                  <a:lnTo>
                    <a:pt x="2084456" y="371448"/>
                  </a:lnTo>
                  <a:lnTo>
                    <a:pt x="2094200" y="370217"/>
                  </a:lnTo>
                  <a:lnTo>
                    <a:pt x="2103944" y="368860"/>
                  </a:lnTo>
                  <a:lnTo>
                    <a:pt x="2113673" y="367375"/>
                  </a:lnTo>
                  <a:lnTo>
                    <a:pt x="2123417" y="365767"/>
                  </a:lnTo>
                  <a:lnTo>
                    <a:pt x="2133161" y="364040"/>
                  </a:lnTo>
                  <a:lnTo>
                    <a:pt x="2142905" y="362194"/>
                  </a:lnTo>
                  <a:lnTo>
                    <a:pt x="2152649" y="360237"/>
                  </a:lnTo>
                  <a:lnTo>
                    <a:pt x="2162377" y="358169"/>
                  </a:lnTo>
                  <a:lnTo>
                    <a:pt x="2172121" y="355996"/>
                  </a:lnTo>
                  <a:lnTo>
                    <a:pt x="2181865" y="353723"/>
                  </a:lnTo>
                  <a:lnTo>
                    <a:pt x="2191609" y="351355"/>
                  </a:lnTo>
                  <a:lnTo>
                    <a:pt x="2201338" y="348895"/>
                  </a:lnTo>
                  <a:lnTo>
                    <a:pt x="2211082" y="346351"/>
                  </a:lnTo>
                  <a:lnTo>
                    <a:pt x="2220826" y="343725"/>
                  </a:lnTo>
                  <a:lnTo>
                    <a:pt x="2230570" y="341026"/>
                  </a:lnTo>
                  <a:lnTo>
                    <a:pt x="2240299" y="338256"/>
                  </a:lnTo>
                  <a:lnTo>
                    <a:pt x="2250043" y="335425"/>
                  </a:lnTo>
                  <a:lnTo>
                    <a:pt x="2259787" y="332536"/>
                  </a:lnTo>
                  <a:lnTo>
                    <a:pt x="2269531" y="329597"/>
                  </a:lnTo>
                  <a:lnTo>
                    <a:pt x="2279260" y="326613"/>
                  </a:lnTo>
                  <a:lnTo>
                    <a:pt x="2289004" y="323588"/>
                  </a:lnTo>
                  <a:lnTo>
                    <a:pt x="2298748" y="320532"/>
                  </a:lnTo>
                  <a:lnTo>
                    <a:pt x="2308492" y="317448"/>
                  </a:lnTo>
                  <a:lnTo>
                    <a:pt x="2318236" y="314345"/>
                  </a:lnTo>
                  <a:lnTo>
                    <a:pt x="2327965" y="311226"/>
                  </a:lnTo>
                  <a:lnTo>
                    <a:pt x="2337709" y="308101"/>
                  </a:lnTo>
                  <a:lnTo>
                    <a:pt x="2347453" y="304972"/>
                  </a:lnTo>
                  <a:lnTo>
                    <a:pt x="2357197" y="301847"/>
                  </a:lnTo>
                  <a:lnTo>
                    <a:pt x="2366926" y="298731"/>
                  </a:lnTo>
                  <a:lnTo>
                    <a:pt x="2376670" y="295630"/>
                  </a:lnTo>
                  <a:lnTo>
                    <a:pt x="2386413" y="292550"/>
                  </a:lnTo>
                  <a:lnTo>
                    <a:pt x="2396157" y="289496"/>
                  </a:lnTo>
                  <a:lnTo>
                    <a:pt x="2405886" y="286473"/>
                  </a:lnTo>
                  <a:lnTo>
                    <a:pt x="2415630" y="283487"/>
                  </a:lnTo>
                  <a:lnTo>
                    <a:pt x="2425374" y="280542"/>
                  </a:lnTo>
                  <a:lnTo>
                    <a:pt x="2435118" y="277642"/>
                  </a:lnTo>
                  <a:lnTo>
                    <a:pt x="2444862" y="274795"/>
                  </a:lnTo>
                  <a:lnTo>
                    <a:pt x="2454591" y="272002"/>
                  </a:lnTo>
                  <a:lnTo>
                    <a:pt x="2464335" y="269268"/>
                  </a:lnTo>
                  <a:lnTo>
                    <a:pt x="2474079" y="266598"/>
                  </a:lnTo>
                  <a:lnTo>
                    <a:pt x="2483823" y="263995"/>
                  </a:lnTo>
                  <a:lnTo>
                    <a:pt x="2493552" y="261462"/>
                  </a:lnTo>
                  <a:lnTo>
                    <a:pt x="2503296" y="259004"/>
                  </a:lnTo>
                  <a:lnTo>
                    <a:pt x="2513040" y="256623"/>
                  </a:lnTo>
                  <a:lnTo>
                    <a:pt x="2522784" y="254324"/>
                  </a:lnTo>
                  <a:lnTo>
                    <a:pt x="2532513" y="252107"/>
                  </a:lnTo>
                  <a:lnTo>
                    <a:pt x="2542257" y="249977"/>
                  </a:lnTo>
                  <a:lnTo>
                    <a:pt x="2552001" y="247934"/>
                  </a:lnTo>
                  <a:lnTo>
                    <a:pt x="2561745" y="245984"/>
                  </a:lnTo>
                  <a:lnTo>
                    <a:pt x="2571474" y="244124"/>
                  </a:lnTo>
                  <a:lnTo>
                    <a:pt x="2581218" y="242362"/>
                  </a:lnTo>
                  <a:lnTo>
                    <a:pt x="2590962" y="240696"/>
                  </a:lnTo>
                  <a:lnTo>
                    <a:pt x="2600705" y="239129"/>
                  </a:lnTo>
                  <a:lnTo>
                    <a:pt x="2610449" y="237663"/>
                  </a:lnTo>
                  <a:lnTo>
                    <a:pt x="2620178" y="236296"/>
                  </a:lnTo>
                  <a:lnTo>
                    <a:pt x="2629922" y="235036"/>
                  </a:lnTo>
                  <a:lnTo>
                    <a:pt x="2639666" y="233878"/>
                  </a:lnTo>
                  <a:lnTo>
                    <a:pt x="2649410" y="232828"/>
                  </a:lnTo>
                  <a:lnTo>
                    <a:pt x="2659139" y="231883"/>
                  </a:lnTo>
                  <a:lnTo>
                    <a:pt x="2668883" y="231047"/>
                  </a:lnTo>
                  <a:lnTo>
                    <a:pt x="2678627" y="230322"/>
                  </a:lnTo>
                  <a:lnTo>
                    <a:pt x="2688371" y="229705"/>
                  </a:lnTo>
                  <a:lnTo>
                    <a:pt x="2698100" y="229200"/>
                  </a:lnTo>
                  <a:lnTo>
                    <a:pt x="2707844" y="228808"/>
                  </a:lnTo>
                  <a:lnTo>
                    <a:pt x="2717588" y="228530"/>
                  </a:lnTo>
                  <a:lnTo>
                    <a:pt x="2727332" y="228366"/>
                  </a:lnTo>
                  <a:lnTo>
                    <a:pt x="2737076" y="228316"/>
                  </a:lnTo>
                  <a:lnTo>
                    <a:pt x="2746805" y="228385"/>
                  </a:lnTo>
                  <a:lnTo>
                    <a:pt x="2756549" y="228571"/>
                  </a:lnTo>
                  <a:lnTo>
                    <a:pt x="2766293" y="228877"/>
                  </a:lnTo>
                  <a:lnTo>
                    <a:pt x="2776037" y="229303"/>
                  </a:lnTo>
                  <a:lnTo>
                    <a:pt x="2785766" y="229851"/>
                  </a:lnTo>
                  <a:lnTo>
                    <a:pt x="2795510" y="230522"/>
                  </a:lnTo>
                  <a:lnTo>
                    <a:pt x="2805254" y="231317"/>
                  </a:lnTo>
                  <a:lnTo>
                    <a:pt x="2814998" y="232238"/>
                  </a:lnTo>
                  <a:lnTo>
                    <a:pt x="2824727" y="233287"/>
                  </a:lnTo>
                  <a:lnTo>
                    <a:pt x="2834471" y="234465"/>
                  </a:lnTo>
                  <a:lnTo>
                    <a:pt x="2844215" y="235775"/>
                  </a:lnTo>
                  <a:lnTo>
                    <a:pt x="2853958" y="237217"/>
                  </a:lnTo>
                  <a:lnTo>
                    <a:pt x="2863687" y="238793"/>
                  </a:lnTo>
                  <a:lnTo>
                    <a:pt x="2873431" y="240507"/>
                  </a:lnTo>
                  <a:lnTo>
                    <a:pt x="2883175" y="242359"/>
                  </a:lnTo>
                  <a:lnTo>
                    <a:pt x="2892919" y="244351"/>
                  </a:lnTo>
                  <a:lnTo>
                    <a:pt x="2902663" y="246484"/>
                  </a:lnTo>
                  <a:lnTo>
                    <a:pt x="2912392" y="24876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6" name="Freeform 695">
              <a:extLst>
                <a:ext uri="{FF2B5EF4-FFF2-40B4-BE49-F238E27FC236}">
                  <a16:creationId xmlns:a16="http://schemas.microsoft.com/office/drawing/2014/main" id="{A227DA55-8DF7-3B58-77CA-9D851E8EE798}"/>
                </a:ext>
              </a:extLst>
            </p:cNvPr>
            <p:cNvSpPr/>
            <p:nvPr/>
          </p:nvSpPr>
          <p:spPr>
            <a:xfrm>
              <a:off x="576446" y="3443584"/>
              <a:ext cx="2912392" cy="659037"/>
            </a:xfrm>
            <a:custGeom>
              <a:avLst/>
              <a:gdLst>
                <a:gd name="connsiteX0" fmla="*/ 0 w 2912392"/>
                <a:gd name="connsiteY0" fmla="*/ 57468 h 659037"/>
                <a:gd name="connsiteX1" fmla="*/ 9739 w 2912392"/>
                <a:gd name="connsiteY1" fmla="*/ 52722 h 659037"/>
                <a:gd name="connsiteX2" fmla="*/ 19480 w 2912392"/>
                <a:gd name="connsiteY2" fmla="*/ 48201 h 659037"/>
                <a:gd name="connsiteX3" fmla="*/ 29221 w 2912392"/>
                <a:gd name="connsiteY3" fmla="*/ 43906 h 659037"/>
                <a:gd name="connsiteX4" fmla="*/ 38961 w 2912392"/>
                <a:gd name="connsiteY4" fmla="*/ 39834 h 659037"/>
                <a:gd name="connsiteX5" fmla="*/ 48702 w 2912392"/>
                <a:gd name="connsiteY5" fmla="*/ 35983 h 659037"/>
                <a:gd name="connsiteX6" fmla="*/ 58443 w 2912392"/>
                <a:gd name="connsiteY6" fmla="*/ 32350 h 659037"/>
                <a:gd name="connsiteX7" fmla="*/ 68182 w 2912392"/>
                <a:gd name="connsiteY7" fmla="*/ 28934 h 659037"/>
                <a:gd name="connsiteX8" fmla="*/ 77923 w 2912392"/>
                <a:gd name="connsiteY8" fmla="*/ 25729 h 659037"/>
                <a:gd name="connsiteX9" fmla="*/ 87664 w 2912392"/>
                <a:gd name="connsiteY9" fmla="*/ 22734 h 659037"/>
                <a:gd name="connsiteX10" fmla="*/ 97404 w 2912392"/>
                <a:gd name="connsiteY10" fmla="*/ 19947 h 659037"/>
                <a:gd name="connsiteX11" fmla="*/ 107145 w 2912392"/>
                <a:gd name="connsiteY11" fmla="*/ 17360 h 659037"/>
                <a:gd name="connsiteX12" fmla="*/ 116886 w 2912392"/>
                <a:gd name="connsiteY12" fmla="*/ 14973 h 659037"/>
                <a:gd name="connsiteX13" fmla="*/ 126625 w 2912392"/>
                <a:gd name="connsiteY13" fmla="*/ 12780 h 659037"/>
                <a:gd name="connsiteX14" fmla="*/ 136366 w 2912392"/>
                <a:gd name="connsiteY14" fmla="*/ 10776 h 659037"/>
                <a:gd name="connsiteX15" fmla="*/ 146107 w 2912392"/>
                <a:gd name="connsiteY15" fmla="*/ 8960 h 659037"/>
                <a:gd name="connsiteX16" fmla="*/ 155846 w 2912392"/>
                <a:gd name="connsiteY16" fmla="*/ 7326 h 659037"/>
                <a:gd name="connsiteX17" fmla="*/ 165587 w 2912392"/>
                <a:gd name="connsiteY17" fmla="*/ 5867 h 659037"/>
                <a:gd name="connsiteX18" fmla="*/ 175328 w 2912392"/>
                <a:gd name="connsiteY18" fmla="*/ 4583 h 659037"/>
                <a:gd name="connsiteX19" fmla="*/ 185068 w 2912392"/>
                <a:gd name="connsiteY19" fmla="*/ 3467 h 659037"/>
                <a:gd name="connsiteX20" fmla="*/ 194809 w 2912392"/>
                <a:gd name="connsiteY20" fmla="*/ 2515 h 659037"/>
                <a:gd name="connsiteX21" fmla="*/ 204550 w 2912392"/>
                <a:gd name="connsiteY21" fmla="*/ 1722 h 659037"/>
                <a:gd name="connsiteX22" fmla="*/ 214289 w 2912392"/>
                <a:gd name="connsiteY22" fmla="*/ 1085 h 659037"/>
                <a:gd name="connsiteX23" fmla="*/ 224030 w 2912392"/>
                <a:gd name="connsiteY23" fmla="*/ 597 h 659037"/>
                <a:gd name="connsiteX24" fmla="*/ 233771 w 2912392"/>
                <a:gd name="connsiteY24" fmla="*/ 258 h 659037"/>
                <a:gd name="connsiteX25" fmla="*/ 243510 w 2912392"/>
                <a:gd name="connsiteY25" fmla="*/ 60 h 659037"/>
                <a:gd name="connsiteX26" fmla="*/ 253251 w 2912392"/>
                <a:gd name="connsiteY26" fmla="*/ 0 h 659037"/>
                <a:gd name="connsiteX27" fmla="*/ 262992 w 2912392"/>
                <a:gd name="connsiteY27" fmla="*/ 74 h 659037"/>
                <a:gd name="connsiteX28" fmla="*/ 272732 w 2912392"/>
                <a:gd name="connsiteY28" fmla="*/ 280 h 659037"/>
                <a:gd name="connsiteX29" fmla="*/ 282473 w 2912392"/>
                <a:gd name="connsiteY29" fmla="*/ 614 h 659037"/>
                <a:gd name="connsiteX30" fmla="*/ 292214 w 2912392"/>
                <a:gd name="connsiteY30" fmla="*/ 1070 h 659037"/>
                <a:gd name="connsiteX31" fmla="*/ 301953 w 2912392"/>
                <a:gd name="connsiteY31" fmla="*/ 1645 h 659037"/>
                <a:gd name="connsiteX32" fmla="*/ 311694 w 2912392"/>
                <a:gd name="connsiteY32" fmla="*/ 2338 h 659037"/>
                <a:gd name="connsiteX33" fmla="*/ 321435 w 2912392"/>
                <a:gd name="connsiteY33" fmla="*/ 3144 h 659037"/>
                <a:gd name="connsiteX34" fmla="*/ 331175 w 2912392"/>
                <a:gd name="connsiteY34" fmla="*/ 4060 h 659037"/>
                <a:gd name="connsiteX35" fmla="*/ 340916 w 2912392"/>
                <a:gd name="connsiteY35" fmla="*/ 5085 h 659037"/>
                <a:gd name="connsiteX36" fmla="*/ 350656 w 2912392"/>
                <a:gd name="connsiteY36" fmla="*/ 6216 h 659037"/>
                <a:gd name="connsiteX37" fmla="*/ 360396 w 2912392"/>
                <a:gd name="connsiteY37" fmla="*/ 7448 h 659037"/>
                <a:gd name="connsiteX38" fmla="*/ 370137 w 2912392"/>
                <a:gd name="connsiteY38" fmla="*/ 8783 h 659037"/>
                <a:gd name="connsiteX39" fmla="*/ 379878 w 2912392"/>
                <a:gd name="connsiteY39" fmla="*/ 10215 h 659037"/>
                <a:gd name="connsiteX40" fmla="*/ 389617 w 2912392"/>
                <a:gd name="connsiteY40" fmla="*/ 11745 h 659037"/>
                <a:gd name="connsiteX41" fmla="*/ 399358 w 2912392"/>
                <a:gd name="connsiteY41" fmla="*/ 13369 h 659037"/>
                <a:gd name="connsiteX42" fmla="*/ 409099 w 2912392"/>
                <a:gd name="connsiteY42" fmla="*/ 15087 h 659037"/>
                <a:gd name="connsiteX43" fmla="*/ 418839 w 2912392"/>
                <a:gd name="connsiteY43" fmla="*/ 16897 h 659037"/>
                <a:gd name="connsiteX44" fmla="*/ 428580 w 2912392"/>
                <a:gd name="connsiteY44" fmla="*/ 18797 h 659037"/>
                <a:gd name="connsiteX45" fmla="*/ 438321 w 2912392"/>
                <a:gd name="connsiteY45" fmla="*/ 20786 h 659037"/>
                <a:gd name="connsiteX46" fmla="*/ 448060 w 2912392"/>
                <a:gd name="connsiteY46" fmla="*/ 22863 h 659037"/>
                <a:gd name="connsiteX47" fmla="*/ 457801 w 2912392"/>
                <a:gd name="connsiteY47" fmla="*/ 25026 h 659037"/>
                <a:gd name="connsiteX48" fmla="*/ 467542 w 2912392"/>
                <a:gd name="connsiteY48" fmla="*/ 27276 h 659037"/>
                <a:gd name="connsiteX49" fmla="*/ 477281 w 2912392"/>
                <a:gd name="connsiteY49" fmla="*/ 29610 h 659037"/>
                <a:gd name="connsiteX50" fmla="*/ 487022 w 2912392"/>
                <a:gd name="connsiteY50" fmla="*/ 32028 h 659037"/>
                <a:gd name="connsiteX51" fmla="*/ 496763 w 2912392"/>
                <a:gd name="connsiteY51" fmla="*/ 34530 h 659037"/>
                <a:gd name="connsiteX52" fmla="*/ 506503 w 2912392"/>
                <a:gd name="connsiteY52" fmla="*/ 37113 h 659037"/>
                <a:gd name="connsiteX53" fmla="*/ 516244 w 2912392"/>
                <a:gd name="connsiteY53" fmla="*/ 39779 h 659037"/>
                <a:gd name="connsiteX54" fmla="*/ 525985 w 2912392"/>
                <a:gd name="connsiteY54" fmla="*/ 42525 h 659037"/>
                <a:gd name="connsiteX55" fmla="*/ 535724 w 2912392"/>
                <a:gd name="connsiteY55" fmla="*/ 45350 h 659037"/>
                <a:gd name="connsiteX56" fmla="*/ 545465 w 2912392"/>
                <a:gd name="connsiteY56" fmla="*/ 48255 h 659037"/>
                <a:gd name="connsiteX57" fmla="*/ 555206 w 2912392"/>
                <a:gd name="connsiteY57" fmla="*/ 51238 h 659037"/>
                <a:gd name="connsiteX58" fmla="*/ 564946 w 2912392"/>
                <a:gd name="connsiteY58" fmla="*/ 54298 h 659037"/>
                <a:gd name="connsiteX59" fmla="*/ 574687 w 2912392"/>
                <a:gd name="connsiteY59" fmla="*/ 57434 h 659037"/>
                <a:gd name="connsiteX60" fmla="*/ 584428 w 2912392"/>
                <a:gd name="connsiteY60" fmla="*/ 60646 h 659037"/>
                <a:gd name="connsiteX61" fmla="*/ 594167 w 2912392"/>
                <a:gd name="connsiteY61" fmla="*/ 63933 h 659037"/>
                <a:gd name="connsiteX62" fmla="*/ 603908 w 2912392"/>
                <a:gd name="connsiteY62" fmla="*/ 67291 h 659037"/>
                <a:gd name="connsiteX63" fmla="*/ 613649 w 2912392"/>
                <a:gd name="connsiteY63" fmla="*/ 70723 h 659037"/>
                <a:gd name="connsiteX64" fmla="*/ 623388 w 2912392"/>
                <a:gd name="connsiteY64" fmla="*/ 74222 h 659037"/>
                <a:gd name="connsiteX65" fmla="*/ 633129 w 2912392"/>
                <a:gd name="connsiteY65" fmla="*/ 77792 h 659037"/>
                <a:gd name="connsiteX66" fmla="*/ 642870 w 2912392"/>
                <a:gd name="connsiteY66" fmla="*/ 81429 h 659037"/>
                <a:gd name="connsiteX67" fmla="*/ 652610 w 2912392"/>
                <a:gd name="connsiteY67" fmla="*/ 85131 h 659037"/>
                <a:gd name="connsiteX68" fmla="*/ 662351 w 2912392"/>
                <a:gd name="connsiteY68" fmla="*/ 88896 h 659037"/>
                <a:gd name="connsiteX69" fmla="*/ 672092 w 2912392"/>
                <a:gd name="connsiteY69" fmla="*/ 92724 h 659037"/>
                <a:gd name="connsiteX70" fmla="*/ 681831 w 2912392"/>
                <a:gd name="connsiteY70" fmla="*/ 96609 h 659037"/>
                <a:gd name="connsiteX71" fmla="*/ 691572 w 2912392"/>
                <a:gd name="connsiteY71" fmla="*/ 100553 h 659037"/>
                <a:gd name="connsiteX72" fmla="*/ 701313 w 2912392"/>
                <a:gd name="connsiteY72" fmla="*/ 104551 h 659037"/>
                <a:gd name="connsiteX73" fmla="*/ 711052 w 2912392"/>
                <a:gd name="connsiteY73" fmla="*/ 108602 h 659037"/>
                <a:gd name="connsiteX74" fmla="*/ 720793 w 2912392"/>
                <a:gd name="connsiteY74" fmla="*/ 112700 h 659037"/>
                <a:gd name="connsiteX75" fmla="*/ 730534 w 2912392"/>
                <a:gd name="connsiteY75" fmla="*/ 116847 h 659037"/>
                <a:gd name="connsiteX76" fmla="*/ 740274 w 2912392"/>
                <a:gd name="connsiteY76" fmla="*/ 121036 h 659037"/>
                <a:gd name="connsiteX77" fmla="*/ 750015 w 2912392"/>
                <a:gd name="connsiteY77" fmla="*/ 125266 h 659037"/>
                <a:gd name="connsiteX78" fmla="*/ 759756 w 2912392"/>
                <a:gd name="connsiteY78" fmla="*/ 129533 h 659037"/>
                <a:gd name="connsiteX79" fmla="*/ 769495 w 2912392"/>
                <a:gd name="connsiteY79" fmla="*/ 133835 h 659037"/>
                <a:gd name="connsiteX80" fmla="*/ 779236 w 2912392"/>
                <a:gd name="connsiteY80" fmla="*/ 138166 h 659037"/>
                <a:gd name="connsiteX81" fmla="*/ 788977 w 2912392"/>
                <a:gd name="connsiteY81" fmla="*/ 142525 h 659037"/>
                <a:gd name="connsiteX82" fmla="*/ 798717 w 2912392"/>
                <a:gd name="connsiteY82" fmla="*/ 146907 h 659037"/>
                <a:gd name="connsiteX83" fmla="*/ 808458 w 2912392"/>
                <a:gd name="connsiteY83" fmla="*/ 151308 h 659037"/>
                <a:gd name="connsiteX84" fmla="*/ 818199 w 2912392"/>
                <a:gd name="connsiteY84" fmla="*/ 155726 h 659037"/>
                <a:gd name="connsiteX85" fmla="*/ 827938 w 2912392"/>
                <a:gd name="connsiteY85" fmla="*/ 160155 h 659037"/>
                <a:gd name="connsiteX86" fmla="*/ 837679 w 2912392"/>
                <a:gd name="connsiteY86" fmla="*/ 164592 h 659037"/>
                <a:gd name="connsiteX87" fmla="*/ 847420 w 2912392"/>
                <a:gd name="connsiteY87" fmla="*/ 169033 h 659037"/>
                <a:gd name="connsiteX88" fmla="*/ 857159 w 2912392"/>
                <a:gd name="connsiteY88" fmla="*/ 173473 h 659037"/>
                <a:gd name="connsiteX89" fmla="*/ 866900 w 2912392"/>
                <a:gd name="connsiteY89" fmla="*/ 177910 h 659037"/>
                <a:gd name="connsiteX90" fmla="*/ 876641 w 2912392"/>
                <a:gd name="connsiteY90" fmla="*/ 182338 h 659037"/>
                <a:gd name="connsiteX91" fmla="*/ 886381 w 2912392"/>
                <a:gd name="connsiteY91" fmla="*/ 186753 h 659037"/>
                <a:gd name="connsiteX92" fmla="*/ 896122 w 2912392"/>
                <a:gd name="connsiteY92" fmla="*/ 191151 h 659037"/>
                <a:gd name="connsiteX93" fmla="*/ 905863 w 2912392"/>
                <a:gd name="connsiteY93" fmla="*/ 195528 h 659037"/>
                <a:gd name="connsiteX94" fmla="*/ 915602 w 2912392"/>
                <a:gd name="connsiteY94" fmla="*/ 199879 h 659037"/>
                <a:gd name="connsiteX95" fmla="*/ 925343 w 2912392"/>
                <a:gd name="connsiteY95" fmla="*/ 204201 h 659037"/>
                <a:gd name="connsiteX96" fmla="*/ 935084 w 2912392"/>
                <a:gd name="connsiteY96" fmla="*/ 208489 h 659037"/>
                <a:gd name="connsiteX97" fmla="*/ 944824 w 2912392"/>
                <a:gd name="connsiteY97" fmla="*/ 212738 h 659037"/>
                <a:gd name="connsiteX98" fmla="*/ 954564 w 2912392"/>
                <a:gd name="connsiteY98" fmla="*/ 216946 h 659037"/>
                <a:gd name="connsiteX99" fmla="*/ 964305 w 2912392"/>
                <a:gd name="connsiteY99" fmla="*/ 221107 h 659037"/>
                <a:gd name="connsiteX100" fmla="*/ 974045 w 2912392"/>
                <a:gd name="connsiteY100" fmla="*/ 225218 h 659037"/>
                <a:gd name="connsiteX101" fmla="*/ 983786 w 2912392"/>
                <a:gd name="connsiteY101" fmla="*/ 229274 h 659037"/>
                <a:gd name="connsiteX102" fmla="*/ 993522 w 2912392"/>
                <a:gd name="connsiteY102" fmla="*/ 233272 h 659037"/>
                <a:gd name="connsiteX103" fmla="*/ 1003266 w 2912392"/>
                <a:gd name="connsiteY103" fmla="*/ 237208 h 659037"/>
                <a:gd name="connsiteX104" fmla="*/ 1013010 w 2912392"/>
                <a:gd name="connsiteY104" fmla="*/ 241077 h 659037"/>
                <a:gd name="connsiteX105" fmla="*/ 1022754 w 2912392"/>
                <a:gd name="connsiteY105" fmla="*/ 244877 h 659037"/>
                <a:gd name="connsiteX106" fmla="*/ 1032483 w 2912392"/>
                <a:gd name="connsiteY106" fmla="*/ 248603 h 659037"/>
                <a:gd name="connsiteX107" fmla="*/ 1042227 w 2912392"/>
                <a:gd name="connsiteY107" fmla="*/ 252252 h 659037"/>
                <a:gd name="connsiteX108" fmla="*/ 1051971 w 2912392"/>
                <a:gd name="connsiteY108" fmla="*/ 255820 h 659037"/>
                <a:gd name="connsiteX109" fmla="*/ 1061715 w 2912392"/>
                <a:gd name="connsiteY109" fmla="*/ 259303 h 659037"/>
                <a:gd name="connsiteX110" fmla="*/ 1071444 w 2912392"/>
                <a:gd name="connsiteY110" fmla="*/ 262699 h 659037"/>
                <a:gd name="connsiteX111" fmla="*/ 1081188 w 2912392"/>
                <a:gd name="connsiteY111" fmla="*/ 266003 h 659037"/>
                <a:gd name="connsiteX112" fmla="*/ 1090932 w 2912392"/>
                <a:gd name="connsiteY112" fmla="*/ 269214 h 659037"/>
                <a:gd name="connsiteX113" fmla="*/ 1100676 w 2912392"/>
                <a:gd name="connsiteY113" fmla="*/ 272328 h 659037"/>
                <a:gd name="connsiteX114" fmla="*/ 1110405 w 2912392"/>
                <a:gd name="connsiteY114" fmla="*/ 275341 h 659037"/>
                <a:gd name="connsiteX115" fmla="*/ 1120149 w 2912392"/>
                <a:gd name="connsiteY115" fmla="*/ 278250 h 659037"/>
                <a:gd name="connsiteX116" fmla="*/ 1129893 w 2912392"/>
                <a:gd name="connsiteY116" fmla="*/ 281053 h 659037"/>
                <a:gd name="connsiteX117" fmla="*/ 1139637 w 2912392"/>
                <a:gd name="connsiteY117" fmla="*/ 283748 h 659037"/>
                <a:gd name="connsiteX118" fmla="*/ 1149381 w 2912392"/>
                <a:gd name="connsiteY118" fmla="*/ 286330 h 659037"/>
                <a:gd name="connsiteX119" fmla="*/ 1159110 w 2912392"/>
                <a:gd name="connsiteY119" fmla="*/ 288797 h 659037"/>
                <a:gd name="connsiteX120" fmla="*/ 1168854 w 2912392"/>
                <a:gd name="connsiteY120" fmla="*/ 291148 h 659037"/>
                <a:gd name="connsiteX121" fmla="*/ 1178598 w 2912392"/>
                <a:gd name="connsiteY121" fmla="*/ 293380 h 659037"/>
                <a:gd name="connsiteX122" fmla="*/ 1188341 w 2912392"/>
                <a:gd name="connsiteY122" fmla="*/ 295490 h 659037"/>
                <a:gd name="connsiteX123" fmla="*/ 1198070 w 2912392"/>
                <a:gd name="connsiteY123" fmla="*/ 297475 h 659037"/>
                <a:gd name="connsiteX124" fmla="*/ 1207814 w 2912392"/>
                <a:gd name="connsiteY124" fmla="*/ 299334 h 659037"/>
                <a:gd name="connsiteX125" fmla="*/ 1217558 w 2912392"/>
                <a:gd name="connsiteY125" fmla="*/ 301064 h 659037"/>
                <a:gd name="connsiteX126" fmla="*/ 1227302 w 2912392"/>
                <a:gd name="connsiteY126" fmla="*/ 302664 h 659037"/>
                <a:gd name="connsiteX127" fmla="*/ 1237031 w 2912392"/>
                <a:gd name="connsiteY127" fmla="*/ 304130 h 659037"/>
                <a:gd name="connsiteX128" fmla="*/ 1246775 w 2912392"/>
                <a:gd name="connsiteY128" fmla="*/ 305462 h 659037"/>
                <a:gd name="connsiteX129" fmla="*/ 1256519 w 2912392"/>
                <a:gd name="connsiteY129" fmla="*/ 306658 h 659037"/>
                <a:gd name="connsiteX130" fmla="*/ 1266263 w 2912392"/>
                <a:gd name="connsiteY130" fmla="*/ 307716 h 659037"/>
                <a:gd name="connsiteX131" fmla="*/ 1276007 w 2912392"/>
                <a:gd name="connsiteY131" fmla="*/ 308634 h 659037"/>
                <a:gd name="connsiteX132" fmla="*/ 1285736 w 2912392"/>
                <a:gd name="connsiteY132" fmla="*/ 309410 h 659037"/>
                <a:gd name="connsiteX133" fmla="*/ 1295480 w 2912392"/>
                <a:gd name="connsiteY133" fmla="*/ 310045 h 659037"/>
                <a:gd name="connsiteX134" fmla="*/ 1305224 w 2912392"/>
                <a:gd name="connsiteY134" fmla="*/ 310534 h 659037"/>
                <a:gd name="connsiteX135" fmla="*/ 1314968 w 2912392"/>
                <a:gd name="connsiteY135" fmla="*/ 310878 h 659037"/>
                <a:gd name="connsiteX136" fmla="*/ 1324697 w 2912392"/>
                <a:gd name="connsiteY136" fmla="*/ 311074 h 659037"/>
                <a:gd name="connsiteX137" fmla="*/ 1334441 w 2912392"/>
                <a:gd name="connsiteY137" fmla="*/ 311122 h 659037"/>
                <a:gd name="connsiteX138" fmla="*/ 1344185 w 2912392"/>
                <a:gd name="connsiteY138" fmla="*/ 311022 h 659037"/>
                <a:gd name="connsiteX139" fmla="*/ 1353929 w 2912392"/>
                <a:gd name="connsiteY139" fmla="*/ 310772 h 659037"/>
                <a:gd name="connsiteX140" fmla="*/ 1363658 w 2912392"/>
                <a:gd name="connsiteY140" fmla="*/ 310370 h 659037"/>
                <a:gd name="connsiteX141" fmla="*/ 1373402 w 2912392"/>
                <a:gd name="connsiteY141" fmla="*/ 309817 h 659037"/>
                <a:gd name="connsiteX142" fmla="*/ 1383146 w 2912392"/>
                <a:gd name="connsiteY142" fmla="*/ 309112 h 659037"/>
                <a:gd name="connsiteX143" fmla="*/ 1392890 w 2912392"/>
                <a:gd name="connsiteY143" fmla="*/ 308256 h 659037"/>
                <a:gd name="connsiteX144" fmla="*/ 1402619 w 2912392"/>
                <a:gd name="connsiteY144" fmla="*/ 307244 h 659037"/>
                <a:gd name="connsiteX145" fmla="*/ 1412363 w 2912392"/>
                <a:gd name="connsiteY145" fmla="*/ 306080 h 659037"/>
                <a:gd name="connsiteX146" fmla="*/ 1422106 w 2912392"/>
                <a:gd name="connsiteY146" fmla="*/ 304765 h 659037"/>
                <a:gd name="connsiteX147" fmla="*/ 1431850 w 2912392"/>
                <a:gd name="connsiteY147" fmla="*/ 303294 h 659037"/>
                <a:gd name="connsiteX148" fmla="*/ 1441594 w 2912392"/>
                <a:gd name="connsiteY148" fmla="*/ 301672 h 659037"/>
                <a:gd name="connsiteX149" fmla="*/ 1451323 w 2912392"/>
                <a:gd name="connsiteY149" fmla="*/ 299897 h 659037"/>
                <a:gd name="connsiteX150" fmla="*/ 1461067 w 2912392"/>
                <a:gd name="connsiteY150" fmla="*/ 297971 h 659037"/>
                <a:gd name="connsiteX151" fmla="*/ 1470811 w 2912392"/>
                <a:gd name="connsiteY151" fmla="*/ 295894 h 659037"/>
                <a:gd name="connsiteX152" fmla="*/ 1480555 w 2912392"/>
                <a:gd name="connsiteY152" fmla="*/ 293668 h 659037"/>
                <a:gd name="connsiteX153" fmla="*/ 1490284 w 2912392"/>
                <a:gd name="connsiteY153" fmla="*/ 291291 h 659037"/>
                <a:gd name="connsiteX154" fmla="*/ 1500028 w 2912392"/>
                <a:gd name="connsiteY154" fmla="*/ 288771 h 659037"/>
                <a:gd name="connsiteX155" fmla="*/ 1509772 w 2912392"/>
                <a:gd name="connsiteY155" fmla="*/ 286102 h 659037"/>
                <a:gd name="connsiteX156" fmla="*/ 1519516 w 2912392"/>
                <a:gd name="connsiteY156" fmla="*/ 283292 h 659037"/>
                <a:gd name="connsiteX157" fmla="*/ 1529245 w 2912392"/>
                <a:gd name="connsiteY157" fmla="*/ 280339 h 659037"/>
                <a:gd name="connsiteX158" fmla="*/ 1538989 w 2912392"/>
                <a:gd name="connsiteY158" fmla="*/ 277249 h 659037"/>
                <a:gd name="connsiteX159" fmla="*/ 1548733 w 2912392"/>
                <a:gd name="connsiteY159" fmla="*/ 274022 h 659037"/>
                <a:gd name="connsiteX160" fmla="*/ 1558477 w 2912392"/>
                <a:gd name="connsiteY160" fmla="*/ 270662 h 659037"/>
                <a:gd name="connsiteX161" fmla="*/ 1568221 w 2912392"/>
                <a:gd name="connsiteY161" fmla="*/ 267172 h 659037"/>
                <a:gd name="connsiteX162" fmla="*/ 1577950 w 2912392"/>
                <a:gd name="connsiteY162" fmla="*/ 263556 h 659037"/>
                <a:gd name="connsiteX163" fmla="*/ 1587694 w 2912392"/>
                <a:gd name="connsiteY163" fmla="*/ 259816 h 659037"/>
                <a:gd name="connsiteX164" fmla="*/ 1597438 w 2912392"/>
                <a:gd name="connsiteY164" fmla="*/ 255959 h 659037"/>
                <a:gd name="connsiteX165" fmla="*/ 1607182 w 2912392"/>
                <a:gd name="connsiteY165" fmla="*/ 251988 h 659037"/>
                <a:gd name="connsiteX166" fmla="*/ 1616911 w 2912392"/>
                <a:gd name="connsiteY166" fmla="*/ 247907 h 659037"/>
                <a:gd name="connsiteX167" fmla="*/ 1626655 w 2912392"/>
                <a:gd name="connsiteY167" fmla="*/ 243722 h 659037"/>
                <a:gd name="connsiteX168" fmla="*/ 1636399 w 2912392"/>
                <a:gd name="connsiteY168" fmla="*/ 239437 h 659037"/>
                <a:gd name="connsiteX169" fmla="*/ 1646142 w 2912392"/>
                <a:gd name="connsiteY169" fmla="*/ 235060 h 659037"/>
                <a:gd name="connsiteX170" fmla="*/ 1655872 w 2912392"/>
                <a:gd name="connsiteY170" fmla="*/ 230596 h 659037"/>
                <a:gd name="connsiteX171" fmla="*/ 1665616 w 2912392"/>
                <a:gd name="connsiteY171" fmla="*/ 226050 h 659037"/>
                <a:gd name="connsiteX172" fmla="*/ 1675359 w 2912392"/>
                <a:gd name="connsiteY172" fmla="*/ 221430 h 659037"/>
                <a:gd name="connsiteX173" fmla="*/ 1685103 w 2912392"/>
                <a:gd name="connsiteY173" fmla="*/ 216743 h 659037"/>
                <a:gd name="connsiteX174" fmla="*/ 1694832 w 2912392"/>
                <a:gd name="connsiteY174" fmla="*/ 211996 h 659037"/>
                <a:gd name="connsiteX175" fmla="*/ 1704576 w 2912392"/>
                <a:gd name="connsiteY175" fmla="*/ 207196 h 659037"/>
                <a:gd name="connsiteX176" fmla="*/ 1714320 w 2912392"/>
                <a:gd name="connsiteY176" fmla="*/ 202352 h 659037"/>
                <a:gd name="connsiteX177" fmla="*/ 1724064 w 2912392"/>
                <a:gd name="connsiteY177" fmla="*/ 197471 h 659037"/>
                <a:gd name="connsiteX178" fmla="*/ 1733808 w 2912392"/>
                <a:gd name="connsiteY178" fmla="*/ 192563 h 659037"/>
                <a:gd name="connsiteX179" fmla="*/ 1743537 w 2912392"/>
                <a:gd name="connsiteY179" fmla="*/ 187636 h 659037"/>
                <a:gd name="connsiteX180" fmla="*/ 1753281 w 2912392"/>
                <a:gd name="connsiteY180" fmla="*/ 182700 h 659037"/>
                <a:gd name="connsiteX181" fmla="*/ 1763025 w 2912392"/>
                <a:gd name="connsiteY181" fmla="*/ 177764 h 659037"/>
                <a:gd name="connsiteX182" fmla="*/ 1772769 w 2912392"/>
                <a:gd name="connsiteY182" fmla="*/ 172837 h 659037"/>
                <a:gd name="connsiteX183" fmla="*/ 1782498 w 2912392"/>
                <a:gd name="connsiteY183" fmla="*/ 167929 h 659037"/>
                <a:gd name="connsiteX184" fmla="*/ 1792242 w 2912392"/>
                <a:gd name="connsiteY184" fmla="*/ 163051 h 659037"/>
                <a:gd name="connsiteX185" fmla="*/ 1801986 w 2912392"/>
                <a:gd name="connsiteY185" fmla="*/ 158214 h 659037"/>
                <a:gd name="connsiteX186" fmla="*/ 1811730 w 2912392"/>
                <a:gd name="connsiteY186" fmla="*/ 153427 h 659037"/>
                <a:gd name="connsiteX187" fmla="*/ 1821459 w 2912392"/>
                <a:gd name="connsiteY187" fmla="*/ 148701 h 659037"/>
                <a:gd name="connsiteX188" fmla="*/ 1831203 w 2912392"/>
                <a:gd name="connsiteY188" fmla="*/ 144048 h 659037"/>
                <a:gd name="connsiteX189" fmla="*/ 1840947 w 2912392"/>
                <a:gd name="connsiteY189" fmla="*/ 139477 h 659037"/>
                <a:gd name="connsiteX190" fmla="*/ 1850691 w 2912392"/>
                <a:gd name="connsiteY190" fmla="*/ 135003 h 659037"/>
                <a:gd name="connsiteX191" fmla="*/ 1860435 w 2912392"/>
                <a:gd name="connsiteY191" fmla="*/ 130634 h 659037"/>
                <a:gd name="connsiteX192" fmla="*/ 1870164 w 2912392"/>
                <a:gd name="connsiteY192" fmla="*/ 126384 h 659037"/>
                <a:gd name="connsiteX193" fmla="*/ 1879908 w 2912392"/>
                <a:gd name="connsiteY193" fmla="*/ 122262 h 659037"/>
                <a:gd name="connsiteX194" fmla="*/ 1889652 w 2912392"/>
                <a:gd name="connsiteY194" fmla="*/ 118281 h 659037"/>
                <a:gd name="connsiteX195" fmla="*/ 1899395 w 2912392"/>
                <a:gd name="connsiteY195" fmla="*/ 114454 h 659037"/>
                <a:gd name="connsiteX196" fmla="*/ 1909124 w 2912392"/>
                <a:gd name="connsiteY196" fmla="*/ 110790 h 659037"/>
                <a:gd name="connsiteX197" fmla="*/ 1918868 w 2912392"/>
                <a:gd name="connsiteY197" fmla="*/ 107302 h 659037"/>
                <a:gd name="connsiteX198" fmla="*/ 1928612 w 2912392"/>
                <a:gd name="connsiteY198" fmla="*/ 104001 h 659037"/>
                <a:gd name="connsiteX199" fmla="*/ 1938356 w 2912392"/>
                <a:gd name="connsiteY199" fmla="*/ 100899 h 659037"/>
                <a:gd name="connsiteX200" fmla="*/ 1948085 w 2912392"/>
                <a:gd name="connsiteY200" fmla="*/ 98006 h 659037"/>
                <a:gd name="connsiteX201" fmla="*/ 1957829 w 2912392"/>
                <a:gd name="connsiteY201" fmla="*/ 95333 h 659037"/>
                <a:gd name="connsiteX202" fmla="*/ 1967573 w 2912392"/>
                <a:gd name="connsiteY202" fmla="*/ 92892 h 659037"/>
                <a:gd name="connsiteX203" fmla="*/ 1977317 w 2912392"/>
                <a:gd name="connsiteY203" fmla="*/ 90693 h 659037"/>
                <a:gd name="connsiteX204" fmla="*/ 1987046 w 2912392"/>
                <a:gd name="connsiteY204" fmla="*/ 88746 h 659037"/>
                <a:gd name="connsiteX205" fmla="*/ 1996790 w 2912392"/>
                <a:gd name="connsiteY205" fmla="*/ 87062 h 659037"/>
                <a:gd name="connsiteX206" fmla="*/ 2006534 w 2912392"/>
                <a:gd name="connsiteY206" fmla="*/ 85650 h 659037"/>
                <a:gd name="connsiteX207" fmla="*/ 2016278 w 2912392"/>
                <a:gd name="connsiteY207" fmla="*/ 84519 h 659037"/>
                <a:gd name="connsiteX208" fmla="*/ 2026022 w 2912392"/>
                <a:gd name="connsiteY208" fmla="*/ 83680 h 659037"/>
                <a:gd name="connsiteX209" fmla="*/ 2035751 w 2912392"/>
                <a:gd name="connsiteY209" fmla="*/ 83138 h 659037"/>
                <a:gd name="connsiteX210" fmla="*/ 2045495 w 2912392"/>
                <a:gd name="connsiteY210" fmla="*/ 82905 h 659037"/>
                <a:gd name="connsiteX211" fmla="*/ 2055239 w 2912392"/>
                <a:gd name="connsiteY211" fmla="*/ 82986 h 659037"/>
                <a:gd name="connsiteX212" fmla="*/ 2064983 w 2912392"/>
                <a:gd name="connsiteY212" fmla="*/ 83388 h 659037"/>
                <a:gd name="connsiteX213" fmla="*/ 2074712 w 2912392"/>
                <a:gd name="connsiteY213" fmla="*/ 84120 h 659037"/>
                <a:gd name="connsiteX214" fmla="*/ 2084456 w 2912392"/>
                <a:gd name="connsiteY214" fmla="*/ 85185 h 659037"/>
                <a:gd name="connsiteX215" fmla="*/ 2094200 w 2912392"/>
                <a:gd name="connsiteY215" fmla="*/ 86590 h 659037"/>
                <a:gd name="connsiteX216" fmla="*/ 2103944 w 2912392"/>
                <a:gd name="connsiteY216" fmla="*/ 88339 h 659037"/>
                <a:gd name="connsiteX217" fmla="*/ 2113673 w 2912392"/>
                <a:gd name="connsiteY217" fmla="*/ 90438 h 659037"/>
                <a:gd name="connsiteX218" fmla="*/ 2123417 w 2912392"/>
                <a:gd name="connsiteY218" fmla="*/ 92888 h 659037"/>
                <a:gd name="connsiteX219" fmla="*/ 2133161 w 2912392"/>
                <a:gd name="connsiteY219" fmla="*/ 95693 h 659037"/>
                <a:gd name="connsiteX220" fmla="*/ 2142905 w 2912392"/>
                <a:gd name="connsiteY220" fmla="*/ 98856 h 659037"/>
                <a:gd name="connsiteX221" fmla="*/ 2152649 w 2912392"/>
                <a:gd name="connsiteY221" fmla="*/ 102377 h 659037"/>
                <a:gd name="connsiteX222" fmla="*/ 2162377 w 2912392"/>
                <a:gd name="connsiteY222" fmla="*/ 106257 h 659037"/>
                <a:gd name="connsiteX223" fmla="*/ 2172121 w 2912392"/>
                <a:gd name="connsiteY223" fmla="*/ 110494 h 659037"/>
                <a:gd name="connsiteX224" fmla="*/ 2181865 w 2912392"/>
                <a:gd name="connsiteY224" fmla="*/ 115090 h 659037"/>
                <a:gd name="connsiteX225" fmla="*/ 2191609 w 2912392"/>
                <a:gd name="connsiteY225" fmla="*/ 120043 h 659037"/>
                <a:gd name="connsiteX226" fmla="*/ 2201338 w 2912392"/>
                <a:gd name="connsiteY226" fmla="*/ 125350 h 659037"/>
                <a:gd name="connsiteX227" fmla="*/ 2211082 w 2912392"/>
                <a:gd name="connsiteY227" fmla="*/ 131005 h 659037"/>
                <a:gd name="connsiteX228" fmla="*/ 2220826 w 2912392"/>
                <a:gd name="connsiteY228" fmla="*/ 137010 h 659037"/>
                <a:gd name="connsiteX229" fmla="*/ 2230570 w 2912392"/>
                <a:gd name="connsiteY229" fmla="*/ 143354 h 659037"/>
                <a:gd name="connsiteX230" fmla="*/ 2240299 w 2912392"/>
                <a:gd name="connsiteY230" fmla="*/ 150034 h 659037"/>
                <a:gd name="connsiteX231" fmla="*/ 2250043 w 2912392"/>
                <a:gd name="connsiteY231" fmla="*/ 157044 h 659037"/>
                <a:gd name="connsiteX232" fmla="*/ 2259787 w 2912392"/>
                <a:gd name="connsiteY232" fmla="*/ 164377 h 659037"/>
                <a:gd name="connsiteX233" fmla="*/ 2269531 w 2912392"/>
                <a:gd name="connsiteY233" fmla="*/ 172025 h 659037"/>
                <a:gd name="connsiteX234" fmla="*/ 2279260 w 2912392"/>
                <a:gd name="connsiteY234" fmla="*/ 179978 h 659037"/>
                <a:gd name="connsiteX235" fmla="*/ 2289004 w 2912392"/>
                <a:gd name="connsiteY235" fmla="*/ 188228 h 659037"/>
                <a:gd name="connsiteX236" fmla="*/ 2298748 w 2912392"/>
                <a:gd name="connsiteY236" fmla="*/ 196762 h 659037"/>
                <a:gd name="connsiteX237" fmla="*/ 2308492 w 2912392"/>
                <a:gd name="connsiteY237" fmla="*/ 205573 h 659037"/>
                <a:gd name="connsiteX238" fmla="*/ 2318236 w 2912392"/>
                <a:gd name="connsiteY238" fmla="*/ 214647 h 659037"/>
                <a:gd name="connsiteX239" fmla="*/ 2327965 w 2912392"/>
                <a:gd name="connsiteY239" fmla="*/ 223973 h 659037"/>
                <a:gd name="connsiteX240" fmla="*/ 2337709 w 2912392"/>
                <a:gd name="connsiteY240" fmla="*/ 233537 h 659037"/>
                <a:gd name="connsiteX241" fmla="*/ 2347453 w 2912392"/>
                <a:gd name="connsiteY241" fmla="*/ 243326 h 659037"/>
                <a:gd name="connsiteX242" fmla="*/ 2357197 w 2912392"/>
                <a:gd name="connsiteY242" fmla="*/ 253326 h 659037"/>
                <a:gd name="connsiteX243" fmla="*/ 2366926 w 2912392"/>
                <a:gd name="connsiteY243" fmla="*/ 263521 h 659037"/>
                <a:gd name="connsiteX244" fmla="*/ 2376670 w 2912392"/>
                <a:gd name="connsiteY244" fmla="*/ 273897 h 659037"/>
                <a:gd name="connsiteX245" fmla="*/ 2386413 w 2912392"/>
                <a:gd name="connsiteY245" fmla="*/ 284439 h 659037"/>
                <a:gd name="connsiteX246" fmla="*/ 2396157 w 2912392"/>
                <a:gd name="connsiteY246" fmla="*/ 295129 h 659037"/>
                <a:gd name="connsiteX247" fmla="*/ 2405886 w 2912392"/>
                <a:gd name="connsiteY247" fmla="*/ 305954 h 659037"/>
                <a:gd name="connsiteX248" fmla="*/ 2415630 w 2912392"/>
                <a:gd name="connsiteY248" fmla="*/ 316891 h 659037"/>
                <a:gd name="connsiteX249" fmla="*/ 2425374 w 2912392"/>
                <a:gd name="connsiteY249" fmla="*/ 327928 h 659037"/>
                <a:gd name="connsiteX250" fmla="*/ 2435118 w 2912392"/>
                <a:gd name="connsiteY250" fmla="*/ 339046 h 659037"/>
                <a:gd name="connsiteX251" fmla="*/ 2444862 w 2912392"/>
                <a:gd name="connsiteY251" fmla="*/ 350224 h 659037"/>
                <a:gd name="connsiteX252" fmla="*/ 2454591 w 2912392"/>
                <a:gd name="connsiteY252" fmla="*/ 361449 h 659037"/>
                <a:gd name="connsiteX253" fmla="*/ 2464335 w 2912392"/>
                <a:gd name="connsiteY253" fmla="*/ 372698 h 659037"/>
                <a:gd name="connsiteX254" fmla="*/ 2474079 w 2912392"/>
                <a:gd name="connsiteY254" fmla="*/ 383956 h 659037"/>
                <a:gd name="connsiteX255" fmla="*/ 2483823 w 2912392"/>
                <a:gd name="connsiteY255" fmla="*/ 395203 h 659037"/>
                <a:gd name="connsiteX256" fmla="*/ 2493552 w 2912392"/>
                <a:gd name="connsiteY256" fmla="*/ 406420 h 659037"/>
                <a:gd name="connsiteX257" fmla="*/ 2503296 w 2912392"/>
                <a:gd name="connsiteY257" fmla="*/ 417590 h 659037"/>
                <a:gd name="connsiteX258" fmla="*/ 2513040 w 2912392"/>
                <a:gd name="connsiteY258" fmla="*/ 428694 h 659037"/>
                <a:gd name="connsiteX259" fmla="*/ 2522784 w 2912392"/>
                <a:gd name="connsiteY259" fmla="*/ 439712 h 659037"/>
                <a:gd name="connsiteX260" fmla="*/ 2532513 w 2912392"/>
                <a:gd name="connsiteY260" fmla="*/ 450627 h 659037"/>
                <a:gd name="connsiteX261" fmla="*/ 2542257 w 2912392"/>
                <a:gd name="connsiteY261" fmla="*/ 461421 h 659037"/>
                <a:gd name="connsiteX262" fmla="*/ 2552001 w 2912392"/>
                <a:gd name="connsiteY262" fmla="*/ 472077 h 659037"/>
                <a:gd name="connsiteX263" fmla="*/ 2561745 w 2912392"/>
                <a:gd name="connsiteY263" fmla="*/ 482575 h 659037"/>
                <a:gd name="connsiteX264" fmla="*/ 2571474 w 2912392"/>
                <a:gd name="connsiteY264" fmla="*/ 492900 h 659037"/>
                <a:gd name="connsiteX265" fmla="*/ 2581218 w 2912392"/>
                <a:gd name="connsiteY265" fmla="*/ 503033 h 659037"/>
                <a:gd name="connsiteX266" fmla="*/ 2590962 w 2912392"/>
                <a:gd name="connsiteY266" fmla="*/ 512960 h 659037"/>
                <a:gd name="connsiteX267" fmla="*/ 2600705 w 2912392"/>
                <a:gd name="connsiteY267" fmla="*/ 522662 h 659037"/>
                <a:gd name="connsiteX268" fmla="*/ 2610449 w 2912392"/>
                <a:gd name="connsiteY268" fmla="*/ 532128 h 659037"/>
                <a:gd name="connsiteX269" fmla="*/ 2620178 w 2912392"/>
                <a:gd name="connsiteY269" fmla="*/ 541337 h 659037"/>
                <a:gd name="connsiteX270" fmla="*/ 2629922 w 2912392"/>
                <a:gd name="connsiteY270" fmla="*/ 550279 h 659037"/>
                <a:gd name="connsiteX271" fmla="*/ 2639666 w 2912392"/>
                <a:gd name="connsiteY271" fmla="*/ 558938 h 659037"/>
                <a:gd name="connsiteX272" fmla="*/ 2649410 w 2912392"/>
                <a:gd name="connsiteY272" fmla="*/ 567301 h 659037"/>
                <a:gd name="connsiteX273" fmla="*/ 2659139 w 2912392"/>
                <a:gd name="connsiteY273" fmla="*/ 575350 h 659037"/>
                <a:gd name="connsiteX274" fmla="*/ 2668883 w 2912392"/>
                <a:gd name="connsiteY274" fmla="*/ 583097 h 659037"/>
                <a:gd name="connsiteX275" fmla="*/ 2678627 w 2912392"/>
                <a:gd name="connsiteY275" fmla="*/ 590502 h 659037"/>
                <a:gd name="connsiteX276" fmla="*/ 2688371 w 2912392"/>
                <a:gd name="connsiteY276" fmla="*/ 597549 h 659037"/>
                <a:gd name="connsiteX277" fmla="*/ 2698100 w 2912392"/>
                <a:gd name="connsiteY277" fmla="*/ 604268 h 659037"/>
                <a:gd name="connsiteX278" fmla="*/ 2707844 w 2912392"/>
                <a:gd name="connsiteY278" fmla="*/ 610615 h 659037"/>
                <a:gd name="connsiteX279" fmla="*/ 2717588 w 2912392"/>
                <a:gd name="connsiteY279" fmla="*/ 616590 h 659037"/>
                <a:gd name="connsiteX280" fmla="*/ 2727332 w 2912392"/>
                <a:gd name="connsiteY280" fmla="*/ 622192 h 659037"/>
                <a:gd name="connsiteX281" fmla="*/ 2737076 w 2912392"/>
                <a:gd name="connsiteY281" fmla="*/ 627407 h 659037"/>
                <a:gd name="connsiteX282" fmla="*/ 2746805 w 2912392"/>
                <a:gd name="connsiteY282" fmla="*/ 632249 h 659037"/>
                <a:gd name="connsiteX283" fmla="*/ 2756549 w 2912392"/>
                <a:gd name="connsiteY283" fmla="*/ 636689 h 659037"/>
                <a:gd name="connsiteX284" fmla="*/ 2766293 w 2912392"/>
                <a:gd name="connsiteY284" fmla="*/ 640726 h 659037"/>
                <a:gd name="connsiteX285" fmla="*/ 2776037 w 2912392"/>
                <a:gd name="connsiteY285" fmla="*/ 644362 h 659037"/>
                <a:gd name="connsiteX286" fmla="*/ 2785766 w 2912392"/>
                <a:gd name="connsiteY286" fmla="*/ 647595 h 659037"/>
                <a:gd name="connsiteX287" fmla="*/ 2795510 w 2912392"/>
                <a:gd name="connsiteY287" fmla="*/ 650440 h 659037"/>
                <a:gd name="connsiteX288" fmla="*/ 2805254 w 2912392"/>
                <a:gd name="connsiteY288" fmla="*/ 652869 h 659037"/>
                <a:gd name="connsiteX289" fmla="*/ 2814998 w 2912392"/>
                <a:gd name="connsiteY289" fmla="*/ 654895 h 659037"/>
                <a:gd name="connsiteX290" fmla="*/ 2824727 w 2912392"/>
                <a:gd name="connsiteY290" fmla="*/ 656519 h 659037"/>
                <a:gd name="connsiteX291" fmla="*/ 2834471 w 2912392"/>
                <a:gd name="connsiteY291" fmla="*/ 657741 h 659037"/>
                <a:gd name="connsiteX292" fmla="*/ 2844215 w 2912392"/>
                <a:gd name="connsiteY292" fmla="*/ 658560 h 659037"/>
                <a:gd name="connsiteX293" fmla="*/ 2853958 w 2912392"/>
                <a:gd name="connsiteY293" fmla="*/ 658992 h 659037"/>
                <a:gd name="connsiteX294" fmla="*/ 2863687 w 2912392"/>
                <a:gd name="connsiteY294" fmla="*/ 659037 h 659037"/>
                <a:gd name="connsiteX295" fmla="*/ 2873431 w 2912392"/>
                <a:gd name="connsiteY295" fmla="*/ 658694 h 659037"/>
                <a:gd name="connsiteX296" fmla="*/ 2883175 w 2912392"/>
                <a:gd name="connsiteY296" fmla="*/ 657979 h 659037"/>
                <a:gd name="connsiteX297" fmla="*/ 2892919 w 2912392"/>
                <a:gd name="connsiteY297" fmla="*/ 656892 h 659037"/>
                <a:gd name="connsiteX298" fmla="*/ 2902663 w 2912392"/>
                <a:gd name="connsiteY298" fmla="*/ 655447 h 659037"/>
                <a:gd name="connsiteX299" fmla="*/ 2912392 w 2912392"/>
                <a:gd name="connsiteY299" fmla="*/ 653629 h 659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59037">
                  <a:moveTo>
                    <a:pt x="0" y="57468"/>
                  </a:moveTo>
                  <a:lnTo>
                    <a:pt x="9739" y="52722"/>
                  </a:lnTo>
                  <a:lnTo>
                    <a:pt x="19480" y="48201"/>
                  </a:lnTo>
                  <a:lnTo>
                    <a:pt x="29221" y="43906"/>
                  </a:lnTo>
                  <a:lnTo>
                    <a:pt x="38961" y="39834"/>
                  </a:lnTo>
                  <a:lnTo>
                    <a:pt x="48702" y="35983"/>
                  </a:lnTo>
                  <a:lnTo>
                    <a:pt x="58443" y="32350"/>
                  </a:lnTo>
                  <a:lnTo>
                    <a:pt x="68182" y="28934"/>
                  </a:lnTo>
                  <a:lnTo>
                    <a:pt x="77923" y="25729"/>
                  </a:lnTo>
                  <a:lnTo>
                    <a:pt x="87664" y="22734"/>
                  </a:lnTo>
                  <a:lnTo>
                    <a:pt x="97404" y="19947"/>
                  </a:lnTo>
                  <a:lnTo>
                    <a:pt x="107145" y="17360"/>
                  </a:lnTo>
                  <a:lnTo>
                    <a:pt x="116886" y="14973"/>
                  </a:lnTo>
                  <a:lnTo>
                    <a:pt x="126625" y="12780"/>
                  </a:lnTo>
                  <a:lnTo>
                    <a:pt x="136366" y="10776"/>
                  </a:lnTo>
                  <a:lnTo>
                    <a:pt x="146107" y="8960"/>
                  </a:lnTo>
                  <a:lnTo>
                    <a:pt x="155846" y="7326"/>
                  </a:lnTo>
                  <a:lnTo>
                    <a:pt x="165587" y="5867"/>
                  </a:lnTo>
                  <a:lnTo>
                    <a:pt x="175328" y="4583"/>
                  </a:lnTo>
                  <a:lnTo>
                    <a:pt x="185068" y="3467"/>
                  </a:lnTo>
                  <a:lnTo>
                    <a:pt x="194809" y="2515"/>
                  </a:lnTo>
                  <a:lnTo>
                    <a:pt x="204550" y="1722"/>
                  </a:lnTo>
                  <a:lnTo>
                    <a:pt x="214289" y="1085"/>
                  </a:lnTo>
                  <a:lnTo>
                    <a:pt x="224030" y="597"/>
                  </a:lnTo>
                  <a:lnTo>
                    <a:pt x="233771" y="258"/>
                  </a:lnTo>
                  <a:lnTo>
                    <a:pt x="243510" y="60"/>
                  </a:lnTo>
                  <a:lnTo>
                    <a:pt x="253251" y="0"/>
                  </a:lnTo>
                  <a:lnTo>
                    <a:pt x="262992" y="74"/>
                  </a:lnTo>
                  <a:lnTo>
                    <a:pt x="272732" y="280"/>
                  </a:lnTo>
                  <a:lnTo>
                    <a:pt x="282473" y="614"/>
                  </a:lnTo>
                  <a:lnTo>
                    <a:pt x="292214" y="1070"/>
                  </a:lnTo>
                  <a:lnTo>
                    <a:pt x="301953" y="1645"/>
                  </a:lnTo>
                  <a:lnTo>
                    <a:pt x="311694" y="2338"/>
                  </a:lnTo>
                  <a:lnTo>
                    <a:pt x="321435" y="3144"/>
                  </a:lnTo>
                  <a:lnTo>
                    <a:pt x="331175" y="4060"/>
                  </a:lnTo>
                  <a:lnTo>
                    <a:pt x="340916" y="5085"/>
                  </a:lnTo>
                  <a:lnTo>
                    <a:pt x="350656" y="6216"/>
                  </a:lnTo>
                  <a:lnTo>
                    <a:pt x="360396" y="7448"/>
                  </a:lnTo>
                  <a:lnTo>
                    <a:pt x="370137" y="8783"/>
                  </a:lnTo>
                  <a:lnTo>
                    <a:pt x="379878" y="10215"/>
                  </a:lnTo>
                  <a:lnTo>
                    <a:pt x="389617" y="11745"/>
                  </a:lnTo>
                  <a:lnTo>
                    <a:pt x="399358" y="13369"/>
                  </a:lnTo>
                  <a:lnTo>
                    <a:pt x="409099" y="15087"/>
                  </a:lnTo>
                  <a:lnTo>
                    <a:pt x="418839" y="16897"/>
                  </a:lnTo>
                  <a:lnTo>
                    <a:pt x="428580" y="18797"/>
                  </a:lnTo>
                  <a:lnTo>
                    <a:pt x="438321" y="20786"/>
                  </a:lnTo>
                  <a:lnTo>
                    <a:pt x="448060" y="22863"/>
                  </a:lnTo>
                  <a:lnTo>
                    <a:pt x="457801" y="25026"/>
                  </a:lnTo>
                  <a:lnTo>
                    <a:pt x="467542" y="27276"/>
                  </a:lnTo>
                  <a:lnTo>
                    <a:pt x="477281" y="29610"/>
                  </a:lnTo>
                  <a:lnTo>
                    <a:pt x="487022" y="32028"/>
                  </a:lnTo>
                  <a:lnTo>
                    <a:pt x="496763" y="34530"/>
                  </a:lnTo>
                  <a:lnTo>
                    <a:pt x="506503" y="37113"/>
                  </a:lnTo>
                  <a:lnTo>
                    <a:pt x="516244" y="39779"/>
                  </a:lnTo>
                  <a:lnTo>
                    <a:pt x="525985" y="42525"/>
                  </a:lnTo>
                  <a:lnTo>
                    <a:pt x="535724" y="45350"/>
                  </a:lnTo>
                  <a:lnTo>
                    <a:pt x="545465" y="48255"/>
                  </a:lnTo>
                  <a:lnTo>
                    <a:pt x="555206" y="51238"/>
                  </a:lnTo>
                  <a:lnTo>
                    <a:pt x="564946" y="54298"/>
                  </a:lnTo>
                  <a:lnTo>
                    <a:pt x="574687" y="57434"/>
                  </a:lnTo>
                  <a:lnTo>
                    <a:pt x="584428" y="60646"/>
                  </a:lnTo>
                  <a:lnTo>
                    <a:pt x="594167" y="63933"/>
                  </a:lnTo>
                  <a:lnTo>
                    <a:pt x="603908" y="67291"/>
                  </a:lnTo>
                  <a:lnTo>
                    <a:pt x="613649" y="70723"/>
                  </a:lnTo>
                  <a:lnTo>
                    <a:pt x="623388" y="74222"/>
                  </a:lnTo>
                  <a:lnTo>
                    <a:pt x="633129" y="77792"/>
                  </a:lnTo>
                  <a:lnTo>
                    <a:pt x="642870" y="81429"/>
                  </a:lnTo>
                  <a:lnTo>
                    <a:pt x="652610" y="85131"/>
                  </a:lnTo>
                  <a:lnTo>
                    <a:pt x="662351" y="88896"/>
                  </a:lnTo>
                  <a:lnTo>
                    <a:pt x="672092" y="92724"/>
                  </a:lnTo>
                  <a:lnTo>
                    <a:pt x="681831" y="96609"/>
                  </a:lnTo>
                  <a:lnTo>
                    <a:pt x="691572" y="100553"/>
                  </a:lnTo>
                  <a:lnTo>
                    <a:pt x="701313" y="104551"/>
                  </a:lnTo>
                  <a:lnTo>
                    <a:pt x="711052" y="108602"/>
                  </a:lnTo>
                  <a:lnTo>
                    <a:pt x="720793" y="112700"/>
                  </a:lnTo>
                  <a:lnTo>
                    <a:pt x="730534" y="116847"/>
                  </a:lnTo>
                  <a:lnTo>
                    <a:pt x="740274" y="121036"/>
                  </a:lnTo>
                  <a:lnTo>
                    <a:pt x="750015" y="125266"/>
                  </a:lnTo>
                  <a:lnTo>
                    <a:pt x="759756" y="129533"/>
                  </a:lnTo>
                  <a:lnTo>
                    <a:pt x="769495" y="133835"/>
                  </a:lnTo>
                  <a:lnTo>
                    <a:pt x="779236" y="138166"/>
                  </a:lnTo>
                  <a:lnTo>
                    <a:pt x="788977" y="142525"/>
                  </a:lnTo>
                  <a:lnTo>
                    <a:pt x="798717" y="146907"/>
                  </a:lnTo>
                  <a:lnTo>
                    <a:pt x="808458" y="151308"/>
                  </a:lnTo>
                  <a:lnTo>
                    <a:pt x="818199" y="155726"/>
                  </a:lnTo>
                  <a:lnTo>
                    <a:pt x="827938" y="160155"/>
                  </a:lnTo>
                  <a:lnTo>
                    <a:pt x="837679" y="164592"/>
                  </a:lnTo>
                  <a:lnTo>
                    <a:pt x="847420" y="169033"/>
                  </a:lnTo>
                  <a:lnTo>
                    <a:pt x="857159" y="173473"/>
                  </a:lnTo>
                  <a:lnTo>
                    <a:pt x="866900" y="177910"/>
                  </a:lnTo>
                  <a:lnTo>
                    <a:pt x="876641" y="182338"/>
                  </a:lnTo>
                  <a:lnTo>
                    <a:pt x="886381" y="186753"/>
                  </a:lnTo>
                  <a:lnTo>
                    <a:pt x="896122" y="191151"/>
                  </a:lnTo>
                  <a:lnTo>
                    <a:pt x="905863" y="195528"/>
                  </a:lnTo>
                  <a:lnTo>
                    <a:pt x="915602" y="199879"/>
                  </a:lnTo>
                  <a:lnTo>
                    <a:pt x="925343" y="204201"/>
                  </a:lnTo>
                  <a:lnTo>
                    <a:pt x="935084" y="208489"/>
                  </a:lnTo>
                  <a:lnTo>
                    <a:pt x="944824" y="212738"/>
                  </a:lnTo>
                  <a:lnTo>
                    <a:pt x="954564" y="216946"/>
                  </a:lnTo>
                  <a:lnTo>
                    <a:pt x="964305" y="221107"/>
                  </a:lnTo>
                  <a:lnTo>
                    <a:pt x="974045" y="225218"/>
                  </a:lnTo>
                  <a:lnTo>
                    <a:pt x="983786" y="229274"/>
                  </a:lnTo>
                  <a:lnTo>
                    <a:pt x="993522" y="233272"/>
                  </a:lnTo>
                  <a:lnTo>
                    <a:pt x="1003266" y="237208"/>
                  </a:lnTo>
                  <a:lnTo>
                    <a:pt x="1013010" y="241077"/>
                  </a:lnTo>
                  <a:lnTo>
                    <a:pt x="1022754" y="244877"/>
                  </a:lnTo>
                  <a:lnTo>
                    <a:pt x="1032483" y="248603"/>
                  </a:lnTo>
                  <a:lnTo>
                    <a:pt x="1042227" y="252252"/>
                  </a:lnTo>
                  <a:lnTo>
                    <a:pt x="1051971" y="255820"/>
                  </a:lnTo>
                  <a:lnTo>
                    <a:pt x="1061715" y="259303"/>
                  </a:lnTo>
                  <a:lnTo>
                    <a:pt x="1071444" y="262699"/>
                  </a:lnTo>
                  <a:lnTo>
                    <a:pt x="1081188" y="266003"/>
                  </a:lnTo>
                  <a:lnTo>
                    <a:pt x="1090932" y="269214"/>
                  </a:lnTo>
                  <a:lnTo>
                    <a:pt x="1100676" y="272328"/>
                  </a:lnTo>
                  <a:lnTo>
                    <a:pt x="1110405" y="275341"/>
                  </a:lnTo>
                  <a:lnTo>
                    <a:pt x="1120149" y="278250"/>
                  </a:lnTo>
                  <a:lnTo>
                    <a:pt x="1129893" y="281053"/>
                  </a:lnTo>
                  <a:lnTo>
                    <a:pt x="1139637" y="283748"/>
                  </a:lnTo>
                  <a:lnTo>
                    <a:pt x="1149381" y="286330"/>
                  </a:lnTo>
                  <a:lnTo>
                    <a:pt x="1159110" y="288797"/>
                  </a:lnTo>
                  <a:lnTo>
                    <a:pt x="1168854" y="291148"/>
                  </a:lnTo>
                  <a:lnTo>
                    <a:pt x="1178598" y="293380"/>
                  </a:lnTo>
                  <a:lnTo>
                    <a:pt x="1188341" y="295490"/>
                  </a:lnTo>
                  <a:lnTo>
                    <a:pt x="1198070" y="297475"/>
                  </a:lnTo>
                  <a:lnTo>
                    <a:pt x="1207814" y="299334"/>
                  </a:lnTo>
                  <a:lnTo>
                    <a:pt x="1217558" y="301064"/>
                  </a:lnTo>
                  <a:lnTo>
                    <a:pt x="1227302" y="302664"/>
                  </a:lnTo>
                  <a:lnTo>
                    <a:pt x="1237031" y="304130"/>
                  </a:lnTo>
                  <a:lnTo>
                    <a:pt x="1246775" y="305462"/>
                  </a:lnTo>
                  <a:lnTo>
                    <a:pt x="1256519" y="306658"/>
                  </a:lnTo>
                  <a:lnTo>
                    <a:pt x="1266263" y="307716"/>
                  </a:lnTo>
                  <a:lnTo>
                    <a:pt x="1276007" y="308634"/>
                  </a:lnTo>
                  <a:lnTo>
                    <a:pt x="1285736" y="309410"/>
                  </a:lnTo>
                  <a:lnTo>
                    <a:pt x="1295480" y="310045"/>
                  </a:lnTo>
                  <a:lnTo>
                    <a:pt x="1305224" y="310534"/>
                  </a:lnTo>
                  <a:lnTo>
                    <a:pt x="1314968" y="310878"/>
                  </a:lnTo>
                  <a:lnTo>
                    <a:pt x="1324697" y="311074"/>
                  </a:lnTo>
                  <a:lnTo>
                    <a:pt x="1334441" y="311122"/>
                  </a:lnTo>
                  <a:lnTo>
                    <a:pt x="1344185" y="311022"/>
                  </a:lnTo>
                  <a:lnTo>
                    <a:pt x="1353929" y="310772"/>
                  </a:lnTo>
                  <a:lnTo>
                    <a:pt x="1363658" y="310370"/>
                  </a:lnTo>
                  <a:lnTo>
                    <a:pt x="1373402" y="309817"/>
                  </a:lnTo>
                  <a:lnTo>
                    <a:pt x="1383146" y="309112"/>
                  </a:lnTo>
                  <a:lnTo>
                    <a:pt x="1392890" y="308256"/>
                  </a:lnTo>
                  <a:lnTo>
                    <a:pt x="1402619" y="307244"/>
                  </a:lnTo>
                  <a:lnTo>
                    <a:pt x="1412363" y="306080"/>
                  </a:lnTo>
                  <a:lnTo>
                    <a:pt x="1422106" y="304765"/>
                  </a:lnTo>
                  <a:lnTo>
                    <a:pt x="1431850" y="303294"/>
                  </a:lnTo>
                  <a:lnTo>
                    <a:pt x="1441594" y="301672"/>
                  </a:lnTo>
                  <a:lnTo>
                    <a:pt x="1451323" y="299897"/>
                  </a:lnTo>
                  <a:lnTo>
                    <a:pt x="1461067" y="297971"/>
                  </a:lnTo>
                  <a:lnTo>
                    <a:pt x="1470811" y="295894"/>
                  </a:lnTo>
                  <a:lnTo>
                    <a:pt x="1480555" y="293668"/>
                  </a:lnTo>
                  <a:lnTo>
                    <a:pt x="1490284" y="291291"/>
                  </a:lnTo>
                  <a:lnTo>
                    <a:pt x="1500028" y="288771"/>
                  </a:lnTo>
                  <a:lnTo>
                    <a:pt x="1509772" y="286102"/>
                  </a:lnTo>
                  <a:lnTo>
                    <a:pt x="1519516" y="283292"/>
                  </a:lnTo>
                  <a:lnTo>
                    <a:pt x="1529245" y="280339"/>
                  </a:lnTo>
                  <a:lnTo>
                    <a:pt x="1538989" y="277249"/>
                  </a:lnTo>
                  <a:lnTo>
                    <a:pt x="1548733" y="274022"/>
                  </a:lnTo>
                  <a:lnTo>
                    <a:pt x="1558477" y="270662"/>
                  </a:lnTo>
                  <a:lnTo>
                    <a:pt x="1568221" y="267172"/>
                  </a:lnTo>
                  <a:lnTo>
                    <a:pt x="1577950" y="263556"/>
                  </a:lnTo>
                  <a:lnTo>
                    <a:pt x="1587694" y="259816"/>
                  </a:lnTo>
                  <a:lnTo>
                    <a:pt x="1597438" y="255959"/>
                  </a:lnTo>
                  <a:lnTo>
                    <a:pt x="1607182" y="251988"/>
                  </a:lnTo>
                  <a:lnTo>
                    <a:pt x="1616911" y="247907"/>
                  </a:lnTo>
                  <a:lnTo>
                    <a:pt x="1626655" y="243722"/>
                  </a:lnTo>
                  <a:lnTo>
                    <a:pt x="1636399" y="239437"/>
                  </a:lnTo>
                  <a:lnTo>
                    <a:pt x="1646142" y="235060"/>
                  </a:lnTo>
                  <a:lnTo>
                    <a:pt x="1655872" y="230596"/>
                  </a:lnTo>
                  <a:lnTo>
                    <a:pt x="1665616" y="226050"/>
                  </a:lnTo>
                  <a:lnTo>
                    <a:pt x="1675359" y="221430"/>
                  </a:lnTo>
                  <a:lnTo>
                    <a:pt x="1685103" y="216743"/>
                  </a:lnTo>
                  <a:lnTo>
                    <a:pt x="1694832" y="211996"/>
                  </a:lnTo>
                  <a:lnTo>
                    <a:pt x="1704576" y="207196"/>
                  </a:lnTo>
                  <a:lnTo>
                    <a:pt x="1714320" y="202352"/>
                  </a:lnTo>
                  <a:lnTo>
                    <a:pt x="1724064" y="197471"/>
                  </a:lnTo>
                  <a:lnTo>
                    <a:pt x="1733808" y="192563"/>
                  </a:lnTo>
                  <a:lnTo>
                    <a:pt x="1743537" y="187636"/>
                  </a:lnTo>
                  <a:lnTo>
                    <a:pt x="1753281" y="182700"/>
                  </a:lnTo>
                  <a:lnTo>
                    <a:pt x="1763025" y="177764"/>
                  </a:lnTo>
                  <a:lnTo>
                    <a:pt x="1772769" y="172837"/>
                  </a:lnTo>
                  <a:lnTo>
                    <a:pt x="1782498" y="167929"/>
                  </a:lnTo>
                  <a:lnTo>
                    <a:pt x="1792242" y="163051"/>
                  </a:lnTo>
                  <a:lnTo>
                    <a:pt x="1801986" y="158214"/>
                  </a:lnTo>
                  <a:lnTo>
                    <a:pt x="1811730" y="153427"/>
                  </a:lnTo>
                  <a:lnTo>
                    <a:pt x="1821459" y="148701"/>
                  </a:lnTo>
                  <a:lnTo>
                    <a:pt x="1831203" y="144048"/>
                  </a:lnTo>
                  <a:lnTo>
                    <a:pt x="1840947" y="139477"/>
                  </a:lnTo>
                  <a:lnTo>
                    <a:pt x="1850691" y="135003"/>
                  </a:lnTo>
                  <a:lnTo>
                    <a:pt x="1860435" y="130634"/>
                  </a:lnTo>
                  <a:lnTo>
                    <a:pt x="1870164" y="126384"/>
                  </a:lnTo>
                  <a:lnTo>
                    <a:pt x="1879908" y="122262"/>
                  </a:lnTo>
                  <a:lnTo>
                    <a:pt x="1889652" y="118281"/>
                  </a:lnTo>
                  <a:lnTo>
                    <a:pt x="1899395" y="114454"/>
                  </a:lnTo>
                  <a:lnTo>
                    <a:pt x="1909124" y="110790"/>
                  </a:lnTo>
                  <a:lnTo>
                    <a:pt x="1918868" y="107302"/>
                  </a:lnTo>
                  <a:lnTo>
                    <a:pt x="1928612" y="104001"/>
                  </a:lnTo>
                  <a:lnTo>
                    <a:pt x="1938356" y="100899"/>
                  </a:lnTo>
                  <a:lnTo>
                    <a:pt x="1948085" y="98006"/>
                  </a:lnTo>
                  <a:lnTo>
                    <a:pt x="1957829" y="95333"/>
                  </a:lnTo>
                  <a:lnTo>
                    <a:pt x="1967573" y="92892"/>
                  </a:lnTo>
                  <a:lnTo>
                    <a:pt x="1977317" y="90693"/>
                  </a:lnTo>
                  <a:lnTo>
                    <a:pt x="1987046" y="88746"/>
                  </a:lnTo>
                  <a:lnTo>
                    <a:pt x="1996790" y="87062"/>
                  </a:lnTo>
                  <a:lnTo>
                    <a:pt x="2006534" y="85650"/>
                  </a:lnTo>
                  <a:lnTo>
                    <a:pt x="2016278" y="84519"/>
                  </a:lnTo>
                  <a:lnTo>
                    <a:pt x="2026022" y="83680"/>
                  </a:lnTo>
                  <a:lnTo>
                    <a:pt x="2035751" y="83138"/>
                  </a:lnTo>
                  <a:lnTo>
                    <a:pt x="2045495" y="82905"/>
                  </a:lnTo>
                  <a:lnTo>
                    <a:pt x="2055239" y="82986"/>
                  </a:lnTo>
                  <a:lnTo>
                    <a:pt x="2064983" y="83388"/>
                  </a:lnTo>
                  <a:lnTo>
                    <a:pt x="2074712" y="84120"/>
                  </a:lnTo>
                  <a:lnTo>
                    <a:pt x="2084456" y="85185"/>
                  </a:lnTo>
                  <a:lnTo>
                    <a:pt x="2094200" y="86590"/>
                  </a:lnTo>
                  <a:lnTo>
                    <a:pt x="2103944" y="88339"/>
                  </a:lnTo>
                  <a:lnTo>
                    <a:pt x="2113673" y="90438"/>
                  </a:lnTo>
                  <a:lnTo>
                    <a:pt x="2123417" y="92888"/>
                  </a:lnTo>
                  <a:lnTo>
                    <a:pt x="2133161" y="95693"/>
                  </a:lnTo>
                  <a:lnTo>
                    <a:pt x="2142905" y="98856"/>
                  </a:lnTo>
                  <a:lnTo>
                    <a:pt x="2152649" y="102377"/>
                  </a:lnTo>
                  <a:lnTo>
                    <a:pt x="2162377" y="106257"/>
                  </a:lnTo>
                  <a:lnTo>
                    <a:pt x="2172121" y="110494"/>
                  </a:lnTo>
                  <a:lnTo>
                    <a:pt x="2181865" y="115090"/>
                  </a:lnTo>
                  <a:lnTo>
                    <a:pt x="2191609" y="120043"/>
                  </a:lnTo>
                  <a:lnTo>
                    <a:pt x="2201338" y="125350"/>
                  </a:lnTo>
                  <a:lnTo>
                    <a:pt x="2211082" y="131005"/>
                  </a:lnTo>
                  <a:lnTo>
                    <a:pt x="2220826" y="137010"/>
                  </a:lnTo>
                  <a:lnTo>
                    <a:pt x="2230570" y="143354"/>
                  </a:lnTo>
                  <a:lnTo>
                    <a:pt x="2240299" y="150034"/>
                  </a:lnTo>
                  <a:lnTo>
                    <a:pt x="2250043" y="157044"/>
                  </a:lnTo>
                  <a:lnTo>
                    <a:pt x="2259787" y="164377"/>
                  </a:lnTo>
                  <a:lnTo>
                    <a:pt x="2269531" y="172025"/>
                  </a:lnTo>
                  <a:lnTo>
                    <a:pt x="2279260" y="179978"/>
                  </a:lnTo>
                  <a:lnTo>
                    <a:pt x="2289004" y="188228"/>
                  </a:lnTo>
                  <a:lnTo>
                    <a:pt x="2298748" y="196762"/>
                  </a:lnTo>
                  <a:lnTo>
                    <a:pt x="2308492" y="205573"/>
                  </a:lnTo>
                  <a:lnTo>
                    <a:pt x="2318236" y="214647"/>
                  </a:lnTo>
                  <a:lnTo>
                    <a:pt x="2327965" y="223973"/>
                  </a:lnTo>
                  <a:lnTo>
                    <a:pt x="2337709" y="233537"/>
                  </a:lnTo>
                  <a:lnTo>
                    <a:pt x="2347453" y="243326"/>
                  </a:lnTo>
                  <a:lnTo>
                    <a:pt x="2357197" y="253326"/>
                  </a:lnTo>
                  <a:lnTo>
                    <a:pt x="2366926" y="263521"/>
                  </a:lnTo>
                  <a:lnTo>
                    <a:pt x="2376670" y="273897"/>
                  </a:lnTo>
                  <a:lnTo>
                    <a:pt x="2386413" y="284439"/>
                  </a:lnTo>
                  <a:lnTo>
                    <a:pt x="2396157" y="295129"/>
                  </a:lnTo>
                  <a:lnTo>
                    <a:pt x="2405886" y="305954"/>
                  </a:lnTo>
                  <a:lnTo>
                    <a:pt x="2415630" y="316891"/>
                  </a:lnTo>
                  <a:lnTo>
                    <a:pt x="2425374" y="327928"/>
                  </a:lnTo>
                  <a:lnTo>
                    <a:pt x="2435118" y="339046"/>
                  </a:lnTo>
                  <a:lnTo>
                    <a:pt x="2444862" y="350224"/>
                  </a:lnTo>
                  <a:lnTo>
                    <a:pt x="2454591" y="361449"/>
                  </a:lnTo>
                  <a:lnTo>
                    <a:pt x="2464335" y="372698"/>
                  </a:lnTo>
                  <a:lnTo>
                    <a:pt x="2474079" y="383956"/>
                  </a:lnTo>
                  <a:lnTo>
                    <a:pt x="2483823" y="395203"/>
                  </a:lnTo>
                  <a:lnTo>
                    <a:pt x="2493552" y="406420"/>
                  </a:lnTo>
                  <a:lnTo>
                    <a:pt x="2503296" y="417590"/>
                  </a:lnTo>
                  <a:lnTo>
                    <a:pt x="2513040" y="428694"/>
                  </a:lnTo>
                  <a:lnTo>
                    <a:pt x="2522784" y="439712"/>
                  </a:lnTo>
                  <a:lnTo>
                    <a:pt x="2532513" y="450627"/>
                  </a:lnTo>
                  <a:lnTo>
                    <a:pt x="2542257" y="461421"/>
                  </a:lnTo>
                  <a:lnTo>
                    <a:pt x="2552001" y="472077"/>
                  </a:lnTo>
                  <a:lnTo>
                    <a:pt x="2561745" y="482575"/>
                  </a:lnTo>
                  <a:lnTo>
                    <a:pt x="2571474" y="492900"/>
                  </a:lnTo>
                  <a:lnTo>
                    <a:pt x="2581218" y="503033"/>
                  </a:lnTo>
                  <a:lnTo>
                    <a:pt x="2590962" y="512960"/>
                  </a:lnTo>
                  <a:lnTo>
                    <a:pt x="2600705" y="522662"/>
                  </a:lnTo>
                  <a:lnTo>
                    <a:pt x="2610449" y="532128"/>
                  </a:lnTo>
                  <a:lnTo>
                    <a:pt x="2620178" y="541337"/>
                  </a:lnTo>
                  <a:lnTo>
                    <a:pt x="2629922" y="550279"/>
                  </a:lnTo>
                  <a:lnTo>
                    <a:pt x="2639666" y="558938"/>
                  </a:lnTo>
                  <a:lnTo>
                    <a:pt x="2649410" y="567301"/>
                  </a:lnTo>
                  <a:lnTo>
                    <a:pt x="2659139" y="575350"/>
                  </a:lnTo>
                  <a:lnTo>
                    <a:pt x="2668883" y="583097"/>
                  </a:lnTo>
                  <a:lnTo>
                    <a:pt x="2678627" y="590502"/>
                  </a:lnTo>
                  <a:lnTo>
                    <a:pt x="2688371" y="597549"/>
                  </a:lnTo>
                  <a:lnTo>
                    <a:pt x="2698100" y="604268"/>
                  </a:lnTo>
                  <a:lnTo>
                    <a:pt x="2707844" y="610615"/>
                  </a:lnTo>
                  <a:lnTo>
                    <a:pt x="2717588" y="616590"/>
                  </a:lnTo>
                  <a:lnTo>
                    <a:pt x="2727332" y="622192"/>
                  </a:lnTo>
                  <a:lnTo>
                    <a:pt x="2737076" y="627407"/>
                  </a:lnTo>
                  <a:lnTo>
                    <a:pt x="2746805" y="632249"/>
                  </a:lnTo>
                  <a:lnTo>
                    <a:pt x="2756549" y="636689"/>
                  </a:lnTo>
                  <a:lnTo>
                    <a:pt x="2766293" y="640726"/>
                  </a:lnTo>
                  <a:lnTo>
                    <a:pt x="2776037" y="644362"/>
                  </a:lnTo>
                  <a:lnTo>
                    <a:pt x="2785766" y="647595"/>
                  </a:lnTo>
                  <a:lnTo>
                    <a:pt x="2795510" y="650440"/>
                  </a:lnTo>
                  <a:lnTo>
                    <a:pt x="2805254" y="652869"/>
                  </a:lnTo>
                  <a:lnTo>
                    <a:pt x="2814998" y="654895"/>
                  </a:lnTo>
                  <a:lnTo>
                    <a:pt x="2824727" y="656519"/>
                  </a:lnTo>
                  <a:lnTo>
                    <a:pt x="2834471" y="657741"/>
                  </a:lnTo>
                  <a:lnTo>
                    <a:pt x="2844215" y="658560"/>
                  </a:lnTo>
                  <a:lnTo>
                    <a:pt x="2853958" y="658992"/>
                  </a:lnTo>
                  <a:lnTo>
                    <a:pt x="2863687" y="659037"/>
                  </a:lnTo>
                  <a:lnTo>
                    <a:pt x="2873431" y="658694"/>
                  </a:lnTo>
                  <a:lnTo>
                    <a:pt x="2883175" y="657979"/>
                  </a:lnTo>
                  <a:lnTo>
                    <a:pt x="2892919" y="656892"/>
                  </a:lnTo>
                  <a:lnTo>
                    <a:pt x="2902663" y="655447"/>
                  </a:lnTo>
                  <a:lnTo>
                    <a:pt x="2912392" y="65362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7" name="Freeform 696">
              <a:extLst>
                <a:ext uri="{FF2B5EF4-FFF2-40B4-BE49-F238E27FC236}">
                  <a16:creationId xmlns:a16="http://schemas.microsoft.com/office/drawing/2014/main" id="{3D4172B8-C176-6437-D614-E19987FA95C6}"/>
                </a:ext>
              </a:extLst>
            </p:cNvPr>
            <p:cNvSpPr/>
            <p:nvPr/>
          </p:nvSpPr>
          <p:spPr>
            <a:xfrm>
              <a:off x="576446" y="3431337"/>
              <a:ext cx="2912392" cy="289844"/>
            </a:xfrm>
            <a:custGeom>
              <a:avLst/>
              <a:gdLst>
                <a:gd name="connsiteX0" fmla="*/ 0 w 2912392"/>
                <a:gd name="connsiteY0" fmla="*/ 289845 h 289844"/>
                <a:gd name="connsiteX1" fmla="*/ 9739 w 2912392"/>
                <a:gd name="connsiteY1" fmla="*/ 287303 h 289844"/>
                <a:gd name="connsiteX2" fmla="*/ 19480 w 2912392"/>
                <a:gd name="connsiteY2" fmla="*/ 284615 h 289844"/>
                <a:gd name="connsiteX3" fmla="*/ 29221 w 2912392"/>
                <a:gd name="connsiteY3" fmla="*/ 281786 h 289844"/>
                <a:gd name="connsiteX4" fmla="*/ 38961 w 2912392"/>
                <a:gd name="connsiteY4" fmla="*/ 278818 h 289844"/>
                <a:gd name="connsiteX5" fmla="*/ 48702 w 2912392"/>
                <a:gd name="connsiteY5" fmla="*/ 275718 h 289844"/>
                <a:gd name="connsiteX6" fmla="*/ 58443 w 2912392"/>
                <a:gd name="connsiteY6" fmla="*/ 272490 h 289844"/>
                <a:gd name="connsiteX7" fmla="*/ 68182 w 2912392"/>
                <a:gd name="connsiteY7" fmla="*/ 269141 h 289844"/>
                <a:gd name="connsiteX8" fmla="*/ 77923 w 2912392"/>
                <a:gd name="connsiteY8" fmla="*/ 265677 h 289844"/>
                <a:gd name="connsiteX9" fmla="*/ 87664 w 2912392"/>
                <a:gd name="connsiteY9" fmla="*/ 262107 h 289844"/>
                <a:gd name="connsiteX10" fmla="*/ 97404 w 2912392"/>
                <a:gd name="connsiteY10" fmla="*/ 258435 h 289844"/>
                <a:gd name="connsiteX11" fmla="*/ 107145 w 2912392"/>
                <a:gd name="connsiteY11" fmla="*/ 254671 h 289844"/>
                <a:gd name="connsiteX12" fmla="*/ 116886 w 2912392"/>
                <a:gd name="connsiteY12" fmla="*/ 250823 h 289844"/>
                <a:gd name="connsiteX13" fmla="*/ 126625 w 2912392"/>
                <a:gd name="connsiteY13" fmla="*/ 246898 h 289844"/>
                <a:gd name="connsiteX14" fmla="*/ 136366 w 2912392"/>
                <a:gd name="connsiteY14" fmla="*/ 242907 h 289844"/>
                <a:gd name="connsiteX15" fmla="*/ 146107 w 2912392"/>
                <a:gd name="connsiteY15" fmla="*/ 238857 h 289844"/>
                <a:gd name="connsiteX16" fmla="*/ 155846 w 2912392"/>
                <a:gd name="connsiteY16" fmla="*/ 234760 h 289844"/>
                <a:gd name="connsiteX17" fmla="*/ 165587 w 2912392"/>
                <a:gd name="connsiteY17" fmla="*/ 230626 h 289844"/>
                <a:gd name="connsiteX18" fmla="*/ 175328 w 2912392"/>
                <a:gd name="connsiteY18" fmla="*/ 226462 h 289844"/>
                <a:gd name="connsiteX19" fmla="*/ 185068 w 2912392"/>
                <a:gd name="connsiteY19" fmla="*/ 222278 h 289844"/>
                <a:gd name="connsiteX20" fmla="*/ 194809 w 2912392"/>
                <a:gd name="connsiteY20" fmla="*/ 218088 h 289844"/>
                <a:gd name="connsiteX21" fmla="*/ 204550 w 2912392"/>
                <a:gd name="connsiteY21" fmla="*/ 213899 h 289844"/>
                <a:gd name="connsiteX22" fmla="*/ 214289 w 2912392"/>
                <a:gd name="connsiteY22" fmla="*/ 209723 h 289844"/>
                <a:gd name="connsiteX23" fmla="*/ 224030 w 2912392"/>
                <a:gd name="connsiteY23" fmla="*/ 205570 h 289844"/>
                <a:gd name="connsiteX24" fmla="*/ 233771 w 2912392"/>
                <a:gd name="connsiteY24" fmla="*/ 201451 h 289844"/>
                <a:gd name="connsiteX25" fmla="*/ 243510 w 2912392"/>
                <a:gd name="connsiteY25" fmla="*/ 197376 h 289844"/>
                <a:gd name="connsiteX26" fmla="*/ 253251 w 2912392"/>
                <a:gd name="connsiteY26" fmla="*/ 193356 h 289844"/>
                <a:gd name="connsiteX27" fmla="*/ 262992 w 2912392"/>
                <a:gd name="connsiteY27" fmla="*/ 189400 h 289844"/>
                <a:gd name="connsiteX28" fmla="*/ 272732 w 2912392"/>
                <a:gd name="connsiteY28" fmla="*/ 185519 h 289844"/>
                <a:gd name="connsiteX29" fmla="*/ 282473 w 2912392"/>
                <a:gd name="connsiteY29" fmla="*/ 181724 h 289844"/>
                <a:gd name="connsiteX30" fmla="*/ 292214 w 2912392"/>
                <a:gd name="connsiteY30" fmla="*/ 178022 h 289844"/>
                <a:gd name="connsiteX31" fmla="*/ 301953 w 2912392"/>
                <a:gd name="connsiteY31" fmla="*/ 174425 h 289844"/>
                <a:gd name="connsiteX32" fmla="*/ 311694 w 2912392"/>
                <a:gd name="connsiteY32" fmla="*/ 170942 h 289844"/>
                <a:gd name="connsiteX33" fmla="*/ 321435 w 2912392"/>
                <a:gd name="connsiteY33" fmla="*/ 167582 h 289844"/>
                <a:gd name="connsiteX34" fmla="*/ 331175 w 2912392"/>
                <a:gd name="connsiteY34" fmla="*/ 164352 h 289844"/>
                <a:gd name="connsiteX35" fmla="*/ 340916 w 2912392"/>
                <a:gd name="connsiteY35" fmla="*/ 161261 h 289844"/>
                <a:gd name="connsiteX36" fmla="*/ 350656 w 2912392"/>
                <a:gd name="connsiteY36" fmla="*/ 158317 h 289844"/>
                <a:gd name="connsiteX37" fmla="*/ 360396 w 2912392"/>
                <a:gd name="connsiteY37" fmla="*/ 155526 h 289844"/>
                <a:gd name="connsiteX38" fmla="*/ 370137 w 2912392"/>
                <a:gd name="connsiteY38" fmla="*/ 152898 h 289844"/>
                <a:gd name="connsiteX39" fmla="*/ 379878 w 2912392"/>
                <a:gd name="connsiteY39" fmla="*/ 150436 h 289844"/>
                <a:gd name="connsiteX40" fmla="*/ 389617 w 2912392"/>
                <a:gd name="connsiteY40" fmla="*/ 148148 h 289844"/>
                <a:gd name="connsiteX41" fmla="*/ 399358 w 2912392"/>
                <a:gd name="connsiteY41" fmla="*/ 146037 h 289844"/>
                <a:gd name="connsiteX42" fmla="*/ 409099 w 2912392"/>
                <a:gd name="connsiteY42" fmla="*/ 144110 h 289844"/>
                <a:gd name="connsiteX43" fmla="*/ 418839 w 2912392"/>
                <a:gd name="connsiteY43" fmla="*/ 142370 h 289844"/>
                <a:gd name="connsiteX44" fmla="*/ 428580 w 2912392"/>
                <a:gd name="connsiteY44" fmla="*/ 140822 h 289844"/>
                <a:gd name="connsiteX45" fmla="*/ 438321 w 2912392"/>
                <a:gd name="connsiteY45" fmla="*/ 139466 h 289844"/>
                <a:gd name="connsiteX46" fmla="*/ 448060 w 2912392"/>
                <a:gd name="connsiteY46" fmla="*/ 138307 h 289844"/>
                <a:gd name="connsiteX47" fmla="*/ 457801 w 2912392"/>
                <a:gd name="connsiteY47" fmla="*/ 137346 h 289844"/>
                <a:gd name="connsiteX48" fmla="*/ 467542 w 2912392"/>
                <a:gd name="connsiteY48" fmla="*/ 136583 h 289844"/>
                <a:gd name="connsiteX49" fmla="*/ 477281 w 2912392"/>
                <a:gd name="connsiteY49" fmla="*/ 136019 h 289844"/>
                <a:gd name="connsiteX50" fmla="*/ 487022 w 2912392"/>
                <a:gd name="connsiteY50" fmla="*/ 135654 h 289844"/>
                <a:gd name="connsiteX51" fmla="*/ 496763 w 2912392"/>
                <a:gd name="connsiteY51" fmla="*/ 135485 h 289844"/>
                <a:gd name="connsiteX52" fmla="*/ 506503 w 2912392"/>
                <a:gd name="connsiteY52" fmla="*/ 135514 h 289844"/>
                <a:gd name="connsiteX53" fmla="*/ 516244 w 2912392"/>
                <a:gd name="connsiteY53" fmla="*/ 135736 h 289844"/>
                <a:gd name="connsiteX54" fmla="*/ 525985 w 2912392"/>
                <a:gd name="connsiteY54" fmla="*/ 136148 h 289844"/>
                <a:gd name="connsiteX55" fmla="*/ 535724 w 2912392"/>
                <a:gd name="connsiteY55" fmla="*/ 136749 h 289844"/>
                <a:gd name="connsiteX56" fmla="*/ 545465 w 2912392"/>
                <a:gd name="connsiteY56" fmla="*/ 137533 h 289844"/>
                <a:gd name="connsiteX57" fmla="*/ 555206 w 2912392"/>
                <a:gd name="connsiteY57" fmla="*/ 138493 h 289844"/>
                <a:gd name="connsiteX58" fmla="*/ 564946 w 2912392"/>
                <a:gd name="connsiteY58" fmla="*/ 139629 h 289844"/>
                <a:gd name="connsiteX59" fmla="*/ 574687 w 2912392"/>
                <a:gd name="connsiteY59" fmla="*/ 140931 h 289844"/>
                <a:gd name="connsiteX60" fmla="*/ 584428 w 2912392"/>
                <a:gd name="connsiteY60" fmla="*/ 142392 h 289844"/>
                <a:gd name="connsiteX61" fmla="*/ 594167 w 2912392"/>
                <a:gd name="connsiteY61" fmla="*/ 144008 h 289844"/>
                <a:gd name="connsiteX62" fmla="*/ 603908 w 2912392"/>
                <a:gd name="connsiteY62" fmla="*/ 145770 h 289844"/>
                <a:gd name="connsiteX63" fmla="*/ 613649 w 2912392"/>
                <a:gd name="connsiteY63" fmla="*/ 147670 h 289844"/>
                <a:gd name="connsiteX64" fmla="*/ 623388 w 2912392"/>
                <a:gd name="connsiteY64" fmla="*/ 149697 h 289844"/>
                <a:gd name="connsiteX65" fmla="*/ 633129 w 2912392"/>
                <a:gd name="connsiteY65" fmla="*/ 151847 h 289844"/>
                <a:gd name="connsiteX66" fmla="*/ 642870 w 2912392"/>
                <a:gd name="connsiteY66" fmla="*/ 154108 h 289844"/>
                <a:gd name="connsiteX67" fmla="*/ 652610 w 2912392"/>
                <a:gd name="connsiteY67" fmla="*/ 156469 h 289844"/>
                <a:gd name="connsiteX68" fmla="*/ 662351 w 2912392"/>
                <a:gd name="connsiteY68" fmla="*/ 158923 h 289844"/>
                <a:gd name="connsiteX69" fmla="*/ 672092 w 2912392"/>
                <a:gd name="connsiteY69" fmla="*/ 161459 h 289844"/>
                <a:gd name="connsiteX70" fmla="*/ 681831 w 2912392"/>
                <a:gd name="connsiteY70" fmla="*/ 164063 h 289844"/>
                <a:gd name="connsiteX71" fmla="*/ 691572 w 2912392"/>
                <a:gd name="connsiteY71" fmla="*/ 166730 h 289844"/>
                <a:gd name="connsiteX72" fmla="*/ 701313 w 2912392"/>
                <a:gd name="connsiteY72" fmla="*/ 169445 h 289844"/>
                <a:gd name="connsiteX73" fmla="*/ 711052 w 2912392"/>
                <a:gd name="connsiteY73" fmla="*/ 172198 h 289844"/>
                <a:gd name="connsiteX74" fmla="*/ 720793 w 2912392"/>
                <a:gd name="connsiteY74" fmla="*/ 174978 h 289844"/>
                <a:gd name="connsiteX75" fmla="*/ 730534 w 2912392"/>
                <a:gd name="connsiteY75" fmla="*/ 177773 h 289844"/>
                <a:gd name="connsiteX76" fmla="*/ 740274 w 2912392"/>
                <a:gd name="connsiteY76" fmla="*/ 180574 h 289844"/>
                <a:gd name="connsiteX77" fmla="*/ 750015 w 2912392"/>
                <a:gd name="connsiteY77" fmla="*/ 183369 h 289844"/>
                <a:gd name="connsiteX78" fmla="*/ 759756 w 2912392"/>
                <a:gd name="connsiteY78" fmla="*/ 186146 h 289844"/>
                <a:gd name="connsiteX79" fmla="*/ 769495 w 2912392"/>
                <a:gd name="connsiteY79" fmla="*/ 188895 h 289844"/>
                <a:gd name="connsiteX80" fmla="*/ 779236 w 2912392"/>
                <a:gd name="connsiteY80" fmla="*/ 191604 h 289844"/>
                <a:gd name="connsiteX81" fmla="*/ 788977 w 2912392"/>
                <a:gd name="connsiteY81" fmla="*/ 194263 h 289844"/>
                <a:gd name="connsiteX82" fmla="*/ 798717 w 2912392"/>
                <a:gd name="connsiteY82" fmla="*/ 196863 h 289844"/>
                <a:gd name="connsiteX83" fmla="*/ 808458 w 2912392"/>
                <a:gd name="connsiteY83" fmla="*/ 199393 h 289844"/>
                <a:gd name="connsiteX84" fmla="*/ 818199 w 2912392"/>
                <a:gd name="connsiteY84" fmla="*/ 201842 h 289844"/>
                <a:gd name="connsiteX85" fmla="*/ 827938 w 2912392"/>
                <a:gd name="connsiteY85" fmla="*/ 204202 h 289844"/>
                <a:gd name="connsiteX86" fmla="*/ 837679 w 2912392"/>
                <a:gd name="connsiteY86" fmla="*/ 206464 h 289844"/>
                <a:gd name="connsiteX87" fmla="*/ 847420 w 2912392"/>
                <a:gd name="connsiteY87" fmla="*/ 208618 h 289844"/>
                <a:gd name="connsiteX88" fmla="*/ 857159 w 2912392"/>
                <a:gd name="connsiteY88" fmla="*/ 210658 h 289844"/>
                <a:gd name="connsiteX89" fmla="*/ 866900 w 2912392"/>
                <a:gd name="connsiteY89" fmla="*/ 212574 h 289844"/>
                <a:gd name="connsiteX90" fmla="*/ 876641 w 2912392"/>
                <a:gd name="connsiteY90" fmla="*/ 214361 h 289844"/>
                <a:gd name="connsiteX91" fmla="*/ 886381 w 2912392"/>
                <a:gd name="connsiteY91" fmla="*/ 216010 h 289844"/>
                <a:gd name="connsiteX92" fmla="*/ 896122 w 2912392"/>
                <a:gd name="connsiteY92" fmla="*/ 217516 h 289844"/>
                <a:gd name="connsiteX93" fmla="*/ 905863 w 2912392"/>
                <a:gd name="connsiteY93" fmla="*/ 218875 h 289844"/>
                <a:gd name="connsiteX94" fmla="*/ 915602 w 2912392"/>
                <a:gd name="connsiteY94" fmla="*/ 220079 h 289844"/>
                <a:gd name="connsiteX95" fmla="*/ 925343 w 2912392"/>
                <a:gd name="connsiteY95" fmla="*/ 221126 h 289844"/>
                <a:gd name="connsiteX96" fmla="*/ 935084 w 2912392"/>
                <a:gd name="connsiteY96" fmla="*/ 222011 h 289844"/>
                <a:gd name="connsiteX97" fmla="*/ 944824 w 2912392"/>
                <a:gd name="connsiteY97" fmla="*/ 222732 h 289844"/>
                <a:gd name="connsiteX98" fmla="*/ 954564 w 2912392"/>
                <a:gd name="connsiteY98" fmla="*/ 223285 h 289844"/>
                <a:gd name="connsiteX99" fmla="*/ 964305 w 2912392"/>
                <a:gd name="connsiteY99" fmla="*/ 223671 h 289844"/>
                <a:gd name="connsiteX100" fmla="*/ 974045 w 2912392"/>
                <a:gd name="connsiteY100" fmla="*/ 223885 h 289844"/>
                <a:gd name="connsiteX101" fmla="*/ 983786 w 2912392"/>
                <a:gd name="connsiteY101" fmla="*/ 223930 h 289844"/>
                <a:gd name="connsiteX102" fmla="*/ 993522 w 2912392"/>
                <a:gd name="connsiteY102" fmla="*/ 223804 h 289844"/>
                <a:gd name="connsiteX103" fmla="*/ 1003266 w 2912392"/>
                <a:gd name="connsiteY103" fmla="*/ 223509 h 289844"/>
                <a:gd name="connsiteX104" fmla="*/ 1013010 w 2912392"/>
                <a:gd name="connsiteY104" fmla="*/ 223044 h 289844"/>
                <a:gd name="connsiteX105" fmla="*/ 1022754 w 2912392"/>
                <a:gd name="connsiteY105" fmla="*/ 222415 h 289844"/>
                <a:gd name="connsiteX106" fmla="*/ 1032483 w 2912392"/>
                <a:gd name="connsiteY106" fmla="*/ 221622 h 289844"/>
                <a:gd name="connsiteX107" fmla="*/ 1042227 w 2912392"/>
                <a:gd name="connsiteY107" fmla="*/ 220669 h 289844"/>
                <a:gd name="connsiteX108" fmla="*/ 1051971 w 2912392"/>
                <a:gd name="connsiteY108" fmla="*/ 219560 h 289844"/>
                <a:gd name="connsiteX109" fmla="*/ 1061715 w 2912392"/>
                <a:gd name="connsiteY109" fmla="*/ 218300 h 289844"/>
                <a:gd name="connsiteX110" fmla="*/ 1071444 w 2912392"/>
                <a:gd name="connsiteY110" fmla="*/ 216892 h 289844"/>
                <a:gd name="connsiteX111" fmla="*/ 1081188 w 2912392"/>
                <a:gd name="connsiteY111" fmla="*/ 215344 h 289844"/>
                <a:gd name="connsiteX112" fmla="*/ 1090932 w 2912392"/>
                <a:gd name="connsiteY112" fmla="*/ 213660 h 289844"/>
                <a:gd name="connsiteX113" fmla="*/ 1100676 w 2912392"/>
                <a:gd name="connsiteY113" fmla="*/ 211849 h 289844"/>
                <a:gd name="connsiteX114" fmla="*/ 1110405 w 2912392"/>
                <a:gd name="connsiteY114" fmla="*/ 209915 h 289844"/>
                <a:gd name="connsiteX115" fmla="*/ 1120149 w 2912392"/>
                <a:gd name="connsiteY115" fmla="*/ 207866 h 289844"/>
                <a:gd name="connsiteX116" fmla="*/ 1129893 w 2912392"/>
                <a:gd name="connsiteY116" fmla="*/ 205712 h 289844"/>
                <a:gd name="connsiteX117" fmla="*/ 1139637 w 2912392"/>
                <a:gd name="connsiteY117" fmla="*/ 203457 h 289844"/>
                <a:gd name="connsiteX118" fmla="*/ 1149381 w 2912392"/>
                <a:gd name="connsiteY118" fmla="*/ 201114 h 289844"/>
                <a:gd name="connsiteX119" fmla="*/ 1159110 w 2912392"/>
                <a:gd name="connsiteY119" fmla="*/ 198688 h 289844"/>
                <a:gd name="connsiteX120" fmla="*/ 1168854 w 2912392"/>
                <a:gd name="connsiteY120" fmla="*/ 196190 h 289844"/>
                <a:gd name="connsiteX121" fmla="*/ 1178598 w 2912392"/>
                <a:gd name="connsiteY121" fmla="*/ 193627 h 289844"/>
                <a:gd name="connsiteX122" fmla="*/ 1188341 w 2912392"/>
                <a:gd name="connsiteY122" fmla="*/ 191009 h 289844"/>
                <a:gd name="connsiteX123" fmla="*/ 1198070 w 2912392"/>
                <a:gd name="connsiteY123" fmla="*/ 188347 h 289844"/>
                <a:gd name="connsiteX124" fmla="*/ 1207814 w 2912392"/>
                <a:gd name="connsiteY124" fmla="*/ 185647 h 289844"/>
                <a:gd name="connsiteX125" fmla="*/ 1217558 w 2912392"/>
                <a:gd name="connsiteY125" fmla="*/ 182919 h 289844"/>
                <a:gd name="connsiteX126" fmla="*/ 1227302 w 2912392"/>
                <a:gd name="connsiteY126" fmla="*/ 180175 h 289844"/>
                <a:gd name="connsiteX127" fmla="*/ 1237031 w 2912392"/>
                <a:gd name="connsiteY127" fmla="*/ 177421 h 289844"/>
                <a:gd name="connsiteX128" fmla="*/ 1246775 w 2912392"/>
                <a:gd name="connsiteY128" fmla="*/ 174668 h 289844"/>
                <a:gd name="connsiteX129" fmla="*/ 1256519 w 2912392"/>
                <a:gd name="connsiteY129" fmla="*/ 171925 h 289844"/>
                <a:gd name="connsiteX130" fmla="*/ 1266263 w 2912392"/>
                <a:gd name="connsiteY130" fmla="*/ 169200 h 289844"/>
                <a:gd name="connsiteX131" fmla="*/ 1276007 w 2912392"/>
                <a:gd name="connsiteY131" fmla="*/ 166502 h 289844"/>
                <a:gd name="connsiteX132" fmla="*/ 1285736 w 2912392"/>
                <a:gd name="connsiteY132" fmla="*/ 163838 h 289844"/>
                <a:gd name="connsiteX133" fmla="*/ 1295480 w 2912392"/>
                <a:gd name="connsiteY133" fmla="*/ 161219 h 289844"/>
                <a:gd name="connsiteX134" fmla="*/ 1305224 w 2912392"/>
                <a:gd name="connsiteY134" fmla="*/ 158649 h 289844"/>
                <a:gd name="connsiteX135" fmla="*/ 1314968 w 2912392"/>
                <a:gd name="connsiteY135" fmla="*/ 156138 h 289844"/>
                <a:gd name="connsiteX136" fmla="*/ 1324697 w 2912392"/>
                <a:gd name="connsiteY136" fmla="*/ 153693 h 289844"/>
                <a:gd name="connsiteX137" fmla="*/ 1334441 w 2912392"/>
                <a:gd name="connsiteY137" fmla="*/ 151319 h 289844"/>
                <a:gd name="connsiteX138" fmla="*/ 1344185 w 2912392"/>
                <a:gd name="connsiteY138" fmla="*/ 149023 h 289844"/>
                <a:gd name="connsiteX139" fmla="*/ 1353929 w 2912392"/>
                <a:gd name="connsiteY139" fmla="*/ 146812 h 289844"/>
                <a:gd name="connsiteX140" fmla="*/ 1363658 w 2912392"/>
                <a:gd name="connsiteY140" fmla="*/ 144688 h 289844"/>
                <a:gd name="connsiteX141" fmla="*/ 1373402 w 2912392"/>
                <a:gd name="connsiteY141" fmla="*/ 142658 h 289844"/>
                <a:gd name="connsiteX142" fmla="*/ 1383146 w 2912392"/>
                <a:gd name="connsiteY142" fmla="*/ 140727 h 289844"/>
                <a:gd name="connsiteX143" fmla="*/ 1392890 w 2912392"/>
                <a:gd name="connsiteY143" fmla="*/ 138896 h 289844"/>
                <a:gd name="connsiteX144" fmla="*/ 1402619 w 2912392"/>
                <a:gd name="connsiteY144" fmla="*/ 137170 h 289844"/>
                <a:gd name="connsiteX145" fmla="*/ 1412363 w 2912392"/>
                <a:gd name="connsiteY145" fmla="*/ 135552 h 289844"/>
                <a:gd name="connsiteX146" fmla="*/ 1422106 w 2912392"/>
                <a:gd name="connsiteY146" fmla="*/ 134043 h 289844"/>
                <a:gd name="connsiteX147" fmla="*/ 1431850 w 2912392"/>
                <a:gd name="connsiteY147" fmla="*/ 132644 h 289844"/>
                <a:gd name="connsiteX148" fmla="*/ 1441594 w 2912392"/>
                <a:gd name="connsiteY148" fmla="*/ 131358 h 289844"/>
                <a:gd name="connsiteX149" fmla="*/ 1451323 w 2912392"/>
                <a:gd name="connsiteY149" fmla="*/ 130183 h 289844"/>
                <a:gd name="connsiteX150" fmla="*/ 1461067 w 2912392"/>
                <a:gd name="connsiteY150" fmla="*/ 129121 h 289844"/>
                <a:gd name="connsiteX151" fmla="*/ 1470811 w 2912392"/>
                <a:gd name="connsiteY151" fmla="*/ 128168 h 289844"/>
                <a:gd name="connsiteX152" fmla="*/ 1480555 w 2912392"/>
                <a:gd name="connsiteY152" fmla="*/ 127327 h 289844"/>
                <a:gd name="connsiteX153" fmla="*/ 1490284 w 2912392"/>
                <a:gd name="connsiteY153" fmla="*/ 126594 h 289844"/>
                <a:gd name="connsiteX154" fmla="*/ 1500028 w 2912392"/>
                <a:gd name="connsiteY154" fmla="*/ 125966 h 289844"/>
                <a:gd name="connsiteX155" fmla="*/ 1509772 w 2912392"/>
                <a:gd name="connsiteY155" fmla="*/ 125442 h 289844"/>
                <a:gd name="connsiteX156" fmla="*/ 1519516 w 2912392"/>
                <a:gd name="connsiteY156" fmla="*/ 125016 h 289844"/>
                <a:gd name="connsiteX157" fmla="*/ 1529245 w 2912392"/>
                <a:gd name="connsiteY157" fmla="*/ 124688 h 289844"/>
                <a:gd name="connsiteX158" fmla="*/ 1538989 w 2912392"/>
                <a:gd name="connsiteY158" fmla="*/ 124451 h 289844"/>
                <a:gd name="connsiteX159" fmla="*/ 1548733 w 2912392"/>
                <a:gd name="connsiteY159" fmla="*/ 124302 h 289844"/>
                <a:gd name="connsiteX160" fmla="*/ 1558477 w 2912392"/>
                <a:gd name="connsiteY160" fmla="*/ 124235 h 289844"/>
                <a:gd name="connsiteX161" fmla="*/ 1568221 w 2912392"/>
                <a:gd name="connsiteY161" fmla="*/ 124247 h 289844"/>
                <a:gd name="connsiteX162" fmla="*/ 1577950 w 2912392"/>
                <a:gd name="connsiteY162" fmla="*/ 124329 h 289844"/>
                <a:gd name="connsiteX163" fmla="*/ 1587694 w 2912392"/>
                <a:gd name="connsiteY163" fmla="*/ 124478 h 289844"/>
                <a:gd name="connsiteX164" fmla="*/ 1597438 w 2912392"/>
                <a:gd name="connsiteY164" fmla="*/ 124685 h 289844"/>
                <a:gd name="connsiteX165" fmla="*/ 1607182 w 2912392"/>
                <a:gd name="connsiteY165" fmla="*/ 124947 h 289844"/>
                <a:gd name="connsiteX166" fmla="*/ 1616911 w 2912392"/>
                <a:gd name="connsiteY166" fmla="*/ 125256 h 289844"/>
                <a:gd name="connsiteX167" fmla="*/ 1626655 w 2912392"/>
                <a:gd name="connsiteY167" fmla="*/ 125604 h 289844"/>
                <a:gd name="connsiteX168" fmla="*/ 1636399 w 2912392"/>
                <a:gd name="connsiteY168" fmla="*/ 125986 h 289844"/>
                <a:gd name="connsiteX169" fmla="*/ 1646142 w 2912392"/>
                <a:gd name="connsiteY169" fmla="*/ 126394 h 289844"/>
                <a:gd name="connsiteX170" fmla="*/ 1655872 w 2912392"/>
                <a:gd name="connsiteY170" fmla="*/ 126822 h 289844"/>
                <a:gd name="connsiteX171" fmla="*/ 1665616 w 2912392"/>
                <a:gd name="connsiteY171" fmla="*/ 127261 h 289844"/>
                <a:gd name="connsiteX172" fmla="*/ 1675359 w 2912392"/>
                <a:gd name="connsiteY172" fmla="*/ 127705 h 289844"/>
                <a:gd name="connsiteX173" fmla="*/ 1685103 w 2912392"/>
                <a:gd name="connsiteY173" fmla="*/ 128149 h 289844"/>
                <a:gd name="connsiteX174" fmla="*/ 1694832 w 2912392"/>
                <a:gd name="connsiteY174" fmla="*/ 128583 h 289844"/>
                <a:gd name="connsiteX175" fmla="*/ 1704576 w 2912392"/>
                <a:gd name="connsiteY175" fmla="*/ 129001 h 289844"/>
                <a:gd name="connsiteX176" fmla="*/ 1714320 w 2912392"/>
                <a:gd name="connsiteY176" fmla="*/ 129398 h 289844"/>
                <a:gd name="connsiteX177" fmla="*/ 1724064 w 2912392"/>
                <a:gd name="connsiteY177" fmla="*/ 129764 h 289844"/>
                <a:gd name="connsiteX178" fmla="*/ 1733808 w 2912392"/>
                <a:gd name="connsiteY178" fmla="*/ 130096 h 289844"/>
                <a:gd name="connsiteX179" fmla="*/ 1743537 w 2912392"/>
                <a:gd name="connsiteY179" fmla="*/ 130387 h 289844"/>
                <a:gd name="connsiteX180" fmla="*/ 1753281 w 2912392"/>
                <a:gd name="connsiteY180" fmla="*/ 130628 h 289844"/>
                <a:gd name="connsiteX181" fmla="*/ 1763025 w 2912392"/>
                <a:gd name="connsiteY181" fmla="*/ 130817 h 289844"/>
                <a:gd name="connsiteX182" fmla="*/ 1772769 w 2912392"/>
                <a:gd name="connsiteY182" fmla="*/ 130949 h 289844"/>
                <a:gd name="connsiteX183" fmla="*/ 1782498 w 2912392"/>
                <a:gd name="connsiteY183" fmla="*/ 131016 h 289844"/>
                <a:gd name="connsiteX184" fmla="*/ 1792242 w 2912392"/>
                <a:gd name="connsiteY184" fmla="*/ 131013 h 289844"/>
                <a:gd name="connsiteX185" fmla="*/ 1801986 w 2912392"/>
                <a:gd name="connsiteY185" fmla="*/ 130938 h 289844"/>
                <a:gd name="connsiteX186" fmla="*/ 1811730 w 2912392"/>
                <a:gd name="connsiteY186" fmla="*/ 130785 h 289844"/>
                <a:gd name="connsiteX187" fmla="*/ 1821459 w 2912392"/>
                <a:gd name="connsiteY187" fmla="*/ 130551 h 289844"/>
                <a:gd name="connsiteX188" fmla="*/ 1831203 w 2912392"/>
                <a:gd name="connsiteY188" fmla="*/ 130231 h 289844"/>
                <a:gd name="connsiteX189" fmla="*/ 1840947 w 2912392"/>
                <a:gd name="connsiteY189" fmla="*/ 129824 h 289844"/>
                <a:gd name="connsiteX190" fmla="*/ 1850691 w 2912392"/>
                <a:gd name="connsiteY190" fmla="*/ 129326 h 289844"/>
                <a:gd name="connsiteX191" fmla="*/ 1860435 w 2912392"/>
                <a:gd name="connsiteY191" fmla="*/ 128736 h 289844"/>
                <a:gd name="connsiteX192" fmla="*/ 1870164 w 2912392"/>
                <a:gd name="connsiteY192" fmla="*/ 128049 h 289844"/>
                <a:gd name="connsiteX193" fmla="*/ 1879908 w 2912392"/>
                <a:gd name="connsiteY193" fmla="*/ 127267 h 289844"/>
                <a:gd name="connsiteX194" fmla="*/ 1889652 w 2912392"/>
                <a:gd name="connsiteY194" fmla="*/ 126387 h 289844"/>
                <a:gd name="connsiteX195" fmla="*/ 1899395 w 2912392"/>
                <a:gd name="connsiteY195" fmla="*/ 125408 h 289844"/>
                <a:gd name="connsiteX196" fmla="*/ 1909124 w 2912392"/>
                <a:gd name="connsiteY196" fmla="*/ 124329 h 289844"/>
                <a:gd name="connsiteX197" fmla="*/ 1918868 w 2912392"/>
                <a:gd name="connsiteY197" fmla="*/ 123152 h 289844"/>
                <a:gd name="connsiteX198" fmla="*/ 1928612 w 2912392"/>
                <a:gd name="connsiteY198" fmla="*/ 121875 h 289844"/>
                <a:gd name="connsiteX199" fmla="*/ 1938356 w 2912392"/>
                <a:gd name="connsiteY199" fmla="*/ 120501 h 289844"/>
                <a:gd name="connsiteX200" fmla="*/ 1948085 w 2912392"/>
                <a:gd name="connsiteY200" fmla="*/ 119029 h 289844"/>
                <a:gd name="connsiteX201" fmla="*/ 1957829 w 2912392"/>
                <a:gd name="connsiteY201" fmla="*/ 117461 h 289844"/>
                <a:gd name="connsiteX202" fmla="*/ 1967573 w 2912392"/>
                <a:gd name="connsiteY202" fmla="*/ 115798 h 289844"/>
                <a:gd name="connsiteX203" fmla="*/ 1977317 w 2912392"/>
                <a:gd name="connsiteY203" fmla="*/ 114043 h 289844"/>
                <a:gd name="connsiteX204" fmla="*/ 1987046 w 2912392"/>
                <a:gd name="connsiteY204" fmla="*/ 112197 h 289844"/>
                <a:gd name="connsiteX205" fmla="*/ 1996790 w 2912392"/>
                <a:gd name="connsiteY205" fmla="*/ 110264 h 289844"/>
                <a:gd name="connsiteX206" fmla="*/ 2006534 w 2912392"/>
                <a:gd name="connsiteY206" fmla="*/ 108246 h 289844"/>
                <a:gd name="connsiteX207" fmla="*/ 2016278 w 2912392"/>
                <a:gd name="connsiteY207" fmla="*/ 106145 h 289844"/>
                <a:gd name="connsiteX208" fmla="*/ 2026022 w 2912392"/>
                <a:gd name="connsiteY208" fmla="*/ 103967 h 289844"/>
                <a:gd name="connsiteX209" fmla="*/ 2035751 w 2912392"/>
                <a:gd name="connsiteY209" fmla="*/ 101712 h 289844"/>
                <a:gd name="connsiteX210" fmla="*/ 2045495 w 2912392"/>
                <a:gd name="connsiteY210" fmla="*/ 99388 h 289844"/>
                <a:gd name="connsiteX211" fmla="*/ 2055239 w 2912392"/>
                <a:gd name="connsiteY211" fmla="*/ 96995 h 289844"/>
                <a:gd name="connsiteX212" fmla="*/ 2064983 w 2912392"/>
                <a:gd name="connsiteY212" fmla="*/ 94540 h 289844"/>
                <a:gd name="connsiteX213" fmla="*/ 2074712 w 2912392"/>
                <a:gd name="connsiteY213" fmla="*/ 92025 h 289844"/>
                <a:gd name="connsiteX214" fmla="*/ 2084456 w 2912392"/>
                <a:gd name="connsiteY214" fmla="*/ 89456 h 289844"/>
                <a:gd name="connsiteX215" fmla="*/ 2094200 w 2912392"/>
                <a:gd name="connsiteY215" fmla="*/ 86837 h 289844"/>
                <a:gd name="connsiteX216" fmla="*/ 2103944 w 2912392"/>
                <a:gd name="connsiteY216" fmla="*/ 84173 h 289844"/>
                <a:gd name="connsiteX217" fmla="*/ 2113673 w 2912392"/>
                <a:gd name="connsiteY217" fmla="*/ 81469 h 289844"/>
                <a:gd name="connsiteX218" fmla="*/ 2123417 w 2912392"/>
                <a:gd name="connsiteY218" fmla="*/ 78729 h 289844"/>
                <a:gd name="connsiteX219" fmla="*/ 2133161 w 2912392"/>
                <a:gd name="connsiteY219" fmla="*/ 75958 h 289844"/>
                <a:gd name="connsiteX220" fmla="*/ 2142905 w 2912392"/>
                <a:gd name="connsiteY220" fmla="*/ 73163 h 289844"/>
                <a:gd name="connsiteX221" fmla="*/ 2152649 w 2912392"/>
                <a:gd name="connsiteY221" fmla="*/ 70348 h 289844"/>
                <a:gd name="connsiteX222" fmla="*/ 2162377 w 2912392"/>
                <a:gd name="connsiteY222" fmla="*/ 67518 h 289844"/>
                <a:gd name="connsiteX223" fmla="*/ 2172121 w 2912392"/>
                <a:gd name="connsiteY223" fmla="*/ 64679 h 289844"/>
                <a:gd name="connsiteX224" fmla="*/ 2181865 w 2912392"/>
                <a:gd name="connsiteY224" fmla="*/ 61835 h 289844"/>
                <a:gd name="connsiteX225" fmla="*/ 2191609 w 2912392"/>
                <a:gd name="connsiteY225" fmla="*/ 58992 h 289844"/>
                <a:gd name="connsiteX226" fmla="*/ 2201338 w 2912392"/>
                <a:gd name="connsiteY226" fmla="*/ 56157 h 289844"/>
                <a:gd name="connsiteX227" fmla="*/ 2211082 w 2912392"/>
                <a:gd name="connsiteY227" fmla="*/ 53334 h 289844"/>
                <a:gd name="connsiteX228" fmla="*/ 2220826 w 2912392"/>
                <a:gd name="connsiteY228" fmla="*/ 50527 h 289844"/>
                <a:gd name="connsiteX229" fmla="*/ 2230570 w 2912392"/>
                <a:gd name="connsiteY229" fmla="*/ 47744 h 289844"/>
                <a:gd name="connsiteX230" fmla="*/ 2240299 w 2912392"/>
                <a:gd name="connsiteY230" fmla="*/ 44989 h 289844"/>
                <a:gd name="connsiteX231" fmla="*/ 2250043 w 2912392"/>
                <a:gd name="connsiteY231" fmla="*/ 42267 h 289844"/>
                <a:gd name="connsiteX232" fmla="*/ 2259787 w 2912392"/>
                <a:gd name="connsiteY232" fmla="*/ 39585 h 289844"/>
                <a:gd name="connsiteX233" fmla="*/ 2269531 w 2912392"/>
                <a:gd name="connsiteY233" fmla="*/ 36946 h 289844"/>
                <a:gd name="connsiteX234" fmla="*/ 2279260 w 2912392"/>
                <a:gd name="connsiteY234" fmla="*/ 34359 h 289844"/>
                <a:gd name="connsiteX235" fmla="*/ 2289004 w 2912392"/>
                <a:gd name="connsiteY235" fmla="*/ 31824 h 289844"/>
                <a:gd name="connsiteX236" fmla="*/ 2298748 w 2912392"/>
                <a:gd name="connsiteY236" fmla="*/ 29351 h 289844"/>
                <a:gd name="connsiteX237" fmla="*/ 2308492 w 2912392"/>
                <a:gd name="connsiteY237" fmla="*/ 26943 h 289844"/>
                <a:gd name="connsiteX238" fmla="*/ 2318236 w 2912392"/>
                <a:gd name="connsiteY238" fmla="*/ 24606 h 289844"/>
                <a:gd name="connsiteX239" fmla="*/ 2327965 w 2912392"/>
                <a:gd name="connsiteY239" fmla="*/ 22345 h 289844"/>
                <a:gd name="connsiteX240" fmla="*/ 2337709 w 2912392"/>
                <a:gd name="connsiteY240" fmla="*/ 20164 h 289844"/>
                <a:gd name="connsiteX241" fmla="*/ 2347453 w 2912392"/>
                <a:gd name="connsiteY241" fmla="*/ 18069 h 289844"/>
                <a:gd name="connsiteX242" fmla="*/ 2357197 w 2912392"/>
                <a:gd name="connsiteY242" fmla="*/ 16066 h 289844"/>
                <a:gd name="connsiteX243" fmla="*/ 2366926 w 2912392"/>
                <a:gd name="connsiteY243" fmla="*/ 14157 h 289844"/>
                <a:gd name="connsiteX244" fmla="*/ 2376670 w 2912392"/>
                <a:gd name="connsiteY244" fmla="*/ 12350 h 289844"/>
                <a:gd name="connsiteX245" fmla="*/ 2386413 w 2912392"/>
                <a:gd name="connsiteY245" fmla="*/ 10648 h 289844"/>
                <a:gd name="connsiteX246" fmla="*/ 2396157 w 2912392"/>
                <a:gd name="connsiteY246" fmla="*/ 9056 h 289844"/>
                <a:gd name="connsiteX247" fmla="*/ 2405886 w 2912392"/>
                <a:gd name="connsiteY247" fmla="*/ 7578 h 289844"/>
                <a:gd name="connsiteX248" fmla="*/ 2415630 w 2912392"/>
                <a:gd name="connsiteY248" fmla="*/ 6217 h 289844"/>
                <a:gd name="connsiteX249" fmla="*/ 2425374 w 2912392"/>
                <a:gd name="connsiteY249" fmla="*/ 4981 h 289844"/>
                <a:gd name="connsiteX250" fmla="*/ 2435118 w 2912392"/>
                <a:gd name="connsiteY250" fmla="*/ 3872 h 289844"/>
                <a:gd name="connsiteX251" fmla="*/ 2444862 w 2912392"/>
                <a:gd name="connsiteY251" fmla="*/ 2895 h 289844"/>
                <a:gd name="connsiteX252" fmla="*/ 2454591 w 2912392"/>
                <a:gd name="connsiteY252" fmla="*/ 2053 h 289844"/>
                <a:gd name="connsiteX253" fmla="*/ 2464335 w 2912392"/>
                <a:gd name="connsiteY253" fmla="*/ 1350 h 289844"/>
                <a:gd name="connsiteX254" fmla="*/ 2474079 w 2912392"/>
                <a:gd name="connsiteY254" fmla="*/ 790 h 289844"/>
                <a:gd name="connsiteX255" fmla="*/ 2483823 w 2912392"/>
                <a:gd name="connsiteY255" fmla="*/ 375 h 289844"/>
                <a:gd name="connsiteX256" fmla="*/ 2493552 w 2912392"/>
                <a:gd name="connsiteY256" fmla="*/ 112 h 289844"/>
                <a:gd name="connsiteX257" fmla="*/ 2503296 w 2912392"/>
                <a:gd name="connsiteY257" fmla="*/ 0 h 289844"/>
                <a:gd name="connsiteX258" fmla="*/ 2513040 w 2912392"/>
                <a:gd name="connsiteY258" fmla="*/ 43 h 289844"/>
                <a:gd name="connsiteX259" fmla="*/ 2522784 w 2912392"/>
                <a:gd name="connsiteY259" fmla="*/ 244 h 289844"/>
                <a:gd name="connsiteX260" fmla="*/ 2532513 w 2912392"/>
                <a:gd name="connsiteY260" fmla="*/ 608 h 289844"/>
                <a:gd name="connsiteX261" fmla="*/ 2542257 w 2912392"/>
                <a:gd name="connsiteY261" fmla="*/ 1134 h 289844"/>
                <a:gd name="connsiteX262" fmla="*/ 2552001 w 2912392"/>
                <a:gd name="connsiteY262" fmla="*/ 1824 h 289844"/>
                <a:gd name="connsiteX263" fmla="*/ 2561745 w 2912392"/>
                <a:gd name="connsiteY263" fmla="*/ 2680 h 289844"/>
                <a:gd name="connsiteX264" fmla="*/ 2571474 w 2912392"/>
                <a:gd name="connsiteY264" fmla="*/ 3705 h 289844"/>
                <a:gd name="connsiteX265" fmla="*/ 2581218 w 2912392"/>
                <a:gd name="connsiteY265" fmla="*/ 4900 h 289844"/>
                <a:gd name="connsiteX266" fmla="*/ 2590962 w 2912392"/>
                <a:gd name="connsiteY266" fmla="*/ 6265 h 289844"/>
                <a:gd name="connsiteX267" fmla="*/ 2600705 w 2912392"/>
                <a:gd name="connsiteY267" fmla="*/ 7800 h 289844"/>
                <a:gd name="connsiteX268" fmla="*/ 2610449 w 2912392"/>
                <a:gd name="connsiteY268" fmla="*/ 9507 h 289844"/>
                <a:gd name="connsiteX269" fmla="*/ 2620178 w 2912392"/>
                <a:gd name="connsiteY269" fmla="*/ 11384 h 289844"/>
                <a:gd name="connsiteX270" fmla="*/ 2629922 w 2912392"/>
                <a:gd name="connsiteY270" fmla="*/ 13433 h 289844"/>
                <a:gd name="connsiteX271" fmla="*/ 2639666 w 2912392"/>
                <a:gd name="connsiteY271" fmla="*/ 15650 h 289844"/>
                <a:gd name="connsiteX272" fmla="*/ 2649410 w 2912392"/>
                <a:gd name="connsiteY272" fmla="*/ 18038 h 289844"/>
                <a:gd name="connsiteX273" fmla="*/ 2659139 w 2912392"/>
                <a:gd name="connsiteY273" fmla="*/ 20592 h 289844"/>
                <a:gd name="connsiteX274" fmla="*/ 2668883 w 2912392"/>
                <a:gd name="connsiteY274" fmla="*/ 23312 h 289844"/>
                <a:gd name="connsiteX275" fmla="*/ 2678627 w 2912392"/>
                <a:gd name="connsiteY275" fmla="*/ 26197 h 289844"/>
                <a:gd name="connsiteX276" fmla="*/ 2688371 w 2912392"/>
                <a:gd name="connsiteY276" fmla="*/ 29244 h 289844"/>
                <a:gd name="connsiteX277" fmla="*/ 2698100 w 2912392"/>
                <a:gd name="connsiteY277" fmla="*/ 32447 h 289844"/>
                <a:gd name="connsiteX278" fmla="*/ 2707844 w 2912392"/>
                <a:gd name="connsiteY278" fmla="*/ 35807 h 289844"/>
                <a:gd name="connsiteX279" fmla="*/ 2717588 w 2912392"/>
                <a:gd name="connsiteY279" fmla="*/ 39318 h 289844"/>
                <a:gd name="connsiteX280" fmla="*/ 2727332 w 2912392"/>
                <a:gd name="connsiteY280" fmla="*/ 42978 h 289844"/>
                <a:gd name="connsiteX281" fmla="*/ 2737076 w 2912392"/>
                <a:gd name="connsiteY281" fmla="*/ 46780 h 289844"/>
                <a:gd name="connsiteX282" fmla="*/ 2746805 w 2912392"/>
                <a:gd name="connsiteY282" fmla="*/ 50722 h 289844"/>
                <a:gd name="connsiteX283" fmla="*/ 2756549 w 2912392"/>
                <a:gd name="connsiteY283" fmla="*/ 54797 h 289844"/>
                <a:gd name="connsiteX284" fmla="*/ 2766293 w 2912392"/>
                <a:gd name="connsiteY284" fmla="*/ 59001 h 289844"/>
                <a:gd name="connsiteX285" fmla="*/ 2776037 w 2912392"/>
                <a:gd name="connsiteY285" fmla="*/ 63328 h 289844"/>
                <a:gd name="connsiteX286" fmla="*/ 2785766 w 2912392"/>
                <a:gd name="connsiteY286" fmla="*/ 67772 h 289844"/>
                <a:gd name="connsiteX287" fmla="*/ 2795510 w 2912392"/>
                <a:gd name="connsiteY287" fmla="*/ 72327 h 289844"/>
                <a:gd name="connsiteX288" fmla="*/ 2805254 w 2912392"/>
                <a:gd name="connsiteY288" fmla="*/ 76986 h 289844"/>
                <a:gd name="connsiteX289" fmla="*/ 2814998 w 2912392"/>
                <a:gd name="connsiteY289" fmla="*/ 81742 h 289844"/>
                <a:gd name="connsiteX290" fmla="*/ 2824727 w 2912392"/>
                <a:gd name="connsiteY290" fmla="*/ 86587 h 289844"/>
                <a:gd name="connsiteX291" fmla="*/ 2834471 w 2912392"/>
                <a:gd name="connsiteY291" fmla="*/ 91514 h 289844"/>
                <a:gd name="connsiteX292" fmla="*/ 2844215 w 2912392"/>
                <a:gd name="connsiteY292" fmla="*/ 96517 h 289844"/>
                <a:gd name="connsiteX293" fmla="*/ 2853958 w 2912392"/>
                <a:gd name="connsiteY293" fmla="*/ 101586 h 289844"/>
                <a:gd name="connsiteX294" fmla="*/ 2863687 w 2912392"/>
                <a:gd name="connsiteY294" fmla="*/ 106712 h 289844"/>
                <a:gd name="connsiteX295" fmla="*/ 2873431 w 2912392"/>
                <a:gd name="connsiteY295" fmla="*/ 111890 h 289844"/>
                <a:gd name="connsiteX296" fmla="*/ 2883175 w 2912392"/>
                <a:gd name="connsiteY296" fmla="*/ 117107 h 289844"/>
                <a:gd name="connsiteX297" fmla="*/ 2892919 w 2912392"/>
                <a:gd name="connsiteY297" fmla="*/ 122358 h 289844"/>
                <a:gd name="connsiteX298" fmla="*/ 2902663 w 2912392"/>
                <a:gd name="connsiteY298" fmla="*/ 127632 h 289844"/>
                <a:gd name="connsiteX299" fmla="*/ 2912392 w 2912392"/>
                <a:gd name="connsiteY299" fmla="*/ 132921 h 289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289844">
                  <a:moveTo>
                    <a:pt x="0" y="289845"/>
                  </a:moveTo>
                  <a:lnTo>
                    <a:pt x="9739" y="287303"/>
                  </a:lnTo>
                  <a:lnTo>
                    <a:pt x="19480" y="284615"/>
                  </a:lnTo>
                  <a:lnTo>
                    <a:pt x="29221" y="281786"/>
                  </a:lnTo>
                  <a:lnTo>
                    <a:pt x="38961" y="278818"/>
                  </a:lnTo>
                  <a:lnTo>
                    <a:pt x="48702" y="275718"/>
                  </a:lnTo>
                  <a:lnTo>
                    <a:pt x="58443" y="272490"/>
                  </a:lnTo>
                  <a:lnTo>
                    <a:pt x="68182" y="269141"/>
                  </a:lnTo>
                  <a:lnTo>
                    <a:pt x="77923" y="265677"/>
                  </a:lnTo>
                  <a:lnTo>
                    <a:pt x="87664" y="262107"/>
                  </a:lnTo>
                  <a:lnTo>
                    <a:pt x="97404" y="258435"/>
                  </a:lnTo>
                  <a:lnTo>
                    <a:pt x="107145" y="254671"/>
                  </a:lnTo>
                  <a:lnTo>
                    <a:pt x="116886" y="250823"/>
                  </a:lnTo>
                  <a:lnTo>
                    <a:pt x="126625" y="246898"/>
                  </a:lnTo>
                  <a:lnTo>
                    <a:pt x="136366" y="242907"/>
                  </a:lnTo>
                  <a:lnTo>
                    <a:pt x="146107" y="238857"/>
                  </a:lnTo>
                  <a:lnTo>
                    <a:pt x="155846" y="234760"/>
                  </a:lnTo>
                  <a:lnTo>
                    <a:pt x="165587" y="230626"/>
                  </a:lnTo>
                  <a:lnTo>
                    <a:pt x="175328" y="226462"/>
                  </a:lnTo>
                  <a:lnTo>
                    <a:pt x="185068" y="222278"/>
                  </a:lnTo>
                  <a:lnTo>
                    <a:pt x="194809" y="218088"/>
                  </a:lnTo>
                  <a:lnTo>
                    <a:pt x="204550" y="213899"/>
                  </a:lnTo>
                  <a:lnTo>
                    <a:pt x="214289" y="209723"/>
                  </a:lnTo>
                  <a:lnTo>
                    <a:pt x="224030" y="205570"/>
                  </a:lnTo>
                  <a:lnTo>
                    <a:pt x="233771" y="201451"/>
                  </a:lnTo>
                  <a:lnTo>
                    <a:pt x="243510" y="197376"/>
                  </a:lnTo>
                  <a:lnTo>
                    <a:pt x="253251" y="193356"/>
                  </a:lnTo>
                  <a:lnTo>
                    <a:pt x="262992" y="189400"/>
                  </a:lnTo>
                  <a:lnTo>
                    <a:pt x="272732" y="185519"/>
                  </a:lnTo>
                  <a:lnTo>
                    <a:pt x="282473" y="181724"/>
                  </a:lnTo>
                  <a:lnTo>
                    <a:pt x="292214" y="178022"/>
                  </a:lnTo>
                  <a:lnTo>
                    <a:pt x="301953" y="174425"/>
                  </a:lnTo>
                  <a:lnTo>
                    <a:pt x="311694" y="170942"/>
                  </a:lnTo>
                  <a:lnTo>
                    <a:pt x="321435" y="167582"/>
                  </a:lnTo>
                  <a:lnTo>
                    <a:pt x="331175" y="164352"/>
                  </a:lnTo>
                  <a:lnTo>
                    <a:pt x="340916" y="161261"/>
                  </a:lnTo>
                  <a:lnTo>
                    <a:pt x="350656" y="158317"/>
                  </a:lnTo>
                  <a:lnTo>
                    <a:pt x="360396" y="155526"/>
                  </a:lnTo>
                  <a:lnTo>
                    <a:pt x="370137" y="152898"/>
                  </a:lnTo>
                  <a:lnTo>
                    <a:pt x="379878" y="150436"/>
                  </a:lnTo>
                  <a:lnTo>
                    <a:pt x="389617" y="148148"/>
                  </a:lnTo>
                  <a:lnTo>
                    <a:pt x="399358" y="146037"/>
                  </a:lnTo>
                  <a:lnTo>
                    <a:pt x="409099" y="144110"/>
                  </a:lnTo>
                  <a:lnTo>
                    <a:pt x="418839" y="142370"/>
                  </a:lnTo>
                  <a:lnTo>
                    <a:pt x="428580" y="140822"/>
                  </a:lnTo>
                  <a:lnTo>
                    <a:pt x="438321" y="139466"/>
                  </a:lnTo>
                  <a:lnTo>
                    <a:pt x="448060" y="138307"/>
                  </a:lnTo>
                  <a:lnTo>
                    <a:pt x="457801" y="137346"/>
                  </a:lnTo>
                  <a:lnTo>
                    <a:pt x="467542" y="136583"/>
                  </a:lnTo>
                  <a:lnTo>
                    <a:pt x="477281" y="136019"/>
                  </a:lnTo>
                  <a:lnTo>
                    <a:pt x="487022" y="135654"/>
                  </a:lnTo>
                  <a:lnTo>
                    <a:pt x="496763" y="135485"/>
                  </a:lnTo>
                  <a:lnTo>
                    <a:pt x="506503" y="135514"/>
                  </a:lnTo>
                  <a:lnTo>
                    <a:pt x="516244" y="135736"/>
                  </a:lnTo>
                  <a:lnTo>
                    <a:pt x="525985" y="136148"/>
                  </a:lnTo>
                  <a:lnTo>
                    <a:pt x="535724" y="136749"/>
                  </a:lnTo>
                  <a:lnTo>
                    <a:pt x="545465" y="137533"/>
                  </a:lnTo>
                  <a:lnTo>
                    <a:pt x="555206" y="138493"/>
                  </a:lnTo>
                  <a:lnTo>
                    <a:pt x="564946" y="139629"/>
                  </a:lnTo>
                  <a:lnTo>
                    <a:pt x="574687" y="140931"/>
                  </a:lnTo>
                  <a:lnTo>
                    <a:pt x="584428" y="142392"/>
                  </a:lnTo>
                  <a:lnTo>
                    <a:pt x="594167" y="144008"/>
                  </a:lnTo>
                  <a:lnTo>
                    <a:pt x="603908" y="145770"/>
                  </a:lnTo>
                  <a:lnTo>
                    <a:pt x="613649" y="147670"/>
                  </a:lnTo>
                  <a:lnTo>
                    <a:pt x="623388" y="149697"/>
                  </a:lnTo>
                  <a:lnTo>
                    <a:pt x="633129" y="151847"/>
                  </a:lnTo>
                  <a:lnTo>
                    <a:pt x="642870" y="154108"/>
                  </a:lnTo>
                  <a:lnTo>
                    <a:pt x="652610" y="156469"/>
                  </a:lnTo>
                  <a:lnTo>
                    <a:pt x="662351" y="158923"/>
                  </a:lnTo>
                  <a:lnTo>
                    <a:pt x="672092" y="161459"/>
                  </a:lnTo>
                  <a:lnTo>
                    <a:pt x="681831" y="164063"/>
                  </a:lnTo>
                  <a:lnTo>
                    <a:pt x="691572" y="166730"/>
                  </a:lnTo>
                  <a:lnTo>
                    <a:pt x="701313" y="169445"/>
                  </a:lnTo>
                  <a:lnTo>
                    <a:pt x="711052" y="172198"/>
                  </a:lnTo>
                  <a:lnTo>
                    <a:pt x="720793" y="174978"/>
                  </a:lnTo>
                  <a:lnTo>
                    <a:pt x="730534" y="177773"/>
                  </a:lnTo>
                  <a:lnTo>
                    <a:pt x="740274" y="180574"/>
                  </a:lnTo>
                  <a:lnTo>
                    <a:pt x="750015" y="183369"/>
                  </a:lnTo>
                  <a:lnTo>
                    <a:pt x="759756" y="186146"/>
                  </a:lnTo>
                  <a:lnTo>
                    <a:pt x="769495" y="188895"/>
                  </a:lnTo>
                  <a:lnTo>
                    <a:pt x="779236" y="191604"/>
                  </a:lnTo>
                  <a:lnTo>
                    <a:pt x="788977" y="194263"/>
                  </a:lnTo>
                  <a:lnTo>
                    <a:pt x="798717" y="196863"/>
                  </a:lnTo>
                  <a:lnTo>
                    <a:pt x="808458" y="199393"/>
                  </a:lnTo>
                  <a:lnTo>
                    <a:pt x="818199" y="201842"/>
                  </a:lnTo>
                  <a:lnTo>
                    <a:pt x="827938" y="204202"/>
                  </a:lnTo>
                  <a:lnTo>
                    <a:pt x="837679" y="206464"/>
                  </a:lnTo>
                  <a:lnTo>
                    <a:pt x="847420" y="208618"/>
                  </a:lnTo>
                  <a:lnTo>
                    <a:pt x="857159" y="210658"/>
                  </a:lnTo>
                  <a:lnTo>
                    <a:pt x="866900" y="212574"/>
                  </a:lnTo>
                  <a:lnTo>
                    <a:pt x="876641" y="214361"/>
                  </a:lnTo>
                  <a:lnTo>
                    <a:pt x="886381" y="216010"/>
                  </a:lnTo>
                  <a:lnTo>
                    <a:pt x="896122" y="217516"/>
                  </a:lnTo>
                  <a:lnTo>
                    <a:pt x="905863" y="218875"/>
                  </a:lnTo>
                  <a:lnTo>
                    <a:pt x="915602" y="220079"/>
                  </a:lnTo>
                  <a:lnTo>
                    <a:pt x="925343" y="221126"/>
                  </a:lnTo>
                  <a:lnTo>
                    <a:pt x="935084" y="222011"/>
                  </a:lnTo>
                  <a:lnTo>
                    <a:pt x="944824" y="222732"/>
                  </a:lnTo>
                  <a:lnTo>
                    <a:pt x="954564" y="223285"/>
                  </a:lnTo>
                  <a:lnTo>
                    <a:pt x="964305" y="223671"/>
                  </a:lnTo>
                  <a:lnTo>
                    <a:pt x="974045" y="223885"/>
                  </a:lnTo>
                  <a:lnTo>
                    <a:pt x="983786" y="223930"/>
                  </a:lnTo>
                  <a:lnTo>
                    <a:pt x="993522" y="223804"/>
                  </a:lnTo>
                  <a:lnTo>
                    <a:pt x="1003266" y="223509"/>
                  </a:lnTo>
                  <a:lnTo>
                    <a:pt x="1013010" y="223044"/>
                  </a:lnTo>
                  <a:lnTo>
                    <a:pt x="1022754" y="222415"/>
                  </a:lnTo>
                  <a:lnTo>
                    <a:pt x="1032483" y="221622"/>
                  </a:lnTo>
                  <a:lnTo>
                    <a:pt x="1042227" y="220669"/>
                  </a:lnTo>
                  <a:lnTo>
                    <a:pt x="1051971" y="219560"/>
                  </a:lnTo>
                  <a:lnTo>
                    <a:pt x="1061715" y="218300"/>
                  </a:lnTo>
                  <a:lnTo>
                    <a:pt x="1071444" y="216892"/>
                  </a:lnTo>
                  <a:lnTo>
                    <a:pt x="1081188" y="215344"/>
                  </a:lnTo>
                  <a:lnTo>
                    <a:pt x="1090932" y="213660"/>
                  </a:lnTo>
                  <a:lnTo>
                    <a:pt x="1100676" y="211849"/>
                  </a:lnTo>
                  <a:lnTo>
                    <a:pt x="1110405" y="209915"/>
                  </a:lnTo>
                  <a:lnTo>
                    <a:pt x="1120149" y="207866"/>
                  </a:lnTo>
                  <a:lnTo>
                    <a:pt x="1129893" y="205712"/>
                  </a:lnTo>
                  <a:lnTo>
                    <a:pt x="1139637" y="203457"/>
                  </a:lnTo>
                  <a:lnTo>
                    <a:pt x="1149381" y="201114"/>
                  </a:lnTo>
                  <a:lnTo>
                    <a:pt x="1159110" y="198688"/>
                  </a:lnTo>
                  <a:lnTo>
                    <a:pt x="1168854" y="196190"/>
                  </a:lnTo>
                  <a:lnTo>
                    <a:pt x="1178598" y="193627"/>
                  </a:lnTo>
                  <a:lnTo>
                    <a:pt x="1188341" y="191009"/>
                  </a:lnTo>
                  <a:lnTo>
                    <a:pt x="1198070" y="188347"/>
                  </a:lnTo>
                  <a:lnTo>
                    <a:pt x="1207814" y="185647"/>
                  </a:lnTo>
                  <a:lnTo>
                    <a:pt x="1217558" y="182919"/>
                  </a:lnTo>
                  <a:lnTo>
                    <a:pt x="1227302" y="180175"/>
                  </a:lnTo>
                  <a:lnTo>
                    <a:pt x="1237031" y="177421"/>
                  </a:lnTo>
                  <a:lnTo>
                    <a:pt x="1246775" y="174668"/>
                  </a:lnTo>
                  <a:lnTo>
                    <a:pt x="1256519" y="171925"/>
                  </a:lnTo>
                  <a:lnTo>
                    <a:pt x="1266263" y="169200"/>
                  </a:lnTo>
                  <a:lnTo>
                    <a:pt x="1276007" y="166502"/>
                  </a:lnTo>
                  <a:lnTo>
                    <a:pt x="1285736" y="163838"/>
                  </a:lnTo>
                  <a:lnTo>
                    <a:pt x="1295480" y="161219"/>
                  </a:lnTo>
                  <a:lnTo>
                    <a:pt x="1305224" y="158649"/>
                  </a:lnTo>
                  <a:lnTo>
                    <a:pt x="1314968" y="156138"/>
                  </a:lnTo>
                  <a:lnTo>
                    <a:pt x="1324697" y="153693"/>
                  </a:lnTo>
                  <a:lnTo>
                    <a:pt x="1334441" y="151319"/>
                  </a:lnTo>
                  <a:lnTo>
                    <a:pt x="1344185" y="149023"/>
                  </a:lnTo>
                  <a:lnTo>
                    <a:pt x="1353929" y="146812"/>
                  </a:lnTo>
                  <a:lnTo>
                    <a:pt x="1363658" y="144688"/>
                  </a:lnTo>
                  <a:lnTo>
                    <a:pt x="1373402" y="142658"/>
                  </a:lnTo>
                  <a:lnTo>
                    <a:pt x="1383146" y="140727"/>
                  </a:lnTo>
                  <a:lnTo>
                    <a:pt x="1392890" y="138896"/>
                  </a:lnTo>
                  <a:lnTo>
                    <a:pt x="1402619" y="137170"/>
                  </a:lnTo>
                  <a:lnTo>
                    <a:pt x="1412363" y="135552"/>
                  </a:lnTo>
                  <a:lnTo>
                    <a:pt x="1422106" y="134043"/>
                  </a:lnTo>
                  <a:lnTo>
                    <a:pt x="1431850" y="132644"/>
                  </a:lnTo>
                  <a:lnTo>
                    <a:pt x="1441594" y="131358"/>
                  </a:lnTo>
                  <a:lnTo>
                    <a:pt x="1451323" y="130183"/>
                  </a:lnTo>
                  <a:lnTo>
                    <a:pt x="1461067" y="129121"/>
                  </a:lnTo>
                  <a:lnTo>
                    <a:pt x="1470811" y="128168"/>
                  </a:lnTo>
                  <a:lnTo>
                    <a:pt x="1480555" y="127327"/>
                  </a:lnTo>
                  <a:lnTo>
                    <a:pt x="1490284" y="126594"/>
                  </a:lnTo>
                  <a:lnTo>
                    <a:pt x="1500028" y="125966"/>
                  </a:lnTo>
                  <a:lnTo>
                    <a:pt x="1509772" y="125442"/>
                  </a:lnTo>
                  <a:lnTo>
                    <a:pt x="1519516" y="125016"/>
                  </a:lnTo>
                  <a:lnTo>
                    <a:pt x="1529245" y="124688"/>
                  </a:lnTo>
                  <a:lnTo>
                    <a:pt x="1538989" y="124451"/>
                  </a:lnTo>
                  <a:lnTo>
                    <a:pt x="1548733" y="124302"/>
                  </a:lnTo>
                  <a:lnTo>
                    <a:pt x="1558477" y="124235"/>
                  </a:lnTo>
                  <a:lnTo>
                    <a:pt x="1568221" y="124247"/>
                  </a:lnTo>
                  <a:lnTo>
                    <a:pt x="1577950" y="124329"/>
                  </a:lnTo>
                  <a:lnTo>
                    <a:pt x="1587694" y="124478"/>
                  </a:lnTo>
                  <a:lnTo>
                    <a:pt x="1597438" y="124685"/>
                  </a:lnTo>
                  <a:lnTo>
                    <a:pt x="1607182" y="124947"/>
                  </a:lnTo>
                  <a:lnTo>
                    <a:pt x="1616911" y="125256"/>
                  </a:lnTo>
                  <a:lnTo>
                    <a:pt x="1626655" y="125604"/>
                  </a:lnTo>
                  <a:lnTo>
                    <a:pt x="1636399" y="125986"/>
                  </a:lnTo>
                  <a:lnTo>
                    <a:pt x="1646142" y="126394"/>
                  </a:lnTo>
                  <a:lnTo>
                    <a:pt x="1655872" y="126822"/>
                  </a:lnTo>
                  <a:lnTo>
                    <a:pt x="1665616" y="127261"/>
                  </a:lnTo>
                  <a:lnTo>
                    <a:pt x="1675359" y="127705"/>
                  </a:lnTo>
                  <a:lnTo>
                    <a:pt x="1685103" y="128149"/>
                  </a:lnTo>
                  <a:lnTo>
                    <a:pt x="1694832" y="128583"/>
                  </a:lnTo>
                  <a:lnTo>
                    <a:pt x="1704576" y="129001"/>
                  </a:lnTo>
                  <a:lnTo>
                    <a:pt x="1714320" y="129398"/>
                  </a:lnTo>
                  <a:lnTo>
                    <a:pt x="1724064" y="129764"/>
                  </a:lnTo>
                  <a:lnTo>
                    <a:pt x="1733808" y="130096"/>
                  </a:lnTo>
                  <a:lnTo>
                    <a:pt x="1743537" y="130387"/>
                  </a:lnTo>
                  <a:lnTo>
                    <a:pt x="1753281" y="130628"/>
                  </a:lnTo>
                  <a:lnTo>
                    <a:pt x="1763025" y="130817"/>
                  </a:lnTo>
                  <a:lnTo>
                    <a:pt x="1772769" y="130949"/>
                  </a:lnTo>
                  <a:lnTo>
                    <a:pt x="1782498" y="131016"/>
                  </a:lnTo>
                  <a:lnTo>
                    <a:pt x="1792242" y="131013"/>
                  </a:lnTo>
                  <a:lnTo>
                    <a:pt x="1801986" y="130938"/>
                  </a:lnTo>
                  <a:lnTo>
                    <a:pt x="1811730" y="130785"/>
                  </a:lnTo>
                  <a:lnTo>
                    <a:pt x="1821459" y="130551"/>
                  </a:lnTo>
                  <a:lnTo>
                    <a:pt x="1831203" y="130231"/>
                  </a:lnTo>
                  <a:lnTo>
                    <a:pt x="1840947" y="129824"/>
                  </a:lnTo>
                  <a:lnTo>
                    <a:pt x="1850691" y="129326"/>
                  </a:lnTo>
                  <a:lnTo>
                    <a:pt x="1860435" y="128736"/>
                  </a:lnTo>
                  <a:lnTo>
                    <a:pt x="1870164" y="128049"/>
                  </a:lnTo>
                  <a:lnTo>
                    <a:pt x="1879908" y="127267"/>
                  </a:lnTo>
                  <a:lnTo>
                    <a:pt x="1889652" y="126387"/>
                  </a:lnTo>
                  <a:lnTo>
                    <a:pt x="1899395" y="125408"/>
                  </a:lnTo>
                  <a:lnTo>
                    <a:pt x="1909124" y="124329"/>
                  </a:lnTo>
                  <a:lnTo>
                    <a:pt x="1918868" y="123152"/>
                  </a:lnTo>
                  <a:lnTo>
                    <a:pt x="1928612" y="121875"/>
                  </a:lnTo>
                  <a:lnTo>
                    <a:pt x="1938356" y="120501"/>
                  </a:lnTo>
                  <a:lnTo>
                    <a:pt x="1948085" y="119029"/>
                  </a:lnTo>
                  <a:lnTo>
                    <a:pt x="1957829" y="117461"/>
                  </a:lnTo>
                  <a:lnTo>
                    <a:pt x="1967573" y="115798"/>
                  </a:lnTo>
                  <a:lnTo>
                    <a:pt x="1977317" y="114043"/>
                  </a:lnTo>
                  <a:lnTo>
                    <a:pt x="1987046" y="112197"/>
                  </a:lnTo>
                  <a:lnTo>
                    <a:pt x="1996790" y="110264"/>
                  </a:lnTo>
                  <a:lnTo>
                    <a:pt x="2006534" y="108246"/>
                  </a:lnTo>
                  <a:lnTo>
                    <a:pt x="2016278" y="106145"/>
                  </a:lnTo>
                  <a:lnTo>
                    <a:pt x="2026022" y="103967"/>
                  </a:lnTo>
                  <a:lnTo>
                    <a:pt x="2035751" y="101712"/>
                  </a:lnTo>
                  <a:lnTo>
                    <a:pt x="2045495" y="99388"/>
                  </a:lnTo>
                  <a:lnTo>
                    <a:pt x="2055239" y="96995"/>
                  </a:lnTo>
                  <a:lnTo>
                    <a:pt x="2064983" y="94540"/>
                  </a:lnTo>
                  <a:lnTo>
                    <a:pt x="2074712" y="92025"/>
                  </a:lnTo>
                  <a:lnTo>
                    <a:pt x="2084456" y="89456"/>
                  </a:lnTo>
                  <a:lnTo>
                    <a:pt x="2094200" y="86837"/>
                  </a:lnTo>
                  <a:lnTo>
                    <a:pt x="2103944" y="84173"/>
                  </a:lnTo>
                  <a:lnTo>
                    <a:pt x="2113673" y="81469"/>
                  </a:lnTo>
                  <a:lnTo>
                    <a:pt x="2123417" y="78729"/>
                  </a:lnTo>
                  <a:lnTo>
                    <a:pt x="2133161" y="75958"/>
                  </a:lnTo>
                  <a:lnTo>
                    <a:pt x="2142905" y="73163"/>
                  </a:lnTo>
                  <a:lnTo>
                    <a:pt x="2152649" y="70348"/>
                  </a:lnTo>
                  <a:lnTo>
                    <a:pt x="2162377" y="67518"/>
                  </a:lnTo>
                  <a:lnTo>
                    <a:pt x="2172121" y="64679"/>
                  </a:lnTo>
                  <a:lnTo>
                    <a:pt x="2181865" y="61835"/>
                  </a:lnTo>
                  <a:lnTo>
                    <a:pt x="2191609" y="58992"/>
                  </a:lnTo>
                  <a:lnTo>
                    <a:pt x="2201338" y="56157"/>
                  </a:lnTo>
                  <a:lnTo>
                    <a:pt x="2211082" y="53334"/>
                  </a:lnTo>
                  <a:lnTo>
                    <a:pt x="2220826" y="50527"/>
                  </a:lnTo>
                  <a:lnTo>
                    <a:pt x="2230570" y="47744"/>
                  </a:lnTo>
                  <a:lnTo>
                    <a:pt x="2240299" y="44989"/>
                  </a:lnTo>
                  <a:lnTo>
                    <a:pt x="2250043" y="42267"/>
                  </a:lnTo>
                  <a:lnTo>
                    <a:pt x="2259787" y="39585"/>
                  </a:lnTo>
                  <a:lnTo>
                    <a:pt x="2269531" y="36946"/>
                  </a:lnTo>
                  <a:lnTo>
                    <a:pt x="2279260" y="34359"/>
                  </a:lnTo>
                  <a:lnTo>
                    <a:pt x="2289004" y="31824"/>
                  </a:lnTo>
                  <a:lnTo>
                    <a:pt x="2298748" y="29351"/>
                  </a:lnTo>
                  <a:lnTo>
                    <a:pt x="2308492" y="26943"/>
                  </a:lnTo>
                  <a:lnTo>
                    <a:pt x="2318236" y="24606"/>
                  </a:lnTo>
                  <a:lnTo>
                    <a:pt x="2327965" y="22345"/>
                  </a:lnTo>
                  <a:lnTo>
                    <a:pt x="2337709" y="20164"/>
                  </a:lnTo>
                  <a:lnTo>
                    <a:pt x="2347453" y="18069"/>
                  </a:lnTo>
                  <a:lnTo>
                    <a:pt x="2357197" y="16066"/>
                  </a:lnTo>
                  <a:lnTo>
                    <a:pt x="2366926" y="14157"/>
                  </a:lnTo>
                  <a:lnTo>
                    <a:pt x="2376670" y="12350"/>
                  </a:lnTo>
                  <a:lnTo>
                    <a:pt x="2386413" y="10648"/>
                  </a:lnTo>
                  <a:lnTo>
                    <a:pt x="2396157" y="9056"/>
                  </a:lnTo>
                  <a:lnTo>
                    <a:pt x="2405886" y="7578"/>
                  </a:lnTo>
                  <a:lnTo>
                    <a:pt x="2415630" y="6217"/>
                  </a:lnTo>
                  <a:lnTo>
                    <a:pt x="2425374" y="4981"/>
                  </a:lnTo>
                  <a:lnTo>
                    <a:pt x="2435118" y="3872"/>
                  </a:lnTo>
                  <a:lnTo>
                    <a:pt x="2444862" y="2895"/>
                  </a:lnTo>
                  <a:lnTo>
                    <a:pt x="2454591" y="2053"/>
                  </a:lnTo>
                  <a:lnTo>
                    <a:pt x="2464335" y="1350"/>
                  </a:lnTo>
                  <a:lnTo>
                    <a:pt x="2474079" y="790"/>
                  </a:lnTo>
                  <a:lnTo>
                    <a:pt x="2483823" y="375"/>
                  </a:lnTo>
                  <a:lnTo>
                    <a:pt x="2493552" y="112"/>
                  </a:lnTo>
                  <a:lnTo>
                    <a:pt x="2503296" y="0"/>
                  </a:lnTo>
                  <a:lnTo>
                    <a:pt x="2513040" y="43"/>
                  </a:lnTo>
                  <a:lnTo>
                    <a:pt x="2522784" y="244"/>
                  </a:lnTo>
                  <a:lnTo>
                    <a:pt x="2532513" y="608"/>
                  </a:lnTo>
                  <a:lnTo>
                    <a:pt x="2542257" y="1134"/>
                  </a:lnTo>
                  <a:lnTo>
                    <a:pt x="2552001" y="1824"/>
                  </a:lnTo>
                  <a:lnTo>
                    <a:pt x="2561745" y="2680"/>
                  </a:lnTo>
                  <a:lnTo>
                    <a:pt x="2571474" y="3705"/>
                  </a:lnTo>
                  <a:lnTo>
                    <a:pt x="2581218" y="4900"/>
                  </a:lnTo>
                  <a:lnTo>
                    <a:pt x="2590962" y="6265"/>
                  </a:lnTo>
                  <a:lnTo>
                    <a:pt x="2600705" y="7800"/>
                  </a:lnTo>
                  <a:lnTo>
                    <a:pt x="2610449" y="9507"/>
                  </a:lnTo>
                  <a:lnTo>
                    <a:pt x="2620178" y="11384"/>
                  </a:lnTo>
                  <a:lnTo>
                    <a:pt x="2629922" y="13433"/>
                  </a:lnTo>
                  <a:lnTo>
                    <a:pt x="2639666" y="15650"/>
                  </a:lnTo>
                  <a:lnTo>
                    <a:pt x="2649410" y="18038"/>
                  </a:lnTo>
                  <a:lnTo>
                    <a:pt x="2659139" y="20592"/>
                  </a:lnTo>
                  <a:lnTo>
                    <a:pt x="2668883" y="23312"/>
                  </a:lnTo>
                  <a:lnTo>
                    <a:pt x="2678627" y="26197"/>
                  </a:lnTo>
                  <a:lnTo>
                    <a:pt x="2688371" y="29244"/>
                  </a:lnTo>
                  <a:lnTo>
                    <a:pt x="2698100" y="32447"/>
                  </a:lnTo>
                  <a:lnTo>
                    <a:pt x="2707844" y="35807"/>
                  </a:lnTo>
                  <a:lnTo>
                    <a:pt x="2717588" y="39318"/>
                  </a:lnTo>
                  <a:lnTo>
                    <a:pt x="2727332" y="42978"/>
                  </a:lnTo>
                  <a:lnTo>
                    <a:pt x="2737076" y="46780"/>
                  </a:lnTo>
                  <a:lnTo>
                    <a:pt x="2746805" y="50722"/>
                  </a:lnTo>
                  <a:lnTo>
                    <a:pt x="2756549" y="54797"/>
                  </a:lnTo>
                  <a:lnTo>
                    <a:pt x="2766293" y="59001"/>
                  </a:lnTo>
                  <a:lnTo>
                    <a:pt x="2776037" y="63328"/>
                  </a:lnTo>
                  <a:lnTo>
                    <a:pt x="2785766" y="67772"/>
                  </a:lnTo>
                  <a:lnTo>
                    <a:pt x="2795510" y="72327"/>
                  </a:lnTo>
                  <a:lnTo>
                    <a:pt x="2805254" y="76986"/>
                  </a:lnTo>
                  <a:lnTo>
                    <a:pt x="2814998" y="81742"/>
                  </a:lnTo>
                  <a:lnTo>
                    <a:pt x="2824727" y="86587"/>
                  </a:lnTo>
                  <a:lnTo>
                    <a:pt x="2834471" y="91514"/>
                  </a:lnTo>
                  <a:lnTo>
                    <a:pt x="2844215" y="96517"/>
                  </a:lnTo>
                  <a:lnTo>
                    <a:pt x="2853958" y="101586"/>
                  </a:lnTo>
                  <a:lnTo>
                    <a:pt x="2863687" y="106712"/>
                  </a:lnTo>
                  <a:lnTo>
                    <a:pt x="2873431" y="111890"/>
                  </a:lnTo>
                  <a:lnTo>
                    <a:pt x="2883175" y="117107"/>
                  </a:lnTo>
                  <a:lnTo>
                    <a:pt x="2892919" y="122358"/>
                  </a:lnTo>
                  <a:lnTo>
                    <a:pt x="2902663" y="127632"/>
                  </a:lnTo>
                  <a:lnTo>
                    <a:pt x="2912392" y="13292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8" name="Freeform 697">
              <a:extLst>
                <a:ext uri="{FF2B5EF4-FFF2-40B4-BE49-F238E27FC236}">
                  <a16:creationId xmlns:a16="http://schemas.microsoft.com/office/drawing/2014/main" id="{06BE0D8F-355F-6509-282E-6159024A0C39}"/>
                </a:ext>
              </a:extLst>
            </p:cNvPr>
            <p:cNvSpPr/>
            <p:nvPr/>
          </p:nvSpPr>
          <p:spPr>
            <a:xfrm>
              <a:off x="576446" y="2773544"/>
              <a:ext cx="2912392" cy="891482"/>
            </a:xfrm>
            <a:custGeom>
              <a:avLst/>
              <a:gdLst>
                <a:gd name="connsiteX0" fmla="*/ 0 w 2912392"/>
                <a:gd name="connsiteY0" fmla="*/ 715385 h 891482"/>
                <a:gd name="connsiteX1" fmla="*/ 9739 w 2912392"/>
                <a:gd name="connsiteY1" fmla="*/ 717174 h 891482"/>
                <a:gd name="connsiteX2" fmla="*/ 19480 w 2912392"/>
                <a:gd name="connsiteY2" fmla="*/ 719056 h 891482"/>
                <a:gd name="connsiteX3" fmla="*/ 29221 w 2912392"/>
                <a:gd name="connsiteY3" fmla="*/ 721021 h 891482"/>
                <a:gd name="connsiteX4" fmla="*/ 38961 w 2912392"/>
                <a:gd name="connsiteY4" fmla="*/ 723058 h 891482"/>
                <a:gd name="connsiteX5" fmla="*/ 48702 w 2912392"/>
                <a:gd name="connsiteY5" fmla="*/ 725157 h 891482"/>
                <a:gd name="connsiteX6" fmla="*/ 58443 w 2912392"/>
                <a:gd name="connsiteY6" fmla="*/ 727307 h 891482"/>
                <a:gd name="connsiteX7" fmla="*/ 68182 w 2912392"/>
                <a:gd name="connsiteY7" fmla="*/ 729497 h 891482"/>
                <a:gd name="connsiteX8" fmla="*/ 77923 w 2912392"/>
                <a:gd name="connsiteY8" fmla="*/ 731714 h 891482"/>
                <a:gd name="connsiteX9" fmla="*/ 87664 w 2912392"/>
                <a:gd name="connsiteY9" fmla="*/ 733946 h 891482"/>
                <a:gd name="connsiteX10" fmla="*/ 97404 w 2912392"/>
                <a:gd name="connsiteY10" fmla="*/ 736180 h 891482"/>
                <a:gd name="connsiteX11" fmla="*/ 107145 w 2912392"/>
                <a:gd name="connsiteY11" fmla="*/ 738403 h 891482"/>
                <a:gd name="connsiteX12" fmla="*/ 116886 w 2912392"/>
                <a:gd name="connsiteY12" fmla="*/ 740599 h 891482"/>
                <a:gd name="connsiteX13" fmla="*/ 126625 w 2912392"/>
                <a:gd name="connsiteY13" fmla="*/ 742756 h 891482"/>
                <a:gd name="connsiteX14" fmla="*/ 136366 w 2912392"/>
                <a:gd name="connsiteY14" fmla="*/ 744860 h 891482"/>
                <a:gd name="connsiteX15" fmla="*/ 146107 w 2912392"/>
                <a:gd name="connsiteY15" fmla="*/ 746895 h 891482"/>
                <a:gd name="connsiteX16" fmla="*/ 155846 w 2912392"/>
                <a:gd name="connsiteY16" fmla="*/ 748847 h 891482"/>
                <a:gd name="connsiteX17" fmla="*/ 165587 w 2912392"/>
                <a:gd name="connsiteY17" fmla="*/ 750702 h 891482"/>
                <a:gd name="connsiteX18" fmla="*/ 175328 w 2912392"/>
                <a:gd name="connsiteY18" fmla="*/ 752443 h 891482"/>
                <a:gd name="connsiteX19" fmla="*/ 185068 w 2912392"/>
                <a:gd name="connsiteY19" fmla="*/ 754055 h 891482"/>
                <a:gd name="connsiteX20" fmla="*/ 194809 w 2912392"/>
                <a:gd name="connsiteY20" fmla="*/ 755526 h 891482"/>
                <a:gd name="connsiteX21" fmla="*/ 204550 w 2912392"/>
                <a:gd name="connsiteY21" fmla="*/ 756837 h 891482"/>
                <a:gd name="connsiteX22" fmla="*/ 214289 w 2912392"/>
                <a:gd name="connsiteY22" fmla="*/ 757975 h 891482"/>
                <a:gd name="connsiteX23" fmla="*/ 224030 w 2912392"/>
                <a:gd name="connsiteY23" fmla="*/ 758926 h 891482"/>
                <a:gd name="connsiteX24" fmla="*/ 233771 w 2912392"/>
                <a:gd name="connsiteY24" fmla="*/ 759674 h 891482"/>
                <a:gd name="connsiteX25" fmla="*/ 243510 w 2912392"/>
                <a:gd name="connsiteY25" fmla="*/ 760206 h 891482"/>
                <a:gd name="connsiteX26" fmla="*/ 253251 w 2912392"/>
                <a:gd name="connsiteY26" fmla="*/ 760505 h 891482"/>
                <a:gd name="connsiteX27" fmla="*/ 262992 w 2912392"/>
                <a:gd name="connsiteY27" fmla="*/ 760560 h 891482"/>
                <a:gd name="connsiteX28" fmla="*/ 272732 w 2912392"/>
                <a:gd name="connsiteY28" fmla="*/ 760358 h 891482"/>
                <a:gd name="connsiteX29" fmla="*/ 282473 w 2912392"/>
                <a:gd name="connsiteY29" fmla="*/ 759884 h 891482"/>
                <a:gd name="connsiteX30" fmla="*/ 292214 w 2912392"/>
                <a:gd name="connsiteY30" fmla="*/ 759126 h 891482"/>
                <a:gd name="connsiteX31" fmla="*/ 301953 w 2912392"/>
                <a:gd name="connsiteY31" fmla="*/ 758072 h 891482"/>
                <a:gd name="connsiteX32" fmla="*/ 311694 w 2912392"/>
                <a:gd name="connsiteY32" fmla="*/ 756712 h 891482"/>
                <a:gd name="connsiteX33" fmla="*/ 321435 w 2912392"/>
                <a:gd name="connsiteY33" fmla="*/ 755033 h 891482"/>
                <a:gd name="connsiteX34" fmla="*/ 331175 w 2912392"/>
                <a:gd name="connsiteY34" fmla="*/ 753027 h 891482"/>
                <a:gd name="connsiteX35" fmla="*/ 340916 w 2912392"/>
                <a:gd name="connsiteY35" fmla="*/ 750682 h 891482"/>
                <a:gd name="connsiteX36" fmla="*/ 350656 w 2912392"/>
                <a:gd name="connsiteY36" fmla="*/ 747991 h 891482"/>
                <a:gd name="connsiteX37" fmla="*/ 360396 w 2912392"/>
                <a:gd name="connsiteY37" fmla="*/ 744946 h 891482"/>
                <a:gd name="connsiteX38" fmla="*/ 370137 w 2912392"/>
                <a:gd name="connsiteY38" fmla="*/ 741537 h 891482"/>
                <a:gd name="connsiteX39" fmla="*/ 379878 w 2912392"/>
                <a:gd name="connsiteY39" fmla="*/ 737762 h 891482"/>
                <a:gd name="connsiteX40" fmla="*/ 389617 w 2912392"/>
                <a:gd name="connsiteY40" fmla="*/ 733611 h 891482"/>
                <a:gd name="connsiteX41" fmla="*/ 399358 w 2912392"/>
                <a:gd name="connsiteY41" fmla="*/ 729080 h 891482"/>
                <a:gd name="connsiteX42" fmla="*/ 409099 w 2912392"/>
                <a:gd name="connsiteY42" fmla="*/ 724168 h 891482"/>
                <a:gd name="connsiteX43" fmla="*/ 418839 w 2912392"/>
                <a:gd name="connsiteY43" fmla="*/ 718868 h 891482"/>
                <a:gd name="connsiteX44" fmla="*/ 428580 w 2912392"/>
                <a:gd name="connsiteY44" fmla="*/ 713180 h 891482"/>
                <a:gd name="connsiteX45" fmla="*/ 438321 w 2912392"/>
                <a:gd name="connsiteY45" fmla="*/ 707103 h 891482"/>
                <a:gd name="connsiteX46" fmla="*/ 448060 w 2912392"/>
                <a:gd name="connsiteY46" fmla="*/ 700635 h 891482"/>
                <a:gd name="connsiteX47" fmla="*/ 457801 w 2912392"/>
                <a:gd name="connsiteY47" fmla="*/ 693777 h 891482"/>
                <a:gd name="connsiteX48" fmla="*/ 467542 w 2912392"/>
                <a:gd name="connsiteY48" fmla="*/ 686532 h 891482"/>
                <a:gd name="connsiteX49" fmla="*/ 477281 w 2912392"/>
                <a:gd name="connsiteY49" fmla="*/ 678900 h 891482"/>
                <a:gd name="connsiteX50" fmla="*/ 487022 w 2912392"/>
                <a:gd name="connsiteY50" fmla="*/ 670886 h 891482"/>
                <a:gd name="connsiteX51" fmla="*/ 496763 w 2912392"/>
                <a:gd name="connsiteY51" fmla="*/ 662495 h 891482"/>
                <a:gd name="connsiteX52" fmla="*/ 506503 w 2912392"/>
                <a:gd name="connsiteY52" fmla="*/ 653732 h 891482"/>
                <a:gd name="connsiteX53" fmla="*/ 516244 w 2912392"/>
                <a:gd name="connsiteY53" fmla="*/ 644602 h 891482"/>
                <a:gd name="connsiteX54" fmla="*/ 525985 w 2912392"/>
                <a:gd name="connsiteY54" fmla="*/ 635112 h 891482"/>
                <a:gd name="connsiteX55" fmla="*/ 535724 w 2912392"/>
                <a:gd name="connsiteY55" fmla="*/ 625273 h 891482"/>
                <a:gd name="connsiteX56" fmla="*/ 545465 w 2912392"/>
                <a:gd name="connsiteY56" fmla="*/ 615091 h 891482"/>
                <a:gd name="connsiteX57" fmla="*/ 555206 w 2912392"/>
                <a:gd name="connsiteY57" fmla="*/ 604578 h 891482"/>
                <a:gd name="connsiteX58" fmla="*/ 564946 w 2912392"/>
                <a:gd name="connsiteY58" fmla="*/ 593744 h 891482"/>
                <a:gd name="connsiteX59" fmla="*/ 574687 w 2912392"/>
                <a:gd name="connsiteY59" fmla="*/ 582599 h 891482"/>
                <a:gd name="connsiteX60" fmla="*/ 584428 w 2912392"/>
                <a:gd name="connsiteY60" fmla="*/ 571158 h 891482"/>
                <a:gd name="connsiteX61" fmla="*/ 594167 w 2912392"/>
                <a:gd name="connsiteY61" fmla="*/ 559433 h 891482"/>
                <a:gd name="connsiteX62" fmla="*/ 603908 w 2912392"/>
                <a:gd name="connsiteY62" fmla="*/ 547438 h 891482"/>
                <a:gd name="connsiteX63" fmla="*/ 613649 w 2912392"/>
                <a:gd name="connsiteY63" fmla="*/ 535188 h 891482"/>
                <a:gd name="connsiteX64" fmla="*/ 623388 w 2912392"/>
                <a:gd name="connsiteY64" fmla="*/ 522698 h 891482"/>
                <a:gd name="connsiteX65" fmla="*/ 633129 w 2912392"/>
                <a:gd name="connsiteY65" fmla="*/ 509985 h 891482"/>
                <a:gd name="connsiteX66" fmla="*/ 642870 w 2912392"/>
                <a:gd name="connsiteY66" fmla="*/ 497066 h 891482"/>
                <a:gd name="connsiteX67" fmla="*/ 652610 w 2912392"/>
                <a:gd name="connsiteY67" fmla="*/ 483956 h 891482"/>
                <a:gd name="connsiteX68" fmla="*/ 662351 w 2912392"/>
                <a:gd name="connsiteY68" fmla="*/ 470675 h 891482"/>
                <a:gd name="connsiteX69" fmla="*/ 672092 w 2912392"/>
                <a:gd name="connsiteY69" fmla="*/ 457241 h 891482"/>
                <a:gd name="connsiteX70" fmla="*/ 681831 w 2912392"/>
                <a:gd name="connsiteY70" fmla="*/ 443672 h 891482"/>
                <a:gd name="connsiteX71" fmla="*/ 691572 w 2912392"/>
                <a:gd name="connsiteY71" fmla="*/ 429989 h 891482"/>
                <a:gd name="connsiteX72" fmla="*/ 701313 w 2912392"/>
                <a:gd name="connsiteY72" fmla="*/ 416210 h 891482"/>
                <a:gd name="connsiteX73" fmla="*/ 711052 w 2912392"/>
                <a:gd name="connsiteY73" fmla="*/ 402356 h 891482"/>
                <a:gd name="connsiteX74" fmla="*/ 720793 w 2912392"/>
                <a:gd name="connsiteY74" fmla="*/ 388446 h 891482"/>
                <a:gd name="connsiteX75" fmla="*/ 730534 w 2912392"/>
                <a:gd name="connsiteY75" fmla="*/ 374504 h 891482"/>
                <a:gd name="connsiteX76" fmla="*/ 740274 w 2912392"/>
                <a:gd name="connsiteY76" fmla="*/ 360546 h 891482"/>
                <a:gd name="connsiteX77" fmla="*/ 750015 w 2912392"/>
                <a:gd name="connsiteY77" fmla="*/ 346595 h 891482"/>
                <a:gd name="connsiteX78" fmla="*/ 759756 w 2912392"/>
                <a:gd name="connsiteY78" fmla="*/ 332673 h 891482"/>
                <a:gd name="connsiteX79" fmla="*/ 769495 w 2912392"/>
                <a:gd name="connsiteY79" fmla="*/ 318801 h 891482"/>
                <a:gd name="connsiteX80" fmla="*/ 779236 w 2912392"/>
                <a:gd name="connsiteY80" fmla="*/ 304997 h 891482"/>
                <a:gd name="connsiteX81" fmla="*/ 788977 w 2912392"/>
                <a:gd name="connsiteY81" fmla="*/ 291286 h 891482"/>
                <a:gd name="connsiteX82" fmla="*/ 798717 w 2912392"/>
                <a:gd name="connsiteY82" fmla="*/ 277684 h 891482"/>
                <a:gd name="connsiteX83" fmla="*/ 808458 w 2912392"/>
                <a:gd name="connsiteY83" fmla="*/ 264217 h 891482"/>
                <a:gd name="connsiteX84" fmla="*/ 818199 w 2912392"/>
                <a:gd name="connsiteY84" fmla="*/ 250902 h 891482"/>
                <a:gd name="connsiteX85" fmla="*/ 827938 w 2912392"/>
                <a:gd name="connsiteY85" fmla="*/ 237761 h 891482"/>
                <a:gd name="connsiteX86" fmla="*/ 837679 w 2912392"/>
                <a:gd name="connsiteY86" fmla="*/ 224812 h 891482"/>
                <a:gd name="connsiteX87" fmla="*/ 847420 w 2912392"/>
                <a:gd name="connsiteY87" fmla="*/ 212077 h 891482"/>
                <a:gd name="connsiteX88" fmla="*/ 857159 w 2912392"/>
                <a:gd name="connsiteY88" fmla="*/ 199573 h 891482"/>
                <a:gd name="connsiteX89" fmla="*/ 866900 w 2912392"/>
                <a:gd name="connsiteY89" fmla="*/ 187320 h 891482"/>
                <a:gd name="connsiteX90" fmla="*/ 876641 w 2912392"/>
                <a:gd name="connsiteY90" fmla="*/ 175336 h 891482"/>
                <a:gd name="connsiteX91" fmla="*/ 886381 w 2912392"/>
                <a:gd name="connsiteY91" fmla="*/ 163637 h 891482"/>
                <a:gd name="connsiteX92" fmla="*/ 896122 w 2912392"/>
                <a:gd name="connsiteY92" fmla="*/ 152244 h 891482"/>
                <a:gd name="connsiteX93" fmla="*/ 905863 w 2912392"/>
                <a:gd name="connsiteY93" fmla="*/ 141169 h 891482"/>
                <a:gd name="connsiteX94" fmla="*/ 915602 w 2912392"/>
                <a:gd name="connsiteY94" fmla="*/ 130430 h 891482"/>
                <a:gd name="connsiteX95" fmla="*/ 925343 w 2912392"/>
                <a:gd name="connsiteY95" fmla="*/ 120043 h 891482"/>
                <a:gd name="connsiteX96" fmla="*/ 935084 w 2912392"/>
                <a:gd name="connsiteY96" fmla="*/ 110022 h 891482"/>
                <a:gd name="connsiteX97" fmla="*/ 944824 w 2912392"/>
                <a:gd name="connsiteY97" fmla="*/ 100377 h 891482"/>
                <a:gd name="connsiteX98" fmla="*/ 954564 w 2912392"/>
                <a:gd name="connsiteY98" fmla="*/ 91127 h 891482"/>
                <a:gd name="connsiteX99" fmla="*/ 964305 w 2912392"/>
                <a:gd name="connsiteY99" fmla="*/ 82280 h 891482"/>
                <a:gd name="connsiteX100" fmla="*/ 974045 w 2912392"/>
                <a:gd name="connsiteY100" fmla="*/ 73847 h 891482"/>
                <a:gd name="connsiteX101" fmla="*/ 983786 w 2912392"/>
                <a:gd name="connsiteY101" fmla="*/ 65840 h 891482"/>
                <a:gd name="connsiteX102" fmla="*/ 993522 w 2912392"/>
                <a:gd name="connsiteY102" fmla="*/ 58268 h 891482"/>
                <a:gd name="connsiteX103" fmla="*/ 1003266 w 2912392"/>
                <a:gd name="connsiteY103" fmla="*/ 51138 h 891482"/>
                <a:gd name="connsiteX104" fmla="*/ 1013010 w 2912392"/>
                <a:gd name="connsiteY104" fmla="*/ 44459 h 891482"/>
                <a:gd name="connsiteX105" fmla="*/ 1022754 w 2912392"/>
                <a:gd name="connsiteY105" fmla="*/ 38237 h 891482"/>
                <a:gd name="connsiteX106" fmla="*/ 1032483 w 2912392"/>
                <a:gd name="connsiteY106" fmla="*/ 32475 h 891482"/>
                <a:gd name="connsiteX107" fmla="*/ 1042227 w 2912392"/>
                <a:gd name="connsiteY107" fmla="*/ 27182 h 891482"/>
                <a:gd name="connsiteX108" fmla="*/ 1051971 w 2912392"/>
                <a:gd name="connsiteY108" fmla="*/ 22359 h 891482"/>
                <a:gd name="connsiteX109" fmla="*/ 1061715 w 2912392"/>
                <a:gd name="connsiteY109" fmla="*/ 18007 h 891482"/>
                <a:gd name="connsiteX110" fmla="*/ 1071444 w 2912392"/>
                <a:gd name="connsiteY110" fmla="*/ 14130 h 891482"/>
                <a:gd name="connsiteX111" fmla="*/ 1081188 w 2912392"/>
                <a:gd name="connsiteY111" fmla="*/ 10727 h 891482"/>
                <a:gd name="connsiteX112" fmla="*/ 1090932 w 2912392"/>
                <a:gd name="connsiteY112" fmla="*/ 7797 h 891482"/>
                <a:gd name="connsiteX113" fmla="*/ 1100676 w 2912392"/>
                <a:gd name="connsiteY113" fmla="*/ 5340 h 891482"/>
                <a:gd name="connsiteX114" fmla="*/ 1110405 w 2912392"/>
                <a:gd name="connsiteY114" fmla="*/ 3351 h 891482"/>
                <a:gd name="connsiteX115" fmla="*/ 1120149 w 2912392"/>
                <a:gd name="connsiteY115" fmla="*/ 1828 h 891482"/>
                <a:gd name="connsiteX116" fmla="*/ 1129893 w 2912392"/>
                <a:gd name="connsiteY116" fmla="*/ 766 h 891482"/>
                <a:gd name="connsiteX117" fmla="*/ 1139637 w 2912392"/>
                <a:gd name="connsiteY117" fmla="*/ 159 h 891482"/>
                <a:gd name="connsiteX118" fmla="*/ 1149381 w 2912392"/>
                <a:gd name="connsiteY118" fmla="*/ 0 h 891482"/>
                <a:gd name="connsiteX119" fmla="*/ 1159110 w 2912392"/>
                <a:gd name="connsiteY119" fmla="*/ 283 h 891482"/>
                <a:gd name="connsiteX120" fmla="*/ 1168854 w 2912392"/>
                <a:gd name="connsiteY120" fmla="*/ 997 h 891482"/>
                <a:gd name="connsiteX121" fmla="*/ 1178598 w 2912392"/>
                <a:gd name="connsiteY121" fmla="*/ 2135 h 891482"/>
                <a:gd name="connsiteX122" fmla="*/ 1188341 w 2912392"/>
                <a:gd name="connsiteY122" fmla="*/ 3685 h 891482"/>
                <a:gd name="connsiteX123" fmla="*/ 1198070 w 2912392"/>
                <a:gd name="connsiteY123" fmla="*/ 5636 h 891482"/>
                <a:gd name="connsiteX124" fmla="*/ 1207814 w 2912392"/>
                <a:gd name="connsiteY124" fmla="*/ 7977 h 891482"/>
                <a:gd name="connsiteX125" fmla="*/ 1217558 w 2912392"/>
                <a:gd name="connsiteY125" fmla="*/ 10696 h 891482"/>
                <a:gd name="connsiteX126" fmla="*/ 1227302 w 2912392"/>
                <a:gd name="connsiteY126" fmla="*/ 13777 h 891482"/>
                <a:gd name="connsiteX127" fmla="*/ 1237031 w 2912392"/>
                <a:gd name="connsiteY127" fmla="*/ 17208 h 891482"/>
                <a:gd name="connsiteX128" fmla="*/ 1246775 w 2912392"/>
                <a:gd name="connsiteY128" fmla="*/ 20975 h 891482"/>
                <a:gd name="connsiteX129" fmla="*/ 1256519 w 2912392"/>
                <a:gd name="connsiteY129" fmla="*/ 25060 h 891482"/>
                <a:gd name="connsiteX130" fmla="*/ 1266263 w 2912392"/>
                <a:gd name="connsiteY130" fmla="*/ 29448 h 891482"/>
                <a:gd name="connsiteX131" fmla="*/ 1276007 w 2912392"/>
                <a:gd name="connsiteY131" fmla="*/ 34123 h 891482"/>
                <a:gd name="connsiteX132" fmla="*/ 1285736 w 2912392"/>
                <a:gd name="connsiteY132" fmla="*/ 39070 h 891482"/>
                <a:gd name="connsiteX133" fmla="*/ 1295480 w 2912392"/>
                <a:gd name="connsiteY133" fmla="*/ 44266 h 891482"/>
                <a:gd name="connsiteX134" fmla="*/ 1305224 w 2912392"/>
                <a:gd name="connsiteY134" fmla="*/ 49700 h 891482"/>
                <a:gd name="connsiteX135" fmla="*/ 1314968 w 2912392"/>
                <a:gd name="connsiteY135" fmla="*/ 55350 h 891482"/>
                <a:gd name="connsiteX136" fmla="*/ 1324697 w 2912392"/>
                <a:gd name="connsiteY136" fmla="*/ 61199 h 891482"/>
                <a:gd name="connsiteX137" fmla="*/ 1334441 w 2912392"/>
                <a:gd name="connsiteY137" fmla="*/ 67229 h 891482"/>
                <a:gd name="connsiteX138" fmla="*/ 1344185 w 2912392"/>
                <a:gd name="connsiteY138" fmla="*/ 73419 h 891482"/>
                <a:gd name="connsiteX139" fmla="*/ 1353929 w 2912392"/>
                <a:gd name="connsiteY139" fmla="*/ 79754 h 891482"/>
                <a:gd name="connsiteX140" fmla="*/ 1363658 w 2912392"/>
                <a:gd name="connsiteY140" fmla="*/ 86213 h 891482"/>
                <a:gd name="connsiteX141" fmla="*/ 1373402 w 2912392"/>
                <a:gd name="connsiteY141" fmla="*/ 92776 h 891482"/>
                <a:gd name="connsiteX142" fmla="*/ 1383146 w 2912392"/>
                <a:gd name="connsiteY142" fmla="*/ 99427 h 891482"/>
                <a:gd name="connsiteX143" fmla="*/ 1392890 w 2912392"/>
                <a:gd name="connsiteY143" fmla="*/ 106146 h 891482"/>
                <a:gd name="connsiteX144" fmla="*/ 1402619 w 2912392"/>
                <a:gd name="connsiteY144" fmla="*/ 112915 h 891482"/>
                <a:gd name="connsiteX145" fmla="*/ 1412363 w 2912392"/>
                <a:gd name="connsiteY145" fmla="*/ 119716 h 891482"/>
                <a:gd name="connsiteX146" fmla="*/ 1422106 w 2912392"/>
                <a:gd name="connsiteY146" fmla="*/ 126533 h 891482"/>
                <a:gd name="connsiteX147" fmla="*/ 1431850 w 2912392"/>
                <a:gd name="connsiteY147" fmla="*/ 133344 h 891482"/>
                <a:gd name="connsiteX148" fmla="*/ 1441594 w 2912392"/>
                <a:gd name="connsiteY148" fmla="*/ 140137 h 891482"/>
                <a:gd name="connsiteX149" fmla="*/ 1451323 w 2912392"/>
                <a:gd name="connsiteY149" fmla="*/ 146892 h 891482"/>
                <a:gd name="connsiteX150" fmla="*/ 1461067 w 2912392"/>
                <a:gd name="connsiteY150" fmla="*/ 153594 h 891482"/>
                <a:gd name="connsiteX151" fmla="*/ 1470811 w 2912392"/>
                <a:gd name="connsiteY151" fmla="*/ 160228 h 891482"/>
                <a:gd name="connsiteX152" fmla="*/ 1480555 w 2912392"/>
                <a:gd name="connsiteY152" fmla="*/ 166778 h 891482"/>
                <a:gd name="connsiteX153" fmla="*/ 1490284 w 2912392"/>
                <a:gd name="connsiteY153" fmla="*/ 173229 h 891482"/>
                <a:gd name="connsiteX154" fmla="*/ 1500028 w 2912392"/>
                <a:gd name="connsiteY154" fmla="*/ 179570 h 891482"/>
                <a:gd name="connsiteX155" fmla="*/ 1509772 w 2912392"/>
                <a:gd name="connsiteY155" fmla="*/ 185786 h 891482"/>
                <a:gd name="connsiteX156" fmla="*/ 1519516 w 2912392"/>
                <a:gd name="connsiteY156" fmla="*/ 191865 h 891482"/>
                <a:gd name="connsiteX157" fmla="*/ 1529245 w 2912392"/>
                <a:gd name="connsiteY157" fmla="*/ 197796 h 891482"/>
                <a:gd name="connsiteX158" fmla="*/ 1538989 w 2912392"/>
                <a:gd name="connsiteY158" fmla="*/ 203569 h 891482"/>
                <a:gd name="connsiteX159" fmla="*/ 1548733 w 2912392"/>
                <a:gd name="connsiteY159" fmla="*/ 209173 h 891482"/>
                <a:gd name="connsiteX160" fmla="*/ 1558477 w 2912392"/>
                <a:gd name="connsiteY160" fmla="*/ 214600 h 891482"/>
                <a:gd name="connsiteX161" fmla="*/ 1568221 w 2912392"/>
                <a:gd name="connsiteY161" fmla="*/ 219842 h 891482"/>
                <a:gd name="connsiteX162" fmla="*/ 1577950 w 2912392"/>
                <a:gd name="connsiteY162" fmla="*/ 224891 h 891482"/>
                <a:gd name="connsiteX163" fmla="*/ 1587694 w 2912392"/>
                <a:gd name="connsiteY163" fmla="*/ 229742 h 891482"/>
                <a:gd name="connsiteX164" fmla="*/ 1597438 w 2912392"/>
                <a:gd name="connsiteY164" fmla="*/ 234389 h 891482"/>
                <a:gd name="connsiteX165" fmla="*/ 1607182 w 2912392"/>
                <a:gd name="connsiteY165" fmla="*/ 238828 h 891482"/>
                <a:gd name="connsiteX166" fmla="*/ 1616911 w 2912392"/>
                <a:gd name="connsiteY166" fmla="*/ 243056 h 891482"/>
                <a:gd name="connsiteX167" fmla="*/ 1626655 w 2912392"/>
                <a:gd name="connsiteY167" fmla="*/ 247071 h 891482"/>
                <a:gd name="connsiteX168" fmla="*/ 1636399 w 2912392"/>
                <a:gd name="connsiteY168" fmla="*/ 250872 h 891482"/>
                <a:gd name="connsiteX169" fmla="*/ 1646142 w 2912392"/>
                <a:gd name="connsiteY169" fmla="*/ 254457 h 891482"/>
                <a:gd name="connsiteX170" fmla="*/ 1655872 w 2912392"/>
                <a:gd name="connsiteY170" fmla="*/ 257827 h 891482"/>
                <a:gd name="connsiteX171" fmla="*/ 1665616 w 2912392"/>
                <a:gd name="connsiteY171" fmla="*/ 260984 h 891482"/>
                <a:gd name="connsiteX172" fmla="*/ 1675359 w 2912392"/>
                <a:gd name="connsiteY172" fmla="*/ 263931 h 891482"/>
                <a:gd name="connsiteX173" fmla="*/ 1685103 w 2912392"/>
                <a:gd name="connsiteY173" fmla="*/ 266671 h 891482"/>
                <a:gd name="connsiteX174" fmla="*/ 1694832 w 2912392"/>
                <a:gd name="connsiteY174" fmla="*/ 269208 h 891482"/>
                <a:gd name="connsiteX175" fmla="*/ 1704576 w 2912392"/>
                <a:gd name="connsiteY175" fmla="*/ 271549 h 891482"/>
                <a:gd name="connsiteX176" fmla="*/ 1714320 w 2912392"/>
                <a:gd name="connsiteY176" fmla="*/ 273696 h 891482"/>
                <a:gd name="connsiteX177" fmla="*/ 1724064 w 2912392"/>
                <a:gd name="connsiteY177" fmla="*/ 275659 h 891482"/>
                <a:gd name="connsiteX178" fmla="*/ 1733808 w 2912392"/>
                <a:gd name="connsiteY178" fmla="*/ 277444 h 891482"/>
                <a:gd name="connsiteX179" fmla="*/ 1743537 w 2912392"/>
                <a:gd name="connsiteY179" fmla="*/ 279061 h 891482"/>
                <a:gd name="connsiteX180" fmla="*/ 1753281 w 2912392"/>
                <a:gd name="connsiteY180" fmla="*/ 280518 h 891482"/>
                <a:gd name="connsiteX181" fmla="*/ 1763025 w 2912392"/>
                <a:gd name="connsiteY181" fmla="*/ 281825 h 891482"/>
                <a:gd name="connsiteX182" fmla="*/ 1772769 w 2912392"/>
                <a:gd name="connsiteY182" fmla="*/ 282993 h 891482"/>
                <a:gd name="connsiteX183" fmla="*/ 1782498 w 2912392"/>
                <a:gd name="connsiteY183" fmla="*/ 284031 h 891482"/>
                <a:gd name="connsiteX184" fmla="*/ 1792242 w 2912392"/>
                <a:gd name="connsiteY184" fmla="*/ 284952 h 891482"/>
                <a:gd name="connsiteX185" fmla="*/ 1801986 w 2912392"/>
                <a:gd name="connsiteY185" fmla="*/ 285768 h 891482"/>
                <a:gd name="connsiteX186" fmla="*/ 1811730 w 2912392"/>
                <a:gd name="connsiteY186" fmla="*/ 286491 h 891482"/>
                <a:gd name="connsiteX187" fmla="*/ 1821459 w 2912392"/>
                <a:gd name="connsiteY187" fmla="*/ 287135 h 891482"/>
                <a:gd name="connsiteX188" fmla="*/ 1831203 w 2912392"/>
                <a:gd name="connsiteY188" fmla="*/ 287711 h 891482"/>
                <a:gd name="connsiteX189" fmla="*/ 1840947 w 2912392"/>
                <a:gd name="connsiteY189" fmla="*/ 288234 h 891482"/>
                <a:gd name="connsiteX190" fmla="*/ 1850691 w 2912392"/>
                <a:gd name="connsiteY190" fmla="*/ 288717 h 891482"/>
                <a:gd name="connsiteX191" fmla="*/ 1860435 w 2912392"/>
                <a:gd name="connsiteY191" fmla="*/ 289174 h 891482"/>
                <a:gd name="connsiteX192" fmla="*/ 1870164 w 2912392"/>
                <a:gd name="connsiteY192" fmla="*/ 289620 h 891482"/>
                <a:gd name="connsiteX193" fmla="*/ 1879908 w 2912392"/>
                <a:gd name="connsiteY193" fmla="*/ 290068 h 891482"/>
                <a:gd name="connsiteX194" fmla="*/ 1889652 w 2912392"/>
                <a:gd name="connsiteY194" fmla="*/ 290532 h 891482"/>
                <a:gd name="connsiteX195" fmla="*/ 1899395 w 2912392"/>
                <a:gd name="connsiteY195" fmla="*/ 291026 h 891482"/>
                <a:gd name="connsiteX196" fmla="*/ 1909124 w 2912392"/>
                <a:gd name="connsiteY196" fmla="*/ 291564 h 891482"/>
                <a:gd name="connsiteX197" fmla="*/ 1918868 w 2912392"/>
                <a:gd name="connsiteY197" fmla="*/ 292160 h 891482"/>
                <a:gd name="connsiteX198" fmla="*/ 1928612 w 2912392"/>
                <a:gd name="connsiteY198" fmla="*/ 292828 h 891482"/>
                <a:gd name="connsiteX199" fmla="*/ 1938356 w 2912392"/>
                <a:gd name="connsiteY199" fmla="*/ 293580 h 891482"/>
                <a:gd name="connsiteX200" fmla="*/ 1948085 w 2912392"/>
                <a:gd name="connsiteY200" fmla="*/ 294431 h 891482"/>
                <a:gd name="connsiteX201" fmla="*/ 1957829 w 2912392"/>
                <a:gd name="connsiteY201" fmla="*/ 295390 h 891482"/>
                <a:gd name="connsiteX202" fmla="*/ 1967573 w 2912392"/>
                <a:gd name="connsiteY202" fmla="*/ 296473 h 891482"/>
                <a:gd name="connsiteX203" fmla="*/ 1977317 w 2912392"/>
                <a:gd name="connsiteY203" fmla="*/ 297691 h 891482"/>
                <a:gd name="connsiteX204" fmla="*/ 1987046 w 2912392"/>
                <a:gd name="connsiteY204" fmla="*/ 299052 h 891482"/>
                <a:gd name="connsiteX205" fmla="*/ 1996790 w 2912392"/>
                <a:gd name="connsiteY205" fmla="*/ 300571 h 891482"/>
                <a:gd name="connsiteX206" fmla="*/ 2006534 w 2912392"/>
                <a:gd name="connsiteY206" fmla="*/ 302257 h 891482"/>
                <a:gd name="connsiteX207" fmla="*/ 2016278 w 2912392"/>
                <a:gd name="connsiteY207" fmla="*/ 304118 h 891482"/>
                <a:gd name="connsiteX208" fmla="*/ 2026022 w 2912392"/>
                <a:gd name="connsiteY208" fmla="*/ 306164 h 891482"/>
                <a:gd name="connsiteX209" fmla="*/ 2035751 w 2912392"/>
                <a:gd name="connsiteY209" fmla="*/ 308404 h 891482"/>
                <a:gd name="connsiteX210" fmla="*/ 2045495 w 2912392"/>
                <a:gd name="connsiteY210" fmla="*/ 310845 h 891482"/>
                <a:gd name="connsiteX211" fmla="*/ 2055239 w 2912392"/>
                <a:gd name="connsiteY211" fmla="*/ 313492 h 891482"/>
                <a:gd name="connsiteX212" fmla="*/ 2064983 w 2912392"/>
                <a:gd name="connsiteY212" fmla="*/ 316355 h 891482"/>
                <a:gd name="connsiteX213" fmla="*/ 2074712 w 2912392"/>
                <a:gd name="connsiteY213" fmla="*/ 319436 h 891482"/>
                <a:gd name="connsiteX214" fmla="*/ 2084456 w 2912392"/>
                <a:gd name="connsiteY214" fmla="*/ 322740 h 891482"/>
                <a:gd name="connsiteX215" fmla="*/ 2094200 w 2912392"/>
                <a:gd name="connsiteY215" fmla="*/ 326273 h 891482"/>
                <a:gd name="connsiteX216" fmla="*/ 2103944 w 2912392"/>
                <a:gd name="connsiteY216" fmla="*/ 330036 h 891482"/>
                <a:gd name="connsiteX217" fmla="*/ 2113673 w 2912392"/>
                <a:gd name="connsiteY217" fmla="*/ 334034 h 891482"/>
                <a:gd name="connsiteX218" fmla="*/ 2123417 w 2912392"/>
                <a:gd name="connsiteY218" fmla="*/ 338264 h 891482"/>
                <a:gd name="connsiteX219" fmla="*/ 2133161 w 2912392"/>
                <a:gd name="connsiteY219" fmla="*/ 342730 h 891482"/>
                <a:gd name="connsiteX220" fmla="*/ 2142905 w 2912392"/>
                <a:gd name="connsiteY220" fmla="*/ 347431 h 891482"/>
                <a:gd name="connsiteX221" fmla="*/ 2152649 w 2912392"/>
                <a:gd name="connsiteY221" fmla="*/ 352365 h 891482"/>
                <a:gd name="connsiteX222" fmla="*/ 2162377 w 2912392"/>
                <a:gd name="connsiteY222" fmla="*/ 357532 h 891482"/>
                <a:gd name="connsiteX223" fmla="*/ 2172121 w 2912392"/>
                <a:gd name="connsiteY223" fmla="*/ 362929 h 891482"/>
                <a:gd name="connsiteX224" fmla="*/ 2181865 w 2912392"/>
                <a:gd name="connsiteY224" fmla="*/ 368553 h 891482"/>
                <a:gd name="connsiteX225" fmla="*/ 2191609 w 2912392"/>
                <a:gd name="connsiteY225" fmla="*/ 374400 h 891482"/>
                <a:gd name="connsiteX226" fmla="*/ 2201338 w 2912392"/>
                <a:gd name="connsiteY226" fmla="*/ 380463 h 891482"/>
                <a:gd name="connsiteX227" fmla="*/ 2211082 w 2912392"/>
                <a:gd name="connsiteY227" fmla="*/ 386742 h 891482"/>
                <a:gd name="connsiteX228" fmla="*/ 2220826 w 2912392"/>
                <a:gd name="connsiteY228" fmla="*/ 393227 h 891482"/>
                <a:gd name="connsiteX229" fmla="*/ 2230570 w 2912392"/>
                <a:gd name="connsiteY229" fmla="*/ 399914 h 891482"/>
                <a:gd name="connsiteX230" fmla="*/ 2240299 w 2912392"/>
                <a:gd name="connsiteY230" fmla="*/ 406794 h 891482"/>
                <a:gd name="connsiteX231" fmla="*/ 2250043 w 2912392"/>
                <a:gd name="connsiteY231" fmla="*/ 413861 h 891482"/>
                <a:gd name="connsiteX232" fmla="*/ 2259787 w 2912392"/>
                <a:gd name="connsiteY232" fmla="*/ 421105 h 891482"/>
                <a:gd name="connsiteX233" fmla="*/ 2269531 w 2912392"/>
                <a:gd name="connsiteY233" fmla="*/ 428520 h 891482"/>
                <a:gd name="connsiteX234" fmla="*/ 2279260 w 2912392"/>
                <a:gd name="connsiteY234" fmla="*/ 436095 h 891482"/>
                <a:gd name="connsiteX235" fmla="*/ 2289004 w 2912392"/>
                <a:gd name="connsiteY235" fmla="*/ 443821 h 891482"/>
                <a:gd name="connsiteX236" fmla="*/ 2298748 w 2912392"/>
                <a:gd name="connsiteY236" fmla="*/ 451689 h 891482"/>
                <a:gd name="connsiteX237" fmla="*/ 2308492 w 2912392"/>
                <a:gd name="connsiteY237" fmla="*/ 459689 h 891482"/>
                <a:gd name="connsiteX238" fmla="*/ 2318236 w 2912392"/>
                <a:gd name="connsiteY238" fmla="*/ 467810 h 891482"/>
                <a:gd name="connsiteX239" fmla="*/ 2327965 w 2912392"/>
                <a:gd name="connsiteY239" fmla="*/ 476043 h 891482"/>
                <a:gd name="connsiteX240" fmla="*/ 2337709 w 2912392"/>
                <a:gd name="connsiteY240" fmla="*/ 484376 h 891482"/>
                <a:gd name="connsiteX241" fmla="*/ 2347453 w 2912392"/>
                <a:gd name="connsiteY241" fmla="*/ 492799 h 891482"/>
                <a:gd name="connsiteX242" fmla="*/ 2357197 w 2912392"/>
                <a:gd name="connsiteY242" fmla="*/ 501300 h 891482"/>
                <a:gd name="connsiteX243" fmla="*/ 2366926 w 2912392"/>
                <a:gd name="connsiteY243" fmla="*/ 509868 h 891482"/>
                <a:gd name="connsiteX244" fmla="*/ 2376670 w 2912392"/>
                <a:gd name="connsiteY244" fmla="*/ 518493 h 891482"/>
                <a:gd name="connsiteX245" fmla="*/ 2386413 w 2912392"/>
                <a:gd name="connsiteY245" fmla="*/ 527166 h 891482"/>
                <a:gd name="connsiteX246" fmla="*/ 2396157 w 2912392"/>
                <a:gd name="connsiteY246" fmla="*/ 535873 h 891482"/>
                <a:gd name="connsiteX247" fmla="*/ 2405886 w 2912392"/>
                <a:gd name="connsiteY247" fmla="*/ 544604 h 891482"/>
                <a:gd name="connsiteX248" fmla="*/ 2415630 w 2912392"/>
                <a:gd name="connsiteY248" fmla="*/ 553350 h 891482"/>
                <a:gd name="connsiteX249" fmla="*/ 2425374 w 2912392"/>
                <a:gd name="connsiteY249" fmla="*/ 562100 h 891482"/>
                <a:gd name="connsiteX250" fmla="*/ 2435118 w 2912392"/>
                <a:gd name="connsiteY250" fmla="*/ 570843 h 891482"/>
                <a:gd name="connsiteX251" fmla="*/ 2444862 w 2912392"/>
                <a:gd name="connsiteY251" fmla="*/ 579569 h 891482"/>
                <a:gd name="connsiteX252" fmla="*/ 2454591 w 2912392"/>
                <a:gd name="connsiteY252" fmla="*/ 588268 h 891482"/>
                <a:gd name="connsiteX253" fmla="*/ 2464335 w 2912392"/>
                <a:gd name="connsiteY253" fmla="*/ 596935 h 891482"/>
                <a:gd name="connsiteX254" fmla="*/ 2474079 w 2912392"/>
                <a:gd name="connsiteY254" fmla="*/ 605556 h 891482"/>
                <a:gd name="connsiteX255" fmla="*/ 2483823 w 2912392"/>
                <a:gd name="connsiteY255" fmla="*/ 614126 h 891482"/>
                <a:gd name="connsiteX256" fmla="*/ 2493552 w 2912392"/>
                <a:gd name="connsiteY256" fmla="*/ 622633 h 891482"/>
                <a:gd name="connsiteX257" fmla="*/ 2503296 w 2912392"/>
                <a:gd name="connsiteY257" fmla="*/ 631073 h 891482"/>
                <a:gd name="connsiteX258" fmla="*/ 2513040 w 2912392"/>
                <a:gd name="connsiteY258" fmla="*/ 639438 h 891482"/>
                <a:gd name="connsiteX259" fmla="*/ 2522784 w 2912392"/>
                <a:gd name="connsiteY259" fmla="*/ 647720 h 891482"/>
                <a:gd name="connsiteX260" fmla="*/ 2532513 w 2912392"/>
                <a:gd name="connsiteY260" fmla="*/ 655913 h 891482"/>
                <a:gd name="connsiteX261" fmla="*/ 2542257 w 2912392"/>
                <a:gd name="connsiteY261" fmla="*/ 664012 h 891482"/>
                <a:gd name="connsiteX262" fmla="*/ 2552001 w 2912392"/>
                <a:gd name="connsiteY262" fmla="*/ 672011 h 891482"/>
                <a:gd name="connsiteX263" fmla="*/ 2561745 w 2912392"/>
                <a:gd name="connsiteY263" fmla="*/ 679905 h 891482"/>
                <a:gd name="connsiteX264" fmla="*/ 2571474 w 2912392"/>
                <a:gd name="connsiteY264" fmla="*/ 687689 h 891482"/>
                <a:gd name="connsiteX265" fmla="*/ 2581218 w 2912392"/>
                <a:gd name="connsiteY265" fmla="*/ 695362 h 891482"/>
                <a:gd name="connsiteX266" fmla="*/ 2590962 w 2912392"/>
                <a:gd name="connsiteY266" fmla="*/ 702918 h 891482"/>
                <a:gd name="connsiteX267" fmla="*/ 2600705 w 2912392"/>
                <a:gd name="connsiteY267" fmla="*/ 710355 h 891482"/>
                <a:gd name="connsiteX268" fmla="*/ 2610449 w 2912392"/>
                <a:gd name="connsiteY268" fmla="*/ 717671 h 891482"/>
                <a:gd name="connsiteX269" fmla="*/ 2620178 w 2912392"/>
                <a:gd name="connsiteY269" fmla="*/ 724862 h 891482"/>
                <a:gd name="connsiteX270" fmla="*/ 2629922 w 2912392"/>
                <a:gd name="connsiteY270" fmla="*/ 731930 h 891482"/>
                <a:gd name="connsiteX271" fmla="*/ 2639666 w 2912392"/>
                <a:gd name="connsiteY271" fmla="*/ 738873 h 891482"/>
                <a:gd name="connsiteX272" fmla="*/ 2649410 w 2912392"/>
                <a:gd name="connsiteY272" fmla="*/ 745691 h 891482"/>
                <a:gd name="connsiteX273" fmla="*/ 2659139 w 2912392"/>
                <a:gd name="connsiteY273" fmla="*/ 752384 h 891482"/>
                <a:gd name="connsiteX274" fmla="*/ 2668883 w 2912392"/>
                <a:gd name="connsiteY274" fmla="*/ 758951 h 891482"/>
                <a:gd name="connsiteX275" fmla="*/ 2678627 w 2912392"/>
                <a:gd name="connsiteY275" fmla="*/ 765395 h 891482"/>
                <a:gd name="connsiteX276" fmla="*/ 2688371 w 2912392"/>
                <a:gd name="connsiteY276" fmla="*/ 771718 h 891482"/>
                <a:gd name="connsiteX277" fmla="*/ 2698100 w 2912392"/>
                <a:gd name="connsiteY277" fmla="*/ 777919 h 891482"/>
                <a:gd name="connsiteX278" fmla="*/ 2707844 w 2912392"/>
                <a:gd name="connsiteY278" fmla="*/ 784004 h 891482"/>
                <a:gd name="connsiteX279" fmla="*/ 2717588 w 2912392"/>
                <a:gd name="connsiteY279" fmla="*/ 789974 h 891482"/>
                <a:gd name="connsiteX280" fmla="*/ 2727332 w 2912392"/>
                <a:gd name="connsiteY280" fmla="*/ 795831 h 891482"/>
                <a:gd name="connsiteX281" fmla="*/ 2737076 w 2912392"/>
                <a:gd name="connsiteY281" fmla="*/ 801579 h 891482"/>
                <a:gd name="connsiteX282" fmla="*/ 2746805 w 2912392"/>
                <a:gd name="connsiteY282" fmla="*/ 807221 h 891482"/>
                <a:gd name="connsiteX283" fmla="*/ 2756549 w 2912392"/>
                <a:gd name="connsiteY283" fmla="*/ 812762 h 891482"/>
                <a:gd name="connsiteX284" fmla="*/ 2766293 w 2912392"/>
                <a:gd name="connsiteY284" fmla="*/ 818206 h 891482"/>
                <a:gd name="connsiteX285" fmla="*/ 2776037 w 2912392"/>
                <a:gd name="connsiteY285" fmla="*/ 823558 h 891482"/>
                <a:gd name="connsiteX286" fmla="*/ 2785766 w 2912392"/>
                <a:gd name="connsiteY286" fmla="*/ 828821 h 891482"/>
                <a:gd name="connsiteX287" fmla="*/ 2795510 w 2912392"/>
                <a:gd name="connsiteY287" fmla="*/ 834000 h 891482"/>
                <a:gd name="connsiteX288" fmla="*/ 2805254 w 2912392"/>
                <a:gd name="connsiteY288" fmla="*/ 839102 h 891482"/>
                <a:gd name="connsiteX289" fmla="*/ 2814998 w 2912392"/>
                <a:gd name="connsiteY289" fmla="*/ 844129 h 891482"/>
                <a:gd name="connsiteX290" fmla="*/ 2824727 w 2912392"/>
                <a:gd name="connsiteY290" fmla="*/ 849087 h 891482"/>
                <a:gd name="connsiteX291" fmla="*/ 2834471 w 2912392"/>
                <a:gd name="connsiteY291" fmla="*/ 853983 h 891482"/>
                <a:gd name="connsiteX292" fmla="*/ 2844215 w 2912392"/>
                <a:gd name="connsiteY292" fmla="*/ 858819 h 891482"/>
                <a:gd name="connsiteX293" fmla="*/ 2853958 w 2912392"/>
                <a:gd name="connsiteY293" fmla="*/ 863603 h 891482"/>
                <a:gd name="connsiteX294" fmla="*/ 2863687 w 2912392"/>
                <a:gd name="connsiteY294" fmla="*/ 868339 h 891482"/>
                <a:gd name="connsiteX295" fmla="*/ 2873431 w 2912392"/>
                <a:gd name="connsiteY295" fmla="*/ 873034 h 891482"/>
                <a:gd name="connsiteX296" fmla="*/ 2883175 w 2912392"/>
                <a:gd name="connsiteY296" fmla="*/ 877690 h 891482"/>
                <a:gd name="connsiteX297" fmla="*/ 2892919 w 2912392"/>
                <a:gd name="connsiteY297" fmla="*/ 882313 h 891482"/>
                <a:gd name="connsiteX298" fmla="*/ 2902663 w 2912392"/>
                <a:gd name="connsiteY298" fmla="*/ 886910 h 891482"/>
                <a:gd name="connsiteX299" fmla="*/ 2912392 w 2912392"/>
                <a:gd name="connsiteY299" fmla="*/ 891482 h 891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91482">
                  <a:moveTo>
                    <a:pt x="0" y="715385"/>
                  </a:moveTo>
                  <a:lnTo>
                    <a:pt x="9739" y="717174"/>
                  </a:lnTo>
                  <a:lnTo>
                    <a:pt x="19480" y="719056"/>
                  </a:lnTo>
                  <a:lnTo>
                    <a:pt x="29221" y="721021"/>
                  </a:lnTo>
                  <a:lnTo>
                    <a:pt x="38961" y="723058"/>
                  </a:lnTo>
                  <a:lnTo>
                    <a:pt x="48702" y="725157"/>
                  </a:lnTo>
                  <a:lnTo>
                    <a:pt x="58443" y="727307"/>
                  </a:lnTo>
                  <a:lnTo>
                    <a:pt x="68182" y="729497"/>
                  </a:lnTo>
                  <a:lnTo>
                    <a:pt x="77923" y="731714"/>
                  </a:lnTo>
                  <a:lnTo>
                    <a:pt x="87664" y="733946"/>
                  </a:lnTo>
                  <a:lnTo>
                    <a:pt x="97404" y="736180"/>
                  </a:lnTo>
                  <a:lnTo>
                    <a:pt x="107145" y="738403"/>
                  </a:lnTo>
                  <a:lnTo>
                    <a:pt x="116886" y="740599"/>
                  </a:lnTo>
                  <a:lnTo>
                    <a:pt x="126625" y="742756"/>
                  </a:lnTo>
                  <a:lnTo>
                    <a:pt x="136366" y="744860"/>
                  </a:lnTo>
                  <a:lnTo>
                    <a:pt x="146107" y="746895"/>
                  </a:lnTo>
                  <a:lnTo>
                    <a:pt x="155846" y="748847"/>
                  </a:lnTo>
                  <a:lnTo>
                    <a:pt x="165587" y="750702"/>
                  </a:lnTo>
                  <a:lnTo>
                    <a:pt x="175328" y="752443"/>
                  </a:lnTo>
                  <a:lnTo>
                    <a:pt x="185068" y="754055"/>
                  </a:lnTo>
                  <a:lnTo>
                    <a:pt x="194809" y="755526"/>
                  </a:lnTo>
                  <a:lnTo>
                    <a:pt x="204550" y="756837"/>
                  </a:lnTo>
                  <a:lnTo>
                    <a:pt x="214289" y="757975"/>
                  </a:lnTo>
                  <a:lnTo>
                    <a:pt x="224030" y="758926"/>
                  </a:lnTo>
                  <a:lnTo>
                    <a:pt x="233771" y="759674"/>
                  </a:lnTo>
                  <a:lnTo>
                    <a:pt x="243510" y="760206"/>
                  </a:lnTo>
                  <a:lnTo>
                    <a:pt x="253251" y="760505"/>
                  </a:lnTo>
                  <a:lnTo>
                    <a:pt x="262992" y="760560"/>
                  </a:lnTo>
                  <a:lnTo>
                    <a:pt x="272732" y="760358"/>
                  </a:lnTo>
                  <a:lnTo>
                    <a:pt x="282473" y="759884"/>
                  </a:lnTo>
                  <a:lnTo>
                    <a:pt x="292214" y="759126"/>
                  </a:lnTo>
                  <a:lnTo>
                    <a:pt x="301953" y="758072"/>
                  </a:lnTo>
                  <a:lnTo>
                    <a:pt x="311694" y="756712"/>
                  </a:lnTo>
                  <a:lnTo>
                    <a:pt x="321435" y="755033"/>
                  </a:lnTo>
                  <a:lnTo>
                    <a:pt x="331175" y="753027"/>
                  </a:lnTo>
                  <a:lnTo>
                    <a:pt x="340916" y="750682"/>
                  </a:lnTo>
                  <a:lnTo>
                    <a:pt x="350656" y="747991"/>
                  </a:lnTo>
                  <a:lnTo>
                    <a:pt x="360396" y="744946"/>
                  </a:lnTo>
                  <a:lnTo>
                    <a:pt x="370137" y="741537"/>
                  </a:lnTo>
                  <a:lnTo>
                    <a:pt x="379878" y="737762"/>
                  </a:lnTo>
                  <a:lnTo>
                    <a:pt x="389617" y="733611"/>
                  </a:lnTo>
                  <a:lnTo>
                    <a:pt x="399358" y="729080"/>
                  </a:lnTo>
                  <a:lnTo>
                    <a:pt x="409099" y="724168"/>
                  </a:lnTo>
                  <a:lnTo>
                    <a:pt x="418839" y="718868"/>
                  </a:lnTo>
                  <a:lnTo>
                    <a:pt x="428580" y="713180"/>
                  </a:lnTo>
                  <a:lnTo>
                    <a:pt x="438321" y="707103"/>
                  </a:lnTo>
                  <a:lnTo>
                    <a:pt x="448060" y="700635"/>
                  </a:lnTo>
                  <a:lnTo>
                    <a:pt x="457801" y="693777"/>
                  </a:lnTo>
                  <a:lnTo>
                    <a:pt x="467542" y="686532"/>
                  </a:lnTo>
                  <a:lnTo>
                    <a:pt x="477281" y="678900"/>
                  </a:lnTo>
                  <a:lnTo>
                    <a:pt x="487022" y="670886"/>
                  </a:lnTo>
                  <a:lnTo>
                    <a:pt x="496763" y="662495"/>
                  </a:lnTo>
                  <a:lnTo>
                    <a:pt x="506503" y="653732"/>
                  </a:lnTo>
                  <a:lnTo>
                    <a:pt x="516244" y="644602"/>
                  </a:lnTo>
                  <a:lnTo>
                    <a:pt x="525985" y="635112"/>
                  </a:lnTo>
                  <a:lnTo>
                    <a:pt x="535724" y="625273"/>
                  </a:lnTo>
                  <a:lnTo>
                    <a:pt x="545465" y="615091"/>
                  </a:lnTo>
                  <a:lnTo>
                    <a:pt x="555206" y="604578"/>
                  </a:lnTo>
                  <a:lnTo>
                    <a:pt x="564946" y="593744"/>
                  </a:lnTo>
                  <a:lnTo>
                    <a:pt x="574687" y="582599"/>
                  </a:lnTo>
                  <a:lnTo>
                    <a:pt x="584428" y="571158"/>
                  </a:lnTo>
                  <a:lnTo>
                    <a:pt x="594167" y="559433"/>
                  </a:lnTo>
                  <a:lnTo>
                    <a:pt x="603908" y="547438"/>
                  </a:lnTo>
                  <a:lnTo>
                    <a:pt x="613649" y="535188"/>
                  </a:lnTo>
                  <a:lnTo>
                    <a:pt x="623388" y="522698"/>
                  </a:lnTo>
                  <a:lnTo>
                    <a:pt x="633129" y="509985"/>
                  </a:lnTo>
                  <a:lnTo>
                    <a:pt x="642870" y="497066"/>
                  </a:lnTo>
                  <a:lnTo>
                    <a:pt x="652610" y="483956"/>
                  </a:lnTo>
                  <a:lnTo>
                    <a:pt x="662351" y="470675"/>
                  </a:lnTo>
                  <a:lnTo>
                    <a:pt x="672092" y="457241"/>
                  </a:lnTo>
                  <a:lnTo>
                    <a:pt x="681831" y="443672"/>
                  </a:lnTo>
                  <a:lnTo>
                    <a:pt x="691572" y="429989"/>
                  </a:lnTo>
                  <a:lnTo>
                    <a:pt x="701313" y="416210"/>
                  </a:lnTo>
                  <a:lnTo>
                    <a:pt x="711052" y="402356"/>
                  </a:lnTo>
                  <a:lnTo>
                    <a:pt x="720793" y="388446"/>
                  </a:lnTo>
                  <a:lnTo>
                    <a:pt x="730534" y="374504"/>
                  </a:lnTo>
                  <a:lnTo>
                    <a:pt x="740274" y="360546"/>
                  </a:lnTo>
                  <a:lnTo>
                    <a:pt x="750015" y="346595"/>
                  </a:lnTo>
                  <a:lnTo>
                    <a:pt x="759756" y="332673"/>
                  </a:lnTo>
                  <a:lnTo>
                    <a:pt x="769495" y="318801"/>
                  </a:lnTo>
                  <a:lnTo>
                    <a:pt x="779236" y="304997"/>
                  </a:lnTo>
                  <a:lnTo>
                    <a:pt x="788977" y="291286"/>
                  </a:lnTo>
                  <a:lnTo>
                    <a:pt x="798717" y="277684"/>
                  </a:lnTo>
                  <a:lnTo>
                    <a:pt x="808458" y="264217"/>
                  </a:lnTo>
                  <a:lnTo>
                    <a:pt x="818199" y="250902"/>
                  </a:lnTo>
                  <a:lnTo>
                    <a:pt x="827938" y="237761"/>
                  </a:lnTo>
                  <a:lnTo>
                    <a:pt x="837679" y="224812"/>
                  </a:lnTo>
                  <a:lnTo>
                    <a:pt x="847420" y="212077"/>
                  </a:lnTo>
                  <a:lnTo>
                    <a:pt x="857159" y="199573"/>
                  </a:lnTo>
                  <a:lnTo>
                    <a:pt x="866900" y="187320"/>
                  </a:lnTo>
                  <a:lnTo>
                    <a:pt x="876641" y="175336"/>
                  </a:lnTo>
                  <a:lnTo>
                    <a:pt x="886381" y="163637"/>
                  </a:lnTo>
                  <a:lnTo>
                    <a:pt x="896122" y="152244"/>
                  </a:lnTo>
                  <a:lnTo>
                    <a:pt x="905863" y="141169"/>
                  </a:lnTo>
                  <a:lnTo>
                    <a:pt x="915602" y="130430"/>
                  </a:lnTo>
                  <a:lnTo>
                    <a:pt x="925343" y="120043"/>
                  </a:lnTo>
                  <a:lnTo>
                    <a:pt x="935084" y="110022"/>
                  </a:lnTo>
                  <a:lnTo>
                    <a:pt x="944824" y="100377"/>
                  </a:lnTo>
                  <a:lnTo>
                    <a:pt x="954564" y="91127"/>
                  </a:lnTo>
                  <a:lnTo>
                    <a:pt x="964305" y="82280"/>
                  </a:lnTo>
                  <a:lnTo>
                    <a:pt x="974045" y="73847"/>
                  </a:lnTo>
                  <a:lnTo>
                    <a:pt x="983786" y="65840"/>
                  </a:lnTo>
                  <a:lnTo>
                    <a:pt x="993522" y="58268"/>
                  </a:lnTo>
                  <a:lnTo>
                    <a:pt x="1003266" y="51138"/>
                  </a:lnTo>
                  <a:lnTo>
                    <a:pt x="1013010" y="44459"/>
                  </a:lnTo>
                  <a:lnTo>
                    <a:pt x="1022754" y="38237"/>
                  </a:lnTo>
                  <a:lnTo>
                    <a:pt x="1032483" y="32475"/>
                  </a:lnTo>
                  <a:lnTo>
                    <a:pt x="1042227" y="27182"/>
                  </a:lnTo>
                  <a:lnTo>
                    <a:pt x="1051971" y="22359"/>
                  </a:lnTo>
                  <a:lnTo>
                    <a:pt x="1061715" y="18007"/>
                  </a:lnTo>
                  <a:lnTo>
                    <a:pt x="1071444" y="14130"/>
                  </a:lnTo>
                  <a:lnTo>
                    <a:pt x="1081188" y="10727"/>
                  </a:lnTo>
                  <a:lnTo>
                    <a:pt x="1090932" y="7797"/>
                  </a:lnTo>
                  <a:lnTo>
                    <a:pt x="1100676" y="5340"/>
                  </a:lnTo>
                  <a:lnTo>
                    <a:pt x="1110405" y="3351"/>
                  </a:lnTo>
                  <a:lnTo>
                    <a:pt x="1120149" y="1828"/>
                  </a:lnTo>
                  <a:lnTo>
                    <a:pt x="1129893" y="766"/>
                  </a:lnTo>
                  <a:lnTo>
                    <a:pt x="1139637" y="159"/>
                  </a:lnTo>
                  <a:lnTo>
                    <a:pt x="1149381" y="0"/>
                  </a:lnTo>
                  <a:lnTo>
                    <a:pt x="1159110" y="283"/>
                  </a:lnTo>
                  <a:lnTo>
                    <a:pt x="1168854" y="997"/>
                  </a:lnTo>
                  <a:lnTo>
                    <a:pt x="1178598" y="2135"/>
                  </a:lnTo>
                  <a:lnTo>
                    <a:pt x="1188341" y="3685"/>
                  </a:lnTo>
                  <a:lnTo>
                    <a:pt x="1198070" y="5636"/>
                  </a:lnTo>
                  <a:lnTo>
                    <a:pt x="1207814" y="7977"/>
                  </a:lnTo>
                  <a:lnTo>
                    <a:pt x="1217558" y="10696"/>
                  </a:lnTo>
                  <a:lnTo>
                    <a:pt x="1227302" y="13777"/>
                  </a:lnTo>
                  <a:lnTo>
                    <a:pt x="1237031" y="17208"/>
                  </a:lnTo>
                  <a:lnTo>
                    <a:pt x="1246775" y="20975"/>
                  </a:lnTo>
                  <a:lnTo>
                    <a:pt x="1256519" y="25060"/>
                  </a:lnTo>
                  <a:lnTo>
                    <a:pt x="1266263" y="29448"/>
                  </a:lnTo>
                  <a:lnTo>
                    <a:pt x="1276007" y="34123"/>
                  </a:lnTo>
                  <a:lnTo>
                    <a:pt x="1285736" y="39070"/>
                  </a:lnTo>
                  <a:lnTo>
                    <a:pt x="1295480" y="44266"/>
                  </a:lnTo>
                  <a:lnTo>
                    <a:pt x="1305224" y="49700"/>
                  </a:lnTo>
                  <a:lnTo>
                    <a:pt x="1314968" y="55350"/>
                  </a:lnTo>
                  <a:lnTo>
                    <a:pt x="1324697" y="61199"/>
                  </a:lnTo>
                  <a:lnTo>
                    <a:pt x="1334441" y="67229"/>
                  </a:lnTo>
                  <a:lnTo>
                    <a:pt x="1344185" y="73419"/>
                  </a:lnTo>
                  <a:lnTo>
                    <a:pt x="1353929" y="79754"/>
                  </a:lnTo>
                  <a:lnTo>
                    <a:pt x="1363658" y="86213"/>
                  </a:lnTo>
                  <a:lnTo>
                    <a:pt x="1373402" y="92776"/>
                  </a:lnTo>
                  <a:lnTo>
                    <a:pt x="1383146" y="99427"/>
                  </a:lnTo>
                  <a:lnTo>
                    <a:pt x="1392890" y="106146"/>
                  </a:lnTo>
                  <a:lnTo>
                    <a:pt x="1402619" y="112915"/>
                  </a:lnTo>
                  <a:lnTo>
                    <a:pt x="1412363" y="119716"/>
                  </a:lnTo>
                  <a:lnTo>
                    <a:pt x="1422106" y="126533"/>
                  </a:lnTo>
                  <a:lnTo>
                    <a:pt x="1431850" y="133344"/>
                  </a:lnTo>
                  <a:lnTo>
                    <a:pt x="1441594" y="140137"/>
                  </a:lnTo>
                  <a:lnTo>
                    <a:pt x="1451323" y="146892"/>
                  </a:lnTo>
                  <a:lnTo>
                    <a:pt x="1461067" y="153594"/>
                  </a:lnTo>
                  <a:lnTo>
                    <a:pt x="1470811" y="160228"/>
                  </a:lnTo>
                  <a:lnTo>
                    <a:pt x="1480555" y="166778"/>
                  </a:lnTo>
                  <a:lnTo>
                    <a:pt x="1490284" y="173229"/>
                  </a:lnTo>
                  <a:lnTo>
                    <a:pt x="1500028" y="179570"/>
                  </a:lnTo>
                  <a:lnTo>
                    <a:pt x="1509772" y="185786"/>
                  </a:lnTo>
                  <a:lnTo>
                    <a:pt x="1519516" y="191865"/>
                  </a:lnTo>
                  <a:lnTo>
                    <a:pt x="1529245" y="197796"/>
                  </a:lnTo>
                  <a:lnTo>
                    <a:pt x="1538989" y="203569"/>
                  </a:lnTo>
                  <a:lnTo>
                    <a:pt x="1548733" y="209173"/>
                  </a:lnTo>
                  <a:lnTo>
                    <a:pt x="1558477" y="214600"/>
                  </a:lnTo>
                  <a:lnTo>
                    <a:pt x="1568221" y="219842"/>
                  </a:lnTo>
                  <a:lnTo>
                    <a:pt x="1577950" y="224891"/>
                  </a:lnTo>
                  <a:lnTo>
                    <a:pt x="1587694" y="229742"/>
                  </a:lnTo>
                  <a:lnTo>
                    <a:pt x="1597438" y="234389"/>
                  </a:lnTo>
                  <a:lnTo>
                    <a:pt x="1607182" y="238828"/>
                  </a:lnTo>
                  <a:lnTo>
                    <a:pt x="1616911" y="243056"/>
                  </a:lnTo>
                  <a:lnTo>
                    <a:pt x="1626655" y="247071"/>
                  </a:lnTo>
                  <a:lnTo>
                    <a:pt x="1636399" y="250872"/>
                  </a:lnTo>
                  <a:lnTo>
                    <a:pt x="1646142" y="254457"/>
                  </a:lnTo>
                  <a:lnTo>
                    <a:pt x="1655872" y="257827"/>
                  </a:lnTo>
                  <a:lnTo>
                    <a:pt x="1665616" y="260984"/>
                  </a:lnTo>
                  <a:lnTo>
                    <a:pt x="1675359" y="263931"/>
                  </a:lnTo>
                  <a:lnTo>
                    <a:pt x="1685103" y="266671"/>
                  </a:lnTo>
                  <a:lnTo>
                    <a:pt x="1694832" y="269208"/>
                  </a:lnTo>
                  <a:lnTo>
                    <a:pt x="1704576" y="271549"/>
                  </a:lnTo>
                  <a:lnTo>
                    <a:pt x="1714320" y="273696"/>
                  </a:lnTo>
                  <a:lnTo>
                    <a:pt x="1724064" y="275659"/>
                  </a:lnTo>
                  <a:lnTo>
                    <a:pt x="1733808" y="277444"/>
                  </a:lnTo>
                  <a:lnTo>
                    <a:pt x="1743537" y="279061"/>
                  </a:lnTo>
                  <a:lnTo>
                    <a:pt x="1753281" y="280518"/>
                  </a:lnTo>
                  <a:lnTo>
                    <a:pt x="1763025" y="281825"/>
                  </a:lnTo>
                  <a:lnTo>
                    <a:pt x="1772769" y="282993"/>
                  </a:lnTo>
                  <a:lnTo>
                    <a:pt x="1782498" y="284031"/>
                  </a:lnTo>
                  <a:lnTo>
                    <a:pt x="1792242" y="284952"/>
                  </a:lnTo>
                  <a:lnTo>
                    <a:pt x="1801986" y="285768"/>
                  </a:lnTo>
                  <a:lnTo>
                    <a:pt x="1811730" y="286491"/>
                  </a:lnTo>
                  <a:lnTo>
                    <a:pt x="1821459" y="287135"/>
                  </a:lnTo>
                  <a:lnTo>
                    <a:pt x="1831203" y="287711"/>
                  </a:lnTo>
                  <a:lnTo>
                    <a:pt x="1840947" y="288234"/>
                  </a:lnTo>
                  <a:lnTo>
                    <a:pt x="1850691" y="288717"/>
                  </a:lnTo>
                  <a:lnTo>
                    <a:pt x="1860435" y="289174"/>
                  </a:lnTo>
                  <a:lnTo>
                    <a:pt x="1870164" y="289620"/>
                  </a:lnTo>
                  <a:lnTo>
                    <a:pt x="1879908" y="290068"/>
                  </a:lnTo>
                  <a:lnTo>
                    <a:pt x="1889652" y="290532"/>
                  </a:lnTo>
                  <a:lnTo>
                    <a:pt x="1899395" y="291026"/>
                  </a:lnTo>
                  <a:lnTo>
                    <a:pt x="1909124" y="291564"/>
                  </a:lnTo>
                  <a:lnTo>
                    <a:pt x="1918868" y="292160"/>
                  </a:lnTo>
                  <a:lnTo>
                    <a:pt x="1928612" y="292828"/>
                  </a:lnTo>
                  <a:lnTo>
                    <a:pt x="1938356" y="293580"/>
                  </a:lnTo>
                  <a:lnTo>
                    <a:pt x="1948085" y="294431"/>
                  </a:lnTo>
                  <a:lnTo>
                    <a:pt x="1957829" y="295390"/>
                  </a:lnTo>
                  <a:lnTo>
                    <a:pt x="1967573" y="296473"/>
                  </a:lnTo>
                  <a:lnTo>
                    <a:pt x="1977317" y="297691"/>
                  </a:lnTo>
                  <a:lnTo>
                    <a:pt x="1987046" y="299052"/>
                  </a:lnTo>
                  <a:lnTo>
                    <a:pt x="1996790" y="300571"/>
                  </a:lnTo>
                  <a:lnTo>
                    <a:pt x="2006534" y="302257"/>
                  </a:lnTo>
                  <a:lnTo>
                    <a:pt x="2016278" y="304118"/>
                  </a:lnTo>
                  <a:lnTo>
                    <a:pt x="2026022" y="306164"/>
                  </a:lnTo>
                  <a:lnTo>
                    <a:pt x="2035751" y="308404"/>
                  </a:lnTo>
                  <a:lnTo>
                    <a:pt x="2045495" y="310845"/>
                  </a:lnTo>
                  <a:lnTo>
                    <a:pt x="2055239" y="313492"/>
                  </a:lnTo>
                  <a:lnTo>
                    <a:pt x="2064983" y="316355"/>
                  </a:lnTo>
                  <a:lnTo>
                    <a:pt x="2074712" y="319436"/>
                  </a:lnTo>
                  <a:lnTo>
                    <a:pt x="2084456" y="322740"/>
                  </a:lnTo>
                  <a:lnTo>
                    <a:pt x="2094200" y="326273"/>
                  </a:lnTo>
                  <a:lnTo>
                    <a:pt x="2103944" y="330036"/>
                  </a:lnTo>
                  <a:lnTo>
                    <a:pt x="2113673" y="334034"/>
                  </a:lnTo>
                  <a:lnTo>
                    <a:pt x="2123417" y="338264"/>
                  </a:lnTo>
                  <a:lnTo>
                    <a:pt x="2133161" y="342730"/>
                  </a:lnTo>
                  <a:lnTo>
                    <a:pt x="2142905" y="347431"/>
                  </a:lnTo>
                  <a:lnTo>
                    <a:pt x="2152649" y="352365"/>
                  </a:lnTo>
                  <a:lnTo>
                    <a:pt x="2162377" y="357532"/>
                  </a:lnTo>
                  <a:lnTo>
                    <a:pt x="2172121" y="362929"/>
                  </a:lnTo>
                  <a:lnTo>
                    <a:pt x="2181865" y="368553"/>
                  </a:lnTo>
                  <a:lnTo>
                    <a:pt x="2191609" y="374400"/>
                  </a:lnTo>
                  <a:lnTo>
                    <a:pt x="2201338" y="380463"/>
                  </a:lnTo>
                  <a:lnTo>
                    <a:pt x="2211082" y="386742"/>
                  </a:lnTo>
                  <a:lnTo>
                    <a:pt x="2220826" y="393227"/>
                  </a:lnTo>
                  <a:lnTo>
                    <a:pt x="2230570" y="399914"/>
                  </a:lnTo>
                  <a:lnTo>
                    <a:pt x="2240299" y="406794"/>
                  </a:lnTo>
                  <a:lnTo>
                    <a:pt x="2250043" y="413861"/>
                  </a:lnTo>
                  <a:lnTo>
                    <a:pt x="2259787" y="421105"/>
                  </a:lnTo>
                  <a:lnTo>
                    <a:pt x="2269531" y="428520"/>
                  </a:lnTo>
                  <a:lnTo>
                    <a:pt x="2279260" y="436095"/>
                  </a:lnTo>
                  <a:lnTo>
                    <a:pt x="2289004" y="443821"/>
                  </a:lnTo>
                  <a:lnTo>
                    <a:pt x="2298748" y="451689"/>
                  </a:lnTo>
                  <a:lnTo>
                    <a:pt x="2308492" y="459689"/>
                  </a:lnTo>
                  <a:lnTo>
                    <a:pt x="2318236" y="467810"/>
                  </a:lnTo>
                  <a:lnTo>
                    <a:pt x="2327965" y="476043"/>
                  </a:lnTo>
                  <a:lnTo>
                    <a:pt x="2337709" y="484376"/>
                  </a:lnTo>
                  <a:lnTo>
                    <a:pt x="2347453" y="492799"/>
                  </a:lnTo>
                  <a:lnTo>
                    <a:pt x="2357197" y="501300"/>
                  </a:lnTo>
                  <a:lnTo>
                    <a:pt x="2366926" y="509868"/>
                  </a:lnTo>
                  <a:lnTo>
                    <a:pt x="2376670" y="518493"/>
                  </a:lnTo>
                  <a:lnTo>
                    <a:pt x="2386413" y="527166"/>
                  </a:lnTo>
                  <a:lnTo>
                    <a:pt x="2396157" y="535873"/>
                  </a:lnTo>
                  <a:lnTo>
                    <a:pt x="2405886" y="544604"/>
                  </a:lnTo>
                  <a:lnTo>
                    <a:pt x="2415630" y="553350"/>
                  </a:lnTo>
                  <a:lnTo>
                    <a:pt x="2425374" y="562100"/>
                  </a:lnTo>
                  <a:lnTo>
                    <a:pt x="2435118" y="570843"/>
                  </a:lnTo>
                  <a:lnTo>
                    <a:pt x="2444862" y="579569"/>
                  </a:lnTo>
                  <a:lnTo>
                    <a:pt x="2454591" y="588268"/>
                  </a:lnTo>
                  <a:lnTo>
                    <a:pt x="2464335" y="596935"/>
                  </a:lnTo>
                  <a:lnTo>
                    <a:pt x="2474079" y="605556"/>
                  </a:lnTo>
                  <a:lnTo>
                    <a:pt x="2483823" y="614126"/>
                  </a:lnTo>
                  <a:lnTo>
                    <a:pt x="2493552" y="622633"/>
                  </a:lnTo>
                  <a:lnTo>
                    <a:pt x="2503296" y="631073"/>
                  </a:lnTo>
                  <a:lnTo>
                    <a:pt x="2513040" y="639438"/>
                  </a:lnTo>
                  <a:lnTo>
                    <a:pt x="2522784" y="647720"/>
                  </a:lnTo>
                  <a:lnTo>
                    <a:pt x="2532513" y="655913"/>
                  </a:lnTo>
                  <a:lnTo>
                    <a:pt x="2542257" y="664012"/>
                  </a:lnTo>
                  <a:lnTo>
                    <a:pt x="2552001" y="672011"/>
                  </a:lnTo>
                  <a:lnTo>
                    <a:pt x="2561745" y="679905"/>
                  </a:lnTo>
                  <a:lnTo>
                    <a:pt x="2571474" y="687689"/>
                  </a:lnTo>
                  <a:lnTo>
                    <a:pt x="2581218" y="695362"/>
                  </a:lnTo>
                  <a:lnTo>
                    <a:pt x="2590962" y="702918"/>
                  </a:lnTo>
                  <a:lnTo>
                    <a:pt x="2600705" y="710355"/>
                  </a:lnTo>
                  <a:lnTo>
                    <a:pt x="2610449" y="717671"/>
                  </a:lnTo>
                  <a:lnTo>
                    <a:pt x="2620178" y="724862"/>
                  </a:lnTo>
                  <a:lnTo>
                    <a:pt x="2629922" y="731930"/>
                  </a:lnTo>
                  <a:lnTo>
                    <a:pt x="2639666" y="738873"/>
                  </a:lnTo>
                  <a:lnTo>
                    <a:pt x="2649410" y="745691"/>
                  </a:lnTo>
                  <a:lnTo>
                    <a:pt x="2659139" y="752384"/>
                  </a:lnTo>
                  <a:lnTo>
                    <a:pt x="2668883" y="758951"/>
                  </a:lnTo>
                  <a:lnTo>
                    <a:pt x="2678627" y="765395"/>
                  </a:lnTo>
                  <a:lnTo>
                    <a:pt x="2688371" y="771718"/>
                  </a:lnTo>
                  <a:lnTo>
                    <a:pt x="2698100" y="777919"/>
                  </a:lnTo>
                  <a:lnTo>
                    <a:pt x="2707844" y="784004"/>
                  </a:lnTo>
                  <a:lnTo>
                    <a:pt x="2717588" y="789974"/>
                  </a:lnTo>
                  <a:lnTo>
                    <a:pt x="2727332" y="795831"/>
                  </a:lnTo>
                  <a:lnTo>
                    <a:pt x="2737076" y="801579"/>
                  </a:lnTo>
                  <a:lnTo>
                    <a:pt x="2746805" y="807221"/>
                  </a:lnTo>
                  <a:lnTo>
                    <a:pt x="2756549" y="812762"/>
                  </a:lnTo>
                  <a:lnTo>
                    <a:pt x="2766293" y="818206"/>
                  </a:lnTo>
                  <a:lnTo>
                    <a:pt x="2776037" y="823558"/>
                  </a:lnTo>
                  <a:lnTo>
                    <a:pt x="2785766" y="828821"/>
                  </a:lnTo>
                  <a:lnTo>
                    <a:pt x="2795510" y="834000"/>
                  </a:lnTo>
                  <a:lnTo>
                    <a:pt x="2805254" y="839102"/>
                  </a:lnTo>
                  <a:lnTo>
                    <a:pt x="2814998" y="844129"/>
                  </a:lnTo>
                  <a:lnTo>
                    <a:pt x="2824727" y="849087"/>
                  </a:lnTo>
                  <a:lnTo>
                    <a:pt x="2834471" y="853983"/>
                  </a:lnTo>
                  <a:lnTo>
                    <a:pt x="2844215" y="858819"/>
                  </a:lnTo>
                  <a:lnTo>
                    <a:pt x="2853958" y="863603"/>
                  </a:lnTo>
                  <a:lnTo>
                    <a:pt x="2863687" y="868339"/>
                  </a:lnTo>
                  <a:lnTo>
                    <a:pt x="2873431" y="873034"/>
                  </a:lnTo>
                  <a:lnTo>
                    <a:pt x="2883175" y="877690"/>
                  </a:lnTo>
                  <a:lnTo>
                    <a:pt x="2892919" y="882313"/>
                  </a:lnTo>
                  <a:lnTo>
                    <a:pt x="2902663" y="886910"/>
                  </a:lnTo>
                  <a:lnTo>
                    <a:pt x="2912392" y="89148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9" name="Freeform 698">
              <a:extLst>
                <a:ext uri="{FF2B5EF4-FFF2-40B4-BE49-F238E27FC236}">
                  <a16:creationId xmlns:a16="http://schemas.microsoft.com/office/drawing/2014/main" id="{FE2D42B6-29D6-604A-B0F8-8C7BA006F3F3}"/>
                </a:ext>
              </a:extLst>
            </p:cNvPr>
            <p:cNvSpPr/>
            <p:nvPr/>
          </p:nvSpPr>
          <p:spPr>
            <a:xfrm>
              <a:off x="576446" y="2805860"/>
              <a:ext cx="2912392" cy="821522"/>
            </a:xfrm>
            <a:custGeom>
              <a:avLst/>
              <a:gdLst>
                <a:gd name="connsiteX0" fmla="*/ 0 w 2912392"/>
                <a:gd name="connsiteY0" fmla="*/ 598961 h 821522"/>
                <a:gd name="connsiteX1" fmla="*/ 9739 w 2912392"/>
                <a:gd name="connsiteY1" fmla="*/ 602762 h 821522"/>
                <a:gd name="connsiteX2" fmla="*/ 19480 w 2912392"/>
                <a:gd name="connsiteY2" fmla="*/ 606798 h 821522"/>
                <a:gd name="connsiteX3" fmla="*/ 29221 w 2912392"/>
                <a:gd name="connsiteY3" fmla="*/ 611065 h 821522"/>
                <a:gd name="connsiteX4" fmla="*/ 38961 w 2912392"/>
                <a:gd name="connsiteY4" fmla="*/ 615553 h 821522"/>
                <a:gd name="connsiteX5" fmla="*/ 48702 w 2912392"/>
                <a:gd name="connsiteY5" fmla="*/ 620255 h 821522"/>
                <a:gd name="connsiteX6" fmla="*/ 58443 w 2912392"/>
                <a:gd name="connsiteY6" fmla="*/ 625161 h 821522"/>
                <a:gd name="connsiteX7" fmla="*/ 68182 w 2912392"/>
                <a:gd name="connsiteY7" fmla="*/ 630264 h 821522"/>
                <a:gd name="connsiteX8" fmla="*/ 77923 w 2912392"/>
                <a:gd name="connsiteY8" fmla="*/ 635550 h 821522"/>
                <a:gd name="connsiteX9" fmla="*/ 87664 w 2912392"/>
                <a:gd name="connsiteY9" fmla="*/ 641009 h 821522"/>
                <a:gd name="connsiteX10" fmla="*/ 97404 w 2912392"/>
                <a:gd name="connsiteY10" fmla="*/ 646631 h 821522"/>
                <a:gd name="connsiteX11" fmla="*/ 107145 w 2912392"/>
                <a:gd name="connsiteY11" fmla="*/ 652403 h 821522"/>
                <a:gd name="connsiteX12" fmla="*/ 116886 w 2912392"/>
                <a:gd name="connsiteY12" fmla="*/ 658309 h 821522"/>
                <a:gd name="connsiteX13" fmla="*/ 126625 w 2912392"/>
                <a:gd name="connsiteY13" fmla="*/ 664338 h 821522"/>
                <a:gd name="connsiteX14" fmla="*/ 136366 w 2912392"/>
                <a:gd name="connsiteY14" fmla="*/ 670477 h 821522"/>
                <a:gd name="connsiteX15" fmla="*/ 146107 w 2912392"/>
                <a:gd name="connsiteY15" fmla="*/ 676709 h 821522"/>
                <a:gd name="connsiteX16" fmla="*/ 155846 w 2912392"/>
                <a:gd name="connsiteY16" fmla="*/ 683018 h 821522"/>
                <a:gd name="connsiteX17" fmla="*/ 165587 w 2912392"/>
                <a:gd name="connsiteY17" fmla="*/ 689391 h 821522"/>
                <a:gd name="connsiteX18" fmla="*/ 175328 w 2912392"/>
                <a:gd name="connsiteY18" fmla="*/ 695808 h 821522"/>
                <a:gd name="connsiteX19" fmla="*/ 185068 w 2912392"/>
                <a:gd name="connsiteY19" fmla="*/ 702255 h 821522"/>
                <a:gd name="connsiteX20" fmla="*/ 194809 w 2912392"/>
                <a:gd name="connsiteY20" fmla="*/ 708715 h 821522"/>
                <a:gd name="connsiteX21" fmla="*/ 204550 w 2912392"/>
                <a:gd name="connsiteY21" fmla="*/ 715168 h 821522"/>
                <a:gd name="connsiteX22" fmla="*/ 214289 w 2912392"/>
                <a:gd name="connsiteY22" fmla="*/ 721598 h 821522"/>
                <a:gd name="connsiteX23" fmla="*/ 224030 w 2912392"/>
                <a:gd name="connsiteY23" fmla="*/ 727985 h 821522"/>
                <a:gd name="connsiteX24" fmla="*/ 233771 w 2912392"/>
                <a:gd name="connsiteY24" fmla="*/ 734314 h 821522"/>
                <a:gd name="connsiteX25" fmla="*/ 243510 w 2912392"/>
                <a:gd name="connsiteY25" fmla="*/ 740563 h 821522"/>
                <a:gd name="connsiteX26" fmla="*/ 253251 w 2912392"/>
                <a:gd name="connsiteY26" fmla="*/ 746716 h 821522"/>
                <a:gd name="connsiteX27" fmla="*/ 262992 w 2912392"/>
                <a:gd name="connsiteY27" fmla="*/ 752753 h 821522"/>
                <a:gd name="connsiteX28" fmla="*/ 272732 w 2912392"/>
                <a:gd name="connsiteY28" fmla="*/ 758655 h 821522"/>
                <a:gd name="connsiteX29" fmla="*/ 282473 w 2912392"/>
                <a:gd name="connsiteY29" fmla="*/ 764403 h 821522"/>
                <a:gd name="connsiteX30" fmla="*/ 292214 w 2912392"/>
                <a:gd name="connsiteY30" fmla="*/ 769978 h 821522"/>
                <a:gd name="connsiteX31" fmla="*/ 301953 w 2912392"/>
                <a:gd name="connsiteY31" fmla="*/ 775362 h 821522"/>
                <a:gd name="connsiteX32" fmla="*/ 311694 w 2912392"/>
                <a:gd name="connsiteY32" fmla="*/ 780537 h 821522"/>
                <a:gd name="connsiteX33" fmla="*/ 321435 w 2912392"/>
                <a:gd name="connsiteY33" fmla="*/ 785483 h 821522"/>
                <a:gd name="connsiteX34" fmla="*/ 331175 w 2912392"/>
                <a:gd name="connsiteY34" fmla="*/ 790184 h 821522"/>
                <a:gd name="connsiteX35" fmla="*/ 340916 w 2912392"/>
                <a:gd name="connsiteY35" fmla="*/ 794621 h 821522"/>
                <a:gd name="connsiteX36" fmla="*/ 350656 w 2912392"/>
                <a:gd name="connsiteY36" fmla="*/ 798778 h 821522"/>
                <a:gd name="connsiteX37" fmla="*/ 360396 w 2912392"/>
                <a:gd name="connsiteY37" fmla="*/ 802635 h 821522"/>
                <a:gd name="connsiteX38" fmla="*/ 370137 w 2912392"/>
                <a:gd name="connsiteY38" fmla="*/ 806179 h 821522"/>
                <a:gd name="connsiteX39" fmla="*/ 379878 w 2912392"/>
                <a:gd name="connsiteY39" fmla="*/ 809393 h 821522"/>
                <a:gd name="connsiteX40" fmla="*/ 389617 w 2912392"/>
                <a:gd name="connsiteY40" fmla="*/ 812261 h 821522"/>
                <a:gd name="connsiteX41" fmla="*/ 399358 w 2912392"/>
                <a:gd name="connsiteY41" fmla="*/ 814769 h 821522"/>
                <a:gd name="connsiteX42" fmla="*/ 409099 w 2912392"/>
                <a:gd name="connsiteY42" fmla="*/ 816904 h 821522"/>
                <a:gd name="connsiteX43" fmla="*/ 418839 w 2912392"/>
                <a:gd name="connsiteY43" fmla="*/ 818650 h 821522"/>
                <a:gd name="connsiteX44" fmla="*/ 428580 w 2912392"/>
                <a:gd name="connsiteY44" fmla="*/ 819995 h 821522"/>
                <a:gd name="connsiteX45" fmla="*/ 438321 w 2912392"/>
                <a:gd name="connsiteY45" fmla="*/ 820931 h 821522"/>
                <a:gd name="connsiteX46" fmla="*/ 448060 w 2912392"/>
                <a:gd name="connsiteY46" fmla="*/ 821442 h 821522"/>
                <a:gd name="connsiteX47" fmla="*/ 457801 w 2912392"/>
                <a:gd name="connsiteY47" fmla="*/ 821522 h 821522"/>
                <a:gd name="connsiteX48" fmla="*/ 467542 w 2912392"/>
                <a:gd name="connsiteY48" fmla="*/ 821160 h 821522"/>
                <a:gd name="connsiteX49" fmla="*/ 477281 w 2912392"/>
                <a:gd name="connsiteY49" fmla="*/ 820348 h 821522"/>
                <a:gd name="connsiteX50" fmla="*/ 487022 w 2912392"/>
                <a:gd name="connsiteY50" fmla="*/ 819080 h 821522"/>
                <a:gd name="connsiteX51" fmla="*/ 496763 w 2912392"/>
                <a:gd name="connsiteY51" fmla="*/ 817351 h 821522"/>
                <a:gd name="connsiteX52" fmla="*/ 506503 w 2912392"/>
                <a:gd name="connsiteY52" fmla="*/ 815152 h 821522"/>
                <a:gd name="connsiteX53" fmla="*/ 516244 w 2912392"/>
                <a:gd name="connsiteY53" fmla="*/ 812482 h 821522"/>
                <a:gd name="connsiteX54" fmla="*/ 525985 w 2912392"/>
                <a:gd name="connsiteY54" fmla="*/ 809338 h 821522"/>
                <a:gd name="connsiteX55" fmla="*/ 535724 w 2912392"/>
                <a:gd name="connsiteY55" fmla="*/ 805718 h 821522"/>
                <a:gd name="connsiteX56" fmla="*/ 545465 w 2912392"/>
                <a:gd name="connsiteY56" fmla="*/ 801620 h 821522"/>
                <a:gd name="connsiteX57" fmla="*/ 555206 w 2912392"/>
                <a:gd name="connsiteY57" fmla="*/ 797046 h 821522"/>
                <a:gd name="connsiteX58" fmla="*/ 564946 w 2912392"/>
                <a:gd name="connsiteY58" fmla="*/ 791997 h 821522"/>
                <a:gd name="connsiteX59" fmla="*/ 574687 w 2912392"/>
                <a:gd name="connsiteY59" fmla="*/ 786477 h 821522"/>
                <a:gd name="connsiteX60" fmla="*/ 584428 w 2912392"/>
                <a:gd name="connsiteY60" fmla="*/ 780488 h 821522"/>
                <a:gd name="connsiteX61" fmla="*/ 594167 w 2912392"/>
                <a:gd name="connsiteY61" fmla="*/ 774035 h 821522"/>
                <a:gd name="connsiteX62" fmla="*/ 603908 w 2912392"/>
                <a:gd name="connsiteY62" fmla="*/ 767126 h 821522"/>
                <a:gd name="connsiteX63" fmla="*/ 613649 w 2912392"/>
                <a:gd name="connsiteY63" fmla="*/ 759766 h 821522"/>
                <a:gd name="connsiteX64" fmla="*/ 623388 w 2912392"/>
                <a:gd name="connsiteY64" fmla="*/ 751964 h 821522"/>
                <a:gd name="connsiteX65" fmla="*/ 633129 w 2912392"/>
                <a:gd name="connsiteY65" fmla="*/ 743729 h 821522"/>
                <a:gd name="connsiteX66" fmla="*/ 642870 w 2912392"/>
                <a:gd name="connsiteY66" fmla="*/ 735070 h 821522"/>
                <a:gd name="connsiteX67" fmla="*/ 652610 w 2912392"/>
                <a:gd name="connsiteY67" fmla="*/ 726001 h 821522"/>
                <a:gd name="connsiteX68" fmla="*/ 662351 w 2912392"/>
                <a:gd name="connsiteY68" fmla="*/ 716531 h 821522"/>
                <a:gd name="connsiteX69" fmla="*/ 672092 w 2912392"/>
                <a:gd name="connsiteY69" fmla="*/ 706675 h 821522"/>
                <a:gd name="connsiteX70" fmla="*/ 681831 w 2912392"/>
                <a:gd name="connsiteY70" fmla="*/ 696445 h 821522"/>
                <a:gd name="connsiteX71" fmla="*/ 691572 w 2912392"/>
                <a:gd name="connsiteY71" fmla="*/ 685858 h 821522"/>
                <a:gd name="connsiteX72" fmla="*/ 701313 w 2912392"/>
                <a:gd name="connsiteY72" fmla="*/ 674928 h 821522"/>
                <a:gd name="connsiteX73" fmla="*/ 711052 w 2912392"/>
                <a:gd name="connsiteY73" fmla="*/ 663671 h 821522"/>
                <a:gd name="connsiteX74" fmla="*/ 720793 w 2912392"/>
                <a:gd name="connsiteY74" fmla="*/ 652105 h 821522"/>
                <a:gd name="connsiteX75" fmla="*/ 730534 w 2912392"/>
                <a:gd name="connsiteY75" fmla="*/ 640245 h 821522"/>
                <a:gd name="connsiteX76" fmla="*/ 740274 w 2912392"/>
                <a:gd name="connsiteY76" fmla="*/ 628111 h 821522"/>
                <a:gd name="connsiteX77" fmla="*/ 750015 w 2912392"/>
                <a:gd name="connsiteY77" fmla="*/ 615721 h 821522"/>
                <a:gd name="connsiteX78" fmla="*/ 759756 w 2912392"/>
                <a:gd name="connsiteY78" fmla="*/ 603093 h 821522"/>
                <a:gd name="connsiteX79" fmla="*/ 769495 w 2912392"/>
                <a:gd name="connsiteY79" fmla="*/ 590247 h 821522"/>
                <a:gd name="connsiteX80" fmla="*/ 779236 w 2912392"/>
                <a:gd name="connsiteY80" fmla="*/ 577204 h 821522"/>
                <a:gd name="connsiteX81" fmla="*/ 788977 w 2912392"/>
                <a:gd name="connsiteY81" fmla="*/ 563982 h 821522"/>
                <a:gd name="connsiteX82" fmla="*/ 798717 w 2912392"/>
                <a:gd name="connsiteY82" fmla="*/ 550601 h 821522"/>
                <a:gd name="connsiteX83" fmla="*/ 808458 w 2912392"/>
                <a:gd name="connsiteY83" fmla="*/ 537082 h 821522"/>
                <a:gd name="connsiteX84" fmla="*/ 818199 w 2912392"/>
                <a:gd name="connsiteY84" fmla="*/ 523444 h 821522"/>
                <a:gd name="connsiteX85" fmla="*/ 827938 w 2912392"/>
                <a:gd name="connsiteY85" fmla="*/ 509709 h 821522"/>
                <a:gd name="connsiteX86" fmla="*/ 837679 w 2912392"/>
                <a:gd name="connsiteY86" fmla="*/ 495898 h 821522"/>
                <a:gd name="connsiteX87" fmla="*/ 847420 w 2912392"/>
                <a:gd name="connsiteY87" fmla="*/ 482028 h 821522"/>
                <a:gd name="connsiteX88" fmla="*/ 857159 w 2912392"/>
                <a:gd name="connsiteY88" fmla="*/ 468122 h 821522"/>
                <a:gd name="connsiteX89" fmla="*/ 866900 w 2912392"/>
                <a:gd name="connsiteY89" fmla="*/ 454197 h 821522"/>
                <a:gd name="connsiteX90" fmla="*/ 876641 w 2912392"/>
                <a:gd name="connsiteY90" fmla="*/ 440274 h 821522"/>
                <a:gd name="connsiteX91" fmla="*/ 886381 w 2912392"/>
                <a:gd name="connsiteY91" fmla="*/ 426372 h 821522"/>
                <a:gd name="connsiteX92" fmla="*/ 896122 w 2912392"/>
                <a:gd name="connsiteY92" fmla="*/ 412510 h 821522"/>
                <a:gd name="connsiteX93" fmla="*/ 905863 w 2912392"/>
                <a:gd name="connsiteY93" fmla="*/ 398707 h 821522"/>
                <a:gd name="connsiteX94" fmla="*/ 915602 w 2912392"/>
                <a:gd name="connsiteY94" fmla="*/ 384979 h 821522"/>
                <a:gd name="connsiteX95" fmla="*/ 925343 w 2912392"/>
                <a:gd name="connsiteY95" fmla="*/ 371345 h 821522"/>
                <a:gd name="connsiteX96" fmla="*/ 935084 w 2912392"/>
                <a:gd name="connsiteY96" fmla="*/ 357821 h 821522"/>
                <a:gd name="connsiteX97" fmla="*/ 944824 w 2912392"/>
                <a:gd name="connsiteY97" fmla="*/ 344424 h 821522"/>
                <a:gd name="connsiteX98" fmla="*/ 954564 w 2912392"/>
                <a:gd name="connsiteY98" fmla="*/ 331170 h 821522"/>
                <a:gd name="connsiteX99" fmla="*/ 964305 w 2912392"/>
                <a:gd name="connsiteY99" fmla="*/ 318072 h 821522"/>
                <a:gd name="connsiteX100" fmla="*/ 974045 w 2912392"/>
                <a:gd name="connsiteY100" fmla="*/ 305146 h 821522"/>
                <a:gd name="connsiteX101" fmla="*/ 983786 w 2912392"/>
                <a:gd name="connsiteY101" fmla="*/ 292406 h 821522"/>
                <a:gd name="connsiteX102" fmla="*/ 993522 w 2912392"/>
                <a:gd name="connsiteY102" fmla="*/ 279864 h 821522"/>
                <a:gd name="connsiteX103" fmla="*/ 1003266 w 2912392"/>
                <a:gd name="connsiteY103" fmla="*/ 267531 h 821522"/>
                <a:gd name="connsiteX104" fmla="*/ 1013010 w 2912392"/>
                <a:gd name="connsiteY104" fmla="*/ 255421 h 821522"/>
                <a:gd name="connsiteX105" fmla="*/ 1022754 w 2912392"/>
                <a:gd name="connsiteY105" fmla="*/ 243542 h 821522"/>
                <a:gd name="connsiteX106" fmla="*/ 1032483 w 2912392"/>
                <a:gd name="connsiteY106" fmla="*/ 231906 h 821522"/>
                <a:gd name="connsiteX107" fmla="*/ 1042227 w 2912392"/>
                <a:gd name="connsiteY107" fmla="*/ 220521 h 821522"/>
                <a:gd name="connsiteX108" fmla="*/ 1051971 w 2912392"/>
                <a:gd name="connsiteY108" fmla="*/ 209398 h 821522"/>
                <a:gd name="connsiteX109" fmla="*/ 1061715 w 2912392"/>
                <a:gd name="connsiteY109" fmla="*/ 198541 h 821522"/>
                <a:gd name="connsiteX110" fmla="*/ 1071444 w 2912392"/>
                <a:gd name="connsiteY110" fmla="*/ 187958 h 821522"/>
                <a:gd name="connsiteX111" fmla="*/ 1081188 w 2912392"/>
                <a:gd name="connsiteY111" fmla="*/ 177655 h 821522"/>
                <a:gd name="connsiteX112" fmla="*/ 1090932 w 2912392"/>
                <a:gd name="connsiteY112" fmla="*/ 167639 h 821522"/>
                <a:gd name="connsiteX113" fmla="*/ 1100676 w 2912392"/>
                <a:gd name="connsiteY113" fmla="*/ 157914 h 821522"/>
                <a:gd name="connsiteX114" fmla="*/ 1110405 w 2912392"/>
                <a:gd name="connsiteY114" fmla="*/ 148483 h 821522"/>
                <a:gd name="connsiteX115" fmla="*/ 1120149 w 2912392"/>
                <a:gd name="connsiteY115" fmla="*/ 139350 h 821522"/>
                <a:gd name="connsiteX116" fmla="*/ 1129893 w 2912392"/>
                <a:gd name="connsiteY116" fmla="*/ 130520 h 821522"/>
                <a:gd name="connsiteX117" fmla="*/ 1139637 w 2912392"/>
                <a:gd name="connsiteY117" fmla="*/ 121990 h 821522"/>
                <a:gd name="connsiteX118" fmla="*/ 1149381 w 2912392"/>
                <a:gd name="connsiteY118" fmla="*/ 113766 h 821522"/>
                <a:gd name="connsiteX119" fmla="*/ 1159110 w 2912392"/>
                <a:gd name="connsiteY119" fmla="*/ 105845 h 821522"/>
                <a:gd name="connsiteX120" fmla="*/ 1168854 w 2912392"/>
                <a:gd name="connsiteY120" fmla="*/ 98232 h 821522"/>
                <a:gd name="connsiteX121" fmla="*/ 1178598 w 2912392"/>
                <a:gd name="connsiteY121" fmla="*/ 90924 h 821522"/>
                <a:gd name="connsiteX122" fmla="*/ 1188341 w 2912392"/>
                <a:gd name="connsiteY122" fmla="*/ 83920 h 821522"/>
                <a:gd name="connsiteX123" fmla="*/ 1198070 w 2912392"/>
                <a:gd name="connsiteY123" fmla="*/ 77221 h 821522"/>
                <a:gd name="connsiteX124" fmla="*/ 1207814 w 2912392"/>
                <a:gd name="connsiteY124" fmla="*/ 70824 h 821522"/>
                <a:gd name="connsiteX125" fmla="*/ 1217558 w 2912392"/>
                <a:gd name="connsiteY125" fmla="*/ 64727 h 821522"/>
                <a:gd name="connsiteX126" fmla="*/ 1227302 w 2912392"/>
                <a:gd name="connsiteY126" fmla="*/ 58928 h 821522"/>
                <a:gd name="connsiteX127" fmla="*/ 1237031 w 2912392"/>
                <a:gd name="connsiteY127" fmla="*/ 53426 h 821522"/>
                <a:gd name="connsiteX128" fmla="*/ 1246775 w 2912392"/>
                <a:gd name="connsiteY128" fmla="*/ 48216 h 821522"/>
                <a:gd name="connsiteX129" fmla="*/ 1256519 w 2912392"/>
                <a:gd name="connsiteY129" fmla="*/ 43296 h 821522"/>
                <a:gd name="connsiteX130" fmla="*/ 1266263 w 2912392"/>
                <a:gd name="connsiteY130" fmla="*/ 38663 h 821522"/>
                <a:gd name="connsiteX131" fmla="*/ 1276007 w 2912392"/>
                <a:gd name="connsiteY131" fmla="*/ 34314 h 821522"/>
                <a:gd name="connsiteX132" fmla="*/ 1285736 w 2912392"/>
                <a:gd name="connsiteY132" fmla="*/ 30243 h 821522"/>
                <a:gd name="connsiteX133" fmla="*/ 1295480 w 2912392"/>
                <a:gd name="connsiteY133" fmla="*/ 26449 h 821522"/>
                <a:gd name="connsiteX134" fmla="*/ 1305224 w 2912392"/>
                <a:gd name="connsiteY134" fmla="*/ 22927 h 821522"/>
                <a:gd name="connsiteX135" fmla="*/ 1314968 w 2912392"/>
                <a:gd name="connsiteY135" fmla="*/ 19673 h 821522"/>
                <a:gd name="connsiteX136" fmla="*/ 1324697 w 2912392"/>
                <a:gd name="connsiteY136" fmla="*/ 16682 h 821522"/>
                <a:gd name="connsiteX137" fmla="*/ 1334441 w 2912392"/>
                <a:gd name="connsiteY137" fmla="*/ 13954 h 821522"/>
                <a:gd name="connsiteX138" fmla="*/ 1344185 w 2912392"/>
                <a:gd name="connsiteY138" fmla="*/ 11481 h 821522"/>
                <a:gd name="connsiteX139" fmla="*/ 1353929 w 2912392"/>
                <a:gd name="connsiteY139" fmla="*/ 9260 h 821522"/>
                <a:gd name="connsiteX140" fmla="*/ 1363658 w 2912392"/>
                <a:gd name="connsiteY140" fmla="*/ 7287 h 821522"/>
                <a:gd name="connsiteX141" fmla="*/ 1373402 w 2912392"/>
                <a:gd name="connsiteY141" fmla="*/ 5560 h 821522"/>
                <a:gd name="connsiteX142" fmla="*/ 1383146 w 2912392"/>
                <a:gd name="connsiteY142" fmla="*/ 4073 h 821522"/>
                <a:gd name="connsiteX143" fmla="*/ 1392890 w 2912392"/>
                <a:gd name="connsiteY143" fmla="*/ 2822 h 821522"/>
                <a:gd name="connsiteX144" fmla="*/ 1402619 w 2912392"/>
                <a:gd name="connsiteY144" fmla="*/ 1806 h 821522"/>
                <a:gd name="connsiteX145" fmla="*/ 1412363 w 2912392"/>
                <a:gd name="connsiteY145" fmla="*/ 1019 h 821522"/>
                <a:gd name="connsiteX146" fmla="*/ 1422106 w 2912392"/>
                <a:gd name="connsiteY146" fmla="*/ 457 h 821522"/>
                <a:gd name="connsiteX147" fmla="*/ 1431850 w 2912392"/>
                <a:gd name="connsiteY147" fmla="*/ 119 h 821522"/>
                <a:gd name="connsiteX148" fmla="*/ 1441594 w 2912392"/>
                <a:gd name="connsiteY148" fmla="*/ 0 h 821522"/>
                <a:gd name="connsiteX149" fmla="*/ 1451323 w 2912392"/>
                <a:gd name="connsiteY149" fmla="*/ 98 h 821522"/>
                <a:gd name="connsiteX150" fmla="*/ 1461067 w 2912392"/>
                <a:gd name="connsiteY150" fmla="*/ 410 h 821522"/>
                <a:gd name="connsiteX151" fmla="*/ 1470811 w 2912392"/>
                <a:gd name="connsiteY151" fmla="*/ 931 h 821522"/>
                <a:gd name="connsiteX152" fmla="*/ 1480555 w 2912392"/>
                <a:gd name="connsiteY152" fmla="*/ 1660 h 821522"/>
                <a:gd name="connsiteX153" fmla="*/ 1490284 w 2912392"/>
                <a:gd name="connsiteY153" fmla="*/ 2594 h 821522"/>
                <a:gd name="connsiteX154" fmla="*/ 1500028 w 2912392"/>
                <a:gd name="connsiteY154" fmla="*/ 3729 h 821522"/>
                <a:gd name="connsiteX155" fmla="*/ 1509772 w 2912392"/>
                <a:gd name="connsiteY155" fmla="*/ 5064 h 821522"/>
                <a:gd name="connsiteX156" fmla="*/ 1519516 w 2912392"/>
                <a:gd name="connsiteY156" fmla="*/ 6596 h 821522"/>
                <a:gd name="connsiteX157" fmla="*/ 1529245 w 2912392"/>
                <a:gd name="connsiteY157" fmla="*/ 8323 h 821522"/>
                <a:gd name="connsiteX158" fmla="*/ 1538989 w 2912392"/>
                <a:gd name="connsiteY158" fmla="*/ 10242 h 821522"/>
                <a:gd name="connsiteX159" fmla="*/ 1548733 w 2912392"/>
                <a:gd name="connsiteY159" fmla="*/ 12348 h 821522"/>
                <a:gd name="connsiteX160" fmla="*/ 1558477 w 2912392"/>
                <a:gd name="connsiteY160" fmla="*/ 14644 h 821522"/>
                <a:gd name="connsiteX161" fmla="*/ 1568221 w 2912392"/>
                <a:gd name="connsiteY161" fmla="*/ 17125 h 821522"/>
                <a:gd name="connsiteX162" fmla="*/ 1577950 w 2912392"/>
                <a:gd name="connsiteY162" fmla="*/ 19787 h 821522"/>
                <a:gd name="connsiteX163" fmla="*/ 1587694 w 2912392"/>
                <a:gd name="connsiteY163" fmla="*/ 22630 h 821522"/>
                <a:gd name="connsiteX164" fmla="*/ 1597438 w 2912392"/>
                <a:gd name="connsiteY164" fmla="*/ 25652 h 821522"/>
                <a:gd name="connsiteX165" fmla="*/ 1607182 w 2912392"/>
                <a:gd name="connsiteY165" fmla="*/ 28847 h 821522"/>
                <a:gd name="connsiteX166" fmla="*/ 1616911 w 2912392"/>
                <a:gd name="connsiteY166" fmla="*/ 32216 h 821522"/>
                <a:gd name="connsiteX167" fmla="*/ 1626655 w 2912392"/>
                <a:gd name="connsiteY167" fmla="*/ 35756 h 821522"/>
                <a:gd name="connsiteX168" fmla="*/ 1636399 w 2912392"/>
                <a:gd name="connsiteY168" fmla="*/ 39463 h 821522"/>
                <a:gd name="connsiteX169" fmla="*/ 1646142 w 2912392"/>
                <a:gd name="connsiteY169" fmla="*/ 43335 h 821522"/>
                <a:gd name="connsiteX170" fmla="*/ 1655872 w 2912392"/>
                <a:gd name="connsiteY170" fmla="*/ 47370 h 821522"/>
                <a:gd name="connsiteX171" fmla="*/ 1665616 w 2912392"/>
                <a:gd name="connsiteY171" fmla="*/ 51564 h 821522"/>
                <a:gd name="connsiteX172" fmla="*/ 1675359 w 2912392"/>
                <a:gd name="connsiteY172" fmla="*/ 55914 h 821522"/>
                <a:gd name="connsiteX173" fmla="*/ 1685103 w 2912392"/>
                <a:gd name="connsiteY173" fmla="*/ 60418 h 821522"/>
                <a:gd name="connsiteX174" fmla="*/ 1694832 w 2912392"/>
                <a:gd name="connsiteY174" fmla="*/ 65071 h 821522"/>
                <a:gd name="connsiteX175" fmla="*/ 1704576 w 2912392"/>
                <a:gd name="connsiteY175" fmla="*/ 69870 h 821522"/>
                <a:gd name="connsiteX176" fmla="*/ 1714320 w 2912392"/>
                <a:gd name="connsiteY176" fmla="*/ 74811 h 821522"/>
                <a:gd name="connsiteX177" fmla="*/ 1724064 w 2912392"/>
                <a:gd name="connsiteY177" fmla="*/ 79891 h 821522"/>
                <a:gd name="connsiteX178" fmla="*/ 1733808 w 2912392"/>
                <a:gd name="connsiteY178" fmla="*/ 85106 h 821522"/>
                <a:gd name="connsiteX179" fmla="*/ 1743537 w 2912392"/>
                <a:gd name="connsiteY179" fmla="*/ 90452 h 821522"/>
                <a:gd name="connsiteX180" fmla="*/ 1753281 w 2912392"/>
                <a:gd name="connsiteY180" fmla="*/ 95924 h 821522"/>
                <a:gd name="connsiteX181" fmla="*/ 1763025 w 2912392"/>
                <a:gd name="connsiteY181" fmla="*/ 101517 h 821522"/>
                <a:gd name="connsiteX182" fmla="*/ 1772769 w 2912392"/>
                <a:gd name="connsiteY182" fmla="*/ 107226 h 821522"/>
                <a:gd name="connsiteX183" fmla="*/ 1782498 w 2912392"/>
                <a:gd name="connsiteY183" fmla="*/ 113049 h 821522"/>
                <a:gd name="connsiteX184" fmla="*/ 1792242 w 2912392"/>
                <a:gd name="connsiteY184" fmla="*/ 118977 h 821522"/>
                <a:gd name="connsiteX185" fmla="*/ 1801986 w 2912392"/>
                <a:gd name="connsiteY185" fmla="*/ 125008 h 821522"/>
                <a:gd name="connsiteX186" fmla="*/ 1811730 w 2912392"/>
                <a:gd name="connsiteY186" fmla="*/ 131135 h 821522"/>
                <a:gd name="connsiteX187" fmla="*/ 1821459 w 2912392"/>
                <a:gd name="connsiteY187" fmla="*/ 137351 h 821522"/>
                <a:gd name="connsiteX188" fmla="*/ 1831203 w 2912392"/>
                <a:gd name="connsiteY188" fmla="*/ 143653 h 821522"/>
                <a:gd name="connsiteX189" fmla="*/ 1840947 w 2912392"/>
                <a:gd name="connsiteY189" fmla="*/ 150033 h 821522"/>
                <a:gd name="connsiteX190" fmla="*/ 1850691 w 2912392"/>
                <a:gd name="connsiteY190" fmla="*/ 156485 h 821522"/>
                <a:gd name="connsiteX191" fmla="*/ 1860435 w 2912392"/>
                <a:gd name="connsiteY191" fmla="*/ 163004 h 821522"/>
                <a:gd name="connsiteX192" fmla="*/ 1870164 w 2912392"/>
                <a:gd name="connsiteY192" fmla="*/ 169583 h 821522"/>
                <a:gd name="connsiteX193" fmla="*/ 1879908 w 2912392"/>
                <a:gd name="connsiteY193" fmla="*/ 176215 h 821522"/>
                <a:gd name="connsiteX194" fmla="*/ 1889652 w 2912392"/>
                <a:gd name="connsiteY194" fmla="*/ 182894 h 821522"/>
                <a:gd name="connsiteX195" fmla="*/ 1899395 w 2912392"/>
                <a:gd name="connsiteY195" fmla="*/ 189612 h 821522"/>
                <a:gd name="connsiteX196" fmla="*/ 1909124 w 2912392"/>
                <a:gd name="connsiteY196" fmla="*/ 196364 h 821522"/>
                <a:gd name="connsiteX197" fmla="*/ 1918868 w 2912392"/>
                <a:gd name="connsiteY197" fmla="*/ 203142 h 821522"/>
                <a:gd name="connsiteX198" fmla="*/ 1928612 w 2912392"/>
                <a:gd name="connsiteY198" fmla="*/ 209939 h 821522"/>
                <a:gd name="connsiteX199" fmla="*/ 1938356 w 2912392"/>
                <a:gd name="connsiteY199" fmla="*/ 216747 h 821522"/>
                <a:gd name="connsiteX200" fmla="*/ 1948085 w 2912392"/>
                <a:gd name="connsiteY200" fmla="*/ 223561 h 821522"/>
                <a:gd name="connsiteX201" fmla="*/ 1957829 w 2912392"/>
                <a:gd name="connsiteY201" fmla="*/ 230373 h 821522"/>
                <a:gd name="connsiteX202" fmla="*/ 1967573 w 2912392"/>
                <a:gd name="connsiteY202" fmla="*/ 237177 h 821522"/>
                <a:gd name="connsiteX203" fmla="*/ 1977317 w 2912392"/>
                <a:gd name="connsiteY203" fmla="*/ 243963 h 821522"/>
                <a:gd name="connsiteX204" fmla="*/ 1987046 w 2912392"/>
                <a:gd name="connsiteY204" fmla="*/ 250726 h 821522"/>
                <a:gd name="connsiteX205" fmla="*/ 1996790 w 2912392"/>
                <a:gd name="connsiteY205" fmla="*/ 257460 h 821522"/>
                <a:gd name="connsiteX206" fmla="*/ 2006534 w 2912392"/>
                <a:gd name="connsiteY206" fmla="*/ 264157 h 821522"/>
                <a:gd name="connsiteX207" fmla="*/ 2016278 w 2912392"/>
                <a:gd name="connsiteY207" fmla="*/ 270810 h 821522"/>
                <a:gd name="connsiteX208" fmla="*/ 2026022 w 2912392"/>
                <a:gd name="connsiteY208" fmla="*/ 277413 h 821522"/>
                <a:gd name="connsiteX209" fmla="*/ 2035751 w 2912392"/>
                <a:gd name="connsiteY209" fmla="*/ 283958 h 821522"/>
                <a:gd name="connsiteX210" fmla="*/ 2045495 w 2912392"/>
                <a:gd name="connsiteY210" fmla="*/ 290441 h 821522"/>
                <a:gd name="connsiteX211" fmla="*/ 2055239 w 2912392"/>
                <a:gd name="connsiteY211" fmla="*/ 296853 h 821522"/>
                <a:gd name="connsiteX212" fmla="*/ 2064983 w 2912392"/>
                <a:gd name="connsiteY212" fmla="*/ 303191 h 821522"/>
                <a:gd name="connsiteX213" fmla="*/ 2074712 w 2912392"/>
                <a:gd name="connsiteY213" fmla="*/ 309447 h 821522"/>
                <a:gd name="connsiteX214" fmla="*/ 2084456 w 2912392"/>
                <a:gd name="connsiteY214" fmla="*/ 315616 h 821522"/>
                <a:gd name="connsiteX215" fmla="*/ 2094200 w 2912392"/>
                <a:gd name="connsiteY215" fmla="*/ 321691 h 821522"/>
                <a:gd name="connsiteX216" fmla="*/ 2103944 w 2912392"/>
                <a:gd name="connsiteY216" fmla="*/ 327670 h 821522"/>
                <a:gd name="connsiteX217" fmla="*/ 2113673 w 2912392"/>
                <a:gd name="connsiteY217" fmla="*/ 333546 h 821522"/>
                <a:gd name="connsiteX218" fmla="*/ 2123417 w 2912392"/>
                <a:gd name="connsiteY218" fmla="*/ 339315 h 821522"/>
                <a:gd name="connsiteX219" fmla="*/ 2133161 w 2912392"/>
                <a:gd name="connsiteY219" fmla="*/ 344974 h 821522"/>
                <a:gd name="connsiteX220" fmla="*/ 2142905 w 2912392"/>
                <a:gd name="connsiteY220" fmla="*/ 350515 h 821522"/>
                <a:gd name="connsiteX221" fmla="*/ 2152649 w 2912392"/>
                <a:gd name="connsiteY221" fmla="*/ 355940 h 821522"/>
                <a:gd name="connsiteX222" fmla="*/ 2162377 w 2912392"/>
                <a:gd name="connsiteY222" fmla="*/ 361241 h 821522"/>
                <a:gd name="connsiteX223" fmla="*/ 2172121 w 2912392"/>
                <a:gd name="connsiteY223" fmla="*/ 366415 h 821522"/>
                <a:gd name="connsiteX224" fmla="*/ 2181865 w 2912392"/>
                <a:gd name="connsiteY224" fmla="*/ 371463 h 821522"/>
                <a:gd name="connsiteX225" fmla="*/ 2191609 w 2912392"/>
                <a:gd name="connsiteY225" fmla="*/ 376381 h 821522"/>
                <a:gd name="connsiteX226" fmla="*/ 2201338 w 2912392"/>
                <a:gd name="connsiteY226" fmla="*/ 381167 h 821522"/>
                <a:gd name="connsiteX227" fmla="*/ 2211082 w 2912392"/>
                <a:gd name="connsiteY227" fmla="*/ 385820 h 821522"/>
                <a:gd name="connsiteX228" fmla="*/ 2220826 w 2912392"/>
                <a:gd name="connsiteY228" fmla="*/ 390337 h 821522"/>
                <a:gd name="connsiteX229" fmla="*/ 2230570 w 2912392"/>
                <a:gd name="connsiteY229" fmla="*/ 394720 h 821522"/>
                <a:gd name="connsiteX230" fmla="*/ 2240299 w 2912392"/>
                <a:gd name="connsiteY230" fmla="*/ 398966 h 821522"/>
                <a:gd name="connsiteX231" fmla="*/ 2250043 w 2912392"/>
                <a:gd name="connsiteY231" fmla="*/ 403079 h 821522"/>
                <a:gd name="connsiteX232" fmla="*/ 2259787 w 2912392"/>
                <a:gd name="connsiteY232" fmla="*/ 407055 h 821522"/>
                <a:gd name="connsiteX233" fmla="*/ 2269531 w 2912392"/>
                <a:gd name="connsiteY233" fmla="*/ 410899 h 821522"/>
                <a:gd name="connsiteX234" fmla="*/ 2279260 w 2912392"/>
                <a:gd name="connsiteY234" fmla="*/ 414610 h 821522"/>
                <a:gd name="connsiteX235" fmla="*/ 2289004 w 2912392"/>
                <a:gd name="connsiteY235" fmla="*/ 418191 h 821522"/>
                <a:gd name="connsiteX236" fmla="*/ 2298748 w 2912392"/>
                <a:gd name="connsiteY236" fmla="*/ 421643 h 821522"/>
                <a:gd name="connsiteX237" fmla="*/ 2308492 w 2912392"/>
                <a:gd name="connsiteY237" fmla="*/ 424970 h 821522"/>
                <a:gd name="connsiteX238" fmla="*/ 2318236 w 2912392"/>
                <a:gd name="connsiteY238" fmla="*/ 428173 h 821522"/>
                <a:gd name="connsiteX239" fmla="*/ 2327965 w 2912392"/>
                <a:gd name="connsiteY239" fmla="*/ 431257 h 821522"/>
                <a:gd name="connsiteX240" fmla="*/ 2337709 w 2912392"/>
                <a:gd name="connsiteY240" fmla="*/ 434226 h 821522"/>
                <a:gd name="connsiteX241" fmla="*/ 2347453 w 2912392"/>
                <a:gd name="connsiteY241" fmla="*/ 437084 h 821522"/>
                <a:gd name="connsiteX242" fmla="*/ 2357197 w 2912392"/>
                <a:gd name="connsiteY242" fmla="*/ 439834 h 821522"/>
                <a:gd name="connsiteX243" fmla="*/ 2366926 w 2912392"/>
                <a:gd name="connsiteY243" fmla="*/ 442483 h 821522"/>
                <a:gd name="connsiteX244" fmla="*/ 2376670 w 2912392"/>
                <a:gd name="connsiteY244" fmla="*/ 445036 h 821522"/>
                <a:gd name="connsiteX245" fmla="*/ 2386413 w 2912392"/>
                <a:gd name="connsiteY245" fmla="*/ 447497 h 821522"/>
                <a:gd name="connsiteX246" fmla="*/ 2396157 w 2912392"/>
                <a:gd name="connsiteY246" fmla="*/ 449873 h 821522"/>
                <a:gd name="connsiteX247" fmla="*/ 2405886 w 2912392"/>
                <a:gd name="connsiteY247" fmla="*/ 452171 h 821522"/>
                <a:gd name="connsiteX248" fmla="*/ 2415630 w 2912392"/>
                <a:gd name="connsiteY248" fmla="*/ 454394 h 821522"/>
                <a:gd name="connsiteX249" fmla="*/ 2425374 w 2912392"/>
                <a:gd name="connsiteY249" fmla="*/ 456552 h 821522"/>
                <a:gd name="connsiteX250" fmla="*/ 2435118 w 2912392"/>
                <a:gd name="connsiteY250" fmla="*/ 458652 h 821522"/>
                <a:gd name="connsiteX251" fmla="*/ 2444862 w 2912392"/>
                <a:gd name="connsiteY251" fmla="*/ 460697 h 821522"/>
                <a:gd name="connsiteX252" fmla="*/ 2454591 w 2912392"/>
                <a:gd name="connsiteY252" fmla="*/ 462700 h 821522"/>
                <a:gd name="connsiteX253" fmla="*/ 2464335 w 2912392"/>
                <a:gd name="connsiteY253" fmla="*/ 464665 h 821522"/>
                <a:gd name="connsiteX254" fmla="*/ 2474079 w 2912392"/>
                <a:gd name="connsiteY254" fmla="*/ 466599 h 821522"/>
                <a:gd name="connsiteX255" fmla="*/ 2483823 w 2912392"/>
                <a:gd name="connsiteY255" fmla="*/ 468512 h 821522"/>
                <a:gd name="connsiteX256" fmla="*/ 2493552 w 2912392"/>
                <a:gd name="connsiteY256" fmla="*/ 470409 h 821522"/>
                <a:gd name="connsiteX257" fmla="*/ 2503296 w 2912392"/>
                <a:gd name="connsiteY257" fmla="*/ 472299 h 821522"/>
                <a:gd name="connsiteX258" fmla="*/ 2513040 w 2912392"/>
                <a:gd name="connsiteY258" fmla="*/ 474191 h 821522"/>
                <a:gd name="connsiteX259" fmla="*/ 2522784 w 2912392"/>
                <a:gd name="connsiteY259" fmla="*/ 476093 h 821522"/>
                <a:gd name="connsiteX260" fmla="*/ 2532513 w 2912392"/>
                <a:gd name="connsiteY260" fmla="*/ 478008 h 821522"/>
                <a:gd name="connsiteX261" fmla="*/ 2542257 w 2912392"/>
                <a:gd name="connsiteY261" fmla="*/ 479950 h 821522"/>
                <a:gd name="connsiteX262" fmla="*/ 2552001 w 2912392"/>
                <a:gd name="connsiteY262" fmla="*/ 481922 h 821522"/>
                <a:gd name="connsiteX263" fmla="*/ 2561745 w 2912392"/>
                <a:gd name="connsiteY263" fmla="*/ 483934 h 821522"/>
                <a:gd name="connsiteX264" fmla="*/ 2571474 w 2912392"/>
                <a:gd name="connsiteY264" fmla="*/ 485991 h 821522"/>
                <a:gd name="connsiteX265" fmla="*/ 2581218 w 2912392"/>
                <a:gd name="connsiteY265" fmla="*/ 488103 h 821522"/>
                <a:gd name="connsiteX266" fmla="*/ 2590962 w 2912392"/>
                <a:gd name="connsiteY266" fmla="*/ 490272 h 821522"/>
                <a:gd name="connsiteX267" fmla="*/ 2600705 w 2912392"/>
                <a:gd name="connsiteY267" fmla="*/ 492510 h 821522"/>
                <a:gd name="connsiteX268" fmla="*/ 2610449 w 2912392"/>
                <a:gd name="connsiteY268" fmla="*/ 494819 h 821522"/>
                <a:gd name="connsiteX269" fmla="*/ 2620178 w 2912392"/>
                <a:gd name="connsiteY269" fmla="*/ 497207 h 821522"/>
                <a:gd name="connsiteX270" fmla="*/ 2629922 w 2912392"/>
                <a:gd name="connsiteY270" fmla="*/ 499681 h 821522"/>
                <a:gd name="connsiteX271" fmla="*/ 2639666 w 2912392"/>
                <a:gd name="connsiteY271" fmla="*/ 502242 h 821522"/>
                <a:gd name="connsiteX272" fmla="*/ 2649410 w 2912392"/>
                <a:gd name="connsiteY272" fmla="*/ 504898 h 821522"/>
                <a:gd name="connsiteX273" fmla="*/ 2659139 w 2912392"/>
                <a:gd name="connsiteY273" fmla="*/ 507653 h 821522"/>
                <a:gd name="connsiteX274" fmla="*/ 2668883 w 2912392"/>
                <a:gd name="connsiteY274" fmla="*/ 510511 h 821522"/>
                <a:gd name="connsiteX275" fmla="*/ 2678627 w 2912392"/>
                <a:gd name="connsiteY275" fmla="*/ 513474 h 821522"/>
                <a:gd name="connsiteX276" fmla="*/ 2688371 w 2912392"/>
                <a:gd name="connsiteY276" fmla="*/ 516546 h 821522"/>
                <a:gd name="connsiteX277" fmla="*/ 2698100 w 2912392"/>
                <a:gd name="connsiteY277" fmla="*/ 519730 h 821522"/>
                <a:gd name="connsiteX278" fmla="*/ 2707844 w 2912392"/>
                <a:gd name="connsiteY278" fmla="*/ 523029 h 821522"/>
                <a:gd name="connsiteX279" fmla="*/ 2717588 w 2912392"/>
                <a:gd name="connsiteY279" fmla="*/ 526441 h 821522"/>
                <a:gd name="connsiteX280" fmla="*/ 2727332 w 2912392"/>
                <a:gd name="connsiteY280" fmla="*/ 529970 h 821522"/>
                <a:gd name="connsiteX281" fmla="*/ 2737076 w 2912392"/>
                <a:gd name="connsiteY281" fmla="*/ 533614 h 821522"/>
                <a:gd name="connsiteX282" fmla="*/ 2746805 w 2912392"/>
                <a:gd name="connsiteY282" fmla="*/ 537375 h 821522"/>
                <a:gd name="connsiteX283" fmla="*/ 2756549 w 2912392"/>
                <a:gd name="connsiteY283" fmla="*/ 541252 h 821522"/>
                <a:gd name="connsiteX284" fmla="*/ 2766293 w 2912392"/>
                <a:gd name="connsiteY284" fmla="*/ 545242 h 821522"/>
                <a:gd name="connsiteX285" fmla="*/ 2776037 w 2912392"/>
                <a:gd name="connsiteY285" fmla="*/ 549345 h 821522"/>
                <a:gd name="connsiteX286" fmla="*/ 2785766 w 2912392"/>
                <a:gd name="connsiteY286" fmla="*/ 553557 h 821522"/>
                <a:gd name="connsiteX287" fmla="*/ 2795510 w 2912392"/>
                <a:gd name="connsiteY287" fmla="*/ 557875 h 821522"/>
                <a:gd name="connsiteX288" fmla="*/ 2805254 w 2912392"/>
                <a:gd name="connsiteY288" fmla="*/ 562295 h 821522"/>
                <a:gd name="connsiteX289" fmla="*/ 2814998 w 2912392"/>
                <a:gd name="connsiteY289" fmla="*/ 566815 h 821522"/>
                <a:gd name="connsiteX290" fmla="*/ 2824727 w 2912392"/>
                <a:gd name="connsiteY290" fmla="*/ 571428 h 821522"/>
                <a:gd name="connsiteX291" fmla="*/ 2834471 w 2912392"/>
                <a:gd name="connsiteY291" fmla="*/ 576130 h 821522"/>
                <a:gd name="connsiteX292" fmla="*/ 2844215 w 2912392"/>
                <a:gd name="connsiteY292" fmla="*/ 580916 h 821522"/>
                <a:gd name="connsiteX293" fmla="*/ 2853958 w 2912392"/>
                <a:gd name="connsiteY293" fmla="*/ 585777 h 821522"/>
                <a:gd name="connsiteX294" fmla="*/ 2863687 w 2912392"/>
                <a:gd name="connsiteY294" fmla="*/ 590709 h 821522"/>
                <a:gd name="connsiteX295" fmla="*/ 2873431 w 2912392"/>
                <a:gd name="connsiteY295" fmla="*/ 595705 h 821522"/>
                <a:gd name="connsiteX296" fmla="*/ 2883175 w 2912392"/>
                <a:gd name="connsiteY296" fmla="*/ 600754 h 821522"/>
                <a:gd name="connsiteX297" fmla="*/ 2892919 w 2912392"/>
                <a:gd name="connsiteY297" fmla="*/ 605851 h 821522"/>
                <a:gd name="connsiteX298" fmla="*/ 2902663 w 2912392"/>
                <a:gd name="connsiteY298" fmla="*/ 610986 h 821522"/>
                <a:gd name="connsiteX299" fmla="*/ 2912392 w 2912392"/>
                <a:gd name="connsiteY299" fmla="*/ 616153 h 821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21522">
                  <a:moveTo>
                    <a:pt x="0" y="598961"/>
                  </a:moveTo>
                  <a:lnTo>
                    <a:pt x="9739" y="602762"/>
                  </a:lnTo>
                  <a:lnTo>
                    <a:pt x="19480" y="606798"/>
                  </a:lnTo>
                  <a:lnTo>
                    <a:pt x="29221" y="611065"/>
                  </a:lnTo>
                  <a:lnTo>
                    <a:pt x="38961" y="615553"/>
                  </a:lnTo>
                  <a:lnTo>
                    <a:pt x="48702" y="620255"/>
                  </a:lnTo>
                  <a:lnTo>
                    <a:pt x="58443" y="625161"/>
                  </a:lnTo>
                  <a:lnTo>
                    <a:pt x="68182" y="630264"/>
                  </a:lnTo>
                  <a:lnTo>
                    <a:pt x="77923" y="635550"/>
                  </a:lnTo>
                  <a:lnTo>
                    <a:pt x="87664" y="641009"/>
                  </a:lnTo>
                  <a:lnTo>
                    <a:pt x="97404" y="646631"/>
                  </a:lnTo>
                  <a:lnTo>
                    <a:pt x="107145" y="652403"/>
                  </a:lnTo>
                  <a:lnTo>
                    <a:pt x="116886" y="658309"/>
                  </a:lnTo>
                  <a:lnTo>
                    <a:pt x="126625" y="664338"/>
                  </a:lnTo>
                  <a:lnTo>
                    <a:pt x="136366" y="670477"/>
                  </a:lnTo>
                  <a:lnTo>
                    <a:pt x="146107" y="676709"/>
                  </a:lnTo>
                  <a:lnTo>
                    <a:pt x="155846" y="683018"/>
                  </a:lnTo>
                  <a:lnTo>
                    <a:pt x="165587" y="689391"/>
                  </a:lnTo>
                  <a:lnTo>
                    <a:pt x="175328" y="695808"/>
                  </a:lnTo>
                  <a:lnTo>
                    <a:pt x="185068" y="702255"/>
                  </a:lnTo>
                  <a:lnTo>
                    <a:pt x="194809" y="708715"/>
                  </a:lnTo>
                  <a:lnTo>
                    <a:pt x="204550" y="715168"/>
                  </a:lnTo>
                  <a:lnTo>
                    <a:pt x="214289" y="721598"/>
                  </a:lnTo>
                  <a:lnTo>
                    <a:pt x="224030" y="727985"/>
                  </a:lnTo>
                  <a:lnTo>
                    <a:pt x="233771" y="734314"/>
                  </a:lnTo>
                  <a:lnTo>
                    <a:pt x="243510" y="740563"/>
                  </a:lnTo>
                  <a:lnTo>
                    <a:pt x="253251" y="746716"/>
                  </a:lnTo>
                  <a:lnTo>
                    <a:pt x="262992" y="752753"/>
                  </a:lnTo>
                  <a:lnTo>
                    <a:pt x="272732" y="758655"/>
                  </a:lnTo>
                  <a:lnTo>
                    <a:pt x="282473" y="764403"/>
                  </a:lnTo>
                  <a:lnTo>
                    <a:pt x="292214" y="769978"/>
                  </a:lnTo>
                  <a:lnTo>
                    <a:pt x="301953" y="775362"/>
                  </a:lnTo>
                  <a:lnTo>
                    <a:pt x="311694" y="780537"/>
                  </a:lnTo>
                  <a:lnTo>
                    <a:pt x="321435" y="785483"/>
                  </a:lnTo>
                  <a:lnTo>
                    <a:pt x="331175" y="790184"/>
                  </a:lnTo>
                  <a:lnTo>
                    <a:pt x="340916" y="794621"/>
                  </a:lnTo>
                  <a:lnTo>
                    <a:pt x="350656" y="798778"/>
                  </a:lnTo>
                  <a:lnTo>
                    <a:pt x="360396" y="802635"/>
                  </a:lnTo>
                  <a:lnTo>
                    <a:pt x="370137" y="806179"/>
                  </a:lnTo>
                  <a:lnTo>
                    <a:pt x="379878" y="809393"/>
                  </a:lnTo>
                  <a:lnTo>
                    <a:pt x="389617" y="812261"/>
                  </a:lnTo>
                  <a:lnTo>
                    <a:pt x="399358" y="814769"/>
                  </a:lnTo>
                  <a:lnTo>
                    <a:pt x="409099" y="816904"/>
                  </a:lnTo>
                  <a:lnTo>
                    <a:pt x="418839" y="818650"/>
                  </a:lnTo>
                  <a:lnTo>
                    <a:pt x="428580" y="819995"/>
                  </a:lnTo>
                  <a:lnTo>
                    <a:pt x="438321" y="820931"/>
                  </a:lnTo>
                  <a:lnTo>
                    <a:pt x="448060" y="821442"/>
                  </a:lnTo>
                  <a:lnTo>
                    <a:pt x="457801" y="821522"/>
                  </a:lnTo>
                  <a:lnTo>
                    <a:pt x="467542" y="821160"/>
                  </a:lnTo>
                  <a:lnTo>
                    <a:pt x="477281" y="820348"/>
                  </a:lnTo>
                  <a:lnTo>
                    <a:pt x="487022" y="819080"/>
                  </a:lnTo>
                  <a:lnTo>
                    <a:pt x="496763" y="817351"/>
                  </a:lnTo>
                  <a:lnTo>
                    <a:pt x="506503" y="815152"/>
                  </a:lnTo>
                  <a:lnTo>
                    <a:pt x="516244" y="812482"/>
                  </a:lnTo>
                  <a:lnTo>
                    <a:pt x="525985" y="809338"/>
                  </a:lnTo>
                  <a:lnTo>
                    <a:pt x="535724" y="805718"/>
                  </a:lnTo>
                  <a:lnTo>
                    <a:pt x="545465" y="801620"/>
                  </a:lnTo>
                  <a:lnTo>
                    <a:pt x="555206" y="797046"/>
                  </a:lnTo>
                  <a:lnTo>
                    <a:pt x="564946" y="791997"/>
                  </a:lnTo>
                  <a:lnTo>
                    <a:pt x="574687" y="786477"/>
                  </a:lnTo>
                  <a:lnTo>
                    <a:pt x="584428" y="780488"/>
                  </a:lnTo>
                  <a:lnTo>
                    <a:pt x="594167" y="774035"/>
                  </a:lnTo>
                  <a:lnTo>
                    <a:pt x="603908" y="767126"/>
                  </a:lnTo>
                  <a:lnTo>
                    <a:pt x="613649" y="759766"/>
                  </a:lnTo>
                  <a:lnTo>
                    <a:pt x="623388" y="751964"/>
                  </a:lnTo>
                  <a:lnTo>
                    <a:pt x="633129" y="743729"/>
                  </a:lnTo>
                  <a:lnTo>
                    <a:pt x="642870" y="735070"/>
                  </a:lnTo>
                  <a:lnTo>
                    <a:pt x="652610" y="726001"/>
                  </a:lnTo>
                  <a:lnTo>
                    <a:pt x="662351" y="716531"/>
                  </a:lnTo>
                  <a:lnTo>
                    <a:pt x="672092" y="706675"/>
                  </a:lnTo>
                  <a:lnTo>
                    <a:pt x="681831" y="696445"/>
                  </a:lnTo>
                  <a:lnTo>
                    <a:pt x="691572" y="685858"/>
                  </a:lnTo>
                  <a:lnTo>
                    <a:pt x="701313" y="674928"/>
                  </a:lnTo>
                  <a:lnTo>
                    <a:pt x="711052" y="663671"/>
                  </a:lnTo>
                  <a:lnTo>
                    <a:pt x="720793" y="652105"/>
                  </a:lnTo>
                  <a:lnTo>
                    <a:pt x="730534" y="640245"/>
                  </a:lnTo>
                  <a:lnTo>
                    <a:pt x="740274" y="628111"/>
                  </a:lnTo>
                  <a:lnTo>
                    <a:pt x="750015" y="615721"/>
                  </a:lnTo>
                  <a:lnTo>
                    <a:pt x="759756" y="603093"/>
                  </a:lnTo>
                  <a:lnTo>
                    <a:pt x="769495" y="590247"/>
                  </a:lnTo>
                  <a:lnTo>
                    <a:pt x="779236" y="577204"/>
                  </a:lnTo>
                  <a:lnTo>
                    <a:pt x="788977" y="563982"/>
                  </a:lnTo>
                  <a:lnTo>
                    <a:pt x="798717" y="550601"/>
                  </a:lnTo>
                  <a:lnTo>
                    <a:pt x="808458" y="537082"/>
                  </a:lnTo>
                  <a:lnTo>
                    <a:pt x="818199" y="523444"/>
                  </a:lnTo>
                  <a:lnTo>
                    <a:pt x="827938" y="509709"/>
                  </a:lnTo>
                  <a:lnTo>
                    <a:pt x="837679" y="495898"/>
                  </a:lnTo>
                  <a:lnTo>
                    <a:pt x="847420" y="482028"/>
                  </a:lnTo>
                  <a:lnTo>
                    <a:pt x="857159" y="468122"/>
                  </a:lnTo>
                  <a:lnTo>
                    <a:pt x="866900" y="454197"/>
                  </a:lnTo>
                  <a:lnTo>
                    <a:pt x="876641" y="440274"/>
                  </a:lnTo>
                  <a:lnTo>
                    <a:pt x="886381" y="426372"/>
                  </a:lnTo>
                  <a:lnTo>
                    <a:pt x="896122" y="412510"/>
                  </a:lnTo>
                  <a:lnTo>
                    <a:pt x="905863" y="398707"/>
                  </a:lnTo>
                  <a:lnTo>
                    <a:pt x="915602" y="384979"/>
                  </a:lnTo>
                  <a:lnTo>
                    <a:pt x="925343" y="371345"/>
                  </a:lnTo>
                  <a:lnTo>
                    <a:pt x="935084" y="357821"/>
                  </a:lnTo>
                  <a:lnTo>
                    <a:pt x="944824" y="344424"/>
                  </a:lnTo>
                  <a:lnTo>
                    <a:pt x="954564" y="331170"/>
                  </a:lnTo>
                  <a:lnTo>
                    <a:pt x="964305" y="318072"/>
                  </a:lnTo>
                  <a:lnTo>
                    <a:pt x="974045" y="305146"/>
                  </a:lnTo>
                  <a:lnTo>
                    <a:pt x="983786" y="292406"/>
                  </a:lnTo>
                  <a:lnTo>
                    <a:pt x="993522" y="279864"/>
                  </a:lnTo>
                  <a:lnTo>
                    <a:pt x="1003266" y="267531"/>
                  </a:lnTo>
                  <a:lnTo>
                    <a:pt x="1013010" y="255421"/>
                  </a:lnTo>
                  <a:lnTo>
                    <a:pt x="1022754" y="243542"/>
                  </a:lnTo>
                  <a:lnTo>
                    <a:pt x="1032483" y="231906"/>
                  </a:lnTo>
                  <a:lnTo>
                    <a:pt x="1042227" y="220521"/>
                  </a:lnTo>
                  <a:lnTo>
                    <a:pt x="1051971" y="209398"/>
                  </a:lnTo>
                  <a:lnTo>
                    <a:pt x="1061715" y="198541"/>
                  </a:lnTo>
                  <a:lnTo>
                    <a:pt x="1071444" y="187958"/>
                  </a:lnTo>
                  <a:lnTo>
                    <a:pt x="1081188" y="177655"/>
                  </a:lnTo>
                  <a:lnTo>
                    <a:pt x="1090932" y="167639"/>
                  </a:lnTo>
                  <a:lnTo>
                    <a:pt x="1100676" y="157914"/>
                  </a:lnTo>
                  <a:lnTo>
                    <a:pt x="1110405" y="148483"/>
                  </a:lnTo>
                  <a:lnTo>
                    <a:pt x="1120149" y="139350"/>
                  </a:lnTo>
                  <a:lnTo>
                    <a:pt x="1129893" y="130520"/>
                  </a:lnTo>
                  <a:lnTo>
                    <a:pt x="1139637" y="121990"/>
                  </a:lnTo>
                  <a:lnTo>
                    <a:pt x="1149381" y="113766"/>
                  </a:lnTo>
                  <a:lnTo>
                    <a:pt x="1159110" y="105845"/>
                  </a:lnTo>
                  <a:lnTo>
                    <a:pt x="1168854" y="98232"/>
                  </a:lnTo>
                  <a:lnTo>
                    <a:pt x="1178598" y="90924"/>
                  </a:lnTo>
                  <a:lnTo>
                    <a:pt x="1188341" y="83920"/>
                  </a:lnTo>
                  <a:lnTo>
                    <a:pt x="1198070" y="77221"/>
                  </a:lnTo>
                  <a:lnTo>
                    <a:pt x="1207814" y="70824"/>
                  </a:lnTo>
                  <a:lnTo>
                    <a:pt x="1217558" y="64727"/>
                  </a:lnTo>
                  <a:lnTo>
                    <a:pt x="1227302" y="58928"/>
                  </a:lnTo>
                  <a:lnTo>
                    <a:pt x="1237031" y="53426"/>
                  </a:lnTo>
                  <a:lnTo>
                    <a:pt x="1246775" y="48216"/>
                  </a:lnTo>
                  <a:lnTo>
                    <a:pt x="1256519" y="43296"/>
                  </a:lnTo>
                  <a:lnTo>
                    <a:pt x="1266263" y="38663"/>
                  </a:lnTo>
                  <a:lnTo>
                    <a:pt x="1276007" y="34314"/>
                  </a:lnTo>
                  <a:lnTo>
                    <a:pt x="1285736" y="30243"/>
                  </a:lnTo>
                  <a:lnTo>
                    <a:pt x="1295480" y="26449"/>
                  </a:lnTo>
                  <a:lnTo>
                    <a:pt x="1305224" y="22927"/>
                  </a:lnTo>
                  <a:lnTo>
                    <a:pt x="1314968" y="19673"/>
                  </a:lnTo>
                  <a:lnTo>
                    <a:pt x="1324697" y="16682"/>
                  </a:lnTo>
                  <a:lnTo>
                    <a:pt x="1334441" y="13954"/>
                  </a:lnTo>
                  <a:lnTo>
                    <a:pt x="1344185" y="11481"/>
                  </a:lnTo>
                  <a:lnTo>
                    <a:pt x="1353929" y="9260"/>
                  </a:lnTo>
                  <a:lnTo>
                    <a:pt x="1363658" y="7287"/>
                  </a:lnTo>
                  <a:lnTo>
                    <a:pt x="1373402" y="5560"/>
                  </a:lnTo>
                  <a:lnTo>
                    <a:pt x="1383146" y="4073"/>
                  </a:lnTo>
                  <a:lnTo>
                    <a:pt x="1392890" y="2822"/>
                  </a:lnTo>
                  <a:lnTo>
                    <a:pt x="1402619" y="1806"/>
                  </a:lnTo>
                  <a:lnTo>
                    <a:pt x="1412363" y="1019"/>
                  </a:lnTo>
                  <a:lnTo>
                    <a:pt x="1422106" y="457"/>
                  </a:lnTo>
                  <a:lnTo>
                    <a:pt x="1431850" y="119"/>
                  </a:lnTo>
                  <a:lnTo>
                    <a:pt x="1441594" y="0"/>
                  </a:lnTo>
                  <a:lnTo>
                    <a:pt x="1451323" y="98"/>
                  </a:lnTo>
                  <a:lnTo>
                    <a:pt x="1461067" y="410"/>
                  </a:lnTo>
                  <a:lnTo>
                    <a:pt x="1470811" y="931"/>
                  </a:lnTo>
                  <a:lnTo>
                    <a:pt x="1480555" y="1660"/>
                  </a:lnTo>
                  <a:lnTo>
                    <a:pt x="1490284" y="2594"/>
                  </a:lnTo>
                  <a:lnTo>
                    <a:pt x="1500028" y="3729"/>
                  </a:lnTo>
                  <a:lnTo>
                    <a:pt x="1509772" y="5064"/>
                  </a:lnTo>
                  <a:lnTo>
                    <a:pt x="1519516" y="6596"/>
                  </a:lnTo>
                  <a:lnTo>
                    <a:pt x="1529245" y="8323"/>
                  </a:lnTo>
                  <a:lnTo>
                    <a:pt x="1538989" y="10242"/>
                  </a:lnTo>
                  <a:lnTo>
                    <a:pt x="1548733" y="12348"/>
                  </a:lnTo>
                  <a:lnTo>
                    <a:pt x="1558477" y="14644"/>
                  </a:lnTo>
                  <a:lnTo>
                    <a:pt x="1568221" y="17125"/>
                  </a:lnTo>
                  <a:lnTo>
                    <a:pt x="1577950" y="19787"/>
                  </a:lnTo>
                  <a:lnTo>
                    <a:pt x="1587694" y="22630"/>
                  </a:lnTo>
                  <a:lnTo>
                    <a:pt x="1597438" y="25652"/>
                  </a:lnTo>
                  <a:lnTo>
                    <a:pt x="1607182" y="28847"/>
                  </a:lnTo>
                  <a:lnTo>
                    <a:pt x="1616911" y="32216"/>
                  </a:lnTo>
                  <a:lnTo>
                    <a:pt x="1626655" y="35756"/>
                  </a:lnTo>
                  <a:lnTo>
                    <a:pt x="1636399" y="39463"/>
                  </a:lnTo>
                  <a:lnTo>
                    <a:pt x="1646142" y="43335"/>
                  </a:lnTo>
                  <a:lnTo>
                    <a:pt x="1655872" y="47370"/>
                  </a:lnTo>
                  <a:lnTo>
                    <a:pt x="1665616" y="51564"/>
                  </a:lnTo>
                  <a:lnTo>
                    <a:pt x="1675359" y="55914"/>
                  </a:lnTo>
                  <a:lnTo>
                    <a:pt x="1685103" y="60418"/>
                  </a:lnTo>
                  <a:lnTo>
                    <a:pt x="1694832" y="65071"/>
                  </a:lnTo>
                  <a:lnTo>
                    <a:pt x="1704576" y="69870"/>
                  </a:lnTo>
                  <a:lnTo>
                    <a:pt x="1714320" y="74811"/>
                  </a:lnTo>
                  <a:lnTo>
                    <a:pt x="1724064" y="79891"/>
                  </a:lnTo>
                  <a:lnTo>
                    <a:pt x="1733808" y="85106"/>
                  </a:lnTo>
                  <a:lnTo>
                    <a:pt x="1743537" y="90452"/>
                  </a:lnTo>
                  <a:lnTo>
                    <a:pt x="1753281" y="95924"/>
                  </a:lnTo>
                  <a:lnTo>
                    <a:pt x="1763025" y="101517"/>
                  </a:lnTo>
                  <a:lnTo>
                    <a:pt x="1772769" y="107226"/>
                  </a:lnTo>
                  <a:lnTo>
                    <a:pt x="1782498" y="113049"/>
                  </a:lnTo>
                  <a:lnTo>
                    <a:pt x="1792242" y="118977"/>
                  </a:lnTo>
                  <a:lnTo>
                    <a:pt x="1801986" y="125008"/>
                  </a:lnTo>
                  <a:lnTo>
                    <a:pt x="1811730" y="131135"/>
                  </a:lnTo>
                  <a:lnTo>
                    <a:pt x="1821459" y="137351"/>
                  </a:lnTo>
                  <a:lnTo>
                    <a:pt x="1831203" y="143653"/>
                  </a:lnTo>
                  <a:lnTo>
                    <a:pt x="1840947" y="150033"/>
                  </a:lnTo>
                  <a:lnTo>
                    <a:pt x="1850691" y="156485"/>
                  </a:lnTo>
                  <a:lnTo>
                    <a:pt x="1860435" y="163004"/>
                  </a:lnTo>
                  <a:lnTo>
                    <a:pt x="1870164" y="169583"/>
                  </a:lnTo>
                  <a:lnTo>
                    <a:pt x="1879908" y="176215"/>
                  </a:lnTo>
                  <a:lnTo>
                    <a:pt x="1889652" y="182894"/>
                  </a:lnTo>
                  <a:lnTo>
                    <a:pt x="1899395" y="189612"/>
                  </a:lnTo>
                  <a:lnTo>
                    <a:pt x="1909124" y="196364"/>
                  </a:lnTo>
                  <a:lnTo>
                    <a:pt x="1918868" y="203142"/>
                  </a:lnTo>
                  <a:lnTo>
                    <a:pt x="1928612" y="209939"/>
                  </a:lnTo>
                  <a:lnTo>
                    <a:pt x="1938356" y="216747"/>
                  </a:lnTo>
                  <a:lnTo>
                    <a:pt x="1948085" y="223561"/>
                  </a:lnTo>
                  <a:lnTo>
                    <a:pt x="1957829" y="230373"/>
                  </a:lnTo>
                  <a:lnTo>
                    <a:pt x="1967573" y="237177"/>
                  </a:lnTo>
                  <a:lnTo>
                    <a:pt x="1977317" y="243963"/>
                  </a:lnTo>
                  <a:lnTo>
                    <a:pt x="1987046" y="250726"/>
                  </a:lnTo>
                  <a:lnTo>
                    <a:pt x="1996790" y="257460"/>
                  </a:lnTo>
                  <a:lnTo>
                    <a:pt x="2006534" y="264157"/>
                  </a:lnTo>
                  <a:lnTo>
                    <a:pt x="2016278" y="270810"/>
                  </a:lnTo>
                  <a:lnTo>
                    <a:pt x="2026022" y="277413"/>
                  </a:lnTo>
                  <a:lnTo>
                    <a:pt x="2035751" y="283958"/>
                  </a:lnTo>
                  <a:lnTo>
                    <a:pt x="2045495" y="290441"/>
                  </a:lnTo>
                  <a:lnTo>
                    <a:pt x="2055239" y="296853"/>
                  </a:lnTo>
                  <a:lnTo>
                    <a:pt x="2064983" y="303191"/>
                  </a:lnTo>
                  <a:lnTo>
                    <a:pt x="2074712" y="309447"/>
                  </a:lnTo>
                  <a:lnTo>
                    <a:pt x="2084456" y="315616"/>
                  </a:lnTo>
                  <a:lnTo>
                    <a:pt x="2094200" y="321691"/>
                  </a:lnTo>
                  <a:lnTo>
                    <a:pt x="2103944" y="327670"/>
                  </a:lnTo>
                  <a:lnTo>
                    <a:pt x="2113673" y="333546"/>
                  </a:lnTo>
                  <a:lnTo>
                    <a:pt x="2123417" y="339315"/>
                  </a:lnTo>
                  <a:lnTo>
                    <a:pt x="2133161" y="344974"/>
                  </a:lnTo>
                  <a:lnTo>
                    <a:pt x="2142905" y="350515"/>
                  </a:lnTo>
                  <a:lnTo>
                    <a:pt x="2152649" y="355940"/>
                  </a:lnTo>
                  <a:lnTo>
                    <a:pt x="2162377" y="361241"/>
                  </a:lnTo>
                  <a:lnTo>
                    <a:pt x="2172121" y="366415"/>
                  </a:lnTo>
                  <a:lnTo>
                    <a:pt x="2181865" y="371463"/>
                  </a:lnTo>
                  <a:lnTo>
                    <a:pt x="2191609" y="376381"/>
                  </a:lnTo>
                  <a:lnTo>
                    <a:pt x="2201338" y="381167"/>
                  </a:lnTo>
                  <a:lnTo>
                    <a:pt x="2211082" y="385820"/>
                  </a:lnTo>
                  <a:lnTo>
                    <a:pt x="2220826" y="390337"/>
                  </a:lnTo>
                  <a:lnTo>
                    <a:pt x="2230570" y="394720"/>
                  </a:lnTo>
                  <a:lnTo>
                    <a:pt x="2240299" y="398966"/>
                  </a:lnTo>
                  <a:lnTo>
                    <a:pt x="2250043" y="403079"/>
                  </a:lnTo>
                  <a:lnTo>
                    <a:pt x="2259787" y="407055"/>
                  </a:lnTo>
                  <a:lnTo>
                    <a:pt x="2269531" y="410899"/>
                  </a:lnTo>
                  <a:lnTo>
                    <a:pt x="2279260" y="414610"/>
                  </a:lnTo>
                  <a:lnTo>
                    <a:pt x="2289004" y="418191"/>
                  </a:lnTo>
                  <a:lnTo>
                    <a:pt x="2298748" y="421643"/>
                  </a:lnTo>
                  <a:lnTo>
                    <a:pt x="2308492" y="424970"/>
                  </a:lnTo>
                  <a:lnTo>
                    <a:pt x="2318236" y="428173"/>
                  </a:lnTo>
                  <a:lnTo>
                    <a:pt x="2327965" y="431257"/>
                  </a:lnTo>
                  <a:lnTo>
                    <a:pt x="2337709" y="434226"/>
                  </a:lnTo>
                  <a:lnTo>
                    <a:pt x="2347453" y="437084"/>
                  </a:lnTo>
                  <a:lnTo>
                    <a:pt x="2357197" y="439834"/>
                  </a:lnTo>
                  <a:lnTo>
                    <a:pt x="2366926" y="442483"/>
                  </a:lnTo>
                  <a:lnTo>
                    <a:pt x="2376670" y="445036"/>
                  </a:lnTo>
                  <a:lnTo>
                    <a:pt x="2386413" y="447497"/>
                  </a:lnTo>
                  <a:lnTo>
                    <a:pt x="2396157" y="449873"/>
                  </a:lnTo>
                  <a:lnTo>
                    <a:pt x="2405886" y="452171"/>
                  </a:lnTo>
                  <a:lnTo>
                    <a:pt x="2415630" y="454394"/>
                  </a:lnTo>
                  <a:lnTo>
                    <a:pt x="2425374" y="456552"/>
                  </a:lnTo>
                  <a:lnTo>
                    <a:pt x="2435118" y="458652"/>
                  </a:lnTo>
                  <a:lnTo>
                    <a:pt x="2444862" y="460697"/>
                  </a:lnTo>
                  <a:lnTo>
                    <a:pt x="2454591" y="462700"/>
                  </a:lnTo>
                  <a:lnTo>
                    <a:pt x="2464335" y="464665"/>
                  </a:lnTo>
                  <a:lnTo>
                    <a:pt x="2474079" y="466599"/>
                  </a:lnTo>
                  <a:lnTo>
                    <a:pt x="2483823" y="468512"/>
                  </a:lnTo>
                  <a:lnTo>
                    <a:pt x="2493552" y="470409"/>
                  </a:lnTo>
                  <a:lnTo>
                    <a:pt x="2503296" y="472299"/>
                  </a:lnTo>
                  <a:lnTo>
                    <a:pt x="2513040" y="474191"/>
                  </a:lnTo>
                  <a:lnTo>
                    <a:pt x="2522784" y="476093"/>
                  </a:lnTo>
                  <a:lnTo>
                    <a:pt x="2532513" y="478008"/>
                  </a:lnTo>
                  <a:lnTo>
                    <a:pt x="2542257" y="479950"/>
                  </a:lnTo>
                  <a:lnTo>
                    <a:pt x="2552001" y="481922"/>
                  </a:lnTo>
                  <a:lnTo>
                    <a:pt x="2561745" y="483934"/>
                  </a:lnTo>
                  <a:lnTo>
                    <a:pt x="2571474" y="485991"/>
                  </a:lnTo>
                  <a:lnTo>
                    <a:pt x="2581218" y="488103"/>
                  </a:lnTo>
                  <a:lnTo>
                    <a:pt x="2590962" y="490272"/>
                  </a:lnTo>
                  <a:lnTo>
                    <a:pt x="2600705" y="492510"/>
                  </a:lnTo>
                  <a:lnTo>
                    <a:pt x="2610449" y="494819"/>
                  </a:lnTo>
                  <a:lnTo>
                    <a:pt x="2620178" y="497207"/>
                  </a:lnTo>
                  <a:lnTo>
                    <a:pt x="2629922" y="499681"/>
                  </a:lnTo>
                  <a:lnTo>
                    <a:pt x="2639666" y="502242"/>
                  </a:lnTo>
                  <a:lnTo>
                    <a:pt x="2649410" y="504898"/>
                  </a:lnTo>
                  <a:lnTo>
                    <a:pt x="2659139" y="507653"/>
                  </a:lnTo>
                  <a:lnTo>
                    <a:pt x="2668883" y="510511"/>
                  </a:lnTo>
                  <a:lnTo>
                    <a:pt x="2678627" y="513474"/>
                  </a:lnTo>
                  <a:lnTo>
                    <a:pt x="2688371" y="516546"/>
                  </a:lnTo>
                  <a:lnTo>
                    <a:pt x="2698100" y="519730"/>
                  </a:lnTo>
                  <a:lnTo>
                    <a:pt x="2707844" y="523029"/>
                  </a:lnTo>
                  <a:lnTo>
                    <a:pt x="2717588" y="526441"/>
                  </a:lnTo>
                  <a:lnTo>
                    <a:pt x="2727332" y="529970"/>
                  </a:lnTo>
                  <a:lnTo>
                    <a:pt x="2737076" y="533614"/>
                  </a:lnTo>
                  <a:lnTo>
                    <a:pt x="2746805" y="537375"/>
                  </a:lnTo>
                  <a:lnTo>
                    <a:pt x="2756549" y="541252"/>
                  </a:lnTo>
                  <a:lnTo>
                    <a:pt x="2766293" y="545242"/>
                  </a:lnTo>
                  <a:lnTo>
                    <a:pt x="2776037" y="549345"/>
                  </a:lnTo>
                  <a:lnTo>
                    <a:pt x="2785766" y="553557"/>
                  </a:lnTo>
                  <a:lnTo>
                    <a:pt x="2795510" y="557875"/>
                  </a:lnTo>
                  <a:lnTo>
                    <a:pt x="2805254" y="562295"/>
                  </a:lnTo>
                  <a:lnTo>
                    <a:pt x="2814998" y="566815"/>
                  </a:lnTo>
                  <a:lnTo>
                    <a:pt x="2824727" y="571428"/>
                  </a:lnTo>
                  <a:lnTo>
                    <a:pt x="2834471" y="576130"/>
                  </a:lnTo>
                  <a:lnTo>
                    <a:pt x="2844215" y="580916"/>
                  </a:lnTo>
                  <a:lnTo>
                    <a:pt x="2853958" y="585777"/>
                  </a:lnTo>
                  <a:lnTo>
                    <a:pt x="2863687" y="590709"/>
                  </a:lnTo>
                  <a:lnTo>
                    <a:pt x="2873431" y="595705"/>
                  </a:lnTo>
                  <a:lnTo>
                    <a:pt x="2883175" y="600754"/>
                  </a:lnTo>
                  <a:lnTo>
                    <a:pt x="2892919" y="605851"/>
                  </a:lnTo>
                  <a:lnTo>
                    <a:pt x="2902663" y="610986"/>
                  </a:lnTo>
                  <a:lnTo>
                    <a:pt x="2912392" y="61615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0" name="Freeform 699">
              <a:extLst>
                <a:ext uri="{FF2B5EF4-FFF2-40B4-BE49-F238E27FC236}">
                  <a16:creationId xmlns:a16="http://schemas.microsoft.com/office/drawing/2014/main" id="{06A6FA83-4B5A-7D53-1D48-6EDEC0F695DC}"/>
                </a:ext>
              </a:extLst>
            </p:cNvPr>
            <p:cNvSpPr/>
            <p:nvPr/>
          </p:nvSpPr>
          <p:spPr>
            <a:xfrm>
              <a:off x="576446" y="2695927"/>
              <a:ext cx="2912392" cy="932449"/>
            </a:xfrm>
            <a:custGeom>
              <a:avLst/>
              <a:gdLst>
                <a:gd name="connsiteX0" fmla="*/ 0 w 2912392"/>
                <a:gd name="connsiteY0" fmla="*/ 863061 h 932449"/>
                <a:gd name="connsiteX1" fmla="*/ 9739 w 2912392"/>
                <a:gd name="connsiteY1" fmla="*/ 867173 h 932449"/>
                <a:gd name="connsiteX2" fmla="*/ 19480 w 2912392"/>
                <a:gd name="connsiteY2" fmla="*/ 871254 h 932449"/>
                <a:gd name="connsiteX3" fmla="*/ 29221 w 2912392"/>
                <a:gd name="connsiteY3" fmla="*/ 875293 h 932449"/>
                <a:gd name="connsiteX4" fmla="*/ 38961 w 2912392"/>
                <a:gd name="connsiteY4" fmla="*/ 879280 h 932449"/>
                <a:gd name="connsiteX5" fmla="*/ 48702 w 2912392"/>
                <a:gd name="connsiteY5" fmla="*/ 883204 h 932449"/>
                <a:gd name="connsiteX6" fmla="*/ 58443 w 2912392"/>
                <a:gd name="connsiteY6" fmla="*/ 887053 h 932449"/>
                <a:gd name="connsiteX7" fmla="*/ 68182 w 2912392"/>
                <a:gd name="connsiteY7" fmla="*/ 890818 h 932449"/>
                <a:gd name="connsiteX8" fmla="*/ 77923 w 2912392"/>
                <a:gd name="connsiteY8" fmla="*/ 894486 h 932449"/>
                <a:gd name="connsiteX9" fmla="*/ 87664 w 2912392"/>
                <a:gd name="connsiteY9" fmla="*/ 898048 h 932449"/>
                <a:gd name="connsiteX10" fmla="*/ 97404 w 2912392"/>
                <a:gd name="connsiteY10" fmla="*/ 901493 h 932449"/>
                <a:gd name="connsiteX11" fmla="*/ 107145 w 2912392"/>
                <a:gd name="connsiteY11" fmla="*/ 904808 h 932449"/>
                <a:gd name="connsiteX12" fmla="*/ 116886 w 2912392"/>
                <a:gd name="connsiteY12" fmla="*/ 907984 h 932449"/>
                <a:gd name="connsiteX13" fmla="*/ 126625 w 2912392"/>
                <a:gd name="connsiteY13" fmla="*/ 911010 h 932449"/>
                <a:gd name="connsiteX14" fmla="*/ 136366 w 2912392"/>
                <a:gd name="connsiteY14" fmla="*/ 913877 h 932449"/>
                <a:gd name="connsiteX15" fmla="*/ 146107 w 2912392"/>
                <a:gd name="connsiteY15" fmla="*/ 916573 h 932449"/>
                <a:gd name="connsiteX16" fmla="*/ 155846 w 2912392"/>
                <a:gd name="connsiteY16" fmla="*/ 919088 h 932449"/>
                <a:gd name="connsiteX17" fmla="*/ 165587 w 2912392"/>
                <a:gd name="connsiteY17" fmla="*/ 921416 h 932449"/>
                <a:gd name="connsiteX18" fmla="*/ 175328 w 2912392"/>
                <a:gd name="connsiteY18" fmla="*/ 923543 h 932449"/>
                <a:gd name="connsiteX19" fmla="*/ 185068 w 2912392"/>
                <a:gd name="connsiteY19" fmla="*/ 925464 h 932449"/>
                <a:gd name="connsiteX20" fmla="*/ 194809 w 2912392"/>
                <a:gd name="connsiteY20" fmla="*/ 927168 h 932449"/>
                <a:gd name="connsiteX21" fmla="*/ 204550 w 2912392"/>
                <a:gd name="connsiteY21" fmla="*/ 928648 h 932449"/>
                <a:gd name="connsiteX22" fmla="*/ 214289 w 2912392"/>
                <a:gd name="connsiteY22" fmla="*/ 929898 h 932449"/>
                <a:gd name="connsiteX23" fmla="*/ 224030 w 2912392"/>
                <a:gd name="connsiteY23" fmla="*/ 930908 h 932449"/>
                <a:gd name="connsiteX24" fmla="*/ 233771 w 2912392"/>
                <a:gd name="connsiteY24" fmla="*/ 931674 h 932449"/>
                <a:gd name="connsiteX25" fmla="*/ 243510 w 2912392"/>
                <a:gd name="connsiteY25" fmla="*/ 932191 h 932449"/>
                <a:gd name="connsiteX26" fmla="*/ 253251 w 2912392"/>
                <a:gd name="connsiteY26" fmla="*/ 932450 h 932449"/>
                <a:gd name="connsiteX27" fmla="*/ 262992 w 2912392"/>
                <a:gd name="connsiteY27" fmla="*/ 932450 h 932449"/>
                <a:gd name="connsiteX28" fmla="*/ 272732 w 2912392"/>
                <a:gd name="connsiteY28" fmla="*/ 932186 h 932449"/>
                <a:gd name="connsiteX29" fmla="*/ 282473 w 2912392"/>
                <a:gd name="connsiteY29" fmla="*/ 931654 h 932449"/>
                <a:gd name="connsiteX30" fmla="*/ 292214 w 2912392"/>
                <a:gd name="connsiteY30" fmla="*/ 930851 h 932449"/>
                <a:gd name="connsiteX31" fmla="*/ 301953 w 2912392"/>
                <a:gd name="connsiteY31" fmla="*/ 929777 h 932449"/>
                <a:gd name="connsiteX32" fmla="*/ 311694 w 2912392"/>
                <a:gd name="connsiteY32" fmla="*/ 928429 h 932449"/>
                <a:gd name="connsiteX33" fmla="*/ 321435 w 2912392"/>
                <a:gd name="connsiteY33" fmla="*/ 926805 h 932449"/>
                <a:gd name="connsiteX34" fmla="*/ 331175 w 2912392"/>
                <a:gd name="connsiteY34" fmla="*/ 924908 h 932449"/>
                <a:gd name="connsiteX35" fmla="*/ 340916 w 2912392"/>
                <a:gd name="connsiteY35" fmla="*/ 922737 h 932449"/>
                <a:gd name="connsiteX36" fmla="*/ 350656 w 2912392"/>
                <a:gd name="connsiteY36" fmla="*/ 920294 h 932449"/>
                <a:gd name="connsiteX37" fmla="*/ 360396 w 2912392"/>
                <a:gd name="connsiteY37" fmla="*/ 917579 h 932449"/>
                <a:gd name="connsiteX38" fmla="*/ 370137 w 2912392"/>
                <a:gd name="connsiteY38" fmla="*/ 914599 h 932449"/>
                <a:gd name="connsiteX39" fmla="*/ 379878 w 2912392"/>
                <a:gd name="connsiteY39" fmla="*/ 911354 h 932449"/>
                <a:gd name="connsiteX40" fmla="*/ 389617 w 2912392"/>
                <a:gd name="connsiteY40" fmla="*/ 907849 h 932449"/>
                <a:gd name="connsiteX41" fmla="*/ 399358 w 2912392"/>
                <a:gd name="connsiteY41" fmla="*/ 904090 h 932449"/>
                <a:gd name="connsiteX42" fmla="*/ 409099 w 2912392"/>
                <a:gd name="connsiteY42" fmla="*/ 900079 h 932449"/>
                <a:gd name="connsiteX43" fmla="*/ 418839 w 2912392"/>
                <a:gd name="connsiteY43" fmla="*/ 895827 h 932449"/>
                <a:gd name="connsiteX44" fmla="*/ 428580 w 2912392"/>
                <a:gd name="connsiteY44" fmla="*/ 891336 h 932449"/>
                <a:gd name="connsiteX45" fmla="*/ 438321 w 2912392"/>
                <a:gd name="connsiteY45" fmla="*/ 886615 h 932449"/>
                <a:gd name="connsiteX46" fmla="*/ 448060 w 2912392"/>
                <a:gd name="connsiteY46" fmla="*/ 881671 h 932449"/>
                <a:gd name="connsiteX47" fmla="*/ 457801 w 2912392"/>
                <a:gd name="connsiteY47" fmla="*/ 876515 h 932449"/>
                <a:gd name="connsiteX48" fmla="*/ 467542 w 2912392"/>
                <a:gd name="connsiteY48" fmla="*/ 871151 h 932449"/>
                <a:gd name="connsiteX49" fmla="*/ 477281 w 2912392"/>
                <a:gd name="connsiteY49" fmla="*/ 865592 h 932449"/>
                <a:gd name="connsiteX50" fmla="*/ 487022 w 2912392"/>
                <a:gd name="connsiteY50" fmla="*/ 859847 h 932449"/>
                <a:gd name="connsiteX51" fmla="*/ 496763 w 2912392"/>
                <a:gd name="connsiteY51" fmla="*/ 853925 h 932449"/>
                <a:gd name="connsiteX52" fmla="*/ 506503 w 2912392"/>
                <a:gd name="connsiteY52" fmla="*/ 847835 h 932449"/>
                <a:gd name="connsiteX53" fmla="*/ 516244 w 2912392"/>
                <a:gd name="connsiteY53" fmla="*/ 841591 h 932449"/>
                <a:gd name="connsiteX54" fmla="*/ 525985 w 2912392"/>
                <a:gd name="connsiteY54" fmla="*/ 835201 h 932449"/>
                <a:gd name="connsiteX55" fmla="*/ 535724 w 2912392"/>
                <a:gd name="connsiteY55" fmla="*/ 828678 h 932449"/>
                <a:gd name="connsiteX56" fmla="*/ 545465 w 2912392"/>
                <a:gd name="connsiteY56" fmla="*/ 822035 h 932449"/>
                <a:gd name="connsiteX57" fmla="*/ 555206 w 2912392"/>
                <a:gd name="connsiteY57" fmla="*/ 815280 h 932449"/>
                <a:gd name="connsiteX58" fmla="*/ 564946 w 2912392"/>
                <a:gd name="connsiteY58" fmla="*/ 808426 h 932449"/>
                <a:gd name="connsiteX59" fmla="*/ 574687 w 2912392"/>
                <a:gd name="connsiteY59" fmla="*/ 801486 h 932449"/>
                <a:gd name="connsiteX60" fmla="*/ 584428 w 2912392"/>
                <a:gd name="connsiteY60" fmla="*/ 794472 h 932449"/>
                <a:gd name="connsiteX61" fmla="*/ 594167 w 2912392"/>
                <a:gd name="connsiteY61" fmla="*/ 787393 h 932449"/>
                <a:gd name="connsiteX62" fmla="*/ 603908 w 2912392"/>
                <a:gd name="connsiteY62" fmla="*/ 780266 h 932449"/>
                <a:gd name="connsiteX63" fmla="*/ 613649 w 2912392"/>
                <a:gd name="connsiteY63" fmla="*/ 773099 h 932449"/>
                <a:gd name="connsiteX64" fmla="*/ 623388 w 2912392"/>
                <a:gd name="connsiteY64" fmla="*/ 765908 h 932449"/>
                <a:gd name="connsiteX65" fmla="*/ 633129 w 2912392"/>
                <a:gd name="connsiteY65" fmla="*/ 758699 h 932449"/>
                <a:gd name="connsiteX66" fmla="*/ 642870 w 2912392"/>
                <a:gd name="connsiteY66" fmla="*/ 751488 h 932449"/>
                <a:gd name="connsiteX67" fmla="*/ 652610 w 2912392"/>
                <a:gd name="connsiteY67" fmla="*/ 744286 h 932449"/>
                <a:gd name="connsiteX68" fmla="*/ 662351 w 2912392"/>
                <a:gd name="connsiteY68" fmla="*/ 737103 h 932449"/>
                <a:gd name="connsiteX69" fmla="*/ 672092 w 2912392"/>
                <a:gd name="connsiteY69" fmla="*/ 729952 h 932449"/>
                <a:gd name="connsiteX70" fmla="*/ 681831 w 2912392"/>
                <a:gd name="connsiteY70" fmla="*/ 722842 h 932449"/>
                <a:gd name="connsiteX71" fmla="*/ 691572 w 2912392"/>
                <a:gd name="connsiteY71" fmla="*/ 715784 h 932449"/>
                <a:gd name="connsiteX72" fmla="*/ 701313 w 2912392"/>
                <a:gd name="connsiteY72" fmla="*/ 708789 h 932449"/>
                <a:gd name="connsiteX73" fmla="*/ 711052 w 2912392"/>
                <a:gd name="connsiteY73" fmla="*/ 701866 h 932449"/>
                <a:gd name="connsiteX74" fmla="*/ 720793 w 2912392"/>
                <a:gd name="connsiteY74" fmla="*/ 695026 h 932449"/>
                <a:gd name="connsiteX75" fmla="*/ 730534 w 2912392"/>
                <a:gd name="connsiteY75" fmla="*/ 688275 h 932449"/>
                <a:gd name="connsiteX76" fmla="*/ 740274 w 2912392"/>
                <a:gd name="connsiteY76" fmla="*/ 681624 h 932449"/>
                <a:gd name="connsiteX77" fmla="*/ 750015 w 2912392"/>
                <a:gd name="connsiteY77" fmla="*/ 675082 h 932449"/>
                <a:gd name="connsiteX78" fmla="*/ 759756 w 2912392"/>
                <a:gd name="connsiteY78" fmla="*/ 668654 h 932449"/>
                <a:gd name="connsiteX79" fmla="*/ 769495 w 2912392"/>
                <a:gd name="connsiteY79" fmla="*/ 662351 h 932449"/>
                <a:gd name="connsiteX80" fmla="*/ 779236 w 2912392"/>
                <a:gd name="connsiteY80" fmla="*/ 656176 h 932449"/>
                <a:gd name="connsiteX81" fmla="*/ 788977 w 2912392"/>
                <a:gd name="connsiteY81" fmla="*/ 650139 h 932449"/>
                <a:gd name="connsiteX82" fmla="*/ 798717 w 2912392"/>
                <a:gd name="connsiteY82" fmla="*/ 644244 h 932449"/>
                <a:gd name="connsiteX83" fmla="*/ 808458 w 2912392"/>
                <a:gd name="connsiteY83" fmla="*/ 638497 h 932449"/>
                <a:gd name="connsiteX84" fmla="*/ 818199 w 2912392"/>
                <a:gd name="connsiteY84" fmla="*/ 632903 h 932449"/>
                <a:gd name="connsiteX85" fmla="*/ 827938 w 2912392"/>
                <a:gd name="connsiteY85" fmla="*/ 627466 h 932449"/>
                <a:gd name="connsiteX86" fmla="*/ 837679 w 2912392"/>
                <a:gd name="connsiteY86" fmla="*/ 622190 h 932449"/>
                <a:gd name="connsiteX87" fmla="*/ 847420 w 2912392"/>
                <a:gd name="connsiteY87" fmla="*/ 617079 h 932449"/>
                <a:gd name="connsiteX88" fmla="*/ 857159 w 2912392"/>
                <a:gd name="connsiteY88" fmla="*/ 612135 h 932449"/>
                <a:gd name="connsiteX89" fmla="*/ 866900 w 2912392"/>
                <a:gd name="connsiteY89" fmla="*/ 607361 h 932449"/>
                <a:gd name="connsiteX90" fmla="*/ 876641 w 2912392"/>
                <a:gd name="connsiteY90" fmla="*/ 602759 h 932449"/>
                <a:gd name="connsiteX91" fmla="*/ 886381 w 2912392"/>
                <a:gd name="connsiteY91" fmla="*/ 598330 h 932449"/>
                <a:gd name="connsiteX92" fmla="*/ 896122 w 2912392"/>
                <a:gd name="connsiteY92" fmla="*/ 594075 h 932449"/>
                <a:gd name="connsiteX93" fmla="*/ 905863 w 2912392"/>
                <a:gd name="connsiteY93" fmla="*/ 589994 h 932449"/>
                <a:gd name="connsiteX94" fmla="*/ 915602 w 2912392"/>
                <a:gd name="connsiteY94" fmla="*/ 586086 h 932449"/>
                <a:gd name="connsiteX95" fmla="*/ 925343 w 2912392"/>
                <a:gd name="connsiteY95" fmla="*/ 582354 h 932449"/>
                <a:gd name="connsiteX96" fmla="*/ 935084 w 2912392"/>
                <a:gd name="connsiteY96" fmla="*/ 578793 h 932449"/>
                <a:gd name="connsiteX97" fmla="*/ 944824 w 2912392"/>
                <a:gd name="connsiteY97" fmla="*/ 575403 h 932449"/>
                <a:gd name="connsiteX98" fmla="*/ 954564 w 2912392"/>
                <a:gd name="connsiteY98" fmla="*/ 572185 h 932449"/>
                <a:gd name="connsiteX99" fmla="*/ 964305 w 2912392"/>
                <a:gd name="connsiteY99" fmla="*/ 569132 h 932449"/>
                <a:gd name="connsiteX100" fmla="*/ 974045 w 2912392"/>
                <a:gd name="connsiteY100" fmla="*/ 566243 h 932449"/>
                <a:gd name="connsiteX101" fmla="*/ 983786 w 2912392"/>
                <a:gd name="connsiteY101" fmla="*/ 563518 h 932449"/>
                <a:gd name="connsiteX102" fmla="*/ 993522 w 2912392"/>
                <a:gd name="connsiteY102" fmla="*/ 560950 h 932449"/>
                <a:gd name="connsiteX103" fmla="*/ 1003266 w 2912392"/>
                <a:gd name="connsiteY103" fmla="*/ 558535 h 932449"/>
                <a:gd name="connsiteX104" fmla="*/ 1013010 w 2912392"/>
                <a:gd name="connsiteY104" fmla="*/ 556271 h 932449"/>
                <a:gd name="connsiteX105" fmla="*/ 1022754 w 2912392"/>
                <a:gd name="connsiteY105" fmla="*/ 554153 h 932449"/>
                <a:gd name="connsiteX106" fmla="*/ 1032483 w 2912392"/>
                <a:gd name="connsiteY106" fmla="*/ 552177 h 932449"/>
                <a:gd name="connsiteX107" fmla="*/ 1042227 w 2912392"/>
                <a:gd name="connsiteY107" fmla="*/ 550336 h 932449"/>
                <a:gd name="connsiteX108" fmla="*/ 1051971 w 2912392"/>
                <a:gd name="connsiteY108" fmla="*/ 548627 h 932449"/>
                <a:gd name="connsiteX109" fmla="*/ 1061715 w 2912392"/>
                <a:gd name="connsiteY109" fmla="*/ 547043 h 932449"/>
                <a:gd name="connsiteX110" fmla="*/ 1071444 w 2912392"/>
                <a:gd name="connsiteY110" fmla="*/ 545578 h 932449"/>
                <a:gd name="connsiteX111" fmla="*/ 1081188 w 2912392"/>
                <a:gd name="connsiteY111" fmla="*/ 544229 h 932449"/>
                <a:gd name="connsiteX112" fmla="*/ 1090932 w 2912392"/>
                <a:gd name="connsiteY112" fmla="*/ 542987 h 932449"/>
                <a:gd name="connsiteX113" fmla="*/ 1100676 w 2912392"/>
                <a:gd name="connsiteY113" fmla="*/ 541848 h 932449"/>
                <a:gd name="connsiteX114" fmla="*/ 1110405 w 2912392"/>
                <a:gd name="connsiteY114" fmla="*/ 540803 h 932449"/>
                <a:gd name="connsiteX115" fmla="*/ 1120149 w 2912392"/>
                <a:gd name="connsiteY115" fmla="*/ 539848 h 932449"/>
                <a:gd name="connsiteX116" fmla="*/ 1129893 w 2912392"/>
                <a:gd name="connsiteY116" fmla="*/ 538977 h 932449"/>
                <a:gd name="connsiteX117" fmla="*/ 1139637 w 2912392"/>
                <a:gd name="connsiteY117" fmla="*/ 538181 h 932449"/>
                <a:gd name="connsiteX118" fmla="*/ 1149381 w 2912392"/>
                <a:gd name="connsiteY118" fmla="*/ 537454 h 932449"/>
                <a:gd name="connsiteX119" fmla="*/ 1159110 w 2912392"/>
                <a:gd name="connsiteY119" fmla="*/ 536789 h 932449"/>
                <a:gd name="connsiteX120" fmla="*/ 1168854 w 2912392"/>
                <a:gd name="connsiteY120" fmla="*/ 536182 h 932449"/>
                <a:gd name="connsiteX121" fmla="*/ 1178598 w 2912392"/>
                <a:gd name="connsiteY121" fmla="*/ 535623 h 932449"/>
                <a:gd name="connsiteX122" fmla="*/ 1188341 w 2912392"/>
                <a:gd name="connsiteY122" fmla="*/ 535106 h 932449"/>
                <a:gd name="connsiteX123" fmla="*/ 1198070 w 2912392"/>
                <a:gd name="connsiteY123" fmla="*/ 534625 h 932449"/>
                <a:gd name="connsiteX124" fmla="*/ 1207814 w 2912392"/>
                <a:gd name="connsiteY124" fmla="*/ 534172 h 932449"/>
                <a:gd name="connsiteX125" fmla="*/ 1217558 w 2912392"/>
                <a:gd name="connsiteY125" fmla="*/ 533741 h 932449"/>
                <a:gd name="connsiteX126" fmla="*/ 1227302 w 2912392"/>
                <a:gd name="connsiteY126" fmla="*/ 533325 h 932449"/>
                <a:gd name="connsiteX127" fmla="*/ 1237031 w 2912392"/>
                <a:gd name="connsiteY127" fmla="*/ 532920 h 932449"/>
                <a:gd name="connsiteX128" fmla="*/ 1246775 w 2912392"/>
                <a:gd name="connsiteY128" fmla="*/ 532515 h 932449"/>
                <a:gd name="connsiteX129" fmla="*/ 1256519 w 2912392"/>
                <a:gd name="connsiteY129" fmla="*/ 532107 h 932449"/>
                <a:gd name="connsiteX130" fmla="*/ 1266263 w 2912392"/>
                <a:gd name="connsiteY130" fmla="*/ 531688 h 932449"/>
                <a:gd name="connsiteX131" fmla="*/ 1276007 w 2912392"/>
                <a:gd name="connsiteY131" fmla="*/ 531253 h 932449"/>
                <a:gd name="connsiteX132" fmla="*/ 1285736 w 2912392"/>
                <a:gd name="connsiteY132" fmla="*/ 530794 h 932449"/>
                <a:gd name="connsiteX133" fmla="*/ 1295480 w 2912392"/>
                <a:gd name="connsiteY133" fmla="*/ 530307 h 932449"/>
                <a:gd name="connsiteX134" fmla="*/ 1305224 w 2912392"/>
                <a:gd name="connsiteY134" fmla="*/ 529785 h 932449"/>
                <a:gd name="connsiteX135" fmla="*/ 1314968 w 2912392"/>
                <a:gd name="connsiteY135" fmla="*/ 529224 h 932449"/>
                <a:gd name="connsiteX136" fmla="*/ 1324697 w 2912392"/>
                <a:gd name="connsiteY136" fmla="*/ 528616 h 932449"/>
                <a:gd name="connsiteX137" fmla="*/ 1334441 w 2912392"/>
                <a:gd name="connsiteY137" fmla="*/ 527956 h 932449"/>
                <a:gd name="connsiteX138" fmla="*/ 1344185 w 2912392"/>
                <a:gd name="connsiteY138" fmla="*/ 527241 h 932449"/>
                <a:gd name="connsiteX139" fmla="*/ 1353929 w 2912392"/>
                <a:gd name="connsiteY139" fmla="*/ 526464 h 932449"/>
                <a:gd name="connsiteX140" fmla="*/ 1363658 w 2912392"/>
                <a:gd name="connsiteY140" fmla="*/ 525621 h 932449"/>
                <a:gd name="connsiteX141" fmla="*/ 1373402 w 2912392"/>
                <a:gd name="connsiteY141" fmla="*/ 524706 h 932449"/>
                <a:gd name="connsiteX142" fmla="*/ 1383146 w 2912392"/>
                <a:gd name="connsiteY142" fmla="*/ 523717 h 932449"/>
                <a:gd name="connsiteX143" fmla="*/ 1392890 w 2912392"/>
                <a:gd name="connsiteY143" fmla="*/ 522649 h 932449"/>
                <a:gd name="connsiteX144" fmla="*/ 1402619 w 2912392"/>
                <a:gd name="connsiteY144" fmla="*/ 521496 h 932449"/>
                <a:gd name="connsiteX145" fmla="*/ 1412363 w 2912392"/>
                <a:gd name="connsiteY145" fmla="*/ 520255 h 932449"/>
                <a:gd name="connsiteX146" fmla="*/ 1422106 w 2912392"/>
                <a:gd name="connsiteY146" fmla="*/ 518924 h 932449"/>
                <a:gd name="connsiteX147" fmla="*/ 1431850 w 2912392"/>
                <a:gd name="connsiteY147" fmla="*/ 517497 h 932449"/>
                <a:gd name="connsiteX148" fmla="*/ 1441594 w 2912392"/>
                <a:gd name="connsiteY148" fmla="*/ 515973 h 932449"/>
                <a:gd name="connsiteX149" fmla="*/ 1451323 w 2912392"/>
                <a:gd name="connsiteY149" fmla="*/ 514347 h 932449"/>
                <a:gd name="connsiteX150" fmla="*/ 1461067 w 2912392"/>
                <a:gd name="connsiteY150" fmla="*/ 512619 h 932449"/>
                <a:gd name="connsiteX151" fmla="*/ 1470811 w 2912392"/>
                <a:gd name="connsiteY151" fmla="*/ 510783 h 932449"/>
                <a:gd name="connsiteX152" fmla="*/ 1480555 w 2912392"/>
                <a:gd name="connsiteY152" fmla="*/ 508837 h 932449"/>
                <a:gd name="connsiteX153" fmla="*/ 1490284 w 2912392"/>
                <a:gd name="connsiteY153" fmla="*/ 506781 h 932449"/>
                <a:gd name="connsiteX154" fmla="*/ 1500028 w 2912392"/>
                <a:gd name="connsiteY154" fmla="*/ 504612 h 932449"/>
                <a:gd name="connsiteX155" fmla="*/ 1509772 w 2912392"/>
                <a:gd name="connsiteY155" fmla="*/ 502328 h 932449"/>
                <a:gd name="connsiteX156" fmla="*/ 1519516 w 2912392"/>
                <a:gd name="connsiteY156" fmla="*/ 499926 h 932449"/>
                <a:gd name="connsiteX157" fmla="*/ 1529245 w 2912392"/>
                <a:gd name="connsiteY157" fmla="*/ 497407 h 932449"/>
                <a:gd name="connsiteX158" fmla="*/ 1538989 w 2912392"/>
                <a:gd name="connsiteY158" fmla="*/ 494768 h 932449"/>
                <a:gd name="connsiteX159" fmla="*/ 1548733 w 2912392"/>
                <a:gd name="connsiteY159" fmla="*/ 492009 h 932449"/>
                <a:gd name="connsiteX160" fmla="*/ 1558477 w 2912392"/>
                <a:gd name="connsiteY160" fmla="*/ 489129 h 932449"/>
                <a:gd name="connsiteX161" fmla="*/ 1568221 w 2912392"/>
                <a:gd name="connsiteY161" fmla="*/ 486127 h 932449"/>
                <a:gd name="connsiteX162" fmla="*/ 1577950 w 2912392"/>
                <a:gd name="connsiteY162" fmla="*/ 483001 h 932449"/>
                <a:gd name="connsiteX163" fmla="*/ 1587694 w 2912392"/>
                <a:gd name="connsiteY163" fmla="*/ 479753 h 932449"/>
                <a:gd name="connsiteX164" fmla="*/ 1597438 w 2912392"/>
                <a:gd name="connsiteY164" fmla="*/ 476383 h 932449"/>
                <a:gd name="connsiteX165" fmla="*/ 1607182 w 2912392"/>
                <a:gd name="connsiteY165" fmla="*/ 472889 h 932449"/>
                <a:gd name="connsiteX166" fmla="*/ 1616911 w 2912392"/>
                <a:gd name="connsiteY166" fmla="*/ 469273 h 932449"/>
                <a:gd name="connsiteX167" fmla="*/ 1626655 w 2912392"/>
                <a:gd name="connsiteY167" fmla="*/ 465534 h 932449"/>
                <a:gd name="connsiteX168" fmla="*/ 1636399 w 2912392"/>
                <a:gd name="connsiteY168" fmla="*/ 461672 h 932449"/>
                <a:gd name="connsiteX169" fmla="*/ 1646142 w 2912392"/>
                <a:gd name="connsiteY169" fmla="*/ 457689 h 932449"/>
                <a:gd name="connsiteX170" fmla="*/ 1655872 w 2912392"/>
                <a:gd name="connsiteY170" fmla="*/ 453586 h 932449"/>
                <a:gd name="connsiteX171" fmla="*/ 1665616 w 2912392"/>
                <a:gd name="connsiteY171" fmla="*/ 449364 h 932449"/>
                <a:gd name="connsiteX172" fmla="*/ 1675359 w 2912392"/>
                <a:gd name="connsiteY172" fmla="*/ 445022 h 932449"/>
                <a:gd name="connsiteX173" fmla="*/ 1685103 w 2912392"/>
                <a:gd name="connsiteY173" fmla="*/ 440563 h 932449"/>
                <a:gd name="connsiteX174" fmla="*/ 1694832 w 2912392"/>
                <a:gd name="connsiteY174" fmla="*/ 435989 h 932449"/>
                <a:gd name="connsiteX175" fmla="*/ 1704576 w 2912392"/>
                <a:gd name="connsiteY175" fmla="*/ 431299 h 932449"/>
                <a:gd name="connsiteX176" fmla="*/ 1714320 w 2912392"/>
                <a:gd name="connsiteY176" fmla="*/ 426495 h 932449"/>
                <a:gd name="connsiteX177" fmla="*/ 1724064 w 2912392"/>
                <a:gd name="connsiteY177" fmla="*/ 421580 h 932449"/>
                <a:gd name="connsiteX178" fmla="*/ 1733808 w 2912392"/>
                <a:gd name="connsiteY178" fmla="*/ 416555 h 932449"/>
                <a:gd name="connsiteX179" fmla="*/ 1743537 w 2912392"/>
                <a:gd name="connsiteY179" fmla="*/ 411420 h 932449"/>
                <a:gd name="connsiteX180" fmla="*/ 1753281 w 2912392"/>
                <a:gd name="connsiteY180" fmla="*/ 406180 h 932449"/>
                <a:gd name="connsiteX181" fmla="*/ 1763025 w 2912392"/>
                <a:gd name="connsiteY181" fmla="*/ 400836 h 932449"/>
                <a:gd name="connsiteX182" fmla="*/ 1772769 w 2912392"/>
                <a:gd name="connsiteY182" fmla="*/ 395389 h 932449"/>
                <a:gd name="connsiteX183" fmla="*/ 1782498 w 2912392"/>
                <a:gd name="connsiteY183" fmla="*/ 389842 h 932449"/>
                <a:gd name="connsiteX184" fmla="*/ 1792242 w 2912392"/>
                <a:gd name="connsiteY184" fmla="*/ 384199 h 932449"/>
                <a:gd name="connsiteX185" fmla="*/ 1801986 w 2912392"/>
                <a:gd name="connsiteY185" fmla="*/ 378458 h 932449"/>
                <a:gd name="connsiteX186" fmla="*/ 1811730 w 2912392"/>
                <a:gd name="connsiteY186" fmla="*/ 372625 h 932449"/>
                <a:gd name="connsiteX187" fmla="*/ 1821459 w 2912392"/>
                <a:gd name="connsiteY187" fmla="*/ 366700 h 932449"/>
                <a:gd name="connsiteX188" fmla="*/ 1831203 w 2912392"/>
                <a:gd name="connsiteY188" fmla="*/ 360688 h 932449"/>
                <a:gd name="connsiteX189" fmla="*/ 1840947 w 2912392"/>
                <a:gd name="connsiteY189" fmla="*/ 354591 h 932449"/>
                <a:gd name="connsiteX190" fmla="*/ 1850691 w 2912392"/>
                <a:gd name="connsiteY190" fmla="*/ 348411 h 932449"/>
                <a:gd name="connsiteX191" fmla="*/ 1860435 w 2912392"/>
                <a:gd name="connsiteY191" fmla="*/ 342152 h 932449"/>
                <a:gd name="connsiteX192" fmla="*/ 1870164 w 2912392"/>
                <a:gd name="connsiteY192" fmla="*/ 335816 h 932449"/>
                <a:gd name="connsiteX193" fmla="*/ 1879908 w 2912392"/>
                <a:gd name="connsiteY193" fmla="*/ 329405 h 932449"/>
                <a:gd name="connsiteX194" fmla="*/ 1889652 w 2912392"/>
                <a:gd name="connsiteY194" fmla="*/ 322925 h 932449"/>
                <a:gd name="connsiteX195" fmla="*/ 1899395 w 2912392"/>
                <a:gd name="connsiteY195" fmla="*/ 316377 h 932449"/>
                <a:gd name="connsiteX196" fmla="*/ 1909124 w 2912392"/>
                <a:gd name="connsiteY196" fmla="*/ 309765 h 932449"/>
                <a:gd name="connsiteX197" fmla="*/ 1918868 w 2912392"/>
                <a:gd name="connsiteY197" fmla="*/ 303091 h 932449"/>
                <a:gd name="connsiteX198" fmla="*/ 1928612 w 2912392"/>
                <a:gd name="connsiteY198" fmla="*/ 296362 h 932449"/>
                <a:gd name="connsiteX199" fmla="*/ 1938356 w 2912392"/>
                <a:gd name="connsiteY199" fmla="*/ 289578 h 932449"/>
                <a:gd name="connsiteX200" fmla="*/ 1948085 w 2912392"/>
                <a:gd name="connsiteY200" fmla="*/ 282745 h 932449"/>
                <a:gd name="connsiteX201" fmla="*/ 1957829 w 2912392"/>
                <a:gd name="connsiteY201" fmla="*/ 275868 h 932449"/>
                <a:gd name="connsiteX202" fmla="*/ 1967573 w 2912392"/>
                <a:gd name="connsiteY202" fmla="*/ 268947 h 932449"/>
                <a:gd name="connsiteX203" fmla="*/ 1977317 w 2912392"/>
                <a:gd name="connsiteY203" fmla="*/ 261991 h 932449"/>
                <a:gd name="connsiteX204" fmla="*/ 1987046 w 2912392"/>
                <a:gd name="connsiteY204" fmla="*/ 255001 h 932449"/>
                <a:gd name="connsiteX205" fmla="*/ 1996790 w 2912392"/>
                <a:gd name="connsiteY205" fmla="*/ 247982 h 932449"/>
                <a:gd name="connsiteX206" fmla="*/ 2006534 w 2912392"/>
                <a:gd name="connsiteY206" fmla="*/ 240939 h 932449"/>
                <a:gd name="connsiteX207" fmla="*/ 2016278 w 2912392"/>
                <a:gd name="connsiteY207" fmla="*/ 233877 h 932449"/>
                <a:gd name="connsiteX208" fmla="*/ 2026022 w 2912392"/>
                <a:gd name="connsiteY208" fmla="*/ 226800 h 932449"/>
                <a:gd name="connsiteX209" fmla="*/ 2035751 w 2912392"/>
                <a:gd name="connsiteY209" fmla="*/ 219715 h 932449"/>
                <a:gd name="connsiteX210" fmla="*/ 2045495 w 2912392"/>
                <a:gd name="connsiteY210" fmla="*/ 212626 h 932449"/>
                <a:gd name="connsiteX211" fmla="*/ 2055239 w 2912392"/>
                <a:gd name="connsiteY211" fmla="*/ 205539 h 932449"/>
                <a:gd name="connsiteX212" fmla="*/ 2064983 w 2912392"/>
                <a:gd name="connsiteY212" fmla="*/ 198459 h 932449"/>
                <a:gd name="connsiteX213" fmla="*/ 2074712 w 2912392"/>
                <a:gd name="connsiteY213" fmla="*/ 191392 h 932449"/>
                <a:gd name="connsiteX214" fmla="*/ 2084456 w 2912392"/>
                <a:gd name="connsiteY214" fmla="*/ 184345 h 932449"/>
                <a:gd name="connsiteX215" fmla="*/ 2094200 w 2912392"/>
                <a:gd name="connsiteY215" fmla="*/ 177322 h 932449"/>
                <a:gd name="connsiteX216" fmla="*/ 2103944 w 2912392"/>
                <a:gd name="connsiteY216" fmla="*/ 170331 h 932449"/>
                <a:gd name="connsiteX217" fmla="*/ 2113673 w 2912392"/>
                <a:gd name="connsiteY217" fmla="*/ 163378 h 932449"/>
                <a:gd name="connsiteX218" fmla="*/ 2123417 w 2912392"/>
                <a:gd name="connsiteY218" fmla="*/ 156471 h 932449"/>
                <a:gd name="connsiteX219" fmla="*/ 2133161 w 2912392"/>
                <a:gd name="connsiteY219" fmla="*/ 149613 h 932449"/>
                <a:gd name="connsiteX220" fmla="*/ 2142905 w 2912392"/>
                <a:gd name="connsiteY220" fmla="*/ 142814 h 932449"/>
                <a:gd name="connsiteX221" fmla="*/ 2152649 w 2912392"/>
                <a:gd name="connsiteY221" fmla="*/ 136081 h 932449"/>
                <a:gd name="connsiteX222" fmla="*/ 2162377 w 2912392"/>
                <a:gd name="connsiteY222" fmla="*/ 129421 h 932449"/>
                <a:gd name="connsiteX223" fmla="*/ 2172121 w 2912392"/>
                <a:gd name="connsiteY223" fmla="*/ 122841 h 932449"/>
                <a:gd name="connsiteX224" fmla="*/ 2181865 w 2912392"/>
                <a:gd name="connsiteY224" fmla="*/ 116348 h 932449"/>
                <a:gd name="connsiteX225" fmla="*/ 2191609 w 2912392"/>
                <a:gd name="connsiteY225" fmla="*/ 109950 h 932449"/>
                <a:gd name="connsiteX226" fmla="*/ 2201338 w 2912392"/>
                <a:gd name="connsiteY226" fmla="*/ 103657 h 932449"/>
                <a:gd name="connsiteX227" fmla="*/ 2211082 w 2912392"/>
                <a:gd name="connsiteY227" fmla="*/ 97472 h 932449"/>
                <a:gd name="connsiteX228" fmla="*/ 2220826 w 2912392"/>
                <a:gd name="connsiteY228" fmla="*/ 91407 h 932449"/>
                <a:gd name="connsiteX229" fmla="*/ 2230570 w 2912392"/>
                <a:gd name="connsiteY229" fmla="*/ 85468 h 932449"/>
                <a:gd name="connsiteX230" fmla="*/ 2240299 w 2912392"/>
                <a:gd name="connsiteY230" fmla="*/ 79663 h 932449"/>
                <a:gd name="connsiteX231" fmla="*/ 2250043 w 2912392"/>
                <a:gd name="connsiteY231" fmla="*/ 74002 h 932449"/>
                <a:gd name="connsiteX232" fmla="*/ 2259787 w 2912392"/>
                <a:gd name="connsiteY232" fmla="*/ 68489 h 932449"/>
                <a:gd name="connsiteX233" fmla="*/ 2269531 w 2912392"/>
                <a:gd name="connsiteY233" fmla="*/ 63136 h 932449"/>
                <a:gd name="connsiteX234" fmla="*/ 2279260 w 2912392"/>
                <a:gd name="connsiteY234" fmla="*/ 57950 h 932449"/>
                <a:gd name="connsiteX235" fmla="*/ 2289004 w 2912392"/>
                <a:gd name="connsiteY235" fmla="*/ 52936 h 932449"/>
                <a:gd name="connsiteX236" fmla="*/ 2298748 w 2912392"/>
                <a:gd name="connsiteY236" fmla="*/ 48104 h 932449"/>
                <a:gd name="connsiteX237" fmla="*/ 2308492 w 2912392"/>
                <a:gd name="connsiteY237" fmla="*/ 43463 h 932449"/>
                <a:gd name="connsiteX238" fmla="*/ 2318236 w 2912392"/>
                <a:gd name="connsiteY238" fmla="*/ 39019 h 932449"/>
                <a:gd name="connsiteX239" fmla="*/ 2327965 w 2912392"/>
                <a:gd name="connsiteY239" fmla="*/ 34779 h 932449"/>
                <a:gd name="connsiteX240" fmla="*/ 2337709 w 2912392"/>
                <a:gd name="connsiteY240" fmla="*/ 30751 h 932449"/>
                <a:gd name="connsiteX241" fmla="*/ 2347453 w 2912392"/>
                <a:gd name="connsiteY241" fmla="*/ 26942 h 932449"/>
                <a:gd name="connsiteX242" fmla="*/ 2357197 w 2912392"/>
                <a:gd name="connsiteY242" fmla="*/ 23360 h 932449"/>
                <a:gd name="connsiteX243" fmla="*/ 2366926 w 2912392"/>
                <a:gd name="connsiteY243" fmla="*/ 20009 h 932449"/>
                <a:gd name="connsiteX244" fmla="*/ 2376670 w 2912392"/>
                <a:gd name="connsiteY244" fmla="*/ 16898 h 932449"/>
                <a:gd name="connsiteX245" fmla="*/ 2386413 w 2912392"/>
                <a:gd name="connsiteY245" fmla="*/ 14033 h 932449"/>
                <a:gd name="connsiteX246" fmla="*/ 2396157 w 2912392"/>
                <a:gd name="connsiteY246" fmla="*/ 11419 h 932449"/>
                <a:gd name="connsiteX247" fmla="*/ 2405886 w 2912392"/>
                <a:gd name="connsiteY247" fmla="*/ 9062 h 932449"/>
                <a:gd name="connsiteX248" fmla="*/ 2415630 w 2912392"/>
                <a:gd name="connsiteY248" fmla="*/ 6965 h 932449"/>
                <a:gd name="connsiteX249" fmla="*/ 2425374 w 2912392"/>
                <a:gd name="connsiteY249" fmla="*/ 5136 h 932449"/>
                <a:gd name="connsiteX250" fmla="*/ 2435118 w 2912392"/>
                <a:gd name="connsiteY250" fmla="*/ 3579 h 932449"/>
                <a:gd name="connsiteX251" fmla="*/ 2444862 w 2912392"/>
                <a:gd name="connsiteY251" fmla="*/ 2297 h 932449"/>
                <a:gd name="connsiteX252" fmla="*/ 2454591 w 2912392"/>
                <a:gd name="connsiteY252" fmla="*/ 1296 h 932449"/>
                <a:gd name="connsiteX253" fmla="*/ 2464335 w 2912392"/>
                <a:gd name="connsiteY253" fmla="*/ 577 h 932449"/>
                <a:gd name="connsiteX254" fmla="*/ 2474079 w 2912392"/>
                <a:gd name="connsiteY254" fmla="*/ 145 h 932449"/>
                <a:gd name="connsiteX255" fmla="*/ 2483823 w 2912392"/>
                <a:gd name="connsiteY255" fmla="*/ 0 h 932449"/>
                <a:gd name="connsiteX256" fmla="*/ 2493552 w 2912392"/>
                <a:gd name="connsiteY256" fmla="*/ 146 h 932449"/>
                <a:gd name="connsiteX257" fmla="*/ 2503296 w 2912392"/>
                <a:gd name="connsiteY257" fmla="*/ 586 h 932449"/>
                <a:gd name="connsiteX258" fmla="*/ 2513040 w 2912392"/>
                <a:gd name="connsiteY258" fmla="*/ 1319 h 932449"/>
                <a:gd name="connsiteX259" fmla="*/ 2522784 w 2912392"/>
                <a:gd name="connsiteY259" fmla="*/ 2347 h 932449"/>
                <a:gd name="connsiteX260" fmla="*/ 2532513 w 2912392"/>
                <a:gd name="connsiteY260" fmla="*/ 3668 h 932449"/>
                <a:gd name="connsiteX261" fmla="*/ 2542257 w 2912392"/>
                <a:gd name="connsiteY261" fmla="*/ 5286 h 932449"/>
                <a:gd name="connsiteX262" fmla="*/ 2552001 w 2912392"/>
                <a:gd name="connsiteY262" fmla="*/ 7198 h 932449"/>
                <a:gd name="connsiteX263" fmla="*/ 2561745 w 2912392"/>
                <a:gd name="connsiteY263" fmla="*/ 9404 h 932449"/>
                <a:gd name="connsiteX264" fmla="*/ 2571474 w 2912392"/>
                <a:gd name="connsiteY264" fmla="*/ 11901 h 932449"/>
                <a:gd name="connsiteX265" fmla="*/ 2581218 w 2912392"/>
                <a:gd name="connsiteY265" fmla="*/ 14690 h 932449"/>
                <a:gd name="connsiteX266" fmla="*/ 2590962 w 2912392"/>
                <a:gd name="connsiteY266" fmla="*/ 17767 h 932449"/>
                <a:gd name="connsiteX267" fmla="*/ 2600705 w 2912392"/>
                <a:gd name="connsiteY267" fmla="*/ 21130 h 932449"/>
                <a:gd name="connsiteX268" fmla="*/ 2610449 w 2912392"/>
                <a:gd name="connsiteY268" fmla="*/ 24774 h 932449"/>
                <a:gd name="connsiteX269" fmla="*/ 2620178 w 2912392"/>
                <a:gd name="connsiteY269" fmla="*/ 28698 h 932449"/>
                <a:gd name="connsiteX270" fmla="*/ 2629922 w 2912392"/>
                <a:gd name="connsiteY270" fmla="*/ 32897 h 932449"/>
                <a:gd name="connsiteX271" fmla="*/ 2639666 w 2912392"/>
                <a:gd name="connsiteY271" fmla="*/ 37368 h 932449"/>
                <a:gd name="connsiteX272" fmla="*/ 2649410 w 2912392"/>
                <a:gd name="connsiteY272" fmla="*/ 42105 h 932449"/>
                <a:gd name="connsiteX273" fmla="*/ 2659139 w 2912392"/>
                <a:gd name="connsiteY273" fmla="*/ 47105 h 932449"/>
                <a:gd name="connsiteX274" fmla="*/ 2668883 w 2912392"/>
                <a:gd name="connsiteY274" fmla="*/ 52359 h 932449"/>
                <a:gd name="connsiteX275" fmla="*/ 2678627 w 2912392"/>
                <a:gd name="connsiteY275" fmla="*/ 57868 h 932449"/>
                <a:gd name="connsiteX276" fmla="*/ 2688371 w 2912392"/>
                <a:gd name="connsiteY276" fmla="*/ 63620 h 932449"/>
                <a:gd name="connsiteX277" fmla="*/ 2698100 w 2912392"/>
                <a:gd name="connsiteY277" fmla="*/ 69613 h 932449"/>
                <a:gd name="connsiteX278" fmla="*/ 2707844 w 2912392"/>
                <a:gd name="connsiteY278" fmla="*/ 75839 h 932449"/>
                <a:gd name="connsiteX279" fmla="*/ 2717588 w 2912392"/>
                <a:gd name="connsiteY279" fmla="*/ 82292 h 932449"/>
                <a:gd name="connsiteX280" fmla="*/ 2727332 w 2912392"/>
                <a:gd name="connsiteY280" fmla="*/ 88966 h 932449"/>
                <a:gd name="connsiteX281" fmla="*/ 2737076 w 2912392"/>
                <a:gd name="connsiteY281" fmla="*/ 95854 h 932449"/>
                <a:gd name="connsiteX282" fmla="*/ 2746805 w 2912392"/>
                <a:gd name="connsiteY282" fmla="*/ 102949 h 932449"/>
                <a:gd name="connsiteX283" fmla="*/ 2756549 w 2912392"/>
                <a:gd name="connsiteY283" fmla="*/ 110245 h 932449"/>
                <a:gd name="connsiteX284" fmla="*/ 2766293 w 2912392"/>
                <a:gd name="connsiteY284" fmla="*/ 117735 h 932449"/>
                <a:gd name="connsiteX285" fmla="*/ 2776037 w 2912392"/>
                <a:gd name="connsiteY285" fmla="*/ 125411 h 932449"/>
                <a:gd name="connsiteX286" fmla="*/ 2785766 w 2912392"/>
                <a:gd name="connsiteY286" fmla="*/ 133265 h 932449"/>
                <a:gd name="connsiteX287" fmla="*/ 2795510 w 2912392"/>
                <a:gd name="connsiteY287" fmla="*/ 141293 h 932449"/>
                <a:gd name="connsiteX288" fmla="*/ 2805254 w 2912392"/>
                <a:gd name="connsiteY288" fmla="*/ 149484 h 932449"/>
                <a:gd name="connsiteX289" fmla="*/ 2814998 w 2912392"/>
                <a:gd name="connsiteY289" fmla="*/ 157835 h 932449"/>
                <a:gd name="connsiteX290" fmla="*/ 2824727 w 2912392"/>
                <a:gd name="connsiteY290" fmla="*/ 166337 h 932449"/>
                <a:gd name="connsiteX291" fmla="*/ 2834471 w 2912392"/>
                <a:gd name="connsiteY291" fmla="*/ 174983 h 932449"/>
                <a:gd name="connsiteX292" fmla="*/ 2844215 w 2912392"/>
                <a:gd name="connsiteY292" fmla="*/ 183766 h 932449"/>
                <a:gd name="connsiteX293" fmla="*/ 2853958 w 2912392"/>
                <a:gd name="connsiteY293" fmla="*/ 192680 h 932449"/>
                <a:gd name="connsiteX294" fmla="*/ 2863687 w 2912392"/>
                <a:gd name="connsiteY294" fmla="*/ 201719 h 932449"/>
                <a:gd name="connsiteX295" fmla="*/ 2873431 w 2912392"/>
                <a:gd name="connsiteY295" fmla="*/ 210876 h 932449"/>
                <a:gd name="connsiteX296" fmla="*/ 2883175 w 2912392"/>
                <a:gd name="connsiteY296" fmla="*/ 220143 h 932449"/>
                <a:gd name="connsiteX297" fmla="*/ 2892919 w 2912392"/>
                <a:gd name="connsiteY297" fmla="*/ 229517 h 932449"/>
                <a:gd name="connsiteX298" fmla="*/ 2902663 w 2912392"/>
                <a:gd name="connsiteY298" fmla="*/ 238990 h 932449"/>
                <a:gd name="connsiteX299" fmla="*/ 2912392 w 2912392"/>
                <a:gd name="connsiteY299" fmla="*/ 248557 h 932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932449">
                  <a:moveTo>
                    <a:pt x="0" y="863061"/>
                  </a:moveTo>
                  <a:lnTo>
                    <a:pt x="9739" y="867173"/>
                  </a:lnTo>
                  <a:lnTo>
                    <a:pt x="19480" y="871254"/>
                  </a:lnTo>
                  <a:lnTo>
                    <a:pt x="29221" y="875293"/>
                  </a:lnTo>
                  <a:lnTo>
                    <a:pt x="38961" y="879280"/>
                  </a:lnTo>
                  <a:lnTo>
                    <a:pt x="48702" y="883204"/>
                  </a:lnTo>
                  <a:lnTo>
                    <a:pt x="58443" y="887053"/>
                  </a:lnTo>
                  <a:lnTo>
                    <a:pt x="68182" y="890818"/>
                  </a:lnTo>
                  <a:lnTo>
                    <a:pt x="77923" y="894486"/>
                  </a:lnTo>
                  <a:lnTo>
                    <a:pt x="87664" y="898048"/>
                  </a:lnTo>
                  <a:lnTo>
                    <a:pt x="97404" y="901493"/>
                  </a:lnTo>
                  <a:lnTo>
                    <a:pt x="107145" y="904808"/>
                  </a:lnTo>
                  <a:lnTo>
                    <a:pt x="116886" y="907984"/>
                  </a:lnTo>
                  <a:lnTo>
                    <a:pt x="126625" y="911010"/>
                  </a:lnTo>
                  <a:lnTo>
                    <a:pt x="136366" y="913877"/>
                  </a:lnTo>
                  <a:lnTo>
                    <a:pt x="146107" y="916573"/>
                  </a:lnTo>
                  <a:lnTo>
                    <a:pt x="155846" y="919088"/>
                  </a:lnTo>
                  <a:lnTo>
                    <a:pt x="165587" y="921416"/>
                  </a:lnTo>
                  <a:lnTo>
                    <a:pt x="175328" y="923543"/>
                  </a:lnTo>
                  <a:lnTo>
                    <a:pt x="185068" y="925464"/>
                  </a:lnTo>
                  <a:lnTo>
                    <a:pt x="194809" y="927168"/>
                  </a:lnTo>
                  <a:lnTo>
                    <a:pt x="204550" y="928648"/>
                  </a:lnTo>
                  <a:lnTo>
                    <a:pt x="214289" y="929898"/>
                  </a:lnTo>
                  <a:lnTo>
                    <a:pt x="224030" y="930908"/>
                  </a:lnTo>
                  <a:lnTo>
                    <a:pt x="233771" y="931674"/>
                  </a:lnTo>
                  <a:lnTo>
                    <a:pt x="243510" y="932191"/>
                  </a:lnTo>
                  <a:lnTo>
                    <a:pt x="253251" y="932450"/>
                  </a:lnTo>
                  <a:lnTo>
                    <a:pt x="262992" y="932450"/>
                  </a:lnTo>
                  <a:lnTo>
                    <a:pt x="272732" y="932186"/>
                  </a:lnTo>
                  <a:lnTo>
                    <a:pt x="282473" y="931654"/>
                  </a:lnTo>
                  <a:lnTo>
                    <a:pt x="292214" y="930851"/>
                  </a:lnTo>
                  <a:lnTo>
                    <a:pt x="301953" y="929777"/>
                  </a:lnTo>
                  <a:lnTo>
                    <a:pt x="311694" y="928429"/>
                  </a:lnTo>
                  <a:lnTo>
                    <a:pt x="321435" y="926805"/>
                  </a:lnTo>
                  <a:lnTo>
                    <a:pt x="331175" y="924908"/>
                  </a:lnTo>
                  <a:lnTo>
                    <a:pt x="340916" y="922737"/>
                  </a:lnTo>
                  <a:lnTo>
                    <a:pt x="350656" y="920294"/>
                  </a:lnTo>
                  <a:lnTo>
                    <a:pt x="360396" y="917579"/>
                  </a:lnTo>
                  <a:lnTo>
                    <a:pt x="370137" y="914599"/>
                  </a:lnTo>
                  <a:lnTo>
                    <a:pt x="379878" y="911354"/>
                  </a:lnTo>
                  <a:lnTo>
                    <a:pt x="389617" y="907849"/>
                  </a:lnTo>
                  <a:lnTo>
                    <a:pt x="399358" y="904090"/>
                  </a:lnTo>
                  <a:lnTo>
                    <a:pt x="409099" y="900079"/>
                  </a:lnTo>
                  <a:lnTo>
                    <a:pt x="418839" y="895827"/>
                  </a:lnTo>
                  <a:lnTo>
                    <a:pt x="428580" y="891336"/>
                  </a:lnTo>
                  <a:lnTo>
                    <a:pt x="438321" y="886615"/>
                  </a:lnTo>
                  <a:lnTo>
                    <a:pt x="448060" y="881671"/>
                  </a:lnTo>
                  <a:lnTo>
                    <a:pt x="457801" y="876515"/>
                  </a:lnTo>
                  <a:lnTo>
                    <a:pt x="467542" y="871151"/>
                  </a:lnTo>
                  <a:lnTo>
                    <a:pt x="477281" y="865592"/>
                  </a:lnTo>
                  <a:lnTo>
                    <a:pt x="487022" y="859847"/>
                  </a:lnTo>
                  <a:lnTo>
                    <a:pt x="496763" y="853925"/>
                  </a:lnTo>
                  <a:lnTo>
                    <a:pt x="506503" y="847835"/>
                  </a:lnTo>
                  <a:lnTo>
                    <a:pt x="516244" y="841591"/>
                  </a:lnTo>
                  <a:lnTo>
                    <a:pt x="525985" y="835201"/>
                  </a:lnTo>
                  <a:lnTo>
                    <a:pt x="535724" y="828678"/>
                  </a:lnTo>
                  <a:lnTo>
                    <a:pt x="545465" y="822035"/>
                  </a:lnTo>
                  <a:lnTo>
                    <a:pt x="555206" y="815280"/>
                  </a:lnTo>
                  <a:lnTo>
                    <a:pt x="564946" y="808426"/>
                  </a:lnTo>
                  <a:lnTo>
                    <a:pt x="574687" y="801486"/>
                  </a:lnTo>
                  <a:lnTo>
                    <a:pt x="584428" y="794472"/>
                  </a:lnTo>
                  <a:lnTo>
                    <a:pt x="594167" y="787393"/>
                  </a:lnTo>
                  <a:lnTo>
                    <a:pt x="603908" y="780266"/>
                  </a:lnTo>
                  <a:lnTo>
                    <a:pt x="613649" y="773099"/>
                  </a:lnTo>
                  <a:lnTo>
                    <a:pt x="623388" y="765908"/>
                  </a:lnTo>
                  <a:lnTo>
                    <a:pt x="633129" y="758699"/>
                  </a:lnTo>
                  <a:lnTo>
                    <a:pt x="642870" y="751488"/>
                  </a:lnTo>
                  <a:lnTo>
                    <a:pt x="652610" y="744286"/>
                  </a:lnTo>
                  <a:lnTo>
                    <a:pt x="662351" y="737103"/>
                  </a:lnTo>
                  <a:lnTo>
                    <a:pt x="672092" y="729952"/>
                  </a:lnTo>
                  <a:lnTo>
                    <a:pt x="681831" y="722842"/>
                  </a:lnTo>
                  <a:lnTo>
                    <a:pt x="691572" y="715784"/>
                  </a:lnTo>
                  <a:lnTo>
                    <a:pt x="701313" y="708789"/>
                  </a:lnTo>
                  <a:lnTo>
                    <a:pt x="711052" y="701866"/>
                  </a:lnTo>
                  <a:lnTo>
                    <a:pt x="720793" y="695026"/>
                  </a:lnTo>
                  <a:lnTo>
                    <a:pt x="730534" y="688275"/>
                  </a:lnTo>
                  <a:lnTo>
                    <a:pt x="740274" y="681624"/>
                  </a:lnTo>
                  <a:lnTo>
                    <a:pt x="750015" y="675082"/>
                  </a:lnTo>
                  <a:lnTo>
                    <a:pt x="759756" y="668654"/>
                  </a:lnTo>
                  <a:lnTo>
                    <a:pt x="769495" y="662351"/>
                  </a:lnTo>
                  <a:lnTo>
                    <a:pt x="779236" y="656176"/>
                  </a:lnTo>
                  <a:lnTo>
                    <a:pt x="788977" y="650139"/>
                  </a:lnTo>
                  <a:lnTo>
                    <a:pt x="798717" y="644244"/>
                  </a:lnTo>
                  <a:lnTo>
                    <a:pt x="808458" y="638497"/>
                  </a:lnTo>
                  <a:lnTo>
                    <a:pt x="818199" y="632903"/>
                  </a:lnTo>
                  <a:lnTo>
                    <a:pt x="827938" y="627466"/>
                  </a:lnTo>
                  <a:lnTo>
                    <a:pt x="837679" y="622190"/>
                  </a:lnTo>
                  <a:lnTo>
                    <a:pt x="847420" y="617079"/>
                  </a:lnTo>
                  <a:lnTo>
                    <a:pt x="857159" y="612135"/>
                  </a:lnTo>
                  <a:lnTo>
                    <a:pt x="866900" y="607361"/>
                  </a:lnTo>
                  <a:lnTo>
                    <a:pt x="876641" y="602759"/>
                  </a:lnTo>
                  <a:lnTo>
                    <a:pt x="886381" y="598330"/>
                  </a:lnTo>
                  <a:lnTo>
                    <a:pt x="896122" y="594075"/>
                  </a:lnTo>
                  <a:lnTo>
                    <a:pt x="905863" y="589994"/>
                  </a:lnTo>
                  <a:lnTo>
                    <a:pt x="915602" y="586086"/>
                  </a:lnTo>
                  <a:lnTo>
                    <a:pt x="925343" y="582354"/>
                  </a:lnTo>
                  <a:lnTo>
                    <a:pt x="935084" y="578793"/>
                  </a:lnTo>
                  <a:lnTo>
                    <a:pt x="944824" y="575403"/>
                  </a:lnTo>
                  <a:lnTo>
                    <a:pt x="954564" y="572185"/>
                  </a:lnTo>
                  <a:lnTo>
                    <a:pt x="964305" y="569132"/>
                  </a:lnTo>
                  <a:lnTo>
                    <a:pt x="974045" y="566243"/>
                  </a:lnTo>
                  <a:lnTo>
                    <a:pt x="983786" y="563518"/>
                  </a:lnTo>
                  <a:lnTo>
                    <a:pt x="993522" y="560950"/>
                  </a:lnTo>
                  <a:lnTo>
                    <a:pt x="1003266" y="558535"/>
                  </a:lnTo>
                  <a:lnTo>
                    <a:pt x="1013010" y="556271"/>
                  </a:lnTo>
                  <a:lnTo>
                    <a:pt x="1022754" y="554153"/>
                  </a:lnTo>
                  <a:lnTo>
                    <a:pt x="1032483" y="552177"/>
                  </a:lnTo>
                  <a:lnTo>
                    <a:pt x="1042227" y="550336"/>
                  </a:lnTo>
                  <a:lnTo>
                    <a:pt x="1051971" y="548627"/>
                  </a:lnTo>
                  <a:lnTo>
                    <a:pt x="1061715" y="547043"/>
                  </a:lnTo>
                  <a:lnTo>
                    <a:pt x="1071444" y="545578"/>
                  </a:lnTo>
                  <a:lnTo>
                    <a:pt x="1081188" y="544229"/>
                  </a:lnTo>
                  <a:lnTo>
                    <a:pt x="1090932" y="542987"/>
                  </a:lnTo>
                  <a:lnTo>
                    <a:pt x="1100676" y="541848"/>
                  </a:lnTo>
                  <a:lnTo>
                    <a:pt x="1110405" y="540803"/>
                  </a:lnTo>
                  <a:lnTo>
                    <a:pt x="1120149" y="539848"/>
                  </a:lnTo>
                  <a:lnTo>
                    <a:pt x="1129893" y="538977"/>
                  </a:lnTo>
                  <a:lnTo>
                    <a:pt x="1139637" y="538181"/>
                  </a:lnTo>
                  <a:lnTo>
                    <a:pt x="1149381" y="537454"/>
                  </a:lnTo>
                  <a:lnTo>
                    <a:pt x="1159110" y="536789"/>
                  </a:lnTo>
                  <a:lnTo>
                    <a:pt x="1168854" y="536182"/>
                  </a:lnTo>
                  <a:lnTo>
                    <a:pt x="1178598" y="535623"/>
                  </a:lnTo>
                  <a:lnTo>
                    <a:pt x="1188341" y="535106"/>
                  </a:lnTo>
                  <a:lnTo>
                    <a:pt x="1198070" y="534625"/>
                  </a:lnTo>
                  <a:lnTo>
                    <a:pt x="1207814" y="534172"/>
                  </a:lnTo>
                  <a:lnTo>
                    <a:pt x="1217558" y="533741"/>
                  </a:lnTo>
                  <a:lnTo>
                    <a:pt x="1227302" y="533325"/>
                  </a:lnTo>
                  <a:lnTo>
                    <a:pt x="1237031" y="532920"/>
                  </a:lnTo>
                  <a:lnTo>
                    <a:pt x="1246775" y="532515"/>
                  </a:lnTo>
                  <a:lnTo>
                    <a:pt x="1256519" y="532107"/>
                  </a:lnTo>
                  <a:lnTo>
                    <a:pt x="1266263" y="531688"/>
                  </a:lnTo>
                  <a:lnTo>
                    <a:pt x="1276007" y="531253"/>
                  </a:lnTo>
                  <a:lnTo>
                    <a:pt x="1285736" y="530794"/>
                  </a:lnTo>
                  <a:lnTo>
                    <a:pt x="1295480" y="530307"/>
                  </a:lnTo>
                  <a:lnTo>
                    <a:pt x="1305224" y="529785"/>
                  </a:lnTo>
                  <a:lnTo>
                    <a:pt x="1314968" y="529224"/>
                  </a:lnTo>
                  <a:lnTo>
                    <a:pt x="1324697" y="528616"/>
                  </a:lnTo>
                  <a:lnTo>
                    <a:pt x="1334441" y="527956"/>
                  </a:lnTo>
                  <a:lnTo>
                    <a:pt x="1344185" y="527241"/>
                  </a:lnTo>
                  <a:lnTo>
                    <a:pt x="1353929" y="526464"/>
                  </a:lnTo>
                  <a:lnTo>
                    <a:pt x="1363658" y="525621"/>
                  </a:lnTo>
                  <a:lnTo>
                    <a:pt x="1373402" y="524706"/>
                  </a:lnTo>
                  <a:lnTo>
                    <a:pt x="1383146" y="523717"/>
                  </a:lnTo>
                  <a:lnTo>
                    <a:pt x="1392890" y="522649"/>
                  </a:lnTo>
                  <a:lnTo>
                    <a:pt x="1402619" y="521496"/>
                  </a:lnTo>
                  <a:lnTo>
                    <a:pt x="1412363" y="520255"/>
                  </a:lnTo>
                  <a:lnTo>
                    <a:pt x="1422106" y="518924"/>
                  </a:lnTo>
                  <a:lnTo>
                    <a:pt x="1431850" y="517497"/>
                  </a:lnTo>
                  <a:lnTo>
                    <a:pt x="1441594" y="515973"/>
                  </a:lnTo>
                  <a:lnTo>
                    <a:pt x="1451323" y="514347"/>
                  </a:lnTo>
                  <a:lnTo>
                    <a:pt x="1461067" y="512619"/>
                  </a:lnTo>
                  <a:lnTo>
                    <a:pt x="1470811" y="510783"/>
                  </a:lnTo>
                  <a:lnTo>
                    <a:pt x="1480555" y="508837"/>
                  </a:lnTo>
                  <a:lnTo>
                    <a:pt x="1490284" y="506781"/>
                  </a:lnTo>
                  <a:lnTo>
                    <a:pt x="1500028" y="504612"/>
                  </a:lnTo>
                  <a:lnTo>
                    <a:pt x="1509772" y="502328"/>
                  </a:lnTo>
                  <a:lnTo>
                    <a:pt x="1519516" y="499926"/>
                  </a:lnTo>
                  <a:lnTo>
                    <a:pt x="1529245" y="497407"/>
                  </a:lnTo>
                  <a:lnTo>
                    <a:pt x="1538989" y="494768"/>
                  </a:lnTo>
                  <a:lnTo>
                    <a:pt x="1548733" y="492009"/>
                  </a:lnTo>
                  <a:lnTo>
                    <a:pt x="1558477" y="489129"/>
                  </a:lnTo>
                  <a:lnTo>
                    <a:pt x="1568221" y="486127"/>
                  </a:lnTo>
                  <a:lnTo>
                    <a:pt x="1577950" y="483001"/>
                  </a:lnTo>
                  <a:lnTo>
                    <a:pt x="1587694" y="479753"/>
                  </a:lnTo>
                  <a:lnTo>
                    <a:pt x="1597438" y="476383"/>
                  </a:lnTo>
                  <a:lnTo>
                    <a:pt x="1607182" y="472889"/>
                  </a:lnTo>
                  <a:lnTo>
                    <a:pt x="1616911" y="469273"/>
                  </a:lnTo>
                  <a:lnTo>
                    <a:pt x="1626655" y="465534"/>
                  </a:lnTo>
                  <a:lnTo>
                    <a:pt x="1636399" y="461672"/>
                  </a:lnTo>
                  <a:lnTo>
                    <a:pt x="1646142" y="457689"/>
                  </a:lnTo>
                  <a:lnTo>
                    <a:pt x="1655872" y="453586"/>
                  </a:lnTo>
                  <a:lnTo>
                    <a:pt x="1665616" y="449364"/>
                  </a:lnTo>
                  <a:lnTo>
                    <a:pt x="1675359" y="445022"/>
                  </a:lnTo>
                  <a:lnTo>
                    <a:pt x="1685103" y="440563"/>
                  </a:lnTo>
                  <a:lnTo>
                    <a:pt x="1694832" y="435989"/>
                  </a:lnTo>
                  <a:lnTo>
                    <a:pt x="1704576" y="431299"/>
                  </a:lnTo>
                  <a:lnTo>
                    <a:pt x="1714320" y="426495"/>
                  </a:lnTo>
                  <a:lnTo>
                    <a:pt x="1724064" y="421580"/>
                  </a:lnTo>
                  <a:lnTo>
                    <a:pt x="1733808" y="416555"/>
                  </a:lnTo>
                  <a:lnTo>
                    <a:pt x="1743537" y="411420"/>
                  </a:lnTo>
                  <a:lnTo>
                    <a:pt x="1753281" y="406180"/>
                  </a:lnTo>
                  <a:lnTo>
                    <a:pt x="1763025" y="400836"/>
                  </a:lnTo>
                  <a:lnTo>
                    <a:pt x="1772769" y="395389"/>
                  </a:lnTo>
                  <a:lnTo>
                    <a:pt x="1782498" y="389842"/>
                  </a:lnTo>
                  <a:lnTo>
                    <a:pt x="1792242" y="384199"/>
                  </a:lnTo>
                  <a:lnTo>
                    <a:pt x="1801986" y="378458"/>
                  </a:lnTo>
                  <a:lnTo>
                    <a:pt x="1811730" y="372625"/>
                  </a:lnTo>
                  <a:lnTo>
                    <a:pt x="1821459" y="366700"/>
                  </a:lnTo>
                  <a:lnTo>
                    <a:pt x="1831203" y="360688"/>
                  </a:lnTo>
                  <a:lnTo>
                    <a:pt x="1840947" y="354591"/>
                  </a:lnTo>
                  <a:lnTo>
                    <a:pt x="1850691" y="348411"/>
                  </a:lnTo>
                  <a:lnTo>
                    <a:pt x="1860435" y="342152"/>
                  </a:lnTo>
                  <a:lnTo>
                    <a:pt x="1870164" y="335816"/>
                  </a:lnTo>
                  <a:lnTo>
                    <a:pt x="1879908" y="329405"/>
                  </a:lnTo>
                  <a:lnTo>
                    <a:pt x="1889652" y="322925"/>
                  </a:lnTo>
                  <a:lnTo>
                    <a:pt x="1899395" y="316377"/>
                  </a:lnTo>
                  <a:lnTo>
                    <a:pt x="1909124" y="309765"/>
                  </a:lnTo>
                  <a:lnTo>
                    <a:pt x="1918868" y="303091"/>
                  </a:lnTo>
                  <a:lnTo>
                    <a:pt x="1928612" y="296362"/>
                  </a:lnTo>
                  <a:lnTo>
                    <a:pt x="1938356" y="289578"/>
                  </a:lnTo>
                  <a:lnTo>
                    <a:pt x="1948085" y="282745"/>
                  </a:lnTo>
                  <a:lnTo>
                    <a:pt x="1957829" y="275868"/>
                  </a:lnTo>
                  <a:lnTo>
                    <a:pt x="1967573" y="268947"/>
                  </a:lnTo>
                  <a:lnTo>
                    <a:pt x="1977317" y="261991"/>
                  </a:lnTo>
                  <a:lnTo>
                    <a:pt x="1987046" y="255001"/>
                  </a:lnTo>
                  <a:lnTo>
                    <a:pt x="1996790" y="247982"/>
                  </a:lnTo>
                  <a:lnTo>
                    <a:pt x="2006534" y="240939"/>
                  </a:lnTo>
                  <a:lnTo>
                    <a:pt x="2016278" y="233877"/>
                  </a:lnTo>
                  <a:lnTo>
                    <a:pt x="2026022" y="226800"/>
                  </a:lnTo>
                  <a:lnTo>
                    <a:pt x="2035751" y="219715"/>
                  </a:lnTo>
                  <a:lnTo>
                    <a:pt x="2045495" y="212626"/>
                  </a:lnTo>
                  <a:lnTo>
                    <a:pt x="2055239" y="205539"/>
                  </a:lnTo>
                  <a:lnTo>
                    <a:pt x="2064983" y="198459"/>
                  </a:lnTo>
                  <a:lnTo>
                    <a:pt x="2074712" y="191392"/>
                  </a:lnTo>
                  <a:lnTo>
                    <a:pt x="2084456" y="184345"/>
                  </a:lnTo>
                  <a:lnTo>
                    <a:pt x="2094200" y="177322"/>
                  </a:lnTo>
                  <a:lnTo>
                    <a:pt x="2103944" y="170331"/>
                  </a:lnTo>
                  <a:lnTo>
                    <a:pt x="2113673" y="163378"/>
                  </a:lnTo>
                  <a:lnTo>
                    <a:pt x="2123417" y="156471"/>
                  </a:lnTo>
                  <a:lnTo>
                    <a:pt x="2133161" y="149613"/>
                  </a:lnTo>
                  <a:lnTo>
                    <a:pt x="2142905" y="142814"/>
                  </a:lnTo>
                  <a:lnTo>
                    <a:pt x="2152649" y="136081"/>
                  </a:lnTo>
                  <a:lnTo>
                    <a:pt x="2162377" y="129421"/>
                  </a:lnTo>
                  <a:lnTo>
                    <a:pt x="2172121" y="122841"/>
                  </a:lnTo>
                  <a:lnTo>
                    <a:pt x="2181865" y="116348"/>
                  </a:lnTo>
                  <a:lnTo>
                    <a:pt x="2191609" y="109950"/>
                  </a:lnTo>
                  <a:lnTo>
                    <a:pt x="2201338" y="103657"/>
                  </a:lnTo>
                  <a:lnTo>
                    <a:pt x="2211082" y="97472"/>
                  </a:lnTo>
                  <a:lnTo>
                    <a:pt x="2220826" y="91407"/>
                  </a:lnTo>
                  <a:lnTo>
                    <a:pt x="2230570" y="85468"/>
                  </a:lnTo>
                  <a:lnTo>
                    <a:pt x="2240299" y="79663"/>
                  </a:lnTo>
                  <a:lnTo>
                    <a:pt x="2250043" y="74002"/>
                  </a:lnTo>
                  <a:lnTo>
                    <a:pt x="2259787" y="68489"/>
                  </a:lnTo>
                  <a:lnTo>
                    <a:pt x="2269531" y="63136"/>
                  </a:lnTo>
                  <a:lnTo>
                    <a:pt x="2279260" y="57950"/>
                  </a:lnTo>
                  <a:lnTo>
                    <a:pt x="2289004" y="52936"/>
                  </a:lnTo>
                  <a:lnTo>
                    <a:pt x="2298748" y="48104"/>
                  </a:lnTo>
                  <a:lnTo>
                    <a:pt x="2308492" y="43463"/>
                  </a:lnTo>
                  <a:lnTo>
                    <a:pt x="2318236" y="39019"/>
                  </a:lnTo>
                  <a:lnTo>
                    <a:pt x="2327965" y="34779"/>
                  </a:lnTo>
                  <a:lnTo>
                    <a:pt x="2337709" y="30751"/>
                  </a:lnTo>
                  <a:lnTo>
                    <a:pt x="2347453" y="26942"/>
                  </a:lnTo>
                  <a:lnTo>
                    <a:pt x="2357197" y="23360"/>
                  </a:lnTo>
                  <a:lnTo>
                    <a:pt x="2366926" y="20009"/>
                  </a:lnTo>
                  <a:lnTo>
                    <a:pt x="2376670" y="16898"/>
                  </a:lnTo>
                  <a:lnTo>
                    <a:pt x="2386413" y="14033"/>
                  </a:lnTo>
                  <a:lnTo>
                    <a:pt x="2396157" y="11419"/>
                  </a:lnTo>
                  <a:lnTo>
                    <a:pt x="2405886" y="9062"/>
                  </a:lnTo>
                  <a:lnTo>
                    <a:pt x="2415630" y="6965"/>
                  </a:lnTo>
                  <a:lnTo>
                    <a:pt x="2425374" y="5136"/>
                  </a:lnTo>
                  <a:lnTo>
                    <a:pt x="2435118" y="3579"/>
                  </a:lnTo>
                  <a:lnTo>
                    <a:pt x="2444862" y="2297"/>
                  </a:lnTo>
                  <a:lnTo>
                    <a:pt x="2454591" y="1296"/>
                  </a:lnTo>
                  <a:lnTo>
                    <a:pt x="2464335" y="577"/>
                  </a:lnTo>
                  <a:lnTo>
                    <a:pt x="2474079" y="145"/>
                  </a:lnTo>
                  <a:lnTo>
                    <a:pt x="2483823" y="0"/>
                  </a:lnTo>
                  <a:lnTo>
                    <a:pt x="2493552" y="146"/>
                  </a:lnTo>
                  <a:lnTo>
                    <a:pt x="2503296" y="586"/>
                  </a:lnTo>
                  <a:lnTo>
                    <a:pt x="2513040" y="1319"/>
                  </a:lnTo>
                  <a:lnTo>
                    <a:pt x="2522784" y="2347"/>
                  </a:lnTo>
                  <a:lnTo>
                    <a:pt x="2532513" y="3668"/>
                  </a:lnTo>
                  <a:lnTo>
                    <a:pt x="2542257" y="5286"/>
                  </a:lnTo>
                  <a:lnTo>
                    <a:pt x="2552001" y="7198"/>
                  </a:lnTo>
                  <a:lnTo>
                    <a:pt x="2561745" y="9404"/>
                  </a:lnTo>
                  <a:lnTo>
                    <a:pt x="2571474" y="11901"/>
                  </a:lnTo>
                  <a:lnTo>
                    <a:pt x="2581218" y="14690"/>
                  </a:lnTo>
                  <a:lnTo>
                    <a:pt x="2590962" y="17767"/>
                  </a:lnTo>
                  <a:lnTo>
                    <a:pt x="2600705" y="21130"/>
                  </a:lnTo>
                  <a:lnTo>
                    <a:pt x="2610449" y="24774"/>
                  </a:lnTo>
                  <a:lnTo>
                    <a:pt x="2620178" y="28698"/>
                  </a:lnTo>
                  <a:lnTo>
                    <a:pt x="2629922" y="32897"/>
                  </a:lnTo>
                  <a:lnTo>
                    <a:pt x="2639666" y="37368"/>
                  </a:lnTo>
                  <a:lnTo>
                    <a:pt x="2649410" y="42105"/>
                  </a:lnTo>
                  <a:lnTo>
                    <a:pt x="2659139" y="47105"/>
                  </a:lnTo>
                  <a:lnTo>
                    <a:pt x="2668883" y="52359"/>
                  </a:lnTo>
                  <a:lnTo>
                    <a:pt x="2678627" y="57868"/>
                  </a:lnTo>
                  <a:lnTo>
                    <a:pt x="2688371" y="63620"/>
                  </a:lnTo>
                  <a:lnTo>
                    <a:pt x="2698100" y="69613"/>
                  </a:lnTo>
                  <a:lnTo>
                    <a:pt x="2707844" y="75839"/>
                  </a:lnTo>
                  <a:lnTo>
                    <a:pt x="2717588" y="82292"/>
                  </a:lnTo>
                  <a:lnTo>
                    <a:pt x="2727332" y="88966"/>
                  </a:lnTo>
                  <a:lnTo>
                    <a:pt x="2737076" y="95854"/>
                  </a:lnTo>
                  <a:lnTo>
                    <a:pt x="2746805" y="102949"/>
                  </a:lnTo>
                  <a:lnTo>
                    <a:pt x="2756549" y="110245"/>
                  </a:lnTo>
                  <a:lnTo>
                    <a:pt x="2766293" y="117735"/>
                  </a:lnTo>
                  <a:lnTo>
                    <a:pt x="2776037" y="125411"/>
                  </a:lnTo>
                  <a:lnTo>
                    <a:pt x="2785766" y="133265"/>
                  </a:lnTo>
                  <a:lnTo>
                    <a:pt x="2795510" y="141293"/>
                  </a:lnTo>
                  <a:lnTo>
                    <a:pt x="2805254" y="149484"/>
                  </a:lnTo>
                  <a:lnTo>
                    <a:pt x="2814998" y="157835"/>
                  </a:lnTo>
                  <a:lnTo>
                    <a:pt x="2824727" y="166337"/>
                  </a:lnTo>
                  <a:lnTo>
                    <a:pt x="2834471" y="174983"/>
                  </a:lnTo>
                  <a:lnTo>
                    <a:pt x="2844215" y="183766"/>
                  </a:lnTo>
                  <a:lnTo>
                    <a:pt x="2853958" y="192680"/>
                  </a:lnTo>
                  <a:lnTo>
                    <a:pt x="2863687" y="201719"/>
                  </a:lnTo>
                  <a:lnTo>
                    <a:pt x="2873431" y="210876"/>
                  </a:lnTo>
                  <a:lnTo>
                    <a:pt x="2883175" y="220143"/>
                  </a:lnTo>
                  <a:lnTo>
                    <a:pt x="2892919" y="229517"/>
                  </a:lnTo>
                  <a:lnTo>
                    <a:pt x="2902663" y="238990"/>
                  </a:lnTo>
                  <a:lnTo>
                    <a:pt x="2912392" y="24855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1" name="Freeform 700">
              <a:extLst>
                <a:ext uri="{FF2B5EF4-FFF2-40B4-BE49-F238E27FC236}">
                  <a16:creationId xmlns:a16="http://schemas.microsoft.com/office/drawing/2014/main" id="{03562EFC-4B95-E702-85A5-3238CAA0A74A}"/>
                </a:ext>
              </a:extLst>
            </p:cNvPr>
            <p:cNvSpPr/>
            <p:nvPr/>
          </p:nvSpPr>
          <p:spPr>
            <a:xfrm>
              <a:off x="576446" y="3286925"/>
              <a:ext cx="2912392" cy="746059"/>
            </a:xfrm>
            <a:custGeom>
              <a:avLst/>
              <a:gdLst>
                <a:gd name="connsiteX0" fmla="*/ 0 w 2912392"/>
                <a:gd name="connsiteY0" fmla="*/ 696217 h 746059"/>
                <a:gd name="connsiteX1" fmla="*/ 9739 w 2912392"/>
                <a:gd name="connsiteY1" fmla="*/ 700601 h 746059"/>
                <a:gd name="connsiteX2" fmla="*/ 19480 w 2912392"/>
                <a:gd name="connsiteY2" fmla="*/ 704853 h 746059"/>
                <a:gd name="connsiteX3" fmla="*/ 29221 w 2912392"/>
                <a:gd name="connsiteY3" fmla="*/ 708962 h 746059"/>
                <a:gd name="connsiteX4" fmla="*/ 38961 w 2912392"/>
                <a:gd name="connsiteY4" fmla="*/ 712918 h 746059"/>
                <a:gd name="connsiteX5" fmla="*/ 48702 w 2912392"/>
                <a:gd name="connsiteY5" fmla="*/ 716704 h 746059"/>
                <a:gd name="connsiteX6" fmla="*/ 58443 w 2912392"/>
                <a:gd name="connsiteY6" fmla="*/ 720311 h 746059"/>
                <a:gd name="connsiteX7" fmla="*/ 68182 w 2912392"/>
                <a:gd name="connsiteY7" fmla="*/ 723726 h 746059"/>
                <a:gd name="connsiteX8" fmla="*/ 77923 w 2912392"/>
                <a:gd name="connsiteY8" fmla="*/ 726936 h 746059"/>
                <a:gd name="connsiteX9" fmla="*/ 87664 w 2912392"/>
                <a:gd name="connsiteY9" fmla="*/ 729938 h 746059"/>
                <a:gd name="connsiteX10" fmla="*/ 97404 w 2912392"/>
                <a:gd name="connsiteY10" fmla="*/ 732710 h 746059"/>
                <a:gd name="connsiteX11" fmla="*/ 107145 w 2912392"/>
                <a:gd name="connsiteY11" fmla="*/ 735242 h 746059"/>
                <a:gd name="connsiteX12" fmla="*/ 116886 w 2912392"/>
                <a:gd name="connsiteY12" fmla="*/ 737537 h 746059"/>
                <a:gd name="connsiteX13" fmla="*/ 126625 w 2912392"/>
                <a:gd name="connsiteY13" fmla="*/ 739563 h 746059"/>
                <a:gd name="connsiteX14" fmla="*/ 136366 w 2912392"/>
                <a:gd name="connsiteY14" fmla="*/ 741336 h 746059"/>
                <a:gd name="connsiteX15" fmla="*/ 146107 w 2912392"/>
                <a:gd name="connsiteY15" fmla="*/ 742841 h 746059"/>
                <a:gd name="connsiteX16" fmla="*/ 155846 w 2912392"/>
                <a:gd name="connsiteY16" fmla="*/ 744063 h 746059"/>
                <a:gd name="connsiteX17" fmla="*/ 165587 w 2912392"/>
                <a:gd name="connsiteY17" fmla="*/ 745001 h 746059"/>
                <a:gd name="connsiteX18" fmla="*/ 175328 w 2912392"/>
                <a:gd name="connsiteY18" fmla="*/ 745657 h 746059"/>
                <a:gd name="connsiteX19" fmla="*/ 185068 w 2912392"/>
                <a:gd name="connsiteY19" fmla="*/ 745999 h 746059"/>
                <a:gd name="connsiteX20" fmla="*/ 194809 w 2912392"/>
                <a:gd name="connsiteY20" fmla="*/ 746059 h 746059"/>
                <a:gd name="connsiteX21" fmla="*/ 204550 w 2912392"/>
                <a:gd name="connsiteY21" fmla="*/ 745806 h 746059"/>
                <a:gd name="connsiteX22" fmla="*/ 214289 w 2912392"/>
                <a:gd name="connsiteY22" fmla="*/ 745240 h 746059"/>
                <a:gd name="connsiteX23" fmla="*/ 224030 w 2912392"/>
                <a:gd name="connsiteY23" fmla="*/ 744375 h 746059"/>
                <a:gd name="connsiteX24" fmla="*/ 233771 w 2912392"/>
                <a:gd name="connsiteY24" fmla="*/ 743184 h 746059"/>
                <a:gd name="connsiteX25" fmla="*/ 243510 w 2912392"/>
                <a:gd name="connsiteY25" fmla="*/ 741694 h 746059"/>
                <a:gd name="connsiteX26" fmla="*/ 253251 w 2912392"/>
                <a:gd name="connsiteY26" fmla="*/ 739876 h 746059"/>
                <a:gd name="connsiteX27" fmla="*/ 262992 w 2912392"/>
                <a:gd name="connsiteY27" fmla="*/ 737760 h 746059"/>
                <a:gd name="connsiteX28" fmla="*/ 272732 w 2912392"/>
                <a:gd name="connsiteY28" fmla="*/ 735332 h 746059"/>
                <a:gd name="connsiteX29" fmla="*/ 282473 w 2912392"/>
                <a:gd name="connsiteY29" fmla="*/ 732590 h 746059"/>
                <a:gd name="connsiteX30" fmla="*/ 292214 w 2912392"/>
                <a:gd name="connsiteY30" fmla="*/ 729551 h 746059"/>
                <a:gd name="connsiteX31" fmla="*/ 301953 w 2912392"/>
                <a:gd name="connsiteY31" fmla="*/ 726215 h 746059"/>
                <a:gd name="connsiteX32" fmla="*/ 311694 w 2912392"/>
                <a:gd name="connsiteY32" fmla="*/ 722580 h 746059"/>
                <a:gd name="connsiteX33" fmla="*/ 321435 w 2912392"/>
                <a:gd name="connsiteY33" fmla="*/ 718657 h 746059"/>
                <a:gd name="connsiteX34" fmla="*/ 331175 w 2912392"/>
                <a:gd name="connsiteY34" fmla="*/ 714451 h 746059"/>
                <a:gd name="connsiteX35" fmla="*/ 340916 w 2912392"/>
                <a:gd name="connsiteY35" fmla="*/ 709971 h 746059"/>
                <a:gd name="connsiteX36" fmla="*/ 350656 w 2912392"/>
                <a:gd name="connsiteY36" fmla="*/ 705222 h 746059"/>
                <a:gd name="connsiteX37" fmla="*/ 360396 w 2912392"/>
                <a:gd name="connsiteY37" fmla="*/ 700216 h 746059"/>
                <a:gd name="connsiteX38" fmla="*/ 370137 w 2912392"/>
                <a:gd name="connsiteY38" fmla="*/ 694962 h 746059"/>
                <a:gd name="connsiteX39" fmla="*/ 379878 w 2912392"/>
                <a:gd name="connsiteY39" fmla="*/ 689468 h 746059"/>
                <a:gd name="connsiteX40" fmla="*/ 389617 w 2912392"/>
                <a:gd name="connsiteY40" fmla="*/ 683747 h 746059"/>
                <a:gd name="connsiteX41" fmla="*/ 399358 w 2912392"/>
                <a:gd name="connsiteY41" fmla="*/ 677808 h 746059"/>
                <a:gd name="connsiteX42" fmla="*/ 409099 w 2912392"/>
                <a:gd name="connsiteY42" fmla="*/ 671665 h 746059"/>
                <a:gd name="connsiteX43" fmla="*/ 418839 w 2912392"/>
                <a:gd name="connsiteY43" fmla="*/ 665330 h 746059"/>
                <a:gd name="connsiteX44" fmla="*/ 428580 w 2912392"/>
                <a:gd name="connsiteY44" fmla="*/ 658817 h 746059"/>
                <a:gd name="connsiteX45" fmla="*/ 438321 w 2912392"/>
                <a:gd name="connsiteY45" fmla="*/ 652136 h 746059"/>
                <a:gd name="connsiteX46" fmla="*/ 448060 w 2912392"/>
                <a:gd name="connsiteY46" fmla="*/ 645305 h 746059"/>
                <a:gd name="connsiteX47" fmla="*/ 457801 w 2912392"/>
                <a:gd name="connsiteY47" fmla="*/ 638334 h 746059"/>
                <a:gd name="connsiteX48" fmla="*/ 467542 w 2912392"/>
                <a:gd name="connsiteY48" fmla="*/ 631240 h 746059"/>
                <a:gd name="connsiteX49" fmla="*/ 477281 w 2912392"/>
                <a:gd name="connsiteY49" fmla="*/ 624039 h 746059"/>
                <a:gd name="connsiteX50" fmla="*/ 487022 w 2912392"/>
                <a:gd name="connsiteY50" fmla="*/ 616743 h 746059"/>
                <a:gd name="connsiteX51" fmla="*/ 496763 w 2912392"/>
                <a:gd name="connsiteY51" fmla="*/ 609370 h 746059"/>
                <a:gd name="connsiteX52" fmla="*/ 506503 w 2912392"/>
                <a:gd name="connsiteY52" fmla="*/ 601932 h 746059"/>
                <a:gd name="connsiteX53" fmla="*/ 516244 w 2912392"/>
                <a:gd name="connsiteY53" fmla="*/ 594449 h 746059"/>
                <a:gd name="connsiteX54" fmla="*/ 525985 w 2912392"/>
                <a:gd name="connsiteY54" fmla="*/ 586932 h 746059"/>
                <a:gd name="connsiteX55" fmla="*/ 535724 w 2912392"/>
                <a:gd name="connsiteY55" fmla="*/ 579399 h 746059"/>
                <a:gd name="connsiteX56" fmla="*/ 545465 w 2912392"/>
                <a:gd name="connsiteY56" fmla="*/ 571866 h 746059"/>
                <a:gd name="connsiteX57" fmla="*/ 555206 w 2912392"/>
                <a:gd name="connsiteY57" fmla="*/ 564345 h 746059"/>
                <a:gd name="connsiteX58" fmla="*/ 564946 w 2912392"/>
                <a:gd name="connsiteY58" fmla="*/ 556855 h 746059"/>
                <a:gd name="connsiteX59" fmla="*/ 574687 w 2912392"/>
                <a:gd name="connsiteY59" fmla="*/ 549409 h 746059"/>
                <a:gd name="connsiteX60" fmla="*/ 584428 w 2912392"/>
                <a:gd name="connsiteY60" fmla="*/ 542020 h 746059"/>
                <a:gd name="connsiteX61" fmla="*/ 594167 w 2912392"/>
                <a:gd name="connsiteY61" fmla="*/ 534707 h 746059"/>
                <a:gd name="connsiteX62" fmla="*/ 603908 w 2912392"/>
                <a:gd name="connsiteY62" fmla="*/ 527479 h 746059"/>
                <a:gd name="connsiteX63" fmla="*/ 613649 w 2912392"/>
                <a:gd name="connsiteY63" fmla="*/ 520351 h 746059"/>
                <a:gd name="connsiteX64" fmla="*/ 623388 w 2912392"/>
                <a:gd name="connsiteY64" fmla="*/ 513338 h 746059"/>
                <a:gd name="connsiteX65" fmla="*/ 633129 w 2912392"/>
                <a:gd name="connsiteY65" fmla="*/ 506452 h 746059"/>
                <a:gd name="connsiteX66" fmla="*/ 642870 w 2912392"/>
                <a:gd name="connsiteY66" fmla="*/ 499704 h 746059"/>
                <a:gd name="connsiteX67" fmla="*/ 652610 w 2912392"/>
                <a:gd name="connsiteY67" fmla="*/ 493107 h 746059"/>
                <a:gd name="connsiteX68" fmla="*/ 662351 w 2912392"/>
                <a:gd name="connsiteY68" fmla="*/ 486671 h 746059"/>
                <a:gd name="connsiteX69" fmla="*/ 672092 w 2912392"/>
                <a:gd name="connsiteY69" fmla="*/ 480406 h 746059"/>
                <a:gd name="connsiteX70" fmla="*/ 681831 w 2912392"/>
                <a:gd name="connsiteY70" fmla="*/ 474323 h 746059"/>
                <a:gd name="connsiteX71" fmla="*/ 691572 w 2912392"/>
                <a:gd name="connsiteY71" fmla="*/ 468428 h 746059"/>
                <a:gd name="connsiteX72" fmla="*/ 701313 w 2912392"/>
                <a:gd name="connsiteY72" fmla="*/ 462734 h 746059"/>
                <a:gd name="connsiteX73" fmla="*/ 711052 w 2912392"/>
                <a:gd name="connsiteY73" fmla="*/ 457247 h 746059"/>
                <a:gd name="connsiteX74" fmla="*/ 720793 w 2912392"/>
                <a:gd name="connsiteY74" fmla="*/ 451971 h 746059"/>
                <a:gd name="connsiteX75" fmla="*/ 730534 w 2912392"/>
                <a:gd name="connsiteY75" fmla="*/ 446916 h 746059"/>
                <a:gd name="connsiteX76" fmla="*/ 740274 w 2912392"/>
                <a:gd name="connsiteY76" fmla="*/ 442084 h 746059"/>
                <a:gd name="connsiteX77" fmla="*/ 750015 w 2912392"/>
                <a:gd name="connsiteY77" fmla="*/ 437482 h 746059"/>
                <a:gd name="connsiteX78" fmla="*/ 759756 w 2912392"/>
                <a:gd name="connsiteY78" fmla="*/ 433113 h 746059"/>
                <a:gd name="connsiteX79" fmla="*/ 769495 w 2912392"/>
                <a:gd name="connsiteY79" fmla="*/ 428979 h 746059"/>
                <a:gd name="connsiteX80" fmla="*/ 779236 w 2912392"/>
                <a:gd name="connsiteY80" fmla="*/ 425083 h 746059"/>
                <a:gd name="connsiteX81" fmla="*/ 788977 w 2912392"/>
                <a:gd name="connsiteY81" fmla="*/ 421427 h 746059"/>
                <a:gd name="connsiteX82" fmla="*/ 798717 w 2912392"/>
                <a:gd name="connsiteY82" fmla="*/ 418010 h 746059"/>
                <a:gd name="connsiteX83" fmla="*/ 808458 w 2912392"/>
                <a:gd name="connsiteY83" fmla="*/ 414832 h 746059"/>
                <a:gd name="connsiteX84" fmla="*/ 818199 w 2912392"/>
                <a:gd name="connsiteY84" fmla="*/ 411894 h 746059"/>
                <a:gd name="connsiteX85" fmla="*/ 827938 w 2912392"/>
                <a:gd name="connsiteY85" fmla="*/ 409192 h 746059"/>
                <a:gd name="connsiteX86" fmla="*/ 837679 w 2912392"/>
                <a:gd name="connsiteY86" fmla="*/ 406724 h 746059"/>
                <a:gd name="connsiteX87" fmla="*/ 847420 w 2912392"/>
                <a:gd name="connsiteY87" fmla="*/ 404487 h 746059"/>
                <a:gd name="connsiteX88" fmla="*/ 857159 w 2912392"/>
                <a:gd name="connsiteY88" fmla="*/ 402477 h 746059"/>
                <a:gd name="connsiteX89" fmla="*/ 866900 w 2912392"/>
                <a:gd name="connsiteY89" fmla="*/ 400689 h 746059"/>
                <a:gd name="connsiteX90" fmla="*/ 876641 w 2912392"/>
                <a:gd name="connsiteY90" fmla="*/ 399118 h 746059"/>
                <a:gd name="connsiteX91" fmla="*/ 886381 w 2912392"/>
                <a:gd name="connsiteY91" fmla="*/ 397758 h 746059"/>
                <a:gd name="connsiteX92" fmla="*/ 896122 w 2912392"/>
                <a:gd name="connsiteY92" fmla="*/ 396603 h 746059"/>
                <a:gd name="connsiteX93" fmla="*/ 905863 w 2912392"/>
                <a:gd name="connsiteY93" fmla="*/ 395645 h 746059"/>
                <a:gd name="connsiteX94" fmla="*/ 915602 w 2912392"/>
                <a:gd name="connsiteY94" fmla="*/ 394877 h 746059"/>
                <a:gd name="connsiteX95" fmla="*/ 925343 w 2912392"/>
                <a:gd name="connsiteY95" fmla="*/ 394290 h 746059"/>
                <a:gd name="connsiteX96" fmla="*/ 935084 w 2912392"/>
                <a:gd name="connsiteY96" fmla="*/ 393875 h 746059"/>
                <a:gd name="connsiteX97" fmla="*/ 944824 w 2912392"/>
                <a:gd name="connsiteY97" fmla="*/ 393627 h 746059"/>
                <a:gd name="connsiteX98" fmla="*/ 954564 w 2912392"/>
                <a:gd name="connsiteY98" fmla="*/ 393530 h 746059"/>
                <a:gd name="connsiteX99" fmla="*/ 964305 w 2912392"/>
                <a:gd name="connsiteY99" fmla="*/ 393579 h 746059"/>
                <a:gd name="connsiteX100" fmla="*/ 974045 w 2912392"/>
                <a:gd name="connsiteY100" fmla="*/ 393762 h 746059"/>
                <a:gd name="connsiteX101" fmla="*/ 983786 w 2912392"/>
                <a:gd name="connsiteY101" fmla="*/ 394068 h 746059"/>
                <a:gd name="connsiteX102" fmla="*/ 993522 w 2912392"/>
                <a:gd name="connsiteY102" fmla="*/ 394488 h 746059"/>
                <a:gd name="connsiteX103" fmla="*/ 1003266 w 2912392"/>
                <a:gd name="connsiteY103" fmla="*/ 395009 h 746059"/>
                <a:gd name="connsiteX104" fmla="*/ 1013010 w 2912392"/>
                <a:gd name="connsiteY104" fmla="*/ 395622 h 746059"/>
                <a:gd name="connsiteX105" fmla="*/ 1022754 w 2912392"/>
                <a:gd name="connsiteY105" fmla="*/ 396314 h 746059"/>
                <a:gd name="connsiteX106" fmla="*/ 1032483 w 2912392"/>
                <a:gd name="connsiteY106" fmla="*/ 397074 h 746059"/>
                <a:gd name="connsiteX107" fmla="*/ 1042227 w 2912392"/>
                <a:gd name="connsiteY107" fmla="*/ 397892 h 746059"/>
                <a:gd name="connsiteX108" fmla="*/ 1051971 w 2912392"/>
                <a:gd name="connsiteY108" fmla="*/ 398755 h 746059"/>
                <a:gd name="connsiteX109" fmla="*/ 1061715 w 2912392"/>
                <a:gd name="connsiteY109" fmla="*/ 399652 h 746059"/>
                <a:gd name="connsiteX110" fmla="*/ 1071444 w 2912392"/>
                <a:gd name="connsiteY110" fmla="*/ 400571 h 746059"/>
                <a:gd name="connsiteX111" fmla="*/ 1081188 w 2912392"/>
                <a:gd name="connsiteY111" fmla="*/ 401501 h 746059"/>
                <a:gd name="connsiteX112" fmla="*/ 1090932 w 2912392"/>
                <a:gd name="connsiteY112" fmla="*/ 402430 h 746059"/>
                <a:gd name="connsiteX113" fmla="*/ 1100676 w 2912392"/>
                <a:gd name="connsiteY113" fmla="*/ 403350 h 746059"/>
                <a:gd name="connsiteX114" fmla="*/ 1110405 w 2912392"/>
                <a:gd name="connsiteY114" fmla="*/ 404247 h 746059"/>
                <a:gd name="connsiteX115" fmla="*/ 1120149 w 2912392"/>
                <a:gd name="connsiteY115" fmla="*/ 405109 h 746059"/>
                <a:gd name="connsiteX116" fmla="*/ 1129893 w 2912392"/>
                <a:gd name="connsiteY116" fmla="*/ 405929 h 746059"/>
                <a:gd name="connsiteX117" fmla="*/ 1139637 w 2912392"/>
                <a:gd name="connsiteY117" fmla="*/ 406693 h 746059"/>
                <a:gd name="connsiteX118" fmla="*/ 1149381 w 2912392"/>
                <a:gd name="connsiteY118" fmla="*/ 407395 h 746059"/>
                <a:gd name="connsiteX119" fmla="*/ 1159110 w 2912392"/>
                <a:gd name="connsiteY119" fmla="*/ 408021 h 746059"/>
                <a:gd name="connsiteX120" fmla="*/ 1168854 w 2912392"/>
                <a:gd name="connsiteY120" fmla="*/ 408564 h 746059"/>
                <a:gd name="connsiteX121" fmla="*/ 1178598 w 2912392"/>
                <a:gd name="connsiteY121" fmla="*/ 409014 h 746059"/>
                <a:gd name="connsiteX122" fmla="*/ 1188341 w 2912392"/>
                <a:gd name="connsiteY122" fmla="*/ 409361 h 746059"/>
                <a:gd name="connsiteX123" fmla="*/ 1198070 w 2912392"/>
                <a:gd name="connsiteY123" fmla="*/ 409600 h 746059"/>
                <a:gd name="connsiteX124" fmla="*/ 1207814 w 2912392"/>
                <a:gd name="connsiteY124" fmla="*/ 409718 h 746059"/>
                <a:gd name="connsiteX125" fmla="*/ 1217558 w 2912392"/>
                <a:gd name="connsiteY125" fmla="*/ 409710 h 746059"/>
                <a:gd name="connsiteX126" fmla="*/ 1227302 w 2912392"/>
                <a:gd name="connsiteY126" fmla="*/ 409569 h 746059"/>
                <a:gd name="connsiteX127" fmla="*/ 1237031 w 2912392"/>
                <a:gd name="connsiteY127" fmla="*/ 409286 h 746059"/>
                <a:gd name="connsiteX128" fmla="*/ 1246775 w 2912392"/>
                <a:gd name="connsiteY128" fmla="*/ 408853 h 746059"/>
                <a:gd name="connsiteX129" fmla="*/ 1256519 w 2912392"/>
                <a:gd name="connsiteY129" fmla="*/ 408268 h 746059"/>
                <a:gd name="connsiteX130" fmla="*/ 1266263 w 2912392"/>
                <a:gd name="connsiteY130" fmla="*/ 407523 h 746059"/>
                <a:gd name="connsiteX131" fmla="*/ 1276007 w 2912392"/>
                <a:gd name="connsiteY131" fmla="*/ 406611 h 746059"/>
                <a:gd name="connsiteX132" fmla="*/ 1285736 w 2912392"/>
                <a:gd name="connsiteY132" fmla="*/ 405529 h 746059"/>
                <a:gd name="connsiteX133" fmla="*/ 1295480 w 2912392"/>
                <a:gd name="connsiteY133" fmla="*/ 404272 h 746059"/>
                <a:gd name="connsiteX134" fmla="*/ 1305224 w 2912392"/>
                <a:gd name="connsiteY134" fmla="*/ 402834 h 746059"/>
                <a:gd name="connsiteX135" fmla="*/ 1314968 w 2912392"/>
                <a:gd name="connsiteY135" fmla="*/ 401215 h 746059"/>
                <a:gd name="connsiteX136" fmla="*/ 1324697 w 2912392"/>
                <a:gd name="connsiteY136" fmla="*/ 399406 h 746059"/>
                <a:gd name="connsiteX137" fmla="*/ 1334441 w 2912392"/>
                <a:gd name="connsiteY137" fmla="*/ 397410 h 746059"/>
                <a:gd name="connsiteX138" fmla="*/ 1344185 w 2912392"/>
                <a:gd name="connsiteY138" fmla="*/ 395219 h 746059"/>
                <a:gd name="connsiteX139" fmla="*/ 1353929 w 2912392"/>
                <a:gd name="connsiteY139" fmla="*/ 392834 h 746059"/>
                <a:gd name="connsiteX140" fmla="*/ 1363658 w 2912392"/>
                <a:gd name="connsiteY140" fmla="*/ 390254 h 746059"/>
                <a:gd name="connsiteX141" fmla="*/ 1373402 w 2912392"/>
                <a:gd name="connsiteY141" fmla="*/ 387475 h 746059"/>
                <a:gd name="connsiteX142" fmla="*/ 1383146 w 2912392"/>
                <a:gd name="connsiteY142" fmla="*/ 384498 h 746059"/>
                <a:gd name="connsiteX143" fmla="*/ 1392890 w 2912392"/>
                <a:gd name="connsiteY143" fmla="*/ 381322 h 746059"/>
                <a:gd name="connsiteX144" fmla="*/ 1402619 w 2912392"/>
                <a:gd name="connsiteY144" fmla="*/ 377947 h 746059"/>
                <a:gd name="connsiteX145" fmla="*/ 1412363 w 2912392"/>
                <a:gd name="connsiteY145" fmla="*/ 374373 h 746059"/>
                <a:gd name="connsiteX146" fmla="*/ 1422106 w 2912392"/>
                <a:gd name="connsiteY146" fmla="*/ 370600 h 746059"/>
                <a:gd name="connsiteX147" fmla="*/ 1431850 w 2912392"/>
                <a:gd name="connsiteY147" fmla="*/ 366630 h 746059"/>
                <a:gd name="connsiteX148" fmla="*/ 1441594 w 2912392"/>
                <a:gd name="connsiteY148" fmla="*/ 362465 h 746059"/>
                <a:gd name="connsiteX149" fmla="*/ 1451323 w 2912392"/>
                <a:gd name="connsiteY149" fmla="*/ 358106 h 746059"/>
                <a:gd name="connsiteX150" fmla="*/ 1461067 w 2912392"/>
                <a:gd name="connsiteY150" fmla="*/ 353556 h 746059"/>
                <a:gd name="connsiteX151" fmla="*/ 1470811 w 2912392"/>
                <a:gd name="connsiteY151" fmla="*/ 348817 h 746059"/>
                <a:gd name="connsiteX152" fmla="*/ 1480555 w 2912392"/>
                <a:gd name="connsiteY152" fmla="*/ 343892 h 746059"/>
                <a:gd name="connsiteX153" fmla="*/ 1490284 w 2912392"/>
                <a:gd name="connsiteY153" fmla="*/ 338787 h 746059"/>
                <a:gd name="connsiteX154" fmla="*/ 1500028 w 2912392"/>
                <a:gd name="connsiteY154" fmla="*/ 333500 h 746059"/>
                <a:gd name="connsiteX155" fmla="*/ 1509772 w 2912392"/>
                <a:gd name="connsiteY155" fmla="*/ 328041 h 746059"/>
                <a:gd name="connsiteX156" fmla="*/ 1519516 w 2912392"/>
                <a:gd name="connsiteY156" fmla="*/ 322412 h 746059"/>
                <a:gd name="connsiteX157" fmla="*/ 1529245 w 2912392"/>
                <a:gd name="connsiteY157" fmla="*/ 316618 h 746059"/>
                <a:gd name="connsiteX158" fmla="*/ 1538989 w 2912392"/>
                <a:gd name="connsiteY158" fmla="*/ 310665 h 746059"/>
                <a:gd name="connsiteX159" fmla="*/ 1548733 w 2912392"/>
                <a:gd name="connsiteY159" fmla="*/ 304558 h 746059"/>
                <a:gd name="connsiteX160" fmla="*/ 1558477 w 2912392"/>
                <a:gd name="connsiteY160" fmla="*/ 298303 h 746059"/>
                <a:gd name="connsiteX161" fmla="*/ 1568221 w 2912392"/>
                <a:gd name="connsiteY161" fmla="*/ 291907 h 746059"/>
                <a:gd name="connsiteX162" fmla="*/ 1577950 w 2912392"/>
                <a:gd name="connsiteY162" fmla="*/ 285375 h 746059"/>
                <a:gd name="connsiteX163" fmla="*/ 1587694 w 2912392"/>
                <a:gd name="connsiteY163" fmla="*/ 278717 h 746059"/>
                <a:gd name="connsiteX164" fmla="*/ 1597438 w 2912392"/>
                <a:gd name="connsiteY164" fmla="*/ 271936 h 746059"/>
                <a:gd name="connsiteX165" fmla="*/ 1607182 w 2912392"/>
                <a:gd name="connsiteY165" fmla="*/ 265045 h 746059"/>
                <a:gd name="connsiteX166" fmla="*/ 1616911 w 2912392"/>
                <a:gd name="connsiteY166" fmla="*/ 258047 h 746059"/>
                <a:gd name="connsiteX167" fmla="*/ 1626655 w 2912392"/>
                <a:gd name="connsiteY167" fmla="*/ 250955 h 746059"/>
                <a:gd name="connsiteX168" fmla="*/ 1636399 w 2912392"/>
                <a:gd name="connsiteY168" fmla="*/ 243774 h 746059"/>
                <a:gd name="connsiteX169" fmla="*/ 1646142 w 2912392"/>
                <a:gd name="connsiteY169" fmla="*/ 236514 h 746059"/>
                <a:gd name="connsiteX170" fmla="*/ 1655872 w 2912392"/>
                <a:gd name="connsiteY170" fmla="*/ 229185 h 746059"/>
                <a:gd name="connsiteX171" fmla="*/ 1665616 w 2912392"/>
                <a:gd name="connsiteY171" fmla="*/ 221795 h 746059"/>
                <a:gd name="connsiteX172" fmla="*/ 1675359 w 2912392"/>
                <a:gd name="connsiteY172" fmla="*/ 214356 h 746059"/>
                <a:gd name="connsiteX173" fmla="*/ 1685103 w 2912392"/>
                <a:gd name="connsiteY173" fmla="*/ 206875 h 746059"/>
                <a:gd name="connsiteX174" fmla="*/ 1694832 w 2912392"/>
                <a:gd name="connsiteY174" fmla="*/ 199365 h 746059"/>
                <a:gd name="connsiteX175" fmla="*/ 1704576 w 2912392"/>
                <a:gd name="connsiteY175" fmla="*/ 191835 h 746059"/>
                <a:gd name="connsiteX176" fmla="*/ 1714320 w 2912392"/>
                <a:gd name="connsiteY176" fmla="*/ 184296 h 746059"/>
                <a:gd name="connsiteX177" fmla="*/ 1724064 w 2912392"/>
                <a:gd name="connsiteY177" fmla="*/ 176760 h 746059"/>
                <a:gd name="connsiteX178" fmla="*/ 1733808 w 2912392"/>
                <a:gd name="connsiteY178" fmla="*/ 169236 h 746059"/>
                <a:gd name="connsiteX179" fmla="*/ 1743537 w 2912392"/>
                <a:gd name="connsiteY179" fmla="*/ 161736 h 746059"/>
                <a:gd name="connsiteX180" fmla="*/ 1753281 w 2912392"/>
                <a:gd name="connsiteY180" fmla="*/ 154270 h 746059"/>
                <a:gd name="connsiteX181" fmla="*/ 1763025 w 2912392"/>
                <a:gd name="connsiteY181" fmla="*/ 146853 h 746059"/>
                <a:gd name="connsiteX182" fmla="*/ 1772769 w 2912392"/>
                <a:gd name="connsiteY182" fmla="*/ 139493 h 746059"/>
                <a:gd name="connsiteX183" fmla="*/ 1782498 w 2912392"/>
                <a:gd name="connsiteY183" fmla="*/ 132205 h 746059"/>
                <a:gd name="connsiteX184" fmla="*/ 1792242 w 2912392"/>
                <a:gd name="connsiteY184" fmla="*/ 124996 h 746059"/>
                <a:gd name="connsiteX185" fmla="*/ 1801986 w 2912392"/>
                <a:gd name="connsiteY185" fmla="*/ 117882 h 746059"/>
                <a:gd name="connsiteX186" fmla="*/ 1811730 w 2912392"/>
                <a:gd name="connsiteY186" fmla="*/ 110874 h 746059"/>
                <a:gd name="connsiteX187" fmla="*/ 1821459 w 2912392"/>
                <a:gd name="connsiteY187" fmla="*/ 103982 h 746059"/>
                <a:gd name="connsiteX188" fmla="*/ 1831203 w 2912392"/>
                <a:gd name="connsiteY188" fmla="*/ 97219 h 746059"/>
                <a:gd name="connsiteX189" fmla="*/ 1840947 w 2912392"/>
                <a:gd name="connsiteY189" fmla="*/ 90595 h 746059"/>
                <a:gd name="connsiteX190" fmla="*/ 1850691 w 2912392"/>
                <a:gd name="connsiteY190" fmla="*/ 84124 h 746059"/>
                <a:gd name="connsiteX191" fmla="*/ 1860435 w 2912392"/>
                <a:gd name="connsiteY191" fmla="*/ 77816 h 746059"/>
                <a:gd name="connsiteX192" fmla="*/ 1870164 w 2912392"/>
                <a:gd name="connsiteY192" fmla="*/ 71682 h 746059"/>
                <a:gd name="connsiteX193" fmla="*/ 1879908 w 2912392"/>
                <a:gd name="connsiteY193" fmla="*/ 65733 h 746059"/>
                <a:gd name="connsiteX194" fmla="*/ 1889652 w 2912392"/>
                <a:gd name="connsiteY194" fmla="*/ 59980 h 746059"/>
                <a:gd name="connsiteX195" fmla="*/ 1899395 w 2912392"/>
                <a:gd name="connsiteY195" fmla="*/ 54435 h 746059"/>
                <a:gd name="connsiteX196" fmla="*/ 1909124 w 2912392"/>
                <a:gd name="connsiteY196" fmla="*/ 49107 h 746059"/>
                <a:gd name="connsiteX197" fmla="*/ 1918868 w 2912392"/>
                <a:gd name="connsiteY197" fmla="*/ 44007 h 746059"/>
                <a:gd name="connsiteX198" fmla="*/ 1928612 w 2912392"/>
                <a:gd name="connsiteY198" fmla="*/ 39143 h 746059"/>
                <a:gd name="connsiteX199" fmla="*/ 1938356 w 2912392"/>
                <a:gd name="connsiteY199" fmla="*/ 34525 h 746059"/>
                <a:gd name="connsiteX200" fmla="*/ 1948085 w 2912392"/>
                <a:gd name="connsiteY200" fmla="*/ 30165 h 746059"/>
                <a:gd name="connsiteX201" fmla="*/ 1957829 w 2912392"/>
                <a:gd name="connsiteY201" fmla="*/ 26069 h 746059"/>
                <a:gd name="connsiteX202" fmla="*/ 1967573 w 2912392"/>
                <a:gd name="connsiteY202" fmla="*/ 22244 h 746059"/>
                <a:gd name="connsiteX203" fmla="*/ 1977317 w 2912392"/>
                <a:gd name="connsiteY203" fmla="*/ 18701 h 746059"/>
                <a:gd name="connsiteX204" fmla="*/ 1987046 w 2912392"/>
                <a:gd name="connsiteY204" fmla="*/ 15446 h 746059"/>
                <a:gd name="connsiteX205" fmla="*/ 1996790 w 2912392"/>
                <a:gd name="connsiteY205" fmla="*/ 12485 h 746059"/>
                <a:gd name="connsiteX206" fmla="*/ 2006534 w 2912392"/>
                <a:gd name="connsiteY206" fmla="*/ 9826 h 746059"/>
                <a:gd name="connsiteX207" fmla="*/ 2016278 w 2912392"/>
                <a:gd name="connsiteY207" fmla="*/ 7475 h 746059"/>
                <a:gd name="connsiteX208" fmla="*/ 2026022 w 2912392"/>
                <a:gd name="connsiteY208" fmla="*/ 5437 h 746059"/>
                <a:gd name="connsiteX209" fmla="*/ 2035751 w 2912392"/>
                <a:gd name="connsiteY209" fmla="*/ 3714 h 746059"/>
                <a:gd name="connsiteX210" fmla="*/ 2045495 w 2912392"/>
                <a:gd name="connsiteY210" fmla="*/ 2315 h 746059"/>
                <a:gd name="connsiteX211" fmla="*/ 2055239 w 2912392"/>
                <a:gd name="connsiteY211" fmla="*/ 1241 h 746059"/>
                <a:gd name="connsiteX212" fmla="*/ 2064983 w 2912392"/>
                <a:gd name="connsiteY212" fmla="*/ 496 h 746059"/>
                <a:gd name="connsiteX213" fmla="*/ 2074712 w 2912392"/>
                <a:gd name="connsiteY213" fmla="*/ 80 h 746059"/>
                <a:gd name="connsiteX214" fmla="*/ 2084456 w 2912392"/>
                <a:gd name="connsiteY214" fmla="*/ 0 h 746059"/>
                <a:gd name="connsiteX215" fmla="*/ 2094200 w 2912392"/>
                <a:gd name="connsiteY215" fmla="*/ 252 h 746059"/>
                <a:gd name="connsiteX216" fmla="*/ 2103944 w 2912392"/>
                <a:gd name="connsiteY216" fmla="*/ 839 h 746059"/>
                <a:gd name="connsiteX217" fmla="*/ 2113673 w 2912392"/>
                <a:gd name="connsiteY217" fmla="*/ 1761 h 746059"/>
                <a:gd name="connsiteX218" fmla="*/ 2123417 w 2912392"/>
                <a:gd name="connsiteY218" fmla="*/ 3017 h 746059"/>
                <a:gd name="connsiteX219" fmla="*/ 2133161 w 2912392"/>
                <a:gd name="connsiteY219" fmla="*/ 4605 h 746059"/>
                <a:gd name="connsiteX220" fmla="*/ 2142905 w 2912392"/>
                <a:gd name="connsiteY220" fmla="*/ 6524 h 746059"/>
                <a:gd name="connsiteX221" fmla="*/ 2152649 w 2912392"/>
                <a:gd name="connsiteY221" fmla="*/ 8773 h 746059"/>
                <a:gd name="connsiteX222" fmla="*/ 2162377 w 2912392"/>
                <a:gd name="connsiteY222" fmla="*/ 11346 h 746059"/>
                <a:gd name="connsiteX223" fmla="*/ 2172121 w 2912392"/>
                <a:gd name="connsiteY223" fmla="*/ 14241 h 746059"/>
                <a:gd name="connsiteX224" fmla="*/ 2181865 w 2912392"/>
                <a:gd name="connsiteY224" fmla="*/ 17451 h 746059"/>
                <a:gd name="connsiteX225" fmla="*/ 2191609 w 2912392"/>
                <a:gd name="connsiteY225" fmla="*/ 20975 h 746059"/>
                <a:gd name="connsiteX226" fmla="*/ 2201338 w 2912392"/>
                <a:gd name="connsiteY226" fmla="*/ 24805 h 746059"/>
                <a:gd name="connsiteX227" fmla="*/ 2211082 w 2912392"/>
                <a:gd name="connsiteY227" fmla="*/ 28937 h 746059"/>
                <a:gd name="connsiteX228" fmla="*/ 2220826 w 2912392"/>
                <a:gd name="connsiteY228" fmla="*/ 33360 h 746059"/>
                <a:gd name="connsiteX229" fmla="*/ 2230570 w 2912392"/>
                <a:gd name="connsiteY229" fmla="*/ 38071 h 746059"/>
                <a:gd name="connsiteX230" fmla="*/ 2240299 w 2912392"/>
                <a:gd name="connsiteY230" fmla="*/ 43063 h 746059"/>
                <a:gd name="connsiteX231" fmla="*/ 2250043 w 2912392"/>
                <a:gd name="connsiteY231" fmla="*/ 48323 h 746059"/>
                <a:gd name="connsiteX232" fmla="*/ 2259787 w 2912392"/>
                <a:gd name="connsiteY232" fmla="*/ 53846 h 746059"/>
                <a:gd name="connsiteX233" fmla="*/ 2269531 w 2912392"/>
                <a:gd name="connsiteY233" fmla="*/ 59623 h 746059"/>
                <a:gd name="connsiteX234" fmla="*/ 2279260 w 2912392"/>
                <a:gd name="connsiteY234" fmla="*/ 65643 h 746059"/>
                <a:gd name="connsiteX235" fmla="*/ 2289004 w 2912392"/>
                <a:gd name="connsiteY235" fmla="*/ 71898 h 746059"/>
                <a:gd name="connsiteX236" fmla="*/ 2298748 w 2912392"/>
                <a:gd name="connsiteY236" fmla="*/ 78376 h 746059"/>
                <a:gd name="connsiteX237" fmla="*/ 2308492 w 2912392"/>
                <a:gd name="connsiteY237" fmla="*/ 85067 h 746059"/>
                <a:gd name="connsiteX238" fmla="*/ 2318236 w 2912392"/>
                <a:gd name="connsiteY238" fmla="*/ 91959 h 746059"/>
                <a:gd name="connsiteX239" fmla="*/ 2327965 w 2912392"/>
                <a:gd name="connsiteY239" fmla="*/ 99044 h 746059"/>
                <a:gd name="connsiteX240" fmla="*/ 2337709 w 2912392"/>
                <a:gd name="connsiteY240" fmla="*/ 106309 h 746059"/>
                <a:gd name="connsiteX241" fmla="*/ 2347453 w 2912392"/>
                <a:gd name="connsiteY241" fmla="*/ 113742 h 746059"/>
                <a:gd name="connsiteX242" fmla="*/ 2357197 w 2912392"/>
                <a:gd name="connsiteY242" fmla="*/ 121331 h 746059"/>
                <a:gd name="connsiteX243" fmla="*/ 2366926 w 2912392"/>
                <a:gd name="connsiteY243" fmla="*/ 129065 h 746059"/>
                <a:gd name="connsiteX244" fmla="*/ 2376670 w 2912392"/>
                <a:gd name="connsiteY244" fmla="*/ 136931 h 746059"/>
                <a:gd name="connsiteX245" fmla="*/ 2386413 w 2912392"/>
                <a:gd name="connsiteY245" fmla="*/ 144918 h 746059"/>
                <a:gd name="connsiteX246" fmla="*/ 2396157 w 2912392"/>
                <a:gd name="connsiteY246" fmla="*/ 153013 h 746059"/>
                <a:gd name="connsiteX247" fmla="*/ 2405886 w 2912392"/>
                <a:gd name="connsiteY247" fmla="*/ 161204 h 746059"/>
                <a:gd name="connsiteX248" fmla="*/ 2415630 w 2912392"/>
                <a:gd name="connsiteY248" fmla="*/ 169479 h 746059"/>
                <a:gd name="connsiteX249" fmla="*/ 2425374 w 2912392"/>
                <a:gd name="connsiteY249" fmla="*/ 177827 h 746059"/>
                <a:gd name="connsiteX250" fmla="*/ 2435118 w 2912392"/>
                <a:gd name="connsiteY250" fmla="*/ 186233 h 746059"/>
                <a:gd name="connsiteX251" fmla="*/ 2444862 w 2912392"/>
                <a:gd name="connsiteY251" fmla="*/ 194687 h 746059"/>
                <a:gd name="connsiteX252" fmla="*/ 2454591 w 2912392"/>
                <a:gd name="connsiteY252" fmla="*/ 203176 h 746059"/>
                <a:gd name="connsiteX253" fmla="*/ 2464335 w 2912392"/>
                <a:gd name="connsiteY253" fmla="*/ 211689 h 746059"/>
                <a:gd name="connsiteX254" fmla="*/ 2474079 w 2912392"/>
                <a:gd name="connsiteY254" fmla="*/ 220216 h 746059"/>
                <a:gd name="connsiteX255" fmla="*/ 2483823 w 2912392"/>
                <a:gd name="connsiteY255" fmla="*/ 228741 h 746059"/>
                <a:gd name="connsiteX256" fmla="*/ 2493552 w 2912392"/>
                <a:gd name="connsiteY256" fmla="*/ 237257 h 746059"/>
                <a:gd name="connsiteX257" fmla="*/ 2503296 w 2912392"/>
                <a:gd name="connsiteY257" fmla="*/ 245753 h 746059"/>
                <a:gd name="connsiteX258" fmla="*/ 2513040 w 2912392"/>
                <a:gd name="connsiteY258" fmla="*/ 254214 h 746059"/>
                <a:gd name="connsiteX259" fmla="*/ 2522784 w 2912392"/>
                <a:gd name="connsiteY259" fmla="*/ 262633 h 746059"/>
                <a:gd name="connsiteX260" fmla="*/ 2532513 w 2912392"/>
                <a:gd name="connsiteY260" fmla="*/ 271001 h 746059"/>
                <a:gd name="connsiteX261" fmla="*/ 2542257 w 2912392"/>
                <a:gd name="connsiteY261" fmla="*/ 279304 h 746059"/>
                <a:gd name="connsiteX262" fmla="*/ 2552001 w 2912392"/>
                <a:gd name="connsiteY262" fmla="*/ 287534 h 746059"/>
                <a:gd name="connsiteX263" fmla="*/ 2561745 w 2912392"/>
                <a:gd name="connsiteY263" fmla="*/ 295684 h 746059"/>
                <a:gd name="connsiteX264" fmla="*/ 2571474 w 2912392"/>
                <a:gd name="connsiteY264" fmla="*/ 303741 h 746059"/>
                <a:gd name="connsiteX265" fmla="*/ 2581218 w 2912392"/>
                <a:gd name="connsiteY265" fmla="*/ 311700 h 746059"/>
                <a:gd name="connsiteX266" fmla="*/ 2590962 w 2912392"/>
                <a:gd name="connsiteY266" fmla="*/ 319550 h 746059"/>
                <a:gd name="connsiteX267" fmla="*/ 2600705 w 2912392"/>
                <a:gd name="connsiteY267" fmla="*/ 327284 h 746059"/>
                <a:gd name="connsiteX268" fmla="*/ 2610449 w 2912392"/>
                <a:gd name="connsiteY268" fmla="*/ 334896 h 746059"/>
                <a:gd name="connsiteX269" fmla="*/ 2620178 w 2912392"/>
                <a:gd name="connsiteY269" fmla="*/ 342377 h 746059"/>
                <a:gd name="connsiteX270" fmla="*/ 2629922 w 2912392"/>
                <a:gd name="connsiteY270" fmla="*/ 349719 h 746059"/>
                <a:gd name="connsiteX271" fmla="*/ 2639666 w 2912392"/>
                <a:gd name="connsiteY271" fmla="*/ 356917 h 746059"/>
                <a:gd name="connsiteX272" fmla="*/ 2649410 w 2912392"/>
                <a:gd name="connsiteY272" fmla="*/ 363966 h 746059"/>
                <a:gd name="connsiteX273" fmla="*/ 2659139 w 2912392"/>
                <a:gd name="connsiteY273" fmla="*/ 370857 h 746059"/>
                <a:gd name="connsiteX274" fmla="*/ 2668883 w 2912392"/>
                <a:gd name="connsiteY274" fmla="*/ 377585 h 746059"/>
                <a:gd name="connsiteX275" fmla="*/ 2678627 w 2912392"/>
                <a:gd name="connsiteY275" fmla="*/ 384146 h 746059"/>
                <a:gd name="connsiteX276" fmla="*/ 2688371 w 2912392"/>
                <a:gd name="connsiteY276" fmla="*/ 390535 h 746059"/>
                <a:gd name="connsiteX277" fmla="*/ 2698100 w 2912392"/>
                <a:gd name="connsiteY277" fmla="*/ 396747 h 746059"/>
                <a:gd name="connsiteX278" fmla="*/ 2707844 w 2912392"/>
                <a:gd name="connsiteY278" fmla="*/ 402778 h 746059"/>
                <a:gd name="connsiteX279" fmla="*/ 2717588 w 2912392"/>
                <a:gd name="connsiteY279" fmla="*/ 408622 h 746059"/>
                <a:gd name="connsiteX280" fmla="*/ 2727332 w 2912392"/>
                <a:gd name="connsiteY280" fmla="*/ 414278 h 746059"/>
                <a:gd name="connsiteX281" fmla="*/ 2737076 w 2912392"/>
                <a:gd name="connsiteY281" fmla="*/ 419742 h 746059"/>
                <a:gd name="connsiteX282" fmla="*/ 2746805 w 2912392"/>
                <a:gd name="connsiteY282" fmla="*/ 425008 h 746059"/>
                <a:gd name="connsiteX283" fmla="*/ 2756549 w 2912392"/>
                <a:gd name="connsiteY283" fmla="*/ 430076 h 746059"/>
                <a:gd name="connsiteX284" fmla="*/ 2766293 w 2912392"/>
                <a:gd name="connsiteY284" fmla="*/ 434942 h 746059"/>
                <a:gd name="connsiteX285" fmla="*/ 2776037 w 2912392"/>
                <a:gd name="connsiteY285" fmla="*/ 439602 h 746059"/>
                <a:gd name="connsiteX286" fmla="*/ 2785766 w 2912392"/>
                <a:gd name="connsiteY286" fmla="*/ 444057 h 746059"/>
                <a:gd name="connsiteX287" fmla="*/ 2795510 w 2912392"/>
                <a:gd name="connsiteY287" fmla="*/ 448301 h 746059"/>
                <a:gd name="connsiteX288" fmla="*/ 2805254 w 2912392"/>
                <a:gd name="connsiteY288" fmla="*/ 452335 h 746059"/>
                <a:gd name="connsiteX289" fmla="*/ 2814998 w 2912392"/>
                <a:gd name="connsiteY289" fmla="*/ 456155 h 746059"/>
                <a:gd name="connsiteX290" fmla="*/ 2824727 w 2912392"/>
                <a:gd name="connsiteY290" fmla="*/ 459760 h 746059"/>
                <a:gd name="connsiteX291" fmla="*/ 2834471 w 2912392"/>
                <a:gd name="connsiteY291" fmla="*/ 463148 h 746059"/>
                <a:gd name="connsiteX292" fmla="*/ 2844215 w 2912392"/>
                <a:gd name="connsiteY292" fmla="*/ 466320 h 746059"/>
                <a:gd name="connsiteX293" fmla="*/ 2853958 w 2912392"/>
                <a:gd name="connsiteY293" fmla="*/ 469272 h 746059"/>
                <a:gd name="connsiteX294" fmla="*/ 2863687 w 2912392"/>
                <a:gd name="connsiteY294" fmla="*/ 472003 h 746059"/>
                <a:gd name="connsiteX295" fmla="*/ 2873431 w 2912392"/>
                <a:gd name="connsiteY295" fmla="*/ 474512 h 746059"/>
                <a:gd name="connsiteX296" fmla="*/ 2883175 w 2912392"/>
                <a:gd name="connsiteY296" fmla="*/ 476799 h 746059"/>
                <a:gd name="connsiteX297" fmla="*/ 2892919 w 2912392"/>
                <a:gd name="connsiteY297" fmla="*/ 478862 h 746059"/>
                <a:gd name="connsiteX298" fmla="*/ 2902663 w 2912392"/>
                <a:gd name="connsiteY298" fmla="*/ 480701 h 746059"/>
                <a:gd name="connsiteX299" fmla="*/ 2912392 w 2912392"/>
                <a:gd name="connsiteY299" fmla="*/ 482314 h 746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46059">
                  <a:moveTo>
                    <a:pt x="0" y="696217"/>
                  </a:moveTo>
                  <a:lnTo>
                    <a:pt x="9739" y="700601"/>
                  </a:lnTo>
                  <a:lnTo>
                    <a:pt x="19480" y="704853"/>
                  </a:lnTo>
                  <a:lnTo>
                    <a:pt x="29221" y="708962"/>
                  </a:lnTo>
                  <a:lnTo>
                    <a:pt x="38961" y="712918"/>
                  </a:lnTo>
                  <a:lnTo>
                    <a:pt x="48702" y="716704"/>
                  </a:lnTo>
                  <a:lnTo>
                    <a:pt x="58443" y="720311"/>
                  </a:lnTo>
                  <a:lnTo>
                    <a:pt x="68182" y="723726"/>
                  </a:lnTo>
                  <a:lnTo>
                    <a:pt x="77923" y="726936"/>
                  </a:lnTo>
                  <a:lnTo>
                    <a:pt x="87664" y="729938"/>
                  </a:lnTo>
                  <a:lnTo>
                    <a:pt x="97404" y="732710"/>
                  </a:lnTo>
                  <a:lnTo>
                    <a:pt x="107145" y="735242"/>
                  </a:lnTo>
                  <a:lnTo>
                    <a:pt x="116886" y="737537"/>
                  </a:lnTo>
                  <a:lnTo>
                    <a:pt x="126625" y="739563"/>
                  </a:lnTo>
                  <a:lnTo>
                    <a:pt x="136366" y="741336"/>
                  </a:lnTo>
                  <a:lnTo>
                    <a:pt x="146107" y="742841"/>
                  </a:lnTo>
                  <a:lnTo>
                    <a:pt x="155846" y="744063"/>
                  </a:lnTo>
                  <a:lnTo>
                    <a:pt x="165587" y="745001"/>
                  </a:lnTo>
                  <a:lnTo>
                    <a:pt x="175328" y="745657"/>
                  </a:lnTo>
                  <a:lnTo>
                    <a:pt x="185068" y="745999"/>
                  </a:lnTo>
                  <a:lnTo>
                    <a:pt x="194809" y="746059"/>
                  </a:lnTo>
                  <a:lnTo>
                    <a:pt x="204550" y="745806"/>
                  </a:lnTo>
                  <a:lnTo>
                    <a:pt x="214289" y="745240"/>
                  </a:lnTo>
                  <a:lnTo>
                    <a:pt x="224030" y="744375"/>
                  </a:lnTo>
                  <a:lnTo>
                    <a:pt x="233771" y="743184"/>
                  </a:lnTo>
                  <a:lnTo>
                    <a:pt x="243510" y="741694"/>
                  </a:lnTo>
                  <a:lnTo>
                    <a:pt x="253251" y="739876"/>
                  </a:lnTo>
                  <a:lnTo>
                    <a:pt x="262992" y="737760"/>
                  </a:lnTo>
                  <a:lnTo>
                    <a:pt x="272732" y="735332"/>
                  </a:lnTo>
                  <a:lnTo>
                    <a:pt x="282473" y="732590"/>
                  </a:lnTo>
                  <a:lnTo>
                    <a:pt x="292214" y="729551"/>
                  </a:lnTo>
                  <a:lnTo>
                    <a:pt x="301953" y="726215"/>
                  </a:lnTo>
                  <a:lnTo>
                    <a:pt x="311694" y="722580"/>
                  </a:lnTo>
                  <a:lnTo>
                    <a:pt x="321435" y="718657"/>
                  </a:lnTo>
                  <a:lnTo>
                    <a:pt x="331175" y="714451"/>
                  </a:lnTo>
                  <a:lnTo>
                    <a:pt x="340916" y="709971"/>
                  </a:lnTo>
                  <a:lnTo>
                    <a:pt x="350656" y="705222"/>
                  </a:lnTo>
                  <a:lnTo>
                    <a:pt x="360396" y="700216"/>
                  </a:lnTo>
                  <a:lnTo>
                    <a:pt x="370137" y="694962"/>
                  </a:lnTo>
                  <a:lnTo>
                    <a:pt x="379878" y="689468"/>
                  </a:lnTo>
                  <a:lnTo>
                    <a:pt x="389617" y="683747"/>
                  </a:lnTo>
                  <a:lnTo>
                    <a:pt x="399358" y="677808"/>
                  </a:lnTo>
                  <a:lnTo>
                    <a:pt x="409099" y="671665"/>
                  </a:lnTo>
                  <a:lnTo>
                    <a:pt x="418839" y="665330"/>
                  </a:lnTo>
                  <a:lnTo>
                    <a:pt x="428580" y="658817"/>
                  </a:lnTo>
                  <a:lnTo>
                    <a:pt x="438321" y="652136"/>
                  </a:lnTo>
                  <a:lnTo>
                    <a:pt x="448060" y="645305"/>
                  </a:lnTo>
                  <a:lnTo>
                    <a:pt x="457801" y="638334"/>
                  </a:lnTo>
                  <a:lnTo>
                    <a:pt x="467542" y="631240"/>
                  </a:lnTo>
                  <a:lnTo>
                    <a:pt x="477281" y="624039"/>
                  </a:lnTo>
                  <a:lnTo>
                    <a:pt x="487022" y="616743"/>
                  </a:lnTo>
                  <a:lnTo>
                    <a:pt x="496763" y="609370"/>
                  </a:lnTo>
                  <a:lnTo>
                    <a:pt x="506503" y="601932"/>
                  </a:lnTo>
                  <a:lnTo>
                    <a:pt x="516244" y="594449"/>
                  </a:lnTo>
                  <a:lnTo>
                    <a:pt x="525985" y="586932"/>
                  </a:lnTo>
                  <a:lnTo>
                    <a:pt x="535724" y="579399"/>
                  </a:lnTo>
                  <a:lnTo>
                    <a:pt x="545465" y="571866"/>
                  </a:lnTo>
                  <a:lnTo>
                    <a:pt x="555206" y="564345"/>
                  </a:lnTo>
                  <a:lnTo>
                    <a:pt x="564946" y="556855"/>
                  </a:lnTo>
                  <a:lnTo>
                    <a:pt x="574687" y="549409"/>
                  </a:lnTo>
                  <a:lnTo>
                    <a:pt x="584428" y="542020"/>
                  </a:lnTo>
                  <a:lnTo>
                    <a:pt x="594167" y="534707"/>
                  </a:lnTo>
                  <a:lnTo>
                    <a:pt x="603908" y="527479"/>
                  </a:lnTo>
                  <a:lnTo>
                    <a:pt x="613649" y="520351"/>
                  </a:lnTo>
                  <a:lnTo>
                    <a:pt x="623388" y="513338"/>
                  </a:lnTo>
                  <a:lnTo>
                    <a:pt x="633129" y="506452"/>
                  </a:lnTo>
                  <a:lnTo>
                    <a:pt x="642870" y="499704"/>
                  </a:lnTo>
                  <a:lnTo>
                    <a:pt x="652610" y="493107"/>
                  </a:lnTo>
                  <a:lnTo>
                    <a:pt x="662351" y="486671"/>
                  </a:lnTo>
                  <a:lnTo>
                    <a:pt x="672092" y="480406"/>
                  </a:lnTo>
                  <a:lnTo>
                    <a:pt x="681831" y="474323"/>
                  </a:lnTo>
                  <a:lnTo>
                    <a:pt x="691572" y="468428"/>
                  </a:lnTo>
                  <a:lnTo>
                    <a:pt x="701313" y="462734"/>
                  </a:lnTo>
                  <a:lnTo>
                    <a:pt x="711052" y="457247"/>
                  </a:lnTo>
                  <a:lnTo>
                    <a:pt x="720793" y="451971"/>
                  </a:lnTo>
                  <a:lnTo>
                    <a:pt x="730534" y="446916"/>
                  </a:lnTo>
                  <a:lnTo>
                    <a:pt x="740274" y="442084"/>
                  </a:lnTo>
                  <a:lnTo>
                    <a:pt x="750015" y="437482"/>
                  </a:lnTo>
                  <a:lnTo>
                    <a:pt x="759756" y="433113"/>
                  </a:lnTo>
                  <a:lnTo>
                    <a:pt x="769495" y="428979"/>
                  </a:lnTo>
                  <a:lnTo>
                    <a:pt x="779236" y="425083"/>
                  </a:lnTo>
                  <a:lnTo>
                    <a:pt x="788977" y="421427"/>
                  </a:lnTo>
                  <a:lnTo>
                    <a:pt x="798717" y="418010"/>
                  </a:lnTo>
                  <a:lnTo>
                    <a:pt x="808458" y="414832"/>
                  </a:lnTo>
                  <a:lnTo>
                    <a:pt x="818199" y="411894"/>
                  </a:lnTo>
                  <a:lnTo>
                    <a:pt x="827938" y="409192"/>
                  </a:lnTo>
                  <a:lnTo>
                    <a:pt x="837679" y="406724"/>
                  </a:lnTo>
                  <a:lnTo>
                    <a:pt x="847420" y="404487"/>
                  </a:lnTo>
                  <a:lnTo>
                    <a:pt x="857159" y="402477"/>
                  </a:lnTo>
                  <a:lnTo>
                    <a:pt x="866900" y="400689"/>
                  </a:lnTo>
                  <a:lnTo>
                    <a:pt x="876641" y="399118"/>
                  </a:lnTo>
                  <a:lnTo>
                    <a:pt x="886381" y="397758"/>
                  </a:lnTo>
                  <a:lnTo>
                    <a:pt x="896122" y="396603"/>
                  </a:lnTo>
                  <a:lnTo>
                    <a:pt x="905863" y="395645"/>
                  </a:lnTo>
                  <a:lnTo>
                    <a:pt x="915602" y="394877"/>
                  </a:lnTo>
                  <a:lnTo>
                    <a:pt x="925343" y="394290"/>
                  </a:lnTo>
                  <a:lnTo>
                    <a:pt x="935084" y="393875"/>
                  </a:lnTo>
                  <a:lnTo>
                    <a:pt x="944824" y="393627"/>
                  </a:lnTo>
                  <a:lnTo>
                    <a:pt x="954564" y="393530"/>
                  </a:lnTo>
                  <a:lnTo>
                    <a:pt x="964305" y="393579"/>
                  </a:lnTo>
                  <a:lnTo>
                    <a:pt x="974045" y="393762"/>
                  </a:lnTo>
                  <a:lnTo>
                    <a:pt x="983786" y="394068"/>
                  </a:lnTo>
                  <a:lnTo>
                    <a:pt x="993522" y="394488"/>
                  </a:lnTo>
                  <a:lnTo>
                    <a:pt x="1003266" y="395009"/>
                  </a:lnTo>
                  <a:lnTo>
                    <a:pt x="1013010" y="395622"/>
                  </a:lnTo>
                  <a:lnTo>
                    <a:pt x="1022754" y="396314"/>
                  </a:lnTo>
                  <a:lnTo>
                    <a:pt x="1032483" y="397074"/>
                  </a:lnTo>
                  <a:lnTo>
                    <a:pt x="1042227" y="397892"/>
                  </a:lnTo>
                  <a:lnTo>
                    <a:pt x="1051971" y="398755"/>
                  </a:lnTo>
                  <a:lnTo>
                    <a:pt x="1061715" y="399652"/>
                  </a:lnTo>
                  <a:lnTo>
                    <a:pt x="1071444" y="400571"/>
                  </a:lnTo>
                  <a:lnTo>
                    <a:pt x="1081188" y="401501"/>
                  </a:lnTo>
                  <a:lnTo>
                    <a:pt x="1090932" y="402430"/>
                  </a:lnTo>
                  <a:lnTo>
                    <a:pt x="1100676" y="403350"/>
                  </a:lnTo>
                  <a:lnTo>
                    <a:pt x="1110405" y="404247"/>
                  </a:lnTo>
                  <a:lnTo>
                    <a:pt x="1120149" y="405109"/>
                  </a:lnTo>
                  <a:lnTo>
                    <a:pt x="1129893" y="405929"/>
                  </a:lnTo>
                  <a:lnTo>
                    <a:pt x="1139637" y="406693"/>
                  </a:lnTo>
                  <a:lnTo>
                    <a:pt x="1149381" y="407395"/>
                  </a:lnTo>
                  <a:lnTo>
                    <a:pt x="1159110" y="408021"/>
                  </a:lnTo>
                  <a:lnTo>
                    <a:pt x="1168854" y="408564"/>
                  </a:lnTo>
                  <a:lnTo>
                    <a:pt x="1178598" y="409014"/>
                  </a:lnTo>
                  <a:lnTo>
                    <a:pt x="1188341" y="409361"/>
                  </a:lnTo>
                  <a:lnTo>
                    <a:pt x="1198070" y="409600"/>
                  </a:lnTo>
                  <a:lnTo>
                    <a:pt x="1207814" y="409718"/>
                  </a:lnTo>
                  <a:lnTo>
                    <a:pt x="1217558" y="409710"/>
                  </a:lnTo>
                  <a:lnTo>
                    <a:pt x="1227302" y="409569"/>
                  </a:lnTo>
                  <a:lnTo>
                    <a:pt x="1237031" y="409286"/>
                  </a:lnTo>
                  <a:lnTo>
                    <a:pt x="1246775" y="408853"/>
                  </a:lnTo>
                  <a:lnTo>
                    <a:pt x="1256519" y="408268"/>
                  </a:lnTo>
                  <a:lnTo>
                    <a:pt x="1266263" y="407523"/>
                  </a:lnTo>
                  <a:lnTo>
                    <a:pt x="1276007" y="406611"/>
                  </a:lnTo>
                  <a:lnTo>
                    <a:pt x="1285736" y="405529"/>
                  </a:lnTo>
                  <a:lnTo>
                    <a:pt x="1295480" y="404272"/>
                  </a:lnTo>
                  <a:lnTo>
                    <a:pt x="1305224" y="402834"/>
                  </a:lnTo>
                  <a:lnTo>
                    <a:pt x="1314968" y="401215"/>
                  </a:lnTo>
                  <a:lnTo>
                    <a:pt x="1324697" y="399406"/>
                  </a:lnTo>
                  <a:lnTo>
                    <a:pt x="1334441" y="397410"/>
                  </a:lnTo>
                  <a:lnTo>
                    <a:pt x="1344185" y="395219"/>
                  </a:lnTo>
                  <a:lnTo>
                    <a:pt x="1353929" y="392834"/>
                  </a:lnTo>
                  <a:lnTo>
                    <a:pt x="1363658" y="390254"/>
                  </a:lnTo>
                  <a:lnTo>
                    <a:pt x="1373402" y="387475"/>
                  </a:lnTo>
                  <a:lnTo>
                    <a:pt x="1383146" y="384498"/>
                  </a:lnTo>
                  <a:lnTo>
                    <a:pt x="1392890" y="381322"/>
                  </a:lnTo>
                  <a:lnTo>
                    <a:pt x="1402619" y="377947"/>
                  </a:lnTo>
                  <a:lnTo>
                    <a:pt x="1412363" y="374373"/>
                  </a:lnTo>
                  <a:lnTo>
                    <a:pt x="1422106" y="370600"/>
                  </a:lnTo>
                  <a:lnTo>
                    <a:pt x="1431850" y="366630"/>
                  </a:lnTo>
                  <a:lnTo>
                    <a:pt x="1441594" y="362465"/>
                  </a:lnTo>
                  <a:lnTo>
                    <a:pt x="1451323" y="358106"/>
                  </a:lnTo>
                  <a:lnTo>
                    <a:pt x="1461067" y="353556"/>
                  </a:lnTo>
                  <a:lnTo>
                    <a:pt x="1470811" y="348817"/>
                  </a:lnTo>
                  <a:lnTo>
                    <a:pt x="1480555" y="343892"/>
                  </a:lnTo>
                  <a:lnTo>
                    <a:pt x="1490284" y="338787"/>
                  </a:lnTo>
                  <a:lnTo>
                    <a:pt x="1500028" y="333500"/>
                  </a:lnTo>
                  <a:lnTo>
                    <a:pt x="1509772" y="328041"/>
                  </a:lnTo>
                  <a:lnTo>
                    <a:pt x="1519516" y="322412"/>
                  </a:lnTo>
                  <a:lnTo>
                    <a:pt x="1529245" y="316618"/>
                  </a:lnTo>
                  <a:lnTo>
                    <a:pt x="1538989" y="310665"/>
                  </a:lnTo>
                  <a:lnTo>
                    <a:pt x="1548733" y="304558"/>
                  </a:lnTo>
                  <a:lnTo>
                    <a:pt x="1558477" y="298303"/>
                  </a:lnTo>
                  <a:lnTo>
                    <a:pt x="1568221" y="291907"/>
                  </a:lnTo>
                  <a:lnTo>
                    <a:pt x="1577950" y="285375"/>
                  </a:lnTo>
                  <a:lnTo>
                    <a:pt x="1587694" y="278717"/>
                  </a:lnTo>
                  <a:lnTo>
                    <a:pt x="1597438" y="271936"/>
                  </a:lnTo>
                  <a:lnTo>
                    <a:pt x="1607182" y="265045"/>
                  </a:lnTo>
                  <a:lnTo>
                    <a:pt x="1616911" y="258047"/>
                  </a:lnTo>
                  <a:lnTo>
                    <a:pt x="1626655" y="250955"/>
                  </a:lnTo>
                  <a:lnTo>
                    <a:pt x="1636399" y="243774"/>
                  </a:lnTo>
                  <a:lnTo>
                    <a:pt x="1646142" y="236514"/>
                  </a:lnTo>
                  <a:lnTo>
                    <a:pt x="1655872" y="229185"/>
                  </a:lnTo>
                  <a:lnTo>
                    <a:pt x="1665616" y="221795"/>
                  </a:lnTo>
                  <a:lnTo>
                    <a:pt x="1675359" y="214356"/>
                  </a:lnTo>
                  <a:lnTo>
                    <a:pt x="1685103" y="206875"/>
                  </a:lnTo>
                  <a:lnTo>
                    <a:pt x="1694832" y="199365"/>
                  </a:lnTo>
                  <a:lnTo>
                    <a:pt x="1704576" y="191835"/>
                  </a:lnTo>
                  <a:lnTo>
                    <a:pt x="1714320" y="184296"/>
                  </a:lnTo>
                  <a:lnTo>
                    <a:pt x="1724064" y="176760"/>
                  </a:lnTo>
                  <a:lnTo>
                    <a:pt x="1733808" y="169236"/>
                  </a:lnTo>
                  <a:lnTo>
                    <a:pt x="1743537" y="161736"/>
                  </a:lnTo>
                  <a:lnTo>
                    <a:pt x="1753281" y="154270"/>
                  </a:lnTo>
                  <a:lnTo>
                    <a:pt x="1763025" y="146853"/>
                  </a:lnTo>
                  <a:lnTo>
                    <a:pt x="1772769" y="139493"/>
                  </a:lnTo>
                  <a:lnTo>
                    <a:pt x="1782498" y="132205"/>
                  </a:lnTo>
                  <a:lnTo>
                    <a:pt x="1792242" y="124996"/>
                  </a:lnTo>
                  <a:lnTo>
                    <a:pt x="1801986" y="117882"/>
                  </a:lnTo>
                  <a:lnTo>
                    <a:pt x="1811730" y="110874"/>
                  </a:lnTo>
                  <a:lnTo>
                    <a:pt x="1821459" y="103982"/>
                  </a:lnTo>
                  <a:lnTo>
                    <a:pt x="1831203" y="97219"/>
                  </a:lnTo>
                  <a:lnTo>
                    <a:pt x="1840947" y="90595"/>
                  </a:lnTo>
                  <a:lnTo>
                    <a:pt x="1850691" y="84124"/>
                  </a:lnTo>
                  <a:lnTo>
                    <a:pt x="1860435" y="77816"/>
                  </a:lnTo>
                  <a:lnTo>
                    <a:pt x="1870164" y="71682"/>
                  </a:lnTo>
                  <a:lnTo>
                    <a:pt x="1879908" y="65733"/>
                  </a:lnTo>
                  <a:lnTo>
                    <a:pt x="1889652" y="59980"/>
                  </a:lnTo>
                  <a:lnTo>
                    <a:pt x="1899395" y="54435"/>
                  </a:lnTo>
                  <a:lnTo>
                    <a:pt x="1909124" y="49107"/>
                  </a:lnTo>
                  <a:lnTo>
                    <a:pt x="1918868" y="44007"/>
                  </a:lnTo>
                  <a:lnTo>
                    <a:pt x="1928612" y="39143"/>
                  </a:lnTo>
                  <a:lnTo>
                    <a:pt x="1938356" y="34525"/>
                  </a:lnTo>
                  <a:lnTo>
                    <a:pt x="1948085" y="30165"/>
                  </a:lnTo>
                  <a:lnTo>
                    <a:pt x="1957829" y="26069"/>
                  </a:lnTo>
                  <a:lnTo>
                    <a:pt x="1967573" y="22244"/>
                  </a:lnTo>
                  <a:lnTo>
                    <a:pt x="1977317" y="18701"/>
                  </a:lnTo>
                  <a:lnTo>
                    <a:pt x="1987046" y="15446"/>
                  </a:lnTo>
                  <a:lnTo>
                    <a:pt x="1996790" y="12485"/>
                  </a:lnTo>
                  <a:lnTo>
                    <a:pt x="2006534" y="9826"/>
                  </a:lnTo>
                  <a:lnTo>
                    <a:pt x="2016278" y="7475"/>
                  </a:lnTo>
                  <a:lnTo>
                    <a:pt x="2026022" y="5437"/>
                  </a:lnTo>
                  <a:lnTo>
                    <a:pt x="2035751" y="3714"/>
                  </a:lnTo>
                  <a:lnTo>
                    <a:pt x="2045495" y="2315"/>
                  </a:lnTo>
                  <a:lnTo>
                    <a:pt x="2055239" y="1241"/>
                  </a:lnTo>
                  <a:lnTo>
                    <a:pt x="2064983" y="496"/>
                  </a:lnTo>
                  <a:lnTo>
                    <a:pt x="2074712" y="80"/>
                  </a:lnTo>
                  <a:lnTo>
                    <a:pt x="2084456" y="0"/>
                  </a:lnTo>
                  <a:lnTo>
                    <a:pt x="2094200" y="252"/>
                  </a:lnTo>
                  <a:lnTo>
                    <a:pt x="2103944" y="839"/>
                  </a:lnTo>
                  <a:lnTo>
                    <a:pt x="2113673" y="1761"/>
                  </a:lnTo>
                  <a:lnTo>
                    <a:pt x="2123417" y="3017"/>
                  </a:lnTo>
                  <a:lnTo>
                    <a:pt x="2133161" y="4605"/>
                  </a:lnTo>
                  <a:lnTo>
                    <a:pt x="2142905" y="6524"/>
                  </a:lnTo>
                  <a:lnTo>
                    <a:pt x="2152649" y="8773"/>
                  </a:lnTo>
                  <a:lnTo>
                    <a:pt x="2162377" y="11346"/>
                  </a:lnTo>
                  <a:lnTo>
                    <a:pt x="2172121" y="14241"/>
                  </a:lnTo>
                  <a:lnTo>
                    <a:pt x="2181865" y="17451"/>
                  </a:lnTo>
                  <a:lnTo>
                    <a:pt x="2191609" y="20975"/>
                  </a:lnTo>
                  <a:lnTo>
                    <a:pt x="2201338" y="24805"/>
                  </a:lnTo>
                  <a:lnTo>
                    <a:pt x="2211082" y="28937"/>
                  </a:lnTo>
                  <a:lnTo>
                    <a:pt x="2220826" y="33360"/>
                  </a:lnTo>
                  <a:lnTo>
                    <a:pt x="2230570" y="38071"/>
                  </a:lnTo>
                  <a:lnTo>
                    <a:pt x="2240299" y="43063"/>
                  </a:lnTo>
                  <a:lnTo>
                    <a:pt x="2250043" y="48323"/>
                  </a:lnTo>
                  <a:lnTo>
                    <a:pt x="2259787" y="53846"/>
                  </a:lnTo>
                  <a:lnTo>
                    <a:pt x="2269531" y="59623"/>
                  </a:lnTo>
                  <a:lnTo>
                    <a:pt x="2279260" y="65643"/>
                  </a:lnTo>
                  <a:lnTo>
                    <a:pt x="2289004" y="71898"/>
                  </a:lnTo>
                  <a:lnTo>
                    <a:pt x="2298748" y="78376"/>
                  </a:lnTo>
                  <a:lnTo>
                    <a:pt x="2308492" y="85067"/>
                  </a:lnTo>
                  <a:lnTo>
                    <a:pt x="2318236" y="91959"/>
                  </a:lnTo>
                  <a:lnTo>
                    <a:pt x="2327965" y="99044"/>
                  </a:lnTo>
                  <a:lnTo>
                    <a:pt x="2337709" y="106309"/>
                  </a:lnTo>
                  <a:lnTo>
                    <a:pt x="2347453" y="113742"/>
                  </a:lnTo>
                  <a:lnTo>
                    <a:pt x="2357197" y="121331"/>
                  </a:lnTo>
                  <a:lnTo>
                    <a:pt x="2366926" y="129065"/>
                  </a:lnTo>
                  <a:lnTo>
                    <a:pt x="2376670" y="136931"/>
                  </a:lnTo>
                  <a:lnTo>
                    <a:pt x="2386413" y="144918"/>
                  </a:lnTo>
                  <a:lnTo>
                    <a:pt x="2396157" y="153013"/>
                  </a:lnTo>
                  <a:lnTo>
                    <a:pt x="2405886" y="161204"/>
                  </a:lnTo>
                  <a:lnTo>
                    <a:pt x="2415630" y="169479"/>
                  </a:lnTo>
                  <a:lnTo>
                    <a:pt x="2425374" y="177827"/>
                  </a:lnTo>
                  <a:lnTo>
                    <a:pt x="2435118" y="186233"/>
                  </a:lnTo>
                  <a:lnTo>
                    <a:pt x="2444862" y="194687"/>
                  </a:lnTo>
                  <a:lnTo>
                    <a:pt x="2454591" y="203176"/>
                  </a:lnTo>
                  <a:lnTo>
                    <a:pt x="2464335" y="211689"/>
                  </a:lnTo>
                  <a:lnTo>
                    <a:pt x="2474079" y="220216"/>
                  </a:lnTo>
                  <a:lnTo>
                    <a:pt x="2483823" y="228741"/>
                  </a:lnTo>
                  <a:lnTo>
                    <a:pt x="2493552" y="237257"/>
                  </a:lnTo>
                  <a:lnTo>
                    <a:pt x="2503296" y="245753"/>
                  </a:lnTo>
                  <a:lnTo>
                    <a:pt x="2513040" y="254214"/>
                  </a:lnTo>
                  <a:lnTo>
                    <a:pt x="2522784" y="262633"/>
                  </a:lnTo>
                  <a:lnTo>
                    <a:pt x="2532513" y="271001"/>
                  </a:lnTo>
                  <a:lnTo>
                    <a:pt x="2542257" y="279304"/>
                  </a:lnTo>
                  <a:lnTo>
                    <a:pt x="2552001" y="287534"/>
                  </a:lnTo>
                  <a:lnTo>
                    <a:pt x="2561745" y="295684"/>
                  </a:lnTo>
                  <a:lnTo>
                    <a:pt x="2571474" y="303741"/>
                  </a:lnTo>
                  <a:lnTo>
                    <a:pt x="2581218" y="311700"/>
                  </a:lnTo>
                  <a:lnTo>
                    <a:pt x="2590962" y="319550"/>
                  </a:lnTo>
                  <a:lnTo>
                    <a:pt x="2600705" y="327284"/>
                  </a:lnTo>
                  <a:lnTo>
                    <a:pt x="2610449" y="334896"/>
                  </a:lnTo>
                  <a:lnTo>
                    <a:pt x="2620178" y="342377"/>
                  </a:lnTo>
                  <a:lnTo>
                    <a:pt x="2629922" y="349719"/>
                  </a:lnTo>
                  <a:lnTo>
                    <a:pt x="2639666" y="356917"/>
                  </a:lnTo>
                  <a:lnTo>
                    <a:pt x="2649410" y="363966"/>
                  </a:lnTo>
                  <a:lnTo>
                    <a:pt x="2659139" y="370857"/>
                  </a:lnTo>
                  <a:lnTo>
                    <a:pt x="2668883" y="377585"/>
                  </a:lnTo>
                  <a:lnTo>
                    <a:pt x="2678627" y="384146"/>
                  </a:lnTo>
                  <a:lnTo>
                    <a:pt x="2688371" y="390535"/>
                  </a:lnTo>
                  <a:lnTo>
                    <a:pt x="2698100" y="396747"/>
                  </a:lnTo>
                  <a:lnTo>
                    <a:pt x="2707844" y="402778"/>
                  </a:lnTo>
                  <a:lnTo>
                    <a:pt x="2717588" y="408622"/>
                  </a:lnTo>
                  <a:lnTo>
                    <a:pt x="2727332" y="414278"/>
                  </a:lnTo>
                  <a:lnTo>
                    <a:pt x="2737076" y="419742"/>
                  </a:lnTo>
                  <a:lnTo>
                    <a:pt x="2746805" y="425008"/>
                  </a:lnTo>
                  <a:lnTo>
                    <a:pt x="2756549" y="430076"/>
                  </a:lnTo>
                  <a:lnTo>
                    <a:pt x="2766293" y="434942"/>
                  </a:lnTo>
                  <a:lnTo>
                    <a:pt x="2776037" y="439602"/>
                  </a:lnTo>
                  <a:lnTo>
                    <a:pt x="2785766" y="444057"/>
                  </a:lnTo>
                  <a:lnTo>
                    <a:pt x="2795510" y="448301"/>
                  </a:lnTo>
                  <a:lnTo>
                    <a:pt x="2805254" y="452335"/>
                  </a:lnTo>
                  <a:lnTo>
                    <a:pt x="2814998" y="456155"/>
                  </a:lnTo>
                  <a:lnTo>
                    <a:pt x="2824727" y="459760"/>
                  </a:lnTo>
                  <a:lnTo>
                    <a:pt x="2834471" y="463148"/>
                  </a:lnTo>
                  <a:lnTo>
                    <a:pt x="2844215" y="466320"/>
                  </a:lnTo>
                  <a:lnTo>
                    <a:pt x="2853958" y="469272"/>
                  </a:lnTo>
                  <a:lnTo>
                    <a:pt x="2863687" y="472003"/>
                  </a:lnTo>
                  <a:lnTo>
                    <a:pt x="2873431" y="474512"/>
                  </a:lnTo>
                  <a:lnTo>
                    <a:pt x="2883175" y="476799"/>
                  </a:lnTo>
                  <a:lnTo>
                    <a:pt x="2892919" y="478862"/>
                  </a:lnTo>
                  <a:lnTo>
                    <a:pt x="2902663" y="480701"/>
                  </a:lnTo>
                  <a:lnTo>
                    <a:pt x="2912392" y="48231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2" name="Freeform 701">
              <a:extLst>
                <a:ext uri="{FF2B5EF4-FFF2-40B4-BE49-F238E27FC236}">
                  <a16:creationId xmlns:a16="http://schemas.microsoft.com/office/drawing/2014/main" id="{9A583CF8-AE3A-4163-B57D-73BBFE583885}"/>
                </a:ext>
              </a:extLst>
            </p:cNvPr>
            <p:cNvSpPr/>
            <p:nvPr/>
          </p:nvSpPr>
          <p:spPr>
            <a:xfrm>
              <a:off x="576446" y="3485325"/>
              <a:ext cx="2912392" cy="306287"/>
            </a:xfrm>
            <a:custGeom>
              <a:avLst/>
              <a:gdLst>
                <a:gd name="connsiteX0" fmla="*/ 0 w 2912392"/>
                <a:gd name="connsiteY0" fmla="*/ 137275 h 306287"/>
                <a:gd name="connsiteX1" fmla="*/ 9739 w 2912392"/>
                <a:gd name="connsiteY1" fmla="*/ 142431 h 306287"/>
                <a:gd name="connsiteX2" fmla="*/ 19480 w 2912392"/>
                <a:gd name="connsiteY2" fmla="*/ 147600 h 306287"/>
                <a:gd name="connsiteX3" fmla="*/ 29221 w 2912392"/>
                <a:gd name="connsiteY3" fmla="*/ 152768 h 306287"/>
                <a:gd name="connsiteX4" fmla="*/ 38961 w 2912392"/>
                <a:gd name="connsiteY4" fmla="*/ 157926 h 306287"/>
                <a:gd name="connsiteX5" fmla="*/ 48702 w 2912392"/>
                <a:gd name="connsiteY5" fmla="*/ 163057 h 306287"/>
                <a:gd name="connsiteX6" fmla="*/ 58443 w 2912392"/>
                <a:gd name="connsiteY6" fmla="*/ 168153 h 306287"/>
                <a:gd name="connsiteX7" fmla="*/ 68182 w 2912392"/>
                <a:gd name="connsiteY7" fmla="*/ 173199 h 306287"/>
                <a:gd name="connsiteX8" fmla="*/ 77923 w 2912392"/>
                <a:gd name="connsiteY8" fmla="*/ 178184 h 306287"/>
                <a:gd name="connsiteX9" fmla="*/ 87664 w 2912392"/>
                <a:gd name="connsiteY9" fmla="*/ 183098 h 306287"/>
                <a:gd name="connsiteX10" fmla="*/ 97404 w 2912392"/>
                <a:gd name="connsiteY10" fmla="*/ 187925 h 306287"/>
                <a:gd name="connsiteX11" fmla="*/ 107145 w 2912392"/>
                <a:gd name="connsiteY11" fmla="*/ 192659 h 306287"/>
                <a:gd name="connsiteX12" fmla="*/ 116886 w 2912392"/>
                <a:gd name="connsiteY12" fmla="*/ 197285 h 306287"/>
                <a:gd name="connsiteX13" fmla="*/ 126625 w 2912392"/>
                <a:gd name="connsiteY13" fmla="*/ 201795 h 306287"/>
                <a:gd name="connsiteX14" fmla="*/ 136366 w 2912392"/>
                <a:gd name="connsiteY14" fmla="*/ 206177 h 306287"/>
                <a:gd name="connsiteX15" fmla="*/ 146107 w 2912392"/>
                <a:gd name="connsiteY15" fmla="*/ 210421 h 306287"/>
                <a:gd name="connsiteX16" fmla="*/ 155846 w 2912392"/>
                <a:gd name="connsiteY16" fmla="*/ 214520 h 306287"/>
                <a:gd name="connsiteX17" fmla="*/ 165587 w 2912392"/>
                <a:gd name="connsiteY17" fmla="*/ 218464 h 306287"/>
                <a:gd name="connsiteX18" fmla="*/ 175328 w 2912392"/>
                <a:gd name="connsiteY18" fmla="*/ 222244 h 306287"/>
                <a:gd name="connsiteX19" fmla="*/ 185068 w 2912392"/>
                <a:gd name="connsiteY19" fmla="*/ 225852 h 306287"/>
                <a:gd name="connsiteX20" fmla="*/ 194809 w 2912392"/>
                <a:gd name="connsiteY20" fmla="*/ 229282 h 306287"/>
                <a:gd name="connsiteX21" fmla="*/ 204550 w 2912392"/>
                <a:gd name="connsiteY21" fmla="*/ 232527 h 306287"/>
                <a:gd name="connsiteX22" fmla="*/ 214289 w 2912392"/>
                <a:gd name="connsiteY22" fmla="*/ 235580 h 306287"/>
                <a:gd name="connsiteX23" fmla="*/ 224030 w 2912392"/>
                <a:gd name="connsiteY23" fmla="*/ 238437 h 306287"/>
                <a:gd name="connsiteX24" fmla="*/ 233771 w 2912392"/>
                <a:gd name="connsiteY24" fmla="*/ 241094 h 306287"/>
                <a:gd name="connsiteX25" fmla="*/ 243510 w 2912392"/>
                <a:gd name="connsiteY25" fmla="*/ 243545 h 306287"/>
                <a:gd name="connsiteX26" fmla="*/ 253251 w 2912392"/>
                <a:gd name="connsiteY26" fmla="*/ 245787 h 306287"/>
                <a:gd name="connsiteX27" fmla="*/ 262992 w 2912392"/>
                <a:gd name="connsiteY27" fmla="*/ 247816 h 306287"/>
                <a:gd name="connsiteX28" fmla="*/ 272732 w 2912392"/>
                <a:gd name="connsiteY28" fmla="*/ 249632 h 306287"/>
                <a:gd name="connsiteX29" fmla="*/ 282473 w 2912392"/>
                <a:gd name="connsiteY29" fmla="*/ 251234 h 306287"/>
                <a:gd name="connsiteX30" fmla="*/ 292214 w 2912392"/>
                <a:gd name="connsiteY30" fmla="*/ 252620 h 306287"/>
                <a:gd name="connsiteX31" fmla="*/ 301953 w 2912392"/>
                <a:gd name="connsiteY31" fmla="*/ 253788 h 306287"/>
                <a:gd name="connsiteX32" fmla="*/ 311694 w 2912392"/>
                <a:gd name="connsiteY32" fmla="*/ 254741 h 306287"/>
                <a:gd name="connsiteX33" fmla="*/ 321435 w 2912392"/>
                <a:gd name="connsiteY33" fmla="*/ 255479 h 306287"/>
                <a:gd name="connsiteX34" fmla="*/ 331175 w 2912392"/>
                <a:gd name="connsiteY34" fmla="*/ 256003 h 306287"/>
                <a:gd name="connsiteX35" fmla="*/ 340916 w 2912392"/>
                <a:gd name="connsiteY35" fmla="*/ 256318 h 306287"/>
                <a:gd name="connsiteX36" fmla="*/ 350656 w 2912392"/>
                <a:gd name="connsiteY36" fmla="*/ 256423 h 306287"/>
                <a:gd name="connsiteX37" fmla="*/ 360396 w 2912392"/>
                <a:gd name="connsiteY37" fmla="*/ 256324 h 306287"/>
                <a:gd name="connsiteX38" fmla="*/ 370137 w 2912392"/>
                <a:gd name="connsiteY38" fmla="*/ 256024 h 306287"/>
                <a:gd name="connsiteX39" fmla="*/ 379878 w 2912392"/>
                <a:gd name="connsiteY39" fmla="*/ 255527 h 306287"/>
                <a:gd name="connsiteX40" fmla="*/ 389617 w 2912392"/>
                <a:gd name="connsiteY40" fmla="*/ 254838 h 306287"/>
                <a:gd name="connsiteX41" fmla="*/ 399358 w 2912392"/>
                <a:gd name="connsiteY41" fmla="*/ 253964 h 306287"/>
                <a:gd name="connsiteX42" fmla="*/ 409099 w 2912392"/>
                <a:gd name="connsiteY42" fmla="*/ 252907 h 306287"/>
                <a:gd name="connsiteX43" fmla="*/ 418839 w 2912392"/>
                <a:gd name="connsiteY43" fmla="*/ 251677 h 306287"/>
                <a:gd name="connsiteX44" fmla="*/ 428580 w 2912392"/>
                <a:gd name="connsiteY44" fmla="*/ 250278 h 306287"/>
                <a:gd name="connsiteX45" fmla="*/ 438321 w 2912392"/>
                <a:gd name="connsiteY45" fmla="*/ 248718 h 306287"/>
                <a:gd name="connsiteX46" fmla="*/ 448060 w 2912392"/>
                <a:gd name="connsiteY46" fmla="*/ 247001 h 306287"/>
                <a:gd name="connsiteX47" fmla="*/ 457801 w 2912392"/>
                <a:gd name="connsiteY47" fmla="*/ 245139 h 306287"/>
                <a:gd name="connsiteX48" fmla="*/ 467542 w 2912392"/>
                <a:gd name="connsiteY48" fmla="*/ 243135 h 306287"/>
                <a:gd name="connsiteX49" fmla="*/ 477281 w 2912392"/>
                <a:gd name="connsiteY49" fmla="*/ 240998 h 306287"/>
                <a:gd name="connsiteX50" fmla="*/ 487022 w 2912392"/>
                <a:gd name="connsiteY50" fmla="*/ 238737 h 306287"/>
                <a:gd name="connsiteX51" fmla="*/ 496763 w 2912392"/>
                <a:gd name="connsiteY51" fmla="*/ 236359 h 306287"/>
                <a:gd name="connsiteX52" fmla="*/ 506503 w 2912392"/>
                <a:gd name="connsiteY52" fmla="*/ 233871 h 306287"/>
                <a:gd name="connsiteX53" fmla="*/ 516244 w 2912392"/>
                <a:gd name="connsiteY53" fmla="*/ 231280 h 306287"/>
                <a:gd name="connsiteX54" fmla="*/ 525985 w 2912392"/>
                <a:gd name="connsiteY54" fmla="*/ 228595 h 306287"/>
                <a:gd name="connsiteX55" fmla="*/ 535724 w 2912392"/>
                <a:gd name="connsiteY55" fmla="*/ 225825 h 306287"/>
                <a:gd name="connsiteX56" fmla="*/ 545465 w 2912392"/>
                <a:gd name="connsiteY56" fmla="*/ 222977 h 306287"/>
                <a:gd name="connsiteX57" fmla="*/ 555206 w 2912392"/>
                <a:gd name="connsiteY57" fmla="*/ 220057 h 306287"/>
                <a:gd name="connsiteX58" fmla="*/ 564946 w 2912392"/>
                <a:gd name="connsiteY58" fmla="*/ 217072 h 306287"/>
                <a:gd name="connsiteX59" fmla="*/ 574687 w 2912392"/>
                <a:gd name="connsiteY59" fmla="*/ 214031 h 306287"/>
                <a:gd name="connsiteX60" fmla="*/ 584428 w 2912392"/>
                <a:gd name="connsiteY60" fmla="*/ 210941 h 306287"/>
                <a:gd name="connsiteX61" fmla="*/ 594167 w 2912392"/>
                <a:gd name="connsiteY61" fmla="*/ 207810 h 306287"/>
                <a:gd name="connsiteX62" fmla="*/ 603908 w 2912392"/>
                <a:gd name="connsiteY62" fmla="*/ 204640 h 306287"/>
                <a:gd name="connsiteX63" fmla="*/ 613649 w 2912392"/>
                <a:gd name="connsiteY63" fmla="*/ 201442 h 306287"/>
                <a:gd name="connsiteX64" fmla="*/ 623388 w 2912392"/>
                <a:gd name="connsiteY64" fmla="*/ 198219 h 306287"/>
                <a:gd name="connsiteX65" fmla="*/ 633129 w 2912392"/>
                <a:gd name="connsiteY65" fmla="*/ 194979 h 306287"/>
                <a:gd name="connsiteX66" fmla="*/ 642870 w 2912392"/>
                <a:gd name="connsiteY66" fmla="*/ 191725 h 306287"/>
                <a:gd name="connsiteX67" fmla="*/ 652610 w 2912392"/>
                <a:gd name="connsiteY67" fmla="*/ 188463 h 306287"/>
                <a:gd name="connsiteX68" fmla="*/ 662351 w 2912392"/>
                <a:gd name="connsiteY68" fmla="*/ 185199 h 306287"/>
                <a:gd name="connsiteX69" fmla="*/ 672092 w 2912392"/>
                <a:gd name="connsiteY69" fmla="*/ 181936 h 306287"/>
                <a:gd name="connsiteX70" fmla="*/ 681831 w 2912392"/>
                <a:gd name="connsiteY70" fmla="*/ 178678 h 306287"/>
                <a:gd name="connsiteX71" fmla="*/ 691572 w 2912392"/>
                <a:gd name="connsiteY71" fmla="*/ 175428 h 306287"/>
                <a:gd name="connsiteX72" fmla="*/ 701313 w 2912392"/>
                <a:gd name="connsiteY72" fmla="*/ 172192 h 306287"/>
                <a:gd name="connsiteX73" fmla="*/ 711052 w 2912392"/>
                <a:gd name="connsiteY73" fmla="*/ 168969 h 306287"/>
                <a:gd name="connsiteX74" fmla="*/ 720793 w 2912392"/>
                <a:gd name="connsiteY74" fmla="*/ 165766 h 306287"/>
                <a:gd name="connsiteX75" fmla="*/ 730534 w 2912392"/>
                <a:gd name="connsiteY75" fmla="*/ 162582 h 306287"/>
                <a:gd name="connsiteX76" fmla="*/ 740274 w 2912392"/>
                <a:gd name="connsiteY76" fmla="*/ 159421 h 306287"/>
                <a:gd name="connsiteX77" fmla="*/ 750015 w 2912392"/>
                <a:gd name="connsiteY77" fmla="*/ 156283 h 306287"/>
                <a:gd name="connsiteX78" fmla="*/ 759756 w 2912392"/>
                <a:gd name="connsiteY78" fmla="*/ 153171 h 306287"/>
                <a:gd name="connsiteX79" fmla="*/ 769495 w 2912392"/>
                <a:gd name="connsiteY79" fmla="*/ 150083 h 306287"/>
                <a:gd name="connsiteX80" fmla="*/ 779236 w 2912392"/>
                <a:gd name="connsiteY80" fmla="*/ 147022 h 306287"/>
                <a:gd name="connsiteX81" fmla="*/ 788977 w 2912392"/>
                <a:gd name="connsiteY81" fmla="*/ 143988 h 306287"/>
                <a:gd name="connsiteX82" fmla="*/ 798717 w 2912392"/>
                <a:gd name="connsiteY82" fmla="*/ 140982 h 306287"/>
                <a:gd name="connsiteX83" fmla="*/ 808458 w 2912392"/>
                <a:gd name="connsiteY83" fmla="*/ 138002 h 306287"/>
                <a:gd name="connsiteX84" fmla="*/ 818199 w 2912392"/>
                <a:gd name="connsiteY84" fmla="*/ 135049 h 306287"/>
                <a:gd name="connsiteX85" fmla="*/ 827938 w 2912392"/>
                <a:gd name="connsiteY85" fmla="*/ 132123 h 306287"/>
                <a:gd name="connsiteX86" fmla="*/ 837679 w 2912392"/>
                <a:gd name="connsiteY86" fmla="*/ 129222 h 306287"/>
                <a:gd name="connsiteX87" fmla="*/ 847420 w 2912392"/>
                <a:gd name="connsiteY87" fmla="*/ 126345 h 306287"/>
                <a:gd name="connsiteX88" fmla="*/ 857159 w 2912392"/>
                <a:gd name="connsiteY88" fmla="*/ 123492 h 306287"/>
                <a:gd name="connsiteX89" fmla="*/ 866900 w 2912392"/>
                <a:gd name="connsiteY89" fmla="*/ 120662 h 306287"/>
                <a:gd name="connsiteX90" fmla="*/ 876641 w 2912392"/>
                <a:gd name="connsiteY90" fmla="*/ 117852 h 306287"/>
                <a:gd name="connsiteX91" fmla="*/ 886381 w 2912392"/>
                <a:gd name="connsiteY91" fmla="*/ 115065 h 306287"/>
                <a:gd name="connsiteX92" fmla="*/ 896122 w 2912392"/>
                <a:gd name="connsiteY92" fmla="*/ 112294 h 306287"/>
                <a:gd name="connsiteX93" fmla="*/ 905863 w 2912392"/>
                <a:gd name="connsiteY93" fmla="*/ 109542 h 306287"/>
                <a:gd name="connsiteX94" fmla="*/ 915602 w 2912392"/>
                <a:gd name="connsiteY94" fmla="*/ 106805 h 306287"/>
                <a:gd name="connsiteX95" fmla="*/ 925343 w 2912392"/>
                <a:gd name="connsiteY95" fmla="*/ 104083 h 306287"/>
                <a:gd name="connsiteX96" fmla="*/ 935084 w 2912392"/>
                <a:gd name="connsiteY96" fmla="*/ 101374 h 306287"/>
                <a:gd name="connsiteX97" fmla="*/ 944824 w 2912392"/>
                <a:gd name="connsiteY97" fmla="*/ 98677 h 306287"/>
                <a:gd name="connsiteX98" fmla="*/ 954564 w 2912392"/>
                <a:gd name="connsiteY98" fmla="*/ 95993 h 306287"/>
                <a:gd name="connsiteX99" fmla="*/ 964305 w 2912392"/>
                <a:gd name="connsiteY99" fmla="*/ 93317 h 306287"/>
                <a:gd name="connsiteX100" fmla="*/ 974045 w 2912392"/>
                <a:gd name="connsiteY100" fmla="*/ 90651 h 306287"/>
                <a:gd name="connsiteX101" fmla="*/ 983786 w 2912392"/>
                <a:gd name="connsiteY101" fmla="*/ 87992 h 306287"/>
                <a:gd name="connsiteX102" fmla="*/ 993522 w 2912392"/>
                <a:gd name="connsiteY102" fmla="*/ 85341 h 306287"/>
                <a:gd name="connsiteX103" fmla="*/ 1003266 w 2912392"/>
                <a:gd name="connsiteY103" fmla="*/ 82697 h 306287"/>
                <a:gd name="connsiteX104" fmla="*/ 1013010 w 2912392"/>
                <a:gd name="connsiteY104" fmla="*/ 80060 h 306287"/>
                <a:gd name="connsiteX105" fmla="*/ 1022754 w 2912392"/>
                <a:gd name="connsiteY105" fmla="*/ 77429 h 306287"/>
                <a:gd name="connsiteX106" fmla="*/ 1032483 w 2912392"/>
                <a:gd name="connsiteY106" fmla="*/ 74803 h 306287"/>
                <a:gd name="connsiteX107" fmla="*/ 1042227 w 2912392"/>
                <a:gd name="connsiteY107" fmla="*/ 72184 h 306287"/>
                <a:gd name="connsiteX108" fmla="*/ 1051971 w 2912392"/>
                <a:gd name="connsiteY108" fmla="*/ 69572 h 306287"/>
                <a:gd name="connsiteX109" fmla="*/ 1061715 w 2912392"/>
                <a:gd name="connsiteY109" fmla="*/ 66969 h 306287"/>
                <a:gd name="connsiteX110" fmla="*/ 1071444 w 2912392"/>
                <a:gd name="connsiteY110" fmla="*/ 64374 h 306287"/>
                <a:gd name="connsiteX111" fmla="*/ 1081188 w 2912392"/>
                <a:gd name="connsiteY111" fmla="*/ 61788 h 306287"/>
                <a:gd name="connsiteX112" fmla="*/ 1090932 w 2912392"/>
                <a:gd name="connsiteY112" fmla="*/ 59213 h 306287"/>
                <a:gd name="connsiteX113" fmla="*/ 1100676 w 2912392"/>
                <a:gd name="connsiteY113" fmla="*/ 56650 h 306287"/>
                <a:gd name="connsiteX114" fmla="*/ 1110405 w 2912392"/>
                <a:gd name="connsiteY114" fmla="*/ 54103 h 306287"/>
                <a:gd name="connsiteX115" fmla="*/ 1120149 w 2912392"/>
                <a:gd name="connsiteY115" fmla="*/ 51571 h 306287"/>
                <a:gd name="connsiteX116" fmla="*/ 1129893 w 2912392"/>
                <a:gd name="connsiteY116" fmla="*/ 49058 h 306287"/>
                <a:gd name="connsiteX117" fmla="*/ 1139637 w 2912392"/>
                <a:gd name="connsiteY117" fmla="*/ 46565 h 306287"/>
                <a:gd name="connsiteX118" fmla="*/ 1149381 w 2912392"/>
                <a:gd name="connsiteY118" fmla="*/ 44096 h 306287"/>
                <a:gd name="connsiteX119" fmla="*/ 1159110 w 2912392"/>
                <a:gd name="connsiteY119" fmla="*/ 41655 h 306287"/>
                <a:gd name="connsiteX120" fmla="*/ 1168854 w 2912392"/>
                <a:gd name="connsiteY120" fmla="*/ 39242 h 306287"/>
                <a:gd name="connsiteX121" fmla="*/ 1178598 w 2912392"/>
                <a:gd name="connsiteY121" fmla="*/ 36863 h 306287"/>
                <a:gd name="connsiteX122" fmla="*/ 1188341 w 2912392"/>
                <a:gd name="connsiteY122" fmla="*/ 34521 h 306287"/>
                <a:gd name="connsiteX123" fmla="*/ 1198070 w 2912392"/>
                <a:gd name="connsiteY123" fmla="*/ 32218 h 306287"/>
                <a:gd name="connsiteX124" fmla="*/ 1207814 w 2912392"/>
                <a:gd name="connsiteY124" fmla="*/ 29959 h 306287"/>
                <a:gd name="connsiteX125" fmla="*/ 1217558 w 2912392"/>
                <a:gd name="connsiteY125" fmla="*/ 27748 h 306287"/>
                <a:gd name="connsiteX126" fmla="*/ 1227302 w 2912392"/>
                <a:gd name="connsiteY126" fmla="*/ 25588 h 306287"/>
                <a:gd name="connsiteX127" fmla="*/ 1237031 w 2912392"/>
                <a:gd name="connsiteY127" fmla="*/ 23485 h 306287"/>
                <a:gd name="connsiteX128" fmla="*/ 1246775 w 2912392"/>
                <a:gd name="connsiteY128" fmla="*/ 21441 h 306287"/>
                <a:gd name="connsiteX129" fmla="*/ 1256519 w 2912392"/>
                <a:gd name="connsiteY129" fmla="*/ 19464 h 306287"/>
                <a:gd name="connsiteX130" fmla="*/ 1266263 w 2912392"/>
                <a:gd name="connsiteY130" fmla="*/ 17554 h 306287"/>
                <a:gd name="connsiteX131" fmla="*/ 1276007 w 2912392"/>
                <a:gd name="connsiteY131" fmla="*/ 15718 h 306287"/>
                <a:gd name="connsiteX132" fmla="*/ 1285736 w 2912392"/>
                <a:gd name="connsiteY132" fmla="*/ 13962 h 306287"/>
                <a:gd name="connsiteX133" fmla="*/ 1295480 w 2912392"/>
                <a:gd name="connsiteY133" fmla="*/ 12287 h 306287"/>
                <a:gd name="connsiteX134" fmla="*/ 1305224 w 2912392"/>
                <a:gd name="connsiteY134" fmla="*/ 10700 h 306287"/>
                <a:gd name="connsiteX135" fmla="*/ 1314968 w 2912392"/>
                <a:gd name="connsiteY135" fmla="*/ 9206 h 306287"/>
                <a:gd name="connsiteX136" fmla="*/ 1324697 w 2912392"/>
                <a:gd name="connsiteY136" fmla="*/ 7807 h 306287"/>
                <a:gd name="connsiteX137" fmla="*/ 1334441 w 2912392"/>
                <a:gd name="connsiteY137" fmla="*/ 6509 h 306287"/>
                <a:gd name="connsiteX138" fmla="*/ 1344185 w 2912392"/>
                <a:gd name="connsiteY138" fmla="*/ 5317 h 306287"/>
                <a:gd name="connsiteX139" fmla="*/ 1353929 w 2912392"/>
                <a:gd name="connsiteY139" fmla="*/ 4234 h 306287"/>
                <a:gd name="connsiteX140" fmla="*/ 1363658 w 2912392"/>
                <a:gd name="connsiteY140" fmla="*/ 3266 h 306287"/>
                <a:gd name="connsiteX141" fmla="*/ 1373402 w 2912392"/>
                <a:gd name="connsiteY141" fmla="*/ 2415 h 306287"/>
                <a:gd name="connsiteX142" fmla="*/ 1383146 w 2912392"/>
                <a:gd name="connsiteY142" fmla="*/ 1687 h 306287"/>
                <a:gd name="connsiteX143" fmla="*/ 1392890 w 2912392"/>
                <a:gd name="connsiteY143" fmla="*/ 1083 h 306287"/>
                <a:gd name="connsiteX144" fmla="*/ 1402619 w 2912392"/>
                <a:gd name="connsiteY144" fmla="*/ 611 h 306287"/>
                <a:gd name="connsiteX145" fmla="*/ 1412363 w 2912392"/>
                <a:gd name="connsiteY145" fmla="*/ 270 h 306287"/>
                <a:gd name="connsiteX146" fmla="*/ 1422106 w 2912392"/>
                <a:gd name="connsiteY146" fmla="*/ 66 h 306287"/>
                <a:gd name="connsiteX147" fmla="*/ 1431850 w 2912392"/>
                <a:gd name="connsiteY147" fmla="*/ 0 h 306287"/>
                <a:gd name="connsiteX148" fmla="*/ 1441594 w 2912392"/>
                <a:gd name="connsiteY148" fmla="*/ 77 h 306287"/>
                <a:gd name="connsiteX149" fmla="*/ 1451323 w 2912392"/>
                <a:gd name="connsiteY149" fmla="*/ 298 h 306287"/>
                <a:gd name="connsiteX150" fmla="*/ 1461067 w 2912392"/>
                <a:gd name="connsiteY150" fmla="*/ 666 h 306287"/>
                <a:gd name="connsiteX151" fmla="*/ 1470811 w 2912392"/>
                <a:gd name="connsiteY151" fmla="*/ 1183 h 306287"/>
                <a:gd name="connsiteX152" fmla="*/ 1480555 w 2912392"/>
                <a:gd name="connsiteY152" fmla="*/ 1852 h 306287"/>
                <a:gd name="connsiteX153" fmla="*/ 1490284 w 2912392"/>
                <a:gd name="connsiteY153" fmla="*/ 2671 h 306287"/>
                <a:gd name="connsiteX154" fmla="*/ 1500028 w 2912392"/>
                <a:gd name="connsiteY154" fmla="*/ 3646 h 306287"/>
                <a:gd name="connsiteX155" fmla="*/ 1509772 w 2912392"/>
                <a:gd name="connsiteY155" fmla="*/ 4774 h 306287"/>
                <a:gd name="connsiteX156" fmla="*/ 1519516 w 2912392"/>
                <a:gd name="connsiteY156" fmla="*/ 6056 h 306287"/>
                <a:gd name="connsiteX157" fmla="*/ 1529245 w 2912392"/>
                <a:gd name="connsiteY157" fmla="*/ 7494 h 306287"/>
                <a:gd name="connsiteX158" fmla="*/ 1538989 w 2912392"/>
                <a:gd name="connsiteY158" fmla="*/ 9088 h 306287"/>
                <a:gd name="connsiteX159" fmla="*/ 1548733 w 2912392"/>
                <a:gd name="connsiteY159" fmla="*/ 10837 h 306287"/>
                <a:gd name="connsiteX160" fmla="*/ 1558477 w 2912392"/>
                <a:gd name="connsiteY160" fmla="*/ 12740 h 306287"/>
                <a:gd name="connsiteX161" fmla="*/ 1568221 w 2912392"/>
                <a:gd name="connsiteY161" fmla="*/ 14798 h 306287"/>
                <a:gd name="connsiteX162" fmla="*/ 1577950 w 2912392"/>
                <a:gd name="connsiteY162" fmla="*/ 17006 h 306287"/>
                <a:gd name="connsiteX163" fmla="*/ 1587694 w 2912392"/>
                <a:gd name="connsiteY163" fmla="*/ 19366 h 306287"/>
                <a:gd name="connsiteX164" fmla="*/ 1597438 w 2912392"/>
                <a:gd name="connsiteY164" fmla="*/ 21875 h 306287"/>
                <a:gd name="connsiteX165" fmla="*/ 1607182 w 2912392"/>
                <a:gd name="connsiteY165" fmla="*/ 24528 h 306287"/>
                <a:gd name="connsiteX166" fmla="*/ 1616911 w 2912392"/>
                <a:gd name="connsiteY166" fmla="*/ 27328 h 306287"/>
                <a:gd name="connsiteX167" fmla="*/ 1626655 w 2912392"/>
                <a:gd name="connsiteY167" fmla="*/ 30267 h 306287"/>
                <a:gd name="connsiteX168" fmla="*/ 1636399 w 2912392"/>
                <a:gd name="connsiteY168" fmla="*/ 33347 h 306287"/>
                <a:gd name="connsiteX169" fmla="*/ 1646142 w 2912392"/>
                <a:gd name="connsiteY169" fmla="*/ 36559 h 306287"/>
                <a:gd name="connsiteX170" fmla="*/ 1655872 w 2912392"/>
                <a:gd name="connsiteY170" fmla="*/ 39904 h 306287"/>
                <a:gd name="connsiteX171" fmla="*/ 1665616 w 2912392"/>
                <a:gd name="connsiteY171" fmla="*/ 43377 h 306287"/>
                <a:gd name="connsiteX172" fmla="*/ 1675359 w 2912392"/>
                <a:gd name="connsiteY172" fmla="*/ 46972 h 306287"/>
                <a:gd name="connsiteX173" fmla="*/ 1685103 w 2912392"/>
                <a:gd name="connsiteY173" fmla="*/ 50686 h 306287"/>
                <a:gd name="connsiteX174" fmla="*/ 1694832 w 2912392"/>
                <a:gd name="connsiteY174" fmla="*/ 54514 h 306287"/>
                <a:gd name="connsiteX175" fmla="*/ 1704576 w 2912392"/>
                <a:gd name="connsiteY175" fmla="*/ 58453 h 306287"/>
                <a:gd name="connsiteX176" fmla="*/ 1714320 w 2912392"/>
                <a:gd name="connsiteY176" fmla="*/ 62495 h 306287"/>
                <a:gd name="connsiteX177" fmla="*/ 1724064 w 2912392"/>
                <a:gd name="connsiteY177" fmla="*/ 66637 h 306287"/>
                <a:gd name="connsiteX178" fmla="*/ 1733808 w 2912392"/>
                <a:gd name="connsiteY178" fmla="*/ 70873 h 306287"/>
                <a:gd name="connsiteX179" fmla="*/ 1743537 w 2912392"/>
                <a:gd name="connsiteY179" fmla="*/ 75198 h 306287"/>
                <a:gd name="connsiteX180" fmla="*/ 1753281 w 2912392"/>
                <a:gd name="connsiteY180" fmla="*/ 79605 h 306287"/>
                <a:gd name="connsiteX181" fmla="*/ 1763025 w 2912392"/>
                <a:gd name="connsiteY181" fmla="*/ 84090 h 306287"/>
                <a:gd name="connsiteX182" fmla="*/ 1772769 w 2912392"/>
                <a:gd name="connsiteY182" fmla="*/ 88647 h 306287"/>
                <a:gd name="connsiteX183" fmla="*/ 1782498 w 2912392"/>
                <a:gd name="connsiteY183" fmla="*/ 93269 h 306287"/>
                <a:gd name="connsiteX184" fmla="*/ 1792242 w 2912392"/>
                <a:gd name="connsiteY184" fmla="*/ 97950 h 306287"/>
                <a:gd name="connsiteX185" fmla="*/ 1801986 w 2912392"/>
                <a:gd name="connsiteY185" fmla="*/ 102685 h 306287"/>
                <a:gd name="connsiteX186" fmla="*/ 1811730 w 2912392"/>
                <a:gd name="connsiteY186" fmla="*/ 107468 h 306287"/>
                <a:gd name="connsiteX187" fmla="*/ 1821459 w 2912392"/>
                <a:gd name="connsiteY187" fmla="*/ 112291 h 306287"/>
                <a:gd name="connsiteX188" fmla="*/ 1831203 w 2912392"/>
                <a:gd name="connsiteY188" fmla="*/ 117149 h 306287"/>
                <a:gd name="connsiteX189" fmla="*/ 1840947 w 2912392"/>
                <a:gd name="connsiteY189" fmla="*/ 122038 h 306287"/>
                <a:gd name="connsiteX190" fmla="*/ 1850691 w 2912392"/>
                <a:gd name="connsiteY190" fmla="*/ 126948 h 306287"/>
                <a:gd name="connsiteX191" fmla="*/ 1860435 w 2912392"/>
                <a:gd name="connsiteY191" fmla="*/ 131877 h 306287"/>
                <a:gd name="connsiteX192" fmla="*/ 1870164 w 2912392"/>
                <a:gd name="connsiteY192" fmla="*/ 136816 h 306287"/>
                <a:gd name="connsiteX193" fmla="*/ 1879908 w 2912392"/>
                <a:gd name="connsiteY193" fmla="*/ 141761 h 306287"/>
                <a:gd name="connsiteX194" fmla="*/ 1889652 w 2912392"/>
                <a:gd name="connsiteY194" fmla="*/ 146704 h 306287"/>
                <a:gd name="connsiteX195" fmla="*/ 1899395 w 2912392"/>
                <a:gd name="connsiteY195" fmla="*/ 151643 h 306287"/>
                <a:gd name="connsiteX196" fmla="*/ 1909124 w 2912392"/>
                <a:gd name="connsiteY196" fmla="*/ 156569 h 306287"/>
                <a:gd name="connsiteX197" fmla="*/ 1918868 w 2912392"/>
                <a:gd name="connsiteY197" fmla="*/ 161477 h 306287"/>
                <a:gd name="connsiteX198" fmla="*/ 1928612 w 2912392"/>
                <a:gd name="connsiteY198" fmla="*/ 166362 h 306287"/>
                <a:gd name="connsiteX199" fmla="*/ 1938356 w 2912392"/>
                <a:gd name="connsiteY199" fmla="*/ 171221 h 306287"/>
                <a:gd name="connsiteX200" fmla="*/ 1948085 w 2912392"/>
                <a:gd name="connsiteY200" fmla="*/ 176045 h 306287"/>
                <a:gd name="connsiteX201" fmla="*/ 1957829 w 2912392"/>
                <a:gd name="connsiteY201" fmla="*/ 180830 h 306287"/>
                <a:gd name="connsiteX202" fmla="*/ 1967573 w 2912392"/>
                <a:gd name="connsiteY202" fmla="*/ 185574 h 306287"/>
                <a:gd name="connsiteX203" fmla="*/ 1977317 w 2912392"/>
                <a:gd name="connsiteY203" fmla="*/ 190270 h 306287"/>
                <a:gd name="connsiteX204" fmla="*/ 1987046 w 2912392"/>
                <a:gd name="connsiteY204" fmla="*/ 194914 h 306287"/>
                <a:gd name="connsiteX205" fmla="*/ 1996790 w 2912392"/>
                <a:gd name="connsiteY205" fmla="*/ 199502 h 306287"/>
                <a:gd name="connsiteX206" fmla="*/ 2006534 w 2912392"/>
                <a:gd name="connsiteY206" fmla="*/ 204030 h 306287"/>
                <a:gd name="connsiteX207" fmla="*/ 2016278 w 2912392"/>
                <a:gd name="connsiteY207" fmla="*/ 208492 h 306287"/>
                <a:gd name="connsiteX208" fmla="*/ 2026022 w 2912392"/>
                <a:gd name="connsiteY208" fmla="*/ 212886 h 306287"/>
                <a:gd name="connsiteX209" fmla="*/ 2035751 w 2912392"/>
                <a:gd name="connsiteY209" fmla="*/ 217209 h 306287"/>
                <a:gd name="connsiteX210" fmla="*/ 2045495 w 2912392"/>
                <a:gd name="connsiteY210" fmla="*/ 221455 h 306287"/>
                <a:gd name="connsiteX211" fmla="*/ 2055239 w 2912392"/>
                <a:gd name="connsiteY211" fmla="*/ 225624 h 306287"/>
                <a:gd name="connsiteX212" fmla="*/ 2064983 w 2912392"/>
                <a:gd name="connsiteY212" fmla="*/ 229711 h 306287"/>
                <a:gd name="connsiteX213" fmla="*/ 2074712 w 2912392"/>
                <a:gd name="connsiteY213" fmla="*/ 233713 h 306287"/>
                <a:gd name="connsiteX214" fmla="*/ 2084456 w 2912392"/>
                <a:gd name="connsiteY214" fmla="*/ 237627 h 306287"/>
                <a:gd name="connsiteX215" fmla="*/ 2094200 w 2912392"/>
                <a:gd name="connsiteY215" fmla="*/ 241450 h 306287"/>
                <a:gd name="connsiteX216" fmla="*/ 2103944 w 2912392"/>
                <a:gd name="connsiteY216" fmla="*/ 245181 h 306287"/>
                <a:gd name="connsiteX217" fmla="*/ 2113673 w 2912392"/>
                <a:gd name="connsiteY217" fmla="*/ 248816 h 306287"/>
                <a:gd name="connsiteX218" fmla="*/ 2123417 w 2912392"/>
                <a:gd name="connsiteY218" fmla="*/ 252355 h 306287"/>
                <a:gd name="connsiteX219" fmla="*/ 2133161 w 2912392"/>
                <a:gd name="connsiteY219" fmla="*/ 255793 h 306287"/>
                <a:gd name="connsiteX220" fmla="*/ 2142905 w 2912392"/>
                <a:gd name="connsiteY220" fmla="*/ 259131 h 306287"/>
                <a:gd name="connsiteX221" fmla="*/ 2152649 w 2912392"/>
                <a:gd name="connsiteY221" fmla="*/ 262364 h 306287"/>
                <a:gd name="connsiteX222" fmla="*/ 2162377 w 2912392"/>
                <a:gd name="connsiteY222" fmla="*/ 265492 h 306287"/>
                <a:gd name="connsiteX223" fmla="*/ 2172121 w 2912392"/>
                <a:gd name="connsiteY223" fmla="*/ 268514 h 306287"/>
                <a:gd name="connsiteX224" fmla="*/ 2181865 w 2912392"/>
                <a:gd name="connsiteY224" fmla="*/ 271428 h 306287"/>
                <a:gd name="connsiteX225" fmla="*/ 2191609 w 2912392"/>
                <a:gd name="connsiteY225" fmla="*/ 274232 h 306287"/>
                <a:gd name="connsiteX226" fmla="*/ 2201338 w 2912392"/>
                <a:gd name="connsiteY226" fmla="*/ 276924 h 306287"/>
                <a:gd name="connsiteX227" fmla="*/ 2211082 w 2912392"/>
                <a:gd name="connsiteY227" fmla="*/ 279505 h 306287"/>
                <a:gd name="connsiteX228" fmla="*/ 2220826 w 2912392"/>
                <a:gd name="connsiteY228" fmla="*/ 281974 h 306287"/>
                <a:gd name="connsiteX229" fmla="*/ 2230570 w 2912392"/>
                <a:gd name="connsiteY229" fmla="*/ 284326 h 306287"/>
                <a:gd name="connsiteX230" fmla="*/ 2240299 w 2912392"/>
                <a:gd name="connsiteY230" fmla="*/ 286564 h 306287"/>
                <a:gd name="connsiteX231" fmla="*/ 2250043 w 2912392"/>
                <a:gd name="connsiteY231" fmla="*/ 288684 h 306287"/>
                <a:gd name="connsiteX232" fmla="*/ 2259787 w 2912392"/>
                <a:gd name="connsiteY232" fmla="*/ 290688 h 306287"/>
                <a:gd name="connsiteX233" fmla="*/ 2269531 w 2912392"/>
                <a:gd name="connsiteY233" fmla="*/ 292574 h 306287"/>
                <a:gd name="connsiteX234" fmla="*/ 2279260 w 2912392"/>
                <a:gd name="connsiteY234" fmla="*/ 294341 h 306287"/>
                <a:gd name="connsiteX235" fmla="*/ 2289004 w 2912392"/>
                <a:gd name="connsiteY235" fmla="*/ 295989 h 306287"/>
                <a:gd name="connsiteX236" fmla="*/ 2298748 w 2912392"/>
                <a:gd name="connsiteY236" fmla="*/ 297516 h 306287"/>
                <a:gd name="connsiteX237" fmla="*/ 2308492 w 2912392"/>
                <a:gd name="connsiteY237" fmla="*/ 298923 h 306287"/>
                <a:gd name="connsiteX238" fmla="*/ 2318236 w 2912392"/>
                <a:gd name="connsiteY238" fmla="*/ 300209 h 306287"/>
                <a:gd name="connsiteX239" fmla="*/ 2327965 w 2912392"/>
                <a:gd name="connsiteY239" fmla="*/ 301372 h 306287"/>
                <a:gd name="connsiteX240" fmla="*/ 2337709 w 2912392"/>
                <a:gd name="connsiteY240" fmla="*/ 302414 h 306287"/>
                <a:gd name="connsiteX241" fmla="*/ 2347453 w 2912392"/>
                <a:gd name="connsiteY241" fmla="*/ 303331 h 306287"/>
                <a:gd name="connsiteX242" fmla="*/ 2357197 w 2912392"/>
                <a:gd name="connsiteY242" fmla="*/ 304125 h 306287"/>
                <a:gd name="connsiteX243" fmla="*/ 2366926 w 2912392"/>
                <a:gd name="connsiteY243" fmla="*/ 304797 h 306287"/>
                <a:gd name="connsiteX244" fmla="*/ 2376670 w 2912392"/>
                <a:gd name="connsiteY244" fmla="*/ 305344 h 306287"/>
                <a:gd name="connsiteX245" fmla="*/ 2386413 w 2912392"/>
                <a:gd name="connsiteY245" fmla="*/ 305767 h 306287"/>
                <a:gd name="connsiteX246" fmla="*/ 2396157 w 2912392"/>
                <a:gd name="connsiteY246" fmla="*/ 306065 h 306287"/>
                <a:gd name="connsiteX247" fmla="*/ 2405886 w 2912392"/>
                <a:gd name="connsiteY247" fmla="*/ 306238 h 306287"/>
                <a:gd name="connsiteX248" fmla="*/ 2415630 w 2912392"/>
                <a:gd name="connsiteY248" fmla="*/ 306287 h 306287"/>
                <a:gd name="connsiteX249" fmla="*/ 2425374 w 2912392"/>
                <a:gd name="connsiteY249" fmla="*/ 306210 h 306287"/>
                <a:gd name="connsiteX250" fmla="*/ 2435118 w 2912392"/>
                <a:gd name="connsiteY250" fmla="*/ 306009 h 306287"/>
                <a:gd name="connsiteX251" fmla="*/ 2444862 w 2912392"/>
                <a:gd name="connsiteY251" fmla="*/ 305681 h 306287"/>
                <a:gd name="connsiteX252" fmla="*/ 2454591 w 2912392"/>
                <a:gd name="connsiteY252" fmla="*/ 305228 h 306287"/>
                <a:gd name="connsiteX253" fmla="*/ 2464335 w 2912392"/>
                <a:gd name="connsiteY253" fmla="*/ 304648 h 306287"/>
                <a:gd name="connsiteX254" fmla="*/ 2474079 w 2912392"/>
                <a:gd name="connsiteY254" fmla="*/ 303945 h 306287"/>
                <a:gd name="connsiteX255" fmla="*/ 2483823 w 2912392"/>
                <a:gd name="connsiteY255" fmla="*/ 303117 h 306287"/>
                <a:gd name="connsiteX256" fmla="*/ 2493552 w 2912392"/>
                <a:gd name="connsiteY256" fmla="*/ 302162 h 306287"/>
                <a:gd name="connsiteX257" fmla="*/ 2503296 w 2912392"/>
                <a:gd name="connsiteY257" fmla="*/ 301083 h 306287"/>
                <a:gd name="connsiteX258" fmla="*/ 2513040 w 2912392"/>
                <a:gd name="connsiteY258" fmla="*/ 299879 h 306287"/>
                <a:gd name="connsiteX259" fmla="*/ 2522784 w 2912392"/>
                <a:gd name="connsiteY259" fmla="*/ 298550 h 306287"/>
                <a:gd name="connsiteX260" fmla="*/ 2532513 w 2912392"/>
                <a:gd name="connsiteY260" fmla="*/ 297099 h 306287"/>
                <a:gd name="connsiteX261" fmla="*/ 2542257 w 2912392"/>
                <a:gd name="connsiteY261" fmla="*/ 295523 h 306287"/>
                <a:gd name="connsiteX262" fmla="*/ 2552001 w 2912392"/>
                <a:gd name="connsiteY262" fmla="*/ 293824 h 306287"/>
                <a:gd name="connsiteX263" fmla="*/ 2561745 w 2912392"/>
                <a:gd name="connsiteY263" fmla="*/ 292004 h 306287"/>
                <a:gd name="connsiteX264" fmla="*/ 2571474 w 2912392"/>
                <a:gd name="connsiteY264" fmla="*/ 290061 h 306287"/>
                <a:gd name="connsiteX265" fmla="*/ 2581218 w 2912392"/>
                <a:gd name="connsiteY265" fmla="*/ 287997 h 306287"/>
                <a:gd name="connsiteX266" fmla="*/ 2590962 w 2912392"/>
                <a:gd name="connsiteY266" fmla="*/ 285813 h 306287"/>
                <a:gd name="connsiteX267" fmla="*/ 2600705 w 2912392"/>
                <a:gd name="connsiteY267" fmla="*/ 283510 h 306287"/>
                <a:gd name="connsiteX268" fmla="*/ 2610449 w 2912392"/>
                <a:gd name="connsiteY268" fmla="*/ 281087 h 306287"/>
                <a:gd name="connsiteX269" fmla="*/ 2620178 w 2912392"/>
                <a:gd name="connsiteY269" fmla="*/ 278548 h 306287"/>
                <a:gd name="connsiteX270" fmla="*/ 2629922 w 2912392"/>
                <a:gd name="connsiteY270" fmla="*/ 275893 h 306287"/>
                <a:gd name="connsiteX271" fmla="*/ 2639666 w 2912392"/>
                <a:gd name="connsiteY271" fmla="*/ 273122 h 306287"/>
                <a:gd name="connsiteX272" fmla="*/ 2649410 w 2912392"/>
                <a:gd name="connsiteY272" fmla="*/ 270239 h 306287"/>
                <a:gd name="connsiteX273" fmla="*/ 2659139 w 2912392"/>
                <a:gd name="connsiteY273" fmla="*/ 267242 h 306287"/>
                <a:gd name="connsiteX274" fmla="*/ 2668883 w 2912392"/>
                <a:gd name="connsiteY274" fmla="*/ 264135 h 306287"/>
                <a:gd name="connsiteX275" fmla="*/ 2678627 w 2912392"/>
                <a:gd name="connsiteY275" fmla="*/ 260918 h 306287"/>
                <a:gd name="connsiteX276" fmla="*/ 2688371 w 2912392"/>
                <a:gd name="connsiteY276" fmla="*/ 257595 h 306287"/>
                <a:gd name="connsiteX277" fmla="*/ 2698100 w 2912392"/>
                <a:gd name="connsiteY277" fmla="*/ 254165 h 306287"/>
                <a:gd name="connsiteX278" fmla="*/ 2707844 w 2912392"/>
                <a:gd name="connsiteY278" fmla="*/ 250631 h 306287"/>
                <a:gd name="connsiteX279" fmla="*/ 2717588 w 2912392"/>
                <a:gd name="connsiteY279" fmla="*/ 246995 h 306287"/>
                <a:gd name="connsiteX280" fmla="*/ 2727332 w 2912392"/>
                <a:gd name="connsiteY280" fmla="*/ 243260 h 306287"/>
                <a:gd name="connsiteX281" fmla="*/ 2737076 w 2912392"/>
                <a:gd name="connsiteY281" fmla="*/ 239427 h 306287"/>
                <a:gd name="connsiteX282" fmla="*/ 2746805 w 2912392"/>
                <a:gd name="connsiteY282" fmla="*/ 235499 h 306287"/>
                <a:gd name="connsiteX283" fmla="*/ 2756549 w 2912392"/>
                <a:gd name="connsiteY283" fmla="*/ 231478 h 306287"/>
                <a:gd name="connsiteX284" fmla="*/ 2766293 w 2912392"/>
                <a:gd name="connsiteY284" fmla="*/ 227367 h 306287"/>
                <a:gd name="connsiteX285" fmla="*/ 2776037 w 2912392"/>
                <a:gd name="connsiteY285" fmla="*/ 223169 h 306287"/>
                <a:gd name="connsiteX286" fmla="*/ 2785766 w 2912392"/>
                <a:gd name="connsiteY286" fmla="*/ 218885 h 306287"/>
                <a:gd name="connsiteX287" fmla="*/ 2795510 w 2912392"/>
                <a:gd name="connsiteY287" fmla="*/ 214522 h 306287"/>
                <a:gd name="connsiteX288" fmla="*/ 2805254 w 2912392"/>
                <a:gd name="connsiteY288" fmla="*/ 210079 h 306287"/>
                <a:gd name="connsiteX289" fmla="*/ 2814998 w 2912392"/>
                <a:gd name="connsiteY289" fmla="*/ 205560 h 306287"/>
                <a:gd name="connsiteX290" fmla="*/ 2824727 w 2912392"/>
                <a:gd name="connsiteY290" fmla="*/ 200968 h 306287"/>
                <a:gd name="connsiteX291" fmla="*/ 2834471 w 2912392"/>
                <a:gd name="connsiteY291" fmla="*/ 196309 h 306287"/>
                <a:gd name="connsiteX292" fmla="*/ 2844215 w 2912392"/>
                <a:gd name="connsiteY292" fmla="*/ 191585 h 306287"/>
                <a:gd name="connsiteX293" fmla="*/ 2853958 w 2912392"/>
                <a:gd name="connsiteY293" fmla="*/ 186799 h 306287"/>
                <a:gd name="connsiteX294" fmla="*/ 2863687 w 2912392"/>
                <a:gd name="connsiteY294" fmla="*/ 181955 h 306287"/>
                <a:gd name="connsiteX295" fmla="*/ 2873431 w 2912392"/>
                <a:gd name="connsiteY295" fmla="*/ 177058 h 306287"/>
                <a:gd name="connsiteX296" fmla="*/ 2883175 w 2912392"/>
                <a:gd name="connsiteY296" fmla="*/ 172113 h 306287"/>
                <a:gd name="connsiteX297" fmla="*/ 2892919 w 2912392"/>
                <a:gd name="connsiteY297" fmla="*/ 167122 h 306287"/>
                <a:gd name="connsiteX298" fmla="*/ 2902663 w 2912392"/>
                <a:gd name="connsiteY298" fmla="*/ 162089 h 306287"/>
                <a:gd name="connsiteX299" fmla="*/ 2912392 w 2912392"/>
                <a:gd name="connsiteY299" fmla="*/ 157022 h 306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06287">
                  <a:moveTo>
                    <a:pt x="0" y="137275"/>
                  </a:moveTo>
                  <a:lnTo>
                    <a:pt x="9739" y="142431"/>
                  </a:lnTo>
                  <a:lnTo>
                    <a:pt x="19480" y="147600"/>
                  </a:lnTo>
                  <a:lnTo>
                    <a:pt x="29221" y="152768"/>
                  </a:lnTo>
                  <a:lnTo>
                    <a:pt x="38961" y="157926"/>
                  </a:lnTo>
                  <a:lnTo>
                    <a:pt x="48702" y="163057"/>
                  </a:lnTo>
                  <a:lnTo>
                    <a:pt x="58443" y="168153"/>
                  </a:lnTo>
                  <a:lnTo>
                    <a:pt x="68182" y="173199"/>
                  </a:lnTo>
                  <a:lnTo>
                    <a:pt x="77923" y="178184"/>
                  </a:lnTo>
                  <a:lnTo>
                    <a:pt x="87664" y="183098"/>
                  </a:lnTo>
                  <a:lnTo>
                    <a:pt x="97404" y="187925"/>
                  </a:lnTo>
                  <a:lnTo>
                    <a:pt x="107145" y="192659"/>
                  </a:lnTo>
                  <a:lnTo>
                    <a:pt x="116886" y="197285"/>
                  </a:lnTo>
                  <a:lnTo>
                    <a:pt x="126625" y="201795"/>
                  </a:lnTo>
                  <a:lnTo>
                    <a:pt x="136366" y="206177"/>
                  </a:lnTo>
                  <a:lnTo>
                    <a:pt x="146107" y="210421"/>
                  </a:lnTo>
                  <a:lnTo>
                    <a:pt x="155846" y="214520"/>
                  </a:lnTo>
                  <a:lnTo>
                    <a:pt x="165587" y="218464"/>
                  </a:lnTo>
                  <a:lnTo>
                    <a:pt x="175328" y="222244"/>
                  </a:lnTo>
                  <a:lnTo>
                    <a:pt x="185068" y="225852"/>
                  </a:lnTo>
                  <a:lnTo>
                    <a:pt x="194809" y="229282"/>
                  </a:lnTo>
                  <a:lnTo>
                    <a:pt x="204550" y="232527"/>
                  </a:lnTo>
                  <a:lnTo>
                    <a:pt x="214289" y="235580"/>
                  </a:lnTo>
                  <a:lnTo>
                    <a:pt x="224030" y="238437"/>
                  </a:lnTo>
                  <a:lnTo>
                    <a:pt x="233771" y="241094"/>
                  </a:lnTo>
                  <a:lnTo>
                    <a:pt x="243510" y="243545"/>
                  </a:lnTo>
                  <a:lnTo>
                    <a:pt x="253251" y="245787"/>
                  </a:lnTo>
                  <a:lnTo>
                    <a:pt x="262992" y="247816"/>
                  </a:lnTo>
                  <a:lnTo>
                    <a:pt x="272732" y="249632"/>
                  </a:lnTo>
                  <a:lnTo>
                    <a:pt x="282473" y="251234"/>
                  </a:lnTo>
                  <a:lnTo>
                    <a:pt x="292214" y="252620"/>
                  </a:lnTo>
                  <a:lnTo>
                    <a:pt x="301953" y="253788"/>
                  </a:lnTo>
                  <a:lnTo>
                    <a:pt x="311694" y="254741"/>
                  </a:lnTo>
                  <a:lnTo>
                    <a:pt x="321435" y="255479"/>
                  </a:lnTo>
                  <a:lnTo>
                    <a:pt x="331175" y="256003"/>
                  </a:lnTo>
                  <a:lnTo>
                    <a:pt x="340916" y="256318"/>
                  </a:lnTo>
                  <a:lnTo>
                    <a:pt x="350656" y="256423"/>
                  </a:lnTo>
                  <a:lnTo>
                    <a:pt x="360396" y="256324"/>
                  </a:lnTo>
                  <a:lnTo>
                    <a:pt x="370137" y="256024"/>
                  </a:lnTo>
                  <a:lnTo>
                    <a:pt x="379878" y="255527"/>
                  </a:lnTo>
                  <a:lnTo>
                    <a:pt x="389617" y="254838"/>
                  </a:lnTo>
                  <a:lnTo>
                    <a:pt x="399358" y="253964"/>
                  </a:lnTo>
                  <a:lnTo>
                    <a:pt x="409099" y="252907"/>
                  </a:lnTo>
                  <a:lnTo>
                    <a:pt x="418839" y="251677"/>
                  </a:lnTo>
                  <a:lnTo>
                    <a:pt x="428580" y="250278"/>
                  </a:lnTo>
                  <a:lnTo>
                    <a:pt x="438321" y="248718"/>
                  </a:lnTo>
                  <a:lnTo>
                    <a:pt x="448060" y="247001"/>
                  </a:lnTo>
                  <a:lnTo>
                    <a:pt x="457801" y="245139"/>
                  </a:lnTo>
                  <a:lnTo>
                    <a:pt x="467542" y="243135"/>
                  </a:lnTo>
                  <a:lnTo>
                    <a:pt x="477281" y="240998"/>
                  </a:lnTo>
                  <a:lnTo>
                    <a:pt x="487022" y="238737"/>
                  </a:lnTo>
                  <a:lnTo>
                    <a:pt x="496763" y="236359"/>
                  </a:lnTo>
                  <a:lnTo>
                    <a:pt x="506503" y="233871"/>
                  </a:lnTo>
                  <a:lnTo>
                    <a:pt x="516244" y="231280"/>
                  </a:lnTo>
                  <a:lnTo>
                    <a:pt x="525985" y="228595"/>
                  </a:lnTo>
                  <a:lnTo>
                    <a:pt x="535724" y="225825"/>
                  </a:lnTo>
                  <a:lnTo>
                    <a:pt x="545465" y="222977"/>
                  </a:lnTo>
                  <a:lnTo>
                    <a:pt x="555206" y="220057"/>
                  </a:lnTo>
                  <a:lnTo>
                    <a:pt x="564946" y="217072"/>
                  </a:lnTo>
                  <a:lnTo>
                    <a:pt x="574687" y="214031"/>
                  </a:lnTo>
                  <a:lnTo>
                    <a:pt x="584428" y="210941"/>
                  </a:lnTo>
                  <a:lnTo>
                    <a:pt x="594167" y="207810"/>
                  </a:lnTo>
                  <a:lnTo>
                    <a:pt x="603908" y="204640"/>
                  </a:lnTo>
                  <a:lnTo>
                    <a:pt x="613649" y="201442"/>
                  </a:lnTo>
                  <a:lnTo>
                    <a:pt x="623388" y="198219"/>
                  </a:lnTo>
                  <a:lnTo>
                    <a:pt x="633129" y="194979"/>
                  </a:lnTo>
                  <a:lnTo>
                    <a:pt x="642870" y="191725"/>
                  </a:lnTo>
                  <a:lnTo>
                    <a:pt x="652610" y="188463"/>
                  </a:lnTo>
                  <a:lnTo>
                    <a:pt x="662351" y="185199"/>
                  </a:lnTo>
                  <a:lnTo>
                    <a:pt x="672092" y="181936"/>
                  </a:lnTo>
                  <a:lnTo>
                    <a:pt x="681831" y="178678"/>
                  </a:lnTo>
                  <a:lnTo>
                    <a:pt x="691572" y="175428"/>
                  </a:lnTo>
                  <a:lnTo>
                    <a:pt x="701313" y="172192"/>
                  </a:lnTo>
                  <a:lnTo>
                    <a:pt x="711052" y="168969"/>
                  </a:lnTo>
                  <a:lnTo>
                    <a:pt x="720793" y="165766"/>
                  </a:lnTo>
                  <a:lnTo>
                    <a:pt x="730534" y="162582"/>
                  </a:lnTo>
                  <a:lnTo>
                    <a:pt x="740274" y="159421"/>
                  </a:lnTo>
                  <a:lnTo>
                    <a:pt x="750015" y="156283"/>
                  </a:lnTo>
                  <a:lnTo>
                    <a:pt x="759756" y="153171"/>
                  </a:lnTo>
                  <a:lnTo>
                    <a:pt x="769495" y="150083"/>
                  </a:lnTo>
                  <a:lnTo>
                    <a:pt x="779236" y="147022"/>
                  </a:lnTo>
                  <a:lnTo>
                    <a:pt x="788977" y="143988"/>
                  </a:lnTo>
                  <a:lnTo>
                    <a:pt x="798717" y="140982"/>
                  </a:lnTo>
                  <a:lnTo>
                    <a:pt x="808458" y="138002"/>
                  </a:lnTo>
                  <a:lnTo>
                    <a:pt x="818199" y="135049"/>
                  </a:lnTo>
                  <a:lnTo>
                    <a:pt x="827938" y="132123"/>
                  </a:lnTo>
                  <a:lnTo>
                    <a:pt x="837679" y="129222"/>
                  </a:lnTo>
                  <a:lnTo>
                    <a:pt x="847420" y="126345"/>
                  </a:lnTo>
                  <a:lnTo>
                    <a:pt x="857159" y="123492"/>
                  </a:lnTo>
                  <a:lnTo>
                    <a:pt x="866900" y="120662"/>
                  </a:lnTo>
                  <a:lnTo>
                    <a:pt x="876641" y="117852"/>
                  </a:lnTo>
                  <a:lnTo>
                    <a:pt x="886381" y="115065"/>
                  </a:lnTo>
                  <a:lnTo>
                    <a:pt x="896122" y="112294"/>
                  </a:lnTo>
                  <a:lnTo>
                    <a:pt x="905863" y="109542"/>
                  </a:lnTo>
                  <a:lnTo>
                    <a:pt x="915602" y="106805"/>
                  </a:lnTo>
                  <a:lnTo>
                    <a:pt x="925343" y="104083"/>
                  </a:lnTo>
                  <a:lnTo>
                    <a:pt x="935084" y="101374"/>
                  </a:lnTo>
                  <a:lnTo>
                    <a:pt x="944824" y="98677"/>
                  </a:lnTo>
                  <a:lnTo>
                    <a:pt x="954564" y="95993"/>
                  </a:lnTo>
                  <a:lnTo>
                    <a:pt x="964305" y="93317"/>
                  </a:lnTo>
                  <a:lnTo>
                    <a:pt x="974045" y="90651"/>
                  </a:lnTo>
                  <a:lnTo>
                    <a:pt x="983786" y="87992"/>
                  </a:lnTo>
                  <a:lnTo>
                    <a:pt x="993522" y="85341"/>
                  </a:lnTo>
                  <a:lnTo>
                    <a:pt x="1003266" y="82697"/>
                  </a:lnTo>
                  <a:lnTo>
                    <a:pt x="1013010" y="80060"/>
                  </a:lnTo>
                  <a:lnTo>
                    <a:pt x="1022754" y="77429"/>
                  </a:lnTo>
                  <a:lnTo>
                    <a:pt x="1032483" y="74803"/>
                  </a:lnTo>
                  <a:lnTo>
                    <a:pt x="1042227" y="72184"/>
                  </a:lnTo>
                  <a:lnTo>
                    <a:pt x="1051971" y="69572"/>
                  </a:lnTo>
                  <a:lnTo>
                    <a:pt x="1061715" y="66969"/>
                  </a:lnTo>
                  <a:lnTo>
                    <a:pt x="1071444" y="64374"/>
                  </a:lnTo>
                  <a:lnTo>
                    <a:pt x="1081188" y="61788"/>
                  </a:lnTo>
                  <a:lnTo>
                    <a:pt x="1090932" y="59213"/>
                  </a:lnTo>
                  <a:lnTo>
                    <a:pt x="1100676" y="56650"/>
                  </a:lnTo>
                  <a:lnTo>
                    <a:pt x="1110405" y="54103"/>
                  </a:lnTo>
                  <a:lnTo>
                    <a:pt x="1120149" y="51571"/>
                  </a:lnTo>
                  <a:lnTo>
                    <a:pt x="1129893" y="49058"/>
                  </a:lnTo>
                  <a:lnTo>
                    <a:pt x="1139637" y="46565"/>
                  </a:lnTo>
                  <a:lnTo>
                    <a:pt x="1149381" y="44096"/>
                  </a:lnTo>
                  <a:lnTo>
                    <a:pt x="1159110" y="41655"/>
                  </a:lnTo>
                  <a:lnTo>
                    <a:pt x="1168854" y="39242"/>
                  </a:lnTo>
                  <a:lnTo>
                    <a:pt x="1178598" y="36863"/>
                  </a:lnTo>
                  <a:lnTo>
                    <a:pt x="1188341" y="34521"/>
                  </a:lnTo>
                  <a:lnTo>
                    <a:pt x="1198070" y="32218"/>
                  </a:lnTo>
                  <a:lnTo>
                    <a:pt x="1207814" y="29959"/>
                  </a:lnTo>
                  <a:lnTo>
                    <a:pt x="1217558" y="27748"/>
                  </a:lnTo>
                  <a:lnTo>
                    <a:pt x="1227302" y="25588"/>
                  </a:lnTo>
                  <a:lnTo>
                    <a:pt x="1237031" y="23485"/>
                  </a:lnTo>
                  <a:lnTo>
                    <a:pt x="1246775" y="21441"/>
                  </a:lnTo>
                  <a:lnTo>
                    <a:pt x="1256519" y="19464"/>
                  </a:lnTo>
                  <a:lnTo>
                    <a:pt x="1266263" y="17554"/>
                  </a:lnTo>
                  <a:lnTo>
                    <a:pt x="1276007" y="15718"/>
                  </a:lnTo>
                  <a:lnTo>
                    <a:pt x="1285736" y="13962"/>
                  </a:lnTo>
                  <a:lnTo>
                    <a:pt x="1295480" y="12287"/>
                  </a:lnTo>
                  <a:lnTo>
                    <a:pt x="1305224" y="10700"/>
                  </a:lnTo>
                  <a:lnTo>
                    <a:pt x="1314968" y="9206"/>
                  </a:lnTo>
                  <a:lnTo>
                    <a:pt x="1324697" y="7807"/>
                  </a:lnTo>
                  <a:lnTo>
                    <a:pt x="1334441" y="6509"/>
                  </a:lnTo>
                  <a:lnTo>
                    <a:pt x="1344185" y="5317"/>
                  </a:lnTo>
                  <a:lnTo>
                    <a:pt x="1353929" y="4234"/>
                  </a:lnTo>
                  <a:lnTo>
                    <a:pt x="1363658" y="3266"/>
                  </a:lnTo>
                  <a:lnTo>
                    <a:pt x="1373402" y="2415"/>
                  </a:lnTo>
                  <a:lnTo>
                    <a:pt x="1383146" y="1687"/>
                  </a:lnTo>
                  <a:lnTo>
                    <a:pt x="1392890" y="1083"/>
                  </a:lnTo>
                  <a:lnTo>
                    <a:pt x="1402619" y="611"/>
                  </a:lnTo>
                  <a:lnTo>
                    <a:pt x="1412363" y="270"/>
                  </a:lnTo>
                  <a:lnTo>
                    <a:pt x="1422106" y="66"/>
                  </a:lnTo>
                  <a:lnTo>
                    <a:pt x="1431850" y="0"/>
                  </a:lnTo>
                  <a:lnTo>
                    <a:pt x="1441594" y="77"/>
                  </a:lnTo>
                  <a:lnTo>
                    <a:pt x="1451323" y="298"/>
                  </a:lnTo>
                  <a:lnTo>
                    <a:pt x="1461067" y="666"/>
                  </a:lnTo>
                  <a:lnTo>
                    <a:pt x="1470811" y="1183"/>
                  </a:lnTo>
                  <a:lnTo>
                    <a:pt x="1480555" y="1852"/>
                  </a:lnTo>
                  <a:lnTo>
                    <a:pt x="1490284" y="2671"/>
                  </a:lnTo>
                  <a:lnTo>
                    <a:pt x="1500028" y="3646"/>
                  </a:lnTo>
                  <a:lnTo>
                    <a:pt x="1509772" y="4774"/>
                  </a:lnTo>
                  <a:lnTo>
                    <a:pt x="1519516" y="6056"/>
                  </a:lnTo>
                  <a:lnTo>
                    <a:pt x="1529245" y="7494"/>
                  </a:lnTo>
                  <a:lnTo>
                    <a:pt x="1538989" y="9088"/>
                  </a:lnTo>
                  <a:lnTo>
                    <a:pt x="1548733" y="10837"/>
                  </a:lnTo>
                  <a:lnTo>
                    <a:pt x="1558477" y="12740"/>
                  </a:lnTo>
                  <a:lnTo>
                    <a:pt x="1568221" y="14798"/>
                  </a:lnTo>
                  <a:lnTo>
                    <a:pt x="1577950" y="17006"/>
                  </a:lnTo>
                  <a:lnTo>
                    <a:pt x="1587694" y="19366"/>
                  </a:lnTo>
                  <a:lnTo>
                    <a:pt x="1597438" y="21875"/>
                  </a:lnTo>
                  <a:lnTo>
                    <a:pt x="1607182" y="24528"/>
                  </a:lnTo>
                  <a:lnTo>
                    <a:pt x="1616911" y="27328"/>
                  </a:lnTo>
                  <a:lnTo>
                    <a:pt x="1626655" y="30267"/>
                  </a:lnTo>
                  <a:lnTo>
                    <a:pt x="1636399" y="33347"/>
                  </a:lnTo>
                  <a:lnTo>
                    <a:pt x="1646142" y="36559"/>
                  </a:lnTo>
                  <a:lnTo>
                    <a:pt x="1655872" y="39904"/>
                  </a:lnTo>
                  <a:lnTo>
                    <a:pt x="1665616" y="43377"/>
                  </a:lnTo>
                  <a:lnTo>
                    <a:pt x="1675359" y="46972"/>
                  </a:lnTo>
                  <a:lnTo>
                    <a:pt x="1685103" y="50686"/>
                  </a:lnTo>
                  <a:lnTo>
                    <a:pt x="1694832" y="54514"/>
                  </a:lnTo>
                  <a:lnTo>
                    <a:pt x="1704576" y="58453"/>
                  </a:lnTo>
                  <a:lnTo>
                    <a:pt x="1714320" y="62495"/>
                  </a:lnTo>
                  <a:lnTo>
                    <a:pt x="1724064" y="66637"/>
                  </a:lnTo>
                  <a:lnTo>
                    <a:pt x="1733808" y="70873"/>
                  </a:lnTo>
                  <a:lnTo>
                    <a:pt x="1743537" y="75198"/>
                  </a:lnTo>
                  <a:lnTo>
                    <a:pt x="1753281" y="79605"/>
                  </a:lnTo>
                  <a:lnTo>
                    <a:pt x="1763025" y="84090"/>
                  </a:lnTo>
                  <a:lnTo>
                    <a:pt x="1772769" y="88647"/>
                  </a:lnTo>
                  <a:lnTo>
                    <a:pt x="1782498" y="93269"/>
                  </a:lnTo>
                  <a:lnTo>
                    <a:pt x="1792242" y="97950"/>
                  </a:lnTo>
                  <a:lnTo>
                    <a:pt x="1801986" y="102685"/>
                  </a:lnTo>
                  <a:lnTo>
                    <a:pt x="1811730" y="107468"/>
                  </a:lnTo>
                  <a:lnTo>
                    <a:pt x="1821459" y="112291"/>
                  </a:lnTo>
                  <a:lnTo>
                    <a:pt x="1831203" y="117149"/>
                  </a:lnTo>
                  <a:lnTo>
                    <a:pt x="1840947" y="122038"/>
                  </a:lnTo>
                  <a:lnTo>
                    <a:pt x="1850691" y="126948"/>
                  </a:lnTo>
                  <a:lnTo>
                    <a:pt x="1860435" y="131877"/>
                  </a:lnTo>
                  <a:lnTo>
                    <a:pt x="1870164" y="136816"/>
                  </a:lnTo>
                  <a:lnTo>
                    <a:pt x="1879908" y="141761"/>
                  </a:lnTo>
                  <a:lnTo>
                    <a:pt x="1889652" y="146704"/>
                  </a:lnTo>
                  <a:lnTo>
                    <a:pt x="1899395" y="151643"/>
                  </a:lnTo>
                  <a:lnTo>
                    <a:pt x="1909124" y="156569"/>
                  </a:lnTo>
                  <a:lnTo>
                    <a:pt x="1918868" y="161477"/>
                  </a:lnTo>
                  <a:lnTo>
                    <a:pt x="1928612" y="166362"/>
                  </a:lnTo>
                  <a:lnTo>
                    <a:pt x="1938356" y="171221"/>
                  </a:lnTo>
                  <a:lnTo>
                    <a:pt x="1948085" y="176045"/>
                  </a:lnTo>
                  <a:lnTo>
                    <a:pt x="1957829" y="180830"/>
                  </a:lnTo>
                  <a:lnTo>
                    <a:pt x="1967573" y="185574"/>
                  </a:lnTo>
                  <a:lnTo>
                    <a:pt x="1977317" y="190270"/>
                  </a:lnTo>
                  <a:lnTo>
                    <a:pt x="1987046" y="194914"/>
                  </a:lnTo>
                  <a:lnTo>
                    <a:pt x="1996790" y="199502"/>
                  </a:lnTo>
                  <a:lnTo>
                    <a:pt x="2006534" y="204030"/>
                  </a:lnTo>
                  <a:lnTo>
                    <a:pt x="2016278" y="208492"/>
                  </a:lnTo>
                  <a:lnTo>
                    <a:pt x="2026022" y="212886"/>
                  </a:lnTo>
                  <a:lnTo>
                    <a:pt x="2035751" y="217209"/>
                  </a:lnTo>
                  <a:lnTo>
                    <a:pt x="2045495" y="221455"/>
                  </a:lnTo>
                  <a:lnTo>
                    <a:pt x="2055239" y="225624"/>
                  </a:lnTo>
                  <a:lnTo>
                    <a:pt x="2064983" y="229711"/>
                  </a:lnTo>
                  <a:lnTo>
                    <a:pt x="2074712" y="233713"/>
                  </a:lnTo>
                  <a:lnTo>
                    <a:pt x="2084456" y="237627"/>
                  </a:lnTo>
                  <a:lnTo>
                    <a:pt x="2094200" y="241450"/>
                  </a:lnTo>
                  <a:lnTo>
                    <a:pt x="2103944" y="245181"/>
                  </a:lnTo>
                  <a:lnTo>
                    <a:pt x="2113673" y="248816"/>
                  </a:lnTo>
                  <a:lnTo>
                    <a:pt x="2123417" y="252355"/>
                  </a:lnTo>
                  <a:lnTo>
                    <a:pt x="2133161" y="255793"/>
                  </a:lnTo>
                  <a:lnTo>
                    <a:pt x="2142905" y="259131"/>
                  </a:lnTo>
                  <a:lnTo>
                    <a:pt x="2152649" y="262364"/>
                  </a:lnTo>
                  <a:lnTo>
                    <a:pt x="2162377" y="265492"/>
                  </a:lnTo>
                  <a:lnTo>
                    <a:pt x="2172121" y="268514"/>
                  </a:lnTo>
                  <a:lnTo>
                    <a:pt x="2181865" y="271428"/>
                  </a:lnTo>
                  <a:lnTo>
                    <a:pt x="2191609" y="274232"/>
                  </a:lnTo>
                  <a:lnTo>
                    <a:pt x="2201338" y="276924"/>
                  </a:lnTo>
                  <a:lnTo>
                    <a:pt x="2211082" y="279505"/>
                  </a:lnTo>
                  <a:lnTo>
                    <a:pt x="2220826" y="281974"/>
                  </a:lnTo>
                  <a:lnTo>
                    <a:pt x="2230570" y="284326"/>
                  </a:lnTo>
                  <a:lnTo>
                    <a:pt x="2240299" y="286564"/>
                  </a:lnTo>
                  <a:lnTo>
                    <a:pt x="2250043" y="288684"/>
                  </a:lnTo>
                  <a:lnTo>
                    <a:pt x="2259787" y="290688"/>
                  </a:lnTo>
                  <a:lnTo>
                    <a:pt x="2269531" y="292574"/>
                  </a:lnTo>
                  <a:lnTo>
                    <a:pt x="2279260" y="294341"/>
                  </a:lnTo>
                  <a:lnTo>
                    <a:pt x="2289004" y="295989"/>
                  </a:lnTo>
                  <a:lnTo>
                    <a:pt x="2298748" y="297516"/>
                  </a:lnTo>
                  <a:lnTo>
                    <a:pt x="2308492" y="298923"/>
                  </a:lnTo>
                  <a:lnTo>
                    <a:pt x="2318236" y="300209"/>
                  </a:lnTo>
                  <a:lnTo>
                    <a:pt x="2327965" y="301372"/>
                  </a:lnTo>
                  <a:lnTo>
                    <a:pt x="2337709" y="302414"/>
                  </a:lnTo>
                  <a:lnTo>
                    <a:pt x="2347453" y="303331"/>
                  </a:lnTo>
                  <a:lnTo>
                    <a:pt x="2357197" y="304125"/>
                  </a:lnTo>
                  <a:lnTo>
                    <a:pt x="2366926" y="304797"/>
                  </a:lnTo>
                  <a:lnTo>
                    <a:pt x="2376670" y="305344"/>
                  </a:lnTo>
                  <a:lnTo>
                    <a:pt x="2386413" y="305767"/>
                  </a:lnTo>
                  <a:lnTo>
                    <a:pt x="2396157" y="306065"/>
                  </a:lnTo>
                  <a:lnTo>
                    <a:pt x="2405886" y="306238"/>
                  </a:lnTo>
                  <a:lnTo>
                    <a:pt x="2415630" y="306287"/>
                  </a:lnTo>
                  <a:lnTo>
                    <a:pt x="2425374" y="306210"/>
                  </a:lnTo>
                  <a:lnTo>
                    <a:pt x="2435118" y="306009"/>
                  </a:lnTo>
                  <a:lnTo>
                    <a:pt x="2444862" y="305681"/>
                  </a:lnTo>
                  <a:lnTo>
                    <a:pt x="2454591" y="305228"/>
                  </a:lnTo>
                  <a:lnTo>
                    <a:pt x="2464335" y="304648"/>
                  </a:lnTo>
                  <a:lnTo>
                    <a:pt x="2474079" y="303945"/>
                  </a:lnTo>
                  <a:lnTo>
                    <a:pt x="2483823" y="303117"/>
                  </a:lnTo>
                  <a:lnTo>
                    <a:pt x="2493552" y="302162"/>
                  </a:lnTo>
                  <a:lnTo>
                    <a:pt x="2503296" y="301083"/>
                  </a:lnTo>
                  <a:lnTo>
                    <a:pt x="2513040" y="299879"/>
                  </a:lnTo>
                  <a:lnTo>
                    <a:pt x="2522784" y="298550"/>
                  </a:lnTo>
                  <a:lnTo>
                    <a:pt x="2532513" y="297099"/>
                  </a:lnTo>
                  <a:lnTo>
                    <a:pt x="2542257" y="295523"/>
                  </a:lnTo>
                  <a:lnTo>
                    <a:pt x="2552001" y="293824"/>
                  </a:lnTo>
                  <a:lnTo>
                    <a:pt x="2561745" y="292004"/>
                  </a:lnTo>
                  <a:lnTo>
                    <a:pt x="2571474" y="290061"/>
                  </a:lnTo>
                  <a:lnTo>
                    <a:pt x="2581218" y="287997"/>
                  </a:lnTo>
                  <a:lnTo>
                    <a:pt x="2590962" y="285813"/>
                  </a:lnTo>
                  <a:lnTo>
                    <a:pt x="2600705" y="283510"/>
                  </a:lnTo>
                  <a:lnTo>
                    <a:pt x="2610449" y="281087"/>
                  </a:lnTo>
                  <a:lnTo>
                    <a:pt x="2620178" y="278548"/>
                  </a:lnTo>
                  <a:lnTo>
                    <a:pt x="2629922" y="275893"/>
                  </a:lnTo>
                  <a:lnTo>
                    <a:pt x="2639666" y="273122"/>
                  </a:lnTo>
                  <a:lnTo>
                    <a:pt x="2649410" y="270239"/>
                  </a:lnTo>
                  <a:lnTo>
                    <a:pt x="2659139" y="267242"/>
                  </a:lnTo>
                  <a:lnTo>
                    <a:pt x="2668883" y="264135"/>
                  </a:lnTo>
                  <a:lnTo>
                    <a:pt x="2678627" y="260918"/>
                  </a:lnTo>
                  <a:lnTo>
                    <a:pt x="2688371" y="257595"/>
                  </a:lnTo>
                  <a:lnTo>
                    <a:pt x="2698100" y="254165"/>
                  </a:lnTo>
                  <a:lnTo>
                    <a:pt x="2707844" y="250631"/>
                  </a:lnTo>
                  <a:lnTo>
                    <a:pt x="2717588" y="246995"/>
                  </a:lnTo>
                  <a:lnTo>
                    <a:pt x="2727332" y="243260"/>
                  </a:lnTo>
                  <a:lnTo>
                    <a:pt x="2737076" y="239427"/>
                  </a:lnTo>
                  <a:lnTo>
                    <a:pt x="2746805" y="235499"/>
                  </a:lnTo>
                  <a:lnTo>
                    <a:pt x="2756549" y="231478"/>
                  </a:lnTo>
                  <a:lnTo>
                    <a:pt x="2766293" y="227367"/>
                  </a:lnTo>
                  <a:lnTo>
                    <a:pt x="2776037" y="223169"/>
                  </a:lnTo>
                  <a:lnTo>
                    <a:pt x="2785766" y="218885"/>
                  </a:lnTo>
                  <a:lnTo>
                    <a:pt x="2795510" y="214522"/>
                  </a:lnTo>
                  <a:lnTo>
                    <a:pt x="2805254" y="210079"/>
                  </a:lnTo>
                  <a:lnTo>
                    <a:pt x="2814998" y="205560"/>
                  </a:lnTo>
                  <a:lnTo>
                    <a:pt x="2824727" y="200968"/>
                  </a:lnTo>
                  <a:lnTo>
                    <a:pt x="2834471" y="196309"/>
                  </a:lnTo>
                  <a:lnTo>
                    <a:pt x="2844215" y="191585"/>
                  </a:lnTo>
                  <a:lnTo>
                    <a:pt x="2853958" y="186799"/>
                  </a:lnTo>
                  <a:lnTo>
                    <a:pt x="2863687" y="181955"/>
                  </a:lnTo>
                  <a:lnTo>
                    <a:pt x="2873431" y="177058"/>
                  </a:lnTo>
                  <a:lnTo>
                    <a:pt x="2883175" y="172113"/>
                  </a:lnTo>
                  <a:lnTo>
                    <a:pt x="2892919" y="167122"/>
                  </a:lnTo>
                  <a:lnTo>
                    <a:pt x="2902663" y="162089"/>
                  </a:lnTo>
                  <a:lnTo>
                    <a:pt x="2912392" y="15702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3" name="Freeform 702">
              <a:extLst>
                <a:ext uri="{FF2B5EF4-FFF2-40B4-BE49-F238E27FC236}">
                  <a16:creationId xmlns:a16="http://schemas.microsoft.com/office/drawing/2014/main" id="{14ED6B7D-AA07-35CD-7C54-63A12D5D77D2}"/>
                </a:ext>
              </a:extLst>
            </p:cNvPr>
            <p:cNvSpPr/>
            <p:nvPr/>
          </p:nvSpPr>
          <p:spPr>
            <a:xfrm>
              <a:off x="576446" y="3490138"/>
              <a:ext cx="2912392" cy="376784"/>
            </a:xfrm>
            <a:custGeom>
              <a:avLst/>
              <a:gdLst>
                <a:gd name="connsiteX0" fmla="*/ 0 w 2912392"/>
                <a:gd name="connsiteY0" fmla="*/ 376785 h 376784"/>
                <a:gd name="connsiteX1" fmla="*/ 9739 w 2912392"/>
                <a:gd name="connsiteY1" fmla="*/ 373704 h 376784"/>
                <a:gd name="connsiteX2" fmla="*/ 19480 w 2912392"/>
                <a:gd name="connsiteY2" fmla="*/ 370457 h 376784"/>
                <a:gd name="connsiteX3" fmla="*/ 29221 w 2912392"/>
                <a:gd name="connsiteY3" fmla="*/ 367045 h 376784"/>
                <a:gd name="connsiteX4" fmla="*/ 38961 w 2912392"/>
                <a:gd name="connsiteY4" fmla="*/ 363474 h 376784"/>
                <a:gd name="connsiteX5" fmla="*/ 48702 w 2912392"/>
                <a:gd name="connsiteY5" fmla="*/ 359745 h 376784"/>
                <a:gd name="connsiteX6" fmla="*/ 58443 w 2912392"/>
                <a:gd name="connsiteY6" fmla="*/ 355862 h 376784"/>
                <a:gd name="connsiteX7" fmla="*/ 68182 w 2912392"/>
                <a:gd name="connsiteY7" fmla="*/ 351832 h 376784"/>
                <a:gd name="connsiteX8" fmla="*/ 77923 w 2912392"/>
                <a:gd name="connsiteY8" fmla="*/ 347657 h 376784"/>
                <a:gd name="connsiteX9" fmla="*/ 87664 w 2912392"/>
                <a:gd name="connsiteY9" fmla="*/ 343346 h 376784"/>
                <a:gd name="connsiteX10" fmla="*/ 97404 w 2912392"/>
                <a:gd name="connsiteY10" fmla="*/ 338901 h 376784"/>
                <a:gd name="connsiteX11" fmla="*/ 107145 w 2912392"/>
                <a:gd name="connsiteY11" fmla="*/ 334330 h 376784"/>
                <a:gd name="connsiteX12" fmla="*/ 116886 w 2912392"/>
                <a:gd name="connsiteY12" fmla="*/ 329643 h 376784"/>
                <a:gd name="connsiteX13" fmla="*/ 126625 w 2912392"/>
                <a:gd name="connsiteY13" fmla="*/ 324842 h 376784"/>
                <a:gd name="connsiteX14" fmla="*/ 136366 w 2912392"/>
                <a:gd name="connsiteY14" fmla="*/ 319939 h 376784"/>
                <a:gd name="connsiteX15" fmla="*/ 146107 w 2912392"/>
                <a:gd name="connsiteY15" fmla="*/ 314941 h 376784"/>
                <a:gd name="connsiteX16" fmla="*/ 155846 w 2912392"/>
                <a:gd name="connsiteY16" fmla="*/ 309856 h 376784"/>
                <a:gd name="connsiteX17" fmla="*/ 165587 w 2912392"/>
                <a:gd name="connsiteY17" fmla="*/ 304693 h 376784"/>
                <a:gd name="connsiteX18" fmla="*/ 175328 w 2912392"/>
                <a:gd name="connsiteY18" fmla="*/ 299461 h 376784"/>
                <a:gd name="connsiteX19" fmla="*/ 185068 w 2912392"/>
                <a:gd name="connsiteY19" fmla="*/ 294168 h 376784"/>
                <a:gd name="connsiteX20" fmla="*/ 194809 w 2912392"/>
                <a:gd name="connsiteY20" fmla="*/ 288827 h 376784"/>
                <a:gd name="connsiteX21" fmla="*/ 204550 w 2912392"/>
                <a:gd name="connsiteY21" fmla="*/ 283446 h 376784"/>
                <a:gd name="connsiteX22" fmla="*/ 214289 w 2912392"/>
                <a:gd name="connsiteY22" fmla="*/ 278034 h 376784"/>
                <a:gd name="connsiteX23" fmla="*/ 224030 w 2912392"/>
                <a:gd name="connsiteY23" fmla="*/ 272604 h 376784"/>
                <a:gd name="connsiteX24" fmla="*/ 233771 w 2912392"/>
                <a:gd name="connsiteY24" fmla="*/ 267163 h 376784"/>
                <a:gd name="connsiteX25" fmla="*/ 243510 w 2912392"/>
                <a:gd name="connsiteY25" fmla="*/ 261723 h 376784"/>
                <a:gd name="connsiteX26" fmla="*/ 253251 w 2912392"/>
                <a:gd name="connsiteY26" fmla="*/ 256294 h 376784"/>
                <a:gd name="connsiteX27" fmla="*/ 262992 w 2912392"/>
                <a:gd name="connsiteY27" fmla="*/ 250885 h 376784"/>
                <a:gd name="connsiteX28" fmla="*/ 272732 w 2912392"/>
                <a:gd name="connsiteY28" fmla="*/ 245510 h 376784"/>
                <a:gd name="connsiteX29" fmla="*/ 282473 w 2912392"/>
                <a:gd name="connsiteY29" fmla="*/ 240176 h 376784"/>
                <a:gd name="connsiteX30" fmla="*/ 292214 w 2912392"/>
                <a:gd name="connsiteY30" fmla="*/ 234894 h 376784"/>
                <a:gd name="connsiteX31" fmla="*/ 301953 w 2912392"/>
                <a:gd name="connsiteY31" fmla="*/ 229674 h 376784"/>
                <a:gd name="connsiteX32" fmla="*/ 311694 w 2912392"/>
                <a:gd name="connsiteY32" fmla="*/ 224525 h 376784"/>
                <a:gd name="connsiteX33" fmla="*/ 321435 w 2912392"/>
                <a:gd name="connsiteY33" fmla="*/ 219456 h 376784"/>
                <a:gd name="connsiteX34" fmla="*/ 331175 w 2912392"/>
                <a:gd name="connsiteY34" fmla="*/ 214478 h 376784"/>
                <a:gd name="connsiteX35" fmla="*/ 340916 w 2912392"/>
                <a:gd name="connsiteY35" fmla="*/ 209599 h 376784"/>
                <a:gd name="connsiteX36" fmla="*/ 350656 w 2912392"/>
                <a:gd name="connsiteY36" fmla="*/ 204827 h 376784"/>
                <a:gd name="connsiteX37" fmla="*/ 360396 w 2912392"/>
                <a:gd name="connsiteY37" fmla="*/ 200171 h 376784"/>
                <a:gd name="connsiteX38" fmla="*/ 370137 w 2912392"/>
                <a:gd name="connsiteY38" fmla="*/ 195639 h 376784"/>
                <a:gd name="connsiteX39" fmla="*/ 379878 w 2912392"/>
                <a:gd name="connsiteY39" fmla="*/ 191237 h 376784"/>
                <a:gd name="connsiteX40" fmla="*/ 389617 w 2912392"/>
                <a:gd name="connsiteY40" fmla="*/ 186973 h 376784"/>
                <a:gd name="connsiteX41" fmla="*/ 399358 w 2912392"/>
                <a:gd name="connsiteY41" fmla="*/ 182852 h 376784"/>
                <a:gd name="connsiteX42" fmla="*/ 409099 w 2912392"/>
                <a:gd name="connsiteY42" fmla="*/ 178882 h 376784"/>
                <a:gd name="connsiteX43" fmla="*/ 418839 w 2912392"/>
                <a:gd name="connsiteY43" fmla="*/ 175067 h 376784"/>
                <a:gd name="connsiteX44" fmla="*/ 428580 w 2912392"/>
                <a:gd name="connsiteY44" fmla="*/ 171413 h 376784"/>
                <a:gd name="connsiteX45" fmla="*/ 438321 w 2912392"/>
                <a:gd name="connsiteY45" fmla="*/ 167923 h 376784"/>
                <a:gd name="connsiteX46" fmla="*/ 448060 w 2912392"/>
                <a:gd name="connsiteY46" fmla="*/ 164602 h 376784"/>
                <a:gd name="connsiteX47" fmla="*/ 457801 w 2912392"/>
                <a:gd name="connsiteY47" fmla="*/ 161453 h 376784"/>
                <a:gd name="connsiteX48" fmla="*/ 467542 w 2912392"/>
                <a:gd name="connsiteY48" fmla="*/ 158479 h 376784"/>
                <a:gd name="connsiteX49" fmla="*/ 477281 w 2912392"/>
                <a:gd name="connsiteY49" fmla="*/ 155679 h 376784"/>
                <a:gd name="connsiteX50" fmla="*/ 487022 w 2912392"/>
                <a:gd name="connsiteY50" fmla="*/ 153060 h 376784"/>
                <a:gd name="connsiteX51" fmla="*/ 496763 w 2912392"/>
                <a:gd name="connsiteY51" fmla="*/ 150618 h 376784"/>
                <a:gd name="connsiteX52" fmla="*/ 506503 w 2912392"/>
                <a:gd name="connsiteY52" fmla="*/ 148357 h 376784"/>
                <a:gd name="connsiteX53" fmla="*/ 516244 w 2912392"/>
                <a:gd name="connsiteY53" fmla="*/ 146274 h 376784"/>
                <a:gd name="connsiteX54" fmla="*/ 525985 w 2912392"/>
                <a:gd name="connsiteY54" fmla="*/ 144370 h 376784"/>
                <a:gd name="connsiteX55" fmla="*/ 535724 w 2912392"/>
                <a:gd name="connsiteY55" fmla="*/ 142643 h 376784"/>
                <a:gd name="connsiteX56" fmla="*/ 545465 w 2912392"/>
                <a:gd name="connsiteY56" fmla="*/ 141092 h 376784"/>
                <a:gd name="connsiteX57" fmla="*/ 555206 w 2912392"/>
                <a:gd name="connsiteY57" fmla="*/ 139712 h 376784"/>
                <a:gd name="connsiteX58" fmla="*/ 564946 w 2912392"/>
                <a:gd name="connsiteY58" fmla="*/ 138505 h 376784"/>
                <a:gd name="connsiteX59" fmla="*/ 574687 w 2912392"/>
                <a:gd name="connsiteY59" fmla="*/ 137464 h 376784"/>
                <a:gd name="connsiteX60" fmla="*/ 584428 w 2912392"/>
                <a:gd name="connsiteY60" fmla="*/ 136586 h 376784"/>
                <a:gd name="connsiteX61" fmla="*/ 594167 w 2912392"/>
                <a:gd name="connsiteY61" fmla="*/ 135867 h 376784"/>
                <a:gd name="connsiteX62" fmla="*/ 603908 w 2912392"/>
                <a:gd name="connsiteY62" fmla="*/ 135304 h 376784"/>
                <a:gd name="connsiteX63" fmla="*/ 613649 w 2912392"/>
                <a:gd name="connsiteY63" fmla="*/ 134889 h 376784"/>
                <a:gd name="connsiteX64" fmla="*/ 623388 w 2912392"/>
                <a:gd name="connsiteY64" fmla="*/ 134620 h 376784"/>
                <a:gd name="connsiteX65" fmla="*/ 633129 w 2912392"/>
                <a:gd name="connsiteY65" fmla="*/ 134489 h 376784"/>
                <a:gd name="connsiteX66" fmla="*/ 642870 w 2912392"/>
                <a:gd name="connsiteY66" fmla="*/ 134492 h 376784"/>
                <a:gd name="connsiteX67" fmla="*/ 652610 w 2912392"/>
                <a:gd name="connsiteY67" fmla="*/ 134620 h 376784"/>
                <a:gd name="connsiteX68" fmla="*/ 662351 w 2912392"/>
                <a:gd name="connsiteY68" fmla="*/ 134870 h 376784"/>
                <a:gd name="connsiteX69" fmla="*/ 672092 w 2912392"/>
                <a:gd name="connsiteY69" fmla="*/ 135234 h 376784"/>
                <a:gd name="connsiteX70" fmla="*/ 681831 w 2912392"/>
                <a:gd name="connsiteY70" fmla="*/ 135704 h 376784"/>
                <a:gd name="connsiteX71" fmla="*/ 691572 w 2912392"/>
                <a:gd name="connsiteY71" fmla="*/ 136276 h 376784"/>
                <a:gd name="connsiteX72" fmla="*/ 701313 w 2912392"/>
                <a:gd name="connsiteY72" fmla="*/ 136941 h 376784"/>
                <a:gd name="connsiteX73" fmla="*/ 711052 w 2912392"/>
                <a:gd name="connsiteY73" fmla="*/ 137692 h 376784"/>
                <a:gd name="connsiteX74" fmla="*/ 720793 w 2912392"/>
                <a:gd name="connsiteY74" fmla="*/ 138523 h 376784"/>
                <a:gd name="connsiteX75" fmla="*/ 730534 w 2912392"/>
                <a:gd name="connsiteY75" fmla="*/ 139428 h 376784"/>
                <a:gd name="connsiteX76" fmla="*/ 740274 w 2912392"/>
                <a:gd name="connsiteY76" fmla="*/ 140398 h 376784"/>
                <a:gd name="connsiteX77" fmla="*/ 750015 w 2912392"/>
                <a:gd name="connsiteY77" fmla="*/ 141426 h 376784"/>
                <a:gd name="connsiteX78" fmla="*/ 759756 w 2912392"/>
                <a:gd name="connsiteY78" fmla="*/ 142506 h 376784"/>
                <a:gd name="connsiteX79" fmla="*/ 769495 w 2912392"/>
                <a:gd name="connsiteY79" fmla="*/ 143632 h 376784"/>
                <a:gd name="connsiteX80" fmla="*/ 779236 w 2912392"/>
                <a:gd name="connsiteY80" fmla="*/ 144796 h 376784"/>
                <a:gd name="connsiteX81" fmla="*/ 788977 w 2912392"/>
                <a:gd name="connsiteY81" fmla="*/ 145992 h 376784"/>
                <a:gd name="connsiteX82" fmla="*/ 798717 w 2912392"/>
                <a:gd name="connsiteY82" fmla="*/ 147215 h 376784"/>
                <a:gd name="connsiteX83" fmla="*/ 808458 w 2912392"/>
                <a:gd name="connsiteY83" fmla="*/ 148459 h 376784"/>
                <a:gd name="connsiteX84" fmla="*/ 818199 w 2912392"/>
                <a:gd name="connsiteY84" fmla="*/ 149717 h 376784"/>
                <a:gd name="connsiteX85" fmla="*/ 827938 w 2912392"/>
                <a:gd name="connsiteY85" fmla="*/ 150983 h 376784"/>
                <a:gd name="connsiteX86" fmla="*/ 837679 w 2912392"/>
                <a:gd name="connsiteY86" fmla="*/ 152254 h 376784"/>
                <a:gd name="connsiteX87" fmla="*/ 847420 w 2912392"/>
                <a:gd name="connsiteY87" fmla="*/ 153524 h 376784"/>
                <a:gd name="connsiteX88" fmla="*/ 857159 w 2912392"/>
                <a:gd name="connsiteY88" fmla="*/ 154787 h 376784"/>
                <a:gd name="connsiteX89" fmla="*/ 866900 w 2912392"/>
                <a:gd name="connsiteY89" fmla="*/ 156041 h 376784"/>
                <a:gd name="connsiteX90" fmla="*/ 876641 w 2912392"/>
                <a:gd name="connsiteY90" fmla="*/ 157281 h 376784"/>
                <a:gd name="connsiteX91" fmla="*/ 886381 w 2912392"/>
                <a:gd name="connsiteY91" fmla="*/ 158504 h 376784"/>
                <a:gd name="connsiteX92" fmla="*/ 896122 w 2912392"/>
                <a:gd name="connsiteY92" fmla="*/ 159705 h 376784"/>
                <a:gd name="connsiteX93" fmla="*/ 905863 w 2912392"/>
                <a:gd name="connsiteY93" fmla="*/ 160882 h 376784"/>
                <a:gd name="connsiteX94" fmla="*/ 915602 w 2912392"/>
                <a:gd name="connsiteY94" fmla="*/ 162034 h 376784"/>
                <a:gd name="connsiteX95" fmla="*/ 925343 w 2912392"/>
                <a:gd name="connsiteY95" fmla="*/ 163156 h 376784"/>
                <a:gd name="connsiteX96" fmla="*/ 935084 w 2912392"/>
                <a:gd name="connsiteY96" fmla="*/ 164246 h 376784"/>
                <a:gd name="connsiteX97" fmla="*/ 944824 w 2912392"/>
                <a:gd name="connsiteY97" fmla="*/ 165304 h 376784"/>
                <a:gd name="connsiteX98" fmla="*/ 954564 w 2912392"/>
                <a:gd name="connsiteY98" fmla="*/ 166328 h 376784"/>
                <a:gd name="connsiteX99" fmla="*/ 964305 w 2912392"/>
                <a:gd name="connsiteY99" fmla="*/ 167317 h 376784"/>
                <a:gd name="connsiteX100" fmla="*/ 974045 w 2912392"/>
                <a:gd name="connsiteY100" fmla="*/ 168269 h 376784"/>
                <a:gd name="connsiteX101" fmla="*/ 983786 w 2912392"/>
                <a:gd name="connsiteY101" fmla="*/ 169185 h 376784"/>
                <a:gd name="connsiteX102" fmla="*/ 993522 w 2912392"/>
                <a:gd name="connsiteY102" fmla="*/ 170064 h 376784"/>
                <a:gd name="connsiteX103" fmla="*/ 1003266 w 2912392"/>
                <a:gd name="connsiteY103" fmla="*/ 170908 h 376784"/>
                <a:gd name="connsiteX104" fmla="*/ 1013010 w 2912392"/>
                <a:gd name="connsiteY104" fmla="*/ 171715 h 376784"/>
                <a:gd name="connsiteX105" fmla="*/ 1022754 w 2912392"/>
                <a:gd name="connsiteY105" fmla="*/ 172485 h 376784"/>
                <a:gd name="connsiteX106" fmla="*/ 1032483 w 2912392"/>
                <a:gd name="connsiteY106" fmla="*/ 173223 h 376784"/>
                <a:gd name="connsiteX107" fmla="*/ 1042227 w 2912392"/>
                <a:gd name="connsiteY107" fmla="*/ 173925 h 376784"/>
                <a:gd name="connsiteX108" fmla="*/ 1051971 w 2912392"/>
                <a:gd name="connsiteY108" fmla="*/ 174594 h 376784"/>
                <a:gd name="connsiteX109" fmla="*/ 1061715 w 2912392"/>
                <a:gd name="connsiteY109" fmla="*/ 175233 h 376784"/>
                <a:gd name="connsiteX110" fmla="*/ 1071444 w 2912392"/>
                <a:gd name="connsiteY110" fmla="*/ 175841 h 376784"/>
                <a:gd name="connsiteX111" fmla="*/ 1081188 w 2912392"/>
                <a:gd name="connsiteY111" fmla="*/ 176420 h 376784"/>
                <a:gd name="connsiteX112" fmla="*/ 1090932 w 2912392"/>
                <a:gd name="connsiteY112" fmla="*/ 176975 h 376784"/>
                <a:gd name="connsiteX113" fmla="*/ 1100676 w 2912392"/>
                <a:gd name="connsiteY113" fmla="*/ 177503 h 376784"/>
                <a:gd name="connsiteX114" fmla="*/ 1110405 w 2912392"/>
                <a:gd name="connsiteY114" fmla="*/ 178010 h 376784"/>
                <a:gd name="connsiteX115" fmla="*/ 1120149 w 2912392"/>
                <a:gd name="connsiteY115" fmla="*/ 178494 h 376784"/>
                <a:gd name="connsiteX116" fmla="*/ 1129893 w 2912392"/>
                <a:gd name="connsiteY116" fmla="*/ 178962 h 376784"/>
                <a:gd name="connsiteX117" fmla="*/ 1139637 w 2912392"/>
                <a:gd name="connsiteY117" fmla="*/ 179412 h 376784"/>
                <a:gd name="connsiteX118" fmla="*/ 1149381 w 2912392"/>
                <a:gd name="connsiteY118" fmla="*/ 179847 h 376784"/>
                <a:gd name="connsiteX119" fmla="*/ 1159110 w 2912392"/>
                <a:gd name="connsiteY119" fmla="*/ 180270 h 376784"/>
                <a:gd name="connsiteX120" fmla="*/ 1168854 w 2912392"/>
                <a:gd name="connsiteY120" fmla="*/ 180683 h 376784"/>
                <a:gd name="connsiteX121" fmla="*/ 1178598 w 2912392"/>
                <a:gd name="connsiteY121" fmla="*/ 181087 h 376784"/>
                <a:gd name="connsiteX122" fmla="*/ 1188341 w 2912392"/>
                <a:gd name="connsiteY122" fmla="*/ 181484 h 376784"/>
                <a:gd name="connsiteX123" fmla="*/ 1198070 w 2912392"/>
                <a:gd name="connsiteY123" fmla="*/ 181878 h 376784"/>
                <a:gd name="connsiteX124" fmla="*/ 1207814 w 2912392"/>
                <a:gd name="connsiteY124" fmla="*/ 182270 h 376784"/>
                <a:gd name="connsiteX125" fmla="*/ 1217558 w 2912392"/>
                <a:gd name="connsiteY125" fmla="*/ 182658 h 376784"/>
                <a:gd name="connsiteX126" fmla="*/ 1227302 w 2912392"/>
                <a:gd name="connsiteY126" fmla="*/ 183049 h 376784"/>
                <a:gd name="connsiteX127" fmla="*/ 1237031 w 2912392"/>
                <a:gd name="connsiteY127" fmla="*/ 183442 h 376784"/>
                <a:gd name="connsiteX128" fmla="*/ 1246775 w 2912392"/>
                <a:gd name="connsiteY128" fmla="*/ 183838 h 376784"/>
                <a:gd name="connsiteX129" fmla="*/ 1256519 w 2912392"/>
                <a:gd name="connsiteY129" fmla="*/ 184239 h 376784"/>
                <a:gd name="connsiteX130" fmla="*/ 1266263 w 2912392"/>
                <a:gd name="connsiteY130" fmla="*/ 184646 h 376784"/>
                <a:gd name="connsiteX131" fmla="*/ 1276007 w 2912392"/>
                <a:gd name="connsiteY131" fmla="*/ 185060 h 376784"/>
                <a:gd name="connsiteX132" fmla="*/ 1285736 w 2912392"/>
                <a:gd name="connsiteY132" fmla="*/ 185483 h 376784"/>
                <a:gd name="connsiteX133" fmla="*/ 1295480 w 2912392"/>
                <a:gd name="connsiteY133" fmla="*/ 185914 h 376784"/>
                <a:gd name="connsiteX134" fmla="*/ 1305224 w 2912392"/>
                <a:gd name="connsiteY134" fmla="*/ 186355 h 376784"/>
                <a:gd name="connsiteX135" fmla="*/ 1314968 w 2912392"/>
                <a:gd name="connsiteY135" fmla="*/ 186805 h 376784"/>
                <a:gd name="connsiteX136" fmla="*/ 1324697 w 2912392"/>
                <a:gd name="connsiteY136" fmla="*/ 187265 h 376784"/>
                <a:gd name="connsiteX137" fmla="*/ 1334441 w 2912392"/>
                <a:gd name="connsiteY137" fmla="*/ 187736 h 376784"/>
                <a:gd name="connsiteX138" fmla="*/ 1344185 w 2912392"/>
                <a:gd name="connsiteY138" fmla="*/ 188217 h 376784"/>
                <a:gd name="connsiteX139" fmla="*/ 1353929 w 2912392"/>
                <a:gd name="connsiteY139" fmla="*/ 188707 h 376784"/>
                <a:gd name="connsiteX140" fmla="*/ 1363658 w 2912392"/>
                <a:gd name="connsiteY140" fmla="*/ 189210 h 376784"/>
                <a:gd name="connsiteX141" fmla="*/ 1373402 w 2912392"/>
                <a:gd name="connsiteY141" fmla="*/ 189719 h 376784"/>
                <a:gd name="connsiteX142" fmla="*/ 1383146 w 2912392"/>
                <a:gd name="connsiteY142" fmla="*/ 190238 h 376784"/>
                <a:gd name="connsiteX143" fmla="*/ 1392890 w 2912392"/>
                <a:gd name="connsiteY143" fmla="*/ 190765 h 376784"/>
                <a:gd name="connsiteX144" fmla="*/ 1402619 w 2912392"/>
                <a:gd name="connsiteY144" fmla="*/ 191300 h 376784"/>
                <a:gd name="connsiteX145" fmla="*/ 1412363 w 2912392"/>
                <a:gd name="connsiteY145" fmla="*/ 191841 h 376784"/>
                <a:gd name="connsiteX146" fmla="*/ 1422106 w 2912392"/>
                <a:gd name="connsiteY146" fmla="*/ 192388 h 376784"/>
                <a:gd name="connsiteX147" fmla="*/ 1431850 w 2912392"/>
                <a:gd name="connsiteY147" fmla="*/ 192937 h 376784"/>
                <a:gd name="connsiteX148" fmla="*/ 1441594 w 2912392"/>
                <a:gd name="connsiteY148" fmla="*/ 193492 h 376784"/>
                <a:gd name="connsiteX149" fmla="*/ 1451323 w 2912392"/>
                <a:gd name="connsiteY149" fmla="*/ 194046 h 376784"/>
                <a:gd name="connsiteX150" fmla="*/ 1461067 w 2912392"/>
                <a:gd name="connsiteY150" fmla="*/ 194601 h 376784"/>
                <a:gd name="connsiteX151" fmla="*/ 1470811 w 2912392"/>
                <a:gd name="connsiteY151" fmla="*/ 195154 h 376784"/>
                <a:gd name="connsiteX152" fmla="*/ 1480555 w 2912392"/>
                <a:gd name="connsiteY152" fmla="*/ 195706 h 376784"/>
                <a:gd name="connsiteX153" fmla="*/ 1490284 w 2912392"/>
                <a:gd name="connsiteY153" fmla="*/ 196252 h 376784"/>
                <a:gd name="connsiteX154" fmla="*/ 1500028 w 2912392"/>
                <a:gd name="connsiteY154" fmla="*/ 196793 h 376784"/>
                <a:gd name="connsiteX155" fmla="*/ 1509772 w 2912392"/>
                <a:gd name="connsiteY155" fmla="*/ 197325 h 376784"/>
                <a:gd name="connsiteX156" fmla="*/ 1519516 w 2912392"/>
                <a:gd name="connsiteY156" fmla="*/ 197848 h 376784"/>
                <a:gd name="connsiteX157" fmla="*/ 1529245 w 2912392"/>
                <a:gd name="connsiteY157" fmla="*/ 198359 h 376784"/>
                <a:gd name="connsiteX158" fmla="*/ 1538989 w 2912392"/>
                <a:gd name="connsiteY158" fmla="*/ 198858 h 376784"/>
                <a:gd name="connsiteX159" fmla="*/ 1548733 w 2912392"/>
                <a:gd name="connsiteY159" fmla="*/ 199341 h 376784"/>
                <a:gd name="connsiteX160" fmla="*/ 1558477 w 2912392"/>
                <a:gd name="connsiteY160" fmla="*/ 199809 h 376784"/>
                <a:gd name="connsiteX161" fmla="*/ 1568221 w 2912392"/>
                <a:gd name="connsiteY161" fmla="*/ 200257 h 376784"/>
                <a:gd name="connsiteX162" fmla="*/ 1577950 w 2912392"/>
                <a:gd name="connsiteY162" fmla="*/ 200686 h 376784"/>
                <a:gd name="connsiteX163" fmla="*/ 1587694 w 2912392"/>
                <a:gd name="connsiteY163" fmla="*/ 201093 h 376784"/>
                <a:gd name="connsiteX164" fmla="*/ 1597438 w 2912392"/>
                <a:gd name="connsiteY164" fmla="*/ 201476 h 376784"/>
                <a:gd name="connsiteX165" fmla="*/ 1607182 w 2912392"/>
                <a:gd name="connsiteY165" fmla="*/ 201835 h 376784"/>
                <a:gd name="connsiteX166" fmla="*/ 1616911 w 2912392"/>
                <a:gd name="connsiteY166" fmla="*/ 202166 h 376784"/>
                <a:gd name="connsiteX167" fmla="*/ 1626655 w 2912392"/>
                <a:gd name="connsiteY167" fmla="*/ 202470 h 376784"/>
                <a:gd name="connsiteX168" fmla="*/ 1636399 w 2912392"/>
                <a:gd name="connsiteY168" fmla="*/ 202744 h 376784"/>
                <a:gd name="connsiteX169" fmla="*/ 1646142 w 2912392"/>
                <a:gd name="connsiteY169" fmla="*/ 202987 h 376784"/>
                <a:gd name="connsiteX170" fmla="*/ 1655872 w 2912392"/>
                <a:gd name="connsiteY170" fmla="*/ 203198 h 376784"/>
                <a:gd name="connsiteX171" fmla="*/ 1665616 w 2912392"/>
                <a:gd name="connsiteY171" fmla="*/ 203376 h 376784"/>
                <a:gd name="connsiteX172" fmla="*/ 1675359 w 2912392"/>
                <a:gd name="connsiteY172" fmla="*/ 203517 h 376784"/>
                <a:gd name="connsiteX173" fmla="*/ 1685103 w 2912392"/>
                <a:gd name="connsiteY173" fmla="*/ 203624 h 376784"/>
                <a:gd name="connsiteX174" fmla="*/ 1694832 w 2912392"/>
                <a:gd name="connsiteY174" fmla="*/ 203694 h 376784"/>
                <a:gd name="connsiteX175" fmla="*/ 1704576 w 2912392"/>
                <a:gd name="connsiteY175" fmla="*/ 203727 h 376784"/>
                <a:gd name="connsiteX176" fmla="*/ 1714320 w 2912392"/>
                <a:gd name="connsiteY176" fmla="*/ 203721 h 376784"/>
                <a:gd name="connsiteX177" fmla="*/ 1724064 w 2912392"/>
                <a:gd name="connsiteY177" fmla="*/ 203676 h 376784"/>
                <a:gd name="connsiteX178" fmla="*/ 1733808 w 2912392"/>
                <a:gd name="connsiteY178" fmla="*/ 203590 h 376784"/>
                <a:gd name="connsiteX179" fmla="*/ 1743537 w 2912392"/>
                <a:gd name="connsiteY179" fmla="*/ 203465 h 376784"/>
                <a:gd name="connsiteX180" fmla="*/ 1753281 w 2912392"/>
                <a:gd name="connsiteY180" fmla="*/ 203300 h 376784"/>
                <a:gd name="connsiteX181" fmla="*/ 1763025 w 2912392"/>
                <a:gd name="connsiteY181" fmla="*/ 203091 h 376784"/>
                <a:gd name="connsiteX182" fmla="*/ 1772769 w 2912392"/>
                <a:gd name="connsiteY182" fmla="*/ 202842 h 376784"/>
                <a:gd name="connsiteX183" fmla="*/ 1782498 w 2912392"/>
                <a:gd name="connsiteY183" fmla="*/ 202552 h 376784"/>
                <a:gd name="connsiteX184" fmla="*/ 1792242 w 2912392"/>
                <a:gd name="connsiteY184" fmla="*/ 202219 h 376784"/>
                <a:gd name="connsiteX185" fmla="*/ 1801986 w 2912392"/>
                <a:gd name="connsiteY185" fmla="*/ 201845 h 376784"/>
                <a:gd name="connsiteX186" fmla="*/ 1811730 w 2912392"/>
                <a:gd name="connsiteY186" fmla="*/ 201428 h 376784"/>
                <a:gd name="connsiteX187" fmla="*/ 1821459 w 2912392"/>
                <a:gd name="connsiteY187" fmla="*/ 200971 h 376784"/>
                <a:gd name="connsiteX188" fmla="*/ 1831203 w 2912392"/>
                <a:gd name="connsiteY188" fmla="*/ 200472 h 376784"/>
                <a:gd name="connsiteX189" fmla="*/ 1840947 w 2912392"/>
                <a:gd name="connsiteY189" fmla="*/ 199931 h 376784"/>
                <a:gd name="connsiteX190" fmla="*/ 1850691 w 2912392"/>
                <a:gd name="connsiteY190" fmla="*/ 199350 h 376784"/>
                <a:gd name="connsiteX191" fmla="*/ 1860435 w 2912392"/>
                <a:gd name="connsiteY191" fmla="*/ 198729 h 376784"/>
                <a:gd name="connsiteX192" fmla="*/ 1870164 w 2912392"/>
                <a:gd name="connsiteY192" fmla="*/ 198067 h 376784"/>
                <a:gd name="connsiteX193" fmla="*/ 1879908 w 2912392"/>
                <a:gd name="connsiteY193" fmla="*/ 197365 h 376784"/>
                <a:gd name="connsiteX194" fmla="*/ 1889652 w 2912392"/>
                <a:gd name="connsiteY194" fmla="*/ 196625 h 376784"/>
                <a:gd name="connsiteX195" fmla="*/ 1899395 w 2912392"/>
                <a:gd name="connsiteY195" fmla="*/ 195847 h 376784"/>
                <a:gd name="connsiteX196" fmla="*/ 1909124 w 2912392"/>
                <a:gd name="connsiteY196" fmla="*/ 195031 h 376784"/>
                <a:gd name="connsiteX197" fmla="*/ 1918868 w 2912392"/>
                <a:gd name="connsiteY197" fmla="*/ 194177 h 376784"/>
                <a:gd name="connsiteX198" fmla="*/ 1928612 w 2912392"/>
                <a:gd name="connsiteY198" fmla="*/ 193287 h 376784"/>
                <a:gd name="connsiteX199" fmla="*/ 1938356 w 2912392"/>
                <a:gd name="connsiteY199" fmla="*/ 192361 h 376784"/>
                <a:gd name="connsiteX200" fmla="*/ 1948085 w 2912392"/>
                <a:gd name="connsiteY200" fmla="*/ 191400 h 376784"/>
                <a:gd name="connsiteX201" fmla="*/ 1957829 w 2912392"/>
                <a:gd name="connsiteY201" fmla="*/ 190405 h 376784"/>
                <a:gd name="connsiteX202" fmla="*/ 1967573 w 2912392"/>
                <a:gd name="connsiteY202" fmla="*/ 189376 h 376784"/>
                <a:gd name="connsiteX203" fmla="*/ 1977317 w 2912392"/>
                <a:gd name="connsiteY203" fmla="*/ 188314 h 376784"/>
                <a:gd name="connsiteX204" fmla="*/ 1987046 w 2912392"/>
                <a:gd name="connsiteY204" fmla="*/ 187219 h 376784"/>
                <a:gd name="connsiteX205" fmla="*/ 1996790 w 2912392"/>
                <a:gd name="connsiteY205" fmla="*/ 186093 h 376784"/>
                <a:gd name="connsiteX206" fmla="*/ 2006534 w 2912392"/>
                <a:gd name="connsiteY206" fmla="*/ 184934 h 376784"/>
                <a:gd name="connsiteX207" fmla="*/ 2016278 w 2912392"/>
                <a:gd name="connsiteY207" fmla="*/ 183746 h 376784"/>
                <a:gd name="connsiteX208" fmla="*/ 2026022 w 2912392"/>
                <a:gd name="connsiteY208" fmla="*/ 182526 h 376784"/>
                <a:gd name="connsiteX209" fmla="*/ 2035751 w 2912392"/>
                <a:gd name="connsiteY209" fmla="*/ 181277 h 376784"/>
                <a:gd name="connsiteX210" fmla="*/ 2045495 w 2912392"/>
                <a:gd name="connsiteY210" fmla="*/ 180001 h 376784"/>
                <a:gd name="connsiteX211" fmla="*/ 2055239 w 2912392"/>
                <a:gd name="connsiteY211" fmla="*/ 178694 h 376784"/>
                <a:gd name="connsiteX212" fmla="*/ 2064983 w 2912392"/>
                <a:gd name="connsiteY212" fmla="*/ 177359 h 376784"/>
                <a:gd name="connsiteX213" fmla="*/ 2074712 w 2912392"/>
                <a:gd name="connsiteY213" fmla="*/ 175996 h 376784"/>
                <a:gd name="connsiteX214" fmla="*/ 2084456 w 2912392"/>
                <a:gd name="connsiteY214" fmla="*/ 174604 h 376784"/>
                <a:gd name="connsiteX215" fmla="*/ 2094200 w 2912392"/>
                <a:gd name="connsiteY215" fmla="*/ 173184 h 376784"/>
                <a:gd name="connsiteX216" fmla="*/ 2103944 w 2912392"/>
                <a:gd name="connsiteY216" fmla="*/ 171738 h 376784"/>
                <a:gd name="connsiteX217" fmla="*/ 2113673 w 2912392"/>
                <a:gd name="connsiteY217" fmla="*/ 170263 h 376784"/>
                <a:gd name="connsiteX218" fmla="*/ 2123417 w 2912392"/>
                <a:gd name="connsiteY218" fmla="*/ 168761 h 376784"/>
                <a:gd name="connsiteX219" fmla="*/ 2133161 w 2912392"/>
                <a:gd name="connsiteY219" fmla="*/ 167231 h 376784"/>
                <a:gd name="connsiteX220" fmla="*/ 2142905 w 2912392"/>
                <a:gd name="connsiteY220" fmla="*/ 165672 h 376784"/>
                <a:gd name="connsiteX221" fmla="*/ 2152649 w 2912392"/>
                <a:gd name="connsiteY221" fmla="*/ 164085 h 376784"/>
                <a:gd name="connsiteX222" fmla="*/ 2162377 w 2912392"/>
                <a:gd name="connsiteY222" fmla="*/ 162470 h 376784"/>
                <a:gd name="connsiteX223" fmla="*/ 2172121 w 2912392"/>
                <a:gd name="connsiteY223" fmla="*/ 160827 h 376784"/>
                <a:gd name="connsiteX224" fmla="*/ 2181865 w 2912392"/>
                <a:gd name="connsiteY224" fmla="*/ 159154 h 376784"/>
                <a:gd name="connsiteX225" fmla="*/ 2191609 w 2912392"/>
                <a:gd name="connsiteY225" fmla="*/ 157451 h 376784"/>
                <a:gd name="connsiteX226" fmla="*/ 2201338 w 2912392"/>
                <a:gd name="connsiteY226" fmla="*/ 155717 h 376784"/>
                <a:gd name="connsiteX227" fmla="*/ 2211082 w 2912392"/>
                <a:gd name="connsiteY227" fmla="*/ 153954 h 376784"/>
                <a:gd name="connsiteX228" fmla="*/ 2220826 w 2912392"/>
                <a:gd name="connsiteY228" fmla="*/ 152159 h 376784"/>
                <a:gd name="connsiteX229" fmla="*/ 2230570 w 2912392"/>
                <a:gd name="connsiteY229" fmla="*/ 150331 h 376784"/>
                <a:gd name="connsiteX230" fmla="*/ 2240299 w 2912392"/>
                <a:gd name="connsiteY230" fmla="*/ 148471 h 376784"/>
                <a:gd name="connsiteX231" fmla="*/ 2250043 w 2912392"/>
                <a:gd name="connsiteY231" fmla="*/ 146578 h 376784"/>
                <a:gd name="connsiteX232" fmla="*/ 2259787 w 2912392"/>
                <a:gd name="connsiteY232" fmla="*/ 144651 h 376784"/>
                <a:gd name="connsiteX233" fmla="*/ 2269531 w 2912392"/>
                <a:gd name="connsiteY233" fmla="*/ 142690 h 376784"/>
                <a:gd name="connsiteX234" fmla="*/ 2279260 w 2912392"/>
                <a:gd name="connsiteY234" fmla="*/ 140693 h 376784"/>
                <a:gd name="connsiteX235" fmla="*/ 2289004 w 2912392"/>
                <a:gd name="connsiteY235" fmla="*/ 138660 h 376784"/>
                <a:gd name="connsiteX236" fmla="*/ 2298748 w 2912392"/>
                <a:gd name="connsiteY236" fmla="*/ 136592 h 376784"/>
                <a:gd name="connsiteX237" fmla="*/ 2308492 w 2912392"/>
                <a:gd name="connsiteY237" fmla="*/ 134486 h 376784"/>
                <a:gd name="connsiteX238" fmla="*/ 2318236 w 2912392"/>
                <a:gd name="connsiteY238" fmla="*/ 132342 h 376784"/>
                <a:gd name="connsiteX239" fmla="*/ 2327965 w 2912392"/>
                <a:gd name="connsiteY239" fmla="*/ 130160 h 376784"/>
                <a:gd name="connsiteX240" fmla="*/ 2337709 w 2912392"/>
                <a:gd name="connsiteY240" fmla="*/ 127940 h 376784"/>
                <a:gd name="connsiteX241" fmla="*/ 2347453 w 2912392"/>
                <a:gd name="connsiteY241" fmla="*/ 125682 h 376784"/>
                <a:gd name="connsiteX242" fmla="*/ 2357197 w 2912392"/>
                <a:gd name="connsiteY242" fmla="*/ 123384 h 376784"/>
                <a:gd name="connsiteX243" fmla="*/ 2366926 w 2912392"/>
                <a:gd name="connsiteY243" fmla="*/ 121047 h 376784"/>
                <a:gd name="connsiteX244" fmla="*/ 2376670 w 2912392"/>
                <a:gd name="connsiteY244" fmla="*/ 118670 h 376784"/>
                <a:gd name="connsiteX245" fmla="*/ 2386413 w 2912392"/>
                <a:gd name="connsiteY245" fmla="*/ 116255 h 376784"/>
                <a:gd name="connsiteX246" fmla="*/ 2396157 w 2912392"/>
                <a:gd name="connsiteY246" fmla="*/ 113801 h 376784"/>
                <a:gd name="connsiteX247" fmla="*/ 2405886 w 2912392"/>
                <a:gd name="connsiteY247" fmla="*/ 111309 h 376784"/>
                <a:gd name="connsiteX248" fmla="*/ 2415630 w 2912392"/>
                <a:gd name="connsiteY248" fmla="*/ 108779 h 376784"/>
                <a:gd name="connsiteX249" fmla="*/ 2425374 w 2912392"/>
                <a:gd name="connsiteY249" fmla="*/ 106210 h 376784"/>
                <a:gd name="connsiteX250" fmla="*/ 2435118 w 2912392"/>
                <a:gd name="connsiteY250" fmla="*/ 103606 h 376784"/>
                <a:gd name="connsiteX251" fmla="*/ 2444862 w 2912392"/>
                <a:gd name="connsiteY251" fmla="*/ 100966 h 376784"/>
                <a:gd name="connsiteX252" fmla="*/ 2454591 w 2912392"/>
                <a:gd name="connsiteY252" fmla="*/ 98293 h 376784"/>
                <a:gd name="connsiteX253" fmla="*/ 2464335 w 2912392"/>
                <a:gd name="connsiteY253" fmla="*/ 95586 h 376784"/>
                <a:gd name="connsiteX254" fmla="*/ 2474079 w 2912392"/>
                <a:gd name="connsiteY254" fmla="*/ 92847 h 376784"/>
                <a:gd name="connsiteX255" fmla="*/ 2483823 w 2912392"/>
                <a:gd name="connsiteY255" fmla="*/ 90081 h 376784"/>
                <a:gd name="connsiteX256" fmla="*/ 2493552 w 2912392"/>
                <a:gd name="connsiteY256" fmla="*/ 87286 h 376784"/>
                <a:gd name="connsiteX257" fmla="*/ 2503296 w 2912392"/>
                <a:gd name="connsiteY257" fmla="*/ 84467 h 376784"/>
                <a:gd name="connsiteX258" fmla="*/ 2513040 w 2912392"/>
                <a:gd name="connsiteY258" fmla="*/ 81624 h 376784"/>
                <a:gd name="connsiteX259" fmla="*/ 2522784 w 2912392"/>
                <a:gd name="connsiteY259" fmla="*/ 78762 h 376784"/>
                <a:gd name="connsiteX260" fmla="*/ 2532513 w 2912392"/>
                <a:gd name="connsiteY260" fmla="*/ 75883 h 376784"/>
                <a:gd name="connsiteX261" fmla="*/ 2542257 w 2912392"/>
                <a:gd name="connsiteY261" fmla="*/ 72990 h 376784"/>
                <a:gd name="connsiteX262" fmla="*/ 2552001 w 2912392"/>
                <a:gd name="connsiteY262" fmla="*/ 70086 h 376784"/>
                <a:gd name="connsiteX263" fmla="*/ 2561745 w 2912392"/>
                <a:gd name="connsiteY263" fmla="*/ 67176 h 376784"/>
                <a:gd name="connsiteX264" fmla="*/ 2571474 w 2912392"/>
                <a:gd name="connsiteY264" fmla="*/ 64264 h 376784"/>
                <a:gd name="connsiteX265" fmla="*/ 2581218 w 2912392"/>
                <a:gd name="connsiteY265" fmla="*/ 61352 h 376784"/>
                <a:gd name="connsiteX266" fmla="*/ 2590962 w 2912392"/>
                <a:gd name="connsiteY266" fmla="*/ 58446 h 376784"/>
                <a:gd name="connsiteX267" fmla="*/ 2600705 w 2912392"/>
                <a:gd name="connsiteY267" fmla="*/ 55548 h 376784"/>
                <a:gd name="connsiteX268" fmla="*/ 2610449 w 2912392"/>
                <a:gd name="connsiteY268" fmla="*/ 52666 h 376784"/>
                <a:gd name="connsiteX269" fmla="*/ 2620178 w 2912392"/>
                <a:gd name="connsiteY269" fmla="*/ 49803 h 376784"/>
                <a:gd name="connsiteX270" fmla="*/ 2629922 w 2912392"/>
                <a:gd name="connsiteY270" fmla="*/ 46963 h 376784"/>
                <a:gd name="connsiteX271" fmla="*/ 2639666 w 2912392"/>
                <a:gd name="connsiteY271" fmla="*/ 44155 h 376784"/>
                <a:gd name="connsiteX272" fmla="*/ 2649410 w 2912392"/>
                <a:gd name="connsiteY272" fmla="*/ 41380 h 376784"/>
                <a:gd name="connsiteX273" fmla="*/ 2659139 w 2912392"/>
                <a:gd name="connsiteY273" fmla="*/ 38646 h 376784"/>
                <a:gd name="connsiteX274" fmla="*/ 2668883 w 2912392"/>
                <a:gd name="connsiteY274" fmla="*/ 35957 h 376784"/>
                <a:gd name="connsiteX275" fmla="*/ 2678627 w 2912392"/>
                <a:gd name="connsiteY275" fmla="*/ 33322 h 376784"/>
                <a:gd name="connsiteX276" fmla="*/ 2688371 w 2912392"/>
                <a:gd name="connsiteY276" fmla="*/ 30743 h 376784"/>
                <a:gd name="connsiteX277" fmla="*/ 2698100 w 2912392"/>
                <a:gd name="connsiteY277" fmla="*/ 28226 h 376784"/>
                <a:gd name="connsiteX278" fmla="*/ 2707844 w 2912392"/>
                <a:gd name="connsiteY278" fmla="*/ 25780 h 376784"/>
                <a:gd name="connsiteX279" fmla="*/ 2717588 w 2912392"/>
                <a:gd name="connsiteY279" fmla="*/ 23409 h 376784"/>
                <a:gd name="connsiteX280" fmla="*/ 2727332 w 2912392"/>
                <a:gd name="connsiteY280" fmla="*/ 21119 h 376784"/>
                <a:gd name="connsiteX281" fmla="*/ 2737076 w 2912392"/>
                <a:gd name="connsiteY281" fmla="*/ 18917 h 376784"/>
                <a:gd name="connsiteX282" fmla="*/ 2746805 w 2912392"/>
                <a:gd name="connsiteY282" fmla="*/ 16807 h 376784"/>
                <a:gd name="connsiteX283" fmla="*/ 2756549 w 2912392"/>
                <a:gd name="connsiteY283" fmla="*/ 14798 h 376784"/>
                <a:gd name="connsiteX284" fmla="*/ 2766293 w 2912392"/>
                <a:gd name="connsiteY284" fmla="*/ 12892 h 376784"/>
                <a:gd name="connsiteX285" fmla="*/ 2776037 w 2912392"/>
                <a:gd name="connsiteY285" fmla="*/ 11097 h 376784"/>
                <a:gd name="connsiteX286" fmla="*/ 2785766 w 2912392"/>
                <a:gd name="connsiteY286" fmla="*/ 9419 h 376784"/>
                <a:gd name="connsiteX287" fmla="*/ 2795510 w 2912392"/>
                <a:gd name="connsiteY287" fmla="*/ 7862 h 376784"/>
                <a:gd name="connsiteX288" fmla="*/ 2805254 w 2912392"/>
                <a:gd name="connsiteY288" fmla="*/ 6430 h 376784"/>
                <a:gd name="connsiteX289" fmla="*/ 2814998 w 2912392"/>
                <a:gd name="connsiteY289" fmla="*/ 5133 h 376784"/>
                <a:gd name="connsiteX290" fmla="*/ 2824727 w 2912392"/>
                <a:gd name="connsiteY290" fmla="*/ 3971 h 376784"/>
                <a:gd name="connsiteX291" fmla="*/ 2834471 w 2912392"/>
                <a:gd name="connsiteY291" fmla="*/ 2948 h 376784"/>
                <a:gd name="connsiteX292" fmla="*/ 2844215 w 2912392"/>
                <a:gd name="connsiteY292" fmla="*/ 2074 h 376784"/>
                <a:gd name="connsiteX293" fmla="*/ 2853958 w 2912392"/>
                <a:gd name="connsiteY293" fmla="*/ 1347 h 376784"/>
                <a:gd name="connsiteX294" fmla="*/ 2863687 w 2912392"/>
                <a:gd name="connsiteY294" fmla="*/ 773 h 376784"/>
                <a:gd name="connsiteX295" fmla="*/ 2873431 w 2912392"/>
                <a:gd name="connsiteY295" fmla="*/ 356 h 376784"/>
                <a:gd name="connsiteX296" fmla="*/ 2883175 w 2912392"/>
                <a:gd name="connsiteY296" fmla="*/ 97 h 376784"/>
                <a:gd name="connsiteX297" fmla="*/ 2892919 w 2912392"/>
                <a:gd name="connsiteY297" fmla="*/ 0 h 376784"/>
                <a:gd name="connsiteX298" fmla="*/ 2902663 w 2912392"/>
                <a:gd name="connsiteY298" fmla="*/ 65 h 376784"/>
                <a:gd name="connsiteX299" fmla="*/ 2912392 w 2912392"/>
                <a:gd name="connsiteY299" fmla="*/ 296 h 376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76784">
                  <a:moveTo>
                    <a:pt x="0" y="376785"/>
                  </a:moveTo>
                  <a:lnTo>
                    <a:pt x="9739" y="373704"/>
                  </a:lnTo>
                  <a:lnTo>
                    <a:pt x="19480" y="370457"/>
                  </a:lnTo>
                  <a:lnTo>
                    <a:pt x="29221" y="367045"/>
                  </a:lnTo>
                  <a:lnTo>
                    <a:pt x="38961" y="363474"/>
                  </a:lnTo>
                  <a:lnTo>
                    <a:pt x="48702" y="359745"/>
                  </a:lnTo>
                  <a:lnTo>
                    <a:pt x="58443" y="355862"/>
                  </a:lnTo>
                  <a:lnTo>
                    <a:pt x="68182" y="351832"/>
                  </a:lnTo>
                  <a:lnTo>
                    <a:pt x="77923" y="347657"/>
                  </a:lnTo>
                  <a:lnTo>
                    <a:pt x="87664" y="343346"/>
                  </a:lnTo>
                  <a:lnTo>
                    <a:pt x="97404" y="338901"/>
                  </a:lnTo>
                  <a:lnTo>
                    <a:pt x="107145" y="334330"/>
                  </a:lnTo>
                  <a:lnTo>
                    <a:pt x="116886" y="329643"/>
                  </a:lnTo>
                  <a:lnTo>
                    <a:pt x="126625" y="324842"/>
                  </a:lnTo>
                  <a:lnTo>
                    <a:pt x="136366" y="319939"/>
                  </a:lnTo>
                  <a:lnTo>
                    <a:pt x="146107" y="314941"/>
                  </a:lnTo>
                  <a:lnTo>
                    <a:pt x="155846" y="309856"/>
                  </a:lnTo>
                  <a:lnTo>
                    <a:pt x="165587" y="304693"/>
                  </a:lnTo>
                  <a:lnTo>
                    <a:pt x="175328" y="299461"/>
                  </a:lnTo>
                  <a:lnTo>
                    <a:pt x="185068" y="294168"/>
                  </a:lnTo>
                  <a:lnTo>
                    <a:pt x="194809" y="288827"/>
                  </a:lnTo>
                  <a:lnTo>
                    <a:pt x="204550" y="283446"/>
                  </a:lnTo>
                  <a:lnTo>
                    <a:pt x="214289" y="278034"/>
                  </a:lnTo>
                  <a:lnTo>
                    <a:pt x="224030" y="272604"/>
                  </a:lnTo>
                  <a:lnTo>
                    <a:pt x="233771" y="267163"/>
                  </a:lnTo>
                  <a:lnTo>
                    <a:pt x="243510" y="261723"/>
                  </a:lnTo>
                  <a:lnTo>
                    <a:pt x="253251" y="256294"/>
                  </a:lnTo>
                  <a:lnTo>
                    <a:pt x="262992" y="250885"/>
                  </a:lnTo>
                  <a:lnTo>
                    <a:pt x="272732" y="245510"/>
                  </a:lnTo>
                  <a:lnTo>
                    <a:pt x="282473" y="240176"/>
                  </a:lnTo>
                  <a:lnTo>
                    <a:pt x="292214" y="234894"/>
                  </a:lnTo>
                  <a:lnTo>
                    <a:pt x="301953" y="229674"/>
                  </a:lnTo>
                  <a:lnTo>
                    <a:pt x="311694" y="224525"/>
                  </a:lnTo>
                  <a:lnTo>
                    <a:pt x="321435" y="219456"/>
                  </a:lnTo>
                  <a:lnTo>
                    <a:pt x="331175" y="214478"/>
                  </a:lnTo>
                  <a:lnTo>
                    <a:pt x="340916" y="209599"/>
                  </a:lnTo>
                  <a:lnTo>
                    <a:pt x="350656" y="204827"/>
                  </a:lnTo>
                  <a:lnTo>
                    <a:pt x="360396" y="200171"/>
                  </a:lnTo>
                  <a:lnTo>
                    <a:pt x="370137" y="195639"/>
                  </a:lnTo>
                  <a:lnTo>
                    <a:pt x="379878" y="191237"/>
                  </a:lnTo>
                  <a:lnTo>
                    <a:pt x="389617" y="186973"/>
                  </a:lnTo>
                  <a:lnTo>
                    <a:pt x="399358" y="182852"/>
                  </a:lnTo>
                  <a:lnTo>
                    <a:pt x="409099" y="178882"/>
                  </a:lnTo>
                  <a:lnTo>
                    <a:pt x="418839" y="175067"/>
                  </a:lnTo>
                  <a:lnTo>
                    <a:pt x="428580" y="171413"/>
                  </a:lnTo>
                  <a:lnTo>
                    <a:pt x="438321" y="167923"/>
                  </a:lnTo>
                  <a:lnTo>
                    <a:pt x="448060" y="164602"/>
                  </a:lnTo>
                  <a:lnTo>
                    <a:pt x="457801" y="161453"/>
                  </a:lnTo>
                  <a:lnTo>
                    <a:pt x="467542" y="158479"/>
                  </a:lnTo>
                  <a:lnTo>
                    <a:pt x="477281" y="155679"/>
                  </a:lnTo>
                  <a:lnTo>
                    <a:pt x="487022" y="153060"/>
                  </a:lnTo>
                  <a:lnTo>
                    <a:pt x="496763" y="150618"/>
                  </a:lnTo>
                  <a:lnTo>
                    <a:pt x="506503" y="148357"/>
                  </a:lnTo>
                  <a:lnTo>
                    <a:pt x="516244" y="146274"/>
                  </a:lnTo>
                  <a:lnTo>
                    <a:pt x="525985" y="144370"/>
                  </a:lnTo>
                  <a:lnTo>
                    <a:pt x="535724" y="142643"/>
                  </a:lnTo>
                  <a:lnTo>
                    <a:pt x="545465" y="141092"/>
                  </a:lnTo>
                  <a:lnTo>
                    <a:pt x="555206" y="139712"/>
                  </a:lnTo>
                  <a:lnTo>
                    <a:pt x="564946" y="138505"/>
                  </a:lnTo>
                  <a:lnTo>
                    <a:pt x="574687" y="137464"/>
                  </a:lnTo>
                  <a:lnTo>
                    <a:pt x="584428" y="136586"/>
                  </a:lnTo>
                  <a:lnTo>
                    <a:pt x="594167" y="135867"/>
                  </a:lnTo>
                  <a:lnTo>
                    <a:pt x="603908" y="135304"/>
                  </a:lnTo>
                  <a:lnTo>
                    <a:pt x="613649" y="134889"/>
                  </a:lnTo>
                  <a:lnTo>
                    <a:pt x="623388" y="134620"/>
                  </a:lnTo>
                  <a:lnTo>
                    <a:pt x="633129" y="134489"/>
                  </a:lnTo>
                  <a:lnTo>
                    <a:pt x="642870" y="134492"/>
                  </a:lnTo>
                  <a:lnTo>
                    <a:pt x="652610" y="134620"/>
                  </a:lnTo>
                  <a:lnTo>
                    <a:pt x="662351" y="134870"/>
                  </a:lnTo>
                  <a:lnTo>
                    <a:pt x="672092" y="135234"/>
                  </a:lnTo>
                  <a:lnTo>
                    <a:pt x="681831" y="135704"/>
                  </a:lnTo>
                  <a:lnTo>
                    <a:pt x="691572" y="136276"/>
                  </a:lnTo>
                  <a:lnTo>
                    <a:pt x="701313" y="136941"/>
                  </a:lnTo>
                  <a:lnTo>
                    <a:pt x="711052" y="137692"/>
                  </a:lnTo>
                  <a:lnTo>
                    <a:pt x="720793" y="138523"/>
                  </a:lnTo>
                  <a:lnTo>
                    <a:pt x="730534" y="139428"/>
                  </a:lnTo>
                  <a:lnTo>
                    <a:pt x="740274" y="140398"/>
                  </a:lnTo>
                  <a:lnTo>
                    <a:pt x="750015" y="141426"/>
                  </a:lnTo>
                  <a:lnTo>
                    <a:pt x="759756" y="142506"/>
                  </a:lnTo>
                  <a:lnTo>
                    <a:pt x="769495" y="143632"/>
                  </a:lnTo>
                  <a:lnTo>
                    <a:pt x="779236" y="144796"/>
                  </a:lnTo>
                  <a:lnTo>
                    <a:pt x="788977" y="145992"/>
                  </a:lnTo>
                  <a:lnTo>
                    <a:pt x="798717" y="147215"/>
                  </a:lnTo>
                  <a:lnTo>
                    <a:pt x="808458" y="148459"/>
                  </a:lnTo>
                  <a:lnTo>
                    <a:pt x="818199" y="149717"/>
                  </a:lnTo>
                  <a:lnTo>
                    <a:pt x="827938" y="150983"/>
                  </a:lnTo>
                  <a:lnTo>
                    <a:pt x="837679" y="152254"/>
                  </a:lnTo>
                  <a:lnTo>
                    <a:pt x="847420" y="153524"/>
                  </a:lnTo>
                  <a:lnTo>
                    <a:pt x="857159" y="154787"/>
                  </a:lnTo>
                  <a:lnTo>
                    <a:pt x="866900" y="156041"/>
                  </a:lnTo>
                  <a:lnTo>
                    <a:pt x="876641" y="157281"/>
                  </a:lnTo>
                  <a:lnTo>
                    <a:pt x="886381" y="158504"/>
                  </a:lnTo>
                  <a:lnTo>
                    <a:pt x="896122" y="159705"/>
                  </a:lnTo>
                  <a:lnTo>
                    <a:pt x="905863" y="160882"/>
                  </a:lnTo>
                  <a:lnTo>
                    <a:pt x="915602" y="162034"/>
                  </a:lnTo>
                  <a:lnTo>
                    <a:pt x="925343" y="163156"/>
                  </a:lnTo>
                  <a:lnTo>
                    <a:pt x="935084" y="164246"/>
                  </a:lnTo>
                  <a:lnTo>
                    <a:pt x="944824" y="165304"/>
                  </a:lnTo>
                  <a:lnTo>
                    <a:pt x="954564" y="166328"/>
                  </a:lnTo>
                  <a:lnTo>
                    <a:pt x="964305" y="167317"/>
                  </a:lnTo>
                  <a:lnTo>
                    <a:pt x="974045" y="168269"/>
                  </a:lnTo>
                  <a:lnTo>
                    <a:pt x="983786" y="169185"/>
                  </a:lnTo>
                  <a:lnTo>
                    <a:pt x="993522" y="170064"/>
                  </a:lnTo>
                  <a:lnTo>
                    <a:pt x="1003266" y="170908"/>
                  </a:lnTo>
                  <a:lnTo>
                    <a:pt x="1013010" y="171715"/>
                  </a:lnTo>
                  <a:lnTo>
                    <a:pt x="1022754" y="172485"/>
                  </a:lnTo>
                  <a:lnTo>
                    <a:pt x="1032483" y="173223"/>
                  </a:lnTo>
                  <a:lnTo>
                    <a:pt x="1042227" y="173925"/>
                  </a:lnTo>
                  <a:lnTo>
                    <a:pt x="1051971" y="174594"/>
                  </a:lnTo>
                  <a:lnTo>
                    <a:pt x="1061715" y="175233"/>
                  </a:lnTo>
                  <a:lnTo>
                    <a:pt x="1071444" y="175841"/>
                  </a:lnTo>
                  <a:lnTo>
                    <a:pt x="1081188" y="176420"/>
                  </a:lnTo>
                  <a:lnTo>
                    <a:pt x="1090932" y="176975"/>
                  </a:lnTo>
                  <a:lnTo>
                    <a:pt x="1100676" y="177503"/>
                  </a:lnTo>
                  <a:lnTo>
                    <a:pt x="1110405" y="178010"/>
                  </a:lnTo>
                  <a:lnTo>
                    <a:pt x="1120149" y="178494"/>
                  </a:lnTo>
                  <a:lnTo>
                    <a:pt x="1129893" y="178962"/>
                  </a:lnTo>
                  <a:lnTo>
                    <a:pt x="1139637" y="179412"/>
                  </a:lnTo>
                  <a:lnTo>
                    <a:pt x="1149381" y="179847"/>
                  </a:lnTo>
                  <a:lnTo>
                    <a:pt x="1159110" y="180270"/>
                  </a:lnTo>
                  <a:lnTo>
                    <a:pt x="1168854" y="180683"/>
                  </a:lnTo>
                  <a:lnTo>
                    <a:pt x="1178598" y="181087"/>
                  </a:lnTo>
                  <a:lnTo>
                    <a:pt x="1188341" y="181484"/>
                  </a:lnTo>
                  <a:lnTo>
                    <a:pt x="1198070" y="181878"/>
                  </a:lnTo>
                  <a:lnTo>
                    <a:pt x="1207814" y="182270"/>
                  </a:lnTo>
                  <a:lnTo>
                    <a:pt x="1217558" y="182658"/>
                  </a:lnTo>
                  <a:lnTo>
                    <a:pt x="1227302" y="183049"/>
                  </a:lnTo>
                  <a:lnTo>
                    <a:pt x="1237031" y="183442"/>
                  </a:lnTo>
                  <a:lnTo>
                    <a:pt x="1246775" y="183838"/>
                  </a:lnTo>
                  <a:lnTo>
                    <a:pt x="1256519" y="184239"/>
                  </a:lnTo>
                  <a:lnTo>
                    <a:pt x="1266263" y="184646"/>
                  </a:lnTo>
                  <a:lnTo>
                    <a:pt x="1276007" y="185060"/>
                  </a:lnTo>
                  <a:lnTo>
                    <a:pt x="1285736" y="185483"/>
                  </a:lnTo>
                  <a:lnTo>
                    <a:pt x="1295480" y="185914"/>
                  </a:lnTo>
                  <a:lnTo>
                    <a:pt x="1305224" y="186355"/>
                  </a:lnTo>
                  <a:lnTo>
                    <a:pt x="1314968" y="186805"/>
                  </a:lnTo>
                  <a:lnTo>
                    <a:pt x="1324697" y="187265"/>
                  </a:lnTo>
                  <a:lnTo>
                    <a:pt x="1334441" y="187736"/>
                  </a:lnTo>
                  <a:lnTo>
                    <a:pt x="1344185" y="188217"/>
                  </a:lnTo>
                  <a:lnTo>
                    <a:pt x="1353929" y="188707"/>
                  </a:lnTo>
                  <a:lnTo>
                    <a:pt x="1363658" y="189210"/>
                  </a:lnTo>
                  <a:lnTo>
                    <a:pt x="1373402" y="189719"/>
                  </a:lnTo>
                  <a:lnTo>
                    <a:pt x="1383146" y="190238"/>
                  </a:lnTo>
                  <a:lnTo>
                    <a:pt x="1392890" y="190765"/>
                  </a:lnTo>
                  <a:lnTo>
                    <a:pt x="1402619" y="191300"/>
                  </a:lnTo>
                  <a:lnTo>
                    <a:pt x="1412363" y="191841"/>
                  </a:lnTo>
                  <a:lnTo>
                    <a:pt x="1422106" y="192388"/>
                  </a:lnTo>
                  <a:lnTo>
                    <a:pt x="1431850" y="192937"/>
                  </a:lnTo>
                  <a:lnTo>
                    <a:pt x="1441594" y="193492"/>
                  </a:lnTo>
                  <a:lnTo>
                    <a:pt x="1451323" y="194046"/>
                  </a:lnTo>
                  <a:lnTo>
                    <a:pt x="1461067" y="194601"/>
                  </a:lnTo>
                  <a:lnTo>
                    <a:pt x="1470811" y="195154"/>
                  </a:lnTo>
                  <a:lnTo>
                    <a:pt x="1480555" y="195706"/>
                  </a:lnTo>
                  <a:lnTo>
                    <a:pt x="1490284" y="196252"/>
                  </a:lnTo>
                  <a:lnTo>
                    <a:pt x="1500028" y="196793"/>
                  </a:lnTo>
                  <a:lnTo>
                    <a:pt x="1509772" y="197325"/>
                  </a:lnTo>
                  <a:lnTo>
                    <a:pt x="1519516" y="197848"/>
                  </a:lnTo>
                  <a:lnTo>
                    <a:pt x="1529245" y="198359"/>
                  </a:lnTo>
                  <a:lnTo>
                    <a:pt x="1538989" y="198858"/>
                  </a:lnTo>
                  <a:lnTo>
                    <a:pt x="1548733" y="199341"/>
                  </a:lnTo>
                  <a:lnTo>
                    <a:pt x="1558477" y="199809"/>
                  </a:lnTo>
                  <a:lnTo>
                    <a:pt x="1568221" y="200257"/>
                  </a:lnTo>
                  <a:lnTo>
                    <a:pt x="1577950" y="200686"/>
                  </a:lnTo>
                  <a:lnTo>
                    <a:pt x="1587694" y="201093"/>
                  </a:lnTo>
                  <a:lnTo>
                    <a:pt x="1597438" y="201476"/>
                  </a:lnTo>
                  <a:lnTo>
                    <a:pt x="1607182" y="201835"/>
                  </a:lnTo>
                  <a:lnTo>
                    <a:pt x="1616911" y="202166"/>
                  </a:lnTo>
                  <a:lnTo>
                    <a:pt x="1626655" y="202470"/>
                  </a:lnTo>
                  <a:lnTo>
                    <a:pt x="1636399" y="202744"/>
                  </a:lnTo>
                  <a:lnTo>
                    <a:pt x="1646142" y="202987"/>
                  </a:lnTo>
                  <a:lnTo>
                    <a:pt x="1655872" y="203198"/>
                  </a:lnTo>
                  <a:lnTo>
                    <a:pt x="1665616" y="203376"/>
                  </a:lnTo>
                  <a:lnTo>
                    <a:pt x="1675359" y="203517"/>
                  </a:lnTo>
                  <a:lnTo>
                    <a:pt x="1685103" y="203624"/>
                  </a:lnTo>
                  <a:lnTo>
                    <a:pt x="1694832" y="203694"/>
                  </a:lnTo>
                  <a:lnTo>
                    <a:pt x="1704576" y="203727"/>
                  </a:lnTo>
                  <a:lnTo>
                    <a:pt x="1714320" y="203721"/>
                  </a:lnTo>
                  <a:lnTo>
                    <a:pt x="1724064" y="203676"/>
                  </a:lnTo>
                  <a:lnTo>
                    <a:pt x="1733808" y="203590"/>
                  </a:lnTo>
                  <a:lnTo>
                    <a:pt x="1743537" y="203465"/>
                  </a:lnTo>
                  <a:lnTo>
                    <a:pt x="1753281" y="203300"/>
                  </a:lnTo>
                  <a:lnTo>
                    <a:pt x="1763025" y="203091"/>
                  </a:lnTo>
                  <a:lnTo>
                    <a:pt x="1772769" y="202842"/>
                  </a:lnTo>
                  <a:lnTo>
                    <a:pt x="1782498" y="202552"/>
                  </a:lnTo>
                  <a:lnTo>
                    <a:pt x="1792242" y="202219"/>
                  </a:lnTo>
                  <a:lnTo>
                    <a:pt x="1801986" y="201845"/>
                  </a:lnTo>
                  <a:lnTo>
                    <a:pt x="1811730" y="201428"/>
                  </a:lnTo>
                  <a:lnTo>
                    <a:pt x="1821459" y="200971"/>
                  </a:lnTo>
                  <a:lnTo>
                    <a:pt x="1831203" y="200472"/>
                  </a:lnTo>
                  <a:lnTo>
                    <a:pt x="1840947" y="199931"/>
                  </a:lnTo>
                  <a:lnTo>
                    <a:pt x="1850691" y="199350"/>
                  </a:lnTo>
                  <a:lnTo>
                    <a:pt x="1860435" y="198729"/>
                  </a:lnTo>
                  <a:lnTo>
                    <a:pt x="1870164" y="198067"/>
                  </a:lnTo>
                  <a:lnTo>
                    <a:pt x="1879908" y="197365"/>
                  </a:lnTo>
                  <a:lnTo>
                    <a:pt x="1889652" y="196625"/>
                  </a:lnTo>
                  <a:lnTo>
                    <a:pt x="1899395" y="195847"/>
                  </a:lnTo>
                  <a:lnTo>
                    <a:pt x="1909124" y="195031"/>
                  </a:lnTo>
                  <a:lnTo>
                    <a:pt x="1918868" y="194177"/>
                  </a:lnTo>
                  <a:lnTo>
                    <a:pt x="1928612" y="193287"/>
                  </a:lnTo>
                  <a:lnTo>
                    <a:pt x="1938356" y="192361"/>
                  </a:lnTo>
                  <a:lnTo>
                    <a:pt x="1948085" y="191400"/>
                  </a:lnTo>
                  <a:lnTo>
                    <a:pt x="1957829" y="190405"/>
                  </a:lnTo>
                  <a:lnTo>
                    <a:pt x="1967573" y="189376"/>
                  </a:lnTo>
                  <a:lnTo>
                    <a:pt x="1977317" y="188314"/>
                  </a:lnTo>
                  <a:lnTo>
                    <a:pt x="1987046" y="187219"/>
                  </a:lnTo>
                  <a:lnTo>
                    <a:pt x="1996790" y="186093"/>
                  </a:lnTo>
                  <a:lnTo>
                    <a:pt x="2006534" y="184934"/>
                  </a:lnTo>
                  <a:lnTo>
                    <a:pt x="2016278" y="183746"/>
                  </a:lnTo>
                  <a:lnTo>
                    <a:pt x="2026022" y="182526"/>
                  </a:lnTo>
                  <a:lnTo>
                    <a:pt x="2035751" y="181277"/>
                  </a:lnTo>
                  <a:lnTo>
                    <a:pt x="2045495" y="180001"/>
                  </a:lnTo>
                  <a:lnTo>
                    <a:pt x="2055239" y="178694"/>
                  </a:lnTo>
                  <a:lnTo>
                    <a:pt x="2064983" y="177359"/>
                  </a:lnTo>
                  <a:lnTo>
                    <a:pt x="2074712" y="175996"/>
                  </a:lnTo>
                  <a:lnTo>
                    <a:pt x="2084456" y="174604"/>
                  </a:lnTo>
                  <a:lnTo>
                    <a:pt x="2094200" y="173184"/>
                  </a:lnTo>
                  <a:lnTo>
                    <a:pt x="2103944" y="171738"/>
                  </a:lnTo>
                  <a:lnTo>
                    <a:pt x="2113673" y="170263"/>
                  </a:lnTo>
                  <a:lnTo>
                    <a:pt x="2123417" y="168761"/>
                  </a:lnTo>
                  <a:lnTo>
                    <a:pt x="2133161" y="167231"/>
                  </a:lnTo>
                  <a:lnTo>
                    <a:pt x="2142905" y="165672"/>
                  </a:lnTo>
                  <a:lnTo>
                    <a:pt x="2152649" y="164085"/>
                  </a:lnTo>
                  <a:lnTo>
                    <a:pt x="2162377" y="162470"/>
                  </a:lnTo>
                  <a:lnTo>
                    <a:pt x="2172121" y="160827"/>
                  </a:lnTo>
                  <a:lnTo>
                    <a:pt x="2181865" y="159154"/>
                  </a:lnTo>
                  <a:lnTo>
                    <a:pt x="2191609" y="157451"/>
                  </a:lnTo>
                  <a:lnTo>
                    <a:pt x="2201338" y="155717"/>
                  </a:lnTo>
                  <a:lnTo>
                    <a:pt x="2211082" y="153954"/>
                  </a:lnTo>
                  <a:lnTo>
                    <a:pt x="2220826" y="152159"/>
                  </a:lnTo>
                  <a:lnTo>
                    <a:pt x="2230570" y="150331"/>
                  </a:lnTo>
                  <a:lnTo>
                    <a:pt x="2240299" y="148471"/>
                  </a:lnTo>
                  <a:lnTo>
                    <a:pt x="2250043" y="146578"/>
                  </a:lnTo>
                  <a:lnTo>
                    <a:pt x="2259787" y="144651"/>
                  </a:lnTo>
                  <a:lnTo>
                    <a:pt x="2269531" y="142690"/>
                  </a:lnTo>
                  <a:lnTo>
                    <a:pt x="2279260" y="140693"/>
                  </a:lnTo>
                  <a:lnTo>
                    <a:pt x="2289004" y="138660"/>
                  </a:lnTo>
                  <a:lnTo>
                    <a:pt x="2298748" y="136592"/>
                  </a:lnTo>
                  <a:lnTo>
                    <a:pt x="2308492" y="134486"/>
                  </a:lnTo>
                  <a:lnTo>
                    <a:pt x="2318236" y="132342"/>
                  </a:lnTo>
                  <a:lnTo>
                    <a:pt x="2327965" y="130160"/>
                  </a:lnTo>
                  <a:lnTo>
                    <a:pt x="2337709" y="127940"/>
                  </a:lnTo>
                  <a:lnTo>
                    <a:pt x="2347453" y="125682"/>
                  </a:lnTo>
                  <a:lnTo>
                    <a:pt x="2357197" y="123384"/>
                  </a:lnTo>
                  <a:lnTo>
                    <a:pt x="2366926" y="121047"/>
                  </a:lnTo>
                  <a:lnTo>
                    <a:pt x="2376670" y="118670"/>
                  </a:lnTo>
                  <a:lnTo>
                    <a:pt x="2386413" y="116255"/>
                  </a:lnTo>
                  <a:lnTo>
                    <a:pt x="2396157" y="113801"/>
                  </a:lnTo>
                  <a:lnTo>
                    <a:pt x="2405886" y="111309"/>
                  </a:lnTo>
                  <a:lnTo>
                    <a:pt x="2415630" y="108779"/>
                  </a:lnTo>
                  <a:lnTo>
                    <a:pt x="2425374" y="106210"/>
                  </a:lnTo>
                  <a:lnTo>
                    <a:pt x="2435118" y="103606"/>
                  </a:lnTo>
                  <a:lnTo>
                    <a:pt x="2444862" y="100966"/>
                  </a:lnTo>
                  <a:lnTo>
                    <a:pt x="2454591" y="98293"/>
                  </a:lnTo>
                  <a:lnTo>
                    <a:pt x="2464335" y="95586"/>
                  </a:lnTo>
                  <a:lnTo>
                    <a:pt x="2474079" y="92847"/>
                  </a:lnTo>
                  <a:lnTo>
                    <a:pt x="2483823" y="90081"/>
                  </a:lnTo>
                  <a:lnTo>
                    <a:pt x="2493552" y="87286"/>
                  </a:lnTo>
                  <a:lnTo>
                    <a:pt x="2503296" y="84467"/>
                  </a:lnTo>
                  <a:lnTo>
                    <a:pt x="2513040" y="81624"/>
                  </a:lnTo>
                  <a:lnTo>
                    <a:pt x="2522784" y="78762"/>
                  </a:lnTo>
                  <a:lnTo>
                    <a:pt x="2532513" y="75883"/>
                  </a:lnTo>
                  <a:lnTo>
                    <a:pt x="2542257" y="72990"/>
                  </a:lnTo>
                  <a:lnTo>
                    <a:pt x="2552001" y="70086"/>
                  </a:lnTo>
                  <a:lnTo>
                    <a:pt x="2561745" y="67176"/>
                  </a:lnTo>
                  <a:lnTo>
                    <a:pt x="2571474" y="64264"/>
                  </a:lnTo>
                  <a:lnTo>
                    <a:pt x="2581218" y="61352"/>
                  </a:lnTo>
                  <a:lnTo>
                    <a:pt x="2590962" y="58446"/>
                  </a:lnTo>
                  <a:lnTo>
                    <a:pt x="2600705" y="55548"/>
                  </a:lnTo>
                  <a:lnTo>
                    <a:pt x="2610449" y="52666"/>
                  </a:lnTo>
                  <a:lnTo>
                    <a:pt x="2620178" y="49803"/>
                  </a:lnTo>
                  <a:lnTo>
                    <a:pt x="2629922" y="46963"/>
                  </a:lnTo>
                  <a:lnTo>
                    <a:pt x="2639666" y="44155"/>
                  </a:lnTo>
                  <a:lnTo>
                    <a:pt x="2649410" y="41380"/>
                  </a:lnTo>
                  <a:lnTo>
                    <a:pt x="2659139" y="38646"/>
                  </a:lnTo>
                  <a:lnTo>
                    <a:pt x="2668883" y="35957"/>
                  </a:lnTo>
                  <a:lnTo>
                    <a:pt x="2678627" y="33322"/>
                  </a:lnTo>
                  <a:lnTo>
                    <a:pt x="2688371" y="30743"/>
                  </a:lnTo>
                  <a:lnTo>
                    <a:pt x="2698100" y="28226"/>
                  </a:lnTo>
                  <a:lnTo>
                    <a:pt x="2707844" y="25780"/>
                  </a:lnTo>
                  <a:lnTo>
                    <a:pt x="2717588" y="23409"/>
                  </a:lnTo>
                  <a:lnTo>
                    <a:pt x="2727332" y="21119"/>
                  </a:lnTo>
                  <a:lnTo>
                    <a:pt x="2737076" y="18917"/>
                  </a:lnTo>
                  <a:lnTo>
                    <a:pt x="2746805" y="16807"/>
                  </a:lnTo>
                  <a:lnTo>
                    <a:pt x="2756549" y="14798"/>
                  </a:lnTo>
                  <a:lnTo>
                    <a:pt x="2766293" y="12892"/>
                  </a:lnTo>
                  <a:lnTo>
                    <a:pt x="2776037" y="11097"/>
                  </a:lnTo>
                  <a:lnTo>
                    <a:pt x="2785766" y="9419"/>
                  </a:lnTo>
                  <a:lnTo>
                    <a:pt x="2795510" y="7862"/>
                  </a:lnTo>
                  <a:lnTo>
                    <a:pt x="2805254" y="6430"/>
                  </a:lnTo>
                  <a:lnTo>
                    <a:pt x="2814998" y="5133"/>
                  </a:lnTo>
                  <a:lnTo>
                    <a:pt x="2824727" y="3971"/>
                  </a:lnTo>
                  <a:lnTo>
                    <a:pt x="2834471" y="2948"/>
                  </a:lnTo>
                  <a:lnTo>
                    <a:pt x="2844215" y="2074"/>
                  </a:lnTo>
                  <a:lnTo>
                    <a:pt x="2853958" y="1347"/>
                  </a:lnTo>
                  <a:lnTo>
                    <a:pt x="2863687" y="773"/>
                  </a:lnTo>
                  <a:lnTo>
                    <a:pt x="2873431" y="356"/>
                  </a:lnTo>
                  <a:lnTo>
                    <a:pt x="2883175" y="97"/>
                  </a:lnTo>
                  <a:lnTo>
                    <a:pt x="2892919" y="0"/>
                  </a:lnTo>
                  <a:lnTo>
                    <a:pt x="2902663" y="65"/>
                  </a:lnTo>
                  <a:lnTo>
                    <a:pt x="2912392" y="29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4" name="Freeform 703">
              <a:extLst>
                <a:ext uri="{FF2B5EF4-FFF2-40B4-BE49-F238E27FC236}">
                  <a16:creationId xmlns:a16="http://schemas.microsoft.com/office/drawing/2014/main" id="{CA9B0CE8-1DAE-5771-D864-1256FB8302EE}"/>
                </a:ext>
              </a:extLst>
            </p:cNvPr>
            <p:cNvSpPr/>
            <p:nvPr/>
          </p:nvSpPr>
          <p:spPr>
            <a:xfrm>
              <a:off x="576446" y="3261103"/>
              <a:ext cx="2912392" cy="769273"/>
            </a:xfrm>
            <a:custGeom>
              <a:avLst/>
              <a:gdLst>
                <a:gd name="connsiteX0" fmla="*/ 0 w 2912392"/>
                <a:gd name="connsiteY0" fmla="*/ 118456 h 769273"/>
                <a:gd name="connsiteX1" fmla="*/ 9739 w 2912392"/>
                <a:gd name="connsiteY1" fmla="*/ 116458 h 769273"/>
                <a:gd name="connsiteX2" fmla="*/ 19480 w 2912392"/>
                <a:gd name="connsiteY2" fmla="*/ 114707 h 769273"/>
                <a:gd name="connsiteX3" fmla="*/ 29221 w 2912392"/>
                <a:gd name="connsiteY3" fmla="*/ 113219 h 769273"/>
                <a:gd name="connsiteX4" fmla="*/ 38961 w 2912392"/>
                <a:gd name="connsiteY4" fmla="*/ 112002 h 769273"/>
                <a:gd name="connsiteX5" fmla="*/ 48702 w 2912392"/>
                <a:gd name="connsiteY5" fmla="*/ 111067 h 769273"/>
                <a:gd name="connsiteX6" fmla="*/ 58443 w 2912392"/>
                <a:gd name="connsiteY6" fmla="*/ 110425 h 769273"/>
                <a:gd name="connsiteX7" fmla="*/ 68182 w 2912392"/>
                <a:gd name="connsiteY7" fmla="*/ 110086 h 769273"/>
                <a:gd name="connsiteX8" fmla="*/ 77923 w 2912392"/>
                <a:gd name="connsiteY8" fmla="*/ 110057 h 769273"/>
                <a:gd name="connsiteX9" fmla="*/ 87664 w 2912392"/>
                <a:gd name="connsiteY9" fmla="*/ 110351 h 769273"/>
                <a:gd name="connsiteX10" fmla="*/ 97404 w 2912392"/>
                <a:gd name="connsiteY10" fmla="*/ 110972 h 769273"/>
                <a:gd name="connsiteX11" fmla="*/ 107145 w 2912392"/>
                <a:gd name="connsiteY11" fmla="*/ 111929 h 769273"/>
                <a:gd name="connsiteX12" fmla="*/ 116886 w 2912392"/>
                <a:gd name="connsiteY12" fmla="*/ 113229 h 769273"/>
                <a:gd name="connsiteX13" fmla="*/ 126625 w 2912392"/>
                <a:gd name="connsiteY13" fmla="*/ 114879 h 769273"/>
                <a:gd name="connsiteX14" fmla="*/ 136366 w 2912392"/>
                <a:gd name="connsiteY14" fmla="*/ 116883 h 769273"/>
                <a:gd name="connsiteX15" fmla="*/ 146107 w 2912392"/>
                <a:gd name="connsiteY15" fmla="*/ 119247 h 769273"/>
                <a:gd name="connsiteX16" fmla="*/ 155846 w 2912392"/>
                <a:gd name="connsiteY16" fmla="*/ 121977 h 769273"/>
                <a:gd name="connsiteX17" fmla="*/ 165587 w 2912392"/>
                <a:gd name="connsiteY17" fmla="*/ 125074 h 769273"/>
                <a:gd name="connsiteX18" fmla="*/ 175328 w 2912392"/>
                <a:gd name="connsiteY18" fmla="*/ 128541 h 769273"/>
                <a:gd name="connsiteX19" fmla="*/ 185068 w 2912392"/>
                <a:gd name="connsiteY19" fmla="*/ 132382 h 769273"/>
                <a:gd name="connsiteX20" fmla="*/ 194809 w 2912392"/>
                <a:gd name="connsiteY20" fmla="*/ 136597 h 769273"/>
                <a:gd name="connsiteX21" fmla="*/ 204550 w 2912392"/>
                <a:gd name="connsiteY21" fmla="*/ 141187 h 769273"/>
                <a:gd name="connsiteX22" fmla="*/ 214289 w 2912392"/>
                <a:gd name="connsiteY22" fmla="*/ 146153 h 769273"/>
                <a:gd name="connsiteX23" fmla="*/ 224030 w 2912392"/>
                <a:gd name="connsiteY23" fmla="*/ 151493 h 769273"/>
                <a:gd name="connsiteX24" fmla="*/ 233771 w 2912392"/>
                <a:gd name="connsiteY24" fmla="*/ 157204 h 769273"/>
                <a:gd name="connsiteX25" fmla="*/ 243510 w 2912392"/>
                <a:gd name="connsiteY25" fmla="*/ 163285 h 769273"/>
                <a:gd name="connsiteX26" fmla="*/ 253251 w 2912392"/>
                <a:gd name="connsiteY26" fmla="*/ 169734 h 769273"/>
                <a:gd name="connsiteX27" fmla="*/ 262992 w 2912392"/>
                <a:gd name="connsiteY27" fmla="*/ 176544 h 769273"/>
                <a:gd name="connsiteX28" fmla="*/ 272732 w 2912392"/>
                <a:gd name="connsiteY28" fmla="*/ 183712 h 769273"/>
                <a:gd name="connsiteX29" fmla="*/ 282473 w 2912392"/>
                <a:gd name="connsiteY29" fmla="*/ 191233 h 769273"/>
                <a:gd name="connsiteX30" fmla="*/ 292214 w 2912392"/>
                <a:gd name="connsiteY30" fmla="*/ 199098 h 769273"/>
                <a:gd name="connsiteX31" fmla="*/ 301953 w 2912392"/>
                <a:gd name="connsiteY31" fmla="*/ 207303 h 769273"/>
                <a:gd name="connsiteX32" fmla="*/ 311694 w 2912392"/>
                <a:gd name="connsiteY32" fmla="*/ 215837 h 769273"/>
                <a:gd name="connsiteX33" fmla="*/ 321435 w 2912392"/>
                <a:gd name="connsiteY33" fmla="*/ 224693 h 769273"/>
                <a:gd name="connsiteX34" fmla="*/ 331175 w 2912392"/>
                <a:gd name="connsiteY34" fmla="*/ 233862 h 769273"/>
                <a:gd name="connsiteX35" fmla="*/ 340916 w 2912392"/>
                <a:gd name="connsiteY35" fmla="*/ 243333 h 769273"/>
                <a:gd name="connsiteX36" fmla="*/ 350656 w 2912392"/>
                <a:gd name="connsiteY36" fmla="*/ 253095 h 769273"/>
                <a:gd name="connsiteX37" fmla="*/ 360396 w 2912392"/>
                <a:gd name="connsiteY37" fmla="*/ 263137 h 769273"/>
                <a:gd name="connsiteX38" fmla="*/ 370137 w 2912392"/>
                <a:gd name="connsiteY38" fmla="*/ 273447 h 769273"/>
                <a:gd name="connsiteX39" fmla="*/ 379878 w 2912392"/>
                <a:gd name="connsiteY39" fmla="*/ 284012 h 769273"/>
                <a:gd name="connsiteX40" fmla="*/ 389617 w 2912392"/>
                <a:gd name="connsiteY40" fmla="*/ 294818 h 769273"/>
                <a:gd name="connsiteX41" fmla="*/ 399358 w 2912392"/>
                <a:gd name="connsiteY41" fmla="*/ 305851 h 769273"/>
                <a:gd name="connsiteX42" fmla="*/ 409099 w 2912392"/>
                <a:gd name="connsiteY42" fmla="*/ 317098 h 769273"/>
                <a:gd name="connsiteX43" fmla="*/ 418839 w 2912392"/>
                <a:gd name="connsiteY43" fmla="*/ 328540 h 769273"/>
                <a:gd name="connsiteX44" fmla="*/ 428580 w 2912392"/>
                <a:gd name="connsiteY44" fmla="*/ 340168 h 769273"/>
                <a:gd name="connsiteX45" fmla="*/ 438321 w 2912392"/>
                <a:gd name="connsiteY45" fmla="*/ 351959 h 769273"/>
                <a:gd name="connsiteX46" fmla="*/ 448060 w 2912392"/>
                <a:gd name="connsiteY46" fmla="*/ 363899 h 769273"/>
                <a:gd name="connsiteX47" fmla="*/ 457801 w 2912392"/>
                <a:gd name="connsiteY47" fmla="*/ 375973 h 769273"/>
                <a:gd name="connsiteX48" fmla="*/ 467542 w 2912392"/>
                <a:gd name="connsiteY48" fmla="*/ 388160 h 769273"/>
                <a:gd name="connsiteX49" fmla="*/ 477281 w 2912392"/>
                <a:gd name="connsiteY49" fmla="*/ 400446 h 769273"/>
                <a:gd name="connsiteX50" fmla="*/ 487022 w 2912392"/>
                <a:gd name="connsiteY50" fmla="*/ 412809 h 769273"/>
                <a:gd name="connsiteX51" fmla="*/ 496763 w 2912392"/>
                <a:gd name="connsiteY51" fmla="*/ 425235 h 769273"/>
                <a:gd name="connsiteX52" fmla="*/ 506503 w 2912392"/>
                <a:gd name="connsiteY52" fmla="*/ 437701 h 769273"/>
                <a:gd name="connsiteX53" fmla="*/ 516244 w 2912392"/>
                <a:gd name="connsiteY53" fmla="*/ 450192 h 769273"/>
                <a:gd name="connsiteX54" fmla="*/ 525985 w 2912392"/>
                <a:gd name="connsiteY54" fmla="*/ 462686 h 769273"/>
                <a:gd name="connsiteX55" fmla="*/ 535724 w 2912392"/>
                <a:gd name="connsiteY55" fmla="*/ 475167 h 769273"/>
                <a:gd name="connsiteX56" fmla="*/ 545465 w 2912392"/>
                <a:gd name="connsiteY56" fmla="*/ 487614 h 769273"/>
                <a:gd name="connsiteX57" fmla="*/ 555206 w 2912392"/>
                <a:gd name="connsiteY57" fmla="*/ 500008 h 769273"/>
                <a:gd name="connsiteX58" fmla="*/ 564946 w 2912392"/>
                <a:gd name="connsiteY58" fmla="*/ 512330 h 769273"/>
                <a:gd name="connsiteX59" fmla="*/ 574687 w 2912392"/>
                <a:gd name="connsiteY59" fmla="*/ 524560 h 769273"/>
                <a:gd name="connsiteX60" fmla="*/ 584428 w 2912392"/>
                <a:gd name="connsiteY60" fmla="*/ 536681 h 769273"/>
                <a:gd name="connsiteX61" fmla="*/ 594167 w 2912392"/>
                <a:gd name="connsiteY61" fmla="*/ 548671 h 769273"/>
                <a:gd name="connsiteX62" fmla="*/ 603908 w 2912392"/>
                <a:gd name="connsiteY62" fmla="*/ 560513 h 769273"/>
                <a:gd name="connsiteX63" fmla="*/ 613649 w 2912392"/>
                <a:gd name="connsiteY63" fmla="*/ 572188 h 769273"/>
                <a:gd name="connsiteX64" fmla="*/ 623388 w 2912392"/>
                <a:gd name="connsiteY64" fmla="*/ 583678 h 769273"/>
                <a:gd name="connsiteX65" fmla="*/ 633129 w 2912392"/>
                <a:gd name="connsiteY65" fmla="*/ 594964 h 769273"/>
                <a:gd name="connsiteX66" fmla="*/ 642870 w 2912392"/>
                <a:gd name="connsiteY66" fmla="*/ 606028 h 769273"/>
                <a:gd name="connsiteX67" fmla="*/ 652610 w 2912392"/>
                <a:gd name="connsiteY67" fmla="*/ 616854 h 769273"/>
                <a:gd name="connsiteX68" fmla="*/ 662351 w 2912392"/>
                <a:gd name="connsiteY68" fmla="*/ 627421 h 769273"/>
                <a:gd name="connsiteX69" fmla="*/ 672092 w 2912392"/>
                <a:gd name="connsiteY69" fmla="*/ 637717 h 769273"/>
                <a:gd name="connsiteX70" fmla="*/ 681831 w 2912392"/>
                <a:gd name="connsiteY70" fmla="*/ 647721 h 769273"/>
                <a:gd name="connsiteX71" fmla="*/ 691572 w 2912392"/>
                <a:gd name="connsiteY71" fmla="*/ 657421 h 769273"/>
                <a:gd name="connsiteX72" fmla="*/ 701313 w 2912392"/>
                <a:gd name="connsiteY72" fmla="*/ 666799 h 769273"/>
                <a:gd name="connsiteX73" fmla="*/ 711052 w 2912392"/>
                <a:gd name="connsiteY73" fmla="*/ 675843 h 769273"/>
                <a:gd name="connsiteX74" fmla="*/ 720793 w 2912392"/>
                <a:gd name="connsiteY74" fmla="*/ 684535 h 769273"/>
                <a:gd name="connsiteX75" fmla="*/ 730534 w 2912392"/>
                <a:gd name="connsiteY75" fmla="*/ 692864 h 769273"/>
                <a:gd name="connsiteX76" fmla="*/ 740274 w 2912392"/>
                <a:gd name="connsiteY76" fmla="*/ 700817 h 769273"/>
                <a:gd name="connsiteX77" fmla="*/ 750015 w 2912392"/>
                <a:gd name="connsiteY77" fmla="*/ 708380 h 769273"/>
                <a:gd name="connsiteX78" fmla="*/ 759756 w 2912392"/>
                <a:gd name="connsiteY78" fmla="*/ 715542 h 769273"/>
                <a:gd name="connsiteX79" fmla="*/ 769495 w 2912392"/>
                <a:gd name="connsiteY79" fmla="*/ 722291 h 769273"/>
                <a:gd name="connsiteX80" fmla="*/ 779236 w 2912392"/>
                <a:gd name="connsiteY80" fmla="*/ 728620 h 769273"/>
                <a:gd name="connsiteX81" fmla="*/ 788977 w 2912392"/>
                <a:gd name="connsiteY81" fmla="*/ 734515 h 769273"/>
                <a:gd name="connsiteX82" fmla="*/ 798717 w 2912392"/>
                <a:gd name="connsiteY82" fmla="*/ 739971 h 769273"/>
                <a:gd name="connsiteX83" fmla="*/ 808458 w 2912392"/>
                <a:gd name="connsiteY83" fmla="*/ 744980 h 769273"/>
                <a:gd name="connsiteX84" fmla="*/ 818199 w 2912392"/>
                <a:gd name="connsiteY84" fmla="*/ 749532 h 769273"/>
                <a:gd name="connsiteX85" fmla="*/ 827938 w 2912392"/>
                <a:gd name="connsiteY85" fmla="*/ 753623 h 769273"/>
                <a:gd name="connsiteX86" fmla="*/ 837679 w 2912392"/>
                <a:gd name="connsiteY86" fmla="*/ 757250 h 769273"/>
                <a:gd name="connsiteX87" fmla="*/ 847420 w 2912392"/>
                <a:gd name="connsiteY87" fmla="*/ 760393 h 769273"/>
                <a:gd name="connsiteX88" fmla="*/ 857159 w 2912392"/>
                <a:gd name="connsiteY88" fmla="*/ 763075 h 769273"/>
                <a:gd name="connsiteX89" fmla="*/ 866900 w 2912392"/>
                <a:gd name="connsiteY89" fmla="*/ 765280 h 769273"/>
                <a:gd name="connsiteX90" fmla="*/ 876641 w 2912392"/>
                <a:gd name="connsiteY90" fmla="*/ 766994 h 769273"/>
                <a:gd name="connsiteX91" fmla="*/ 886381 w 2912392"/>
                <a:gd name="connsiteY91" fmla="*/ 768230 h 769273"/>
                <a:gd name="connsiteX92" fmla="*/ 896122 w 2912392"/>
                <a:gd name="connsiteY92" fmla="*/ 768990 h 769273"/>
                <a:gd name="connsiteX93" fmla="*/ 905863 w 2912392"/>
                <a:gd name="connsiteY93" fmla="*/ 769273 h 769273"/>
                <a:gd name="connsiteX94" fmla="*/ 915602 w 2912392"/>
                <a:gd name="connsiteY94" fmla="*/ 769065 h 769273"/>
                <a:gd name="connsiteX95" fmla="*/ 925343 w 2912392"/>
                <a:gd name="connsiteY95" fmla="*/ 768394 h 769273"/>
                <a:gd name="connsiteX96" fmla="*/ 935084 w 2912392"/>
                <a:gd name="connsiteY96" fmla="*/ 767232 h 769273"/>
                <a:gd name="connsiteX97" fmla="*/ 944824 w 2912392"/>
                <a:gd name="connsiteY97" fmla="*/ 765623 h 769273"/>
                <a:gd name="connsiteX98" fmla="*/ 954564 w 2912392"/>
                <a:gd name="connsiteY98" fmla="*/ 763537 h 769273"/>
                <a:gd name="connsiteX99" fmla="*/ 964305 w 2912392"/>
                <a:gd name="connsiteY99" fmla="*/ 760989 h 769273"/>
                <a:gd name="connsiteX100" fmla="*/ 974045 w 2912392"/>
                <a:gd name="connsiteY100" fmla="*/ 757995 h 769273"/>
                <a:gd name="connsiteX101" fmla="*/ 983786 w 2912392"/>
                <a:gd name="connsiteY101" fmla="*/ 754553 h 769273"/>
                <a:gd name="connsiteX102" fmla="*/ 993522 w 2912392"/>
                <a:gd name="connsiteY102" fmla="*/ 750682 h 769273"/>
                <a:gd name="connsiteX103" fmla="*/ 1003266 w 2912392"/>
                <a:gd name="connsiteY103" fmla="*/ 746381 h 769273"/>
                <a:gd name="connsiteX104" fmla="*/ 1013010 w 2912392"/>
                <a:gd name="connsiteY104" fmla="*/ 741662 h 769273"/>
                <a:gd name="connsiteX105" fmla="*/ 1022754 w 2912392"/>
                <a:gd name="connsiteY105" fmla="*/ 736537 h 769273"/>
                <a:gd name="connsiteX106" fmla="*/ 1032483 w 2912392"/>
                <a:gd name="connsiteY106" fmla="*/ 731017 h 769273"/>
                <a:gd name="connsiteX107" fmla="*/ 1042227 w 2912392"/>
                <a:gd name="connsiteY107" fmla="*/ 725111 h 769273"/>
                <a:gd name="connsiteX108" fmla="*/ 1051971 w 2912392"/>
                <a:gd name="connsiteY108" fmla="*/ 718834 h 769273"/>
                <a:gd name="connsiteX109" fmla="*/ 1061715 w 2912392"/>
                <a:gd name="connsiteY109" fmla="*/ 712198 h 769273"/>
                <a:gd name="connsiteX110" fmla="*/ 1071444 w 2912392"/>
                <a:gd name="connsiteY110" fmla="*/ 705217 h 769273"/>
                <a:gd name="connsiteX111" fmla="*/ 1081188 w 2912392"/>
                <a:gd name="connsiteY111" fmla="*/ 697904 h 769273"/>
                <a:gd name="connsiteX112" fmla="*/ 1090932 w 2912392"/>
                <a:gd name="connsiteY112" fmla="*/ 690273 h 769273"/>
                <a:gd name="connsiteX113" fmla="*/ 1100676 w 2912392"/>
                <a:gd name="connsiteY113" fmla="*/ 682339 h 769273"/>
                <a:gd name="connsiteX114" fmla="*/ 1110405 w 2912392"/>
                <a:gd name="connsiteY114" fmla="*/ 674118 h 769273"/>
                <a:gd name="connsiteX115" fmla="*/ 1120149 w 2912392"/>
                <a:gd name="connsiteY115" fmla="*/ 665624 h 769273"/>
                <a:gd name="connsiteX116" fmla="*/ 1129893 w 2912392"/>
                <a:gd name="connsiteY116" fmla="*/ 656875 h 769273"/>
                <a:gd name="connsiteX117" fmla="*/ 1139637 w 2912392"/>
                <a:gd name="connsiteY117" fmla="*/ 647885 h 769273"/>
                <a:gd name="connsiteX118" fmla="*/ 1149381 w 2912392"/>
                <a:gd name="connsiteY118" fmla="*/ 638672 h 769273"/>
                <a:gd name="connsiteX119" fmla="*/ 1159110 w 2912392"/>
                <a:gd name="connsiteY119" fmla="*/ 629250 h 769273"/>
                <a:gd name="connsiteX120" fmla="*/ 1168854 w 2912392"/>
                <a:gd name="connsiteY120" fmla="*/ 619637 h 769273"/>
                <a:gd name="connsiteX121" fmla="*/ 1178598 w 2912392"/>
                <a:gd name="connsiteY121" fmla="*/ 609850 h 769273"/>
                <a:gd name="connsiteX122" fmla="*/ 1188341 w 2912392"/>
                <a:gd name="connsiteY122" fmla="*/ 599905 h 769273"/>
                <a:gd name="connsiteX123" fmla="*/ 1198070 w 2912392"/>
                <a:gd name="connsiteY123" fmla="*/ 589818 h 769273"/>
                <a:gd name="connsiteX124" fmla="*/ 1207814 w 2912392"/>
                <a:gd name="connsiteY124" fmla="*/ 579608 h 769273"/>
                <a:gd name="connsiteX125" fmla="*/ 1217558 w 2912392"/>
                <a:gd name="connsiteY125" fmla="*/ 569289 h 769273"/>
                <a:gd name="connsiteX126" fmla="*/ 1227302 w 2912392"/>
                <a:gd name="connsiteY126" fmla="*/ 558879 h 769273"/>
                <a:gd name="connsiteX127" fmla="*/ 1237031 w 2912392"/>
                <a:gd name="connsiteY127" fmla="*/ 548393 h 769273"/>
                <a:gd name="connsiteX128" fmla="*/ 1246775 w 2912392"/>
                <a:gd name="connsiteY128" fmla="*/ 537847 h 769273"/>
                <a:gd name="connsiteX129" fmla="*/ 1256519 w 2912392"/>
                <a:gd name="connsiteY129" fmla="*/ 527259 h 769273"/>
                <a:gd name="connsiteX130" fmla="*/ 1266263 w 2912392"/>
                <a:gd name="connsiteY130" fmla="*/ 516642 h 769273"/>
                <a:gd name="connsiteX131" fmla="*/ 1276007 w 2912392"/>
                <a:gd name="connsiteY131" fmla="*/ 506011 h 769273"/>
                <a:gd name="connsiteX132" fmla="*/ 1285736 w 2912392"/>
                <a:gd name="connsiteY132" fmla="*/ 495384 h 769273"/>
                <a:gd name="connsiteX133" fmla="*/ 1295480 w 2912392"/>
                <a:gd name="connsiteY133" fmla="*/ 484771 h 769273"/>
                <a:gd name="connsiteX134" fmla="*/ 1305224 w 2912392"/>
                <a:gd name="connsiteY134" fmla="*/ 474190 h 769273"/>
                <a:gd name="connsiteX135" fmla="*/ 1314968 w 2912392"/>
                <a:gd name="connsiteY135" fmla="*/ 463652 h 769273"/>
                <a:gd name="connsiteX136" fmla="*/ 1324697 w 2912392"/>
                <a:gd name="connsiteY136" fmla="*/ 453170 h 769273"/>
                <a:gd name="connsiteX137" fmla="*/ 1334441 w 2912392"/>
                <a:gd name="connsiteY137" fmla="*/ 442760 h 769273"/>
                <a:gd name="connsiteX138" fmla="*/ 1344185 w 2912392"/>
                <a:gd name="connsiteY138" fmla="*/ 432431 h 769273"/>
                <a:gd name="connsiteX139" fmla="*/ 1353929 w 2912392"/>
                <a:gd name="connsiteY139" fmla="*/ 422194 h 769273"/>
                <a:gd name="connsiteX140" fmla="*/ 1363658 w 2912392"/>
                <a:gd name="connsiteY140" fmla="*/ 412063 h 769273"/>
                <a:gd name="connsiteX141" fmla="*/ 1373402 w 2912392"/>
                <a:gd name="connsiteY141" fmla="*/ 402046 h 769273"/>
                <a:gd name="connsiteX142" fmla="*/ 1383146 w 2912392"/>
                <a:gd name="connsiteY142" fmla="*/ 392153 h 769273"/>
                <a:gd name="connsiteX143" fmla="*/ 1392890 w 2912392"/>
                <a:gd name="connsiteY143" fmla="*/ 382396 h 769273"/>
                <a:gd name="connsiteX144" fmla="*/ 1402619 w 2912392"/>
                <a:gd name="connsiteY144" fmla="*/ 372780 h 769273"/>
                <a:gd name="connsiteX145" fmla="*/ 1412363 w 2912392"/>
                <a:gd name="connsiteY145" fmla="*/ 363315 h 769273"/>
                <a:gd name="connsiteX146" fmla="*/ 1422106 w 2912392"/>
                <a:gd name="connsiteY146" fmla="*/ 354007 h 769273"/>
                <a:gd name="connsiteX147" fmla="*/ 1431850 w 2912392"/>
                <a:gd name="connsiteY147" fmla="*/ 344867 h 769273"/>
                <a:gd name="connsiteX148" fmla="*/ 1441594 w 2912392"/>
                <a:gd name="connsiteY148" fmla="*/ 335896 h 769273"/>
                <a:gd name="connsiteX149" fmla="*/ 1451323 w 2912392"/>
                <a:gd name="connsiteY149" fmla="*/ 327101 h 769273"/>
                <a:gd name="connsiteX150" fmla="*/ 1461067 w 2912392"/>
                <a:gd name="connsiteY150" fmla="*/ 318488 h 769273"/>
                <a:gd name="connsiteX151" fmla="*/ 1470811 w 2912392"/>
                <a:gd name="connsiteY151" fmla="*/ 310063 h 769273"/>
                <a:gd name="connsiteX152" fmla="*/ 1480555 w 2912392"/>
                <a:gd name="connsiteY152" fmla="*/ 301825 h 769273"/>
                <a:gd name="connsiteX153" fmla="*/ 1490284 w 2912392"/>
                <a:gd name="connsiteY153" fmla="*/ 293781 h 769273"/>
                <a:gd name="connsiteX154" fmla="*/ 1500028 w 2912392"/>
                <a:gd name="connsiteY154" fmla="*/ 285934 h 769273"/>
                <a:gd name="connsiteX155" fmla="*/ 1509772 w 2912392"/>
                <a:gd name="connsiteY155" fmla="*/ 278282 h 769273"/>
                <a:gd name="connsiteX156" fmla="*/ 1519516 w 2912392"/>
                <a:gd name="connsiteY156" fmla="*/ 270831 h 769273"/>
                <a:gd name="connsiteX157" fmla="*/ 1529245 w 2912392"/>
                <a:gd name="connsiteY157" fmla="*/ 263578 h 769273"/>
                <a:gd name="connsiteX158" fmla="*/ 1538989 w 2912392"/>
                <a:gd name="connsiteY158" fmla="*/ 256525 h 769273"/>
                <a:gd name="connsiteX159" fmla="*/ 1548733 w 2912392"/>
                <a:gd name="connsiteY159" fmla="*/ 249671 h 769273"/>
                <a:gd name="connsiteX160" fmla="*/ 1558477 w 2912392"/>
                <a:gd name="connsiteY160" fmla="*/ 243019 h 769273"/>
                <a:gd name="connsiteX161" fmla="*/ 1568221 w 2912392"/>
                <a:gd name="connsiteY161" fmla="*/ 236563 h 769273"/>
                <a:gd name="connsiteX162" fmla="*/ 1577950 w 2912392"/>
                <a:gd name="connsiteY162" fmla="*/ 230302 h 769273"/>
                <a:gd name="connsiteX163" fmla="*/ 1587694 w 2912392"/>
                <a:gd name="connsiteY163" fmla="*/ 224239 h 769273"/>
                <a:gd name="connsiteX164" fmla="*/ 1597438 w 2912392"/>
                <a:gd name="connsiteY164" fmla="*/ 218365 h 769273"/>
                <a:gd name="connsiteX165" fmla="*/ 1607182 w 2912392"/>
                <a:gd name="connsiteY165" fmla="*/ 212680 h 769273"/>
                <a:gd name="connsiteX166" fmla="*/ 1616911 w 2912392"/>
                <a:gd name="connsiteY166" fmla="*/ 207182 h 769273"/>
                <a:gd name="connsiteX167" fmla="*/ 1626655 w 2912392"/>
                <a:gd name="connsiteY167" fmla="*/ 201866 h 769273"/>
                <a:gd name="connsiteX168" fmla="*/ 1636399 w 2912392"/>
                <a:gd name="connsiteY168" fmla="*/ 196728 h 769273"/>
                <a:gd name="connsiteX169" fmla="*/ 1646142 w 2912392"/>
                <a:gd name="connsiteY169" fmla="*/ 191763 h 769273"/>
                <a:gd name="connsiteX170" fmla="*/ 1655872 w 2912392"/>
                <a:gd name="connsiteY170" fmla="*/ 186970 h 769273"/>
                <a:gd name="connsiteX171" fmla="*/ 1665616 w 2912392"/>
                <a:gd name="connsiteY171" fmla="*/ 182340 h 769273"/>
                <a:gd name="connsiteX172" fmla="*/ 1675359 w 2912392"/>
                <a:gd name="connsiteY172" fmla="*/ 177872 h 769273"/>
                <a:gd name="connsiteX173" fmla="*/ 1685103 w 2912392"/>
                <a:gd name="connsiteY173" fmla="*/ 173557 h 769273"/>
                <a:gd name="connsiteX174" fmla="*/ 1694832 w 2912392"/>
                <a:gd name="connsiteY174" fmla="*/ 169393 h 769273"/>
                <a:gd name="connsiteX175" fmla="*/ 1704576 w 2912392"/>
                <a:gd name="connsiteY175" fmla="*/ 165371 h 769273"/>
                <a:gd name="connsiteX176" fmla="*/ 1714320 w 2912392"/>
                <a:gd name="connsiteY176" fmla="*/ 161489 h 769273"/>
                <a:gd name="connsiteX177" fmla="*/ 1724064 w 2912392"/>
                <a:gd name="connsiteY177" fmla="*/ 157739 h 769273"/>
                <a:gd name="connsiteX178" fmla="*/ 1733808 w 2912392"/>
                <a:gd name="connsiteY178" fmla="*/ 154117 h 769273"/>
                <a:gd name="connsiteX179" fmla="*/ 1743537 w 2912392"/>
                <a:gd name="connsiteY179" fmla="*/ 150615 h 769273"/>
                <a:gd name="connsiteX180" fmla="*/ 1753281 w 2912392"/>
                <a:gd name="connsiteY180" fmla="*/ 147229 h 769273"/>
                <a:gd name="connsiteX181" fmla="*/ 1763025 w 2912392"/>
                <a:gd name="connsiteY181" fmla="*/ 143951 h 769273"/>
                <a:gd name="connsiteX182" fmla="*/ 1772769 w 2912392"/>
                <a:gd name="connsiteY182" fmla="*/ 140776 h 769273"/>
                <a:gd name="connsiteX183" fmla="*/ 1782498 w 2912392"/>
                <a:gd name="connsiteY183" fmla="*/ 137699 h 769273"/>
                <a:gd name="connsiteX184" fmla="*/ 1792242 w 2912392"/>
                <a:gd name="connsiteY184" fmla="*/ 134714 h 769273"/>
                <a:gd name="connsiteX185" fmla="*/ 1801986 w 2912392"/>
                <a:gd name="connsiteY185" fmla="*/ 131813 h 769273"/>
                <a:gd name="connsiteX186" fmla="*/ 1811730 w 2912392"/>
                <a:gd name="connsiteY186" fmla="*/ 128991 h 769273"/>
                <a:gd name="connsiteX187" fmla="*/ 1821459 w 2912392"/>
                <a:gd name="connsiteY187" fmla="*/ 126244 h 769273"/>
                <a:gd name="connsiteX188" fmla="*/ 1831203 w 2912392"/>
                <a:gd name="connsiteY188" fmla="*/ 123565 h 769273"/>
                <a:gd name="connsiteX189" fmla="*/ 1840947 w 2912392"/>
                <a:gd name="connsiteY189" fmla="*/ 120947 h 769273"/>
                <a:gd name="connsiteX190" fmla="*/ 1850691 w 2912392"/>
                <a:gd name="connsiteY190" fmla="*/ 118387 h 769273"/>
                <a:gd name="connsiteX191" fmla="*/ 1860435 w 2912392"/>
                <a:gd name="connsiteY191" fmla="*/ 115880 h 769273"/>
                <a:gd name="connsiteX192" fmla="*/ 1870164 w 2912392"/>
                <a:gd name="connsiteY192" fmla="*/ 113418 h 769273"/>
                <a:gd name="connsiteX193" fmla="*/ 1879908 w 2912392"/>
                <a:gd name="connsiteY193" fmla="*/ 110999 h 769273"/>
                <a:gd name="connsiteX194" fmla="*/ 1889652 w 2912392"/>
                <a:gd name="connsiteY194" fmla="*/ 108617 h 769273"/>
                <a:gd name="connsiteX195" fmla="*/ 1899395 w 2912392"/>
                <a:gd name="connsiteY195" fmla="*/ 106267 h 769273"/>
                <a:gd name="connsiteX196" fmla="*/ 1909124 w 2912392"/>
                <a:gd name="connsiteY196" fmla="*/ 103944 h 769273"/>
                <a:gd name="connsiteX197" fmla="*/ 1918868 w 2912392"/>
                <a:gd name="connsiteY197" fmla="*/ 101645 h 769273"/>
                <a:gd name="connsiteX198" fmla="*/ 1928612 w 2912392"/>
                <a:gd name="connsiteY198" fmla="*/ 99367 h 769273"/>
                <a:gd name="connsiteX199" fmla="*/ 1938356 w 2912392"/>
                <a:gd name="connsiteY199" fmla="*/ 97104 h 769273"/>
                <a:gd name="connsiteX200" fmla="*/ 1948085 w 2912392"/>
                <a:gd name="connsiteY200" fmla="*/ 94854 h 769273"/>
                <a:gd name="connsiteX201" fmla="*/ 1957829 w 2912392"/>
                <a:gd name="connsiteY201" fmla="*/ 92612 h 769273"/>
                <a:gd name="connsiteX202" fmla="*/ 1967573 w 2912392"/>
                <a:gd name="connsiteY202" fmla="*/ 90377 h 769273"/>
                <a:gd name="connsiteX203" fmla="*/ 1977317 w 2912392"/>
                <a:gd name="connsiteY203" fmla="*/ 88145 h 769273"/>
                <a:gd name="connsiteX204" fmla="*/ 1987046 w 2912392"/>
                <a:gd name="connsiteY204" fmla="*/ 85915 h 769273"/>
                <a:gd name="connsiteX205" fmla="*/ 1996790 w 2912392"/>
                <a:gd name="connsiteY205" fmla="*/ 83683 h 769273"/>
                <a:gd name="connsiteX206" fmla="*/ 2006534 w 2912392"/>
                <a:gd name="connsiteY206" fmla="*/ 81448 h 769273"/>
                <a:gd name="connsiteX207" fmla="*/ 2016278 w 2912392"/>
                <a:gd name="connsiteY207" fmla="*/ 79207 h 769273"/>
                <a:gd name="connsiteX208" fmla="*/ 2026022 w 2912392"/>
                <a:gd name="connsiteY208" fmla="*/ 76961 h 769273"/>
                <a:gd name="connsiteX209" fmla="*/ 2035751 w 2912392"/>
                <a:gd name="connsiteY209" fmla="*/ 74708 h 769273"/>
                <a:gd name="connsiteX210" fmla="*/ 2045495 w 2912392"/>
                <a:gd name="connsiteY210" fmla="*/ 72445 h 769273"/>
                <a:gd name="connsiteX211" fmla="*/ 2055239 w 2912392"/>
                <a:gd name="connsiteY211" fmla="*/ 70174 h 769273"/>
                <a:gd name="connsiteX212" fmla="*/ 2064983 w 2912392"/>
                <a:gd name="connsiteY212" fmla="*/ 67895 h 769273"/>
                <a:gd name="connsiteX213" fmla="*/ 2074712 w 2912392"/>
                <a:gd name="connsiteY213" fmla="*/ 65606 h 769273"/>
                <a:gd name="connsiteX214" fmla="*/ 2084456 w 2912392"/>
                <a:gd name="connsiteY214" fmla="*/ 63309 h 769273"/>
                <a:gd name="connsiteX215" fmla="*/ 2094200 w 2912392"/>
                <a:gd name="connsiteY215" fmla="*/ 61005 h 769273"/>
                <a:gd name="connsiteX216" fmla="*/ 2103944 w 2912392"/>
                <a:gd name="connsiteY216" fmla="*/ 58693 h 769273"/>
                <a:gd name="connsiteX217" fmla="*/ 2113673 w 2912392"/>
                <a:gd name="connsiteY217" fmla="*/ 56376 h 769273"/>
                <a:gd name="connsiteX218" fmla="*/ 2123417 w 2912392"/>
                <a:gd name="connsiteY218" fmla="*/ 54056 h 769273"/>
                <a:gd name="connsiteX219" fmla="*/ 2133161 w 2912392"/>
                <a:gd name="connsiteY219" fmla="*/ 51734 h 769273"/>
                <a:gd name="connsiteX220" fmla="*/ 2142905 w 2912392"/>
                <a:gd name="connsiteY220" fmla="*/ 49411 h 769273"/>
                <a:gd name="connsiteX221" fmla="*/ 2152649 w 2912392"/>
                <a:gd name="connsiteY221" fmla="*/ 47091 h 769273"/>
                <a:gd name="connsiteX222" fmla="*/ 2162377 w 2912392"/>
                <a:gd name="connsiteY222" fmla="*/ 44777 h 769273"/>
                <a:gd name="connsiteX223" fmla="*/ 2172121 w 2912392"/>
                <a:gd name="connsiteY223" fmla="*/ 42471 h 769273"/>
                <a:gd name="connsiteX224" fmla="*/ 2181865 w 2912392"/>
                <a:gd name="connsiteY224" fmla="*/ 40177 h 769273"/>
                <a:gd name="connsiteX225" fmla="*/ 2191609 w 2912392"/>
                <a:gd name="connsiteY225" fmla="*/ 37899 h 769273"/>
                <a:gd name="connsiteX226" fmla="*/ 2201338 w 2912392"/>
                <a:gd name="connsiteY226" fmla="*/ 35638 h 769273"/>
                <a:gd name="connsiteX227" fmla="*/ 2211082 w 2912392"/>
                <a:gd name="connsiteY227" fmla="*/ 33402 h 769273"/>
                <a:gd name="connsiteX228" fmla="*/ 2220826 w 2912392"/>
                <a:gd name="connsiteY228" fmla="*/ 31193 h 769273"/>
                <a:gd name="connsiteX229" fmla="*/ 2230570 w 2912392"/>
                <a:gd name="connsiteY229" fmla="*/ 29014 h 769273"/>
                <a:gd name="connsiteX230" fmla="*/ 2240299 w 2912392"/>
                <a:gd name="connsiteY230" fmla="*/ 26875 h 769273"/>
                <a:gd name="connsiteX231" fmla="*/ 2250043 w 2912392"/>
                <a:gd name="connsiteY231" fmla="*/ 24774 h 769273"/>
                <a:gd name="connsiteX232" fmla="*/ 2259787 w 2912392"/>
                <a:gd name="connsiteY232" fmla="*/ 22721 h 769273"/>
                <a:gd name="connsiteX233" fmla="*/ 2269531 w 2912392"/>
                <a:gd name="connsiteY233" fmla="*/ 20720 h 769273"/>
                <a:gd name="connsiteX234" fmla="*/ 2279260 w 2912392"/>
                <a:gd name="connsiteY234" fmla="*/ 18776 h 769273"/>
                <a:gd name="connsiteX235" fmla="*/ 2289004 w 2912392"/>
                <a:gd name="connsiteY235" fmla="*/ 16894 h 769273"/>
                <a:gd name="connsiteX236" fmla="*/ 2298748 w 2912392"/>
                <a:gd name="connsiteY236" fmla="*/ 15079 h 769273"/>
                <a:gd name="connsiteX237" fmla="*/ 2308492 w 2912392"/>
                <a:gd name="connsiteY237" fmla="*/ 13341 h 769273"/>
                <a:gd name="connsiteX238" fmla="*/ 2318236 w 2912392"/>
                <a:gd name="connsiteY238" fmla="*/ 11679 h 769273"/>
                <a:gd name="connsiteX239" fmla="*/ 2327965 w 2912392"/>
                <a:gd name="connsiteY239" fmla="*/ 10106 h 769273"/>
                <a:gd name="connsiteX240" fmla="*/ 2337709 w 2912392"/>
                <a:gd name="connsiteY240" fmla="*/ 8622 h 769273"/>
                <a:gd name="connsiteX241" fmla="*/ 2347453 w 2912392"/>
                <a:gd name="connsiteY241" fmla="*/ 7236 h 769273"/>
                <a:gd name="connsiteX242" fmla="*/ 2357197 w 2912392"/>
                <a:gd name="connsiteY242" fmla="*/ 5954 h 769273"/>
                <a:gd name="connsiteX243" fmla="*/ 2366926 w 2912392"/>
                <a:gd name="connsiteY243" fmla="*/ 4780 h 769273"/>
                <a:gd name="connsiteX244" fmla="*/ 2376670 w 2912392"/>
                <a:gd name="connsiteY244" fmla="*/ 3722 h 769273"/>
                <a:gd name="connsiteX245" fmla="*/ 2386413 w 2912392"/>
                <a:gd name="connsiteY245" fmla="*/ 2783 h 769273"/>
                <a:gd name="connsiteX246" fmla="*/ 2396157 w 2912392"/>
                <a:gd name="connsiteY246" fmla="*/ 1973 h 769273"/>
                <a:gd name="connsiteX247" fmla="*/ 2405886 w 2912392"/>
                <a:gd name="connsiteY247" fmla="*/ 1292 h 769273"/>
                <a:gd name="connsiteX248" fmla="*/ 2415630 w 2912392"/>
                <a:gd name="connsiteY248" fmla="*/ 751 h 769273"/>
                <a:gd name="connsiteX249" fmla="*/ 2425374 w 2912392"/>
                <a:gd name="connsiteY249" fmla="*/ 350 h 769273"/>
                <a:gd name="connsiteX250" fmla="*/ 2435118 w 2912392"/>
                <a:gd name="connsiteY250" fmla="*/ 100 h 769273"/>
                <a:gd name="connsiteX251" fmla="*/ 2444862 w 2912392"/>
                <a:gd name="connsiteY251" fmla="*/ 0 h 769273"/>
                <a:gd name="connsiteX252" fmla="*/ 2454591 w 2912392"/>
                <a:gd name="connsiteY252" fmla="*/ 60 h 769273"/>
                <a:gd name="connsiteX253" fmla="*/ 2464335 w 2912392"/>
                <a:gd name="connsiteY253" fmla="*/ 280 h 769273"/>
                <a:gd name="connsiteX254" fmla="*/ 2474079 w 2912392"/>
                <a:gd name="connsiteY254" fmla="*/ 667 h 769273"/>
                <a:gd name="connsiteX255" fmla="*/ 2483823 w 2912392"/>
                <a:gd name="connsiteY255" fmla="*/ 1225 h 769273"/>
                <a:gd name="connsiteX256" fmla="*/ 2493552 w 2912392"/>
                <a:gd name="connsiteY256" fmla="*/ 1956 h 769273"/>
                <a:gd name="connsiteX257" fmla="*/ 2503296 w 2912392"/>
                <a:gd name="connsiteY257" fmla="*/ 2865 h 769273"/>
                <a:gd name="connsiteX258" fmla="*/ 2513040 w 2912392"/>
                <a:gd name="connsiteY258" fmla="*/ 3954 h 769273"/>
                <a:gd name="connsiteX259" fmla="*/ 2522784 w 2912392"/>
                <a:gd name="connsiteY259" fmla="*/ 5227 h 769273"/>
                <a:gd name="connsiteX260" fmla="*/ 2532513 w 2912392"/>
                <a:gd name="connsiteY260" fmla="*/ 6685 h 769273"/>
                <a:gd name="connsiteX261" fmla="*/ 2542257 w 2912392"/>
                <a:gd name="connsiteY261" fmla="*/ 8332 h 769273"/>
                <a:gd name="connsiteX262" fmla="*/ 2552001 w 2912392"/>
                <a:gd name="connsiteY262" fmla="*/ 10166 h 769273"/>
                <a:gd name="connsiteX263" fmla="*/ 2561745 w 2912392"/>
                <a:gd name="connsiteY263" fmla="*/ 12192 h 769273"/>
                <a:gd name="connsiteX264" fmla="*/ 2571474 w 2912392"/>
                <a:gd name="connsiteY264" fmla="*/ 14409 h 769273"/>
                <a:gd name="connsiteX265" fmla="*/ 2581218 w 2912392"/>
                <a:gd name="connsiteY265" fmla="*/ 16819 h 769273"/>
                <a:gd name="connsiteX266" fmla="*/ 2590962 w 2912392"/>
                <a:gd name="connsiteY266" fmla="*/ 19421 h 769273"/>
                <a:gd name="connsiteX267" fmla="*/ 2600705 w 2912392"/>
                <a:gd name="connsiteY267" fmla="*/ 22214 h 769273"/>
                <a:gd name="connsiteX268" fmla="*/ 2610449 w 2912392"/>
                <a:gd name="connsiteY268" fmla="*/ 25200 h 769273"/>
                <a:gd name="connsiteX269" fmla="*/ 2620178 w 2912392"/>
                <a:gd name="connsiteY269" fmla="*/ 28375 h 769273"/>
                <a:gd name="connsiteX270" fmla="*/ 2629922 w 2912392"/>
                <a:gd name="connsiteY270" fmla="*/ 31739 h 769273"/>
                <a:gd name="connsiteX271" fmla="*/ 2639666 w 2912392"/>
                <a:gd name="connsiteY271" fmla="*/ 35291 h 769273"/>
                <a:gd name="connsiteX272" fmla="*/ 2649410 w 2912392"/>
                <a:gd name="connsiteY272" fmla="*/ 39026 h 769273"/>
                <a:gd name="connsiteX273" fmla="*/ 2659139 w 2912392"/>
                <a:gd name="connsiteY273" fmla="*/ 42943 h 769273"/>
                <a:gd name="connsiteX274" fmla="*/ 2668883 w 2912392"/>
                <a:gd name="connsiteY274" fmla="*/ 47041 h 769273"/>
                <a:gd name="connsiteX275" fmla="*/ 2678627 w 2912392"/>
                <a:gd name="connsiteY275" fmla="*/ 51312 h 769273"/>
                <a:gd name="connsiteX276" fmla="*/ 2688371 w 2912392"/>
                <a:gd name="connsiteY276" fmla="*/ 55755 h 769273"/>
                <a:gd name="connsiteX277" fmla="*/ 2698100 w 2912392"/>
                <a:gd name="connsiteY277" fmla="*/ 60365 h 769273"/>
                <a:gd name="connsiteX278" fmla="*/ 2707844 w 2912392"/>
                <a:gd name="connsiteY278" fmla="*/ 65137 h 769273"/>
                <a:gd name="connsiteX279" fmla="*/ 2717588 w 2912392"/>
                <a:gd name="connsiteY279" fmla="*/ 70067 h 769273"/>
                <a:gd name="connsiteX280" fmla="*/ 2727332 w 2912392"/>
                <a:gd name="connsiteY280" fmla="*/ 75150 h 769273"/>
                <a:gd name="connsiteX281" fmla="*/ 2737076 w 2912392"/>
                <a:gd name="connsiteY281" fmla="*/ 80380 h 769273"/>
                <a:gd name="connsiteX282" fmla="*/ 2746805 w 2912392"/>
                <a:gd name="connsiteY282" fmla="*/ 85751 h 769273"/>
                <a:gd name="connsiteX283" fmla="*/ 2756549 w 2912392"/>
                <a:gd name="connsiteY283" fmla="*/ 91256 h 769273"/>
                <a:gd name="connsiteX284" fmla="*/ 2766293 w 2912392"/>
                <a:gd name="connsiteY284" fmla="*/ 96890 h 769273"/>
                <a:gd name="connsiteX285" fmla="*/ 2776037 w 2912392"/>
                <a:gd name="connsiteY285" fmla="*/ 102645 h 769273"/>
                <a:gd name="connsiteX286" fmla="*/ 2785766 w 2912392"/>
                <a:gd name="connsiteY286" fmla="*/ 108514 h 769273"/>
                <a:gd name="connsiteX287" fmla="*/ 2795510 w 2912392"/>
                <a:gd name="connsiteY287" fmla="*/ 114491 h 769273"/>
                <a:gd name="connsiteX288" fmla="*/ 2805254 w 2912392"/>
                <a:gd name="connsiteY288" fmla="*/ 120569 h 769273"/>
                <a:gd name="connsiteX289" fmla="*/ 2814998 w 2912392"/>
                <a:gd name="connsiteY289" fmla="*/ 126740 h 769273"/>
                <a:gd name="connsiteX290" fmla="*/ 2824727 w 2912392"/>
                <a:gd name="connsiteY290" fmla="*/ 132994 h 769273"/>
                <a:gd name="connsiteX291" fmla="*/ 2834471 w 2912392"/>
                <a:gd name="connsiteY291" fmla="*/ 139326 h 769273"/>
                <a:gd name="connsiteX292" fmla="*/ 2844215 w 2912392"/>
                <a:gd name="connsiteY292" fmla="*/ 145727 h 769273"/>
                <a:gd name="connsiteX293" fmla="*/ 2853958 w 2912392"/>
                <a:gd name="connsiteY293" fmla="*/ 152190 h 769273"/>
                <a:gd name="connsiteX294" fmla="*/ 2863687 w 2912392"/>
                <a:gd name="connsiteY294" fmla="*/ 158705 h 769273"/>
                <a:gd name="connsiteX295" fmla="*/ 2873431 w 2912392"/>
                <a:gd name="connsiteY295" fmla="*/ 165265 h 769273"/>
                <a:gd name="connsiteX296" fmla="*/ 2883175 w 2912392"/>
                <a:gd name="connsiteY296" fmla="*/ 171863 h 769273"/>
                <a:gd name="connsiteX297" fmla="*/ 2892919 w 2912392"/>
                <a:gd name="connsiteY297" fmla="*/ 178488 h 769273"/>
                <a:gd name="connsiteX298" fmla="*/ 2902663 w 2912392"/>
                <a:gd name="connsiteY298" fmla="*/ 185135 h 769273"/>
                <a:gd name="connsiteX299" fmla="*/ 2912392 w 2912392"/>
                <a:gd name="connsiteY299" fmla="*/ 191793 h 7692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69273">
                  <a:moveTo>
                    <a:pt x="0" y="118456"/>
                  </a:moveTo>
                  <a:lnTo>
                    <a:pt x="9739" y="116458"/>
                  </a:lnTo>
                  <a:lnTo>
                    <a:pt x="19480" y="114707"/>
                  </a:lnTo>
                  <a:lnTo>
                    <a:pt x="29221" y="113219"/>
                  </a:lnTo>
                  <a:lnTo>
                    <a:pt x="38961" y="112002"/>
                  </a:lnTo>
                  <a:lnTo>
                    <a:pt x="48702" y="111067"/>
                  </a:lnTo>
                  <a:lnTo>
                    <a:pt x="58443" y="110425"/>
                  </a:lnTo>
                  <a:lnTo>
                    <a:pt x="68182" y="110086"/>
                  </a:lnTo>
                  <a:lnTo>
                    <a:pt x="77923" y="110057"/>
                  </a:lnTo>
                  <a:lnTo>
                    <a:pt x="87664" y="110351"/>
                  </a:lnTo>
                  <a:lnTo>
                    <a:pt x="97404" y="110972"/>
                  </a:lnTo>
                  <a:lnTo>
                    <a:pt x="107145" y="111929"/>
                  </a:lnTo>
                  <a:lnTo>
                    <a:pt x="116886" y="113229"/>
                  </a:lnTo>
                  <a:lnTo>
                    <a:pt x="126625" y="114879"/>
                  </a:lnTo>
                  <a:lnTo>
                    <a:pt x="136366" y="116883"/>
                  </a:lnTo>
                  <a:lnTo>
                    <a:pt x="146107" y="119247"/>
                  </a:lnTo>
                  <a:lnTo>
                    <a:pt x="155846" y="121977"/>
                  </a:lnTo>
                  <a:lnTo>
                    <a:pt x="165587" y="125074"/>
                  </a:lnTo>
                  <a:lnTo>
                    <a:pt x="175328" y="128541"/>
                  </a:lnTo>
                  <a:lnTo>
                    <a:pt x="185068" y="132382"/>
                  </a:lnTo>
                  <a:lnTo>
                    <a:pt x="194809" y="136597"/>
                  </a:lnTo>
                  <a:lnTo>
                    <a:pt x="204550" y="141187"/>
                  </a:lnTo>
                  <a:lnTo>
                    <a:pt x="214289" y="146153"/>
                  </a:lnTo>
                  <a:lnTo>
                    <a:pt x="224030" y="151493"/>
                  </a:lnTo>
                  <a:lnTo>
                    <a:pt x="233771" y="157204"/>
                  </a:lnTo>
                  <a:lnTo>
                    <a:pt x="243510" y="163285"/>
                  </a:lnTo>
                  <a:lnTo>
                    <a:pt x="253251" y="169734"/>
                  </a:lnTo>
                  <a:lnTo>
                    <a:pt x="262992" y="176544"/>
                  </a:lnTo>
                  <a:lnTo>
                    <a:pt x="272732" y="183712"/>
                  </a:lnTo>
                  <a:lnTo>
                    <a:pt x="282473" y="191233"/>
                  </a:lnTo>
                  <a:lnTo>
                    <a:pt x="292214" y="199098"/>
                  </a:lnTo>
                  <a:lnTo>
                    <a:pt x="301953" y="207303"/>
                  </a:lnTo>
                  <a:lnTo>
                    <a:pt x="311694" y="215837"/>
                  </a:lnTo>
                  <a:lnTo>
                    <a:pt x="321435" y="224693"/>
                  </a:lnTo>
                  <a:lnTo>
                    <a:pt x="331175" y="233862"/>
                  </a:lnTo>
                  <a:lnTo>
                    <a:pt x="340916" y="243333"/>
                  </a:lnTo>
                  <a:lnTo>
                    <a:pt x="350656" y="253095"/>
                  </a:lnTo>
                  <a:lnTo>
                    <a:pt x="360396" y="263137"/>
                  </a:lnTo>
                  <a:lnTo>
                    <a:pt x="370137" y="273447"/>
                  </a:lnTo>
                  <a:lnTo>
                    <a:pt x="379878" y="284012"/>
                  </a:lnTo>
                  <a:lnTo>
                    <a:pt x="389617" y="294818"/>
                  </a:lnTo>
                  <a:lnTo>
                    <a:pt x="399358" y="305851"/>
                  </a:lnTo>
                  <a:lnTo>
                    <a:pt x="409099" y="317098"/>
                  </a:lnTo>
                  <a:lnTo>
                    <a:pt x="418839" y="328540"/>
                  </a:lnTo>
                  <a:lnTo>
                    <a:pt x="428580" y="340168"/>
                  </a:lnTo>
                  <a:lnTo>
                    <a:pt x="438321" y="351959"/>
                  </a:lnTo>
                  <a:lnTo>
                    <a:pt x="448060" y="363899"/>
                  </a:lnTo>
                  <a:lnTo>
                    <a:pt x="457801" y="375973"/>
                  </a:lnTo>
                  <a:lnTo>
                    <a:pt x="467542" y="388160"/>
                  </a:lnTo>
                  <a:lnTo>
                    <a:pt x="477281" y="400446"/>
                  </a:lnTo>
                  <a:lnTo>
                    <a:pt x="487022" y="412809"/>
                  </a:lnTo>
                  <a:lnTo>
                    <a:pt x="496763" y="425235"/>
                  </a:lnTo>
                  <a:lnTo>
                    <a:pt x="506503" y="437701"/>
                  </a:lnTo>
                  <a:lnTo>
                    <a:pt x="516244" y="450192"/>
                  </a:lnTo>
                  <a:lnTo>
                    <a:pt x="525985" y="462686"/>
                  </a:lnTo>
                  <a:lnTo>
                    <a:pt x="535724" y="475167"/>
                  </a:lnTo>
                  <a:lnTo>
                    <a:pt x="545465" y="487614"/>
                  </a:lnTo>
                  <a:lnTo>
                    <a:pt x="555206" y="500008"/>
                  </a:lnTo>
                  <a:lnTo>
                    <a:pt x="564946" y="512330"/>
                  </a:lnTo>
                  <a:lnTo>
                    <a:pt x="574687" y="524560"/>
                  </a:lnTo>
                  <a:lnTo>
                    <a:pt x="584428" y="536681"/>
                  </a:lnTo>
                  <a:lnTo>
                    <a:pt x="594167" y="548671"/>
                  </a:lnTo>
                  <a:lnTo>
                    <a:pt x="603908" y="560513"/>
                  </a:lnTo>
                  <a:lnTo>
                    <a:pt x="613649" y="572188"/>
                  </a:lnTo>
                  <a:lnTo>
                    <a:pt x="623388" y="583678"/>
                  </a:lnTo>
                  <a:lnTo>
                    <a:pt x="633129" y="594964"/>
                  </a:lnTo>
                  <a:lnTo>
                    <a:pt x="642870" y="606028"/>
                  </a:lnTo>
                  <a:lnTo>
                    <a:pt x="652610" y="616854"/>
                  </a:lnTo>
                  <a:lnTo>
                    <a:pt x="662351" y="627421"/>
                  </a:lnTo>
                  <a:lnTo>
                    <a:pt x="672092" y="637717"/>
                  </a:lnTo>
                  <a:lnTo>
                    <a:pt x="681831" y="647721"/>
                  </a:lnTo>
                  <a:lnTo>
                    <a:pt x="691572" y="657421"/>
                  </a:lnTo>
                  <a:lnTo>
                    <a:pt x="701313" y="666799"/>
                  </a:lnTo>
                  <a:lnTo>
                    <a:pt x="711052" y="675843"/>
                  </a:lnTo>
                  <a:lnTo>
                    <a:pt x="720793" y="684535"/>
                  </a:lnTo>
                  <a:lnTo>
                    <a:pt x="730534" y="692864"/>
                  </a:lnTo>
                  <a:lnTo>
                    <a:pt x="740274" y="700817"/>
                  </a:lnTo>
                  <a:lnTo>
                    <a:pt x="750015" y="708380"/>
                  </a:lnTo>
                  <a:lnTo>
                    <a:pt x="759756" y="715542"/>
                  </a:lnTo>
                  <a:lnTo>
                    <a:pt x="769495" y="722291"/>
                  </a:lnTo>
                  <a:lnTo>
                    <a:pt x="779236" y="728620"/>
                  </a:lnTo>
                  <a:lnTo>
                    <a:pt x="788977" y="734515"/>
                  </a:lnTo>
                  <a:lnTo>
                    <a:pt x="798717" y="739971"/>
                  </a:lnTo>
                  <a:lnTo>
                    <a:pt x="808458" y="744980"/>
                  </a:lnTo>
                  <a:lnTo>
                    <a:pt x="818199" y="749532"/>
                  </a:lnTo>
                  <a:lnTo>
                    <a:pt x="827938" y="753623"/>
                  </a:lnTo>
                  <a:lnTo>
                    <a:pt x="837679" y="757250"/>
                  </a:lnTo>
                  <a:lnTo>
                    <a:pt x="847420" y="760393"/>
                  </a:lnTo>
                  <a:lnTo>
                    <a:pt x="857159" y="763075"/>
                  </a:lnTo>
                  <a:lnTo>
                    <a:pt x="866900" y="765280"/>
                  </a:lnTo>
                  <a:lnTo>
                    <a:pt x="876641" y="766994"/>
                  </a:lnTo>
                  <a:lnTo>
                    <a:pt x="886381" y="768230"/>
                  </a:lnTo>
                  <a:lnTo>
                    <a:pt x="896122" y="768990"/>
                  </a:lnTo>
                  <a:lnTo>
                    <a:pt x="905863" y="769273"/>
                  </a:lnTo>
                  <a:lnTo>
                    <a:pt x="915602" y="769065"/>
                  </a:lnTo>
                  <a:lnTo>
                    <a:pt x="925343" y="768394"/>
                  </a:lnTo>
                  <a:lnTo>
                    <a:pt x="935084" y="767232"/>
                  </a:lnTo>
                  <a:lnTo>
                    <a:pt x="944824" y="765623"/>
                  </a:lnTo>
                  <a:lnTo>
                    <a:pt x="954564" y="763537"/>
                  </a:lnTo>
                  <a:lnTo>
                    <a:pt x="964305" y="760989"/>
                  </a:lnTo>
                  <a:lnTo>
                    <a:pt x="974045" y="757995"/>
                  </a:lnTo>
                  <a:lnTo>
                    <a:pt x="983786" y="754553"/>
                  </a:lnTo>
                  <a:lnTo>
                    <a:pt x="993522" y="750682"/>
                  </a:lnTo>
                  <a:lnTo>
                    <a:pt x="1003266" y="746381"/>
                  </a:lnTo>
                  <a:lnTo>
                    <a:pt x="1013010" y="741662"/>
                  </a:lnTo>
                  <a:lnTo>
                    <a:pt x="1022754" y="736537"/>
                  </a:lnTo>
                  <a:lnTo>
                    <a:pt x="1032483" y="731017"/>
                  </a:lnTo>
                  <a:lnTo>
                    <a:pt x="1042227" y="725111"/>
                  </a:lnTo>
                  <a:lnTo>
                    <a:pt x="1051971" y="718834"/>
                  </a:lnTo>
                  <a:lnTo>
                    <a:pt x="1061715" y="712198"/>
                  </a:lnTo>
                  <a:lnTo>
                    <a:pt x="1071444" y="705217"/>
                  </a:lnTo>
                  <a:lnTo>
                    <a:pt x="1081188" y="697904"/>
                  </a:lnTo>
                  <a:lnTo>
                    <a:pt x="1090932" y="690273"/>
                  </a:lnTo>
                  <a:lnTo>
                    <a:pt x="1100676" y="682339"/>
                  </a:lnTo>
                  <a:lnTo>
                    <a:pt x="1110405" y="674118"/>
                  </a:lnTo>
                  <a:lnTo>
                    <a:pt x="1120149" y="665624"/>
                  </a:lnTo>
                  <a:lnTo>
                    <a:pt x="1129893" y="656875"/>
                  </a:lnTo>
                  <a:lnTo>
                    <a:pt x="1139637" y="647885"/>
                  </a:lnTo>
                  <a:lnTo>
                    <a:pt x="1149381" y="638672"/>
                  </a:lnTo>
                  <a:lnTo>
                    <a:pt x="1159110" y="629250"/>
                  </a:lnTo>
                  <a:lnTo>
                    <a:pt x="1168854" y="619637"/>
                  </a:lnTo>
                  <a:lnTo>
                    <a:pt x="1178598" y="609850"/>
                  </a:lnTo>
                  <a:lnTo>
                    <a:pt x="1188341" y="599905"/>
                  </a:lnTo>
                  <a:lnTo>
                    <a:pt x="1198070" y="589818"/>
                  </a:lnTo>
                  <a:lnTo>
                    <a:pt x="1207814" y="579608"/>
                  </a:lnTo>
                  <a:lnTo>
                    <a:pt x="1217558" y="569289"/>
                  </a:lnTo>
                  <a:lnTo>
                    <a:pt x="1227302" y="558879"/>
                  </a:lnTo>
                  <a:lnTo>
                    <a:pt x="1237031" y="548393"/>
                  </a:lnTo>
                  <a:lnTo>
                    <a:pt x="1246775" y="537847"/>
                  </a:lnTo>
                  <a:lnTo>
                    <a:pt x="1256519" y="527259"/>
                  </a:lnTo>
                  <a:lnTo>
                    <a:pt x="1266263" y="516642"/>
                  </a:lnTo>
                  <a:lnTo>
                    <a:pt x="1276007" y="506011"/>
                  </a:lnTo>
                  <a:lnTo>
                    <a:pt x="1285736" y="495384"/>
                  </a:lnTo>
                  <a:lnTo>
                    <a:pt x="1295480" y="484771"/>
                  </a:lnTo>
                  <a:lnTo>
                    <a:pt x="1305224" y="474190"/>
                  </a:lnTo>
                  <a:lnTo>
                    <a:pt x="1314968" y="463652"/>
                  </a:lnTo>
                  <a:lnTo>
                    <a:pt x="1324697" y="453170"/>
                  </a:lnTo>
                  <a:lnTo>
                    <a:pt x="1334441" y="442760"/>
                  </a:lnTo>
                  <a:lnTo>
                    <a:pt x="1344185" y="432431"/>
                  </a:lnTo>
                  <a:lnTo>
                    <a:pt x="1353929" y="422194"/>
                  </a:lnTo>
                  <a:lnTo>
                    <a:pt x="1363658" y="412063"/>
                  </a:lnTo>
                  <a:lnTo>
                    <a:pt x="1373402" y="402046"/>
                  </a:lnTo>
                  <a:lnTo>
                    <a:pt x="1383146" y="392153"/>
                  </a:lnTo>
                  <a:lnTo>
                    <a:pt x="1392890" y="382396"/>
                  </a:lnTo>
                  <a:lnTo>
                    <a:pt x="1402619" y="372780"/>
                  </a:lnTo>
                  <a:lnTo>
                    <a:pt x="1412363" y="363315"/>
                  </a:lnTo>
                  <a:lnTo>
                    <a:pt x="1422106" y="354007"/>
                  </a:lnTo>
                  <a:lnTo>
                    <a:pt x="1431850" y="344867"/>
                  </a:lnTo>
                  <a:lnTo>
                    <a:pt x="1441594" y="335896"/>
                  </a:lnTo>
                  <a:lnTo>
                    <a:pt x="1451323" y="327101"/>
                  </a:lnTo>
                  <a:lnTo>
                    <a:pt x="1461067" y="318488"/>
                  </a:lnTo>
                  <a:lnTo>
                    <a:pt x="1470811" y="310063"/>
                  </a:lnTo>
                  <a:lnTo>
                    <a:pt x="1480555" y="301825"/>
                  </a:lnTo>
                  <a:lnTo>
                    <a:pt x="1490284" y="293781"/>
                  </a:lnTo>
                  <a:lnTo>
                    <a:pt x="1500028" y="285934"/>
                  </a:lnTo>
                  <a:lnTo>
                    <a:pt x="1509772" y="278282"/>
                  </a:lnTo>
                  <a:lnTo>
                    <a:pt x="1519516" y="270831"/>
                  </a:lnTo>
                  <a:lnTo>
                    <a:pt x="1529245" y="263578"/>
                  </a:lnTo>
                  <a:lnTo>
                    <a:pt x="1538989" y="256525"/>
                  </a:lnTo>
                  <a:lnTo>
                    <a:pt x="1548733" y="249671"/>
                  </a:lnTo>
                  <a:lnTo>
                    <a:pt x="1558477" y="243019"/>
                  </a:lnTo>
                  <a:lnTo>
                    <a:pt x="1568221" y="236563"/>
                  </a:lnTo>
                  <a:lnTo>
                    <a:pt x="1577950" y="230302"/>
                  </a:lnTo>
                  <a:lnTo>
                    <a:pt x="1587694" y="224239"/>
                  </a:lnTo>
                  <a:lnTo>
                    <a:pt x="1597438" y="218365"/>
                  </a:lnTo>
                  <a:lnTo>
                    <a:pt x="1607182" y="212680"/>
                  </a:lnTo>
                  <a:lnTo>
                    <a:pt x="1616911" y="207182"/>
                  </a:lnTo>
                  <a:lnTo>
                    <a:pt x="1626655" y="201866"/>
                  </a:lnTo>
                  <a:lnTo>
                    <a:pt x="1636399" y="196728"/>
                  </a:lnTo>
                  <a:lnTo>
                    <a:pt x="1646142" y="191763"/>
                  </a:lnTo>
                  <a:lnTo>
                    <a:pt x="1655872" y="186970"/>
                  </a:lnTo>
                  <a:lnTo>
                    <a:pt x="1665616" y="182340"/>
                  </a:lnTo>
                  <a:lnTo>
                    <a:pt x="1675359" y="177872"/>
                  </a:lnTo>
                  <a:lnTo>
                    <a:pt x="1685103" y="173557"/>
                  </a:lnTo>
                  <a:lnTo>
                    <a:pt x="1694832" y="169393"/>
                  </a:lnTo>
                  <a:lnTo>
                    <a:pt x="1704576" y="165371"/>
                  </a:lnTo>
                  <a:lnTo>
                    <a:pt x="1714320" y="161489"/>
                  </a:lnTo>
                  <a:lnTo>
                    <a:pt x="1724064" y="157739"/>
                  </a:lnTo>
                  <a:lnTo>
                    <a:pt x="1733808" y="154117"/>
                  </a:lnTo>
                  <a:lnTo>
                    <a:pt x="1743537" y="150615"/>
                  </a:lnTo>
                  <a:lnTo>
                    <a:pt x="1753281" y="147229"/>
                  </a:lnTo>
                  <a:lnTo>
                    <a:pt x="1763025" y="143951"/>
                  </a:lnTo>
                  <a:lnTo>
                    <a:pt x="1772769" y="140776"/>
                  </a:lnTo>
                  <a:lnTo>
                    <a:pt x="1782498" y="137699"/>
                  </a:lnTo>
                  <a:lnTo>
                    <a:pt x="1792242" y="134714"/>
                  </a:lnTo>
                  <a:lnTo>
                    <a:pt x="1801986" y="131813"/>
                  </a:lnTo>
                  <a:lnTo>
                    <a:pt x="1811730" y="128991"/>
                  </a:lnTo>
                  <a:lnTo>
                    <a:pt x="1821459" y="126244"/>
                  </a:lnTo>
                  <a:lnTo>
                    <a:pt x="1831203" y="123565"/>
                  </a:lnTo>
                  <a:lnTo>
                    <a:pt x="1840947" y="120947"/>
                  </a:lnTo>
                  <a:lnTo>
                    <a:pt x="1850691" y="118387"/>
                  </a:lnTo>
                  <a:lnTo>
                    <a:pt x="1860435" y="115880"/>
                  </a:lnTo>
                  <a:lnTo>
                    <a:pt x="1870164" y="113418"/>
                  </a:lnTo>
                  <a:lnTo>
                    <a:pt x="1879908" y="110999"/>
                  </a:lnTo>
                  <a:lnTo>
                    <a:pt x="1889652" y="108617"/>
                  </a:lnTo>
                  <a:lnTo>
                    <a:pt x="1899395" y="106267"/>
                  </a:lnTo>
                  <a:lnTo>
                    <a:pt x="1909124" y="103944"/>
                  </a:lnTo>
                  <a:lnTo>
                    <a:pt x="1918868" y="101645"/>
                  </a:lnTo>
                  <a:lnTo>
                    <a:pt x="1928612" y="99367"/>
                  </a:lnTo>
                  <a:lnTo>
                    <a:pt x="1938356" y="97104"/>
                  </a:lnTo>
                  <a:lnTo>
                    <a:pt x="1948085" y="94854"/>
                  </a:lnTo>
                  <a:lnTo>
                    <a:pt x="1957829" y="92612"/>
                  </a:lnTo>
                  <a:lnTo>
                    <a:pt x="1967573" y="90377"/>
                  </a:lnTo>
                  <a:lnTo>
                    <a:pt x="1977317" y="88145"/>
                  </a:lnTo>
                  <a:lnTo>
                    <a:pt x="1987046" y="85915"/>
                  </a:lnTo>
                  <a:lnTo>
                    <a:pt x="1996790" y="83683"/>
                  </a:lnTo>
                  <a:lnTo>
                    <a:pt x="2006534" y="81448"/>
                  </a:lnTo>
                  <a:lnTo>
                    <a:pt x="2016278" y="79207"/>
                  </a:lnTo>
                  <a:lnTo>
                    <a:pt x="2026022" y="76961"/>
                  </a:lnTo>
                  <a:lnTo>
                    <a:pt x="2035751" y="74708"/>
                  </a:lnTo>
                  <a:lnTo>
                    <a:pt x="2045495" y="72445"/>
                  </a:lnTo>
                  <a:lnTo>
                    <a:pt x="2055239" y="70174"/>
                  </a:lnTo>
                  <a:lnTo>
                    <a:pt x="2064983" y="67895"/>
                  </a:lnTo>
                  <a:lnTo>
                    <a:pt x="2074712" y="65606"/>
                  </a:lnTo>
                  <a:lnTo>
                    <a:pt x="2084456" y="63309"/>
                  </a:lnTo>
                  <a:lnTo>
                    <a:pt x="2094200" y="61005"/>
                  </a:lnTo>
                  <a:lnTo>
                    <a:pt x="2103944" y="58693"/>
                  </a:lnTo>
                  <a:lnTo>
                    <a:pt x="2113673" y="56376"/>
                  </a:lnTo>
                  <a:lnTo>
                    <a:pt x="2123417" y="54056"/>
                  </a:lnTo>
                  <a:lnTo>
                    <a:pt x="2133161" y="51734"/>
                  </a:lnTo>
                  <a:lnTo>
                    <a:pt x="2142905" y="49411"/>
                  </a:lnTo>
                  <a:lnTo>
                    <a:pt x="2152649" y="47091"/>
                  </a:lnTo>
                  <a:lnTo>
                    <a:pt x="2162377" y="44777"/>
                  </a:lnTo>
                  <a:lnTo>
                    <a:pt x="2172121" y="42471"/>
                  </a:lnTo>
                  <a:lnTo>
                    <a:pt x="2181865" y="40177"/>
                  </a:lnTo>
                  <a:lnTo>
                    <a:pt x="2191609" y="37899"/>
                  </a:lnTo>
                  <a:lnTo>
                    <a:pt x="2201338" y="35638"/>
                  </a:lnTo>
                  <a:lnTo>
                    <a:pt x="2211082" y="33402"/>
                  </a:lnTo>
                  <a:lnTo>
                    <a:pt x="2220826" y="31193"/>
                  </a:lnTo>
                  <a:lnTo>
                    <a:pt x="2230570" y="29014"/>
                  </a:lnTo>
                  <a:lnTo>
                    <a:pt x="2240299" y="26875"/>
                  </a:lnTo>
                  <a:lnTo>
                    <a:pt x="2250043" y="24774"/>
                  </a:lnTo>
                  <a:lnTo>
                    <a:pt x="2259787" y="22721"/>
                  </a:lnTo>
                  <a:lnTo>
                    <a:pt x="2269531" y="20720"/>
                  </a:lnTo>
                  <a:lnTo>
                    <a:pt x="2279260" y="18776"/>
                  </a:lnTo>
                  <a:lnTo>
                    <a:pt x="2289004" y="16894"/>
                  </a:lnTo>
                  <a:lnTo>
                    <a:pt x="2298748" y="15079"/>
                  </a:lnTo>
                  <a:lnTo>
                    <a:pt x="2308492" y="13341"/>
                  </a:lnTo>
                  <a:lnTo>
                    <a:pt x="2318236" y="11679"/>
                  </a:lnTo>
                  <a:lnTo>
                    <a:pt x="2327965" y="10106"/>
                  </a:lnTo>
                  <a:lnTo>
                    <a:pt x="2337709" y="8622"/>
                  </a:lnTo>
                  <a:lnTo>
                    <a:pt x="2347453" y="7236"/>
                  </a:lnTo>
                  <a:lnTo>
                    <a:pt x="2357197" y="5954"/>
                  </a:lnTo>
                  <a:lnTo>
                    <a:pt x="2366926" y="4780"/>
                  </a:lnTo>
                  <a:lnTo>
                    <a:pt x="2376670" y="3722"/>
                  </a:lnTo>
                  <a:lnTo>
                    <a:pt x="2386413" y="2783"/>
                  </a:lnTo>
                  <a:lnTo>
                    <a:pt x="2396157" y="1973"/>
                  </a:lnTo>
                  <a:lnTo>
                    <a:pt x="2405886" y="1292"/>
                  </a:lnTo>
                  <a:lnTo>
                    <a:pt x="2415630" y="751"/>
                  </a:lnTo>
                  <a:lnTo>
                    <a:pt x="2425374" y="350"/>
                  </a:lnTo>
                  <a:lnTo>
                    <a:pt x="2435118" y="100"/>
                  </a:lnTo>
                  <a:lnTo>
                    <a:pt x="2444862" y="0"/>
                  </a:lnTo>
                  <a:lnTo>
                    <a:pt x="2454591" y="60"/>
                  </a:lnTo>
                  <a:lnTo>
                    <a:pt x="2464335" y="280"/>
                  </a:lnTo>
                  <a:lnTo>
                    <a:pt x="2474079" y="667"/>
                  </a:lnTo>
                  <a:lnTo>
                    <a:pt x="2483823" y="1225"/>
                  </a:lnTo>
                  <a:lnTo>
                    <a:pt x="2493552" y="1956"/>
                  </a:lnTo>
                  <a:lnTo>
                    <a:pt x="2503296" y="2865"/>
                  </a:lnTo>
                  <a:lnTo>
                    <a:pt x="2513040" y="3954"/>
                  </a:lnTo>
                  <a:lnTo>
                    <a:pt x="2522784" y="5227"/>
                  </a:lnTo>
                  <a:lnTo>
                    <a:pt x="2532513" y="6685"/>
                  </a:lnTo>
                  <a:lnTo>
                    <a:pt x="2542257" y="8332"/>
                  </a:lnTo>
                  <a:lnTo>
                    <a:pt x="2552001" y="10166"/>
                  </a:lnTo>
                  <a:lnTo>
                    <a:pt x="2561745" y="12192"/>
                  </a:lnTo>
                  <a:lnTo>
                    <a:pt x="2571474" y="14409"/>
                  </a:lnTo>
                  <a:lnTo>
                    <a:pt x="2581218" y="16819"/>
                  </a:lnTo>
                  <a:lnTo>
                    <a:pt x="2590962" y="19421"/>
                  </a:lnTo>
                  <a:lnTo>
                    <a:pt x="2600705" y="22214"/>
                  </a:lnTo>
                  <a:lnTo>
                    <a:pt x="2610449" y="25200"/>
                  </a:lnTo>
                  <a:lnTo>
                    <a:pt x="2620178" y="28375"/>
                  </a:lnTo>
                  <a:lnTo>
                    <a:pt x="2629922" y="31739"/>
                  </a:lnTo>
                  <a:lnTo>
                    <a:pt x="2639666" y="35291"/>
                  </a:lnTo>
                  <a:lnTo>
                    <a:pt x="2649410" y="39026"/>
                  </a:lnTo>
                  <a:lnTo>
                    <a:pt x="2659139" y="42943"/>
                  </a:lnTo>
                  <a:lnTo>
                    <a:pt x="2668883" y="47041"/>
                  </a:lnTo>
                  <a:lnTo>
                    <a:pt x="2678627" y="51312"/>
                  </a:lnTo>
                  <a:lnTo>
                    <a:pt x="2688371" y="55755"/>
                  </a:lnTo>
                  <a:lnTo>
                    <a:pt x="2698100" y="60365"/>
                  </a:lnTo>
                  <a:lnTo>
                    <a:pt x="2707844" y="65137"/>
                  </a:lnTo>
                  <a:lnTo>
                    <a:pt x="2717588" y="70067"/>
                  </a:lnTo>
                  <a:lnTo>
                    <a:pt x="2727332" y="75150"/>
                  </a:lnTo>
                  <a:lnTo>
                    <a:pt x="2737076" y="80380"/>
                  </a:lnTo>
                  <a:lnTo>
                    <a:pt x="2746805" y="85751"/>
                  </a:lnTo>
                  <a:lnTo>
                    <a:pt x="2756549" y="91256"/>
                  </a:lnTo>
                  <a:lnTo>
                    <a:pt x="2766293" y="96890"/>
                  </a:lnTo>
                  <a:lnTo>
                    <a:pt x="2776037" y="102645"/>
                  </a:lnTo>
                  <a:lnTo>
                    <a:pt x="2785766" y="108514"/>
                  </a:lnTo>
                  <a:lnTo>
                    <a:pt x="2795510" y="114491"/>
                  </a:lnTo>
                  <a:lnTo>
                    <a:pt x="2805254" y="120569"/>
                  </a:lnTo>
                  <a:lnTo>
                    <a:pt x="2814998" y="126740"/>
                  </a:lnTo>
                  <a:lnTo>
                    <a:pt x="2824727" y="132994"/>
                  </a:lnTo>
                  <a:lnTo>
                    <a:pt x="2834471" y="139326"/>
                  </a:lnTo>
                  <a:lnTo>
                    <a:pt x="2844215" y="145727"/>
                  </a:lnTo>
                  <a:lnTo>
                    <a:pt x="2853958" y="152190"/>
                  </a:lnTo>
                  <a:lnTo>
                    <a:pt x="2863687" y="158705"/>
                  </a:lnTo>
                  <a:lnTo>
                    <a:pt x="2873431" y="165265"/>
                  </a:lnTo>
                  <a:lnTo>
                    <a:pt x="2883175" y="171863"/>
                  </a:lnTo>
                  <a:lnTo>
                    <a:pt x="2892919" y="178488"/>
                  </a:lnTo>
                  <a:lnTo>
                    <a:pt x="2902663" y="185135"/>
                  </a:lnTo>
                  <a:lnTo>
                    <a:pt x="2912392" y="19179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5" name="Freeform 704">
              <a:extLst>
                <a:ext uri="{FF2B5EF4-FFF2-40B4-BE49-F238E27FC236}">
                  <a16:creationId xmlns:a16="http://schemas.microsoft.com/office/drawing/2014/main" id="{77C76B4E-0C3A-EFC7-A388-72F662C98B29}"/>
                </a:ext>
              </a:extLst>
            </p:cNvPr>
            <p:cNvSpPr/>
            <p:nvPr/>
          </p:nvSpPr>
          <p:spPr>
            <a:xfrm>
              <a:off x="576446" y="3033536"/>
              <a:ext cx="2912392" cy="512721"/>
            </a:xfrm>
            <a:custGeom>
              <a:avLst/>
              <a:gdLst>
                <a:gd name="connsiteX0" fmla="*/ 0 w 2912392"/>
                <a:gd name="connsiteY0" fmla="*/ 378589 h 512721"/>
                <a:gd name="connsiteX1" fmla="*/ 9739 w 2912392"/>
                <a:gd name="connsiteY1" fmla="*/ 383007 h 512721"/>
                <a:gd name="connsiteX2" fmla="*/ 19480 w 2912392"/>
                <a:gd name="connsiteY2" fmla="*/ 387415 h 512721"/>
                <a:gd name="connsiteX3" fmla="*/ 29221 w 2912392"/>
                <a:gd name="connsiteY3" fmla="*/ 391804 h 512721"/>
                <a:gd name="connsiteX4" fmla="*/ 38961 w 2912392"/>
                <a:gd name="connsiteY4" fmla="*/ 396161 h 512721"/>
                <a:gd name="connsiteX5" fmla="*/ 48702 w 2912392"/>
                <a:gd name="connsiteY5" fmla="*/ 400479 h 512721"/>
                <a:gd name="connsiteX6" fmla="*/ 58443 w 2912392"/>
                <a:gd name="connsiteY6" fmla="*/ 404744 h 512721"/>
                <a:gd name="connsiteX7" fmla="*/ 68182 w 2912392"/>
                <a:gd name="connsiteY7" fmla="*/ 408949 h 512721"/>
                <a:gd name="connsiteX8" fmla="*/ 77923 w 2912392"/>
                <a:gd name="connsiteY8" fmla="*/ 413080 h 512721"/>
                <a:gd name="connsiteX9" fmla="*/ 87664 w 2912392"/>
                <a:gd name="connsiteY9" fmla="*/ 417131 h 512721"/>
                <a:gd name="connsiteX10" fmla="*/ 97404 w 2912392"/>
                <a:gd name="connsiteY10" fmla="*/ 421091 h 512721"/>
                <a:gd name="connsiteX11" fmla="*/ 107145 w 2912392"/>
                <a:gd name="connsiteY11" fmla="*/ 424947 h 512721"/>
                <a:gd name="connsiteX12" fmla="*/ 116886 w 2912392"/>
                <a:gd name="connsiteY12" fmla="*/ 428693 h 512721"/>
                <a:gd name="connsiteX13" fmla="*/ 126625 w 2912392"/>
                <a:gd name="connsiteY13" fmla="*/ 432318 h 512721"/>
                <a:gd name="connsiteX14" fmla="*/ 136366 w 2912392"/>
                <a:gd name="connsiteY14" fmla="*/ 435810 h 512721"/>
                <a:gd name="connsiteX15" fmla="*/ 146107 w 2912392"/>
                <a:gd name="connsiteY15" fmla="*/ 439164 h 512721"/>
                <a:gd name="connsiteX16" fmla="*/ 155846 w 2912392"/>
                <a:gd name="connsiteY16" fmla="*/ 442369 h 512721"/>
                <a:gd name="connsiteX17" fmla="*/ 165587 w 2912392"/>
                <a:gd name="connsiteY17" fmla="*/ 445415 h 512721"/>
                <a:gd name="connsiteX18" fmla="*/ 175328 w 2912392"/>
                <a:gd name="connsiteY18" fmla="*/ 448297 h 512721"/>
                <a:gd name="connsiteX19" fmla="*/ 185068 w 2912392"/>
                <a:gd name="connsiteY19" fmla="*/ 451006 h 512721"/>
                <a:gd name="connsiteX20" fmla="*/ 194809 w 2912392"/>
                <a:gd name="connsiteY20" fmla="*/ 453532 h 512721"/>
                <a:gd name="connsiteX21" fmla="*/ 204550 w 2912392"/>
                <a:gd name="connsiteY21" fmla="*/ 455870 h 512721"/>
                <a:gd name="connsiteX22" fmla="*/ 214289 w 2912392"/>
                <a:gd name="connsiteY22" fmla="*/ 458013 h 512721"/>
                <a:gd name="connsiteX23" fmla="*/ 224030 w 2912392"/>
                <a:gd name="connsiteY23" fmla="*/ 459954 h 512721"/>
                <a:gd name="connsiteX24" fmla="*/ 233771 w 2912392"/>
                <a:gd name="connsiteY24" fmla="*/ 461687 h 512721"/>
                <a:gd name="connsiteX25" fmla="*/ 243510 w 2912392"/>
                <a:gd name="connsiteY25" fmla="*/ 463206 h 512721"/>
                <a:gd name="connsiteX26" fmla="*/ 253251 w 2912392"/>
                <a:gd name="connsiteY26" fmla="*/ 464507 h 512721"/>
                <a:gd name="connsiteX27" fmla="*/ 262992 w 2912392"/>
                <a:gd name="connsiteY27" fmla="*/ 465586 h 512721"/>
                <a:gd name="connsiteX28" fmla="*/ 272732 w 2912392"/>
                <a:gd name="connsiteY28" fmla="*/ 466436 h 512721"/>
                <a:gd name="connsiteX29" fmla="*/ 282473 w 2912392"/>
                <a:gd name="connsiteY29" fmla="*/ 467058 h 512721"/>
                <a:gd name="connsiteX30" fmla="*/ 292214 w 2912392"/>
                <a:gd name="connsiteY30" fmla="*/ 467445 h 512721"/>
                <a:gd name="connsiteX31" fmla="*/ 301953 w 2912392"/>
                <a:gd name="connsiteY31" fmla="*/ 467597 h 512721"/>
                <a:gd name="connsiteX32" fmla="*/ 311694 w 2912392"/>
                <a:gd name="connsiteY32" fmla="*/ 467511 h 512721"/>
                <a:gd name="connsiteX33" fmla="*/ 321435 w 2912392"/>
                <a:gd name="connsiteY33" fmla="*/ 467184 h 512721"/>
                <a:gd name="connsiteX34" fmla="*/ 331175 w 2912392"/>
                <a:gd name="connsiteY34" fmla="*/ 466620 h 512721"/>
                <a:gd name="connsiteX35" fmla="*/ 340916 w 2912392"/>
                <a:gd name="connsiteY35" fmla="*/ 465814 h 512721"/>
                <a:gd name="connsiteX36" fmla="*/ 350656 w 2912392"/>
                <a:gd name="connsiteY36" fmla="*/ 464769 h 512721"/>
                <a:gd name="connsiteX37" fmla="*/ 360396 w 2912392"/>
                <a:gd name="connsiteY37" fmla="*/ 463485 h 512721"/>
                <a:gd name="connsiteX38" fmla="*/ 370137 w 2912392"/>
                <a:gd name="connsiteY38" fmla="*/ 461962 h 512721"/>
                <a:gd name="connsiteX39" fmla="*/ 379878 w 2912392"/>
                <a:gd name="connsiteY39" fmla="*/ 460206 h 512721"/>
                <a:gd name="connsiteX40" fmla="*/ 389617 w 2912392"/>
                <a:gd name="connsiteY40" fmla="*/ 458215 h 512721"/>
                <a:gd name="connsiteX41" fmla="*/ 399358 w 2912392"/>
                <a:gd name="connsiteY41" fmla="*/ 455997 h 512721"/>
                <a:gd name="connsiteX42" fmla="*/ 409099 w 2912392"/>
                <a:gd name="connsiteY42" fmla="*/ 453552 h 512721"/>
                <a:gd name="connsiteX43" fmla="*/ 418839 w 2912392"/>
                <a:gd name="connsiteY43" fmla="*/ 450885 h 512721"/>
                <a:gd name="connsiteX44" fmla="*/ 428580 w 2912392"/>
                <a:gd name="connsiteY44" fmla="*/ 448002 h 512721"/>
                <a:gd name="connsiteX45" fmla="*/ 438321 w 2912392"/>
                <a:gd name="connsiteY45" fmla="*/ 444906 h 512721"/>
                <a:gd name="connsiteX46" fmla="*/ 448060 w 2912392"/>
                <a:gd name="connsiteY46" fmla="*/ 441606 h 512721"/>
                <a:gd name="connsiteX47" fmla="*/ 457801 w 2912392"/>
                <a:gd name="connsiteY47" fmla="*/ 438105 h 512721"/>
                <a:gd name="connsiteX48" fmla="*/ 467542 w 2912392"/>
                <a:gd name="connsiteY48" fmla="*/ 434413 h 512721"/>
                <a:gd name="connsiteX49" fmla="*/ 477281 w 2912392"/>
                <a:gd name="connsiteY49" fmla="*/ 430533 h 512721"/>
                <a:gd name="connsiteX50" fmla="*/ 487022 w 2912392"/>
                <a:gd name="connsiteY50" fmla="*/ 426476 h 512721"/>
                <a:gd name="connsiteX51" fmla="*/ 496763 w 2912392"/>
                <a:gd name="connsiteY51" fmla="*/ 422249 h 512721"/>
                <a:gd name="connsiteX52" fmla="*/ 506503 w 2912392"/>
                <a:gd name="connsiteY52" fmla="*/ 417860 h 512721"/>
                <a:gd name="connsiteX53" fmla="*/ 516244 w 2912392"/>
                <a:gd name="connsiteY53" fmla="*/ 413319 h 512721"/>
                <a:gd name="connsiteX54" fmla="*/ 525985 w 2912392"/>
                <a:gd name="connsiteY54" fmla="*/ 408633 h 512721"/>
                <a:gd name="connsiteX55" fmla="*/ 535724 w 2912392"/>
                <a:gd name="connsiteY55" fmla="*/ 403812 h 512721"/>
                <a:gd name="connsiteX56" fmla="*/ 545465 w 2912392"/>
                <a:gd name="connsiteY56" fmla="*/ 398867 h 512721"/>
                <a:gd name="connsiteX57" fmla="*/ 555206 w 2912392"/>
                <a:gd name="connsiteY57" fmla="*/ 393804 h 512721"/>
                <a:gd name="connsiteX58" fmla="*/ 564946 w 2912392"/>
                <a:gd name="connsiteY58" fmla="*/ 388638 h 512721"/>
                <a:gd name="connsiteX59" fmla="*/ 574687 w 2912392"/>
                <a:gd name="connsiteY59" fmla="*/ 383376 h 512721"/>
                <a:gd name="connsiteX60" fmla="*/ 584428 w 2912392"/>
                <a:gd name="connsiteY60" fmla="*/ 378030 h 512721"/>
                <a:gd name="connsiteX61" fmla="*/ 594167 w 2912392"/>
                <a:gd name="connsiteY61" fmla="*/ 372609 h 512721"/>
                <a:gd name="connsiteX62" fmla="*/ 603908 w 2912392"/>
                <a:gd name="connsiteY62" fmla="*/ 367124 h 512721"/>
                <a:gd name="connsiteX63" fmla="*/ 613649 w 2912392"/>
                <a:gd name="connsiteY63" fmla="*/ 361586 h 512721"/>
                <a:gd name="connsiteX64" fmla="*/ 623388 w 2912392"/>
                <a:gd name="connsiteY64" fmla="*/ 356007 h 512721"/>
                <a:gd name="connsiteX65" fmla="*/ 633129 w 2912392"/>
                <a:gd name="connsiteY65" fmla="*/ 350394 h 512721"/>
                <a:gd name="connsiteX66" fmla="*/ 642870 w 2912392"/>
                <a:gd name="connsiteY66" fmla="*/ 344761 h 512721"/>
                <a:gd name="connsiteX67" fmla="*/ 652610 w 2912392"/>
                <a:gd name="connsiteY67" fmla="*/ 339117 h 512721"/>
                <a:gd name="connsiteX68" fmla="*/ 662351 w 2912392"/>
                <a:gd name="connsiteY68" fmla="*/ 333472 h 512721"/>
                <a:gd name="connsiteX69" fmla="*/ 672092 w 2912392"/>
                <a:gd name="connsiteY69" fmla="*/ 327837 h 512721"/>
                <a:gd name="connsiteX70" fmla="*/ 681831 w 2912392"/>
                <a:gd name="connsiteY70" fmla="*/ 322222 h 512721"/>
                <a:gd name="connsiteX71" fmla="*/ 691572 w 2912392"/>
                <a:gd name="connsiteY71" fmla="*/ 316638 h 512721"/>
                <a:gd name="connsiteX72" fmla="*/ 701313 w 2912392"/>
                <a:gd name="connsiteY72" fmla="*/ 311092 h 512721"/>
                <a:gd name="connsiteX73" fmla="*/ 711052 w 2912392"/>
                <a:gd name="connsiteY73" fmla="*/ 305597 h 512721"/>
                <a:gd name="connsiteX74" fmla="*/ 720793 w 2912392"/>
                <a:gd name="connsiteY74" fmla="*/ 300159 h 512721"/>
                <a:gd name="connsiteX75" fmla="*/ 730534 w 2912392"/>
                <a:gd name="connsiteY75" fmla="*/ 294790 h 512721"/>
                <a:gd name="connsiteX76" fmla="*/ 740274 w 2912392"/>
                <a:gd name="connsiteY76" fmla="*/ 289495 h 512721"/>
                <a:gd name="connsiteX77" fmla="*/ 750015 w 2912392"/>
                <a:gd name="connsiteY77" fmla="*/ 284284 h 512721"/>
                <a:gd name="connsiteX78" fmla="*/ 759756 w 2912392"/>
                <a:gd name="connsiteY78" fmla="*/ 279167 h 512721"/>
                <a:gd name="connsiteX79" fmla="*/ 769495 w 2912392"/>
                <a:gd name="connsiteY79" fmla="*/ 274149 h 512721"/>
                <a:gd name="connsiteX80" fmla="*/ 779236 w 2912392"/>
                <a:gd name="connsiteY80" fmla="*/ 269238 h 512721"/>
                <a:gd name="connsiteX81" fmla="*/ 788977 w 2912392"/>
                <a:gd name="connsiteY81" fmla="*/ 264441 h 512721"/>
                <a:gd name="connsiteX82" fmla="*/ 798717 w 2912392"/>
                <a:gd name="connsiteY82" fmla="*/ 259762 h 512721"/>
                <a:gd name="connsiteX83" fmla="*/ 808458 w 2912392"/>
                <a:gd name="connsiteY83" fmla="*/ 255211 h 512721"/>
                <a:gd name="connsiteX84" fmla="*/ 818199 w 2912392"/>
                <a:gd name="connsiteY84" fmla="*/ 250790 h 512721"/>
                <a:gd name="connsiteX85" fmla="*/ 827938 w 2912392"/>
                <a:gd name="connsiteY85" fmla="*/ 246505 h 512721"/>
                <a:gd name="connsiteX86" fmla="*/ 837679 w 2912392"/>
                <a:gd name="connsiteY86" fmla="*/ 242362 h 512721"/>
                <a:gd name="connsiteX87" fmla="*/ 847420 w 2912392"/>
                <a:gd name="connsiteY87" fmla="*/ 238363 h 512721"/>
                <a:gd name="connsiteX88" fmla="*/ 857159 w 2912392"/>
                <a:gd name="connsiteY88" fmla="*/ 234513 h 512721"/>
                <a:gd name="connsiteX89" fmla="*/ 866900 w 2912392"/>
                <a:gd name="connsiteY89" fmla="*/ 230817 h 512721"/>
                <a:gd name="connsiteX90" fmla="*/ 876641 w 2912392"/>
                <a:gd name="connsiteY90" fmla="*/ 227272 h 512721"/>
                <a:gd name="connsiteX91" fmla="*/ 886381 w 2912392"/>
                <a:gd name="connsiteY91" fmla="*/ 223887 h 512721"/>
                <a:gd name="connsiteX92" fmla="*/ 896122 w 2912392"/>
                <a:gd name="connsiteY92" fmla="*/ 220658 h 512721"/>
                <a:gd name="connsiteX93" fmla="*/ 905863 w 2912392"/>
                <a:gd name="connsiteY93" fmla="*/ 217591 h 512721"/>
                <a:gd name="connsiteX94" fmla="*/ 915602 w 2912392"/>
                <a:gd name="connsiteY94" fmla="*/ 214685 h 512721"/>
                <a:gd name="connsiteX95" fmla="*/ 925343 w 2912392"/>
                <a:gd name="connsiteY95" fmla="*/ 211940 h 512721"/>
                <a:gd name="connsiteX96" fmla="*/ 935084 w 2912392"/>
                <a:gd name="connsiteY96" fmla="*/ 209356 h 512721"/>
                <a:gd name="connsiteX97" fmla="*/ 944824 w 2912392"/>
                <a:gd name="connsiteY97" fmla="*/ 206935 h 512721"/>
                <a:gd name="connsiteX98" fmla="*/ 954564 w 2912392"/>
                <a:gd name="connsiteY98" fmla="*/ 204673 h 512721"/>
                <a:gd name="connsiteX99" fmla="*/ 964305 w 2912392"/>
                <a:gd name="connsiteY99" fmla="*/ 202573 h 512721"/>
                <a:gd name="connsiteX100" fmla="*/ 974045 w 2912392"/>
                <a:gd name="connsiteY100" fmla="*/ 200628 h 512721"/>
                <a:gd name="connsiteX101" fmla="*/ 983786 w 2912392"/>
                <a:gd name="connsiteY101" fmla="*/ 198842 h 512721"/>
                <a:gd name="connsiteX102" fmla="*/ 993522 w 2912392"/>
                <a:gd name="connsiteY102" fmla="*/ 197209 h 512721"/>
                <a:gd name="connsiteX103" fmla="*/ 1003266 w 2912392"/>
                <a:gd name="connsiteY103" fmla="*/ 195729 h 512721"/>
                <a:gd name="connsiteX104" fmla="*/ 1013010 w 2912392"/>
                <a:gd name="connsiteY104" fmla="*/ 194397 h 512721"/>
                <a:gd name="connsiteX105" fmla="*/ 1022754 w 2912392"/>
                <a:gd name="connsiteY105" fmla="*/ 193213 h 512721"/>
                <a:gd name="connsiteX106" fmla="*/ 1032483 w 2912392"/>
                <a:gd name="connsiteY106" fmla="*/ 192172 h 512721"/>
                <a:gd name="connsiteX107" fmla="*/ 1042227 w 2912392"/>
                <a:gd name="connsiteY107" fmla="*/ 191269 h 512721"/>
                <a:gd name="connsiteX108" fmla="*/ 1051971 w 2912392"/>
                <a:gd name="connsiteY108" fmla="*/ 190503 h 512721"/>
                <a:gd name="connsiteX109" fmla="*/ 1061715 w 2912392"/>
                <a:gd name="connsiteY109" fmla="*/ 189871 h 512721"/>
                <a:gd name="connsiteX110" fmla="*/ 1071444 w 2912392"/>
                <a:gd name="connsiteY110" fmla="*/ 189366 h 512721"/>
                <a:gd name="connsiteX111" fmla="*/ 1081188 w 2912392"/>
                <a:gd name="connsiteY111" fmla="*/ 188986 h 512721"/>
                <a:gd name="connsiteX112" fmla="*/ 1090932 w 2912392"/>
                <a:gd name="connsiteY112" fmla="*/ 188727 h 512721"/>
                <a:gd name="connsiteX113" fmla="*/ 1100676 w 2912392"/>
                <a:gd name="connsiteY113" fmla="*/ 188582 h 512721"/>
                <a:gd name="connsiteX114" fmla="*/ 1110405 w 2912392"/>
                <a:gd name="connsiteY114" fmla="*/ 188551 h 512721"/>
                <a:gd name="connsiteX115" fmla="*/ 1120149 w 2912392"/>
                <a:gd name="connsiteY115" fmla="*/ 188627 h 512721"/>
                <a:gd name="connsiteX116" fmla="*/ 1129893 w 2912392"/>
                <a:gd name="connsiteY116" fmla="*/ 188806 h 512721"/>
                <a:gd name="connsiteX117" fmla="*/ 1139637 w 2912392"/>
                <a:gd name="connsiteY117" fmla="*/ 189084 h 512721"/>
                <a:gd name="connsiteX118" fmla="*/ 1149381 w 2912392"/>
                <a:gd name="connsiteY118" fmla="*/ 189457 h 512721"/>
                <a:gd name="connsiteX119" fmla="*/ 1159110 w 2912392"/>
                <a:gd name="connsiteY119" fmla="*/ 189920 h 512721"/>
                <a:gd name="connsiteX120" fmla="*/ 1168854 w 2912392"/>
                <a:gd name="connsiteY120" fmla="*/ 190470 h 512721"/>
                <a:gd name="connsiteX121" fmla="*/ 1178598 w 2912392"/>
                <a:gd name="connsiteY121" fmla="*/ 191100 h 512721"/>
                <a:gd name="connsiteX122" fmla="*/ 1188341 w 2912392"/>
                <a:gd name="connsiteY122" fmla="*/ 191809 h 512721"/>
                <a:gd name="connsiteX123" fmla="*/ 1198070 w 2912392"/>
                <a:gd name="connsiteY123" fmla="*/ 192593 h 512721"/>
                <a:gd name="connsiteX124" fmla="*/ 1207814 w 2912392"/>
                <a:gd name="connsiteY124" fmla="*/ 193447 h 512721"/>
                <a:gd name="connsiteX125" fmla="*/ 1217558 w 2912392"/>
                <a:gd name="connsiteY125" fmla="*/ 194366 h 512721"/>
                <a:gd name="connsiteX126" fmla="*/ 1227302 w 2912392"/>
                <a:gd name="connsiteY126" fmla="*/ 195349 h 512721"/>
                <a:gd name="connsiteX127" fmla="*/ 1237031 w 2912392"/>
                <a:gd name="connsiteY127" fmla="*/ 196394 h 512721"/>
                <a:gd name="connsiteX128" fmla="*/ 1246775 w 2912392"/>
                <a:gd name="connsiteY128" fmla="*/ 197493 h 512721"/>
                <a:gd name="connsiteX129" fmla="*/ 1256519 w 2912392"/>
                <a:gd name="connsiteY129" fmla="*/ 198648 h 512721"/>
                <a:gd name="connsiteX130" fmla="*/ 1266263 w 2912392"/>
                <a:gd name="connsiteY130" fmla="*/ 199853 h 512721"/>
                <a:gd name="connsiteX131" fmla="*/ 1276007 w 2912392"/>
                <a:gd name="connsiteY131" fmla="*/ 201106 h 512721"/>
                <a:gd name="connsiteX132" fmla="*/ 1285736 w 2912392"/>
                <a:gd name="connsiteY132" fmla="*/ 202407 h 512721"/>
                <a:gd name="connsiteX133" fmla="*/ 1295480 w 2912392"/>
                <a:gd name="connsiteY133" fmla="*/ 203753 h 512721"/>
                <a:gd name="connsiteX134" fmla="*/ 1305224 w 2912392"/>
                <a:gd name="connsiteY134" fmla="*/ 205140 h 512721"/>
                <a:gd name="connsiteX135" fmla="*/ 1314968 w 2912392"/>
                <a:gd name="connsiteY135" fmla="*/ 206568 h 512721"/>
                <a:gd name="connsiteX136" fmla="*/ 1324697 w 2912392"/>
                <a:gd name="connsiteY136" fmla="*/ 208036 h 512721"/>
                <a:gd name="connsiteX137" fmla="*/ 1334441 w 2912392"/>
                <a:gd name="connsiteY137" fmla="*/ 209542 h 512721"/>
                <a:gd name="connsiteX138" fmla="*/ 1344185 w 2912392"/>
                <a:gd name="connsiteY138" fmla="*/ 211086 h 512721"/>
                <a:gd name="connsiteX139" fmla="*/ 1353929 w 2912392"/>
                <a:gd name="connsiteY139" fmla="*/ 212667 h 512721"/>
                <a:gd name="connsiteX140" fmla="*/ 1363658 w 2912392"/>
                <a:gd name="connsiteY140" fmla="*/ 214283 h 512721"/>
                <a:gd name="connsiteX141" fmla="*/ 1373402 w 2912392"/>
                <a:gd name="connsiteY141" fmla="*/ 215937 h 512721"/>
                <a:gd name="connsiteX142" fmla="*/ 1383146 w 2912392"/>
                <a:gd name="connsiteY142" fmla="*/ 217626 h 512721"/>
                <a:gd name="connsiteX143" fmla="*/ 1392890 w 2912392"/>
                <a:gd name="connsiteY143" fmla="*/ 219352 h 512721"/>
                <a:gd name="connsiteX144" fmla="*/ 1402619 w 2912392"/>
                <a:gd name="connsiteY144" fmla="*/ 221113 h 512721"/>
                <a:gd name="connsiteX145" fmla="*/ 1412363 w 2912392"/>
                <a:gd name="connsiteY145" fmla="*/ 222913 h 512721"/>
                <a:gd name="connsiteX146" fmla="*/ 1422106 w 2912392"/>
                <a:gd name="connsiteY146" fmla="*/ 224751 h 512721"/>
                <a:gd name="connsiteX147" fmla="*/ 1431850 w 2912392"/>
                <a:gd name="connsiteY147" fmla="*/ 226627 h 512721"/>
                <a:gd name="connsiteX148" fmla="*/ 1441594 w 2912392"/>
                <a:gd name="connsiteY148" fmla="*/ 228544 h 512721"/>
                <a:gd name="connsiteX149" fmla="*/ 1451323 w 2912392"/>
                <a:gd name="connsiteY149" fmla="*/ 230502 h 512721"/>
                <a:gd name="connsiteX150" fmla="*/ 1461067 w 2912392"/>
                <a:gd name="connsiteY150" fmla="*/ 232503 h 512721"/>
                <a:gd name="connsiteX151" fmla="*/ 1470811 w 2912392"/>
                <a:gd name="connsiteY151" fmla="*/ 234549 h 512721"/>
                <a:gd name="connsiteX152" fmla="*/ 1480555 w 2912392"/>
                <a:gd name="connsiteY152" fmla="*/ 236641 h 512721"/>
                <a:gd name="connsiteX153" fmla="*/ 1490284 w 2912392"/>
                <a:gd name="connsiteY153" fmla="*/ 238782 h 512721"/>
                <a:gd name="connsiteX154" fmla="*/ 1500028 w 2912392"/>
                <a:gd name="connsiteY154" fmla="*/ 240972 h 512721"/>
                <a:gd name="connsiteX155" fmla="*/ 1509772 w 2912392"/>
                <a:gd name="connsiteY155" fmla="*/ 243214 h 512721"/>
                <a:gd name="connsiteX156" fmla="*/ 1519516 w 2912392"/>
                <a:gd name="connsiteY156" fmla="*/ 245510 h 512721"/>
                <a:gd name="connsiteX157" fmla="*/ 1529245 w 2912392"/>
                <a:gd name="connsiteY157" fmla="*/ 247861 h 512721"/>
                <a:gd name="connsiteX158" fmla="*/ 1538989 w 2912392"/>
                <a:gd name="connsiteY158" fmla="*/ 250272 h 512721"/>
                <a:gd name="connsiteX159" fmla="*/ 1548733 w 2912392"/>
                <a:gd name="connsiteY159" fmla="*/ 252743 h 512721"/>
                <a:gd name="connsiteX160" fmla="*/ 1558477 w 2912392"/>
                <a:gd name="connsiteY160" fmla="*/ 255276 h 512721"/>
                <a:gd name="connsiteX161" fmla="*/ 1568221 w 2912392"/>
                <a:gd name="connsiteY161" fmla="*/ 257875 h 512721"/>
                <a:gd name="connsiteX162" fmla="*/ 1577950 w 2912392"/>
                <a:gd name="connsiteY162" fmla="*/ 260540 h 512721"/>
                <a:gd name="connsiteX163" fmla="*/ 1587694 w 2912392"/>
                <a:gd name="connsiteY163" fmla="*/ 263274 h 512721"/>
                <a:gd name="connsiteX164" fmla="*/ 1597438 w 2912392"/>
                <a:gd name="connsiteY164" fmla="*/ 266079 h 512721"/>
                <a:gd name="connsiteX165" fmla="*/ 1607182 w 2912392"/>
                <a:gd name="connsiteY165" fmla="*/ 268956 h 512721"/>
                <a:gd name="connsiteX166" fmla="*/ 1616911 w 2912392"/>
                <a:gd name="connsiteY166" fmla="*/ 271909 h 512721"/>
                <a:gd name="connsiteX167" fmla="*/ 1626655 w 2912392"/>
                <a:gd name="connsiteY167" fmla="*/ 274938 h 512721"/>
                <a:gd name="connsiteX168" fmla="*/ 1636399 w 2912392"/>
                <a:gd name="connsiteY168" fmla="*/ 278046 h 512721"/>
                <a:gd name="connsiteX169" fmla="*/ 1646142 w 2912392"/>
                <a:gd name="connsiteY169" fmla="*/ 281233 h 512721"/>
                <a:gd name="connsiteX170" fmla="*/ 1655872 w 2912392"/>
                <a:gd name="connsiteY170" fmla="*/ 284501 h 512721"/>
                <a:gd name="connsiteX171" fmla="*/ 1665616 w 2912392"/>
                <a:gd name="connsiteY171" fmla="*/ 287851 h 512721"/>
                <a:gd name="connsiteX172" fmla="*/ 1675359 w 2912392"/>
                <a:gd name="connsiteY172" fmla="*/ 291284 h 512721"/>
                <a:gd name="connsiteX173" fmla="*/ 1685103 w 2912392"/>
                <a:gd name="connsiteY173" fmla="*/ 294800 h 512721"/>
                <a:gd name="connsiteX174" fmla="*/ 1694832 w 2912392"/>
                <a:gd name="connsiteY174" fmla="*/ 298401 h 512721"/>
                <a:gd name="connsiteX175" fmla="*/ 1704576 w 2912392"/>
                <a:gd name="connsiteY175" fmla="*/ 302086 h 512721"/>
                <a:gd name="connsiteX176" fmla="*/ 1714320 w 2912392"/>
                <a:gd name="connsiteY176" fmla="*/ 305855 h 512721"/>
                <a:gd name="connsiteX177" fmla="*/ 1724064 w 2912392"/>
                <a:gd name="connsiteY177" fmla="*/ 309710 h 512721"/>
                <a:gd name="connsiteX178" fmla="*/ 1733808 w 2912392"/>
                <a:gd name="connsiteY178" fmla="*/ 313647 h 512721"/>
                <a:gd name="connsiteX179" fmla="*/ 1743537 w 2912392"/>
                <a:gd name="connsiteY179" fmla="*/ 317669 h 512721"/>
                <a:gd name="connsiteX180" fmla="*/ 1753281 w 2912392"/>
                <a:gd name="connsiteY180" fmla="*/ 321770 h 512721"/>
                <a:gd name="connsiteX181" fmla="*/ 1763025 w 2912392"/>
                <a:gd name="connsiteY181" fmla="*/ 325954 h 512721"/>
                <a:gd name="connsiteX182" fmla="*/ 1772769 w 2912392"/>
                <a:gd name="connsiteY182" fmla="*/ 330217 h 512721"/>
                <a:gd name="connsiteX183" fmla="*/ 1782498 w 2912392"/>
                <a:gd name="connsiteY183" fmla="*/ 334555 h 512721"/>
                <a:gd name="connsiteX184" fmla="*/ 1792242 w 2912392"/>
                <a:gd name="connsiteY184" fmla="*/ 338968 h 512721"/>
                <a:gd name="connsiteX185" fmla="*/ 1801986 w 2912392"/>
                <a:gd name="connsiteY185" fmla="*/ 343453 h 512721"/>
                <a:gd name="connsiteX186" fmla="*/ 1811730 w 2912392"/>
                <a:gd name="connsiteY186" fmla="*/ 348007 h 512721"/>
                <a:gd name="connsiteX187" fmla="*/ 1821459 w 2912392"/>
                <a:gd name="connsiteY187" fmla="*/ 352626 h 512721"/>
                <a:gd name="connsiteX188" fmla="*/ 1831203 w 2912392"/>
                <a:gd name="connsiteY188" fmla="*/ 357306 h 512721"/>
                <a:gd name="connsiteX189" fmla="*/ 1840947 w 2912392"/>
                <a:gd name="connsiteY189" fmla="*/ 362044 h 512721"/>
                <a:gd name="connsiteX190" fmla="*/ 1850691 w 2912392"/>
                <a:gd name="connsiteY190" fmla="*/ 366835 h 512721"/>
                <a:gd name="connsiteX191" fmla="*/ 1860435 w 2912392"/>
                <a:gd name="connsiteY191" fmla="*/ 371674 h 512721"/>
                <a:gd name="connsiteX192" fmla="*/ 1870164 w 2912392"/>
                <a:gd name="connsiteY192" fmla="*/ 376555 h 512721"/>
                <a:gd name="connsiteX193" fmla="*/ 1879908 w 2912392"/>
                <a:gd name="connsiteY193" fmla="*/ 381475 h 512721"/>
                <a:gd name="connsiteX194" fmla="*/ 1889652 w 2912392"/>
                <a:gd name="connsiteY194" fmla="*/ 386424 h 512721"/>
                <a:gd name="connsiteX195" fmla="*/ 1899395 w 2912392"/>
                <a:gd name="connsiteY195" fmla="*/ 391401 h 512721"/>
                <a:gd name="connsiteX196" fmla="*/ 1909124 w 2912392"/>
                <a:gd name="connsiteY196" fmla="*/ 396393 h 512721"/>
                <a:gd name="connsiteX197" fmla="*/ 1918868 w 2912392"/>
                <a:gd name="connsiteY197" fmla="*/ 401399 h 512721"/>
                <a:gd name="connsiteX198" fmla="*/ 1928612 w 2912392"/>
                <a:gd name="connsiteY198" fmla="*/ 406408 h 512721"/>
                <a:gd name="connsiteX199" fmla="*/ 1938356 w 2912392"/>
                <a:gd name="connsiteY199" fmla="*/ 411413 h 512721"/>
                <a:gd name="connsiteX200" fmla="*/ 1948085 w 2912392"/>
                <a:gd name="connsiteY200" fmla="*/ 416407 h 512721"/>
                <a:gd name="connsiteX201" fmla="*/ 1957829 w 2912392"/>
                <a:gd name="connsiteY201" fmla="*/ 421382 h 512721"/>
                <a:gd name="connsiteX202" fmla="*/ 1967573 w 2912392"/>
                <a:gd name="connsiteY202" fmla="*/ 426327 h 512721"/>
                <a:gd name="connsiteX203" fmla="*/ 1977317 w 2912392"/>
                <a:gd name="connsiteY203" fmla="*/ 431235 h 512721"/>
                <a:gd name="connsiteX204" fmla="*/ 1987046 w 2912392"/>
                <a:gd name="connsiteY204" fmla="*/ 436096 h 512721"/>
                <a:gd name="connsiteX205" fmla="*/ 1996790 w 2912392"/>
                <a:gd name="connsiteY205" fmla="*/ 440903 h 512721"/>
                <a:gd name="connsiteX206" fmla="*/ 2006534 w 2912392"/>
                <a:gd name="connsiteY206" fmla="*/ 445642 h 512721"/>
                <a:gd name="connsiteX207" fmla="*/ 2016278 w 2912392"/>
                <a:gd name="connsiteY207" fmla="*/ 450307 h 512721"/>
                <a:gd name="connsiteX208" fmla="*/ 2026022 w 2912392"/>
                <a:gd name="connsiteY208" fmla="*/ 454885 h 512721"/>
                <a:gd name="connsiteX209" fmla="*/ 2035751 w 2912392"/>
                <a:gd name="connsiteY209" fmla="*/ 459368 h 512721"/>
                <a:gd name="connsiteX210" fmla="*/ 2045495 w 2912392"/>
                <a:gd name="connsiteY210" fmla="*/ 463746 h 512721"/>
                <a:gd name="connsiteX211" fmla="*/ 2055239 w 2912392"/>
                <a:gd name="connsiteY211" fmla="*/ 468005 h 512721"/>
                <a:gd name="connsiteX212" fmla="*/ 2064983 w 2912392"/>
                <a:gd name="connsiteY212" fmla="*/ 472138 h 512721"/>
                <a:gd name="connsiteX213" fmla="*/ 2074712 w 2912392"/>
                <a:gd name="connsiteY213" fmla="*/ 476133 h 512721"/>
                <a:gd name="connsiteX214" fmla="*/ 2084456 w 2912392"/>
                <a:gd name="connsiteY214" fmla="*/ 479980 h 512721"/>
                <a:gd name="connsiteX215" fmla="*/ 2094200 w 2912392"/>
                <a:gd name="connsiteY215" fmla="*/ 483666 h 512721"/>
                <a:gd name="connsiteX216" fmla="*/ 2103944 w 2912392"/>
                <a:gd name="connsiteY216" fmla="*/ 487180 h 512721"/>
                <a:gd name="connsiteX217" fmla="*/ 2113673 w 2912392"/>
                <a:gd name="connsiteY217" fmla="*/ 490516 h 512721"/>
                <a:gd name="connsiteX218" fmla="*/ 2123417 w 2912392"/>
                <a:gd name="connsiteY218" fmla="*/ 493658 h 512721"/>
                <a:gd name="connsiteX219" fmla="*/ 2133161 w 2912392"/>
                <a:gd name="connsiteY219" fmla="*/ 496598 h 512721"/>
                <a:gd name="connsiteX220" fmla="*/ 2142905 w 2912392"/>
                <a:gd name="connsiteY220" fmla="*/ 499326 h 512721"/>
                <a:gd name="connsiteX221" fmla="*/ 2152649 w 2912392"/>
                <a:gd name="connsiteY221" fmla="*/ 501829 h 512721"/>
                <a:gd name="connsiteX222" fmla="*/ 2162377 w 2912392"/>
                <a:gd name="connsiteY222" fmla="*/ 504100 h 512721"/>
                <a:gd name="connsiteX223" fmla="*/ 2172121 w 2912392"/>
                <a:gd name="connsiteY223" fmla="*/ 506126 h 512721"/>
                <a:gd name="connsiteX224" fmla="*/ 2181865 w 2912392"/>
                <a:gd name="connsiteY224" fmla="*/ 507899 h 512721"/>
                <a:gd name="connsiteX225" fmla="*/ 2191609 w 2912392"/>
                <a:gd name="connsiteY225" fmla="*/ 509411 h 512721"/>
                <a:gd name="connsiteX226" fmla="*/ 2201338 w 2912392"/>
                <a:gd name="connsiteY226" fmla="*/ 510649 h 512721"/>
                <a:gd name="connsiteX227" fmla="*/ 2211082 w 2912392"/>
                <a:gd name="connsiteY227" fmla="*/ 511609 h 512721"/>
                <a:gd name="connsiteX228" fmla="*/ 2220826 w 2912392"/>
                <a:gd name="connsiteY228" fmla="*/ 512279 h 512721"/>
                <a:gd name="connsiteX229" fmla="*/ 2230570 w 2912392"/>
                <a:gd name="connsiteY229" fmla="*/ 512652 h 512721"/>
                <a:gd name="connsiteX230" fmla="*/ 2240299 w 2912392"/>
                <a:gd name="connsiteY230" fmla="*/ 512722 h 512721"/>
                <a:gd name="connsiteX231" fmla="*/ 2250043 w 2912392"/>
                <a:gd name="connsiteY231" fmla="*/ 512479 h 512721"/>
                <a:gd name="connsiteX232" fmla="*/ 2259787 w 2912392"/>
                <a:gd name="connsiteY232" fmla="*/ 511920 h 512721"/>
                <a:gd name="connsiteX233" fmla="*/ 2269531 w 2912392"/>
                <a:gd name="connsiteY233" fmla="*/ 511037 h 512721"/>
                <a:gd name="connsiteX234" fmla="*/ 2279260 w 2912392"/>
                <a:gd name="connsiteY234" fmla="*/ 509822 h 512721"/>
                <a:gd name="connsiteX235" fmla="*/ 2289004 w 2912392"/>
                <a:gd name="connsiteY235" fmla="*/ 508276 h 512721"/>
                <a:gd name="connsiteX236" fmla="*/ 2298748 w 2912392"/>
                <a:gd name="connsiteY236" fmla="*/ 506391 h 512721"/>
                <a:gd name="connsiteX237" fmla="*/ 2308492 w 2912392"/>
                <a:gd name="connsiteY237" fmla="*/ 504164 h 512721"/>
                <a:gd name="connsiteX238" fmla="*/ 2318236 w 2912392"/>
                <a:gd name="connsiteY238" fmla="*/ 501591 h 512721"/>
                <a:gd name="connsiteX239" fmla="*/ 2327965 w 2912392"/>
                <a:gd name="connsiteY239" fmla="*/ 498672 h 512721"/>
                <a:gd name="connsiteX240" fmla="*/ 2337709 w 2912392"/>
                <a:gd name="connsiteY240" fmla="*/ 495405 h 512721"/>
                <a:gd name="connsiteX241" fmla="*/ 2347453 w 2912392"/>
                <a:gd name="connsiteY241" fmla="*/ 491787 h 512721"/>
                <a:gd name="connsiteX242" fmla="*/ 2357197 w 2912392"/>
                <a:gd name="connsiteY242" fmla="*/ 487819 h 512721"/>
                <a:gd name="connsiteX243" fmla="*/ 2366926 w 2912392"/>
                <a:gd name="connsiteY243" fmla="*/ 483503 h 512721"/>
                <a:gd name="connsiteX244" fmla="*/ 2376670 w 2912392"/>
                <a:gd name="connsiteY244" fmla="*/ 478840 h 512721"/>
                <a:gd name="connsiteX245" fmla="*/ 2386413 w 2912392"/>
                <a:gd name="connsiteY245" fmla="*/ 473831 h 512721"/>
                <a:gd name="connsiteX246" fmla="*/ 2396157 w 2912392"/>
                <a:gd name="connsiteY246" fmla="*/ 468481 h 512721"/>
                <a:gd name="connsiteX247" fmla="*/ 2405886 w 2912392"/>
                <a:gd name="connsiteY247" fmla="*/ 462791 h 512721"/>
                <a:gd name="connsiteX248" fmla="*/ 2415630 w 2912392"/>
                <a:gd name="connsiteY248" fmla="*/ 456767 h 512721"/>
                <a:gd name="connsiteX249" fmla="*/ 2425374 w 2912392"/>
                <a:gd name="connsiteY249" fmla="*/ 450416 h 512721"/>
                <a:gd name="connsiteX250" fmla="*/ 2435118 w 2912392"/>
                <a:gd name="connsiteY250" fmla="*/ 443741 h 512721"/>
                <a:gd name="connsiteX251" fmla="*/ 2444862 w 2912392"/>
                <a:gd name="connsiteY251" fmla="*/ 436750 h 512721"/>
                <a:gd name="connsiteX252" fmla="*/ 2454591 w 2912392"/>
                <a:gd name="connsiteY252" fmla="*/ 429453 h 512721"/>
                <a:gd name="connsiteX253" fmla="*/ 2464335 w 2912392"/>
                <a:gd name="connsiteY253" fmla="*/ 421856 h 512721"/>
                <a:gd name="connsiteX254" fmla="*/ 2474079 w 2912392"/>
                <a:gd name="connsiteY254" fmla="*/ 413968 h 512721"/>
                <a:gd name="connsiteX255" fmla="*/ 2483823 w 2912392"/>
                <a:gd name="connsiteY255" fmla="*/ 405801 h 512721"/>
                <a:gd name="connsiteX256" fmla="*/ 2493552 w 2912392"/>
                <a:gd name="connsiteY256" fmla="*/ 397365 h 512721"/>
                <a:gd name="connsiteX257" fmla="*/ 2503296 w 2912392"/>
                <a:gd name="connsiteY257" fmla="*/ 388671 h 512721"/>
                <a:gd name="connsiteX258" fmla="*/ 2513040 w 2912392"/>
                <a:gd name="connsiteY258" fmla="*/ 379730 h 512721"/>
                <a:gd name="connsiteX259" fmla="*/ 2522784 w 2912392"/>
                <a:gd name="connsiteY259" fmla="*/ 370559 h 512721"/>
                <a:gd name="connsiteX260" fmla="*/ 2532513 w 2912392"/>
                <a:gd name="connsiteY260" fmla="*/ 361166 h 512721"/>
                <a:gd name="connsiteX261" fmla="*/ 2542257 w 2912392"/>
                <a:gd name="connsiteY261" fmla="*/ 351568 h 512721"/>
                <a:gd name="connsiteX262" fmla="*/ 2552001 w 2912392"/>
                <a:gd name="connsiteY262" fmla="*/ 341781 h 512721"/>
                <a:gd name="connsiteX263" fmla="*/ 2561745 w 2912392"/>
                <a:gd name="connsiteY263" fmla="*/ 331817 h 512721"/>
                <a:gd name="connsiteX264" fmla="*/ 2571474 w 2912392"/>
                <a:gd name="connsiteY264" fmla="*/ 321694 h 512721"/>
                <a:gd name="connsiteX265" fmla="*/ 2581218 w 2912392"/>
                <a:gd name="connsiteY265" fmla="*/ 311427 h 512721"/>
                <a:gd name="connsiteX266" fmla="*/ 2590962 w 2912392"/>
                <a:gd name="connsiteY266" fmla="*/ 301032 h 512721"/>
                <a:gd name="connsiteX267" fmla="*/ 2600705 w 2912392"/>
                <a:gd name="connsiteY267" fmla="*/ 290529 h 512721"/>
                <a:gd name="connsiteX268" fmla="*/ 2610449 w 2912392"/>
                <a:gd name="connsiteY268" fmla="*/ 279933 h 512721"/>
                <a:gd name="connsiteX269" fmla="*/ 2620178 w 2912392"/>
                <a:gd name="connsiteY269" fmla="*/ 269260 h 512721"/>
                <a:gd name="connsiteX270" fmla="*/ 2629922 w 2912392"/>
                <a:gd name="connsiteY270" fmla="*/ 258530 h 512721"/>
                <a:gd name="connsiteX271" fmla="*/ 2639666 w 2912392"/>
                <a:gd name="connsiteY271" fmla="*/ 247761 h 512721"/>
                <a:gd name="connsiteX272" fmla="*/ 2649410 w 2912392"/>
                <a:gd name="connsiteY272" fmla="*/ 236971 h 512721"/>
                <a:gd name="connsiteX273" fmla="*/ 2659139 w 2912392"/>
                <a:gd name="connsiteY273" fmla="*/ 226180 h 512721"/>
                <a:gd name="connsiteX274" fmla="*/ 2668883 w 2912392"/>
                <a:gd name="connsiteY274" fmla="*/ 215404 h 512721"/>
                <a:gd name="connsiteX275" fmla="*/ 2678627 w 2912392"/>
                <a:gd name="connsiteY275" fmla="*/ 204660 h 512721"/>
                <a:gd name="connsiteX276" fmla="*/ 2688371 w 2912392"/>
                <a:gd name="connsiteY276" fmla="*/ 193970 h 512721"/>
                <a:gd name="connsiteX277" fmla="*/ 2698100 w 2912392"/>
                <a:gd name="connsiteY277" fmla="*/ 183351 h 512721"/>
                <a:gd name="connsiteX278" fmla="*/ 2707844 w 2912392"/>
                <a:gd name="connsiteY278" fmla="*/ 172821 h 512721"/>
                <a:gd name="connsiteX279" fmla="*/ 2717588 w 2912392"/>
                <a:gd name="connsiteY279" fmla="*/ 162396 h 512721"/>
                <a:gd name="connsiteX280" fmla="*/ 2727332 w 2912392"/>
                <a:gd name="connsiteY280" fmla="*/ 152096 h 512721"/>
                <a:gd name="connsiteX281" fmla="*/ 2737076 w 2912392"/>
                <a:gd name="connsiteY281" fmla="*/ 141938 h 512721"/>
                <a:gd name="connsiteX282" fmla="*/ 2746805 w 2912392"/>
                <a:gd name="connsiteY282" fmla="*/ 131938 h 512721"/>
                <a:gd name="connsiteX283" fmla="*/ 2756549 w 2912392"/>
                <a:gd name="connsiteY283" fmla="*/ 122114 h 512721"/>
                <a:gd name="connsiteX284" fmla="*/ 2766293 w 2912392"/>
                <a:gd name="connsiteY284" fmla="*/ 112480 h 512721"/>
                <a:gd name="connsiteX285" fmla="*/ 2776037 w 2912392"/>
                <a:gd name="connsiteY285" fmla="*/ 103053 h 512721"/>
                <a:gd name="connsiteX286" fmla="*/ 2785766 w 2912392"/>
                <a:gd name="connsiteY286" fmla="*/ 93849 h 512721"/>
                <a:gd name="connsiteX287" fmla="*/ 2795510 w 2912392"/>
                <a:gd name="connsiteY287" fmla="*/ 84880 h 512721"/>
                <a:gd name="connsiteX288" fmla="*/ 2805254 w 2912392"/>
                <a:gd name="connsiteY288" fmla="*/ 76162 h 512721"/>
                <a:gd name="connsiteX289" fmla="*/ 2814998 w 2912392"/>
                <a:gd name="connsiteY289" fmla="*/ 67707 h 512721"/>
                <a:gd name="connsiteX290" fmla="*/ 2824727 w 2912392"/>
                <a:gd name="connsiteY290" fmla="*/ 59527 h 512721"/>
                <a:gd name="connsiteX291" fmla="*/ 2834471 w 2912392"/>
                <a:gd name="connsiteY291" fmla="*/ 51635 h 512721"/>
                <a:gd name="connsiteX292" fmla="*/ 2844215 w 2912392"/>
                <a:gd name="connsiteY292" fmla="*/ 44043 h 512721"/>
                <a:gd name="connsiteX293" fmla="*/ 2853958 w 2912392"/>
                <a:gd name="connsiteY293" fmla="*/ 36759 h 512721"/>
                <a:gd name="connsiteX294" fmla="*/ 2863687 w 2912392"/>
                <a:gd name="connsiteY294" fmla="*/ 29792 h 512721"/>
                <a:gd name="connsiteX295" fmla="*/ 2873431 w 2912392"/>
                <a:gd name="connsiteY295" fmla="*/ 23153 h 512721"/>
                <a:gd name="connsiteX296" fmla="*/ 2883175 w 2912392"/>
                <a:gd name="connsiteY296" fmla="*/ 16848 h 512721"/>
                <a:gd name="connsiteX297" fmla="*/ 2892919 w 2912392"/>
                <a:gd name="connsiteY297" fmla="*/ 10882 h 512721"/>
                <a:gd name="connsiteX298" fmla="*/ 2902663 w 2912392"/>
                <a:gd name="connsiteY298" fmla="*/ 5265 h 512721"/>
                <a:gd name="connsiteX299" fmla="*/ 2912392 w 2912392"/>
                <a:gd name="connsiteY299" fmla="*/ 0 h 512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12721">
                  <a:moveTo>
                    <a:pt x="0" y="378589"/>
                  </a:moveTo>
                  <a:lnTo>
                    <a:pt x="9739" y="383007"/>
                  </a:lnTo>
                  <a:lnTo>
                    <a:pt x="19480" y="387415"/>
                  </a:lnTo>
                  <a:lnTo>
                    <a:pt x="29221" y="391804"/>
                  </a:lnTo>
                  <a:lnTo>
                    <a:pt x="38961" y="396161"/>
                  </a:lnTo>
                  <a:lnTo>
                    <a:pt x="48702" y="400479"/>
                  </a:lnTo>
                  <a:lnTo>
                    <a:pt x="58443" y="404744"/>
                  </a:lnTo>
                  <a:lnTo>
                    <a:pt x="68182" y="408949"/>
                  </a:lnTo>
                  <a:lnTo>
                    <a:pt x="77923" y="413080"/>
                  </a:lnTo>
                  <a:lnTo>
                    <a:pt x="87664" y="417131"/>
                  </a:lnTo>
                  <a:lnTo>
                    <a:pt x="97404" y="421091"/>
                  </a:lnTo>
                  <a:lnTo>
                    <a:pt x="107145" y="424947"/>
                  </a:lnTo>
                  <a:lnTo>
                    <a:pt x="116886" y="428693"/>
                  </a:lnTo>
                  <a:lnTo>
                    <a:pt x="126625" y="432318"/>
                  </a:lnTo>
                  <a:lnTo>
                    <a:pt x="136366" y="435810"/>
                  </a:lnTo>
                  <a:lnTo>
                    <a:pt x="146107" y="439164"/>
                  </a:lnTo>
                  <a:lnTo>
                    <a:pt x="155846" y="442369"/>
                  </a:lnTo>
                  <a:lnTo>
                    <a:pt x="165587" y="445415"/>
                  </a:lnTo>
                  <a:lnTo>
                    <a:pt x="175328" y="448297"/>
                  </a:lnTo>
                  <a:lnTo>
                    <a:pt x="185068" y="451006"/>
                  </a:lnTo>
                  <a:lnTo>
                    <a:pt x="194809" y="453532"/>
                  </a:lnTo>
                  <a:lnTo>
                    <a:pt x="204550" y="455870"/>
                  </a:lnTo>
                  <a:lnTo>
                    <a:pt x="214289" y="458013"/>
                  </a:lnTo>
                  <a:lnTo>
                    <a:pt x="224030" y="459954"/>
                  </a:lnTo>
                  <a:lnTo>
                    <a:pt x="233771" y="461687"/>
                  </a:lnTo>
                  <a:lnTo>
                    <a:pt x="243510" y="463206"/>
                  </a:lnTo>
                  <a:lnTo>
                    <a:pt x="253251" y="464507"/>
                  </a:lnTo>
                  <a:lnTo>
                    <a:pt x="262992" y="465586"/>
                  </a:lnTo>
                  <a:lnTo>
                    <a:pt x="272732" y="466436"/>
                  </a:lnTo>
                  <a:lnTo>
                    <a:pt x="282473" y="467058"/>
                  </a:lnTo>
                  <a:lnTo>
                    <a:pt x="292214" y="467445"/>
                  </a:lnTo>
                  <a:lnTo>
                    <a:pt x="301953" y="467597"/>
                  </a:lnTo>
                  <a:lnTo>
                    <a:pt x="311694" y="467511"/>
                  </a:lnTo>
                  <a:lnTo>
                    <a:pt x="321435" y="467184"/>
                  </a:lnTo>
                  <a:lnTo>
                    <a:pt x="331175" y="466620"/>
                  </a:lnTo>
                  <a:lnTo>
                    <a:pt x="340916" y="465814"/>
                  </a:lnTo>
                  <a:lnTo>
                    <a:pt x="350656" y="464769"/>
                  </a:lnTo>
                  <a:lnTo>
                    <a:pt x="360396" y="463485"/>
                  </a:lnTo>
                  <a:lnTo>
                    <a:pt x="370137" y="461962"/>
                  </a:lnTo>
                  <a:lnTo>
                    <a:pt x="379878" y="460206"/>
                  </a:lnTo>
                  <a:lnTo>
                    <a:pt x="389617" y="458215"/>
                  </a:lnTo>
                  <a:lnTo>
                    <a:pt x="399358" y="455997"/>
                  </a:lnTo>
                  <a:lnTo>
                    <a:pt x="409099" y="453552"/>
                  </a:lnTo>
                  <a:lnTo>
                    <a:pt x="418839" y="450885"/>
                  </a:lnTo>
                  <a:lnTo>
                    <a:pt x="428580" y="448002"/>
                  </a:lnTo>
                  <a:lnTo>
                    <a:pt x="438321" y="444906"/>
                  </a:lnTo>
                  <a:lnTo>
                    <a:pt x="448060" y="441606"/>
                  </a:lnTo>
                  <a:lnTo>
                    <a:pt x="457801" y="438105"/>
                  </a:lnTo>
                  <a:lnTo>
                    <a:pt x="467542" y="434413"/>
                  </a:lnTo>
                  <a:lnTo>
                    <a:pt x="477281" y="430533"/>
                  </a:lnTo>
                  <a:lnTo>
                    <a:pt x="487022" y="426476"/>
                  </a:lnTo>
                  <a:lnTo>
                    <a:pt x="496763" y="422249"/>
                  </a:lnTo>
                  <a:lnTo>
                    <a:pt x="506503" y="417860"/>
                  </a:lnTo>
                  <a:lnTo>
                    <a:pt x="516244" y="413319"/>
                  </a:lnTo>
                  <a:lnTo>
                    <a:pt x="525985" y="408633"/>
                  </a:lnTo>
                  <a:lnTo>
                    <a:pt x="535724" y="403812"/>
                  </a:lnTo>
                  <a:lnTo>
                    <a:pt x="545465" y="398867"/>
                  </a:lnTo>
                  <a:lnTo>
                    <a:pt x="555206" y="393804"/>
                  </a:lnTo>
                  <a:lnTo>
                    <a:pt x="564946" y="388638"/>
                  </a:lnTo>
                  <a:lnTo>
                    <a:pt x="574687" y="383376"/>
                  </a:lnTo>
                  <a:lnTo>
                    <a:pt x="584428" y="378030"/>
                  </a:lnTo>
                  <a:lnTo>
                    <a:pt x="594167" y="372609"/>
                  </a:lnTo>
                  <a:lnTo>
                    <a:pt x="603908" y="367124"/>
                  </a:lnTo>
                  <a:lnTo>
                    <a:pt x="613649" y="361586"/>
                  </a:lnTo>
                  <a:lnTo>
                    <a:pt x="623388" y="356007"/>
                  </a:lnTo>
                  <a:lnTo>
                    <a:pt x="633129" y="350394"/>
                  </a:lnTo>
                  <a:lnTo>
                    <a:pt x="642870" y="344761"/>
                  </a:lnTo>
                  <a:lnTo>
                    <a:pt x="652610" y="339117"/>
                  </a:lnTo>
                  <a:lnTo>
                    <a:pt x="662351" y="333472"/>
                  </a:lnTo>
                  <a:lnTo>
                    <a:pt x="672092" y="327837"/>
                  </a:lnTo>
                  <a:lnTo>
                    <a:pt x="681831" y="322222"/>
                  </a:lnTo>
                  <a:lnTo>
                    <a:pt x="691572" y="316638"/>
                  </a:lnTo>
                  <a:lnTo>
                    <a:pt x="701313" y="311092"/>
                  </a:lnTo>
                  <a:lnTo>
                    <a:pt x="711052" y="305597"/>
                  </a:lnTo>
                  <a:lnTo>
                    <a:pt x="720793" y="300159"/>
                  </a:lnTo>
                  <a:lnTo>
                    <a:pt x="730534" y="294790"/>
                  </a:lnTo>
                  <a:lnTo>
                    <a:pt x="740274" y="289495"/>
                  </a:lnTo>
                  <a:lnTo>
                    <a:pt x="750015" y="284284"/>
                  </a:lnTo>
                  <a:lnTo>
                    <a:pt x="759756" y="279167"/>
                  </a:lnTo>
                  <a:lnTo>
                    <a:pt x="769495" y="274149"/>
                  </a:lnTo>
                  <a:lnTo>
                    <a:pt x="779236" y="269238"/>
                  </a:lnTo>
                  <a:lnTo>
                    <a:pt x="788977" y="264441"/>
                  </a:lnTo>
                  <a:lnTo>
                    <a:pt x="798717" y="259762"/>
                  </a:lnTo>
                  <a:lnTo>
                    <a:pt x="808458" y="255211"/>
                  </a:lnTo>
                  <a:lnTo>
                    <a:pt x="818199" y="250790"/>
                  </a:lnTo>
                  <a:lnTo>
                    <a:pt x="827938" y="246505"/>
                  </a:lnTo>
                  <a:lnTo>
                    <a:pt x="837679" y="242362"/>
                  </a:lnTo>
                  <a:lnTo>
                    <a:pt x="847420" y="238363"/>
                  </a:lnTo>
                  <a:lnTo>
                    <a:pt x="857159" y="234513"/>
                  </a:lnTo>
                  <a:lnTo>
                    <a:pt x="866900" y="230817"/>
                  </a:lnTo>
                  <a:lnTo>
                    <a:pt x="876641" y="227272"/>
                  </a:lnTo>
                  <a:lnTo>
                    <a:pt x="886381" y="223887"/>
                  </a:lnTo>
                  <a:lnTo>
                    <a:pt x="896122" y="220658"/>
                  </a:lnTo>
                  <a:lnTo>
                    <a:pt x="905863" y="217591"/>
                  </a:lnTo>
                  <a:lnTo>
                    <a:pt x="915602" y="214685"/>
                  </a:lnTo>
                  <a:lnTo>
                    <a:pt x="925343" y="211940"/>
                  </a:lnTo>
                  <a:lnTo>
                    <a:pt x="935084" y="209356"/>
                  </a:lnTo>
                  <a:lnTo>
                    <a:pt x="944824" y="206935"/>
                  </a:lnTo>
                  <a:lnTo>
                    <a:pt x="954564" y="204673"/>
                  </a:lnTo>
                  <a:lnTo>
                    <a:pt x="964305" y="202573"/>
                  </a:lnTo>
                  <a:lnTo>
                    <a:pt x="974045" y="200628"/>
                  </a:lnTo>
                  <a:lnTo>
                    <a:pt x="983786" y="198842"/>
                  </a:lnTo>
                  <a:lnTo>
                    <a:pt x="993522" y="197209"/>
                  </a:lnTo>
                  <a:lnTo>
                    <a:pt x="1003266" y="195729"/>
                  </a:lnTo>
                  <a:lnTo>
                    <a:pt x="1013010" y="194397"/>
                  </a:lnTo>
                  <a:lnTo>
                    <a:pt x="1022754" y="193213"/>
                  </a:lnTo>
                  <a:lnTo>
                    <a:pt x="1032483" y="192172"/>
                  </a:lnTo>
                  <a:lnTo>
                    <a:pt x="1042227" y="191269"/>
                  </a:lnTo>
                  <a:lnTo>
                    <a:pt x="1051971" y="190503"/>
                  </a:lnTo>
                  <a:lnTo>
                    <a:pt x="1061715" y="189871"/>
                  </a:lnTo>
                  <a:lnTo>
                    <a:pt x="1071444" y="189366"/>
                  </a:lnTo>
                  <a:lnTo>
                    <a:pt x="1081188" y="188986"/>
                  </a:lnTo>
                  <a:lnTo>
                    <a:pt x="1090932" y="188727"/>
                  </a:lnTo>
                  <a:lnTo>
                    <a:pt x="1100676" y="188582"/>
                  </a:lnTo>
                  <a:lnTo>
                    <a:pt x="1110405" y="188551"/>
                  </a:lnTo>
                  <a:lnTo>
                    <a:pt x="1120149" y="188627"/>
                  </a:lnTo>
                  <a:lnTo>
                    <a:pt x="1129893" y="188806"/>
                  </a:lnTo>
                  <a:lnTo>
                    <a:pt x="1139637" y="189084"/>
                  </a:lnTo>
                  <a:lnTo>
                    <a:pt x="1149381" y="189457"/>
                  </a:lnTo>
                  <a:lnTo>
                    <a:pt x="1159110" y="189920"/>
                  </a:lnTo>
                  <a:lnTo>
                    <a:pt x="1168854" y="190470"/>
                  </a:lnTo>
                  <a:lnTo>
                    <a:pt x="1178598" y="191100"/>
                  </a:lnTo>
                  <a:lnTo>
                    <a:pt x="1188341" y="191809"/>
                  </a:lnTo>
                  <a:lnTo>
                    <a:pt x="1198070" y="192593"/>
                  </a:lnTo>
                  <a:lnTo>
                    <a:pt x="1207814" y="193447"/>
                  </a:lnTo>
                  <a:lnTo>
                    <a:pt x="1217558" y="194366"/>
                  </a:lnTo>
                  <a:lnTo>
                    <a:pt x="1227302" y="195349"/>
                  </a:lnTo>
                  <a:lnTo>
                    <a:pt x="1237031" y="196394"/>
                  </a:lnTo>
                  <a:lnTo>
                    <a:pt x="1246775" y="197493"/>
                  </a:lnTo>
                  <a:lnTo>
                    <a:pt x="1256519" y="198648"/>
                  </a:lnTo>
                  <a:lnTo>
                    <a:pt x="1266263" y="199853"/>
                  </a:lnTo>
                  <a:lnTo>
                    <a:pt x="1276007" y="201106"/>
                  </a:lnTo>
                  <a:lnTo>
                    <a:pt x="1285736" y="202407"/>
                  </a:lnTo>
                  <a:lnTo>
                    <a:pt x="1295480" y="203753"/>
                  </a:lnTo>
                  <a:lnTo>
                    <a:pt x="1305224" y="205140"/>
                  </a:lnTo>
                  <a:lnTo>
                    <a:pt x="1314968" y="206568"/>
                  </a:lnTo>
                  <a:lnTo>
                    <a:pt x="1324697" y="208036"/>
                  </a:lnTo>
                  <a:lnTo>
                    <a:pt x="1334441" y="209542"/>
                  </a:lnTo>
                  <a:lnTo>
                    <a:pt x="1344185" y="211086"/>
                  </a:lnTo>
                  <a:lnTo>
                    <a:pt x="1353929" y="212667"/>
                  </a:lnTo>
                  <a:lnTo>
                    <a:pt x="1363658" y="214283"/>
                  </a:lnTo>
                  <a:lnTo>
                    <a:pt x="1373402" y="215937"/>
                  </a:lnTo>
                  <a:lnTo>
                    <a:pt x="1383146" y="217626"/>
                  </a:lnTo>
                  <a:lnTo>
                    <a:pt x="1392890" y="219352"/>
                  </a:lnTo>
                  <a:lnTo>
                    <a:pt x="1402619" y="221113"/>
                  </a:lnTo>
                  <a:lnTo>
                    <a:pt x="1412363" y="222913"/>
                  </a:lnTo>
                  <a:lnTo>
                    <a:pt x="1422106" y="224751"/>
                  </a:lnTo>
                  <a:lnTo>
                    <a:pt x="1431850" y="226627"/>
                  </a:lnTo>
                  <a:lnTo>
                    <a:pt x="1441594" y="228544"/>
                  </a:lnTo>
                  <a:lnTo>
                    <a:pt x="1451323" y="230502"/>
                  </a:lnTo>
                  <a:lnTo>
                    <a:pt x="1461067" y="232503"/>
                  </a:lnTo>
                  <a:lnTo>
                    <a:pt x="1470811" y="234549"/>
                  </a:lnTo>
                  <a:lnTo>
                    <a:pt x="1480555" y="236641"/>
                  </a:lnTo>
                  <a:lnTo>
                    <a:pt x="1490284" y="238782"/>
                  </a:lnTo>
                  <a:lnTo>
                    <a:pt x="1500028" y="240972"/>
                  </a:lnTo>
                  <a:lnTo>
                    <a:pt x="1509772" y="243214"/>
                  </a:lnTo>
                  <a:lnTo>
                    <a:pt x="1519516" y="245510"/>
                  </a:lnTo>
                  <a:lnTo>
                    <a:pt x="1529245" y="247861"/>
                  </a:lnTo>
                  <a:lnTo>
                    <a:pt x="1538989" y="250272"/>
                  </a:lnTo>
                  <a:lnTo>
                    <a:pt x="1548733" y="252743"/>
                  </a:lnTo>
                  <a:lnTo>
                    <a:pt x="1558477" y="255276"/>
                  </a:lnTo>
                  <a:lnTo>
                    <a:pt x="1568221" y="257875"/>
                  </a:lnTo>
                  <a:lnTo>
                    <a:pt x="1577950" y="260540"/>
                  </a:lnTo>
                  <a:lnTo>
                    <a:pt x="1587694" y="263274"/>
                  </a:lnTo>
                  <a:lnTo>
                    <a:pt x="1597438" y="266079"/>
                  </a:lnTo>
                  <a:lnTo>
                    <a:pt x="1607182" y="268956"/>
                  </a:lnTo>
                  <a:lnTo>
                    <a:pt x="1616911" y="271909"/>
                  </a:lnTo>
                  <a:lnTo>
                    <a:pt x="1626655" y="274938"/>
                  </a:lnTo>
                  <a:lnTo>
                    <a:pt x="1636399" y="278046"/>
                  </a:lnTo>
                  <a:lnTo>
                    <a:pt x="1646142" y="281233"/>
                  </a:lnTo>
                  <a:lnTo>
                    <a:pt x="1655872" y="284501"/>
                  </a:lnTo>
                  <a:lnTo>
                    <a:pt x="1665616" y="287851"/>
                  </a:lnTo>
                  <a:lnTo>
                    <a:pt x="1675359" y="291284"/>
                  </a:lnTo>
                  <a:lnTo>
                    <a:pt x="1685103" y="294800"/>
                  </a:lnTo>
                  <a:lnTo>
                    <a:pt x="1694832" y="298401"/>
                  </a:lnTo>
                  <a:lnTo>
                    <a:pt x="1704576" y="302086"/>
                  </a:lnTo>
                  <a:lnTo>
                    <a:pt x="1714320" y="305855"/>
                  </a:lnTo>
                  <a:lnTo>
                    <a:pt x="1724064" y="309710"/>
                  </a:lnTo>
                  <a:lnTo>
                    <a:pt x="1733808" y="313647"/>
                  </a:lnTo>
                  <a:lnTo>
                    <a:pt x="1743537" y="317669"/>
                  </a:lnTo>
                  <a:lnTo>
                    <a:pt x="1753281" y="321770"/>
                  </a:lnTo>
                  <a:lnTo>
                    <a:pt x="1763025" y="325954"/>
                  </a:lnTo>
                  <a:lnTo>
                    <a:pt x="1772769" y="330217"/>
                  </a:lnTo>
                  <a:lnTo>
                    <a:pt x="1782498" y="334555"/>
                  </a:lnTo>
                  <a:lnTo>
                    <a:pt x="1792242" y="338968"/>
                  </a:lnTo>
                  <a:lnTo>
                    <a:pt x="1801986" y="343453"/>
                  </a:lnTo>
                  <a:lnTo>
                    <a:pt x="1811730" y="348007"/>
                  </a:lnTo>
                  <a:lnTo>
                    <a:pt x="1821459" y="352626"/>
                  </a:lnTo>
                  <a:lnTo>
                    <a:pt x="1831203" y="357306"/>
                  </a:lnTo>
                  <a:lnTo>
                    <a:pt x="1840947" y="362044"/>
                  </a:lnTo>
                  <a:lnTo>
                    <a:pt x="1850691" y="366835"/>
                  </a:lnTo>
                  <a:lnTo>
                    <a:pt x="1860435" y="371674"/>
                  </a:lnTo>
                  <a:lnTo>
                    <a:pt x="1870164" y="376555"/>
                  </a:lnTo>
                  <a:lnTo>
                    <a:pt x="1879908" y="381475"/>
                  </a:lnTo>
                  <a:lnTo>
                    <a:pt x="1889652" y="386424"/>
                  </a:lnTo>
                  <a:lnTo>
                    <a:pt x="1899395" y="391401"/>
                  </a:lnTo>
                  <a:lnTo>
                    <a:pt x="1909124" y="396393"/>
                  </a:lnTo>
                  <a:lnTo>
                    <a:pt x="1918868" y="401399"/>
                  </a:lnTo>
                  <a:lnTo>
                    <a:pt x="1928612" y="406408"/>
                  </a:lnTo>
                  <a:lnTo>
                    <a:pt x="1938356" y="411413"/>
                  </a:lnTo>
                  <a:lnTo>
                    <a:pt x="1948085" y="416407"/>
                  </a:lnTo>
                  <a:lnTo>
                    <a:pt x="1957829" y="421382"/>
                  </a:lnTo>
                  <a:lnTo>
                    <a:pt x="1967573" y="426327"/>
                  </a:lnTo>
                  <a:lnTo>
                    <a:pt x="1977317" y="431235"/>
                  </a:lnTo>
                  <a:lnTo>
                    <a:pt x="1987046" y="436096"/>
                  </a:lnTo>
                  <a:lnTo>
                    <a:pt x="1996790" y="440903"/>
                  </a:lnTo>
                  <a:lnTo>
                    <a:pt x="2006534" y="445642"/>
                  </a:lnTo>
                  <a:lnTo>
                    <a:pt x="2016278" y="450307"/>
                  </a:lnTo>
                  <a:lnTo>
                    <a:pt x="2026022" y="454885"/>
                  </a:lnTo>
                  <a:lnTo>
                    <a:pt x="2035751" y="459368"/>
                  </a:lnTo>
                  <a:lnTo>
                    <a:pt x="2045495" y="463746"/>
                  </a:lnTo>
                  <a:lnTo>
                    <a:pt x="2055239" y="468005"/>
                  </a:lnTo>
                  <a:lnTo>
                    <a:pt x="2064983" y="472138"/>
                  </a:lnTo>
                  <a:lnTo>
                    <a:pt x="2074712" y="476133"/>
                  </a:lnTo>
                  <a:lnTo>
                    <a:pt x="2084456" y="479980"/>
                  </a:lnTo>
                  <a:lnTo>
                    <a:pt x="2094200" y="483666"/>
                  </a:lnTo>
                  <a:lnTo>
                    <a:pt x="2103944" y="487180"/>
                  </a:lnTo>
                  <a:lnTo>
                    <a:pt x="2113673" y="490516"/>
                  </a:lnTo>
                  <a:lnTo>
                    <a:pt x="2123417" y="493658"/>
                  </a:lnTo>
                  <a:lnTo>
                    <a:pt x="2133161" y="496598"/>
                  </a:lnTo>
                  <a:lnTo>
                    <a:pt x="2142905" y="499326"/>
                  </a:lnTo>
                  <a:lnTo>
                    <a:pt x="2152649" y="501829"/>
                  </a:lnTo>
                  <a:lnTo>
                    <a:pt x="2162377" y="504100"/>
                  </a:lnTo>
                  <a:lnTo>
                    <a:pt x="2172121" y="506126"/>
                  </a:lnTo>
                  <a:lnTo>
                    <a:pt x="2181865" y="507899"/>
                  </a:lnTo>
                  <a:lnTo>
                    <a:pt x="2191609" y="509411"/>
                  </a:lnTo>
                  <a:lnTo>
                    <a:pt x="2201338" y="510649"/>
                  </a:lnTo>
                  <a:lnTo>
                    <a:pt x="2211082" y="511609"/>
                  </a:lnTo>
                  <a:lnTo>
                    <a:pt x="2220826" y="512279"/>
                  </a:lnTo>
                  <a:lnTo>
                    <a:pt x="2230570" y="512652"/>
                  </a:lnTo>
                  <a:lnTo>
                    <a:pt x="2240299" y="512722"/>
                  </a:lnTo>
                  <a:lnTo>
                    <a:pt x="2250043" y="512479"/>
                  </a:lnTo>
                  <a:lnTo>
                    <a:pt x="2259787" y="511920"/>
                  </a:lnTo>
                  <a:lnTo>
                    <a:pt x="2269531" y="511037"/>
                  </a:lnTo>
                  <a:lnTo>
                    <a:pt x="2279260" y="509822"/>
                  </a:lnTo>
                  <a:lnTo>
                    <a:pt x="2289004" y="508276"/>
                  </a:lnTo>
                  <a:lnTo>
                    <a:pt x="2298748" y="506391"/>
                  </a:lnTo>
                  <a:lnTo>
                    <a:pt x="2308492" y="504164"/>
                  </a:lnTo>
                  <a:lnTo>
                    <a:pt x="2318236" y="501591"/>
                  </a:lnTo>
                  <a:lnTo>
                    <a:pt x="2327965" y="498672"/>
                  </a:lnTo>
                  <a:lnTo>
                    <a:pt x="2337709" y="495405"/>
                  </a:lnTo>
                  <a:lnTo>
                    <a:pt x="2347453" y="491787"/>
                  </a:lnTo>
                  <a:lnTo>
                    <a:pt x="2357197" y="487819"/>
                  </a:lnTo>
                  <a:lnTo>
                    <a:pt x="2366926" y="483503"/>
                  </a:lnTo>
                  <a:lnTo>
                    <a:pt x="2376670" y="478840"/>
                  </a:lnTo>
                  <a:lnTo>
                    <a:pt x="2386413" y="473831"/>
                  </a:lnTo>
                  <a:lnTo>
                    <a:pt x="2396157" y="468481"/>
                  </a:lnTo>
                  <a:lnTo>
                    <a:pt x="2405886" y="462791"/>
                  </a:lnTo>
                  <a:lnTo>
                    <a:pt x="2415630" y="456767"/>
                  </a:lnTo>
                  <a:lnTo>
                    <a:pt x="2425374" y="450416"/>
                  </a:lnTo>
                  <a:lnTo>
                    <a:pt x="2435118" y="443741"/>
                  </a:lnTo>
                  <a:lnTo>
                    <a:pt x="2444862" y="436750"/>
                  </a:lnTo>
                  <a:lnTo>
                    <a:pt x="2454591" y="429453"/>
                  </a:lnTo>
                  <a:lnTo>
                    <a:pt x="2464335" y="421856"/>
                  </a:lnTo>
                  <a:lnTo>
                    <a:pt x="2474079" y="413968"/>
                  </a:lnTo>
                  <a:lnTo>
                    <a:pt x="2483823" y="405801"/>
                  </a:lnTo>
                  <a:lnTo>
                    <a:pt x="2493552" y="397365"/>
                  </a:lnTo>
                  <a:lnTo>
                    <a:pt x="2503296" y="388671"/>
                  </a:lnTo>
                  <a:lnTo>
                    <a:pt x="2513040" y="379730"/>
                  </a:lnTo>
                  <a:lnTo>
                    <a:pt x="2522784" y="370559"/>
                  </a:lnTo>
                  <a:lnTo>
                    <a:pt x="2532513" y="361166"/>
                  </a:lnTo>
                  <a:lnTo>
                    <a:pt x="2542257" y="351568"/>
                  </a:lnTo>
                  <a:lnTo>
                    <a:pt x="2552001" y="341781"/>
                  </a:lnTo>
                  <a:lnTo>
                    <a:pt x="2561745" y="331817"/>
                  </a:lnTo>
                  <a:lnTo>
                    <a:pt x="2571474" y="321694"/>
                  </a:lnTo>
                  <a:lnTo>
                    <a:pt x="2581218" y="311427"/>
                  </a:lnTo>
                  <a:lnTo>
                    <a:pt x="2590962" y="301032"/>
                  </a:lnTo>
                  <a:lnTo>
                    <a:pt x="2600705" y="290529"/>
                  </a:lnTo>
                  <a:lnTo>
                    <a:pt x="2610449" y="279933"/>
                  </a:lnTo>
                  <a:lnTo>
                    <a:pt x="2620178" y="269260"/>
                  </a:lnTo>
                  <a:lnTo>
                    <a:pt x="2629922" y="258530"/>
                  </a:lnTo>
                  <a:lnTo>
                    <a:pt x="2639666" y="247761"/>
                  </a:lnTo>
                  <a:lnTo>
                    <a:pt x="2649410" y="236971"/>
                  </a:lnTo>
                  <a:lnTo>
                    <a:pt x="2659139" y="226180"/>
                  </a:lnTo>
                  <a:lnTo>
                    <a:pt x="2668883" y="215404"/>
                  </a:lnTo>
                  <a:lnTo>
                    <a:pt x="2678627" y="204660"/>
                  </a:lnTo>
                  <a:lnTo>
                    <a:pt x="2688371" y="193970"/>
                  </a:lnTo>
                  <a:lnTo>
                    <a:pt x="2698100" y="183351"/>
                  </a:lnTo>
                  <a:lnTo>
                    <a:pt x="2707844" y="172821"/>
                  </a:lnTo>
                  <a:lnTo>
                    <a:pt x="2717588" y="162396"/>
                  </a:lnTo>
                  <a:lnTo>
                    <a:pt x="2727332" y="152096"/>
                  </a:lnTo>
                  <a:lnTo>
                    <a:pt x="2737076" y="141938"/>
                  </a:lnTo>
                  <a:lnTo>
                    <a:pt x="2746805" y="131938"/>
                  </a:lnTo>
                  <a:lnTo>
                    <a:pt x="2756549" y="122114"/>
                  </a:lnTo>
                  <a:lnTo>
                    <a:pt x="2766293" y="112480"/>
                  </a:lnTo>
                  <a:lnTo>
                    <a:pt x="2776037" y="103053"/>
                  </a:lnTo>
                  <a:lnTo>
                    <a:pt x="2785766" y="93849"/>
                  </a:lnTo>
                  <a:lnTo>
                    <a:pt x="2795510" y="84880"/>
                  </a:lnTo>
                  <a:lnTo>
                    <a:pt x="2805254" y="76162"/>
                  </a:lnTo>
                  <a:lnTo>
                    <a:pt x="2814998" y="67707"/>
                  </a:lnTo>
                  <a:lnTo>
                    <a:pt x="2824727" y="59527"/>
                  </a:lnTo>
                  <a:lnTo>
                    <a:pt x="2834471" y="51635"/>
                  </a:lnTo>
                  <a:lnTo>
                    <a:pt x="2844215" y="44043"/>
                  </a:lnTo>
                  <a:lnTo>
                    <a:pt x="2853958" y="36759"/>
                  </a:lnTo>
                  <a:lnTo>
                    <a:pt x="2863687" y="29792"/>
                  </a:lnTo>
                  <a:lnTo>
                    <a:pt x="2873431" y="23153"/>
                  </a:lnTo>
                  <a:lnTo>
                    <a:pt x="2883175" y="16848"/>
                  </a:lnTo>
                  <a:lnTo>
                    <a:pt x="2892919" y="10882"/>
                  </a:lnTo>
                  <a:lnTo>
                    <a:pt x="2902663" y="5265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6" name="Freeform 705">
              <a:extLst>
                <a:ext uri="{FF2B5EF4-FFF2-40B4-BE49-F238E27FC236}">
                  <a16:creationId xmlns:a16="http://schemas.microsoft.com/office/drawing/2014/main" id="{AC985CC4-EBB8-9F88-E47A-F67EC9938886}"/>
                </a:ext>
              </a:extLst>
            </p:cNvPr>
            <p:cNvSpPr/>
            <p:nvPr/>
          </p:nvSpPr>
          <p:spPr>
            <a:xfrm>
              <a:off x="576446" y="2955018"/>
              <a:ext cx="2912392" cy="569027"/>
            </a:xfrm>
            <a:custGeom>
              <a:avLst/>
              <a:gdLst>
                <a:gd name="connsiteX0" fmla="*/ 0 w 2912392"/>
                <a:gd name="connsiteY0" fmla="*/ 453655 h 569027"/>
                <a:gd name="connsiteX1" fmla="*/ 9739 w 2912392"/>
                <a:gd name="connsiteY1" fmla="*/ 436108 h 569027"/>
                <a:gd name="connsiteX2" fmla="*/ 19480 w 2912392"/>
                <a:gd name="connsiteY2" fmla="*/ 418742 h 569027"/>
                <a:gd name="connsiteX3" fmla="*/ 29221 w 2912392"/>
                <a:gd name="connsiteY3" fmla="*/ 401575 h 569027"/>
                <a:gd name="connsiteX4" fmla="*/ 38961 w 2912392"/>
                <a:gd name="connsiteY4" fmla="*/ 384623 h 569027"/>
                <a:gd name="connsiteX5" fmla="*/ 48702 w 2912392"/>
                <a:gd name="connsiteY5" fmla="*/ 367905 h 569027"/>
                <a:gd name="connsiteX6" fmla="*/ 58443 w 2912392"/>
                <a:gd name="connsiteY6" fmla="*/ 351439 h 569027"/>
                <a:gd name="connsiteX7" fmla="*/ 68182 w 2912392"/>
                <a:gd name="connsiteY7" fmla="*/ 335239 h 569027"/>
                <a:gd name="connsiteX8" fmla="*/ 77923 w 2912392"/>
                <a:gd name="connsiteY8" fmla="*/ 319322 h 569027"/>
                <a:gd name="connsiteX9" fmla="*/ 87664 w 2912392"/>
                <a:gd name="connsiteY9" fmla="*/ 303705 h 569027"/>
                <a:gd name="connsiteX10" fmla="*/ 97404 w 2912392"/>
                <a:gd name="connsiteY10" fmla="*/ 288400 h 569027"/>
                <a:gd name="connsiteX11" fmla="*/ 107145 w 2912392"/>
                <a:gd name="connsiteY11" fmla="*/ 273420 h 569027"/>
                <a:gd name="connsiteX12" fmla="*/ 116886 w 2912392"/>
                <a:gd name="connsiteY12" fmla="*/ 258779 h 569027"/>
                <a:gd name="connsiteX13" fmla="*/ 126625 w 2912392"/>
                <a:gd name="connsiteY13" fmla="*/ 244489 h 569027"/>
                <a:gd name="connsiteX14" fmla="*/ 136366 w 2912392"/>
                <a:gd name="connsiteY14" fmla="*/ 230563 h 569027"/>
                <a:gd name="connsiteX15" fmla="*/ 146107 w 2912392"/>
                <a:gd name="connsiteY15" fmla="*/ 217008 h 569027"/>
                <a:gd name="connsiteX16" fmla="*/ 155846 w 2912392"/>
                <a:gd name="connsiteY16" fmla="*/ 203837 h 569027"/>
                <a:gd name="connsiteX17" fmla="*/ 165587 w 2912392"/>
                <a:gd name="connsiteY17" fmla="*/ 191059 h 569027"/>
                <a:gd name="connsiteX18" fmla="*/ 175328 w 2912392"/>
                <a:gd name="connsiteY18" fmla="*/ 178678 h 569027"/>
                <a:gd name="connsiteX19" fmla="*/ 185068 w 2912392"/>
                <a:gd name="connsiteY19" fmla="*/ 166705 h 569027"/>
                <a:gd name="connsiteX20" fmla="*/ 194809 w 2912392"/>
                <a:gd name="connsiteY20" fmla="*/ 155145 h 569027"/>
                <a:gd name="connsiteX21" fmla="*/ 204550 w 2912392"/>
                <a:gd name="connsiteY21" fmla="*/ 144003 h 569027"/>
                <a:gd name="connsiteX22" fmla="*/ 214289 w 2912392"/>
                <a:gd name="connsiteY22" fmla="*/ 133283 h 569027"/>
                <a:gd name="connsiteX23" fmla="*/ 224030 w 2912392"/>
                <a:gd name="connsiteY23" fmla="*/ 122993 h 569027"/>
                <a:gd name="connsiteX24" fmla="*/ 233771 w 2912392"/>
                <a:gd name="connsiteY24" fmla="*/ 113131 h 569027"/>
                <a:gd name="connsiteX25" fmla="*/ 243510 w 2912392"/>
                <a:gd name="connsiteY25" fmla="*/ 103701 h 569027"/>
                <a:gd name="connsiteX26" fmla="*/ 253251 w 2912392"/>
                <a:gd name="connsiteY26" fmla="*/ 94705 h 569027"/>
                <a:gd name="connsiteX27" fmla="*/ 262992 w 2912392"/>
                <a:gd name="connsiteY27" fmla="*/ 86143 h 569027"/>
                <a:gd name="connsiteX28" fmla="*/ 272732 w 2912392"/>
                <a:gd name="connsiteY28" fmla="*/ 78014 h 569027"/>
                <a:gd name="connsiteX29" fmla="*/ 282473 w 2912392"/>
                <a:gd name="connsiteY29" fmla="*/ 70319 h 569027"/>
                <a:gd name="connsiteX30" fmla="*/ 292214 w 2912392"/>
                <a:gd name="connsiteY30" fmla="*/ 63053 h 569027"/>
                <a:gd name="connsiteX31" fmla="*/ 301953 w 2912392"/>
                <a:gd name="connsiteY31" fmla="*/ 56217 h 569027"/>
                <a:gd name="connsiteX32" fmla="*/ 311694 w 2912392"/>
                <a:gd name="connsiteY32" fmla="*/ 49806 h 569027"/>
                <a:gd name="connsiteX33" fmla="*/ 321435 w 2912392"/>
                <a:gd name="connsiteY33" fmla="*/ 43816 h 569027"/>
                <a:gd name="connsiteX34" fmla="*/ 331175 w 2912392"/>
                <a:gd name="connsiteY34" fmla="*/ 38243 h 569027"/>
                <a:gd name="connsiteX35" fmla="*/ 340916 w 2912392"/>
                <a:gd name="connsiteY35" fmla="*/ 33083 h 569027"/>
                <a:gd name="connsiteX36" fmla="*/ 350656 w 2912392"/>
                <a:gd name="connsiteY36" fmla="*/ 28327 h 569027"/>
                <a:gd name="connsiteX37" fmla="*/ 360396 w 2912392"/>
                <a:gd name="connsiteY37" fmla="*/ 23974 h 569027"/>
                <a:gd name="connsiteX38" fmla="*/ 370137 w 2912392"/>
                <a:gd name="connsiteY38" fmla="*/ 20012 h 569027"/>
                <a:gd name="connsiteX39" fmla="*/ 379878 w 2912392"/>
                <a:gd name="connsiteY39" fmla="*/ 16437 h 569027"/>
                <a:gd name="connsiteX40" fmla="*/ 389617 w 2912392"/>
                <a:gd name="connsiteY40" fmla="*/ 13238 h 569027"/>
                <a:gd name="connsiteX41" fmla="*/ 399358 w 2912392"/>
                <a:gd name="connsiteY41" fmla="*/ 10410 h 569027"/>
                <a:gd name="connsiteX42" fmla="*/ 409099 w 2912392"/>
                <a:gd name="connsiteY42" fmla="*/ 7944 h 569027"/>
                <a:gd name="connsiteX43" fmla="*/ 418839 w 2912392"/>
                <a:gd name="connsiteY43" fmla="*/ 5830 h 569027"/>
                <a:gd name="connsiteX44" fmla="*/ 428580 w 2912392"/>
                <a:gd name="connsiteY44" fmla="*/ 4058 h 569027"/>
                <a:gd name="connsiteX45" fmla="*/ 438321 w 2912392"/>
                <a:gd name="connsiteY45" fmla="*/ 2621 h 569027"/>
                <a:gd name="connsiteX46" fmla="*/ 448060 w 2912392"/>
                <a:gd name="connsiteY46" fmla="*/ 1506 h 569027"/>
                <a:gd name="connsiteX47" fmla="*/ 457801 w 2912392"/>
                <a:gd name="connsiteY47" fmla="*/ 705 h 569027"/>
                <a:gd name="connsiteX48" fmla="*/ 467542 w 2912392"/>
                <a:gd name="connsiteY48" fmla="*/ 206 h 569027"/>
                <a:gd name="connsiteX49" fmla="*/ 477281 w 2912392"/>
                <a:gd name="connsiteY49" fmla="*/ 0 h 569027"/>
                <a:gd name="connsiteX50" fmla="*/ 487022 w 2912392"/>
                <a:gd name="connsiteY50" fmla="*/ 76 h 569027"/>
                <a:gd name="connsiteX51" fmla="*/ 496763 w 2912392"/>
                <a:gd name="connsiteY51" fmla="*/ 422 h 569027"/>
                <a:gd name="connsiteX52" fmla="*/ 506503 w 2912392"/>
                <a:gd name="connsiteY52" fmla="*/ 1030 h 569027"/>
                <a:gd name="connsiteX53" fmla="*/ 516244 w 2912392"/>
                <a:gd name="connsiteY53" fmla="*/ 1885 h 569027"/>
                <a:gd name="connsiteX54" fmla="*/ 525985 w 2912392"/>
                <a:gd name="connsiteY54" fmla="*/ 2978 h 569027"/>
                <a:gd name="connsiteX55" fmla="*/ 535724 w 2912392"/>
                <a:gd name="connsiteY55" fmla="*/ 4300 h 569027"/>
                <a:gd name="connsiteX56" fmla="*/ 545465 w 2912392"/>
                <a:gd name="connsiteY56" fmla="*/ 5837 h 569027"/>
                <a:gd name="connsiteX57" fmla="*/ 555206 w 2912392"/>
                <a:gd name="connsiteY57" fmla="*/ 7582 h 569027"/>
                <a:gd name="connsiteX58" fmla="*/ 564946 w 2912392"/>
                <a:gd name="connsiteY58" fmla="*/ 9519 h 569027"/>
                <a:gd name="connsiteX59" fmla="*/ 574687 w 2912392"/>
                <a:gd name="connsiteY59" fmla="*/ 11642 h 569027"/>
                <a:gd name="connsiteX60" fmla="*/ 584428 w 2912392"/>
                <a:gd name="connsiteY60" fmla="*/ 13938 h 569027"/>
                <a:gd name="connsiteX61" fmla="*/ 594167 w 2912392"/>
                <a:gd name="connsiteY61" fmla="*/ 16398 h 569027"/>
                <a:gd name="connsiteX62" fmla="*/ 603908 w 2912392"/>
                <a:gd name="connsiteY62" fmla="*/ 19010 h 569027"/>
                <a:gd name="connsiteX63" fmla="*/ 613649 w 2912392"/>
                <a:gd name="connsiteY63" fmla="*/ 21766 h 569027"/>
                <a:gd name="connsiteX64" fmla="*/ 623388 w 2912392"/>
                <a:gd name="connsiteY64" fmla="*/ 24656 h 569027"/>
                <a:gd name="connsiteX65" fmla="*/ 633129 w 2912392"/>
                <a:gd name="connsiteY65" fmla="*/ 27669 h 569027"/>
                <a:gd name="connsiteX66" fmla="*/ 642870 w 2912392"/>
                <a:gd name="connsiteY66" fmla="*/ 30798 h 569027"/>
                <a:gd name="connsiteX67" fmla="*/ 652610 w 2912392"/>
                <a:gd name="connsiteY67" fmla="*/ 34031 h 569027"/>
                <a:gd name="connsiteX68" fmla="*/ 662351 w 2912392"/>
                <a:gd name="connsiteY68" fmla="*/ 37362 h 569027"/>
                <a:gd name="connsiteX69" fmla="*/ 672092 w 2912392"/>
                <a:gd name="connsiteY69" fmla="*/ 40782 h 569027"/>
                <a:gd name="connsiteX70" fmla="*/ 681831 w 2912392"/>
                <a:gd name="connsiteY70" fmla="*/ 44283 h 569027"/>
                <a:gd name="connsiteX71" fmla="*/ 691572 w 2912392"/>
                <a:gd name="connsiteY71" fmla="*/ 47856 h 569027"/>
                <a:gd name="connsiteX72" fmla="*/ 701313 w 2912392"/>
                <a:gd name="connsiteY72" fmla="*/ 51494 h 569027"/>
                <a:gd name="connsiteX73" fmla="*/ 711052 w 2912392"/>
                <a:gd name="connsiteY73" fmla="*/ 55190 h 569027"/>
                <a:gd name="connsiteX74" fmla="*/ 720793 w 2912392"/>
                <a:gd name="connsiteY74" fmla="*/ 58939 h 569027"/>
                <a:gd name="connsiteX75" fmla="*/ 730534 w 2912392"/>
                <a:gd name="connsiteY75" fmla="*/ 62734 h 569027"/>
                <a:gd name="connsiteX76" fmla="*/ 740274 w 2912392"/>
                <a:gd name="connsiteY76" fmla="*/ 66566 h 569027"/>
                <a:gd name="connsiteX77" fmla="*/ 750015 w 2912392"/>
                <a:gd name="connsiteY77" fmla="*/ 70432 h 569027"/>
                <a:gd name="connsiteX78" fmla="*/ 759756 w 2912392"/>
                <a:gd name="connsiteY78" fmla="*/ 74325 h 569027"/>
                <a:gd name="connsiteX79" fmla="*/ 769495 w 2912392"/>
                <a:gd name="connsiteY79" fmla="*/ 78242 h 569027"/>
                <a:gd name="connsiteX80" fmla="*/ 779236 w 2912392"/>
                <a:gd name="connsiteY80" fmla="*/ 82178 h 569027"/>
                <a:gd name="connsiteX81" fmla="*/ 788977 w 2912392"/>
                <a:gd name="connsiteY81" fmla="*/ 86128 h 569027"/>
                <a:gd name="connsiteX82" fmla="*/ 798717 w 2912392"/>
                <a:gd name="connsiteY82" fmla="*/ 90088 h 569027"/>
                <a:gd name="connsiteX83" fmla="*/ 808458 w 2912392"/>
                <a:gd name="connsiteY83" fmla="*/ 94054 h 569027"/>
                <a:gd name="connsiteX84" fmla="*/ 818199 w 2912392"/>
                <a:gd name="connsiteY84" fmla="*/ 98025 h 569027"/>
                <a:gd name="connsiteX85" fmla="*/ 827938 w 2912392"/>
                <a:gd name="connsiteY85" fmla="*/ 101995 h 569027"/>
                <a:gd name="connsiteX86" fmla="*/ 837679 w 2912392"/>
                <a:gd name="connsiteY86" fmla="*/ 105963 h 569027"/>
                <a:gd name="connsiteX87" fmla="*/ 847420 w 2912392"/>
                <a:gd name="connsiteY87" fmla="*/ 109928 h 569027"/>
                <a:gd name="connsiteX88" fmla="*/ 857159 w 2912392"/>
                <a:gd name="connsiteY88" fmla="*/ 113886 h 569027"/>
                <a:gd name="connsiteX89" fmla="*/ 866900 w 2912392"/>
                <a:gd name="connsiteY89" fmla="*/ 117836 h 569027"/>
                <a:gd name="connsiteX90" fmla="*/ 876641 w 2912392"/>
                <a:gd name="connsiteY90" fmla="*/ 121777 h 569027"/>
                <a:gd name="connsiteX91" fmla="*/ 886381 w 2912392"/>
                <a:gd name="connsiteY91" fmla="*/ 125709 h 569027"/>
                <a:gd name="connsiteX92" fmla="*/ 896122 w 2912392"/>
                <a:gd name="connsiteY92" fmla="*/ 129629 h 569027"/>
                <a:gd name="connsiteX93" fmla="*/ 905863 w 2912392"/>
                <a:gd name="connsiteY93" fmla="*/ 133537 h 569027"/>
                <a:gd name="connsiteX94" fmla="*/ 915602 w 2912392"/>
                <a:gd name="connsiteY94" fmla="*/ 137433 h 569027"/>
                <a:gd name="connsiteX95" fmla="*/ 925343 w 2912392"/>
                <a:gd name="connsiteY95" fmla="*/ 141318 h 569027"/>
                <a:gd name="connsiteX96" fmla="*/ 935084 w 2912392"/>
                <a:gd name="connsiteY96" fmla="*/ 145192 h 569027"/>
                <a:gd name="connsiteX97" fmla="*/ 944824 w 2912392"/>
                <a:gd name="connsiteY97" fmla="*/ 149054 h 569027"/>
                <a:gd name="connsiteX98" fmla="*/ 954564 w 2912392"/>
                <a:gd name="connsiteY98" fmla="*/ 152905 h 569027"/>
                <a:gd name="connsiteX99" fmla="*/ 964305 w 2912392"/>
                <a:gd name="connsiteY99" fmla="*/ 156746 h 569027"/>
                <a:gd name="connsiteX100" fmla="*/ 974045 w 2912392"/>
                <a:gd name="connsiteY100" fmla="*/ 160578 h 569027"/>
                <a:gd name="connsiteX101" fmla="*/ 983786 w 2912392"/>
                <a:gd name="connsiteY101" fmla="*/ 164403 h 569027"/>
                <a:gd name="connsiteX102" fmla="*/ 993522 w 2912392"/>
                <a:gd name="connsiteY102" fmla="*/ 168220 h 569027"/>
                <a:gd name="connsiteX103" fmla="*/ 1003266 w 2912392"/>
                <a:gd name="connsiteY103" fmla="*/ 172031 h 569027"/>
                <a:gd name="connsiteX104" fmla="*/ 1013010 w 2912392"/>
                <a:gd name="connsiteY104" fmla="*/ 175839 h 569027"/>
                <a:gd name="connsiteX105" fmla="*/ 1022754 w 2912392"/>
                <a:gd name="connsiteY105" fmla="*/ 179643 h 569027"/>
                <a:gd name="connsiteX106" fmla="*/ 1032483 w 2912392"/>
                <a:gd name="connsiteY106" fmla="*/ 183447 h 569027"/>
                <a:gd name="connsiteX107" fmla="*/ 1042227 w 2912392"/>
                <a:gd name="connsiteY107" fmla="*/ 187250 h 569027"/>
                <a:gd name="connsiteX108" fmla="*/ 1051971 w 2912392"/>
                <a:gd name="connsiteY108" fmla="*/ 191056 h 569027"/>
                <a:gd name="connsiteX109" fmla="*/ 1061715 w 2912392"/>
                <a:gd name="connsiteY109" fmla="*/ 194864 h 569027"/>
                <a:gd name="connsiteX110" fmla="*/ 1071444 w 2912392"/>
                <a:gd name="connsiteY110" fmla="*/ 198678 h 569027"/>
                <a:gd name="connsiteX111" fmla="*/ 1081188 w 2912392"/>
                <a:gd name="connsiteY111" fmla="*/ 202500 h 569027"/>
                <a:gd name="connsiteX112" fmla="*/ 1090932 w 2912392"/>
                <a:gd name="connsiteY112" fmla="*/ 206329 h 569027"/>
                <a:gd name="connsiteX113" fmla="*/ 1100676 w 2912392"/>
                <a:gd name="connsiteY113" fmla="*/ 210168 h 569027"/>
                <a:gd name="connsiteX114" fmla="*/ 1110405 w 2912392"/>
                <a:gd name="connsiteY114" fmla="*/ 214018 h 569027"/>
                <a:gd name="connsiteX115" fmla="*/ 1120149 w 2912392"/>
                <a:gd name="connsiteY115" fmla="*/ 217883 h 569027"/>
                <a:gd name="connsiteX116" fmla="*/ 1129893 w 2912392"/>
                <a:gd name="connsiteY116" fmla="*/ 221761 h 569027"/>
                <a:gd name="connsiteX117" fmla="*/ 1139637 w 2912392"/>
                <a:gd name="connsiteY117" fmla="*/ 225656 h 569027"/>
                <a:gd name="connsiteX118" fmla="*/ 1149381 w 2912392"/>
                <a:gd name="connsiteY118" fmla="*/ 229568 h 569027"/>
                <a:gd name="connsiteX119" fmla="*/ 1159110 w 2912392"/>
                <a:gd name="connsiteY119" fmla="*/ 233498 h 569027"/>
                <a:gd name="connsiteX120" fmla="*/ 1168854 w 2912392"/>
                <a:gd name="connsiteY120" fmla="*/ 237448 h 569027"/>
                <a:gd name="connsiteX121" fmla="*/ 1178598 w 2912392"/>
                <a:gd name="connsiteY121" fmla="*/ 241420 h 569027"/>
                <a:gd name="connsiteX122" fmla="*/ 1188341 w 2912392"/>
                <a:gd name="connsiteY122" fmla="*/ 245413 h 569027"/>
                <a:gd name="connsiteX123" fmla="*/ 1198070 w 2912392"/>
                <a:gd name="connsiteY123" fmla="*/ 249430 h 569027"/>
                <a:gd name="connsiteX124" fmla="*/ 1207814 w 2912392"/>
                <a:gd name="connsiteY124" fmla="*/ 253470 h 569027"/>
                <a:gd name="connsiteX125" fmla="*/ 1217558 w 2912392"/>
                <a:gd name="connsiteY125" fmla="*/ 257535 h 569027"/>
                <a:gd name="connsiteX126" fmla="*/ 1227302 w 2912392"/>
                <a:gd name="connsiteY126" fmla="*/ 261625 h 569027"/>
                <a:gd name="connsiteX127" fmla="*/ 1237031 w 2912392"/>
                <a:gd name="connsiteY127" fmla="*/ 265740 h 569027"/>
                <a:gd name="connsiteX128" fmla="*/ 1246775 w 2912392"/>
                <a:gd name="connsiteY128" fmla="*/ 269880 h 569027"/>
                <a:gd name="connsiteX129" fmla="*/ 1256519 w 2912392"/>
                <a:gd name="connsiteY129" fmla="*/ 274047 h 569027"/>
                <a:gd name="connsiteX130" fmla="*/ 1266263 w 2912392"/>
                <a:gd name="connsiteY130" fmla="*/ 278241 h 569027"/>
                <a:gd name="connsiteX131" fmla="*/ 1276007 w 2912392"/>
                <a:gd name="connsiteY131" fmla="*/ 282462 h 569027"/>
                <a:gd name="connsiteX132" fmla="*/ 1285736 w 2912392"/>
                <a:gd name="connsiteY132" fmla="*/ 286709 h 569027"/>
                <a:gd name="connsiteX133" fmla="*/ 1295480 w 2912392"/>
                <a:gd name="connsiteY133" fmla="*/ 290982 h 569027"/>
                <a:gd name="connsiteX134" fmla="*/ 1305224 w 2912392"/>
                <a:gd name="connsiteY134" fmla="*/ 295281 h 569027"/>
                <a:gd name="connsiteX135" fmla="*/ 1314968 w 2912392"/>
                <a:gd name="connsiteY135" fmla="*/ 299607 h 569027"/>
                <a:gd name="connsiteX136" fmla="*/ 1324697 w 2912392"/>
                <a:gd name="connsiteY136" fmla="*/ 303957 h 569027"/>
                <a:gd name="connsiteX137" fmla="*/ 1334441 w 2912392"/>
                <a:gd name="connsiteY137" fmla="*/ 308333 h 569027"/>
                <a:gd name="connsiteX138" fmla="*/ 1344185 w 2912392"/>
                <a:gd name="connsiteY138" fmla="*/ 312733 h 569027"/>
                <a:gd name="connsiteX139" fmla="*/ 1353929 w 2912392"/>
                <a:gd name="connsiteY139" fmla="*/ 317156 h 569027"/>
                <a:gd name="connsiteX140" fmla="*/ 1363658 w 2912392"/>
                <a:gd name="connsiteY140" fmla="*/ 321603 h 569027"/>
                <a:gd name="connsiteX141" fmla="*/ 1373402 w 2912392"/>
                <a:gd name="connsiteY141" fmla="*/ 326072 h 569027"/>
                <a:gd name="connsiteX142" fmla="*/ 1383146 w 2912392"/>
                <a:gd name="connsiteY142" fmla="*/ 330561 h 569027"/>
                <a:gd name="connsiteX143" fmla="*/ 1392890 w 2912392"/>
                <a:gd name="connsiteY143" fmla="*/ 335069 h 569027"/>
                <a:gd name="connsiteX144" fmla="*/ 1402619 w 2912392"/>
                <a:gd name="connsiteY144" fmla="*/ 339598 h 569027"/>
                <a:gd name="connsiteX145" fmla="*/ 1412363 w 2912392"/>
                <a:gd name="connsiteY145" fmla="*/ 344144 h 569027"/>
                <a:gd name="connsiteX146" fmla="*/ 1422106 w 2912392"/>
                <a:gd name="connsiteY146" fmla="*/ 348706 h 569027"/>
                <a:gd name="connsiteX147" fmla="*/ 1431850 w 2912392"/>
                <a:gd name="connsiteY147" fmla="*/ 353283 h 569027"/>
                <a:gd name="connsiteX148" fmla="*/ 1441594 w 2912392"/>
                <a:gd name="connsiteY148" fmla="*/ 357874 h 569027"/>
                <a:gd name="connsiteX149" fmla="*/ 1451323 w 2912392"/>
                <a:gd name="connsiteY149" fmla="*/ 362476 h 569027"/>
                <a:gd name="connsiteX150" fmla="*/ 1461067 w 2912392"/>
                <a:gd name="connsiteY150" fmla="*/ 367090 h 569027"/>
                <a:gd name="connsiteX151" fmla="*/ 1470811 w 2912392"/>
                <a:gd name="connsiteY151" fmla="*/ 371712 h 569027"/>
                <a:gd name="connsiteX152" fmla="*/ 1480555 w 2912392"/>
                <a:gd name="connsiteY152" fmla="*/ 376342 h 569027"/>
                <a:gd name="connsiteX153" fmla="*/ 1490284 w 2912392"/>
                <a:gd name="connsiteY153" fmla="*/ 380976 h 569027"/>
                <a:gd name="connsiteX154" fmla="*/ 1500028 w 2912392"/>
                <a:gd name="connsiteY154" fmla="*/ 385614 h 569027"/>
                <a:gd name="connsiteX155" fmla="*/ 1509772 w 2912392"/>
                <a:gd name="connsiteY155" fmla="*/ 390253 h 569027"/>
                <a:gd name="connsiteX156" fmla="*/ 1519516 w 2912392"/>
                <a:gd name="connsiteY156" fmla="*/ 394893 h 569027"/>
                <a:gd name="connsiteX157" fmla="*/ 1529245 w 2912392"/>
                <a:gd name="connsiteY157" fmla="*/ 399528 h 569027"/>
                <a:gd name="connsiteX158" fmla="*/ 1538989 w 2912392"/>
                <a:gd name="connsiteY158" fmla="*/ 404160 h 569027"/>
                <a:gd name="connsiteX159" fmla="*/ 1548733 w 2912392"/>
                <a:gd name="connsiteY159" fmla="*/ 408783 h 569027"/>
                <a:gd name="connsiteX160" fmla="*/ 1558477 w 2912392"/>
                <a:gd name="connsiteY160" fmla="*/ 413398 h 569027"/>
                <a:gd name="connsiteX161" fmla="*/ 1568221 w 2912392"/>
                <a:gd name="connsiteY161" fmla="*/ 417998 h 569027"/>
                <a:gd name="connsiteX162" fmla="*/ 1577950 w 2912392"/>
                <a:gd name="connsiteY162" fmla="*/ 422584 h 569027"/>
                <a:gd name="connsiteX163" fmla="*/ 1587694 w 2912392"/>
                <a:gd name="connsiteY163" fmla="*/ 427152 h 569027"/>
                <a:gd name="connsiteX164" fmla="*/ 1597438 w 2912392"/>
                <a:gd name="connsiteY164" fmla="*/ 431701 h 569027"/>
                <a:gd name="connsiteX165" fmla="*/ 1607182 w 2912392"/>
                <a:gd name="connsiteY165" fmla="*/ 436224 h 569027"/>
                <a:gd name="connsiteX166" fmla="*/ 1616911 w 2912392"/>
                <a:gd name="connsiteY166" fmla="*/ 440722 h 569027"/>
                <a:gd name="connsiteX167" fmla="*/ 1626655 w 2912392"/>
                <a:gd name="connsiteY167" fmla="*/ 445189 h 569027"/>
                <a:gd name="connsiteX168" fmla="*/ 1636399 w 2912392"/>
                <a:gd name="connsiteY168" fmla="*/ 449623 h 569027"/>
                <a:gd name="connsiteX169" fmla="*/ 1646142 w 2912392"/>
                <a:gd name="connsiteY169" fmla="*/ 454020 h 569027"/>
                <a:gd name="connsiteX170" fmla="*/ 1655872 w 2912392"/>
                <a:gd name="connsiteY170" fmla="*/ 458378 h 569027"/>
                <a:gd name="connsiteX171" fmla="*/ 1665616 w 2912392"/>
                <a:gd name="connsiteY171" fmla="*/ 462691 h 569027"/>
                <a:gd name="connsiteX172" fmla="*/ 1675359 w 2912392"/>
                <a:gd name="connsiteY172" fmla="*/ 466955 h 569027"/>
                <a:gd name="connsiteX173" fmla="*/ 1685103 w 2912392"/>
                <a:gd name="connsiteY173" fmla="*/ 471170 h 569027"/>
                <a:gd name="connsiteX174" fmla="*/ 1694832 w 2912392"/>
                <a:gd name="connsiteY174" fmla="*/ 475327 h 569027"/>
                <a:gd name="connsiteX175" fmla="*/ 1704576 w 2912392"/>
                <a:gd name="connsiteY175" fmla="*/ 479425 h 569027"/>
                <a:gd name="connsiteX176" fmla="*/ 1714320 w 2912392"/>
                <a:gd name="connsiteY176" fmla="*/ 483460 h 569027"/>
                <a:gd name="connsiteX177" fmla="*/ 1724064 w 2912392"/>
                <a:gd name="connsiteY177" fmla="*/ 487426 h 569027"/>
                <a:gd name="connsiteX178" fmla="*/ 1733808 w 2912392"/>
                <a:gd name="connsiteY178" fmla="*/ 491319 h 569027"/>
                <a:gd name="connsiteX179" fmla="*/ 1743537 w 2912392"/>
                <a:gd name="connsiteY179" fmla="*/ 495136 h 569027"/>
                <a:gd name="connsiteX180" fmla="*/ 1753281 w 2912392"/>
                <a:gd name="connsiteY180" fmla="*/ 498870 h 569027"/>
                <a:gd name="connsiteX181" fmla="*/ 1763025 w 2912392"/>
                <a:gd name="connsiteY181" fmla="*/ 502519 h 569027"/>
                <a:gd name="connsiteX182" fmla="*/ 1772769 w 2912392"/>
                <a:gd name="connsiteY182" fmla="*/ 506075 h 569027"/>
                <a:gd name="connsiteX183" fmla="*/ 1782498 w 2912392"/>
                <a:gd name="connsiteY183" fmla="*/ 509538 h 569027"/>
                <a:gd name="connsiteX184" fmla="*/ 1792242 w 2912392"/>
                <a:gd name="connsiteY184" fmla="*/ 512899 h 569027"/>
                <a:gd name="connsiteX185" fmla="*/ 1801986 w 2912392"/>
                <a:gd name="connsiteY185" fmla="*/ 516156 h 569027"/>
                <a:gd name="connsiteX186" fmla="*/ 1811730 w 2912392"/>
                <a:gd name="connsiteY186" fmla="*/ 519303 h 569027"/>
                <a:gd name="connsiteX187" fmla="*/ 1821459 w 2912392"/>
                <a:gd name="connsiteY187" fmla="*/ 522334 h 569027"/>
                <a:gd name="connsiteX188" fmla="*/ 1831203 w 2912392"/>
                <a:gd name="connsiteY188" fmla="*/ 525247 h 569027"/>
                <a:gd name="connsiteX189" fmla="*/ 1840947 w 2912392"/>
                <a:gd name="connsiteY189" fmla="*/ 528036 h 569027"/>
                <a:gd name="connsiteX190" fmla="*/ 1850691 w 2912392"/>
                <a:gd name="connsiteY190" fmla="*/ 530697 h 569027"/>
                <a:gd name="connsiteX191" fmla="*/ 1860435 w 2912392"/>
                <a:gd name="connsiteY191" fmla="*/ 533226 h 569027"/>
                <a:gd name="connsiteX192" fmla="*/ 1870164 w 2912392"/>
                <a:gd name="connsiteY192" fmla="*/ 535617 h 569027"/>
                <a:gd name="connsiteX193" fmla="*/ 1879908 w 2912392"/>
                <a:gd name="connsiteY193" fmla="*/ 537868 h 569027"/>
                <a:gd name="connsiteX194" fmla="*/ 1889652 w 2912392"/>
                <a:gd name="connsiteY194" fmla="*/ 539973 h 569027"/>
                <a:gd name="connsiteX195" fmla="*/ 1899395 w 2912392"/>
                <a:gd name="connsiteY195" fmla="*/ 541930 h 569027"/>
                <a:gd name="connsiteX196" fmla="*/ 1909124 w 2912392"/>
                <a:gd name="connsiteY196" fmla="*/ 543732 h 569027"/>
                <a:gd name="connsiteX197" fmla="*/ 1918868 w 2912392"/>
                <a:gd name="connsiteY197" fmla="*/ 545380 h 569027"/>
                <a:gd name="connsiteX198" fmla="*/ 1928612 w 2912392"/>
                <a:gd name="connsiteY198" fmla="*/ 546869 h 569027"/>
                <a:gd name="connsiteX199" fmla="*/ 1938356 w 2912392"/>
                <a:gd name="connsiteY199" fmla="*/ 548195 h 569027"/>
                <a:gd name="connsiteX200" fmla="*/ 1948085 w 2912392"/>
                <a:gd name="connsiteY200" fmla="*/ 549355 h 569027"/>
                <a:gd name="connsiteX201" fmla="*/ 1957829 w 2912392"/>
                <a:gd name="connsiteY201" fmla="*/ 550349 h 569027"/>
                <a:gd name="connsiteX202" fmla="*/ 1967573 w 2912392"/>
                <a:gd name="connsiteY202" fmla="*/ 551173 h 569027"/>
                <a:gd name="connsiteX203" fmla="*/ 1977317 w 2912392"/>
                <a:gd name="connsiteY203" fmla="*/ 551827 h 569027"/>
                <a:gd name="connsiteX204" fmla="*/ 1987046 w 2912392"/>
                <a:gd name="connsiteY204" fmla="*/ 552308 h 569027"/>
                <a:gd name="connsiteX205" fmla="*/ 1996790 w 2912392"/>
                <a:gd name="connsiteY205" fmla="*/ 552615 h 569027"/>
                <a:gd name="connsiteX206" fmla="*/ 2006534 w 2912392"/>
                <a:gd name="connsiteY206" fmla="*/ 552748 h 569027"/>
                <a:gd name="connsiteX207" fmla="*/ 2016278 w 2912392"/>
                <a:gd name="connsiteY207" fmla="*/ 552708 h 569027"/>
                <a:gd name="connsiteX208" fmla="*/ 2026022 w 2912392"/>
                <a:gd name="connsiteY208" fmla="*/ 552493 h 569027"/>
                <a:gd name="connsiteX209" fmla="*/ 2035751 w 2912392"/>
                <a:gd name="connsiteY209" fmla="*/ 552104 h 569027"/>
                <a:gd name="connsiteX210" fmla="*/ 2045495 w 2912392"/>
                <a:gd name="connsiteY210" fmla="*/ 551544 h 569027"/>
                <a:gd name="connsiteX211" fmla="*/ 2055239 w 2912392"/>
                <a:gd name="connsiteY211" fmla="*/ 550812 h 569027"/>
                <a:gd name="connsiteX212" fmla="*/ 2064983 w 2912392"/>
                <a:gd name="connsiteY212" fmla="*/ 549912 h 569027"/>
                <a:gd name="connsiteX213" fmla="*/ 2074712 w 2912392"/>
                <a:gd name="connsiteY213" fmla="*/ 548844 h 569027"/>
                <a:gd name="connsiteX214" fmla="*/ 2084456 w 2912392"/>
                <a:gd name="connsiteY214" fmla="*/ 547614 h 569027"/>
                <a:gd name="connsiteX215" fmla="*/ 2094200 w 2912392"/>
                <a:gd name="connsiteY215" fmla="*/ 546223 h 569027"/>
                <a:gd name="connsiteX216" fmla="*/ 2103944 w 2912392"/>
                <a:gd name="connsiteY216" fmla="*/ 544676 h 569027"/>
                <a:gd name="connsiteX217" fmla="*/ 2113673 w 2912392"/>
                <a:gd name="connsiteY217" fmla="*/ 542976 h 569027"/>
                <a:gd name="connsiteX218" fmla="*/ 2123417 w 2912392"/>
                <a:gd name="connsiteY218" fmla="*/ 541128 h 569027"/>
                <a:gd name="connsiteX219" fmla="*/ 2133161 w 2912392"/>
                <a:gd name="connsiteY219" fmla="*/ 539138 h 569027"/>
                <a:gd name="connsiteX220" fmla="*/ 2142905 w 2912392"/>
                <a:gd name="connsiteY220" fmla="*/ 537010 h 569027"/>
                <a:gd name="connsiteX221" fmla="*/ 2152649 w 2912392"/>
                <a:gd name="connsiteY221" fmla="*/ 534753 h 569027"/>
                <a:gd name="connsiteX222" fmla="*/ 2162377 w 2912392"/>
                <a:gd name="connsiteY222" fmla="*/ 532369 h 569027"/>
                <a:gd name="connsiteX223" fmla="*/ 2172121 w 2912392"/>
                <a:gd name="connsiteY223" fmla="*/ 529869 h 569027"/>
                <a:gd name="connsiteX224" fmla="*/ 2181865 w 2912392"/>
                <a:gd name="connsiteY224" fmla="*/ 527259 h 569027"/>
                <a:gd name="connsiteX225" fmla="*/ 2191609 w 2912392"/>
                <a:gd name="connsiteY225" fmla="*/ 524544 h 569027"/>
                <a:gd name="connsiteX226" fmla="*/ 2201338 w 2912392"/>
                <a:gd name="connsiteY226" fmla="*/ 521736 h 569027"/>
                <a:gd name="connsiteX227" fmla="*/ 2211082 w 2912392"/>
                <a:gd name="connsiteY227" fmla="*/ 518841 h 569027"/>
                <a:gd name="connsiteX228" fmla="*/ 2220826 w 2912392"/>
                <a:gd name="connsiteY228" fmla="*/ 515867 h 569027"/>
                <a:gd name="connsiteX229" fmla="*/ 2230570 w 2912392"/>
                <a:gd name="connsiteY229" fmla="*/ 512824 h 569027"/>
                <a:gd name="connsiteX230" fmla="*/ 2240299 w 2912392"/>
                <a:gd name="connsiteY230" fmla="*/ 509722 h 569027"/>
                <a:gd name="connsiteX231" fmla="*/ 2250043 w 2912392"/>
                <a:gd name="connsiteY231" fmla="*/ 506570 h 569027"/>
                <a:gd name="connsiteX232" fmla="*/ 2259787 w 2912392"/>
                <a:gd name="connsiteY232" fmla="*/ 503376 h 569027"/>
                <a:gd name="connsiteX233" fmla="*/ 2269531 w 2912392"/>
                <a:gd name="connsiteY233" fmla="*/ 500151 h 569027"/>
                <a:gd name="connsiteX234" fmla="*/ 2279260 w 2912392"/>
                <a:gd name="connsiteY234" fmla="*/ 496906 h 569027"/>
                <a:gd name="connsiteX235" fmla="*/ 2289004 w 2912392"/>
                <a:gd name="connsiteY235" fmla="*/ 493651 h 569027"/>
                <a:gd name="connsiteX236" fmla="*/ 2298748 w 2912392"/>
                <a:gd name="connsiteY236" fmla="*/ 490394 h 569027"/>
                <a:gd name="connsiteX237" fmla="*/ 2308492 w 2912392"/>
                <a:gd name="connsiteY237" fmla="*/ 487148 h 569027"/>
                <a:gd name="connsiteX238" fmla="*/ 2318236 w 2912392"/>
                <a:gd name="connsiteY238" fmla="*/ 483922 h 569027"/>
                <a:gd name="connsiteX239" fmla="*/ 2327965 w 2912392"/>
                <a:gd name="connsiteY239" fmla="*/ 480726 h 569027"/>
                <a:gd name="connsiteX240" fmla="*/ 2337709 w 2912392"/>
                <a:gd name="connsiteY240" fmla="*/ 477572 h 569027"/>
                <a:gd name="connsiteX241" fmla="*/ 2347453 w 2912392"/>
                <a:gd name="connsiteY241" fmla="*/ 474469 h 569027"/>
                <a:gd name="connsiteX242" fmla="*/ 2357197 w 2912392"/>
                <a:gd name="connsiteY242" fmla="*/ 471428 h 569027"/>
                <a:gd name="connsiteX243" fmla="*/ 2366926 w 2912392"/>
                <a:gd name="connsiteY243" fmla="*/ 468458 h 569027"/>
                <a:gd name="connsiteX244" fmla="*/ 2376670 w 2912392"/>
                <a:gd name="connsiteY244" fmla="*/ 465571 h 569027"/>
                <a:gd name="connsiteX245" fmla="*/ 2386413 w 2912392"/>
                <a:gd name="connsiteY245" fmla="*/ 462776 h 569027"/>
                <a:gd name="connsiteX246" fmla="*/ 2396157 w 2912392"/>
                <a:gd name="connsiteY246" fmla="*/ 460082 h 569027"/>
                <a:gd name="connsiteX247" fmla="*/ 2405886 w 2912392"/>
                <a:gd name="connsiteY247" fmla="*/ 457500 h 569027"/>
                <a:gd name="connsiteX248" fmla="*/ 2415630 w 2912392"/>
                <a:gd name="connsiteY248" fmla="*/ 455037 h 569027"/>
                <a:gd name="connsiteX249" fmla="*/ 2425374 w 2912392"/>
                <a:gd name="connsiteY249" fmla="*/ 452704 h 569027"/>
                <a:gd name="connsiteX250" fmla="*/ 2435118 w 2912392"/>
                <a:gd name="connsiteY250" fmla="*/ 450508 h 569027"/>
                <a:gd name="connsiteX251" fmla="*/ 2444862 w 2912392"/>
                <a:gd name="connsiteY251" fmla="*/ 448459 h 569027"/>
                <a:gd name="connsiteX252" fmla="*/ 2454591 w 2912392"/>
                <a:gd name="connsiteY252" fmla="*/ 446564 h 569027"/>
                <a:gd name="connsiteX253" fmla="*/ 2464335 w 2912392"/>
                <a:gd name="connsiteY253" fmla="*/ 444831 h 569027"/>
                <a:gd name="connsiteX254" fmla="*/ 2474079 w 2912392"/>
                <a:gd name="connsiteY254" fmla="*/ 443267 h 569027"/>
                <a:gd name="connsiteX255" fmla="*/ 2483823 w 2912392"/>
                <a:gd name="connsiteY255" fmla="*/ 441878 h 569027"/>
                <a:gd name="connsiteX256" fmla="*/ 2493552 w 2912392"/>
                <a:gd name="connsiteY256" fmla="*/ 440672 h 569027"/>
                <a:gd name="connsiteX257" fmla="*/ 2503296 w 2912392"/>
                <a:gd name="connsiteY257" fmla="*/ 439653 h 569027"/>
                <a:gd name="connsiteX258" fmla="*/ 2513040 w 2912392"/>
                <a:gd name="connsiteY258" fmla="*/ 438829 h 569027"/>
                <a:gd name="connsiteX259" fmla="*/ 2522784 w 2912392"/>
                <a:gd name="connsiteY259" fmla="*/ 438201 h 569027"/>
                <a:gd name="connsiteX260" fmla="*/ 2532513 w 2912392"/>
                <a:gd name="connsiteY260" fmla="*/ 437777 h 569027"/>
                <a:gd name="connsiteX261" fmla="*/ 2542257 w 2912392"/>
                <a:gd name="connsiteY261" fmla="*/ 437559 h 569027"/>
                <a:gd name="connsiteX262" fmla="*/ 2552001 w 2912392"/>
                <a:gd name="connsiteY262" fmla="*/ 437553 h 569027"/>
                <a:gd name="connsiteX263" fmla="*/ 2561745 w 2912392"/>
                <a:gd name="connsiteY263" fmla="*/ 437759 h 569027"/>
                <a:gd name="connsiteX264" fmla="*/ 2571474 w 2912392"/>
                <a:gd name="connsiteY264" fmla="*/ 438179 h 569027"/>
                <a:gd name="connsiteX265" fmla="*/ 2581218 w 2912392"/>
                <a:gd name="connsiteY265" fmla="*/ 438818 h 569027"/>
                <a:gd name="connsiteX266" fmla="*/ 2590962 w 2912392"/>
                <a:gd name="connsiteY266" fmla="*/ 439675 h 569027"/>
                <a:gd name="connsiteX267" fmla="*/ 2600705 w 2912392"/>
                <a:gd name="connsiteY267" fmla="*/ 440752 h 569027"/>
                <a:gd name="connsiteX268" fmla="*/ 2610449 w 2912392"/>
                <a:gd name="connsiteY268" fmla="*/ 442047 h 569027"/>
                <a:gd name="connsiteX269" fmla="*/ 2620178 w 2912392"/>
                <a:gd name="connsiteY269" fmla="*/ 443562 h 569027"/>
                <a:gd name="connsiteX270" fmla="*/ 2629922 w 2912392"/>
                <a:gd name="connsiteY270" fmla="*/ 445295 h 569027"/>
                <a:gd name="connsiteX271" fmla="*/ 2639666 w 2912392"/>
                <a:gd name="connsiteY271" fmla="*/ 447245 h 569027"/>
                <a:gd name="connsiteX272" fmla="*/ 2649410 w 2912392"/>
                <a:gd name="connsiteY272" fmla="*/ 449410 h 569027"/>
                <a:gd name="connsiteX273" fmla="*/ 2659139 w 2912392"/>
                <a:gd name="connsiteY273" fmla="*/ 451786 h 569027"/>
                <a:gd name="connsiteX274" fmla="*/ 2668883 w 2912392"/>
                <a:gd name="connsiteY274" fmla="*/ 454373 h 569027"/>
                <a:gd name="connsiteX275" fmla="*/ 2678627 w 2912392"/>
                <a:gd name="connsiteY275" fmla="*/ 457165 h 569027"/>
                <a:gd name="connsiteX276" fmla="*/ 2688371 w 2912392"/>
                <a:gd name="connsiteY276" fmla="*/ 460160 h 569027"/>
                <a:gd name="connsiteX277" fmla="*/ 2698100 w 2912392"/>
                <a:gd name="connsiteY277" fmla="*/ 463349 h 569027"/>
                <a:gd name="connsiteX278" fmla="*/ 2707844 w 2912392"/>
                <a:gd name="connsiteY278" fmla="*/ 466733 h 569027"/>
                <a:gd name="connsiteX279" fmla="*/ 2717588 w 2912392"/>
                <a:gd name="connsiteY279" fmla="*/ 470303 h 569027"/>
                <a:gd name="connsiteX280" fmla="*/ 2727332 w 2912392"/>
                <a:gd name="connsiteY280" fmla="*/ 474053 h 569027"/>
                <a:gd name="connsiteX281" fmla="*/ 2737076 w 2912392"/>
                <a:gd name="connsiteY281" fmla="*/ 477977 h 569027"/>
                <a:gd name="connsiteX282" fmla="*/ 2746805 w 2912392"/>
                <a:gd name="connsiteY282" fmla="*/ 482068 h 569027"/>
                <a:gd name="connsiteX283" fmla="*/ 2756549 w 2912392"/>
                <a:gd name="connsiteY283" fmla="*/ 486321 h 569027"/>
                <a:gd name="connsiteX284" fmla="*/ 2766293 w 2912392"/>
                <a:gd name="connsiteY284" fmla="*/ 490726 h 569027"/>
                <a:gd name="connsiteX285" fmla="*/ 2776037 w 2912392"/>
                <a:gd name="connsiteY285" fmla="*/ 495275 h 569027"/>
                <a:gd name="connsiteX286" fmla="*/ 2785766 w 2912392"/>
                <a:gd name="connsiteY286" fmla="*/ 499962 h 569027"/>
                <a:gd name="connsiteX287" fmla="*/ 2795510 w 2912392"/>
                <a:gd name="connsiteY287" fmla="*/ 504776 h 569027"/>
                <a:gd name="connsiteX288" fmla="*/ 2805254 w 2912392"/>
                <a:gd name="connsiteY288" fmla="*/ 509709 h 569027"/>
                <a:gd name="connsiteX289" fmla="*/ 2814998 w 2912392"/>
                <a:gd name="connsiteY289" fmla="*/ 514751 h 569027"/>
                <a:gd name="connsiteX290" fmla="*/ 2824727 w 2912392"/>
                <a:gd name="connsiteY290" fmla="*/ 519894 h 569027"/>
                <a:gd name="connsiteX291" fmla="*/ 2834471 w 2912392"/>
                <a:gd name="connsiteY291" fmla="*/ 525127 h 569027"/>
                <a:gd name="connsiteX292" fmla="*/ 2844215 w 2912392"/>
                <a:gd name="connsiteY292" fmla="*/ 530441 h 569027"/>
                <a:gd name="connsiteX293" fmla="*/ 2853958 w 2912392"/>
                <a:gd name="connsiteY293" fmla="*/ 535826 h 569027"/>
                <a:gd name="connsiteX294" fmla="*/ 2863687 w 2912392"/>
                <a:gd name="connsiteY294" fmla="*/ 541270 h 569027"/>
                <a:gd name="connsiteX295" fmla="*/ 2873431 w 2912392"/>
                <a:gd name="connsiteY295" fmla="*/ 546764 h 569027"/>
                <a:gd name="connsiteX296" fmla="*/ 2883175 w 2912392"/>
                <a:gd name="connsiteY296" fmla="*/ 552298 h 569027"/>
                <a:gd name="connsiteX297" fmla="*/ 2892919 w 2912392"/>
                <a:gd name="connsiteY297" fmla="*/ 557860 h 569027"/>
                <a:gd name="connsiteX298" fmla="*/ 2902663 w 2912392"/>
                <a:gd name="connsiteY298" fmla="*/ 563439 h 569027"/>
                <a:gd name="connsiteX299" fmla="*/ 2912392 w 2912392"/>
                <a:gd name="connsiteY299" fmla="*/ 569028 h 569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69027">
                  <a:moveTo>
                    <a:pt x="0" y="453655"/>
                  </a:moveTo>
                  <a:lnTo>
                    <a:pt x="9739" y="436108"/>
                  </a:lnTo>
                  <a:lnTo>
                    <a:pt x="19480" y="418742"/>
                  </a:lnTo>
                  <a:lnTo>
                    <a:pt x="29221" y="401575"/>
                  </a:lnTo>
                  <a:lnTo>
                    <a:pt x="38961" y="384623"/>
                  </a:lnTo>
                  <a:lnTo>
                    <a:pt x="48702" y="367905"/>
                  </a:lnTo>
                  <a:lnTo>
                    <a:pt x="58443" y="351439"/>
                  </a:lnTo>
                  <a:lnTo>
                    <a:pt x="68182" y="335239"/>
                  </a:lnTo>
                  <a:lnTo>
                    <a:pt x="77923" y="319322"/>
                  </a:lnTo>
                  <a:lnTo>
                    <a:pt x="87664" y="303705"/>
                  </a:lnTo>
                  <a:lnTo>
                    <a:pt x="97404" y="288400"/>
                  </a:lnTo>
                  <a:lnTo>
                    <a:pt x="107145" y="273420"/>
                  </a:lnTo>
                  <a:lnTo>
                    <a:pt x="116886" y="258779"/>
                  </a:lnTo>
                  <a:lnTo>
                    <a:pt x="126625" y="244489"/>
                  </a:lnTo>
                  <a:lnTo>
                    <a:pt x="136366" y="230563"/>
                  </a:lnTo>
                  <a:lnTo>
                    <a:pt x="146107" y="217008"/>
                  </a:lnTo>
                  <a:lnTo>
                    <a:pt x="155846" y="203837"/>
                  </a:lnTo>
                  <a:lnTo>
                    <a:pt x="165587" y="191059"/>
                  </a:lnTo>
                  <a:lnTo>
                    <a:pt x="175328" y="178678"/>
                  </a:lnTo>
                  <a:lnTo>
                    <a:pt x="185068" y="166705"/>
                  </a:lnTo>
                  <a:lnTo>
                    <a:pt x="194809" y="155145"/>
                  </a:lnTo>
                  <a:lnTo>
                    <a:pt x="204550" y="144003"/>
                  </a:lnTo>
                  <a:lnTo>
                    <a:pt x="214289" y="133283"/>
                  </a:lnTo>
                  <a:lnTo>
                    <a:pt x="224030" y="122993"/>
                  </a:lnTo>
                  <a:lnTo>
                    <a:pt x="233771" y="113131"/>
                  </a:lnTo>
                  <a:lnTo>
                    <a:pt x="243510" y="103701"/>
                  </a:lnTo>
                  <a:lnTo>
                    <a:pt x="253251" y="94705"/>
                  </a:lnTo>
                  <a:lnTo>
                    <a:pt x="262992" y="86143"/>
                  </a:lnTo>
                  <a:lnTo>
                    <a:pt x="272732" y="78014"/>
                  </a:lnTo>
                  <a:lnTo>
                    <a:pt x="282473" y="70319"/>
                  </a:lnTo>
                  <a:lnTo>
                    <a:pt x="292214" y="63053"/>
                  </a:lnTo>
                  <a:lnTo>
                    <a:pt x="301953" y="56217"/>
                  </a:lnTo>
                  <a:lnTo>
                    <a:pt x="311694" y="49806"/>
                  </a:lnTo>
                  <a:lnTo>
                    <a:pt x="321435" y="43816"/>
                  </a:lnTo>
                  <a:lnTo>
                    <a:pt x="331175" y="38243"/>
                  </a:lnTo>
                  <a:lnTo>
                    <a:pt x="340916" y="33083"/>
                  </a:lnTo>
                  <a:lnTo>
                    <a:pt x="350656" y="28327"/>
                  </a:lnTo>
                  <a:lnTo>
                    <a:pt x="360396" y="23974"/>
                  </a:lnTo>
                  <a:lnTo>
                    <a:pt x="370137" y="20012"/>
                  </a:lnTo>
                  <a:lnTo>
                    <a:pt x="379878" y="16437"/>
                  </a:lnTo>
                  <a:lnTo>
                    <a:pt x="389617" y="13238"/>
                  </a:lnTo>
                  <a:lnTo>
                    <a:pt x="399358" y="10410"/>
                  </a:lnTo>
                  <a:lnTo>
                    <a:pt x="409099" y="7944"/>
                  </a:lnTo>
                  <a:lnTo>
                    <a:pt x="418839" y="5830"/>
                  </a:lnTo>
                  <a:lnTo>
                    <a:pt x="428580" y="4058"/>
                  </a:lnTo>
                  <a:lnTo>
                    <a:pt x="438321" y="2621"/>
                  </a:lnTo>
                  <a:lnTo>
                    <a:pt x="448060" y="1506"/>
                  </a:lnTo>
                  <a:lnTo>
                    <a:pt x="457801" y="705"/>
                  </a:lnTo>
                  <a:lnTo>
                    <a:pt x="467542" y="206"/>
                  </a:lnTo>
                  <a:lnTo>
                    <a:pt x="477281" y="0"/>
                  </a:lnTo>
                  <a:lnTo>
                    <a:pt x="487022" y="76"/>
                  </a:lnTo>
                  <a:lnTo>
                    <a:pt x="496763" y="422"/>
                  </a:lnTo>
                  <a:lnTo>
                    <a:pt x="506503" y="1030"/>
                  </a:lnTo>
                  <a:lnTo>
                    <a:pt x="516244" y="1885"/>
                  </a:lnTo>
                  <a:lnTo>
                    <a:pt x="525985" y="2978"/>
                  </a:lnTo>
                  <a:lnTo>
                    <a:pt x="535724" y="4300"/>
                  </a:lnTo>
                  <a:lnTo>
                    <a:pt x="545465" y="5837"/>
                  </a:lnTo>
                  <a:lnTo>
                    <a:pt x="555206" y="7582"/>
                  </a:lnTo>
                  <a:lnTo>
                    <a:pt x="564946" y="9519"/>
                  </a:lnTo>
                  <a:lnTo>
                    <a:pt x="574687" y="11642"/>
                  </a:lnTo>
                  <a:lnTo>
                    <a:pt x="584428" y="13938"/>
                  </a:lnTo>
                  <a:lnTo>
                    <a:pt x="594167" y="16398"/>
                  </a:lnTo>
                  <a:lnTo>
                    <a:pt x="603908" y="19010"/>
                  </a:lnTo>
                  <a:lnTo>
                    <a:pt x="613649" y="21766"/>
                  </a:lnTo>
                  <a:lnTo>
                    <a:pt x="623388" y="24656"/>
                  </a:lnTo>
                  <a:lnTo>
                    <a:pt x="633129" y="27669"/>
                  </a:lnTo>
                  <a:lnTo>
                    <a:pt x="642870" y="30798"/>
                  </a:lnTo>
                  <a:lnTo>
                    <a:pt x="652610" y="34031"/>
                  </a:lnTo>
                  <a:lnTo>
                    <a:pt x="662351" y="37362"/>
                  </a:lnTo>
                  <a:lnTo>
                    <a:pt x="672092" y="40782"/>
                  </a:lnTo>
                  <a:lnTo>
                    <a:pt x="681831" y="44283"/>
                  </a:lnTo>
                  <a:lnTo>
                    <a:pt x="691572" y="47856"/>
                  </a:lnTo>
                  <a:lnTo>
                    <a:pt x="701313" y="51494"/>
                  </a:lnTo>
                  <a:lnTo>
                    <a:pt x="711052" y="55190"/>
                  </a:lnTo>
                  <a:lnTo>
                    <a:pt x="720793" y="58939"/>
                  </a:lnTo>
                  <a:lnTo>
                    <a:pt x="730534" y="62734"/>
                  </a:lnTo>
                  <a:lnTo>
                    <a:pt x="740274" y="66566"/>
                  </a:lnTo>
                  <a:lnTo>
                    <a:pt x="750015" y="70432"/>
                  </a:lnTo>
                  <a:lnTo>
                    <a:pt x="759756" y="74325"/>
                  </a:lnTo>
                  <a:lnTo>
                    <a:pt x="769495" y="78242"/>
                  </a:lnTo>
                  <a:lnTo>
                    <a:pt x="779236" y="82178"/>
                  </a:lnTo>
                  <a:lnTo>
                    <a:pt x="788977" y="86128"/>
                  </a:lnTo>
                  <a:lnTo>
                    <a:pt x="798717" y="90088"/>
                  </a:lnTo>
                  <a:lnTo>
                    <a:pt x="808458" y="94054"/>
                  </a:lnTo>
                  <a:lnTo>
                    <a:pt x="818199" y="98025"/>
                  </a:lnTo>
                  <a:lnTo>
                    <a:pt x="827938" y="101995"/>
                  </a:lnTo>
                  <a:lnTo>
                    <a:pt x="837679" y="105963"/>
                  </a:lnTo>
                  <a:lnTo>
                    <a:pt x="847420" y="109928"/>
                  </a:lnTo>
                  <a:lnTo>
                    <a:pt x="857159" y="113886"/>
                  </a:lnTo>
                  <a:lnTo>
                    <a:pt x="866900" y="117836"/>
                  </a:lnTo>
                  <a:lnTo>
                    <a:pt x="876641" y="121777"/>
                  </a:lnTo>
                  <a:lnTo>
                    <a:pt x="886381" y="125709"/>
                  </a:lnTo>
                  <a:lnTo>
                    <a:pt x="896122" y="129629"/>
                  </a:lnTo>
                  <a:lnTo>
                    <a:pt x="905863" y="133537"/>
                  </a:lnTo>
                  <a:lnTo>
                    <a:pt x="915602" y="137433"/>
                  </a:lnTo>
                  <a:lnTo>
                    <a:pt x="925343" y="141318"/>
                  </a:lnTo>
                  <a:lnTo>
                    <a:pt x="935084" y="145192"/>
                  </a:lnTo>
                  <a:lnTo>
                    <a:pt x="944824" y="149054"/>
                  </a:lnTo>
                  <a:lnTo>
                    <a:pt x="954564" y="152905"/>
                  </a:lnTo>
                  <a:lnTo>
                    <a:pt x="964305" y="156746"/>
                  </a:lnTo>
                  <a:lnTo>
                    <a:pt x="974045" y="160578"/>
                  </a:lnTo>
                  <a:lnTo>
                    <a:pt x="983786" y="164403"/>
                  </a:lnTo>
                  <a:lnTo>
                    <a:pt x="993522" y="168220"/>
                  </a:lnTo>
                  <a:lnTo>
                    <a:pt x="1003266" y="172031"/>
                  </a:lnTo>
                  <a:lnTo>
                    <a:pt x="1013010" y="175839"/>
                  </a:lnTo>
                  <a:lnTo>
                    <a:pt x="1022754" y="179643"/>
                  </a:lnTo>
                  <a:lnTo>
                    <a:pt x="1032483" y="183447"/>
                  </a:lnTo>
                  <a:lnTo>
                    <a:pt x="1042227" y="187250"/>
                  </a:lnTo>
                  <a:lnTo>
                    <a:pt x="1051971" y="191056"/>
                  </a:lnTo>
                  <a:lnTo>
                    <a:pt x="1061715" y="194864"/>
                  </a:lnTo>
                  <a:lnTo>
                    <a:pt x="1071444" y="198678"/>
                  </a:lnTo>
                  <a:lnTo>
                    <a:pt x="1081188" y="202500"/>
                  </a:lnTo>
                  <a:lnTo>
                    <a:pt x="1090932" y="206329"/>
                  </a:lnTo>
                  <a:lnTo>
                    <a:pt x="1100676" y="210168"/>
                  </a:lnTo>
                  <a:lnTo>
                    <a:pt x="1110405" y="214018"/>
                  </a:lnTo>
                  <a:lnTo>
                    <a:pt x="1120149" y="217883"/>
                  </a:lnTo>
                  <a:lnTo>
                    <a:pt x="1129893" y="221761"/>
                  </a:lnTo>
                  <a:lnTo>
                    <a:pt x="1139637" y="225656"/>
                  </a:lnTo>
                  <a:lnTo>
                    <a:pt x="1149381" y="229568"/>
                  </a:lnTo>
                  <a:lnTo>
                    <a:pt x="1159110" y="233498"/>
                  </a:lnTo>
                  <a:lnTo>
                    <a:pt x="1168854" y="237448"/>
                  </a:lnTo>
                  <a:lnTo>
                    <a:pt x="1178598" y="241420"/>
                  </a:lnTo>
                  <a:lnTo>
                    <a:pt x="1188341" y="245413"/>
                  </a:lnTo>
                  <a:lnTo>
                    <a:pt x="1198070" y="249430"/>
                  </a:lnTo>
                  <a:lnTo>
                    <a:pt x="1207814" y="253470"/>
                  </a:lnTo>
                  <a:lnTo>
                    <a:pt x="1217558" y="257535"/>
                  </a:lnTo>
                  <a:lnTo>
                    <a:pt x="1227302" y="261625"/>
                  </a:lnTo>
                  <a:lnTo>
                    <a:pt x="1237031" y="265740"/>
                  </a:lnTo>
                  <a:lnTo>
                    <a:pt x="1246775" y="269880"/>
                  </a:lnTo>
                  <a:lnTo>
                    <a:pt x="1256519" y="274047"/>
                  </a:lnTo>
                  <a:lnTo>
                    <a:pt x="1266263" y="278241"/>
                  </a:lnTo>
                  <a:lnTo>
                    <a:pt x="1276007" y="282462"/>
                  </a:lnTo>
                  <a:lnTo>
                    <a:pt x="1285736" y="286709"/>
                  </a:lnTo>
                  <a:lnTo>
                    <a:pt x="1295480" y="290982"/>
                  </a:lnTo>
                  <a:lnTo>
                    <a:pt x="1305224" y="295281"/>
                  </a:lnTo>
                  <a:lnTo>
                    <a:pt x="1314968" y="299607"/>
                  </a:lnTo>
                  <a:lnTo>
                    <a:pt x="1324697" y="303957"/>
                  </a:lnTo>
                  <a:lnTo>
                    <a:pt x="1334441" y="308333"/>
                  </a:lnTo>
                  <a:lnTo>
                    <a:pt x="1344185" y="312733"/>
                  </a:lnTo>
                  <a:lnTo>
                    <a:pt x="1353929" y="317156"/>
                  </a:lnTo>
                  <a:lnTo>
                    <a:pt x="1363658" y="321603"/>
                  </a:lnTo>
                  <a:lnTo>
                    <a:pt x="1373402" y="326072"/>
                  </a:lnTo>
                  <a:lnTo>
                    <a:pt x="1383146" y="330561"/>
                  </a:lnTo>
                  <a:lnTo>
                    <a:pt x="1392890" y="335069"/>
                  </a:lnTo>
                  <a:lnTo>
                    <a:pt x="1402619" y="339598"/>
                  </a:lnTo>
                  <a:lnTo>
                    <a:pt x="1412363" y="344144"/>
                  </a:lnTo>
                  <a:lnTo>
                    <a:pt x="1422106" y="348706"/>
                  </a:lnTo>
                  <a:lnTo>
                    <a:pt x="1431850" y="353283"/>
                  </a:lnTo>
                  <a:lnTo>
                    <a:pt x="1441594" y="357874"/>
                  </a:lnTo>
                  <a:lnTo>
                    <a:pt x="1451323" y="362476"/>
                  </a:lnTo>
                  <a:lnTo>
                    <a:pt x="1461067" y="367090"/>
                  </a:lnTo>
                  <a:lnTo>
                    <a:pt x="1470811" y="371712"/>
                  </a:lnTo>
                  <a:lnTo>
                    <a:pt x="1480555" y="376342"/>
                  </a:lnTo>
                  <a:lnTo>
                    <a:pt x="1490284" y="380976"/>
                  </a:lnTo>
                  <a:lnTo>
                    <a:pt x="1500028" y="385614"/>
                  </a:lnTo>
                  <a:lnTo>
                    <a:pt x="1509772" y="390253"/>
                  </a:lnTo>
                  <a:lnTo>
                    <a:pt x="1519516" y="394893"/>
                  </a:lnTo>
                  <a:lnTo>
                    <a:pt x="1529245" y="399528"/>
                  </a:lnTo>
                  <a:lnTo>
                    <a:pt x="1538989" y="404160"/>
                  </a:lnTo>
                  <a:lnTo>
                    <a:pt x="1548733" y="408783"/>
                  </a:lnTo>
                  <a:lnTo>
                    <a:pt x="1558477" y="413398"/>
                  </a:lnTo>
                  <a:lnTo>
                    <a:pt x="1568221" y="417998"/>
                  </a:lnTo>
                  <a:lnTo>
                    <a:pt x="1577950" y="422584"/>
                  </a:lnTo>
                  <a:lnTo>
                    <a:pt x="1587694" y="427152"/>
                  </a:lnTo>
                  <a:lnTo>
                    <a:pt x="1597438" y="431701"/>
                  </a:lnTo>
                  <a:lnTo>
                    <a:pt x="1607182" y="436224"/>
                  </a:lnTo>
                  <a:lnTo>
                    <a:pt x="1616911" y="440722"/>
                  </a:lnTo>
                  <a:lnTo>
                    <a:pt x="1626655" y="445189"/>
                  </a:lnTo>
                  <a:lnTo>
                    <a:pt x="1636399" y="449623"/>
                  </a:lnTo>
                  <a:lnTo>
                    <a:pt x="1646142" y="454020"/>
                  </a:lnTo>
                  <a:lnTo>
                    <a:pt x="1655872" y="458378"/>
                  </a:lnTo>
                  <a:lnTo>
                    <a:pt x="1665616" y="462691"/>
                  </a:lnTo>
                  <a:lnTo>
                    <a:pt x="1675359" y="466955"/>
                  </a:lnTo>
                  <a:lnTo>
                    <a:pt x="1685103" y="471170"/>
                  </a:lnTo>
                  <a:lnTo>
                    <a:pt x="1694832" y="475327"/>
                  </a:lnTo>
                  <a:lnTo>
                    <a:pt x="1704576" y="479425"/>
                  </a:lnTo>
                  <a:lnTo>
                    <a:pt x="1714320" y="483460"/>
                  </a:lnTo>
                  <a:lnTo>
                    <a:pt x="1724064" y="487426"/>
                  </a:lnTo>
                  <a:lnTo>
                    <a:pt x="1733808" y="491319"/>
                  </a:lnTo>
                  <a:lnTo>
                    <a:pt x="1743537" y="495136"/>
                  </a:lnTo>
                  <a:lnTo>
                    <a:pt x="1753281" y="498870"/>
                  </a:lnTo>
                  <a:lnTo>
                    <a:pt x="1763025" y="502519"/>
                  </a:lnTo>
                  <a:lnTo>
                    <a:pt x="1772769" y="506075"/>
                  </a:lnTo>
                  <a:lnTo>
                    <a:pt x="1782498" y="509538"/>
                  </a:lnTo>
                  <a:lnTo>
                    <a:pt x="1792242" y="512899"/>
                  </a:lnTo>
                  <a:lnTo>
                    <a:pt x="1801986" y="516156"/>
                  </a:lnTo>
                  <a:lnTo>
                    <a:pt x="1811730" y="519303"/>
                  </a:lnTo>
                  <a:lnTo>
                    <a:pt x="1821459" y="522334"/>
                  </a:lnTo>
                  <a:lnTo>
                    <a:pt x="1831203" y="525247"/>
                  </a:lnTo>
                  <a:lnTo>
                    <a:pt x="1840947" y="528036"/>
                  </a:lnTo>
                  <a:lnTo>
                    <a:pt x="1850691" y="530697"/>
                  </a:lnTo>
                  <a:lnTo>
                    <a:pt x="1860435" y="533226"/>
                  </a:lnTo>
                  <a:lnTo>
                    <a:pt x="1870164" y="535617"/>
                  </a:lnTo>
                  <a:lnTo>
                    <a:pt x="1879908" y="537868"/>
                  </a:lnTo>
                  <a:lnTo>
                    <a:pt x="1889652" y="539973"/>
                  </a:lnTo>
                  <a:lnTo>
                    <a:pt x="1899395" y="541930"/>
                  </a:lnTo>
                  <a:lnTo>
                    <a:pt x="1909124" y="543732"/>
                  </a:lnTo>
                  <a:lnTo>
                    <a:pt x="1918868" y="545380"/>
                  </a:lnTo>
                  <a:lnTo>
                    <a:pt x="1928612" y="546869"/>
                  </a:lnTo>
                  <a:lnTo>
                    <a:pt x="1938356" y="548195"/>
                  </a:lnTo>
                  <a:lnTo>
                    <a:pt x="1948085" y="549355"/>
                  </a:lnTo>
                  <a:lnTo>
                    <a:pt x="1957829" y="550349"/>
                  </a:lnTo>
                  <a:lnTo>
                    <a:pt x="1967573" y="551173"/>
                  </a:lnTo>
                  <a:lnTo>
                    <a:pt x="1977317" y="551827"/>
                  </a:lnTo>
                  <a:lnTo>
                    <a:pt x="1987046" y="552308"/>
                  </a:lnTo>
                  <a:lnTo>
                    <a:pt x="1996790" y="552615"/>
                  </a:lnTo>
                  <a:lnTo>
                    <a:pt x="2006534" y="552748"/>
                  </a:lnTo>
                  <a:lnTo>
                    <a:pt x="2016278" y="552708"/>
                  </a:lnTo>
                  <a:lnTo>
                    <a:pt x="2026022" y="552493"/>
                  </a:lnTo>
                  <a:lnTo>
                    <a:pt x="2035751" y="552104"/>
                  </a:lnTo>
                  <a:lnTo>
                    <a:pt x="2045495" y="551544"/>
                  </a:lnTo>
                  <a:lnTo>
                    <a:pt x="2055239" y="550812"/>
                  </a:lnTo>
                  <a:lnTo>
                    <a:pt x="2064983" y="549912"/>
                  </a:lnTo>
                  <a:lnTo>
                    <a:pt x="2074712" y="548844"/>
                  </a:lnTo>
                  <a:lnTo>
                    <a:pt x="2084456" y="547614"/>
                  </a:lnTo>
                  <a:lnTo>
                    <a:pt x="2094200" y="546223"/>
                  </a:lnTo>
                  <a:lnTo>
                    <a:pt x="2103944" y="544676"/>
                  </a:lnTo>
                  <a:lnTo>
                    <a:pt x="2113673" y="542976"/>
                  </a:lnTo>
                  <a:lnTo>
                    <a:pt x="2123417" y="541128"/>
                  </a:lnTo>
                  <a:lnTo>
                    <a:pt x="2133161" y="539138"/>
                  </a:lnTo>
                  <a:lnTo>
                    <a:pt x="2142905" y="537010"/>
                  </a:lnTo>
                  <a:lnTo>
                    <a:pt x="2152649" y="534753"/>
                  </a:lnTo>
                  <a:lnTo>
                    <a:pt x="2162377" y="532369"/>
                  </a:lnTo>
                  <a:lnTo>
                    <a:pt x="2172121" y="529869"/>
                  </a:lnTo>
                  <a:lnTo>
                    <a:pt x="2181865" y="527259"/>
                  </a:lnTo>
                  <a:lnTo>
                    <a:pt x="2191609" y="524544"/>
                  </a:lnTo>
                  <a:lnTo>
                    <a:pt x="2201338" y="521736"/>
                  </a:lnTo>
                  <a:lnTo>
                    <a:pt x="2211082" y="518841"/>
                  </a:lnTo>
                  <a:lnTo>
                    <a:pt x="2220826" y="515867"/>
                  </a:lnTo>
                  <a:lnTo>
                    <a:pt x="2230570" y="512824"/>
                  </a:lnTo>
                  <a:lnTo>
                    <a:pt x="2240299" y="509722"/>
                  </a:lnTo>
                  <a:lnTo>
                    <a:pt x="2250043" y="506570"/>
                  </a:lnTo>
                  <a:lnTo>
                    <a:pt x="2259787" y="503376"/>
                  </a:lnTo>
                  <a:lnTo>
                    <a:pt x="2269531" y="500151"/>
                  </a:lnTo>
                  <a:lnTo>
                    <a:pt x="2279260" y="496906"/>
                  </a:lnTo>
                  <a:lnTo>
                    <a:pt x="2289004" y="493651"/>
                  </a:lnTo>
                  <a:lnTo>
                    <a:pt x="2298748" y="490394"/>
                  </a:lnTo>
                  <a:lnTo>
                    <a:pt x="2308492" y="487148"/>
                  </a:lnTo>
                  <a:lnTo>
                    <a:pt x="2318236" y="483922"/>
                  </a:lnTo>
                  <a:lnTo>
                    <a:pt x="2327965" y="480726"/>
                  </a:lnTo>
                  <a:lnTo>
                    <a:pt x="2337709" y="477572"/>
                  </a:lnTo>
                  <a:lnTo>
                    <a:pt x="2347453" y="474469"/>
                  </a:lnTo>
                  <a:lnTo>
                    <a:pt x="2357197" y="471428"/>
                  </a:lnTo>
                  <a:lnTo>
                    <a:pt x="2366926" y="468458"/>
                  </a:lnTo>
                  <a:lnTo>
                    <a:pt x="2376670" y="465571"/>
                  </a:lnTo>
                  <a:lnTo>
                    <a:pt x="2386413" y="462776"/>
                  </a:lnTo>
                  <a:lnTo>
                    <a:pt x="2396157" y="460082"/>
                  </a:lnTo>
                  <a:lnTo>
                    <a:pt x="2405886" y="457500"/>
                  </a:lnTo>
                  <a:lnTo>
                    <a:pt x="2415630" y="455037"/>
                  </a:lnTo>
                  <a:lnTo>
                    <a:pt x="2425374" y="452704"/>
                  </a:lnTo>
                  <a:lnTo>
                    <a:pt x="2435118" y="450508"/>
                  </a:lnTo>
                  <a:lnTo>
                    <a:pt x="2444862" y="448459"/>
                  </a:lnTo>
                  <a:lnTo>
                    <a:pt x="2454591" y="446564"/>
                  </a:lnTo>
                  <a:lnTo>
                    <a:pt x="2464335" y="444831"/>
                  </a:lnTo>
                  <a:lnTo>
                    <a:pt x="2474079" y="443267"/>
                  </a:lnTo>
                  <a:lnTo>
                    <a:pt x="2483823" y="441878"/>
                  </a:lnTo>
                  <a:lnTo>
                    <a:pt x="2493552" y="440672"/>
                  </a:lnTo>
                  <a:lnTo>
                    <a:pt x="2503296" y="439653"/>
                  </a:lnTo>
                  <a:lnTo>
                    <a:pt x="2513040" y="438829"/>
                  </a:lnTo>
                  <a:lnTo>
                    <a:pt x="2522784" y="438201"/>
                  </a:lnTo>
                  <a:lnTo>
                    <a:pt x="2532513" y="437777"/>
                  </a:lnTo>
                  <a:lnTo>
                    <a:pt x="2542257" y="437559"/>
                  </a:lnTo>
                  <a:lnTo>
                    <a:pt x="2552001" y="437553"/>
                  </a:lnTo>
                  <a:lnTo>
                    <a:pt x="2561745" y="437759"/>
                  </a:lnTo>
                  <a:lnTo>
                    <a:pt x="2571474" y="438179"/>
                  </a:lnTo>
                  <a:lnTo>
                    <a:pt x="2581218" y="438818"/>
                  </a:lnTo>
                  <a:lnTo>
                    <a:pt x="2590962" y="439675"/>
                  </a:lnTo>
                  <a:lnTo>
                    <a:pt x="2600705" y="440752"/>
                  </a:lnTo>
                  <a:lnTo>
                    <a:pt x="2610449" y="442047"/>
                  </a:lnTo>
                  <a:lnTo>
                    <a:pt x="2620178" y="443562"/>
                  </a:lnTo>
                  <a:lnTo>
                    <a:pt x="2629922" y="445295"/>
                  </a:lnTo>
                  <a:lnTo>
                    <a:pt x="2639666" y="447245"/>
                  </a:lnTo>
                  <a:lnTo>
                    <a:pt x="2649410" y="449410"/>
                  </a:lnTo>
                  <a:lnTo>
                    <a:pt x="2659139" y="451786"/>
                  </a:lnTo>
                  <a:lnTo>
                    <a:pt x="2668883" y="454373"/>
                  </a:lnTo>
                  <a:lnTo>
                    <a:pt x="2678627" y="457165"/>
                  </a:lnTo>
                  <a:lnTo>
                    <a:pt x="2688371" y="460160"/>
                  </a:lnTo>
                  <a:lnTo>
                    <a:pt x="2698100" y="463349"/>
                  </a:lnTo>
                  <a:lnTo>
                    <a:pt x="2707844" y="466733"/>
                  </a:lnTo>
                  <a:lnTo>
                    <a:pt x="2717588" y="470303"/>
                  </a:lnTo>
                  <a:lnTo>
                    <a:pt x="2727332" y="474053"/>
                  </a:lnTo>
                  <a:lnTo>
                    <a:pt x="2737076" y="477977"/>
                  </a:lnTo>
                  <a:lnTo>
                    <a:pt x="2746805" y="482068"/>
                  </a:lnTo>
                  <a:lnTo>
                    <a:pt x="2756549" y="486321"/>
                  </a:lnTo>
                  <a:lnTo>
                    <a:pt x="2766293" y="490726"/>
                  </a:lnTo>
                  <a:lnTo>
                    <a:pt x="2776037" y="495275"/>
                  </a:lnTo>
                  <a:lnTo>
                    <a:pt x="2785766" y="499962"/>
                  </a:lnTo>
                  <a:lnTo>
                    <a:pt x="2795510" y="504776"/>
                  </a:lnTo>
                  <a:lnTo>
                    <a:pt x="2805254" y="509709"/>
                  </a:lnTo>
                  <a:lnTo>
                    <a:pt x="2814998" y="514751"/>
                  </a:lnTo>
                  <a:lnTo>
                    <a:pt x="2824727" y="519894"/>
                  </a:lnTo>
                  <a:lnTo>
                    <a:pt x="2834471" y="525127"/>
                  </a:lnTo>
                  <a:lnTo>
                    <a:pt x="2844215" y="530441"/>
                  </a:lnTo>
                  <a:lnTo>
                    <a:pt x="2853958" y="535826"/>
                  </a:lnTo>
                  <a:lnTo>
                    <a:pt x="2863687" y="541270"/>
                  </a:lnTo>
                  <a:lnTo>
                    <a:pt x="2873431" y="546764"/>
                  </a:lnTo>
                  <a:lnTo>
                    <a:pt x="2883175" y="552298"/>
                  </a:lnTo>
                  <a:lnTo>
                    <a:pt x="2892919" y="557860"/>
                  </a:lnTo>
                  <a:lnTo>
                    <a:pt x="2902663" y="563439"/>
                  </a:lnTo>
                  <a:lnTo>
                    <a:pt x="2912392" y="56902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7" name="Freeform 706">
              <a:extLst>
                <a:ext uri="{FF2B5EF4-FFF2-40B4-BE49-F238E27FC236}">
                  <a16:creationId xmlns:a16="http://schemas.microsoft.com/office/drawing/2014/main" id="{CB0F7068-FC74-AEE0-42A3-3B6A08F34B30}"/>
                </a:ext>
              </a:extLst>
            </p:cNvPr>
            <p:cNvSpPr/>
            <p:nvPr/>
          </p:nvSpPr>
          <p:spPr>
            <a:xfrm>
              <a:off x="576446" y="3118346"/>
              <a:ext cx="2912392" cy="676336"/>
            </a:xfrm>
            <a:custGeom>
              <a:avLst/>
              <a:gdLst>
                <a:gd name="connsiteX0" fmla="*/ 0 w 2912392"/>
                <a:gd name="connsiteY0" fmla="*/ 676336 h 676336"/>
                <a:gd name="connsiteX1" fmla="*/ 9739 w 2912392"/>
                <a:gd name="connsiteY1" fmla="*/ 673576 h 676336"/>
                <a:gd name="connsiteX2" fmla="*/ 19480 w 2912392"/>
                <a:gd name="connsiteY2" fmla="*/ 670564 h 676336"/>
                <a:gd name="connsiteX3" fmla="*/ 29221 w 2912392"/>
                <a:gd name="connsiteY3" fmla="*/ 667306 h 676336"/>
                <a:gd name="connsiteX4" fmla="*/ 38961 w 2912392"/>
                <a:gd name="connsiteY4" fmla="*/ 663803 h 676336"/>
                <a:gd name="connsiteX5" fmla="*/ 48702 w 2912392"/>
                <a:gd name="connsiteY5" fmla="*/ 660065 h 676336"/>
                <a:gd name="connsiteX6" fmla="*/ 58443 w 2912392"/>
                <a:gd name="connsiteY6" fmla="*/ 656093 h 676336"/>
                <a:gd name="connsiteX7" fmla="*/ 68182 w 2912392"/>
                <a:gd name="connsiteY7" fmla="*/ 651898 h 676336"/>
                <a:gd name="connsiteX8" fmla="*/ 77923 w 2912392"/>
                <a:gd name="connsiteY8" fmla="*/ 647481 h 676336"/>
                <a:gd name="connsiteX9" fmla="*/ 87664 w 2912392"/>
                <a:gd name="connsiteY9" fmla="*/ 642852 h 676336"/>
                <a:gd name="connsiteX10" fmla="*/ 97404 w 2912392"/>
                <a:gd name="connsiteY10" fmla="*/ 638018 h 676336"/>
                <a:gd name="connsiteX11" fmla="*/ 107145 w 2912392"/>
                <a:gd name="connsiteY11" fmla="*/ 632986 h 676336"/>
                <a:gd name="connsiteX12" fmla="*/ 116886 w 2912392"/>
                <a:gd name="connsiteY12" fmla="*/ 627763 h 676336"/>
                <a:gd name="connsiteX13" fmla="*/ 126625 w 2912392"/>
                <a:gd name="connsiteY13" fmla="*/ 622357 h 676336"/>
                <a:gd name="connsiteX14" fmla="*/ 136366 w 2912392"/>
                <a:gd name="connsiteY14" fmla="*/ 616779 h 676336"/>
                <a:gd name="connsiteX15" fmla="*/ 146107 w 2912392"/>
                <a:gd name="connsiteY15" fmla="*/ 611034 h 676336"/>
                <a:gd name="connsiteX16" fmla="*/ 155846 w 2912392"/>
                <a:gd name="connsiteY16" fmla="*/ 605134 h 676336"/>
                <a:gd name="connsiteX17" fmla="*/ 165587 w 2912392"/>
                <a:gd name="connsiteY17" fmla="*/ 599088 h 676336"/>
                <a:gd name="connsiteX18" fmla="*/ 175328 w 2912392"/>
                <a:gd name="connsiteY18" fmla="*/ 592904 h 676336"/>
                <a:gd name="connsiteX19" fmla="*/ 185068 w 2912392"/>
                <a:gd name="connsiteY19" fmla="*/ 586591 h 676336"/>
                <a:gd name="connsiteX20" fmla="*/ 194809 w 2912392"/>
                <a:gd name="connsiteY20" fmla="*/ 580162 h 676336"/>
                <a:gd name="connsiteX21" fmla="*/ 204550 w 2912392"/>
                <a:gd name="connsiteY21" fmla="*/ 573626 h 676336"/>
                <a:gd name="connsiteX22" fmla="*/ 214289 w 2912392"/>
                <a:gd name="connsiteY22" fmla="*/ 566993 h 676336"/>
                <a:gd name="connsiteX23" fmla="*/ 224030 w 2912392"/>
                <a:gd name="connsiteY23" fmla="*/ 560273 h 676336"/>
                <a:gd name="connsiteX24" fmla="*/ 233771 w 2912392"/>
                <a:gd name="connsiteY24" fmla="*/ 553478 h 676336"/>
                <a:gd name="connsiteX25" fmla="*/ 243510 w 2912392"/>
                <a:gd name="connsiteY25" fmla="*/ 546618 h 676336"/>
                <a:gd name="connsiteX26" fmla="*/ 253251 w 2912392"/>
                <a:gd name="connsiteY26" fmla="*/ 539705 h 676336"/>
                <a:gd name="connsiteX27" fmla="*/ 262992 w 2912392"/>
                <a:gd name="connsiteY27" fmla="*/ 532749 h 676336"/>
                <a:gd name="connsiteX28" fmla="*/ 272732 w 2912392"/>
                <a:gd name="connsiteY28" fmla="*/ 525760 h 676336"/>
                <a:gd name="connsiteX29" fmla="*/ 282473 w 2912392"/>
                <a:gd name="connsiteY29" fmla="*/ 518751 h 676336"/>
                <a:gd name="connsiteX30" fmla="*/ 292214 w 2912392"/>
                <a:gd name="connsiteY30" fmla="*/ 511734 h 676336"/>
                <a:gd name="connsiteX31" fmla="*/ 301953 w 2912392"/>
                <a:gd name="connsiteY31" fmla="*/ 504716 h 676336"/>
                <a:gd name="connsiteX32" fmla="*/ 311694 w 2912392"/>
                <a:gd name="connsiteY32" fmla="*/ 497712 h 676336"/>
                <a:gd name="connsiteX33" fmla="*/ 321435 w 2912392"/>
                <a:gd name="connsiteY33" fmla="*/ 490731 h 676336"/>
                <a:gd name="connsiteX34" fmla="*/ 331175 w 2912392"/>
                <a:gd name="connsiteY34" fmla="*/ 483785 h 676336"/>
                <a:gd name="connsiteX35" fmla="*/ 340916 w 2912392"/>
                <a:gd name="connsiteY35" fmla="*/ 476882 h 676336"/>
                <a:gd name="connsiteX36" fmla="*/ 350656 w 2912392"/>
                <a:gd name="connsiteY36" fmla="*/ 470036 h 676336"/>
                <a:gd name="connsiteX37" fmla="*/ 360396 w 2912392"/>
                <a:gd name="connsiteY37" fmla="*/ 463254 h 676336"/>
                <a:gd name="connsiteX38" fmla="*/ 370137 w 2912392"/>
                <a:gd name="connsiteY38" fmla="*/ 456550 h 676336"/>
                <a:gd name="connsiteX39" fmla="*/ 379878 w 2912392"/>
                <a:gd name="connsiteY39" fmla="*/ 449930 h 676336"/>
                <a:gd name="connsiteX40" fmla="*/ 389617 w 2912392"/>
                <a:gd name="connsiteY40" fmla="*/ 443406 h 676336"/>
                <a:gd name="connsiteX41" fmla="*/ 399358 w 2912392"/>
                <a:gd name="connsiteY41" fmla="*/ 436986 h 676336"/>
                <a:gd name="connsiteX42" fmla="*/ 409099 w 2912392"/>
                <a:gd name="connsiteY42" fmla="*/ 430679 h 676336"/>
                <a:gd name="connsiteX43" fmla="*/ 418839 w 2912392"/>
                <a:gd name="connsiteY43" fmla="*/ 424493 h 676336"/>
                <a:gd name="connsiteX44" fmla="*/ 428580 w 2912392"/>
                <a:gd name="connsiteY44" fmla="*/ 418438 h 676336"/>
                <a:gd name="connsiteX45" fmla="*/ 438321 w 2912392"/>
                <a:gd name="connsiteY45" fmla="*/ 412522 h 676336"/>
                <a:gd name="connsiteX46" fmla="*/ 448060 w 2912392"/>
                <a:gd name="connsiteY46" fmla="*/ 406750 h 676336"/>
                <a:gd name="connsiteX47" fmla="*/ 457801 w 2912392"/>
                <a:gd name="connsiteY47" fmla="*/ 401130 h 676336"/>
                <a:gd name="connsiteX48" fmla="*/ 467542 w 2912392"/>
                <a:gd name="connsiteY48" fmla="*/ 395669 h 676336"/>
                <a:gd name="connsiteX49" fmla="*/ 477281 w 2912392"/>
                <a:gd name="connsiteY49" fmla="*/ 390374 h 676336"/>
                <a:gd name="connsiteX50" fmla="*/ 487022 w 2912392"/>
                <a:gd name="connsiteY50" fmla="*/ 385249 h 676336"/>
                <a:gd name="connsiteX51" fmla="*/ 496763 w 2912392"/>
                <a:gd name="connsiteY51" fmla="*/ 380298 h 676336"/>
                <a:gd name="connsiteX52" fmla="*/ 506503 w 2912392"/>
                <a:gd name="connsiteY52" fmla="*/ 375527 h 676336"/>
                <a:gd name="connsiteX53" fmla="*/ 516244 w 2912392"/>
                <a:gd name="connsiteY53" fmla="*/ 370940 h 676336"/>
                <a:gd name="connsiteX54" fmla="*/ 525985 w 2912392"/>
                <a:gd name="connsiteY54" fmla="*/ 366540 h 676336"/>
                <a:gd name="connsiteX55" fmla="*/ 535724 w 2912392"/>
                <a:gd name="connsiteY55" fmla="*/ 362330 h 676336"/>
                <a:gd name="connsiteX56" fmla="*/ 545465 w 2912392"/>
                <a:gd name="connsiteY56" fmla="*/ 358312 h 676336"/>
                <a:gd name="connsiteX57" fmla="*/ 555206 w 2912392"/>
                <a:gd name="connsiteY57" fmla="*/ 354487 h 676336"/>
                <a:gd name="connsiteX58" fmla="*/ 564946 w 2912392"/>
                <a:gd name="connsiteY58" fmla="*/ 350856 h 676336"/>
                <a:gd name="connsiteX59" fmla="*/ 574687 w 2912392"/>
                <a:gd name="connsiteY59" fmla="*/ 347422 h 676336"/>
                <a:gd name="connsiteX60" fmla="*/ 584428 w 2912392"/>
                <a:gd name="connsiteY60" fmla="*/ 344183 h 676336"/>
                <a:gd name="connsiteX61" fmla="*/ 594167 w 2912392"/>
                <a:gd name="connsiteY61" fmla="*/ 341138 h 676336"/>
                <a:gd name="connsiteX62" fmla="*/ 603908 w 2912392"/>
                <a:gd name="connsiteY62" fmla="*/ 338286 h 676336"/>
                <a:gd name="connsiteX63" fmla="*/ 613649 w 2912392"/>
                <a:gd name="connsiteY63" fmla="*/ 335625 h 676336"/>
                <a:gd name="connsiteX64" fmla="*/ 623388 w 2912392"/>
                <a:gd name="connsiteY64" fmla="*/ 333155 h 676336"/>
                <a:gd name="connsiteX65" fmla="*/ 633129 w 2912392"/>
                <a:gd name="connsiteY65" fmla="*/ 330869 h 676336"/>
                <a:gd name="connsiteX66" fmla="*/ 642870 w 2912392"/>
                <a:gd name="connsiteY66" fmla="*/ 328767 h 676336"/>
                <a:gd name="connsiteX67" fmla="*/ 652610 w 2912392"/>
                <a:gd name="connsiteY67" fmla="*/ 326843 h 676336"/>
                <a:gd name="connsiteX68" fmla="*/ 662351 w 2912392"/>
                <a:gd name="connsiteY68" fmla="*/ 325093 h 676336"/>
                <a:gd name="connsiteX69" fmla="*/ 672092 w 2912392"/>
                <a:gd name="connsiteY69" fmla="*/ 323512 h 676336"/>
                <a:gd name="connsiteX70" fmla="*/ 681831 w 2912392"/>
                <a:gd name="connsiteY70" fmla="*/ 322095 h 676336"/>
                <a:gd name="connsiteX71" fmla="*/ 691572 w 2912392"/>
                <a:gd name="connsiteY71" fmla="*/ 320836 h 676336"/>
                <a:gd name="connsiteX72" fmla="*/ 701313 w 2912392"/>
                <a:gd name="connsiteY72" fmla="*/ 319728 h 676336"/>
                <a:gd name="connsiteX73" fmla="*/ 711052 w 2912392"/>
                <a:gd name="connsiteY73" fmla="*/ 318764 h 676336"/>
                <a:gd name="connsiteX74" fmla="*/ 720793 w 2912392"/>
                <a:gd name="connsiteY74" fmla="*/ 317938 h 676336"/>
                <a:gd name="connsiteX75" fmla="*/ 730534 w 2912392"/>
                <a:gd name="connsiteY75" fmla="*/ 317241 h 676336"/>
                <a:gd name="connsiteX76" fmla="*/ 740274 w 2912392"/>
                <a:gd name="connsiteY76" fmla="*/ 316666 h 676336"/>
                <a:gd name="connsiteX77" fmla="*/ 750015 w 2912392"/>
                <a:gd name="connsiteY77" fmla="*/ 316204 h 676336"/>
                <a:gd name="connsiteX78" fmla="*/ 759756 w 2912392"/>
                <a:gd name="connsiteY78" fmla="*/ 315846 h 676336"/>
                <a:gd name="connsiteX79" fmla="*/ 769495 w 2912392"/>
                <a:gd name="connsiteY79" fmla="*/ 315586 h 676336"/>
                <a:gd name="connsiteX80" fmla="*/ 779236 w 2912392"/>
                <a:gd name="connsiteY80" fmla="*/ 315411 h 676336"/>
                <a:gd name="connsiteX81" fmla="*/ 788977 w 2912392"/>
                <a:gd name="connsiteY81" fmla="*/ 315315 h 676336"/>
                <a:gd name="connsiteX82" fmla="*/ 798717 w 2912392"/>
                <a:gd name="connsiteY82" fmla="*/ 315288 h 676336"/>
                <a:gd name="connsiteX83" fmla="*/ 808458 w 2912392"/>
                <a:gd name="connsiteY83" fmla="*/ 315318 h 676336"/>
                <a:gd name="connsiteX84" fmla="*/ 818199 w 2912392"/>
                <a:gd name="connsiteY84" fmla="*/ 315398 h 676336"/>
                <a:gd name="connsiteX85" fmla="*/ 827938 w 2912392"/>
                <a:gd name="connsiteY85" fmla="*/ 315519 h 676336"/>
                <a:gd name="connsiteX86" fmla="*/ 837679 w 2912392"/>
                <a:gd name="connsiteY86" fmla="*/ 315668 h 676336"/>
                <a:gd name="connsiteX87" fmla="*/ 847420 w 2912392"/>
                <a:gd name="connsiteY87" fmla="*/ 315838 h 676336"/>
                <a:gd name="connsiteX88" fmla="*/ 857159 w 2912392"/>
                <a:gd name="connsiteY88" fmla="*/ 316016 h 676336"/>
                <a:gd name="connsiteX89" fmla="*/ 866900 w 2912392"/>
                <a:gd name="connsiteY89" fmla="*/ 316197 h 676336"/>
                <a:gd name="connsiteX90" fmla="*/ 876641 w 2912392"/>
                <a:gd name="connsiteY90" fmla="*/ 316368 h 676336"/>
                <a:gd name="connsiteX91" fmla="*/ 886381 w 2912392"/>
                <a:gd name="connsiteY91" fmla="*/ 316520 h 676336"/>
                <a:gd name="connsiteX92" fmla="*/ 896122 w 2912392"/>
                <a:gd name="connsiteY92" fmla="*/ 316645 h 676336"/>
                <a:gd name="connsiteX93" fmla="*/ 905863 w 2912392"/>
                <a:gd name="connsiteY93" fmla="*/ 316731 h 676336"/>
                <a:gd name="connsiteX94" fmla="*/ 915602 w 2912392"/>
                <a:gd name="connsiteY94" fmla="*/ 316772 h 676336"/>
                <a:gd name="connsiteX95" fmla="*/ 925343 w 2912392"/>
                <a:gd name="connsiteY95" fmla="*/ 316758 h 676336"/>
                <a:gd name="connsiteX96" fmla="*/ 935084 w 2912392"/>
                <a:gd name="connsiteY96" fmla="*/ 316679 h 676336"/>
                <a:gd name="connsiteX97" fmla="*/ 944824 w 2912392"/>
                <a:gd name="connsiteY97" fmla="*/ 316529 h 676336"/>
                <a:gd name="connsiteX98" fmla="*/ 954564 w 2912392"/>
                <a:gd name="connsiteY98" fmla="*/ 316299 h 676336"/>
                <a:gd name="connsiteX99" fmla="*/ 964305 w 2912392"/>
                <a:gd name="connsiteY99" fmla="*/ 315981 h 676336"/>
                <a:gd name="connsiteX100" fmla="*/ 974045 w 2912392"/>
                <a:gd name="connsiteY100" fmla="*/ 315568 h 676336"/>
                <a:gd name="connsiteX101" fmla="*/ 983786 w 2912392"/>
                <a:gd name="connsiteY101" fmla="*/ 315052 h 676336"/>
                <a:gd name="connsiteX102" fmla="*/ 993522 w 2912392"/>
                <a:gd name="connsiteY102" fmla="*/ 314428 h 676336"/>
                <a:gd name="connsiteX103" fmla="*/ 1003266 w 2912392"/>
                <a:gd name="connsiteY103" fmla="*/ 313689 h 676336"/>
                <a:gd name="connsiteX104" fmla="*/ 1013010 w 2912392"/>
                <a:gd name="connsiteY104" fmla="*/ 312829 h 676336"/>
                <a:gd name="connsiteX105" fmla="*/ 1022754 w 2912392"/>
                <a:gd name="connsiteY105" fmla="*/ 311843 h 676336"/>
                <a:gd name="connsiteX106" fmla="*/ 1032483 w 2912392"/>
                <a:gd name="connsiteY106" fmla="*/ 310724 h 676336"/>
                <a:gd name="connsiteX107" fmla="*/ 1042227 w 2912392"/>
                <a:gd name="connsiteY107" fmla="*/ 309471 h 676336"/>
                <a:gd name="connsiteX108" fmla="*/ 1051971 w 2912392"/>
                <a:gd name="connsiteY108" fmla="*/ 308077 h 676336"/>
                <a:gd name="connsiteX109" fmla="*/ 1061715 w 2912392"/>
                <a:gd name="connsiteY109" fmla="*/ 306538 h 676336"/>
                <a:gd name="connsiteX110" fmla="*/ 1071444 w 2912392"/>
                <a:gd name="connsiteY110" fmla="*/ 304853 h 676336"/>
                <a:gd name="connsiteX111" fmla="*/ 1081188 w 2912392"/>
                <a:gd name="connsiteY111" fmla="*/ 303017 h 676336"/>
                <a:gd name="connsiteX112" fmla="*/ 1090932 w 2912392"/>
                <a:gd name="connsiteY112" fmla="*/ 301029 h 676336"/>
                <a:gd name="connsiteX113" fmla="*/ 1100676 w 2912392"/>
                <a:gd name="connsiteY113" fmla="*/ 298887 h 676336"/>
                <a:gd name="connsiteX114" fmla="*/ 1110405 w 2912392"/>
                <a:gd name="connsiteY114" fmla="*/ 296590 h 676336"/>
                <a:gd name="connsiteX115" fmla="*/ 1120149 w 2912392"/>
                <a:gd name="connsiteY115" fmla="*/ 294136 h 676336"/>
                <a:gd name="connsiteX116" fmla="*/ 1129893 w 2912392"/>
                <a:gd name="connsiteY116" fmla="*/ 291524 h 676336"/>
                <a:gd name="connsiteX117" fmla="*/ 1139637 w 2912392"/>
                <a:gd name="connsiteY117" fmla="*/ 288756 h 676336"/>
                <a:gd name="connsiteX118" fmla="*/ 1149381 w 2912392"/>
                <a:gd name="connsiteY118" fmla="*/ 285831 h 676336"/>
                <a:gd name="connsiteX119" fmla="*/ 1159110 w 2912392"/>
                <a:gd name="connsiteY119" fmla="*/ 282750 h 676336"/>
                <a:gd name="connsiteX120" fmla="*/ 1168854 w 2912392"/>
                <a:gd name="connsiteY120" fmla="*/ 279514 h 676336"/>
                <a:gd name="connsiteX121" fmla="*/ 1178598 w 2912392"/>
                <a:gd name="connsiteY121" fmla="*/ 276126 h 676336"/>
                <a:gd name="connsiteX122" fmla="*/ 1188341 w 2912392"/>
                <a:gd name="connsiteY122" fmla="*/ 272587 h 676336"/>
                <a:gd name="connsiteX123" fmla="*/ 1198070 w 2912392"/>
                <a:gd name="connsiteY123" fmla="*/ 268900 h 676336"/>
                <a:gd name="connsiteX124" fmla="*/ 1207814 w 2912392"/>
                <a:gd name="connsiteY124" fmla="*/ 265068 h 676336"/>
                <a:gd name="connsiteX125" fmla="*/ 1217558 w 2912392"/>
                <a:gd name="connsiteY125" fmla="*/ 261093 h 676336"/>
                <a:gd name="connsiteX126" fmla="*/ 1227302 w 2912392"/>
                <a:gd name="connsiteY126" fmla="*/ 256981 h 676336"/>
                <a:gd name="connsiteX127" fmla="*/ 1237031 w 2912392"/>
                <a:gd name="connsiteY127" fmla="*/ 252733 h 676336"/>
                <a:gd name="connsiteX128" fmla="*/ 1246775 w 2912392"/>
                <a:gd name="connsiteY128" fmla="*/ 248357 h 676336"/>
                <a:gd name="connsiteX129" fmla="*/ 1256519 w 2912392"/>
                <a:gd name="connsiteY129" fmla="*/ 243855 h 676336"/>
                <a:gd name="connsiteX130" fmla="*/ 1266263 w 2912392"/>
                <a:gd name="connsiteY130" fmla="*/ 239231 h 676336"/>
                <a:gd name="connsiteX131" fmla="*/ 1276007 w 2912392"/>
                <a:gd name="connsiteY131" fmla="*/ 234495 h 676336"/>
                <a:gd name="connsiteX132" fmla="*/ 1285736 w 2912392"/>
                <a:gd name="connsiteY132" fmla="*/ 229648 h 676336"/>
                <a:gd name="connsiteX133" fmla="*/ 1295480 w 2912392"/>
                <a:gd name="connsiteY133" fmla="*/ 224697 h 676336"/>
                <a:gd name="connsiteX134" fmla="*/ 1305224 w 2912392"/>
                <a:gd name="connsiteY134" fmla="*/ 219650 h 676336"/>
                <a:gd name="connsiteX135" fmla="*/ 1314968 w 2912392"/>
                <a:gd name="connsiteY135" fmla="*/ 214511 h 676336"/>
                <a:gd name="connsiteX136" fmla="*/ 1324697 w 2912392"/>
                <a:gd name="connsiteY136" fmla="*/ 209289 h 676336"/>
                <a:gd name="connsiteX137" fmla="*/ 1334441 w 2912392"/>
                <a:gd name="connsiteY137" fmla="*/ 203986 h 676336"/>
                <a:gd name="connsiteX138" fmla="*/ 1344185 w 2912392"/>
                <a:gd name="connsiteY138" fmla="*/ 198615 h 676336"/>
                <a:gd name="connsiteX139" fmla="*/ 1353929 w 2912392"/>
                <a:gd name="connsiteY139" fmla="*/ 193179 h 676336"/>
                <a:gd name="connsiteX140" fmla="*/ 1363658 w 2912392"/>
                <a:gd name="connsiteY140" fmla="*/ 187685 h 676336"/>
                <a:gd name="connsiteX141" fmla="*/ 1373402 w 2912392"/>
                <a:gd name="connsiteY141" fmla="*/ 182143 h 676336"/>
                <a:gd name="connsiteX142" fmla="*/ 1383146 w 2912392"/>
                <a:gd name="connsiteY142" fmla="*/ 176557 h 676336"/>
                <a:gd name="connsiteX143" fmla="*/ 1392890 w 2912392"/>
                <a:gd name="connsiteY143" fmla="*/ 170939 h 676336"/>
                <a:gd name="connsiteX144" fmla="*/ 1402619 w 2912392"/>
                <a:gd name="connsiteY144" fmla="*/ 165292 h 676336"/>
                <a:gd name="connsiteX145" fmla="*/ 1412363 w 2912392"/>
                <a:gd name="connsiteY145" fmla="*/ 159628 h 676336"/>
                <a:gd name="connsiteX146" fmla="*/ 1422106 w 2912392"/>
                <a:gd name="connsiteY146" fmla="*/ 153951 h 676336"/>
                <a:gd name="connsiteX147" fmla="*/ 1431850 w 2912392"/>
                <a:gd name="connsiteY147" fmla="*/ 148270 h 676336"/>
                <a:gd name="connsiteX148" fmla="*/ 1441594 w 2912392"/>
                <a:gd name="connsiteY148" fmla="*/ 142595 h 676336"/>
                <a:gd name="connsiteX149" fmla="*/ 1451323 w 2912392"/>
                <a:gd name="connsiteY149" fmla="*/ 136931 h 676336"/>
                <a:gd name="connsiteX150" fmla="*/ 1461067 w 2912392"/>
                <a:gd name="connsiteY150" fmla="*/ 131285 h 676336"/>
                <a:gd name="connsiteX151" fmla="*/ 1470811 w 2912392"/>
                <a:gd name="connsiteY151" fmla="*/ 125668 h 676336"/>
                <a:gd name="connsiteX152" fmla="*/ 1480555 w 2912392"/>
                <a:gd name="connsiteY152" fmla="*/ 120087 h 676336"/>
                <a:gd name="connsiteX153" fmla="*/ 1490284 w 2912392"/>
                <a:gd name="connsiteY153" fmla="*/ 114548 h 676336"/>
                <a:gd name="connsiteX154" fmla="*/ 1500028 w 2912392"/>
                <a:gd name="connsiteY154" fmla="*/ 109061 h 676336"/>
                <a:gd name="connsiteX155" fmla="*/ 1509772 w 2912392"/>
                <a:gd name="connsiteY155" fmla="*/ 103631 h 676336"/>
                <a:gd name="connsiteX156" fmla="*/ 1519516 w 2912392"/>
                <a:gd name="connsiteY156" fmla="*/ 98268 h 676336"/>
                <a:gd name="connsiteX157" fmla="*/ 1529245 w 2912392"/>
                <a:gd name="connsiteY157" fmla="*/ 92977 h 676336"/>
                <a:gd name="connsiteX158" fmla="*/ 1538989 w 2912392"/>
                <a:gd name="connsiteY158" fmla="*/ 87768 h 676336"/>
                <a:gd name="connsiteX159" fmla="*/ 1548733 w 2912392"/>
                <a:gd name="connsiteY159" fmla="*/ 82646 h 676336"/>
                <a:gd name="connsiteX160" fmla="*/ 1558477 w 2912392"/>
                <a:gd name="connsiteY160" fmla="*/ 77621 h 676336"/>
                <a:gd name="connsiteX161" fmla="*/ 1568221 w 2912392"/>
                <a:gd name="connsiteY161" fmla="*/ 72697 h 676336"/>
                <a:gd name="connsiteX162" fmla="*/ 1577950 w 2912392"/>
                <a:gd name="connsiteY162" fmla="*/ 67883 h 676336"/>
                <a:gd name="connsiteX163" fmla="*/ 1587694 w 2912392"/>
                <a:gd name="connsiteY163" fmla="*/ 63185 h 676336"/>
                <a:gd name="connsiteX164" fmla="*/ 1597438 w 2912392"/>
                <a:gd name="connsiteY164" fmla="*/ 58610 h 676336"/>
                <a:gd name="connsiteX165" fmla="*/ 1607182 w 2912392"/>
                <a:gd name="connsiteY165" fmla="*/ 54162 h 676336"/>
                <a:gd name="connsiteX166" fmla="*/ 1616911 w 2912392"/>
                <a:gd name="connsiteY166" fmla="*/ 49852 h 676336"/>
                <a:gd name="connsiteX167" fmla="*/ 1626655 w 2912392"/>
                <a:gd name="connsiteY167" fmla="*/ 45685 h 676336"/>
                <a:gd name="connsiteX168" fmla="*/ 1636399 w 2912392"/>
                <a:gd name="connsiteY168" fmla="*/ 41663 h 676336"/>
                <a:gd name="connsiteX169" fmla="*/ 1646142 w 2912392"/>
                <a:gd name="connsiteY169" fmla="*/ 37797 h 676336"/>
                <a:gd name="connsiteX170" fmla="*/ 1655872 w 2912392"/>
                <a:gd name="connsiteY170" fmla="*/ 34090 h 676336"/>
                <a:gd name="connsiteX171" fmla="*/ 1665616 w 2912392"/>
                <a:gd name="connsiteY171" fmla="*/ 30549 h 676336"/>
                <a:gd name="connsiteX172" fmla="*/ 1675359 w 2912392"/>
                <a:gd name="connsiteY172" fmla="*/ 27177 h 676336"/>
                <a:gd name="connsiteX173" fmla="*/ 1685103 w 2912392"/>
                <a:gd name="connsiteY173" fmla="*/ 23981 h 676336"/>
                <a:gd name="connsiteX174" fmla="*/ 1694832 w 2912392"/>
                <a:gd name="connsiteY174" fmla="*/ 20967 h 676336"/>
                <a:gd name="connsiteX175" fmla="*/ 1704576 w 2912392"/>
                <a:gd name="connsiteY175" fmla="*/ 18138 h 676336"/>
                <a:gd name="connsiteX176" fmla="*/ 1714320 w 2912392"/>
                <a:gd name="connsiteY176" fmla="*/ 15498 h 676336"/>
                <a:gd name="connsiteX177" fmla="*/ 1724064 w 2912392"/>
                <a:gd name="connsiteY177" fmla="*/ 13053 h 676336"/>
                <a:gd name="connsiteX178" fmla="*/ 1733808 w 2912392"/>
                <a:gd name="connsiteY178" fmla="*/ 10806 h 676336"/>
                <a:gd name="connsiteX179" fmla="*/ 1743537 w 2912392"/>
                <a:gd name="connsiteY179" fmla="*/ 8761 h 676336"/>
                <a:gd name="connsiteX180" fmla="*/ 1753281 w 2912392"/>
                <a:gd name="connsiteY180" fmla="*/ 6922 h 676336"/>
                <a:gd name="connsiteX181" fmla="*/ 1763025 w 2912392"/>
                <a:gd name="connsiteY181" fmla="*/ 5294 h 676336"/>
                <a:gd name="connsiteX182" fmla="*/ 1772769 w 2912392"/>
                <a:gd name="connsiteY182" fmla="*/ 3878 h 676336"/>
                <a:gd name="connsiteX183" fmla="*/ 1782498 w 2912392"/>
                <a:gd name="connsiteY183" fmla="*/ 2677 h 676336"/>
                <a:gd name="connsiteX184" fmla="*/ 1792242 w 2912392"/>
                <a:gd name="connsiteY184" fmla="*/ 1696 h 676336"/>
                <a:gd name="connsiteX185" fmla="*/ 1801986 w 2912392"/>
                <a:gd name="connsiteY185" fmla="*/ 934 h 676336"/>
                <a:gd name="connsiteX186" fmla="*/ 1811730 w 2912392"/>
                <a:gd name="connsiteY186" fmla="*/ 396 h 676336"/>
                <a:gd name="connsiteX187" fmla="*/ 1821459 w 2912392"/>
                <a:gd name="connsiteY187" fmla="*/ 85 h 676336"/>
                <a:gd name="connsiteX188" fmla="*/ 1831203 w 2912392"/>
                <a:gd name="connsiteY188" fmla="*/ 0 h 676336"/>
                <a:gd name="connsiteX189" fmla="*/ 1840947 w 2912392"/>
                <a:gd name="connsiteY189" fmla="*/ 143 h 676336"/>
                <a:gd name="connsiteX190" fmla="*/ 1850691 w 2912392"/>
                <a:gd name="connsiteY190" fmla="*/ 517 h 676336"/>
                <a:gd name="connsiteX191" fmla="*/ 1860435 w 2912392"/>
                <a:gd name="connsiteY191" fmla="*/ 1120 h 676336"/>
                <a:gd name="connsiteX192" fmla="*/ 1870164 w 2912392"/>
                <a:gd name="connsiteY192" fmla="*/ 1956 h 676336"/>
                <a:gd name="connsiteX193" fmla="*/ 1879908 w 2912392"/>
                <a:gd name="connsiteY193" fmla="*/ 3023 h 676336"/>
                <a:gd name="connsiteX194" fmla="*/ 1889652 w 2912392"/>
                <a:gd name="connsiteY194" fmla="*/ 4322 h 676336"/>
                <a:gd name="connsiteX195" fmla="*/ 1899395 w 2912392"/>
                <a:gd name="connsiteY195" fmla="*/ 5854 h 676336"/>
                <a:gd name="connsiteX196" fmla="*/ 1909124 w 2912392"/>
                <a:gd name="connsiteY196" fmla="*/ 7618 h 676336"/>
                <a:gd name="connsiteX197" fmla="*/ 1918868 w 2912392"/>
                <a:gd name="connsiteY197" fmla="*/ 9611 h 676336"/>
                <a:gd name="connsiteX198" fmla="*/ 1928612 w 2912392"/>
                <a:gd name="connsiteY198" fmla="*/ 11834 h 676336"/>
                <a:gd name="connsiteX199" fmla="*/ 1938356 w 2912392"/>
                <a:gd name="connsiteY199" fmla="*/ 14287 h 676336"/>
                <a:gd name="connsiteX200" fmla="*/ 1948085 w 2912392"/>
                <a:gd name="connsiteY200" fmla="*/ 16965 h 676336"/>
                <a:gd name="connsiteX201" fmla="*/ 1957829 w 2912392"/>
                <a:gd name="connsiteY201" fmla="*/ 19869 h 676336"/>
                <a:gd name="connsiteX202" fmla="*/ 1967573 w 2912392"/>
                <a:gd name="connsiteY202" fmla="*/ 22997 h 676336"/>
                <a:gd name="connsiteX203" fmla="*/ 1977317 w 2912392"/>
                <a:gd name="connsiteY203" fmla="*/ 26343 h 676336"/>
                <a:gd name="connsiteX204" fmla="*/ 1987046 w 2912392"/>
                <a:gd name="connsiteY204" fmla="*/ 29907 h 676336"/>
                <a:gd name="connsiteX205" fmla="*/ 1996790 w 2912392"/>
                <a:gd name="connsiteY205" fmla="*/ 33687 h 676336"/>
                <a:gd name="connsiteX206" fmla="*/ 2006534 w 2912392"/>
                <a:gd name="connsiteY206" fmla="*/ 37677 h 676336"/>
                <a:gd name="connsiteX207" fmla="*/ 2016278 w 2912392"/>
                <a:gd name="connsiteY207" fmla="*/ 41874 h 676336"/>
                <a:gd name="connsiteX208" fmla="*/ 2026022 w 2912392"/>
                <a:gd name="connsiteY208" fmla="*/ 46273 h 676336"/>
                <a:gd name="connsiteX209" fmla="*/ 2035751 w 2912392"/>
                <a:gd name="connsiteY209" fmla="*/ 50873 h 676336"/>
                <a:gd name="connsiteX210" fmla="*/ 2045495 w 2912392"/>
                <a:gd name="connsiteY210" fmla="*/ 55667 h 676336"/>
                <a:gd name="connsiteX211" fmla="*/ 2055239 w 2912392"/>
                <a:gd name="connsiteY211" fmla="*/ 60649 h 676336"/>
                <a:gd name="connsiteX212" fmla="*/ 2064983 w 2912392"/>
                <a:gd name="connsiteY212" fmla="*/ 65816 h 676336"/>
                <a:gd name="connsiteX213" fmla="*/ 2074712 w 2912392"/>
                <a:gd name="connsiteY213" fmla="*/ 71162 h 676336"/>
                <a:gd name="connsiteX214" fmla="*/ 2084456 w 2912392"/>
                <a:gd name="connsiteY214" fmla="*/ 76681 h 676336"/>
                <a:gd name="connsiteX215" fmla="*/ 2094200 w 2912392"/>
                <a:gd name="connsiteY215" fmla="*/ 82366 h 676336"/>
                <a:gd name="connsiteX216" fmla="*/ 2103944 w 2912392"/>
                <a:gd name="connsiteY216" fmla="*/ 88211 h 676336"/>
                <a:gd name="connsiteX217" fmla="*/ 2113673 w 2912392"/>
                <a:gd name="connsiteY217" fmla="*/ 94211 h 676336"/>
                <a:gd name="connsiteX218" fmla="*/ 2123417 w 2912392"/>
                <a:gd name="connsiteY218" fmla="*/ 100355 h 676336"/>
                <a:gd name="connsiteX219" fmla="*/ 2133161 w 2912392"/>
                <a:gd name="connsiteY219" fmla="*/ 106641 h 676336"/>
                <a:gd name="connsiteX220" fmla="*/ 2142905 w 2912392"/>
                <a:gd name="connsiteY220" fmla="*/ 113058 h 676336"/>
                <a:gd name="connsiteX221" fmla="*/ 2152649 w 2912392"/>
                <a:gd name="connsiteY221" fmla="*/ 119599 h 676336"/>
                <a:gd name="connsiteX222" fmla="*/ 2162377 w 2912392"/>
                <a:gd name="connsiteY222" fmla="*/ 126257 h 676336"/>
                <a:gd name="connsiteX223" fmla="*/ 2172121 w 2912392"/>
                <a:gd name="connsiteY223" fmla="*/ 133023 h 676336"/>
                <a:gd name="connsiteX224" fmla="*/ 2181865 w 2912392"/>
                <a:gd name="connsiteY224" fmla="*/ 139888 h 676336"/>
                <a:gd name="connsiteX225" fmla="*/ 2191609 w 2912392"/>
                <a:gd name="connsiteY225" fmla="*/ 146846 h 676336"/>
                <a:gd name="connsiteX226" fmla="*/ 2201338 w 2912392"/>
                <a:gd name="connsiteY226" fmla="*/ 153886 h 676336"/>
                <a:gd name="connsiteX227" fmla="*/ 2211082 w 2912392"/>
                <a:gd name="connsiteY227" fmla="*/ 160998 h 676336"/>
                <a:gd name="connsiteX228" fmla="*/ 2220826 w 2912392"/>
                <a:gd name="connsiteY228" fmla="*/ 168177 h 676336"/>
                <a:gd name="connsiteX229" fmla="*/ 2230570 w 2912392"/>
                <a:gd name="connsiteY229" fmla="*/ 175410 h 676336"/>
                <a:gd name="connsiteX230" fmla="*/ 2240299 w 2912392"/>
                <a:gd name="connsiteY230" fmla="*/ 182690 h 676336"/>
                <a:gd name="connsiteX231" fmla="*/ 2250043 w 2912392"/>
                <a:gd name="connsiteY231" fmla="*/ 190005 h 676336"/>
                <a:gd name="connsiteX232" fmla="*/ 2259787 w 2912392"/>
                <a:gd name="connsiteY232" fmla="*/ 197349 h 676336"/>
                <a:gd name="connsiteX233" fmla="*/ 2269531 w 2912392"/>
                <a:gd name="connsiteY233" fmla="*/ 204709 h 676336"/>
                <a:gd name="connsiteX234" fmla="*/ 2279260 w 2912392"/>
                <a:gd name="connsiteY234" fmla="*/ 212078 h 676336"/>
                <a:gd name="connsiteX235" fmla="*/ 2289004 w 2912392"/>
                <a:gd name="connsiteY235" fmla="*/ 219446 h 676336"/>
                <a:gd name="connsiteX236" fmla="*/ 2298748 w 2912392"/>
                <a:gd name="connsiteY236" fmla="*/ 226800 h 676336"/>
                <a:gd name="connsiteX237" fmla="*/ 2308492 w 2912392"/>
                <a:gd name="connsiteY237" fmla="*/ 234134 h 676336"/>
                <a:gd name="connsiteX238" fmla="*/ 2318236 w 2912392"/>
                <a:gd name="connsiteY238" fmla="*/ 241438 h 676336"/>
                <a:gd name="connsiteX239" fmla="*/ 2327965 w 2912392"/>
                <a:gd name="connsiteY239" fmla="*/ 248701 h 676336"/>
                <a:gd name="connsiteX240" fmla="*/ 2337709 w 2912392"/>
                <a:gd name="connsiteY240" fmla="*/ 255914 h 676336"/>
                <a:gd name="connsiteX241" fmla="*/ 2347453 w 2912392"/>
                <a:gd name="connsiteY241" fmla="*/ 263068 h 676336"/>
                <a:gd name="connsiteX242" fmla="*/ 2357197 w 2912392"/>
                <a:gd name="connsiteY242" fmla="*/ 270154 h 676336"/>
                <a:gd name="connsiteX243" fmla="*/ 2366926 w 2912392"/>
                <a:gd name="connsiteY243" fmla="*/ 277163 h 676336"/>
                <a:gd name="connsiteX244" fmla="*/ 2376670 w 2912392"/>
                <a:gd name="connsiteY244" fmla="*/ 284085 h 676336"/>
                <a:gd name="connsiteX245" fmla="*/ 2386413 w 2912392"/>
                <a:gd name="connsiteY245" fmla="*/ 290910 h 676336"/>
                <a:gd name="connsiteX246" fmla="*/ 2396157 w 2912392"/>
                <a:gd name="connsiteY246" fmla="*/ 297634 h 676336"/>
                <a:gd name="connsiteX247" fmla="*/ 2405886 w 2912392"/>
                <a:gd name="connsiteY247" fmla="*/ 304245 h 676336"/>
                <a:gd name="connsiteX248" fmla="*/ 2415630 w 2912392"/>
                <a:gd name="connsiteY248" fmla="*/ 310735 h 676336"/>
                <a:gd name="connsiteX249" fmla="*/ 2425374 w 2912392"/>
                <a:gd name="connsiteY249" fmla="*/ 317098 h 676336"/>
                <a:gd name="connsiteX250" fmla="*/ 2435118 w 2912392"/>
                <a:gd name="connsiteY250" fmla="*/ 323326 h 676336"/>
                <a:gd name="connsiteX251" fmla="*/ 2444862 w 2912392"/>
                <a:gd name="connsiteY251" fmla="*/ 329412 h 676336"/>
                <a:gd name="connsiteX252" fmla="*/ 2454591 w 2912392"/>
                <a:gd name="connsiteY252" fmla="*/ 335348 h 676336"/>
                <a:gd name="connsiteX253" fmla="*/ 2464335 w 2912392"/>
                <a:gd name="connsiteY253" fmla="*/ 341129 h 676336"/>
                <a:gd name="connsiteX254" fmla="*/ 2474079 w 2912392"/>
                <a:gd name="connsiteY254" fmla="*/ 346747 h 676336"/>
                <a:gd name="connsiteX255" fmla="*/ 2483823 w 2912392"/>
                <a:gd name="connsiteY255" fmla="*/ 352199 h 676336"/>
                <a:gd name="connsiteX256" fmla="*/ 2493552 w 2912392"/>
                <a:gd name="connsiteY256" fmla="*/ 357477 h 676336"/>
                <a:gd name="connsiteX257" fmla="*/ 2503296 w 2912392"/>
                <a:gd name="connsiteY257" fmla="*/ 362577 h 676336"/>
                <a:gd name="connsiteX258" fmla="*/ 2513040 w 2912392"/>
                <a:gd name="connsiteY258" fmla="*/ 367497 h 676336"/>
                <a:gd name="connsiteX259" fmla="*/ 2522784 w 2912392"/>
                <a:gd name="connsiteY259" fmla="*/ 372229 h 676336"/>
                <a:gd name="connsiteX260" fmla="*/ 2532513 w 2912392"/>
                <a:gd name="connsiteY260" fmla="*/ 376773 h 676336"/>
                <a:gd name="connsiteX261" fmla="*/ 2542257 w 2912392"/>
                <a:gd name="connsiteY261" fmla="*/ 381123 h 676336"/>
                <a:gd name="connsiteX262" fmla="*/ 2552001 w 2912392"/>
                <a:gd name="connsiteY262" fmla="*/ 385277 h 676336"/>
                <a:gd name="connsiteX263" fmla="*/ 2561745 w 2912392"/>
                <a:gd name="connsiteY263" fmla="*/ 389236 h 676336"/>
                <a:gd name="connsiteX264" fmla="*/ 2571474 w 2912392"/>
                <a:gd name="connsiteY264" fmla="*/ 392993 h 676336"/>
                <a:gd name="connsiteX265" fmla="*/ 2581218 w 2912392"/>
                <a:gd name="connsiteY265" fmla="*/ 396550 h 676336"/>
                <a:gd name="connsiteX266" fmla="*/ 2590962 w 2912392"/>
                <a:gd name="connsiteY266" fmla="*/ 399907 h 676336"/>
                <a:gd name="connsiteX267" fmla="*/ 2600705 w 2912392"/>
                <a:gd name="connsiteY267" fmla="*/ 403061 h 676336"/>
                <a:gd name="connsiteX268" fmla="*/ 2610449 w 2912392"/>
                <a:gd name="connsiteY268" fmla="*/ 406014 h 676336"/>
                <a:gd name="connsiteX269" fmla="*/ 2620178 w 2912392"/>
                <a:gd name="connsiteY269" fmla="*/ 408764 h 676336"/>
                <a:gd name="connsiteX270" fmla="*/ 2629922 w 2912392"/>
                <a:gd name="connsiteY270" fmla="*/ 411316 h 676336"/>
                <a:gd name="connsiteX271" fmla="*/ 2639666 w 2912392"/>
                <a:gd name="connsiteY271" fmla="*/ 413669 h 676336"/>
                <a:gd name="connsiteX272" fmla="*/ 2649410 w 2912392"/>
                <a:gd name="connsiteY272" fmla="*/ 415826 h 676336"/>
                <a:gd name="connsiteX273" fmla="*/ 2659139 w 2912392"/>
                <a:gd name="connsiteY273" fmla="*/ 417788 h 676336"/>
                <a:gd name="connsiteX274" fmla="*/ 2668883 w 2912392"/>
                <a:gd name="connsiteY274" fmla="*/ 419558 h 676336"/>
                <a:gd name="connsiteX275" fmla="*/ 2678627 w 2912392"/>
                <a:gd name="connsiteY275" fmla="*/ 421141 h 676336"/>
                <a:gd name="connsiteX276" fmla="*/ 2688371 w 2912392"/>
                <a:gd name="connsiteY276" fmla="*/ 422538 h 676336"/>
                <a:gd name="connsiteX277" fmla="*/ 2698100 w 2912392"/>
                <a:gd name="connsiteY277" fmla="*/ 423754 h 676336"/>
                <a:gd name="connsiteX278" fmla="*/ 2707844 w 2912392"/>
                <a:gd name="connsiteY278" fmla="*/ 424794 h 676336"/>
                <a:gd name="connsiteX279" fmla="*/ 2717588 w 2912392"/>
                <a:gd name="connsiteY279" fmla="*/ 425662 h 676336"/>
                <a:gd name="connsiteX280" fmla="*/ 2727332 w 2912392"/>
                <a:gd name="connsiteY280" fmla="*/ 426363 h 676336"/>
                <a:gd name="connsiteX281" fmla="*/ 2737076 w 2912392"/>
                <a:gd name="connsiteY281" fmla="*/ 426901 h 676336"/>
                <a:gd name="connsiteX282" fmla="*/ 2746805 w 2912392"/>
                <a:gd name="connsiteY282" fmla="*/ 427282 h 676336"/>
                <a:gd name="connsiteX283" fmla="*/ 2756549 w 2912392"/>
                <a:gd name="connsiteY283" fmla="*/ 427513 h 676336"/>
                <a:gd name="connsiteX284" fmla="*/ 2766293 w 2912392"/>
                <a:gd name="connsiteY284" fmla="*/ 427598 h 676336"/>
                <a:gd name="connsiteX285" fmla="*/ 2776037 w 2912392"/>
                <a:gd name="connsiteY285" fmla="*/ 427544 h 676336"/>
                <a:gd name="connsiteX286" fmla="*/ 2785766 w 2912392"/>
                <a:gd name="connsiteY286" fmla="*/ 427356 h 676336"/>
                <a:gd name="connsiteX287" fmla="*/ 2795510 w 2912392"/>
                <a:gd name="connsiteY287" fmla="*/ 427044 h 676336"/>
                <a:gd name="connsiteX288" fmla="*/ 2805254 w 2912392"/>
                <a:gd name="connsiteY288" fmla="*/ 426611 h 676336"/>
                <a:gd name="connsiteX289" fmla="*/ 2814998 w 2912392"/>
                <a:gd name="connsiteY289" fmla="*/ 426065 h 676336"/>
                <a:gd name="connsiteX290" fmla="*/ 2824727 w 2912392"/>
                <a:gd name="connsiteY290" fmla="*/ 425412 h 676336"/>
                <a:gd name="connsiteX291" fmla="*/ 2834471 w 2912392"/>
                <a:gd name="connsiteY291" fmla="*/ 424660 h 676336"/>
                <a:gd name="connsiteX292" fmla="*/ 2844215 w 2912392"/>
                <a:gd name="connsiteY292" fmla="*/ 423815 h 676336"/>
                <a:gd name="connsiteX293" fmla="*/ 2853958 w 2912392"/>
                <a:gd name="connsiteY293" fmla="*/ 422882 h 676336"/>
                <a:gd name="connsiteX294" fmla="*/ 2863687 w 2912392"/>
                <a:gd name="connsiteY294" fmla="*/ 421872 h 676336"/>
                <a:gd name="connsiteX295" fmla="*/ 2873431 w 2912392"/>
                <a:gd name="connsiteY295" fmla="*/ 420789 h 676336"/>
                <a:gd name="connsiteX296" fmla="*/ 2883175 w 2912392"/>
                <a:gd name="connsiteY296" fmla="*/ 419640 h 676336"/>
                <a:gd name="connsiteX297" fmla="*/ 2892919 w 2912392"/>
                <a:gd name="connsiteY297" fmla="*/ 418432 h 676336"/>
                <a:gd name="connsiteX298" fmla="*/ 2902663 w 2912392"/>
                <a:gd name="connsiteY298" fmla="*/ 417171 h 676336"/>
                <a:gd name="connsiteX299" fmla="*/ 2912392 w 2912392"/>
                <a:gd name="connsiteY299" fmla="*/ 415865 h 676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76336">
                  <a:moveTo>
                    <a:pt x="0" y="676336"/>
                  </a:moveTo>
                  <a:lnTo>
                    <a:pt x="9739" y="673576"/>
                  </a:lnTo>
                  <a:lnTo>
                    <a:pt x="19480" y="670564"/>
                  </a:lnTo>
                  <a:lnTo>
                    <a:pt x="29221" y="667306"/>
                  </a:lnTo>
                  <a:lnTo>
                    <a:pt x="38961" y="663803"/>
                  </a:lnTo>
                  <a:lnTo>
                    <a:pt x="48702" y="660065"/>
                  </a:lnTo>
                  <a:lnTo>
                    <a:pt x="58443" y="656093"/>
                  </a:lnTo>
                  <a:lnTo>
                    <a:pt x="68182" y="651898"/>
                  </a:lnTo>
                  <a:lnTo>
                    <a:pt x="77923" y="647481"/>
                  </a:lnTo>
                  <a:lnTo>
                    <a:pt x="87664" y="642852"/>
                  </a:lnTo>
                  <a:lnTo>
                    <a:pt x="97404" y="638018"/>
                  </a:lnTo>
                  <a:lnTo>
                    <a:pt x="107145" y="632986"/>
                  </a:lnTo>
                  <a:lnTo>
                    <a:pt x="116886" y="627763"/>
                  </a:lnTo>
                  <a:lnTo>
                    <a:pt x="126625" y="622357"/>
                  </a:lnTo>
                  <a:lnTo>
                    <a:pt x="136366" y="616779"/>
                  </a:lnTo>
                  <a:lnTo>
                    <a:pt x="146107" y="611034"/>
                  </a:lnTo>
                  <a:lnTo>
                    <a:pt x="155846" y="605134"/>
                  </a:lnTo>
                  <a:lnTo>
                    <a:pt x="165587" y="599088"/>
                  </a:lnTo>
                  <a:lnTo>
                    <a:pt x="175328" y="592904"/>
                  </a:lnTo>
                  <a:lnTo>
                    <a:pt x="185068" y="586591"/>
                  </a:lnTo>
                  <a:lnTo>
                    <a:pt x="194809" y="580162"/>
                  </a:lnTo>
                  <a:lnTo>
                    <a:pt x="204550" y="573626"/>
                  </a:lnTo>
                  <a:lnTo>
                    <a:pt x="214289" y="566993"/>
                  </a:lnTo>
                  <a:lnTo>
                    <a:pt x="224030" y="560273"/>
                  </a:lnTo>
                  <a:lnTo>
                    <a:pt x="233771" y="553478"/>
                  </a:lnTo>
                  <a:lnTo>
                    <a:pt x="243510" y="546618"/>
                  </a:lnTo>
                  <a:lnTo>
                    <a:pt x="253251" y="539705"/>
                  </a:lnTo>
                  <a:lnTo>
                    <a:pt x="262992" y="532749"/>
                  </a:lnTo>
                  <a:lnTo>
                    <a:pt x="272732" y="525760"/>
                  </a:lnTo>
                  <a:lnTo>
                    <a:pt x="282473" y="518751"/>
                  </a:lnTo>
                  <a:lnTo>
                    <a:pt x="292214" y="511734"/>
                  </a:lnTo>
                  <a:lnTo>
                    <a:pt x="301953" y="504716"/>
                  </a:lnTo>
                  <a:lnTo>
                    <a:pt x="311694" y="497712"/>
                  </a:lnTo>
                  <a:lnTo>
                    <a:pt x="321435" y="490731"/>
                  </a:lnTo>
                  <a:lnTo>
                    <a:pt x="331175" y="483785"/>
                  </a:lnTo>
                  <a:lnTo>
                    <a:pt x="340916" y="476882"/>
                  </a:lnTo>
                  <a:lnTo>
                    <a:pt x="350656" y="470036"/>
                  </a:lnTo>
                  <a:lnTo>
                    <a:pt x="360396" y="463254"/>
                  </a:lnTo>
                  <a:lnTo>
                    <a:pt x="370137" y="456550"/>
                  </a:lnTo>
                  <a:lnTo>
                    <a:pt x="379878" y="449930"/>
                  </a:lnTo>
                  <a:lnTo>
                    <a:pt x="389617" y="443406"/>
                  </a:lnTo>
                  <a:lnTo>
                    <a:pt x="399358" y="436986"/>
                  </a:lnTo>
                  <a:lnTo>
                    <a:pt x="409099" y="430679"/>
                  </a:lnTo>
                  <a:lnTo>
                    <a:pt x="418839" y="424493"/>
                  </a:lnTo>
                  <a:lnTo>
                    <a:pt x="428580" y="418438"/>
                  </a:lnTo>
                  <a:lnTo>
                    <a:pt x="438321" y="412522"/>
                  </a:lnTo>
                  <a:lnTo>
                    <a:pt x="448060" y="406750"/>
                  </a:lnTo>
                  <a:lnTo>
                    <a:pt x="457801" y="401130"/>
                  </a:lnTo>
                  <a:lnTo>
                    <a:pt x="467542" y="395669"/>
                  </a:lnTo>
                  <a:lnTo>
                    <a:pt x="477281" y="390374"/>
                  </a:lnTo>
                  <a:lnTo>
                    <a:pt x="487022" y="385249"/>
                  </a:lnTo>
                  <a:lnTo>
                    <a:pt x="496763" y="380298"/>
                  </a:lnTo>
                  <a:lnTo>
                    <a:pt x="506503" y="375527"/>
                  </a:lnTo>
                  <a:lnTo>
                    <a:pt x="516244" y="370940"/>
                  </a:lnTo>
                  <a:lnTo>
                    <a:pt x="525985" y="366540"/>
                  </a:lnTo>
                  <a:lnTo>
                    <a:pt x="535724" y="362330"/>
                  </a:lnTo>
                  <a:lnTo>
                    <a:pt x="545465" y="358312"/>
                  </a:lnTo>
                  <a:lnTo>
                    <a:pt x="555206" y="354487"/>
                  </a:lnTo>
                  <a:lnTo>
                    <a:pt x="564946" y="350856"/>
                  </a:lnTo>
                  <a:lnTo>
                    <a:pt x="574687" y="347422"/>
                  </a:lnTo>
                  <a:lnTo>
                    <a:pt x="584428" y="344183"/>
                  </a:lnTo>
                  <a:lnTo>
                    <a:pt x="594167" y="341138"/>
                  </a:lnTo>
                  <a:lnTo>
                    <a:pt x="603908" y="338286"/>
                  </a:lnTo>
                  <a:lnTo>
                    <a:pt x="613649" y="335625"/>
                  </a:lnTo>
                  <a:lnTo>
                    <a:pt x="623388" y="333155"/>
                  </a:lnTo>
                  <a:lnTo>
                    <a:pt x="633129" y="330869"/>
                  </a:lnTo>
                  <a:lnTo>
                    <a:pt x="642870" y="328767"/>
                  </a:lnTo>
                  <a:lnTo>
                    <a:pt x="652610" y="326843"/>
                  </a:lnTo>
                  <a:lnTo>
                    <a:pt x="662351" y="325093"/>
                  </a:lnTo>
                  <a:lnTo>
                    <a:pt x="672092" y="323512"/>
                  </a:lnTo>
                  <a:lnTo>
                    <a:pt x="681831" y="322095"/>
                  </a:lnTo>
                  <a:lnTo>
                    <a:pt x="691572" y="320836"/>
                  </a:lnTo>
                  <a:lnTo>
                    <a:pt x="701313" y="319728"/>
                  </a:lnTo>
                  <a:lnTo>
                    <a:pt x="711052" y="318764"/>
                  </a:lnTo>
                  <a:lnTo>
                    <a:pt x="720793" y="317938"/>
                  </a:lnTo>
                  <a:lnTo>
                    <a:pt x="730534" y="317241"/>
                  </a:lnTo>
                  <a:lnTo>
                    <a:pt x="740274" y="316666"/>
                  </a:lnTo>
                  <a:lnTo>
                    <a:pt x="750015" y="316204"/>
                  </a:lnTo>
                  <a:lnTo>
                    <a:pt x="759756" y="315846"/>
                  </a:lnTo>
                  <a:lnTo>
                    <a:pt x="769495" y="315586"/>
                  </a:lnTo>
                  <a:lnTo>
                    <a:pt x="779236" y="315411"/>
                  </a:lnTo>
                  <a:lnTo>
                    <a:pt x="788977" y="315315"/>
                  </a:lnTo>
                  <a:lnTo>
                    <a:pt x="798717" y="315288"/>
                  </a:lnTo>
                  <a:lnTo>
                    <a:pt x="808458" y="315318"/>
                  </a:lnTo>
                  <a:lnTo>
                    <a:pt x="818199" y="315398"/>
                  </a:lnTo>
                  <a:lnTo>
                    <a:pt x="827938" y="315519"/>
                  </a:lnTo>
                  <a:lnTo>
                    <a:pt x="837679" y="315668"/>
                  </a:lnTo>
                  <a:lnTo>
                    <a:pt x="847420" y="315838"/>
                  </a:lnTo>
                  <a:lnTo>
                    <a:pt x="857159" y="316016"/>
                  </a:lnTo>
                  <a:lnTo>
                    <a:pt x="866900" y="316197"/>
                  </a:lnTo>
                  <a:lnTo>
                    <a:pt x="876641" y="316368"/>
                  </a:lnTo>
                  <a:lnTo>
                    <a:pt x="886381" y="316520"/>
                  </a:lnTo>
                  <a:lnTo>
                    <a:pt x="896122" y="316645"/>
                  </a:lnTo>
                  <a:lnTo>
                    <a:pt x="905863" y="316731"/>
                  </a:lnTo>
                  <a:lnTo>
                    <a:pt x="915602" y="316772"/>
                  </a:lnTo>
                  <a:lnTo>
                    <a:pt x="925343" y="316758"/>
                  </a:lnTo>
                  <a:lnTo>
                    <a:pt x="935084" y="316679"/>
                  </a:lnTo>
                  <a:lnTo>
                    <a:pt x="944824" y="316529"/>
                  </a:lnTo>
                  <a:lnTo>
                    <a:pt x="954564" y="316299"/>
                  </a:lnTo>
                  <a:lnTo>
                    <a:pt x="964305" y="315981"/>
                  </a:lnTo>
                  <a:lnTo>
                    <a:pt x="974045" y="315568"/>
                  </a:lnTo>
                  <a:lnTo>
                    <a:pt x="983786" y="315052"/>
                  </a:lnTo>
                  <a:lnTo>
                    <a:pt x="993522" y="314428"/>
                  </a:lnTo>
                  <a:lnTo>
                    <a:pt x="1003266" y="313689"/>
                  </a:lnTo>
                  <a:lnTo>
                    <a:pt x="1013010" y="312829"/>
                  </a:lnTo>
                  <a:lnTo>
                    <a:pt x="1022754" y="311843"/>
                  </a:lnTo>
                  <a:lnTo>
                    <a:pt x="1032483" y="310724"/>
                  </a:lnTo>
                  <a:lnTo>
                    <a:pt x="1042227" y="309471"/>
                  </a:lnTo>
                  <a:lnTo>
                    <a:pt x="1051971" y="308077"/>
                  </a:lnTo>
                  <a:lnTo>
                    <a:pt x="1061715" y="306538"/>
                  </a:lnTo>
                  <a:lnTo>
                    <a:pt x="1071444" y="304853"/>
                  </a:lnTo>
                  <a:lnTo>
                    <a:pt x="1081188" y="303017"/>
                  </a:lnTo>
                  <a:lnTo>
                    <a:pt x="1090932" y="301029"/>
                  </a:lnTo>
                  <a:lnTo>
                    <a:pt x="1100676" y="298887"/>
                  </a:lnTo>
                  <a:lnTo>
                    <a:pt x="1110405" y="296590"/>
                  </a:lnTo>
                  <a:lnTo>
                    <a:pt x="1120149" y="294136"/>
                  </a:lnTo>
                  <a:lnTo>
                    <a:pt x="1129893" y="291524"/>
                  </a:lnTo>
                  <a:lnTo>
                    <a:pt x="1139637" y="288756"/>
                  </a:lnTo>
                  <a:lnTo>
                    <a:pt x="1149381" y="285831"/>
                  </a:lnTo>
                  <a:lnTo>
                    <a:pt x="1159110" y="282750"/>
                  </a:lnTo>
                  <a:lnTo>
                    <a:pt x="1168854" y="279514"/>
                  </a:lnTo>
                  <a:lnTo>
                    <a:pt x="1178598" y="276126"/>
                  </a:lnTo>
                  <a:lnTo>
                    <a:pt x="1188341" y="272587"/>
                  </a:lnTo>
                  <a:lnTo>
                    <a:pt x="1198070" y="268900"/>
                  </a:lnTo>
                  <a:lnTo>
                    <a:pt x="1207814" y="265068"/>
                  </a:lnTo>
                  <a:lnTo>
                    <a:pt x="1217558" y="261093"/>
                  </a:lnTo>
                  <a:lnTo>
                    <a:pt x="1227302" y="256981"/>
                  </a:lnTo>
                  <a:lnTo>
                    <a:pt x="1237031" y="252733"/>
                  </a:lnTo>
                  <a:lnTo>
                    <a:pt x="1246775" y="248357"/>
                  </a:lnTo>
                  <a:lnTo>
                    <a:pt x="1256519" y="243855"/>
                  </a:lnTo>
                  <a:lnTo>
                    <a:pt x="1266263" y="239231"/>
                  </a:lnTo>
                  <a:lnTo>
                    <a:pt x="1276007" y="234495"/>
                  </a:lnTo>
                  <a:lnTo>
                    <a:pt x="1285736" y="229648"/>
                  </a:lnTo>
                  <a:lnTo>
                    <a:pt x="1295480" y="224697"/>
                  </a:lnTo>
                  <a:lnTo>
                    <a:pt x="1305224" y="219650"/>
                  </a:lnTo>
                  <a:lnTo>
                    <a:pt x="1314968" y="214511"/>
                  </a:lnTo>
                  <a:lnTo>
                    <a:pt x="1324697" y="209289"/>
                  </a:lnTo>
                  <a:lnTo>
                    <a:pt x="1334441" y="203986"/>
                  </a:lnTo>
                  <a:lnTo>
                    <a:pt x="1344185" y="198615"/>
                  </a:lnTo>
                  <a:lnTo>
                    <a:pt x="1353929" y="193179"/>
                  </a:lnTo>
                  <a:lnTo>
                    <a:pt x="1363658" y="187685"/>
                  </a:lnTo>
                  <a:lnTo>
                    <a:pt x="1373402" y="182143"/>
                  </a:lnTo>
                  <a:lnTo>
                    <a:pt x="1383146" y="176557"/>
                  </a:lnTo>
                  <a:lnTo>
                    <a:pt x="1392890" y="170939"/>
                  </a:lnTo>
                  <a:lnTo>
                    <a:pt x="1402619" y="165292"/>
                  </a:lnTo>
                  <a:lnTo>
                    <a:pt x="1412363" y="159628"/>
                  </a:lnTo>
                  <a:lnTo>
                    <a:pt x="1422106" y="153951"/>
                  </a:lnTo>
                  <a:lnTo>
                    <a:pt x="1431850" y="148270"/>
                  </a:lnTo>
                  <a:lnTo>
                    <a:pt x="1441594" y="142595"/>
                  </a:lnTo>
                  <a:lnTo>
                    <a:pt x="1451323" y="136931"/>
                  </a:lnTo>
                  <a:lnTo>
                    <a:pt x="1461067" y="131285"/>
                  </a:lnTo>
                  <a:lnTo>
                    <a:pt x="1470811" y="125668"/>
                  </a:lnTo>
                  <a:lnTo>
                    <a:pt x="1480555" y="120087"/>
                  </a:lnTo>
                  <a:lnTo>
                    <a:pt x="1490284" y="114548"/>
                  </a:lnTo>
                  <a:lnTo>
                    <a:pt x="1500028" y="109061"/>
                  </a:lnTo>
                  <a:lnTo>
                    <a:pt x="1509772" y="103631"/>
                  </a:lnTo>
                  <a:lnTo>
                    <a:pt x="1519516" y="98268"/>
                  </a:lnTo>
                  <a:lnTo>
                    <a:pt x="1529245" y="92977"/>
                  </a:lnTo>
                  <a:lnTo>
                    <a:pt x="1538989" y="87768"/>
                  </a:lnTo>
                  <a:lnTo>
                    <a:pt x="1548733" y="82646"/>
                  </a:lnTo>
                  <a:lnTo>
                    <a:pt x="1558477" y="77621"/>
                  </a:lnTo>
                  <a:lnTo>
                    <a:pt x="1568221" y="72697"/>
                  </a:lnTo>
                  <a:lnTo>
                    <a:pt x="1577950" y="67883"/>
                  </a:lnTo>
                  <a:lnTo>
                    <a:pt x="1587694" y="63185"/>
                  </a:lnTo>
                  <a:lnTo>
                    <a:pt x="1597438" y="58610"/>
                  </a:lnTo>
                  <a:lnTo>
                    <a:pt x="1607182" y="54162"/>
                  </a:lnTo>
                  <a:lnTo>
                    <a:pt x="1616911" y="49852"/>
                  </a:lnTo>
                  <a:lnTo>
                    <a:pt x="1626655" y="45685"/>
                  </a:lnTo>
                  <a:lnTo>
                    <a:pt x="1636399" y="41663"/>
                  </a:lnTo>
                  <a:lnTo>
                    <a:pt x="1646142" y="37797"/>
                  </a:lnTo>
                  <a:lnTo>
                    <a:pt x="1655872" y="34090"/>
                  </a:lnTo>
                  <a:lnTo>
                    <a:pt x="1665616" y="30549"/>
                  </a:lnTo>
                  <a:lnTo>
                    <a:pt x="1675359" y="27177"/>
                  </a:lnTo>
                  <a:lnTo>
                    <a:pt x="1685103" y="23981"/>
                  </a:lnTo>
                  <a:lnTo>
                    <a:pt x="1694832" y="20967"/>
                  </a:lnTo>
                  <a:lnTo>
                    <a:pt x="1704576" y="18138"/>
                  </a:lnTo>
                  <a:lnTo>
                    <a:pt x="1714320" y="15498"/>
                  </a:lnTo>
                  <a:lnTo>
                    <a:pt x="1724064" y="13053"/>
                  </a:lnTo>
                  <a:lnTo>
                    <a:pt x="1733808" y="10806"/>
                  </a:lnTo>
                  <a:lnTo>
                    <a:pt x="1743537" y="8761"/>
                  </a:lnTo>
                  <a:lnTo>
                    <a:pt x="1753281" y="6922"/>
                  </a:lnTo>
                  <a:lnTo>
                    <a:pt x="1763025" y="5294"/>
                  </a:lnTo>
                  <a:lnTo>
                    <a:pt x="1772769" y="3878"/>
                  </a:lnTo>
                  <a:lnTo>
                    <a:pt x="1782498" y="2677"/>
                  </a:lnTo>
                  <a:lnTo>
                    <a:pt x="1792242" y="1696"/>
                  </a:lnTo>
                  <a:lnTo>
                    <a:pt x="1801986" y="934"/>
                  </a:lnTo>
                  <a:lnTo>
                    <a:pt x="1811730" y="396"/>
                  </a:lnTo>
                  <a:lnTo>
                    <a:pt x="1821459" y="85"/>
                  </a:lnTo>
                  <a:lnTo>
                    <a:pt x="1831203" y="0"/>
                  </a:lnTo>
                  <a:lnTo>
                    <a:pt x="1840947" y="143"/>
                  </a:lnTo>
                  <a:lnTo>
                    <a:pt x="1850691" y="517"/>
                  </a:lnTo>
                  <a:lnTo>
                    <a:pt x="1860435" y="1120"/>
                  </a:lnTo>
                  <a:lnTo>
                    <a:pt x="1870164" y="1956"/>
                  </a:lnTo>
                  <a:lnTo>
                    <a:pt x="1879908" y="3023"/>
                  </a:lnTo>
                  <a:lnTo>
                    <a:pt x="1889652" y="4322"/>
                  </a:lnTo>
                  <a:lnTo>
                    <a:pt x="1899395" y="5854"/>
                  </a:lnTo>
                  <a:lnTo>
                    <a:pt x="1909124" y="7618"/>
                  </a:lnTo>
                  <a:lnTo>
                    <a:pt x="1918868" y="9611"/>
                  </a:lnTo>
                  <a:lnTo>
                    <a:pt x="1928612" y="11834"/>
                  </a:lnTo>
                  <a:lnTo>
                    <a:pt x="1938356" y="14287"/>
                  </a:lnTo>
                  <a:lnTo>
                    <a:pt x="1948085" y="16965"/>
                  </a:lnTo>
                  <a:lnTo>
                    <a:pt x="1957829" y="19869"/>
                  </a:lnTo>
                  <a:lnTo>
                    <a:pt x="1967573" y="22997"/>
                  </a:lnTo>
                  <a:lnTo>
                    <a:pt x="1977317" y="26343"/>
                  </a:lnTo>
                  <a:lnTo>
                    <a:pt x="1987046" y="29907"/>
                  </a:lnTo>
                  <a:lnTo>
                    <a:pt x="1996790" y="33687"/>
                  </a:lnTo>
                  <a:lnTo>
                    <a:pt x="2006534" y="37677"/>
                  </a:lnTo>
                  <a:lnTo>
                    <a:pt x="2016278" y="41874"/>
                  </a:lnTo>
                  <a:lnTo>
                    <a:pt x="2026022" y="46273"/>
                  </a:lnTo>
                  <a:lnTo>
                    <a:pt x="2035751" y="50873"/>
                  </a:lnTo>
                  <a:lnTo>
                    <a:pt x="2045495" y="55667"/>
                  </a:lnTo>
                  <a:lnTo>
                    <a:pt x="2055239" y="60649"/>
                  </a:lnTo>
                  <a:lnTo>
                    <a:pt x="2064983" y="65816"/>
                  </a:lnTo>
                  <a:lnTo>
                    <a:pt x="2074712" y="71162"/>
                  </a:lnTo>
                  <a:lnTo>
                    <a:pt x="2084456" y="76681"/>
                  </a:lnTo>
                  <a:lnTo>
                    <a:pt x="2094200" y="82366"/>
                  </a:lnTo>
                  <a:lnTo>
                    <a:pt x="2103944" y="88211"/>
                  </a:lnTo>
                  <a:lnTo>
                    <a:pt x="2113673" y="94211"/>
                  </a:lnTo>
                  <a:lnTo>
                    <a:pt x="2123417" y="100355"/>
                  </a:lnTo>
                  <a:lnTo>
                    <a:pt x="2133161" y="106641"/>
                  </a:lnTo>
                  <a:lnTo>
                    <a:pt x="2142905" y="113058"/>
                  </a:lnTo>
                  <a:lnTo>
                    <a:pt x="2152649" y="119599"/>
                  </a:lnTo>
                  <a:lnTo>
                    <a:pt x="2162377" y="126257"/>
                  </a:lnTo>
                  <a:lnTo>
                    <a:pt x="2172121" y="133023"/>
                  </a:lnTo>
                  <a:lnTo>
                    <a:pt x="2181865" y="139888"/>
                  </a:lnTo>
                  <a:lnTo>
                    <a:pt x="2191609" y="146846"/>
                  </a:lnTo>
                  <a:lnTo>
                    <a:pt x="2201338" y="153886"/>
                  </a:lnTo>
                  <a:lnTo>
                    <a:pt x="2211082" y="160998"/>
                  </a:lnTo>
                  <a:lnTo>
                    <a:pt x="2220826" y="168177"/>
                  </a:lnTo>
                  <a:lnTo>
                    <a:pt x="2230570" y="175410"/>
                  </a:lnTo>
                  <a:lnTo>
                    <a:pt x="2240299" y="182690"/>
                  </a:lnTo>
                  <a:lnTo>
                    <a:pt x="2250043" y="190005"/>
                  </a:lnTo>
                  <a:lnTo>
                    <a:pt x="2259787" y="197349"/>
                  </a:lnTo>
                  <a:lnTo>
                    <a:pt x="2269531" y="204709"/>
                  </a:lnTo>
                  <a:lnTo>
                    <a:pt x="2279260" y="212078"/>
                  </a:lnTo>
                  <a:lnTo>
                    <a:pt x="2289004" y="219446"/>
                  </a:lnTo>
                  <a:lnTo>
                    <a:pt x="2298748" y="226800"/>
                  </a:lnTo>
                  <a:lnTo>
                    <a:pt x="2308492" y="234134"/>
                  </a:lnTo>
                  <a:lnTo>
                    <a:pt x="2318236" y="241438"/>
                  </a:lnTo>
                  <a:lnTo>
                    <a:pt x="2327965" y="248701"/>
                  </a:lnTo>
                  <a:lnTo>
                    <a:pt x="2337709" y="255914"/>
                  </a:lnTo>
                  <a:lnTo>
                    <a:pt x="2347453" y="263068"/>
                  </a:lnTo>
                  <a:lnTo>
                    <a:pt x="2357197" y="270154"/>
                  </a:lnTo>
                  <a:lnTo>
                    <a:pt x="2366926" y="277163"/>
                  </a:lnTo>
                  <a:lnTo>
                    <a:pt x="2376670" y="284085"/>
                  </a:lnTo>
                  <a:lnTo>
                    <a:pt x="2386413" y="290910"/>
                  </a:lnTo>
                  <a:lnTo>
                    <a:pt x="2396157" y="297634"/>
                  </a:lnTo>
                  <a:lnTo>
                    <a:pt x="2405886" y="304245"/>
                  </a:lnTo>
                  <a:lnTo>
                    <a:pt x="2415630" y="310735"/>
                  </a:lnTo>
                  <a:lnTo>
                    <a:pt x="2425374" y="317098"/>
                  </a:lnTo>
                  <a:lnTo>
                    <a:pt x="2435118" y="323326"/>
                  </a:lnTo>
                  <a:lnTo>
                    <a:pt x="2444862" y="329412"/>
                  </a:lnTo>
                  <a:lnTo>
                    <a:pt x="2454591" y="335348"/>
                  </a:lnTo>
                  <a:lnTo>
                    <a:pt x="2464335" y="341129"/>
                  </a:lnTo>
                  <a:lnTo>
                    <a:pt x="2474079" y="346747"/>
                  </a:lnTo>
                  <a:lnTo>
                    <a:pt x="2483823" y="352199"/>
                  </a:lnTo>
                  <a:lnTo>
                    <a:pt x="2493552" y="357477"/>
                  </a:lnTo>
                  <a:lnTo>
                    <a:pt x="2503296" y="362577"/>
                  </a:lnTo>
                  <a:lnTo>
                    <a:pt x="2513040" y="367497"/>
                  </a:lnTo>
                  <a:lnTo>
                    <a:pt x="2522784" y="372229"/>
                  </a:lnTo>
                  <a:lnTo>
                    <a:pt x="2532513" y="376773"/>
                  </a:lnTo>
                  <a:lnTo>
                    <a:pt x="2542257" y="381123"/>
                  </a:lnTo>
                  <a:lnTo>
                    <a:pt x="2552001" y="385277"/>
                  </a:lnTo>
                  <a:lnTo>
                    <a:pt x="2561745" y="389236"/>
                  </a:lnTo>
                  <a:lnTo>
                    <a:pt x="2571474" y="392993"/>
                  </a:lnTo>
                  <a:lnTo>
                    <a:pt x="2581218" y="396550"/>
                  </a:lnTo>
                  <a:lnTo>
                    <a:pt x="2590962" y="399907"/>
                  </a:lnTo>
                  <a:lnTo>
                    <a:pt x="2600705" y="403061"/>
                  </a:lnTo>
                  <a:lnTo>
                    <a:pt x="2610449" y="406014"/>
                  </a:lnTo>
                  <a:lnTo>
                    <a:pt x="2620178" y="408764"/>
                  </a:lnTo>
                  <a:lnTo>
                    <a:pt x="2629922" y="411316"/>
                  </a:lnTo>
                  <a:lnTo>
                    <a:pt x="2639666" y="413669"/>
                  </a:lnTo>
                  <a:lnTo>
                    <a:pt x="2649410" y="415826"/>
                  </a:lnTo>
                  <a:lnTo>
                    <a:pt x="2659139" y="417788"/>
                  </a:lnTo>
                  <a:lnTo>
                    <a:pt x="2668883" y="419558"/>
                  </a:lnTo>
                  <a:lnTo>
                    <a:pt x="2678627" y="421141"/>
                  </a:lnTo>
                  <a:lnTo>
                    <a:pt x="2688371" y="422538"/>
                  </a:lnTo>
                  <a:lnTo>
                    <a:pt x="2698100" y="423754"/>
                  </a:lnTo>
                  <a:lnTo>
                    <a:pt x="2707844" y="424794"/>
                  </a:lnTo>
                  <a:lnTo>
                    <a:pt x="2717588" y="425662"/>
                  </a:lnTo>
                  <a:lnTo>
                    <a:pt x="2727332" y="426363"/>
                  </a:lnTo>
                  <a:lnTo>
                    <a:pt x="2737076" y="426901"/>
                  </a:lnTo>
                  <a:lnTo>
                    <a:pt x="2746805" y="427282"/>
                  </a:lnTo>
                  <a:lnTo>
                    <a:pt x="2756549" y="427513"/>
                  </a:lnTo>
                  <a:lnTo>
                    <a:pt x="2766293" y="427598"/>
                  </a:lnTo>
                  <a:lnTo>
                    <a:pt x="2776037" y="427544"/>
                  </a:lnTo>
                  <a:lnTo>
                    <a:pt x="2785766" y="427356"/>
                  </a:lnTo>
                  <a:lnTo>
                    <a:pt x="2795510" y="427044"/>
                  </a:lnTo>
                  <a:lnTo>
                    <a:pt x="2805254" y="426611"/>
                  </a:lnTo>
                  <a:lnTo>
                    <a:pt x="2814998" y="426065"/>
                  </a:lnTo>
                  <a:lnTo>
                    <a:pt x="2824727" y="425412"/>
                  </a:lnTo>
                  <a:lnTo>
                    <a:pt x="2834471" y="424660"/>
                  </a:lnTo>
                  <a:lnTo>
                    <a:pt x="2844215" y="423815"/>
                  </a:lnTo>
                  <a:lnTo>
                    <a:pt x="2853958" y="422882"/>
                  </a:lnTo>
                  <a:lnTo>
                    <a:pt x="2863687" y="421872"/>
                  </a:lnTo>
                  <a:lnTo>
                    <a:pt x="2873431" y="420789"/>
                  </a:lnTo>
                  <a:lnTo>
                    <a:pt x="2883175" y="419640"/>
                  </a:lnTo>
                  <a:lnTo>
                    <a:pt x="2892919" y="418432"/>
                  </a:lnTo>
                  <a:lnTo>
                    <a:pt x="2902663" y="417171"/>
                  </a:lnTo>
                  <a:lnTo>
                    <a:pt x="2912392" y="41586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8" name="Freeform 707">
              <a:extLst>
                <a:ext uri="{FF2B5EF4-FFF2-40B4-BE49-F238E27FC236}">
                  <a16:creationId xmlns:a16="http://schemas.microsoft.com/office/drawing/2014/main" id="{E5925677-DFBA-FCD5-C69B-98A8A33C4E0A}"/>
                </a:ext>
              </a:extLst>
            </p:cNvPr>
            <p:cNvSpPr/>
            <p:nvPr/>
          </p:nvSpPr>
          <p:spPr>
            <a:xfrm>
              <a:off x="576446" y="3196471"/>
              <a:ext cx="2912392" cy="321524"/>
            </a:xfrm>
            <a:custGeom>
              <a:avLst/>
              <a:gdLst>
                <a:gd name="connsiteX0" fmla="*/ 0 w 2912392"/>
                <a:gd name="connsiteY0" fmla="*/ 321525 h 321524"/>
                <a:gd name="connsiteX1" fmla="*/ 9739 w 2912392"/>
                <a:gd name="connsiteY1" fmla="*/ 320173 h 321524"/>
                <a:gd name="connsiteX2" fmla="*/ 19480 w 2912392"/>
                <a:gd name="connsiteY2" fmla="*/ 318795 h 321524"/>
                <a:gd name="connsiteX3" fmla="*/ 29221 w 2912392"/>
                <a:gd name="connsiteY3" fmla="*/ 317389 h 321524"/>
                <a:gd name="connsiteX4" fmla="*/ 38961 w 2912392"/>
                <a:gd name="connsiteY4" fmla="*/ 315952 h 321524"/>
                <a:gd name="connsiteX5" fmla="*/ 48702 w 2912392"/>
                <a:gd name="connsiteY5" fmla="*/ 314485 h 321524"/>
                <a:gd name="connsiteX6" fmla="*/ 58443 w 2912392"/>
                <a:gd name="connsiteY6" fmla="*/ 312983 h 321524"/>
                <a:gd name="connsiteX7" fmla="*/ 68182 w 2912392"/>
                <a:gd name="connsiteY7" fmla="*/ 311445 h 321524"/>
                <a:gd name="connsiteX8" fmla="*/ 77923 w 2912392"/>
                <a:gd name="connsiteY8" fmla="*/ 309869 h 321524"/>
                <a:gd name="connsiteX9" fmla="*/ 87664 w 2912392"/>
                <a:gd name="connsiteY9" fmla="*/ 308256 h 321524"/>
                <a:gd name="connsiteX10" fmla="*/ 97404 w 2912392"/>
                <a:gd name="connsiteY10" fmla="*/ 306602 h 321524"/>
                <a:gd name="connsiteX11" fmla="*/ 107145 w 2912392"/>
                <a:gd name="connsiteY11" fmla="*/ 304908 h 321524"/>
                <a:gd name="connsiteX12" fmla="*/ 116886 w 2912392"/>
                <a:gd name="connsiteY12" fmla="*/ 303170 h 321524"/>
                <a:gd name="connsiteX13" fmla="*/ 126625 w 2912392"/>
                <a:gd name="connsiteY13" fmla="*/ 301392 h 321524"/>
                <a:gd name="connsiteX14" fmla="*/ 136366 w 2912392"/>
                <a:gd name="connsiteY14" fmla="*/ 299568 h 321524"/>
                <a:gd name="connsiteX15" fmla="*/ 146107 w 2912392"/>
                <a:gd name="connsiteY15" fmla="*/ 297701 h 321524"/>
                <a:gd name="connsiteX16" fmla="*/ 155846 w 2912392"/>
                <a:gd name="connsiteY16" fmla="*/ 295791 h 321524"/>
                <a:gd name="connsiteX17" fmla="*/ 165587 w 2912392"/>
                <a:gd name="connsiteY17" fmla="*/ 293836 h 321524"/>
                <a:gd name="connsiteX18" fmla="*/ 175328 w 2912392"/>
                <a:gd name="connsiteY18" fmla="*/ 291838 h 321524"/>
                <a:gd name="connsiteX19" fmla="*/ 185068 w 2912392"/>
                <a:gd name="connsiteY19" fmla="*/ 289797 h 321524"/>
                <a:gd name="connsiteX20" fmla="*/ 194809 w 2912392"/>
                <a:gd name="connsiteY20" fmla="*/ 287713 h 321524"/>
                <a:gd name="connsiteX21" fmla="*/ 204550 w 2912392"/>
                <a:gd name="connsiteY21" fmla="*/ 285585 h 321524"/>
                <a:gd name="connsiteX22" fmla="*/ 214289 w 2912392"/>
                <a:gd name="connsiteY22" fmla="*/ 283416 h 321524"/>
                <a:gd name="connsiteX23" fmla="*/ 224030 w 2912392"/>
                <a:gd name="connsiteY23" fmla="*/ 281206 h 321524"/>
                <a:gd name="connsiteX24" fmla="*/ 233771 w 2912392"/>
                <a:gd name="connsiteY24" fmla="*/ 278958 h 321524"/>
                <a:gd name="connsiteX25" fmla="*/ 243510 w 2912392"/>
                <a:gd name="connsiteY25" fmla="*/ 276671 h 321524"/>
                <a:gd name="connsiteX26" fmla="*/ 253251 w 2912392"/>
                <a:gd name="connsiteY26" fmla="*/ 274345 h 321524"/>
                <a:gd name="connsiteX27" fmla="*/ 262992 w 2912392"/>
                <a:gd name="connsiteY27" fmla="*/ 271985 h 321524"/>
                <a:gd name="connsiteX28" fmla="*/ 272732 w 2912392"/>
                <a:gd name="connsiteY28" fmla="*/ 269591 h 321524"/>
                <a:gd name="connsiteX29" fmla="*/ 282473 w 2912392"/>
                <a:gd name="connsiteY29" fmla="*/ 267164 h 321524"/>
                <a:gd name="connsiteX30" fmla="*/ 292214 w 2912392"/>
                <a:gd name="connsiteY30" fmla="*/ 264707 h 321524"/>
                <a:gd name="connsiteX31" fmla="*/ 301953 w 2912392"/>
                <a:gd name="connsiteY31" fmla="*/ 262222 h 321524"/>
                <a:gd name="connsiteX32" fmla="*/ 311694 w 2912392"/>
                <a:gd name="connsiteY32" fmla="*/ 259710 h 321524"/>
                <a:gd name="connsiteX33" fmla="*/ 321435 w 2912392"/>
                <a:gd name="connsiteY33" fmla="*/ 257173 h 321524"/>
                <a:gd name="connsiteX34" fmla="*/ 331175 w 2912392"/>
                <a:gd name="connsiteY34" fmla="*/ 254613 h 321524"/>
                <a:gd name="connsiteX35" fmla="*/ 340916 w 2912392"/>
                <a:gd name="connsiteY35" fmla="*/ 252033 h 321524"/>
                <a:gd name="connsiteX36" fmla="*/ 350656 w 2912392"/>
                <a:gd name="connsiteY36" fmla="*/ 249436 h 321524"/>
                <a:gd name="connsiteX37" fmla="*/ 360396 w 2912392"/>
                <a:gd name="connsiteY37" fmla="*/ 246821 h 321524"/>
                <a:gd name="connsiteX38" fmla="*/ 370137 w 2912392"/>
                <a:gd name="connsiteY38" fmla="*/ 244194 h 321524"/>
                <a:gd name="connsiteX39" fmla="*/ 379878 w 2912392"/>
                <a:gd name="connsiteY39" fmla="*/ 241556 h 321524"/>
                <a:gd name="connsiteX40" fmla="*/ 389617 w 2912392"/>
                <a:gd name="connsiteY40" fmla="*/ 238907 h 321524"/>
                <a:gd name="connsiteX41" fmla="*/ 399358 w 2912392"/>
                <a:gd name="connsiteY41" fmla="*/ 236253 h 321524"/>
                <a:gd name="connsiteX42" fmla="*/ 409099 w 2912392"/>
                <a:gd name="connsiteY42" fmla="*/ 233595 h 321524"/>
                <a:gd name="connsiteX43" fmla="*/ 418839 w 2912392"/>
                <a:gd name="connsiteY43" fmla="*/ 230934 h 321524"/>
                <a:gd name="connsiteX44" fmla="*/ 428580 w 2912392"/>
                <a:gd name="connsiteY44" fmla="*/ 228275 h 321524"/>
                <a:gd name="connsiteX45" fmla="*/ 438321 w 2912392"/>
                <a:gd name="connsiteY45" fmla="*/ 225617 h 321524"/>
                <a:gd name="connsiteX46" fmla="*/ 448060 w 2912392"/>
                <a:gd name="connsiteY46" fmla="*/ 222965 h 321524"/>
                <a:gd name="connsiteX47" fmla="*/ 457801 w 2912392"/>
                <a:gd name="connsiteY47" fmla="*/ 220319 h 321524"/>
                <a:gd name="connsiteX48" fmla="*/ 467542 w 2912392"/>
                <a:gd name="connsiteY48" fmla="*/ 217683 h 321524"/>
                <a:gd name="connsiteX49" fmla="*/ 477281 w 2912392"/>
                <a:gd name="connsiteY49" fmla="*/ 215059 h 321524"/>
                <a:gd name="connsiteX50" fmla="*/ 487022 w 2912392"/>
                <a:gd name="connsiteY50" fmla="*/ 212449 h 321524"/>
                <a:gd name="connsiteX51" fmla="*/ 496763 w 2912392"/>
                <a:gd name="connsiteY51" fmla="*/ 209855 h 321524"/>
                <a:gd name="connsiteX52" fmla="*/ 506503 w 2912392"/>
                <a:gd name="connsiteY52" fmla="*/ 207278 h 321524"/>
                <a:gd name="connsiteX53" fmla="*/ 516244 w 2912392"/>
                <a:gd name="connsiteY53" fmla="*/ 204721 h 321524"/>
                <a:gd name="connsiteX54" fmla="*/ 525985 w 2912392"/>
                <a:gd name="connsiteY54" fmla="*/ 202185 h 321524"/>
                <a:gd name="connsiteX55" fmla="*/ 535724 w 2912392"/>
                <a:gd name="connsiteY55" fmla="*/ 199673 h 321524"/>
                <a:gd name="connsiteX56" fmla="*/ 545465 w 2912392"/>
                <a:gd name="connsiteY56" fmla="*/ 197185 h 321524"/>
                <a:gd name="connsiteX57" fmla="*/ 555206 w 2912392"/>
                <a:gd name="connsiteY57" fmla="*/ 194725 h 321524"/>
                <a:gd name="connsiteX58" fmla="*/ 564946 w 2912392"/>
                <a:gd name="connsiteY58" fmla="*/ 192294 h 321524"/>
                <a:gd name="connsiteX59" fmla="*/ 574687 w 2912392"/>
                <a:gd name="connsiteY59" fmla="*/ 189892 h 321524"/>
                <a:gd name="connsiteX60" fmla="*/ 584428 w 2912392"/>
                <a:gd name="connsiteY60" fmla="*/ 187522 h 321524"/>
                <a:gd name="connsiteX61" fmla="*/ 594167 w 2912392"/>
                <a:gd name="connsiteY61" fmla="*/ 185184 h 321524"/>
                <a:gd name="connsiteX62" fmla="*/ 603908 w 2912392"/>
                <a:gd name="connsiteY62" fmla="*/ 182881 h 321524"/>
                <a:gd name="connsiteX63" fmla="*/ 613649 w 2912392"/>
                <a:gd name="connsiteY63" fmla="*/ 180613 h 321524"/>
                <a:gd name="connsiteX64" fmla="*/ 623388 w 2912392"/>
                <a:gd name="connsiteY64" fmla="*/ 178383 h 321524"/>
                <a:gd name="connsiteX65" fmla="*/ 633129 w 2912392"/>
                <a:gd name="connsiteY65" fmla="*/ 176188 h 321524"/>
                <a:gd name="connsiteX66" fmla="*/ 642870 w 2912392"/>
                <a:gd name="connsiteY66" fmla="*/ 174034 h 321524"/>
                <a:gd name="connsiteX67" fmla="*/ 652610 w 2912392"/>
                <a:gd name="connsiteY67" fmla="*/ 171918 h 321524"/>
                <a:gd name="connsiteX68" fmla="*/ 662351 w 2912392"/>
                <a:gd name="connsiteY68" fmla="*/ 169842 h 321524"/>
                <a:gd name="connsiteX69" fmla="*/ 672092 w 2912392"/>
                <a:gd name="connsiteY69" fmla="*/ 167807 h 321524"/>
                <a:gd name="connsiteX70" fmla="*/ 681831 w 2912392"/>
                <a:gd name="connsiteY70" fmla="*/ 165815 h 321524"/>
                <a:gd name="connsiteX71" fmla="*/ 691572 w 2912392"/>
                <a:gd name="connsiteY71" fmla="*/ 163865 h 321524"/>
                <a:gd name="connsiteX72" fmla="*/ 701313 w 2912392"/>
                <a:gd name="connsiteY72" fmla="*/ 161958 h 321524"/>
                <a:gd name="connsiteX73" fmla="*/ 711052 w 2912392"/>
                <a:gd name="connsiteY73" fmla="*/ 160094 h 321524"/>
                <a:gd name="connsiteX74" fmla="*/ 720793 w 2912392"/>
                <a:gd name="connsiteY74" fmla="*/ 158273 h 321524"/>
                <a:gd name="connsiteX75" fmla="*/ 730534 w 2912392"/>
                <a:gd name="connsiteY75" fmla="*/ 156497 h 321524"/>
                <a:gd name="connsiteX76" fmla="*/ 740274 w 2912392"/>
                <a:gd name="connsiteY76" fmla="*/ 154766 h 321524"/>
                <a:gd name="connsiteX77" fmla="*/ 750015 w 2912392"/>
                <a:gd name="connsiteY77" fmla="*/ 153080 h 321524"/>
                <a:gd name="connsiteX78" fmla="*/ 759756 w 2912392"/>
                <a:gd name="connsiteY78" fmla="*/ 151438 h 321524"/>
                <a:gd name="connsiteX79" fmla="*/ 769495 w 2912392"/>
                <a:gd name="connsiteY79" fmla="*/ 149839 h 321524"/>
                <a:gd name="connsiteX80" fmla="*/ 779236 w 2912392"/>
                <a:gd name="connsiteY80" fmla="*/ 148287 h 321524"/>
                <a:gd name="connsiteX81" fmla="*/ 788977 w 2912392"/>
                <a:gd name="connsiteY81" fmla="*/ 146779 h 321524"/>
                <a:gd name="connsiteX82" fmla="*/ 798717 w 2912392"/>
                <a:gd name="connsiteY82" fmla="*/ 145314 h 321524"/>
                <a:gd name="connsiteX83" fmla="*/ 808458 w 2912392"/>
                <a:gd name="connsiteY83" fmla="*/ 143896 h 321524"/>
                <a:gd name="connsiteX84" fmla="*/ 818199 w 2912392"/>
                <a:gd name="connsiteY84" fmla="*/ 142519 h 321524"/>
                <a:gd name="connsiteX85" fmla="*/ 827938 w 2912392"/>
                <a:gd name="connsiteY85" fmla="*/ 141189 h 321524"/>
                <a:gd name="connsiteX86" fmla="*/ 837679 w 2912392"/>
                <a:gd name="connsiteY86" fmla="*/ 139900 h 321524"/>
                <a:gd name="connsiteX87" fmla="*/ 847420 w 2912392"/>
                <a:gd name="connsiteY87" fmla="*/ 138654 h 321524"/>
                <a:gd name="connsiteX88" fmla="*/ 857159 w 2912392"/>
                <a:gd name="connsiteY88" fmla="*/ 137452 h 321524"/>
                <a:gd name="connsiteX89" fmla="*/ 866900 w 2912392"/>
                <a:gd name="connsiteY89" fmla="*/ 136291 h 321524"/>
                <a:gd name="connsiteX90" fmla="*/ 876641 w 2912392"/>
                <a:gd name="connsiteY90" fmla="*/ 135173 h 321524"/>
                <a:gd name="connsiteX91" fmla="*/ 886381 w 2912392"/>
                <a:gd name="connsiteY91" fmla="*/ 134094 h 321524"/>
                <a:gd name="connsiteX92" fmla="*/ 896122 w 2912392"/>
                <a:gd name="connsiteY92" fmla="*/ 133055 h 321524"/>
                <a:gd name="connsiteX93" fmla="*/ 905863 w 2912392"/>
                <a:gd name="connsiteY93" fmla="*/ 132059 h 321524"/>
                <a:gd name="connsiteX94" fmla="*/ 915602 w 2912392"/>
                <a:gd name="connsiteY94" fmla="*/ 131099 h 321524"/>
                <a:gd name="connsiteX95" fmla="*/ 925343 w 2912392"/>
                <a:gd name="connsiteY95" fmla="*/ 130178 h 321524"/>
                <a:gd name="connsiteX96" fmla="*/ 935084 w 2912392"/>
                <a:gd name="connsiteY96" fmla="*/ 129296 h 321524"/>
                <a:gd name="connsiteX97" fmla="*/ 944824 w 2912392"/>
                <a:gd name="connsiteY97" fmla="*/ 128450 h 321524"/>
                <a:gd name="connsiteX98" fmla="*/ 954564 w 2912392"/>
                <a:gd name="connsiteY98" fmla="*/ 127641 h 321524"/>
                <a:gd name="connsiteX99" fmla="*/ 964305 w 2912392"/>
                <a:gd name="connsiteY99" fmla="*/ 126866 h 321524"/>
                <a:gd name="connsiteX100" fmla="*/ 974045 w 2912392"/>
                <a:gd name="connsiteY100" fmla="*/ 126127 h 321524"/>
                <a:gd name="connsiteX101" fmla="*/ 983786 w 2912392"/>
                <a:gd name="connsiteY101" fmla="*/ 125423 h 321524"/>
                <a:gd name="connsiteX102" fmla="*/ 993522 w 2912392"/>
                <a:gd name="connsiteY102" fmla="*/ 124751 h 321524"/>
                <a:gd name="connsiteX103" fmla="*/ 1003266 w 2912392"/>
                <a:gd name="connsiteY103" fmla="*/ 124112 h 321524"/>
                <a:gd name="connsiteX104" fmla="*/ 1013010 w 2912392"/>
                <a:gd name="connsiteY104" fmla="*/ 123505 h 321524"/>
                <a:gd name="connsiteX105" fmla="*/ 1022754 w 2912392"/>
                <a:gd name="connsiteY105" fmla="*/ 122929 h 321524"/>
                <a:gd name="connsiteX106" fmla="*/ 1032483 w 2912392"/>
                <a:gd name="connsiteY106" fmla="*/ 122383 h 321524"/>
                <a:gd name="connsiteX107" fmla="*/ 1042227 w 2912392"/>
                <a:gd name="connsiteY107" fmla="*/ 121868 h 321524"/>
                <a:gd name="connsiteX108" fmla="*/ 1051971 w 2912392"/>
                <a:gd name="connsiteY108" fmla="*/ 121382 h 321524"/>
                <a:gd name="connsiteX109" fmla="*/ 1061715 w 2912392"/>
                <a:gd name="connsiteY109" fmla="*/ 120925 h 321524"/>
                <a:gd name="connsiteX110" fmla="*/ 1071444 w 2912392"/>
                <a:gd name="connsiteY110" fmla="*/ 120496 h 321524"/>
                <a:gd name="connsiteX111" fmla="*/ 1081188 w 2912392"/>
                <a:gd name="connsiteY111" fmla="*/ 120095 h 321524"/>
                <a:gd name="connsiteX112" fmla="*/ 1090932 w 2912392"/>
                <a:gd name="connsiteY112" fmla="*/ 119721 h 321524"/>
                <a:gd name="connsiteX113" fmla="*/ 1100676 w 2912392"/>
                <a:gd name="connsiteY113" fmla="*/ 119374 h 321524"/>
                <a:gd name="connsiteX114" fmla="*/ 1110405 w 2912392"/>
                <a:gd name="connsiteY114" fmla="*/ 119053 h 321524"/>
                <a:gd name="connsiteX115" fmla="*/ 1120149 w 2912392"/>
                <a:gd name="connsiteY115" fmla="*/ 118760 h 321524"/>
                <a:gd name="connsiteX116" fmla="*/ 1129893 w 2912392"/>
                <a:gd name="connsiteY116" fmla="*/ 118492 h 321524"/>
                <a:gd name="connsiteX117" fmla="*/ 1139637 w 2912392"/>
                <a:gd name="connsiteY117" fmla="*/ 118250 h 321524"/>
                <a:gd name="connsiteX118" fmla="*/ 1149381 w 2912392"/>
                <a:gd name="connsiteY118" fmla="*/ 118034 h 321524"/>
                <a:gd name="connsiteX119" fmla="*/ 1159110 w 2912392"/>
                <a:gd name="connsiteY119" fmla="*/ 117844 h 321524"/>
                <a:gd name="connsiteX120" fmla="*/ 1168854 w 2912392"/>
                <a:gd name="connsiteY120" fmla="*/ 117680 h 321524"/>
                <a:gd name="connsiteX121" fmla="*/ 1178598 w 2912392"/>
                <a:gd name="connsiteY121" fmla="*/ 117543 h 321524"/>
                <a:gd name="connsiteX122" fmla="*/ 1188341 w 2912392"/>
                <a:gd name="connsiteY122" fmla="*/ 117431 h 321524"/>
                <a:gd name="connsiteX123" fmla="*/ 1198070 w 2912392"/>
                <a:gd name="connsiteY123" fmla="*/ 117344 h 321524"/>
                <a:gd name="connsiteX124" fmla="*/ 1207814 w 2912392"/>
                <a:gd name="connsiteY124" fmla="*/ 117286 h 321524"/>
                <a:gd name="connsiteX125" fmla="*/ 1217558 w 2912392"/>
                <a:gd name="connsiteY125" fmla="*/ 117255 h 321524"/>
                <a:gd name="connsiteX126" fmla="*/ 1227302 w 2912392"/>
                <a:gd name="connsiteY126" fmla="*/ 117251 h 321524"/>
                <a:gd name="connsiteX127" fmla="*/ 1237031 w 2912392"/>
                <a:gd name="connsiteY127" fmla="*/ 117276 h 321524"/>
                <a:gd name="connsiteX128" fmla="*/ 1246775 w 2912392"/>
                <a:gd name="connsiteY128" fmla="*/ 117328 h 321524"/>
                <a:gd name="connsiteX129" fmla="*/ 1256519 w 2912392"/>
                <a:gd name="connsiteY129" fmla="*/ 117411 h 321524"/>
                <a:gd name="connsiteX130" fmla="*/ 1266263 w 2912392"/>
                <a:gd name="connsiteY130" fmla="*/ 117523 h 321524"/>
                <a:gd name="connsiteX131" fmla="*/ 1276007 w 2912392"/>
                <a:gd name="connsiteY131" fmla="*/ 117666 h 321524"/>
                <a:gd name="connsiteX132" fmla="*/ 1285736 w 2912392"/>
                <a:gd name="connsiteY132" fmla="*/ 117841 h 321524"/>
                <a:gd name="connsiteX133" fmla="*/ 1295480 w 2912392"/>
                <a:gd name="connsiteY133" fmla="*/ 118048 h 321524"/>
                <a:gd name="connsiteX134" fmla="*/ 1305224 w 2912392"/>
                <a:gd name="connsiteY134" fmla="*/ 118287 h 321524"/>
                <a:gd name="connsiteX135" fmla="*/ 1314968 w 2912392"/>
                <a:gd name="connsiteY135" fmla="*/ 118563 h 321524"/>
                <a:gd name="connsiteX136" fmla="*/ 1324697 w 2912392"/>
                <a:gd name="connsiteY136" fmla="*/ 118872 h 321524"/>
                <a:gd name="connsiteX137" fmla="*/ 1334441 w 2912392"/>
                <a:gd name="connsiteY137" fmla="*/ 119217 h 321524"/>
                <a:gd name="connsiteX138" fmla="*/ 1344185 w 2912392"/>
                <a:gd name="connsiteY138" fmla="*/ 119599 h 321524"/>
                <a:gd name="connsiteX139" fmla="*/ 1353929 w 2912392"/>
                <a:gd name="connsiteY139" fmla="*/ 120019 h 321524"/>
                <a:gd name="connsiteX140" fmla="*/ 1363658 w 2912392"/>
                <a:gd name="connsiteY140" fmla="*/ 120478 h 321524"/>
                <a:gd name="connsiteX141" fmla="*/ 1373402 w 2912392"/>
                <a:gd name="connsiteY141" fmla="*/ 120977 h 321524"/>
                <a:gd name="connsiteX142" fmla="*/ 1383146 w 2912392"/>
                <a:gd name="connsiteY142" fmla="*/ 121516 h 321524"/>
                <a:gd name="connsiteX143" fmla="*/ 1392890 w 2912392"/>
                <a:gd name="connsiteY143" fmla="*/ 122096 h 321524"/>
                <a:gd name="connsiteX144" fmla="*/ 1402619 w 2912392"/>
                <a:gd name="connsiteY144" fmla="*/ 122718 h 321524"/>
                <a:gd name="connsiteX145" fmla="*/ 1412363 w 2912392"/>
                <a:gd name="connsiteY145" fmla="*/ 123384 h 321524"/>
                <a:gd name="connsiteX146" fmla="*/ 1422106 w 2912392"/>
                <a:gd name="connsiteY146" fmla="*/ 124095 h 321524"/>
                <a:gd name="connsiteX147" fmla="*/ 1431850 w 2912392"/>
                <a:gd name="connsiteY147" fmla="*/ 124849 h 321524"/>
                <a:gd name="connsiteX148" fmla="*/ 1441594 w 2912392"/>
                <a:gd name="connsiteY148" fmla="*/ 125648 h 321524"/>
                <a:gd name="connsiteX149" fmla="*/ 1451323 w 2912392"/>
                <a:gd name="connsiteY149" fmla="*/ 126494 h 321524"/>
                <a:gd name="connsiteX150" fmla="*/ 1461067 w 2912392"/>
                <a:gd name="connsiteY150" fmla="*/ 127385 h 321524"/>
                <a:gd name="connsiteX151" fmla="*/ 1470811 w 2912392"/>
                <a:gd name="connsiteY151" fmla="*/ 128323 h 321524"/>
                <a:gd name="connsiteX152" fmla="*/ 1480555 w 2912392"/>
                <a:gd name="connsiteY152" fmla="*/ 129308 h 321524"/>
                <a:gd name="connsiteX153" fmla="*/ 1490284 w 2912392"/>
                <a:gd name="connsiteY153" fmla="*/ 130341 h 321524"/>
                <a:gd name="connsiteX154" fmla="*/ 1500028 w 2912392"/>
                <a:gd name="connsiteY154" fmla="*/ 131419 h 321524"/>
                <a:gd name="connsiteX155" fmla="*/ 1509772 w 2912392"/>
                <a:gd name="connsiteY155" fmla="*/ 132546 h 321524"/>
                <a:gd name="connsiteX156" fmla="*/ 1519516 w 2912392"/>
                <a:gd name="connsiteY156" fmla="*/ 133720 h 321524"/>
                <a:gd name="connsiteX157" fmla="*/ 1529245 w 2912392"/>
                <a:gd name="connsiteY157" fmla="*/ 134940 h 321524"/>
                <a:gd name="connsiteX158" fmla="*/ 1538989 w 2912392"/>
                <a:gd name="connsiteY158" fmla="*/ 136206 h 321524"/>
                <a:gd name="connsiteX159" fmla="*/ 1548733 w 2912392"/>
                <a:gd name="connsiteY159" fmla="*/ 137518 h 321524"/>
                <a:gd name="connsiteX160" fmla="*/ 1558477 w 2912392"/>
                <a:gd name="connsiteY160" fmla="*/ 138875 h 321524"/>
                <a:gd name="connsiteX161" fmla="*/ 1568221 w 2912392"/>
                <a:gd name="connsiteY161" fmla="*/ 140277 h 321524"/>
                <a:gd name="connsiteX162" fmla="*/ 1577950 w 2912392"/>
                <a:gd name="connsiteY162" fmla="*/ 141721 h 321524"/>
                <a:gd name="connsiteX163" fmla="*/ 1587694 w 2912392"/>
                <a:gd name="connsiteY163" fmla="*/ 143208 h 321524"/>
                <a:gd name="connsiteX164" fmla="*/ 1597438 w 2912392"/>
                <a:gd name="connsiteY164" fmla="*/ 144735 h 321524"/>
                <a:gd name="connsiteX165" fmla="*/ 1607182 w 2912392"/>
                <a:gd name="connsiteY165" fmla="*/ 146301 h 321524"/>
                <a:gd name="connsiteX166" fmla="*/ 1616911 w 2912392"/>
                <a:gd name="connsiteY166" fmla="*/ 147904 h 321524"/>
                <a:gd name="connsiteX167" fmla="*/ 1626655 w 2912392"/>
                <a:gd name="connsiteY167" fmla="*/ 149544 h 321524"/>
                <a:gd name="connsiteX168" fmla="*/ 1636399 w 2912392"/>
                <a:gd name="connsiteY168" fmla="*/ 151219 h 321524"/>
                <a:gd name="connsiteX169" fmla="*/ 1646142 w 2912392"/>
                <a:gd name="connsiteY169" fmla="*/ 152925 h 321524"/>
                <a:gd name="connsiteX170" fmla="*/ 1655872 w 2912392"/>
                <a:gd name="connsiteY170" fmla="*/ 154660 h 321524"/>
                <a:gd name="connsiteX171" fmla="*/ 1665616 w 2912392"/>
                <a:gd name="connsiteY171" fmla="*/ 156424 h 321524"/>
                <a:gd name="connsiteX172" fmla="*/ 1675359 w 2912392"/>
                <a:gd name="connsiteY172" fmla="*/ 158214 h 321524"/>
                <a:gd name="connsiteX173" fmla="*/ 1685103 w 2912392"/>
                <a:gd name="connsiteY173" fmla="*/ 160026 h 321524"/>
                <a:gd name="connsiteX174" fmla="*/ 1694832 w 2912392"/>
                <a:gd name="connsiteY174" fmla="*/ 161857 h 321524"/>
                <a:gd name="connsiteX175" fmla="*/ 1704576 w 2912392"/>
                <a:gd name="connsiteY175" fmla="*/ 163704 h 321524"/>
                <a:gd name="connsiteX176" fmla="*/ 1714320 w 2912392"/>
                <a:gd name="connsiteY176" fmla="*/ 165566 h 321524"/>
                <a:gd name="connsiteX177" fmla="*/ 1724064 w 2912392"/>
                <a:gd name="connsiteY177" fmla="*/ 167439 h 321524"/>
                <a:gd name="connsiteX178" fmla="*/ 1733808 w 2912392"/>
                <a:gd name="connsiteY178" fmla="*/ 169320 h 321524"/>
                <a:gd name="connsiteX179" fmla="*/ 1743537 w 2912392"/>
                <a:gd name="connsiteY179" fmla="*/ 171204 h 321524"/>
                <a:gd name="connsiteX180" fmla="*/ 1753281 w 2912392"/>
                <a:gd name="connsiteY180" fmla="*/ 173090 h 321524"/>
                <a:gd name="connsiteX181" fmla="*/ 1763025 w 2912392"/>
                <a:gd name="connsiteY181" fmla="*/ 174974 h 321524"/>
                <a:gd name="connsiteX182" fmla="*/ 1772769 w 2912392"/>
                <a:gd name="connsiteY182" fmla="*/ 176851 h 321524"/>
                <a:gd name="connsiteX183" fmla="*/ 1782498 w 2912392"/>
                <a:gd name="connsiteY183" fmla="*/ 178718 h 321524"/>
                <a:gd name="connsiteX184" fmla="*/ 1792242 w 2912392"/>
                <a:gd name="connsiteY184" fmla="*/ 180571 h 321524"/>
                <a:gd name="connsiteX185" fmla="*/ 1801986 w 2912392"/>
                <a:gd name="connsiteY185" fmla="*/ 182408 h 321524"/>
                <a:gd name="connsiteX186" fmla="*/ 1811730 w 2912392"/>
                <a:gd name="connsiteY186" fmla="*/ 184223 h 321524"/>
                <a:gd name="connsiteX187" fmla="*/ 1821459 w 2912392"/>
                <a:gd name="connsiteY187" fmla="*/ 186014 h 321524"/>
                <a:gd name="connsiteX188" fmla="*/ 1831203 w 2912392"/>
                <a:gd name="connsiteY188" fmla="*/ 187775 h 321524"/>
                <a:gd name="connsiteX189" fmla="*/ 1840947 w 2912392"/>
                <a:gd name="connsiteY189" fmla="*/ 189505 h 321524"/>
                <a:gd name="connsiteX190" fmla="*/ 1850691 w 2912392"/>
                <a:gd name="connsiteY190" fmla="*/ 191197 h 321524"/>
                <a:gd name="connsiteX191" fmla="*/ 1860435 w 2912392"/>
                <a:gd name="connsiteY191" fmla="*/ 192848 h 321524"/>
                <a:gd name="connsiteX192" fmla="*/ 1870164 w 2912392"/>
                <a:gd name="connsiteY192" fmla="*/ 194456 h 321524"/>
                <a:gd name="connsiteX193" fmla="*/ 1879908 w 2912392"/>
                <a:gd name="connsiteY193" fmla="*/ 196014 h 321524"/>
                <a:gd name="connsiteX194" fmla="*/ 1889652 w 2912392"/>
                <a:gd name="connsiteY194" fmla="*/ 197520 h 321524"/>
                <a:gd name="connsiteX195" fmla="*/ 1899395 w 2912392"/>
                <a:gd name="connsiteY195" fmla="*/ 198971 h 321524"/>
                <a:gd name="connsiteX196" fmla="*/ 1909124 w 2912392"/>
                <a:gd name="connsiteY196" fmla="*/ 200362 h 321524"/>
                <a:gd name="connsiteX197" fmla="*/ 1918868 w 2912392"/>
                <a:gd name="connsiteY197" fmla="*/ 201688 h 321524"/>
                <a:gd name="connsiteX198" fmla="*/ 1928612 w 2912392"/>
                <a:gd name="connsiteY198" fmla="*/ 202948 h 321524"/>
                <a:gd name="connsiteX199" fmla="*/ 1938356 w 2912392"/>
                <a:gd name="connsiteY199" fmla="*/ 204135 h 321524"/>
                <a:gd name="connsiteX200" fmla="*/ 1948085 w 2912392"/>
                <a:gd name="connsiteY200" fmla="*/ 205250 h 321524"/>
                <a:gd name="connsiteX201" fmla="*/ 1957829 w 2912392"/>
                <a:gd name="connsiteY201" fmla="*/ 206285 h 321524"/>
                <a:gd name="connsiteX202" fmla="*/ 1967573 w 2912392"/>
                <a:gd name="connsiteY202" fmla="*/ 207239 h 321524"/>
                <a:gd name="connsiteX203" fmla="*/ 1977317 w 2912392"/>
                <a:gd name="connsiteY203" fmla="*/ 208109 h 321524"/>
                <a:gd name="connsiteX204" fmla="*/ 1987046 w 2912392"/>
                <a:gd name="connsiteY204" fmla="*/ 208891 h 321524"/>
                <a:gd name="connsiteX205" fmla="*/ 1996790 w 2912392"/>
                <a:gd name="connsiteY205" fmla="*/ 209581 h 321524"/>
                <a:gd name="connsiteX206" fmla="*/ 2006534 w 2912392"/>
                <a:gd name="connsiteY206" fmla="*/ 210178 h 321524"/>
                <a:gd name="connsiteX207" fmla="*/ 2016278 w 2912392"/>
                <a:gd name="connsiteY207" fmla="*/ 210678 h 321524"/>
                <a:gd name="connsiteX208" fmla="*/ 2026022 w 2912392"/>
                <a:gd name="connsiteY208" fmla="*/ 211078 h 321524"/>
                <a:gd name="connsiteX209" fmla="*/ 2035751 w 2912392"/>
                <a:gd name="connsiteY209" fmla="*/ 211376 h 321524"/>
                <a:gd name="connsiteX210" fmla="*/ 2045495 w 2912392"/>
                <a:gd name="connsiteY210" fmla="*/ 211572 h 321524"/>
                <a:gd name="connsiteX211" fmla="*/ 2055239 w 2912392"/>
                <a:gd name="connsiteY211" fmla="*/ 211658 h 321524"/>
                <a:gd name="connsiteX212" fmla="*/ 2064983 w 2912392"/>
                <a:gd name="connsiteY212" fmla="*/ 211637 h 321524"/>
                <a:gd name="connsiteX213" fmla="*/ 2074712 w 2912392"/>
                <a:gd name="connsiteY213" fmla="*/ 211504 h 321524"/>
                <a:gd name="connsiteX214" fmla="*/ 2084456 w 2912392"/>
                <a:gd name="connsiteY214" fmla="*/ 211260 h 321524"/>
                <a:gd name="connsiteX215" fmla="*/ 2094200 w 2912392"/>
                <a:gd name="connsiteY215" fmla="*/ 210901 h 321524"/>
                <a:gd name="connsiteX216" fmla="*/ 2103944 w 2912392"/>
                <a:gd name="connsiteY216" fmla="*/ 210427 h 321524"/>
                <a:gd name="connsiteX217" fmla="*/ 2113673 w 2912392"/>
                <a:gd name="connsiteY217" fmla="*/ 209837 h 321524"/>
                <a:gd name="connsiteX218" fmla="*/ 2123417 w 2912392"/>
                <a:gd name="connsiteY218" fmla="*/ 209128 h 321524"/>
                <a:gd name="connsiteX219" fmla="*/ 2133161 w 2912392"/>
                <a:gd name="connsiteY219" fmla="*/ 208300 h 321524"/>
                <a:gd name="connsiteX220" fmla="*/ 2142905 w 2912392"/>
                <a:gd name="connsiteY220" fmla="*/ 207354 h 321524"/>
                <a:gd name="connsiteX221" fmla="*/ 2152649 w 2912392"/>
                <a:gd name="connsiteY221" fmla="*/ 206287 h 321524"/>
                <a:gd name="connsiteX222" fmla="*/ 2162377 w 2912392"/>
                <a:gd name="connsiteY222" fmla="*/ 205099 h 321524"/>
                <a:gd name="connsiteX223" fmla="*/ 2172121 w 2912392"/>
                <a:gd name="connsiteY223" fmla="*/ 203793 h 321524"/>
                <a:gd name="connsiteX224" fmla="*/ 2181865 w 2912392"/>
                <a:gd name="connsiteY224" fmla="*/ 202364 h 321524"/>
                <a:gd name="connsiteX225" fmla="*/ 2191609 w 2912392"/>
                <a:gd name="connsiteY225" fmla="*/ 200817 h 321524"/>
                <a:gd name="connsiteX226" fmla="*/ 2201338 w 2912392"/>
                <a:gd name="connsiteY226" fmla="*/ 199150 h 321524"/>
                <a:gd name="connsiteX227" fmla="*/ 2211082 w 2912392"/>
                <a:gd name="connsiteY227" fmla="*/ 197364 h 321524"/>
                <a:gd name="connsiteX228" fmla="*/ 2220826 w 2912392"/>
                <a:gd name="connsiteY228" fmla="*/ 195461 h 321524"/>
                <a:gd name="connsiteX229" fmla="*/ 2230570 w 2912392"/>
                <a:gd name="connsiteY229" fmla="*/ 193441 h 321524"/>
                <a:gd name="connsiteX230" fmla="*/ 2240299 w 2912392"/>
                <a:gd name="connsiteY230" fmla="*/ 191306 h 321524"/>
                <a:gd name="connsiteX231" fmla="*/ 2250043 w 2912392"/>
                <a:gd name="connsiteY231" fmla="*/ 189056 h 321524"/>
                <a:gd name="connsiteX232" fmla="*/ 2259787 w 2912392"/>
                <a:gd name="connsiteY232" fmla="*/ 186695 h 321524"/>
                <a:gd name="connsiteX233" fmla="*/ 2269531 w 2912392"/>
                <a:gd name="connsiteY233" fmla="*/ 184224 h 321524"/>
                <a:gd name="connsiteX234" fmla="*/ 2279260 w 2912392"/>
                <a:gd name="connsiteY234" fmla="*/ 181645 h 321524"/>
                <a:gd name="connsiteX235" fmla="*/ 2289004 w 2912392"/>
                <a:gd name="connsiteY235" fmla="*/ 178962 h 321524"/>
                <a:gd name="connsiteX236" fmla="*/ 2298748 w 2912392"/>
                <a:gd name="connsiteY236" fmla="*/ 176175 h 321524"/>
                <a:gd name="connsiteX237" fmla="*/ 2308492 w 2912392"/>
                <a:gd name="connsiteY237" fmla="*/ 173289 h 321524"/>
                <a:gd name="connsiteX238" fmla="*/ 2318236 w 2912392"/>
                <a:gd name="connsiteY238" fmla="*/ 170304 h 321524"/>
                <a:gd name="connsiteX239" fmla="*/ 2327965 w 2912392"/>
                <a:gd name="connsiteY239" fmla="*/ 167228 h 321524"/>
                <a:gd name="connsiteX240" fmla="*/ 2337709 w 2912392"/>
                <a:gd name="connsiteY240" fmla="*/ 164060 h 321524"/>
                <a:gd name="connsiteX241" fmla="*/ 2347453 w 2912392"/>
                <a:gd name="connsiteY241" fmla="*/ 160806 h 321524"/>
                <a:gd name="connsiteX242" fmla="*/ 2357197 w 2912392"/>
                <a:gd name="connsiteY242" fmla="*/ 157470 h 321524"/>
                <a:gd name="connsiteX243" fmla="*/ 2366926 w 2912392"/>
                <a:gd name="connsiteY243" fmla="*/ 154054 h 321524"/>
                <a:gd name="connsiteX244" fmla="*/ 2376670 w 2912392"/>
                <a:gd name="connsiteY244" fmla="*/ 150565 h 321524"/>
                <a:gd name="connsiteX245" fmla="*/ 2386413 w 2912392"/>
                <a:gd name="connsiteY245" fmla="*/ 147005 h 321524"/>
                <a:gd name="connsiteX246" fmla="*/ 2396157 w 2912392"/>
                <a:gd name="connsiteY246" fmla="*/ 143380 h 321524"/>
                <a:gd name="connsiteX247" fmla="*/ 2405886 w 2912392"/>
                <a:gd name="connsiteY247" fmla="*/ 139694 h 321524"/>
                <a:gd name="connsiteX248" fmla="*/ 2415630 w 2912392"/>
                <a:gd name="connsiteY248" fmla="*/ 135952 h 321524"/>
                <a:gd name="connsiteX249" fmla="*/ 2425374 w 2912392"/>
                <a:gd name="connsiteY249" fmla="*/ 132158 h 321524"/>
                <a:gd name="connsiteX250" fmla="*/ 2435118 w 2912392"/>
                <a:gd name="connsiteY250" fmla="*/ 128320 h 321524"/>
                <a:gd name="connsiteX251" fmla="*/ 2444862 w 2912392"/>
                <a:gd name="connsiteY251" fmla="*/ 124442 h 321524"/>
                <a:gd name="connsiteX252" fmla="*/ 2454591 w 2912392"/>
                <a:gd name="connsiteY252" fmla="*/ 120528 h 321524"/>
                <a:gd name="connsiteX253" fmla="*/ 2464335 w 2912392"/>
                <a:gd name="connsiteY253" fmla="*/ 116585 h 321524"/>
                <a:gd name="connsiteX254" fmla="*/ 2474079 w 2912392"/>
                <a:gd name="connsiteY254" fmla="*/ 112618 h 321524"/>
                <a:gd name="connsiteX255" fmla="*/ 2483823 w 2912392"/>
                <a:gd name="connsiteY255" fmla="*/ 108634 h 321524"/>
                <a:gd name="connsiteX256" fmla="*/ 2493552 w 2912392"/>
                <a:gd name="connsiteY256" fmla="*/ 104639 h 321524"/>
                <a:gd name="connsiteX257" fmla="*/ 2503296 w 2912392"/>
                <a:gd name="connsiteY257" fmla="*/ 100637 h 321524"/>
                <a:gd name="connsiteX258" fmla="*/ 2513040 w 2912392"/>
                <a:gd name="connsiteY258" fmla="*/ 96635 h 321524"/>
                <a:gd name="connsiteX259" fmla="*/ 2522784 w 2912392"/>
                <a:gd name="connsiteY259" fmla="*/ 92639 h 321524"/>
                <a:gd name="connsiteX260" fmla="*/ 2532513 w 2912392"/>
                <a:gd name="connsiteY260" fmla="*/ 88656 h 321524"/>
                <a:gd name="connsiteX261" fmla="*/ 2542257 w 2912392"/>
                <a:gd name="connsiteY261" fmla="*/ 84692 h 321524"/>
                <a:gd name="connsiteX262" fmla="*/ 2552001 w 2912392"/>
                <a:gd name="connsiteY262" fmla="*/ 80751 h 321524"/>
                <a:gd name="connsiteX263" fmla="*/ 2561745 w 2912392"/>
                <a:gd name="connsiteY263" fmla="*/ 76842 h 321524"/>
                <a:gd name="connsiteX264" fmla="*/ 2571474 w 2912392"/>
                <a:gd name="connsiteY264" fmla="*/ 72969 h 321524"/>
                <a:gd name="connsiteX265" fmla="*/ 2581218 w 2912392"/>
                <a:gd name="connsiteY265" fmla="*/ 69140 h 321524"/>
                <a:gd name="connsiteX266" fmla="*/ 2590962 w 2912392"/>
                <a:gd name="connsiteY266" fmla="*/ 65362 h 321524"/>
                <a:gd name="connsiteX267" fmla="*/ 2600705 w 2912392"/>
                <a:gd name="connsiteY267" fmla="*/ 61637 h 321524"/>
                <a:gd name="connsiteX268" fmla="*/ 2610449 w 2912392"/>
                <a:gd name="connsiteY268" fmla="*/ 57975 h 321524"/>
                <a:gd name="connsiteX269" fmla="*/ 2620178 w 2912392"/>
                <a:gd name="connsiteY269" fmla="*/ 54378 h 321524"/>
                <a:gd name="connsiteX270" fmla="*/ 2629922 w 2912392"/>
                <a:gd name="connsiteY270" fmla="*/ 50856 h 321524"/>
                <a:gd name="connsiteX271" fmla="*/ 2639666 w 2912392"/>
                <a:gd name="connsiteY271" fmla="*/ 47413 h 321524"/>
                <a:gd name="connsiteX272" fmla="*/ 2649410 w 2912392"/>
                <a:gd name="connsiteY272" fmla="*/ 44053 h 321524"/>
                <a:gd name="connsiteX273" fmla="*/ 2659139 w 2912392"/>
                <a:gd name="connsiteY273" fmla="*/ 40785 h 321524"/>
                <a:gd name="connsiteX274" fmla="*/ 2668883 w 2912392"/>
                <a:gd name="connsiteY274" fmla="*/ 37610 h 321524"/>
                <a:gd name="connsiteX275" fmla="*/ 2678627 w 2912392"/>
                <a:gd name="connsiteY275" fmla="*/ 34536 h 321524"/>
                <a:gd name="connsiteX276" fmla="*/ 2688371 w 2912392"/>
                <a:gd name="connsiteY276" fmla="*/ 31568 h 321524"/>
                <a:gd name="connsiteX277" fmla="*/ 2698100 w 2912392"/>
                <a:gd name="connsiteY277" fmla="*/ 28709 h 321524"/>
                <a:gd name="connsiteX278" fmla="*/ 2707844 w 2912392"/>
                <a:gd name="connsiteY278" fmla="*/ 25966 h 321524"/>
                <a:gd name="connsiteX279" fmla="*/ 2717588 w 2912392"/>
                <a:gd name="connsiteY279" fmla="*/ 23341 h 321524"/>
                <a:gd name="connsiteX280" fmla="*/ 2727332 w 2912392"/>
                <a:gd name="connsiteY280" fmla="*/ 20839 h 321524"/>
                <a:gd name="connsiteX281" fmla="*/ 2737076 w 2912392"/>
                <a:gd name="connsiteY281" fmla="*/ 18464 h 321524"/>
                <a:gd name="connsiteX282" fmla="*/ 2746805 w 2912392"/>
                <a:gd name="connsiteY282" fmla="*/ 16221 h 321524"/>
                <a:gd name="connsiteX283" fmla="*/ 2756549 w 2912392"/>
                <a:gd name="connsiteY283" fmla="*/ 14112 h 321524"/>
                <a:gd name="connsiteX284" fmla="*/ 2766293 w 2912392"/>
                <a:gd name="connsiteY284" fmla="*/ 12141 h 321524"/>
                <a:gd name="connsiteX285" fmla="*/ 2776037 w 2912392"/>
                <a:gd name="connsiteY285" fmla="*/ 10310 h 321524"/>
                <a:gd name="connsiteX286" fmla="*/ 2785766 w 2912392"/>
                <a:gd name="connsiteY286" fmla="*/ 8622 h 321524"/>
                <a:gd name="connsiteX287" fmla="*/ 2795510 w 2912392"/>
                <a:gd name="connsiteY287" fmla="*/ 7079 h 321524"/>
                <a:gd name="connsiteX288" fmla="*/ 2805254 w 2912392"/>
                <a:gd name="connsiteY288" fmla="*/ 5684 h 321524"/>
                <a:gd name="connsiteX289" fmla="*/ 2814998 w 2912392"/>
                <a:gd name="connsiteY289" fmla="*/ 4440 h 321524"/>
                <a:gd name="connsiteX290" fmla="*/ 2824727 w 2912392"/>
                <a:gd name="connsiteY290" fmla="*/ 3346 h 321524"/>
                <a:gd name="connsiteX291" fmla="*/ 2834471 w 2912392"/>
                <a:gd name="connsiteY291" fmla="*/ 2405 h 321524"/>
                <a:gd name="connsiteX292" fmla="*/ 2844215 w 2912392"/>
                <a:gd name="connsiteY292" fmla="*/ 1617 h 321524"/>
                <a:gd name="connsiteX293" fmla="*/ 2853958 w 2912392"/>
                <a:gd name="connsiteY293" fmla="*/ 983 h 321524"/>
                <a:gd name="connsiteX294" fmla="*/ 2863687 w 2912392"/>
                <a:gd name="connsiteY294" fmla="*/ 505 h 321524"/>
                <a:gd name="connsiteX295" fmla="*/ 2873431 w 2912392"/>
                <a:gd name="connsiteY295" fmla="*/ 182 h 321524"/>
                <a:gd name="connsiteX296" fmla="*/ 2883175 w 2912392"/>
                <a:gd name="connsiteY296" fmla="*/ 13 h 321524"/>
                <a:gd name="connsiteX297" fmla="*/ 2892919 w 2912392"/>
                <a:gd name="connsiteY297" fmla="*/ 0 h 321524"/>
                <a:gd name="connsiteX298" fmla="*/ 2902663 w 2912392"/>
                <a:gd name="connsiteY298" fmla="*/ 140 h 321524"/>
                <a:gd name="connsiteX299" fmla="*/ 2912392 w 2912392"/>
                <a:gd name="connsiteY299" fmla="*/ 435 h 321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21524">
                  <a:moveTo>
                    <a:pt x="0" y="321525"/>
                  </a:moveTo>
                  <a:lnTo>
                    <a:pt x="9739" y="320173"/>
                  </a:lnTo>
                  <a:lnTo>
                    <a:pt x="19480" y="318795"/>
                  </a:lnTo>
                  <a:lnTo>
                    <a:pt x="29221" y="317389"/>
                  </a:lnTo>
                  <a:lnTo>
                    <a:pt x="38961" y="315952"/>
                  </a:lnTo>
                  <a:lnTo>
                    <a:pt x="48702" y="314485"/>
                  </a:lnTo>
                  <a:lnTo>
                    <a:pt x="58443" y="312983"/>
                  </a:lnTo>
                  <a:lnTo>
                    <a:pt x="68182" y="311445"/>
                  </a:lnTo>
                  <a:lnTo>
                    <a:pt x="77923" y="309869"/>
                  </a:lnTo>
                  <a:lnTo>
                    <a:pt x="87664" y="308256"/>
                  </a:lnTo>
                  <a:lnTo>
                    <a:pt x="97404" y="306602"/>
                  </a:lnTo>
                  <a:lnTo>
                    <a:pt x="107145" y="304908"/>
                  </a:lnTo>
                  <a:lnTo>
                    <a:pt x="116886" y="303170"/>
                  </a:lnTo>
                  <a:lnTo>
                    <a:pt x="126625" y="301392"/>
                  </a:lnTo>
                  <a:lnTo>
                    <a:pt x="136366" y="299568"/>
                  </a:lnTo>
                  <a:lnTo>
                    <a:pt x="146107" y="297701"/>
                  </a:lnTo>
                  <a:lnTo>
                    <a:pt x="155846" y="295791"/>
                  </a:lnTo>
                  <a:lnTo>
                    <a:pt x="165587" y="293836"/>
                  </a:lnTo>
                  <a:lnTo>
                    <a:pt x="175328" y="291838"/>
                  </a:lnTo>
                  <a:lnTo>
                    <a:pt x="185068" y="289797"/>
                  </a:lnTo>
                  <a:lnTo>
                    <a:pt x="194809" y="287713"/>
                  </a:lnTo>
                  <a:lnTo>
                    <a:pt x="204550" y="285585"/>
                  </a:lnTo>
                  <a:lnTo>
                    <a:pt x="214289" y="283416"/>
                  </a:lnTo>
                  <a:lnTo>
                    <a:pt x="224030" y="281206"/>
                  </a:lnTo>
                  <a:lnTo>
                    <a:pt x="233771" y="278958"/>
                  </a:lnTo>
                  <a:lnTo>
                    <a:pt x="243510" y="276671"/>
                  </a:lnTo>
                  <a:lnTo>
                    <a:pt x="253251" y="274345"/>
                  </a:lnTo>
                  <a:lnTo>
                    <a:pt x="262992" y="271985"/>
                  </a:lnTo>
                  <a:lnTo>
                    <a:pt x="272732" y="269591"/>
                  </a:lnTo>
                  <a:lnTo>
                    <a:pt x="282473" y="267164"/>
                  </a:lnTo>
                  <a:lnTo>
                    <a:pt x="292214" y="264707"/>
                  </a:lnTo>
                  <a:lnTo>
                    <a:pt x="301953" y="262222"/>
                  </a:lnTo>
                  <a:lnTo>
                    <a:pt x="311694" y="259710"/>
                  </a:lnTo>
                  <a:lnTo>
                    <a:pt x="321435" y="257173"/>
                  </a:lnTo>
                  <a:lnTo>
                    <a:pt x="331175" y="254613"/>
                  </a:lnTo>
                  <a:lnTo>
                    <a:pt x="340916" y="252033"/>
                  </a:lnTo>
                  <a:lnTo>
                    <a:pt x="350656" y="249436"/>
                  </a:lnTo>
                  <a:lnTo>
                    <a:pt x="360396" y="246821"/>
                  </a:lnTo>
                  <a:lnTo>
                    <a:pt x="370137" y="244194"/>
                  </a:lnTo>
                  <a:lnTo>
                    <a:pt x="379878" y="241556"/>
                  </a:lnTo>
                  <a:lnTo>
                    <a:pt x="389617" y="238907"/>
                  </a:lnTo>
                  <a:lnTo>
                    <a:pt x="399358" y="236253"/>
                  </a:lnTo>
                  <a:lnTo>
                    <a:pt x="409099" y="233595"/>
                  </a:lnTo>
                  <a:lnTo>
                    <a:pt x="418839" y="230934"/>
                  </a:lnTo>
                  <a:lnTo>
                    <a:pt x="428580" y="228275"/>
                  </a:lnTo>
                  <a:lnTo>
                    <a:pt x="438321" y="225617"/>
                  </a:lnTo>
                  <a:lnTo>
                    <a:pt x="448060" y="222965"/>
                  </a:lnTo>
                  <a:lnTo>
                    <a:pt x="457801" y="220319"/>
                  </a:lnTo>
                  <a:lnTo>
                    <a:pt x="467542" y="217683"/>
                  </a:lnTo>
                  <a:lnTo>
                    <a:pt x="477281" y="215059"/>
                  </a:lnTo>
                  <a:lnTo>
                    <a:pt x="487022" y="212449"/>
                  </a:lnTo>
                  <a:lnTo>
                    <a:pt x="496763" y="209855"/>
                  </a:lnTo>
                  <a:lnTo>
                    <a:pt x="506503" y="207278"/>
                  </a:lnTo>
                  <a:lnTo>
                    <a:pt x="516244" y="204721"/>
                  </a:lnTo>
                  <a:lnTo>
                    <a:pt x="525985" y="202185"/>
                  </a:lnTo>
                  <a:lnTo>
                    <a:pt x="535724" y="199673"/>
                  </a:lnTo>
                  <a:lnTo>
                    <a:pt x="545465" y="197185"/>
                  </a:lnTo>
                  <a:lnTo>
                    <a:pt x="555206" y="194725"/>
                  </a:lnTo>
                  <a:lnTo>
                    <a:pt x="564946" y="192294"/>
                  </a:lnTo>
                  <a:lnTo>
                    <a:pt x="574687" y="189892"/>
                  </a:lnTo>
                  <a:lnTo>
                    <a:pt x="584428" y="187522"/>
                  </a:lnTo>
                  <a:lnTo>
                    <a:pt x="594167" y="185184"/>
                  </a:lnTo>
                  <a:lnTo>
                    <a:pt x="603908" y="182881"/>
                  </a:lnTo>
                  <a:lnTo>
                    <a:pt x="613649" y="180613"/>
                  </a:lnTo>
                  <a:lnTo>
                    <a:pt x="623388" y="178383"/>
                  </a:lnTo>
                  <a:lnTo>
                    <a:pt x="633129" y="176188"/>
                  </a:lnTo>
                  <a:lnTo>
                    <a:pt x="642870" y="174034"/>
                  </a:lnTo>
                  <a:lnTo>
                    <a:pt x="652610" y="171918"/>
                  </a:lnTo>
                  <a:lnTo>
                    <a:pt x="662351" y="169842"/>
                  </a:lnTo>
                  <a:lnTo>
                    <a:pt x="672092" y="167807"/>
                  </a:lnTo>
                  <a:lnTo>
                    <a:pt x="681831" y="165815"/>
                  </a:lnTo>
                  <a:lnTo>
                    <a:pt x="691572" y="163865"/>
                  </a:lnTo>
                  <a:lnTo>
                    <a:pt x="701313" y="161958"/>
                  </a:lnTo>
                  <a:lnTo>
                    <a:pt x="711052" y="160094"/>
                  </a:lnTo>
                  <a:lnTo>
                    <a:pt x="720793" y="158273"/>
                  </a:lnTo>
                  <a:lnTo>
                    <a:pt x="730534" y="156497"/>
                  </a:lnTo>
                  <a:lnTo>
                    <a:pt x="740274" y="154766"/>
                  </a:lnTo>
                  <a:lnTo>
                    <a:pt x="750015" y="153080"/>
                  </a:lnTo>
                  <a:lnTo>
                    <a:pt x="759756" y="151438"/>
                  </a:lnTo>
                  <a:lnTo>
                    <a:pt x="769495" y="149839"/>
                  </a:lnTo>
                  <a:lnTo>
                    <a:pt x="779236" y="148287"/>
                  </a:lnTo>
                  <a:lnTo>
                    <a:pt x="788977" y="146779"/>
                  </a:lnTo>
                  <a:lnTo>
                    <a:pt x="798717" y="145314"/>
                  </a:lnTo>
                  <a:lnTo>
                    <a:pt x="808458" y="143896"/>
                  </a:lnTo>
                  <a:lnTo>
                    <a:pt x="818199" y="142519"/>
                  </a:lnTo>
                  <a:lnTo>
                    <a:pt x="827938" y="141189"/>
                  </a:lnTo>
                  <a:lnTo>
                    <a:pt x="837679" y="139900"/>
                  </a:lnTo>
                  <a:lnTo>
                    <a:pt x="847420" y="138654"/>
                  </a:lnTo>
                  <a:lnTo>
                    <a:pt x="857159" y="137452"/>
                  </a:lnTo>
                  <a:lnTo>
                    <a:pt x="866900" y="136291"/>
                  </a:lnTo>
                  <a:lnTo>
                    <a:pt x="876641" y="135173"/>
                  </a:lnTo>
                  <a:lnTo>
                    <a:pt x="886381" y="134094"/>
                  </a:lnTo>
                  <a:lnTo>
                    <a:pt x="896122" y="133055"/>
                  </a:lnTo>
                  <a:lnTo>
                    <a:pt x="905863" y="132059"/>
                  </a:lnTo>
                  <a:lnTo>
                    <a:pt x="915602" y="131099"/>
                  </a:lnTo>
                  <a:lnTo>
                    <a:pt x="925343" y="130178"/>
                  </a:lnTo>
                  <a:lnTo>
                    <a:pt x="935084" y="129296"/>
                  </a:lnTo>
                  <a:lnTo>
                    <a:pt x="944824" y="128450"/>
                  </a:lnTo>
                  <a:lnTo>
                    <a:pt x="954564" y="127641"/>
                  </a:lnTo>
                  <a:lnTo>
                    <a:pt x="964305" y="126866"/>
                  </a:lnTo>
                  <a:lnTo>
                    <a:pt x="974045" y="126127"/>
                  </a:lnTo>
                  <a:lnTo>
                    <a:pt x="983786" y="125423"/>
                  </a:lnTo>
                  <a:lnTo>
                    <a:pt x="993522" y="124751"/>
                  </a:lnTo>
                  <a:lnTo>
                    <a:pt x="1003266" y="124112"/>
                  </a:lnTo>
                  <a:lnTo>
                    <a:pt x="1013010" y="123505"/>
                  </a:lnTo>
                  <a:lnTo>
                    <a:pt x="1022754" y="122929"/>
                  </a:lnTo>
                  <a:lnTo>
                    <a:pt x="1032483" y="122383"/>
                  </a:lnTo>
                  <a:lnTo>
                    <a:pt x="1042227" y="121868"/>
                  </a:lnTo>
                  <a:lnTo>
                    <a:pt x="1051971" y="121382"/>
                  </a:lnTo>
                  <a:lnTo>
                    <a:pt x="1061715" y="120925"/>
                  </a:lnTo>
                  <a:lnTo>
                    <a:pt x="1071444" y="120496"/>
                  </a:lnTo>
                  <a:lnTo>
                    <a:pt x="1081188" y="120095"/>
                  </a:lnTo>
                  <a:lnTo>
                    <a:pt x="1090932" y="119721"/>
                  </a:lnTo>
                  <a:lnTo>
                    <a:pt x="1100676" y="119374"/>
                  </a:lnTo>
                  <a:lnTo>
                    <a:pt x="1110405" y="119053"/>
                  </a:lnTo>
                  <a:lnTo>
                    <a:pt x="1120149" y="118760"/>
                  </a:lnTo>
                  <a:lnTo>
                    <a:pt x="1129893" y="118492"/>
                  </a:lnTo>
                  <a:lnTo>
                    <a:pt x="1139637" y="118250"/>
                  </a:lnTo>
                  <a:lnTo>
                    <a:pt x="1149381" y="118034"/>
                  </a:lnTo>
                  <a:lnTo>
                    <a:pt x="1159110" y="117844"/>
                  </a:lnTo>
                  <a:lnTo>
                    <a:pt x="1168854" y="117680"/>
                  </a:lnTo>
                  <a:lnTo>
                    <a:pt x="1178598" y="117543"/>
                  </a:lnTo>
                  <a:lnTo>
                    <a:pt x="1188341" y="117431"/>
                  </a:lnTo>
                  <a:lnTo>
                    <a:pt x="1198070" y="117344"/>
                  </a:lnTo>
                  <a:lnTo>
                    <a:pt x="1207814" y="117286"/>
                  </a:lnTo>
                  <a:lnTo>
                    <a:pt x="1217558" y="117255"/>
                  </a:lnTo>
                  <a:lnTo>
                    <a:pt x="1227302" y="117251"/>
                  </a:lnTo>
                  <a:lnTo>
                    <a:pt x="1237031" y="117276"/>
                  </a:lnTo>
                  <a:lnTo>
                    <a:pt x="1246775" y="117328"/>
                  </a:lnTo>
                  <a:lnTo>
                    <a:pt x="1256519" y="117411"/>
                  </a:lnTo>
                  <a:lnTo>
                    <a:pt x="1266263" y="117523"/>
                  </a:lnTo>
                  <a:lnTo>
                    <a:pt x="1276007" y="117666"/>
                  </a:lnTo>
                  <a:lnTo>
                    <a:pt x="1285736" y="117841"/>
                  </a:lnTo>
                  <a:lnTo>
                    <a:pt x="1295480" y="118048"/>
                  </a:lnTo>
                  <a:lnTo>
                    <a:pt x="1305224" y="118287"/>
                  </a:lnTo>
                  <a:lnTo>
                    <a:pt x="1314968" y="118563"/>
                  </a:lnTo>
                  <a:lnTo>
                    <a:pt x="1324697" y="118872"/>
                  </a:lnTo>
                  <a:lnTo>
                    <a:pt x="1334441" y="119217"/>
                  </a:lnTo>
                  <a:lnTo>
                    <a:pt x="1344185" y="119599"/>
                  </a:lnTo>
                  <a:lnTo>
                    <a:pt x="1353929" y="120019"/>
                  </a:lnTo>
                  <a:lnTo>
                    <a:pt x="1363658" y="120478"/>
                  </a:lnTo>
                  <a:lnTo>
                    <a:pt x="1373402" y="120977"/>
                  </a:lnTo>
                  <a:lnTo>
                    <a:pt x="1383146" y="121516"/>
                  </a:lnTo>
                  <a:lnTo>
                    <a:pt x="1392890" y="122096"/>
                  </a:lnTo>
                  <a:lnTo>
                    <a:pt x="1402619" y="122718"/>
                  </a:lnTo>
                  <a:lnTo>
                    <a:pt x="1412363" y="123384"/>
                  </a:lnTo>
                  <a:lnTo>
                    <a:pt x="1422106" y="124095"/>
                  </a:lnTo>
                  <a:lnTo>
                    <a:pt x="1431850" y="124849"/>
                  </a:lnTo>
                  <a:lnTo>
                    <a:pt x="1441594" y="125648"/>
                  </a:lnTo>
                  <a:lnTo>
                    <a:pt x="1451323" y="126494"/>
                  </a:lnTo>
                  <a:lnTo>
                    <a:pt x="1461067" y="127385"/>
                  </a:lnTo>
                  <a:lnTo>
                    <a:pt x="1470811" y="128323"/>
                  </a:lnTo>
                  <a:lnTo>
                    <a:pt x="1480555" y="129308"/>
                  </a:lnTo>
                  <a:lnTo>
                    <a:pt x="1490284" y="130341"/>
                  </a:lnTo>
                  <a:lnTo>
                    <a:pt x="1500028" y="131419"/>
                  </a:lnTo>
                  <a:lnTo>
                    <a:pt x="1509772" y="132546"/>
                  </a:lnTo>
                  <a:lnTo>
                    <a:pt x="1519516" y="133720"/>
                  </a:lnTo>
                  <a:lnTo>
                    <a:pt x="1529245" y="134940"/>
                  </a:lnTo>
                  <a:lnTo>
                    <a:pt x="1538989" y="136206"/>
                  </a:lnTo>
                  <a:lnTo>
                    <a:pt x="1548733" y="137518"/>
                  </a:lnTo>
                  <a:lnTo>
                    <a:pt x="1558477" y="138875"/>
                  </a:lnTo>
                  <a:lnTo>
                    <a:pt x="1568221" y="140277"/>
                  </a:lnTo>
                  <a:lnTo>
                    <a:pt x="1577950" y="141721"/>
                  </a:lnTo>
                  <a:lnTo>
                    <a:pt x="1587694" y="143208"/>
                  </a:lnTo>
                  <a:lnTo>
                    <a:pt x="1597438" y="144735"/>
                  </a:lnTo>
                  <a:lnTo>
                    <a:pt x="1607182" y="146301"/>
                  </a:lnTo>
                  <a:lnTo>
                    <a:pt x="1616911" y="147904"/>
                  </a:lnTo>
                  <a:lnTo>
                    <a:pt x="1626655" y="149544"/>
                  </a:lnTo>
                  <a:lnTo>
                    <a:pt x="1636399" y="151219"/>
                  </a:lnTo>
                  <a:lnTo>
                    <a:pt x="1646142" y="152925"/>
                  </a:lnTo>
                  <a:lnTo>
                    <a:pt x="1655872" y="154660"/>
                  </a:lnTo>
                  <a:lnTo>
                    <a:pt x="1665616" y="156424"/>
                  </a:lnTo>
                  <a:lnTo>
                    <a:pt x="1675359" y="158214"/>
                  </a:lnTo>
                  <a:lnTo>
                    <a:pt x="1685103" y="160026"/>
                  </a:lnTo>
                  <a:lnTo>
                    <a:pt x="1694832" y="161857"/>
                  </a:lnTo>
                  <a:lnTo>
                    <a:pt x="1704576" y="163704"/>
                  </a:lnTo>
                  <a:lnTo>
                    <a:pt x="1714320" y="165566"/>
                  </a:lnTo>
                  <a:lnTo>
                    <a:pt x="1724064" y="167439"/>
                  </a:lnTo>
                  <a:lnTo>
                    <a:pt x="1733808" y="169320"/>
                  </a:lnTo>
                  <a:lnTo>
                    <a:pt x="1743537" y="171204"/>
                  </a:lnTo>
                  <a:lnTo>
                    <a:pt x="1753281" y="173090"/>
                  </a:lnTo>
                  <a:lnTo>
                    <a:pt x="1763025" y="174974"/>
                  </a:lnTo>
                  <a:lnTo>
                    <a:pt x="1772769" y="176851"/>
                  </a:lnTo>
                  <a:lnTo>
                    <a:pt x="1782498" y="178718"/>
                  </a:lnTo>
                  <a:lnTo>
                    <a:pt x="1792242" y="180571"/>
                  </a:lnTo>
                  <a:lnTo>
                    <a:pt x="1801986" y="182408"/>
                  </a:lnTo>
                  <a:lnTo>
                    <a:pt x="1811730" y="184223"/>
                  </a:lnTo>
                  <a:lnTo>
                    <a:pt x="1821459" y="186014"/>
                  </a:lnTo>
                  <a:lnTo>
                    <a:pt x="1831203" y="187775"/>
                  </a:lnTo>
                  <a:lnTo>
                    <a:pt x="1840947" y="189505"/>
                  </a:lnTo>
                  <a:lnTo>
                    <a:pt x="1850691" y="191197"/>
                  </a:lnTo>
                  <a:lnTo>
                    <a:pt x="1860435" y="192848"/>
                  </a:lnTo>
                  <a:lnTo>
                    <a:pt x="1870164" y="194456"/>
                  </a:lnTo>
                  <a:lnTo>
                    <a:pt x="1879908" y="196014"/>
                  </a:lnTo>
                  <a:lnTo>
                    <a:pt x="1889652" y="197520"/>
                  </a:lnTo>
                  <a:lnTo>
                    <a:pt x="1899395" y="198971"/>
                  </a:lnTo>
                  <a:lnTo>
                    <a:pt x="1909124" y="200362"/>
                  </a:lnTo>
                  <a:lnTo>
                    <a:pt x="1918868" y="201688"/>
                  </a:lnTo>
                  <a:lnTo>
                    <a:pt x="1928612" y="202948"/>
                  </a:lnTo>
                  <a:lnTo>
                    <a:pt x="1938356" y="204135"/>
                  </a:lnTo>
                  <a:lnTo>
                    <a:pt x="1948085" y="205250"/>
                  </a:lnTo>
                  <a:lnTo>
                    <a:pt x="1957829" y="206285"/>
                  </a:lnTo>
                  <a:lnTo>
                    <a:pt x="1967573" y="207239"/>
                  </a:lnTo>
                  <a:lnTo>
                    <a:pt x="1977317" y="208109"/>
                  </a:lnTo>
                  <a:lnTo>
                    <a:pt x="1987046" y="208891"/>
                  </a:lnTo>
                  <a:lnTo>
                    <a:pt x="1996790" y="209581"/>
                  </a:lnTo>
                  <a:lnTo>
                    <a:pt x="2006534" y="210178"/>
                  </a:lnTo>
                  <a:lnTo>
                    <a:pt x="2016278" y="210678"/>
                  </a:lnTo>
                  <a:lnTo>
                    <a:pt x="2026022" y="211078"/>
                  </a:lnTo>
                  <a:lnTo>
                    <a:pt x="2035751" y="211376"/>
                  </a:lnTo>
                  <a:lnTo>
                    <a:pt x="2045495" y="211572"/>
                  </a:lnTo>
                  <a:lnTo>
                    <a:pt x="2055239" y="211658"/>
                  </a:lnTo>
                  <a:lnTo>
                    <a:pt x="2064983" y="211637"/>
                  </a:lnTo>
                  <a:lnTo>
                    <a:pt x="2074712" y="211504"/>
                  </a:lnTo>
                  <a:lnTo>
                    <a:pt x="2084456" y="211260"/>
                  </a:lnTo>
                  <a:lnTo>
                    <a:pt x="2094200" y="210901"/>
                  </a:lnTo>
                  <a:lnTo>
                    <a:pt x="2103944" y="210427"/>
                  </a:lnTo>
                  <a:lnTo>
                    <a:pt x="2113673" y="209837"/>
                  </a:lnTo>
                  <a:lnTo>
                    <a:pt x="2123417" y="209128"/>
                  </a:lnTo>
                  <a:lnTo>
                    <a:pt x="2133161" y="208300"/>
                  </a:lnTo>
                  <a:lnTo>
                    <a:pt x="2142905" y="207354"/>
                  </a:lnTo>
                  <a:lnTo>
                    <a:pt x="2152649" y="206287"/>
                  </a:lnTo>
                  <a:lnTo>
                    <a:pt x="2162377" y="205099"/>
                  </a:lnTo>
                  <a:lnTo>
                    <a:pt x="2172121" y="203793"/>
                  </a:lnTo>
                  <a:lnTo>
                    <a:pt x="2181865" y="202364"/>
                  </a:lnTo>
                  <a:lnTo>
                    <a:pt x="2191609" y="200817"/>
                  </a:lnTo>
                  <a:lnTo>
                    <a:pt x="2201338" y="199150"/>
                  </a:lnTo>
                  <a:lnTo>
                    <a:pt x="2211082" y="197364"/>
                  </a:lnTo>
                  <a:lnTo>
                    <a:pt x="2220826" y="195461"/>
                  </a:lnTo>
                  <a:lnTo>
                    <a:pt x="2230570" y="193441"/>
                  </a:lnTo>
                  <a:lnTo>
                    <a:pt x="2240299" y="191306"/>
                  </a:lnTo>
                  <a:lnTo>
                    <a:pt x="2250043" y="189056"/>
                  </a:lnTo>
                  <a:lnTo>
                    <a:pt x="2259787" y="186695"/>
                  </a:lnTo>
                  <a:lnTo>
                    <a:pt x="2269531" y="184224"/>
                  </a:lnTo>
                  <a:lnTo>
                    <a:pt x="2279260" y="181645"/>
                  </a:lnTo>
                  <a:lnTo>
                    <a:pt x="2289004" y="178962"/>
                  </a:lnTo>
                  <a:lnTo>
                    <a:pt x="2298748" y="176175"/>
                  </a:lnTo>
                  <a:lnTo>
                    <a:pt x="2308492" y="173289"/>
                  </a:lnTo>
                  <a:lnTo>
                    <a:pt x="2318236" y="170304"/>
                  </a:lnTo>
                  <a:lnTo>
                    <a:pt x="2327965" y="167228"/>
                  </a:lnTo>
                  <a:lnTo>
                    <a:pt x="2337709" y="164060"/>
                  </a:lnTo>
                  <a:lnTo>
                    <a:pt x="2347453" y="160806"/>
                  </a:lnTo>
                  <a:lnTo>
                    <a:pt x="2357197" y="157470"/>
                  </a:lnTo>
                  <a:lnTo>
                    <a:pt x="2366926" y="154054"/>
                  </a:lnTo>
                  <a:lnTo>
                    <a:pt x="2376670" y="150565"/>
                  </a:lnTo>
                  <a:lnTo>
                    <a:pt x="2386413" y="147005"/>
                  </a:lnTo>
                  <a:lnTo>
                    <a:pt x="2396157" y="143380"/>
                  </a:lnTo>
                  <a:lnTo>
                    <a:pt x="2405886" y="139694"/>
                  </a:lnTo>
                  <a:lnTo>
                    <a:pt x="2415630" y="135952"/>
                  </a:lnTo>
                  <a:lnTo>
                    <a:pt x="2425374" y="132158"/>
                  </a:lnTo>
                  <a:lnTo>
                    <a:pt x="2435118" y="128320"/>
                  </a:lnTo>
                  <a:lnTo>
                    <a:pt x="2444862" y="124442"/>
                  </a:lnTo>
                  <a:lnTo>
                    <a:pt x="2454591" y="120528"/>
                  </a:lnTo>
                  <a:lnTo>
                    <a:pt x="2464335" y="116585"/>
                  </a:lnTo>
                  <a:lnTo>
                    <a:pt x="2474079" y="112618"/>
                  </a:lnTo>
                  <a:lnTo>
                    <a:pt x="2483823" y="108634"/>
                  </a:lnTo>
                  <a:lnTo>
                    <a:pt x="2493552" y="104639"/>
                  </a:lnTo>
                  <a:lnTo>
                    <a:pt x="2503296" y="100637"/>
                  </a:lnTo>
                  <a:lnTo>
                    <a:pt x="2513040" y="96635"/>
                  </a:lnTo>
                  <a:lnTo>
                    <a:pt x="2522784" y="92639"/>
                  </a:lnTo>
                  <a:lnTo>
                    <a:pt x="2532513" y="88656"/>
                  </a:lnTo>
                  <a:lnTo>
                    <a:pt x="2542257" y="84692"/>
                  </a:lnTo>
                  <a:lnTo>
                    <a:pt x="2552001" y="80751"/>
                  </a:lnTo>
                  <a:lnTo>
                    <a:pt x="2561745" y="76842"/>
                  </a:lnTo>
                  <a:lnTo>
                    <a:pt x="2571474" y="72969"/>
                  </a:lnTo>
                  <a:lnTo>
                    <a:pt x="2581218" y="69140"/>
                  </a:lnTo>
                  <a:lnTo>
                    <a:pt x="2590962" y="65362"/>
                  </a:lnTo>
                  <a:lnTo>
                    <a:pt x="2600705" y="61637"/>
                  </a:lnTo>
                  <a:lnTo>
                    <a:pt x="2610449" y="57975"/>
                  </a:lnTo>
                  <a:lnTo>
                    <a:pt x="2620178" y="54378"/>
                  </a:lnTo>
                  <a:lnTo>
                    <a:pt x="2629922" y="50856"/>
                  </a:lnTo>
                  <a:lnTo>
                    <a:pt x="2639666" y="47413"/>
                  </a:lnTo>
                  <a:lnTo>
                    <a:pt x="2649410" y="44053"/>
                  </a:lnTo>
                  <a:lnTo>
                    <a:pt x="2659139" y="40785"/>
                  </a:lnTo>
                  <a:lnTo>
                    <a:pt x="2668883" y="37610"/>
                  </a:lnTo>
                  <a:lnTo>
                    <a:pt x="2678627" y="34536"/>
                  </a:lnTo>
                  <a:lnTo>
                    <a:pt x="2688371" y="31568"/>
                  </a:lnTo>
                  <a:lnTo>
                    <a:pt x="2698100" y="28709"/>
                  </a:lnTo>
                  <a:lnTo>
                    <a:pt x="2707844" y="25966"/>
                  </a:lnTo>
                  <a:lnTo>
                    <a:pt x="2717588" y="23341"/>
                  </a:lnTo>
                  <a:lnTo>
                    <a:pt x="2727332" y="20839"/>
                  </a:lnTo>
                  <a:lnTo>
                    <a:pt x="2737076" y="18464"/>
                  </a:lnTo>
                  <a:lnTo>
                    <a:pt x="2746805" y="16221"/>
                  </a:lnTo>
                  <a:lnTo>
                    <a:pt x="2756549" y="14112"/>
                  </a:lnTo>
                  <a:lnTo>
                    <a:pt x="2766293" y="12141"/>
                  </a:lnTo>
                  <a:lnTo>
                    <a:pt x="2776037" y="10310"/>
                  </a:lnTo>
                  <a:lnTo>
                    <a:pt x="2785766" y="8622"/>
                  </a:lnTo>
                  <a:lnTo>
                    <a:pt x="2795510" y="7079"/>
                  </a:lnTo>
                  <a:lnTo>
                    <a:pt x="2805254" y="5684"/>
                  </a:lnTo>
                  <a:lnTo>
                    <a:pt x="2814998" y="4440"/>
                  </a:lnTo>
                  <a:lnTo>
                    <a:pt x="2824727" y="3346"/>
                  </a:lnTo>
                  <a:lnTo>
                    <a:pt x="2834471" y="2405"/>
                  </a:lnTo>
                  <a:lnTo>
                    <a:pt x="2844215" y="1617"/>
                  </a:lnTo>
                  <a:lnTo>
                    <a:pt x="2853958" y="983"/>
                  </a:lnTo>
                  <a:lnTo>
                    <a:pt x="2863687" y="505"/>
                  </a:lnTo>
                  <a:lnTo>
                    <a:pt x="2873431" y="182"/>
                  </a:lnTo>
                  <a:lnTo>
                    <a:pt x="2883175" y="13"/>
                  </a:lnTo>
                  <a:lnTo>
                    <a:pt x="2892919" y="0"/>
                  </a:lnTo>
                  <a:lnTo>
                    <a:pt x="2902663" y="140"/>
                  </a:lnTo>
                  <a:lnTo>
                    <a:pt x="2912392" y="43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9" name="Freeform 708">
              <a:extLst>
                <a:ext uri="{FF2B5EF4-FFF2-40B4-BE49-F238E27FC236}">
                  <a16:creationId xmlns:a16="http://schemas.microsoft.com/office/drawing/2014/main" id="{9DB2338E-4BBA-0116-D406-11AFF7DB73A7}"/>
                </a:ext>
              </a:extLst>
            </p:cNvPr>
            <p:cNvSpPr/>
            <p:nvPr/>
          </p:nvSpPr>
          <p:spPr>
            <a:xfrm>
              <a:off x="576446" y="3166590"/>
              <a:ext cx="2912392" cy="564857"/>
            </a:xfrm>
            <a:custGeom>
              <a:avLst/>
              <a:gdLst>
                <a:gd name="connsiteX0" fmla="*/ 0 w 2912392"/>
                <a:gd name="connsiteY0" fmla="*/ 89147 h 564857"/>
                <a:gd name="connsiteX1" fmla="*/ 9739 w 2912392"/>
                <a:gd name="connsiteY1" fmla="*/ 80460 h 564857"/>
                <a:gd name="connsiteX2" fmla="*/ 19480 w 2912392"/>
                <a:gd name="connsiteY2" fmla="*/ 72138 h 564857"/>
                <a:gd name="connsiteX3" fmla="*/ 29221 w 2912392"/>
                <a:gd name="connsiteY3" fmla="*/ 64197 h 564857"/>
                <a:gd name="connsiteX4" fmla="*/ 38961 w 2912392"/>
                <a:gd name="connsiteY4" fmla="*/ 56655 h 564857"/>
                <a:gd name="connsiteX5" fmla="*/ 48702 w 2912392"/>
                <a:gd name="connsiteY5" fmla="*/ 49526 h 564857"/>
                <a:gd name="connsiteX6" fmla="*/ 58443 w 2912392"/>
                <a:gd name="connsiteY6" fmla="*/ 42829 h 564857"/>
                <a:gd name="connsiteX7" fmla="*/ 68182 w 2912392"/>
                <a:gd name="connsiteY7" fmla="*/ 36574 h 564857"/>
                <a:gd name="connsiteX8" fmla="*/ 77923 w 2912392"/>
                <a:gd name="connsiteY8" fmla="*/ 30778 h 564857"/>
                <a:gd name="connsiteX9" fmla="*/ 87664 w 2912392"/>
                <a:gd name="connsiteY9" fmla="*/ 25452 h 564857"/>
                <a:gd name="connsiteX10" fmla="*/ 97404 w 2912392"/>
                <a:gd name="connsiteY10" fmla="*/ 20608 h 564857"/>
                <a:gd name="connsiteX11" fmla="*/ 107145 w 2912392"/>
                <a:gd name="connsiteY11" fmla="*/ 16256 h 564857"/>
                <a:gd name="connsiteX12" fmla="*/ 116886 w 2912392"/>
                <a:gd name="connsiteY12" fmla="*/ 12405 h 564857"/>
                <a:gd name="connsiteX13" fmla="*/ 126625 w 2912392"/>
                <a:gd name="connsiteY13" fmla="*/ 9063 h 564857"/>
                <a:gd name="connsiteX14" fmla="*/ 136366 w 2912392"/>
                <a:gd name="connsiteY14" fmla="*/ 6237 h 564857"/>
                <a:gd name="connsiteX15" fmla="*/ 146107 w 2912392"/>
                <a:gd name="connsiteY15" fmla="*/ 3933 h 564857"/>
                <a:gd name="connsiteX16" fmla="*/ 155846 w 2912392"/>
                <a:gd name="connsiteY16" fmla="*/ 2154 h 564857"/>
                <a:gd name="connsiteX17" fmla="*/ 165587 w 2912392"/>
                <a:gd name="connsiteY17" fmla="*/ 904 h 564857"/>
                <a:gd name="connsiteX18" fmla="*/ 175328 w 2912392"/>
                <a:gd name="connsiteY18" fmla="*/ 186 h 564857"/>
                <a:gd name="connsiteX19" fmla="*/ 185068 w 2912392"/>
                <a:gd name="connsiteY19" fmla="*/ 0 h 564857"/>
                <a:gd name="connsiteX20" fmla="*/ 194809 w 2912392"/>
                <a:gd name="connsiteY20" fmla="*/ 344 h 564857"/>
                <a:gd name="connsiteX21" fmla="*/ 204550 w 2912392"/>
                <a:gd name="connsiteY21" fmla="*/ 1217 h 564857"/>
                <a:gd name="connsiteX22" fmla="*/ 214289 w 2912392"/>
                <a:gd name="connsiteY22" fmla="*/ 2616 h 564857"/>
                <a:gd name="connsiteX23" fmla="*/ 224030 w 2912392"/>
                <a:gd name="connsiteY23" fmla="*/ 4537 h 564857"/>
                <a:gd name="connsiteX24" fmla="*/ 233771 w 2912392"/>
                <a:gd name="connsiteY24" fmla="*/ 6971 h 564857"/>
                <a:gd name="connsiteX25" fmla="*/ 243510 w 2912392"/>
                <a:gd name="connsiteY25" fmla="*/ 9915 h 564857"/>
                <a:gd name="connsiteX26" fmla="*/ 253251 w 2912392"/>
                <a:gd name="connsiteY26" fmla="*/ 13358 h 564857"/>
                <a:gd name="connsiteX27" fmla="*/ 262992 w 2912392"/>
                <a:gd name="connsiteY27" fmla="*/ 17292 h 564857"/>
                <a:gd name="connsiteX28" fmla="*/ 272732 w 2912392"/>
                <a:gd name="connsiteY28" fmla="*/ 21705 h 564857"/>
                <a:gd name="connsiteX29" fmla="*/ 282473 w 2912392"/>
                <a:gd name="connsiteY29" fmla="*/ 26586 h 564857"/>
                <a:gd name="connsiteX30" fmla="*/ 292214 w 2912392"/>
                <a:gd name="connsiteY30" fmla="*/ 31921 h 564857"/>
                <a:gd name="connsiteX31" fmla="*/ 301953 w 2912392"/>
                <a:gd name="connsiteY31" fmla="*/ 37697 h 564857"/>
                <a:gd name="connsiteX32" fmla="*/ 311694 w 2912392"/>
                <a:gd name="connsiteY32" fmla="*/ 43898 h 564857"/>
                <a:gd name="connsiteX33" fmla="*/ 321435 w 2912392"/>
                <a:gd name="connsiteY33" fmla="*/ 50509 h 564857"/>
                <a:gd name="connsiteX34" fmla="*/ 331175 w 2912392"/>
                <a:gd name="connsiteY34" fmla="*/ 57512 h 564857"/>
                <a:gd name="connsiteX35" fmla="*/ 340916 w 2912392"/>
                <a:gd name="connsiteY35" fmla="*/ 64888 h 564857"/>
                <a:gd name="connsiteX36" fmla="*/ 350656 w 2912392"/>
                <a:gd name="connsiteY36" fmla="*/ 72618 h 564857"/>
                <a:gd name="connsiteX37" fmla="*/ 360396 w 2912392"/>
                <a:gd name="connsiteY37" fmla="*/ 80684 h 564857"/>
                <a:gd name="connsiteX38" fmla="*/ 370137 w 2912392"/>
                <a:gd name="connsiteY38" fmla="*/ 89065 h 564857"/>
                <a:gd name="connsiteX39" fmla="*/ 379878 w 2912392"/>
                <a:gd name="connsiteY39" fmla="*/ 97737 h 564857"/>
                <a:gd name="connsiteX40" fmla="*/ 389617 w 2912392"/>
                <a:gd name="connsiteY40" fmla="*/ 106683 h 564857"/>
                <a:gd name="connsiteX41" fmla="*/ 399358 w 2912392"/>
                <a:gd name="connsiteY41" fmla="*/ 115875 h 564857"/>
                <a:gd name="connsiteX42" fmla="*/ 409099 w 2912392"/>
                <a:gd name="connsiteY42" fmla="*/ 125295 h 564857"/>
                <a:gd name="connsiteX43" fmla="*/ 418839 w 2912392"/>
                <a:gd name="connsiteY43" fmla="*/ 134916 h 564857"/>
                <a:gd name="connsiteX44" fmla="*/ 428580 w 2912392"/>
                <a:gd name="connsiteY44" fmla="*/ 144717 h 564857"/>
                <a:gd name="connsiteX45" fmla="*/ 438321 w 2912392"/>
                <a:gd name="connsiteY45" fmla="*/ 154672 h 564857"/>
                <a:gd name="connsiteX46" fmla="*/ 448060 w 2912392"/>
                <a:gd name="connsiteY46" fmla="*/ 164757 h 564857"/>
                <a:gd name="connsiteX47" fmla="*/ 457801 w 2912392"/>
                <a:gd name="connsiteY47" fmla="*/ 174950 h 564857"/>
                <a:gd name="connsiteX48" fmla="*/ 467542 w 2912392"/>
                <a:gd name="connsiteY48" fmla="*/ 185223 h 564857"/>
                <a:gd name="connsiteX49" fmla="*/ 477281 w 2912392"/>
                <a:gd name="connsiteY49" fmla="*/ 195554 h 564857"/>
                <a:gd name="connsiteX50" fmla="*/ 487022 w 2912392"/>
                <a:gd name="connsiteY50" fmla="*/ 205917 h 564857"/>
                <a:gd name="connsiteX51" fmla="*/ 496763 w 2912392"/>
                <a:gd name="connsiteY51" fmla="*/ 216289 h 564857"/>
                <a:gd name="connsiteX52" fmla="*/ 506503 w 2912392"/>
                <a:gd name="connsiteY52" fmla="*/ 226645 h 564857"/>
                <a:gd name="connsiteX53" fmla="*/ 516244 w 2912392"/>
                <a:gd name="connsiteY53" fmla="*/ 236961 h 564857"/>
                <a:gd name="connsiteX54" fmla="*/ 525985 w 2912392"/>
                <a:gd name="connsiteY54" fmla="*/ 247216 h 564857"/>
                <a:gd name="connsiteX55" fmla="*/ 535724 w 2912392"/>
                <a:gd name="connsiteY55" fmla="*/ 257383 h 564857"/>
                <a:gd name="connsiteX56" fmla="*/ 545465 w 2912392"/>
                <a:gd name="connsiteY56" fmla="*/ 267443 h 564857"/>
                <a:gd name="connsiteX57" fmla="*/ 555206 w 2912392"/>
                <a:gd name="connsiteY57" fmla="*/ 277373 h 564857"/>
                <a:gd name="connsiteX58" fmla="*/ 564946 w 2912392"/>
                <a:gd name="connsiteY58" fmla="*/ 287151 h 564857"/>
                <a:gd name="connsiteX59" fmla="*/ 574687 w 2912392"/>
                <a:gd name="connsiteY59" fmla="*/ 296758 h 564857"/>
                <a:gd name="connsiteX60" fmla="*/ 584428 w 2912392"/>
                <a:gd name="connsiteY60" fmla="*/ 306173 h 564857"/>
                <a:gd name="connsiteX61" fmla="*/ 594167 w 2912392"/>
                <a:gd name="connsiteY61" fmla="*/ 315376 h 564857"/>
                <a:gd name="connsiteX62" fmla="*/ 603908 w 2912392"/>
                <a:gd name="connsiteY62" fmla="*/ 324349 h 564857"/>
                <a:gd name="connsiteX63" fmla="*/ 613649 w 2912392"/>
                <a:gd name="connsiteY63" fmla="*/ 333076 h 564857"/>
                <a:gd name="connsiteX64" fmla="*/ 623388 w 2912392"/>
                <a:gd name="connsiteY64" fmla="*/ 341540 h 564857"/>
                <a:gd name="connsiteX65" fmla="*/ 633129 w 2912392"/>
                <a:gd name="connsiteY65" fmla="*/ 349724 h 564857"/>
                <a:gd name="connsiteX66" fmla="*/ 642870 w 2912392"/>
                <a:gd name="connsiteY66" fmla="*/ 357616 h 564857"/>
                <a:gd name="connsiteX67" fmla="*/ 652610 w 2912392"/>
                <a:gd name="connsiteY67" fmla="*/ 365202 h 564857"/>
                <a:gd name="connsiteX68" fmla="*/ 662351 w 2912392"/>
                <a:gd name="connsiteY68" fmla="*/ 372469 h 564857"/>
                <a:gd name="connsiteX69" fmla="*/ 672092 w 2912392"/>
                <a:gd name="connsiteY69" fmla="*/ 379406 h 564857"/>
                <a:gd name="connsiteX70" fmla="*/ 681831 w 2912392"/>
                <a:gd name="connsiteY70" fmla="*/ 386003 h 564857"/>
                <a:gd name="connsiteX71" fmla="*/ 691572 w 2912392"/>
                <a:gd name="connsiteY71" fmla="*/ 392251 h 564857"/>
                <a:gd name="connsiteX72" fmla="*/ 701313 w 2912392"/>
                <a:gd name="connsiteY72" fmla="*/ 398143 h 564857"/>
                <a:gd name="connsiteX73" fmla="*/ 711052 w 2912392"/>
                <a:gd name="connsiteY73" fmla="*/ 403672 h 564857"/>
                <a:gd name="connsiteX74" fmla="*/ 720793 w 2912392"/>
                <a:gd name="connsiteY74" fmla="*/ 408833 h 564857"/>
                <a:gd name="connsiteX75" fmla="*/ 730534 w 2912392"/>
                <a:gd name="connsiteY75" fmla="*/ 413621 h 564857"/>
                <a:gd name="connsiteX76" fmla="*/ 740274 w 2912392"/>
                <a:gd name="connsiteY76" fmla="*/ 418036 h 564857"/>
                <a:gd name="connsiteX77" fmla="*/ 750015 w 2912392"/>
                <a:gd name="connsiteY77" fmla="*/ 422072 h 564857"/>
                <a:gd name="connsiteX78" fmla="*/ 759756 w 2912392"/>
                <a:gd name="connsiteY78" fmla="*/ 425731 h 564857"/>
                <a:gd name="connsiteX79" fmla="*/ 769495 w 2912392"/>
                <a:gd name="connsiteY79" fmla="*/ 429013 h 564857"/>
                <a:gd name="connsiteX80" fmla="*/ 779236 w 2912392"/>
                <a:gd name="connsiteY80" fmla="*/ 431921 h 564857"/>
                <a:gd name="connsiteX81" fmla="*/ 788977 w 2912392"/>
                <a:gd name="connsiteY81" fmla="*/ 434457 h 564857"/>
                <a:gd name="connsiteX82" fmla="*/ 798717 w 2912392"/>
                <a:gd name="connsiteY82" fmla="*/ 436627 h 564857"/>
                <a:gd name="connsiteX83" fmla="*/ 808458 w 2912392"/>
                <a:gd name="connsiteY83" fmla="*/ 438432 h 564857"/>
                <a:gd name="connsiteX84" fmla="*/ 818199 w 2912392"/>
                <a:gd name="connsiteY84" fmla="*/ 439882 h 564857"/>
                <a:gd name="connsiteX85" fmla="*/ 827938 w 2912392"/>
                <a:gd name="connsiteY85" fmla="*/ 440982 h 564857"/>
                <a:gd name="connsiteX86" fmla="*/ 837679 w 2912392"/>
                <a:gd name="connsiteY86" fmla="*/ 441743 h 564857"/>
                <a:gd name="connsiteX87" fmla="*/ 847420 w 2912392"/>
                <a:gd name="connsiteY87" fmla="*/ 442171 h 564857"/>
                <a:gd name="connsiteX88" fmla="*/ 857159 w 2912392"/>
                <a:gd name="connsiteY88" fmla="*/ 442278 h 564857"/>
                <a:gd name="connsiteX89" fmla="*/ 866900 w 2912392"/>
                <a:gd name="connsiteY89" fmla="*/ 442075 h 564857"/>
                <a:gd name="connsiteX90" fmla="*/ 876641 w 2912392"/>
                <a:gd name="connsiteY90" fmla="*/ 441575 h 564857"/>
                <a:gd name="connsiteX91" fmla="*/ 886381 w 2912392"/>
                <a:gd name="connsiteY91" fmla="*/ 440786 h 564857"/>
                <a:gd name="connsiteX92" fmla="*/ 896122 w 2912392"/>
                <a:gd name="connsiteY92" fmla="*/ 439727 h 564857"/>
                <a:gd name="connsiteX93" fmla="*/ 905863 w 2912392"/>
                <a:gd name="connsiteY93" fmla="*/ 438407 h 564857"/>
                <a:gd name="connsiteX94" fmla="*/ 915602 w 2912392"/>
                <a:gd name="connsiteY94" fmla="*/ 436844 h 564857"/>
                <a:gd name="connsiteX95" fmla="*/ 925343 w 2912392"/>
                <a:gd name="connsiteY95" fmla="*/ 435052 h 564857"/>
                <a:gd name="connsiteX96" fmla="*/ 935084 w 2912392"/>
                <a:gd name="connsiteY96" fmla="*/ 433046 h 564857"/>
                <a:gd name="connsiteX97" fmla="*/ 944824 w 2912392"/>
                <a:gd name="connsiteY97" fmla="*/ 430843 h 564857"/>
                <a:gd name="connsiteX98" fmla="*/ 954564 w 2912392"/>
                <a:gd name="connsiteY98" fmla="*/ 428458 h 564857"/>
                <a:gd name="connsiteX99" fmla="*/ 964305 w 2912392"/>
                <a:gd name="connsiteY99" fmla="*/ 425908 h 564857"/>
                <a:gd name="connsiteX100" fmla="*/ 974045 w 2912392"/>
                <a:gd name="connsiteY100" fmla="*/ 423212 h 564857"/>
                <a:gd name="connsiteX101" fmla="*/ 983786 w 2912392"/>
                <a:gd name="connsiteY101" fmla="*/ 420384 h 564857"/>
                <a:gd name="connsiteX102" fmla="*/ 993522 w 2912392"/>
                <a:gd name="connsiteY102" fmla="*/ 417441 h 564857"/>
                <a:gd name="connsiteX103" fmla="*/ 1003266 w 2912392"/>
                <a:gd name="connsiteY103" fmla="*/ 414403 h 564857"/>
                <a:gd name="connsiteX104" fmla="*/ 1013010 w 2912392"/>
                <a:gd name="connsiteY104" fmla="*/ 411286 h 564857"/>
                <a:gd name="connsiteX105" fmla="*/ 1022754 w 2912392"/>
                <a:gd name="connsiteY105" fmla="*/ 408107 h 564857"/>
                <a:gd name="connsiteX106" fmla="*/ 1032483 w 2912392"/>
                <a:gd name="connsiteY106" fmla="*/ 404883 h 564857"/>
                <a:gd name="connsiteX107" fmla="*/ 1042227 w 2912392"/>
                <a:gd name="connsiteY107" fmla="*/ 401630 h 564857"/>
                <a:gd name="connsiteX108" fmla="*/ 1051971 w 2912392"/>
                <a:gd name="connsiteY108" fmla="*/ 398367 h 564857"/>
                <a:gd name="connsiteX109" fmla="*/ 1061715 w 2912392"/>
                <a:gd name="connsiteY109" fmla="*/ 395108 h 564857"/>
                <a:gd name="connsiteX110" fmla="*/ 1071444 w 2912392"/>
                <a:gd name="connsiteY110" fmla="*/ 391870 h 564857"/>
                <a:gd name="connsiteX111" fmla="*/ 1081188 w 2912392"/>
                <a:gd name="connsiteY111" fmla="*/ 388670 h 564857"/>
                <a:gd name="connsiteX112" fmla="*/ 1090932 w 2912392"/>
                <a:gd name="connsiteY112" fmla="*/ 385520 h 564857"/>
                <a:gd name="connsiteX113" fmla="*/ 1100676 w 2912392"/>
                <a:gd name="connsiteY113" fmla="*/ 382438 h 564857"/>
                <a:gd name="connsiteX114" fmla="*/ 1110405 w 2912392"/>
                <a:gd name="connsiteY114" fmla="*/ 379437 h 564857"/>
                <a:gd name="connsiteX115" fmla="*/ 1120149 w 2912392"/>
                <a:gd name="connsiteY115" fmla="*/ 376530 h 564857"/>
                <a:gd name="connsiteX116" fmla="*/ 1129893 w 2912392"/>
                <a:gd name="connsiteY116" fmla="*/ 373731 h 564857"/>
                <a:gd name="connsiteX117" fmla="*/ 1139637 w 2912392"/>
                <a:gd name="connsiteY117" fmla="*/ 371052 h 564857"/>
                <a:gd name="connsiteX118" fmla="*/ 1149381 w 2912392"/>
                <a:gd name="connsiteY118" fmla="*/ 368506 h 564857"/>
                <a:gd name="connsiteX119" fmla="*/ 1159110 w 2912392"/>
                <a:gd name="connsiteY119" fmla="*/ 366102 h 564857"/>
                <a:gd name="connsiteX120" fmla="*/ 1168854 w 2912392"/>
                <a:gd name="connsiteY120" fmla="*/ 363853 h 564857"/>
                <a:gd name="connsiteX121" fmla="*/ 1178598 w 2912392"/>
                <a:gd name="connsiteY121" fmla="*/ 361767 h 564857"/>
                <a:gd name="connsiteX122" fmla="*/ 1188341 w 2912392"/>
                <a:gd name="connsiteY122" fmla="*/ 359854 h 564857"/>
                <a:gd name="connsiteX123" fmla="*/ 1198070 w 2912392"/>
                <a:gd name="connsiteY123" fmla="*/ 358121 h 564857"/>
                <a:gd name="connsiteX124" fmla="*/ 1207814 w 2912392"/>
                <a:gd name="connsiteY124" fmla="*/ 356576 h 564857"/>
                <a:gd name="connsiteX125" fmla="*/ 1217558 w 2912392"/>
                <a:gd name="connsiteY125" fmla="*/ 355228 h 564857"/>
                <a:gd name="connsiteX126" fmla="*/ 1227302 w 2912392"/>
                <a:gd name="connsiteY126" fmla="*/ 354079 h 564857"/>
                <a:gd name="connsiteX127" fmla="*/ 1237031 w 2912392"/>
                <a:gd name="connsiteY127" fmla="*/ 353136 h 564857"/>
                <a:gd name="connsiteX128" fmla="*/ 1246775 w 2912392"/>
                <a:gd name="connsiteY128" fmla="*/ 352404 h 564857"/>
                <a:gd name="connsiteX129" fmla="*/ 1256519 w 2912392"/>
                <a:gd name="connsiteY129" fmla="*/ 351886 h 564857"/>
                <a:gd name="connsiteX130" fmla="*/ 1266263 w 2912392"/>
                <a:gd name="connsiteY130" fmla="*/ 351585 h 564857"/>
                <a:gd name="connsiteX131" fmla="*/ 1276007 w 2912392"/>
                <a:gd name="connsiteY131" fmla="*/ 351503 h 564857"/>
                <a:gd name="connsiteX132" fmla="*/ 1285736 w 2912392"/>
                <a:gd name="connsiteY132" fmla="*/ 351641 h 564857"/>
                <a:gd name="connsiteX133" fmla="*/ 1295480 w 2912392"/>
                <a:gd name="connsiteY133" fmla="*/ 352000 h 564857"/>
                <a:gd name="connsiteX134" fmla="*/ 1305224 w 2912392"/>
                <a:gd name="connsiteY134" fmla="*/ 352580 h 564857"/>
                <a:gd name="connsiteX135" fmla="*/ 1314968 w 2912392"/>
                <a:gd name="connsiteY135" fmla="*/ 353379 h 564857"/>
                <a:gd name="connsiteX136" fmla="*/ 1324697 w 2912392"/>
                <a:gd name="connsiteY136" fmla="*/ 354396 h 564857"/>
                <a:gd name="connsiteX137" fmla="*/ 1334441 w 2912392"/>
                <a:gd name="connsiteY137" fmla="*/ 355630 h 564857"/>
                <a:gd name="connsiteX138" fmla="*/ 1344185 w 2912392"/>
                <a:gd name="connsiteY138" fmla="*/ 357076 h 564857"/>
                <a:gd name="connsiteX139" fmla="*/ 1353929 w 2912392"/>
                <a:gd name="connsiteY139" fmla="*/ 358733 h 564857"/>
                <a:gd name="connsiteX140" fmla="*/ 1363658 w 2912392"/>
                <a:gd name="connsiteY140" fmla="*/ 360596 h 564857"/>
                <a:gd name="connsiteX141" fmla="*/ 1373402 w 2912392"/>
                <a:gd name="connsiteY141" fmla="*/ 362658 h 564857"/>
                <a:gd name="connsiteX142" fmla="*/ 1383146 w 2912392"/>
                <a:gd name="connsiteY142" fmla="*/ 364918 h 564857"/>
                <a:gd name="connsiteX143" fmla="*/ 1392890 w 2912392"/>
                <a:gd name="connsiteY143" fmla="*/ 367367 h 564857"/>
                <a:gd name="connsiteX144" fmla="*/ 1402619 w 2912392"/>
                <a:gd name="connsiteY144" fmla="*/ 370001 h 564857"/>
                <a:gd name="connsiteX145" fmla="*/ 1412363 w 2912392"/>
                <a:gd name="connsiteY145" fmla="*/ 372813 h 564857"/>
                <a:gd name="connsiteX146" fmla="*/ 1422106 w 2912392"/>
                <a:gd name="connsiteY146" fmla="*/ 375796 h 564857"/>
                <a:gd name="connsiteX147" fmla="*/ 1431850 w 2912392"/>
                <a:gd name="connsiteY147" fmla="*/ 378942 h 564857"/>
                <a:gd name="connsiteX148" fmla="*/ 1441594 w 2912392"/>
                <a:gd name="connsiteY148" fmla="*/ 382245 h 564857"/>
                <a:gd name="connsiteX149" fmla="*/ 1451323 w 2912392"/>
                <a:gd name="connsiteY149" fmla="*/ 385696 h 564857"/>
                <a:gd name="connsiteX150" fmla="*/ 1461067 w 2912392"/>
                <a:gd name="connsiteY150" fmla="*/ 389288 h 564857"/>
                <a:gd name="connsiteX151" fmla="*/ 1470811 w 2912392"/>
                <a:gd name="connsiteY151" fmla="*/ 393011 h 564857"/>
                <a:gd name="connsiteX152" fmla="*/ 1480555 w 2912392"/>
                <a:gd name="connsiteY152" fmla="*/ 396857 h 564857"/>
                <a:gd name="connsiteX153" fmla="*/ 1490284 w 2912392"/>
                <a:gd name="connsiteY153" fmla="*/ 400818 h 564857"/>
                <a:gd name="connsiteX154" fmla="*/ 1500028 w 2912392"/>
                <a:gd name="connsiteY154" fmla="*/ 404884 h 564857"/>
                <a:gd name="connsiteX155" fmla="*/ 1509772 w 2912392"/>
                <a:gd name="connsiteY155" fmla="*/ 409047 h 564857"/>
                <a:gd name="connsiteX156" fmla="*/ 1519516 w 2912392"/>
                <a:gd name="connsiteY156" fmla="*/ 413298 h 564857"/>
                <a:gd name="connsiteX157" fmla="*/ 1529245 w 2912392"/>
                <a:gd name="connsiteY157" fmla="*/ 417627 h 564857"/>
                <a:gd name="connsiteX158" fmla="*/ 1538989 w 2912392"/>
                <a:gd name="connsiteY158" fmla="*/ 422026 h 564857"/>
                <a:gd name="connsiteX159" fmla="*/ 1548733 w 2912392"/>
                <a:gd name="connsiteY159" fmla="*/ 426483 h 564857"/>
                <a:gd name="connsiteX160" fmla="*/ 1558477 w 2912392"/>
                <a:gd name="connsiteY160" fmla="*/ 430993 h 564857"/>
                <a:gd name="connsiteX161" fmla="*/ 1568221 w 2912392"/>
                <a:gd name="connsiteY161" fmla="*/ 435543 h 564857"/>
                <a:gd name="connsiteX162" fmla="*/ 1577950 w 2912392"/>
                <a:gd name="connsiteY162" fmla="*/ 440128 h 564857"/>
                <a:gd name="connsiteX163" fmla="*/ 1587694 w 2912392"/>
                <a:gd name="connsiteY163" fmla="*/ 444735 h 564857"/>
                <a:gd name="connsiteX164" fmla="*/ 1597438 w 2912392"/>
                <a:gd name="connsiteY164" fmla="*/ 449358 h 564857"/>
                <a:gd name="connsiteX165" fmla="*/ 1607182 w 2912392"/>
                <a:gd name="connsiteY165" fmla="*/ 453985 h 564857"/>
                <a:gd name="connsiteX166" fmla="*/ 1616911 w 2912392"/>
                <a:gd name="connsiteY166" fmla="*/ 458612 h 564857"/>
                <a:gd name="connsiteX167" fmla="*/ 1626655 w 2912392"/>
                <a:gd name="connsiteY167" fmla="*/ 463226 h 564857"/>
                <a:gd name="connsiteX168" fmla="*/ 1636399 w 2912392"/>
                <a:gd name="connsiteY168" fmla="*/ 467822 h 564857"/>
                <a:gd name="connsiteX169" fmla="*/ 1646142 w 2912392"/>
                <a:gd name="connsiteY169" fmla="*/ 472389 h 564857"/>
                <a:gd name="connsiteX170" fmla="*/ 1655872 w 2912392"/>
                <a:gd name="connsiteY170" fmla="*/ 476921 h 564857"/>
                <a:gd name="connsiteX171" fmla="*/ 1665616 w 2912392"/>
                <a:gd name="connsiteY171" fmla="*/ 481410 h 564857"/>
                <a:gd name="connsiteX172" fmla="*/ 1675359 w 2912392"/>
                <a:gd name="connsiteY172" fmla="*/ 485847 h 564857"/>
                <a:gd name="connsiteX173" fmla="*/ 1685103 w 2912392"/>
                <a:gd name="connsiteY173" fmla="*/ 490224 h 564857"/>
                <a:gd name="connsiteX174" fmla="*/ 1694832 w 2912392"/>
                <a:gd name="connsiteY174" fmla="*/ 494537 h 564857"/>
                <a:gd name="connsiteX175" fmla="*/ 1704576 w 2912392"/>
                <a:gd name="connsiteY175" fmla="*/ 498776 h 564857"/>
                <a:gd name="connsiteX176" fmla="*/ 1714320 w 2912392"/>
                <a:gd name="connsiteY176" fmla="*/ 502935 h 564857"/>
                <a:gd name="connsiteX177" fmla="*/ 1724064 w 2912392"/>
                <a:gd name="connsiteY177" fmla="*/ 507006 h 564857"/>
                <a:gd name="connsiteX178" fmla="*/ 1733808 w 2912392"/>
                <a:gd name="connsiteY178" fmla="*/ 510984 h 564857"/>
                <a:gd name="connsiteX179" fmla="*/ 1743537 w 2912392"/>
                <a:gd name="connsiteY179" fmla="*/ 514863 h 564857"/>
                <a:gd name="connsiteX180" fmla="*/ 1753281 w 2912392"/>
                <a:gd name="connsiteY180" fmla="*/ 518637 h 564857"/>
                <a:gd name="connsiteX181" fmla="*/ 1763025 w 2912392"/>
                <a:gd name="connsiteY181" fmla="*/ 522297 h 564857"/>
                <a:gd name="connsiteX182" fmla="*/ 1772769 w 2912392"/>
                <a:gd name="connsiteY182" fmla="*/ 525840 h 564857"/>
                <a:gd name="connsiteX183" fmla="*/ 1782498 w 2912392"/>
                <a:gd name="connsiteY183" fmla="*/ 529260 h 564857"/>
                <a:gd name="connsiteX184" fmla="*/ 1792242 w 2912392"/>
                <a:gd name="connsiteY184" fmla="*/ 532551 h 564857"/>
                <a:gd name="connsiteX185" fmla="*/ 1801986 w 2912392"/>
                <a:gd name="connsiteY185" fmla="*/ 535709 h 564857"/>
                <a:gd name="connsiteX186" fmla="*/ 1811730 w 2912392"/>
                <a:gd name="connsiteY186" fmla="*/ 538728 h 564857"/>
                <a:gd name="connsiteX187" fmla="*/ 1821459 w 2912392"/>
                <a:gd name="connsiteY187" fmla="*/ 541602 h 564857"/>
                <a:gd name="connsiteX188" fmla="*/ 1831203 w 2912392"/>
                <a:gd name="connsiteY188" fmla="*/ 544330 h 564857"/>
                <a:gd name="connsiteX189" fmla="*/ 1840947 w 2912392"/>
                <a:gd name="connsiteY189" fmla="*/ 546903 h 564857"/>
                <a:gd name="connsiteX190" fmla="*/ 1850691 w 2912392"/>
                <a:gd name="connsiteY190" fmla="*/ 549321 h 564857"/>
                <a:gd name="connsiteX191" fmla="*/ 1860435 w 2912392"/>
                <a:gd name="connsiteY191" fmla="*/ 551577 h 564857"/>
                <a:gd name="connsiteX192" fmla="*/ 1870164 w 2912392"/>
                <a:gd name="connsiteY192" fmla="*/ 553667 h 564857"/>
                <a:gd name="connsiteX193" fmla="*/ 1879908 w 2912392"/>
                <a:gd name="connsiteY193" fmla="*/ 555590 h 564857"/>
                <a:gd name="connsiteX194" fmla="*/ 1889652 w 2912392"/>
                <a:gd name="connsiteY194" fmla="*/ 557340 h 564857"/>
                <a:gd name="connsiteX195" fmla="*/ 1899395 w 2912392"/>
                <a:gd name="connsiteY195" fmla="*/ 558914 h 564857"/>
                <a:gd name="connsiteX196" fmla="*/ 1909124 w 2912392"/>
                <a:gd name="connsiteY196" fmla="*/ 560311 h 564857"/>
                <a:gd name="connsiteX197" fmla="*/ 1918868 w 2912392"/>
                <a:gd name="connsiteY197" fmla="*/ 561525 h 564857"/>
                <a:gd name="connsiteX198" fmla="*/ 1928612 w 2912392"/>
                <a:gd name="connsiteY198" fmla="*/ 562554 h 564857"/>
                <a:gd name="connsiteX199" fmla="*/ 1938356 w 2912392"/>
                <a:gd name="connsiteY199" fmla="*/ 563398 h 564857"/>
                <a:gd name="connsiteX200" fmla="*/ 1948085 w 2912392"/>
                <a:gd name="connsiteY200" fmla="*/ 564052 h 564857"/>
                <a:gd name="connsiteX201" fmla="*/ 1957829 w 2912392"/>
                <a:gd name="connsiteY201" fmla="*/ 564514 h 564857"/>
                <a:gd name="connsiteX202" fmla="*/ 1967573 w 2912392"/>
                <a:gd name="connsiteY202" fmla="*/ 564783 h 564857"/>
                <a:gd name="connsiteX203" fmla="*/ 1977317 w 2912392"/>
                <a:gd name="connsiteY203" fmla="*/ 564858 h 564857"/>
                <a:gd name="connsiteX204" fmla="*/ 1987046 w 2912392"/>
                <a:gd name="connsiteY204" fmla="*/ 564735 h 564857"/>
                <a:gd name="connsiteX205" fmla="*/ 1996790 w 2912392"/>
                <a:gd name="connsiteY205" fmla="*/ 564417 h 564857"/>
                <a:gd name="connsiteX206" fmla="*/ 2006534 w 2912392"/>
                <a:gd name="connsiteY206" fmla="*/ 563898 h 564857"/>
                <a:gd name="connsiteX207" fmla="*/ 2016278 w 2912392"/>
                <a:gd name="connsiteY207" fmla="*/ 563182 h 564857"/>
                <a:gd name="connsiteX208" fmla="*/ 2026022 w 2912392"/>
                <a:gd name="connsiteY208" fmla="*/ 562267 h 564857"/>
                <a:gd name="connsiteX209" fmla="*/ 2035751 w 2912392"/>
                <a:gd name="connsiteY209" fmla="*/ 561152 h 564857"/>
                <a:gd name="connsiteX210" fmla="*/ 2045495 w 2912392"/>
                <a:gd name="connsiteY210" fmla="*/ 559838 h 564857"/>
                <a:gd name="connsiteX211" fmla="*/ 2055239 w 2912392"/>
                <a:gd name="connsiteY211" fmla="*/ 558327 h 564857"/>
                <a:gd name="connsiteX212" fmla="*/ 2064983 w 2912392"/>
                <a:gd name="connsiteY212" fmla="*/ 556619 h 564857"/>
                <a:gd name="connsiteX213" fmla="*/ 2074712 w 2912392"/>
                <a:gd name="connsiteY213" fmla="*/ 554713 h 564857"/>
                <a:gd name="connsiteX214" fmla="*/ 2084456 w 2912392"/>
                <a:gd name="connsiteY214" fmla="*/ 552614 h 564857"/>
                <a:gd name="connsiteX215" fmla="*/ 2094200 w 2912392"/>
                <a:gd name="connsiteY215" fmla="*/ 550321 h 564857"/>
                <a:gd name="connsiteX216" fmla="*/ 2103944 w 2912392"/>
                <a:gd name="connsiteY216" fmla="*/ 547839 h 564857"/>
                <a:gd name="connsiteX217" fmla="*/ 2113673 w 2912392"/>
                <a:gd name="connsiteY217" fmla="*/ 545167 h 564857"/>
                <a:gd name="connsiteX218" fmla="*/ 2123417 w 2912392"/>
                <a:gd name="connsiteY218" fmla="*/ 542313 h 564857"/>
                <a:gd name="connsiteX219" fmla="*/ 2133161 w 2912392"/>
                <a:gd name="connsiteY219" fmla="*/ 539276 h 564857"/>
                <a:gd name="connsiteX220" fmla="*/ 2142905 w 2912392"/>
                <a:gd name="connsiteY220" fmla="*/ 536062 h 564857"/>
                <a:gd name="connsiteX221" fmla="*/ 2152649 w 2912392"/>
                <a:gd name="connsiteY221" fmla="*/ 532674 h 564857"/>
                <a:gd name="connsiteX222" fmla="*/ 2162377 w 2912392"/>
                <a:gd name="connsiteY222" fmla="*/ 529118 h 564857"/>
                <a:gd name="connsiteX223" fmla="*/ 2172121 w 2912392"/>
                <a:gd name="connsiteY223" fmla="*/ 525398 h 564857"/>
                <a:gd name="connsiteX224" fmla="*/ 2181865 w 2912392"/>
                <a:gd name="connsiteY224" fmla="*/ 521518 h 564857"/>
                <a:gd name="connsiteX225" fmla="*/ 2191609 w 2912392"/>
                <a:gd name="connsiteY225" fmla="*/ 517485 h 564857"/>
                <a:gd name="connsiteX226" fmla="*/ 2201338 w 2912392"/>
                <a:gd name="connsiteY226" fmla="*/ 513304 h 564857"/>
                <a:gd name="connsiteX227" fmla="*/ 2211082 w 2912392"/>
                <a:gd name="connsiteY227" fmla="*/ 508982 h 564857"/>
                <a:gd name="connsiteX228" fmla="*/ 2220826 w 2912392"/>
                <a:gd name="connsiteY228" fmla="*/ 504527 h 564857"/>
                <a:gd name="connsiteX229" fmla="*/ 2230570 w 2912392"/>
                <a:gd name="connsiteY229" fmla="*/ 499944 h 564857"/>
                <a:gd name="connsiteX230" fmla="*/ 2240299 w 2912392"/>
                <a:gd name="connsiteY230" fmla="*/ 495241 h 564857"/>
                <a:gd name="connsiteX231" fmla="*/ 2250043 w 2912392"/>
                <a:gd name="connsiteY231" fmla="*/ 490425 h 564857"/>
                <a:gd name="connsiteX232" fmla="*/ 2259787 w 2912392"/>
                <a:gd name="connsiteY232" fmla="*/ 485506 h 564857"/>
                <a:gd name="connsiteX233" fmla="*/ 2269531 w 2912392"/>
                <a:gd name="connsiteY233" fmla="*/ 480489 h 564857"/>
                <a:gd name="connsiteX234" fmla="*/ 2279260 w 2912392"/>
                <a:gd name="connsiteY234" fmla="*/ 475386 h 564857"/>
                <a:gd name="connsiteX235" fmla="*/ 2289004 w 2912392"/>
                <a:gd name="connsiteY235" fmla="*/ 470203 h 564857"/>
                <a:gd name="connsiteX236" fmla="*/ 2298748 w 2912392"/>
                <a:gd name="connsiteY236" fmla="*/ 464951 h 564857"/>
                <a:gd name="connsiteX237" fmla="*/ 2308492 w 2912392"/>
                <a:gd name="connsiteY237" fmla="*/ 459637 h 564857"/>
                <a:gd name="connsiteX238" fmla="*/ 2318236 w 2912392"/>
                <a:gd name="connsiteY238" fmla="*/ 454271 h 564857"/>
                <a:gd name="connsiteX239" fmla="*/ 2327965 w 2912392"/>
                <a:gd name="connsiteY239" fmla="*/ 448865 h 564857"/>
                <a:gd name="connsiteX240" fmla="*/ 2337709 w 2912392"/>
                <a:gd name="connsiteY240" fmla="*/ 443425 h 564857"/>
                <a:gd name="connsiteX241" fmla="*/ 2347453 w 2912392"/>
                <a:gd name="connsiteY241" fmla="*/ 437963 h 564857"/>
                <a:gd name="connsiteX242" fmla="*/ 2357197 w 2912392"/>
                <a:gd name="connsiteY242" fmla="*/ 432488 h 564857"/>
                <a:gd name="connsiteX243" fmla="*/ 2366926 w 2912392"/>
                <a:gd name="connsiteY243" fmla="*/ 427009 h 564857"/>
                <a:gd name="connsiteX244" fmla="*/ 2376670 w 2912392"/>
                <a:gd name="connsiteY244" fmla="*/ 421538 h 564857"/>
                <a:gd name="connsiteX245" fmla="*/ 2386413 w 2912392"/>
                <a:gd name="connsiteY245" fmla="*/ 416082 h 564857"/>
                <a:gd name="connsiteX246" fmla="*/ 2396157 w 2912392"/>
                <a:gd name="connsiteY246" fmla="*/ 410653 h 564857"/>
                <a:gd name="connsiteX247" fmla="*/ 2405886 w 2912392"/>
                <a:gd name="connsiteY247" fmla="*/ 405260 h 564857"/>
                <a:gd name="connsiteX248" fmla="*/ 2415630 w 2912392"/>
                <a:gd name="connsiteY248" fmla="*/ 399911 h 564857"/>
                <a:gd name="connsiteX249" fmla="*/ 2425374 w 2912392"/>
                <a:gd name="connsiteY249" fmla="*/ 394617 h 564857"/>
                <a:gd name="connsiteX250" fmla="*/ 2435118 w 2912392"/>
                <a:gd name="connsiteY250" fmla="*/ 389388 h 564857"/>
                <a:gd name="connsiteX251" fmla="*/ 2444862 w 2912392"/>
                <a:gd name="connsiteY251" fmla="*/ 384230 h 564857"/>
                <a:gd name="connsiteX252" fmla="*/ 2454591 w 2912392"/>
                <a:gd name="connsiteY252" fmla="*/ 379155 h 564857"/>
                <a:gd name="connsiteX253" fmla="*/ 2464335 w 2912392"/>
                <a:gd name="connsiteY253" fmla="*/ 374169 h 564857"/>
                <a:gd name="connsiteX254" fmla="*/ 2474079 w 2912392"/>
                <a:gd name="connsiteY254" fmla="*/ 369280 h 564857"/>
                <a:gd name="connsiteX255" fmla="*/ 2483823 w 2912392"/>
                <a:gd name="connsiteY255" fmla="*/ 364498 h 564857"/>
                <a:gd name="connsiteX256" fmla="*/ 2493552 w 2912392"/>
                <a:gd name="connsiteY256" fmla="*/ 359827 h 564857"/>
                <a:gd name="connsiteX257" fmla="*/ 2503296 w 2912392"/>
                <a:gd name="connsiteY257" fmla="*/ 355278 h 564857"/>
                <a:gd name="connsiteX258" fmla="*/ 2513040 w 2912392"/>
                <a:gd name="connsiteY258" fmla="*/ 350855 h 564857"/>
                <a:gd name="connsiteX259" fmla="*/ 2522784 w 2912392"/>
                <a:gd name="connsiteY259" fmla="*/ 346564 h 564857"/>
                <a:gd name="connsiteX260" fmla="*/ 2532513 w 2912392"/>
                <a:gd name="connsiteY260" fmla="*/ 342411 h 564857"/>
                <a:gd name="connsiteX261" fmla="*/ 2542257 w 2912392"/>
                <a:gd name="connsiteY261" fmla="*/ 338402 h 564857"/>
                <a:gd name="connsiteX262" fmla="*/ 2552001 w 2912392"/>
                <a:gd name="connsiteY262" fmla="*/ 334542 h 564857"/>
                <a:gd name="connsiteX263" fmla="*/ 2561745 w 2912392"/>
                <a:gd name="connsiteY263" fmla="*/ 330833 h 564857"/>
                <a:gd name="connsiteX264" fmla="*/ 2571474 w 2912392"/>
                <a:gd name="connsiteY264" fmla="*/ 327282 h 564857"/>
                <a:gd name="connsiteX265" fmla="*/ 2581218 w 2912392"/>
                <a:gd name="connsiteY265" fmla="*/ 323889 h 564857"/>
                <a:gd name="connsiteX266" fmla="*/ 2590962 w 2912392"/>
                <a:gd name="connsiteY266" fmla="*/ 320657 h 564857"/>
                <a:gd name="connsiteX267" fmla="*/ 2600705 w 2912392"/>
                <a:gd name="connsiteY267" fmla="*/ 317590 h 564857"/>
                <a:gd name="connsiteX268" fmla="*/ 2610449 w 2912392"/>
                <a:gd name="connsiteY268" fmla="*/ 314686 h 564857"/>
                <a:gd name="connsiteX269" fmla="*/ 2620178 w 2912392"/>
                <a:gd name="connsiteY269" fmla="*/ 311947 h 564857"/>
                <a:gd name="connsiteX270" fmla="*/ 2629922 w 2912392"/>
                <a:gd name="connsiteY270" fmla="*/ 309376 h 564857"/>
                <a:gd name="connsiteX271" fmla="*/ 2639666 w 2912392"/>
                <a:gd name="connsiteY271" fmla="*/ 306970 h 564857"/>
                <a:gd name="connsiteX272" fmla="*/ 2649410 w 2912392"/>
                <a:gd name="connsiteY272" fmla="*/ 304729 h 564857"/>
                <a:gd name="connsiteX273" fmla="*/ 2659139 w 2912392"/>
                <a:gd name="connsiteY273" fmla="*/ 302649 h 564857"/>
                <a:gd name="connsiteX274" fmla="*/ 2668883 w 2912392"/>
                <a:gd name="connsiteY274" fmla="*/ 300732 h 564857"/>
                <a:gd name="connsiteX275" fmla="*/ 2678627 w 2912392"/>
                <a:gd name="connsiteY275" fmla="*/ 298973 h 564857"/>
                <a:gd name="connsiteX276" fmla="*/ 2688371 w 2912392"/>
                <a:gd name="connsiteY276" fmla="*/ 297369 h 564857"/>
                <a:gd name="connsiteX277" fmla="*/ 2698100 w 2912392"/>
                <a:gd name="connsiteY277" fmla="*/ 295916 h 564857"/>
                <a:gd name="connsiteX278" fmla="*/ 2707844 w 2912392"/>
                <a:gd name="connsiteY278" fmla="*/ 294611 h 564857"/>
                <a:gd name="connsiteX279" fmla="*/ 2717588 w 2912392"/>
                <a:gd name="connsiteY279" fmla="*/ 293449 h 564857"/>
                <a:gd name="connsiteX280" fmla="*/ 2727332 w 2912392"/>
                <a:gd name="connsiteY280" fmla="*/ 292425 h 564857"/>
                <a:gd name="connsiteX281" fmla="*/ 2737076 w 2912392"/>
                <a:gd name="connsiteY281" fmla="*/ 291533 h 564857"/>
                <a:gd name="connsiteX282" fmla="*/ 2746805 w 2912392"/>
                <a:gd name="connsiteY282" fmla="*/ 290766 h 564857"/>
                <a:gd name="connsiteX283" fmla="*/ 2756549 w 2912392"/>
                <a:gd name="connsiteY283" fmla="*/ 290120 h 564857"/>
                <a:gd name="connsiteX284" fmla="*/ 2766293 w 2912392"/>
                <a:gd name="connsiteY284" fmla="*/ 289587 h 564857"/>
                <a:gd name="connsiteX285" fmla="*/ 2776037 w 2912392"/>
                <a:gd name="connsiteY285" fmla="*/ 289159 h 564857"/>
                <a:gd name="connsiteX286" fmla="*/ 2785766 w 2912392"/>
                <a:gd name="connsiteY286" fmla="*/ 288830 h 564857"/>
                <a:gd name="connsiteX287" fmla="*/ 2795510 w 2912392"/>
                <a:gd name="connsiteY287" fmla="*/ 288592 h 564857"/>
                <a:gd name="connsiteX288" fmla="*/ 2805254 w 2912392"/>
                <a:gd name="connsiteY288" fmla="*/ 288438 h 564857"/>
                <a:gd name="connsiteX289" fmla="*/ 2814998 w 2912392"/>
                <a:gd name="connsiteY289" fmla="*/ 288358 h 564857"/>
                <a:gd name="connsiteX290" fmla="*/ 2824727 w 2912392"/>
                <a:gd name="connsiteY290" fmla="*/ 288346 h 564857"/>
                <a:gd name="connsiteX291" fmla="*/ 2834471 w 2912392"/>
                <a:gd name="connsiteY291" fmla="*/ 288391 h 564857"/>
                <a:gd name="connsiteX292" fmla="*/ 2844215 w 2912392"/>
                <a:gd name="connsiteY292" fmla="*/ 288486 h 564857"/>
                <a:gd name="connsiteX293" fmla="*/ 2853958 w 2912392"/>
                <a:gd name="connsiteY293" fmla="*/ 288623 h 564857"/>
                <a:gd name="connsiteX294" fmla="*/ 2863687 w 2912392"/>
                <a:gd name="connsiteY294" fmla="*/ 288793 h 564857"/>
                <a:gd name="connsiteX295" fmla="*/ 2873431 w 2912392"/>
                <a:gd name="connsiteY295" fmla="*/ 288985 h 564857"/>
                <a:gd name="connsiteX296" fmla="*/ 2883175 w 2912392"/>
                <a:gd name="connsiteY296" fmla="*/ 289195 h 564857"/>
                <a:gd name="connsiteX297" fmla="*/ 2892919 w 2912392"/>
                <a:gd name="connsiteY297" fmla="*/ 289410 h 564857"/>
                <a:gd name="connsiteX298" fmla="*/ 2902663 w 2912392"/>
                <a:gd name="connsiteY298" fmla="*/ 289624 h 564857"/>
                <a:gd name="connsiteX299" fmla="*/ 2912392 w 2912392"/>
                <a:gd name="connsiteY299" fmla="*/ 289830 h 564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64857">
                  <a:moveTo>
                    <a:pt x="0" y="89147"/>
                  </a:moveTo>
                  <a:lnTo>
                    <a:pt x="9739" y="80460"/>
                  </a:lnTo>
                  <a:lnTo>
                    <a:pt x="19480" y="72138"/>
                  </a:lnTo>
                  <a:lnTo>
                    <a:pt x="29221" y="64197"/>
                  </a:lnTo>
                  <a:lnTo>
                    <a:pt x="38961" y="56655"/>
                  </a:lnTo>
                  <a:lnTo>
                    <a:pt x="48702" y="49526"/>
                  </a:lnTo>
                  <a:lnTo>
                    <a:pt x="58443" y="42829"/>
                  </a:lnTo>
                  <a:lnTo>
                    <a:pt x="68182" y="36574"/>
                  </a:lnTo>
                  <a:lnTo>
                    <a:pt x="77923" y="30778"/>
                  </a:lnTo>
                  <a:lnTo>
                    <a:pt x="87664" y="25452"/>
                  </a:lnTo>
                  <a:lnTo>
                    <a:pt x="97404" y="20608"/>
                  </a:lnTo>
                  <a:lnTo>
                    <a:pt x="107145" y="16256"/>
                  </a:lnTo>
                  <a:lnTo>
                    <a:pt x="116886" y="12405"/>
                  </a:lnTo>
                  <a:lnTo>
                    <a:pt x="126625" y="9063"/>
                  </a:lnTo>
                  <a:lnTo>
                    <a:pt x="136366" y="6237"/>
                  </a:lnTo>
                  <a:lnTo>
                    <a:pt x="146107" y="3933"/>
                  </a:lnTo>
                  <a:lnTo>
                    <a:pt x="155846" y="2154"/>
                  </a:lnTo>
                  <a:lnTo>
                    <a:pt x="165587" y="904"/>
                  </a:lnTo>
                  <a:lnTo>
                    <a:pt x="175328" y="186"/>
                  </a:lnTo>
                  <a:lnTo>
                    <a:pt x="185068" y="0"/>
                  </a:lnTo>
                  <a:lnTo>
                    <a:pt x="194809" y="344"/>
                  </a:lnTo>
                  <a:lnTo>
                    <a:pt x="204550" y="1217"/>
                  </a:lnTo>
                  <a:lnTo>
                    <a:pt x="214289" y="2616"/>
                  </a:lnTo>
                  <a:lnTo>
                    <a:pt x="224030" y="4537"/>
                  </a:lnTo>
                  <a:lnTo>
                    <a:pt x="233771" y="6971"/>
                  </a:lnTo>
                  <a:lnTo>
                    <a:pt x="243510" y="9915"/>
                  </a:lnTo>
                  <a:lnTo>
                    <a:pt x="253251" y="13358"/>
                  </a:lnTo>
                  <a:lnTo>
                    <a:pt x="262992" y="17292"/>
                  </a:lnTo>
                  <a:lnTo>
                    <a:pt x="272732" y="21705"/>
                  </a:lnTo>
                  <a:lnTo>
                    <a:pt x="282473" y="26586"/>
                  </a:lnTo>
                  <a:lnTo>
                    <a:pt x="292214" y="31921"/>
                  </a:lnTo>
                  <a:lnTo>
                    <a:pt x="301953" y="37697"/>
                  </a:lnTo>
                  <a:lnTo>
                    <a:pt x="311694" y="43898"/>
                  </a:lnTo>
                  <a:lnTo>
                    <a:pt x="321435" y="50509"/>
                  </a:lnTo>
                  <a:lnTo>
                    <a:pt x="331175" y="57512"/>
                  </a:lnTo>
                  <a:lnTo>
                    <a:pt x="340916" y="64888"/>
                  </a:lnTo>
                  <a:lnTo>
                    <a:pt x="350656" y="72618"/>
                  </a:lnTo>
                  <a:lnTo>
                    <a:pt x="360396" y="80684"/>
                  </a:lnTo>
                  <a:lnTo>
                    <a:pt x="370137" y="89065"/>
                  </a:lnTo>
                  <a:lnTo>
                    <a:pt x="379878" y="97737"/>
                  </a:lnTo>
                  <a:lnTo>
                    <a:pt x="389617" y="106683"/>
                  </a:lnTo>
                  <a:lnTo>
                    <a:pt x="399358" y="115875"/>
                  </a:lnTo>
                  <a:lnTo>
                    <a:pt x="409099" y="125295"/>
                  </a:lnTo>
                  <a:lnTo>
                    <a:pt x="418839" y="134916"/>
                  </a:lnTo>
                  <a:lnTo>
                    <a:pt x="428580" y="144717"/>
                  </a:lnTo>
                  <a:lnTo>
                    <a:pt x="438321" y="154672"/>
                  </a:lnTo>
                  <a:lnTo>
                    <a:pt x="448060" y="164757"/>
                  </a:lnTo>
                  <a:lnTo>
                    <a:pt x="457801" y="174950"/>
                  </a:lnTo>
                  <a:lnTo>
                    <a:pt x="467542" y="185223"/>
                  </a:lnTo>
                  <a:lnTo>
                    <a:pt x="477281" y="195554"/>
                  </a:lnTo>
                  <a:lnTo>
                    <a:pt x="487022" y="205917"/>
                  </a:lnTo>
                  <a:lnTo>
                    <a:pt x="496763" y="216289"/>
                  </a:lnTo>
                  <a:lnTo>
                    <a:pt x="506503" y="226645"/>
                  </a:lnTo>
                  <a:lnTo>
                    <a:pt x="516244" y="236961"/>
                  </a:lnTo>
                  <a:lnTo>
                    <a:pt x="525985" y="247216"/>
                  </a:lnTo>
                  <a:lnTo>
                    <a:pt x="535724" y="257383"/>
                  </a:lnTo>
                  <a:lnTo>
                    <a:pt x="545465" y="267443"/>
                  </a:lnTo>
                  <a:lnTo>
                    <a:pt x="555206" y="277373"/>
                  </a:lnTo>
                  <a:lnTo>
                    <a:pt x="564946" y="287151"/>
                  </a:lnTo>
                  <a:lnTo>
                    <a:pt x="574687" y="296758"/>
                  </a:lnTo>
                  <a:lnTo>
                    <a:pt x="584428" y="306173"/>
                  </a:lnTo>
                  <a:lnTo>
                    <a:pt x="594167" y="315376"/>
                  </a:lnTo>
                  <a:lnTo>
                    <a:pt x="603908" y="324349"/>
                  </a:lnTo>
                  <a:lnTo>
                    <a:pt x="613649" y="333076"/>
                  </a:lnTo>
                  <a:lnTo>
                    <a:pt x="623388" y="341540"/>
                  </a:lnTo>
                  <a:lnTo>
                    <a:pt x="633129" y="349724"/>
                  </a:lnTo>
                  <a:lnTo>
                    <a:pt x="642870" y="357616"/>
                  </a:lnTo>
                  <a:lnTo>
                    <a:pt x="652610" y="365202"/>
                  </a:lnTo>
                  <a:lnTo>
                    <a:pt x="662351" y="372469"/>
                  </a:lnTo>
                  <a:lnTo>
                    <a:pt x="672092" y="379406"/>
                  </a:lnTo>
                  <a:lnTo>
                    <a:pt x="681831" y="386003"/>
                  </a:lnTo>
                  <a:lnTo>
                    <a:pt x="691572" y="392251"/>
                  </a:lnTo>
                  <a:lnTo>
                    <a:pt x="701313" y="398143"/>
                  </a:lnTo>
                  <a:lnTo>
                    <a:pt x="711052" y="403672"/>
                  </a:lnTo>
                  <a:lnTo>
                    <a:pt x="720793" y="408833"/>
                  </a:lnTo>
                  <a:lnTo>
                    <a:pt x="730534" y="413621"/>
                  </a:lnTo>
                  <a:lnTo>
                    <a:pt x="740274" y="418036"/>
                  </a:lnTo>
                  <a:lnTo>
                    <a:pt x="750015" y="422072"/>
                  </a:lnTo>
                  <a:lnTo>
                    <a:pt x="759756" y="425731"/>
                  </a:lnTo>
                  <a:lnTo>
                    <a:pt x="769495" y="429013"/>
                  </a:lnTo>
                  <a:lnTo>
                    <a:pt x="779236" y="431921"/>
                  </a:lnTo>
                  <a:lnTo>
                    <a:pt x="788977" y="434457"/>
                  </a:lnTo>
                  <a:lnTo>
                    <a:pt x="798717" y="436627"/>
                  </a:lnTo>
                  <a:lnTo>
                    <a:pt x="808458" y="438432"/>
                  </a:lnTo>
                  <a:lnTo>
                    <a:pt x="818199" y="439882"/>
                  </a:lnTo>
                  <a:lnTo>
                    <a:pt x="827938" y="440982"/>
                  </a:lnTo>
                  <a:lnTo>
                    <a:pt x="837679" y="441743"/>
                  </a:lnTo>
                  <a:lnTo>
                    <a:pt x="847420" y="442171"/>
                  </a:lnTo>
                  <a:lnTo>
                    <a:pt x="857159" y="442278"/>
                  </a:lnTo>
                  <a:lnTo>
                    <a:pt x="866900" y="442075"/>
                  </a:lnTo>
                  <a:lnTo>
                    <a:pt x="876641" y="441575"/>
                  </a:lnTo>
                  <a:lnTo>
                    <a:pt x="886381" y="440786"/>
                  </a:lnTo>
                  <a:lnTo>
                    <a:pt x="896122" y="439727"/>
                  </a:lnTo>
                  <a:lnTo>
                    <a:pt x="905863" y="438407"/>
                  </a:lnTo>
                  <a:lnTo>
                    <a:pt x="915602" y="436844"/>
                  </a:lnTo>
                  <a:lnTo>
                    <a:pt x="925343" y="435052"/>
                  </a:lnTo>
                  <a:lnTo>
                    <a:pt x="935084" y="433046"/>
                  </a:lnTo>
                  <a:lnTo>
                    <a:pt x="944824" y="430843"/>
                  </a:lnTo>
                  <a:lnTo>
                    <a:pt x="954564" y="428458"/>
                  </a:lnTo>
                  <a:lnTo>
                    <a:pt x="964305" y="425908"/>
                  </a:lnTo>
                  <a:lnTo>
                    <a:pt x="974045" y="423212"/>
                  </a:lnTo>
                  <a:lnTo>
                    <a:pt x="983786" y="420384"/>
                  </a:lnTo>
                  <a:lnTo>
                    <a:pt x="993522" y="417441"/>
                  </a:lnTo>
                  <a:lnTo>
                    <a:pt x="1003266" y="414403"/>
                  </a:lnTo>
                  <a:lnTo>
                    <a:pt x="1013010" y="411286"/>
                  </a:lnTo>
                  <a:lnTo>
                    <a:pt x="1022754" y="408107"/>
                  </a:lnTo>
                  <a:lnTo>
                    <a:pt x="1032483" y="404883"/>
                  </a:lnTo>
                  <a:lnTo>
                    <a:pt x="1042227" y="401630"/>
                  </a:lnTo>
                  <a:lnTo>
                    <a:pt x="1051971" y="398367"/>
                  </a:lnTo>
                  <a:lnTo>
                    <a:pt x="1061715" y="395108"/>
                  </a:lnTo>
                  <a:lnTo>
                    <a:pt x="1071444" y="391870"/>
                  </a:lnTo>
                  <a:lnTo>
                    <a:pt x="1081188" y="388670"/>
                  </a:lnTo>
                  <a:lnTo>
                    <a:pt x="1090932" y="385520"/>
                  </a:lnTo>
                  <a:lnTo>
                    <a:pt x="1100676" y="382438"/>
                  </a:lnTo>
                  <a:lnTo>
                    <a:pt x="1110405" y="379437"/>
                  </a:lnTo>
                  <a:lnTo>
                    <a:pt x="1120149" y="376530"/>
                  </a:lnTo>
                  <a:lnTo>
                    <a:pt x="1129893" y="373731"/>
                  </a:lnTo>
                  <a:lnTo>
                    <a:pt x="1139637" y="371052"/>
                  </a:lnTo>
                  <a:lnTo>
                    <a:pt x="1149381" y="368506"/>
                  </a:lnTo>
                  <a:lnTo>
                    <a:pt x="1159110" y="366102"/>
                  </a:lnTo>
                  <a:lnTo>
                    <a:pt x="1168854" y="363853"/>
                  </a:lnTo>
                  <a:lnTo>
                    <a:pt x="1178598" y="361767"/>
                  </a:lnTo>
                  <a:lnTo>
                    <a:pt x="1188341" y="359854"/>
                  </a:lnTo>
                  <a:lnTo>
                    <a:pt x="1198070" y="358121"/>
                  </a:lnTo>
                  <a:lnTo>
                    <a:pt x="1207814" y="356576"/>
                  </a:lnTo>
                  <a:lnTo>
                    <a:pt x="1217558" y="355228"/>
                  </a:lnTo>
                  <a:lnTo>
                    <a:pt x="1227302" y="354079"/>
                  </a:lnTo>
                  <a:lnTo>
                    <a:pt x="1237031" y="353136"/>
                  </a:lnTo>
                  <a:lnTo>
                    <a:pt x="1246775" y="352404"/>
                  </a:lnTo>
                  <a:lnTo>
                    <a:pt x="1256519" y="351886"/>
                  </a:lnTo>
                  <a:lnTo>
                    <a:pt x="1266263" y="351585"/>
                  </a:lnTo>
                  <a:lnTo>
                    <a:pt x="1276007" y="351503"/>
                  </a:lnTo>
                  <a:lnTo>
                    <a:pt x="1285736" y="351641"/>
                  </a:lnTo>
                  <a:lnTo>
                    <a:pt x="1295480" y="352000"/>
                  </a:lnTo>
                  <a:lnTo>
                    <a:pt x="1305224" y="352580"/>
                  </a:lnTo>
                  <a:lnTo>
                    <a:pt x="1314968" y="353379"/>
                  </a:lnTo>
                  <a:lnTo>
                    <a:pt x="1324697" y="354396"/>
                  </a:lnTo>
                  <a:lnTo>
                    <a:pt x="1334441" y="355630"/>
                  </a:lnTo>
                  <a:lnTo>
                    <a:pt x="1344185" y="357076"/>
                  </a:lnTo>
                  <a:lnTo>
                    <a:pt x="1353929" y="358733"/>
                  </a:lnTo>
                  <a:lnTo>
                    <a:pt x="1363658" y="360596"/>
                  </a:lnTo>
                  <a:lnTo>
                    <a:pt x="1373402" y="362658"/>
                  </a:lnTo>
                  <a:lnTo>
                    <a:pt x="1383146" y="364918"/>
                  </a:lnTo>
                  <a:lnTo>
                    <a:pt x="1392890" y="367367"/>
                  </a:lnTo>
                  <a:lnTo>
                    <a:pt x="1402619" y="370001"/>
                  </a:lnTo>
                  <a:lnTo>
                    <a:pt x="1412363" y="372813"/>
                  </a:lnTo>
                  <a:lnTo>
                    <a:pt x="1422106" y="375796"/>
                  </a:lnTo>
                  <a:lnTo>
                    <a:pt x="1431850" y="378942"/>
                  </a:lnTo>
                  <a:lnTo>
                    <a:pt x="1441594" y="382245"/>
                  </a:lnTo>
                  <a:lnTo>
                    <a:pt x="1451323" y="385696"/>
                  </a:lnTo>
                  <a:lnTo>
                    <a:pt x="1461067" y="389288"/>
                  </a:lnTo>
                  <a:lnTo>
                    <a:pt x="1470811" y="393011"/>
                  </a:lnTo>
                  <a:lnTo>
                    <a:pt x="1480555" y="396857"/>
                  </a:lnTo>
                  <a:lnTo>
                    <a:pt x="1490284" y="400818"/>
                  </a:lnTo>
                  <a:lnTo>
                    <a:pt x="1500028" y="404884"/>
                  </a:lnTo>
                  <a:lnTo>
                    <a:pt x="1509772" y="409047"/>
                  </a:lnTo>
                  <a:lnTo>
                    <a:pt x="1519516" y="413298"/>
                  </a:lnTo>
                  <a:lnTo>
                    <a:pt x="1529245" y="417627"/>
                  </a:lnTo>
                  <a:lnTo>
                    <a:pt x="1538989" y="422026"/>
                  </a:lnTo>
                  <a:lnTo>
                    <a:pt x="1548733" y="426483"/>
                  </a:lnTo>
                  <a:lnTo>
                    <a:pt x="1558477" y="430993"/>
                  </a:lnTo>
                  <a:lnTo>
                    <a:pt x="1568221" y="435543"/>
                  </a:lnTo>
                  <a:lnTo>
                    <a:pt x="1577950" y="440128"/>
                  </a:lnTo>
                  <a:lnTo>
                    <a:pt x="1587694" y="444735"/>
                  </a:lnTo>
                  <a:lnTo>
                    <a:pt x="1597438" y="449358"/>
                  </a:lnTo>
                  <a:lnTo>
                    <a:pt x="1607182" y="453985"/>
                  </a:lnTo>
                  <a:lnTo>
                    <a:pt x="1616911" y="458612"/>
                  </a:lnTo>
                  <a:lnTo>
                    <a:pt x="1626655" y="463226"/>
                  </a:lnTo>
                  <a:lnTo>
                    <a:pt x="1636399" y="467822"/>
                  </a:lnTo>
                  <a:lnTo>
                    <a:pt x="1646142" y="472389"/>
                  </a:lnTo>
                  <a:lnTo>
                    <a:pt x="1655872" y="476921"/>
                  </a:lnTo>
                  <a:lnTo>
                    <a:pt x="1665616" y="481410"/>
                  </a:lnTo>
                  <a:lnTo>
                    <a:pt x="1675359" y="485847"/>
                  </a:lnTo>
                  <a:lnTo>
                    <a:pt x="1685103" y="490224"/>
                  </a:lnTo>
                  <a:lnTo>
                    <a:pt x="1694832" y="494537"/>
                  </a:lnTo>
                  <a:lnTo>
                    <a:pt x="1704576" y="498776"/>
                  </a:lnTo>
                  <a:lnTo>
                    <a:pt x="1714320" y="502935"/>
                  </a:lnTo>
                  <a:lnTo>
                    <a:pt x="1724064" y="507006"/>
                  </a:lnTo>
                  <a:lnTo>
                    <a:pt x="1733808" y="510984"/>
                  </a:lnTo>
                  <a:lnTo>
                    <a:pt x="1743537" y="514863"/>
                  </a:lnTo>
                  <a:lnTo>
                    <a:pt x="1753281" y="518637"/>
                  </a:lnTo>
                  <a:lnTo>
                    <a:pt x="1763025" y="522297"/>
                  </a:lnTo>
                  <a:lnTo>
                    <a:pt x="1772769" y="525840"/>
                  </a:lnTo>
                  <a:lnTo>
                    <a:pt x="1782498" y="529260"/>
                  </a:lnTo>
                  <a:lnTo>
                    <a:pt x="1792242" y="532551"/>
                  </a:lnTo>
                  <a:lnTo>
                    <a:pt x="1801986" y="535709"/>
                  </a:lnTo>
                  <a:lnTo>
                    <a:pt x="1811730" y="538728"/>
                  </a:lnTo>
                  <a:lnTo>
                    <a:pt x="1821459" y="541602"/>
                  </a:lnTo>
                  <a:lnTo>
                    <a:pt x="1831203" y="544330"/>
                  </a:lnTo>
                  <a:lnTo>
                    <a:pt x="1840947" y="546903"/>
                  </a:lnTo>
                  <a:lnTo>
                    <a:pt x="1850691" y="549321"/>
                  </a:lnTo>
                  <a:lnTo>
                    <a:pt x="1860435" y="551577"/>
                  </a:lnTo>
                  <a:lnTo>
                    <a:pt x="1870164" y="553667"/>
                  </a:lnTo>
                  <a:lnTo>
                    <a:pt x="1879908" y="555590"/>
                  </a:lnTo>
                  <a:lnTo>
                    <a:pt x="1889652" y="557340"/>
                  </a:lnTo>
                  <a:lnTo>
                    <a:pt x="1899395" y="558914"/>
                  </a:lnTo>
                  <a:lnTo>
                    <a:pt x="1909124" y="560311"/>
                  </a:lnTo>
                  <a:lnTo>
                    <a:pt x="1918868" y="561525"/>
                  </a:lnTo>
                  <a:lnTo>
                    <a:pt x="1928612" y="562554"/>
                  </a:lnTo>
                  <a:lnTo>
                    <a:pt x="1938356" y="563398"/>
                  </a:lnTo>
                  <a:lnTo>
                    <a:pt x="1948085" y="564052"/>
                  </a:lnTo>
                  <a:lnTo>
                    <a:pt x="1957829" y="564514"/>
                  </a:lnTo>
                  <a:lnTo>
                    <a:pt x="1967573" y="564783"/>
                  </a:lnTo>
                  <a:lnTo>
                    <a:pt x="1977317" y="564858"/>
                  </a:lnTo>
                  <a:lnTo>
                    <a:pt x="1987046" y="564735"/>
                  </a:lnTo>
                  <a:lnTo>
                    <a:pt x="1996790" y="564417"/>
                  </a:lnTo>
                  <a:lnTo>
                    <a:pt x="2006534" y="563898"/>
                  </a:lnTo>
                  <a:lnTo>
                    <a:pt x="2016278" y="563182"/>
                  </a:lnTo>
                  <a:lnTo>
                    <a:pt x="2026022" y="562267"/>
                  </a:lnTo>
                  <a:lnTo>
                    <a:pt x="2035751" y="561152"/>
                  </a:lnTo>
                  <a:lnTo>
                    <a:pt x="2045495" y="559838"/>
                  </a:lnTo>
                  <a:lnTo>
                    <a:pt x="2055239" y="558327"/>
                  </a:lnTo>
                  <a:lnTo>
                    <a:pt x="2064983" y="556619"/>
                  </a:lnTo>
                  <a:lnTo>
                    <a:pt x="2074712" y="554713"/>
                  </a:lnTo>
                  <a:lnTo>
                    <a:pt x="2084456" y="552614"/>
                  </a:lnTo>
                  <a:lnTo>
                    <a:pt x="2094200" y="550321"/>
                  </a:lnTo>
                  <a:lnTo>
                    <a:pt x="2103944" y="547839"/>
                  </a:lnTo>
                  <a:lnTo>
                    <a:pt x="2113673" y="545167"/>
                  </a:lnTo>
                  <a:lnTo>
                    <a:pt x="2123417" y="542313"/>
                  </a:lnTo>
                  <a:lnTo>
                    <a:pt x="2133161" y="539276"/>
                  </a:lnTo>
                  <a:lnTo>
                    <a:pt x="2142905" y="536062"/>
                  </a:lnTo>
                  <a:lnTo>
                    <a:pt x="2152649" y="532674"/>
                  </a:lnTo>
                  <a:lnTo>
                    <a:pt x="2162377" y="529118"/>
                  </a:lnTo>
                  <a:lnTo>
                    <a:pt x="2172121" y="525398"/>
                  </a:lnTo>
                  <a:lnTo>
                    <a:pt x="2181865" y="521518"/>
                  </a:lnTo>
                  <a:lnTo>
                    <a:pt x="2191609" y="517485"/>
                  </a:lnTo>
                  <a:lnTo>
                    <a:pt x="2201338" y="513304"/>
                  </a:lnTo>
                  <a:lnTo>
                    <a:pt x="2211082" y="508982"/>
                  </a:lnTo>
                  <a:lnTo>
                    <a:pt x="2220826" y="504527"/>
                  </a:lnTo>
                  <a:lnTo>
                    <a:pt x="2230570" y="499944"/>
                  </a:lnTo>
                  <a:lnTo>
                    <a:pt x="2240299" y="495241"/>
                  </a:lnTo>
                  <a:lnTo>
                    <a:pt x="2250043" y="490425"/>
                  </a:lnTo>
                  <a:lnTo>
                    <a:pt x="2259787" y="485506"/>
                  </a:lnTo>
                  <a:lnTo>
                    <a:pt x="2269531" y="480489"/>
                  </a:lnTo>
                  <a:lnTo>
                    <a:pt x="2279260" y="475386"/>
                  </a:lnTo>
                  <a:lnTo>
                    <a:pt x="2289004" y="470203"/>
                  </a:lnTo>
                  <a:lnTo>
                    <a:pt x="2298748" y="464951"/>
                  </a:lnTo>
                  <a:lnTo>
                    <a:pt x="2308492" y="459637"/>
                  </a:lnTo>
                  <a:lnTo>
                    <a:pt x="2318236" y="454271"/>
                  </a:lnTo>
                  <a:lnTo>
                    <a:pt x="2327965" y="448865"/>
                  </a:lnTo>
                  <a:lnTo>
                    <a:pt x="2337709" y="443425"/>
                  </a:lnTo>
                  <a:lnTo>
                    <a:pt x="2347453" y="437963"/>
                  </a:lnTo>
                  <a:lnTo>
                    <a:pt x="2357197" y="432488"/>
                  </a:lnTo>
                  <a:lnTo>
                    <a:pt x="2366926" y="427009"/>
                  </a:lnTo>
                  <a:lnTo>
                    <a:pt x="2376670" y="421538"/>
                  </a:lnTo>
                  <a:lnTo>
                    <a:pt x="2386413" y="416082"/>
                  </a:lnTo>
                  <a:lnTo>
                    <a:pt x="2396157" y="410653"/>
                  </a:lnTo>
                  <a:lnTo>
                    <a:pt x="2405886" y="405260"/>
                  </a:lnTo>
                  <a:lnTo>
                    <a:pt x="2415630" y="399911"/>
                  </a:lnTo>
                  <a:lnTo>
                    <a:pt x="2425374" y="394617"/>
                  </a:lnTo>
                  <a:lnTo>
                    <a:pt x="2435118" y="389388"/>
                  </a:lnTo>
                  <a:lnTo>
                    <a:pt x="2444862" y="384230"/>
                  </a:lnTo>
                  <a:lnTo>
                    <a:pt x="2454591" y="379155"/>
                  </a:lnTo>
                  <a:lnTo>
                    <a:pt x="2464335" y="374169"/>
                  </a:lnTo>
                  <a:lnTo>
                    <a:pt x="2474079" y="369280"/>
                  </a:lnTo>
                  <a:lnTo>
                    <a:pt x="2483823" y="364498"/>
                  </a:lnTo>
                  <a:lnTo>
                    <a:pt x="2493552" y="359827"/>
                  </a:lnTo>
                  <a:lnTo>
                    <a:pt x="2503296" y="355278"/>
                  </a:lnTo>
                  <a:lnTo>
                    <a:pt x="2513040" y="350855"/>
                  </a:lnTo>
                  <a:lnTo>
                    <a:pt x="2522784" y="346564"/>
                  </a:lnTo>
                  <a:lnTo>
                    <a:pt x="2532513" y="342411"/>
                  </a:lnTo>
                  <a:lnTo>
                    <a:pt x="2542257" y="338402"/>
                  </a:lnTo>
                  <a:lnTo>
                    <a:pt x="2552001" y="334542"/>
                  </a:lnTo>
                  <a:lnTo>
                    <a:pt x="2561745" y="330833"/>
                  </a:lnTo>
                  <a:lnTo>
                    <a:pt x="2571474" y="327282"/>
                  </a:lnTo>
                  <a:lnTo>
                    <a:pt x="2581218" y="323889"/>
                  </a:lnTo>
                  <a:lnTo>
                    <a:pt x="2590962" y="320657"/>
                  </a:lnTo>
                  <a:lnTo>
                    <a:pt x="2600705" y="317590"/>
                  </a:lnTo>
                  <a:lnTo>
                    <a:pt x="2610449" y="314686"/>
                  </a:lnTo>
                  <a:lnTo>
                    <a:pt x="2620178" y="311947"/>
                  </a:lnTo>
                  <a:lnTo>
                    <a:pt x="2629922" y="309376"/>
                  </a:lnTo>
                  <a:lnTo>
                    <a:pt x="2639666" y="306970"/>
                  </a:lnTo>
                  <a:lnTo>
                    <a:pt x="2649410" y="304729"/>
                  </a:lnTo>
                  <a:lnTo>
                    <a:pt x="2659139" y="302649"/>
                  </a:lnTo>
                  <a:lnTo>
                    <a:pt x="2668883" y="300732"/>
                  </a:lnTo>
                  <a:lnTo>
                    <a:pt x="2678627" y="298973"/>
                  </a:lnTo>
                  <a:lnTo>
                    <a:pt x="2688371" y="297369"/>
                  </a:lnTo>
                  <a:lnTo>
                    <a:pt x="2698100" y="295916"/>
                  </a:lnTo>
                  <a:lnTo>
                    <a:pt x="2707844" y="294611"/>
                  </a:lnTo>
                  <a:lnTo>
                    <a:pt x="2717588" y="293449"/>
                  </a:lnTo>
                  <a:lnTo>
                    <a:pt x="2727332" y="292425"/>
                  </a:lnTo>
                  <a:lnTo>
                    <a:pt x="2737076" y="291533"/>
                  </a:lnTo>
                  <a:lnTo>
                    <a:pt x="2746805" y="290766"/>
                  </a:lnTo>
                  <a:lnTo>
                    <a:pt x="2756549" y="290120"/>
                  </a:lnTo>
                  <a:lnTo>
                    <a:pt x="2766293" y="289587"/>
                  </a:lnTo>
                  <a:lnTo>
                    <a:pt x="2776037" y="289159"/>
                  </a:lnTo>
                  <a:lnTo>
                    <a:pt x="2785766" y="288830"/>
                  </a:lnTo>
                  <a:lnTo>
                    <a:pt x="2795510" y="288592"/>
                  </a:lnTo>
                  <a:lnTo>
                    <a:pt x="2805254" y="288438"/>
                  </a:lnTo>
                  <a:lnTo>
                    <a:pt x="2814998" y="288358"/>
                  </a:lnTo>
                  <a:lnTo>
                    <a:pt x="2824727" y="288346"/>
                  </a:lnTo>
                  <a:lnTo>
                    <a:pt x="2834471" y="288391"/>
                  </a:lnTo>
                  <a:lnTo>
                    <a:pt x="2844215" y="288486"/>
                  </a:lnTo>
                  <a:lnTo>
                    <a:pt x="2853958" y="288623"/>
                  </a:lnTo>
                  <a:lnTo>
                    <a:pt x="2863687" y="288793"/>
                  </a:lnTo>
                  <a:lnTo>
                    <a:pt x="2873431" y="288985"/>
                  </a:lnTo>
                  <a:lnTo>
                    <a:pt x="2883175" y="289195"/>
                  </a:lnTo>
                  <a:lnTo>
                    <a:pt x="2892919" y="289410"/>
                  </a:lnTo>
                  <a:lnTo>
                    <a:pt x="2902663" y="289624"/>
                  </a:lnTo>
                  <a:lnTo>
                    <a:pt x="2912392" y="28983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0" name="Freeform 709">
              <a:extLst>
                <a:ext uri="{FF2B5EF4-FFF2-40B4-BE49-F238E27FC236}">
                  <a16:creationId xmlns:a16="http://schemas.microsoft.com/office/drawing/2014/main" id="{9ECFA720-19C7-37D3-E51A-0F5A12CB9BAB}"/>
                </a:ext>
              </a:extLst>
            </p:cNvPr>
            <p:cNvSpPr/>
            <p:nvPr/>
          </p:nvSpPr>
          <p:spPr>
            <a:xfrm>
              <a:off x="576446" y="2876753"/>
              <a:ext cx="2912392" cy="834134"/>
            </a:xfrm>
            <a:custGeom>
              <a:avLst/>
              <a:gdLst>
                <a:gd name="connsiteX0" fmla="*/ 0 w 2912392"/>
                <a:gd name="connsiteY0" fmla="*/ 19448 h 834134"/>
                <a:gd name="connsiteX1" fmla="*/ 9739 w 2912392"/>
                <a:gd name="connsiteY1" fmla="*/ 16876 h 834134"/>
                <a:gd name="connsiteX2" fmla="*/ 19480 w 2912392"/>
                <a:gd name="connsiteY2" fmla="*/ 14445 h 834134"/>
                <a:gd name="connsiteX3" fmla="*/ 29221 w 2912392"/>
                <a:gd name="connsiteY3" fmla="*/ 12164 h 834134"/>
                <a:gd name="connsiteX4" fmla="*/ 38961 w 2912392"/>
                <a:gd name="connsiteY4" fmla="*/ 10045 h 834134"/>
                <a:gd name="connsiteX5" fmla="*/ 48702 w 2912392"/>
                <a:gd name="connsiteY5" fmla="*/ 8101 h 834134"/>
                <a:gd name="connsiteX6" fmla="*/ 58443 w 2912392"/>
                <a:gd name="connsiteY6" fmla="*/ 6340 h 834134"/>
                <a:gd name="connsiteX7" fmla="*/ 68182 w 2912392"/>
                <a:gd name="connsiteY7" fmla="*/ 4772 h 834134"/>
                <a:gd name="connsiteX8" fmla="*/ 77923 w 2912392"/>
                <a:gd name="connsiteY8" fmla="*/ 3409 h 834134"/>
                <a:gd name="connsiteX9" fmla="*/ 87664 w 2912392"/>
                <a:gd name="connsiteY9" fmla="*/ 2262 h 834134"/>
                <a:gd name="connsiteX10" fmla="*/ 97404 w 2912392"/>
                <a:gd name="connsiteY10" fmla="*/ 1338 h 834134"/>
                <a:gd name="connsiteX11" fmla="*/ 107145 w 2912392"/>
                <a:gd name="connsiteY11" fmla="*/ 647 h 834134"/>
                <a:gd name="connsiteX12" fmla="*/ 116886 w 2912392"/>
                <a:gd name="connsiteY12" fmla="*/ 198 h 834134"/>
                <a:gd name="connsiteX13" fmla="*/ 126625 w 2912392"/>
                <a:gd name="connsiteY13" fmla="*/ 0 h 834134"/>
                <a:gd name="connsiteX14" fmla="*/ 136366 w 2912392"/>
                <a:gd name="connsiteY14" fmla="*/ 61 h 834134"/>
                <a:gd name="connsiteX15" fmla="*/ 146107 w 2912392"/>
                <a:gd name="connsiteY15" fmla="*/ 390 h 834134"/>
                <a:gd name="connsiteX16" fmla="*/ 155846 w 2912392"/>
                <a:gd name="connsiteY16" fmla="*/ 994 h 834134"/>
                <a:gd name="connsiteX17" fmla="*/ 165587 w 2912392"/>
                <a:gd name="connsiteY17" fmla="*/ 1880 h 834134"/>
                <a:gd name="connsiteX18" fmla="*/ 175328 w 2912392"/>
                <a:gd name="connsiteY18" fmla="*/ 3054 h 834134"/>
                <a:gd name="connsiteX19" fmla="*/ 185068 w 2912392"/>
                <a:gd name="connsiteY19" fmla="*/ 4525 h 834134"/>
                <a:gd name="connsiteX20" fmla="*/ 194809 w 2912392"/>
                <a:gd name="connsiteY20" fmla="*/ 6295 h 834134"/>
                <a:gd name="connsiteX21" fmla="*/ 204550 w 2912392"/>
                <a:gd name="connsiteY21" fmla="*/ 8373 h 834134"/>
                <a:gd name="connsiteX22" fmla="*/ 214289 w 2912392"/>
                <a:gd name="connsiteY22" fmla="*/ 10763 h 834134"/>
                <a:gd name="connsiteX23" fmla="*/ 224030 w 2912392"/>
                <a:gd name="connsiteY23" fmla="*/ 13469 h 834134"/>
                <a:gd name="connsiteX24" fmla="*/ 233771 w 2912392"/>
                <a:gd name="connsiteY24" fmla="*/ 16495 h 834134"/>
                <a:gd name="connsiteX25" fmla="*/ 243510 w 2912392"/>
                <a:gd name="connsiteY25" fmla="*/ 19845 h 834134"/>
                <a:gd name="connsiteX26" fmla="*/ 253251 w 2912392"/>
                <a:gd name="connsiteY26" fmla="*/ 23523 h 834134"/>
                <a:gd name="connsiteX27" fmla="*/ 262992 w 2912392"/>
                <a:gd name="connsiteY27" fmla="*/ 27530 h 834134"/>
                <a:gd name="connsiteX28" fmla="*/ 272732 w 2912392"/>
                <a:gd name="connsiteY28" fmla="*/ 31870 h 834134"/>
                <a:gd name="connsiteX29" fmla="*/ 282473 w 2912392"/>
                <a:gd name="connsiteY29" fmla="*/ 36543 h 834134"/>
                <a:gd name="connsiteX30" fmla="*/ 292214 w 2912392"/>
                <a:gd name="connsiteY30" fmla="*/ 41550 h 834134"/>
                <a:gd name="connsiteX31" fmla="*/ 301953 w 2912392"/>
                <a:gd name="connsiteY31" fmla="*/ 46893 h 834134"/>
                <a:gd name="connsiteX32" fmla="*/ 311694 w 2912392"/>
                <a:gd name="connsiteY32" fmla="*/ 52571 h 834134"/>
                <a:gd name="connsiteX33" fmla="*/ 321435 w 2912392"/>
                <a:gd name="connsiteY33" fmla="*/ 58583 h 834134"/>
                <a:gd name="connsiteX34" fmla="*/ 331175 w 2912392"/>
                <a:gd name="connsiteY34" fmla="*/ 64928 h 834134"/>
                <a:gd name="connsiteX35" fmla="*/ 340916 w 2912392"/>
                <a:gd name="connsiteY35" fmla="*/ 71606 h 834134"/>
                <a:gd name="connsiteX36" fmla="*/ 350656 w 2912392"/>
                <a:gd name="connsiteY36" fmla="*/ 78612 h 834134"/>
                <a:gd name="connsiteX37" fmla="*/ 360396 w 2912392"/>
                <a:gd name="connsiteY37" fmla="*/ 85943 h 834134"/>
                <a:gd name="connsiteX38" fmla="*/ 370137 w 2912392"/>
                <a:gd name="connsiteY38" fmla="*/ 93598 h 834134"/>
                <a:gd name="connsiteX39" fmla="*/ 379878 w 2912392"/>
                <a:gd name="connsiteY39" fmla="*/ 101572 h 834134"/>
                <a:gd name="connsiteX40" fmla="*/ 389617 w 2912392"/>
                <a:gd name="connsiteY40" fmla="*/ 109859 h 834134"/>
                <a:gd name="connsiteX41" fmla="*/ 399358 w 2912392"/>
                <a:gd name="connsiteY41" fmla="*/ 118456 h 834134"/>
                <a:gd name="connsiteX42" fmla="*/ 409099 w 2912392"/>
                <a:gd name="connsiteY42" fmla="*/ 127355 h 834134"/>
                <a:gd name="connsiteX43" fmla="*/ 418839 w 2912392"/>
                <a:gd name="connsiteY43" fmla="*/ 136551 h 834134"/>
                <a:gd name="connsiteX44" fmla="*/ 428580 w 2912392"/>
                <a:gd name="connsiteY44" fmla="*/ 146035 h 834134"/>
                <a:gd name="connsiteX45" fmla="*/ 438321 w 2912392"/>
                <a:gd name="connsiteY45" fmla="*/ 155803 h 834134"/>
                <a:gd name="connsiteX46" fmla="*/ 448060 w 2912392"/>
                <a:gd name="connsiteY46" fmla="*/ 165845 h 834134"/>
                <a:gd name="connsiteX47" fmla="*/ 457801 w 2912392"/>
                <a:gd name="connsiteY47" fmla="*/ 176152 h 834134"/>
                <a:gd name="connsiteX48" fmla="*/ 467542 w 2912392"/>
                <a:gd name="connsiteY48" fmla="*/ 186716 h 834134"/>
                <a:gd name="connsiteX49" fmla="*/ 477281 w 2912392"/>
                <a:gd name="connsiteY49" fmla="*/ 197526 h 834134"/>
                <a:gd name="connsiteX50" fmla="*/ 487022 w 2912392"/>
                <a:gd name="connsiteY50" fmla="*/ 208572 h 834134"/>
                <a:gd name="connsiteX51" fmla="*/ 496763 w 2912392"/>
                <a:gd name="connsiteY51" fmla="*/ 219846 h 834134"/>
                <a:gd name="connsiteX52" fmla="*/ 506503 w 2912392"/>
                <a:gd name="connsiteY52" fmla="*/ 231333 h 834134"/>
                <a:gd name="connsiteX53" fmla="*/ 516244 w 2912392"/>
                <a:gd name="connsiteY53" fmla="*/ 243026 h 834134"/>
                <a:gd name="connsiteX54" fmla="*/ 525985 w 2912392"/>
                <a:gd name="connsiteY54" fmla="*/ 254908 h 834134"/>
                <a:gd name="connsiteX55" fmla="*/ 535724 w 2912392"/>
                <a:gd name="connsiteY55" fmla="*/ 266970 h 834134"/>
                <a:gd name="connsiteX56" fmla="*/ 545465 w 2912392"/>
                <a:gd name="connsiteY56" fmla="*/ 279199 h 834134"/>
                <a:gd name="connsiteX57" fmla="*/ 555206 w 2912392"/>
                <a:gd name="connsiteY57" fmla="*/ 291581 h 834134"/>
                <a:gd name="connsiteX58" fmla="*/ 564946 w 2912392"/>
                <a:gd name="connsiteY58" fmla="*/ 304102 h 834134"/>
                <a:gd name="connsiteX59" fmla="*/ 574687 w 2912392"/>
                <a:gd name="connsiteY59" fmla="*/ 316749 h 834134"/>
                <a:gd name="connsiteX60" fmla="*/ 584428 w 2912392"/>
                <a:gd name="connsiteY60" fmla="*/ 329510 h 834134"/>
                <a:gd name="connsiteX61" fmla="*/ 594167 w 2912392"/>
                <a:gd name="connsiteY61" fmla="*/ 342367 h 834134"/>
                <a:gd name="connsiteX62" fmla="*/ 603908 w 2912392"/>
                <a:gd name="connsiteY62" fmla="*/ 355308 h 834134"/>
                <a:gd name="connsiteX63" fmla="*/ 613649 w 2912392"/>
                <a:gd name="connsiteY63" fmla="*/ 368318 h 834134"/>
                <a:gd name="connsiteX64" fmla="*/ 623388 w 2912392"/>
                <a:gd name="connsiteY64" fmla="*/ 381380 h 834134"/>
                <a:gd name="connsiteX65" fmla="*/ 633129 w 2912392"/>
                <a:gd name="connsiteY65" fmla="*/ 394482 h 834134"/>
                <a:gd name="connsiteX66" fmla="*/ 642870 w 2912392"/>
                <a:gd name="connsiteY66" fmla="*/ 407608 h 834134"/>
                <a:gd name="connsiteX67" fmla="*/ 652610 w 2912392"/>
                <a:gd name="connsiteY67" fmla="*/ 420741 h 834134"/>
                <a:gd name="connsiteX68" fmla="*/ 662351 w 2912392"/>
                <a:gd name="connsiteY68" fmla="*/ 433869 h 834134"/>
                <a:gd name="connsiteX69" fmla="*/ 672092 w 2912392"/>
                <a:gd name="connsiteY69" fmla="*/ 446975 h 834134"/>
                <a:gd name="connsiteX70" fmla="*/ 681831 w 2912392"/>
                <a:gd name="connsiteY70" fmla="*/ 460043 h 834134"/>
                <a:gd name="connsiteX71" fmla="*/ 691572 w 2912392"/>
                <a:gd name="connsiteY71" fmla="*/ 473061 h 834134"/>
                <a:gd name="connsiteX72" fmla="*/ 701313 w 2912392"/>
                <a:gd name="connsiteY72" fmla="*/ 486011 h 834134"/>
                <a:gd name="connsiteX73" fmla="*/ 711052 w 2912392"/>
                <a:gd name="connsiteY73" fmla="*/ 498881 h 834134"/>
                <a:gd name="connsiteX74" fmla="*/ 720793 w 2912392"/>
                <a:gd name="connsiteY74" fmla="*/ 511653 h 834134"/>
                <a:gd name="connsiteX75" fmla="*/ 730534 w 2912392"/>
                <a:gd name="connsiteY75" fmla="*/ 524316 h 834134"/>
                <a:gd name="connsiteX76" fmla="*/ 740274 w 2912392"/>
                <a:gd name="connsiteY76" fmla="*/ 536854 h 834134"/>
                <a:gd name="connsiteX77" fmla="*/ 750015 w 2912392"/>
                <a:gd name="connsiteY77" fmla="*/ 549252 h 834134"/>
                <a:gd name="connsiteX78" fmla="*/ 759756 w 2912392"/>
                <a:gd name="connsiteY78" fmla="*/ 561499 h 834134"/>
                <a:gd name="connsiteX79" fmla="*/ 769495 w 2912392"/>
                <a:gd name="connsiteY79" fmla="*/ 573583 h 834134"/>
                <a:gd name="connsiteX80" fmla="*/ 779236 w 2912392"/>
                <a:gd name="connsiteY80" fmla="*/ 585487 h 834134"/>
                <a:gd name="connsiteX81" fmla="*/ 788977 w 2912392"/>
                <a:gd name="connsiteY81" fmla="*/ 597200 h 834134"/>
                <a:gd name="connsiteX82" fmla="*/ 798717 w 2912392"/>
                <a:gd name="connsiteY82" fmla="*/ 608713 h 834134"/>
                <a:gd name="connsiteX83" fmla="*/ 808458 w 2912392"/>
                <a:gd name="connsiteY83" fmla="*/ 620009 h 834134"/>
                <a:gd name="connsiteX84" fmla="*/ 818199 w 2912392"/>
                <a:gd name="connsiteY84" fmla="*/ 631082 h 834134"/>
                <a:gd name="connsiteX85" fmla="*/ 827938 w 2912392"/>
                <a:gd name="connsiteY85" fmla="*/ 641920 h 834134"/>
                <a:gd name="connsiteX86" fmla="*/ 837679 w 2912392"/>
                <a:gd name="connsiteY86" fmla="*/ 652511 h 834134"/>
                <a:gd name="connsiteX87" fmla="*/ 847420 w 2912392"/>
                <a:gd name="connsiteY87" fmla="*/ 662848 h 834134"/>
                <a:gd name="connsiteX88" fmla="*/ 857159 w 2912392"/>
                <a:gd name="connsiteY88" fmla="*/ 672920 h 834134"/>
                <a:gd name="connsiteX89" fmla="*/ 866900 w 2912392"/>
                <a:gd name="connsiteY89" fmla="*/ 682721 h 834134"/>
                <a:gd name="connsiteX90" fmla="*/ 876641 w 2912392"/>
                <a:gd name="connsiteY90" fmla="*/ 692239 h 834134"/>
                <a:gd name="connsiteX91" fmla="*/ 886381 w 2912392"/>
                <a:gd name="connsiteY91" fmla="*/ 701472 h 834134"/>
                <a:gd name="connsiteX92" fmla="*/ 896122 w 2912392"/>
                <a:gd name="connsiteY92" fmla="*/ 710412 h 834134"/>
                <a:gd name="connsiteX93" fmla="*/ 905863 w 2912392"/>
                <a:gd name="connsiteY93" fmla="*/ 719050 h 834134"/>
                <a:gd name="connsiteX94" fmla="*/ 915602 w 2912392"/>
                <a:gd name="connsiteY94" fmla="*/ 727383 h 834134"/>
                <a:gd name="connsiteX95" fmla="*/ 925343 w 2912392"/>
                <a:gd name="connsiteY95" fmla="*/ 735408 h 834134"/>
                <a:gd name="connsiteX96" fmla="*/ 935084 w 2912392"/>
                <a:gd name="connsiteY96" fmla="*/ 743118 h 834134"/>
                <a:gd name="connsiteX97" fmla="*/ 944824 w 2912392"/>
                <a:gd name="connsiteY97" fmla="*/ 750509 h 834134"/>
                <a:gd name="connsiteX98" fmla="*/ 954564 w 2912392"/>
                <a:gd name="connsiteY98" fmla="*/ 757582 h 834134"/>
                <a:gd name="connsiteX99" fmla="*/ 964305 w 2912392"/>
                <a:gd name="connsiteY99" fmla="*/ 764333 h 834134"/>
                <a:gd name="connsiteX100" fmla="*/ 974045 w 2912392"/>
                <a:gd name="connsiteY100" fmla="*/ 770759 h 834134"/>
                <a:gd name="connsiteX101" fmla="*/ 983786 w 2912392"/>
                <a:gd name="connsiteY101" fmla="*/ 776860 h 834134"/>
                <a:gd name="connsiteX102" fmla="*/ 993522 w 2912392"/>
                <a:gd name="connsiteY102" fmla="*/ 782638 h 834134"/>
                <a:gd name="connsiteX103" fmla="*/ 1003266 w 2912392"/>
                <a:gd name="connsiteY103" fmla="*/ 788089 h 834134"/>
                <a:gd name="connsiteX104" fmla="*/ 1013010 w 2912392"/>
                <a:gd name="connsiteY104" fmla="*/ 793216 h 834134"/>
                <a:gd name="connsiteX105" fmla="*/ 1022754 w 2912392"/>
                <a:gd name="connsiteY105" fmla="*/ 798022 h 834134"/>
                <a:gd name="connsiteX106" fmla="*/ 1032483 w 2912392"/>
                <a:gd name="connsiteY106" fmla="*/ 802507 h 834134"/>
                <a:gd name="connsiteX107" fmla="*/ 1042227 w 2912392"/>
                <a:gd name="connsiteY107" fmla="*/ 806673 h 834134"/>
                <a:gd name="connsiteX108" fmla="*/ 1051971 w 2912392"/>
                <a:gd name="connsiteY108" fmla="*/ 810526 h 834134"/>
                <a:gd name="connsiteX109" fmla="*/ 1061715 w 2912392"/>
                <a:gd name="connsiteY109" fmla="*/ 814065 h 834134"/>
                <a:gd name="connsiteX110" fmla="*/ 1071444 w 2912392"/>
                <a:gd name="connsiteY110" fmla="*/ 817299 h 834134"/>
                <a:gd name="connsiteX111" fmla="*/ 1081188 w 2912392"/>
                <a:gd name="connsiteY111" fmla="*/ 820229 h 834134"/>
                <a:gd name="connsiteX112" fmla="*/ 1090932 w 2912392"/>
                <a:gd name="connsiteY112" fmla="*/ 822862 h 834134"/>
                <a:gd name="connsiteX113" fmla="*/ 1100676 w 2912392"/>
                <a:gd name="connsiteY113" fmla="*/ 825201 h 834134"/>
                <a:gd name="connsiteX114" fmla="*/ 1110405 w 2912392"/>
                <a:gd name="connsiteY114" fmla="*/ 827254 h 834134"/>
                <a:gd name="connsiteX115" fmla="*/ 1120149 w 2912392"/>
                <a:gd name="connsiteY115" fmla="*/ 829026 h 834134"/>
                <a:gd name="connsiteX116" fmla="*/ 1129893 w 2912392"/>
                <a:gd name="connsiteY116" fmla="*/ 830523 h 834134"/>
                <a:gd name="connsiteX117" fmla="*/ 1139637 w 2912392"/>
                <a:gd name="connsiteY117" fmla="*/ 831752 h 834134"/>
                <a:gd name="connsiteX118" fmla="*/ 1149381 w 2912392"/>
                <a:gd name="connsiteY118" fmla="*/ 832720 h 834134"/>
                <a:gd name="connsiteX119" fmla="*/ 1159110 w 2912392"/>
                <a:gd name="connsiteY119" fmla="*/ 833436 h 834134"/>
                <a:gd name="connsiteX120" fmla="*/ 1168854 w 2912392"/>
                <a:gd name="connsiteY120" fmla="*/ 833903 h 834134"/>
                <a:gd name="connsiteX121" fmla="*/ 1178598 w 2912392"/>
                <a:gd name="connsiteY121" fmla="*/ 834134 h 834134"/>
                <a:gd name="connsiteX122" fmla="*/ 1188341 w 2912392"/>
                <a:gd name="connsiteY122" fmla="*/ 834134 h 834134"/>
                <a:gd name="connsiteX123" fmla="*/ 1198070 w 2912392"/>
                <a:gd name="connsiteY123" fmla="*/ 833911 h 834134"/>
                <a:gd name="connsiteX124" fmla="*/ 1207814 w 2912392"/>
                <a:gd name="connsiteY124" fmla="*/ 833474 h 834134"/>
                <a:gd name="connsiteX125" fmla="*/ 1217558 w 2912392"/>
                <a:gd name="connsiteY125" fmla="*/ 832831 h 834134"/>
                <a:gd name="connsiteX126" fmla="*/ 1227302 w 2912392"/>
                <a:gd name="connsiteY126" fmla="*/ 831990 h 834134"/>
                <a:gd name="connsiteX127" fmla="*/ 1237031 w 2912392"/>
                <a:gd name="connsiteY127" fmla="*/ 830959 h 834134"/>
                <a:gd name="connsiteX128" fmla="*/ 1246775 w 2912392"/>
                <a:gd name="connsiteY128" fmla="*/ 829748 h 834134"/>
                <a:gd name="connsiteX129" fmla="*/ 1256519 w 2912392"/>
                <a:gd name="connsiteY129" fmla="*/ 828364 h 834134"/>
                <a:gd name="connsiteX130" fmla="*/ 1266263 w 2912392"/>
                <a:gd name="connsiteY130" fmla="*/ 826816 h 834134"/>
                <a:gd name="connsiteX131" fmla="*/ 1276007 w 2912392"/>
                <a:gd name="connsiteY131" fmla="*/ 825113 h 834134"/>
                <a:gd name="connsiteX132" fmla="*/ 1285736 w 2912392"/>
                <a:gd name="connsiteY132" fmla="*/ 823263 h 834134"/>
                <a:gd name="connsiteX133" fmla="*/ 1295480 w 2912392"/>
                <a:gd name="connsiteY133" fmla="*/ 821274 h 834134"/>
                <a:gd name="connsiteX134" fmla="*/ 1305224 w 2912392"/>
                <a:gd name="connsiteY134" fmla="*/ 819153 h 834134"/>
                <a:gd name="connsiteX135" fmla="*/ 1314968 w 2912392"/>
                <a:gd name="connsiteY135" fmla="*/ 816911 h 834134"/>
                <a:gd name="connsiteX136" fmla="*/ 1324697 w 2912392"/>
                <a:gd name="connsiteY136" fmla="*/ 814556 h 834134"/>
                <a:gd name="connsiteX137" fmla="*/ 1334441 w 2912392"/>
                <a:gd name="connsiteY137" fmla="*/ 812093 h 834134"/>
                <a:gd name="connsiteX138" fmla="*/ 1344185 w 2912392"/>
                <a:gd name="connsiteY138" fmla="*/ 809532 h 834134"/>
                <a:gd name="connsiteX139" fmla="*/ 1353929 w 2912392"/>
                <a:gd name="connsiteY139" fmla="*/ 806880 h 834134"/>
                <a:gd name="connsiteX140" fmla="*/ 1363658 w 2912392"/>
                <a:gd name="connsiteY140" fmla="*/ 804146 h 834134"/>
                <a:gd name="connsiteX141" fmla="*/ 1373402 w 2912392"/>
                <a:gd name="connsiteY141" fmla="*/ 801336 h 834134"/>
                <a:gd name="connsiteX142" fmla="*/ 1383146 w 2912392"/>
                <a:gd name="connsiteY142" fmla="*/ 798457 h 834134"/>
                <a:gd name="connsiteX143" fmla="*/ 1392890 w 2912392"/>
                <a:gd name="connsiteY143" fmla="*/ 795519 h 834134"/>
                <a:gd name="connsiteX144" fmla="*/ 1402619 w 2912392"/>
                <a:gd name="connsiteY144" fmla="*/ 792526 h 834134"/>
                <a:gd name="connsiteX145" fmla="*/ 1412363 w 2912392"/>
                <a:gd name="connsiteY145" fmla="*/ 789487 h 834134"/>
                <a:gd name="connsiteX146" fmla="*/ 1422106 w 2912392"/>
                <a:gd name="connsiteY146" fmla="*/ 786406 h 834134"/>
                <a:gd name="connsiteX147" fmla="*/ 1431850 w 2912392"/>
                <a:gd name="connsiteY147" fmla="*/ 783292 h 834134"/>
                <a:gd name="connsiteX148" fmla="*/ 1441594 w 2912392"/>
                <a:gd name="connsiteY148" fmla="*/ 780149 h 834134"/>
                <a:gd name="connsiteX149" fmla="*/ 1451323 w 2912392"/>
                <a:gd name="connsiteY149" fmla="*/ 776986 h 834134"/>
                <a:gd name="connsiteX150" fmla="*/ 1461067 w 2912392"/>
                <a:gd name="connsiteY150" fmla="*/ 773807 h 834134"/>
                <a:gd name="connsiteX151" fmla="*/ 1470811 w 2912392"/>
                <a:gd name="connsiteY151" fmla="*/ 770619 h 834134"/>
                <a:gd name="connsiteX152" fmla="*/ 1480555 w 2912392"/>
                <a:gd name="connsiteY152" fmla="*/ 767427 h 834134"/>
                <a:gd name="connsiteX153" fmla="*/ 1490284 w 2912392"/>
                <a:gd name="connsiteY153" fmla="*/ 764236 h 834134"/>
                <a:gd name="connsiteX154" fmla="*/ 1500028 w 2912392"/>
                <a:gd name="connsiteY154" fmla="*/ 761053 h 834134"/>
                <a:gd name="connsiteX155" fmla="*/ 1509772 w 2912392"/>
                <a:gd name="connsiteY155" fmla="*/ 757883 h 834134"/>
                <a:gd name="connsiteX156" fmla="*/ 1519516 w 2912392"/>
                <a:gd name="connsiteY156" fmla="*/ 754729 h 834134"/>
                <a:gd name="connsiteX157" fmla="*/ 1529245 w 2912392"/>
                <a:gd name="connsiteY157" fmla="*/ 751599 h 834134"/>
                <a:gd name="connsiteX158" fmla="*/ 1538989 w 2912392"/>
                <a:gd name="connsiteY158" fmla="*/ 748495 h 834134"/>
                <a:gd name="connsiteX159" fmla="*/ 1548733 w 2912392"/>
                <a:gd name="connsiteY159" fmla="*/ 745423 h 834134"/>
                <a:gd name="connsiteX160" fmla="*/ 1558477 w 2912392"/>
                <a:gd name="connsiteY160" fmla="*/ 742388 h 834134"/>
                <a:gd name="connsiteX161" fmla="*/ 1568221 w 2912392"/>
                <a:gd name="connsiteY161" fmla="*/ 739393 h 834134"/>
                <a:gd name="connsiteX162" fmla="*/ 1577950 w 2912392"/>
                <a:gd name="connsiteY162" fmla="*/ 736445 h 834134"/>
                <a:gd name="connsiteX163" fmla="*/ 1587694 w 2912392"/>
                <a:gd name="connsiteY163" fmla="*/ 733544 h 834134"/>
                <a:gd name="connsiteX164" fmla="*/ 1597438 w 2912392"/>
                <a:gd name="connsiteY164" fmla="*/ 730698 h 834134"/>
                <a:gd name="connsiteX165" fmla="*/ 1607182 w 2912392"/>
                <a:gd name="connsiteY165" fmla="*/ 727909 h 834134"/>
                <a:gd name="connsiteX166" fmla="*/ 1616911 w 2912392"/>
                <a:gd name="connsiteY166" fmla="*/ 725181 h 834134"/>
                <a:gd name="connsiteX167" fmla="*/ 1626655 w 2912392"/>
                <a:gd name="connsiteY167" fmla="*/ 722519 h 834134"/>
                <a:gd name="connsiteX168" fmla="*/ 1636399 w 2912392"/>
                <a:gd name="connsiteY168" fmla="*/ 719925 h 834134"/>
                <a:gd name="connsiteX169" fmla="*/ 1646142 w 2912392"/>
                <a:gd name="connsiteY169" fmla="*/ 717402 h 834134"/>
                <a:gd name="connsiteX170" fmla="*/ 1655872 w 2912392"/>
                <a:gd name="connsiteY170" fmla="*/ 714956 h 834134"/>
                <a:gd name="connsiteX171" fmla="*/ 1665616 w 2912392"/>
                <a:gd name="connsiteY171" fmla="*/ 712587 h 834134"/>
                <a:gd name="connsiteX172" fmla="*/ 1675359 w 2912392"/>
                <a:gd name="connsiteY172" fmla="*/ 710301 h 834134"/>
                <a:gd name="connsiteX173" fmla="*/ 1685103 w 2912392"/>
                <a:gd name="connsiteY173" fmla="*/ 708101 h 834134"/>
                <a:gd name="connsiteX174" fmla="*/ 1694832 w 2912392"/>
                <a:gd name="connsiteY174" fmla="*/ 705988 h 834134"/>
                <a:gd name="connsiteX175" fmla="*/ 1704576 w 2912392"/>
                <a:gd name="connsiteY175" fmla="*/ 703967 h 834134"/>
                <a:gd name="connsiteX176" fmla="*/ 1714320 w 2912392"/>
                <a:gd name="connsiteY176" fmla="*/ 702039 h 834134"/>
                <a:gd name="connsiteX177" fmla="*/ 1724064 w 2912392"/>
                <a:gd name="connsiteY177" fmla="*/ 700207 h 834134"/>
                <a:gd name="connsiteX178" fmla="*/ 1733808 w 2912392"/>
                <a:gd name="connsiteY178" fmla="*/ 698475 h 834134"/>
                <a:gd name="connsiteX179" fmla="*/ 1743537 w 2912392"/>
                <a:gd name="connsiteY179" fmla="*/ 696843 h 834134"/>
                <a:gd name="connsiteX180" fmla="*/ 1753281 w 2912392"/>
                <a:gd name="connsiteY180" fmla="*/ 695316 h 834134"/>
                <a:gd name="connsiteX181" fmla="*/ 1763025 w 2912392"/>
                <a:gd name="connsiteY181" fmla="*/ 693893 h 834134"/>
                <a:gd name="connsiteX182" fmla="*/ 1772769 w 2912392"/>
                <a:gd name="connsiteY182" fmla="*/ 692581 h 834134"/>
                <a:gd name="connsiteX183" fmla="*/ 1782498 w 2912392"/>
                <a:gd name="connsiteY183" fmla="*/ 691377 h 834134"/>
                <a:gd name="connsiteX184" fmla="*/ 1792242 w 2912392"/>
                <a:gd name="connsiteY184" fmla="*/ 690283 h 834134"/>
                <a:gd name="connsiteX185" fmla="*/ 1801986 w 2912392"/>
                <a:gd name="connsiteY185" fmla="*/ 689304 h 834134"/>
                <a:gd name="connsiteX186" fmla="*/ 1811730 w 2912392"/>
                <a:gd name="connsiteY186" fmla="*/ 688440 h 834134"/>
                <a:gd name="connsiteX187" fmla="*/ 1821459 w 2912392"/>
                <a:gd name="connsiteY187" fmla="*/ 687692 h 834134"/>
                <a:gd name="connsiteX188" fmla="*/ 1831203 w 2912392"/>
                <a:gd name="connsiteY188" fmla="*/ 687061 h 834134"/>
                <a:gd name="connsiteX189" fmla="*/ 1840947 w 2912392"/>
                <a:gd name="connsiteY189" fmla="*/ 686548 h 834134"/>
                <a:gd name="connsiteX190" fmla="*/ 1850691 w 2912392"/>
                <a:gd name="connsiteY190" fmla="*/ 686153 h 834134"/>
                <a:gd name="connsiteX191" fmla="*/ 1860435 w 2912392"/>
                <a:gd name="connsiteY191" fmla="*/ 685879 h 834134"/>
                <a:gd name="connsiteX192" fmla="*/ 1870164 w 2912392"/>
                <a:gd name="connsiteY192" fmla="*/ 685726 h 834134"/>
                <a:gd name="connsiteX193" fmla="*/ 1879908 w 2912392"/>
                <a:gd name="connsiteY193" fmla="*/ 685691 h 834134"/>
                <a:gd name="connsiteX194" fmla="*/ 1889652 w 2912392"/>
                <a:gd name="connsiteY194" fmla="*/ 685778 h 834134"/>
                <a:gd name="connsiteX195" fmla="*/ 1899395 w 2912392"/>
                <a:gd name="connsiteY195" fmla="*/ 685985 h 834134"/>
                <a:gd name="connsiteX196" fmla="*/ 1909124 w 2912392"/>
                <a:gd name="connsiteY196" fmla="*/ 686313 h 834134"/>
                <a:gd name="connsiteX197" fmla="*/ 1918868 w 2912392"/>
                <a:gd name="connsiteY197" fmla="*/ 686758 h 834134"/>
                <a:gd name="connsiteX198" fmla="*/ 1928612 w 2912392"/>
                <a:gd name="connsiteY198" fmla="*/ 687324 h 834134"/>
                <a:gd name="connsiteX199" fmla="*/ 1938356 w 2912392"/>
                <a:gd name="connsiteY199" fmla="*/ 688007 h 834134"/>
                <a:gd name="connsiteX200" fmla="*/ 1948085 w 2912392"/>
                <a:gd name="connsiteY200" fmla="*/ 688807 h 834134"/>
                <a:gd name="connsiteX201" fmla="*/ 1957829 w 2912392"/>
                <a:gd name="connsiteY201" fmla="*/ 689723 h 834134"/>
                <a:gd name="connsiteX202" fmla="*/ 1967573 w 2912392"/>
                <a:gd name="connsiteY202" fmla="*/ 690753 h 834134"/>
                <a:gd name="connsiteX203" fmla="*/ 1977317 w 2912392"/>
                <a:gd name="connsiteY203" fmla="*/ 691894 h 834134"/>
                <a:gd name="connsiteX204" fmla="*/ 1987046 w 2912392"/>
                <a:gd name="connsiteY204" fmla="*/ 693145 h 834134"/>
                <a:gd name="connsiteX205" fmla="*/ 1996790 w 2912392"/>
                <a:gd name="connsiteY205" fmla="*/ 694504 h 834134"/>
                <a:gd name="connsiteX206" fmla="*/ 2006534 w 2912392"/>
                <a:gd name="connsiteY206" fmla="*/ 695969 h 834134"/>
                <a:gd name="connsiteX207" fmla="*/ 2016278 w 2912392"/>
                <a:gd name="connsiteY207" fmla="*/ 697538 h 834134"/>
                <a:gd name="connsiteX208" fmla="*/ 2026022 w 2912392"/>
                <a:gd name="connsiteY208" fmla="*/ 699205 h 834134"/>
                <a:gd name="connsiteX209" fmla="*/ 2035751 w 2912392"/>
                <a:gd name="connsiteY209" fmla="*/ 700969 h 834134"/>
                <a:gd name="connsiteX210" fmla="*/ 2045495 w 2912392"/>
                <a:gd name="connsiteY210" fmla="*/ 702828 h 834134"/>
                <a:gd name="connsiteX211" fmla="*/ 2055239 w 2912392"/>
                <a:gd name="connsiteY211" fmla="*/ 704777 h 834134"/>
                <a:gd name="connsiteX212" fmla="*/ 2064983 w 2912392"/>
                <a:gd name="connsiteY212" fmla="*/ 706812 h 834134"/>
                <a:gd name="connsiteX213" fmla="*/ 2074712 w 2912392"/>
                <a:gd name="connsiteY213" fmla="*/ 708931 h 834134"/>
                <a:gd name="connsiteX214" fmla="*/ 2084456 w 2912392"/>
                <a:gd name="connsiteY214" fmla="*/ 711128 h 834134"/>
                <a:gd name="connsiteX215" fmla="*/ 2094200 w 2912392"/>
                <a:gd name="connsiteY215" fmla="*/ 713400 h 834134"/>
                <a:gd name="connsiteX216" fmla="*/ 2103944 w 2912392"/>
                <a:gd name="connsiteY216" fmla="*/ 715744 h 834134"/>
                <a:gd name="connsiteX217" fmla="*/ 2113673 w 2912392"/>
                <a:gd name="connsiteY217" fmla="*/ 718153 h 834134"/>
                <a:gd name="connsiteX218" fmla="*/ 2123417 w 2912392"/>
                <a:gd name="connsiteY218" fmla="*/ 720624 h 834134"/>
                <a:gd name="connsiteX219" fmla="*/ 2133161 w 2912392"/>
                <a:gd name="connsiteY219" fmla="*/ 723152 h 834134"/>
                <a:gd name="connsiteX220" fmla="*/ 2142905 w 2912392"/>
                <a:gd name="connsiteY220" fmla="*/ 725731 h 834134"/>
                <a:gd name="connsiteX221" fmla="*/ 2152649 w 2912392"/>
                <a:gd name="connsiteY221" fmla="*/ 728358 h 834134"/>
                <a:gd name="connsiteX222" fmla="*/ 2162377 w 2912392"/>
                <a:gd name="connsiteY222" fmla="*/ 731026 h 834134"/>
                <a:gd name="connsiteX223" fmla="*/ 2172121 w 2912392"/>
                <a:gd name="connsiteY223" fmla="*/ 733730 h 834134"/>
                <a:gd name="connsiteX224" fmla="*/ 2181865 w 2912392"/>
                <a:gd name="connsiteY224" fmla="*/ 736467 h 834134"/>
                <a:gd name="connsiteX225" fmla="*/ 2191609 w 2912392"/>
                <a:gd name="connsiteY225" fmla="*/ 739231 h 834134"/>
                <a:gd name="connsiteX226" fmla="*/ 2201338 w 2912392"/>
                <a:gd name="connsiteY226" fmla="*/ 742014 h 834134"/>
                <a:gd name="connsiteX227" fmla="*/ 2211082 w 2912392"/>
                <a:gd name="connsiteY227" fmla="*/ 744813 h 834134"/>
                <a:gd name="connsiteX228" fmla="*/ 2220826 w 2912392"/>
                <a:gd name="connsiteY228" fmla="*/ 747624 h 834134"/>
                <a:gd name="connsiteX229" fmla="*/ 2230570 w 2912392"/>
                <a:gd name="connsiteY229" fmla="*/ 750438 h 834134"/>
                <a:gd name="connsiteX230" fmla="*/ 2240299 w 2912392"/>
                <a:gd name="connsiteY230" fmla="*/ 753252 h 834134"/>
                <a:gd name="connsiteX231" fmla="*/ 2250043 w 2912392"/>
                <a:gd name="connsiteY231" fmla="*/ 756061 h 834134"/>
                <a:gd name="connsiteX232" fmla="*/ 2259787 w 2912392"/>
                <a:gd name="connsiteY232" fmla="*/ 758857 h 834134"/>
                <a:gd name="connsiteX233" fmla="*/ 2269531 w 2912392"/>
                <a:gd name="connsiteY233" fmla="*/ 761637 h 834134"/>
                <a:gd name="connsiteX234" fmla="*/ 2279260 w 2912392"/>
                <a:gd name="connsiteY234" fmla="*/ 764395 h 834134"/>
                <a:gd name="connsiteX235" fmla="*/ 2289004 w 2912392"/>
                <a:gd name="connsiteY235" fmla="*/ 767126 h 834134"/>
                <a:gd name="connsiteX236" fmla="*/ 2298748 w 2912392"/>
                <a:gd name="connsiteY236" fmla="*/ 769826 h 834134"/>
                <a:gd name="connsiteX237" fmla="*/ 2308492 w 2912392"/>
                <a:gd name="connsiteY237" fmla="*/ 772487 h 834134"/>
                <a:gd name="connsiteX238" fmla="*/ 2318236 w 2912392"/>
                <a:gd name="connsiteY238" fmla="*/ 775106 h 834134"/>
                <a:gd name="connsiteX239" fmla="*/ 2327965 w 2912392"/>
                <a:gd name="connsiteY239" fmla="*/ 777679 h 834134"/>
                <a:gd name="connsiteX240" fmla="*/ 2337709 w 2912392"/>
                <a:gd name="connsiteY240" fmla="*/ 780200 h 834134"/>
                <a:gd name="connsiteX241" fmla="*/ 2347453 w 2912392"/>
                <a:gd name="connsiteY241" fmla="*/ 782664 h 834134"/>
                <a:gd name="connsiteX242" fmla="*/ 2357197 w 2912392"/>
                <a:gd name="connsiteY242" fmla="*/ 785069 h 834134"/>
                <a:gd name="connsiteX243" fmla="*/ 2366926 w 2912392"/>
                <a:gd name="connsiteY243" fmla="*/ 787410 h 834134"/>
                <a:gd name="connsiteX244" fmla="*/ 2376670 w 2912392"/>
                <a:gd name="connsiteY244" fmla="*/ 789680 h 834134"/>
                <a:gd name="connsiteX245" fmla="*/ 2386413 w 2912392"/>
                <a:gd name="connsiteY245" fmla="*/ 791879 h 834134"/>
                <a:gd name="connsiteX246" fmla="*/ 2396157 w 2912392"/>
                <a:gd name="connsiteY246" fmla="*/ 794004 h 834134"/>
                <a:gd name="connsiteX247" fmla="*/ 2405886 w 2912392"/>
                <a:gd name="connsiteY247" fmla="*/ 796048 h 834134"/>
                <a:gd name="connsiteX248" fmla="*/ 2415630 w 2912392"/>
                <a:gd name="connsiteY248" fmla="*/ 798009 h 834134"/>
                <a:gd name="connsiteX249" fmla="*/ 2425374 w 2912392"/>
                <a:gd name="connsiteY249" fmla="*/ 799886 h 834134"/>
                <a:gd name="connsiteX250" fmla="*/ 2435118 w 2912392"/>
                <a:gd name="connsiteY250" fmla="*/ 801674 h 834134"/>
                <a:gd name="connsiteX251" fmla="*/ 2444862 w 2912392"/>
                <a:gd name="connsiteY251" fmla="*/ 803371 h 834134"/>
                <a:gd name="connsiteX252" fmla="*/ 2454591 w 2912392"/>
                <a:gd name="connsiteY252" fmla="*/ 804977 h 834134"/>
                <a:gd name="connsiteX253" fmla="*/ 2464335 w 2912392"/>
                <a:gd name="connsiteY253" fmla="*/ 806486 h 834134"/>
                <a:gd name="connsiteX254" fmla="*/ 2474079 w 2912392"/>
                <a:gd name="connsiteY254" fmla="*/ 807900 h 834134"/>
                <a:gd name="connsiteX255" fmla="*/ 2483823 w 2912392"/>
                <a:gd name="connsiteY255" fmla="*/ 809216 h 834134"/>
                <a:gd name="connsiteX256" fmla="*/ 2493552 w 2912392"/>
                <a:gd name="connsiteY256" fmla="*/ 810432 h 834134"/>
                <a:gd name="connsiteX257" fmla="*/ 2503296 w 2912392"/>
                <a:gd name="connsiteY257" fmla="*/ 811549 h 834134"/>
                <a:gd name="connsiteX258" fmla="*/ 2513040 w 2912392"/>
                <a:gd name="connsiteY258" fmla="*/ 812564 h 834134"/>
                <a:gd name="connsiteX259" fmla="*/ 2522784 w 2912392"/>
                <a:gd name="connsiteY259" fmla="*/ 813478 h 834134"/>
                <a:gd name="connsiteX260" fmla="*/ 2532513 w 2912392"/>
                <a:gd name="connsiteY260" fmla="*/ 814290 h 834134"/>
                <a:gd name="connsiteX261" fmla="*/ 2542257 w 2912392"/>
                <a:gd name="connsiteY261" fmla="*/ 815001 h 834134"/>
                <a:gd name="connsiteX262" fmla="*/ 2552001 w 2912392"/>
                <a:gd name="connsiteY262" fmla="*/ 815610 h 834134"/>
                <a:gd name="connsiteX263" fmla="*/ 2561745 w 2912392"/>
                <a:gd name="connsiteY263" fmla="*/ 816120 h 834134"/>
                <a:gd name="connsiteX264" fmla="*/ 2571474 w 2912392"/>
                <a:gd name="connsiteY264" fmla="*/ 816528 h 834134"/>
                <a:gd name="connsiteX265" fmla="*/ 2581218 w 2912392"/>
                <a:gd name="connsiteY265" fmla="*/ 816838 h 834134"/>
                <a:gd name="connsiteX266" fmla="*/ 2590962 w 2912392"/>
                <a:gd name="connsiteY266" fmla="*/ 817050 h 834134"/>
                <a:gd name="connsiteX267" fmla="*/ 2600705 w 2912392"/>
                <a:gd name="connsiteY267" fmla="*/ 817166 h 834134"/>
                <a:gd name="connsiteX268" fmla="*/ 2610449 w 2912392"/>
                <a:gd name="connsiteY268" fmla="*/ 817187 h 834134"/>
                <a:gd name="connsiteX269" fmla="*/ 2620178 w 2912392"/>
                <a:gd name="connsiteY269" fmla="*/ 817115 h 834134"/>
                <a:gd name="connsiteX270" fmla="*/ 2629922 w 2912392"/>
                <a:gd name="connsiteY270" fmla="*/ 816951 h 834134"/>
                <a:gd name="connsiteX271" fmla="*/ 2639666 w 2912392"/>
                <a:gd name="connsiteY271" fmla="*/ 816701 h 834134"/>
                <a:gd name="connsiteX272" fmla="*/ 2649410 w 2912392"/>
                <a:gd name="connsiteY272" fmla="*/ 816363 h 834134"/>
                <a:gd name="connsiteX273" fmla="*/ 2659139 w 2912392"/>
                <a:gd name="connsiteY273" fmla="*/ 815941 h 834134"/>
                <a:gd name="connsiteX274" fmla="*/ 2668883 w 2912392"/>
                <a:gd name="connsiteY274" fmla="*/ 815439 h 834134"/>
                <a:gd name="connsiteX275" fmla="*/ 2678627 w 2912392"/>
                <a:gd name="connsiteY275" fmla="*/ 814858 h 834134"/>
                <a:gd name="connsiteX276" fmla="*/ 2688371 w 2912392"/>
                <a:gd name="connsiteY276" fmla="*/ 814203 h 834134"/>
                <a:gd name="connsiteX277" fmla="*/ 2698100 w 2912392"/>
                <a:gd name="connsiteY277" fmla="*/ 813474 h 834134"/>
                <a:gd name="connsiteX278" fmla="*/ 2707844 w 2912392"/>
                <a:gd name="connsiteY278" fmla="*/ 812677 h 834134"/>
                <a:gd name="connsiteX279" fmla="*/ 2717588 w 2912392"/>
                <a:gd name="connsiteY279" fmla="*/ 811814 h 834134"/>
                <a:gd name="connsiteX280" fmla="*/ 2727332 w 2912392"/>
                <a:gd name="connsiteY280" fmla="*/ 810889 h 834134"/>
                <a:gd name="connsiteX281" fmla="*/ 2737076 w 2912392"/>
                <a:gd name="connsiteY281" fmla="*/ 809904 h 834134"/>
                <a:gd name="connsiteX282" fmla="*/ 2746805 w 2912392"/>
                <a:gd name="connsiteY282" fmla="*/ 808863 h 834134"/>
                <a:gd name="connsiteX283" fmla="*/ 2756549 w 2912392"/>
                <a:gd name="connsiteY283" fmla="*/ 807771 h 834134"/>
                <a:gd name="connsiteX284" fmla="*/ 2766293 w 2912392"/>
                <a:gd name="connsiteY284" fmla="*/ 806629 h 834134"/>
                <a:gd name="connsiteX285" fmla="*/ 2776037 w 2912392"/>
                <a:gd name="connsiteY285" fmla="*/ 805442 h 834134"/>
                <a:gd name="connsiteX286" fmla="*/ 2785766 w 2912392"/>
                <a:gd name="connsiteY286" fmla="*/ 804213 h 834134"/>
                <a:gd name="connsiteX287" fmla="*/ 2795510 w 2912392"/>
                <a:gd name="connsiteY287" fmla="*/ 802946 h 834134"/>
                <a:gd name="connsiteX288" fmla="*/ 2805254 w 2912392"/>
                <a:gd name="connsiteY288" fmla="*/ 801644 h 834134"/>
                <a:gd name="connsiteX289" fmla="*/ 2814998 w 2912392"/>
                <a:gd name="connsiteY289" fmla="*/ 800311 h 834134"/>
                <a:gd name="connsiteX290" fmla="*/ 2824727 w 2912392"/>
                <a:gd name="connsiteY290" fmla="*/ 798949 h 834134"/>
                <a:gd name="connsiteX291" fmla="*/ 2834471 w 2912392"/>
                <a:gd name="connsiteY291" fmla="*/ 797562 h 834134"/>
                <a:gd name="connsiteX292" fmla="*/ 2844215 w 2912392"/>
                <a:gd name="connsiteY292" fmla="*/ 796154 h 834134"/>
                <a:gd name="connsiteX293" fmla="*/ 2853958 w 2912392"/>
                <a:gd name="connsiteY293" fmla="*/ 794727 h 834134"/>
                <a:gd name="connsiteX294" fmla="*/ 2863687 w 2912392"/>
                <a:gd name="connsiteY294" fmla="*/ 793284 h 834134"/>
                <a:gd name="connsiteX295" fmla="*/ 2873431 w 2912392"/>
                <a:gd name="connsiteY295" fmla="*/ 791830 h 834134"/>
                <a:gd name="connsiteX296" fmla="*/ 2883175 w 2912392"/>
                <a:gd name="connsiteY296" fmla="*/ 790366 h 834134"/>
                <a:gd name="connsiteX297" fmla="*/ 2892919 w 2912392"/>
                <a:gd name="connsiteY297" fmla="*/ 788894 h 834134"/>
                <a:gd name="connsiteX298" fmla="*/ 2902663 w 2912392"/>
                <a:gd name="connsiteY298" fmla="*/ 787417 h 834134"/>
                <a:gd name="connsiteX299" fmla="*/ 2912392 w 2912392"/>
                <a:gd name="connsiteY299" fmla="*/ 785941 h 834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34134">
                  <a:moveTo>
                    <a:pt x="0" y="19448"/>
                  </a:moveTo>
                  <a:lnTo>
                    <a:pt x="9739" y="16876"/>
                  </a:lnTo>
                  <a:lnTo>
                    <a:pt x="19480" y="14445"/>
                  </a:lnTo>
                  <a:lnTo>
                    <a:pt x="29221" y="12164"/>
                  </a:lnTo>
                  <a:lnTo>
                    <a:pt x="38961" y="10045"/>
                  </a:lnTo>
                  <a:lnTo>
                    <a:pt x="48702" y="8101"/>
                  </a:lnTo>
                  <a:lnTo>
                    <a:pt x="58443" y="6340"/>
                  </a:lnTo>
                  <a:lnTo>
                    <a:pt x="68182" y="4772"/>
                  </a:lnTo>
                  <a:lnTo>
                    <a:pt x="77923" y="3409"/>
                  </a:lnTo>
                  <a:lnTo>
                    <a:pt x="87664" y="2262"/>
                  </a:lnTo>
                  <a:lnTo>
                    <a:pt x="97404" y="1338"/>
                  </a:lnTo>
                  <a:lnTo>
                    <a:pt x="107145" y="647"/>
                  </a:lnTo>
                  <a:lnTo>
                    <a:pt x="116886" y="198"/>
                  </a:lnTo>
                  <a:lnTo>
                    <a:pt x="126625" y="0"/>
                  </a:lnTo>
                  <a:lnTo>
                    <a:pt x="136366" y="61"/>
                  </a:lnTo>
                  <a:lnTo>
                    <a:pt x="146107" y="390"/>
                  </a:lnTo>
                  <a:lnTo>
                    <a:pt x="155846" y="994"/>
                  </a:lnTo>
                  <a:lnTo>
                    <a:pt x="165587" y="1880"/>
                  </a:lnTo>
                  <a:lnTo>
                    <a:pt x="175328" y="3054"/>
                  </a:lnTo>
                  <a:lnTo>
                    <a:pt x="185068" y="4525"/>
                  </a:lnTo>
                  <a:lnTo>
                    <a:pt x="194809" y="6295"/>
                  </a:lnTo>
                  <a:lnTo>
                    <a:pt x="204550" y="8373"/>
                  </a:lnTo>
                  <a:lnTo>
                    <a:pt x="214289" y="10763"/>
                  </a:lnTo>
                  <a:lnTo>
                    <a:pt x="224030" y="13469"/>
                  </a:lnTo>
                  <a:lnTo>
                    <a:pt x="233771" y="16495"/>
                  </a:lnTo>
                  <a:lnTo>
                    <a:pt x="243510" y="19845"/>
                  </a:lnTo>
                  <a:lnTo>
                    <a:pt x="253251" y="23523"/>
                  </a:lnTo>
                  <a:lnTo>
                    <a:pt x="262992" y="27530"/>
                  </a:lnTo>
                  <a:lnTo>
                    <a:pt x="272732" y="31870"/>
                  </a:lnTo>
                  <a:lnTo>
                    <a:pt x="282473" y="36543"/>
                  </a:lnTo>
                  <a:lnTo>
                    <a:pt x="292214" y="41550"/>
                  </a:lnTo>
                  <a:lnTo>
                    <a:pt x="301953" y="46893"/>
                  </a:lnTo>
                  <a:lnTo>
                    <a:pt x="311694" y="52571"/>
                  </a:lnTo>
                  <a:lnTo>
                    <a:pt x="321435" y="58583"/>
                  </a:lnTo>
                  <a:lnTo>
                    <a:pt x="331175" y="64928"/>
                  </a:lnTo>
                  <a:lnTo>
                    <a:pt x="340916" y="71606"/>
                  </a:lnTo>
                  <a:lnTo>
                    <a:pt x="350656" y="78612"/>
                  </a:lnTo>
                  <a:lnTo>
                    <a:pt x="360396" y="85943"/>
                  </a:lnTo>
                  <a:lnTo>
                    <a:pt x="370137" y="93598"/>
                  </a:lnTo>
                  <a:lnTo>
                    <a:pt x="379878" y="101572"/>
                  </a:lnTo>
                  <a:lnTo>
                    <a:pt x="389617" y="109859"/>
                  </a:lnTo>
                  <a:lnTo>
                    <a:pt x="399358" y="118456"/>
                  </a:lnTo>
                  <a:lnTo>
                    <a:pt x="409099" y="127355"/>
                  </a:lnTo>
                  <a:lnTo>
                    <a:pt x="418839" y="136551"/>
                  </a:lnTo>
                  <a:lnTo>
                    <a:pt x="428580" y="146035"/>
                  </a:lnTo>
                  <a:lnTo>
                    <a:pt x="438321" y="155803"/>
                  </a:lnTo>
                  <a:lnTo>
                    <a:pt x="448060" y="165845"/>
                  </a:lnTo>
                  <a:lnTo>
                    <a:pt x="457801" y="176152"/>
                  </a:lnTo>
                  <a:lnTo>
                    <a:pt x="467542" y="186716"/>
                  </a:lnTo>
                  <a:lnTo>
                    <a:pt x="477281" y="197526"/>
                  </a:lnTo>
                  <a:lnTo>
                    <a:pt x="487022" y="208572"/>
                  </a:lnTo>
                  <a:lnTo>
                    <a:pt x="496763" y="219846"/>
                  </a:lnTo>
                  <a:lnTo>
                    <a:pt x="506503" y="231333"/>
                  </a:lnTo>
                  <a:lnTo>
                    <a:pt x="516244" y="243026"/>
                  </a:lnTo>
                  <a:lnTo>
                    <a:pt x="525985" y="254908"/>
                  </a:lnTo>
                  <a:lnTo>
                    <a:pt x="535724" y="266970"/>
                  </a:lnTo>
                  <a:lnTo>
                    <a:pt x="545465" y="279199"/>
                  </a:lnTo>
                  <a:lnTo>
                    <a:pt x="555206" y="291581"/>
                  </a:lnTo>
                  <a:lnTo>
                    <a:pt x="564946" y="304102"/>
                  </a:lnTo>
                  <a:lnTo>
                    <a:pt x="574687" y="316749"/>
                  </a:lnTo>
                  <a:lnTo>
                    <a:pt x="584428" y="329510"/>
                  </a:lnTo>
                  <a:lnTo>
                    <a:pt x="594167" y="342367"/>
                  </a:lnTo>
                  <a:lnTo>
                    <a:pt x="603908" y="355308"/>
                  </a:lnTo>
                  <a:lnTo>
                    <a:pt x="613649" y="368318"/>
                  </a:lnTo>
                  <a:lnTo>
                    <a:pt x="623388" y="381380"/>
                  </a:lnTo>
                  <a:lnTo>
                    <a:pt x="633129" y="394482"/>
                  </a:lnTo>
                  <a:lnTo>
                    <a:pt x="642870" y="407608"/>
                  </a:lnTo>
                  <a:lnTo>
                    <a:pt x="652610" y="420741"/>
                  </a:lnTo>
                  <a:lnTo>
                    <a:pt x="662351" y="433869"/>
                  </a:lnTo>
                  <a:lnTo>
                    <a:pt x="672092" y="446975"/>
                  </a:lnTo>
                  <a:lnTo>
                    <a:pt x="681831" y="460043"/>
                  </a:lnTo>
                  <a:lnTo>
                    <a:pt x="691572" y="473061"/>
                  </a:lnTo>
                  <a:lnTo>
                    <a:pt x="701313" y="486011"/>
                  </a:lnTo>
                  <a:lnTo>
                    <a:pt x="711052" y="498881"/>
                  </a:lnTo>
                  <a:lnTo>
                    <a:pt x="720793" y="511653"/>
                  </a:lnTo>
                  <a:lnTo>
                    <a:pt x="730534" y="524316"/>
                  </a:lnTo>
                  <a:lnTo>
                    <a:pt x="740274" y="536854"/>
                  </a:lnTo>
                  <a:lnTo>
                    <a:pt x="750015" y="549252"/>
                  </a:lnTo>
                  <a:lnTo>
                    <a:pt x="759756" y="561499"/>
                  </a:lnTo>
                  <a:lnTo>
                    <a:pt x="769495" y="573583"/>
                  </a:lnTo>
                  <a:lnTo>
                    <a:pt x="779236" y="585487"/>
                  </a:lnTo>
                  <a:lnTo>
                    <a:pt x="788977" y="597200"/>
                  </a:lnTo>
                  <a:lnTo>
                    <a:pt x="798717" y="608713"/>
                  </a:lnTo>
                  <a:lnTo>
                    <a:pt x="808458" y="620009"/>
                  </a:lnTo>
                  <a:lnTo>
                    <a:pt x="818199" y="631082"/>
                  </a:lnTo>
                  <a:lnTo>
                    <a:pt x="827938" y="641920"/>
                  </a:lnTo>
                  <a:lnTo>
                    <a:pt x="837679" y="652511"/>
                  </a:lnTo>
                  <a:lnTo>
                    <a:pt x="847420" y="662848"/>
                  </a:lnTo>
                  <a:lnTo>
                    <a:pt x="857159" y="672920"/>
                  </a:lnTo>
                  <a:lnTo>
                    <a:pt x="866900" y="682721"/>
                  </a:lnTo>
                  <a:lnTo>
                    <a:pt x="876641" y="692239"/>
                  </a:lnTo>
                  <a:lnTo>
                    <a:pt x="886381" y="701472"/>
                  </a:lnTo>
                  <a:lnTo>
                    <a:pt x="896122" y="710412"/>
                  </a:lnTo>
                  <a:lnTo>
                    <a:pt x="905863" y="719050"/>
                  </a:lnTo>
                  <a:lnTo>
                    <a:pt x="915602" y="727383"/>
                  </a:lnTo>
                  <a:lnTo>
                    <a:pt x="925343" y="735408"/>
                  </a:lnTo>
                  <a:lnTo>
                    <a:pt x="935084" y="743118"/>
                  </a:lnTo>
                  <a:lnTo>
                    <a:pt x="944824" y="750509"/>
                  </a:lnTo>
                  <a:lnTo>
                    <a:pt x="954564" y="757582"/>
                  </a:lnTo>
                  <a:lnTo>
                    <a:pt x="964305" y="764333"/>
                  </a:lnTo>
                  <a:lnTo>
                    <a:pt x="974045" y="770759"/>
                  </a:lnTo>
                  <a:lnTo>
                    <a:pt x="983786" y="776860"/>
                  </a:lnTo>
                  <a:lnTo>
                    <a:pt x="993522" y="782638"/>
                  </a:lnTo>
                  <a:lnTo>
                    <a:pt x="1003266" y="788089"/>
                  </a:lnTo>
                  <a:lnTo>
                    <a:pt x="1013010" y="793216"/>
                  </a:lnTo>
                  <a:lnTo>
                    <a:pt x="1022754" y="798022"/>
                  </a:lnTo>
                  <a:lnTo>
                    <a:pt x="1032483" y="802507"/>
                  </a:lnTo>
                  <a:lnTo>
                    <a:pt x="1042227" y="806673"/>
                  </a:lnTo>
                  <a:lnTo>
                    <a:pt x="1051971" y="810526"/>
                  </a:lnTo>
                  <a:lnTo>
                    <a:pt x="1061715" y="814065"/>
                  </a:lnTo>
                  <a:lnTo>
                    <a:pt x="1071444" y="817299"/>
                  </a:lnTo>
                  <a:lnTo>
                    <a:pt x="1081188" y="820229"/>
                  </a:lnTo>
                  <a:lnTo>
                    <a:pt x="1090932" y="822862"/>
                  </a:lnTo>
                  <a:lnTo>
                    <a:pt x="1100676" y="825201"/>
                  </a:lnTo>
                  <a:lnTo>
                    <a:pt x="1110405" y="827254"/>
                  </a:lnTo>
                  <a:lnTo>
                    <a:pt x="1120149" y="829026"/>
                  </a:lnTo>
                  <a:lnTo>
                    <a:pt x="1129893" y="830523"/>
                  </a:lnTo>
                  <a:lnTo>
                    <a:pt x="1139637" y="831752"/>
                  </a:lnTo>
                  <a:lnTo>
                    <a:pt x="1149381" y="832720"/>
                  </a:lnTo>
                  <a:lnTo>
                    <a:pt x="1159110" y="833436"/>
                  </a:lnTo>
                  <a:lnTo>
                    <a:pt x="1168854" y="833903"/>
                  </a:lnTo>
                  <a:lnTo>
                    <a:pt x="1178598" y="834134"/>
                  </a:lnTo>
                  <a:lnTo>
                    <a:pt x="1188341" y="834134"/>
                  </a:lnTo>
                  <a:lnTo>
                    <a:pt x="1198070" y="833911"/>
                  </a:lnTo>
                  <a:lnTo>
                    <a:pt x="1207814" y="833474"/>
                  </a:lnTo>
                  <a:lnTo>
                    <a:pt x="1217558" y="832831"/>
                  </a:lnTo>
                  <a:lnTo>
                    <a:pt x="1227302" y="831990"/>
                  </a:lnTo>
                  <a:lnTo>
                    <a:pt x="1237031" y="830959"/>
                  </a:lnTo>
                  <a:lnTo>
                    <a:pt x="1246775" y="829748"/>
                  </a:lnTo>
                  <a:lnTo>
                    <a:pt x="1256519" y="828364"/>
                  </a:lnTo>
                  <a:lnTo>
                    <a:pt x="1266263" y="826816"/>
                  </a:lnTo>
                  <a:lnTo>
                    <a:pt x="1276007" y="825113"/>
                  </a:lnTo>
                  <a:lnTo>
                    <a:pt x="1285736" y="823263"/>
                  </a:lnTo>
                  <a:lnTo>
                    <a:pt x="1295480" y="821274"/>
                  </a:lnTo>
                  <a:lnTo>
                    <a:pt x="1305224" y="819153"/>
                  </a:lnTo>
                  <a:lnTo>
                    <a:pt x="1314968" y="816911"/>
                  </a:lnTo>
                  <a:lnTo>
                    <a:pt x="1324697" y="814556"/>
                  </a:lnTo>
                  <a:lnTo>
                    <a:pt x="1334441" y="812093"/>
                  </a:lnTo>
                  <a:lnTo>
                    <a:pt x="1344185" y="809532"/>
                  </a:lnTo>
                  <a:lnTo>
                    <a:pt x="1353929" y="806880"/>
                  </a:lnTo>
                  <a:lnTo>
                    <a:pt x="1363658" y="804146"/>
                  </a:lnTo>
                  <a:lnTo>
                    <a:pt x="1373402" y="801336"/>
                  </a:lnTo>
                  <a:lnTo>
                    <a:pt x="1383146" y="798457"/>
                  </a:lnTo>
                  <a:lnTo>
                    <a:pt x="1392890" y="795519"/>
                  </a:lnTo>
                  <a:lnTo>
                    <a:pt x="1402619" y="792526"/>
                  </a:lnTo>
                  <a:lnTo>
                    <a:pt x="1412363" y="789487"/>
                  </a:lnTo>
                  <a:lnTo>
                    <a:pt x="1422106" y="786406"/>
                  </a:lnTo>
                  <a:lnTo>
                    <a:pt x="1431850" y="783292"/>
                  </a:lnTo>
                  <a:lnTo>
                    <a:pt x="1441594" y="780149"/>
                  </a:lnTo>
                  <a:lnTo>
                    <a:pt x="1451323" y="776986"/>
                  </a:lnTo>
                  <a:lnTo>
                    <a:pt x="1461067" y="773807"/>
                  </a:lnTo>
                  <a:lnTo>
                    <a:pt x="1470811" y="770619"/>
                  </a:lnTo>
                  <a:lnTo>
                    <a:pt x="1480555" y="767427"/>
                  </a:lnTo>
                  <a:lnTo>
                    <a:pt x="1490284" y="764236"/>
                  </a:lnTo>
                  <a:lnTo>
                    <a:pt x="1500028" y="761053"/>
                  </a:lnTo>
                  <a:lnTo>
                    <a:pt x="1509772" y="757883"/>
                  </a:lnTo>
                  <a:lnTo>
                    <a:pt x="1519516" y="754729"/>
                  </a:lnTo>
                  <a:lnTo>
                    <a:pt x="1529245" y="751599"/>
                  </a:lnTo>
                  <a:lnTo>
                    <a:pt x="1538989" y="748495"/>
                  </a:lnTo>
                  <a:lnTo>
                    <a:pt x="1548733" y="745423"/>
                  </a:lnTo>
                  <a:lnTo>
                    <a:pt x="1558477" y="742388"/>
                  </a:lnTo>
                  <a:lnTo>
                    <a:pt x="1568221" y="739393"/>
                  </a:lnTo>
                  <a:lnTo>
                    <a:pt x="1577950" y="736445"/>
                  </a:lnTo>
                  <a:lnTo>
                    <a:pt x="1587694" y="733544"/>
                  </a:lnTo>
                  <a:lnTo>
                    <a:pt x="1597438" y="730698"/>
                  </a:lnTo>
                  <a:lnTo>
                    <a:pt x="1607182" y="727909"/>
                  </a:lnTo>
                  <a:lnTo>
                    <a:pt x="1616911" y="725181"/>
                  </a:lnTo>
                  <a:lnTo>
                    <a:pt x="1626655" y="722519"/>
                  </a:lnTo>
                  <a:lnTo>
                    <a:pt x="1636399" y="719925"/>
                  </a:lnTo>
                  <a:lnTo>
                    <a:pt x="1646142" y="717402"/>
                  </a:lnTo>
                  <a:lnTo>
                    <a:pt x="1655872" y="714956"/>
                  </a:lnTo>
                  <a:lnTo>
                    <a:pt x="1665616" y="712587"/>
                  </a:lnTo>
                  <a:lnTo>
                    <a:pt x="1675359" y="710301"/>
                  </a:lnTo>
                  <a:lnTo>
                    <a:pt x="1685103" y="708101"/>
                  </a:lnTo>
                  <a:lnTo>
                    <a:pt x="1694832" y="705988"/>
                  </a:lnTo>
                  <a:lnTo>
                    <a:pt x="1704576" y="703967"/>
                  </a:lnTo>
                  <a:lnTo>
                    <a:pt x="1714320" y="702039"/>
                  </a:lnTo>
                  <a:lnTo>
                    <a:pt x="1724064" y="700207"/>
                  </a:lnTo>
                  <a:lnTo>
                    <a:pt x="1733808" y="698475"/>
                  </a:lnTo>
                  <a:lnTo>
                    <a:pt x="1743537" y="696843"/>
                  </a:lnTo>
                  <a:lnTo>
                    <a:pt x="1753281" y="695316"/>
                  </a:lnTo>
                  <a:lnTo>
                    <a:pt x="1763025" y="693893"/>
                  </a:lnTo>
                  <a:lnTo>
                    <a:pt x="1772769" y="692581"/>
                  </a:lnTo>
                  <a:lnTo>
                    <a:pt x="1782498" y="691377"/>
                  </a:lnTo>
                  <a:lnTo>
                    <a:pt x="1792242" y="690283"/>
                  </a:lnTo>
                  <a:lnTo>
                    <a:pt x="1801986" y="689304"/>
                  </a:lnTo>
                  <a:lnTo>
                    <a:pt x="1811730" y="688440"/>
                  </a:lnTo>
                  <a:lnTo>
                    <a:pt x="1821459" y="687692"/>
                  </a:lnTo>
                  <a:lnTo>
                    <a:pt x="1831203" y="687061"/>
                  </a:lnTo>
                  <a:lnTo>
                    <a:pt x="1840947" y="686548"/>
                  </a:lnTo>
                  <a:lnTo>
                    <a:pt x="1850691" y="686153"/>
                  </a:lnTo>
                  <a:lnTo>
                    <a:pt x="1860435" y="685879"/>
                  </a:lnTo>
                  <a:lnTo>
                    <a:pt x="1870164" y="685726"/>
                  </a:lnTo>
                  <a:lnTo>
                    <a:pt x="1879908" y="685691"/>
                  </a:lnTo>
                  <a:lnTo>
                    <a:pt x="1889652" y="685778"/>
                  </a:lnTo>
                  <a:lnTo>
                    <a:pt x="1899395" y="685985"/>
                  </a:lnTo>
                  <a:lnTo>
                    <a:pt x="1909124" y="686313"/>
                  </a:lnTo>
                  <a:lnTo>
                    <a:pt x="1918868" y="686758"/>
                  </a:lnTo>
                  <a:lnTo>
                    <a:pt x="1928612" y="687324"/>
                  </a:lnTo>
                  <a:lnTo>
                    <a:pt x="1938356" y="688007"/>
                  </a:lnTo>
                  <a:lnTo>
                    <a:pt x="1948085" y="688807"/>
                  </a:lnTo>
                  <a:lnTo>
                    <a:pt x="1957829" y="689723"/>
                  </a:lnTo>
                  <a:lnTo>
                    <a:pt x="1967573" y="690753"/>
                  </a:lnTo>
                  <a:lnTo>
                    <a:pt x="1977317" y="691894"/>
                  </a:lnTo>
                  <a:lnTo>
                    <a:pt x="1987046" y="693145"/>
                  </a:lnTo>
                  <a:lnTo>
                    <a:pt x="1996790" y="694504"/>
                  </a:lnTo>
                  <a:lnTo>
                    <a:pt x="2006534" y="695969"/>
                  </a:lnTo>
                  <a:lnTo>
                    <a:pt x="2016278" y="697538"/>
                  </a:lnTo>
                  <a:lnTo>
                    <a:pt x="2026022" y="699205"/>
                  </a:lnTo>
                  <a:lnTo>
                    <a:pt x="2035751" y="700969"/>
                  </a:lnTo>
                  <a:lnTo>
                    <a:pt x="2045495" y="702828"/>
                  </a:lnTo>
                  <a:lnTo>
                    <a:pt x="2055239" y="704777"/>
                  </a:lnTo>
                  <a:lnTo>
                    <a:pt x="2064983" y="706812"/>
                  </a:lnTo>
                  <a:lnTo>
                    <a:pt x="2074712" y="708931"/>
                  </a:lnTo>
                  <a:lnTo>
                    <a:pt x="2084456" y="711128"/>
                  </a:lnTo>
                  <a:lnTo>
                    <a:pt x="2094200" y="713400"/>
                  </a:lnTo>
                  <a:lnTo>
                    <a:pt x="2103944" y="715744"/>
                  </a:lnTo>
                  <a:lnTo>
                    <a:pt x="2113673" y="718153"/>
                  </a:lnTo>
                  <a:lnTo>
                    <a:pt x="2123417" y="720624"/>
                  </a:lnTo>
                  <a:lnTo>
                    <a:pt x="2133161" y="723152"/>
                  </a:lnTo>
                  <a:lnTo>
                    <a:pt x="2142905" y="725731"/>
                  </a:lnTo>
                  <a:lnTo>
                    <a:pt x="2152649" y="728358"/>
                  </a:lnTo>
                  <a:lnTo>
                    <a:pt x="2162377" y="731026"/>
                  </a:lnTo>
                  <a:lnTo>
                    <a:pt x="2172121" y="733730"/>
                  </a:lnTo>
                  <a:lnTo>
                    <a:pt x="2181865" y="736467"/>
                  </a:lnTo>
                  <a:lnTo>
                    <a:pt x="2191609" y="739231"/>
                  </a:lnTo>
                  <a:lnTo>
                    <a:pt x="2201338" y="742014"/>
                  </a:lnTo>
                  <a:lnTo>
                    <a:pt x="2211082" y="744813"/>
                  </a:lnTo>
                  <a:lnTo>
                    <a:pt x="2220826" y="747624"/>
                  </a:lnTo>
                  <a:lnTo>
                    <a:pt x="2230570" y="750438"/>
                  </a:lnTo>
                  <a:lnTo>
                    <a:pt x="2240299" y="753252"/>
                  </a:lnTo>
                  <a:lnTo>
                    <a:pt x="2250043" y="756061"/>
                  </a:lnTo>
                  <a:lnTo>
                    <a:pt x="2259787" y="758857"/>
                  </a:lnTo>
                  <a:lnTo>
                    <a:pt x="2269531" y="761637"/>
                  </a:lnTo>
                  <a:lnTo>
                    <a:pt x="2279260" y="764395"/>
                  </a:lnTo>
                  <a:lnTo>
                    <a:pt x="2289004" y="767126"/>
                  </a:lnTo>
                  <a:lnTo>
                    <a:pt x="2298748" y="769826"/>
                  </a:lnTo>
                  <a:lnTo>
                    <a:pt x="2308492" y="772487"/>
                  </a:lnTo>
                  <a:lnTo>
                    <a:pt x="2318236" y="775106"/>
                  </a:lnTo>
                  <a:lnTo>
                    <a:pt x="2327965" y="777679"/>
                  </a:lnTo>
                  <a:lnTo>
                    <a:pt x="2337709" y="780200"/>
                  </a:lnTo>
                  <a:lnTo>
                    <a:pt x="2347453" y="782664"/>
                  </a:lnTo>
                  <a:lnTo>
                    <a:pt x="2357197" y="785069"/>
                  </a:lnTo>
                  <a:lnTo>
                    <a:pt x="2366926" y="787410"/>
                  </a:lnTo>
                  <a:lnTo>
                    <a:pt x="2376670" y="789680"/>
                  </a:lnTo>
                  <a:lnTo>
                    <a:pt x="2386413" y="791879"/>
                  </a:lnTo>
                  <a:lnTo>
                    <a:pt x="2396157" y="794004"/>
                  </a:lnTo>
                  <a:lnTo>
                    <a:pt x="2405886" y="796048"/>
                  </a:lnTo>
                  <a:lnTo>
                    <a:pt x="2415630" y="798009"/>
                  </a:lnTo>
                  <a:lnTo>
                    <a:pt x="2425374" y="799886"/>
                  </a:lnTo>
                  <a:lnTo>
                    <a:pt x="2435118" y="801674"/>
                  </a:lnTo>
                  <a:lnTo>
                    <a:pt x="2444862" y="803371"/>
                  </a:lnTo>
                  <a:lnTo>
                    <a:pt x="2454591" y="804977"/>
                  </a:lnTo>
                  <a:lnTo>
                    <a:pt x="2464335" y="806486"/>
                  </a:lnTo>
                  <a:lnTo>
                    <a:pt x="2474079" y="807900"/>
                  </a:lnTo>
                  <a:lnTo>
                    <a:pt x="2483823" y="809216"/>
                  </a:lnTo>
                  <a:lnTo>
                    <a:pt x="2493552" y="810432"/>
                  </a:lnTo>
                  <a:lnTo>
                    <a:pt x="2503296" y="811549"/>
                  </a:lnTo>
                  <a:lnTo>
                    <a:pt x="2513040" y="812564"/>
                  </a:lnTo>
                  <a:lnTo>
                    <a:pt x="2522784" y="813478"/>
                  </a:lnTo>
                  <a:lnTo>
                    <a:pt x="2532513" y="814290"/>
                  </a:lnTo>
                  <a:lnTo>
                    <a:pt x="2542257" y="815001"/>
                  </a:lnTo>
                  <a:lnTo>
                    <a:pt x="2552001" y="815610"/>
                  </a:lnTo>
                  <a:lnTo>
                    <a:pt x="2561745" y="816120"/>
                  </a:lnTo>
                  <a:lnTo>
                    <a:pt x="2571474" y="816528"/>
                  </a:lnTo>
                  <a:lnTo>
                    <a:pt x="2581218" y="816838"/>
                  </a:lnTo>
                  <a:lnTo>
                    <a:pt x="2590962" y="817050"/>
                  </a:lnTo>
                  <a:lnTo>
                    <a:pt x="2600705" y="817166"/>
                  </a:lnTo>
                  <a:lnTo>
                    <a:pt x="2610449" y="817187"/>
                  </a:lnTo>
                  <a:lnTo>
                    <a:pt x="2620178" y="817115"/>
                  </a:lnTo>
                  <a:lnTo>
                    <a:pt x="2629922" y="816951"/>
                  </a:lnTo>
                  <a:lnTo>
                    <a:pt x="2639666" y="816701"/>
                  </a:lnTo>
                  <a:lnTo>
                    <a:pt x="2649410" y="816363"/>
                  </a:lnTo>
                  <a:lnTo>
                    <a:pt x="2659139" y="815941"/>
                  </a:lnTo>
                  <a:lnTo>
                    <a:pt x="2668883" y="815439"/>
                  </a:lnTo>
                  <a:lnTo>
                    <a:pt x="2678627" y="814858"/>
                  </a:lnTo>
                  <a:lnTo>
                    <a:pt x="2688371" y="814203"/>
                  </a:lnTo>
                  <a:lnTo>
                    <a:pt x="2698100" y="813474"/>
                  </a:lnTo>
                  <a:lnTo>
                    <a:pt x="2707844" y="812677"/>
                  </a:lnTo>
                  <a:lnTo>
                    <a:pt x="2717588" y="811814"/>
                  </a:lnTo>
                  <a:lnTo>
                    <a:pt x="2727332" y="810889"/>
                  </a:lnTo>
                  <a:lnTo>
                    <a:pt x="2737076" y="809904"/>
                  </a:lnTo>
                  <a:lnTo>
                    <a:pt x="2746805" y="808863"/>
                  </a:lnTo>
                  <a:lnTo>
                    <a:pt x="2756549" y="807771"/>
                  </a:lnTo>
                  <a:lnTo>
                    <a:pt x="2766293" y="806629"/>
                  </a:lnTo>
                  <a:lnTo>
                    <a:pt x="2776037" y="805442"/>
                  </a:lnTo>
                  <a:lnTo>
                    <a:pt x="2785766" y="804213"/>
                  </a:lnTo>
                  <a:lnTo>
                    <a:pt x="2795510" y="802946"/>
                  </a:lnTo>
                  <a:lnTo>
                    <a:pt x="2805254" y="801644"/>
                  </a:lnTo>
                  <a:lnTo>
                    <a:pt x="2814998" y="800311"/>
                  </a:lnTo>
                  <a:lnTo>
                    <a:pt x="2824727" y="798949"/>
                  </a:lnTo>
                  <a:lnTo>
                    <a:pt x="2834471" y="797562"/>
                  </a:lnTo>
                  <a:lnTo>
                    <a:pt x="2844215" y="796154"/>
                  </a:lnTo>
                  <a:lnTo>
                    <a:pt x="2853958" y="794727"/>
                  </a:lnTo>
                  <a:lnTo>
                    <a:pt x="2863687" y="793284"/>
                  </a:lnTo>
                  <a:lnTo>
                    <a:pt x="2873431" y="791830"/>
                  </a:lnTo>
                  <a:lnTo>
                    <a:pt x="2883175" y="790366"/>
                  </a:lnTo>
                  <a:lnTo>
                    <a:pt x="2892919" y="788894"/>
                  </a:lnTo>
                  <a:lnTo>
                    <a:pt x="2902663" y="787417"/>
                  </a:lnTo>
                  <a:lnTo>
                    <a:pt x="2912392" y="78594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1" name="Freeform 710">
              <a:extLst>
                <a:ext uri="{FF2B5EF4-FFF2-40B4-BE49-F238E27FC236}">
                  <a16:creationId xmlns:a16="http://schemas.microsoft.com/office/drawing/2014/main" id="{7349DC16-B86C-4F43-E1DD-4BE76F9936B6}"/>
                </a:ext>
              </a:extLst>
            </p:cNvPr>
            <p:cNvSpPr/>
            <p:nvPr/>
          </p:nvSpPr>
          <p:spPr>
            <a:xfrm>
              <a:off x="576446" y="3676876"/>
              <a:ext cx="2912392" cy="508613"/>
            </a:xfrm>
            <a:custGeom>
              <a:avLst/>
              <a:gdLst>
                <a:gd name="connsiteX0" fmla="*/ 0 w 2912392"/>
                <a:gd name="connsiteY0" fmla="*/ 232537 h 508613"/>
                <a:gd name="connsiteX1" fmla="*/ 9739 w 2912392"/>
                <a:gd name="connsiteY1" fmla="*/ 240613 h 508613"/>
                <a:gd name="connsiteX2" fmla="*/ 19480 w 2912392"/>
                <a:gd name="connsiteY2" fmla="*/ 248637 h 508613"/>
                <a:gd name="connsiteX3" fmla="*/ 29221 w 2912392"/>
                <a:gd name="connsiteY3" fmla="*/ 256607 h 508613"/>
                <a:gd name="connsiteX4" fmla="*/ 38961 w 2912392"/>
                <a:gd name="connsiteY4" fmla="*/ 264516 h 508613"/>
                <a:gd name="connsiteX5" fmla="*/ 48702 w 2912392"/>
                <a:gd name="connsiteY5" fmla="*/ 272364 h 508613"/>
                <a:gd name="connsiteX6" fmla="*/ 58443 w 2912392"/>
                <a:gd name="connsiteY6" fmla="*/ 280144 h 508613"/>
                <a:gd name="connsiteX7" fmla="*/ 68182 w 2912392"/>
                <a:gd name="connsiteY7" fmla="*/ 287853 h 508613"/>
                <a:gd name="connsiteX8" fmla="*/ 77923 w 2912392"/>
                <a:gd name="connsiteY8" fmla="*/ 295490 h 508613"/>
                <a:gd name="connsiteX9" fmla="*/ 87664 w 2912392"/>
                <a:gd name="connsiteY9" fmla="*/ 303048 h 508613"/>
                <a:gd name="connsiteX10" fmla="*/ 97404 w 2912392"/>
                <a:gd name="connsiteY10" fmla="*/ 310526 h 508613"/>
                <a:gd name="connsiteX11" fmla="*/ 107145 w 2912392"/>
                <a:gd name="connsiteY11" fmla="*/ 317920 h 508613"/>
                <a:gd name="connsiteX12" fmla="*/ 116886 w 2912392"/>
                <a:gd name="connsiteY12" fmla="*/ 325228 h 508613"/>
                <a:gd name="connsiteX13" fmla="*/ 126625 w 2912392"/>
                <a:gd name="connsiteY13" fmla="*/ 332444 h 508613"/>
                <a:gd name="connsiteX14" fmla="*/ 136366 w 2912392"/>
                <a:gd name="connsiteY14" fmla="*/ 339570 h 508613"/>
                <a:gd name="connsiteX15" fmla="*/ 146107 w 2912392"/>
                <a:gd name="connsiteY15" fmla="*/ 346588 h 508613"/>
                <a:gd name="connsiteX16" fmla="*/ 155846 w 2912392"/>
                <a:gd name="connsiteY16" fmla="*/ 353516 h 508613"/>
                <a:gd name="connsiteX17" fmla="*/ 165587 w 2912392"/>
                <a:gd name="connsiteY17" fmla="*/ 360339 h 508613"/>
                <a:gd name="connsiteX18" fmla="*/ 175328 w 2912392"/>
                <a:gd name="connsiteY18" fmla="*/ 367059 h 508613"/>
                <a:gd name="connsiteX19" fmla="*/ 185068 w 2912392"/>
                <a:gd name="connsiteY19" fmla="*/ 373674 h 508613"/>
                <a:gd name="connsiteX20" fmla="*/ 194809 w 2912392"/>
                <a:gd name="connsiteY20" fmla="*/ 380170 h 508613"/>
                <a:gd name="connsiteX21" fmla="*/ 204550 w 2912392"/>
                <a:gd name="connsiteY21" fmla="*/ 386547 h 508613"/>
                <a:gd name="connsiteX22" fmla="*/ 214289 w 2912392"/>
                <a:gd name="connsiteY22" fmla="*/ 392804 h 508613"/>
                <a:gd name="connsiteX23" fmla="*/ 224030 w 2912392"/>
                <a:gd name="connsiteY23" fmla="*/ 398943 h 508613"/>
                <a:gd name="connsiteX24" fmla="*/ 233771 w 2912392"/>
                <a:gd name="connsiteY24" fmla="*/ 404962 h 508613"/>
                <a:gd name="connsiteX25" fmla="*/ 243510 w 2912392"/>
                <a:gd name="connsiteY25" fmla="*/ 410847 h 508613"/>
                <a:gd name="connsiteX26" fmla="*/ 253251 w 2912392"/>
                <a:gd name="connsiteY26" fmla="*/ 416598 h 508613"/>
                <a:gd name="connsiteX27" fmla="*/ 262992 w 2912392"/>
                <a:gd name="connsiteY27" fmla="*/ 422215 h 508613"/>
                <a:gd name="connsiteX28" fmla="*/ 272732 w 2912392"/>
                <a:gd name="connsiteY28" fmla="*/ 427698 h 508613"/>
                <a:gd name="connsiteX29" fmla="*/ 282473 w 2912392"/>
                <a:gd name="connsiteY29" fmla="*/ 433031 h 508613"/>
                <a:gd name="connsiteX30" fmla="*/ 292214 w 2912392"/>
                <a:gd name="connsiteY30" fmla="*/ 438216 h 508613"/>
                <a:gd name="connsiteX31" fmla="*/ 301953 w 2912392"/>
                <a:gd name="connsiteY31" fmla="*/ 443267 h 508613"/>
                <a:gd name="connsiteX32" fmla="*/ 311694 w 2912392"/>
                <a:gd name="connsiteY32" fmla="*/ 448154 h 508613"/>
                <a:gd name="connsiteX33" fmla="*/ 321435 w 2912392"/>
                <a:gd name="connsiteY33" fmla="*/ 452877 h 508613"/>
                <a:gd name="connsiteX34" fmla="*/ 331175 w 2912392"/>
                <a:gd name="connsiteY34" fmla="*/ 457436 h 508613"/>
                <a:gd name="connsiteX35" fmla="*/ 340916 w 2912392"/>
                <a:gd name="connsiteY35" fmla="*/ 461846 h 508613"/>
                <a:gd name="connsiteX36" fmla="*/ 350656 w 2912392"/>
                <a:gd name="connsiteY36" fmla="*/ 466077 h 508613"/>
                <a:gd name="connsiteX37" fmla="*/ 360396 w 2912392"/>
                <a:gd name="connsiteY37" fmla="*/ 470130 h 508613"/>
                <a:gd name="connsiteX38" fmla="*/ 370137 w 2912392"/>
                <a:gd name="connsiteY38" fmla="*/ 474004 h 508613"/>
                <a:gd name="connsiteX39" fmla="*/ 379878 w 2912392"/>
                <a:gd name="connsiteY39" fmla="*/ 477699 h 508613"/>
                <a:gd name="connsiteX40" fmla="*/ 389617 w 2912392"/>
                <a:gd name="connsiteY40" fmla="*/ 481200 h 508613"/>
                <a:gd name="connsiteX41" fmla="*/ 399358 w 2912392"/>
                <a:gd name="connsiteY41" fmla="*/ 484522 h 508613"/>
                <a:gd name="connsiteX42" fmla="*/ 409099 w 2912392"/>
                <a:gd name="connsiteY42" fmla="*/ 487651 h 508613"/>
                <a:gd name="connsiteX43" fmla="*/ 418839 w 2912392"/>
                <a:gd name="connsiteY43" fmla="*/ 490571 h 508613"/>
                <a:gd name="connsiteX44" fmla="*/ 428580 w 2912392"/>
                <a:gd name="connsiteY44" fmla="*/ 493283 h 508613"/>
                <a:gd name="connsiteX45" fmla="*/ 438321 w 2912392"/>
                <a:gd name="connsiteY45" fmla="*/ 495801 h 508613"/>
                <a:gd name="connsiteX46" fmla="*/ 448060 w 2912392"/>
                <a:gd name="connsiteY46" fmla="*/ 498095 h 508613"/>
                <a:gd name="connsiteX47" fmla="*/ 457801 w 2912392"/>
                <a:gd name="connsiteY47" fmla="*/ 500181 h 508613"/>
                <a:gd name="connsiteX48" fmla="*/ 467542 w 2912392"/>
                <a:gd name="connsiteY48" fmla="*/ 502044 h 508613"/>
                <a:gd name="connsiteX49" fmla="*/ 477281 w 2912392"/>
                <a:gd name="connsiteY49" fmla="*/ 503682 h 508613"/>
                <a:gd name="connsiteX50" fmla="*/ 487022 w 2912392"/>
                <a:gd name="connsiteY50" fmla="*/ 505098 h 508613"/>
                <a:gd name="connsiteX51" fmla="*/ 496763 w 2912392"/>
                <a:gd name="connsiteY51" fmla="*/ 506275 h 508613"/>
                <a:gd name="connsiteX52" fmla="*/ 506503 w 2912392"/>
                <a:gd name="connsiteY52" fmla="*/ 507213 h 508613"/>
                <a:gd name="connsiteX53" fmla="*/ 516244 w 2912392"/>
                <a:gd name="connsiteY53" fmla="*/ 507929 h 508613"/>
                <a:gd name="connsiteX54" fmla="*/ 525985 w 2912392"/>
                <a:gd name="connsiteY54" fmla="*/ 508390 h 508613"/>
                <a:gd name="connsiteX55" fmla="*/ 535724 w 2912392"/>
                <a:gd name="connsiteY55" fmla="*/ 508614 h 508613"/>
                <a:gd name="connsiteX56" fmla="*/ 545465 w 2912392"/>
                <a:gd name="connsiteY56" fmla="*/ 508599 h 508613"/>
                <a:gd name="connsiteX57" fmla="*/ 555206 w 2912392"/>
                <a:gd name="connsiteY57" fmla="*/ 508331 h 508613"/>
                <a:gd name="connsiteX58" fmla="*/ 564946 w 2912392"/>
                <a:gd name="connsiteY58" fmla="*/ 507824 h 508613"/>
                <a:gd name="connsiteX59" fmla="*/ 574687 w 2912392"/>
                <a:gd name="connsiteY59" fmla="*/ 507050 h 508613"/>
                <a:gd name="connsiteX60" fmla="*/ 584428 w 2912392"/>
                <a:gd name="connsiteY60" fmla="*/ 506036 h 508613"/>
                <a:gd name="connsiteX61" fmla="*/ 594167 w 2912392"/>
                <a:gd name="connsiteY61" fmla="*/ 504755 h 508613"/>
                <a:gd name="connsiteX62" fmla="*/ 603908 w 2912392"/>
                <a:gd name="connsiteY62" fmla="*/ 503235 h 508613"/>
                <a:gd name="connsiteX63" fmla="*/ 613649 w 2912392"/>
                <a:gd name="connsiteY63" fmla="*/ 501462 h 508613"/>
                <a:gd name="connsiteX64" fmla="*/ 623388 w 2912392"/>
                <a:gd name="connsiteY64" fmla="*/ 499421 h 508613"/>
                <a:gd name="connsiteX65" fmla="*/ 633129 w 2912392"/>
                <a:gd name="connsiteY65" fmla="*/ 497142 h 508613"/>
                <a:gd name="connsiteX66" fmla="*/ 642870 w 2912392"/>
                <a:gd name="connsiteY66" fmla="*/ 494609 h 508613"/>
                <a:gd name="connsiteX67" fmla="*/ 652610 w 2912392"/>
                <a:gd name="connsiteY67" fmla="*/ 491823 h 508613"/>
                <a:gd name="connsiteX68" fmla="*/ 662351 w 2912392"/>
                <a:gd name="connsiteY68" fmla="*/ 488798 h 508613"/>
                <a:gd name="connsiteX69" fmla="*/ 672092 w 2912392"/>
                <a:gd name="connsiteY69" fmla="*/ 485520 h 508613"/>
                <a:gd name="connsiteX70" fmla="*/ 681831 w 2912392"/>
                <a:gd name="connsiteY70" fmla="*/ 482004 h 508613"/>
                <a:gd name="connsiteX71" fmla="*/ 691572 w 2912392"/>
                <a:gd name="connsiteY71" fmla="*/ 478250 h 508613"/>
                <a:gd name="connsiteX72" fmla="*/ 701313 w 2912392"/>
                <a:gd name="connsiteY72" fmla="*/ 474272 h 508613"/>
                <a:gd name="connsiteX73" fmla="*/ 711052 w 2912392"/>
                <a:gd name="connsiteY73" fmla="*/ 470055 h 508613"/>
                <a:gd name="connsiteX74" fmla="*/ 720793 w 2912392"/>
                <a:gd name="connsiteY74" fmla="*/ 465601 h 508613"/>
                <a:gd name="connsiteX75" fmla="*/ 730534 w 2912392"/>
                <a:gd name="connsiteY75" fmla="*/ 460952 h 508613"/>
                <a:gd name="connsiteX76" fmla="*/ 740274 w 2912392"/>
                <a:gd name="connsiteY76" fmla="*/ 456080 h 508613"/>
                <a:gd name="connsiteX77" fmla="*/ 750015 w 2912392"/>
                <a:gd name="connsiteY77" fmla="*/ 451000 h 508613"/>
                <a:gd name="connsiteX78" fmla="*/ 759756 w 2912392"/>
                <a:gd name="connsiteY78" fmla="*/ 445710 h 508613"/>
                <a:gd name="connsiteX79" fmla="*/ 769495 w 2912392"/>
                <a:gd name="connsiteY79" fmla="*/ 440242 h 508613"/>
                <a:gd name="connsiteX80" fmla="*/ 779236 w 2912392"/>
                <a:gd name="connsiteY80" fmla="*/ 434581 h 508613"/>
                <a:gd name="connsiteX81" fmla="*/ 788977 w 2912392"/>
                <a:gd name="connsiteY81" fmla="*/ 428740 h 508613"/>
                <a:gd name="connsiteX82" fmla="*/ 798717 w 2912392"/>
                <a:gd name="connsiteY82" fmla="*/ 422736 h 508613"/>
                <a:gd name="connsiteX83" fmla="*/ 808458 w 2912392"/>
                <a:gd name="connsiteY83" fmla="*/ 416568 h 508613"/>
                <a:gd name="connsiteX84" fmla="*/ 818199 w 2912392"/>
                <a:gd name="connsiteY84" fmla="*/ 410251 h 508613"/>
                <a:gd name="connsiteX85" fmla="*/ 827938 w 2912392"/>
                <a:gd name="connsiteY85" fmla="*/ 403800 h 508613"/>
                <a:gd name="connsiteX86" fmla="*/ 837679 w 2912392"/>
                <a:gd name="connsiteY86" fmla="*/ 397199 h 508613"/>
                <a:gd name="connsiteX87" fmla="*/ 847420 w 2912392"/>
                <a:gd name="connsiteY87" fmla="*/ 390480 h 508613"/>
                <a:gd name="connsiteX88" fmla="*/ 857159 w 2912392"/>
                <a:gd name="connsiteY88" fmla="*/ 383656 h 508613"/>
                <a:gd name="connsiteX89" fmla="*/ 866900 w 2912392"/>
                <a:gd name="connsiteY89" fmla="*/ 376728 h 508613"/>
                <a:gd name="connsiteX90" fmla="*/ 876641 w 2912392"/>
                <a:gd name="connsiteY90" fmla="*/ 369696 h 508613"/>
                <a:gd name="connsiteX91" fmla="*/ 886381 w 2912392"/>
                <a:gd name="connsiteY91" fmla="*/ 362604 h 508613"/>
                <a:gd name="connsiteX92" fmla="*/ 896122 w 2912392"/>
                <a:gd name="connsiteY92" fmla="*/ 355423 h 508613"/>
                <a:gd name="connsiteX93" fmla="*/ 905863 w 2912392"/>
                <a:gd name="connsiteY93" fmla="*/ 348197 h 508613"/>
                <a:gd name="connsiteX94" fmla="*/ 915602 w 2912392"/>
                <a:gd name="connsiteY94" fmla="*/ 340911 h 508613"/>
                <a:gd name="connsiteX95" fmla="*/ 925343 w 2912392"/>
                <a:gd name="connsiteY95" fmla="*/ 333588 h 508613"/>
                <a:gd name="connsiteX96" fmla="*/ 935084 w 2912392"/>
                <a:gd name="connsiteY96" fmla="*/ 326240 h 508613"/>
                <a:gd name="connsiteX97" fmla="*/ 944824 w 2912392"/>
                <a:gd name="connsiteY97" fmla="*/ 318875 h 508613"/>
                <a:gd name="connsiteX98" fmla="*/ 954564 w 2912392"/>
                <a:gd name="connsiteY98" fmla="*/ 311505 h 508613"/>
                <a:gd name="connsiteX99" fmla="*/ 964305 w 2912392"/>
                <a:gd name="connsiteY99" fmla="*/ 304140 h 508613"/>
                <a:gd name="connsiteX100" fmla="*/ 974045 w 2912392"/>
                <a:gd name="connsiteY100" fmla="*/ 296791 h 508613"/>
                <a:gd name="connsiteX101" fmla="*/ 983786 w 2912392"/>
                <a:gd name="connsiteY101" fmla="*/ 289466 h 508613"/>
                <a:gd name="connsiteX102" fmla="*/ 993522 w 2912392"/>
                <a:gd name="connsiteY102" fmla="*/ 282176 h 508613"/>
                <a:gd name="connsiteX103" fmla="*/ 1003266 w 2912392"/>
                <a:gd name="connsiteY103" fmla="*/ 274934 h 508613"/>
                <a:gd name="connsiteX104" fmla="*/ 1013010 w 2912392"/>
                <a:gd name="connsiteY104" fmla="*/ 267745 h 508613"/>
                <a:gd name="connsiteX105" fmla="*/ 1022754 w 2912392"/>
                <a:gd name="connsiteY105" fmla="*/ 260620 h 508613"/>
                <a:gd name="connsiteX106" fmla="*/ 1032483 w 2912392"/>
                <a:gd name="connsiteY106" fmla="*/ 253569 h 508613"/>
                <a:gd name="connsiteX107" fmla="*/ 1042227 w 2912392"/>
                <a:gd name="connsiteY107" fmla="*/ 246598 h 508613"/>
                <a:gd name="connsiteX108" fmla="*/ 1051971 w 2912392"/>
                <a:gd name="connsiteY108" fmla="*/ 239716 h 508613"/>
                <a:gd name="connsiteX109" fmla="*/ 1061715 w 2912392"/>
                <a:gd name="connsiteY109" fmla="*/ 232932 h 508613"/>
                <a:gd name="connsiteX110" fmla="*/ 1071444 w 2912392"/>
                <a:gd name="connsiteY110" fmla="*/ 226253 h 508613"/>
                <a:gd name="connsiteX111" fmla="*/ 1081188 w 2912392"/>
                <a:gd name="connsiteY111" fmla="*/ 219684 h 508613"/>
                <a:gd name="connsiteX112" fmla="*/ 1090932 w 2912392"/>
                <a:gd name="connsiteY112" fmla="*/ 213233 h 508613"/>
                <a:gd name="connsiteX113" fmla="*/ 1100676 w 2912392"/>
                <a:gd name="connsiteY113" fmla="*/ 206905 h 508613"/>
                <a:gd name="connsiteX114" fmla="*/ 1110405 w 2912392"/>
                <a:gd name="connsiteY114" fmla="*/ 200707 h 508613"/>
                <a:gd name="connsiteX115" fmla="*/ 1120149 w 2912392"/>
                <a:gd name="connsiteY115" fmla="*/ 194642 h 508613"/>
                <a:gd name="connsiteX116" fmla="*/ 1129893 w 2912392"/>
                <a:gd name="connsiteY116" fmla="*/ 188715 h 508613"/>
                <a:gd name="connsiteX117" fmla="*/ 1139637 w 2912392"/>
                <a:gd name="connsiteY117" fmla="*/ 182931 h 508613"/>
                <a:gd name="connsiteX118" fmla="*/ 1149381 w 2912392"/>
                <a:gd name="connsiteY118" fmla="*/ 177292 h 508613"/>
                <a:gd name="connsiteX119" fmla="*/ 1159110 w 2912392"/>
                <a:gd name="connsiteY119" fmla="*/ 171802 h 508613"/>
                <a:gd name="connsiteX120" fmla="*/ 1168854 w 2912392"/>
                <a:gd name="connsiteY120" fmla="*/ 166462 h 508613"/>
                <a:gd name="connsiteX121" fmla="*/ 1178598 w 2912392"/>
                <a:gd name="connsiteY121" fmla="*/ 161275 h 508613"/>
                <a:gd name="connsiteX122" fmla="*/ 1188341 w 2912392"/>
                <a:gd name="connsiteY122" fmla="*/ 156243 h 508613"/>
                <a:gd name="connsiteX123" fmla="*/ 1198070 w 2912392"/>
                <a:gd name="connsiteY123" fmla="*/ 151365 h 508613"/>
                <a:gd name="connsiteX124" fmla="*/ 1207814 w 2912392"/>
                <a:gd name="connsiteY124" fmla="*/ 146642 h 508613"/>
                <a:gd name="connsiteX125" fmla="*/ 1217558 w 2912392"/>
                <a:gd name="connsiteY125" fmla="*/ 142074 h 508613"/>
                <a:gd name="connsiteX126" fmla="*/ 1227302 w 2912392"/>
                <a:gd name="connsiteY126" fmla="*/ 137661 h 508613"/>
                <a:gd name="connsiteX127" fmla="*/ 1237031 w 2912392"/>
                <a:gd name="connsiteY127" fmla="*/ 133401 h 508613"/>
                <a:gd name="connsiteX128" fmla="*/ 1246775 w 2912392"/>
                <a:gd name="connsiteY128" fmla="*/ 129295 h 508613"/>
                <a:gd name="connsiteX129" fmla="*/ 1256519 w 2912392"/>
                <a:gd name="connsiteY129" fmla="*/ 125338 h 508613"/>
                <a:gd name="connsiteX130" fmla="*/ 1266263 w 2912392"/>
                <a:gd name="connsiteY130" fmla="*/ 121528 h 508613"/>
                <a:gd name="connsiteX131" fmla="*/ 1276007 w 2912392"/>
                <a:gd name="connsiteY131" fmla="*/ 117864 h 508613"/>
                <a:gd name="connsiteX132" fmla="*/ 1285736 w 2912392"/>
                <a:gd name="connsiteY132" fmla="*/ 114344 h 508613"/>
                <a:gd name="connsiteX133" fmla="*/ 1295480 w 2912392"/>
                <a:gd name="connsiteY133" fmla="*/ 110962 h 508613"/>
                <a:gd name="connsiteX134" fmla="*/ 1305224 w 2912392"/>
                <a:gd name="connsiteY134" fmla="*/ 107715 h 508613"/>
                <a:gd name="connsiteX135" fmla="*/ 1314968 w 2912392"/>
                <a:gd name="connsiteY135" fmla="*/ 104600 h 508613"/>
                <a:gd name="connsiteX136" fmla="*/ 1324697 w 2912392"/>
                <a:gd name="connsiteY136" fmla="*/ 101613 h 508613"/>
                <a:gd name="connsiteX137" fmla="*/ 1334441 w 2912392"/>
                <a:gd name="connsiteY137" fmla="*/ 98747 h 508613"/>
                <a:gd name="connsiteX138" fmla="*/ 1344185 w 2912392"/>
                <a:gd name="connsiteY138" fmla="*/ 96002 h 508613"/>
                <a:gd name="connsiteX139" fmla="*/ 1353929 w 2912392"/>
                <a:gd name="connsiteY139" fmla="*/ 93369 h 508613"/>
                <a:gd name="connsiteX140" fmla="*/ 1363658 w 2912392"/>
                <a:gd name="connsiteY140" fmla="*/ 90847 h 508613"/>
                <a:gd name="connsiteX141" fmla="*/ 1373402 w 2912392"/>
                <a:gd name="connsiteY141" fmla="*/ 88427 h 508613"/>
                <a:gd name="connsiteX142" fmla="*/ 1383146 w 2912392"/>
                <a:gd name="connsiteY142" fmla="*/ 86106 h 508613"/>
                <a:gd name="connsiteX143" fmla="*/ 1392890 w 2912392"/>
                <a:gd name="connsiteY143" fmla="*/ 83880 h 508613"/>
                <a:gd name="connsiteX144" fmla="*/ 1402619 w 2912392"/>
                <a:gd name="connsiteY144" fmla="*/ 81740 h 508613"/>
                <a:gd name="connsiteX145" fmla="*/ 1412363 w 2912392"/>
                <a:gd name="connsiteY145" fmla="*/ 79686 h 508613"/>
                <a:gd name="connsiteX146" fmla="*/ 1422106 w 2912392"/>
                <a:gd name="connsiteY146" fmla="*/ 77709 h 508613"/>
                <a:gd name="connsiteX147" fmla="*/ 1431850 w 2912392"/>
                <a:gd name="connsiteY147" fmla="*/ 75804 h 508613"/>
                <a:gd name="connsiteX148" fmla="*/ 1441594 w 2912392"/>
                <a:gd name="connsiteY148" fmla="*/ 73967 h 508613"/>
                <a:gd name="connsiteX149" fmla="*/ 1451323 w 2912392"/>
                <a:gd name="connsiteY149" fmla="*/ 72193 h 508613"/>
                <a:gd name="connsiteX150" fmla="*/ 1461067 w 2912392"/>
                <a:gd name="connsiteY150" fmla="*/ 70478 h 508613"/>
                <a:gd name="connsiteX151" fmla="*/ 1470811 w 2912392"/>
                <a:gd name="connsiteY151" fmla="*/ 68815 h 508613"/>
                <a:gd name="connsiteX152" fmla="*/ 1480555 w 2912392"/>
                <a:gd name="connsiteY152" fmla="*/ 67200 h 508613"/>
                <a:gd name="connsiteX153" fmla="*/ 1490284 w 2912392"/>
                <a:gd name="connsiteY153" fmla="*/ 65628 h 508613"/>
                <a:gd name="connsiteX154" fmla="*/ 1500028 w 2912392"/>
                <a:gd name="connsiteY154" fmla="*/ 64097 h 508613"/>
                <a:gd name="connsiteX155" fmla="*/ 1509772 w 2912392"/>
                <a:gd name="connsiteY155" fmla="*/ 62601 h 508613"/>
                <a:gd name="connsiteX156" fmla="*/ 1519516 w 2912392"/>
                <a:gd name="connsiteY156" fmla="*/ 61136 h 508613"/>
                <a:gd name="connsiteX157" fmla="*/ 1529245 w 2912392"/>
                <a:gd name="connsiteY157" fmla="*/ 59699 h 508613"/>
                <a:gd name="connsiteX158" fmla="*/ 1538989 w 2912392"/>
                <a:gd name="connsiteY158" fmla="*/ 58286 h 508613"/>
                <a:gd name="connsiteX159" fmla="*/ 1548733 w 2912392"/>
                <a:gd name="connsiteY159" fmla="*/ 56893 h 508613"/>
                <a:gd name="connsiteX160" fmla="*/ 1558477 w 2912392"/>
                <a:gd name="connsiteY160" fmla="*/ 55520 h 508613"/>
                <a:gd name="connsiteX161" fmla="*/ 1568221 w 2912392"/>
                <a:gd name="connsiteY161" fmla="*/ 54159 h 508613"/>
                <a:gd name="connsiteX162" fmla="*/ 1577950 w 2912392"/>
                <a:gd name="connsiteY162" fmla="*/ 52811 h 508613"/>
                <a:gd name="connsiteX163" fmla="*/ 1587694 w 2912392"/>
                <a:gd name="connsiteY163" fmla="*/ 51473 h 508613"/>
                <a:gd name="connsiteX164" fmla="*/ 1597438 w 2912392"/>
                <a:gd name="connsiteY164" fmla="*/ 50144 h 508613"/>
                <a:gd name="connsiteX165" fmla="*/ 1607182 w 2912392"/>
                <a:gd name="connsiteY165" fmla="*/ 48819 h 508613"/>
                <a:gd name="connsiteX166" fmla="*/ 1616911 w 2912392"/>
                <a:gd name="connsiteY166" fmla="*/ 47499 h 508613"/>
                <a:gd name="connsiteX167" fmla="*/ 1626655 w 2912392"/>
                <a:gd name="connsiteY167" fmla="*/ 46184 h 508613"/>
                <a:gd name="connsiteX168" fmla="*/ 1636399 w 2912392"/>
                <a:gd name="connsiteY168" fmla="*/ 44868 h 508613"/>
                <a:gd name="connsiteX169" fmla="*/ 1646142 w 2912392"/>
                <a:gd name="connsiteY169" fmla="*/ 43556 h 508613"/>
                <a:gd name="connsiteX170" fmla="*/ 1655872 w 2912392"/>
                <a:gd name="connsiteY170" fmla="*/ 42242 h 508613"/>
                <a:gd name="connsiteX171" fmla="*/ 1665616 w 2912392"/>
                <a:gd name="connsiteY171" fmla="*/ 40929 h 508613"/>
                <a:gd name="connsiteX172" fmla="*/ 1675359 w 2912392"/>
                <a:gd name="connsiteY172" fmla="*/ 39616 h 508613"/>
                <a:gd name="connsiteX173" fmla="*/ 1685103 w 2912392"/>
                <a:gd name="connsiteY173" fmla="*/ 38302 h 508613"/>
                <a:gd name="connsiteX174" fmla="*/ 1694832 w 2912392"/>
                <a:gd name="connsiteY174" fmla="*/ 36988 h 508613"/>
                <a:gd name="connsiteX175" fmla="*/ 1704576 w 2912392"/>
                <a:gd name="connsiteY175" fmla="*/ 35676 h 508613"/>
                <a:gd name="connsiteX176" fmla="*/ 1714320 w 2912392"/>
                <a:gd name="connsiteY176" fmla="*/ 34363 h 508613"/>
                <a:gd name="connsiteX177" fmla="*/ 1724064 w 2912392"/>
                <a:gd name="connsiteY177" fmla="*/ 33052 h 508613"/>
                <a:gd name="connsiteX178" fmla="*/ 1733808 w 2912392"/>
                <a:gd name="connsiteY178" fmla="*/ 31744 h 508613"/>
                <a:gd name="connsiteX179" fmla="*/ 1743537 w 2912392"/>
                <a:gd name="connsiteY179" fmla="*/ 30439 h 508613"/>
                <a:gd name="connsiteX180" fmla="*/ 1753281 w 2912392"/>
                <a:gd name="connsiteY180" fmla="*/ 29138 h 508613"/>
                <a:gd name="connsiteX181" fmla="*/ 1763025 w 2912392"/>
                <a:gd name="connsiteY181" fmla="*/ 27845 h 508613"/>
                <a:gd name="connsiteX182" fmla="*/ 1772769 w 2912392"/>
                <a:gd name="connsiteY182" fmla="*/ 26557 h 508613"/>
                <a:gd name="connsiteX183" fmla="*/ 1782498 w 2912392"/>
                <a:gd name="connsiteY183" fmla="*/ 25281 h 508613"/>
                <a:gd name="connsiteX184" fmla="*/ 1792242 w 2912392"/>
                <a:gd name="connsiteY184" fmla="*/ 24013 h 508613"/>
                <a:gd name="connsiteX185" fmla="*/ 1801986 w 2912392"/>
                <a:gd name="connsiteY185" fmla="*/ 22758 h 508613"/>
                <a:gd name="connsiteX186" fmla="*/ 1811730 w 2912392"/>
                <a:gd name="connsiteY186" fmla="*/ 21516 h 508613"/>
                <a:gd name="connsiteX187" fmla="*/ 1821459 w 2912392"/>
                <a:gd name="connsiteY187" fmla="*/ 20291 h 508613"/>
                <a:gd name="connsiteX188" fmla="*/ 1831203 w 2912392"/>
                <a:gd name="connsiteY188" fmla="*/ 19083 h 508613"/>
                <a:gd name="connsiteX189" fmla="*/ 1840947 w 2912392"/>
                <a:gd name="connsiteY189" fmla="*/ 17894 h 508613"/>
                <a:gd name="connsiteX190" fmla="*/ 1850691 w 2912392"/>
                <a:gd name="connsiteY190" fmla="*/ 16727 h 508613"/>
                <a:gd name="connsiteX191" fmla="*/ 1860435 w 2912392"/>
                <a:gd name="connsiteY191" fmla="*/ 15583 h 508613"/>
                <a:gd name="connsiteX192" fmla="*/ 1870164 w 2912392"/>
                <a:gd name="connsiteY192" fmla="*/ 14464 h 508613"/>
                <a:gd name="connsiteX193" fmla="*/ 1879908 w 2912392"/>
                <a:gd name="connsiteY193" fmla="*/ 13372 h 508613"/>
                <a:gd name="connsiteX194" fmla="*/ 1889652 w 2912392"/>
                <a:gd name="connsiteY194" fmla="*/ 12309 h 508613"/>
                <a:gd name="connsiteX195" fmla="*/ 1899395 w 2912392"/>
                <a:gd name="connsiteY195" fmla="*/ 11278 h 508613"/>
                <a:gd name="connsiteX196" fmla="*/ 1909124 w 2912392"/>
                <a:gd name="connsiteY196" fmla="*/ 10280 h 508613"/>
                <a:gd name="connsiteX197" fmla="*/ 1918868 w 2912392"/>
                <a:gd name="connsiteY197" fmla="*/ 9318 h 508613"/>
                <a:gd name="connsiteX198" fmla="*/ 1928612 w 2912392"/>
                <a:gd name="connsiteY198" fmla="*/ 8391 h 508613"/>
                <a:gd name="connsiteX199" fmla="*/ 1938356 w 2912392"/>
                <a:gd name="connsiteY199" fmla="*/ 7503 h 508613"/>
                <a:gd name="connsiteX200" fmla="*/ 1948085 w 2912392"/>
                <a:gd name="connsiteY200" fmla="*/ 6657 h 508613"/>
                <a:gd name="connsiteX201" fmla="*/ 1957829 w 2912392"/>
                <a:gd name="connsiteY201" fmla="*/ 5852 h 508613"/>
                <a:gd name="connsiteX202" fmla="*/ 1967573 w 2912392"/>
                <a:gd name="connsiteY202" fmla="*/ 5092 h 508613"/>
                <a:gd name="connsiteX203" fmla="*/ 1977317 w 2912392"/>
                <a:gd name="connsiteY203" fmla="*/ 4379 h 508613"/>
                <a:gd name="connsiteX204" fmla="*/ 1987046 w 2912392"/>
                <a:gd name="connsiteY204" fmla="*/ 3713 h 508613"/>
                <a:gd name="connsiteX205" fmla="*/ 1996790 w 2912392"/>
                <a:gd name="connsiteY205" fmla="*/ 3097 h 508613"/>
                <a:gd name="connsiteX206" fmla="*/ 2006534 w 2912392"/>
                <a:gd name="connsiteY206" fmla="*/ 2531 h 508613"/>
                <a:gd name="connsiteX207" fmla="*/ 2016278 w 2912392"/>
                <a:gd name="connsiteY207" fmla="*/ 2019 h 508613"/>
                <a:gd name="connsiteX208" fmla="*/ 2026022 w 2912392"/>
                <a:gd name="connsiteY208" fmla="*/ 1561 h 508613"/>
                <a:gd name="connsiteX209" fmla="*/ 2035751 w 2912392"/>
                <a:gd name="connsiteY209" fmla="*/ 1159 h 508613"/>
                <a:gd name="connsiteX210" fmla="*/ 2045495 w 2912392"/>
                <a:gd name="connsiteY210" fmla="*/ 815 h 508613"/>
                <a:gd name="connsiteX211" fmla="*/ 2055239 w 2912392"/>
                <a:gd name="connsiteY211" fmla="*/ 529 h 508613"/>
                <a:gd name="connsiteX212" fmla="*/ 2064983 w 2912392"/>
                <a:gd name="connsiteY212" fmla="*/ 302 h 508613"/>
                <a:gd name="connsiteX213" fmla="*/ 2074712 w 2912392"/>
                <a:gd name="connsiteY213" fmla="*/ 138 h 508613"/>
                <a:gd name="connsiteX214" fmla="*/ 2084456 w 2912392"/>
                <a:gd name="connsiteY214" fmla="*/ 37 h 508613"/>
                <a:gd name="connsiteX215" fmla="*/ 2094200 w 2912392"/>
                <a:gd name="connsiteY215" fmla="*/ 0 h 508613"/>
                <a:gd name="connsiteX216" fmla="*/ 2103944 w 2912392"/>
                <a:gd name="connsiteY216" fmla="*/ 28 h 508613"/>
                <a:gd name="connsiteX217" fmla="*/ 2113673 w 2912392"/>
                <a:gd name="connsiteY217" fmla="*/ 122 h 508613"/>
                <a:gd name="connsiteX218" fmla="*/ 2123417 w 2912392"/>
                <a:gd name="connsiteY218" fmla="*/ 285 h 508613"/>
                <a:gd name="connsiteX219" fmla="*/ 2133161 w 2912392"/>
                <a:gd name="connsiteY219" fmla="*/ 515 h 508613"/>
                <a:gd name="connsiteX220" fmla="*/ 2142905 w 2912392"/>
                <a:gd name="connsiteY220" fmla="*/ 815 h 508613"/>
                <a:gd name="connsiteX221" fmla="*/ 2152649 w 2912392"/>
                <a:gd name="connsiteY221" fmla="*/ 1184 h 508613"/>
                <a:gd name="connsiteX222" fmla="*/ 2162377 w 2912392"/>
                <a:gd name="connsiteY222" fmla="*/ 1627 h 508613"/>
                <a:gd name="connsiteX223" fmla="*/ 2172121 w 2912392"/>
                <a:gd name="connsiteY223" fmla="*/ 2139 h 508613"/>
                <a:gd name="connsiteX224" fmla="*/ 2181865 w 2912392"/>
                <a:gd name="connsiteY224" fmla="*/ 2726 h 508613"/>
                <a:gd name="connsiteX225" fmla="*/ 2191609 w 2912392"/>
                <a:gd name="connsiteY225" fmla="*/ 3386 h 508613"/>
                <a:gd name="connsiteX226" fmla="*/ 2201338 w 2912392"/>
                <a:gd name="connsiteY226" fmla="*/ 4119 h 508613"/>
                <a:gd name="connsiteX227" fmla="*/ 2211082 w 2912392"/>
                <a:gd name="connsiteY227" fmla="*/ 4927 h 508613"/>
                <a:gd name="connsiteX228" fmla="*/ 2220826 w 2912392"/>
                <a:gd name="connsiteY228" fmla="*/ 5811 h 508613"/>
                <a:gd name="connsiteX229" fmla="*/ 2230570 w 2912392"/>
                <a:gd name="connsiteY229" fmla="*/ 6769 h 508613"/>
                <a:gd name="connsiteX230" fmla="*/ 2240299 w 2912392"/>
                <a:gd name="connsiteY230" fmla="*/ 7801 h 508613"/>
                <a:gd name="connsiteX231" fmla="*/ 2250043 w 2912392"/>
                <a:gd name="connsiteY231" fmla="*/ 8910 h 508613"/>
                <a:gd name="connsiteX232" fmla="*/ 2259787 w 2912392"/>
                <a:gd name="connsiteY232" fmla="*/ 10093 h 508613"/>
                <a:gd name="connsiteX233" fmla="*/ 2269531 w 2912392"/>
                <a:gd name="connsiteY233" fmla="*/ 11351 h 508613"/>
                <a:gd name="connsiteX234" fmla="*/ 2279260 w 2912392"/>
                <a:gd name="connsiteY234" fmla="*/ 12684 h 508613"/>
                <a:gd name="connsiteX235" fmla="*/ 2289004 w 2912392"/>
                <a:gd name="connsiteY235" fmla="*/ 14091 h 508613"/>
                <a:gd name="connsiteX236" fmla="*/ 2298748 w 2912392"/>
                <a:gd name="connsiteY236" fmla="*/ 15574 h 508613"/>
                <a:gd name="connsiteX237" fmla="*/ 2308492 w 2912392"/>
                <a:gd name="connsiteY237" fmla="*/ 17128 h 508613"/>
                <a:gd name="connsiteX238" fmla="*/ 2318236 w 2912392"/>
                <a:gd name="connsiteY238" fmla="*/ 18755 h 508613"/>
                <a:gd name="connsiteX239" fmla="*/ 2327965 w 2912392"/>
                <a:gd name="connsiteY239" fmla="*/ 20453 h 508613"/>
                <a:gd name="connsiteX240" fmla="*/ 2337709 w 2912392"/>
                <a:gd name="connsiteY240" fmla="*/ 22222 h 508613"/>
                <a:gd name="connsiteX241" fmla="*/ 2347453 w 2912392"/>
                <a:gd name="connsiteY241" fmla="*/ 24059 h 508613"/>
                <a:gd name="connsiteX242" fmla="*/ 2357197 w 2912392"/>
                <a:gd name="connsiteY242" fmla="*/ 25963 h 508613"/>
                <a:gd name="connsiteX243" fmla="*/ 2366926 w 2912392"/>
                <a:gd name="connsiteY243" fmla="*/ 27933 h 508613"/>
                <a:gd name="connsiteX244" fmla="*/ 2376670 w 2912392"/>
                <a:gd name="connsiteY244" fmla="*/ 29966 h 508613"/>
                <a:gd name="connsiteX245" fmla="*/ 2386413 w 2912392"/>
                <a:gd name="connsiteY245" fmla="*/ 32063 h 508613"/>
                <a:gd name="connsiteX246" fmla="*/ 2396157 w 2912392"/>
                <a:gd name="connsiteY246" fmla="*/ 34217 h 508613"/>
                <a:gd name="connsiteX247" fmla="*/ 2405886 w 2912392"/>
                <a:gd name="connsiteY247" fmla="*/ 36429 h 508613"/>
                <a:gd name="connsiteX248" fmla="*/ 2415630 w 2912392"/>
                <a:gd name="connsiteY248" fmla="*/ 38697 h 508613"/>
                <a:gd name="connsiteX249" fmla="*/ 2425374 w 2912392"/>
                <a:gd name="connsiteY249" fmla="*/ 41014 h 508613"/>
                <a:gd name="connsiteX250" fmla="*/ 2435118 w 2912392"/>
                <a:gd name="connsiteY250" fmla="*/ 43381 h 508613"/>
                <a:gd name="connsiteX251" fmla="*/ 2444862 w 2912392"/>
                <a:gd name="connsiteY251" fmla="*/ 45793 h 508613"/>
                <a:gd name="connsiteX252" fmla="*/ 2454591 w 2912392"/>
                <a:gd name="connsiteY252" fmla="*/ 48247 h 508613"/>
                <a:gd name="connsiteX253" fmla="*/ 2464335 w 2912392"/>
                <a:gd name="connsiteY253" fmla="*/ 50738 h 508613"/>
                <a:gd name="connsiteX254" fmla="*/ 2474079 w 2912392"/>
                <a:gd name="connsiteY254" fmla="*/ 53265 h 508613"/>
                <a:gd name="connsiteX255" fmla="*/ 2483823 w 2912392"/>
                <a:gd name="connsiteY255" fmla="*/ 55822 h 508613"/>
                <a:gd name="connsiteX256" fmla="*/ 2493552 w 2912392"/>
                <a:gd name="connsiteY256" fmla="*/ 58404 h 508613"/>
                <a:gd name="connsiteX257" fmla="*/ 2503296 w 2912392"/>
                <a:gd name="connsiteY257" fmla="*/ 61008 h 508613"/>
                <a:gd name="connsiteX258" fmla="*/ 2513040 w 2912392"/>
                <a:gd name="connsiteY258" fmla="*/ 63629 h 508613"/>
                <a:gd name="connsiteX259" fmla="*/ 2522784 w 2912392"/>
                <a:gd name="connsiteY259" fmla="*/ 66262 h 508613"/>
                <a:gd name="connsiteX260" fmla="*/ 2532513 w 2912392"/>
                <a:gd name="connsiteY260" fmla="*/ 68902 h 508613"/>
                <a:gd name="connsiteX261" fmla="*/ 2542257 w 2912392"/>
                <a:gd name="connsiteY261" fmla="*/ 71542 h 508613"/>
                <a:gd name="connsiteX262" fmla="*/ 2552001 w 2912392"/>
                <a:gd name="connsiteY262" fmla="*/ 74181 h 508613"/>
                <a:gd name="connsiteX263" fmla="*/ 2561745 w 2912392"/>
                <a:gd name="connsiteY263" fmla="*/ 76807 h 508613"/>
                <a:gd name="connsiteX264" fmla="*/ 2571474 w 2912392"/>
                <a:gd name="connsiteY264" fmla="*/ 79420 h 508613"/>
                <a:gd name="connsiteX265" fmla="*/ 2581218 w 2912392"/>
                <a:gd name="connsiteY265" fmla="*/ 82011 h 508613"/>
                <a:gd name="connsiteX266" fmla="*/ 2590962 w 2912392"/>
                <a:gd name="connsiteY266" fmla="*/ 84576 h 508613"/>
                <a:gd name="connsiteX267" fmla="*/ 2600705 w 2912392"/>
                <a:gd name="connsiteY267" fmla="*/ 87107 h 508613"/>
                <a:gd name="connsiteX268" fmla="*/ 2610449 w 2912392"/>
                <a:gd name="connsiteY268" fmla="*/ 89598 h 508613"/>
                <a:gd name="connsiteX269" fmla="*/ 2620178 w 2912392"/>
                <a:gd name="connsiteY269" fmla="*/ 92043 h 508613"/>
                <a:gd name="connsiteX270" fmla="*/ 2629922 w 2912392"/>
                <a:gd name="connsiteY270" fmla="*/ 94434 h 508613"/>
                <a:gd name="connsiteX271" fmla="*/ 2639666 w 2912392"/>
                <a:gd name="connsiteY271" fmla="*/ 96767 h 508613"/>
                <a:gd name="connsiteX272" fmla="*/ 2649410 w 2912392"/>
                <a:gd name="connsiteY272" fmla="*/ 99035 h 508613"/>
                <a:gd name="connsiteX273" fmla="*/ 2659139 w 2912392"/>
                <a:gd name="connsiteY273" fmla="*/ 101228 h 508613"/>
                <a:gd name="connsiteX274" fmla="*/ 2668883 w 2912392"/>
                <a:gd name="connsiteY274" fmla="*/ 103342 h 508613"/>
                <a:gd name="connsiteX275" fmla="*/ 2678627 w 2912392"/>
                <a:gd name="connsiteY275" fmla="*/ 105370 h 508613"/>
                <a:gd name="connsiteX276" fmla="*/ 2688371 w 2912392"/>
                <a:gd name="connsiteY276" fmla="*/ 107305 h 508613"/>
                <a:gd name="connsiteX277" fmla="*/ 2698100 w 2912392"/>
                <a:gd name="connsiteY277" fmla="*/ 109139 h 508613"/>
                <a:gd name="connsiteX278" fmla="*/ 2707844 w 2912392"/>
                <a:gd name="connsiteY278" fmla="*/ 110868 h 508613"/>
                <a:gd name="connsiteX279" fmla="*/ 2717588 w 2912392"/>
                <a:gd name="connsiteY279" fmla="*/ 112481 h 508613"/>
                <a:gd name="connsiteX280" fmla="*/ 2727332 w 2912392"/>
                <a:gd name="connsiteY280" fmla="*/ 113974 h 508613"/>
                <a:gd name="connsiteX281" fmla="*/ 2737076 w 2912392"/>
                <a:gd name="connsiteY281" fmla="*/ 115342 h 508613"/>
                <a:gd name="connsiteX282" fmla="*/ 2746805 w 2912392"/>
                <a:gd name="connsiteY282" fmla="*/ 116574 h 508613"/>
                <a:gd name="connsiteX283" fmla="*/ 2756549 w 2912392"/>
                <a:gd name="connsiteY283" fmla="*/ 117666 h 508613"/>
                <a:gd name="connsiteX284" fmla="*/ 2766293 w 2912392"/>
                <a:gd name="connsiteY284" fmla="*/ 118612 h 508613"/>
                <a:gd name="connsiteX285" fmla="*/ 2776037 w 2912392"/>
                <a:gd name="connsiteY285" fmla="*/ 119406 h 508613"/>
                <a:gd name="connsiteX286" fmla="*/ 2785766 w 2912392"/>
                <a:gd name="connsiteY286" fmla="*/ 120041 h 508613"/>
                <a:gd name="connsiteX287" fmla="*/ 2795510 w 2912392"/>
                <a:gd name="connsiteY287" fmla="*/ 120512 h 508613"/>
                <a:gd name="connsiteX288" fmla="*/ 2805254 w 2912392"/>
                <a:gd name="connsiteY288" fmla="*/ 120813 h 508613"/>
                <a:gd name="connsiteX289" fmla="*/ 2814998 w 2912392"/>
                <a:gd name="connsiteY289" fmla="*/ 120938 h 508613"/>
                <a:gd name="connsiteX290" fmla="*/ 2824727 w 2912392"/>
                <a:gd name="connsiteY290" fmla="*/ 120883 h 508613"/>
                <a:gd name="connsiteX291" fmla="*/ 2834471 w 2912392"/>
                <a:gd name="connsiteY291" fmla="*/ 120643 h 508613"/>
                <a:gd name="connsiteX292" fmla="*/ 2844215 w 2912392"/>
                <a:gd name="connsiteY292" fmla="*/ 120212 h 508613"/>
                <a:gd name="connsiteX293" fmla="*/ 2853958 w 2912392"/>
                <a:gd name="connsiteY293" fmla="*/ 119588 h 508613"/>
                <a:gd name="connsiteX294" fmla="*/ 2863687 w 2912392"/>
                <a:gd name="connsiteY294" fmla="*/ 118766 h 508613"/>
                <a:gd name="connsiteX295" fmla="*/ 2873431 w 2912392"/>
                <a:gd name="connsiteY295" fmla="*/ 117742 h 508613"/>
                <a:gd name="connsiteX296" fmla="*/ 2883175 w 2912392"/>
                <a:gd name="connsiteY296" fmla="*/ 116513 h 508613"/>
                <a:gd name="connsiteX297" fmla="*/ 2892919 w 2912392"/>
                <a:gd name="connsiteY297" fmla="*/ 115077 h 508613"/>
                <a:gd name="connsiteX298" fmla="*/ 2902663 w 2912392"/>
                <a:gd name="connsiteY298" fmla="*/ 113430 h 508613"/>
                <a:gd name="connsiteX299" fmla="*/ 2912392 w 2912392"/>
                <a:gd name="connsiteY299" fmla="*/ 111571 h 508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08613">
                  <a:moveTo>
                    <a:pt x="0" y="232537"/>
                  </a:moveTo>
                  <a:lnTo>
                    <a:pt x="9739" y="240613"/>
                  </a:lnTo>
                  <a:lnTo>
                    <a:pt x="19480" y="248637"/>
                  </a:lnTo>
                  <a:lnTo>
                    <a:pt x="29221" y="256607"/>
                  </a:lnTo>
                  <a:lnTo>
                    <a:pt x="38961" y="264516"/>
                  </a:lnTo>
                  <a:lnTo>
                    <a:pt x="48702" y="272364"/>
                  </a:lnTo>
                  <a:lnTo>
                    <a:pt x="58443" y="280144"/>
                  </a:lnTo>
                  <a:lnTo>
                    <a:pt x="68182" y="287853"/>
                  </a:lnTo>
                  <a:lnTo>
                    <a:pt x="77923" y="295490"/>
                  </a:lnTo>
                  <a:lnTo>
                    <a:pt x="87664" y="303048"/>
                  </a:lnTo>
                  <a:lnTo>
                    <a:pt x="97404" y="310526"/>
                  </a:lnTo>
                  <a:lnTo>
                    <a:pt x="107145" y="317920"/>
                  </a:lnTo>
                  <a:lnTo>
                    <a:pt x="116886" y="325228"/>
                  </a:lnTo>
                  <a:lnTo>
                    <a:pt x="126625" y="332444"/>
                  </a:lnTo>
                  <a:lnTo>
                    <a:pt x="136366" y="339570"/>
                  </a:lnTo>
                  <a:lnTo>
                    <a:pt x="146107" y="346588"/>
                  </a:lnTo>
                  <a:lnTo>
                    <a:pt x="155846" y="353516"/>
                  </a:lnTo>
                  <a:lnTo>
                    <a:pt x="165587" y="360339"/>
                  </a:lnTo>
                  <a:lnTo>
                    <a:pt x="175328" y="367059"/>
                  </a:lnTo>
                  <a:lnTo>
                    <a:pt x="185068" y="373674"/>
                  </a:lnTo>
                  <a:lnTo>
                    <a:pt x="194809" y="380170"/>
                  </a:lnTo>
                  <a:lnTo>
                    <a:pt x="204550" y="386547"/>
                  </a:lnTo>
                  <a:lnTo>
                    <a:pt x="214289" y="392804"/>
                  </a:lnTo>
                  <a:lnTo>
                    <a:pt x="224030" y="398943"/>
                  </a:lnTo>
                  <a:lnTo>
                    <a:pt x="233771" y="404962"/>
                  </a:lnTo>
                  <a:lnTo>
                    <a:pt x="243510" y="410847"/>
                  </a:lnTo>
                  <a:lnTo>
                    <a:pt x="253251" y="416598"/>
                  </a:lnTo>
                  <a:lnTo>
                    <a:pt x="262992" y="422215"/>
                  </a:lnTo>
                  <a:lnTo>
                    <a:pt x="272732" y="427698"/>
                  </a:lnTo>
                  <a:lnTo>
                    <a:pt x="282473" y="433031"/>
                  </a:lnTo>
                  <a:lnTo>
                    <a:pt x="292214" y="438216"/>
                  </a:lnTo>
                  <a:lnTo>
                    <a:pt x="301953" y="443267"/>
                  </a:lnTo>
                  <a:lnTo>
                    <a:pt x="311694" y="448154"/>
                  </a:lnTo>
                  <a:lnTo>
                    <a:pt x="321435" y="452877"/>
                  </a:lnTo>
                  <a:lnTo>
                    <a:pt x="331175" y="457436"/>
                  </a:lnTo>
                  <a:lnTo>
                    <a:pt x="340916" y="461846"/>
                  </a:lnTo>
                  <a:lnTo>
                    <a:pt x="350656" y="466077"/>
                  </a:lnTo>
                  <a:lnTo>
                    <a:pt x="360396" y="470130"/>
                  </a:lnTo>
                  <a:lnTo>
                    <a:pt x="370137" y="474004"/>
                  </a:lnTo>
                  <a:lnTo>
                    <a:pt x="379878" y="477699"/>
                  </a:lnTo>
                  <a:lnTo>
                    <a:pt x="389617" y="481200"/>
                  </a:lnTo>
                  <a:lnTo>
                    <a:pt x="399358" y="484522"/>
                  </a:lnTo>
                  <a:lnTo>
                    <a:pt x="409099" y="487651"/>
                  </a:lnTo>
                  <a:lnTo>
                    <a:pt x="418839" y="490571"/>
                  </a:lnTo>
                  <a:lnTo>
                    <a:pt x="428580" y="493283"/>
                  </a:lnTo>
                  <a:lnTo>
                    <a:pt x="438321" y="495801"/>
                  </a:lnTo>
                  <a:lnTo>
                    <a:pt x="448060" y="498095"/>
                  </a:lnTo>
                  <a:lnTo>
                    <a:pt x="457801" y="500181"/>
                  </a:lnTo>
                  <a:lnTo>
                    <a:pt x="467542" y="502044"/>
                  </a:lnTo>
                  <a:lnTo>
                    <a:pt x="477281" y="503682"/>
                  </a:lnTo>
                  <a:lnTo>
                    <a:pt x="487022" y="505098"/>
                  </a:lnTo>
                  <a:lnTo>
                    <a:pt x="496763" y="506275"/>
                  </a:lnTo>
                  <a:lnTo>
                    <a:pt x="506503" y="507213"/>
                  </a:lnTo>
                  <a:lnTo>
                    <a:pt x="516244" y="507929"/>
                  </a:lnTo>
                  <a:lnTo>
                    <a:pt x="525985" y="508390"/>
                  </a:lnTo>
                  <a:lnTo>
                    <a:pt x="535724" y="508614"/>
                  </a:lnTo>
                  <a:lnTo>
                    <a:pt x="545465" y="508599"/>
                  </a:lnTo>
                  <a:lnTo>
                    <a:pt x="555206" y="508331"/>
                  </a:lnTo>
                  <a:lnTo>
                    <a:pt x="564946" y="507824"/>
                  </a:lnTo>
                  <a:lnTo>
                    <a:pt x="574687" y="507050"/>
                  </a:lnTo>
                  <a:lnTo>
                    <a:pt x="584428" y="506036"/>
                  </a:lnTo>
                  <a:lnTo>
                    <a:pt x="594167" y="504755"/>
                  </a:lnTo>
                  <a:lnTo>
                    <a:pt x="603908" y="503235"/>
                  </a:lnTo>
                  <a:lnTo>
                    <a:pt x="613649" y="501462"/>
                  </a:lnTo>
                  <a:lnTo>
                    <a:pt x="623388" y="499421"/>
                  </a:lnTo>
                  <a:lnTo>
                    <a:pt x="633129" y="497142"/>
                  </a:lnTo>
                  <a:lnTo>
                    <a:pt x="642870" y="494609"/>
                  </a:lnTo>
                  <a:lnTo>
                    <a:pt x="652610" y="491823"/>
                  </a:lnTo>
                  <a:lnTo>
                    <a:pt x="662351" y="488798"/>
                  </a:lnTo>
                  <a:lnTo>
                    <a:pt x="672092" y="485520"/>
                  </a:lnTo>
                  <a:lnTo>
                    <a:pt x="681831" y="482004"/>
                  </a:lnTo>
                  <a:lnTo>
                    <a:pt x="691572" y="478250"/>
                  </a:lnTo>
                  <a:lnTo>
                    <a:pt x="701313" y="474272"/>
                  </a:lnTo>
                  <a:lnTo>
                    <a:pt x="711052" y="470055"/>
                  </a:lnTo>
                  <a:lnTo>
                    <a:pt x="720793" y="465601"/>
                  </a:lnTo>
                  <a:lnTo>
                    <a:pt x="730534" y="460952"/>
                  </a:lnTo>
                  <a:lnTo>
                    <a:pt x="740274" y="456080"/>
                  </a:lnTo>
                  <a:lnTo>
                    <a:pt x="750015" y="451000"/>
                  </a:lnTo>
                  <a:lnTo>
                    <a:pt x="759756" y="445710"/>
                  </a:lnTo>
                  <a:lnTo>
                    <a:pt x="769495" y="440242"/>
                  </a:lnTo>
                  <a:lnTo>
                    <a:pt x="779236" y="434581"/>
                  </a:lnTo>
                  <a:lnTo>
                    <a:pt x="788977" y="428740"/>
                  </a:lnTo>
                  <a:lnTo>
                    <a:pt x="798717" y="422736"/>
                  </a:lnTo>
                  <a:lnTo>
                    <a:pt x="808458" y="416568"/>
                  </a:lnTo>
                  <a:lnTo>
                    <a:pt x="818199" y="410251"/>
                  </a:lnTo>
                  <a:lnTo>
                    <a:pt x="827938" y="403800"/>
                  </a:lnTo>
                  <a:lnTo>
                    <a:pt x="837679" y="397199"/>
                  </a:lnTo>
                  <a:lnTo>
                    <a:pt x="847420" y="390480"/>
                  </a:lnTo>
                  <a:lnTo>
                    <a:pt x="857159" y="383656"/>
                  </a:lnTo>
                  <a:lnTo>
                    <a:pt x="866900" y="376728"/>
                  </a:lnTo>
                  <a:lnTo>
                    <a:pt x="876641" y="369696"/>
                  </a:lnTo>
                  <a:lnTo>
                    <a:pt x="886381" y="362604"/>
                  </a:lnTo>
                  <a:lnTo>
                    <a:pt x="896122" y="355423"/>
                  </a:lnTo>
                  <a:lnTo>
                    <a:pt x="905863" y="348197"/>
                  </a:lnTo>
                  <a:lnTo>
                    <a:pt x="915602" y="340911"/>
                  </a:lnTo>
                  <a:lnTo>
                    <a:pt x="925343" y="333588"/>
                  </a:lnTo>
                  <a:lnTo>
                    <a:pt x="935084" y="326240"/>
                  </a:lnTo>
                  <a:lnTo>
                    <a:pt x="944824" y="318875"/>
                  </a:lnTo>
                  <a:lnTo>
                    <a:pt x="954564" y="311505"/>
                  </a:lnTo>
                  <a:lnTo>
                    <a:pt x="964305" y="304140"/>
                  </a:lnTo>
                  <a:lnTo>
                    <a:pt x="974045" y="296791"/>
                  </a:lnTo>
                  <a:lnTo>
                    <a:pt x="983786" y="289466"/>
                  </a:lnTo>
                  <a:lnTo>
                    <a:pt x="993522" y="282176"/>
                  </a:lnTo>
                  <a:lnTo>
                    <a:pt x="1003266" y="274934"/>
                  </a:lnTo>
                  <a:lnTo>
                    <a:pt x="1013010" y="267745"/>
                  </a:lnTo>
                  <a:lnTo>
                    <a:pt x="1022754" y="260620"/>
                  </a:lnTo>
                  <a:lnTo>
                    <a:pt x="1032483" y="253569"/>
                  </a:lnTo>
                  <a:lnTo>
                    <a:pt x="1042227" y="246598"/>
                  </a:lnTo>
                  <a:lnTo>
                    <a:pt x="1051971" y="239716"/>
                  </a:lnTo>
                  <a:lnTo>
                    <a:pt x="1061715" y="232932"/>
                  </a:lnTo>
                  <a:lnTo>
                    <a:pt x="1071444" y="226253"/>
                  </a:lnTo>
                  <a:lnTo>
                    <a:pt x="1081188" y="219684"/>
                  </a:lnTo>
                  <a:lnTo>
                    <a:pt x="1090932" y="213233"/>
                  </a:lnTo>
                  <a:lnTo>
                    <a:pt x="1100676" y="206905"/>
                  </a:lnTo>
                  <a:lnTo>
                    <a:pt x="1110405" y="200707"/>
                  </a:lnTo>
                  <a:lnTo>
                    <a:pt x="1120149" y="194642"/>
                  </a:lnTo>
                  <a:lnTo>
                    <a:pt x="1129893" y="188715"/>
                  </a:lnTo>
                  <a:lnTo>
                    <a:pt x="1139637" y="182931"/>
                  </a:lnTo>
                  <a:lnTo>
                    <a:pt x="1149381" y="177292"/>
                  </a:lnTo>
                  <a:lnTo>
                    <a:pt x="1159110" y="171802"/>
                  </a:lnTo>
                  <a:lnTo>
                    <a:pt x="1168854" y="166462"/>
                  </a:lnTo>
                  <a:lnTo>
                    <a:pt x="1178598" y="161275"/>
                  </a:lnTo>
                  <a:lnTo>
                    <a:pt x="1188341" y="156243"/>
                  </a:lnTo>
                  <a:lnTo>
                    <a:pt x="1198070" y="151365"/>
                  </a:lnTo>
                  <a:lnTo>
                    <a:pt x="1207814" y="146642"/>
                  </a:lnTo>
                  <a:lnTo>
                    <a:pt x="1217558" y="142074"/>
                  </a:lnTo>
                  <a:lnTo>
                    <a:pt x="1227302" y="137661"/>
                  </a:lnTo>
                  <a:lnTo>
                    <a:pt x="1237031" y="133401"/>
                  </a:lnTo>
                  <a:lnTo>
                    <a:pt x="1246775" y="129295"/>
                  </a:lnTo>
                  <a:lnTo>
                    <a:pt x="1256519" y="125338"/>
                  </a:lnTo>
                  <a:lnTo>
                    <a:pt x="1266263" y="121528"/>
                  </a:lnTo>
                  <a:lnTo>
                    <a:pt x="1276007" y="117864"/>
                  </a:lnTo>
                  <a:lnTo>
                    <a:pt x="1285736" y="114344"/>
                  </a:lnTo>
                  <a:lnTo>
                    <a:pt x="1295480" y="110962"/>
                  </a:lnTo>
                  <a:lnTo>
                    <a:pt x="1305224" y="107715"/>
                  </a:lnTo>
                  <a:lnTo>
                    <a:pt x="1314968" y="104600"/>
                  </a:lnTo>
                  <a:lnTo>
                    <a:pt x="1324697" y="101613"/>
                  </a:lnTo>
                  <a:lnTo>
                    <a:pt x="1334441" y="98747"/>
                  </a:lnTo>
                  <a:lnTo>
                    <a:pt x="1344185" y="96002"/>
                  </a:lnTo>
                  <a:lnTo>
                    <a:pt x="1353929" y="93369"/>
                  </a:lnTo>
                  <a:lnTo>
                    <a:pt x="1363658" y="90847"/>
                  </a:lnTo>
                  <a:lnTo>
                    <a:pt x="1373402" y="88427"/>
                  </a:lnTo>
                  <a:lnTo>
                    <a:pt x="1383146" y="86106"/>
                  </a:lnTo>
                  <a:lnTo>
                    <a:pt x="1392890" y="83880"/>
                  </a:lnTo>
                  <a:lnTo>
                    <a:pt x="1402619" y="81740"/>
                  </a:lnTo>
                  <a:lnTo>
                    <a:pt x="1412363" y="79686"/>
                  </a:lnTo>
                  <a:lnTo>
                    <a:pt x="1422106" y="77709"/>
                  </a:lnTo>
                  <a:lnTo>
                    <a:pt x="1431850" y="75804"/>
                  </a:lnTo>
                  <a:lnTo>
                    <a:pt x="1441594" y="73967"/>
                  </a:lnTo>
                  <a:lnTo>
                    <a:pt x="1451323" y="72193"/>
                  </a:lnTo>
                  <a:lnTo>
                    <a:pt x="1461067" y="70478"/>
                  </a:lnTo>
                  <a:lnTo>
                    <a:pt x="1470811" y="68815"/>
                  </a:lnTo>
                  <a:lnTo>
                    <a:pt x="1480555" y="67200"/>
                  </a:lnTo>
                  <a:lnTo>
                    <a:pt x="1490284" y="65628"/>
                  </a:lnTo>
                  <a:lnTo>
                    <a:pt x="1500028" y="64097"/>
                  </a:lnTo>
                  <a:lnTo>
                    <a:pt x="1509772" y="62601"/>
                  </a:lnTo>
                  <a:lnTo>
                    <a:pt x="1519516" y="61136"/>
                  </a:lnTo>
                  <a:lnTo>
                    <a:pt x="1529245" y="59699"/>
                  </a:lnTo>
                  <a:lnTo>
                    <a:pt x="1538989" y="58286"/>
                  </a:lnTo>
                  <a:lnTo>
                    <a:pt x="1548733" y="56893"/>
                  </a:lnTo>
                  <a:lnTo>
                    <a:pt x="1558477" y="55520"/>
                  </a:lnTo>
                  <a:lnTo>
                    <a:pt x="1568221" y="54159"/>
                  </a:lnTo>
                  <a:lnTo>
                    <a:pt x="1577950" y="52811"/>
                  </a:lnTo>
                  <a:lnTo>
                    <a:pt x="1587694" y="51473"/>
                  </a:lnTo>
                  <a:lnTo>
                    <a:pt x="1597438" y="50144"/>
                  </a:lnTo>
                  <a:lnTo>
                    <a:pt x="1607182" y="48819"/>
                  </a:lnTo>
                  <a:lnTo>
                    <a:pt x="1616911" y="47499"/>
                  </a:lnTo>
                  <a:lnTo>
                    <a:pt x="1626655" y="46184"/>
                  </a:lnTo>
                  <a:lnTo>
                    <a:pt x="1636399" y="44868"/>
                  </a:lnTo>
                  <a:lnTo>
                    <a:pt x="1646142" y="43556"/>
                  </a:lnTo>
                  <a:lnTo>
                    <a:pt x="1655872" y="42242"/>
                  </a:lnTo>
                  <a:lnTo>
                    <a:pt x="1665616" y="40929"/>
                  </a:lnTo>
                  <a:lnTo>
                    <a:pt x="1675359" y="39616"/>
                  </a:lnTo>
                  <a:lnTo>
                    <a:pt x="1685103" y="38302"/>
                  </a:lnTo>
                  <a:lnTo>
                    <a:pt x="1694832" y="36988"/>
                  </a:lnTo>
                  <a:lnTo>
                    <a:pt x="1704576" y="35676"/>
                  </a:lnTo>
                  <a:lnTo>
                    <a:pt x="1714320" y="34363"/>
                  </a:lnTo>
                  <a:lnTo>
                    <a:pt x="1724064" y="33052"/>
                  </a:lnTo>
                  <a:lnTo>
                    <a:pt x="1733808" y="31744"/>
                  </a:lnTo>
                  <a:lnTo>
                    <a:pt x="1743537" y="30439"/>
                  </a:lnTo>
                  <a:lnTo>
                    <a:pt x="1753281" y="29138"/>
                  </a:lnTo>
                  <a:lnTo>
                    <a:pt x="1763025" y="27845"/>
                  </a:lnTo>
                  <a:lnTo>
                    <a:pt x="1772769" y="26557"/>
                  </a:lnTo>
                  <a:lnTo>
                    <a:pt x="1782498" y="25281"/>
                  </a:lnTo>
                  <a:lnTo>
                    <a:pt x="1792242" y="24013"/>
                  </a:lnTo>
                  <a:lnTo>
                    <a:pt x="1801986" y="22758"/>
                  </a:lnTo>
                  <a:lnTo>
                    <a:pt x="1811730" y="21516"/>
                  </a:lnTo>
                  <a:lnTo>
                    <a:pt x="1821459" y="20291"/>
                  </a:lnTo>
                  <a:lnTo>
                    <a:pt x="1831203" y="19083"/>
                  </a:lnTo>
                  <a:lnTo>
                    <a:pt x="1840947" y="17894"/>
                  </a:lnTo>
                  <a:lnTo>
                    <a:pt x="1850691" y="16727"/>
                  </a:lnTo>
                  <a:lnTo>
                    <a:pt x="1860435" y="15583"/>
                  </a:lnTo>
                  <a:lnTo>
                    <a:pt x="1870164" y="14464"/>
                  </a:lnTo>
                  <a:lnTo>
                    <a:pt x="1879908" y="13372"/>
                  </a:lnTo>
                  <a:lnTo>
                    <a:pt x="1889652" y="12309"/>
                  </a:lnTo>
                  <a:lnTo>
                    <a:pt x="1899395" y="11278"/>
                  </a:lnTo>
                  <a:lnTo>
                    <a:pt x="1909124" y="10280"/>
                  </a:lnTo>
                  <a:lnTo>
                    <a:pt x="1918868" y="9318"/>
                  </a:lnTo>
                  <a:lnTo>
                    <a:pt x="1928612" y="8391"/>
                  </a:lnTo>
                  <a:lnTo>
                    <a:pt x="1938356" y="7503"/>
                  </a:lnTo>
                  <a:lnTo>
                    <a:pt x="1948085" y="6657"/>
                  </a:lnTo>
                  <a:lnTo>
                    <a:pt x="1957829" y="5852"/>
                  </a:lnTo>
                  <a:lnTo>
                    <a:pt x="1967573" y="5092"/>
                  </a:lnTo>
                  <a:lnTo>
                    <a:pt x="1977317" y="4379"/>
                  </a:lnTo>
                  <a:lnTo>
                    <a:pt x="1987046" y="3713"/>
                  </a:lnTo>
                  <a:lnTo>
                    <a:pt x="1996790" y="3097"/>
                  </a:lnTo>
                  <a:lnTo>
                    <a:pt x="2006534" y="2531"/>
                  </a:lnTo>
                  <a:lnTo>
                    <a:pt x="2016278" y="2019"/>
                  </a:lnTo>
                  <a:lnTo>
                    <a:pt x="2026022" y="1561"/>
                  </a:lnTo>
                  <a:lnTo>
                    <a:pt x="2035751" y="1159"/>
                  </a:lnTo>
                  <a:lnTo>
                    <a:pt x="2045495" y="815"/>
                  </a:lnTo>
                  <a:lnTo>
                    <a:pt x="2055239" y="529"/>
                  </a:lnTo>
                  <a:lnTo>
                    <a:pt x="2064983" y="302"/>
                  </a:lnTo>
                  <a:lnTo>
                    <a:pt x="2074712" y="138"/>
                  </a:lnTo>
                  <a:lnTo>
                    <a:pt x="2084456" y="37"/>
                  </a:lnTo>
                  <a:lnTo>
                    <a:pt x="2094200" y="0"/>
                  </a:lnTo>
                  <a:lnTo>
                    <a:pt x="2103944" y="28"/>
                  </a:lnTo>
                  <a:lnTo>
                    <a:pt x="2113673" y="122"/>
                  </a:lnTo>
                  <a:lnTo>
                    <a:pt x="2123417" y="285"/>
                  </a:lnTo>
                  <a:lnTo>
                    <a:pt x="2133161" y="515"/>
                  </a:lnTo>
                  <a:lnTo>
                    <a:pt x="2142905" y="815"/>
                  </a:lnTo>
                  <a:lnTo>
                    <a:pt x="2152649" y="1184"/>
                  </a:lnTo>
                  <a:lnTo>
                    <a:pt x="2162377" y="1627"/>
                  </a:lnTo>
                  <a:lnTo>
                    <a:pt x="2172121" y="2139"/>
                  </a:lnTo>
                  <a:lnTo>
                    <a:pt x="2181865" y="2726"/>
                  </a:lnTo>
                  <a:lnTo>
                    <a:pt x="2191609" y="3386"/>
                  </a:lnTo>
                  <a:lnTo>
                    <a:pt x="2201338" y="4119"/>
                  </a:lnTo>
                  <a:lnTo>
                    <a:pt x="2211082" y="4927"/>
                  </a:lnTo>
                  <a:lnTo>
                    <a:pt x="2220826" y="5811"/>
                  </a:lnTo>
                  <a:lnTo>
                    <a:pt x="2230570" y="6769"/>
                  </a:lnTo>
                  <a:lnTo>
                    <a:pt x="2240299" y="7801"/>
                  </a:lnTo>
                  <a:lnTo>
                    <a:pt x="2250043" y="8910"/>
                  </a:lnTo>
                  <a:lnTo>
                    <a:pt x="2259787" y="10093"/>
                  </a:lnTo>
                  <a:lnTo>
                    <a:pt x="2269531" y="11351"/>
                  </a:lnTo>
                  <a:lnTo>
                    <a:pt x="2279260" y="12684"/>
                  </a:lnTo>
                  <a:lnTo>
                    <a:pt x="2289004" y="14091"/>
                  </a:lnTo>
                  <a:lnTo>
                    <a:pt x="2298748" y="15574"/>
                  </a:lnTo>
                  <a:lnTo>
                    <a:pt x="2308492" y="17128"/>
                  </a:lnTo>
                  <a:lnTo>
                    <a:pt x="2318236" y="18755"/>
                  </a:lnTo>
                  <a:lnTo>
                    <a:pt x="2327965" y="20453"/>
                  </a:lnTo>
                  <a:lnTo>
                    <a:pt x="2337709" y="22222"/>
                  </a:lnTo>
                  <a:lnTo>
                    <a:pt x="2347453" y="24059"/>
                  </a:lnTo>
                  <a:lnTo>
                    <a:pt x="2357197" y="25963"/>
                  </a:lnTo>
                  <a:lnTo>
                    <a:pt x="2366926" y="27933"/>
                  </a:lnTo>
                  <a:lnTo>
                    <a:pt x="2376670" y="29966"/>
                  </a:lnTo>
                  <a:lnTo>
                    <a:pt x="2386413" y="32063"/>
                  </a:lnTo>
                  <a:lnTo>
                    <a:pt x="2396157" y="34217"/>
                  </a:lnTo>
                  <a:lnTo>
                    <a:pt x="2405886" y="36429"/>
                  </a:lnTo>
                  <a:lnTo>
                    <a:pt x="2415630" y="38697"/>
                  </a:lnTo>
                  <a:lnTo>
                    <a:pt x="2425374" y="41014"/>
                  </a:lnTo>
                  <a:lnTo>
                    <a:pt x="2435118" y="43381"/>
                  </a:lnTo>
                  <a:lnTo>
                    <a:pt x="2444862" y="45793"/>
                  </a:lnTo>
                  <a:lnTo>
                    <a:pt x="2454591" y="48247"/>
                  </a:lnTo>
                  <a:lnTo>
                    <a:pt x="2464335" y="50738"/>
                  </a:lnTo>
                  <a:lnTo>
                    <a:pt x="2474079" y="53265"/>
                  </a:lnTo>
                  <a:lnTo>
                    <a:pt x="2483823" y="55822"/>
                  </a:lnTo>
                  <a:lnTo>
                    <a:pt x="2493552" y="58404"/>
                  </a:lnTo>
                  <a:lnTo>
                    <a:pt x="2503296" y="61008"/>
                  </a:lnTo>
                  <a:lnTo>
                    <a:pt x="2513040" y="63629"/>
                  </a:lnTo>
                  <a:lnTo>
                    <a:pt x="2522784" y="66262"/>
                  </a:lnTo>
                  <a:lnTo>
                    <a:pt x="2532513" y="68902"/>
                  </a:lnTo>
                  <a:lnTo>
                    <a:pt x="2542257" y="71542"/>
                  </a:lnTo>
                  <a:lnTo>
                    <a:pt x="2552001" y="74181"/>
                  </a:lnTo>
                  <a:lnTo>
                    <a:pt x="2561745" y="76807"/>
                  </a:lnTo>
                  <a:lnTo>
                    <a:pt x="2571474" y="79420"/>
                  </a:lnTo>
                  <a:lnTo>
                    <a:pt x="2581218" y="82011"/>
                  </a:lnTo>
                  <a:lnTo>
                    <a:pt x="2590962" y="84576"/>
                  </a:lnTo>
                  <a:lnTo>
                    <a:pt x="2600705" y="87107"/>
                  </a:lnTo>
                  <a:lnTo>
                    <a:pt x="2610449" y="89598"/>
                  </a:lnTo>
                  <a:lnTo>
                    <a:pt x="2620178" y="92043"/>
                  </a:lnTo>
                  <a:lnTo>
                    <a:pt x="2629922" y="94434"/>
                  </a:lnTo>
                  <a:lnTo>
                    <a:pt x="2639666" y="96767"/>
                  </a:lnTo>
                  <a:lnTo>
                    <a:pt x="2649410" y="99035"/>
                  </a:lnTo>
                  <a:lnTo>
                    <a:pt x="2659139" y="101228"/>
                  </a:lnTo>
                  <a:lnTo>
                    <a:pt x="2668883" y="103342"/>
                  </a:lnTo>
                  <a:lnTo>
                    <a:pt x="2678627" y="105370"/>
                  </a:lnTo>
                  <a:lnTo>
                    <a:pt x="2688371" y="107305"/>
                  </a:lnTo>
                  <a:lnTo>
                    <a:pt x="2698100" y="109139"/>
                  </a:lnTo>
                  <a:lnTo>
                    <a:pt x="2707844" y="110868"/>
                  </a:lnTo>
                  <a:lnTo>
                    <a:pt x="2717588" y="112481"/>
                  </a:lnTo>
                  <a:lnTo>
                    <a:pt x="2727332" y="113974"/>
                  </a:lnTo>
                  <a:lnTo>
                    <a:pt x="2737076" y="115342"/>
                  </a:lnTo>
                  <a:lnTo>
                    <a:pt x="2746805" y="116574"/>
                  </a:lnTo>
                  <a:lnTo>
                    <a:pt x="2756549" y="117666"/>
                  </a:lnTo>
                  <a:lnTo>
                    <a:pt x="2766293" y="118612"/>
                  </a:lnTo>
                  <a:lnTo>
                    <a:pt x="2776037" y="119406"/>
                  </a:lnTo>
                  <a:lnTo>
                    <a:pt x="2785766" y="120041"/>
                  </a:lnTo>
                  <a:lnTo>
                    <a:pt x="2795510" y="120512"/>
                  </a:lnTo>
                  <a:lnTo>
                    <a:pt x="2805254" y="120813"/>
                  </a:lnTo>
                  <a:lnTo>
                    <a:pt x="2814998" y="120938"/>
                  </a:lnTo>
                  <a:lnTo>
                    <a:pt x="2824727" y="120883"/>
                  </a:lnTo>
                  <a:lnTo>
                    <a:pt x="2834471" y="120643"/>
                  </a:lnTo>
                  <a:lnTo>
                    <a:pt x="2844215" y="120212"/>
                  </a:lnTo>
                  <a:lnTo>
                    <a:pt x="2853958" y="119588"/>
                  </a:lnTo>
                  <a:lnTo>
                    <a:pt x="2863687" y="118766"/>
                  </a:lnTo>
                  <a:lnTo>
                    <a:pt x="2873431" y="117742"/>
                  </a:lnTo>
                  <a:lnTo>
                    <a:pt x="2883175" y="116513"/>
                  </a:lnTo>
                  <a:lnTo>
                    <a:pt x="2892919" y="115077"/>
                  </a:lnTo>
                  <a:lnTo>
                    <a:pt x="2902663" y="113430"/>
                  </a:lnTo>
                  <a:lnTo>
                    <a:pt x="2912392" y="11157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2" name="Freeform 711">
              <a:extLst>
                <a:ext uri="{FF2B5EF4-FFF2-40B4-BE49-F238E27FC236}">
                  <a16:creationId xmlns:a16="http://schemas.microsoft.com/office/drawing/2014/main" id="{5065C608-6CDB-6F42-3689-F0D876E50138}"/>
                </a:ext>
              </a:extLst>
            </p:cNvPr>
            <p:cNvSpPr/>
            <p:nvPr/>
          </p:nvSpPr>
          <p:spPr>
            <a:xfrm>
              <a:off x="576446" y="3078938"/>
              <a:ext cx="2912392" cy="605920"/>
            </a:xfrm>
            <a:custGeom>
              <a:avLst/>
              <a:gdLst>
                <a:gd name="connsiteX0" fmla="*/ 0 w 2912392"/>
                <a:gd name="connsiteY0" fmla="*/ 108558 h 605920"/>
                <a:gd name="connsiteX1" fmla="*/ 9739 w 2912392"/>
                <a:gd name="connsiteY1" fmla="*/ 107814 h 605920"/>
                <a:gd name="connsiteX2" fmla="*/ 19480 w 2912392"/>
                <a:gd name="connsiteY2" fmla="*/ 107052 h 605920"/>
                <a:gd name="connsiteX3" fmla="*/ 29221 w 2912392"/>
                <a:gd name="connsiteY3" fmla="*/ 106270 h 605920"/>
                <a:gd name="connsiteX4" fmla="*/ 38961 w 2912392"/>
                <a:gd name="connsiteY4" fmla="*/ 105461 h 605920"/>
                <a:gd name="connsiteX5" fmla="*/ 48702 w 2912392"/>
                <a:gd name="connsiteY5" fmla="*/ 104616 h 605920"/>
                <a:gd name="connsiteX6" fmla="*/ 58443 w 2912392"/>
                <a:gd name="connsiteY6" fmla="*/ 103731 h 605920"/>
                <a:gd name="connsiteX7" fmla="*/ 68182 w 2912392"/>
                <a:gd name="connsiteY7" fmla="*/ 102800 h 605920"/>
                <a:gd name="connsiteX8" fmla="*/ 77923 w 2912392"/>
                <a:gd name="connsiteY8" fmla="*/ 101818 h 605920"/>
                <a:gd name="connsiteX9" fmla="*/ 87664 w 2912392"/>
                <a:gd name="connsiteY9" fmla="*/ 100780 h 605920"/>
                <a:gd name="connsiteX10" fmla="*/ 97404 w 2912392"/>
                <a:gd name="connsiteY10" fmla="*/ 99683 h 605920"/>
                <a:gd name="connsiteX11" fmla="*/ 107145 w 2912392"/>
                <a:gd name="connsiteY11" fmla="*/ 98520 h 605920"/>
                <a:gd name="connsiteX12" fmla="*/ 116886 w 2912392"/>
                <a:gd name="connsiteY12" fmla="*/ 97290 h 605920"/>
                <a:gd name="connsiteX13" fmla="*/ 126625 w 2912392"/>
                <a:gd name="connsiteY13" fmla="*/ 95990 h 605920"/>
                <a:gd name="connsiteX14" fmla="*/ 136366 w 2912392"/>
                <a:gd name="connsiteY14" fmla="*/ 94616 h 605920"/>
                <a:gd name="connsiteX15" fmla="*/ 146107 w 2912392"/>
                <a:gd name="connsiteY15" fmla="*/ 93168 h 605920"/>
                <a:gd name="connsiteX16" fmla="*/ 155846 w 2912392"/>
                <a:gd name="connsiteY16" fmla="*/ 91642 h 605920"/>
                <a:gd name="connsiteX17" fmla="*/ 165587 w 2912392"/>
                <a:gd name="connsiteY17" fmla="*/ 90038 h 605920"/>
                <a:gd name="connsiteX18" fmla="*/ 175328 w 2912392"/>
                <a:gd name="connsiteY18" fmla="*/ 88355 h 605920"/>
                <a:gd name="connsiteX19" fmla="*/ 185068 w 2912392"/>
                <a:gd name="connsiteY19" fmla="*/ 86593 h 605920"/>
                <a:gd name="connsiteX20" fmla="*/ 194809 w 2912392"/>
                <a:gd name="connsiteY20" fmla="*/ 84753 h 605920"/>
                <a:gd name="connsiteX21" fmla="*/ 204550 w 2912392"/>
                <a:gd name="connsiteY21" fmla="*/ 82835 h 605920"/>
                <a:gd name="connsiteX22" fmla="*/ 214289 w 2912392"/>
                <a:gd name="connsiteY22" fmla="*/ 80842 h 605920"/>
                <a:gd name="connsiteX23" fmla="*/ 224030 w 2912392"/>
                <a:gd name="connsiteY23" fmla="*/ 78772 h 605920"/>
                <a:gd name="connsiteX24" fmla="*/ 233771 w 2912392"/>
                <a:gd name="connsiteY24" fmla="*/ 76631 h 605920"/>
                <a:gd name="connsiteX25" fmla="*/ 243510 w 2912392"/>
                <a:gd name="connsiteY25" fmla="*/ 74420 h 605920"/>
                <a:gd name="connsiteX26" fmla="*/ 253251 w 2912392"/>
                <a:gd name="connsiteY26" fmla="*/ 72142 h 605920"/>
                <a:gd name="connsiteX27" fmla="*/ 262992 w 2912392"/>
                <a:gd name="connsiteY27" fmla="*/ 69802 h 605920"/>
                <a:gd name="connsiteX28" fmla="*/ 272732 w 2912392"/>
                <a:gd name="connsiteY28" fmla="*/ 67402 h 605920"/>
                <a:gd name="connsiteX29" fmla="*/ 282473 w 2912392"/>
                <a:gd name="connsiteY29" fmla="*/ 64948 h 605920"/>
                <a:gd name="connsiteX30" fmla="*/ 292214 w 2912392"/>
                <a:gd name="connsiteY30" fmla="*/ 62443 h 605920"/>
                <a:gd name="connsiteX31" fmla="*/ 301953 w 2912392"/>
                <a:gd name="connsiteY31" fmla="*/ 59895 h 605920"/>
                <a:gd name="connsiteX32" fmla="*/ 311694 w 2912392"/>
                <a:gd name="connsiteY32" fmla="*/ 57307 h 605920"/>
                <a:gd name="connsiteX33" fmla="*/ 321435 w 2912392"/>
                <a:gd name="connsiteY33" fmla="*/ 54688 h 605920"/>
                <a:gd name="connsiteX34" fmla="*/ 331175 w 2912392"/>
                <a:gd name="connsiteY34" fmla="*/ 52041 h 605920"/>
                <a:gd name="connsiteX35" fmla="*/ 340916 w 2912392"/>
                <a:gd name="connsiteY35" fmla="*/ 49374 h 605920"/>
                <a:gd name="connsiteX36" fmla="*/ 350656 w 2912392"/>
                <a:gd name="connsiteY36" fmla="*/ 46695 h 605920"/>
                <a:gd name="connsiteX37" fmla="*/ 360396 w 2912392"/>
                <a:gd name="connsiteY37" fmla="*/ 44010 h 605920"/>
                <a:gd name="connsiteX38" fmla="*/ 370137 w 2912392"/>
                <a:gd name="connsiteY38" fmla="*/ 41327 h 605920"/>
                <a:gd name="connsiteX39" fmla="*/ 379878 w 2912392"/>
                <a:gd name="connsiteY39" fmla="*/ 38654 h 605920"/>
                <a:gd name="connsiteX40" fmla="*/ 389617 w 2912392"/>
                <a:gd name="connsiteY40" fmla="*/ 35999 h 605920"/>
                <a:gd name="connsiteX41" fmla="*/ 399358 w 2912392"/>
                <a:gd name="connsiteY41" fmla="*/ 33369 h 605920"/>
                <a:gd name="connsiteX42" fmla="*/ 409099 w 2912392"/>
                <a:gd name="connsiteY42" fmla="*/ 30774 h 605920"/>
                <a:gd name="connsiteX43" fmla="*/ 418839 w 2912392"/>
                <a:gd name="connsiteY43" fmla="*/ 28223 h 605920"/>
                <a:gd name="connsiteX44" fmla="*/ 428580 w 2912392"/>
                <a:gd name="connsiteY44" fmla="*/ 25723 h 605920"/>
                <a:gd name="connsiteX45" fmla="*/ 438321 w 2912392"/>
                <a:gd name="connsiteY45" fmla="*/ 23286 h 605920"/>
                <a:gd name="connsiteX46" fmla="*/ 448060 w 2912392"/>
                <a:gd name="connsiteY46" fmla="*/ 20917 h 605920"/>
                <a:gd name="connsiteX47" fmla="*/ 457801 w 2912392"/>
                <a:gd name="connsiteY47" fmla="*/ 18627 h 605920"/>
                <a:gd name="connsiteX48" fmla="*/ 467542 w 2912392"/>
                <a:gd name="connsiteY48" fmla="*/ 16426 h 605920"/>
                <a:gd name="connsiteX49" fmla="*/ 477281 w 2912392"/>
                <a:gd name="connsiteY49" fmla="*/ 14322 h 605920"/>
                <a:gd name="connsiteX50" fmla="*/ 487022 w 2912392"/>
                <a:gd name="connsiteY50" fmla="*/ 12326 h 605920"/>
                <a:gd name="connsiteX51" fmla="*/ 496763 w 2912392"/>
                <a:gd name="connsiteY51" fmla="*/ 10446 h 605920"/>
                <a:gd name="connsiteX52" fmla="*/ 506503 w 2912392"/>
                <a:gd name="connsiteY52" fmla="*/ 8691 h 605920"/>
                <a:gd name="connsiteX53" fmla="*/ 516244 w 2912392"/>
                <a:gd name="connsiteY53" fmla="*/ 7070 h 605920"/>
                <a:gd name="connsiteX54" fmla="*/ 525985 w 2912392"/>
                <a:gd name="connsiteY54" fmla="*/ 5593 h 605920"/>
                <a:gd name="connsiteX55" fmla="*/ 535724 w 2912392"/>
                <a:gd name="connsiteY55" fmla="*/ 4269 h 605920"/>
                <a:gd name="connsiteX56" fmla="*/ 545465 w 2912392"/>
                <a:gd name="connsiteY56" fmla="*/ 3106 h 605920"/>
                <a:gd name="connsiteX57" fmla="*/ 555206 w 2912392"/>
                <a:gd name="connsiteY57" fmla="*/ 2114 h 605920"/>
                <a:gd name="connsiteX58" fmla="*/ 564946 w 2912392"/>
                <a:gd name="connsiteY58" fmla="*/ 1301 h 605920"/>
                <a:gd name="connsiteX59" fmla="*/ 574687 w 2912392"/>
                <a:gd name="connsiteY59" fmla="*/ 675 h 605920"/>
                <a:gd name="connsiteX60" fmla="*/ 584428 w 2912392"/>
                <a:gd name="connsiteY60" fmla="*/ 244 h 605920"/>
                <a:gd name="connsiteX61" fmla="*/ 594167 w 2912392"/>
                <a:gd name="connsiteY61" fmla="*/ 16 h 605920"/>
                <a:gd name="connsiteX62" fmla="*/ 603908 w 2912392"/>
                <a:gd name="connsiteY62" fmla="*/ 0 h 605920"/>
                <a:gd name="connsiteX63" fmla="*/ 613649 w 2912392"/>
                <a:gd name="connsiteY63" fmla="*/ 203 h 605920"/>
                <a:gd name="connsiteX64" fmla="*/ 623388 w 2912392"/>
                <a:gd name="connsiteY64" fmla="*/ 630 h 605920"/>
                <a:gd name="connsiteX65" fmla="*/ 633129 w 2912392"/>
                <a:gd name="connsiteY65" fmla="*/ 1290 h 605920"/>
                <a:gd name="connsiteX66" fmla="*/ 642870 w 2912392"/>
                <a:gd name="connsiteY66" fmla="*/ 2189 h 605920"/>
                <a:gd name="connsiteX67" fmla="*/ 652610 w 2912392"/>
                <a:gd name="connsiteY67" fmla="*/ 3331 h 605920"/>
                <a:gd name="connsiteX68" fmla="*/ 662351 w 2912392"/>
                <a:gd name="connsiteY68" fmla="*/ 4726 h 605920"/>
                <a:gd name="connsiteX69" fmla="*/ 672092 w 2912392"/>
                <a:gd name="connsiteY69" fmla="*/ 6374 h 605920"/>
                <a:gd name="connsiteX70" fmla="*/ 681831 w 2912392"/>
                <a:gd name="connsiteY70" fmla="*/ 8282 h 605920"/>
                <a:gd name="connsiteX71" fmla="*/ 691572 w 2912392"/>
                <a:gd name="connsiteY71" fmla="*/ 10455 h 605920"/>
                <a:gd name="connsiteX72" fmla="*/ 701313 w 2912392"/>
                <a:gd name="connsiteY72" fmla="*/ 12895 h 605920"/>
                <a:gd name="connsiteX73" fmla="*/ 711052 w 2912392"/>
                <a:gd name="connsiteY73" fmla="*/ 15607 h 605920"/>
                <a:gd name="connsiteX74" fmla="*/ 720793 w 2912392"/>
                <a:gd name="connsiteY74" fmla="*/ 18592 h 605920"/>
                <a:gd name="connsiteX75" fmla="*/ 730534 w 2912392"/>
                <a:gd name="connsiteY75" fmla="*/ 21854 h 605920"/>
                <a:gd name="connsiteX76" fmla="*/ 740274 w 2912392"/>
                <a:gd name="connsiteY76" fmla="*/ 25392 h 605920"/>
                <a:gd name="connsiteX77" fmla="*/ 750015 w 2912392"/>
                <a:gd name="connsiteY77" fmla="*/ 29209 h 605920"/>
                <a:gd name="connsiteX78" fmla="*/ 759756 w 2912392"/>
                <a:gd name="connsiteY78" fmla="*/ 33305 h 605920"/>
                <a:gd name="connsiteX79" fmla="*/ 769495 w 2912392"/>
                <a:gd name="connsiteY79" fmla="*/ 37681 h 605920"/>
                <a:gd name="connsiteX80" fmla="*/ 779236 w 2912392"/>
                <a:gd name="connsiteY80" fmla="*/ 42334 h 605920"/>
                <a:gd name="connsiteX81" fmla="*/ 788977 w 2912392"/>
                <a:gd name="connsiteY81" fmla="*/ 47264 h 605920"/>
                <a:gd name="connsiteX82" fmla="*/ 798717 w 2912392"/>
                <a:gd name="connsiteY82" fmla="*/ 52468 h 605920"/>
                <a:gd name="connsiteX83" fmla="*/ 808458 w 2912392"/>
                <a:gd name="connsiteY83" fmla="*/ 57944 h 605920"/>
                <a:gd name="connsiteX84" fmla="*/ 818199 w 2912392"/>
                <a:gd name="connsiteY84" fmla="*/ 63689 h 605920"/>
                <a:gd name="connsiteX85" fmla="*/ 827938 w 2912392"/>
                <a:gd name="connsiteY85" fmla="*/ 69697 h 605920"/>
                <a:gd name="connsiteX86" fmla="*/ 837679 w 2912392"/>
                <a:gd name="connsiteY86" fmla="*/ 75965 h 605920"/>
                <a:gd name="connsiteX87" fmla="*/ 847420 w 2912392"/>
                <a:gd name="connsiteY87" fmla="*/ 82490 h 605920"/>
                <a:gd name="connsiteX88" fmla="*/ 857159 w 2912392"/>
                <a:gd name="connsiteY88" fmla="*/ 89261 h 605920"/>
                <a:gd name="connsiteX89" fmla="*/ 866900 w 2912392"/>
                <a:gd name="connsiteY89" fmla="*/ 96276 h 605920"/>
                <a:gd name="connsiteX90" fmla="*/ 876641 w 2912392"/>
                <a:gd name="connsiteY90" fmla="*/ 103524 h 605920"/>
                <a:gd name="connsiteX91" fmla="*/ 886381 w 2912392"/>
                <a:gd name="connsiteY91" fmla="*/ 110999 h 605920"/>
                <a:gd name="connsiteX92" fmla="*/ 896122 w 2912392"/>
                <a:gd name="connsiteY92" fmla="*/ 118693 h 605920"/>
                <a:gd name="connsiteX93" fmla="*/ 905863 w 2912392"/>
                <a:gd name="connsiteY93" fmla="*/ 126597 h 605920"/>
                <a:gd name="connsiteX94" fmla="*/ 915602 w 2912392"/>
                <a:gd name="connsiteY94" fmla="*/ 134700 h 605920"/>
                <a:gd name="connsiteX95" fmla="*/ 925343 w 2912392"/>
                <a:gd name="connsiteY95" fmla="*/ 142993 h 605920"/>
                <a:gd name="connsiteX96" fmla="*/ 935084 w 2912392"/>
                <a:gd name="connsiteY96" fmla="*/ 151463 h 605920"/>
                <a:gd name="connsiteX97" fmla="*/ 944824 w 2912392"/>
                <a:gd name="connsiteY97" fmla="*/ 160101 h 605920"/>
                <a:gd name="connsiteX98" fmla="*/ 954564 w 2912392"/>
                <a:gd name="connsiteY98" fmla="*/ 168896 h 605920"/>
                <a:gd name="connsiteX99" fmla="*/ 964305 w 2912392"/>
                <a:gd name="connsiteY99" fmla="*/ 177833 h 605920"/>
                <a:gd name="connsiteX100" fmla="*/ 974045 w 2912392"/>
                <a:gd name="connsiteY100" fmla="*/ 186900 h 605920"/>
                <a:gd name="connsiteX101" fmla="*/ 983786 w 2912392"/>
                <a:gd name="connsiteY101" fmla="*/ 196084 h 605920"/>
                <a:gd name="connsiteX102" fmla="*/ 993522 w 2912392"/>
                <a:gd name="connsiteY102" fmla="*/ 205372 h 605920"/>
                <a:gd name="connsiteX103" fmla="*/ 1003266 w 2912392"/>
                <a:gd name="connsiteY103" fmla="*/ 214749 h 605920"/>
                <a:gd name="connsiteX104" fmla="*/ 1013010 w 2912392"/>
                <a:gd name="connsiteY104" fmla="*/ 224201 h 605920"/>
                <a:gd name="connsiteX105" fmla="*/ 1022754 w 2912392"/>
                <a:gd name="connsiteY105" fmla="*/ 233713 h 605920"/>
                <a:gd name="connsiteX106" fmla="*/ 1032483 w 2912392"/>
                <a:gd name="connsiteY106" fmla="*/ 243271 h 605920"/>
                <a:gd name="connsiteX107" fmla="*/ 1042227 w 2912392"/>
                <a:gd name="connsiteY107" fmla="*/ 252858 h 605920"/>
                <a:gd name="connsiteX108" fmla="*/ 1051971 w 2912392"/>
                <a:gd name="connsiteY108" fmla="*/ 262460 h 605920"/>
                <a:gd name="connsiteX109" fmla="*/ 1061715 w 2912392"/>
                <a:gd name="connsiteY109" fmla="*/ 272063 h 605920"/>
                <a:gd name="connsiteX110" fmla="*/ 1071444 w 2912392"/>
                <a:gd name="connsiteY110" fmla="*/ 281647 h 605920"/>
                <a:gd name="connsiteX111" fmla="*/ 1081188 w 2912392"/>
                <a:gd name="connsiteY111" fmla="*/ 291202 h 605920"/>
                <a:gd name="connsiteX112" fmla="*/ 1090932 w 2912392"/>
                <a:gd name="connsiteY112" fmla="*/ 300708 h 605920"/>
                <a:gd name="connsiteX113" fmla="*/ 1100676 w 2912392"/>
                <a:gd name="connsiteY113" fmla="*/ 310149 h 605920"/>
                <a:gd name="connsiteX114" fmla="*/ 1110405 w 2912392"/>
                <a:gd name="connsiteY114" fmla="*/ 319512 h 605920"/>
                <a:gd name="connsiteX115" fmla="*/ 1120149 w 2912392"/>
                <a:gd name="connsiteY115" fmla="*/ 328780 h 605920"/>
                <a:gd name="connsiteX116" fmla="*/ 1129893 w 2912392"/>
                <a:gd name="connsiteY116" fmla="*/ 337939 h 605920"/>
                <a:gd name="connsiteX117" fmla="*/ 1139637 w 2912392"/>
                <a:gd name="connsiteY117" fmla="*/ 346972 h 605920"/>
                <a:gd name="connsiteX118" fmla="*/ 1149381 w 2912392"/>
                <a:gd name="connsiteY118" fmla="*/ 355865 h 605920"/>
                <a:gd name="connsiteX119" fmla="*/ 1159110 w 2912392"/>
                <a:gd name="connsiteY119" fmla="*/ 364603 h 605920"/>
                <a:gd name="connsiteX120" fmla="*/ 1168854 w 2912392"/>
                <a:gd name="connsiteY120" fmla="*/ 373173 h 605920"/>
                <a:gd name="connsiteX121" fmla="*/ 1178598 w 2912392"/>
                <a:gd name="connsiteY121" fmla="*/ 381558 h 605920"/>
                <a:gd name="connsiteX122" fmla="*/ 1188341 w 2912392"/>
                <a:gd name="connsiteY122" fmla="*/ 389747 h 605920"/>
                <a:gd name="connsiteX123" fmla="*/ 1198070 w 2912392"/>
                <a:gd name="connsiteY123" fmla="*/ 397727 h 605920"/>
                <a:gd name="connsiteX124" fmla="*/ 1207814 w 2912392"/>
                <a:gd name="connsiteY124" fmla="*/ 405483 h 605920"/>
                <a:gd name="connsiteX125" fmla="*/ 1217558 w 2912392"/>
                <a:gd name="connsiteY125" fmla="*/ 413006 h 605920"/>
                <a:gd name="connsiteX126" fmla="*/ 1227302 w 2912392"/>
                <a:gd name="connsiteY126" fmla="*/ 420281 h 605920"/>
                <a:gd name="connsiteX127" fmla="*/ 1237031 w 2912392"/>
                <a:gd name="connsiteY127" fmla="*/ 427300 h 605920"/>
                <a:gd name="connsiteX128" fmla="*/ 1246775 w 2912392"/>
                <a:gd name="connsiteY128" fmla="*/ 434051 h 605920"/>
                <a:gd name="connsiteX129" fmla="*/ 1256519 w 2912392"/>
                <a:gd name="connsiteY129" fmla="*/ 440524 h 605920"/>
                <a:gd name="connsiteX130" fmla="*/ 1266263 w 2912392"/>
                <a:gd name="connsiteY130" fmla="*/ 446712 h 605920"/>
                <a:gd name="connsiteX131" fmla="*/ 1276007 w 2912392"/>
                <a:gd name="connsiteY131" fmla="*/ 452604 h 605920"/>
                <a:gd name="connsiteX132" fmla="*/ 1285736 w 2912392"/>
                <a:gd name="connsiteY132" fmla="*/ 458194 h 605920"/>
                <a:gd name="connsiteX133" fmla="*/ 1295480 w 2912392"/>
                <a:gd name="connsiteY133" fmla="*/ 463476 h 605920"/>
                <a:gd name="connsiteX134" fmla="*/ 1305224 w 2912392"/>
                <a:gd name="connsiteY134" fmla="*/ 468443 h 605920"/>
                <a:gd name="connsiteX135" fmla="*/ 1314968 w 2912392"/>
                <a:gd name="connsiteY135" fmla="*/ 473090 h 605920"/>
                <a:gd name="connsiteX136" fmla="*/ 1324697 w 2912392"/>
                <a:gd name="connsiteY136" fmla="*/ 477411 h 605920"/>
                <a:gd name="connsiteX137" fmla="*/ 1334441 w 2912392"/>
                <a:gd name="connsiteY137" fmla="*/ 481405 h 605920"/>
                <a:gd name="connsiteX138" fmla="*/ 1344185 w 2912392"/>
                <a:gd name="connsiteY138" fmla="*/ 485068 h 605920"/>
                <a:gd name="connsiteX139" fmla="*/ 1353929 w 2912392"/>
                <a:gd name="connsiteY139" fmla="*/ 488398 h 605920"/>
                <a:gd name="connsiteX140" fmla="*/ 1363658 w 2912392"/>
                <a:gd name="connsiteY140" fmla="*/ 491392 h 605920"/>
                <a:gd name="connsiteX141" fmla="*/ 1373402 w 2912392"/>
                <a:gd name="connsiteY141" fmla="*/ 494053 h 605920"/>
                <a:gd name="connsiteX142" fmla="*/ 1383146 w 2912392"/>
                <a:gd name="connsiteY142" fmla="*/ 496382 h 605920"/>
                <a:gd name="connsiteX143" fmla="*/ 1392890 w 2912392"/>
                <a:gd name="connsiteY143" fmla="*/ 498377 h 605920"/>
                <a:gd name="connsiteX144" fmla="*/ 1402619 w 2912392"/>
                <a:gd name="connsiteY144" fmla="*/ 500041 h 605920"/>
                <a:gd name="connsiteX145" fmla="*/ 1412363 w 2912392"/>
                <a:gd name="connsiteY145" fmla="*/ 501381 h 605920"/>
                <a:gd name="connsiteX146" fmla="*/ 1422106 w 2912392"/>
                <a:gd name="connsiteY146" fmla="*/ 502395 h 605920"/>
                <a:gd name="connsiteX147" fmla="*/ 1431850 w 2912392"/>
                <a:gd name="connsiteY147" fmla="*/ 503092 h 605920"/>
                <a:gd name="connsiteX148" fmla="*/ 1441594 w 2912392"/>
                <a:gd name="connsiteY148" fmla="*/ 503477 h 605920"/>
                <a:gd name="connsiteX149" fmla="*/ 1451323 w 2912392"/>
                <a:gd name="connsiteY149" fmla="*/ 503554 h 605920"/>
                <a:gd name="connsiteX150" fmla="*/ 1461067 w 2912392"/>
                <a:gd name="connsiteY150" fmla="*/ 503332 h 605920"/>
                <a:gd name="connsiteX151" fmla="*/ 1470811 w 2912392"/>
                <a:gd name="connsiteY151" fmla="*/ 502818 h 605920"/>
                <a:gd name="connsiteX152" fmla="*/ 1480555 w 2912392"/>
                <a:gd name="connsiteY152" fmla="*/ 502020 h 605920"/>
                <a:gd name="connsiteX153" fmla="*/ 1490284 w 2912392"/>
                <a:gd name="connsiteY153" fmla="*/ 500947 h 605920"/>
                <a:gd name="connsiteX154" fmla="*/ 1500028 w 2912392"/>
                <a:gd name="connsiteY154" fmla="*/ 499611 h 605920"/>
                <a:gd name="connsiteX155" fmla="*/ 1509772 w 2912392"/>
                <a:gd name="connsiteY155" fmla="*/ 498018 h 605920"/>
                <a:gd name="connsiteX156" fmla="*/ 1519516 w 2912392"/>
                <a:gd name="connsiteY156" fmla="*/ 496182 h 605920"/>
                <a:gd name="connsiteX157" fmla="*/ 1529245 w 2912392"/>
                <a:gd name="connsiteY157" fmla="*/ 494114 h 605920"/>
                <a:gd name="connsiteX158" fmla="*/ 1538989 w 2912392"/>
                <a:gd name="connsiteY158" fmla="*/ 491824 h 605920"/>
                <a:gd name="connsiteX159" fmla="*/ 1548733 w 2912392"/>
                <a:gd name="connsiteY159" fmla="*/ 489327 h 605920"/>
                <a:gd name="connsiteX160" fmla="*/ 1558477 w 2912392"/>
                <a:gd name="connsiteY160" fmla="*/ 486633 h 605920"/>
                <a:gd name="connsiteX161" fmla="*/ 1568221 w 2912392"/>
                <a:gd name="connsiteY161" fmla="*/ 483758 h 605920"/>
                <a:gd name="connsiteX162" fmla="*/ 1577950 w 2912392"/>
                <a:gd name="connsiteY162" fmla="*/ 480713 h 605920"/>
                <a:gd name="connsiteX163" fmla="*/ 1587694 w 2912392"/>
                <a:gd name="connsiteY163" fmla="*/ 477511 h 605920"/>
                <a:gd name="connsiteX164" fmla="*/ 1597438 w 2912392"/>
                <a:gd name="connsiteY164" fmla="*/ 474169 h 605920"/>
                <a:gd name="connsiteX165" fmla="*/ 1607182 w 2912392"/>
                <a:gd name="connsiteY165" fmla="*/ 470699 h 605920"/>
                <a:gd name="connsiteX166" fmla="*/ 1616911 w 2912392"/>
                <a:gd name="connsiteY166" fmla="*/ 467116 h 605920"/>
                <a:gd name="connsiteX167" fmla="*/ 1626655 w 2912392"/>
                <a:gd name="connsiteY167" fmla="*/ 463433 h 605920"/>
                <a:gd name="connsiteX168" fmla="*/ 1636399 w 2912392"/>
                <a:gd name="connsiteY168" fmla="*/ 459668 h 605920"/>
                <a:gd name="connsiteX169" fmla="*/ 1646142 w 2912392"/>
                <a:gd name="connsiteY169" fmla="*/ 455831 h 605920"/>
                <a:gd name="connsiteX170" fmla="*/ 1655872 w 2912392"/>
                <a:gd name="connsiteY170" fmla="*/ 451940 h 605920"/>
                <a:gd name="connsiteX171" fmla="*/ 1665616 w 2912392"/>
                <a:gd name="connsiteY171" fmla="*/ 448008 h 605920"/>
                <a:gd name="connsiteX172" fmla="*/ 1675359 w 2912392"/>
                <a:gd name="connsiteY172" fmla="*/ 444049 h 605920"/>
                <a:gd name="connsiteX173" fmla="*/ 1685103 w 2912392"/>
                <a:gd name="connsiteY173" fmla="*/ 440077 h 605920"/>
                <a:gd name="connsiteX174" fmla="*/ 1694832 w 2912392"/>
                <a:gd name="connsiteY174" fmla="*/ 436108 h 605920"/>
                <a:gd name="connsiteX175" fmla="*/ 1704576 w 2912392"/>
                <a:gd name="connsiteY175" fmla="*/ 432155 h 605920"/>
                <a:gd name="connsiteX176" fmla="*/ 1714320 w 2912392"/>
                <a:gd name="connsiteY176" fmla="*/ 428231 h 605920"/>
                <a:gd name="connsiteX177" fmla="*/ 1724064 w 2912392"/>
                <a:gd name="connsiteY177" fmla="*/ 424350 h 605920"/>
                <a:gd name="connsiteX178" fmla="*/ 1733808 w 2912392"/>
                <a:gd name="connsiteY178" fmla="*/ 420524 h 605920"/>
                <a:gd name="connsiteX179" fmla="*/ 1743537 w 2912392"/>
                <a:gd name="connsiteY179" fmla="*/ 416766 h 605920"/>
                <a:gd name="connsiteX180" fmla="*/ 1753281 w 2912392"/>
                <a:gd name="connsiteY180" fmla="*/ 413089 h 605920"/>
                <a:gd name="connsiteX181" fmla="*/ 1763025 w 2912392"/>
                <a:gd name="connsiteY181" fmla="*/ 409505 h 605920"/>
                <a:gd name="connsiteX182" fmla="*/ 1772769 w 2912392"/>
                <a:gd name="connsiteY182" fmla="*/ 406024 h 605920"/>
                <a:gd name="connsiteX183" fmla="*/ 1782498 w 2912392"/>
                <a:gd name="connsiteY183" fmla="*/ 402658 h 605920"/>
                <a:gd name="connsiteX184" fmla="*/ 1792242 w 2912392"/>
                <a:gd name="connsiteY184" fmla="*/ 399418 h 605920"/>
                <a:gd name="connsiteX185" fmla="*/ 1801986 w 2912392"/>
                <a:gd name="connsiteY185" fmla="*/ 396311 h 605920"/>
                <a:gd name="connsiteX186" fmla="*/ 1811730 w 2912392"/>
                <a:gd name="connsiteY186" fmla="*/ 393351 h 605920"/>
                <a:gd name="connsiteX187" fmla="*/ 1821459 w 2912392"/>
                <a:gd name="connsiteY187" fmla="*/ 390544 h 605920"/>
                <a:gd name="connsiteX188" fmla="*/ 1831203 w 2912392"/>
                <a:gd name="connsiteY188" fmla="*/ 387898 h 605920"/>
                <a:gd name="connsiteX189" fmla="*/ 1840947 w 2912392"/>
                <a:gd name="connsiteY189" fmla="*/ 385422 h 605920"/>
                <a:gd name="connsiteX190" fmla="*/ 1850691 w 2912392"/>
                <a:gd name="connsiteY190" fmla="*/ 383121 h 605920"/>
                <a:gd name="connsiteX191" fmla="*/ 1860435 w 2912392"/>
                <a:gd name="connsiteY191" fmla="*/ 381006 h 605920"/>
                <a:gd name="connsiteX192" fmla="*/ 1870164 w 2912392"/>
                <a:gd name="connsiteY192" fmla="*/ 379078 h 605920"/>
                <a:gd name="connsiteX193" fmla="*/ 1879908 w 2912392"/>
                <a:gd name="connsiteY193" fmla="*/ 377345 h 605920"/>
                <a:gd name="connsiteX194" fmla="*/ 1889652 w 2912392"/>
                <a:gd name="connsiteY194" fmla="*/ 375810 h 605920"/>
                <a:gd name="connsiteX195" fmla="*/ 1899395 w 2912392"/>
                <a:gd name="connsiteY195" fmla="*/ 374478 h 605920"/>
                <a:gd name="connsiteX196" fmla="*/ 1909124 w 2912392"/>
                <a:gd name="connsiteY196" fmla="*/ 373354 h 605920"/>
                <a:gd name="connsiteX197" fmla="*/ 1918868 w 2912392"/>
                <a:gd name="connsiteY197" fmla="*/ 372439 h 605920"/>
                <a:gd name="connsiteX198" fmla="*/ 1928612 w 2912392"/>
                <a:gd name="connsiteY198" fmla="*/ 371734 h 605920"/>
                <a:gd name="connsiteX199" fmla="*/ 1938356 w 2912392"/>
                <a:gd name="connsiteY199" fmla="*/ 371242 h 605920"/>
                <a:gd name="connsiteX200" fmla="*/ 1948085 w 2912392"/>
                <a:gd name="connsiteY200" fmla="*/ 370965 h 605920"/>
                <a:gd name="connsiteX201" fmla="*/ 1957829 w 2912392"/>
                <a:gd name="connsiteY201" fmla="*/ 370903 h 605920"/>
                <a:gd name="connsiteX202" fmla="*/ 1967573 w 2912392"/>
                <a:gd name="connsiteY202" fmla="*/ 371055 h 605920"/>
                <a:gd name="connsiteX203" fmla="*/ 1977317 w 2912392"/>
                <a:gd name="connsiteY203" fmla="*/ 371418 h 605920"/>
                <a:gd name="connsiteX204" fmla="*/ 1987046 w 2912392"/>
                <a:gd name="connsiteY204" fmla="*/ 371995 h 605920"/>
                <a:gd name="connsiteX205" fmla="*/ 1996790 w 2912392"/>
                <a:gd name="connsiteY205" fmla="*/ 372783 h 605920"/>
                <a:gd name="connsiteX206" fmla="*/ 2006534 w 2912392"/>
                <a:gd name="connsiteY206" fmla="*/ 373777 h 605920"/>
                <a:gd name="connsiteX207" fmla="*/ 2016278 w 2912392"/>
                <a:gd name="connsiteY207" fmla="*/ 374976 h 605920"/>
                <a:gd name="connsiteX208" fmla="*/ 2026022 w 2912392"/>
                <a:gd name="connsiteY208" fmla="*/ 376377 h 605920"/>
                <a:gd name="connsiteX209" fmla="*/ 2035751 w 2912392"/>
                <a:gd name="connsiteY209" fmla="*/ 377975 h 605920"/>
                <a:gd name="connsiteX210" fmla="*/ 2045495 w 2912392"/>
                <a:gd name="connsiteY210" fmla="*/ 379766 h 605920"/>
                <a:gd name="connsiteX211" fmla="*/ 2055239 w 2912392"/>
                <a:gd name="connsiteY211" fmla="*/ 381746 h 605920"/>
                <a:gd name="connsiteX212" fmla="*/ 2064983 w 2912392"/>
                <a:gd name="connsiteY212" fmla="*/ 383910 h 605920"/>
                <a:gd name="connsiteX213" fmla="*/ 2074712 w 2912392"/>
                <a:gd name="connsiteY213" fmla="*/ 386252 h 605920"/>
                <a:gd name="connsiteX214" fmla="*/ 2084456 w 2912392"/>
                <a:gd name="connsiteY214" fmla="*/ 388764 h 605920"/>
                <a:gd name="connsiteX215" fmla="*/ 2094200 w 2912392"/>
                <a:gd name="connsiteY215" fmla="*/ 391442 h 605920"/>
                <a:gd name="connsiteX216" fmla="*/ 2103944 w 2912392"/>
                <a:gd name="connsiteY216" fmla="*/ 394279 h 605920"/>
                <a:gd name="connsiteX217" fmla="*/ 2113673 w 2912392"/>
                <a:gd name="connsiteY217" fmla="*/ 397269 h 605920"/>
                <a:gd name="connsiteX218" fmla="*/ 2123417 w 2912392"/>
                <a:gd name="connsiteY218" fmla="*/ 400404 h 605920"/>
                <a:gd name="connsiteX219" fmla="*/ 2133161 w 2912392"/>
                <a:gd name="connsiteY219" fmla="*/ 403676 h 605920"/>
                <a:gd name="connsiteX220" fmla="*/ 2142905 w 2912392"/>
                <a:gd name="connsiteY220" fmla="*/ 407079 h 605920"/>
                <a:gd name="connsiteX221" fmla="*/ 2152649 w 2912392"/>
                <a:gd name="connsiteY221" fmla="*/ 410604 h 605920"/>
                <a:gd name="connsiteX222" fmla="*/ 2162377 w 2912392"/>
                <a:gd name="connsiteY222" fmla="*/ 414244 h 605920"/>
                <a:gd name="connsiteX223" fmla="*/ 2172121 w 2912392"/>
                <a:gd name="connsiteY223" fmla="*/ 417989 h 605920"/>
                <a:gd name="connsiteX224" fmla="*/ 2181865 w 2912392"/>
                <a:gd name="connsiteY224" fmla="*/ 421833 h 605920"/>
                <a:gd name="connsiteX225" fmla="*/ 2191609 w 2912392"/>
                <a:gd name="connsiteY225" fmla="*/ 425768 h 605920"/>
                <a:gd name="connsiteX226" fmla="*/ 2201338 w 2912392"/>
                <a:gd name="connsiteY226" fmla="*/ 429783 h 605920"/>
                <a:gd name="connsiteX227" fmla="*/ 2211082 w 2912392"/>
                <a:gd name="connsiteY227" fmla="*/ 433873 h 605920"/>
                <a:gd name="connsiteX228" fmla="*/ 2220826 w 2912392"/>
                <a:gd name="connsiteY228" fmla="*/ 438029 h 605920"/>
                <a:gd name="connsiteX229" fmla="*/ 2230570 w 2912392"/>
                <a:gd name="connsiteY229" fmla="*/ 442239 h 605920"/>
                <a:gd name="connsiteX230" fmla="*/ 2240299 w 2912392"/>
                <a:gd name="connsiteY230" fmla="*/ 446499 h 605920"/>
                <a:gd name="connsiteX231" fmla="*/ 2250043 w 2912392"/>
                <a:gd name="connsiteY231" fmla="*/ 450798 h 605920"/>
                <a:gd name="connsiteX232" fmla="*/ 2259787 w 2912392"/>
                <a:gd name="connsiteY232" fmla="*/ 455131 h 605920"/>
                <a:gd name="connsiteX233" fmla="*/ 2269531 w 2912392"/>
                <a:gd name="connsiteY233" fmla="*/ 459486 h 605920"/>
                <a:gd name="connsiteX234" fmla="*/ 2279260 w 2912392"/>
                <a:gd name="connsiteY234" fmla="*/ 463859 h 605920"/>
                <a:gd name="connsiteX235" fmla="*/ 2289004 w 2912392"/>
                <a:gd name="connsiteY235" fmla="*/ 468239 h 605920"/>
                <a:gd name="connsiteX236" fmla="*/ 2298748 w 2912392"/>
                <a:gd name="connsiteY236" fmla="*/ 472620 h 605920"/>
                <a:gd name="connsiteX237" fmla="*/ 2308492 w 2912392"/>
                <a:gd name="connsiteY237" fmla="*/ 476992 h 605920"/>
                <a:gd name="connsiteX238" fmla="*/ 2318236 w 2912392"/>
                <a:gd name="connsiteY238" fmla="*/ 481352 h 605920"/>
                <a:gd name="connsiteX239" fmla="*/ 2327965 w 2912392"/>
                <a:gd name="connsiteY239" fmla="*/ 485689 h 605920"/>
                <a:gd name="connsiteX240" fmla="*/ 2337709 w 2912392"/>
                <a:gd name="connsiteY240" fmla="*/ 489998 h 605920"/>
                <a:gd name="connsiteX241" fmla="*/ 2347453 w 2912392"/>
                <a:gd name="connsiteY241" fmla="*/ 494272 h 605920"/>
                <a:gd name="connsiteX242" fmla="*/ 2357197 w 2912392"/>
                <a:gd name="connsiteY242" fmla="*/ 498507 h 605920"/>
                <a:gd name="connsiteX243" fmla="*/ 2366926 w 2912392"/>
                <a:gd name="connsiteY243" fmla="*/ 502692 h 605920"/>
                <a:gd name="connsiteX244" fmla="*/ 2376670 w 2912392"/>
                <a:gd name="connsiteY244" fmla="*/ 506825 h 605920"/>
                <a:gd name="connsiteX245" fmla="*/ 2386413 w 2912392"/>
                <a:gd name="connsiteY245" fmla="*/ 510898 h 605920"/>
                <a:gd name="connsiteX246" fmla="*/ 2396157 w 2912392"/>
                <a:gd name="connsiteY246" fmla="*/ 514907 h 605920"/>
                <a:gd name="connsiteX247" fmla="*/ 2405886 w 2912392"/>
                <a:gd name="connsiteY247" fmla="*/ 518848 h 605920"/>
                <a:gd name="connsiteX248" fmla="*/ 2415630 w 2912392"/>
                <a:gd name="connsiteY248" fmla="*/ 522716 h 605920"/>
                <a:gd name="connsiteX249" fmla="*/ 2425374 w 2912392"/>
                <a:gd name="connsiteY249" fmla="*/ 526506 h 605920"/>
                <a:gd name="connsiteX250" fmla="*/ 2435118 w 2912392"/>
                <a:gd name="connsiteY250" fmla="*/ 530213 h 605920"/>
                <a:gd name="connsiteX251" fmla="*/ 2444862 w 2912392"/>
                <a:gd name="connsiteY251" fmla="*/ 533835 h 605920"/>
                <a:gd name="connsiteX252" fmla="*/ 2454591 w 2912392"/>
                <a:gd name="connsiteY252" fmla="*/ 537369 h 605920"/>
                <a:gd name="connsiteX253" fmla="*/ 2464335 w 2912392"/>
                <a:gd name="connsiteY253" fmla="*/ 540811 h 605920"/>
                <a:gd name="connsiteX254" fmla="*/ 2474079 w 2912392"/>
                <a:gd name="connsiteY254" fmla="*/ 544159 h 605920"/>
                <a:gd name="connsiteX255" fmla="*/ 2483823 w 2912392"/>
                <a:gd name="connsiteY255" fmla="*/ 547411 h 605920"/>
                <a:gd name="connsiteX256" fmla="*/ 2493552 w 2912392"/>
                <a:gd name="connsiteY256" fmla="*/ 550564 h 605920"/>
                <a:gd name="connsiteX257" fmla="*/ 2503296 w 2912392"/>
                <a:gd name="connsiteY257" fmla="*/ 553616 h 605920"/>
                <a:gd name="connsiteX258" fmla="*/ 2513040 w 2912392"/>
                <a:gd name="connsiteY258" fmla="*/ 556568 h 605920"/>
                <a:gd name="connsiteX259" fmla="*/ 2522784 w 2912392"/>
                <a:gd name="connsiteY259" fmla="*/ 559417 h 605920"/>
                <a:gd name="connsiteX260" fmla="*/ 2532513 w 2912392"/>
                <a:gd name="connsiteY260" fmla="*/ 562162 h 605920"/>
                <a:gd name="connsiteX261" fmla="*/ 2542257 w 2912392"/>
                <a:gd name="connsiteY261" fmla="*/ 564807 h 605920"/>
                <a:gd name="connsiteX262" fmla="*/ 2552001 w 2912392"/>
                <a:gd name="connsiteY262" fmla="*/ 567347 h 605920"/>
                <a:gd name="connsiteX263" fmla="*/ 2561745 w 2912392"/>
                <a:gd name="connsiteY263" fmla="*/ 569783 h 605920"/>
                <a:gd name="connsiteX264" fmla="*/ 2571474 w 2912392"/>
                <a:gd name="connsiteY264" fmla="*/ 572119 h 605920"/>
                <a:gd name="connsiteX265" fmla="*/ 2581218 w 2912392"/>
                <a:gd name="connsiteY265" fmla="*/ 574353 h 605920"/>
                <a:gd name="connsiteX266" fmla="*/ 2590962 w 2912392"/>
                <a:gd name="connsiteY266" fmla="*/ 576488 h 605920"/>
                <a:gd name="connsiteX267" fmla="*/ 2600705 w 2912392"/>
                <a:gd name="connsiteY267" fmla="*/ 578521 h 605920"/>
                <a:gd name="connsiteX268" fmla="*/ 2610449 w 2912392"/>
                <a:gd name="connsiteY268" fmla="*/ 580460 h 605920"/>
                <a:gd name="connsiteX269" fmla="*/ 2620178 w 2912392"/>
                <a:gd name="connsiteY269" fmla="*/ 582303 h 605920"/>
                <a:gd name="connsiteX270" fmla="*/ 2629922 w 2912392"/>
                <a:gd name="connsiteY270" fmla="*/ 584052 h 605920"/>
                <a:gd name="connsiteX271" fmla="*/ 2639666 w 2912392"/>
                <a:gd name="connsiteY271" fmla="*/ 585710 h 605920"/>
                <a:gd name="connsiteX272" fmla="*/ 2649410 w 2912392"/>
                <a:gd name="connsiteY272" fmla="*/ 587281 h 605920"/>
                <a:gd name="connsiteX273" fmla="*/ 2659139 w 2912392"/>
                <a:gd name="connsiteY273" fmla="*/ 588763 h 605920"/>
                <a:gd name="connsiteX274" fmla="*/ 2668883 w 2912392"/>
                <a:gd name="connsiteY274" fmla="*/ 590164 h 605920"/>
                <a:gd name="connsiteX275" fmla="*/ 2678627 w 2912392"/>
                <a:gd name="connsiteY275" fmla="*/ 591484 h 605920"/>
                <a:gd name="connsiteX276" fmla="*/ 2688371 w 2912392"/>
                <a:gd name="connsiteY276" fmla="*/ 592725 h 605920"/>
                <a:gd name="connsiteX277" fmla="*/ 2698100 w 2912392"/>
                <a:gd name="connsiteY277" fmla="*/ 593891 h 605920"/>
                <a:gd name="connsiteX278" fmla="*/ 2707844 w 2912392"/>
                <a:gd name="connsiteY278" fmla="*/ 594986 h 605920"/>
                <a:gd name="connsiteX279" fmla="*/ 2717588 w 2912392"/>
                <a:gd name="connsiteY279" fmla="*/ 596011 h 605920"/>
                <a:gd name="connsiteX280" fmla="*/ 2727332 w 2912392"/>
                <a:gd name="connsiteY280" fmla="*/ 596972 h 605920"/>
                <a:gd name="connsiteX281" fmla="*/ 2737076 w 2912392"/>
                <a:gd name="connsiteY281" fmla="*/ 597869 h 605920"/>
                <a:gd name="connsiteX282" fmla="*/ 2746805 w 2912392"/>
                <a:gd name="connsiteY282" fmla="*/ 598705 h 605920"/>
                <a:gd name="connsiteX283" fmla="*/ 2756549 w 2912392"/>
                <a:gd name="connsiteY283" fmla="*/ 599484 h 605920"/>
                <a:gd name="connsiteX284" fmla="*/ 2766293 w 2912392"/>
                <a:gd name="connsiteY284" fmla="*/ 600210 h 605920"/>
                <a:gd name="connsiteX285" fmla="*/ 2776037 w 2912392"/>
                <a:gd name="connsiteY285" fmla="*/ 600883 h 605920"/>
                <a:gd name="connsiteX286" fmla="*/ 2785766 w 2912392"/>
                <a:gd name="connsiteY286" fmla="*/ 601506 h 605920"/>
                <a:gd name="connsiteX287" fmla="*/ 2795510 w 2912392"/>
                <a:gd name="connsiteY287" fmla="*/ 602083 h 605920"/>
                <a:gd name="connsiteX288" fmla="*/ 2805254 w 2912392"/>
                <a:gd name="connsiteY288" fmla="*/ 602615 h 605920"/>
                <a:gd name="connsiteX289" fmla="*/ 2814998 w 2912392"/>
                <a:gd name="connsiteY289" fmla="*/ 603105 h 605920"/>
                <a:gd name="connsiteX290" fmla="*/ 2824727 w 2912392"/>
                <a:gd name="connsiteY290" fmla="*/ 603553 h 605920"/>
                <a:gd name="connsiteX291" fmla="*/ 2834471 w 2912392"/>
                <a:gd name="connsiteY291" fmla="*/ 603962 h 605920"/>
                <a:gd name="connsiteX292" fmla="*/ 2844215 w 2912392"/>
                <a:gd name="connsiteY292" fmla="*/ 604333 h 605920"/>
                <a:gd name="connsiteX293" fmla="*/ 2853958 w 2912392"/>
                <a:gd name="connsiteY293" fmla="*/ 604666 h 605920"/>
                <a:gd name="connsiteX294" fmla="*/ 2863687 w 2912392"/>
                <a:gd name="connsiteY294" fmla="*/ 604964 h 605920"/>
                <a:gd name="connsiteX295" fmla="*/ 2873431 w 2912392"/>
                <a:gd name="connsiteY295" fmla="*/ 605226 h 605920"/>
                <a:gd name="connsiteX296" fmla="*/ 2883175 w 2912392"/>
                <a:gd name="connsiteY296" fmla="*/ 605453 h 605920"/>
                <a:gd name="connsiteX297" fmla="*/ 2892919 w 2912392"/>
                <a:gd name="connsiteY297" fmla="*/ 605645 h 605920"/>
                <a:gd name="connsiteX298" fmla="*/ 2902663 w 2912392"/>
                <a:gd name="connsiteY298" fmla="*/ 605800 h 605920"/>
                <a:gd name="connsiteX299" fmla="*/ 2912392 w 2912392"/>
                <a:gd name="connsiteY299" fmla="*/ 605921 h 605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05920">
                  <a:moveTo>
                    <a:pt x="0" y="108558"/>
                  </a:moveTo>
                  <a:lnTo>
                    <a:pt x="9739" y="107814"/>
                  </a:lnTo>
                  <a:lnTo>
                    <a:pt x="19480" y="107052"/>
                  </a:lnTo>
                  <a:lnTo>
                    <a:pt x="29221" y="106270"/>
                  </a:lnTo>
                  <a:lnTo>
                    <a:pt x="38961" y="105461"/>
                  </a:lnTo>
                  <a:lnTo>
                    <a:pt x="48702" y="104616"/>
                  </a:lnTo>
                  <a:lnTo>
                    <a:pt x="58443" y="103731"/>
                  </a:lnTo>
                  <a:lnTo>
                    <a:pt x="68182" y="102800"/>
                  </a:lnTo>
                  <a:lnTo>
                    <a:pt x="77923" y="101818"/>
                  </a:lnTo>
                  <a:lnTo>
                    <a:pt x="87664" y="100780"/>
                  </a:lnTo>
                  <a:lnTo>
                    <a:pt x="97404" y="99683"/>
                  </a:lnTo>
                  <a:lnTo>
                    <a:pt x="107145" y="98520"/>
                  </a:lnTo>
                  <a:lnTo>
                    <a:pt x="116886" y="97290"/>
                  </a:lnTo>
                  <a:lnTo>
                    <a:pt x="126625" y="95990"/>
                  </a:lnTo>
                  <a:lnTo>
                    <a:pt x="136366" y="94616"/>
                  </a:lnTo>
                  <a:lnTo>
                    <a:pt x="146107" y="93168"/>
                  </a:lnTo>
                  <a:lnTo>
                    <a:pt x="155846" y="91642"/>
                  </a:lnTo>
                  <a:lnTo>
                    <a:pt x="165587" y="90038"/>
                  </a:lnTo>
                  <a:lnTo>
                    <a:pt x="175328" y="88355"/>
                  </a:lnTo>
                  <a:lnTo>
                    <a:pt x="185068" y="86593"/>
                  </a:lnTo>
                  <a:lnTo>
                    <a:pt x="194809" y="84753"/>
                  </a:lnTo>
                  <a:lnTo>
                    <a:pt x="204550" y="82835"/>
                  </a:lnTo>
                  <a:lnTo>
                    <a:pt x="214289" y="80842"/>
                  </a:lnTo>
                  <a:lnTo>
                    <a:pt x="224030" y="78772"/>
                  </a:lnTo>
                  <a:lnTo>
                    <a:pt x="233771" y="76631"/>
                  </a:lnTo>
                  <a:lnTo>
                    <a:pt x="243510" y="74420"/>
                  </a:lnTo>
                  <a:lnTo>
                    <a:pt x="253251" y="72142"/>
                  </a:lnTo>
                  <a:lnTo>
                    <a:pt x="262992" y="69802"/>
                  </a:lnTo>
                  <a:lnTo>
                    <a:pt x="272732" y="67402"/>
                  </a:lnTo>
                  <a:lnTo>
                    <a:pt x="282473" y="64948"/>
                  </a:lnTo>
                  <a:lnTo>
                    <a:pt x="292214" y="62443"/>
                  </a:lnTo>
                  <a:lnTo>
                    <a:pt x="301953" y="59895"/>
                  </a:lnTo>
                  <a:lnTo>
                    <a:pt x="311694" y="57307"/>
                  </a:lnTo>
                  <a:lnTo>
                    <a:pt x="321435" y="54688"/>
                  </a:lnTo>
                  <a:lnTo>
                    <a:pt x="331175" y="52041"/>
                  </a:lnTo>
                  <a:lnTo>
                    <a:pt x="340916" y="49374"/>
                  </a:lnTo>
                  <a:lnTo>
                    <a:pt x="350656" y="46695"/>
                  </a:lnTo>
                  <a:lnTo>
                    <a:pt x="360396" y="44010"/>
                  </a:lnTo>
                  <a:lnTo>
                    <a:pt x="370137" y="41327"/>
                  </a:lnTo>
                  <a:lnTo>
                    <a:pt x="379878" y="38654"/>
                  </a:lnTo>
                  <a:lnTo>
                    <a:pt x="389617" y="35999"/>
                  </a:lnTo>
                  <a:lnTo>
                    <a:pt x="399358" y="33369"/>
                  </a:lnTo>
                  <a:lnTo>
                    <a:pt x="409099" y="30774"/>
                  </a:lnTo>
                  <a:lnTo>
                    <a:pt x="418839" y="28223"/>
                  </a:lnTo>
                  <a:lnTo>
                    <a:pt x="428580" y="25723"/>
                  </a:lnTo>
                  <a:lnTo>
                    <a:pt x="438321" y="23286"/>
                  </a:lnTo>
                  <a:lnTo>
                    <a:pt x="448060" y="20917"/>
                  </a:lnTo>
                  <a:lnTo>
                    <a:pt x="457801" y="18627"/>
                  </a:lnTo>
                  <a:lnTo>
                    <a:pt x="467542" y="16426"/>
                  </a:lnTo>
                  <a:lnTo>
                    <a:pt x="477281" y="14322"/>
                  </a:lnTo>
                  <a:lnTo>
                    <a:pt x="487022" y="12326"/>
                  </a:lnTo>
                  <a:lnTo>
                    <a:pt x="496763" y="10446"/>
                  </a:lnTo>
                  <a:lnTo>
                    <a:pt x="506503" y="8691"/>
                  </a:lnTo>
                  <a:lnTo>
                    <a:pt x="516244" y="7070"/>
                  </a:lnTo>
                  <a:lnTo>
                    <a:pt x="525985" y="5593"/>
                  </a:lnTo>
                  <a:lnTo>
                    <a:pt x="535724" y="4269"/>
                  </a:lnTo>
                  <a:lnTo>
                    <a:pt x="545465" y="3106"/>
                  </a:lnTo>
                  <a:lnTo>
                    <a:pt x="555206" y="2114"/>
                  </a:lnTo>
                  <a:lnTo>
                    <a:pt x="564946" y="1301"/>
                  </a:lnTo>
                  <a:lnTo>
                    <a:pt x="574687" y="675"/>
                  </a:lnTo>
                  <a:lnTo>
                    <a:pt x="584428" y="244"/>
                  </a:lnTo>
                  <a:lnTo>
                    <a:pt x="594167" y="16"/>
                  </a:lnTo>
                  <a:lnTo>
                    <a:pt x="603908" y="0"/>
                  </a:lnTo>
                  <a:lnTo>
                    <a:pt x="613649" y="203"/>
                  </a:lnTo>
                  <a:lnTo>
                    <a:pt x="623388" y="630"/>
                  </a:lnTo>
                  <a:lnTo>
                    <a:pt x="633129" y="1290"/>
                  </a:lnTo>
                  <a:lnTo>
                    <a:pt x="642870" y="2189"/>
                  </a:lnTo>
                  <a:lnTo>
                    <a:pt x="652610" y="3331"/>
                  </a:lnTo>
                  <a:lnTo>
                    <a:pt x="662351" y="4726"/>
                  </a:lnTo>
                  <a:lnTo>
                    <a:pt x="672092" y="6374"/>
                  </a:lnTo>
                  <a:lnTo>
                    <a:pt x="681831" y="8282"/>
                  </a:lnTo>
                  <a:lnTo>
                    <a:pt x="691572" y="10455"/>
                  </a:lnTo>
                  <a:lnTo>
                    <a:pt x="701313" y="12895"/>
                  </a:lnTo>
                  <a:lnTo>
                    <a:pt x="711052" y="15607"/>
                  </a:lnTo>
                  <a:lnTo>
                    <a:pt x="720793" y="18592"/>
                  </a:lnTo>
                  <a:lnTo>
                    <a:pt x="730534" y="21854"/>
                  </a:lnTo>
                  <a:lnTo>
                    <a:pt x="740274" y="25392"/>
                  </a:lnTo>
                  <a:lnTo>
                    <a:pt x="750015" y="29209"/>
                  </a:lnTo>
                  <a:lnTo>
                    <a:pt x="759756" y="33305"/>
                  </a:lnTo>
                  <a:lnTo>
                    <a:pt x="769495" y="37681"/>
                  </a:lnTo>
                  <a:lnTo>
                    <a:pt x="779236" y="42334"/>
                  </a:lnTo>
                  <a:lnTo>
                    <a:pt x="788977" y="47264"/>
                  </a:lnTo>
                  <a:lnTo>
                    <a:pt x="798717" y="52468"/>
                  </a:lnTo>
                  <a:lnTo>
                    <a:pt x="808458" y="57944"/>
                  </a:lnTo>
                  <a:lnTo>
                    <a:pt x="818199" y="63689"/>
                  </a:lnTo>
                  <a:lnTo>
                    <a:pt x="827938" y="69697"/>
                  </a:lnTo>
                  <a:lnTo>
                    <a:pt x="837679" y="75965"/>
                  </a:lnTo>
                  <a:lnTo>
                    <a:pt x="847420" y="82490"/>
                  </a:lnTo>
                  <a:lnTo>
                    <a:pt x="857159" y="89261"/>
                  </a:lnTo>
                  <a:lnTo>
                    <a:pt x="866900" y="96276"/>
                  </a:lnTo>
                  <a:lnTo>
                    <a:pt x="876641" y="103524"/>
                  </a:lnTo>
                  <a:lnTo>
                    <a:pt x="886381" y="110999"/>
                  </a:lnTo>
                  <a:lnTo>
                    <a:pt x="896122" y="118693"/>
                  </a:lnTo>
                  <a:lnTo>
                    <a:pt x="905863" y="126597"/>
                  </a:lnTo>
                  <a:lnTo>
                    <a:pt x="915602" y="134700"/>
                  </a:lnTo>
                  <a:lnTo>
                    <a:pt x="925343" y="142993"/>
                  </a:lnTo>
                  <a:lnTo>
                    <a:pt x="935084" y="151463"/>
                  </a:lnTo>
                  <a:lnTo>
                    <a:pt x="944824" y="160101"/>
                  </a:lnTo>
                  <a:lnTo>
                    <a:pt x="954564" y="168896"/>
                  </a:lnTo>
                  <a:lnTo>
                    <a:pt x="964305" y="177833"/>
                  </a:lnTo>
                  <a:lnTo>
                    <a:pt x="974045" y="186900"/>
                  </a:lnTo>
                  <a:lnTo>
                    <a:pt x="983786" y="196084"/>
                  </a:lnTo>
                  <a:lnTo>
                    <a:pt x="993522" y="205372"/>
                  </a:lnTo>
                  <a:lnTo>
                    <a:pt x="1003266" y="214749"/>
                  </a:lnTo>
                  <a:lnTo>
                    <a:pt x="1013010" y="224201"/>
                  </a:lnTo>
                  <a:lnTo>
                    <a:pt x="1022754" y="233713"/>
                  </a:lnTo>
                  <a:lnTo>
                    <a:pt x="1032483" y="243271"/>
                  </a:lnTo>
                  <a:lnTo>
                    <a:pt x="1042227" y="252858"/>
                  </a:lnTo>
                  <a:lnTo>
                    <a:pt x="1051971" y="262460"/>
                  </a:lnTo>
                  <a:lnTo>
                    <a:pt x="1061715" y="272063"/>
                  </a:lnTo>
                  <a:lnTo>
                    <a:pt x="1071444" y="281647"/>
                  </a:lnTo>
                  <a:lnTo>
                    <a:pt x="1081188" y="291202"/>
                  </a:lnTo>
                  <a:lnTo>
                    <a:pt x="1090932" y="300708"/>
                  </a:lnTo>
                  <a:lnTo>
                    <a:pt x="1100676" y="310149"/>
                  </a:lnTo>
                  <a:lnTo>
                    <a:pt x="1110405" y="319512"/>
                  </a:lnTo>
                  <a:lnTo>
                    <a:pt x="1120149" y="328780"/>
                  </a:lnTo>
                  <a:lnTo>
                    <a:pt x="1129893" y="337939"/>
                  </a:lnTo>
                  <a:lnTo>
                    <a:pt x="1139637" y="346972"/>
                  </a:lnTo>
                  <a:lnTo>
                    <a:pt x="1149381" y="355865"/>
                  </a:lnTo>
                  <a:lnTo>
                    <a:pt x="1159110" y="364603"/>
                  </a:lnTo>
                  <a:lnTo>
                    <a:pt x="1168854" y="373173"/>
                  </a:lnTo>
                  <a:lnTo>
                    <a:pt x="1178598" y="381558"/>
                  </a:lnTo>
                  <a:lnTo>
                    <a:pt x="1188341" y="389747"/>
                  </a:lnTo>
                  <a:lnTo>
                    <a:pt x="1198070" y="397727"/>
                  </a:lnTo>
                  <a:lnTo>
                    <a:pt x="1207814" y="405483"/>
                  </a:lnTo>
                  <a:lnTo>
                    <a:pt x="1217558" y="413006"/>
                  </a:lnTo>
                  <a:lnTo>
                    <a:pt x="1227302" y="420281"/>
                  </a:lnTo>
                  <a:lnTo>
                    <a:pt x="1237031" y="427300"/>
                  </a:lnTo>
                  <a:lnTo>
                    <a:pt x="1246775" y="434051"/>
                  </a:lnTo>
                  <a:lnTo>
                    <a:pt x="1256519" y="440524"/>
                  </a:lnTo>
                  <a:lnTo>
                    <a:pt x="1266263" y="446712"/>
                  </a:lnTo>
                  <a:lnTo>
                    <a:pt x="1276007" y="452604"/>
                  </a:lnTo>
                  <a:lnTo>
                    <a:pt x="1285736" y="458194"/>
                  </a:lnTo>
                  <a:lnTo>
                    <a:pt x="1295480" y="463476"/>
                  </a:lnTo>
                  <a:lnTo>
                    <a:pt x="1305224" y="468443"/>
                  </a:lnTo>
                  <a:lnTo>
                    <a:pt x="1314968" y="473090"/>
                  </a:lnTo>
                  <a:lnTo>
                    <a:pt x="1324697" y="477411"/>
                  </a:lnTo>
                  <a:lnTo>
                    <a:pt x="1334441" y="481405"/>
                  </a:lnTo>
                  <a:lnTo>
                    <a:pt x="1344185" y="485068"/>
                  </a:lnTo>
                  <a:lnTo>
                    <a:pt x="1353929" y="488398"/>
                  </a:lnTo>
                  <a:lnTo>
                    <a:pt x="1363658" y="491392"/>
                  </a:lnTo>
                  <a:lnTo>
                    <a:pt x="1373402" y="494053"/>
                  </a:lnTo>
                  <a:lnTo>
                    <a:pt x="1383146" y="496382"/>
                  </a:lnTo>
                  <a:lnTo>
                    <a:pt x="1392890" y="498377"/>
                  </a:lnTo>
                  <a:lnTo>
                    <a:pt x="1402619" y="500041"/>
                  </a:lnTo>
                  <a:lnTo>
                    <a:pt x="1412363" y="501381"/>
                  </a:lnTo>
                  <a:lnTo>
                    <a:pt x="1422106" y="502395"/>
                  </a:lnTo>
                  <a:lnTo>
                    <a:pt x="1431850" y="503092"/>
                  </a:lnTo>
                  <a:lnTo>
                    <a:pt x="1441594" y="503477"/>
                  </a:lnTo>
                  <a:lnTo>
                    <a:pt x="1451323" y="503554"/>
                  </a:lnTo>
                  <a:lnTo>
                    <a:pt x="1461067" y="503332"/>
                  </a:lnTo>
                  <a:lnTo>
                    <a:pt x="1470811" y="502818"/>
                  </a:lnTo>
                  <a:lnTo>
                    <a:pt x="1480555" y="502020"/>
                  </a:lnTo>
                  <a:lnTo>
                    <a:pt x="1490284" y="500947"/>
                  </a:lnTo>
                  <a:lnTo>
                    <a:pt x="1500028" y="499611"/>
                  </a:lnTo>
                  <a:lnTo>
                    <a:pt x="1509772" y="498018"/>
                  </a:lnTo>
                  <a:lnTo>
                    <a:pt x="1519516" y="496182"/>
                  </a:lnTo>
                  <a:lnTo>
                    <a:pt x="1529245" y="494114"/>
                  </a:lnTo>
                  <a:lnTo>
                    <a:pt x="1538989" y="491824"/>
                  </a:lnTo>
                  <a:lnTo>
                    <a:pt x="1548733" y="489327"/>
                  </a:lnTo>
                  <a:lnTo>
                    <a:pt x="1558477" y="486633"/>
                  </a:lnTo>
                  <a:lnTo>
                    <a:pt x="1568221" y="483758"/>
                  </a:lnTo>
                  <a:lnTo>
                    <a:pt x="1577950" y="480713"/>
                  </a:lnTo>
                  <a:lnTo>
                    <a:pt x="1587694" y="477511"/>
                  </a:lnTo>
                  <a:lnTo>
                    <a:pt x="1597438" y="474169"/>
                  </a:lnTo>
                  <a:lnTo>
                    <a:pt x="1607182" y="470699"/>
                  </a:lnTo>
                  <a:lnTo>
                    <a:pt x="1616911" y="467116"/>
                  </a:lnTo>
                  <a:lnTo>
                    <a:pt x="1626655" y="463433"/>
                  </a:lnTo>
                  <a:lnTo>
                    <a:pt x="1636399" y="459668"/>
                  </a:lnTo>
                  <a:lnTo>
                    <a:pt x="1646142" y="455831"/>
                  </a:lnTo>
                  <a:lnTo>
                    <a:pt x="1655872" y="451940"/>
                  </a:lnTo>
                  <a:lnTo>
                    <a:pt x="1665616" y="448008"/>
                  </a:lnTo>
                  <a:lnTo>
                    <a:pt x="1675359" y="444049"/>
                  </a:lnTo>
                  <a:lnTo>
                    <a:pt x="1685103" y="440077"/>
                  </a:lnTo>
                  <a:lnTo>
                    <a:pt x="1694832" y="436108"/>
                  </a:lnTo>
                  <a:lnTo>
                    <a:pt x="1704576" y="432155"/>
                  </a:lnTo>
                  <a:lnTo>
                    <a:pt x="1714320" y="428231"/>
                  </a:lnTo>
                  <a:lnTo>
                    <a:pt x="1724064" y="424350"/>
                  </a:lnTo>
                  <a:lnTo>
                    <a:pt x="1733808" y="420524"/>
                  </a:lnTo>
                  <a:lnTo>
                    <a:pt x="1743537" y="416766"/>
                  </a:lnTo>
                  <a:lnTo>
                    <a:pt x="1753281" y="413089"/>
                  </a:lnTo>
                  <a:lnTo>
                    <a:pt x="1763025" y="409505"/>
                  </a:lnTo>
                  <a:lnTo>
                    <a:pt x="1772769" y="406024"/>
                  </a:lnTo>
                  <a:lnTo>
                    <a:pt x="1782498" y="402658"/>
                  </a:lnTo>
                  <a:lnTo>
                    <a:pt x="1792242" y="399418"/>
                  </a:lnTo>
                  <a:lnTo>
                    <a:pt x="1801986" y="396311"/>
                  </a:lnTo>
                  <a:lnTo>
                    <a:pt x="1811730" y="393351"/>
                  </a:lnTo>
                  <a:lnTo>
                    <a:pt x="1821459" y="390544"/>
                  </a:lnTo>
                  <a:lnTo>
                    <a:pt x="1831203" y="387898"/>
                  </a:lnTo>
                  <a:lnTo>
                    <a:pt x="1840947" y="385422"/>
                  </a:lnTo>
                  <a:lnTo>
                    <a:pt x="1850691" y="383121"/>
                  </a:lnTo>
                  <a:lnTo>
                    <a:pt x="1860435" y="381006"/>
                  </a:lnTo>
                  <a:lnTo>
                    <a:pt x="1870164" y="379078"/>
                  </a:lnTo>
                  <a:lnTo>
                    <a:pt x="1879908" y="377345"/>
                  </a:lnTo>
                  <a:lnTo>
                    <a:pt x="1889652" y="375810"/>
                  </a:lnTo>
                  <a:lnTo>
                    <a:pt x="1899395" y="374478"/>
                  </a:lnTo>
                  <a:lnTo>
                    <a:pt x="1909124" y="373354"/>
                  </a:lnTo>
                  <a:lnTo>
                    <a:pt x="1918868" y="372439"/>
                  </a:lnTo>
                  <a:lnTo>
                    <a:pt x="1928612" y="371734"/>
                  </a:lnTo>
                  <a:lnTo>
                    <a:pt x="1938356" y="371242"/>
                  </a:lnTo>
                  <a:lnTo>
                    <a:pt x="1948085" y="370965"/>
                  </a:lnTo>
                  <a:lnTo>
                    <a:pt x="1957829" y="370903"/>
                  </a:lnTo>
                  <a:lnTo>
                    <a:pt x="1967573" y="371055"/>
                  </a:lnTo>
                  <a:lnTo>
                    <a:pt x="1977317" y="371418"/>
                  </a:lnTo>
                  <a:lnTo>
                    <a:pt x="1987046" y="371995"/>
                  </a:lnTo>
                  <a:lnTo>
                    <a:pt x="1996790" y="372783"/>
                  </a:lnTo>
                  <a:lnTo>
                    <a:pt x="2006534" y="373777"/>
                  </a:lnTo>
                  <a:lnTo>
                    <a:pt x="2016278" y="374976"/>
                  </a:lnTo>
                  <a:lnTo>
                    <a:pt x="2026022" y="376377"/>
                  </a:lnTo>
                  <a:lnTo>
                    <a:pt x="2035751" y="377975"/>
                  </a:lnTo>
                  <a:lnTo>
                    <a:pt x="2045495" y="379766"/>
                  </a:lnTo>
                  <a:lnTo>
                    <a:pt x="2055239" y="381746"/>
                  </a:lnTo>
                  <a:lnTo>
                    <a:pt x="2064983" y="383910"/>
                  </a:lnTo>
                  <a:lnTo>
                    <a:pt x="2074712" y="386252"/>
                  </a:lnTo>
                  <a:lnTo>
                    <a:pt x="2084456" y="388764"/>
                  </a:lnTo>
                  <a:lnTo>
                    <a:pt x="2094200" y="391442"/>
                  </a:lnTo>
                  <a:lnTo>
                    <a:pt x="2103944" y="394279"/>
                  </a:lnTo>
                  <a:lnTo>
                    <a:pt x="2113673" y="397269"/>
                  </a:lnTo>
                  <a:lnTo>
                    <a:pt x="2123417" y="400404"/>
                  </a:lnTo>
                  <a:lnTo>
                    <a:pt x="2133161" y="403676"/>
                  </a:lnTo>
                  <a:lnTo>
                    <a:pt x="2142905" y="407079"/>
                  </a:lnTo>
                  <a:lnTo>
                    <a:pt x="2152649" y="410604"/>
                  </a:lnTo>
                  <a:lnTo>
                    <a:pt x="2162377" y="414244"/>
                  </a:lnTo>
                  <a:lnTo>
                    <a:pt x="2172121" y="417989"/>
                  </a:lnTo>
                  <a:lnTo>
                    <a:pt x="2181865" y="421833"/>
                  </a:lnTo>
                  <a:lnTo>
                    <a:pt x="2191609" y="425768"/>
                  </a:lnTo>
                  <a:lnTo>
                    <a:pt x="2201338" y="429783"/>
                  </a:lnTo>
                  <a:lnTo>
                    <a:pt x="2211082" y="433873"/>
                  </a:lnTo>
                  <a:lnTo>
                    <a:pt x="2220826" y="438029"/>
                  </a:lnTo>
                  <a:lnTo>
                    <a:pt x="2230570" y="442239"/>
                  </a:lnTo>
                  <a:lnTo>
                    <a:pt x="2240299" y="446499"/>
                  </a:lnTo>
                  <a:lnTo>
                    <a:pt x="2250043" y="450798"/>
                  </a:lnTo>
                  <a:lnTo>
                    <a:pt x="2259787" y="455131"/>
                  </a:lnTo>
                  <a:lnTo>
                    <a:pt x="2269531" y="459486"/>
                  </a:lnTo>
                  <a:lnTo>
                    <a:pt x="2279260" y="463859"/>
                  </a:lnTo>
                  <a:lnTo>
                    <a:pt x="2289004" y="468239"/>
                  </a:lnTo>
                  <a:lnTo>
                    <a:pt x="2298748" y="472620"/>
                  </a:lnTo>
                  <a:lnTo>
                    <a:pt x="2308492" y="476992"/>
                  </a:lnTo>
                  <a:lnTo>
                    <a:pt x="2318236" y="481352"/>
                  </a:lnTo>
                  <a:lnTo>
                    <a:pt x="2327965" y="485689"/>
                  </a:lnTo>
                  <a:lnTo>
                    <a:pt x="2337709" y="489998"/>
                  </a:lnTo>
                  <a:lnTo>
                    <a:pt x="2347453" y="494272"/>
                  </a:lnTo>
                  <a:lnTo>
                    <a:pt x="2357197" y="498507"/>
                  </a:lnTo>
                  <a:lnTo>
                    <a:pt x="2366926" y="502692"/>
                  </a:lnTo>
                  <a:lnTo>
                    <a:pt x="2376670" y="506825"/>
                  </a:lnTo>
                  <a:lnTo>
                    <a:pt x="2386413" y="510898"/>
                  </a:lnTo>
                  <a:lnTo>
                    <a:pt x="2396157" y="514907"/>
                  </a:lnTo>
                  <a:lnTo>
                    <a:pt x="2405886" y="518848"/>
                  </a:lnTo>
                  <a:lnTo>
                    <a:pt x="2415630" y="522716"/>
                  </a:lnTo>
                  <a:lnTo>
                    <a:pt x="2425374" y="526506"/>
                  </a:lnTo>
                  <a:lnTo>
                    <a:pt x="2435118" y="530213"/>
                  </a:lnTo>
                  <a:lnTo>
                    <a:pt x="2444862" y="533835"/>
                  </a:lnTo>
                  <a:lnTo>
                    <a:pt x="2454591" y="537369"/>
                  </a:lnTo>
                  <a:lnTo>
                    <a:pt x="2464335" y="540811"/>
                  </a:lnTo>
                  <a:lnTo>
                    <a:pt x="2474079" y="544159"/>
                  </a:lnTo>
                  <a:lnTo>
                    <a:pt x="2483823" y="547411"/>
                  </a:lnTo>
                  <a:lnTo>
                    <a:pt x="2493552" y="550564"/>
                  </a:lnTo>
                  <a:lnTo>
                    <a:pt x="2503296" y="553616"/>
                  </a:lnTo>
                  <a:lnTo>
                    <a:pt x="2513040" y="556568"/>
                  </a:lnTo>
                  <a:lnTo>
                    <a:pt x="2522784" y="559417"/>
                  </a:lnTo>
                  <a:lnTo>
                    <a:pt x="2532513" y="562162"/>
                  </a:lnTo>
                  <a:lnTo>
                    <a:pt x="2542257" y="564807"/>
                  </a:lnTo>
                  <a:lnTo>
                    <a:pt x="2552001" y="567347"/>
                  </a:lnTo>
                  <a:lnTo>
                    <a:pt x="2561745" y="569783"/>
                  </a:lnTo>
                  <a:lnTo>
                    <a:pt x="2571474" y="572119"/>
                  </a:lnTo>
                  <a:lnTo>
                    <a:pt x="2581218" y="574353"/>
                  </a:lnTo>
                  <a:lnTo>
                    <a:pt x="2590962" y="576488"/>
                  </a:lnTo>
                  <a:lnTo>
                    <a:pt x="2600705" y="578521"/>
                  </a:lnTo>
                  <a:lnTo>
                    <a:pt x="2610449" y="580460"/>
                  </a:lnTo>
                  <a:lnTo>
                    <a:pt x="2620178" y="582303"/>
                  </a:lnTo>
                  <a:lnTo>
                    <a:pt x="2629922" y="584052"/>
                  </a:lnTo>
                  <a:lnTo>
                    <a:pt x="2639666" y="585710"/>
                  </a:lnTo>
                  <a:lnTo>
                    <a:pt x="2649410" y="587281"/>
                  </a:lnTo>
                  <a:lnTo>
                    <a:pt x="2659139" y="588763"/>
                  </a:lnTo>
                  <a:lnTo>
                    <a:pt x="2668883" y="590164"/>
                  </a:lnTo>
                  <a:lnTo>
                    <a:pt x="2678627" y="591484"/>
                  </a:lnTo>
                  <a:lnTo>
                    <a:pt x="2688371" y="592725"/>
                  </a:lnTo>
                  <a:lnTo>
                    <a:pt x="2698100" y="593891"/>
                  </a:lnTo>
                  <a:lnTo>
                    <a:pt x="2707844" y="594986"/>
                  </a:lnTo>
                  <a:lnTo>
                    <a:pt x="2717588" y="596011"/>
                  </a:lnTo>
                  <a:lnTo>
                    <a:pt x="2727332" y="596972"/>
                  </a:lnTo>
                  <a:lnTo>
                    <a:pt x="2737076" y="597869"/>
                  </a:lnTo>
                  <a:lnTo>
                    <a:pt x="2746805" y="598705"/>
                  </a:lnTo>
                  <a:lnTo>
                    <a:pt x="2756549" y="599484"/>
                  </a:lnTo>
                  <a:lnTo>
                    <a:pt x="2766293" y="600210"/>
                  </a:lnTo>
                  <a:lnTo>
                    <a:pt x="2776037" y="600883"/>
                  </a:lnTo>
                  <a:lnTo>
                    <a:pt x="2785766" y="601506"/>
                  </a:lnTo>
                  <a:lnTo>
                    <a:pt x="2795510" y="602083"/>
                  </a:lnTo>
                  <a:lnTo>
                    <a:pt x="2805254" y="602615"/>
                  </a:lnTo>
                  <a:lnTo>
                    <a:pt x="2814998" y="603105"/>
                  </a:lnTo>
                  <a:lnTo>
                    <a:pt x="2824727" y="603553"/>
                  </a:lnTo>
                  <a:lnTo>
                    <a:pt x="2834471" y="603962"/>
                  </a:lnTo>
                  <a:lnTo>
                    <a:pt x="2844215" y="604333"/>
                  </a:lnTo>
                  <a:lnTo>
                    <a:pt x="2853958" y="604666"/>
                  </a:lnTo>
                  <a:lnTo>
                    <a:pt x="2863687" y="604964"/>
                  </a:lnTo>
                  <a:lnTo>
                    <a:pt x="2873431" y="605226"/>
                  </a:lnTo>
                  <a:lnTo>
                    <a:pt x="2883175" y="605453"/>
                  </a:lnTo>
                  <a:lnTo>
                    <a:pt x="2892919" y="605645"/>
                  </a:lnTo>
                  <a:lnTo>
                    <a:pt x="2902663" y="605800"/>
                  </a:lnTo>
                  <a:lnTo>
                    <a:pt x="2912392" y="60592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3" name="Freeform 712">
              <a:extLst>
                <a:ext uri="{FF2B5EF4-FFF2-40B4-BE49-F238E27FC236}">
                  <a16:creationId xmlns:a16="http://schemas.microsoft.com/office/drawing/2014/main" id="{E9F537D7-6431-B826-5F28-1649BFFD353D}"/>
                </a:ext>
              </a:extLst>
            </p:cNvPr>
            <p:cNvSpPr/>
            <p:nvPr/>
          </p:nvSpPr>
          <p:spPr>
            <a:xfrm>
              <a:off x="576446" y="3051467"/>
              <a:ext cx="2912392" cy="630143"/>
            </a:xfrm>
            <a:custGeom>
              <a:avLst/>
              <a:gdLst>
                <a:gd name="connsiteX0" fmla="*/ 0 w 2912392"/>
                <a:gd name="connsiteY0" fmla="*/ 0 h 630143"/>
                <a:gd name="connsiteX1" fmla="*/ 9739 w 2912392"/>
                <a:gd name="connsiteY1" fmla="*/ 898 h 630143"/>
                <a:gd name="connsiteX2" fmla="*/ 19480 w 2912392"/>
                <a:gd name="connsiteY2" fmla="*/ 2086 h 630143"/>
                <a:gd name="connsiteX3" fmla="*/ 29221 w 2912392"/>
                <a:gd name="connsiteY3" fmla="*/ 3565 h 630143"/>
                <a:gd name="connsiteX4" fmla="*/ 38961 w 2912392"/>
                <a:gd name="connsiteY4" fmla="*/ 5343 h 630143"/>
                <a:gd name="connsiteX5" fmla="*/ 48702 w 2912392"/>
                <a:gd name="connsiteY5" fmla="*/ 7421 h 630143"/>
                <a:gd name="connsiteX6" fmla="*/ 58443 w 2912392"/>
                <a:gd name="connsiteY6" fmla="*/ 9804 h 630143"/>
                <a:gd name="connsiteX7" fmla="*/ 68182 w 2912392"/>
                <a:gd name="connsiteY7" fmla="*/ 12493 h 630143"/>
                <a:gd name="connsiteX8" fmla="*/ 77923 w 2912392"/>
                <a:gd name="connsiteY8" fmla="*/ 15489 h 630143"/>
                <a:gd name="connsiteX9" fmla="*/ 87664 w 2912392"/>
                <a:gd name="connsiteY9" fmla="*/ 18797 h 630143"/>
                <a:gd name="connsiteX10" fmla="*/ 97404 w 2912392"/>
                <a:gd name="connsiteY10" fmla="*/ 22417 h 630143"/>
                <a:gd name="connsiteX11" fmla="*/ 107145 w 2912392"/>
                <a:gd name="connsiteY11" fmla="*/ 26347 h 630143"/>
                <a:gd name="connsiteX12" fmla="*/ 116886 w 2912392"/>
                <a:gd name="connsiteY12" fmla="*/ 30591 h 630143"/>
                <a:gd name="connsiteX13" fmla="*/ 126625 w 2912392"/>
                <a:gd name="connsiteY13" fmla="*/ 35147 h 630143"/>
                <a:gd name="connsiteX14" fmla="*/ 136366 w 2912392"/>
                <a:gd name="connsiteY14" fmla="*/ 40013 h 630143"/>
                <a:gd name="connsiteX15" fmla="*/ 146107 w 2912392"/>
                <a:gd name="connsiteY15" fmla="*/ 45190 h 630143"/>
                <a:gd name="connsiteX16" fmla="*/ 155846 w 2912392"/>
                <a:gd name="connsiteY16" fmla="*/ 50673 h 630143"/>
                <a:gd name="connsiteX17" fmla="*/ 165587 w 2912392"/>
                <a:gd name="connsiteY17" fmla="*/ 56461 h 630143"/>
                <a:gd name="connsiteX18" fmla="*/ 175328 w 2912392"/>
                <a:gd name="connsiteY18" fmla="*/ 62552 h 630143"/>
                <a:gd name="connsiteX19" fmla="*/ 185068 w 2912392"/>
                <a:gd name="connsiteY19" fmla="*/ 68941 h 630143"/>
                <a:gd name="connsiteX20" fmla="*/ 194809 w 2912392"/>
                <a:gd name="connsiteY20" fmla="*/ 75623 h 630143"/>
                <a:gd name="connsiteX21" fmla="*/ 204550 w 2912392"/>
                <a:gd name="connsiteY21" fmla="*/ 82594 h 630143"/>
                <a:gd name="connsiteX22" fmla="*/ 214289 w 2912392"/>
                <a:gd name="connsiteY22" fmla="*/ 89848 h 630143"/>
                <a:gd name="connsiteX23" fmla="*/ 224030 w 2912392"/>
                <a:gd name="connsiteY23" fmla="*/ 97380 h 630143"/>
                <a:gd name="connsiteX24" fmla="*/ 233771 w 2912392"/>
                <a:gd name="connsiteY24" fmla="*/ 105182 h 630143"/>
                <a:gd name="connsiteX25" fmla="*/ 243510 w 2912392"/>
                <a:gd name="connsiteY25" fmla="*/ 113249 h 630143"/>
                <a:gd name="connsiteX26" fmla="*/ 253251 w 2912392"/>
                <a:gd name="connsiteY26" fmla="*/ 121571 h 630143"/>
                <a:gd name="connsiteX27" fmla="*/ 262992 w 2912392"/>
                <a:gd name="connsiteY27" fmla="*/ 130141 h 630143"/>
                <a:gd name="connsiteX28" fmla="*/ 272732 w 2912392"/>
                <a:gd name="connsiteY28" fmla="*/ 138951 h 630143"/>
                <a:gd name="connsiteX29" fmla="*/ 282473 w 2912392"/>
                <a:gd name="connsiteY29" fmla="*/ 147989 h 630143"/>
                <a:gd name="connsiteX30" fmla="*/ 292214 w 2912392"/>
                <a:gd name="connsiteY30" fmla="*/ 157248 h 630143"/>
                <a:gd name="connsiteX31" fmla="*/ 301953 w 2912392"/>
                <a:gd name="connsiteY31" fmla="*/ 166718 h 630143"/>
                <a:gd name="connsiteX32" fmla="*/ 311694 w 2912392"/>
                <a:gd name="connsiteY32" fmla="*/ 176386 h 630143"/>
                <a:gd name="connsiteX33" fmla="*/ 321435 w 2912392"/>
                <a:gd name="connsiteY33" fmla="*/ 186242 h 630143"/>
                <a:gd name="connsiteX34" fmla="*/ 331175 w 2912392"/>
                <a:gd name="connsiteY34" fmla="*/ 196275 h 630143"/>
                <a:gd name="connsiteX35" fmla="*/ 340916 w 2912392"/>
                <a:gd name="connsiteY35" fmla="*/ 206473 h 630143"/>
                <a:gd name="connsiteX36" fmla="*/ 350656 w 2912392"/>
                <a:gd name="connsiteY36" fmla="*/ 216822 h 630143"/>
                <a:gd name="connsiteX37" fmla="*/ 360396 w 2912392"/>
                <a:gd name="connsiteY37" fmla="*/ 227311 h 630143"/>
                <a:gd name="connsiteX38" fmla="*/ 370137 w 2912392"/>
                <a:gd name="connsiteY38" fmla="*/ 237926 h 630143"/>
                <a:gd name="connsiteX39" fmla="*/ 379878 w 2912392"/>
                <a:gd name="connsiteY39" fmla="*/ 248655 h 630143"/>
                <a:gd name="connsiteX40" fmla="*/ 389617 w 2912392"/>
                <a:gd name="connsiteY40" fmla="*/ 259482 h 630143"/>
                <a:gd name="connsiteX41" fmla="*/ 399358 w 2912392"/>
                <a:gd name="connsiteY41" fmla="*/ 270396 h 630143"/>
                <a:gd name="connsiteX42" fmla="*/ 409099 w 2912392"/>
                <a:gd name="connsiteY42" fmla="*/ 281379 h 630143"/>
                <a:gd name="connsiteX43" fmla="*/ 418839 w 2912392"/>
                <a:gd name="connsiteY43" fmla="*/ 292421 h 630143"/>
                <a:gd name="connsiteX44" fmla="*/ 428580 w 2912392"/>
                <a:gd name="connsiteY44" fmla="*/ 303504 h 630143"/>
                <a:gd name="connsiteX45" fmla="*/ 438321 w 2912392"/>
                <a:gd name="connsiteY45" fmla="*/ 314614 h 630143"/>
                <a:gd name="connsiteX46" fmla="*/ 448060 w 2912392"/>
                <a:gd name="connsiteY46" fmla="*/ 325738 h 630143"/>
                <a:gd name="connsiteX47" fmla="*/ 457801 w 2912392"/>
                <a:gd name="connsiteY47" fmla="*/ 336859 h 630143"/>
                <a:gd name="connsiteX48" fmla="*/ 467542 w 2912392"/>
                <a:gd name="connsiteY48" fmla="*/ 347961 h 630143"/>
                <a:gd name="connsiteX49" fmla="*/ 477281 w 2912392"/>
                <a:gd name="connsiteY49" fmla="*/ 359031 h 630143"/>
                <a:gd name="connsiteX50" fmla="*/ 487022 w 2912392"/>
                <a:gd name="connsiteY50" fmla="*/ 370055 h 630143"/>
                <a:gd name="connsiteX51" fmla="*/ 496763 w 2912392"/>
                <a:gd name="connsiteY51" fmla="*/ 381015 h 630143"/>
                <a:gd name="connsiteX52" fmla="*/ 506503 w 2912392"/>
                <a:gd name="connsiteY52" fmla="*/ 391897 h 630143"/>
                <a:gd name="connsiteX53" fmla="*/ 516244 w 2912392"/>
                <a:gd name="connsiteY53" fmla="*/ 402687 h 630143"/>
                <a:gd name="connsiteX54" fmla="*/ 525985 w 2912392"/>
                <a:gd name="connsiteY54" fmla="*/ 413369 h 630143"/>
                <a:gd name="connsiteX55" fmla="*/ 535724 w 2912392"/>
                <a:gd name="connsiteY55" fmla="*/ 423931 h 630143"/>
                <a:gd name="connsiteX56" fmla="*/ 545465 w 2912392"/>
                <a:gd name="connsiteY56" fmla="*/ 434354 h 630143"/>
                <a:gd name="connsiteX57" fmla="*/ 555206 w 2912392"/>
                <a:gd name="connsiteY57" fmla="*/ 444627 h 630143"/>
                <a:gd name="connsiteX58" fmla="*/ 564946 w 2912392"/>
                <a:gd name="connsiteY58" fmla="*/ 454736 h 630143"/>
                <a:gd name="connsiteX59" fmla="*/ 574687 w 2912392"/>
                <a:gd name="connsiteY59" fmla="*/ 464665 h 630143"/>
                <a:gd name="connsiteX60" fmla="*/ 584428 w 2912392"/>
                <a:gd name="connsiteY60" fmla="*/ 474403 h 630143"/>
                <a:gd name="connsiteX61" fmla="*/ 594167 w 2912392"/>
                <a:gd name="connsiteY61" fmla="*/ 483937 h 630143"/>
                <a:gd name="connsiteX62" fmla="*/ 603908 w 2912392"/>
                <a:gd name="connsiteY62" fmla="*/ 493252 h 630143"/>
                <a:gd name="connsiteX63" fmla="*/ 613649 w 2912392"/>
                <a:gd name="connsiteY63" fmla="*/ 502336 h 630143"/>
                <a:gd name="connsiteX64" fmla="*/ 623388 w 2912392"/>
                <a:gd name="connsiteY64" fmla="*/ 511178 h 630143"/>
                <a:gd name="connsiteX65" fmla="*/ 633129 w 2912392"/>
                <a:gd name="connsiteY65" fmla="*/ 519767 h 630143"/>
                <a:gd name="connsiteX66" fmla="*/ 642870 w 2912392"/>
                <a:gd name="connsiteY66" fmla="*/ 528091 h 630143"/>
                <a:gd name="connsiteX67" fmla="*/ 652610 w 2912392"/>
                <a:gd name="connsiteY67" fmla="*/ 536140 h 630143"/>
                <a:gd name="connsiteX68" fmla="*/ 662351 w 2912392"/>
                <a:gd name="connsiteY68" fmla="*/ 543904 h 630143"/>
                <a:gd name="connsiteX69" fmla="*/ 672092 w 2912392"/>
                <a:gd name="connsiteY69" fmla="*/ 551373 h 630143"/>
                <a:gd name="connsiteX70" fmla="*/ 681831 w 2912392"/>
                <a:gd name="connsiteY70" fmla="*/ 558539 h 630143"/>
                <a:gd name="connsiteX71" fmla="*/ 691572 w 2912392"/>
                <a:gd name="connsiteY71" fmla="*/ 565392 h 630143"/>
                <a:gd name="connsiteX72" fmla="*/ 701313 w 2912392"/>
                <a:gd name="connsiteY72" fmla="*/ 571926 h 630143"/>
                <a:gd name="connsiteX73" fmla="*/ 711052 w 2912392"/>
                <a:gd name="connsiteY73" fmla="*/ 578134 h 630143"/>
                <a:gd name="connsiteX74" fmla="*/ 720793 w 2912392"/>
                <a:gd name="connsiteY74" fmla="*/ 584007 h 630143"/>
                <a:gd name="connsiteX75" fmla="*/ 730534 w 2912392"/>
                <a:gd name="connsiteY75" fmla="*/ 589544 h 630143"/>
                <a:gd name="connsiteX76" fmla="*/ 740274 w 2912392"/>
                <a:gd name="connsiteY76" fmla="*/ 594735 h 630143"/>
                <a:gd name="connsiteX77" fmla="*/ 750015 w 2912392"/>
                <a:gd name="connsiteY77" fmla="*/ 599578 h 630143"/>
                <a:gd name="connsiteX78" fmla="*/ 759756 w 2912392"/>
                <a:gd name="connsiteY78" fmla="*/ 604069 h 630143"/>
                <a:gd name="connsiteX79" fmla="*/ 769495 w 2912392"/>
                <a:gd name="connsiteY79" fmla="*/ 608205 h 630143"/>
                <a:gd name="connsiteX80" fmla="*/ 779236 w 2912392"/>
                <a:gd name="connsiteY80" fmla="*/ 611985 h 630143"/>
                <a:gd name="connsiteX81" fmla="*/ 788977 w 2912392"/>
                <a:gd name="connsiteY81" fmla="*/ 615404 h 630143"/>
                <a:gd name="connsiteX82" fmla="*/ 798717 w 2912392"/>
                <a:gd name="connsiteY82" fmla="*/ 618464 h 630143"/>
                <a:gd name="connsiteX83" fmla="*/ 808458 w 2912392"/>
                <a:gd name="connsiteY83" fmla="*/ 621165 h 630143"/>
                <a:gd name="connsiteX84" fmla="*/ 818199 w 2912392"/>
                <a:gd name="connsiteY84" fmla="*/ 623506 h 630143"/>
                <a:gd name="connsiteX85" fmla="*/ 827938 w 2912392"/>
                <a:gd name="connsiteY85" fmla="*/ 625491 h 630143"/>
                <a:gd name="connsiteX86" fmla="*/ 837679 w 2912392"/>
                <a:gd name="connsiteY86" fmla="*/ 627118 h 630143"/>
                <a:gd name="connsiteX87" fmla="*/ 847420 w 2912392"/>
                <a:gd name="connsiteY87" fmla="*/ 628394 h 630143"/>
                <a:gd name="connsiteX88" fmla="*/ 857159 w 2912392"/>
                <a:gd name="connsiteY88" fmla="*/ 629320 h 630143"/>
                <a:gd name="connsiteX89" fmla="*/ 866900 w 2912392"/>
                <a:gd name="connsiteY89" fmla="*/ 629902 h 630143"/>
                <a:gd name="connsiteX90" fmla="*/ 876641 w 2912392"/>
                <a:gd name="connsiteY90" fmla="*/ 630144 h 630143"/>
                <a:gd name="connsiteX91" fmla="*/ 886381 w 2912392"/>
                <a:gd name="connsiteY91" fmla="*/ 630051 h 630143"/>
                <a:gd name="connsiteX92" fmla="*/ 896122 w 2912392"/>
                <a:gd name="connsiteY92" fmla="*/ 629631 h 630143"/>
                <a:gd name="connsiteX93" fmla="*/ 905863 w 2912392"/>
                <a:gd name="connsiteY93" fmla="*/ 628890 h 630143"/>
                <a:gd name="connsiteX94" fmla="*/ 915602 w 2912392"/>
                <a:gd name="connsiteY94" fmla="*/ 627837 h 630143"/>
                <a:gd name="connsiteX95" fmla="*/ 925343 w 2912392"/>
                <a:gd name="connsiteY95" fmla="*/ 626478 h 630143"/>
                <a:gd name="connsiteX96" fmla="*/ 935084 w 2912392"/>
                <a:gd name="connsiteY96" fmla="*/ 624825 h 630143"/>
                <a:gd name="connsiteX97" fmla="*/ 944824 w 2912392"/>
                <a:gd name="connsiteY97" fmla="*/ 622885 h 630143"/>
                <a:gd name="connsiteX98" fmla="*/ 954564 w 2912392"/>
                <a:gd name="connsiteY98" fmla="*/ 620668 h 630143"/>
                <a:gd name="connsiteX99" fmla="*/ 964305 w 2912392"/>
                <a:gd name="connsiteY99" fmla="*/ 618187 h 630143"/>
                <a:gd name="connsiteX100" fmla="*/ 974045 w 2912392"/>
                <a:gd name="connsiteY100" fmla="*/ 615452 h 630143"/>
                <a:gd name="connsiteX101" fmla="*/ 983786 w 2912392"/>
                <a:gd name="connsiteY101" fmla="*/ 612473 h 630143"/>
                <a:gd name="connsiteX102" fmla="*/ 993522 w 2912392"/>
                <a:gd name="connsiteY102" fmla="*/ 609266 h 630143"/>
                <a:gd name="connsiteX103" fmla="*/ 1003266 w 2912392"/>
                <a:gd name="connsiteY103" fmla="*/ 605840 h 630143"/>
                <a:gd name="connsiteX104" fmla="*/ 1013010 w 2912392"/>
                <a:gd name="connsiteY104" fmla="*/ 602209 h 630143"/>
                <a:gd name="connsiteX105" fmla="*/ 1022754 w 2912392"/>
                <a:gd name="connsiteY105" fmla="*/ 598386 h 630143"/>
                <a:gd name="connsiteX106" fmla="*/ 1032483 w 2912392"/>
                <a:gd name="connsiteY106" fmla="*/ 594386 h 630143"/>
                <a:gd name="connsiteX107" fmla="*/ 1042227 w 2912392"/>
                <a:gd name="connsiteY107" fmla="*/ 590222 h 630143"/>
                <a:gd name="connsiteX108" fmla="*/ 1051971 w 2912392"/>
                <a:gd name="connsiteY108" fmla="*/ 585908 h 630143"/>
                <a:gd name="connsiteX109" fmla="*/ 1061715 w 2912392"/>
                <a:gd name="connsiteY109" fmla="*/ 581458 h 630143"/>
                <a:gd name="connsiteX110" fmla="*/ 1071444 w 2912392"/>
                <a:gd name="connsiteY110" fmla="*/ 576889 h 630143"/>
                <a:gd name="connsiteX111" fmla="*/ 1081188 w 2912392"/>
                <a:gd name="connsiteY111" fmla="*/ 572212 h 630143"/>
                <a:gd name="connsiteX112" fmla="*/ 1090932 w 2912392"/>
                <a:gd name="connsiteY112" fmla="*/ 567444 h 630143"/>
                <a:gd name="connsiteX113" fmla="*/ 1100676 w 2912392"/>
                <a:gd name="connsiteY113" fmla="*/ 562599 h 630143"/>
                <a:gd name="connsiteX114" fmla="*/ 1110405 w 2912392"/>
                <a:gd name="connsiteY114" fmla="*/ 557694 h 630143"/>
                <a:gd name="connsiteX115" fmla="*/ 1120149 w 2912392"/>
                <a:gd name="connsiteY115" fmla="*/ 552742 h 630143"/>
                <a:gd name="connsiteX116" fmla="*/ 1129893 w 2912392"/>
                <a:gd name="connsiteY116" fmla="*/ 547758 h 630143"/>
                <a:gd name="connsiteX117" fmla="*/ 1139637 w 2912392"/>
                <a:gd name="connsiteY117" fmla="*/ 542756 h 630143"/>
                <a:gd name="connsiteX118" fmla="*/ 1149381 w 2912392"/>
                <a:gd name="connsiteY118" fmla="*/ 537752 h 630143"/>
                <a:gd name="connsiteX119" fmla="*/ 1159110 w 2912392"/>
                <a:gd name="connsiteY119" fmla="*/ 532761 h 630143"/>
                <a:gd name="connsiteX120" fmla="*/ 1168854 w 2912392"/>
                <a:gd name="connsiteY120" fmla="*/ 527795 h 630143"/>
                <a:gd name="connsiteX121" fmla="*/ 1178598 w 2912392"/>
                <a:gd name="connsiteY121" fmla="*/ 522869 h 630143"/>
                <a:gd name="connsiteX122" fmla="*/ 1188341 w 2912392"/>
                <a:gd name="connsiteY122" fmla="*/ 517997 h 630143"/>
                <a:gd name="connsiteX123" fmla="*/ 1198070 w 2912392"/>
                <a:gd name="connsiteY123" fmla="*/ 513192 h 630143"/>
                <a:gd name="connsiteX124" fmla="*/ 1207814 w 2912392"/>
                <a:gd name="connsiteY124" fmla="*/ 508468 h 630143"/>
                <a:gd name="connsiteX125" fmla="*/ 1217558 w 2912392"/>
                <a:gd name="connsiteY125" fmla="*/ 503836 h 630143"/>
                <a:gd name="connsiteX126" fmla="*/ 1227302 w 2912392"/>
                <a:gd name="connsiteY126" fmla="*/ 499308 h 630143"/>
                <a:gd name="connsiteX127" fmla="*/ 1237031 w 2912392"/>
                <a:gd name="connsiteY127" fmla="*/ 494896 h 630143"/>
                <a:gd name="connsiteX128" fmla="*/ 1246775 w 2912392"/>
                <a:gd name="connsiteY128" fmla="*/ 490613 h 630143"/>
                <a:gd name="connsiteX129" fmla="*/ 1256519 w 2912392"/>
                <a:gd name="connsiteY129" fmla="*/ 486468 h 630143"/>
                <a:gd name="connsiteX130" fmla="*/ 1266263 w 2912392"/>
                <a:gd name="connsiteY130" fmla="*/ 482472 h 630143"/>
                <a:gd name="connsiteX131" fmla="*/ 1276007 w 2912392"/>
                <a:gd name="connsiteY131" fmla="*/ 478633 h 630143"/>
                <a:gd name="connsiteX132" fmla="*/ 1285736 w 2912392"/>
                <a:gd name="connsiteY132" fmla="*/ 474962 h 630143"/>
                <a:gd name="connsiteX133" fmla="*/ 1295480 w 2912392"/>
                <a:gd name="connsiteY133" fmla="*/ 471466 h 630143"/>
                <a:gd name="connsiteX134" fmla="*/ 1305224 w 2912392"/>
                <a:gd name="connsiteY134" fmla="*/ 468153 h 630143"/>
                <a:gd name="connsiteX135" fmla="*/ 1314968 w 2912392"/>
                <a:gd name="connsiteY135" fmla="*/ 465030 h 630143"/>
                <a:gd name="connsiteX136" fmla="*/ 1324697 w 2912392"/>
                <a:gd name="connsiteY136" fmla="*/ 462104 h 630143"/>
                <a:gd name="connsiteX137" fmla="*/ 1334441 w 2912392"/>
                <a:gd name="connsiteY137" fmla="*/ 459380 h 630143"/>
                <a:gd name="connsiteX138" fmla="*/ 1344185 w 2912392"/>
                <a:gd name="connsiteY138" fmla="*/ 456865 h 630143"/>
                <a:gd name="connsiteX139" fmla="*/ 1353929 w 2912392"/>
                <a:gd name="connsiteY139" fmla="*/ 454560 h 630143"/>
                <a:gd name="connsiteX140" fmla="*/ 1363658 w 2912392"/>
                <a:gd name="connsiteY140" fmla="*/ 452472 h 630143"/>
                <a:gd name="connsiteX141" fmla="*/ 1373402 w 2912392"/>
                <a:gd name="connsiteY141" fmla="*/ 450602 h 630143"/>
                <a:gd name="connsiteX142" fmla="*/ 1383146 w 2912392"/>
                <a:gd name="connsiteY142" fmla="*/ 448953 h 630143"/>
                <a:gd name="connsiteX143" fmla="*/ 1392890 w 2912392"/>
                <a:gd name="connsiteY143" fmla="*/ 447527 h 630143"/>
                <a:gd name="connsiteX144" fmla="*/ 1402619 w 2912392"/>
                <a:gd name="connsiteY144" fmla="*/ 446323 h 630143"/>
                <a:gd name="connsiteX145" fmla="*/ 1412363 w 2912392"/>
                <a:gd name="connsiteY145" fmla="*/ 445342 h 630143"/>
                <a:gd name="connsiteX146" fmla="*/ 1422106 w 2912392"/>
                <a:gd name="connsiteY146" fmla="*/ 444584 h 630143"/>
                <a:gd name="connsiteX147" fmla="*/ 1431850 w 2912392"/>
                <a:gd name="connsiteY147" fmla="*/ 444049 h 630143"/>
                <a:gd name="connsiteX148" fmla="*/ 1441594 w 2912392"/>
                <a:gd name="connsiteY148" fmla="*/ 443732 h 630143"/>
                <a:gd name="connsiteX149" fmla="*/ 1451323 w 2912392"/>
                <a:gd name="connsiteY149" fmla="*/ 443634 h 630143"/>
                <a:gd name="connsiteX150" fmla="*/ 1461067 w 2912392"/>
                <a:gd name="connsiteY150" fmla="*/ 443748 h 630143"/>
                <a:gd name="connsiteX151" fmla="*/ 1470811 w 2912392"/>
                <a:gd name="connsiteY151" fmla="*/ 444075 h 630143"/>
                <a:gd name="connsiteX152" fmla="*/ 1480555 w 2912392"/>
                <a:gd name="connsiteY152" fmla="*/ 444605 h 630143"/>
                <a:gd name="connsiteX153" fmla="*/ 1490284 w 2912392"/>
                <a:gd name="connsiteY153" fmla="*/ 445337 h 630143"/>
                <a:gd name="connsiteX154" fmla="*/ 1500028 w 2912392"/>
                <a:gd name="connsiteY154" fmla="*/ 446265 h 630143"/>
                <a:gd name="connsiteX155" fmla="*/ 1509772 w 2912392"/>
                <a:gd name="connsiteY155" fmla="*/ 447381 h 630143"/>
                <a:gd name="connsiteX156" fmla="*/ 1519516 w 2912392"/>
                <a:gd name="connsiteY156" fmla="*/ 448680 h 630143"/>
                <a:gd name="connsiteX157" fmla="*/ 1529245 w 2912392"/>
                <a:gd name="connsiteY157" fmla="*/ 450155 h 630143"/>
                <a:gd name="connsiteX158" fmla="*/ 1538989 w 2912392"/>
                <a:gd name="connsiteY158" fmla="*/ 451798 h 630143"/>
                <a:gd name="connsiteX159" fmla="*/ 1548733 w 2912392"/>
                <a:gd name="connsiteY159" fmla="*/ 453602 h 630143"/>
                <a:gd name="connsiteX160" fmla="*/ 1558477 w 2912392"/>
                <a:gd name="connsiteY160" fmla="*/ 455557 h 630143"/>
                <a:gd name="connsiteX161" fmla="*/ 1568221 w 2912392"/>
                <a:gd name="connsiteY161" fmla="*/ 457655 h 630143"/>
                <a:gd name="connsiteX162" fmla="*/ 1577950 w 2912392"/>
                <a:gd name="connsiteY162" fmla="*/ 459888 h 630143"/>
                <a:gd name="connsiteX163" fmla="*/ 1587694 w 2912392"/>
                <a:gd name="connsiteY163" fmla="*/ 462245 h 630143"/>
                <a:gd name="connsiteX164" fmla="*/ 1597438 w 2912392"/>
                <a:gd name="connsiteY164" fmla="*/ 464719 h 630143"/>
                <a:gd name="connsiteX165" fmla="*/ 1607182 w 2912392"/>
                <a:gd name="connsiteY165" fmla="*/ 467298 h 630143"/>
                <a:gd name="connsiteX166" fmla="*/ 1616911 w 2912392"/>
                <a:gd name="connsiteY166" fmla="*/ 469971 h 630143"/>
                <a:gd name="connsiteX167" fmla="*/ 1626655 w 2912392"/>
                <a:gd name="connsiteY167" fmla="*/ 472730 h 630143"/>
                <a:gd name="connsiteX168" fmla="*/ 1636399 w 2912392"/>
                <a:gd name="connsiteY168" fmla="*/ 475565 h 630143"/>
                <a:gd name="connsiteX169" fmla="*/ 1646142 w 2912392"/>
                <a:gd name="connsiteY169" fmla="*/ 478464 h 630143"/>
                <a:gd name="connsiteX170" fmla="*/ 1655872 w 2912392"/>
                <a:gd name="connsiteY170" fmla="*/ 481417 h 630143"/>
                <a:gd name="connsiteX171" fmla="*/ 1665616 w 2912392"/>
                <a:gd name="connsiteY171" fmla="*/ 484415 h 630143"/>
                <a:gd name="connsiteX172" fmla="*/ 1675359 w 2912392"/>
                <a:gd name="connsiteY172" fmla="*/ 487446 h 630143"/>
                <a:gd name="connsiteX173" fmla="*/ 1685103 w 2912392"/>
                <a:gd name="connsiteY173" fmla="*/ 490498 h 630143"/>
                <a:gd name="connsiteX174" fmla="*/ 1694832 w 2912392"/>
                <a:gd name="connsiteY174" fmla="*/ 493565 h 630143"/>
                <a:gd name="connsiteX175" fmla="*/ 1704576 w 2912392"/>
                <a:gd name="connsiteY175" fmla="*/ 496632 h 630143"/>
                <a:gd name="connsiteX176" fmla="*/ 1714320 w 2912392"/>
                <a:gd name="connsiteY176" fmla="*/ 499694 h 630143"/>
                <a:gd name="connsiteX177" fmla="*/ 1724064 w 2912392"/>
                <a:gd name="connsiteY177" fmla="*/ 502736 h 630143"/>
                <a:gd name="connsiteX178" fmla="*/ 1733808 w 2912392"/>
                <a:gd name="connsiteY178" fmla="*/ 505752 h 630143"/>
                <a:gd name="connsiteX179" fmla="*/ 1743537 w 2912392"/>
                <a:gd name="connsiteY179" fmla="*/ 508730 h 630143"/>
                <a:gd name="connsiteX180" fmla="*/ 1753281 w 2912392"/>
                <a:gd name="connsiteY180" fmla="*/ 511661 h 630143"/>
                <a:gd name="connsiteX181" fmla="*/ 1763025 w 2912392"/>
                <a:gd name="connsiteY181" fmla="*/ 514538 h 630143"/>
                <a:gd name="connsiteX182" fmla="*/ 1772769 w 2912392"/>
                <a:gd name="connsiteY182" fmla="*/ 517349 h 630143"/>
                <a:gd name="connsiteX183" fmla="*/ 1782498 w 2912392"/>
                <a:gd name="connsiteY183" fmla="*/ 520088 h 630143"/>
                <a:gd name="connsiteX184" fmla="*/ 1792242 w 2912392"/>
                <a:gd name="connsiteY184" fmla="*/ 522747 h 630143"/>
                <a:gd name="connsiteX185" fmla="*/ 1801986 w 2912392"/>
                <a:gd name="connsiteY185" fmla="*/ 525316 h 630143"/>
                <a:gd name="connsiteX186" fmla="*/ 1811730 w 2912392"/>
                <a:gd name="connsiteY186" fmla="*/ 527790 h 630143"/>
                <a:gd name="connsiteX187" fmla="*/ 1821459 w 2912392"/>
                <a:gd name="connsiteY187" fmla="*/ 530161 h 630143"/>
                <a:gd name="connsiteX188" fmla="*/ 1831203 w 2912392"/>
                <a:gd name="connsiteY188" fmla="*/ 532423 h 630143"/>
                <a:gd name="connsiteX189" fmla="*/ 1840947 w 2912392"/>
                <a:gd name="connsiteY189" fmla="*/ 534567 h 630143"/>
                <a:gd name="connsiteX190" fmla="*/ 1850691 w 2912392"/>
                <a:gd name="connsiteY190" fmla="*/ 536591 h 630143"/>
                <a:gd name="connsiteX191" fmla="*/ 1860435 w 2912392"/>
                <a:gd name="connsiteY191" fmla="*/ 538488 h 630143"/>
                <a:gd name="connsiteX192" fmla="*/ 1870164 w 2912392"/>
                <a:gd name="connsiteY192" fmla="*/ 540253 h 630143"/>
                <a:gd name="connsiteX193" fmla="*/ 1879908 w 2912392"/>
                <a:gd name="connsiteY193" fmla="*/ 541883 h 630143"/>
                <a:gd name="connsiteX194" fmla="*/ 1889652 w 2912392"/>
                <a:gd name="connsiteY194" fmla="*/ 543372 h 630143"/>
                <a:gd name="connsiteX195" fmla="*/ 1899395 w 2912392"/>
                <a:gd name="connsiteY195" fmla="*/ 544719 h 630143"/>
                <a:gd name="connsiteX196" fmla="*/ 1909124 w 2912392"/>
                <a:gd name="connsiteY196" fmla="*/ 545918 h 630143"/>
                <a:gd name="connsiteX197" fmla="*/ 1918868 w 2912392"/>
                <a:gd name="connsiteY197" fmla="*/ 546970 h 630143"/>
                <a:gd name="connsiteX198" fmla="*/ 1928612 w 2912392"/>
                <a:gd name="connsiteY198" fmla="*/ 547871 h 630143"/>
                <a:gd name="connsiteX199" fmla="*/ 1938356 w 2912392"/>
                <a:gd name="connsiteY199" fmla="*/ 548619 h 630143"/>
                <a:gd name="connsiteX200" fmla="*/ 1948085 w 2912392"/>
                <a:gd name="connsiteY200" fmla="*/ 549215 h 630143"/>
                <a:gd name="connsiteX201" fmla="*/ 1957829 w 2912392"/>
                <a:gd name="connsiteY201" fmla="*/ 549658 h 630143"/>
                <a:gd name="connsiteX202" fmla="*/ 1967573 w 2912392"/>
                <a:gd name="connsiteY202" fmla="*/ 549945 h 630143"/>
                <a:gd name="connsiteX203" fmla="*/ 1977317 w 2912392"/>
                <a:gd name="connsiteY203" fmla="*/ 550081 h 630143"/>
                <a:gd name="connsiteX204" fmla="*/ 1987046 w 2912392"/>
                <a:gd name="connsiteY204" fmla="*/ 550064 h 630143"/>
                <a:gd name="connsiteX205" fmla="*/ 1996790 w 2912392"/>
                <a:gd name="connsiteY205" fmla="*/ 549898 h 630143"/>
                <a:gd name="connsiteX206" fmla="*/ 2006534 w 2912392"/>
                <a:gd name="connsiteY206" fmla="*/ 549582 h 630143"/>
                <a:gd name="connsiteX207" fmla="*/ 2016278 w 2912392"/>
                <a:gd name="connsiteY207" fmla="*/ 549120 h 630143"/>
                <a:gd name="connsiteX208" fmla="*/ 2026022 w 2912392"/>
                <a:gd name="connsiteY208" fmla="*/ 548515 h 630143"/>
                <a:gd name="connsiteX209" fmla="*/ 2035751 w 2912392"/>
                <a:gd name="connsiteY209" fmla="*/ 547770 h 630143"/>
                <a:gd name="connsiteX210" fmla="*/ 2045495 w 2912392"/>
                <a:gd name="connsiteY210" fmla="*/ 546887 h 630143"/>
                <a:gd name="connsiteX211" fmla="*/ 2055239 w 2912392"/>
                <a:gd name="connsiteY211" fmla="*/ 545872 h 630143"/>
                <a:gd name="connsiteX212" fmla="*/ 2064983 w 2912392"/>
                <a:gd name="connsiteY212" fmla="*/ 544731 h 630143"/>
                <a:gd name="connsiteX213" fmla="*/ 2074712 w 2912392"/>
                <a:gd name="connsiteY213" fmla="*/ 543464 h 630143"/>
                <a:gd name="connsiteX214" fmla="*/ 2084456 w 2912392"/>
                <a:gd name="connsiteY214" fmla="*/ 542082 h 630143"/>
                <a:gd name="connsiteX215" fmla="*/ 2094200 w 2912392"/>
                <a:gd name="connsiteY215" fmla="*/ 540586 h 630143"/>
                <a:gd name="connsiteX216" fmla="*/ 2103944 w 2912392"/>
                <a:gd name="connsiteY216" fmla="*/ 538984 h 630143"/>
                <a:gd name="connsiteX217" fmla="*/ 2113673 w 2912392"/>
                <a:gd name="connsiteY217" fmla="*/ 537281 h 630143"/>
                <a:gd name="connsiteX218" fmla="*/ 2123417 w 2912392"/>
                <a:gd name="connsiteY218" fmla="*/ 535486 h 630143"/>
                <a:gd name="connsiteX219" fmla="*/ 2133161 w 2912392"/>
                <a:gd name="connsiteY219" fmla="*/ 533604 h 630143"/>
                <a:gd name="connsiteX220" fmla="*/ 2142905 w 2912392"/>
                <a:gd name="connsiteY220" fmla="*/ 531642 h 630143"/>
                <a:gd name="connsiteX221" fmla="*/ 2152649 w 2912392"/>
                <a:gd name="connsiteY221" fmla="*/ 529608 h 630143"/>
                <a:gd name="connsiteX222" fmla="*/ 2162377 w 2912392"/>
                <a:gd name="connsiteY222" fmla="*/ 527510 h 630143"/>
                <a:gd name="connsiteX223" fmla="*/ 2172121 w 2912392"/>
                <a:gd name="connsiteY223" fmla="*/ 525354 h 630143"/>
                <a:gd name="connsiteX224" fmla="*/ 2181865 w 2912392"/>
                <a:gd name="connsiteY224" fmla="*/ 523149 h 630143"/>
                <a:gd name="connsiteX225" fmla="*/ 2191609 w 2912392"/>
                <a:gd name="connsiteY225" fmla="*/ 520904 h 630143"/>
                <a:gd name="connsiteX226" fmla="*/ 2201338 w 2912392"/>
                <a:gd name="connsiteY226" fmla="*/ 518625 h 630143"/>
                <a:gd name="connsiteX227" fmla="*/ 2211082 w 2912392"/>
                <a:gd name="connsiteY227" fmla="*/ 516323 h 630143"/>
                <a:gd name="connsiteX228" fmla="*/ 2220826 w 2912392"/>
                <a:gd name="connsiteY228" fmla="*/ 514003 h 630143"/>
                <a:gd name="connsiteX229" fmla="*/ 2230570 w 2912392"/>
                <a:gd name="connsiteY229" fmla="*/ 511676 h 630143"/>
                <a:gd name="connsiteX230" fmla="*/ 2240299 w 2912392"/>
                <a:gd name="connsiteY230" fmla="*/ 509349 h 630143"/>
                <a:gd name="connsiteX231" fmla="*/ 2250043 w 2912392"/>
                <a:gd name="connsiteY231" fmla="*/ 507032 h 630143"/>
                <a:gd name="connsiteX232" fmla="*/ 2259787 w 2912392"/>
                <a:gd name="connsiteY232" fmla="*/ 504731 h 630143"/>
                <a:gd name="connsiteX233" fmla="*/ 2269531 w 2912392"/>
                <a:gd name="connsiteY233" fmla="*/ 502458 h 630143"/>
                <a:gd name="connsiteX234" fmla="*/ 2279260 w 2912392"/>
                <a:gd name="connsiteY234" fmla="*/ 500217 h 630143"/>
                <a:gd name="connsiteX235" fmla="*/ 2289004 w 2912392"/>
                <a:gd name="connsiteY235" fmla="*/ 498021 h 630143"/>
                <a:gd name="connsiteX236" fmla="*/ 2298748 w 2912392"/>
                <a:gd name="connsiteY236" fmla="*/ 495874 h 630143"/>
                <a:gd name="connsiteX237" fmla="*/ 2308492 w 2912392"/>
                <a:gd name="connsiteY237" fmla="*/ 493785 h 630143"/>
                <a:gd name="connsiteX238" fmla="*/ 2318236 w 2912392"/>
                <a:gd name="connsiteY238" fmla="*/ 491763 h 630143"/>
                <a:gd name="connsiteX239" fmla="*/ 2327965 w 2912392"/>
                <a:gd name="connsiteY239" fmla="*/ 489814 h 630143"/>
                <a:gd name="connsiteX240" fmla="*/ 2337709 w 2912392"/>
                <a:gd name="connsiteY240" fmla="*/ 487948 h 630143"/>
                <a:gd name="connsiteX241" fmla="*/ 2347453 w 2912392"/>
                <a:gd name="connsiteY241" fmla="*/ 486169 h 630143"/>
                <a:gd name="connsiteX242" fmla="*/ 2357197 w 2912392"/>
                <a:gd name="connsiteY242" fmla="*/ 484485 h 630143"/>
                <a:gd name="connsiteX243" fmla="*/ 2366926 w 2912392"/>
                <a:gd name="connsiteY243" fmla="*/ 482903 h 630143"/>
                <a:gd name="connsiteX244" fmla="*/ 2376670 w 2912392"/>
                <a:gd name="connsiteY244" fmla="*/ 481429 h 630143"/>
                <a:gd name="connsiteX245" fmla="*/ 2386413 w 2912392"/>
                <a:gd name="connsiteY245" fmla="*/ 480069 h 630143"/>
                <a:gd name="connsiteX246" fmla="*/ 2396157 w 2912392"/>
                <a:gd name="connsiteY246" fmla="*/ 478829 h 630143"/>
                <a:gd name="connsiteX247" fmla="*/ 2405886 w 2912392"/>
                <a:gd name="connsiteY247" fmla="*/ 477713 h 630143"/>
                <a:gd name="connsiteX248" fmla="*/ 2415630 w 2912392"/>
                <a:gd name="connsiteY248" fmla="*/ 476727 h 630143"/>
                <a:gd name="connsiteX249" fmla="*/ 2425374 w 2912392"/>
                <a:gd name="connsiteY249" fmla="*/ 475876 h 630143"/>
                <a:gd name="connsiteX250" fmla="*/ 2435118 w 2912392"/>
                <a:gd name="connsiteY250" fmla="*/ 475164 h 630143"/>
                <a:gd name="connsiteX251" fmla="*/ 2444862 w 2912392"/>
                <a:gd name="connsiteY251" fmla="*/ 474592 h 630143"/>
                <a:gd name="connsiteX252" fmla="*/ 2454591 w 2912392"/>
                <a:gd name="connsiteY252" fmla="*/ 474166 h 630143"/>
                <a:gd name="connsiteX253" fmla="*/ 2464335 w 2912392"/>
                <a:gd name="connsiteY253" fmla="*/ 473889 h 630143"/>
                <a:gd name="connsiteX254" fmla="*/ 2474079 w 2912392"/>
                <a:gd name="connsiteY254" fmla="*/ 473762 h 630143"/>
                <a:gd name="connsiteX255" fmla="*/ 2483823 w 2912392"/>
                <a:gd name="connsiteY255" fmla="*/ 473786 h 630143"/>
                <a:gd name="connsiteX256" fmla="*/ 2493552 w 2912392"/>
                <a:gd name="connsiteY256" fmla="*/ 473965 h 630143"/>
                <a:gd name="connsiteX257" fmla="*/ 2503296 w 2912392"/>
                <a:gd name="connsiteY257" fmla="*/ 474297 h 630143"/>
                <a:gd name="connsiteX258" fmla="*/ 2513040 w 2912392"/>
                <a:gd name="connsiteY258" fmla="*/ 474786 h 630143"/>
                <a:gd name="connsiteX259" fmla="*/ 2522784 w 2912392"/>
                <a:gd name="connsiteY259" fmla="*/ 475428 h 630143"/>
                <a:gd name="connsiteX260" fmla="*/ 2532513 w 2912392"/>
                <a:gd name="connsiteY260" fmla="*/ 476225 h 630143"/>
                <a:gd name="connsiteX261" fmla="*/ 2542257 w 2912392"/>
                <a:gd name="connsiteY261" fmla="*/ 477177 h 630143"/>
                <a:gd name="connsiteX262" fmla="*/ 2552001 w 2912392"/>
                <a:gd name="connsiteY262" fmla="*/ 478280 h 630143"/>
                <a:gd name="connsiteX263" fmla="*/ 2561745 w 2912392"/>
                <a:gd name="connsiteY263" fmla="*/ 479533 h 630143"/>
                <a:gd name="connsiteX264" fmla="*/ 2571474 w 2912392"/>
                <a:gd name="connsiteY264" fmla="*/ 480933 h 630143"/>
                <a:gd name="connsiteX265" fmla="*/ 2581218 w 2912392"/>
                <a:gd name="connsiteY265" fmla="*/ 482478 h 630143"/>
                <a:gd name="connsiteX266" fmla="*/ 2590962 w 2912392"/>
                <a:gd name="connsiteY266" fmla="*/ 484165 h 630143"/>
                <a:gd name="connsiteX267" fmla="*/ 2600705 w 2912392"/>
                <a:gd name="connsiteY267" fmla="*/ 485990 h 630143"/>
                <a:gd name="connsiteX268" fmla="*/ 2610449 w 2912392"/>
                <a:gd name="connsiteY268" fmla="*/ 487948 h 630143"/>
                <a:gd name="connsiteX269" fmla="*/ 2620178 w 2912392"/>
                <a:gd name="connsiteY269" fmla="*/ 490035 h 630143"/>
                <a:gd name="connsiteX270" fmla="*/ 2629922 w 2912392"/>
                <a:gd name="connsiteY270" fmla="*/ 492246 h 630143"/>
                <a:gd name="connsiteX271" fmla="*/ 2639666 w 2912392"/>
                <a:gd name="connsiteY271" fmla="*/ 494576 h 630143"/>
                <a:gd name="connsiteX272" fmla="*/ 2649410 w 2912392"/>
                <a:gd name="connsiteY272" fmla="*/ 497020 h 630143"/>
                <a:gd name="connsiteX273" fmla="*/ 2659139 w 2912392"/>
                <a:gd name="connsiteY273" fmla="*/ 499569 h 630143"/>
                <a:gd name="connsiteX274" fmla="*/ 2668883 w 2912392"/>
                <a:gd name="connsiteY274" fmla="*/ 502219 h 630143"/>
                <a:gd name="connsiteX275" fmla="*/ 2678627 w 2912392"/>
                <a:gd name="connsiteY275" fmla="*/ 504964 h 630143"/>
                <a:gd name="connsiteX276" fmla="*/ 2688371 w 2912392"/>
                <a:gd name="connsiteY276" fmla="*/ 507795 h 630143"/>
                <a:gd name="connsiteX277" fmla="*/ 2698100 w 2912392"/>
                <a:gd name="connsiteY277" fmla="*/ 510704 h 630143"/>
                <a:gd name="connsiteX278" fmla="*/ 2707844 w 2912392"/>
                <a:gd name="connsiteY278" fmla="*/ 513687 h 630143"/>
                <a:gd name="connsiteX279" fmla="*/ 2717588 w 2912392"/>
                <a:gd name="connsiteY279" fmla="*/ 516734 h 630143"/>
                <a:gd name="connsiteX280" fmla="*/ 2727332 w 2912392"/>
                <a:gd name="connsiteY280" fmla="*/ 519837 h 630143"/>
                <a:gd name="connsiteX281" fmla="*/ 2737076 w 2912392"/>
                <a:gd name="connsiteY281" fmla="*/ 522988 h 630143"/>
                <a:gd name="connsiteX282" fmla="*/ 2746805 w 2912392"/>
                <a:gd name="connsiteY282" fmla="*/ 526180 h 630143"/>
                <a:gd name="connsiteX283" fmla="*/ 2756549 w 2912392"/>
                <a:gd name="connsiteY283" fmla="*/ 529403 h 630143"/>
                <a:gd name="connsiteX284" fmla="*/ 2766293 w 2912392"/>
                <a:gd name="connsiteY284" fmla="*/ 532649 h 630143"/>
                <a:gd name="connsiteX285" fmla="*/ 2776037 w 2912392"/>
                <a:gd name="connsiteY285" fmla="*/ 535910 h 630143"/>
                <a:gd name="connsiteX286" fmla="*/ 2785766 w 2912392"/>
                <a:gd name="connsiteY286" fmla="*/ 539178 h 630143"/>
                <a:gd name="connsiteX287" fmla="*/ 2795510 w 2912392"/>
                <a:gd name="connsiteY287" fmla="*/ 542444 h 630143"/>
                <a:gd name="connsiteX288" fmla="*/ 2805254 w 2912392"/>
                <a:gd name="connsiteY288" fmla="*/ 545698 h 630143"/>
                <a:gd name="connsiteX289" fmla="*/ 2814998 w 2912392"/>
                <a:gd name="connsiteY289" fmla="*/ 548934 h 630143"/>
                <a:gd name="connsiteX290" fmla="*/ 2824727 w 2912392"/>
                <a:gd name="connsiteY290" fmla="*/ 552141 h 630143"/>
                <a:gd name="connsiteX291" fmla="*/ 2834471 w 2912392"/>
                <a:gd name="connsiteY291" fmla="*/ 555312 h 630143"/>
                <a:gd name="connsiteX292" fmla="*/ 2844215 w 2912392"/>
                <a:gd name="connsiteY292" fmla="*/ 558441 h 630143"/>
                <a:gd name="connsiteX293" fmla="*/ 2853958 w 2912392"/>
                <a:gd name="connsiteY293" fmla="*/ 561516 h 630143"/>
                <a:gd name="connsiteX294" fmla="*/ 2863687 w 2912392"/>
                <a:gd name="connsiteY294" fmla="*/ 564530 h 630143"/>
                <a:gd name="connsiteX295" fmla="*/ 2873431 w 2912392"/>
                <a:gd name="connsiteY295" fmla="*/ 567477 h 630143"/>
                <a:gd name="connsiteX296" fmla="*/ 2883175 w 2912392"/>
                <a:gd name="connsiteY296" fmla="*/ 570349 h 630143"/>
                <a:gd name="connsiteX297" fmla="*/ 2892919 w 2912392"/>
                <a:gd name="connsiteY297" fmla="*/ 573139 h 630143"/>
                <a:gd name="connsiteX298" fmla="*/ 2902663 w 2912392"/>
                <a:gd name="connsiteY298" fmla="*/ 575838 h 630143"/>
                <a:gd name="connsiteX299" fmla="*/ 2912392 w 2912392"/>
                <a:gd name="connsiteY299" fmla="*/ 578441 h 630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30143">
                  <a:moveTo>
                    <a:pt x="0" y="0"/>
                  </a:moveTo>
                  <a:lnTo>
                    <a:pt x="9739" y="898"/>
                  </a:lnTo>
                  <a:lnTo>
                    <a:pt x="19480" y="2086"/>
                  </a:lnTo>
                  <a:lnTo>
                    <a:pt x="29221" y="3565"/>
                  </a:lnTo>
                  <a:lnTo>
                    <a:pt x="38961" y="5343"/>
                  </a:lnTo>
                  <a:lnTo>
                    <a:pt x="48702" y="7421"/>
                  </a:lnTo>
                  <a:lnTo>
                    <a:pt x="58443" y="9804"/>
                  </a:lnTo>
                  <a:lnTo>
                    <a:pt x="68182" y="12493"/>
                  </a:lnTo>
                  <a:lnTo>
                    <a:pt x="77923" y="15489"/>
                  </a:lnTo>
                  <a:lnTo>
                    <a:pt x="87664" y="18797"/>
                  </a:lnTo>
                  <a:lnTo>
                    <a:pt x="97404" y="22417"/>
                  </a:lnTo>
                  <a:lnTo>
                    <a:pt x="107145" y="26347"/>
                  </a:lnTo>
                  <a:lnTo>
                    <a:pt x="116886" y="30591"/>
                  </a:lnTo>
                  <a:lnTo>
                    <a:pt x="126625" y="35147"/>
                  </a:lnTo>
                  <a:lnTo>
                    <a:pt x="136366" y="40013"/>
                  </a:lnTo>
                  <a:lnTo>
                    <a:pt x="146107" y="45190"/>
                  </a:lnTo>
                  <a:lnTo>
                    <a:pt x="155846" y="50673"/>
                  </a:lnTo>
                  <a:lnTo>
                    <a:pt x="165587" y="56461"/>
                  </a:lnTo>
                  <a:lnTo>
                    <a:pt x="175328" y="62552"/>
                  </a:lnTo>
                  <a:lnTo>
                    <a:pt x="185068" y="68941"/>
                  </a:lnTo>
                  <a:lnTo>
                    <a:pt x="194809" y="75623"/>
                  </a:lnTo>
                  <a:lnTo>
                    <a:pt x="204550" y="82594"/>
                  </a:lnTo>
                  <a:lnTo>
                    <a:pt x="214289" y="89848"/>
                  </a:lnTo>
                  <a:lnTo>
                    <a:pt x="224030" y="97380"/>
                  </a:lnTo>
                  <a:lnTo>
                    <a:pt x="233771" y="105182"/>
                  </a:lnTo>
                  <a:lnTo>
                    <a:pt x="243510" y="113249"/>
                  </a:lnTo>
                  <a:lnTo>
                    <a:pt x="253251" y="121571"/>
                  </a:lnTo>
                  <a:lnTo>
                    <a:pt x="262992" y="130141"/>
                  </a:lnTo>
                  <a:lnTo>
                    <a:pt x="272732" y="138951"/>
                  </a:lnTo>
                  <a:lnTo>
                    <a:pt x="282473" y="147989"/>
                  </a:lnTo>
                  <a:lnTo>
                    <a:pt x="292214" y="157248"/>
                  </a:lnTo>
                  <a:lnTo>
                    <a:pt x="301953" y="166718"/>
                  </a:lnTo>
                  <a:lnTo>
                    <a:pt x="311694" y="176386"/>
                  </a:lnTo>
                  <a:lnTo>
                    <a:pt x="321435" y="186242"/>
                  </a:lnTo>
                  <a:lnTo>
                    <a:pt x="331175" y="196275"/>
                  </a:lnTo>
                  <a:lnTo>
                    <a:pt x="340916" y="206473"/>
                  </a:lnTo>
                  <a:lnTo>
                    <a:pt x="350656" y="216822"/>
                  </a:lnTo>
                  <a:lnTo>
                    <a:pt x="360396" y="227311"/>
                  </a:lnTo>
                  <a:lnTo>
                    <a:pt x="370137" y="237926"/>
                  </a:lnTo>
                  <a:lnTo>
                    <a:pt x="379878" y="248655"/>
                  </a:lnTo>
                  <a:lnTo>
                    <a:pt x="389617" y="259482"/>
                  </a:lnTo>
                  <a:lnTo>
                    <a:pt x="399358" y="270396"/>
                  </a:lnTo>
                  <a:lnTo>
                    <a:pt x="409099" y="281379"/>
                  </a:lnTo>
                  <a:lnTo>
                    <a:pt x="418839" y="292421"/>
                  </a:lnTo>
                  <a:lnTo>
                    <a:pt x="428580" y="303504"/>
                  </a:lnTo>
                  <a:lnTo>
                    <a:pt x="438321" y="314614"/>
                  </a:lnTo>
                  <a:lnTo>
                    <a:pt x="448060" y="325738"/>
                  </a:lnTo>
                  <a:lnTo>
                    <a:pt x="457801" y="336859"/>
                  </a:lnTo>
                  <a:lnTo>
                    <a:pt x="467542" y="347961"/>
                  </a:lnTo>
                  <a:lnTo>
                    <a:pt x="477281" y="359031"/>
                  </a:lnTo>
                  <a:lnTo>
                    <a:pt x="487022" y="370055"/>
                  </a:lnTo>
                  <a:lnTo>
                    <a:pt x="496763" y="381015"/>
                  </a:lnTo>
                  <a:lnTo>
                    <a:pt x="506503" y="391897"/>
                  </a:lnTo>
                  <a:lnTo>
                    <a:pt x="516244" y="402687"/>
                  </a:lnTo>
                  <a:lnTo>
                    <a:pt x="525985" y="413369"/>
                  </a:lnTo>
                  <a:lnTo>
                    <a:pt x="535724" y="423931"/>
                  </a:lnTo>
                  <a:lnTo>
                    <a:pt x="545465" y="434354"/>
                  </a:lnTo>
                  <a:lnTo>
                    <a:pt x="555206" y="444627"/>
                  </a:lnTo>
                  <a:lnTo>
                    <a:pt x="564946" y="454736"/>
                  </a:lnTo>
                  <a:lnTo>
                    <a:pt x="574687" y="464665"/>
                  </a:lnTo>
                  <a:lnTo>
                    <a:pt x="584428" y="474403"/>
                  </a:lnTo>
                  <a:lnTo>
                    <a:pt x="594167" y="483937"/>
                  </a:lnTo>
                  <a:lnTo>
                    <a:pt x="603908" y="493252"/>
                  </a:lnTo>
                  <a:lnTo>
                    <a:pt x="613649" y="502336"/>
                  </a:lnTo>
                  <a:lnTo>
                    <a:pt x="623388" y="511178"/>
                  </a:lnTo>
                  <a:lnTo>
                    <a:pt x="633129" y="519767"/>
                  </a:lnTo>
                  <a:lnTo>
                    <a:pt x="642870" y="528091"/>
                  </a:lnTo>
                  <a:lnTo>
                    <a:pt x="652610" y="536140"/>
                  </a:lnTo>
                  <a:lnTo>
                    <a:pt x="662351" y="543904"/>
                  </a:lnTo>
                  <a:lnTo>
                    <a:pt x="672092" y="551373"/>
                  </a:lnTo>
                  <a:lnTo>
                    <a:pt x="681831" y="558539"/>
                  </a:lnTo>
                  <a:lnTo>
                    <a:pt x="691572" y="565392"/>
                  </a:lnTo>
                  <a:lnTo>
                    <a:pt x="701313" y="571926"/>
                  </a:lnTo>
                  <a:lnTo>
                    <a:pt x="711052" y="578134"/>
                  </a:lnTo>
                  <a:lnTo>
                    <a:pt x="720793" y="584007"/>
                  </a:lnTo>
                  <a:lnTo>
                    <a:pt x="730534" y="589544"/>
                  </a:lnTo>
                  <a:lnTo>
                    <a:pt x="740274" y="594735"/>
                  </a:lnTo>
                  <a:lnTo>
                    <a:pt x="750015" y="599578"/>
                  </a:lnTo>
                  <a:lnTo>
                    <a:pt x="759756" y="604069"/>
                  </a:lnTo>
                  <a:lnTo>
                    <a:pt x="769495" y="608205"/>
                  </a:lnTo>
                  <a:lnTo>
                    <a:pt x="779236" y="611985"/>
                  </a:lnTo>
                  <a:lnTo>
                    <a:pt x="788977" y="615404"/>
                  </a:lnTo>
                  <a:lnTo>
                    <a:pt x="798717" y="618464"/>
                  </a:lnTo>
                  <a:lnTo>
                    <a:pt x="808458" y="621165"/>
                  </a:lnTo>
                  <a:lnTo>
                    <a:pt x="818199" y="623506"/>
                  </a:lnTo>
                  <a:lnTo>
                    <a:pt x="827938" y="625491"/>
                  </a:lnTo>
                  <a:lnTo>
                    <a:pt x="837679" y="627118"/>
                  </a:lnTo>
                  <a:lnTo>
                    <a:pt x="847420" y="628394"/>
                  </a:lnTo>
                  <a:lnTo>
                    <a:pt x="857159" y="629320"/>
                  </a:lnTo>
                  <a:lnTo>
                    <a:pt x="866900" y="629902"/>
                  </a:lnTo>
                  <a:lnTo>
                    <a:pt x="876641" y="630144"/>
                  </a:lnTo>
                  <a:lnTo>
                    <a:pt x="886381" y="630051"/>
                  </a:lnTo>
                  <a:lnTo>
                    <a:pt x="896122" y="629631"/>
                  </a:lnTo>
                  <a:lnTo>
                    <a:pt x="905863" y="628890"/>
                  </a:lnTo>
                  <a:lnTo>
                    <a:pt x="915602" y="627837"/>
                  </a:lnTo>
                  <a:lnTo>
                    <a:pt x="925343" y="626478"/>
                  </a:lnTo>
                  <a:lnTo>
                    <a:pt x="935084" y="624825"/>
                  </a:lnTo>
                  <a:lnTo>
                    <a:pt x="944824" y="622885"/>
                  </a:lnTo>
                  <a:lnTo>
                    <a:pt x="954564" y="620668"/>
                  </a:lnTo>
                  <a:lnTo>
                    <a:pt x="964305" y="618187"/>
                  </a:lnTo>
                  <a:lnTo>
                    <a:pt x="974045" y="615452"/>
                  </a:lnTo>
                  <a:lnTo>
                    <a:pt x="983786" y="612473"/>
                  </a:lnTo>
                  <a:lnTo>
                    <a:pt x="993522" y="609266"/>
                  </a:lnTo>
                  <a:lnTo>
                    <a:pt x="1003266" y="605840"/>
                  </a:lnTo>
                  <a:lnTo>
                    <a:pt x="1013010" y="602209"/>
                  </a:lnTo>
                  <a:lnTo>
                    <a:pt x="1022754" y="598386"/>
                  </a:lnTo>
                  <a:lnTo>
                    <a:pt x="1032483" y="594386"/>
                  </a:lnTo>
                  <a:lnTo>
                    <a:pt x="1042227" y="590222"/>
                  </a:lnTo>
                  <a:lnTo>
                    <a:pt x="1051971" y="585908"/>
                  </a:lnTo>
                  <a:lnTo>
                    <a:pt x="1061715" y="581458"/>
                  </a:lnTo>
                  <a:lnTo>
                    <a:pt x="1071444" y="576889"/>
                  </a:lnTo>
                  <a:lnTo>
                    <a:pt x="1081188" y="572212"/>
                  </a:lnTo>
                  <a:lnTo>
                    <a:pt x="1090932" y="567444"/>
                  </a:lnTo>
                  <a:lnTo>
                    <a:pt x="1100676" y="562599"/>
                  </a:lnTo>
                  <a:lnTo>
                    <a:pt x="1110405" y="557694"/>
                  </a:lnTo>
                  <a:lnTo>
                    <a:pt x="1120149" y="552742"/>
                  </a:lnTo>
                  <a:lnTo>
                    <a:pt x="1129893" y="547758"/>
                  </a:lnTo>
                  <a:lnTo>
                    <a:pt x="1139637" y="542756"/>
                  </a:lnTo>
                  <a:lnTo>
                    <a:pt x="1149381" y="537752"/>
                  </a:lnTo>
                  <a:lnTo>
                    <a:pt x="1159110" y="532761"/>
                  </a:lnTo>
                  <a:lnTo>
                    <a:pt x="1168854" y="527795"/>
                  </a:lnTo>
                  <a:lnTo>
                    <a:pt x="1178598" y="522869"/>
                  </a:lnTo>
                  <a:lnTo>
                    <a:pt x="1188341" y="517997"/>
                  </a:lnTo>
                  <a:lnTo>
                    <a:pt x="1198070" y="513192"/>
                  </a:lnTo>
                  <a:lnTo>
                    <a:pt x="1207814" y="508468"/>
                  </a:lnTo>
                  <a:lnTo>
                    <a:pt x="1217558" y="503836"/>
                  </a:lnTo>
                  <a:lnTo>
                    <a:pt x="1227302" y="499308"/>
                  </a:lnTo>
                  <a:lnTo>
                    <a:pt x="1237031" y="494896"/>
                  </a:lnTo>
                  <a:lnTo>
                    <a:pt x="1246775" y="490613"/>
                  </a:lnTo>
                  <a:lnTo>
                    <a:pt x="1256519" y="486468"/>
                  </a:lnTo>
                  <a:lnTo>
                    <a:pt x="1266263" y="482472"/>
                  </a:lnTo>
                  <a:lnTo>
                    <a:pt x="1276007" y="478633"/>
                  </a:lnTo>
                  <a:lnTo>
                    <a:pt x="1285736" y="474962"/>
                  </a:lnTo>
                  <a:lnTo>
                    <a:pt x="1295480" y="471466"/>
                  </a:lnTo>
                  <a:lnTo>
                    <a:pt x="1305224" y="468153"/>
                  </a:lnTo>
                  <a:lnTo>
                    <a:pt x="1314968" y="465030"/>
                  </a:lnTo>
                  <a:lnTo>
                    <a:pt x="1324697" y="462104"/>
                  </a:lnTo>
                  <a:lnTo>
                    <a:pt x="1334441" y="459380"/>
                  </a:lnTo>
                  <a:lnTo>
                    <a:pt x="1344185" y="456865"/>
                  </a:lnTo>
                  <a:lnTo>
                    <a:pt x="1353929" y="454560"/>
                  </a:lnTo>
                  <a:lnTo>
                    <a:pt x="1363658" y="452472"/>
                  </a:lnTo>
                  <a:lnTo>
                    <a:pt x="1373402" y="450602"/>
                  </a:lnTo>
                  <a:lnTo>
                    <a:pt x="1383146" y="448953"/>
                  </a:lnTo>
                  <a:lnTo>
                    <a:pt x="1392890" y="447527"/>
                  </a:lnTo>
                  <a:lnTo>
                    <a:pt x="1402619" y="446323"/>
                  </a:lnTo>
                  <a:lnTo>
                    <a:pt x="1412363" y="445342"/>
                  </a:lnTo>
                  <a:lnTo>
                    <a:pt x="1422106" y="444584"/>
                  </a:lnTo>
                  <a:lnTo>
                    <a:pt x="1431850" y="444049"/>
                  </a:lnTo>
                  <a:lnTo>
                    <a:pt x="1441594" y="443732"/>
                  </a:lnTo>
                  <a:lnTo>
                    <a:pt x="1451323" y="443634"/>
                  </a:lnTo>
                  <a:lnTo>
                    <a:pt x="1461067" y="443748"/>
                  </a:lnTo>
                  <a:lnTo>
                    <a:pt x="1470811" y="444075"/>
                  </a:lnTo>
                  <a:lnTo>
                    <a:pt x="1480555" y="444605"/>
                  </a:lnTo>
                  <a:lnTo>
                    <a:pt x="1490284" y="445337"/>
                  </a:lnTo>
                  <a:lnTo>
                    <a:pt x="1500028" y="446265"/>
                  </a:lnTo>
                  <a:lnTo>
                    <a:pt x="1509772" y="447381"/>
                  </a:lnTo>
                  <a:lnTo>
                    <a:pt x="1519516" y="448680"/>
                  </a:lnTo>
                  <a:lnTo>
                    <a:pt x="1529245" y="450155"/>
                  </a:lnTo>
                  <a:lnTo>
                    <a:pt x="1538989" y="451798"/>
                  </a:lnTo>
                  <a:lnTo>
                    <a:pt x="1548733" y="453602"/>
                  </a:lnTo>
                  <a:lnTo>
                    <a:pt x="1558477" y="455557"/>
                  </a:lnTo>
                  <a:lnTo>
                    <a:pt x="1568221" y="457655"/>
                  </a:lnTo>
                  <a:lnTo>
                    <a:pt x="1577950" y="459888"/>
                  </a:lnTo>
                  <a:lnTo>
                    <a:pt x="1587694" y="462245"/>
                  </a:lnTo>
                  <a:lnTo>
                    <a:pt x="1597438" y="464719"/>
                  </a:lnTo>
                  <a:lnTo>
                    <a:pt x="1607182" y="467298"/>
                  </a:lnTo>
                  <a:lnTo>
                    <a:pt x="1616911" y="469971"/>
                  </a:lnTo>
                  <a:lnTo>
                    <a:pt x="1626655" y="472730"/>
                  </a:lnTo>
                  <a:lnTo>
                    <a:pt x="1636399" y="475565"/>
                  </a:lnTo>
                  <a:lnTo>
                    <a:pt x="1646142" y="478464"/>
                  </a:lnTo>
                  <a:lnTo>
                    <a:pt x="1655872" y="481417"/>
                  </a:lnTo>
                  <a:lnTo>
                    <a:pt x="1665616" y="484415"/>
                  </a:lnTo>
                  <a:lnTo>
                    <a:pt x="1675359" y="487446"/>
                  </a:lnTo>
                  <a:lnTo>
                    <a:pt x="1685103" y="490498"/>
                  </a:lnTo>
                  <a:lnTo>
                    <a:pt x="1694832" y="493565"/>
                  </a:lnTo>
                  <a:lnTo>
                    <a:pt x="1704576" y="496632"/>
                  </a:lnTo>
                  <a:lnTo>
                    <a:pt x="1714320" y="499694"/>
                  </a:lnTo>
                  <a:lnTo>
                    <a:pt x="1724064" y="502736"/>
                  </a:lnTo>
                  <a:lnTo>
                    <a:pt x="1733808" y="505752"/>
                  </a:lnTo>
                  <a:lnTo>
                    <a:pt x="1743537" y="508730"/>
                  </a:lnTo>
                  <a:lnTo>
                    <a:pt x="1753281" y="511661"/>
                  </a:lnTo>
                  <a:lnTo>
                    <a:pt x="1763025" y="514538"/>
                  </a:lnTo>
                  <a:lnTo>
                    <a:pt x="1772769" y="517349"/>
                  </a:lnTo>
                  <a:lnTo>
                    <a:pt x="1782498" y="520088"/>
                  </a:lnTo>
                  <a:lnTo>
                    <a:pt x="1792242" y="522747"/>
                  </a:lnTo>
                  <a:lnTo>
                    <a:pt x="1801986" y="525316"/>
                  </a:lnTo>
                  <a:lnTo>
                    <a:pt x="1811730" y="527790"/>
                  </a:lnTo>
                  <a:lnTo>
                    <a:pt x="1821459" y="530161"/>
                  </a:lnTo>
                  <a:lnTo>
                    <a:pt x="1831203" y="532423"/>
                  </a:lnTo>
                  <a:lnTo>
                    <a:pt x="1840947" y="534567"/>
                  </a:lnTo>
                  <a:lnTo>
                    <a:pt x="1850691" y="536591"/>
                  </a:lnTo>
                  <a:lnTo>
                    <a:pt x="1860435" y="538488"/>
                  </a:lnTo>
                  <a:lnTo>
                    <a:pt x="1870164" y="540253"/>
                  </a:lnTo>
                  <a:lnTo>
                    <a:pt x="1879908" y="541883"/>
                  </a:lnTo>
                  <a:lnTo>
                    <a:pt x="1889652" y="543372"/>
                  </a:lnTo>
                  <a:lnTo>
                    <a:pt x="1899395" y="544719"/>
                  </a:lnTo>
                  <a:lnTo>
                    <a:pt x="1909124" y="545918"/>
                  </a:lnTo>
                  <a:lnTo>
                    <a:pt x="1918868" y="546970"/>
                  </a:lnTo>
                  <a:lnTo>
                    <a:pt x="1928612" y="547871"/>
                  </a:lnTo>
                  <a:lnTo>
                    <a:pt x="1938356" y="548619"/>
                  </a:lnTo>
                  <a:lnTo>
                    <a:pt x="1948085" y="549215"/>
                  </a:lnTo>
                  <a:lnTo>
                    <a:pt x="1957829" y="549658"/>
                  </a:lnTo>
                  <a:lnTo>
                    <a:pt x="1967573" y="549945"/>
                  </a:lnTo>
                  <a:lnTo>
                    <a:pt x="1977317" y="550081"/>
                  </a:lnTo>
                  <a:lnTo>
                    <a:pt x="1987046" y="550064"/>
                  </a:lnTo>
                  <a:lnTo>
                    <a:pt x="1996790" y="549898"/>
                  </a:lnTo>
                  <a:lnTo>
                    <a:pt x="2006534" y="549582"/>
                  </a:lnTo>
                  <a:lnTo>
                    <a:pt x="2016278" y="549120"/>
                  </a:lnTo>
                  <a:lnTo>
                    <a:pt x="2026022" y="548515"/>
                  </a:lnTo>
                  <a:lnTo>
                    <a:pt x="2035751" y="547770"/>
                  </a:lnTo>
                  <a:lnTo>
                    <a:pt x="2045495" y="546887"/>
                  </a:lnTo>
                  <a:lnTo>
                    <a:pt x="2055239" y="545872"/>
                  </a:lnTo>
                  <a:lnTo>
                    <a:pt x="2064983" y="544731"/>
                  </a:lnTo>
                  <a:lnTo>
                    <a:pt x="2074712" y="543464"/>
                  </a:lnTo>
                  <a:lnTo>
                    <a:pt x="2084456" y="542082"/>
                  </a:lnTo>
                  <a:lnTo>
                    <a:pt x="2094200" y="540586"/>
                  </a:lnTo>
                  <a:lnTo>
                    <a:pt x="2103944" y="538984"/>
                  </a:lnTo>
                  <a:lnTo>
                    <a:pt x="2113673" y="537281"/>
                  </a:lnTo>
                  <a:lnTo>
                    <a:pt x="2123417" y="535486"/>
                  </a:lnTo>
                  <a:lnTo>
                    <a:pt x="2133161" y="533604"/>
                  </a:lnTo>
                  <a:lnTo>
                    <a:pt x="2142905" y="531642"/>
                  </a:lnTo>
                  <a:lnTo>
                    <a:pt x="2152649" y="529608"/>
                  </a:lnTo>
                  <a:lnTo>
                    <a:pt x="2162377" y="527510"/>
                  </a:lnTo>
                  <a:lnTo>
                    <a:pt x="2172121" y="525354"/>
                  </a:lnTo>
                  <a:lnTo>
                    <a:pt x="2181865" y="523149"/>
                  </a:lnTo>
                  <a:lnTo>
                    <a:pt x="2191609" y="520904"/>
                  </a:lnTo>
                  <a:lnTo>
                    <a:pt x="2201338" y="518625"/>
                  </a:lnTo>
                  <a:lnTo>
                    <a:pt x="2211082" y="516323"/>
                  </a:lnTo>
                  <a:lnTo>
                    <a:pt x="2220826" y="514003"/>
                  </a:lnTo>
                  <a:lnTo>
                    <a:pt x="2230570" y="511676"/>
                  </a:lnTo>
                  <a:lnTo>
                    <a:pt x="2240299" y="509349"/>
                  </a:lnTo>
                  <a:lnTo>
                    <a:pt x="2250043" y="507032"/>
                  </a:lnTo>
                  <a:lnTo>
                    <a:pt x="2259787" y="504731"/>
                  </a:lnTo>
                  <a:lnTo>
                    <a:pt x="2269531" y="502458"/>
                  </a:lnTo>
                  <a:lnTo>
                    <a:pt x="2279260" y="500217"/>
                  </a:lnTo>
                  <a:lnTo>
                    <a:pt x="2289004" y="498021"/>
                  </a:lnTo>
                  <a:lnTo>
                    <a:pt x="2298748" y="495874"/>
                  </a:lnTo>
                  <a:lnTo>
                    <a:pt x="2308492" y="493785"/>
                  </a:lnTo>
                  <a:lnTo>
                    <a:pt x="2318236" y="491763"/>
                  </a:lnTo>
                  <a:lnTo>
                    <a:pt x="2327965" y="489814"/>
                  </a:lnTo>
                  <a:lnTo>
                    <a:pt x="2337709" y="487948"/>
                  </a:lnTo>
                  <a:lnTo>
                    <a:pt x="2347453" y="486169"/>
                  </a:lnTo>
                  <a:lnTo>
                    <a:pt x="2357197" y="484485"/>
                  </a:lnTo>
                  <a:lnTo>
                    <a:pt x="2366926" y="482903"/>
                  </a:lnTo>
                  <a:lnTo>
                    <a:pt x="2376670" y="481429"/>
                  </a:lnTo>
                  <a:lnTo>
                    <a:pt x="2386413" y="480069"/>
                  </a:lnTo>
                  <a:lnTo>
                    <a:pt x="2396157" y="478829"/>
                  </a:lnTo>
                  <a:lnTo>
                    <a:pt x="2405886" y="477713"/>
                  </a:lnTo>
                  <a:lnTo>
                    <a:pt x="2415630" y="476727"/>
                  </a:lnTo>
                  <a:lnTo>
                    <a:pt x="2425374" y="475876"/>
                  </a:lnTo>
                  <a:lnTo>
                    <a:pt x="2435118" y="475164"/>
                  </a:lnTo>
                  <a:lnTo>
                    <a:pt x="2444862" y="474592"/>
                  </a:lnTo>
                  <a:lnTo>
                    <a:pt x="2454591" y="474166"/>
                  </a:lnTo>
                  <a:lnTo>
                    <a:pt x="2464335" y="473889"/>
                  </a:lnTo>
                  <a:lnTo>
                    <a:pt x="2474079" y="473762"/>
                  </a:lnTo>
                  <a:lnTo>
                    <a:pt x="2483823" y="473786"/>
                  </a:lnTo>
                  <a:lnTo>
                    <a:pt x="2493552" y="473965"/>
                  </a:lnTo>
                  <a:lnTo>
                    <a:pt x="2503296" y="474297"/>
                  </a:lnTo>
                  <a:lnTo>
                    <a:pt x="2513040" y="474786"/>
                  </a:lnTo>
                  <a:lnTo>
                    <a:pt x="2522784" y="475428"/>
                  </a:lnTo>
                  <a:lnTo>
                    <a:pt x="2532513" y="476225"/>
                  </a:lnTo>
                  <a:lnTo>
                    <a:pt x="2542257" y="477177"/>
                  </a:lnTo>
                  <a:lnTo>
                    <a:pt x="2552001" y="478280"/>
                  </a:lnTo>
                  <a:lnTo>
                    <a:pt x="2561745" y="479533"/>
                  </a:lnTo>
                  <a:lnTo>
                    <a:pt x="2571474" y="480933"/>
                  </a:lnTo>
                  <a:lnTo>
                    <a:pt x="2581218" y="482478"/>
                  </a:lnTo>
                  <a:lnTo>
                    <a:pt x="2590962" y="484165"/>
                  </a:lnTo>
                  <a:lnTo>
                    <a:pt x="2600705" y="485990"/>
                  </a:lnTo>
                  <a:lnTo>
                    <a:pt x="2610449" y="487948"/>
                  </a:lnTo>
                  <a:lnTo>
                    <a:pt x="2620178" y="490035"/>
                  </a:lnTo>
                  <a:lnTo>
                    <a:pt x="2629922" y="492246"/>
                  </a:lnTo>
                  <a:lnTo>
                    <a:pt x="2639666" y="494576"/>
                  </a:lnTo>
                  <a:lnTo>
                    <a:pt x="2649410" y="497020"/>
                  </a:lnTo>
                  <a:lnTo>
                    <a:pt x="2659139" y="499569"/>
                  </a:lnTo>
                  <a:lnTo>
                    <a:pt x="2668883" y="502219"/>
                  </a:lnTo>
                  <a:lnTo>
                    <a:pt x="2678627" y="504964"/>
                  </a:lnTo>
                  <a:lnTo>
                    <a:pt x="2688371" y="507795"/>
                  </a:lnTo>
                  <a:lnTo>
                    <a:pt x="2698100" y="510704"/>
                  </a:lnTo>
                  <a:lnTo>
                    <a:pt x="2707844" y="513687"/>
                  </a:lnTo>
                  <a:lnTo>
                    <a:pt x="2717588" y="516734"/>
                  </a:lnTo>
                  <a:lnTo>
                    <a:pt x="2727332" y="519837"/>
                  </a:lnTo>
                  <a:lnTo>
                    <a:pt x="2737076" y="522988"/>
                  </a:lnTo>
                  <a:lnTo>
                    <a:pt x="2746805" y="526180"/>
                  </a:lnTo>
                  <a:lnTo>
                    <a:pt x="2756549" y="529403"/>
                  </a:lnTo>
                  <a:lnTo>
                    <a:pt x="2766293" y="532649"/>
                  </a:lnTo>
                  <a:lnTo>
                    <a:pt x="2776037" y="535910"/>
                  </a:lnTo>
                  <a:lnTo>
                    <a:pt x="2785766" y="539178"/>
                  </a:lnTo>
                  <a:lnTo>
                    <a:pt x="2795510" y="542444"/>
                  </a:lnTo>
                  <a:lnTo>
                    <a:pt x="2805254" y="545698"/>
                  </a:lnTo>
                  <a:lnTo>
                    <a:pt x="2814998" y="548934"/>
                  </a:lnTo>
                  <a:lnTo>
                    <a:pt x="2824727" y="552141"/>
                  </a:lnTo>
                  <a:lnTo>
                    <a:pt x="2834471" y="555312"/>
                  </a:lnTo>
                  <a:lnTo>
                    <a:pt x="2844215" y="558441"/>
                  </a:lnTo>
                  <a:lnTo>
                    <a:pt x="2853958" y="561516"/>
                  </a:lnTo>
                  <a:lnTo>
                    <a:pt x="2863687" y="564530"/>
                  </a:lnTo>
                  <a:lnTo>
                    <a:pt x="2873431" y="567477"/>
                  </a:lnTo>
                  <a:lnTo>
                    <a:pt x="2883175" y="570349"/>
                  </a:lnTo>
                  <a:lnTo>
                    <a:pt x="2892919" y="573139"/>
                  </a:lnTo>
                  <a:lnTo>
                    <a:pt x="2902663" y="575838"/>
                  </a:lnTo>
                  <a:lnTo>
                    <a:pt x="2912392" y="57844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4" name="Freeform 713">
              <a:extLst>
                <a:ext uri="{FF2B5EF4-FFF2-40B4-BE49-F238E27FC236}">
                  <a16:creationId xmlns:a16="http://schemas.microsoft.com/office/drawing/2014/main" id="{2387EFD7-3BD2-1DF9-D5B4-48096B2360E8}"/>
                </a:ext>
              </a:extLst>
            </p:cNvPr>
            <p:cNvSpPr/>
            <p:nvPr/>
          </p:nvSpPr>
          <p:spPr>
            <a:xfrm>
              <a:off x="576446" y="3474494"/>
              <a:ext cx="2912392" cy="467559"/>
            </a:xfrm>
            <a:custGeom>
              <a:avLst/>
              <a:gdLst>
                <a:gd name="connsiteX0" fmla="*/ 0 w 2912392"/>
                <a:gd name="connsiteY0" fmla="*/ 345601 h 467559"/>
                <a:gd name="connsiteX1" fmla="*/ 9739 w 2912392"/>
                <a:gd name="connsiteY1" fmla="*/ 351381 h 467559"/>
                <a:gd name="connsiteX2" fmla="*/ 19480 w 2912392"/>
                <a:gd name="connsiteY2" fmla="*/ 357170 h 467559"/>
                <a:gd name="connsiteX3" fmla="*/ 29221 w 2912392"/>
                <a:gd name="connsiteY3" fmla="*/ 362957 h 467559"/>
                <a:gd name="connsiteX4" fmla="*/ 38961 w 2912392"/>
                <a:gd name="connsiteY4" fmla="*/ 368723 h 467559"/>
                <a:gd name="connsiteX5" fmla="*/ 48702 w 2912392"/>
                <a:gd name="connsiteY5" fmla="*/ 374455 h 467559"/>
                <a:gd name="connsiteX6" fmla="*/ 58443 w 2912392"/>
                <a:gd name="connsiteY6" fmla="*/ 380139 h 467559"/>
                <a:gd name="connsiteX7" fmla="*/ 68182 w 2912392"/>
                <a:gd name="connsiteY7" fmla="*/ 385758 h 467559"/>
                <a:gd name="connsiteX8" fmla="*/ 77923 w 2912392"/>
                <a:gd name="connsiteY8" fmla="*/ 391299 h 467559"/>
                <a:gd name="connsiteX9" fmla="*/ 87664 w 2912392"/>
                <a:gd name="connsiteY9" fmla="*/ 396749 h 467559"/>
                <a:gd name="connsiteX10" fmla="*/ 97404 w 2912392"/>
                <a:gd name="connsiteY10" fmla="*/ 402091 h 467559"/>
                <a:gd name="connsiteX11" fmla="*/ 107145 w 2912392"/>
                <a:gd name="connsiteY11" fmla="*/ 407311 h 467559"/>
                <a:gd name="connsiteX12" fmla="*/ 116886 w 2912392"/>
                <a:gd name="connsiteY12" fmla="*/ 412396 h 467559"/>
                <a:gd name="connsiteX13" fmla="*/ 126625 w 2912392"/>
                <a:gd name="connsiteY13" fmla="*/ 417332 h 467559"/>
                <a:gd name="connsiteX14" fmla="*/ 136366 w 2912392"/>
                <a:gd name="connsiteY14" fmla="*/ 422106 h 467559"/>
                <a:gd name="connsiteX15" fmla="*/ 146107 w 2912392"/>
                <a:gd name="connsiteY15" fmla="*/ 426704 h 467559"/>
                <a:gd name="connsiteX16" fmla="*/ 155846 w 2912392"/>
                <a:gd name="connsiteY16" fmla="*/ 431114 h 467559"/>
                <a:gd name="connsiteX17" fmla="*/ 165587 w 2912392"/>
                <a:gd name="connsiteY17" fmla="*/ 435324 h 467559"/>
                <a:gd name="connsiteX18" fmla="*/ 175328 w 2912392"/>
                <a:gd name="connsiteY18" fmla="*/ 439320 h 467559"/>
                <a:gd name="connsiteX19" fmla="*/ 185068 w 2912392"/>
                <a:gd name="connsiteY19" fmla="*/ 443094 h 467559"/>
                <a:gd name="connsiteX20" fmla="*/ 194809 w 2912392"/>
                <a:gd name="connsiteY20" fmla="*/ 446631 h 467559"/>
                <a:gd name="connsiteX21" fmla="*/ 204550 w 2912392"/>
                <a:gd name="connsiteY21" fmla="*/ 449924 h 467559"/>
                <a:gd name="connsiteX22" fmla="*/ 214289 w 2912392"/>
                <a:gd name="connsiteY22" fmla="*/ 452962 h 467559"/>
                <a:gd name="connsiteX23" fmla="*/ 224030 w 2912392"/>
                <a:gd name="connsiteY23" fmla="*/ 455735 h 467559"/>
                <a:gd name="connsiteX24" fmla="*/ 233771 w 2912392"/>
                <a:gd name="connsiteY24" fmla="*/ 458235 h 467559"/>
                <a:gd name="connsiteX25" fmla="*/ 243510 w 2912392"/>
                <a:gd name="connsiteY25" fmla="*/ 460453 h 467559"/>
                <a:gd name="connsiteX26" fmla="*/ 253251 w 2912392"/>
                <a:gd name="connsiteY26" fmla="*/ 462382 h 467559"/>
                <a:gd name="connsiteX27" fmla="*/ 262992 w 2912392"/>
                <a:gd name="connsiteY27" fmla="*/ 464017 h 467559"/>
                <a:gd name="connsiteX28" fmla="*/ 272732 w 2912392"/>
                <a:gd name="connsiteY28" fmla="*/ 465349 h 467559"/>
                <a:gd name="connsiteX29" fmla="*/ 282473 w 2912392"/>
                <a:gd name="connsiteY29" fmla="*/ 466374 h 467559"/>
                <a:gd name="connsiteX30" fmla="*/ 292214 w 2912392"/>
                <a:gd name="connsiteY30" fmla="*/ 467086 h 467559"/>
                <a:gd name="connsiteX31" fmla="*/ 301953 w 2912392"/>
                <a:gd name="connsiteY31" fmla="*/ 467482 h 467559"/>
                <a:gd name="connsiteX32" fmla="*/ 311694 w 2912392"/>
                <a:gd name="connsiteY32" fmla="*/ 467560 h 467559"/>
                <a:gd name="connsiteX33" fmla="*/ 321435 w 2912392"/>
                <a:gd name="connsiteY33" fmla="*/ 467314 h 467559"/>
                <a:gd name="connsiteX34" fmla="*/ 331175 w 2912392"/>
                <a:gd name="connsiteY34" fmla="*/ 466745 h 467559"/>
                <a:gd name="connsiteX35" fmla="*/ 340916 w 2912392"/>
                <a:gd name="connsiteY35" fmla="*/ 465851 h 467559"/>
                <a:gd name="connsiteX36" fmla="*/ 350656 w 2912392"/>
                <a:gd name="connsiteY36" fmla="*/ 464631 h 467559"/>
                <a:gd name="connsiteX37" fmla="*/ 360396 w 2912392"/>
                <a:gd name="connsiteY37" fmla="*/ 463086 h 467559"/>
                <a:gd name="connsiteX38" fmla="*/ 370137 w 2912392"/>
                <a:gd name="connsiteY38" fmla="*/ 461217 h 467559"/>
                <a:gd name="connsiteX39" fmla="*/ 379878 w 2912392"/>
                <a:gd name="connsiteY39" fmla="*/ 459026 h 467559"/>
                <a:gd name="connsiteX40" fmla="*/ 389617 w 2912392"/>
                <a:gd name="connsiteY40" fmla="*/ 456515 h 467559"/>
                <a:gd name="connsiteX41" fmla="*/ 399358 w 2912392"/>
                <a:gd name="connsiteY41" fmla="*/ 453687 h 467559"/>
                <a:gd name="connsiteX42" fmla="*/ 409099 w 2912392"/>
                <a:gd name="connsiteY42" fmla="*/ 450548 h 467559"/>
                <a:gd name="connsiteX43" fmla="*/ 418839 w 2912392"/>
                <a:gd name="connsiteY43" fmla="*/ 447100 h 467559"/>
                <a:gd name="connsiteX44" fmla="*/ 428580 w 2912392"/>
                <a:gd name="connsiteY44" fmla="*/ 443350 h 467559"/>
                <a:gd name="connsiteX45" fmla="*/ 438321 w 2912392"/>
                <a:gd name="connsiteY45" fmla="*/ 439304 h 467559"/>
                <a:gd name="connsiteX46" fmla="*/ 448060 w 2912392"/>
                <a:gd name="connsiteY46" fmla="*/ 434968 h 467559"/>
                <a:gd name="connsiteX47" fmla="*/ 457801 w 2912392"/>
                <a:gd name="connsiteY47" fmla="*/ 430350 h 467559"/>
                <a:gd name="connsiteX48" fmla="*/ 467542 w 2912392"/>
                <a:gd name="connsiteY48" fmla="*/ 425455 h 467559"/>
                <a:gd name="connsiteX49" fmla="*/ 477281 w 2912392"/>
                <a:gd name="connsiteY49" fmla="*/ 420297 h 467559"/>
                <a:gd name="connsiteX50" fmla="*/ 487022 w 2912392"/>
                <a:gd name="connsiteY50" fmla="*/ 414880 h 467559"/>
                <a:gd name="connsiteX51" fmla="*/ 496763 w 2912392"/>
                <a:gd name="connsiteY51" fmla="*/ 409217 h 467559"/>
                <a:gd name="connsiteX52" fmla="*/ 506503 w 2912392"/>
                <a:gd name="connsiteY52" fmla="*/ 403314 h 467559"/>
                <a:gd name="connsiteX53" fmla="*/ 516244 w 2912392"/>
                <a:gd name="connsiteY53" fmla="*/ 397186 h 467559"/>
                <a:gd name="connsiteX54" fmla="*/ 525985 w 2912392"/>
                <a:gd name="connsiteY54" fmla="*/ 390840 h 467559"/>
                <a:gd name="connsiteX55" fmla="*/ 535724 w 2912392"/>
                <a:gd name="connsiteY55" fmla="*/ 384291 h 467559"/>
                <a:gd name="connsiteX56" fmla="*/ 545465 w 2912392"/>
                <a:gd name="connsiteY56" fmla="*/ 377548 h 467559"/>
                <a:gd name="connsiteX57" fmla="*/ 555206 w 2912392"/>
                <a:gd name="connsiteY57" fmla="*/ 370623 h 467559"/>
                <a:gd name="connsiteX58" fmla="*/ 564946 w 2912392"/>
                <a:gd name="connsiteY58" fmla="*/ 363529 h 467559"/>
                <a:gd name="connsiteX59" fmla="*/ 574687 w 2912392"/>
                <a:gd name="connsiteY59" fmla="*/ 356278 h 467559"/>
                <a:gd name="connsiteX60" fmla="*/ 584428 w 2912392"/>
                <a:gd name="connsiteY60" fmla="*/ 348883 h 467559"/>
                <a:gd name="connsiteX61" fmla="*/ 594167 w 2912392"/>
                <a:gd name="connsiteY61" fmla="*/ 341358 h 467559"/>
                <a:gd name="connsiteX62" fmla="*/ 603908 w 2912392"/>
                <a:gd name="connsiteY62" fmla="*/ 333713 h 467559"/>
                <a:gd name="connsiteX63" fmla="*/ 613649 w 2912392"/>
                <a:gd name="connsiteY63" fmla="*/ 325964 h 467559"/>
                <a:gd name="connsiteX64" fmla="*/ 623388 w 2912392"/>
                <a:gd name="connsiteY64" fmla="*/ 318123 h 467559"/>
                <a:gd name="connsiteX65" fmla="*/ 633129 w 2912392"/>
                <a:gd name="connsiteY65" fmla="*/ 310203 h 467559"/>
                <a:gd name="connsiteX66" fmla="*/ 642870 w 2912392"/>
                <a:gd name="connsiteY66" fmla="*/ 302215 h 467559"/>
                <a:gd name="connsiteX67" fmla="*/ 652610 w 2912392"/>
                <a:gd name="connsiteY67" fmla="*/ 294177 h 467559"/>
                <a:gd name="connsiteX68" fmla="*/ 662351 w 2912392"/>
                <a:gd name="connsiteY68" fmla="*/ 286098 h 467559"/>
                <a:gd name="connsiteX69" fmla="*/ 672092 w 2912392"/>
                <a:gd name="connsiteY69" fmla="*/ 277991 h 467559"/>
                <a:gd name="connsiteX70" fmla="*/ 681831 w 2912392"/>
                <a:gd name="connsiteY70" fmla="*/ 269870 h 467559"/>
                <a:gd name="connsiteX71" fmla="*/ 691572 w 2912392"/>
                <a:gd name="connsiteY71" fmla="*/ 261747 h 467559"/>
                <a:gd name="connsiteX72" fmla="*/ 701313 w 2912392"/>
                <a:gd name="connsiteY72" fmla="*/ 253634 h 467559"/>
                <a:gd name="connsiteX73" fmla="*/ 711052 w 2912392"/>
                <a:gd name="connsiteY73" fmla="*/ 245543 h 467559"/>
                <a:gd name="connsiteX74" fmla="*/ 720793 w 2912392"/>
                <a:gd name="connsiteY74" fmla="*/ 237484 h 467559"/>
                <a:gd name="connsiteX75" fmla="*/ 730534 w 2912392"/>
                <a:gd name="connsiteY75" fmla="*/ 229470 h 467559"/>
                <a:gd name="connsiteX76" fmla="*/ 740274 w 2912392"/>
                <a:gd name="connsiteY76" fmla="*/ 221512 h 467559"/>
                <a:gd name="connsiteX77" fmla="*/ 750015 w 2912392"/>
                <a:gd name="connsiteY77" fmla="*/ 213619 h 467559"/>
                <a:gd name="connsiteX78" fmla="*/ 759756 w 2912392"/>
                <a:gd name="connsiteY78" fmla="*/ 205803 h 467559"/>
                <a:gd name="connsiteX79" fmla="*/ 769495 w 2912392"/>
                <a:gd name="connsiteY79" fmla="*/ 198072 h 467559"/>
                <a:gd name="connsiteX80" fmla="*/ 779236 w 2912392"/>
                <a:gd name="connsiteY80" fmla="*/ 190436 h 467559"/>
                <a:gd name="connsiteX81" fmla="*/ 788977 w 2912392"/>
                <a:gd name="connsiteY81" fmla="*/ 182903 h 467559"/>
                <a:gd name="connsiteX82" fmla="*/ 798717 w 2912392"/>
                <a:gd name="connsiteY82" fmla="*/ 175482 h 467559"/>
                <a:gd name="connsiteX83" fmla="*/ 808458 w 2912392"/>
                <a:gd name="connsiteY83" fmla="*/ 168180 h 467559"/>
                <a:gd name="connsiteX84" fmla="*/ 818199 w 2912392"/>
                <a:gd name="connsiteY84" fmla="*/ 161006 h 467559"/>
                <a:gd name="connsiteX85" fmla="*/ 827938 w 2912392"/>
                <a:gd name="connsiteY85" fmla="*/ 153965 h 467559"/>
                <a:gd name="connsiteX86" fmla="*/ 837679 w 2912392"/>
                <a:gd name="connsiteY86" fmla="*/ 147063 h 467559"/>
                <a:gd name="connsiteX87" fmla="*/ 847420 w 2912392"/>
                <a:gd name="connsiteY87" fmla="*/ 140308 h 467559"/>
                <a:gd name="connsiteX88" fmla="*/ 857159 w 2912392"/>
                <a:gd name="connsiteY88" fmla="*/ 133703 h 467559"/>
                <a:gd name="connsiteX89" fmla="*/ 866900 w 2912392"/>
                <a:gd name="connsiteY89" fmla="*/ 127254 h 467559"/>
                <a:gd name="connsiteX90" fmla="*/ 876641 w 2912392"/>
                <a:gd name="connsiteY90" fmla="*/ 120963 h 467559"/>
                <a:gd name="connsiteX91" fmla="*/ 886381 w 2912392"/>
                <a:gd name="connsiteY91" fmla="*/ 114837 h 467559"/>
                <a:gd name="connsiteX92" fmla="*/ 896122 w 2912392"/>
                <a:gd name="connsiteY92" fmla="*/ 108877 h 467559"/>
                <a:gd name="connsiteX93" fmla="*/ 905863 w 2912392"/>
                <a:gd name="connsiteY93" fmla="*/ 103086 h 467559"/>
                <a:gd name="connsiteX94" fmla="*/ 915602 w 2912392"/>
                <a:gd name="connsiteY94" fmla="*/ 97468 h 467559"/>
                <a:gd name="connsiteX95" fmla="*/ 925343 w 2912392"/>
                <a:gd name="connsiteY95" fmla="*/ 92021 h 467559"/>
                <a:gd name="connsiteX96" fmla="*/ 935084 w 2912392"/>
                <a:gd name="connsiteY96" fmla="*/ 86749 h 467559"/>
                <a:gd name="connsiteX97" fmla="*/ 944824 w 2912392"/>
                <a:gd name="connsiteY97" fmla="*/ 81652 h 467559"/>
                <a:gd name="connsiteX98" fmla="*/ 954564 w 2912392"/>
                <a:gd name="connsiteY98" fmla="*/ 76731 h 467559"/>
                <a:gd name="connsiteX99" fmla="*/ 964305 w 2912392"/>
                <a:gd name="connsiteY99" fmla="*/ 71986 h 467559"/>
                <a:gd name="connsiteX100" fmla="*/ 974045 w 2912392"/>
                <a:gd name="connsiteY100" fmla="*/ 67416 h 467559"/>
                <a:gd name="connsiteX101" fmla="*/ 983786 w 2912392"/>
                <a:gd name="connsiteY101" fmla="*/ 63023 h 467559"/>
                <a:gd name="connsiteX102" fmla="*/ 993522 w 2912392"/>
                <a:gd name="connsiteY102" fmla="*/ 58800 h 467559"/>
                <a:gd name="connsiteX103" fmla="*/ 1003266 w 2912392"/>
                <a:gd name="connsiteY103" fmla="*/ 54752 h 467559"/>
                <a:gd name="connsiteX104" fmla="*/ 1013010 w 2912392"/>
                <a:gd name="connsiteY104" fmla="*/ 50874 h 467559"/>
                <a:gd name="connsiteX105" fmla="*/ 1022754 w 2912392"/>
                <a:gd name="connsiteY105" fmla="*/ 47164 h 467559"/>
                <a:gd name="connsiteX106" fmla="*/ 1032483 w 2912392"/>
                <a:gd name="connsiteY106" fmla="*/ 43621 h 467559"/>
                <a:gd name="connsiteX107" fmla="*/ 1042227 w 2912392"/>
                <a:gd name="connsiteY107" fmla="*/ 40244 h 467559"/>
                <a:gd name="connsiteX108" fmla="*/ 1051971 w 2912392"/>
                <a:gd name="connsiteY108" fmla="*/ 37027 h 467559"/>
                <a:gd name="connsiteX109" fmla="*/ 1061715 w 2912392"/>
                <a:gd name="connsiteY109" fmla="*/ 33968 h 467559"/>
                <a:gd name="connsiteX110" fmla="*/ 1071444 w 2912392"/>
                <a:gd name="connsiteY110" fmla="*/ 31067 h 467559"/>
                <a:gd name="connsiteX111" fmla="*/ 1081188 w 2912392"/>
                <a:gd name="connsiteY111" fmla="*/ 28318 h 467559"/>
                <a:gd name="connsiteX112" fmla="*/ 1090932 w 2912392"/>
                <a:gd name="connsiteY112" fmla="*/ 25719 h 467559"/>
                <a:gd name="connsiteX113" fmla="*/ 1100676 w 2912392"/>
                <a:gd name="connsiteY113" fmla="*/ 23266 h 467559"/>
                <a:gd name="connsiteX114" fmla="*/ 1110405 w 2912392"/>
                <a:gd name="connsiteY114" fmla="*/ 20958 h 467559"/>
                <a:gd name="connsiteX115" fmla="*/ 1120149 w 2912392"/>
                <a:gd name="connsiteY115" fmla="*/ 18789 h 467559"/>
                <a:gd name="connsiteX116" fmla="*/ 1129893 w 2912392"/>
                <a:gd name="connsiteY116" fmla="*/ 16757 h 467559"/>
                <a:gd name="connsiteX117" fmla="*/ 1139637 w 2912392"/>
                <a:gd name="connsiteY117" fmla="*/ 14859 h 467559"/>
                <a:gd name="connsiteX118" fmla="*/ 1149381 w 2912392"/>
                <a:gd name="connsiteY118" fmla="*/ 13089 h 467559"/>
                <a:gd name="connsiteX119" fmla="*/ 1159110 w 2912392"/>
                <a:gd name="connsiteY119" fmla="*/ 11447 h 467559"/>
                <a:gd name="connsiteX120" fmla="*/ 1168854 w 2912392"/>
                <a:gd name="connsiteY120" fmla="*/ 9929 h 467559"/>
                <a:gd name="connsiteX121" fmla="*/ 1178598 w 2912392"/>
                <a:gd name="connsiteY121" fmla="*/ 8530 h 467559"/>
                <a:gd name="connsiteX122" fmla="*/ 1188341 w 2912392"/>
                <a:gd name="connsiteY122" fmla="*/ 7248 h 467559"/>
                <a:gd name="connsiteX123" fmla="*/ 1198070 w 2912392"/>
                <a:gd name="connsiteY123" fmla="*/ 6082 h 467559"/>
                <a:gd name="connsiteX124" fmla="*/ 1207814 w 2912392"/>
                <a:gd name="connsiteY124" fmla="*/ 5025 h 467559"/>
                <a:gd name="connsiteX125" fmla="*/ 1217558 w 2912392"/>
                <a:gd name="connsiteY125" fmla="*/ 4078 h 467559"/>
                <a:gd name="connsiteX126" fmla="*/ 1227302 w 2912392"/>
                <a:gd name="connsiteY126" fmla="*/ 3236 h 467559"/>
                <a:gd name="connsiteX127" fmla="*/ 1237031 w 2912392"/>
                <a:gd name="connsiteY127" fmla="*/ 2496 h 467559"/>
                <a:gd name="connsiteX128" fmla="*/ 1246775 w 2912392"/>
                <a:gd name="connsiteY128" fmla="*/ 1856 h 467559"/>
                <a:gd name="connsiteX129" fmla="*/ 1256519 w 2912392"/>
                <a:gd name="connsiteY129" fmla="*/ 1316 h 467559"/>
                <a:gd name="connsiteX130" fmla="*/ 1266263 w 2912392"/>
                <a:gd name="connsiteY130" fmla="*/ 870 h 467559"/>
                <a:gd name="connsiteX131" fmla="*/ 1276007 w 2912392"/>
                <a:gd name="connsiteY131" fmla="*/ 517 h 467559"/>
                <a:gd name="connsiteX132" fmla="*/ 1285736 w 2912392"/>
                <a:gd name="connsiteY132" fmla="*/ 256 h 467559"/>
                <a:gd name="connsiteX133" fmla="*/ 1295480 w 2912392"/>
                <a:gd name="connsiteY133" fmla="*/ 85 h 467559"/>
                <a:gd name="connsiteX134" fmla="*/ 1305224 w 2912392"/>
                <a:gd name="connsiteY134" fmla="*/ 0 h 467559"/>
                <a:gd name="connsiteX135" fmla="*/ 1314968 w 2912392"/>
                <a:gd name="connsiteY135" fmla="*/ 1 h 467559"/>
                <a:gd name="connsiteX136" fmla="*/ 1324697 w 2912392"/>
                <a:gd name="connsiteY136" fmla="*/ 88 h 467559"/>
                <a:gd name="connsiteX137" fmla="*/ 1334441 w 2912392"/>
                <a:gd name="connsiteY137" fmla="*/ 255 h 467559"/>
                <a:gd name="connsiteX138" fmla="*/ 1344185 w 2912392"/>
                <a:gd name="connsiteY138" fmla="*/ 504 h 467559"/>
                <a:gd name="connsiteX139" fmla="*/ 1353929 w 2912392"/>
                <a:gd name="connsiteY139" fmla="*/ 831 h 467559"/>
                <a:gd name="connsiteX140" fmla="*/ 1363658 w 2912392"/>
                <a:gd name="connsiteY140" fmla="*/ 1238 h 467559"/>
                <a:gd name="connsiteX141" fmla="*/ 1373402 w 2912392"/>
                <a:gd name="connsiteY141" fmla="*/ 1722 h 467559"/>
                <a:gd name="connsiteX142" fmla="*/ 1383146 w 2912392"/>
                <a:gd name="connsiteY142" fmla="*/ 2281 h 467559"/>
                <a:gd name="connsiteX143" fmla="*/ 1392890 w 2912392"/>
                <a:gd name="connsiteY143" fmla="*/ 2914 h 467559"/>
                <a:gd name="connsiteX144" fmla="*/ 1402619 w 2912392"/>
                <a:gd name="connsiteY144" fmla="*/ 3620 h 467559"/>
                <a:gd name="connsiteX145" fmla="*/ 1412363 w 2912392"/>
                <a:gd name="connsiteY145" fmla="*/ 4398 h 467559"/>
                <a:gd name="connsiteX146" fmla="*/ 1422106 w 2912392"/>
                <a:gd name="connsiteY146" fmla="*/ 5246 h 467559"/>
                <a:gd name="connsiteX147" fmla="*/ 1431850 w 2912392"/>
                <a:gd name="connsiteY147" fmla="*/ 6164 h 467559"/>
                <a:gd name="connsiteX148" fmla="*/ 1441594 w 2912392"/>
                <a:gd name="connsiteY148" fmla="*/ 7150 h 467559"/>
                <a:gd name="connsiteX149" fmla="*/ 1451323 w 2912392"/>
                <a:gd name="connsiteY149" fmla="*/ 8202 h 467559"/>
                <a:gd name="connsiteX150" fmla="*/ 1461067 w 2912392"/>
                <a:gd name="connsiteY150" fmla="*/ 9319 h 467559"/>
                <a:gd name="connsiteX151" fmla="*/ 1470811 w 2912392"/>
                <a:gd name="connsiteY151" fmla="*/ 10501 h 467559"/>
                <a:gd name="connsiteX152" fmla="*/ 1480555 w 2912392"/>
                <a:gd name="connsiteY152" fmla="*/ 11745 h 467559"/>
                <a:gd name="connsiteX153" fmla="*/ 1490284 w 2912392"/>
                <a:gd name="connsiteY153" fmla="*/ 13049 h 467559"/>
                <a:gd name="connsiteX154" fmla="*/ 1500028 w 2912392"/>
                <a:gd name="connsiteY154" fmla="*/ 14412 h 467559"/>
                <a:gd name="connsiteX155" fmla="*/ 1509772 w 2912392"/>
                <a:gd name="connsiteY155" fmla="*/ 15832 h 467559"/>
                <a:gd name="connsiteX156" fmla="*/ 1519516 w 2912392"/>
                <a:gd name="connsiteY156" fmla="*/ 17307 h 467559"/>
                <a:gd name="connsiteX157" fmla="*/ 1529245 w 2912392"/>
                <a:gd name="connsiteY157" fmla="*/ 18835 h 467559"/>
                <a:gd name="connsiteX158" fmla="*/ 1538989 w 2912392"/>
                <a:gd name="connsiteY158" fmla="*/ 20415 h 467559"/>
                <a:gd name="connsiteX159" fmla="*/ 1548733 w 2912392"/>
                <a:gd name="connsiteY159" fmla="*/ 22043 h 467559"/>
                <a:gd name="connsiteX160" fmla="*/ 1558477 w 2912392"/>
                <a:gd name="connsiteY160" fmla="*/ 23716 h 467559"/>
                <a:gd name="connsiteX161" fmla="*/ 1568221 w 2912392"/>
                <a:gd name="connsiteY161" fmla="*/ 25434 h 467559"/>
                <a:gd name="connsiteX162" fmla="*/ 1577950 w 2912392"/>
                <a:gd name="connsiteY162" fmla="*/ 27192 h 467559"/>
                <a:gd name="connsiteX163" fmla="*/ 1587694 w 2912392"/>
                <a:gd name="connsiteY163" fmla="*/ 28987 h 467559"/>
                <a:gd name="connsiteX164" fmla="*/ 1597438 w 2912392"/>
                <a:gd name="connsiteY164" fmla="*/ 30819 h 467559"/>
                <a:gd name="connsiteX165" fmla="*/ 1607182 w 2912392"/>
                <a:gd name="connsiteY165" fmla="*/ 32681 h 467559"/>
                <a:gd name="connsiteX166" fmla="*/ 1616911 w 2912392"/>
                <a:gd name="connsiteY166" fmla="*/ 34573 h 467559"/>
                <a:gd name="connsiteX167" fmla="*/ 1626655 w 2912392"/>
                <a:gd name="connsiteY167" fmla="*/ 36489 h 467559"/>
                <a:gd name="connsiteX168" fmla="*/ 1636399 w 2912392"/>
                <a:gd name="connsiteY168" fmla="*/ 38426 h 467559"/>
                <a:gd name="connsiteX169" fmla="*/ 1646142 w 2912392"/>
                <a:gd name="connsiteY169" fmla="*/ 40381 h 467559"/>
                <a:gd name="connsiteX170" fmla="*/ 1655872 w 2912392"/>
                <a:gd name="connsiteY170" fmla="*/ 42350 h 467559"/>
                <a:gd name="connsiteX171" fmla="*/ 1665616 w 2912392"/>
                <a:gd name="connsiteY171" fmla="*/ 44329 h 467559"/>
                <a:gd name="connsiteX172" fmla="*/ 1675359 w 2912392"/>
                <a:gd name="connsiteY172" fmla="*/ 46313 h 467559"/>
                <a:gd name="connsiteX173" fmla="*/ 1685103 w 2912392"/>
                <a:gd name="connsiteY173" fmla="*/ 48299 h 467559"/>
                <a:gd name="connsiteX174" fmla="*/ 1694832 w 2912392"/>
                <a:gd name="connsiteY174" fmla="*/ 50284 h 467559"/>
                <a:gd name="connsiteX175" fmla="*/ 1704576 w 2912392"/>
                <a:gd name="connsiteY175" fmla="*/ 52261 h 467559"/>
                <a:gd name="connsiteX176" fmla="*/ 1714320 w 2912392"/>
                <a:gd name="connsiteY176" fmla="*/ 54228 h 467559"/>
                <a:gd name="connsiteX177" fmla="*/ 1724064 w 2912392"/>
                <a:gd name="connsiteY177" fmla="*/ 56180 h 467559"/>
                <a:gd name="connsiteX178" fmla="*/ 1733808 w 2912392"/>
                <a:gd name="connsiteY178" fmla="*/ 58110 h 467559"/>
                <a:gd name="connsiteX179" fmla="*/ 1743537 w 2912392"/>
                <a:gd name="connsiteY179" fmla="*/ 60016 h 467559"/>
                <a:gd name="connsiteX180" fmla="*/ 1753281 w 2912392"/>
                <a:gd name="connsiteY180" fmla="*/ 61895 h 467559"/>
                <a:gd name="connsiteX181" fmla="*/ 1763025 w 2912392"/>
                <a:gd name="connsiteY181" fmla="*/ 63739 h 467559"/>
                <a:gd name="connsiteX182" fmla="*/ 1772769 w 2912392"/>
                <a:gd name="connsiteY182" fmla="*/ 65547 h 467559"/>
                <a:gd name="connsiteX183" fmla="*/ 1782498 w 2912392"/>
                <a:gd name="connsiteY183" fmla="*/ 67312 h 467559"/>
                <a:gd name="connsiteX184" fmla="*/ 1792242 w 2912392"/>
                <a:gd name="connsiteY184" fmla="*/ 69030 h 467559"/>
                <a:gd name="connsiteX185" fmla="*/ 1801986 w 2912392"/>
                <a:gd name="connsiteY185" fmla="*/ 70699 h 467559"/>
                <a:gd name="connsiteX186" fmla="*/ 1811730 w 2912392"/>
                <a:gd name="connsiteY186" fmla="*/ 72312 h 467559"/>
                <a:gd name="connsiteX187" fmla="*/ 1821459 w 2912392"/>
                <a:gd name="connsiteY187" fmla="*/ 73866 h 467559"/>
                <a:gd name="connsiteX188" fmla="*/ 1831203 w 2912392"/>
                <a:gd name="connsiteY188" fmla="*/ 75358 h 467559"/>
                <a:gd name="connsiteX189" fmla="*/ 1840947 w 2912392"/>
                <a:gd name="connsiteY189" fmla="*/ 76782 h 467559"/>
                <a:gd name="connsiteX190" fmla="*/ 1850691 w 2912392"/>
                <a:gd name="connsiteY190" fmla="*/ 78136 h 467559"/>
                <a:gd name="connsiteX191" fmla="*/ 1860435 w 2912392"/>
                <a:gd name="connsiteY191" fmla="*/ 79416 h 467559"/>
                <a:gd name="connsiteX192" fmla="*/ 1870164 w 2912392"/>
                <a:gd name="connsiteY192" fmla="*/ 80618 h 467559"/>
                <a:gd name="connsiteX193" fmla="*/ 1879908 w 2912392"/>
                <a:gd name="connsiteY193" fmla="*/ 81740 h 467559"/>
                <a:gd name="connsiteX194" fmla="*/ 1889652 w 2912392"/>
                <a:gd name="connsiteY194" fmla="*/ 82780 h 467559"/>
                <a:gd name="connsiteX195" fmla="*/ 1899395 w 2912392"/>
                <a:gd name="connsiteY195" fmla="*/ 83732 h 467559"/>
                <a:gd name="connsiteX196" fmla="*/ 1909124 w 2912392"/>
                <a:gd name="connsiteY196" fmla="*/ 84596 h 467559"/>
                <a:gd name="connsiteX197" fmla="*/ 1918868 w 2912392"/>
                <a:gd name="connsiteY197" fmla="*/ 85368 h 467559"/>
                <a:gd name="connsiteX198" fmla="*/ 1928612 w 2912392"/>
                <a:gd name="connsiteY198" fmla="*/ 86048 h 467559"/>
                <a:gd name="connsiteX199" fmla="*/ 1938356 w 2912392"/>
                <a:gd name="connsiteY199" fmla="*/ 86633 h 467559"/>
                <a:gd name="connsiteX200" fmla="*/ 1948085 w 2912392"/>
                <a:gd name="connsiteY200" fmla="*/ 87120 h 467559"/>
                <a:gd name="connsiteX201" fmla="*/ 1957829 w 2912392"/>
                <a:gd name="connsiteY201" fmla="*/ 87511 h 467559"/>
                <a:gd name="connsiteX202" fmla="*/ 1967573 w 2912392"/>
                <a:gd name="connsiteY202" fmla="*/ 87803 h 467559"/>
                <a:gd name="connsiteX203" fmla="*/ 1977317 w 2912392"/>
                <a:gd name="connsiteY203" fmla="*/ 87995 h 467559"/>
                <a:gd name="connsiteX204" fmla="*/ 1987046 w 2912392"/>
                <a:gd name="connsiteY204" fmla="*/ 88087 h 467559"/>
                <a:gd name="connsiteX205" fmla="*/ 1996790 w 2912392"/>
                <a:gd name="connsiteY205" fmla="*/ 88080 h 467559"/>
                <a:gd name="connsiteX206" fmla="*/ 2006534 w 2912392"/>
                <a:gd name="connsiteY206" fmla="*/ 87972 h 467559"/>
                <a:gd name="connsiteX207" fmla="*/ 2016278 w 2912392"/>
                <a:gd name="connsiteY207" fmla="*/ 87765 h 467559"/>
                <a:gd name="connsiteX208" fmla="*/ 2026022 w 2912392"/>
                <a:gd name="connsiteY208" fmla="*/ 87460 h 467559"/>
                <a:gd name="connsiteX209" fmla="*/ 2035751 w 2912392"/>
                <a:gd name="connsiteY209" fmla="*/ 87056 h 467559"/>
                <a:gd name="connsiteX210" fmla="*/ 2045495 w 2912392"/>
                <a:gd name="connsiteY210" fmla="*/ 86557 h 467559"/>
                <a:gd name="connsiteX211" fmla="*/ 2055239 w 2912392"/>
                <a:gd name="connsiteY211" fmla="*/ 85963 h 467559"/>
                <a:gd name="connsiteX212" fmla="*/ 2064983 w 2912392"/>
                <a:gd name="connsiteY212" fmla="*/ 85276 h 467559"/>
                <a:gd name="connsiteX213" fmla="*/ 2074712 w 2912392"/>
                <a:gd name="connsiteY213" fmla="*/ 84498 h 467559"/>
                <a:gd name="connsiteX214" fmla="*/ 2084456 w 2912392"/>
                <a:gd name="connsiteY214" fmla="*/ 83632 h 467559"/>
                <a:gd name="connsiteX215" fmla="*/ 2094200 w 2912392"/>
                <a:gd name="connsiteY215" fmla="*/ 82682 h 467559"/>
                <a:gd name="connsiteX216" fmla="*/ 2103944 w 2912392"/>
                <a:gd name="connsiteY216" fmla="*/ 81648 h 467559"/>
                <a:gd name="connsiteX217" fmla="*/ 2113673 w 2912392"/>
                <a:gd name="connsiteY217" fmla="*/ 80536 h 467559"/>
                <a:gd name="connsiteX218" fmla="*/ 2123417 w 2912392"/>
                <a:gd name="connsiteY218" fmla="*/ 79347 h 467559"/>
                <a:gd name="connsiteX219" fmla="*/ 2133161 w 2912392"/>
                <a:gd name="connsiteY219" fmla="*/ 78089 h 467559"/>
                <a:gd name="connsiteX220" fmla="*/ 2142905 w 2912392"/>
                <a:gd name="connsiteY220" fmla="*/ 76759 h 467559"/>
                <a:gd name="connsiteX221" fmla="*/ 2152649 w 2912392"/>
                <a:gd name="connsiteY221" fmla="*/ 75368 h 467559"/>
                <a:gd name="connsiteX222" fmla="*/ 2162377 w 2912392"/>
                <a:gd name="connsiteY222" fmla="*/ 73917 h 467559"/>
                <a:gd name="connsiteX223" fmla="*/ 2172121 w 2912392"/>
                <a:gd name="connsiteY223" fmla="*/ 72409 h 467559"/>
                <a:gd name="connsiteX224" fmla="*/ 2181865 w 2912392"/>
                <a:gd name="connsiteY224" fmla="*/ 70852 h 467559"/>
                <a:gd name="connsiteX225" fmla="*/ 2191609 w 2912392"/>
                <a:gd name="connsiteY225" fmla="*/ 69250 h 467559"/>
                <a:gd name="connsiteX226" fmla="*/ 2201338 w 2912392"/>
                <a:gd name="connsiteY226" fmla="*/ 67607 h 467559"/>
                <a:gd name="connsiteX227" fmla="*/ 2211082 w 2912392"/>
                <a:gd name="connsiteY227" fmla="*/ 65929 h 467559"/>
                <a:gd name="connsiteX228" fmla="*/ 2220826 w 2912392"/>
                <a:gd name="connsiteY228" fmla="*/ 64220 h 467559"/>
                <a:gd name="connsiteX229" fmla="*/ 2230570 w 2912392"/>
                <a:gd name="connsiteY229" fmla="*/ 62488 h 467559"/>
                <a:gd name="connsiteX230" fmla="*/ 2240299 w 2912392"/>
                <a:gd name="connsiteY230" fmla="*/ 60734 h 467559"/>
                <a:gd name="connsiteX231" fmla="*/ 2250043 w 2912392"/>
                <a:gd name="connsiteY231" fmla="*/ 58969 h 467559"/>
                <a:gd name="connsiteX232" fmla="*/ 2259787 w 2912392"/>
                <a:gd name="connsiteY232" fmla="*/ 57193 h 467559"/>
                <a:gd name="connsiteX233" fmla="*/ 2269531 w 2912392"/>
                <a:gd name="connsiteY233" fmla="*/ 55415 h 467559"/>
                <a:gd name="connsiteX234" fmla="*/ 2279260 w 2912392"/>
                <a:gd name="connsiteY234" fmla="*/ 53641 h 467559"/>
                <a:gd name="connsiteX235" fmla="*/ 2289004 w 2912392"/>
                <a:gd name="connsiteY235" fmla="*/ 51875 h 467559"/>
                <a:gd name="connsiteX236" fmla="*/ 2298748 w 2912392"/>
                <a:gd name="connsiteY236" fmla="*/ 50123 h 467559"/>
                <a:gd name="connsiteX237" fmla="*/ 2308492 w 2912392"/>
                <a:gd name="connsiteY237" fmla="*/ 48390 h 467559"/>
                <a:gd name="connsiteX238" fmla="*/ 2318236 w 2912392"/>
                <a:gd name="connsiteY238" fmla="*/ 46684 h 467559"/>
                <a:gd name="connsiteX239" fmla="*/ 2327965 w 2912392"/>
                <a:gd name="connsiteY239" fmla="*/ 45008 h 467559"/>
                <a:gd name="connsiteX240" fmla="*/ 2337709 w 2912392"/>
                <a:gd name="connsiteY240" fmla="*/ 43368 h 467559"/>
                <a:gd name="connsiteX241" fmla="*/ 2347453 w 2912392"/>
                <a:gd name="connsiteY241" fmla="*/ 41771 h 467559"/>
                <a:gd name="connsiteX242" fmla="*/ 2357197 w 2912392"/>
                <a:gd name="connsiteY242" fmla="*/ 40218 h 467559"/>
                <a:gd name="connsiteX243" fmla="*/ 2366926 w 2912392"/>
                <a:gd name="connsiteY243" fmla="*/ 38719 h 467559"/>
                <a:gd name="connsiteX244" fmla="*/ 2376670 w 2912392"/>
                <a:gd name="connsiteY244" fmla="*/ 37277 h 467559"/>
                <a:gd name="connsiteX245" fmla="*/ 2386413 w 2912392"/>
                <a:gd name="connsiteY245" fmla="*/ 35898 h 467559"/>
                <a:gd name="connsiteX246" fmla="*/ 2396157 w 2912392"/>
                <a:gd name="connsiteY246" fmla="*/ 34585 h 467559"/>
                <a:gd name="connsiteX247" fmla="*/ 2405886 w 2912392"/>
                <a:gd name="connsiteY247" fmla="*/ 33342 h 467559"/>
                <a:gd name="connsiteX248" fmla="*/ 2415630 w 2912392"/>
                <a:gd name="connsiteY248" fmla="*/ 32177 h 467559"/>
                <a:gd name="connsiteX249" fmla="*/ 2425374 w 2912392"/>
                <a:gd name="connsiteY249" fmla="*/ 31093 h 467559"/>
                <a:gd name="connsiteX250" fmla="*/ 2435118 w 2912392"/>
                <a:gd name="connsiteY250" fmla="*/ 30091 h 467559"/>
                <a:gd name="connsiteX251" fmla="*/ 2444862 w 2912392"/>
                <a:gd name="connsiteY251" fmla="*/ 29178 h 467559"/>
                <a:gd name="connsiteX252" fmla="*/ 2454591 w 2912392"/>
                <a:gd name="connsiteY252" fmla="*/ 28359 h 467559"/>
                <a:gd name="connsiteX253" fmla="*/ 2464335 w 2912392"/>
                <a:gd name="connsiteY253" fmla="*/ 27633 h 467559"/>
                <a:gd name="connsiteX254" fmla="*/ 2474079 w 2912392"/>
                <a:gd name="connsiteY254" fmla="*/ 27007 h 467559"/>
                <a:gd name="connsiteX255" fmla="*/ 2483823 w 2912392"/>
                <a:gd name="connsiteY255" fmla="*/ 26484 h 467559"/>
                <a:gd name="connsiteX256" fmla="*/ 2493552 w 2912392"/>
                <a:gd name="connsiteY256" fmla="*/ 26066 h 467559"/>
                <a:gd name="connsiteX257" fmla="*/ 2503296 w 2912392"/>
                <a:gd name="connsiteY257" fmla="*/ 25754 h 467559"/>
                <a:gd name="connsiteX258" fmla="*/ 2513040 w 2912392"/>
                <a:gd name="connsiteY258" fmla="*/ 25553 h 467559"/>
                <a:gd name="connsiteX259" fmla="*/ 2522784 w 2912392"/>
                <a:gd name="connsiteY259" fmla="*/ 25465 h 467559"/>
                <a:gd name="connsiteX260" fmla="*/ 2532513 w 2912392"/>
                <a:gd name="connsiteY260" fmla="*/ 25491 h 467559"/>
                <a:gd name="connsiteX261" fmla="*/ 2542257 w 2912392"/>
                <a:gd name="connsiteY261" fmla="*/ 25634 h 467559"/>
                <a:gd name="connsiteX262" fmla="*/ 2552001 w 2912392"/>
                <a:gd name="connsiteY262" fmla="*/ 25893 h 467559"/>
                <a:gd name="connsiteX263" fmla="*/ 2561745 w 2912392"/>
                <a:gd name="connsiteY263" fmla="*/ 26271 h 467559"/>
                <a:gd name="connsiteX264" fmla="*/ 2571474 w 2912392"/>
                <a:gd name="connsiteY264" fmla="*/ 26769 h 467559"/>
                <a:gd name="connsiteX265" fmla="*/ 2581218 w 2912392"/>
                <a:gd name="connsiteY265" fmla="*/ 27389 h 467559"/>
                <a:gd name="connsiteX266" fmla="*/ 2590962 w 2912392"/>
                <a:gd name="connsiteY266" fmla="*/ 28129 h 467559"/>
                <a:gd name="connsiteX267" fmla="*/ 2600705 w 2912392"/>
                <a:gd name="connsiteY267" fmla="*/ 28992 h 467559"/>
                <a:gd name="connsiteX268" fmla="*/ 2610449 w 2912392"/>
                <a:gd name="connsiteY268" fmla="*/ 29975 h 467559"/>
                <a:gd name="connsiteX269" fmla="*/ 2620178 w 2912392"/>
                <a:gd name="connsiteY269" fmla="*/ 31081 h 467559"/>
                <a:gd name="connsiteX270" fmla="*/ 2629922 w 2912392"/>
                <a:gd name="connsiteY270" fmla="*/ 32307 h 467559"/>
                <a:gd name="connsiteX271" fmla="*/ 2639666 w 2912392"/>
                <a:gd name="connsiteY271" fmla="*/ 33655 h 467559"/>
                <a:gd name="connsiteX272" fmla="*/ 2649410 w 2912392"/>
                <a:gd name="connsiteY272" fmla="*/ 35123 h 467559"/>
                <a:gd name="connsiteX273" fmla="*/ 2659139 w 2912392"/>
                <a:gd name="connsiteY273" fmla="*/ 36708 h 467559"/>
                <a:gd name="connsiteX274" fmla="*/ 2668883 w 2912392"/>
                <a:gd name="connsiteY274" fmla="*/ 38413 h 467559"/>
                <a:gd name="connsiteX275" fmla="*/ 2678627 w 2912392"/>
                <a:gd name="connsiteY275" fmla="*/ 40233 h 467559"/>
                <a:gd name="connsiteX276" fmla="*/ 2688371 w 2912392"/>
                <a:gd name="connsiteY276" fmla="*/ 42169 h 467559"/>
                <a:gd name="connsiteX277" fmla="*/ 2698100 w 2912392"/>
                <a:gd name="connsiteY277" fmla="*/ 44217 h 467559"/>
                <a:gd name="connsiteX278" fmla="*/ 2707844 w 2912392"/>
                <a:gd name="connsiteY278" fmla="*/ 46376 h 467559"/>
                <a:gd name="connsiteX279" fmla="*/ 2717588 w 2912392"/>
                <a:gd name="connsiteY279" fmla="*/ 48645 h 467559"/>
                <a:gd name="connsiteX280" fmla="*/ 2727332 w 2912392"/>
                <a:gd name="connsiteY280" fmla="*/ 51020 h 467559"/>
                <a:gd name="connsiteX281" fmla="*/ 2737076 w 2912392"/>
                <a:gd name="connsiteY281" fmla="*/ 53498 h 467559"/>
                <a:gd name="connsiteX282" fmla="*/ 2746805 w 2912392"/>
                <a:gd name="connsiteY282" fmla="*/ 56078 h 467559"/>
                <a:gd name="connsiteX283" fmla="*/ 2756549 w 2912392"/>
                <a:gd name="connsiteY283" fmla="*/ 58759 h 467559"/>
                <a:gd name="connsiteX284" fmla="*/ 2766293 w 2912392"/>
                <a:gd name="connsiteY284" fmla="*/ 61534 h 467559"/>
                <a:gd name="connsiteX285" fmla="*/ 2776037 w 2912392"/>
                <a:gd name="connsiteY285" fmla="*/ 64402 h 467559"/>
                <a:gd name="connsiteX286" fmla="*/ 2785766 w 2912392"/>
                <a:gd name="connsiteY286" fmla="*/ 67360 h 467559"/>
                <a:gd name="connsiteX287" fmla="*/ 2795510 w 2912392"/>
                <a:gd name="connsiteY287" fmla="*/ 70404 h 467559"/>
                <a:gd name="connsiteX288" fmla="*/ 2805254 w 2912392"/>
                <a:gd name="connsiteY288" fmla="*/ 73531 h 467559"/>
                <a:gd name="connsiteX289" fmla="*/ 2814998 w 2912392"/>
                <a:gd name="connsiteY289" fmla="*/ 76739 h 467559"/>
                <a:gd name="connsiteX290" fmla="*/ 2824727 w 2912392"/>
                <a:gd name="connsiteY290" fmla="*/ 80021 h 467559"/>
                <a:gd name="connsiteX291" fmla="*/ 2834471 w 2912392"/>
                <a:gd name="connsiteY291" fmla="*/ 83376 h 467559"/>
                <a:gd name="connsiteX292" fmla="*/ 2844215 w 2912392"/>
                <a:gd name="connsiteY292" fmla="*/ 86800 h 467559"/>
                <a:gd name="connsiteX293" fmla="*/ 2853958 w 2912392"/>
                <a:gd name="connsiteY293" fmla="*/ 90289 h 467559"/>
                <a:gd name="connsiteX294" fmla="*/ 2863687 w 2912392"/>
                <a:gd name="connsiteY294" fmla="*/ 93840 h 467559"/>
                <a:gd name="connsiteX295" fmla="*/ 2873431 w 2912392"/>
                <a:gd name="connsiteY295" fmla="*/ 97445 h 467559"/>
                <a:gd name="connsiteX296" fmla="*/ 2883175 w 2912392"/>
                <a:gd name="connsiteY296" fmla="*/ 101106 h 467559"/>
                <a:gd name="connsiteX297" fmla="*/ 2892919 w 2912392"/>
                <a:gd name="connsiteY297" fmla="*/ 104814 h 467559"/>
                <a:gd name="connsiteX298" fmla="*/ 2902663 w 2912392"/>
                <a:gd name="connsiteY298" fmla="*/ 108567 h 467559"/>
                <a:gd name="connsiteX299" fmla="*/ 2912392 w 2912392"/>
                <a:gd name="connsiteY299" fmla="*/ 112362 h 467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67559">
                  <a:moveTo>
                    <a:pt x="0" y="345601"/>
                  </a:moveTo>
                  <a:lnTo>
                    <a:pt x="9739" y="351381"/>
                  </a:lnTo>
                  <a:lnTo>
                    <a:pt x="19480" y="357170"/>
                  </a:lnTo>
                  <a:lnTo>
                    <a:pt x="29221" y="362957"/>
                  </a:lnTo>
                  <a:lnTo>
                    <a:pt x="38961" y="368723"/>
                  </a:lnTo>
                  <a:lnTo>
                    <a:pt x="48702" y="374455"/>
                  </a:lnTo>
                  <a:lnTo>
                    <a:pt x="58443" y="380139"/>
                  </a:lnTo>
                  <a:lnTo>
                    <a:pt x="68182" y="385758"/>
                  </a:lnTo>
                  <a:lnTo>
                    <a:pt x="77923" y="391299"/>
                  </a:lnTo>
                  <a:lnTo>
                    <a:pt x="87664" y="396749"/>
                  </a:lnTo>
                  <a:lnTo>
                    <a:pt x="97404" y="402091"/>
                  </a:lnTo>
                  <a:lnTo>
                    <a:pt x="107145" y="407311"/>
                  </a:lnTo>
                  <a:lnTo>
                    <a:pt x="116886" y="412396"/>
                  </a:lnTo>
                  <a:lnTo>
                    <a:pt x="126625" y="417332"/>
                  </a:lnTo>
                  <a:lnTo>
                    <a:pt x="136366" y="422106"/>
                  </a:lnTo>
                  <a:lnTo>
                    <a:pt x="146107" y="426704"/>
                  </a:lnTo>
                  <a:lnTo>
                    <a:pt x="155846" y="431114"/>
                  </a:lnTo>
                  <a:lnTo>
                    <a:pt x="165587" y="435324"/>
                  </a:lnTo>
                  <a:lnTo>
                    <a:pt x="175328" y="439320"/>
                  </a:lnTo>
                  <a:lnTo>
                    <a:pt x="185068" y="443094"/>
                  </a:lnTo>
                  <a:lnTo>
                    <a:pt x="194809" y="446631"/>
                  </a:lnTo>
                  <a:lnTo>
                    <a:pt x="204550" y="449924"/>
                  </a:lnTo>
                  <a:lnTo>
                    <a:pt x="214289" y="452962"/>
                  </a:lnTo>
                  <a:lnTo>
                    <a:pt x="224030" y="455735"/>
                  </a:lnTo>
                  <a:lnTo>
                    <a:pt x="233771" y="458235"/>
                  </a:lnTo>
                  <a:lnTo>
                    <a:pt x="243510" y="460453"/>
                  </a:lnTo>
                  <a:lnTo>
                    <a:pt x="253251" y="462382"/>
                  </a:lnTo>
                  <a:lnTo>
                    <a:pt x="262992" y="464017"/>
                  </a:lnTo>
                  <a:lnTo>
                    <a:pt x="272732" y="465349"/>
                  </a:lnTo>
                  <a:lnTo>
                    <a:pt x="282473" y="466374"/>
                  </a:lnTo>
                  <a:lnTo>
                    <a:pt x="292214" y="467086"/>
                  </a:lnTo>
                  <a:lnTo>
                    <a:pt x="301953" y="467482"/>
                  </a:lnTo>
                  <a:lnTo>
                    <a:pt x="311694" y="467560"/>
                  </a:lnTo>
                  <a:lnTo>
                    <a:pt x="321435" y="467314"/>
                  </a:lnTo>
                  <a:lnTo>
                    <a:pt x="331175" y="466745"/>
                  </a:lnTo>
                  <a:lnTo>
                    <a:pt x="340916" y="465851"/>
                  </a:lnTo>
                  <a:lnTo>
                    <a:pt x="350656" y="464631"/>
                  </a:lnTo>
                  <a:lnTo>
                    <a:pt x="360396" y="463086"/>
                  </a:lnTo>
                  <a:lnTo>
                    <a:pt x="370137" y="461217"/>
                  </a:lnTo>
                  <a:lnTo>
                    <a:pt x="379878" y="459026"/>
                  </a:lnTo>
                  <a:lnTo>
                    <a:pt x="389617" y="456515"/>
                  </a:lnTo>
                  <a:lnTo>
                    <a:pt x="399358" y="453687"/>
                  </a:lnTo>
                  <a:lnTo>
                    <a:pt x="409099" y="450548"/>
                  </a:lnTo>
                  <a:lnTo>
                    <a:pt x="418839" y="447100"/>
                  </a:lnTo>
                  <a:lnTo>
                    <a:pt x="428580" y="443350"/>
                  </a:lnTo>
                  <a:lnTo>
                    <a:pt x="438321" y="439304"/>
                  </a:lnTo>
                  <a:lnTo>
                    <a:pt x="448060" y="434968"/>
                  </a:lnTo>
                  <a:lnTo>
                    <a:pt x="457801" y="430350"/>
                  </a:lnTo>
                  <a:lnTo>
                    <a:pt x="467542" y="425455"/>
                  </a:lnTo>
                  <a:lnTo>
                    <a:pt x="477281" y="420297"/>
                  </a:lnTo>
                  <a:lnTo>
                    <a:pt x="487022" y="414880"/>
                  </a:lnTo>
                  <a:lnTo>
                    <a:pt x="496763" y="409217"/>
                  </a:lnTo>
                  <a:lnTo>
                    <a:pt x="506503" y="403314"/>
                  </a:lnTo>
                  <a:lnTo>
                    <a:pt x="516244" y="397186"/>
                  </a:lnTo>
                  <a:lnTo>
                    <a:pt x="525985" y="390840"/>
                  </a:lnTo>
                  <a:lnTo>
                    <a:pt x="535724" y="384291"/>
                  </a:lnTo>
                  <a:lnTo>
                    <a:pt x="545465" y="377548"/>
                  </a:lnTo>
                  <a:lnTo>
                    <a:pt x="555206" y="370623"/>
                  </a:lnTo>
                  <a:lnTo>
                    <a:pt x="564946" y="363529"/>
                  </a:lnTo>
                  <a:lnTo>
                    <a:pt x="574687" y="356278"/>
                  </a:lnTo>
                  <a:lnTo>
                    <a:pt x="584428" y="348883"/>
                  </a:lnTo>
                  <a:lnTo>
                    <a:pt x="594167" y="341358"/>
                  </a:lnTo>
                  <a:lnTo>
                    <a:pt x="603908" y="333713"/>
                  </a:lnTo>
                  <a:lnTo>
                    <a:pt x="613649" y="325964"/>
                  </a:lnTo>
                  <a:lnTo>
                    <a:pt x="623388" y="318123"/>
                  </a:lnTo>
                  <a:lnTo>
                    <a:pt x="633129" y="310203"/>
                  </a:lnTo>
                  <a:lnTo>
                    <a:pt x="642870" y="302215"/>
                  </a:lnTo>
                  <a:lnTo>
                    <a:pt x="652610" y="294177"/>
                  </a:lnTo>
                  <a:lnTo>
                    <a:pt x="662351" y="286098"/>
                  </a:lnTo>
                  <a:lnTo>
                    <a:pt x="672092" y="277991"/>
                  </a:lnTo>
                  <a:lnTo>
                    <a:pt x="681831" y="269870"/>
                  </a:lnTo>
                  <a:lnTo>
                    <a:pt x="691572" y="261747"/>
                  </a:lnTo>
                  <a:lnTo>
                    <a:pt x="701313" y="253634"/>
                  </a:lnTo>
                  <a:lnTo>
                    <a:pt x="711052" y="245543"/>
                  </a:lnTo>
                  <a:lnTo>
                    <a:pt x="720793" y="237484"/>
                  </a:lnTo>
                  <a:lnTo>
                    <a:pt x="730534" y="229470"/>
                  </a:lnTo>
                  <a:lnTo>
                    <a:pt x="740274" y="221512"/>
                  </a:lnTo>
                  <a:lnTo>
                    <a:pt x="750015" y="213619"/>
                  </a:lnTo>
                  <a:lnTo>
                    <a:pt x="759756" y="205803"/>
                  </a:lnTo>
                  <a:lnTo>
                    <a:pt x="769495" y="198072"/>
                  </a:lnTo>
                  <a:lnTo>
                    <a:pt x="779236" y="190436"/>
                  </a:lnTo>
                  <a:lnTo>
                    <a:pt x="788977" y="182903"/>
                  </a:lnTo>
                  <a:lnTo>
                    <a:pt x="798717" y="175482"/>
                  </a:lnTo>
                  <a:lnTo>
                    <a:pt x="808458" y="168180"/>
                  </a:lnTo>
                  <a:lnTo>
                    <a:pt x="818199" y="161006"/>
                  </a:lnTo>
                  <a:lnTo>
                    <a:pt x="827938" y="153965"/>
                  </a:lnTo>
                  <a:lnTo>
                    <a:pt x="837679" y="147063"/>
                  </a:lnTo>
                  <a:lnTo>
                    <a:pt x="847420" y="140308"/>
                  </a:lnTo>
                  <a:lnTo>
                    <a:pt x="857159" y="133703"/>
                  </a:lnTo>
                  <a:lnTo>
                    <a:pt x="866900" y="127254"/>
                  </a:lnTo>
                  <a:lnTo>
                    <a:pt x="876641" y="120963"/>
                  </a:lnTo>
                  <a:lnTo>
                    <a:pt x="886381" y="114837"/>
                  </a:lnTo>
                  <a:lnTo>
                    <a:pt x="896122" y="108877"/>
                  </a:lnTo>
                  <a:lnTo>
                    <a:pt x="905863" y="103086"/>
                  </a:lnTo>
                  <a:lnTo>
                    <a:pt x="915602" y="97468"/>
                  </a:lnTo>
                  <a:lnTo>
                    <a:pt x="925343" y="92021"/>
                  </a:lnTo>
                  <a:lnTo>
                    <a:pt x="935084" y="86749"/>
                  </a:lnTo>
                  <a:lnTo>
                    <a:pt x="944824" y="81652"/>
                  </a:lnTo>
                  <a:lnTo>
                    <a:pt x="954564" y="76731"/>
                  </a:lnTo>
                  <a:lnTo>
                    <a:pt x="964305" y="71986"/>
                  </a:lnTo>
                  <a:lnTo>
                    <a:pt x="974045" y="67416"/>
                  </a:lnTo>
                  <a:lnTo>
                    <a:pt x="983786" y="63023"/>
                  </a:lnTo>
                  <a:lnTo>
                    <a:pt x="993522" y="58800"/>
                  </a:lnTo>
                  <a:lnTo>
                    <a:pt x="1003266" y="54752"/>
                  </a:lnTo>
                  <a:lnTo>
                    <a:pt x="1013010" y="50874"/>
                  </a:lnTo>
                  <a:lnTo>
                    <a:pt x="1022754" y="47164"/>
                  </a:lnTo>
                  <a:lnTo>
                    <a:pt x="1032483" y="43621"/>
                  </a:lnTo>
                  <a:lnTo>
                    <a:pt x="1042227" y="40244"/>
                  </a:lnTo>
                  <a:lnTo>
                    <a:pt x="1051971" y="37027"/>
                  </a:lnTo>
                  <a:lnTo>
                    <a:pt x="1061715" y="33968"/>
                  </a:lnTo>
                  <a:lnTo>
                    <a:pt x="1071444" y="31067"/>
                  </a:lnTo>
                  <a:lnTo>
                    <a:pt x="1081188" y="28318"/>
                  </a:lnTo>
                  <a:lnTo>
                    <a:pt x="1090932" y="25719"/>
                  </a:lnTo>
                  <a:lnTo>
                    <a:pt x="1100676" y="23266"/>
                  </a:lnTo>
                  <a:lnTo>
                    <a:pt x="1110405" y="20958"/>
                  </a:lnTo>
                  <a:lnTo>
                    <a:pt x="1120149" y="18789"/>
                  </a:lnTo>
                  <a:lnTo>
                    <a:pt x="1129893" y="16757"/>
                  </a:lnTo>
                  <a:lnTo>
                    <a:pt x="1139637" y="14859"/>
                  </a:lnTo>
                  <a:lnTo>
                    <a:pt x="1149381" y="13089"/>
                  </a:lnTo>
                  <a:lnTo>
                    <a:pt x="1159110" y="11447"/>
                  </a:lnTo>
                  <a:lnTo>
                    <a:pt x="1168854" y="9929"/>
                  </a:lnTo>
                  <a:lnTo>
                    <a:pt x="1178598" y="8530"/>
                  </a:lnTo>
                  <a:lnTo>
                    <a:pt x="1188341" y="7248"/>
                  </a:lnTo>
                  <a:lnTo>
                    <a:pt x="1198070" y="6082"/>
                  </a:lnTo>
                  <a:lnTo>
                    <a:pt x="1207814" y="5025"/>
                  </a:lnTo>
                  <a:lnTo>
                    <a:pt x="1217558" y="4078"/>
                  </a:lnTo>
                  <a:lnTo>
                    <a:pt x="1227302" y="3236"/>
                  </a:lnTo>
                  <a:lnTo>
                    <a:pt x="1237031" y="2496"/>
                  </a:lnTo>
                  <a:lnTo>
                    <a:pt x="1246775" y="1856"/>
                  </a:lnTo>
                  <a:lnTo>
                    <a:pt x="1256519" y="1316"/>
                  </a:lnTo>
                  <a:lnTo>
                    <a:pt x="1266263" y="870"/>
                  </a:lnTo>
                  <a:lnTo>
                    <a:pt x="1276007" y="517"/>
                  </a:lnTo>
                  <a:lnTo>
                    <a:pt x="1285736" y="256"/>
                  </a:lnTo>
                  <a:lnTo>
                    <a:pt x="1295480" y="85"/>
                  </a:lnTo>
                  <a:lnTo>
                    <a:pt x="1305224" y="0"/>
                  </a:lnTo>
                  <a:lnTo>
                    <a:pt x="1314968" y="1"/>
                  </a:lnTo>
                  <a:lnTo>
                    <a:pt x="1324697" y="88"/>
                  </a:lnTo>
                  <a:lnTo>
                    <a:pt x="1334441" y="255"/>
                  </a:lnTo>
                  <a:lnTo>
                    <a:pt x="1344185" y="504"/>
                  </a:lnTo>
                  <a:lnTo>
                    <a:pt x="1353929" y="831"/>
                  </a:lnTo>
                  <a:lnTo>
                    <a:pt x="1363658" y="1238"/>
                  </a:lnTo>
                  <a:lnTo>
                    <a:pt x="1373402" y="1722"/>
                  </a:lnTo>
                  <a:lnTo>
                    <a:pt x="1383146" y="2281"/>
                  </a:lnTo>
                  <a:lnTo>
                    <a:pt x="1392890" y="2914"/>
                  </a:lnTo>
                  <a:lnTo>
                    <a:pt x="1402619" y="3620"/>
                  </a:lnTo>
                  <a:lnTo>
                    <a:pt x="1412363" y="4398"/>
                  </a:lnTo>
                  <a:lnTo>
                    <a:pt x="1422106" y="5246"/>
                  </a:lnTo>
                  <a:lnTo>
                    <a:pt x="1431850" y="6164"/>
                  </a:lnTo>
                  <a:lnTo>
                    <a:pt x="1441594" y="7150"/>
                  </a:lnTo>
                  <a:lnTo>
                    <a:pt x="1451323" y="8202"/>
                  </a:lnTo>
                  <a:lnTo>
                    <a:pt x="1461067" y="9319"/>
                  </a:lnTo>
                  <a:lnTo>
                    <a:pt x="1470811" y="10501"/>
                  </a:lnTo>
                  <a:lnTo>
                    <a:pt x="1480555" y="11745"/>
                  </a:lnTo>
                  <a:lnTo>
                    <a:pt x="1490284" y="13049"/>
                  </a:lnTo>
                  <a:lnTo>
                    <a:pt x="1500028" y="14412"/>
                  </a:lnTo>
                  <a:lnTo>
                    <a:pt x="1509772" y="15832"/>
                  </a:lnTo>
                  <a:lnTo>
                    <a:pt x="1519516" y="17307"/>
                  </a:lnTo>
                  <a:lnTo>
                    <a:pt x="1529245" y="18835"/>
                  </a:lnTo>
                  <a:lnTo>
                    <a:pt x="1538989" y="20415"/>
                  </a:lnTo>
                  <a:lnTo>
                    <a:pt x="1548733" y="22043"/>
                  </a:lnTo>
                  <a:lnTo>
                    <a:pt x="1558477" y="23716"/>
                  </a:lnTo>
                  <a:lnTo>
                    <a:pt x="1568221" y="25434"/>
                  </a:lnTo>
                  <a:lnTo>
                    <a:pt x="1577950" y="27192"/>
                  </a:lnTo>
                  <a:lnTo>
                    <a:pt x="1587694" y="28987"/>
                  </a:lnTo>
                  <a:lnTo>
                    <a:pt x="1597438" y="30819"/>
                  </a:lnTo>
                  <a:lnTo>
                    <a:pt x="1607182" y="32681"/>
                  </a:lnTo>
                  <a:lnTo>
                    <a:pt x="1616911" y="34573"/>
                  </a:lnTo>
                  <a:lnTo>
                    <a:pt x="1626655" y="36489"/>
                  </a:lnTo>
                  <a:lnTo>
                    <a:pt x="1636399" y="38426"/>
                  </a:lnTo>
                  <a:lnTo>
                    <a:pt x="1646142" y="40381"/>
                  </a:lnTo>
                  <a:lnTo>
                    <a:pt x="1655872" y="42350"/>
                  </a:lnTo>
                  <a:lnTo>
                    <a:pt x="1665616" y="44329"/>
                  </a:lnTo>
                  <a:lnTo>
                    <a:pt x="1675359" y="46313"/>
                  </a:lnTo>
                  <a:lnTo>
                    <a:pt x="1685103" y="48299"/>
                  </a:lnTo>
                  <a:lnTo>
                    <a:pt x="1694832" y="50284"/>
                  </a:lnTo>
                  <a:lnTo>
                    <a:pt x="1704576" y="52261"/>
                  </a:lnTo>
                  <a:lnTo>
                    <a:pt x="1714320" y="54228"/>
                  </a:lnTo>
                  <a:lnTo>
                    <a:pt x="1724064" y="56180"/>
                  </a:lnTo>
                  <a:lnTo>
                    <a:pt x="1733808" y="58110"/>
                  </a:lnTo>
                  <a:lnTo>
                    <a:pt x="1743537" y="60016"/>
                  </a:lnTo>
                  <a:lnTo>
                    <a:pt x="1753281" y="61895"/>
                  </a:lnTo>
                  <a:lnTo>
                    <a:pt x="1763025" y="63739"/>
                  </a:lnTo>
                  <a:lnTo>
                    <a:pt x="1772769" y="65547"/>
                  </a:lnTo>
                  <a:lnTo>
                    <a:pt x="1782498" y="67312"/>
                  </a:lnTo>
                  <a:lnTo>
                    <a:pt x="1792242" y="69030"/>
                  </a:lnTo>
                  <a:lnTo>
                    <a:pt x="1801986" y="70699"/>
                  </a:lnTo>
                  <a:lnTo>
                    <a:pt x="1811730" y="72312"/>
                  </a:lnTo>
                  <a:lnTo>
                    <a:pt x="1821459" y="73866"/>
                  </a:lnTo>
                  <a:lnTo>
                    <a:pt x="1831203" y="75358"/>
                  </a:lnTo>
                  <a:lnTo>
                    <a:pt x="1840947" y="76782"/>
                  </a:lnTo>
                  <a:lnTo>
                    <a:pt x="1850691" y="78136"/>
                  </a:lnTo>
                  <a:lnTo>
                    <a:pt x="1860435" y="79416"/>
                  </a:lnTo>
                  <a:lnTo>
                    <a:pt x="1870164" y="80618"/>
                  </a:lnTo>
                  <a:lnTo>
                    <a:pt x="1879908" y="81740"/>
                  </a:lnTo>
                  <a:lnTo>
                    <a:pt x="1889652" y="82780"/>
                  </a:lnTo>
                  <a:lnTo>
                    <a:pt x="1899395" y="83732"/>
                  </a:lnTo>
                  <a:lnTo>
                    <a:pt x="1909124" y="84596"/>
                  </a:lnTo>
                  <a:lnTo>
                    <a:pt x="1918868" y="85368"/>
                  </a:lnTo>
                  <a:lnTo>
                    <a:pt x="1928612" y="86048"/>
                  </a:lnTo>
                  <a:lnTo>
                    <a:pt x="1938356" y="86633"/>
                  </a:lnTo>
                  <a:lnTo>
                    <a:pt x="1948085" y="87120"/>
                  </a:lnTo>
                  <a:lnTo>
                    <a:pt x="1957829" y="87511"/>
                  </a:lnTo>
                  <a:lnTo>
                    <a:pt x="1967573" y="87803"/>
                  </a:lnTo>
                  <a:lnTo>
                    <a:pt x="1977317" y="87995"/>
                  </a:lnTo>
                  <a:lnTo>
                    <a:pt x="1987046" y="88087"/>
                  </a:lnTo>
                  <a:lnTo>
                    <a:pt x="1996790" y="88080"/>
                  </a:lnTo>
                  <a:lnTo>
                    <a:pt x="2006534" y="87972"/>
                  </a:lnTo>
                  <a:lnTo>
                    <a:pt x="2016278" y="87765"/>
                  </a:lnTo>
                  <a:lnTo>
                    <a:pt x="2026022" y="87460"/>
                  </a:lnTo>
                  <a:lnTo>
                    <a:pt x="2035751" y="87056"/>
                  </a:lnTo>
                  <a:lnTo>
                    <a:pt x="2045495" y="86557"/>
                  </a:lnTo>
                  <a:lnTo>
                    <a:pt x="2055239" y="85963"/>
                  </a:lnTo>
                  <a:lnTo>
                    <a:pt x="2064983" y="85276"/>
                  </a:lnTo>
                  <a:lnTo>
                    <a:pt x="2074712" y="84498"/>
                  </a:lnTo>
                  <a:lnTo>
                    <a:pt x="2084456" y="83632"/>
                  </a:lnTo>
                  <a:lnTo>
                    <a:pt x="2094200" y="82682"/>
                  </a:lnTo>
                  <a:lnTo>
                    <a:pt x="2103944" y="81648"/>
                  </a:lnTo>
                  <a:lnTo>
                    <a:pt x="2113673" y="80536"/>
                  </a:lnTo>
                  <a:lnTo>
                    <a:pt x="2123417" y="79347"/>
                  </a:lnTo>
                  <a:lnTo>
                    <a:pt x="2133161" y="78089"/>
                  </a:lnTo>
                  <a:lnTo>
                    <a:pt x="2142905" y="76759"/>
                  </a:lnTo>
                  <a:lnTo>
                    <a:pt x="2152649" y="75368"/>
                  </a:lnTo>
                  <a:lnTo>
                    <a:pt x="2162377" y="73917"/>
                  </a:lnTo>
                  <a:lnTo>
                    <a:pt x="2172121" y="72409"/>
                  </a:lnTo>
                  <a:lnTo>
                    <a:pt x="2181865" y="70852"/>
                  </a:lnTo>
                  <a:lnTo>
                    <a:pt x="2191609" y="69250"/>
                  </a:lnTo>
                  <a:lnTo>
                    <a:pt x="2201338" y="67607"/>
                  </a:lnTo>
                  <a:lnTo>
                    <a:pt x="2211082" y="65929"/>
                  </a:lnTo>
                  <a:lnTo>
                    <a:pt x="2220826" y="64220"/>
                  </a:lnTo>
                  <a:lnTo>
                    <a:pt x="2230570" y="62488"/>
                  </a:lnTo>
                  <a:lnTo>
                    <a:pt x="2240299" y="60734"/>
                  </a:lnTo>
                  <a:lnTo>
                    <a:pt x="2250043" y="58969"/>
                  </a:lnTo>
                  <a:lnTo>
                    <a:pt x="2259787" y="57193"/>
                  </a:lnTo>
                  <a:lnTo>
                    <a:pt x="2269531" y="55415"/>
                  </a:lnTo>
                  <a:lnTo>
                    <a:pt x="2279260" y="53641"/>
                  </a:lnTo>
                  <a:lnTo>
                    <a:pt x="2289004" y="51875"/>
                  </a:lnTo>
                  <a:lnTo>
                    <a:pt x="2298748" y="50123"/>
                  </a:lnTo>
                  <a:lnTo>
                    <a:pt x="2308492" y="48390"/>
                  </a:lnTo>
                  <a:lnTo>
                    <a:pt x="2318236" y="46684"/>
                  </a:lnTo>
                  <a:lnTo>
                    <a:pt x="2327965" y="45008"/>
                  </a:lnTo>
                  <a:lnTo>
                    <a:pt x="2337709" y="43368"/>
                  </a:lnTo>
                  <a:lnTo>
                    <a:pt x="2347453" y="41771"/>
                  </a:lnTo>
                  <a:lnTo>
                    <a:pt x="2357197" y="40218"/>
                  </a:lnTo>
                  <a:lnTo>
                    <a:pt x="2366926" y="38719"/>
                  </a:lnTo>
                  <a:lnTo>
                    <a:pt x="2376670" y="37277"/>
                  </a:lnTo>
                  <a:lnTo>
                    <a:pt x="2386413" y="35898"/>
                  </a:lnTo>
                  <a:lnTo>
                    <a:pt x="2396157" y="34585"/>
                  </a:lnTo>
                  <a:lnTo>
                    <a:pt x="2405886" y="33342"/>
                  </a:lnTo>
                  <a:lnTo>
                    <a:pt x="2415630" y="32177"/>
                  </a:lnTo>
                  <a:lnTo>
                    <a:pt x="2425374" y="31093"/>
                  </a:lnTo>
                  <a:lnTo>
                    <a:pt x="2435118" y="30091"/>
                  </a:lnTo>
                  <a:lnTo>
                    <a:pt x="2444862" y="29178"/>
                  </a:lnTo>
                  <a:lnTo>
                    <a:pt x="2454591" y="28359"/>
                  </a:lnTo>
                  <a:lnTo>
                    <a:pt x="2464335" y="27633"/>
                  </a:lnTo>
                  <a:lnTo>
                    <a:pt x="2474079" y="27007"/>
                  </a:lnTo>
                  <a:lnTo>
                    <a:pt x="2483823" y="26484"/>
                  </a:lnTo>
                  <a:lnTo>
                    <a:pt x="2493552" y="26066"/>
                  </a:lnTo>
                  <a:lnTo>
                    <a:pt x="2503296" y="25754"/>
                  </a:lnTo>
                  <a:lnTo>
                    <a:pt x="2513040" y="25553"/>
                  </a:lnTo>
                  <a:lnTo>
                    <a:pt x="2522784" y="25465"/>
                  </a:lnTo>
                  <a:lnTo>
                    <a:pt x="2532513" y="25491"/>
                  </a:lnTo>
                  <a:lnTo>
                    <a:pt x="2542257" y="25634"/>
                  </a:lnTo>
                  <a:lnTo>
                    <a:pt x="2552001" y="25893"/>
                  </a:lnTo>
                  <a:lnTo>
                    <a:pt x="2561745" y="26271"/>
                  </a:lnTo>
                  <a:lnTo>
                    <a:pt x="2571474" y="26769"/>
                  </a:lnTo>
                  <a:lnTo>
                    <a:pt x="2581218" y="27389"/>
                  </a:lnTo>
                  <a:lnTo>
                    <a:pt x="2590962" y="28129"/>
                  </a:lnTo>
                  <a:lnTo>
                    <a:pt x="2600705" y="28992"/>
                  </a:lnTo>
                  <a:lnTo>
                    <a:pt x="2610449" y="29975"/>
                  </a:lnTo>
                  <a:lnTo>
                    <a:pt x="2620178" y="31081"/>
                  </a:lnTo>
                  <a:lnTo>
                    <a:pt x="2629922" y="32307"/>
                  </a:lnTo>
                  <a:lnTo>
                    <a:pt x="2639666" y="33655"/>
                  </a:lnTo>
                  <a:lnTo>
                    <a:pt x="2649410" y="35123"/>
                  </a:lnTo>
                  <a:lnTo>
                    <a:pt x="2659139" y="36708"/>
                  </a:lnTo>
                  <a:lnTo>
                    <a:pt x="2668883" y="38413"/>
                  </a:lnTo>
                  <a:lnTo>
                    <a:pt x="2678627" y="40233"/>
                  </a:lnTo>
                  <a:lnTo>
                    <a:pt x="2688371" y="42169"/>
                  </a:lnTo>
                  <a:lnTo>
                    <a:pt x="2698100" y="44217"/>
                  </a:lnTo>
                  <a:lnTo>
                    <a:pt x="2707844" y="46376"/>
                  </a:lnTo>
                  <a:lnTo>
                    <a:pt x="2717588" y="48645"/>
                  </a:lnTo>
                  <a:lnTo>
                    <a:pt x="2727332" y="51020"/>
                  </a:lnTo>
                  <a:lnTo>
                    <a:pt x="2737076" y="53498"/>
                  </a:lnTo>
                  <a:lnTo>
                    <a:pt x="2746805" y="56078"/>
                  </a:lnTo>
                  <a:lnTo>
                    <a:pt x="2756549" y="58759"/>
                  </a:lnTo>
                  <a:lnTo>
                    <a:pt x="2766293" y="61534"/>
                  </a:lnTo>
                  <a:lnTo>
                    <a:pt x="2776037" y="64402"/>
                  </a:lnTo>
                  <a:lnTo>
                    <a:pt x="2785766" y="67360"/>
                  </a:lnTo>
                  <a:lnTo>
                    <a:pt x="2795510" y="70404"/>
                  </a:lnTo>
                  <a:lnTo>
                    <a:pt x="2805254" y="73531"/>
                  </a:lnTo>
                  <a:lnTo>
                    <a:pt x="2814998" y="76739"/>
                  </a:lnTo>
                  <a:lnTo>
                    <a:pt x="2824727" y="80021"/>
                  </a:lnTo>
                  <a:lnTo>
                    <a:pt x="2834471" y="83376"/>
                  </a:lnTo>
                  <a:lnTo>
                    <a:pt x="2844215" y="86800"/>
                  </a:lnTo>
                  <a:lnTo>
                    <a:pt x="2853958" y="90289"/>
                  </a:lnTo>
                  <a:lnTo>
                    <a:pt x="2863687" y="93840"/>
                  </a:lnTo>
                  <a:lnTo>
                    <a:pt x="2873431" y="97445"/>
                  </a:lnTo>
                  <a:lnTo>
                    <a:pt x="2883175" y="101106"/>
                  </a:lnTo>
                  <a:lnTo>
                    <a:pt x="2892919" y="104814"/>
                  </a:lnTo>
                  <a:lnTo>
                    <a:pt x="2902663" y="108567"/>
                  </a:lnTo>
                  <a:lnTo>
                    <a:pt x="2912392" y="11236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5" name="Freeform 714">
              <a:extLst>
                <a:ext uri="{FF2B5EF4-FFF2-40B4-BE49-F238E27FC236}">
                  <a16:creationId xmlns:a16="http://schemas.microsoft.com/office/drawing/2014/main" id="{F304852A-5DB9-0F09-88A0-C65ADDE619DD}"/>
                </a:ext>
              </a:extLst>
            </p:cNvPr>
            <p:cNvSpPr/>
            <p:nvPr/>
          </p:nvSpPr>
          <p:spPr>
            <a:xfrm>
              <a:off x="576446" y="3346416"/>
              <a:ext cx="2912392" cy="377780"/>
            </a:xfrm>
            <a:custGeom>
              <a:avLst/>
              <a:gdLst>
                <a:gd name="connsiteX0" fmla="*/ 0 w 2912392"/>
                <a:gd name="connsiteY0" fmla="*/ 57792 h 377780"/>
                <a:gd name="connsiteX1" fmla="*/ 9739 w 2912392"/>
                <a:gd name="connsiteY1" fmla="*/ 54477 h 377780"/>
                <a:gd name="connsiteX2" fmla="*/ 19480 w 2912392"/>
                <a:gd name="connsiteY2" fmla="*/ 51351 h 377780"/>
                <a:gd name="connsiteX3" fmla="*/ 29221 w 2912392"/>
                <a:gd name="connsiteY3" fmla="*/ 48414 h 377780"/>
                <a:gd name="connsiteX4" fmla="*/ 38961 w 2912392"/>
                <a:gd name="connsiteY4" fmla="*/ 45668 h 377780"/>
                <a:gd name="connsiteX5" fmla="*/ 48702 w 2912392"/>
                <a:gd name="connsiteY5" fmla="*/ 43110 h 377780"/>
                <a:gd name="connsiteX6" fmla="*/ 58443 w 2912392"/>
                <a:gd name="connsiteY6" fmla="*/ 40743 h 377780"/>
                <a:gd name="connsiteX7" fmla="*/ 68182 w 2912392"/>
                <a:gd name="connsiteY7" fmla="*/ 38563 h 377780"/>
                <a:gd name="connsiteX8" fmla="*/ 77923 w 2912392"/>
                <a:gd name="connsiteY8" fmla="*/ 36570 h 377780"/>
                <a:gd name="connsiteX9" fmla="*/ 87664 w 2912392"/>
                <a:gd name="connsiteY9" fmla="*/ 34762 h 377780"/>
                <a:gd name="connsiteX10" fmla="*/ 97404 w 2912392"/>
                <a:gd name="connsiteY10" fmla="*/ 33140 h 377780"/>
                <a:gd name="connsiteX11" fmla="*/ 107145 w 2912392"/>
                <a:gd name="connsiteY11" fmla="*/ 31699 h 377780"/>
                <a:gd name="connsiteX12" fmla="*/ 116886 w 2912392"/>
                <a:gd name="connsiteY12" fmla="*/ 30437 h 377780"/>
                <a:gd name="connsiteX13" fmla="*/ 126625 w 2912392"/>
                <a:gd name="connsiteY13" fmla="*/ 29353 h 377780"/>
                <a:gd name="connsiteX14" fmla="*/ 136366 w 2912392"/>
                <a:gd name="connsiteY14" fmla="*/ 28442 h 377780"/>
                <a:gd name="connsiteX15" fmla="*/ 146107 w 2912392"/>
                <a:gd name="connsiteY15" fmla="*/ 27700 h 377780"/>
                <a:gd name="connsiteX16" fmla="*/ 155846 w 2912392"/>
                <a:gd name="connsiteY16" fmla="*/ 27125 h 377780"/>
                <a:gd name="connsiteX17" fmla="*/ 165587 w 2912392"/>
                <a:gd name="connsiteY17" fmla="*/ 26714 h 377780"/>
                <a:gd name="connsiteX18" fmla="*/ 175328 w 2912392"/>
                <a:gd name="connsiteY18" fmla="*/ 26461 h 377780"/>
                <a:gd name="connsiteX19" fmla="*/ 185068 w 2912392"/>
                <a:gd name="connsiteY19" fmla="*/ 26361 h 377780"/>
                <a:gd name="connsiteX20" fmla="*/ 194809 w 2912392"/>
                <a:gd name="connsiteY20" fmla="*/ 26410 h 377780"/>
                <a:gd name="connsiteX21" fmla="*/ 204550 w 2912392"/>
                <a:gd name="connsiteY21" fmla="*/ 26604 h 377780"/>
                <a:gd name="connsiteX22" fmla="*/ 214289 w 2912392"/>
                <a:gd name="connsiteY22" fmla="*/ 26936 h 377780"/>
                <a:gd name="connsiteX23" fmla="*/ 224030 w 2912392"/>
                <a:gd name="connsiteY23" fmla="*/ 27404 h 377780"/>
                <a:gd name="connsiteX24" fmla="*/ 233771 w 2912392"/>
                <a:gd name="connsiteY24" fmla="*/ 27998 h 377780"/>
                <a:gd name="connsiteX25" fmla="*/ 243510 w 2912392"/>
                <a:gd name="connsiteY25" fmla="*/ 28716 h 377780"/>
                <a:gd name="connsiteX26" fmla="*/ 253251 w 2912392"/>
                <a:gd name="connsiteY26" fmla="*/ 29551 h 377780"/>
                <a:gd name="connsiteX27" fmla="*/ 262992 w 2912392"/>
                <a:gd name="connsiteY27" fmla="*/ 30497 h 377780"/>
                <a:gd name="connsiteX28" fmla="*/ 272732 w 2912392"/>
                <a:gd name="connsiteY28" fmla="*/ 31547 h 377780"/>
                <a:gd name="connsiteX29" fmla="*/ 282473 w 2912392"/>
                <a:gd name="connsiteY29" fmla="*/ 32696 h 377780"/>
                <a:gd name="connsiteX30" fmla="*/ 292214 w 2912392"/>
                <a:gd name="connsiteY30" fmla="*/ 33938 h 377780"/>
                <a:gd name="connsiteX31" fmla="*/ 301953 w 2912392"/>
                <a:gd name="connsiteY31" fmla="*/ 35266 h 377780"/>
                <a:gd name="connsiteX32" fmla="*/ 311694 w 2912392"/>
                <a:gd name="connsiteY32" fmla="*/ 36674 h 377780"/>
                <a:gd name="connsiteX33" fmla="*/ 321435 w 2912392"/>
                <a:gd name="connsiteY33" fmla="*/ 38156 h 377780"/>
                <a:gd name="connsiteX34" fmla="*/ 331175 w 2912392"/>
                <a:gd name="connsiteY34" fmla="*/ 39704 h 377780"/>
                <a:gd name="connsiteX35" fmla="*/ 340916 w 2912392"/>
                <a:gd name="connsiteY35" fmla="*/ 41315 h 377780"/>
                <a:gd name="connsiteX36" fmla="*/ 350656 w 2912392"/>
                <a:gd name="connsiteY36" fmla="*/ 42979 h 377780"/>
                <a:gd name="connsiteX37" fmla="*/ 360396 w 2912392"/>
                <a:gd name="connsiteY37" fmla="*/ 44692 h 377780"/>
                <a:gd name="connsiteX38" fmla="*/ 370137 w 2912392"/>
                <a:gd name="connsiteY38" fmla="*/ 46446 h 377780"/>
                <a:gd name="connsiteX39" fmla="*/ 379878 w 2912392"/>
                <a:gd name="connsiteY39" fmla="*/ 48237 h 377780"/>
                <a:gd name="connsiteX40" fmla="*/ 389617 w 2912392"/>
                <a:gd name="connsiteY40" fmla="*/ 50058 h 377780"/>
                <a:gd name="connsiteX41" fmla="*/ 399358 w 2912392"/>
                <a:gd name="connsiteY41" fmla="*/ 51901 h 377780"/>
                <a:gd name="connsiteX42" fmla="*/ 409099 w 2912392"/>
                <a:gd name="connsiteY42" fmla="*/ 53763 h 377780"/>
                <a:gd name="connsiteX43" fmla="*/ 418839 w 2912392"/>
                <a:gd name="connsiteY43" fmla="*/ 55636 h 377780"/>
                <a:gd name="connsiteX44" fmla="*/ 428580 w 2912392"/>
                <a:gd name="connsiteY44" fmla="*/ 57516 h 377780"/>
                <a:gd name="connsiteX45" fmla="*/ 438321 w 2912392"/>
                <a:gd name="connsiteY45" fmla="*/ 59396 h 377780"/>
                <a:gd name="connsiteX46" fmla="*/ 448060 w 2912392"/>
                <a:gd name="connsiteY46" fmla="*/ 61274 h 377780"/>
                <a:gd name="connsiteX47" fmla="*/ 457801 w 2912392"/>
                <a:gd name="connsiteY47" fmla="*/ 63140 h 377780"/>
                <a:gd name="connsiteX48" fmla="*/ 467542 w 2912392"/>
                <a:gd name="connsiteY48" fmla="*/ 64992 h 377780"/>
                <a:gd name="connsiteX49" fmla="*/ 477281 w 2912392"/>
                <a:gd name="connsiteY49" fmla="*/ 66823 h 377780"/>
                <a:gd name="connsiteX50" fmla="*/ 487022 w 2912392"/>
                <a:gd name="connsiteY50" fmla="*/ 68632 h 377780"/>
                <a:gd name="connsiteX51" fmla="*/ 496763 w 2912392"/>
                <a:gd name="connsiteY51" fmla="*/ 70413 h 377780"/>
                <a:gd name="connsiteX52" fmla="*/ 506503 w 2912392"/>
                <a:gd name="connsiteY52" fmla="*/ 72159 h 377780"/>
                <a:gd name="connsiteX53" fmla="*/ 516244 w 2912392"/>
                <a:gd name="connsiteY53" fmla="*/ 73869 h 377780"/>
                <a:gd name="connsiteX54" fmla="*/ 525985 w 2912392"/>
                <a:gd name="connsiteY54" fmla="*/ 75538 h 377780"/>
                <a:gd name="connsiteX55" fmla="*/ 535724 w 2912392"/>
                <a:gd name="connsiteY55" fmla="*/ 77162 h 377780"/>
                <a:gd name="connsiteX56" fmla="*/ 545465 w 2912392"/>
                <a:gd name="connsiteY56" fmla="*/ 78740 h 377780"/>
                <a:gd name="connsiteX57" fmla="*/ 555206 w 2912392"/>
                <a:gd name="connsiteY57" fmla="*/ 80265 h 377780"/>
                <a:gd name="connsiteX58" fmla="*/ 564946 w 2912392"/>
                <a:gd name="connsiteY58" fmla="*/ 81737 h 377780"/>
                <a:gd name="connsiteX59" fmla="*/ 574687 w 2912392"/>
                <a:gd name="connsiteY59" fmla="*/ 83153 h 377780"/>
                <a:gd name="connsiteX60" fmla="*/ 584428 w 2912392"/>
                <a:gd name="connsiteY60" fmla="*/ 84509 h 377780"/>
                <a:gd name="connsiteX61" fmla="*/ 594167 w 2912392"/>
                <a:gd name="connsiteY61" fmla="*/ 85802 h 377780"/>
                <a:gd name="connsiteX62" fmla="*/ 603908 w 2912392"/>
                <a:gd name="connsiteY62" fmla="*/ 87032 h 377780"/>
                <a:gd name="connsiteX63" fmla="*/ 613649 w 2912392"/>
                <a:gd name="connsiteY63" fmla="*/ 88198 h 377780"/>
                <a:gd name="connsiteX64" fmla="*/ 623388 w 2912392"/>
                <a:gd name="connsiteY64" fmla="*/ 89294 h 377780"/>
                <a:gd name="connsiteX65" fmla="*/ 633129 w 2912392"/>
                <a:gd name="connsiteY65" fmla="*/ 90322 h 377780"/>
                <a:gd name="connsiteX66" fmla="*/ 642870 w 2912392"/>
                <a:gd name="connsiteY66" fmla="*/ 91280 h 377780"/>
                <a:gd name="connsiteX67" fmla="*/ 652610 w 2912392"/>
                <a:gd name="connsiteY67" fmla="*/ 92167 h 377780"/>
                <a:gd name="connsiteX68" fmla="*/ 662351 w 2912392"/>
                <a:gd name="connsiteY68" fmla="*/ 92979 h 377780"/>
                <a:gd name="connsiteX69" fmla="*/ 672092 w 2912392"/>
                <a:gd name="connsiteY69" fmla="*/ 93719 h 377780"/>
                <a:gd name="connsiteX70" fmla="*/ 681831 w 2912392"/>
                <a:gd name="connsiteY70" fmla="*/ 94384 h 377780"/>
                <a:gd name="connsiteX71" fmla="*/ 691572 w 2912392"/>
                <a:gd name="connsiteY71" fmla="*/ 94975 h 377780"/>
                <a:gd name="connsiteX72" fmla="*/ 701313 w 2912392"/>
                <a:gd name="connsiteY72" fmla="*/ 95491 h 377780"/>
                <a:gd name="connsiteX73" fmla="*/ 711052 w 2912392"/>
                <a:gd name="connsiteY73" fmla="*/ 95930 h 377780"/>
                <a:gd name="connsiteX74" fmla="*/ 720793 w 2912392"/>
                <a:gd name="connsiteY74" fmla="*/ 96294 h 377780"/>
                <a:gd name="connsiteX75" fmla="*/ 730534 w 2912392"/>
                <a:gd name="connsiteY75" fmla="*/ 96583 h 377780"/>
                <a:gd name="connsiteX76" fmla="*/ 740274 w 2912392"/>
                <a:gd name="connsiteY76" fmla="*/ 96796 h 377780"/>
                <a:gd name="connsiteX77" fmla="*/ 750015 w 2912392"/>
                <a:gd name="connsiteY77" fmla="*/ 96933 h 377780"/>
                <a:gd name="connsiteX78" fmla="*/ 759756 w 2912392"/>
                <a:gd name="connsiteY78" fmla="*/ 96994 h 377780"/>
                <a:gd name="connsiteX79" fmla="*/ 769495 w 2912392"/>
                <a:gd name="connsiteY79" fmla="*/ 96981 h 377780"/>
                <a:gd name="connsiteX80" fmla="*/ 779236 w 2912392"/>
                <a:gd name="connsiteY80" fmla="*/ 96894 h 377780"/>
                <a:gd name="connsiteX81" fmla="*/ 788977 w 2912392"/>
                <a:gd name="connsiteY81" fmla="*/ 96732 h 377780"/>
                <a:gd name="connsiteX82" fmla="*/ 798717 w 2912392"/>
                <a:gd name="connsiteY82" fmla="*/ 96496 h 377780"/>
                <a:gd name="connsiteX83" fmla="*/ 808458 w 2912392"/>
                <a:gd name="connsiteY83" fmla="*/ 96188 h 377780"/>
                <a:gd name="connsiteX84" fmla="*/ 818199 w 2912392"/>
                <a:gd name="connsiteY84" fmla="*/ 95808 h 377780"/>
                <a:gd name="connsiteX85" fmla="*/ 827938 w 2912392"/>
                <a:gd name="connsiteY85" fmla="*/ 95355 h 377780"/>
                <a:gd name="connsiteX86" fmla="*/ 837679 w 2912392"/>
                <a:gd name="connsiteY86" fmla="*/ 94832 h 377780"/>
                <a:gd name="connsiteX87" fmla="*/ 847420 w 2912392"/>
                <a:gd name="connsiteY87" fmla="*/ 94238 h 377780"/>
                <a:gd name="connsiteX88" fmla="*/ 857159 w 2912392"/>
                <a:gd name="connsiteY88" fmla="*/ 93575 h 377780"/>
                <a:gd name="connsiteX89" fmla="*/ 866900 w 2912392"/>
                <a:gd name="connsiteY89" fmla="*/ 92843 h 377780"/>
                <a:gd name="connsiteX90" fmla="*/ 876641 w 2912392"/>
                <a:gd name="connsiteY90" fmla="*/ 92044 h 377780"/>
                <a:gd name="connsiteX91" fmla="*/ 886381 w 2912392"/>
                <a:gd name="connsiteY91" fmla="*/ 91177 h 377780"/>
                <a:gd name="connsiteX92" fmla="*/ 896122 w 2912392"/>
                <a:gd name="connsiteY92" fmla="*/ 90246 h 377780"/>
                <a:gd name="connsiteX93" fmla="*/ 905863 w 2912392"/>
                <a:gd name="connsiteY93" fmla="*/ 89248 h 377780"/>
                <a:gd name="connsiteX94" fmla="*/ 915602 w 2912392"/>
                <a:gd name="connsiteY94" fmla="*/ 88187 h 377780"/>
                <a:gd name="connsiteX95" fmla="*/ 925343 w 2912392"/>
                <a:gd name="connsiteY95" fmla="*/ 87062 h 377780"/>
                <a:gd name="connsiteX96" fmla="*/ 935084 w 2912392"/>
                <a:gd name="connsiteY96" fmla="*/ 85876 h 377780"/>
                <a:gd name="connsiteX97" fmla="*/ 944824 w 2912392"/>
                <a:gd name="connsiteY97" fmla="*/ 84628 h 377780"/>
                <a:gd name="connsiteX98" fmla="*/ 954564 w 2912392"/>
                <a:gd name="connsiteY98" fmla="*/ 83321 h 377780"/>
                <a:gd name="connsiteX99" fmla="*/ 964305 w 2912392"/>
                <a:gd name="connsiteY99" fmla="*/ 81955 h 377780"/>
                <a:gd name="connsiteX100" fmla="*/ 974045 w 2912392"/>
                <a:gd name="connsiteY100" fmla="*/ 80532 h 377780"/>
                <a:gd name="connsiteX101" fmla="*/ 983786 w 2912392"/>
                <a:gd name="connsiteY101" fmla="*/ 79051 h 377780"/>
                <a:gd name="connsiteX102" fmla="*/ 993522 w 2912392"/>
                <a:gd name="connsiteY102" fmla="*/ 77516 h 377780"/>
                <a:gd name="connsiteX103" fmla="*/ 1003266 w 2912392"/>
                <a:gd name="connsiteY103" fmla="*/ 75930 h 377780"/>
                <a:gd name="connsiteX104" fmla="*/ 1013010 w 2912392"/>
                <a:gd name="connsiteY104" fmla="*/ 74289 h 377780"/>
                <a:gd name="connsiteX105" fmla="*/ 1022754 w 2912392"/>
                <a:gd name="connsiteY105" fmla="*/ 72600 h 377780"/>
                <a:gd name="connsiteX106" fmla="*/ 1032483 w 2912392"/>
                <a:gd name="connsiteY106" fmla="*/ 70861 h 377780"/>
                <a:gd name="connsiteX107" fmla="*/ 1042227 w 2912392"/>
                <a:gd name="connsiteY107" fmla="*/ 69075 h 377780"/>
                <a:gd name="connsiteX108" fmla="*/ 1051971 w 2912392"/>
                <a:gd name="connsiteY108" fmla="*/ 67245 h 377780"/>
                <a:gd name="connsiteX109" fmla="*/ 1061715 w 2912392"/>
                <a:gd name="connsiteY109" fmla="*/ 65372 h 377780"/>
                <a:gd name="connsiteX110" fmla="*/ 1071444 w 2912392"/>
                <a:gd name="connsiteY110" fmla="*/ 63459 h 377780"/>
                <a:gd name="connsiteX111" fmla="*/ 1081188 w 2912392"/>
                <a:gd name="connsiteY111" fmla="*/ 61507 h 377780"/>
                <a:gd name="connsiteX112" fmla="*/ 1090932 w 2912392"/>
                <a:gd name="connsiteY112" fmla="*/ 59520 h 377780"/>
                <a:gd name="connsiteX113" fmla="*/ 1100676 w 2912392"/>
                <a:gd name="connsiteY113" fmla="*/ 57500 h 377780"/>
                <a:gd name="connsiteX114" fmla="*/ 1110405 w 2912392"/>
                <a:gd name="connsiteY114" fmla="*/ 55448 h 377780"/>
                <a:gd name="connsiteX115" fmla="*/ 1120149 w 2912392"/>
                <a:gd name="connsiteY115" fmla="*/ 53371 h 377780"/>
                <a:gd name="connsiteX116" fmla="*/ 1129893 w 2912392"/>
                <a:gd name="connsiteY116" fmla="*/ 51269 h 377780"/>
                <a:gd name="connsiteX117" fmla="*/ 1139637 w 2912392"/>
                <a:gd name="connsiteY117" fmla="*/ 49146 h 377780"/>
                <a:gd name="connsiteX118" fmla="*/ 1149381 w 2912392"/>
                <a:gd name="connsiteY118" fmla="*/ 47005 h 377780"/>
                <a:gd name="connsiteX119" fmla="*/ 1159110 w 2912392"/>
                <a:gd name="connsiteY119" fmla="*/ 44852 h 377780"/>
                <a:gd name="connsiteX120" fmla="*/ 1168854 w 2912392"/>
                <a:gd name="connsiteY120" fmla="*/ 42689 h 377780"/>
                <a:gd name="connsiteX121" fmla="*/ 1178598 w 2912392"/>
                <a:gd name="connsiteY121" fmla="*/ 40521 h 377780"/>
                <a:gd name="connsiteX122" fmla="*/ 1188341 w 2912392"/>
                <a:gd name="connsiteY122" fmla="*/ 38350 h 377780"/>
                <a:gd name="connsiteX123" fmla="*/ 1198070 w 2912392"/>
                <a:gd name="connsiteY123" fmla="*/ 36185 h 377780"/>
                <a:gd name="connsiteX124" fmla="*/ 1207814 w 2912392"/>
                <a:gd name="connsiteY124" fmla="*/ 34026 h 377780"/>
                <a:gd name="connsiteX125" fmla="*/ 1217558 w 2912392"/>
                <a:gd name="connsiteY125" fmla="*/ 31882 h 377780"/>
                <a:gd name="connsiteX126" fmla="*/ 1227302 w 2912392"/>
                <a:gd name="connsiteY126" fmla="*/ 29756 h 377780"/>
                <a:gd name="connsiteX127" fmla="*/ 1237031 w 2912392"/>
                <a:gd name="connsiteY127" fmla="*/ 27653 h 377780"/>
                <a:gd name="connsiteX128" fmla="*/ 1246775 w 2912392"/>
                <a:gd name="connsiteY128" fmla="*/ 25579 h 377780"/>
                <a:gd name="connsiteX129" fmla="*/ 1256519 w 2912392"/>
                <a:gd name="connsiteY129" fmla="*/ 23540 h 377780"/>
                <a:gd name="connsiteX130" fmla="*/ 1266263 w 2912392"/>
                <a:gd name="connsiteY130" fmla="*/ 21543 h 377780"/>
                <a:gd name="connsiteX131" fmla="*/ 1276007 w 2912392"/>
                <a:gd name="connsiteY131" fmla="*/ 19592 h 377780"/>
                <a:gd name="connsiteX132" fmla="*/ 1285736 w 2912392"/>
                <a:gd name="connsiteY132" fmla="*/ 17694 h 377780"/>
                <a:gd name="connsiteX133" fmla="*/ 1295480 w 2912392"/>
                <a:gd name="connsiteY133" fmla="*/ 15856 h 377780"/>
                <a:gd name="connsiteX134" fmla="*/ 1305224 w 2912392"/>
                <a:gd name="connsiteY134" fmla="*/ 14083 h 377780"/>
                <a:gd name="connsiteX135" fmla="*/ 1314968 w 2912392"/>
                <a:gd name="connsiteY135" fmla="*/ 12383 h 377780"/>
                <a:gd name="connsiteX136" fmla="*/ 1324697 w 2912392"/>
                <a:gd name="connsiteY136" fmla="*/ 10762 h 377780"/>
                <a:gd name="connsiteX137" fmla="*/ 1334441 w 2912392"/>
                <a:gd name="connsiteY137" fmla="*/ 9227 h 377780"/>
                <a:gd name="connsiteX138" fmla="*/ 1344185 w 2912392"/>
                <a:gd name="connsiteY138" fmla="*/ 7785 h 377780"/>
                <a:gd name="connsiteX139" fmla="*/ 1353929 w 2912392"/>
                <a:gd name="connsiteY139" fmla="*/ 6444 h 377780"/>
                <a:gd name="connsiteX140" fmla="*/ 1363658 w 2912392"/>
                <a:gd name="connsiteY140" fmla="*/ 5209 h 377780"/>
                <a:gd name="connsiteX141" fmla="*/ 1373402 w 2912392"/>
                <a:gd name="connsiteY141" fmla="*/ 4087 h 377780"/>
                <a:gd name="connsiteX142" fmla="*/ 1383146 w 2912392"/>
                <a:gd name="connsiteY142" fmla="*/ 3086 h 377780"/>
                <a:gd name="connsiteX143" fmla="*/ 1392890 w 2912392"/>
                <a:gd name="connsiteY143" fmla="*/ 2213 h 377780"/>
                <a:gd name="connsiteX144" fmla="*/ 1402619 w 2912392"/>
                <a:gd name="connsiteY144" fmla="*/ 1474 h 377780"/>
                <a:gd name="connsiteX145" fmla="*/ 1412363 w 2912392"/>
                <a:gd name="connsiteY145" fmla="*/ 878 h 377780"/>
                <a:gd name="connsiteX146" fmla="*/ 1422106 w 2912392"/>
                <a:gd name="connsiteY146" fmla="*/ 428 h 377780"/>
                <a:gd name="connsiteX147" fmla="*/ 1431850 w 2912392"/>
                <a:gd name="connsiteY147" fmla="*/ 133 h 377780"/>
                <a:gd name="connsiteX148" fmla="*/ 1441594 w 2912392"/>
                <a:gd name="connsiteY148" fmla="*/ 0 h 377780"/>
                <a:gd name="connsiteX149" fmla="*/ 1451323 w 2912392"/>
                <a:gd name="connsiteY149" fmla="*/ 34 h 377780"/>
                <a:gd name="connsiteX150" fmla="*/ 1461067 w 2912392"/>
                <a:gd name="connsiteY150" fmla="*/ 241 h 377780"/>
                <a:gd name="connsiteX151" fmla="*/ 1470811 w 2912392"/>
                <a:gd name="connsiteY151" fmla="*/ 627 h 377780"/>
                <a:gd name="connsiteX152" fmla="*/ 1480555 w 2912392"/>
                <a:gd name="connsiteY152" fmla="*/ 1199 h 377780"/>
                <a:gd name="connsiteX153" fmla="*/ 1490284 w 2912392"/>
                <a:gd name="connsiteY153" fmla="*/ 1961 h 377780"/>
                <a:gd name="connsiteX154" fmla="*/ 1500028 w 2912392"/>
                <a:gd name="connsiteY154" fmla="*/ 2917 h 377780"/>
                <a:gd name="connsiteX155" fmla="*/ 1509772 w 2912392"/>
                <a:gd name="connsiteY155" fmla="*/ 4073 h 377780"/>
                <a:gd name="connsiteX156" fmla="*/ 1519516 w 2912392"/>
                <a:gd name="connsiteY156" fmla="*/ 5435 h 377780"/>
                <a:gd name="connsiteX157" fmla="*/ 1529245 w 2912392"/>
                <a:gd name="connsiteY157" fmla="*/ 7004 h 377780"/>
                <a:gd name="connsiteX158" fmla="*/ 1538989 w 2912392"/>
                <a:gd name="connsiteY158" fmla="*/ 8786 h 377780"/>
                <a:gd name="connsiteX159" fmla="*/ 1548733 w 2912392"/>
                <a:gd name="connsiteY159" fmla="*/ 10782 h 377780"/>
                <a:gd name="connsiteX160" fmla="*/ 1558477 w 2912392"/>
                <a:gd name="connsiteY160" fmla="*/ 12998 h 377780"/>
                <a:gd name="connsiteX161" fmla="*/ 1568221 w 2912392"/>
                <a:gd name="connsiteY161" fmla="*/ 15432 h 377780"/>
                <a:gd name="connsiteX162" fmla="*/ 1577950 w 2912392"/>
                <a:gd name="connsiteY162" fmla="*/ 18090 h 377780"/>
                <a:gd name="connsiteX163" fmla="*/ 1587694 w 2912392"/>
                <a:gd name="connsiteY163" fmla="*/ 20972 h 377780"/>
                <a:gd name="connsiteX164" fmla="*/ 1597438 w 2912392"/>
                <a:gd name="connsiteY164" fmla="*/ 24078 h 377780"/>
                <a:gd name="connsiteX165" fmla="*/ 1607182 w 2912392"/>
                <a:gd name="connsiteY165" fmla="*/ 27408 h 377780"/>
                <a:gd name="connsiteX166" fmla="*/ 1616911 w 2912392"/>
                <a:gd name="connsiteY166" fmla="*/ 30965 h 377780"/>
                <a:gd name="connsiteX167" fmla="*/ 1626655 w 2912392"/>
                <a:gd name="connsiteY167" fmla="*/ 34746 h 377780"/>
                <a:gd name="connsiteX168" fmla="*/ 1636399 w 2912392"/>
                <a:gd name="connsiteY168" fmla="*/ 38749 h 377780"/>
                <a:gd name="connsiteX169" fmla="*/ 1646142 w 2912392"/>
                <a:gd name="connsiteY169" fmla="*/ 42975 h 377780"/>
                <a:gd name="connsiteX170" fmla="*/ 1655872 w 2912392"/>
                <a:gd name="connsiteY170" fmla="*/ 47418 h 377780"/>
                <a:gd name="connsiteX171" fmla="*/ 1665616 w 2912392"/>
                <a:gd name="connsiteY171" fmla="*/ 52079 h 377780"/>
                <a:gd name="connsiteX172" fmla="*/ 1675359 w 2912392"/>
                <a:gd name="connsiteY172" fmla="*/ 56953 h 377780"/>
                <a:gd name="connsiteX173" fmla="*/ 1685103 w 2912392"/>
                <a:gd name="connsiteY173" fmla="*/ 62035 h 377780"/>
                <a:gd name="connsiteX174" fmla="*/ 1694832 w 2912392"/>
                <a:gd name="connsiteY174" fmla="*/ 67321 h 377780"/>
                <a:gd name="connsiteX175" fmla="*/ 1704576 w 2912392"/>
                <a:gd name="connsiteY175" fmla="*/ 72807 h 377780"/>
                <a:gd name="connsiteX176" fmla="*/ 1714320 w 2912392"/>
                <a:gd name="connsiteY176" fmla="*/ 78486 h 377780"/>
                <a:gd name="connsiteX177" fmla="*/ 1724064 w 2912392"/>
                <a:gd name="connsiteY177" fmla="*/ 84354 h 377780"/>
                <a:gd name="connsiteX178" fmla="*/ 1733808 w 2912392"/>
                <a:gd name="connsiteY178" fmla="*/ 90401 h 377780"/>
                <a:gd name="connsiteX179" fmla="*/ 1743537 w 2912392"/>
                <a:gd name="connsiteY179" fmla="*/ 96623 h 377780"/>
                <a:gd name="connsiteX180" fmla="*/ 1753281 w 2912392"/>
                <a:gd name="connsiteY180" fmla="*/ 103009 h 377780"/>
                <a:gd name="connsiteX181" fmla="*/ 1763025 w 2912392"/>
                <a:gd name="connsiteY181" fmla="*/ 109551 h 377780"/>
                <a:gd name="connsiteX182" fmla="*/ 1772769 w 2912392"/>
                <a:gd name="connsiteY182" fmla="*/ 116243 h 377780"/>
                <a:gd name="connsiteX183" fmla="*/ 1782498 w 2912392"/>
                <a:gd name="connsiteY183" fmla="*/ 123073 h 377780"/>
                <a:gd name="connsiteX184" fmla="*/ 1792242 w 2912392"/>
                <a:gd name="connsiteY184" fmla="*/ 130032 h 377780"/>
                <a:gd name="connsiteX185" fmla="*/ 1801986 w 2912392"/>
                <a:gd name="connsiteY185" fmla="*/ 137109 h 377780"/>
                <a:gd name="connsiteX186" fmla="*/ 1811730 w 2912392"/>
                <a:gd name="connsiteY186" fmla="*/ 144295 h 377780"/>
                <a:gd name="connsiteX187" fmla="*/ 1821459 w 2912392"/>
                <a:gd name="connsiteY187" fmla="*/ 151578 h 377780"/>
                <a:gd name="connsiteX188" fmla="*/ 1831203 w 2912392"/>
                <a:gd name="connsiteY188" fmla="*/ 158945 h 377780"/>
                <a:gd name="connsiteX189" fmla="*/ 1840947 w 2912392"/>
                <a:gd name="connsiteY189" fmla="*/ 166387 h 377780"/>
                <a:gd name="connsiteX190" fmla="*/ 1850691 w 2912392"/>
                <a:gd name="connsiteY190" fmla="*/ 173889 h 377780"/>
                <a:gd name="connsiteX191" fmla="*/ 1860435 w 2912392"/>
                <a:gd name="connsiteY191" fmla="*/ 181441 h 377780"/>
                <a:gd name="connsiteX192" fmla="*/ 1870164 w 2912392"/>
                <a:gd name="connsiteY192" fmla="*/ 189029 h 377780"/>
                <a:gd name="connsiteX193" fmla="*/ 1879908 w 2912392"/>
                <a:gd name="connsiteY193" fmla="*/ 196640 h 377780"/>
                <a:gd name="connsiteX194" fmla="*/ 1889652 w 2912392"/>
                <a:gd name="connsiteY194" fmla="*/ 204261 h 377780"/>
                <a:gd name="connsiteX195" fmla="*/ 1899395 w 2912392"/>
                <a:gd name="connsiteY195" fmla="*/ 211877 h 377780"/>
                <a:gd name="connsiteX196" fmla="*/ 1909124 w 2912392"/>
                <a:gd name="connsiteY196" fmla="*/ 219477 h 377780"/>
                <a:gd name="connsiteX197" fmla="*/ 1918868 w 2912392"/>
                <a:gd name="connsiteY197" fmla="*/ 227046 h 377780"/>
                <a:gd name="connsiteX198" fmla="*/ 1928612 w 2912392"/>
                <a:gd name="connsiteY198" fmla="*/ 234571 h 377780"/>
                <a:gd name="connsiteX199" fmla="*/ 1938356 w 2912392"/>
                <a:gd name="connsiteY199" fmla="*/ 242037 h 377780"/>
                <a:gd name="connsiteX200" fmla="*/ 1948085 w 2912392"/>
                <a:gd name="connsiteY200" fmla="*/ 249431 h 377780"/>
                <a:gd name="connsiteX201" fmla="*/ 1957829 w 2912392"/>
                <a:gd name="connsiteY201" fmla="*/ 256739 h 377780"/>
                <a:gd name="connsiteX202" fmla="*/ 1967573 w 2912392"/>
                <a:gd name="connsiteY202" fmla="*/ 263947 h 377780"/>
                <a:gd name="connsiteX203" fmla="*/ 1977317 w 2912392"/>
                <a:gd name="connsiteY203" fmla="*/ 271042 h 377780"/>
                <a:gd name="connsiteX204" fmla="*/ 1987046 w 2912392"/>
                <a:gd name="connsiteY204" fmla="*/ 278011 h 377780"/>
                <a:gd name="connsiteX205" fmla="*/ 1996790 w 2912392"/>
                <a:gd name="connsiteY205" fmla="*/ 284839 h 377780"/>
                <a:gd name="connsiteX206" fmla="*/ 2006534 w 2912392"/>
                <a:gd name="connsiteY206" fmla="*/ 291512 h 377780"/>
                <a:gd name="connsiteX207" fmla="*/ 2016278 w 2912392"/>
                <a:gd name="connsiteY207" fmla="*/ 298020 h 377780"/>
                <a:gd name="connsiteX208" fmla="*/ 2026022 w 2912392"/>
                <a:gd name="connsiteY208" fmla="*/ 304348 h 377780"/>
                <a:gd name="connsiteX209" fmla="*/ 2035751 w 2912392"/>
                <a:gd name="connsiteY209" fmla="*/ 310484 h 377780"/>
                <a:gd name="connsiteX210" fmla="*/ 2045495 w 2912392"/>
                <a:gd name="connsiteY210" fmla="*/ 316417 h 377780"/>
                <a:gd name="connsiteX211" fmla="*/ 2055239 w 2912392"/>
                <a:gd name="connsiteY211" fmla="*/ 322135 h 377780"/>
                <a:gd name="connsiteX212" fmla="*/ 2064983 w 2912392"/>
                <a:gd name="connsiteY212" fmla="*/ 327626 h 377780"/>
                <a:gd name="connsiteX213" fmla="*/ 2074712 w 2912392"/>
                <a:gd name="connsiteY213" fmla="*/ 332879 h 377780"/>
                <a:gd name="connsiteX214" fmla="*/ 2084456 w 2912392"/>
                <a:gd name="connsiteY214" fmla="*/ 337884 h 377780"/>
                <a:gd name="connsiteX215" fmla="*/ 2094200 w 2912392"/>
                <a:gd name="connsiteY215" fmla="*/ 342630 h 377780"/>
                <a:gd name="connsiteX216" fmla="*/ 2103944 w 2912392"/>
                <a:gd name="connsiteY216" fmla="*/ 347109 h 377780"/>
                <a:gd name="connsiteX217" fmla="*/ 2113673 w 2912392"/>
                <a:gd name="connsiteY217" fmla="*/ 351312 h 377780"/>
                <a:gd name="connsiteX218" fmla="*/ 2123417 w 2912392"/>
                <a:gd name="connsiteY218" fmla="*/ 355229 h 377780"/>
                <a:gd name="connsiteX219" fmla="*/ 2133161 w 2912392"/>
                <a:gd name="connsiteY219" fmla="*/ 358854 h 377780"/>
                <a:gd name="connsiteX220" fmla="*/ 2142905 w 2912392"/>
                <a:gd name="connsiteY220" fmla="*/ 362178 h 377780"/>
                <a:gd name="connsiteX221" fmla="*/ 2152649 w 2912392"/>
                <a:gd name="connsiteY221" fmla="*/ 365196 h 377780"/>
                <a:gd name="connsiteX222" fmla="*/ 2162377 w 2912392"/>
                <a:gd name="connsiteY222" fmla="*/ 367901 h 377780"/>
                <a:gd name="connsiteX223" fmla="*/ 2172121 w 2912392"/>
                <a:gd name="connsiteY223" fmla="*/ 370287 h 377780"/>
                <a:gd name="connsiteX224" fmla="*/ 2181865 w 2912392"/>
                <a:gd name="connsiteY224" fmla="*/ 372351 h 377780"/>
                <a:gd name="connsiteX225" fmla="*/ 2191609 w 2912392"/>
                <a:gd name="connsiteY225" fmla="*/ 374088 h 377780"/>
                <a:gd name="connsiteX226" fmla="*/ 2201338 w 2912392"/>
                <a:gd name="connsiteY226" fmla="*/ 375495 h 377780"/>
                <a:gd name="connsiteX227" fmla="*/ 2211082 w 2912392"/>
                <a:gd name="connsiteY227" fmla="*/ 376569 h 377780"/>
                <a:gd name="connsiteX228" fmla="*/ 2220826 w 2912392"/>
                <a:gd name="connsiteY228" fmla="*/ 377309 h 377780"/>
                <a:gd name="connsiteX229" fmla="*/ 2230570 w 2912392"/>
                <a:gd name="connsiteY229" fmla="*/ 377713 h 377780"/>
                <a:gd name="connsiteX230" fmla="*/ 2240299 w 2912392"/>
                <a:gd name="connsiteY230" fmla="*/ 377780 h 377780"/>
                <a:gd name="connsiteX231" fmla="*/ 2250043 w 2912392"/>
                <a:gd name="connsiteY231" fmla="*/ 377512 h 377780"/>
                <a:gd name="connsiteX232" fmla="*/ 2259787 w 2912392"/>
                <a:gd name="connsiteY232" fmla="*/ 376909 h 377780"/>
                <a:gd name="connsiteX233" fmla="*/ 2269531 w 2912392"/>
                <a:gd name="connsiteY233" fmla="*/ 375970 h 377780"/>
                <a:gd name="connsiteX234" fmla="*/ 2279260 w 2912392"/>
                <a:gd name="connsiteY234" fmla="*/ 374702 h 377780"/>
                <a:gd name="connsiteX235" fmla="*/ 2289004 w 2912392"/>
                <a:gd name="connsiteY235" fmla="*/ 373105 h 377780"/>
                <a:gd name="connsiteX236" fmla="*/ 2298748 w 2912392"/>
                <a:gd name="connsiteY236" fmla="*/ 371184 h 377780"/>
                <a:gd name="connsiteX237" fmla="*/ 2308492 w 2912392"/>
                <a:gd name="connsiteY237" fmla="*/ 368943 h 377780"/>
                <a:gd name="connsiteX238" fmla="*/ 2318236 w 2912392"/>
                <a:gd name="connsiteY238" fmla="*/ 366387 h 377780"/>
                <a:gd name="connsiteX239" fmla="*/ 2327965 w 2912392"/>
                <a:gd name="connsiteY239" fmla="*/ 363522 h 377780"/>
                <a:gd name="connsiteX240" fmla="*/ 2337709 w 2912392"/>
                <a:gd name="connsiteY240" fmla="*/ 360354 h 377780"/>
                <a:gd name="connsiteX241" fmla="*/ 2347453 w 2912392"/>
                <a:gd name="connsiteY241" fmla="*/ 356890 h 377780"/>
                <a:gd name="connsiteX242" fmla="*/ 2357197 w 2912392"/>
                <a:gd name="connsiteY242" fmla="*/ 353139 h 377780"/>
                <a:gd name="connsiteX243" fmla="*/ 2366926 w 2912392"/>
                <a:gd name="connsiteY243" fmla="*/ 349105 h 377780"/>
                <a:gd name="connsiteX244" fmla="*/ 2376670 w 2912392"/>
                <a:gd name="connsiteY244" fmla="*/ 344803 h 377780"/>
                <a:gd name="connsiteX245" fmla="*/ 2386413 w 2912392"/>
                <a:gd name="connsiteY245" fmla="*/ 340236 h 377780"/>
                <a:gd name="connsiteX246" fmla="*/ 2396157 w 2912392"/>
                <a:gd name="connsiteY246" fmla="*/ 335419 h 377780"/>
                <a:gd name="connsiteX247" fmla="*/ 2405886 w 2912392"/>
                <a:gd name="connsiteY247" fmla="*/ 330360 h 377780"/>
                <a:gd name="connsiteX248" fmla="*/ 2415630 w 2912392"/>
                <a:gd name="connsiteY248" fmla="*/ 325068 h 377780"/>
                <a:gd name="connsiteX249" fmla="*/ 2425374 w 2912392"/>
                <a:gd name="connsiteY249" fmla="*/ 319556 h 377780"/>
                <a:gd name="connsiteX250" fmla="*/ 2435118 w 2912392"/>
                <a:gd name="connsiteY250" fmla="*/ 313835 h 377780"/>
                <a:gd name="connsiteX251" fmla="*/ 2444862 w 2912392"/>
                <a:gd name="connsiteY251" fmla="*/ 307919 h 377780"/>
                <a:gd name="connsiteX252" fmla="*/ 2454591 w 2912392"/>
                <a:gd name="connsiteY252" fmla="*/ 301816 h 377780"/>
                <a:gd name="connsiteX253" fmla="*/ 2464335 w 2912392"/>
                <a:gd name="connsiteY253" fmla="*/ 295542 h 377780"/>
                <a:gd name="connsiteX254" fmla="*/ 2474079 w 2912392"/>
                <a:gd name="connsiteY254" fmla="*/ 289107 h 377780"/>
                <a:gd name="connsiteX255" fmla="*/ 2483823 w 2912392"/>
                <a:gd name="connsiteY255" fmla="*/ 282526 h 377780"/>
                <a:gd name="connsiteX256" fmla="*/ 2493552 w 2912392"/>
                <a:gd name="connsiteY256" fmla="*/ 275813 h 377780"/>
                <a:gd name="connsiteX257" fmla="*/ 2503296 w 2912392"/>
                <a:gd name="connsiteY257" fmla="*/ 268979 h 377780"/>
                <a:gd name="connsiteX258" fmla="*/ 2513040 w 2912392"/>
                <a:gd name="connsiteY258" fmla="*/ 262037 h 377780"/>
                <a:gd name="connsiteX259" fmla="*/ 2522784 w 2912392"/>
                <a:gd name="connsiteY259" fmla="*/ 255004 h 377780"/>
                <a:gd name="connsiteX260" fmla="*/ 2532513 w 2912392"/>
                <a:gd name="connsiteY260" fmla="*/ 247889 h 377780"/>
                <a:gd name="connsiteX261" fmla="*/ 2542257 w 2912392"/>
                <a:gd name="connsiteY261" fmla="*/ 240708 h 377780"/>
                <a:gd name="connsiteX262" fmla="*/ 2552001 w 2912392"/>
                <a:gd name="connsiteY262" fmla="*/ 233475 h 377780"/>
                <a:gd name="connsiteX263" fmla="*/ 2561745 w 2912392"/>
                <a:gd name="connsiteY263" fmla="*/ 226201 h 377780"/>
                <a:gd name="connsiteX264" fmla="*/ 2571474 w 2912392"/>
                <a:gd name="connsiteY264" fmla="*/ 218902 h 377780"/>
                <a:gd name="connsiteX265" fmla="*/ 2581218 w 2912392"/>
                <a:gd name="connsiteY265" fmla="*/ 211589 h 377780"/>
                <a:gd name="connsiteX266" fmla="*/ 2590962 w 2912392"/>
                <a:gd name="connsiteY266" fmla="*/ 204277 h 377780"/>
                <a:gd name="connsiteX267" fmla="*/ 2600705 w 2912392"/>
                <a:gd name="connsiteY267" fmla="*/ 196978 h 377780"/>
                <a:gd name="connsiteX268" fmla="*/ 2610449 w 2912392"/>
                <a:gd name="connsiteY268" fmla="*/ 189703 h 377780"/>
                <a:gd name="connsiteX269" fmla="*/ 2620178 w 2912392"/>
                <a:gd name="connsiteY269" fmla="*/ 182465 h 377780"/>
                <a:gd name="connsiteX270" fmla="*/ 2629922 w 2912392"/>
                <a:gd name="connsiteY270" fmla="*/ 175278 h 377780"/>
                <a:gd name="connsiteX271" fmla="*/ 2639666 w 2912392"/>
                <a:gd name="connsiteY271" fmla="*/ 168150 h 377780"/>
                <a:gd name="connsiteX272" fmla="*/ 2649410 w 2912392"/>
                <a:gd name="connsiteY272" fmla="*/ 161094 h 377780"/>
                <a:gd name="connsiteX273" fmla="*/ 2659139 w 2912392"/>
                <a:gd name="connsiteY273" fmla="*/ 154121 h 377780"/>
                <a:gd name="connsiteX274" fmla="*/ 2668883 w 2912392"/>
                <a:gd name="connsiteY274" fmla="*/ 147242 h 377780"/>
                <a:gd name="connsiteX275" fmla="*/ 2678627 w 2912392"/>
                <a:gd name="connsiteY275" fmla="*/ 140465 h 377780"/>
                <a:gd name="connsiteX276" fmla="*/ 2688371 w 2912392"/>
                <a:gd name="connsiteY276" fmla="*/ 133800 h 377780"/>
                <a:gd name="connsiteX277" fmla="*/ 2698100 w 2912392"/>
                <a:gd name="connsiteY277" fmla="*/ 127257 h 377780"/>
                <a:gd name="connsiteX278" fmla="*/ 2707844 w 2912392"/>
                <a:gd name="connsiteY278" fmla="*/ 120843 h 377780"/>
                <a:gd name="connsiteX279" fmla="*/ 2717588 w 2912392"/>
                <a:gd name="connsiteY279" fmla="*/ 114566 h 377780"/>
                <a:gd name="connsiteX280" fmla="*/ 2727332 w 2912392"/>
                <a:gd name="connsiteY280" fmla="*/ 108433 h 377780"/>
                <a:gd name="connsiteX281" fmla="*/ 2737076 w 2912392"/>
                <a:gd name="connsiteY281" fmla="*/ 102451 h 377780"/>
                <a:gd name="connsiteX282" fmla="*/ 2746805 w 2912392"/>
                <a:gd name="connsiteY282" fmla="*/ 96627 h 377780"/>
                <a:gd name="connsiteX283" fmla="*/ 2756549 w 2912392"/>
                <a:gd name="connsiteY283" fmla="*/ 90964 h 377780"/>
                <a:gd name="connsiteX284" fmla="*/ 2766293 w 2912392"/>
                <a:gd name="connsiteY284" fmla="*/ 85470 h 377780"/>
                <a:gd name="connsiteX285" fmla="*/ 2776037 w 2912392"/>
                <a:gd name="connsiteY285" fmla="*/ 80146 h 377780"/>
                <a:gd name="connsiteX286" fmla="*/ 2785766 w 2912392"/>
                <a:gd name="connsiteY286" fmla="*/ 74997 h 377780"/>
                <a:gd name="connsiteX287" fmla="*/ 2795510 w 2912392"/>
                <a:gd name="connsiteY287" fmla="*/ 70027 h 377780"/>
                <a:gd name="connsiteX288" fmla="*/ 2805254 w 2912392"/>
                <a:gd name="connsiteY288" fmla="*/ 65235 h 377780"/>
                <a:gd name="connsiteX289" fmla="*/ 2814998 w 2912392"/>
                <a:gd name="connsiteY289" fmla="*/ 60626 h 377780"/>
                <a:gd name="connsiteX290" fmla="*/ 2824727 w 2912392"/>
                <a:gd name="connsiteY290" fmla="*/ 56197 h 377780"/>
                <a:gd name="connsiteX291" fmla="*/ 2834471 w 2912392"/>
                <a:gd name="connsiteY291" fmla="*/ 51951 h 377780"/>
                <a:gd name="connsiteX292" fmla="*/ 2844215 w 2912392"/>
                <a:gd name="connsiteY292" fmla="*/ 47888 h 377780"/>
                <a:gd name="connsiteX293" fmla="*/ 2853958 w 2912392"/>
                <a:gd name="connsiteY293" fmla="*/ 44007 h 377780"/>
                <a:gd name="connsiteX294" fmla="*/ 2863687 w 2912392"/>
                <a:gd name="connsiteY294" fmla="*/ 40303 h 377780"/>
                <a:gd name="connsiteX295" fmla="*/ 2873431 w 2912392"/>
                <a:gd name="connsiteY295" fmla="*/ 36778 h 377780"/>
                <a:gd name="connsiteX296" fmla="*/ 2883175 w 2912392"/>
                <a:gd name="connsiteY296" fmla="*/ 33427 h 377780"/>
                <a:gd name="connsiteX297" fmla="*/ 2892919 w 2912392"/>
                <a:gd name="connsiteY297" fmla="*/ 30246 h 377780"/>
                <a:gd name="connsiteX298" fmla="*/ 2902663 w 2912392"/>
                <a:gd name="connsiteY298" fmla="*/ 27232 h 377780"/>
                <a:gd name="connsiteX299" fmla="*/ 2912392 w 2912392"/>
                <a:gd name="connsiteY299" fmla="*/ 24381 h 377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77780">
                  <a:moveTo>
                    <a:pt x="0" y="57792"/>
                  </a:moveTo>
                  <a:lnTo>
                    <a:pt x="9739" y="54477"/>
                  </a:lnTo>
                  <a:lnTo>
                    <a:pt x="19480" y="51351"/>
                  </a:lnTo>
                  <a:lnTo>
                    <a:pt x="29221" y="48414"/>
                  </a:lnTo>
                  <a:lnTo>
                    <a:pt x="38961" y="45668"/>
                  </a:lnTo>
                  <a:lnTo>
                    <a:pt x="48702" y="43110"/>
                  </a:lnTo>
                  <a:lnTo>
                    <a:pt x="58443" y="40743"/>
                  </a:lnTo>
                  <a:lnTo>
                    <a:pt x="68182" y="38563"/>
                  </a:lnTo>
                  <a:lnTo>
                    <a:pt x="77923" y="36570"/>
                  </a:lnTo>
                  <a:lnTo>
                    <a:pt x="87664" y="34762"/>
                  </a:lnTo>
                  <a:lnTo>
                    <a:pt x="97404" y="33140"/>
                  </a:lnTo>
                  <a:lnTo>
                    <a:pt x="107145" y="31699"/>
                  </a:lnTo>
                  <a:lnTo>
                    <a:pt x="116886" y="30437"/>
                  </a:lnTo>
                  <a:lnTo>
                    <a:pt x="126625" y="29353"/>
                  </a:lnTo>
                  <a:lnTo>
                    <a:pt x="136366" y="28442"/>
                  </a:lnTo>
                  <a:lnTo>
                    <a:pt x="146107" y="27700"/>
                  </a:lnTo>
                  <a:lnTo>
                    <a:pt x="155846" y="27125"/>
                  </a:lnTo>
                  <a:lnTo>
                    <a:pt x="165587" y="26714"/>
                  </a:lnTo>
                  <a:lnTo>
                    <a:pt x="175328" y="26461"/>
                  </a:lnTo>
                  <a:lnTo>
                    <a:pt x="185068" y="26361"/>
                  </a:lnTo>
                  <a:lnTo>
                    <a:pt x="194809" y="26410"/>
                  </a:lnTo>
                  <a:lnTo>
                    <a:pt x="204550" y="26604"/>
                  </a:lnTo>
                  <a:lnTo>
                    <a:pt x="214289" y="26936"/>
                  </a:lnTo>
                  <a:lnTo>
                    <a:pt x="224030" y="27404"/>
                  </a:lnTo>
                  <a:lnTo>
                    <a:pt x="233771" y="27998"/>
                  </a:lnTo>
                  <a:lnTo>
                    <a:pt x="243510" y="28716"/>
                  </a:lnTo>
                  <a:lnTo>
                    <a:pt x="253251" y="29551"/>
                  </a:lnTo>
                  <a:lnTo>
                    <a:pt x="262992" y="30497"/>
                  </a:lnTo>
                  <a:lnTo>
                    <a:pt x="272732" y="31547"/>
                  </a:lnTo>
                  <a:lnTo>
                    <a:pt x="282473" y="32696"/>
                  </a:lnTo>
                  <a:lnTo>
                    <a:pt x="292214" y="33938"/>
                  </a:lnTo>
                  <a:lnTo>
                    <a:pt x="301953" y="35266"/>
                  </a:lnTo>
                  <a:lnTo>
                    <a:pt x="311694" y="36674"/>
                  </a:lnTo>
                  <a:lnTo>
                    <a:pt x="321435" y="38156"/>
                  </a:lnTo>
                  <a:lnTo>
                    <a:pt x="331175" y="39704"/>
                  </a:lnTo>
                  <a:lnTo>
                    <a:pt x="340916" y="41315"/>
                  </a:lnTo>
                  <a:lnTo>
                    <a:pt x="350656" y="42979"/>
                  </a:lnTo>
                  <a:lnTo>
                    <a:pt x="360396" y="44692"/>
                  </a:lnTo>
                  <a:lnTo>
                    <a:pt x="370137" y="46446"/>
                  </a:lnTo>
                  <a:lnTo>
                    <a:pt x="379878" y="48237"/>
                  </a:lnTo>
                  <a:lnTo>
                    <a:pt x="389617" y="50058"/>
                  </a:lnTo>
                  <a:lnTo>
                    <a:pt x="399358" y="51901"/>
                  </a:lnTo>
                  <a:lnTo>
                    <a:pt x="409099" y="53763"/>
                  </a:lnTo>
                  <a:lnTo>
                    <a:pt x="418839" y="55636"/>
                  </a:lnTo>
                  <a:lnTo>
                    <a:pt x="428580" y="57516"/>
                  </a:lnTo>
                  <a:lnTo>
                    <a:pt x="438321" y="59396"/>
                  </a:lnTo>
                  <a:lnTo>
                    <a:pt x="448060" y="61274"/>
                  </a:lnTo>
                  <a:lnTo>
                    <a:pt x="457801" y="63140"/>
                  </a:lnTo>
                  <a:lnTo>
                    <a:pt x="467542" y="64992"/>
                  </a:lnTo>
                  <a:lnTo>
                    <a:pt x="477281" y="66823"/>
                  </a:lnTo>
                  <a:lnTo>
                    <a:pt x="487022" y="68632"/>
                  </a:lnTo>
                  <a:lnTo>
                    <a:pt x="496763" y="70413"/>
                  </a:lnTo>
                  <a:lnTo>
                    <a:pt x="506503" y="72159"/>
                  </a:lnTo>
                  <a:lnTo>
                    <a:pt x="516244" y="73869"/>
                  </a:lnTo>
                  <a:lnTo>
                    <a:pt x="525985" y="75538"/>
                  </a:lnTo>
                  <a:lnTo>
                    <a:pt x="535724" y="77162"/>
                  </a:lnTo>
                  <a:lnTo>
                    <a:pt x="545465" y="78740"/>
                  </a:lnTo>
                  <a:lnTo>
                    <a:pt x="555206" y="80265"/>
                  </a:lnTo>
                  <a:lnTo>
                    <a:pt x="564946" y="81737"/>
                  </a:lnTo>
                  <a:lnTo>
                    <a:pt x="574687" y="83153"/>
                  </a:lnTo>
                  <a:lnTo>
                    <a:pt x="584428" y="84509"/>
                  </a:lnTo>
                  <a:lnTo>
                    <a:pt x="594167" y="85802"/>
                  </a:lnTo>
                  <a:lnTo>
                    <a:pt x="603908" y="87032"/>
                  </a:lnTo>
                  <a:lnTo>
                    <a:pt x="613649" y="88198"/>
                  </a:lnTo>
                  <a:lnTo>
                    <a:pt x="623388" y="89294"/>
                  </a:lnTo>
                  <a:lnTo>
                    <a:pt x="633129" y="90322"/>
                  </a:lnTo>
                  <a:lnTo>
                    <a:pt x="642870" y="91280"/>
                  </a:lnTo>
                  <a:lnTo>
                    <a:pt x="652610" y="92167"/>
                  </a:lnTo>
                  <a:lnTo>
                    <a:pt x="662351" y="92979"/>
                  </a:lnTo>
                  <a:lnTo>
                    <a:pt x="672092" y="93719"/>
                  </a:lnTo>
                  <a:lnTo>
                    <a:pt x="681831" y="94384"/>
                  </a:lnTo>
                  <a:lnTo>
                    <a:pt x="691572" y="94975"/>
                  </a:lnTo>
                  <a:lnTo>
                    <a:pt x="701313" y="95491"/>
                  </a:lnTo>
                  <a:lnTo>
                    <a:pt x="711052" y="95930"/>
                  </a:lnTo>
                  <a:lnTo>
                    <a:pt x="720793" y="96294"/>
                  </a:lnTo>
                  <a:lnTo>
                    <a:pt x="730534" y="96583"/>
                  </a:lnTo>
                  <a:lnTo>
                    <a:pt x="740274" y="96796"/>
                  </a:lnTo>
                  <a:lnTo>
                    <a:pt x="750015" y="96933"/>
                  </a:lnTo>
                  <a:lnTo>
                    <a:pt x="759756" y="96994"/>
                  </a:lnTo>
                  <a:lnTo>
                    <a:pt x="769495" y="96981"/>
                  </a:lnTo>
                  <a:lnTo>
                    <a:pt x="779236" y="96894"/>
                  </a:lnTo>
                  <a:lnTo>
                    <a:pt x="788977" y="96732"/>
                  </a:lnTo>
                  <a:lnTo>
                    <a:pt x="798717" y="96496"/>
                  </a:lnTo>
                  <a:lnTo>
                    <a:pt x="808458" y="96188"/>
                  </a:lnTo>
                  <a:lnTo>
                    <a:pt x="818199" y="95808"/>
                  </a:lnTo>
                  <a:lnTo>
                    <a:pt x="827938" y="95355"/>
                  </a:lnTo>
                  <a:lnTo>
                    <a:pt x="837679" y="94832"/>
                  </a:lnTo>
                  <a:lnTo>
                    <a:pt x="847420" y="94238"/>
                  </a:lnTo>
                  <a:lnTo>
                    <a:pt x="857159" y="93575"/>
                  </a:lnTo>
                  <a:lnTo>
                    <a:pt x="866900" y="92843"/>
                  </a:lnTo>
                  <a:lnTo>
                    <a:pt x="876641" y="92044"/>
                  </a:lnTo>
                  <a:lnTo>
                    <a:pt x="886381" y="91177"/>
                  </a:lnTo>
                  <a:lnTo>
                    <a:pt x="896122" y="90246"/>
                  </a:lnTo>
                  <a:lnTo>
                    <a:pt x="905863" y="89248"/>
                  </a:lnTo>
                  <a:lnTo>
                    <a:pt x="915602" y="88187"/>
                  </a:lnTo>
                  <a:lnTo>
                    <a:pt x="925343" y="87062"/>
                  </a:lnTo>
                  <a:lnTo>
                    <a:pt x="935084" y="85876"/>
                  </a:lnTo>
                  <a:lnTo>
                    <a:pt x="944824" y="84628"/>
                  </a:lnTo>
                  <a:lnTo>
                    <a:pt x="954564" y="83321"/>
                  </a:lnTo>
                  <a:lnTo>
                    <a:pt x="964305" y="81955"/>
                  </a:lnTo>
                  <a:lnTo>
                    <a:pt x="974045" y="80532"/>
                  </a:lnTo>
                  <a:lnTo>
                    <a:pt x="983786" y="79051"/>
                  </a:lnTo>
                  <a:lnTo>
                    <a:pt x="993522" y="77516"/>
                  </a:lnTo>
                  <a:lnTo>
                    <a:pt x="1003266" y="75930"/>
                  </a:lnTo>
                  <a:lnTo>
                    <a:pt x="1013010" y="74289"/>
                  </a:lnTo>
                  <a:lnTo>
                    <a:pt x="1022754" y="72600"/>
                  </a:lnTo>
                  <a:lnTo>
                    <a:pt x="1032483" y="70861"/>
                  </a:lnTo>
                  <a:lnTo>
                    <a:pt x="1042227" y="69075"/>
                  </a:lnTo>
                  <a:lnTo>
                    <a:pt x="1051971" y="67245"/>
                  </a:lnTo>
                  <a:lnTo>
                    <a:pt x="1061715" y="65372"/>
                  </a:lnTo>
                  <a:lnTo>
                    <a:pt x="1071444" y="63459"/>
                  </a:lnTo>
                  <a:lnTo>
                    <a:pt x="1081188" y="61507"/>
                  </a:lnTo>
                  <a:lnTo>
                    <a:pt x="1090932" y="59520"/>
                  </a:lnTo>
                  <a:lnTo>
                    <a:pt x="1100676" y="57500"/>
                  </a:lnTo>
                  <a:lnTo>
                    <a:pt x="1110405" y="55448"/>
                  </a:lnTo>
                  <a:lnTo>
                    <a:pt x="1120149" y="53371"/>
                  </a:lnTo>
                  <a:lnTo>
                    <a:pt x="1129893" y="51269"/>
                  </a:lnTo>
                  <a:lnTo>
                    <a:pt x="1139637" y="49146"/>
                  </a:lnTo>
                  <a:lnTo>
                    <a:pt x="1149381" y="47005"/>
                  </a:lnTo>
                  <a:lnTo>
                    <a:pt x="1159110" y="44852"/>
                  </a:lnTo>
                  <a:lnTo>
                    <a:pt x="1168854" y="42689"/>
                  </a:lnTo>
                  <a:lnTo>
                    <a:pt x="1178598" y="40521"/>
                  </a:lnTo>
                  <a:lnTo>
                    <a:pt x="1188341" y="38350"/>
                  </a:lnTo>
                  <a:lnTo>
                    <a:pt x="1198070" y="36185"/>
                  </a:lnTo>
                  <a:lnTo>
                    <a:pt x="1207814" y="34026"/>
                  </a:lnTo>
                  <a:lnTo>
                    <a:pt x="1217558" y="31882"/>
                  </a:lnTo>
                  <a:lnTo>
                    <a:pt x="1227302" y="29756"/>
                  </a:lnTo>
                  <a:lnTo>
                    <a:pt x="1237031" y="27653"/>
                  </a:lnTo>
                  <a:lnTo>
                    <a:pt x="1246775" y="25579"/>
                  </a:lnTo>
                  <a:lnTo>
                    <a:pt x="1256519" y="23540"/>
                  </a:lnTo>
                  <a:lnTo>
                    <a:pt x="1266263" y="21543"/>
                  </a:lnTo>
                  <a:lnTo>
                    <a:pt x="1276007" y="19592"/>
                  </a:lnTo>
                  <a:lnTo>
                    <a:pt x="1285736" y="17694"/>
                  </a:lnTo>
                  <a:lnTo>
                    <a:pt x="1295480" y="15856"/>
                  </a:lnTo>
                  <a:lnTo>
                    <a:pt x="1305224" y="14083"/>
                  </a:lnTo>
                  <a:lnTo>
                    <a:pt x="1314968" y="12383"/>
                  </a:lnTo>
                  <a:lnTo>
                    <a:pt x="1324697" y="10762"/>
                  </a:lnTo>
                  <a:lnTo>
                    <a:pt x="1334441" y="9227"/>
                  </a:lnTo>
                  <a:lnTo>
                    <a:pt x="1344185" y="7785"/>
                  </a:lnTo>
                  <a:lnTo>
                    <a:pt x="1353929" y="6444"/>
                  </a:lnTo>
                  <a:lnTo>
                    <a:pt x="1363658" y="5209"/>
                  </a:lnTo>
                  <a:lnTo>
                    <a:pt x="1373402" y="4087"/>
                  </a:lnTo>
                  <a:lnTo>
                    <a:pt x="1383146" y="3086"/>
                  </a:lnTo>
                  <a:lnTo>
                    <a:pt x="1392890" y="2213"/>
                  </a:lnTo>
                  <a:lnTo>
                    <a:pt x="1402619" y="1474"/>
                  </a:lnTo>
                  <a:lnTo>
                    <a:pt x="1412363" y="878"/>
                  </a:lnTo>
                  <a:lnTo>
                    <a:pt x="1422106" y="428"/>
                  </a:lnTo>
                  <a:lnTo>
                    <a:pt x="1431850" y="133"/>
                  </a:lnTo>
                  <a:lnTo>
                    <a:pt x="1441594" y="0"/>
                  </a:lnTo>
                  <a:lnTo>
                    <a:pt x="1451323" y="34"/>
                  </a:lnTo>
                  <a:lnTo>
                    <a:pt x="1461067" y="241"/>
                  </a:lnTo>
                  <a:lnTo>
                    <a:pt x="1470811" y="627"/>
                  </a:lnTo>
                  <a:lnTo>
                    <a:pt x="1480555" y="1199"/>
                  </a:lnTo>
                  <a:lnTo>
                    <a:pt x="1490284" y="1961"/>
                  </a:lnTo>
                  <a:lnTo>
                    <a:pt x="1500028" y="2917"/>
                  </a:lnTo>
                  <a:lnTo>
                    <a:pt x="1509772" y="4073"/>
                  </a:lnTo>
                  <a:lnTo>
                    <a:pt x="1519516" y="5435"/>
                  </a:lnTo>
                  <a:lnTo>
                    <a:pt x="1529245" y="7004"/>
                  </a:lnTo>
                  <a:lnTo>
                    <a:pt x="1538989" y="8786"/>
                  </a:lnTo>
                  <a:lnTo>
                    <a:pt x="1548733" y="10782"/>
                  </a:lnTo>
                  <a:lnTo>
                    <a:pt x="1558477" y="12998"/>
                  </a:lnTo>
                  <a:lnTo>
                    <a:pt x="1568221" y="15432"/>
                  </a:lnTo>
                  <a:lnTo>
                    <a:pt x="1577950" y="18090"/>
                  </a:lnTo>
                  <a:lnTo>
                    <a:pt x="1587694" y="20972"/>
                  </a:lnTo>
                  <a:lnTo>
                    <a:pt x="1597438" y="24078"/>
                  </a:lnTo>
                  <a:lnTo>
                    <a:pt x="1607182" y="27408"/>
                  </a:lnTo>
                  <a:lnTo>
                    <a:pt x="1616911" y="30965"/>
                  </a:lnTo>
                  <a:lnTo>
                    <a:pt x="1626655" y="34746"/>
                  </a:lnTo>
                  <a:lnTo>
                    <a:pt x="1636399" y="38749"/>
                  </a:lnTo>
                  <a:lnTo>
                    <a:pt x="1646142" y="42975"/>
                  </a:lnTo>
                  <a:lnTo>
                    <a:pt x="1655872" y="47418"/>
                  </a:lnTo>
                  <a:lnTo>
                    <a:pt x="1665616" y="52079"/>
                  </a:lnTo>
                  <a:lnTo>
                    <a:pt x="1675359" y="56953"/>
                  </a:lnTo>
                  <a:lnTo>
                    <a:pt x="1685103" y="62035"/>
                  </a:lnTo>
                  <a:lnTo>
                    <a:pt x="1694832" y="67321"/>
                  </a:lnTo>
                  <a:lnTo>
                    <a:pt x="1704576" y="72807"/>
                  </a:lnTo>
                  <a:lnTo>
                    <a:pt x="1714320" y="78486"/>
                  </a:lnTo>
                  <a:lnTo>
                    <a:pt x="1724064" y="84354"/>
                  </a:lnTo>
                  <a:lnTo>
                    <a:pt x="1733808" y="90401"/>
                  </a:lnTo>
                  <a:lnTo>
                    <a:pt x="1743537" y="96623"/>
                  </a:lnTo>
                  <a:lnTo>
                    <a:pt x="1753281" y="103009"/>
                  </a:lnTo>
                  <a:lnTo>
                    <a:pt x="1763025" y="109551"/>
                  </a:lnTo>
                  <a:lnTo>
                    <a:pt x="1772769" y="116243"/>
                  </a:lnTo>
                  <a:lnTo>
                    <a:pt x="1782498" y="123073"/>
                  </a:lnTo>
                  <a:lnTo>
                    <a:pt x="1792242" y="130032"/>
                  </a:lnTo>
                  <a:lnTo>
                    <a:pt x="1801986" y="137109"/>
                  </a:lnTo>
                  <a:lnTo>
                    <a:pt x="1811730" y="144295"/>
                  </a:lnTo>
                  <a:lnTo>
                    <a:pt x="1821459" y="151578"/>
                  </a:lnTo>
                  <a:lnTo>
                    <a:pt x="1831203" y="158945"/>
                  </a:lnTo>
                  <a:lnTo>
                    <a:pt x="1840947" y="166387"/>
                  </a:lnTo>
                  <a:lnTo>
                    <a:pt x="1850691" y="173889"/>
                  </a:lnTo>
                  <a:lnTo>
                    <a:pt x="1860435" y="181441"/>
                  </a:lnTo>
                  <a:lnTo>
                    <a:pt x="1870164" y="189029"/>
                  </a:lnTo>
                  <a:lnTo>
                    <a:pt x="1879908" y="196640"/>
                  </a:lnTo>
                  <a:lnTo>
                    <a:pt x="1889652" y="204261"/>
                  </a:lnTo>
                  <a:lnTo>
                    <a:pt x="1899395" y="211877"/>
                  </a:lnTo>
                  <a:lnTo>
                    <a:pt x="1909124" y="219477"/>
                  </a:lnTo>
                  <a:lnTo>
                    <a:pt x="1918868" y="227046"/>
                  </a:lnTo>
                  <a:lnTo>
                    <a:pt x="1928612" y="234571"/>
                  </a:lnTo>
                  <a:lnTo>
                    <a:pt x="1938356" y="242037"/>
                  </a:lnTo>
                  <a:lnTo>
                    <a:pt x="1948085" y="249431"/>
                  </a:lnTo>
                  <a:lnTo>
                    <a:pt x="1957829" y="256739"/>
                  </a:lnTo>
                  <a:lnTo>
                    <a:pt x="1967573" y="263947"/>
                  </a:lnTo>
                  <a:lnTo>
                    <a:pt x="1977317" y="271042"/>
                  </a:lnTo>
                  <a:lnTo>
                    <a:pt x="1987046" y="278011"/>
                  </a:lnTo>
                  <a:lnTo>
                    <a:pt x="1996790" y="284839"/>
                  </a:lnTo>
                  <a:lnTo>
                    <a:pt x="2006534" y="291512"/>
                  </a:lnTo>
                  <a:lnTo>
                    <a:pt x="2016278" y="298020"/>
                  </a:lnTo>
                  <a:lnTo>
                    <a:pt x="2026022" y="304348"/>
                  </a:lnTo>
                  <a:lnTo>
                    <a:pt x="2035751" y="310484"/>
                  </a:lnTo>
                  <a:lnTo>
                    <a:pt x="2045495" y="316417"/>
                  </a:lnTo>
                  <a:lnTo>
                    <a:pt x="2055239" y="322135"/>
                  </a:lnTo>
                  <a:lnTo>
                    <a:pt x="2064983" y="327626"/>
                  </a:lnTo>
                  <a:lnTo>
                    <a:pt x="2074712" y="332879"/>
                  </a:lnTo>
                  <a:lnTo>
                    <a:pt x="2084456" y="337884"/>
                  </a:lnTo>
                  <a:lnTo>
                    <a:pt x="2094200" y="342630"/>
                  </a:lnTo>
                  <a:lnTo>
                    <a:pt x="2103944" y="347109"/>
                  </a:lnTo>
                  <a:lnTo>
                    <a:pt x="2113673" y="351312"/>
                  </a:lnTo>
                  <a:lnTo>
                    <a:pt x="2123417" y="355229"/>
                  </a:lnTo>
                  <a:lnTo>
                    <a:pt x="2133161" y="358854"/>
                  </a:lnTo>
                  <a:lnTo>
                    <a:pt x="2142905" y="362178"/>
                  </a:lnTo>
                  <a:lnTo>
                    <a:pt x="2152649" y="365196"/>
                  </a:lnTo>
                  <a:lnTo>
                    <a:pt x="2162377" y="367901"/>
                  </a:lnTo>
                  <a:lnTo>
                    <a:pt x="2172121" y="370287"/>
                  </a:lnTo>
                  <a:lnTo>
                    <a:pt x="2181865" y="372351"/>
                  </a:lnTo>
                  <a:lnTo>
                    <a:pt x="2191609" y="374088"/>
                  </a:lnTo>
                  <a:lnTo>
                    <a:pt x="2201338" y="375495"/>
                  </a:lnTo>
                  <a:lnTo>
                    <a:pt x="2211082" y="376569"/>
                  </a:lnTo>
                  <a:lnTo>
                    <a:pt x="2220826" y="377309"/>
                  </a:lnTo>
                  <a:lnTo>
                    <a:pt x="2230570" y="377713"/>
                  </a:lnTo>
                  <a:lnTo>
                    <a:pt x="2240299" y="377780"/>
                  </a:lnTo>
                  <a:lnTo>
                    <a:pt x="2250043" y="377512"/>
                  </a:lnTo>
                  <a:lnTo>
                    <a:pt x="2259787" y="376909"/>
                  </a:lnTo>
                  <a:lnTo>
                    <a:pt x="2269531" y="375970"/>
                  </a:lnTo>
                  <a:lnTo>
                    <a:pt x="2279260" y="374702"/>
                  </a:lnTo>
                  <a:lnTo>
                    <a:pt x="2289004" y="373105"/>
                  </a:lnTo>
                  <a:lnTo>
                    <a:pt x="2298748" y="371184"/>
                  </a:lnTo>
                  <a:lnTo>
                    <a:pt x="2308492" y="368943"/>
                  </a:lnTo>
                  <a:lnTo>
                    <a:pt x="2318236" y="366387"/>
                  </a:lnTo>
                  <a:lnTo>
                    <a:pt x="2327965" y="363522"/>
                  </a:lnTo>
                  <a:lnTo>
                    <a:pt x="2337709" y="360354"/>
                  </a:lnTo>
                  <a:lnTo>
                    <a:pt x="2347453" y="356890"/>
                  </a:lnTo>
                  <a:lnTo>
                    <a:pt x="2357197" y="353139"/>
                  </a:lnTo>
                  <a:lnTo>
                    <a:pt x="2366926" y="349105"/>
                  </a:lnTo>
                  <a:lnTo>
                    <a:pt x="2376670" y="344803"/>
                  </a:lnTo>
                  <a:lnTo>
                    <a:pt x="2386413" y="340236"/>
                  </a:lnTo>
                  <a:lnTo>
                    <a:pt x="2396157" y="335419"/>
                  </a:lnTo>
                  <a:lnTo>
                    <a:pt x="2405886" y="330360"/>
                  </a:lnTo>
                  <a:lnTo>
                    <a:pt x="2415630" y="325068"/>
                  </a:lnTo>
                  <a:lnTo>
                    <a:pt x="2425374" y="319556"/>
                  </a:lnTo>
                  <a:lnTo>
                    <a:pt x="2435118" y="313835"/>
                  </a:lnTo>
                  <a:lnTo>
                    <a:pt x="2444862" y="307919"/>
                  </a:lnTo>
                  <a:lnTo>
                    <a:pt x="2454591" y="301816"/>
                  </a:lnTo>
                  <a:lnTo>
                    <a:pt x="2464335" y="295542"/>
                  </a:lnTo>
                  <a:lnTo>
                    <a:pt x="2474079" y="289107"/>
                  </a:lnTo>
                  <a:lnTo>
                    <a:pt x="2483823" y="282526"/>
                  </a:lnTo>
                  <a:lnTo>
                    <a:pt x="2493552" y="275813"/>
                  </a:lnTo>
                  <a:lnTo>
                    <a:pt x="2503296" y="268979"/>
                  </a:lnTo>
                  <a:lnTo>
                    <a:pt x="2513040" y="262037"/>
                  </a:lnTo>
                  <a:lnTo>
                    <a:pt x="2522784" y="255004"/>
                  </a:lnTo>
                  <a:lnTo>
                    <a:pt x="2532513" y="247889"/>
                  </a:lnTo>
                  <a:lnTo>
                    <a:pt x="2542257" y="240708"/>
                  </a:lnTo>
                  <a:lnTo>
                    <a:pt x="2552001" y="233475"/>
                  </a:lnTo>
                  <a:lnTo>
                    <a:pt x="2561745" y="226201"/>
                  </a:lnTo>
                  <a:lnTo>
                    <a:pt x="2571474" y="218902"/>
                  </a:lnTo>
                  <a:lnTo>
                    <a:pt x="2581218" y="211589"/>
                  </a:lnTo>
                  <a:lnTo>
                    <a:pt x="2590962" y="204277"/>
                  </a:lnTo>
                  <a:lnTo>
                    <a:pt x="2600705" y="196978"/>
                  </a:lnTo>
                  <a:lnTo>
                    <a:pt x="2610449" y="189703"/>
                  </a:lnTo>
                  <a:lnTo>
                    <a:pt x="2620178" y="182465"/>
                  </a:lnTo>
                  <a:lnTo>
                    <a:pt x="2629922" y="175278"/>
                  </a:lnTo>
                  <a:lnTo>
                    <a:pt x="2639666" y="168150"/>
                  </a:lnTo>
                  <a:lnTo>
                    <a:pt x="2649410" y="161094"/>
                  </a:lnTo>
                  <a:lnTo>
                    <a:pt x="2659139" y="154121"/>
                  </a:lnTo>
                  <a:lnTo>
                    <a:pt x="2668883" y="147242"/>
                  </a:lnTo>
                  <a:lnTo>
                    <a:pt x="2678627" y="140465"/>
                  </a:lnTo>
                  <a:lnTo>
                    <a:pt x="2688371" y="133800"/>
                  </a:lnTo>
                  <a:lnTo>
                    <a:pt x="2698100" y="127257"/>
                  </a:lnTo>
                  <a:lnTo>
                    <a:pt x="2707844" y="120843"/>
                  </a:lnTo>
                  <a:lnTo>
                    <a:pt x="2717588" y="114566"/>
                  </a:lnTo>
                  <a:lnTo>
                    <a:pt x="2727332" y="108433"/>
                  </a:lnTo>
                  <a:lnTo>
                    <a:pt x="2737076" y="102451"/>
                  </a:lnTo>
                  <a:lnTo>
                    <a:pt x="2746805" y="96627"/>
                  </a:lnTo>
                  <a:lnTo>
                    <a:pt x="2756549" y="90964"/>
                  </a:lnTo>
                  <a:lnTo>
                    <a:pt x="2766293" y="85470"/>
                  </a:lnTo>
                  <a:lnTo>
                    <a:pt x="2776037" y="80146"/>
                  </a:lnTo>
                  <a:lnTo>
                    <a:pt x="2785766" y="74997"/>
                  </a:lnTo>
                  <a:lnTo>
                    <a:pt x="2795510" y="70027"/>
                  </a:lnTo>
                  <a:lnTo>
                    <a:pt x="2805254" y="65235"/>
                  </a:lnTo>
                  <a:lnTo>
                    <a:pt x="2814998" y="60626"/>
                  </a:lnTo>
                  <a:lnTo>
                    <a:pt x="2824727" y="56197"/>
                  </a:lnTo>
                  <a:lnTo>
                    <a:pt x="2834471" y="51951"/>
                  </a:lnTo>
                  <a:lnTo>
                    <a:pt x="2844215" y="47888"/>
                  </a:lnTo>
                  <a:lnTo>
                    <a:pt x="2853958" y="44007"/>
                  </a:lnTo>
                  <a:lnTo>
                    <a:pt x="2863687" y="40303"/>
                  </a:lnTo>
                  <a:lnTo>
                    <a:pt x="2873431" y="36778"/>
                  </a:lnTo>
                  <a:lnTo>
                    <a:pt x="2883175" y="33427"/>
                  </a:lnTo>
                  <a:lnTo>
                    <a:pt x="2892919" y="30246"/>
                  </a:lnTo>
                  <a:lnTo>
                    <a:pt x="2902663" y="27232"/>
                  </a:lnTo>
                  <a:lnTo>
                    <a:pt x="2912392" y="2438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6" name="Freeform 715">
              <a:extLst>
                <a:ext uri="{FF2B5EF4-FFF2-40B4-BE49-F238E27FC236}">
                  <a16:creationId xmlns:a16="http://schemas.microsoft.com/office/drawing/2014/main" id="{012A3114-CAB5-C1FF-E58B-8E6AE84BA439}"/>
                </a:ext>
              </a:extLst>
            </p:cNvPr>
            <p:cNvSpPr/>
            <p:nvPr/>
          </p:nvSpPr>
          <p:spPr>
            <a:xfrm>
              <a:off x="576446" y="3464498"/>
              <a:ext cx="2912392" cy="406122"/>
            </a:xfrm>
            <a:custGeom>
              <a:avLst/>
              <a:gdLst>
                <a:gd name="connsiteX0" fmla="*/ 0 w 2912392"/>
                <a:gd name="connsiteY0" fmla="*/ 406122 h 406122"/>
                <a:gd name="connsiteX1" fmla="*/ 9739 w 2912392"/>
                <a:gd name="connsiteY1" fmla="*/ 403132 h 406122"/>
                <a:gd name="connsiteX2" fmla="*/ 19480 w 2912392"/>
                <a:gd name="connsiteY2" fmla="*/ 400169 h 406122"/>
                <a:gd name="connsiteX3" fmla="*/ 29221 w 2912392"/>
                <a:gd name="connsiteY3" fmla="*/ 397232 h 406122"/>
                <a:gd name="connsiteX4" fmla="*/ 38961 w 2912392"/>
                <a:gd name="connsiteY4" fmla="*/ 394321 h 406122"/>
                <a:gd name="connsiteX5" fmla="*/ 48702 w 2912392"/>
                <a:gd name="connsiteY5" fmla="*/ 391431 h 406122"/>
                <a:gd name="connsiteX6" fmla="*/ 58443 w 2912392"/>
                <a:gd name="connsiteY6" fmla="*/ 388563 h 406122"/>
                <a:gd name="connsiteX7" fmla="*/ 68182 w 2912392"/>
                <a:gd name="connsiteY7" fmla="*/ 385712 h 406122"/>
                <a:gd name="connsiteX8" fmla="*/ 77923 w 2912392"/>
                <a:gd name="connsiteY8" fmla="*/ 382880 h 406122"/>
                <a:gd name="connsiteX9" fmla="*/ 87664 w 2912392"/>
                <a:gd name="connsiteY9" fmla="*/ 380063 h 406122"/>
                <a:gd name="connsiteX10" fmla="*/ 97404 w 2912392"/>
                <a:gd name="connsiteY10" fmla="*/ 377259 h 406122"/>
                <a:gd name="connsiteX11" fmla="*/ 107145 w 2912392"/>
                <a:gd name="connsiteY11" fmla="*/ 374465 h 406122"/>
                <a:gd name="connsiteX12" fmla="*/ 116886 w 2912392"/>
                <a:gd name="connsiteY12" fmla="*/ 371682 h 406122"/>
                <a:gd name="connsiteX13" fmla="*/ 126625 w 2912392"/>
                <a:gd name="connsiteY13" fmla="*/ 368906 h 406122"/>
                <a:gd name="connsiteX14" fmla="*/ 136366 w 2912392"/>
                <a:gd name="connsiteY14" fmla="*/ 366137 h 406122"/>
                <a:gd name="connsiteX15" fmla="*/ 146107 w 2912392"/>
                <a:gd name="connsiteY15" fmla="*/ 363370 h 406122"/>
                <a:gd name="connsiteX16" fmla="*/ 155846 w 2912392"/>
                <a:gd name="connsiteY16" fmla="*/ 360605 h 406122"/>
                <a:gd name="connsiteX17" fmla="*/ 165587 w 2912392"/>
                <a:gd name="connsiteY17" fmla="*/ 357839 h 406122"/>
                <a:gd name="connsiteX18" fmla="*/ 175328 w 2912392"/>
                <a:gd name="connsiteY18" fmla="*/ 355074 h 406122"/>
                <a:gd name="connsiteX19" fmla="*/ 185068 w 2912392"/>
                <a:gd name="connsiteY19" fmla="*/ 352303 h 406122"/>
                <a:gd name="connsiteX20" fmla="*/ 194809 w 2912392"/>
                <a:gd name="connsiteY20" fmla="*/ 349529 h 406122"/>
                <a:gd name="connsiteX21" fmla="*/ 204550 w 2912392"/>
                <a:gd name="connsiteY21" fmla="*/ 346747 h 406122"/>
                <a:gd name="connsiteX22" fmla="*/ 214289 w 2912392"/>
                <a:gd name="connsiteY22" fmla="*/ 343958 h 406122"/>
                <a:gd name="connsiteX23" fmla="*/ 224030 w 2912392"/>
                <a:gd name="connsiteY23" fmla="*/ 341160 h 406122"/>
                <a:gd name="connsiteX24" fmla="*/ 233771 w 2912392"/>
                <a:gd name="connsiteY24" fmla="*/ 338350 h 406122"/>
                <a:gd name="connsiteX25" fmla="*/ 243510 w 2912392"/>
                <a:gd name="connsiteY25" fmla="*/ 335528 h 406122"/>
                <a:gd name="connsiteX26" fmla="*/ 253251 w 2912392"/>
                <a:gd name="connsiteY26" fmla="*/ 332693 h 406122"/>
                <a:gd name="connsiteX27" fmla="*/ 262992 w 2912392"/>
                <a:gd name="connsiteY27" fmla="*/ 329844 h 406122"/>
                <a:gd name="connsiteX28" fmla="*/ 272732 w 2912392"/>
                <a:gd name="connsiteY28" fmla="*/ 326979 h 406122"/>
                <a:gd name="connsiteX29" fmla="*/ 282473 w 2912392"/>
                <a:gd name="connsiteY29" fmla="*/ 324098 h 406122"/>
                <a:gd name="connsiteX30" fmla="*/ 292214 w 2912392"/>
                <a:gd name="connsiteY30" fmla="*/ 321198 h 406122"/>
                <a:gd name="connsiteX31" fmla="*/ 301953 w 2912392"/>
                <a:gd name="connsiteY31" fmla="*/ 318283 h 406122"/>
                <a:gd name="connsiteX32" fmla="*/ 311694 w 2912392"/>
                <a:gd name="connsiteY32" fmla="*/ 315347 h 406122"/>
                <a:gd name="connsiteX33" fmla="*/ 321435 w 2912392"/>
                <a:gd name="connsiteY33" fmla="*/ 312393 h 406122"/>
                <a:gd name="connsiteX34" fmla="*/ 331175 w 2912392"/>
                <a:gd name="connsiteY34" fmla="*/ 309418 h 406122"/>
                <a:gd name="connsiteX35" fmla="*/ 340916 w 2912392"/>
                <a:gd name="connsiteY35" fmla="*/ 306423 h 406122"/>
                <a:gd name="connsiteX36" fmla="*/ 350656 w 2912392"/>
                <a:gd name="connsiteY36" fmla="*/ 303407 h 406122"/>
                <a:gd name="connsiteX37" fmla="*/ 360396 w 2912392"/>
                <a:gd name="connsiteY37" fmla="*/ 300371 h 406122"/>
                <a:gd name="connsiteX38" fmla="*/ 370137 w 2912392"/>
                <a:gd name="connsiteY38" fmla="*/ 297314 h 406122"/>
                <a:gd name="connsiteX39" fmla="*/ 379878 w 2912392"/>
                <a:gd name="connsiteY39" fmla="*/ 294234 h 406122"/>
                <a:gd name="connsiteX40" fmla="*/ 389617 w 2912392"/>
                <a:gd name="connsiteY40" fmla="*/ 291134 h 406122"/>
                <a:gd name="connsiteX41" fmla="*/ 399358 w 2912392"/>
                <a:gd name="connsiteY41" fmla="*/ 288012 h 406122"/>
                <a:gd name="connsiteX42" fmla="*/ 409099 w 2912392"/>
                <a:gd name="connsiteY42" fmla="*/ 284869 h 406122"/>
                <a:gd name="connsiteX43" fmla="*/ 418839 w 2912392"/>
                <a:gd name="connsiteY43" fmla="*/ 281704 h 406122"/>
                <a:gd name="connsiteX44" fmla="*/ 428580 w 2912392"/>
                <a:gd name="connsiteY44" fmla="*/ 278519 h 406122"/>
                <a:gd name="connsiteX45" fmla="*/ 438321 w 2912392"/>
                <a:gd name="connsiteY45" fmla="*/ 275314 h 406122"/>
                <a:gd name="connsiteX46" fmla="*/ 448060 w 2912392"/>
                <a:gd name="connsiteY46" fmla="*/ 272088 h 406122"/>
                <a:gd name="connsiteX47" fmla="*/ 457801 w 2912392"/>
                <a:gd name="connsiteY47" fmla="*/ 268842 h 406122"/>
                <a:gd name="connsiteX48" fmla="*/ 467542 w 2912392"/>
                <a:gd name="connsiteY48" fmla="*/ 265577 h 406122"/>
                <a:gd name="connsiteX49" fmla="*/ 477281 w 2912392"/>
                <a:gd name="connsiteY49" fmla="*/ 262294 h 406122"/>
                <a:gd name="connsiteX50" fmla="*/ 487022 w 2912392"/>
                <a:gd name="connsiteY50" fmla="*/ 258993 h 406122"/>
                <a:gd name="connsiteX51" fmla="*/ 496763 w 2912392"/>
                <a:gd name="connsiteY51" fmla="*/ 255675 h 406122"/>
                <a:gd name="connsiteX52" fmla="*/ 506503 w 2912392"/>
                <a:gd name="connsiteY52" fmla="*/ 252341 h 406122"/>
                <a:gd name="connsiteX53" fmla="*/ 516244 w 2912392"/>
                <a:gd name="connsiteY53" fmla="*/ 248990 h 406122"/>
                <a:gd name="connsiteX54" fmla="*/ 525985 w 2912392"/>
                <a:gd name="connsiteY54" fmla="*/ 245628 h 406122"/>
                <a:gd name="connsiteX55" fmla="*/ 535724 w 2912392"/>
                <a:gd name="connsiteY55" fmla="*/ 242250 h 406122"/>
                <a:gd name="connsiteX56" fmla="*/ 545465 w 2912392"/>
                <a:gd name="connsiteY56" fmla="*/ 238860 h 406122"/>
                <a:gd name="connsiteX57" fmla="*/ 555206 w 2912392"/>
                <a:gd name="connsiteY57" fmla="*/ 235461 h 406122"/>
                <a:gd name="connsiteX58" fmla="*/ 564946 w 2912392"/>
                <a:gd name="connsiteY58" fmla="*/ 232052 h 406122"/>
                <a:gd name="connsiteX59" fmla="*/ 574687 w 2912392"/>
                <a:gd name="connsiteY59" fmla="*/ 228634 h 406122"/>
                <a:gd name="connsiteX60" fmla="*/ 584428 w 2912392"/>
                <a:gd name="connsiteY60" fmla="*/ 225210 h 406122"/>
                <a:gd name="connsiteX61" fmla="*/ 594167 w 2912392"/>
                <a:gd name="connsiteY61" fmla="*/ 221782 h 406122"/>
                <a:gd name="connsiteX62" fmla="*/ 603908 w 2912392"/>
                <a:gd name="connsiteY62" fmla="*/ 218351 h 406122"/>
                <a:gd name="connsiteX63" fmla="*/ 613649 w 2912392"/>
                <a:gd name="connsiteY63" fmla="*/ 214916 h 406122"/>
                <a:gd name="connsiteX64" fmla="*/ 623388 w 2912392"/>
                <a:gd name="connsiteY64" fmla="*/ 211484 h 406122"/>
                <a:gd name="connsiteX65" fmla="*/ 633129 w 2912392"/>
                <a:gd name="connsiteY65" fmla="*/ 208052 h 406122"/>
                <a:gd name="connsiteX66" fmla="*/ 642870 w 2912392"/>
                <a:gd name="connsiteY66" fmla="*/ 204627 h 406122"/>
                <a:gd name="connsiteX67" fmla="*/ 652610 w 2912392"/>
                <a:gd name="connsiteY67" fmla="*/ 201206 h 406122"/>
                <a:gd name="connsiteX68" fmla="*/ 662351 w 2912392"/>
                <a:gd name="connsiteY68" fmla="*/ 197796 h 406122"/>
                <a:gd name="connsiteX69" fmla="*/ 672092 w 2912392"/>
                <a:gd name="connsiteY69" fmla="*/ 194396 h 406122"/>
                <a:gd name="connsiteX70" fmla="*/ 681831 w 2912392"/>
                <a:gd name="connsiteY70" fmla="*/ 191011 h 406122"/>
                <a:gd name="connsiteX71" fmla="*/ 691572 w 2912392"/>
                <a:gd name="connsiteY71" fmla="*/ 187641 h 406122"/>
                <a:gd name="connsiteX72" fmla="*/ 701313 w 2912392"/>
                <a:gd name="connsiteY72" fmla="*/ 184290 h 406122"/>
                <a:gd name="connsiteX73" fmla="*/ 711052 w 2912392"/>
                <a:gd name="connsiteY73" fmla="*/ 180960 h 406122"/>
                <a:gd name="connsiteX74" fmla="*/ 720793 w 2912392"/>
                <a:gd name="connsiteY74" fmla="*/ 177655 h 406122"/>
                <a:gd name="connsiteX75" fmla="*/ 730534 w 2912392"/>
                <a:gd name="connsiteY75" fmla="*/ 174378 h 406122"/>
                <a:gd name="connsiteX76" fmla="*/ 740274 w 2912392"/>
                <a:gd name="connsiteY76" fmla="*/ 171130 h 406122"/>
                <a:gd name="connsiteX77" fmla="*/ 750015 w 2912392"/>
                <a:gd name="connsiteY77" fmla="*/ 167915 h 406122"/>
                <a:gd name="connsiteX78" fmla="*/ 759756 w 2912392"/>
                <a:gd name="connsiteY78" fmla="*/ 164737 h 406122"/>
                <a:gd name="connsiteX79" fmla="*/ 769495 w 2912392"/>
                <a:gd name="connsiteY79" fmla="*/ 161599 h 406122"/>
                <a:gd name="connsiteX80" fmla="*/ 779236 w 2912392"/>
                <a:gd name="connsiteY80" fmla="*/ 158503 h 406122"/>
                <a:gd name="connsiteX81" fmla="*/ 788977 w 2912392"/>
                <a:gd name="connsiteY81" fmla="*/ 155453 h 406122"/>
                <a:gd name="connsiteX82" fmla="*/ 798717 w 2912392"/>
                <a:gd name="connsiteY82" fmla="*/ 152452 h 406122"/>
                <a:gd name="connsiteX83" fmla="*/ 808458 w 2912392"/>
                <a:gd name="connsiteY83" fmla="*/ 149504 h 406122"/>
                <a:gd name="connsiteX84" fmla="*/ 818199 w 2912392"/>
                <a:gd name="connsiteY84" fmla="*/ 146612 h 406122"/>
                <a:gd name="connsiteX85" fmla="*/ 827938 w 2912392"/>
                <a:gd name="connsiteY85" fmla="*/ 143780 h 406122"/>
                <a:gd name="connsiteX86" fmla="*/ 837679 w 2912392"/>
                <a:gd name="connsiteY86" fmla="*/ 141010 h 406122"/>
                <a:gd name="connsiteX87" fmla="*/ 847420 w 2912392"/>
                <a:gd name="connsiteY87" fmla="*/ 138307 h 406122"/>
                <a:gd name="connsiteX88" fmla="*/ 857159 w 2912392"/>
                <a:gd name="connsiteY88" fmla="*/ 135673 h 406122"/>
                <a:gd name="connsiteX89" fmla="*/ 866900 w 2912392"/>
                <a:gd name="connsiteY89" fmla="*/ 133113 h 406122"/>
                <a:gd name="connsiteX90" fmla="*/ 876641 w 2912392"/>
                <a:gd name="connsiteY90" fmla="*/ 130628 h 406122"/>
                <a:gd name="connsiteX91" fmla="*/ 886381 w 2912392"/>
                <a:gd name="connsiteY91" fmla="*/ 128222 h 406122"/>
                <a:gd name="connsiteX92" fmla="*/ 896122 w 2912392"/>
                <a:gd name="connsiteY92" fmla="*/ 125899 h 406122"/>
                <a:gd name="connsiteX93" fmla="*/ 905863 w 2912392"/>
                <a:gd name="connsiteY93" fmla="*/ 123662 h 406122"/>
                <a:gd name="connsiteX94" fmla="*/ 915602 w 2912392"/>
                <a:gd name="connsiteY94" fmla="*/ 121513 h 406122"/>
                <a:gd name="connsiteX95" fmla="*/ 925343 w 2912392"/>
                <a:gd name="connsiteY95" fmla="*/ 119454 h 406122"/>
                <a:gd name="connsiteX96" fmla="*/ 935084 w 2912392"/>
                <a:gd name="connsiteY96" fmla="*/ 117490 h 406122"/>
                <a:gd name="connsiteX97" fmla="*/ 944824 w 2912392"/>
                <a:gd name="connsiteY97" fmla="*/ 115622 h 406122"/>
                <a:gd name="connsiteX98" fmla="*/ 954564 w 2912392"/>
                <a:gd name="connsiteY98" fmla="*/ 113852 h 406122"/>
                <a:gd name="connsiteX99" fmla="*/ 964305 w 2912392"/>
                <a:gd name="connsiteY99" fmla="*/ 112183 h 406122"/>
                <a:gd name="connsiteX100" fmla="*/ 974045 w 2912392"/>
                <a:gd name="connsiteY100" fmla="*/ 110616 h 406122"/>
                <a:gd name="connsiteX101" fmla="*/ 983786 w 2912392"/>
                <a:gd name="connsiteY101" fmla="*/ 109154 h 406122"/>
                <a:gd name="connsiteX102" fmla="*/ 993522 w 2912392"/>
                <a:gd name="connsiteY102" fmla="*/ 107799 h 406122"/>
                <a:gd name="connsiteX103" fmla="*/ 1003266 w 2912392"/>
                <a:gd name="connsiteY103" fmla="*/ 106549 h 406122"/>
                <a:gd name="connsiteX104" fmla="*/ 1013010 w 2912392"/>
                <a:gd name="connsiteY104" fmla="*/ 105407 h 406122"/>
                <a:gd name="connsiteX105" fmla="*/ 1022754 w 2912392"/>
                <a:gd name="connsiteY105" fmla="*/ 104375 h 406122"/>
                <a:gd name="connsiteX106" fmla="*/ 1032483 w 2912392"/>
                <a:gd name="connsiteY106" fmla="*/ 103451 h 406122"/>
                <a:gd name="connsiteX107" fmla="*/ 1042227 w 2912392"/>
                <a:gd name="connsiteY107" fmla="*/ 102636 h 406122"/>
                <a:gd name="connsiteX108" fmla="*/ 1051971 w 2912392"/>
                <a:gd name="connsiteY108" fmla="*/ 101930 h 406122"/>
                <a:gd name="connsiteX109" fmla="*/ 1061715 w 2912392"/>
                <a:gd name="connsiteY109" fmla="*/ 101334 h 406122"/>
                <a:gd name="connsiteX110" fmla="*/ 1071444 w 2912392"/>
                <a:gd name="connsiteY110" fmla="*/ 100845 h 406122"/>
                <a:gd name="connsiteX111" fmla="*/ 1081188 w 2912392"/>
                <a:gd name="connsiteY111" fmla="*/ 100462 h 406122"/>
                <a:gd name="connsiteX112" fmla="*/ 1090932 w 2912392"/>
                <a:gd name="connsiteY112" fmla="*/ 100185 h 406122"/>
                <a:gd name="connsiteX113" fmla="*/ 1100676 w 2912392"/>
                <a:gd name="connsiteY113" fmla="*/ 100012 h 406122"/>
                <a:gd name="connsiteX114" fmla="*/ 1110405 w 2912392"/>
                <a:gd name="connsiteY114" fmla="*/ 99941 h 406122"/>
                <a:gd name="connsiteX115" fmla="*/ 1120149 w 2912392"/>
                <a:gd name="connsiteY115" fmla="*/ 99968 h 406122"/>
                <a:gd name="connsiteX116" fmla="*/ 1129893 w 2912392"/>
                <a:gd name="connsiteY116" fmla="*/ 100091 h 406122"/>
                <a:gd name="connsiteX117" fmla="*/ 1139637 w 2912392"/>
                <a:gd name="connsiteY117" fmla="*/ 100307 h 406122"/>
                <a:gd name="connsiteX118" fmla="*/ 1149381 w 2912392"/>
                <a:gd name="connsiteY118" fmla="*/ 100614 h 406122"/>
                <a:gd name="connsiteX119" fmla="*/ 1159110 w 2912392"/>
                <a:gd name="connsiteY119" fmla="*/ 101006 h 406122"/>
                <a:gd name="connsiteX120" fmla="*/ 1168854 w 2912392"/>
                <a:gd name="connsiteY120" fmla="*/ 101481 h 406122"/>
                <a:gd name="connsiteX121" fmla="*/ 1178598 w 2912392"/>
                <a:gd name="connsiteY121" fmla="*/ 102034 h 406122"/>
                <a:gd name="connsiteX122" fmla="*/ 1188341 w 2912392"/>
                <a:gd name="connsiteY122" fmla="*/ 102660 h 406122"/>
                <a:gd name="connsiteX123" fmla="*/ 1198070 w 2912392"/>
                <a:gd name="connsiteY123" fmla="*/ 103354 h 406122"/>
                <a:gd name="connsiteX124" fmla="*/ 1207814 w 2912392"/>
                <a:gd name="connsiteY124" fmla="*/ 104111 h 406122"/>
                <a:gd name="connsiteX125" fmla="*/ 1217558 w 2912392"/>
                <a:gd name="connsiteY125" fmla="*/ 104926 h 406122"/>
                <a:gd name="connsiteX126" fmla="*/ 1227302 w 2912392"/>
                <a:gd name="connsiteY126" fmla="*/ 105793 h 406122"/>
                <a:gd name="connsiteX127" fmla="*/ 1237031 w 2912392"/>
                <a:gd name="connsiteY127" fmla="*/ 106707 h 406122"/>
                <a:gd name="connsiteX128" fmla="*/ 1246775 w 2912392"/>
                <a:gd name="connsiteY128" fmla="*/ 107660 h 406122"/>
                <a:gd name="connsiteX129" fmla="*/ 1256519 w 2912392"/>
                <a:gd name="connsiteY129" fmla="*/ 108646 h 406122"/>
                <a:gd name="connsiteX130" fmla="*/ 1266263 w 2912392"/>
                <a:gd name="connsiteY130" fmla="*/ 109662 h 406122"/>
                <a:gd name="connsiteX131" fmla="*/ 1276007 w 2912392"/>
                <a:gd name="connsiteY131" fmla="*/ 110698 h 406122"/>
                <a:gd name="connsiteX132" fmla="*/ 1285736 w 2912392"/>
                <a:gd name="connsiteY132" fmla="*/ 111748 h 406122"/>
                <a:gd name="connsiteX133" fmla="*/ 1295480 w 2912392"/>
                <a:gd name="connsiteY133" fmla="*/ 112806 h 406122"/>
                <a:gd name="connsiteX134" fmla="*/ 1305224 w 2912392"/>
                <a:gd name="connsiteY134" fmla="*/ 113864 h 406122"/>
                <a:gd name="connsiteX135" fmla="*/ 1314968 w 2912392"/>
                <a:gd name="connsiteY135" fmla="*/ 114917 h 406122"/>
                <a:gd name="connsiteX136" fmla="*/ 1324697 w 2912392"/>
                <a:gd name="connsiteY136" fmla="*/ 115956 h 406122"/>
                <a:gd name="connsiteX137" fmla="*/ 1334441 w 2912392"/>
                <a:gd name="connsiteY137" fmla="*/ 116976 h 406122"/>
                <a:gd name="connsiteX138" fmla="*/ 1344185 w 2912392"/>
                <a:gd name="connsiteY138" fmla="*/ 117969 h 406122"/>
                <a:gd name="connsiteX139" fmla="*/ 1353929 w 2912392"/>
                <a:gd name="connsiteY139" fmla="*/ 118928 h 406122"/>
                <a:gd name="connsiteX140" fmla="*/ 1363658 w 2912392"/>
                <a:gd name="connsiteY140" fmla="*/ 119847 h 406122"/>
                <a:gd name="connsiteX141" fmla="*/ 1373402 w 2912392"/>
                <a:gd name="connsiteY141" fmla="*/ 120719 h 406122"/>
                <a:gd name="connsiteX142" fmla="*/ 1383146 w 2912392"/>
                <a:gd name="connsiteY142" fmla="*/ 121538 h 406122"/>
                <a:gd name="connsiteX143" fmla="*/ 1392890 w 2912392"/>
                <a:gd name="connsiteY143" fmla="*/ 122298 h 406122"/>
                <a:gd name="connsiteX144" fmla="*/ 1402619 w 2912392"/>
                <a:gd name="connsiteY144" fmla="*/ 122993 h 406122"/>
                <a:gd name="connsiteX145" fmla="*/ 1412363 w 2912392"/>
                <a:gd name="connsiteY145" fmla="*/ 123615 h 406122"/>
                <a:gd name="connsiteX146" fmla="*/ 1422106 w 2912392"/>
                <a:gd name="connsiteY146" fmla="*/ 124159 h 406122"/>
                <a:gd name="connsiteX147" fmla="*/ 1431850 w 2912392"/>
                <a:gd name="connsiteY147" fmla="*/ 124623 h 406122"/>
                <a:gd name="connsiteX148" fmla="*/ 1441594 w 2912392"/>
                <a:gd name="connsiteY148" fmla="*/ 124996 h 406122"/>
                <a:gd name="connsiteX149" fmla="*/ 1451323 w 2912392"/>
                <a:gd name="connsiteY149" fmla="*/ 125278 h 406122"/>
                <a:gd name="connsiteX150" fmla="*/ 1461067 w 2912392"/>
                <a:gd name="connsiteY150" fmla="*/ 125461 h 406122"/>
                <a:gd name="connsiteX151" fmla="*/ 1470811 w 2912392"/>
                <a:gd name="connsiteY151" fmla="*/ 125545 h 406122"/>
                <a:gd name="connsiteX152" fmla="*/ 1480555 w 2912392"/>
                <a:gd name="connsiteY152" fmla="*/ 125521 h 406122"/>
                <a:gd name="connsiteX153" fmla="*/ 1490284 w 2912392"/>
                <a:gd name="connsiteY153" fmla="*/ 125390 h 406122"/>
                <a:gd name="connsiteX154" fmla="*/ 1500028 w 2912392"/>
                <a:gd name="connsiteY154" fmla="*/ 125146 h 406122"/>
                <a:gd name="connsiteX155" fmla="*/ 1509772 w 2912392"/>
                <a:gd name="connsiteY155" fmla="*/ 124786 h 406122"/>
                <a:gd name="connsiteX156" fmla="*/ 1519516 w 2912392"/>
                <a:gd name="connsiteY156" fmla="*/ 124310 h 406122"/>
                <a:gd name="connsiteX157" fmla="*/ 1529245 w 2912392"/>
                <a:gd name="connsiteY157" fmla="*/ 123712 h 406122"/>
                <a:gd name="connsiteX158" fmla="*/ 1538989 w 2912392"/>
                <a:gd name="connsiteY158" fmla="*/ 122996 h 406122"/>
                <a:gd name="connsiteX159" fmla="*/ 1548733 w 2912392"/>
                <a:gd name="connsiteY159" fmla="*/ 122157 h 406122"/>
                <a:gd name="connsiteX160" fmla="*/ 1558477 w 2912392"/>
                <a:gd name="connsiteY160" fmla="*/ 121194 h 406122"/>
                <a:gd name="connsiteX161" fmla="*/ 1568221 w 2912392"/>
                <a:gd name="connsiteY161" fmla="*/ 120108 h 406122"/>
                <a:gd name="connsiteX162" fmla="*/ 1577950 w 2912392"/>
                <a:gd name="connsiteY162" fmla="*/ 118900 h 406122"/>
                <a:gd name="connsiteX163" fmla="*/ 1587694 w 2912392"/>
                <a:gd name="connsiteY163" fmla="*/ 117569 h 406122"/>
                <a:gd name="connsiteX164" fmla="*/ 1597438 w 2912392"/>
                <a:gd name="connsiteY164" fmla="*/ 116117 h 406122"/>
                <a:gd name="connsiteX165" fmla="*/ 1607182 w 2912392"/>
                <a:gd name="connsiteY165" fmla="*/ 114543 h 406122"/>
                <a:gd name="connsiteX166" fmla="*/ 1616911 w 2912392"/>
                <a:gd name="connsiteY166" fmla="*/ 112852 h 406122"/>
                <a:gd name="connsiteX167" fmla="*/ 1626655 w 2912392"/>
                <a:gd name="connsiteY167" fmla="*/ 111047 h 406122"/>
                <a:gd name="connsiteX168" fmla="*/ 1636399 w 2912392"/>
                <a:gd name="connsiteY168" fmla="*/ 109126 h 406122"/>
                <a:gd name="connsiteX169" fmla="*/ 1646142 w 2912392"/>
                <a:gd name="connsiteY169" fmla="*/ 107095 h 406122"/>
                <a:gd name="connsiteX170" fmla="*/ 1655872 w 2912392"/>
                <a:gd name="connsiteY170" fmla="*/ 104957 h 406122"/>
                <a:gd name="connsiteX171" fmla="*/ 1665616 w 2912392"/>
                <a:gd name="connsiteY171" fmla="*/ 102717 h 406122"/>
                <a:gd name="connsiteX172" fmla="*/ 1675359 w 2912392"/>
                <a:gd name="connsiteY172" fmla="*/ 100377 h 406122"/>
                <a:gd name="connsiteX173" fmla="*/ 1685103 w 2912392"/>
                <a:gd name="connsiteY173" fmla="*/ 97943 h 406122"/>
                <a:gd name="connsiteX174" fmla="*/ 1694832 w 2912392"/>
                <a:gd name="connsiteY174" fmla="*/ 95419 h 406122"/>
                <a:gd name="connsiteX175" fmla="*/ 1704576 w 2912392"/>
                <a:gd name="connsiteY175" fmla="*/ 92812 h 406122"/>
                <a:gd name="connsiteX176" fmla="*/ 1714320 w 2912392"/>
                <a:gd name="connsiteY176" fmla="*/ 90124 h 406122"/>
                <a:gd name="connsiteX177" fmla="*/ 1724064 w 2912392"/>
                <a:gd name="connsiteY177" fmla="*/ 87365 h 406122"/>
                <a:gd name="connsiteX178" fmla="*/ 1733808 w 2912392"/>
                <a:gd name="connsiteY178" fmla="*/ 84538 h 406122"/>
                <a:gd name="connsiteX179" fmla="*/ 1743537 w 2912392"/>
                <a:gd name="connsiteY179" fmla="*/ 81651 h 406122"/>
                <a:gd name="connsiteX180" fmla="*/ 1753281 w 2912392"/>
                <a:gd name="connsiteY180" fmla="*/ 78710 h 406122"/>
                <a:gd name="connsiteX181" fmla="*/ 1763025 w 2912392"/>
                <a:gd name="connsiteY181" fmla="*/ 75723 h 406122"/>
                <a:gd name="connsiteX182" fmla="*/ 1772769 w 2912392"/>
                <a:gd name="connsiteY182" fmla="*/ 72694 h 406122"/>
                <a:gd name="connsiteX183" fmla="*/ 1782498 w 2912392"/>
                <a:gd name="connsiteY183" fmla="*/ 69633 h 406122"/>
                <a:gd name="connsiteX184" fmla="*/ 1792242 w 2912392"/>
                <a:gd name="connsiteY184" fmla="*/ 66546 h 406122"/>
                <a:gd name="connsiteX185" fmla="*/ 1801986 w 2912392"/>
                <a:gd name="connsiteY185" fmla="*/ 63441 h 406122"/>
                <a:gd name="connsiteX186" fmla="*/ 1811730 w 2912392"/>
                <a:gd name="connsiteY186" fmla="*/ 60328 h 406122"/>
                <a:gd name="connsiteX187" fmla="*/ 1821459 w 2912392"/>
                <a:gd name="connsiteY187" fmla="*/ 57209 h 406122"/>
                <a:gd name="connsiteX188" fmla="*/ 1831203 w 2912392"/>
                <a:gd name="connsiteY188" fmla="*/ 54097 h 406122"/>
                <a:gd name="connsiteX189" fmla="*/ 1840947 w 2912392"/>
                <a:gd name="connsiteY189" fmla="*/ 50998 h 406122"/>
                <a:gd name="connsiteX190" fmla="*/ 1850691 w 2912392"/>
                <a:gd name="connsiteY190" fmla="*/ 47920 h 406122"/>
                <a:gd name="connsiteX191" fmla="*/ 1860435 w 2912392"/>
                <a:gd name="connsiteY191" fmla="*/ 44870 h 406122"/>
                <a:gd name="connsiteX192" fmla="*/ 1870164 w 2912392"/>
                <a:gd name="connsiteY192" fmla="*/ 41857 h 406122"/>
                <a:gd name="connsiteX193" fmla="*/ 1879908 w 2912392"/>
                <a:gd name="connsiteY193" fmla="*/ 38891 h 406122"/>
                <a:gd name="connsiteX194" fmla="*/ 1889652 w 2912392"/>
                <a:gd name="connsiteY194" fmla="*/ 35977 h 406122"/>
                <a:gd name="connsiteX195" fmla="*/ 1899395 w 2912392"/>
                <a:gd name="connsiteY195" fmla="*/ 33123 h 406122"/>
                <a:gd name="connsiteX196" fmla="*/ 1909124 w 2912392"/>
                <a:gd name="connsiteY196" fmla="*/ 30339 h 406122"/>
                <a:gd name="connsiteX197" fmla="*/ 1918868 w 2912392"/>
                <a:gd name="connsiteY197" fmla="*/ 27632 h 406122"/>
                <a:gd name="connsiteX198" fmla="*/ 1928612 w 2912392"/>
                <a:gd name="connsiteY198" fmla="*/ 25008 h 406122"/>
                <a:gd name="connsiteX199" fmla="*/ 1938356 w 2912392"/>
                <a:gd name="connsiteY199" fmla="*/ 22477 h 406122"/>
                <a:gd name="connsiteX200" fmla="*/ 1948085 w 2912392"/>
                <a:gd name="connsiteY200" fmla="*/ 20044 h 406122"/>
                <a:gd name="connsiteX201" fmla="*/ 1957829 w 2912392"/>
                <a:gd name="connsiteY201" fmla="*/ 17718 h 406122"/>
                <a:gd name="connsiteX202" fmla="*/ 1967573 w 2912392"/>
                <a:gd name="connsiteY202" fmla="*/ 15505 h 406122"/>
                <a:gd name="connsiteX203" fmla="*/ 1977317 w 2912392"/>
                <a:gd name="connsiteY203" fmla="*/ 13415 h 406122"/>
                <a:gd name="connsiteX204" fmla="*/ 1987046 w 2912392"/>
                <a:gd name="connsiteY204" fmla="*/ 11451 h 406122"/>
                <a:gd name="connsiteX205" fmla="*/ 1996790 w 2912392"/>
                <a:gd name="connsiteY205" fmla="*/ 9622 h 406122"/>
                <a:gd name="connsiteX206" fmla="*/ 2006534 w 2912392"/>
                <a:gd name="connsiteY206" fmla="*/ 7934 h 406122"/>
                <a:gd name="connsiteX207" fmla="*/ 2016278 w 2912392"/>
                <a:gd name="connsiteY207" fmla="*/ 6392 h 406122"/>
                <a:gd name="connsiteX208" fmla="*/ 2026022 w 2912392"/>
                <a:gd name="connsiteY208" fmla="*/ 5002 h 406122"/>
                <a:gd name="connsiteX209" fmla="*/ 2035751 w 2912392"/>
                <a:gd name="connsiteY209" fmla="*/ 3771 h 406122"/>
                <a:gd name="connsiteX210" fmla="*/ 2045495 w 2912392"/>
                <a:gd name="connsiteY210" fmla="*/ 2704 h 406122"/>
                <a:gd name="connsiteX211" fmla="*/ 2055239 w 2912392"/>
                <a:gd name="connsiteY211" fmla="*/ 1807 h 406122"/>
                <a:gd name="connsiteX212" fmla="*/ 2064983 w 2912392"/>
                <a:gd name="connsiteY212" fmla="*/ 1083 h 406122"/>
                <a:gd name="connsiteX213" fmla="*/ 2074712 w 2912392"/>
                <a:gd name="connsiteY213" fmla="*/ 538 h 406122"/>
                <a:gd name="connsiteX214" fmla="*/ 2084456 w 2912392"/>
                <a:gd name="connsiteY214" fmla="*/ 176 h 406122"/>
                <a:gd name="connsiteX215" fmla="*/ 2094200 w 2912392"/>
                <a:gd name="connsiteY215" fmla="*/ 0 h 406122"/>
                <a:gd name="connsiteX216" fmla="*/ 2103944 w 2912392"/>
                <a:gd name="connsiteY216" fmla="*/ 16 h 406122"/>
                <a:gd name="connsiteX217" fmla="*/ 2113673 w 2912392"/>
                <a:gd name="connsiteY217" fmla="*/ 227 h 406122"/>
                <a:gd name="connsiteX218" fmla="*/ 2123417 w 2912392"/>
                <a:gd name="connsiteY218" fmla="*/ 633 h 406122"/>
                <a:gd name="connsiteX219" fmla="*/ 2133161 w 2912392"/>
                <a:gd name="connsiteY219" fmla="*/ 1241 h 406122"/>
                <a:gd name="connsiteX220" fmla="*/ 2142905 w 2912392"/>
                <a:gd name="connsiteY220" fmla="*/ 2050 h 406122"/>
                <a:gd name="connsiteX221" fmla="*/ 2152649 w 2912392"/>
                <a:gd name="connsiteY221" fmla="*/ 3065 h 406122"/>
                <a:gd name="connsiteX222" fmla="*/ 2162377 w 2912392"/>
                <a:gd name="connsiteY222" fmla="*/ 4286 h 406122"/>
                <a:gd name="connsiteX223" fmla="*/ 2172121 w 2912392"/>
                <a:gd name="connsiteY223" fmla="*/ 5715 h 406122"/>
                <a:gd name="connsiteX224" fmla="*/ 2181865 w 2912392"/>
                <a:gd name="connsiteY224" fmla="*/ 7353 h 406122"/>
                <a:gd name="connsiteX225" fmla="*/ 2191609 w 2912392"/>
                <a:gd name="connsiteY225" fmla="*/ 9199 h 406122"/>
                <a:gd name="connsiteX226" fmla="*/ 2201338 w 2912392"/>
                <a:gd name="connsiteY226" fmla="*/ 11256 h 406122"/>
                <a:gd name="connsiteX227" fmla="*/ 2211082 w 2912392"/>
                <a:gd name="connsiteY227" fmla="*/ 13522 h 406122"/>
                <a:gd name="connsiteX228" fmla="*/ 2220826 w 2912392"/>
                <a:gd name="connsiteY228" fmla="*/ 15999 h 406122"/>
                <a:gd name="connsiteX229" fmla="*/ 2230570 w 2912392"/>
                <a:gd name="connsiteY229" fmla="*/ 18683 h 406122"/>
                <a:gd name="connsiteX230" fmla="*/ 2240299 w 2912392"/>
                <a:gd name="connsiteY230" fmla="*/ 21575 h 406122"/>
                <a:gd name="connsiteX231" fmla="*/ 2250043 w 2912392"/>
                <a:gd name="connsiteY231" fmla="*/ 24674 h 406122"/>
                <a:gd name="connsiteX232" fmla="*/ 2259787 w 2912392"/>
                <a:gd name="connsiteY232" fmla="*/ 27977 h 406122"/>
                <a:gd name="connsiteX233" fmla="*/ 2269531 w 2912392"/>
                <a:gd name="connsiteY233" fmla="*/ 31482 h 406122"/>
                <a:gd name="connsiteX234" fmla="*/ 2279260 w 2912392"/>
                <a:gd name="connsiteY234" fmla="*/ 35185 h 406122"/>
                <a:gd name="connsiteX235" fmla="*/ 2289004 w 2912392"/>
                <a:gd name="connsiteY235" fmla="*/ 39086 h 406122"/>
                <a:gd name="connsiteX236" fmla="*/ 2298748 w 2912392"/>
                <a:gd name="connsiteY236" fmla="*/ 43179 h 406122"/>
                <a:gd name="connsiteX237" fmla="*/ 2308492 w 2912392"/>
                <a:gd name="connsiteY237" fmla="*/ 47462 h 406122"/>
                <a:gd name="connsiteX238" fmla="*/ 2318236 w 2912392"/>
                <a:gd name="connsiteY238" fmla="*/ 51930 h 406122"/>
                <a:gd name="connsiteX239" fmla="*/ 2327965 w 2912392"/>
                <a:gd name="connsiteY239" fmla="*/ 56580 h 406122"/>
                <a:gd name="connsiteX240" fmla="*/ 2337709 w 2912392"/>
                <a:gd name="connsiteY240" fmla="*/ 61405 h 406122"/>
                <a:gd name="connsiteX241" fmla="*/ 2347453 w 2912392"/>
                <a:gd name="connsiteY241" fmla="*/ 66402 h 406122"/>
                <a:gd name="connsiteX242" fmla="*/ 2357197 w 2912392"/>
                <a:gd name="connsiteY242" fmla="*/ 71564 h 406122"/>
                <a:gd name="connsiteX243" fmla="*/ 2366926 w 2912392"/>
                <a:gd name="connsiteY243" fmla="*/ 76886 h 406122"/>
                <a:gd name="connsiteX244" fmla="*/ 2376670 w 2912392"/>
                <a:gd name="connsiteY244" fmla="*/ 82362 h 406122"/>
                <a:gd name="connsiteX245" fmla="*/ 2386413 w 2912392"/>
                <a:gd name="connsiteY245" fmla="*/ 87986 h 406122"/>
                <a:gd name="connsiteX246" fmla="*/ 2396157 w 2912392"/>
                <a:gd name="connsiteY246" fmla="*/ 93749 h 406122"/>
                <a:gd name="connsiteX247" fmla="*/ 2405886 w 2912392"/>
                <a:gd name="connsiteY247" fmla="*/ 99647 h 406122"/>
                <a:gd name="connsiteX248" fmla="*/ 2415630 w 2912392"/>
                <a:gd name="connsiteY248" fmla="*/ 105671 h 406122"/>
                <a:gd name="connsiteX249" fmla="*/ 2425374 w 2912392"/>
                <a:gd name="connsiteY249" fmla="*/ 111814 h 406122"/>
                <a:gd name="connsiteX250" fmla="*/ 2435118 w 2912392"/>
                <a:gd name="connsiteY250" fmla="*/ 118067 h 406122"/>
                <a:gd name="connsiteX251" fmla="*/ 2444862 w 2912392"/>
                <a:gd name="connsiteY251" fmla="*/ 124423 h 406122"/>
                <a:gd name="connsiteX252" fmla="*/ 2454591 w 2912392"/>
                <a:gd name="connsiteY252" fmla="*/ 130874 h 406122"/>
                <a:gd name="connsiteX253" fmla="*/ 2464335 w 2912392"/>
                <a:gd name="connsiteY253" fmla="*/ 137410 h 406122"/>
                <a:gd name="connsiteX254" fmla="*/ 2474079 w 2912392"/>
                <a:gd name="connsiteY254" fmla="*/ 144024 h 406122"/>
                <a:gd name="connsiteX255" fmla="*/ 2483823 w 2912392"/>
                <a:gd name="connsiteY255" fmla="*/ 150705 h 406122"/>
                <a:gd name="connsiteX256" fmla="*/ 2493552 w 2912392"/>
                <a:gd name="connsiteY256" fmla="*/ 157445 h 406122"/>
                <a:gd name="connsiteX257" fmla="*/ 2503296 w 2912392"/>
                <a:gd name="connsiteY257" fmla="*/ 164234 h 406122"/>
                <a:gd name="connsiteX258" fmla="*/ 2513040 w 2912392"/>
                <a:gd name="connsiteY258" fmla="*/ 171063 h 406122"/>
                <a:gd name="connsiteX259" fmla="*/ 2522784 w 2912392"/>
                <a:gd name="connsiteY259" fmla="*/ 177921 h 406122"/>
                <a:gd name="connsiteX260" fmla="*/ 2532513 w 2912392"/>
                <a:gd name="connsiteY260" fmla="*/ 184800 h 406122"/>
                <a:gd name="connsiteX261" fmla="*/ 2542257 w 2912392"/>
                <a:gd name="connsiteY261" fmla="*/ 191689 h 406122"/>
                <a:gd name="connsiteX262" fmla="*/ 2552001 w 2912392"/>
                <a:gd name="connsiteY262" fmla="*/ 198577 h 406122"/>
                <a:gd name="connsiteX263" fmla="*/ 2561745 w 2912392"/>
                <a:gd name="connsiteY263" fmla="*/ 205455 h 406122"/>
                <a:gd name="connsiteX264" fmla="*/ 2571474 w 2912392"/>
                <a:gd name="connsiteY264" fmla="*/ 212313 h 406122"/>
                <a:gd name="connsiteX265" fmla="*/ 2581218 w 2912392"/>
                <a:gd name="connsiteY265" fmla="*/ 219142 h 406122"/>
                <a:gd name="connsiteX266" fmla="*/ 2590962 w 2912392"/>
                <a:gd name="connsiteY266" fmla="*/ 225928 h 406122"/>
                <a:gd name="connsiteX267" fmla="*/ 2600705 w 2912392"/>
                <a:gd name="connsiteY267" fmla="*/ 232664 h 406122"/>
                <a:gd name="connsiteX268" fmla="*/ 2610449 w 2912392"/>
                <a:gd name="connsiteY268" fmla="*/ 239337 h 406122"/>
                <a:gd name="connsiteX269" fmla="*/ 2620178 w 2912392"/>
                <a:gd name="connsiteY269" fmla="*/ 245941 h 406122"/>
                <a:gd name="connsiteX270" fmla="*/ 2629922 w 2912392"/>
                <a:gd name="connsiteY270" fmla="*/ 252460 h 406122"/>
                <a:gd name="connsiteX271" fmla="*/ 2639666 w 2912392"/>
                <a:gd name="connsiteY271" fmla="*/ 258889 h 406122"/>
                <a:gd name="connsiteX272" fmla="*/ 2649410 w 2912392"/>
                <a:gd name="connsiteY272" fmla="*/ 265217 h 406122"/>
                <a:gd name="connsiteX273" fmla="*/ 2659139 w 2912392"/>
                <a:gd name="connsiteY273" fmla="*/ 271431 h 406122"/>
                <a:gd name="connsiteX274" fmla="*/ 2668883 w 2912392"/>
                <a:gd name="connsiteY274" fmla="*/ 277525 h 406122"/>
                <a:gd name="connsiteX275" fmla="*/ 2678627 w 2912392"/>
                <a:gd name="connsiteY275" fmla="*/ 283486 h 406122"/>
                <a:gd name="connsiteX276" fmla="*/ 2688371 w 2912392"/>
                <a:gd name="connsiteY276" fmla="*/ 289307 h 406122"/>
                <a:gd name="connsiteX277" fmla="*/ 2698100 w 2912392"/>
                <a:gd name="connsiteY277" fmla="*/ 294979 h 406122"/>
                <a:gd name="connsiteX278" fmla="*/ 2707844 w 2912392"/>
                <a:gd name="connsiteY278" fmla="*/ 300490 h 406122"/>
                <a:gd name="connsiteX279" fmla="*/ 2717588 w 2912392"/>
                <a:gd name="connsiteY279" fmla="*/ 305834 h 406122"/>
                <a:gd name="connsiteX280" fmla="*/ 2727332 w 2912392"/>
                <a:gd name="connsiteY280" fmla="*/ 311001 h 406122"/>
                <a:gd name="connsiteX281" fmla="*/ 2737076 w 2912392"/>
                <a:gd name="connsiteY281" fmla="*/ 315985 h 406122"/>
                <a:gd name="connsiteX282" fmla="*/ 2746805 w 2912392"/>
                <a:gd name="connsiteY282" fmla="*/ 320774 h 406122"/>
                <a:gd name="connsiteX283" fmla="*/ 2756549 w 2912392"/>
                <a:gd name="connsiteY283" fmla="*/ 325363 h 406122"/>
                <a:gd name="connsiteX284" fmla="*/ 2766293 w 2912392"/>
                <a:gd name="connsiteY284" fmla="*/ 329743 h 406122"/>
                <a:gd name="connsiteX285" fmla="*/ 2776037 w 2912392"/>
                <a:gd name="connsiteY285" fmla="*/ 333907 h 406122"/>
                <a:gd name="connsiteX286" fmla="*/ 2785766 w 2912392"/>
                <a:gd name="connsiteY286" fmla="*/ 337849 h 406122"/>
                <a:gd name="connsiteX287" fmla="*/ 2795510 w 2912392"/>
                <a:gd name="connsiteY287" fmla="*/ 341564 h 406122"/>
                <a:gd name="connsiteX288" fmla="*/ 2805254 w 2912392"/>
                <a:gd name="connsiteY288" fmla="*/ 345043 h 406122"/>
                <a:gd name="connsiteX289" fmla="*/ 2814998 w 2912392"/>
                <a:gd name="connsiteY289" fmla="*/ 348280 h 406122"/>
                <a:gd name="connsiteX290" fmla="*/ 2824727 w 2912392"/>
                <a:gd name="connsiteY290" fmla="*/ 351272 h 406122"/>
                <a:gd name="connsiteX291" fmla="*/ 2834471 w 2912392"/>
                <a:gd name="connsiteY291" fmla="*/ 354013 h 406122"/>
                <a:gd name="connsiteX292" fmla="*/ 2844215 w 2912392"/>
                <a:gd name="connsiteY292" fmla="*/ 356498 h 406122"/>
                <a:gd name="connsiteX293" fmla="*/ 2853958 w 2912392"/>
                <a:gd name="connsiteY293" fmla="*/ 358723 h 406122"/>
                <a:gd name="connsiteX294" fmla="*/ 2863687 w 2912392"/>
                <a:gd name="connsiteY294" fmla="*/ 360685 h 406122"/>
                <a:gd name="connsiteX295" fmla="*/ 2873431 w 2912392"/>
                <a:gd name="connsiteY295" fmla="*/ 362381 h 406122"/>
                <a:gd name="connsiteX296" fmla="*/ 2883175 w 2912392"/>
                <a:gd name="connsiteY296" fmla="*/ 363806 h 406122"/>
                <a:gd name="connsiteX297" fmla="*/ 2892919 w 2912392"/>
                <a:gd name="connsiteY297" fmla="*/ 364959 h 406122"/>
                <a:gd name="connsiteX298" fmla="*/ 2902663 w 2912392"/>
                <a:gd name="connsiteY298" fmla="*/ 365840 h 406122"/>
                <a:gd name="connsiteX299" fmla="*/ 2912392 w 2912392"/>
                <a:gd name="connsiteY299" fmla="*/ 366445 h 406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06122">
                  <a:moveTo>
                    <a:pt x="0" y="406122"/>
                  </a:moveTo>
                  <a:lnTo>
                    <a:pt x="9739" y="403132"/>
                  </a:lnTo>
                  <a:lnTo>
                    <a:pt x="19480" y="400169"/>
                  </a:lnTo>
                  <a:lnTo>
                    <a:pt x="29221" y="397232"/>
                  </a:lnTo>
                  <a:lnTo>
                    <a:pt x="38961" y="394321"/>
                  </a:lnTo>
                  <a:lnTo>
                    <a:pt x="48702" y="391431"/>
                  </a:lnTo>
                  <a:lnTo>
                    <a:pt x="58443" y="388563"/>
                  </a:lnTo>
                  <a:lnTo>
                    <a:pt x="68182" y="385712"/>
                  </a:lnTo>
                  <a:lnTo>
                    <a:pt x="77923" y="382880"/>
                  </a:lnTo>
                  <a:lnTo>
                    <a:pt x="87664" y="380063"/>
                  </a:lnTo>
                  <a:lnTo>
                    <a:pt x="97404" y="377259"/>
                  </a:lnTo>
                  <a:lnTo>
                    <a:pt x="107145" y="374465"/>
                  </a:lnTo>
                  <a:lnTo>
                    <a:pt x="116886" y="371682"/>
                  </a:lnTo>
                  <a:lnTo>
                    <a:pt x="126625" y="368906"/>
                  </a:lnTo>
                  <a:lnTo>
                    <a:pt x="136366" y="366137"/>
                  </a:lnTo>
                  <a:lnTo>
                    <a:pt x="146107" y="363370"/>
                  </a:lnTo>
                  <a:lnTo>
                    <a:pt x="155846" y="360605"/>
                  </a:lnTo>
                  <a:lnTo>
                    <a:pt x="165587" y="357839"/>
                  </a:lnTo>
                  <a:lnTo>
                    <a:pt x="175328" y="355074"/>
                  </a:lnTo>
                  <a:lnTo>
                    <a:pt x="185068" y="352303"/>
                  </a:lnTo>
                  <a:lnTo>
                    <a:pt x="194809" y="349529"/>
                  </a:lnTo>
                  <a:lnTo>
                    <a:pt x="204550" y="346747"/>
                  </a:lnTo>
                  <a:lnTo>
                    <a:pt x="214289" y="343958"/>
                  </a:lnTo>
                  <a:lnTo>
                    <a:pt x="224030" y="341160"/>
                  </a:lnTo>
                  <a:lnTo>
                    <a:pt x="233771" y="338350"/>
                  </a:lnTo>
                  <a:lnTo>
                    <a:pt x="243510" y="335528"/>
                  </a:lnTo>
                  <a:lnTo>
                    <a:pt x="253251" y="332693"/>
                  </a:lnTo>
                  <a:lnTo>
                    <a:pt x="262992" y="329844"/>
                  </a:lnTo>
                  <a:lnTo>
                    <a:pt x="272732" y="326979"/>
                  </a:lnTo>
                  <a:lnTo>
                    <a:pt x="282473" y="324098"/>
                  </a:lnTo>
                  <a:lnTo>
                    <a:pt x="292214" y="321198"/>
                  </a:lnTo>
                  <a:lnTo>
                    <a:pt x="301953" y="318283"/>
                  </a:lnTo>
                  <a:lnTo>
                    <a:pt x="311694" y="315347"/>
                  </a:lnTo>
                  <a:lnTo>
                    <a:pt x="321435" y="312393"/>
                  </a:lnTo>
                  <a:lnTo>
                    <a:pt x="331175" y="309418"/>
                  </a:lnTo>
                  <a:lnTo>
                    <a:pt x="340916" y="306423"/>
                  </a:lnTo>
                  <a:lnTo>
                    <a:pt x="350656" y="303407"/>
                  </a:lnTo>
                  <a:lnTo>
                    <a:pt x="360396" y="300371"/>
                  </a:lnTo>
                  <a:lnTo>
                    <a:pt x="370137" y="297314"/>
                  </a:lnTo>
                  <a:lnTo>
                    <a:pt x="379878" y="294234"/>
                  </a:lnTo>
                  <a:lnTo>
                    <a:pt x="389617" y="291134"/>
                  </a:lnTo>
                  <a:lnTo>
                    <a:pt x="399358" y="288012"/>
                  </a:lnTo>
                  <a:lnTo>
                    <a:pt x="409099" y="284869"/>
                  </a:lnTo>
                  <a:lnTo>
                    <a:pt x="418839" y="281704"/>
                  </a:lnTo>
                  <a:lnTo>
                    <a:pt x="428580" y="278519"/>
                  </a:lnTo>
                  <a:lnTo>
                    <a:pt x="438321" y="275314"/>
                  </a:lnTo>
                  <a:lnTo>
                    <a:pt x="448060" y="272088"/>
                  </a:lnTo>
                  <a:lnTo>
                    <a:pt x="457801" y="268842"/>
                  </a:lnTo>
                  <a:lnTo>
                    <a:pt x="467542" y="265577"/>
                  </a:lnTo>
                  <a:lnTo>
                    <a:pt x="477281" y="262294"/>
                  </a:lnTo>
                  <a:lnTo>
                    <a:pt x="487022" y="258993"/>
                  </a:lnTo>
                  <a:lnTo>
                    <a:pt x="496763" y="255675"/>
                  </a:lnTo>
                  <a:lnTo>
                    <a:pt x="506503" y="252341"/>
                  </a:lnTo>
                  <a:lnTo>
                    <a:pt x="516244" y="248990"/>
                  </a:lnTo>
                  <a:lnTo>
                    <a:pt x="525985" y="245628"/>
                  </a:lnTo>
                  <a:lnTo>
                    <a:pt x="535724" y="242250"/>
                  </a:lnTo>
                  <a:lnTo>
                    <a:pt x="545465" y="238860"/>
                  </a:lnTo>
                  <a:lnTo>
                    <a:pt x="555206" y="235461"/>
                  </a:lnTo>
                  <a:lnTo>
                    <a:pt x="564946" y="232052"/>
                  </a:lnTo>
                  <a:lnTo>
                    <a:pt x="574687" y="228634"/>
                  </a:lnTo>
                  <a:lnTo>
                    <a:pt x="584428" y="225210"/>
                  </a:lnTo>
                  <a:lnTo>
                    <a:pt x="594167" y="221782"/>
                  </a:lnTo>
                  <a:lnTo>
                    <a:pt x="603908" y="218351"/>
                  </a:lnTo>
                  <a:lnTo>
                    <a:pt x="613649" y="214916"/>
                  </a:lnTo>
                  <a:lnTo>
                    <a:pt x="623388" y="211484"/>
                  </a:lnTo>
                  <a:lnTo>
                    <a:pt x="633129" y="208052"/>
                  </a:lnTo>
                  <a:lnTo>
                    <a:pt x="642870" y="204627"/>
                  </a:lnTo>
                  <a:lnTo>
                    <a:pt x="652610" y="201206"/>
                  </a:lnTo>
                  <a:lnTo>
                    <a:pt x="662351" y="197796"/>
                  </a:lnTo>
                  <a:lnTo>
                    <a:pt x="672092" y="194396"/>
                  </a:lnTo>
                  <a:lnTo>
                    <a:pt x="681831" y="191011"/>
                  </a:lnTo>
                  <a:lnTo>
                    <a:pt x="691572" y="187641"/>
                  </a:lnTo>
                  <a:lnTo>
                    <a:pt x="701313" y="184290"/>
                  </a:lnTo>
                  <a:lnTo>
                    <a:pt x="711052" y="180960"/>
                  </a:lnTo>
                  <a:lnTo>
                    <a:pt x="720793" y="177655"/>
                  </a:lnTo>
                  <a:lnTo>
                    <a:pt x="730534" y="174378"/>
                  </a:lnTo>
                  <a:lnTo>
                    <a:pt x="740274" y="171130"/>
                  </a:lnTo>
                  <a:lnTo>
                    <a:pt x="750015" y="167915"/>
                  </a:lnTo>
                  <a:lnTo>
                    <a:pt x="759756" y="164737"/>
                  </a:lnTo>
                  <a:lnTo>
                    <a:pt x="769495" y="161599"/>
                  </a:lnTo>
                  <a:lnTo>
                    <a:pt x="779236" y="158503"/>
                  </a:lnTo>
                  <a:lnTo>
                    <a:pt x="788977" y="155453"/>
                  </a:lnTo>
                  <a:lnTo>
                    <a:pt x="798717" y="152452"/>
                  </a:lnTo>
                  <a:lnTo>
                    <a:pt x="808458" y="149504"/>
                  </a:lnTo>
                  <a:lnTo>
                    <a:pt x="818199" y="146612"/>
                  </a:lnTo>
                  <a:lnTo>
                    <a:pt x="827938" y="143780"/>
                  </a:lnTo>
                  <a:lnTo>
                    <a:pt x="837679" y="141010"/>
                  </a:lnTo>
                  <a:lnTo>
                    <a:pt x="847420" y="138307"/>
                  </a:lnTo>
                  <a:lnTo>
                    <a:pt x="857159" y="135673"/>
                  </a:lnTo>
                  <a:lnTo>
                    <a:pt x="866900" y="133113"/>
                  </a:lnTo>
                  <a:lnTo>
                    <a:pt x="876641" y="130628"/>
                  </a:lnTo>
                  <a:lnTo>
                    <a:pt x="886381" y="128222"/>
                  </a:lnTo>
                  <a:lnTo>
                    <a:pt x="896122" y="125899"/>
                  </a:lnTo>
                  <a:lnTo>
                    <a:pt x="905863" y="123662"/>
                  </a:lnTo>
                  <a:lnTo>
                    <a:pt x="915602" y="121513"/>
                  </a:lnTo>
                  <a:lnTo>
                    <a:pt x="925343" y="119454"/>
                  </a:lnTo>
                  <a:lnTo>
                    <a:pt x="935084" y="117490"/>
                  </a:lnTo>
                  <a:lnTo>
                    <a:pt x="944824" y="115622"/>
                  </a:lnTo>
                  <a:lnTo>
                    <a:pt x="954564" y="113852"/>
                  </a:lnTo>
                  <a:lnTo>
                    <a:pt x="964305" y="112183"/>
                  </a:lnTo>
                  <a:lnTo>
                    <a:pt x="974045" y="110616"/>
                  </a:lnTo>
                  <a:lnTo>
                    <a:pt x="983786" y="109154"/>
                  </a:lnTo>
                  <a:lnTo>
                    <a:pt x="993522" y="107799"/>
                  </a:lnTo>
                  <a:lnTo>
                    <a:pt x="1003266" y="106549"/>
                  </a:lnTo>
                  <a:lnTo>
                    <a:pt x="1013010" y="105407"/>
                  </a:lnTo>
                  <a:lnTo>
                    <a:pt x="1022754" y="104375"/>
                  </a:lnTo>
                  <a:lnTo>
                    <a:pt x="1032483" y="103451"/>
                  </a:lnTo>
                  <a:lnTo>
                    <a:pt x="1042227" y="102636"/>
                  </a:lnTo>
                  <a:lnTo>
                    <a:pt x="1051971" y="101930"/>
                  </a:lnTo>
                  <a:lnTo>
                    <a:pt x="1061715" y="101334"/>
                  </a:lnTo>
                  <a:lnTo>
                    <a:pt x="1071444" y="100845"/>
                  </a:lnTo>
                  <a:lnTo>
                    <a:pt x="1081188" y="100462"/>
                  </a:lnTo>
                  <a:lnTo>
                    <a:pt x="1090932" y="100185"/>
                  </a:lnTo>
                  <a:lnTo>
                    <a:pt x="1100676" y="100012"/>
                  </a:lnTo>
                  <a:lnTo>
                    <a:pt x="1110405" y="99941"/>
                  </a:lnTo>
                  <a:lnTo>
                    <a:pt x="1120149" y="99968"/>
                  </a:lnTo>
                  <a:lnTo>
                    <a:pt x="1129893" y="100091"/>
                  </a:lnTo>
                  <a:lnTo>
                    <a:pt x="1139637" y="100307"/>
                  </a:lnTo>
                  <a:lnTo>
                    <a:pt x="1149381" y="100614"/>
                  </a:lnTo>
                  <a:lnTo>
                    <a:pt x="1159110" y="101006"/>
                  </a:lnTo>
                  <a:lnTo>
                    <a:pt x="1168854" y="101481"/>
                  </a:lnTo>
                  <a:lnTo>
                    <a:pt x="1178598" y="102034"/>
                  </a:lnTo>
                  <a:lnTo>
                    <a:pt x="1188341" y="102660"/>
                  </a:lnTo>
                  <a:lnTo>
                    <a:pt x="1198070" y="103354"/>
                  </a:lnTo>
                  <a:lnTo>
                    <a:pt x="1207814" y="104111"/>
                  </a:lnTo>
                  <a:lnTo>
                    <a:pt x="1217558" y="104926"/>
                  </a:lnTo>
                  <a:lnTo>
                    <a:pt x="1227302" y="105793"/>
                  </a:lnTo>
                  <a:lnTo>
                    <a:pt x="1237031" y="106707"/>
                  </a:lnTo>
                  <a:lnTo>
                    <a:pt x="1246775" y="107660"/>
                  </a:lnTo>
                  <a:lnTo>
                    <a:pt x="1256519" y="108646"/>
                  </a:lnTo>
                  <a:lnTo>
                    <a:pt x="1266263" y="109662"/>
                  </a:lnTo>
                  <a:lnTo>
                    <a:pt x="1276007" y="110698"/>
                  </a:lnTo>
                  <a:lnTo>
                    <a:pt x="1285736" y="111748"/>
                  </a:lnTo>
                  <a:lnTo>
                    <a:pt x="1295480" y="112806"/>
                  </a:lnTo>
                  <a:lnTo>
                    <a:pt x="1305224" y="113864"/>
                  </a:lnTo>
                  <a:lnTo>
                    <a:pt x="1314968" y="114917"/>
                  </a:lnTo>
                  <a:lnTo>
                    <a:pt x="1324697" y="115956"/>
                  </a:lnTo>
                  <a:lnTo>
                    <a:pt x="1334441" y="116976"/>
                  </a:lnTo>
                  <a:lnTo>
                    <a:pt x="1344185" y="117969"/>
                  </a:lnTo>
                  <a:lnTo>
                    <a:pt x="1353929" y="118928"/>
                  </a:lnTo>
                  <a:lnTo>
                    <a:pt x="1363658" y="119847"/>
                  </a:lnTo>
                  <a:lnTo>
                    <a:pt x="1373402" y="120719"/>
                  </a:lnTo>
                  <a:lnTo>
                    <a:pt x="1383146" y="121538"/>
                  </a:lnTo>
                  <a:lnTo>
                    <a:pt x="1392890" y="122298"/>
                  </a:lnTo>
                  <a:lnTo>
                    <a:pt x="1402619" y="122993"/>
                  </a:lnTo>
                  <a:lnTo>
                    <a:pt x="1412363" y="123615"/>
                  </a:lnTo>
                  <a:lnTo>
                    <a:pt x="1422106" y="124159"/>
                  </a:lnTo>
                  <a:lnTo>
                    <a:pt x="1431850" y="124623"/>
                  </a:lnTo>
                  <a:lnTo>
                    <a:pt x="1441594" y="124996"/>
                  </a:lnTo>
                  <a:lnTo>
                    <a:pt x="1451323" y="125278"/>
                  </a:lnTo>
                  <a:lnTo>
                    <a:pt x="1461067" y="125461"/>
                  </a:lnTo>
                  <a:lnTo>
                    <a:pt x="1470811" y="125545"/>
                  </a:lnTo>
                  <a:lnTo>
                    <a:pt x="1480555" y="125521"/>
                  </a:lnTo>
                  <a:lnTo>
                    <a:pt x="1490284" y="125390"/>
                  </a:lnTo>
                  <a:lnTo>
                    <a:pt x="1500028" y="125146"/>
                  </a:lnTo>
                  <a:lnTo>
                    <a:pt x="1509772" y="124786"/>
                  </a:lnTo>
                  <a:lnTo>
                    <a:pt x="1519516" y="124310"/>
                  </a:lnTo>
                  <a:lnTo>
                    <a:pt x="1529245" y="123712"/>
                  </a:lnTo>
                  <a:lnTo>
                    <a:pt x="1538989" y="122996"/>
                  </a:lnTo>
                  <a:lnTo>
                    <a:pt x="1548733" y="122157"/>
                  </a:lnTo>
                  <a:lnTo>
                    <a:pt x="1558477" y="121194"/>
                  </a:lnTo>
                  <a:lnTo>
                    <a:pt x="1568221" y="120108"/>
                  </a:lnTo>
                  <a:lnTo>
                    <a:pt x="1577950" y="118900"/>
                  </a:lnTo>
                  <a:lnTo>
                    <a:pt x="1587694" y="117569"/>
                  </a:lnTo>
                  <a:lnTo>
                    <a:pt x="1597438" y="116117"/>
                  </a:lnTo>
                  <a:lnTo>
                    <a:pt x="1607182" y="114543"/>
                  </a:lnTo>
                  <a:lnTo>
                    <a:pt x="1616911" y="112852"/>
                  </a:lnTo>
                  <a:lnTo>
                    <a:pt x="1626655" y="111047"/>
                  </a:lnTo>
                  <a:lnTo>
                    <a:pt x="1636399" y="109126"/>
                  </a:lnTo>
                  <a:lnTo>
                    <a:pt x="1646142" y="107095"/>
                  </a:lnTo>
                  <a:lnTo>
                    <a:pt x="1655872" y="104957"/>
                  </a:lnTo>
                  <a:lnTo>
                    <a:pt x="1665616" y="102717"/>
                  </a:lnTo>
                  <a:lnTo>
                    <a:pt x="1675359" y="100377"/>
                  </a:lnTo>
                  <a:lnTo>
                    <a:pt x="1685103" y="97943"/>
                  </a:lnTo>
                  <a:lnTo>
                    <a:pt x="1694832" y="95419"/>
                  </a:lnTo>
                  <a:lnTo>
                    <a:pt x="1704576" y="92812"/>
                  </a:lnTo>
                  <a:lnTo>
                    <a:pt x="1714320" y="90124"/>
                  </a:lnTo>
                  <a:lnTo>
                    <a:pt x="1724064" y="87365"/>
                  </a:lnTo>
                  <a:lnTo>
                    <a:pt x="1733808" y="84538"/>
                  </a:lnTo>
                  <a:lnTo>
                    <a:pt x="1743537" y="81651"/>
                  </a:lnTo>
                  <a:lnTo>
                    <a:pt x="1753281" y="78710"/>
                  </a:lnTo>
                  <a:lnTo>
                    <a:pt x="1763025" y="75723"/>
                  </a:lnTo>
                  <a:lnTo>
                    <a:pt x="1772769" y="72694"/>
                  </a:lnTo>
                  <a:lnTo>
                    <a:pt x="1782498" y="69633"/>
                  </a:lnTo>
                  <a:lnTo>
                    <a:pt x="1792242" y="66546"/>
                  </a:lnTo>
                  <a:lnTo>
                    <a:pt x="1801986" y="63441"/>
                  </a:lnTo>
                  <a:lnTo>
                    <a:pt x="1811730" y="60328"/>
                  </a:lnTo>
                  <a:lnTo>
                    <a:pt x="1821459" y="57209"/>
                  </a:lnTo>
                  <a:lnTo>
                    <a:pt x="1831203" y="54097"/>
                  </a:lnTo>
                  <a:lnTo>
                    <a:pt x="1840947" y="50998"/>
                  </a:lnTo>
                  <a:lnTo>
                    <a:pt x="1850691" y="47920"/>
                  </a:lnTo>
                  <a:lnTo>
                    <a:pt x="1860435" y="44870"/>
                  </a:lnTo>
                  <a:lnTo>
                    <a:pt x="1870164" y="41857"/>
                  </a:lnTo>
                  <a:lnTo>
                    <a:pt x="1879908" y="38891"/>
                  </a:lnTo>
                  <a:lnTo>
                    <a:pt x="1889652" y="35977"/>
                  </a:lnTo>
                  <a:lnTo>
                    <a:pt x="1899395" y="33123"/>
                  </a:lnTo>
                  <a:lnTo>
                    <a:pt x="1909124" y="30339"/>
                  </a:lnTo>
                  <a:lnTo>
                    <a:pt x="1918868" y="27632"/>
                  </a:lnTo>
                  <a:lnTo>
                    <a:pt x="1928612" y="25008"/>
                  </a:lnTo>
                  <a:lnTo>
                    <a:pt x="1938356" y="22477"/>
                  </a:lnTo>
                  <a:lnTo>
                    <a:pt x="1948085" y="20044"/>
                  </a:lnTo>
                  <a:lnTo>
                    <a:pt x="1957829" y="17718"/>
                  </a:lnTo>
                  <a:lnTo>
                    <a:pt x="1967573" y="15505"/>
                  </a:lnTo>
                  <a:lnTo>
                    <a:pt x="1977317" y="13415"/>
                  </a:lnTo>
                  <a:lnTo>
                    <a:pt x="1987046" y="11451"/>
                  </a:lnTo>
                  <a:lnTo>
                    <a:pt x="1996790" y="9622"/>
                  </a:lnTo>
                  <a:lnTo>
                    <a:pt x="2006534" y="7934"/>
                  </a:lnTo>
                  <a:lnTo>
                    <a:pt x="2016278" y="6392"/>
                  </a:lnTo>
                  <a:lnTo>
                    <a:pt x="2026022" y="5002"/>
                  </a:lnTo>
                  <a:lnTo>
                    <a:pt x="2035751" y="3771"/>
                  </a:lnTo>
                  <a:lnTo>
                    <a:pt x="2045495" y="2704"/>
                  </a:lnTo>
                  <a:lnTo>
                    <a:pt x="2055239" y="1807"/>
                  </a:lnTo>
                  <a:lnTo>
                    <a:pt x="2064983" y="1083"/>
                  </a:lnTo>
                  <a:lnTo>
                    <a:pt x="2074712" y="538"/>
                  </a:lnTo>
                  <a:lnTo>
                    <a:pt x="2084456" y="176"/>
                  </a:lnTo>
                  <a:lnTo>
                    <a:pt x="2094200" y="0"/>
                  </a:lnTo>
                  <a:lnTo>
                    <a:pt x="2103944" y="16"/>
                  </a:lnTo>
                  <a:lnTo>
                    <a:pt x="2113673" y="227"/>
                  </a:lnTo>
                  <a:lnTo>
                    <a:pt x="2123417" y="633"/>
                  </a:lnTo>
                  <a:lnTo>
                    <a:pt x="2133161" y="1241"/>
                  </a:lnTo>
                  <a:lnTo>
                    <a:pt x="2142905" y="2050"/>
                  </a:lnTo>
                  <a:lnTo>
                    <a:pt x="2152649" y="3065"/>
                  </a:lnTo>
                  <a:lnTo>
                    <a:pt x="2162377" y="4286"/>
                  </a:lnTo>
                  <a:lnTo>
                    <a:pt x="2172121" y="5715"/>
                  </a:lnTo>
                  <a:lnTo>
                    <a:pt x="2181865" y="7353"/>
                  </a:lnTo>
                  <a:lnTo>
                    <a:pt x="2191609" y="9199"/>
                  </a:lnTo>
                  <a:lnTo>
                    <a:pt x="2201338" y="11256"/>
                  </a:lnTo>
                  <a:lnTo>
                    <a:pt x="2211082" y="13522"/>
                  </a:lnTo>
                  <a:lnTo>
                    <a:pt x="2220826" y="15999"/>
                  </a:lnTo>
                  <a:lnTo>
                    <a:pt x="2230570" y="18683"/>
                  </a:lnTo>
                  <a:lnTo>
                    <a:pt x="2240299" y="21575"/>
                  </a:lnTo>
                  <a:lnTo>
                    <a:pt x="2250043" y="24674"/>
                  </a:lnTo>
                  <a:lnTo>
                    <a:pt x="2259787" y="27977"/>
                  </a:lnTo>
                  <a:lnTo>
                    <a:pt x="2269531" y="31482"/>
                  </a:lnTo>
                  <a:lnTo>
                    <a:pt x="2279260" y="35185"/>
                  </a:lnTo>
                  <a:lnTo>
                    <a:pt x="2289004" y="39086"/>
                  </a:lnTo>
                  <a:lnTo>
                    <a:pt x="2298748" y="43179"/>
                  </a:lnTo>
                  <a:lnTo>
                    <a:pt x="2308492" y="47462"/>
                  </a:lnTo>
                  <a:lnTo>
                    <a:pt x="2318236" y="51930"/>
                  </a:lnTo>
                  <a:lnTo>
                    <a:pt x="2327965" y="56580"/>
                  </a:lnTo>
                  <a:lnTo>
                    <a:pt x="2337709" y="61405"/>
                  </a:lnTo>
                  <a:lnTo>
                    <a:pt x="2347453" y="66402"/>
                  </a:lnTo>
                  <a:lnTo>
                    <a:pt x="2357197" y="71564"/>
                  </a:lnTo>
                  <a:lnTo>
                    <a:pt x="2366926" y="76886"/>
                  </a:lnTo>
                  <a:lnTo>
                    <a:pt x="2376670" y="82362"/>
                  </a:lnTo>
                  <a:lnTo>
                    <a:pt x="2386413" y="87986"/>
                  </a:lnTo>
                  <a:lnTo>
                    <a:pt x="2396157" y="93749"/>
                  </a:lnTo>
                  <a:lnTo>
                    <a:pt x="2405886" y="99647"/>
                  </a:lnTo>
                  <a:lnTo>
                    <a:pt x="2415630" y="105671"/>
                  </a:lnTo>
                  <a:lnTo>
                    <a:pt x="2425374" y="111814"/>
                  </a:lnTo>
                  <a:lnTo>
                    <a:pt x="2435118" y="118067"/>
                  </a:lnTo>
                  <a:lnTo>
                    <a:pt x="2444862" y="124423"/>
                  </a:lnTo>
                  <a:lnTo>
                    <a:pt x="2454591" y="130874"/>
                  </a:lnTo>
                  <a:lnTo>
                    <a:pt x="2464335" y="137410"/>
                  </a:lnTo>
                  <a:lnTo>
                    <a:pt x="2474079" y="144024"/>
                  </a:lnTo>
                  <a:lnTo>
                    <a:pt x="2483823" y="150705"/>
                  </a:lnTo>
                  <a:lnTo>
                    <a:pt x="2493552" y="157445"/>
                  </a:lnTo>
                  <a:lnTo>
                    <a:pt x="2503296" y="164234"/>
                  </a:lnTo>
                  <a:lnTo>
                    <a:pt x="2513040" y="171063"/>
                  </a:lnTo>
                  <a:lnTo>
                    <a:pt x="2522784" y="177921"/>
                  </a:lnTo>
                  <a:lnTo>
                    <a:pt x="2532513" y="184800"/>
                  </a:lnTo>
                  <a:lnTo>
                    <a:pt x="2542257" y="191689"/>
                  </a:lnTo>
                  <a:lnTo>
                    <a:pt x="2552001" y="198577"/>
                  </a:lnTo>
                  <a:lnTo>
                    <a:pt x="2561745" y="205455"/>
                  </a:lnTo>
                  <a:lnTo>
                    <a:pt x="2571474" y="212313"/>
                  </a:lnTo>
                  <a:lnTo>
                    <a:pt x="2581218" y="219142"/>
                  </a:lnTo>
                  <a:lnTo>
                    <a:pt x="2590962" y="225928"/>
                  </a:lnTo>
                  <a:lnTo>
                    <a:pt x="2600705" y="232664"/>
                  </a:lnTo>
                  <a:lnTo>
                    <a:pt x="2610449" y="239337"/>
                  </a:lnTo>
                  <a:lnTo>
                    <a:pt x="2620178" y="245941"/>
                  </a:lnTo>
                  <a:lnTo>
                    <a:pt x="2629922" y="252460"/>
                  </a:lnTo>
                  <a:lnTo>
                    <a:pt x="2639666" y="258889"/>
                  </a:lnTo>
                  <a:lnTo>
                    <a:pt x="2649410" y="265217"/>
                  </a:lnTo>
                  <a:lnTo>
                    <a:pt x="2659139" y="271431"/>
                  </a:lnTo>
                  <a:lnTo>
                    <a:pt x="2668883" y="277525"/>
                  </a:lnTo>
                  <a:lnTo>
                    <a:pt x="2678627" y="283486"/>
                  </a:lnTo>
                  <a:lnTo>
                    <a:pt x="2688371" y="289307"/>
                  </a:lnTo>
                  <a:lnTo>
                    <a:pt x="2698100" y="294979"/>
                  </a:lnTo>
                  <a:lnTo>
                    <a:pt x="2707844" y="300490"/>
                  </a:lnTo>
                  <a:lnTo>
                    <a:pt x="2717588" y="305834"/>
                  </a:lnTo>
                  <a:lnTo>
                    <a:pt x="2727332" y="311001"/>
                  </a:lnTo>
                  <a:lnTo>
                    <a:pt x="2737076" y="315985"/>
                  </a:lnTo>
                  <a:lnTo>
                    <a:pt x="2746805" y="320774"/>
                  </a:lnTo>
                  <a:lnTo>
                    <a:pt x="2756549" y="325363"/>
                  </a:lnTo>
                  <a:lnTo>
                    <a:pt x="2766293" y="329743"/>
                  </a:lnTo>
                  <a:lnTo>
                    <a:pt x="2776037" y="333907"/>
                  </a:lnTo>
                  <a:lnTo>
                    <a:pt x="2785766" y="337849"/>
                  </a:lnTo>
                  <a:lnTo>
                    <a:pt x="2795510" y="341564"/>
                  </a:lnTo>
                  <a:lnTo>
                    <a:pt x="2805254" y="345043"/>
                  </a:lnTo>
                  <a:lnTo>
                    <a:pt x="2814998" y="348280"/>
                  </a:lnTo>
                  <a:lnTo>
                    <a:pt x="2824727" y="351272"/>
                  </a:lnTo>
                  <a:lnTo>
                    <a:pt x="2834471" y="354013"/>
                  </a:lnTo>
                  <a:lnTo>
                    <a:pt x="2844215" y="356498"/>
                  </a:lnTo>
                  <a:lnTo>
                    <a:pt x="2853958" y="358723"/>
                  </a:lnTo>
                  <a:lnTo>
                    <a:pt x="2863687" y="360685"/>
                  </a:lnTo>
                  <a:lnTo>
                    <a:pt x="2873431" y="362381"/>
                  </a:lnTo>
                  <a:lnTo>
                    <a:pt x="2883175" y="363806"/>
                  </a:lnTo>
                  <a:lnTo>
                    <a:pt x="2892919" y="364959"/>
                  </a:lnTo>
                  <a:lnTo>
                    <a:pt x="2902663" y="365840"/>
                  </a:lnTo>
                  <a:lnTo>
                    <a:pt x="2912392" y="36644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7" name="Freeform 716">
              <a:extLst>
                <a:ext uri="{FF2B5EF4-FFF2-40B4-BE49-F238E27FC236}">
                  <a16:creationId xmlns:a16="http://schemas.microsoft.com/office/drawing/2014/main" id="{2CD2C0B2-1AC7-7722-A631-075BE1C7C2A4}"/>
                </a:ext>
              </a:extLst>
            </p:cNvPr>
            <p:cNvSpPr/>
            <p:nvPr/>
          </p:nvSpPr>
          <p:spPr>
            <a:xfrm>
              <a:off x="576446" y="3042303"/>
              <a:ext cx="2912392" cy="700713"/>
            </a:xfrm>
            <a:custGeom>
              <a:avLst/>
              <a:gdLst>
                <a:gd name="connsiteX0" fmla="*/ 0 w 2912392"/>
                <a:gd name="connsiteY0" fmla="*/ 700006 h 700713"/>
                <a:gd name="connsiteX1" fmla="*/ 9739 w 2912392"/>
                <a:gd name="connsiteY1" fmla="*/ 700513 h 700713"/>
                <a:gd name="connsiteX2" fmla="*/ 19480 w 2912392"/>
                <a:gd name="connsiteY2" fmla="*/ 700714 h 700713"/>
                <a:gd name="connsiteX3" fmla="*/ 29221 w 2912392"/>
                <a:gd name="connsiteY3" fmla="*/ 700613 h 700713"/>
                <a:gd name="connsiteX4" fmla="*/ 38961 w 2912392"/>
                <a:gd name="connsiteY4" fmla="*/ 700210 h 700713"/>
                <a:gd name="connsiteX5" fmla="*/ 48702 w 2912392"/>
                <a:gd name="connsiteY5" fmla="*/ 699512 h 700713"/>
                <a:gd name="connsiteX6" fmla="*/ 58443 w 2912392"/>
                <a:gd name="connsiteY6" fmla="*/ 698518 h 700713"/>
                <a:gd name="connsiteX7" fmla="*/ 68182 w 2912392"/>
                <a:gd name="connsiteY7" fmla="*/ 697234 h 700713"/>
                <a:gd name="connsiteX8" fmla="*/ 77923 w 2912392"/>
                <a:gd name="connsiteY8" fmla="*/ 695665 h 700713"/>
                <a:gd name="connsiteX9" fmla="*/ 87664 w 2912392"/>
                <a:gd name="connsiteY9" fmla="*/ 693817 h 700713"/>
                <a:gd name="connsiteX10" fmla="*/ 97404 w 2912392"/>
                <a:gd name="connsiteY10" fmla="*/ 691694 h 700713"/>
                <a:gd name="connsiteX11" fmla="*/ 107145 w 2912392"/>
                <a:gd name="connsiteY11" fmla="*/ 689303 h 700713"/>
                <a:gd name="connsiteX12" fmla="*/ 116886 w 2912392"/>
                <a:gd name="connsiteY12" fmla="*/ 686651 h 700713"/>
                <a:gd name="connsiteX13" fmla="*/ 126625 w 2912392"/>
                <a:gd name="connsiteY13" fmla="*/ 683743 h 700713"/>
                <a:gd name="connsiteX14" fmla="*/ 136366 w 2912392"/>
                <a:gd name="connsiteY14" fmla="*/ 680590 h 700713"/>
                <a:gd name="connsiteX15" fmla="*/ 146107 w 2912392"/>
                <a:gd name="connsiteY15" fmla="*/ 677196 h 700713"/>
                <a:gd name="connsiteX16" fmla="*/ 155846 w 2912392"/>
                <a:gd name="connsiteY16" fmla="*/ 673573 h 700713"/>
                <a:gd name="connsiteX17" fmla="*/ 165587 w 2912392"/>
                <a:gd name="connsiteY17" fmla="*/ 669726 h 700713"/>
                <a:gd name="connsiteX18" fmla="*/ 175328 w 2912392"/>
                <a:gd name="connsiteY18" fmla="*/ 665666 h 700713"/>
                <a:gd name="connsiteX19" fmla="*/ 185068 w 2912392"/>
                <a:gd name="connsiteY19" fmla="*/ 661402 h 700713"/>
                <a:gd name="connsiteX20" fmla="*/ 194809 w 2912392"/>
                <a:gd name="connsiteY20" fmla="*/ 656941 h 700713"/>
                <a:gd name="connsiteX21" fmla="*/ 204550 w 2912392"/>
                <a:gd name="connsiteY21" fmla="*/ 652295 h 700713"/>
                <a:gd name="connsiteX22" fmla="*/ 214289 w 2912392"/>
                <a:gd name="connsiteY22" fmla="*/ 647474 h 700713"/>
                <a:gd name="connsiteX23" fmla="*/ 224030 w 2912392"/>
                <a:gd name="connsiteY23" fmla="*/ 642487 h 700713"/>
                <a:gd name="connsiteX24" fmla="*/ 233771 w 2912392"/>
                <a:gd name="connsiteY24" fmla="*/ 637346 h 700713"/>
                <a:gd name="connsiteX25" fmla="*/ 243510 w 2912392"/>
                <a:gd name="connsiteY25" fmla="*/ 632057 h 700713"/>
                <a:gd name="connsiteX26" fmla="*/ 253251 w 2912392"/>
                <a:gd name="connsiteY26" fmla="*/ 626635 h 700713"/>
                <a:gd name="connsiteX27" fmla="*/ 262992 w 2912392"/>
                <a:gd name="connsiteY27" fmla="*/ 621086 h 700713"/>
                <a:gd name="connsiteX28" fmla="*/ 272732 w 2912392"/>
                <a:gd name="connsiteY28" fmla="*/ 615425 h 700713"/>
                <a:gd name="connsiteX29" fmla="*/ 282473 w 2912392"/>
                <a:gd name="connsiteY29" fmla="*/ 609660 h 700713"/>
                <a:gd name="connsiteX30" fmla="*/ 292214 w 2912392"/>
                <a:gd name="connsiteY30" fmla="*/ 603802 h 700713"/>
                <a:gd name="connsiteX31" fmla="*/ 301953 w 2912392"/>
                <a:gd name="connsiteY31" fmla="*/ 597863 h 700713"/>
                <a:gd name="connsiteX32" fmla="*/ 311694 w 2912392"/>
                <a:gd name="connsiteY32" fmla="*/ 591852 h 700713"/>
                <a:gd name="connsiteX33" fmla="*/ 321435 w 2912392"/>
                <a:gd name="connsiteY33" fmla="*/ 585780 h 700713"/>
                <a:gd name="connsiteX34" fmla="*/ 331175 w 2912392"/>
                <a:gd name="connsiteY34" fmla="*/ 579658 h 700713"/>
                <a:gd name="connsiteX35" fmla="*/ 340916 w 2912392"/>
                <a:gd name="connsiteY35" fmla="*/ 573496 h 700713"/>
                <a:gd name="connsiteX36" fmla="*/ 350656 w 2912392"/>
                <a:gd name="connsiteY36" fmla="*/ 567306 h 700713"/>
                <a:gd name="connsiteX37" fmla="*/ 360396 w 2912392"/>
                <a:gd name="connsiteY37" fmla="*/ 561096 h 700713"/>
                <a:gd name="connsiteX38" fmla="*/ 370137 w 2912392"/>
                <a:gd name="connsiteY38" fmla="*/ 554878 h 700713"/>
                <a:gd name="connsiteX39" fmla="*/ 379878 w 2912392"/>
                <a:gd name="connsiteY39" fmla="*/ 548662 h 700713"/>
                <a:gd name="connsiteX40" fmla="*/ 389617 w 2912392"/>
                <a:gd name="connsiteY40" fmla="*/ 542457 h 700713"/>
                <a:gd name="connsiteX41" fmla="*/ 399358 w 2912392"/>
                <a:gd name="connsiteY41" fmla="*/ 536275 h 700713"/>
                <a:gd name="connsiteX42" fmla="*/ 409099 w 2912392"/>
                <a:gd name="connsiteY42" fmla="*/ 530124 h 700713"/>
                <a:gd name="connsiteX43" fmla="*/ 418839 w 2912392"/>
                <a:gd name="connsiteY43" fmla="*/ 524014 h 700713"/>
                <a:gd name="connsiteX44" fmla="*/ 428580 w 2912392"/>
                <a:gd name="connsiteY44" fmla="*/ 517954 h 700713"/>
                <a:gd name="connsiteX45" fmla="*/ 438321 w 2912392"/>
                <a:gd name="connsiteY45" fmla="*/ 511956 h 700713"/>
                <a:gd name="connsiteX46" fmla="*/ 448060 w 2912392"/>
                <a:gd name="connsiteY46" fmla="*/ 506026 h 700713"/>
                <a:gd name="connsiteX47" fmla="*/ 457801 w 2912392"/>
                <a:gd name="connsiteY47" fmla="*/ 500175 h 700713"/>
                <a:gd name="connsiteX48" fmla="*/ 467542 w 2912392"/>
                <a:gd name="connsiteY48" fmla="*/ 494411 h 700713"/>
                <a:gd name="connsiteX49" fmla="*/ 477281 w 2912392"/>
                <a:gd name="connsiteY49" fmla="*/ 488742 h 700713"/>
                <a:gd name="connsiteX50" fmla="*/ 487022 w 2912392"/>
                <a:gd name="connsiteY50" fmla="*/ 483178 h 700713"/>
                <a:gd name="connsiteX51" fmla="*/ 496763 w 2912392"/>
                <a:gd name="connsiteY51" fmla="*/ 477725 h 700713"/>
                <a:gd name="connsiteX52" fmla="*/ 506503 w 2912392"/>
                <a:gd name="connsiteY52" fmla="*/ 472395 h 700713"/>
                <a:gd name="connsiteX53" fmla="*/ 516244 w 2912392"/>
                <a:gd name="connsiteY53" fmla="*/ 467192 h 700713"/>
                <a:gd name="connsiteX54" fmla="*/ 525985 w 2912392"/>
                <a:gd name="connsiteY54" fmla="*/ 462125 h 700713"/>
                <a:gd name="connsiteX55" fmla="*/ 535724 w 2912392"/>
                <a:gd name="connsiteY55" fmla="*/ 457202 h 700713"/>
                <a:gd name="connsiteX56" fmla="*/ 545465 w 2912392"/>
                <a:gd name="connsiteY56" fmla="*/ 452428 h 700713"/>
                <a:gd name="connsiteX57" fmla="*/ 555206 w 2912392"/>
                <a:gd name="connsiteY57" fmla="*/ 447813 h 700713"/>
                <a:gd name="connsiteX58" fmla="*/ 564946 w 2912392"/>
                <a:gd name="connsiteY58" fmla="*/ 443361 h 700713"/>
                <a:gd name="connsiteX59" fmla="*/ 574687 w 2912392"/>
                <a:gd name="connsiteY59" fmla="*/ 439080 h 700713"/>
                <a:gd name="connsiteX60" fmla="*/ 584428 w 2912392"/>
                <a:gd name="connsiteY60" fmla="*/ 434976 h 700713"/>
                <a:gd name="connsiteX61" fmla="*/ 594167 w 2912392"/>
                <a:gd name="connsiteY61" fmla="*/ 431054 h 700713"/>
                <a:gd name="connsiteX62" fmla="*/ 603908 w 2912392"/>
                <a:gd name="connsiteY62" fmla="*/ 427321 h 700713"/>
                <a:gd name="connsiteX63" fmla="*/ 613649 w 2912392"/>
                <a:gd name="connsiteY63" fmla="*/ 423781 h 700713"/>
                <a:gd name="connsiteX64" fmla="*/ 623388 w 2912392"/>
                <a:gd name="connsiteY64" fmla="*/ 420440 h 700713"/>
                <a:gd name="connsiteX65" fmla="*/ 633129 w 2912392"/>
                <a:gd name="connsiteY65" fmla="*/ 417304 h 700713"/>
                <a:gd name="connsiteX66" fmla="*/ 642870 w 2912392"/>
                <a:gd name="connsiteY66" fmla="*/ 414376 h 700713"/>
                <a:gd name="connsiteX67" fmla="*/ 652610 w 2912392"/>
                <a:gd name="connsiteY67" fmla="*/ 411662 h 700713"/>
                <a:gd name="connsiteX68" fmla="*/ 662351 w 2912392"/>
                <a:gd name="connsiteY68" fmla="*/ 409165 h 700713"/>
                <a:gd name="connsiteX69" fmla="*/ 672092 w 2912392"/>
                <a:gd name="connsiteY69" fmla="*/ 406887 h 700713"/>
                <a:gd name="connsiteX70" fmla="*/ 681831 w 2912392"/>
                <a:gd name="connsiteY70" fmla="*/ 404835 h 700713"/>
                <a:gd name="connsiteX71" fmla="*/ 691572 w 2912392"/>
                <a:gd name="connsiteY71" fmla="*/ 403010 h 700713"/>
                <a:gd name="connsiteX72" fmla="*/ 701313 w 2912392"/>
                <a:gd name="connsiteY72" fmla="*/ 401414 h 700713"/>
                <a:gd name="connsiteX73" fmla="*/ 711052 w 2912392"/>
                <a:gd name="connsiteY73" fmla="*/ 400053 h 700713"/>
                <a:gd name="connsiteX74" fmla="*/ 720793 w 2912392"/>
                <a:gd name="connsiteY74" fmla="*/ 398926 h 700713"/>
                <a:gd name="connsiteX75" fmla="*/ 730534 w 2912392"/>
                <a:gd name="connsiteY75" fmla="*/ 398037 h 700713"/>
                <a:gd name="connsiteX76" fmla="*/ 740274 w 2912392"/>
                <a:gd name="connsiteY76" fmla="*/ 397386 h 700713"/>
                <a:gd name="connsiteX77" fmla="*/ 750015 w 2912392"/>
                <a:gd name="connsiteY77" fmla="*/ 396976 h 700713"/>
                <a:gd name="connsiteX78" fmla="*/ 759756 w 2912392"/>
                <a:gd name="connsiteY78" fmla="*/ 396806 h 700713"/>
                <a:gd name="connsiteX79" fmla="*/ 769495 w 2912392"/>
                <a:gd name="connsiteY79" fmla="*/ 396878 h 700713"/>
                <a:gd name="connsiteX80" fmla="*/ 779236 w 2912392"/>
                <a:gd name="connsiteY80" fmla="*/ 397190 h 700713"/>
                <a:gd name="connsiteX81" fmla="*/ 788977 w 2912392"/>
                <a:gd name="connsiteY81" fmla="*/ 397745 h 700713"/>
                <a:gd name="connsiteX82" fmla="*/ 798717 w 2912392"/>
                <a:gd name="connsiteY82" fmla="*/ 398542 h 700713"/>
                <a:gd name="connsiteX83" fmla="*/ 808458 w 2912392"/>
                <a:gd name="connsiteY83" fmla="*/ 399577 h 700713"/>
                <a:gd name="connsiteX84" fmla="*/ 818199 w 2912392"/>
                <a:gd name="connsiteY84" fmla="*/ 400853 h 700713"/>
                <a:gd name="connsiteX85" fmla="*/ 827938 w 2912392"/>
                <a:gd name="connsiteY85" fmla="*/ 402365 h 700713"/>
                <a:gd name="connsiteX86" fmla="*/ 837679 w 2912392"/>
                <a:gd name="connsiteY86" fmla="*/ 404113 h 700713"/>
                <a:gd name="connsiteX87" fmla="*/ 847420 w 2912392"/>
                <a:gd name="connsiteY87" fmla="*/ 406094 h 700713"/>
                <a:gd name="connsiteX88" fmla="*/ 857159 w 2912392"/>
                <a:gd name="connsiteY88" fmla="*/ 408305 h 700713"/>
                <a:gd name="connsiteX89" fmla="*/ 866900 w 2912392"/>
                <a:gd name="connsiteY89" fmla="*/ 410743 h 700713"/>
                <a:gd name="connsiteX90" fmla="*/ 876641 w 2912392"/>
                <a:gd name="connsiteY90" fmla="*/ 413405 h 700713"/>
                <a:gd name="connsiteX91" fmla="*/ 886381 w 2912392"/>
                <a:gd name="connsiteY91" fmla="*/ 416285 h 700713"/>
                <a:gd name="connsiteX92" fmla="*/ 896122 w 2912392"/>
                <a:gd name="connsiteY92" fmla="*/ 419382 h 700713"/>
                <a:gd name="connsiteX93" fmla="*/ 905863 w 2912392"/>
                <a:gd name="connsiteY93" fmla="*/ 422690 h 700713"/>
                <a:gd name="connsiteX94" fmla="*/ 915602 w 2912392"/>
                <a:gd name="connsiteY94" fmla="*/ 426202 h 700713"/>
                <a:gd name="connsiteX95" fmla="*/ 925343 w 2912392"/>
                <a:gd name="connsiteY95" fmla="*/ 429915 h 700713"/>
                <a:gd name="connsiteX96" fmla="*/ 935084 w 2912392"/>
                <a:gd name="connsiteY96" fmla="*/ 433821 h 700713"/>
                <a:gd name="connsiteX97" fmla="*/ 944824 w 2912392"/>
                <a:gd name="connsiteY97" fmla="*/ 437915 h 700713"/>
                <a:gd name="connsiteX98" fmla="*/ 954564 w 2912392"/>
                <a:gd name="connsiteY98" fmla="*/ 442191 h 700713"/>
                <a:gd name="connsiteX99" fmla="*/ 964305 w 2912392"/>
                <a:gd name="connsiteY99" fmla="*/ 446640 h 700713"/>
                <a:gd name="connsiteX100" fmla="*/ 974045 w 2912392"/>
                <a:gd name="connsiteY100" fmla="*/ 451256 h 700713"/>
                <a:gd name="connsiteX101" fmla="*/ 983786 w 2912392"/>
                <a:gd name="connsiteY101" fmla="*/ 456031 h 700713"/>
                <a:gd name="connsiteX102" fmla="*/ 993522 w 2912392"/>
                <a:gd name="connsiteY102" fmla="*/ 460957 h 700713"/>
                <a:gd name="connsiteX103" fmla="*/ 1003266 w 2912392"/>
                <a:gd name="connsiteY103" fmla="*/ 466024 h 700713"/>
                <a:gd name="connsiteX104" fmla="*/ 1013010 w 2912392"/>
                <a:gd name="connsiteY104" fmla="*/ 471225 h 700713"/>
                <a:gd name="connsiteX105" fmla="*/ 1022754 w 2912392"/>
                <a:gd name="connsiteY105" fmla="*/ 476550 h 700713"/>
                <a:gd name="connsiteX106" fmla="*/ 1032483 w 2912392"/>
                <a:gd name="connsiteY106" fmla="*/ 481988 h 700713"/>
                <a:gd name="connsiteX107" fmla="*/ 1042227 w 2912392"/>
                <a:gd name="connsiteY107" fmla="*/ 487532 h 700713"/>
                <a:gd name="connsiteX108" fmla="*/ 1051971 w 2912392"/>
                <a:gd name="connsiteY108" fmla="*/ 493171 h 700713"/>
                <a:gd name="connsiteX109" fmla="*/ 1061715 w 2912392"/>
                <a:gd name="connsiteY109" fmla="*/ 498892 h 700713"/>
                <a:gd name="connsiteX110" fmla="*/ 1071444 w 2912392"/>
                <a:gd name="connsiteY110" fmla="*/ 504688 h 700713"/>
                <a:gd name="connsiteX111" fmla="*/ 1081188 w 2912392"/>
                <a:gd name="connsiteY111" fmla="*/ 510545 h 700713"/>
                <a:gd name="connsiteX112" fmla="*/ 1090932 w 2912392"/>
                <a:gd name="connsiteY112" fmla="*/ 516454 h 700713"/>
                <a:gd name="connsiteX113" fmla="*/ 1100676 w 2912392"/>
                <a:gd name="connsiteY113" fmla="*/ 522402 h 700713"/>
                <a:gd name="connsiteX114" fmla="*/ 1110405 w 2912392"/>
                <a:gd name="connsiteY114" fmla="*/ 528376 h 700713"/>
                <a:gd name="connsiteX115" fmla="*/ 1120149 w 2912392"/>
                <a:gd name="connsiteY115" fmla="*/ 534367 h 700713"/>
                <a:gd name="connsiteX116" fmla="*/ 1129893 w 2912392"/>
                <a:gd name="connsiteY116" fmla="*/ 540362 h 700713"/>
                <a:gd name="connsiteX117" fmla="*/ 1139637 w 2912392"/>
                <a:gd name="connsiteY117" fmla="*/ 546347 h 700713"/>
                <a:gd name="connsiteX118" fmla="*/ 1149381 w 2912392"/>
                <a:gd name="connsiteY118" fmla="*/ 552313 h 700713"/>
                <a:gd name="connsiteX119" fmla="*/ 1159110 w 2912392"/>
                <a:gd name="connsiteY119" fmla="*/ 558244 h 700713"/>
                <a:gd name="connsiteX120" fmla="*/ 1168854 w 2912392"/>
                <a:gd name="connsiteY120" fmla="*/ 564128 h 700713"/>
                <a:gd name="connsiteX121" fmla="*/ 1178598 w 2912392"/>
                <a:gd name="connsiteY121" fmla="*/ 569953 h 700713"/>
                <a:gd name="connsiteX122" fmla="*/ 1188341 w 2912392"/>
                <a:gd name="connsiteY122" fmla="*/ 575707 h 700713"/>
                <a:gd name="connsiteX123" fmla="*/ 1198070 w 2912392"/>
                <a:gd name="connsiteY123" fmla="*/ 581376 h 700713"/>
                <a:gd name="connsiteX124" fmla="*/ 1207814 w 2912392"/>
                <a:gd name="connsiteY124" fmla="*/ 586948 h 700713"/>
                <a:gd name="connsiteX125" fmla="*/ 1217558 w 2912392"/>
                <a:gd name="connsiteY125" fmla="*/ 592410 h 700713"/>
                <a:gd name="connsiteX126" fmla="*/ 1227302 w 2912392"/>
                <a:gd name="connsiteY126" fmla="*/ 597749 h 700713"/>
                <a:gd name="connsiteX127" fmla="*/ 1237031 w 2912392"/>
                <a:gd name="connsiteY127" fmla="*/ 602953 h 700713"/>
                <a:gd name="connsiteX128" fmla="*/ 1246775 w 2912392"/>
                <a:gd name="connsiteY128" fmla="*/ 608008 h 700713"/>
                <a:gd name="connsiteX129" fmla="*/ 1256519 w 2912392"/>
                <a:gd name="connsiteY129" fmla="*/ 612902 h 700713"/>
                <a:gd name="connsiteX130" fmla="*/ 1266263 w 2912392"/>
                <a:gd name="connsiteY130" fmla="*/ 617625 h 700713"/>
                <a:gd name="connsiteX131" fmla="*/ 1276007 w 2912392"/>
                <a:gd name="connsiteY131" fmla="*/ 622164 h 700713"/>
                <a:gd name="connsiteX132" fmla="*/ 1285736 w 2912392"/>
                <a:gd name="connsiteY132" fmla="*/ 626504 h 700713"/>
                <a:gd name="connsiteX133" fmla="*/ 1295480 w 2912392"/>
                <a:gd name="connsiteY133" fmla="*/ 630637 h 700713"/>
                <a:gd name="connsiteX134" fmla="*/ 1305224 w 2912392"/>
                <a:gd name="connsiteY134" fmla="*/ 634549 h 700713"/>
                <a:gd name="connsiteX135" fmla="*/ 1314968 w 2912392"/>
                <a:gd name="connsiteY135" fmla="*/ 638231 h 700713"/>
                <a:gd name="connsiteX136" fmla="*/ 1324697 w 2912392"/>
                <a:gd name="connsiteY136" fmla="*/ 641672 h 700713"/>
                <a:gd name="connsiteX137" fmla="*/ 1334441 w 2912392"/>
                <a:gd name="connsiteY137" fmla="*/ 644861 h 700713"/>
                <a:gd name="connsiteX138" fmla="*/ 1344185 w 2912392"/>
                <a:gd name="connsiteY138" fmla="*/ 647787 h 700713"/>
                <a:gd name="connsiteX139" fmla="*/ 1353929 w 2912392"/>
                <a:gd name="connsiteY139" fmla="*/ 650442 h 700713"/>
                <a:gd name="connsiteX140" fmla="*/ 1363658 w 2912392"/>
                <a:gd name="connsiteY140" fmla="*/ 652815 h 700713"/>
                <a:gd name="connsiteX141" fmla="*/ 1373402 w 2912392"/>
                <a:gd name="connsiteY141" fmla="*/ 654900 h 700713"/>
                <a:gd name="connsiteX142" fmla="*/ 1383146 w 2912392"/>
                <a:gd name="connsiteY142" fmla="*/ 656686 h 700713"/>
                <a:gd name="connsiteX143" fmla="*/ 1392890 w 2912392"/>
                <a:gd name="connsiteY143" fmla="*/ 658165 h 700713"/>
                <a:gd name="connsiteX144" fmla="*/ 1402619 w 2912392"/>
                <a:gd name="connsiteY144" fmla="*/ 659332 h 700713"/>
                <a:gd name="connsiteX145" fmla="*/ 1412363 w 2912392"/>
                <a:gd name="connsiteY145" fmla="*/ 660178 h 700713"/>
                <a:gd name="connsiteX146" fmla="*/ 1422106 w 2912392"/>
                <a:gd name="connsiteY146" fmla="*/ 660697 h 700713"/>
                <a:gd name="connsiteX147" fmla="*/ 1431850 w 2912392"/>
                <a:gd name="connsiteY147" fmla="*/ 660885 h 700713"/>
                <a:gd name="connsiteX148" fmla="*/ 1441594 w 2912392"/>
                <a:gd name="connsiteY148" fmla="*/ 660734 h 700713"/>
                <a:gd name="connsiteX149" fmla="*/ 1451323 w 2912392"/>
                <a:gd name="connsiteY149" fmla="*/ 660242 h 700713"/>
                <a:gd name="connsiteX150" fmla="*/ 1461067 w 2912392"/>
                <a:gd name="connsiteY150" fmla="*/ 659404 h 700713"/>
                <a:gd name="connsiteX151" fmla="*/ 1470811 w 2912392"/>
                <a:gd name="connsiteY151" fmla="*/ 658215 h 700713"/>
                <a:gd name="connsiteX152" fmla="*/ 1480555 w 2912392"/>
                <a:gd name="connsiteY152" fmla="*/ 656674 h 700713"/>
                <a:gd name="connsiteX153" fmla="*/ 1490284 w 2912392"/>
                <a:gd name="connsiteY153" fmla="*/ 654780 h 700713"/>
                <a:gd name="connsiteX154" fmla="*/ 1500028 w 2912392"/>
                <a:gd name="connsiteY154" fmla="*/ 652529 h 700713"/>
                <a:gd name="connsiteX155" fmla="*/ 1509772 w 2912392"/>
                <a:gd name="connsiteY155" fmla="*/ 649923 h 700713"/>
                <a:gd name="connsiteX156" fmla="*/ 1519516 w 2912392"/>
                <a:gd name="connsiteY156" fmla="*/ 646959 h 700713"/>
                <a:gd name="connsiteX157" fmla="*/ 1529245 w 2912392"/>
                <a:gd name="connsiteY157" fmla="*/ 643639 h 700713"/>
                <a:gd name="connsiteX158" fmla="*/ 1538989 w 2912392"/>
                <a:gd name="connsiteY158" fmla="*/ 639965 h 700713"/>
                <a:gd name="connsiteX159" fmla="*/ 1548733 w 2912392"/>
                <a:gd name="connsiteY159" fmla="*/ 635936 h 700713"/>
                <a:gd name="connsiteX160" fmla="*/ 1558477 w 2912392"/>
                <a:gd name="connsiteY160" fmla="*/ 631557 h 700713"/>
                <a:gd name="connsiteX161" fmla="*/ 1568221 w 2912392"/>
                <a:gd name="connsiteY161" fmla="*/ 626831 h 700713"/>
                <a:gd name="connsiteX162" fmla="*/ 1577950 w 2912392"/>
                <a:gd name="connsiteY162" fmla="*/ 621760 h 700713"/>
                <a:gd name="connsiteX163" fmla="*/ 1587694 w 2912392"/>
                <a:gd name="connsiteY163" fmla="*/ 616351 h 700713"/>
                <a:gd name="connsiteX164" fmla="*/ 1597438 w 2912392"/>
                <a:gd name="connsiteY164" fmla="*/ 610607 h 700713"/>
                <a:gd name="connsiteX165" fmla="*/ 1607182 w 2912392"/>
                <a:gd name="connsiteY165" fmla="*/ 604534 h 700713"/>
                <a:gd name="connsiteX166" fmla="*/ 1616911 w 2912392"/>
                <a:gd name="connsiteY166" fmla="*/ 598139 h 700713"/>
                <a:gd name="connsiteX167" fmla="*/ 1626655 w 2912392"/>
                <a:gd name="connsiteY167" fmla="*/ 591429 h 700713"/>
                <a:gd name="connsiteX168" fmla="*/ 1636399 w 2912392"/>
                <a:gd name="connsiteY168" fmla="*/ 584410 h 700713"/>
                <a:gd name="connsiteX169" fmla="*/ 1646142 w 2912392"/>
                <a:gd name="connsiteY169" fmla="*/ 577091 h 700713"/>
                <a:gd name="connsiteX170" fmla="*/ 1655872 w 2912392"/>
                <a:gd name="connsiteY170" fmla="*/ 569481 h 700713"/>
                <a:gd name="connsiteX171" fmla="*/ 1665616 w 2912392"/>
                <a:gd name="connsiteY171" fmla="*/ 561589 h 700713"/>
                <a:gd name="connsiteX172" fmla="*/ 1675359 w 2912392"/>
                <a:gd name="connsiteY172" fmla="*/ 553424 h 700713"/>
                <a:gd name="connsiteX173" fmla="*/ 1685103 w 2912392"/>
                <a:gd name="connsiteY173" fmla="*/ 544996 h 700713"/>
                <a:gd name="connsiteX174" fmla="*/ 1694832 w 2912392"/>
                <a:gd name="connsiteY174" fmla="*/ 536316 h 700713"/>
                <a:gd name="connsiteX175" fmla="*/ 1704576 w 2912392"/>
                <a:gd name="connsiteY175" fmla="*/ 527394 h 700713"/>
                <a:gd name="connsiteX176" fmla="*/ 1714320 w 2912392"/>
                <a:gd name="connsiteY176" fmla="*/ 518242 h 700713"/>
                <a:gd name="connsiteX177" fmla="*/ 1724064 w 2912392"/>
                <a:gd name="connsiteY177" fmla="*/ 508872 h 700713"/>
                <a:gd name="connsiteX178" fmla="*/ 1733808 w 2912392"/>
                <a:gd name="connsiteY178" fmla="*/ 499296 h 700713"/>
                <a:gd name="connsiteX179" fmla="*/ 1743537 w 2912392"/>
                <a:gd name="connsiteY179" fmla="*/ 489527 h 700713"/>
                <a:gd name="connsiteX180" fmla="*/ 1753281 w 2912392"/>
                <a:gd name="connsiteY180" fmla="*/ 479577 h 700713"/>
                <a:gd name="connsiteX181" fmla="*/ 1763025 w 2912392"/>
                <a:gd name="connsiteY181" fmla="*/ 469458 h 700713"/>
                <a:gd name="connsiteX182" fmla="*/ 1772769 w 2912392"/>
                <a:gd name="connsiteY182" fmla="*/ 459185 h 700713"/>
                <a:gd name="connsiteX183" fmla="*/ 1782498 w 2912392"/>
                <a:gd name="connsiteY183" fmla="*/ 448771 h 700713"/>
                <a:gd name="connsiteX184" fmla="*/ 1792242 w 2912392"/>
                <a:gd name="connsiteY184" fmla="*/ 438228 h 700713"/>
                <a:gd name="connsiteX185" fmla="*/ 1801986 w 2912392"/>
                <a:gd name="connsiteY185" fmla="*/ 427571 h 700713"/>
                <a:gd name="connsiteX186" fmla="*/ 1811730 w 2912392"/>
                <a:gd name="connsiteY186" fmla="*/ 416815 h 700713"/>
                <a:gd name="connsiteX187" fmla="*/ 1821459 w 2912392"/>
                <a:gd name="connsiteY187" fmla="*/ 405972 h 700713"/>
                <a:gd name="connsiteX188" fmla="*/ 1831203 w 2912392"/>
                <a:gd name="connsiteY188" fmla="*/ 395057 h 700713"/>
                <a:gd name="connsiteX189" fmla="*/ 1840947 w 2912392"/>
                <a:gd name="connsiteY189" fmla="*/ 384084 h 700713"/>
                <a:gd name="connsiteX190" fmla="*/ 1850691 w 2912392"/>
                <a:gd name="connsiteY190" fmla="*/ 373066 h 700713"/>
                <a:gd name="connsiteX191" fmla="*/ 1860435 w 2912392"/>
                <a:gd name="connsiteY191" fmla="*/ 362018 h 700713"/>
                <a:gd name="connsiteX192" fmla="*/ 1870164 w 2912392"/>
                <a:gd name="connsiteY192" fmla="*/ 350954 h 700713"/>
                <a:gd name="connsiteX193" fmla="*/ 1879908 w 2912392"/>
                <a:gd name="connsiteY193" fmla="*/ 339888 h 700713"/>
                <a:gd name="connsiteX194" fmla="*/ 1889652 w 2912392"/>
                <a:gd name="connsiteY194" fmla="*/ 328832 h 700713"/>
                <a:gd name="connsiteX195" fmla="*/ 1899395 w 2912392"/>
                <a:gd name="connsiteY195" fmla="*/ 317801 h 700713"/>
                <a:gd name="connsiteX196" fmla="*/ 1909124 w 2912392"/>
                <a:gd name="connsiteY196" fmla="*/ 306807 h 700713"/>
                <a:gd name="connsiteX197" fmla="*/ 1918868 w 2912392"/>
                <a:gd name="connsiteY197" fmla="*/ 295866 h 700713"/>
                <a:gd name="connsiteX198" fmla="*/ 1928612 w 2912392"/>
                <a:gd name="connsiteY198" fmla="*/ 284988 h 700713"/>
                <a:gd name="connsiteX199" fmla="*/ 1938356 w 2912392"/>
                <a:gd name="connsiteY199" fmla="*/ 274187 h 700713"/>
                <a:gd name="connsiteX200" fmla="*/ 1948085 w 2912392"/>
                <a:gd name="connsiteY200" fmla="*/ 263477 h 700713"/>
                <a:gd name="connsiteX201" fmla="*/ 1957829 w 2912392"/>
                <a:gd name="connsiteY201" fmla="*/ 252866 h 700713"/>
                <a:gd name="connsiteX202" fmla="*/ 1967573 w 2912392"/>
                <a:gd name="connsiteY202" fmla="*/ 242369 h 700713"/>
                <a:gd name="connsiteX203" fmla="*/ 1977317 w 2912392"/>
                <a:gd name="connsiteY203" fmla="*/ 231996 h 700713"/>
                <a:gd name="connsiteX204" fmla="*/ 1987046 w 2912392"/>
                <a:gd name="connsiteY204" fmla="*/ 221759 h 700713"/>
                <a:gd name="connsiteX205" fmla="*/ 1996790 w 2912392"/>
                <a:gd name="connsiteY205" fmla="*/ 211670 h 700713"/>
                <a:gd name="connsiteX206" fmla="*/ 2006534 w 2912392"/>
                <a:gd name="connsiteY206" fmla="*/ 201737 h 700713"/>
                <a:gd name="connsiteX207" fmla="*/ 2016278 w 2912392"/>
                <a:gd name="connsiteY207" fmla="*/ 191970 h 700713"/>
                <a:gd name="connsiteX208" fmla="*/ 2026022 w 2912392"/>
                <a:gd name="connsiteY208" fmla="*/ 182381 h 700713"/>
                <a:gd name="connsiteX209" fmla="*/ 2035751 w 2912392"/>
                <a:gd name="connsiteY209" fmla="*/ 172977 h 700713"/>
                <a:gd name="connsiteX210" fmla="*/ 2045495 w 2912392"/>
                <a:gd name="connsiteY210" fmla="*/ 163770 h 700713"/>
                <a:gd name="connsiteX211" fmla="*/ 2055239 w 2912392"/>
                <a:gd name="connsiteY211" fmla="*/ 154763 h 700713"/>
                <a:gd name="connsiteX212" fmla="*/ 2064983 w 2912392"/>
                <a:gd name="connsiteY212" fmla="*/ 145968 h 700713"/>
                <a:gd name="connsiteX213" fmla="*/ 2074712 w 2912392"/>
                <a:gd name="connsiteY213" fmla="*/ 137391 h 700713"/>
                <a:gd name="connsiteX214" fmla="*/ 2084456 w 2912392"/>
                <a:gd name="connsiteY214" fmla="*/ 129039 h 700713"/>
                <a:gd name="connsiteX215" fmla="*/ 2094200 w 2912392"/>
                <a:gd name="connsiteY215" fmla="*/ 120919 h 700713"/>
                <a:gd name="connsiteX216" fmla="*/ 2103944 w 2912392"/>
                <a:gd name="connsiteY216" fmla="*/ 113037 h 700713"/>
                <a:gd name="connsiteX217" fmla="*/ 2113673 w 2912392"/>
                <a:gd name="connsiteY217" fmla="*/ 105398 h 700713"/>
                <a:gd name="connsiteX218" fmla="*/ 2123417 w 2912392"/>
                <a:gd name="connsiteY218" fmla="*/ 98008 h 700713"/>
                <a:gd name="connsiteX219" fmla="*/ 2133161 w 2912392"/>
                <a:gd name="connsiteY219" fmla="*/ 90873 h 700713"/>
                <a:gd name="connsiteX220" fmla="*/ 2142905 w 2912392"/>
                <a:gd name="connsiteY220" fmla="*/ 83995 h 700713"/>
                <a:gd name="connsiteX221" fmla="*/ 2152649 w 2912392"/>
                <a:gd name="connsiteY221" fmla="*/ 77378 h 700713"/>
                <a:gd name="connsiteX222" fmla="*/ 2162377 w 2912392"/>
                <a:gd name="connsiteY222" fmla="*/ 71026 h 700713"/>
                <a:gd name="connsiteX223" fmla="*/ 2172121 w 2912392"/>
                <a:gd name="connsiteY223" fmla="*/ 64943 h 700713"/>
                <a:gd name="connsiteX224" fmla="*/ 2181865 w 2912392"/>
                <a:gd name="connsiteY224" fmla="*/ 59130 h 700713"/>
                <a:gd name="connsiteX225" fmla="*/ 2191609 w 2912392"/>
                <a:gd name="connsiteY225" fmla="*/ 53590 h 700713"/>
                <a:gd name="connsiteX226" fmla="*/ 2201338 w 2912392"/>
                <a:gd name="connsiteY226" fmla="*/ 48325 h 700713"/>
                <a:gd name="connsiteX227" fmla="*/ 2211082 w 2912392"/>
                <a:gd name="connsiteY227" fmla="*/ 43334 h 700713"/>
                <a:gd name="connsiteX228" fmla="*/ 2220826 w 2912392"/>
                <a:gd name="connsiteY228" fmla="*/ 38621 h 700713"/>
                <a:gd name="connsiteX229" fmla="*/ 2230570 w 2912392"/>
                <a:gd name="connsiteY229" fmla="*/ 34186 h 700713"/>
                <a:gd name="connsiteX230" fmla="*/ 2240299 w 2912392"/>
                <a:gd name="connsiteY230" fmla="*/ 30026 h 700713"/>
                <a:gd name="connsiteX231" fmla="*/ 2250043 w 2912392"/>
                <a:gd name="connsiteY231" fmla="*/ 26145 h 700713"/>
                <a:gd name="connsiteX232" fmla="*/ 2259787 w 2912392"/>
                <a:gd name="connsiteY232" fmla="*/ 22539 h 700713"/>
                <a:gd name="connsiteX233" fmla="*/ 2269531 w 2912392"/>
                <a:gd name="connsiteY233" fmla="*/ 19211 h 700713"/>
                <a:gd name="connsiteX234" fmla="*/ 2279260 w 2912392"/>
                <a:gd name="connsiteY234" fmla="*/ 16155 h 700713"/>
                <a:gd name="connsiteX235" fmla="*/ 2289004 w 2912392"/>
                <a:gd name="connsiteY235" fmla="*/ 13373 h 700713"/>
                <a:gd name="connsiteX236" fmla="*/ 2298748 w 2912392"/>
                <a:gd name="connsiteY236" fmla="*/ 10861 h 700713"/>
                <a:gd name="connsiteX237" fmla="*/ 2308492 w 2912392"/>
                <a:gd name="connsiteY237" fmla="*/ 8619 h 700713"/>
                <a:gd name="connsiteX238" fmla="*/ 2318236 w 2912392"/>
                <a:gd name="connsiteY238" fmla="*/ 6642 h 700713"/>
                <a:gd name="connsiteX239" fmla="*/ 2327965 w 2912392"/>
                <a:gd name="connsiteY239" fmla="*/ 4930 h 700713"/>
                <a:gd name="connsiteX240" fmla="*/ 2337709 w 2912392"/>
                <a:gd name="connsiteY240" fmla="*/ 3477 h 700713"/>
                <a:gd name="connsiteX241" fmla="*/ 2347453 w 2912392"/>
                <a:gd name="connsiteY241" fmla="*/ 2282 h 700713"/>
                <a:gd name="connsiteX242" fmla="*/ 2357197 w 2912392"/>
                <a:gd name="connsiteY242" fmla="*/ 1341 h 700713"/>
                <a:gd name="connsiteX243" fmla="*/ 2366926 w 2912392"/>
                <a:gd name="connsiteY243" fmla="*/ 650 h 700713"/>
                <a:gd name="connsiteX244" fmla="*/ 2376670 w 2912392"/>
                <a:gd name="connsiteY244" fmla="*/ 204 h 700713"/>
                <a:gd name="connsiteX245" fmla="*/ 2386413 w 2912392"/>
                <a:gd name="connsiteY245" fmla="*/ 0 h 700713"/>
                <a:gd name="connsiteX246" fmla="*/ 2396157 w 2912392"/>
                <a:gd name="connsiteY246" fmla="*/ 34 h 700713"/>
                <a:gd name="connsiteX247" fmla="*/ 2405886 w 2912392"/>
                <a:gd name="connsiteY247" fmla="*/ 302 h 700713"/>
                <a:gd name="connsiteX248" fmla="*/ 2415630 w 2912392"/>
                <a:gd name="connsiteY248" fmla="*/ 797 h 700713"/>
                <a:gd name="connsiteX249" fmla="*/ 2425374 w 2912392"/>
                <a:gd name="connsiteY249" fmla="*/ 1517 h 700713"/>
                <a:gd name="connsiteX250" fmla="*/ 2435118 w 2912392"/>
                <a:gd name="connsiteY250" fmla="*/ 2454 h 700713"/>
                <a:gd name="connsiteX251" fmla="*/ 2444862 w 2912392"/>
                <a:gd name="connsiteY251" fmla="*/ 3604 h 700713"/>
                <a:gd name="connsiteX252" fmla="*/ 2454591 w 2912392"/>
                <a:gd name="connsiteY252" fmla="*/ 4963 h 700713"/>
                <a:gd name="connsiteX253" fmla="*/ 2464335 w 2912392"/>
                <a:gd name="connsiteY253" fmla="*/ 6524 h 700713"/>
                <a:gd name="connsiteX254" fmla="*/ 2474079 w 2912392"/>
                <a:gd name="connsiteY254" fmla="*/ 8282 h 700713"/>
                <a:gd name="connsiteX255" fmla="*/ 2483823 w 2912392"/>
                <a:gd name="connsiteY255" fmla="*/ 10231 h 700713"/>
                <a:gd name="connsiteX256" fmla="*/ 2493552 w 2912392"/>
                <a:gd name="connsiteY256" fmla="*/ 12368 h 700713"/>
                <a:gd name="connsiteX257" fmla="*/ 2503296 w 2912392"/>
                <a:gd name="connsiteY257" fmla="*/ 14683 h 700713"/>
                <a:gd name="connsiteX258" fmla="*/ 2513040 w 2912392"/>
                <a:gd name="connsiteY258" fmla="*/ 17171 h 700713"/>
                <a:gd name="connsiteX259" fmla="*/ 2522784 w 2912392"/>
                <a:gd name="connsiteY259" fmla="*/ 19829 h 700713"/>
                <a:gd name="connsiteX260" fmla="*/ 2532513 w 2912392"/>
                <a:gd name="connsiteY260" fmla="*/ 22648 h 700713"/>
                <a:gd name="connsiteX261" fmla="*/ 2542257 w 2912392"/>
                <a:gd name="connsiteY261" fmla="*/ 25623 h 700713"/>
                <a:gd name="connsiteX262" fmla="*/ 2552001 w 2912392"/>
                <a:gd name="connsiteY262" fmla="*/ 28749 h 700713"/>
                <a:gd name="connsiteX263" fmla="*/ 2561745 w 2912392"/>
                <a:gd name="connsiteY263" fmla="*/ 32018 h 700713"/>
                <a:gd name="connsiteX264" fmla="*/ 2571474 w 2912392"/>
                <a:gd name="connsiteY264" fmla="*/ 35425 h 700713"/>
                <a:gd name="connsiteX265" fmla="*/ 2581218 w 2912392"/>
                <a:gd name="connsiteY265" fmla="*/ 38964 h 700713"/>
                <a:gd name="connsiteX266" fmla="*/ 2590962 w 2912392"/>
                <a:gd name="connsiteY266" fmla="*/ 42627 h 700713"/>
                <a:gd name="connsiteX267" fmla="*/ 2600705 w 2912392"/>
                <a:gd name="connsiteY267" fmla="*/ 46410 h 700713"/>
                <a:gd name="connsiteX268" fmla="*/ 2610449 w 2912392"/>
                <a:gd name="connsiteY268" fmla="*/ 50306 h 700713"/>
                <a:gd name="connsiteX269" fmla="*/ 2620178 w 2912392"/>
                <a:gd name="connsiteY269" fmla="*/ 54311 h 700713"/>
                <a:gd name="connsiteX270" fmla="*/ 2629922 w 2912392"/>
                <a:gd name="connsiteY270" fmla="*/ 58416 h 700713"/>
                <a:gd name="connsiteX271" fmla="*/ 2639666 w 2912392"/>
                <a:gd name="connsiteY271" fmla="*/ 62616 h 700713"/>
                <a:gd name="connsiteX272" fmla="*/ 2649410 w 2912392"/>
                <a:gd name="connsiteY272" fmla="*/ 66905 h 700713"/>
                <a:gd name="connsiteX273" fmla="*/ 2659139 w 2912392"/>
                <a:gd name="connsiteY273" fmla="*/ 71278 h 700713"/>
                <a:gd name="connsiteX274" fmla="*/ 2668883 w 2912392"/>
                <a:gd name="connsiteY274" fmla="*/ 75729 h 700713"/>
                <a:gd name="connsiteX275" fmla="*/ 2678627 w 2912392"/>
                <a:gd name="connsiteY275" fmla="*/ 80250 h 700713"/>
                <a:gd name="connsiteX276" fmla="*/ 2688371 w 2912392"/>
                <a:gd name="connsiteY276" fmla="*/ 84839 h 700713"/>
                <a:gd name="connsiteX277" fmla="*/ 2698100 w 2912392"/>
                <a:gd name="connsiteY277" fmla="*/ 89489 h 700713"/>
                <a:gd name="connsiteX278" fmla="*/ 2707844 w 2912392"/>
                <a:gd name="connsiteY278" fmla="*/ 94194 h 700713"/>
                <a:gd name="connsiteX279" fmla="*/ 2717588 w 2912392"/>
                <a:gd name="connsiteY279" fmla="*/ 98949 h 700713"/>
                <a:gd name="connsiteX280" fmla="*/ 2727332 w 2912392"/>
                <a:gd name="connsiteY280" fmla="*/ 103749 h 700713"/>
                <a:gd name="connsiteX281" fmla="*/ 2737076 w 2912392"/>
                <a:gd name="connsiteY281" fmla="*/ 108590 h 700713"/>
                <a:gd name="connsiteX282" fmla="*/ 2746805 w 2912392"/>
                <a:gd name="connsiteY282" fmla="*/ 113465 h 700713"/>
                <a:gd name="connsiteX283" fmla="*/ 2756549 w 2912392"/>
                <a:gd name="connsiteY283" fmla="*/ 118371 h 700713"/>
                <a:gd name="connsiteX284" fmla="*/ 2766293 w 2912392"/>
                <a:gd name="connsiteY284" fmla="*/ 123302 h 700713"/>
                <a:gd name="connsiteX285" fmla="*/ 2776037 w 2912392"/>
                <a:gd name="connsiteY285" fmla="*/ 128256 h 700713"/>
                <a:gd name="connsiteX286" fmla="*/ 2785766 w 2912392"/>
                <a:gd name="connsiteY286" fmla="*/ 133227 h 700713"/>
                <a:gd name="connsiteX287" fmla="*/ 2795510 w 2912392"/>
                <a:gd name="connsiteY287" fmla="*/ 138212 h 700713"/>
                <a:gd name="connsiteX288" fmla="*/ 2805254 w 2912392"/>
                <a:gd name="connsiteY288" fmla="*/ 143205 h 700713"/>
                <a:gd name="connsiteX289" fmla="*/ 2814998 w 2912392"/>
                <a:gd name="connsiteY289" fmla="*/ 148205 h 700713"/>
                <a:gd name="connsiteX290" fmla="*/ 2824727 w 2912392"/>
                <a:gd name="connsiteY290" fmla="*/ 153208 h 700713"/>
                <a:gd name="connsiteX291" fmla="*/ 2834471 w 2912392"/>
                <a:gd name="connsiteY291" fmla="*/ 158209 h 700713"/>
                <a:gd name="connsiteX292" fmla="*/ 2844215 w 2912392"/>
                <a:gd name="connsiteY292" fmla="*/ 163208 h 700713"/>
                <a:gd name="connsiteX293" fmla="*/ 2853958 w 2912392"/>
                <a:gd name="connsiteY293" fmla="*/ 168201 h 700713"/>
                <a:gd name="connsiteX294" fmla="*/ 2863687 w 2912392"/>
                <a:gd name="connsiteY294" fmla="*/ 173183 h 700713"/>
                <a:gd name="connsiteX295" fmla="*/ 2873431 w 2912392"/>
                <a:gd name="connsiteY295" fmla="*/ 178156 h 700713"/>
                <a:gd name="connsiteX296" fmla="*/ 2883175 w 2912392"/>
                <a:gd name="connsiteY296" fmla="*/ 183114 h 700713"/>
                <a:gd name="connsiteX297" fmla="*/ 2892919 w 2912392"/>
                <a:gd name="connsiteY297" fmla="*/ 188056 h 700713"/>
                <a:gd name="connsiteX298" fmla="*/ 2902663 w 2912392"/>
                <a:gd name="connsiteY298" fmla="*/ 192984 h 700713"/>
                <a:gd name="connsiteX299" fmla="*/ 2912392 w 2912392"/>
                <a:gd name="connsiteY299" fmla="*/ 197891 h 700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00713">
                  <a:moveTo>
                    <a:pt x="0" y="700006"/>
                  </a:moveTo>
                  <a:lnTo>
                    <a:pt x="9739" y="700513"/>
                  </a:lnTo>
                  <a:lnTo>
                    <a:pt x="19480" y="700714"/>
                  </a:lnTo>
                  <a:lnTo>
                    <a:pt x="29221" y="700613"/>
                  </a:lnTo>
                  <a:lnTo>
                    <a:pt x="38961" y="700210"/>
                  </a:lnTo>
                  <a:lnTo>
                    <a:pt x="48702" y="699512"/>
                  </a:lnTo>
                  <a:lnTo>
                    <a:pt x="58443" y="698518"/>
                  </a:lnTo>
                  <a:lnTo>
                    <a:pt x="68182" y="697234"/>
                  </a:lnTo>
                  <a:lnTo>
                    <a:pt x="77923" y="695665"/>
                  </a:lnTo>
                  <a:lnTo>
                    <a:pt x="87664" y="693817"/>
                  </a:lnTo>
                  <a:lnTo>
                    <a:pt x="97404" y="691694"/>
                  </a:lnTo>
                  <a:lnTo>
                    <a:pt x="107145" y="689303"/>
                  </a:lnTo>
                  <a:lnTo>
                    <a:pt x="116886" y="686651"/>
                  </a:lnTo>
                  <a:lnTo>
                    <a:pt x="126625" y="683743"/>
                  </a:lnTo>
                  <a:lnTo>
                    <a:pt x="136366" y="680590"/>
                  </a:lnTo>
                  <a:lnTo>
                    <a:pt x="146107" y="677196"/>
                  </a:lnTo>
                  <a:lnTo>
                    <a:pt x="155846" y="673573"/>
                  </a:lnTo>
                  <a:lnTo>
                    <a:pt x="165587" y="669726"/>
                  </a:lnTo>
                  <a:lnTo>
                    <a:pt x="175328" y="665666"/>
                  </a:lnTo>
                  <a:lnTo>
                    <a:pt x="185068" y="661402"/>
                  </a:lnTo>
                  <a:lnTo>
                    <a:pt x="194809" y="656941"/>
                  </a:lnTo>
                  <a:lnTo>
                    <a:pt x="204550" y="652295"/>
                  </a:lnTo>
                  <a:lnTo>
                    <a:pt x="214289" y="647474"/>
                  </a:lnTo>
                  <a:lnTo>
                    <a:pt x="224030" y="642487"/>
                  </a:lnTo>
                  <a:lnTo>
                    <a:pt x="233771" y="637346"/>
                  </a:lnTo>
                  <a:lnTo>
                    <a:pt x="243510" y="632057"/>
                  </a:lnTo>
                  <a:lnTo>
                    <a:pt x="253251" y="626635"/>
                  </a:lnTo>
                  <a:lnTo>
                    <a:pt x="262992" y="621086"/>
                  </a:lnTo>
                  <a:lnTo>
                    <a:pt x="272732" y="615425"/>
                  </a:lnTo>
                  <a:lnTo>
                    <a:pt x="282473" y="609660"/>
                  </a:lnTo>
                  <a:lnTo>
                    <a:pt x="292214" y="603802"/>
                  </a:lnTo>
                  <a:lnTo>
                    <a:pt x="301953" y="597863"/>
                  </a:lnTo>
                  <a:lnTo>
                    <a:pt x="311694" y="591852"/>
                  </a:lnTo>
                  <a:lnTo>
                    <a:pt x="321435" y="585780"/>
                  </a:lnTo>
                  <a:lnTo>
                    <a:pt x="331175" y="579658"/>
                  </a:lnTo>
                  <a:lnTo>
                    <a:pt x="340916" y="573496"/>
                  </a:lnTo>
                  <a:lnTo>
                    <a:pt x="350656" y="567306"/>
                  </a:lnTo>
                  <a:lnTo>
                    <a:pt x="360396" y="561096"/>
                  </a:lnTo>
                  <a:lnTo>
                    <a:pt x="370137" y="554878"/>
                  </a:lnTo>
                  <a:lnTo>
                    <a:pt x="379878" y="548662"/>
                  </a:lnTo>
                  <a:lnTo>
                    <a:pt x="389617" y="542457"/>
                  </a:lnTo>
                  <a:lnTo>
                    <a:pt x="399358" y="536275"/>
                  </a:lnTo>
                  <a:lnTo>
                    <a:pt x="409099" y="530124"/>
                  </a:lnTo>
                  <a:lnTo>
                    <a:pt x="418839" y="524014"/>
                  </a:lnTo>
                  <a:lnTo>
                    <a:pt x="428580" y="517954"/>
                  </a:lnTo>
                  <a:lnTo>
                    <a:pt x="438321" y="511956"/>
                  </a:lnTo>
                  <a:lnTo>
                    <a:pt x="448060" y="506026"/>
                  </a:lnTo>
                  <a:lnTo>
                    <a:pt x="457801" y="500175"/>
                  </a:lnTo>
                  <a:lnTo>
                    <a:pt x="467542" y="494411"/>
                  </a:lnTo>
                  <a:lnTo>
                    <a:pt x="477281" y="488742"/>
                  </a:lnTo>
                  <a:lnTo>
                    <a:pt x="487022" y="483178"/>
                  </a:lnTo>
                  <a:lnTo>
                    <a:pt x="496763" y="477725"/>
                  </a:lnTo>
                  <a:lnTo>
                    <a:pt x="506503" y="472395"/>
                  </a:lnTo>
                  <a:lnTo>
                    <a:pt x="516244" y="467192"/>
                  </a:lnTo>
                  <a:lnTo>
                    <a:pt x="525985" y="462125"/>
                  </a:lnTo>
                  <a:lnTo>
                    <a:pt x="535724" y="457202"/>
                  </a:lnTo>
                  <a:lnTo>
                    <a:pt x="545465" y="452428"/>
                  </a:lnTo>
                  <a:lnTo>
                    <a:pt x="555206" y="447813"/>
                  </a:lnTo>
                  <a:lnTo>
                    <a:pt x="564946" y="443361"/>
                  </a:lnTo>
                  <a:lnTo>
                    <a:pt x="574687" y="439080"/>
                  </a:lnTo>
                  <a:lnTo>
                    <a:pt x="584428" y="434976"/>
                  </a:lnTo>
                  <a:lnTo>
                    <a:pt x="594167" y="431054"/>
                  </a:lnTo>
                  <a:lnTo>
                    <a:pt x="603908" y="427321"/>
                  </a:lnTo>
                  <a:lnTo>
                    <a:pt x="613649" y="423781"/>
                  </a:lnTo>
                  <a:lnTo>
                    <a:pt x="623388" y="420440"/>
                  </a:lnTo>
                  <a:lnTo>
                    <a:pt x="633129" y="417304"/>
                  </a:lnTo>
                  <a:lnTo>
                    <a:pt x="642870" y="414376"/>
                  </a:lnTo>
                  <a:lnTo>
                    <a:pt x="652610" y="411662"/>
                  </a:lnTo>
                  <a:lnTo>
                    <a:pt x="662351" y="409165"/>
                  </a:lnTo>
                  <a:lnTo>
                    <a:pt x="672092" y="406887"/>
                  </a:lnTo>
                  <a:lnTo>
                    <a:pt x="681831" y="404835"/>
                  </a:lnTo>
                  <a:lnTo>
                    <a:pt x="691572" y="403010"/>
                  </a:lnTo>
                  <a:lnTo>
                    <a:pt x="701313" y="401414"/>
                  </a:lnTo>
                  <a:lnTo>
                    <a:pt x="711052" y="400053"/>
                  </a:lnTo>
                  <a:lnTo>
                    <a:pt x="720793" y="398926"/>
                  </a:lnTo>
                  <a:lnTo>
                    <a:pt x="730534" y="398037"/>
                  </a:lnTo>
                  <a:lnTo>
                    <a:pt x="740274" y="397386"/>
                  </a:lnTo>
                  <a:lnTo>
                    <a:pt x="750015" y="396976"/>
                  </a:lnTo>
                  <a:lnTo>
                    <a:pt x="759756" y="396806"/>
                  </a:lnTo>
                  <a:lnTo>
                    <a:pt x="769495" y="396878"/>
                  </a:lnTo>
                  <a:lnTo>
                    <a:pt x="779236" y="397190"/>
                  </a:lnTo>
                  <a:lnTo>
                    <a:pt x="788977" y="397745"/>
                  </a:lnTo>
                  <a:lnTo>
                    <a:pt x="798717" y="398542"/>
                  </a:lnTo>
                  <a:lnTo>
                    <a:pt x="808458" y="399577"/>
                  </a:lnTo>
                  <a:lnTo>
                    <a:pt x="818199" y="400853"/>
                  </a:lnTo>
                  <a:lnTo>
                    <a:pt x="827938" y="402365"/>
                  </a:lnTo>
                  <a:lnTo>
                    <a:pt x="837679" y="404113"/>
                  </a:lnTo>
                  <a:lnTo>
                    <a:pt x="847420" y="406094"/>
                  </a:lnTo>
                  <a:lnTo>
                    <a:pt x="857159" y="408305"/>
                  </a:lnTo>
                  <a:lnTo>
                    <a:pt x="866900" y="410743"/>
                  </a:lnTo>
                  <a:lnTo>
                    <a:pt x="876641" y="413405"/>
                  </a:lnTo>
                  <a:lnTo>
                    <a:pt x="886381" y="416285"/>
                  </a:lnTo>
                  <a:lnTo>
                    <a:pt x="896122" y="419382"/>
                  </a:lnTo>
                  <a:lnTo>
                    <a:pt x="905863" y="422690"/>
                  </a:lnTo>
                  <a:lnTo>
                    <a:pt x="915602" y="426202"/>
                  </a:lnTo>
                  <a:lnTo>
                    <a:pt x="925343" y="429915"/>
                  </a:lnTo>
                  <a:lnTo>
                    <a:pt x="935084" y="433821"/>
                  </a:lnTo>
                  <a:lnTo>
                    <a:pt x="944824" y="437915"/>
                  </a:lnTo>
                  <a:lnTo>
                    <a:pt x="954564" y="442191"/>
                  </a:lnTo>
                  <a:lnTo>
                    <a:pt x="964305" y="446640"/>
                  </a:lnTo>
                  <a:lnTo>
                    <a:pt x="974045" y="451256"/>
                  </a:lnTo>
                  <a:lnTo>
                    <a:pt x="983786" y="456031"/>
                  </a:lnTo>
                  <a:lnTo>
                    <a:pt x="993522" y="460957"/>
                  </a:lnTo>
                  <a:lnTo>
                    <a:pt x="1003266" y="466024"/>
                  </a:lnTo>
                  <a:lnTo>
                    <a:pt x="1013010" y="471225"/>
                  </a:lnTo>
                  <a:lnTo>
                    <a:pt x="1022754" y="476550"/>
                  </a:lnTo>
                  <a:lnTo>
                    <a:pt x="1032483" y="481988"/>
                  </a:lnTo>
                  <a:lnTo>
                    <a:pt x="1042227" y="487532"/>
                  </a:lnTo>
                  <a:lnTo>
                    <a:pt x="1051971" y="493171"/>
                  </a:lnTo>
                  <a:lnTo>
                    <a:pt x="1061715" y="498892"/>
                  </a:lnTo>
                  <a:lnTo>
                    <a:pt x="1071444" y="504688"/>
                  </a:lnTo>
                  <a:lnTo>
                    <a:pt x="1081188" y="510545"/>
                  </a:lnTo>
                  <a:lnTo>
                    <a:pt x="1090932" y="516454"/>
                  </a:lnTo>
                  <a:lnTo>
                    <a:pt x="1100676" y="522402"/>
                  </a:lnTo>
                  <a:lnTo>
                    <a:pt x="1110405" y="528376"/>
                  </a:lnTo>
                  <a:lnTo>
                    <a:pt x="1120149" y="534367"/>
                  </a:lnTo>
                  <a:lnTo>
                    <a:pt x="1129893" y="540362"/>
                  </a:lnTo>
                  <a:lnTo>
                    <a:pt x="1139637" y="546347"/>
                  </a:lnTo>
                  <a:lnTo>
                    <a:pt x="1149381" y="552313"/>
                  </a:lnTo>
                  <a:lnTo>
                    <a:pt x="1159110" y="558244"/>
                  </a:lnTo>
                  <a:lnTo>
                    <a:pt x="1168854" y="564128"/>
                  </a:lnTo>
                  <a:lnTo>
                    <a:pt x="1178598" y="569953"/>
                  </a:lnTo>
                  <a:lnTo>
                    <a:pt x="1188341" y="575707"/>
                  </a:lnTo>
                  <a:lnTo>
                    <a:pt x="1198070" y="581376"/>
                  </a:lnTo>
                  <a:lnTo>
                    <a:pt x="1207814" y="586948"/>
                  </a:lnTo>
                  <a:lnTo>
                    <a:pt x="1217558" y="592410"/>
                  </a:lnTo>
                  <a:lnTo>
                    <a:pt x="1227302" y="597749"/>
                  </a:lnTo>
                  <a:lnTo>
                    <a:pt x="1237031" y="602953"/>
                  </a:lnTo>
                  <a:lnTo>
                    <a:pt x="1246775" y="608008"/>
                  </a:lnTo>
                  <a:lnTo>
                    <a:pt x="1256519" y="612902"/>
                  </a:lnTo>
                  <a:lnTo>
                    <a:pt x="1266263" y="617625"/>
                  </a:lnTo>
                  <a:lnTo>
                    <a:pt x="1276007" y="622164"/>
                  </a:lnTo>
                  <a:lnTo>
                    <a:pt x="1285736" y="626504"/>
                  </a:lnTo>
                  <a:lnTo>
                    <a:pt x="1295480" y="630637"/>
                  </a:lnTo>
                  <a:lnTo>
                    <a:pt x="1305224" y="634549"/>
                  </a:lnTo>
                  <a:lnTo>
                    <a:pt x="1314968" y="638231"/>
                  </a:lnTo>
                  <a:lnTo>
                    <a:pt x="1324697" y="641672"/>
                  </a:lnTo>
                  <a:lnTo>
                    <a:pt x="1334441" y="644861"/>
                  </a:lnTo>
                  <a:lnTo>
                    <a:pt x="1344185" y="647787"/>
                  </a:lnTo>
                  <a:lnTo>
                    <a:pt x="1353929" y="650442"/>
                  </a:lnTo>
                  <a:lnTo>
                    <a:pt x="1363658" y="652815"/>
                  </a:lnTo>
                  <a:lnTo>
                    <a:pt x="1373402" y="654900"/>
                  </a:lnTo>
                  <a:lnTo>
                    <a:pt x="1383146" y="656686"/>
                  </a:lnTo>
                  <a:lnTo>
                    <a:pt x="1392890" y="658165"/>
                  </a:lnTo>
                  <a:lnTo>
                    <a:pt x="1402619" y="659332"/>
                  </a:lnTo>
                  <a:lnTo>
                    <a:pt x="1412363" y="660178"/>
                  </a:lnTo>
                  <a:lnTo>
                    <a:pt x="1422106" y="660697"/>
                  </a:lnTo>
                  <a:lnTo>
                    <a:pt x="1431850" y="660885"/>
                  </a:lnTo>
                  <a:lnTo>
                    <a:pt x="1441594" y="660734"/>
                  </a:lnTo>
                  <a:lnTo>
                    <a:pt x="1451323" y="660242"/>
                  </a:lnTo>
                  <a:lnTo>
                    <a:pt x="1461067" y="659404"/>
                  </a:lnTo>
                  <a:lnTo>
                    <a:pt x="1470811" y="658215"/>
                  </a:lnTo>
                  <a:lnTo>
                    <a:pt x="1480555" y="656674"/>
                  </a:lnTo>
                  <a:lnTo>
                    <a:pt x="1490284" y="654780"/>
                  </a:lnTo>
                  <a:lnTo>
                    <a:pt x="1500028" y="652529"/>
                  </a:lnTo>
                  <a:lnTo>
                    <a:pt x="1509772" y="649923"/>
                  </a:lnTo>
                  <a:lnTo>
                    <a:pt x="1519516" y="646959"/>
                  </a:lnTo>
                  <a:lnTo>
                    <a:pt x="1529245" y="643639"/>
                  </a:lnTo>
                  <a:lnTo>
                    <a:pt x="1538989" y="639965"/>
                  </a:lnTo>
                  <a:lnTo>
                    <a:pt x="1548733" y="635936"/>
                  </a:lnTo>
                  <a:lnTo>
                    <a:pt x="1558477" y="631557"/>
                  </a:lnTo>
                  <a:lnTo>
                    <a:pt x="1568221" y="626831"/>
                  </a:lnTo>
                  <a:lnTo>
                    <a:pt x="1577950" y="621760"/>
                  </a:lnTo>
                  <a:lnTo>
                    <a:pt x="1587694" y="616351"/>
                  </a:lnTo>
                  <a:lnTo>
                    <a:pt x="1597438" y="610607"/>
                  </a:lnTo>
                  <a:lnTo>
                    <a:pt x="1607182" y="604534"/>
                  </a:lnTo>
                  <a:lnTo>
                    <a:pt x="1616911" y="598139"/>
                  </a:lnTo>
                  <a:lnTo>
                    <a:pt x="1626655" y="591429"/>
                  </a:lnTo>
                  <a:lnTo>
                    <a:pt x="1636399" y="584410"/>
                  </a:lnTo>
                  <a:lnTo>
                    <a:pt x="1646142" y="577091"/>
                  </a:lnTo>
                  <a:lnTo>
                    <a:pt x="1655872" y="569481"/>
                  </a:lnTo>
                  <a:lnTo>
                    <a:pt x="1665616" y="561589"/>
                  </a:lnTo>
                  <a:lnTo>
                    <a:pt x="1675359" y="553424"/>
                  </a:lnTo>
                  <a:lnTo>
                    <a:pt x="1685103" y="544996"/>
                  </a:lnTo>
                  <a:lnTo>
                    <a:pt x="1694832" y="536316"/>
                  </a:lnTo>
                  <a:lnTo>
                    <a:pt x="1704576" y="527394"/>
                  </a:lnTo>
                  <a:lnTo>
                    <a:pt x="1714320" y="518242"/>
                  </a:lnTo>
                  <a:lnTo>
                    <a:pt x="1724064" y="508872"/>
                  </a:lnTo>
                  <a:lnTo>
                    <a:pt x="1733808" y="499296"/>
                  </a:lnTo>
                  <a:lnTo>
                    <a:pt x="1743537" y="489527"/>
                  </a:lnTo>
                  <a:lnTo>
                    <a:pt x="1753281" y="479577"/>
                  </a:lnTo>
                  <a:lnTo>
                    <a:pt x="1763025" y="469458"/>
                  </a:lnTo>
                  <a:lnTo>
                    <a:pt x="1772769" y="459185"/>
                  </a:lnTo>
                  <a:lnTo>
                    <a:pt x="1782498" y="448771"/>
                  </a:lnTo>
                  <a:lnTo>
                    <a:pt x="1792242" y="438228"/>
                  </a:lnTo>
                  <a:lnTo>
                    <a:pt x="1801986" y="427571"/>
                  </a:lnTo>
                  <a:lnTo>
                    <a:pt x="1811730" y="416815"/>
                  </a:lnTo>
                  <a:lnTo>
                    <a:pt x="1821459" y="405972"/>
                  </a:lnTo>
                  <a:lnTo>
                    <a:pt x="1831203" y="395057"/>
                  </a:lnTo>
                  <a:lnTo>
                    <a:pt x="1840947" y="384084"/>
                  </a:lnTo>
                  <a:lnTo>
                    <a:pt x="1850691" y="373066"/>
                  </a:lnTo>
                  <a:lnTo>
                    <a:pt x="1860435" y="362018"/>
                  </a:lnTo>
                  <a:lnTo>
                    <a:pt x="1870164" y="350954"/>
                  </a:lnTo>
                  <a:lnTo>
                    <a:pt x="1879908" y="339888"/>
                  </a:lnTo>
                  <a:lnTo>
                    <a:pt x="1889652" y="328832"/>
                  </a:lnTo>
                  <a:lnTo>
                    <a:pt x="1899395" y="317801"/>
                  </a:lnTo>
                  <a:lnTo>
                    <a:pt x="1909124" y="306807"/>
                  </a:lnTo>
                  <a:lnTo>
                    <a:pt x="1918868" y="295866"/>
                  </a:lnTo>
                  <a:lnTo>
                    <a:pt x="1928612" y="284988"/>
                  </a:lnTo>
                  <a:lnTo>
                    <a:pt x="1938356" y="274187"/>
                  </a:lnTo>
                  <a:lnTo>
                    <a:pt x="1948085" y="263477"/>
                  </a:lnTo>
                  <a:lnTo>
                    <a:pt x="1957829" y="252866"/>
                  </a:lnTo>
                  <a:lnTo>
                    <a:pt x="1967573" y="242369"/>
                  </a:lnTo>
                  <a:lnTo>
                    <a:pt x="1977317" y="231996"/>
                  </a:lnTo>
                  <a:lnTo>
                    <a:pt x="1987046" y="221759"/>
                  </a:lnTo>
                  <a:lnTo>
                    <a:pt x="1996790" y="211670"/>
                  </a:lnTo>
                  <a:lnTo>
                    <a:pt x="2006534" y="201737"/>
                  </a:lnTo>
                  <a:lnTo>
                    <a:pt x="2016278" y="191970"/>
                  </a:lnTo>
                  <a:lnTo>
                    <a:pt x="2026022" y="182381"/>
                  </a:lnTo>
                  <a:lnTo>
                    <a:pt x="2035751" y="172977"/>
                  </a:lnTo>
                  <a:lnTo>
                    <a:pt x="2045495" y="163770"/>
                  </a:lnTo>
                  <a:lnTo>
                    <a:pt x="2055239" y="154763"/>
                  </a:lnTo>
                  <a:lnTo>
                    <a:pt x="2064983" y="145968"/>
                  </a:lnTo>
                  <a:lnTo>
                    <a:pt x="2074712" y="137391"/>
                  </a:lnTo>
                  <a:lnTo>
                    <a:pt x="2084456" y="129039"/>
                  </a:lnTo>
                  <a:lnTo>
                    <a:pt x="2094200" y="120919"/>
                  </a:lnTo>
                  <a:lnTo>
                    <a:pt x="2103944" y="113037"/>
                  </a:lnTo>
                  <a:lnTo>
                    <a:pt x="2113673" y="105398"/>
                  </a:lnTo>
                  <a:lnTo>
                    <a:pt x="2123417" y="98008"/>
                  </a:lnTo>
                  <a:lnTo>
                    <a:pt x="2133161" y="90873"/>
                  </a:lnTo>
                  <a:lnTo>
                    <a:pt x="2142905" y="83995"/>
                  </a:lnTo>
                  <a:lnTo>
                    <a:pt x="2152649" y="77378"/>
                  </a:lnTo>
                  <a:lnTo>
                    <a:pt x="2162377" y="71026"/>
                  </a:lnTo>
                  <a:lnTo>
                    <a:pt x="2172121" y="64943"/>
                  </a:lnTo>
                  <a:lnTo>
                    <a:pt x="2181865" y="59130"/>
                  </a:lnTo>
                  <a:lnTo>
                    <a:pt x="2191609" y="53590"/>
                  </a:lnTo>
                  <a:lnTo>
                    <a:pt x="2201338" y="48325"/>
                  </a:lnTo>
                  <a:lnTo>
                    <a:pt x="2211082" y="43334"/>
                  </a:lnTo>
                  <a:lnTo>
                    <a:pt x="2220826" y="38621"/>
                  </a:lnTo>
                  <a:lnTo>
                    <a:pt x="2230570" y="34186"/>
                  </a:lnTo>
                  <a:lnTo>
                    <a:pt x="2240299" y="30026"/>
                  </a:lnTo>
                  <a:lnTo>
                    <a:pt x="2250043" y="26145"/>
                  </a:lnTo>
                  <a:lnTo>
                    <a:pt x="2259787" y="22539"/>
                  </a:lnTo>
                  <a:lnTo>
                    <a:pt x="2269531" y="19211"/>
                  </a:lnTo>
                  <a:lnTo>
                    <a:pt x="2279260" y="16155"/>
                  </a:lnTo>
                  <a:lnTo>
                    <a:pt x="2289004" y="13373"/>
                  </a:lnTo>
                  <a:lnTo>
                    <a:pt x="2298748" y="10861"/>
                  </a:lnTo>
                  <a:lnTo>
                    <a:pt x="2308492" y="8619"/>
                  </a:lnTo>
                  <a:lnTo>
                    <a:pt x="2318236" y="6642"/>
                  </a:lnTo>
                  <a:lnTo>
                    <a:pt x="2327965" y="4930"/>
                  </a:lnTo>
                  <a:lnTo>
                    <a:pt x="2337709" y="3477"/>
                  </a:lnTo>
                  <a:lnTo>
                    <a:pt x="2347453" y="2282"/>
                  </a:lnTo>
                  <a:lnTo>
                    <a:pt x="2357197" y="1341"/>
                  </a:lnTo>
                  <a:lnTo>
                    <a:pt x="2366926" y="650"/>
                  </a:lnTo>
                  <a:lnTo>
                    <a:pt x="2376670" y="204"/>
                  </a:lnTo>
                  <a:lnTo>
                    <a:pt x="2386413" y="0"/>
                  </a:lnTo>
                  <a:lnTo>
                    <a:pt x="2396157" y="34"/>
                  </a:lnTo>
                  <a:lnTo>
                    <a:pt x="2405886" y="302"/>
                  </a:lnTo>
                  <a:lnTo>
                    <a:pt x="2415630" y="797"/>
                  </a:lnTo>
                  <a:lnTo>
                    <a:pt x="2425374" y="1517"/>
                  </a:lnTo>
                  <a:lnTo>
                    <a:pt x="2435118" y="2454"/>
                  </a:lnTo>
                  <a:lnTo>
                    <a:pt x="2444862" y="3604"/>
                  </a:lnTo>
                  <a:lnTo>
                    <a:pt x="2454591" y="4963"/>
                  </a:lnTo>
                  <a:lnTo>
                    <a:pt x="2464335" y="6524"/>
                  </a:lnTo>
                  <a:lnTo>
                    <a:pt x="2474079" y="8282"/>
                  </a:lnTo>
                  <a:lnTo>
                    <a:pt x="2483823" y="10231"/>
                  </a:lnTo>
                  <a:lnTo>
                    <a:pt x="2493552" y="12368"/>
                  </a:lnTo>
                  <a:lnTo>
                    <a:pt x="2503296" y="14683"/>
                  </a:lnTo>
                  <a:lnTo>
                    <a:pt x="2513040" y="17171"/>
                  </a:lnTo>
                  <a:lnTo>
                    <a:pt x="2522784" y="19829"/>
                  </a:lnTo>
                  <a:lnTo>
                    <a:pt x="2532513" y="22648"/>
                  </a:lnTo>
                  <a:lnTo>
                    <a:pt x="2542257" y="25623"/>
                  </a:lnTo>
                  <a:lnTo>
                    <a:pt x="2552001" y="28749"/>
                  </a:lnTo>
                  <a:lnTo>
                    <a:pt x="2561745" y="32018"/>
                  </a:lnTo>
                  <a:lnTo>
                    <a:pt x="2571474" y="35425"/>
                  </a:lnTo>
                  <a:lnTo>
                    <a:pt x="2581218" y="38964"/>
                  </a:lnTo>
                  <a:lnTo>
                    <a:pt x="2590962" y="42627"/>
                  </a:lnTo>
                  <a:lnTo>
                    <a:pt x="2600705" y="46410"/>
                  </a:lnTo>
                  <a:lnTo>
                    <a:pt x="2610449" y="50306"/>
                  </a:lnTo>
                  <a:lnTo>
                    <a:pt x="2620178" y="54311"/>
                  </a:lnTo>
                  <a:lnTo>
                    <a:pt x="2629922" y="58416"/>
                  </a:lnTo>
                  <a:lnTo>
                    <a:pt x="2639666" y="62616"/>
                  </a:lnTo>
                  <a:lnTo>
                    <a:pt x="2649410" y="66905"/>
                  </a:lnTo>
                  <a:lnTo>
                    <a:pt x="2659139" y="71278"/>
                  </a:lnTo>
                  <a:lnTo>
                    <a:pt x="2668883" y="75729"/>
                  </a:lnTo>
                  <a:lnTo>
                    <a:pt x="2678627" y="80250"/>
                  </a:lnTo>
                  <a:lnTo>
                    <a:pt x="2688371" y="84839"/>
                  </a:lnTo>
                  <a:lnTo>
                    <a:pt x="2698100" y="89489"/>
                  </a:lnTo>
                  <a:lnTo>
                    <a:pt x="2707844" y="94194"/>
                  </a:lnTo>
                  <a:lnTo>
                    <a:pt x="2717588" y="98949"/>
                  </a:lnTo>
                  <a:lnTo>
                    <a:pt x="2727332" y="103749"/>
                  </a:lnTo>
                  <a:lnTo>
                    <a:pt x="2737076" y="108590"/>
                  </a:lnTo>
                  <a:lnTo>
                    <a:pt x="2746805" y="113465"/>
                  </a:lnTo>
                  <a:lnTo>
                    <a:pt x="2756549" y="118371"/>
                  </a:lnTo>
                  <a:lnTo>
                    <a:pt x="2766293" y="123302"/>
                  </a:lnTo>
                  <a:lnTo>
                    <a:pt x="2776037" y="128256"/>
                  </a:lnTo>
                  <a:lnTo>
                    <a:pt x="2785766" y="133227"/>
                  </a:lnTo>
                  <a:lnTo>
                    <a:pt x="2795510" y="138212"/>
                  </a:lnTo>
                  <a:lnTo>
                    <a:pt x="2805254" y="143205"/>
                  </a:lnTo>
                  <a:lnTo>
                    <a:pt x="2814998" y="148205"/>
                  </a:lnTo>
                  <a:lnTo>
                    <a:pt x="2824727" y="153208"/>
                  </a:lnTo>
                  <a:lnTo>
                    <a:pt x="2834471" y="158209"/>
                  </a:lnTo>
                  <a:lnTo>
                    <a:pt x="2844215" y="163208"/>
                  </a:lnTo>
                  <a:lnTo>
                    <a:pt x="2853958" y="168201"/>
                  </a:lnTo>
                  <a:lnTo>
                    <a:pt x="2863687" y="173183"/>
                  </a:lnTo>
                  <a:lnTo>
                    <a:pt x="2873431" y="178156"/>
                  </a:lnTo>
                  <a:lnTo>
                    <a:pt x="2883175" y="183114"/>
                  </a:lnTo>
                  <a:lnTo>
                    <a:pt x="2892919" y="188056"/>
                  </a:lnTo>
                  <a:lnTo>
                    <a:pt x="2902663" y="192984"/>
                  </a:lnTo>
                  <a:lnTo>
                    <a:pt x="2912392" y="19789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8" name="Freeform 717">
              <a:extLst>
                <a:ext uri="{FF2B5EF4-FFF2-40B4-BE49-F238E27FC236}">
                  <a16:creationId xmlns:a16="http://schemas.microsoft.com/office/drawing/2014/main" id="{8EE0AE2A-8646-807C-F96C-CD49FED90FAD}"/>
                </a:ext>
              </a:extLst>
            </p:cNvPr>
            <p:cNvSpPr/>
            <p:nvPr/>
          </p:nvSpPr>
          <p:spPr>
            <a:xfrm>
              <a:off x="576446" y="3194408"/>
              <a:ext cx="2912392" cy="226871"/>
            </a:xfrm>
            <a:custGeom>
              <a:avLst/>
              <a:gdLst>
                <a:gd name="connsiteX0" fmla="*/ 0 w 2912392"/>
                <a:gd name="connsiteY0" fmla="*/ 130560 h 226871"/>
                <a:gd name="connsiteX1" fmla="*/ 9739 w 2912392"/>
                <a:gd name="connsiteY1" fmla="*/ 131770 h 226871"/>
                <a:gd name="connsiteX2" fmla="*/ 19480 w 2912392"/>
                <a:gd name="connsiteY2" fmla="*/ 133027 h 226871"/>
                <a:gd name="connsiteX3" fmla="*/ 29221 w 2912392"/>
                <a:gd name="connsiteY3" fmla="*/ 134320 h 226871"/>
                <a:gd name="connsiteX4" fmla="*/ 38961 w 2912392"/>
                <a:gd name="connsiteY4" fmla="*/ 135642 h 226871"/>
                <a:gd name="connsiteX5" fmla="*/ 48702 w 2912392"/>
                <a:gd name="connsiteY5" fmla="*/ 136978 h 226871"/>
                <a:gd name="connsiteX6" fmla="*/ 58443 w 2912392"/>
                <a:gd name="connsiteY6" fmla="*/ 138324 h 226871"/>
                <a:gd name="connsiteX7" fmla="*/ 68182 w 2912392"/>
                <a:gd name="connsiteY7" fmla="*/ 139666 h 226871"/>
                <a:gd name="connsiteX8" fmla="*/ 77923 w 2912392"/>
                <a:gd name="connsiteY8" fmla="*/ 140998 h 226871"/>
                <a:gd name="connsiteX9" fmla="*/ 87664 w 2912392"/>
                <a:gd name="connsiteY9" fmla="*/ 142308 h 226871"/>
                <a:gd name="connsiteX10" fmla="*/ 97404 w 2912392"/>
                <a:gd name="connsiteY10" fmla="*/ 143590 h 226871"/>
                <a:gd name="connsiteX11" fmla="*/ 107145 w 2912392"/>
                <a:gd name="connsiteY11" fmla="*/ 144833 h 226871"/>
                <a:gd name="connsiteX12" fmla="*/ 116886 w 2912392"/>
                <a:gd name="connsiteY12" fmla="*/ 146031 h 226871"/>
                <a:gd name="connsiteX13" fmla="*/ 126625 w 2912392"/>
                <a:gd name="connsiteY13" fmla="*/ 147175 h 226871"/>
                <a:gd name="connsiteX14" fmla="*/ 136366 w 2912392"/>
                <a:gd name="connsiteY14" fmla="*/ 148258 h 226871"/>
                <a:gd name="connsiteX15" fmla="*/ 146107 w 2912392"/>
                <a:gd name="connsiteY15" fmla="*/ 149273 h 226871"/>
                <a:gd name="connsiteX16" fmla="*/ 155846 w 2912392"/>
                <a:gd name="connsiteY16" fmla="*/ 150213 h 226871"/>
                <a:gd name="connsiteX17" fmla="*/ 165587 w 2912392"/>
                <a:gd name="connsiteY17" fmla="*/ 151073 h 226871"/>
                <a:gd name="connsiteX18" fmla="*/ 175328 w 2912392"/>
                <a:gd name="connsiteY18" fmla="*/ 151844 h 226871"/>
                <a:gd name="connsiteX19" fmla="*/ 185068 w 2912392"/>
                <a:gd name="connsiteY19" fmla="*/ 152525 h 226871"/>
                <a:gd name="connsiteX20" fmla="*/ 194809 w 2912392"/>
                <a:gd name="connsiteY20" fmla="*/ 153108 h 226871"/>
                <a:gd name="connsiteX21" fmla="*/ 204550 w 2912392"/>
                <a:gd name="connsiteY21" fmla="*/ 153591 h 226871"/>
                <a:gd name="connsiteX22" fmla="*/ 214289 w 2912392"/>
                <a:gd name="connsiteY22" fmla="*/ 153969 h 226871"/>
                <a:gd name="connsiteX23" fmla="*/ 224030 w 2912392"/>
                <a:gd name="connsiteY23" fmla="*/ 154237 h 226871"/>
                <a:gd name="connsiteX24" fmla="*/ 233771 w 2912392"/>
                <a:gd name="connsiteY24" fmla="*/ 154397 h 226871"/>
                <a:gd name="connsiteX25" fmla="*/ 243510 w 2912392"/>
                <a:gd name="connsiteY25" fmla="*/ 154443 h 226871"/>
                <a:gd name="connsiteX26" fmla="*/ 253251 w 2912392"/>
                <a:gd name="connsiteY26" fmla="*/ 154373 h 226871"/>
                <a:gd name="connsiteX27" fmla="*/ 262992 w 2912392"/>
                <a:gd name="connsiteY27" fmla="*/ 154188 h 226871"/>
                <a:gd name="connsiteX28" fmla="*/ 272732 w 2912392"/>
                <a:gd name="connsiteY28" fmla="*/ 153887 h 226871"/>
                <a:gd name="connsiteX29" fmla="*/ 282473 w 2912392"/>
                <a:gd name="connsiteY29" fmla="*/ 153468 h 226871"/>
                <a:gd name="connsiteX30" fmla="*/ 292214 w 2912392"/>
                <a:gd name="connsiteY30" fmla="*/ 152932 h 226871"/>
                <a:gd name="connsiteX31" fmla="*/ 301953 w 2912392"/>
                <a:gd name="connsiteY31" fmla="*/ 152281 h 226871"/>
                <a:gd name="connsiteX32" fmla="*/ 311694 w 2912392"/>
                <a:gd name="connsiteY32" fmla="*/ 151514 h 226871"/>
                <a:gd name="connsiteX33" fmla="*/ 321435 w 2912392"/>
                <a:gd name="connsiteY33" fmla="*/ 150635 h 226871"/>
                <a:gd name="connsiteX34" fmla="*/ 331175 w 2912392"/>
                <a:gd name="connsiteY34" fmla="*/ 149644 h 226871"/>
                <a:gd name="connsiteX35" fmla="*/ 340916 w 2912392"/>
                <a:gd name="connsiteY35" fmla="*/ 148544 h 226871"/>
                <a:gd name="connsiteX36" fmla="*/ 350656 w 2912392"/>
                <a:gd name="connsiteY36" fmla="*/ 147339 h 226871"/>
                <a:gd name="connsiteX37" fmla="*/ 360396 w 2912392"/>
                <a:gd name="connsiteY37" fmla="*/ 146031 h 226871"/>
                <a:gd name="connsiteX38" fmla="*/ 370137 w 2912392"/>
                <a:gd name="connsiteY38" fmla="*/ 144623 h 226871"/>
                <a:gd name="connsiteX39" fmla="*/ 379878 w 2912392"/>
                <a:gd name="connsiteY39" fmla="*/ 143120 h 226871"/>
                <a:gd name="connsiteX40" fmla="*/ 389617 w 2912392"/>
                <a:gd name="connsiteY40" fmla="*/ 141525 h 226871"/>
                <a:gd name="connsiteX41" fmla="*/ 399358 w 2912392"/>
                <a:gd name="connsiteY41" fmla="*/ 139843 h 226871"/>
                <a:gd name="connsiteX42" fmla="*/ 409099 w 2912392"/>
                <a:gd name="connsiteY42" fmla="*/ 138079 h 226871"/>
                <a:gd name="connsiteX43" fmla="*/ 418839 w 2912392"/>
                <a:gd name="connsiteY43" fmla="*/ 136238 h 226871"/>
                <a:gd name="connsiteX44" fmla="*/ 428580 w 2912392"/>
                <a:gd name="connsiteY44" fmla="*/ 134323 h 226871"/>
                <a:gd name="connsiteX45" fmla="*/ 438321 w 2912392"/>
                <a:gd name="connsiteY45" fmla="*/ 132340 h 226871"/>
                <a:gd name="connsiteX46" fmla="*/ 448060 w 2912392"/>
                <a:gd name="connsiteY46" fmla="*/ 130296 h 226871"/>
                <a:gd name="connsiteX47" fmla="*/ 457801 w 2912392"/>
                <a:gd name="connsiteY47" fmla="*/ 128194 h 226871"/>
                <a:gd name="connsiteX48" fmla="*/ 467542 w 2912392"/>
                <a:gd name="connsiteY48" fmla="*/ 126041 h 226871"/>
                <a:gd name="connsiteX49" fmla="*/ 477281 w 2912392"/>
                <a:gd name="connsiteY49" fmla="*/ 123840 h 226871"/>
                <a:gd name="connsiteX50" fmla="*/ 487022 w 2912392"/>
                <a:gd name="connsiteY50" fmla="*/ 121601 h 226871"/>
                <a:gd name="connsiteX51" fmla="*/ 496763 w 2912392"/>
                <a:gd name="connsiteY51" fmla="*/ 119324 h 226871"/>
                <a:gd name="connsiteX52" fmla="*/ 506503 w 2912392"/>
                <a:gd name="connsiteY52" fmla="*/ 117018 h 226871"/>
                <a:gd name="connsiteX53" fmla="*/ 516244 w 2912392"/>
                <a:gd name="connsiteY53" fmla="*/ 114686 h 226871"/>
                <a:gd name="connsiteX54" fmla="*/ 525985 w 2912392"/>
                <a:gd name="connsiteY54" fmla="*/ 112335 h 226871"/>
                <a:gd name="connsiteX55" fmla="*/ 535724 w 2912392"/>
                <a:gd name="connsiteY55" fmla="*/ 109971 h 226871"/>
                <a:gd name="connsiteX56" fmla="*/ 545465 w 2912392"/>
                <a:gd name="connsiteY56" fmla="*/ 107596 h 226871"/>
                <a:gd name="connsiteX57" fmla="*/ 555206 w 2912392"/>
                <a:gd name="connsiteY57" fmla="*/ 105215 h 226871"/>
                <a:gd name="connsiteX58" fmla="*/ 564946 w 2912392"/>
                <a:gd name="connsiteY58" fmla="*/ 102836 h 226871"/>
                <a:gd name="connsiteX59" fmla="*/ 574687 w 2912392"/>
                <a:gd name="connsiteY59" fmla="*/ 100461 h 226871"/>
                <a:gd name="connsiteX60" fmla="*/ 584428 w 2912392"/>
                <a:gd name="connsiteY60" fmla="*/ 98095 h 226871"/>
                <a:gd name="connsiteX61" fmla="*/ 594167 w 2912392"/>
                <a:gd name="connsiteY61" fmla="*/ 95741 h 226871"/>
                <a:gd name="connsiteX62" fmla="*/ 603908 w 2912392"/>
                <a:gd name="connsiteY62" fmla="*/ 93403 h 226871"/>
                <a:gd name="connsiteX63" fmla="*/ 613649 w 2912392"/>
                <a:gd name="connsiteY63" fmla="*/ 91086 h 226871"/>
                <a:gd name="connsiteX64" fmla="*/ 623388 w 2912392"/>
                <a:gd name="connsiteY64" fmla="*/ 88793 h 226871"/>
                <a:gd name="connsiteX65" fmla="*/ 633129 w 2912392"/>
                <a:gd name="connsiteY65" fmla="*/ 86527 h 226871"/>
                <a:gd name="connsiteX66" fmla="*/ 642870 w 2912392"/>
                <a:gd name="connsiteY66" fmla="*/ 84290 h 226871"/>
                <a:gd name="connsiteX67" fmla="*/ 652610 w 2912392"/>
                <a:gd name="connsiteY67" fmla="*/ 82086 h 226871"/>
                <a:gd name="connsiteX68" fmla="*/ 662351 w 2912392"/>
                <a:gd name="connsiteY68" fmla="*/ 79915 h 226871"/>
                <a:gd name="connsiteX69" fmla="*/ 672092 w 2912392"/>
                <a:gd name="connsiteY69" fmla="*/ 77783 h 226871"/>
                <a:gd name="connsiteX70" fmla="*/ 681831 w 2912392"/>
                <a:gd name="connsiteY70" fmla="*/ 75688 h 226871"/>
                <a:gd name="connsiteX71" fmla="*/ 691572 w 2912392"/>
                <a:gd name="connsiteY71" fmla="*/ 73634 h 226871"/>
                <a:gd name="connsiteX72" fmla="*/ 701313 w 2912392"/>
                <a:gd name="connsiteY72" fmla="*/ 71622 h 226871"/>
                <a:gd name="connsiteX73" fmla="*/ 711052 w 2912392"/>
                <a:gd name="connsiteY73" fmla="*/ 69651 h 226871"/>
                <a:gd name="connsiteX74" fmla="*/ 720793 w 2912392"/>
                <a:gd name="connsiteY74" fmla="*/ 67726 h 226871"/>
                <a:gd name="connsiteX75" fmla="*/ 730534 w 2912392"/>
                <a:gd name="connsiteY75" fmla="*/ 65845 h 226871"/>
                <a:gd name="connsiteX76" fmla="*/ 740274 w 2912392"/>
                <a:gd name="connsiteY76" fmla="*/ 64008 h 226871"/>
                <a:gd name="connsiteX77" fmla="*/ 750015 w 2912392"/>
                <a:gd name="connsiteY77" fmla="*/ 62215 h 226871"/>
                <a:gd name="connsiteX78" fmla="*/ 759756 w 2912392"/>
                <a:gd name="connsiteY78" fmla="*/ 60468 h 226871"/>
                <a:gd name="connsiteX79" fmla="*/ 769495 w 2912392"/>
                <a:gd name="connsiteY79" fmla="*/ 58766 h 226871"/>
                <a:gd name="connsiteX80" fmla="*/ 779236 w 2912392"/>
                <a:gd name="connsiteY80" fmla="*/ 57109 h 226871"/>
                <a:gd name="connsiteX81" fmla="*/ 788977 w 2912392"/>
                <a:gd name="connsiteY81" fmla="*/ 55496 h 226871"/>
                <a:gd name="connsiteX82" fmla="*/ 798717 w 2912392"/>
                <a:gd name="connsiteY82" fmla="*/ 53925 h 226871"/>
                <a:gd name="connsiteX83" fmla="*/ 808458 w 2912392"/>
                <a:gd name="connsiteY83" fmla="*/ 52398 h 226871"/>
                <a:gd name="connsiteX84" fmla="*/ 818199 w 2912392"/>
                <a:gd name="connsiteY84" fmla="*/ 50913 h 226871"/>
                <a:gd name="connsiteX85" fmla="*/ 827938 w 2912392"/>
                <a:gd name="connsiteY85" fmla="*/ 49469 h 226871"/>
                <a:gd name="connsiteX86" fmla="*/ 837679 w 2912392"/>
                <a:gd name="connsiteY86" fmla="*/ 48064 h 226871"/>
                <a:gd name="connsiteX87" fmla="*/ 847420 w 2912392"/>
                <a:gd name="connsiteY87" fmla="*/ 46698 h 226871"/>
                <a:gd name="connsiteX88" fmla="*/ 857159 w 2912392"/>
                <a:gd name="connsiteY88" fmla="*/ 45369 h 226871"/>
                <a:gd name="connsiteX89" fmla="*/ 866900 w 2912392"/>
                <a:gd name="connsiteY89" fmla="*/ 44077 h 226871"/>
                <a:gd name="connsiteX90" fmla="*/ 876641 w 2912392"/>
                <a:gd name="connsiteY90" fmla="*/ 42820 h 226871"/>
                <a:gd name="connsiteX91" fmla="*/ 886381 w 2912392"/>
                <a:gd name="connsiteY91" fmla="*/ 41595 h 226871"/>
                <a:gd name="connsiteX92" fmla="*/ 896122 w 2912392"/>
                <a:gd name="connsiteY92" fmla="*/ 40405 h 226871"/>
                <a:gd name="connsiteX93" fmla="*/ 905863 w 2912392"/>
                <a:gd name="connsiteY93" fmla="*/ 39242 h 226871"/>
                <a:gd name="connsiteX94" fmla="*/ 915602 w 2912392"/>
                <a:gd name="connsiteY94" fmla="*/ 38112 h 226871"/>
                <a:gd name="connsiteX95" fmla="*/ 925343 w 2912392"/>
                <a:gd name="connsiteY95" fmla="*/ 37009 h 226871"/>
                <a:gd name="connsiteX96" fmla="*/ 935084 w 2912392"/>
                <a:gd name="connsiteY96" fmla="*/ 35932 h 226871"/>
                <a:gd name="connsiteX97" fmla="*/ 944824 w 2912392"/>
                <a:gd name="connsiteY97" fmla="*/ 34881 h 226871"/>
                <a:gd name="connsiteX98" fmla="*/ 954564 w 2912392"/>
                <a:gd name="connsiteY98" fmla="*/ 33855 h 226871"/>
                <a:gd name="connsiteX99" fmla="*/ 964305 w 2912392"/>
                <a:gd name="connsiteY99" fmla="*/ 32854 h 226871"/>
                <a:gd name="connsiteX100" fmla="*/ 974045 w 2912392"/>
                <a:gd name="connsiteY100" fmla="*/ 31873 h 226871"/>
                <a:gd name="connsiteX101" fmla="*/ 983786 w 2912392"/>
                <a:gd name="connsiteY101" fmla="*/ 30914 h 226871"/>
                <a:gd name="connsiteX102" fmla="*/ 993522 w 2912392"/>
                <a:gd name="connsiteY102" fmla="*/ 29975 h 226871"/>
                <a:gd name="connsiteX103" fmla="*/ 1003266 w 2912392"/>
                <a:gd name="connsiteY103" fmla="*/ 29056 h 226871"/>
                <a:gd name="connsiteX104" fmla="*/ 1013010 w 2912392"/>
                <a:gd name="connsiteY104" fmla="*/ 28156 h 226871"/>
                <a:gd name="connsiteX105" fmla="*/ 1022754 w 2912392"/>
                <a:gd name="connsiteY105" fmla="*/ 27274 h 226871"/>
                <a:gd name="connsiteX106" fmla="*/ 1032483 w 2912392"/>
                <a:gd name="connsiteY106" fmla="*/ 26408 h 226871"/>
                <a:gd name="connsiteX107" fmla="*/ 1042227 w 2912392"/>
                <a:gd name="connsiteY107" fmla="*/ 25561 h 226871"/>
                <a:gd name="connsiteX108" fmla="*/ 1051971 w 2912392"/>
                <a:gd name="connsiteY108" fmla="*/ 24728 h 226871"/>
                <a:gd name="connsiteX109" fmla="*/ 1061715 w 2912392"/>
                <a:gd name="connsiteY109" fmla="*/ 23913 h 226871"/>
                <a:gd name="connsiteX110" fmla="*/ 1071444 w 2912392"/>
                <a:gd name="connsiteY110" fmla="*/ 23113 h 226871"/>
                <a:gd name="connsiteX111" fmla="*/ 1081188 w 2912392"/>
                <a:gd name="connsiteY111" fmla="*/ 22328 h 226871"/>
                <a:gd name="connsiteX112" fmla="*/ 1090932 w 2912392"/>
                <a:gd name="connsiteY112" fmla="*/ 21559 h 226871"/>
                <a:gd name="connsiteX113" fmla="*/ 1100676 w 2912392"/>
                <a:gd name="connsiteY113" fmla="*/ 20803 h 226871"/>
                <a:gd name="connsiteX114" fmla="*/ 1110405 w 2912392"/>
                <a:gd name="connsiteY114" fmla="*/ 20064 h 226871"/>
                <a:gd name="connsiteX115" fmla="*/ 1120149 w 2912392"/>
                <a:gd name="connsiteY115" fmla="*/ 19339 h 226871"/>
                <a:gd name="connsiteX116" fmla="*/ 1129893 w 2912392"/>
                <a:gd name="connsiteY116" fmla="*/ 18630 h 226871"/>
                <a:gd name="connsiteX117" fmla="*/ 1139637 w 2912392"/>
                <a:gd name="connsiteY117" fmla="*/ 17935 h 226871"/>
                <a:gd name="connsiteX118" fmla="*/ 1149381 w 2912392"/>
                <a:gd name="connsiteY118" fmla="*/ 17256 h 226871"/>
                <a:gd name="connsiteX119" fmla="*/ 1159110 w 2912392"/>
                <a:gd name="connsiteY119" fmla="*/ 16591 h 226871"/>
                <a:gd name="connsiteX120" fmla="*/ 1168854 w 2912392"/>
                <a:gd name="connsiteY120" fmla="*/ 15942 h 226871"/>
                <a:gd name="connsiteX121" fmla="*/ 1178598 w 2912392"/>
                <a:gd name="connsiteY121" fmla="*/ 15309 h 226871"/>
                <a:gd name="connsiteX122" fmla="*/ 1188341 w 2912392"/>
                <a:gd name="connsiteY122" fmla="*/ 14692 h 226871"/>
                <a:gd name="connsiteX123" fmla="*/ 1198070 w 2912392"/>
                <a:gd name="connsiteY123" fmla="*/ 14088 h 226871"/>
                <a:gd name="connsiteX124" fmla="*/ 1207814 w 2912392"/>
                <a:gd name="connsiteY124" fmla="*/ 13503 h 226871"/>
                <a:gd name="connsiteX125" fmla="*/ 1217558 w 2912392"/>
                <a:gd name="connsiteY125" fmla="*/ 12932 h 226871"/>
                <a:gd name="connsiteX126" fmla="*/ 1227302 w 2912392"/>
                <a:gd name="connsiteY126" fmla="*/ 12378 h 226871"/>
                <a:gd name="connsiteX127" fmla="*/ 1237031 w 2912392"/>
                <a:gd name="connsiteY127" fmla="*/ 11840 h 226871"/>
                <a:gd name="connsiteX128" fmla="*/ 1246775 w 2912392"/>
                <a:gd name="connsiteY128" fmla="*/ 11319 h 226871"/>
                <a:gd name="connsiteX129" fmla="*/ 1256519 w 2912392"/>
                <a:gd name="connsiteY129" fmla="*/ 10812 h 226871"/>
                <a:gd name="connsiteX130" fmla="*/ 1266263 w 2912392"/>
                <a:gd name="connsiteY130" fmla="*/ 10323 h 226871"/>
                <a:gd name="connsiteX131" fmla="*/ 1276007 w 2912392"/>
                <a:gd name="connsiteY131" fmla="*/ 9850 h 226871"/>
                <a:gd name="connsiteX132" fmla="*/ 1285736 w 2912392"/>
                <a:gd name="connsiteY132" fmla="*/ 9391 h 226871"/>
                <a:gd name="connsiteX133" fmla="*/ 1295480 w 2912392"/>
                <a:gd name="connsiteY133" fmla="*/ 8950 h 226871"/>
                <a:gd name="connsiteX134" fmla="*/ 1305224 w 2912392"/>
                <a:gd name="connsiteY134" fmla="*/ 8522 h 226871"/>
                <a:gd name="connsiteX135" fmla="*/ 1314968 w 2912392"/>
                <a:gd name="connsiteY135" fmla="*/ 8111 h 226871"/>
                <a:gd name="connsiteX136" fmla="*/ 1324697 w 2912392"/>
                <a:gd name="connsiteY136" fmla="*/ 7715 h 226871"/>
                <a:gd name="connsiteX137" fmla="*/ 1334441 w 2912392"/>
                <a:gd name="connsiteY137" fmla="*/ 7332 h 226871"/>
                <a:gd name="connsiteX138" fmla="*/ 1344185 w 2912392"/>
                <a:gd name="connsiteY138" fmla="*/ 6964 h 226871"/>
                <a:gd name="connsiteX139" fmla="*/ 1353929 w 2912392"/>
                <a:gd name="connsiteY139" fmla="*/ 6609 h 226871"/>
                <a:gd name="connsiteX140" fmla="*/ 1363658 w 2912392"/>
                <a:gd name="connsiteY140" fmla="*/ 6268 h 226871"/>
                <a:gd name="connsiteX141" fmla="*/ 1373402 w 2912392"/>
                <a:gd name="connsiteY141" fmla="*/ 5939 h 226871"/>
                <a:gd name="connsiteX142" fmla="*/ 1383146 w 2912392"/>
                <a:gd name="connsiteY142" fmla="*/ 5623 h 226871"/>
                <a:gd name="connsiteX143" fmla="*/ 1392890 w 2912392"/>
                <a:gd name="connsiteY143" fmla="*/ 5317 h 226871"/>
                <a:gd name="connsiteX144" fmla="*/ 1402619 w 2912392"/>
                <a:gd name="connsiteY144" fmla="*/ 5022 h 226871"/>
                <a:gd name="connsiteX145" fmla="*/ 1412363 w 2912392"/>
                <a:gd name="connsiteY145" fmla="*/ 4738 h 226871"/>
                <a:gd name="connsiteX146" fmla="*/ 1422106 w 2912392"/>
                <a:gd name="connsiteY146" fmla="*/ 4464 h 226871"/>
                <a:gd name="connsiteX147" fmla="*/ 1431850 w 2912392"/>
                <a:gd name="connsiteY147" fmla="*/ 4197 h 226871"/>
                <a:gd name="connsiteX148" fmla="*/ 1441594 w 2912392"/>
                <a:gd name="connsiteY148" fmla="*/ 3939 h 226871"/>
                <a:gd name="connsiteX149" fmla="*/ 1451323 w 2912392"/>
                <a:gd name="connsiteY149" fmla="*/ 3690 h 226871"/>
                <a:gd name="connsiteX150" fmla="*/ 1461067 w 2912392"/>
                <a:gd name="connsiteY150" fmla="*/ 3448 h 226871"/>
                <a:gd name="connsiteX151" fmla="*/ 1470811 w 2912392"/>
                <a:gd name="connsiteY151" fmla="*/ 3212 h 226871"/>
                <a:gd name="connsiteX152" fmla="*/ 1480555 w 2912392"/>
                <a:gd name="connsiteY152" fmla="*/ 2983 h 226871"/>
                <a:gd name="connsiteX153" fmla="*/ 1490284 w 2912392"/>
                <a:gd name="connsiteY153" fmla="*/ 2759 h 226871"/>
                <a:gd name="connsiteX154" fmla="*/ 1500028 w 2912392"/>
                <a:gd name="connsiteY154" fmla="*/ 2543 h 226871"/>
                <a:gd name="connsiteX155" fmla="*/ 1509772 w 2912392"/>
                <a:gd name="connsiteY155" fmla="*/ 2330 h 226871"/>
                <a:gd name="connsiteX156" fmla="*/ 1519516 w 2912392"/>
                <a:gd name="connsiteY156" fmla="*/ 2125 h 226871"/>
                <a:gd name="connsiteX157" fmla="*/ 1529245 w 2912392"/>
                <a:gd name="connsiteY157" fmla="*/ 1923 h 226871"/>
                <a:gd name="connsiteX158" fmla="*/ 1538989 w 2912392"/>
                <a:gd name="connsiteY158" fmla="*/ 1728 h 226871"/>
                <a:gd name="connsiteX159" fmla="*/ 1548733 w 2912392"/>
                <a:gd name="connsiteY159" fmla="*/ 1539 h 226871"/>
                <a:gd name="connsiteX160" fmla="*/ 1558477 w 2912392"/>
                <a:gd name="connsiteY160" fmla="*/ 1357 h 226871"/>
                <a:gd name="connsiteX161" fmla="*/ 1568221 w 2912392"/>
                <a:gd name="connsiteY161" fmla="*/ 1180 h 226871"/>
                <a:gd name="connsiteX162" fmla="*/ 1577950 w 2912392"/>
                <a:gd name="connsiteY162" fmla="*/ 1012 h 226871"/>
                <a:gd name="connsiteX163" fmla="*/ 1587694 w 2912392"/>
                <a:gd name="connsiteY163" fmla="*/ 851 h 226871"/>
                <a:gd name="connsiteX164" fmla="*/ 1597438 w 2912392"/>
                <a:gd name="connsiteY164" fmla="*/ 700 h 226871"/>
                <a:gd name="connsiteX165" fmla="*/ 1607182 w 2912392"/>
                <a:gd name="connsiteY165" fmla="*/ 560 h 226871"/>
                <a:gd name="connsiteX166" fmla="*/ 1616911 w 2912392"/>
                <a:gd name="connsiteY166" fmla="*/ 431 h 226871"/>
                <a:gd name="connsiteX167" fmla="*/ 1626655 w 2912392"/>
                <a:gd name="connsiteY167" fmla="*/ 314 h 226871"/>
                <a:gd name="connsiteX168" fmla="*/ 1636399 w 2912392"/>
                <a:gd name="connsiteY168" fmla="*/ 215 h 226871"/>
                <a:gd name="connsiteX169" fmla="*/ 1646142 w 2912392"/>
                <a:gd name="connsiteY169" fmla="*/ 130 h 226871"/>
                <a:gd name="connsiteX170" fmla="*/ 1655872 w 2912392"/>
                <a:gd name="connsiteY170" fmla="*/ 66 h 226871"/>
                <a:gd name="connsiteX171" fmla="*/ 1665616 w 2912392"/>
                <a:gd name="connsiteY171" fmla="*/ 21 h 226871"/>
                <a:gd name="connsiteX172" fmla="*/ 1675359 w 2912392"/>
                <a:gd name="connsiteY172" fmla="*/ 0 h 226871"/>
                <a:gd name="connsiteX173" fmla="*/ 1685103 w 2912392"/>
                <a:gd name="connsiteY173" fmla="*/ 4 h 226871"/>
                <a:gd name="connsiteX174" fmla="*/ 1694832 w 2912392"/>
                <a:gd name="connsiteY174" fmla="*/ 39 h 226871"/>
                <a:gd name="connsiteX175" fmla="*/ 1704576 w 2912392"/>
                <a:gd name="connsiteY175" fmla="*/ 104 h 226871"/>
                <a:gd name="connsiteX176" fmla="*/ 1714320 w 2912392"/>
                <a:gd name="connsiteY176" fmla="*/ 204 h 226871"/>
                <a:gd name="connsiteX177" fmla="*/ 1724064 w 2912392"/>
                <a:gd name="connsiteY177" fmla="*/ 340 h 226871"/>
                <a:gd name="connsiteX178" fmla="*/ 1733808 w 2912392"/>
                <a:gd name="connsiteY178" fmla="*/ 518 h 226871"/>
                <a:gd name="connsiteX179" fmla="*/ 1743537 w 2912392"/>
                <a:gd name="connsiteY179" fmla="*/ 740 h 226871"/>
                <a:gd name="connsiteX180" fmla="*/ 1753281 w 2912392"/>
                <a:gd name="connsiteY180" fmla="*/ 1010 h 226871"/>
                <a:gd name="connsiteX181" fmla="*/ 1763025 w 2912392"/>
                <a:gd name="connsiteY181" fmla="*/ 1330 h 226871"/>
                <a:gd name="connsiteX182" fmla="*/ 1772769 w 2912392"/>
                <a:gd name="connsiteY182" fmla="*/ 1706 h 226871"/>
                <a:gd name="connsiteX183" fmla="*/ 1782498 w 2912392"/>
                <a:gd name="connsiteY183" fmla="*/ 2140 h 226871"/>
                <a:gd name="connsiteX184" fmla="*/ 1792242 w 2912392"/>
                <a:gd name="connsiteY184" fmla="*/ 2636 h 226871"/>
                <a:gd name="connsiteX185" fmla="*/ 1801986 w 2912392"/>
                <a:gd name="connsiteY185" fmla="*/ 3197 h 226871"/>
                <a:gd name="connsiteX186" fmla="*/ 1811730 w 2912392"/>
                <a:gd name="connsiteY186" fmla="*/ 3829 h 226871"/>
                <a:gd name="connsiteX187" fmla="*/ 1821459 w 2912392"/>
                <a:gd name="connsiteY187" fmla="*/ 4534 h 226871"/>
                <a:gd name="connsiteX188" fmla="*/ 1831203 w 2912392"/>
                <a:gd name="connsiteY188" fmla="*/ 5316 h 226871"/>
                <a:gd name="connsiteX189" fmla="*/ 1840947 w 2912392"/>
                <a:gd name="connsiteY189" fmla="*/ 6179 h 226871"/>
                <a:gd name="connsiteX190" fmla="*/ 1850691 w 2912392"/>
                <a:gd name="connsiteY190" fmla="*/ 7125 h 226871"/>
                <a:gd name="connsiteX191" fmla="*/ 1860435 w 2912392"/>
                <a:gd name="connsiteY191" fmla="*/ 8159 h 226871"/>
                <a:gd name="connsiteX192" fmla="*/ 1870164 w 2912392"/>
                <a:gd name="connsiteY192" fmla="*/ 9284 h 226871"/>
                <a:gd name="connsiteX193" fmla="*/ 1879908 w 2912392"/>
                <a:gd name="connsiteY193" fmla="*/ 10502 h 226871"/>
                <a:gd name="connsiteX194" fmla="*/ 1889652 w 2912392"/>
                <a:gd name="connsiteY194" fmla="*/ 11818 h 226871"/>
                <a:gd name="connsiteX195" fmla="*/ 1899395 w 2912392"/>
                <a:gd name="connsiteY195" fmla="*/ 13233 h 226871"/>
                <a:gd name="connsiteX196" fmla="*/ 1909124 w 2912392"/>
                <a:gd name="connsiteY196" fmla="*/ 14750 h 226871"/>
                <a:gd name="connsiteX197" fmla="*/ 1918868 w 2912392"/>
                <a:gd name="connsiteY197" fmla="*/ 16372 h 226871"/>
                <a:gd name="connsiteX198" fmla="*/ 1928612 w 2912392"/>
                <a:gd name="connsiteY198" fmla="*/ 18102 h 226871"/>
                <a:gd name="connsiteX199" fmla="*/ 1938356 w 2912392"/>
                <a:gd name="connsiteY199" fmla="*/ 19939 h 226871"/>
                <a:gd name="connsiteX200" fmla="*/ 1948085 w 2912392"/>
                <a:gd name="connsiteY200" fmla="*/ 21887 h 226871"/>
                <a:gd name="connsiteX201" fmla="*/ 1957829 w 2912392"/>
                <a:gd name="connsiteY201" fmla="*/ 23947 h 226871"/>
                <a:gd name="connsiteX202" fmla="*/ 1967573 w 2912392"/>
                <a:gd name="connsiteY202" fmla="*/ 26118 h 226871"/>
                <a:gd name="connsiteX203" fmla="*/ 1977317 w 2912392"/>
                <a:gd name="connsiteY203" fmla="*/ 28403 h 226871"/>
                <a:gd name="connsiteX204" fmla="*/ 1987046 w 2912392"/>
                <a:gd name="connsiteY204" fmla="*/ 30801 h 226871"/>
                <a:gd name="connsiteX205" fmla="*/ 1996790 w 2912392"/>
                <a:gd name="connsiteY205" fmla="*/ 33313 h 226871"/>
                <a:gd name="connsiteX206" fmla="*/ 2006534 w 2912392"/>
                <a:gd name="connsiteY206" fmla="*/ 35936 h 226871"/>
                <a:gd name="connsiteX207" fmla="*/ 2016278 w 2912392"/>
                <a:gd name="connsiteY207" fmla="*/ 38672 h 226871"/>
                <a:gd name="connsiteX208" fmla="*/ 2026022 w 2912392"/>
                <a:gd name="connsiteY208" fmla="*/ 41519 h 226871"/>
                <a:gd name="connsiteX209" fmla="*/ 2035751 w 2912392"/>
                <a:gd name="connsiteY209" fmla="*/ 44475 h 226871"/>
                <a:gd name="connsiteX210" fmla="*/ 2045495 w 2912392"/>
                <a:gd name="connsiteY210" fmla="*/ 47538 h 226871"/>
                <a:gd name="connsiteX211" fmla="*/ 2055239 w 2912392"/>
                <a:gd name="connsiteY211" fmla="*/ 50706 h 226871"/>
                <a:gd name="connsiteX212" fmla="*/ 2064983 w 2912392"/>
                <a:gd name="connsiteY212" fmla="*/ 53976 h 226871"/>
                <a:gd name="connsiteX213" fmla="*/ 2074712 w 2912392"/>
                <a:gd name="connsiteY213" fmla="*/ 57345 h 226871"/>
                <a:gd name="connsiteX214" fmla="*/ 2084456 w 2912392"/>
                <a:gd name="connsiteY214" fmla="*/ 60810 h 226871"/>
                <a:gd name="connsiteX215" fmla="*/ 2094200 w 2912392"/>
                <a:gd name="connsiteY215" fmla="*/ 64367 h 226871"/>
                <a:gd name="connsiteX216" fmla="*/ 2103944 w 2912392"/>
                <a:gd name="connsiteY216" fmla="*/ 68009 h 226871"/>
                <a:gd name="connsiteX217" fmla="*/ 2113673 w 2912392"/>
                <a:gd name="connsiteY217" fmla="*/ 71737 h 226871"/>
                <a:gd name="connsiteX218" fmla="*/ 2123417 w 2912392"/>
                <a:gd name="connsiteY218" fmla="*/ 75541 h 226871"/>
                <a:gd name="connsiteX219" fmla="*/ 2133161 w 2912392"/>
                <a:gd name="connsiteY219" fmla="*/ 79418 h 226871"/>
                <a:gd name="connsiteX220" fmla="*/ 2142905 w 2912392"/>
                <a:gd name="connsiteY220" fmla="*/ 83361 h 226871"/>
                <a:gd name="connsiteX221" fmla="*/ 2152649 w 2912392"/>
                <a:gd name="connsiteY221" fmla="*/ 87366 h 226871"/>
                <a:gd name="connsiteX222" fmla="*/ 2162377 w 2912392"/>
                <a:gd name="connsiteY222" fmla="*/ 91426 h 226871"/>
                <a:gd name="connsiteX223" fmla="*/ 2172121 w 2912392"/>
                <a:gd name="connsiteY223" fmla="*/ 95534 h 226871"/>
                <a:gd name="connsiteX224" fmla="*/ 2181865 w 2912392"/>
                <a:gd name="connsiteY224" fmla="*/ 99685 h 226871"/>
                <a:gd name="connsiteX225" fmla="*/ 2191609 w 2912392"/>
                <a:gd name="connsiteY225" fmla="*/ 103870 h 226871"/>
                <a:gd name="connsiteX226" fmla="*/ 2201338 w 2912392"/>
                <a:gd name="connsiteY226" fmla="*/ 108083 h 226871"/>
                <a:gd name="connsiteX227" fmla="*/ 2211082 w 2912392"/>
                <a:gd name="connsiteY227" fmla="*/ 112316 h 226871"/>
                <a:gd name="connsiteX228" fmla="*/ 2220826 w 2912392"/>
                <a:gd name="connsiteY228" fmla="*/ 116564 h 226871"/>
                <a:gd name="connsiteX229" fmla="*/ 2230570 w 2912392"/>
                <a:gd name="connsiteY229" fmla="*/ 120817 h 226871"/>
                <a:gd name="connsiteX230" fmla="*/ 2240299 w 2912392"/>
                <a:gd name="connsiteY230" fmla="*/ 125068 h 226871"/>
                <a:gd name="connsiteX231" fmla="*/ 2250043 w 2912392"/>
                <a:gd name="connsiteY231" fmla="*/ 129311 h 226871"/>
                <a:gd name="connsiteX232" fmla="*/ 2259787 w 2912392"/>
                <a:gd name="connsiteY232" fmla="*/ 133537 h 226871"/>
                <a:gd name="connsiteX233" fmla="*/ 2269531 w 2912392"/>
                <a:gd name="connsiteY233" fmla="*/ 137738 h 226871"/>
                <a:gd name="connsiteX234" fmla="*/ 2279260 w 2912392"/>
                <a:gd name="connsiteY234" fmla="*/ 141907 h 226871"/>
                <a:gd name="connsiteX235" fmla="*/ 2289004 w 2912392"/>
                <a:gd name="connsiteY235" fmla="*/ 146037 h 226871"/>
                <a:gd name="connsiteX236" fmla="*/ 2298748 w 2912392"/>
                <a:gd name="connsiteY236" fmla="*/ 150119 h 226871"/>
                <a:gd name="connsiteX237" fmla="*/ 2308492 w 2912392"/>
                <a:gd name="connsiteY237" fmla="*/ 154148 h 226871"/>
                <a:gd name="connsiteX238" fmla="*/ 2318236 w 2912392"/>
                <a:gd name="connsiteY238" fmla="*/ 158115 h 226871"/>
                <a:gd name="connsiteX239" fmla="*/ 2327965 w 2912392"/>
                <a:gd name="connsiteY239" fmla="*/ 162016 h 226871"/>
                <a:gd name="connsiteX240" fmla="*/ 2337709 w 2912392"/>
                <a:gd name="connsiteY240" fmla="*/ 165841 h 226871"/>
                <a:gd name="connsiteX241" fmla="*/ 2347453 w 2912392"/>
                <a:gd name="connsiteY241" fmla="*/ 169583 h 226871"/>
                <a:gd name="connsiteX242" fmla="*/ 2357197 w 2912392"/>
                <a:gd name="connsiteY242" fmla="*/ 173239 h 226871"/>
                <a:gd name="connsiteX243" fmla="*/ 2366926 w 2912392"/>
                <a:gd name="connsiteY243" fmla="*/ 176802 h 226871"/>
                <a:gd name="connsiteX244" fmla="*/ 2376670 w 2912392"/>
                <a:gd name="connsiteY244" fmla="*/ 180266 h 226871"/>
                <a:gd name="connsiteX245" fmla="*/ 2386413 w 2912392"/>
                <a:gd name="connsiteY245" fmla="*/ 183624 h 226871"/>
                <a:gd name="connsiteX246" fmla="*/ 2396157 w 2912392"/>
                <a:gd name="connsiteY246" fmla="*/ 186875 h 226871"/>
                <a:gd name="connsiteX247" fmla="*/ 2405886 w 2912392"/>
                <a:gd name="connsiteY247" fmla="*/ 190010 h 226871"/>
                <a:gd name="connsiteX248" fmla="*/ 2415630 w 2912392"/>
                <a:gd name="connsiteY248" fmla="*/ 193028 h 226871"/>
                <a:gd name="connsiteX249" fmla="*/ 2425374 w 2912392"/>
                <a:gd name="connsiteY249" fmla="*/ 195925 h 226871"/>
                <a:gd name="connsiteX250" fmla="*/ 2435118 w 2912392"/>
                <a:gd name="connsiteY250" fmla="*/ 198696 h 226871"/>
                <a:gd name="connsiteX251" fmla="*/ 2444862 w 2912392"/>
                <a:gd name="connsiteY251" fmla="*/ 201339 h 226871"/>
                <a:gd name="connsiteX252" fmla="*/ 2454591 w 2912392"/>
                <a:gd name="connsiteY252" fmla="*/ 203852 h 226871"/>
                <a:gd name="connsiteX253" fmla="*/ 2464335 w 2912392"/>
                <a:gd name="connsiteY253" fmla="*/ 206232 h 226871"/>
                <a:gd name="connsiteX254" fmla="*/ 2474079 w 2912392"/>
                <a:gd name="connsiteY254" fmla="*/ 208478 h 226871"/>
                <a:gd name="connsiteX255" fmla="*/ 2483823 w 2912392"/>
                <a:gd name="connsiteY255" fmla="*/ 210590 h 226871"/>
                <a:gd name="connsiteX256" fmla="*/ 2493552 w 2912392"/>
                <a:gd name="connsiteY256" fmla="*/ 212564 h 226871"/>
                <a:gd name="connsiteX257" fmla="*/ 2503296 w 2912392"/>
                <a:gd name="connsiteY257" fmla="*/ 214404 h 226871"/>
                <a:gd name="connsiteX258" fmla="*/ 2513040 w 2912392"/>
                <a:gd name="connsiteY258" fmla="*/ 216107 h 226871"/>
                <a:gd name="connsiteX259" fmla="*/ 2522784 w 2912392"/>
                <a:gd name="connsiteY259" fmla="*/ 217676 h 226871"/>
                <a:gd name="connsiteX260" fmla="*/ 2532513 w 2912392"/>
                <a:gd name="connsiteY260" fmla="*/ 219109 h 226871"/>
                <a:gd name="connsiteX261" fmla="*/ 2542257 w 2912392"/>
                <a:gd name="connsiteY261" fmla="*/ 220411 h 226871"/>
                <a:gd name="connsiteX262" fmla="*/ 2552001 w 2912392"/>
                <a:gd name="connsiteY262" fmla="*/ 221584 h 226871"/>
                <a:gd name="connsiteX263" fmla="*/ 2561745 w 2912392"/>
                <a:gd name="connsiteY263" fmla="*/ 222628 h 226871"/>
                <a:gd name="connsiteX264" fmla="*/ 2571474 w 2912392"/>
                <a:gd name="connsiteY264" fmla="*/ 223547 h 226871"/>
                <a:gd name="connsiteX265" fmla="*/ 2581218 w 2912392"/>
                <a:gd name="connsiteY265" fmla="*/ 224344 h 226871"/>
                <a:gd name="connsiteX266" fmla="*/ 2590962 w 2912392"/>
                <a:gd name="connsiteY266" fmla="*/ 225024 h 226871"/>
                <a:gd name="connsiteX267" fmla="*/ 2600705 w 2912392"/>
                <a:gd name="connsiteY267" fmla="*/ 225590 h 226871"/>
                <a:gd name="connsiteX268" fmla="*/ 2610449 w 2912392"/>
                <a:gd name="connsiteY268" fmla="*/ 226046 h 226871"/>
                <a:gd name="connsiteX269" fmla="*/ 2620178 w 2912392"/>
                <a:gd name="connsiteY269" fmla="*/ 226397 h 226871"/>
                <a:gd name="connsiteX270" fmla="*/ 2629922 w 2912392"/>
                <a:gd name="connsiteY270" fmla="*/ 226648 h 226871"/>
                <a:gd name="connsiteX271" fmla="*/ 2639666 w 2912392"/>
                <a:gd name="connsiteY271" fmla="*/ 226804 h 226871"/>
                <a:gd name="connsiteX272" fmla="*/ 2649410 w 2912392"/>
                <a:gd name="connsiteY272" fmla="*/ 226871 h 226871"/>
                <a:gd name="connsiteX273" fmla="*/ 2659139 w 2912392"/>
                <a:gd name="connsiteY273" fmla="*/ 226855 h 226871"/>
                <a:gd name="connsiteX274" fmla="*/ 2668883 w 2912392"/>
                <a:gd name="connsiteY274" fmla="*/ 226761 h 226871"/>
                <a:gd name="connsiteX275" fmla="*/ 2678627 w 2912392"/>
                <a:gd name="connsiteY275" fmla="*/ 226597 h 226871"/>
                <a:gd name="connsiteX276" fmla="*/ 2688371 w 2912392"/>
                <a:gd name="connsiteY276" fmla="*/ 226366 h 226871"/>
                <a:gd name="connsiteX277" fmla="*/ 2698100 w 2912392"/>
                <a:gd name="connsiteY277" fmla="*/ 226079 h 226871"/>
                <a:gd name="connsiteX278" fmla="*/ 2707844 w 2912392"/>
                <a:gd name="connsiteY278" fmla="*/ 225737 h 226871"/>
                <a:gd name="connsiteX279" fmla="*/ 2717588 w 2912392"/>
                <a:gd name="connsiteY279" fmla="*/ 225352 h 226871"/>
                <a:gd name="connsiteX280" fmla="*/ 2727332 w 2912392"/>
                <a:gd name="connsiteY280" fmla="*/ 224927 h 226871"/>
                <a:gd name="connsiteX281" fmla="*/ 2737076 w 2912392"/>
                <a:gd name="connsiteY281" fmla="*/ 224471 h 226871"/>
                <a:gd name="connsiteX282" fmla="*/ 2746805 w 2912392"/>
                <a:gd name="connsiteY282" fmla="*/ 223990 h 226871"/>
                <a:gd name="connsiteX283" fmla="*/ 2756549 w 2912392"/>
                <a:gd name="connsiteY283" fmla="*/ 223489 h 226871"/>
                <a:gd name="connsiteX284" fmla="*/ 2766293 w 2912392"/>
                <a:gd name="connsiteY284" fmla="*/ 222978 h 226871"/>
                <a:gd name="connsiteX285" fmla="*/ 2776037 w 2912392"/>
                <a:gd name="connsiteY285" fmla="*/ 222461 h 226871"/>
                <a:gd name="connsiteX286" fmla="*/ 2785766 w 2912392"/>
                <a:gd name="connsiteY286" fmla="*/ 221944 h 226871"/>
                <a:gd name="connsiteX287" fmla="*/ 2795510 w 2912392"/>
                <a:gd name="connsiteY287" fmla="*/ 221438 h 226871"/>
                <a:gd name="connsiteX288" fmla="*/ 2805254 w 2912392"/>
                <a:gd name="connsiteY288" fmla="*/ 220943 h 226871"/>
                <a:gd name="connsiteX289" fmla="*/ 2814998 w 2912392"/>
                <a:gd name="connsiteY289" fmla="*/ 220469 h 226871"/>
                <a:gd name="connsiteX290" fmla="*/ 2824727 w 2912392"/>
                <a:gd name="connsiteY290" fmla="*/ 220021 h 226871"/>
                <a:gd name="connsiteX291" fmla="*/ 2834471 w 2912392"/>
                <a:gd name="connsiteY291" fmla="*/ 219605 h 226871"/>
                <a:gd name="connsiteX292" fmla="*/ 2844215 w 2912392"/>
                <a:gd name="connsiteY292" fmla="*/ 219227 h 226871"/>
                <a:gd name="connsiteX293" fmla="*/ 2853958 w 2912392"/>
                <a:gd name="connsiteY293" fmla="*/ 218890 h 226871"/>
                <a:gd name="connsiteX294" fmla="*/ 2863687 w 2912392"/>
                <a:gd name="connsiteY294" fmla="*/ 218601 h 226871"/>
                <a:gd name="connsiteX295" fmla="*/ 2873431 w 2912392"/>
                <a:gd name="connsiteY295" fmla="*/ 218365 h 226871"/>
                <a:gd name="connsiteX296" fmla="*/ 2883175 w 2912392"/>
                <a:gd name="connsiteY296" fmla="*/ 218185 h 226871"/>
                <a:gd name="connsiteX297" fmla="*/ 2892919 w 2912392"/>
                <a:gd name="connsiteY297" fmla="*/ 218066 h 226871"/>
                <a:gd name="connsiteX298" fmla="*/ 2902663 w 2912392"/>
                <a:gd name="connsiteY298" fmla="*/ 218012 h 226871"/>
                <a:gd name="connsiteX299" fmla="*/ 2912392 w 2912392"/>
                <a:gd name="connsiteY299" fmla="*/ 218027 h 226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226871">
                  <a:moveTo>
                    <a:pt x="0" y="130560"/>
                  </a:moveTo>
                  <a:lnTo>
                    <a:pt x="9739" y="131770"/>
                  </a:lnTo>
                  <a:lnTo>
                    <a:pt x="19480" y="133027"/>
                  </a:lnTo>
                  <a:lnTo>
                    <a:pt x="29221" y="134320"/>
                  </a:lnTo>
                  <a:lnTo>
                    <a:pt x="38961" y="135642"/>
                  </a:lnTo>
                  <a:lnTo>
                    <a:pt x="48702" y="136978"/>
                  </a:lnTo>
                  <a:lnTo>
                    <a:pt x="58443" y="138324"/>
                  </a:lnTo>
                  <a:lnTo>
                    <a:pt x="68182" y="139666"/>
                  </a:lnTo>
                  <a:lnTo>
                    <a:pt x="77923" y="140998"/>
                  </a:lnTo>
                  <a:lnTo>
                    <a:pt x="87664" y="142308"/>
                  </a:lnTo>
                  <a:lnTo>
                    <a:pt x="97404" y="143590"/>
                  </a:lnTo>
                  <a:lnTo>
                    <a:pt x="107145" y="144833"/>
                  </a:lnTo>
                  <a:lnTo>
                    <a:pt x="116886" y="146031"/>
                  </a:lnTo>
                  <a:lnTo>
                    <a:pt x="126625" y="147175"/>
                  </a:lnTo>
                  <a:lnTo>
                    <a:pt x="136366" y="148258"/>
                  </a:lnTo>
                  <a:lnTo>
                    <a:pt x="146107" y="149273"/>
                  </a:lnTo>
                  <a:lnTo>
                    <a:pt x="155846" y="150213"/>
                  </a:lnTo>
                  <a:lnTo>
                    <a:pt x="165587" y="151073"/>
                  </a:lnTo>
                  <a:lnTo>
                    <a:pt x="175328" y="151844"/>
                  </a:lnTo>
                  <a:lnTo>
                    <a:pt x="185068" y="152525"/>
                  </a:lnTo>
                  <a:lnTo>
                    <a:pt x="194809" y="153108"/>
                  </a:lnTo>
                  <a:lnTo>
                    <a:pt x="204550" y="153591"/>
                  </a:lnTo>
                  <a:lnTo>
                    <a:pt x="214289" y="153969"/>
                  </a:lnTo>
                  <a:lnTo>
                    <a:pt x="224030" y="154237"/>
                  </a:lnTo>
                  <a:lnTo>
                    <a:pt x="233771" y="154397"/>
                  </a:lnTo>
                  <a:lnTo>
                    <a:pt x="243510" y="154443"/>
                  </a:lnTo>
                  <a:lnTo>
                    <a:pt x="253251" y="154373"/>
                  </a:lnTo>
                  <a:lnTo>
                    <a:pt x="262992" y="154188"/>
                  </a:lnTo>
                  <a:lnTo>
                    <a:pt x="272732" y="153887"/>
                  </a:lnTo>
                  <a:lnTo>
                    <a:pt x="282473" y="153468"/>
                  </a:lnTo>
                  <a:lnTo>
                    <a:pt x="292214" y="152932"/>
                  </a:lnTo>
                  <a:lnTo>
                    <a:pt x="301953" y="152281"/>
                  </a:lnTo>
                  <a:lnTo>
                    <a:pt x="311694" y="151514"/>
                  </a:lnTo>
                  <a:lnTo>
                    <a:pt x="321435" y="150635"/>
                  </a:lnTo>
                  <a:lnTo>
                    <a:pt x="331175" y="149644"/>
                  </a:lnTo>
                  <a:lnTo>
                    <a:pt x="340916" y="148544"/>
                  </a:lnTo>
                  <a:lnTo>
                    <a:pt x="350656" y="147339"/>
                  </a:lnTo>
                  <a:lnTo>
                    <a:pt x="360396" y="146031"/>
                  </a:lnTo>
                  <a:lnTo>
                    <a:pt x="370137" y="144623"/>
                  </a:lnTo>
                  <a:lnTo>
                    <a:pt x="379878" y="143120"/>
                  </a:lnTo>
                  <a:lnTo>
                    <a:pt x="389617" y="141525"/>
                  </a:lnTo>
                  <a:lnTo>
                    <a:pt x="399358" y="139843"/>
                  </a:lnTo>
                  <a:lnTo>
                    <a:pt x="409099" y="138079"/>
                  </a:lnTo>
                  <a:lnTo>
                    <a:pt x="418839" y="136238"/>
                  </a:lnTo>
                  <a:lnTo>
                    <a:pt x="428580" y="134323"/>
                  </a:lnTo>
                  <a:lnTo>
                    <a:pt x="438321" y="132340"/>
                  </a:lnTo>
                  <a:lnTo>
                    <a:pt x="448060" y="130296"/>
                  </a:lnTo>
                  <a:lnTo>
                    <a:pt x="457801" y="128194"/>
                  </a:lnTo>
                  <a:lnTo>
                    <a:pt x="467542" y="126041"/>
                  </a:lnTo>
                  <a:lnTo>
                    <a:pt x="477281" y="123840"/>
                  </a:lnTo>
                  <a:lnTo>
                    <a:pt x="487022" y="121601"/>
                  </a:lnTo>
                  <a:lnTo>
                    <a:pt x="496763" y="119324"/>
                  </a:lnTo>
                  <a:lnTo>
                    <a:pt x="506503" y="117018"/>
                  </a:lnTo>
                  <a:lnTo>
                    <a:pt x="516244" y="114686"/>
                  </a:lnTo>
                  <a:lnTo>
                    <a:pt x="525985" y="112335"/>
                  </a:lnTo>
                  <a:lnTo>
                    <a:pt x="535724" y="109971"/>
                  </a:lnTo>
                  <a:lnTo>
                    <a:pt x="545465" y="107596"/>
                  </a:lnTo>
                  <a:lnTo>
                    <a:pt x="555206" y="105215"/>
                  </a:lnTo>
                  <a:lnTo>
                    <a:pt x="564946" y="102836"/>
                  </a:lnTo>
                  <a:lnTo>
                    <a:pt x="574687" y="100461"/>
                  </a:lnTo>
                  <a:lnTo>
                    <a:pt x="584428" y="98095"/>
                  </a:lnTo>
                  <a:lnTo>
                    <a:pt x="594167" y="95741"/>
                  </a:lnTo>
                  <a:lnTo>
                    <a:pt x="603908" y="93403"/>
                  </a:lnTo>
                  <a:lnTo>
                    <a:pt x="613649" y="91086"/>
                  </a:lnTo>
                  <a:lnTo>
                    <a:pt x="623388" y="88793"/>
                  </a:lnTo>
                  <a:lnTo>
                    <a:pt x="633129" y="86527"/>
                  </a:lnTo>
                  <a:lnTo>
                    <a:pt x="642870" y="84290"/>
                  </a:lnTo>
                  <a:lnTo>
                    <a:pt x="652610" y="82086"/>
                  </a:lnTo>
                  <a:lnTo>
                    <a:pt x="662351" y="79915"/>
                  </a:lnTo>
                  <a:lnTo>
                    <a:pt x="672092" y="77783"/>
                  </a:lnTo>
                  <a:lnTo>
                    <a:pt x="681831" y="75688"/>
                  </a:lnTo>
                  <a:lnTo>
                    <a:pt x="691572" y="73634"/>
                  </a:lnTo>
                  <a:lnTo>
                    <a:pt x="701313" y="71622"/>
                  </a:lnTo>
                  <a:lnTo>
                    <a:pt x="711052" y="69651"/>
                  </a:lnTo>
                  <a:lnTo>
                    <a:pt x="720793" y="67726"/>
                  </a:lnTo>
                  <a:lnTo>
                    <a:pt x="730534" y="65845"/>
                  </a:lnTo>
                  <a:lnTo>
                    <a:pt x="740274" y="64008"/>
                  </a:lnTo>
                  <a:lnTo>
                    <a:pt x="750015" y="62215"/>
                  </a:lnTo>
                  <a:lnTo>
                    <a:pt x="759756" y="60468"/>
                  </a:lnTo>
                  <a:lnTo>
                    <a:pt x="769495" y="58766"/>
                  </a:lnTo>
                  <a:lnTo>
                    <a:pt x="779236" y="57109"/>
                  </a:lnTo>
                  <a:lnTo>
                    <a:pt x="788977" y="55496"/>
                  </a:lnTo>
                  <a:lnTo>
                    <a:pt x="798717" y="53925"/>
                  </a:lnTo>
                  <a:lnTo>
                    <a:pt x="808458" y="52398"/>
                  </a:lnTo>
                  <a:lnTo>
                    <a:pt x="818199" y="50913"/>
                  </a:lnTo>
                  <a:lnTo>
                    <a:pt x="827938" y="49469"/>
                  </a:lnTo>
                  <a:lnTo>
                    <a:pt x="837679" y="48064"/>
                  </a:lnTo>
                  <a:lnTo>
                    <a:pt x="847420" y="46698"/>
                  </a:lnTo>
                  <a:lnTo>
                    <a:pt x="857159" y="45369"/>
                  </a:lnTo>
                  <a:lnTo>
                    <a:pt x="866900" y="44077"/>
                  </a:lnTo>
                  <a:lnTo>
                    <a:pt x="876641" y="42820"/>
                  </a:lnTo>
                  <a:lnTo>
                    <a:pt x="886381" y="41595"/>
                  </a:lnTo>
                  <a:lnTo>
                    <a:pt x="896122" y="40405"/>
                  </a:lnTo>
                  <a:lnTo>
                    <a:pt x="905863" y="39242"/>
                  </a:lnTo>
                  <a:lnTo>
                    <a:pt x="915602" y="38112"/>
                  </a:lnTo>
                  <a:lnTo>
                    <a:pt x="925343" y="37009"/>
                  </a:lnTo>
                  <a:lnTo>
                    <a:pt x="935084" y="35932"/>
                  </a:lnTo>
                  <a:lnTo>
                    <a:pt x="944824" y="34881"/>
                  </a:lnTo>
                  <a:lnTo>
                    <a:pt x="954564" y="33855"/>
                  </a:lnTo>
                  <a:lnTo>
                    <a:pt x="964305" y="32854"/>
                  </a:lnTo>
                  <a:lnTo>
                    <a:pt x="974045" y="31873"/>
                  </a:lnTo>
                  <a:lnTo>
                    <a:pt x="983786" y="30914"/>
                  </a:lnTo>
                  <a:lnTo>
                    <a:pt x="993522" y="29975"/>
                  </a:lnTo>
                  <a:lnTo>
                    <a:pt x="1003266" y="29056"/>
                  </a:lnTo>
                  <a:lnTo>
                    <a:pt x="1013010" y="28156"/>
                  </a:lnTo>
                  <a:lnTo>
                    <a:pt x="1022754" y="27274"/>
                  </a:lnTo>
                  <a:lnTo>
                    <a:pt x="1032483" y="26408"/>
                  </a:lnTo>
                  <a:lnTo>
                    <a:pt x="1042227" y="25561"/>
                  </a:lnTo>
                  <a:lnTo>
                    <a:pt x="1051971" y="24728"/>
                  </a:lnTo>
                  <a:lnTo>
                    <a:pt x="1061715" y="23913"/>
                  </a:lnTo>
                  <a:lnTo>
                    <a:pt x="1071444" y="23113"/>
                  </a:lnTo>
                  <a:lnTo>
                    <a:pt x="1081188" y="22328"/>
                  </a:lnTo>
                  <a:lnTo>
                    <a:pt x="1090932" y="21559"/>
                  </a:lnTo>
                  <a:lnTo>
                    <a:pt x="1100676" y="20803"/>
                  </a:lnTo>
                  <a:lnTo>
                    <a:pt x="1110405" y="20064"/>
                  </a:lnTo>
                  <a:lnTo>
                    <a:pt x="1120149" y="19339"/>
                  </a:lnTo>
                  <a:lnTo>
                    <a:pt x="1129893" y="18630"/>
                  </a:lnTo>
                  <a:lnTo>
                    <a:pt x="1139637" y="17935"/>
                  </a:lnTo>
                  <a:lnTo>
                    <a:pt x="1149381" y="17256"/>
                  </a:lnTo>
                  <a:lnTo>
                    <a:pt x="1159110" y="16591"/>
                  </a:lnTo>
                  <a:lnTo>
                    <a:pt x="1168854" y="15942"/>
                  </a:lnTo>
                  <a:lnTo>
                    <a:pt x="1178598" y="15309"/>
                  </a:lnTo>
                  <a:lnTo>
                    <a:pt x="1188341" y="14692"/>
                  </a:lnTo>
                  <a:lnTo>
                    <a:pt x="1198070" y="14088"/>
                  </a:lnTo>
                  <a:lnTo>
                    <a:pt x="1207814" y="13503"/>
                  </a:lnTo>
                  <a:lnTo>
                    <a:pt x="1217558" y="12932"/>
                  </a:lnTo>
                  <a:lnTo>
                    <a:pt x="1227302" y="12378"/>
                  </a:lnTo>
                  <a:lnTo>
                    <a:pt x="1237031" y="11840"/>
                  </a:lnTo>
                  <a:lnTo>
                    <a:pt x="1246775" y="11319"/>
                  </a:lnTo>
                  <a:lnTo>
                    <a:pt x="1256519" y="10812"/>
                  </a:lnTo>
                  <a:lnTo>
                    <a:pt x="1266263" y="10323"/>
                  </a:lnTo>
                  <a:lnTo>
                    <a:pt x="1276007" y="9850"/>
                  </a:lnTo>
                  <a:lnTo>
                    <a:pt x="1285736" y="9391"/>
                  </a:lnTo>
                  <a:lnTo>
                    <a:pt x="1295480" y="8950"/>
                  </a:lnTo>
                  <a:lnTo>
                    <a:pt x="1305224" y="8522"/>
                  </a:lnTo>
                  <a:lnTo>
                    <a:pt x="1314968" y="8111"/>
                  </a:lnTo>
                  <a:lnTo>
                    <a:pt x="1324697" y="7715"/>
                  </a:lnTo>
                  <a:lnTo>
                    <a:pt x="1334441" y="7332"/>
                  </a:lnTo>
                  <a:lnTo>
                    <a:pt x="1344185" y="6964"/>
                  </a:lnTo>
                  <a:lnTo>
                    <a:pt x="1353929" y="6609"/>
                  </a:lnTo>
                  <a:lnTo>
                    <a:pt x="1363658" y="6268"/>
                  </a:lnTo>
                  <a:lnTo>
                    <a:pt x="1373402" y="5939"/>
                  </a:lnTo>
                  <a:lnTo>
                    <a:pt x="1383146" y="5623"/>
                  </a:lnTo>
                  <a:lnTo>
                    <a:pt x="1392890" y="5317"/>
                  </a:lnTo>
                  <a:lnTo>
                    <a:pt x="1402619" y="5022"/>
                  </a:lnTo>
                  <a:lnTo>
                    <a:pt x="1412363" y="4738"/>
                  </a:lnTo>
                  <a:lnTo>
                    <a:pt x="1422106" y="4464"/>
                  </a:lnTo>
                  <a:lnTo>
                    <a:pt x="1431850" y="4197"/>
                  </a:lnTo>
                  <a:lnTo>
                    <a:pt x="1441594" y="3939"/>
                  </a:lnTo>
                  <a:lnTo>
                    <a:pt x="1451323" y="3690"/>
                  </a:lnTo>
                  <a:lnTo>
                    <a:pt x="1461067" y="3448"/>
                  </a:lnTo>
                  <a:lnTo>
                    <a:pt x="1470811" y="3212"/>
                  </a:lnTo>
                  <a:lnTo>
                    <a:pt x="1480555" y="2983"/>
                  </a:lnTo>
                  <a:lnTo>
                    <a:pt x="1490284" y="2759"/>
                  </a:lnTo>
                  <a:lnTo>
                    <a:pt x="1500028" y="2543"/>
                  </a:lnTo>
                  <a:lnTo>
                    <a:pt x="1509772" y="2330"/>
                  </a:lnTo>
                  <a:lnTo>
                    <a:pt x="1519516" y="2125"/>
                  </a:lnTo>
                  <a:lnTo>
                    <a:pt x="1529245" y="1923"/>
                  </a:lnTo>
                  <a:lnTo>
                    <a:pt x="1538989" y="1728"/>
                  </a:lnTo>
                  <a:lnTo>
                    <a:pt x="1548733" y="1539"/>
                  </a:lnTo>
                  <a:lnTo>
                    <a:pt x="1558477" y="1357"/>
                  </a:lnTo>
                  <a:lnTo>
                    <a:pt x="1568221" y="1180"/>
                  </a:lnTo>
                  <a:lnTo>
                    <a:pt x="1577950" y="1012"/>
                  </a:lnTo>
                  <a:lnTo>
                    <a:pt x="1587694" y="851"/>
                  </a:lnTo>
                  <a:lnTo>
                    <a:pt x="1597438" y="700"/>
                  </a:lnTo>
                  <a:lnTo>
                    <a:pt x="1607182" y="560"/>
                  </a:lnTo>
                  <a:lnTo>
                    <a:pt x="1616911" y="431"/>
                  </a:lnTo>
                  <a:lnTo>
                    <a:pt x="1626655" y="314"/>
                  </a:lnTo>
                  <a:lnTo>
                    <a:pt x="1636399" y="215"/>
                  </a:lnTo>
                  <a:lnTo>
                    <a:pt x="1646142" y="130"/>
                  </a:lnTo>
                  <a:lnTo>
                    <a:pt x="1655872" y="66"/>
                  </a:lnTo>
                  <a:lnTo>
                    <a:pt x="1665616" y="21"/>
                  </a:lnTo>
                  <a:lnTo>
                    <a:pt x="1675359" y="0"/>
                  </a:lnTo>
                  <a:lnTo>
                    <a:pt x="1685103" y="4"/>
                  </a:lnTo>
                  <a:lnTo>
                    <a:pt x="1694832" y="39"/>
                  </a:lnTo>
                  <a:lnTo>
                    <a:pt x="1704576" y="104"/>
                  </a:lnTo>
                  <a:lnTo>
                    <a:pt x="1714320" y="204"/>
                  </a:lnTo>
                  <a:lnTo>
                    <a:pt x="1724064" y="340"/>
                  </a:lnTo>
                  <a:lnTo>
                    <a:pt x="1733808" y="518"/>
                  </a:lnTo>
                  <a:lnTo>
                    <a:pt x="1743537" y="740"/>
                  </a:lnTo>
                  <a:lnTo>
                    <a:pt x="1753281" y="1010"/>
                  </a:lnTo>
                  <a:lnTo>
                    <a:pt x="1763025" y="1330"/>
                  </a:lnTo>
                  <a:lnTo>
                    <a:pt x="1772769" y="1706"/>
                  </a:lnTo>
                  <a:lnTo>
                    <a:pt x="1782498" y="2140"/>
                  </a:lnTo>
                  <a:lnTo>
                    <a:pt x="1792242" y="2636"/>
                  </a:lnTo>
                  <a:lnTo>
                    <a:pt x="1801986" y="3197"/>
                  </a:lnTo>
                  <a:lnTo>
                    <a:pt x="1811730" y="3829"/>
                  </a:lnTo>
                  <a:lnTo>
                    <a:pt x="1821459" y="4534"/>
                  </a:lnTo>
                  <a:lnTo>
                    <a:pt x="1831203" y="5316"/>
                  </a:lnTo>
                  <a:lnTo>
                    <a:pt x="1840947" y="6179"/>
                  </a:lnTo>
                  <a:lnTo>
                    <a:pt x="1850691" y="7125"/>
                  </a:lnTo>
                  <a:lnTo>
                    <a:pt x="1860435" y="8159"/>
                  </a:lnTo>
                  <a:lnTo>
                    <a:pt x="1870164" y="9284"/>
                  </a:lnTo>
                  <a:lnTo>
                    <a:pt x="1879908" y="10502"/>
                  </a:lnTo>
                  <a:lnTo>
                    <a:pt x="1889652" y="11818"/>
                  </a:lnTo>
                  <a:lnTo>
                    <a:pt x="1899395" y="13233"/>
                  </a:lnTo>
                  <a:lnTo>
                    <a:pt x="1909124" y="14750"/>
                  </a:lnTo>
                  <a:lnTo>
                    <a:pt x="1918868" y="16372"/>
                  </a:lnTo>
                  <a:lnTo>
                    <a:pt x="1928612" y="18102"/>
                  </a:lnTo>
                  <a:lnTo>
                    <a:pt x="1938356" y="19939"/>
                  </a:lnTo>
                  <a:lnTo>
                    <a:pt x="1948085" y="21887"/>
                  </a:lnTo>
                  <a:lnTo>
                    <a:pt x="1957829" y="23947"/>
                  </a:lnTo>
                  <a:lnTo>
                    <a:pt x="1967573" y="26118"/>
                  </a:lnTo>
                  <a:lnTo>
                    <a:pt x="1977317" y="28403"/>
                  </a:lnTo>
                  <a:lnTo>
                    <a:pt x="1987046" y="30801"/>
                  </a:lnTo>
                  <a:lnTo>
                    <a:pt x="1996790" y="33313"/>
                  </a:lnTo>
                  <a:lnTo>
                    <a:pt x="2006534" y="35936"/>
                  </a:lnTo>
                  <a:lnTo>
                    <a:pt x="2016278" y="38672"/>
                  </a:lnTo>
                  <a:lnTo>
                    <a:pt x="2026022" y="41519"/>
                  </a:lnTo>
                  <a:lnTo>
                    <a:pt x="2035751" y="44475"/>
                  </a:lnTo>
                  <a:lnTo>
                    <a:pt x="2045495" y="47538"/>
                  </a:lnTo>
                  <a:lnTo>
                    <a:pt x="2055239" y="50706"/>
                  </a:lnTo>
                  <a:lnTo>
                    <a:pt x="2064983" y="53976"/>
                  </a:lnTo>
                  <a:lnTo>
                    <a:pt x="2074712" y="57345"/>
                  </a:lnTo>
                  <a:lnTo>
                    <a:pt x="2084456" y="60810"/>
                  </a:lnTo>
                  <a:lnTo>
                    <a:pt x="2094200" y="64367"/>
                  </a:lnTo>
                  <a:lnTo>
                    <a:pt x="2103944" y="68009"/>
                  </a:lnTo>
                  <a:lnTo>
                    <a:pt x="2113673" y="71737"/>
                  </a:lnTo>
                  <a:lnTo>
                    <a:pt x="2123417" y="75541"/>
                  </a:lnTo>
                  <a:lnTo>
                    <a:pt x="2133161" y="79418"/>
                  </a:lnTo>
                  <a:lnTo>
                    <a:pt x="2142905" y="83361"/>
                  </a:lnTo>
                  <a:lnTo>
                    <a:pt x="2152649" y="87366"/>
                  </a:lnTo>
                  <a:lnTo>
                    <a:pt x="2162377" y="91426"/>
                  </a:lnTo>
                  <a:lnTo>
                    <a:pt x="2172121" y="95534"/>
                  </a:lnTo>
                  <a:lnTo>
                    <a:pt x="2181865" y="99685"/>
                  </a:lnTo>
                  <a:lnTo>
                    <a:pt x="2191609" y="103870"/>
                  </a:lnTo>
                  <a:lnTo>
                    <a:pt x="2201338" y="108083"/>
                  </a:lnTo>
                  <a:lnTo>
                    <a:pt x="2211082" y="112316"/>
                  </a:lnTo>
                  <a:lnTo>
                    <a:pt x="2220826" y="116564"/>
                  </a:lnTo>
                  <a:lnTo>
                    <a:pt x="2230570" y="120817"/>
                  </a:lnTo>
                  <a:lnTo>
                    <a:pt x="2240299" y="125068"/>
                  </a:lnTo>
                  <a:lnTo>
                    <a:pt x="2250043" y="129311"/>
                  </a:lnTo>
                  <a:lnTo>
                    <a:pt x="2259787" y="133537"/>
                  </a:lnTo>
                  <a:lnTo>
                    <a:pt x="2269531" y="137738"/>
                  </a:lnTo>
                  <a:lnTo>
                    <a:pt x="2279260" y="141907"/>
                  </a:lnTo>
                  <a:lnTo>
                    <a:pt x="2289004" y="146037"/>
                  </a:lnTo>
                  <a:lnTo>
                    <a:pt x="2298748" y="150119"/>
                  </a:lnTo>
                  <a:lnTo>
                    <a:pt x="2308492" y="154148"/>
                  </a:lnTo>
                  <a:lnTo>
                    <a:pt x="2318236" y="158115"/>
                  </a:lnTo>
                  <a:lnTo>
                    <a:pt x="2327965" y="162016"/>
                  </a:lnTo>
                  <a:lnTo>
                    <a:pt x="2337709" y="165841"/>
                  </a:lnTo>
                  <a:lnTo>
                    <a:pt x="2347453" y="169583"/>
                  </a:lnTo>
                  <a:lnTo>
                    <a:pt x="2357197" y="173239"/>
                  </a:lnTo>
                  <a:lnTo>
                    <a:pt x="2366926" y="176802"/>
                  </a:lnTo>
                  <a:lnTo>
                    <a:pt x="2376670" y="180266"/>
                  </a:lnTo>
                  <a:lnTo>
                    <a:pt x="2386413" y="183624"/>
                  </a:lnTo>
                  <a:lnTo>
                    <a:pt x="2396157" y="186875"/>
                  </a:lnTo>
                  <a:lnTo>
                    <a:pt x="2405886" y="190010"/>
                  </a:lnTo>
                  <a:lnTo>
                    <a:pt x="2415630" y="193028"/>
                  </a:lnTo>
                  <a:lnTo>
                    <a:pt x="2425374" y="195925"/>
                  </a:lnTo>
                  <a:lnTo>
                    <a:pt x="2435118" y="198696"/>
                  </a:lnTo>
                  <a:lnTo>
                    <a:pt x="2444862" y="201339"/>
                  </a:lnTo>
                  <a:lnTo>
                    <a:pt x="2454591" y="203852"/>
                  </a:lnTo>
                  <a:lnTo>
                    <a:pt x="2464335" y="206232"/>
                  </a:lnTo>
                  <a:lnTo>
                    <a:pt x="2474079" y="208478"/>
                  </a:lnTo>
                  <a:lnTo>
                    <a:pt x="2483823" y="210590"/>
                  </a:lnTo>
                  <a:lnTo>
                    <a:pt x="2493552" y="212564"/>
                  </a:lnTo>
                  <a:lnTo>
                    <a:pt x="2503296" y="214404"/>
                  </a:lnTo>
                  <a:lnTo>
                    <a:pt x="2513040" y="216107"/>
                  </a:lnTo>
                  <a:lnTo>
                    <a:pt x="2522784" y="217676"/>
                  </a:lnTo>
                  <a:lnTo>
                    <a:pt x="2532513" y="219109"/>
                  </a:lnTo>
                  <a:lnTo>
                    <a:pt x="2542257" y="220411"/>
                  </a:lnTo>
                  <a:lnTo>
                    <a:pt x="2552001" y="221584"/>
                  </a:lnTo>
                  <a:lnTo>
                    <a:pt x="2561745" y="222628"/>
                  </a:lnTo>
                  <a:lnTo>
                    <a:pt x="2571474" y="223547"/>
                  </a:lnTo>
                  <a:lnTo>
                    <a:pt x="2581218" y="224344"/>
                  </a:lnTo>
                  <a:lnTo>
                    <a:pt x="2590962" y="225024"/>
                  </a:lnTo>
                  <a:lnTo>
                    <a:pt x="2600705" y="225590"/>
                  </a:lnTo>
                  <a:lnTo>
                    <a:pt x="2610449" y="226046"/>
                  </a:lnTo>
                  <a:lnTo>
                    <a:pt x="2620178" y="226397"/>
                  </a:lnTo>
                  <a:lnTo>
                    <a:pt x="2629922" y="226648"/>
                  </a:lnTo>
                  <a:lnTo>
                    <a:pt x="2639666" y="226804"/>
                  </a:lnTo>
                  <a:lnTo>
                    <a:pt x="2649410" y="226871"/>
                  </a:lnTo>
                  <a:lnTo>
                    <a:pt x="2659139" y="226855"/>
                  </a:lnTo>
                  <a:lnTo>
                    <a:pt x="2668883" y="226761"/>
                  </a:lnTo>
                  <a:lnTo>
                    <a:pt x="2678627" y="226597"/>
                  </a:lnTo>
                  <a:lnTo>
                    <a:pt x="2688371" y="226366"/>
                  </a:lnTo>
                  <a:lnTo>
                    <a:pt x="2698100" y="226079"/>
                  </a:lnTo>
                  <a:lnTo>
                    <a:pt x="2707844" y="225737"/>
                  </a:lnTo>
                  <a:lnTo>
                    <a:pt x="2717588" y="225352"/>
                  </a:lnTo>
                  <a:lnTo>
                    <a:pt x="2727332" y="224927"/>
                  </a:lnTo>
                  <a:lnTo>
                    <a:pt x="2737076" y="224471"/>
                  </a:lnTo>
                  <a:lnTo>
                    <a:pt x="2746805" y="223990"/>
                  </a:lnTo>
                  <a:lnTo>
                    <a:pt x="2756549" y="223489"/>
                  </a:lnTo>
                  <a:lnTo>
                    <a:pt x="2766293" y="222978"/>
                  </a:lnTo>
                  <a:lnTo>
                    <a:pt x="2776037" y="222461"/>
                  </a:lnTo>
                  <a:lnTo>
                    <a:pt x="2785766" y="221944"/>
                  </a:lnTo>
                  <a:lnTo>
                    <a:pt x="2795510" y="221438"/>
                  </a:lnTo>
                  <a:lnTo>
                    <a:pt x="2805254" y="220943"/>
                  </a:lnTo>
                  <a:lnTo>
                    <a:pt x="2814998" y="220469"/>
                  </a:lnTo>
                  <a:lnTo>
                    <a:pt x="2824727" y="220021"/>
                  </a:lnTo>
                  <a:lnTo>
                    <a:pt x="2834471" y="219605"/>
                  </a:lnTo>
                  <a:lnTo>
                    <a:pt x="2844215" y="219227"/>
                  </a:lnTo>
                  <a:lnTo>
                    <a:pt x="2853958" y="218890"/>
                  </a:lnTo>
                  <a:lnTo>
                    <a:pt x="2863687" y="218601"/>
                  </a:lnTo>
                  <a:lnTo>
                    <a:pt x="2873431" y="218365"/>
                  </a:lnTo>
                  <a:lnTo>
                    <a:pt x="2883175" y="218185"/>
                  </a:lnTo>
                  <a:lnTo>
                    <a:pt x="2892919" y="218066"/>
                  </a:lnTo>
                  <a:lnTo>
                    <a:pt x="2902663" y="218012"/>
                  </a:lnTo>
                  <a:lnTo>
                    <a:pt x="2912392" y="21802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9" name="Freeform 718">
              <a:extLst>
                <a:ext uri="{FF2B5EF4-FFF2-40B4-BE49-F238E27FC236}">
                  <a16:creationId xmlns:a16="http://schemas.microsoft.com/office/drawing/2014/main" id="{630CC758-D8CB-2CB3-FAC4-DDE179E04DD8}"/>
                </a:ext>
              </a:extLst>
            </p:cNvPr>
            <p:cNvSpPr/>
            <p:nvPr/>
          </p:nvSpPr>
          <p:spPr>
            <a:xfrm>
              <a:off x="576446" y="3162421"/>
              <a:ext cx="2912392" cy="438624"/>
            </a:xfrm>
            <a:custGeom>
              <a:avLst/>
              <a:gdLst>
                <a:gd name="connsiteX0" fmla="*/ 0 w 2912392"/>
                <a:gd name="connsiteY0" fmla="*/ 350373 h 438624"/>
                <a:gd name="connsiteX1" fmla="*/ 9739 w 2912392"/>
                <a:gd name="connsiteY1" fmla="*/ 353183 h 438624"/>
                <a:gd name="connsiteX2" fmla="*/ 19480 w 2912392"/>
                <a:gd name="connsiteY2" fmla="*/ 355928 h 438624"/>
                <a:gd name="connsiteX3" fmla="*/ 29221 w 2912392"/>
                <a:gd name="connsiteY3" fmla="*/ 358604 h 438624"/>
                <a:gd name="connsiteX4" fmla="*/ 38961 w 2912392"/>
                <a:gd name="connsiteY4" fmla="*/ 361208 h 438624"/>
                <a:gd name="connsiteX5" fmla="*/ 48702 w 2912392"/>
                <a:gd name="connsiteY5" fmla="*/ 363736 h 438624"/>
                <a:gd name="connsiteX6" fmla="*/ 58443 w 2912392"/>
                <a:gd name="connsiteY6" fmla="*/ 366186 h 438624"/>
                <a:gd name="connsiteX7" fmla="*/ 68182 w 2912392"/>
                <a:gd name="connsiteY7" fmla="*/ 368555 h 438624"/>
                <a:gd name="connsiteX8" fmla="*/ 77923 w 2912392"/>
                <a:gd name="connsiteY8" fmla="*/ 370839 h 438624"/>
                <a:gd name="connsiteX9" fmla="*/ 87664 w 2912392"/>
                <a:gd name="connsiteY9" fmla="*/ 373035 h 438624"/>
                <a:gd name="connsiteX10" fmla="*/ 97404 w 2912392"/>
                <a:gd name="connsiteY10" fmla="*/ 375143 h 438624"/>
                <a:gd name="connsiteX11" fmla="*/ 107145 w 2912392"/>
                <a:gd name="connsiteY11" fmla="*/ 377157 h 438624"/>
                <a:gd name="connsiteX12" fmla="*/ 116886 w 2912392"/>
                <a:gd name="connsiteY12" fmla="*/ 379078 h 438624"/>
                <a:gd name="connsiteX13" fmla="*/ 126625 w 2912392"/>
                <a:gd name="connsiteY13" fmla="*/ 380901 h 438624"/>
                <a:gd name="connsiteX14" fmla="*/ 136366 w 2912392"/>
                <a:gd name="connsiteY14" fmla="*/ 382627 h 438624"/>
                <a:gd name="connsiteX15" fmla="*/ 146107 w 2912392"/>
                <a:gd name="connsiteY15" fmla="*/ 384252 h 438624"/>
                <a:gd name="connsiteX16" fmla="*/ 155846 w 2912392"/>
                <a:gd name="connsiteY16" fmla="*/ 385775 h 438624"/>
                <a:gd name="connsiteX17" fmla="*/ 165587 w 2912392"/>
                <a:gd name="connsiteY17" fmla="*/ 387193 h 438624"/>
                <a:gd name="connsiteX18" fmla="*/ 175328 w 2912392"/>
                <a:gd name="connsiteY18" fmla="*/ 388507 h 438624"/>
                <a:gd name="connsiteX19" fmla="*/ 185068 w 2912392"/>
                <a:gd name="connsiteY19" fmla="*/ 389716 h 438624"/>
                <a:gd name="connsiteX20" fmla="*/ 194809 w 2912392"/>
                <a:gd name="connsiteY20" fmla="*/ 390817 h 438624"/>
                <a:gd name="connsiteX21" fmla="*/ 204550 w 2912392"/>
                <a:gd name="connsiteY21" fmla="*/ 391809 h 438624"/>
                <a:gd name="connsiteX22" fmla="*/ 214289 w 2912392"/>
                <a:gd name="connsiteY22" fmla="*/ 392694 h 438624"/>
                <a:gd name="connsiteX23" fmla="*/ 224030 w 2912392"/>
                <a:gd name="connsiteY23" fmla="*/ 393472 h 438624"/>
                <a:gd name="connsiteX24" fmla="*/ 233771 w 2912392"/>
                <a:gd name="connsiteY24" fmla="*/ 394139 h 438624"/>
                <a:gd name="connsiteX25" fmla="*/ 243510 w 2912392"/>
                <a:gd name="connsiteY25" fmla="*/ 394698 h 438624"/>
                <a:gd name="connsiteX26" fmla="*/ 253251 w 2912392"/>
                <a:gd name="connsiteY26" fmla="*/ 395148 h 438624"/>
                <a:gd name="connsiteX27" fmla="*/ 262992 w 2912392"/>
                <a:gd name="connsiteY27" fmla="*/ 395492 h 438624"/>
                <a:gd name="connsiteX28" fmla="*/ 272732 w 2912392"/>
                <a:gd name="connsiteY28" fmla="*/ 395727 h 438624"/>
                <a:gd name="connsiteX29" fmla="*/ 282473 w 2912392"/>
                <a:gd name="connsiteY29" fmla="*/ 395857 h 438624"/>
                <a:gd name="connsiteX30" fmla="*/ 292214 w 2912392"/>
                <a:gd name="connsiteY30" fmla="*/ 395882 h 438624"/>
                <a:gd name="connsiteX31" fmla="*/ 301953 w 2912392"/>
                <a:gd name="connsiteY31" fmla="*/ 395803 h 438624"/>
                <a:gd name="connsiteX32" fmla="*/ 311694 w 2912392"/>
                <a:gd name="connsiteY32" fmla="*/ 395623 h 438624"/>
                <a:gd name="connsiteX33" fmla="*/ 321435 w 2912392"/>
                <a:gd name="connsiteY33" fmla="*/ 395343 h 438624"/>
                <a:gd name="connsiteX34" fmla="*/ 331175 w 2912392"/>
                <a:gd name="connsiteY34" fmla="*/ 394965 h 438624"/>
                <a:gd name="connsiteX35" fmla="*/ 340916 w 2912392"/>
                <a:gd name="connsiteY35" fmla="*/ 394491 h 438624"/>
                <a:gd name="connsiteX36" fmla="*/ 350656 w 2912392"/>
                <a:gd name="connsiteY36" fmla="*/ 393925 h 438624"/>
                <a:gd name="connsiteX37" fmla="*/ 360396 w 2912392"/>
                <a:gd name="connsiteY37" fmla="*/ 393268 h 438624"/>
                <a:gd name="connsiteX38" fmla="*/ 370137 w 2912392"/>
                <a:gd name="connsiteY38" fmla="*/ 392523 h 438624"/>
                <a:gd name="connsiteX39" fmla="*/ 379878 w 2912392"/>
                <a:gd name="connsiteY39" fmla="*/ 391694 h 438624"/>
                <a:gd name="connsiteX40" fmla="*/ 389617 w 2912392"/>
                <a:gd name="connsiteY40" fmla="*/ 390785 h 438624"/>
                <a:gd name="connsiteX41" fmla="*/ 399358 w 2912392"/>
                <a:gd name="connsiteY41" fmla="*/ 389799 h 438624"/>
                <a:gd name="connsiteX42" fmla="*/ 409099 w 2912392"/>
                <a:gd name="connsiteY42" fmla="*/ 388740 h 438624"/>
                <a:gd name="connsiteX43" fmla="*/ 418839 w 2912392"/>
                <a:gd name="connsiteY43" fmla="*/ 387612 h 438624"/>
                <a:gd name="connsiteX44" fmla="*/ 428580 w 2912392"/>
                <a:gd name="connsiteY44" fmla="*/ 386418 h 438624"/>
                <a:gd name="connsiteX45" fmla="*/ 438321 w 2912392"/>
                <a:gd name="connsiteY45" fmla="*/ 385164 h 438624"/>
                <a:gd name="connsiteX46" fmla="*/ 448060 w 2912392"/>
                <a:gd name="connsiteY46" fmla="*/ 383854 h 438624"/>
                <a:gd name="connsiteX47" fmla="*/ 457801 w 2912392"/>
                <a:gd name="connsiteY47" fmla="*/ 382494 h 438624"/>
                <a:gd name="connsiteX48" fmla="*/ 467542 w 2912392"/>
                <a:gd name="connsiteY48" fmla="*/ 381086 h 438624"/>
                <a:gd name="connsiteX49" fmla="*/ 477281 w 2912392"/>
                <a:gd name="connsiteY49" fmla="*/ 379639 h 438624"/>
                <a:gd name="connsiteX50" fmla="*/ 487022 w 2912392"/>
                <a:gd name="connsiteY50" fmla="*/ 378155 h 438624"/>
                <a:gd name="connsiteX51" fmla="*/ 496763 w 2912392"/>
                <a:gd name="connsiteY51" fmla="*/ 376642 h 438624"/>
                <a:gd name="connsiteX52" fmla="*/ 506503 w 2912392"/>
                <a:gd name="connsiteY52" fmla="*/ 375103 h 438624"/>
                <a:gd name="connsiteX53" fmla="*/ 516244 w 2912392"/>
                <a:gd name="connsiteY53" fmla="*/ 373546 h 438624"/>
                <a:gd name="connsiteX54" fmla="*/ 525985 w 2912392"/>
                <a:gd name="connsiteY54" fmla="*/ 371975 h 438624"/>
                <a:gd name="connsiteX55" fmla="*/ 535724 w 2912392"/>
                <a:gd name="connsiteY55" fmla="*/ 370398 h 438624"/>
                <a:gd name="connsiteX56" fmla="*/ 545465 w 2912392"/>
                <a:gd name="connsiteY56" fmla="*/ 368817 h 438624"/>
                <a:gd name="connsiteX57" fmla="*/ 555206 w 2912392"/>
                <a:gd name="connsiteY57" fmla="*/ 367242 h 438624"/>
                <a:gd name="connsiteX58" fmla="*/ 564946 w 2912392"/>
                <a:gd name="connsiteY58" fmla="*/ 365679 h 438624"/>
                <a:gd name="connsiteX59" fmla="*/ 574687 w 2912392"/>
                <a:gd name="connsiteY59" fmla="*/ 364131 h 438624"/>
                <a:gd name="connsiteX60" fmla="*/ 584428 w 2912392"/>
                <a:gd name="connsiteY60" fmla="*/ 362607 h 438624"/>
                <a:gd name="connsiteX61" fmla="*/ 594167 w 2912392"/>
                <a:gd name="connsiteY61" fmla="*/ 361111 h 438624"/>
                <a:gd name="connsiteX62" fmla="*/ 603908 w 2912392"/>
                <a:gd name="connsiteY62" fmla="*/ 359651 h 438624"/>
                <a:gd name="connsiteX63" fmla="*/ 613649 w 2912392"/>
                <a:gd name="connsiteY63" fmla="*/ 358231 h 438624"/>
                <a:gd name="connsiteX64" fmla="*/ 623388 w 2912392"/>
                <a:gd name="connsiteY64" fmla="*/ 356857 h 438624"/>
                <a:gd name="connsiteX65" fmla="*/ 633129 w 2912392"/>
                <a:gd name="connsiteY65" fmla="*/ 355537 h 438624"/>
                <a:gd name="connsiteX66" fmla="*/ 642870 w 2912392"/>
                <a:gd name="connsiteY66" fmla="*/ 354277 h 438624"/>
                <a:gd name="connsiteX67" fmla="*/ 652610 w 2912392"/>
                <a:gd name="connsiteY67" fmla="*/ 353081 h 438624"/>
                <a:gd name="connsiteX68" fmla="*/ 662351 w 2912392"/>
                <a:gd name="connsiteY68" fmla="*/ 351953 h 438624"/>
                <a:gd name="connsiteX69" fmla="*/ 672092 w 2912392"/>
                <a:gd name="connsiteY69" fmla="*/ 350901 h 438624"/>
                <a:gd name="connsiteX70" fmla="*/ 681831 w 2912392"/>
                <a:gd name="connsiteY70" fmla="*/ 349928 h 438624"/>
                <a:gd name="connsiteX71" fmla="*/ 691572 w 2912392"/>
                <a:gd name="connsiteY71" fmla="*/ 349041 h 438624"/>
                <a:gd name="connsiteX72" fmla="*/ 701313 w 2912392"/>
                <a:gd name="connsiteY72" fmla="*/ 348244 h 438624"/>
                <a:gd name="connsiteX73" fmla="*/ 711052 w 2912392"/>
                <a:gd name="connsiteY73" fmla="*/ 347543 h 438624"/>
                <a:gd name="connsiteX74" fmla="*/ 720793 w 2912392"/>
                <a:gd name="connsiteY74" fmla="*/ 346938 h 438624"/>
                <a:gd name="connsiteX75" fmla="*/ 730534 w 2912392"/>
                <a:gd name="connsiteY75" fmla="*/ 346437 h 438624"/>
                <a:gd name="connsiteX76" fmla="*/ 740274 w 2912392"/>
                <a:gd name="connsiteY76" fmla="*/ 346042 h 438624"/>
                <a:gd name="connsiteX77" fmla="*/ 750015 w 2912392"/>
                <a:gd name="connsiteY77" fmla="*/ 345756 h 438624"/>
                <a:gd name="connsiteX78" fmla="*/ 759756 w 2912392"/>
                <a:gd name="connsiteY78" fmla="*/ 345583 h 438624"/>
                <a:gd name="connsiteX79" fmla="*/ 769495 w 2912392"/>
                <a:gd name="connsiteY79" fmla="*/ 345525 h 438624"/>
                <a:gd name="connsiteX80" fmla="*/ 779236 w 2912392"/>
                <a:gd name="connsiteY80" fmla="*/ 345585 h 438624"/>
                <a:gd name="connsiteX81" fmla="*/ 788977 w 2912392"/>
                <a:gd name="connsiteY81" fmla="*/ 345764 h 438624"/>
                <a:gd name="connsiteX82" fmla="*/ 798717 w 2912392"/>
                <a:gd name="connsiteY82" fmla="*/ 346063 h 438624"/>
                <a:gd name="connsiteX83" fmla="*/ 808458 w 2912392"/>
                <a:gd name="connsiteY83" fmla="*/ 346486 h 438624"/>
                <a:gd name="connsiteX84" fmla="*/ 818199 w 2912392"/>
                <a:gd name="connsiteY84" fmla="*/ 347030 h 438624"/>
                <a:gd name="connsiteX85" fmla="*/ 827938 w 2912392"/>
                <a:gd name="connsiteY85" fmla="*/ 347697 h 438624"/>
                <a:gd name="connsiteX86" fmla="*/ 837679 w 2912392"/>
                <a:gd name="connsiteY86" fmla="*/ 348489 h 438624"/>
                <a:gd name="connsiteX87" fmla="*/ 847420 w 2912392"/>
                <a:gd name="connsiteY87" fmla="*/ 349402 h 438624"/>
                <a:gd name="connsiteX88" fmla="*/ 857159 w 2912392"/>
                <a:gd name="connsiteY88" fmla="*/ 350436 h 438624"/>
                <a:gd name="connsiteX89" fmla="*/ 866900 w 2912392"/>
                <a:gd name="connsiteY89" fmla="*/ 351591 h 438624"/>
                <a:gd name="connsiteX90" fmla="*/ 876641 w 2912392"/>
                <a:gd name="connsiteY90" fmla="*/ 352863 h 438624"/>
                <a:gd name="connsiteX91" fmla="*/ 886381 w 2912392"/>
                <a:gd name="connsiteY91" fmla="*/ 354252 h 438624"/>
                <a:gd name="connsiteX92" fmla="*/ 896122 w 2912392"/>
                <a:gd name="connsiteY92" fmla="*/ 355753 h 438624"/>
                <a:gd name="connsiteX93" fmla="*/ 905863 w 2912392"/>
                <a:gd name="connsiteY93" fmla="*/ 357365 h 438624"/>
                <a:gd name="connsiteX94" fmla="*/ 915602 w 2912392"/>
                <a:gd name="connsiteY94" fmla="*/ 359083 h 438624"/>
                <a:gd name="connsiteX95" fmla="*/ 925343 w 2912392"/>
                <a:gd name="connsiteY95" fmla="*/ 360904 h 438624"/>
                <a:gd name="connsiteX96" fmla="*/ 935084 w 2912392"/>
                <a:gd name="connsiteY96" fmla="*/ 362821 h 438624"/>
                <a:gd name="connsiteX97" fmla="*/ 944824 w 2912392"/>
                <a:gd name="connsiteY97" fmla="*/ 364834 h 438624"/>
                <a:gd name="connsiteX98" fmla="*/ 954564 w 2912392"/>
                <a:gd name="connsiteY98" fmla="*/ 366934 h 438624"/>
                <a:gd name="connsiteX99" fmla="*/ 964305 w 2912392"/>
                <a:gd name="connsiteY99" fmla="*/ 369116 h 438624"/>
                <a:gd name="connsiteX100" fmla="*/ 974045 w 2912392"/>
                <a:gd name="connsiteY100" fmla="*/ 371376 h 438624"/>
                <a:gd name="connsiteX101" fmla="*/ 983786 w 2912392"/>
                <a:gd name="connsiteY101" fmla="*/ 373705 h 438624"/>
                <a:gd name="connsiteX102" fmla="*/ 993522 w 2912392"/>
                <a:gd name="connsiteY102" fmla="*/ 376099 h 438624"/>
                <a:gd name="connsiteX103" fmla="*/ 1003266 w 2912392"/>
                <a:gd name="connsiteY103" fmla="*/ 378549 h 438624"/>
                <a:gd name="connsiteX104" fmla="*/ 1013010 w 2912392"/>
                <a:gd name="connsiteY104" fmla="*/ 381050 h 438624"/>
                <a:gd name="connsiteX105" fmla="*/ 1022754 w 2912392"/>
                <a:gd name="connsiteY105" fmla="*/ 383592 h 438624"/>
                <a:gd name="connsiteX106" fmla="*/ 1032483 w 2912392"/>
                <a:gd name="connsiteY106" fmla="*/ 386170 h 438624"/>
                <a:gd name="connsiteX107" fmla="*/ 1042227 w 2912392"/>
                <a:gd name="connsiteY107" fmla="*/ 388774 h 438624"/>
                <a:gd name="connsiteX108" fmla="*/ 1051971 w 2912392"/>
                <a:gd name="connsiteY108" fmla="*/ 391398 h 438624"/>
                <a:gd name="connsiteX109" fmla="*/ 1061715 w 2912392"/>
                <a:gd name="connsiteY109" fmla="*/ 394030 h 438624"/>
                <a:gd name="connsiteX110" fmla="*/ 1071444 w 2912392"/>
                <a:gd name="connsiteY110" fmla="*/ 396666 h 438624"/>
                <a:gd name="connsiteX111" fmla="*/ 1081188 w 2912392"/>
                <a:gd name="connsiteY111" fmla="*/ 399296 h 438624"/>
                <a:gd name="connsiteX112" fmla="*/ 1090932 w 2912392"/>
                <a:gd name="connsiteY112" fmla="*/ 401909 h 438624"/>
                <a:gd name="connsiteX113" fmla="*/ 1100676 w 2912392"/>
                <a:gd name="connsiteY113" fmla="*/ 404500 h 438624"/>
                <a:gd name="connsiteX114" fmla="*/ 1110405 w 2912392"/>
                <a:gd name="connsiteY114" fmla="*/ 407058 h 438624"/>
                <a:gd name="connsiteX115" fmla="*/ 1120149 w 2912392"/>
                <a:gd name="connsiteY115" fmla="*/ 409574 h 438624"/>
                <a:gd name="connsiteX116" fmla="*/ 1129893 w 2912392"/>
                <a:gd name="connsiteY116" fmla="*/ 412040 h 438624"/>
                <a:gd name="connsiteX117" fmla="*/ 1139637 w 2912392"/>
                <a:gd name="connsiteY117" fmla="*/ 414448 h 438624"/>
                <a:gd name="connsiteX118" fmla="*/ 1149381 w 2912392"/>
                <a:gd name="connsiteY118" fmla="*/ 416789 h 438624"/>
                <a:gd name="connsiteX119" fmla="*/ 1159110 w 2912392"/>
                <a:gd name="connsiteY119" fmla="*/ 419053 h 438624"/>
                <a:gd name="connsiteX120" fmla="*/ 1168854 w 2912392"/>
                <a:gd name="connsiteY120" fmla="*/ 421233 h 438624"/>
                <a:gd name="connsiteX121" fmla="*/ 1178598 w 2912392"/>
                <a:gd name="connsiteY121" fmla="*/ 423319 h 438624"/>
                <a:gd name="connsiteX122" fmla="*/ 1188341 w 2912392"/>
                <a:gd name="connsiteY122" fmla="*/ 425305 h 438624"/>
                <a:gd name="connsiteX123" fmla="*/ 1198070 w 2912392"/>
                <a:gd name="connsiteY123" fmla="*/ 427182 h 438624"/>
                <a:gd name="connsiteX124" fmla="*/ 1207814 w 2912392"/>
                <a:gd name="connsiteY124" fmla="*/ 428942 h 438624"/>
                <a:gd name="connsiteX125" fmla="*/ 1217558 w 2912392"/>
                <a:gd name="connsiteY125" fmla="*/ 430578 h 438624"/>
                <a:gd name="connsiteX126" fmla="*/ 1227302 w 2912392"/>
                <a:gd name="connsiteY126" fmla="*/ 432081 h 438624"/>
                <a:gd name="connsiteX127" fmla="*/ 1237031 w 2912392"/>
                <a:gd name="connsiteY127" fmla="*/ 433446 h 438624"/>
                <a:gd name="connsiteX128" fmla="*/ 1246775 w 2912392"/>
                <a:gd name="connsiteY128" fmla="*/ 434666 h 438624"/>
                <a:gd name="connsiteX129" fmla="*/ 1256519 w 2912392"/>
                <a:gd name="connsiteY129" fmla="*/ 435733 h 438624"/>
                <a:gd name="connsiteX130" fmla="*/ 1266263 w 2912392"/>
                <a:gd name="connsiteY130" fmla="*/ 436643 h 438624"/>
                <a:gd name="connsiteX131" fmla="*/ 1276007 w 2912392"/>
                <a:gd name="connsiteY131" fmla="*/ 437388 h 438624"/>
                <a:gd name="connsiteX132" fmla="*/ 1285736 w 2912392"/>
                <a:gd name="connsiteY132" fmla="*/ 437963 h 438624"/>
                <a:gd name="connsiteX133" fmla="*/ 1295480 w 2912392"/>
                <a:gd name="connsiteY133" fmla="*/ 438365 h 438624"/>
                <a:gd name="connsiteX134" fmla="*/ 1305224 w 2912392"/>
                <a:gd name="connsiteY134" fmla="*/ 438587 h 438624"/>
                <a:gd name="connsiteX135" fmla="*/ 1314968 w 2912392"/>
                <a:gd name="connsiteY135" fmla="*/ 438624 h 438624"/>
                <a:gd name="connsiteX136" fmla="*/ 1324697 w 2912392"/>
                <a:gd name="connsiteY136" fmla="*/ 438476 h 438624"/>
                <a:gd name="connsiteX137" fmla="*/ 1334441 w 2912392"/>
                <a:gd name="connsiteY137" fmla="*/ 438136 h 438624"/>
                <a:gd name="connsiteX138" fmla="*/ 1344185 w 2912392"/>
                <a:gd name="connsiteY138" fmla="*/ 437601 h 438624"/>
                <a:gd name="connsiteX139" fmla="*/ 1353929 w 2912392"/>
                <a:gd name="connsiteY139" fmla="*/ 436869 h 438624"/>
                <a:gd name="connsiteX140" fmla="*/ 1363658 w 2912392"/>
                <a:gd name="connsiteY140" fmla="*/ 435938 h 438624"/>
                <a:gd name="connsiteX141" fmla="*/ 1373402 w 2912392"/>
                <a:gd name="connsiteY141" fmla="*/ 434807 h 438624"/>
                <a:gd name="connsiteX142" fmla="*/ 1383146 w 2912392"/>
                <a:gd name="connsiteY142" fmla="*/ 433472 h 438624"/>
                <a:gd name="connsiteX143" fmla="*/ 1392890 w 2912392"/>
                <a:gd name="connsiteY143" fmla="*/ 431935 h 438624"/>
                <a:gd name="connsiteX144" fmla="*/ 1402619 w 2912392"/>
                <a:gd name="connsiteY144" fmla="*/ 430192 h 438624"/>
                <a:gd name="connsiteX145" fmla="*/ 1412363 w 2912392"/>
                <a:gd name="connsiteY145" fmla="*/ 428246 h 438624"/>
                <a:gd name="connsiteX146" fmla="*/ 1422106 w 2912392"/>
                <a:gd name="connsiteY146" fmla="*/ 426096 h 438624"/>
                <a:gd name="connsiteX147" fmla="*/ 1431850 w 2912392"/>
                <a:gd name="connsiteY147" fmla="*/ 423742 h 438624"/>
                <a:gd name="connsiteX148" fmla="*/ 1441594 w 2912392"/>
                <a:gd name="connsiteY148" fmla="*/ 421185 h 438624"/>
                <a:gd name="connsiteX149" fmla="*/ 1451323 w 2912392"/>
                <a:gd name="connsiteY149" fmla="*/ 418429 h 438624"/>
                <a:gd name="connsiteX150" fmla="*/ 1461067 w 2912392"/>
                <a:gd name="connsiteY150" fmla="*/ 415473 h 438624"/>
                <a:gd name="connsiteX151" fmla="*/ 1470811 w 2912392"/>
                <a:gd name="connsiteY151" fmla="*/ 412320 h 438624"/>
                <a:gd name="connsiteX152" fmla="*/ 1480555 w 2912392"/>
                <a:gd name="connsiteY152" fmla="*/ 408974 h 438624"/>
                <a:gd name="connsiteX153" fmla="*/ 1490284 w 2912392"/>
                <a:gd name="connsiteY153" fmla="*/ 405437 h 438624"/>
                <a:gd name="connsiteX154" fmla="*/ 1500028 w 2912392"/>
                <a:gd name="connsiteY154" fmla="*/ 401712 h 438624"/>
                <a:gd name="connsiteX155" fmla="*/ 1509772 w 2912392"/>
                <a:gd name="connsiteY155" fmla="*/ 397804 h 438624"/>
                <a:gd name="connsiteX156" fmla="*/ 1519516 w 2912392"/>
                <a:gd name="connsiteY156" fmla="*/ 393716 h 438624"/>
                <a:gd name="connsiteX157" fmla="*/ 1529245 w 2912392"/>
                <a:gd name="connsiteY157" fmla="*/ 389453 h 438624"/>
                <a:gd name="connsiteX158" fmla="*/ 1538989 w 2912392"/>
                <a:gd name="connsiteY158" fmla="*/ 385020 h 438624"/>
                <a:gd name="connsiteX159" fmla="*/ 1548733 w 2912392"/>
                <a:gd name="connsiteY159" fmla="*/ 380422 h 438624"/>
                <a:gd name="connsiteX160" fmla="*/ 1558477 w 2912392"/>
                <a:gd name="connsiteY160" fmla="*/ 375663 h 438624"/>
                <a:gd name="connsiteX161" fmla="*/ 1568221 w 2912392"/>
                <a:gd name="connsiteY161" fmla="*/ 370751 h 438624"/>
                <a:gd name="connsiteX162" fmla="*/ 1577950 w 2912392"/>
                <a:gd name="connsiteY162" fmla="*/ 365690 h 438624"/>
                <a:gd name="connsiteX163" fmla="*/ 1587694 w 2912392"/>
                <a:gd name="connsiteY163" fmla="*/ 360487 h 438624"/>
                <a:gd name="connsiteX164" fmla="*/ 1597438 w 2912392"/>
                <a:gd name="connsiteY164" fmla="*/ 355147 h 438624"/>
                <a:gd name="connsiteX165" fmla="*/ 1607182 w 2912392"/>
                <a:gd name="connsiteY165" fmla="*/ 349679 h 438624"/>
                <a:gd name="connsiteX166" fmla="*/ 1616911 w 2912392"/>
                <a:gd name="connsiteY166" fmla="*/ 344088 h 438624"/>
                <a:gd name="connsiteX167" fmla="*/ 1626655 w 2912392"/>
                <a:gd name="connsiteY167" fmla="*/ 338381 h 438624"/>
                <a:gd name="connsiteX168" fmla="*/ 1636399 w 2912392"/>
                <a:gd name="connsiteY168" fmla="*/ 332566 h 438624"/>
                <a:gd name="connsiteX169" fmla="*/ 1646142 w 2912392"/>
                <a:gd name="connsiteY169" fmla="*/ 326650 h 438624"/>
                <a:gd name="connsiteX170" fmla="*/ 1655872 w 2912392"/>
                <a:gd name="connsiteY170" fmla="*/ 320641 h 438624"/>
                <a:gd name="connsiteX171" fmla="*/ 1665616 w 2912392"/>
                <a:gd name="connsiteY171" fmla="*/ 314544 h 438624"/>
                <a:gd name="connsiteX172" fmla="*/ 1675359 w 2912392"/>
                <a:gd name="connsiteY172" fmla="*/ 308370 h 438624"/>
                <a:gd name="connsiteX173" fmla="*/ 1685103 w 2912392"/>
                <a:gd name="connsiteY173" fmla="*/ 302123 h 438624"/>
                <a:gd name="connsiteX174" fmla="*/ 1694832 w 2912392"/>
                <a:gd name="connsiteY174" fmla="*/ 295815 h 438624"/>
                <a:gd name="connsiteX175" fmla="*/ 1704576 w 2912392"/>
                <a:gd name="connsiteY175" fmla="*/ 289450 h 438624"/>
                <a:gd name="connsiteX176" fmla="*/ 1714320 w 2912392"/>
                <a:gd name="connsiteY176" fmla="*/ 283037 h 438624"/>
                <a:gd name="connsiteX177" fmla="*/ 1724064 w 2912392"/>
                <a:gd name="connsiteY177" fmla="*/ 276585 h 438624"/>
                <a:gd name="connsiteX178" fmla="*/ 1733808 w 2912392"/>
                <a:gd name="connsiteY178" fmla="*/ 270101 h 438624"/>
                <a:gd name="connsiteX179" fmla="*/ 1743537 w 2912392"/>
                <a:gd name="connsiteY179" fmla="*/ 263591 h 438624"/>
                <a:gd name="connsiteX180" fmla="*/ 1753281 w 2912392"/>
                <a:gd name="connsiteY180" fmla="*/ 257065 h 438624"/>
                <a:gd name="connsiteX181" fmla="*/ 1763025 w 2912392"/>
                <a:gd name="connsiteY181" fmla="*/ 250531 h 438624"/>
                <a:gd name="connsiteX182" fmla="*/ 1772769 w 2912392"/>
                <a:gd name="connsiteY182" fmla="*/ 243995 h 438624"/>
                <a:gd name="connsiteX183" fmla="*/ 1782498 w 2912392"/>
                <a:gd name="connsiteY183" fmla="*/ 237466 h 438624"/>
                <a:gd name="connsiteX184" fmla="*/ 1792242 w 2912392"/>
                <a:gd name="connsiteY184" fmla="*/ 230949 h 438624"/>
                <a:gd name="connsiteX185" fmla="*/ 1801986 w 2912392"/>
                <a:gd name="connsiteY185" fmla="*/ 224453 h 438624"/>
                <a:gd name="connsiteX186" fmla="*/ 1811730 w 2912392"/>
                <a:gd name="connsiteY186" fmla="*/ 217984 h 438624"/>
                <a:gd name="connsiteX187" fmla="*/ 1821459 w 2912392"/>
                <a:gd name="connsiteY187" fmla="*/ 211551 h 438624"/>
                <a:gd name="connsiteX188" fmla="*/ 1831203 w 2912392"/>
                <a:gd name="connsiteY188" fmla="*/ 205159 h 438624"/>
                <a:gd name="connsiteX189" fmla="*/ 1840947 w 2912392"/>
                <a:gd name="connsiteY189" fmla="*/ 198815 h 438624"/>
                <a:gd name="connsiteX190" fmla="*/ 1850691 w 2912392"/>
                <a:gd name="connsiteY190" fmla="*/ 192526 h 438624"/>
                <a:gd name="connsiteX191" fmla="*/ 1860435 w 2912392"/>
                <a:gd name="connsiteY191" fmla="*/ 186298 h 438624"/>
                <a:gd name="connsiteX192" fmla="*/ 1870164 w 2912392"/>
                <a:gd name="connsiteY192" fmla="*/ 180136 h 438624"/>
                <a:gd name="connsiteX193" fmla="*/ 1879908 w 2912392"/>
                <a:gd name="connsiteY193" fmla="*/ 174047 h 438624"/>
                <a:gd name="connsiteX194" fmla="*/ 1889652 w 2912392"/>
                <a:gd name="connsiteY194" fmla="*/ 168037 h 438624"/>
                <a:gd name="connsiteX195" fmla="*/ 1899395 w 2912392"/>
                <a:gd name="connsiteY195" fmla="*/ 162108 h 438624"/>
                <a:gd name="connsiteX196" fmla="*/ 1909124 w 2912392"/>
                <a:gd name="connsiteY196" fmla="*/ 156268 h 438624"/>
                <a:gd name="connsiteX197" fmla="*/ 1918868 w 2912392"/>
                <a:gd name="connsiteY197" fmla="*/ 150521 h 438624"/>
                <a:gd name="connsiteX198" fmla="*/ 1928612 w 2912392"/>
                <a:gd name="connsiteY198" fmla="*/ 144873 h 438624"/>
                <a:gd name="connsiteX199" fmla="*/ 1938356 w 2912392"/>
                <a:gd name="connsiteY199" fmla="*/ 139326 h 438624"/>
                <a:gd name="connsiteX200" fmla="*/ 1948085 w 2912392"/>
                <a:gd name="connsiteY200" fmla="*/ 133884 h 438624"/>
                <a:gd name="connsiteX201" fmla="*/ 1957829 w 2912392"/>
                <a:gd name="connsiteY201" fmla="*/ 128551 h 438624"/>
                <a:gd name="connsiteX202" fmla="*/ 1967573 w 2912392"/>
                <a:gd name="connsiteY202" fmla="*/ 123332 h 438624"/>
                <a:gd name="connsiteX203" fmla="*/ 1977317 w 2912392"/>
                <a:gd name="connsiteY203" fmla="*/ 118228 h 438624"/>
                <a:gd name="connsiteX204" fmla="*/ 1987046 w 2912392"/>
                <a:gd name="connsiteY204" fmla="*/ 113243 h 438624"/>
                <a:gd name="connsiteX205" fmla="*/ 1996790 w 2912392"/>
                <a:gd name="connsiteY205" fmla="*/ 108377 h 438624"/>
                <a:gd name="connsiteX206" fmla="*/ 2006534 w 2912392"/>
                <a:gd name="connsiteY206" fmla="*/ 103634 h 438624"/>
                <a:gd name="connsiteX207" fmla="*/ 2016278 w 2912392"/>
                <a:gd name="connsiteY207" fmla="*/ 99017 h 438624"/>
                <a:gd name="connsiteX208" fmla="*/ 2026022 w 2912392"/>
                <a:gd name="connsiteY208" fmla="*/ 94527 h 438624"/>
                <a:gd name="connsiteX209" fmla="*/ 2035751 w 2912392"/>
                <a:gd name="connsiteY209" fmla="*/ 90163 h 438624"/>
                <a:gd name="connsiteX210" fmla="*/ 2045495 w 2912392"/>
                <a:gd name="connsiteY210" fmla="*/ 85928 h 438624"/>
                <a:gd name="connsiteX211" fmla="*/ 2055239 w 2912392"/>
                <a:gd name="connsiteY211" fmla="*/ 81822 h 438624"/>
                <a:gd name="connsiteX212" fmla="*/ 2064983 w 2912392"/>
                <a:gd name="connsiteY212" fmla="*/ 77846 h 438624"/>
                <a:gd name="connsiteX213" fmla="*/ 2074712 w 2912392"/>
                <a:gd name="connsiteY213" fmla="*/ 73999 h 438624"/>
                <a:gd name="connsiteX214" fmla="*/ 2084456 w 2912392"/>
                <a:gd name="connsiteY214" fmla="*/ 70280 h 438624"/>
                <a:gd name="connsiteX215" fmla="*/ 2094200 w 2912392"/>
                <a:gd name="connsiteY215" fmla="*/ 66692 h 438624"/>
                <a:gd name="connsiteX216" fmla="*/ 2103944 w 2912392"/>
                <a:gd name="connsiteY216" fmla="*/ 63231 h 438624"/>
                <a:gd name="connsiteX217" fmla="*/ 2113673 w 2912392"/>
                <a:gd name="connsiteY217" fmla="*/ 59898 h 438624"/>
                <a:gd name="connsiteX218" fmla="*/ 2123417 w 2912392"/>
                <a:gd name="connsiteY218" fmla="*/ 56692 h 438624"/>
                <a:gd name="connsiteX219" fmla="*/ 2133161 w 2912392"/>
                <a:gd name="connsiteY219" fmla="*/ 53610 h 438624"/>
                <a:gd name="connsiteX220" fmla="*/ 2142905 w 2912392"/>
                <a:gd name="connsiteY220" fmla="*/ 50649 h 438624"/>
                <a:gd name="connsiteX221" fmla="*/ 2152649 w 2912392"/>
                <a:gd name="connsiteY221" fmla="*/ 47812 h 438624"/>
                <a:gd name="connsiteX222" fmla="*/ 2162377 w 2912392"/>
                <a:gd name="connsiteY222" fmla="*/ 45093 h 438624"/>
                <a:gd name="connsiteX223" fmla="*/ 2172121 w 2912392"/>
                <a:gd name="connsiteY223" fmla="*/ 42492 h 438624"/>
                <a:gd name="connsiteX224" fmla="*/ 2181865 w 2912392"/>
                <a:gd name="connsiteY224" fmla="*/ 40004 h 438624"/>
                <a:gd name="connsiteX225" fmla="*/ 2191609 w 2912392"/>
                <a:gd name="connsiteY225" fmla="*/ 37629 h 438624"/>
                <a:gd name="connsiteX226" fmla="*/ 2201338 w 2912392"/>
                <a:gd name="connsiteY226" fmla="*/ 35364 h 438624"/>
                <a:gd name="connsiteX227" fmla="*/ 2211082 w 2912392"/>
                <a:gd name="connsiteY227" fmla="*/ 33205 h 438624"/>
                <a:gd name="connsiteX228" fmla="*/ 2220826 w 2912392"/>
                <a:gd name="connsiteY228" fmla="*/ 31151 h 438624"/>
                <a:gd name="connsiteX229" fmla="*/ 2230570 w 2912392"/>
                <a:gd name="connsiteY229" fmla="*/ 29196 h 438624"/>
                <a:gd name="connsiteX230" fmla="*/ 2240299 w 2912392"/>
                <a:gd name="connsiteY230" fmla="*/ 27340 h 438624"/>
                <a:gd name="connsiteX231" fmla="*/ 2250043 w 2912392"/>
                <a:gd name="connsiteY231" fmla="*/ 25577 h 438624"/>
                <a:gd name="connsiteX232" fmla="*/ 2259787 w 2912392"/>
                <a:gd name="connsiteY232" fmla="*/ 23907 h 438624"/>
                <a:gd name="connsiteX233" fmla="*/ 2269531 w 2912392"/>
                <a:gd name="connsiteY233" fmla="*/ 22323 h 438624"/>
                <a:gd name="connsiteX234" fmla="*/ 2279260 w 2912392"/>
                <a:gd name="connsiteY234" fmla="*/ 20826 h 438624"/>
                <a:gd name="connsiteX235" fmla="*/ 2289004 w 2912392"/>
                <a:gd name="connsiteY235" fmla="*/ 19409 h 438624"/>
                <a:gd name="connsiteX236" fmla="*/ 2298748 w 2912392"/>
                <a:gd name="connsiteY236" fmla="*/ 18069 h 438624"/>
                <a:gd name="connsiteX237" fmla="*/ 2308492 w 2912392"/>
                <a:gd name="connsiteY237" fmla="*/ 16806 h 438624"/>
                <a:gd name="connsiteX238" fmla="*/ 2318236 w 2912392"/>
                <a:gd name="connsiteY238" fmla="*/ 15614 h 438624"/>
                <a:gd name="connsiteX239" fmla="*/ 2327965 w 2912392"/>
                <a:gd name="connsiteY239" fmla="*/ 14489 h 438624"/>
                <a:gd name="connsiteX240" fmla="*/ 2337709 w 2912392"/>
                <a:gd name="connsiteY240" fmla="*/ 13430 h 438624"/>
                <a:gd name="connsiteX241" fmla="*/ 2347453 w 2912392"/>
                <a:gd name="connsiteY241" fmla="*/ 12432 h 438624"/>
                <a:gd name="connsiteX242" fmla="*/ 2357197 w 2912392"/>
                <a:gd name="connsiteY242" fmla="*/ 11493 h 438624"/>
                <a:gd name="connsiteX243" fmla="*/ 2366926 w 2912392"/>
                <a:gd name="connsiteY243" fmla="*/ 10610 h 438624"/>
                <a:gd name="connsiteX244" fmla="*/ 2376670 w 2912392"/>
                <a:gd name="connsiteY244" fmla="*/ 9780 h 438624"/>
                <a:gd name="connsiteX245" fmla="*/ 2386413 w 2912392"/>
                <a:gd name="connsiteY245" fmla="*/ 8999 h 438624"/>
                <a:gd name="connsiteX246" fmla="*/ 2396157 w 2912392"/>
                <a:gd name="connsiteY246" fmla="*/ 8266 h 438624"/>
                <a:gd name="connsiteX247" fmla="*/ 2405886 w 2912392"/>
                <a:gd name="connsiteY247" fmla="*/ 7576 h 438624"/>
                <a:gd name="connsiteX248" fmla="*/ 2415630 w 2912392"/>
                <a:gd name="connsiteY248" fmla="*/ 6930 h 438624"/>
                <a:gd name="connsiteX249" fmla="*/ 2425374 w 2912392"/>
                <a:gd name="connsiteY249" fmla="*/ 6322 h 438624"/>
                <a:gd name="connsiteX250" fmla="*/ 2435118 w 2912392"/>
                <a:gd name="connsiteY250" fmla="*/ 5752 h 438624"/>
                <a:gd name="connsiteX251" fmla="*/ 2444862 w 2912392"/>
                <a:gd name="connsiteY251" fmla="*/ 5218 h 438624"/>
                <a:gd name="connsiteX252" fmla="*/ 2454591 w 2912392"/>
                <a:gd name="connsiteY252" fmla="*/ 4715 h 438624"/>
                <a:gd name="connsiteX253" fmla="*/ 2464335 w 2912392"/>
                <a:gd name="connsiteY253" fmla="*/ 4246 h 438624"/>
                <a:gd name="connsiteX254" fmla="*/ 2474079 w 2912392"/>
                <a:gd name="connsiteY254" fmla="*/ 3805 h 438624"/>
                <a:gd name="connsiteX255" fmla="*/ 2483823 w 2912392"/>
                <a:gd name="connsiteY255" fmla="*/ 3394 h 438624"/>
                <a:gd name="connsiteX256" fmla="*/ 2493552 w 2912392"/>
                <a:gd name="connsiteY256" fmla="*/ 3008 h 438624"/>
                <a:gd name="connsiteX257" fmla="*/ 2503296 w 2912392"/>
                <a:gd name="connsiteY257" fmla="*/ 2649 h 438624"/>
                <a:gd name="connsiteX258" fmla="*/ 2513040 w 2912392"/>
                <a:gd name="connsiteY258" fmla="*/ 2314 h 438624"/>
                <a:gd name="connsiteX259" fmla="*/ 2522784 w 2912392"/>
                <a:gd name="connsiteY259" fmla="*/ 2002 h 438624"/>
                <a:gd name="connsiteX260" fmla="*/ 2532513 w 2912392"/>
                <a:gd name="connsiteY260" fmla="*/ 1715 h 438624"/>
                <a:gd name="connsiteX261" fmla="*/ 2542257 w 2912392"/>
                <a:gd name="connsiteY261" fmla="*/ 1450 h 438624"/>
                <a:gd name="connsiteX262" fmla="*/ 2552001 w 2912392"/>
                <a:gd name="connsiteY262" fmla="*/ 1205 h 438624"/>
                <a:gd name="connsiteX263" fmla="*/ 2561745 w 2912392"/>
                <a:gd name="connsiteY263" fmla="*/ 983 h 438624"/>
                <a:gd name="connsiteX264" fmla="*/ 2571474 w 2912392"/>
                <a:gd name="connsiteY264" fmla="*/ 784 h 438624"/>
                <a:gd name="connsiteX265" fmla="*/ 2581218 w 2912392"/>
                <a:gd name="connsiteY265" fmla="*/ 605 h 438624"/>
                <a:gd name="connsiteX266" fmla="*/ 2590962 w 2912392"/>
                <a:gd name="connsiteY266" fmla="*/ 448 h 438624"/>
                <a:gd name="connsiteX267" fmla="*/ 2600705 w 2912392"/>
                <a:gd name="connsiteY267" fmla="*/ 314 h 438624"/>
                <a:gd name="connsiteX268" fmla="*/ 2610449 w 2912392"/>
                <a:gd name="connsiteY268" fmla="*/ 203 h 438624"/>
                <a:gd name="connsiteX269" fmla="*/ 2620178 w 2912392"/>
                <a:gd name="connsiteY269" fmla="*/ 115 h 438624"/>
                <a:gd name="connsiteX270" fmla="*/ 2629922 w 2912392"/>
                <a:gd name="connsiteY270" fmla="*/ 51 h 438624"/>
                <a:gd name="connsiteX271" fmla="*/ 2639666 w 2912392"/>
                <a:gd name="connsiteY271" fmla="*/ 13 h 438624"/>
                <a:gd name="connsiteX272" fmla="*/ 2649410 w 2912392"/>
                <a:gd name="connsiteY272" fmla="*/ 0 h 438624"/>
                <a:gd name="connsiteX273" fmla="*/ 2659139 w 2912392"/>
                <a:gd name="connsiteY273" fmla="*/ 16 h 438624"/>
                <a:gd name="connsiteX274" fmla="*/ 2668883 w 2912392"/>
                <a:gd name="connsiteY274" fmla="*/ 60 h 438624"/>
                <a:gd name="connsiteX275" fmla="*/ 2678627 w 2912392"/>
                <a:gd name="connsiteY275" fmla="*/ 134 h 438624"/>
                <a:gd name="connsiteX276" fmla="*/ 2688371 w 2912392"/>
                <a:gd name="connsiteY276" fmla="*/ 241 h 438624"/>
                <a:gd name="connsiteX277" fmla="*/ 2698100 w 2912392"/>
                <a:gd name="connsiteY277" fmla="*/ 380 h 438624"/>
                <a:gd name="connsiteX278" fmla="*/ 2707844 w 2912392"/>
                <a:gd name="connsiteY278" fmla="*/ 556 h 438624"/>
                <a:gd name="connsiteX279" fmla="*/ 2717588 w 2912392"/>
                <a:gd name="connsiteY279" fmla="*/ 767 h 438624"/>
                <a:gd name="connsiteX280" fmla="*/ 2727332 w 2912392"/>
                <a:gd name="connsiteY280" fmla="*/ 1018 h 438624"/>
                <a:gd name="connsiteX281" fmla="*/ 2737076 w 2912392"/>
                <a:gd name="connsiteY281" fmla="*/ 1308 h 438624"/>
                <a:gd name="connsiteX282" fmla="*/ 2746805 w 2912392"/>
                <a:gd name="connsiteY282" fmla="*/ 1643 h 438624"/>
                <a:gd name="connsiteX283" fmla="*/ 2756549 w 2912392"/>
                <a:gd name="connsiteY283" fmla="*/ 2022 h 438624"/>
                <a:gd name="connsiteX284" fmla="*/ 2766293 w 2912392"/>
                <a:gd name="connsiteY284" fmla="*/ 2448 h 438624"/>
                <a:gd name="connsiteX285" fmla="*/ 2776037 w 2912392"/>
                <a:gd name="connsiteY285" fmla="*/ 2925 h 438624"/>
                <a:gd name="connsiteX286" fmla="*/ 2785766 w 2912392"/>
                <a:gd name="connsiteY286" fmla="*/ 3452 h 438624"/>
                <a:gd name="connsiteX287" fmla="*/ 2795510 w 2912392"/>
                <a:gd name="connsiteY287" fmla="*/ 4033 h 438624"/>
                <a:gd name="connsiteX288" fmla="*/ 2805254 w 2912392"/>
                <a:gd name="connsiteY288" fmla="*/ 4672 h 438624"/>
                <a:gd name="connsiteX289" fmla="*/ 2814998 w 2912392"/>
                <a:gd name="connsiteY289" fmla="*/ 5368 h 438624"/>
                <a:gd name="connsiteX290" fmla="*/ 2824727 w 2912392"/>
                <a:gd name="connsiteY290" fmla="*/ 6126 h 438624"/>
                <a:gd name="connsiteX291" fmla="*/ 2834471 w 2912392"/>
                <a:gd name="connsiteY291" fmla="*/ 6949 h 438624"/>
                <a:gd name="connsiteX292" fmla="*/ 2844215 w 2912392"/>
                <a:gd name="connsiteY292" fmla="*/ 7835 h 438624"/>
                <a:gd name="connsiteX293" fmla="*/ 2853958 w 2912392"/>
                <a:gd name="connsiteY293" fmla="*/ 8792 h 438624"/>
                <a:gd name="connsiteX294" fmla="*/ 2863687 w 2912392"/>
                <a:gd name="connsiteY294" fmla="*/ 9818 h 438624"/>
                <a:gd name="connsiteX295" fmla="*/ 2873431 w 2912392"/>
                <a:gd name="connsiteY295" fmla="*/ 10918 h 438624"/>
                <a:gd name="connsiteX296" fmla="*/ 2883175 w 2912392"/>
                <a:gd name="connsiteY296" fmla="*/ 12093 h 438624"/>
                <a:gd name="connsiteX297" fmla="*/ 2892919 w 2912392"/>
                <a:gd name="connsiteY297" fmla="*/ 13345 h 438624"/>
                <a:gd name="connsiteX298" fmla="*/ 2902663 w 2912392"/>
                <a:gd name="connsiteY298" fmla="*/ 14678 h 438624"/>
                <a:gd name="connsiteX299" fmla="*/ 2912392 w 2912392"/>
                <a:gd name="connsiteY299" fmla="*/ 16092 h 438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38624">
                  <a:moveTo>
                    <a:pt x="0" y="350373"/>
                  </a:moveTo>
                  <a:lnTo>
                    <a:pt x="9739" y="353183"/>
                  </a:lnTo>
                  <a:lnTo>
                    <a:pt x="19480" y="355928"/>
                  </a:lnTo>
                  <a:lnTo>
                    <a:pt x="29221" y="358604"/>
                  </a:lnTo>
                  <a:lnTo>
                    <a:pt x="38961" y="361208"/>
                  </a:lnTo>
                  <a:lnTo>
                    <a:pt x="48702" y="363736"/>
                  </a:lnTo>
                  <a:lnTo>
                    <a:pt x="58443" y="366186"/>
                  </a:lnTo>
                  <a:lnTo>
                    <a:pt x="68182" y="368555"/>
                  </a:lnTo>
                  <a:lnTo>
                    <a:pt x="77923" y="370839"/>
                  </a:lnTo>
                  <a:lnTo>
                    <a:pt x="87664" y="373035"/>
                  </a:lnTo>
                  <a:lnTo>
                    <a:pt x="97404" y="375143"/>
                  </a:lnTo>
                  <a:lnTo>
                    <a:pt x="107145" y="377157"/>
                  </a:lnTo>
                  <a:lnTo>
                    <a:pt x="116886" y="379078"/>
                  </a:lnTo>
                  <a:lnTo>
                    <a:pt x="126625" y="380901"/>
                  </a:lnTo>
                  <a:lnTo>
                    <a:pt x="136366" y="382627"/>
                  </a:lnTo>
                  <a:lnTo>
                    <a:pt x="146107" y="384252"/>
                  </a:lnTo>
                  <a:lnTo>
                    <a:pt x="155846" y="385775"/>
                  </a:lnTo>
                  <a:lnTo>
                    <a:pt x="165587" y="387193"/>
                  </a:lnTo>
                  <a:lnTo>
                    <a:pt x="175328" y="388507"/>
                  </a:lnTo>
                  <a:lnTo>
                    <a:pt x="185068" y="389716"/>
                  </a:lnTo>
                  <a:lnTo>
                    <a:pt x="194809" y="390817"/>
                  </a:lnTo>
                  <a:lnTo>
                    <a:pt x="204550" y="391809"/>
                  </a:lnTo>
                  <a:lnTo>
                    <a:pt x="214289" y="392694"/>
                  </a:lnTo>
                  <a:lnTo>
                    <a:pt x="224030" y="393472"/>
                  </a:lnTo>
                  <a:lnTo>
                    <a:pt x="233771" y="394139"/>
                  </a:lnTo>
                  <a:lnTo>
                    <a:pt x="243510" y="394698"/>
                  </a:lnTo>
                  <a:lnTo>
                    <a:pt x="253251" y="395148"/>
                  </a:lnTo>
                  <a:lnTo>
                    <a:pt x="262992" y="395492"/>
                  </a:lnTo>
                  <a:lnTo>
                    <a:pt x="272732" y="395727"/>
                  </a:lnTo>
                  <a:lnTo>
                    <a:pt x="282473" y="395857"/>
                  </a:lnTo>
                  <a:lnTo>
                    <a:pt x="292214" y="395882"/>
                  </a:lnTo>
                  <a:lnTo>
                    <a:pt x="301953" y="395803"/>
                  </a:lnTo>
                  <a:lnTo>
                    <a:pt x="311694" y="395623"/>
                  </a:lnTo>
                  <a:lnTo>
                    <a:pt x="321435" y="395343"/>
                  </a:lnTo>
                  <a:lnTo>
                    <a:pt x="331175" y="394965"/>
                  </a:lnTo>
                  <a:lnTo>
                    <a:pt x="340916" y="394491"/>
                  </a:lnTo>
                  <a:lnTo>
                    <a:pt x="350656" y="393925"/>
                  </a:lnTo>
                  <a:lnTo>
                    <a:pt x="360396" y="393268"/>
                  </a:lnTo>
                  <a:lnTo>
                    <a:pt x="370137" y="392523"/>
                  </a:lnTo>
                  <a:lnTo>
                    <a:pt x="379878" y="391694"/>
                  </a:lnTo>
                  <a:lnTo>
                    <a:pt x="389617" y="390785"/>
                  </a:lnTo>
                  <a:lnTo>
                    <a:pt x="399358" y="389799"/>
                  </a:lnTo>
                  <a:lnTo>
                    <a:pt x="409099" y="388740"/>
                  </a:lnTo>
                  <a:lnTo>
                    <a:pt x="418839" y="387612"/>
                  </a:lnTo>
                  <a:lnTo>
                    <a:pt x="428580" y="386418"/>
                  </a:lnTo>
                  <a:lnTo>
                    <a:pt x="438321" y="385164"/>
                  </a:lnTo>
                  <a:lnTo>
                    <a:pt x="448060" y="383854"/>
                  </a:lnTo>
                  <a:lnTo>
                    <a:pt x="457801" y="382494"/>
                  </a:lnTo>
                  <a:lnTo>
                    <a:pt x="467542" y="381086"/>
                  </a:lnTo>
                  <a:lnTo>
                    <a:pt x="477281" y="379639"/>
                  </a:lnTo>
                  <a:lnTo>
                    <a:pt x="487022" y="378155"/>
                  </a:lnTo>
                  <a:lnTo>
                    <a:pt x="496763" y="376642"/>
                  </a:lnTo>
                  <a:lnTo>
                    <a:pt x="506503" y="375103"/>
                  </a:lnTo>
                  <a:lnTo>
                    <a:pt x="516244" y="373546"/>
                  </a:lnTo>
                  <a:lnTo>
                    <a:pt x="525985" y="371975"/>
                  </a:lnTo>
                  <a:lnTo>
                    <a:pt x="535724" y="370398"/>
                  </a:lnTo>
                  <a:lnTo>
                    <a:pt x="545465" y="368817"/>
                  </a:lnTo>
                  <a:lnTo>
                    <a:pt x="555206" y="367242"/>
                  </a:lnTo>
                  <a:lnTo>
                    <a:pt x="564946" y="365679"/>
                  </a:lnTo>
                  <a:lnTo>
                    <a:pt x="574687" y="364131"/>
                  </a:lnTo>
                  <a:lnTo>
                    <a:pt x="584428" y="362607"/>
                  </a:lnTo>
                  <a:lnTo>
                    <a:pt x="594167" y="361111"/>
                  </a:lnTo>
                  <a:lnTo>
                    <a:pt x="603908" y="359651"/>
                  </a:lnTo>
                  <a:lnTo>
                    <a:pt x="613649" y="358231"/>
                  </a:lnTo>
                  <a:lnTo>
                    <a:pt x="623388" y="356857"/>
                  </a:lnTo>
                  <a:lnTo>
                    <a:pt x="633129" y="355537"/>
                  </a:lnTo>
                  <a:lnTo>
                    <a:pt x="642870" y="354277"/>
                  </a:lnTo>
                  <a:lnTo>
                    <a:pt x="652610" y="353081"/>
                  </a:lnTo>
                  <a:lnTo>
                    <a:pt x="662351" y="351953"/>
                  </a:lnTo>
                  <a:lnTo>
                    <a:pt x="672092" y="350901"/>
                  </a:lnTo>
                  <a:lnTo>
                    <a:pt x="681831" y="349928"/>
                  </a:lnTo>
                  <a:lnTo>
                    <a:pt x="691572" y="349041"/>
                  </a:lnTo>
                  <a:lnTo>
                    <a:pt x="701313" y="348244"/>
                  </a:lnTo>
                  <a:lnTo>
                    <a:pt x="711052" y="347543"/>
                  </a:lnTo>
                  <a:lnTo>
                    <a:pt x="720793" y="346938"/>
                  </a:lnTo>
                  <a:lnTo>
                    <a:pt x="730534" y="346437"/>
                  </a:lnTo>
                  <a:lnTo>
                    <a:pt x="740274" y="346042"/>
                  </a:lnTo>
                  <a:lnTo>
                    <a:pt x="750015" y="345756"/>
                  </a:lnTo>
                  <a:lnTo>
                    <a:pt x="759756" y="345583"/>
                  </a:lnTo>
                  <a:lnTo>
                    <a:pt x="769495" y="345525"/>
                  </a:lnTo>
                  <a:lnTo>
                    <a:pt x="779236" y="345585"/>
                  </a:lnTo>
                  <a:lnTo>
                    <a:pt x="788977" y="345764"/>
                  </a:lnTo>
                  <a:lnTo>
                    <a:pt x="798717" y="346063"/>
                  </a:lnTo>
                  <a:lnTo>
                    <a:pt x="808458" y="346486"/>
                  </a:lnTo>
                  <a:lnTo>
                    <a:pt x="818199" y="347030"/>
                  </a:lnTo>
                  <a:lnTo>
                    <a:pt x="827938" y="347697"/>
                  </a:lnTo>
                  <a:lnTo>
                    <a:pt x="837679" y="348489"/>
                  </a:lnTo>
                  <a:lnTo>
                    <a:pt x="847420" y="349402"/>
                  </a:lnTo>
                  <a:lnTo>
                    <a:pt x="857159" y="350436"/>
                  </a:lnTo>
                  <a:lnTo>
                    <a:pt x="866900" y="351591"/>
                  </a:lnTo>
                  <a:lnTo>
                    <a:pt x="876641" y="352863"/>
                  </a:lnTo>
                  <a:lnTo>
                    <a:pt x="886381" y="354252"/>
                  </a:lnTo>
                  <a:lnTo>
                    <a:pt x="896122" y="355753"/>
                  </a:lnTo>
                  <a:lnTo>
                    <a:pt x="905863" y="357365"/>
                  </a:lnTo>
                  <a:lnTo>
                    <a:pt x="915602" y="359083"/>
                  </a:lnTo>
                  <a:lnTo>
                    <a:pt x="925343" y="360904"/>
                  </a:lnTo>
                  <a:lnTo>
                    <a:pt x="935084" y="362821"/>
                  </a:lnTo>
                  <a:lnTo>
                    <a:pt x="944824" y="364834"/>
                  </a:lnTo>
                  <a:lnTo>
                    <a:pt x="954564" y="366934"/>
                  </a:lnTo>
                  <a:lnTo>
                    <a:pt x="964305" y="369116"/>
                  </a:lnTo>
                  <a:lnTo>
                    <a:pt x="974045" y="371376"/>
                  </a:lnTo>
                  <a:lnTo>
                    <a:pt x="983786" y="373705"/>
                  </a:lnTo>
                  <a:lnTo>
                    <a:pt x="993522" y="376099"/>
                  </a:lnTo>
                  <a:lnTo>
                    <a:pt x="1003266" y="378549"/>
                  </a:lnTo>
                  <a:lnTo>
                    <a:pt x="1013010" y="381050"/>
                  </a:lnTo>
                  <a:lnTo>
                    <a:pt x="1022754" y="383592"/>
                  </a:lnTo>
                  <a:lnTo>
                    <a:pt x="1032483" y="386170"/>
                  </a:lnTo>
                  <a:lnTo>
                    <a:pt x="1042227" y="388774"/>
                  </a:lnTo>
                  <a:lnTo>
                    <a:pt x="1051971" y="391398"/>
                  </a:lnTo>
                  <a:lnTo>
                    <a:pt x="1061715" y="394030"/>
                  </a:lnTo>
                  <a:lnTo>
                    <a:pt x="1071444" y="396666"/>
                  </a:lnTo>
                  <a:lnTo>
                    <a:pt x="1081188" y="399296"/>
                  </a:lnTo>
                  <a:lnTo>
                    <a:pt x="1090932" y="401909"/>
                  </a:lnTo>
                  <a:lnTo>
                    <a:pt x="1100676" y="404500"/>
                  </a:lnTo>
                  <a:lnTo>
                    <a:pt x="1110405" y="407058"/>
                  </a:lnTo>
                  <a:lnTo>
                    <a:pt x="1120149" y="409574"/>
                  </a:lnTo>
                  <a:lnTo>
                    <a:pt x="1129893" y="412040"/>
                  </a:lnTo>
                  <a:lnTo>
                    <a:pt x="1139637" y="414448"/>
                  </a:lnTo>
                  <a:lnTo>
                    <a:pt x="1149381" y="416789"/>
                  </a:lnTo>
                  <a:lnTo>
                    <a:pt x="1159110" y="419053"/>
                  </a:lnTo>
                  <a:lnTo>
                    <a:pt x="1168854" y="421233"/>
                  </a:lnTo>
                  <a:lnTo>
                    <a:pt x="1178598" y="423319"/>
                  </a:lnTo>
                  <a:lnTo>
                    <a:pt x="1188341" y="425305"/>
                  </a:lnTo>
                  <a:lnTo>
                    <a:pt x="1198070" y="427182"/>
                  </a:lnTo>
                  <a:lnTo>
                    <a:pt x="1207814" y="428942"/>
                  </a:lnTo>
                  <a:lnTo>
                    <a:pt x="1217558" y="430578"/>
                  </a:lnTo>
                  <a:lnTo>
                    <a:pt x="1227302" y="432081"/>
                  </a:lnTo>
                  <a:lnTo>
                    <a:pt x="1237031" y="433446"/>
                  </a:lnTo>
                  <a:lnTo>
                    <a:pt x="1246775" y="434666"/>
                  </a:lnTo>
                  <a:lnTo>
                    <a:pt x="1256519" y="435733"/>
                  </a:lnTo>
                  <a:lnTo>
                    <a:pt x="1266263" y="436643"/>
                  </a:lnTo>
                  <a:lnTo>
                    <a:pt x="1276007" y="437388"/>
                  </a:lnTo>
                  <a:lnTo>
                    <a:pt x="1285736" y="437963"/>
                  </a:lnTo>
                  <a:lnTo>
                    <a:pt x="1295480" y="438365"/>
                  </a:lnTo>
                  <a:lnTo>
                    <a:pt x="1305224" y="438587"/>
                  </a:lnTo>
                  <a:lnTo>
                    <a:pt x="1314968" y="438624"/>
                  </a:lnTo>
                  <a:lnTo>
                    <a:pt x="1324697" y="438476"/>
                  </a:lnTo>
                  <a:lnTo>
                    <a:pt x="1334441" y="438136"/>
                  </a:lnTo>
                  <a:lnTo>
                    <a:pt x="1344185" y="437601"/>
                  </a:lnTo>
                  <a:lnTo>
                    <a:pt x="1353929" y="436869"/>
                  </a:lnTo>
                  <a:lnTo>
                    <a:pt x="1363658" y="435938"/>
                  </a:lnTo>
                  <a:lnTo>
                    <a:pt x="1373402" y="434807"/>
                  </a:lnTo>
                  <a:lnTo>
                    <a:pt x="1383146" y="433472"/>
                  </a:lnTo>
                  <a:lnTo>
                    <a:pt x="1392890" y="431935"/>
                  </a:lnTo>
                  <a:lnTo>
                    <a:pt x="1402619" y="430192"/>
                  </a:lnTo>
                  <a:lnTo>
                    <a:pt x="1412363" y="428246"/>
                  </a:lnTo>
                  <a:lnTo>
                    <a:pt x="1422106" y="426096"/>
                  </a:lnTo>
                  <a:lnTo>
                    <a:pt x="1431850" y="423742"/>
                  </a:lnTo>
                  <a:lnTo>
                    <a:pt x="1441594" y="421185"/>
                  </a:lnTo>
                  <a:lnTo>
                    <a:pt x="1451323" y="418429"/>
                  </a:lnTo>
                  <a:lnTo>
                    <a:pt x="1461067" y="415473"/>
                  </a:lnTo>
                  <a:lnTo>
                    <a:pt x="1470811" y="412320"/>
                  </a:lnTo>
                  <a:lnTo>
                    <a:pt x="1480555" y="408974"/>
                  </a:lnTo>
                  <a:lnTo>
                    <a:pt x="1490284" y="405437"/>
                  </a:lnTo>
                  <a:lnTo>
                    <a:pt x="1500028" y="401712"/>
                  </a:lnTo>
                  <a:lnTo>
                    <a:pt x="1509772" y="397804"/>
                  </a:lnTo>
                  <a:lnTo>
                    <a:pt x="1519516" y="393716"/>
                  </a:lnTo>
                  <a:lnTo>
                    <a:pt x="1529245" y="389453"/>
                  </a:lnTo>
                  <a:lnTo>
                    <a:pt x="1538989" y="385020"/>
                  </a:lnTo>
                  <a:lnTo>
                    <a:pt x="1548733" y="380422"/>
                  </a:lnTo>
                  <a:lnTo>
                    <a:pt x="1558477" y="375663"/>
                  </a:lnTo>
                  <a:lnTo>
                    <a:pt x="1568221" y="370751"/>
                  </a:lnTo>
                  <a:lnTo>
                    <a:pt x="1577950" y="365690"/>
                  </a:lnTo>
                  <a:lnTo>
                    <a:pt x="1587694" y="360487"/>
                  </a:lnTo>
                  <a:lnTo>
                    <a:pt x="1597438" y="355147"/>
                  </a:lnTo>
                  <a:lnTo>
                    <a:pt x="1607182" y="349679"/>
                  </a:lnTo>
                  <a:lnTo>
                    <a:pt x="1616911" y="344088"/>
                  </a:lnTo>
                  <a:lnTo>
                    <a:pt x="1626655" y="338381"/>
                  </a:lnTo>
                  <a:lnTo>
                    <a:pt x="1636399" y="332566"/>
                  </a:lnTo>
                  <a:lnTo>
                    <a:pt x="1646142" y="326650"/>
                  </a:lnTo>
                  <a:lnTo>
                    <a:pt x="1655872" y="320641"/>
                  </a:lnTo>
                  <a:lnTo>
                    <a:pt x="1665616" y="314544"/>
                  </a:lnTo>
                  <a:lnTo>
                    <a:pt x="1675359" y="308370"/>
                  </a:lnTo>
                  <a:lnTo>
                    <a:pt x="1685103" y="302123"/>
                  </a:lnTo>
                  <a:lnTo>
                    <a:pt x="1694832" y="295815"/>
                  </a:lnTo>
                  <a:lnTo>
                    <a:pt x="1704576" y="289450"/>
                  </a:lnTo>
                  <a:lnTo>
                    <a:pt x="1714320" y="283037"/>
                  </a:lnTo>
                  <a:lnTo>
                    <a:pt x="1724064" y="276585"/>
                  </a:lnTo>
                  <a:lnTo>
                    <a:pt x="1733808" y="270101"/>
                  </a:lnTo>
                  <a:lnTo>
                    <a:pt x="1743537" y="263591"/>
                  </a:lnTo>
                  <a:lnTo>
                    <a:pt x="1753281" y="257065"/>
                  </a:lnTo>
                  <a:lnTo>
                    <a:pt x="1763025" y="250531"/>
                  </a:lnTo>
                  <a:lnTo>
                    <a:pt x="1772769" y="243995"/>
                  </a:lnTo>
                  <a:lnTo>
                    <a:pt x="1782498" y="237466"/>
                  </a:lnTo>
                  <a:lnTo>
                    <a:pt x="1792242" y="230949"/>
                  </a:lnTo>
                  <a:lnTo>
                    <a:pt x="1801986" y="224453"/>
                  </a:lnTo>
                  <a:lnTo>
                    <a:pt x="1811730" y="217984"/>
                  </a:lnTo>
                  <a:lnTo>
                    <a:pt x="1821459" y="211551"/>
                  </a:lnTo>
                  <a:lnTo>
                    <a:pt x="1831203" y="205159"/>
                  </a:lnTo>
                  <a:lnTo>
                    <a:pt x="1840947" y="198815"/>
                  </a:lnTo>
                  <a:lnTo>
                    <a:pt x="1850691" y="192526"/>
                  </a:lnTo>
                  <a:lnTo>
                    <a:pt x="1860435" y="186298"/>
                  </a:lnTo>
                  <a:lnTo>
                    <a:pt x="1870164" y="180136"/>
                  </a:lnTo>
                  <a:lnTo>
                    <a:pt x="1879908" y="174047"/>
                  </a:lnTo>
                  <a:lnTo>
                    <a:pt x="1889652" y="168037"/>
                  </a:lnTo>
                  <a:lnTo>
                    <a:pt x="1899395" y="162108"/>
                  </a:lnTo>
                  <a:lnTo>
                    <a:pt x="1909124" y="156268"/>
                  </a:lnTo>
                  <a:lnTo>
                    <a:pt x="1918868" y="150521"/>
                  </a:lnTo>
                  <a:lnTo>
                    <a:pt x="1928612" y="144873"/>
                  </a:lnTo>
                  <a:lnTo>
                    <a:pt x="1938356" y="139326"/>
                  </a:lnTo>
                  <a:lnTo>
                    <a:pt x="1948085" y="133884"/>
                  </a:lnTo>
                  <a:lnTo>
                    <a:pt x="1957829" y="128551"/>
                  </a:lnTo>
                  <a:lnTo>
                    <a:pt x="1967573" y="123332"/>
                  </a:lnTo>
                  <a:lnTo>
                    <a:pt x="1977317" y="118228"/>
                  </a:lnTo>
                  <a:lnTo>
                    <a:pt x="1987046" y="113243"/>
                  </a:lnTo>
                  <a:lnTo>
                    <a:pt x="1996790" y="108377"/>
                  </a:lnTo>
                  <a:lnTo>
                    <a:pt x="2006534" y="103634"/>
                  </a:lnTo>
                  <a:lnTo>
                    <a:pt x="2016278" y="99017"/>
                  </a:lnTo>
                  <a:lnTo>
                    <a:pt x="2026022" y="94527"/>
                  </a:lnTo>
                  <a:lnTo>
                    <a:pt x="2035751" y="90163"/>
                  </a:lnTo>
                  <a:lnTo>
                    <a:pt x="2045495" y="85928"/>
                  </a:lnTo>
                  <a:lnTo>
                    <a:pt x="2055239" y="81822"/>
                  </a:lnTo>
                  <a:lnTo>
                    <a:pt x="2064983" y="77846"/>
                  </a:lnTo>
                  <a:lnTo>
                    <a:pt x="2074712" y="73999"/>
                  </a:lnTo>
                  <a:lnTo>
                    <a:pt x="2084456" y="70280"/>
                  </a:lnTo>
                  <a:lnTo>
                    <a:pt x="2094200" y="66692"/>
                  </a:lnTo>
                  <a:lnTo>
                    <a:pt x="2103944" y="63231"/>
                  </a:lnTo>
                  <a:lnTo>
                    <a:pt x="2113673" y="59898"/>
                  </a:lnTo>
                  <a:lnTo>
                    <a:pt x="2123417" y="56692"/>
                  </a:lnTo>
                  <a:lnTo>
                    <a:pt x="2133161" y="53610"/>
                  </a:lnTo>
                  <a:lnTo>
                    <a:pt x="2142905" y="50649"/>
                  </a:lnTo>
                  <a:lnTo>
                    <a:pt x="2152649" y="47812"/>
                  </a:lnTo>
                  <a:lnTo>
                    <a:pt x="2162377" y="45093"/>
                  </a:lnTo>
                  <a:lnTo>
                    <a:pt x="2172121" y="42492"/>
                  </a:lnTo>
                  <a:lnTo>
                    <a:pt x="2181865" y="40004"/>
                  </a:lnTo>
                  <a:lnTo>
                    <a:pt x="2191609" y="37629"/>
                  </a:lnTo>
                  <a:lnTo>
                    <a:pt x="2201338" y="35364"/>
                  </a:lnTo>
                  <a:lnTo>
                    <a:pt x="2211082" y="33205"/>
                  </a:lnTo>
                  <a:lnTo>
                    <a:pt x="2220826" y="31151"/>
                  </a:lnTo>
                  <a:lnTo>
                    <a:pt x="2230570" y="29196"/>
                  </a:lnTo>
                  <a:lnTo>
                    <a:pt x="2240299" y="27340"/>
                  </a:lnTo>
                  <a:lnTo>
                    <a:pt x="2250043" y="25577"/>
                  </a:lnTo>
                  <a:lnTo>
                    <a:pt x="2259787" y="23907"/>
                  </a:lnTo>
                  <a:lnTo>
                    <a:pt x="2269531" y="22323"/>
                  </a:lnTo>
                  <a:lnTo>
                    <a:pt x="2279260" y="20826"/>
                  </a:lnTo>
                  <a:lnTo>
                    <a:pt x="2289004" y="19409"/>
                  </a:lnTo>
                  <a:lnTo>
                    <a:pt x="2298748" y="18069"/>
                  </a:lnTo>
                  <a:lnTo>
                    <a:pt x="2308492" y="16806"/>
                  </a:lnTo>
                  <a:lnTo>
                    <a:pt x="2318236" y="15614"/>
                  </a:lnTo>
                  <a:lnTo>
                    <a:pt x="2327965" y="14489"/>
                  </a:lnTo>
                  <a:lnTo>
                    <a:pt x="2337709" y="13430"/>
                  </a:lnTo>
                  <a:lnTo>
                    <a:pt x="2347453" y="12432"/>
                  </a:lnTo>
                  <a:lnTo>
                    <a:pt x="2357197" y="11493"/>
                  </a:lnTo>
                  <a:lnTo>
                    <a:pt x="2366926" y="10610"/>
                  </a:lnTo>
                  <a:lnTo>
                    <a:pt x="2376670" y="9780"/>
                  </a:lnTo>
                  <a:lnTo>
                    <a:pt x="2386413" y="8999"/>
                  </a:lnTo>
                  <a:lnTo>
                    <a:pt x="2396157" y="8266"/>
                  </a:lnTo>
                  <a:lnTo>
                    <a:pt x="2405886" y="7576"/>
                  </a:lnTo>
                  <a:lnTo>
                    <a:pt x="2415630" y="6930"/>
                  </a:lnTo>
                  <a:lnTo>
                    <a:pt x="2425374" y="6322"/>
                  </a:lnTo>
                  <a:lnTo>
                    <a:pt x="2435118" y="5752"/>
                  </a:lnTo>
                  <a:lnTo>
                    <a:pt x="2444862" y="5218"/>
                  </a:lnTo>
                  <a:lnTo>
                    <a:pt x="2454591" y="4715"/>
                  </a:lnTo>
                  <a:lnTo>
                    <a:pt x="2464335" y="4246"/>
                  </a:lnTo>
                  <a:lnTo>
                    <a:pt x="2474079" y="3805"/>
                  </a:lnTo>
                  <a:lnTo>
                    <a:pt x="2483823" y="3394"/>
                  </a:lnTo>
                  <a:lnTo>
                    <a:pt x="2493552" y="3008"/>
                  </a:lnTo>
                  <a:lnTo>
                    <a:pt x="2503296" y="2649"/>
                  </a:lnTo>
                  <a:lnTo>
                    <a:pt x="2513040" y="2314"/>
                  </a:lnTo>
                  <a:lnTo>
                    <a:pt x="2522784" y="2002"/>
                  </a:lnTo>
                  <a:lnTo>
                    <a:pt x="2532513" y="1715"/>
                  </a:lnTo>
                  <a:lnTo>
                    <a:pt x="2542257" y="1450"/>
                  </a:lnTo>
                  <a:lnTo>
                    <a:pt x="2552001" y="1205"/>
                  </a:lnTo>
                  <a:lnTo>
                    <a:pt x="2561745" y="983"/>
                  </a:lnTo>
                  <a:lnTo>
                    <a:pt x="2571474" y="784"/>
                  </a:lnTo>
                  <a:lnTo>
                    <a:pt x="2581218" y="605"/>
                  </a:lnTo>
                  <a:lnTo>
                    <a:pt x="2590962" y="448"/>
                  </a:lnTo>
                  <a:lnTo>
                    <a:pt x="2600705" y="314"/>
                  </a:lnTo>
                  <a:lnTo>
                    <a:pt x="2610449" y="203"/>
                  </a:lnTo>
                  <a:lnTo>
                    <a:pt x="2620178" y="115"/>
                  </a:lnTo>
                  <a:lnTo>
                    <a:pt x="2629922" y="51"/>
                  </a:lnTo>
                  <a:lnTo>
                    <a:pt x="2639666" y="13"/>
                  </a:lnTo>
                  <a:lnTo>
                    <a:pt x="2649410" y="0"/>
                  </a:lnTo>
                  <a:lnTo>
                    <a:pt x="2659139" y="16"/>
                  </a:lnTo>
                  <a:lnTo>
                    <a:pt x="2668883" y="60"/>
                  </a:lnTo>
                  <a:lnTo>
                    <a:pt x="2678627" y="134"/>
                  </a:lnTo>
                  <a:lnTo>
                    <a:pt x="2688371" y="241"/>
                  </a:lnTo>
                  <a:lnTo>
                    <a:pt x="2698100" y="380"/>
                  </a:lnTo>
                  <a:lnTo>
                    <a:pt x="2707844" y="556"/>
                  </a:lnTo>
                  <a:lnTo>
                    <a:pt x="2717588" y="767"/>
                  </a:lnTo>
                  <a:lnTo>
                    <a:pt x="2727332" y="1018"/>
                  </a:lnTo>
                  <a:lnTo>
                    <a:pt x="2737076" y="1308"/>
                  </a:lnTo>
                  <a:lnTo>
                    <a:pt x="2746805" y="1643"/>
                  </a:lnTo>
                  <a:lnTo>
                    <a:pt x="2756549" y="2022"/>
                  </a:lnTo>
                  <a:lnTo>
                    <a:pt x="2766293" y="2448"/>
                  </a:lnTo>
                  <a:lnTo>
                    <a:pt x="2776037" y="2925"/>
                  </a:lnTo>
                  <a:lnTo>
                    <a:pt x="2785766" y="3452"/>
                  </a:lnTo>
                  <a:lnTo>
                    <a:pt x="2795510" y="4033"/>
                  </a:lnTo>
                  <a:lnTo>
                    <a:pt x="2805254" y="4672"/>
                  </a:lnTo>
                  <a:lnTo>
                    <a:pt x="2814998" y="5368"/>
                  </a:lnTo>
                  <a:lnTo>
                    <a:pt x="2824727" y="6126"/>
                  </a:lnTo>
                  <a:lnTo>
                    <a:pt x="2834471" y="6949"/>
                  </a:lnTo>
                  <a:lnTo>
                    <a:pt x="2844215" y="7835"/>
                  </a:lnTo>
                  <a:lnTo>
                    <a:pt x="2853958" y="8792"/>
                  </a:lnTo>
                  <a:lnTo>
                    <a:pt x="2863687" y="9818"/>
                  </a:lnTo>
                  <a:lnTo>
                    <a:pt x="2873431" y="10918"/>
                  </a:lnTo>
                  <a:lnTo>
                    <a:pt x="2883175" y="12093"/>
                  </a:lnTo>
                  <a:lnTo>
                    <a:pt x="2892919" y="13345"/>
                  </a:lnTo>
                  <a:lnTo>
                    <a:pt x="2902663" y="14678"/>
                  </a:lnTo>
                  <a:lnTo>
                    <a:pt x="2912392" y="1609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0" name="Freeform 719">
              <a:extLst>
                <a:ext uri="{FF2B5EF4-FFF2-40B4-BE49-F238E27FC236}">
                  <a16:creationId xmlns:a16="http://schemas.microsoft.com/office/drawing/2014/main" id="{FA23878A-FF10-47EA-E152-7DAF6E9406BB}"/>
                </a:ext>
              </a:extLst>
            </p:cNvPr>
            <p:cNvSpPr/>
            <p:nvPr/>
          </p:nvSpPr>
          <p:spPr>
            <a:xfrm>
              <a:off x="576446" y="3150329"/>
              <a:ext cx="2912392" cy="383256"/>
            </a:xfrm>
            <a:custGeom>
              <a:avLst/>
              <a:gdLst>
                <a:gd name="connsiteX0" fmla="*/ 0 w 2912392"/>
                <a:gd name="connsiteY0" fmla="*/ 286887 h 383256"/>
                <a:gd name="connsiteX1" fmla="*/ 9739 w 2912392"/>
                <a:gd name="connsiteY1" fmla="*/ 284636 h 383256"/>
                <a:gd name="connsiteX2" fmla="*/ 19480 w 2912392"/>
                <a:gd name="connsiteY2" fmla="*/ 282467 h 383256"/>
                <a:gd name="connsiteX3" fmla="*/ 29221 w 2912392"/>
                <a:gd name="connsiteY3" fmla="*/ 280382 h 383256"/>
                <a:gd name="connsiteX4" fmla="*/ 38961 w 2912392"/>
                <a:gd name="connsiteY4" fmla="*/ 278390 h 383256"/>
                <a:gd name="connsiteX5" fmla="*/ 48702 w 2912392"/>
                <a:gd name="connsiteY5" fmla="*/ 276497 h 383256"/>
                <a:gd name="connsiteX6" fmla="*/ 58443 w 2912392"/>
                <a:gd name="connsiteY6" fmla="*/ 274706 h 383256"/>
                <a:gd name="connsiteX7" fmla="*/ 68182 w 2912392"/>
                <a:gd name="connsiteY7" fmla="*/ 273021 h 383256"/>
                <a:gd name="connsiteX8" fmla="*/ 77923 w 2912392"/>
                <a:gd name="connsiteY8" fmla="*/ 271449 h 383256"/>
                <a:gd name="connsiteX9" fmla="*/ 87664 w 2912392"/>
                <a:gd name="connsiteY9" fmla="*/ 269992 h 383256"/>
                <a:gd name="connsiteX10" fmla="*/ 97404 w 2912392"/>
                <a:gd name="connsiteY10" fmla="*/ 268653 h 383256"/>
                <a:gd name="connsiteX11" fmla="*/ 107145 w 2912392"/>
                <a:gd name="connsiteY11" fmla="*/ 267437 h 383256"/>
                <a:gd name="connsiteX12" fmla="*/ 116886 w 2912392"/>
                <a:gd name="connsiteY12" fmla="*/ 266345 h 383256"/>
                <a:gd name="connsiteX13" fmla="*/ 126625 w 2912392"/>
                <a:gd name="connsiteY13" fmla="*/ 265381 h 383256"/>
                <a:gd name="connsiteX14" fmla="*/ 136366 w 2912392"/>
                <a:gd name="connsiteY14" fmla="*/ 264543 h 383256"/>
                <a:gd name="connsiteX15" fmla="*/ 146107 w 2912392"/>
                <a:gd name="connsiteY15" fmla="*/ 263837 h 383256"/>
                <a:gd name="connsiteX16" fmla="*/ 155846 w 2912392"/>
                <a:gd name="connsiteY16" fmla="*/ 263262 h 383256"/>
                <a:gd name="connsiteX17" fmla="*/ 165587 w 2912392"/>
                <a:gd name="connsiteY17" fmla="*/ 262818 h 383256"/>
                <a:gd name="connsiteX18" fmla="*/ 175328 w 2912392"/>
                <a:gd name="connsiteY18" fmla="*/ 262505 h 383256"/>
                <a:gd name="connsiteX19" fmla="*/ 185068 w 2912392"/>
                <a:gd name="connsiteY19" fmla="*/ 262325 h 383256"/>
                <a:gd name="connsiteX20" fmla="*/ 194809 w 2912392"/>
                <a:gd name="connsiteY20" fmla="*/ 262274 h 383256"/>
                <a:gd name="connsiteX21" fmla="*/ 204550 w 2912392"/>
                <a:gd name="connsiteY21" fmla="*/ 262353 h 383256"/>
                <a:gd name="connsiteX22" fmla="*/ 214289 w 2912392"/>
                <a:gd name="connsiteY22" fmla="*/ 262560 h 383256"/>
                <a:gd name="connsiteX23" fmla="*/ 224030 w 2912392"/>
                <a:gd name="connsiteY23" fmla="*/ 262893 h 383256"/>
                <a:gd name="connsiteX24" fmla="*/ 233771 w 2912392"/>
                <a:gd name="connsiteY24" fmla="*/ 263348 h 383256"/>
                <a:gd name="connsiteX25" fmla="*/ 243510 w 2912392"/>
                <a:gd name="connsiteY25" fmla="*/ 263925 h 383256"/>
                <a:gd name="connsiteX26" fmla="*/ 253251 w 2912392"/>
                <a:gd name="connsiteY26" fmla="*/ 264619 h 383256"/>
                <a:gd name="connsiteX27" fmla="*/ 262992 w 2912392"/>
                <a:gd name="connsiteY27" fmla="*/ 265427 h 383256"/>
                <a:gd name="connsiteX28" fmla="*/ 272732 w 2912392"/>
                <a:gd name="connsiteY28" fmla="*/ 266345 h 383256"/>
                <a:gd name="connsiteX29" fmla="*/ 282473 w 2912392"/>
                <a:gd name="connsiteY29" fmla="*/ 267370 h 383256"/>
                <a:gd name="connsiteX30" fmla="*/ 292214 w 2912392"/>
                <a:gd name="connsiteY30" fmla="*/ 268496 h 383256"/>
                <a:gd name="connsiteX31" fmla="*/ 301953 w 2912392"/>
                <a:gd name="connsiteY31" fmla="*/ 269719 h 383256"/>
                <a:gd name="connsiteX32" fmla="*/ 311694 w 2912392"/>
                <a:gd name="connsiteY32" fmla="*/ 271035 h 383256"/>
                <a:gd name="connsiteX33" fmla="*/ 321435 w 2912392"/>
                <a:gd name="connsiteY33" fmla="*/ 272437 h 383256"/>
                <a:gd name="connsiteX34" fmla="*/ 331175 w 2912392"/>
                <a:gd name="connsiteY34" fmla="*/ 273919 h 383256"/>
                <a:gd name="connsiteX35" fmla="*/ 340916 w 2912392"/>
                <a:gd name="connsiteY35" fmla="*/ 275478 h 383256"/>
                <a:gd name="connsiteX36" fmla="*/ 350656 w 2912392"/>
                <a:gd name="connsiteY36" fmla="*/ 277106 h 383256"/>
                <a:gd name="connsiteX37" fmla="*/ 360396 w 2912392"/>
                <a:gd name="connsiteY37" fmla="*/ 278797 h 383256"/>
                <a:gd name="connsiteX38" fmla="*/ 370137 w 2912392"/>
                <a:gd name="connsiteY38" fmla="*/ 280545 h 383256"/>
                <a:gd name="connsiteX39" fmla="*/ 379878 w 2912392"/>
                <a:gd name="connsiteY39" fmla="*/ 282343 h 383256"/>
                <a:gd name="connsiteX40" fmla="*/ 389617 w 2912392"/>
                <a:gd name="connsiteY40" fmla="*/ 284185 h 383256"/>
                <a:gd name="connsiteX41" fmla="*/ 399358 w 2912392"/>
                <a:gd name="connsiteY41" fmla="*/ 286064 h 383256"/>
                <a:gd name="connsiteX42" fmla="*/ 409099 w 2912392"/>
                <a:gd name="connsiteY42" fmla="*/ 287974 h 383256"/>
                <a:gd name="connsiteX43" fmla="*/ 418839 w 2912392"/>
                <a:gd name="connsiteY43" fmla="*/ 289907 h 383256"/>
                <a:gd name="connsiteX44" fmla="*/ 428580 w 2912392"/>
                <a:gd name="connsiteY44" fmla="*/ 291856 h 383256"/>
                <a:gd name="connsiteX45" fmla="*/ 438321 w 2912392"/>
                <a:gd name="connsiteY45" fmla="*/ 293817 h 383256"/>
                <a:gd name="connsiteX46" fmla="*/ 448060 w 2912392"/>
                <a:gd name="connsiteY46" fmla="*/ 295779 h 383256"/>
                <a:gd name="connsiteX47" fmla="*/ 457801 w 2912392"/>
                <a:gd name="connsiteY47" fmla="*/ 297738 h 383256"/>
                <a:gd name="connsiteX48" fmla="*/ 467542 w 2912392"/>
                <a:gd name="connsiteY48" fmla="*/ 299686 h 383256"/>
                <a:gd name="connsiteX49" fmla="*/ 477281 w 2912392"/>
                <a:gd name="connsiteY49" fmla="*/ 301616 h 383256"/>
                <a:gd name="connsiteX50" fmla="*/ 487022 w 2912392"/>
                <a:gd name="connsiteY50" fmla="*/ 303524 h 383256"/>
                <a:gd name="connsiteX51" fmla="*/ 496763 w 2912392"/>
                <a:gd name="connsiteY51" fmla="*/ 305399 h 383256"/>
                <a:gd name="connsiteX52" fmla="*/ 506503 w 2912392"/>
                <a:gd name="connsiteY52" fmla="*/ 307238 h 383256"/>
                <a:gd name="connsiteX53" fmla="*/ 516244 w 2912392"/>
                <a:gd name="connsiteY53" fmla="*/ 309033 h 383256"/>
                <a:gd name="connsiteX54" fmla="*/ 525985 w 2912392"/>
                <a:gd name="connsiteY54" fmla="*/ 310779 h 383256"/>
                <a:gd name="connsiteX55" fmla="*/ 535724 w 2912392"/>
                <a:gd name="connsiteY55" fmla="*/ 312469 h 383256"/>
                <a:gd name="connsiteX56" fmla="*/ 545465 w 2912392"/>
                <a:gd name="connsiteY56" fmla="*/ 314097 h 383256"/>
                <a:gd name="connsiteX57" fmla="*/ 555206 w 2912392"/>
                <a:gd name="connsiteY57" fmla="*/ 315659 h 383256"/>
                <a:gd name="connsiteX58" fmla="*/ 564946 w 2912392"/>
                <a:gd name="connsiteY58" fmla="*/ 317147 h 383256"/>
                <a:gd name="connsiteX59" fmla="*/ 574687 w 2912392"/>
                <a:gd name="connsiteY59" fmla="*/ 318558 h 383256"/>
                <a:gd name="connsiteX60" fmla="*/ 584428 w 2912392"/>
                <a:gd name="connsiteY60" fmla="*/ 319886 h 383256"/>
                <a:gd name="connsiteX61" fmla="*/ 594167 w 2912392"/>
                <a:gd name="connsiteY61" fmla="*/ 321127 h 383256"/>
                <a:gd name="connsiteX62" fmla="*/ 603908 w 2912392"/>
                <a:gd name="connsiteY62" fmla="*/ 322275 h 383256"/>
                <a:gd name="connsiteX63" fmla="*/ 613649 w 2912392"/>
                <a:gd name="connsiteY63" fmla="*/ 323327 h 383256"/>
                <a:gd name="connsiteX64" fmla="*/ 623388 w 2912392"/>
                <a:gd name="connsiteY64" fmla="*/ 324279 h 383256"/>
                <a:gd name="connsiteX65" fmla="*/ 633129 w 2912392"/>
                <a:gd name="connsiteY65" fmla="*/ 325127 h 383256"/>
                <a:gd name="connsiteX66" fmla="*/ 642870 w 2912392"/>
                <a:gd name="connsiteY66" fmla="*/ 325869 h 383256"/>
                <a:gd name="connsiteX67" fmla="*/ 652610 w 2912392"/>
                <a:gd name="connsiteY67" fmla="*/ 326499 h 383256"/>
                <a:gd name="connsiteX68" fmla="*/ 662351 w 2912392"/>
                <a:gd name="connsiteY68" fmla="*/ 327016 h 383256"/>
                <a:gd name="connsiteX69" fmla="*/ 672092 w 2912392"/>
                <a:gd name="connsiteY69" fmla="*/ 327417 h 383256"/>
                <a:gd name="connsiteX70" fmla="*/ 681831 w 2912392"/>
                <a:gd name="connsiteY70" fmla="*/ 327700 h 383256"/>
                <a:gd name="connsiteX71" fmla="*/ 691572 w 2912392"/>
                <a:gd name="connsiteY71" fmla="*/ 327863 h 383256"/>
                <a:gd name="connsiteX72" fmla="*/ 701313 w 2912392"/>
                <a:gd name="connsiteY72" fmla="*/ 327903 h 383256"/>
                <a:gd name="connsiteX73" fmla="*/ 711052 w 2912392"/>
                <a:gd name="connsiteY73" fmla="*/ 327821 h 383256"/>
                <a:gd name="connsiteX74" fmla="*/ 720793 w 2912392"/>
                <a:gd name="connsiteY74" fmla="*/ 327614 h 383256"/>
                <a:gd name="connsiteX75" fmla="*/ 730534 w 2912392"/>
                <a:gd name="connsiteY75" fmla="*/ 327280 h 383256"/>
                <a:gd name="connsiteX76" fmla="*/ 740274 w 2912392"/>
                <a:gd name="connsiteY76" fmla="*/ 326823 h 383256"/>
                <a:gd name="connsiteX77" fmla="*/ 750015 w 2912392"/>
                <a:gd name="connsiteY77" fmla="*/ 326239 h 383256"/>
                <a:gd name="connsiteX78" fmla="*/ 759756 w 2912392"/>
                <a:gd name="connsiteY78" fmla="*/ 325528 h 383256"/>
                <a:gd name="connsiteX79" fmla="*/ 769495 w 2912392"/>
                <a:gd name="connsiteY79" fmla="*/ 324692 h 383256"/>
                <a:gd name="connsiteX80" fmla="*/ 779236 w 2912392"/>
                <a:gd name="connsiteY80" fmla="*/ 323731 h 383256"/>
                <a:gd name="connsiteX81" fmla="*/ 788977 w 2912392"/>
                <a:gd name="connsiteY81" fmla="*/ 322645 h 383256"/>
                <a:gd name="connsiteX82" fmla="*/ 798717 w 2912392"/>
                <a:gd name="connsiteY82" fmla="*/ 321437 h 383256"/>
                <a:gd name="connsiteX83" fmla="*/ 808458 w 2912392"/>
                <a:gd name="connsiteY83" fmla="*/ 320106 h 383256"/>
                <a:gd name="connsiteX84" fmla="*/ 818199 w 2912392"/>
                <a:gd name="connsiteY84" fmla="*/ 318655 h 383256"/>
                <a:gd name="connsiteX85" fmla="*/ 827938 w 2912392"/>
                <a:gd name="connsiteY85" fmla="*/ 317086 h 383256"/>
                <a:gd name="connsiteX86" fmla="*/ 837679 w 2912392"/>
                <a:gd name="connsiteY86" fmla="*/ 315401 h 383256"/>
                <a:gd name="connsiteX87" fmla="*/ 847420 w 2912392"/>
                <a:gd name="connsiteY87" fmla="*/ 313601 h 383256"/>
                <a:gd name="connsiteX88" fmla="*/ 857159 w 2912392"/>
                <a:gd name="connsiteY88" fmla="*/ 311691 h 383256"/>
                <a:gd name="connsiteX89" fmla="*/ 866900 w 2912392"/>
                <a:gd name="connsiteY89" fmla="*/ 309672 h 383256"/>
                <a:gd name="connsiteX90" fmla="*/ 876641 w 2912392"/>
                <a:gd name="connsiteY90" fmla="*/ 307548 h 383256"/>
                <a:gd name="connsiteX91" fmla="*/ 886381 w 2912392"/>
                <a:gd name="connsiteY91" fmla="*/ 305322 h 383256"/>
                <a:gd name="connsiteX92" fmla="*/ 896122 w 2912392"/>
                <a:gd name="connsiteY92" fmla="*/ 302996 h 383256"/>
                <a:gd name="connsiteX93" fmla="*/ 905863 w 2912392"/>
                <a:gd name="connsiteY93" fmla="*/ 300575 h 383256"/>
                <a:gd name="connsiteX94" fmla="*/ 915602 w 2912392"/>
                <a:gd name="connsiteY94" fmla="*/ 298063 h 383256"/>
                <a:gd name="connsiteX95" fmla="*/ 925343 w 2912392"/>
                <a:gd name="connsiteY95" fmla="*/ 295465 h 383256"/>
                <a:gd name="connsiteX96" fmla="*/ 935084 w 2912392"/>
                <a:gd name="connsiteY96" fmla="*/ 292781 h 383256"/>
                <a:gd name="connsiteX97" fmla="*/ 944824 w 2912392"/>
                <a:gd name="connsiteY97" fmla="*/ 290021 h 383256"/>
                <a:gd name="connsiteX98" fmla="*/ 954564 w 2912392"/>
                <a:gd name="connsiteY98" fmla="*/ 287185 h 383256"/>
                <a:gd name="connsiteX99" fmla="*/ 964305 w 2912392"/>
                <a:gd name="connsiteY99" fmla="*/ 284279 h 383256"/>
                <a:gd name="connsiteX100" fmla="*/ 974045 w 2912392"/>
                <a:gd name="connsiteY100" fmla="*/ 281309 h 383256"/>
                <a:gd name="connsiteX101" fmla="*/ 983786 w 2912392"/>
                <a:gd name="connsiteY101" fmla="*/ 278277 h 383256"/>
                <a:gd name="connsiteX102" fmla="*/ 993522 w 2912392"/>
                <a:gd name="connsiteY102" fmla="*/ 275192 h 383256"/>
                <a:gd name="connsiteX103" fmla="*/ 1003266 w 2912392"/>
                <a:gd name="connsiteY103" fmla="*/ 272057 h 383256"/>
                <a:gd name="connsiteX104" fmla="*/ 1013010 w 2912392"/>
                <a:gd name="connsiteY104" fmla="*/ 268876 h 383256"/>
                <a:gd name="connsiteX105" fmla="*/ 1022754 w 2912392"/>
                <a:gd name="connsiteY105" fmla="*/ 265656 h 383256"/>
                <a:gd name="connsiteX106" fmla="*/ 1032483 w 2912392"/>
                <a:gd name="connsiteY106" fmla="*/ 262404 h 383256"/>
                <a:gd name="connsiteX107" fmla="*/ 1042227 w 2912392"/>
                <a:gd name="connsiteY107" fmla="*/ 259122 h 383256"/>
                <a:gd name="connsiteX108" fmla="*/ 1051971 w 2912392"/>
                <a:gd name="connsiteY108" fmla="*/ 255817 h 383256"/>
                <a:gd name="connsiteX109" fmla="*/ 1061715 w 2912392"/>
                <a:gd name="connsiteY109" fmla="*/ 252496 h 383256"/>
                <a:gd name="connsiteX110" fmla="*/ 1071444 w 2912392"/>
                <a:gd name="connsiteY110" fmla="*/ 249163 h 383256"/>
                <a:gd name="connsiteX111" fmla="*/ 1081188 w 2912392"/>
                <a:gd name="connsiteY111" fmla="*/ 245826 h 383256"/>
                <a:gd name="connsiteX112" fmla="*/ 1090932 w 2912392"/>
                <a:gd name="connsiteY112" fmla="*/ 242490 h 383256"/>
                <a:gd name="connsiteX113" fmla="*/ 1100676 w 2912392"/>
                <a:gd name="connsiteY113" fmla="*/ 239158 h 383256"/>
                <a:gd name="connsiteX114" fmla="*/ 1110405 w 2912392"/>
                <a:gd name="connsiteY114" fmla="*/ 235840 h 383256"/>
                <a:gd name="connsiteX115" fmla="*/ 1120149 w 2912392"/>
                <a:gd name="connsiteY115" fmla="*/ 232542 h 383256"/>
                <a:gd name="connsiteX116" fmla="*/ 1129893 w 2912392"/>
                <a:gd name="connsiteY116" fmla="*/ 229267 h 383256"/>
                <a:gd name="connsiteX117" fmla="*/ 1139637 w 2912392"/>
                <a:gd name="connsiteY117" fmla="*/ 226024 h 383256"/>
                <a:gd name="connsiteX118" fmla="*/ 1149381 w 2912392"/>
                <a:gd name="connsiteY118" fmla="*/ 222816 h 383256"/>
                <a:gd name="connsiteX119" fmla="*/ 1159110 w 2912392"/>
                <a:gd name="connsiteY119" fmla="*/ 219650 h 383256"/>
                <a:gd name="connsiteX120" fmla="*/ 1168854 w 2912392"/>
                <a:gd name="connsiteY120" fmla="*/ 216534 h 383256"/>
                <a:gd name="connsiteX121" fmla="*/ 1178598 w 2912392"/>
                <a:gd name="connsiteY121" fmla="*/ 213473 h 383256"/>
                <a:gd name="connsiteX122" fmla="*/ 1188341 w 2912392"/>
                <a:gd name="connsiteY122" fmla="*/ 210472 h 383256"/>
                <a:gd name="connsiteX123" fmla="*/ 1198070 w 2912392"/>
                <a:gd name="connsiteY123" fmla="*/ 207537 h 383256"/>
                <a:gd name="connsiteX124" fmla="*/ 1207814 w 2912392"/>
                <a:gd name="connsiteY124" fmla="*/ 204675 h 383256"/>
                <a:gd name="connsiteX125" fmla="*/ 1217558 w 2912392"/>
                <a:gd name="connsiteY125" fmla="*/ 201892 h 383256"/>
                <a:gd name="connsiteX126" fmla="*/ 1227302 w 2912392"/>
                <a:gd name="connsiteY126" fmla="*/ 199192 h 383256"/>
                <a:gd name="connsiteX127" fmla="*/ 1237031 w 2912392"/>
                <a:gd name="connsiteY127" fmla="*/ 196582 h 383256"/>
                <a:gd name="connsiteX128" fmla="*/ 1246775 w 2912392"/>
                <a:gd name="connsiteY128" fmla="*/ 194067 h 383256"/>
                <a:gd name="connsiteX129" fmla="*/ 1256519 w 2912392"/>
                <a:gd name="connsiteY129" fmla="*/ 191652 h 383256"/>
                <a:gd name="connsiteX130" fmla="*/ 1266263 w 2912392"/>
                <a:gd name="connsiteY130" fmla="*/ 189344 h 383256"/>
                <a:gd name="connsiteX131" fmla="*/ 1276007 w 2912392"/>
                <a:gd name="connsiteY131" fmla="*/ 187146 h 383256"/>
                <a:gd name="connsiteX132" fmla="*/ 1285736 w 2912392"/>
                <a:gd name="connsiteY132" fmla="*/ 185065 h 383256"/>
                <a:gd name="connsiteX133" fmla="*/ 1295480 w 2912392"/>
                <a:gd name="connsiteY133" fmla="*/ 183106 h 383256"/>
                <a:gd name="connsiteX134" fmla="*/ 1305224 w 2912392"/>
                <a:gd name="connsiteY134" fmla="*/ 181271 h 383256"/>
                <a:gd name="connsiteX135" fmla="*/ 1314968 w 2912392"/>
                <a:gd name="connsiteY135" fmla="*/ 179570 h 383256"/>
                <a:gd name="connsiteX136" fmla="*/ 1324697 w 2912392"/>
                <a:gd name="connsiteY136" fmla="*/ 178003 h 383256"/>
                <a:gd name="connsiteX137" fmla="*/ 1334441 w 2912392"/>
                <a:gd name="connsiteY137" fmla="*/ 176575 h 383256"/>
                <a:gd name="connsiteX138" fmla="*/ 1344185 w 2912392"/>
                <a:gd name="connsiteY138" fmla="*/ 175293 h 383256"/>
                <a:gd name="connsiteX139" fmla="*/ 1353929 w 2912392"/>
                <a:gd name="connsiteY139" fmla="*/ 174156 h 383256"/>
                <a:gd name="connsiteX140" fmla="*/ 1363658 w 2912392"/>
                <a:gd name="connsiteY140" fmla="*/ 173172 h 383256"/>
                <a:gd name="connsiteX141" fmla="*/ 1373402 w 2912392"/>
                <a:gd name="connsiteY141" fmla="*/ 172343 h 383256"/>
                <a:gd name="connsiteX142" fmla="*/ 1383146 w 2912392"/>
                <a:gd name="connsiteY142" fmla="*/ 171671 h 383256"/>
                <a:gd name="connsiteX143" fmla="*/ 1392890 w 2912392"/>
                <a:gd name="connsiteY143" fmla="*/ 171161 h 383256"/>
                <a:gd name="connsiteX144" fmla="*/ 1402619 w 2912392"/>
                <a:gd name="connsiteY144" fmla="*/ 170815 h 383256"/>
                <a:gd name="connsiteX145" fmla="*/ 1412363 w 2912392"/>
                <a:gd name="connsiteY145" fmla="*/ 170635 h 383256"/>
                <a:gd name="connsiteX146" fmla="*/ 1422106 w 2912392"/>
                <a:gd name="connsiteY146" fmla="*/ 170625 h 383256"/>
                <a:gd name="connsiteX147" fmla="*/ 1431850 w 2912392"/>
                <a:gd name="connsiteY147" fmla="*/ 170784 h 383256"/>
                <a:gd name="connsiteX148" fmla="*/ 1441594 w 2912392"/>
                <a:gd name="connsiteY148" fmla="*/ 171116 h 383256"/>
                <a:gd name="connsiteX149" fmla="*/ 1451323 w 2912392"/>
                <a:gd name="connsiteY149" fmla="*/ 171621 h 383256"/>
                <a:gd name="connsiteX150" fmla="*/ 1461067 w 2912392"/>
                <a:gd name="connsiteY150" fmla="*/ 172302 h 383256"/>
                <a:gd name="connsiteX151" fmla="*/ 1470811 w 2912392"/>
                <a:gd name="connsiteY151" fmla="*/ 173158 h 383256"/>
                <a:gd name="connsiteX152" fmla="*/ 1480555 w 2912392"/>
                <a:gd name="connsiteY152" fmla="*/ 174188 h 383256"/>
                <a:gd name="connsiteX153" fmla="*/ 1490284 w 2912392"/>
                <a:gd name="connsiteY153" fmla="*/ 175395 h 383256"/>
                <a:gd name="connsiteX154" fmla="*/ 1500028 w 2912392"/>
                <a:gd name="connsiteY154" fmla="*/ 176778 h 383256"/>
                <a:gd name="connsiteX155" fmla="*/ 1509772 w 2912392"/>
                <a:gd name="connsiteY155" fmla="*/ 178335 h 383256"/>
                <a:gd name="connsiteX156" fmla="*/ 1519516 w 2912392"/>
                <a:gd name="connsiteY156" fmla="*/ 180066 h 383256"/>
                <a:gd name="connsiteX157" fmla="*/ 1529245 w 2912392"/>
                <a:gd name="connsiteY157" fmla="*/ 181969 h 383256"/>
                <a:gd name="connsiteX158" fmla="*/ 1538989 w 2912392"/>
                <a:gd name="connsiteY158" fmla="*/ 184043 h 383256"/>
                <a:gd name="connsiteX159" fmla="*/ 1548733 w 2912392"/>
                <a:gd name="connsiteY159" fmla="*/ 186285 h 383256"/>
                <a:gd name="connsiteX160" fmla="*/ 1558477 w 2912392"/>
                <a:gd name="connsiteY160" fmla="*/ 188694 h 383256"/>
                <a:gd name="connsiteX161" fmla="*/ 1568221 w 2912392"/>
                <a:gd name="connsiteY161" fmla="*/ 191267 h 383256"/>
                <a:gd name="connsiteX162" fmla="*/ 1577950 w 2912392"/>
                <a:gd name="connsiteY162" fmla="*/ 194000 h 383256"/>
                <a:gd name="connsiteX163" fmla="*/ 1587694 w 2912392"/>
                <a:gd name="connsiteY163" fmla="*/ 196889 h 383256"/>
                <a:gd name="connsiteX164" fmla="*/ 1597438 w 2912392"/>
                <a:gd name="connsiteY164" fmla="*/ 199929 h 383256"/>
                <a:gd name="connsiteX165" fmla="*/ 1607182 w 2912392"/>
                <a:gd name="connsiteY165" fmla="*/ 203119 h 383256"/>
                <a:gd name="connsiteX166" fmla="*/ 1616911 w 2912392"/>
                <a:gd name="connsiteY166" fmla="*/ 206454 h 383256"/>
                <a:gd name="connsiteX167" fmla="*/ 1626655 w 2912392"/>
                <a:gd name="connsiteY167" fmla="*/ 209925 h 383256"/>
                <a:gd name="connsiteX168" fmla="*/ 1636399 w 2912392"/>
                <a:gd name="connsiteY168" fmla="*/ 213531 h 383256"/>
                <a:gd name="connsiteX169" fmla="*/ 1646142 w 2912392"/>
                <a:gd name="connsiteY169" fmla="*/ 217264 h 383256"/>
                <a:gd name="connsiteX170" fmla="*/ 1655872 w 2912392"/>
                <a:gd name="connsiteY170" fmla="*/ 221119 h 383256"/>
                <a:gd name="connsiteX171" fmla="*/ 1665616 w 2912392"/>
                <a:gd name="connsiteY171" fmla="*/ 225088 h 383256"/>
                <a:gd name="connsiteX172" fmla="*/ 1675359 w 2912392"/>
                <a:gd name="connsiteY172" fmla="*/ 229164 h 383256"/>
                <a:gd name="connsiteX173" fmla="*/ 1685103 w 2912392"/>
                <a:gd name="connsiteY173" fmla="*/ 233343 h 383256"/>
                <a:gd name="connsiteX174" fmla="*/ 1694832 w 2912392"/>
                <a:gd name="connsiteY174" fmla="*/ 237615 h 383256"/>
                <a:gd name="connsiteX175" fmla="*/ 1704576 w 2912392"/>
                <a:gd name="connsiteY175" fmla="*/ 241973 h 383256"/>
                <a:gd name="connsiteX176" fmla="*/ 1714320 w 2912392"/>
                <a:gd name="connsiteY176" fmla="*/ 246410 h 383256"/>
                <a:gd name="connsiteX177" fmla="*/ 1724064 w 2912392"/>
                <a:gd name="connsiteY177" fmla="*/ 250915 h 383256"/>
                <a:gd name="connsiteX178" fmla="*/ 1733808 w 2912392"/>
                <a:gd name="connsiteY178" fmla="*/ 255482 h 383256"/>
                <a:gd name="connsiteX179" fmla="*/ 1743537 w 2912392"/>
                <a:gd name="connsiteY179" fmla="*/ 260102 h 383256"/>
                <a:gd name="connsiteX180" fmla="*/ 1753281 w 2912392"/>
                <a:gd name="connsiteY180" fmla="*/ 264765 h 383256"/>
                <a:gd name="connsiteX181" fmla="*/ 1763025 w 2912392"/>
                <a:gd name="connsiteY181" fmla="*/ 269463 h 383256"/>
                <a:gd name="connsiteX182" fmla="*/ 1772769 w 2912392"/>
                <a:gd name="connsiteY182" fmla="*/ 274186 h 383256"/>
                <a:gd name="connsiteX183" fmla="*/ 1782498 w 2912392"/>
                <a:gd name="connsiteY183" fmla="*/ 278925 h 383256"/>
                <a:gd name="connsiteX184" fmla="*/ 1792242 w 2912392"/>
                <a:gd name="connsiteY184" fmla="*/ 283671 h 383256"/>
                <a:gd name="connsiteX185" fmla="*/ 1801986 w 2912392"/>
                <a:gd name="connsiteY185" fmla="*/ 288413 h 383256"/>
                <a:gd name="connsiteX186" fmla="*/ 1811730 w 2912392"/>
                <a:gd name="connsiteY186" fmla="*/ 293141 h 383256"/>
                <a:gd name="connsiteX187" fmla="*/ 1821459 w 2912392"/>
                <a:gd name="connsiteY187" fmla="*/ 297846 h 383256"/>
                <a:gd name="connsiteX188" fmla="*/ 1831203 w 2912392"/>
                <a:gd name="connsiteY188" fmla="*/ 302518 h 383256"/>
                <a:gd name="connsiteX189" fmla="*/ 1840947 w 2912392"/>
                <a:gd name="connsiteY189" fmla="*/ 307147 h 383256"/>
                <a:gd name="connsiteX190" fmla="*/ 1850691 w 2912392"/>
                <a:gd name="connsiteY190" fmla="*/ 311724 h 383256"/>
                <a:gd name="connsiteX191" fmla="*/ 1860435 w 2912392"/>
                <a:gd name="connsiteY191" fmla="*/ 316237 h 383256"/>
                <a:gd name="connsiteX192" fmla="*/ 1870164 w 2912392"/>
                <a:gd name="connsiteY192" fmla="*/ 320678 h 383256"/>
                <a:gd name="connsiteX193" fmla="*/ 1879908 w 2912392"/>
                <a:gd name="connsiteY193" fmla="*/ 325036 h 383256"/>
                <a:gd name="connsiteX194" fmla="*/ 1889652 w 2912392"/>
                <a:gd name="connsiteY194" fmla="*/ 329302 h 383256"/>
                <a:gd name="connsiteX195" fmla="*/ 1899395 w 2912392"/>
                <a:gd name="connsiteY195" fmla="*/ 333466 h 383256"/>
                <a:gd name="connsiteX196" fmla="*/ 1909124 w 2912392"/>
                <a:gd name="connsiteY196" fmla="*/ 337520 h 383256"/>
                <a:gd name="connsiteX197" fmla="*/ 1918868 w 2912392"/>
                <a:gd name="connsiteY197" fmla="*/ 341453 h 383256"/>
                <a:gd name="connsiteX198" fmla="*/ 1928612 w 2912392"/>
                <a:gd name="connsiteY198" fmla="*/ 345257 h 383256"/>
                <a:gd name="connsiteX199" fmla="*/ 1938356 w 2912392"/>
                <a:gd name="connsiteY199" fmla="*/ 348924 h 383256"/>
                <a:gd name="connsiteX200" fmla="*/ 1948085 w 2912392"/>
                <a:gd name="connsiteY200" fmla="*/ 352443 h 383256"/>
                <a:gd name="connsiteX201" fmla="*/ 1957829 w 2912392"/>
                <a:gd name="connsiteY201" fmla="*/ 355809 h 383256"/>
                <a:gd name="connsiteX202" fmla="*/ 1967573 w 2912392"/>
                <a:gd name="connsiteY202" fmla="*/ 359010 h 383256"/>
                <a:gd name="connsiteX203" fmla="*/ 1977317 w 2912392"/>
                <a:gd name="connsiteY203" fmla="*/ 362044 h 383256"/>
                <a:gd name="connsiteX204" fmla="*/ 1987046 w 2912392"/>
                <a:gd name="connsiteY204" fmla="*/ 364898 h 383256"/>
                <a:gd name="connsiteX205" fmla="*/ 1996790 w 2912392"/>
                <a:gd name="connsiteY205" fmla="*/ 367568 h 383256"/>
                <a:gd name="connsiteX206" fmla="*/ 2006534 w 2912392"/>
                <a:gd name="connsiteY206" fmla="*/ 370048 h 383256"/>
                <a:gd name="connsiteX207" fmla="*/ 2016278 w 2912392"/>
                <a:gd name="connsiteY207" fmla="*/ 372330 h 383256"/>
                <a:gd name="connsiteX208" fmla="*/ 2026022 w 2912392"/>
                <a:gd name="connsiteY208" fmla="*/ 374410 h 383256"/>
                <a:gd name="connsiteX209" fmla="*/ 2035751 w 2912392"/>
                <a:gd name="connsiteY209" fmla="*/ 376281 h 383256"/>
                <a:gd name="connsiteX210" fmla="*/ 2045495 w 2912392"/>
                <a:gd name="connsiteY210" fmla="*/ 377939 h 383256"/>
                <a:gd name="connsiteX211" fmla="*/ 2055239 w 2912392"/>
                <a:gd name="connsiteY211" fmla="*/ 379379 h 383256"/>
                <a:gd name="connsiteX212" fmla="*/ 2064983 w 2912392"/>
                <a:gd name="connsiteY212" fmla="*/ 380597 h 383256"/>
                <a:gd name="connsiteX213" fmla="*/ 2074712 w 2912392"/>
                <a:gd name="connsiteY213" fmla="*/ 381591 h 383256"/>
                <a:gd name="connsiteX214" fmla="*/ 2084456 w 2912392"/>
                <a:gd name="connsiteY214" fmla="*/ 382356 h 383256"/>
                <a:gd name="connsiteX215" fmla="*/ 2094200 w 2912392"/>
                <a:gd name="connsiteY215" fmla="*/ 382890 h 383256"/>
                <a:gd name="connsiteX216" fmla="*/ 2103944 w 2912392"/>
                <a:gd name="connsiteY216" fmla="*/ 383191 h 383256"/>
                <a:gd name="connsiteX217" fmla="*/ 2113673 w 2912392"/>
                <a:gd name="connsiteY217" fmla="*/ 383257 h 383256"/>
                <a:gd name="connsiteX218" fmla="*/ 2123417 w 2912392"/>
                <a:gd name="connsiteY218" fmla="*/ 383087 h 383256"/>
                <a:gd name="connsiteX219" fmla="*/ 2133161 w 2912392"/>
                <a:gd name="connsiteY219" fmla="*/ 382682 h 383256"/>
                <a:gd name="connsiteX220" fmla="*/ 2142905 w 2912392"/>
                <a:gd name="connsiteY220" fmla="*/ 382038 h 383256"/>
                <a:gd name="connsiteX221" fmla="*/ 2152649 w 2912392"/>
                <a:gd name="connsiteY221" fmla="*/ 381158 h 383256"/>
                <a:gd name="connsiteX222" fmla="*/ 2162377 w 2912392"/>
                <a:gd name="connsiteY222" fmla="*/ 380042 h 383256"/>
                <a:gd name="connsiteX223" fmla="*/ 2172121 w 2912392"/>
                <a:gd name="connsiteY223" fmla="*/ 378690 h 383256"/>
                <a:gd name="connsiteX224" fmla="*/ 2181865 w 2912392"/>
                <a:gd name="connsiteY224" fmla="*/ 377107 h 383256"/>
                <a:gd name="connsiteX225" fmla="*/ 2191609 w 2912392"/>
                <a:gd name="connsiteY225" fmla="*/ 375290 h 383256"/>
                <a:gd name="connsiteX226" fmla="*/ 2201338 w 2912392"/>
                <a:gd name="connsiteY226" fmla="*/ 373246 h 383256"/>
                <a:gd name="connsiteX227" fmla="*/ 2211082 w 2912392"/>
                <a:gd name="connsiteY227" fmla="*/ 370976 h 383256"/>
                <a:gd name="connsiteX228" fmla="*/ 2220826 w 2912392"/>
                <a:gd name="connsiteY228" fmla="*/ 368483 h 383256"/>
                <a:gd name="connsiteX229" fmla="*/ 2230570 w 2912392"/>
                <a:gd name="connsiteY229" fmla="*/ 365770 h 383256"/>
                <a:gd name="connsiteX230" fmla="*/ 2240299 w 2912392"/>
                <a:gd name="connsiteY230" fmla="*/ 362844 h 383256"/>
                <a:gd name="connsiteX231" fmla="*/ 2250043 w 2912392"/>
                <a:gd name="connsiteY231" fmla="*/ 359706 h 383256"/>
                <a:gd name="connsiteX232" fmla="*/ 2259787 w 2912392"/>
                <a:gd name="connsiteY232" fmla="*/ 356363 h 383256"/>
                <a:gd name="connsiteX233" fmla="*/ 2269531 w 2912392"/>
                <a:gd name="connsiteY233" fmla="*/ 352818 h 383256"/>
                <a:gd name="connsiteX234" fmla="*/ 2279260 w 2912392"/>
                <a:gd name="connsiteY234" fmla="*/ 349077 h 383256"/>
                <a:gd name="connsiteX235" fmla="*/ 2289004 w 2912392"/>
                <a:gd name="connsiteY235" fmla="*/ 345148 h 383256"/>
                <a:gd name="connsiteX236" fmla="*/ 2298748 w 2912392"/>
                <a:gd name="connsiteY236" fmla="*/ 341033 h 383256"/>
                <a:gd name="connsiteX237" fmla="*/ 2308492 w 2912392"/>
                <a:gd name="connsiteY237" fmla="*/ 336741 h 383256"/>
                <a:gd name="connsiteX238" fmla="*/ 2318236 w 2912392"/>
                <a:gd name="connsiteY238" fmla="*/ 332279 h 383256"/>
                <a:gd name="connsiteX239" fmla="*/ 2327965 w 2912392"/>
                <a:gd name="connsiteY239" fmla="*/ 327650 h 383256"/>
                <a:gd name="connsiteX240" fmla="*/ 2337709 w 2912392"/>
                <a:gd name="connsiteY240" fmla="*/ 322862 h 383256"/>
                <a:gd name="connsiteX241" fmla="*/ 2347453 w 2912392"/>
                <a:gd name="connsiteY241" fmla="*/ 317923 h 383256"/>
                <a:gd name="connsiteX242" fmla="*/ 2357197 w 2912392"/>
                <a:gd name="connsiteY242" fmla="*/ 312840 h 383256"/>
                <a:gd name="connsiteX243" fmla="*/ 2366926 w 2912392"/>
                <a:gd name="connsiteY243" fmla="*/ 307619 h 383256"/>
                <a:gd name="connsiteX244" fmla="*/ 2376670 w 2912392"/>
                <a:gd name="connsiteY244" fmla="*/ 302269 h 383256"/>
                <a:gd name="connsiteX245" fmla="*/ 2386413 w 2912392"/>
                <a:gd name="connsiteY245" fmla="*/ 296795 h 383256"/>
                <a:gd name="connsiteX246" fmla="*/ 2396157 w 2912392"/>
                <a:gd name="connsiteY246" fmla="*/ 291207 h 383256"/>
                <a:gd name="connsiteX247" fmla="*/ 2405886 w 2912392"/>
                <a:gd name="connsiteY247" fmla="*/ 285509 h 383256"/>
                <a:gd name="connsiteX248" fmla="*/ 2415630 w 2912392"/>
                <a:gd name="connsiteY248" fmla="*/ 279711 h 383256"/>
                <a:gd name="connsiteX249" fmla="*/ 2425374 w 2912392"/>
                <a:gd name="connsiteY249" fmla="*/ 273819 h 383256"/>
                <a:gd name="connsiteX250" fmla="*/ 2435118 w 2912392"/>
                <a:gd name="connsiteY250" fmla="*/ 267842 h 383256"/>
                <a:gd name="connsiteX251" fmla="*/ 2444862 w 2912392"/>
                <a:gd name="connsiteY251" fmla="*/ 261787 h 383256"/>
                <a:gd name="connsiteX252" fmla="*/ 2454591 w 2912392"/>
                <a:gd name="connsiteY252" fmla="*/ 255661 h 383256"/>
                <a:gd name="connsiteX253" fmla="*/ 2464335 w 2912392"/>
                <a:gd name="connsiteY253" fmla="*/ 249470 h 383256"/>
                <a:gd name="connsiteX254" fmla="*/ 2474079 w 2912392"/>
                <a:gd name="connsiteY254" fmla="*/ 243223 h 383256"/>
                <a:gd name="connsiteX255" fmla="*/ 2483823 w 2912392"/>
                <a:gd name="connsiteY255" fmla="*/ 236927 h 383256"/>
                <a:gd name="connsiteX256" fmla="*/ 2493552 w 2912392"/>
                <a:gd name="connsiteY256" fmla="*/ 230589 h 383256"/>
                <a:gd name="connsiteX257" fmla="*/ 2503296 w 2912392"/>
                <a:gd name="connsiteY257" fmla="*/ 224215 h 383256"/>
                <a:gd name="connsiteX258" fmla="*/ 2513040 w 2912392"/>
                <a:gd name="connsiteY258" fmla="*/ 217813 h 383256"/>
                <a:gd name="connsiteX259" fmla="*/ 2522784 w 2912392"/>
                <a:gd name="connsiteY259" fmla="*/ 211388 h 383256"/>
                <a:gd name="connsiteX260" fmla="*/ 2532513 w 2912392"/>
                <a:gd name="connsiteY260" fmla="*/ 204950 h 383256"/>
                <a:gd name="connsiteX261" fmla="*/ 2542257 w 2912392"/>
                <a:gd name="connsiteY261" fmla="*/ 198504 h 383256"/>
                <a:gd name="connsiteX262" fmla="*/ 2552001 w 2912392"/>
                <a:gd name="connsiteY262" fmla="*/ 192054 h 383256"/>
                <a:gd name="connsiteX263" fmla="*/ 2561745 w 2912392"/>
                <a:gd name="connsiteY263" fmla="*/ 185609 h 383256"/>
                <a:gd name="connsiteX264" fmla="*/ 2571474 w 2912392"/>
                <a:gd name="connsiteY264" fmla="*/ 179175 h 383256"/>
                <a:gd name="connsiteX265" fmla="*/ 2581218 w 2912392"/>
                <a:gd name="connsiteY265" fmla="*/ 172758 h 383256"/>
                <a:gd name="connsiteX266" fmla="*/ 2590962 w 2912392"/>
                <a:gd name="connsiteY266" fmla="*/ 166362 h 383256"/>
                <a:gd name="connsiteX267" fmla="*/ 2600705 w 2912392"/>
                <a:gd name="connsiteY267" fmla="*/ 159996 h 383256"/>
                <a:gd name="connsiteX268" fmla="*/ 2610449 w 2912392"/>
                <a:gd name="connsiteY268" fmla="*/ 153662 h 383256"/>
                <a:gd name="connsiteX269" fmla="*/ 2620178 w 2912392"/>
                <a:gd name="connsiteY269" fmla="*/ 147367 h 383256"/>
                <a:gd name="connsiteX270" fmla="*/ 2629922 w 2912392"/>
                <a:gd name="connsiteY270" fmla="*/ 141119 h 383256"/>
                <a:gd name="connsiteX271" fmla="*/ 2639666 w 2912392"/>
                <a:gd name="connsiteY271" fmla="*/ 134919 h 383256"/>
                <a:gd name="connsiteX272" fmla="*/ 2649410 w 2912392"/>
                <a:gd name="connsiteY272" fmla="*/ 128773 h 383256"/>
                <a:gd name="connsiteX273" fmla="*/ 2659139 w 2912392"/>
                <a:gd name="connsiteY273" fmla="*/ 122689 h 383256"/>
                <a:gd name="connsiteX274" fmla="*/ 2668883 w 2912392"/>
                <a:gd name="connsiteY274" fmla="*/ 116669 h 383256"/>
                <a:gd name="connsiteX275" fmla="*/ 2678627 w 2912392"/>
                <a:gd name="connsiteY275" fmla="*/ 110720 h 383256"/>
                <a:gd name="connsiteX276" fmla="*/ 2688371 w 2912392"/>
                <a:gd name="connsiteY276" fmla="*/ 104844 h 383256"/>
                <a:gd name="connsiteX277" fmla="*/ 2698100 w 2912392"/>
                <a:gd name="connsiteY277" fmla="*/ 99047 h 383256"/>
                <a:gd name="connsiteX278" fmla="*/ 2707844 w 2912392"/>
                <a:gd name="connsiteY278" fmla="*/ 93335 h 383256"/>
                <a:gd name="connsiteX279" fmla="*/ 2717588 w 2912392"/>
                <a:gd name="connsiteY279" fmla="*/ 87709 h 383256"/>
                <a:gd name="connsiteX280" fmla="*/ 2727332 w 2912392"/>
                <a:gd name="connsiteY280" fmla="*/ 82177 h 383256"/>
                <a:gd name="connsiteX281" fmla="*/ 2737076 w 2912392"/>
                <a:gd name="connsiteY281" fmla="*/ 76740 h 383256"/>
                <a:gd name="connsiteX282" fmla="*/ 2746805 w 2912392"/>
                <a:gd name="connsiteY282" fmla="*/ 71403 h 383256"/>
                <a:gd name="connsiteX283" fmla="*/ 2756549 w 2912392"/>
                <a:gd name="connsiteY283" fmla="*/ 66174 h 383256"/>
                <a:gd name="connsiteX284" fmla="*/ 2766293 w 2912392"/>
                <a:gd name="connsiteY284" fmla="*/ 61052 h 383256"/>
                <a:gd name="connsiteX285" fmla="*/ 2776037 w 2912392"/>
                <a:gd name="connsiteY285" fmla="*/ 56043 h 383256"/>
                <a:gd name="connsiteX286" fmla="*/ 2785766 w 2912392"/>
                <a:gd name="connsiteY286" fmla="*/ 51151 h 383256"/>
                <a:gd name="connsiteX287" fmla="*/ 2795510 w 2912392"/>
                <a:gd name="connsiteY287" fmla="*/ 46381 h 383256"/>
                <a:gd name="connsiteX288" fmla="*/ 2805254 w 2912392"/>
                <a:gd name="connsiteY288" fmla="*/ 41735 h 383256"/>
                <a:gd name="connsiteX289" fmla="*/ 2814998 w 2912392"/>
                <a:gd name="connsiteY289" fmla="*/ 37219 h 383256"/>
                <a:gd name="connsiteX290" fmla="*/ 2824727 w 2912392"/>
                <a:gd name="connsiteY290" fmla="*/ 32836 h 383256"/>
                <a:gd name="connsiteX291" fmla="*/ 2834471 w 2912392"/>
                <a:gd name="connsiteY291" fmla="*/ 28590 h 383256"/>
                <a:gd name="connsiteX292" fmla="*/ 2844215 w 2912392"/>
                <a:gd name="connsiteY292" fmla="*/ 24484 h 383256"/>
                <a:gd name="connsiteX293" fmla="*/ 2853958 w 2912392"/>
                <a:gd name="connsiteY293" fmla="*/ 20522 h 383256"/>
                <a:gd name="connsiteX294" fmla="*/ 2863687 w 2912392"/>
                <a:gd name="connsiteY294" fmla="*/ 16708 h 383256"/>
                <a:gd name="connsiteX295" fmla="*/ 2873431 w 2912392"/>
                <a:gd name="connsiteY295" fmla="*/ 13047 h 383256"/>
                <a:gd name="connsiteX296" fmla="*/ 2883175 w 2912392"/>
                <a:gd name="connsiteY296" fmla="*/ 9541 h 383256"/>
                <a:gd name="connsiteX297" fmla="*/ 2892919 w 2912392"/>
                <a:gd name="connsiteY297" fmla="*/ 6197 h 383256"/>
                <a:gd name="connsiteX298" fmla="*/ 2902663 w 2912392"/>
                <a:gd name="connsiteY298" fmla="*/ 3014 h 383256"/>
                <a:gd name="connsiteX299" fmla="*/ 2912392 w 2912392"/>
                <a:gd name="connsiteY299" fmla="*/ 0 h 383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83256">
                  <a:moveTo>
                    <a:pt x="0" y="286887"/>
                  </a:moveTo>
                  <a:lnTo>
                    <a:pt x="9739" y="284636"/>
                  </a:lnTo>
                  <a:lnTo>
                    <a:pt x="19480" y="282467"/>
                  </a:lnTo>
                  <a:lnTo>
                    <a:pt x="29221" y="280382"/>
                  </a:lnTo>
                  <a:lnTo>
                    <a:pt x="38961" y="278390"/>
                  </a:lnTo>
                  <a:lnTo>
                    <a:pt x="48702" y="276497"/>
                  </a:lnTo>
                  <a:lnTo>
                    <a:pt x="58443" y="274706"/>
                  </a:lnTo>
                  <a:lnTo>
                    <a:pt x="68182" y="273021"/>
                  </a:lnTo>
                  <a:lnTo>
                    <a:pt x="77923" y="271449"/>
                  </a:lnTo>
                  <a:lnTo>
                    <a:pt x="87664" y="269992"/>
                  </a:lnTo>
                  <a:lnTo>
                    <a:pt x="97404" y="268653"/>
                  </a:lnTo>
                  <a:lnTo>
                    <a:pt x="107145" y="267437"/>
                  </a:lnTo>
                  <a:lnTo>
                    <a:pt x="116886" y="266345"/>
                  </a:lnTo>
                  <a:lnTo>
                    <a:pt x="126625" y="265381"/>
                  </a:lnTo>
                  <a:lnTo>
                    <a:pt x="136366" y="264543"/>
                  </a:lnTo>
                  <a:lnTo>
                    <a:pt x="146107" y="263837"/>
                  </a:lnTo>
                  <a:lnTo>
                    <a:pt x="155846" y="263262"/>
                  </a:lnTo>
                  <a:lnTo>
                    <a:pt x="165587" y="262818"/>
                  </a:lnTo>
                  <a:lnTo>
                    <a:pt x="175328" y="262505"/>
                  </a:lnTo>
                  <a:lnTo>
                    <a:pt x="185068" y="262325"/>
                  </a:lnTo>
                  <a:lnTo>
                    <a:pt x="194809" y="262274"/>
                  </a:lnTo>
                  <a:lnTo>
                    <a:pt x="204550" y="262353"/>
                  </a:lnTo>
                  <a:lnTo>
                    <a:pt x="214289" y="262560"/>
                  </a:lnTo>
                  <a:lnTo>
                    <a:pt x="224030" y="262893"/>
                  </a:lnTo>
                  <a:lnTo>
                    <a:pt x="233771" y="263348"/>
                  </a:lnTo>
                  <a:lnTo>
                    <a:pt x="243510" y="263925"/>
                  </a:lnTo>
                  <a:lnTo>
                    <a:pt x="253251" y="264619"/>
                  </a:lnTo>
                  <a:lnTo>
                    <a:pt x="262992" y="265427"/>
                  </a:lnTo>
                  <a:lnTo>
                    <a:pt x="272732" y="266345"/>
                  </a:lnTo>
                  <a:lnTo>
                    <a:pt x="282473" y="267370"/>
                  </a:lnTo>
                  <a:lnTo>
                    <a:pt x="292214" y="268496"/>
                  </a:lnTo>
                  <a:lnTo>
                    <a:pt x="301953" y="269719"/>
                  </a:lnTo>
                  <a:lnTo>
                    <a:pt x="311694" y="271035"/>
                  </a:lnTo>
                  <a:lnTo>
                    <a:pt x="321435" y="272437"/>
                  </a:lnTo>
                  <a:lnTo>
                    <a:pt x="331175" y="273919"/>
                  </a:lnTo>
                  <a:lnTo>
                    <a:pt x="340916" y="275478"/>
                  </a:lnTo>
                  <a:lnTo>
                    <a:pt x="350656" y="277106"/>
                  </a:lnTo>
                  <a:lnTo>
                    <a:pt x="360396" y="278797"/>
                  </a:lnTo>
                  <a:lnTo>
                    <a:pt x="370137" y="280545"/>
                  </a:lnTo>
                  <a:lnTo>
                    <a:pt x="379878" y="282343"/>
                  </a:lnTo>
                  <a:lnTo>
                    <a:pt x="389617" y="284185"/>
                  </a:lnTo>
                  <a:lnTo>
                    <a:pt x="399358" y="286064"/>
                  </a:lnTo>
                  <a:lnTo>
                    <a:pt x="409099" y="287974"/>
                  </a:lnTo>
                  <a:lnTo>
                    <a:pt x="418839" y="289907"/>
                  </a:lnTo>
                  <a:lnTo>
                    <a:pt x="428580" y="291856"/>
                  </a:lnTo>
                  <a:lnTo>
                    <a:pt x="438321" y="293817"/>
                  </a:lnTo>
                  <a:lnTo>
                    <a:pt x="448060" y="295779"/>
                  </a:lnTo>
                  <a:lnTo>
                    <a:pt x="457801" y="297738"/>
                  </a:lnTo>
                  <a:lnTo>
                    <a:pt x="467542" y="299686"/>
                  </a:lnTo>
                  <a:lnTo>
                    <a:pt x="477281" y="301616"/>
                  </a:lnTo>
                  <a:lnTo>
                    <a:pt x="487022" y="303524"/>
                  </a:lnTo>
                  <a:lnTo>
                    <a:pt x="496763" y="305399"/>
                  </a:lnTo>
                  <a:lnTo>
                    <a:pt x="506503" y="307238"/>
                  </a:lnTo>
                  <a:lnTo>
                    <a:pt x="516244" y="309033"/>
                  </a:lnTo>
                  <a:lnTo>
                    <a:pt x="525985" y="310779"/>
                  </a:lnTo>
                  <a:lnTo>
                    <a:pt x="535724" y="312469"/>
                  </a:lnTo>
                  <a:lnTo>
                    <a:pt x="545465" y="314097"/>
                  </a:lnTo>
                  <a:lnTo>
                    <a:pt x="555206" y="315659"/>
                  </a:lnTo>
                  <a:lnTo>
                    <a:pt x="564946" y="317147"/>
                  </a:lnTo>
                  <a:lnTo>
                    <a:pt x="574687" y="318558"/>
                  </a:lnTo>
                  <a:lnTo>
                    <a:pt x="584428" y="319886"/>
                  </a:lnTo>
                  <a:lnTo>
                    <a:pt x="594167" y="321127"/>
                  </a:lnTo>
                  <a:lnTo>
                    <a:pt x="603908" y="322275"/>
                  </a:lnTo>
                  <a:lnTo>
                    <a:pt x="613649" y="323327"/>
                  </a:lnTo>
                  <a:lnTo>
                    <a:pt x="623388" y="324279"/>
                  </a:lnTo>
                  <a:lnTo>
                    <a:pt x="633129" y="325127"/>
                  </a:lnTo>
                  <a:lnTo>
                    <a:pt x="642870" y="325869"/>
                  </a:lnTo>
                  <a:lnTo>
                    <a:pt x="652610" y="326499"/>
                  </a:lnTo>
                  <a:lnTo>
                    <a:pt x="662351" y="327016"/>
                  </a:lnTo>
                  <a:lnTo>
                    <a:pt x="672092" y="327417"/>
                  </a:lnTo>
                  <a:lnTo>
                    <a:pt x="681831" y="327700"/>
                  </a:lnTo>
                  <a:lnTo>
                    <a:pt x="691572" y="327863"/>
                  </a:lnTo>
                  <a:lnTo>
                    <a:pt x="701313" y="327903"/>
                  </a:lnTo>
                  <a:lnTo>
                    <a:pt x="711052" y="327821"/>
                  </a:lnTo>
                  <a:lnTo>
                    <a:pt x="720793" y="327614"/>
                  </a:lnTo>
                  <a:lnTo>
                    <a:pt x="730534" y="327280"/>
                  </a:lnTo>
                  <a:lnTo>
                    <a:pt x="740274" y="326823"/>
                  </a:lnTo>
                  <a:lnTo>
                    <a:pt x="750015" y="326239"/>
                  </a:lnTo>
                  <a:lnTo>
                    <a:pt x="759756" y="325528"/>
                  </a:lnTo>
                  <a:lnTo>
                    <a:pt x="769495" y="324692"/>
                  </a:lnTo>
                  <a:lnTo>
                    <a:pt x="779236" y="323731"/>
                  </a:lnTo>
                  <a:lnTo>
                    <a:pt x="788977" y="322645"/>
                  </a:lnTo>
                  <a:lnTo>
                    <a:pt x="798717" y="321437"/>
                  </a:lnTo>
                  <a:lnTo>
                    <a:pt x="808458" y="320106"/>
                  </a:lnTo>
                  <a:lnTo>
                    <a:pt x="818199" y="318655"/>
                  </a:lnTo>
                  <a:lnTo>
                    <a:pt x="827938" y="317086"/>
                  </a:lnTo>
                  <a:lnTo>
                    <a:pt x="837679" y="315401"/>
                  </a:lnTo>
                  <a:lnTo>
                    <a:pt x="847420" y="313601"/>
                  </a:lnTo>
                  <a:lnTo>
                    <a:pt x="857159" y="311691"/>
                  </a:lnTo>
                  <a:lnTo>
                    <a:pt x="866900" y="309672"/>
                  </a:lnTo>
                  <a:lnTo>
                    <a:pt x="876641" y="307548"/>
                  </a:lnTo>
                  <a:lnTo>
                    <a:pt x="886381" y="305322"/>
                  </a:lnTo>
                  <a:lnTo>
                    <a:pt x="896122" y="302996"/>
                  </a:lnTo>
                  <a:lnTo>
                    <a:pt x="905863" y="300575"/>
                  </a:lnTo>
                  <a:lnTo>
                    <a:pt x="915602" y="298063"/>
                  </a:lnTo>
                  <a:lnTo>
                    <a:pt x="925343" y="295465"/>
                  </a:lnTo>
                  <a:lnTo>
                    <a:pt x="935084" y="292781"/>
                  </a:lnTo>
                  <a:lnTo>
                    <a:pt x="944824" y="290021"/>
                  </a:lnTo>
                  <a:lnTo>
                    <a:pt x="954564" y="287185"/>
                  </a:lnTo>
                  <a:lnTo>
                    <a:pt x="964305" y="284279"/>
                  </a:lnTo>
                  <a:lnTo>
                    <a:pt x="974045" y="281309"/>
                  </a:lnTo>
                  <a:lnTo>
                    <a:pt x="983786" y="278277"/>
                  </a:lnTo>
                  <a:lnTo>
                    <a:pt x="993522" y="275192"/>
                  </a:lnTo>
                  <a:lnTo>
                    <a:pt x="1003266" y="272057"/>
                  </a:lnTo>
                  <a:lnTo>
                    <a:pt x="1013010" y="268876"/>
                  </a:lnTo>
                  <a:lnTo>
                    <a:pt x="1022754" y="265656"/>
                  </a:lnTo>
                  <a:lnTo>
                    <a:pt x="1032483" y="262404"/>
                  </a:lnTo>
                  <a:lnTo>
                    <a:pt x="1042227" y="259122"/>
                  </a:lnTo>
                  <a:lnTo>
                    <a:pt x="1051971" y="255817"/>
                  </a:lnTo>
                  <a:lnTo>
                    <a:pt x="1061715" y="252496"/>
                  </a:lnTo>
                  <a:lnTo>
                    <a:pt x="1071444" y="249163"/>
                  </a:lnTo>
                  <a:lnTo>
                    <a:pt x="1081188" y="245826"/>
                  </a:lnTo>
                  <a:lnTo>
                    <a:pt x="1090932" y="242490"/>
                  </a:lnTo>
                  <a:lnTo>
                    <a:pt x="1100676" y="239158"/>
                  </a:lnTo>
                  <a:lnTo>
                    <a:pt x="1110405" y="235840"/>
                  </a:lnTo>
                  <a:lnTo>
                    <a:pt x="1120149" y="232542"/>
                  </a:lnTo>
                  <a:lnTo>
                    <a:pt x="1129893" y="229267"/>
                  </a:lnTo>
                  <a:lnTo>
                    <a:pt x="1139637" y="226024"/>
                  </a:lnTo>
                  <a:lnTo>
                    <a:pt x="1149381" y="222816"/>
                  </a:lnTo>
                  <a:lnTo>
                    <a:pt x="1159110" y="219650"/>
                  </a:lnTo>
                  <a:lnTo>
                    <a:pt x="1168854" y="216534"/>
                  </a:lnTo>
                  <a:lnTo>
                    <a:pt x="1178598" y="213473"/>
                  </a:lnTo>
                  <a:lnTo>
                    <a:pt x="1188341" y="210472"/>
                  </a:lnTo>
                  <a:lnTo>
                    <a:pt x="1198070" y="207537"/>
                  </a:lnTo>
                  <a:lnTo>
                    <a:pt x="1207814" y="204675"/>
                  </a:lnTo>
                  <a:lnTo>
                    <a:pt x="1217558" y="201892"/>
                  </a:lnTo>
                  <a:lnTo>
                    <a:pt x="1227302" y="199192"/>
                  </a:lnTo>
                  <a:lnTo>
                    <a:pt x="1237031" y="196582"/>
                  </a:lnTo>
                  <a:lnTo>
                    <a:pt x="1246775" y="194067"/>
                  </a:lnTo>
                  <a:lnTo>
                    <a:pt x="1256519" y="191652"/>
                  </a:lnTo>
                  <a:lnTo>
                    <a:pt x="1266263" y="189344"/>
                  </a:lnTo>
                  <a:lnTo>
                    <a:pt x="1276007" y="187146"/>
                  </a:lnTo>
                  <a:lnTo>
                    <a:pt x="1285736" y="185065"/>
                  </a:lnTo>
                  <a:lnTo>
                    <a:pt x="1295480" y="183106"/>
                  </a:lnTo>
                  <a:lnTo>
                    <a:pt x="1305224" y="181271"/>
                  </a:lnTo>
                  <a:lnTo>
                    <a:pt x="1314968" y="179570"/>
                  </a:lnTo>
                  <a:lnTo>
                    <a:pt x="1324697" y="178003"/>
                  </a:lnTo>
                  <a:lnTo>
                    <a:pt x="1334441" y="176575"/>
                  </a:lnTo>
                  <a:lnTo>
                    <a:pt x="1344185" y="175293"/>
                  </a:lnTo>
                  <a:lnTo>
                    <a:pt x="1353929" y="174156"/>
                  </a:lnTo>
                  <a:lnTo>
                    <a:pt x="1363658" y="173172"/>
                  </a:lnTo>
                  <a:lnTo>
                    <a:pt x="1373402" y="172343"/>
                  </a:lnTo>
                  <a:lnTo>
                    <a:pt x="1383146" y="171671"/>
                  </a:lnTo>
                  <a:lnTo>
                    <a:pt x="1392890" y="171161"/>
                  </a:lnTo>
                  <a:lnTo>
                    <a:pt x="1402619" y="170815"/>
                  </a:lnTo>
                  <a:lnTo>
                    <a:pt x="1412363" y="170635"/>
                  </a:lnTo>
                  <a:lnTo>
                    <a:pt x="1422106" y="170625"/>
                  </a:lnTo>
                  <a:lnTo>
                    <a:pt x="1431850" y="170784"/>
                  </a:lnTo>
                  <a:lnTo>
                    <a:pt x="1441594" y="171116"/>
                  </a:lnTo>
                  <a:lnTo>
                    <a:pt x="1451323" y="171621"/>
                  </a:lnTo>
                  <a:lnTo>
                    <a:pt x="1461067" y="172302"/>
                  </a:lnTo>
                  <a:lnTo>
                    <a:pt x="1470811" y="173158"/>
                  </a:lnTo>
                  <a:lnTo>
                    <a:pt x="1480555" y="174188"/>
                  </a:lnTo>
                  <a:lnTo>
                    <a:pt x="1490284" y="175395"/>
                  </a:lnTo>
                  <a:lnTo>
                    <a:pt x="1500028" y="176778"/>
                  </a:lnTo>
                  <a:lnTo>
                    <a:pt x="1509772" y="178335"/>
                  </a:lnTo>
                  <a:lnTo>
                    <a:pt x="1519516" y="180066"/>
                  </a:lnTo>
                  <a:lnTo>
                    <a:pt x="1529245" y="181969"/>
                  </a:lnTo>
                  <a:lnTo>
                    <a:pt x="1538989" y="184043"/>
                  </a:lnTo>
                  <a:lnTo>
                    <a:pt x="1548733" y="186285"/>
                  </a:lnTo>
                  <a:lnTo>
                    <a:pt x="1558477" y="188694"/>
                  </a:lnTo>
                  <a:lnTo>
                    <a:pt x="1568221" y="191267"/>
                  </a:lnTo>
                  <a:lnTo>
                    <a:pt x="1577950" y="194000"/>
                  </a:lnTo>
                  <a:lnTo>
                    <a:pt x="1587694" y="196889"/>
                  </a:lnTo>
                  <a:lnTo>
                    <a:pt x="1597438" y="199929"/>
                  </a:lnTo>
                  <a:lnTo>
                    <a:pt x="1607182" y="203119"/>
                  </a:lnTo>
                  <a:lnTo>
                    <a:pt x="1616911" y="206454"/>
                  </a:lnTo>
                  <a:lnTo>
                    <a:pt x="1626655" y="209925"/>
                  </a:lnTo>
                  <a:lnTo>
                    <a:pt x="1636399" y="213531"/>
                  </a:lnTo>
                  <a:lnTo>
                    <a:pt x="1646142" y="217264"/>
                  </a:lnTo>
                  <a:lnTo>
                    <a:pt x="1655872" y="221119"/>
                  </a:lnTo>
                  <a:lnTo>
                    <a:pt x="1665616" y="225088"/>
                  </a:lnTo>
                  <a:lnTo>
                    <a:pt x="1675359" y="229164"/>
                  </a:lnTo>
                  <a:lnTo>
                    <a:pt x="1685103" y="233343"/>
                  </a:lnTo>
                  <a:lnTo>
                    <a:pt x="1694832" y="237615"/>
                  </a:lnTo>
                  <a:lnTo>
                    <a:pt x="1704576" y="241973"/>
                  </a:lnTo>
                  <a:lnTo>
                    <a:pt x="1714320" y="246410"/>
                  </a:lnTo>
                  <a:lnTo>
                    <a:pt x="1724064" y="250915"/>
                  </a:lnTo>
                  <a:lnTo>
                    <a:pt x="1733808" y="255482"/>
                  </a:lnTo>
                  <a:lnTo>
                    <a:pt x="1743537" y="260102"/>
                  </a:lnTo>
                  <a:lnTo>
                    <a:pt x="1753281" y="264765"/>
                  </a:lnTo>
                  <a:lnTo>
                    <a:pt x="1763025" y="269463"/>
                  </a:lnTo>
                  <a:lnTo>
                    <a:pt x="1772769" y="274186"/>
                  </a:lnTo>
                  <a:lnTo>
                    <a:pt x="1782498" y="278925"/>
                  </a:lnTo>
                  <a:lnTo>
                    <a:pt x="1792242" y="283671"/>
                  </a:lnTo>
                  <a:lnTo>
                    <a:pt x="1801986" y="288413"/>
                  </a:lnTo>
                  <a:lnTo>
                    <a:pt x="1811730" y="293141"/>
                  </a:lnTo>
                  <a:lnTo>
                    <a:pt x="1821459" y="297846"/>
                  </a:lnTo>
                  <a:lnTo>
                    <a:pt x="1831203" y="302518"/>
                  </a:lnTo>
                  <a:lnTo>
                    <a:pt x="1840947" y="307147"/>
                  </a:lnTo>
                  <a:lnTo>
                    <a:pt x="1850691" y="311724"/>
                  </a:lnTo>
                  <a:lnTo>
                    <a:pt x="1860435" y="316237"/>
                  </a:lnTo>
                  <a:lnTo>
                    <a:pt x="1870164" y="320678"/>
                  </a:lnTo>
                  <a:lnTo>
                    <a:pt x="1879908" y="325036"/>
                  </a:lnTo>
                  <a:lnTo>
                    <a:pt x="1889652" y="329302"/>
                  </a:lnTo>
                  <a:lnTo>
                    <a:pt x="1899395" y="333466"/>
                  </a:lnTo>
                  <a:lnTo>
                    <a:pt x="1909124" y="337520"/>
                  </a:lnTo>
                  <a:lnTo>
                    <a:pt x="1918868" y="341453"/>
                  </a:lnTo>
                  <a:lnTo>
                    <a:pt x="1928612" y="345257"/>
                  </a:lnTo>
                  <a:lnTo>
                    <a:pt x="1938356" y="348924"/>
                  </a:lnTo>
                  <a:lnTo>
                    <a:pt x="1948085" y="352443"/>
                  </a:lnTo>
                  <a:lnTo>
                    <a:pt x="1957829" y="355809"/>
                  </a:lnTo>
                  <a:lnTo>
                    <a:pt x="1967573" y="359010"/>
                  </a:lnTo>
                  <a:lnTo>
                    <a:pt x="1977317" y="362044"/>
                  </a:lnTo>
                  <a:lnTo>
                    <a:pt x="1987046" y="364898"/>
                  </a:lnTo>
                  <a:lnTo>
                    <a:pt x="1996790" y="367568"/>
                  </a:lnTo>
                  <a:lnTo>
                    <a:pt x="2006534" y="370048"/>
                  </a:lnTo>
                  <a:lnTo>
                    <a:pt x="2016278" y="372330"/>
                  </a:lnTo>
                  <a:lnTo>
                    <a:pt x="2026022" y="374410"/>
                  </a:lnTo>
                  <a:lnTo>
                    <a:pt x="2035751" y="376281"/>
                  </a:lnTo>
                  <a:lnTo>
                    <a:pt x="2045495" y="377939"/>
                  </a:lnTo>
                  <a:lnTo>
                    <a:pt x="2055239" y="379379"/>
                  </a:lnTo>
                  <a:lnTo>
                    <a:pt x="2064983" y="380597"/>
                  </a:lnTo>
                  <a:lnTo>
                    <a:pt x="2074712" y="381591"/>
                  </a:lnTo>
                  <a:lnTo>
                    <a:pt x="2084456" y="382356"/>
                  </a:lnTo>
                  <a:lnTo>
                    <a:pt x="2094200" y="382890"/>
                  </a:lnTo>
                  <a:lnTo>
                    <a:pt x="2103944" y="383191"/>
                  </a:lnTo>
                  <a:lnTo>
                    <a:pt x="2113673" y="383257"/>
                  </a:lnTo>
                  <a:lnTo>
                    <a:pt x="2123417" y="383087"/>
                  </a:lnTo>
                  <a:lnTo>
                    <a:pt x="2133161" y="382682"/>
                  </a:lnTo>
                  <a:lnTo>
                    <a:pt x="2142905" y="382038"/>
                  </a:lnTo>
                  <a:lnTo>
                    <a:pt x="2152649" y="381158"/>
                  </a:lnTo>
                  <a:lnTo>
                    <a:pt x="2162377" y="380042"/>
                  </a:lnTo>
                  <a:lnTo>
                    <a:pt x="2172121" y="378690"/>
                  </a:lnTo>
                  <a:lnTo>
                    <a:pt x="2181865" y="377107"/>
                  </a:lnTo>
                  <a:lnTo>
                    <a:pt x="2191609" y="375290"/>
                  </a:lnTo>
                  <a:lnTo>
                    <a:pt x="2201338" y="373246"/>
                  </a:lnTo>
                  <a:lnTo>
                    <a:pt x="2211082" y="370976"/>
                  </a:lnTo>
                  <a:lnTo>
                    <a:pt x="2220826" y="368483"/>
                  </a:lnTo>
                  <a:lnTo>
                    <a:pt x="2230570" y="365770"/>
                  </a:lnTo>
                  <a:lnTo>
                    <a:pt x="2240299" y="362844"/>
                  </a:lnTo>
                  <a:lnTo>
                    <a:pt x="2250043" y="359706"/>
                  </a:lnTo>
                  <a:lnTo>
                    <a:pt x="2259787" y="356363"/>
                  </a:lnTo>
                  <a:lnTo>
                    <a:pt x="2269531" y="352818"/>
                  </a:lnTo>
                  <a:lnTo>
                    <a:pt x="2279260" y="349077"/>
                  </a:lnTo>
                  <a:lnTo>
                    <a:pt x="2289004" y="345148"/>
                  </a:lnTo>
                  <a:lnTo>
                    <a:pt x="2298748" y="341033"/>
                  </a:lnTo>
                  <a:lnTo>
                    <a:pt x="2308492" y="336741"/>
                  </a:lnTo>
                  <a:lnTo>
                    <a:pt x="2318236" y="332279"/>
                  </a:lnTo>
                  <a:lnTo>
                    <a:pt x="2327965" y="327650"/>
                  </a:lnTo>
                  <a:lnTo>
                    <a:pt x="2337709" y="322862"/>
                  </a:lnTo>
                  <a:lnTo>
                    <a:pt x="2347453" y="317923"/>
                  </a:lnTo>
                  <a:lnTo>
                    <a:pt x="2357197" y="312840"/>
                  </a:lnTo>
                  <a:lnTo>
                    <a:pt x="2366926" y="307619"/>
                  </a:lnTo>
                  <a:lnTo>
                    <a:pt x="2376670" y="302269"/>
                  </a:lnTo>
                  <a:lnTo>
                    <a:pt x="2386413" y="296795"/>
                  </a:lnTo>
                  <a:lnTo>
                    <a:pt x="2396157" y="291207"/>
                  </a:lnTo>
                  <a:lnTo>
                    <a:pt x="2405886" y="285509"/>
                  </a:lnTo>
                  <a:lnTo>
                    <a:pt x="2415630" y="279711"/>
                  </a:lnTo>
                  <a:lnTo>
                    <a:pt x="2425374" y="273819"/>
                  </a:lnTo>
                  <a:lnTo>
                    <a:pt x="2435118" y="267842"/>
                  </a:lnTo>
                  <a:lnTo>
                    <a:pt x="2444862" y="261787"/>
                  </a:lnTo>
                  <a:lnTo>
                    <a:pt x="2454591" y="255661"/>
                  </a:lnTo>
                  <a:lnTo>
                    <a:pt x="2464335" y="249470"/>
                  </a:lnTo>
                  <a:lnTo>
                    <a:pt x="2474079" y="243223"/>
                  </a:lnTo>
                  <a:lnTo>
                    <a:pt x="2483823" y="236927"/>
                  </a:lnTo>
                  <a:lnTo>
                    <a:pt x="2493552" y="230589"/>
                  </a:lnTo>
                  <a:lnTo>
                    <a:pt x="2503296" y="224215"/>
                  </a:lnTo>
                  <a:lnTo>
                    <a:pt x="2513040" y="217813"/>
                  </a:lnTo>
                  <a:lnTo>
                    <a:pt x="2522784" y="211388"/>
                  </a:lnTo>
                  <a:lnTo>
                    <a:pt x="2532513" y="204950"/>
                  </a:lnTo>
                  <a:lnTo>
                    <a:pt x="2542257" y="198504"/>
                  </a:lnTo>
                  <a:lnTo>
                    <a:pt x="2552001" y="192054"/>
                  </a:lnTo>
                  <a:lnTo>
                    <a:pt x="2561745" y="185609"/>
                  </a:lnTo>
                  <a:lnTo>
                    <a:pt x="2571474" y="179175"/>
                  </a:lnTo>
                  <a:lnTo>
                    <a:pt x="2581218" y="172758"/>
                  </a:lnTo>
                  <a:lnTo>
                    <a:pt x="2590962" y="166362"/>
                  </a:lnTo>
                  <a:lnTo>
                    <a:pt x="2600705" y="159996"/>
                  </a:lnTo>
                  <a:lnTo>
                    <a:pt x="2610449" y="153662"/>
                  </a:lnTo>
                  <a:lnTo>
                    <a:pt x="2620178" y="147367"/>
                  </a:lnTo>
                  <a:lnTo>
                    <a:pt x="2629922" y="141119"/>
                  </a:lnTo>
                  <a:lnTo>
                    <a:pt x="2639666" y="134919"/>
                  </a:lnTo>
                  <a:lnTo>
                    <a:pt x="2649410" y="128773"/>
                  </a:lnTo>
                  <a:lnTo>
                    <a:pt x="2659139" y="122689"/>
                  </a:lnTo>
                  <a:lnTo>
                    <a:pt x="2668883" y="116669"/>
                  </a:lnTo>
                  <a:lnTo>
                    <a:pt x="2678627" y="110720"/>
                  </a:lnTo>
                  <a:lnTo>
                    <a:pt x="2688371" y="104844"/>
                  </a:lnTo>
                  <a:lnTo>
                    <a:pt x="2698100" y="99047"/>
                  </a:lnTo>
                  <a:lnTo>
                    <a:pt x="2707844" y="93335"/>
                  </a:lnTo>
                  <a:lnTo>
                    <a:pt x="2717588" y="87709"/>
                  </a:lnTo>
                  <a:lnTo>
                    <a:pt x="2727332" y="82177"/>
                  </a:lnTo>
                  <a:lnTo>
                    <a:pt x="2737076" y="76740"/>
                  </a:lnTo>
                  <a:lnTo>
                    <a:pt x="2746805" y="71403"/>
                  </a:lnTo>
                  <a:lnTo>
                    <a:pt x="2756549" y="66174"/>
                  </a:lnTo>
                  <a:lnTo>
                    <a:pt x="2766293" y="61052"/>
                  </a:lnTo>
                  <a:lnTo>
                    <a:pt x="2776037" y="56043"/>
                  </a:lnTo>
                  <a:lnTo>
                    <a:pt x="2785766" y="51151"/>
                  </a:lnTo>
                  <a:lnTo>
                    <a:pt x="2795510" y="46381"/>
                  </a:lnTo>
                  <a:lnTo>
                    <a:pt x="2805254" y="41735"/>
                  </a:lnTo>
                  <a:lnTo>
                    <a:pt x="2814998" y="37219"/>
                  </a:lnTo>
                  <a:lnTo>
                    <a:pt x="2824727" y="32836"/>
                  </a:lnTo>
                  <a:lnTo>
                    <a:pt x="2834471" y="28590"/>
                  </a:lnTo>
                  <a:lnTo>
                    <a:pt x="2844215" y="24484"/>
                  </a:lnTo>
                  <a:lnTo>
                    <a:pt x="2853958" y="20522"/>
                  </a:lnTo>
                  <a:lnTo>
                    <a:pt x="2863687" y="16708"/>
                  </a:lnTo>
                  <a:lnTo>
                    <a:pt x="2873431" y="13047"/>
                  </a:lnTo>
                  <a:lnTo>
                    <a:pt x="2883175" y="9541"/>
                  </a:lnTo>
                  <a:lnTo>
                    <a:pt x="2892919" y="6197"/>
                  </a:lnTo>
                  <a:lnTo>
                    <a:pt x="2902663" y="3014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1" name="Freeform 720">
              <a:extLst>
                <a:ext uri="{FF2B5EF4-FFF2-40B4-BE49-F238E27FC236}">
                  <a16:creationId xmlns:a16="http://schemas.microsoft.com/office/drawing/2014/main" id="{9A84CDE8-1D93-D672-8144-15F847B3EB0F}"/>
                </a:ext>
              </a:extLst>
            </p:cNvPr>
            <p:cNvSpPr/>
            <p:nvPr/>
          </p:nvSpPr>
          <p:spPr>
            <a:xfrm>
              <a:off x="576446" y="2992629"/>
              <a:ext cx="2912392" cy="531004"/>
            </a:xfrm>
            <a:custGeom>
              <a:avLst/>
              <a:gdLst>
                <a:gd name="connsiteX0" fmla="*/ 0 w 2912392"/>
                <a:gd name="connsiteY0" fmla="*/ 531004 h 531004"/>
                <a:gd name="connsiteX1" fmla="*/ 9739 w 2912392"/>
                <a:gd name="connsiteY1" fmla="*/ 527455 h 531004"/>
                <a:gd name="connsiteX2" fmla="*/ 19480 w 2912392"/>
                <a:gd name="connsiteY2" fmla="*/ 523784 h 531004"/>
                <a:gd name="connsiteX3" fmla="*/ 29221 w 2912392"/>
                <a:gd name="connsiteY3" fmla="*/ 519998 h 531004"/>
                <a:gd name="connsiteX4" fmla="*/ 38961 w 2912392"/>
                <a:gd name="connsiteY4" fmla="*/ 516099 h 531004"/>
                <a:gd name="connsiteX5" fmla="*/ 48702 w 2912392"/>
                <a:gd name="connsiteY5" fmla="*/ 512094 h 531004"/>
                <a:gd name="connsiteX6" fmla="*/ 58443 w 2912392"/>
                <a:gd name="connsiteY6" fmla="*/ 507988 h 531004"/>
                <a:gd name="connsiteX7" fmla="*/ 68182 w 2912392"/>
                <a:gd name="connsiteY7" fmla="*/ 503784 h 531004"/>
                <a:gd name="connsiteX8" fmla="*/ 77923 w 2912392"/>
                <a:gd name="connsiteY8" fmla="*/ 499487 h 531004"/>
                <a:gd name="connsiteX9" fmla="*/ 87664 w 2912392"/>
                <a:gd name="connsiteY9" fmla="*/ 495101 h 531004"/>
                <a:gd name="connsiteX10" fmla="*/ 97404 w 2912392"/>
                <a:gd name="connsiteY10" fmla="*/ 490628 h 531004"/>
                <a:gd name="connsiteX11" fmla="*/ 107145 w 2912392"/>
                <a:gd name="connsiteY11" fmla="*/ 486076 h 531004"/>
                <a:gd name="connsiteX12" fmla="*/ 116886 w 2912392"/>
                <a:gd name="connsiteY12" fmla="*/ 481447 h 531004"/>
                <a:gd name="connsiteX13" fmla="*/ 126625 w 2912392"/>
                <a:gd name="connsiteY13" fmla="*/ 476745 h 531004"/>
                <a:gd name="connsiteX14" fmla="*/ 136366 w 2912392"/>
                <a:gd name="connsiteY14" fmla="*/ 471973 h 531004"/>
                <a:gd name="connsiteX15" fmla="*/ 146107 w 2912392"/>
                <a:gd name="connsiteY15" fmla="*/ 467135 h 531004"/>
                <a:gd name="connsiteX16" fmla="*/ 155846 w 2912392"/>
                <a:gd name="connsiteY16" fmla="*/ 462235 h 531004"/>
                <a:gd name="connsiteX17" fmla="*/ 165587 w 2912392"/>
                <a:gd name="connsiteY17" fmla="*/ 457275 h 531004"/>
                <a:gd name="connsiteX18" fmla="*/ 175328 w 2912392"/>
                <a:gd name="connsiteY18" fmla="*/ 452259 h 531004"/>
                <a:gd name="connsiteX19" fmla="*/ 185068 w 2912392"/>
                <a:gd name="connsiteY19" fmla="*/ 447188 h 531004"/>
                <a:gd name="connsiteX20" fmla="*/ 194809 w 2912392"/>
                <a:gd name="connsiteY20" fmla="*/ 442068 h 531004"/>
                <a:gd name="connsiteX21" fmla="*/ 204550 w 2912392"/>
                <a:gd name="connsiteY21" fmla="*/ 436898 h 531004"/>
                <a:gd name="connsiteX22" fmla="*/ 214289 w 2912392"/>
                <a:gd name="connsiteY22" fmla="*/ 431683 h 531004"/>
                <a:gd name="connsiteX23" fmla="*/ 224030 w 2912392"/>
                <a:gd name="connsiteY23" fmla="*/ 426425 h 531004"/>
                <a:gd name="connsiteX24" fmla="*/ 233771 w 2912392"/>
                <a:gd name="connsiteY24" fmla="*/ 421126 h 531004"/>
                <a:gd name="connsiteX25" fmla="*/ 243510 w 2912392"/>
                <a:gd name="connsiteY25" fmla="*/ 415789 h 531004"/>
                <a:gd name="connsiteX26" fmla="*/ 253251 w 2912392"/>
                <a:gd name="connsiteY26" fmla="*/ 410413 h 531004"/>
                <a:gd name="connsiteX27" fmla="*/ 262992 w 2912392"/>
                <a:gd name="connsiteY27" fmla="*/ 405004 h 531004"/>
                <a:gd name="connsiteX28" fmla="*/ 272732 w 2912392"/>
                <a:gd name="connsiteY28" fmla="*/ 399559 h 531004"/>
                <a:gd name="connsiteX29" fmla="*/ 282473 w 2912392"/>
                <a:gd name="connsiteY29" fmla="*/ 394084 h 531004"/>
                <a:gd name="connsiteX30" fmla="*/ 292214 w 2912392"/>
                <a:gd name="connsiteY30" fmla="*/ 388577 h 531004"/>
                <a:gd name="connsiteX31" fmla="*/ 301953 w 2912392"/>
                <a:gd name="connsiteY31" fmla="*/ 383044 h 531004"/>
                <a:gd name="connsiteX32" fmla="*/ 311694 w 2912392"/>
                <a:gd name="connsiteY32" fmla="*/ 377481 h 531004"/>
                <a:gd name="connsiteX33" fmla="*/ 321435 w 2912392"/>
                <a:gd name="connsiteY33" fmla="*/ 371893 h 531004"/>
                <a:gd name="connsiteX34" fmla="*/ 331175 w 2912392"/>
                <a:gd name="connsiteY34" fmla="*/ 366280 h 531004"/>
                <a:gd name="connsiteX35" fmla="*/ 340916 w 2912392"/>
                <a:gd name="connsiteY35" fmla="*/ 360642 h 531004"/>
                <a:gd name="connsiteX36" fmla="*/ 350656 w 2912392"/>
                <a:gd name="connsiteY36" fmla="*/ 354982 h 531004"/>
                <a:gd name="connsiteX37" fmla="*/ 360396 w 2912392"/>
                <a:gd name="connsiteY37" fmla="*/ 349299 h 531004"/>
                <a:gd name="connsiteX38" fmla="*/ 370137 w 2912392"/>
                <a:gd name="connsiteY38" fmla="*/ 343594 h 531004"/>
                <a:gd name="connsiteX39" fmla="*/ 379878 w 2912392"/>
                <a:gd name="connsiteY39" fmla="*/ 337870 h 531004"/>
                <a:gd name="connsiteX40" fmla="*/ 389617 w 2912392"/>
                <a:gd name="connsiteY40" fmla="*/ 332127 h 531004"/>
                <a:gd name="connsiteX41" fmla="*/ 399358 w 2912392"/>
                <a:gd name="connsiteY41" fmla="*/ 326365 h 531004"/>
                <a:gd name="connsiteX42" fmla="*/ 409099 w 2912392"/>
                <a:gd name="connsiteY42" fmla="*/ 320586 h 531004"/>
                <a:gd name="connsiteX43" fmla="*/ 418839 w 2912392"/>
                <a:gd name="connsiteY43" fmla="*/ 314789 h 531004"/>
                <a:gd name="connsiteX44" fmla="*/ 428580 w 2912392"/>
                <a:gd name="connsiteY44" fmla="*/ 308975 h 531004"/>
                <a:gd name="connsiteX45" fmla="*/ 438321 w 2912392"/>
                <a:gd name="connsiteY45" fmla="*/ 303147 h 531004"/>
                <a:gd name="connsiteX46" fmla="*/ 448060 w 2912392"/>
                <a:gd name="connsiteY46" fmla="*/ 297303 h 531004"/>
                <a:gd name="connsiteX47" fmla="*/ 457801 w 2912392"/>
                <a:gd name="connsiteY47" fmla="*/ 291446 h 531004"/>
                <a:gd name="connsiteX48" fmla="*/ 467542 w 2912392"/>
                <a:gd name="connsiteY48" fmla="*/ 285576 h 531004"/>
                <a:gd name="connsiteX49" fmla="*/ 477281 w 2912392"/>
                <a:gd name="connsiteY49" fmla="*/ 279694 h 531004"/>
                <a:gd name="connsiteX50" fmla="*/ 487022 w 2912392"/>
                <a:gd name="connsiteY50" fmla="*/ 273800 h 531004"/>
                <a:gd name="connsiteX51" fmla="*/ 496763 w 2912392"/>
                <a:gd name="connsiteY51" fmla="*/ 267897 h 531004"/>
                <a:gd name="connsiteX52" fmla="*/ 506503 w 2912392"/>
                <a:gd name="connsiteY52" fmla="*/ 261984 h 531004"/>
                <a:gd name="connsiteX53" fmla="*/ 516244 w 2912392"/>
                <a:gd name="connsiteY53" fmla="*/ 256063 h 531004"/>
                <a:gd name="connsiteX54" fmla="*/ 525985 w 2912392"/>
                <a:gd name="connsiteY54" fmla="*/ 250136 h 531004"/>
                <a:gd name="connsiteX55" fmla="*/ 535724 w 2912392"/>
                <a:gd name="connsiteY55" fmla="*/ 244202 h 531004"/>
                <a:gd name="connsiteX56" fmla="*/ 545465 w 2912392"/>
                <a:gd name="connsiteY56" fmla="*/ 238264 h 531004"/>
                <a:gd name="connsiteX57" fmla="*/ 555206 w 2912392"/>
                <a:gd name="connsiteY57" fmla="*/ 232324 h 531004"/>
                <a:gd name="connsiteX58" fmla="*/ 564946 w 2912392"/>
                <a:gd name="connsiteY58" fmla="*/ 226383 h 531004"/>
                <a:gd name="connsiteX59" fmla="*/ 574687 w 2912392"/>
                <a:gd name="connsiteY59" fmla="*/ 220441 h 531004"/>
                <a:gd name="connsiteX60" fmla="*/ 584428 w 2912392"/>
                <a:gd name="connsiteY60" fmla="*/ 214502 h 531004"/>
                <a:gd name="connsiteX61" fmla="*/ 594167 w 2912392"/>
                <a:gd name="connsiteY61" fmla="*/ 208566 h 531004"/>
                <a:gd name="connsiteX62" fmla="*/ 603908 w 2912392"/>
                <a:gd name="connsiteY62" fmla="*/ 202638 h 531004"/>
                <a:gd name="connsiteX63" fmla="*/ 613649 w 2912392"/>
                <a:gd name="connsiteY63" fmla="*/ 196717 h 531004"/>
                <a:gd name="connsiteX64" fmla="*/ 623388 w 2912392"/>
                <a:gd name="connsiteY64" fmla="*/ 190808 h 531004"/>
                <a:gd name="connsiteX65" fmla="*/ 633129 w 2912392"/>
                <a:gd name="connsiteY65" fmla="*/ 184911 h 531004"/>
                <a:gd name="connsiteX66" fmla="*/ 642870 w 2912392"/>
                <a:gd name="connsiteY66" fmla="*/ 179031 h 531004"/>
                <a:gd name="connsiteX67" fmla="*/ 652610 w 2912392"/>
                <a:gd name="connsiteY67" fmla="*/ 173168 h 531004"/>
                <a:gd name="connsiteX68" fmla="*/ 662351 w 2912392"/>
                <a:gd name="connsiteY68" fmla="*/ 167327 h 531004"/>
                <a:gd name="connsiteX69" fmla="*/ 672092 w 2912392"/>
                <a:gd name="connsiteY69" fmla="*/ 161509 h 531004"/>
                <a:gd name="connsiteX70" fmla="*/ 681831 w 2912392"/>
                <a:gd name="connsiteY70" fmla="*/ 155721 h 531004"/>
                <a:gd name="connsiteX71" fmla="*/ 691572 w 2912392"/>
                <a:gd name="connsiteY71" fmla="*/ 149963 h 531004"/>
                <a:gd name="connsiteX72" fmla="*/ 701313 w 2912392"/>
                <a:gd name="connsiteY72" fmla="*/ 144240 h 531004"/>
                <a:gd name="connsiteX73" fmla="*/ 711052 w 2912392"/>
                <a:gd name="connsiteY73" fmla="*/ 138555 h 531004"/>
                <a:gd name="connsiteX74" fmla="*/ 720793 w 2912392"/>
                <a:gd name="connsiteY74" fmla="*/ 132911 h 531004"/>
                <a:gd name="connsiteX75" fmla="*/ 730534 w 2912392"/>
                <a:gd name="connsiteY75" fmla="*/ 127315 h 531004"/>
                <a:gd name="connsiteX76" fmla="*/ 740274 w 2912392"/>
                <a:gd name="connsiteY76" fmla="*/ 121768 h 531004"/>
                <a:gd name="connsiteX77" fmla="*/ 750015 w 2912392"/>
                <a:gd name="connsiteY77" fmla="*/ 116276 h 531004"/>
                <a:gd name="connsiteX78" fmla="*/ 759756 w 2912392"/>
                <a:gd name="connsiteY78" fmla="*/ 110842 h 531004"/>
                <a:gd name="connsiteX79" fmla="*/ 769495 w 2912392"/>
                <a:gd name="connsiteY79" fmla="*/ 105474 h 531004"/>
                <a:gd name="connsiteX80" fmla="*/ 779236 w 2912392"/>
                <a:gd name="connsiteY80" fmla="*/ 100175 h 531004"/>
                <a:gd name="connsiteX81" fmla="*/ 788977 w 2912392"/>
                <a:gd name="connsiteY81" fmla="*/ 94948 h 531004"/>
                <a:gd name="connsiteX82" fmla="*/ 798717 w 2912392"/>
                <a:gd name="connsiteY82" fmla="*/ 89799 h 531004"/>
                <a:gd name="connsiteX83" fmla="*/ 808458 w 2912392"/>
                <a:gd name="connsiteY83" fmla="*/ 84736 h 531004"/>
                <a:gd name="connsiteX84" fmla="*/ 818199 w 2912392"/>
                <a:gd name="connsiteY84" fmla="*/ 79762 h 531004"/>
                <a:gd name="connsiteX85" fmla="*/ 827938 w 2912392"/>
                <a:gd name="connsiteY85" fmla="*/ 74881 h 531004"/>
                <a:gd name="connsiteX86" fmla="*/ 837679 w 2912392"/>
                <a:gd name="connsiteY86" fmla="*/ 70101 h 531004"/>
                <a:gd name="connsiteX87" fmla="*/ 847420 w 2912392"/>
                <a:gd name="connsiteY87" fmla="*/ 65427 h 531004"/>
                <a:gd name="connsiteX88" fmla="*/ 857159 w 2912392"/>
                <a:gd name="connsiteY88" fmla="*/ 60865 h 531004"/>
                <a:gd name="connsiteX89" fmla="*/ 866900 w 2912392"/>
                <a:gd name="connsiteY89" fmla="*/ 56421 h 531004"/>
                <a:gd name="connsiteX90" fmla="*/ 876641 w 2912392"/>
                <a:gd name="connsiteY90" fmla="*/ 52099 h 531004"/>
                <a:gd name="connsiteX91" fmla="*/ 886381 w 2912392"/>
                <a:gd name="connsiteY91" fmla="*/ 47908 h 531004"/>
                <a:gd name="connsiteX92" fmla="*/ 896122 w 2912392"/>
                <a:gd name="connsiteY92" fmla="*/ 43851 h 531004"/>
                <a:gd name="connsiteX93" fmla="*/ 905863 w 2912392"/>
                <a:gd name="connsiteY93" fmla="*/ 39935 h 531004"/>
                <a:gd name="connsiteX94" fmla="*/ 915602 w 2912392"/>
                <a:gd name="connsiteY94" fmla="*/ 36167 h 531004"/>
                <a:gd name="connsiteX95" fmla="*/ 925343 w 2912392"/>
                <a:gd name="connsiteY95" fmla="*/ 32551 h 531004"/>
                <a:gd name="connsiteX96" fmla="*/ 935084 w 2912392"/>
                <a:gd name="connsiteY96" fmla="*/ 29096 h 531004"/>
                <a:gd name="connsiteX97" fmla="*/ 944824 w 2912392"/>
                <a:gd name="connsiteY97" fmla="*/ 25807 h 531004"/>
                <a:gd name="connsiteX98" fmla="*/ 954564 w 2912392"/>
                <a:gd name="connsiteY98" fmla="*/ 22687 h 531004"/>
                <a:gd name="connsiteX99" fmla="*/ 964305 w 2912392"/>
                <a:gd name="connsiteY99" fmla="*/ 19744 h 531004"/>
                <a:gd name="connsiteX100" fmla="*/ 974045 w 2912392"/>
                <a:gd name="connsiteY100" fmla="*/ 16985 h 531004"/>
                <a:gd name="connsiteX101" fmla="*/ 983786 w 2912392"/>
                <a:gd name="connsiteY101" fmla="*/ 14413 h 531004"/>
                <a:gd name="connsiteX102" fmla="*/ 993522 w 2912392"/>
                <a:gd name="connsiteY102" fmla="*/ 12035 h 531004"/>
                <a:gd name="connsiteX103" fmla="*/ 1003266 w 2912392"/>
                <a:gd name="connsiteY103" fmla="*/ 9857 h 531004"/>
                <a:gd name="connsiteX104" fmla="*/ 1013010 w 2912392"/>
                <a:gd name="connsiteY104" fmla="*/ 7883 h 531004"/>
                <a:gd name="connsiteX105" fmla="*/ 1022754 w 2912392"/>
                <a:gd name="connsiteY105" fmla="*/ 6119 h 531004"/>
                <a:gd name="connsiteX106" fmla="*/ 1032483 w 2912392"/>
                <a:gd name="connsiteY106" fmla="*/ 4568 h 531004"/>
                <a:gd name="connsiteX107" fmla="*/ 1042227 w 2912392"/>
                <a:gd name="connsiteY107" fmla="*/ 3236 h 531004"/>
                <a:gd name="connsiteX108" fmla="*/ 1051971 w 2912392"/>
                <a:gd name="connsiteY108" fmla="*/ 2128 h 531004"/>
                <a:gd name="connsiteX109" fmla="*/ 1061715 w 2912392"/>
                <a:gd name="connsiteY109" fmla="*/ 1246 h 531004"/>
                <a:gd name="connsiteX110" fmla="*/ 1071444 w 2912392"/>
                <a:gd name="connsiteY110" fmla="*/ 594 h 531004"/>
                <a:gd name="connsiteX111" fmla="*/ 1081188 w 2912392"/>
                <a:gd name="connsiteY111" fmla="*/ 179 h 531004"/>
                <a:gd name="connsiteX112" fmla="*/ 1090932 w 2912392"/>
                <a:gd name="connsiteY112" fmla="*/ 0 h 531004"/>
                <a:gd name="connsiteX113" fmla="*/ 1100676 w 2912392"/>
                <a:gd name="connsiteY113" fmla="*/ 61 h 531004"/>
                <a:gd name="connsiteX114" fmla="*/ 1110405 w 2912392"/>
                <a:gd name="connsiteY114" fmla="*/ 367 h 531004"/>
                <a:gd name="connsiteX115" fmla="*/ 1120149 w 2912392"/>
                <a:gd name="connsiteY115" fmla="*/ 915 h 531004"/>
                <a:gd name="connsiteX116" fmla="*/ 1129893 w 2912392"/>
                <a:gd name="connsiteY116" fmla="*/ 1712 h 531004"/>
                <a:gd name="connsiteX117" fmla="*/ 1139637 w 2912392"/>
                <a:gd name="connsiteY117" fmla="*/ 2756 h 531004"/>
                <a:gd name="connsiteX118" fmla="*/ 1149381 w 2912392"/>
                <a:gd name="connsiteY118" fmla="*/ 4051 h 531004"/>
                <a:gd name="connsiteX119" fmla="*/ 1159110 w 2912392"/>
                <a:gd name="connsiteY119" fmla="*/ 5595 h 531004"/>
                <a:gd name="connsiteX120" fmla="*/ 1168854 w 2912392"/>
                <a:gd name="connsiteY120" fmla="*/ 7388 h 531004"/>
                <a:gd name="connsiteX121" fmla="*/ 1178598 w 2912392"/>
                <a:gd name="connsiteY121" fmla="*/ 9433 h 531004"/>
                <a:gd name="connsiteX122" fmla="*/ 1188341 w 2912392"/>
                <a:gd name="connsiteY122" fmla="*/ 11725 h 531004"/>
                <a:gd name="connsiteX123" fmla="*/ 1198070 w 2912392"/>
                <a:gd name="connsiteY123" fmla="*/ 14264 h 531004"/>
                <a:gd name="connsiteX124" fmla="*/ 1207814 w 2912392"/>
                <a:gd name="connsiteY124" fmla="*/ 17052 h 531004"/>
                <a:gd name="connsiteX125" fmla="*/ 1217558 w 2912392"/>
                <a:gd name="connsiteY125" fmla="*/ 20081 h 531004"/>
                <a:gd name="connsiteX126" fmla="*/ 1227302 w 2912392"/>
                <a:gd name="connsiteY126" fmla="*/ 23353 h 531004"/>
                <a:gd name="connsiteX127" fmla="*/ 1237031 w 2912392"/>
                <a:gd name="connsiteY127" fmla="*/ 26863 h 531004"/>
                <a:gd name="connsiteX128" fmla="*/ 1246775 w 2912392"/>
                <a:gd name="connsiteY128" fmla="*/ 30607 h 531004"/>
                <a:gd name="connsiteX129" fmla="*/ 1256519 w 2912392"/>
                <a:gd name="connsiteY129" fmla="*/ 34582 h 531004"/>
                <a:gd name="connsiteX130" fmla="*/ 1266263 w 2912392"/>
                <a:gd name="connsiteY130" fmla="*/ 38784 h 531004"/>
                <a:gd name="connsiteX131" fmla="*/ 1276007 w 2912392"/>
                <a:gd name="connsiteY131" fmla="*/ 43206 h 531004"/>
                <a:gd name="connsiteX132" fmla="*/ 1285736 w 2912392"/>
                <a:gd name="connsiteY132" fmla="*/ 47844 h 531004"/>
                <a:gd name="connsiteX133" fmla="*/ 1295480 w 2912392"/>
                <a:gd name="connsiteY133" fmla="*/ 52693 h 531004"/>
                <a:gd name="connsiteX134" fmla="*/ 1305224 w 2912392"/>
                <a:gd name="connsiteY134" fmla="*/ 57745 h 531004"/>
                <a:gd name="connsiteX135" fmla="*/ 1314968 w 2912392"/>
                <a:gd name="connsiteY135" fmla="*/ 62996 h 531004"/>
                <a:gd name="connsiteX136" fmla="*/ 1324697 w 2912392"/>
                <a:gd name="connsiteY136" fmla="*/ 68435 h 531004"/>
                <a:gd name="connsiteX137" fmla="*/ 1334441 w 2912392"/>
                <a:gd name="connsiteY137" fmla="*/ 74058 h 531004"/>
                <a:gd name="connsiteX138" fmla="*/ 1344185 w 2912392"/>
                <a:gd name="connsiteY138" fmla="*/ 79857 h 531004"/>
                <a:gd name="connsiteX139" fmla="*/ 1353929 w 2912392"/>
                <a:gd name="connsiteY139" fmla="*/ 85821 h 531004"/>
                <a:gd name="connsiteX140" fmla="*/ 1363658 w 2912392"/>
                <a:gd name="connsiteY140" fmla="*/ 91943 h 531004"/>
                <a:gd name="connsiteX141" fmla="*/ 1373402 w 2912392"/>
                <a:gd name="connsiteY141" fmla="*/ 98214 h 531004"/>
                <a:gd name="connsiteX142" fmla="*/ 1383146 w 2912392"/>
                <a:gd name="connsiteY142" fmla="*/ 104625 h 531004"/>
                <a:gd name="connsiteX143" fmla="*/ 1392890 w 2912392"/>
                <a:gd name="connsiteY143" fmla="*/ 111167 h 531004"/>
                <a:gd name="connsiteX144" fmla="*/ 1402619 w 2912392"/>
                <a:gd name="connsiteY144" fmla="*/ 117830 h 531004"/>
                <a:gd name="connsiteX145" fmla="*/ 1412363 w 2912392"/>
                <a:gd name="connsiteY145" fmla="*/ 124602 h 531004"/>
                <a:gd name="connsiteX146" fmla="*/ 1422106 w 2912392"/>
                <a:gd name="connsiteY146" fmla="*/ 131476 h 531004"/>
                <a:gd name="connsiteX147" fmla="*/ 1431850 w 2912392"/>
                <a:gd name="connsiteY147" fmla="*/ 138440 h 531004"/>
                <a:gd name="connsiteX148" fmla="*/ 1441594 w 2912392"/>
                <a:gd name="connsiteY148" fmla="*/ 145483 h 531004"/>
                <a:gd name="connsiteX149" fmla="*/ 1451323 w 2912392"/>
                <a:gd name="connsiteY149" fmla="*/ 152594 h 531004"/>
                <a:gd name="connsiteX150" fmla="*/ 1461067 w 2912392"/>
                <a:gd name="connsiteY150" fmla="*/ 159765 h 531004"/>
                <a:gd name="connsiteX151" fmla="*/ 1470811 w 2912392"/>
                <a:gd name="connsiteY151" fmla="*/ 166982 h 531004"/>
                <a:gd name="connsiteX152" fmla="*/ 1480555 w 2912392"/>
                <a:gd name="connsiteY152" fmla="*/ 174236 h 531004"/>
                <a:gd name="connsiteX153" fmla="*/ 1490284 w 2912392"/>
                <a:gd name="connsiteY153" fmla="*/ 181516 h 531004"/>
                <a:gd name="connsiteX154" fmla="*/ 1500028 w 2912392"/>
                <a:gd name="connsiteY154" fmla="*/ 188810 h 531004"/>
                <a:gd name="connsiteX155" fmla="*/ 1509772 w 2912392"/>
                <a:gd name="connsiteY155" fmla="*/ 196108 h 531004"/>
                <a:gd name="connsiteX156" fmla="*/ 1519516 w 2912392"/>
                <a:gd name="connsiteY156" fmla="*/ 203399 h 531004"/>
                <a:gd name="connsiteX157" fmla="*/ 1529245 w 2912392"/>
                <a:gd name="connsiteY157" fmla="*/ 210673 h 531004"/>
                <a:gd name="connsiteX158" fmla="*/ 1538989 w 2912392"/>
                <a:gd name="connsiteY158" fmla="*/ 217918 h 531004"/>
                <a:gd name="connsiteX159" fmla="*/ 1548733 w 2912392"/>
                <a:gd name="connsiteY159" fmla="*/ 225125 h 531004"/>
                <a:gd name="connsiteX160" fmla="*/ 1558477 w 2912392"/>
                <a:gd name="connsiteY160" fmla="*/ 232284 h 531004"/>
                <a:gd name="connsiteX161" fmla="*/ 1568221 w 2912392"/>
                <a:gd name="connsiteY161" fmla="*/ 239383 h 531004"/>
                <a:gd name="connsiteX162" fmla="*/ 1577950 w 2912392"/>
                <a:gd name="connsiteY162" fmla="*/ 246416 h 531004"/>
                <a:gd name="connsiteX163" fmla="*/ 1587694 w 2912392"/>
                <a:gd name="connsiteY163" fmla="*/ 253368 h 531004"/>
                <a:gd name="connsiteX164" fmla="*/ 1597438 w 2912392"/>
                <a:gd name="connsiteY164" fmla="*/ 260235 h 531004"/>
                <a:gd name="connsiteX165" fmla="*/ 1607182 w 2912392"/>
                <a:gd name="connsiteY165" fmla="*/ 267005 h 531004"/>
                <a:gd name="connsiteX166" fmla="*/ 1616911 w 2912392"/>
                <a:gd name="connsiteY166" fmla="*/ 273669 h 531004"/>
                <a:gd name="connsiteX167" fmla="*/ 1626655 w 2912392"/>
                <a:gd name="connsiteY167" fmla="*/ 280222 h 531004"/>
                <a:gd name="connsiteX168" fmla="*/ 1636399 w 2912392"/>
                <a:gd name="connsiteY168" fmla="*/ 286652 h 531004"/>
                <a:gd name="connsiteX169" fmla="*/ 1646142 w 2912392"/>
                <a:gd name="connsiteY169" fmla="*/ 292954 h 531004"/>
                <a:gd name="connsiteX170" fmla="*/ 1655872 w 2912392"/>
                <a:gd name="connsiteY170" fmla="*/ 299122 h 531004"/>
                <a:gd name="connsiteX171" fmla="*/ 1665616 w 2912392"/>
                <a:gd name="connsiteY171" fmla="*/ 305146 h 531004"/>
                <a:gd name="connsiteX172" fmla="*/ 1675359 w 2912392"/>
                <a:gd name="connsiteY172" fmla="*/ 311022 h 531004"/>
                <a:gd name="connsiteX173" fmla="*/ 1685103 w 2912392"/>
                <a:gd name="connsiteY173" fmla="*/ 316742 h 531004"/>
                <a:gd name="connsiteX174" fmla="*/ 1694832 w 2912392"/>
                <a:gd name="connsiteY174" fmla="*/ 322302 h 531004"/>
                <a:gd name="connsiteX175" fmla="*/ 1704576 w 2912392"/>
                <a:gd name="connsiteY175" fmla="*/ 327699 h 531004"/>
                <a:gd name="connsiteX176" fmla="*/ 1714320 w 2912392"/>
                <a:gd name="connsiteY176" fmla="*/ 332924 h 531004"/>
                <a:gd name="connsiteX177" fmla="*/ 1724064 w 2912392"/>
                <a:gd name="connsiteY177" fmla="*/ 337973 h 531004"/>
                <a:gd name="connsiteX178" fmla="*/ 1733808 w 2912392"/>
                <a:gd name="connsiteY178" fmla="*/ 342846 h 531004"/>
                <a:gd name="connsiteX179" fmla="*/ 1743537 w 2912392"/>
                <a:gd name="connsiteY179" fmla="*/ 347538 h 531004"/>
                <a:gd name="connsiteX180" fmla="*/ 1753281 w 2912392"/>
                <a:gd name="connsiteY180" fmla="*/ 352045 h 531004"/>
                <a:gd name="connsiteX181" fmla="*/ 1763025 w 2912392"/>
                <a:gd name="connsiteY181" fmla="*/ 356364 h 531004"/>
                <a:gd name="connsiteX182" fmla="*/ 1772769 w 2912392"/>
                <a:gd name="connsiteY182" fmla="*/ 360496 h 531004"/>
                <a:gd name="connsiteX183" fmla="*/ 1782498 w 2912392"/>
                <a:gd name="connsiteY183" fmla="*/ 364437 h 531004"/>
                <a:gd name="connsiteX184" fmla="*/ 1792242 w 2912392"/>
                <a:gd name="connsiteY184" fmla="*/ 368187 h 531004"/>
                <a:gd name="connsiteX185" fmla="*/ 1801986 w 2912392"/>
                <a:gd name="connsiteY185" fmla="*/ 371743 h 531004"/>
                <a:gd name="connsiteX186" fmla="*/ 1811730 w 2912392"/>
                <a:gd name="connsiteY186" fmla="*/ 375106 h 531004"/>
                <a:gd name="connsiteX187" fmla="*/ 1821459 w 2912392"/>
                <a:gd name="connsiteY187" fmla="*/ 378276 h 531004"/>
                <a:gd name="connsiteX188" fmla="*/ 1831203 w 2912392"/>
                <a:gd name="connsiteY188" fmla="*/ 381255 h 531004"/>
                <a:gd name="connsiteX189" fmla="*/ 1840947 w 2912392"/>
                <a:gd name="connsiteY189" fmla="*/ 384039 h 531004"/>
                <a:gd name="connsiteX190" fmla="*/ 1850691 w 2912392"/>
                <a:gd name="connsiteY190" fmla="*/ 386634 h 531004"/>
                <a:gd name="connsiteX191" fmla="*/ 1860435 w 2912392"/>
                <a:gd name="connsiteY191" fmla="*/ 389039 h 531004"/>
                <a:gd name="connsiteX192" fmla="*/ 1870164 w 2912392"/>
                <a:gd name="connsiteY192" fmla="*/ 391255 h 531004"/>
                <a:gd name="connsiteX193" fmla="*/ 1879908 w 2912392"/>
                <a:gd name="connsiteY193" fmla="*/ 393285 h 531004"/>
                <a:gd name="connsiteX194" fmla="*/ 1889652 w 2912392"/>
                <a:gd name="connsiteY194" fmla="*/ 395131 h 531004"/>
                <a:gd name="connsiteX195" fmla="*/ 1899395 w 2912392"/>
                <a:gd name="connsiteY195" fmla="*/ 396794 h 531004"/>
                <a:gd name="connsiteX196" fmla="*/ 1909124 w 2912392"/>
                <a:gd name="connsiteY196" fmla="*/ 398280 h 531004"/>
                <a:gd name="connsiteX197" fmla="*/ 1918868 w 2912392"/>
                <a:gd name="connsiteY197" fmla="*/ 399588 h 531004"/>
                <a:gd name="connsiteX198" fmla="*/ 1928612 w 2912392"/>
                <a:gd name="connsiteY198" fmla="*/ 400723 h 531004"/>
                <a:gd name="connsiteX199" fmla="*/ 1938356 w 2912392"/>
                <a:gd name="connsiteY199" fmla="*/ 401687 h 531004"/>
                <a:gd name="connsiteX200" fmla="*/ 1948085 w 2912392"/>
                <a:gd name="connsiteY200" fmla="*/ 402484 h 531004"/>
                <a:gd name="connsiteX201" fmla="*/ 1957829 w 2912392"/>
                <a:gd name="connsiteY201" fmla="*/ 403119 h 531004"/>
                <a:gd name="connsiteX202" fmla="*/ 1967573 w 2912392"/>
                <a:gd name="connsiteY202" fmla="*/ 403594 h 531004"/>
                <a:gd name="connsiteX203" fmla="*/ 1977317 w 2912392"/>
                <a:gd name="connsiteY203" fmla="*/ 403911 h 531004"/>
                <a:gd name="connsiteX204" fmla="*/ 1987046 w 2912392"/>
                <a:gd name="connsiteY204" fmla="*/ 404077 h 531004"/>
                <a:gd name="connsiteX205" fmla="*/ 1996790 w 2912392"/>
                <a:gd name="connsiteY205" fmla="*/ 404095 h 531004"/>
                <a:gd name="connsiteX206" fmla="*/ 2006534 w 2912392"/>
                <a:gd name="connsiteY206" fmla="*/ 403966 h 531004"/>
                <a:gd name="connsiteX207" fmla="*/ 2016278 w 2912392"/>
                <a:gd name="connsiteY207" fmla="*/ 403698 h 531004"/>
                <a:gd name="connsiteX208" fmla="*/ 2026022 w 2912392"/>
                <a:gd name="connsiteY208" fmla="*/ 403293 h 531004"/>
                <a:gd name="connsiteX209" fmla="*/ 2035751 w 2912392"/>
                <a:gd name="connsiteY209" fmla="*/ 402755 h 531004"/>
                <a:gd name="connsiteX210" fmla="*/ 2045495 w 2912392"/>
                <a:gd name="connsiteY210" fmla="*/ 402086 h 531004"/>
                <a:gd name="connsiteX211" fmla="*/ 2055239 w 2912392"/>
                <a:gd name="connsiteY211" fmla="*/ 401294 h 531004"/>
                <a:gd name="connsiteX212" fmla="*/ 2064983 w 2912392"/>
                <a:gd name="connsiteY212" fmla="*/ 400379 h 531004"/>
                <a:gd name="connsiteX213" fmla="*/ 2074712 w 2912392"/>
                <a:gd name="connsiteY213" fmla="*/ 399348 h 531004"/>
                <a:gd name="connsiteX214" fmla="*/ 2084456 w 2912392"/>
                <a:gd name="connsiteY214" fmla="*/ 398202 h 531004"/>
                <a:gd name="connsiteX215" fmla="*/ 2094200 w 2912392"/>
                <a:gd name="connsiteY215" fmla="*/ 396945 h 531004"/>
                <a:gd name="connsiteX216" fmla="*/ 2103944 w 2912392"/>
                <a:gd name="connsiteY216" fmla="*/ 395583 h 531004"/>
                <a:gd name="connsiteX217" fmla="*/ 2113673 w 2912392"/>
                <a:gd name="connsiteY217" fmla="*/ 394117 h 531004"/>
                <a:gd name="connsiteX218" fmla="*/ 2123417 w 2912392"/>
                <a:gd name="connsiteY218" fmla="*/ 392551 h 531004"/>
                <a:gd name="connsiteX219" fmla="*/ 2133161 w 2912392"/>
                <a:gd name="connsiteY219" fmla="*/ 390888 h 531004"/>
                <a:gd name="connsiteX220" fmla="*/ 2142905 w 2912392"/>
                <a:gd name="connsiteY220" fmla="*/ 389133 h 531004"/>
                <a:gd name="connsiteX221" fmla="*/ 2152649 w 2912392"/>
                <a:gd name="connsiteY221" fmla="*/ 387287 h 531004"/>
                <a:gd name="connsiteX222" fmla="*/ 2162377 w 2912392"/>
                <a:gd name="connsiteY222" fmla="*/ 385356 h 531004"/>
                <a:gd name="connsiteX223" fmla="*/ 2172121 w 2912392"/>
                <a:gd name="connsiteY223" fmla="*/ 383339 h 531004"/>
                <a:gd name="connsiteX224" fmla="*/ 2181865 w 2912392"/>
                <a:gd name="connsiteY224" fmla="*/ 381243 h 531004"/>
                <a:gd name="connsiteX225" fmla="*/ 2191609 w 2912392"/>
                <a:gd name="connsiteY225" fmla="*/ 379066 h 531004"/>
                <a:gd name="connsiteX226" fmla="*/ 2201338 w 2912392"/>
                <a:gd name="connsiteY226" fmla="*/ 376815 h 531004"/>
                <a:gd name="connsiteX227" fmla="*/ 2211082 w 2912392"/>
                <a:gd name="connsiteY227" fmla="*/ 374490 h 531004"/>
                <a:gd name="connsiteX228" fmla="*/ 2220826 w 2912392"/>
                <a:gd name="connsiteY228" fmla="*/ 372096 h 531004"/>
                <a:gd name="connsiteX229" fmla="*/ 2230570 w 2912392"/>
                <a:gd name="connsiteY229" fmla="*/ 369632 h 531004"/>
                <a:gd name="connsiteX230" fmla="*/ 2240299 w 2912392"/>
                <a:gd name="connsiteY230" fmla="*/ 367103 h 531004"/>
                <a:gd name="connsiteX231" fmla="*/ 2250043 w 2912392"/>
                <a:gd name="connsiteY231" fmla="*/ 364510 h 531004"/>
                <a:gd name="connsiteX232" fmla="*/ 2259787 w 2912392"/>
                <a:gd name="connsiteY232" fmla="*/ 361855 h 531004"/>
                <a:gd name="connsiteX233" fmla="*/ 2269531 w 2912392"/>
                <a:gd name="connsiteY233" fmla="*/ 359140 h 531004"/>
                <a:gd name="connsiteX234" fmla="*/ 2279260 w 2912392"/>
                <a:gd name="connsiteY234" fmla="*/ 356367 h 531004"/>
                <a:gd name="connsiteX235" fmla="*/ 2289004 w 2912392"/>
                <a:gd name="connsiteY235" fmla="*/ 353539 h 531004"/>
                <a:gd name="connsiteX236" fmla="*/ 2298748 w 2912392"/>
                <a:gd name="connsiteY236" fmla="*/ 350657 h 531004"/>
                <a:gd name="connsiteX237" fmla="*/ 2308492 w 2912392"/>
                <a:gd name="connsiteY237" fmla="*/ 347723 h 531004"/>
                <a:gd name="connsiteX238" fmla="*/ 2318236 w 2912392"/>
                <a:gd name="connsiteY238" fmla="*/ 344737 h 531004"/>
                <a:gd name="connsiteX239" fmla="*/ 2327965 w 2912392"/>
                <a:gd name="connsiteY239" fmla="*/ 341704 h 531004"/>
                <a:gd name="connsiteX240" fmla="*/ 2337709 w 2912392"/>
                <a:gd name="connsiteY240" fmla="*/ 338623 h 531004"/>
                <a:gd name="connsiteX241" fmla="*/ 2347453 w 2912392"/>
                <a:gd name="connsiteY241" fmla="*/ 335495 h 531004"/>
                <a:gd name="connsiteX242" fmla="*/ 2357197 w 2912392"/>
                <a:gd name="connsiteY242" fmla="*/ 332325 h 531004"/>
                <a:gd name="connsiteX243" fmla="*/ 2366926 w 2912392"/>
                <a:gd name="connsiteY243" fmla="*/ 329111 h 531004"/>
                <a:gd name="connsiteX244" fmla="*/ 2376670 w 2912392"/>
                <a:gd name="connsiteY244" fmla="*/ 325857 h 531004"/>
                <a:gd name="connsiteX245" fmla="*/ 2386413 w 2912392"/>
                <a:gd name="connsiteY245" fmla="*/ 322561 h 531004"/>
                <a:gd name="connsiteX246" fmla="*/ 2396157 w 2912392"/>
                <a:gd name="connsiteY246" fmla="*/ 319230 h 531004"/>
                <a:gd name="connsiteX247" fmla="*/ 2405886 w 2912392"/>
                <a:gd name="connsiteY247" fmla="*/ 315860 h 531004"/>
                <a:gd name="connsiteX248" fmla="*/ 2415630 w 2912392"/>
                <a:gd name="connsiteY248" fmla="*/ 312454 h 531004"/>
                <a:gd name="connsiteX249" fmla="*/ 2425374 w 2912392"/>
                <a:gd name="connsiteY249" fmla="*/ 309015 h 531004"/>
                <a:gd name="connsiteX250" fmla="*/ 2435118 w 2912392"/>
                <a:gd name="connsiteY250" fmla="*/ 305544 h 531004"/>
                <a:gd name="connsiteX251" fmla="*/ 2444862 w 2912392"/>
                <a:gd name="connsiteY251" fmla="*/ 302040 h 531004"/>
                <a:gd name="connsiteX252" fmla="*/ 2454591 w 2912392"/>
                <a:gd name="connsiteY252" fmla="*/ 298507 h 531004"/>
                <a:gd name="connsiteX253" fmla="*/ 2464335 w 2912392"/>
                <a:gd name="connsiteY253" fmla="*/ 294945 h 531004"/>
                <a:gd name="connsiteX254" fmla="*/ 2474079 w 2912392"/>
                <a:gd name="connsiteY254" fmla="*/ 291356 h 531004"/>
                <a:gd name="connsiteX255" fmla="*/ 2483823 w 2912392"/>
                <a:gd name="connsiteY255" fmla="*/ 287740 h 531004"/>
                <a:gd name="connsiteX256" fmla="*/ 2493552 w 2912392"/>
                <a:gd name="connsiteY256" fmla="*/ 284100 h 531004"/>
                <a:gd name="connsiteX257" fmla="*/ 2503296 w 2912392"/>
                <a:gd name="connsiteY257" fmla="*/ 280436 h 531004"/>
                <a:gd name="connsiteX258" fmla="*/ 2513040 w 2912392"/>
                <a:gd name="connsiteY258" fmla="*/ 276752 h 531004"/>
                <a:gd name="connsiteX259" fmla="*/ 2522784 w 2912392"/>
                <a:gd name="connsiteY259" fmla="*/ 273046 h 531004"/>
                <a:gd name="connsiteX260" fmla="*/ 2532513 w 2912392"/>
                <a:gd name="connsiteY260" fmla="*/ 269321 h 531004"/>
                <a:gd name="connsiteX261" fmla="*/ 2542257 w 2912392"/>
                <a:gd name="connsiteY261" fmla="*/ 265579 h 531004"/>
                <a:gd name="connsiteX262" fmla="*/ 2552001 w 2912392"/>
                <a:gd name="connsiteY262" fmla="*/ 261818 h 531004"/>
                <a:gd name="connsiteX263" fmla="*/ 2561745 w 2912392"/>
                <a:gd name="connsiteY263" fmla="*/ 258044 h 531004"/>
                <a:gd name="connsiteX264" fmla="*/ 2571474 w 2912392"/>
                <a:gd name="connsiteY264" fmla="*/ 254256 h 531004"/>
                <a:gd name="connsiteX265" fmla="*/ 2581218 w 2912392"/>
                <a:gd name="connsiteY265" fmla="*/ 250455 h 531004"/>
                <a:gd name="connsiteX266" fmla="*/ 2590962 w 2912392"/>
                <a:gd name="connsiteY266" fmla="*/ 246642 h 531004"/>
                <a:gd name="connsiteX267" fmla="*/ 2600705 w 2912392"/>
                <a:gd name="connsiteY267" fmla="*/ 242821 h 531004"/>
                <a:gd name="connsiteX268" fmla="*/ 2610449 w 2912392"/>
                <a:gd name="connsiteY268" fmla="*/ 238989 h 531004"/>
                <a:gd name="connsiteX269" fmla="*/ 2620178 w 2912392"/>
                <a:gd name="connsiteY269" fmla="*/ 235151 h 531004"/>
                <a:gd name="connsiteX270" fmla="*/ 2629922 w 2912392"/>
                <a:gd name="connsiteY270" fmla="*/ 231307 h 531004"/>
                <a:gd name="connsiteX271" fmla="*/ 2639666 w 2912392"/>
                <a:gd name="connsiteY271" fmla="*/ 227458 h 531004"/>
                <a:gd name="connsiteX272" fmla="*/ 2649410 w 2912392"/>
                <a:gd name="connsiteY272" fmla="*/ 223605 h 531004"/>
                <a:gd name="connsiteX273" fmla="*/ 2659139 w 2912392"/>
                <a:gd name="connsiteY273" fmla="*/ 219751 h 531004"/>
                <a:gd name="connsiteX274" fmla="*/ 2668883 w 2912392"/>
                <a:gd name="connsiteY274" fmla="*/ 215895 h 531004"/>
                <a:gd name="connsiteX275" fmla="*/ 2678627 w 2912392"/>
                <a:gd name="connsiteY275" fmla="*/ 212039 h 531004"/>
                <a:gd name="connsiteX276" fmla="*/ 2688371 w 2912392"/>
                <a:gd name="connsiteY276" fmla="*/ 208185 h 531004"/>
                <a:gd name="connsiteX277" fmla="*/ 2698100 w 2912392"/>
                <a:gd name="connsiteY277" fmla="*/ 204334 h 531004"/>
                <a:gd name="connsiteX278" fmla="*/ 2707844 w 2912392"/>
                <a:gd name="connsiteY278" fmla="*/ 200487 h 531004"/>
                <a:gd name="connsiteX279" fmla="*/ 2717588 w 2912392"/>
                <a:gd name="connsiteY279" fmla="*/ 196644 h 531004"/>
                <a:gd name="connsiteX280" fmla="*/ 2727332 w 2912392"/>
                <a:gd name="connsiteY280" fmla="*/ 192809 h 531004"/>
                <a:gd name="connsiteX281" fmla="*/ 2737076 w 2912392"/>
                <a:gd name="connsiteY281" fmla="*/ 188980 h 531004"/>
                <a:gd name="connsiteX282" fmla="*/ 2746805 w 2912392"/>
                <a:gd name="connsiteY282" fmla="*/ 185160 h 531004"/>
                <a:gd name="connsiteX283" fmla="*/ 2756549 w 2912392"/>
                <a:gd name="connsiteY283" fmla="*/ 181350 h 531004"/>
                <a:gd name="connsiteX284" fmla="*/ 2766293 w 2912392"/>
                <a:gd name="connsiteY284" fmla="*/ 177553 h 531004"/>
                <a:gd name="connsiteX285" fmla="*/ 2776037 w 2912392"/>
                <a:gd name="connsiteY285" fmla="*/ 173765 h 531004"/>
                <a:gd name="connsiteX286" fmla="*/ 2785766 w 2912392"/>
                <a:gd name="connsiteY286" fmla="*/ 169993 h 531004"/>
                <a:gd name="connsiteX287" fmla="*/ 2795510 w 2912392"/>
                <a:gd name="connsiteY287" fmla="*/ 166234 h 531004"/>
                <a:gd name="connsiteX288" fmla="*/ 2805254 w 2912392"/>
                <a:gd name="connsiteY288" fmla="*/ 162491 h 531004"/>
                <a:gd name="connsiteX289" fmla="*/ 2814998 w 2912392"/>
                <a:gd name="connsiteY289" fmla="*/ 158767 h 531004"/>
                <a:gd name="connsiteX290" fmla="*/ 2824727 w 2912392"/>
                <a:gd name="connsiteY290" fmla="*/ 155058 h 531004"/>
                <a:gd name="connsiteX291" fmla="*/ 2834471 w 2912392"/>
                <a:gd name="connsiteY291" fmla="*/ 151371 h 531004"/>
                <a:gd name="connsiteX292" fmla="*/ 2844215 w 2912392"/>
                <a:gd name="connsiteY292" fmla="*/ 147704 h 531004"/>
                <a:gd name="connsiteX293" fmla="*/ 2853958 w 2912392"/>
                <a:gd name="connsiteY293" fmla="*/ 144058 h 531004"/>
                <a:gd name="connsiteX294" fmla="*/ 2863687 w 2912392"/>
                <a:gd name="connsiteY294" fmla="*/ 140436 h 531004"/>
                <a:gd name="connsiteX295" fmla="*/ 2873431 w 2912392"/>
                <a:gd name="connsiteY295" fmla="*/ 136840 h 531004"/>
                <a:gd name="connsiteX296" fmla="*/ 2883175 w 2912392"/>
                <a:gd name="connsiteY296" fmla="*/ 133268 h 531004"/>
                <a:gd name="connsiteX297" fmla="*/ 2892919 w 2912392"/>
                <a:gd name="connsiteY297" fmla="*/ 129724 h 531004"/>
                <a:gd name="connsiteX298" fmla="*/ 2902663 w 2912392"/>
                <a:gd name="connsiteY298" fmla="*/ 126209 h 531004"/>
                <a:gd name="connsiteX299" fmla="*/ 2912392 w 2912392"/>
                <a:gd name="connsiteY299" fmla="*/ 122724 h 531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31004">
                  <a:moveTo>
                    <a:pt x="0" y="531004"/>
                  </a:moveTo>
                  <a:lnTo>
                    <a:pt x="9739" y="527455"/>
                  </a:lnTo>
                  <a:lnTo>
                    <a:pt x="19480" y="523784"/>
                  </a:lnTo>
                  <a:lnTo>
                    <a:pt x="29221" y="519998"/>
                  </a:lnTo>
                  <a:lnTo>
                    <a:pt x="38961" y="516099"/>
                  </a:lnTo>
                  <a:lnTo>
                    <a:pt x="48702" y="512094"/>
                  </a:lnTo>
                  <a:lnTo>
                    <a:pt x="58443" y="507988"/>
                  </a:lnTo>
                  <a:lnTo>
                    <a:pt x="68182" y="503784"/>
                  </a:lnTo>
                  <a:lnTo>
                    <a:pt x="77923" y="499487"/>
                  </a:lnTo>
                  <a:lnTo>
                    <a:pt x="87664" y="495101"/>
                  </a:lnTo>
                  <a:lnTo>
                    <a:pt x="97404" y="490628"/>
                  </a:lnTo>
                  <a:lnTo>
                    <a:pt x="107145" y="486076"/>
                  </a:lnTo>
                  <a:lnTo>
                    <a:pt x="116886" y="481447"/>
                  </a:lnTo>
                  <a:lnTo>
                    <a:pt x="126625" y="476745"/>
                  </a:lnTo>
                  <a:lnTo>
                    <a:pt x="136366" y="471973"/>
                  </a:lnTo>
                  <a:lnTo>
                    <a:pt x="146107" y="467135"/>
                  </a:lnTo>
                  <a:lnTo>
                    <a:pt x="155846" y="462235"/>
                  </a:lnTo>
                  <a:lnTo>
                    <a:pt x="165587" y="457275"/>
                  </a:lnTo>
                  <a:lnTo>
                    <a:pt x="175328" y="452259"/>
                  </a:lnTo>
                  <a:lnTo>
                    <a:pt x="185068" y="447188"/>
                  </a:lnTo>
                  <a:lnTo>
                    <a:pt x="194809" y="442068"/>
                  </a:lnTo>
                  <a:lnTo>
                    <a:pt x="204550" y="436898"/>
                  </a:lnTo>
                  <a:lnTo>
                    <a:pt x="214289" y="431683"/>
                  </a:lnTo>
                  <a:lnTo>
                    <a:pt x="224030" y="426425"/>
                  </a:lnTo>
                  <a:lnTo>
                    <a:pt x="233771" y="421126"/>
                  </a:lnTo>
                  <a:lnTo>
                    <a:pt x="243510" y="415789"/>
                  </a:lnTo>
                  <a:lnTo>
                    <a:pt x="253251" y="410413"/>
                  </a:lnTo>
                  <a:lnTo>
                    <a:pt x="262992" y="405004"/>
                  </a:lnTo>
                  <a:lnTo>
                    <a:pt x="272732" y="399559"/>
                  </a:lnTo>
                  <a:lnTo>
                    <a:pt x="282473" y="394084"/>
                  </a:lnTo>
                  <a:lnTo>
                    <a:pt x="292214" y="388577"/>
                  </a:lnTo>
                  <a:lnTo>
                    <a:pt x="301953" y="383044"/>
                  </a:lnTo>
                  <a:lnTo>
                    <a:pt x="311694" y="377481"/>
                  </a:lnTo>
                  <a:lnTo>
                    <a:pt x="321435" y="371893"/>
                  </a:lnTo>
                  <a:lnTo>
                    <a:pt x="331175" y="366280"/>
                  </a:lnTo>
                  <a:lnTo>
                    <a:pt x="340916" y="360642"/>
                  </a:lnTo>
                  <a:lnTo>
                    <a:pt x="350656" y="354982"/>
                  </a:lnTo>
                  <a:lnTo>
                    <a:pt x="360396" y="349299"/>
                  </a:lnTo>
                  <a:lnTo>
                    <a:pt x="370137" y="343594"/>
                  </a:lnTo>
                  <a:lnTo>
                    <a:pt x="379878" y="337870"/>
                  </a:lnTo>
                  <a:lnTo>
                    <a:pt x="389617" y="332127"/>
                  </a:lnTo>
                  <a:lnTo>
                    <a:pt x="399358" y="326365"/>
                  </a:lnTo>
                  <a:lnTo>
                    <a:pt x="409099" y="320586"/>
                  </a:lnTo>
                  <a:lnTo>
                    <a:pt x="418839" y="314789"/>
                  </a:lnTo>
                  <a:lnTo>
                    <a:pt x="428580" y="308975"/>
                  </a:lnTo>
                  <a:lnTo>
                    <a:pt x="438321" y="303147"/>
                  </a:lnTo>
                  <a:lnTo>
                    <a:pt x="448060" y="297303"/>
                  </a:lnTo>
                  <a:lnTo>
                    <a:pt x="457801" y="291446"/>
                  </a:lnTo>
                  <a:lnTo>
                    <a:pt x="467542" y="285576"/>
                  </a:lnTo>
                  <a:lnTo>
                    <a:pt x="477281" y="279694"/>
                  </a:lnTo>
                  <a:lnTo>
                    <a:pt x="487022" y="273800"/>
                  </a:lnTo>
                  <a:lnTo>
                    <a:pt x="496763" y="267897"/>
                  </a:lnTo>
                  <a:lnTo>
                    <a:pt x="506503" y="261984"/>
                  </a:lnTo>
                  <a:lnTo>
                    <a:pt x="516244" y="256063"/>
                  </a:lnTo>
                  <a:lnTo>
                    <a:pt x="525985" y="250136"/>
                  </a:lnTo>
                  <a:lnTo>
                    <a:pt x="535724" y="244202"/>
                  </a:lnTo>
                  <a:lnTo>
                    <a:pt x="545465" y="238264"/>
                  </a:lnTo>
                  <a:lnTo>
                    <a:pt x="555206" y="232324"/>
                  </a:lnTo>
                  <a:lnTo>
                    <a:pt x="564946" y="226383"/>
                  </a:lnTo>
                  <a:lnTo>
                    <a:pt x="574687" y="220441"/>
                  </a:lnTo>
                  <a:lnTo>
                    <a:pt x="584428" y="214502"/>
                  </a:lnTo>
                  <a:lnTo>
                    <a:pt x="594167" y="208566"/>
                  </a:lnTo>
                  <a:lnTo>
                    <a:pt x="603908" y="202638"/>
                  </a:lnTo>
                  <a:lnTo>
                    <a:pt x="613649" y="196717"/>
                  </a:lnTo>
                  <a:lnTo>
                    <a:pt x="623388" y="190808"/>
                  </a:lnTo>
                  <a:lnTo>
                    <a:pt x="633129" y="184911"/>
                  </a:lnTo>
                  <a:lnTo>
                    <a:pt x="642870" y="179031"/>
                  </a:lnTo>
                  <a:lnTo>
                    <a:pt x="652610" y="173168"/>
                  </a:lnTo>
                  <a:lnTo>
                    <a:pt x="662351" y="167327"/>
                  </a:lnTo>
                  <a:lnTo>
                    <a:pt x="672092" y="161509"/>
                  </a:lnTo>
                  <a:lnTo>
                    <a:pt x="681831" y="155721"/>
                  </a:lnTo>
                  <a:lnTo>
                    <a:pt x="691572" y="149963"/>
                  </a:lnTo>
                  <a:lnTo>
                    <a:pt x="701313" y="144240"/>
                  </a:lnTo>
                  <a:lnTo>
                    <a:pt x="711052" y="138555"/>
                  </a:lnTo>
                  <a:lnTo>
                    <a:pt x="720793" y="132911"/>
                  </a:lnTo>
                  <a:lnTo>
                    <a:pt x="730534" y="127315"/>
                  </a:lnTo>
                  <a:lnTo>
                    <a:pt x="740274" y="121768"/>
                  </a:lnTo>
                  <a:lnTo>
                    <a:pt x="750015" y="116276"/>
                  </a:lnTo>
                  <a:lnTo>
                    <a:pt x="759756" y="110842"/>
                  </a:lnTo>
                  <a:lnTo>
                    <a:pt x="769495" y="105474"/>
                  </a:lnTo>
                  <a:lnTo>
                    <a:pt x="779236" y="100175"/>
                  </a:lnTo>
                  <a:lnTo>
                    <a:pt x="788977" y="94948"/>
                  </a:lnTo>
                  <a:lnTo>
                    <a:pt x="798717" y="89799"/>
                  </a:lnTo>
                  <a:lnTo>
                    <a:pt x="808458" y="84736"/>
                  </a:lnTo>
                  <a:lnTo>
                    <a:pt x="818199" y="79762"/>
                  </a:lnTo>
                  <a:lnTo>
                    <a:pt x="827938" y="74881"/>
                  </a:lnTo>
                  <a:lnTo>
                    <a:pt x="837679" y="70101"/>
                  </a:lnTo>
                  <a:lnTo>
                    <a:pt x="847420" y="65427"/>
                  </a:lnTo>
                  <a:lnTo>
                    <a:pt x="857159" y="60865"/>
                  </a:lnTo>
                  <a:lnTo>
                    <a:pt x="866900" y="56421"/>
                  </a:lnTo>
                  <a:lnTo>
                    <a:pt x="876641" y="52099"/>
                  </a:lnTo>
                  <a:lnTo>
                    <a:pt x="886381" y="47908"/>
                  </a:lnTo>
                  <a:lnTo>
                    <a:pt x="896122" y="43851"/>
                  </a:lnTo>
                  <a:lnTo>
                    <a:pt x="905863" y="39935"/>
                  </a:lnTo>
                  <a:lnTo>
                    <a:pt x="915602" y="36167"/>
                  </a:lnTo>
                  <a:lnTo>
                    <a:pt x="925343" y="32551"/>
                  </a:lnTo>
                  <a:lnTo>
                    <a:pt x="935084" y="29096"/>
                  </a:lnTo>
                  <a:lnTo>
                    <a:pt x="944824" y="25807"/>
                  </a:lnTo>
                  <a:lnTo>
                    <a:pt x="954564" y="22687"/>
                  </a:lnTo>
                  <a:lnTo>
                    <a:pt x="964305" y="19744"/>
                  </a:lnTo>
                  <a:lnTo>
                    <a:pt x="974045" y="16985"/>
                  </a:lnTo>
                  <a:lnTo>
                    <a:pt x="983786" y="14413"/>
                  </a:lnTo>
                  <a:lnTo>
                    <a:pt x="993522" y="12035"/>
                  </a:lnTo>
                  <a:lnTo>
                    <a:pt x="1003266" y="9857"/>
                  </a:lnTo>
                  <a:lnTo>
                    <a:pt x="1013010" y="7883"/>
                  </a:lnTo>
                  <a:lnTo>
                    <a:pt x="1022754" y="6119"/>
                  </a:lnTo>
                  <a:lnTo>
                    <a:pt x="1032483" y="4568"/>
                  </a:lnTo>
                  <a:lnTo>
                    <a:pt x="1042227" y="3236"/>
                  </a:lnTo>
                  <a:lnTo>
                    <a:pt x="1051971" y="2128"/>
                  </a:lnTo>
                  <a:lnTo>
                    <a:pt x="1061715" y="1246"/>
                  </a:lnTo>
                  <a:lnTo>
                    <a:pt x="1071444" y="594"/>
                  </a:lnTo>
                  <a:lnTo>
                    <a:pt x="1081188" y="179"/>
                  </a:lnTo>
                  <a:lnTo>
                    <a:pt x="1090932" y="0"/>
                  </a:lnTo>
                  <a:lnTo>
                    <a:pt x="1100676" y="61"/>
                  </a:lnTo>
                  <a:lnTo>
                    <a:pt x="1110405" y="367"/>
                  </a:lnTo>
                  <a:lnTo>
                    <a:pt x="1120149" y="915"/>
                  </a:lnTo>
                  <a:lnTo>
                    <a:pt x="1129893" y="1712"/>
                  </a:lnTo>
                  <a:lnTo>
                    <a:pt x="1139637" y="2756"/>
                  </a:lnTo>
                  <a:lnTo>
                    <a:pt x="1149381" y="4051"/>
                  </a:lnTo>
                  <a:lnTo>
                    <a:pt x="1159110" y="5595"/>
                  </a:lnTo>
                  <a:lnTo>
                    <a:pt x="1168854" y="7388"/>
                  </a:lnTo>
                  <a:lnTo>
                    <a:pt x="1178598" y="9433"/>
                  </a:lnTo>
                  <a:lnTo>
                    <a:pt x="1188341" y="11725"/>
                  </a:lnTo>
                  <a:lnTo>
                    <a:pt x="1198070" y="14264"/>
                  </a:lnTo>
                  <a:lnTo>
                    <a:pt x="1207814" y="17052"/>
                  </a:lnTo>
                  <a:lnTo>
                    <a:pt x="1217558" y="20081"/>
                  </a:lnTo>
                  <a:lnTo>
                    <a:pt x="1227302" y="23353"/>
                  </a:lnTo>
                  <a:lnTo>
                    <a:pt x="1237031" y="26863"/>
                  </a:lnTo>
                  <a:lnTo>
                    <a:pt x="1246775" y="30607"/>
                  </a:lnTo>
                  <a:lnTo>
                    <a:pt x="1256519" y="34582"/>
                  </a:lnTo>
                  <a:lnTo>
                    <a:pt x="1266263" y="38784"/>
                  </a:lnTo>
                  <a:lnTo>
                    <a:pt x="1276007" y="43206"/>
                  </a:lnTo>
                  <a:lnTo>
                    <a:pt x="1285736" y="47844"/>
                  </a:lnTo>
                  <a:lnTo>
                    <a:pt x="1295480" y="52693"/>
                  </a:lnTo>
                  <a:lnTo>
                    <a:pt x="1305224" y="57745"/>
                  </a:lnTo>
                  <a:lnTo>
                    <a:pt x="1314968" y="62996"/>
                  </a:lnTo>
                  <a:lnTo>
                    <a:pt x="1324697" y="68435"/>
                  </a:lnTo>
                  <a:lnTo>
                    <a:pt x="1334441" y="74058"/>
                  </a:lnTo>
                  <a:lnTo>
                    <a:pt x="1344185" y="79857"/>
                  </a:lnTo>
                  <a:lnTo>
                    <a:pt x="1353929" y="85821"/>
                  </a:lnTo>
                  <a:lnTo>
                    <a:pt x="1363658" y="91943"/>
                  </a:lnTo>
                  <a:lnTo>
                    <a:pt x="1373402" y="98214"/>
                  </a:lnTo>
                  <a:lnTo>
                    <a:pt x="1383146" y="104625"/>
                  </a:lnTo>
                  <a:lnTo>
                    <a:pt x="1392890" y="111167"/>
                  </a:lnTo>
                  <a:lnTo>
                    <a:pt x="1402619" y="117830"/>
                  </a:lnTo>
                  <a:lnTo>
                    <a:pt x="1412363" y="124602"/>
                  </a:lnTo>
                  <a:lnTo>
                    <a:pt x="1422106" y="131476"/>
                  </a:lnTo>
                  <a:lnTo>
                    <a:pt x="1431850" y="138440"/>
                  </a:lnTo>
                  <a:lnTo>
                    <a:pt x="1441594" y="145483"/>
                  </a:lnTo>
                  <a:lnTo>
                    <a:pt x="1451323" y="152594"/>
                  </a:lnTo>
                  <a:lnTo>
                    <a:pt x="1461067" y="159765"/>
                  </a:lnTo>
                  <a:lnTo>
                    <a:pt x="1470811" y="166982"/>
                  </a:lnTo>
                  <a:lnTo>
                    <a:pt x="1480555" y="174236"/>
                  </a:lnTo>
                  <a:lnTo>
                    <a:pt x="1490284" y="181516"/>
                  </a:lnTo>
                  <a:lnTo>
                    <a:pt x="1500028" y="188810"/>
                  </a:lnTo>
                  <a:lnTo>
                    <a:pt x="1509772" y="196108"/>
                  </a:lnTo>
                  <a:lnTo>
                    <a:pt x="1519516" y="203399"/>
                  </a:lnTo>
                  <a:lnTo>
                    <a:pt x="1529245" y="210673"/>
                  </a:lnTo>
                  <a:lnTo>
                    <a:pt x="1538989" y="217918"/>
                  </a:lnTo>
                  <a:lnTo>
                    <a:pt x="1548733" y="225125"/>
                  </a:lnTo>
                  <a:lnTo>
                    <a:pt x="1558477" y="232284"/>
                  </a:lnTo>
                  <a:lnTo>
                    <a:pt x="1568221" y="239383"/>
                  </a:lnTo>
                  <a:lnTo>
                    <a:pt x="1577950" y="246416"/>
                  </a:lnTo>
                  <a:lnTo>
                    <a:pt x="1587694" y="253368"/>
                  </a:lnTo>
                  <a:lnTo>
                    <a:pt x="1597438" y="260235"/>
                  </a:lnTo>
                  <a:lnTo>
                    <a:pt x="1607182" y="267005"/>
                  </a:lnTo>
                  <a:lnTo>
                    <a:pt x="1616911" y="273669"/>
                  </a:lnTo>
                  <a:lnTo>
                    <a:pt x="1626655" y="280222"/>
                  </a:lnTo>
                  <a:lnTo>
                    <a:pt x="1636399" y="286652"/>
                  </a:lnTo>
                  <a:lnTo>
                    <a:pt x="1646142" y="292954"/>
                  </a:lnTo>
                  <a:lnTo>
                    <a:pt x="1655872" y="299122"/>
                  </a:lnTo>
                  <a:lnTo>
                    <a:pt x="1665616" y="305146"/>
                  </a:lnTo>
                  <a:lnTo>
                    <a:pt x="1675359" y="311022"/>
                  </a:lnTo>
                  <a:lnTo>
                    <a:pt x="1685103" y="316742"/>
                  </a:lnTo>
                  <a:lnTo>
                    <a:pt x="1694832" y="322302"/>
                  </a:lnTo>
                  <a:lnTo>
                    <a:pt x="1704576" y="327699"/>
                  </a:lnTo>
                  <a:lnTo>
                    <a:pt x="1714320" y="332924"/>
                  </a:lnTo>
                  <a:lnTo>
                    <a:pt x="1724064" y="337973"/>
                  </a:lnTo>
                  <a:lnTo>
                    <a:pt x="1733808" y="342846"/>
                  </a:lnTo>
                  <a:lnTo>
                    <a:pt x="1743537" y="347538"/>
                  </a:lnTo>
                  <a:lnTo>
                    <a:pt x="1753281" y="352045"/>
                  </a:lnTo>
                  <a:lnTo>
                    <a:pt x="1763025" y="356364"/>
                  </a:lnTo>
                  <a:lnTo>
                    <a:pt x="1772769" y="360496"/>
                  </a:lnTo>
                  <a:lnTo>
                    <a:pt x="1782498" y="364437"/>
                  </a:lnTo>
                  <a:lnTo>
                    <a:pt x="1792242" y="368187"/>
                  </a:lnTo>
                  <a:lnTo>
                    <a:pt x="1801986" y="371743"/>
                  </a:lnTo>
                  <a:lnTo>
                    <a:pt x="1811730" y="375106"/>
                  </a:lnTo>
                  <a:lnTo>
                    <a:pt x="1821459" y="378276"/>
                  </a:lnTo>
                  <a:lnTo>
                    <a:pt x="1831203" y="381255"/>
                  </a:lnTo>
                  <a:lnTo>
                    <a:pt x="1840947" y="384039"/>
                  </a:lnTo>
                  <a:lnTo>
                    <a:pt x="1850691" y="386634"/>
                  </a:lnTo>
                  <a:lnTo>
                    <a:pt x="1860435" y="389039"/>
                  </a:lnTo>
                  <a:lnTo>
                    <a:pt x="1870164" y="391255"/>
                  </a:lnTo>
                  <a:lnTo>
                    <a:pt x="1879908" y="393285"/>
                  </a:lnTo>
                  <a:lnTo>
                    <a:pt x="1889652" y="395131"/>
                  </a:lnTo>
                  <a:lnTo>
                    <a:pt x="1899395" y="396794"/>
                  </a:lnTo>
                  <a:lnTo>
                    <a:pt x="1909124" y="398280"/>
                  </a:lnTo>
                  <a:lnTo>
                    <a:pt x="1918868" y="399588"/>
                  </a:lnTo>
                  <a:lnTo>
                    <a:pt x="1928612" y="400723"/>
                  </a:lnTo>
                  <a:lnTo>
                    <a:pt x="1938356" y="401687"/>
                  </a:lnTo>
                  <a:lnTo>
                    <a:pt x="1948085" y="402484"/>
                  </a:lnTo>
                  <a:lnTo>
                    <a:pt x="1957829" y="403119"/>
                  </a:lnTo>
                  <a:lnTo>
                    <a:pt x="1967573" y="403594"/>
                  </a:lnTo>
                  <a:lnTo>
                    <a:pt x="1977317" y="403911"/>
                  </a:lnTo>
                  <a:lnTo>
                    <a:pt x="1987046" y="404077"/>
                  </a:lnTo>
                  <a:lnTo>
                    <a:pt x="1996790" y="404095"/>
                  </a:lnTo>
                  <a:lnTo>
                    <a:pt x="2006534" y="403966"/>
                  </a:lnTo>
                  <a:lnTo>
                    <a:pt x="2016278" y="403698"/>
                  </a:lnTo>
                  <a:lnTo>
                    <a:pt x="2026022" y="403293"/>
                  </a:lnTo>
                  <a:lnTo>
                    <a:pt x="2035751" y="402755"/>
                  </a:lnTo>
                  <a:lnTo>
                    <a:pt x="2045495" y="402086"/>
                  </a:lnTo>
                  <a:lnTo>
                    <a:pt x="2055239" y="401294"/>
                  </a:lnTo>
                  <a:lnTo>
                    <a:pt x="2064983" y="400379"/>
                  </a:lnTo>
                  <a:lnTo>
                    <a:pt x="2074712" y="399348"/>
                  </a:lnTo>
                  <a:lnTo>
                    <a:pt x="2084456" y="398202"/>
                  </a:lnTo>
                  <a:lnTo>
                    <a:pt x="2094200" y="396945"/>
                  </a:lnTo>
                  <a:lnTo>
                    <a:pt x="2103944" y="395583"/>
                  </a:lnTo>
                  <a:lnTo>
                    <a:pt x="2113673" y="394117"/>
                  </a:lnTo>
                  <a:lnTo>
                    <a:pt x="2123417" y="392551"/>
                  </a:lnTo>
                  <a:lnTo>
                    <a:pt x="2133161" y="390888"/>
                  </a:lnTo>
                  <a:lnTo>
                    <a:pt x="2142905" y="389133"/>
                  </a:lnTo>
                  <a:lnTo>
                    <a:pt x="2152649" y="387287"/>
                  </a:lnTo>
                  <a:lnTo>
                    <a:pt x="2162377" y="385356"/>
                  </a:lnTo>
                  <a:lnTo>
                    <a:pt x="2172121" y="383339"/>
                  </a:lnTo>
                  <a:lnTo>
                    <a:pt x="2181865" y="381243"/>
                  </a:lnTo>
                  <a:lnTo>
                    <a:pt x="2191609" y="379066"/>
                  </a:lnTo>
                  <a:lnTo>
                    <a:pt x="2201338" y="376815"/>
                  </a:lnTo>
                  <a:lnTo>
                    <a:pt x="2211082" y="374490"/>
                  </a:lnTo>
                  <a:lnTo>
                    <a:pt x="2220826" y="372096"/>
                  </a:lnTo>
                  <a:lnTo>
                    <a:pt x="2230570" y="369632"/>
                  </a:lnTo>
                  <a:lnTo>
                    <a:pt x="2240299" y="367103"/>
                  </a:lnTo>
                  <a:lnTo>
                    <a:pt x="2250043" y="364510"/>
                  </a:lnTo>
                  <a:lnTo>
                    <a:pt x="2259787" y="361855"/>
                  </a:lnTo>
                  <a:lnTo>
                    <a:pt x="2269531" y="359140"/>
                  </a:lnTo>
                  <a:lnTo>
                    <a:pt x="2279260" y="356367"/>
                  </a:lnTo>
                  <a:lnTo>
                    <a:pt x="2289004" y="353539"/>
                  </a:lnTo>
                  <a:lnTo>
                    <a:pt x="2298748" y="350657"/>
                  </a:lnTo>
                  <a:lnTo>
                    <a:pt x="2308492" y="347723"/>
                  </a:lnTo>
                  <a:lnTo>
                    <a:pt x="2318236" y="344737"/>
                  </a:lnTo>
                  <a:lnTo>
                    <a:pt x="2327965" y="341704"/>
                  </a:lnTo>
                  <a:lnTo>
                    <a:pt x="2337709" y="338623"/>
                  </a:lnTo>
                  <a:lnTo>
                    <a:pt x="2347453" y="335495"/>
                  </a:lnTo>
                  <a:lnTo>
                    <a:pt x="2357197" y="332325"/>
                  </a:lnTo>
                  <a:lnTo>
                    <a:pt x="2366926" y="329111"/>
                  </a:lnTo>
                  <a:lnTo>
                    <a:pt x="2376670" y="325857"/>
                  </a:lnTo>
                  <a:lnTo>
                    <a:pt x="2386413" y="322561"/>
                  </a:lnTo>
                  <a:lnTo>
                    <a:pt x="2396157" y="319230"/>
                  </a:lnTo>
                  <a:lnTo>
                    <a:pt x="2405886" y="315860"/>
                  </a:lnTo>
                  <a:lnTo>
                    <a:pt x="2415630" y="312454"/>
                  </a:lnTo>
                  <a:lnTo>
                    <a:pt x="2425374" y="309015"/>
                  </a:lnTo>
                  <a:lnTo>
                    <a:pt x="2435118" y="305544"/>
                  </a:lnTo>
                  <a:lnTo>
                    <a:pt x="2444862" y="302040"/>
                  </a:lnTo>
                  <a:lnTo>
                    <a:pt x="2454591" y="298507"/>
                  </a:lnTo>
                  <a:lnTo>
                    <a:pt x="2464335" y="294945"/>
                  </a:lnTo>
                  <a:lnTo>
                    <a:pt x="2474079" y="291356"/>
                  </a:lnTo>
                  <a:lnTo>
                    <a:pt x="2483823" y="287740"/>
                  </a:lnTo>
                  <a:lnTo>
                    <a:pt x="2493552" y="284100"/>
                  </a:lnTo>
                  <a:lnTo>
                    <a:pt x="2503296" y="280436"/>
                  </a:lnTo>
                  <a:lnTo>
                    <a:pt x="2513040" y="276752"/>
                  </a:lnTo>
                  <a:lnTo>
                    <a:pt x="2522784" y="273046"/>
                  </a:lnTo>
                  <a:lnTo>
                    <a:pt x="2532513" y="269321"/>
                  </a:lnTo>
                  <a:lnTo>
                    <a:pt x="2542257" y="265579"/>
                  </a:lnTo>
                  <a:lnTo>
                    <a:pt x="2552001" y="261818"/>
                  </a:lnTo>
                  <a:lnTo>
                    <a:pt x="2561745" y="258044"/>
                  </a:lnTo>
                  <a:lnTo>
                    <a:pt x="2571474" y="254256"/>
                  </a:lnTo>
                  <a:lnTo>
                    <a:pt x="2581218" y="250455"/>
                  </a:lnTo>
                  <a:lnTo>
                    <a:pt x="2590962" y="246642"/>
                  </a:lnTo>
                  <a:lnTo>
                    <a:pt x="2600705" y="242821"/>
                  </a:lnTo>
                  <a:lnTo>
                    <a:pt x="2610449" y="238989"/>
                  </a:lnTo>
                  <a:lnTo>
                    <a:pt x="2620178" y="235151"/>
                  </a:lnTo>
                  <a:lnTo>
                    <a:pt x="2629922" y="231307"/>
                  </a:lnTo>
                  <a:lnTo>
                    <a:pt x="2639666" y="227458"/>
                  </a:lnTo>
                  <a:lnTo>
                    <a:pt x="2649410" y="223605"/>
                  </a:lnTo>
                  <a:lnTo>
                    <a:pt x="2659139" y="219751"/>
                  </a:lnTo>
                  <a:lnTo>
                    <a:pt x="2668883" y="215895"/>
                  </a:lnTo>
                  <a:lnTo>
                    <a:pt x="2678627" y="212039"/>
                  </a:lnTo>
                  <a:lnTo>
                    <a:pt x="2688371" y="208185"/>
                  </a:lnTo>
                  <a:lnTo>
                    <a:pt x="2698100" y="204334"/>
                  </a:lnTo>
                  <a:lnTo>
                    <a:pt x="2707844" y="200487"/>
                  </a:lnTo>
                  <a:lnTo>
                    <a:pt x="2717588" y="196644"/>
                  </a:lnTo>
                  <a:lnTo>
                    <a:pt x="2727332" y="192809"/>
                  </a:lnTo>
                  <a:lnTo>
                    <a:pt x="2737076" y="188980"/>
                  </a:lnTo>
                  <a:lnTo>
                    <a:pt x="2746805" y="185160"/>
                  </a:lnTo>
                  <a:lnTo>
                    <a:pt x="2756549" y="181350"/>
                  </a:lnTo>
                  <a:lnTo>
                    <a:pt x="2766293" y="177553"/>
                  </a:lnTo>
                  <a:lnTo>
                    <a:pt x="2776037" y="173765"/>
                  </a:lnTo>
                  <a:lnTo>
                    <a:pt x="2785766" y="169993"/>
                  </a:lnTo>
                  <a:lnTo>
                    <a:pt x="2795510" y="166234"/>
                  </a:lnTo>
                  <a:lnTo>
                    <a:pt x="2805254" y="162491"/>
                  </a:lnTo>
                  <a:lnTo>
                    <a:pt x="2814998" y="158767"/>
                  </a:lnTo>
                  <a:lnTo>
                    <a:pt x="2824727" y="155058"/>
                  </a:lnTo>
                  <a:lnTo>
                    <a:pt x="2834471" y="151371"/>
                  </a:lnTo>
                  <a:lnTo>
                    <a:pt x="2844215" y="147704"/>
                  </a:lnTo>
                  <a:lnTo>
                    <a:pt x="2853958" y="144058"/>
                  </a:lnTo>
                  <a:lnTo>
                    <a:pt x="2863687" y="140436"/>
                  </a:lnTo>
                  <a:lnTo>
                    <a:pt x="2873431" y="136840"/>
                  </a:lnTo>
                  <a:lnTo>
                    <a:pt x="2883175" y="133268"/>
                  </a:lnTo>
                  <a:lnTo>
                    <a:pt x="2892919" y="129724"/>
                  </a:lnTo>
                  <a:lnTo>
                    <a:pt x="2902663" y="126209"/>
                  </a:lnTo>
                  <a:lnTo>
                    <a:pt x="2912392" y="12272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2" name="Freeform 721">
              <a:extLst>
                <a:ext uri="{FF2B5EF4-FFF2-40B4-BE49-F238E27FC236}">
                  <a16:creationId xmlns:a16="http://schemas.microsoft.com/office/drawing/2014/main" id="{DFE1CAF7-6CDC-BDC3-37C2-5DDCBD262B60}"/>
                </a:ext>
              </a:extLst>
            </p:cNvPr>
            <p:cNvSpPr/>
            <p:nvPr/>
          </p:nvSpPr>
          <p:spPr>
            <a:xfrm>
              <a:off x="576446" y="3515704"/>
              <a:ext cx="2912392" cy="293502"/>
            </a:xfrm>
            <a:custGeom>
              <a:avLst/>
              <a:gdLst>
                <a:gd name="connsiteX0" fmla="*/ 0 w 2912392"/>
                <a:gd name="connsiteY0" fmla="*/ 0 h 293502"/>
                <a:gd name="connsiteX1" fmla="*/ 9739 w 2912392"/>
                <a:gd name="connsiteY1" fmla="*/ 520 h 293502"/>
                <a:gd name="connsiteX2" fmla="*/ 19480 w 2912392"/>
                <a:gd name="connsiteY2" fmla="*/ 1056 h 293502"/>
                <a:gd name="connsiteX3" fmla="*/ 29221 w 2912392"/>
                <a:gd name="connsiteY3" fmla="*/ 1608 h 293502"/>
                <a:gd name="connsiteX4" fmla="*/ 38961 w 2912392"/>
                <a:gd name="connsiteY4" fmla="*/ 2174 h 293502"/>
                <a:gd name="connsiteX5" fmla="*/ 48702 w 2912392"/>
                <a:gd name="connsiteY5" fmla="*/ 2755 h 293502"/>
                <a:gd name="connsiteX6" fmla="*/ 58443 w 2912392"/>
                <a:gd name="connsiteY6" fmla="*/ 3349 h 293502"/>
                <a:gd name="connsiteX7" fmla="*/ 68182 w 2912392"/>
                <a:gd name="connsiteY7" fmla="*/ 3956 h 293502"/>
                <a:gd name="connsiteX8" fmla="*/ 77923 w 2912392"/>
                <a:gd name="connsiteY8" fmla="*/ 4571 h 293502"/>
                <a:gd name="connsiteX9" fmla="*/ 87664 w 2912392"/>
                <a:gd name="connsiteY9" fmla="*/ 5195 h 293502"/>
                <a:gd name="connsiteX10" fmla="*/ 97404 w 2912392"/>
                <a:gd name="connsiteY10" fmla="*/ 5827 h 293502"/>
                <a:gd name="connsiteX11" fmla="*/ 107145 w 2912392"/>
                <a:gd name="connsiteY11" fmla="*/ 6463 h 293502"/>
                <a:gd name="connsiteX12" fmla="*/ 116886 w 2912392"/>
                <a:gd name="connsiteY12" fmla="*/ 7102 h 293502"/>
                <a:gd name="connsiteX13" fmla="*/ 126625 w 2912392"/>
                <a:gd name="connsiteY13" fmla="*/ 7741 h 293502"/>
                <a:gd name="connsiteX14" fmla="*/ 136366 w 2912392"/>
                <a:gd name="connsiteY14" fmla="*/ 8378 h 293502"/>
                <a:gd name="connsiteX15" fmla="*/ 146107 w 2912392"/>
                <a:gd name="connsiteY15" fmla="*/ 9008 h 293502"/>
                <a:gd name="connsiteX16" fmla="*/ 155846 w 2912392"/>
                <a:gd name="connsiteY16" fmla="*/ 9632 h 293502"/>
                <a:gd name="connsiteX17" fmla="*/ 165587 w 2912392"/>
                <a:gd name="connsiteY17" fmla="*/ 10245 h 293502"/>
                <a:gd name="connsiteX18" fmla="*/ 175328 w 2912392"/>
                <a:gd name="connsiteY18" fmla="*/ 10844 h 293502"/>
                <a:gd name="connsiteX19" fmla="*/ 185068 w 2912392"/>
                <a:gd name="connsiteY19" fmla="*/ 11426 h 293502"/>
                <a:gd name="connsiteX20" fmla="*/ 194809 w 2912392"/>
                <a:gd name="connsiteY20" fmla="*/ 11989 h 293502"/>
                <a:gd name="connsiteX21" fmla="*/ 204550 w 2912392"/>
                <a:gd name="connsiteY21" fmla="*/ 12530 h 293502"/>
                <a:gd name="connsiteX22" fmla="*/ 214289 w 2912392"/>
                <a:gd name="connsiteY22" fmla="*/ 13047 h 293502"/>
                <a:gd name="connsiteX23" fmla="*/ 224030 w 2912392"/>
                <a:gd name="connsiteY23" fmla="*/ 13534 h 293502"/>
                <a:gd name="connsiteX24" fmla="*/ 233771 w 2912392"/>
                <a:gd name="connsiteY24" fmla="*/ 13992 h 293502"/>
                <a:gd name="connsiteX25" fmla="*/ 243510 w 2912392"/>
                <a:gd name="connsiteY25" fmla="*/ 14416 h 293502"/>
                <a:gd name="connsiteX26" fmla="*/ 253251 w 2912392"/>
                <a:gd name="connsiteY26" fmla="*/ 14805 h 293502"/>
                <a:gd name="connsiteX27" fmla="*/ 262992 w 2912392"/>
                <a:gd name="connsiteY27" fmla="*/ 15154 h 293502"/>
                <a:gd name="connsiteX28" fmla="*/ 272732 w 2912392"/>
                <a:gd name="connsiteY28" fmla="*/ 15464 h 293502"/>
                <a:gd name="connsiteX29" fmla="*/ 282473 w 2912392"/>
                <a:gd name="connsiteY29" fmla="*/ 15730 h 293502"/>
                <a:gd name="connsiteX30" fmla="*/ 292214 w 2912392"/>
                <a:gd name="connsiteY30" fmla="*/ 15954 h 293502"/>
                <a:gd name="connsiteX31" fmla="*/ 301953 w 2912392"/>
                <a:gd name="connsiteY31" fmla="*/ 16131 h 293502"/>
                <a:gd name="connsiteX32" fmla="*/ 311694 w 2912392"/>
                <a:gd name="connsiteY32" fmla="*/ 16261 h 293502"/>
                <a:gd name="connsiteX33" fmla="*/ 321435 w 2912392"/>
                <a:gd name="connsiteY33" fmla="*/ 16341 h 293502"/>
                <a:gd name="connsiteX34" fmla="*/ 331175 w 2912392"/>
                <a:gd name="connsiteY34" fmla="*/ 16374 h 293502"/>
                <a:gd name="connsiteX35" fmla="*/ 340916 w 2912392"/>
                <a:gd name="connsiteY35" fmla="*/ 16358 h 293502"/>
                <a:gd name="connsiteX36" fmla="*/ 350656 w 2912392"/>
                <a:gd name="connsiteY36" fmla="*/ 16291 h 293502"/>
                <a:gd name="connsiteX37" fmla="*/ 360396 w 2912392"/>
                <a:gd name="connsiteY37" fmla="*/ 16173 h 293502"/>
                <a:gd name="connsiteX38" fmla="*/ 370137 w 2912392"/>
                <a:gd name="connsiteY38" fmla="*/ 16007 h 293502"/>
                <a:gd name="connsiteX39" fmla="*/ 379878 w 2912392"/>
                <a:gd name="connsiteY39" fmla="*/ 15794 h 293502"/>
                <a:gd name="connsiteX40" fmla="*/ 389617 w 2912392"/>
                <a:gd name="connsiteY40" fmla="*/ 15532 h 293502"/>
                <a:gd name="connsiteX41" fmla="*/ 399358 w 2912392"/>
                <a:gd name="connsiteY41" fmla="*/ 15225 h 293502"/>
                <a:gd name="connsiteX42" fmla="*/ 409099 w 2912392"/>
                <a:gd name="connsiteY42" fmla="*/ 14874 h 293502"/>
                <a:gd name="connsiteX43" fmla="*/ 418839 w 2912392"/>
                <a:gd name="connsiteY43" fmla="*/ 14480 h 293502"/>
                <a:gd name="connsiteX44" fmla="*/ 428580 w 2912392"/>
                <a:gd name="connsiteY44" fmla="*/ 14048 h 293502"/>
                <a:gd name="connsiteX45" fmla="*/ 438321 w 2912392"/>
                <a:gd name="connsiteY45" fmla="*/ 13579 h 293502"/>
                <a:gd name="connsiteX46" fmla="*/ 448060 w 2912392"/>
                <a:gd name="connsiteY46" fmla="*/ 13075 h 293502"/>
                <a:gd name="connsiteX47" fmla="*/ 457801 w 2912392"/>
                <a:gd name="connsiteY47" fmla="*/ 12542 h 293502"/>
                <a:gd name="connsiteX48" fmla="*/ 467542 w 2912392"/>
                <a:gd name="connsiteY48" fmla="*/ 11982 h 293502"/>
                <a:gd name="connsiteX49" fmla="*/ 477281 w 2912392"/>
                <a:gd name="connsiteY49" fmla="*/ 11399 h 293502"/>
                <a:gd name="connsiteX50" fmla="*/ 487022 w 2912392"/>
                <a:gd name="connsiteY50" fmla="*/ 10799 h 293502"/>
                <a:gd name="connsiteX51" fmla="*/ 496763 w 2912392"/>
                <a:gd name="connsiteY51" fmla="*/ 10185 h 293502"/>
                <a:gd name="connsiteX52" fmla="*/ 506503 w 2912392"/>
                <a:gd name="connsiteY52" fmla="*/ 9561 h 293502"/>
                <a:gd name="connsiteX53" fmla="*/ 516244 w 2912392"/>
                <a:gd name="connsiteY53" fmla="*/ 8933 h 293502"/>
                <a:gd name="connsiteX54" fmla="*/ 525985 w 2912392"/>
                <a:gd name="connsiteY54" fmla="*/ 8306 h 293502"/>
                <a:gd name="connsiteX55" fmla="*/ 535724 w 2912392"/>
                <a:gd name="connsiteY55" fmla="*/ 7686 h 293502"/>
                <a:gd name="connsiteX56" fmla="*/ 545465 w 2912392"/>
                <a:gd name="connsiteY56" fmla="*/ 7078 h 293502"/>
                <a:gd name="connsiteX57" fmla="*/ 555206 w 2912392"/>
                <a:gd name="connsiteY57" fmla="*/ 6487 h 293502"/>
                <a:gd name="connsiteX58" fmla="*/ 564946 w 2912392"/>
                <a:gd name="connsiteY58" fmla="*/ 5918 h 293502"/>
                <a:gd name="connsiteX59" fmla="*/ 574687 w 2912392"/>
                <a:gd name="connsiteY59" fmla="*/ 5379 h 293502"/>
                <a:gd name="connsiteX60" fmla="*/ 584428 w 2912392"/>
                <a:gd name="connsiteY60" fmla="*/ 4873 h 293502"/>
                <a:gd name="connsiteX61" fmla="*/ 594167 w 2912392"/>
                <a:gd name="connsiteY61" fmla="*/ 4409 h 293502"/>
                <a:gd name="connsiteX62" fmla="*/ 603908 w 2912392"/>
                <a:gd name="connsiteY62" fmla="*/ 3988 h 293502"/>
                <a:gd name="connsiteX63" fmla="*/ 613649 w 2912392"/>
                <a:gd name="connsiteY63" fmla="*/ 3620 h 293502"/>
                <a:gd name="connsiteX64" fmla="*/ 623388 w 2912392"/>
                <a:gd name="connsiteY64" fmla="*/ 3309 h 293502"/>
                <a:gd name="connsiteX65" fmla="*/ 633129 w 2912392"/>
                <a:gd name="connsiteY65" fmla="*/ 3060 h 293502"/>
                <a:gd name="connsiteX66" fmla="*/ 642870 w 2912392"/>
                <a:gd name="connsiteY66" fmla="*/ 2878 h 293502"/>
                <a:gd name="connsiteX67" fmla="*/ 652610 w 2912392"/>
                <a:gd name="connsiteY67" fmla="*/ 2770 h 293502"/>
                <a:gd name="connsiteX68" fmla="*/ 662351 w 2912392"/>
                <a:gd name="connsiteY68" fmla="*/ 2740 h 293502"/>
                <a:gd name="connsiteX69" fmla="*/ 672092 w 2912392"/>
                <a:gd name="connsiteY69" fmla="*/ 2791 h 293502"/>
                <a:gd name="connsiteX70" fmla="*/ 681831 w 2912392"/>
                <a:gd name="connsiteY70" fmla="*/ 2929 h 293502"/>
                <a:gd name="connsiteX71" fmla="*/ 691572 w 2912392"/>
                <a:gd name="connsiteY71" fmla="*/ 3159 h 293502"/>
                <a:gd name="connsiteX72" fmla="*/ 701313 w 2912392"/>
                <a:gd name="connsiteY72" fmla="*/ 3483 h 293502"/>
                <a:gd name="connsiteX73" fmla="*/ 711052 w 2912392"/>
                <a:gd name="connsiteY73" fmla="*/ 3907 h 293502"/>
                <a:gd name="connsiteX74" fmla="*/ 720793 w 2912392"/>
                <a:gd name="connsiteY74" fmla="*/ 4431 h 293502"/>
                <a:gd name="connsiteX75" fmla="*/ 730534 w 2912392"/>
                <a:gd name="connsiteY75" fmla="*/ 5060 h 293502"/>
                <a:gd name="connsiteX76" fmla="*/ 740274 w 2912392"/>
                <a:gd name="connsiteY76" fmla="*/ 5796 h 293502"/>
                <a:gd name="connsiteX77" fmla="*/ 750015 w 2912392"/>
                <a:gd name="connsiteY77" fmla="*/ 6640 h 293502"/>
                <a:gd name="connsiteX78" fmla="*/ 759756 w 2912392"/>
                <a:gd name="connsiteY78" fmla="*/ 7596 h 293502"/>
                <a:gd name="connsiteX79" fmla="*/ 769495 w 2912392"/>
                <a:gd name="connsiteY79" fmla="*/ 8664 h 293502"/>
                <a:gd name="connsiteX80" fmla="*/ 779236 w 2912392"/>
                <a:gd name="connsiteY80" fmla="*/ 9844 h 293502"/>
                <a:gd name="connsiteX81" fmla="*/ 788977 w 2912392"/>
                <a:gd name="connsiteY81" fmla="*/ 11138 h 293502"/>
                <a:gd name="connsiteX82" fmla="*/ 798717 w 2912392"/>
                <a:gd name="connsiteY82" fmla="*/ 12546 h 293502"/>
                <a:gd name="connsiteX83" fmla="*/ 808458 w 2912392"/>
                <a:gd name="connsiteY83" fmla="*/ 14068 h 293502"/>
                <a:gd name="connsiteX84" fmla="*/ 818199 w 2912392"/>
                <a:gd name="connsiteY84" fmla="*/ 15699 h 293502"/>
                <a:gd name="connsiteX85" fmla="*/ 827938 w 2912392"/>
                <a:gd name="connsiteY85" fmla="*/ 17444 h 293502"/>
                <a:gd name="connsiteX86" fmla="*/ 837679 w 2912392"/>
                <a:gd name="connsiteY86" fmla="*/ 19297 h 293502"/>
                <a:gd name="connsiteX87" fmla="*/ 847420 w 2912392"/>
                <a:gd name="connsiteY87" fmla="*/ 21256 h 293502"/>
                <a:gd name="connsiteX88" fmla="*/ 857159 w 2912392"/>
                <a:gd name="connsiteY88" fmla="*/ 23321 h 293502"/>
                <a:gd name="connsiteX89" fmla="*/ 866900 w 2912392"/>
                <a:gd name="connsiteY89" fmla="*/ 25488 h 293502"/>
                <a:gd name="connsiteX90" fmla="*/ 876641 w 2912392"/>
                <a:gd name="connsiteY90" fmla="*/ 27752 h 293502"/>
                <a:gd name="connsiteX91" fmla="*/ 886381 w 2912392"/>
                <a:gd name="connsiteY91" fmla="*/ 30112 h 293502"/>
                <a:gd name="connsiteX92" fmla="*/ 896122 w 2912392"/>
                <a:gd name="connsiteY92" fmla="*/ 32563 h 293502"/>
                <a:gd name="connsiteX93" fmla="*/ 905863 w 2912392"/>
                <a:gd name="connsiteY93" fmla="*/ 35099 h 293502"/>
                <a:gd name="connsiteX94" fmla="*/ 915602 w 2912392"/>
                <a:gd name="connsiteY94" fmla="*/ 37717 h 293502"/>
                <a:gd name="connsiteX95" fmla="*/ 925343 w 2912392"/>
                <a:gd name="connsiteY95" fmla="*/ 40412 h 293502"/>
                <a:gd name="connsiteX96" fmla="*/ 935084 w 2912392"/>
                <a:gd name="connsiteY96" fmla="*/ 43179 h 293502"/>
                <a:gd name="connsiteX97" fmla="*/ 944824 w 2912392"/>
                <a:gd name="connsiteY97" fmla="*/ 46010 h 293502"/>
                <a:gd name="connsiteX98" fmla="*/ 954564 w 2912392"/>
                <a:gd name="connsiteY98" fmla="*/ 48901 h 293502"/>
                <a:gd name="connsiteX99" fmla="*/ 964305 w 2912392"/>
                <a:gd name="connsiteY99" fmla="*/ 51848 h 293502"/>
                <a:gd name="connsiteX100" fmla="*/ 974045 w 2912392"/>
                <a:gd name="connsiteY100" fmla="*/ 54842 h 293502"/>
                <a:gd name="connsiteX101" fmla="*/ 983786 w 2912392"/>
                <a:gd name="connsiteY101" fmla="*/ 57877 h 293502"/>
                <a:gd name="connsiteX102" fmla="*/ 993522 w 2912392"/>
                <a:gd name="connsiteY102" fmla="*/ 60947 h 293502"/>
                <a:gd name="connsiteX103" fmla="*/ 1003266 w 2912392"/>
                <a:gd name="connsiteY103" fmla="*/ 64045 h 293502"/>
                <a:gd name="connsiteX104" fmla="*/ 1013010 w 2912392"/>
                <a:gd name="connsiteY104" fmla="*/ 67166 h 293502"/>
                <a:gd name="connsiteX105" fmla="*/ 1022754 w 2912392"/>
                <a:gd name="connsiteY105" fmla="*/ 70301 h 293502"/>
                <a:gd name="connsiteX106" fmla="*/ 1032483 w 2912392"/>
                <a:gd name="connsiteY106" fmla="*/ 73446 h 293502"/>
                <a:gd name="connsiteX107" fmla="*/ 1042227 w 2912392"/>
                <a:gd name="connsiteY107" fmla="*/ 76591 h 293502"/>
                <a:gd name="connsiteX108" fmla="*/ 1051971 w 2912392"/>
                <a:gd name="connsiteY108" fmla="*/ 79732 h 293502"/>
                <a:gd name="connsiteX109" fmla="*/ 1061715 w 2912392"/>
                <a:gd name="connsiteY109" fmla="*/ 82861 h 293502"/>
                <a:gd name="connsiteX110" fmla="*/ 1071444 w 2912392"/>
                <a:gd name="connsiteY110" fmla="*/ 85972 h 293502"/>
                <a:gd name="connsiteX111" fmla="*/ 1081188 w 2912392"/>
                <a:gd name="connsiteY111" fmla="*/ 89057 h 293502"/>
                <a:gd name="connsiteX112" fmla="*/ 1090932 w 2912392"/>
                <a:gd name="connsiteY112" fmla="*/ 92113 h 293502"/>
                <a:gd name="connsiteX113" fmla="*/ 1100676 w 2912392"/>
                <a:gd name="connsiteY113" fmla="*/ 95132 h 293502"/>
                <a:gd name="connsiteX114" fmla="*/ 1110405 w 2912392"/>
                <a:gd name="connsiteY114" fmla="*/ 98107 h 293502"/>
                <a:gd name="connsiteX115" fmla="*/ 1120149 w 2912392"/>
                <a:gd name="connsiteY115" fmla="*/ 101033 h 293502"/>
                <a:gd name="connsiteX116" fmla="*/ 1129893 w 2912392"/>
                <a:gd name="connsiteY116" fmla="*/ 103904 h 293502"/>
                <a:gd name="connsiteX117" fmla="*/ 1139637 w 2912392"/>
                <a:gd name="connsiteY117" fmla="*/ 106715 h 293502"/>
                <a:gd name="connsiteX118" fmla="*/ 1149381 w 2912392"/>
                <a:gd name="connsiteY118" fmla="*/ 109463 h 293502"/>
                <a:gd name="connsiteX119" fmla="*/ 1159110 w 2912392"/>
                <a:gd name="connsiteY119" fmla="*/ 112142 h 293502"/>
                <a:gd name="connsiteX120" fmla="*/ 1168854 w 2912392"/>
                <a:gd name="connsiteY120" fmla="*/ 114745 h 293502"/>
                <a:gd name="connsiteX121" fmla="*/ 1178598 w 2912392"/>
                <a:gd name="connsiteY121" fmla="*/ 117270 h 293502"/>
                <a:gd name="connsiteX122" fmla="*/ 1188341 w 2912392"/>
                <a:gd name="connsiteY122" fmla="*/ 119713 h 293502"/>
                <a:gd name="connsiteX123" fmla="*/ 1198070 w 2912392"/>
                <a:gd name="connsiteY123" fmla="*/ 122072 h 293502"/>
                <a:gd name="connsiteX124" fmla="*/ 1207814 w 2912392"/>
                <a:gd name="connsiteY124" fmla="*/ 124341 h 293502"/>
                <a:gd name="connsiteX125" fmla="*/ 1217558 w 2912392"/>
                <a:gd name="connsiteY125" fmla="*/ 126518 h 293502"/>
                <a:gd name="connsiteX126" fmla="*/ 1227302 w 2912392"/>
                <a:gd name="connsiteY126" fmla="*/ 128602 h 293502"/>
                <a:gd name="connsiteX127" fmla="*/ 1237031 w 2912392"/>
                <a:gd name="connsiteY127" fmla="*/ 130590 h 293502"/>
                <a:gd name="connsiteX128" fmla="*/ 1246775 w 2912392"/>
                <a:gd name="connsiteY128" fmla="*/ 132479 h 293502"/>
                <a:gd name="connsiteX129" fmla="*/ 1256519 w 2912392"/>
                <a:gd name="connsiteY129" fmla="*/ 134270 h 293502"/>
                <a:gd name="connsiteX130" fmla="*/ 1266263 w 2912392"/>
                <a:gd name="connsiteY130" fmla="*/ 135961 h 293502"/>
                <a:gd name="connsiteX131" fmla="*/ 1276007 w 2912392"/>
                <a:gd name="connsiteY131" fmla="*/ 137550 h 293502"/>
                <a:gd name="connsiteX132" fmla="*/ 1285736 w 2912392"/>
                <a:gd name="connsiteY132" fmla="*/ 139039 h 293502"/>
                <a:gd name="connsiteX133" fmla="*/ 1295480 w 2912392"/>
                <a:gd name="connsiteY133" fmla="*/ 140427 h 293502"/>
                <a:gd name="connsiteX134" fmla="*/ 1305224 w 2912392"/>
                <a:gd name="connsiteY134" fmla="*/ 141716 h 293502"/>
                <a:gd name="connsiteX135" fmla="*/ 1314968 w 2912392"/>
                <a:gd name="connsiteY135" fmla="*/ 142904 h 293502"/>
                <a:gd name="connsiteX136" fmla="*/ 1324697 w 2912392"/>
                <a:gd name="connsiteY136" fmla="*/ 143994 h 293502"/>
                <a:gd name="connsiteX137" fmla="*/ 1334441 w 2912392"/>
                <a:gd name="connsiteY137" fmla="*/ 144988 h 293502"/>
                <a:gd name="connsiteX138" fmla="*/ 1344185 w 2912392"/>
                <a:gd name="connsiteY138" fmla="*/ 145888 h 293502"/>
                <a:gd name="connsiteX139" fmla="*/ 1353929 w 2912392"/>
                <a:gd name="connsiteY139" fmla="*/ 146695 h 293502"/>
                <a:gd name="connsiteX140" fmla="*/ 1363658 w 2912392"/>
                <a:gd name="connsiteY140" fmla="*/ 147412 h 293502"/>
                <a:gd name="connsiteX141" fmla="*/ 1373402 w 2912392"/>
                <a:gd name="connsiteY141" fmla="*/ 148042 h 293502"/>
                <a:gd name="connsiteX142" fmla="*/ 1383146 w 2912392"/>
                <a:gd name="connsiteY142" fmla="*/ 148589 h 293502"/>
                <a:gd name="connsiteX143" fmla="*/ 1392890 w 2912392"/>
                <a:gd name="connsiteY143" fmla="*/ 149055 h 293502"/>
                <a:gd name="connsiteX144" fmla="*/ 1402619 w 2912392"/>
                <a:gd name="connsiteY144" fmla="*/ 149446 h 293502"/>
                <a:gd name="connsiteX145" fmla="*/ 1412363 w 2912392"/>
                <a:gd name="connsiteY145" fmla="*/ 149763 h 293502"/>
                <a:gd name="connsiteX146" fmla="*/ 1422106 w 2912392"/>
                <a:gd name="connsiteY146" fmla="*/ 150013 h 293502"/>
                <a:gd name="connsiteX147" fmla="*/ 1431850 w 2912392"/>
                <a:gd name="connsiteY147" fmla="*/ 150198 h 293502"/>
                <a:gd name="connsiteX148" fmla="*/ 1441594 w 2912392"/>
                <a:gd name="connsiteY148" fmla="*/ 150325 h 293502"/>
                <a:gd name="connsiteX149" fmla="*/ 1451323 w 2912392"/>
                <a:gd name="connsiteY149" fmla="*/ 150396 h 293502"/>
                <a:gd name="connsiteX150" fmla="*/ 1461067 w 2912392"/>
                <a:gd name="connsiteY150" fmla="*/ 150419 h 293502"/>
                <a:gd name="connsiteX151" fmla="*/ 1470811 w 2912392"/>
                <a:gd name="connsiteY151" fmla="*/ 150396 h 293502"/>
                <a:gd name="connsiteX152" fmla="*/ 1480555 w 2912392"/>
                <a:gd name="connsiteY152" fmla="*/ 150337 h 293502"/>
                <a:gd name="connsiteX153" fmla="*/ 1490284 w 2912392"/>
                <a:gd name="connsiteY153" fmla="*/ 150241 h 293502"/>
                <a:gd name="connsiteX154" fmla="*/ 1500028 w 2912392"/>
                <a:gd name="connsiteY154" fmla="*/ 150119 h 293502"/>
                <a:gd name="connsiteX155" fmla="*/ 1509772 w 2912392"/>
                <a:gd name="connsiteY155" fmla="*/ 149973 h 293502"/>
                <a:gd name="connsiteX156" fmla="*/ 1519516 w 2912392"/>
                <a:gd name="connsiteY156" fmla="*/ 149811 h 293502"/>
                <a:gd name="connsiteX157" fmla="*/ 1529245 w 2912392"/>
                <a:gd name="connsiteY157" fmla="*/ 149638 h 293502"/>
                <a:gd name="connsiteX158" fmla="*/ 1538989 w 2912392"/>
                <a:gd name="connsiteY158" fmla="*/ 149458 h 293502"/>
                <a:gd name="connsiteX159" fmla="*/ 1548733 w 2912392"/>
                <a:gd name="connsiteY159" fmla="*/ 149279 h 293502"/>
                <a:gd name="connsiteX160" fmla="*/ 1558477 w 2912392"/>
                <a:gd name="connsiteY160" fmla="*/ 149105 h 293502"/>
                <a:gd name="connsiteX161" fmla="*/ 1568221 w 2912392"/>
                <a:gd name="connsiteY161" fmla="*/ 148941 h 293502"/>
                <a:gd name="connsiteX162" fmla="*/ 1577950 w 2912392"/>
                <a:gd name="connsiteY162" fmla="*/ 148795 h 293502"/>
                <a:gd name="connsiteX163" fmla="*/ 1587694 w 2912392"/>
                <a:gd name="connsiteY163" fmla="*/ 148671 h 293502"/>
                <a:gd name="connsiteX164" fmla="*/ 1597438 w 2912392"/>
                <a:gd name="connsiteY164" fmla="*/ 148574 h 293502"/>
                <a:gd name="connsiteX165" fmla="*/ 1607182 w 2912392"/>
                <a:gd name="connsiteY165" fmla="*/ 148509 h 293502"/>
                <a:gd name="connsiteX166" fmla="*/ 1616911 w 2912392"/>
                <a:gd name="connsiteY166" fmla="*/ 148483 h 293502"/>
                <a:gd name="connsiteX167" fmla="*/ 1626655 w 2912392"/>
                <a:gd name="connsiteY167" fmla="*/ 148500 h 293502"/>
                <a:gd name="connsiteX168" fmla="*/ 1636399 w 2912392"/>
                <a:gd name="connsiteY168" fmla="*/ 148564 h 293502"/>
                <a:gd name="connsiteX169" fmla="*/ 1646142 w 2912392"/>
                <a:gd name="connsiteY169" fmla="*/ 148680 h 293502"/>
                <a:gd name="connsiteX170" fmla="*/ 1655872 w 2912392"/>
                <a:gd name="connsiteY170" fmla="*/ 148853 h 293502"/>
                <a:gd name="connsiteX171" fmla="*/ 1665616 w 2912392"/>
                <a:gd name="connsiteY171" fmla="*/ 149087 h 293502"/>
                <a:gd name="connsiteX172" fmla="*/ 1675359 w 2912392"/>
                <a:gd name="connsiteY172" fmla="*/ 149386 h 293502"/>
                <a:gd name="connsiteX173" fmla="*/ 1685103 w 2912392"/>
                <a:gd name="connsiteY173" fmla="*/ 149754 h 293502"/>
                <a:gd name="connsiteX174" fmla="*/ 1694832 w 2912392"/>
                <a:gd name="connsiteY174" fmla="*/ 150197 h 293502"/>
                <a:gd name="connsiteX175" fmla="*/ 1704576 w 2912392"/>
                <a:gd name="connsiteY175" fmla="*/ 150714 h 293502"/>
                <a:gd name="connsiteX176" fmla="*/ 1714320 w 2912392"/>
                <a:gd name="connsiteY176" fmla="*/ 151310 h 293502"/>
                <a:gd name="connsiteX177" fmla="*/ 1724064 w 2912392"/>
                <a:gd name="connsiteY177" fmla="*/ 151988 h 293502"/>
                <a:gd name="connsiteX178" fmla="*/ 1733808 w 2912392"/>
                <a:gd name="connsiteY178" fmla="*/ 152752 h 293502"/>
                <a:gd name="connsiteX179" fmla="*/ 1743537 w 2912392"/>
                <a:gd name="connsiteY179" fmla="*/ 153603 h 293502"/>
                <a:gd name="connsiteX180" fmla="*/ 1753281 w 2912392"/>
                <a:gd name="connsiteY180" fmla="*/ 154541 h 293502"/>
                <a:gd name="connsiteX181" fmla="*/ 1763025 w 2912392"/>
                <a:gd name="connsiteY181" fmla="*/ 155572 h 293502"/>
                <a:gd name="connsiteX182" fmla="*/ 1772769 w 2912392"/>
                <a:gd name="connsiteY182" fmla="*/ 156694 h 293502"/>
                <a:gd name="connsiteX183" fmla="*/ 1782498 w 2912392"/>
                <a:gd name="connsiteY183" fmla="*/ 157911 h 293502"/>
                <a:gd name="connsiteX184" fmla="*/ 1792242 w 2912392"/>
                <a:gd name="connsiteY184" fmla="*/ 159222 h 293502"/>
                <a:gd name="connsiteX185" fmla="*/ 1801986 w 2912392"/>
                <a:gd name="connsiteY185" fmla="*/ 160627 h 293502"/>
                <a:gd name="connsiteX186" fmla="*/ 1811730 w 2912392"/>
                <a:gd name="connsiteY186" fmla="*/ 162129 h 293502"/>
                <a:gd name="connsiteX187" fmla="*/ 1821459 w 2912392"/>
                <a:gd name="connsiteY187" fmla="*/ 163726 h 293502"/>
                <a:gd name="connsiteX188" fmla="*/ 1831203 w 2912392"/>
                <a:gd name="connsiteY188" fmla="*/ 165419 h 293502"/>
                <a:gd name="connsiteX189" fmla="*/ 1840947 w 2912392"/>
                <a:gd name="connsiteY189" fmla="*/ 167205 h 293502"/>
                <a:gd name="connsiteX190" fmla="*/ 1850691 w 2912392"/>
                <a:gd name="connsiteY190" fmla="*/ 169086 h 293502"/>
                <a:gd name="connsiteX191" fmla="*/ 1860435 w 2912392"/>
                <a:gd name="connsiteY191" fmla="*/ 171058 h 293502"/>
                <a:gd name="connsiteX192" fmla="*/ 1870164 w 2912392"/>
                <a:gd name="connsiteY192" fmla="*/ 173122 h 293502"/>
                <a:gd name="connsiteX193" fmla="*/ 1879908 w 2912392"/>
                <a:gd name="connsiteY193" fmla="*/ 175275 h 293502"/>
                <a:gd name="connsiteX194" fmla="*/ 1889652 w 2912392"/>
                <a:gd name="connsiteY194" fmla="*/ 177514 h 293502"/>
                <a:gd name="connsiteX195" fmla="*/ 1899395 w 2912392"/>
                <a:gd name="connsiteY195" fmla="*/ 179838 h 293502"/>
                <a:gd name="connsiteX196" fmla="*/ 1909124 w 2912392"/>
                <a:gd name="connsiteY196" fmla="*/ 182244 h 293502"/>
                <a:gd name="connsiteX197" fmla="*/ 1918868 w 2912392"/>
                <a:gd name="connsiteY197" fmla="*/ 184729 h 293502"/>
                <a:gd name="connsiteX198" fmla="*/ 1928612 w 2912392"/>
                <a:gd name="connsiteY198" fmla="*/ 187291 h 293502"/>
                <a:gd name="connsiteX199" fmla="*/ 1938356 w 2912392"/>
                <a:gd name="connsiteY199" fmla="*/ 189925 h 293502"/>
                <a:gd name="connsiteX200" fmla="*/ 1948085 w 2912392"/>
                <a:gd name="connsiteY200" fmla="*/ 192627 h 293502"/>
                <a:gd name="connsiteX201" fmla="*/ 1957829 w 2912392"/>
                <a:gd name="connsiteY201" fmla="*/ 195394 h 293502"/>
                <a:gd name="connsiteX202" fmla="*/ 1967573 w 2912392"/>
                <a:gd name="connsiteY202" fmla="*/ 198222 h 293502"/>
                <a:gd name="connsiteX203" fmla="*/ 1977317 w 2912392"/>
                <a:gd name="connsiteY203" fmla="*/ 201106 h 293502"/>
                <a:gd name="connsiteX204" fmla="*/ 1987046 w 2912392"/>
                <a:gd name="connsiteY204" fmla="*/ 204042 h 293502"/>
                <a:gd name="connsiteX205" fmla="*/ 1996790 w 2912392"/>
                <a:gd name="connsiteY205" fmla="*/ 207024 h 293502"/>
                <a:gd name="connsiteX206" fmla="*/ 2006534 w 2912392"/>
                <a:gd name="connsiteY206" fmla="*/ 210047 h 293502"/>
                <a:gd name="connsiteX207" fmla="*/ 2016278 w 2912392"/>
                <a:gd name="connsiteY207" fmla="*/ 213108 h 293502"/>
                <a:gd name="connsiteX208" fmla="*/ 2026022 w 2912392"/>
                <a:gd name="connsiteY208" fmla="*/ 216198 h 293502"/>
                <a:gd name="connsiteX209" fmla="*/ 2035751 w 2912392"/>
                <a:gd name="connsiteY209" fmla="*/ 219314 h 293502"/>
                <a:gd name="connsiteX210" fmla="*/ 2045495 w 2912392"/>
                <a:gd name="connsiteY210" fmla="*/ 222449 h 293502"/>
                <a:gd name="connsiteX211" fmla="*/ 2055239 w 2912392"/>
                <a:gd name="connsiteY211" fmla="*/ 225597 h 293502"/>
                <a:gd name="connsiteX212" fmla="*/ 2064983 w 2912392"/>
                <a:gd name="connsiteY212" fmla="*/ 228751 h 293502"/>
                <a:gd name="connsiteX213" fmla="*/ 2074712 w 2912392"/>
                <a:gd name="connsiteY213" fmla="*/ 231909 h 293502"/>
                <a:gd name="connsiteX214" fmla="*/ 2084456 w 2912392"/>
                <a:gd name="connsiteY214" fmla="*/ 235058 h 293502"/>
                <a:gd name="connsiteX215" fmla="*/ 2094200 w 2912392"/>
                <a:gd name="connsiteY215" fmla="*/ 238197 h 293502"/>
                <a:gd name="connsiteX216" fmla="*/ 2103944 w 2912392"/>
                <a:gd name="connsiteY216" fmla="*/ 241317 h 293502"/>
                <a:gd name="connsiteX217" fmla="*/ 2113673 w 2912392"/>
                <a:gd name="connsiteY217" fmla="*/ 244412 h 293502"/>
                <a:gd name="connsiteX218" fmla="*/ 2123417 w 2912392"/>
                <a:gd name="connsiteY218" fmla="*/ 247474 h 293502"/>
                <a:gd name="connsiteX219" fmla="*/ 2133161 w 2912392"/>
                <a:gd name="connsiteY219" fmla="*/ 250497 h 293502"/>
                <a:gd name="connsiteX220" fmla="*/ 2142905 w 2912392"/>
                <a:gd name="connsiteY220" fmla="*/ 253475 h 293502"/>
                <a:gd name="connsiteX221" fmla="*/ 2152649 w 2912392"/>
                <a:gd name="connsiteY221" fmla="*/ 256398 h 293502"/>
                <a:gd name="connsiteX222" fmla="*/ 2162377 w 2912392"/>
                <a:gd name="connsiteY222" fmla="*/ 259263 h 293502"/>
                <a:gd name="connsiteX223" fmla="*/ 2172121 w 2912392"/>
                <a:gd name="connsiteY223" fmla="*/ 262060 h 293502"/>
                <a:gd name="connsiteX224" fmla="*/ 2181865 w 2912392"/>
                <a:gd name="connsiteY224" fmla="*/ 264783 h 293502"/>
                <a:gd name="connsiteX225" fmla="*/ 2191609 w 2912392"/>
                <a:gd name="connsiteY225" fmla="*/ 267425 h 293502"/>
                <a:gd name="connsiteX226" fmla="*/ 2201338 w 2912392"/>
                <a:gd name="connsiteY226" fmla="*/ 269978 h 293502"/>
                <a:gd name="connsiteX227" fmla="*/ 2211082 w 2912392"/>
                <a:gd name="connsiteY227" fmla="*/ 272438 h 293502"/>
                <a:gd name="connsiteX228" fmla="*/ 2220826 w 2912392"/>
                <a:gd name="connsiteY228" fmla="*/ 274795 h 293502"/>
                <a:gd name="connsiteX229" fmla="*/ 2230570 w 2912392"/>
                <a:gd name="connsiteY229" fmla="*/ 277044 h 293502"/>
                <a:gd name="connsiteX230" fmla="*/ 2240299 w 2912392"/>
                <a:gd name="connsiteY230" fmla="*/ 279176 h 293502"/>
                <a:gd name="connsiteX231" fmla="*/ 2250043 w 2912392"/>
                <a:gd name="connsiteY231" fmla="*/ 281186 h 293502"/>
                <a:gd name="connsiteX232" fmla="*/ 2259787 w 2912392"/>
                <a:gd name="connsiteY232" fmla="*/ 283067 h 293502"/>
                <a:gd name="connsiteX233" fmla="*/ 2269531 w 2912392"/>
                <a:gd name="connsiteY233" fmla="*/ 284812 h 293502"/>
                <a:gd name="connsiteX234" fmla="*/ 2279260 w 2912392"/>
                <a:gd name="connsiteY234" fmla="*/ 286417 h 293502"/>
                <a:gd name="connsiteX235" fmla="*/ 2289004 w 2912392"/>
                <a:gd name="connsiteY235" fmla="*/ 287872 h 293502"/>
                <a:gd name="connsiteX236" fmla="*/ 2298748 w 2912392"/>
                <a:gd name="connsiteY236" fmla="*/ 289174 h 293502"/>
                <a:gd name="connsiteX237" fmla="*/ 2308492 w 2912392"/>
                <a:gd name="connsiteY237" fmla="*/ 290316 h 293502"/>
                <a:gd name="connsiteX238" fmla="*/ 2318236 w 2912392"/>
                <a:gd name="connsiteY238" fmla="*/ 291291 h 293502"/>
                <a:gd name="connsiteX239" fmla="*/ 2327965 w 2912392"/>
                <a:gd name="connsiteY239" fmla="*/ 292096 h 293502"/>
                <a:gd name="connsiteX240" fmla="*/ 2337709 w 2912392"/>
                <a:gd name="connsiteY240" fmla="*/ 292725 h 293502"/>
                <a:gd name="connsiteX241" fmla="*/ 2347453 w 2912392"/>
                <a:gd name="connsiteY241" fmla="*/ 293172 h 293502"/>
                <a:gd name="connsiteX242" fmla="*/ 2357197 w 2912392"/>
                <a:gd name="connsiteY242" fmla="*/ 293432 h 293502"/>
                <a:gd name="connsiteX243" fmla="*/ 2366926 w 2912392"/>
                <a:gd name="connsiteY243" fmla="*/ 293502 h 293502"/>
                <a:gd name="connsiteX244" fmla="*/ 2376670 w 2912392"/>
                <a:gd name="connsiteY244" fmla="*/ 293379 h 293502"/>
                <a:gd name="connsiteX245" fmla="*/ 2386413 w 2912392"/>
                <a:gd name="connsiteY245" fmla="*/ 293054 h 293502"/>
                <a:gd name="connsiteX246" fmla="*/ 2396157 w 2912392"/>
                <a:gd name="connsiteY246" fmla="*/ 292528 h 293502"/>
                <a:gd name="connsiteX247" fmla="*/ 2405886 w 2912392"/>
                <a:gd name="connsiteY247" fmla="*/ 291795 h 293502"/>
                <a:gd name="connsiteX248" fmla="*/ 2415630 w 2912392"/>
                <a:gd name="connsiteY248" fmla="*/ 290853 h 293502"/>
                <a:gd name="connsiteX249" fmla="*/ 2425374 w 2912392"/>
                <a:gd name="connsiteY249" fmla="*/ 289700 h 293502"/>
                <a:gd name="connsiteX250" fmla="*/ 2435118 w 2912392"/>
                <a:gd name="connsiteY250" fmla="*/ 288334 h 293502"/>
                <a:gd name="connsiteX251" fmla="*/ 2444862 w 2912392"/>
                <a:gd name="connsiteY251" fmla="*/ 286750 h 293502"/>
                <a:gd name="connsiteX252" fmla="*/ 2454591 w 2912392"/>
                <a:gd name="connsiteY252" fmla="*/ 284949 h 293502"/>
                <a:gd name="connsiteX253" fmla="*/ 2464335 w 2912392"/>
                <a:gd name="connsiteY253" fmla="*/ 282930 h 293502"/>
                <a:gd name="connsiteX254" fmla="*/ 2474079 w 2912392"/>
                <a:gd name="connsiteY254" fmla="*/ 280691 h 293502"/>
                <a:gd name="connsiteX255" fmla="*/ 2483823 w 2912392"/>
                <a:gd name="connsiteY255" fmla="*/ 278232 h 293502"/>
                <a:gd name="connsiteX256" fmla="*/ 2493552 w 2912392"/>
                <a:gd name="connsiteY256" fmla="*/ 275554 h 293502"/>
                <a:gd name="connsiteX257" fmla="*/ 2503296 w 2912392"/>
                <a:gd name="connsiteY257" fmla="*/ 272654 h 293502"/>
                <a:gd name="connsiteX258" fmla="*/ 2513040 w 2912392"/>
                <a:gd name="connsiteY258" fmla="*/ 269537 h 293502"/>
                <a:gd name="connsiteX259" fmla="*/ 2522784 w 2912392"/>
                <a:gd name="connsiteY259" fmla="*/ 266203 h 293502"/>
                <a:gd name="connsiteX260" fmla="*/ 2532513 w 2912392"/>
                <a:gd name="connsiteY260" fmla="*/ 262653 h 293502"/>
                <a:gd name="connsiteX261" fmla="*/ 2542257 w 2912392"/>
                <a:gd name="connsiteY261" fmla="*/ 258889 h 293502"/>
                <a:gd name="connsiteX262" fmla="*/ 2552001 w 2912392"/>
                <a:gd name="connsiteY262" fmla="*/ 254914 h 293502"/>
                <a:gd name="connsiteX263" fmla="*/ 2561745 w 2912392"/>
                <a:gd name="connsiteY263" fmla="*/ 250730 h 293502"/>
                <a:gd name="connsiteX264" fmla="*/ 2571474 w 2912392"/>
                <a:gd name="connsiteY264" fmla="*/ 246343 h 293502"/>
                <a:gd name="connsiteX265" fmla="*/ 2581218 w 2912392"/>
                <a:gd name="connsiteY265" fmla="*/ 241754 h 293502"/>
                <a:gd name="connsiteX266" fmla="*/ 2590962 w 2912392"/>
                <a:gd name="connsiteY266" fmla="*/ 236970 h 293502"/>
                <a:gd name="connsiteX267" fmla="*/ 2600705 w 2912392"/>
                <a:gd name="connsiteY267" fmla="*/ 231994 h 293502"/>
                <a:gd name="connsiteX268" fmla="*/ 2610449 w 2912392"/>
                <a:gd name="connsiteY268" fmla="*/ 226830 h 293502"/>
                <a:gd name="connsiteX269" fmla="*/ 2620178 w 2912392"/>
                <a:gd name="connsiteY269" fmla="*/ 221485 h 293502"/>
                <a:gd name="connsiteX270" fmla="*/ 2629922 w 2912392"/>
                <a:gd name="connsiteY270" fmla="*/ 215965 h 293502"/>
                <a:gd name="connsiteX271" fmla="*/ 2639666 w 2912392"/>
                <a:gd name="connsiteY271" fmla="*/ 210277 h 293502"/>
                <a:gd name="connsiteX272" fmla="*/ 2649410 w 2912392"/>
                <a:gd name="connsiteY272" fmla="*/ 204427 h 293502"/>
                <a:gd name="connsiteX273" fmla="*/ 2659139 w 2912392"/>
                <a:gd name="connsiteY273" fmla="*/ 198422 h 293502"/>
                <a:gd name="connsiteX274" fmla="*/ 2668883 w 2912392"/>
                <a:gd name="connsiteY274" fmla="*/ 192268 h 293502"/>
                <a:gd name="connsiteX275" fmla="*/ 2678627 w 2912392"/>
                <a:gd name="connsiteY275" fmla="*/ 185977 h 293502"/>
                <a:gd name="connsiteX276" fmla="*/ 2688371 w 2912392"/>
                <a:gd name="connsiteY276" fmla="*/ 179552 h 293502"/>
                <a:gd name="connsiteX277" fmla="*/ 2698100 w 2912392"/>
                <a:gd name="connsiteY277" fmla="*/ 173006 h 293502"/>
                <a:gd name="connsiteX278" fmla="*/ 2707844 w 2912392"/>
                <a:gd name="connsiteY278" fmla="*/ 166344 h 293502"/>
                <a:gd name="connsiteX279" fmla="*/ 2717588 w 2912392"/>
                <a:gd name="connsiteY279" fmla="*/ 159577 h 293502"/>
                <a:gd name="connsiteX280" fmla="*/ 2727332 w 2912392"/>
                <a:gd name="connsiteY280" fmla="*/ 152715 h 293502"/>
                <a:gd name="connsiteX281" fmla="*/ 2737076 w 2912392"/>
                <a:gd name="connsiteY281" fmla="*/ 145766 h 293502"/>
                <a:gd name="connsiteX282" fmla="*/ 2746805 w 2912392"/>
                <a:gd name="connsiteY282" fmla="*/ 138739 h 293502"/>
                <a:gd name="connsiteX283" fmla="*/ 2756549 w 2912392"/>
                <a:gd name="connsiteY283" fmla="*/ 131646 h 293502"/>
                <a:gd name="connsiteX284" fmla="*/ 2766293 w 2912392"/>
                <a:gd name="connsiteY284" fmla="*/ 124496 h 293502"/>
                <a:gd name="connsiteX285" fmla="*/ 2776037 w 2912392"/>
                <a:gd name="connsiteY285" fmla="*/ 117298 h 293502"/>
                <a:gd name="connsiteX286" fmla="*/ 2785766 w 2912392"/>
                <a:gd name="connsiteY286" fmla="*/ 110066 h 293502"/>
                <a:gd name="connsiteX287" fmla="*/ 2795510 w 2912392"/>
                <a:gd name="connsiteY287" fmla="*/ 102806 h 293502"/>
                <a:gd name="connsiteX288" fmla="*/ 2805254 w 2912392"/>
                <a:gd name="connsiteY288" fmla="*/ 95532 h 293502"/>
                <a:gd name="connsiteX289" fmla="*/ 2814998 w 2912392"/>
                <a:gd name="connsiteY289" fmla="*/ 88253 h 293502"/>
                <a:gd name="connsiteX290" fmla="*/ 2824727 w 2912392"/>
                <a:gd name="connsiteY290" fmla="*/ 80977 h 293502"/>
                <a:gd name="connsiteX291" fmla="*/ 2834471 w 2912392"/>
                <a:gd name="connsiteY291" fmla="*/ 73719 h 293502"/>
                <a:gd name="connsiteX292" fmla="*/ 2844215 w 2912392"/>
                <a:gd name="connsiteY292" fmla="*/ 66487 h 293502"/>
                <a:gd name="connsiteX293" fmla="*/ 2853958 w 2912392"/>
                <a:gd name="connsiteY293" fmla="*/ 59292 h 293502"/>
                <a:gd name="connsiteX294" fmla="*/ 2863687 w 2912392"/>
                <a:gd name="connsiteY294" fmla="*/ 52143 h 293502"/>
                <a:gd name="connsiteX295" fmla="*/ 2873431 w 2912392"/>
                <a:gd name="connsiteY295" fmla="*/ 45053 h 293502"/>
                <a:gd name="connsiteX296" fmla="*/ 2883175 w 2912392"/>
                <a:gd name="connsiteY296" fmla="*/ 38028 h 293502"/>
                <a:gd name="connsiteX297" fmla="*/ 2892919 w 2912392"/>
                <a:gd name="connsiteY297" fmla="*/ 31081 h 293502"/>
                <a:gd name="connsiteX298" fmla="*/ 2902663 w 2912392"/>
                <a:gd name="connsiteY298" fmla="*/ 24220 h 293502"/>
                <a:gd name="connsiteX299" fmla="*/ 2912392 w 2912392"/>
                <a:gd name="connsiteY299" fmla="*/ 17454 h 293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293502">
                  <a:moveTo>
                    <a:pt x="0" y="0"/>
                  </a:moveTo>
                  <a:lnTo>
                    <a:pt x="9739" y="520"/>
                  </a:lnTo>
                  <a:lnTo>
                    <a:pt x="19480" y="1056"/>
                  </a:lnTo>
                  <a:lnTo>
                    <a:pt x="29221" y="1608"/>
                  </a:lnTo>
                  <a:lnTo>
                    <a:pt x="38961" y="2174"/>
                  </a:lnTo>
                  <a:lnTo>
                    <a:pt x="48702" y="2755"/>
                  </a:lnTo>
                  <a:lnTo>
                    <a:pt x="58443" y="3349"/>
                  </a:lnTo>
                  <a:lnTo>
                    <a:pt x="68182" y="3956"/>
                  </a:lnTo>
                  <a:lnTo>
                    <a:pt x="77923" y="4571"/>
                  </a:lnTo>
                  <a:lnTo>
                    <a:pt x="87664" y="5195"/>
                  </a:lnTo>
                  <a:lnTo>
                    <a:pt x="97404" y="5827"/>
                  </a:lnTo>
                  <a:lnTo>
                    <a:pt x="107145" y="6463"/>
                  </a:lnTo>
                  <a:lnTo>
                    <a:pt x="116886" y="7102"/>
                  </a:lnTo>
                  <a:lnTo>
                    <a:pt x="126625" y="7741"/>
                  </a:lnTo>
                  <a:lnTo>
                    <a:pt x="136366" y="8378"/>
                  </a:lnTo>
                  <a:lnTo>
                    <a:pt x="146107" y="9008"/>
                  </a:lnTo>
                  <a:lnTo>
                    <a:pt x="155846" y="9632"/>
                  </a:lnTo>
                  <a:lnTo>
                    <a:pt x="165587" y="10245"/>
                  </a:lnTo>
                  <a:lnTo>
                    <a:pt x="175328" y="10844"/>
                  </a:lnTo>
                  <a:lnTo>
                    <a:pt x="185068" y="11426"/>
                  </a:lnTo>
                  <a:lnTo>
                    <a:pt x="194809" y="11989"/>
                  </a:lnTo>
                  <a:lnTo>
                    <a:pt x="204550" y="12530"/>
                  </a:lnTo>
                  <a:lnTo>
                    <a:pt x="214289" y="13047"/>
                  </a:lnTo>
                  <a:lnTo>
                    <a:pt x="224030" y="13534"/>
                  </a:lnTo>
                  <a:lnTo>
                    <a:pt x="233771" y="13992"/>
                  </a:lnTo>
                  <a:lnTo>
                    <a:pt x="243510" y="14416"/>
                  </a:lnTo>
                  <a:lnTo>
                    <a:pt x="253251" y="14805"/>
                  </a:lnTo>
                  <a:lnTo>
                    <a:pt x="262992" y="15154"/>
                  </a:lnTo>
                  <a:lnTo>
                    <a:pt x="272732" y="15464"/>
                  </a:lnTo>
                  <a:lnTo>
                    <a:pt x="282473" y="15730"/>
                  </a:lnTo>
                  <a:lnTo>
                    <a:pt x="292214" y="15954"/>
                  </a:lnTo>
                  <a:lnTo>
                    <a:pt x="301953" y="16131"/>
                  </a:lnTo>
                  <a:lnTo>
                    <a:pt x="311694" y="16261"/>
                  </a:lnTo>
                  <a:lnTo>
                    <a:pt x="321435" y="16341"/>
                  </a:lnTo>
                  <a:lnTo>
                    <a:pt x="331175" y="16374"/>
                  </a:lnTo>
                  <a:lnTo>
                    <a:pt x="340916" y="16358"/>
                  </a:lnTo>
                  <a:lnTo>
                    <a:pt x="350656" y="16291"/>
                  </a:lnTo>
                  <a:lnTo>
                    <a:pt x="360396" y="16173"/>
                  </a:lnTo>
                  <a:lnTo>
                    <a:pt x="370137" y="16007"/>
                  </a:lnTo>
                  <a:lnTo>
                    <a:pt x="379878" y="15794"/>
                  </a:lnTo>
                  <a:lnTo>
                    <a:pt x="389617" y="15532"/>
                  </a:lnTo>
                  <a:lnTo>
                    <a:pt x="399358" y="15225"/>
                  </a:lnTo>
                  <a:lnTo>
                    <a:pt x="409099" y="14874"/>
                  </a:lnTo>
                  <a:lnTo>
                    <a:pt x="418839" y="14480"/>
                  </a:lnTo>
                  <a:lnTo>
                    <a:pt x="428580" y="14048"/>
                  </a:lnTo>
                  <a:lnTo>
                    <a:pt x="438321" y="13579"/>
                  </a:lnTo>
                  <a:lnTo>
                    <a:pt x="448060" y="13075"/>
                  </a:lnTo>
                  <a:lnTo>
                    <a:pt x="457801" y="12542"/>
                  </a:lnTo>
                  <a:lnTo>
                    <a:pt x="467542" y="11982"/>
                  </a:lnTo>
                  <a:lnTo>
                    <a:pt x="477281" y="11399"/>
                  </a:lnTo>
                  <a:lnTo>
                    <a:pt x="487022" y="10799"/>
                  </a:lnTo>
                  <a:lnTo>
                    <a:pt x="496763" y="10185"/>
                  </a:lnTo>
                  <a:lnTo>
                    <a:pt x="506503" y="9561"/>
                  </a:lnTo>
                  <a:lnTo>
                    <a:pt x="516244" y="8933"/>
                  </a:lnTo>
                  <a:lnTo>
                    <a:pt x="525985" y="8306"/>
                  </a:lnTo>
                  <a:lnTo>
                    <a:pt x="535724" y="7686"/>
                  </a:lnTo>
                  <a:lnTo>
                    <a:pt x="545465" y="7078"/>
                  </a:lnTo>
                  <a:lnTo>
                    <a:pt x="555206" y="6487"/>
                  </a:lnTo>
                  <a:lnTo>
                    <a:pt x="564946" y="5918"/>
                  </a:lnTo>
                  <a:lnTo>
                    <a:pt x="574687" y="5379"/>
                  </a:lnTo>
                  <a:lnTo>
                    <a:pt x="584428" y="4873"/>
                  </a:lnTo>
                  <a:lnTo>
                    <a:pt x="594167" y="4409"/>
                  </a:lnTo>
                  <a:lnTo>
                    <a:pt x="603908" y="3988"/>
                  </a:lnTo>
                  <a:lnTo>
                    <a:pt x="613649" y="3620"/>
                  </a:lnTo>
                  <a:lnTo>
                    <a:pt x="623388" y="3309"/>
                  </a:lnTo>
                  <a:lnTo>
                    <a:pt x="633129" y="3060"/>
                  </a:lnTo>
                  <a:lnTo>
                    <a:pt x="642870" y="2878"/>
                  </a:lnTo>
                  <a:lnTo>
                    <a:pt x="652610" y="2770"/>
                  </a:lnTo>
                  <a:lnTo>
                    <a:pt x="662351" y="2740"/>
                  </a:lnTo>
                  <a:lnTo>
                    <a:pt x="672092" y="2791"/>
                  </a:lnTo>
                  <a:lnTo>
                    <a:pt x="681831" y="2929"/>
                  </a:lnTo>
                  <a:lnTo>
                    <a:pt x="691572" y="3159"/>
                  </a:lnTo>
                  <a:lnTo>
                    <a:pt x="701313" y="3483"/>
                  </a:lnTo>
                  <a:lnTo>
                    <a:pt x="711052" y="3907"/>
                  </a:lnTo>
                  <a:lnTo>
                    <a:pt x="720793" y="4431"/>
                  </a:lnTo>
                  <a:lnTo>
                    <a:pt x="730534" y="5060"/>
                  </a:lnTo>
                  <a:lnTo>
                    <a:pt x="740274" y="5796"/>
                  </a:lnTo>
                  <a:lnTo>
                    <a:pt x="750015" y="6640"/>
                  </a:lnTo>
                  <a:lnTo>
                    <a:pt x="759756" y="7596"/>
                  </a:lnTo>
                  <a:lnTo>
                    <a:pt x="769495" y="8664"/>
                  </a:lnTo>
                  <a:lnTo>
                    <a:pt x="779236" y="9844"/>
                  </a:lnTo>
                  <a:lnTo>
                    <a:pt x="788977" y="11138"/>
                  </a:lnTo>
                  <a:lnTo>
                    <a:pt x="798717" y="12546"/>
                  </a:lnTo>
                  <a:lnTo>
                    <a:pt x="808458" y="14068"/>
                  </a:lnTo>
                  <a:lnTo>
                    <a:pt x="818199" y="15699"/>
                  </a:lnTo>
                  <a:lnTo>
                    <a:pt x="827938" y="17444"/>
                  </a:lnTo>
                  <a:lnTo>
                    <a:pt x="837679" y="19297"/>
                  </a:lnTo>
                  <a:lnTo>
                    <a:pt x="847420" y="21256"/>
                  </a:lnTo>
                  <a:lnTo>
                    <a:pt x="857159" y="23321"/>
                  </a:lnTo>
                  <a:lnTo>
                    <a:pt x="866900" y="25488"/>
                  </a:lnTo>
                  <a:lnTo>
                    <a:pt x="876641" y="27752"/>
                  </a:lnTo>
                  <a:lnTo>
                    <a:pt x="886381" y="30112"/>
                  </a:lnTo>
                  <a:lnTo>
                    <a:pt x="896122" y="32563"/>
                  </a:lnTo>
                  <a:lnTo>
                    <a:pt x="905863" y="35099"/>
                  </a:lnTo>
                  <a:lnTo>
                    <a:pt x="915602" y="37717"/>
                  </a:lnTo>
                  <a:lnTo>
                    <a:pt x="925343" y="40412"/>
                  </a:lnTo>
                  <a:lnTo>
                    <a:pt x="935084" y="43179"/>
                  </a:lnTo>
                  <a:lnTo>
                    <a:pt x="944824" y="46010"/>
                  </a:lnTo>
                  <a:lnTo>
                    <a:pt x="954564" y="48901"/>
                  </a:lnTo>
                  <a:lnTo>
                    <a:pt x="964305" y="51848"/>
                  </a:lnTo>
                  <a:lnTo>
                    <a:pt x="974045" y="54842"/>
                  </a:lnTo>
                  <a:lnTo>
                    <a:pt x="983786" y="57877"/>
                  </a:lnTo>
                  <a:lnTo>
                    <a:pt x="993522" y="60947"/>
                  </a:lnTo>
                  <a:lnTo>
                    <a:pt x="1003266" y="64045"/>
                  </a:lnTo>
                  <a:lnTo>
                    <a:pt x="1013010" y="67166"/>
                  </a:lnTo>
                  <a:lnTo>
                    <a:pt x="1022754" y="70301"/>
                  </a:lnTo>
                  <a:lnTo>
                    <a:pt x="1032483" y="73446"/>
                  </a:lnTo>
                  <a:lnTo>
                    <a:pt x="1042227" y="76591"/>
                  </a:lnTo>
                  <a:lnTo>
                    <a:pt x="1051971" y="79732"/>
                  </a:lnTo>
                  <a:lnTo>
                    <a:pt x="1061715" y="82861"/>
                  </a:lnTo>
                  <a:lnTo>
                    <a:pt x="1071444" y="85972"/>
                  </a:lnTo>
                  <a:lnTo>
                    <a:pt x="1081188" y="89057"/>
                  </a:lnTo>
                  <a:lnTo>
                    <a:pt x="1090932" y="92113"/>
                  </a:lnTo>
                  <a:lnTo>
                    <a:pt x="1100676" y="95132"/>
                  </a:lnTo>
                  <a:lnTo>
                    <a:pt x="1110405" y="98107"/>
                  </a:lnTo>
                  <a:lnTo>
                    <a:pt x="1120149" y="101033"/>
                  </a:lnTo>
                  <a:lnTo>
                    <a:pt x="1129893" y="103904"/>
                  </a:lnTo>
                  <a:lnTo>
                    <a:pt x="1139637" y="106715"/>
                  </a:lnTo>
                  <a:lnTo>
                    <a:pt x="1149381" y="109463"/>
                  </a:lnTo>
                  <a:lnTo>
                    <a:pt x="1159110" y="112142"/>
                  </a:lnTo>
                  <a:lnTo>
                    <a:pt x="1168854" y="114745"/>
                  </a:lnTo>
                  <a:lnTo>
                    <a:pt x="1178598" y="117270"/>
                  </a:lnTo>
                  <a:lnTo>
                    <a:pt x="1188341" y="119713"/>
                  </a:lnTo>
                  <a:lnTo>
                    <a:pt x="1198070" y="122072"/>
                  </a:lnTo>
                  <a:lnTo>
                    <a:pt x="1207814" y="124341"/>
                  </a:lnTo>
                  <a:lnTo>
                    <a:pt x="1217558" y="126518"/>
                  </a:lnTo>
                  <a:lnTo>
                    <a:pt x="1227302" y="128602"/>
                  </a:lnTo>
                  <a:lnTo>
                    <a:pt x="1237031" y="130590"/>
                  </a:lnTo>
                  <a:lnTo>
                    <a:pt x="1246775" y="132479"/>
                  </a:lnTo>
                  <a:lnTo>
                    <a:pt x="1256519" y="134270"/>
                  </a:lnTo>
                  <a:lnTo>
                    <a:pt x="1266263" y="135961"/>
                  </a:lnTo>
                  <a:lnTo>
                    <a:pt x="1276007" y="137550"/>
                  </a:lnTo>
                  <a:lnTo>
                    <a:pt x="1285736" y="139039"/>
                  </a:lnTo>
                  <a:lnTo>
                    <a:pt x="1295480" y="140427"/>
                  </a:lnTo>
                  <a:lnTo>
                    <a:pt x="1305224" y="141716"/>
                  </a:lnTo>
                  <a:lnTo>
                    <a:pt x="1314968" y="142904"/>
                  </a:lnTo>
                  <a:lnTo>
                    <a:pt x="1324697" y="143994"/>
                  </a:lnTo>
                  <a:lnTo>
                    <a:pt x="1334441" y="144988"/>
                  </a:lnTo>
                  <a:lnTo>
                    <a:pt x="1344185" y="145888"/>
                  </a:lnTo>
                  <a:lnTo>
                    <a:pt x="1353929" y="146695"/>
                  </a:lnTo>
                  <a:lnTo>
                    <a:pt x="1363658" y="147412"/>
                  </a:lnTo>
                  <a:lnTo>
                    <a:pt x="1373402" y="148042"/>
                  </a:lnTo>
                  <a:lnTo>
                    <a:pt x="1383146" y="148589"/>
                  </a:lnTo>
                  <a:lnTo>
                    <a:pt x="1392890" y="149055"/>
                  </a:lnTo>
                  <a:lnTo>
                    <a:pt x="1402619" y="149446"/>
                  </a:lnTo>
                  <a:lnTo>
                    <a:pt x="1412363" y="149763"/>
                  </a:lnTo>
                  <a:lnTo>
                    <a:pt x="1422106" y="150013"/>
                  </a:lnTo>
                  <a:lnTo>
                    <a:pt x="1431850" y="150198"/>
                  </a:lnTo>
                  <a:lnTo>
                    <a:pt x="1441594" y="150325"/>
                  </a:lnTo>
                  <a:lnTo>
                    <a:pt x="1451323" y="150396"/>
                  </a:lnTo>
                  <a:lnTo>
                    <a:pt x="1461067" y="150419"/>
                  </a:lnTo>
                  <a:lnTo>
                    <a:pt x="1470811" y="150396"/>
                  </a:lnTo>
                  <a:lnTo>
                    <a:pt x="1480555" y="150337"/>
                  </a:lnTo>
                  <a:lnTo>
                    <a:pt x="1490284" y="150241"/>
                  </a:lnTo>
                  <a:lnTo>
                    <a:pt x="1500028" y="150119"/>
                  </a:lnTo>
                  <a:lnTo>
                    <a:pt x="1509772" y="149973"/>
                  </a:lnTo>
                  <a:lnTo>
                    <a:pt x="1519516" y="149811"/>
                  </a:lnTo>
                  <a:lnTo>
                    <a:pt x="1529245" y="149638"/>
                  </a:lnTo>
                  <a:lnTo>
                    <a:pt x="1538989" y="149458"/>
                  </a:lnTo>
                  <a:lnTo>
                    <a:pt x="1548733" y="149279"/>
                  </a:lnTo>
                  <a:lnTo>
                    <a:pt x="1558477" y="149105"/>
                  </a:lnTo>
                  <a:lnTo>
                    <a:pt x="1568221" y="148941"/>
                  </a:lnTo>
                  <a:lnTo>
                    <a:pt x="1577950" y="148795"/>
                  </a:lnTo>
                  <a:lnTo>
                    <a:pt x="1587694" y="148671"/>
                  </a:lnTo>
                  <a:lnTo>
                    <a:pt x="1597438" y="148574"/>
                  </a:lnTo>
                  <a:lnTo>
                    <a:pt x="1607182" y="148509"/>
                  </a:lnTo>
                  <a:lnTo>
                    <a:pt x="1616911" y="148483"/>
                  </a:lnTo>
                  <a:lnTo>
                    <a:pt x="1626655" y="148500"/>
                  </a:lnTo>
                  <a:lnTo>
                    <a:pt x="1636399" y="148564"/>
                  </a:lnTo>
                  <a:lnTo>
                    <a:pt x="1646142" y="148680"/>
                  </a:lnTo>
                  <a:lnTo>
                    <a:pt x="1655872" y="148853"/>
                  </a:lnTo>
                  <a:lnTo>
                    <a:pt x="1665616" y="149087"/>
                  </a:lnTo>
                  <a:lnTo>
                    <a:pt x="1675359" y="149386"/>
                  </a:lnTo>
                  <a:lnTo>
                    <a:pt x="1685103" y="149754"/>
                  </a:lnTo>
                  <a:lnTo>
                    <a:pt x="1694832" y="150197"/>
                  </a:lnTo>
                  <a:lnTo>
                    <a:pt x="1704576" y="150714"/>
                  </a:lnTo>
                  <a:lnTo>
                    <a:pt x="1714320" y="151310"/>
                  </a:lnTo>
                  <a:lnTo>
                    <a:pt x="1724064" y="151988"/>
                  </a:lnTo>
                  <a:lnTo>
                    <a:pt x="1733808" y="152752"/>
                  </a:lnTo>
                  <a:lnTo>
                    <a:pt x="1743537" y="153603"/>
                  </a:lnTo>
                  <a:lnTo>
                    <a:pt x="1753281" y="154541"/>
                  </a:lnTo>
                  <a:lnTo>
                    <a:pt x="1763025" y="155572"/>
                  </a:lnTo>
                  <a:lnTo>
                    <a:pt x="1772769" y="156694"/>
                  </a:lnTo>
                  <a:lnTo>
                    <a:pt x="1782498" y="157911"/>
                  </a:lnTo>
                  <a:lnTo>
                    <a:pt x="1792242" y="159222"/>
                  </a:lnTo>
                  <a:lnTo>
                    <a:pt x="1801986" y="160627"/>
                  </a:lnTo>
                  <a:lnTo>
                    <a:pt x="1811730" y="162129"/>
                  </a:lnTo>
                  <a:lnTo>
                    <a:pt x="1821459" y="163726"/>
                  </a:lnTo>
                  <a:lnTo>
                    <a:pt x="1831203" y="165419"/>
                  </a:lnTo>
                  <a:lnTo>
                    <a:pt x="1840947" y="167205"/>
                  </a:lnTo>
                  <a:lnTo>
                    <a:pt x="1850691" y="169086"/>
                  </a:lnTo>
                  <a:lnTo>
                    <a:pt x="1860435" y="171058"/>
                  </a:lnTo>
                  <a:lnTo>
                    <a:pt x="1870164" y="173122"/>
                  </a:lnTo>
                  <a:lnTo>
                    <a:pt x="1879908" y="175275"/>
                  </a:lnTo>
                  <a:lnTo>
                    <a:pt x="1889652" y="177514"/>
                  </a:lnTo>
                  <a:lnTo>
                    <a:pt x="1899395" y="179838"/>
                  </a:lnTo>
                  <a:lnTo>
                    <a:pt x="1909124" y="182244"/>
                  </a:lnTo>
                  <a:lnTo>
                    <a:pt x="1918868" y="184729"/>
                  </a:lnTo>
                  <a:lnTo>
                    <a:pt x="1928612" y="187291"/>
                  </a:lnTo>
                  <a:lnTo>
                    <a:pt x="1938356" y="189925"/>
                  </a:lnTo>
                  <a:lnTo>
                    <a:pt x="1948085" y="192627"/>
                  </a:lnTo>
                  <a:lnTo>
                    <a:pt x="1957829" y="195394"/>
                  </a:lnTo>
                  <a:lnTo>
                    <a:pt x="1967573" y="198222"/>
                  </a:lnTo>
                  <a:lnTo>
                    <a:pt x="1977317" y="201106"/>
                  </a:lnTo>
                  <a:lnTo>
                    <a:pt x="1987046" y="204042"/>
                  </a:lnTo>
                  <a:lnTo>
                    <a:pt x="1996790" y="207024"/>
                  </a:lnTo>
                  <a:lnTo>
                    <a:pt x="2006534" y="210047"/>
                  </a:lnTo>
                  <a:lnTo>
                    <a:pt x="2016278" y="213108"/>
                  </a:lnTo>
                  <a:lnTo>
                    <a:pt x="2026022" y="216198"/>
                  </a:lnTo>
                  <a:lnTo>
                    <a:pt x="2035751" y="219314"/>
                  </a:lnTo>
                  <a:lnTo>
                    <a:pt x="2045495" y="222449"/>
                  </a:lnTo>
                  <a:lnTo>
                    <a:pt x="2055239" y="225597"/>
                  </a:lnTo>
                  <a:lnTo>
                    <a:pt x="2064983" y="228751"/>
                  </a:lnTo>
                  <a:lnTo>
                    <a:pt x="2074712" y="231909"/>
                  </a:lnTo>
                  <a:lnTo>
                    <a:pt x="2084456" y="235058"/>
                  </a:lnTo>
                  <a:lnTo>
                    <a:pt x="2094200" y="238197"/>
                  </a:lnTo>
                  <a:lnTo>
                    <a:pt x="2103944" y="241317"/>
                  </a:lnTo>
                  <a:lnTo>
                    <a:pt x="2113673" y="244412"/>
                  </a:lnTo>
                  <a:lnTo>
                    <a:pt x="2123417" y="247474"/>
                  </a:lnTo>
                  <a:lnTo>
                    <a:pt x="2133161" y="250497"/>
                  </a:lnTo>
                  <a:lnTo>
                    <a:pt x="2142905" y="253475"/>
                  </a:lnTo>
                  <a:lnTo>
                    <a:pt x="2152649" y="256398"/>
                  </a:lnTo>
                  <a:lnTo>
                    <a:pt x="2162377" y="259263"/>
                  </a:lnTo>
                  <a:lnTo>
                    <a:pt x="2172121" y="262060"/>
                  </a:lnTo>
                  <a:lnTo>
                    <a:pt x="2181865" y="264783"/>
                  </a:lnTo>
                  <a:lnTo>
                    <a:pt x="2191609" y="267425"/>
                  </a:lnTo>
                  <a:lnTo>
                    <a:pt x="2201338" y="269978"/>
                  </a:lnTo>
                  <a:lnTo>
                    <a:pt x="2211082" y="272438"/>
                  </a:lnTo>
                  <a:lnTo>
                    <a:pt x="2220826" y="274795"/>
                  </a:lnTo>
                  <a:lnTo>
                    <a:pt x="2230570" y="277044"/>
                  </a:lnTo>
                  <a:lnTo>
                    <a:pt x="2240299" y="279176"/>
                  </a:lnTo>
                  <a:lnTo>
                    <a:pt x="2250043" y="281186"/>
                  </a:lnTo>
                  <a:lnTo>
                    <a:pt x="2259787" y="283067"/>
                  </a:lnTo>
                  <a:lnTo>
                    <a:pt x="2269531" y="284812"/>
                  </a:lnTo>
                  <a:lnTo>
                    <a:pt x="2279260" y="286417"/>
                  </a:lnTo>
                  <a:lnTo>
                    <a:pt x="2289004" y="287872"/>
                  </a:lnTo>
                  <a:lnTo>
                    <a:pt x="2298748" y="289174"/>
                  </a:lnTo>
                  <a:lnTo>
                    <a:pt x="2308492" y="290316"/>
                  </a:lnTo>
                  <a:lnTo>
                    <a:pt x="2318236" y="291291"/>
                  </a:lnTo>
                  <a:lnTo>
                    <a:pt x="2327965" y="292096"/>
                  </a:lnTo>
                  <a:lnTo>
                    <a:pt x="2337709" y="292725"/>
                  </a:lnTo>
                  <a:lnTo>
                    <a:pt x="2347453" y="293172"/>
                  </a:lnTo>
                  <a:lnTo>
                    <a:pt x="2357197" y="293432"/>
                  </a:lnTo>
                  <a:lnTo>
                    <a:pt x="2366926" y="293502"/>
                  </a:lnTo>
                  <a:lnTo>
                    <a:pt x="2376670" y="293379"/>
                  </a:lnTo>
                  <a:lnTo>
                    <a:pt x="2386413" y="293054"/>
                  </a:lnTo>
                  <a:lnTo>
                    <a:pt x="2396157" y="292528"/>
                  </a:lnTo>
                  <a:lnTo>
                    <a:pt x="2405886" y="291795"/>
                  </a:lnTo>
                  <a:lnTo>
                    <a:pt x="2415630" y="290853"/>
                  </a:lnTo>
                  <a:lnTo>
                    <a:pt x="2425374" y="289700"/>
                  </a:lnTo>
                  <a:lnTo>
                    <a:pt x="2435118" y="288334"/>
                  </a:lnTo>
                  <a:lnTo>
                    <a:pt x="2444862" y="286750"/>
                  </a:lnTo>
                  <a:lnTo>
                    <a:pt x="2454591" y="284949"/>
                  </a:lnTo>
                  <a:lnTo>
                    <a:pt x="2464335" y="282930"/>
                  </a:lnTo>
                  <a:lnTo>
                    <a:pt x="2474079" y="280691"/>
                  </a:lnTo>
                  <a:lnTo>
                    <a:pt x="2483823" y="278232"/>
                  </a:lnTo>
                  <a:lnTo>
                    <a:pt x="2493552" y="275554"/>
                  </a:lnTo>
                  <a:lnTo>
                    <a:pt x="2503296" y="272654"/>
                  </a:lnTo>
                  <a:lnTo>
                    <a:pt x="2513040" y="269537"/>
                  </a:lnTo>
                  <a:lnTo>
                    <a:pt x="2522784" y="266203"/>
                  </a:lnTo>
                  <a:lnTo>
                    <a:pt x="2532513" y="262653"/>
                  </a:lnTo>
                  <a:lnTo>
                    <a:pt x="2542257" y="258889"/>
                  </a:lnTo>
                  <a:lnTo>
                    <a:pt x="2552001" y="254914"/>
                  </a:lnTo>
                  <a:lnTo>
                    <a:pt x="2561745" y="250730"/>
                  </a:lnTo>
                  <a:lnTo>
                    <a:pt x="2571474" y="246343"/>
                  </a:lnTo>
                  <a:lnTo>
                    <a:pt x="2581218" y="241754"/>
                  </a:lnTo>
                  <a:lnTo>
                    <a:pt x="2590962" y="236970"/>
                  </a:lnTo>
                  <a:lnTo>
                    <a:pt x="2600705" y="231994"/>
                  </a:lnTo>
                  <a:lnTo>
                    <a:pt x="2610449" y="226830"/>
                  </a:lnTo>
                  <a:lnTo>
                    <a:pt x="2620178" y="221485"/>
                  </a:lnTo>
                  <a:lnTo>
                    <a:pt x="2629922" y="215965"/>
                  </a:lnTo>
                  <a:lnTo>
                    <a:pt x="2639666" y="210277"/>
                  </a:lnTo>
                  <a:lnTo>
                    <a:pt x="2649410" y="204427"/>
                  </a:lnTo>
                  <a:lnTo>
                    <a:pt x="2659139" y="198422"/>
                  </a:lnTo>
                  <a:lnTo>
                    <a:pt x="2668883" y="192268"/>
                  </a:lnTo>
                  <a:lnTo>
                    <a:pt x="2678627" y="185977"/>
                  </a:lnTo>
                  <a:lnTo>
                    <a:pt x="2688371" y="179552"/>
                  </a:lnTo>
                  <a:lnTo>
                    <a:pt x="2698100" y="173006"/>
                  </a:lnTo>
                  <a:lnTo>
                    <a:pt x="2707844" y="166344"/>
                  </a:lnTo>
                  <a:lnTo>
                    <a:pt x="2717588" y="159577"/>
                  </a:lnTo>
                  <a:lnTo>
                    <a:pt x="2727332" y="152715"/>
                  </a:lnTo>
                  <a:lnTo>
                    <a:pt x="2737076" y="145766"/>
                  </a:lnTo>
                  <a:lnTo>
                    <a:pt x="2746805" y="138739"/>
                  </a:lnTo>
                  <a:lnTo>
                    <a:pt x="2756549" y="131646"/>
                  </a:lnTo>
                  <a:lnTo>
                    <a:pt x="2766293" y="124496"/>
                  </a:lnTo>
                  <a:lnTo>
                    <a:pt x="2776037" y="117298"/>
                  </a:lnTo>
                  <a:lnTo>
                    <a:pt x="2785766" y="110066"/>
                  </a:lnTo>
                  <a:lnTo>
                    <a:pt x="2795510" y="102806"/>
                  </a:lnTo>
                  <a:lnTo>
                    <a:pt x="2805254" y="95532"/>
                  </a:lnTo>
                  <a:lnTo>
                    <a:pt x="2814998" y="88253"/>
                  </a:lnTo>
                  <a:lnTo>
                    <a:pt x="2824727" y="80977"/>
                  </a:lnTo>
                  <a:lnTo>
                    <a:pt x="2834471" y="73719"/>
                  </a:lnTo>
                  <a:lnTo>
                    <a:pt x="2844215" y="66487"/>
                  </a:lnTo>
                  <a:lnTo>
                    <a:pt x="2853958" y="59292"/>
                  </a:lnTo>
                  <a:lnTo>
                    <a:pt x="2863687" y="52143"/>
                  </a:lnTo>
                  <a:lnTo>
                    <a:pt x="2873431" y="45053"/>
                  </a:lnTo>
                  <a:lnTo>
                    <a:pt x="2883175" y="38028"/>
                  </a:lnTo>
                  <a:lnTo>
                    <a:pt x="2892919" y="31081"/>
                  </a:lnTo>
                  <a:lnTo>
                    <a:pt x="2902663" y="24220"/>
                  </a:lnTo>
                  <a:lnTo>
                    <a:pt x="2912392" y="1745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3" name="Freeform 722">
              <a:extLst>
                <a:ext uri="{FF2B5EF4-FFF2-40B4-BE49-F238E27FC236}">
                  <a16:creationId xmlns:a16="http://schemas.microsoft.com/office/drawing/2014/main" id="{D6022A2B-CEDB-06B6-87A2-F4B90223C300}"/>
                </a:ext>
              </a:extLst>
            </p:cNvPr>
            <p:cNvSpPr/>
            <p:nvPr/>
          </p:nvSpPr>
          <p:spPr>
            <a:xfrm>
              <a:off x="576446" y="3464172"/>
              <a:ext cx="2912392" cy="464499"/>
            </a:xfrm>
            <a:custGeom>
              <a:avLst/>
              <a:gdLst>
                <a:gd name="connsiteX0" fmla="*/ 0 w 2912392"/>
                <a:gd name="connsiteY0" fmla="*/ 0 h 464499"/>
                <a:gd name="connsiteX1" fmla="*/ 9739 w 2912392"/>
                <a:gd name="connsiteY1" fmla="*/ 817 h 464499"/>
                <a:gd name="connsiteX2" fmla="*/ 19480 w 2912392"/>
                <a:gd name="connsiteY2" fmla="*/ 1764 h 464499"/>
                <a:gd name="connsiteX3" fmla="*/ 29221 w 2912392"/>
                <a:gd name="connsiteY3" fmla="*/ 2843 h 464499"/>
                <a:gd name="connsiteX4" fmla="*/ 38961 w 2912392"/>
                <a:gd name="connsiteY4" fmla="*/ 4048 h 464499"/>
                <a:gd name="connsiteX5" fmla="*/ 48702 w 2912392"/>
                <a:gd name="connsiteY5" fmla="*/ 5376 h 464499"/>
                <a:gd name="connsiteX6" fmla="*/ 58443 w 2912392"/>
                <a:gd name="connsiteY6" fmla="*/ 6822 h 464499"/>
                <a:gd name="connsiteX7" fmla="*/ 68182 w 2912392"/>
                <a:gd name="connsiteY7" fmla="*/ 8384 h 464499"/>
                <a:gd name="connsiteX8" fmla="*/ 77923 w 2912392"/>
                <a:gd name="connsiteY8" fmla="*/ 10057 h 464499"/>
                <a:gd name="connsiteX9" fmla="*/ 87664 w 2912392"/>
                <a:gd name="connsiteY9" fmla="*/ 11837 h 464499"/>
                <a:gd name="connsiteX10" fmla="*/ 97404 w 2912392"/>
                <a:gd name="connsiteY10" fmla="*/ 13722 h 464499"/>
                <a:gd name="connsiteX11" fmla="*/ 107145 w 2912392"/>
                <a:gd name="connsiteY11" fmla="*/ 15705 h 464499"/>
                <a:gd name="connsiteX12" fmla="*/ 116886 w 2912392"/>
                <a:gd name="connsiteY12" fmla="*/ 17785 h 464499"/>
                <a:gd name="connsiteX13" fmla="*/ 126625 w 2912392"/>
                <a:gd name="connsiteY13" fmla="*/ 19956 h 464499"/>
                <a:gd name="connsiteX14" fmla="*/ 136366 w 2912392"/>
                <a:gd name="connsiteY14" fmla="*/ 22216 h 464499"/>
                <a:gd name="connsiteX15" fmla="*/ 146107 w 2912392"/>
                <a:gd name="connsiteY15" fmla="*/ 24558 h 464499"/>
                <a:gd name="connsiteX16" fmla="*/ 155846 w 2912392"/>
                <a:gd name="connsiteY16" fmla="*/ 26981 h 464499"/>
                <a:gd name="connsiteX17" fmla="*/ 165587 w 2912392"/>
                <a:gd name="connsiteY17" fmla="*/ 29479 h 464499"/>
                <a:gd name="connsiteX18" fmla="*/ 175328 w 2912392"/>
                <a:gd name="connsiteY18" fmla="*/ 32048 h 464499"/>
                <a:gd name="connsiteX19" fmla="*/ 185068 w 2912392"/>
                <a:gd name="connsiteY19" fmla="*/ 34685 h 464499"/>
                <a:gd name="connsiteX20" fmla="*/ 194809 w 2912392"/>
                <a:gd name="connsiteY20" fmla="*/ 37386 h 464499"/>
                <a:gd name="connsiteX21" fmla="*/ 204550 w 2912392"/>
                <a:gd name="connsiteY21" fmla="*/ 40145 h 464499"/>
                <a:gd name="connsiteX22" fmla="*/ 214289 w 2912392"/>
                <a:gd name="connsiteY22" fmla="*/ 42961 h 464499"/>
                <a:gd name="connsiteX23" fmla="*/ 224030 w 2912392"/>
                <a:gd name="connsiteY23" fmla="*/ 45828 h 464499"/>
                <a:gd name="connsiteX24" fmla="*/ 233771 w 2912392"/>
                <a:gd name="connsiteY24" fmla="*/ 48741 h 464499"/>
                <a:gd name="connsiteX25" fmla="*/ 243510 w 2912392"/>
                <a:gd name="connsiteY25" fmla="*/ 51698 h 464499"/>
                <a:gd name="connsiteX26" fmla="*/ 253251 w 2912392"/>
                <a:gd name="connsiteY26" fmla="*/ 54694 h 464499"/>
                <a:gd name="connsiteX27" fmla="*/ 262992 w 2912392"/>
                <a:gd name="connsiteY27" fmla="*/ 57726 h 464499"/>
                <a:gd name="connsiteX28" fmla="*/ 272732 w 2912392"/>
                <a:gd name="connsiteY28" fmla="*/ 60789 h 464499"/>
                <a:gd name="connsiteX29" fmla="*/ 282473 w 2912392"/>
                <a:gd name="connsiteY29" fmla="*/ 63881 h 464499"/>
                <a:gd name="connsiteX30" fmla="*/ 292214 w 2912392"/>
                <a:gd name="connsiteY30" fmla="*/ 66995 h 464499"/>
                <a:gd name="connsiteX31" fmla="*/ 301953 w 2912392"/>
                <a:gd name="connsiteY31" fmla="*/ 70128 h 464499"/>
                <a:gd name="connsiteX32" fmla="*/ 311694 w 2912392"/>
                <a:gd name="connsiteY32" fmla="*/ 73278 h 464499"/>
                <a:gd name="connsiteX33" fmla="*/ 321435 w 2912392"/>
                <a:gd name="connsiteY33" fmla="*/ 76441 h 464499"/>
                <a:gd name="connsiteX34" fmla="*/ 331175 w 2912392"/>
                <a:gd name="connsiteY34" fmla="*/ 79611 h 464499"/>
                <a:gd name="connsiteX35" fmla="*/ 340916 w 2912392"/>
                <a:gd name="connsiteY35" fmla="*/ 82786 h 464499"/>
                <a:gd name="connsiteX36" fmla="*/ 350656 w 2912392"/>
                <a:gd name="connsiteY36" fmla="*/ 85963 h 464499"/>
                <a:gd name="connsiteX37" fmla="*/ 360396 w 2912392"/>
                <a:gd name="connsiteY37" fmla="*/ 89136 h 464499"/>
                <a:gd name="connsiteX38" fmla="*/ 370137 w 2912392"/>
                <a:gd name="connsiteY38" fmla="*/ 92305 h 464499"/>
                <a:gd name="connsiteX39" fmla="*/ 379878 w 2912392"/>
                <a:gd name="connsiteY39" fmla="*/ 95464 h 464499"/>
                <a:gd name="connsiteX40" fmla="*/ 389617 w 2912392"/>
                <a:gd name="connsiteY40" fmla="*/ 98612 h 464499"/>
                <a:gd name="connsiteX41" fmla="*/ 399358 w 2912392"/>
                <a:gd name="connsiteY41" fmla="*/ 101744 h 464499"/>
                <a:gd name="connsiteX42" fmla="*/ 409099 w 2912392"/>
                <a:gd name="connsiteY42" fmla="*/ 104856 h 464499"/>
                <a:gd name="connsiteX43" fmla="*/ 418839 w 2912392"/>
                <a:gd name="connsiteY43" fmla="*/ 107948 h 464499"/>
                <a:gd name="connsiteX44" fmla="*/ 428580 w 2912392"/>
                <a:gd name="connsiteY44" fmla="*/ 111015 h 464499"/>
                <a:gd name="connsiteX45" fmla="*/ 438321 w 2912392"/>
                <a:gd name="connsiteY45" fmla="*/ 114058 h 464499"/>
                <a:gd name="connsiteX46" fmla="*/ 448060 w 2912392"/>
                <a:gd name="connsiteY46" fmla="*/ 117069 h 464499"/>
                <a:gd name="connsiteX47" fmla="*/ 457801 w 2912392"/>
                <a:gd name="connsiteY47" fmla="*/ 120049 h 464499"/>
                <a:gd name="connsiteX48" fmla="*/ 467542 w 2912392"/>
                <a:gd name="connsiteY48" fmla="*/ 122996 h 464499"/>
                <a:gd name="connsiteX49" fmla="*/ 477281 w 2912392"/>
                <a:gd name="connsiteY49" fmla="*/ 125907 h 464499"/>
                <a:gd name="connsiteX50" fmla="*/ 487022 w 2912392"/>
                <a:gd name="connsiteY50" fmla="*/ 128781 h 464499"/>
                <a:gd name="connsiteX51" fmla="*/ 496763 w 2912392"/>
                <a:gd name="connsiteY51" fmla="*/ 131616 h 464499"/>
                <a:gd name="connsiteX52" fmla="*/ 506503 w 2912392"/>
                <a:gd name="connsiteY52" fmla="*/ 134411 h 464499"/>
                <a:gd name="connsiteX53" fmla="*/ 516244 w 2912392"/>
                <a:gd name="connsiteY53" fmla="*/ 137164 h 464499"/>
                <a:gd name="connsiteX54" fmla="*/ 525985 w 2912392"/>
                <a:gd name="connsiteY54" fmla="*/ 139875 h 464499"/>
                <a:gd name="connsiteX55" fmla="*/ 535724 w 2912392"/>
                <a:gd name="connsiteY55" fmla="*/ 142543 h 464499"/>
                <a:gd name="connsiteX56" fmla="*/ 545465 w 2912392"/>
                <a:gd name="connsiteY56" fmla="*/ 145168 h 464499"/>
                <a:gd name="connsiteX57" fmla="*/ 555206 w 2912392"/>
                <a:gd name="connsiteY57" fmla="*/ 147749 h 464499"/>
                <a:gd name="connsiteX58" fmla="*/ 564946 w 2912392"/>
                <a:gd name="connsiteY58" fmla="*/ 150288 h 464499"/>
                <a:gd name="connsiteX59" fmla="*/ 574687 w 2912392"/>
                <a:gd name="connsiteY59" fmla="*/ 152782 h 464499"/>
                <a:gd name="connsiteX60" fmla="*/ 584428 w 2912392"/>
                <a:gd name="connsiteY60" fmla="*/ 155234 h 464499"/>
                <a:gd name="connsiteX61" fmla="*/ 594167 w 2912392"/>
                <a:gd name="connsiteY61" fmla="*/ 157645 h 464499"/>
                <a:gd name="connsiteX62" fmla="*/ 603908 w 2912392"/>
                <a:gd name="connsiteY62" fmla="*/ 160014 h 464499"/>
                <a:gd name="connsiteX63" fmla="*/ 613649 w 2912392"/>
                <a:gd name="connsiteY63" fmla="*/ 162344 h 464499"/>
                <a:gd name="connsiteX64" fmla="*/ 623388 w 2912392"/>
                <a:gd name="connsiteY64" fmla="*/ 164635 h 464499"/>
                <a:gd name="connsiteX65" fmla="*/ 633129 w 2912392"/>
                <a:gd name="connsiteY65" fmla="*/ 166892 h 464499"/>
                <a:gd name="connsiteX66" fmla="*/ 642870 w 2912392"/>
                <a:gd name="connsiteY66" fmla="*/ 169114 h 464499"/>
                <a:gd name="connsiteX67" fmla="*/ 652610 w 2912392"/>
                <a:gd name="connsiteY67" fmla="*/ 171306 h 464499"/>
                <a:gd name="connsiteX68" fmla="*/ 662351 w 2912392"/>
                <a:gd name="connsiteY68" fmla="*/ 173467 h 464499"/>
                <a:gd name="connsiteX69" fmla="*/ 672092 w 2912392"/>
                <a:gd name="connsiteY69" fmla="*/ 175604 h 464499"/>
                <a:gd name="connsiteX70" fmla="*/ 681831 w 2912392"/>
                <a:gd name="connsiteY70" fmla="*/ 177717 h 464499"/>
                <a:gd name="connsiteX71" fmla="*/ 691572 w 2912392"/>
                <a:gd name="connsiteY71" fmla="*/ 179810 h 464499"/>
                <a:gd name="connsiteX72" fmla="*/ 701313 w 2912392"/>
                <a:gd name="connsiteY72" fmla="*/ 181887 h 464499"/>
                <a:gd name="connsiteX73" fmla="*/ 711052 w 2912392"/>
                <a:gd name="connsiteY73" fmla="*/ 183952 h 464499"/>
                <a:gd name="connsiteX74" fmla="*/ 720793 w 2912392"/>
                <a:gd name="connsiteY74" fmla="*/ 186008 h 464499"/>
                <a:gd name="connsiteX75" fmla="*/ 730534 w 2912392"/>
                <a:gd name="connsiteY75" fmla="*/ 188058 h 464499"/>
                <a:gd name="connsiteX76" fmla="*/ 740274 w 2912392"/>
                <a:gd name="connsiteY76" fmla="*/ 190110 h 464499"/>
                <a:gd name="connsiteX77" fmla="*/ 750015 w 2912392"/>
                <a:gd name="connsiteY77" fmla="*/ 192163 h 464499"/>
                <a:gd name="connsiteX78" fmla="*/ 759756 w 2912392"/>
                <a:gd name="connsiteY78" fmla="*/ 194225 h 464499"/>
                <a:gd name="connsiteX79" fmla="*/ 769495 w 2912392"/>
                <a:gd name="connsiteY79" fmla="*/ 196300 h 464499"/>
                <a:gd name="connsiteX80" fmla="*/ 779236 w 2912392"/>
                <a:gd name="connsiteY80" fmla="*/ 198392 h 464499"/>
                <a:gd name="connsiteX81" fmla="*/ 788977 w 2912392"/>
                <a:gd name="connsiteY81" fmla="*/ 200506 h 464499"/>
                <a:gd name="connsiteX82" fmla="*/ 798717 w 2912392"/>
                <a:gd name="connsiteY82" fmla="*/ 202647 h 464499"/>
                <a:gd name="connsiteX83" fmla="*/ 808458 w 2912392"/>
                <a:gd name="connsiteY83" fmla="*/ 204818 h 464499"/>
                <a:gd name="connsiteX84" fmla="*/ 818199 w 2912392"/>
                <a:gd name="connsiteY84" fmla="*/ 207026 h 464499"/>
                <a:gd name="connsiteX85" fmla="*/ 827938 w 2912392"/>
                <a:gd name="connsiteY85" fmla="*/ 209274 h 464499"/>
                <a:gd name="connsiteX86" fmla="*/ 837679 w 2912392"/>
                <a:gd name="connsiteY86" fmla="*/ 211569 h 464499"/>
                <a:gd name="connsiteX87" fmla="*/ 847420 w 2912392"/>
                <a:gd name="connsiteY87" fmla="*/ 213912 h 464499"/>
                <a:gd name="connsiteX88" fmla="*/ 857159 w 2912392"/>
                <a:gd name="connsiteY88" fmla="*/ 216311 h 464499"/>
                <a:gd name="connsiteX89" fmla="*/ 866900 w 2912392"/>
                <a:gd name="connsiteY89" fmla="*/ 218768 h 464499"/>
                <a:gd name="connsiteX90" fmla="*/ 876641 w 2912392"/>
                <a:gd name="connsiteY90" fmla="*/ 221287 h 464499"/>
                <a:gd name="connsiteX91" fmla="*/ 886381 w 2912392"/>
                <a:gd name="connsiteY91" fmla="*/ 223874 h 464499"/>
                <a:gd name="connsiteX92" fmla="*/ 896122 w 2912392"/>
                <a:gd name="connsiteY92" fmla="*/ 226532 h 464499"/>
                <a:gd name="connsiteX93" fmla="*/ 905863 w 2912392"/>
                <a:gd name="connsiteY93" fmla="*/ 229264 h 464499"/>
                <a:gd name="connsiteX94" fmla="*/ 915602 w 2912392"/>
                <a:gd name="connsiteY94" fmla="*/ 232074 h 464499"/>
                <a:gd name="connsiteX95" fmla="*/ 925343 w 2912392"/>
                <a:gd name="connsiteY95" fmla="*/ 234966 h 464499"/>
                <a:gd name="connsiteX96" fmla="*/ 935084 w 2912392"/>
                <a:gd name="connsiteY96" fmla="*/ 237941 h 464499"/>
                <a:gd name="connsiteX97" fmla="*/ 944824 w 2912392"/>
                <a:gd name="connsiteY97" fmla="*/ 241004 h 464499"/>
                <a:gd name="connsiteX98" fmla="*/ 954564 w 2912392"/>
                <a:gd name="connsiteY98" fmla="*/ 244156 h 464499"/>
                <a:gd name="connsiteX99" fmla="*/ 964305 w 2912392"/>
                <a:gd name="connsiteY99" fmla="*/ 247399 h 464499"/>
                <a:gd name="connsiteX100" fmla="*/ 974045 w 2912392"/>
                <a:gd name="connsiteY100" fmla="*/ 250735 h 464499"/>
                <a:gd name="connsiteX101" fmla="*/ 983786 w 2912392"/>
                <a:gd name="connsiteY101" fmla="*/ 254165 h 464499"/>
                <a:gd name="connsiteX102" fmla="*/ 993522 w 2912392"/>
                <a:gd name="connsiteY102" fmla="*/ 257690 h 464499"/>
                <a:gd name="connsiteX103" fmla="*/ 1003266 w 2912392"/>
                <a:gd name="connsiteY103" fmla="*/ 261310 h 464499"/>
                <a:gd name="connsiteX104" fmla="*/ 1013010 w 2912392"/>
                <a:gd name="connsiteY104" fmla="*/ 265028 h 464499"/>
                <a:gd name="connsiteX105" fmla="*/ 1022754 w 2912392"/>
                <a:gd name="connsiteY105" fmla="*/ 268839 h 464499"/>
                <a:gd name="connsiteX106" fmla="*/ 1032483 w 2912392"/>
                <a:gd name="connsiteY106" fmla="*/ 272747 h 464499"/>
                <a:gd name="connsiteX107" fmla="*/ 1042227 w 2912392"/>
                <a:gd name="connsiteY107" fmla="*/ 276749 h 464499"/>
                <a:gd name="connsiteX108" fmla="*/ 1051971 w 2912392"/>
                <a:gd name="connsiteY108" fmla="*/ 280841 h 464499"/>
                <a:gd name="connsiteX109" fmla="*/ 1061715 w 2912392"/>
                <a:gd name="connsiteY109" fmla="*/ 285027 h 464499"/>
                <a:gd name="connsiteX110" fmla="*/ 1071444 w 2912392"/>
                <a:gd name="connsiteY110" fmla="*/ 289298 h 464499"/>
                <a:gd name="connsiteX111" fmla="*/ 1081188 w 2912392"/>
                <a:gd name="connsiteY111" fmla="*/ 293656 h 464499"/>
                <a:gd name="connsiteX112" fmla="*/ 1090932 w 2912392"/>
                <a:gd name="connsiteY112" fmla="*/ 298094 h 464499"/>
                <a:gd name="connsiteX113" fmla="*/ 1100676 w 2912392"/>
                <a:gd name="connsiteY113" fmla="*/ 302613 h 464499"/>
                <a:gd name="connsiteX114" fmla="*/ 1110405 w 2912392"/>
                <a:gd name="connsiteY114" fmla="*/ 307204 h 464499"/>
                <a:gd name="connsiteX115" fmla="*/ 1120149 w 2912392"/>
                <a:gd name="connsiteY115" fmla="*/ 311866 h 464499"/>
                <a:gd name="connsiteX116" fmla="*/ 1129893 w 2912392"/>
                <a:gd name="connsiteY116" fmla="*/ 316590 h 464499"/>
                <a:gd name="connsiteX117" fmla="*/ 1139637 w 2912392"/>
                <a:gd name="connsiteY117" fmla="*/ 321374 h 464499"/>
                <a:gd name="connsiteX118" fmla="*/ 1149381 w 2912392"/>
                <a:gd name="connsiteY118" fmla="*/ 326212 h 464499"/>
                <a:gd name="connsiteX119" fmla="*/ 1159110 w 2912392"/>
                <a:gd name="connsiteY119" fmla="*/ 331096 h 464499"/>
                <a:gd name="connsiteX120" fmla="*/ 1168854 w 2912392"/>
                <a:gd name="connsiteY120" fmla="*/ 336018 h 464499"/>
                <a:gd name="connsiteX121" fmla="*/ 1178598 w 2912392"/>
                <a:gd name="connsiteY121" fmla="*/ 340975 h 464499"/>
                <a:gd name="connsiteX122" fmla="*/ 1188341 w 2912392"/>
                <a:gd name="connsiteY122" fmla="*/ 345957 h 464499"/>
                <a:gd name="connsiteX123" fmla="*/ 1198070 w 2912392"/>
                <a:gd name="connsiteY123" fmla="*/ 350957 h 464499"/>
                <a:gd name="connsiteX124" fmla="*/ 1207814 w 2912392"/>
                <a:gd name="connsiteY124" fmla="*/ 355966 h 464499"/>
                <a:gd name="connsiteX125" fmla="*/ 1217558 w 2912392"/>
                <a:gd name="connsiteY125" fmla="*/ 360977 h 464499"/>
                <a:gd name="connsiteX126" fmla="*/ 1227302 w 2912392"/>
                <a:gd name="connsiteY126" fmla="*/ 365979 h 464499"/>
                <a:gd name="connsiteX127" fmla="*/ 1237031 w 2912392"/>
                <a:gd name="connsiteY127" fmla="*/ 370965 h 464499"/>
                <a:gd name="connsiteX128" fmla="*/ 1246775 w 2912392"/>
                <a:gd name="connsiteY128" fmla="*/ 375925 h 464499"/>
                <a:gd name="connsiteX129" fmla="*/ 1256519 w 2912392"/>
                <a:gd name="connsiteY129" fmla="*/ 380849 h 464499"/>
                <a:gd name="connsiteX130" fmla="*/ 1266263 w 2912392"/>
                <a:gd name="connsiteY130" fmla="*/ 385729 h 464499"/>
                <a:gd name="connsiteX131" fmla="*/ 1276007 w 2912392"/>
                <a:gd name="connsiteY131" fmla="*/ 390554 h 464499"/>
                <a:gd name="connsiteX132" fmla="*/ 1285736 w 2912392"/>
                <a:gd name="connsiteY132" fmla="*/ 395313 h 464499"/>
                <a:gd name="connsiteX133" fmla="*/ 1295480 w 2912392"/>
                <a:gd name="connsiteY133" fmla="*/ 399997 h 464499"/>
                <a:gd name="connsiteX134" fmla="*/ 1305224 w 2912392"/>
                <a:gd name="connsiteY134" fmla="*/ 404597 h 464499"/>
                <a:gd name="connsiteX135" fmla="*/ 1314968 w 2912392"/>
                <a:gd name="connsiteY135" fmla="*/ 409101 h 464499"/>
                <a:gd name="connsiteX136" fmla="*/ 1324697 w 2912392"/>
                <a:gd name="connsiteY136" fmla="*/ 413499 h 464499"/>
                <a:gd name="connsiteX137" fmla="*/ 1334441 w 2912392"/>
                <a:gd name="connsiteY137" fmla="*/ 417781 h 464499"/>
                <a:gd name="connsiteX138" fmla="*/ 1344185 w 2912392"/>
                <a:gd name="connsiteY138" fmla="*/ 421936 h 464499"/>
                <a:gd name="connsiteX139" fmla="*/ 1353929 w 2912392"/>
                <a:gd name="connsiteY139" fmla="*/ 425956 h 464499"/>
                <a:gd name="connsiteX140" fmla="*/ 1363658 w 2912392"/>
                <a:gd name="connsiteY140" fmla="*/ 429828 h 464499"/>
                <a:gd name="connsiteX141" fmla="*/ 1373402 w 2912392"/>
                <a:gd name="connsiteY141" fmla="*/ 433544 h 464499"/>
                <a:gd name="connsiteX142" fmla="*/ 1383146 w 2912392"/>
                <a:gd name="connsiteY142" fmla="*/ 437093 h 464499"/>
                <a:gd name="connsiteX143" fmla="*/ 1392890 w 2912392"/>
                <a:gd name="connsiteY143" fmla="*/ 440466 h 464499"/>
                <a:gd name="connsiteX144" fmla="*/ 1402619 w 2912392"/>
                <a:gd name="connsiteY144" fmla="*/ 443654 h 464499"/>
                <a:gd name="connsiteX145" fmla="*/ 1412363 w 2912392"/>
                <a:gd name="connsiteY145" fmla="*/ 446648 h 464499"/>
                <a:gd name="connsiteX146" fmla="*/ 1422106 w 2912392"/>
                <a:gd name="connsiteY146" fmla="*/ 449437 h 464499"/>
                <a:gd name="connsiteX147" fmla="*/ 1431850 w 2912392"/>
                <a:gd name="connsiteY147" fmla="*/ 452014 h 464499"/>
                <a:gd name="connsiteX148" fmla="*/ 1441594 w 2912392"/>
                <a:gd name="connsiteY148" fmla="*/ 454371 h 464499"/>
                <a:gd name="connsiteX149" fmla="*/ 1451323 w 2912392"/>
                <a:gd name="connsiteY149" fmla="*/ 456499 h 464499"/>
                <a:gd name="connsiteX150" fmla="*/ 1461067 w 2912392"/>
                <a:gd name="connsiteY150" fmla="*/ 458392 h 464499"/>
                <a:gd name="connsiteX151" fmla="*/ 1470811 w 2912392"/>
                <a:gd name="connsiteY151" fmla="*/ 460042 h 464499"/>
                <a:gd name="connsiteX152" fmla="*/ 1480555 w 2912392"/>
                <a:gd name="connsiteY152" fmla="*/ 461442 h 464499"/>
                <a:gd name="connsiteX153" fmla="*/ 1490284 w 2912392"/>
                <a:gd name="connsiteY153" fmla="*/ 462587 h 464499"/>
                <a:gd name="connsiteX154" fmla="*/ 1500028 w 2912392"/>
                <a:gd name="connsiteY154" fmla="*/ 463469 h 464499"/>
                <a:gd name="connsiteX155" fmla="*/ 1509772 w 2912392"/>
                <a:gd name="connsiteY155" fmla="*/ 464085 h 464499"/>
                <a:gd name="connsiteX156" fmla="*/ 1519516 w 2912392"/>
                <a:gd name="connsiteY156" fmla="*/ 464430 h 464499"/>
                <a:gd name="connsiteX157" fmla="*/ 1529245 w 2912392"/>
                <a:gd name="connsiteY157" fmla="*/ 464500 h 464499"/>
                <a:gd name="connsiteX158" fmla="*/ 1538989 w 2912392"/>
                <a:gd name="connsiteY158" fmla="*/ 464291 h 464499"/>
                <a:gd name="connsiteX159" fmla="*/ 1548733 w 2912392"/>
                <a:gd name="connsiteY159" fmla="*/ 463799 h 464499"/>
                <a:gd name="connsiteX160" fmla="*/ 1558477 w 2912392"/>
                <a:gd name="connsiteY160" fmla="*/ 463023 h 464499"/>
                <a:gd name="connsiteX161" fmla="*/ 1568221 w 2912392"/>
                <a:gd name="connsiteY161" fmla="*/ 461962 h 464499"/>
                <a:gd name="connsiteX162" fmla="*/ 1577950 w 2912392"/>
                <a:gd name="connsiteY162" fmla="*/ 460612 h 464499"/>
                <a:gd name="connsiteX163" fmla="*/ 1587694 w 2912392"/>
                <a:gd name="connsiteY163" fmla="*/ 458977 h 464499"/>
                <a:gd name="connsiteX164" fmla="*/ 1597438 w 2912392"/>
                <a:gd name="connsiteY164" fmla="*/ 457052 h 464499"/>
                <a:gd name="connsiteX165" fmla="*/ 1607182 w 2912392"/>
                <a:gd name="connsiteY165" fmla="*/ 454841 h 464499"/>
                <a:gd name="connsiteX166" fmla="*/ 1616911 w 2912392"/>
                <a:gd name="connsiteY166" fmla="*/ 452344 h 464499"/>
                <a:gd name="connsiteX167" fmla="*/ 1626655 w 2912392"/>
                <a:gd name="connsiteY167" fmla="*/ 449562 h 464499"/>
                <a:gd name="connsiteX168" fmla="*/ 1636399 w 2912392"/>
                <a:gd name="connsiteY168" fmla="*/ 446500 h 464499"/>
                <a:gd name="connsiteX169" fmla="*/ 1646142 w 2912392"/>
                <a:gd name="connsiteY169" fmla="*/ 443160 h 464499"/>
                <a:gd name="connsiteX170" fmla="*/ 1655872 w 2912392"/>
                <a:gd name="connsiteY170" fmla="*/ 439547 h 464499"/>
                <a:gd name="connsiteX171" fmla="*/ 1665616 w 2912392"/>
                <a:gd name="connsiteY171" fmla="*/ 435663 h 464499"/>
                <a:gd name="connsiteX172" fmla="*/ 1675359 w 2912392"/>
                <a:gd name="connsiteY172" fmla="*/ 431515 h 464499"/>
                <a:gd name="connsiteX173" fmla="*/ 1685103 w 2912392"/>
                <a:gd name="connsiteY173" fmla="*/ 427108 h 464499"/>
                <a:gd name="connsiteX174" fmla="*/ 1694832 w 2912392"/>
                <a:gd name="connsiteY174" fmla="*/ 422447 h 464499"/>
                <a:gd name="connsiteX175" fmla="*/ 1704576 w 2912392"/>
                <a:gd name="connsiteY175" fmla="*/ 417541 h 464499"/>
                <a:gd name="connsiteX176" fmla="*/ 1714320 w 2912392"/>
                <a:gd name="connsiteY176" fmla="*/ 412396 h 464499"/>
                <a:gd name="connsiteX177" fmla="*/ 1724064 w 2912392"/>
                <a:gd name="connsiteY177" fmla="*/ 407022 h 464499"/>
                <a:gd name="connsiteX178" fmla="*/ 1733808 w 2912392"/>
                <a:gd name="connsiteY178" fmla="*/ 401423 h 464499"/>
                <a:gd name="connsiteX179" fmla="*/ 1743537 w 2912392"/>
                <a:gd name="connsiteY179" fmla="*/ 395613 h 464499"/>
                <a:gd name="connsiteX180" fmla="*/ 1753281 w 2912392"/>
                <a:gd name="connsiteY180" fmla="*/ 389596 h 464499"/>
                <a:gd name="connsiteX181" fmla="*/ 1763025 w 2912392"/>
                <a:gd name="connsiteY181" fmla="*/ 383385 h 464499"/>
                <a:gd name="connsiteX182" fmla="*/ 1772769 w 2912392"/>
                <a:gd name="connsiteY182" fmla="*/ 376990 h 464499"/>
                <a:gd name="connsiteX183" fmla="*/ 1782498 w 2912392"/>
                <a:gd name="connsiteY183" fmla="*/ 370421 h 464499"/>
                <a:gd name="connsiteX184" fmla="*/ 1792242 w 2912392"/>
                <a:gd name="connsiteY184" fmla="*/ 363689 h 464499"/>
                <a:gd name="connsiteX185" fmla="*/ 1801986 w 2912392"/>
                <a:gd name="connsiteY185" fmla="*/ 356802 h 464499"/>
                <a:gd name="connsiteX186" fmla="*/ 1811730 w 2912392"/>
                <a:gd name="connsiteY186" fmla="*/ 349777 h 464499"/>
                <a:gd name="connsiteX187" fmla="*/ 1821459 w 2912392"/>
                <a:gd name="connsiteY187" fmla="*/ 342621 h 464499"/>
                <a:gd name="connsiteX188" fmla="*/ 1831203 w 2912392"/>
                <a:gd name="connsiteY188" fmla="*/ 335349 h 464499"/>
                <a:gd name="connsiteX189" fmla="*/ 1840947 w 2912392"/>
                <a:gd name="connsiteY189" fmla="*/ 327973 h 464499"/>
                <a:gd name="connsiteX190" fmla="*/ 1850691 w 2912392"/>
                <a:gd name="connsiteY190" fmla="*/ 320502 h 464499"/>
                <a:gd name="connsiteX191" fmla="*/ 1860435 w 2912392"/>
                <a:gd name="connsiteY191" fmla="*/ 312952 h 464499"/>
                <a:gd name="connsiteX192" fmla="*/ 1870164 w 2912392"/>
                <a:gd name="connsiteY192" fmla="*/ 305334 h 464499"/>
                <a:gd name="connsiteX193" fmla="*/ 1879908 w 2912392"/>
                <a:gd name="connsiteY193" fmla="*/ 297659 h 464499"/>
                <a:gd name="connsiteX194" fmla="*/ 1889652 w 2912392"/>
                <a:gd name="connsiteY194" fmla="*/ 289943 h 464499"/>
                <a:gd name="connsiteX195" fmla="*/ 1899395 w 2912392"/>
                <a:gd name="connsiteY195" fmla="*/ 282197 h 464499"/>
                <a:gd name="connsiteX196" fmla="*/ 1909124 w 2912392"/>
                <a:gd name="connsiteY196" fmla="*/ 274433 h 464499"/>
                <a:gd name="connsiteX197" fmla="*/ 1918868 w 2912392"/>
                <a:gd name="connsiteY197" fmla="*/ 266663 h 464499"/>
                <a:gd name="connsiteX198" fmla="*/ 1928612 w 2912392"/>
                <a:gd name="connsiteY198" fmla="*/ 258903 h 464499"/>
                <a:gd name="connsiteX199" fmla="*/ 1938356 w 2912392"/>
                <a:gd name="connsiteY199" fmla="*/ 251160 h 464499"/>
                <a:gd name="connsiteX200" fmla="*/ 1948085 w 2912392"/>
                <a:gd name="connsiteY200" fmla="*/ 243449 h 464499"/>
                <a:gd name="connsiteX201" fmla="*/ 1957829 w 2912392"/>
                <a:gd name="connsiteY201" fmla="*/ 235784 h 464499"/>
                <a:gd name="connsiteX202" fmla="*/ 1967573 w 2912392"/>
                <a:gd name="connsiteY202" fmla="*/ 228172 h 464499"/>
                <a:gd name="connsiteX203" fmla="*/ 1977317 w 2912392"/>
                <a:gd name="connsiteY203" fmla="*/ 220629 h 464499"/>
                <a:gd name="connsiteX204" fmla="*/ 1987046 w 2912392"/>
                <a:gd name="connsiteY204" fmla="*/ 213164 h 464499"/>
                <a:gd name="connsiteX205" fmla="*/ 1996790 w 2912392"/>
                <a:gd name="connsiteY205" fmla="*/ 205788 h 464499"/>
                <a:gd name="connsiteX206" fmla="*/ 2006534 w 2912392"/>
                <a:gd name="connsiteY206" fmla="*/ 198513 h 464499"/>
                <a:gd name="connsiteX207" fmla="*/ 2016278 w 2912392"/>
                <a:gd name="connsiteY207" fmla="*/ 191348 h 464499"/>
                <a:gd name="connsiteX208" fmla="*/ 2026022 w 2912392"/>
                <a:gd name="connsiteY208" fmla="*/ 184303 h 464499"/>
                <a:gd name="connsiteX209" fmla="*/ 2035751 w 2912392"/>
                <a:gd name="connsiteY209" fmla="*/ 177390 h 464499"/>
                <a:gd name="connsiteX210" fmla="*/ 2045495 w 2912392"/>
                <a:gd name="connsiteY210" fmla="*/ 170616 h 464499"/>
                <a:gd name="connsiteX211" fmla="*/ 2055239 w 2912392"/>
                <a:gd name="connsiteY211" fmla="*/ 163992 h 464499"/>
                <a:gd name="connsiteX212" fmla="*/ 2064983 w 2912392"/>
                <a:gd name="connsiteY212" fmla="*/ 157524 h 464499"/>
                <a:gd name="connsiteX213" fmla="*/ 2074712 w 2912392"/>
                <a:gd name="connsiteY213" fmla="*/ 151222 h 464499"/>
                <a:gd name="connsiteX214" fmla="*/ 2084456 w 2912392"/>
                <a:gd name="connsiteY214" fmla="*/ 145094 h 464499"/>
                <a:gd name="connsiteX215" fmla="*/ 2094200 w 2912392"/>
                <a:gd name="connsiteY215" fmla="*/ 139145 h 464499"/>
                <a:gd name="connsiteX216" fmla="*/ 2103944 w 2912392"/>
                <a:gd name="connsiteY216" fmla="*/ 133385 h 464499"/>
                <a:gd name="connsiteX217" fmla="*/ 2113673 w 2912392"/>
                <a:gd name="connsiteY217" fmla="*/ 127818 h 464499"/>
                <a:gd name="connsiteX218" fmla="*/ 2123417 w 2912392"/>
                <a:gd name="connsiteY218" fmla="*/ 122452 h 464499"/>
                <a:gd name="connsiteX219" fmla="*/ 2133161 w 2912392"/>
                <a:gd name="connsiteY219" fmla="*/ 117292 h 464499"/>
                <a:gd name="connsiteX220" fmla="*/ 2142905 w 2912392"/>
                <a:gd name="connsiteY220" fmla="*/ 112343 h 464499"/>
                <a:gd name="connsiteX221" fmla="*/ 2152649 w 2912392"/>
                <a:gd name="connsiteY221" fmla="*/ 107609 h 464499"/>
                <a:gd name="connsiteX222" fmla="*/ 2162377 w 2912392"/>
                <a:gd name="connsiteY222" fmla="*/ 103095 h 464499"/>
                <a:gd name="connsiteX223" fmla="*/ 2172121 w 2912392"/>
                <a:gd name="connsiteY223" fmla="*/ 98806 h 464499"/>
                <a:gd name="connsiteX224" fmla="*/ 2181865 w 2912392"/>
                <a:gd name="connsiteY224" fmla="*/ 94743 h 464499"/>
                <a:gd name="connsiteX225" fmla="*/ 2191609 w 2912392"/>
                <a:gd name="connsiteY225" fmla="*/ 90911 h 464499"/>
                <a:gd name="connsiteX226" fmla="*/ 2201338 w 2912392"/>
                <a:gd name="connsiteY226" fmla="*/ 87311 h 464499"/>
                <a:gd name="connsiteX227" fmla="*/ 2211082 w 2912392"/>
                <a:gd name="connsiteY227" fmla="*/ 83945 h 464499"/>
                <a:gd name="connsiteX228" fmla="*/ 2220826 w 2912392"/>
                <a:gd name="connsiteY228" fmla="*/ 80818 h 464499"/>
                <a:gd name="connsiteX229" fmla="*/ 2230570 w 2912392"/>
                <a:gd name="connsiteY229" fmla="*/ 77929 h 464499"/>
                <a:gd name="connsiteX230" fmla="*/ 2240299 w 2912392"/>
                <a:gd name="connsiteY230" fmla="*/ 75279 h 464499"/>
                <a:gd name="connsiteX231" fmla="*/ 2250043 w 2912392"/>
                <a:gd name="connsiteY231" fmla="*/ 72866 h 464499"/>
                <a:gd name="connsiteX232" fmla="*/ 2259787 w 2912392"/>
                <a:gd name="connsiteY232" fmla="*/ 70696 h 464499"/>
                <a:gd name="connsiteX233" fmla="*/ 2269531 w 2912392"/>
                <a:gd name="connsiteY233" fmla="*/ 68765 h 464499"/>
                <a:gd name="connsiteX234" fmla="*/ 2279260 w 2912392"/>
                <a:gd name="connsiteY234" fmla="*/ 67072 h 464499"/>
                <a:gd name="connsiteX235" fmla="*/ 2289004 w 2912392"/>
                <a:gd name="connsiteY235" fmla="*/ 65620 h 464499"/>
                <a:gd name="connsiteX236" fmla="*/ 2298748 w 2912392"/>
                <a:gd name="connsiteY236" fmla="*/ 64404 h 464499"/>
                <a:gd name="connsiteX237" fmla="*/ 2308492 w 2912392"/>
                <a:gd name="connsiteY237" fmla="*/ 63424 h 464499"/>
                <a:gd name="connsiteX238" fmla="*/ 2318236 w 2912392"/>
                <a:gd name="connsiteY238" fmla="*/ 62677 h 464499"/>
                <a:gd name="connsiteX239" fmla="*/ 2327965 w 2912392"/>
                <a:gd name="connsiteY239" fmla="*/ 62163 h 464499"/>
                <a:gd name="connsiteX240" fmla="*/ 2337709 w 2912392"/>
                <a:gd name="connsiteY240" fmla="*/ 61877 h 464499"/>
                <a:gd name="connsiteX241" fmla="*/ 2347453 w 2912392"/>
                <a:gd name="connsiteY241" fmla="*/ 61820 h 464499"/>
                <a:gd name="connsiteX242" fmla="*/ 2357197 w 2912392"/>
                <a:gd name="connsiteY242" fmla="*/ 61986 h 464499"/>
                <a:gd name="connsiteX243" fmla="*/ 2366926 w 2912392"/>
                <a:gd name="connsiteY243" fmla="*/ 62373 h 464499"/>
                <a:gd name="connsiteX244" fmla="*/ 2376670 w 2912392"/>
                <a:gd name="connsiteY244" fmla="*/ 62978 h 464499"/>
                <a:gd name="connsiteX245" fmla="*/ 2386413 w 2912392"/>
                <a:gd name="connsiteY245" fmla="*/ 63797 h 464499"/>
                <a:gd name="connsiteX246" fmla="*/ 2396157 w 2912392"/>
                <a:gd name="connsiteY246" fmla="*/ 64825 h 464499"/>
                <a:gd name="connsiteX247" fmla="*/ 2405886 w 2912392"/>
                <a:gd name="connsiteY247" fmla="*/ 66061 h 464499"/>
                <a:gd name="connsiteX248" fmla="*/ 2415630 w 2912392"/>
                <a:gd name="connsiteY248" fmla="*/ 67498 h 464499"/>
                <a:gd name="connsiteX249" fmla="*/ 2425374 w 2912392"/>
                <a:gd name="connsiteY249" fmla="*/ 69131 h 464499"/>
                <a:gd name="connsiteX250" fmla="*/ 2435118 w 2912392"/>
                <a:gd name="connsiteY250" fmla="*/ 70958 h 464499"/>
                <a:gd name="connsiteX251" fmla="*/ 2444862 w 2912392"/>
                <a:gd name="connsiteY251" fmla="*/ 72974 h 464499"/>
                <a:gd name="connsiteX252" fmla="*/ 2454591 w 2912392"/>
                <a:gd name="connsiteY252" fmla="*/ 75171 h 464499"/>
                <a:gd name="connsiteX253" fmla="*/ 2464335 w 2912392"/>
                <a:gd name="connsiteY253" fmla="*/ 77546 h 464499"/>
                <a:gd name="connsiteX254" fmla="*/ 2474079 w 2912392"/>
                <a:gd name="connsiteY254" fmla="*/ 80094 h 464499"/>
                <a:gd name="connsiteX255" fmla="*/ 2483823 w 2912392"/>
                <a:gd name="connsiteY255" fmla="*/ 82809 h 464499"/>
                <a:gd name="connsiteX256" fmla="*/ 2493552 w 2912392"/>
                <a:gd name="connsiteY256" fmla="*/ 85684 h 464499"/>
                <a:gd name="connsiteX257" fmla="*/ 2503296 w 2912392"/>
                <a:gd name="connsiteY257" fmla="*/ 88716 h 464499"/>
                <a:gd name="connsiteX258" fmla="*/ 2513040 w 2912392"/>
                <a:gd name="connsiteY258" fmla="*/ 91898 h 464499"/>
                <a:gd name="connsiteX259" fmla="*/ 2522784 w 2912392"/>
                <a:gd name="connsiteY259" fmla="*/ 95224 h 464499"/>
                <a:gd name="connsiteX260" fmla="*/ 2532513 w 2912392"/>
                <a:gd name="connsiteY260" fmla="*/ 98688 h 464499"/>
                <a:gd name="connsiteX261" fmla="*/ 2542257 w 2912392"/>
                <a:gd name="connsiteY261" fmla="*/ 102283 h 464499"/>
                <a:gd name="connsiteX262" fmla="*/ 2552001 w 2912392"/>
                <a:gd name="connsiteY262" fmla="*/ 106005 h 464499"/>
                <a:gd name="connsiteX263" fmla="*/ 2561745 w 2912392"/>
                <a:gd name="connsiteY263" fmla="*/ 109844 h 464499"/>
                <a:gd name="connsiteX264" fmla="*/ 2571474 w 2912392"/>
                <a:gd name="connsiteY264" fmla="*/ 113797 h 464499"/>
                <a:gd name="connsiteX265" fmla="*/ 2581218 w 2912392"/>
                <a:gd name="connsiteY265" fmla="*/ 117857 h 464499"/>
                <a:gd name="connsiteX266" fmla="*/ 2590962 w 2912392"/>
                <a:gd name="connsiteY266" fmla="*/ 122015 h 464499"/>
                <a:gd name="connsiteX267" fmla="*/ 2600705 w 2912392"/>
                <a:gd name="connsiteY267" fmla="*/ 126267 h 464499"/>
                <a:gd name="connsiteX268" fmla="*/ 2610449 w 2912392"/>
                <a:gd name="connsiteY268" fmla="*/ 130606 h 464499"/>
                <a:gd name="connsiteX269" fmla="*/ 2620178 w 2912392"/>
                <a:gd name="connsiteY269" fmla="*/ 135024 h 464499"/>
                <a:gd name="connsiteX270" fmla="*/ 2629922 w 2912392"/>
                <a:gd name="connsiteY270" fmla="*/ 139516 h 464499"/>
                <a:gd name="connsiteX271" fmla="*/ 2639666 w 2912392"/>
                <a:gd name="connsiteY271" fmla="*/ 144073 h 464499"/>
                <a:gd name="connsiteX272" fmla="*/ 2649410 w 2912392"/>
                <a:gd name="connsiteY272" fmla="*/ 148690 h 464499"/>
                <a:gd name="connsiteX273" fmla="*/ 2659139 w 2912392"/>
                <a:gd name="connsiteY273" fmla="*/ 153360 h 464499"/>
                <a:gd name="connsiteX274" fmla="*/ 2668883 w 2912392"/>
                <a:gd name="connsiteY274" fmla="*/ 158077 h 464499"/>
                <a:gd name="connsiteX275" fmla="*/ 2678627 w 2912392"/>
                <a:gd name="connsiteY275" fmla="*/ 162832 h 464499"/>
                <a:gd name="connsiteX276" fmla="*/ 2688371 w 2912392"/>
                <a:gd name="connsiteY276" fmla="*/ 167622 h 464499"/>
                <a:gd name="connsiteX277" fmla="*/ 2698100 w 2912392"/>
                <a:gd name="connsiteY277" fmla="*/ 172438 h 464499"/>
                <a:gd name="connsiteX278" fmla="*/ 2707844 w 2912392"/>
                <a:gd name="connsiteY278" fmla="*/ 177274 h 464499"/>
                <a:gd name="connsiteX279" fmla="*/ 2717588 w 2912392"/>
                <a:gd name="connsiteY279" fmla="*/ 182122 h 464499"/>
                <a:gd name="connsiteX280" fmla="*/ 2727332 w 2912392"/>
                <a:gd name="connsiteY280" fmla="*/ 186979 h 464499"/>
                <a:gd name="connsiteX281" fmla="*/ 2737076 w 2912392"/>
                <a:gd name="connsiteY281" fmla="*/ 191836 h 464499"/>
                <a:gd name="connsiteX282" fmla="*/ 2746805 w 2912392"/>
                <a:gd name="connsiteY282" fmla="*/ 196689 h 464499"/>
                <a:gd name="connsiteX283" fmla="*/ 2756549 w 2912392"/>
                <a:gd name="connsiteY283" fmla="*/ 201530 h 464499"/>
                <a:gd name="connsiteX284" fmla="*/ 2766293 w 2912392"/>
                <a:gd name="connsiteY284" fmla="*/ 206352 h 464499"/>
                <a:gd name="connsiteX285" fmla="*/ 2776037 w 2912392"/>
                <a:gd name="connsiteY285" fmla="*/ 211154 h 464499"/>
                <a:gd name="connsiteX286" fmla="*/ 2785766 w 2912392"/>
                <a:gd name="connsiteY286" fmla="*/ 215928 h 464499"/>
                <a:gd name="connsiteX287" fmla="*/ 2795510 w 2912392"/>
                <a:gd name="connsiteY287" fmla="*/ 220667 h 464499"/>
                <a:gd name="connsiteX288" fmla="*/ 2805254 w 2912392"/>
                <a:gd name="connsiteY288" fmla="*/ 225369 h 464499"/>
                <a:gd name="connsiteX289" fmla="*/ 2814998 w 2912392"/>
                <a:gd name="connsiteY289" fmla="*/ 230027 h 464499"/>
                <a:gd name="connsiteX290" fmla="*/ 2824727 w 2912392"/>
                <a:gd name="connsiteY290" fmla="*/ 234637 h 464499"/>
                <a:gd name="connsiteX291" fmla="*/ 2834471 w 2912392"/>
                <a:gd name="connsiteY291" fmla="*/ 239194 h 464499"/>
                <a:gd name="connsiteX292" fmla="*/ 2844215 w 2912392"/>
                <a:gd name="connsiteY292" fmla="*/ 243695 h 464499"/>
                <a:gd name="connsiteX293" fmla="*/ 2853958 w 2912392"/>
                <a:gd name="connsiteY293" fmla="*/ 248135 h 464499"/>
                <a:gd name="connsiteX294" fmla="*/ 2863687 w 2912392"/>
                <a:gd name="connsiteY294" fmla="*/ 252511 h 464499"/>
                <a:gd name="connsiteX295" fmla="*/ 2873431 w 2912392"/>
                <a:gd name="connsiteY295" fmla="*/ 256820 h 464499"/>
                <a:gd name="connsiteX296" fmla="*/ 2883175 w 2912392"/>
                <a:gd name="connsiteY296" fmla="*/ 261057 h 464499"/>
                <a:gd name="connsiteX297" fmla="*/ 2892919 w 2912392"/>
                <a:gd name="connsiteY297" fmla="*/ 265221 h 464499"/>
                <a:gd name="connsiteX298" fmla="*/ 2902663 w 2912392"/>
                <a:gd name="connsiteY298" fmla="*/ 269310 h 464499"/>
                <a:gd name="connsiteX299" fmla="*/ 2912392 w 2912392"/>
                <a:gd name="connsiteY299" fmla="*/ 273320 h 464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64499">
                  <a:moveTo>
                    <a:pt x="0" y="0"/>
                  </a:moveTo>
                  <a:lnTo>
                    <a:pt x="9739" y="817"/>
                  </a:lnTo>
                  <a:lnTo>
                    <a:pt x="19480" y="1764"/>
                  </a:lnTo>
                  <a:lnTo>
                    <a:pt x="29221" y="2843"/>
                  </a:lnTo>
                  <a:lnTo>
                    <a:pt x="38961" y="4048"/>
                  </a:lnTo>
                  <a:lnTo>
                    <a:pt x="48702" y="5376"/>
                  </a:lnTo>
                  <a:lnTo>
                    <a:pt x="58443" y="6822"/>
                  </a:lnTo>
                  <a:lnTo>
                    <a:pt x="68182" y="8384"/>
                  </a:lnTo>
                  <a:lnTo>
                    <a:pt x="77923" y="10057"/>
                  </a:lnTo>
                  <a:lnTo>
                    <a:pt x="87664" y="11837"/>
                  </a:lnTo>
                  <a:lnTo>
                    <a:pt x="97404" y="13722"/>
                  </a:lnTo>
                  <a:lnTo>
                    <a:pt x="107145" y="15705"/>
                  </a:lnTo>
                  <a:lnTo>
                    <a:pt x="116886" y="17785"/>
                  </a:lnTo>
                  <a:lnTo>
                    <a:pt x="126625" y="19956"/>
                  </a:lnTo>
                  <a:lnTo>
                    <a:pt x="136366" y="22216"/>
                  </a:lnTo>
                  <a:lnTo>
                    <a:pt x="146107" y="24558"/>
                  </a:lnTo>
                  <a:lnTo>
                    <a:pt x="155846" y="26981"/>
                  </a:lnTo>
                  <a:lnTo>
                    <a:pt x="165587" y="29479"/>
                  </a:lnTo>
                  <a:lnTo>
                    <a:pt x="175328" y="32048"/>
                  </a:lnTo>
                  <a:lnTo>
                    <a:pt x="185068" y="34685"/>
                  </a:lnTo>
                  <a:lnTo>
                    <a:pt x="194809" y="37386"/>
                  </a:lnTo>
                  <a:lnTo>
                    <a:pt x="204550" y="40145"/>
                  </a:lnTo>
                  <a:lnTo>
                    <a:pt x="214289" y="42961"/>
                  </a:lnTo>
                  <a:lnTo>
                    <a:pt x="224030" y="45828"/>
                  </a:lnTo>
                  <a:lnTo>
                    <a:pt x="233771" y="48741"/>
                  </a:lnTo>
                  <a:lnTo>
                    <a:pt x="243510" y="51698"/>
                  </a:lnTo>
                  <a:lnTo>
                    <a:pt x="253251" y="54694"/>
                  </a:lnTo>
                  <a:lnTo>
                    <a:pt x="262992" y="57726"/>
                  </a:lnTo>
                  <a:lnTo>
                    <a:pt x="272732" y="60789"/>
                  </a:lnTo>
                  <a:lnTo>
                    <a:pt x="282473" y="63881"/>
                  </a:lnTo>
                  <a:lnTo>
                    <a:pt x="292214" y="66995"/>
                  </a:lnTo>
                  <a:lnTo>
                    <a:pt x="301953" y="70128"/>
                  </a:lnTo>
                  <a:lnTo>
                    <a:pt x="311694" y="73278"/>
                  </a:lnTo>
                  <a:lnTo>
                    <a:pt x="321435" y="76441"/>
                  </a:lnTo>
                  <a:lnTo>
                    <a:pt x="331175" y="79611"/>
                  </a:lnTo>
                  <a:lnTo>
                    <a:pt x="340916" y="82786"/>
                  </a:lnTo>
                  <a:lnTo>
                    <a:pt x="350656" y="85963"/>
                  </a:lnTo>
                  <a:lnTo>
                    <a:pt x="360396" y="89136"/>
                  </a:lnTo>
                  <a:lnTo>
                    <a:pt x="370137" y="92305"/>
                  </a:lnTo>
                  <a:lnTo>
                    <a:pt x="379878" y="95464"/>
                  </a:lnTo>
                  <a:lnTo>
                    <a:pt x="389617" y="98612"/>
                  </a:lnTo>
                  <a:lnTo>
                    <a:pt x="399358" y="101744"/>
                  </a:lnTo>
                  <a:lnTo>
                    <a:pt x="409099" y="104856"/>
                  </a:lnTo>
                  <a:lnTo>
                    <a:pt x="418839" y="107948"/>
                  </a:lnTo>
                  <a:lnTo>
                    <a:pt x="428580" y="111015"/>
                  </a:lnTo>
                  <a:lnTo>
                    <a:pt x="438321" y="114058"/>
                  </a:lnTo>
                  <a:lnTo>
                    <a:pt x="448060" y="117069"/>
                  </a:lnTo>
                  <a:lnTo>
                    <a:pt x="457801" y="120049"/>
                  </a:lnTo>
                  <a:lnTo>
                    <a:pt x="467542" y="122996"/>
                  </a:lnTo>
                  <a:lnTo>
                    <a:pt x="477281" y="125907"/>
                  </a:lnTo>
                  <a:lnTo>
                    <a:pt x="487022" y="128781"/>
                  </a:lnTo>
                  <a:lnTo>
                    <a:pt x="496763" y="131616"/>
                  </a:lnTo>
                  <a:lnTo>
                    <a:pt x="506503" y="134411"/>
                  </a:lnTo>
                  <a:lnTo>
                    <a:pt x="516244" y="137164"/>
                  </a:lnTo>
                  <a:lnTo>
                    <a:pt x="525985" y="139875"/>
                  </a:lnTo>
                  <a:lnTo>
                    <a:pt x="535724" y="142543"/>
                  </a:lnTo>
                  <a:lnTo>
                    <a:pt x="545465" y="145168"/>
                  </a:lnTo>
                  <a:lnTo>
                    <a:pt x="555206" y="147749"/>
                  </a:lnTo>
                  <a:lnTo>
                    <a:pt x="564946" y="150288"/>
                  </a:lnTo>
                  <a:lnTo>
                    <a:pt x="574687" y="152782"/>
                  </a:lnTo>
                  <a:lnTo>
                    <a:pt x="584428" y="155234"/>
                  </a:lnTo>
                  <a:lnTo>
                    <a:pt x="594167" y="157645"/>
                  </a:lnTo>
                  <a:lnTo>
                    <a:pt x="603908" y="160014"/>
                  </a:lnTo>
                  <a:lnTo>
                    <a:pt x="613649" y="162344"/>
                  </a:lnTo>
                  <a:lnTo>
                    <a:pt x="623388" y="164635"/>
                  </a:lnTo>
                  <a:lnTo>
                    <a:pt x="633129" y="166892"/>
                  </a:lnTo>
                  <a:lnTo>
                    <a:pt x="642870" y="169114"/>
                  </a:lnTo>
                  <a:lnTo>
                    <a:pt x="652610" y="171306"/>
                  </a:lnTo>
                  <a:lnTo>
                    <a:pt x="662351" y="173467"/>
                  </a:lnTo>
                  <a:lnTo>
                    <a:pt x="672092" y="175604"/>
                  </a:lnTo>
                  <a:lnTo>
                    <a:pt x="681831" y="177717"/>
                  </a:lnTo>
                  <a:lnTo>
                    <a:pt x="691572" y="179810"/>
                  </a:lnTo>
                  <a:lnTo>
                    <a:pt x="701313" y="181887"/>
                  </a:lnTo>
                  <a:lnTo>
                    <a:pt x="711052" y="183952"/>
                  </a:lnTo>
                  <a:lnTo>
                    <a:pt x="720793" y="186008"/>
                  </a:lnTo>
                  <a:lnTo>
                    <a:pt x="730534" y="188058"/>
                  </a:lnTo>
                  <a:lnTo>
                    <a:pt x="740274" y="190110"/>
                  </a:lnTo>
                  <a:lnTo>
                    <a:pt x="750015" y="192163"/>
                  </a:lnTo>
                  <a:lnTo>
                    <a:pt x="759756" y="194225"/>
                  </a:lnTo>
                  <a:lnTo>
                    <a:pt x="769495" y="196300"/>
                  </a:lnTo>
                  <a:lnTo>
                    <a:pt x="779236" y="198392"/>
                  </a:lnTo>
                  <a:lnTo>
                    <a:pt x="788977" y="200506"/>
                  </a:lnTo>
                  <a:lnTo>
                    <a:pt x="798717" y="202647"/>
                  </a:lnTo>
                  <a:lnTo>
                    <a:pt x="808458" y="204818"/>
                  </a:lnTo>
                  <a:lnTo>
                    <a:pt x="818199" y="207026"/>
                  </a:lnTo>
                  <a:lnTo>
                    <a:pt x="827938" y="209274"/>
                  </a:lnTo>
                  <a:lnTo>
                    <a:pt x="837679" y="211569"/>
                  </a:lnTo>
                  <a:lnTo>
                    <a:pt x="847420" y="213912"/>
                  </a:lnTo>
                  <a:lnTo>
                    <a:pt x="857159" y="216311"/>
                  </a:lnTo>
                  <a:lnTo>
                    <a:pt x="866900" y="218768"/>
                  </a:lnTo>
                  <a:lnTo>
                    <a:pt x="876641" y="221287"/>
                  </a:lnTo>
                  <a:lnTo>
                    <a:pt x="886381" y="223874"/>
                  </a:lnTo>
                  <a:lnTo>
                    <a:pt x="896122" y="226532"/>
                  </a:lnTo>
                  <a:lnTo>
                    <a:pt x="905863" y="229264"/>
                  </a:lnTo>
                  <a:lnTo>
                    <a:pt x="915602" y="232074"/>
                  </a:lnTo>
                  <a:lnTo>
                    <a:pt x="925343" y="234966"/>
                  </a:lnTo>
                  <a:lnTo>
                    <a:pt x="935084" y="237941"/>
                  </a:lnTo>
                  <a:lnTo>
                    <a:pt x="944824" y="241004"/>
                  </a:lnTo>
                  <a:lnTo>
                    <a:pt x="954564" y="244156"/>
                  </a:lnTo>
                  <a:lnTo>
                    <a:pt x="964305" y="247399"/>
                  </a:lnTo>
                  <a:lnTo>
                    <a:pt x="974045" y="250735"/>
                  </a:lnTo>
                  <a:lnTo>
                    <a:pt x="983786" y="254165"/>
                  </a:lnTo>
                  <a:lnTo>
                    <a:pt x="993522" y="257690"/>
                  </a:lnTo>
                  <a:lnTo>
                    <a:pt x="1003266" y="261310"/>
                  </a:lnTo>
                  <a:lnTo>
                    <a:pt x="1013010" y="265028"/>
                  </a:lnTo>
                  <a:lnTo>
                    <a:pt x="1022754" y="268839"/>
                  </a:lnTo>
                  <a:lnTo>
                    <a:pt x="1032483" y="272747"/>
                  </a:lnTo>
                  <a:lnTo>
                    <a:pt x="1042227" y="276749"/>
                  </a:lnTo>
                  <a:lnTo>
                    <a:pt x="1051971" y="280841"/>
                  </a:lnTo>
                  <a:lnTo>
                    <a:pt x="1061715" y="285027"/>
                  </a:lnTo>
                  <a:lnTo>
                    <a:pt x="1071444" y="289298"/>
                  </a:lnTo>
                  <a:lnTo>
                    <a:pt x="1081188" y="293656"/>
                  </a:lnTo>
                  <a:lnTo>
                    <a:pt x="1090932" y="298094"/>
                  </a:lnTo>
                  <a:lnTo>
                    <a:pt x="1100676" y="302613"/>
                  </a:lnTo>
                  <a:lnTo>
                    <a:pt x="1110405" y="307204"/>
                  </a:lnTo>
                  <a:lnTo>
                    <a:pt x="1120149" y="311866"/>
                  </a:lnTo>
                  <a:lnTo>
                    <a:pt x="1129893" y="316590"/>
                  </a:lnTo>
                  <a:lnTo>
                    <a:pt x="1139637" y="321374"/>
                  </a:lnTo>
                  <a:lnTo>
                    <a:pt x="1149381" y="326212"/>
                  </a:lnTo>
                  <a:lnTo>
                    <a:pt x="1159110" y="331096"/>
                  </a:lnTo>
                  <a:lnTo>
                    <a:pt x="1168854" y="336018"/>
                  </a:lnTo>
                  <a:lnTo>
                    <a:pt x="1178598" y="340975"/>
                  </a:lnTo>
                  <a:lnTo>
                    <a:pt x="1188341" y="345957"/>
                  </a:lnTo>
                  <a:lnTo>
                    <a:pt x="1198070" y="350957"/>
                  </a:lnTo>
                  <a:lnTo>
                    <a:pt x="1207814" y="355966"/>
                  </a:lnTo>
                  <a:lnTo>
                    <a:pt x="1217558" y="360977"/>
                  </a:lnTo>
                  <a:lnTo>
                    <a:pt x="1227302" y="365979"/>
                  </a:lnTo>
                  <a:lnTo>
                    <a:pt x="1237031" y="370965"/>
                  </a:lnTo>
                  <a:lnTo>
                    <a:pt x="1246775" y="375925"/>
                  </a:lnTo>
                  <a:lnTo>
                    <a:pt x="1256519" y="380849"/>
                  </a:lnTo>
                  <a:lnTo>
                    <a:pt x="1266263" y="385729"/>
                  </a:lnTo>
                  <a:lnTo>
                    <a:pt x="1276007" y="390554"/>
                  </a:lnTo>
                  <a:lnTo>
                    <a:pt x="1285736" y="395313"/>
                  </a:lnTo>
                  <a:lnTo>
                    <a:pt x="1295480" y="399997"/>
                  </a:lnTo>
                  <a:lnTo>
                    <a:pt x="1305224" y="404597"/>
                  </a:lnTo>
                  <a:lnTo>
                    <a:pt x="1314968" y="409101"/>
                  </a:lnTo>
                  <a:lnTo>
                    <a:pt x="1324697" y="413499"/>
                  </a:lnTo>
                  <a:lnTo>
                    <a:pt x="1334441" y="417781"/>
                  </a:lnTo>
                  <a:lnTo>
                    <a:pt x="1344185" y="421936"/>
                  </a:lnTo>
                  <a:lnTo>
                    <a:pt x="1353929" y="425956"/>
                  </a:lnTo>
                  <a:lnTo>
                    <a:pt x="1363658" y="429828"/>
                  </a:lnTo>
                  <a:lnTo>
                    <a:pt x="1373402" y="433544"/>
                  </a:lnTo>
                  <a:lnTo>
                    <a:pt x="1383146" y="437093"/>
                  </a:lnTo>
                  <a:lnTo>
                    <a:pt x="1392890" y="440466"/>
                  </a:lnTo>
                  <a:lnTo>
                    <a:pt x="1402619" y="443654"/>
                  </a:lnTo>
                  <a:lnTo>
                    <a:pt x="1412363" y="446648"/>
                  </a:lnTo>
                  <a:lnTo>
                    <a:pt x="1422106" y="449437"/>
                  </a:lnTo>
                  <a:lnTo>
                    <a:pt x="1431850" y="452014"/>
                  </a:lnTo>
                  <a:lnTo>
                    <a:pt x="1441594" y="454371"/>
                  </a:lnTo>
                  <a:lnTo>
                    <a:pt x="1451323" y="456499"/>
                  </a:lnTo>
                  <a:lnTo>
                    <a:pt x="1461067" y="458392"/>
                  </a:lnTo>
                  <a:lnTo>
                    <a:pt x="1470811" y="460042"/>
                  </a:lnTo>
                  <a:lnTo>
                    <a:pt x="1480555" y="461442"/>
                  </a:lnTo>
                  <a:lnTo>
                    <a:pt x="1490284" y="462587"/>
                  </a:lnTo>
                  <a:lnTo>
                    <a:pt x="1500028" y="463469"/>
                  </a:lnTo>
                  <a:lnTo>
                    <a:pt x="1509772" y="464085"/>
                  </a:lnTo>
                  <a:lnTo>
                    <a:pt x="1519516" y="464430"/>
                  </a:lnTo>
                  <a:lnTo>
                    <a:pt x="1529245" y="464500"/>
                  </a:lnTo>
                  <a:lnTo>
                    <a:pt x="1538989" y="464291"/>
                  </a:lnTo>
                  <a:lnTo>
                    <a:pt x="1548733" y="463799"/>
                  </a:lnTo>
                  <a:lnTo>
                    <a:pt x="1558477" y="463023"/>
                  </a:lnTo>
                  <a:lnTo>
                    <a:pt x="1568221" y="461962"/>
                  </a:lnTo>
                  <a:lnTo>
                    <a:pt x="1577950" y="460612"/>
                  </a:lnTo>
                  <a:lnTo>
                    <a:pt x="1587694" y="458977"/>
                  </a:lnTo>
                  <a:lnTo>
                    <a:pt x="1597438" y="457052"/>
                  </a:lnTo>
                  <a:lnTo>
                    <a:pt x="1607182" y="454841"/>
                  </a:lnTo>
                  <a:lnTo>
                    <a:pt x="1616911" y="452344"/>
                  </a:lnTo>
                  <a:lnTo>
                    <a:pt x="1626655" y="449562"/>
                  </a:lnTo>
                  <a:lnTo>
                    <a:pt x="1636399" y="446500"/>
                  </a:lnTo>
                  <a:lnTo>
                    <a:pt x="1646142" y="443160"/>
                  </a:lnTo>
                  <a:lnTo>
                    <a:pt x="1655872" y="439547"/>
                  </a:lnTo>
                  <a:lnTo>
                    <a:pt x="1665616" y="435663"/>
                  </a:lnTo>
                  <a:lnTo>
                    <a:pt x="1675359" y="431515"/>
                  </a:lnTo>
                  <a:lnTo>
                    <a:pt x="1685103" y="427108"/>
                  </a:lnTo>
                  <a:lnTo>
                    <a:pt x="1694832" y="422447"/>
                  </a:lnTo>
                  <a:lnTo>
                    <a:pt x="1704576" y="417541"/>
                  </a:lnTo>
                  <a:lnTo>
                    <a:pt x="1714320" y="412396"/>
                  </a:lnTo>
                  <a:lnTo>
                    <a:pt x="1724064" y="407022"/>
                  </a:lnTo>
                  <a:lnTo>
                    <a:pt x="1733808" y="401423"/>
                  </a:lnTo>
                  <a:lnTo>
                    <a:pt x="1743537" y="395613"/>
                  </a:lnTo>
                  <a:lnTo>
                    <a:pt x="1753281" y="389596"/>
                  </a:lnTo>
                  <a:lnTo>
                    <a:pt x="1763025" y="383385"/>
                  </a:lnTo>
                  <a:lnTo>
                    <a:pt x="1772769" y="376990"/>
                  </a:lnTo>
                  <a:lnTo>
                    <a:pt x="1782498" y="370421"/>
                  </a:lnTo>
                  <a:lnTo>
                    <a:pt x="1792242" y="363689"/>
                  </a:lnTo>
                  <a:lnTo>
                    <a:pt x="1801986" y="356802"/>
                  </a:lnTo>
                  <a:lnTo>
                    <a:pt x="1811730" y="349777"/>
                  </a:lnTo>
                  <a:lnTo>
                    <a:pt x="1821459" y="342621"/>
                  </a:lnTo>
                  <a:lnTo>
                    <a:pt x="1831203" y="335349"/>
                  </a:lnTo>
                  <a:lnTo>
                    <a:pt x="1840947" y="327973"/>
                  </a:lnTo>
                  <a:lnTo>
                    <a:pt x="1850691" y="320502"/>
                  </a:lnTo>
                  <a:lnTo>
                    <a:pt x="1860435" y="312952"/>
                  </a:lnTo>
                  <a:lnTo>
                    <a:pt x="1870164" y="305334"/>
                  </a:lnTo>
                  <a:lnTo>
                    <a:pt x="1879908" y="297659"/>
                  </a:lnTo>
                  <a:lnTo>
                    <a:pt x="1889652" y="289943"/>
                  </a:lnTo>
                  <a:lnTo>
                    <a:pt x="1899395" y="282197"/>
                  </a:lnTo>
                  <a:lnTo>
                    <a:pt x="1909124" y="274433"/>
                  </a:lnTo>
                  <a:lnTo>
                    <a:pt x="1918868" y="266663"/>
                  </a:lnTo>
                  <a:lnTo>
                    <a:pt x="1928612" y="258903"/>
                  </a:lnTo>
                  <a:lnTo>
                    <a:pt x="1938356" y="251160"/>
                  </a:lnTo>
                  <a:lnTo>
                    <a:pt x="1948085" y="243449"/>
                  </a:lnTo>
                  <a:lnTo>
                    <a:pt x="1957829" y="235784"/>
                  </a:lnTo>
                  <a:lnTo>
                    <a:pt x="1967573" y="228172"/>
                  </a:lnTo>
                  <a:lnTo>
                    <a:pt x="1977317" y="220629"/>
                  </a:lnTo>
                  <a:lnTo>
                    <a:pt x="1987046" y="213164"/>
                  </a:lnTo>
                  <a:lnTo>
                    <a:pt x="1996790" y="205788"/>
                  </a:lnTo>
                  <a:lnTo>
                    <a:pt x="2006534" y="198513"/>
                  </a:lnTo>
                  <a:lnTo>
                    <a:pt x="2016278" y="191348"/>
                  </a:lnTo>
                  <a:lnTo>
                    <a:pt x="2026022" y="184303"/>
                  </a:lnTo>
                  <a:lnTo>
                    <a:pt x="2035751" y="177390"/>
                  </a:lnTo>
                  <a:lnTo>
                    <a:pt x="2045495" y="170616"/>
                  </a:lnTo>
                  <a:lnTo>
                    <a:pt x="2055239" y="163992"/>
                  </a:lnTo>
                  <a:lnTo>
                    <a:pt x="2064983" y="157524"/>
                  </a:lnTo>
                  <a:lnTo>
                    <a:pt x="2074712" y="151222"/>
                  </a:lnTo>
                  <a:lnTo>
                    <a:pt x="2084456" y="145094"/>
                  </a:lnTo>
                  <a:lnTo>
                    <a:pt x="2094200" y="139145"/>
                  </a:lnTo>
                  <a:lnTo>
                    <a:pt x="2103944" y="133385"/>
                  </a:lnTo>
                  <a:lnTo>
                    <a:pt x="2113673" y="127818"/>
                  </a:lnTo>
                  <a:lnTo>
                    <a:pt x="2123417" y="122452"/>
                  </a:lnTo>
                  <a:lnTo>
                    <a:pt x="2133161" y="117292"/>
                  </a:lnTo>
                  <a:lnTo>
                    <a:pt x="2142905" y="112343"/>
                  </a:lnTo>
                  <a:lnTo>
                    <a:pt x="2152649" y="107609"/>
                  </a:lnTo>
                  <a:lnTo>
                    <a:pt x="2162377" y="103095"/>
                  </a:lnTo>
                  <a:lnTo>
                    <a:pt x="2172121" y="98806"/>
                  </a:lnTo>
                  <a:lnTo>
                    <a:pt x="2181865" y="94743"/>
                  </a:lnTo>
                  <a:lnTo>
                    <a:pt x="2191609" y="90911"/>
                  </a:lnTo>
                  <a:lnTo>
                    <a:pt x="2201338" y="87311"/>
                  </a:lnTo>
                  <a:lnTo>
                    <a:pt x="2211082" y="83945"/>
                  </a:lnTo>
                  <a:lnTo>
                    <a:pt x="2220826" y="80818"/>
                  </a:lnTo>
                  <a:lnTo>
                    <a:pt x="2230570" y="77929"/>
                  </a:lnTo>
                  <a:lnTo>
                    <a:pt x="2240299" y="75279"/>
                  </a:lnTo>
                  <a:lnTo>
                    <a:pt x="2250043" y="72866"/>
                  </a:lnTo>
                  <a:lnTo>
                    <a:pt x="2259787" y="70696"/>
                  </a:lnTo>
                  <a:lnTo>
                    <a:pt x="2269531" y="68765"/>
                  </a:lnTo>
                  <a:lnTo>
                    <a:pt x="2279260" y="67072"/>
                  </a:lnTo>
                  <a:lnTo>
                    <a:pt x="2289004" y="65620"/>
                  </a:lnTo>
                  <a:lnTo>
                    <a:pt x="2298748" y="64404"/>
                  </a:lnTo>
                  <a:lnTo>
                    <a:pt x="2308492" y="63424"/>
                  </a:lnTo>
                  <a:lnTo>
                    <a:pt x="2318236" y="62677"/>
                  </a:lnTo>
                  <a:lnTo>
                    <a:pt x="2327965" y="62163"/>
                  </a:lnTo>
                  <a:lnTo>
                    <a:pt x="2337709" y="61877"/>
                  </a:lnTo>
                  <a:lnTo>
                    <a:pt x="2347453" y="61820"/>
                  </a:lnTo>
                  <a:lnTo>
                    <a:pt x="2357197" y="61986"/>
                  </a:lnTo>
                  <a:lnTo>
                    <a:pt x="2366926" y="62373"/>
                  </a:lnTo>
                  <a:lnTo>
                    <a:pt x="2376670" y="62978"/>
                  </a:lnTo>
                  <a:lnTo>
                    <a:pt x="2386413" y="63797"/>
                  </a:lnTo>
                  <a:lnTo>
                    <a:pt x="2396157" y="64825"/>
                  </a:lnTo>
                  <a:lnTo>
                    <a:pt x="2405886" y="66061"/>
                  </a:lnTo>
                  <a:lnTo>
                    <a:pt x="2415630" y="67498"/>
                  </a:lnTo>
                  <a:lnTo>
                    <a:pt x="2425374" y="69131"/>
                  </a:lnTo>
                  <a:lnTo>
                    <a:pt x="2435118" y="70958"/>
                  </a:lnTo>
                  <a:lnTo>
                    <a:pt x="2444862" y="72974"/>
                  </a:lnTo>
                  <a:lnTo>
                    <a:pt x="2454591" y="75171"/>
                  </a:lnTo>
                  <a:lnTo>
                    <a:pt x="2464335" y="77546"/>
                  </a:lnTo>
                  <a:lnTo>
                    <a:pt x="2474079" y="80094"/>
                  </a:lnTo>
                  <a:lnTo>
                    <a:pt x="2483823" y="82809"/>
                  </a:lnTo>
                  <a:lnTo>
                    <a:pt x="2493552" y="85684"/>
                  </a:lnTo>
                  <a:lnTo>
                    <a:pt x="2503296" y="88716"/>
                  </a:lnTo>
                  <a:lnTo>
                    <a:pt x="2513040" y="91898"/>
                  </a:lnTo>
                  <a:lnTo>
                    <a:pt x="2522784" y="95224"/>
                  </a:lnTo>
                  <a:lnTo>
                    <a:pt x="2532513" y="98688"/>
                  </a:lnTo>
                  <a:lnTo>
                    <a:pt x="2542257" y="102283"/>
                  </a:lnTo>
                  <a:lnTo>
                    <a:pt x="2552001" y="106005"/>
                  </a:lnTo>
                  <a:lnTo>
                    <a:pt x="2561745" y="109844"/>
                  </a:lnTo>
                  <a:lnTo>
                    <a:pt x="2571474" y="113797"/>
                  </a:lnTo>
                  <a:lnTo>
                    <a:pt x="2581218" y="117857"/>
                  </a:lnTo>
                  <a:lnTo>
                    <a:pt x="2590962" y="122015"/>
                  </a:lnTo>
                  <a:lnTo>
                    <a:pt x="2600705" y="126267"/>
                  </a:lnTo>
                  <a:lnTo>
                    <a:pt x="2610449" y="130606"/>
                  </a:lnTo>
                  <a:lnTo>
                    <a:pt x="2620178" y="135024"/>
                  </a:lnTo>
                  <a:lnTo>
                    <a:pt x="2629922" y="139516"/>
                  </a:lnTo>
                  <a:lnTo>
                    <a:pt x="2639666" y="144073"/>
                  </a:lnTo>
                  <a:lnTo>
                    <a:pt x="2649410" y="148690"/>
                  </a:lnTo>
                  <a:lnTo>
                    <a:pt x="2659139" y="153360"/>
                  </a:lnTo>
                  <a:lnTo>
                    <a:pt x="2668883" y="158077"/>
                  </a:lnTo>
                  <a:lnTo>
                    <a:pt x="2678627" y="162832"/>
                  </a:lnTo>
                  <a:lnTo>
                    <a:pt x="2688371" y="167622"/>
                  </a:lnTo>
                  <a:lnTo>
                    <a:pt x="2698100" y="172438"/>
                  </a:lnTo>
                  <a:lnTo>
                    <a:pt x="2707844" y="177274"/>
                  </a:lnTo>
                  <a:lnTo>
                    <a:pt x="2717588" y="182122"/>
                  </a:lnTo>
                  <a:lnTo>
                    <a:pt x="2727332" y="186979"/>
                  </a:lnTo>
                  <a:lnTo>
                    <a:pt x="2737076" y="191836"/>
                  </a:lnTo>
                  <a:lnTo>
                    <a:pt x="2746805" y="196689"/>
                  </a:lnTo>
                  <a:lnTo>
                    <a:pt x="2756549" y="201530"/>
                  </a:lnTo>
                  <a:lnTo>
                    <a:pt x="2766293" y="206352"/>
                  </a:lnTo>
                  <a:lnTo>
                    <a:pt x="2776037" y="211154"/>
                  </a:lnTo>
                  <a:lnTo>
                    <a:pt x="2785766" y="215928"/>
                  </a:lnTo>
                  <a:lnTo>
                    <a:pt x="2795510" y="220667"/>
                  </a:lnTo>
                  <a:lnTo>
                    <a:pt x="2805254" y="225369"/>
                  </a:lnTo>
                  <a:lnTo>
                    <a:pt x="2814998" y="230027"/>
                  </a:lnTo>
                  <a:lnTo>
                    <a:pt x="2824727" y="234637"/>
                  </a:lnTo>
                  <a:lnTo>
                    <a:pt x="2834471" y="239194"/>
                  </a:lnTo>
                  <a:lnTo>
                    <a:pt x="2844215" y="243695"/>
                  </a:lnTo>
                  <a:lnTo>
                    <a:pt x="2853958" y="248135"/>
                  </a:lnTo>
                  <a:lnTo>
                    <a:pt x="2863687" y="252511"/>
                  </a:lnTo>
                  <a:lnTo>
                    <a:pt x="2873431" y="256820"/>
                  </a:lnTo>
                  <a:lnTo>
                    <a:pt x="2883175" y="261057"/>
                  </a:lnTo>
                  <a:lnTo>
                    <a:pt x="2892919" y="265221"/>
                  </a:lnTo>
                  <a:lnTo>
                    <a:pt x="2902663" y="269310"/>
                  </a:lnTo>
                  <a:lnTo>
                    <a:pt x="2912392" y="27332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4" name="Freeform 723">
              <a:extLst>
                <a:ext uri="{FF2B5EF4-FFF2-40B4-BE49-F238E27FC236}">
                  <a16:creationId xmlns:a16="http://schemas.microsoft.com/office/drawing/2014/main" id="{552725AD-25D3-CC1D-DB83-B632F4B34B03}"/>
                </a:ext>
              </a:extLst>
            </p:cNvPr>
            <p:cNvSpPr/>
            <p:nvPr/>
          </p:nvSpPr>
          <p:spPr>
            <a:xfrm>
              <a:off x="576446" y="3463373"/>
              <a:ext cx="2912392" cy="408396"/>
            </a:xfrm>
            <a:custGeom>
              <a:avLst/>
              <a:gdLst>
                <a:gd name="connsiteX0" fmla="*/ 0 w 2912392"/>
                <a:gd name="connsiteY0" fmla="*/ 408396 h 408396"/>
                <a:gd name="connsiteX1" fmla="*/ 9739 w 2912392"/>
                <a:gd name="connsiteY1" fmla="*/ 404968 h 408396"/>
                <a:gd name="connsiteX2" fmla="*/ 19480 w 2912392"/>
                <a:gd name="connsiteY2" fmla="*/ 401545 h 408396"/>
                <a:gd name="connsiteX3" fmla="*/ 29221 w 2912392"/>
                <a:gd name="connsiteY3" fmla="*/ 398132 h 408396"/>
                <a:gd name="connsiteX4" fmla="*/ 38961 w 2912392"/>
                <a:gd name="connsiteY4" fmla="*/ 394728 h 408396"/>
                <a:gd name="connsiteX5" fmla="*/ 48702 w 2912392"/>
                <a:gd name="connsiteY5" fmla="*/ 391337 h 408396"/>
                <a:gd name="connsiteX6" fmla="*/ 58443 w 2912392"/>
                <a:gd name="connsiteY6" fmla="*/ 387959 h 408396"/>
                <a:gd name="connsiteX7" fmla="*/ 68182 w 2912392"/>
                <a:gd name="connsiteY7" fmla="*/ 384599 h 408396"/>
                <a:gd name="connsiteX8" fmla="*/ 77923 w 2912392"/>
                <a:gd name="connsiteY8" fmla="*/ 381258 h 408396"/>
                <a:gd name="connsiteX9" fmla="*/ 87664 w 2912392"/>
                <a:gd name="connsiteY9" fmla="*/ 377937 h 408396"/>
                <a:gd name="connsiteX10" fmla="*/ 97404 w 2912392"/>
                <a:gd name="connsiteY10" fmla="*/ 374638 h 408396"/>
                <a:gd name="connsiteX11" fmla="*/ 107145 w 2912392"/>
                <a:gd name="connsiteY11" fmla="*/ 371363 h 408396"/>
                <a:gd name="connsiteX12" fmla="*/ 116886 w 2912392"/>
                <a:gd name="connsiteY12" fmla="*/ 368114 h 408396"/>
                <a:gd name="connsiteX13" fmla="*/ 126625 w 2912392"/>
                <a:gd name="connsiteY13" fmla="*/ 364892 h 408396"/>
                <a:gd name="connsiteX14" fmla="*/ 136366 w 2912392"/>
                <a:gd name="connsiteY14" fmla="*/ 361700 h 408396"/>
                <a:gd name="connsiteX15" fmla="*/ 146107 w 2912392"/>
                <a:gd name="connsiteY15" fmla="*/ 358537 h 408396"/>
                <a:gd name="connsiteX16" fmla="*/ 155846 w 2912392"/>
                <a:gd name="connsiteY16" fmla="*/ 355408 h 408396"/>
                <a:gd name="connsiteX17" fmla="*/ 165587 w 2912392"/>
                <a:gd name="connsiteY17" fmla="*/ 352310 h 408396"/>
                <a:gd name="connsiteX18" fmla="*/ 175328 w 2912392"/>
                <a:gd name="connsiteY18" fmla="*/ 349249 h 408396"/>
                <a:gd name="connsiteX19" fmla="*/ 185068 w 2912392"/>
                <a:gd name="connsiteY19" fmla="*/ 346223 h 408396"/>
                <a:gd name="connsiteX20" fmla="*/ 194809 w 2912392"/>
                <a:gd name="connsiteY20" fmla="*/ 343234 h 408396"/>
                <a:gd name="connsiteX21" fmla="*/ 204550 w 2912392"/>
                <a:gd name="connsiteY21" fmla="*/ 340284 h 408396"/>
                <a:gd name="connsiteX22" fmla="*/ 214289 w 2912392"/>
                <a:gd name="connsiteY22" fmla="*/ 337374 h 408396"/>
                <a:gd name="connsiteX23" fmla="*/ 224030 w 2912392"/>
                <a:gd name="connsiteY23" fmla="*/ 334503 h 408396"/>
                <a:gd name="connsiteX24" fmla="*/ 233771 w 2912392"/>
                <a:gd name="connsiteY24" fmla="*/ 331675 h 408396"/>
                <a:gd name="connsiteX25" fmla="*/ 243510 w 2912392"/>
                <a:gd name="connsiteY25" fmla="*/ 328888 h 408396"/>
                <a:gd name="connsiteX26" fmla="*/ 253251 w 2912392"/>
                <a:gd name="connsiteY26" fmla="*/ 326145 h 408396"/>
                <a:gd name="connsiteX27" fmla="*/ 262992 w 2912392"/>
                <a:gd name="connsiteY27" fmla="*/ 323445 h 408396"/>
                <a:gd name="connsiteX28" fmla="*/ 272732 w 2912392"/>
                <a:gd name="connsiteY28" fmla="*/ 320789 h 408396"/>
                <a:gd name="connsiteX29" fmla="*/ 282473 w 2912392"/>
                <a:gd name="connsiteY29" fmla="*/ 318177 h 408396"/>
                <a:gd name="connsiteX30" fmla="*/ 292214 w 2912392"/>
                <a:gd name="connsiteY30" fmla="*/ 315611 h 408396"/>
                <a:gd name="connsiteX31" fmla="*/ 301953 w 2912392"/>
                <a:gd name="connsiteY31" fmla="*/ 313090 h 408396"/>
                <a:gd name="connsiteX32" fmla="*/ 311694 w 2912392"/>
                <a:gd name="connsiteY32" fmla="*/ 310615 h 408396"/>
                <a:gd name="connsiteX33" fmla="*/ 321435 w 2912392"/>
                <a:gd name="connsiteY33" fmla="*/ 308187 h 408396"/>
                <a:gd name="connsiteX34" fmla="*/ 331175 w 2912392"/>
                <a:gd name="connsiteY34" fmla="*/ 305805 h 408396"/>
                <a:gd name="connsiteX35" fmla="*/ 340916 w 2912392"/>
                <a:gd name="connsiteY35" fmla="*/ 303470 h 408396"/>
                <a:gd name="connsiteX36" fmla="*/ 350656 w 2912392"/>
                <a:gd name="connsiteY36" fmla="*/ 301180 h 408396"/>
                <a:gd name="connsiteX37" fmla="*/ 360396 w 2912392"/>
                <a:gd name="connsiteY37" fmla="*/ 298936 h 408396"/>
                <a:gd name="connsiteX38" fmla="*/ 370137 w 2912392"/>
                <a:gd name="connsiteY38" fmla="*/ 296740 h 408396"/>
                <a:gd name="connsiteX39" fmla="*/ 379878 w 2912392"/>
                <a:gd name="connsiteY39" fmla="*/ 294589 h 408396"/>
                <a:gd name="connsiteX40" fmla="*/ 389617 w 2912392"/>
                <a:gd name="connsiteY40" fmla="*/ 292485 h 408396"/>
                <a:gd name="connsiteX41" fmla="*/ 399358 w 2912392"/>
                <a:gd name="connsiteY41" fmla="*/ 290426 h 408396"/>
                <a:gd name="connsiteX42" fmla="*/ 409099 w 2912392"/>
                <a:gd name="connsiteY42" fmla="*/ 288413 h 408396"/>
                <a:gd name="connsiteX43" fmla="*/ 418839 w 2912392"/>
                <a:gd name="connsiteY43" fmla="*/ 286446 h 408396"/>
                <a:gd name="connsiteX44" fmla="*/ 428580 w 2912392"/>
                <a:gd name="connsiteY44" fmla="*/ 284523 h 408396"/>
                <a:gd name="connsiteX45" fmla="*/ 438321 w 2912392"/>
                <a:gd name="connsiteY45" fmla="*/ 282646 h 408396"/>
                <a:gd name="connsiteX46" fmla="*/ 448060 w 2912392"/>
                <a:gd name="connsiteY46" fmla="*/ 280813 h 408396"/>
                <a:gd name="connsiteX47" fmla="*/ 457801 w 2912392"/>
                <a:gd name="connsiteY47" fmla="*/ 279025 h 408396"/>
                <a:gd name="connsiteX48" fmla="*/ 467542 w 2912392"/>
                <a:gd name="connsiteY48" fmla="*/ 277280 h 408396"/>
                <a:gd name="connsiteX49" fmla="*/ 477281 w 2912392"/>
                <a:gd name="connsiteY49" fmla="*/ 275581 h 408396"/>
                <a:gd name="connsiteX50" fmla="*/ 487022 w 2912392"/>
                <a:gd name="connsiteY50" fmla="*/ 273924 h 408396"/>
                <a:gd name="connsiteX51" fmla="*/ 496763 w 2912392"/>
                <a:gd name="connsiteY51" fmla="*/ 272312 h 408396"/>
                <a:gd name="connsiteX52" fmla="*/ 506503 w 2912392"/>
                <a:gd name="connsiteY52" fmla="*/ 270741 h 408396"/>
                <a:gd name="connsiteX53" fmla="*/ 516244 w 2912392"/>
                <a:gd name="connsiteY53" fmla="*/ 269216 h 408396"/>
                <a:gd name="connsiteX54" fmla="*/ 525985 w 2912392"/>
                <a:gd name="connsiteY54" fmla="*/ 267733 h 408396"/>
                <a:gd name="connsiteX55" fmla="*/ 535724 w 2912392"/>
                <a:gd name="connsiteY55" fmla="*/ 266294 h 408396"/>
                <a:gd name="connsiteX56" fmla="*/ 545465 w 2912392"/>
                <a:gd name="connsiteY56" fmla="*/ 264898 h 408396"/>
                <a:gd name="connsiteX57" fmla="*/ 555206 w 2912392"/>
                <a:gd name="connsiteY57" fmla="*/ 263545 h 408396"/>
                <a:gd name="connsiteX58" fmla="*/ 564946 w 2912392"/>
                <a:gd name="connsiteY58" fmla="*/ 262237 h 408396"/>
                <a:gd name="connsiteX59" fmla="*/ 574687 w 2912392"/>
                <a:gd name="connsiteY59" fmla="*/ 260974 h 408396"/>
                <a:gd name="connsiteX60" fmla="*/ 584428 w 2912392"/>
                <a:gd name="connsiteY60" fmla="*/ 259753 h 408396"/>
                <a:gd name="connsiteX61" fmla="*/ 594167 w 2912392"/>
                <a:gd name="connsiteY61" fmla="*/ 258579 h 408396"/>
                <a:gd name="connsiteX62" fmla="*/ 603908 w 2912392"/>
                <a:gd name="connsiteY62" fmla="*/ 257451 h 408396"/>
                <a:gd name="connsiteX63" fmla="*/ 613649 w 2912392"/>
                <a:gd name="connsiteY63" fmla="*/ 256368 h 408396"/>
                <a:gd name="connsiteX64" fmla="*/ 623388 w 2912392"/>
                <a:gd name="connsiteY64" fmla="*/ 255333 h 408396"/>
                <a:gd name="connsiteX65" fmla="*/ 633129 w 2912392"/>
                <a:gd name="connsiteY65" fmla="*/ 254345 h 408396"/>
                <a:gd name="connsiteX66" fmla="*/ 642870 w 2912392"/>
                <a:gd name="connsiteY66" fmla="*/ 253406 h 408396"/>
                <a:gd name="connsiteX67" fmla="*/ 652610 w 2912392"/>
                <a:gd name="connsiteY67" fmla="*/ 252517 h 408396"/>
                <a:gd name="connsiteX68" fmla="*/ 662351 w 2912392"/>
                <a:gd name="connsiteY68" fmla="*/ 251678 h 408396"/>
                <a:gd name="connsiteX69" fmla="*/ 672092 w 2912392"/>
                <a:gd name="connsiteY69" fmla="*/ 250890 h 408396"/>
                <a:gd name="connsiteX70" fmla="*/ 681831 w 2912392"/>
                <a:gd name="connsiteY70" fmla="*/ 250155 h 408396"/>
                <a:gd name="connsiteX71" fmla="*/ 691572 w 2912392"/>
                <a:gd name="connsiteY71" fmla="*/ 249475 h 408396"/>
                <a:gd name="connsiteX72" fmla="*/ 701313 w 2912392"/>
                <a:gd name="connsiteY72" fmla="*/ 248849 h 408396"/>
                <a:gd name="connsiteX73" fmla="*/ 711052 w 2912392"/>
                <a:gd name="connsiteY73" fmla="*/ 248278 h 408396"/>
                <a:gd name="connsiteX74" fmla="*/ 720793 w 2912392"/>
                <a:gd name="connsiteY74" fmla="*/ 247766 h 408396"/>
                <a:gd name="connsiteX75" fmla="*/ 730534 w 2912392"/>
                <a:gd name="connsiteY75" fmla="*/ 247311 h 408396"/>
                <a:gd name="connsiteX76" fmla="*/ 740274 w 2912392"/>
                <a:gd name="connsiteY76" fmla="*/ 246916 h 408396"/>
                <a:gd name="connsiteX77" fmla="*/ 750015 w 2912392"/>
                <a:gd name="connsiteY77" fmla="*/ 246581 h 408396"/>
                <a:gd name="connsiteX78" fmla="*/ 759756 w 2912392"/>
                <a:gd name="connsiteY78" fmla="*/ 246309 h 408396"/>
                <a:gd name="connsiteX79" fmla="*/ 769495 w 2912392"/>
                <a:gd name="connsiteY79" fmla="*/ 246100 h 408396"/>
                <a:gd name="connsiteX80" fmla="*/ 779236 w 2912392"/>
                <a:gd name="connsiteY80" fmla="*/ 245952 h 408396"/>
                <a:gd name="connsiteX81" fmla="*/ 788977 w 2912392"/>
                <a:gd name="connsiteY81" fmla="*/ 245870 h 408396"/>
                <a:gd name="connsiteX82" fmla="*/ 798717 w 2912392"/>
                <a:gd name="connsiteY82" fmla="*/ 245854 h 408396"/>
                <a:gd name="connsiteX83" fmla="*/ 808458 w 2912392"/>
                <a:gd name="connsiteY83" fmla="*/ 245903 h 408396"/>
                <a:gd name="connsiteX84" fmla="*/ 818199 w 2912392"/>
                <a:gd name="connsiteY84" fmla="*/ 246018 h 408396"/>
                <a:gd name="connsiteX85" fmla="*/ 827938 w 2912392"/>
                <a:gd name="connsiteY85" fmla="*/ 246200 h 408396"/>
                <a:gd name="connsiteX86" fmla="*/ 837679 w 2912392"/>
                <a:gd name="connsiteY86" fmla="*/ 246447 h 408396"/>
                <a:gd name="connsiteX87" fmla="*/ 847420 w 2912392"/>
                <a:gd name="connsiteY87" fmla="*/ 246761 h 408396"/>
                <a:gd name="connsiteX88" fmla="*/ 857159 w 2912392"/>
                <a:gd name="connsiteY88" fmla="*/ 247141 h 408396"/>
                <a:gd name="connsiteX89" fmla="*/ 866900 w 2912392"/>
                <a:gd name="connsiteY89" fmla="*/ 247585 h 408396"/>
                <a:gd name="connsiteX90" fmla="*/ 876641 w 2912392"/>
                <a:gd name="connsiteY90" fmla="*/ 248095 h 408396"/>
                <a:gd name="connsiteX91" fmla="*/ 886381 w 2912392"/>
                <a:gd name="connsiteY91" fmla="*/ 248667 h 408396"/>
                <a:gd name="connsiteX92" fmla="*/ 896122 w 2912392"/>
                <a:gd name="connsiteY92" fmla="*/ 249300 h 408396"/>
                <a:gd name="connsiteX93" fmla="*/ 905863 w 2912392"/>
                <a:gd name="connsiteY93" fmla="*/ 249995 h 408396"/>
                <a:gd name="connsiteX94" fmla="*/ 915602 w 2912392"/>
                <a:gd name="connsiteY94" fmla="*/ 250745 h 408396"/>
                <a:gd name="connsiteX95" fmla="*/ 925343 w 2912392"/>
                <a:gd name="connsiteY95" fmla="*/ 251553 h 408396"/>
                <a:gd name="connsiteX96" fmla="*/ 935084 w 2912392"/>
                <a:gd name="connsiteY96" fmla="*/ 252413 h 408396"/>
                <a:gd name="connsiteX97" fmla="*/ 944824 w 2912392"/>
                <a:gd name="connsiteY97" fmla="*/ 253323 h 408396"/>
                <a:gd name="connsiteX98" fmla="*/ 954564 w 2912392"/>
                <a:gd name="connsiteY98" fmla="*/ 254278 h 408396"/>
                <a:gd name="connsiteX99" fmla="*/ 964305 w 2912392"/>
                <a:gd name="connsiteY99" fmla="*/ 255278 h 408396"/>
                <a:gd name="connsiteX100" fmla="*/ 974045 w 2912392"/>
                <a:gd name="connsiteY100" fmla="*/ 256315 h 408396"/>
                <a:gd name="connsiteX101" fmla="*/ 983786 w 2912392"/>
                <a:gd name="connsiteY101" fmla="*/ 257386 h 408396"/>
                <a:gd name="connsiteX102" fmla="*/ 993522 w 2912392"/>
                <a:gd name="connsiteY102" fmla="*/ 258487 h 408396"/>
                <a:gd name="connsiteX103" fmla="*/ 1003266 w 2912392"/>
                <a:gd name="connsiteY103" fmla="*/ 259610 h 408396"/>
                <a:gd name="connsiteX104" fmla="*/ 1013010 w 2912392"/>
                <a:gd name="connsiteY104" fmla="*/ 260755 h 408396"/>
                <a:gd name="connsiteX105" fmla="*/ 1022754 w 2912392"/>
                <a:gd name="connsiteY105" fmla="*/ 261911 h 408396"/>
                <a:gd name="connsiteX106" fmla="*/ 1032483 w 2912392"/>
                <a:gd name="connsiteY106" fmla="*/ 263073 h 408396"/>
                <a:gd name="connsiteX107" fmla="*/ 1042227 w 2912392"/>
                <a:gd name="connsiteY107" fmla="*/ 264237 h 408396"/>
                <a:gd name="connsiteX108" fmla="*/ 1051971 w 2912392"/>
                <a:gd name="connsiteY108" fmla="*/ 265393 h 408396"/>
                <a:gd name="connsiteX109" fmla="*/ 1061715 w 2912392"/>
                <a:gd name="connsiteY109" fmla="*/ 266534 h 408396"/>
                <a:gd name="connsiteX110" fmla="*/ 1071444 w 2912392"/>
                <a:gd name="connsiteY110" fmla="*/ 267656 h 408396"/>
                <a:gd name="connsiteX111" fmla="*/ 1081188 w 2912392"/>
                <a:gd name="connsiteY111" fmla="*/ 268748 h 408396"/>
                <a:gd name="connsiteX112" fmla="*/ 1090932 w 2912392"/>
                <a:gd name="connsiteY112" fmla="*/ 269804 h 408396"/>
                <a:gd name="connsiteX113" fmla="*/ 1100676 w 2912392"/>
                <a:gd name="connsiteY113" fmla="*/ 270816 h 408396"/>
                <a:gd name="connsiteX114" fmla="*/ 1110405 w 2912392"/>
                <a:gd name="connsiteY114" fmla="*/ 271775 h 408396"/>
                <a:gd name="connsiteX115" fmla="*/ 1120149 w 2912392"/>
                <a:gd name="connsiteY115" fmla="*/ 272672 h 408396"/>
                <a:gd name="connsiteX116" fmla="*/ 1129893 w 2912392"/>
                <a:gd name="connsiteY116" fmla="*/ 273501 h 408396"/>
                <a:gd name="connsiteX117" fmla="*/ 1139637 w 2912392"/>
                <a:gd name="connsiteY117" fmla="*/ 274250 h 408396"/>
                <a:gd name="connsiteX118" fmla="*/ 1149381 w 2912392"/>
                <a:gd name="connsiteY118" fmla="*/ 274913 h 408396"/>
                <a:gd name="connsiteX119" fmla="*/ 1159110 w 2912392"/>
                <a:gd name="connsiteY119" fmla="*/ 275481 h 408396"/>
                <a:gd name="connsiteX120" fmla="*/ 1168854 w 2912392"/>
                <a:gd name="connsiteY120" fmla="*/ 275944 h 408396"/>
                <a:gd name="connsiteX121" fmla="*/ 1178598 w 2912392"/>
                <a:gd name="connsiteY121" fmla="*/ 276294 h 408396"/>
                <a:gd name="connsiteX122" fmla="*/ 1188341 w 2912392"/>
                <a:gd name="connsiteY122" fmla="*/ 276524 h 408396"/>
                <a:gd name="connsiteX123" fmla="*/ 1198070 w 2912392"/>
                <a:gd name="connsiteY123" fmla="*/ 276623 h 408396"/>
                <a:gd name="connsiteX124" fmla="*/ 1207814 w 2912392"/>
                <a:gd name="connsiteY124" fmla="*/ 276585 h 408396"/>
                <a:gd name="connsiteX125" fmla="*/ 1217558 w 2912392"/>
                <a:gd name="connsiteY125" fmla="*/ 276400 h 408396"/>
                <a:gd name="connsiteX126" fmla="*/ 1227302 w 2912392"/>
                <a:gd name="connsiteY126" fmla="*/ 276063 h 408396"/>
                <a:gd name="connsiteX127" fmla="*/ 1237031 w 2912392"/>
                <a:gd name="connsiteY127" fmla="*/ 275564 h 408396"/>
                <a:gd name="connsiteX128" fmla="*/ 1246775 w 2912392"/>
                <a:gd name="connsiteY128" fmla="*/ 274897 h 408396"/>
                <a:gd name="connsiteX129" fmla="*/ 1256519 w 2912392"/>
                <a:gd name="connsiteY129" fmla="*/ 274055 h 408396"/>
                <a:gd name="connsiteX130" fmla="*/ 1266263 w 2912392"/>
                <a:gd name="connsiteY130" fmla="*/ 273031 h 408396"/>
                <a:gd name="connsiteX131" fmla="*/ 1276007 w 2912392"/>
                <a:gd name="connsiteY131" fmla="*/ 271820 h 408396"/>
                <a:gd name="connsiteX132" fmla="*/ 1285736 w 2912392"/>
                <a:gd name="connsiteY132" fmla="*/ 270417 h 408396"/>
                <a:gd name="connsiteX133" fmla="*/ 1295480 w 2912392"/>
                <a:gd name="connsiteY133" fmla="*/ 268813 h 408396"/>
                <a:gd name="connsiteX134" fmla="*/ 1305224 w 2912392"/>
                <a:gd name="connsiteY134" fmla="*/ 267009 h 408396"/>
                <a:gd name="connsiteX135" fmla="*/ 1314968 w 2912392"/>
                <a:gd name="connsiteY135" fmla="*/ 264998 h 408396"/>
                <a:gd name="connsiteX136" fmla="*/ 1324697 w 2912392"/>
                <a:gd name="connsiteY136" fmla="*/ 262778 h 408396"/>
                <a:gd name="connsiteX137" fmla="*/ 1334441 w 2912392"/>
                <a:gd name="connsiteY137" fmla="*/ 260345 h 408396"/>
                <a:gd name="connsiteX138" fmla="*/ 1344185 w 2912392"/>
                <a:gd name="connsiteY138" fmla="*/ 257699 h 408396"/>
                <a:gd name="connsiteX139" fmla="*/ 1353929 w 2912392"/>
                <a:gd name="connsiteY139" fmla="*/ 254835 h 408396"/>
                <a:gd name="connsiteX140" fmla="*/ 1363658 w 2912392"/>
                <a:gd name="connsiteY140" fmla="*/ 251757 h 408396"/>
                <a:gd name="connsiteX141" fmla="*/ 1373402 w 2912392"/>
                <a:gd name="connsiteY141" fmla="*/ 248463 h 408396"/>
                <a:gd name="connsiteX142" fmla="*/ 1383146 w 2912392"/>
                <a:gd name="connsiteY142" fmla="*/ 244953 h 408396"/>
                <a:gd name="connsiteX143" fmla="*/ 1392890 w 2912392"/>
                <a:gd name="connsiteY143" fmla="*/ 241231 h 408396"/>
                <a:gd name="connsiteX144" fmla="*/ 1402619 w 2912392"/>
                <a:gd name="connsiteY144" fmla="*/ 237296 h 408396"/>
                <a:gd name="connsiteX145" fmla="*/ 1412363 w 2912392"/>
                <a:gd name="connsiteY145" fmla="*/ 233154 h 408396"/>
                <a:gd name="connsiteX146" fmla="*/ 1422106 w 2912392"/>
                <a:gd name="connsiteY146" fmla="*/ 228808 h 408396"/>
                <a:gd name="connsiteX147" fmla="*/ 1431850 w 2912392"/>
                <a:gd name="connsiteY147" fmla="*/ 224264 h 408396"/>
                <a:gd name="connsiteX148" fmla="*/ 1441594 w 2912392"/>
                <a:gd name="connsiteY148" fmla="*/ 219526 h 408396"/>
                <a:gd name="connsiteX149" fmla="*/ 1451323 w 2912392"/>
                <a:gd name="connsiteY149" fmla="*/ 214601 h 408396"/>
                <a:gd name="connsiteX150" fmla="*/ 1461067 w 2912392"/>
                <a:gd name="connsiteY150" fmla="*/ 209493 h 408396"/>
                <a:gd name="connsiteX151" fmla="*/ 1470811 w 2912392"/>
                <a:gd name="connsiteY151" fmla="*/ 204216 h 408396"/>
                <a:gd name="connsiteX152" fmla="*/ 1480555 w 2912392"/>
                <a:gd name="connsiteY152" fmla="*/ 198773 h 408396"/>
                <a:gd name="connsiteX153" fmla="*/ 1490284 w 2912392"/>
                <a:gd name="connsiteY153" fmla="*/ 193177 h 408396"/>
                <a:gd name="connsiteX154" fmla="*/ 1500028 w 2912392"/>
                <a:gd name="connsiteY154" fmla="*/ 187437 h 408396"/>
                <a:gd name="connsiteX155" fmla="*/ 1509772 w 2912392"/>
                <a:gd name="connsiteY155" fmla="*/ 181562 h 408396"/>
                <a:gd name="connsiteX156" fmla="*/ 1519516 w 2912392"/>
                <a:gd name="connsiteY156" fmla="*/ 175565 h 408396"/>
                <a:gd name="connsiteX157" fmla="*/ 1529245 w 2912392"/>
                <a:gd name="connsiteY157" fmla="*/ 169458 h 408396"/>
                <a:gd name="connsiteX158" fmla="*/ 1538989 w 2912392"/>
                <a:gd name="connsiteY158" fmla="*/ 163253 h 408396"/>
                <a:gd name="connsiteX159" fmla="*/ 1548733 w 2912392"/>
                <a:gd name="connsiteY159" fmla="*/ 156964 h 408396"/>
                <a:gd name="connsiteX160" fmla="*/ 1558477 w 2912392"/>
                <a:gd name="connsiteY160" fmla="*/ 150603 h 408396"/>
                <a:gd name="connsiteX161" fmla="*/ 1568221 w 2912392"/>
                <a:gd name="connsiteY161" fmla="*/ 144186 h 408396"/>
                <a:gd name="connsiteX162" fmla="*/ 1577950 w 2912392"/>
                <a:gd name="connsiteY162" fmla="*/ 137728 h 408396"/>
                <a:gd name="connsiteX163" fmla="*/ 1587694 w 2912392"/>
                <a:gd name="connsiteY163" fmla="*/ 131242 h 408396"/>
                <a:gd name="connsiteX164" fmla="*/ 1597438 w 2912392"/>
                <a:gd name="connsiteY164" fmla="*/ 124743 h 408396"/>
                <a:gd name="connsiteX165" fmla="*/ 1607182 w 2912392"/>
                <a:gd name="connsiteY165" fmla="*/ 118250 h 408396"/>
                <a:gd name="connsiteX166" fmla="*/ 1616911 w 2912392"/>
                <a:gd name="connsiteY166" fmla="*/ 111775 h 408396"/>
                <a:gd name="connsiteX167" fmla="*/ 1626655 w 2912392"/>
                <a:gd name="connsiteY167" fmla="*/ 105337 h 408396"/>
                <a:gd name="connsiteX168" fmla="*/ 1636399 w 2912392"/>
                <a:gd name="connsiteY168" fmla="*/ 98952 h 408396"/>
                <a:gd name="connsiteX169" fmla="*/ 1646142 w 2912392"/>
                <a:gd name="connsiteY169" fmla="*/ 92633 h 408396"/>
                <a:gd name="connsiteX170" fmla="*/ 1655872 w 2912392"/>
                <a:gd name="connsiteY170" fmla="*/ 86401 h 408396"/>
                <a:gd name="connsiteX171" fmla="*/ 1665616 w 2912392"/>
                <a:gd name="connsiteY171" fmla="*/ 80268 h 408396"/>
                <a:gd name="connsiteX172" fmla="*/ 1675359 w 2912392"/>
                <a:gd name="connsiteY172" fmla="*/ 74254 h 408396"/>
                <a:gd name="connsiteX173" fmla="*/ 1685103 w 2912392"/>
                <a:gd name="connsiteY173" fmla="*/ 68373 h 408396"/>
                <a:gd name="connsiteX174" fmla="*/ 1694832 w 2912392"/>
                <a:gd name="connsiteY174" fmla="*/ 62641 h 408396"/>
                <a:gd name="connsiteX175" fmla="*/ 1704576 w 2912392"/>
                <a:gd name="connsiteY175" fmla="*/ 57075 h 408396"/>
                <a:gd name="connsiteX176" fmla="*/ 1714320 w 2912392"/>
                <a:gd name="connsiteY176" fmla="*/ 51689 h 408396"/>
                <a:gd name="connsiteX177" fmla="*/ 1724064 w 2912392"/>
                <a:gd name="connsiteY177" fmla="*/ 46498 h 408396"/>
                <a:gd name="connsiteX178" fmla="*/ 1733808 w 2912392"/>
                <a:gd name="connsiteY178" fmla="*/ 41518 h 408396"/>
                <a:gd name="connsiteX179" fmla="*/ 1743537 w 2912392"/>
                <a:gd name="connsiteY179" fmla="*/ 36762 h 408396"/>
                <a:gd name="connsiteX180" fmla="*/ 1753281 w 2912392"/>
                <a:gd name="connsiteY180" fmla="*/ 32244 h 408396"/>
                <a:gd name="connsiteX181" fmla="*/ 1763025 w 2912392"/>
                <a:gd name="connsiteY181" fmla="*/ 27976 h 408396"/>
                <a:gd name="connsiteX182" fmla="*/ 1772769 w 2912392"/>
                <a:gd name="connsiteY182" fmla="*/ 23973 h 408396"/>
                <a:gd name="connsiteX183" fmla="*/ 1782498 w 2912392"/>
                <a:gd name="connsiteY183" fmla="*/ 20243 h 408396"/>
                <a:gd name="connsiteX184" fmla="*/ 1792242 w 2912392"/>
                <a:gd name="connsiteY184" fmla="*/ 16802 h 408396"/>
                <a:gd name="connsiteX185" fmla="*/ 1801986 w 2912392"/>
                <a:gd name="connsiteY185" fmla="*/ 13656 h 408396"/>
                <a:gd name="connsiteX186" fmla="*/ 1811730 w 2912392"/>
                <a:gd name="connsiteY186" fmla="*/ 10817 h 408396"/>
                <a:gd name="connsiteX187" fmla="*/ 1821459 w 2912392"/>
                <a:gd name="connsiteY187" fmla="*/ 8293 h 408396"/>
                <a:gd name="connsiteX188" fmla="*/ 1831203 w 2912392"/>
                <a:gd name="connsiteY188" fmla="*/ 6091 h 408396"/>
                <a:gd name="connsiteX189" fmla="*/ 1840947 w 2912392"/>
                <a:gd name="connsiteY189" fmla="*/ 4221 h 408396"/>
                <a:gd name="connsiteX190" fmla="*/ 1850691 w 2912392"/>
                <a:gd name="connsiteY190" fmla="*/ 2685 h 408396"/>
                <a:gd name="connsiteX191" fmla="*/ 1860435 w 2912392"/>
                <a:gd name="connsiteY191" fmla="*/ 1493 h 408396"/>
                <a:gd name="connsiteX192" fmla="*/ 1870164 w 2912392"/>
                <a:gd name="connsiteY192" fmla="*/ 645 h 408396"/>
                <a:gd name="connsiteX193" fmla="*/ 1879908 w 2912392"/>
                <a:gd name="connsiteY193" fmla="*/ 146 h 408396"/>
                <a:gd name="connsiteX194" fmla="*/ 1889652 w 2912392"/>
                <a:gd name="connsiteY194" fmla="*/ 0 h 408396"/>
                <a:gd name="connsiteX195" fmla="*/ 1899395 w 2912392"/>
                <a:gd name="connsiteY195" fmla="*/ 206 h 408396"/>
                <a:gd name="connsiteX196" fmla="*/ 1909124 w 2912392"/>
                <a:gd name="connsiteY196" fmla="*/ 766 h 408396"/>
                <a:gd name="connsiteX197" fmla="*/ 1918868 w 2912392"/>
                <a:gd name="connsiteY197" fmla="*/ 1678 h 408396"/>
                <a:gd name="connsiteX198" fmla="*/ 1928612 w 2912392"/>
                <a:gd name="connsiteY198" fmla="*/ 2941 h 408396"/>
                <a:gd name="connsiteX199" fmla="*/ 1938356 w 2912392"/>
                <a:gd name="connsiteY199" fmla="*/ 4553 h 408396"/>
                <a:gd name="connsiteX200" fmla="*/ 1948085 w 2912392"/>
                <a:gd name="connsiteY200" fmla="*/ 6509 h 408396"/>
                <a:gd name="connsiteX201" fmla="*/ 1957829 w 2912392"/>
                <a:gd name="connsiteY201" fmla="*/ 8807 h 408396"/>
                <a:gd name="connsiteX202" fmla="*/ 1967573 w 2912392"/>
                <a:gd name="connsiteY202" fmla="*/ 11439 h 408396"/>
                <a:gd name="connsiteX203" fmla="*/ 1977317 w 2912392"/>
                <a:gd name="connsiteY203" fmla="*/ 14400 h 408396"/>
                <a:gd name="connsiteX204" fmla="*/ 1987046 w 2912392"/>
                <a:gd name="connsiteY204" fmla="*/ 17684 h 408396"/>
                <a:gd name="connsiteX205" fmla="*/ 1996790 w 2912392"/>
                <a:gd name="connsiteY205" fmla="*/ 21279 h 408396"/>
                <a:gd name="connsiteX206" fmla="*/ 2006534 w 2912392"/>
                <a:gd name="connsiteY206" fmla="*/ 25179 h 408396"/>
                <a:gd name="connsiteX207" fmla="*/ 2016278 w 2912392"/>
                <a:gd name="connsiteY207" fmla="*/ 29373 h 408396"/>
                <a:gd name="connsiteX208" fmla="*/ 2026022 w 2912392"/>
                <a:gd name="connsiteY208" fmla="*/ 33852 h 408396"/>
                <a:gd name="connsiteX209" fmla="*/ 2035751 w 2912392"/>
                <a:gd name="connsiteY209" fmla="*/ 38602 h 408396"/>
                <a:gd name="connsiteX210" fmla="*/ 2045495 w 2912392"/>
                <a:gd name="connsiteY210" fmla="*/ 43612 h 408396"/>
                <a:gd name="connsiteX211" fmla="*/ 2055239 w 2912392"/>
                <a:gd name="connsiteY211" fmla="*/ 48869 h 408396"/>
                <a:gd name="connsiteX212" fmla="*/ 2064983 w 2912392"/>
                <a:gd name="connsiteY212" fmla="*/ 54360 h 408396"/>
                <a:gd name="connsiteX213" fmla="*/ 2074712 w 2912392"/>
                <a:gd name="connsiteY213" fmla="*/ 60071 h 408396"/>
                <a:gd name="connsiteX214" fmla="*/ 2084456 w 2912392"/>
                <a:gd name="connsiteY214" fmla="*/ 65988 h 408396"/>
                <a:gd name="connsiteX215" fmla="*/ 2094200 w 2912392"/>
                <a:gd name="connsiteY215" fmla="*/ 72095 h 408396"/>
                <a:gd name="connsiteX216" fmla="*/ 2103944 w 2912392"/>
                <a:gd name="connsiteY216" fmla="*/ 78375 h 408396"/>
                <a:gd name="connsiteX217" fmla="*/ 2113673 w 2912392"/>
                <a:gd name="connsiteY217" fmla="*/ 84814 h 408396"/>
                <a:gd name="connsiteX218" fmla="*/ 2123417 w 2912392"/>
                <a:gd name="connsiteY218" fmla="*/ 91396 h 408396"/>
                <a:gd name="connsiteX219" fmla="*/ 2133161 w 2912392"/>
                <a:gd name="connsiteY219" fmla="*/ 98102 h 408396"/>
                <a:gd name="connsiteX220" fmla="*/ 2142905 w 2912392"/>
                <a:gd name="connsiteY220" fmla="*/ 104919 h 408396"/>
                <a:gd name="connsiteX221" fmla="*/ 2152649 w 2912392"/>
                <a:gd name="connsiteY221" fmla="*/ 111826 h 408396"/>
                <a:gd name="connsiteX222" fmla="*/ 2162377 w 2912392"/>
                <a:gd name="connsiteY222" fmla="*/ 118807 h 408396"/>
                <a:gd name="connsiteX223" fmla="*/ 2172121 w 2912392"/>
                <a:gd name="connsiteY223" fmla="*/ 125847 h 408396"/>
                <a:gd name="connsiteX224" fmla="*/ 2181865 w 2912392"/>
                <a:gd name="connsiteY224" fmla="*/ 132926 h 408396"/>
                <a:gd name="connsiteX225" fmla="*/ 2191609 w 2912392"/>
                <a:gd name="connsiteY225" fmla="*/ 140028 h 408396"/>
                <a:gd name="connsiteX226" fmla="*/ 2201338 w 2912392"/>
                <a:gd name="connsiteY226" fmla="*/ 147135 h 408396"/>
                <a:gd name="connsiteX227" fmla="*/ 2211082 w 2912392"/>
                <a:gd name="connsiteY227" fmla="*/ 154230 h 408396"/>
                <a:gd name="connsiteX228" fmla="*/ 2220826 w 2912392"/>
                <a:gd name="connsiteY228" fmla="*/ 161296 h 408396"/>
                <a:gd name="connsiteX229" fmla="*/ 2230570 w 2912392"/>
                <a:gd name="connsiteY229" fmla="*/ 168317 h 408396"/>
                <a:gd name="connsiteX230" fmla="*/ 2240299 w 2912392"/>
                <a:gd name="connsiteY230" fmla="*/ 175276 h 408396"/>
                <a:gd name="connsiteX231" fmla="*/ 2250043 w 2912392"/>
                <a:gd name="connsiteY231" fmla="*/ 182157 h 408396"/>
                <a:gd name="connsiteX232" fmla="*/ 2259787 w 2912392"/>
                <a:gd name="connsiteY232" fmla="*/ 188943 h 408396"/>
                <a:gd name="connsiteX233" fmla="*/ 2269531 w 2912392"/>
                <a:gd name="connsiteY233" fmla="*/ 195619 h 408396"/>
                <a:gd name="connsiteX234" fmla="*/ 2279260 w 2912392"/>
                <a:gd name="connsiteY234" fmla="*/ 202170 h 408396"/>
                <a:gd name="connsiteX235" fmla="*/ 2289004 w 2912392"/>
                <a:gd name="connsiteY235" fmla="*/ 208583 h 408396"/>
                <a:gd name="connsiteX236" fmla="*/ 2298748 w 2912392"/>
                <a:gd name="connsiteY236" fmla="*/ 214842 h 408396"/>
                <a:gd name="connsiteX237" fmla="*/ 2308492 w 2912392"/>
                <a:gd name="connsiteY237" fmla="*/ 220933 h 408396"/>
                <a:gd name="connsiteX238" fmla="*/ 2318236 w 2912392"/>
                <a:gd name="connsiteY238" fmla="*/ 226844 h 408396"/>
                <a:gd name="connsiteX239" fmla="*/ 2327965 w 2912392"/>
                <a:gd name="connsiteY239" fmla="*/ 232563 h 408396"/>
                <a:gd name="connsiteX240" fmla="*/ 2337709 w 2912392"/>
                <a:gd name="connsiteY240" fmla="*/ 238077 h 408396"/>
                <a:gd name="connsiteX241" fmla="*/ 2347453 w 2912392"/>
                <a:gd name="connsiteY241" fmla="*/ 243375 h 408396"/>
                <a:gd name="connsiteX242" fmla="*/ 2357197 w 2912392"/>
                <a:gd name="connsiteY242" fmla="*/ 248447 h 408396"/>
                <a:gd name="connsiteX243" fmla="*/ 2366926 w 2912392"/>
                <a:gd name="connsiteY243" fmla="*/ 253283 h 408396"/>
                <a:gd name="connsiteX244" fmla="*/ 2376670 w 2912392"/>
                <a:gd name="connsiteY244" fmla="*/ 257873 h 408396"/>
                <a:gd name="connsiteX245" fmla="*/ 2386413 w 2912392"/>
                <a:gd name="connsiteY245" fmla="*/ 262209 h 408396"/>
                <a:gd name="connsiteX246" fmla="*/ 2396157 w 2912392"/>
                <a:gd name="connsiteY246" fmla="*/ 266282 h 408396"/>
                <a:gd name="connsiteX247" fmla="*/ 2405886 w 2912392"/>
                <a:gd name="connsiteY247" fmla="*/ 270087 h 408396"/>
                <a:gd name="connsiteX248" fmla="*/ 2415630 w 2912392"/>
                <a:gd name="connsiteY248" fmla="*/ 273617 h 408396"/>
                <a:gd name="connsiteX249" fmla="*/ 2425374 w 2912392"/>
                <a:gd name="connsiteY249" fmla="*/ 276866 h 408396"/>
                <a:gd name="connsiteX250" fmla="*/ 2435118 w 2912392"/>
                <a:gd name="connsiteY250" fmla="*/ 279828 h 408396"/>
                <a:gd name="connsiteX251" fmla="*/ 2444862 w 2912392"/>
                <a:gd name="connsiteY251" fmla="*/ 282501 h 408396"/>
                <a:gd name="connsiteX252" fmla="*/ 2454591 w 2912392"/>
                <a:gd name="connsiteY252" fmla="*/ 284879 h 408396"/>
                <a:gd name="connsiteX253" fmla="*/ 2464335 w 2912392"/>
                <a:gd name="connsiteY253" fmla="*/ 286960 h 408396"/>
                <a:gd name="connsiteX254" fmla="*/ 2474079 w 2912392"/>
                <a:gd name="connsiteY254" fmla="*/ 288744 h 408396"/>
                <a:gd name="connsiteX255" fmla="*/ 2483823 w 2912392"/>
                <a:gd name="connsiteY255" fmla="*/ 290226 h 408396"/>
                <a:gd name="connsiteX256" fmla="*/ 2493552 w 2912392"/>
                <a:gd name="connsiteY256" fmla="*/ 291408 h 408396"/>
                <a:gd name="connsiteX257" fmla="*/ 2503296 w 2912392"/>
                <a:gd name="connsiteY257" fmla="*/ 292288 h 408396"/>
                <a:gd name="connsiteX258" fmla="*/ 2513040 w 2912392"/>
                <a:gd name="connsiteY258" fmla="*/ 292869 h 408396"/>
                <a:gd name="connsiteX259" fmla="*/ 2522784 w 2912392"/>
                <a:gd name="connsiteY259" fmla="*/ 293149 h 408396"/>
                <a:gd name="connsiteX260" fmla="*/ 2532513 w 2912392"/>
                <a:gd name="connsiteY260" fmla="*/ 293133 h 408396"/>
                <a:gd name="connsiteX261" fmla="*/ 2542257 w 2912392"/>
                <a:gd name="connsiteY261" fmla="*/ 292823 h 408396"/>
                <a:gd name="connsiteX262" fmla="*/ 2552001 w 2912392"/>
                <a:gd name="connsiteY262" fmla="*/ 292220 h 408396"/>
                <a:gd name="connsiteX263" fmla="*/ 2561745 w 2912392"/>
                <a:gd name="connsiteY263" fmla="*/ 291327 h 408396"/>
                <a:gd name="connsiteX264" fmla="*/ 2571474 w 2912392"/>
                <a:gd name="connsiteY264" fmla="*/ 290152 h 408396"/>
                <a:gd name="connsiteX265" fmla="*/ 2581218 w 2912392"/>
                <a:gd name="connsiteY265" fmla="*/ 288696 h 408396"/>
                <a:gd name="connsiteX266" fmla="*/ 2590962 w 2912392"/>
                <a:gd name="connsiteY266" fmla="*/ 286966 h 408396"/>
                <a:gd name="connsiteX267" fmla="*/ 2600705 w 2912392"/>
                <a:gd name="connsiteY267" fmla="*/ 284967 h 408396"/>
                <a:gd name="connsiteX268" fmla="*/ 2610449 w 2912392"/>
                <a:gd name="connsiteY268" fmla="*/ 282705 h 408396"/>
                <a:gd name="connsiteX269" fmla="*/ 2620178 w 2912392"/>
                <a:gd name="connsiteY269" fmla="*/ 280186 h 408396"/>
                <a:gd name="connsiteX270" fmla="*/ 2629922 w 2912392"/>
                <a:gd name="connsiteY270" fmla="*/ 277418 h 408396"/>
                <a:gd name="connsiteX271" fmla="*/ 2639666 w 2912392"/>
                <a:gd name="connsiteY271" fmla="*/ 274405 h 408396"/>
                <a:gd name="connsiteX272" fmla="*/ 2649410 w 2912392"/>
                <a:gd name="connsiteY272" fmla="*/ 271159 h 408396"/>
                <a:gd name="connsiteX273" fmla="*/ 2659139 w 2912392"/>
                <a:gd name="connsiteY273" fmla="*/ 267683 h 408396"/>
                <a:gd name="connsiteX274" fmla="*/ 2668883 w 2912392"/>
                <a:gd name="connsiteY274" fmla="*/ 263988 h 408396"/>
                <a:gd name="connsiteX275" fmla="*/ 2678627 w 2912392"/>
                <a:gd name="connsiteY275" fmla="*/ 260081 h 408396"/>
                <a:gd name="connsiteX276" fmla="*/ 2688371 w 2912392"/>
                <a:gd name="connsiteY276" fmla="*/ 255972 h 408396"/>
                <a:gd name="connsiteX277" fmla="*/ 2698100 w 2912392"/>
                <a:gd name="connsiteY277" fmla="*/ 251669 h 408396"/>
                <a:gd name="connsiteX278" fmla="*/ 2707844 w 2912392"/>
                <a:gd name="connsiteY278" fmla="*/ 247179 h 408396"/>
                <a:gd name="connsiteX279" fmla="*/ 2717588 w 2912392"/>
                <a:gd name="connsiteY279" fmla="*/ 242514 h 408396"/>
                <a:gd name="connsiteX280" fmla="*/ 2727332 w 2912392"/>
                <a:gd name="connsiteY280" fmla="*/ 237680 h 408396"/>
                <a:gd name="connsiteX281" fmla="*/ 2737076 w 2912392"/>
                <a:gd name="connsiteY281" fmla="*/ 232689 h 408396"/>
                <a:gd name="connsiteX282" fmla="*/ 2746805 w 2912392"/>
                <a:gd name="connsiteY282" fmla="*/ 227549 h 408396"/>
                <a:gd name="connsiteX283" fmla="*/ 2756549 w 2912392"/>
                <a:gd name="connsiteY283" fmla="*/ 222269 h 408396"/>
                <a:gd name="connsiteX284" fmla="*/ 2766293 w 2912392"/>
                <a:gd name="connsiteY284" fmla="*/ 216859 h 408396"/>
                <a:gd name="connsiteX285" fmla="*/ 2776037 w 2912392"/>
                <a:gd name="connsiteY285" fmla="*/ 211329 h 408396"/>
                <a:gd name="connsiteX286" fmla="*/ 2785766 w 2912392"/>
                <a:gd name="connsiteY286" fmla="*/ 205688 h 408396"/>
                <a:gd name="connsiteX287" fmla="*/ 2795510 w 2912392"/>
                <a:gd name="connsiteY287" fmla="*/ 199944 h 408396"/>
                <a:gd name="connsiteX288" fmla="*/ 2805254 w 2912392"/>
                <a:gd name="connsiteY288" fmla="*/ 194108 h 408396"/>
                <a:gd name="connsiteX289" fmla="*/ 2814998 w 2912392"/>
                <a:gd name="connsiteY289" fmla="*/ 188189 h 408396"/>
                <a:gd name="connsiteX290" fmla="*/ 2824727 w 2912392"/>
                <a:gd name="connsiteY290" fmla="*/ 182197 h 408396"/>
                <a:gd name="connsiteX291" fmla="*/ 2834471 w 2912392"/>
                <a:gd name="connsiteY291" fmla="*/ 176139 h 408396"/>
                <a:gd name="connsiteX292" fmla="*/ 2844215 w 2912392"/>
                <a:gd name="connsiteY292" fmla="*/ 170027 h 408396"/>
                <a:gd name="connsiteX293" fmla="*/ 2853958 w 2912392"/>
                <a:gd name="connsiteY293" fmla="*/ 163868 h 408396"/>
                <a:gd name="connsiteX294" fmla="*/ 2863687 w 2912392"/>
                <a:gd name="connsiteY294" fmla="*/ 157670 h 408396"/>
                <a:gd name="connsiteX295" fmla="*/ 2873431 w 2912392"/>
                <a:gd name="connsiteY295" fmla="*/ 151445 h 408396"/>
                <a:gd name="connsiteX296" fmla="*/ 2883175 w 2912392"/>
                <a:gd name="connsiteY296" fmla="*/ 145200 h 408396"/>
                <a:gd name="connsiteX297" fmla="*/ 2892919 w 2912392"/>
                <a:gd name="connsiteY297" fmla="*/ 138943 h 408396"/>
                <a:gd name="connsiteX298" fmla="*/ 2902663 w 2912392"/>
                <a:gd name="connsiteY298" fmla="*/ 132683 h 408396"/>
                <a:gd name="connsiteX299" fmla="*/ 2912392 w 2912392"/>
                <a:gd name="connsiteY299" fmla="*/ 126428 h 408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08396">
                  <a:moveTo>
                    <a:pt x="0" y="408396"/>
                  </a:moveTo>
                  <a:lnTo>
                    <a:pt x="9739" y="404968"/>
                  </a:lnTo>
                  <a:lnTo>
                    <a:pt x="19480" y="401545"/>
                  </a:lnTo>
                  <a:lnTo>
                    <a:pt x="29221" y="398132"/>
                  </a:lnTo>
                  <a:lnTo>
                    <a:pt x="38961" y="394728"/>
                  </a:lnTo>
                  <a:lnTo>
                    <a:pt x="48702" y="391337"/>
                  </a:lnTo>
                  <a:lnTo>
                    <a:pt x="58443" y="387959"/>
                  </a:lnTo>
                  <a:lnTo>
                    <a:pt x="68182" y="384599"/>
                  </a:lnTo>
                  <a:lnTo>
                    <a:pt x="77923" y="381258"/>
                  </a:lnTo>
                  <a:lnTo>
                    <a:pt x="87664" y="377937"/>
                  </a:lnTo>
                  <a:lnTo>
                    <a:pt x="97404" y="374638"/>
                  </a:lnTo>
                  <a:lnTo>
                    <a:pt x="107145" y="371363"/>
                  </a:lnTo>
                  <a:lnTo>
                    <a:pt x="116886" y="368114"/>
                  </a:lnTo>
                  <a:lnTo>
                    <a:pt x="126625" y="364892"/>
                  </a:lnTo>
                  <a:lnTo>
                    <a:pt x="136366" y="361700"/>
                  </a:lnTo>
                  <a:lnTo>
                    <a:pt x="146107" y="358537"/>
                  </a:lnTo>
                  <a:lnTo>
                    <a:pt x="155846" y="355408"/>
                  </a:lnTo>
                  <a:lnTo>
                    <a:pt x="165587" y="352310"/>
                  </a:lnTo>
                  <a:lnTo>
                    <a:pt x="175328" y="349249"/>
                  </a:lnTo>
                  <a:lnTo>
                    <a:pt x="185068" y="346223"/>
                  </a:lnTo>
                  <a:lnTo>
                    <a:pt x="194809" y="343234"/>
                  </a:lnTo>
                  <a:lnTo>
                    <a:pt x="204550" y="340284"/>
                  </a:lnTo>
                  <a:lnTo>
                    <a:pt x="214289" y="337374"/>
                  </a:lnTo>
                  <a:lnTo>
                    <a:pt x="224030" y="334503"/>
                  </a:lnTo>
                  <a:lnTo>
                    <a:pt x="233771" y="331675"/>
                  </a:lnTo>
                  <a:lnTo>
                    <a:pt x="243510" y="328888"/>
                  </a:lnTo>
                  <a:lnTo>
                    <a:pt x="253251" y="326145"/>
                  </a:lnTo>
                  <a:lnTo>
                    <a:pt x="262992" y="323445"/>
                  </a:lnTo>
                  <a:lnTo>
                    <a:pt x="272732" y="320789"/>
                  </a:lnTo>
                  <a:lnTo>
                    <a:pt x="282473" y="318177"/>
                  </a:lnTo>
                  <a:lnTo>
                    <a:pt x="292214" y="315611"/>
                  </a:lnTo>
                  <a:lnTo>
                    <a:pt x="301953" y="313090"/>
                  </a:lnTo>
                  <a:lnTo>
                    <a:pt x="311694" y="310615"/>
                  </a:lnTo>
                  <a:lnTo>
                    <a:pt x="321435" y="308187"/>
                  </a:lnTo>
                  <a:lnTo>
                    <a:pt x="331175" y="305805"/>
                  </a:lnTo>
                  <a:lnTo>
                    <a:pt x="340916" y="303470"/>
                  </a:lnTo>
                  <a:lnTo>
                    <a:pt x="350656" y="301180"/>
                  </a:lnTo>
                  <a:lnTo>
                    <a:pt x="360396" y="298936"/>
                  </a:lnTo>
                  <a:lnTo>
                    <a:pt x="370137" y="296740"/>
                  </a:lnTo>
                  <a:lnTo>
                    <a:pt x="379878" y="294589"/>
                  </a:lnTo>
                  <a:lnTo>
                    <a:pt x="389617" y="292485"/>
                  </a:lnTo>
                  <a:lnTo>
                    <a:pt x="399358" y="290426"/>
                  </a:lnTo>
                  <a:lnTo>
                    <a:pt x="409099" y="288413"/>
                  </a:lnTo>
                  <a:lnTo>
                    <a:pt x="418839" y="286446"/>
                  </a:lnTo>
                  <a:lnTo>
                    <a:pt x="428580" y="284523"/>
                  </a:lnTo>
                  <a:lnTo>
                    <a:pt x="438321" y="282646"/>
                  </a:lnTo>
                  <a:lnTo>
                    <a:pt x="448060" y="280813"/>
                  </a:lnTo>
                  <a:lnTo>
                    <a:pt x="457801" y="279025"/>
                  </a:lnTo>
                  <a:lnTo>
                    <a:pt x="467542" y="277280"/>
                  </a:lnTo>
                  <a:lnTo>
                    <a:pt x="477281" y="275581"/>
                  </a:lnTo>
                  <a:lnTo>
                    <a:pt x="487022" y="273924"/>
                  </a:lnTo>
                  <a:lnTo>
                    <a:pt x="496763" y="272312"/>
                  </a:lnTo>
                  <a:lnTo>
                    <a:pt x="506503" y="270741"/>
                  </a:lnTo>
                  <a:lnTo>
                    <a:pt x="516244" y="269216"/>
                  </a:lnTo>
                  <a:lnTo>
                    <a:pt x="525985" y="267733"/>
                  </a:lnTo>
                  <a:lnTo>
                    <a:pt x="535724" y="266294"/>
                  </a:lnTo>
                  <a:lnTo>
                    <a:pt x="545465" y="264898"/>
                  </a:lnTo>
                  <a:lnTo>
                    <a:pt x="555206" y="263545"/>
                  </a:lnTo>
                  <a:lnTo>
                    <a:pt x="564946" y="262237"/>
                  </a:lnTo>
                  <a:lnTo>
                    <a:pt x="574687" y="260974"/>
                  </a:lnTo>
                  <a:lnTo>
                    <a:pt x="584428" y="259753"/>
                  </a:lnTo>
                  <a:lnTo>
                    <a:pt x="594167" y="258579"/>
                  </a:lnTo>
                  <a:lnTo>
                    <a:pt x="603908" y="257451"/>
                  </a:lnTo>
                  <a:lnTo>
                    <a:pt x="613649" y="256368"/>
                  </a:lnTo>
                  <a:lnTo>
                    <a:pt x="623388" y="255333"/>
                  </a:lnTo>
                  <a:lnTo>
                    <a:pt x="633129" y="254345"/>
                  </a:lnTo>
                  <a:lnTo>
                    <a:pt x="642870" y="253406"/>
                  </a:lnTo>
                  <a:lnTo>
                    <a:pt x="652610" y="252517"/>
                  </a:lnTo>
                  <a:lnTo>
                    <a:pt x="662351" y="251678"/>
                  </a:lnTo>
                  <a:lnTo>
                    <a:pt x="672092" y="250890"/>
                  </a:lnTo>
                  <a:lnTo>
                    <a:pt x="681831" y="250155"/>
                  </a:lnTo>
                  <a:lnTo>
                    <a:pt x="691572" y="249475"/>
                  </a:lnTo>
                  <a:lnTo>
                    <a:pt x="701313" y="248849"/>
                  </a:lnTo>
                  <a:lnTo>
                    <a:pt x="711052" y="248278"/>
                  </a:lnTo>
                  <a:lnTo>
                    <a:pt x="720793" y="247766"/>
                  </a:lnTo>
                  <a:lnTo>
                    <a:pt x="730534" y="247311"/>
                  </a:lnTo>
                  <a:lnTo>
                    <a:pt x="740274" y="246916"/>
                  </a:lnTo>
                  <a:lnTo>
                    <a:pt x="750015" y="246581"/>
                  </a:lnTo>
                  <a:lnTo>
                    <a:pt x="759756" y="246309"/>
                  </a:lnTo>
                  <a:lnTo>
                    <a:pt x="769495" y="246100"/>
                  </a:lnTo>
                  <a:lnTo>
                    <a:pt x="779236" y="245952"/>
                  </a:lnTo>
                  <a:lnTo>
                    <a:pt x="788977" y="245870"/>
                  </a:lnTo>
                  <a:lnTo>
                    <a:pt x="798717" y="245854"/>
                  </a:lnTo>
                  <a:lnTo>
                    <a:pt x="808458" y="245903"/>
                  </a:lnTo>
                  <a:lnTo>
                    <a:pt x="818199" y="246018"/>
                  </a:lnTo>
                  <a:lnTo>
                    <a:pt x="827938" y="246200"/>
                  </a:lnTo>
                  <a:lnTo>
                    <a:pt x="837679" y="246447"/>
                  </a:lnTo>
                  <a:lnTo>
                    <a:pt x="847420" y="246761"/>
                  </a:lnTo>
                  <a:lnTo>
                    <a:pt x="857159" y="247141"/>
                  </a:lnTo>
                  <a:lnTo>
                    <a:pt x="866900" y="247585"/>
                  </a:lnTo>
                  <a:lnTo>
                    <a:pt x="876641" y="248095"/>
                  </a:lnTo>
                  <a:lnTo>
                    <a:pt x="886381" y="248667"/>
                  </a:lnTo>
                  <a:lnTo>
                    <a:pt x="896122" y="249300"/>
                  </a:lnTo>
                  <a:lnTo>
                    <a:pt x="905863" y="249995"/>
                  </a:lnTo>
                  <a:lnTo>
                    <a:pt x="915602" y="250745"/>
                  </a:lnTo>
                  <a:lnTo>
                    <a:pt x="925343" y="251553"/>
                  </a:lnTo>
                  <a:lnTo>
                    <a:pt x="935084" y="252413"/>
                  </a:lnTo>
                  <a:lnTo>
                    <a:pt x="944824" y="253323"/>
                  </a:lnTo>
                  <a:lnTo>
                    <a:pt x="954564" y="254278"/>
                  </a:lnTo>
                  <a:lnTo>
                    <a:pt x="964305" y="255278"/>
                  </a:lnTo>
                  <a:lnTo>
                    <a:pt x="974045" y="256315"/>
                  </a:lnTo>
                  <a:lnTo>
                    <a:pt x="983786" y="257386"/>
                  </a:lnTo>
                  <a:lnTo>
                    <a:pt x="993522" y="258487"/>
                  </a:lnTo>
                  <a:lnTo>
                    <a:pt x="1003266" y="259610"/>
                  </a:lnTo>
                  <a:lnTo>
                    <a:pt x="1013010" y="260755"/>
                  </a:lnTo>
                  <a:lnTo>
                    <a:pt x="1022754" y="261911"/>
                  </a:lnTo>
                  <a:lnTo>
                    <a:pt x="1032483" y="263073"/>
                  </a:lnTo>
                  <a:lnTo>
                    <a:pt x="1042227" y="264237"/>
                  </a:lnTo>
                  <a:lnTo>
                    <a:pt x="1051971" y="265393"/>
                  </a:lnTo>
                  <a:lnTo>
                    <a:pt x="1061715" y="266534"/>
                  </a:lnTo>
                  <a:lnTo>
                    <a:pt x="1071444" y="267656"/>
                  </a:lnTo>
                  <a:lnTo>
                    <a:pt x="1081188" y="268748"/>
                  </a:lnTo>
                  <a:lnTo>
                    <a:pt x="1090932" y="269804"/>
                  </a:lnTo>
                  <a:lnTo>
                    <a:pt x="1100676" y="270816"/>
                  </a:lnTo>
                  <a:lnTo>
                    <a:pt x="1110405" y="271775"/>
                  </a:lnTo>
                  <a:lnTo>
                    <a:pt x="1120149" y="272672"/>
                  </a:lnTo>
                  <a:lnTo>
                    <a:pt x="1129893" y="273501"/>
                  </a:lnTo>
                  <a:lnTo>
                    <a:pt x="1139637" y="274250"/>
                  </a:lnTo>
                  <a:lnTo>
                    <a:pt x="1149381" y="274913"/>
                  </a:lnTo>
                  <a:lnTo>
                    <a:pt x="1159110" y="275481"/>
                  </a:lnTo>
                  <a:lnTo>
                    <a:pt x="1168854" y="275944"/>
                  </a:lnTo>
                  <a:lnTo>
                    <a:pt x="1178598" y="276294"/>
                  </a:lnTo>
                  <a:lnTo>
                    <a:pt x="1188341" y="276524"/>
                  </a:lnTo>
                  <a:lnTo>
                    <a:pt x="1198070" y="276623"/>
                  </a:lnTo>
                  <a:lnTo>
                    <a:pt x="1207814" y="276585"/>
                  </a:lnTo>
                  <a:lnTo>
                    <a:pt x="1217558" y="276400"/>
                  </a:lnTo>
                  <a:lnTo>
                    <a:pt x="1227302" y="276063"/>
                  </a:lnTo>
                  <a:lnTo>
                    <a:pt x="1237031" y="275564"/>
                  </a:lnTo>
                  <a:lnTo>
                    <a:pt x="1246775" y="274897"/>
                  </a:lnTo>
                  <a:lnTo>
                    <a:pt x="1256519" y="274055"/>
                  </a:lnTo>
                  <a:lnTo>
                    <a:pt x="1266263" y="273031"/>
                  </a:lnTo>
                  <a:lnTo>
                    <a:pt x="1276007" y="271820"/>
                  </a:lnTo>
                  <a:lnTo>
                    <a:pt x="1285736" y="270417"/>
                  </a:lnTo>
                  <a:lnTo>
                    <a:pt x="1295480" y="268813"/>
                  </a:lnTo>
                  <a:lnTo>
                    <a:pt x="1305224" y="267009"/>
                  </a:lnTo>
                  <a:lnTo>
                    <a:pt x="1314968" y="264998"/>
                  </a:lnTo>
                  <a:lnTo>
                    <a:pt x="1324697" y="262778"/>
                  </a:lnTo>
                  <a:lnTo>
                    <a:pt x="1334441" y="260345"/>
                  </a:lnTo>
                  <a:lnTo>
                    <a:pt x="1344185" y="257699"/>
                  </a:lnTo>
                  <a:lnTo>
                    <a:pt x="1353929" y="254835"/>
                  </a:lnTo>
                  <a:lnTo>
                    <a:pt x="1363658" y="251757"/>
                  </a:lnTo>
                  <a:lnTo>
                    <a:pt x="1373402" y="248463"/>
                  </a:lnTo>
                  <a:lnTo>
                    <a:pt x="1383146" y="244953"/>
                  </a:lnTo>
                  <a:lnTo>
                    <a:pt x="1392890" y="241231"/>
                  </a:lnTo>
                  <a:lnTo>
                    <a:pt x="1402619" y="237296"/>
                  </a:lnTo>
                  <a:lnTo>
                    <a:pt x="1412363" y="233154"/>
                  </a:lnTo>
                  <a:lnTo>
                    <a:pt x="1422106" y="228808"/>
                  </a:lnTo>
                  <a:lnTo>
                    <a:pt x="1431850" y="224264"/>
                  </a:lnTo>
                  <a:lnTo>
                    <a:pt x="1441594" y="219526"/>
                  </a:lnTo>
                  <a:lnTo>
                    <a:pt x="1451323" y="214601"/>
                  </a:lnTo>
                  <a:lnTo>
                    <a:pt x="1461067" y="209493"/>
                  </a:lnTo>
                  <a:lnTo>
                    <a:pt x="1470811" y="204216"/>
                  </a:lnTo>
                  <a:lnTo>
                    <a:pt x="1480555" y="198773"/>
                  </a:lnTo>
                  <a:lnTo>
                    <a:pt x="1490284" y="193177"/>
                  </a:lnTo>
                  <a:lnTo>
                    <a:pt x="1500028" y="187437"/>
                  </a:lnTo>
                  <a:lnTo>
                    <a:pt x="1509772" y="181562"/>
                  </a:lnTo>
                  <a:lnTo>
                    <a:pt x="1519516" y="175565"/>
                  </a:lnTo>
                  <a:lnTo>
                    <a:pt x="1529245" y="169458"/>
                  </a:lnTo>
                  <a:lnTo>
                    <a:pt x="1538989" y="163253"/>
                  </a:lnTo>
                  <a:lnTo>
                    <a:pt x="1548733" y="156964"/>
                  </a:lnTo>
                  <a:lnTo>
                    <a:pt x="1558477" y="150603"/>
                  </a:lnTo>
                  <a:lnTo>
                    <a:pt x="1568221" y="144186"/>
                  </a:lnTo>
                  <a:lnTo>
                    <a:pt x="1577950" y="137728"/>
                  </a:lnTo>
                  <a:lnTo>
                    <a:pt x="1587694" y="131242"/>
                  </a:lnTo>
                  <a:lnTo>
                    <a:pt x="1597438" y="124743"/>
                  </a:lnTo>
                  <a:lnTo>
                    <a:pt x="1607182" y="118250"/>
                  </a:lnTo>
                  <a:lnTo>
                    <a:pt x="1616911" y="111775"/>
                  </a:lnTo>
                  <a:lnTo>
                    <a:pt x="1626655" y="105337"/>
                  </a:lnTo>
                  <a:lnTo>
                    <a:pt x="1636399" y="98952"/>
                  </a:lnTo>
                  <a:lnTo>
                    <a:pt x="1646142" y="92633"/>
                  </a:lnTo>
                  <a:lnTo>
                    <a:pt x="1655872" y="86401"/>
                  </a:lnTo>
                  <a:lnTo>
                    <a:pt x="1665616" y="80268"/>
                  </a:lnTo>
                  <a:lnTo>
                    <a:pt x="1675359" y="74254"/>
                  </a:lnTo>
                  <a:lnTo>
                    <a:pt x="1685103" y="68373"/>
                  </a:lnTo>
                  <a:lnTo>
                    <a:pt x="1694832" y="62641"/>
                  </a:lnTo>
                  <a:lnTo>
                    <a:pt x="1704576" y="57075"/>
                  </a:lnTo>
                  <a:lnTo>
                    <a:pt x="1714320" y="51689"/>
                  </a:lnTo>
                  <a:lnTo>
                    <a:pt x="1724064" y="46498"/>
                  </a:lnTo>
                  <a:lnTo>
                    <a:pt x="1733808" y="41518"/>
                  </a:lnTo>
                  <a:lnTo>
                    <a:pt x="1743537" y="36762"/>
                  </a:lnTo>
                  <a:lnTo>
                    <a:pt x="1753281" y="32244"/>
                  </a:lnTo>
                  <a:lnTo>
                    <a:pt x="1763025" y="27976"/>
                  </a:lnTo>
                  <a:lnTo>
                    <a:pt x="1772769" y="23973"/>
                  </a:lnTo>
                  <a:lnTo>
                    <a:pt x="1782498" y="20243"/>
                  </a:lnTo>
                  <a:lnTo>
                    <a:pt x="1792242" y="16802"/>
                  </a:lnTo>
                  <a:lnTo>
                    <a:pt x="1801986" y="13656"/>
                  </a:lnTo>
                  <a:lnTo>
                    <a:pt x="1811730" y="10817"/>
                  </a:lnTo>
                  <a:lnTo>
                    <a:pt x="1821459" y="8293"/>
                  </a:lnTo>
                  <a:lnTo>
                    <a:pt x="1831203" y="6091"/>
                  </a:lnTo>
                  <a:lnTo>
                    <a:pt x="1840947" y="4221"/>
                  </a:lnTo>
                  <a:lnTo>
                    <a:pt x="1850691" y="2685"/>
                  </a:lnTo>
                  <a:lnTo>
                    <a:pt x="1860435" y="1493"/>
                  </a:lnTo>
                  <a:lnTo>
                    <a:pt x="1870164" y="645"/>
                  </a:lnTo>
                  <a:lnTo>
                    <a:pt x="1879908" y="146"/>
                  </a:lnTo>
                  <a:lnTo>
                    <a:pt x="1889652" y="0"/>
                  </a:lnTo>
                  <a:lnTo>
                    <a:pt x="1899395" y="206"/>
                  </a:lnTo>
                  <a:lnTo>
                    <a:pt x="1909124" y="766"/>
                  </a:lnTo>
                  <a:lnTo>
                    <a:pt x="1918868" y="1678"/>
                  </a:lnTo>
                  <a:lnTo>
                    <a:pt x="1928612" y="2941"/>
                  </a:lnTo>
                  <a:lnTo>
                    <a:pt x="1938356" y="4553"/>
                  </a:lnTo>
                  <a:lnTo>
                    <a:pt x="1948085" y="6509"/>
                  </a:lnTo>
                  <a:lnTo>
                    <a:pt x="1957829" y="8807"/>
                  </a:lnTo>
                  <a:lnTo>
                    <a:pt x="1967573" y="11439"/>
                  </a:lnTo>
                  <a:lnTo>
                    <a:pt x="1977317" y="14400"/>
                  </a:lnTo>
                  <a:lnTo>
                    <a:pt x="1987046" y="17684"/>
                  </a:lnTo>
                  <a:lnTo>
                    <a:pt x="1996790" y="21279"/>
                  </a:lnTo>
                  <a:lnTo>
                    <a:pt x="2006534" y="25179"/>
                  </a:lnTo>
                  <a:lnTo>
                    <a:pt x="2016278" y="29373"/>
                  </a:lnTo>
                  <a:lnTo>
                    <a:pt x="2026022" y="33852"/>
                  </a:lnTo>
                  <a:lnTo>
                    <a:pt x="2035751" y="38602"/>
                  </a:lnTo>
                  <a:lnTo>
                    <a:pt x="2045495" y="43612"/>
                  </a:lnTo>
                  <a:lnTo>
                    <a:pt x="2055239" y="48869"/>
                  </a:lnTo>
                  <a:lnTo>
                    <a:pt x="2064983" y="54360"/>
                  </a:lnTo>
                  <a:lnTo>
                    <a:pt x="2074712" y="60071"/>
                  </a:lnTo>
                  <a:lnTo>
                    <a:pt x="2084456" y="65988"/>
                  </a:lnTo>
                  <a:lnTo>
                    <a:pt x="2094200" y="72095"/>
                  </a:lnTo>
                  <a:lnTo>
                    <a:pt x="2103944" y="78375"/>
                  </a:lnTo>
                  <a:lnTo>
                    <a:pt x="2113673" y="84814"/>
                  </a:lnTo>
                  <a:lnTo>
                    <a:pt x="2123417" y="91396"/>
                  </a:lnTo>
                  <a:lnTo>
                    <a:pt x="2133161" y="98102"/>
                  </a:lnTo>
                  <a:lnTo>
                    <a:pt x="2142905" y="104919"/>
                  </a:lnTo>
                  <a:lnTo>
                    <a:pt x="2152649" y="111826"/>
                  </a:lnTo>
                  <a:lnTo>
                    <a:pt x="2162377" y="118807"/>
                  </a:lnTo>
                  <a:lnTo>
                    <a:pt x="2172121" y="125847"/>
                  </a:lnTo>
                  <a:lnTo>
                    <a:pt x="2181865" y="132926"/>
                  </a:lnTo>
                  <a:lnTo>
                    <a:pt x="2191609" y="140028"/>
                  </a:lnTo>
                  <a:lnTo>
                    <a:pt x="2201338" y="147135"/>
                  </a:lnTo>
                  <a:lnTo>
                    <a:pt x="2211082" y="154230"/>
                  </a:lnTo>
                  <a:lnTo>
                    <a:pt x="2220826" y="161296"/>
                  </a:lnTo>
                  <a:lnTo>
                    <a:pt x="2230570" y="168317"/>
                  </a:lnTo>
                  <a:lnTo>
                    <a:pt x="2240299" y="175276"/>
                  </a:lnTo>
                  <a:lnTo>
                    <a:pt x="2250043" y="182157"/>
                  </a:lnTo>
                  <a:lnTo>
                    <a:pt x="2259787" y="188943"/>
                  </a:lnTo>
                  <a:lnTo>
                    <a:pt x="2269531" y="195619"/>
                  </a:lnTo>
                  <a:lnTo>
                    <a:pt x="2279260" y="202170"/>
                  </a:lnTo>
                  <a:lnTo>
                    <a:pt x="2289004" y="208583"/>
                  </a:lnTo>
                  <a:lnTo>
                    <a:pt x="2298748" y="214842"/>
                  </a:lnTo>
                  <a:lnTo>
                    <a:pt x="2308492" y="220933"/>
                  </a:lnTo>
                  <a:lnTo>
                    <a:pt x="2318236" y="226844"/>
                  </a:lnTo>
                  <a:lnTo>
                    <a:pt x="2327965" y="232563"/>
                  </a:lnTo>
                  <a:lnTo>
                    <a:pt x="2337709" y="238077"/>
                  </a:lnTo>
                  <a:lnTo>
                    <a:pt x="2347453" y="243375"/>
                  </a:lnTo>
                  <a:lnTo>
                    <a:pt x="2357197" y="248447"/>
                  </a:lnTo>
                  <a:lnTo>
                    <a:pt x="2366926" y="253283"/>
                  </a:lnTo>
                  <a:lnTo>
                    <a:pt x="2376670" y="257873"/>
                  </a:lnTo>
                  <a:lnTo>
                    <a:pt x="2386413" y="262209"/>
                  </a:lnTo>
                  <a:lnTo>
                    <a:pt x="2396157" y="266282"/>
                  </a:lnTo>
                  <a:lnTo>
                    <a:pt x="2405886" y="270087"/>
                  </a:lnTo>
                  <a:lnTo>
                    <a:pt x="2415630" y="273617"/>
                  </a:lnTo>
                  <a:lnTo>
                    <a:pt x="2425374" y="276866"/>
                  </a:lnTo>
                  <a:lnTo>
                    <a:pt x="2435118" y="279828"/>
                  </a:lnTo>
                  <a:lnTo>
                    <a:pt x="2444862" y="282501"/>
                  </a:lnTo>
                  <a:lnTo>
                    <a:pt x="2454591" y="284879"/>
                  </a:lnTo>
                  <a:lnTo>
                    <a:pt x="2464335" y="286960"/>
                  </a:lnTo>
                  <a:lnTo>
                    <a:pt x="2474079" y="288744"/>
                  </a:lnTo>
                  <a:lnTo>
                    <a:pt x="2483823" y="290226"/>
                  </a:lnTo>
                  <a:lnTo>
                    <a:pt x="2493552" y="291408"/>
                  </a:lnTo>
                  <a:lnTo>
                    <a:pt x="2503296" y="292288"/>
                  </a:lnTo>
                  <a:lnTo>
                    <a:pt x="2513040" y="292869"/>
                  </a:lnTo>
                  <a:lnTo>
                    <a:pt x="2522784" y="293149"/>
                  </a:lnTo>
                  <a:lnTo>
                    <a:pt x="2532513" y="293133"/>
                  </a:lnTo>
                  <a:lnTo>
                    <a:pt x="2542257" y="292823"/>
                  </a:lnTo>
                  <a:lnTo>
                    <a:pt x="2552001" y="292220"/>
                  </a:lnTo>
                  <a:lnTo>
                    <a:pt x="2561745" y="291327"/>
                  </a:lnTo>
                  <a:lnTo>
                    <a:pt x="2571474" y="290152"/>
                  </a:lnTo>
                  <a:lnTo>
                    <a:pt x="2581218" y="288696"/>
                  </a:lnTo>
                  <a:lnTo>
                    <a:pt x="2590962" y="286966"/>
                  </a:lnTo>
                  <a:lnTo>
                    <a:pt x="2600705" y="284967"/>
                  </a:lnTo>
                  <a:lnTo>
                    <a:pt x="2610449" y="282705"/>
                  </a:lnTo>
                  <a:lnTo>
                    <a:pt x="2620178" y="280186"/>
                  </a:lnTo>
                  <a:lnTo>
                    <a:pt x="2629922" y="277418"/>
                  </a:lnTo>
                  <a:lnTo>
                    <a:pt x="2639666" y="274405"/>
                  </a:lnTo>
                  <a:lnTo>
                    <a:pt x="2649410" y="271159"/>
                  </a:lnTo>
                  <a:lnTo>
                    <a:pt x="2659139" y="267683"/>
                  </a:lnTo>
                  <a:lnTo>
                    <a:pt x="2668883" y="263988"/>
                  </a:lnTo>
                  <a:lnTo>
                    <a:pt x="2678627" y="260081"/>
                  </a:lnTo>
                  <a:lnTo>
                    <a:pt x="2688371" y="255972"/>
                  </a:lnTo>
                  <a:lnTo>
                    <a:pt x="2698100" y="251669"/>
                  </a:lnTo>
                  <a:lnTo>
                    <a:pt x="2707844" y="247179"/>
                  </a:lnTo>
                  <a:lnTo>
                    <a:pt x="2717588" y="242514"/>
                  </a:lnTo>
                  <a:lnTo>
                    <a:pt x="2727332" y="237680"/>
                  </a:lnTo>
                  <a:lnTo>
                    <a:pt x="2737076" y="232689"/>
                  </a:lnTo>
                  <a:lnTo>
                    <a:pt x="2746805" y="227549"/>
                  </a:lnTo>
                  <a:lnTo>
                    <a:pt x="2756549" y="222269"/>
                  </a:lnTo>
                  <a:lnTo>
                    <a:pt x="2766293" y="216859"/>
                  </a:lnTo>
                  <a:lnTo>
                    <a:pt x="2776037" y="211329"/>
                  </a:lnTo>
                  <a:lnTo>
                    <a:pt x="2785766" y="205688"/>
                  </a:lnTo>
                  <a:lnTo>
                    <a:pt x="2795510" y="199944"/>
                  </a:lnTo>
                  <a:lnTo>
                    <a:pt x="2805254" y="194108"/>
                  </a:lnTo>
                  <a:lnTo>
                    <a:pt x="2814998" y="188189"/>
                  </a:lnTo>
                  <a:lnTo>
                    <a:pt x="2824727" y="182197"/>
                  </a:lnTo>
                  <a:lnTo>
                    <a:pt x="2834471" y="176139"/>
                  </a:lnTo>
                  <a:lnTo>
                    <a:pt x="2844215" y="170027"/>
                  </a:lnTo>
                  <a:lnTo>
                    <a:pt x="2853958" y="163868"/>
                  </a:lnTo>
                  <a:lnTo>
                    <a:pt x="2863687" y="157670"/>
                  </a:lnTo>
                  <a:lnTo>
                    <a:pt x="2873431" y="151445"/>
                  </a:lnTo>
                  <a:lnTo>
                    <a:pt x="2883175" y="145200"/>
                  </a:lnTo>
                  <a:lnTo>
                    <a:pt x="2892919" y="138943"/>
                  </a:lnTo>
                  <a:lnTo>
                    <a:pt x="2902663" y="132683"/>
                  </a:lnTo>
                  <a:lnTo>
                    <a:pt x="2912392" y="12642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5" name="Freeform 724">
              <a:extLst>
                <a:ext uri="{FF2B5EF4-FFF2-40B4-BE49-F238E27FC236}">
                  <a16:creationId xmlns:a16="http://schemas.microsoft.com/office/drawing/2014/main" id="{DB707355-659A-8BC3-AC1D-7F931A52012C}"/>
                </a:ext>
              </a:extLst>
            </p:cNvPr>
            <p:cNvSpPr/>
            <p:nvPr/>
          </p:nvSpPr>
          <p:spPr>
            <a:xfrm>
              <a:off x="576446" y="3623876"/>
              <a:ext cx="2912392" cy="187958"/>
            </a:xfrm>
            <a:custGeom>
              <a:avLst/>
              <a:gdLst>
                <a:gd name="connsiteX0" fmla="*/ 0 w 2912392"/>
                <a:gd name="connsiteY0" fmla="*/ 63599 h 187958"/>
                <a:gd name="connsiteX1" fmla="*/ 9739 w 2912392"/>
                <a:gd name="connsiteY1" fmla="*/ 66069 h 187958"/>
                <a:gd name="connsiteX2" fmla="*/ 19480 w 2912392"/>
                <a:gd name="connsiteY2" fmla="*/ 68549 h 187958"/>
                <a:gd name="connsiteX3" fmla="*/ 29221 w 2912392"/>
                <a:gd name="connsiteY3" fmla="*/ 71034 h 187958"/>
                <a:gd name="connsiteX4" fmla="*/ 38961 w 2912392"/>
                <a:gd name="connsiteY4" fmla="*/ 73520 h 187958"/>
                <a:gd name="connsiteX5" fmla="*/ 48702 w 2912392"/>
                <a:gd name="connsiteY5" fmla="*/ 76006 h 187958"/>
                <a:gd name="connsiteX6" fmla="*/ 58443 w 2912392"/>
                <a:gd name="connsiteY6" fmla="*/ 78483 h 187958"/>
                <a:gd name="connsiteX7" fmla="*/ 68182 w 2912392"/>
                <a:gd name="connsiteY7" fmla="*/ 80951 h 187958"/>
                <a:gd name="connsiteX8" fmla="*/ 77923 w 2912392"/>
                <a:gd name="connsiteY8" fmla="*/ 83401 h 187958"/>
                <a:gd name="connsiteX9" fmla="*/ 87664 w 2912392"/>
                <a:gd name="connsiteY9" fmla="*/ 85831 h 187958"/>
                <a:gd name="connsiteX10" fmla="*/ 97404 w 2912392"/>
                <a:gd name="connsiteY10" fmla="*/ 88235 h 187958"/>
                <a:gd name="connsiteX11" fmla="*/ 107145 w 2912392"/>
                <a:gd name="connsiteY11" fmla="*/ 90608 h 187958"/>
                <a:gd name="connsiteX12" fmla="*/ 116886 w 2912392"/>
                <a:gd name="connsiteY12" fmla="*/ 92944 h 187958"/>
                <a:gd name="connsiteX13" fmla="*/ 126625 w 2912392"/>
                <a:gd name="connsiteY13" fmla="*/ 95239 h 187958"/>
                <a:gd name="connsiteX14" fmla="*/ 136366 w 2912392"/>
                <a:gd name="connsiteY14" fmla="*/ 97484 h 187958"/>
                <a:gd name="connsiteX15" fmla="*/ 146107 w 2912392"/>
                <a:gd name="connsiteY15" fmla="*/ 99679 h 187958"/>
                <a:gd name="connsiteX16" fmla="*/ 155846 w 2912392"/>
                <a:gd name="connsiteY16" fmla="*/ 101812 h 187958"/>
                <a:gd name="connsiteX17" fmla="*/ 165587 w 2912392"/>
                <a:gd name="connsiteY17" fmla="*/ 103883 h 187958"/>
                <a:gd name="connsiteX18" fmla="*/ 175328 w 2912392"/>
                <a:gd name="connsiteY18" fmla="*/ 105883 h 187958"/>
                <a:gd name="connsiteX19" fmla="*/ 185068 w 2912392"/>
                <a:gd name="connsiteY19" fmla="*/ 107807 h 187958"/>
                <a:gd name="connsiteX20" fmla="*/ 194809 w 2912392"/>
                <a:gd name="connsiteY20" fmla="*/ 109650 h 187958"/>
                <a:gd name="connsiteX21" fmla="*/ 204550 w 2912392"/>
                <a:gd name="connsiteY21" fmla="*/ 111407 h 187958"/>
                <a:gd name="connsiteX22" fmla="*/ 214289 w 2912392"/>
                <a:gd name="connsiteY22" fmla="*/ 113070 h 187958"/>
                <a:gd name="connsiteX23" fmla="*/ 224030 w 2912392"/>
                <a:gd name="connsiteY23" fmla="*/ 114637 h 187958"/>
                <a:gd name="connsiteX24" fmla="*/ 233771 w 2912392"/>
                <a:gd name="connsiteY24" fmla="*/ 116100 h 187958"/>
                <a:gd name="connsiteX25" fmla="*/ 243510 w 2912392"/>
                <a:gd name="connsiteY25" fmla="*/ 117456 h 187958"/>
                <a:gd name="connsiteX26" fmla="*/ 253251 w 2912392"/>
                <a:gd name="connsiteY26" fmla="*/ 118699 h 187958"/>
                <a:gd name="connsiteX27" fmla="*/ 262992 w 2912392"/>
                <a:gd name="connsiteY27" fmla="*/ 119823 h 187958"/>
                <a:gd name="connsiteX28" fmla="*/ 272732 w 2912392"/>
                <a:gd name="connsiteY28" fmla="*/ 120828 h 187958"/>
                <a:gd name="connsiteX29" fmla="*/ 282473 w 2912392"/>
                <a:gd name="connsiteY29" fmla="*/ 121707 h 187958"/>
                <a:gd name="connsiteX30" fmla="*/ 292214 w 2912392"/>
                <a:gd name="connsiteY30" fmla="*/ 122455 h 187958"/>
                <a:gd name="connsiteX31" fmla="*/ 301953 w 2912392"/>
                <a:gd name="connsiteY31" fmla="*/ 123070 h 187958"/>
                <a:gd name="connsiteX32" fmla="*/ 311694 w 2912392"/>
                <a:gd name="connsiteY32" fmla="*/ 123548 h 187958"/>
                <a:gd name="connsiteX33" fmla="*/ 321435 w 2912392"/>
                <a:gd name="connsiteY33" fmla="*/ 123888 h 187958"/>
                <a:gd name="connsiteX34" fmla="*/ 331175 w 2912392"/>
                <a:gd name="connsiteY34" fmla="*/ 124085 h 187958"/>
                <a:gd name="connsiteX35" fmla="*/ 340916 w 2912392"/>
                <a:gd name="connsiteY35" fmla="*/ 124138 h 187958"/>
                <a:gd name="connsiteX36" fmla="*/ 350656 w 2912392"/>
                <a:gd name="connsiteY36" fmla="*/ 124044 h 187958"/>
                <a:gd name="connsiteX37" fmla="*/ 360396 w 2912392"/>
                <a:gd name="connsiteY37" fmla="*/ 123804 h 187958"/>
                <a:gd name="connsiteX38" fmla="*/ 370137 w 2912392"/>
                <a:gd name="connsiteY38" fmla="*/ 123414 h 187958"/>
                <a:gd name="connsiteX39" fmla="*/ 379878 w 2912392"/>
                <a:gd name="connsiteY39" fmla="*/ 122876 h 187958"/>
                <a:gd name="connsiteX40" fmla="*/ 389617 w 2912392"/>
                <a:gd name="connsiteY40" fmla="*/ 122189 h 187958"/>
                <a:gd name="connsiteX41" fmla="*/ 399358 w 2912392"/>
                <a:gd name="connsiteY41" fmla="*/ 121352 h 187958"/>
                <a:gd name="connsiteX42" fmla="*/ 409099 w 2912392"/>
                <a:gd name="connsiteY42" fmla="*/ 120367 h 187958"/>
                <a:gd name="connsiteX43" fmla="*/ 418839 w 2912392"/>
                <a:gd name="connsiteY43" fmla="*/ 119235 h 187958"/>
                <a:gd name="connsiteX44" fmla="*/ 428580 w 2912392"/>
                <a:gd name="connsiteY44" fmla="*/ 117958 h 187958"/>
                <a:gd name="connsiteX45" fmla="*/ 438321 w 2912392"/>
                <a:gd name="connsiteY45" fmla="*/ 116537 h 187958"/>
                <a:gd name="connsiteX46" fmla="*/ 448060 w 2912392"/>
                <a:gd name="connsiteY46" fmla="*/ 114975 h 187958"/>
                <a:gd name="connsiteX47" fmla="*/ 457801 w 2912392"/>
                <a:gd name="connsiteY47" fmla="*/ 113275 h 187958"/>
                <a:gd name="connsiteX48" fmla="*/ 467542 w 2912392"/>
                <a:gd name="connsiteY48" fmla="*/ 111441 h 187958"/>
                <a:gd name="connsiteX49" fmla="*/ 477281 w 2912392"/>
                <a:gd name="connsiteY49" fmla="*/ 109476 h 187958"/>
                <a:gd name="connsiteX50" fmla="*/ 487022 w 2912392"/>
                <a:gd name="connsiteY50" fmla="*/ 107384 h 187958"/>
                <a:gd name="connsiteX51" fmla="*/ 496763 w 2912392"/>
                <a:gd name="connsiteY51" fmla="*/ 105170 h 187958"/>
                <a:gd name="connsiteX52" fmla="*/ 506503 w 2912392"/>
                <a:gd name="connsiteY52" fmla="*/ 102842 h 187958"/>
                <a:gd name="connsiteX53" fmla="*/ 516244 w 2912392"/>
                <a:gd name="connsiteY53" fmla="*/ 100401 h 187958"/>
                <a:gd name="connsiteX54" fmla="*/ 525985 w 2912392"/>
                <a:gd name="connsiteY54" fmla="*/ 97855 h 187958"/>
                <a:gd name="connsiteX55" fmla="*/ 535724 w 2912392"/>
                <a:gd name="connsiteY55" fmla="*/ 95210 h 187958"/>
                <a:gd name="connsiteX56" fmla="*/ 545465 w 2912392"/>
                <a:gd name="connsiteY56" fmla="*/ 92473 h 187958"/>
                <a:gd name="connsiteX57" fmla="*/ 555206 w 2912392"/>
                <a:gd name="connsiteY57" fmla="*/ 89652 h 187958"/>
                <a:gd name="connsiteX58" fmla="*/ 564946 w 2912392"/>
                <a:gd name="connsiteY58" fmla="*/ 86752 h 187958"/>
                <a:gd name="connsiteX59" fmla="*/ 574687 w 2912392"/>
                <a:gd name="connsiteY59" fmla="*/ 83781 h 187958"/>
                <a:gd name="connsiteX60" fmla="*/ 584428 w 2912392"/>
                <a:gd name="connsiteY60" fmla="*/ 80749 h 187958"/>
                <a:gd name="connsiteX61" fmla="*/ 594167 w 2912392"/>
                <a:gd name="connsiteY61" fmla="*/ 77662 h 187958"/>
                <a:gd name="connsiteX62" fmla="*/ 603908 w 2912392"/>
                <a:gd name="connsiteY62" fmla="*/ 74529 h 187958"/>
                <a:gd name="connsiteX63" fmla="*/ 613649 w 2912392"/>
                <a:gd name="connsiteY63" fmla="*/ 71359 h 187958"/>
                <a:gd name="connsiteX64" fmla="*/ 623388 w 2912392"/>
                <a:gd name="connsiteY64" fmla="*/ 68160 h 187958"/>
                <a:gd name="connsiteX65" fmla="*/ 633129 w 2912392"/>
                <a:gd name="connsiteY65" fmla="*/ 64940 h 187958"/>
                <a:gd name="connsiteX66" fmla="*/ 642870 w 2912392"/>
                <a:gd name="connsiteY66" fmla="*/ 61710 h 187958"/>
                <a:gd name="connsiteX67" fmla="*/ 652610 w 2912392"/>
                <a:gd name="connsiteY67" fmla="*/ 58477 h 187958"/>
                <a:gd name="connsiteX68" fmla="*/ 662351 w 2912392"/>
                <a:gd name="connsiteY68" fmla="*/ 55250 h 187958"/>
                <a:gd name="connsiteX69" fmla="*/ 672092 w 2912392"/>
                <a:gd name="connsiteY69" fmla="*/ 52041 h 187958"/>
                <a:gd name="connsiteX70" fmla="*/ 681831 w 2912392"/>
                <a:gd name="connsiteY70" fmla="*/ 48854 h 187958"/>
                <a:gd name="connsiteX71" fmla="*/ 691572 w 2912392"/>
                <a:gd name="connsiteY71" fmla="*/ 45703 h 187958"/>
                <a:gd name="connsiteX72" fmla="*/ 701313 w 2912392"/>
                <a:gd name="connsiteY72" fmla="*/ 42593 h 187958"/>
                <a:gd name="connsiteX73" fmla="*/ 711052 w 2912392"/>
                <a:gd name="connsiteY73" fmla="*/ 39536 h 187958"/>
                <a:gd name="connsiteX74" fmla="*/ 720793 w 2912392"/>
                <a:gd name="connsiteY74" fmla="*/ 36538 h 187958"/>
                <a:gd name="connsiteX75" fmla="*/ 730534 w 2912392"/>
                <a:gd name="connsiteY75" fmla="*/ 33611 h 187958"/>
                <a:gd name="connsiteX76" fmla="*/ 740274 w 2912392"/>
                <a:gd name="connsiteY76" fmla="*/ 30759 h 187958"/>
                <a:gd name="connsiteX77" fmla="*/ 750015 w 2912392"/>
                <a:gd name="connsiteY77" fmla="*/ 27992 h 187958"/>
                <a:gd name="connsiteX78" fmla="*/ 759756 w 2912392"/>
                <a:gd name="connsiteY78" fmla="*/ 25319 h 187958"/>
                <a:gd name="connsiteX79" fmla="*/ 769495 w 2912392"/>
                <a:gd name="connsiteY79" fmla="*/ 22746 h 187958"/>
                <a:gd name="connsiteX80" fmla="*/ 779236 w 2912392"/>
                <a:gd name="connsiteY80" fmla="*/ 20282 h 187958"/>
                <a:gd name="connsiteX81" fmla="*/ 788977 w 2912392"/>
                <a:gd name="connsiteY81" fmla="*/ 17932 h 187958"/>
                <a:gd name="connsiteX82" fmla="*/ 798717 w 2912392"/>
                <a:gd name="connsiteY82" fmla="*/ 15703 h 187958"/>
                <a:gd name="connsiteX83" fmla="*/ 808458 w 2912392"/>
                <a:gd name="connsiteY83" fmla="*/ 13603 h 187958"/>
                <a:gd name="connsiteX84" fmla="*/ 818199 w 2912392"/>
                <a:gd name="connsiteY84" fmla="*/ 11636 h 187958"/>
                <a:gd name="connsiteX85" fmla="*/ 827938 w 2912392"/>
                <a:gd name="connsiteY85" fmla="*/ 9808 h 187958"/>
                <a:gd name="connsiteX86" fmla="*/ 837679 w 2912392"/>
                <a:gd name="connsiteY86" fmla="*/ 8123 h 187958"/>
                <a:gd name="connsiteX87" fmla="*/ 847420 w 2912392"/>
                <a:gd name="connsiteY87" fmla="*/ 6588 h 187958"/>
                <a:gd name="connsiteX88" fmla="*/ 857159 w 2912392"/>
                <a:gd name="connsiteY88" fmla="*/ 5206 h 187958"/>
                <a:gd name="connsiteX89" fmla="*/ 866900 w 2912392"/>
                <a:gd name="connsiteY89" fmla="*/ 3979 h 187958"/>
                <a:gd name="connsiteX90" fmla="*/ 876641 w 2912392"/>
                <a:gd name="connsiteY90" fmla="*/ 2914 h 187958"/>
                <a:gd name="connsiteX91" fmla="*/ 886381 w 2912392"/>
                <a:gd name="connsiteY91" fmla="*/ 2011 h 187958"/>
                <a:gd name="connsiteX92" fmla="*/ 896122 w 2912392"/>
                <a:gd name="connsiteY92" fmla="*/ 1272 h 187958"/>
                <a:gd name="connsiteX93" fmla="*/ 905863 w 2912392"/>
                <a:gd name="connsiteY93" fmla="*/ 702 h 187958"/>
                <a:gd name="connsiteX94" fmla="*/ 915602 w 2912392"/>
                <a:gd name="connsiteY94" fmla="*/ 298 h 187958"/>
                <a:gd name="connsiteX95" fmla="*/ 925343 w 2912392"/>
                <a:gd name="connsiteY95" fmla="*/ 64 h 187958"/>
                <a:gd name="connsiteX96" fmla="*/ 935084 w 2912392"/>
                <a:gd name="connsiteY96" fmla="*/ 0 h 187958"/>
                <a:gd name="connsiteX97" fmla="*/ 944824 w 2912392"/>
                <a:gd name="connsiteY97" fmla="*/ 104 h 187958"/>
                <a:gd name="connsiteX98" fmla="*/ 954564 w 2912392"/>
                <a:gd name="connsiteY98" fmla="*/ 377 h 187958"/>
                <a:gd name="connsiteX99" fmla="*/ 964305 w 2912392"/>
                <a:gd name="connsiteY99" fmla="*/ 818 h 187958"/>
                <a:gd name="connsiteX100" fmla="*/ 974045 w 2912392"/>
                <a:gd name="connsiteY100" fmla="*/ 1426 h 187958"/>
                <a:gd name="connsiteX101" fmla="*/ 983786 w 2912392"/>
                <a:gd name="connsiteY101" fmla="*/ 2196 h 187958"/>
                <a:gd name="connsiteX102" fmla="*/ 993522 w 2912392"/>
                <a:gd name="connsiteY102" fmla="*/ 3130 h 187958"/>
                <a:gd name="connsiteX103" fmla="*/ 1003266 w 2912392"/>
                <a:gd name="connsiteY103" fmla="*/ 4222 h 187958"/>
                <a:gd name="connsiteX104" fmla="*/ 1013010 w 2912392"/>
                <a:gd name="connsiteY104" fmla="*/ 5471 h 187958"/>
                <a:gd name="connsiteX105" fmla="*/ 1022754 w 2912392"/>
                <a:gd name="connsiteY105" fmla="*/ 6871 h 187958"/>
                <a:gd name="connsiteX106" fmla="*/ 1032483 w 2912392"/>
                <a:gd name="connsiteY106" fmla="*/ 8421 h 187958"/>
                <a:gd name="connsiteX107" fmla="*/ 1042227 w 2912392"/>
                <a:gd name="connsiteY107" fmla="*/ 10115 h 187958"/>
                <a:gd name="connsiteX108" fmla="*/ 1051971 w 2912392"/>
                <a:gd name="connsiteY108" fmla="*/ 11947 h 187958"/>
                <a:gd name="connsiteX109" fmla="*/ 1061715 w 2912392"/>
                <a:gd name="connsiteY109" fmla="*/ 13916 h 187958"/>
                <a:gd name="connsiteX110" fmla="*/ 1071444 w 2912392"/>
                <a:gd name="connsiteY110" fmla="*/ 16013 h 187958"/>
                <a:gd name="connsiteX111" fmla="*/ 1081188 w 2912392"/>
                <a:gd name="connsiteY111" fmla="*/ 18236 h 187958"/>
                <a:gd name="connsiteX112" fmla="*/ 1090932 w 2912392"/>
                <a:gd name="connsiteY112" fmla="*/ 20577 h 187958"/>
                <a:gd name="connsiteX113" fmla="*/ 1100676 w 2912392"/>
                <a:gd name="connsiteY113" fmla="*/ 23031 h 187958"/>
                <a:gd name="connsiteX114" fmla="*/ 1110405 w 2912392"/>
                <a:gd name="connsiteY114" fmla="*/ 25590 h 187958"/>
                <a:gd name="connsiteX115" fmla="*/ 1120149 w 2912392"/>
                <a:gd name="connsiteY115" fmla="*/ 28251 h 187958"/>
                <a:gd name="connsiteX116" fmla="*/ 1129893 w 2912392"/>
                <a:gd name="connsiteY116" fmla="*/ 31006 h 187958"/>
                <a:gd name="connsiteX117" fmla="*/ 1139637 w 2912392"/>
                <a:gd name="connsiteY117" fmla="*/ 33850 h 187958"/>
                <a:gd name="connsiteX118" fmla="*/ 1149381 w 2912392"/>
                <a:gd name="connsiteY118" fmla="*/ 36775 h 187958"/>
                <a:gd name="connsiteX119" fmla="*/ 1159110 w 2912392"/>
                <a:gd name="connsiteY119" fmla="*/ 39774 h 187958"/>
                <a:gd name="connsiteX120" fmla="*/ 1168854 w 2912392"/>
                <a:gd name="connsiteY120" fmla="*/ 42843 h 187958"/>
                <a:gd name="connsiteX121" fmla="*/ 1178598 w 2912392"/>
                <a:gd name="connsiteY121" fmla="*/ 45972 h 187958"/>
                <a:gd name="connsiteX122" fmla="*/ 1188341 w 2912392"/>
                <a:gd name="connsiteY122" fmla="*/ 49158 h 187958"/>
                <a:gd name="connsiteX123" fmla="*/ 1198070 w 2912392"/>
                <a:gd name="connsiteY123" fmla="*/ 52391 h 187958"/>
                <a:gd name="connsiteX124" fmla="*/ 1207814 w 2912392"/>
                <a:gd name="connsiteY124" fmla="*/ 55667 h 187958"/>
                <a:gd name="connsiteX125" fmla="*/ 1217558 w 2912392"/>
                <a:gd name="connsiteY125" fmla="*/ 58979 h 187958"/>
                <a:gd name="connsiteX126" fmla="*/ 1227302 w 2912392"/>
                <a:gd name="connsiteY126" fmla="*/ 62321 h 187958"/>
                <a:gd name="connsiteX127" fmla="*/ 1237031 w 2912392"/>
                <a:gd name="connsiteY127" fmla="*/ 65685 h 187958"/>
                <a:gd name="connsiteX128" fmla="*/ 1246775 w 2912392"/>
                <a:gd name="connsiteY128" fmla="*/ 69067 h 187958"/>
                <a:gd name="connsiteX129" fmla="*/ 1256519 w 2912392"/>
                <a:gd name="connsiteY129" fmla="*/ 72461 h 187958"/>
                <a:gd name="connsiteX130" fmla="*/ 1266263 w 2912392"/>
                <a:gd name="connsiteY130" fmla="*/ 75861 h 187958"/>
                <a:gd name="connsiteX131" fmla="*/ 1276007 w 2912392"/>
                <a:gd name="connsiteY131" fmla="*/ 79260 h 187958"/>
                <a:gd name="connsiteX132" fmla="*/ 1285736 w 2912392"/>
                <a:gd name="connsiteY132" fmla="*/ 82655 h 187958"/>
                <a:gd name="connsiteX133" fmla="*/ 1295480 w 2912392"/>
                <a:gd name="connsiteY133" fmla="*/ 86039 h 187958"/>
                <a:gd name="connsiteX134" fmla="*/ 1305224 w 2912392"/>
                <a:gd name="connsiteY134" fmla="*/ 89409 h 187958"/>
                <a:gd name="connsiteX135" fmla="*/ 1314968 w 2912392"/>
                <a:gd name="connsiteY135" fmla="*/ 92758 h 187958"/>
                <a:gd name="connsiteX136" fmla="*/ 1324697 w 2912392"/>
                <a:gd name="connsiteY136" fmla="*/ 96084 h 187958"/>
                <a:gd name="connsiteX137" fmla="*/ 1334441 w 2912392"/>
                <a:gd name="connsiteY137" fmla="*/ 99379 h 187958"/>
                <a:gd name="connsiteX138" fmla="*/ 1344185 w 2912392"/>
                <a:gd name="connsiteY138" fmla="*/ 102643 h 187958"/>
                <a:gd name="connsiteX139" fmla="*/ 1353929 w 2912392"/>
                <a:gd name="connsiteY139" fmla="*/ 105871 h 187958"/>
                <a:gd name="connsiteX140" fmla="*/ 1363658 w 2912392"/>
                <a:gd name="connsiteY140" fmla="*/ 109059 h 187958"/>
                <a:gd name="connsiteX141" fmla="*/ 1373402 w 2912392"/>
                <a:gd name="connsiteY141" fmla="*/ 112204 h 187958"/>
                <a:gd name="connsiteX142" fmla="*/ 1383146 w 2912392"/>
                <a:gd name="connsiteY142" fmla="*/ 115303 h 187958"/>
                <a:gd name="connsiteX143" fmla="*/ 1392890 w 2912392"/>
                <a:gd name="connsiteY143" fmla="*/ 118353 h 187958"/>
                <a:gd name="connsiteX144" fmla="*/ 1402619 w 2912392"/>
                <a:gd name="connsiteY144" fmla="*/ 121351 h 187958"/>
                <a:gd name="connsiteX145" fmla="*/ 1412363 w 2912392"/>
                <a:gd name="connsiteY145" fmla="*/ 124296 h 187958"/>
                <a:gd name="connsiteX146" fmla="*/ 1422106 w 2912392"/>
                <a:gd name="connsiteY146" fmla="*/ 127184 h 187958"/>
                <a:gd name="connsiteX147" fmla="*/ 1431850 w 2912392"/>
                <a:gd name="connsiteY147" fmla="*/ 130014 h 187958"/>
                <a:gd name="connsiteX148" fmla="*/ 1441594 w 2912392"/>
                <a:gd name="connsiteY148" fmla="*/ 132786 h 187958"/>
                <a:gd name="connsiteX149" fmla="*/ 1451323 w 2912392"/>
                <a:gd name="connsiteY149" fmla="*/ 135496 h 187958"/>
                <a:gd name="connsiteX150" fmla="*/ 1461067 w 2912392"/>
                <a:gd name="connsiteY150" fmla="*/ 138143 h 187958"/>
                <a:gd name="connsiteX151" fmla="*/ 1470811 w 2912392"/>
                <a:gd name="connsiteY151" fmla="*/ 140727 h 187958"/>
                <a:gd name="connsiteX152" fmla="*/ 1480555 w 2912392"/>
                <a:gd name="connsiteY152" fmla="*/ 143246 h 187958"/>
                <a:gd name="connsiteX153" fmla="*/ 1490284 w 2912392"/>
                <a:gd name="connsiteY153" fmla="*/ 145699 h 187958"/>
                <a:gd name="connsiteX154" fmla="*/ 1500028 w 2912392"/>
                <a:gd name="connsiteY154" fmla="*/ 148087 h 187958"/>
                <a:gd name="connsiteX155" fmla="*/ 1509772 w 2912392"/>
                <a:gd name="connsiteY155" fmla="*/ 150407 h 187958"/>
                <a:gd name="connsiteX156" fmla="*/ 1519516 w 2912392"/>
                <a:gd name="connsiteY156" fmla="*/ 152661 h 187958"/>
                <a:gd name="connsiteX157" fmla="*/ 1529245 w 2912392"/>
                <a:gd name="connsiteY157" fmla="*/ 154847 h 187958"/>
                <a:gd name="connsiteX158" fmla="*/ 1538989 w 2912392"/>
                <a:gd name="connsiteY158" fmla="*/ 156964 h 187958"/>
                <a:gd name="connsiteX159" fmla="*/ 1548733 w 2912392"/>
                <a:gd name="connsiteY159" fmla="*/ 159012 h 187958"/>
                <a:gd name="connsiteX160" fmla="*/ 1558477 w 2912392"/>
                <a:gd name="connsiteY160" fmla="*/ 160994 h 187958"/>
                <a:gd name="connsiteX161" fmla="*/ 1568221 w 2912392"/>
                <a:gd name="connsiteY161" fmla="*/ 162907 h 187958"/>
                <a:gd name="connsiteX162" fmla="*/ 1577950 w 2912392"/>
                <a:gd name="connsiteY162" fmla="*/ 164751 h 187958"/>
                <a:gd name="connsiteX163" fmla="*/ 1587694 w 2912392"/>
                <a:gd name="connsiteY163" fmla="*/ 166526 h 187958"/>
                <a:gd name="connsiteX164" fmla="*/ 1597438 w 2912392"/>
                <a:gd name="connsiteY164" fmla="*/ 168233 h 187958"/>
                <a:gd name="connsiteX165" fmla="*/ 1607182 w 2912392"/>
                <a:gd name="connsiteY165" fmla="*/ 169871 h 187958"/>
                <a:gd name="connsiteX166" fmla="*/ 1616911 w 2912392"/>
                <a:gd name="connsiteY166" fmla="*/ 171440 h 187958"/>
                <a:gd name="connsiteX167" fmla="*/ 1626655 w 2912392"/>
                <a:gd name="connsiteY167" fmla="*/ 172940 h 187958"/>
                <a:gd name="connsiteX168" fmla="*/ 1636399 w 2912392"/>
                <a:gd name="connsiteY168" fmla="*/ 174372 h 187958"/>
                <a:gd name="connsiteX169" fmla="*/ 1646142 w 2912392"/>
                <a:gd name="connsiteY169" fmla="*/ 175735 h 187958"/>
                <a:gd name="connsiteX170" fmla="*/ 1655872 w 2912392"/>
                <a:gd name="connsiteY170" fmla="*/ 177027 h 187958"/>
                <a:gd name="connsiteX171" fmla="*/ 1665616 w 2912392"/>
                <a:gd name="connsiteY171" fmla="*/ 178250 h 187958"/>
                <a:gd name="connsiteX172" fmla="*/ 1675359 w 2912392"/>
                <a:gd name="connsiteY172" fmla="*/ 179405 h 187958"/>
                <a:gd name="connsiteX173" fmla="*/ 1685103 w 2912392"/>
                <a:gd name="connsiteY173" fmla="*/ 180488 h 187958"/>
                <a:gd name="connsiteX174" fmla="*/ 1694832 w 2912392"/>
                <a:gd name="connsiteY174" fmla="*/ 181501 h 187958"/>
                <a:gd name="connsiteX175" fmla="*/ 1704576 w 2912392"/>
                <a:gd name="connsiteY175" fmla="*/ 182442 h 187958"/>
                <a:gd name="connsiteX176" fmla="*/ 1714320 w 2912392"/>
                <a:gd name="connsiteY176" fmla="*/ 183313 h 187958"/>
                <a:gd name="connsiteX177" fmla="*/ 1724064 w 2912392"/>
                <a:gd name="connsiteY177" fmla="*/ 184111 h 187958"/>
                <a:gd name="connsiteX178" fmla="*/ 1733808 w 2912392"/>
                <a:gd name="connsiteY178" fmla="*/ 184835 h 187958"/>
                <a:gd name="connsiteX179" fmla="*/ 1743537 w 2912392"/>
                <a:gd name="connsiteY179" fmla="*/ 185488 h 187958"/>
                <a:gd name="connsiteX180" fmla="*/ 1753281 w 2912392"/>
                <a:gd name="connsiteY180" fmla="*/ 186066 h 187958"/>
                <a:gd name="connsiteX181" fmla="*/ 1763025 w 2912392"/>
                <a:gd name="connsiteY181" fmla="*/ 186568 h 187958"/>
                <a:gd name="connsiteX182" fmla="*/ 1772769 w 2912392"/>
                <a:gd name="connsiteY182" fmla="*/ 186994 h 187958"/>
                <a:gd name="connsiteX183" fmla="*/ 1782498 w 2912392"/>
                <a:gd name="connsiteY183" fmla="*/ 187344 h 187958"/>
                <a:gd name="connsiteX184" fmla="*/ 1792242 w 2912392"/>
                <a:gd name="connsiteY184" fmla="*/ 187615 h 187958"/>
                <a:gd name="connsiteX185" fmla="*/ 1801986 w 2912392"/>
                <a:gd name="connsiteY185" fmla="*/ 187809 h 187958"/>
                <a:gd name="connsiteX186" fmla="*/ 1811730 w 2912392"/>
                <a:gd name="connsiteY186" fmla="*/ 187924 h 187958"/>
                <a:gd name="connsiteX187" fmla="*/ 1821459 w 2912392"/>
                <a:gd name="connsiteY187" fmla="*/ 187958 h 187958"/>
                <a:gd name="connsiteX188" fmla="*/ 1831203 w 2912392"/>
                <a:gd name="connsiteY188" fmla="*/ 187910 h 187958"/>
                <a:gd name="connsiteX189" fmla="*/ 1840947 w 2912392"/>
                <a:gd name="connsiteY189" fmla="*/ 187779 h 187958"/>
                <a:gd name="connsiteX190" fmla="*/ 1850691 w 2912392"/>
                <a:gd name="connsiteY190" fmla="*/ 187568 h 187958"/>
                <a:gd name="connsiteX191" fmla="*/ 1860435 w 2912392"/>
                <a:gd name="connsiteY191" fmla="*/ 187271 h 187958"/>
                <a:gd name="connsiteX192" fmla="*/ 1870164 w 2912392"/>
                <a:gd name="connsiteY192" fmla="*/ 186890 h 187958"/>
                <a:gd name="connsiteX193" fmla="*/ 1879908 w 2912392"/>
                <a:gd name="connsiteY193" fmla="*/ 186424 h 187958"/>
                <a:gd name="connsiteX194" fmla="*/ 1889652 w 2912392"/>
                <a:gd name="connsiteY194" fmla="*/ 185872 h 187958"/>
                <a:gd name="connsiteX195" fmla="*/ 1899395 w 2912392"/>
                <a:gd name="connsiteY195" fmla="*/ 185235 h 187958"/>
                <a:gd name="connsiteX196" fmla="*/ 1909124 w 2912392"/>
                <a:gd name="connsiteY196" fmla="*/ 184510 h 187958"/>
                <a:gd name="connsiteX197" fmla="*/ 1918868 w 2912392"/>
                <a:gd name="connsiteY197" fmla="*/ 183701 h 187958"/>
                <a:gd name="connsiteX198" fmla="*/ 1928612 w 2912392"/>
                <a:gd name="connsiteY198" fmla="*/ 182806 h 187958"/>
                <a:gd name="connsiteX199" fmla="*/ 1938356 w 2912392"/>
                <a:gd name="connsiteY199" fmla="*/ 181823 h 187958"/>
                <a:gd name="connsiteX200" fmla="*/ 1948085 w 2912392"/>
                <a:gd name="connsiteY200" fmla="*/ 180756 h 187958"/>
                <a:gd name="connsiteX201" fmla="*/ 1957829 w 2912392"/>
                <a:gd name="connsiteY201" fmla="*/ 179604 h 187958"/>
                <a:gd name="connsiteX202" fmla="*/ 1967573 w 2912392"/>
                <a:gd name="connsiteY202" fmla="*/ 178368 h 187958"/>
                <a:gd name="connsiteX203" fmla="*/ 1977317 w 2912392"/>
                <a:gd name="connsiteY203" fmla="*/ 177048 h 187958"/>
                <a:gd name="connsiteX204" fmla="*/ 1987046 w 2912392"/>
                <a:gd name="connsiteY204" fmla="*/ 175647 h 187958"/>
                <a:gd name="connsiteX205" fmla="*/ 1996790 w 2912392"/>
                <a:gd name="connsiteY205" fmla="*/ 174166 h 187958"/>
                <a:gd name="connsiteX206" fmla="*/ 2006534 w 2912392"/>
                <a:gd name="connsiteY206" fmla="*/ 172608 h 187958"/>
                <a:gd name="connsiteX207" fmla="*/ 2016278 w 2912392"/>
                <a:gd name="connsiteY207" fmla="*/ 170972 h 187958"/>
                <a:gd name="connsiteX208" fmla="*/ 2026022 w 2912392"/>
                <a:gd name="connsiteY208" fmla="*/ 169263 h 187958"/>
                <a:gd name="connsiteX209" fmla="*/ 2035751 w 2912392"/>
                <a:gd name="connsiteY209" fmla="*/ 167482 h 187958"/>
                <a:gd name="connsiteX210" fmla="*/ 2045495 w 2912392"/>
                <a:gd name="connsiteY210" fmla="*/ 165635 h 187958"/>
                <a:gd name="connsiteX211" fmla="*/ 2055239 w 2912392"/>
                <a:gd name="connsiteY211" fmla="*/ 163722 h 187958"/>
                <a:gd name="connsiteX212" fmla="*/ 2064983 w 2912392"/>
                <a:gd name="connsiteY212" fmla="*/ 161748 h 187958"/>
                <a:gd name="connsiteX213" fmla="*/ 2074712 w 2912392"/>
                <a:gd name="connsiteY213" fmla="*/ 159717 h 187958"/>
                <a:gd name="connsiteX214" fmla="*/ 2084456 w 2912392"/>
                <a:gd name="connsiteY214" fmla="*/ 157633 h 187958"/>
                <a:gd name="connsiteX215" fmla="*/ 2094200 w 2912392"/>
                <a:gd name="connsiteY215" fmla="*/ 155499 h 187958"/>
                <a:gd name="connsiteX216" fmla="*/ 2103944 w 2912392"/>
                <a:gd name="connsiteY216" fmla="*/ 153321 h 187958"/>
                <a:gd name="connsiteX217" fmla="*/ 2113673 w 2912392"/>
                <a:gd name="connsiteY217" fmla="*/ 151104 h 187958"/>
                <a:gd name="connsiteX218" fmla="*/ 2123417 w 2912392"/>
                <a:gd name="connsiteY218" fmla="*/ 148853 h 187958"/>
                <a:gd name="connsiteX219" fmla="*/ 2133161 w 2912392"/>
                <a:gd name="connsiteY219" fmla="*/ 146573 h 187958"/>
                <a:gd name="connsiteX220" fmla="*/ 2142905 w 2912392"/>
                <a:gd name="connsiteY220" fmla="*/ 144271 h 187958"/>
                <a:gd name="connsiteX221" fmla="*/ 2152649 w 2912392"/>
                <a:gd name="connsiteY221" fmla="*/ 141952 h 187958"/>
                <a:gd name="connsiteX222" fmla="*/ 2162377 w 2912392"/>
                <a:gd name="connsiteY222" fmla="*/ 139623 h 187958"/>
                <a:gd name="connsiteX223" fmla="*/ 2172121 w 2912392"/>
                <a:gd name="connsiteY223" fmla="*/ 137288 h 187958"/>
                <a:gd name="connsiteX224" fmla="*/ 2181865 w 2912392"/>
                <a:gd name="connsiteY224" fmla="*/ 134956 h 187958"/>
                <a:gd name="connsiteX225" fmla="*/ 2191609 w 2912392"/>
                <a:gd name="connsiteY225" fmla="*/ 132634 h 187958"/>
                <a:gd name="connsiteX226" fmla="*/ 2201338 w 2912392"/>
                <a:gd name="connsiteY226" fmla="*/ 130327 h 187958"/>
                <a:gd name="connsiteX227" fmla="*/ 2211082 w 2912392"/>
                <a:gd name="connsiteY227" fmla="*/ 128042 h 187958"/>
                <a:gd name="connsiteX228" fmla="*/ 2220826 w 2912392"/>
                <a:gd name="connsiteY228" fmla="*/ 125788 h 187958"/>
                <a:gd name="connsiteX229" fmla="*/ 2230570 w 2912392"/>
                <a:gd name="connsiteY229" fmla="*/ 123569 h 187958"/>
                <a:gd name="connsiteX230" fmla="*/ 2240299 w 2912392"/>
                <a:gd name="connsiteY230" fmla="*/ 121394 h 187958"/>
                <a:gd name="connsiteX231" fmla="*/ 2250043 w 2912392"/>
                <a:gd name="connsiteY231" fmla="*/ 119271 h 187958"/>
                <a:gd name="connsiteX232" fmla="*/ 2259787 w 2912392"/>
                <a:gd name="connsiteY232" fmla="*/ 117204 h 187958"/>
                <a:gd name="connsiteX233" fmla="*/ 2269531 w 2912392"/>
                <a:gd name="connsiteY233" fmla="*/ 115202 h 187958"/>
                <a:gd name="connsiteX234" fmla="*/ 2279260 w 2912392"/>
                <a:gd name="connsiteY234" fmla="*/ 113272 h 187958"/>
                <a:gd name="connsiteX235" fmla="*/ 2289004 w 2912392"/>
                <a:gd name="connsiteY235" fmla="*/ 111421 h 187958"/>
                <a:gd name="connsiteX236" fmla="*/ 2298748 w 2912392"/>
                <a:gd name="connsiteY236" fmla="*/ 109653 h 187958"/>
                <a:gd name="connsiteX237" fmla="*/ 2308492 w 2912392"/>
                <a:gd name="connsiteY237" fmla="*/ 107977 h 187958"/>
                <a:gd name="connsiteX238" fmla="*/ 2318236 w 2912392"/>
                <a:gd name="connsiteY238" fmla="*/ 106398 h 187958"/>
                <a:gd name="connsiteX239" fmla="*/ 2327965 w 2912392"/>
                <a:gd name="connsiteY239" fmla="*/ 104922 h 187958"/>
                <a:gd name="connsiteX240" fmla="*/ 2337709 w 2912392"/>
                <a:gd name="connsiteY240" fmla="*/ 103554 h 187958"/>
                <a:gd name="connsiteX241" fmla="*/ 2347453 w 2912392"/>
                <a:gd name="connsiteY241" fmla="*/ 102299 h 187958"/>
                <a:gd name="connsiteX242" fmla="*/ 2357197 w 2912392"/>
                <a:gd name="connsiteY242" fmla="*/ 101164 h 187958"/>
                <a:gd name="connsiteX243" fmla="*/ 2366926 w 2912392"/>
                <a:gd name="connsiteY243" fmla="*/ 100151 h 187958"/>
                <a:gd name="connsiteX244" fmla="*/ 2376670 w 2912392"/>
                <a:gd name="connsiteY244" fmla="*/ 99266 h 187958"/>
                <a:gd name="connsiteX245" fmla="*/ 2386413 w 2912392"/>
                <a:gd name="connsiteY245" fmla="*/ 98511 h 187958"/>
                <a:gd name="connsiteX246" fmla="*/ 2396157 w 2912392"/>
                <a:gd name="connsiteY246" fmla="*/ 97889 h 187958"/>
                <a:gd name="connsiteX247" fmla="*/ 2405886 w 2912392"/>
                <a:gd name="connsiteY247" fmla="*/ 97404 h 187958"/>
                <a:gd name="connsiteX248" fmla="*/ 2415630 w 2912392"/>
                <a:gd name="connsiteY248" fmla="*/ 97056 h 187958"/>
                <a:gd name="connsiteX249" fmla="*/ 2425374 w 2912392"/>
                <a:gd name="connsiteY249" fmla="*/ 96849 h 187958"/>
                <a:gd name="connsiteX250" fmla="*/ 2435118 w 2912392"/>
                <a:gd name="connsiteY250" fmla="*/ 96784 h 187958"/>
                <a:gd name="connsiteX251" fmla="*/ 2444862 w 2912392"/>
                <a:gd name="connsiteY251" fmla="*/ 96860 h 187958"/>
                <a:gd name="connsiteX252" fmla="*/ 2454591 w 2912392"/>
                <a:gd name="connsiteY252" fmla="*/ 97076 h 187958"/>
                <a:gd name="connsiteX253" fmla="*/ 2464335 w 2912392"/>
                <a:gd name="connsiteY253" fmla="*/ 97433 h 187958"/>
                <a:gd name="connsiteX254" fmla="*/ 2474079 w 2912392"/>
                <a:gd name="connsiteY254" fmla="*/ 97928 h 187958"/>
                <a:gd name="connsiteX255" fmla="*/ 2483823 w 2912392"/>
                <a:gd name="connsiteY255" fmla="*/ 98561 h 187958"/>
                <a:gd name="connsiteX256" fmla="*/ 2493552 w 2912392"/>
                <a:gd name="connsiteY256" fmla="*/ 99328 h 187958"/>
                <a:gd name="connsiteX257" fmla="*/ 2503296 w 2912392"/>
                <a:gd name="connsiteY257" fmla="*/ 100225 h 187958"/>
                <a:gd name="connsiteX258" fmla="*/ 2513040 w 2912392"/>
                <a:gd name="connsiteY258" fmla="*/ 101250 h 187958"/>
                <a:gd name="connsiteX259" fmla="*/ 2522784 w 2912392"/>
                <a:gd name="connsiteY259" fmla="*/ 102398 h 187958"/>
                <a:gd name="connsiteX260" fmla="*/ 2532513 w 2912392"/>
                <a:gd name="connsiteY260" fmla="*/ 103663 h 187958"/>
                <a:gd name="connsiteX261" fmla="*/ 2542257 w 2912392"/>
                <a:gd name="connsiteY261" fmla="*/ 105038 h 187958"/>
                <a:gd name="connsiteX262" fmla="*/ 2552001 w 2912392"/>
                <a:gd name="connsiteY262" fmla="*/ 106519 h 187958"/>
                <a:gd name="connsiteX263" fmla="*/ 2561745 w 2912392"/>
                <a:gd name="connsiteY263" fmla="*/ 108098 h 187958"/>
                <a:gd name="connsiteX264" fmla="*/ 2571474 w 2912392"/>
                <a:gd name="connsiteY264" fmla="*/ 109768 h 187958"/>
                <a:gd name="connsiteX265" fmla="*/ 2581218 w 2912392"/>
                <a:gd name="connsiteY265" fmla="*/ 111520 h 187958"/>
                <a:gd name="connsiteX266" fmla="*/ 2590962 w 2912392"/>
                <a:gd name="connsiteY266" fmla="*/ 113347 h 187958"/>
                <a:gd name="connsiteX267" fmla="*/ 2600705 w 2912392"/>
                <a:gd name="connsiteY267" fmla="*/ 115238 h 187958"/>
                <a:gd name="connsiteX268" fmla="*/ 2610449 w 2912392"/>
                <a:gd name="connsiteY268" fmla="*/ 117183 h 187958"/>
                <a:gd name="connsiteX269" fmla="*/ 2620178 w 2912392"/>
                <a:gd name="connsiteY269" fmla="*/ 119175 h 187958"/>
                <a:gd name="connsiteX270" fmla="*/ 2629922 w 2912392"/>
                <a:gd name="connsiteY270" fmla="*/ 121200 h 187958"/>
                <a:gd name="connsiteX271" fmla="*/ 2639666 w 2912392"/>
                <a:gd name="connsiteY271" fmla="*/ 123250 h 187958"/>
                <a:gd name="connsiteX272" fmla="*/ 2649410 w 2912392"/>
                <a:gd name="connsiteY272" fmla="*/ 125312 h 187958"/>
                <a:gd name="connsiteX273" fmla="*/ 2659139 w 2912392"/>
                <a:gd name="connsiteY273" fmla="*/ 127376 h 187958"/>
                <a:gd name="connsiteX274" fmla="*/ 2668883 w 2912392"/>
                <a:gd name="connsiteY274" fmla="*/ 129427 h 187958"/>
                <a:gd name="connsiteX275" fmla="*/ 2678627 w 2912392"/>
                <a:gd name="connsiteY275" fmla="*/ 131458 h 187958"/>
                <a:gd name="connsiteX276" fmla="*/ 2688371 w 2912392"/>
                <a:gd name="connsiteY276" fmla="*/ 133452 h 187958"/>
                <a:gd name="connsiteX277" fmla="*/ 2698100 w 2912392"/>
                <a:gd name="connsiteY277" fmla="*/ 135399 h 187958"/>
                <a:gd name="connsiteX278" fmla="*/ 2707844 w 2912392"/>
                <a:gd name="connsiteY278" fmla="*/ 137287 h 187958"/>
                <a:gd name="connsiteX279" fmla="*/ 2717588 w 2912392"/>
                <a:gd name="connsiteY279" fmla="*/ 139103 h 187958"/>
                <a:gd name="connsiteX280" fmla="*/ 2727332 w 2912392"/>
                <a:gd name="connsiteY280" fmla="*/ 140833 h 187958"/>
                <a:gd name="connsiteX281" fmla="*/ 2737076 w 2912392"/>
                <a:gd name="connsiteY281" fmla="*/ 142466 h 187958"/>
                <a:gd name="connsiteX282" fmla="*/ 2746805 w 2912392"/>
                <a:gd name="connsiteY282" fmla="*/ 143990 h 187958"/>
                <a:gd name="connsiteX283" fmla="*/ 2756549 w 2912392"/>
                <a:gd name="connsiteY283" fmla="*/ 145390 h 187958"/>
                <a:gd name="connsiteX284" fmla="*/ 2766293 w 2912392"/>
                <a:gd name="connsiteY284" fmla="*/ 146657 h 187958"/>
                <a:gd name="connsiteX285" fmla="*/ 2776037 w 2912392"/>
                <a:gd name="connsiteY285" fmla="*/ 147776 h 187958"/>
                <a:gd name="connsiteX286" fmla="*/ 2785766 w 2912392"/>
                <a:gd name="connsiteY286" fmla="*/ 148738 h 187958"/>
                <a:gd name="connsiteX287" fmla="*/ 2795510 w 2912392"/>
                <a:gd name="connsiteY287" fmla="*/ 149529 h 187958"/>
                <a:gd name="connsiteX288" fmla="*/ 2805254 w 2912392"/>
                <a:gd name="connsiteY288" fmla="*/ 150140 h 187958"/>
                <a:gd name="connsiteX289" fmla="*/ 2814998 w 2912392"/>
                <a:gd name="connsiteY289" fmla="*/ 150559 h 187958"/>
                <a:gd name="connsiteX290" fmla="*/ 2824727 w 2912392"/>
                <a:gd name="connsiteY290" fmla="*/ 150775 h 187958"/>
                <a:gd name="connsiteX291" fmla="*/ 2834471 w 2912392"/>
                <a:gd name="connsiteY291" fmla="*/ 150778 h 187958"/>
                <a:gd name="connsiteX292" fmla="*/ 2844215 w 2912392"/>
                <a:gd name="connsiteY292" fmla="*/ 150559 h 187958"/>
                <a:gd name="connsiteX293" fmla="*/ 2853958 w 2912392"/>
                <a:gd name="connsiteY293" fmla="*/ 150109 h 187958"/>
                <a:gd name="connsiteX294" fmla="*/ 2863687 w 2912392"/>
                <a:gd name="connsiteY294" fmla="*/ 149419 h 187958"/>
                <a:gd name="connsiteX295" fmla="*/ 2873431 w 2912392"/>
                <a:gd name="connsiteY295" fmla="*/ 148480 h 187958"/>
                <a:gd name="connsiteX296" fmla="*/ 2883175 w 2912392"/>
                <a:gd name="connsiteY296" fmla="*/ 147287 h 187958"/>
                <a:gd name="connsiteX297" fmla="*/ 2892919 w 2912392"/>
                <a:gd name="connsiteY297" fmla="*/ 145831 h 187958"/>
                <a:gd name="connsiteX298" fmla="*/ 2902663 w 2912392"/>
                <a:gd name="connsiteY298" fmla="*/ 144104 h 187958"/>
                <a:gd name="connsiteX299" fmla="*/ 2912392 w 2912392"/>
                <a:gd name="connsiteY299" fmla="*/ 142105 h 18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187958">
                  <a:moveTo>
                    <a:pt x="0" y="63599"/>
                  </a:moveTo>
                  <a:lnTo>
                    <a:pt x="9739" y="66069"/>
                  </a:lnTo>
                  <a:lnTo>
                    <a:pt x="19480" y="68549"/>
                  </a:lnTo>
                  <a:lnTo>
                    <a:pt x="29221" y="71034"/>
                  </a:lnTo>
                  <a:lnTo>
                    <a:pt x="38961" y="73520"/>
                  </a:lnTo>
                  <a:lnTo>
                    <a:pt x="48702" y="76006"/>
                  </a:lnTo>
                  <a:lnTo>
                    <a:pt x="58443" y="78483"/>
                  </a:lnTo>
                  <a:lnTo>
                    <a:pt x="68182" y="80951"/>
                  </a:lnTo>
                  <a:lnTo>
                    <a:pt x="77923" y="83401"/>
                  </a:lnTo>
                  <a:lnTo>
                    <a:pt x="87664" y="85831"/>
                  </a:lnTo>
                  <a:lnTo>
                    <a:pt x="97404" y="88235"/>
                  </a:lnTo>
                  <a:lnTo>
                    <a:pt x="107145" y="90608"/>
                  </a:lnTo>
                  <a:lnTo>
                    <a:pt x="116886" y="92944"/>
                  </a:lnTo>
                  <a:lnTo>
                    <a:pt x="126625" y="95239"/>
                  </a:lnTo>
                  <a:lnTo>
                    <a:pt x="136366" y="97484"/>
                  </a:lnTo>
                  <a:lnTo>
                    <a:pt x="146107" y="99679"/>
                  </a:lnTo>
                  <a:lnTo>
                    <a:pt x="155846" y="101812"/>
                  </a:lnTo>
                  <a:lnTo>
                    <a:pt x="165587" y="103883"/>
                  </a:lnTo>
                  <a:lnTo>
                    <a:pt x="175328" y="105883"/>
                  </a:lnTo>
                  <a:lnTo>
                    <a:pt x="185068" y="107807"/>
                  </a:lnTo>
                  <a:lnTo>
                    <a:pt x="194809" y="109650"/>
                  </a:lnTo>
                  <a:lnTo>
                    <a:pt x="204550" y="111407"/>
                  </a:lnTo>
                  <a:lnTo>
                    <a:pt x="214289" y="113070"/>
                  </a:lnTo>
                  <a:lnTo>
                    <a:pt x="224030" y="114637"/>
                  </a:lnTo>
                  <a:lnTo>
                    <a:pt x="233771" y="116100"/>
                  </a:lnTo>
                  <a:lnTo>
                    <a:pt x="243510" y="117456"/>
                  </a:lnTo>
                  <a:lnTo>
                    <a:pt x="253251" y="118699"/>
                  </a:lnTo>
                  <a:lnTo>
                    <a:pt x="262992" y="119823"/>
                  </a:lnTo>
                  <a:lnTo>
                    <a:pt x="272732" y="120828"/>
                  </a:lnTo>
                  <a:lnTo>
                    <a:pt x="282473" y="121707"/>
                  </a:lnTo>
                  <a:lnTo>
                    <a:pt x="292214" y="122455"/>
                  </a:lnTo>
                  <a:lnTo>
                    <a:pt x="301953" y="123070"/>
                  </a:lnTo>
                  <a:lnTo>
                    <a:pt x="311694" y="123548"/>
                  </a:lnTo>
                  <a:lnTo>
                    <a:pt x="321435" y="123888"/>
                  </a:lnTo>
                  <a:lnTo>
                    <a:pt x="331175" y="124085"/>
                  </a:lnTo>
                  <a:lnTo>
                    <a:pt x="340916" y="124138"/>
                  </a:lnTo>
                  <a:lnTo>
                    <a:pt x="350656" y="124044"/>
                  </a:lnTo>
                  <a:lnTo>
                    <a:pt x="360396" y="123804"/>
                  </a:lnTo>
                  <a:lnTo>
                    <a:pt x="370137" y="123414"/>
                  </a:lnTo>
                  <a:lnTo>
                    <a:pt x="379878" y="122876"/>
                  </a:lnTo>
                  <a:lnTo>
                    <a:pt x="389617" y="122189"/>
                  </a:lnTo>
                  <a:lnTo>
                    <a:pt x="399358" y="121352"/>
                  </a:lnTo>
                  <a:lnTo>
                    <a:pt x="409099" y="120367"/>
                  </a:lnTo>
                  <a:lnTo>
                    <a:pt x="418839" y="119235"/>
                  </a:lnTo>
                  <a:lnTo>
                    <a:pt x="428580" y="117958"/>
                  </a:lnTo>
                  <a:lnTo>
                    <a:pt x="438321" y="116537"/>
                  </a:lnTo>
                  <a:lnTo>
                    <a:pt x="448060" y="114975"/>
                  </a:lnTo>
                  <a:lnTo>
                    <a:pt x="457801" y="113275"/>
                  </a:lnTo>
                  <a:lnTo>
                    <a:pt x="467542" y="111441"/>
                  </a:lnTo>
                  <a:lnTo>
                    <a:pt x="477281" y="109476"/>
                  </a:lnTo>
                  <a:lnTo>
                    <a:pt x="487022" y="107384"/>
                  </a:lnTo>
                  <a:lnTo>
                    <a:pt x="496763" y="105170"/>
                  </a:lnTo>
                  <a:lnTo>
                    <a:pt x="506503" y="102842"/>
                  </a:lnTo>
                  <a:lnTo>
                    <a:pt x="516244" y="100401"/>
                  </a:lnTo>
                  <a:lnTo>
                    <a:pt x="525985" y="97855"/>
                  </a:lnTo>
                  <a:lnTo>
                    <a:pt x="535724" y="95210"/>
                  </a:lnTo>
                  <a:lnTo>
                    <a:pt x="545465" y="92473"/>
                  </a:lnTo>
                  <a:lnTo>
                    <a:pt x="555206" y="89652"/>
                  </a:lnTo>
                  <a:lnTo>
                    <a:pt x="564946" y="86752"/>
                  </a:lnTo>
                  <a:lnTo>
                    <a:pt x="574687" y="83781"/>
                  </a:lnTo>
                  <a:lnTo>
                    <a:pt x="584428" y="80749"/>
                  </a:lnTo>
                  <a:lnTo>
                    <a:pt x="594167" y="77662"/>
                  </a:lnTo>
                  <a:lnTo>
                    <a:pt x="603908" y="74529"/>
                  </a:lnTo>
                  <a:lnTo>
                    <a:pt x="613649" y="71359"/>
                  </a:lnTo>
                  <a:lnTo>
                    <a:pt x="623388" y="68160"/>
                  </a:lnTo>
                  <a:lnTo>
                    <a:pt x="633129" y="64940"/>
                  </a:lnTo>
                  <a:lnTo>
                    <a:pt x="642870" y="61710"/>
                  </a:lnTo>
                  <a:lnTo>
                    <a:pt x="652610" y="58477"/>
                  </a:lnTo>
                  <a:lnTo>
                    <a:pt x="662351" y="55250"/>
                  </a:lnTo>
                  <a:lnTo>
                    <a:pt x="672092" y="52041"/>
                  </a:lnTo>
                  <a:lnTo>
                    <a:pt x="681831" y="48854"/>
                  </a:lnTo>
                  <a:lnTo>
                    <a:pt x="691572" y="45703"/>
                  </a:lnTo>
                  <a:lnTo>
                    <a:pt x="701313" y="42593"/>
                  </a:lnTo>
                  <a:lnTo>
                    <a:pt x="711052" y="39536"/>
                  </a:lnTo>
                  <a:lnTo>
                    <a:pt x="720793" y="36538"/>
                  </a:lnTo>
                  <a:lnTo>
                    <a:pt x="730534" y="33611"/>
                  </a:lnTo>
                  <a:lnTo>
                    <a:pt x="740274" y="30759"/>
                  </a:lnTo>
                  <a:lnTo>
                    <a:pt x="750015" y="27992"/>
                  </a:lnTo>
                  <a:lnTo>
                    <a:pt x="759756" y="25319"/>
                  </a:lnTo>
                  <a:lnTo>
                    <a:pt x="769495" y="22746"/>
                  </a:lnTo>
                  <a:lnTo>
                    <a:pt x="779236" y="20282"/>
                  </a:lnTo>
                  <a:lnTo>
                    <a:pt x="788977" y="17932"/>
                  </a:lnTo>
                  <a:lnTo>
                    <a:pt x="798717" y="15703"/>
                  </a:lnTo>
                  <a:lnTo>
                    <a:pt x="808458" y="13603"/>
                  </a:lnTo>
                  <a:lnTo>
                    <a:pt x="818199" y="11636"/>
                  </a:lnTo>
                  <a:lnTo>
                    <a:pt x="827938" y="9808"/>
                  </a:lnTo>
                  <a:lnTo>
                    <a:pt x="837679" y="8123"/>
                  </a:lnTo>
                  <a:lnTo>
                    <a:pt x="847420" y="6588"/>
                  </a:lnTo>
                  <a:lnTo>
                    <a:pt x="857159" y="5206"/>
                  </a:lnTo>
                  <a:lnTo>
                    <a:pt x="866900" y="3979"/>
                  </a:lnTo>
                  <a:lnTo>
                    <a:pt x="876641" y="2914"/>
                  </a:lnTo>
                  <a:lnTo>
                    <a:pt x="886381" y="2011"/>
                  </a:lnTo>
                  <a:lnTo>
                    <a:pt x="896122" y="1272"/>
                  </a:lnTo>
                  <a:lnTo>
                    <a:pt x="905863" y="702"/>
                  </a:lnTo>
                  <a:lnTo>
                    <a:pt x="915602" y="298"/>
                  </a:lnTo>
                  <a:lnTo>
                    <a:pt x="925343" y="64"/>
                  </a:lnTo>
                  <a:lnTo>
                    <a:pt x="935084" y="0"/>
                  </a:lnTo>
                  <a:lnTo>
                    <a:pt x="944824" y="104"/>
                  </a:lnTo>
                  <a:lnTo>
                    <a:pt x="954564" y="377"/>
                  </a:lnTo>
                  <a:lnTo>
                    <a:pt x="964305" y="818"/>
                  </a:lnTo>
                  <a:lnTo>
                    <a:pt x="974045" y="1426"/>
                  </a:lnTo>
                  <a:lnTo>
                    <a:pt x="983786" y="2196"/>
                  </a:lnTo>
                  <a:lnTo>
                    <a:pt x="993522" y="3130"/>
                  </a:lnTo>
                  <a:lnTo>
                    <a:pt x="1003266" y="4222"/>
                  </a:lnTo>
                  <a:lnTo>
                    <a:pt x="1013010" y="5471"/>
                  </a:lnTo>
                  <a:lnTo>
                    <a:pt x="1022754" y="6871"/>
                  </a:lnTo>
                  <a:lnTo>
                    <a:pt x="1032483" y="8421"/>
                  </a:lnTo>
                  <a:lnTo>
                    <a:pt x="1042227" y="10115"/>
                  </a:lnTo>
                  <a:lnTo>
                    <a:pt x="1051971" y="11947"/>
                  </a:lnTo>
                  <a:lnTo>
                    <a:pt x="1061715" y="13916"/>
                  </a:lnTo>
                  <a:lnTo>
                    <a:pt x="1071444" y="16013"/>
                  </a:lnTo>
                  <a:lnTo>
                    <a:pt x="1081188" y="18236"/>
                  </a:lnTo>
                  <a:lnTo>
                    <a:pt x="1090932" y="20577"/>
                  </a:lnTo>
                  <a:lnTo>
                    <a:pt x="1100676" y="23031"/>
                  </a:lnTo>
                  <a:lnTo>
                    <a:pt x="1110405" y="25590"/>
                  </a:lnTo>
                  <a:lnTo>
                    <a:pt x="1120149" y="28251"/>
                  </a:lnTo>
                  <a:lnTo>
                    <a:pt x="1129893" y="31006"/>
                  </a:lnTo>
                  <a:lnTo>
                    <a:pt x="1139637" y="33850"/>
                  </a:lnTo>
                  <a:lnTo>
                    <a:pt x="1149381" y="36775"/>
                  </a:lnTo>
                  <a:lnTo>
                    <a:pt x="1159110" y="39774"/>
                  </a:lnTo>
                  <a:lnTo>
                    <a:pt x="1168854" y="42843"/>
                  </a:lnTo>
                  <a:lnTo>
                    <a:pt x="1178598" y="45972"/>
                  </a:lnTo>
                  <a:lnTo>
                    <a:pt x="1188341" y="49158"/>
                  </a:lnTo>
                  <a:lnTo>
                    <a:pt x="1198070" y="52391"/>
                  </a:lnTo>
                  <a:lnTo>
                    <a:pt x="1207814" y="55667"/>
                  </a:lnTo>
                  <a:lnTo>
                    <a:pt x="1217558" y="58979"/>
                  </a:lnTo>
                  <a:lnTo>
                    <a:pt x="1227302" y="62321"/>
                  </a:lnTo>
                  <a:lnTo>
                    <a:pt x="1237031" y="65685"/>
                  </a:lnTo>
                  <a:lnTo>
                    <a:pt x="1246775" y="69067"/>
                  </a:lnTo>
                  <a:lnTo>
                    <a:pt x="1256519" y="72461"/>
                  </a:lnTo>
                  <a:lnTo>
                    <a:pt x="1266263" y="75861"/>
                  </a:lnTo>
                  <a:lnTo>
                    <a:pt x="1276007" y="79260"/>
                  </a:lnTo>
                  <a:lnTo>
                    <a:pt x="1285736" y="82655"/>
                  </a:lnTo>
                  <a:lnTo>
                    <a:pt x="1295480" y="86039"/>
                  </a:lnTo>
                  <a:lnTo>
                    <a:pt x="1305224" y="89409"/>
                  </a:lnTo>
                  <a:lnTo>
                    <a:pt x="1314968" y="92758"/>
                  </a:lnTo>
                  <a:lnTo>
                    <a:pt x="1324697" y="96084"/>
                  </a:lnTo>
                  <a:lnTo>
                    <a:pt x="1334441" y="99379"/>
                  </a:lnTo>
                  <a:lnTo>
                    <a:pt x="1344185" y="102643"/>
                  </a:lnTo>
                  <a:lnTo>
                    <a:pt x="1353929" y="105871"/>
                  </a:lnTo>
                  <a:lnTo>
                    <a:pt x="1363658" y="109059"/>
                  </a:lnTo>
                  <a:lnTo>
                    <a:pt x="1373402" y="112204"/>
                  </a:lnTo>
                  <a:lnTo>
                    <a:pt x="1383146" y="115303"/>
                  </a:lnTo>
                  <a:lnTo>
                    <a:pt x="1392890" y="118353"/>
                  </a:lnTo>
                  <a:lnTo>
                    <a:pt x="1402619" y="121351"/>
                  </a:lnTo>
                  <a:lnTo>
                    <a:pt x="1412363" y="124296"/>
                  </a:lnTo>
                  <a:lnTo>
                    <a:pt x="1422106" y="127184"/>
                  </a:lnTo>
                  <a:lnTo>
                    <a:pt x="1431850" y="130014"/>
                  </a:lnTo>
                  <a:lnTo>
                    <a:pt x="1441594" y="132786"/>
                  </a:lnTo>
                  <a:lnTo>
                    <a:pt x="1451323" y="135496"/>
                  </a:lnTo>
                  <a:lnTo>
                    <a:pt x="1461067" y="138143"/>
                  </a:lnTo>
                  <a:lnTo>
                    <a:pt x="1470811" y="140727"/>
                  </a:lnTo>
                  <a:lnTo>
                    <a:pt x="1480555" y="143246"/>
                  </a:lnTo>
                  <a:lnTo>
                    <a:pt x="1490284" y="145699"/>
                  </a:lnTo>
                  <a:lnTo>
                    <a:pt x="1500028" y="148087"/>
                  </a:lnTo>
                  <a:lnTo>
                    <a:pt x="1509772" y="150407"/>
                  </a:lnTo>
                  <a:lnTo>
                    <a:pt x="1519516" y="152661"/>
                  </a:lnTo>
                  <a:lnTo>
                    <a:pt x="1529245" y="154847"/>
                  </a:lnTo>
                  <a:lnTo>
                    <a:pt x="1538989" y="156964"/>
                  </a:lnTo>
                  <a:lnTo>
                    <a:pt x="1548733" y="159012"/>
                  </a:lnTo>
                  <a:lnTo>
                    <a:pt x="1558477" y="160994"/>
                  </a:lnTo>
                  <a:lnTo>
                    <a:pt x="1568221" y="162907"/>
                  </a:lnTo>
                  <a:lnTo>
                    <a:pt x="1577950" y="164751"/>
                  </a:lnTo>
                  <a:lnTo>
                    <a:pt x="1587694" y="166526"/>
                  </a:lnTo>
                  <a:lnTo>
                    <a:pt x="1597438" y="168233"/>
                  </a:lnTo>
                  <a:lnTo>
                    <a:pt x="1607182" y="169871"/>
                  </a:lnTo>
                  <a:lnTo>
                    <a:pt x="1616911" y="171440"/>
                  </a:lnTo>
                  <a:lnTo>
                    <a:pt x="1626655" y="172940"/>
                  </a:lnTo>
                  <a:lnTo>
                    <a:pt x="1636399" y="174372"/>
                  </a:lnTo>
                  <a:lnTo>
                    <a:pt x="1646142" y="175735"/>
                  </a:lnTo>
                  <a:lnTo>
                    <a:pt x="1655872" y="177027"/>
                  </a:lnTo>
                  <a:lnTo>
                    <a:pt x="1665616" y="178250"/>
                  </a:lnTo>
                  <a:lnTo>
                    <a:pt x="1675359" y="179405"/>
                  </a:lnTo>
                  <a:lnTo>
                    <a:pt x="1685103" y="180488"/>
                  </a:lnTo>
                  <a:lnTo>
                    <a:pt x="1694832" y="181501"/>
                  </a:lnTo>
                  <a:lnTo>
                    <a:pt x="1704576" y="182442"/>
                  </a:lnTo>
                  <a:lnTo>
                    <a:pt x="1714320" y="183313"/>
                  </a:lnTo>
                  <a:lnTo>
                    <a:pt x="1724064" y="184111"/>
                  </a:lnTo>
                  <a:lnTo>
                    <a:pt x="1733808" y="184835"/>
                  </a:lnTo>
                  <a:lnTo>
                    <a:pt x="1743537" y="185488"/>
                  </a:lnTo>
                  <a:lnTo>
                    <a:pt x="1753281" y="186066"/>
                  </a:lnTo>
                  <a:lnTo>
                    <a:pt x="1763025" y="186568"/>
                  </a:lnTo>
                  <a:lnTo>
                    <a:pt x="1772769" y="186994"/>
                  </a:lnTo>
                  <a:lnTo>
                    <a:pt x="1782498" y="187344"/>
                  </a:lnTo>
                  <a:lnTo>
                    <a:pt x="1792242" y="187615"/>
                  </a:lnTo>
                  <a:lnTo>
                    <a:pt x="1801986" y="187809"/>
                  </a:lnTo>
                  <a:lnTo>
                    <a:pt x="1811730" y="187924"/>
                  </a:lnTo>
                  <a:lnTo>
                    <a:pt x="1821459" y="187958"/>
                  </a:lnTo>
                  <a:lnTo>
                    <a:pt x="1831203" y="187910"/>
                  </a:lnTo>
                  <a:lnTo>
                    <a:pt x="1840947" y="187779"/>
                  </a:lnTo>
                  <a:lnTo>
                    <a:pt x="1850691" y="187568"/>
                  </a:lnTo>
                  <a:lnTo>
                    <a:pt x="1860435" y="187271"/>
                  </a:lnTo>
                  <a:lnTo>
                    <a:pt x="1870164" y="186890"/>
                  </a:lnTo>
                  <a:lnTo>
                    <a:pt x="1879908" y="186424"/>
                  </a:lnTo>
                  <a:lnTo>
                    <a:pt x="1889652" y="185872"/>
                  </a:lnTo>
                  <a:lnTo>
                    <a:pt x="1899395" y="185235"/>
                  </a:lnTo>
                  <a:lnTo>
                    <a:pt x="1909124" y="184510"/>
                  </a:lnTo>
                  <a:lnTo>
                    <a:pt x="1918868" y="183701"/>
                  </a:lnTo>
                  <a:lnTo>
                    <a:pt x="1928612" y="182806"/>
                  </a:lnTo>
                  <a:lnTo>
                    <a:pt x="1938356" y="181823"/>
                  </a:lnTo>
                  <a:lnTo>
                    <a:pt x="1948085" y="180756"/>
                  </a:lnTo>
                  <a:lnTo>
                    <a:pt x="1957829" y="179604"/>
                  </a:lnTo>
                  <a:lnTo>
                    <a:pt x="1967573" y="178368"/>
                  </a:lnTo>
                  <a:lnTo>
                    <a:pt x="1977317" y="177048"/>
                  </a:lnTo>
                  <a:lnTo>
                    <a:pt x="1987046" y="175647"/>
                  </a:lnTo>
                  <a:lnTo>
                    <a:pt x="1996790" y="174166"/>
                  </a:lnTo>
                  <a:lnTo>
                    <a:pt x="2006534" y="172608"/>
                  </a:lnTo>
                  <a:lnTo>
                    <a:pt x="2016278" y="170972"/>
                  </a:lnTo>
                  <a:lnTo>
                    <a:pt x="2026022" y="169263"/>
                  </a:lnTo>
                  <a:lnTo>
                    <a:pt x="2035751" y="167482"/>
                  </a:lnTo>
                  <a:lnTo>
                    <a:pt x="2045495" y="165635"/>
                  </a:lnTo>
                  <a:lnTo>
                    <a:pt x="2055239" y="163722"/>
                  </a:lnTo>
                  <a:lnTo>
                    <a:pt x="2064983" y="161748"/>
                  </a:lnTo>
                  <a:lnTo>
                    <a:pt x="2074712" y="159717"/>
                  </a:lnTo>
                  <a:lnTo>
                    <a:pt x="2084456" y="157633"/>
                  </a:lnTo>
                  <a:lnTo>
                    <a:pt x="2094200" y="155499"/>
                  </a:lnTo>
                  <a:lnTo>
                    <a:pt x="2103944" y="153321"/>
                  </a:lnTo>
                  <a:lnTo>
                    <a:pt x="2113673" y="151104"/>
                  </a:lnTo>
                  <a:lnTo>
                    <a:pt x="2123417" y="148853"/>
                  </a:lnTo>
                  <a:lnTo>
                    <a:pt x="2133161" y="146573"/>
                  </a:lnTo>
                  <a:lnTo>
                    <a:pt x="2142905" y="144271"/>
                  </a:lnTo>
                  <a:lnTo>
                    <a:pt x="2152649" y="141952"/>
                  </a:lnTo>
                  <a:lnTo>
                    <a:pt x="2162377" y="139623"/>
                  </a:lnTo>
                  <a:lnTo>
                    <a:pt x="2172121" y="137288"/>
                  </a:lnTo>
                  <a:lnTo>
                    <a:pt x="2181865" y="134956"/>
                  </a:lnTo>
                  <a:lnTo>
                    <a:pt x="2191609" y="132634"/>
                  </a:lnTo>
                  <a:lnTo>
                    <a:pt x="2201338" y="130327"/>
                  </a:lnTo>
                  <a:lnTo>
                    <a:pt x="2211082" y="128042"/>
                  </a:lnTo>
                  <a:lnTo>
                    <a:pt x="2220826" y="125788"/>
                  </a:lnTo>
                  <a:lnTo>
                    <a:pt x="2230570" y="123569"/>
                  </a:lnTo>
                  <a:lnTo>
                    <a:pt x="2240299" y="121394"/>
                  </a:lnTo>
                  <a:lnTo>
                    <a:pt x="2250043" y="119271"/>
                  </a:lnTo>
                  <a:lnTo>
                    <a:pt x="2259787" y="117204"/>
                  </a:lnTo>
                  <a:lnTo>
                    <a:pt x="2269531" y="115202"/>
                  </a:lnTo>
                  <a:lnTo>
                    <a:pt x="2279260" y="113272"/>
                  </a:lnTo>
                  <a:lnTo>
                    <a:pt x="2289004" y="111421"/>
                  </a:lnTo>
                  <a:lnTo>
                    <a:pt x="2298748" y="109653"/>
                  </a:lnTo>
                  <a:lnTo>
                    <a:pt x="2308492" y="107977"/>
                  </a:lnTo>
                  <a:lnTo>
                    <a:pt x="2318236" y="106398"/>
                  </a:lnTo>
                  <a:lnTo>
                    <a:pt x="2327965" y="104922"/>
                  </a:lnTo>
                  <a:lnTo>
                    <a:pt x="2337709" y="103554"/>
                  </a:lnTo>
                  <a:lnTo>
                    <a:pt x="2347453" y="102299"/>
                  </a:lnTo>
                  <a:lnTo>
                    <a:pt x="2357197" y="101164"/>
                  </a:lnTo>
                  <a:lnTo>
                    <a:pt x="2366926" y="100151"/>
                  </a:lnTo>
                  <a:lnTo>
                    <a:pt x="2376670" y="99266"/>
                  </a:lnTo>
                  <a:lnTo>
                    <a:pt x="2386413" y="98511"/>
                  </a:lnTo>
                  <a:lnTo>
                    <a:pt x="2396157" y="97889"/>
                  </a:lnTo>
                  <a:lnTo>
                    <a:pt x="2405886" y="97404"/>
                  </a:lnTo>
                  <a:lnTo>
                    <a:pt x="2415630" y="97056"/>
                  </a:lnTo>
                  <a:lnTo>
                    <a:pt x="2425374" y="96849"/>
                  </a:lnTo>
                  <a:lnTo>
                    <a:pt x="2435118" y="96784"/>
                  </a:lnTo>
                  <a:lnTo>
                    <a:pt x="2444862" y="96860"/>
                  </a:lnTo>
                  <a:lnTo>
                    <a:pt x="2454591" y="97076"/>
                  </a:lnTo>
                  <a:lnTo>
                    <a:pt x="2464335" y="97433"/>
                  </a:lnTo>
                  <a:lnTo>
                    <a:pt x="2474079" y="97928"/>
                  </a:lnTo>
                  <a:lnTo>
                    <a:pt x="2483823" y="98561"/>
                  </a:lnTo>
                  <a:lnTo>
                    <a:pt x="2493552" y="99328"/>
                  </a:lnTo>
                  <a:lnTo>
                    <a:pt x="2503296" y="100225"/>
                  </a:lnTo>
                  <a:lnTo>
                    <a:pt x="2513040" y="101250"/>
                  </a:lnTo>
                  <a:lnTo>
                    <a:pt x="2522784" y="102398"/>
                  </a:lnTo>
                  <a:lnTo>
                    <a:pt x="2532513" y="103663"/>
                  </a:lnTo>
                  <a:lnTo>
                    <a:pt x="2542257" y="105038"/>
                  </a:lnTo>
                  <a:lnTo>
                    <a:pt x="2552001" y="106519"/>
                  </a:lnTo>
                  <a:lnTo>
                    <a:pt x="2561745" y="108098"/>
                  </a:lnTo>
                  <a:lnTo>
                    <a:pt x="2571474" y="109768"/>
                  </a:lnTo>
                  <a:lnTo>
                    <a:pt x="2581218" y="111520"/>
                  </a:lnTo>
                  <a:lnTo>
                    <a:pt x="2590962" y="113347"/>
                  </a:lnTo>
                  <a:lnTo>
                    <a:pt x="2600705" y="115238"/>
                  </a:lnTo>
                  <a:lnTo>
                    <a:pt x="2610449" y="117183"/>
                  </a:lnTo>
                  <a:lnTo>
                    <a:pt x="2620178" y="119175"/>
                  </a:lnTo>
                  <a:lnTo>
                    <a:pt x="2629922" y="121200"/>
                  </a:lnTo>
                  <a:lnTo>
                    <a:pt x="2639666" y="123250"/>
                  </a:lnTo>
                  <a:lnTo>
                    <a:pt x="2649410" y="125312"/>
                  </a:lnTo>
                  <a:lnTo>
                    <a:pt x="2659139" y="127376"/>
                  </a:lnTo>
                  <a:lnTo>
                    <a:pt x="2668883" y="129427"/>
                  </a:lnTo>
                  <a:lnTo>
                    <a:pt x="2678627" y="131458"/>
                  </a:lnTo>
                  <a:lnTo>
                    <a:pt x="2688371" y="133452"/>
                  </a:lnTo>
                  <a:lnTo>
                    <a:pt x="2698100" y="135399"/>
                  </a:lnTo>
                  <a:lnTo>
                    <a:pt x="2707844" y="137287"/>
                  </a:lnTo>
                  <a:lnTo>
                    <a:pt x="2717588" y="139103"/>
                  </a:lnTo>
                  <a:lnTo>
                    <a:pt x="2727332" y="140833"/>
                  </a:lnTo>
                  <a:lnTo>
                    <a:pt x="2737076" y="142466"/>
                  </a:lnTo>
                  <a:lnTo>
                    <a:pt x="2746805" y="143990"/>
                  </a:lnTo>
                  <a:lnTo>
                    <a:pt x="2756549" y="145390"/>
                  </a:lnTo>
                  <a:lnTo>
                    <a:pt x="2766293" y="146657"/>
                  </a:lnTo>
                  <a:lnTo>
                    <a:pt x="2776037" y="147776"/>
                  </a:lnTo>
                  <a:lnTo>
                    <a:pt x="2785766" y="148738"/>
                  </a:lnTo>
                  <a:lnTo>
                    <a:pt x="2795510" y="149529"/>
                  </a:lnTo>
                  <a:lnTo>
                    <a:pt x="2805254" y="150140"/>
                  </a:lnTo>
                  <a:lnTo>
                    <a:pt x="2814998" y="150559"/>
                  </a:lnTo>
                  <a:lnTo>
                    <a:pt x="2824727" y="150775"/>
                  </a:lnTo>
                  <a:lnTo>
                    <a:pt x="2834471" y="150778"/>
                  </a:lnTo>
                  <a:lnTo>
                    <a:pt x="2844215" y="150559"/>
                  </a:lnTo>
                  <a:lnTo>
                    <a:pt x="2853958" y="150109"/>
                  </a:lnTo>
                  <a:lnTo>
                    <a:pt x="2863687" y="149419"/>
                  </a:lnTo>
                  <a:lnTo>
                    <a:pt x="2873431" y="148480"/>
                  </a:lnTo>
                  <a:lnTo>
                    <a:pt x="2883175" y="147287"/>
                  </a:lnTo>
                  <a:lnTo>
                    <a:pt x="2892919" y="145831"/>
                  </a:lnTo>
                  <a:lnTo>
                    <a:pt x="2902663" y="144104"/>
                  </a:lnTo>
                  <a:lnTo>
                    <a:pt x="2912392" y="14210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6" name="Freeform 725">
              <a:extLst>
                <a:ext uri="{FF2B5EF4-FFF2-40B4-BE49-F238E27FC236}">
                  <a16:creationId xmlns:a16="http://schemas.microsoft.com/office/drawing/2014/main" id="{929E3FC5-8D68-8CCC-F166-DFBF87DD92BB}"/>
                </a:ext>
              </a:extLst>
            </p:cNvPr>
            <p:cNvSpPr/>
            <p:nvPr/>
          </p:nvSpPr>
          <p:spPr>
            <a:xfrm>
              <a:off x="576446" y="3163244"/>
              <a:ext cx="2912392" cy="463453"/>
            </a:xfrm>
            <a:custGeom>
              <a:avLst/>
              <a:gdLst>
                <a:gd name="connsiteX0" fmla="*/ 0 w 2912392"/>
                <a:gd name="connsiteY0" fmla="*/ 109716 h 463453"/>
                <a:gd name="connsiteX1" fmla="*/ 9739 w 2912392"/>
                <a:gd name="connsiteY1" fmla="*/ 102648 h 463453"/>
                <a:gd name="connsiteX2" fmla="*/ 19480 w 2912392"/>
                <a:gd name="connsiteY2" fmla="*/ 95754 h 463453"/>
                <a:gd name="connsiteX3" fmla="*/ 29221 w 2912392"/>
                <a:gd name="connsiteY3" fmla="*/ 89048 h 463453"/>
                <a:gd name="connsiteX4" fmla="*/ 38961 w 2912392"/>
                <a:gd name="connsiteY4" fmla="*/ 82539 h 463453"/>
                <a:gd name="connsiteX5" fmla="*/ 48702 w 2912392"/>
                <a:gd name="connsiteY5" fmla="*/ 76234 h 463453"/>
                <a:gd name="connsiteX6" fmla="*/ 58443 w 2912392"/>
                <a:gd name="connsiteY6" fmla="*/ 70143 h 463453"/>
                <a:gd name="connsiteX7" fmla="*/ 68182 w 2912392"/>
                <a:gd name="connsiteY7" fmla="*/ 64273 h 463453"/>
                <a:gd name="connsiteX8" fmla="*/ 77923 w 2912392"/>
                <a:gd name="connsiteY8" fmla="*/ 58632 h 463453"/>
                <a:gd name="connsiteX9" fmla="*/ 87664 w 2912392"/>
                <a:gd name="connsiteY9" fmla="*/ 53227 h 463453"/>
                <a:gd name="connsiteX10" fmla="*/ 97404 w 2912392"/>
                <a:gd name="connsiteY10" fmla="*/ 48064 h 463453"/>
                <a:gd name="connsiteX11" fmla="*/ 107145 w 2912392"/>
                <a:gd name="connsiteY11" fmla="*/ 43147 h 463453"/>
                <a:gd name="connsiteX12" fmla="*/ 116886 w 2912392"/>
                <a:gd name="connsiteY12" fmla="*/ 38486 h 463453"/>
                <a:gd name="connsiteX13" fmla="*/ 126625 w 2912392"/>
                <a:gd name="connsiteY13" fmla="*/ 34078 h 463453"/>
                <a:gd name="connsiteX14" fmla="*/ 136366 w 2912392"/>
                <a:gd name="connsiteY14" fmla="*/ 29932 h 463453"/>
                <a:gd name="connsiteX15" fmla="*/ 146107 w 2912392"/>
                <a:gd name="connsiteY15" fmla="*/ 26051 h 463453"/>
                <a:gd name="connsiteX16" fmla="*/ 155846 w 2912392"/>
                <a:gd name="connsiteY16" fmla="*/ 22435 h 463453"/>
                <a:gd name="connsiteX17" fmla="*/ 165587 w 2912392"/>
                <a:gd name="connsiteY17" fmla="*/ 19089 h 463453"/>
                <a:gd name="connsiteX18" fmla="*/ 175328 w 2912392"/>
                <a:gd name="connsiteY18" fmla="*/ 16012 h 463453"/>
                <a:gd name="connsiteX19" fmla="*/ 185068 w 2912392"/>
                <a:gd name="connsiteY19" fmla="*/ 13206 h 463453"/>
                <a:gd name="connsiteX20" fmla="*/ 194809 w 2912392"/>
                <a:gd name="connsiteY20" fmla="*/ 10674 h 463453"/>
                <a:gd name="connsiteX21" fmla="*/ 204550 w 2912392"/>
                <a:gd name="connsiteY21" fmla="*/ 8413 h 463453"/>
                <a:gd name="connsiteX22" fmla="*/ 214289 w 2912392"/>
                <a:gd name="connsiteY22" fmla="*/ 6424 h 463453"/>
                <a:gd name="connsiteX23" fmla="*/ 224030 w 2912392"/>
                <a:gd name="connsiteY23" fmla="*/ 4708 h 463453"/>
                <a:gd name="connsiteX24" fmla="*/ 233771 w 2912392"/>
                <a:gd name="connsiteY24" fmla="*/ 3260 h 463453"/>
                <a:gd name="connsiteX25" fmla="*/ 243510 w 2912392"/>
                <a:gd name="connsiteY25" fmla="*/ 2080 h 463453"/>
                <a:gd name="connsiteX26" fmla="*/ 253251 w 2912392"/>
                <a:gd name="connsiteY26" fmla="*/ 1168 h 463453"/>
                <a:gd name="connsiteX27" fmla="*/ 262992 w 2912392"/>
                <a:gd name="connsiteY27" fmla="*/ 519 h 463453"/>
                <a:gd name="connsiteX28" fmla="*/ 272732 w 2912392"/>
                <a:gd name="connsiteY28" fmla="*/ 131 h 463453"/>
                <a:gd name="connsiteX29" fmla="*/ 282473 w 2912392"/>
                <a:gd name="connsiteY29" fmla="*/ 0 h 463453"/>
                <a:gd name="connsiteX30" fmla="*/ 292214 w 2912392"/>
                <a:gd name="connsiteY30" fmla="*/ 125 h 463453"/>
                <a:gd name="connsiteX31" fmla="*/ 301953 w 2912392"/>
                <a:gd name="connsiteY31" fmla="*/ 502 h 463453"/>
                <a:gd name="connsiteX32" fmla="*/ 311694 w 2912392"/>
                <a:gd name="connsiteY32" fmla="*/ 1125 h 463453"/>
                <a:gd name="connsiteX33" fmla="*/ 321435 w 2912392"/>
                <a:gd name="connsiteY33" fmla="*/ 1992 h 463453"/>
                <a:gd name="connsiteX34" fmla="*/ 331175 w 2912392"/>
                <a:gd name="connsiteY34" fmla="*/ 3096 h 463453"/>
                <a:gd name="connsiteX35" fmla="*/ 340916 w 2912392"/>
                <a:gd name="connsiteY35" fmla="*/ 4435 h 463453"/>
                <a:gd name="connsiteX36" fmla="*/ 350656 w 2912392"/>
                <a:gd name="connsiteY36" fmla="*/ 6004 h 463453"/>
                <a:gd name="connsiteX37" fmla="*/ 360396 w 2912392"/>
                <a:gd name="connsiteY37" fmla="*/ 7797 h 463453"/>
                <a:gd name="connsiteX38" fmla="*/ 370137 w 2912392"/>
                <a:gd name="connsiteY38" fmla="*/ 9807 h 463453"/>
                <a:gd name="connsiteX39" fmla="*/ 379878 w 2912392"/>
                <a:gd name="connsiteY39" fmla="*/ 12031 h 463453"/>
                <a:gd name="connsiteX40" fmla="*/ 389617 w 2912392"/>
                <a:gd name="connsiteY40" fmla="*/ 14464 h 463453"/>
                <a:gd name="connsiteX41" fmla="*/ 399358 w 2912392"/>
                <a:gd name="connsiteY41" fmla="*/ 17100 h 463453"/>
                <a:gd name="connsiteX42" fmla="*/ 409099 w 2912392"/>
                <a:gd name="connsiteY42" fmla="*/ 19930 h 463453"/>
                <a:gd name="connsiteX43" fmla="*/ 418839 w 2912392"/>
                <a:gd name="connsiteY43" fmla="*/ 22953 h 463453"/>
                <a:gd name="connsiteX44" fmla="*/ 428580 w 2912392"/>
                <a:gd name="connsiteY44" fmla="*/ 26161 h 463453"/>
                <a:gd name="connsiteX45" fmla="*/ 438321 w 2912392"/>
                <a:gd name="connsiteY45" fmla="*/ 29548 h 463453"/>
                <a:gd name="connsiteX46" fmla="*/ 448060 w 2912392"/>
                <a:gd name="connsiteY46" fmla="*/ 33107 h 463453"/>
                <a:gd name="connsiteX47" fmla="*/ 457801 w 2912392"/>
                <a:gd name="connsiteY47" fmla="*/ 36833 h 463453"/>
                <a:gd name="connsiteX48" fmla="*/ 467542 w 2912392"/>
                <a:gd name="connsiteY48" fmla="*/ 40719 h 463453"/>
                <a:gd name="connsiteX49" fmla="*/ 477281 w 2912392"/>
                <a:gd name="connsiteY49" fmla="*/ 44760 h 463453"/>
                <a:gd name="connsiteX50" fmla="*/ 487022 w 2912392"/>
                <a:gd name="connsiteY50" fmla="*/ 48949 h 463453"/>
                <a:gd name="connsiteX51" fmla="*/ 496763 w 2912392"/>
                <a:gd name="connsiteY51" fmla="*/ 53279 h 463453"/>
                <a:gd name="connsiteX52" fmla="*/ 506503 w 2912392"/>
                <a:gd name="connsiteY52" fmla="*/ 57744 h 463453"/>
                <a:gd name="connsiteX53" fmla="*/ 516244 w 2912392"/>
                <a:gd name="connsiteY53" fmla="*/ 62339 h 463453"/>
                <a:gd name="connsiteX54" fmla="*/ 525985 w 2912392"/>
                <a:gd name="connsiteY54" fmla="*/ 67056 h 463453"/>
                <a:gd name="connsiteX55" fmla="*/ 535724 w 2912392"/>
                <a:gd name="connsiteY55" fmla="*/ 71888 h 463453"/>
                <a:gd name="connsiteX56" fmla="*/ 545465 w 2912392"/>
                <a:gd name="connsiteY56" fmla="*/ 76831 h 463453"/>
                <a:gd name="connsiteX57" fmla="*/ 555206 w 2912392"/>
                <a:gd name="connsiteY57" fmla="*/ 81876 h 463453"/>
                <a:gd name="connsiteX58" fmla="*/ 564946 w 2912392"/>
                <a:gd name="connsiteY58" fmla="*/ 87019 h 463453"/>
                <a:gd name="connsiteX59" fmla="*/ 574687 w 2912392"/>
                <a:gd name="connsiteY59" fmla="*/ 92252 h 463453"/>
                <a:gd name="connsiteX60" fmla="*/ 584428 w 2912392"/>
                <a:gd name="connsiteY60" fmla="*/ 97568 h 463453"/>
                <a:gd name="connsiteX61" fmla="*/ 594167 w 2912392"/>
                <a:gd name="connsiteY61" fmla="*/ 102961 h 463453"/>
                <a:gd name="connsiteX62" fmla="*/ 603908 w 2912392"/>
                <a:gd name="connsiteY62" fmla="*/ 108426 h 463453"/>
                <a:gd name="connsiteX63" fmla="*/ 613649 w 2912392"/>
                <a:gd name="connsiteY63" fmla="*/ 113955 h 463453"/>
                <a:gd name="connsiteX64" fmla="*/ 623388 w 2912392"/>
                <a:gd name="connsiteY64" fmla="*/ 119542 h 463453"/>
                <a:gd name="connsiteX65" fmla="*/ 633129 w 2912392"/>
                <a:gd name="connsiteY65" fmla="*/ 125180 h 463453"/>
                <a:gd name="connsiteX66" fmla="*/ 642870 w 2912392"/>
                <a:gd name="connsiteY66" fmla="*/ 130864 h 463453"/>
                <a:gd name="connsiteX67" fmla="*/ 652610 w 2912392"/>
                <a:gd name="connsiteY67" fmla="*/ 136586 h 463453"/>
                <a:gd name="connsiteX68" fmla="*/ 662351 w 2912392"/>
                <a:gd name="connsiteY68" fmla="*/ 142342 h 463453"/>
                <a:gd name="connsiteX69" fmla="*/ 672092 w 2912392"/>
                <a:gd name="connsiteY69" fmla="*/ 148123 h 463453"/>
                <a:gd name="connsiteX70" fmla="*/ 681831 w 2912392"/>
                <a:gd name="connsiteY70" fmla="*/ 153923 h 463453"/>
                <a:gd name="connsiteX71" fmla="*/ 691572 w 2912392"/>
                <a:gd name="connsiteY71" fmla="*/ 159738 h 463453"/>
                <a:gd name="connsiteX72" fmla="*/ 701313 w 2912392"/>
                <a:gd name="connsiteY72" fmla="*/ 165559 h 463453"/>
                <a:gd name="connsiteX73" fmla="*/ 711052 w 2912392"/>
                <a:gd name="connsiteY73" fmla="*/ 171380 h 463453"/>
                <a:gd name="connsiteX74" fmla="*/ 720793 w 2912392"/>
                <a:gd name="connsiteY74" fmla="*/ 177197 h 463453"/>
                <a:gd name="connsiteX75" fmla="*/ 730534 w 2912392"/>
                <a:gd name="connsiteY75" fmla="*/ 183001 h 463453"/>
                <a:gd name="connsiteX76" fmla="*/ 740274 w 2912392"/>
                <a:gd name="connsiteY76" fmla="*/ 188789 h 463453"/>
                <a:gd name="connsiteX77" fmla="*/ 750015 w 2912392"/>
                <a:gd name="connsiteY77" fmla="*/ 194552 h 463453"/>
                <a:gd name="connsiteX78" fmla="*/ 759756 w 2912392"/>
                <a:gd name="connsiteY78" fmla="*/ 200287 h 463453"/>
                <a:gd name="connsiteX79" fmla="*/ 769495 w 2912392"/>
                <a:gd name="connsiteY79" fmla="*/ 205984 h 463453"/>
                <a:gd name="connsiteX80" fmla="*/ 779236 w 2912392"/>
                <a:gd name="connsiteY80" fmla="*/ 211642 h 463453"/>
                <a:gd name="connsiteX81" fmla="*/ 788977 w 2912392"/>
                <a:gd name="connsiteY81" fmla="*/ 217251 h 463453"/>
                <a:gd name="connsiteX82" fmla="*/ 798717 w 2912392"/>
                <a:gd name="connsiteY82" fmla="*/ 222807 h 463453"/>
                <a:gd name="connsiteX83" fmla="*/ 808458 w 2912392"/>
                <a:gd name="connsiteY83" fmla="*/ 228303 h 463453"/>
                <a:gd name="connsiteX84" fmla="*/ 818199 w 2912392"/>
                <a:gd name="connsiteY84" fmla="*/ 233737 h 463453"/>
                <a:gd name="connsiteX85" fmla="*/ 827938 w 2912392"/>
                <a:gd name="connsiteY85" fmla="*/ 239099 h 463453"/>
                <a:gd name="connsiteX86" fmla="*/ 837679 w 2912392"/>
                <a:gd name="connsiteY86" fmla="*/ 244386 h 463453"/>
                <a:gd name="connsiteX87" fmla="*/ 847420 w 2912392"/>
                <a:gd name="connsiteY87" fmla="*/ 249595 h 463453"/>
                <a:gd name="connsiteX88" fmla="*/ 857159 w 2912392"/>
                <a:gd name="connsiteY88" fmla="*/ 254716 h 463453"/>
                <a:gd name="connsiteX89" fmla="*/ 866900 w 2912392"/>
                <a:gd name="connsiteY89" fmla="*/ 259747 h 463453"/>
                <a:gd name="connsiteX90" fmla="*/ 876641 w 2912392"/>
                <a:gd name="connsiteY90" fmla="*/ 264683 h 463453"/>
                <a:gd name="connsiteX91" fmla="*/ 886381 w 2912392"/>
                <a:gd name="connsiteY91" fmla="*/ 269520 h 463453"/>
                <a:gd name="connsiteX92" fmla="*/ 896122 w 2912392"/>
                <a:gd name="connsiteY92" fmla="*/ 274252 h 463453"/>
                <a:gd name="connsiteX93" fmla="*/ 905863 w 2912392"/>
                <a:gd name="connsiteY93" fmla="*/ 278875 h 463453"/>
                <a:gd name="connsiteX94" fmla="*/ 915602 w 2912392"/>
                <a:gd name="connsiteY94" fmla="*/ 283383 h 463453"/>
                <a:gd name="connsiteX95" fmla="*/ 925343 w 2912392"/>
                <a:gd name="connsiteY95" fmla="*/ 287775 h 463453"/>
                <a:gd name="connsiteX96" fmla="*/ 935084 w 2912392"/>
                <a:gd name="connsiteY96" fmla="*/ 292047 h 463453"/>
                <a:gd name="connsiteX97" fmla="*/ 944824 w 2912392"/>
                <a:gd name="connsiteY97" fmla="*/ 296192 h 463453"/>
                <a:gd name="connsiteX98" fmla="*/ 954564 w 2912392"/>
                <a:gd name="connsiteY98" fmla="*/ 300210 h 463453"/>
                <a:gd name="connsiteX99" fmla="*/ 964305 w 2912392"/>
                <a:gd name="connsiteY99" fmla="*/ 304096 h 463453"/>
                <a:gd name="connsiteX100" fmla="*/ 974045 w 2912392"/>
                <a:gd name="connsiteY100" fmla="*/ 307847 h 463453"/>
                <a:gd name="connsiteX101" fmla="*/ 983786 w 2912392"/>
                <a:gd name="connsiteY101" fmla="*/ 311460 h 463453"/>
                <a:gd name="connsiteX102" fmla="*/ 993522 w 2912392"/>
                <a:gd name="connsiteY102" fmla="*/ 314933 h 463453"/>
                <a:gd name="connsiteX103" fmla="*/ 1003266 w 2912392"/>
                <a:gd name="connsiteY103" fmla="*/ 318263 h 463453"/>
                <a:gd name="connsiteX104" fmla="*/ 1013010 w 2912392"/>
                <a:gd name="connsiteY104" fmla="*/ 321449 h 463453"/>
                <a:gd name="connsiteX105" fmla="*/ 1022754 w 2912392"/>
                <a:gd name="connsiteY105" fmla="*/ 324486 h 463453"/>
                <a:gd name="connsiteX106" fmla="*/ 1032483 w 2912392"/>
                <a:gd name="connsiteY106" fmla="*/ 327375 h 463453"/>
                <a:gd name="connsiteX107" fmla="*/ 1042227 w 2912392"/>
                <a:gd name="connsiteY107" fmla="*/ 330114 h 463453"/>
                <a:gd name="connsiteX108" fmla="*/ 1051971 w 2912392"/>
                <a:gd name="connsiteY108" fmla="*/ 332700 h 463453"/>
                <a:gd name="connsiteX109" fmla="*/ 1061715 w 2912392"/>
                <a:gd name="connsiteY109" fmla="*/ 335135 h 463453"/>
                <a:gd name="connsiteX110" fmla="*/ 1071444 w 2912392"/>
                <a:gd name="connsiteY110" fmla="*/ 337414 h 463453"/>
                <a:gd name="connsiteX111" fmla="*/ 1081188 w 2912392"/>
                <a:gd name="connsiteY111" fmla="*/ 339540 h 463453"/>
                <a:gd name="connsiteX112" fmla="*/ 1090932 w 2912392"/>
                <a:gd name="connsiteY112" fmla="*/ 341510 h 463453"/>
                <a:gd name="connsiteX113" fmla="*/ 1100676 w 2912392"/>
                <a:gd name="connsiteY113" fmla="*/ 343326 h 463453"/>
                <a:gd name="connsiteX114" fmla="*/ 1110405 w 2912392"/>
                <a:gd name="connsiteY114" fmla="*/ 344987 h 463453"/>
                <a:gd name="connsiteX115" fmla="*/ 1120149 w 2912392"/>
                <a:gd name="connsiteY115" fmla="*/ 346494 h 463453"/>
                <a:gd name="connsiteX116" fmla="*/ 1129893 w 2912392"/>
                <a:gd name="connsiteY116" fmla="*/ 347845 h 463453"/>
                <a:gd name="connsiteX117" fmla="*/ 1139637 w 2912392"/>
                <a:gd name="connsiteY117" fmla="*/ 349044 h 463453"/>
                <a:gd name="connsiteX118" fmla="*/ 1149381 w 2912392"/>
                <a:gd name="connsiteY118" fmla="*/ 350092 h 463453"/>
                <a:gd name="connsiteX119" fmla="*/ 1159110 w 2912392"/>
                <a:gd name="connsiteY119" fmla="*/ 350987 h 463453"/>
                <a:gd name="connsiteX120" fmla="*/ 1168854 w 2912392"/>
                <a:gd name="connsiteY120" fmla="*/ 351734 h 463453"/>
                <a:gd name="connsiteX121" fmla="*/ 1178598 w 2912392"/>
                <a:gd name="connsiteY121" fmla="*/ 352331 h 463453"/>
                <a:gd name="connsiteX122" fmla="*/ 1188341 w 2912392"/>
                <a:gd name="connsiteY122" fmla="*/ 352784 h 463453"/>
                <a:gd name="connsiteX123" fmla="*/ 1198070 w 2912392"/>
                <a:gd name="connsiteY123" fmla="*/ 353093 h 463453"/>
                <a:gd name="connsiteX124" fmla="*/ 1207814 w 2912392"/>
                <a:gd name="connsiteY124" fmla="*/ 353259 h 463453"/>
                <a:gd name="connsiteX125" fmla="*/ 1217558 w 2912392"/>
                <a:gd name="connsiteY125" fmla="*/ 353288 h 463453"/>
                <a:gd name="connsiteX126" fmla="*/ 1227302 w 2912392"/>
                <a:gd name="connsiteY126" fmla="*/ 353179 h 463453"/>
                <a:gd name="connsiteX127" fmla="*/ 1237031 w 2912392"/>
                <a:gd name="connsiteY127" fmla="*/ 352938 h 463453"/>
                <a:gd name="connsiteX128" fmla="*/ 1246775 w 2912392"/>
                <a:gd name="connsiteY128" fmla="*/ 352565 h 463453"/>
                <a:gd name="connsiteX129" fmla="*/ 1256519 w 2912392"/>
                <a:gd name="connsiteY129" fmla="*/ 352066 h 463453"/>
                <a:gd name="connsiteX130" fmla="*/ 1266263 w 2912392"/>
                <a:gd name="connsiteY130" fmla="*/ 351442 h 463453"/>
                <a:gd name="connsiteX131" fmla="*/ 1276007 w 2912392"/>
                <a:gd name="connsiteY131" fmla="*/ 350698 h 463453"/>
                <a:gd name="connsiteX132" fmla="*/ 1285736 w 2912392"/>
                <a:gd name="connsiteY132" fmla="*/ 349837 h 463453"/>
                <a:gd name="connsiteX133" fmla="*/ 1295480 w 2912392"/>
                <a:gd name="connsiteY133" fmla="*/ 348864 h 463453"/>
                <a:gd name="connsiteX134" fmla="*/ 1305224 w 2912392"/>
                <a:gd name="connsiteY134" fmla="*/ 347781 h 463453"/>
                <a:gd name="connsiteX135" fmla="*/ 1314968 w 2912392"/>
                <a:gd name="connsiteY135" fmla="*/ 346594 h 463453"/>
                <a:gd name="connsiteX136" fmla="*/ 1324697 w 2912392"/>
                <a:gd name="connsiteY136" fmla="*/ 345306 h 463453"/>
                <a:gd name="connsiteX137" fmla="*/ 1334441 w 2912392"/>
                <a:gd name="connsiteY137" fmla="*/ 343922 h 463453"/>
                <a:gd name="connsiteX138" fmla="*/ 1344185 w 2912392"/>
                <a:gd name="connsiteY138" fmla="*/ 342446 h 463453"/>
                <a:gd name="connsiteX139" fmla="*/ 1353929 w 2912392"/>
                <a:gd name="connsiteY139" fmla="*/ 340881 h 463453"/>
                <a:gd name="connsiteX140" fmla="*/ 1363658 w 2912392"/>
                <a:gd name="connsiteY140" fmla="*/ 339235 h 463453"/>
                <a:gd name="connsiteX141" fmla="*/ 1373402 w 2912392"/>
                <a:gd name="connsiteY141" fmla="*/ 337510 h 463453"/>
                <a:gd name="connsiteX142" fmla="*/ 1383146 w 2912392"/>
                <a:gd name="connsiteY142" fmla="*/ 335711 h 463453"/>
                <a:gd name="connsiteX143" fmla="*/ 1392890 w 2912392"/>
                <a:gd name="connsiteY143" fmla="*/ 333846 h 463453"/>
                <a:gd name="connsiteX144" fmla="*/ 1402619 w 2912392"/>
                <a:gd name="connsiteY144" fmla="*/ 331915 h 463453"/>
                <a:gd name="connsiteX145" fmla="*/ 1412363 w 2912392"/>
                <a:gd name="connsiteY145" fmla="*/ 329925 h 463453"/>
                <a:gd name="connsiteX146" fmla="*/ 1422106 w 2912392"/>
                <a:gd name="connsiteY146" fmla="*/ 327882 h 463453"/>
                <a:gd name="connsiteX147" fmla="*/ 1431850 w 2912392"/>
                <a:gd name="connsiteY147" fmla="*/ 325790 h 463453"/>
                <a:gd name="connsiteX148" fmla="*/ 1441594 w 2912392"/>
                <a:gd name="connsiteY148" fmla="*/ 323654 h 463453"/>
                <a:gd name="connsiteX149" fmla="*/ 1451323 w 2912392"/>
                <a:gd name="connsiteY149" fmla="*/ 321480 h 463453"/>
                <a:gd name="connsiteX150" fmla="*/ 1461067 w 2912392"/>
                <a:gd name="connsiteY150" fmla="*/ 319270 h 463453"/>
                <a:gd name="connsiteX151" fmla="*/ 1470811 w 2912392"/>
                <a:gd name="connsiteY151" fmla="*/ 317034 h 463453"/>
                <a:gd name="connsiteX152" fmla="*/ 1480555 w 2912392"/>
                <a:gd name="connsiteY152" fmla="*/ 314774 h 463453"/>
                <a:gd name="connsiteX153" fmla="*/ 1490284 w 2912392"/>
                <a:gd name="connsiteY153" fmla="*/ 312494 h 463453"/>
                <a:gd name="connsiteX154" fmla="*/ 1500028 w 2912392"/>
                <a:gd name="connsiteY154" fmla="*/ 310203 h 463453"/>
                <a:gd name="connsiteX155" fmla="*/ 1509772 w 2912392"/>
                <a:gd name="connsiteY155" fmla="*/ 307902 h 463453"/>
                <a:gd name="connsiteX156" fmla="*/ 1519516 w 2912392"/>
                <a:gd name="connsiteY156" fmla="*/ 305600 h 463453"/>
                <a:gd name="connsiteX157" fmla="*/ 1529245 w 2912392"/>
                <a:gd name="connsiteY157" fmla="*/ 303300 h 463453"/>
                <a:gd name="connsiteX158" fmla="*/ 1538989 w 2912392"/>
                <a:gd name="connsiteY158" fmla="*/ 301006 h 463453"/>
                <a:gd name="connsiteX159" fmla="*/ 1548733 w 2912392"/>
                <a:gd name="connsiteY159" fmla="*/ 298726 h 463453"/>
                <a:gd name="connsiteX160" fmla="*/ 1558477 w 2912392"/>
                <a:gd name="connsiteY160" fmla="*/ 296461 h 463453"/>
                <a:gd name="connsiteX161" fmla="*/ 1568221 w 2912392"/>
                <a:gd name="connsiteY161" fmla="*/ 294221 h 463453"/>
                <a:gd name="connsiteX162" fmla="*/ 1577950 w 2912392"/>
                <a:gd name="connsiteY162" fmla="*/ 292008 h 463453"/>
                <a:gd name="connsiteX163" fmla="*/ 1587694 w 2912392"/>
                <a:gd name="connsiteY163" fmla="*/ 289827 h 463453"/>
                <a:gd name="connsiteX164" fmla="*/ 1597438 w 2912392"/>
                <a:gd name="connsiteY164" fmla="*/ 287683 h 463453"/>
                <a:gd name="connsiteX165" fmla="*/ 1607182 w 2912392"/>
                <a:gd name="connsiteY165" fmla="*/ 285582 h 463453"/>
                <a:gd name="connsiteX166" fmla="*/ 1616911 w 2912392"/>
                <a:gd name="connsiteY166" fmla="*/ 283529 h 463453"/>
                <a:gd name="connsiteX167" fmla="*/ 1626655 w 2912392"/>
                <a:gd name="connsiteY167" fmla="*/ 281528 h 463453"/>
                <a:gd name="connsiteX168" fmla="*/ 1636399 w 2912392"/>
                <a:gd name="connsiteY168" fmla="*/ 279582 h 463453"/>
                <a:gd name="connsiteX169" fmla="*/ 1646142 w 2912392"/>
                <a:gd name="connsiteY169" fmla="*/ 277701 h 463453"/>
                <a:gd name="connsiteX170" fmla="*/ 1655872 w 2912392"/>
                <a:gd name="connsiteY170" fmla="*/ 275883 h 463453"/>
                <a:gd name="connsiteX171" fmla="*/ 1665616 w 2912392"/>
                <a:gd name="connsiteY171" fmla="*/ 274138 h 463453"/>
                <a:gd name="connsiteX172" fmla="*/ 1675359 w 2912392"/>
                <a:gd name="connsiteY172" fmla="*/ 272468 h 463453"/>
                <a:gd name="connsiteX173" fmla="*/ 1685103 w 2912392"/>
                <a:gd name="connsiteY173" fmla="*/ 270878 h 463453"/>
                <a:gd name="connsiteX174" fmla="*/ 1694832 w 2912392"/>
                <a:gd name="connsiteY174" fmla="*/ 269372 h 463453"/>
                <a:gd name="connsiteX175" fmla="*/ 1704576 w 2912392"/>
                <a:gd name="connsiteY175" fmla="*/ 267955 h 463453"/>
                <a:gd name="connsiteX176" fmla="*/ 1714320 w 2912392"/>
                <a:gd name="connsiteY176" fmla="*/ 266632 h 463453"/>
                <a:gd name="connsiteX177" fmla="*/ 1724064 w 2912392"/>
                <a:gd name="connsiteY177" fmla="*/ 265406 h 463453"/>
                <a:gd name="connsiteX178" fmla="*/ 1733808 w 2912392"/>
                <a:gd name="connsiteY178" fmla="*/ 264281 h 463453"/>
                <a:gd name="connsiteX179" fmla="*/ 1743537 w 2912392"/>
                <a:gd name="connsiteY179" fmla="*/ 263261 h 463453"/>
                <a:gd name="connsiteX180" fmla="*/ 1753281 w 2912392"/>
                <a:gd name="connsiteY180" fmla="*/ 262350 h 463453"/>
                <a:gd name="connsiteX181" fmla="*/ 1763025 w 2912392"/>
                <a:gd name="connsiteY181" fmla="*/ 261553 h 463453"/>
                <a:gd name="connsiteX182" fmla="*/ 1772769 w 2912392"/>
                <a:gd name="connsiteY182" fmla="*/ 260872 h 463453"/>
                <a:gd name="connsiteX183" fmla="*/ 1782498 w 2912392"/>
                <a:gd name="connsiteY183" fmla="*/ 260312 h 463453"/>
                <a:gd name="connsiteX184" fmla="*/ 1792242 w 2912392"/>
                <a:gd name="connsiteY184" fmla="*/ 259874 h 463453"/>
                <a:gd name="connsiteX185" fmla="*/ 1801986 w 2912392"/>
                <a:gd name="connsiteY185" fmla="*/ 259564 h 463453"/>
                <a:gd name="connsiteX186" fmla="*/ 1811730 w 2912392"/>
                <a:gd name="connsiteY186" fmla="*/ 259382 h 463453"/>
                <a:gd name="connsiteX187" fmla="*/ 1821459 w 2912392"/>
                <a:gd name="connsiteY187" fmla="*/ 259335 h 463453"/>
                <a:gd name="connsiteX188" fmla="*/ 1831203 w 2912392"/>
                <a:gd name="connsiteY188" fmla="*/ 259421 h 463453"/>
                <a:gd name="connsiteX189" fmla="*/ 1840947 w 2912392"/>
                <a:gd name="connsiteY189" fmla="*/ 259646 h 463453"/>
                <a:gd name="connsiteX190" fmla="*/ 1850691 w 2912392"/>
                <a:gd name="connsiteY190" fmla="*/ 260010 h 463453"/>
                <a:gd name="connsiteX191" fmla="*/ 1860435 w 2912392"/>
                <a:gd name="connsiteY191" fmla="*/ 260516 h 463453"/>
                <a:gd name="connsiteX192" fmla="*/ 1870164 w 2912392"/>
                <a:gd name="connsiteY192" fmla="*/ 261167 h 463453"/>
                <a:gd name="connsiteX193" fmla="*/ 1879908 w 2912392"/>
                <a:gd name="connsiteY193" fmla="*/ 261964 h 463453"/>
                <a:gd name="connsiteX194" fmla="*/ 1889652 w 2912392"/>
                <a:gd name="connsiteY194" fmla="*/ 262907 h 463453"/>
                <a:gd name="connsiteX195" fmla="*/ 1899395 w 2912392"/>
                <a:gd name="connsiteY195" fmla="*/ 263998 h 463453"/>
                <a:gd name="connsiteX196" fmla="*/ 1909124 w 2912392"/>
                <a:gd name="connsiteY196" fmla="*/ 265238 h 463453"/>
                <a:gd name="connsiteX197" fmla="*/ 1918868 w 2912392"/>
                <a:gd name="connsiteY197" fmla="*/ 266628 h 463453"/>
                <a:gd name="connsiteX198" fmla="*/ 1928612 w 2912392"/>
                <a:gd name="connsiteY198" fmla="*/ 268167 h 463453"/>
                <a:gd name="connsiteX199" fmla="*/ 1938356 w 2912392"/>
                <a:gd name="connsiteY199" fmla="*/ 269856 h 463453"/>
                <a:gd name="connsiteX200" fmla="*/ 1948085 w 2912392"/>
                <a:gd name="connsiteY200" fmla="*/ 271693 h 463453"/>
                <a:gd name="connsiteX201" fmla="*/ 1957829 w 2912392"/>
                <a:gd name="connsiteY201" fmla="*/ 273681 h 463453"/>
                <a:gd name="connsiteX202" fmla="*/ 1967573 w 2912392"/>
                <a:gd name="connsiteY202" fmla="*/ 275816 h 463453"/>
                <a:gd name="connsiteX203" fmla="*/ 1977317 w 2912392"/>
                <a:gd name="connsiteY203" fmla="*/ 278097 h 463453"/>
                <a:gd name="connsiteX204" fmla="*/ 1987046 w 2912392"/>
                <a:gd name="connsiteY204" fmla="*/ 280523 h 463453"/>
                <a:gd name="connsiteX205" fmla="*/ 1996790 w 2912392"/>
                <a:gd name="connsiteY205" fmla="*/ 283091 h 463453"/>
                <a:gd name="connsiteX206" fmla="*/ 2006534 w 2912392"/>
                <a:gd name="connsiteY206" fmla="*/ 285800 h 463453"/>
                <a:gd name="connsiteX207" fmla="*/ 2016278 w 2912392"/>
                <a:gd name="connsiteY207" fmla="*/ 288647 h 463453"/>
                <a:gd name="connsiteX208" fmla="*/ 2026022 w 2912392"/>
                <a:gd name="connsiteY208" fmla="*/ 291628 h 463453"/>
                <a:gd name="connsiteX209" fmla="*/ 2035751 w 2912392"/>
                <a:gd name="connsiteY209" fmla="*/ 294741 h 463453"/>
                <a:gd name="connsiteX210" fmla="*/ 2045495 w 2912392"/>
                <a:gd name="connsiteY210" fmla="*/ 297980 h 463453"/>
                <a:gd name="connsiteX211" fmla="*/ 2055239 w 2912392"/>
                <a:gd name="connsiteY211" fmla="*/ 301341 h 463453"/>
                <a:gd name="connsiteX212" fmla="*/ 2064983 w 2912392"/>
                <a:gd name="connsiteY212" fmla="*/ 304821 h 463453"/>
                <a:gd name="connsiteX213" fmla="*/ 2074712 w 2912392"/>
                <a:gd name="connsiteY213" fmla="*/ 308416 h 463453"/>
                <a:gd name="connsiteX214" fmla="*/ 2084456 w 2912392"/>
                <a:gd name="connsiteY214" fmla="*/ 312119 h 463453"/>
                <a:gd name="connsiteX215" fmla="*/ 2094200 w 2912392"/>
                <a:gd name="connsiteY215" fmla="*/ 315923 h 463453"/>
                <a:gd name="connsiteX216" fmla="*/ 2103944 w 2912392"/>
                <a:gd name="connsiteY216" fmla="*/ 319825 h 463453"/>
                <a:gd name="connsiteX217" fmla="*/ 2113673 w 2912392"/>
                <a:gd name="connsiteY217" fmla="*/ 323815 h 463453"/>
                <a:gd name="connsiteX218" fmla="*/ 2123417 w 2912392"/>
                <a:gd name="connsiteY218" fmla="*/ 327889 h 463453"/>
                <a:gd name="connsiteX219" fmla="*/ 2133161 w 2912392"/>
                <a:gd name="connsiteY219" fmla="*/ 332040 h 463453"/>
                <a:gd name="connsiteX220" fmla="*/ 2142905 w 2912392"/>
                <a:gd name="connsiteY220" fmla="*/ 336261 h 463453"/>
                <a:gd name="connsiteX221" fmla="*/ 2152649 w 2912392"/>
                <a:gd name="connsiteY221" fmla="*/ 340543 h 463453"/>
                <a:gd name="connsiteX222" fmla="*/ 2162377 w 2912392"/>
                <a:gd name="connsiteY222" fmla="*/ 344877 h 463453"/>
                <a:gd name="connsiteX223" fmla="*/ 2172121 w 2912392"/>
                <a:gd name="connsiteY223" fmla="*/ 349259 h 463453"/>
                <a:gd name="connsiteX224" fmla="*/ 2181865 w 2912392"/>
                <a:gd name="connsiteY224" fmla="*/ 353676 h 463453"/>
                <a:gd name="connsiteX225" fmla="*/ 2191609 w 2912392"/>
                <a:gd name="connsiteY225" fmla="*/ 358122 h 463453"/>
                <a:gd name="connsiteX226" fmla="*/ 2201338 w 2912392"/>
                <a:gd name="connsiteY226" fmla="*/ 362588 h 463453"/>
                <a:gd name="connsiteX227" fmla="*/ 2211082 w 2912392"/>
                <a:gd name="connsiteY227" fmla="*/ 367065 h 463453"/>
                <a:gd name="connsiteX228" fmla="*/ 2220826 w 2912392"/>
                <a:gd name="connsiteY228" fmla="*/ 371542 h 463453"/>
                <a:gd name="connsiteX229" fmla="*/ 2230570 w 2912392"/>
                <a:gd name="connsiteY229" fmla="*/ 376012 h 463453"/>
                <a:gd name="connsiteX230" fmla="*/ 2240299 w 2912392"/>
                <a:gd name="connsiteY230" fmla="*/ 380463 h 463453"/>
                <a:gd name="connsiteX231" fmla="*/ 2250043 w 2912392"/>
                <a:gd name="connsiteY231" fmla="*/ 384890 h 463453"/>
                <a:gd name="connsiteX232" fmla="*/ 2259787 w 2912392"/>
                <a:gd name="connsiteY232" fmla="*/ 389279 h 463453"/>
                <a:gd name="connsiteX233" fmla="*/ 2269531 w 2912392"/>
                <a:gd name="connsiteY233" fmla="*/ 393624 h 463453"/>
                <a:gd name="connsiteX234" fmla="*/ 2279260 w 2912392"/>
                <a:gd name="connsiteY234" fmla="*/ 397912 h 463453"/>
                <a:gd name="connsiteX235" fmla="*/ 2289004 w 2912392"/>
                <a:gd name="connsiteY235" fmla="*/ 402135 h 463453"/>
                <a:gd name="connsiteX236" fmla="*/ 2298748 w 2912392"/>
                <a:gd name="connsiteY236" fmla="*/ 406285 h 463453"/>
                <a:gd name="connsiteX237" fmla="*/ 2308492 w 2912392"/>
                <a:gd name="connsiteY237" fmla="*/ 410351 h 463453"/>
                <a:gd name="connsiteX238" fmla="*/ 2318236 w 2912392"/>
                <a:gd name="connsiteY238" fmla="*/ 414324 h 463453"/>
                <a:gd name="connsiteX239" fmla="*/ 2327965 w 2912392"/>
                <a:gd name="connsiteY239" fmla="*/ 418197 h 463453"/>
                <a:gd name="connsiteX240" fmla="*/ 2337709 w 2912392"/>
                <a:gd name="connsiteY240" fmla="*/ 421957 h 463453"/>
                <a:gd name="connsiteX241" fmla="*/ 2347453 w 2912392"/>
                <a:gd name="connsiteY241" fmla="*/ 425600 h 463453"/>
                <a:gd name="connsiteX242" fmla="*/ 2357197 w 2912392"/>
                <a:gd name="connsiteY242" fmla="*/ 429115 h 463453"/>
                <a:gd name="connsiteX243" fmla="*/ 2366926 w 2912392"/>
                <a:gd name="connsiteY243" fmla="*/ 432494 h 463453"/>
                <a:gd name="connsiteX244" fmla="*/ 2376670 w 2912392"/>
                <a:gd name="connsiteY244" fmla="*/ 435730 h 463453"/>
                <a:gd name="connsiteX245" fmla="*/ 2386413 w 2912392"/>
                <a:gd name="connsiteY245" fmla="*/ 438815 h 463453"/>
                <a:gd name="connsiteX246" fmla="*/ 2396157 w 2912392"/>
                <a:gd name="connsiteY246" fmla="*/ 441744 h 463453"/>
                <a:gd name="connsiteX247" fmla="*/ 2405886 w 2912392"/>
                <a:gd name="connsiteY247" fmla="*/ 444508 h 463453"/>
                <a:gd name="connsiteX248" fmla="*/ 2415630 w 2912392"/>
                <a:gd name="connsiteY248" fmla="*/ 447104 h 463453"/>
                <a:gd name="connsiteX249" fmla="*/ 2425374 w 2912392"/>
                <a:gd name="connsiteY249" fmla="*/ 449522 h 463453"/>
                <a:gd name="connsiteX250" fmla="*/ 2435118 w 2912392"/>
                <a:gd name="connsiteY250" fmla="*/ 451758 h 463453"/>
                <a:gd name="connsiteX251" fmla="*/ 2444862 w 2912392"/>
                <a:gd name="connsiteY251" fmla="*/ 453810 h 463453"/>
                <a:gd name="connsiteX252" fmla="*/ 2454591 w 2912392"/>
                <a:gd name="connsiteY252" fmla="*/ 455672 h 463453"/>
                <a:gd name="connsiteX253" fmla="*/ 2464335 w 2912392"/>
                <a:gd name="connsiteY253" fmla="*/ 457339 h 463453"/>
                <a:gd name="connsiteX254" fmla="*/ 2474079 w 2912392"/>
                <a:gd name="connsiteY254" fmla="*/ 458810 h 463453"/>
                <a:gd name="connsiteX255" fmla="*/ 2483823 w 2912392"/>
                <a:gd name="connsiteY255" fmla="*/ 460082 h 463453"/>
                <a:gd name="connsiteX256" fmla="*/ 2493552 w 2912392"/>
                <a:gd name="connsiteY256" fmla="*/ 461152 h 463453"/>
                <a:gd name="connsiteX257" fmla="*/ 2503296 w 2912392"/>
                <a:gd name="connsiteY257" fmla="*/ 462019 h 463453"/>
                <a:gd name="connsiteX258" fmla="*/ 2513040 w 2912392"/>
                <a:gd name="connsiteY258" fmla="*/ 462683 h 463453"/>
                <a:gd name="connsiteX259" fmla="*/ 2522784 w 2912392"/>
                <a:gd name="connsiteY259" fmla="*/ 463142 h 463453"/>
                <a:gd name="connsiteX260" fmla="*/ 2532513 w 2912392"/>
                <a:gd name="connsiteY260" fmla="*/ 463400 h 463453"/>
                <a:gd name="connsiteX261" fmla="*/ 2542257 w 2912392"/>
                <a:gd name="connsiteY261" fmla="*/ 463454 h 463453"/>
                <a:gd name="connsiteX262" fmla="*/ 2552001 w 2912392"/>
                <a:gd name="connsiteY262" fmla="*/ 463308 h 463453"/>
                <a:gd name="connsiteX263" fmla="*/ 2561745 w 2912392"/>
                <a:gd name="connsiteY263" fmla="*/ 462963 h 463453"/>
                <a:gd name="connsiteX264" fmla="*/ 2571474 w 2912392"/>
                <a:gd name="connsiteY264" fmla="*/ 462424 h 463453"/>
                <a:gd name="connsiteX265" fmla="*/ 2581218 w 2912392"/>
                <a:gd name="connsiteY265" fmla="*/ 461693 h 463453"/>
                <a:gd name="connsiteX266" fmla="*/ 2590962 w 2912392"/>
                <a:gd name="connsiteY266" fmla="*/ 460772 h 463453"/>
                <a:gd name="connsiteX267" fmla="*/ 2600705 w 2912392"/>
                <a:gd name="connsiteY267" fmla="*/ 459669 h 463453"/>
                <a:gd name="connsiteX268" fmla="*/ 2610449 w 2912392"/>
                <a:gd name="connsiteY268" fmla="*/ 458387 h 463453"/>
                <a:gd name="connsiteX269" fmla="*/ 2620178 w 2912392"/>
                <a:gd name="connsiteY269" fmla="*/ 456932 h 463453"/>
                <a:gd name="connsiteX270" fmla="*/ 2629922 w 2912392"/>
                <a:gd name="connsiteY270" fmla="*/ 455311 h 463453"/>
                <a:gd name="connsiteX271" fmla="*/ 2639666 w 2912392"/>
                <a:gd name="connsiteY271" fmla="*/ 453531 h 463453"/>
                <a:gd name="connsiteX272" fmla="*/ 2649410 w 2912392"/>
                <a:gd name="connsiteY272" fmla="*/ 451597 h 463453"/>
                <a:gd name="connsiteX273" fmla="*/ 2659139 w 2912392"/>
                <a:gd name="connsiteY273" fmla="*/ 449519 h 463453"/>
                <a:gd name="connsiteX274" fmla="*/ 2668883 w 2912392"/>
                <a:gd name="connsiteY274" fmla="*/ 447303 h 463453"/>
                <a:gd name="connsiteX275" fmla="*/ 2678627 w 2912392"/>
                <a:gd name="connsiteY275" fmla="*/ 444960 h 463453"/>
                <a:gd name="connsiteX276" fmla="*/ 2688371 w 2912392"/>
                <a:gd name="connsiteY276" fmla="*/ 442495 h 463453"/>
                <a:gd name="connsiteX277" fmla="*/ 2698100 w 2912392"/>
                <a:gd name="connsiteY277" fmla="*/ 439921 h 463453"/>
                <a:gd name="connsiteX278" fmla="*/ 2707844 w 2912392"/>
                <a:gd name="connsiteY278" fmla="*/ 437246 h 463453"/>
                <a:gd name="connsiteX279" fmla="*/ 2717588 w 2912392"/>
                <a:gd name="connsiteY279" fmla="*/ 434478 h 463453"/>
                <a:gd name="connsiteX280" fmla="*/ 2727332 w 2912392"/>
                <a:gd name="connsiteY280" fmla="*/ 431630 h 463453"/>
                <a:gd name="connsiteX281" fmla="*/ 2737076 w 2912392"/>
                <a:gd name="connsiteY281" fmla="*/ 428709 h 463453"/>
                <a:gd name="connsiteX282" fmla="*/ 2746805 w 2912392"/>
                <a:gd name="connsiteY282" fmla="*/ 425726 h 463453"/>
                <a:gd name="connsiteX283" fmla="*/ 2756549 w 2912392"/>
                <a:gd name="connsiteY283" fmla="*/ 422695 h 463453"/>
                <a:gd name="connsiteX284" fmla="*/ 2766293 w 2912392"/>
                <a:gd name="connsiteY284" fmla="*/ 419621 h 463453"/>
                <a:gd name="connsiteX285" fmla="*/ 2776037 w 2912392"/>
                <a:gd name="connsiteY285" fmla="*/ 416517 h 463453"/>
                <a:gd name="connsiteX286" fmla="*/ 2785766 w 2912392"/>
                <a:gd name="connsiteY286" fmla="*/ 413396 h 463453"/>
                <a:gd name="connsiteX287" fmla="*/ 2795510 w 2912392"/>
                <a:gd name="connsiteY287" fmla="*/ 410264 h 463453"/>
                <a:gd name="connsiteX288" fmla="*/ 2805254 w 2912392"/>
                <a:gd name="connsiteY288" fmla="*/ 407136 h 463453"/>
                <a:gd name="connsiteX289" fmla="*/ 2814998 w 2912392"/>
                <a:gd name="connsiteY289" fmla="*/ 404019 h 463453"/>
                <a:gd name="connsiteX290" fmla="*/ 2824727 w 2912392"/>
                <a:gd name="connsiteY290" fmla="*/ 400923 h 463453"/>
                <a:gd name="connsiteX291" fmla="*/ 2834471 w 2912392"/>
                <a:gd name="connsiteY291" fmla="*/ 397861 h 463453"/>
                <a:gd name="connsiteX292" fmla="*/ 2844215 w 2912392"/>
                <a:gd name="connsiteY292" fmla="*/ 394841 h 463453"/>
                <a:gd name="connsiteX293" fmla="*/ 2853958 w 2912392"/>
                <a:gd name="connsiteY293" fmla="*/ 391873 h 463453"/>
                <a:gd name="connsiteX294" fmla="*/ 2863687 w 2912392"/>
                <a:gd name="connsiteY294" fmla="*/ 388968 h 463453"/>
                <a:gd name="connsiteX295" fmla="*/ 2873431 w 2912392"/>
                <a:gd name="connsiteY295" fmla="*/ 386132 h 463453"/>
                <a:gd name="connsiteX296" fmla="*/ 2883175 w 2912392"/>
                <a:gd name="connsiteY296" fmla="*/ 383376 h 463453"/>
                <a:gd name="connsiteX297" fmla="*/ 2892919 w 2912392"/>
                <a:gd name="connsiteY297" fmla="*/ 380708 h 463453"/>
                <a:gd name="connsiteX298" fmla="*/ 2902663 w 2912392"/>
                <a:gd name="connsiteY298" fmla="*/ 378136 h 463453"/>
                <a:gd name="connsiteX299" fmla="*/ 2912392 w 2912392"/>
                <a:gd name="connsiteY299" fmla="*/ 375667 h 463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63453">
                  <a:moveTo>
                    <a:pt x="0" y="109716"/>
                  </a:moveTo>
                  <a:lnTo>
                    <a:pt x="9739" y="102648"/>
                  </a:lnTo>
                  <a:lnTo>
                    <a:pt x="19480" y="95754"/>
                  </a:lnTo>
                  <a:lnTo>
                    <a:pt x="29221" y="89048"/>
                  </a:lnTo>
                  <a:lnTo>
                    <a:pt x="38961" y="82539"/>
                  </a:lnTo>
                  <a:lnTo>
                    <a:pt x="48702" y="76234"/>
                  </a:lnTo>
                  <a:lnTo>
                    <a:pt x="58443" y="70143"/>
                  </a:lnTo>
                  <a:lnTo>
                    <a:pt x="68182" y="64273"/>
                  </a:lnTo>
                  <a:lnTo>
                    <a:pt x="77923" y="58632"/>
                  </a:lnTo>
                  <a:lnTo>
                    <a:pt x="87664" y="53227"/>
                  </a:lnTo>
                  <a:lnTo>
                    <a:pt x="97404" y="48064"/>
                  </a:lnTo>
                  <a:lnTo>
                    <a:pt x="107145" y="43147"/>
                  </a:lnTo>
                  <a:lnTo>
                    <a:pt x="116886" y="38486"/>
                  </a:lnTo>
                  <a:lnTo>
                    <a:pt x="126625" y="34078"/>
                  </a:lnTo>
                  <a:lnTo>
                    <a:pt x="136366" y="29932"/>
                  </a:lnTo>
                  <a:lnTo>
                    <a:pt x="146107" y="26051"/>
                  </a:lnTo>
                  <a:lnTo>
                    <a:pt x="155846" y="22435"/>
                  </a:lnTo>
                  <a:lnTo>
                    <a:pt x="165587" y="19089"/>
                  </a:lnTo>
                  <a:lnTo>
                    <a:pt x="175328" y="16012"/>
                  </a:lnTo>
                  <a:lnTo>
                    <a:pt x="185068" y="13206"/>
                  </a:lnTo>
                  <a:lnTo>
                    <a:pt x="194809" y="10674"/>
                  </a:lnTo>
                  <a:lnTo>
                    <a:pt x="204550" y="8413"/>
                  </a:lnTo>
                  <a:lnTo>
                    <a:pt x="214289" y="6424"/>
                  </a:lnTo>
                  <a:lnTo>
                    <a:pt x="224030" y="4708"/>
                  </a:lnTo>
                  <a:lnTo>
                    <a:pt x="233771" y="3260"/>
                  </a:lnTo>
                  <a:lnTo>
                    <a:pt x="243510" y="2080"/>
                  </a:lnTo>
                  <a:lnTo>
                    <a:pt x="253251" y="1168"/>
                  </a:lnTo>
                  <a:lnTo>
                    <a:pt x="262992" y="519"/>
                  </a:lnTo>
                  <a:lnTo>
                    <a:pt x="272732" y="131"/>
                  </a:lnTo>
                  <a:lnTo>
                    <a:pt x="282473" y="0"/>
                  </a:lnTo>
                  <a:lnTo>
                    <a:pt x="292214" y="125"/>
                  </a:lnTo>
                  <a:lnTo>
                    <a:pt x="301953" y="502"/>
                  </a:lnTo>
                  <a:lnTo>
                    <a:pt x="311694" y="1125"/>
                  </a:lnTo>
                  <a:lnTo>
                    <a:pt x="321435" y="1992"/>
                  </a:lnTo>
                  <a:lnTo>
                    <a:pt x="331175" y="3096"/>
                  </a:lnTo>
                  <a:lnTo>
                    <a:pt x="340916" y="4435"/>
                  </a:lnTo>
                  <a:lnTo>
                    <a:pt x="350656" y="6004"/>
                  </a:lnTo>
                  <a:lnTo>
                    <a:pt x="360396" y="7797"/>
                  </a:lnTo>
                  <a:lnTo>
                    <a:pt x="370137" y="9807"/>
                  </a:lnTo>
                  <a:lnTo>
                    <a:pt x="379878" y="12031"/>
                  </a:lnTo>
                  <a:lnTo>
                    <a:pt x="389617" y="14464"/>
                  </a:lnTo>
                  <a:lnTo>
                    <a:pt x="399358" y="17100"/>
                  </a:lnTo>
                  <a:lnTo>
                    <a:pt x="409099" y="19930"/>
                  </a:lnTo>
                  <a:lnTo>
                    <a:pt x="418839" y="22953"/>
                  </a:lnTo>
                  <a:lnTo>
                    <a:pt x="428580" y="26161"/>
                  </a:lnTo>
                  <a:lnTo>
                    <a:pt x="438321" y="29548"/>
                  </a:lnTo>
                  <a:lnTo>
                    <a:pt x="448060" y="33107"/>
                  </a:lnTo>
                  <a:lnTo>
                    <a:pt x="457801" y="36833"/>
                  </a:lnTo>
                  <a:lnTo>
                    <a:pt x="467542" y="40719"/>
                  </a:lnTo>
                  <a:lnTo>
                    <a:pt x="477281" y="44760"/>
                  </a:lnTo>
                  <a:lnTo>
                    <a:pt x="487022" y="48949"/>
                  </a:lnTo>
                  <a:lnTo>
                    <a:pt x="496763" y="53279"/>
                  </a:lnTo>
                  <a:lnTo>
                    <a:pt x="506503" y="57744"/>
                  </a:lnTo>
                  <a:lnTo>
                    <a:pt x="516244" y="62339"/>
                  </a:lnTo>
                  <a:lnTo>
                    <a:pt x="525985" y="67056"/>
                  </a:lnTo>
                  <a:lnTo>
                    <a:pt x="535724" y="71888"/>
                  </a:lnTo>
                  <a:lnTo>
                    <a:pt x="545465" y="76831"/>
                  </a:lnTo>
                  <a:lnTo>
                    <a:pt x="555206" y="81876"/>
                  </a:lnTo>
                  <a:lnTo>
                    <a:pt x="564946" y="87019"/>
                  </a:lnTo>
                  <a:lnTo>
                    <a:pt x="574687" y="92252"/>
                  </a:lnTo>
                  <a:lnTo>
                    <a:pt x="584428" y="97568"/>
                  </a:lnTo>
                  <a:lnTo>
                    <a:pt x="594167" y="102961"/>
                  </a:lnTo>
                  <a:lnTo>
                    <a:pt x="603908" y="108426"/>
                  </a:lnTo>
                  <a:lnTo>
                    <a:pt x="613649" y="113955"/>
                  </a:lnTo>
                  <a:lnTo>
                    <a:pt x="623388" y="119542"/>
                  </a:lnTo>
                  <a:lnTo>
                    <a:pt x="633129" y="125180"/>
                  </a:lnTo>
                  <a:lnTo>
                    <a:pt x="642870" y="130864"/>
                  </a:lnTo>
                  <a:lnTo>
                    <a:pt x="652610" y="136586"/>
                  </a:lnTo>
                  <a:lnTo>
                    <a:pt x="662351" y="142342"/>
                  </a:lnTo>
                  <a:lnTo>
                    <a:pt x="672092" y="148123"/>
                  </a:lnTo>
                  <a:lnTo>
                    <a:pt x="681831" y="153923"/>
                  </a:lnTo>
                  <a:lnTo>
                    <a:pt x="691572" y="159738"/>
                  </a:lnTo>
                  <a:lnTo>
                    <a:pt x="701313" y="165559"/>
                  </a:lnTo>
                  <a:lnTo>
                    <a:pt x="711052" y="171380"/>
                  </a:lnTo>
                  <a:lnTo>
                    <a:pt x="720793" y="177197"/>
                  </a:lnTo>
                  <a:lnTo>
                    <a:pt x="730534" y="183001"/>
                  </a:lnTo>
                  <a:lnTo>
                    <a:pt x="740274" y="188789"/>
                  </a:lnTo>
                  <a:lnTo>
                    <a:pt x="750015" y="194552"/>
                  </a:lnTo>
                  <a:lnTo>
                    <a:pt x="759756" y="200287"/>
                  </a:lnTo>
                  <a:lnTo>
                    <a:pt x="769495" y="205984"/>
                  </a:lnTo>
                  <a:lnTo>
                    <a:pt x="779236" y="211642"/>
                  </a:lnTo>
                  <a:lnTo>
                    <a:pt x="788977" y="217251"/>
                  </a:lnTo>
                  <a:lnTo>
                    <a:pt x="798717" y="222807"/>
                  </a:lnTo>
                  <a:lnTo>
                    <a:pt x="808458" y="228303"/>
                  </a:lnTo>
                  <a:lnTo>
                    <a:pt x="818199" y="233737"/>
                  </a:lnTo>
                  <a:lnTo>
                    <a:pt x="827938" y="239099"/>
                  </a:lnTo>
                  <a:lnTo>
                    <a:pt x="837679" y="244386"/>
                  </a:lnTo>
                  <a:lnTo>
                    <a:pt x="847420" y="249595"/>
                  </a:lnTo>
                  <a:lnTo>
                    <a:pt x="857159" y="254716"/>
                  </a:lnTo>
                  <a:lnTo>
                    <a:pt x="866900" y="259747"/>
                  </a:lnTo>
                  <a:lnTo>
                    <a:pt x="876641" y="264683"/>
                  </a:lnTo>
                  <a:lnTo>
                    <a:pt x="886381" y="269520"/>
                  </a:lnTo>
                  <a:lnTo>
                    <a:pt x="896122" y="274252"/>
                  </a:lnTo>
                  <a:lnTo>
                    <a:pt x="905863" y="278875"/>
                  </a:lnTo>
                  <a:lnTo>
                    <a:pt x="915602" y="283383"/>
                  </a:lnTo>
                  <a:lnTo>
                    <a:pt x="925343" y="287775"/>
                  </a:lnTo>
                  <a:lnTo>
                    <a:pt x="935084" y="292047"/>
                  </a:lnTo>
                  <a:lnTo>
                    <a:pt x="944824" y="296192"/>
                  </a:lnTo>
                  <a:lnTo>
                    <a:pt x="954564" y="300210"/>
                  </a:lnTo>
                  <a:lnTo>
                    <a:pt x="964305" y="304096"/>
                  </a:lnTo>
                  <a:lnTo>
                    <a:pt x="974045" y="307847"/>
                  </a:lnTo>
                  <a:lnTo>
                    <a:pt x="983786" y="311460"/>
                  </a:lnTo>
                  <a:lnTo>
                    <a:pt x="993522" y="314933"/>
                  </a:lnTo>
                  <a:lnTo>
                    <a:pt x="1003266" y="318263"/>
                  </a:lnTo>
                  <a:lnTo>
                    <a:pt x="1013010" y="321449"/>
                  </a:lnTo>
                  <a:lnTo>
                    <a:pt x="1022754" y="324486"/>
                  </a:lnTo>
                  <a:lnTo>
                    <a:pt x="1032483" y="327375"/>
                  </a:lnTo>
                  <a:lnTo>
                    <a:pt x="1042227" y="330114"/>
                  </a:lnTo>
                  <a:lnTo>
                    <a:pt x="1051971" y="332700"/>
                  </a:lnTo>
                  <a:lnTo>
                    <a:pt x="1061715" y="335135"/>
                  </a:lnTo>
                  <a:lnTo>
                    <a:pt x="1071444" y="337414"/>
                  </a:lnTo>
                  <a:lnTo>
                    <a:pt x="1081188" y="339540"/>
                  </a:lnTo>
                  <a:lnTo>
                    <a:pt x="1090932" y="341510"/>
                  </a:lnTo>
                  <a:lnTo>
                    <a:pt x="1100676" y="343326"/>
                  </a:lnTo>
                  <a:lnTo>
                    <a:pt x="1110405" y="344987"/>
                  </a:lnTo>
                  <a:lnTo>
                    <a:pt x="1120149" y="346494"/>
                  </a:lnTo>
                  <a:lnTo>
                    <a:pt x="1129893" y="347845"/>
                  </a:lnTo>
                  <a:lnTo>
                    <a:pt x="1139637" y="349044"/>
                  </a:lnTo>
                  <a:lnTo>
                    <a:pt x="1149381" y="350092"/>
                  </a:lnTo>
                  <a:lnTo>
                    <a:pt x="1159110" y="350987"/>
                  </a:lnTo>
                  <a:lnTo>
                    <a:pt x="1168854" y="351734"/>
                  </a:lnTo>
                  <a:lnTo>
                    <a:pt x="1178598" y="352331"/>
                  </a:lnTo>
                  <a:lnTo>
                    <a:pt x="1188341" y="352784"/>
                  </a:lnTo>
                  <a:lnTo>
                    <a:pt x="1198070" y="353093"/>
                  </a:lnTo>
                  <a:lnTo>
                    <a:pt x="1207814" y="353259"/>
                  </a:lnTo>
                  <a:lnTo>
                    <a:pt x="1217558" y="353288"/>
                  </a:lnTo>
                  <a:lnTo>
                    <a:pt x="1227302" y="353179"/>
                  </a:lnTo>
                  <a:lnTo>
                    <a:pt x="1237031" y="352938"/>
                  </a:lnTo>
                  <a:lnTo>
                    <a:pt x="1246775" y="352565"/>
                  </a:lnTo>
                  <a:lnTo>
                    <a:pt x="1256519" y="352066"/>
                  </a:lnTo>
                  <a:lnTo>
                    <a:pt x="1266263" y="351442"/>
                  </a:lnTo>
                  <a:lnTo>
                    <a:pt x="1276007" y="350698"/>
                  </a:lnTo>
                  <a:lnTo>
                    <a:pt x="1285736" y="349837"/>
                  </a:lnTo>
                  <a:lnTo>
                    <a:pt x="1295480" y="348864"/>
                  </a:lnTo>
                  <a:lnTo>
                    <a:pt x="1305224" y="347781"/>
                  </a:lnTo>
                  <a:lnTo>
                    <a:pt x="1314968" y="346594"/>
                  </a:lnTo>
                  <a:lnTo>
                    <a:pt x="1324697" y="345306"/>
                  </a:lnTo>
                  <a:lnTo>
                    <a:pt x="1334441" y="343922"/>
                  </a:lnTo>
                  <a:lnTo>
                    <a:pt x="1344185" y="342446"/>
                  </a:lnTo>
                  <a:lnTo>
                    <a:pt x="1353929" y="340881"/>
                  </a:lnTo>
                  <a:lnTo>
                    <a:pt x="1363658" y="339235"/>
                  </a:lnTo>
                  <a:lnTo>
                    <a:pt x="1373402" y="337510"/>
                  </a:lnTo>
                  <a:lnTo>
                    <a:pt x="1383146" y="335711"/>
                  </a:lnTo>
                  <a:lnTo>
                    <a:pt x="1392890" y="333846"/>
                  </a:lnTo>
                  <a:lnTo>
                    <a:pt x="1402619" y="331915"/>
                  </a:lnTo>
                  <a:lnTo>
                    <a:pt x="1412363" y="329925"/>
                  </a:lnTo>
                  <a:lnTo>
                    <a:pt x="1422106" y="327882"/>
                  </a:lnTo>
                  <a:lnTo>
                    <a:pt x="1431850" y="325790"/>
                  </a:lnTo>
                  <a:lnTo>
                    <a:pt x="1441594" y="323654"/>
                  </a:lnTo>
                  <a:lnTo>
                    <a:pt x="1451323" y="321480"/>
                  </a:lnTo>
                  <a:lnTo>
                    <a:pt x="1461067" y="319270"/>
                  </a:lnTo>
                  <a:lnTo>
                    <a:pt x="1470811" y="317034"/>
                  </a:lnTo>
                  <a:lnTo>
                    <a:pt x="1480555" y="314774"/>
                  </a:lnTo>
                  <a:lnTo>
                    <a:pt x="1490284" y="312494"/>
                  </a:lnTo>
                  <a:lnTo>
                    <a:pt x="1500028" y="310203"/>
                  </a:lnTo>
                  <a:lnTo>
                    <a:pt x="1509772" y="307902"/>
                  </a:lnTo>
                  <a:lnTo>
                    <a:pt x="1519516" y="305600"/>
                  </a:lnTo>
                  <a:lnTo>
                    <a:pt x="1529245" y="303300"/>
                  </a:lnTo>
                  <a:lnTo>
                    <a:pt x="1538989" y="301006"/>
                  </a:lnTo>
                  <a:lnTo>
                    <a:pt x="1548733" y="298726"/>
                  </a:lnTo>
                  <a:lnTo>
                    <a:pt x="1558477" y="296461"/>
                  </a:lnTo>
                  <a:lnTo>
                    <a:pt x="1568221" y="294221"/>
                  </a:lnTo>
                  <a:lnTo>
                    <a:pt x="1577950" y="292008"/>
                  </a:lnTo>
                  <a:lnTo>
                    <a:pt x="1587694" y="289827"/>
                  </a:lnTo>
                  <a:lnTo>
                    <a:pt x="1597438" y="287683"/>
                  </a:lnTo>
                  <a:lnTo>
                    <a:pt x="1607182" y="285582"/>
                  </a:lnTo>
                  <a:lnTo>
                    <a:pt x="1616911" y="283529"/>
                  </a:lnTo>
                  <a:lnTo>
                    <a:pt x="1626655" y="281528"/>
                  </a:lnTo>
                  <a:lnTo>
                    <a:pt x="1636399" y="279582"/>
                  </a:lnTo>
                  <a:lnTo>
                    <a:pt x="1646142" y="277701"/>
                  </a:lnTo>
                  <a:lnTo>
                    <a:pt x="1655872" y="275883"/>
                  </a:lnTo>
                  <a:lnTo>
                    <a:pt x="1665616" y="274138"/>
                  </a:lnTo>
                  <a:lnTo>
                    <a:pt x="1675359" y="272468"/>
                  </a:lnTo>
                  <a:lnTo>
                    <a:pt x="1685103" y="270878"/>
                  </a:lnTo>
                  <a:lnTo>
                    <a:pt x="1694832" y="269372"/>
                  </a:lnTo>
                  <a:lnTo>
                    <a:pt x="1704576" y="267955"/>
                  </a:lnTo>
                  <a:lnTo>
                    <a:pt x="1714320" y="266632"/>
                  </a:lnTo>
                  <a:lnTo>
                    <a:pt x="1724064" y="265406"/>
                  </a:lnTo>
                  <a:lnTo>
                    <a:pt x="1733808" y="264281"/>
                  </a:lnTo>
                  <a:lnTo>
                    <a:pt x="1743537" y="263261"/>
                  </a:lnTo>
                  <a:lnTo>
                    <a:pt x="1753281" y="262350"/>
                  </a:lnTo>
                  <a:lnTo>
                    <a:pt x="1763025" y="261553"/>
                  </a:lnTo>
                  <a:lnTo>
                    <a:pt x="1772769" y="260872"/>
                  </a:lnTo>
                  <a:lnTo>
                    <a:pt x="1782498" y="260312"/>
                  </a:lnTo>
                  <a:lnTo>
                    <a:pt x="1792242" y="259874"/>
                  </a:lnTo>
                  <a:lnTo>
                    <a:pt x="1801986" y="259564"/>
                  </a:lnTo>
                  <a:lnTo>
                    <a:pt x="1811730" y="259382"/>
                  </a:lnTo>
                  <a:lnTo>
                    <a:pt x="1821459" y="259335"/>
                  </a:lnTo>
                  <a:lnTo>
                    <a:pt x="1831203" y="259421"/>
                  </a:lnTo>
                  <a:lnTo>
                    <a:pt x="1840947" y="259646"/>
                  </a:lnTo>
                  <a:lnTo>
                    <a:pt x="1850691" y="260010"/>
                  </a:lnTo>
                  <a:lnTo>
                    <a:pt x="1860435" y="260516"/>
                  </a:lnTo>
                  <a:lnTo>
                    <a:pt x="1870164" y="261167"/>
                  </a:lnTo>
                  <a:lnTo>
                    <a:pt x="1879908" y="261964"/>
                  </a:lnTo>
                  <a:lnTo>
                    <a:pt x="1889652" y="262907"/>
                  </a:lnTo>
                  <a:lnTo>
                    <a:pt x="1899395" y="263998"/>
                  </a:lnTo>
                  <a:lnTo>
                    <a:pt x="1909124" y="265238"/>
                  </a:lnTo>
                  <a:lnTo>
                    <a:pt x="1918868" y="266628"/>
                  </a:lnTo>
                  <a:lnTo>
                    <a:pt x="1928612" y="268167"/>
                  </a:lnTo>
                  <a:lnTo>
                    <a:pt x="1938356" y="269856"/>
                  </a:lnTo>
                  <a:lnTo>
                    <a:pt x="1948085" y="271693"/>
                  </a:lnTo>
                  <a:lnTo>
                    <a:pt x="1957829" y="273681"/>
                  </a:lnTo>
                  <a:lnTo>
                    <a:pt x="1967573" y="275816"/>
                  </a:lnTo>
                  <a:lnTo>
                    <a:pt x="1977317" y="278097"/>
                  </a:lnTo>
                  <a:lnTo>
                    <a:pt x="1987046" y="280523"/>
                  </a:lnTo>
                  <a:lnTo>
                    <a:pt x="1996790" y="283091"/>
                  </a:lnTo>
                  <a:lnTo>
                    <a:pt x="2006534" y="285800"/>
                  </a:lnTo>
                  <a:lnTo>
                    <a:pt x="2016278" y="288647"/>
                  </a:lnTo>
                  <a:lnTo>
                    <a:pt x="2026022" y="291628"/>
                  </a:lnTo>
                  <a:lnTo>
                    <a:pt x="2035751" y="294741"/>
                  </a:lnTo>
                  <a:lnTo>
                    <a:pt x="2045495" y="297980"/>
                  </a:lnTo>
                  <a:lnTo>
                    <a:pt x="2055239" y="301341"/>
                  </a:lnTo>
                  <a:lnTo>
                    <a:pt x="2064983" y="304821"/>
                  </a:lnTo>
                  <a:lnTo>
                    <a:pt x="2074712" y="308416"/>
                  </a:lnTo>
                  <a:lnTo>
                    <a:pt x="2084456" y="312119"/>
                  </a:lnTo>
                  <a:lnTo>
                    <a:pt x="2094200" y="315923"/>
                  </a:lnTo>
                  <a:lnTo>
                    <a:pt x="2103944" y="319825"/>
                  </a:lnTo>
                  <a:lnTo>
                    <a:pt x="2113673" y="323815"/>
                  </a:lnTo>
                  <a:lnTo>
                    <a:pt x="2123417" y="327889"/>
                  </a:lnTo>
                  <a:lnTo>
                    <a:pt x="2133161" y="332040"/>
                  </a:lnTo>
                  <a:lnTo>
                    <a:pt x="2142905" y="336261"/>
                  </a:lnTo>
                  <a:lnTo>
                    <a:pt x="2152649" y="340543"/>
                  </a:lnTo>
                  <a:lnTo>
                    <a:pt x="2162377" y="344877"/>
                  </a:lnTo>
                  <a:lnTo>
                    <a:pt x="2172121" y="349259"/>
                  </a:lnTo>
                  <a:lnTo>
                    <a:pt x="2181865" y="353676"/>
                  </a:lnTo>
                  <a:lnTo>
                    <a:pt x="2191609" y="358122"/>
                  </a:lnTo>
                  <a:lnTo>
                    <a:pt x="2201338" y="362588"/>
                  </a:lnTo>
                  <a:lnTo>
                    <a:pt x="2211082" y="367065"/>
                  </a:lnTo>
                  <a:lnTo>
                    <a:pt x="2220826" y="371542"/>
                  </a:lnTo>
                  <a:lnTo>
                    <a:pt x="2230570" y="376012"/>
                  </a:lnTo>
                  <a:lnTo>
                    <a:pt x="2240299" y="380463"/>
                  </a:lnTo>
                  <a:lnTo>
                    <a:pt x="2250043" y="384890"/>
                  </a:lnTo>
                  <a:lnTo>
                    <a:pt x="2259787" y="389279"/>
                  </a:lnTo>
                  <a:lnTo>
                    <a:pt x="2269531" y="393624"/>
                  </a:lnTo>
                  <a:lnTo>
                    <a:pt x="2279260" y="397912"/>
                  </a:lnTo>
                  <a:lnTo>
                    <a:pt x="2289004" y="402135"/>
                  </a:lnTo>
                  <a:lnTo>
                    <a:pt x="2298748" y="406285"/>
                  </a:lnTo>
                  <a:lnTo>
                    <a:pt x="2308492" y="410351"/>
                  </a:lnTo>
                  <a:lnTo>
                    <a:pt x="2318236" y="414324"/>
                  </a:lnTo>
                  <a:lnTo>
                    <a:pt x="2327965" y="418197"/>
                  </a:lnTo>
                  <a:lnTo>
                    <a:pt x="2337709" y="421957"/>
                  </a:lnTo>
                  <a:lnTo>
                    <a:pt x="2347453" y="425600"/>
                  </a:lnTo>
                  <a:lnTo>
                    <a:pt x="2357197" y="429115"/>
                  </a:lnTo>
                  <a:lnTo>
                    <a:pt x="2366926" y="432494"/>
                  </a:lnTo>
                  <a:lnTo>
                    <a:pt x="2376670" y="435730"/>
                  </a:lnTo>
                  <a:lnTo>
                    <a:pt x="2386413" y="438815"/>
                  </a:lnTo>
                  <a:lnTo>
                    <a:pt x="2396157" y="441744"/>
                  </a:lnTo>
                  <a:lnTo>
                    <a:pt x="2405886" y="444508"/>
                  </a:lnTo>
                  <a:lnTo>
                    <a:pt x="2415630" y="447104"/>
                  </a:lnTo>
                  <a:lnTo>
                    <a:pt x="2425374" y="449522"/>
                  </a:lnTo>
                  <a:lnTo>
                    <a:pt x="2435118" y="451758"/>
                  </a:lnTo>
                  <a:lnTo>
                    <a:pt x="2444862" y="453810"/>
                  </a:lnTo>
                  <a:lnTo>
                    <a:pt x="2454591" y="455672"/>
                  </a:lnTo>
                  <a:lnTo>
                    <a:pt x="2464335" y="457339"/>
                  </a:lnTo>
                  <a:lnTo>
                    <a:pt x="2474079" y="458810"/>
                  </a:lnTo>
                  <a:lnTo>
                    <a:pt x="2483823" y="460082"/>
                  </a:lnTo>
                  <a:lnTo>
                    <a:pt x="2493552" y="461152"/>
                  </a:lnTo>
                  <a:lnTo>
                    <a:pt x="2503296" y="462019"/>
                  </a:lnTo>
                  <a:lnTo>
                    <a:pt x="2513040" y="462683"/>
                  </a:lnTo>
                  <a:lnTo>
                    <a:pt x="2522784" y="463142"/>
                  </a:lnTo>
                  <a:lnTo>
                    <a:pt x="2532513" y="463400"/>
                  </a:lnTo>
                  <a:lnTo>
                    <a:pt x="2542257" y="463454"/>
                  </a:lnTo>
                  <a:lnTo>
                    <a:pt x="2552001" y="463308"/>
                  </a:lnTo>
                  <a:lnTo>
                    <a:pt x="2561745" y="462963"/>
                  </a:lnTo>
                  <a:lnTo>
                    <a:pt x="2571474" y="462424"/>
                  </a:lnTo>
                  <a:lnTo>
                    <a:pt x="2581218" y="461693"/>
                  </a:lnTo>
                  <a:lnTo>
                    <a:pt x="2590962" y="460772"/>
                  </a:lnTo>
                  <a:lnTo>
                    <a:pt x="2600705" y="459669"/>
                  </a:lnTo>
                  <a:lnTo>
                    <a:pt x="2610449" y="458387"/>
                  </a:lnTo>
                  <a:lnTo>
                    <a:pt x="2620178" y="456932"/>
                  </a:lnTo>
                  <a:lnTo>
                    <a:pt x="2629922" y="455311"/>
                  </a:lnTo>
                  <a:lnTo>
                    <a:pt x="2639666" y="453531"/>
                  </a:lnTo>
                  <a:lnTo>
                    <a:pt x="2649410" y="451597"/>
                  </a:lnTo>
                  <a:lnTo>
                    <a:pt x="2659139" y="449519"/>
                  </a:lnTo>
                  <a:lnTo>
                    <a:pt x="2668883" y="447303"/>
                  </a:lnTo>
                  <a:lnTo>
                    <a:pt x="2678627" y="444960"/>
                  </a:lnTo>
                  <a:lnTo>
                    <a:pt x="2688371" y="442495"/>
                  </a:lnTo>
                  <a:lnTo>
                    <a:pt x="2698100" y="439921"/>
                  </a:lnTo>
                  <a:lnTo>
                    <a:pt x="2707844" y="437246"/>
                  </a:lnTo>
                  <a:lnTo>
                    <a:pt x="2717588" y="434478"/>
                  </a:lnTo>
                  <a:lnTo>
                    <a:pt x="2727332" y="431630"/>
                  </a:lnTo>
                  <a:lnTo>
                    <a:pt x="2737076" y="428709"/>
                  </a:lnTo>
                  <a:lnTo>
                    <a:pt x="2746805" y="425726"/>
                  </a:lnTo>
                  <a:lnTo>
                    <a:pt x="2756549" y="422695"/>
                  </a:lnTo>
                  <a:lnTo>
                    <a:pt x="2766293" y="419621"/>
                  </a:lnTo>
                  <a:lnTo>
                    <a:pt x="2776037" y="416517"/>
                  </a:lnTo>
                  <a:lnTo>
                    <a:pt x="2785766" y="413396"/>
                  </a:lnTo>
                  <a:lnTo>
                    <a:pt x="2795510" y="410264"/>
                  </a:lnTo>
                  <a:lnTo>
                    <a:pt x="2805254" y="407136"/>
                  </a:lnTo>
                  <a:lnTo>
                    <a:pt x="2814998" y="404019"/>
                  </a:lnTo>
                  <a:lnTo>
                    <a:pt x="2824727" y="400923"/>
                  </a:lnTo>
                  <a:lnTo>
                    <a:pt x="2834471" y="397861"/>
                  </a:lnTo>
                  <a:lnTo>
                    <a:pt x="2844215" y="394841"/>
                  </a:lnTo>
                  <a:lnTo>
                    <a:pt x="2853958" y="391873"/>
                  </a:lnTo>
                  <a:lnTo>
                    <a:pt x="2863687" y="388968"/>
                  </a:lnTo>
                  <a:lnTo>
                    <a:pt x="2873431" y="386132"/>
                  </a:lnTo>
                  <a:lnTo>
                    <a:pt x="2883175" y="383376"/>
                  </a:lnTo>
                  <a:lnTo>
                    <a:pt x="2892919" y="380708"/>
                  </a:lnTo>
                  <a:lnTo>
                    <a:pt x="2902663" y="378136"/>
                  </a:lnTo>
                  <a:lnTo>
                    <a:pt x="2912392" y="37566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7" name="Freeform 726">
              <a:extLst>
                <a:ext uri="{FF2B5EF4-FFF2-40B4-BE49-F238E27FC236}">
                  <a16:creationId xmlns:a16="http://schemas.microsoft.com/office/drawing/2014/main" id="{B2512027-DC83-968B-FD56-CFCEDA44A375}"/>
                </a:ext>
              </a:extLst>
            </p:cNvPr>
            <p:cNvSpPr/>
            <p:nvPr/>
          </p:nvSpPr>
          <p:spPr>
            <a:xfrm>
              <a:off x="576446" y="3127592"/>
              <a:ext cx="2912392" cy="449555"/>
            </a:xfrm>
            <a:custGeom>
              <a:avLst/>
              <a:gdLst>
                <a:gd name="connsiteX0" fmla="*/ 0 w 2912392"/>
                <a:gd name="connsiteY0" fmla="*/ 449379 h 449555"/>
                <a:gd name="connsiteX1" fmla="*/ 9739 w 2912392"/>
                <a:gd name="connsiteY1" fmla="*/ 449556 h 449555"/>
                <a:gd name="connsiteX2" fmla="*/ 19480 w 2912392"/>
                <a:gd name="connsiteY2" fmla="*/ 449504 h 449555"/>
                <a:gd name="connsiteX3" fmla="*/ 29221 w 2912392"/>
                <a:gd name="connsiteY3" fmla="*/ 449225 h 449555"/>
                <a:gd name="connsiteX4" fmla="*/ 38961 w 2912392"/>
                <a:gd name="connsiteY4" fmla="*/ 448719 h 449555"/>
                <a:gd name="connsiteX5" fmla="*/ 48702 w 2912392"/>
                <a:gd name="connsiteY5" fmla="*/ 447984 h 449555"/>
                <a:gd name="connsiteX6" fmla="*/ 58443 w 2912392"/>
                <a:gd name="connsiteY6" fmla="*/ 447025 h 449555"/>
                <a:gd name="connsiteX7" fmla="*/ 68182 w 2912392"/>
                <a:gd name="connsiteY7" fmla="*/ 445842 h 449555"/>
                <a:gd name="connsiteX8" fmla="*/ 77923 w 2912392"/>
                <a:gd name="connsiteY8" fmla="*/ 444438 h 449555"/>
                <a:gd name="connsiteX9" fmla="*/ 87664 w 2912392"/>
                <a:gd name="connsiteY9" fmla="*/ 442814 h 449555"/>
                <a:gd name="connsiteX10" fmla="*/ 97404 w 2912392"/>
                <a:gd name="connsiteY10" fmla="*/ 440976 h 449555"/>
                <a:gd name="connsiteX11" fmla="*/ 107145 w 2912392"/>
                <a:gd name="connsiteY11" fmla="*/ 438925 h 449555"/>
                <a:gd name="connsiteX12" fmla="*/ 116886 w 2912392"/>
                <a:gd name="connsiteY12" fmla="*/ 436667 h 449555"/>
                <a:gd name="connsiteX13" fmla="*/ 126625 w 2912392"/>
                <a:gd name="connsiteY13" fmla="*/ 434204 h 449555"/>
                <a:gd name="connsiteX14" fmla="*/ 136366 w 2912392"/>
                <a:gd name="connsiteY14" fmla="*/ 431543 h 449555"/>
                <a:gd name="connsiteX15" fmla="*/ 146107 w 2912392"/>
                <a:gd name="connsiteY15" fmla="*/ 428687 h 449555"/>
                <a:gd name="connsiteX16" fmla="*/ 155846 w 2912392"/>
                <a:gd name="connsiteY16" fmla="*/ 425643 h 449555"/>
                <a:gd name="connsiteX17" fmla="*/ 165587 w 2912392"/>
                <a:gd name="connsiteY17" fmla="*/ 422416 h 449555"/>
                <a:gd name="connsiteX18" fmla="*/ 175328 w 2912392"/>
                <a:gd name="connsiteY18" fmla="*/ 419010 h 449555"/>
                <a:gd name="connsiteX19" fmla="*/ 185068 w 2912392"/>
                <a:gd name="connsiteY19" fmla="*/ 415434 h 449555"/>
                <a:gd name="connsiteX20" fmla="*/ 194809 w 2912392"/>
                <a:gd name="connsiteY20" fmla="*/ 411695 h 449555"/>
                <a:gd name="connsiteX21" fmla="*/ 204550 w 2912392"/>
                <a:gd name="connsiteY21" fmla="*/ 407799 h 449555"/>
                <a:gd name="connsiteX22" fmla="*/ 214289 w 2912392"/>
                <a:gd name="connsiteY22" fmla="*/ 403750 h 449555"/>
                <a:gd name="connsiteX23" fmla="*/ 224030 w 2912392"/>
                <a:gd name="connsiteY23" fmla="*/ 399559 h 449555"/>
                <a:gd name="connsiteX24" fmla="*/ 233771 w 2912392"/>
                <a:gd name="connsiteY24" fmla="*/ 395233 h 449555"/>
                <a:gd name="connsiteX25" fmla="*/ 243510 w 2912392"/>
                <a:gd name="connsiteY25" fmla="*/ 390779 h 449555"/>
                <a:gd name="connsiteX26" fmla="*/ 253251 w 2912392"/>
                <a:gd name="connsiteY26" fmla="*/ 386205 h 449555"/>
                <a:gd name="connsiteX27" fmla="*/ 262992 w 2912392"/>
                <a:gd name="connsiteY27" fmla="*/ 381521 h 449555"/>
                <a:gd name="connsiteX28" fmla="*/ 272732 w 2912392"/>
                <a:gd name="connsiteY28" fmla="*/ 376733 h 449555"/>
                <a:gd name="connsiteX29" fmla="*/ 282473 w 2912392"/>
                <a:gd name="connsiteY29" fmla="*/ 371850 h 449555"/>
                <a:gd name="connsiteX30" fmla="*/ 292214 w 2912392"/>
                <a:gd name="connsiteY30" fmla="*/ 366881 h 449555"/>
                <a:gd name="connsiteX31" fmla="*/ 301953 w 2912392"/>
                <a:gd name="connsiteY31" fmla="*/ 361835 h 449555"/>
                <a:gd name="connsiteX32" fmla="*/ 311694 w 2912392"/>
                <a:gd name="connsiteY32" fmla="*/ 356720 h 449555"/>
                <a:gd name="connsiteX33" fmla="*/ 321435 w 2912392"/>
                <a:gd name="connsiteY33" fmla="*/ 351547 h 449555"/>
                <a:gd name="connsiteX34" fmla="*/ 331175 w 2912392"/>
                <a:gd name="connsiteY34" fmla="*/ 346324 h 449555"/>
                <a:gd name="connsiteX35" fmla="*/ 340916 w 2912392"/>
                <a:gd name="connsiteY35" fmla="*/ 341060 h 449555"/>
                <a:gd name="connsiteX36" fmla="*/ 350656 w 2912392"/>
                <a:gd name="connsiteY36" fmla="*/ 335765 h 449555"/>
                <a:gd name="connsiteX37" fmla="*/ 360396 w 2912392"/>
                <a:gd name="connsiteY37" fmla="*/ 330446 h 449555"/>
                <a:gd name="connsiteX38" fmla="*/ 370137 w 2912392"/>
                <a:gd name="connsiteY38" fmla="*/ 325115 h 449555"/>
                <a:gd name="connsiteX39" fmla="*/ 379878 w 2912392"/>
                <a:gd name="connsiteY39" fmla="*/ 319781 h 449555"/>
                <a:gd name="connsiteX40" fmla="*/ 389617 w 2912392"/>
                <a:gd name="connsiteY40" fmla="*/ 314453 h 449555"/>
                <a:gd name="connsiteX41" fmla="*/ 399358 w 2912392"/>
                <a:gd name="connsiteY41" fmla="*/ 309140 h 449555"/>
                <a:gd name="connsiteX42" fmla="*/ 409099 w 2912392"/>
                <a:gd name="connsiteY42" fmla="*/ 303853 h 449555"/>
                <a:gd name="connsiteX43" fmla="*/ 418839 w 2912392"/>
                <a:gd name="connsiteY43" fmla="*/ 298598 h 449555"/>
                <a:gd name="connsiteX44" fmla="*/ 428580 w 2912392"/>
                <a:gd name="connsiteY44" fmla="*/ 293388 h 449555"/>
                <a:gd name="connsiteX45" fmla="*/ 438321 w 2912392"/>
                <a:gd name="connsiteY45" fmla="*/ 288230 h 449555"/>
                <a:gd name="connsiteX46" fmla="*/ 448060 w 2912392"/>
                <a:gd name="connsiteY46" fmla="*/ 283134 h 449555"/>
                <a:gd name="connsiteX47" fmla="*/ 457801 w 2912392"/>
                <a:gd name="connsiteY47" fmla="*/ 278109 h 449555"/>
                <a:gd name="connsiteX48" fmla="*/ 467542 w 2912392"/>
                <a:gd name="connsiteY48" fmla="*/ 273164 h 449555"/>
                <a:gd name="connsiteX49" fmla="*/ 477281 w 2912392"/>
                <a:gd name="connsiteY49" fmla="*/ 268307 h 449555"/>
                <a:gd name="connsiteX50" fmla="*/ 487022 w 2912392"/>
                <a:gd name="connsiteY50" fmla="*/ 263547 h 449555"/>
                <a:gd name="connsiteX51" fmla="*/ 496763 w 2912392"/>
                <a:gd name="connsiteY51" fmla="*/ 258892 h 449555"/>
                <a:gd name="connsiteX52" fmla="*/ 506503 w 2912392"/>
                <a:gd name="connsiteY52" fmla="*/ 254351 h 449555"/>
                <a:gd name="connsiteX53" fmla="*/ 516244 w 2912392"/>
                <a:gd name="connsiteY53" fmla="*/ 249932 h 449555"/>
                <a:gd name="connsiteX54" fmla="*/ 525985 w 2912392"/>
                <a:gd name="connsiteY54" fmla="*/ 245642 h 449555"/>
                <a:gd name="connsiteX55" fmla="*/ 535724 w 2912392"/>
                <a:gd name="connsiteY55" fmla="*/ 241490 h 449555"/>
                <a:gd name="connsiteX56" fmla="*/ 545465 w 2912392"/>
                <a:gd name="connsiteY56" fmla="*/ 237482 h 449555"/>
                <a:gd name="connsiteX57" fmla="*/ 555206 w 2912392"/>
                <a:gd name="connsiteY57" fmla="*/ 233624 h 449555"/>
                <a:gd name="connsiteX58" fmla="*/ 564946 w 2912392"/>
                <a:gd name="connsiteY58" fmla="*/ 229924 h 449555"/>
                <a:gd name="connsiteX59" fmla="*/ 574687 w 2912392"/>
                <a:gd name="connsiteY59" fmla="*/ 226389 h 449555"/>
                <a:gd name="connsiteX60" fmla="*/ 584428 w 2912392"/>
                <a:gd name="connsiteY60" fmla="*/ 223023 h 449555"/>
                <a:gd name="connsiteX61" fmla="*/ 594167 w 2912392"/>
                <a:gd name="connsiteY61" fmla="*/ 219833 h 449555"/>
                <a:gd name="connsiteX62" fmla="*/ 603908 w 2912392"/>
                <a:gd name="connsiteY62" fmla="*/ 216822 h 449555"/>
                <a:gd name="connsiteX63" fmla="*/ 613649 w 2912392"/>
                <a:gd name="connsiteY63" fmla="*/ 213999 h 449555"/>
                <a:gd name="connsiteX64" fmla="*/ 623388 w 2912392"/>
                <a:gd name="connsiteY64" fmla="*/ 211363 h 449555"/>
                <a:gd name="connsiteX65" fmla="*/ 633129 w 2912392"/>
                <a:gd name="connsiteY65" fmla="*/ 208921 h 449555"/>
                <a:gd name="connsiteX66" fmla="*/ 642870 w 2912392"/>
                <a:gd name="connsiteY66" fmla="*/ 206676 h 449555"/>
                <a:gd name="connsiteX67" fmla="*/ 652610 w 2912392"/>
                <a:gd name="connsiteY67" fmla="*/ 204632 h 449555"/>
                <a:gd name="connsiteX68" fmla="*/ 662351 w 2912392"/>
                <a:gd name="connsiteY68" fmla="*/ 202787 h 449555"/>
                <a:gd name="connsiteX69" fmla="*/ 672092 w 2912392"/>
                <a:gd name="connsiteY69" fmla="*/ 201148 h 449555"/>
                <a:gd name="connsiteX70" fmla="*/ 681831 w 2912392"/>
                <a:gd name="connsiteY70" fmla="*/ 199715 h 449555"/>
                <a:gd name="connsiteX71" fmla="*/ 691572 w 2912392"/>
                <a:gd name="connsiteY71" fmla="*/ 198487 h 449555"/>
                <a:gd name="connsiteX72" fmla="*/ 701313 w 2912392"/>
                <a:gd name="connsiteY72" fmla="*/ 197467 h 449555"/>
                <a:gd name="connsiteX73" fmla="*/ 711052 w 2912392"/>
                <a:gd name="connsiteY73" fmla="*/ 196652 h 449555"/>
                <a:gd name="connsiteX74" fmla="*/ 720793 w 2912392"/>
                <a:gd name="connsiteY74" fmla="*/ 196042 h 449555"/>
                <a:gd name="connsiteX75" fmla="*/ 730534 w 2912392"/>
                <a:gd name="connsiteY75" fmla="*/ 195639 h 449555"/>
                <a:gd name="connsiteX76" fmla="*/ 740274 w 2912392"/>
                <a:gd name="connsiteY76" fmla="*/ 195436 h 449555"/>
                <a:gd name="connsiteX77" fmla="*/ 750015 w 2912392"/>
                <a:gd name="connsiteY77" fmla="*/ 195433 h 449555"/>
                <a:gd name="connsiteX78" fmla="*/ 759756 w 2912392"/>
                <a:gd name="connsiteY78" fmla="*/ 195627 h 449555"/>
                <a:gd name="connsiteX79" fmla="*/ 769495 w 2912392"/>
                <a:gd name="connsiteY79" fmla="*/ 196014 h 449555"/>
                <a:gd name="connsiteX80" fmla="*/ 779236 w 2912392"/>
                <a:gd name="connsiteY80" fmla="*/ 196591 h 449555"/>
                <a:gd name="connsiteX81" fmla="*/ 788977 w 2912392"/>
                <a:gd name="connsiteY81" fmla="*/ 197352 h 449555"/>
                <a:gd name="connsiteX82" fmla="*/ 798717 w 2912392"/>
                <a:gd name="connsiteY82" fmla="*/ 198292 h 449555"/>
                <a:gd name="connsiteX83" fmla="*/ 808458 w 2912392"/>
                <a:gd name="connsiteY83" fmla="*/ 199407 h 449555"/>
                <a:gd name="connsiteX84" fmla="*/ 818199 w 2912392"/>
                <a:gd name="connsiteY84" fmla="*/ 200686 h 449555"/>
                <a:gd name="connsiteX85" fmla="*/ 827938 w 2912392"/>
                <a:gd name="connsiteY85" fmla="*/ 202127 h 449555"/>
                <a:gd name="connsiteX86" fmla="*/ 837679 w 2912392"/>
                <a:gd name="connsiteY86" fmla="*/ 203721 h 449555"/>
                <a:gd name="connsiteX87" fmla="*/ 847420 w 2912392"/>
                <a:gd name="connsiteY87" fmla="*/ 205461 h 449555"/>
                <a:gd name="connsiteX88" fmla="*/ 857159 w 2912392"/>
                <a:gd name="connsiteY88" fmla="*/ 207337 h 449555"/>
                <a:gd name="connsiteX89" fmla="*/ 866900 w 2912392"/>
                <a:gd name="connsiteY89" fmla="*/ 209343 h 449555"/>
                <a:gd name="connsiteX90" fmla="*/ 876641 w 2912392"/>
                <a:gd name="connsiteY90" fmla="*/ 211467 h 449555"/>
                <a:gd name="connsiteX91" fmla="*/ 886381 w 2912392"/>
                <a:gd name="connsiteY91" fmla="*/ 213701 h 449555"/>
                <a:gd name="connsiteX92" fmla="*/ 896122 w 2912392"/>
                <a:gd name="connsiteY92" fmla="*/ 216035 h 449555"/>
                <a:gd name="connsiteX93" fmla="*/ 905863 w 2912392"/>
                <a:gd name="connsiteY93" fmla="*/ 218459 h 449555"/>
                <a:gd name="connsiteX94" fmla="*/ 915602 w 2912392"/>
                <a:gd name="connsiteY94" fmla="*/ 220962 h 449555"/>
                <a:gd name="connsiteX95" fmla="*/ 925343 w 2912392"/>
                <a:gd name="connsiteY95" fmla="*/ 223534 h 449555"/>
                <a:gd name="connsiteX96" fmla="*/ 935084 w 2912392"/>
                <a:gd name="connsiteY96" fmla="*/ 226164 h 449555"/>
                <a:gd name="connsiteX97" fmla="*/ 944824 w 2912392"/>
                <a:gd name="connsiteY97" fmla="*/ 228839 h 449555"/>
                <a:gd name="connsiteX98" fmla="*/ 954564 w 2912392"/>
                <a:gd name="connsiteY98" fmla="*/ 231551 h 449555"/>
                <a:gd name="connsiteX99" fmla="*/ 964305 w 2912392"/>
                <a:gd name="connsiteY99" fmla="*/ 234287 h 449555"/>
                <a:gd name="connsiteX100" fmla="*/ 974045 w 2912392"/>
                <a:gd name="connsiteY100" fmla="*/ 237034 h 449555"/>
                <a:gd name="connsiteX101" fmla="*/ 983786 w 2912392"/>
                <a:gd name="connsiteY101" fmla="*/ 239781 h 449555"/>
                <a:gd name="connsiteX102" fmla="*/ 993522 w 2912392"/>
                <a:gd name="connsiteY102" fmla="*/ 242517 h 449555"/>
                <a:gd name="connsiteX103" fmla="*/ 1003266 w 2912392"/>
                <a:gd name="connsiteY103" fmla="*/ 245230 h 449555"/>
                <a:gd name="connsiteX104" fmla="*/ 1013010 w 2912392"/>
                <a:gd name="connsiteY104" fmla="*/ 247909 h 449555"/>
                <a:gd name="connsiteX105" fmla="*/ 1022754 w 2912392"/>
                <a:gd name="connsiteY105" fmla="*/ 250540 h 449555"/>
                <a:gd name="connsiteX106" fmla="*/ 1032483 w 2912392"/>
                <a:gd name="connsiteY106" fmla="*/ 253113 h 449555"/>
                <a:gd name="connsiteX107" fmla="*/ 1042227 w 2912392"/>
                <a:gd name="connsiteY107" fmla="*/ 255617 h 449555"/>
                <a:gd name="connsiteX108" fmla="*/ 1051971 w 2912392"/>
                <a:gd name="connsiteY108" fmla="*/ 258041 h 449555"/>
                <a:gd name="connsiteX109" fmla="*/ 1061715 w 2912392"/>
                <a:gd name="connsiteY109" fmla="*/ 260375 h 449555"/>
                <a:gd name="connsiteX110" fmla="*/ 1071444 w 2912392"/>
                <a:gd name="connsiteY110" fmla="*/ 262605 h 449555"/>
                <a:gd name="connsiteX111" fmla="*/ 1081188 w 2912392"/>
                <a:gd name="connsiteY111" fmla="*/ 264724 h 449555"/>
                <a:gd name="connsiteX112" fmla="*/ 1090932 w 2912392"/>
                <a:gd name="connsiteY112" fmla="*/ 266719 h 449555"/>
                <a:gd name="connsiteX113" fmla="*/ 1100676 w 2912392"/>
                <a:gd name="connsiteY113" fmla="*/ 268581 h 449555"/>
                <a:gd name="connsiteX114" fmla="*/ 1110405 w 2912392"/>
                <a:gd name="connsiteY114" fmla="*/ 270303 h 449555"/>
                <a:gd name="connsiteX115" fmla="*/ 1120149 w 2912392"/>
                <a:gd name="connsiteY115" fmla="*/ 271874 h 449555"/>
                <a:gd name="connsiteX116" fmla="*/ 1129893 w 2912392"/>
                <a:gd name="connsiteY116" fmla="*/ 273286 h 449555"/>
                <a:gd name="connsiteX117" fmla="*/ 1139637 w 2912392"/>
                <a:gd name="connsiteY117" fmla="*/ 274530 h 449555"/>
                <a:gd name="connsiteX118" fmla="*/ 1149381 w 2912392"/>
                <a:gd name="connsiteY118" fmla="*/ 275601 h 449555"/>
                <a:gd name="connsiteX119" fmla="*/ 1159110 w 2912392"/>
                <a:gd name="connsiteY119" fmla="*/ 276489 h 449555"/>
                <a:gd name="connsiteX120" fmla="*/ 1168854 w 2912392"/>
                <a:gd name="connsiteY120" fmla="*/ 277190 h 449555"/>
                <a:gd name="connsiteX121" fmla="*/ 1178598 w 2912392"/>
                <a:gd name="connsiteY121" fmla="*/ 277696 h 449555"/>
                <a:gd name="connsiteX122" fmla="*/ 1188341 w 2912392"/>
                <a:gd name="connsiteY122" fmla="*/ 278002 h 449555"/>
                <a:gd name="connsiteX123" fmla="*/ 1198070 w 2912392"/>
                <a:gd name="connsiteY123" fmla="*/ 278104 h 449555"/>
                <a:gd name="connsiteX124" fmla="*/ 1207814 w 2912392"/>
                <a:gd name="connsiteY124" fmla="*/ 277999 h 449555"/>
                <a:gd name="connsiteX125" fmla="*/ 1217558 w 2912392"/>
                <a:gd name="connsiteY125" fmla="*/ 277680 h 449555"/>
                <a:gd name="connsiteX126" fmla="*/ 1227302 w 2912392"/>
                <a:gd name="connsiteY126" fmla="*/ 277146 h 449555"/>
                <a:gd name="connsiteX127" fmla="*/ 1237031 w 2912392"/>
                <a:gd name="connsiteY127" fmla="*/ 276396 h 449555"/>
                <a:gd name="connsiteX128" fmla="*/ 1246775 w 2912392"/>
                <a:gd name="connsiteY128" fmla="*/ 275427 h 449555"/>
                <a:gd name="connsiteX129" fmla="*/ 1256519 w 2912392"/>
                <a:gd name="connsiteY129" fmla="*/ 274237 h 449555"/>
                <a:gd name="connsiteX130" fmla="*/ 1266263 w 2912392"/>
                <a:gd name="connsiteY130" fmla="*/ 272826 h 449555"/>
                <a:gd name="connsiteX131" fmla="*/ 1276007 w 2912392"/>
                <a:gd name="connsiteY131" fmla="*/ 271194 h 449555"/>
                <a:gd name="connsiteX132" fmla="*/ 1285736 w 2912392"/>
                <a:gd name="connsiteY132" fmla="*/ 269344 h 449555"/>
                <a:gd name="connsiteX133" fmla="*/ 1295480 w 2912392"/>
                <a:gd name="connsiteY133" fmla="*/ 267274 h 449555"/>
                <a:gd name="connsiteX134" fmla="*/ 1305224 w 2912392"/>
                <a:gd name="connsiteY134" fmla="*/ 264987 h 449555"/>
                <a:gd name="connsiteX135" fmla="*/ 1314968 w 2912392"/>
                <a:gd name="connsiteY135" fmla="*/ 262487 h 449555"/>
                <a:gd name="connsiteX136" fmla="*/ 1324697 w 2912392"/>
                <a:gd name="connsiteY136" fmla="*/ 259777 h 449555"/>
                <a:gd name="connsiteX137" fmla="*/ 1334441 w 2912392"/>
                <a:gd name="connsiteY137" fmla="*/ 256860 h 449555"/>
                <a:gd name="connsiteX138" fmla="*/ 1344185 w 2912392"/>
                <a:gd name="connsiteY138" fmla="*/ 253740 h 449555"/>
                <a:gd name="connsiteX139" fmla="*/ 1353929 w 2912392"/>
                <a:gd name="connsiteY139" fmla="*/ 250422 h 449555"/>
                <a:gd name="connsiteX140" fmla="*/ 1363658 w 2912392"/>
                <a:gd name="connsiteY140" fmla="*/ 246910 h 449555"/>
                <a:gd name="connsiteX141" fmla="*/ 1373402 w 2912392"/>
                <a:gd name="connsiteY141" fmla="*/ 243214 h 449555"/>
                <a:gd name="connsiteX142" fmla="*/ 1383146 w 2912392"/>
                <a:gd name="connsiteY142" fmla="*/ 239336 h 449555"/>
                <a:gd name="connsiteX143" fmla="*/ 1392890 w 2912392"/>
                <a:gd name="connsiteY143" fmla="*/ 235285 h 449555"/>
                <a:gd name="connsiteX144" fmla="*/ 1402619 w 2912392"/>
                <a:gd name="connsiteY144" fmla="*/ 231067 h 449555"/>
                <a:gd name="connsiteX145" fmla="*/ 1412363 w 2912392"/>
                <a:gd name="connsiteY145" fmla="*/ 226689 h 449555"/>
                <a:gd name="connsiteX146" fmla="*/ 1422106 w 2912392"/>
                <a:gd name="connsiteY146" fmla="*/ 222162 h 449555"/>
                <a:gd name="connsiteX147" fmla="*/ 1431850 w 2912392"/>
                <a:gd name="connsiteY147" fmla="*/ 217491 h 449555"/>
                <a:gd name="connsiteX148" fmla="*/ 1441594 w 2912392"/>
                <a:gd name="connsiteY148" fmla="*/ 212686 h 449555"/>
                <a:gd name="connsiteX149" fmla="*/ 1451323 w 2912392"/>
                <a:gd name="connsiteY149" fmla="*/ 207756 h 449555"/>
                <a:gd name="connsiteX150" fmla="*/ 1461067 w 2912392"/>
                <a:gd name="connsiteY150" fmla="*/ 202710 h 449555"/>
                <a:gd name="connsiteX151" fmla="*/ 1470811 w 2912392"/>
                <a:gd name="connsiteY151" fmla="*/ 197558 h 449555"/>
                <a:gd name="connsiteX152" fmla="*/ 1480555 w 2912392"/>
                <a:gd name="connsiteY152" fmla="*/ 192307 h 449555"/>
                <a:gd name="connsiteX153" fmla="*/ 1490284 w 2912392"/>
                <a:gd name="connsiteY153" fmla="*/ 186970 h 449555"/>
                <a:gd name="connsiteX154" fmla="*/ 1500028 w 2912392"/>
                <a:gd name="connsiteY154" fmla="*/ 181556 h 449555"/>
                <a:gd name="connsiteX155" fmla="*/ 1509772 w 2912392"/>
                <a:gd name="connsiteY155" fmla="*/ 176076 h 449555"/>
                <a:gd name="connsiteX156" fmla="*/ 1519516 w 2912392"/>
                <a:gd name="connsiteY156" fmla="*/ 170537 h 449555"/>
                <a:gd name="connsiteX157" fmla="*/ 1529245 w 2912392"/>
                <a:gd name="connsiteY157" fmla="*/ 164953 h 449555"/>
                <a:gd name="connsiteX158" fmla="*/ 1538989 w 2912392"/>
                <a:gd name="connsiteY158" fmla="*/ 159331 h 449555"/>
                <a:gd name="connsiteX159" fmla="*/ 1548733 w 2912392"/>
                <a:gd name="connsiteY159" fmla="*/ 153683 h 449555"/>
                <a:gd name="connsiteX160" fmla="*/ 1558477 w 2912392"/>
                <a:gd name="connsiteY160" fmla="*/ 148018 h 449555"/>
                <a:gd name="connsiteX161" fmla="*/ 1568221 w 2912392"/>
                <a:gd name="connsiteY161" fmla="*/ 142349 h 449555"/>
                <a:gd name="connsiteX162" fmla="*/ 1577950 w 2912392"/>
                <a:gd name="connsiteY162" fmla="*/ 136685 h 449555"/>
                <a:gd name="connsiteX163" fmla="*/ 1587694 w 2912392"/>
                <a:gd name="connsiteY163" fmla="*/ 131034 h 449555"/>
                <a:gd name="connsiteX164" fmla="*/ 1597438 w 2912392"/>
                <a:gd name="connsiteY164" fmla="*/ 125406 h 449555"/>
                <a:gd name="connsiteX165" fmla="*/ 1607182 w 2912392"/>
                <a:gd name="connsiteY165" fmla="*/ 119813 h 449555"/>
                <a:gd name="connsiteX166" fmla="*/ 1616911 w 2912392"/>
                <a:gd name="connsiteY166" fmla="*/ 114263 h 449555"/>
                <a:gd name="connsiteX167" fmla="*/ 1626655 w 2912392"/>
                <a:gd name="connsiteY167" fmla="*/ 108767 h 449555"/>
                <a:gd name="connsiteX168" fmla="*/ 1636399 w 2912392"/>
                <a:gd name="connsiteY168" fmla="*/ 103332 h 449555"/>
                <a:gd name="connsiteX169" fmla="*/ 1646142 w 2912392"/>
                <a:gd name="connsiteY169" fmla="*/ 97968 h 449555"/>
                <a:gd name="connsiteX170" fmla="*/ 1655872 w 2912392"/>
                <a:gd name="connsiteY170" fmla="*/ 92685 h 449555"/>
                <a:gd name="connsiteX171" fmla="*/ 1665616 w 2912392"/>
                <a:gd name="connsiteY171" fmla="*/ 87490 h 449555"/>
                <a:gd name="connsiteX172" fmla="*/ 1675359 w 2912392"/>
                <a:gd name="connsiteY172" fmla="*/ 82390 h 449555"/>
                <a:gd name="connsiteX173" fmla="*/ 1685103 w 2912392"/>
                <a:gd name="connsiteY173" fmla="*/ 77394 h 449555"/>
                <a:gd name="connsiteX174" fmla="*/ 1694832 w 2912392"/>
                <a:gd name="connsiteY174" fmla="*/ 72510 h 449555"/>
                <a:gd name="connsiteX175" fmla="*/ 1704576 w 2912392"/>
                <a:gd name="connsiteY175" fmla="*/ 67746 h 449555"/>
                <a:gd name="connsiteX176" fmla="*/ 1714320 w 2912392"/>
                <a:gd name="connsiteY176" fmla="*/ 63106 h 449555"/>
                <a:gd name="connsiteX177" fmla="*/ 1724064 w 2912392"/>
                <a:gd name="connsiteY177" fmla="*/ 58599 h 449555"/>
                <a:gd name="connsiteX178" fmla="*/ 1733808 w 2912392"/>
                <a:gd name="connsiteY178" fmla="*/ 54229 h 449555"/>
                <a:gd name="connsiteX179" fmla="*/ 1743537 w 2912392"/>
                <a:gd name="connsiteY179" fmla="*/ 50004 h 449555"/>
                <a:gd name="connsiteX180" fmla="*/ 1753281 w 2912392"/>
                <a:gd name="connsiteY180" fmla="*/ 45929 h 449555"/>
                <a:gd name="connsiteX181" fmla="*/ 1763025 w 2912392"/>
                <a:gd name="connsiteY181" fmla="*/ 42008 h 449555"/>
                <a:gd name="connsiteX182" fmla="*/ 1772769 w 2912392"/>
                <a:gd name="connsiteY182" fmla="*/ 38246 h 449555"/>
                <a:gd name="connsiteX183" fmla="*/ 1782498 w 2912392"/>
                <a:gd name="connsiteY183" fmla="*/ 34646 h 449555"/>
                <a:gd name="connsiteX184" fmla="*/ 1792242 w 2912392"/>
                <a:gd name="connsiteY184" fmla="*/ 31213 h 449555"/>
                <a:gd name="connsiteX185" fmla="*/ 1801986 w 2912392"/>
                <a:gd name="connsiteY185" fmla="*/ 27952 h 449555"/>
                <a:gd name="connsiteX186" fmla="*/ 1811730 w 2912392"/>
                <a:gd name="connsiteY186" fmla="*/ 24865 h 449555"/>
                <a:gd name="connsiteX187" fmla="*/ 1821459 w 2912392"/>
                <a:gd name="connsiteY187" fmla="*/ 21952 h 449555"/>
                <a:gd name="connsiteX188" fmla="*/ 1831203 w 2912392"/>
                <a:gd name="connsiteY188" fmla="*/ 19220 h 449555"/>
                <a:gd name="connsiteX189" fmla="*/ 1840947 w 2912392"/>
                <a:gd name="connsiteY189" fmla="*/ 16666 h 449555"/>
                <a:gd name="connsiteX190" fmla="*/ 1850691 w 2912392"/>
                <a:gd name="connsiteY190" fmla="*/ 14294 h 449555"/>
                <a:gd name="connsiteX191" fmla="*/ 1860435 w 2912392"/>
                <a:gd name="connsiteY191" fmla="*/ 12105 h 449555"/>
                <a:gd name="connsiteX192" fmla="*/ 1870164 w 2912392"/>
                <a:gd name="connsiteY192" fmla="*/ 10102 h 449555"/>
                <a:gd name="connsiteX193" fmla="*/ 1879908 w 2912392"/>
                <a:gd name="connsiteY193" fmla="*/ 8279 h 449555"/>
                <a:gd name="connsiteX194" fmla="*/ 1889652 w 2912392"/>
                <a:gd name="connsiteY194" fmla="*/ 6642 h 449555"/>
                <a:gd name="connsiteX195" fmla="*/ 1899395 w 2912392"/>
                <a:gd name="connsiteY195" fmla="*/ 5188 h 449555"/>
                <a:gd name="connsiteX196" fmla="*/ 1909124 w 2912392"/>
                <a:gd name="connsiteY196" fmla="*/ 3917 h 449555"/>
                <a:gd name="connsiteX197" fmla="*/ 1918868 w 2912392"/>
                <a:gd name="connsiteY197" fmla="*/ 2826 h 449555"/>
                <a:gd name="connsiteX198" fmla="*/ 1928612 w 2912392"/>
                <a:gd name="connsiteY198" fmla="*/ 1917 h 449555"/>
                <a:gd name="connsiteX199" fmla="*/ 1938356 w 2912392"/>
                <a:gd name="connsiteY199" fmla="*/ 1186 h 449555"/>
                <a:gd name="connsiteX200" fmla="*/ 1948085 w 2912392"/>
                <a:gd name="connsiteY200" fmla="*/ 632 h 449555"/>
                <a:gd name="connsiteX201" fmla="*/ 1957829 w 2912392"/>
                <a:gd name="connsiteY201" fmla="*/ 250 h 449555"/>
                <a:gd name="connsiteX202" fmla="*/ 1967573 w 2912392"/>
                <a:gd name="connsiteY202" fmla="*/ 40 h 449555"/>
                <a:gd name="connsiteX203" fmla="*/ 1977317 w 2912392"/>
                <a:gd name="connsiteY203" fmla="*/ 0 h 449555"/>
                <a:gd name="connsiteX204" fmla="*/ 1987046 w 2912392"/>
                <a:gd name="connsiteY204" fmla="*/ 125 h 449555"/>
                <a:gd name="connsiteX205" fmla="*/ 1996790 w 2912392"/>
                <a:gd name="connsiteY205" fmla="*/ 411 h 449555"/>
                <a:gd name="connsiteX206" fmla="*/ 2006534 w 2912392"/>
                <a:gd name="connsiteY206" fmla="*/ 857 h 449555"/>
                <a:gd name="connsiteX207" fmla="*/ 2016278 w 2912392"/>
                <a:gd name="connsiteY207" fmla="*/ 1457 h 449555"/>
                <a:gd name="connsiteX208" fmla="*/ 2026022 w 2912392"/>
                <a:gd name="connsiteY208" fmla="*/ 2208 h 449555"/>
                <a:gd name="connsiteX209" fmla="*/ 2035751 w 2912392"/>
                <a:gd name="connsiteY209" fmla="*/ 3106 h 449555"/>
                <a:gd name="connsiteX210" fmla="*/ 2045495 w 2912392"/>
                <a:gd name="connsiteY210" fmla="*/ 4146 h 449555"/>
                <a:gd name="connsiteX211" fmla="*/ 2055239 w 2912392"/>
                <a:gd name="connsiteY211" fmla="*/ 5323 h 449555"/>
                <a:gd name="connsiteX212" fmla="*/ 2064983 w 2912392"/>
                <a:gd name="connsiteY212" fmla="*/ 6635 h 449555"/>
                <a:gd name="connsiteX213" fmla="*/ 2074712 w 2912392"/>
                <a:gd name="connsiteY213" fmla="*/ 8074 h 449555"/>
                <a:gd name="connsiteX214" fmla="*/ 2084456 w 2912392"/>
                <a:gd name="connsiteY214" fmla="*/ 9638 h 449555"/>
                <a:gd name="connsiteX215" fmla="*/ 2094200 w 2912392"/>
                <a:gd name="connsiteY215" fmla="*/ 11320 h 449555"/>
                <a:gd name="connsiteX216" fmla="*/ 2103944 w 2912392"/>
                <a:gd name="connsiteY216" fmla="*/ 13117 h 449555"/>
                <a:gd name="connsiteX217" fmla="*/ 2113673 w 2912392"/>
                <a:gd name="connsiteY217" fmla="*/ 15023 h 449555"/>
                <a:gd name="connsiteX218" fmla="*/ 2123417 w 2912392"/>
                <a:gd name="connsiteY218" fmla="*/ 17031 h 449555"/>
                <a:gd name="connsiteX219" fmla="*/ 2133161 w 2912392"/>
                <a:gd name="connsiteY219" fmla="*/ 19141 h 449555"/>
                <a:gd name="connsiteX220" fmla="*/ 2142905 w 2912392"/>
                <a:gd name="connsiteY220" fmla="*/ 21343 h 449555"/>
                <a:gd name="connsiteX221" fmla="*/ 2152649 w 2912392"/>
                <a:gd name="connsiteY221" fmla="*/ 23636 h 449555"/>
                <a:gd name="connsiteX222" fmla="*/ 2162377 w 2912392"/>
                <a:gd name="connsiteY222" fmla="*/ 26011 h 449555"/>
                <a:gd name="connsiteX223" fmla="*/ 2172121 w 2912392"/>
                <a:gd name="connsiteY223" fmla="*/ 28467 h 449555"/>
                <a:gd name="connsiteX224" fmla="*/ 2181865 w 2912392"/>
                <a:gd name="connsiteY224" fmla="*/ 30997 h 449555"/>
                <a:gd name="connsiteX225" fmla="*/ 2191609 w 2912392"/>
                <a:gd name="connsiteY225" fmla="*/ 33597 h 449555"/>
                <a:gd name="connsiteX226" fmla="*/ 2201338 w 2912392"/>
                <a:gd name="connsiteY226" fmla="*/ 36263 h 449555"/>
                <a:gd name="connsiteX227" fmla="*/ 2211082 w 2912392"/>
                <a:gd name="connsiteY227" fmla="*/ 38988 h 449555"/>
                <a:gd name="connsiteX228" fmla="*/ 2220826 w 2912392"/>
                <a:gd name="connsiteY228" fmla="*/ 41771 h 449555"/>
                <a:gd name="connsiteX229" fmla="*/ 2230570 w 2912392"/>
                <a:gd name="connsiteY229" fmla="*/ 44605 h 449555"/>
                <a:gd name="connsiteX230" fmla="*/ 2240299 w 2912392"/>
                <a:gd name="connsiteY230" fmla="*/ 47488 h 449555"/>
                <a:gd name="connsiteX231" fmla="*/ 2250043 w 2912392"/>
                <a:gd name="connsiteY231" fmla="*/ 50412 h 449555"/>
                <a:gd name="connsiteX232" fmla="*/ 2259787 w 2912392"/>
                <a:gd name="connsiteY232" fmla="*/ 53379 h 449555"/>
                <a:gd name="connsiteX233" fmla="*/ 2269531 w 2912392"/>
                <a:gd name="connsiteY233" fmla="*/ 56382 h 449555"/>
                <a:gd name="connsiteX234" fmla="*/ 2279260 w 2912392"/>
                <a:gd name="connsiteY234" fmla="*/ 59417 h 449555"/>
                <a:gd name="connsiteX235" fmla="*/ 2289004 w 2912392"/>
                <a:gd name="connsiteY235" fmla="*/ 62483 h 449555"/>
                <a:gd name="connsiteX236" fmla="*/ 2298748 w 2912392"/>
                <a:gd name="connsiteY236" fmla="*/ 65575 h 449555"/>
                <a:gd name="connsiteX237" fmla="*/ 2308492 w 2912392"/>
                <a:gd name="connsiteY237" fmla="*/ 68690 h 449555"/>
                <a:gd name="connsiteX238" fmla="*/ 2318236 w 2912392"/>
                <a:gd name="connsiteY238" fmla="*/ 71828 h 449555"/>
                <a:gd name="connsiteX239" fmla="*/ 2327965 w 2912392"/>
                <a:gd name="connsiteY239" fmla="*/ 74984 h 449555"/>
                <a:gd name="connsiteX240" fmla="*/ 2337709 w 2912392"/>
                <a:gd name="connsiteY240" fmla="*/ 78154 h 449555"/>
                <a:gd name="connsiteX241" fmla="*/ 2347453 w 2912392"/>
                <a:gd name="connsiteY241" fmla="*/ 81341 h 449555"/>
                <a:gd name="connsiteX242" fmla="*/ 2357197 w 2912392"/>
                <a:gd name="connsiteY242" fmla="*/ 84538 h 449555"/>
                <a:gd name="connsiteX243" fmla="*/ 2366926 w 2912392"/>
                <a:gd name="connsiteY243" fmla="*/ 87748 h 449555"/>
                <a:gd name="connsiteX244" fmla="*/ 2376670 w 2912392"/>
                <a:gd name="connsiteY244" fmla="*/ 90966 h 449555"/>
                <a:gd name="connsiteX245" fmla="*/ 2386413 w 2912392"/>
                <a:gd name="connsiteY245" fmla="*/ 94191 h 449555"/>
                <a:gd name="connsiteX246" fmla="*/ 2396157 w 2912392"/>
                <a:gd name="connsiteY246" fmla="*/ 97424 h 449555"/>
                <a:gd name="connsiteX247" fmla="*/ 2405886 w 2912392"/>
                <a:gd name="connsiteY247" fmla="*/ 100663 h 449555"/>
                <a:gd name="connsiteX248" fmla="*/ 2415630 w 2912392"/>
                <a:gd name="connsiteY248" fmla="*/ 103908 h 449555"/>
                <a:gd name="connsiteX249" fmla="*/ 2425374 w 2912392"/>
                <a:gd name="connsiteY249" fmla="*/ 107158 h 449555"/>
                <a:gd name="connsiteX250" fmla="*/ 2435118 w 2912392"/>
                <a:gd name="connsiteY250" fmla="*/ 110412 h 449555"/>
                <a:gd name="connsiteX251" fmla="*/ 2444862 w 2912392"/>
                <a:gd name="connsiteY251" fmla="*/ 113672 h 449555"/>
                <a:gd name="connsiteX252" fmla="*/ 2454591 w 2912392"/>
                <a:gd name="connsiteY252" fmla="*/ 116936 h 449555"/>
                <a:gd name="connsiteX253" fmla="*/ 2464335 w 2912392"/>
                <a:gd name="connsiteY253" fmla="*/ 120205 h 449555"/>
                <a:gd name="connsiteX254" fmla="*/ 2474079 w 2912392"/>
                <a:gd name="connsiteY254" fmla="*/ 123478 h 449555"/>
                <a:gd name="connsiteX255" fmla="*/ 2483823 w 2912392"/>
                <a:gd name="connsiteY255" fmla="*/ 126759 h 449555"/>
                <a:gd name="connsiteX256" fmla="*/ 2493552 w 2912392"/>
                <a:gd name="connsiteY256" fmla="*/ 130047 h 449555"/>
                <a:gd name="connsiteX257" fmla="*/ 2503296 w 2912392"/>
                <a:gd name="connsiteY257" fmla="*/ 133341 h 449555"/>
                <a:gd name="connsiteX258" fmla="*/ 2513040 w 2912392"/>
                <a:gd name="connsiteY258" fmla="*/ 136646 h 449555"/>
                <a:gd name="connsiteX259" fmla="*/ 2522784 w 2912392"/>
                <a:gd name="connsiteY259" fmla="*/ 139960 h 449555"/>
                <a:gd name="connsiteX260" fmla="*/ 2532513 w 2912392"/>
                <a:gd name="connsiteY260" fmla="*/ 143285 h 449555"/>
                <a:gd name="connsiteX261" fmla="*/ 2542257 w 2912392"/>
                <a:gd name="connsiteY261" fmla="*/ 146622 h 449555"/>
                <a:gd name="connsiteX262" fmla="*/ 2552001 w 2912392"/>
                <a:gd name="connsiteY262" fmla="*/ 149975 h 449555"/>
                <a:gd name="connsiteX263" fmla="*/ 2561745 w 2912392"/>
                <a:gd name="connsiteY263" fmla="*/ 153342 h 449555"/>
                <a:gd name="connsiteX264" fmla="*/ 2571474 w 2912392"/>
                <a:gd name="connsiteY264" fmla="*/ 156727 h 449555"/>
                <a:gd name="connsiteX265" fmla="*/ 2581218 w 2912392"/>
                <a:gd name="connsiteY265" fmla="*/ 160130 h 449555"/>
                <a:gd name="connsiteX266" fmla="*/ 2590962 w 2912392"/>
                <a:gd name="connsiteY266" fmla="*/ 163554 h 449555"/>
                <a:gd name="connsiteX267" fmla="*/ 2600705 w 2912392"/>
                <a:gd name="connsiteY267" fmla="*/ 167001 h 449555"/>
                <a:gd name="connsiteX268" fmla="*/ 2610449 w 2912392"/>
                <a:gd name="connsiteY268" fmla="*/ 170473 h 449555"/>
                <a:gd name="connsiteX269" fmla="*/ 2620178 w 2912392"/>
                <a:gd name="connsiteY269" fmla="*/ 173969 h 449555"/>
                <a:gd name="connsiteX270" fmla="*/ 2629922 w 2912392"/>
                <a:gd name="connsiteY270" fmla="*/ 177496 h 449555"/>
                <a:gd name="connsiteX271" fmla="*/ 2639666 w 2912392"/>
                <a:gd name="connsiteY271" fmla="*/ 181052 h 449555"/>
                <a:gd name="connsiteX272" fmla="*/ 2649410 w 2912392"/>
                <a:gd name="connsiteY272" fmla="*/ 184642 h 449555"/>
                <a:gd name="connsiteX273" fmla="*/ 2659139 w 2912392"/>
                <a:gd name="connsiteY273" fmla="*/ 188264 h 449555"/>
                <a:gd name="connsiteX274" fmla="*/ 2668883 w 2912392"/>
                <a:gd name="connsiteY274" fmla="*/ 191923 h 449555"/>
                <a:gd name="connsiteX275" fmla="*/ 2678627 w 2912392"/>
                <a:gd name="connsiteY275" fmla="*/ 195621 h 449555"/>
                <a:gd name="connsiteX276" fmla="*/ 2688371 w 2912392"/>
                <a:gd name="connsiteY276" fmla="*/ 199359 h 449555"/>
                <a:gd name="connsiteX277" fmla="*/ 2698100 w 2912392"/>
                <a:gd name="connsiteY277" fmla="*/ 203139 h 449555"/>
                <a:gd name="connsiteX278" fmla="*/ 2707844 w 2912392"/>
                <a:gd name="connsiteY278" fmla="*/ 206963 h 449555"/>
                <a:gd name="connsiteX279" fmla="*/ 2717588 w 2912392"/>
                <a:gd name="connsiteY279" fmla="*/ 210834 h 449555"/>
                <a:gd name="connsiteX280" fmla="*/ 2727332 w 2912392"/>
                <a:gd name="connsiteY280" fmla="*/ 214752 h 449555"/>
                <a:gd name="connsiteX281" fmla="*/ 2737076 w 2912392"/>
                <a:gd name="connsiteY281" fmla="*/ 218720 h 449555"/>
                <a:gd name="connsiteX282" fmla="*/ 2746805 w 2912392"/>
                <a:gd name="connsiteY282" fmla="*/ 222740 h 449555"/>
                <a:gd name="connsiteX283" fmla="*/ 2756549 w 2912392"/>
                <a:gd name="connsiteY283" fmla="*/ 226813 h 449555"/>
                <a:gd name="connsiteX284" fmla="*/ 2766293 w 2912392"/>
                <a:gd name="connsiteY284" fmla="*/ 230942 h 449555"/>
                <a:gd name="connsiteX285" fmla="*/ 2776037 w 2912392"/>
                <a:gd name="connsiteY285" fmla="*/ 235127 h 449555"/>
                <a:gd name="connsiteX286" fmla="*/ 2785766 w 2912392"/>
                <a:gd name="connsiteY286" fmla="*/ 239370 h 449555"/>
                <a:gd name="connsiteX287" fmla="*/ 2795510 w 2912392"/>
                <a:gd name="connsiteY287" fmla="*/ 243673 h 449555"/>
                <a:gd name="connsiteX288" fmla="*/ 2805254 w 2912392"/>
                <a:gd name="connsiteY288" fmla="*/ 248038 h 449555"/>
                <a:gd name="connsiteX289" fmla="*/ 2814998 w 2912392"/>
                <a:gd name="connsiteY289" fmla="*/ 252465 h 449555"/>
                <a:gd name="connsiteX290" fmla="*/ 2824727 w 2912392"/>
                <a:gd name="connsiteY290" fmla="*/ 256955 h 449555"/>
                <a:gd name="connsiteX291" fmla="*/ 2834471 w 2912392"/>
                <a:gd name="connsiteY291" fmla="*/ 261511 h 449555"/>
                <a:gd name="connsiteX292" fmla="*/ 2844215 w 2912392"/>
                <a:gd name="connsiteY292" fmla="*/ 266133 h 449555"/>
                <a:gd name="connsiteX293" fmla="*/ 2853958 w 2912392"/>
                <a:gd name="connsiteY293" fmla="*/ 270822 h 449555"/>
                <a:gd name="connsiteX294" fmla="*/ 2863687 w 2912392"/>
                <a:gd name="connsiteY294" fmla="*/ 275578 h 449555"/>
                <a:gd name="connsiteX295" fmla="*/ 2873431 w 2912392"/>
                <a:gd name="connsiteY295" fmla="*/ 280403 h 449555"/>
                <a:gd name="connsiteX296" fmla="*/ 2883175 w 2912392"/>
                <a:gd name="connsiteY296" fmla="*/ 285299 h 449555"/>
                <a:gd name="connsiteX297" fmla="*/ 2892919 w 2912392"/>
                <a:gd name="connsiteY297" fmla="*/ 290263 h 449555"/>
                <a:gd name="connsiteX298" fmla="*/ 2902663 w 2912392"/>
                <a:gd name="connsiteY298" fmla="*/ 295299 h 449555"/>
                <a:gd name="connsiteX299" fmla="*/ 2912392 w 2912392"/>
                <a:gd name="connsiteY299" fmla="*/ 300407 h 449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49555">
                  <a:moveTo>
                    <a:pt x="0" y="449379"/>
                  </a:moveTo>
                  <a:lnTo>
                    <a:pt x="9739" y="449556"/>
                  </a:lnTo>
                  <a:lnTo>
                    <a:pt x="19480" y="449504"/>
                  </a:lnTo>
                  <a:lnTo>
                    <a:pt x="29221" y="449225"/>
                  </a:lnTo>
                  <a:lnTo>
                    <a:pt x="38961" y="448719"/>
                  </a:lnTo>
                  <a:lnTo>
                    <a:pt x="48702" y="447984"/>
                  </a:lnTo>
                  <a:lnTo>
                    <a:pt x="58443" y="447025"/>
                  </a:lnTo>
                  <a:lnTo>
                    <a:pt x="68182" y="445842"/>
                  </a:lnTo>
                  <a:lnTo>
                    <a:pt x="77923" y="444438"/>
                  </a:lnTo>
                  <a:lnTo>
                    <a:pt x="87664" y="442814"/>
                  </a:lnTo>
                  <a:lnTo>
                    <a:pt x="97404" y="440976"/>
                  </a:lnTo>
                  <a:lnTo>
                    <a:pt x="107145" y="438925"/>
                  </a:lnTo>
                  <a:lnTo>
                    <a:pt x="116886" y="436667"/>
                  </a:lnTo>
                  <a:lnTo>
                    <a:pt x="126625" y="434204"/>
                  </a:lnTo>
                  <a:lnTo>
                    <a:pt x="136366" y="431543"/>
                  </a:lnTo>
                  <a:lnTo>
                    <a:pt x="146107" y="428687"/>
                  </a:lnTo>
                  <a:lnTo>
                    <a:pt x="155846" y="425643"/>
                  </a:lnTo>
                  <a:lnTo>
                    <a:pt x="165587" y="422416"/>
                  </a:lnTo>
                  <a:lnTo>
                    <a:pt x="175328" y="419010"/>
                  </a:lnTo>
                  <a:lnTo>
                    <a:pt x="185068" y="415434"/>
                  </a:lnTo>
                  <a:lnTo>
                    <a:pt x="194809" y="411695"/>
                  </a:lnTo>
                  <a:lnTo>
                    <a:pt x="204550" y="407799"/>
                  </a:lnTo>
                  <a:lnTo>
                    <a:pt x="214289" y="403750"/>
                  </a:lnTo>
                  <a:lnTo>
                    <a:pt x="224030" y="399559"/>
                  </a:lnTo>
                  <a:lnTo>
                    <a:pt x="233771" y="395233"/>
                  </a:lnTo>
                  <a:lnTo>
                    <a:pt x="243510" y="390779"/>
                  </a:lnTo>
                  <a:lnTo>
                    <a:pt x="253251" y="386205"/>
                  </a:lnTo>
                  <a:lnTo>
                    <a:pt x="262992" y="381521"/>
                  </a:lnTo>
                  <a:lnTo>
                    <a:pt x="272732" y="376733"/>
                  </a:lnTo>
                  <a:lnTo>
                    <a:pt x="282473" y="371850"/>
                  </a:lnTo>
                  <a:lnTo>
                    <a:pt x="292214" y="366881"/>
                  </a:lnTo>
                  <a:lnTo>
                    <a:pt x="301953" y="361835"/>
                  </a:lnTo>
                  <a:lnTo>
                    <a:pt x="311694" y="356720"/>
                  </a:lnTo>
                  <a:lnTo>
                    <a:pt x="321435" y="351547"/>
                  </a:lnTo>
                  <a:lnTo>
                    <a:pt x="331175" y="346324"/>
                  </a:lnTo>
                  <a:lnTo>
                    <a:pt x="340916" y="341060"/>
                  </a:lnTo>
                  <a:lnTo>
                    <a:pt x="350656" y="335765"/>
                  </a:lnTo>
                  <a:lnTo>
                    <a:pt x="360396" y="330446"/>
                  </a:lnTo>
                  <a:lnTo>
                    <a:pt x="370137" y="325115"/>
                  </a:lnTo>
                  <a:lnTo>
                    <a:pt x="379878" y="319781"/>
                  </a:lnTo>
                  <a:lnTo>
                    <a:pt x="389617" y="314453"/>
                  </a:lnTo>
                  <a:lnTo>
                    <a:pt x="399358" y="309140"/>
                  </a:lnTo>
                  <a:lnTo>
                    <a:pt x="409099" y="303853"/>
                  </a:lnTo>
                  <a:lnTo>
                    <a:pt x="418839" y="298598"/>
                  </a:lnTo>
                  <a:lnTo>
                    <a:pt x="428580" y="293388"/>
                  </a:lnTo>
                  <a:lnTo>
                    <a:pt x="438321" y="288230"/>
                  </a:lnTo>
                  <a:lnTo>
                    <a:pt x="448060" y="283134"/>
                  </a:lnTo>
                  <a:lnTo>
                    <a:pt x="457801" y="278109"/>
                  </a:lnTo>
                  <a:lnTo>
                    <a:pt x="467542" y="273164"/>
                  </a:lnTo>
                  <a:lnTo>
                    <a:pt x="477281" y="268307"/>
                  </a:lnTo>
                  <a:lnTo>
                    <a:pt x="487022" y="263547"/>
                  </a:lnTo>
                  <a:lnTo>
                    <a:pt x="496763" y="258892"/>
                  </a:lnTo>
                  <a:lnTo>
                    <a:pt x="506503" y="254351"/>
                  </a:lnTo>
                  <a:lnTo>
                    <a:pt x="516244" y="249932"/>
                  </a:lnTo>
                  <a:lnTo>
                    <a:pt x="525985" y="245642"/>
                  </a:lnTo>
                  <a:lnTo>
                    <a:pt x="535724" y="241490"/>
                  </a:lnTo>
                  <a:lnTo>
                    <a:pt x="545465" y="237482"/>
                  </a:lnTo>
                  <a:lnTo>
                    <a:pt x="555206" y="233624"/>
                  </a:lnTo>
                  <a:lnTo>
                    <a:pt x="564946" y="229924"/>
                  </a:lnTo>
                  <a:lnTo>
                    <a:pt x="574687" y="226389"/>
                  </a:lnTo>
                  <a:lnTo>
                    <a:pt x="584428" y="223023"/>
                  </a:lnTo>
                  <a:lnTo>
                    <a:pt x="594167" y="219833"/>
                  </a:lnTo>
                  <a:lnTo>
                    <a:pt x="603908" y="216822"/>
                  </a:lnTo>
                  <a:lnTo>
                    <a:pt x="613649" y="213999"/>
                  </a:lnTo>
                  <a:lnTo>
                    <a:pt x="623388" y="211363"/>
                  </a:lnTo>
                  <a:lnTo>
                    <a:pt x="633129" y="208921"/>
                  </a:lnTo>
                  <a:lnTo>
                    <a:pt x="642870" y="206676"/>
                  </a:lnTo>
                  <a:lnTo>
                    <a:pt x="652610" y="204632"/>
                  </a:lnTo>
                  <a:lnTo>
                    <a:pt x="662351" y="202787"/>
                  </a:lnTo>
                  <a:lnTo>
                    <a:pt x="672092" y="201148"/>
                  </a:lnTo>
                  <a:lnTo>
                    <a:pt x="681831" y="199715"/>
                  </a:lnTo>
                  <a:lnTo>
                    <a:pt x="691572" y="198487"/>
                  </a:lnTo>
                  <a:lnTo>
                    <a:pt x="701313" y="197467"/>
                  </a:lnTo>
                  <a:lnTo>
                    <a:pt x="711052" y="196652"/>
                  </a:lnTo>
                  <a:lnTo>
                    <a:pt x="720793" y="196042"/>
                  </a:lnTo>
                  <a:lnTo>
                    <a:pt x="730534" y="195639"/>
                  </a:lnTo>
                  <a:lnTo>
                    <a:pt x="740274" y="195436"/>
                  </a:lnTo>
                  <a:lnTo>
                    <a:pt x="750015" y="195433"/>
                  </a:lnTo>
                  <a:lnTo>
                    <a:pt x="759756" y="195627"/>
                  </a:lnTo>
                  <a:lnTo>
                    <a:pt x="769495" y="196014"/>
                  </a:lnTo>
                  <a:lnTo>
                    <a:pt x="779236" y="196591"/>
                  </a:lnTo>
                  <a:lnTo>
                    <a:pt x="788977" y="197352"/>
                  </a:lnTo>
                  <a:lnTo>
                    <a:pt x="798717" y="198292"/>
                  </a:lnTo>
                  <a:lnTo>
                    <a:pt x="808458" y="199407"/>
                  </a:lnTo>
                  <a:lnTo>
                    <a:pt x="818199" y="200686"/>
                  </a:lnTo>
                  <a:lnTo>
                    <a:pt x="827938" y="202127"/>
                  </a:lnTo>
                  <a:lnTo>
                    <a:pt x="837679" y="203721"/>
                  </a:lnTo>
                  <a:lnTo>
                    <a:pt x="847420" y="205461"/>
                  </a:lnTo>
                  <a:lnTo>
                    <a:pt x="857159" y="207337"/>
                  </a:lnTo>
                  <a:lnTo>
                    <a:pt x="866900" y="209343"/>
                  </a:lnTo>
                  <a:lnTo>
                    <a:pt x="876641" y="211467"/>
                  </a:lnTo>
                  <a:lnTo>
                    <a:pt x="886381" y="213701"/>
                  </a:lnTo>
                  <a:lnTo>
                    <a:pt x="896122" y="216035"/>
                  </a:lnTo>
                  <a:lnTo>
                    <a:pt x="905863" y="218459"/>
                  </a:lnTo>
                  <a:lnTo>
                    <a:pt x="915602" y="220962"/>
                  </a:lnTo>
                  <a:lnTo>
                    <a:pt x="925343" y="223534"/>
                  </a:lnTo>
                  <a:lnTo>
                    <a:pt x="935084" y="226164"/>
                  </a:lnTo>
                  <a:lnTo>
                    <a:pt x="944824" y="228839"/>
                  </a:lnTo>
                  <a:lnTo>
                    <a:pt x="954564" y="231551"/>
                  </a:lnTo>
                  <a:lnTo>
                    <a:pt x="964305" y="234287"/>
                  </a:lnTo>
                  <a:lnTo>
                    <a:pt x="974045" y="237034"/>
                  </a:lnTo>
                  <a:lnTo>
                    <a:pt x="983786" y="239781"/>
                  </a:lnTo>
                  <a:lnTo>
                    <a:pt x="993522" y="242517"/>
                  </a:lnTo>
                  <a:lnTo>
                    <a:pt x="1003266" y="245230"/>
                  </a:lnTo>
                  <a:lnTo>
                    <a:pt x="1013010" y="247909"/>
                  </a:lnTo>
                  <a:lnTo>
                    <a:pt x="1022754" y="250540"/>
                  </a:lnTo>
                  <a:lnTo>
                    <a:pt x="1032483" y="253113"/>
                  </a:lnTo>
                  <a:lnTo>
                    <a:pt x="1042227" y="255617"/>
                  </a:lnTo>
                  <a:lnTo>
                    <a:pt x="1051971" y="258041"/>
                  </a:lnTo>
                  <a:lnTo>
                    <a:pt x="1061715" y="260375"/>
                  </a:lnTo>
                  <a:lnTo>
                    <a:pt x="1071444" y="262605"/>
                  </a:lnTo>
                  <a:lnTo>
                    <a:pt x="1081188" y="264724"/>
                  </a:lnTo>
                  <a:lnTo>
                    <a:pt x="1090932" y="266719"/>
                  </a:lnTo>
                  <a:lnTo>
                    <a:pt x="1100676" y="268581"/>
                  </a:lnTo>
                  <a:lnTo>
                    <a:pt x="1110405" y="270303"/>
                  </a:lnTo>
                  <a:lnTo>
                    <a:pt x="1120149" y="271874"/>
                  </a:lnTo>
                  <a:lnTo>
                    <a:pt x="1129893" y="273286"/>
                  </a:lnTo>
                  <a:lnTo>
                    <a:pt x="1139637" y="274530"/>
                  </a:lnTo>
                  <a:lnTo>
                    <a:pt x="1149381" y="275601"/>
                  </a:lnTo>
                  <a:lnTo>
                    <a:pt x="1159110" y="276489"/>
                  </a:lnTo>
                  <a:lnTo>
                    <a:pt x="1168854" y="277190"/>
                  </a:lnTo>
                  <a:lnTo>
                    <a:pt x="1178598" y="277696"/>
                  </a:lnTo>
                  <a:lnTo>
                    <a:pt x="1188341" y="278002"/>
                  </a:lnTo>
                  <a:lnTo>
                    <a:pt x="1198070" y="278104"/>
                  </a:lnTo>
                  <a:lnTo>
                    <a:pt x="1207814" y="277999"/>
                  </a:lnTo>
                  <a:lnTo>
                    <a:pt x="1217558" y="277680"/>
                  </a:lnTo>
                  <a:lnTo>
                    <a:pt x="1227302" y="277146"/>
                  </a:lnTo>
                  <a:lnTo>
                    <a:pt x="1237031" y="276396"/>
                  </a:lnTo>
                  <a:lnTo>
                    <a:pt x="1246775" y="275427"/>
                  </a:lnTo>
                  <a:lnTo>
                    <a:pt x="1256519" y="274237"/>
                  </a:lnTo>
                  <a:lnTo>
                    <a:pt x="1266263" y="272826"/>
                  </a:lnTo>
                  <a:lnTo>
                    <a:pt x="1276007" y="271194"/>
                  </a:lnTo>
                  <a:lnTo>
                    <a:pt x="1285736" y="269344"/>
                  </a:lnTo>
                  <a:lnTo>
                    <a:pt x="1295480" y="267274"/>
                  </a:lnTo>
                  <a:lnTo>
                    <a:pt x="1305224" y="264987"/>
                  </a:lnTo>
                  <a:lnTo>
                    <a:pt x="1314968" y="262487"/>
                  </a:lnTo>
                  <a:lnTo>
                    <a:pt x="1324697" y="259777"/>
                  </a:lnTo>
                  <a:lnTo>
                    <a:pt x="1334441" y="256860"/>
                  </a:lnTo>
                  <a:lnTo>
                    <a:pt x="1344185" y="253740"/>
                  </a:lnTo>
                  <a:lnTo>
                    <a:pt x="1353929" y="250422"/>
                  </a:lnTo>
                  <a:lnTo>
                    <a:pt x="1363658" y="246910"/>
                  </a:lnTo>
                  <a:lnTo>
                    <a:pt x="1373402" y="243214"/>
                  </a:lnTo>
                  <a:lnTo>
                    <a:pt x="1383146" y="239336"/>
                  </a:lnTo>
                  <a:lnTo>
                    <a:pt x="1392890" y="235285"/>
                  </a:lnTo>
                  <a:lnTo>
                    <a:pt x="1402619" y="231067"/>
                  </a:lnTo>
                  <a:lnTo>
                    <a:pt x="1412363" y="226689"/>
                  </a:lnTo>
                  <a:lnTo>
                    <a:pt x="1422106" y="222162"/>
                  </a:lnTo>
                  <a:lnTo>
                    <a:pt x="1431850" y="217491"/>
                  </a:lnTo>
                  <a:lnTo>
                    <a:pt x="1441594" y="212686"/>
                  </a:lnTo>
                  <a:lnTo>
                    <a:pt x="1451323" y="207756"/>
                  </a:lnTo>
                  <a:lnTo>
                    <a:pt x="1461067" y="202710"/>
                  </a:lnTo>
                  <a:lnTo>
                    <a:pt x="1470811" y="197558"/>
                  </a:lnTo>
                  <a:lnTo>
                    <a:pt x="1480555" y="192307"/>
                  </a:lnTo>
                  <a:lnTo>
                    <a:pt x="1490284" y="186970"/>
                  </a:lnTo>
                  <a:lnTo>
                    <a:pt x="1500028" y="181556"/>
                  </a:lnTo>
                  <a:lnTo>
                    <a:pt x="1509772" y="176076"/>
                  </a:lnTo>
                  <a:lnTo>
                    <a:pt x="1519516" y="170537"/>
                  </a:lnTo>
                  <a:lnTo>
                    <a:pt x="1529245" y="164953"/>
                  </a:lnTo>
                  <a:lnTo>
                    <a:pt x="1538989" y="159331"/>
                  </a:lnTo>
                  <a:lnTo>
                    <a:pt x="1548733" y="153683"/>
                  </a:lnTo>
                  <a:lnTo>
                    <a:pt x="1558477" y="148018"/>
                  </a:lnTo>
                  <a:lnTo>
                    <a:pt x="1568221" y="142349"/>
                  </a:lnTo>
                  <a:lnTo>
                    <a:pt x="1577950" y="136685"/>
                  </a:lnTo>
                  <a:lnTo>
                    <a:pt x="1587694" y="131034"/>
                  </a:lnTo>
                  <a:lnTo>
                    <a:pt x="1597438" y="125406"/>
                  </a:lnTo>
                  <a:lnTo>
                    <a:pt x="1607182" y="119813"/>
                  </a:lnTo>
                  <a:lnTo>
                    <a:pt x="1616911" y="114263"/>
                  </a:lnTo>
                  <a:lnTo>
                    <a:pt x="1626655" y="108767"/>
                  </a:lnTo>
                  <a:lnTo>
                    <a:pt x="1636399" y="103332"/>
                  </a:lnTo>
                  <a:lnTo>
                    <a:pt x="1646142" y="97968"/>
                  </a:lnTo>
                  <a:lnTo>
                    <a:pt x="1655872" y="92685"/>
                  </a:lnTo>
                  <a:lnTo>
                    <a:pt x="1665616" y="87490"/>
                  </a:lnTo>
                  <a:lnTo>
                    <a:pt x="1675359" y="82390"/>
                  </a:lnTo>
                  <a:lnTo>
                    <a:pt x="1685103" y="77394"/>
                  </a:lnTo>
                  <a:lnTo>
                    <a:pt x="1694832" y="72510"/>
                  </a:lnTo>
                  <a:lnTo>
                    <a:pt x="1704576" y="67746"/>
                  </a:lnTo>
                  <a:lnTo>
                    <a:pt x="1714320" y="63106"/>
                  </a:lnTo>
                  <a:lnTo>
                    <a:pt x="1724064" y="58599"/>
                  </a:lnTo>
                  <a:lnTo>
                    <a:pt x="1733808" y="54229"/>
                  </a:lnTo>
                  <a:lnTo>
                    <a:pt x="1743537" y="50004"/>
                  </a:lnTo>
                  <a:lnTo>
                    <a:pt x="1753281" y="45929"/>
                  </a:lnTo>
                  <a:lnTo>
                    <a:pt x="1763025" y="42008"/>
                  </a:lnTo>
                  <a:lnTo>
                    <a:pt x="1772769" y="38246"/>
                  </a:lnTo>
                  <a:lnTo>
                    <a:pt x="1782498" y="34646"/>
                  </a:lnTo>
                  <a:lnTo>
                    <a:pt x="1792242" y="31213"/>
                  </a:lnTo>
                  <a:lnTo>
                    <a:pt x="1801986" y="27952"/>
                  </a:lnTo>
                  <a:lnTo>
                    <a:pt x="1811730" y="24865"/>
                  </a:lnTo>
                  <a:lnTo>
                    <a:pt x="1821459" y="21952"/>
                  </a:lnTo>
                  <a:lnTo>
                    <a:pt x="1831203" y="19220"/>
                  </a:lnTo>
                  <a:lnTo>
                    <a:pt x="1840947" y="16666"/>
                  </a:lnTo>
                  <a:lnTo>
                    <a:pt x="1850691" y="14294"/>
                  </a:lnTo>
                  <a:lnTo>
                    <a:pt x="1860435" y="12105"/>
                  </a:lnTo>
                  <a:lnTo>
                    <a:pt x="1870164" y="10102"/>
                  </a:lnTo>
                  <a:lnTo>
                    <a:pt x="1879908" y="8279"/>
                  </a:lnTo>
                  <a:lnTo>
                    <a:pt x="1889652" y="6642"/>
                  </a:lnTo>
                  <a:lnTo>
                    <a:pt x="1899395" y="5188"/>
                  </a:lnTo>
                  <a:lnTo>
                    <a:pt x="1909124" y="3917"/>
                  </a:lnTo>
                  <a:lnTo>
                    <a:pt x="1918868" y="2826"/>
                  </a:lnTo>
                  <a:lnTo>
                    <a:pt x="1928612" y="1917"/>
                  </a:lnTo>
                  <a:lnTo>
                    <a:pt x="1938356" y="1186"/>
                  </a:lnTo>
                  <a:lnTo>
                    <a:pt x="1948085" y="632"/>
                  </a:lnTo>
                  <a:lnTo>
                    <a:pt x="1957829" y="250"/>
                  </a:lnTo>
                  <a:lnTo>
                    <a:pt x="1967573" y="40"/>
                  </a:lnTo>
                  <a:lnTo>
                    <a:pt x="1977317" y="0"/>
                  </a:lnTo>
                  <a:lnTo>
                    <a:pt x="1987046" y="125"/>
                  </a:lnTo>
                  <a:lnTo>
                    <a:pt x="1996790" y="411"/>
                  </a:lnTo>
                  <a:lnTo>
                    <a:pt x="2006534" y="857"/>
                  </a:lnTo>
                  <a:lnTo>
                    <a:pt x="2016278" y="1457"/>
                  </a:lnTo>
                  <a:lnTo>
                    <a:pt x="2026022" y="2208"/>
                  </a:lnTo>
                  <a:lnTo>
                    <a:pt x="2035751" y="3106"/>
                  </a:lnTo>
                  <a:lnTo>
                    <a:pt x="2045495" y="4146"/>
                  </a:lnTo>
                  <a:lnTo>
                    <a:pt x="2055239" y="5323"/>
                  </a:lnTo>
                  <a:lnTo>
                    <a:pt x="2064983" y="6635"/>
                  </a:lnTo>
                  <a:lnTo>
                    <a:pt x="2074712" y="8074"/>
                  </a:lnTo>
                  <a:lnTo>
                    <a:pt x="2084456" y="9638"/>
                  </a:lnTo>
                  <a:lnTo>
                    <a:pt x="2094200" y="11320"/>
                  </a:lnTo>
                  <a:lnTo>
                    <a:pt x="2103944" y="13117"/>
                  </a:lnTo>
                  <a:lnTo>
                    <a:pt x="2113673" y="15023"/>
                  </a:lnTo>
                  <a:lnTo>
                    <a:pt x="2123417" y="17031"/>
                  </a:lnTo>
                  <a:lnTo>
                    <a:pt x="2133161" y="19141"/>
                  </a:lnTo>
                  <a:lnTo>
                    <a:pt x="2142905" y="21343"/>
                  </a:lnTo>
                  <a:lnTo>
                    <a:pt x="2152649" y="23636"/>
                  </a:lnTo>
                  <a:lnTo>
                    <a:pt x="2162377" y="26011"/>
                  </a:lnTo>
                  <a:lnTo>
                    <a:pt x="2172121" y="28467"/>
                  </a:lnTo>
                  <a:lnTo>
                    <a:pt x="2181865" y="30997"/>
                  </a:lnTo>
                  <a:lnTo>
                    <a:pt x="2191609" y="33597"/>
                  </a:lnTo>
                  <a:lnTo>
                    <a:pt x="2201338" y="36263"/>
                  </a:lnTo>
                  <a:lnTo>
                    <a:pt x="2211082" y="38988"/>
                  </a:lnTo>
                  <a:lnTo>
                    <a:pt x="2220826" y="41771"/>
                  </a:lnTo>
                  <a:lnTo>
                    <a:pt x="2230570" y="44605"/>
                  </a:lnTo>
                  <a:lnTo>
                    <a:pt x="2240299" y="47488"/>
                  </a:lnTo>
                  <a:lnTo>
                    <a:pt x="2250043" y="50412"/>
                  </a:lnTo>
                  <a:lnTo>
                    <a:pt x="2259787" y="53379"/>
                  </a:lnTo>
                  <a:lnTo>
                    <a:pt x="2269531" y="56382"/>
                  </a:lnTo>
                  <a:lnTo>
                    <a:pt x="2279260" y="59417"/>
                  </a:lnTo>
                  <a:lnTo>
                    <a:pt x="2289004" y="62483"/>
                  </a:lnTo>
                  <a:lnTo>
                    <a:pt x="2298748" y="65575"/>
                  </a:lnTo>
                  <a:lnTo>
                    <a:pt x="2308492" y="68690"/>
                  </a:lnTo>
                  <a:lnTo>
                    <a:pt x="2318236" y="71828"/>
                  </a:lnTo>
                  <a:lnTo>
                    <a:pt x="2327965" y="74984"/>
                  </a:lnTo>
                  <a:lnTo>
                    <a:pt x="2337709" y="78154"/>
                  </a:lnTo>
                  <a:lnTo>
                    <a:pt x="2347453" y="81341"/>
                  </a:lnTo>
                  <a:lnTo>
                    <a:pt x="2357197" y="84538"/>
                  </a:lnTo>
                  <a:lnTo>
                    <a:pt x="2366926" y="87748"/>
                  </a:lnTo>
                  <a:lnTo>
                    <a:pt x="2376670" y="90966"/>
                  </a:lnTo>
                  <a:lnTo>
                    <a:pt x="2386413" y="94191"/>
                  </a:lnTo>
                  <a:lnTo>
                    <a:pt x="2396157" y="97424"/>
                  </a:lnTo>
                  <a:lnTo>
                    <a:pt x="2405886" y="100663"/>
                  </a:lnTo>
                  <a:lnTo>
                    <a:pt x="2415630" y="103908"/>
                  </a:lnTo>
                  <a:lnTo>
                    <a:pt x="2425374" y="107158"/>
                  </a:lnTo>
                  <a:lnTo>
                    <a:pt x="2435118" y="110412"/>
                  </a:lnTo>
                  <a:lnTo>
                    <a:pt x="2444862" y="113672"/>
                  </a:lnTo>
                  <a:lnTo>
                    <a:pt x="2454591" y="116936"/>
                  </a:lnTo>
                  <a:lnTo>
                    <a:pt x="2464335" y="120205"/>
                  </a:lnTo>
                  <a:lnTo>
                    <a:pt x="2474079" y="123478"/>
                  </a:lnTo>
                  <a:lnTo>
                    <a:pt x="2483823" y="126759"/>
                  </a:lnTo>
                  <a:lnTo>
                    <a:pt x="2493552" y="130047"/>
                  </a:lnTo>
                  <a:lnTo>
                    <a:pt x="2503296" y="133341"/>
                  </a:lnTo>
                  <a:lnTo>
                    <a:pt x="2513040" y="136646"/>
                  </a:lnTo>
                  <a:lnTo>
                    <a:pt x="2522784" y="139960"/>
                  </a:lnTo>
                  <a:lnTo>
                    <a:pt x="2532513" y="143285"/>
                  </a:lnTo>
                  <a:lnTo>
                    <a:pt x="2542257" y="146622"/>
                  </a:lnTo>
                  <a:lnTo>
                    <a:pt x="2552001" y="149975"/>
                  </a:lnTo>
                  <a:lnTo>
                    <a:pt x="2561745" y="153342"/>
                  </a:lnTo>
                  <a:lnTo>
                    <a:pt x="2571474" y="156727"/>
                  </a:lnTo>
                  <a:lnTo>
                    <a:pt x="2581218" y="160130"/>
                  </a:lnTo>
                  <a:lnTo>
                    <a:pt x="2590962" y="163554"/>
                  </a:lnTo>
                  <a:lnTo>
                    <a:pt x="2600705" y="167001"/>
                  </a:lnTo>
                  <a:lnTo>
                    <a:pt x="2610449" y="170473"/>
                  </a:lnTo>
                  <a:lnTo>
                    <a:pt x="2620178" y="173969"/>
                  </a:lnTo>
                  <a:lnTo>
                    <a:pt x="2629922" y="177496"/>
                  </a:lnTo>
                  <a:lnTo>
                    <a:pt x="2639666" y="181052"/>
                  </a:lnTo>
                  <a:lnTo>
                    <a:pt x="2649410" y="184642"/>
                  </a:lnTo>
                  <a:lnTo>
                    <a:pt x="2659139" y="188264"/>
                  </a:lnTo>
                  <a:lnTo>
                    <a:pt x="2668883" y="191923"/>
                  </a:lnTo>
                  <a:lnTo>
                    <a:pt x="2678627" y="195621"/>
                  </a:lnTo>
                  <a:lnTo>
                    <a:pt x="2688371" y="199359"/>
                  </a:lnTo>
                  <a:lnTo>
                    <a:pt x="2698100" y="203139"/>
                  </a:lnTo>
                  <a:lnTo>
                    <a:pt x="2707844" y="206963"/>
                  </a:lnTo>
                  <a:lnTo>
                    <a:pt x="2717588" y="210834"/>
                  </a:lnTo>
                  <a:lnTo>
                    <a:pt x="2727332" y="214752"/>
                  </a:lnTo>
                  <a:lnTo>
                    <a:pt x="2737076" y="218720"/>
                  </a:lnTo>
                  <a:lnTo>
                    <a:pt x="2746805" y="222740"/>
                  </a:lnTo>
                  <a:lnTo>
                    <a:pt x="2756549" y="226813"/>
                  </a:lnTo>
                  <a:lnTo>
                    <a:pt x="2766293" y="230942"/>
                  </a:lnTo>
                  <a:lnTo>
                    <a:pt x="2776037" y="235127"/>
                  </a:lnTo>
                  <a:lnTo>
                    <a:pt x="2785766" y="239370"/>
                  </a:lnTo>
                  <a:lnTo>
                    <a:pt x="2795510" y="243673"/>
                  </a:lnTo>
                  <a:lnTo>
                    <a:pt x="2805254" y="248038"/>
                  </a:lnTo>
                  <a:lnTo>
                    <a:pt x="2814998" y="252465"/>
                  </a:lnTo>
                  <a:lnTo>
                    <a:pt x="2824727" y="256955"/>
                  </a:lnTo>
                  <a:lnTo>
                    <a:pt x="2834471" y="261511"/>
                  </a:lnTo>
                  <a:lnTo>
                    <a:pt x="2844215" y="266133"/>
                  </a:lnTo>
                  <a:lnTo>
                    <a:pt x="2853958" y="270822"/>
                  </a:lnTo>
                  <a:lnTo>
                    <a:pt x="2863687" y="275578"/>
                  </a:lnTo>
                  <a:lnTo>
                    <a:pt x="2873431" y="280403"/>
                  </a:lnTo>
                  <a:lnTo>
                    <a:pt x="2883175" y="285299"/>
                  </a:lnTo>
                  <a:lnTo>
                    <a:pt x="2892919" y="290263"/>
                  </a:lnTo>
                  <a:lnTo>
                    <a:pt x="2902663" y="295299"/>
                  </a:lnTo>
                  <a:lnTo>
                    <a:pt x="2912392" y="30040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8" name="Freeform 727">
              <a:extLst>
                <a:ext uri="{FF2B5EF4-FFF2-40B4-BE49-F238E27FC236}">
                  <a16:creationId xmlns:a16="http://schemas.microsoft.com/office/drawing/2014/main" id="{9A3AF8D8-3E7F-BCBE-E4A0-694DBDFB2207}"/>
                </a:ext>
              </a:extLst>
            </p:cNvPr>
            <p:cNvSpPr/>
            <p:nvPr/>
          </p:nvSpPr>
          <p:spPr>
            <a:xfrm>
              <a:off x="576446" y="3137991"/>
              <a:ext cx="2912392" cy="579567"/>
            </a:xfrm>
            <a:custGeom>
              <a:avLst/>
              <a:gdLst>
                <a:gd name="connsiteX0" fmla="*/ 0 w 2912392"/>
                <a:gd name="connsiteY0" fmla="*/ 453501 h 579567"/>
                <a:gd name="connsiteX1" fmla="*/ 9739 w 2912392"/>
                <a:gd name="connsiteY1" fmla="*/ 459958 h 579567"/>
                <a:gd name="connsiteX2" fmla="*/ 19480 w 2912392"/>
                <a:gd name="connsiteY2" fmla="*/ 466284 h 579567"/>
                <a:gd name="connsiteX3" fmla="*/ 29221 w 2912392"/>
                <a:gd name="connsiteY3" fmla="*/ 472478 h 579567"/>
                <a:gd name="connsiteX4" fmla="*/ 38961 w 2912392"/>
                <a:gd name="connsiteY4" fmla="*/ 478531 h 579567"/>
                <a:gd name="connsiteX5" fmla="*/ 48702 w 2912392"/>
                <a:gd name="connsiteY5" fmla="*/ 484440 h 579567"/>
                <a:gd name="connsiteX6" fmla="*/ 58443 w 2912392"/>
                <a:gd name="connsiteY6" fmla="*/ 490203 h 579567"/>
                <a:gd name="connsiteX7" fmla="*/ 68182 w 2912392"/>
                <a:gd name="connsiteY7" fmla="*/ 495813 h 579567"/>
                <a:gd name="connsiteX8" fmla="*/ 77923 w 2912392"/>
                <a:gd name="connsiteY8" fmla="*/ 501266 h 579567"/>
                <a:gd name="connsiteX9" fmla="*/ 87664 w 2912392"/>
                <a:gd name="connsiteY9" fmla="*/ 506561 h 579567"/>
                <a:gd name="connsiteX10" fmla="*/ 97404 w 2912392"/>
                <a:gd name="connsiteY10" fmla="*/ 511691 h 579567"/>
                <a:gd name="connsiteX11" fmla="*/ 107145 w 2912392"/>
                <a:gd name="connsiteY11" fmla="*/ 516655 h 579567"/>
                <a:gd name="connsiteX12" fmla="*/ 116886 w 2912392"/>
                <a:gd name="connsiteY12" fmla="*/ 521448 h 579567"/>
                <a:gd name="connsiteX13" fmla="*/ 126625 w 2912392"/>
                <a:gd name="connsiteY13" fmla="*/ 526068 h 579567"/>
                <a:gd name="connsiteX14" fmla="*/ 136366 w 2912392"/>
                <a:gd name="connsiteY14" fmla="*/ 530511 h 579567"/>
                <a:gd name="connsiteX15" fmla="*/ 146107 w 2912392"/>
                <a:gd name="connsiteY15" fmla="*/ 534775 h 579567"/>
                <a:gd name="connsiteX16" fmla="*/ 155846 w 2912392"/>
                <a:gd name="connsiteY16" fmla="*/ 538857 h 579567"/>
                <a:gd name="connsiteX17" fmla="*/ 165587 w 2912392"/>
                <a:gd name="connsiteY17" fmla="*/ 542755 h 579567"/>
                <a:gd name="connsiteX18" fmla="*/ 175328 w 2912392"/>
                <a:gd name="connsiteY18" fmla="*/ 546466 h 579567"/>
                <a:gd name="connsiteX19" fmla="*/ 185068 w 2912392"/>
                <a:gd name="connsiteY19" fmla="*/ 549989 h 579567"/>
                <a:gd name="connsiteX20" fmla="*/ 194809 w 2912392"/>
                <a:gd name="connsiteY20" fmla="*/ 553320 h 579567"/>
                <a:gd name="connsiteX21" fmla="*/ 204550 w 2912392"/>
                <a:gd name="connsiteY21" fmla="*/ 556459 h 579567"/>
                <a:gd name="connsiteX22" fmla="*/ 214289 w 2912392"/>
                <a:gd name="connsiteY22" fmla="*/ 559403 h 579567"/>
                <a:gd name="connsiteX23" fmla="*/ 224030 w 2912392"/>
                <a:gd name="connsiteY23" fmla="*/ 562150 h 579567"/>
                <a:gd name="connsiteX24" fmla="*/ 233771 w 2912392"/>
                <a:gd name="connsiteY24" fmla="*/ 564700 h 579567"/>
                <a:gd name="connsiteX25" fmla="*/ 243510 w 2912392"/>
                <a:gd name="connsiteY25" fmla="*/ 567051 h 579567"/>
                <a:gd name="connsiteX26" fmla="*/ 253251 w 2912392"/>
                <a:gd name="connsiteY26" fmla="*/ 569202 h 579567"/>
                <a:gd name="connsiteX27" fmla="*/ 262992 w 2912392"/>
                <a:gd name="connsiteY27" fmla="*/ 571152 h 579567"/>
                <a:gd name="connsiteX28" fmla="*/ 272732 w 2912392"/>
                <a:gd name="connsiteY28" fmla="*/ 572900 h 579567"/>
                <a:gd name="connsiteX29" fmla="*/ 282473 w 2912392"/>
                <a:gd name="connsiteY29" fmla="*/ 574445 h 579567"/>
                <a:gd name="connsiteX30" fmla="*/ 292214 w 2912392"/>
                <a:gd name="connsiteY30" fmla="*/ 575788 h 579567"/>
                <a:gd name="connsiteX31" fmla="*/ 301953 w 2912392"/>
                <a:gd name="connsiteY31" fmla="*/ 576927 h 579567"/>
                <a:gd name="connsiteX32" fmla="*/ 311694 w 2912392"/>
                <a:gd name="connsiteY32" fmla="*/ 577861 h 579567"/>
                <a:gd name="connsiteX33" fmla="*/ 321435 w 2912392"/>
                <a:gd name="connsiteY33" fmla="*/ 578594 h 579567"/>
                <a:gd name="connsiteX34" fmla="*/ 331175 w 2912392"/>
                <a:gd name="connsiteY34" fmla="*/ 579122 h 579567"/>
                <a:gd name="connsiteX35" fmla="*/ 340916 w 2912392"/>
                <a:gd name="connsiteY35" fmla="*/ 579447 h 579567"/>
                <a:gd name="connsiteX36" fmla="*/ 350656 w 2912392"/>
                <a:gd name="connsiteY36" fmla="*/ 579567 h 579567"/>
                <a:gd name="connsiteX37" fmla="*/ 360396 w 2912392"/>
                <a:gd name="connsiteY37" fmla="*/ 579487 h 579567"/>
                <a:gd name="connsiteX38" fmla="*/ 370137 w 2912392"/>
                <a:gd name="connsiteY38" fmla="*/ 579205 h 579567"/>
                <a:gd name="connsiteX39" fmla="*/ 379878 w 2912392"/>
                <a:gd name="connsiteY39" fmla="*/ 578721 h 579567"/>
                <a:gd name="connsiteX40" fmla="*/ 389617 w 2912392"/>
                <a:gd name="connsiteY40" fmla="*/ 578039 h 579567"/>
                <a:gd name="connsiteX41" fmla="*/ 399358 w 2912392"/>
                <a:gd name="connsiteY41" fmla="*/ 577157 h 579567"/>
                <a:gd name="connsiteX42" fmla="*/ 409099 w 2912392"/>
                <a:gd name="connsiteY42" fmla="*/ 576078 h 579567"/>
                <a:gd name="connsiteX43" fmla="*/ 418839 w 2912392"/>
                <a:gd name="connsiteY43" fmla="*/ 574804 h 579567"/>
                <a:gd name="connsiteX44" fmla="*/ 428580 w 2912392"/>
                <a:gd name="connsiteY44" fmla="*/ 573335 h 579567"/>
                <a:gd name="connsiteX45" fmla="*/ 438321 w 2912392"/>
                <a:gd name="connsiteY45" fmla="*/ 571675 h 579567"/>
                <a:gd name="connsiteX46" fmla="*/ 448060 w 2912392"/>
                <a:gd name="connsiteY46" fmla="*/ 569825 h 579567"/>
                <a:gd name="connsiteX47" fmla="*/ 457801 w 2912392"/>
                <a:gd name="connsiteY47" fmla="*/ 567787 h 579567"/>
                <a:gd name="connsiteX48" fmla="*/ 467542 w 2912392"/>
                <a:gd name="connsiteY48" fmla="*/ 565564 h 579567"/>
                <a:gd name="connsiteX49" fmla="*/ 477281 w 2912392"/>
                <a:gd name="connsiteY49" fmla="*/ 563158 h 579567"/>
                <a:gd name="connsiteX50" fmla="*/ 487022 w 2912392"/>
                <a:gd name="connsiteY50" fmla="*/ 560571 h 579567"/>
                <a:gd name="connsiteX51" fmla="*/ 496763 w 2912392"/>
                <a:gd name="connsiteY51" fmla="*/ 557807 h 579567"/>
                <a:gd name="connsiteX52" fmla="*/ 506503 w 2912392"/>
                <a:gd name="connsiteY52" fmla="*/ 554871 h 579567"/>
                <a:gd name="connsiteX53" fmla="*/ 516244 w 2912392"/>
                <a:gd name="connsiteY53" fmla="*/ 551761 h 579567"/>
                <a:gd name="connsiteX54" fmla="*/ 525985 w 2912392"/>
                <a:gd name="connsiteY54" fmla="*/ 548487 h 579567"/>
                <a:gd name="connsiteX55" fmla="*/ 535724 w 2912392"/>
                <a:gd name="connsiteY55" fmla="*/ 545046 h 579567"/>
                <a:gd name="connsiteX56" fmla="*/ 545465 w 2912392"/>
                <a:gd name="connsiteY56" fmla="*/ 541447 h 579567"/>
                <a:gd name="connsiteX57" fmla="*/ 555206 w 2912392"/>
                <a:gd name="connsiteY57" fmla="*/ 537691 h 579567"/>
                <a:gd name="connsiteX58" fmla="*/ 564946 w 2912392"/>
                <a:gd name="connsiteY58" fmla="*/ 533781 h 579567"/>
                <a:gd name="connsiteX59" fmla="*/ 574687 w 2912392"/>
                <a:gd name="connsiteY59" fmla="*/ 529726 h 579567"/>
                <a:gd name="connsiteX60" fmla="*/ 584428 w 2912392"/>
                <a:gd name="connsiteY60" fmla="*/ 525526 h 579567"/>
                <a:gd name="connsiteX61" fmla="*/ 594167 w 2912392"/>
                <a:gd name="connsiteY61" fmla="*/ 521187 h 579567"/>
                <a:gd name="connsiteX62" fmla="*/ 603908 w 2912392"/>
                <a:gd name="connsiteY62" fmla="*/ 516715 h 579567"/>
                <a:gd name="connsiteX63" fmla="*/ 613649 w 2912392"/>
                <a:gd name="connsiteY63" fmla="*/ 512112 h 579567"/>
                <a:gd name="connsiteX64" fmla="*/ 623388 w 2912392"/>
                <a:gd name="connsiteY64" fmla="*/ 507385 h 579567"/>
                <a:gd name="connsiteX65" fmla="*/ 633129 w 2912392"/>
                <a:gd name="connsiteY65" fmla="*/ 502538 h 579567"/>
                <a:gd name="connsiteX66" fmla="*/ 642870 w 2912392"/>
                <a:gd name="connsiteY66" fmla="*/ 497578 h 579567"/>
                <a:gd name="connsiteX67" fmla="*/ 652610 w 2912392"/>
                <a:gd name="connsiteY67" fmla="*/ 492508 h 579567"/>
                <a:gd name="connsiteX68" fmla="*/ 662351 w 2912392"/>
                <a:gd name="connsiteY68" fmla="*/ 487337 h 579567"/>
                <a:gd name="connsiteX69" fmla="*/ 672092 w 2912392"/>
                <a:gd name="connsiteY69" fmla="*/ 482065 h 579567"/>
                <a:gd name="connsiteX70" fmla="*/ 681831 w 2912392"/>
                <a:gd name="connsiteY70" fmla="*/ 476703 h 579567"/>
                <a:gd name="connsiteX71" fmla="*/ 691572 w 2912392"/>
                <a:gd name="connsiteY71" fmla="*/ 471255 h 579567"/>
                <a:gd name="connsiteX72" fmla="*/ 701313 w 2912392"/>
                <a:gd name="connsiteY72" fmla="*/ 465726 h 579567"/>
                <a:gd name="connsiteX73" fmla="*/ 711052 w 2912392"/>
                <a:gd name="connsiteY73" fmla="*/ 460122 h 579567"/>
                <a:gd name="connsiteX74" fmla="*/ 720793 w 2912392"/>
                <a:gd name="connsiteY74" fmla="*/ 454450 h 579567"/>
                <a:gd name="connsiteX75" fmla="*/ 730534 w 2912392"/>
                <a:gd name="connsiteY75" fmla="*/ 448716 h 579567"/>
                <a:gd name="connsiteX76" fmla="*/ 740274 w 2912392"/>
                <a:gd name="connsiteY76" fmla="*/ 442924 h 579567"/>
                <a:gd name="connsiteX77" fmla="*/ 750015 w 2912392"/>
                <a:gd name="connsiteY77" fmla="*/ 437084 h 579567"/>
                <a:gd name="connsiteX78" fmla="*/ 759756 w 2912392"/>
                <a:gd name="connsiteY78" fmla="*/ 431197 h 579567"/>
                <a:gd name="connsiteX79" fmla="*/ 769495 w 2912392"/>
                <a:gd name="connsiteY79" fmla="*/ 425275 h 579567"/>
                <a:gd name="connsiteX80" fmla="*/ 779236 w 2912392"/>
                <a:gd name="connsiteY80" fmla="*/ 419320 h 579567"/>
                <a:gd name="connsiteX81" fmla="*/ 788977 w 2912392"/>
                <a:gd name="connsiteY81" fmla="*/ 413338 h 579567"/>
                <a:gd name="connsiteX82" fmla="*/ 798717 w 2912392"/>
                <a:gd name="connsiteY82" fmla="*/ 407338 h 579567"/>
                <a:gd name="connsiteX83" fmla="*/ 808458 w 2912392"/>
                <a:gd name="connsiteY83" fmla="*/ 401323 h 579567"/>
                <a:gd name="connsiteX84" fmla="*/ 818199 w 2912392"/>
                <a:gd name="connsiteY84" fmla="*/ 395301 h 579567"/>
                <a:gd name="connsiteX85" fmla="*/ 827938 w 2912392"/>
                <a:gd name="connsiteY85" fmla="*/ 389278 h 579567"/>
                <a:gd name="connsiteX86" fmla="*/ 837679 w 2912392"/>
                <a:gd name="connsiteY86" fmla="*/ 383257 h 579567"/>
                <a:gd name="connsiteX87" fmla="*/ 847420 w 2912392"/>
                <a:gd name="connsiteY87" fmla="*/ 377247 h 579567"/>
                <a:gd name="connsiteX88" fmla="*/ 857159 w 2912392"/>
                <a:gd name="connsiteY88" fmla="*/ 371253 h 579567"/>
                <a:gd name="connsiteX89" fmla="*/ 866900 w 2912392"/>
                <a:gd name="connsiteY89" fmla="*/ 365278 h 579567"/>
                <a:gd name="connsiteX90" fmla="*/ 876641 w 2912392"/>
                <a:gd name="connsiteY90" fmla="*/ 359332 h 579567"/>
                <a:gd name="connsiteX91" fmla="*/ 886381 w 2912392"/>
                <a:gd name="connsiteY91" fmla="*/ 353416 h 579567"/>
                <a:gd name="connsiteX92" fmla="*/ 896122 w 2912392"/>
                <a:gd name="connsiteY92" fmla="*/ 347537 h 579567"/>
                <a:gd name="connsiteX93" fmla="*/ 905863 w 2912392"/>
                <a:gd name="connsiteY93" fmla="*/ 341699 h 579567"/>
                <a:gd name="connsiteX94" fmla="*/ 915602 w 2912392"/>
                <a:gd name="connsiteY94" fmla="*/ 335908 h 579567"/>
                <a:gd name="connsiteX95" fmla="*/ 925343 w 2912392"/>
                <a:gd name="connsiteY95" fmla="*/ 330167 h 579567"/>
                <a:gd name="connsiteX96" fmla="*/ 935084 w 2912392"/>
                <a:gd name="connsiteY96" fmla="*/ 324482 h 579567"/>
                <a:gd name="connsiteX97" fmla="*/ 944824 w 2912392"/>
                <a:gd name="connsiteY97" fmla="*/ 318855 h 579567"/>
                <a:gd name="connsiteX98" fmla="*/ 954564 w 2912392"/>
                <a:gd name="connsiteY98" fmla="*/ 313291 h 579567"/>
                <a:gd name="connsiteX99" fmla="*/ 964305 w 2912392"/>
                <a:gd name="connsiteY99" fmla="*/ 307795 h 579567"/>
                <a:gd name="connsiteX100" fmla="*/ 974045 w 2912392"/>
                <a:gd name="connsiteY100" fmla="*/ 302370 h 579567"/>
                <a:gd name="connsiteX101" fmla="*/ 983786 w 2912392"/>
                <a:gd name="connsiteY101" fmla="*/ 297017 h 579567"/>
                <a:gd name="connsiteX102" fmla="*/ 993522 w 2912392"/>
                <a:gd name="connsiteY102" fmla="*/ 291741 h 579567"/>
                <a:gd name="connsiteX103" fmla="*/ 1003266 w 2912392"/>
                <a:gd name="connsiteY103" fmla="*/ 286545 h 579567"/>
                <a:gd name="connsiteX104" fmla="*/ 1013010 w 2912392"/>
                <a:gd name="connsiteY104" fmla="*/ 281430 h 579567"/>
                <a:gd name="connsiteX105" fmla="*/ 1022754 w 2912392"/>
                <a:gd name="connsiteY105" fmla="*/ 276400 h 579567"/>
                <a:gd name="connsiteX106" fmla="*/ 1032483 w 2912392"/>
                <a:gd name="connsiteY106" fmla="*/ 271455 h 579567"/>
                <a:gd name="connsiteX107" fmla="*/ 1042227 w 2912392"/>
                <a:gd name="connsiteY107" fmla="*/ 266598 h 579567"/>
                <a:gd name="connsiteX108" fmla="*/ 1051971 w 2912392"/>
                <a:gd name="connsiteY108" fmla="*/ 261829 h 579567"/>
                <a:gd name="connsiteX109" fmla="*/ 1061715 w 2912392"/>
                <a:gd name="connsiteY109" fmla="*/ 257152 h 579567"/>
                <a:gd name="connsiteX110" fmla="*/ 1071444 w 2912392"/>
                <a:gd name="connsiteY110" fmla="*/ 252565 h 579567"/>
                <a:gd name="connsiteX111" fmla="*/ 1081188 w 2912392"/>
                <a:gd name="connsiteY111" fmla="*/ 248071 h 579567"/>
                <a:gd name="connsiteX112" fmla="*/ 1090932 w 2912392"/>
                <a:gd name="connsiteY112" fmla="*/ 243668 h 579567"/>
                <a:gd name="connsiteX113" fmla="*/ 1100676 w 2912392"/>
                <a:gd name="connsiteY113" fmla="*/ 239360 h 579567"/>
                <a:gd name="connsiteX114" fmla="*/ 1110405 w 2912392"/>
                <a:gd name="connsiteY114" fmla="*/ 235143 h 579567"/>
                <a:gd name="connsiteX115" fmla="*/ 1120149 w 2912392"/>
                <a:gd name="connsiteY115" fmla="*/ 231019 h 579567"/>
                <a:gd name="connsiteX116" fmla="*/ 1129893 w 2912392"/>
                <a:gd name="connsiteY116" fmla="*/ 226987 h 579567"/>
                <a:gd name="connsiteX117" fmla="*/ 1139637 w 2912392"/>
                <a:gd name="connsiteY117" fmla="*/ 223047 h 579567"/>
                <a:gd name="connsiteX118" fmla="*/ 1149381 w 2912392"/>
                <a:gd name="connsiteY118" fmla="*/ 219195 h 579567"/>
                <a:gd name="connsiteX119" fmla="*/ 1159110 w 2912392"/>
                <a:gd name="connsiteY119" fmla="*/ 215435 h 579567"/>
                <a:gd name="connsiteX120" fmla="*/ 1168854 w 2912392"/>
                <a:gd name="connsiteY120" fmla="*/ 211761 h 579567"/>
                <a:gd name="connsiteX121" fmla="*/ 1178598 w 2912392"/>
                <a:gd name="connsiteY121" fmla="*/ 208175 h 579567"/>
                <a:gd name="connsiteX122" fmla="*/ 1188341 w 2912392"/>
                <a:gd name="connsiteY122" fmla="*/ 204672 h 579567"/>
                <a:gd name="connsiteX123" fmla="*/ 1198070 w 2912392"/>
                <a:gd name="connsiteY123" fmla="*/ 201254 h 579567"/>
                <a:gd name="connsiteX124" fmla="*/ 1207814 w 2912392"/>
                <a:gd name="connsiteY124" fmla="*/ 197917 h 579567"/>
                <a:gd name="connsiteX125" fmla="*/ 1217558 w 2912392"/>
                <a:gd name="connsiteY125" fmla="*/ 194658 h 579567"/>
                <a:gd name="connsiteX126" fmla="*/ 1227302 w 2912392"/>
                <a:gd name="connsiteY126" fmla="*/ 191476 h 579567"/>
                <a:gd name="connsiteX127" fmla="*/ 1237031 w 2912392"/>
                <a:gd name="connsiteY127" fmla="*/ 188369 h 579567"/>
                <a:gd name="connsiteX128" fmla="*/ 1246775 w 2912392"/>
                <a:gd name="connsiteY128" fmla="*/ 185336 h 579567"/>
                <a:gd name="connsiteX129" fmla="*/ 1256519 w 2912392"/>
                <a:gd name="connsiteY129" fmla="*/ 182371 h 579567"/>
                <a:gd name="connsiteX130" fmla="*/ 1266263 w 2912392"/>
                <a:gd name="connsiteY130" fmla="*/ 179473 h 579567"/>
                <a:gd name="connsiteX131" fmla="*/ 1276007 w 2912392"/>
                <a:gd name="connsiteY131" fmla="*/ 176641 h 579567"/>
                <a:gd name="connsiteX132" fmla="*/ 1285736 w 2912392"/>
                <a:gd name="connsiteY132" fmla="*/ 173871 h 579567"/>
                <a:gd name="connsiteX133" fmla="*/ 1295480 w 2912392"/>
                <a:gd name="connsiteY133" fmla="*/ 171161 h 579567"/>
                <a:gd name="connsiteX134" fmla="*/ 1305224 w 2912392"/>
                <a:gd name="connsiteY134" fmla="*/ 168506 h 579567"/>
                <a:gd name="connsiteX135" fmla="*/ 1314968 w 2912392"/>
                <a:gd name="connsiteY135" fmla="*/ 165906 h 579567"/>
                <a:gd name="connsiteX136" fmla="*/ 1324697 w 2912392"/>
                <a:gd name="connsiteY136" fmla="*/ 163357 h 579567"/>
                <a:gd name="connsiteX137" fmla="*/ 1334441 w 2912392"/>
                <a:gd name="connsiteY137" fmla="*/ 160857 h 579567"/>
                <a:gd name="connsiteX138" fmla="*/ 1344185 w 2912392"/>
                <a:gd name="connsiteY138" fmla="*/ 158403 h 579567"/>
                <a:gd name="connsiteX139" fmla="*/ 1353929 w 2912392"/>
                <a:gd name="connsiteY139" fmla="*/ 155992 h 579567"/>
                <a:gd name="connsiteX140" fmla="*/ 1363658 w 2912392"/>
                <a:gd name="connsiteY140" fmla="*/ 153622 h 579567"/>
                <a:gd name="connsiteX141" fmla="*/ 1373402 w 2912392"/>
                <a:gd name="connsiteY141" fmla="*/ 151289 h 579567"/>
                <a:gd name="connsiteX142" fmla="*/ 1383146 w 2912392"/>
                <a:gd name="connsiteY142" fmla="*/ 148993 h 579567"/>
                <a:gd name="connsiteX143" fmla="*/ 1392890 w 2912392"/>
                <a:gd name="connsiteY143" fmla="*/ 146728 h 579567"/>
                <a:gd name="connsiteX144" fmla="*/ 1402619 w 2912392"/>
                <a:gd name="connsiteY144" fmla="*/ 144495 h 579567"/>
                <a:gd name="connsiteX145" fmla="*/ 1412363 w 2912392"/>
                <a:gd name="connsiteY145" fmla="*/ 142290 h 579567"/>
                <a:gd name="connsiteX146" fmla="*/ 1422106 w 2912392"/>
                <a:gd name="connsiteY146" fmla="*/ 140110 h 579567"/>
                <a:gd name="connsiteX147" fmla="*/ 1431850 w 2912392"/>
                <a:gd name="connsiteY147" fmla="*/ 137954 h 579567"/>
                <a:gd name="connsiteX148" fmla="*/ 1441594 w 2912392"/>
                <a:gd name="connsiteY148" fmla="*/ 135819 h 579567"/>
                <a:gd name="connsiteX149" fmla="*/ 1451323 w 2912392"/>
                <a:gd name="connsiteY149" fmla="*/ 133703 h 579567"/>
                <a:gd name="connsiteX150" fmla="*/ 1461067 w 2912392"/>
                <a:gd name="connsiteY150" fmla="*/ 131606 h 579567"/>
                <a:gd name="connsiteX151" fmla="*/ 1470811 w 2912392"/>
                <a:gd name="connsiteY151" fmla="*/ 129523 h 579567"/>
                <a:gd name="connsiteX152" fmla="*/ 1480555 w 2912392"/>
                <a:gd name="connsiteY152" fmla="*/ 127455 h 579567"/>
                <a:gd name="connsiteX153" fmla="*/ 1490284 w 2912392"/>
                <a:gd name="connsiteY153" fmla="*/ 125397 h 579567"/>
                <a:gd name="connsiteX154" fmla="*/ 1500028 w 2912392"/>
                <a:gd name="connsiteY154" fmla="*/ 123350 h 579567"/>
                <a:gd name="connsiteX155" fmla="*/ 1509772 w 2912392"/>
                <a:gd name="connsiteY155" fmla="*/ 121310 h 579567"/>
                <a:gd name="connsiteX156" fmla="*/ 1519516 w 2912392"/>
                <a:gd name="connsiteY156" fmla="*/ 119280 h 579567"/>
                <a:gd name="connsiteX157" fmla="*/ 1529245 w 2912392"/>
                <a:gd name="connsiteY157" fmla="*/ 117253 h 579567"/>
                <a:gd name="connsiteX158" fmla="*/ 1538989 w 2912392"/>
                <a:gd name="connsiteY158" fmla="*/ 115232 h 579567"/>
                <a:gd name="connsiteX159" fmla="*/ 1548733 w 2912392"/>
                <a:gd name="connsiteY159" fmla="*/ 113213 h 579567"/>
                <a:gd name="connsiteX160" fmla="*/ 1558477 w 2912392"/>
                <a:gd name="connsiteY160" fmla="*/ 111196 h 579567"/>
                <a:gd name="connsiteX161" fmla="*/ 1568221 w 2912392"/>
                <a:gd name="connsiteY161" fmla="*/ 109180 h 579567"/>
                <a:gd name="connsiteX162" fmla="*/ 1577950 w 2912392"/>
                <a:gd name="connsiteY162" fmla="*/ 107162 h 579567"/>
                <a:gd name="connsiteX163" fmla="*/ 1587694 w 2912392"/>
                <a:gd name="connsiteY163" fmla="*/ 105144 h 579567"/>
                <a:gd name="connsiteX164" fmla="*/ 1597438 w 2912392"/>
                <a:gd name="connsiteY164" fmla="*/ 103123 h 579567"/>
                <a:gd name="connsiteX165" fmla="*/ 1607182 w 2912392"/>
                <a:gd name="connsiteY165" fmla="*/ 101100 h 579567"/>
                <a:gd name="connsiteX166" fmla="*/ 1616911 w 2912392"/>
                <a:gd name="connsiteY166" fmla="*/ 99072 h 579567"/>
                <a:gd name="connsiteX167" fmla="*/ 1626655 w 2912392"/>
                <a:gd name="connsiteY167" fmla="*/ 97040 h 579567"/>
                <a:gd name="connsiteX168" fmla="*/ 1636399 w 2912392"/>
                <a:gd name="connsiteY168" fmla="*/ 95002 h 579567"/>
                <a:gd name="connsiteX169" fmla="*/ 1646142 w 2912392"/>
                <a:gd name="connsiteY169" fmla="*/ 92959 h 579567"/>
                <a:gd name="connsiteX170" fmla="*/ 1655872 w 2912392"/>
                <a:gd name="connsiteY170" fmla="*/ 90911 h 579567"/>
                <a:gd name="connsiteX171" fmla="*/ 1665616 w 2912392"/>
                <a:gd name="connsiteY171" fmla="*/ 88855 h 579567"/>
                <a:gd name="connsiteX172" fmla="*/ 1675359 w 2912392"/>
                <a:gd name="connsiteY172" fmla="*/ 86791 h 579567"/>
                <a:gd name="connsiteX173" fmla="*/ 1685103 w 2912392"/>
                <a:gd name="connsiteY173" fmla="*/ 84722 h 579567"/>
                <a:gd name="connsiteX174" fmla="*/ 1694832 w 2912392"/>
                <a:gd name="connsiteY174" fmla="*/ 82645 h 579567"/>
                <a:gd name="connsiteX175" fmla="*/ 1704576 w 2912392"/>
                <a:gd name="connsiteY175" fmla="*/ 80559 h 579567"/>
                <a:gd name="connsiteX176" fmla="*/ 1714320 w 2912392"/>
                <a:gd name="connsiteY176" fmla="*/ 78467 h 579567"/>
                <a:gd name="connsiteX177" fmla="*/ 1724064 w 2912392"/>
                <a:gd name="connsiteY177" fmla="*/ 76366 h 579567"/>
                <a:gd name="connsiteX178" fmla="*/ 1733808 w 2912392"/>
                <a:gd name="connsiteY178" fmla="*/ 74259 h 579567"/>
                <a:gd name="connsiteX179" fmla="*/ 1743537 w 2912392"/>
                <a:gd name="connsiteY179" fmla="*/ 72145 h 579567"/>
                <a:gd name="connsiteX180" fmla="*/ 1753281 w 2912392"/>
                <a:gd name="connsiteY180" fmla="*/ 70025 h 579567"/>
                <a:gd name="connsiteX181" fmla="*/ 1763025 w 2912392"/>
                <a:gd name="connsiteY181" fmla="*/ 67898 h 579567"/>
                <a:gd name="connsiteX182" fmla="*/ 1772769 w 2912392"/>
                <a:gd name="connsiteY182" fmla="*/ 65764 h 579567"/>
                <a:gd name="connsiteX183" fmla="*/ 1782498 w 2912392"/>
                <a:gd name="connsiteY183" fmla="*/ 63626 h 579567"/>
                <a:gd name="connsiteX184" fmla="*/ 1792242 w 2912392"/>
                <a:gd name="connsiteY184" fmla="*/ 61485 h 579567"/>
                <a:gd name="connsiteX185" fmla="*/ 1801986 w 2912392"/>
                <a:gd name="connsiteY185" fmla="*/ 59338 h 579567"/>
                <a:gd name="connsiteX186" fmla="*/ 1811730 w 2912392"/>
                <a:gd name="connsiteY186" fmla="*/ 57191 h 579567"/>
                <a:gd name="connsiteX187" fmla="*/ 1821459 w 2912392"/>
                <a:gd name="connsiteY187" fmla="*/ 55041 h 579567"/>
                <a:gd name="connsiteX188" fmla="*/ 1831203 w 2912392"/>
                <a:gd name="connsiteY188" fmla="*/ 52893 h 579567"/>
                <a:gd name="connsiteX189" fmla="*/ 1840947 w 2912392"/>
                <a:gd name="connsiteY189" fmla="*/ 50746 h 579567"/>
                <a:gd name="connsiteX190" fmla="*/ 1850691 w 2912392"/>
                <a:gd name="connsiteY190" fmla="*/ 48602 h 579567"/>
                <a:gd name="connsiteX191" fmla="*/ 1860435 w 2912392"/>
                <a:gd name="connsiteY191" fmla="*/ 46464 h 579567"/>
                <a:gd name="connsiteX192" fmla="*/ 1870164 w 2912392"/>
                <a:gd name="connsiteY192" fmla="*/ 44332 h 579567"/>
                <a:gd name="connsiteX193" fmla="*/ 1879908 w 2912392"/>
                <a:gd name="connsiteY193" fmla="*/ 42209 h 579567"/>
                <a:gd name="connsiteX194" fmla="*/ 1889652 w 2912392"/>
                <a:gd name="connsiteY194" fmla="*/ 40098 h 579567"/>
                <a:gd name="connsiteX195" fmla="*/ 1899395 w 2912392"/>
                <a:gd name="connsiteY195" fmla="*/ 38000 h 579567"/>
                <a:gd name="connsiteX196" fmla="*/ 1909124 w 2912392"/>
                <a:gd name="connsiteY196" fmla="*/ 35920 h 579567"/>
                <a:gd name="connsiteX197" fmla="*/ 1918868 w 2912392"/>
                <a:gd name="connsiteY197" fmla="*/ 33858 h 579567"/>
                <a:gd name="connsiteX198" fmla="*/ 1928612 w 2912392"/>
                <a:gd name="connsiteY198" fmla="*/ 31818 h 579567"/>
                <a:gd name="connsiteX199" fmla="*/ 1938356 w 2912392"/>
                <a:gd name="connsiteY199" fmla="*/ 29804 h 579567"/>
                <a:gd name="connsiteX200" fmla="*/ 1948085 w 2912392"/>
                <a:gd name="connsiteY200" fmla="*/ 27819 h 579567"/>
                <a:gd name="connsiteX201" fmla="*/ 1957829 w 2912392"/>
                <a:gd name="connsiteY201" fmla="*/ 25866 h 579567"/>
                <a:gd name="connsiteX202" fmla="*/ 1967573 w 2912392"/>
                <a:gd name="connsiteY202" fmla="*/ 23949 h 579567"/>
                <a:gd name="connsiteX203" fmla="*/ 1977317 w 2912392"/>
                <a:gd name="connsiteY203" fmla="*/ 22071 h 579567"/>
                <a:gd name="connsiteX204" fmla="*/ 1987046 w 2912392"/>
                <a:gd name="connsiteY204" fmla="*/ 20239 h 579567"/>
                <a:gd name="connsiteX205" fmla="*/ 1996790 w 2912392"/>
                <a:gd name="connsiteY205" fmla="*/ 18454 h 579567"/>
                <a:gd name="connsiteX206" fmla="*/ 2006534 w 2912392"/>
                <a:gd name="connsiteY206" fmla="*/ 16721 h 579567"/>
                <a:gd name="connsiteX207" fmla="*/ 2016278 w 2912392"/>
                <a:gd name="connsiteY207" fmla="*/ 15045 h 579567"/>
                <a:gd name="connsiteX208" fmla="*/ 2026022 w 2912392"/>
                <a:gd name="connsiteY208" fmla="*/ 13430 h 579567"/>
                <a:gd name="connsiteX209" fmla="*/ 2035751 w 2912392"/>
                <a:gd name="connsiteY209" fmla="*/ 11882 h 579567"/>
                <a:gd name="connsiteX210" fmla="*/ 2045495 w 2912392"/>
                <a:gd name="connsiteY210" fmla="*/ 10404 h 579567"/>
                <a:gd name="connsiteX211" fmla="*/ 2055239 w 2912392"/>
                <a:gd name="connsiteY211" fmla="*/ 9003 h 579567"/>
                <a:gd name="connsiteX212" fmla="*/ 2064983 w 2912392"/>
                <a:gd name="connsiteY212" fmla="*/ 7683 h 579567"/>
                <a:gd name="connsiteX213" fmla="*/ 2074712 w 2912392"/>
                <a:gd name="connsiteY213" fmla="*/ 6450 h 579567"/>
                <a:gd name="connsiteX214" fmla="*/ 2084456 w 2912392"/>
                <a:gd name="connsiteY214" fmla="*/ 5307 h 579567"/>
                <a:gd name="connsiteX215" fmla="*/ 2094200 w 2912392"/>
                <a:gd name="connsiteY215" fmla="*/ 4261 h 579567"/>
                <a:gd name="connsiteX216" fmla="*/ 2103944 w 2912392"/>
                <a:gd name="connsiteY216" fmla="*/ 3316 h 579567"/>
                <a:gd name="connsiteX217" fmla="*/ 2113673 w 2912392"/>
                <a:gd name="connsiteY217" fmla="*/ 2479 h 579567"/>
                <a:gd name="connsiteX218" fmla="*/ 2123417 w 2912392"/>
                <a:gd name="connsiteY218" fmla="*/ 1755 h 579567"/>
                <a:gd name="connsiteX219" fmla="*/ 2133161 w 2912392"/>
                <a:gd name="connsiteY219" fmla="*/ 1149 h 579567"/>
                <a:gd name="connsiteX220" fmla="*/ 2142905 w 2912392"/>
                <a:gd name="connsiteY220" fmla="*/ 664 h 579567"/>
                <a:gd name="connsiteX221" fmla="*/ 2152649 w 2912392"/>
                <a:gd name="connsiteY221" fmla="*/ 308 h 579567"/>
                <a:gd name="connsiteX222" fmla="*/ 2162377 w 2912392"/>
                <a:gd name="connsiteY222" fmla="*/ 85 h 579567"/>
                <a:gd name="connsiteX223" fmla="*/ 2172121 w 2912392"/>
                <a:gd name="connsiteY223" fmla="*/ 0 h 579567"/>
                <a:gd name="connsiteX224" fmla="*/ 2181865 w 2912392"/>
                <a:gd name="connsiteY224" fmla="*/ 57 h 579567"/>
                <a:gd name="connsiteX225" fmla="*/ 2191609 w 2912392"/>
                <a:gd name="connsiteY225" fmla="*/ 262 h 579567"/>
                <a:gd name="connsiteX226" fmla="*/ 2201338 w 2912392"/>
                <a:gd name="connsiteY226" fmla="*/ 618 h 579567"/>
                <a:gd name="connsiteX227" fmla="*/ 2211082 w 2912392"/>
                <a:gd name="connsiteY227" fmla="*/ 1131 h 579567"/>
                <a:gd name="connsiteX228" fmla="*/ 2220826 w 2912392"/>
                <a:gd name="connsiteY228" fmla="*/ 1803 h 579567"/>
                <a:gd name="connsiteX229" fmla="*/ 2230570 w 2912392"/>
                <a:gd name="connsiteY229" fmla="*/ 2639 h 579567"/>
                <a:gd name="connsiteX230" fmla="*/ 2240299 w 2912392"/>
                <a:gd name="connsiteY230" fmla="*/ 3643 h 579567"/>
                <a:gd name="connsiteX231" fmla="*/ 2250043 w 2912392"/>
                <a:gd name="connsiteY231" fmla="*/ 4817 h 579567"/>
                <a:gd name="connsiteX232" fmla="*/ 2259787 w 2912392"/>
                <a:gd name="connsiteY232" fmla="*/ 6165 h 579567"/>
                <a:gd name="connsiteX233" fmla="*/ 2269531 w 2912392"/>
                <a:gd name="connsiteY233" fmla="*/ 7691 h 579567"/>
                <a:gd name="connsiteX234" fmla="*/ 2279260 w 2912392"/>
                <a:gd name="connsiteY234" fmla="*/ 9395 h 579567"/>
                <a:gd name="connsiteX235" fmla="*/ 2289004 w 2912392"/>
                <a:gd name="connsiteY235" fmla="*/ 11281 h 579567"/>
                <a:gd name="connsiteX236" fmla="*/ 2298748 w 2912392"/>
                <a:gd name="connsiteY236" fmla="*/ 13349 h 579567"/>
                <a:gd name="connsiteX237" fmla="*/ 2308492 w 2912392"/>
                <a:gd name="connsiteY237" fmla="*/ 15604 h 579567"/>
                <a:gd name="connsiteX238" fmla="*/ 2318236 w 2912392"/>
                <a:gd name="connsiteY238" fmla="*/ 18043 h 579567"/>
                <a:gd name="connsiteX239" fmla="*/ 2327965 w 2912392"/>
                <a:gd name="connsiteY239" fmla="*/ 20668 h 579567"/>
                <a:gd name="connsiteX240" fmla="*/ 2337709 w 2912392"/>
                <a:gd name="connsiteY240" fmla="*/ 23481 h 579567"/>
                <a:gd name="connsiteX241" fmla="*/ 2347453 w 2912392"/>
                <a:gd name="connsiteY241" fmla="*/ 26480 h 579567"/>
                <a:gd name="connsiteX242" fmla="*/ 2357197 w 2912392"/>
                <a:gd name="connsiteY242" fmla="*/ 29665 h 579567"/>
                <a:gd name="connsiteX243" fmla="*/ 2366926 w 2912392"/>
                <a:gd name="connsiteY243" fmla="*/ 33036 h 579567"/>
                <a:gd name="connsiteX244" fmla="*/ 2376670 w 2912392"/>
                <a:gd name="connsiteY244" fmla="*/ 36590 h 579567"/>
                <a:gd name="connsiteX245" fmla="*/ 2386413 w 2912392"/>
                <a:gd name="connsiteY245" fmla="*/ 40327 h 579567"/>
                <a:gd name="connsiteX246" fmla="*/ 2396157 w 2912392"/>
                <a:gd name="connsiteY246" fmla="*/ 44245 h 579567"/>
                <a:gd name="connsiteX247" fmla="*/ 2405886 w 2912392"/>
                <a:gd name="connsiteY247" fmla="*/ 48343 h 579567"/>
                <a:gd name="connsiteX248" fmla="*/ 2415630 w 2912392"/>
                <a:gd name="connsiteY248" fmla="*/ 52614 h 579567"/>
                <a:gd name="connsiteX249" fmla="*/ 2425374 w 2912392"/>
                <a:gd name="connsiteY249" fmla="*/ 57059 h 579567"/>
                <a:gd name="connsiteX250" fmla="*/ 2435118 w 2912392"/>
                <a:gd name="connsiteY250" fmla="*/ 61673 h 579567"/>
                <a:gd name="connsiteX251" fmla="*/ 2444862 w 2912392"/>
                <a:gd name="connsiteY251" fmla="*/ 66451 h 579567"/>
                <a:gd name="connsiteX252" fmla="*/ 2454591 w 2912392"/>
                <a:gd name="connsiteY252" fmla="*/ 71390 h 579567"/>
                <a:gd name="connsiteX253" fmla="*/ 2464335 w 2912392"/>
                <a:gd name="connsiteY253" fmla="*/ 76485 h 579567"/>
                <a:gd name="connsiteX254" fmla="*/ 2474079 w 2912392"/>
                <a:gd name="connsiteY254" fmla="*/ 81733 h 579567"/>
                <a:gd name="connsiteX255" fmla="*/ 2483823 w 2912392"/>
                <a:gd name="connsiteY255" fmla="*/ 87126 h 579567"/>
                <a:gd name="connsiteX256" fmla="*/ 2493552 w 2912392"/>
                <a:gd name="connsiteY256" fmla="*/ 92660 h 579567"/>
                <a:gd name="connsiteX257" fmla="*/ 2503296 w 2912392"/>
                <a:gd name="connsiteY257" fmla="*/ 98329 h 579567"/>
                <a:gd name="connsiteX258" fmla="*/ 2513040 w 2912392"/>
                <a:gd name="connsiteY258" fmla="*/ 104127 h 579567"/>
                <a:gd name="connsiteX259" fmla="*/ 2522784 w 2912392"/>
                <a:gd name="connsiteY259" fmla="*/ 110047 h 579567"/>
                <a:gd name="connsiteX260" fmla="*/ 2532513 w 2912392"/>
                <a:gd name="connsiteY260" fmla="*/ 116084 h 579567"/>
                <a:gd name="connsiteX261" fmla="*/ 2542257 w 2912392"/>
                <a:gd name="connsiteY261" fmla="*/ 122228 h 579567"/>
                <a:gd name="connsiteX262" fmla="*/ 2552001 w 2912392"/>
                <a:gd name="connsiteY262" fmla="*/ 128475 h 579567"/>
                <a:gd name="connsiteX263" fmla="*/ 2561745 w 2912392"/>
                <a:gd name="connsiteY263" fmla="*/ 134818 h 579567"/>
                <a:gd name="connsiteX264" fmla="*/ 2571474 w 2912392"/>
                <a:gd name="connsiteY264" fmla="*/ 141248 h 579567"/>
                <a:gd name="connsiteX265" fmla="*/ 2581218 w 2912392"/>
                <a:gd name="connsiteY265" fmla="*/ 147759 h 579567"/>
                <a:gd name="connsiteX266" fmla="*/ 2590962 w 2912392"/>
                <a:gd name="connsiteY266" fmla="*/ 154342 h 579567"/>
                <a:gd name="connsiteX267" fmla="*/ 2600705 w 2912392"/>
                <a:gd name="connsiteY267" fmla="*/ 160988 h 579567"/>
                <a:gd name="connsiteX268" fmla="*/ 2610449 w 2912392"/>
                <a:gd name="connsiteY268" fmla="*/ 167692 h 579567"/>
                <a:gd name="connsiteX269" fmla="*/ 2620178 w 2912392"/>
                <a:gd name="connsiteY269" fmla="*/ 174446 h 579567"/>
                <a:gd name="connsiteX270" fmla="*/ 2629922 w 2912392"/>
                <a:gd name="connsiteY270" fmla="*/ 181240 h 579567"/>
                <a:gd name="connsiteX271" fmla="*/ 2639666 w 2912392"/>
                <a:gd name="connsiteY271" fmla="*/ 188067 h 579567"/>
                <a:gd name="connsiteX272" fmla="*/ 2649410 w 2912392"/>
                <a:gd name="connsiteY272" fmla="*/ 194919 h 579567"/>
                <a:gd name="connsiteX273" fmla="*/ 2659139 w 2912392"/>
                <a:gd name="connsiteY273" fmla="*/ 201789 h 579567"/>
                <a:gd name="connsiteX274" fmla="*/ 2668883 w 2912392"/>
                <a:gd name="connsiteY274" fmla="*/ 208666 h 579567"/>
                <a:gd name="connsiteX275" fmla="*/ 2678627 w 2912392"/>
                <a:gd name="connsiteY275" fmla="*/ 215544 h 579567"/>
                <a:gd name="connsiteX276" fmla="*/ 2688371 w 2912392"/>
                <a:gd name="connsiteY276" fmla="*/ 222415 h 579567"/>
                <a:gd name="connsiteX277" fmla="*/ 2698100 w 2912392"/>
                <a:gd name="connsiteY277" fmla="*/ 229270 h 579567"/>
                <a:gd name="connsiteX278" fmla="*/ 2707844 w 2912392"/>
                <a:gd name="connsiteY278" fmla="*/ 236101 h 579567"/>
                <a:gd name="connsiteX279" fmla="*/ 2717588 w 2912392"/>
                <a:gd name="connsiteY279" fmla="*/ 242901 h 579567"/>
                <a:gd name="connsiteX280" fmla="*/ 2727332 w 2912392"/>
                <a:gd name="connsiteY280" fmla="*/ 249662 h 579567"/>
                <a:gd name="connsiteX281" fmla="*/ 2737076 w 2912392"/>
                <a:gd name="connsiteY281" fmla="*/ 256376 h 579567"/>
                <a:gd name="connsiteX282" fmla="*/ 2746805 w 2912392"/>
                <a:gd name="connsiteY282" fmla="*/ 263036 h 579567"/>
                <a:gd name="connsiteX283" fmla="*/ 2756549 w 2912392"/>
                <a:gd name="connsiteY283" fmla="*/ 269631 h 579567"/>
                <a:gd name="connsiteX284" fmla="*/ 2766293 w 2912392"/>
                <a:gd name="connsiteY284" fmla="*/ 276159 h 579567"/>
                <a:gd name="connsiteX285" fmla="*/ 2776037 w 2912392"/>
                <a:gd name="connsiteY285" fmla="*/ 282607 h 579567"/>
                <a:gd name="connsiteX286" fmla="*/ 2785766 w 2912392"/>
                <a:gd name="connsiteY286" fmla="*/ 288972 h 579567"/>
                <a:gd name="connsiteX287" fmla="*/ 2795510 w 2912392"/>
                <a:gd name="connsiteY287" fmla="*/ 295244 h 579567"/>
                <a:gd name="connsiteX288" fmla="*/ 2805254 w 2912392"/>
                <a:gd name="connsiteY288" fmla="*/ 301417 h 579567"/>
                <a:gd name="connsiteX289" fmla="*/ 2814998 w 2912392"/>
                <a:gd name="connsiteY289" fmla="*/ 307484 h 579567"/>
                <a:gd name="connsiteX290" fmla="*/ 2824727 w 2912392"/>
                <a:gd name="connsiteY290" fmla="*/ 313437 h 579567"/>
                <a:gd name="connsiteX291" fmla="*/ 2834471 w 2912392"/>
                <a:gd name="connsiteY291" fmla="*/ 319270 h 579567"/>
                <a:gd name="connsiteX292" fmla="*/ 2844215 w 2912392"/>
                <a:gd name="connsiteY292" fmla="*/ 324977 h 579567"/>
                <a:gd name="connsiteX293" fmla="*/ 2853958 w 2912392"/>
                <a:gd name="connsiteY293" fmla="*/ 330549 h 579567"/>
                <a:gd name="connsiteX294" fmla="*/ 2863687 w 2912392"/>
                <a:gd name="connsiteY294" fmla="*/ 335981 h 579567"/>
                <a:gd name="connsiteX295" fmla="*/ 2873431 w 2912392"/>
                <a:gd name="connsiteY295" fmla="*/ 341267 h 579567"/>
                <a:gd name="connsiteX296" fmla="*/ 2883175 w 2912392"/>
                <a:gd name="connsiteY296" fmla="*/ 346400 h 579567"/>
                <a:gd name="connsiteX297" fmla="*/ 2892919 w 2912392"/>
                <a:gd name="connsiteY297" fmla="*/ 351372 h 579567"/>
                <a:gd name="connsiteX298" fmla="*/ 2902663 w 2912392"/>
                <a:gd name="connsiteY298" fmla="*/ 356180 h 579567"/>
                <a:gd name="connsiteX299" fmla="*/ 2912392 w 2912392"/>
                <a:gd name="connsiteY299" fmla="*/ 360815 h 579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79567">
                  <a:moveTo>
                    <a:pt x="0" y="453501"/>
                  </a:moveTo>
                  <a:lnTo>
                    <a:pt x="9739" y="459958"/>
                  </a:lnTo>
                  <a:lnTo>
                    <a:pt x="19480" y="466284"/>
                  </a:lnTo>
                  <a:lnTo>
                    <a:pt x="29221" y="472478"/>
                  </a:lnTo>
                  <a:lnTo>
                    <a:pt x="38961" y="478531"/>
                  </a:lnTo>
                  <a:lnTo>
                    <a:pt x="48702" y="484440"/>
                  </a:lnTo>
                  <a:lnTo>
                    <a:pt x="58443" y="490203"/>
                  </a:lnTo>
                  <a:lnTo>
                    <a:pt x="68182" y="495813"/>
                  </a:lnTo>
                  <a:lnTo>
                    <a:pt x="77923" y="501266"/>
                  </a:lnTo>
                  <a:lnTo>
                    <a:pt x="87664" y="506561"/>
                  </a:lnTo>
                  <a:lnTo>
                    <a:pt x="97404" y="511691"/>
                  </a:lnTo>
                  <a:lnTo>
                    <a:pt x="107145" y="516655"/>
                  </a:lnTo>
                  <a:lnTo>
                    <a:pt x="116886" y="521448"/>
                  </a:lnTo>
                  <a:lnTo>
                    <a:pt x="126625" y="526068"/>
                  </a:lnTo>
                  <a:lnTo>
                    <a:pt x="136366" y="530511"/>
                  </a:lnTo>
                  <a:lnTo>
                    <a:pt x="146107" y="534775"/>
                  </a:lnTo>
                  <a:lnTo>
                    <a:pt x="155846" y="538857"/>
                  </a:lnTo>
                  <a:lnTo>
                    <a:pt x="165587" y="542755"/>
                  </a:lnTo>
                  <a:lnTo>
                    <a:pt x="175328" y="546466"/>
                  </a:lnTo>
                  <a:lnTo>
                    <a:pt x="185068" y="549989"/>
                  </a:lnTo>
                  <a:lnTo>
                    <a:pt x="194809" y="553320"/>
                  </a:lnTo>
                  <a:lnTo>
                    <a:pt x="204550" y="556459"/>
                  </a:lnTo>
                  <a:lnTo>
                    <a:pt x="214289" y="559403"/>
                  </a:lnTo>
                  <a:lnTo>
                    <a:pt x="224030" y="562150"/>
                  </a:lnTo>
                  <a:lnTo>
                    <a:pt x="233771" y="564700"/>
                  </a:lnTo>
                  <a:lnTo>
                    <a:pt x="243510" y="567051"/>
                  </a:lnTo>
                  <a:lnTo>
                    <a:pt x="253251" y="569202"/>
                  </a:lnTo>
                  <a:lnTo>
                    <a:pt x="262992" y="571152"/>
                  </a:lnTo>
                  <a:lnTo>
                    <a:pt x="272732" y="572900"/>
                  </a:lnTo>
                  <a:lnTo>
                    <a:pt x="282473" y="574445"/>
                  </a:lnTo>
                  <a:lnTo>
                    <a:pt x="292214" y="575788"/>
                  </a:lnTo>
                  <a:lnTo>
                    <a:pt x="301953" y="576927"/>
                  </a:lnTo>
                  <a:lnTo>
                    <a:pt x="311694" y="577861"/>
                  </a:lnTo>
                  <a:lnTo>
                    <a:pt x="321435" y="578594"/>
                  </a:lnTo>
                  <a:lnTo>
                    <a:pt x="331175" y="579122"/>
                  </a:lnTo>
                  <a:lnTo>
                    <a:pt x="340916" y="579447"/>
                  </a:lnTo>
                  <a:lnTo>
                    <a:pt x="350656" y="579567"/>
                  </a:lnTo>
                  <a:lnTo>
                    <a:pt x="360396" y="579487"/>
                  </a:lnTo>
                  <a:lnTo>
                    <a:pt x="370137" y="579205"/>
                  </a:lnTo>
                  <a:lnTo>
                    <a:pt x="379878" y="578721"/>
                  </a:lnTo>
                  <a:lnTo>
                    <a:pt x="389617" y="578039"/>
                  </a:lnTo>
                  <a:lnTo>
                    <a:pt x="399358" y="577157"/>
                  </a:lnTo>
                  <a:lnTo>
                    <a:pt x="409099" y="576078"/>
                  </a:lnTo>
                  <a:lnTo>
                    <a:pt x="418839" y="574804"/>
                  </a:lnTo>
                  <a:lnTo>
                    <a:pt x="428580" y="573335"/>
                  </a:lnTo>
                  <a:lnTo>
                    <a:pt x="438321" y="571675"/>
                  </a:lnTo>
                  <a:lnTo>
                    <a:pt x="448060" y="569825"/>
                  </a:lnTo>
                  <a:lnTo>
                    <a:pt x="457801" y="567787"/>
                  </a:lnTo>
                  <a:lnTo>
                    <a:pt x="467542" y="565564"/>
                  </a:lnTo>
                  <a:lnTo>
                    <a:pt x="477281" y="563158"/>
                  </a:lnTo>
                  <a:lnTo>
                    <a:pt x="487022" y="560571"/>
                  </a:lnTo>
                  <a:lnTo>
                    <a:pt x="496763" y="557807"/>
                  </a:lnTo>
                  <a:lnTo>
                    <a:pt x="506503" y="554871"/>
                  </a:lnTo>
                  <a:lnTo>
                    <a:pt x="516244" y="551761"/>
                  </a:lnTo>
                  <a:lnTo>
                    <a:pt x="525985" y="548487"/>
                  </a:lnTo>
                  <a:lnTo>
                    <a:pt x="535724" y="545046"/>
                  </a:lnTo>
                  <a:lnTo>
                    <a:pt x="545465" y="541447"/>
                  </a:lnTo>
                  <a:lnTo>
                    <a:pt x="555206" y="537691"/>
                  </a:lnTo>
                  <a:lnTo>
                    <a:pt x="564946" y="533781"/>
                  </a:lnTo>
                  <a:lnTo>
                    <a:pt x="574687" y="529726"/>
                  </a:lnTo>
                  <a:lnTo>
                    <a:pt x="584428" y="525526"/>
                  </a:lnTo>
                  <a:lnTo>
                    <a:pt x="594167" y="521187"/>
                  </a:lnTo>
                  <a:lnTo>
                    <a:pt x="603908" y="516715"/>
                  </a:lnTo>
                  <a:lnTo>
                    <a:pt x="613649" y="512112"/>
                  </a:lnTo>
                  <a:lnTo>
                    <a:pt x="623388" y="507385"/>
                  </a:lnTo>
                  <a:lnTo>
                    <a:pt x="633129" y="502538"/>
                  </a:lnTo>
                  <a:lnTo>
                    <a:pt x="642870" y="497578"/>
                  </a:lnTo>
                  <a:lnTo>
                    <a:pt x="652610" y="492508"/>
                  </a:lnTo>
                  <a:lnTo>
                    <a:pt x="662351" y="487337"/>
                  </a:lnTo>
                  <a:lnTo>
                    <a:pt x="672092" y="482065"/>
                  </a:lnTo>
                  <a:lnTo>
                    <a:pt x="681831" y="476703"/>
                  </a:lnTo>
                  <a:lnTo>
                    <a:pt x="691572" y="471255"/>
                  </a:lnTo>
                  <a:lnTo>
                    <a:pt x="701313" y="465726"/>
                  </a:lnTo>
                  <a:lnTo>
                    <a:pt x="711052" y="460122"/>
                  </a:lnTo>
                  <a:lnTo>
                    <a:pt x="720793" y="454450"/>
                  </a:lnTo>
                  <a:lnTo>
                    <a:pt x="730534" y="448716"/>
                  </a:lnTo>
                  <a:lnTo>
                    <a:pt x="740274" y="442924"/>
                  </a:lnTo>
                  <a:lnTo>
                    <a:pt x="750015" y="437084"/>
                  </a:lnTo>
                  <a:lnTo>
                    <a:pt x="759756" y="431197"/>
                  </a:lnTo>
                  <a:lnTo>
                    <a:pt x="769495" y="425275"/>
                  </a:lnTo>
                  <a:lnTo>
                    <a:pt x="779236" y="419320"/>
                  </a:lnTo>
                  <a:lnTo>
                    <a:pt x="788977" y="413338"/>
                  </a:lnTo>
                  <a:lnTo>
                    <a:pt x="798717" y="407338"/>
                  </a:lnTo>
                  <a:lnTo>
                    <a:pt x="808458" y="401323"/>
                  </a:lnTo>
                  <a:lnTo>
                    <a:pt x="818199" y="395301"/>
                  </a:lnTo>
                  <a:lnTo>
                    <a:pt x="827938" y="389278"/>
                  </a:lnTo>
                  <a:lnTo>
                    <a:pt x="837679" y="383257"/>
                  </a:lnTo>
                  <a:lnTo>
                    <a:pt x="847420" y="377247"/>
                  </a:lnTo>
                  <a:lnTo>
                    <a:pt x="857159" y="371253"/>
                  </a:lnTo>
                  <a:lnTo>
                    <a:pt x="866900" y="365278"/>
                  </a:lnTo>
                  <a:lnTo>
                    <a:pt x="876641" y="359332"/>
                  </a:lnTo>
                  <a:lnTo>
                    <a:pt x="886381" y="353416"/>
                  </a:lnTo>
                  <a:lnTo>
                    <a:pt x="896122" y="347537"/>
                  </a:lnTo>
                  <a:lnTo>
                    <a:pt x="905863" y="341699"/>
                  </a:lnTo>
                  <a:lnTo>
                    <a:pt x="915602" y="335908"/>
                  </a:lnTo>
                  <a:lnTo>
                    <a:pt x="925343" y="330167"/>
                  </a:lnTo>
                  <a:lnTo>
                    <a:pt x="935084" y="324482"/>
                  </a:lnTo>
                  <a:lnTo>
                    <a:pt x="944824" y="318855"/>
                  </a:lnTo>
                  <a:lnTo>
                    <a:pt x="954564" y="313291"/>
                  </a:lnTo>
                  <a:lnTo>
                    <a:pt x="964305" y="307795"/>
                  </a:lnTo>
                  <a:lnTo>
                    <a:pt x="974045" y="302370"/>
                  </a:lnTo>
                  <a:lnTo>
                    <a:pt x="983786" y="297017"/>
                  </a:lnTo>
                  <a:lnTo>
                    <a:pt x="993522" y="291741"/>
                  </a:lnTo>
                  <a:lnTo>
                    <a:pt x="1003266" y="286545"/>
                  </a:lnTo>
                  <a:lnTo>
                    <a:pt x="1013010" y="281430"/>
                  </a:lnTo>
                  <a:lnTo>
                    <a:pt x="1022754" y="276400"/>
                  </a:lnTo>
                  <a:lnTo>
                    <a:pt x="1032483" y="271455"/>
                  </a:lnTo>
                  <a:lnTo>
                    <a:pt x="1042227" y="266598"/>
                  </a:lnTo>
                  <a:lnTo>
                    <a:pt x="1051971" y="261829"/>
                  </a:lnTo>
                  <a:lnTo>
                    <a:pt x="1061715" y="257152"/>
                  </a:lnTo>
                  <a:lnTo>
                    <a:pt x="1071444" y="252565"/>
                  </a:lnTo>
                  <a:lnTo>
                    <a:pt x="1081188" y="248071"/>
                  </a:lnTo>
                  <a:lnTo>
                    <a:pt x="1090932" y="243668"/>
                  </a:lnTo>
                  <a:lnTo>
                    <a:pt x="1100676" y="239360"/>
                  </a:lnTo>
                  <a:lnTo>
                    <a:pt x="1110405" y="235143"/>
                  </a:lnTo>
                  <a:lnTo>
                    <a:pt x="1120149" y="231019"/>
                  </a:lnTo>
                  <a:lnTo>
                    <a:pt x="1129893" y="226987"/>
                  </a:lnTo>
                  <a:lnTo>
                    <a:pt x="1139637" y="223047"/>
                  </a:lnTo>
                  <a:lnTo>
                    <a:pt x="1149381" y="219195"/>
                  </a:lnTo>
                  <a:lnTo>
                    <a:pt x="1159110" y="215435"/>
                  </a:lnTo>
                  <a:lnTo>
                    <a:pt x="1168854" y="211761"/>
                  </a:lnTo>
                  <a:lnTo>
                    <a:pt x="1178598" y="208175"/>
                  </a:lnTo>
                  <a:lnTo>
                    <a:pt x="1188341" y="204672"/>
                  </a:lnTo>
                  <a:lnTo>
                    <a:pt x="1198070" y="201254"/>
                  </a:lnTo>
                  <a:lnTo>
                    <a:pt x="1207814" y="197917"/>
                  </a:lnTo>
                  <a:lnTo>
                    <a:pt x="1217558" y="194658"/>
                  </a:lnTo>
                  <a:lnTo>
                    <a:pt x="1227302" y="191476"/>
                  </a:lnTo>
                  <a:lnTo>
                    <a:pt x="1237031" y="188369"/>
                  </a:lnTo>
                  <a:lnTo>
                    <a:pt x="1246775" y="185336"/>
                  </a:lnTo>
                  <a:lnTo>
                    <a:pt x="1256519" y="182371"/>
                  </a:lnTo>
                  <a:lnTo>
                    <a:pt x="1266263" y="179473"/>
                  </a:lnTo>
                  <a:lnTo>
                    <a:pt x="1276007" y="176641"/>
                  </a:lnTo>
                  <a:lnTo>
                    <a:pt x="1285736" y="173871"/>
                  </a:lnTo>
                  <a:lnTo>
                    <a:pt x="1295480" y="171161"/>
                  </a:lnTo>
                  <a:lnTo>
                    <a:pt x="1305224" y="168506"/>
                  </a:lnTo>
                  <a:lnTo>
                    <a:pt x="1314968" y="165906"/>
                  </a:lnTo>
                  <a:lnTo>
                    <a:pt x="1324697" y="163357"/>
                  </a:lnTo>
                  <a:lnTo>
                    <a:pt x="1334441" y="160857"/>
                  </a:lnTo>
                  <a:lnTo>
                    <a:pt x="1344185" y="158403"/>
                  </a:lnTo>
                  <a:lnTo>
                    <a:pt x="1353929" y="155992"/>
                  </a:lnTo>
                  <a:lnTo>
                    <a:pt x="1363658" y="153622"/>
                  </a:lnTo>
                  <a:lnTo>
                    <a:pt x="1373402" y="151289"/>
                  </a:lnTo>
                  <a:lnTo>
                    <a:pt x="1383146" y="148993"/>
                  </a:lnTo>
                  <a:lnTo>
                    <a:pt x="1392890" y="146728"/>
                  </a:lnTo>
                  <a:lnTo>
                    <a:pt x="1402619" y="144495"/>
                  </a:lnTo>
                  <a:lnTo>
                    <a:pt x="1412363" y="142290"/>
                  </a:lnTo>
                  <a:lnTo>
                    <a:pt x="1422106" y="140110"/>
                  </a:lnTo>
                  <a:lnTo>
                    <a:pt x="1431850" y="137954"/>
                  </a:lnTo>
                  <a:lnTo>
                    <a:pt x="1441594" y="135819"/>
                  </a:lnTo>
                  <a:lnTo>
                    <a:pt x="1451323" y="133703"/>
                  </a:lnTo>
                  <a:lnTo>
                    <a:pt x="1461067" y="131606"/>
                  </a:lnTo>
                  <a:lnTo>
                    <a:pt x="1470811" y="129523"/>
                  </a:lnTo>
                  <a:lnTo>
                    <a:pt x="1480555" y="127455"/>
                  </a:lnTo>
                  <a:lnTo>
                    <a:pt x="1490284" y="125397"/>
                  </a:lnTo>
                  <a:lnTo>
                    <a:pt x="1500028" y="123350"/>
                  </a:lnTo>
                  <a:lnTo>
                    <a:pt x="1509772" y="121310"/>
                  </a:lnTo>
                  <a:lnTo>
                    <a:pt x="1519516" y="119280"/>
                  </a:lnTo>
                  <a:lnTo>
                    <a:pt x="1529245" y="117253"/>
                  </a:lnTo>
                  <a:lnTo>
                    <a:pt x="1538989" y="115232"/>
                  </a:lnTo>
                  <a:lnTo>
                    <a:pt x="1548733" y="113213"/>
                  </a:lnTo>
                  <a:lnTo>
                    <a:pt x="1558477" y="111196"/>
                  </a:lnTo>
                  <a:lnTo>
                    <a:pt x="1568221" y="109180"/>
                  </a:lnTo>
                  <a:lnTo>
                    <a:pt x="1577950" y="107162"/>
                  </a:lnTo>
                  <a:lnTo>
                    <a:pt x="1587694" y="105144"/>
                  </a:lnTo>
                  <a:lnTo>
                    <a:pt x="1597438" y="103123"/>
                  </a:lnTo>
                  <a:lnTo>
                    <a:pt x="1607182" y="101100"/>
                  </a:lnTo>
                  <a:lnTo>
                    <a:pt x="1616911" y="99072"/>
                  </a:lnTo>
                  <a:lnTo>
                    <a:pt x="1626655" y="97040"/>
                  </a:lnTo>
                  <a:lnTo>
                    <a:pt x="1636399" y="95002"/>
                  </a:lnTo>
                  <a:lnTo>
                    <a:pt x="1646142" y="92959"/>
                  </a:lnTo>
                  <a:lnTo>
                    <a:pt x="1655872" y="90911"/>
                  </a:lnTo>
                  <a:lnTo>
                    <a:pt x="1665616" y="88855"/>
                  </a:lnTo>
                  <a:lnTo>
                    <a:pt x="1675359" y="86791"/>
                  </a:lnTo>
                  <a:lnTo>
                    <a:pt x="1685103" y="84722"/>
                  </a:lnTo>
                  <a:lnTo>
                    <a:pt x="1694832" y="82645"/>
                  </a:lnTo>
                  <a:lnTo>
                    <a:pt x="1704576" y="80559"/>
                  </a:lnTo>
                  <a:lnTo>
                    <a:pt x="1714320" y="78467"/>
                  </a:lnTo>
                  <a:lnTo>
                    <a:pt x="1724064" y="76366"/>
                  </a:lnTo>
                  <a:lnTo>
                    <a:pt x="1733808" y="74259"/>
                  </a:lnTo>
                  <a:lnTo>
                    <a:pt x="1743537" y="72145"/>
                  </a:lnTo>
                  <a:lnTo>
                    <a:pt x="1753281" y="70025"/>
                  </a:lnTo>
                  <a:lnTo>
                    <a:pt x="1763025" y="67898"/>
                  </a:lnTo>
                  <a:lnTo>
                    <a:pt x="1772769" y="65764"/>
                  </a:lnTo>
                  <a:lnTo>
                    <a:pt x="1782498" y="63626"/>
                  </a:lnTo>
                  <a:lnTo>
                    <a:pt x="1792242" y="61485"/>
                  </a:lnTo>
                  <a:lnTo>
                    <a:pt x="1801986" y="59338"/>
                  </a:lnTo>
                  <a:lnTo>
                    <a:pt x="1811730" y="57191"/>
                  </a:lnTo>
                  <a:lnTo>
                    <a:pt x="1821459" y="55041"/>
                  </a:lnTo>
                  <a:lnTo>
                    <a:pt x="1831203" y="52893"/>
                  </a:lnTo>
                  <a:lnTo>
                    <a:pt x="1840947" y="50746"/>
                  </a:lnTo>
                  <a:lnTo>
                    <a:pt x="1850691" y="48602"/>
                  </a:lnTo>
                  <a:lnTo>
                    <a:pt x="1860435" y="46464"/>
                  </a:lnTo>
                  <a:lnTo>
                    <a:pt x="1870164" y="44332"/>
                  </a:lnTo>
                  <a:lnTo>
                    <a:pt x="1879908" y="42209"/>
                  </a:lnTo>
                  <a:lnTo>
                    <a:pt x="1889652" y="40098"/>
                  </a:lnTo>
                  <a:lnTo>
                    <a:pt x="1899395" y="38000"/>
                  </a:lnTo>
                  <a:lnTo>
                    <a:pt x="1909124" y="35920"/>
                  </a:lnTo>
                  <a:lnTo>
                    <a:pt x="1918868" y="33858"/>
                  </a:lnTo>
                  <a:lnTo>
                    <a:pt x="1928612" y="31818"/>
                  </a:lnTo>
                  <a:lnTo>
                    <a:pt x="1938356" y="29804"/>
                  </a:lnTo>
                  <a:lnTo>
                    <a:pt x="1948085" y="27819"/>
                  </a:lnTo>
                  <a:lnTo>
                    <a:pt x="1957829" y="25866"/>
                  </a:lnTo>
                  <a:lnTo>
                    <a:pt x="1967573" y="23949"/>
                  </a:lnTo>
                  <a:lnTo>
                    <a:pt x="1977317" y="22071"/>
                  </a:lnTo>
                  <a:lnTo>
                    <a:pt x="1987046" y="20239"/>
                  </a:lnTo>
                  <a:lnTo>
                    <a:pt x="1996790" y="18454"/>
                  </a:lnTo>
                  <a:lnTo>
                    <a:pt x="2006534" y="16721"/>
                  </a:lnTo>
                  <a:lnTo>
                    <a:pt x="2016278" y="15045"/>
                  </a:lnTo>
                  <a:lnTo>
                    <a:pt x="2026022" y="13430"/>
                  </a:lnTo>
                  <a:lnTo>
                    <a:pt x="2035751" y="11882"/>
                  </a:lnTo>
                  <a:lnTo>
                    <a:pt x="2045495" y="10404"/>
                  </a:lnTo>
                  <a:lnTo>
                    <a:pt x="2055239" y="9003"/>
                  </a:lnTo>
                  <a:lnTo>
                    <a:pt x="2064983" y="7683"/>
                  </a:lnTo>
                  <a:lnTo>
                    <a:pt x="2074712" y="6450"/>
                  </a:lnTo>
                  <a:lnTo>
                    <a:pt x="2084456" y="5307"/>
                  </a:lnTo>
                  <a:lnTo>
                    <a:pt x="2094200" y="4261"/>
                  </a:lnTo>
                  <a:lnTo>
                    <a:pt x="2103944" y="3316"/>
                  </a:lnTo>
                  <a:lnTo>
                    <a:pt x="2113673" y="2479"/>
                  </a:lnTo>
                  <a:lnTo>
                    <a:pt x="2123417" y="1755"/>
                  </a:lnTo>
                  <a:lnTo>
                    <a:pt x="2133161" y="1149"/>
                  </a:lnTo>
                  <a:lnTo>
                    <a:pt x="2142905" y="664"/>
                  </a:lnTo>
                  <a:lnTo>
                    <a:pt x="2152649" y="308"/>
                  </a:lnTo>
                  <a:lnTo>
                    <a:pt x="2162377" y="85"/>
                  </a:lnTo>
                  <a:lnTo>
                    <a:pt x="2172121" y="0"/>
                  </a:lnTo>
                  <a:lnTo>
                    <a:pt x="2181865" y="57"/>
                  </a:lnTo>
                  <a:lnTo>
                    <a:pt x="2191609" y="262"/>
                  </a:lnTo>
                  <a:lnTo>
                    <a:pt x="2201338" y="618"/>
                  </a:lnTo>
                  <a:lnTo>
                    <a:pt x="2211082" y="1131"/>
                  </a:lnTo>
                  <a:lnTo>
                    <a:pt x="2220826" y="1803"/>
                  </a:lnTo>
                  <a:lnTo>
                    <a:pt x="2230570" y="2639"/>
                  </a:lnTo>
                  <a:lnTo>
                    <a:pt x="2240299" y="3643"/>
                  </a:lnTo>
                  <a:lnTo>
                    <a:pt x="2250043" y="4817"/>
                  </a:lnTo>
                  <a:lnTo>
                    <a:pt x="2259787" y="6165"/>
                  </a:lnTo>
                  <a:lnTo>
                    <a:pt x="2269531" y="7691"/>
                  </a:lnTo>
                  <a:lnTo>
                    <a:pt x="2279260" y="9395"/>
                  </a:lnTo>
                  <a:lnTo>
                    <a:pt x="2289004" y="11281"/>
                  </a:lnTo>
                  <a:lnTo>
                    <a:pt x="2298748" y="13349"/>
                  </a:lnTo>
                  <a:lnTo>
                    <a:pt x="2308492" y="15604"/>
                  </a:lnTo>
                  <a:lnTo>
                    <a:pt x="2318236" y="18043"/>
                  </a:lnTo>
                  <a:lnTo>
                    <a:pt x="2327965" y="20668"/>
                  </a:lnTo>
                  <a:lnTo>
                    <a:pt x="2337709" y="23481"/>
                  </a:lnTo>
                  <a:lnTo>
                    <a:pt x="2347453" y="26480"/>
                  </a:lnTo>
                  <a:lnTo>
                    <a:pt x="2357197" y="29665"/>
                  </a:lnTo>
                  <a:lnTo>
                    <a:pt x="2366926" y="33036"/>
                  </a:lnTo>
                  <a:lnTo>
                    <a:pt x="2376670" y="36590"/>
                  </a:lnTo>
                  <a:lnTo>
                    <a:pt x="2386413" y="40327"/>
                  </a:lnTo>
                  <a:lnTo>
                    <a:pt x="2396157" y="44245"/>
                  </a:lnTo>
                  <a:lnTo>
                    <a:pt x="2405886" y="48343"/>
                  </a:lnTo>
                  <a:lnTo>
                    <a:pt x="2415630" y="52614"/>
                  </a:lnTo>
                  <a:lnTo>
                    <a:pt x="2425374" y="57059"/>
                  </a:lnTo>
                  <a:lnTo>
                    <a:pt x="2435118" y="61673"/>
                  </a:lnTo>
                  <a:lnTo>
                    <a:pt x="2444862" y="66451"/>
                  </a:lnTo>
                  <a:lnTo>
                    <a:pt x="2454591" y="71390"/>
                  </a:lnTo>
                  <a:lnTo>
                    <a:pt x="2464335" y="76485"/>
                  </a:lnTo>
                  <a:lnTo>
                    <a:pt x="2474079" y="81733"/>
                  </a:lnTo>
                  <a:lnTo>
                    <a:pt x="2483823" y="87126"/>
                  </a:lnTo>
                  <a:lnTo>
                    <a:pt x="2493552" y="92660"/>
                  </a:lnTo>
                  <a:lnTo>
                    <a:pt x="2503296" y="98329"/>
                  </a:lnTo>
                  <a:lnTo>
                    <a:pt x="2513040" y="104127"/>
                  </a:lnTo>
                  <a:lnTo>
                    <a:pt x="2522784" y="110047"/>
                  </a:lnTo>
                  <a:lnTo>
                    <a:pt x="2532513" y="116084"/>
                  </a:lnTo>
                  <a:lnTo>
                    <a:pt x="2542257" y="122228"/>
                  </a:lnTo>
                  <a:lnTo>
                    <a:pt x="2552001" y="128475"/>
                  </a:lnTo>
                  <a:lnTo>
                    <a:pt x="2561745" y="134818"/>
                  </a:lnTo>
                  <a:lnTo>
                    <a:pt x="2571474" y="141248"/>
                  </a:lnTo>
                  <a:lnTo>
                    <a:pt x="2581218" y="147759"/>
                  </a:lnTo>
                  <a:lnTo>
                    <a:pt x="2590962" y="154342"/>
                  </a:lnTo>
                  <a:lnTo>
                    <a:pt x="2600705" y="160988"/>
                  </a:lnTo>
                  <a:lnTo>
                    <a:pt x="2610449" y="167692"/>
                  </a:lnTo>
                  <a:lnTo>
                    <a:pt x="2620178" y="174446"/>
                  </a:lnTo>
                  <a:lnTo>
                    <a:pt x="2629922" y="181240"/>
                  </a:lnTo>
                  <a:lnTo>
                    <a:pt x="2639666" y="188067"/>
                  </a:lnTo>
                  <a:lnTo>
                    <a:pt x="2649410" y="194919"/>
                  </a:lnTo>
                  <a:lnTo>
                    <a:pt x="2659139" y="201789"/>
                  </a:lnTo>
                  <a:lnTo>
                    <a:pt x="2668883" y="208666"/>
                  </a:lnTo>
                  <a:lnTo>
                    <a:pt x="2678627" y="215544"/>
                  </a:lnTo>
                  <a:lnTo>
                    <a:pt x="2688371" y="222415"/>
                  </a:lnTo>
                  <a:lnTo>
                    <a:pt x="2698100" y="229270"/>
                  </a:lnTo>
                  <a:lnTo>
                    <a:pt x="2707844" y="236101"/>
                  </a:lnTo>
                  <a:lnTo>
                    <a:pt x="2717588" y="242901"/>
                  </a:lnTo>
                  <a:lnTo>
                    <a:pt x="2727332" y="249662"/>
                  </a:lnTo>
                  <a:lnTo>
                    <a:pt x="2737076" y="256376"/>
                  </a:lnTo>
                  <a:lnTo>
                    <a:pt x="2746805" y="263036"/>
                  </a:lnTo>
                  <a:lnTo>
                    <a:pt x="2756549" y="269631"/>
                  </a:lnTo>
                  <a:lnTo>
                    <a:pt x="2766293" y="276159"/>
                  </a:lnTo>
                  <a:lnTo>
                    <a:pt x="2776037" y="282607"/>
                  </a:lnTo>
                  <a:lnTo>
                    <a:pt x="2785766" y="288972"/>
                  </a:lnTo>
                  <a:lnTo>
                    <a:pt x="2795510" y="295244"/>
                  </a:lnTo>
                  <a:lnTo>
                    <a:pt x="2805254" y="301417"/>
                  </a:lnTo>
                  <a:lnTo>
                    <a:pt x="2814998" y="307484"/>
                  </a:lnTo>
                  <a:lnTo>
                    <a:pt x="2824727" y="313437"/>
                  </a:lnTo>
                  <a:lnTo>
                    <a:pt x="2834471" y="319270"/>
                  </a:lnTo>
                  <a:lnTo>
                    <a:pt x="2844215" y="324977"/>
                  </a:lnTo>
                  <a:lnTo>
                    <a:pt x="2853958" y="330549"/>
                  </a:lnTo>
                  <a:lnTo>
                    <a:pt x="2863687" y="335981"/>
                  </a:lnTo>
                  <a:lnTo>
                    <a:pt x="2873431" y="341267"/>
                  </a:lnTo>
                  <a:lnTo>
                    <a:pt x="2883175" y="346400"/>
                  </a:lnTo>
                  <a:lnTo>
                    <a:pt x="2892919" y="351372"/>
                  </a:lnTo>
                  <a:lnTo>
                    <a:pt x="2902663" y="356180"/>
                  </a:lnTo>
                  <a:lnTo>
                    <a:pt x="2912392" y="36081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9" name="Freeform 728">
              <a:extLst>
                <a:ext uri="{FF2B5EF4-FFF2-40B4-BE49-F238E27FC236}">
                  <a16:creationId xmlns:a16="http://schemas.microsoft.com/office/drawing/2014/main" id="{85DA1AEE-5D4F-5973-2A19-CE63A2703D78}"/>
                </a:ext>
              </a:extLst>
            </p:cNvPr>
            <p:cNvSpPr/>
            <p:nvPr/>
          </p:nvSpPr>
          <p:spPr>
            <a:xfrm>
              <a:off x="576446" y="3336306"/>
              <a:ext cx="2912392" cy="541481"/>
            </a:xfrm>
            <a:custGeom>
              <a:avLst/>
              <a:gdLst>
                <a:gd name="connsiteX0" fmla="*/ 0 w 2912392"/>
                <a:gd name="connsiteY0" fmla="*/ 381585 h 541481"/>
                <a:gd name="connsiteX1" fmla="*/ 9739 w 2912392"/>
                <a:gd name="connsiteY1" fmla="*/ 381853 h 541481"/>
                <a:gd name="connsiteX2" fmla="*/ 19480 w 2912392"/>
                <a:gd name="connsiteY2" fmla="*/ 382172 h 541481"/>
                <a:gd name="connsiteX3" fmla="*/ 29221 w 2912392"/>
                <a:gd name="connsiteY3" fmla="*/ 382545 h 541481"/>
                <a:gd name="connsiteX4" fmla="*/ 38961 w 2912392"/>
                <a:gd name="connsiteY4" fmla="*/ 382966 h 541481"/>
                <a:gd name="connsiteX5" fmla="*/ 48702 w 2912392"/>
                <a:gd name="connsiteY5" fmla="*/ 383437 h 541481"/>
                <a:gd name="connsiteX6" fmla="*/ 58443 w 2912392"/>
                <a:gd name="connsiteY6" fmla="*/ 383959 h 541481"/>
                <a:gd name="connsiteX7" fmla="*/ 68182 w 2912392"/>
                <a:gd name="connsiteY7" fmla="*/ 384528 h 541481"/>
                <a:gd name="connsiteX8" fmla="*/ 77923 w 2912392"/>
                <a:gd name="connsiteY8" fmla="*/ 385145 h 541481"/>
                <a:gd name="connsiteX9" fmla="*/ 87664 w 2912392"/>
                <a:gd name="connsiteY9" fmla="*/ 385809 h 541481"/>
                <a:gd name="connsiteX10" fmla="*/ 97404 w 2912392"/>
                <a:gd name="connsiteY10" fmla="*/ 386518 h 541481"/>
                <a:gd name="connsiteX11" fmla="*/ 107145 w 2912392"/>
                <a:gd name="connsiteY11" fmla="*/ 387272 h 541481"/>
                <a:gd name="connsiteX12" fmla="*/ 116886 w 2912392"/>
                <a:gd name="connsiteY12" fmla="*/ 388072 h 541481"/>
                <a:gd name="connsiteX13" fmla="*/ 126625 w 2912392"/>
                <a:gd name="connsiteY13" fmla="*/ 388914 h 541481"/>
                <a:gd name="connsiteX14" fmla="*/ 136366 w 2912392"/>
                <a:gd name="connsiteY14" fmla="*/ 389801 h 541481"/>
                <a:gd name="connsiteX15" fmla="*/ 146107 w 2912392"/>
                <a:gd name="connsiteY15" fmla="*/ 390729 h 541481"/>
                <a:gd name="connsiteX16" fmla="*/ 155846 w 2912392"/>
                <a:gd name="connsiteY16" fmla="*/ 391697 h 541481"/>
                <a:gd name="connsiteX17" fmla="*/ 165587 w 2912392"/>
                <a:gd name="connsiteY17" fmla="*/ 392709 h 541481"/>
                <a:gd name="connsiteX18" fmla="*/ 175328 w 2912392"/>
                <a:gd name="connsiteY18" fmla="*/ 393761 h 541481"/>
                <a:gd name="connsiteX19" fmla="*/ 185068 w 2912392"/>
                <a:gd name="connsiteY19" fmla="*/ 394851 h 541481"/>
                <a:gd name="connsiteX20" fmla="*/ 194809 w 2912392"/>
                <a:gd name="connsiteY20" fmla="*/ 395984 h 541481"/>
                <a:gd name="connsiteX21" fmla="*/ 204550 w 2912392"/>
                <a:gd name="connsiteY21" fmla="*/ 397155 h 541481"/>
                <a:gd name="connsiteX22" fmla="*/ 214289 w 2912392"/>
                <a:gd name="connsiteY22" fmla="*/ 398364 h 541481"/>
                <a:gd name="connsiteX23" fmla="*/ 224030 w 2912392"/>
                <a:gd name="connsiteY23" fmla="*/ 399613 h 541481"/>
                <a:gd name="connsiteX24" fmla="*/ 233771 w 2912392"/>
                <a:gd name="connsiteY24" fmla="*/ 400900 h 541481"/>
                <a:gd name="connsiteX25" fmla="*/ 243510 w 2912392"/>
                <a:gd name="connsiteY25" fmla="*/ 402226 h 541481"/>
                <a:gd name="connsiteX26" fmla="*/ 253251 w 2912392"/>
                <a:gd name="connsiteY26" fmla="*/ 403591 h 541481"/>
                <a:gd name="connsiteX27" fmla="*/ 262992 w 2912392"/>
                <a:gd name="connsiteY27" fmla="*/ 404993 h 541481"/>
                <a:gd name="connsiteX28" fmla="*/ 272732 w 2912392"/>
                <a:gd name="connsiteY28" fmla="*/ 406435 h 541481"/>
                <a:gd name="connsiteX29" fmla="*/ 282473 w 2912392"/>
                <a:gd name="connsiteY29" fmla="*/ 407915 h 541481"/>
                <a:gd name="connsiteX30" fmla="*/ 292214 w 2912392"/>
                <a:gd name="connsiteY30" fmla="*/ 409433 h 541481"/>
                <a:gd name="connsiteX31" fmla="*/ 301953 w 2912392"/>
                <a:gd name="connsiteY31" fmla="*/ 410991 h 541481"/>
                <a:gd name="connsiteX32" fmla="*/ 311694 w 2912392"/>
                <a:gd name="connsiteY32" fmla="*/ 412587 h 541481"/>
                <a:gd name="connsiteX33" fmla="*/ 321435 w 2912392"/>
                <a:gd name="connsiteY33" fmla="*/ 414223 h 541481"/>
                <a:gd name="connsiteX34" fmla="*/ 331175 w 2912392"/>
                <a:gd name="connsiteY34" fmla="*/ 415899 h 541481"/>
                <a:gd name="connsiteX35" fmla="*/ 340916 w 2912392"/>
                <a:gd name="connsiteY35" fmla="*/ 417614 h 541481"/>
                <a:gd name="connsiteX36" fmla="*/ 350656 w 2912392"/>
                <a:gd name="connsiteY36" fmla="*/ 419369 h 541481"/>
                <a:gd name="connsiteX37" fmla="*/ 360396 w 2912392"/>
                <a:gd name="connsiteY37" fmla="*/ 421166 h 541481"/>
                <a:gd name="connsiteX38" fmla="*/ 370137 w 2912392"/>
                <a:gd name="connsiteY38" fmla="*/ 423003 h 541481"/>
                <a:gd name="connsiteX39" fmla="*/ 379878 w 2912392"/>
                <a:gd name="connsiteY39" fmla="*/ 424880 h 541481"/>
                <a:gd name="connsiteX40" fmla="*/ 389617 w 2912392"/>
                <a:gd name="connsiteY40" fmla="*/ 426799 h 541481"/>
                <a:gd name="connsiteX41" fmla="*/ 399358 w 2912392"/>
                <a:gd name="connsiteY41" fmla="*/ 428760 h 541481"/>
                <a:gd name="connsiteX42" fmla="*/ 409099 w 2912392"/>
                <a:gd name="connsiteY42" fmla="*/ 430762 h 541481"/>
                <a:gd name="connsiteX43" fmla="*/ 418839 w 2912392"/>
                <a:gd name="connsiteY43" fmla="*/ 432806 h 541481"/>
                <a:gd name="connsiteX44" fmla="*/ 428580 w 2912392"/>
                <a:gd name="connsiteY44" fmla="*/ 434892 h 541481"/>
                <a:gd name="connsiteX45" fmla="*/ 438321 w 2912392"/>
                <a:gd name="connsiteY45" fmla="*/ 437020 h 541481"/>
                <a:gd name="connsiteX46" fmla="*/ 448060 w 2912392"/>
                <a:gd name="connsiteY46" fmla="*/ 439188 h 541481"/>
                <a:gd name="connsiteX47" fmla="*/ 457801 w 2912392"/>
                <a:gd name="connsiteY47" fmla="*/ 441399 h 541481"/>
                <a:gd name="connsiteX48" fmla="*/ 467542 w 2912392"/>
                <a:gd name="connsiteY48" fmla="*/ 443650 h 541481"/>
                <a:gd name="connsiteX49" fmla="*/ 477281 w 2912392"/>
                <a:gd name="connsiteY49" fmla="*/ 445940 h 541481"/>
                <a:gd name="connsiteX50" fmla="*/ 487022 w 2912392"/>
                <a:gd name="connsiteY50" fmla="*/ 448272 h 541481"/>
                <a:gd name="connsiteX51" fmla="*/ 496763 w 2912392"/>
                <a:gd name="connsiteY51" fmla="*/ 450642 h 541481"/>
                <a:gd name="connsiteX52" fmla="*/ 506503 w 2912392"/>
                <a:gd name="connsiteY52" fmla="*/ 453050 h 541481"/>
                <a:gd name="connsiteX53" fmla="*/ 516244 w 2912392"/>
                <a:gd name="connsiteY53" fmla="*/ 455495 h 541481"/>
                <a:gd name="connsiteX54" fmla="*/ 525985 w 2912392"/>
                <a:gd name="connsiteY54" fmla="*/ 457975 h 541481"/>
                <a:gd name="connsiteX55" fmla="*/ 535724 w 2912392"/>
                <a:gd name="connsiteY55" fmla="*/ 460489 h 541481"/>
                <a:gd name="connsiteX56" fmla="*/ 545465 w 2912392"/>
                <a:gd name="connsiteY56" fmla="*/ 463035 h 541481"/>
                <a:gd name="connsiteX57" fmla="*/ 555206 w 2912392"/>
                <a:gd name="connsiteY57" fmla="*/ 465611 h 541481"/>
                <a:gd name="connsiteX58" fmla="*/ 564946 w 2912392"/>
                <a:gd name="connsiteY58" fmla="*/ 468217 h 541481"/>
                <a:gd name="connsiteX59" fmla="*/ 574687 w 2912392"/>
                <a:gd name="connsiteY59" fmla="*/ 470847 h 541481"/>
                <a:gd name="connsiteX60" fmla="*/ 584428 w 2912392"/>
                <a:gd name="connsiteY60" fmla="*/ 473500 h 541481"/>
                <a:gd name="connsiteX61" fmla="*/ 594167 w 2912392"/>
                <a:gd name="connsiteY61" fmla="*/ 476173 h 541481"/>
                <a:gd name="connsiteX62" fmla="*/ 603908 w 2912392"/>
                <a:gd name="connsiteY62" fmla="*/ 478862 h 541481"/>
                <a:gd name="connsiteX63" fmla="*/ 613649 w 2912392"/>
                <a:gd name="connsiteY63" fmla="*/ 481566 h 541481"/>
                <a:gd name="connsiteX64" fmla="*/ 623388 w 2912392"/>
                <a:gd name="connsiteY64" fmla="*/ 484279 h 541481"/>
                <a:gd name="connsiteX65" fmla="*/ 633129 w 2912392"/>
                <a:gd name="connsiteY65" fmla="*/ 486998 h 541481"/>
                <a:gd name="connsiteX66" fmla="*/ 642870 w 2912392"/>
                <a:gd name="connsiteY66" fmla="*/ 489718 h 541481"/>
                <a:gd name="connsiteX67" fmla="*/ 652610 w 2912392"/>
                <a:gd name="connsiteY67" fmla="*/ 492435 h 541481"/>
                <a:gd name="connsiteX68" fmla="*/ 662351 w 2912392"/>
                <a:gd name="connsiteY68" fmla="*/ 495144 h 541481"/>
                <a:gd name="connsiteX69" fmla="*/ 672092 w 2912392"/>
                <a:gd name="connsiteY69" fmla="*/ 497841 h 541481"/>
                <a:gd name="connsiteX70" fmla="*/ 681831 w 2912392"/>
                <a:gd name="connsiteY70" fmla="*/ 500518 h 541481"/>
                <a:gd name="connsiteX71" fmla="*/ 691572 w 2912392"/>
                <a:gd name="connsiteY71" fmla="*/ 503171 h 541481"/>
                <a:gd name="connsiteX72" fmla="*/ 701313 w 2912392"/>
                <a:gd name="connsiteY72" fmla="*/ 505795 h 541481"/>
                <a:gd name="connsiteX73" fmla="*/ 711052 w 2912392"/>
                <a:gd name="connsiteY73" fmla="*/ 508383 h 541481"/>
                <a:gd name="connsiteX74" fmla="*/ 720793 w 2912392"/>
                <a:gd name="connsiteY74" fmla="*/ 510929 h 541481"/>
                <a:gd name="connsiteX75" fmla="*/ 730534 w 2912392"/>
                <a:gd name="connsiteY75" fmla="*/ 513425 h 541481"/>
                <a:gd name="connsiteX76" fmla="*/ 740274 w 2912392"/>
                <a:gd name="connsiteY76" fmla="*/ 515865 h 541481"/>
                <a:gd name="connsiteX77" fmla="*/ 750015 w 2912392"/>
                <a:gd name="connsiteY77" fmla="*/ 518243 h 541481"/>
                <a:gd name="connsiteX78" fmla="*/ 759756 w 2912392"/>
                <a:gd name="connsiteY78" fmla="*/ 520551 h 541481"/>
                <a:gd name="connsiteX79" fmla="*/ 769495 w 2912392"/>
                <a:gd name="connsiteY79" fmla="*/ 522781 h 541481"/>
                <a:gd name="connsiteX80" fmla="*/ 779236 w 2912392"/>
                <a:gd name="connsiteY80" fmla="*/ 524925 h 541481"/>
                <a:gd name="connsiteX81" fmla="*/ 788977 w 2912392"/>
                <a:gd name="connsiteY81" fmla="*/ 526977 h 541481"/>
                <a:gd name="connsiteX82" fmla="*/ 798717 w 2912392"/>
                <a:gd name="connsiteY82" fmla="*/ 528927 h 541481"/>
                <a:gd name="connsiteX83" fmla="*/ 808458 w 2912392"/>
                <a:gd name="connsiteY83" fmla="*/ 530769 h 541481"/>
                <a:gd name="connsiteX84" fmla="*/ 818199 w 2912392"/>
                <a:gd name="connsiteY84" fmla="*/ 532494 h 541481"/>
                <a:gd name="connsiteX85" fmla="*/ 827938 w 2912392"/>
                <a:gd name="connsiteY85" fmla="*/ 534093 h 541481"/>
                <a:gd name="connsiteX86" fmla="*/ 837679 w 2912392"/>
                <a:gd name="connsiteY86" fmla="*/ 535559 h 541481"/>
                <a:gd name="connsiteX87" fmla="*/ 847420 w 2912392"/>
                <a:gd name="connsiteY87" fmla="*/ 536882 h 541481"/>
                <a:gd name="connsiteX88" fmla="*/ 857159 w 2912392"/>
                <a:gd name="connsiteY88" fmla="*/ 538056 h 541481"/>
                <a:gd name="connsiteX89" fmla="*/ 866900 w 2912392"/>
                <a:gd name="connsiteY89" fmla="*/ 539070 h 541481"/>
                <a:gd name="connsiteX90" fmla="*/ 876641 w 2912392"/>
                <a:gd name="connsiteY90" fmla="*/ 539918 h 541481"/>
                <a:gd name="connsiteX91" fmla="*/ 886381 w 2912392"/>
                <a:gd name="connsiteY91" fmla="*/ 540592 h 541481"/>
                <a:gd name="connsiteX92" fmla="*/ 896122 w 2912392"/>
                <a:gd name="connsiteY92" fmla="*/ 541082 h 541481"/>
                <a:gd name="connsiteX93" fmla="*/ 905863 w 2912392"/>
                <a:gd name="connsiteY93" fmla="*/ 541381 h 541481"/>
                <a:gd name="connsiteX94" fmla="*/ 915602 w 2912392"/>
                <a:gd name="connsiteY94" fmla="*/ 541481 h 541481"/>
                <a:gd name="connsiteX95" fmla="*/ 925343 w 2912392"/>
                <a:gd name="connsiteY95" fmla="*/ 541375 h 541481"/>
                <a:gd name="connsiteX96" fmla="*/ 935084 w 2912392"/>
                <a:gd name="connsiteY96" fmla="*/ 541056 h 541481"/>
                <a:gd name="connsiteX97" fmla="*/ 944824 w 2912392"/>
                <a:gd name="connsiteY97" fmla="*/ 540516 h 541481"/>
                <a:gd name="connsiteX98" fmla="*/ 954564 w 2912392"/>
                <a:gd name="connsiteY98" fmla="*/ 539747 h 541481"/>
                <a:gd name="connsiteX99" fmla="*/ 964305 w 2912392"/>
                <a:gd name="connsiteY99" fmla="*/ 538744 h 541481"/>
                <a:gd name="connsiteX100" fmla="*/ 974045 w 2912392"/>
                <a:gd name="connsiteY100" fmla="*/ 537500 h 541481"/>
                <a:gd name="connsiteX101" fmla="*/ 983786 w 2912392"/>
                <a:gd name="connsiteY101" fmla="*/ 536010 h 541481"/>
                <a:gd name="connsiteX102" fmla="*/ 993522 w 2912392"/>
                <a:gd name="connsiteY102" fmla="*/ 534267 h 541481"/>
                <a:gd name="connsiteX103" fmla="*/ 1003266 w 2912392"/>
                <a:gd name="connsiteY103" fmla="*/ 532268 h 541481"/>
                <a:gd name="connsiteX104" fmla="*/ 1013010 w 2912392"/>
                <a:gd name="connsiteY104" fmla="*/ 530004 h 541481"/>
                <a:gd name="connsiteX105" fmla="*/ 1022754 w 2912392"/>
                <a:gd name="connsiteY105" fmla="*/ 527476 h 541481"/>
                <a:gd name="connsiteX106" fmla="*/ 1032483 w 2912392"/>
                <a:gd name="connsiteY106" fmla="*/ 524677 h 541481"/>
                <a:gd name="connsiteX107" fmla="*/ 1042227 w 2912392"/>
                <a:gd name="connsiteY107" fmla="*/ 521603 h 541481"/>
                <a:gd name="connsiteX108" fmla="*/ 1051971 w 2912392"/>
                <a:gd name="connsiteY108" fmla="*/ 518254 h 541481"/>
                <a:gd name="connsiteX109" fmla="*/ 1061715 w 2912392"/>
                <a:gd name="connsiteY109" fmla="*/ 514624 h 541481"/>
                <a:gd name="connsiteX110" fmla="*/ 1071444 w 2912392"/>
                <a:gd name="connsiteY110" fmla="*/ 510715 h 541481"/>
                <a:gd name="connsiteX111" fmla="*/ 1081188 w 2912392"/>
                <a:gd name="connsiteY111" fmla="*/ 506524 h 541481"/>
                <a:gd name="connsiteX112" fmla="*/ 1090932 w 2912392"/>
                <a:gd name="connsiteY112" fmla="*/ 502049 h 541481"/>
                <a:gd name="connsiteX113" fmla="*/ 1100676 w 2912392"/>
                <a:gd name="connsiteY113" fmla="*/ 497294 h 541481"/>
                <a:gd name="connsiteX114" fmla="*/ 1110405 w 2912392"/>
                <a:gd name="connsiteY114" fmla="*/ 492256 h 541481"/>
                <a:gd name="connsiteX115" fmla="*/ 1120149 w 2912392"/>
                <a:gd name="connsiteY115" fmla="*/ 486937 h 541481"/>
                <a:gd name="connsiteX116" fmla="*/ 1129893 w 2912392"/>
                <a:gd name="connsiteY116" fmla="*/ 481340 h 541481"/>
                <a:gd name="connsiteX117" fmla="*/ 1139637 w 2912392"/>
                <a:gd name="connsiteY117" fmla="*/ 475467 h 541481"/>
                <a:gd name="connsiteX118" fmla="*/ 1149381 w 2912392"/>
                <a:gd name="connsiteY118" fmla="*/ 469321 h 541481"/>
                <a:gd name="connsiteX119" fmla="*/ 1159110 w 2912392"/>
                <a:gd name="connsiteY119" fmla="*/ 462907 h 541481"/>
                <a:gd name="connsiteX120" fmla="*/ 1168854 w 2912392"/>
                <a:gd name="connsiteY120" fmla="*/ 456226 h 541481"/>
                <a:gd name="connsiteX121" fmla="*/ 1178598 w 2912392"/>
                <a:gd name="connsiteY121" fmla="*/ 449288 h 541481"/>
                <a:gd name="connsiteX122" fmla="*/ 1188341 w 2912392"/>
                <a:gd name="connsiteY122" fmla="*/ 442094 h 541481"/>
                <a:gd name="connsiteX123" fmla="*/ 1198070 w 2912392"/>
                <a:gd name="connsiteY123" fmla="*/ 434655 h 541481"/>
                <a:gd name="connsiteX124" fmla="*/ 1207814 w 2912392"/>
                <a:gd name="connsiteY124" fmla="*/ 426977 h 541481"/>
                <a:gd name="connsiteX125" fmla="*/ 1217558 w 2912392"/>
                <a:gd name="connsiteY125" fmla="*/ 419064 h 541481"/>
                <a:gd name="connsiteX126" fmla="*/ 1227302 w 2912392"/>
                <a:gd name="connsiteY126" fmla="*/ 410929 h 541481"/>
                <a:gd name="connsiteX127" fmla="*/ 1237031 w 2912392"/>
                <a:gd name="connsiteY127" fmla="*/ 402578 h 541481"/>
                <a:gd name="connsiteX128" fmla="*/ 1246775 w 2912392"/>
                <a:gd name="connsiteY128" fmla="*/ 394021 h 541481"/>
                <a:gd name="connsiteX129" fmla="*/ 1256519 w 2912392"/>
                <a:gd name="connsiteY129" fmla="*/ 385271 h 541481"/>
                <a:gd name="connsiteX130" fmla="*/ 1266263 w 2912392"/>
                <a:gd name="connsiteY130" fmla="*/ 376335 h 541481"/>
                <a:gd name="connsiteX131" fmla="*/ 1276007 w 2912392"/>
                <a:gd name="connsiteY131" fmla="*/ 367227 h 541481"/>
                <a:gd name="connsiteX132" fmla="*/ 1285736 w 2912392"/>
                <a:gd name="connsiteY132" fmla="*/ 357957 h 541481"/>
                <a:gd name="connsiteX133" fmla="*/ 1295480 w 2912392"/>
                <a:gd name="connsiteY133" fmla="*/ 348539 h 541481"/>
                <a:gd name="connsiteX134" fmla="*/ 1305224 w 2912392"/>
                <a:gd name="connsiteY134" fmla="*/ 338985 h 541481"/>
                <a:gd name="connsiteX135" fmla="*/ 1314968 w 2912392"/>
                <a:gd name="connsiteY135" fmla="*/ 329308 h 541481"/>
                <a:gd name="connsiteX136" fmla="*/ 1324697 w 2912392"/>
                <a:gd name="connsiteY136" fmla="*/ 319521 h 541481"/>
                <a:gd name="connsiteX137" fmla="*/ 1334441 w 2912392"/>
                <a:gd name="connsiteY137" fmla="*/ 309640 h 541481"/>
                <a:gd name="connsiteX138" fmla="*/ 1344185 w 2912392"/>
                <a:gd name="connsiteY138" fmla="*/ 299677 h 541481"/>
                <a:gd name="connsiteX139" fmla="*/ 1353929 w 2912392"/>
                <a:gd name="connsiteY139" fmla="*/ 289650 h 541481"/>
                <a:gd name="connsiteX140" fmla="*/ 1363658 w 2912392"/>
                <a:gd name="connsiteY140" fmla="*/ 279570 h 541481"/>
                <a:gd name="connsiteX141" fmla="*/ 1373402 w 2912392"/>
                <a:gd name="connsiteY141" fmla="*/ 269456 h 541481"/>
                <a:gd name="connsiteX142" fmla="*/ 1383146 w 2912392"/>
                <a:gd name="connsiteY142" fmla="*/ 259321 h 541481"/>
                <a:gd name="connsiteX143" fmla="*/ 1392890 w 2912392"/>
                <a:gd name="connsiteY143" fmla="*/ 249182 h 541481"/>
                <a:gd name="connsiteX144" fmla="*/ 1402619 w 2912392"/>
                <a:gd name="connsiteY144" fmla="*/ 239056 h 541481"/>
                <a:gd name="connsiteX145" fmla="*/ 1412363 w 2912392"/>
                <a:gd name="connsiteY145" fmla="*/ 228957 h 541481"/>
                <a:gd name="connsiteX146" fmla="*/ 1422106 w 2912392"/>
                <a:gd name="connsiteY146" fmla="*/ 218900 h 541481"/>
                <a:gd name="connsiteX147" fmla="*/ 1431850 w 2912392"/>
                <a:gd name="connsiteY147" fmla="*/ 208905 h 541481"/>
                <a:gd name="connsiteX148" fmla="*/ 1441594 w 2912392"/>
                <a:gd name="connsiteY148" fmla="*/ 198983 h 541481"/>
                <a:gd name="connsiteX149" fmla="*/ 1451323 w 2912392"/>
                <a:gd name="connsiteY149" fmla="*/ 189154 h 541481"/>
                <a:gd name="connsiteX150" fmla="*/ 1461067 w 2912392"/>
                <a:gd name="connsiteY150" fmla="*/ 179433 h 541481"/>
                <a:gd name="connsiteX151" fmla="*/ 1470811 w 2912392"/>
                <a:gd name="connsiteY151" fmla="*/ 169833 h 541481"/>
                <a:gd name="connsiteX152" fmla="*/ 1480555 w 2912392"/>
                <a:gd name="connsiteY152" fmla="*/ 160373 h 541481"/>
                <a:gd name="connsiteX153" fmla="*/ 1490284 w 2912392"/>
                <a:gd name="connsiteY153" fmla="*/ 151067 h 541481"/>
                <a:gd name="connsiteX154" fmla="*/ 1500028 w 2912392"/>
                <a:gd name="connsiteY154" fmla="*/ 141929 h 541481"/>
                <a:gd name="connsiteX155" fmla="*/ 1509772 w 2912392"/>
                <a:gd name="connsiteY155" fmla="*/ 132975 h 541481"/>
                <a:gd name="connsiteX156" fmla="*/ 1519516 w 2912392"/>
                <a:gd name="connsiteY156" fmla="*/ 124217 h 541481"/>
                <a:gd name="connsiteX157" fmla="*/ 1529245 w 2912392"/>
                <a:gd name="connsiteY157" fmla="*/ 115673 h 541481"/>
                <a:gd name="connsiteX158" fmla="*/ 1538989 w 2912392"/>
                <a:gd name="connsiteY158" fmla="*/ 107355 h 541481"/>
                <a:gd name="connsiteX159" fmla="*/ 1548733 w 2912392"/>
                <a:gd name="connsiteY159" fmla="*/ 99273 h 541481"/>
                <a:gd name="connsiteX160" fmla="*/ 1558477 w 2912392"/>
                <a:gd name="connsiteY160" fmla="*/ 91443 h 541481"/>
                <a:gd name="connsiteX161" fmla="*/ 1568221 w 2912392"/>
                <a:gd name="connsiteY161" fmla="*/ 83875 h 541481"/>
                <a:gd name="connsiteX162" fmla="*/ 1577950 w 2912392"/>
                <a:gd name="connsiteY162" fmla="*/ 76584 h 541481"/>
                <a:gd name="connsiteX163" fmla="*/ 1587694 w 2912392"/>
                <a:gd name="connsiteY163" fmla="*/ 69577 h 541481"/>
                <a:gd name="connsiteX164" fmla="*/ 1597438 w 2912392"/>
                <a:gd name="connsiteY164" fmla="*/ 62865 h 541481"/>
                <a:gd name="connsiteX165" fmla="*/ 1607182 w 2912392"/>
                <a:gd name="connsiteY165" fmla="*/ 56458 h 541481"/>
                <a:gd name="connsiteX166" fmla="*/ 1616911 w 2912392"/>
                <a:gd name="connsiteY166" fmla="*/ 50366 h 541481"/>
                <a:gd name="connsiteX167" fmla="*/ 1626655 w 2912392"/>
                <a:gd name="connsiteY167" fmla="*/ 44596 h 541481"/>
                <a:gd name="connsiteX168" fmla="*/ 1636399 w 2912392"/>
                <a:gd name="connsiteY168" fmla="*/ 39156 h 541481"/>
                <a:gd name="connsiteX169" fmla="*/ 1646142 w 2912392"/>
                <a:gd name="connsiteY169" fmla="*/ 34053 h 541481"/>
                <a:gd name="connsiteX170" fmla="*/ 1655872 w 2912392"/>
                <a:gd name="connsiteY170" fmla="*/ 29293 h 541481"/>
                <a:gd name="connsiteX171" fmla="*/ 1665616 w 2912392"/>
                <a:gd name="connsiteY171" fmla="*/ 24881 h 541481"/>
                <a:gd name="connsiteX172" fmla="*/ 1675359 w 2912392"/>
                <a:gd name="connsiteY172" fmla="*/ 20821 h 541481"/>
                <a:gd name="connsiteX173" fmla="*/ 1685103 w 2912392"/>
                <a:gd name="connsiteY173" fmla="*/ 17119 h 541481"/>
                <a:gd name="connsiteX174" fmla="*/ 1694832 w 2912392"/>
                <a:gd name="connsiteY174" fmla="*/ 13777 h 541481"/>
                <a:gd name="connsiteX175" fmla="*/ 1704576 w 2912392"/>
                <a:gd name="connsiteY175" fmla="*/ 10796 h 541481"/>
                <a:gd name="connsiteX176" fmla="*/ 1714320 w 2912392"/>
                <a:gd name="connsiteY176" fmla="*/ 8178 h 541481"/>
                <a:gd name="connsiteX177" fmla="*/ 1724064 w 2912392"/>
                <a:gd name="connsiteY177" fmla="*/ 5925 h 541481"/>
                <a:gd name="connsiteX178" fmla="*/ 1733808 w 2912392"/>
                <a:gd name="connsiteY178" fmla="*/ 4036 h 541481"/>
                <a:gd name="connsiteX179" fmla="*/ 1743537 w 2912392"/>
                <a:gd name="connsiteY179" fmla="*/ 2510 h 541481"/>
                <a:gd name="connsiteX180" fmla="*/ 1753281 w 2912392"/>
                <a:gd name="connsiteY180" fmla="*/ 1347 h 541481"/>
                <a:gd name="connsiteX181" fmla="*/ 1763025 w 2912392"/>
                <a:gd name="connsiteY181" fmla="*/ 542 h 541481"/>
                <a:gd name="connsiteX182" fmla="*/ 1772769 w 2912392"/>
                <a:gd name="connsiteY182" fmla="*/ 94 h 541481"/>
                <a:gd name="connsiteX183" fmla="*/ 1782498 w 2912392"/>
                <a:gd name="connsiteY183" fmla="*/ 0 h 541481"/>
                <a:gd name="connsiteX184" fmla="*/ 1792242 w 2912392"/>
                <a:gd name="connsiteY184" fmla="*/ 253 h 541481"/>
                <a:gd name="connsiteX185" fmla="*/ 1801986 w 2912392"/>
                <a:gd name="connsiteY185" fmla="*/ 852 h 541481"/>
                <a:gd name="connsiteX186" fmla="*/ 1811730 w 2912392"/>
                <a:gd name="connsiteY186" fmla="*/ 1789 h 541481"/>
                <a:gd name="connsiteX187" fmla="*/ 1821459 w 2912392"/>
                <a:gd name="connsiteY187" fmla="*/ 3057 h 541481"/>
                <a:gd name="connsiteX188" fmla="*/ 1831203 w 2912392"/>
                <a:gd name="connsiteY188" fmla="*/ 4651 h 541481"/>
                <a:gd name="connsiteX189" fmla="*/ 1840947 w 2912392"/>
                <a:gd name="connsiteY189" fmla="*/ 6564 h 541481"/>
                <a:gd name="connsiteX190" fmla="*/ 1850691 w 2912392"/>
                <a:gd name="connsiteY190" fmla="*/ 8789 h 541481"/>
                <a:gd name="connsiteX191" fmla="*/ 1860435 w 2912392"/>
                <a:gd name="connsiteY191" fmla="*/ 11316 h 541481"/>
                <a:gd name="connsiteX192" fmla="*/ 1870164 w 2912392"/>
                <a:gd name="connsiteY192" fmla="*/ 14136 h 541481"/>
                <a:gd name="connsiteX193" fmla="*/ 1879908 w 2912392"/>
                <a:gd name="connsiteY193" fmla="*/ 17241 h 541481"/>
                <a:gd name="connsiteX194" fmla="*/ 1889652 w 2912392"/>
                <a:gd name="connsiteY194" fmla="*/ 20623 h 541481"/>
                <a:gd name="connsiteX195" fmla="*/ 1899395 w 2912392"/>
                <a:gd name="connsiteY195" fmla="*/ 24272 h 541481"/>
                <a:gd name="connsiteX196" fmla="*/ 1909124 w 2912392"/>
                <a:gd name="connsiteY196" fmla="*/ 28177 h 541481"/>
                <a:gd name="connsiteX197" fmla="*/ 1918868 w 2912392"/>
                <a:gd name="connsiteY197" fmla="*/ 32329 h 541481"/>
                <a:gd name="connsiteX198" fmla="*/ 1928612 w 2912392"/>
                <a:gd name="connsiteY198" fmla="*/ 36717 h 541481"/>
                <a:gd name="connsiteX199" fmla="*/ 1938356 w 2912392"/>
                <a:gd name="connsiteY199" fmla="*/ 41331 h 541481"/>
                <a:gd name="connsiteX200" fmla="*/ 1948085 w 2912392"/>
                <a:gd name="connsiteY200" fmla="*/ 46160 h 541481"/>
                <a:gd name="connsiteX201" fmla="*/ 1957829 w 2912392"/>
                <a:gd name="connsiteY201" fmla="*/ 51196 h 541481"/>
                <a:gd name="connsiteX202" fmla="*/ 1967573 w 2912392"/>
                <a:gd name="connsiteY202" fmla="*/ 56424 h 541481"/>
                <a:gd name="connsiteX203" fmla="*/ 1977317 w 2912392"/>
                <a:gd name="connsiteY203" fmla="*/ 61837 h 541481"/>
                <a:gd name="connsiteX204" fmla="*/ 1987046 w 2912392"/>
                <a:gd name="connsiteY204" fmla="*/ 67424 h 541481"/>
                <a:gd name="connsiteX205" fmla="*/ 1996790 w 2912392"/>
                <a:gd name="connsiteY205" fmla="*/ 73172 h 541481"/>
                <a:gd name="connsiteX206" fmla="*/ 2006534 w 2912392"/>
                <a:gd name="connsiteY206" fmla="*/ 79073 h 541481"/>
                <a:gd name="connsiteX207" fmla="*/ 2016278 w 2912392"/>
                <a:gd name="connsiteY207" fmla="*/ 85116 h 541481"/>
                <a:gd name="connsiteX208" fmla="*/ 2026022 w 2912392"/>
                <a:gd name="connsiteY208" fmla="*/ 91292 h 541481"/>
                <a:gd name="connsiteX209" fmla="*/ 2035751 w 2912392"/>
                <a:gd name="connsiteY209" fmla="*/ 97588 h 541481"/>
                <a:gd name="connsiteX210" fmla="*/ 2045495 w 2912392"/>
                <a:gd name="connsiteY210" fmla="*/ 103999 h 541481"/>
                <a:gd name="connsiteX211" fmla="*/ 2055239 w 2912392"/>
                <a:gd name="connsiteY211" fmla="*/ 110512 h 541481"/>
                <a:gd name="connsiteX212" fmla="*/ 2064983 w 2912392"/>
                <a:gd name="connsiteY212" fmla="*/ 117118 h 541481"/>
                <a:gd name="connsiteX213" fmla="*/ 2074712 w 2912392"/>
                <a:gd name="connsiteY213" fmla="*/ 123809 h 541481"/>
                <a:gd name="connsiteX214" fmla="*/ 2084456 w 2912392"/>
                <a:gd name="connsiteY214" fmla="*/ 130576 h 541481"/>
                <a:gd name="connsiteX215" fmla="*/ 2094200 w 2912392"/>
                <a:gd name="connsiteY215" fmla="*/ 137412 h 541481"/>
                <a:gd name="connsiteX216" fmla="*/ 2103944 w 2912392"/>
                <a:gd name="connsiteY216" fmla="*/ 144306 h 541481"/>
                <a:gd name="connsiteX217" fmla="*/ 2113673 w 2912392"/>
                <a:gd name="connsiteY217" fmla="*/ 151253 h 541481"/>
                <a:gd name="connsiteX218" fmla="*/ 2123417 w 2912392"/>
                <a:gd name="connsiteY218" fmla="*/ 158245 h 541481"/>
                <a:gd name="connsiteX219" fmla="*/ 2133161 w 2912392"/>
                <a:gd name="connsiteY219" fmla="*/ 165274 h 541481"/>
                <a:gd name="connsiteX220" fmla="*/ 2142905 w 2912392"/>
                <a:gd name="connsiteY220" fmla="*/ 172335 h 541481"/>
                <a:gd name="connsiteX221" fmla="*/ 2152649 w 2912392"/>
                <a:gd name="connsiteY221" fmla="*/ 179421 h 541481"/>
                <a:gd name="connsiteX222" fmla="*/ 2162377 w 2912392"/>
                <a:gd name="connsiteY222" fmla="*/ 186525 h 541481"/>
                <a:gd name="connsiteX223" fmla="*/ 2172121 w 2912392"/>
                <a:gd name="connsiteY223" fmla="*/ 193642 h 541481"/>
                <a:gd name="connsiteX224" fmla="*/ 2181865 w 2912392"/>
                <a:gd name="connsiteY224" fmla="*/ 200767 h 541481"/>
                <a:gd name="connsiteX225" fmla="*/ 2191609 w 2912392"/>
                <a:gd name="connsiteY225" fmla="*/ 207894 h 541481"/>
                <a:gd name="connsiteX226" fmla="*/ 2201338 w 2912392"/>
                <a:gd name="connsiteY226" fmla="*/ 215021 h 541481"/>
                <a:gd name="connsiteX227" fmla="*/ 2211082 w 2912392"/>
                <a:gd name="connsiteY227" fmla="*/ 222139 h 541481"/>
                <a:gd name="connsiteX228" fmla="*/ 2220826 w 2912392"/>
                <a:gd name="connsiteY228" fmla="*/ 229248 h 541481"/>
                <a:gd name="connsiteX229" fmla="*/ 2230570 w 2912392"/>
                <a:gd name="connsiteY229" fmla="*/ 236341 h 541481"/>
                <a:gd name="connsiteX230" fmla="*/ 2240299 w 2912392"/>
                <a:gd name="connsiteY230" fmla="*/ 243417 h 541481"/>
                <a:gd name="connsiteX231" fmla="*/ 2250043 w 2912392"/>
                <a:gd name="connsiteY231" fmla="*/ 250471 h 541481"/>
                <a:gd name="connsiteX232" fmla="*/ 2259787 w 2912392"/>
                <a:gd name="connsiteY232" fmla="*/ 257499 h 541481"/>
                <a:gd name="connsiteX233" fmla="*/ 2269531 w 2912392"/>
                <a:gd name="connsiteY233" fmla="*/ 264499 h 541481"/>
                <a:gd name="connsiteX234" fmla="*/ 2279260 w 2912392"/>
                <a:gd name="connsiteY234" fmla="*/ 271468 h 541481"/>
                <a:gd name="connsiteX235" fmla="*/ 2289004 w 2912392"/>
                <a:gd name="connsiteY235" fmla="*/ 278404 h 541481"/>
                <a:gd name="connsiteX236" fmla="*/ 2298748 w 2912392"/>
                <a:gd name="connsiteY236" fmla="*/ 285302 h 541481"/>
                <a:gd name="connsiteX237" fmla="*/ 2308492 w 2912392"/>
                <a:gd name="connsiteY237" fmla="*/ 292162 h 541481"/>
                <a:gd name="connsiteX238" fmla="*/ 2318236 w 2912392"/>
                <a:gd name="connsiteY238" fmla="*/ 298978 h 541481"/>
                <a:gd name="connsiteX239" fmla="*/ 2327965 w 2912392"/>
                <a:gd name="connsiteY239" fmla="*/ 305751 h 541481"/>
                <a:gd name="connsiteX240" fmla="*/ 2337709 w 2912392"/>
                <a:gd name="connsiteY240" fmla="*/ 312476 h 541481"/>
                <a:gd name="connsiteX241" fmla="*/ 2347453 w 2912392"/>
                <a:gd name="connsiteY241" fmla="*/ 319153 h 541481"/>
                <a:gd name="connsiteX242" fmla="*/ 2357197 w 2912392"/>
                <a:gd name="connsiteY242" fmla="*/ 325775 h 541481"/>
                <a:gd name="connsiteX243" fmla="*/ 2366926 w 2912392"/>
                <a:gd name="connsiteY243" fmla="*/ 332344 h 541481"/>
                <a:gd name="connsiteX244" fmla="*/ 2376670 w 2912392"/>
                <a:gd name="connsiteY244" fmla="*/ 338855 h 541481"/>
                <a:gd name="connsiteX245" fmla="*/ 2386413 w 2912392"/>
                <a:gd name="connsiteY245" fmla="*/ 345306 h 541481"/>
                <a:gd name="connsiteX246" fmla="*/ 2396157 w 2912392"/>
                <a:gd name="connsiteY246" fmla="*/ 351692 h 541481"/>
                <a:gd name="connsiteX247" fmla="*/ 2405886 w 2912392"/>
                <a:gd name="connsiteY247" fmla="*/ 358014 h 541481"/>
                <a:gd name="connsiteX248" fmla="*/ 2415630 w 2912392"/>
                <a:gd name="connsiteY248" fmla="*/ 364264 h 541481"/>
                <a:gd name="connsiteX249" fmla="*/ 2425374 w 2912392"/>
                <a:gd name="connsiteY249" fmla="*/ 370441 h 541481"/>
                <a:gd name="connsiteX250" fmla="*/ 2435118 w 2912392"/>
                <a:gd name="connsiteY250" fmla="*/ 376540 h 541481"/>
                <a:gd name="connsiteX251" fmla="*/ 2444862 w 2912392"/>
                <a:gd name="connsiteY251" fmla="*/ 382560 h 541481"/>
                <a:gd name="connsiteX252" fmla="*/ 2454591 w 2912392"/>
                <a:gd name="connsiteY252" fmla="*/ 388494 h 541481"/>
                <a:gd name="connsiteX253" fmla="*/ 2464335 w 2912392"/>
                <a:gd name="connsiteY253" fmla="*/ 394340 h 541481"/>
                <a:gd name="connsiteX254" fmla="*/ 2474079 w 2912392"/>
                <a:gd name="connsiteY254" fmla="*/ 400093 h 541481"/>
                <a:gd name="connsiteX255" fmla="*/ 2483823 w 2912392"/>
                <a:gd name="connsiteY255" fmla="*/ 405747 h 541481"/>
                <a:gd name="connsiteX256" fmla="*/ 2493552 w 2912392"/>
                <a:gd name="connsiteY256" fmla="*/ 411300 h 541481"/>
                <a:gd name="connsiteX257" fmla="*/ 2503296 w 2912392"/>
                <a:gd name="connsiteY257" fmla="*/ 416744 h 541481"/>
                <a:gd name="connsiteX258" fmla="*/ 2513040 w 2912392"/>
                <a:gd name="connsiteY258" fmla="*/ 422075 h 541481"/>
                <a:gd name="connsiteX259" fmla="*/ 2522784 w 2912392"/>
                <a:gd name="connsiteY259" fmla="*/ 427288 h 541481"/>
                <a:gd name="connsiteX260" fmla="*/ 2532513 w 2912392"/>
                <a:gd name="connsiteY260" fmla="*/ 432379 h 541481"/>
                <a:gd name="connsiteX261" fmla="*/ 2542257 w 2912392"/>
                <a:gd name="connsiteY261" fmla="*/ 437339 h 541481"/>
                <a:gd name="connsiteX262" fmla="*/ 2552001 w 2912392"/>
                <a:gd name="connsiteY262" fmla="*/ 442163 h 541481"/>
                <a:gd name="connsiteX263" fmla="*/ 2561745 w 2912392"/>
                <a:gd name="connsiteY263" fmla="*/ 446847 h 541481"/>
                <a:gd name="connsiteX264" fmla="*/ 2571474 w 2912392"/>
                <a:gd name="connsiteY264" fmla="*/ 451384 h 541481"/>
                <a:gd name="connsiteX265" fmla="*/ 2581218 w 2912392"/>
                <a:gd name="connsiteY265" fmla="*/ 455769 h 541481"/>
                <a:gd name="connsiteX266" fmla="*/ 2590962 w 2912392"/>
                <a:gd name="connsiteY266" fmla="*/ 459993 h 541481"/>
                <a:gd name="connsiteX267" fmla="*/ 2600705 w 2912392"/>
                <a:gd name="connsiteY267" fmla="*/ 464051 h 541481"/>
                <a:gd name="connsiteX268" fmla="*/ 2610449 w 2912392"/>
                <a:gd name="connsiteY268" fmla="*/ 467937 h 541481"/>
                <a:gd name="connsiteX269" fmla="*/ 2620178 w 2912392"/>
                <a:gd name="connsiteY269" fmla="*/ 471647 h 541481"/>
                <a:gd name="connsiteX270" fmla="*/ 2629922 w 2912392"/>
                <a:gd name="connsiteY270" fmla="*/ 475170 h 541481"/>
                <a:gd name="connsiteX271" fmla="*/ 2639666 w 2912392"/>
                <a:gd name="connsiteY271" fmla="*/ 478503 h 541481"/>
                <a:gd name="connsiteX272" fmla="*/ 2649410 w 2912392"/>
                <a:gd name="connsiteY272" fmla="*/ 481641 h 541481"/>
                <a:gd name="connsiteX273" fmla="*/ 2659139 w 2912392"/>
                <a:gd name="connsiteY273" fmla="*/ 484576 h 541481"/>
                <a:gd name="connsiteX274" fmla="*/ 2668883 w 2912392"/>
                <a:gd name="connsiteY274" fmla="*/ 487304 h 541481"/>
                <a:gd name="connsiteX275" fmla="*/ 2678627 w 2912392"/>
                <a:gd name="connsiteY275" fmla="*/ 489819 h 541481"/>
                <a:gd name="connsiteX276" fmla="*/ 2688371 w 2912392"/>
                <a:gd name="connsiteY276" fmla="*/ 492115 h 541481"/>
                <a:gd name="connsiteX277" fmla="*/ 2698100 w 2912392"/>
                <a:gd name="connsiteY277" fmla="*/ 494187 h 541481"/>
                <a:gd name="connsiteX278" fmla="*/ 2707844 w 2912392"/>
                <a:gd name="connsiteY278" fmla="*/ 496032 h 541481"/>
                <a:gd name="connsiteX279" fmla="*/ 2717588 w 2912392"/>
                <a:gd name="connsiteY279" fmla="*/ 497645 h 541481"/>
                <a:gd name="connsiteX280" fmla="*/ 2727332 w 2912392"/>
                <a:gd name="connsiteY280" fmla="*/ 499022 h 541481"/>
                <a:gd name="connsiteX281" fmla="*/ 2737076 w 2912392"/>
                <a:gd name="connsiteY281" fmla="*/ 500159 h 541481"/>
                <a:gd name="connsiteX282" fmla="*/ 2746805 w 2912392"/>
                <a:gd name="connsiteY282" fmla="*/ 501054 h 541481"/>
                <a:gd name="connsiteX283" fmla="*/ 2756549 w 2912392"/>
                <a:gd name="connsiteY283" fmla="*/ 501704 h 541481"/>
                <a:gd name="connsiteX284" fmla="*/ 2766293 w 2912392"/>
                <a:gd name="connsiteY284" fmla="*/ 502106 h 541481"/>
                <a:gd name="connsiteX285" fmla="*/ 2776037 w 2912392"/>
                <a:gd name="connsiteY285" fmla="*/ 502261 h 541481"/>
                <a:gd name="connsiteX286" fmla="*/ 2785766 w 2912392"/>
                <a:gd name="connsiteY286" fmla="*/ 502166 h 541481"/>
                <a:gd name="connsiteX287" fmla="*/ 2795510 w 2912392"/>
                <a:gd name="connsiteY287" fmla="*/ 501820 h 541481"/>
                <a:gd name="connsiteX288" fmla="*/ 2805254 w 2912392"/>
                <a:gd name="connsiteY288" fmla="*/ 501226 h 541481"/>
                <a:gd name="connsiteX289" fmla="*/ 2814998 w 2912392"/>
                <a:gd name="connsiteY289" fmla="*/ 500381 h 541481"/>
                <a:gd name="connsiteX290" fmla="*/ 2824727 w 2912392"/>
                <a:gd name="connsiteY290" fmla="*/ 499290 h 541481"/>
                <a:gd name="connsiteX291" fmla="*/ 2834471 w 2912392"/>
                <a:gd name="connsiteY291" fmla="*/ 497952 h 541481"/>
                <a:gd name="connsiteX292" fmla="*/ 2844215 w 2912392"/>
                <a:gd name="connsiteY292" fmla="*/ 496373 h 541481"/>
                <a:gd name="connsiteX293" fmla="*/ 2853958 w 2912392"/>
                <a:gd name="connsiteY293" fmla="*/ 494554 h 541481"/>
                <a:gd name="connsiteX294" fmla="*/ 2863687 w 2912392"/>
                <a:gd name="connsiteY294" fmla="*/ 492499 h 541481"/>
                <a:gd name="connsiteX295" fmla="*/ 2873431 w 2912392"/>
                <a:gd name="connsiteY295" fmla="*/ 490214 h 541481"/>
                <a:gd name="connsiteX296" fmla="*/ 2883175 w 2912392"/>
                <a:gd name="connsiteY296" fmla="*/ 487703 h 541481"/>
                <a:gd name="connsiteX297" fmla="*/ 2892919 w 2912392"/>
                <a:gd name="connsiteY297" fmla="*/ 484974 h 541481"/>
                <a:gd name="connsiteX298" fmla="*/ 2902663 w 2912392"/>
                <a:gd name="connsiteY298" fmla="*/ 482031 h 541481"/>
                <a:gd name="connsiteX299" fmla="*/ 2912392 w 2912392"/>
                <a:gd name="connsiteY299" fmla="*/ 478885 h 541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41481">
                  <a:moveTo>
                    <a:pt x="0" y="381585"/>
                  </a:moveTo>
                  <a:lnTo>
                    <a:pt x="9739" y="381853"/>
                  </a:lnTo>
                  <a:lnTo>
                    <a:pt x="19480" y="382172"/>
                  </a:lnTo>
                  <a:lnTo>
                    <a:pt x="29221" y="382545"/>
                  </a:lnTo>
                  <a:lnTo>
                    <a:pt x="38961" y="382966"/>
                  </a:lnTo>
                  <a:lnTo>
                    <a:pt x="48702" y="383437"/>
                  </a:lnTo>
                  <a:lnTo>
                    <a:pt x="58443" y="383959"/>
                  </a:lnTo>
                  <a:lnTo>
                    <a:pt x="68182" y="384528"/>
                  </a:lnTo>
                  <a:lnTo>
                    <a:pt x="77923" y="385145"/>
                  </a:lnTo>
                  <a:lnTo>
                    <a:pt x="87664" y="385809"/>
                  </a:lnTo>
                  <a:lnTo>
                    <a:pt x="97404" y="386518"/>
                  </a:lnTo>
                  <a:lnTo>
                    <a:pt x="107145" y="387272"/>
                  </a:lnTo>
                  <a:lnTo>
                    <a:pt x="116886" y="388072"/>
                  </a:lnTo>
                  <a:lnTo>
                    <a:pt x="126625" y="388914"/>
                  </a:lnTo>
                  <a:lnTo>
                    <a:pt x="136366" y="389801"/>
                  </a:lnTo>
                  <a:lnTo>
                    <a:pt x="146107" y="390729"/>
                  </a:lnTo>
                  <a:lnTo>
                    <a:pt x="155846" y="391697"/>
                  </a:lnTo>
                  <a:lnTo>
                    <a:pt x="165587" y="392709"/>
                  </a:lnTo>
                  <a:lnTo>
                    <a:pt x="175328" y="393761"/>
                  </a:lnTo>
                  <a:lnTo>
                    <a:pt x="185068" y="394851"/>
                  </a:lnTo>
                  <a:lnTo>
                    <a:pt x="194809" y="395984"/>
                  </a:lnTo>
                  <a:lnTo>
                    <a:pt x="204550" y="397155"/>
                  </a:lnTo>
                  <a:lnTo>
                    <a:pt x="214289" y="398364"/>
                  </a:lnTo>
                  <a:lnTo>
                    <a:pt x="224030" y="399613"/>
                  </a:lnTo>
                  <a:lnTo>
                    <a:pt x="233771" y="400900"/>
                  </a:lnTo>
                  <a:lnTo>
                    <a:pt x="243510" y="402226"/>
                  </a:lnTo>
                  <a:lnTo>
                    <a:pt x="253251" y="403591"/>
                  </a:lnTo>
                  <a:lnTo>
                    <a:pt x="262992" y="404993"/>
                  </a:lnTo>
                  <a:lnTo>
                    <a:pt x="272732" y="406435"/>
                  </a:lnTo>
                  <a:lnTo>
                    <a:pt x="282473" y="407915"/>
                  </a:lnTo>
                  <a:lnTo>
                    <a:pt x="292214" y="409433"/>
                  </a:lnTo>
                  <a:lnTo>
                    <a:pt x="301953" y="410991"/>
                  </a:lnTo>
                  <a:lnTo>
                    <a:pt x="311694" y="412587"/>
                  </a:lnTo>
                  <a:lnTo>
                    <a:pt x="321435" y="414223"/>
                  </a:lnTo>
                  <a:lnTo>
                    <a:pt x="331175" y="415899"/>
                  </a:lnTo>
                  <a:lnTo>
                    <a:pt x="340916" y="417614"/>
                  </a:lnTo>
                  <a:lnTo>
                    <a:pt x="350656" y="419369"/>
                  </a:lnTo>
                  <a:lnTo>
                    <a:pt x="360396" y="421166"/>
                  </a:lnTo>
                  <a:lnTo>
                    <a:pt x="370137" y="423003"/>
                  </a:lnTo>
                  <a:lnTo>
                    <a:pt x="379878" y="424880"/>
                  </a:lnTo>
                  <a:lnTo>
                    <a:pt x="389617" y="426799"/>
                  </a:lnTo>
                  <a:lnTo>
                    <a:pt x="399358" y="428760"/>
                  </a:lnTo>
                  <a:lnTo>
                    <a:pt x="409099" y="430762"/>
                  </a:lnTo>
                  <a:lnTo>
                    <a:pt x="418839" y="432806"/>
                  </a:lnTo>
                  <a:lnTo>
                    <a:pt x="428580" y="434892"/>
                  </a:lnTo>
                  <a:lnTo>
                    <a:pt x="438321" y="437020"/>
                  </a:lnTo>
                  <a:lnTo>
                    <a:pt x="448060" y="439188"/>
                  </a:lnTo>
                  <a:lnTo>
                    <a:pt x="457801" y="441399"/>
                  </a:lnTo>
                  <a:lnTo>
                    <a:pt x="467542" y="443650"/>
                  </a:lnTo>
                  <a:lnTo>
                    <a:pt x="477281" y="445940"/>
                  </a:lnTo>
                  <a:lnTo>
                    <a:pt x="487022" y="448272"/>
                  </a:lnTo>
                  <a:lnTo>
                    <a:pt x="496763" y="450642"/>
                  </a:lnTo>
                  <a:lnTo>
                    <a:pt x="506503" y="453050"/>
                  </a:lnTo>
                  <a:lnTo>
                    <a:pt x="516244" y="455495"/>
                  </a:lnTo>
                  <a:lnTo>
                    <a:pt x="525985" y="457975"/>
                  </a:lnTo>
                  <a:lnTo>
                    <a:pt x="535724" y="460489"/>
                  </a:lnTo>
                  <a:lnTo>
                    <a:pt x="545465" y="463035"/>
                  </a:lnTo>
                  <a:lnTo>
                    <a:pt x="555206" y="465611"/>
                  </a:lnTo>
                  <a:lnTo>
                    <a:pt x="564946" y="468217"/>
                  </a:lnTo>
                  <a:lnTo>
                    <a:pt x="574687" y="470847"/>
                  </a:lnTo>
                  <a:lnTo>
                    <a:pt x="584428" y="473500"/>
                  </a:lnTo>
                  <a:lnTo>
                    <a:pt x="594167" y="476173"/>
                  </a:lnTo>
                  <a:lnTo>
                    <a:pt x="603908" y="478862"/>
                  </a:lnTo>
                  <a:lnTo>
                    <a:pt x="613649" y="481566"/>
                  </a:lnTo>
                  <a:lnTo>
                    <a:pt x="623388" y="484279"/>
                  </a:lnTo>
                  <a:lnTo>
                    <a:pt x="633129" y="486998"/>
                  </a:lnTo>
                  <a:lnTo>
                    <a:pt x="642870" y="489718"/>
                  </a:lnTo>
                  <a:lnTo>
                    <a:pt x="652610" y="492435"/>
                  </a:lnTo>
                  <a:lnTo>
                    <a:pt x="662351" y="495144"/>
                  </a:lnTo>
                  <a:lnTo>
                    <a:pt x="672092" y="497841"/>
                  </a:lnTo>
                  <a:lnTo>
                    <a:pt x="681831" y="500518"/>
                  </a:lnTo>
                  <a:lnTo>
                    <a:pt x="691572" y="503171"/>
                  </a:lnTo>
                  <a:lnTo>
                    <a:pt x="701313" y="505795"/>
                  </a:lnTo>
                  <a:lnTo>
                    <a:pt x="711052" y="508383"/>
                  </a:lnTo>
                  <a:lnTo>
                    <a:pt x="720793" y="510929"/>
                  </a:lnTo>
                  <a:lnTo>
                    <a:pt x="730534" y="513425"/>
                  </a:lnTo>
                  <a:lnTo>
                    <a:pt x="740274" y="515865"/>
                  </a:lnTo>
                  <a:lnTo>
                    <a:pt x="750015" y="518243"/>
                  </a:lnTo>
                  <a:lnTo>
                    <a:pt x="759756" y="520551"/>
                  </a:lnTo>
                  <a:lnTo>
                    <a:pt x="769495" y="522781"/>
                  </a:lnTo>
                  <a:lnTo>
                    <a:pt x="779236" y="524925"/>
                  </a:lnTo>
                  <a:lnTo>
                    <a:pt x="788977" y="526977"/>
                  </a:lnTo>
                  <a:lnTo>
                    <a:pt x="798717" y="528927"/>
                  </a:lnTo>
                  <a:lnTo>
                    <a:pt x="808458" y="530769"/>
                  </a:lnTo>
                  <a:lnTo>
                    <a:pt x="818199" y="532494"/>
                  </a:lnTo>
                  <a:lnTo>
                    <a:pt x="827938" y="534093"/>
                  </a:lnTo>
                  <a:lnTo>
                    <a:pt x="837679" y="535559"/>
                  </a:lnTo>
                  <a:lnTo>
                    <a:pt x="847420" y="536882"/>
                  </a:lnTo>
                  <a:lnTo>
                    <a:pt x="857159" y="538056"/>
                  </a:lnTo>
                  <a:lnTo>
                    <a:pt x="866900" y="539070"/>
                  </a:lnTo>
                  <a:lnTo>
                    <a:pt x="876641" y="539918"/>
                  </a:lnTo>
                  <a:lnTo>
                    <a:pt x="886381" y="540592"/>
                  </a:lnTo>
                  <a:lnTo>
                    <a:pt x="896122" y="541082"/>
                  </a:lnTo>
                  <a:lnTo>
                    <a:pt x="905863" y="541381"/>
                  </a:lnTo>
                  <a:lnTo>
                    <a:pt x="915602" y="541481"/>
                  </a:lnTo>
                  <a:lnTo>
                    <a:pt x="925343" y="541375"/>
                  </a:lnTo>
                  <a:lnTo>
                    <a:pt x="935084" y="541056"/>
                  </a:lnTo>
                  <a:lnTo>
                    <a:pt x="944824" y="540516"/>
                  </a:lnTo>
                  <a:lnTo>
                    <a:pt x="954564" y="539747"/>
                  </a:lnTo>
                  <a:lnTo>
                    <a:pt x="964305" y="538744"/>
                  </a:lnTo>
                  <a:lnTo>
                    <a:pt x="974045" y="537500"/>
                  </a:lnTo>
                  <a:lnTo>
                    <a:pt x="983786" y="536010"/>
                  </a:lnTo>
                  <a:lnTo>
                    <a:pt x="993522" y="534267"/>
                  </a:lnTo>
                  <a:lnTo>
                    <a:pt x="1003266" y="532268"/>
                  </a:lnTo>
                  <a:lnTo>
                    <a:pt x="1013010" y="530004"/>
                  </a:lnTo>
                  <a:lnTo>
                    <a:pt x="1022754" y="527476"/>
                  </a:lnTo>
                  <a:lnTo>
                    <a:pt x="1032483" y="524677"/>
                  </a:lnTo>
                  <a:lnTo>
                    <a:pt x="1042227" y="521603"/>
                  </a:lnTo>
                  <a:lnTo>
                    <a:pt x="1051971" y="518254"/>
                  </a:lnTo>
                  <a:lnTo>
                    <a:pt x="1061715" y="514624"/>
                  </a:lnTo>
                  <a:lnTo>
                    <a:pt x="1071444" y="510715"/>
                  </a:lnTo>
                  <a:lnTo>
                    <a:pt x="1081188" y="506524"/>
                  </a:lnTo>
                  <a:lnTo>
                    <a:pt x="1090932" y="502049"/>
                  </a:lnTo>
                  <a:lnTo>
                    <a:pt x="1100676" y="497294"/>
                  </a:lnTo>
                  <a:lnTo>
                    <a:pt x="1110405" y="492256"/>
                  </a:lnTo>
                  <a:lnTo>
                    <a:pt x="1120149" y="486937"/>
                  </a:lnTo>
                  <a:lnTo>
                    <a:pt x="1129893" y="481340"/>
                  </a:lnTo>
                  <a:lnTo>
                    <a:pt x="1139637" y="475467"/>
                  </a:lnTo>
                  <a:lnTo>
                    <a:pt x="1149381" y="469321"/>
                  </a:lnTo>
                  <a:lnTo>
                    <a:pt x="1159110" y="462907"/>
                  </a:lnTo>
                  <a:lnTo>
                    <a:pt x="1168854" y="456226"/>
                  </a:lnTo>
                  <a:lnTo>
                    <a:pt x="1178598" y="449288"/>
                  </a:lnTo>
                  <a:lnTo>
                    <a:pt x="1188341" y="442094"/>
                  </a:lnTo>
                  <a:lnTo>
                    <a:pt x="1198070" y="434655"/>
                  </a:lnTo>
                  <a:lnTo>
                    <a:pt x="1207814" y="426977"/>
                  </a:lnTo>
                  <a:lnTo>
                    <a:pt x="1217558" y="419064"/>
                  </a:lnTo>
                  <a:lnTo>
                    <a:pt x="1227302" y="410929"/>
                  </a:lnTo>
                  <a:lnTo>
                    <a:pt x="1237031" y="402578"/>
                  </a:lnTo>
                  <a:lnTo>
                    <a:pt x="1246775" y="394021"/>
                  </a:lnTo>
                  <a:lnTo>
                    <a:pt x="1256519" y="385271"/>
                  </a:lnTo>
                  <a:lnTo>
                    <a:pt x="1266263" y="376335"/>
                  </a:lnTo>
                  <a:lnTo>
                    <a:pt x="1276007" y="367227"/>
                  </a:lnTo>
                  <a:lnTo>
                    <a:pt x="1285736" y="357957"/>
                  </a:lnTo>
                  <a:lnTo>
                    <a:pt x="1295480" y="348539"/>
                  </a:lnTo>
                  <a:lnTo>
                    <a:pt x="1305224" y="338985"/>
                  </a:lnTo>
                  <a:lnTo>
                    <a:pt x="1314968" y="329308"/>
                  </a:lnTo>
                  <a:lnTo>
                    <a:pt x="1324697" y="319521"/>
                  </a:lnTo>
                  <a:lnTo>
                    <a:pt x="1334441" y="309640"/>
                  </a:lnTo>
                  <a:lnTo>
                    <a:pt x="1344185" y="299677"/>
                  </a:lnTo>
                  <a:lnTo>
                    <a:pt x="1353929" y="289650"/>
                  </a:lnTo>
                  <a:lnTo>
                    <a:pt x="1363658" y="279570"/>
                  </a:lnTo>
                  <a:lnTo>
                    <a:pt x="1373402" y="269456"/>
                  </a:lnTo>
                  <a:lnTo>
                    <a:pt x="1383146" y="259321"/>
                  </a:lnTo>
                  <a:lnTo>
                    <a:pt x="1392890" y="249182"/>
                  </a:lnTo>
                  <a:lnTo>
                    <a:pt x="1402619" y="239056"/>
                  </a:lnTo>
                  <a:lnTo>
                    <a:pt x="1412363" y="228957"/>
                  </a:lnTo>
                  <a:lnTo>
                    <a:pt x="1422106" y="218900"/>
                  </a:lnTo>
                  <a:lnTo>
                    <a:pt x="1431850" y="208905"/>
                  </a:lnTo>
                  <a:lnTo>
                    <a:pt x="1441594" y="198983"/>
                  </a:lnTo>
                  <a:lnTo>
                    <a:pt x="1451323" y="189154"/>
                  </a:lnTo>
                  <a:lnTo>
                    <a:pt x="1461067" y="179433"/>
                  </a:lnTo>
                  <a:lnTo>
                    <a:pt x="1470811" y="169833"/>
                  </a:lnTo>
                  <a:lnTo>
                    <a:pt x="1480555" y="160373"/>
                  </a:lnTo>
                  <a:lnTo>
                    <a:pt x="1490284" y="151067"/>
                  </a:lnTo>
                  <a:lnTo>
                    <a:pt x="1500028" y="141929"/>
                  </a:lnTo>
                  <a:lnTo>
                    <a:pt x="1509772" y="132975"/>
                  </a:lnTo>
                  <a:lnTo>
                    <a:pt x="1519516" y="124217"/>
                  </a:lnTo>
                  <a:lnTo>
                    <a:pt x="1529245" y="115673"/>
                  </a:lnTo>
                  <a:lnTo>
                    <a:pt x="1538989" y="107355"/>
                  </a:lnTo>
                  <a:lnTo>
                    <a:pt x="1548733" y="99273"/>
                  </a:lnTo>
                  <a:lnTo>
                    <a:pt x="1558477" y="91443"/>
                  </a:lnTo>
                  <a:lnTo>
                    <a:pt x="1568221" y="83875"/>
                  </a:lnTo>
                  <a:lnTo>
                    <a:pt x="1577950" y="76584"/>
                  </a:lnTo>
                  <a:lnTo>
                    <a:pt x="1587694" y="69577"/>
                  </a:lnTo>
                  <a:lnTo>
                    <a:pt x="1597438" y="62865"/>
                  </a:lnTo>
                  <a:lnTo>
                    <a:pt x="1607182" y="56458"/>
                  </a:lnTo>
                  <a:lnTo>
                    <a:pt x="1616911" y="50366"/>
                  </a:lnTo>
                  <a:lnTo>
                    <a:pt x="1626655" y="44596"/>
                  </a:lnTo>
                  <a:lnTo>
                    <a:pt x="1636399" y="39156"/>
                  </a:lnTo>
                  <a:lnTo>
                    <a:pt x="1646142" y="34053"/>
                  </a:lnTo>
                  <a:lnTo>
                    <a:pt x="1655872" y="29293"/>
                  </a:lnTo>
                  <a:lnTo>
                    <a:pt x="1665616" y="24881"/>
                  </a:lnTo>
                  <a:lnTo>
                    <a:pt x="1675359" y="20821"/>
                  </a:lnTo>
                  <a:lnTo>
                    <a:pt x="1685103" y="17119"/>
                  </a:lnTo>
                  <a:lnTo>
                    <a:pt x="1694832" y="13777"/>
                  </a:lnTo>
                  <a:lnTo>
                    <a:pt x="1704576" y="10796"/>
                  </a:lnTo>
                  <a:lnTo>
                    <a:pt x="1714320" y="8178"/>
                  </a:lnTo>
                  <a:lnTo>
                    <a:pt x="1724064" y="5925"/>
                  </a:lnTo>
                  <a:lnTo>
                    <a:pt x="1733808" y="4036"/>
                  </a:lnTo>
                  <a:lnTo>
                    <a:pt x="1743537" y="2510"/>
                  </a:lnTo>
                  <a:lnTo>
                    <a:pt x="1753281" y="1347"/>
                  </a:lnTo>
                  <a:lnTo>
                    <a:pt x="1763025" y="542"/>
                  </a:lnTo>
                  <a:lnTo>
                    <a:pt x="1772769" y="94"/>
                  </a:lnTo>
                  <a:lnTo>
                    <a:pt x="1782498" y="0"/>
                  </a:lnTo>
                  <a:lnTo>
                    <a:pt x="1792242" y="253"/>
                  </a:lnTo>
                  <a:lnTo>
                    <a:pt x="1801986" y="852"/>
                  </a:lnTo>
                  <a:lnTo>
                    <a:pt x="1811730" y="1789"/>
                  </a:lnTo>
                  <a:lnTo>
                    <a:pt x="1821459" y="3057"/>
                  </a:lnTo>
                  <a:lnTo>
                    <a:pt x="1831203" y="4651"/>
                  </a:lnTo>
                  <a:lnTo>
                    <a:pt x="1840947" y="6564"/>
                  </a:lnTo>
                  <a:lnTo>
                    <a:pt x="1850691" y="8789"/>
                  </a:lnTo>
                  <a:lnTo>
                    <a:pt x="1860435" y="11316"/>
                  </a:lnTo>
                  <a:lnTo>
                    <a:pt x="1870164" y="14136"/>
                  </a:lnTo>
                  <a:lnTo>
                    <a:pt x="1879908" y="17241"/>
                  </a:lnTo>
                  <a:lnTo>
                    <a:pt x="1889652" y="20623"/>
                  </a:lnTo>
                  <a:lnTo>
                    <a:pt x="1899395" y="24272"/>
                  </a:lnTo>
                  <a:lnTo>
                    <a:pt x="1909124" y="28177"/>
                  </a:lnTo>
                  <a:lnTo>
                    <a:pt x="1918868" y="32329"/>
                  </a:lnTo>
                  <a:lnTo>
                    <a:pt x="1928612" y="36717"/>
                  </a:lnTo>
                  <a:lnTo>
                    <a:pt x="1938356" y="41331"/>
                  </a:lnTo>
                  <a:lnTo>
                    <a:pt x="1948085" y="46160"/>
                  </a:lnTo>
                  <a:lnTo>
                    <a:pt x="1957829" y="51196"/>
                  </a:lnTo>
                  <a:lnTo>
                    <a:pt x="1967573" y="56424"/>
                  </a:lnTo>
                  <a:lnTo>
                    <a:pt x="1977317" y="61837"/>
                  </a:lnTo>
                  <a:lnTo>
                    <a:pt x="1987046" y="67424"/>
                  </a:lnTo>
                  <a:lnTo>
                    <a:pt x="1996790" y="73172"/>
                  </a:lnTo>
                  <a:lnTo>
                    <a:pt x="2006534" y="79073"/>
                  </a:lnTo>
                  <a:lnTo>
                    <a:pt x="2016278" y="85116"/>
                  </a:lnTo>
                  <a:lnTo>
                    <a:pt x="2026022" y="91292"/>
                  </a:lnTo>
                  <a:lnTo>
                    <a:pt x="2035751" y="97588"/>
                  </a:lnTo>
                  <a:lnTo>
                    <a:pt x="2045495" y="103999"/>
                  </a:lnTo>
                  <a:lnTo>
                    <a:pt x="2055239" y="110512"/>
                  </a:lnTo>
                  <a:lnTo>
                    <a:pt x="2064983" y="117118"/>
                  </a:lnTo>
                  <a:lnTo>
                    <a:pt x="2074712" y="123809"/>
                  </a:lnTo>
                  <a:lnTo>
                    <a:pt x="2084456" y="130576"/>
                  </a:lnTo>
                  <a:lnTo>
                    <a:pt x="2094200" y="137412"/>
                  </a:lnTo>
                  <a:lnTo>
                    <a:pt x="2103944" y="144306"/>
                  </a:lnTo>
                  <a:lnTo>
                    <a:pt x="2113673" y="151253"/>
                  </a:lnTo>
                  <a:lnTo>
                    <a:pt x="2123417" y="158245"/>
                  </a:lnTo>
                  <a:lnTo>
                    <a:pt x="2133161" y="165274"/>
                  </a:lnTo>
                  <a:lnTo>
                    <a:pt x="2142905" y="172335"/>
                  </a:lnTo>
                  <a:lnTo>
                    <a:pt x="2152649" y="179421"/>
                  </a:lnTo>
                  <a:lnTo>
                    <a:pt x="2162377" y="186525"/>
                  </a:lnTo>
                  <a:lnTo>
                    <a:pt x="2172121" y="193642"/>
                  </a:lnTo>
                  <a:lnTo>
                    <a:pt x="2181865" y="200767"/>
                  </a:lnTo>
                  <a:lnTo>
                    <a:pt x="2191609" y="207894"/>
                  </a:lnTo>
                  <a:lnTo>
                    <a:pt x="2201338" y="215021"/>
                  </a:lnTo>
                  <a:lnTo>
                    <a:pt x="2211082" y="222139"/>
                  </a:lnTo>
                  <a:lnTo>
                    <a:pt x="2220826" y="229248"/>
                  </a:lnTo>
                  <a:lnTo>
                    <a:pt x="2230570" y="236341"/>
                  </a:lnTo>
                  <a:lnTo>
                    <a:pt x="2240299" y="243417"/>
                  </a:lnTo>
                  <a:lnTo>
                    <a:pt x="2250043" y="250471"/>
                  </a:lnTo>
                  <a:lnTo>
                    <a:pt x="2259787" y="257499"/>
                  </a:lnTo>
                  <a:lnTo>
                    <a:pt x="2269531" y="264499"/>
                  </a:lnTo>
                  <a:lnTo>
                    <a:pt x="2279260" y="271468"/>
                  </a:lnTo>
                  <a:lnTo>
                    <a:pt x="2289004" y="278404"/>
                  </a:lnTo>
                  <a:lnTo>
                    <a:pt x="2298748" y="285302"/>
                  </a:lnTo>
                  <a:lnTo>
                    <a:pt x="2308492" y="292162"/>
                  </a:lnTo>
                  <a:lnTo>
                    <a:pt x="2318236" y="298978"/>
                  </a:lnTo>
                  <a:lnTo>
                    <a:pt x="2327965" y="305751"/>
                  </a:lnTo>
                  <a:lnTo>
                    <a:pt x="2337709" y="312476"/>
                  </a:lnTo>
                  <a:lnTo>
                    <a:pt x="2347453" y="319153"/>
                  </a:lnTo>
                  <a:lnTo>
                    <a:pt x="2357197" y="325775"/>
                  </a:lnTo>
                  <a:lnTo>
                    <a:pt x="2366926" y="332344"/>
                  </a:lnTo>
                  <a:lnTo>
                    <a:pt x="2376670" y="338855"/>
                  </a:lnTo>
                  <a:lnTo>
                    <a:pt x="2386413" y="345306"/>
                  </a:lnTo>
                  <a:lnTo>
                    <a:pt x="2396157" y="351692"/>
                  </a:lnTo>
                  <a:lnTo>
                    <a:pt x="2405886" y="358014"/>
                  </a:lnTo>
                  <a:lnTo>
                    <a:pt x="2415630" y="364264"/>
                  </a:lnTo>
                  <a:lnTo>
                    <a:pt x="2425374" y="370441"/>
                  </a:lnTo>
                  <a:lnTo>
                    <a:pt x="2435118" y="376540"/>
                  </a:lnTo>
                  <a:lnTo>
                    <a:pt x="2444862" y="382560"/>
                  </a:lnTo>
                  <a:lnTo>
                    <a:pt x="2454591" y="388494"/>
                  </a:lnTo>
                  <a:lnTo>
                    <a:pt x="2464335" y="394340"/>
                  </a:lnTo>
                  <a:lnTo>
                    <a:pt x="2474079" y="400093"/>
                  </a:lnTo>
                  <a:lnTo>
                    <a:pt x="2483823" y="405747"/>
                  </a:lnTo>
                  <a:lnTo>
                    <a:pt x="2493552" y="411300"/>
                  </a:lnTo>
                  <a:lnTo>
                    <a:pt x="2503296" y="416744"/>
                  </a:lnTo>
                  <a:lnTo>
                    <a:pt x="2513040" y="422075"/>
                  </a:lnTo>
                  <a:lnTo>
                    <a:pt x="2522784" y="427288"/>
                  </a:lnTo>
                  <a:lnTo>
                    <a:pt x="2532513" y="432379"/>
                  </a:lnTo>
                  <a:lnTo>
                    <a:pt x="2542257" y="437339"/>
                  </a:lnTo>
                  <a:lnTo>
                    <a:pt x="2552001" y="442163"/>
                  </a:lnTo>
                  <a:lnTo>
                    <a:pt x="2561745" y="446847"/>
                  </a:lnTo>
                  <a:lnTo>
                    <a:pt x="2571474" y="451384"/>
                  </a:lnTo>
                  <a:lnTo>
                    <a:pt x="2581218" y="455769"/>
                  </a:lnTo>
                  <a:lnTo>
                    <a:pt x="2590962" y="459993"/>
                  </a:lnTo>
                  <a:lnTo>
                    <a:pt x="2600705" y="464051"/>
                  </a:lnTo>
                  <a:lnTo>
                    <a:pt x="2610449" y="467937"/>
                  </a:lnTo>
                  <a:lnTo>
                    <a:pt x="2620178" y="471647"/>
                  </a:lnTo>
                  <a:lnTo>
                    <a:pt x="2629922" y="475170"/>
                  </a:lnTo>
                  <a:lnTo>
                    <a:pt x="2639666" y="478503"/>
                  </a:lnTo>
                  <a:lnTo>
                    <a:pt x="2649410" y="481641"/>
                  </a:lnTo>
                  <a:lnTo>
                    <a:pt x="2659139" y="484576"/>
                  </a:lnTo>
                  <a:lnTo>
                    <a:pt x="2668883" y="487304"/>
                  </a:lnTo>
                  <a:lnTo>
                    <a:pt x="2678627" y="489819"/>
                  </a:lnTo>
                  <a:lnTo>
                    <a:pt x="2688371" y="492115"/>
                  </a:lnTo>
                  <a:lnTo>
                    <a:pt x="2698100" y="494187"/>
                  </a:lnTo>
                  <a:lnTo>
                    <a:pt x="2707844" y="496032"/>
                  </a:lnTo>
                  <a:lnTo>
                    <a:pt x="2717588" y="497645"/>
                  </a:lnTo>
                  <a:lnTo>
                    <a:pt x="2727332" y="499022"/>
                  </a:lnTo>
                  <a:lnTo>
                    <a:pt x="2737076" y="500159"/>
                  </a:lnTo>
                  <a:lnTo>
                    <a:pt x="2746805" y="501054"/>
                  </a:lnTo>
                  <a:lnTo>
                    <a:pt x="2756549" y="501704"/>
                  </a:lnTo>
                  <a:lnTo>
                    <a:pt x="2766293" y="502106"/>
                  </a:lnTo>
                  <a:lnTo>
                    <a:pt x="2776037" y="502261"/>
                  </a:lnTo>
                  <a:lnTo>
                    <a:pt x="2785766" y="502166"/>
                  </a:lnTo>
                  <a:lnTo>
                    <a:pt x="2795510" y="501820"/>
                  </a:lnTo>
                  <a:lnTo>
                    <a:pt x="2805254" y="501226"/>
                  </a:lnTo>
                  <a:lnTo>
                    <a:pt x="2814998" y="500381"/>
                  </a:lnTo>
                  <a:lnTo>
                    <a:pt x="2824727" y="499290"/>
                  </a:lnTo>
                  <a:lnTo>
                    <a:pt x="2834471" y="497952"/>
                  </a:lnTo>
                  <a:lnTo>
                    <a:pt x="2844215" y="496373"/>
                  </a:lnTo>
                  <a:lnTo>
                    <a:pt x="2853958" y="494554"/>
                  </a:lnTo>
                  <a:lnTo>
                    <a:pt x="2863687" y="492499"/>
                  </a:lnTo>
                  <a:lnTo>
                    <a:pt x="2873431" y="490214"/>
                  </a:lnTo>
                  <a:lnTo>
                    <a:pt x="2883175" y="487703"/>
                  </a:lnTo>
                  <a:lnTo>
                    <a:pt x="2892919" y="484974"/>
                  </a:lnTo>
                  <a:lnTo>
                    <a:pt x="2902663" y="482031"/>
                  </a:lnTo>
                  <a:lnTo>
                    <a:pt x="2912392" y="47888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0" name="Freeform 729">
              <a:extLst>
                <a:ext uri="{FF2B5EF4-FFF2-40B4-BE49-F238E27FC236}">
                  <a16:creationId xmlns:a16="http://schemas.microsoft.com/office/drawing/2014/main" id="{B923C16A-7C11-EA92-8CEB-1B4870323633}"/>
                </a:ext>
              </a:extLst>
            </p:cNvPr>
            <p:cNvSpPr/>
            <p:nvPr/>
          </p:nvSpPr>
          <p:spPr>
            <a:xfrm>
              <a:off x="576446" y="3182702"/>
              <a:ext cx="2912392" cy="955513"/>
            </a:xfrm>
            <a:custGeom>
              <a:avLst/>
              <a:gdLst>
                <a:gd name="connsiteX0" fmla="*/ 0 w 2912392"/>
                <a:gd name="connsiteY0" fmla="*/ 898689 h 955513"/>
                <a:gd name="connsiteX1" fmla="*/ 9739 w 2912392"/>
                <a:gd name="connsiteY1" fmla="*/ 904157 h 955513"/>
                <a:gd name="connsiteX2" fmla="*/ 19480 w 2912392"/>
                <a:gd name="connsiteY2" fmla="*/ 909386 h 955513"/>
                <a:gd name="connsiteX3" fmla="*/ 29221 w 2912392"/>
                <a:gd name="connsiteY3" fmla="*/ 914407 h 955513"/>
                <a:gd name="connsiteX4" fmla="*/ 38961 w 2912392"/>
                <a:gd name="connsiteY4" fmla="*/ 919175 h 955513"/>
                <a:gd name="connsiteX5" fmla="*/ 48702 w 2912392"/>
                <a:gd name="connsiteY5" fmla="*/ 923704 h 955513"/>
                <a:gd name="connsiteX6" fmla="*/ 58443 w 2912392"/>
                <a:gd name="connsiteY6" fmla="*/ 927965 h 955513"/>
                <a:gd name="connsiteX7" fmla="*/ 68182 w 2912392"/>
                <a:gd name="connsiteY7" fmla="*/ 931943 h 955513"/>
                <a:gd name="connsiteX8" fmla="*/ 77923 w 2912392"/>
                <a:gd name="connsiteY8" fmla="*/ 935653 h 955513"/>
                <a:gd name="connsiteX9" fmla="*/ 87664 w 2912392"/>
                <a:gd name="connsiteY9" fmla="*/ 939080 h 955513"/>
                <a:gd name="connsiteX10" fmla="*/ 97404 w 2912392"/>
                <a:gd name="connsiteY10" fmla="*/ 942194 h 955513"/>
                <a:gd name="connsiteX11" fmla="*/ 107145 w 2912392"/>
                <a:gd name="connsiteY11" fmla="*/ 945010 h 955513"/>
                <a:gd name="connsiteX12" fmla="*/ 116886 w 2912392"/>
                <a:gd name="connsiteY12" fmla="*/ 947498 h 955513"/>
                <a:gd name="connsiteX13" fmla="*/ 126625 w 2912392"/>
                <a:gd name="connsiteY13" fmla="*/ 949673 h 955513"/>
                <a:gd name="connsiteX14" fmla="*/ 136366 w 2912392"/>
                <a:gd name="connsiteY14" fmla="*/ 951506 h 955513"/>
                <a:gd name="connsiteX15" fmla="*/ 146107 w 2912392"/>
                <a:gd name="connsiteY15" fmla="*/ 953010 h 955513"/>
                <a:gd name="connsiteX16" fmla="*/ 155846 w 2912392"/>
                <a:gd name="connsiteY16" fmla="*/ 954172 h 955513"/>
                <a:gd name="connsiteX17" fmla="*/ 165587 w 2912392"/>
                <a:gd name="connsiteY17" fmla="*/ 954977 h 955513"/>
                <a:gd name="connsiteX18" fmla="*/ 175328 w 2912392"/>
                <a:gd name="connsiteY18" fmla="*/ 955424 h 955513"/>
                <a:gd name="connsiteX19" fmla="*/ 185068 w 2912392"/>
                <a:gd name="connsiteY19" fmla="*/ 955513 h 955513"/>
                <a:gd name="connsiteX20" fmla="*/ 194809 w 2912392"/>
                <a:gd name="connsiteY20" fmla="*/ 955230 h 955513"/>
                <a:gd name="connsiteX21" fmla="*/ 204550 w 2912392"/>
                <a:gd name="connsiteY21" fmla="*/ 954590 h 955513"/>
                <a:gd name="connsiteX22" fmla="*/ 214289 w 2912392"/>
                <a:gd name="connsiteY22" fmla="*/ 953562 h 955513"/>
                <a:gd name="connsiteX23" fmla="*/ 224030 w 2912392"/>
                <a:gd name="connsiteY23" fmla="*/ 952176 h 955513"/>
                <a:gd name="connsiteX24" fmla="*/ 233771 w 2912392"/>
                <a:gd name="connsiteY24" fmla="*/ 950403 h 955513"/>
                <a:gd name="connsiteX25" fmla="*/ 243510 w 2912392"/>
                <a:gd name="connsiteY25" fmla="*/ 948258 h 955513"/>
                <a:gd name="connsiteX26" fmla="*/ 253251 w 2912392"/>
                <a:gd name="connsiteY26" fmla="*/ 945740 h 955513"/>
                <a:gd name="connsiteX27" fmla="*/ 262992 w 2912392"/>
                <a:gd name="connsiteY27" fmla="*/ 942849 h 955513"/>
                <a:gd name="connsiteX28" fmla="*/ 272732 w 2912392"/>
                <a:gd name="connsiteY28" fmla="*/ 939572 h 955513"/>
                <a:gd name="connsiteX29" fmla="*/ 282473 w 2912392"/>
                <a:gd name="connsiteY29" fmla="*/ 935921 h 955513"/>
                <a:gd name="connsiteX30" fmla="*/ 292214 w 2912392"/>
                <a:gd name="connsiteY30" fmla="*/ 931913 h 955513"/>
                <a:gd name="connsiteX31" fmla="*/ 301953 w 2912392"/>
                <a:gd name="connsiteY31" fmla="*/ 927533 h 955513"/>
                <a:gd name="connsiteX32" fmla="*/ 311694 w 2912392"/>
                <a:gd name="connsiteY32" fmla="*/ 922780 h 955513"/>
                <a:gd name="connsiteX33" fmla="*/ 321435 w 2912392"/>
                <a:gd name="connsiteY33" fmla="*/ 917685 h 955513"/>
                <a:gd name="connsiteX34" fmla="*/ 331175 w 2912392"/>
                <a:gd name="connsiteY34" fmla="*/ 912217 h 955513"/>
                <a:gd name="connsiteX35" fmla="*/ 340916 w 2912392"/>
                <a:gd name="connsiteY35" fmla="*/ 906421 h 955513"/>
                <a:gd name="connsiteX36" fmla="*/ 350656 w 2912392"/>
                <a:gd name="connsiteY36" fmla="*/ 900268 h 955513"/>
                <a:gd name="connsiteX37" fmla="*/ 360396 w 2912392"/>
                <a:gd name="connsiteY37" fmla="*/ 893802 h 955513"/>
                <a:gd name="connsiteX38" fmla="*/ 370137 w 2912392"/>
                <a:gd name="connsiteY38" fmla="*/ 886993 h 955513"/>
                <a:gd name="connsiteX39" fmla="*/ 379878 w 2912392"/>
                <a:gd name="connsiteY39" fmla="*/ 879871 h 955513"/>
                <a:gd name="connsiteX40" fmla="*/ 389617 w 2912392"/>
                <a:gd name="connsiteY40" fmla="*/ 872452 h 955513"/>
                <a:gd name="connsiteX41" fmla="*/ 399358 w 2912392"/>
                <a:gd name="connsiteY41" fmla="*/ 864734 h 955513"/>
                <a:gd name="connsiteX42" fmla="*/ 409099 w 2912392"/>
                <a:gd name="connsiteY42" fmla="*/ 856718 h 955513"/>
                <a:gd name="connsiteX43" fmla="*/ 418839 w 2912392"/>
                <a:gd name="connsiteY43" fmla="*/ 848449 h 955513"/>
                <a:gd name="connsiteX44" fmla="*/ 428580 w 2912392"/>
                <a:gd name="connsiteY44" fmla="*/ 839897 h 955513"/>
                <a:gd name="connsiteX45" fmla="*/ 438321 w 2912392"/>
                <a:gd name="connsiteY45" fmla="*/ 831101 h 955513"/>
                <a:gd name="connsiteX46" fmla="*/ 448060 w 2912392"/>
                <a:gd name="connsiteY46" fmla="*/ 822065 h 955513"/>
                <a:gd name="connsiteX47" fmla="*/ 457801 w 2912392"/>
                <a:gd name="connsiteY47" fmla="*/ 812802 h 955513"/>
                <a:gd name="connsiteX48" fmla="*/ 467542 w 2912392"/>
                <a:gd name="connsiteY48" fmla="*/ 803325 h 955513"/>
                <a:gd name="connsiteX49" fmla="*/ 477281 w 2912392"/>
                <a:gd name="connsiteY49" fmla="*/ 793649 h 955513"/>
                <a:gd name="connsiteX50" fmla="*/ 487022 w 2912392"/>
                <a:gd name="connsiteY50" fmla="*/ 783788 h 955513"/>
                <a:gd name="connsiteX51" fmla="*/ 496763 w 2912392"/>
                <a:gd name="connsiteY51" fmla="*/ 773755 h 955513"/>
                <a:gd name="connsiteX52" fmla="*/ 506503 w 2912392"/>
                <a:gd name="connsiteY52" fmla="*/ 763562 h 955513"/>
                <a:gd name="connsiteX53" fmla="*/ 516244 w 2912392"/>
                <a:gd name="connsiteY53" fmla="*/ 753228 h 955513"/>
                <a:gd name="connsiteX54" fmla="*/ 525985 w 2912392"/>
                <a:gd name="connsiteY54" fmla="*/ 742765 h 955513"/>
                <a:gd name="connsiteX55" fmla="*/ 535724 w 2912392"/>
                <a:gd name="connsiteY55" fmla="*/ 732188 h 955513"/>
                <a:gd name="connsiteX56" fmla="*/ 545465 w 2912392"/>
                <a:gd name="connsiteY56" fmla="*/ 721512 h 955513"/>
                <a:gd name="connsiteX57" fmla="*/ 555206 w 2912392"/>
                <a:gd name="connsiteY57" fmla="*/ 710751 h 955513"/>
                <a:gd name="connsiteX58" fmla="*/ 564946 w 2912392"/>
                <a:gd name="connsiteY58" fmla="*/ 699921 h 955513"/>
                <a:gd name="connsiteX59" fmla="*/ 574687 w 2912392"/>
                <a:gd name="connsiteY59" fmla="*/ 689038 h 955513"/>
                <a:gd name="connsiteX60" fmla="*/ 584428 w 2912392"/>
                <a:gd name="connsiteY60" fmla="*/ 678112 h 955513"/>
                <a:gd name="connsiteX61" fmla="*/ 594167 w 2912392"/>
                <a:gd name="connsiteY61" fmla="*/ 667162 h 955513"/>
                <a:gd name="connsiteX62" fmla="*/ 603908 w 2912392"/>
                <a:gd name="connsiteY62" fmla="*/ 656200 h 955513"/>
                <a:gd name="connsiteX63" fmla="*/ 613649 w 2912392"/>
                <a:gd name="connsiteY63" fmla="*/ 645242 h 955513"/>
                <a:gd name="connsiteX64" fmla="*/ 623388 w 2912392"/>
                <a:gd name="connsiteY64" fmla="*/ 634300 h 955513"/>
                <a:gd name="connsiteX65" fmla="*/ 633129 w 2912392"/>
                <a:gd name="connsiteY65" fmla="*/ 623390 h 955513"/>
                <a:gd name="connsiteX66" fmla="*/ 642870 w 2912392"/>
                <a:gd name="connsiteY66" fmla="*/ 612522 h 955513"/>
                <a:gd name="connsiteX67" fmla="*/ 652610 w 2912392"/>
                <a:gd name="connsiteY67" fmla="*/ 601712 h 955513"/>
                <a:gd name="connsiteX68" fmla="*/ 662351 w 2912392"/>
                <a:gd name="connsiteY68" fmla="*/ 590971 h 955513"/>
                <a:gd name="connsiteX69" fmla="*/ 672092 w 2912392"/>
                <a:gd name="connsiteY69" fmla="*/ 580312 h 955513"/>
                <a:gd name="connsiteX70" fmla="*/ 681831 w 2912392"/>
                <a:gd name="connsiteY70" fmla="*/ 569746 h 955513"/>
                <a:gd name="connsiteX71" fmla="*/ 691572 w 2912392"/>
                <a:gd name="connsiteY71" fmla="*/ 559287 h 955513"/>
                <a:gd name="connsiteX72" fmla="*/ 701313 w 2912392"/>
                <a:gd name="connsiteY72" fmla="*/ 548943 h 955513"/>
                <a:gd name="connsiteX73" fmla="*/ 711052 w 2912392"/>
                <a:gd name="connsiteY73" fmla="*/ 538725 h 955513"/>
                <a:gd name="connsiteX74" fmla="*/ 720793 w 2912392"/>
                <a:gd name="connsiteY74" fmla="*/ 528644 h 955513"/>
                <a:gd name="connsiteX75" fmla="*/ 730534 w 2912392"/>
                <a:gd name="connsiteY75" fmla="*/ 518709 h 955513"/>
                <a:gd name="connsiteX76" fmla="*/ 740274 w 2912392"/>
                <a:gd name="connsiteY76" fmla="*/ 508930 h 955513"/>
                <a:gd name="connsiteX77" fmla="*/ 750015 w 2912392"/>
                <a:gd name="connsiteY77" fmla="*/ 499314 h 955513"/>
                <a:gd name="connsiteX78" fmla="*/ 759756 w 2912392"/>
                <a:gd name="connsiteY78" fmla="*/ 489870 h 955513"/>
                <a:gd name="connsiteX79" fmla="*/ 769495 w 2912392"/>
                <a:gd name="connsiteY79" fmla="*/ 480604 h 955513"/>
                <a:gd name="connsiteX80" fmla="*/ 779236 w 2912392"/>
                <a:gd name="connsiteY80" fmla="*/ 471523 h 955513"/>
                <a:gd name="connsiteX81" fmla="*/ 788977 w 2912392"/>
                <a:gd name="connsiteY81" fmla="*/ 462636 h 955513"/>
                <a:gd name="connsiteX82" fmla="*/ 798717 w 2912392"/>
                <a:gd name="connsiteY82" fmla="*/ 453944 h 955513"/>
                <a:gd name="connsiteX83" fmla="*/ 808458 w 2912392"/>
                <a:gd name="connsiteY83" fmla="*/ 445456 h 955513"/>
                <a:gd name="connsiteX84" fmla="*/ 818199 w 2912392"/>
                <a:gd name="connsiteY84" fmla="*/ 437175 h 955513"/>
                <a:gd name="connsiteX85" fmla="*/ 827938 w 2912392"/>
                <a:gd name="connsiteY85" fmla="*/ 429104 h 955513"/>
                <a:gd name="connsiteX86" fmla="*/ 837679 w 2912392"/>
                <a:gd name="connsiteY86" fmla="*/ 421248 h 955513"/>
                <a:gd name="connsiteX87" fmla="*/ 847420 w 2912392"/>
                <a:gd name="connsiteY87" fmla="*/ 413609 h 955513"/>
                <a:gd name="connsiteX88" fmla="*/ 857159 w 2912392"/>
                <a:gd name="connsiteY88" fmla="*/ 406191 h 955513"/>
                <a:gd name="connsiteX89" fmla="*/ 866900 w 2912392"/>
                <a:gd name="connsiteY89" fmla="*/ 398993 h 955513"/>
                <a:gd name="connsiteX90" fmla="*/ 876641 w 2912392"/>
                <a:gd name="connsiteY90" fmla="*/ 392019 h 955513"/>
                <a:gd name="connsiteX91" fmla="*/ 886381 w 2912392"/>
                <a:gd name="connsiteY91" fmla="*/ 385268 h 955513"/>
                <a:gd name="connsiteX92" fmla="*/ 896122 w 2912392"/>
                <a:gd name="connsiteY92" fmla="*/ 378741 h 955513"/>
                <a:gd name="connsiteX93" fmla="*/ 905863 w 2912392"/>
                <a:gd name="connsiteY93" fmla="*/ 372439 h 955513"/>
                <a:gd name="connsiteX94" fmla="*/ 915602 w 2912392"/>
                <a:gd name="connsiteY94" fmla="*/ 366360 h 955513"/>
                <a:gd name="connsiteX95" fmla="*/ 925343 w 2912392"/>
                <a:gd name="connsiteY95" fmla="*/ 360505 h 955513"/>
                <a:gd name="connsiteX96" fmla="*/ 935084 w 2912392"/>
                <a:gd name="connsiteY96" fmla="*/ 354870 h 955513"/>
                <a:gd name="connsiteX97" fmla="*/ 944824 w 2912392"/>
                <a:gd name="connsiteY97" fmla="*/ 349454 h 955513"/>
                <a:gd name="connsiteX98" fmla="*/ 954564 w 2912392"/>
                <a:gd name="connsiteY98" fmla="*/ 344256 h 955513"/>
                <a:gd name="connsiteX99" fmla="*/ 964305 w 2912392"/>
                <a:gd name="connsiteY99" fmla="*/ 339274 h 955513"/>
                <a:gd name="connsiteX100" fmla="*/ 974045 w 2912392"/>
                <a:gd name="connsiteY100" fmla="*/ 334503 h 955513"/>
                <a:gd name="connsiteX101" fmla="*/ 983786 w 2912392"/>
                <a:gd name="connsiteY101" fmla="*/ 329941 h 955513"/>
                <a:gd name="connsiteX102" fmla="*/ 993522 w 2912392"/>
                <a:gd name="connsiteY102" fmla="*/ 325586 h 955513"/>
                <a:gd name="connsiteX103" fmla="*/ 1003266 w 2912392"/>
                <a:gd name="connsiteY103" fmla="*/ 321432 h 955513"/>
                <a:gd name="connsiteX104" fmla="*/ 1013010 w 2912392"/>
                <a:gd name="connsiteY104" fmla="*/ 317478 h 955513"/>
                <a:gd name="connsiteX105" fmla="*/ 1022754 w 2912392"/>
                <a:gd name="connsiteY105" fmla="*/ 313717 h 955513"/>
                <a:gd name="connsiteX106" fmla="*/ 1032483 w 2912392"/>
                <a:gd name="connsiteY106" fmla="*/ 310148 h 955513"/>
                <a:gd name="connsiteX107" fmla="*/ 1042227 w 2912392"/>
                <a:gd name="connsiteY107" fmla="*/ 306764 h 955513"/>
                <a:gd name="connsiteX108" fmla="*/ 1051971 w 2912392"/>
                <a:gd name="connsiteY108" fmla="*/ 303562 h 955513"/>
                <a:gd name="connsiteX109" fmla="*/ 1061715 w 2912392"/>
                <a:gd name="connsiteY109" fmla="*/ 300536 h 955513"/>
                <a:gd name="connsiteX110" fmla="*/ 1071444 w 2912392"/>
                <a:gd name="connsiteY110" fmla="*/ 297683 h 955513"/>
                <a:gd name="connsiteX111" fmla="*/ 1081188 w 2912392"/>
                <a:gd name="connsiteY111" fmla="*/ 294997 h 955513"/>
                <a:gd name="connsiteX112" fmla="*/ 1090932 w 2912392"/>
                <a:gd name="connsiteY112" fmla="*/ 292473 h 955513"/>
                <a:gd name="connsiteX113" fmla="*/ 1100676 w 2912392"/>
                <a:gd name="connsiteY113" fmla="*/ 290107 h 955513"/>
                <a:gd name="connsiteX114" fmla="*/ 1110405 w 2912392"/>
                <a:gd name="connsiteY114" fmla="*/ 287895 h 955513"/>
                <a:gd name="connsiteX115" fmla="*/ 1120149 w 2912392"/>
                <a:gd name="connsiteY115" fmla="*/ 285828 h 955513"/>
                <a:gd name="connsiteX116" fmla="*/ 1129893 w 2912392"/>
                <a:gd name="connsiteY116" fmla="*/ 283905 h 955513"/>
                <a:gd name="connsiteX117" fmla="*/ 1139637 w 2912392"/>
                <a:gd name="connsiteY117" fmla="*/ 282120 h 955513"/>
                <a:gd name="connsiteX118" fmla="*/ 1149381 w 2912392"/>
                <a:gd name="connsiteY118" fmla="*/ 280466 h 955513"/>
                <a:gd name="connsiteX119" fmla="*/ 1159110 w 2912392"/>
                <a:gd name="connsiteY119" fmla="*/ 278942 h 955513"/>
                <a:gd name="connsiteX120" fmla="*/ 1168854 w 2912392"/>
                <a:gd name="connsiteY120" fmla="*/ 277538 h 955513"/>
                <a:gd name="connsiteX121" fmla="*/ 1178598 w 2912392"/>
                <a:gd name="connsiteY121" fmla="*/ 276254 h 955513"/>
                <a:gd name="connsiteX122" fmla="*/ 1188341 w 2912392"/>
                <a:gd name="connsiteY122" fmla="*/ 275083 h 955513"/>
                <a:gd name="connsiteX123" fmla="*/ 1198070 w 2912392"/>
                <a:gd name="connsiteY123" fmla="*/ 274021 h 955513"/>
                <a:gd name="connsiteX124" fmla="*/ 1207814 w 2912392"/>
                <a:gd name="connsiteY124" fmla="*/ 273061 h 955513"/>
                <a:gd name="connsiteX125" fmla="*/ 1217558 w 2912392"/>
                <a:gd name="connsiteY125" fmla="*/ 272201 h 955513"/>
                <a:gd name="connsiteX126" fmla="*/ 1227302 w 2912392"/>
                <a:gd name="connsiteY126" fmla="*/ 271437 h 955513"/>
                <a:gd name="connsiteX127" fmla="*/ 1237031 w 2912392"/>
                <a:gd name="connsiteY127" fmla="*/ 270764 h 955513"/>
                <a:gd name="connsiteX128" fmla="*/ 1246775 w 2912392"/>
                <a:gd name="connsiteY128" fmla="*/ 270177 h 955513"/>
                <a:gd name="connsiteX129" fmla="*/ 1256519 w 2912392"/>
                <a:gd name="connsiteY129" fmla="*/ 269672 h 955513"/>
                <a:gd name="connsiteX130" fmla="*/ 1266263 w 2912392"/>
                <a:gd name="connsiteY130" fmla="*/ 269244 h 955513"/>
                <a:gd name="connsiteX131" fmla="*/ 1276007 w 2912392"/>
                <a:gd name="connsiteY131" fmla="*/ 268892 h 955513"/>
                <a:gd name="connsiteX132" fmla="*/ 1285736 w 2912392"/>
                <a:gd name="connsiteY132" fmla="*/ 268611 h 955513"/>
                <a:gd name="connsiteX133" fmla="*/ 1295480 w 2912392"/>
                <a:gd name="connsiteY133" fmla="*/ 268395 h 955513"/>
                <a:gd name="connsiteX134" fmla="*/ 1305224 w 2912392"/>
                <a:gd name="connsiteY134" fmla="*/ 268244 h 955513"/>
                <a:gd name="connsiteX135" fmla="*/ 1314968 w 2912392"/>
                <a:gd name="connsiteY135" fmla="*/ 268152 h 955513"/>
                <a:gd name="connsiteX136" fmla="*/ 1324697 w 2912392"/>
                <a:gd name="connsiteY136" fmla="*/ 268116 h 955513"/>
                <a:gd name="connsiteX137" fmla="*/ 1334441 w 2912392"/>
                <a:gd name="connsiteY137" fmla="*/ 268135 h 955513"/>
                <a:gd name="connsiteX138" fmla="*/ 1344185 w 2912392"/>
                <a:gd name="connsiteY138" fmla="*/ 268204 h 955513"/>
                <a:gd name="connsiteX139" fmla="*/ 1353929 w 2912392"/>
                <a:gd name="connsiteY139" fmla="*/ 268319 h 955513"/>
                <a:gd name="connsiteX140" fmla="*/ 1363658 w 2912392"/>
                <a:gd name="connsiteY140" fmla="*/ 268480 h 955513"/>
                <a:gd name="connsiteX141" fmla="*/ 1373402 w 2912392"/>
                <a:gd name="connsiteY141" fmla="*/ 268681 h 955513"/>
                <a:gd name="connsiteX142" fmla="*/ 1383146 w 2912392"/>
                <a:gd name="connsiteY142" fmla="*/ 268922 h 955513"/>
                <a:gd name="connsiteX143" fmla="*/ 1392890 w 2912392"/>
                <a:gd name="connsiteY143" fmla="*/ 269199 h 955513"/>
                <a:gd name="connsiteX144" fmla="*/ 1402619 w 2912392"/>
                <a:gd name="connsiteY144" fmla="*/ 269511 h 955513"/>
                <a:gd name="connsiteX145" fmla="*/ 1412363 w 2912392"/>
                <a:gd name="connsiteY145" fmla="*/ 269855 h 955513"/>
                <a:gd name="connsiteX146" fmla="*/ 1422106 w 2912392"/>
                <a:gd name="connsiteY146" fmla="*/ 270227 h 955513"/>
                <a:gd name="connsiteX147" fmla="*/ 1431850 w 2912392"/>
                <a:gd name="connsiteY147" fmla="*/ 270628 h 955513"/>
                <a:gd name="connsiteX148" fmla="*/ 1441594 w 2912392"/>
                <a:gd name="connsiteY148" fmla="*/ 271056 h 955513"/>
                <a:gd name="connsiteX149" fmla="*/ 1451323 w 2912392"/>
                <a:gd name="connsiteY149" fmla="*/ 271506 h 955513"/>
                <a:gd name="connsiteX150" fmla="*/ 1461067 w 2912392"/>
                <a:gd name="connsiteY150" fmla="*/ 271978 h 955513"/>
                <a:gd name="connsiteX151" fmla="*/ 1470811 w 2912392"/>
                <a:gd name="connsiteY151" fmla="*/ 272471 h 955513"/>
                <a:gd name="connsiteX152" fmla="*/ 1480555 w 2912392"/>
                <a:gd name="connsiteY152" fmla="*/ 272984 h 955513"/>
                <a:gd name="connsiteX153" fmla="*/ 1490284 w 2912392"/>
                <a:gd name="connsiteY153" fmla="*/ 273515 h 955513"/>
                <a:gd name="connsiteX154" fmla="*/ 1500028 w 2912392"/>
                <a:gd name="connsiteY154" fmla="*/ 274062 h 955513"/>
                <a:gd name="connsiteX155" fmla="*/ 1509772 w 2912392"/>
                <a:gd name="connsiteY155" fmla="*/ 274625 h 955513"/>
                <a:gd name="connsiteX156" fmla="*/ 1519516 w 2912392"/>
                <a:gd name="connsiteY156" fmla="*/ 275202 h 955513"/>
                <a:gd name="connsiteX157" fmla="*/ 1529245 w 2912392"/>
                <a:gd name="connsiteY157" fmla="*/ 275794 h 955513"/>
                <a:gd name="connsiteX158" fmla="*/ 1538989 w 2912392"/>
                <a:gd name="connsiteY158" fmla="*/ 276398 h 955513"/>
                <a:gd name="connsiteX159" fmla="*/ 1548733 w 2912392"/>
                <a:gd name="connsiteY159" fmla="*/ 277015 h 955513"/>
                <a:gd name="connsiteX160" fmla="*/ 1558477 w 2912392"/>
                <a:gd name="connsiteY160" fmla="*/ 277644 h 955513"/>
                <a:gd name="connsiteX161" fmla="*/ 1568221 w 2912392"/>
                <a:gd name="connsiteY161" fmla="*/ 278285 h 955513"/>
                <a:gd name="connsiteX162" fmla="*/ 1577950 w 2912392"/>
                <a:gd name="connsiteY162" fmla="*/ 278936 h 955513"/>
                <a:gd name="connsiteX163" fmla="*/ 1587694 w 2912392"/>
                <a:gd name="connsiteY163" fmla="*/ 279599 h 955513"/>
                <a:gd name="connsiteX164" fmla="*/ 1597438 w 2912392"/>
                <a:gd name="connsiteY164" fmla="*/ 280274 h 955513"/>
                <a:gd name="connsiteX165" fmla="*/ 1607182 w 2912392"/>
                <a:gd name="connsiteY165" fmla="*/ 280961 h 955513"/>
                <a:gd name="connsiteX166" fmla="*/ 1616911 w 2912392"/>
                <a:gd name="connsiteY166" fmla="*/ 281658 h 955513"/>
                <a:gd name="connsiteX167" fmla="*/ 1626655 w 2912392"/>
                <a:gd name="connsiteY167" fmla="*/ 282367 h 955513"/>
                <a:gd name="connsiteX168" fmla="*/ 1636399 w 2912392"/>
                <a:gd name="connsiteY168" fmla="*/ 283090 h 955513"/>
                <a:gd name="connsiteX169" fmla="*/ 1646142 w 2912392"/>
                <a:gd name="connsiteY169" fmla="*/ 283826 h 955513"/>
                <a:gd name="connsiteX170" fmla="*/ 1655872 w 2912392"/>
                <a:gd name="connsiteY170" fmla="*/ 284577 h 955513"/>
                <a:gd name="connsiteX171" fmla="*/ 1665616 w 2912392"/>
                <a:gd name="connsiteY171" fmla="*/ 285341 h 955513"/>
                <a:gd name="connsiteX172" fmla="*/ 1675359 w 2912392"/>
                <a:gd name="connsiteY172" fmla="*/ 286122 h 955513"/>
                <a:gd name="connsiteX173" fmla="*/ 1685103 w 2912392"/>
                <a:gd name="connsiteY173" fmla="*/ 286919 h 955513"/>
                <a:gd name="connsiteX174" fmla="*/ 1694832 w 2912392"/>
                <a:gd name="connsiteY174" fmla="*/ 287735 h 955513"/>
                <a:gd name="connsiteX175" fmla="*/ 1704576 w 2912392"/>
                <a:gd name="connsiteY175" fmla="*/ 288569 h 955513"/>
                <a:gd name="connsiteX176" fmla="*/ 1714320 w 2912392"/>
                <a:gd name="connsiteY176" fmla="*/ 289423 h 955513"/>
                <a:gd name="connsiteX177" fmla="*/ 1724064 w 2912392"/>
                <a:gd name="connsiteY177" fmla="*/ 290301 h 955513"/>
                <a:gd name="connsiteX178" fmla="*/ 1733808 w 2912392"/>
                <a:gd name="connsiteY178" fmla="*/ 291201 h 955513"/>
                <a:gd name="connsiteX179" fmla="*/ 1743537 w 2912392"/>
                <a:gd name="connsiteY179" fmla="*/ 292124 h 955513"/>
                <a:gd name="connsiteX180" fmla="*/ 1753281 w 2912392"/>
                <a:gd name="connsiteY180" fmla="*/ 293076 h 955513"/>
                <a:gd name="connsiteX181" fmla="*/ 1763025 w 2912392"/>
                <a:gd name="connsiteY181" fmla="*/ 294054 h 955513"/>
                <a:gd name="connsiteX182" fmla="*/ 1772769 w 2912392"/>
                <a:gd name="connsiteY182" fmla="*/ 295061 h 955513"/>
                <a:gd name="connsiteX183" fmla="*/ 1782498 w 2912392"/>
                <a:gd name="connsiteY183" fmla="*/ 296099 h 955513"/>
                <a:gd name="connsiteX184" fmla="*/ 1792242 w 2912392"/>
                <a:gd name="connsiteY184" fmla="*/ 297171 h 955513"/>
                <a:gd name="connsiteX185" fmla="*/ 1801986 w 2912392"/>
                <a:gd name="connsiteY185" fmla="*/ 298275 h 955513"/>
                <a:gd name="connsiteX186" fmla="*/ 1811730 w 2912392"/>
                <a:gd name="connsiteY186" fmla="*/ 299413 h 955513"/>
                <a:gd name="connsiteX187" fmla="*/ 1821459 w 2912392"/>
                <a:gd name="connsiteY187" fmla="*/ 300590 h 955513"/>
                <a:gd name="connsiteX188" fmla="*/ 1831203 w 2912392"/>
                <a:gd name="connsiteY188" fmla="*/ 301803 h 955513"/>
                <a:gd name="connsiteX189" fmla="*/ 1840947 w 2912392"/>
                <a:gd name="connsiteY189" fmla="*/ 303056 h 955513"/>
                <a:gd name="connsiteX190" fmla="*/ 1850691 w 2912392"/>
                <a:gd name="connsiteY190" fmla="*/ 304349 h 955513"/>
                <a:gd name="connsiteX191" fmla="*/ 1860435 w 2912392"/>
                <a:gd name="connsiteY191" fmla="*/ 305684 h 955513"/>
                <a:gd name="connsiteX192" fmla="*/ 1870164 w 2912392"/>
                <a:gd name="connsiteY192" fmla="*/ 307061 h 955513"/>
                <a:gd name="connsiteX193" fmla="*/ 1879908 w 2912392"/>
                <a:gd name="connsiteY193" fmla="*/ 308479 h 955513"/>
                <a:gd name="connsiteX194" fmla="*/ 1889652 w 2912392"/>
                <a:gd name="connsiteY194" fmla="*/ 309942 h 955513"/>
                <a:gd name="connsiteX195" fmla="*/ 1899395 w 2912392"/>
                <a:gd name="connsiteY195" fmla="*/ 311448 h 955513"/>
                <a:gd name="connsiteX196" fmla="*/ 1909124 w 2912392"/>
                <a:gd name="connsiteY196" fmla="*/ 312998 h 955513"/>
                <a:gd name="connsiteX197" fmla="*/ 1918868 w 2912392"/>
                <a:gd name="connsiteY197" fmla="*/ 314592 h 955513"/>
                <a:gd name="connsiteX198" fmla="*/ 1928612 w 2912392"/>
                <a:gd name="connsiteY198" fmla="*/ 316229 h 955513"/>
                <a:gd name="connsiteX199" fmla="*/ 1938356 w 2912392"/>
                <a:gd name="connsiteY199" fmla="*/ 317910 h 955513"/>
                <a:gd name="connsiteX200" fmla="*/ 1948085 w 2912392"/>
                <a:gd name="connsiteY200" fmla="*/ 319632 h 955513"/>
                <a:gd name="connsiteX201" fmla="*/ 1957829 w 2912392"/>
                <a:gd name="connsiteY201" fmla="*/ 321396 h 955513"/>
                <a:gd name="connsiteX202" fmla="*/ 1967573 w 2912392"/>
                <a:gd name="connsiteY202" fmla="*/ 323199 h 955513"/>
                <a:gd name="connsiteX203" fmla="*/ 1977317 w 2912392"/>
                <a:gd name="connsiteY203" fmla="*/ 325041 h 955513"/>
                <a:gd name="connsiteX204" fmla="*/ 1987046 w 2912392"/>
                <a:gd name="connsiteY204" fmla="*/ 326916 h 955513"/>
                <a:gd name="connsiteX205" fmla="*/ 1996790 w 2912392"/>
                <a:gd name="connsiteY205" fmla="*/ 328827 h 955513"/>
                <a:gd name="connsiteX206" fmla="*/ 2006534 w 2912392"/>
                <a:gd name="connsiteY206" fmla="*/ 330768 h 955513"/>
                <a:gd name="connsiteX207" fmla="*/ 2016278 w 2912392"/>
                <a:gd name="connsiteY207" fmla="*/ 332736 h 955513"/>
                <a:gd name="connsiteX208" fmla="*/ 2026022 w 2912392"/>
                <a:gd name="connsiteY208" fmla="*/ 334728 h 955513"/>
                <a:gd name="connsiteX209" fmla="*/ 2035751 w 2912392"/>
                <a:gd name="connsiteY209" fmla="*/ 336742 h 955513"/>
                <a:gd name="connsiteX210" fmla="*/ 2045495 w 2912392"/>
                <a:gd name="connsiteY210" fmla="*/ 338772 h 955513"/>
                <a:gd name="connsiteX211" fmla="*/ 2055239 w 2912392"/>
                <a:gd name="connsiteY211" fmla="*/ 340813 h 955513"/>
                <a:gd name="connsiteX212" fmla="*/ 2064983 w 2912392"/>
                <a:gd name="connsiteY212" fmla="*/ 342860 h 955513"/>
                <a:gd name="connsiteX213" fmla="*/ 2074712 w 2912392"/>
                <a:gd name="connsiteY213" fmla="*/ 344910 h 955513"/>
                <a:gd name="connsiteX214" fmla="*/ 2084456 w 2912392"/>
                <a:gd name="connsiteY214" fmla="*/ 346957 h 955513"/>
                <a:gd name="connsiteX215" fmla="*/ 2094200 w 2912392"/>
                <a:gd name="connsiteY215" fmla="*/ 348992 h 955513"/>
                <a:gd name="connsiteX216" fmla="*/ 2103944 w 2912392"/>
                <a:gd name="connsiteY216" fmla="*/ 351013 h 955513"/>
                <a:gd name="connsiteX217" fmla="*/ 2113673 w 2912392"/>
                <a:gd name="connsiteY217" fmla="*/ 353011 h 955513"/>
                <a:gd name="connsiteX218" fmla="*/ 2123417 w 2912392"/>
                <a:gd name="connsiteY218" fmla="*/ 354979 h 955513"/>
                <a:gd name="connsiteX219" fmla="*/ 2133161 w 2912392"/>
                <a:gd name="connsiteY219" fmla="*/ 356910 h 955513"/>
                <a:gd name="connsiteX220" fmla="*/ 2142905 w 2912392"/>
                <a:gd name="connsiteY220" fmla="*/ 358796 h 955513"/>
                <a:gd name="connsiteX221" fmla="*/ 2152649 w 2912392"/>
                <a:gd name="connsiteY221" fmla="*/ 360630 h 955513"/>
                <a:gd name="connsiteX222" fmla="*/ 2162377 w 2912392"/>
                <a:gd name="connsiteY222" fmla="*/ 362403 h 955513"/>
                <a:gd name="connsiteX223" fmla="*/ 2172121 w 2912392"/>
                <a:gd name="connsiteY223" fmla="*/ 364107 h 955513"/>
                <a:gd name="connsiteX224" fmla="*/ 2181865 w 2912392"/>
                <a:gd name="connsiteY224" fmla="*/ 365734 h 955513"/>
                <a:gd name="connsiteX225" fmla="*/ 2191609 w 2912392"/>
                <a:gd name="connsiteY225" fmla="*/ 367275 h 955513"/>
                <a:gd name="connsiteX226" fmla="*/ 2201338 w 2912392"/>
                <a:gd name="connsiteY226" fmla="*/ 368720 h 955513"/>
                <a:gd name="connsiteX227" fmla="*/ 2211082 w 2912392"/>
                <a:gd name="connsiteY227" fmla="*/ 370061 h 955513"/>
                <a:gd name="connsiteX228" fmla="*/ 2220826 w 2912392"/>
                <a:gd name="connsiteY228" fmla="*/ 371289 h 955513"/>
                <a:gd name="connsiteX229" fmla="*/ 2230570 w 2912392"/>
                <a:gd name="connsiteY229" fmla="*/ 372393 h 955513"/>
                <a:gd name="connsiteX230" fmla="*/ 2240299 w 2912392"/>
                <a:gd name="connsiteY230" fmla="*/ 373365 h 955513"/>
                <a:gd name="connsiteX231" fmla="*/ 2250043 w 2912392"/>
                <a:gd name="connsiteY231" fmla="*/ 374195 h 955513"/>
                <a:gd name="connsiteX232" fmla="*/ 2259787 w 2912392"/>
                <a:gd name="connsiteY232" fmla="*/ 374876 h 955513"/>
                <a:gd name="connsiteX233" fmla="*/ 2269531 w 2912392"/>
                <a:gd name="connsiteY233" fmla="*/ 375395 h 955513"/>
                <a:gd name="connsiteX234" fmla="*/ 2279260 w 2912392"/>
                <a:gd name="connsiteY234" fmla="*/ 375745 h 955513"/>
                <a:gd name="connsiteX235" fmla="*/ 2289004 w 2912392"/>
                <a:gd name="connsiteY235" fmla="*/ 375918 h 955513"/>
                <a:gd name="connsiteX236" fmla="*/ 2298748 w 2912392"/>
                <a:gd name="connsiteY236" fmla="*/ 375901 h 955513"/>
                <a:gd name="connsiteX237" fmla="*/ 2308492 w 2912392"/>
                <a:gd name="connsiteY237" fmla="*/ 375690 h 955513"/>
                <a:gd name="connsiteX238" fmla="*/ 2318236 w 2912392"/>
                <a:gd name="connsiteY238" fmla="*/ 375274 h 955513"/>
                <a:gd name="connsiteX239" fmla="*/ 2327965 w 2912392"/>
                <a:gd name="connsiteY239" fmla="*/ 374645 h 955513"/>
                <a:gd name="connsiteX240" fmla="*/ 2337709 w 2912392"/>
                <a:gd name="connsiteY240" fmla="*/ 373796 h 955513"/>
                <a:gd name="connsiteX241" fmla="*/ 2347453 w 2912392"/>
                <a:gd name="connsiteY241" fmla="*/ 372719 h 955513"/>
                <a:gd name="connsiteX242" fmla="*/ 2357197 w 2912392"/>
                <a:gd name="connsiteY242" fmla="*/ 371406 h 955513"/>
                <a:gd name="connsiteX243" fmla="*/ 2366926 w 2912392"/>
                <a:gd name="connsiteY243" fmla="*/ 369854 h 955513"/>
                <a:gd name="connsiteX244" fmla="*/ 2376670 w 2912392"/>
                <a:gd name="connsiteY244" fmla="*/ 368053 h 955513"/>
                <a:gd name="connsiteX245" fmla="*/ 2386413 w 2912392"/>
                <a:gd name="connsiteY245" fmla="*/ 365998 h 955513"/>
                <a:gd name="connsiteX246" fmla="*/ 2396157 w 2912392"/>
                <a:gd name="connsiteY246" fmla="*/ 363686 h 955513"/>
                <a:gd name="connsiteX247" fmla="*/ 2405886 w 2912392"/>
                <a:gd name="connsiteY247" fmla="*/ 361111 h 955513"/>
                <a:gd name="connsiteX248" fmla="*/ 2415630 w 2912392"/>
                <a:gd name="connsiteY248" fmla="*/ 358268 h 955513"/>
                <a:gd name="connsiteX249" fmla="*/ 2425374 w 2912392"/>
                <a:gd name="connsiteY249" fmla="*/ 355157 h 955513"/>
                <a:gd name="connsiteX250" fmla="*/ 2435118 w 2912392"/>
                <a:gd name="connsiteY250" fmla="*/ 351774 h 955513"/>
                <a:gd name="connsiteX251" fmla="*/ 2444862 w 2912392"/>
                <a:gd name="connsiteY251" fmla="*/ 348116 h 955513"/>
                <a:gd name="connsiteX252" fmla="*/ 2454591 w 2912392"/>
                <a:gd name="connsiteY252" fmla="*/ 344184 h 955513"/>
                <a:gd name="connsiteX253" fmla="*/ 2464335 w 2912392"/>
                <a:gd name="connsiteY253" fmla="*/ 339977 h 955513"/>
                <a:gd name="connsiteX254" fmla="*/ 2474079 w 2912392"/>
                <a:gd name="connsiteY254" fmla="*/ 335495 h 955513"/>
                <a:gd name="connsiteX255" fmla="*/ 2483823 w 2912392"/>
                <a:gd name="connsiteY255" fmla="*/ 330740 h 955513"/>
                <a:gd name="connsiteX256" fmla="*/ 2493552 w 2912392"/>
                <a:gd name="connsiteY256" fmla="*/ 325713 h 955513"/>
                <a:gd name="connsiteX257" fmla="*/ 2503296 w 2912392"/>
                <a:gd name="connsiteY257" fmla="*/ 320417 h 955513"/>
                <a:gd name="connsiteX258" fmla="*/ 2513040 w 2912392"/>
                <a:gd name="connsiteY258" fmla="*/ 314859 h 955513"/>
                <a:gd name="connsiteX259" fmla="*/ 2522784 w 2912392"/>
                <a:gd name="connsiteY259" fmla="*/ 309039 h 955513"/>
                <a:gd name="connsiteX260" fmla="*/ 2532513 w 2912392"/>
                <a:gd name="connsiteY260" fmla="*/ 302965 h 955513"/>
                <a:gd name="connsiteX261" fmla="*/ 2542257 w 2912392"/>
                <a:gd name="connsiteY261" fmla="*/ 296643 h 955513"/>
                <a:gd name="connsiteX262" fmla="*/ 2552001 w 2912392"/>
                <a:gd name="connsiteY262" fmla="*/ 290080 h 955513"/>
                <a:gd name="connsiteX263" fmla="*/ 2561745 w 2912392"/>
                <a:gd name="connsiteY263" fmla="*/ 283283 h 955513"/>
                <a:gd name="connsiteX264" fmla="*/ 2571474 w 2912392"/>
                <a:gd name="connsiteY264" fmla="*/ 276263 h 955513"/>
                <a:gd name="connsiteX265" fmla="*/ 2581218 w 2912392"/>
                <a:gd name="connsiteY265" fmla="*/ 269028 h 955513"/>
                <a:gd name="connsiteX266" fmla="*/ 2590962 w 2912392"/>
                <a:gd name="connsiteY266" fmla="*/ 261589 h 955513"/>
                <a:gd name="connsiteX267" fmla="*/ 2600705 w 2912392"/>
                <a:gd name="connsiteY267" fmla="*/ 253956 h 955513"/>
                <a:gd name="connsiteX268" fmla="*/ 2610449 w 2912392"/>
                <a:gd name="connsiteY268" fmla="*/ 246142 h 955513"/>
                <a:gd name="connsiteX269" fmla="*/ 2620178 w 2912392"/>
                <a:gd name="connsiteY269" fmla="*/ 238160 h 955513"/>
                <a:gd name="connsiteX270" fmla="*/ 2629922 w 2912392"/>
                <a:gd name="connsiteY270" fmla="*/ 230021 h 955513"/>
                <a:gd name="connsiteX271" fmla="*/ 2639666 w 2912392"/>
                <a:gd name="connsiteY271" fmla="*/ 221742 h 955513"/>
                <a:gd name="connsiteX272" fmla="*/ 2649410 w 2912392"/>
                <a:gd name="connsiteY272" fmla="*/ 213335 h 955513"/>
                <a:gd name="connsiteX273" fmla="*/ 2659139 w 2912392"/>
                <a:gd name="connsiteY273" fmla="*/ 204818 h 955513"/>
                <a:gd name="connsiteX274" fmla="*/ 2668883 w 2912392"/>
                <a:gd name="connsiteY274" fmla="*/ 196203 h 955513"/>
                <a:gd name="connsiteX275" fmla="*/ 2678627 w 2912392"/>
                <a:gd name="connsiteY275" fmla="*/ 187508 h 955513"/>
                <a:gd name="connsiteX276" fmla="*/ 2688371 w 2912392"/>
                <a:gd name="connsiteY276" fmla="*/ 178749 h 955513"/>
                <a:gd name="connsiteX277" fmla="*/ 2698100 w 2912392"/>
                <a:gd name="connsiteY277" fmla="*/ 169945 h 955513"/>
                <a:gd name="connsiteX278" fmla="*/ 2707844 w 2912392"/>
                <a:gd name="connsiteY278" fmla="*/ 161112 h 955513"/>
                <a:gd name="connsiteX279" fmla="*/ 2717588 w 2912392"/>
                <a:gd name="connsiteY279" fmla="*/ 152266 h 955513"/>
                <a:gd name="connsiteX280" fmla="*/ 2727332 w 2912392"/>
                <a:gd name="connsiteY280" fmla="*/ 143426 h 955513"/>
                <a:gd name="connsiteX281" fmla="*/ 2737076 w 2912392"/>
                <a:gd name="connsiteY281" fmla="*/ 134611 h 955513"/>
                <a:gd name="connsiteX282" fmla="*/ 2746805 w 2912392"/>
                <a:gd name="connsiteY282" fmla="*/ 125837 h 955513"/>
                <a:gd name="connsiteX283" fmla="*/ 2756549 w 2912392"/>
                <a:gd name="connsiteY283" fmla="*/ 117124 h 955513"/>
                <a:gd name="connsiteX284" fmla="*/ 2766293 w 2912392"/>
                <a:gd name="connsiteY284" fmla="*/ 108490 h 955513"/>
                <a:gd name="connsiteX285" fmla="*/ 2776037 w 2912392"/>
                <a:gd name="connsiteY285" fmla="*/ 99953 h 955513"/>
                <a:gd name="connsiteX286" fmla="*/ 2785766 w 2912392"/>
                <a:gd name="connsiteY286" fmla="*/ 91529 h 955513"/>
                <a:gd name="connsiteX287" fmla="*/ 2795510 w 2912392"/>
                <a:gd name="connsiteY287" fmla="*/ 83238 h 955513"/>
                <a:gd name="connsiteX288" fmla="*/ 2805254 w 2912392"/>
                <a:gd name="connsiteY288" fmla="*/ 75095 h 955513"/>
                <a:gd name="connsiteX289" fmla="*/ 2814998 w 2912392"/>
                <a:gd name="connsiteY289" fmla="*/ 67120 h 955513"/>
                <a:gd name="connsiteX290" fmla="*/ 2824727 w 2912392"/>
                <a:gd name="connsiteY290" fmla="*/ 59329 h 955513"/>
                <a:gd name="connsiteX291" fmla="*/ 2834471 w 2912392"/>
                <a:gd name="connsiteY291" fmla="*/ 51738 h 955513"/>
                <a:gd name="connsiteX292" fmla="*/ 2844215 w 2912392"/>
                <a:gd name="connsiteY292" fmla="*/ 44363 h 955513"/>
                <a:gd name="connsiteX293" fmla="*/ 2853958 w 2912392"/>
                <a:gd name="connsiteY293" fmla="*/ 37219 h 955513"/>
                <a:gd name="connsiteX294" fmla="*/ 2863687 w 2912392"/>
                <a:gd name="connsiteY294" fmla="*/ 30322 h 955513"/>
                <a:gd name="connsiteX295" fmla="*/ 2873431 w 2912392"/>
                <a:gd name="connsiteY295" fmla="*/ 23685 h 955513"/>
                <a:gd name="connsiteX296" fmla="*/ 2883175 w 2912392"/>
                <a:gd name="connsiteY296" fmla="*/ 17322 h 955513"/>
                <a:gd name="connsiteX297" fmla="*/ 2892919 w 2912392"/>
                <a:gd name="connsiteY297" fmla="*/ 11246 h 955513"/>
                <a:gd name="connsiteX298" fmla="*/ 2902663 w 2912392"/>
                <a:gd name="connsiteY298" fmla="*/ 5468 h 955513"/>
                <a:gd name="connsiteX299" fmla="*/ 2912392 w 2912392"/>
                <a:gd name="connsiteY299" fmla="*/ 0 h 955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955513">
                  <a:moveTo>
                    <a:pt x="0" y="898689"/>
                  </a:moveTo>
                  <a:lnTo>
                    <a:pt x="9739" y="904157"/>
                  </a:lnTo>
                  <a:lnTo>
                    <a:pt x="19480" y="909386"/>
                  </a:lnTo>
                  <a:lnTo>
                    <a:pt x="29221" y="914407"/>
                  </a:lnTo>
                  <a:lnTo>
                    <a:pt x="38961" y="919175"/>
                  </a:lnTo>
                  <a:lnTo>
                    <a:pt x="48702" y="923704"/>
                  </a:lnTo>
                  <a:lnTo>
                    <a:pt x="58443" y="927965"/>
                  </a:lnTo>
                  <a:lnTo>
                    <a:pt x="68182" y="931943"/>
                  </a:lnTo>
                  <a:lnTo>
                    <a:pt x="77923" y="935653"/>
                  </a:lnTo>
                  <a:lnTo>
                    <a:pt x="87664" y="939080"/>
                  </a:lnTo>
                  <a:lnTo>
                    <a:pt x="97404" y="942194"/>
                  </a:lnTo>
                  <a:lnTo>
                    <a:pt x="107145" y="945010"/>
                  </a:lnTo>
                  <a:lnTo>
                    <a:pt x="116886" y="947498"/>
                  </a:lnTo>
                  <a:lnTo>
                    <a:pt x="126625" y="949673"/>
                  </a:lnTo>
                  <a:lnTo>
                    <a:pt x="136366" y="951506"/>
                  </a:lnTo>
                  <a:lnTo>
                    <a:pt x="146107" y="953010"/>
                  </a:lnTo>
                  <a:lnTo>
                    <a:pt x="155846" y="954172"/>
                  </a:lnTo>
                  <a:lnTo>
                    <a:pt x="165587" y="954977"/>
                  </a:lnTo>
                  <a:lnTo>
                    <a:pt x="175328" y="955424"/>
                  </a:lnTo>
                  <a:lnTo>
                    <a:pt x="185068" y="955513"/>
                  </a:lnTo>
                  <a:lnTo>
                    <a:pt x="194809" y="955230"/>
                  </a:lnTo>
                  <a:lnTo>
                    <a:pt x="204550" y="954590"/>
                  </a:lnTo>
                  <a:lnTo>
                    <a:pt x="214289" y="953562"/>
                  </a:lnTo>
                  <a:lnTo>
                    <a:pt x="224030" y="952176"/>
                  </a:lnTo>
                  <a:lnTo>
                    <a:pt x="233771" y="950403"/>
                  </a:lnTo>
                  <a:lnTo>
                    <a:pt x="243510" y="948258"/>
                  </a:lnTo>
                  <a:lnTo>
                    <a:pt x="253251" y="945740"/>
                  </a:lnTo>
                  <a:lnTo>
                    <a:pt x="262992" y="942849"/>
                  </a:lnTo>
                  <a:lnTo>
                    <a:pt x="272732" y="939572"/>
                  </a:lnTo>
                  <a:lnTo>
                    <a:pt x="282473" y="935921"/>
                  </a:lnTo>
                  <a:lnTo>
                    <a:pt x="292214" y="931913"/>
                  </a:lnTo>
                  <a:lnTo>
                    <a:pt x="301953" y="927533"/>
                  </a:lnTo>
                  <a:lnTo>
                    <a:pt x="311694" y="922780"/>
                  </a:lnTo>
                  <a:lnTo>
                    <a:pt x="321435" y="917685"/>
                  </a:lnTo>
                  <a:lnTo>
                    <a:pt x="331175" y="912217"/>
                  </a:lnTo>
                  <a:lnTo>
                    <a:pt x="340916" y="906421"/>
                  </a:lnTo>
                  <a:lnTo>
                    <a:pt x="350656" y="900268"/>
                  </a:lnTo>
                  <a:lnTo>
                    <a:pt x="360396" y="893802"/>
                  </a:lnTo>
                  <a:lnTo>
                    <a:pt x="370137" y="886993"/>
                  </a:lnTo>
                  <a:lnTo>
                    <a:pt x="379878" y="879871"/>
                  </a:lnTo>
                  <a:lnTo>
                    <a:pt x="389617" y="872452"/>
                  </a:lnTo>
                  <a:lnTo>
                    <a:pt x="399358" y="864734"/>
                  </a:lnTo>
                  <a:lnTo>
                    <a:pt x="409099" y="856718"/>
                  </a:lnTo>
                  <a:lnTo>
                    <a:pt x="418839" y="848449"/>
                  </a:lnTo>
                  <a:lnTo>
                    <a:pt x="428580" y="839897"/>
                  </a:lnTo>
                  <a:lnTo>
                    <a:pt x="438321" y="831101"/>
                  </a:lnTo>
                  <a:lnTo>
                    <a:pt x="448060" y="822065"/>
                  </a:lnTo>
                  <a:lnTo>
                    <a:pt x="457801" y="812802"/>
                  </a:lnTo>
                  <a:lnTo>
                    <a:pt x="467542" y="803325"/>
                  </a:lnTo>
                  <a:lnTo>
                    <a:pt x="477281" y="793649"/>
                  </a:lnTo>
                  <a:lnTo>
                    <a:pt x="487022" y="783788"/>
                  </a:lnTo>
                  <a:lnTo>
                    <a:pt x="496763" y="773755"/>
                  </a:lnTo>
                  <a:lnTo>
                    <a:pt x="506503" y="763562"/>
                  </a:lnTo>
                  <a:lnTo>
                    <a:pt x="516244" y="753228"/>
                  </a:lnTo>
                  <a:lnTo>
                    <a:pt x="525985" y="742765"/>
                  </a:lnTo>
                  <a:lnTo>
                    <a:pt x="535724" y="732188"/>
                  </a:lnTo>
                  <a:lnTo>
                    <a:pt x="545465" y="721512"/>
                  </a:lnTo>
                  <a:lnTo>
                    <a:pt x="555206" y="710751"/>
                  </a:lnTo>
                  <a:lnTo>
                    <a:pt x="564946" y="699921"/>
                  </a:lnTo>
                  <a:lnTo>
                    <a:pt x="574687" y="689038"/>
                  </a:lnTo>
                  <a:lnTo>
                    <a:pt x="584428" y="678112"/>
                  </a:lnTo>
                  <a:lnTo>
                    <a:pt x="594167" y="667162"/>
                  </a:lnTo>
                  <a:lnTo>
                    <a:pt x="603908" y="656200"/>
                  </a:lnTo>
                  <a:lnTo>
                    <a:pt x="613649" y="645242"/>
                  </a:lnTo>
                  <a:lnTo>
                    <a:pt x="623388" y="634300"/>
                  </a:lnTo>
                  <a:lnTo>
                    <a:pt x="633129" y="623390"/>
                  </a:lnTo>
                  <a:lnTo>
                    <a:pt x="642870" y="612522"/>
                  </a:lnTo>
                  <a:lnTo>
                    <a:pt x="652610" y="601712"/>
                  </a:lnTo>
                  <a:lnTo>
                    <a:pt x="662351" y="590971"/>
                  </a:lnTo>
                  <a:lnTo>
                    <a:pt x="672092" y="580312"/>
                  </a:lnTo>
                  <a:lnTo>
                    <a:pt x="681831" y="569746"/>
                  </a:lnTo>
                  <a:lnTo>
                    <a:pt x="691572" y="559287"/>
                  </a:lnTo>
                  <a:lnTo>
                    <a:pt x="701313" y="548943"/>
                  </a:lnTo>
                  <a:lnTo>
                    <a:pt x="711052" y="538725"/>
                  </a:lnTo>
                  <a:lnTo>
                    <a:pt x="720793" y="528644"/>
                  </a:lnTo>
                  <a:lnTo>
                    <a:pt x="730534" y="518709"/>
                  </a:lnTo>
                  <a:lnTo>
                    <a:pt x="740274" y="508930"/>
                  </a:lnTo>
                  <a:lnTo>
                    <a:pt x="750015" y="499314"/>
                  </a:lnTo>
                  <a:lnTo>
                    <a:pt x="759756" y="489870"/>
                  </a:lnTo>
                  <a:lnTo>
                    <a:pt x="769495" y="480604"/>
                  </a:lnTo>
                  <a:lnTo>
                    <a:pt x="779236" y="471523"/>
                  </a:lnTo>
                  <a:lnTo>
                    <a:pt x="788977" y="462636"/>
                  </a:lnTo>
                  <a:lnTo>
                    <a:pt x="798717" y="453944"/>
                  </a:lnTo>
                  <a:lnTo>
                    <a:pt x="808458" y="445456"/>
                  </a:lnTo>
                  <a:lnTo>
                    <a:pt x="818199" y="437175"/>
                  </a:lnTo>
                  <a:lnTo>
                    <a:pt x="827938" y="429104"/>
                  </a:lnTo>
                  <a:lnTo>
                    <a:pt x="837679" y="421248"/>
                  </a:lnTo>
                  <a:lnTo>
                    <a:pt x="847420" y="413609"/>
                  </a:lnTo>
                  <a:lnTo>
                    <a:pt x="857159" y="406191"/>
                  </a:lnTo>
                  <a:lnTo>
                    <a:pt x="866900" y="398993"/>
                  </a:lnTo>
                  <a:lnTo>
                    <a:pt x="876641" y="392019"/>
                  </a:lnTo>
                  <a:lnTo>
                    <a:pt x="886381" y="385268"/>
                  </a:lnTo>
                  <a:lnTo>
                    <a:pt x="896122" y="378741"/>
                  </a:lnTo>
                  <a:lnTo>
                    <a:pt x="905863" y="372439"/>
                  </a:lnTo>
                  <a:lnTo>
                    <a:pt x="915602" y="366360"/>
                  </a:lnTo>
                  <a:lnTo>
                    <a:pt x="925343" y="360505"/>
                  </a:lnTo>
                  <a:lnTo>
                    <a:pt x="935084" y="354870"/>
                  </a:lnTo>
                  <a:lnTo>
                    <a:pt x="944824" y="349454"/>
                  </a:lnTo>
                  <a:lnTo>
                    <a:pt x="954564" y="344256"/>
                  </a:lnTo>
                  <a:lnTo>
                    <a:pt x="964305" y="339274"/>
                  </a:lnTo>
                  <a:lnTo>
                    <a:pt x="974045" y="334503"/>
                  </a:lnTo>
                  <a:lnTo>
                    <a:pt x="983786" y="329941"/>
                  </a:lnTo>
                  <a:lnTo>
                    <a:pt x="993522" y="325586"/>
                  </a:lnTo>
                  <a:lnTo>
                    <a:pt x="1003266" y="321432"/>
                  </a:lnTo>
                  <a:lnTo>
                    <a:pt x="1013010" y="317478"/>
                  </a:lnTo>
                  <a:lnTo>
                    <a:pt x="1022754" y="313717"/>
                  </a:lnTo>
                  <a:lnTo>
                    <a:pt x="1032483" y="310148"/>
                  </a:lnTo>
                  <a:lnTo>
                    <a:pt x="1042227" y="306764"/>
                  </a:lnTo>
                  <a:lnTo>
                    <a:pt x="1051971" y="303562"/>
                  </a:lnTo>
                  <a:lnTo>
                    <a:pt x="1061715" y="300536"/>
                  </a:lnTo>
                  <a:lnTo>
                    <a:pt x="1071444" y="297683"/>
                  </a:lnTo>
                  <a:lnTo>
                    <a:pt x="1081188" y="294997"/>
                  </a:lnTo>
                  <a:lnTo>
                    <a:pt x="1090932" y="292473"/>
                  </a:lnTo>
                  <a:lnTo>
                    <a:pt x="1100676" y="290107"/>
                  </a:lnTo>
                  <a:lnTo>
                    <a:pt x="1110405" y="287895"/>
                  </a:lnTo>
                  <a:lnTo>
                    <a:pt x="1120149" y="285828"/>
                  </a:lnTo>
                  <a:lnTo>
                    <a:pt x="1129893" y="283905"/>
                  </a:lnTo>
                  <a:lnTo>
                    <a:pt x="1139637" y="282120"/>
                  </a:lnTo>
                  <a:lnTo>
                    <a:pt x="1149381" y="280466"/>
                  </a:lnTo>
                  <a:lnTo>
                    <a:pt x="1159110" y="278942"/>
                  </a:lnTo>
                  <a:lnTo>
                    <a:pt x="1168854" y="277538"/>
                  </a:lnTo>
                  <a:lnTo>
                    <a:pt x="1178598" y="276254"/>
                  </a:lnTo>
                  <a:lnTo>
                    <a:pt x="1188341" y="275083"/>
                  </a:lnTo>
                  <a:lnTo>
                    <a:pt x="1198070" y="274021"/>
                  </a:lnTo>
                  <a:lnTo>
                    <a:pt x="1207814" y="273061"/>
                  </a:lnTo>
                  <a:lnTo>
                    <a:pt x="1217558" y="272201"/>
                  </a:lnTo>
                  <a:lnTo>
                    <a:pt x="1227302" y="271437"/>
                  </a:lnTo>
                  <a:lnTo>
                    <a:pt x="1237031" y="270764"/>
                  </a:lnTo>
                  <a:lnTo>
                    <a:pt x="1246775" y="270177"/>
                  </a:lnTo>
                  <a:lnTo>
                    <a:pt x="1256519" y="269672"/>
                  </a:lnTo>
                  <a:lnTo>
                    <a:pt x="1266263" y="269244"/>
                  </a:lnTo>
                  <a:lnTo>
                    <a:pt x="1276007" y="268892"/>
                  </a:lnTo>
                  <a:lnTo>
                    <a:pt x="1285736" y="268611"/>
                  </a:lnTo>
                  <a:lnTo>
                    <a:pt x="1295480" y="268395"/>
                  </a:lnTo>
                  <a:lnTo>
                    <a:pt x="1305224" y="268244"/>
                  </a:lnTo>
                  <a:lnTo>
                    <a:pt x="1314968" y="268152"/>
                  </a:lnTo>
                  <a:lnTo>
                    <a:pt x="1324697" y="268116"/>
                  </a:lnTo>
                  <a:lnTo>
                    <a:pt x="1334441" y="268135"/>
                  </a:lnTo>
                  <a:lnTo>
                    <a:pt x="1344185" y="268204"/>
                  </a:lnTo>
                  <a:lnTo>
                    <a:pt x="1353929" y="268319"/>
                  </a:lnTo>
                  <a:lnTo>
                    <a:pt x="1363658" y="268480"/>
                  </a:lnTo>
                  <a:lnTo>
                    <a:pt x="1373402" y="268681"/>
                  </a:lnTo>
                  <a:lnTo>
                    <a:pt x="1383146" y="268922"/>
                  </a:lnTo>
                  <a:lnTo>
                    <a:pt x="1392890" y="269199"/>
                  </a:lnTo>
                  <a:lnTo>
                    <a:pt x="1402619" y="269511"/>
                  </a:lnTo>
                  <a:lnTo>
                    <a:pt x="1412363" y="269855"/>
                  </a:lnTo>
                  <a:lnTo>
                    <a:pt x="1422106" y="270227"/>
                  </a:lnTo>
                  <a:lnTo>
                    <a:pt x="1431850" y="270628"/>
                  </a:lnTo>
                  <a:lnTo>
                    <a:pt x="1441594" y="271056"/>
                  </a:lnTo>
                  <a:lnTo>
                    <a:pt x="1451323" y="271506"/>
                  </a:lnTo>
                  <a:lnTo>
                    <a:pt x="1461067" y="271978"/>
                  </a:lnTo>
                  <a:lnTo>
                    <a:pt x="1470811" y="272471"/>
                  </a:lnTo>
                  <a:lnTo>
                    <a:pt x="1480555" y="272984"/>
                  </a:lnTo>
                  <a:lnTo>
                    <a:pt x="1490284" y="273515"/>
                  </a:lnTo>
                  <a:lnTo>
                    <a:pt x="1500028" y="274062"/>
                  </a:lnTo>
                  <a:lnTo>
                    <a:pt x="1509772" y="274625"/>
                  </a:lnTo>
                  <a:lnTo>
                    <a:pt x="1519516" y="275202"/>
                  </a:lnTo>
                  <a:lnTo>
                    <a:pt x="1529245" y="275794"/>
                  </a:lnTo>
                  <a:lnTo>
                    <a:pt x="1538989" y="276398"/>
                  </a:lnTo>
                  <a:lnTo>
                    <a:pt x="1548733" y="277015"/>
                  </a:lnTo>
                  <a:lnTo>
                    <a:pt x="1558477" y="277644"/>
                  </a:lnTo>
                  <a:lnTo>
                    <a:pt x="1568221" y="278285"/>
                  </a:lnTo>
                  <a:lnTo>
                    <a:pt x="1577950" y="278936"/>
                  </a:lnTo>
                  <a:lnTo>
                    <a:pt x="1587694" y="279599"/>
                  </a:lnTo>
                  <a:lnTo>
                    <a:pt x="1597438" y="280274"/>
                  </a:lnTo>
                  <a:lnTo>
                    <a:pt x="1607182" y="280961"/>
                  </a:lnTo>
                  <a:lnTo>
                    <a:pt x="1616911" y="281658"/>
                  </a:lnTo>
                  <a:lnTo>
                    <a:pt x="1626655" y="282367"/>
                  </a:lnTo>
                  <a:lnTo>
                    <a:pt x="1636399" y="283090"/>
                  </a:lnTo>
                  <a:lnTo>
                    <a:pt x="1646142" y="283826"/>
                  </a:lnTo>
                  <a:lnTo>
                    <a:pt x="1655872" y="284577"/>
                  </a:lnTo>
                  <a:lnTo>
                    <a:pt x="1665616" y="285341"/>
                  </a:lnTo>
                  <a:lnTo>
                    <a:pt x="1675359" y="286122"/>
                  </a:lnTo>
                  <a:lnTo>
                    <a:pt x="1685103" y="286919"/>
                  </a:lnTo>
                  <a:lnTo>
                    <a:pt x="1694832" y="287735"/>
                  </a:lnTo>
                  <a:lnTo>
                    <a:pt x="1704576" y="288569"/>
                  </a:lnTo>
                  <a:lnTo>
                    <a:pt x="1714320" y="289423"/>
                  </a:lnTo>
                  <a:lnTo>
                    <a:pt x="1724064" y="290301"/>
                  </a:lnTo>
                  <a:lnTo>
                    <a:pt x="1733808" y="291201"/>
                  </a:lnTo>
                  <a:lnTo>
                    <a:pt x="1743537" y="292124"/>
                  </a:lnTo>
                  <a:lnTo>
                    <a:pt x="1753281" y="293076"/>
                  </a:lnTo>
                  <a:lnTo>
                    <a:pt x="1763025" y="294054"/>
                  </a:lnTo>
                  <a:lnTo>
                    <a:pt x="1772769" y="295061"/>
                  </a:lnTo>
                  <a:lnTo>
                    <a:pt x="1782498" y="296099"/>
                  </a:lnTo>
                  <a:lnTo>
                    <a:pt x="1792242" y="297171"/>
                  </a:lnTo>
                  <a:lnTo>
                    <a:pt x="1801986" y="298275"/>
                  </a:lnTo>
                  <a:lnTo>
                    <a:pt x="1811730" y="299413"/>
                  </a:lnTo>
                  <a:lnTo>
                    <a:pt x="1821459" y="300590"/>
                  </a:lnTo>
                  <a:lnTo>
                    <a:pt x="1831203" y="301803"/>
                  </a:lnTo>
                  <a:lnTo>
                    <a:pt x="1840947" y="303056"/>
                  </a:lnTo>
                  <a:lnTo>
                    <a:pt x="1850691" y="304349"/>
                  </a:lnTo>
                  <a:lnTo>
                    <a:pt x="1860435" y="305684"/>
                  </a:lnTo>
                  <a:lnTo>
                    <a:pt x="1870164" y="307061"/>
                  </a:lnTo>
                  <a:lnTo>
                    <a:pt x="1879908" y="308479"/>
                  </a:lnTo>
                  <a:lnTo>
                    <a:pt x="1889652" y="309942"/>
                  </a:lnTo>
                  <a:lnTo>
                    <a:pt x="1899395" y="311448"/>
                  </a:lnTo>
                  <a:lnTo>
                    <a:pt x="1909124" y="312998"/>
                  </a:lnTo>
                  <a:lnTo>
                    <a:pt x="1918868" y="314592"/>
                  </a:lnTo>
                  <a:lnTo>
                    <a:pt x="1928612" y="316229"/>
                  </a:lnTo>
                  <a:lnTo>
                    <a:pt x="1938356" y="317910"/>
                  </a:lnTo>
                  <a:lnTo>
                    <a:pt x="1948085" y="319632"/>
                  </a:lnTo>
                  <a:lnTo>
                    <a:pt x="1957829" y="321396"/>
                  </a:lnTo>
                  <a:lnTo>
                    <a:pt x="1967573" y="323199"/>
                  </a:lnTo>
                  <a:lnTo>
                    <a:pt x="1977317" y="325041"/>
                  </a:lnTo>
                  <a:lnTo>
                    <a:pt x="1987046" y="326916"/>
                  </a:lnTo>
                  <a:lnTo>
                    <a:pt x="1996790" y="328827"/>
                  </a:lnTo>
                  <a:lnTo>
                    <a:pt x="2006534" y="330768"/>
                  </a:lnTo>
                  <a:lnTo>
                    <a:pt x="2016278" y="332736"/>
                  </a:lnTo>
                  <a:lnTo>
                    <a:pt x="2026022" y="334728"/>
                  </a:lnTo>
                  <a:lnTo>
                    <a:pt x="2035751" y="336742"/>
                  </a:lnTo>
                  <a:lnTo>
                    <a:pt x="2045495" y="338772"/>
                  </a:lnTo>
                  <a:lnTo>
                    <a:pt x="2055239" y="340813"/>
                  </a:lnTo>
                  <a:lnTo>
                    <a:pt x="2064983" y="342860"/>
                  </a:lnTo>
                  <a:lnTo>
                    <a:pt x="2074712" y="344910"/>
                  </a:lnTo>
                  <a:lnTo>
                    <a:pt x="2084456" y="346957"/>
                  </a:lnTo>
                  <a:lnTo>
                    <a:pt x="2094200" y="348992"/>
                  </a:lnTo>
                  <a:lnTo>
                    <a:pt x="2103944" y="351013"/>
                  </a:lnTo>
                  <a:lnTo>
                    <a:pt x="2113673" y="353011"/>
                  </a:lnTo>
                  <a:lnTo>
                    <a:pt x="2123417" y="354979"/>
                  </a:lnTo>
                  <a:lnTo>
                    <a:pt x="2133161" y="356910"/>
                  </a:lnTo>
                  <a:lnTo>
                    <a:pt x="2142905" y="358796"/>
                  </a:lnTo>
                  <a:lnTo>
                    <a:pt x="2152649" y="360630"/>
                  </a:lnTo>
                  <a:lnTo>
                    <a:pt x="2162377" y="362403"/>
                  </a:lnTo>
                  <a:lnTo>
                    <a:pt x="2172121" y="364107"/>
                  </a:lnTo>
                  <a:lnTo>
                    <a:pt x="2181865" y="365734"/>
                  </a:lnTo>
                  <a:lnTo>
                    <a:pt x="2191609" y="367275"/>
                  </a:lnTo>
                  <a:lnTo>
                    <a:pt x="2201338" y="368720"/>
                  </a:lnTo>
                  <a:lnTo>
                    <a:pt x="2211082" y="370061"/>
                  </a:lnTo>
                  <a:lnTo>
                    <a:pt x="2220826" y="371289"/>
                  </a:lnTo>
                  <a:lnTo>
                    <a:pt x="2230570" y="372393"/>
                  </a:lnTo>
                  <a:lnTo>
                    <a:pt x="2240299" y="373365"/>
                  </a:lnTo>
                  <a:lnTo>
                    <a:pt x="2250043" y="374195"/>
                  </a:lnTo>
                  <a:lnTo>
                    <a:pt x="2259787" y="374876"/>
                  </a:lnTo>
                  <a:lnTo>
                    <a:pt x="2269531" y="375395"/>
                  </a:lnTo>
                  <a:lnTo>
                    <a:pt x="2279260" y="375745"/>
                  </a:lnTo>
                  <a:lnTo>
                    <a:pt x="2289004" y="375918"/>
                  </a:lnTo>
                  <a:lnTo>
                    <a:pt x="2298748" y="375901"/>
                  </a:lnTo>
                  <a:lnTo>
                    <a:pt x="2308492" y="375690"/>
                  </a:lnTo>
                  <a:lnTo>
                    <a:pt x="2318236" y="375274"/>
                  </a:lnTo>
                  <a:lnTo>
                    <a:pt x="2327965" y="374645"/>
                  </a:lnTo>
                  <a:lnTo>
                    <a:pt x="2337709" y="373796"/>
                  </a:lnTo>
                  <a:lnTo>
                    <a:pt x="2347453" y="372719"/>
                  </a:lnTo>
                  <a:lnTo>
                    <a:pt x="2357197" y="371406"/>
                  </a:lnTo>
                  <a:lnTo>
                    <a:pt x="2366926" y="369854"/>
                  </a:lnTo>
                  <a:lnTo>
                    <a:pt x="2376670" y="368053"/>
                  </a:lnTo>
                  <a:lnTo>
                    <a:pt x="2386413" y="365998"/>
                  </a:lnTo>
                  <a:lnTo>
                    <a:pt x="2396157" y="363686"/>
                  </a:lnTo>
                  <a:lnTo>
                    <a:pt x="2405886" y="361111"/>
                  </a:lnTo>
                  <a:lnTo>
                    <a:pt x="2415630" y="358268"/>
                  </a:lnTo>
                  <a:lnTo>
                    <a:pt x="2425374" y="355157"/>
                  </a:lnTo>
                  <a:lnTo>
                    <a:pt x="2435118" y="351774"/>
                  </a:lnTo>
                  <a:lnTo>
                    <a:pt x="2444862" y="348116"/>
                  </a:lnTo>
                  <a:lnTo>
                    <a:pt x="2454591" y="344184"/>
                  </a:lnTo>
                  <a:lnTo>
                    <a:pt x="2464335" y="339977"/>
                  </a:lnTo>
                  <a:lnTo>
                    <a:pt x="2474079" y="335495"/>
                  </a:lnTo>
                  <a:lnTo>
                    <a:pt x="2483823" y="330740"/>
                  </a:lnTo>
                  <a:lnTo>
                    <a:pt x="2493552" y="325713"/>
                  </a:lnTo>
                  <a:lnTo>
                    <a:pt x="2503296" y="320417"/>
                  </a:lnTo>
                  <a:lnTo>
                    <a:pt x="2513040" y="314859"/>
                  </a:lnTo>
                  <a:lnTo>
                    <a:pt x="2522784" y="309039"/>
                  </a:lnTo>
                  <a:lnTo>
                    <a:pt x="2532513" y="302965"/>
                  </a:lnTo>
                  <a:lnTo>
                    <a:pt x="2542257" y="296643"/>
                  </a:lnTo>
                  <a:lnTo>
                    <a:pt x="2552001" y="290080"/>
                  </a:lnTo>
                  <a:lnTo>
                    <a:pt x="2561745" y="283283"/>
                  </a:lnTo>
                  <a:lnTo>
                    <a:pt x="2571474" y="276263"/>
                  </a:lnTo>
                  <a:lnTo>
                    <a:pt x="2581218" y="269028"/>
                  </a:lnTo>
                  <a:lnTo>
                    <a:pt x="2590962" y="261589"/>
                  </a:lnTo>
                  <a:lnTo>
                    <a:pt x="2600705" y="253956"/>
                  </a:lnTo>
                  <a:lnTo>
                    <a:pt x="2610449" y="246142"/>
                  </a:lnTo>
                  <a:lnTo>
                    <a:pt x="2620178" y="238160"/>
                  </a:lnTo>
                  <a:lnTo>
                    <a:pt x="2629922" y="230021"/>
                  </a:lnTo>
                  <a:lnTo>
                    <a:pt x="2639666" y="221742"/>
                  </a:lnTo>
                  <a:lnTo>
                    <a:pt x="2649410" y="213335"/>
                  </a:lnTo>
                  <a:lnTo>
                    <a:pt x="2659139" y="204818"/>
                  </a:lnTo>
                  <a:lnTo>
                    <a:pt x="2668883" y="196203"/>
                  </a:lnTo>
                  <a:lnTo>
                    <a:pt x="2678627" y="187508"/>
                  </a:lnTo>
                  <a:lnTo>
                    <a:pt x="2688371" y="178749"/>
                  </a:lnTo>
                  <a:lnTo>
                    <a:pt x="2698100" y="169945"/>
                  </a:lnTo>
                  <a:lnTo>
                    <a:pt x="2707844" y="161112"/>
                  </a:lnTo>
                  <a:lnTo>
                    <a:pt x="2717588" y="152266"/>
                  </a:lnTo>
                  <a:lnTo>
                    <a:pt x="2727332" y="143426"/>
                  </a:lnTo>
                  <a:lnTo>
                    <a:pt x="2737076" y="134611"/>
                  </a:lnTo>
                  <a:lnTo>
                    <a:pt x="2746805" y="125837"/>
                  </a:lnTo>
                  <a:lnTo>
                    <a:pt x="2756549" y="117124"/>
                  </a:lnTo>
                  <a:lnTo>
                    <a:pt x="2766293" y="108490"/>
                  </a:lnTo>
                  <a:lnTo>
                    <a:pt x="2776037" y="99953"/>
                  </a:lnTo>
                  <a:lnTo>
                    <a:pt x="2785766" y="91529"/>
                  </a:lnTo>
                  <a:lnTo>
                    <a:pt x="2795510" y="83238"/>
                  </a:lnTo>
                  <a:lnTo>
                    <a:pt x="2805254" y="75095"/>
                  </a:lnTo>
                  <a:lnTo>
                    <a:pt x="2814998" y="67120"/>
                  </a:lnTo>
                  <a:lnTo>
                    <a:pt x="2824727" y="59329"/>
                  </a:lnTo>
                  <a:lnTo>
                    <a:pt x="2834471" y="51738"/>
                  </a:lnTo>
                  <a:lnTo>
                    <a:pt x="2844215" y="44363"/>
                  </a:lnTo>
                  <a:lnTo>
                    <a:pt x="2853958" y="37219"/>
                  </a:lnTo>
                  <a:lnTo>
                    <a:pt x="2863687" y="30322"/>
                  </a:lnTo>
                  <a:lnTo>
                    <a:pt x="2873431" y="23685"/>
                  </a:lnTo>
                  <a:lnTo>
                    <a:pt x="2883175" y="17322"/>
                  </a:lnTo>
                  <a:lnTo>
                    <a:pt x="2892919" y="11246"/>
                  </a:lnTo>
                  <a:lnTo>
                    <a:pt x="2902663" y="5468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1" name="Freeform 730">
              <a:extLst>
                <a:ext uri="{FF2B5EF4-FFF2-40B4-BE49-F238E27FC236}">
                  <a16:creationId xmlns:a16="http://schemas.microsoft.com/office/drawing/2014/main" id="{280A979A-3374-682E-6F36-2CDD3C2ECC5D}"/>
                </a:ext>
              </a:extLst>
            </p:cNvPr>
            <p:cNvSpPr/>
            <p:nvPr/>
          </p:nvSpPr>
          <p:spPr>
            <a:xfrm>
              <a:off x="576446" y="3201474"/>
              <a:ext cx="2912392" cy="485823"/>
            </a:xfrm>
            <a:custGeom>
              <a:avLst/>
              <a:gdLst>
                <a:gd name="connsiteX0" fmla="*/ 0 w 2912392"/>
                <a:gd name="connsiteY0" fmla="*/ 222826 h 485823"/>
                <a:gd name="connsiteX1" fmla="*/ 9739 w 2912392"/>
                <a:gd name="connsiteY1" fmla="*/ 224036 h 485823"/>
                <a:gd name="connsiteX2" fmla="*/ 19480 w 2912392"/>
                <a:gd name="connsiteY2" fmla="*/ 225398 h 485823"/>
                <a:gd name="connsiteX3" fmla="*/ 29221 w 2912392"/>
                <a:gd name="connsiteY3" fmla="*/ 226906 h 485823"/>
                <a:gd name="connsiteX4" fmla="*/ 38961 w 2912392"/>
                <a:gd name="connsiteY4" fmla="*/ 228550 h 485823"/>
                <a:gd name="connsiteX5" fmla="*/ 48702 w 2912392"/>
                <a:gd name="connsiteY5" fmla="*/ 230326 h 485823"/>
                <a:gd name="connsiteX6" fmla="*/ 58443 w 2912392"/>
                <a:gd name="connsiteY6" fmla="*/ 232226 h 485823"/>
                <a:gd name="connsiteX7" fmla="*/ 68182 w 2912392"/>
                <a:gd name="connsiteY7" fmla="*/ 234240 h 485823"/>
                <a:gd name="connsiteX8" fmla="*/ 77923 w 2912392"/>
                <a:gd name="connsiteY8" fmla="*/ 236362 h 485823"/>
                <a:gd name="connsiteX9" fmla="*/ 87664 w 2912392"/>
                <a:gd name="connsiteY9" fmla="*/ 238582 h 485823"/>
                <a:gd name="connsiteX10" fmla="*/ 97404 w 2912392"/>
                <a:gd name="connsiteY10" fmla="*/ 240893 h 485823"/>
                <a:gd name="connsiteX11" fmla="*/ 107145 w 2912392"/>
                <a:gd name="connsiteY11" fmla="*/ 243284 h 485823"/>
                <a:gd name="connsiteX12" fmla="*/ 116886 w 2912392"/>
                <a:gd name="connsiteY12" fmla="*/ 245747 h 485823"/>
                <a:gd name="connsiteX13" fmla="*/ 126625 w 2912392"/>
                <a:gd name="connsiteY13" fmla="*/ 248274 h 485823"/>
                <a:gd name="connsiteX14" fmla="*/ 136366 w 2912392"/>
                <a:gd name="connsiteY14" fmla="*/ 250853 h 485823"/>
                <a:gd name="connsiteX15" fmla="*/ 146107 w 2912392"/>
                <a:gd name="connsiteY15" fmla="*/ 253478 h 485823"/>
                <a:gd name="connsiteX16" fmla="*/ 155846 w 2912392"/>
                <a:gd name="connsiteY16" fmla="*/ 256137 h 485823"/>
                <a:gd name="connsiteX17" fmla="*/ 165587 w 2912392"/>
                <a:gd name="connsiteY17" fmla="*/ 258821 h 485823"/>
                <a:gd name="connsiteX18" fmla="*/ 175328 w 2912392"/>
                <a:gd name="connsiteY18" fmla="*/ 261522 h 485823"/>
                <a:gd name="connsiteX19" fmla="*/ 185068 w 2912392"/>
                <a:gd name="connsiteY19" fmla="*/ 264228 h 485823"/>
                <a:gd name="connsiteX20" fmla="*/ 194809 w 2912392"/>
                <a:gd name="connsiteY20" fmla="*/ 266929 h 485823"/>
                <a:gd name="connsiteX21" fmla="*/ 204550 w 2912392"/>
                <a:gd name="connsiteY21" fmla="*/ 269618 h 485823"/>
                <a:gd name="connsiteX22" fmla="*/ 214289 w 2912392"/>
                <a:gd name="connsiteY22" fmla="*/ 272283 h 485823"/>
                <a:gd name="connsiteX23" fmla="*/ 224030 w 2912392"/>
                <a:gd name="connsiteY23" fmla="*/ 274916 h 485823"/>
                <a:gd name="connsiteX24" fmla="*/ 233771 w 2912392"/>
                <a:gd name="connsiteY24" fmla="*/ 277505 h 485823"/>
                <a:gd name="connsiteX25" fmla="*/ 243510 w 2912392"/>
                <a:gd name="connsiteY25" fmla="*/ 280044 h 485823"/>
                <a:gd name="connsiteX26" fmla="*/ 253251 w 2912392"/>
                <a:gd name="connsiteY26" fmla="*/ 282523 h 485823"/>
                <a:gd name="connsiteX27" fmla="*/ 262992 w 2912392"/>
                <a:gd name="connsiteY27" fmla="*/ 284933 h 485823"/>
                <a:gd name="connsiteX28" fmla="*/ 272732 w 2912392"/>
                <a:gd name="connsiteY28" fmla="*/ 287263 h 485823"/>
                <a:gd name="connsiteX29" fmla="*/ 282473 w 2912392"/>
                <a:gd name="connsiteY29" fmla="*/ 289505 h 485823"/>
                <a:gd name="connsiteX30" fmla="*/ 292214 w 2912392"/>
                <a:gd name="connsiteY30" fmla="*/ 291654 h 485823"/>
                <a:gd name="connsiteX31" fmla="*/ 301953 w 2912392"/>
                <a:gd name="connsiteY31" fmla="*/ 293698 h 485823"/>
                <a:gd name="connsiteX32" fmla="*/ 311694 w 2912392"/>
                <a:gd name="connsiteY32" fmla="*/ 295630 h 485823"/>
                <a:gd name="connsiteX33" fmla="*/ 321435 w 2912392"/>
                <a:gd name="connsiteY33" fmla="*/ 297445 h 485823"/>
                <a:gd name="connsiteX34" fmla="*/ 331175 w 2912392"/>
                <a:gd name="connsiteY34" fmla="*/ 299133 h 485823"/>
                <a:gd name="connsiteX35" fmla="*/ 340916 w 2912392"/>
                <a:gd name="connsiteY35" fmla="*/ 300688 h 485823"/>
                <a:gd name="connsiteX36" fmla="*/ 350656 w 2912392"/>
                <a:gd name="connsiteY36" fmla="*/ 302105 h 485823"/>
                <a:gd name="connsiteX37" fmla="*/ 360396 w 2912392"/>
                <a:gd name="connsiteY37" fmla="*/ 303378 h 485823"/>
                <a:gd name="connsiteX38" fmla="*/ 370137 w 2912392"/>
                <a:gd name="connsiteY38" fmla="*/ 304498 h 485823"/>
                <a:gd name="connsiteX39" fmla="*/ 379878 w 2912392"/>
                <a:gd name="connsiteY39" fmla="*/ 305465 h 485823"/>
                <a:gd name="connsiteX40" fmla="*/ 389617 w 2912392"/>
                <a:gd name="connsiteY40" fmla="*/ 306271 h 485823"/>
                <a:gd name="connsiteX41" fmla="*/ 399358 w 2912392"/>
                <a:gd name="connsiteY41" fmla="*/ 306913 h 485823"/>
                <a:gd name="connsiteX42" fmla="*/ 409099 w 2912392"/>
                <a:gd name="connsiteY42" fmla="*/ 307387 h 485823"/>
                <a:gd name="connsiteX43" fmla="*/ 418839 w 2912392"/>
                <a:gd name="connsiteY43" fmla="*/ 307689 h 485823"/>
                <a:gd name="connsiteX44" fmla="*/ 428580 w 2912392"/>
                <a:gd name="connsiteY44" fmla="*/ 307819 h 485823"/>
                <a:gd name="connsiteX45" fmla="*/ 438321 w 2912392"/>
                <a:gd name="connsiteY45" fmla="*/ 307774 h 485823"/>
                <a:gd name="connsiteX46" fmla="*/ 448060 w 2912392"/>
                <a:gd name="connsiteY46" fmla="*/ 307551 h 485823"/>
                <a:gd name="connsiteX47" fmla="*/ 457801 w 2912392"/>
                <a:gd name="connsiteY47" fmla="*/ 307150 h 485823"/>
                <a:gd name="connsiteX48" fmla="*/ 467542 w 2912392"/>
                <a:gd name="connsiteY48" fmla="*/ 306570 h 485823"/>
                <a:gd name="connsiteX49" fmla="*/ 477281 w 2912392"/>
                <a:gd name="connsiteY49" fmla="*/ 305812 h 485823"/>
                <a:gd name="connsiteX50" fmla="*/ 487022 w 2912392"/>
                <a:gd name="connsiteY50" fmla="*/ 304876 h 485823"/>
                <a:gd name="connsiteX51" fmla="*/ 496763 w 2912392"/>
                <a:gd name="connsiteY51" fmla="*/ 303765 h 485823"/>
                <a:gd name="connsiteX52" fmla="*/ 506503 w 2912392"/>
                <a:gd name="connsiteY52" fmla="*/ 302478 h 485823"/>
                <a:gd name="connsiteX53" fmla="*/ 516244 w 2912392"/>
                <a:gd name="connsiteY53" fmla="*/ 301019 h 485823"/>
                <a:gd name="connsiteX54" fmla="*/ 525985 w 2912392"/>
                <a:gd name="connsiteY54" fmla="*/ 299391 h 485823"/>
                <a:gd name="connsiteX55" fmla="*/ 535724 w 2912392"/>
                <a:gd name="connsiteY55" fmla="*/ 297597 h 485823"/>
                <a:gd name="connsiteX56" fmla="*/ 545465 w 2912392"/>
                <a:gd name="connsiteY56" fmla="*/ 295639 h 485823"/>
                <a:gd name="connsiteX57" fmla="*/ 555206 w 2912392"/>
                <a:gd name="connsiteY57" fmla="*/ 293525 h 485823"/>
                <a:gd name="connsiteX58" fmla="*/ 564946 w 2912392"/>
                <a:gd name="connsiteY58" fmla="*/ 291257 h 485823"/>
                <a:gd name="connsiteX59" fmla="*/ 574687 w 2912392"/>
                <a:gd name="connsiteY59" fmla="*/ 288844 h 485823"/>
                <a:gd name="connsiteX60" fmla="*/ 584428 w 2912392"/>
                <a:gd name="connsiteY60" fmla="*/ 286287 h 485823"/>
                <a:gd name="connsiteX61" fmla="*/ 594167 w 2912392"/>
                <a:gd name="connsiteY61" fmla="*/ 283595 h 485823"/>
                <a:gd name="connsiteX62" fmla="*/ 603908 w 2912392"/>
                <a:gd name="connsiteY62" fmla="*/ 280776 h 485823"/>
                <a:gd name="connsiteX63" fmla="*/ 613649 w 2912392"/>
                <a:gd name="connsiteY63" fmla="*/ 277833 h 485823"/>
                <a:gd name="connsiteX64" fmla="*/ 623388 w 2912392"/>
                <a:gd name="connsiteY64" fmla="*/ 274779 h 485823"/>
                <a:gd name="connsiteX65" fmla="*/ 633129 w 2912392"/>
                <a:gd name="connsiteY65" fmla="*/ 271617 h 485823"/>
                <a:gd name="connsiteX66" fmla="*/ 642870 w 2912392"/>
                <a:gd name="connsiteY66" fmla="*/ 268358 h 485823"/>
                <a:gd name="connsiteX67" fmla="*/ 652610 w 2912392"/>
                <a:gd name="connsiteY67" fmla="*/ 265008 h 485823"/>
                <a:gd name="connsiteX68" fmla="*/ 662351 w 2912392"/>
                <a:gd name="connsiteY68" fmla="*/ 261578 h 485823"/>
                <a:gd name="connsiteX69" fmla="*/ 672092 w 2912392"/>
                <a:gd name="connsiteY69" fmla="*/ 258076 h 485823"/>
                <a:gd name="connsiteX70" fmla="*/ 681831 w 2912392"/>
                <a:gd name="connsiteY70" fmla="*/ 254512 h 485823"/>
                <a:gd name="connsiteX71" fmla="*/ 691572 w 2912392"/>
                <a:gd name="connsiteY71" fmla="*/ 250893 h 485823"/>
                <a:gd name="connsiteX72" fmla="*/ 701313 w 2912392"/>
                <a:gd name="connsiteY72" fmla="*/ 247231 h 485823"/>
                <a:gd name="connsiteX73" fmla="*/ 711052 w 2912392"/>
                <a:gd name="connsiteY73" fmla="*/ 243533 h 485823"/>
                <a:gd name="connsiteX74" fmla="*/ 720793 w 2912392"/>
                <a:gd name="connsiteY74" fmla="*/ 239811 h 485823"/>
                <a:gd name="connsiteX75" fmla="*/ 730534 w 2912392"/>
                <a:gd name="connsiteY75" fmla="*/ 236073 h 485823"/>
                <a:gd name="connsiteX76" fmla="*/ 740274 w 2912392"/>
                <a:gd name="connsiteY76" fmla="*/ 232330 h 485823"/>
                <a:gd name="connsiteX77" fmla="*/ 750015 w 2912392"/>
                <a:gd name="connsiteY77" fmla="*/ 228589 h 485823"/>
                <a:gd name="connsiteX78" fmla="*/ 759756 w 2912392"/>
                <a:gd name="connsiteY78" fmla="*/ 224863 h 485823"/>
                <a:gd name="connsiteX79" fmla="*/ 769495 w 2912392"/>
                <a:gd name="connsiteY79" fmla="*/ 221159 h 485823"/>
                <a:gd name="connsiteX80" fmla="*/ 779236 w 2912392"/>
                <a:gd name="connsiteY80" fmla="*/ 217486 h 485823"/>
                <a:gd name="connsiteX81" fmla="*/ 788977 w 2912392"/>
                <a:gd name="connsiteY81" fmla="*/ 213854 h 485823"/>
                <a:gd name="connsiteX82" fmla="*/ 798717 w 2912392"/>
                <a:gd name="connsiteY82" fmla="*/ 210272 h 485823"/>
                <a:gd name="connsiteX83" fmla="*/ 808458 w 2912392"/>
                <a:gd name="connsiteY83" fmla="*/ 206749 h 485823"/>
                <a:gd name="connsiteX84" fmla="*/ 818199 w 2912392"/>
                <a:gd name="connsiteY84" fmla="*/ 203291 h 485823"/>
                <a:gd name="connsiteX85" fmla="*/ 827938 w 2912392"/>
                <a:gd name="connsiteY85" fmla="*/ 199909 h 485823"/>
                <a:gd name="connsiteX86" fmla="*/ 837679 w 2912392"/>
                <a:gd name="connsiteY86" fmla="*/ 196608 h 485823"/>
                <a:gd name="connsiteX87" fmla="*/ 847420 w 2912392"/>
                <a:gd name="connsiteY87" fmla="*/ 193396 h 485823"/>
                <a:gd name="connsiteX88" fmla="*/ 857159 w 2912392"/>
                <a:gd name="connsiteY88" fmla="*/ 190282 h 485823"/>
                <a:gd name="connsiteX89" fmla="*/ 866900 w 2912392"/>
                <a:gd name="connsiteY89" fmla="*/ 187271 h 485823"/>
                <a:gd name="connsiteX90" fmla="*/ 876641 w 2912392"/>
                <a:gd name="connsiteY90" fmla="*/ 184367 h 485823"/>
                <a:gd name="connsiteX91" fmla="*/ 886381 w 2912392"/>
                <a:gd name="connsiteY91" fmla="*/ 181580 h 485823"/>
                <a:gd name="connsiteX92" fmla="*/ 896122 w 2912392"/>
                <a:gd name="connsiteY92" fmla="*/ 178912 h 485823"/>
                <a:gd name="connsiteX93" fmla="*/ 905863 w 2912392"/>
                <a:gd name="connsiteY93" fmla="*/ 176368 h 485823"/>
                <a:gd name="connsiteX94" fmla="*/ 915602 w 2912392"/>
                <a:gd name="connsiteY94" fmla="*/ 173953 h 485823"/>
                <a:gd name="connsiteX95" fmla="*/ 925343 w 2912392"/>
                <a:gd name="connsiteY95" fmla="*/ 171671 h 485823"/>
                <a:gd name="connsiteX96" fmla="*/ 935084 w 2912392"/>
                <a:gd name="connsiteY96" fmla="*/ 169524 h 485823"/>
                <a:gd name="connsiteX97" fmla="*/ 944824 w 2912392"/>
                <a:gd name="connsiteY97" fmla="*/ 167514 h 485823"/>
                <a:gd name="connsiteX98" fmla="*/ 954564 w 2912392"/>
                <a:gd name="connsiteY98" fmla="*/ 165644 h 485823"/>
                <a:gd name="connsiteX99" fmla="*/ 964305 w 2912392"/>
                <a:gd name="connsiteY99" fmla="*/ 163914 h 485823"/>
                <a:gd name="connsiteX100" fmla="*/ 974045 w 2912392"/>
                <a:gd name="connsiteY100" fmla="*/ 162327 h 485823"/>
                <a:gd name="connsiteX101" fmla="*/ 983786 w 2912392"/>
                <a:gd name="connsiteY101" fmla="*/ 160882 h 485823"/>
                <a:gd name="connsiteX102" fmla="*/ 993522 w 2912392"/>
                <a:gd name="connsiteY102" fmla="*/ 159580 h 485823"/>
                <a:gd name="connsiteX103" fmla="*/ 1003266 w 2912392"/>
                <a:gd name="connsiteY103" fmla="*/ 158418 h 485823"/>
                <a:gd name="connsiteX104" fmla="*/ 1013010 w 2912392"/>
                <a:gd name="connsiteY104" fmla="*/ 157394 h 485823"/>
                <a:gd name="connsiteX105" fmla="*/ 1022754 w 2912392"/>
                <a:gd name="connsiteY105" fmla="*/ 156509 h 485823"/>
                <a:gd name="connsiteX106" fmla="*/ 1032483 w 2912392"/>
                <a:gd name="connsiteY106" fmla="*/ 155760 h 485823"/>
                <a:gd name="connsiteX107" fmla="*/ 1042227 w 2912392"/>
                <a:gd name="connsiteY107" fmla="*/ 155140 h 485823"/>
                <a:gd name="connsiteX108" fmla="*/ 1051971 w 2912392"/>
                <a:gd name="connsiteY108" fmla="*/ 154650 h 485823"/>
                <a:gd name="connsiteX109" fmla="*/ 1061715 w 2912392"/>
                <a:gd name="connsiteY109" fmla="*/ 154283 h 485823"/>
                <a:gd name="connsiteX110" fmla="*/ 1071444 w 2912392"/>
                <a:gd name="connsiteY110" fmla="*/ 154036 h 485823"/>
                <a:gd name="connsiteX111" fmla="*/ 1081188 w 2912392"/>
                <a:gd name="connsiteY111" fmla="*/ 153902 h 485823"/>
                <a:gd name="connsiteX112" fmla="*/ 1090932 w 2912392"/>
                <a:gd name="connsiteY112" fmla="*/ 153877 h 485823"/>
                <a:gd name="connsiteX113" fmla="*/ 1100676 w 2912392"/>
                <a:gd name="connsiteY113" fmla="*/ 153954 h 485823"/>
                <a:gd name="connsiteX114" fmla="*/ 1110405 w 2912392"/>
                <a:gd name="connsiteY114" fmla="*/ 154128 h 485823"/>
                <a:gd name="connsiteX115" fmla="*/ 1120149 w 2912392"/>
                <a:gd name="connsiteY115" fmla="*/ 154391 h 485823"/>
                <a:gd name="connsiteX116" fmla="*/ 1129893 w 2912392"/>
                <a:gd name="connsiteY116" fmla="*/ 154736 h 485823"/>
                <a:gd name="connsiteX117" fmla="*/ 1139637 w 2912392"/>
                <a:gd name="connsiteY117" fmla="*/ 155157 h 485823"/>
                <a:gd name="connsiteX118" fmla="*/ 1149381 w 2912392"/>
                <a:gd name="connsiteY118" fmla="*/ 155642 h 485823"/>
                <a:gd name="connsiteX119" fmla="*/ 1159110 w 2912392"/>
                <a:gd name="connsiteY119" fmla="*/ 156188 h 485823"/>
                <a:gd name="connsiteX120" fmla="*/ 1168854 w 2912392"/>
                <a:gd name="connsiteY120" fmla="*/ 156783 h 485823"/>
                <a:gd name="connsiteX121" fmla="*/ 1178598 w 2912392"/>
                <a:gd name="connsiteY121" fmla="*/ 157420 h 485823"/>
                <a:gd name="connsiteX122" fmla="*/ 1188341 w 2912392"/>
                <a:gd name="connsiteY122" fmla="*/ 158090 h 485823"/>
                <a:gd name="connsiteX123" fmla="*/ 1198070 w 2912392"/>
                <a:gd name="connsiteY123" fmla="*/ 158784 h 485823"/>
                <a:gd name="connsiteX124" fmla="*/ 1207814 w 2912392"/>
                <a:gd name="connsiteY124" fmla="*/ 159495 h 485823"/>
                <a:gd name="connsiteX125" fmla="*/ 1217558 w 2912392"/>
                <a:gd name="connsiteY125" fmla="*/ 160212 h 485823"/>
                <a:gd name="connsiteX126" fmla="*/ 1227302 w 2912392"/>
                <a:gd name="connsiteY126" fmla="*/ 160925 h 485823"/>
                <a:gd name="connsiteX127" fmla="*/ 1237031 w 2912392"/>
                <a:gd name="connsiteY127" fmla="*/ 161627 h 485823"/>
                <a:gd name="connsiteX128" fmla="*/ 1246775 w 2912392"/>
                <a:gd name="connsiteY128" fmla="*/ 162308 h 485823"/>
                <a:gd name="connsiteX129" fmla="*/ 1256519 w 2912392"/>
                <a:gd name="connsiteY129" fmla="*/ 162959 h 485823"/>
                <a:gd name="connsiteX130" fmla="*/ 1266263 w 2912392"/>
                <a:gd name="connsiteY130" fmla="*/ 163573 h 485823"/>
                <a:gd name="connsiteX131" fmla="*/ 1276007 w 2912392"/>
                <a:gd name="connsiteY131" fmla="*/ 164138 h 485823"/>
                <a:gd name="connsiteX132" fmla="*/ 1285736 w 2912392"/>
                <a:gd name="connsiteY132" fmla="*/ 164647 h 485823"/>
                <a:gd name="connsiteX133" fmla="*/ 1295480 w 2912392"/>
                <a:gd name="connsiteY133" fmla="*/ 165093 h 485823"/>
                <a:gd name="connsiteX134" fmla="*/ 1305224 w 2912392"/>
                <a:gd name="connsiteY134" fmla="*/ 165465 h 485823"/>
                <a:gd name="connsiteX135" fmla="*/ 1314968 w 2912392"/>
                <a:gd name="connsiteY135" fmla="*/ 165759 h 485823"/>
                <a:gd name="connsiteX136" fmla="*/ 1324697 w 2912392"/>
                <a:gd name="connsiteY136" fmla="*/ 165963 h 485823"/>
                <a:gd name="connsiteX137" fmla="*/ 1334441 w 2912392"/>
                <a:gd name="connsiteY137" fmla="*/ 166073 h 485823"/>
                <a:gd name="connsiteX138" fmla="*/ 1344185 w 2912392"/>
                <a:gd name="connsiteY138" fmla="*/ 166082 h 485823"/>
                <a:gd name="connsiteX139" fmla="*/ 1353929 w 2912392"/>
                <a:gd name="connsiteY139" fmla="*/ 165982 h 485823"/>
                <a:gd name="connsiteX140" fmla="*/ 1363658 w 2912392"/>
                <a:gd name="connsiteY140" fmla="*/ 165768 h 485823"/>
                <a:gd name="connsiteX141" fmla="*/ 1373402 w 2912392"/>
                <a:gd name="connsiteY141" fmla="*/ 165434 h 485823"/>
                <a:gd name="connsiteX142" fmla="*/ 1383146 w 2912392"/>
                <a:gd name="connsiteY142" fmla="*/ 164973 h 485823"/>
                <a:gd name="connsiteX143" fmla="*/ 1392890 w 2912392"/>
                <a:gd name="connsiteY143" fmla="*/ 164385 h 485823"/>
                <a:gd name="connsiteX144" fmla="*/ 1402619 w 2912392"/>
                <a:gd name="connsiteY144" fmla="*/ 163661 h 485823"/>
                <a:gd name="connsiteX145" fmla="*/ 1412363 w 2912392"/>
                <a:gd name="connsiteY145" fmla="*/ 162800 h 485823"/>
                <a:gd name="connsiteX146" fmla="*/ 1422106 w 2912392"/>
                <a:gd name="connsiteY146" fmla="*/ 161797 h 485823"/>
                <a:gd name="connsiteX147" fmla="*/ 1431850 w 2912392"/>
                <a:gd name="connsiteY147" fmla="*/ 160650 h 485823"/>
                <a:gd name="connsiteX148" fmla="*/ 1441594 w 2912392"/>
                <a:gd name="connsiteY148" fmla="*/ 159358 h 485823"/>
                <a:gd name="connsiteX149" fmla="*/ 1451323 w 2912392"/>
                <a:gd name="connsiteY149" fmla="*/ 157919 h 485823"/>
                <a:gd name="connsiteX150" fmla="*/ 1461067 w 2912392"/>
                <a:gd name="connsiteY150" fmla="*/ 156331 h 485823"/>
                <a:gd name="connsiteX151" fmla="*/ 1470811 w 2912392"/>
                <a:gd name="connsiteY151" fmla="*/ 154593 h 485823"/>
                <a:gd name="connsiteX152" fmla="*/ 1480555 w 2912392"/>
                <a:gd name="connsiteY152" fmla="*/ 152709 h 485823"/>
                <a:gd name="connsiteX153" fmla="*/ 1490284 w 2912392"/>
                <a:gd name="connsiteY153" fmla="*/ 150675 h 485823"/>
                <a:gd name="connsiteX154" fmla="*/ 1500028 w 2912392"/>
                <a:gd name="connsiteY154" fmla="*/ 148495 h 485823"/>
                <a:gd name="connsiteX155" fmla="*/ 1509772 w 2912392"/>
                <a:gd name="connsiteY155" fmla="*/ 146169 h 485823"/>
                <a:gd name="connsiteX156" fmla="*/ 1519516 w 2912392"/>
                <a:gd name="connsiteY156" fmla="*/ 143702 h 485823"/>
                <a:gd name="connsiteX157" fmla="*/ 1529245 w 2912392"/>
                <a:gd name="connsiteY157" fmla="*/ 141096 h 485823"/>
                <a:gd name="connsiteX158" fmla="*/ 1538989 w 2912392"/>
                <a:gd name="connsiteY158" fmla="*/ 138353 h 485823"/>
                <a:gd name="connsiteX159" fmla="*/ 1548733 w 2912392"/>
                <a:gd name="connsiteY159" fmla="*/ 135479 h 485823"/>
                <a:gd name="connsiteX160" fmla="*/ 1558477 w 2912392"/>
                <a:gd name="connsiteY160" fmla="*/ 132479 h 485823"/>
                <a:gd name="connsiteX161" fmla="*/ 1568221 w 2912392"/>
                <a:gd name="connsiteY161" fmla="*/ 129356 h 485823"/>
                <a:gd name="connsiteX162" fmla="*/ 1577950 w 2912392"/>
                <a:gd name="connsiteY162" fmla="*/ 126117 h 485823"/>
                <a:gd name="connsiteX163" fmla="*/ 1587694 w 2912392"/>
                <a:gd name="connsiteY163" fmla="*/ 122768 h 485823"/>
                <a:gd name="connsiteX164" fmla="*/ 1597438 w 2912392"/>
                <a:gd name="connsiteY164" fmla="*/ 119316 h 485823"/>
                <a:gd name="connsiteX165" fmla="*/ 1607182 w 2912392"/>
                <a:gd name="connsiteY165" fmla="*/ 115767 h 485823"/>
                <a:gd name="connsiteX166" fmla="*/ 1616911 w 2912392"/>
                <a:gd name="connsiteY166" fmla="*/ 112128 h 485823"/>
                <a:gd name="connsiteX167" fmla="*/ 1626655 w 2912392"/>
                <a:gd name="connsiteY167" fmla="*/ 108408 h 485823"/>
                <a:gd name="connsiteX168" fmla="*/ 1636399 w 2912392"/>
                <a:gd name="connsiteY168" fmla="*/ 104616 h 485823"/>
                <a:gd name="connsiteX169" fmla="*/ 1646142 w 2912392"/>
                <a:gd name="connsiteY169" fmla="*/ 100759 h 485823"/>
                <a:gd name="connsiteX170" fmla="*/ 1655872 w 2912392"/>
                <a:gd name="connsiteY170" fmla="*/ 96848 h 485823"/>
                <a:gd name="connsiteX171" fmla="*/ 1665616 w 2912392"/>
                <a:gd name="connsiteY171" fmla="*/ 92889 h 485823"/>
                <a:gd name="connsiteX172" fmla="*/ 1675359 w 2912392"/>
                <a:gd name="connsiteY172" fmla="*/ 88893 h 485823"/>
                <a:gd name="connsiteX173" fmla="*/ 1685103 w 2912392"/>
                <a:gd name="connsiteY173" fmla="*/ 84871 h 485823"/>
                <a:gd name="connsiteX174" fmla="*/ 1694832 w 2912392"/>
                <a:gd name="connsiteY174" fmla="*/ 80830 h 485823"/>
                <a:gd name="connsiteX175" fmla="*/ 1704576 w 2912392"/>
                <a:gd name="connsiteY175" fmla="*/ 76783 h 485823"/>
                <a:gd name="connsiteX176" fmla="*/ 1714320 w 2912392"/>
                <a:gd name="connsiteY176" fmla="*/ 72738 h 485823"/>
                <a:gd name="connsiteX177" fmla="*/ 1724064 w 2912392"/>
                <a:gd name="connsiteY177" fmla="*/ 68707 h 485823"/>
                <a:gd name="connsiteX178" fmla="*/ 1733808 w 2912392"/>
                <a:gd name="connsiteY178" fmla="*/ 64699 h 485823"/>
                <a:gd name="connsiteX179" fmla="*/ 1743537 w 2912392"/>
                <a:gd name="connsiteY179" fmla="*/ 60725 h 485823"/>
                <a:gd name="connsiteX180" fmla="*/ 1753281 w 2912392"/>
                <a:gd name="connsiteY180" fmla="*/ 56795 h 485823"/>
                <a:gd name="connsiteX181" fmla="*/ 1763025 w 2912392"/>
                <a:gd name="connsiteY181" fmla="*/ 52920 h 485823"/>
                <a:gd name="connsiteX182" fmla="*/ 1772769 w 2912392"/>
                <a:gd name="connsiteY182" fmla="*/ 49110 h 485823"/>
                <a:gd name="connsiteX183" fmla="*/ 1782498 w 2912392"/>
                <a:gd name="connsiteY183" fmla="*/ 45375 h 485823"/>
                <a:gd name="connsiteX184" fmla="*/ 1792242 w 2912392"/>
                <a:gd name="connsiteY184" fmla="*/ 41725 h 485823"/>
                <a:gd name="connsiteX185" fmla="*/ 1801986 w 2912392"/>
                <a:gd name="connsiteY185" fmla="*/ 38171 h 485823"/>
                <a:gd name="connsiteX186" fmla="*/ 1811730 w 2912392"/>
                <a:gd name="connsiteY186" fmla="*/ 34722 h 485823"/>
                <a:gd name="connsiteX187" fmla="*/ 1821459 w 2912392"/>
                <a:gd name="connsiteY187" fmla="*/ 31386 h 485823"/>
                <a:gd name="connsiteX188" fmla="*/ 1831203 w 2912392"/>
                <a:gd name="connsiteY188" fmla="*/ 28177 h 485823"/>
                <a:gd name="connsiteX189" fmla="*/ 1840947 w 2912392"/>
                <a:gd name="connsiteY189" fmla="*/ 25099 h 485823"/>
                <a:gd name="connsiteX190" fmla="*/ 1850691 w 2912392"/>
                <a:gd name="connsiteY190" fmla="*/ 22164 h 485823"/>
                <a:gd name="connsiteX191" fmla="*/ 1860435 w 2912392"/>
                <a:gd name="connsiteY191" fmla="*/ 19379 h 485823"/>
                <a:gd name="connsiteX192" fmla="*/ 1870164 w 2912392"/>
                <a:gd name="connsiteY192" fmla="*/ 16752 h 485823"/>
                <a:gd name="connsiteX193" fmla="*/ 1879908 w 2912392"/>
                <a:gd name="connsiteY193" fmla="*/ 14293 h 485823"/>
                <a:gd name="connsiteX194" fmla="*/ 1889652 w 2912392"/>
                <a:gd name="connsiteY194" fmla="*/ 12006 h 485823"/>
                <a:gd name="connsiteX195" fmla="*/ 1899395 w 2912392"/>
                <a:gd name="connsiteY195" fmla="*/ 9900 h 485823"/>
                <a:gd name="connsiteX196" fmla="*/ 1909124 w 2912392"/>
                <a:gd name="connsiteY196" fmla="*/ 7983 h 485823"/>
                <a:gd name="connsiteX197" fmla="*/ 1918868 w 2912392"/>
                <a:gd name="connsiteY197" fmla="*/ 6258 h 485823"/>
                <a:gd name="connsiteX198" fmla="*/ 1928612 w 2912392"/>
                <a:gd name="connsiteY198" fmla="*/ 4732 h 485823"/>
                <a:gd name="connsiteX199" fmla="*/ 1938356 w 2912392"/>
                <a:gd name="connsiteY199" fmla="*/ 3410 h 485823"/>
                <a:gd name="connsiteX200" fmla="*/ 1948085 w 2912392"/>
                <a:gd name="connsiteY200" fmla="*/ 2297 h 485823"/>
                <a:gd name="connsiteX201" fmla="*/ 1957829 w 2912392"/>
                <a:gd name="connsiteY201" fmla="*/ 1399 h 485823"/>
                <a:gd name="connsiteX202" fmla="*/ 1967573 w 2912392"/>
                <a:gd name="connsiteY202" fmla="*/ 717 h 485823"/>
                <a:gd name="connsiteX203" fmla="*/ 1977317 w 2912392"/>
                <a:gd name="connsiteY203" fmla="*/ 253 h 485823"/>
                <a:gd name="connsiteX204" fmla="*/ 1987046 w 2912392"/>
                <a:gd name="connsiteY204" fmla="*/ 15 h 485823"/>
                <a:gd name="connsiteX205" fmla="*/ 1996790 w 2912392"/>
                <a:gd name="connsiteY205" fmla="*/ 0 h 485823"/>
                <a:gd name="connsiteX206" fmla="*/ 2006534 w 2912392"/>
                <a:gd name="connsiteY206" fmla="*/ 213 h 485823"/>
                <a:gd name="connsiteX207" fmla="*/ 2016278 w 2912392"/>
                <a:gd name="connsiteY207" fmla="*/ 653 h 485823"/>
                <a:gd name="connsiteX208" fmla="*/ 2026022 w 2912392"/>
                <a:gd name="connsiteY208" fmla="*/ 1322 h 485823"/>
                <a:gd name="connsiteX209" fmla="*/ 2035751 w 2912392"/>
                <a:gd name="connsiteY209" fmla="*/ 2218 h 485823"/>
                <a:gd name="connsiteX210" fmla="*/ 2045495 w 2912392"/>
                <a:gd name="connsiteY210" fmla="*/ 3345 h 485823"/>
                <a:gd name="connsiteX211" fmla="*/ 2055239 w 2912392"/>
                <a:gd name="connsiteY211" fmla="*/ 4698 h 485823"/>
                <a:gd name="connsiteX212" fmla="*/ 2064983 w 2912392"/>
                <a:gd name="connsiteY212" fmla="*/ 6275 h 485823"/>
                <a:gd name="connsiteX213" fmla="*/ 2074712 w 2912392"/>
                <a:gd name="connsiteY213" fmla="*/ 8078 h 485823"/>
                <a:gd name="connsiteX214" fmla="*/ 2084456 w 2912392"/>
                <a:gd name="connsiteY214" fmla="*/ 10103 h 485823"/>
                <a:gd name="connsiteX215" fmla="*/ 2094200 w 2912392"/>
                <a:gd name="connsiteY215" fmla="*/ 12348 h 485823"/>
                <a:gd name="connsiteX216" fmla="*/ 2103944 w 2912392"/>
                <a:gd name="connsiteY216" fmla="*/ 14808 h 485823"/>
                <a:gd name="connsiteX217" fmla="*/ 2113673 w 2912392"/>
                <a:gd name="connsiteY217" fmla="*/ 17480 h 485823"/>
                <a:gd name="connsiteX218" fmla="*/ 2123417 w 2912392"/>
                <a:gd name="connsiteY218" fmla="*/ 20359 h 485823"/>
                <a:gd name="connsiteX219" fmla="*/ 2133161 w 2912392"/>
                <a:gd name="connsiteY219" fmla="*/ 23444 h 485823"/>
                <a:gd name="connsiteX220" fmla="*/ 2142905 w 2912392"/>
                <a:gd name="connsiteY220" fmla="*/ 26727 h 485823"/>
                <a:gd name="connsiteX221" fmla="*/ 2152649 w 2912392"/>
                <a:gd name="connsiteY221" fmla="*/ 30205 h 485823"/>
                <a:gd name="connsiteX222" fmla="*/ 2162377 w 2912392"/>
                <a:gd name="connsiteY222" fmla="*/ 33871 h 485823"/>
                <a:gd name="connsiteX223" fmla="*/ 2172121 w 2912392"/>
                <a:gd name="connsiteY223" fmla="*/ 37720 h 485823"/>
                <a:gd name="connsiteX224" fmla="*/ 2181865 w 2912392"/>
                <a:gd name="connsiteY224" fmla="*/ 41747 h 485823"/>
                <a:gd name="connsiteX225" fmla="*/ 2191609 w 2912392"/>
                <a:gd name="connsiteY225" fmla="*/ 45944 h 485823"/>
                <a:gd name="connsiteX226" fmla="*/ 2201338 w 2912392"/>
                <a:gd name="connsiteY226" fmla="*/ 50306 h 485823"/>
                <a:gd name="connsiteX227" fmla="*/ 2211082 w 2912392"/>
                <a:gd name="connsiteY227" fmla="*/ 54825 h 485823"/>
                <a:gd name="connsiteX228" fmla="*/ 2220826 w 2912392"/>
                <a:gd name="connsiteY228" fmla="*/ 59498 h 485823"/>
                <a:gd name="connsiteX229" fmla="*/ 2230570 w 2912392"/>
                <a:gd name="connsiteY229" fmla="*/ 64313 h 485823"/>
                <a:gd name="connsiteX230" fmla="*/ 2240299 w 2912392"/>
                <a:gd name="connsiteY230" fmla="*/ 69267 h 485823"/>
                <a:gd name="connsiteX231" fmla="*/ 2250043 w 2912392"/>
                <a:gd name="connsiteY231" fmla="*/ 74350 h 485823"/>
                <a:gd name="connsiteX232" fmla="*/ 2259787 w 2912392"/>
                <a:gd name="connsiteY232" fmla="*/ 79558 h 485823"/>
                <a:gd name="connsiteX233" fmla="*/ 2269531 w 2912392"/>
                <a:gd name="connsiteY233" fmla="*/ 84881 h 485823"/>
                <a:gd name="connsiteX234" fmla="*/ 2279260 w 2912392"/>
                <a:gd name="connsiteY234" fmla="*/ 90315 h 485823"/>
                <a:gd name="connsiteX235" fmla="*/ 2289004 w 2912392"/>
                <a:gd name="connsiteY235" fmla="*/ 95850 h 485823"/>
                <a:gd name="connsiteX236" fmla="*/ 2298748 w 2912392"/>
                <a:gd name="connsiteY236" fmla="*/ 101480 h 485823"/>
                <a:gd name="connsiteX237" fmla="*/ 2308492 w 2912392"/>
                <a:gd name="connsiteY237" fmla="*/ 107200 h 485823"/>
                <a:gd name="connsiteX238" fmla="*/ 2318236 w 2912392"/>
                <a:gd name="connsiteY238" fmla="*/ 113001 h 485823"/>
                <a:gd name="connsiteX239" fmla="*/ 2327965 w 2912392"/>
                <a:gd name="connsiteY239" fmla="*/ 118878 h 485823"/>
                <a:gd name="connsiteX240" fmla="*/ 2337709 w 2912392"/>
                <a:gd name="connsiteY240" fmla="*/ 124822 h 485823"/>
                <a:gd name="connsiteX241" fmla="*/ 2347453 w 2912392"/>
                <a:gd name="connsiteY241" fmla="*/ 130829 h 485823"/>
                <a:gd name="connsiteX242" fmla="*/ 2357197 w 2912392"/>
                <a:gd name="connsiteY242" fmla="*/ 136892 h 485823"/>
                <a:gd name="connsiteX243" fmla="*/ 2366926 w 2912392"/>
                <a:gd name="connsiteY243" fmla="*/ 143006 h 485823"/>
                <a:gd name="connsiteX244" fmla="*/ 2376670 w 2912392"/>
                <a:gd name="connsiteY244" fmla="*/ 149164 h 485823"/>
                <a:gd name="connsiteX245" fmla="*/ 2386413 w 2912392"/>
                <a:gd name="connsiteY245" fmla="*/ 155362 h 485823"/>
                <a:gd name="connsiteX246" fmla="*/ 2396157 w 2912392"/>
                <a:gd name="connsiteY246" fmla="*/ 161593 h 485823"/>
                <a:gd name="connsiteX247" fmla="*/ 2405886 w 2912392"/>
                <a:gd name="connsiteY247" fmla="*/ 167853 h 485823"/>
                <a:gd name="connsiteX248" fmla="*/ 2415630 w 2912392"/>
                <a:gd name="connsiteY248" fmla="*/ 174139 h 485823"/>
                <a:gd name="connsiteX249" fmla="*/ 2425374 w 2912392"/>
                <a:gd name="connsiteY249" fmla="*/ 180445 h 485823"/>
                <a:gd name="connsiteX250" fmla="*/ 2435118 w 2912392"/>
                <a:gd name="connsiteY250" fmla="*/ 186766 h 485823"/>
                <a:gd name="connsiteX251" fmla="*/ 2444862 w 2912392"/>
                <a:gd name="connsiteY251" fmla="*/ 193100 h 485823"/>
                <a:gd name="connsiteX252" fmla="*/ 2454591 w 2912392"/>
                <a:gd name="connsiteY252" fmla="*/ 199444 h 485823"/>
                <a:gd name="connsiteX253" fmla="*/ 2464335 w 2912392"/>
                <a:gd name="connsiteY253" fmla="*/ 205792 h 485823"/>
                <a:gd name="connsiteX254" fmla="*/ 2474079 w 2912392"/>
                <a:gd name="connsiteY254" fmla="*/ 212144 h 485823"/>
                <a:gd name="connsiteX255" fmla="*/ 2483823 w 2912392"/>
                <a:gd name="connsiteY255" fmla="*/ 218497 h 485823"/>
                <a:gd name="connsiteX256" fmla="*/ 2493552 w 2912392"/>
                <a:gd name="connsiteY256" fmla="*/ 224847 h 485823"/>
                <a:gd name="connsiteX257" fmla="*/ 2503296 w 2912392"/>
                <a:gd name="connsiteY257" fmla="*/ 231194 h 485823"/>
                <a:gd name="connsiteX258" fmla="*/ 2513040 w 2912392"/>
                <a:gd name="connsiteY258" fmla="*/ 237533 h 485823"/>
                <a:gd name="connsiteX259" fmla="*/ 2522784 w 2912392"/>
                <a:gd name="connsiteY259" fmla="*/ 243867 h 485823"/>
                <a:gd name="connsiteX260" fmla="*/ 2532513 w 2912392"/>
                <a:gd name="connsiteY260" fmla="*/ 250193 h 485823"/>
                <a:gd name="connsiteX261" fmla="*/ 2542257 w 2912392"/>
                <a:gd name="connsiteY261" fmla="*/ 256508 h 485823"/>
                <a:gd name="connsiteX262" fmla="*/ 2552001 w 2912392"/>
                <a:gd name="connsiteY262" fmla="*/ 262815 h 485823"/>
                <a:gd name="connsiteX263" fmla="*/ 2561745 w 2912392"/>
                <a:gd name="connsiteY263" fmla="*/ 269110 h 485823"/>
                <a:gd name="connsiteX264" fmla="*/ 2571474 w 2912392"/>
                <a:gd name="connsiteY264" fmla="*/ 275394 h 485823"/>
                <a:gd name="connsiteX265" fmla="*/ 2581218 w 2912392"/>
                <a:gd name="connsiteY265" fmla="*/ 281668 h 485823"/>
                <a:gd name="connsiteX266" fmla="*/ 2590962 w 2912392"/>
                <a:gd name="connsiteY266" fmla="*/ 287930 h 485823"/>
                <a:gd name="connsiteX267" fmla="*/ 2600705 w 2912392"/>
                <a:gd name="connsiteY267" fmla="*/ 294180 h 485823"/>
                <a:gd name="connsiteX268" fmla="*/ 2610449 w 2912392"/>
                <a:gd name="connsiteY268" fmla="*/ 300420 h 485823"/>
                <a:gd name="connsiteX269" fmla="*/ 2620178 w 2912392"/>
                <a:gd name="connsiteY269" fmla="*/ 306649 h 485823"/>
                <a:gd name="connsiteX270" fmla="*/ 2629922 w 2912392"/>
                <a:gd name="connsiteY270" fmla="*/ 312867 h 485823"/>
                <a:gd name="connsiteX271" fmla="*/ 2639666 w 2912392"/>
                <a:gd name="connsiteY271" fmla="*/ 319074 h 485823"/>
                <a:gd name="connsiteX272" fmla="*/ 2649410 w 2912392"/>
                <a:gd name="connsiteY272" fmla="*/ 325272 h 485823"/>
                <a:gd name="connsiteX273" fmla="*/ 2659139 w 2912392"/>
                <a:gd name="connsiteY273" fmla="*/ 331459 h 485823"/>
                <a:gd name="connsiteX274" fmla="*/ 2668883 w 2912392"/>
                <a:gd name="connsiteY274" fmla="*/ 337636 h 485823"/>
                <a:gd name="connsiteX275" fmla="*/ 2678627 w 2912392"/>
                <a:gd name="connsiteY275" fmla="*/ 343804 h 485823"/>
                <a:gd name="connsiteX276" fmla="*/ 2688371 w 2912392"/>
                <a:gd name="connsiteY276" fmla="*/ 349964 h 485823"/>
                <a:gd name="connsiteX277" fmla="*/ 2698100 w 2912392"/>
                <a:gd name="connsiteY277" fmla="*/ 356113 h 485823"/>
                <a:gd name="connsiteX278" fmla="*/ 2707844 w 2912392"/>
                <a:gd name="connsiteY278" fmla="*/ 362251 h 485823"/>
                <a:gd name="connsiteX279" fmla="*/ 2717588 w 2912392"/>
                <a:gd name="connsiteY279" fmla="*/ 368379 h 485823"/>
                <a:gd name="connsiteX280" fmla="*/ 2727332 w 2912392"/>
                <a:gd name="connsiteY280" fmla="*/ 374498 h 485823"/>
                <a:gd name="connsiteX281" fmla="*/ 2737076 w 2912392"/>
                <a:gd name="connsiteY281" fmla="*/ 380603 h 485823"/>
                <a:gd name="connsiteX282" fmla="*/ 2746805 w 2912392"/>
                <a:gd name="connsiteY282" fmla="*/ 386696 h 485823"/>
                <a:gd name="connsiteX283" fmla="*/ 2756549 w 2912392"/>
                <a:gd name="connsiteY283" fmla="*/ 392774 h 485823"/>
                <a:gd name="connsiteX284" fmla="*/ 2766293 w 2912392"/>
                <a:gd name="connsiteY284" fmla="*/ 398837 h 485823"/>
                <a:gd name="connsiteX285" fmla="*/ 2776037 w 2912392"/>
                <a:gd name="connsiteY285" fmla="*/ 404881 h 485823"/>
                <a:gd name="connsiteX286" fmla="*/ 2785766 w 2912392"/>
                <a:gd name="connsiteY286" fmla="*/ 410906 h 485823"/>
                <a:gd name="connsiteX287" fmla="*/ 2795510 w 2912392"/>
                <a:gd name="connsiteY287" fmla="*/ 416909 h 485823"/>
                <a:gd name="connsiteX288" fmla="*/ 2805254 w 2912392"/>
                <a:gd name="connsiteY288" fmla="*/ 422887 h 485823"/>
                <a:gd name="connsiteX289" fmla="*/ 2814998 w 2912392"/>
                <a:gd name="connsiteY289" fmla="*/ 428834 h 485823"/>
                <a:gd name="connsiteX290" fmla="*/ 2824727 w 2912392"/>
                <a:gd name="connsiteY290" fmla="*/ 434752 h 485823"/>
                <a:gd name="connsiteX291" fmla="*/ 2834471 w 2912392"/>
                <a:gd name="connsiteY291" fmla="*/ 440633 h 485823"/>
                <a:gd name="connsiteX292" fmla="*/ 2844215 w 2912392"/>
                <a:gd name="connsiteY292" fmla="*/ 446475 h 485823"/>
                <a:gd name="connsiteX293" fmla="*/ 2853958 w 2912392"/>
                <a:gd name="connsiteY293" fmla="*/ 452271 h 485823"/>
                <a:gd name="connsiteX294" fmla="*/ 2863687 w 2912392"/>
                <a:gd name="connsiteY294" fmla="*/ 458019 h 485823"/>
                <a:gd name="connsiteX295" fmla="*/ 2873431 w 2912392"/>
                <a:gd name="connsiteY295" fmla="*/ 463711 h 485823"/>
                <a:gd name="connsiteX296" fmla="*/ 2883175 w 2912392"/>
                <a:gd name="connsiteY296" fmla="*/ 469345 h 485823"/>
                <a:gd name="connsiteX297" fmla="*/ 2892919 w 2912392"/>
                <a:gd name="connsiteY297" fmla="*/ 474911 h 485823"/>
                <a:gd name="connsiteX298" fmla="*/ 2902663 w 2912392"/>
                <a:gd name="connsiteY298" fmla="*/ 480407 h 485823"/>
                <a:gd name="connsiteX299" fmla="*/ 2912392 w 2912392"/>
                <a:gd name="connsiteY299" fmla="*/ 485823 h 485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85823">
                  <a:moveTo>
                    <a:pt x="0" y="222826"/>
                  </a:moveTo>
                  <a:lnTo>
                    <a:pt x="9739" y="224036"/>
                  </a:lnTo>
                  <a:lnTo>
                    <a:pt x="19480" y="225398"/>
                  </a:lnTo>
                  <a:lnTo>
                    <a:pt x="29221" y="226906"/>
                  </a:lnTo>
                  <a:lnTo>
                    <a:pt x="38961" y="228550"/>
                  </a:lnTo>
                  <a:lnTo>
                    <a:pt x="48702" y="230326"/>
                  </a:lnTo>
                  <a:lnTo>
                    <a:pt x="58443" y="232226"/>
                  </a:lnTo>
                  <a:lnTo>
                    <a:pt x="68182" y="234240"/>
                  </a:lnTo>
                  <a:lnTo>
                    <a:pt x="77923" y="236362"/>
                  </a:lnTo>
                  <a:lnTo>
                    <a:pt x="87664" y="238582"/>
                  </a:lnTo>
                  <a:lnTo>
                    <a:pt x="97404" y="240893"/>
                  </a:lnTo>
                  <a:lnTo>
                    <a:pt x="107145" y="243284"/>
                  </a:lnTo>
                  <a:lnTo>
                    <a:pt x="116886" y="245747"/>
                  </a:lnTo>
                  <a:lnTo>
                    <a:pt x="126625" y="248274"/>
                  </a:lnTo>
                  <a:lnTo>
                    <a:pt x="136366" y="250853"/>
                  </a:lnTo>
                  <a:lnTo>
                    <a:pt x="146107" y="253478"/>
                  </a:lnTo>
                  <a:lnTo>
                    <a:pt x="155846" y="256137"/>
                  </a:lnTo>
                  <a:lnTo>
                    <a:pt x="165587" y="258821"/>
                  </a:lnTo>
                  <a:lnTo>
                    <a:pt x="175328" y="261522"/>
                  </a:lnTo>
                  <a:lnTo>
                    <a:pt x="185068" y="264228"/>
                  </a:lnTo>
                  <a:lnTo>
                    <a:pt x="194809" y="266929"/>
                  </a:lnTo>
                  <a:lnTo>
                    <a:pt x="204550" y="269618"/>
                  </a:lnTo>
                  <a:lnTo>
                    <a:pt x="214289" y="272283"/>
                  </a:lnTo>
                  <a:lnTo>
                    <a:pt x="224030" y="274916"/>
                  </a:lnTo>
                  <a:lnTo>
                    <a:pt x="233771" y="277505"/>
                  </a:lnTo>
                  <a:lnTo>
                    <a:pt x="243510" y="280044"/>
                  </a:lnTo>
                  <a:lnTo>
                    <a:pt x="253251" y="282523"/>
                  </a:lnTo>
                  <a:lnTo>
                    <a:pt x="262992" y="284933"/>
                  </a:lnTo>
                  <a:lnTo>
                    <a:pt x="272732" y="287263"/>
                  </a:lnTo>
                  <a:lnTo>
                    <a:pt x="282473" y="289505"/>
                  </a:lnTo>
                  <a:lnTo>
                    <a:pt x="292214" y="291654"/>
                  </a:lnTo>
                  <a:lnTo>
                    <a:pt x="301953" y="293698"/>
                  </a:lnTo>
                  <a:lnTo>
                    <a:pt x="311694" y="295630"/>
                  </a:lnTo>
                  <a:lnTo>
                    <a:pt x="321435" y="297445"/>
                  </a:lnTo>
                  <a:lnTo>
                    <a:pt x="331175" y="299133"/>
                  </a:lnTo>
                  <a:lnTo>
                    <a:pt x="340916" y="300688"/>
                  </a:lnTo>
                  <a:lnTo>
                    <a:pt x="350656" y="302105"/>
                  </a:lnTo>
                  <a:lnTo>
                    <a:pt x="360396" y="303378"/>
                  </a:lnTo>
                  <a:lnTo>
                    <a:pt x="370137" y="304498"/>
                  </a:lnTo>
                  <a:lnTo>
                    <a:pt x="379878" y="305465"/>
                  </a:lnTo>
                  <a:lnTo>
                    <a:pt x="389617" y="306271"/>
                  </a:lnTo>
                  <a:lnTo>
                    <a:pt x="399358" y="306913"/>
                  </a:lnTo>
                  <a:lnTo>
                    <a:pt x="409099" y="307387"/>
                  </a:lnTo>
                  <a:lnTo>
                    <a:pt x="418839" y="307689"/>
                  </a:lnTo>
                  <a:lnTo>
                    <a:pt x="428580" y="307819"/>
                  </a:lnTo>
                  <a:lnTo>
                    <a:pt x="438321" y="307774"/>
                  </a:lnTo>
                  <a:lnTo>
                    <a:pt x="448060" y="307551"/>
                  </a:lnTo>
                  <a:lnTo>
                    <a:pt x="457801" y="307150"/>
                  </a:lnTo>
                  <a:lnTo>
                    <a:pt x="467542" y="306570"/>
                  </a:lnTo>
                  <a:lnTo>
                    <a:pt x="477281" y="305812"/>
                  </a:lnTo>
                  <a:lnTo>
                    <a:pt x="487022" y="304876"/>
                  </a:lnTo>
                  <a:lnTo>
                    <a:pt x="496763" y="303765"/>
                  </a:lnTo>
                  <a:lnTo>
                    <a:pt x="506503" y="302478"/>
                  </a:lnTo>
                  <a:lnTo>
                    <a:pt x="516244" y="301019"/>
                  </a:lnTo>
                  <a:lnTo>
                    <a:pt x="525985" y="299391"/>
                  </a:lnTo>
                  <a:lnTo>
                    <a:pt x="535724" y="297597"/>
                  </a:lnTo>
                  <a:lnTo>
                    <a:pt x="545465" y="295639"/>
                  </a:lnTo>
                  <a:lnTo>
                    <a:pt x="555206" y="293525"/>
                  </a:lnTo>
                  <a:lnTo>
                    <a:pt x="564946" y="291257"/>
                  </a:lnTo>
                  <a:lnTo>
                    <a:pt x="574687" y="288844"/>
                  </a:lnTo>
                  <a:lnTo>
                    <a:pt x="584428" y="286287"/>
                  </a:lnTo>
                  <a:lnTo>
                    <a:pt x="594167" y="283595"/>
                  </a:lnTo>
                  <a:lnTo>
                    <a:pt x="603908" y="280776"/>
                  </a:lnTo>
                  <a:lnTo>
                    <a:pt x="613649" y="277833"/>
                  </a:lnTo>
                  <a:lnTo>
                    <a:pt x="623388" y="274779"/>
                  </a:lnTo>
                  <a:lnTo>
                    <a:pt x="633129" y="271617"/>
                  </a:lnTo>
                  <a:lnTo>
                    <a:pt x="642870" y="268358"/>
                  </a:lnTo>
                  <a:lnTo>
                    <a:pt x="652610" y="265008"/>
                  </a:lnTo>
                  <a:lnTo>
                    <a:pt x="662351" y="261578"/>
                  </a:lnTo>
                  <a:lnTo>
                    <a:pt x="672092" y="258076"/>
                  </a:lnTo>
                  <a:lnTo>
                    <a:pt x="681831" y="254512"/>
                  </a:lnTo>
                  <a:lnTo>
                    <a:pt x="691572" y="250893"/>
                  </a:lnTo>
                  <a:lnTo>
                    <a:pt x="701313" y="247231"/>
                  </a:lnTo>
                  <a:lnTo>
                    <a:pt x="711052" y="243533"/>
                  </a:lnTo>
                  <a:lnTo>
                    <a:pt x="720793" y="239811"/>
                  </a:lnTo>
                  <a:lnTo>
                    <a:pt x="730534" y="236073"/>
                  </a:lnTo>
                  <a:lnTo>
                    <a:pt x="740274" y="232330"/>
                  </a:lnTo>
                  <a:lnTo>
                    <a:pt x="750015" y="228589"/>
                  </a:lnTo>
                  <a:lnTo>
                    <a:pt x="759756" y="224863"/>
                  </a:lnTo>
                  <a:lnTo>
                    <a:pt x="769495" y="221159"/>
                  </a:lnTo>
                  <a:lnTo>
                    <a:pt x="779236" y="217486"/>
                  </a:lnTo>
                  <a:lnTo>
                    <a:pt x="788977" y="213854"/>
                  </a:lnTo>
                  <a:lnTo>
                    <a:pt x="798717" y="210272"/>
                  </a:lnTo>
                  <a:lnTo>
                    <a:pt x="808458" y="206749"/>
                  </a:lnTo>
                  <a:lnTo>
                    <a:pt x="818199" y="203291"/>
                  </a:lnTo>
                  <a:lnTo>
                    <a:pt x="827938" y="199909"/>
                  </a:lnTo>
                  <a:lnTo>
                    <a:pt x="837679" y="196608"/>
                  </a:lnTo>
                  <a:lnTo>
                    <a:pt x="847420" y="193396"/>
                  </a:lnTo>
                  <a:lnTo>
                    <a:pt x="857159" y="190282"/>
                  </a:lnTo>
                  <a:lnTo>
                    <a:pt x="866900" y="187271"/>
                  </a:lnTo>
                  <a:lnTo>
                    <a:pt x="876641" y="184367"/>
                  </a:lnTo>
                  <a:lnTo>
                    <a:pt x="886381" y="181580"/>
                  </a:lnTo>
                  <a:lnTo>
                    <a:pt x="896122" y="178912"/>
                  </a:lnTo>
                  <a:lnTo>
                    <a:pt x="905863" y="176368"/>
                  </a:lnTo>
                  <a:lnTo>
                    <a:pt x="915602" y="173953"/>
                  </a:lnTo>
                  <a:lnTo>
                    <a:pt x="925343" y="171671"/>
                  </a:lnTo>
                  <a:lnTo>
                    <a:pt x="935084" y="169524"/>
                  </a:lnTo>
                  <a:lnTo>
                    <a:pt x="944824" y="167514"/>
                  </a:lnTo>
                  <a:lnTo>
                    <a:pt x="954564" y="165644"/>
                  </a:lnTo>
                  <a:lnTo>
                    <a:pt x="964305" y="163914"/>
                  </a:lnTo>
                  <a:lnTo>
                    <a:pt x="974045" y="162327"/>
                  </a:lnTo>
                  <a:lnTo>
                    <a:pt x="983786" y="160882"/>
                  </a:lnTo>
                  <a:lnTo>
                    <a:pt x="993522" y="159580"/>
                  </a:lnTo>
                  <a:lnTo>
                    <a:pt x="1003266" y="158418"/>
                  </a:lnTo>
                  <a:lnTo>
                    <a:pt x="1013010" y="157394"/>
                  </a:lnTo>
                  <a:lnTo>
                    <a:pt x="1022754" y="156509"/>
                  </a:lnTo>
                  <a:lnTo>
                    <a:pt x="1032483" y="155760"/>
                  </a:lnTo>
                  <a:lnTo>
                    <a:pt x="1042227" y="155140"/>
                  </a:lnTo>
                  <a:lnTo>
                    <a:pt x="1051971" y="154650"/>
                  </a:lnTo>
                  <a:lnTo>
                    <a:pt x="1061715" y="154283"/>
                  </a:lnTo>
                  <a:lnTo>
                    <a:pt x="1071444" y="154036"/>
                  </a:lnTo>
                  <a:lnTo>
                    <a:pt x="1081188" y="153902"/>
                  </a:lnTo>
                  <a:lnTo>
                    <a:pt x="1090932" y="153877"/>
                  </a:lnTo>
                  <a:lnTo>
                    <a:pt x="1100676" y="153954"/>
                  </a:lnTo>
                  <a:lnTo>
                    <a:pt x="1110405" y="154128"/>
                  </a:lnTo>
                  <a:lnTo>
                    <a:pt x="1120149" y="154391"/>
                  </a:lnTo>
                  <a:lnTo>
                    <a:pt x="1129893" y="154736"/>
                  </a:lnTo>
                  <a:lnTo>
                    <a:pt x="1139637" y="155157"/>
                  </a:lnTo>
                  <a:lnTo>
                    <a:pt x="1149381" y="155642"/>
                  </a:lnTo>
                  <a:lnTo>
                    <a:pt x="1159110" y="156188"/>
                  </a:lnTo>
                  <a:lnTo>
                    <a:pt x="1168854" y="156783"/>
                  </a:lnTo>
                  <a:lnTo>
                    <a:pt x="1178598" y="157420"/>
                  </a:lnTo>
                  <a:lnTo>
                    <a:pt x="1188341" y="158090"/>
                  </a:lnTo>
                  <a:lnTo>
                    <a:pt x="1198070" y="158784"/>
                  </a:lnTo>
                  <a:lnTo>
                    <a:pt x="1207814" y="159495"/>
                  </a:lnTo>
                  <a:lnTo>
                    <a:pt x="1217558" y="160212"/>
                  </a:lnTo>
                  <a:lnTo>
                    <a:pt x="1227302" y="160925"/>
                  </a:lnTo>
                  <a:lnTo>
                    <a:pt x="1237031" y="161627"/>
                  </a:lnTo>
                  <a:lnTo>
                    <a:pt x="1246775" y="162308"/>
                  </a:lnTo>
                  <a:lnTo>
                    <a:pt x="1256519" y="162959"/>
                  </a:lnTo>
                  <a:lnTo>
                    <a:pt x="1266263" y="163573"/>
                  </a:lnTo>
                  <a:lnTo>
                    <a:pt x="1276007" y="164138"/>
                  </a:lnTo>
                  <a:lnTo>
                    <a:pt x="1285736" y="164647"/>
                  </a:lnTo>
                  <a:lnTo>
                    <a:pt x="1295480" y="165093"/>
                  </a:lnTo>
                  <a:lnTo>
                    <a:pt x="1305224" y="165465"/>
                  </a:lnTo>
                  <a:lnTo>
                    <a:pt x="1314968" y="165759"/>
                  </a:lnTo>
                  <a:lnTo>
                    <a:pt x="1324697" y="165963"/>
                  </a:lnTo>
                  <a:lnTo>
                    <a:pt x="1334441" y="166073"/>
                  </a:lnTo>
                  <a:lnTo>
                    <a:pt x="1344185" y="166082"/>
                  </a:lnTo>
                  <a:lnTo>
                    <a:pt x="1353929" y="165982"/>
                  </a:lnTo>
                  <a:lnTo>
                    <a:pt x="1363658" y="165768"/>
                  </a:lnTo>
                  <a:lnTo>
                    <a:pt x="1373402" y="165434"/>
                  </a:lnTo>
                  <a:lnTo>
                    <a:pt x="1383146" y="164973"/>
                  </a:lnTo>
                  <a:lnTo>
                    <a:pt x="1392890" y="164385"/>
                  </a:lnTo>
                  <a:lnTo>
                    <a:pt x="1402619" y="163661"/>
                  </a:lnTo>
                  <a:lnTo>
                    <a:pt x="1412363" y="162800"/>
                  </a:lnTo>
                  <a:lnTo>
                    <a:pt x="1422106" y="161797"/>
                  </a:lnTo>
                  <a:lnTo>
                    <a:pt x="1431850" y="160650"/>
                  </a:lnTo>
                  <a:lnTo>
                    <a:pt x="1441594" y="159358"/>
                  </a:lnTo>
                  <a:lnTo>
                    <a:pt x="1451323" y="157919"/>
                  </a:lnTo>
                  <a:lnTo>
                    <a:pt x="1461067" y="156331"/>
                  </a:lnTo>
                  <a:lnTo>
                    <a:pt x="1470811" y="154593"/>
                  </a:lnTo>
                  <a:lnTo>
                    <a:pt x="1480555" y="152709"/>
                  </a:lnTo>
                  <a:lnTo>
                    <a:pt x="1490284" y="150675"/>
                  </a:lnTo>
                  <a:lnTo>
                    <a:pt x="1500028" y="148495"/>
                  </a:lnTo>
                  <a:lnTo>
                    <a:pt x="1509772" y="146169"/>
                  </a:lnTo>
                  <a:lnTo>
                    <a:pt x="1519516" y="143702"/>
                  </a:lnTo>
                  <a:lnTo>
                    <a:pt x="1529245" y="141096"/>
                  </a:lnTo>
                  <a:lnTo>
                    <a:pt x="1538989" y="138353"/>
                  </a:lnTo>
                  <a:lnTo>
                    <a:pt x="1548733" y="135479"/>
                  </a:lnTo>
                  <a:lnTo>
                    <a:pt x="1558477" y="132479"/>
                  </a:lnTo>
                  <a:lnTo>
                    <a:pt x="1568221" y="129356"/>
                  </a:lnTo>
                  <a:lnTo>
                    <a:pt x="1577950" y="126117"/>
                  </a:lnTo>
                  <a:lnTo>
                    <a:pt x="1587694" y="122768"/>
                  </a:lnTo>
                  <a:lnTo>
                    <a:pt x="1597438" y="119316"/>
                  </a:lnTo>
                  <a:lnTo>
                    <a:pt x="1607182" y="115767"/>
                  </a:lnTo>
                  <a:lnTo>
                    <a:pt x="1616911" y="112128"/>
                  </a:lnTo>
                  <a:lnTo>
                    <a:pt x="1626655" y="108408"/>
                  </a:lnTo>
                  <a:lnTo>
                    <a:pt x="1636399" y="104616"/>
                  </a:lnTo>
                  <a:lnTo>
                    <a:pt x="1646142" y="100759"/>
                  </a:lnTo>
                  <a:lnTo>
                    <a:pt x="1655872" y="96848"/>
                  </a:lnTo>
                  <a:lnTo>
                    <a:pt x="1665616" y="92889"/>
                  </a:lnTo>
                  <a:lnTo>
                    <a:pt x="1675359" y="88893"/>
                  </a:lnTo>
                  <a:lnTo>
                    <a:pt x="1685103" y="84871"/>
                  </a:lnTo>
                  <a:lnTo>
                    <a:pt x="1694832" y="80830"/>
                  </a:lnTo>
                  <a:lnTo>
                    <a:pt x="1704576" y="76783"/>
                  </a:lnTo>
                  <a:lnTo>
                    <a:pt x="1714320" y="72738"/>
                  </a:lnTo>
                  <a:lnTo>
                    <a:pt x="1724064" y="68707"/>
                  </a:lnTo>
                  <a:lnTo>
                    <a:pt x="1733808" y="64699"/>
                  </a:lnTo>
                  <a:lnTo>
                    <a:pt x="1743537" y="60725"/>
                  </a:lnTo>
                  <a:lnTo>
                    <a:pt x="1753281" y="56795"/>
                  </a:lnTo>
                  <a:lnTo>
                    <a:pt x="1763025" y="52920"/>
                  </a:lnTo>
                  <a:lnTo>
                    <a:pt x="1772769" y="49110"/>
                  </a:lnTo>
                  <a:lnTo>
                    <a:pt x="1782498" y="45375"/>
                  </a:lnTo>
                  <a:lnTo>
                    <a:pt x="1792242" y="41725"/>
                  </a:lnTo>
                  <a:lnTo>
                    <a:pt x="1801986" y="38171"/>
                  </a:lnTo>
                  <a:lnTo>
                    <a:pt x="1811730" y="34722"/>
                  </a:lnTo>
                  <a:lnTo>
                    <a:pt x="1821459" y="31386"/>
                  </a:lnTo>
                  <a:lnTo>
                    <a:pt x="1831203" y="28177"/>
                  </a:lnTo>
                  <a:lnTo>
                    <a:pt x="1840947" y="25099"/>
                  </a:lnTo>
                  <a:lnTo>
                    <a:pt x="1850691" y="22164"/>
                  </a:lnTo>
                  <a:lnTo>
                    <a:pt x="1860435" y="19379"/>
                  </a:lnTo>
                  <a:lnTo>
                    <a:pt x="1870164" y="16752"/>
                  </a:lnTo>
                  <a:lnTo>
                    <a:pt x="1879908" y="14293"/>
                  </a:lnTo>
                  <a:lnTo>
                    <a:pt x="1889652" y="12006"/>
                  </a:lnTo>
                  <a:lnTo>
                    <a:pt x="1899395" y="9900"/>
                  </a:lnTo>
                  <a:lnTo>
                    <a:pt x="1909124" y="7983"/>
                  </a:lnTo>
                  <a:lnTo>
                    <a:pt x="1918868" y="6258"/>
                  </a:lnTo>
                  <a:lnTo>
                    <a:pt x="1928612" y="4732"/>
                  </a:lnTo>
                  <a:lnTo>
                    <a:pt x="1938356" y="3410"/>
                  </a:lnTo>
                  <a:lnTo>
                    <a:pt x="1948085" y="2297"/>
                  </a:lnTo>
                  <a:lnTo>
                    <a:pt x="1957829" y="1399"/>
                  </a:lnTo>
                  <a:lnTo>
                    <a:pt x="1967573" y="717"/>
                  </a:lnTo>
                  <a:lnTo>
                    <a:pt x="1977317" y="253"/>
                  </a:lnTo>
                  <a:lnTo>
                    <a:pt x="1987046" y="15"/>
                  </a:lnTo>
                  <a:lnTo>
                    <a:pt x="1996790" y="0"/>
                  </a:lnTo>
                  <a:lnTo>
                    <a:pt x="2006534" y="213"/>
                  </a:lnTo>
                  <a:lnTo>
                    <a:pt x="2016278" y="653"/>
                  </a:lnTo>
                  <a:lnTo>
                    <a:pt x="2026022" y="1322"/>
                  </a:lnTo>
                  <a:lnTo>
                    <a:pt x="2035751" y="2218"/>
                  </a:lnTo>
                  <a:lnTo>
                    <a:pt x="2045495" y="3345"/>
                  </a:lnTo>
                  <a:lnTo>
                    <a:pt x="2055239" y="4698"/>
                  </a:lnTo>
                  <a:lnTo>
                    <a:pt x="2064983" y="6275"/>
                  </a:lnTo>
                  <a:lnTo>
                    <a:pt x="2074712" y="8078"/>
                  </a:lnTo>
                  <a:lnTo>
                    <a:pt x="2084456" y="10103"/>
                  </a:lnTo>
                  <a:lnTo>
                    <a:pt x="2094200" y="12348"/>
                  </a:lnTo>
                  <a:lnTo>
                    <a:pt x="2103944" y="14808"/>
                  </a:lnTo>
                  <a:lnTo>
                    <a:pt x="2113673" y="17480"/>
                  </a:lnTo>
                  <a:lnTo>
                    <a:pt x="2123417" y="20359"/>
                  </a:lnTo>
                  <a:lnTo>
                    <a:pt x="2133161" y="23444"/>
                  </a:lnTo>
                  <a:lnTo>
                    <a:pt x="2142905" y="26727"/>
                  </a:lnTo>
                  <a:lnTo>
                    <a:pt x="2152649" y="30205"/>
                  </a:lnTo>
                  <a:lnTo>
                    <a:pt x="2162377" y="33871"/>
                  </a:lnTo>
                  <a:lnTo>
                    <a:pt x="2172121" y="37720"/>
                  </a:lnTo>
                  <a:lnTo>
                    <a:pt x="2181865" y="41747"/>
                  </a:lnTo>
                  <a:lnTo>
                    <a:pt x="2191609" y="45944"/>
                  </a:lnTo>
                  <a:lnTo>
                    <a:pt x="2201338" y="50306"/>
                  </a:lnTo>
                  <a:lnTo>
                    <a:pt x="2211082" y="54825"/>
                  </a:lnTo>
                  <a:lnTo>
                    <a:pt x="2220826" y="59498"/>
                  </a:lnTo>
                  <a:lnTo>
                    <a:pt x="2230570" y="64313"/>
                  </a:lnTo>
                  <a:lnTo>
                    <a:pt x="2240299" y="69267"/>
                  </a:lnTo>
                  <a:lnTo>
                    <a:pt x="2250043" y="74350"/>
                  </a:lnTo>
                  <a:lnTo>
                    <a:pt x="2259787" y="79558"/>
                  </a:lnTo>
                  <a:lnTo>
                    <a:pt x="2269531" y="84881"/>
                  </a:lnTo>
                  <a:lnTo>
                    <a:pt x="2279260" y="90315"/>
                  </a:lnTo>
                  <a:lnTo>
                    <a:pt x="2289004" y="95850"/>
                  </a:lnTo>
                  <a:lnTo>
                    <a:pt x="2298748" y="101480"/>
                  </a:lnTo>
                  <a:lnTo>
                    <a:pt x="2308492" y="107200"/>
                  </a:lnTo>
                  <a:lnTo>
                    <a:pt x="2318236" y="113001"/>
                  </a:lnTo>
                  <a:lnTo>
                    <a:pt x="2327965" y="118878"/>
                  </a:lnTo>
                  <a:lnTo>
                    <a:pt x="2337709" y="124822"/>
                  </a:lnTo>
                  <a:lnTo>
                    <a:pt x="2347453" y="130829"/>
                  </a:lnTo>
                  <a:lnTo>
                    <a:pt x="2357197" y="136892"/>
                  </a:lnTo>
                  <a:lnTo>
                    <a:pt x="2366926" y="143006"/>
                  </a:lnTo>
                  <a:lnTo>
                    <a:pt x="2376670" y="149164"/>
                  </a:lnTo>
                  <a:lnTo>
                    <a:pt x="2386413" y="155362"/>
                  </a:lnTo>
                  <a:lnTo>
                    <a:pt x="2396157" y="161593"/>
                  </a:lnTo>
                  <a:lnTo>
                    <a:pt x="2405886" y="167853"/>
                  </a:lnTo>
                  <a:lnTo>
                    <a:pt x="2415630" y="174139"/>
                  </a:lnTo>
                  <a:lnTo>
                    <a:pt x="2425374" y="180445"/>
                  </a:lnTo>
                  <a:lnTo>
                    <a:pt x="2435118" y="186766"/>
                  </a:lnTo>
                  <a:lnTo>
                    <a:pt x="2444862" y="193100"/>
                  </a:lnTo>
                  <a:lnTo>
                    <a:pt x="2454591" y="199444"/>
                  </a:lnTo>
                  <a:lnTo>
                    <a:pt x="2464335" y="205792"/>
                  </a:lnTo>
                  <a:lnTo>
                    <a:pt x="2474079" y="212144"/>
                  </a:lnTo>
                  <a:lnTo>
                    <a:pt x="2483823" y="218497"/>
                  </a:lnTo>
                  <a:lnTo>
                    <a:pt x="2493552" y="224847"/>
                  </a:lnTo>
                  <a:lnTo>
                    <a:pt x="2503296" y="231194"/>
                  </a:lnTo>
                  <a:lnTo>
                    <a:pt x="2513040" y="237533"/>
                  </a:lnTo>
                  <a:lnTo>
                    <a:pt x="2522784" y="243867"/>
                  </a:lnTo>
                  <a:lnTo>
                    <a:pt x="2532513" y="250193"/>
                  </a:lnTo>
                  <a:lnTo>
                    <a:pt x="2542257" y="256508"/>
                  </a:lnTo>
                  <a:lnTo>
                    <a:pt x="2552001" y="262815"/>
                  </a:lnTo>
                  <a:lnTo>
                    <a:pt x="2561745" y="269110"/>
                  </a:lnTo>
                  <a:lnTo>
                    <a:pt x="2571474" y="275394"/>
                  </a:lnTo>
                  <a:lnTo>
                    <a:pt x="2581218" y="281668"/>
                  </a:lnTo>
                  <a:lnTo>
                    <a:pt x="2590962" y="287930"/>
                  </a:lnTo>
                  <a:lnTo>
                    <a:pt x="2600705" y="294180"/>
                  </a:lnTo>
                  <a:lnTo>
                    <a:pt x="2610449" y="300420"/>
                  </a:lnTo>
                  <a:lnTo>
                    <a:pt x="2620178" y="306649"/>
                  </a:lnTo>
                  <a:lnTo>
                    <a:pt x="2629922" y="312867"/>
                  </a:lnTo>
                  <a:lnTo>
                    <a:pt x="2639666" y="319074"/>
                  </a:lnTo>
                  <a:lnTo>
                    <a:pt x="2649410" y="325272"/>
                  </a:lnTo>
                  <a:lnTo>
                    <a:pt x="2659139" y="331459"/>
                  </a:lnTo>
                  <a:lnTo>
                    <a:pt x="2668883" y="337636"/>
                  </a:lnTo>
                  <a:lnTo>
                    <a:pt x="2678627" y="343804"/>
                  </a:lnTo>
                  <a:lnTo>
                    <a:pt x="2688371" y="349964"/>
                  </a:lnTo>
                  <a:lnTo>
                    <a:pt x="2698100" y="356113"/>
                  </a:lnTo>
                  <a:lnTo>
                    <a:pt x="2707844" y="362251"/>
                  </a:lnTo>
                  <a:lnTo>
                    <a:pt x="2717588" y="368379"/>
                  </a:lnTo>
                  <a:lnTo>
                    <a:pt x="2727332" y="374498"/>
                  </a:lnTo>
                  <a:lnTo>
                    <a:pt x="2737076" y="380603"/>
                  </a:lnTo>
                  <a:lnTo>
                    <a:pt x="2746805" y="386696"/>
                  </a:lnTo>
                  <a:lnTo>
                    <a:pt x="2756549" y="392774"/>
                  </a:lnTo>
                  <a:lnTo>
                    <a:pt x="2766293" y="398837"/>
                  </a:lnTo>
                  <a:lnTo>
                    <a:pt x="2776037" y="404881"/>
                  </a:lnTo>
                  <a:lnTo>
                    <a:pt x="2785766" y="410906"/>
                  </a:lnTo>
                  <a:lnTo>
                    <a:pt x="2795510" y="416909"/>
                  </a:lnTo>
                  <a:lnTo>
                    <a:pt x="2805254" y="422887"/>
                  </a:lnTo>
                  <a:lnTo>
                    <a:pt x="2814998" y="428834"/>
                  </a:lnTo>
                  <a:lnTo>
                    <a:pt x="2824727" y="434752"/>
                  </a:lnTo>
                  <a:lnTo>
                    <a:pt x="2834471" y="440633"/>
                  </a:lnTo>
                  <a:lnTo>
                    <a:pt x="2844215" y="446475"/>
                  </a:lnTo>
                  <a:lnTo>
                    <a:pt x="2853958" y="452271"/>
                  </a:lnTo>
                  <a:lnTo>
                    <a:pt x="2863687" y="458019"/>
                  </a:lnTo>
                  <a:lnTo>
                    <a:pt x="2873431" y="463711"/>
                  </a:lnTo>
                  <a:lnTo>
                    <a:pt x="2883175" y="469345"/>
                  </a:lnTo>
                  <a:lnTo>
                    <a:pt x="2892919" y="474911"/>
                  </a:lnTo>
                  <a:lnTo>
                    <a:pt x="2902663" y="480407"/>
                  </a:lnTo>
                  <a:lnTo>
                    <a:pt x="2912392" y="48582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2" name="Freeform 731">
              <a:extLst>
                <a:ext uri="{FF2B5EF4-FFF2-40B4-BE49-F238E27FC236}">
                  <a16:creationId xmlns:a16="http://schemas.microsoft.com/office/drawing/2014/main" id="{4A618674-BE59-FA4C-8A62-1FFD2105142D}"/>
                </a:ext>
              </a:extLst>
            </p:cNvPr>
            <p:cNvSpPr/>
            <p:nvPr/>
          </p:nvSpPr>
          <p:spPr>
            <a:xfrm>
              <a:off x="576446" y="3448413"/>
              <a:ext cx="2912392" cy="607648"/>
            </a:xfrm>
            <a:custGeom>
              <a:avLst/>
              <a:gdLst>
                <a:gd name="connsiteX0" fmla="*/ 0 w 2912392"/>
                <a:gd name="connsiteY0" fmla="*/ 607649 h 607648"/>
                <a:gd name="connsiteX1" fmla="*/ 9739 w 2912392"/>
                <a:gd name="connsiteY1" fmla="*/ 605787 h 607648"/>
                <a:gd name="connsiteX2" fmla="*/ 19480 w 2912392"/>
                <a:gd name="connsiteY2" fmla="*/ 603626 h 607648"/>
                <a:gd name="connsiteX3" fmla="*/ 29221 w 2912392"/>
                <a:gd name="connsiteY3" fmla="*/ 601183 h 607648"/>
                <a:gd name="connsiteX4" fmla="*/ 38961 w 2912392"/>
                <a:gd name="connsiteY4" fmla="*/ 598441 h 607648"/>
                <a:gd name="connsiteX5" fmla="*/ 48702 w 2912392"/>
                <a:gd name="connsiteY5" fmla="*/ 595387 h 607648"/>
                <a:gd name="connsiteX6" fmla="*/ 58443 w 2912392"/>
                <a:gd name="connsiteY6" fmla="*/ 592020 h 607648"/>
                <a:gd name="connsiteX7" fmla="*/ 68182 w 2912392"/>
                <a:gd name="connsiteY7" fmla="*/ 588355 h 607648"/>
                <a:gd name="connsiteX8" fmla="*/ 77923 w 2912392"/>
                <a:gd name="connsiteY8" fmla="*/ 584362 h 607648"/>
                <a:gd name="connsiteX9" fmla="*/ 87664 w 2912392"/>
                <a:gd name="connsiteY9" fmla="*/ 580056 h 607648"/>
                <a:gd name="connsiteX10" fmla="*/ 97404 w 2912392"/>
                <a:gd name="connsiteY10" fmla="*/ 575437 h 607648"/>
                <a:gd name="connsiteX11" fmla="*/ 107145 w 2912392"/>
                <a:gd name="connsiteY11" fmla="*/ 570491 h 607648"/>
                <a:gd name="connsiteX12" fmla="*/ 116886 w 2912392"/>
                <a:gd name="connsiteY12" fmla="*/ 565236 h 607648"/>
                <a:gd name="connsiteX13" fmla="*/ 126625 w 2912392"/>
                <a:gd name="connsiteY13" fmla="*/ 559658 h 607648"/>
                <a:gd name="connsiteX14" fmla="*/ 136366 w 2912392"/>
                <a:gd name="connsiteY14" fmla="*/ 553762 h 607648"/>
                <a:gd name="connsiteX15" fmla="*/ 146107 w 2912392"/>
                <a:gd name="connsiteY15" fmla="*/ 547554 h 607648"/>
                <a:gd name="connsiteX16" fmla="*/ 155846 w 2912392"/>
                <a:gd name="connsiteY16" fmla="*/ 541034 h 607648"/>
                <a:gd name="connsiteX17" fmla="*/ 165587 w 2912392"/>
                <a:gd name="connsiteY17" fmla="*/ 534207 h 607648"/>
                <a:gd name="connsiteX18" fmla="*/ 175328 w 2912392"/>
                <a:gd name="connsiteY18" fmla="*/ 527078 h 607648"/>
                <a:gd name="connsiteX19" fmla="*/ 185068 w 2912392"/>
                <a:gd name="connsiteY19" fmla="*/ 519653 h 607648"/>
                <a:gd name="connsiteX20" fmla="*/ 194809 w 2912392"/>
                <a:gd name="connsiteY20" fmla="*/ 511938 h 607648"/>
                <a:gd name="connsiteX21" fmla="*/ 204550 w 2912392"/>
                <a:gd name="connsiteY21" fmla="*/ 503939 h 607648"/>
                <a:gd name="connsiteX22" fmla="*/ 214289 w 2912392"/>
                <a:gd name="connsiteY22" fmla="*/ 495665 h 607648"/>
                <a:gd name="connsiteX23" fmla="*/ 224030 w 2912392"/>
                <a:gd name="connsiteY23" fmla="*/ 487124 h 607648"/>
                <a:gd name="connsiteX24" fmla="*/ 233771 w 2912392"/>
                <a:gd name="connsiteY24" fmla="*/ 478326 h 607648"/>
                <a:gd name="connsiteX25" fmla="*/ 243510 w 2912392"/>
                <a:gd name="connsiteY25" fmla="*/ 469281 h 607648"/>
                <a:gd name="connsiteX26" fmla="*/ 253251 w 2912392"/>
                <a:gd name="connsiteY26" fmla="*/ 459999 h 607648"/>
                <a:gd name="connsiteX27" fmla="*/ 262992 w 2912392"/>
                <a:gd name="connsiteY27" fmla="*/ 450490 h 607648"/>
                <a:gd name="connsiteX28" fmla="*/ 272732 w 2912392"/>
                <a:gd name="connsiteY28" fmla="*/ 440770 h 607648"/>
                <a:gd name="connsiteX29" fmla="*/ 282473 w 2912392"/>
                <a:gd name="connsiteY29" fmla="*/ 430847 h 607648"/>
                <a:gd name="connsiteX30" fmla="*/ 292214 w 2912392"/>
                <a:gd name="connsiteY30" fmla="*/ 420737 h 607648"/>
                <a:gd name="connsiteX31" fmla="*/ 301953 w 2912392"/>
                <a:gd name="connsiteY31" fmla="*/ 410453 h 607648"/>
                <a:gd name="connsiteX32" fmla="*/ 311694 w 2912392"/>
                <a:gd name="connsiteY32" fmla="*/ 400009 h 607648"/>
                <a:gd name="connsiteX33" fmla="*/ 321435 w 2912392"/>
                <a:gd name="connsiteY33" fmla="*/ 389419 h 607648"/>
                <a:gd name="connsiteX34" fmla="*/ 331175 w 2912392"/>
                <a:gd name="connsiteY34" fmla="*/ 378699 h 607648"/>
                <a:gd name="connsiteX35" fmla="*/ 340916 w 2912392"/>
                <a:gd name="connsiteY35" fmla="*/ 367865 h 607648"/>
                <a:gd name="connsiteX36" fmla="*/ 350656 w 2912392"/>
                <a:gd name="connsiteY36" fmla="*/ 356930 h 607648"/>
                <a:gd name="connsiteX37" fmla="*/ 360396 w 2912392"/>
                <a:gd name="connsiteY37" fmla="*/ 345914 h 607648"/>
                <a:gd name="connsiteX38" fmla="*/ 370137 w 2912392"/>
                <a:gd name="connsiteY38" fmla="*/ 334829 h 607648"/>
                <a:gd name="connsiteX39" fmla="*/ 379878 w 2912392"/>
                <a:gd name="connsiteY39" fmla="*/ 323695 h 607648"/>
                <a:gd name="connsiteX40" fmla="*/ 389617 w 2912392"/>
                <a:gd name="connsiteY40" fmla="*/ 312527 h 607648"/>
                <a:gd name="connsiteX41" fmla="*/ 399358 w 2912392"/>
                <a:gd name="connsiteY41" fmla="*/ 301342 h 607648"/>
                <a:gd name="connsiteX42" fmla="*/ 409099 w 2912392"/>
                <a:gd name="connsiteY42" fmla="*/ 290156 h 607648"/>
                <a:gd name="connsiteX43" fmla="*/ 418839 w 2912392"/>
                <a:gd name="connsiteY43" fmla="*/ 278988 h 607648"/>
                <a:gd name="connsiteX44" fmla="*/ 428580 w 2912392"/>
                <a:gd name="connsiteY44" fmla="*/ 267854 h 607648"/>
                <a:gd name="connsiteX45" fmla="*/ 438321 w 2912392"/>
                <a:gd name="connsiteY45" fmla="*/ 256771 h 607648"/>
                <a:gd name="connsiteX46" fmla="*/ 448060 w 2912392"/>
                <a:gd name="connsiteY46" fmla="*/ 245754 h 607648"/>
                <a:gd name="connsiteX47" fmla="*/ 457801 w 2912392"/>
                <a:gd name="connsiteY47" fmla="*/ 234821 h 607648"/>
                <a:gd name="connsiteX48" fmla="*/ 467542 w 2912392"/>
                <a:gd name="connsiteY48" fmla="*/ 223988 h 607648"/>
                <a:gd name="connsiteX49" fmla="*/ 477281 w 2912392"/>
                <a:gd name="connsiteY49" fmla="*/ 213271 h 607648"/>
                <a:gd name="connsiteX50" fmla="*/ 487022 w 2912392"/>
                <a:gd name="connsiteY50" fmla="*/ 202687 h 607648"/>
                <a:gd name="connsiteX51" fmla="*/ 496763 w 2912392"/>
                <a:gd name="connsiteY51" fmla="*/ 192250 h 607648"/>
                <a:gd name="connsiteX52" fmla="*/ 506503 w 2912392"/>
                <a:gd name="connsiteY52" fmla="*/ 181976 h 607648"/>
                <a:gd name="connsiteX53" fmla="*/ 516244 w 2912392"/>
                <a:gd name="connsiteY53" fmla="*/ 171879 h 607648"/>
                <a:gd name="connsiteX54" fmla="*/ 525985 w 2912392"/>
                <a:gd name="connsiteY54" fmla="*/ 161973 h 607648"/>
                <a:gd name="connsiteX55" fmla="*/ 535724 w 2912392"/>
                <a:gd name="connsiteY55" fmla="*/ 152274 h 607648"/>
                <a:gd name="connsiteX56" fmla="*/ 545465 w 2912392"/>
                <a:gd name="connsiteY56" fmla="*/ 142792 h 607648"/>
                <a:gd name="connsiteX57" fmla="*/ 555206 w 2912392"/>
                <a:gd name="connsiteY57" fmla="*/ 133542 h 607648"/>
                <a:gd name="connsiteX58" fmla="*/ 564946 w 2912392"/>
                <a:gd name="connsiteY58" fmla="*/ 124536 h 607648"/>
                <a:gd name="connsiteX59" fmla="*/ 574687 w 2912392"/>
                <a:gd name="connsiteY59" fmla="*/ 115786 h 607648"/>
                <a:gd name="connsiteX60" fmla="*/ 584428 w 2912392"/>
                <a:gd name="connsiteY60" fmla="*/ 107301 h 607648"/>
                <a:gd name="connsiteX61" fmla="*/ 594167 w 2912392"/>
                <a:gd name="connsiteY61" fmla="*/ 99095 h 607648"/>
                <a:gd name="connsiteX62" fmla="*/ 603908 w 2912392"/>
                <a:gd name="connsiteY62" fmla="*/ 91173 h 607648"/>
                <a:gd name="connsiteX63" fmla="*/ 613649 w 2912392"/>
                <a:gd name="connsiteY63" fmla="*/ 83548 h 607648"/>
                <a:gd name="connsiteX64" fmla="*/ 623388 w 2912392"/>
                <a:gd name="connsiteY64" fmla="*/ 76225 h 607648"/>
                <a:gd name="connsiteX65" fmla="*/ 633129 w 2912392"/>
                <a:gd name="connsiteY65" fmla="*/ 69215 h 607648"/>
                <a:gd name="connsiteX66" fmla="*/ 642870 w 2912392"/>
                <a:gd name="connsiteY66" fmla="*/ 62522 h 607648"/>
                <a:gd name="connsiteX67" fmla="*/ 652610 w 2912392"/>
                <a:gd name="connsiteY67" fmla="*/ 56156 h 607648"/>
                <a:gd name="connsiteX68" fmla="*/ 662351 w 2912392"/>
                <a:gd name="connsiteY68" fmla="*/ 50119 h 607648"/>
                <a:gd name="connsiteX69" fmla="*/ 672092 w 2912392"/>
                <a:gd name="connsiteY69" fmla="*/ 44417 h 607648"/>
                <a:gd name="connsiteX70" fmla="*/ 681831 w 2912392"/>
                <a:gd name="connsiteY70" fmla="*/ 39053 h 607648"/>
                <a:gd name="connsiteX71" fmla="*/ 691572 w 2912392"/>
                <a:gd name="connsiteY71" fmla="*/ 34034 h 607648"/>
                <a:gd name="connsiteX72" fmla="*/ 701313 w 2912392"/>
                <a:gd name="connsiteY72" fmla="*/ 29358 h 607648"/>
                <a:gd name="connsiteX73" fmla="*/ 711052 w 2912392"/>
                <a:gd name="connsiteY73" fmla="*/ 25032 h 607648"/>
                <a:gd name="connsiteX74" fmla="*/ 720793 w 2912392"/>
                <a:gd name="connsiteY74" fmla="*/ 21052 h 607648"/>
                <a:gd name="connsiteX75" fmla="*/ 730534 w 2912392"/>
                <a:gd name="connsiteY75" fmla="*/ 17421 h 607648"/>
                <a:gd name="connsiteX76" fmla="*/ 740274 w 2912392"/>
                <a:gd name="connsiteY76" fmla="*/ 14141 h 607648"/>
                <a:gd name="connsiteX77" fmla="*/ 750015 w 2912392"/>
                <a:gd name="connsiteY77" fmla="*/ 11208 h 607648"/>
                <a:gd name="connsiteX78" fmla="*/ 759756 w 2912392"/>
                <a:gd name="connsiteY78" fmla="*/ 8622 h 607648"/>
                <a:gd name="connsiteX79" fmla="*/ 769495 w 2912392"/>
                <a:gd name="connsiteY79" fmla="*/ 6381 h 607648"/>
                <a:gd name="connsiteX80" fmla="*/ 779236 w 2912392"/>
                <a:gd name="connsiteY80" fmla="*/ 4483 h 607648"/>
                <a:gd name="connsiteX81" fmla="*/ 788977 w 2912392"/>
                <a:gd name="connsiteY81" fmla="*/ 2925 h 607648"/>
                <a:gd name="connsiteX82" fmla="*/ 798717 w 2912392"/>
                <a:gd name="connsiteY82" fmla="*/ 1701 h 607648"/>
                <a:gd name="connsiteX83" fmla="*/ 808458 w 2912392"/>
                <a:gd name="connsiteY83" fmla="*/ 809 h 607648"/>
                <a:gd name="connsiteX84" fmla="*/ 818199 w 2912392"/>
                <a:gd name="connsiteY84" fmla="*/ 244 h 607648"/>
                <a:gd name="connsiteX85" fmla="*/ 827938 w 2912392"/>
                <a:gd name="connsiteY85" fmla="*/ 0 h 607648"/>
                <a:gd name="connsiteX86" fmla="*/ 837679 w 2912392"/>
                <a:gd name="connsiteY86" fmla="*/ 73 h 607648"/>
                <a:gd name="connsiteX87" fmla="*/ 847420 w 2912392"/>
                <a:gd name="connsiteY87" fmla="*/ 454 h 607648"/>
                <a:gd name="connsiteX88" fmla="*/ 857159 w 2912392"/>
                <a:gd name="connsiteY88" fmla="*/ 1140 h 607648"/>
                <a:gd name="connsiteX89" fmla="*/ 866900 w 2912392"/>
                <a:gd name="connsiteY89" fmla="*/ 2120 h 607648"/>
                <a:gd name="connsiteX90" fmla="*/ 876641 w 2912392"/>
                <a:gd name="connsiteY90" fmla="*/ 3391 h 607648"/>
                <a:gd name="connsiteX91" fmla="*/ 886381 w 2912392"/>
                <a:gd name="connsiteY91" fmla="*/ 4943 h 607648"/>
                <a:gd name="connsiteX92" fmla="*/ 896122 w 2912392"/>
                <a:gd name="connsiteY92" fmla="*/ 6769 h 607648"/>
                <a:gd name="connsiteX93" fmla="*/ 905863 w 2912392"/>
                <a:gd name="connsiteY93" fmla="*/ 8860 h 607648"/>
                <a:gd name="connsiteX94" fmla="*/ 915602 w 2912392"/>
                <a:gd name="connsiteY94" fmla="*/ 11208 h 607648"/>
                <a:gd name="connsiteX95" fmla="*/ 925343 w 2912392"/>
                <a:gd name="connsiteY95" fmla="*/ 13807 h 607648"/>
                <a:gd name="connsiteX96" fmla="*/ 935084 w 2912392"/>
                <a:gd name="connsiteY96" fmla="*/ 16645 h 607648"/>
                <a:gd name="connsiteX97" fmla="*/ 944824 w 2912392"/>
                <a:gd name="connsiteY97" fmla="*/ 19714 h 607648"/>
                <a:gd name="connsiteX98" fmla="*/ 954564 w 2912392"/>
                <a:gd name="connsiteY98" fmla="*/ 23007 h 607648"/>
                <a:gd name="connsiteX99" fmla="*/ 964305 w 2912392"/>
                <a:gd name="connsiteY99" fmla="*/ 26511 h 607648"/>
                <a:gd name="connsiteX100" fmla="*/ 974045 w 2912392"/>
                <a:gd name="connsiteY100" fmla="*/ 30221 h 607648"/>
                <a:gd name="connsiteX101" fmla="*/ 983786 w 2912392"/>
                <a:gd name="connsiteY101" fmla="*/ 34125 h 607648"/>
                <a:gd name="connsiteX102" fmla="*/ 993522 w 2912392"/>
                <a:gd name="connsiteY102" fmla="*/ 38214 h 607648"/>
                <a:gd name="connsiteX103" fmla="*/ 1003266 w 2912392"/>
                <a:gd name="connsiteY103" fmla="*/ 42480 h 607648"/>
                <a:gd name="connsiteX104" fmla="*/ 1013010 w 2912392"/>
                <a:gd name="connsiteY104" fmla="*/ 46914 h 607648"/>
                <a:gd name="connsiteX105" fmla="*/ 1022754 w 2912392"/>
                <a:gd name="connsiteY105" fmla="*/ 51504 h 607648"/>
                <a:gd name="connsiteX106" fmla="*/ 1032483 w 2912392"/>
                <a:gd name="connsiteY106" fmla="*/ 56245 h 607648"/>
                <a:gd name="connsiteX107" fmla="*/ 1042227 w 2912392"/>
                <a:gd name="connsiteY107" fmla="*/ 61123 h 607648"/>
                <a:gd name="connsiteX108" fmla="*/ 1051971 w 2912392"/>
                <a:gd name="connsiteY108" fmla="*/ 66134 h 607648"/>
                <a:gd name="connsiteX109" fmla="*/ 1061715 w 2912392"/>
                <a:gd name="connsiteY109" fmla="*/ 71265 h 607648"/>
                <a:gd name="connsiteX110" fmla="*/ 1071444 w 2912392"/>
                <a:gd name="connsiteY110" fmla="*/ 76509 h 607648"/>
                <a:gd name="connsiteX111" fmla="*/ 1081188 w 2912392"/>
                <a:gd name="connsiteY111" fmla="*/ 81856 h 607648"/>
                <a:gd name="connsiteX112" fmla="*/ 1090932 w 2912392"/>
                <a:gd name="connsiteY112" fmla="*/ 87301 h 607648"/>
                <a:gd name="connsiteX113" fmla="*/ 1100676 w 2912392"/>
                <a:gd name="connsiteY113" fmla="*/ 92831 h 607648"/>
                <a:gd name="connsiteX114" fmla="*/ 1110405 w 2912392"/>
                <a:gd name="connsiteY114" fmla="*/ 98439 h 607648"/>
                <a:gd name="connsiteX115" fmla="*/ 1120149 w 2912392"/>
                <a:gd name="connsiteY115" fmla="*/ 104119 h 607648"/>
                <a:gd name="connsiteX116" fmla="*/ 1129893 w 2912392"/>
                <a:gd name="connsiteY116" fmla="*/ 109861 h 607648"/>
                <a:gd name="connsiteX117" fmla="*/ 1139637 w 2912392"/>
                <a:gd name="connsiteY117" fmla="*/ 115656 h 607648"/>
                <a:gd name="connsiteX118" fmla="*/ 1149381 w 2912392"/>
                <a:gd name="connsiteY118" fmla="*/ 121500 h 607648"/>
                <a:gd name="connsiteX119" fmla="*/ 1159110 w 2912392"/>
                <a:gd name="connsiteY119" fmla="*/ 127383 h 607648"/>
                <a:gd name="connsiteX120" fmla="*/ 1168854 w 2912392"/>
                <a:gd name="connsiteY120" fmla="*/ 133298 h 607648"/>
                <a:gd name="connsiteX121" fmla="*/ 1178598 w 2912392"/>
                <a:gd name="connsiteY121" fmla="*/ 139238 h 607648"/>
                <a:gd name="connsiteX122" fmla="*/ 1188341 w 2912392"/>
                <a:gd name="connsiteY122" fmla="*/ 145198 h 607648"/>
                <a:gd name="connsiteX123" fmla="*/ 1198070 w 2912392"/>
                <a:gd name="connsiteY123" fmla="*/ 151169 h 607648"/>
                <a:gd name="connsiteX124" fmla="*/ 1207814 w 2912392"/>
                <a:gd name="connsiteY124" fmla="*/ 157146 h 607648"/>
                <a:gd name="connsiteX125" fmla="*/ 1217558 w 2912392"/>
                <a:gd name="connsiteY125" fmla="*/ 163120 h 607648"/>
                <a:gd name="connsiteX126" fmla="*/ 1227302 w 2912392"/>
                <a:gd name="connsiteY126" fmla="*/ 169089 h 607648"/>
                <a:gd name="connsiteX127" fmla="*/ 1237031 w 2912392"/>
                <a:gd name="connsiteY127" fmla="*/ 175044 h 607648"/>
                <a:gd name="connsiteX128" fmla="*/ 1246775 w 2912392"/>
                <a:gd name="connsiteY128" fmla="*/ 180979 h 607648"/>
                <a:gd name="connsiteX129" fmla="*/ 1256519 w 2912392"/>
                <a:gd name="connsiteY129" fmla="*/ 186893 h 607648"/>
                <a:gd name="connsiteX130" fmla="*/ 1266263 w 2912392"/>
                <a:gd name="connsiteY130" fmla="*/ 192776 h 607648"/>
                <a:gd name="connsiteX131" fmla="*/ 1276007 w 2912392"/>
                <a:gd name="connsiteY131" fmla="*/ 198624 h 607648"/>
                <a:gd name="connsiteX132" fmla="*/ 1285736 w 2912392"/>
                <a:gd name="connsiteY132" fmla="*/ 204433 h 607648"/>
                <a:gd name="connsiteX133" fmla="*/ 1295480 w 2912392"/>
                <a:gd name="connsiteY133" fmla="*/ 210199 h 607648"/>
                <a:gd name="connsiteX134" fmla="*/ 1305224 w 2912392"/>
                <a:gd name="connsiteY134" fmla="*/ 215915 h 607648"/>
                <a:gd name="connsiteX135" fmla="*/ 1314968 w 2912392"/>
                <a:gd name="connsiteY135" fmla="*/ 221579 h 607648"/>
                <a:gd name="connsiteX136" fmla="*/ 1324697 w 2912392"/>
                <a:gd name="connsiteY136" fmla="*/ 227184 h 607648"/>
                <a:gd name="connsiteX137" fmla="*/ 1334441 w 2912392"/>
                <a:gd name="connsiteY137" fmla="*/ 232729 h 607648"/>
                <a:gd name="connsiteX138" fmla="*/ 1344185 w 2912392"/>
                <a:gd name="connsiteY138" fmla="*/ 238209 h 607648"/>
                <a:gd name="connsiteX139" fmla="*/ 1353929 w 2912392"/>
                <a:gd name="connsiteY139" fmla="*/ 243619 h 607648"/>
                <a:gd name="connsiteX140" fmla="*/ 1363658 w 2912392"/>
                <a:gd name="connsiteY140" fmla="*/ 248959 h 607648"/>
                <a:gd name="connsiteX141" fmla="*/ 1373402 w 2912392"/>
                <a:gd name="connsiteY141" fmla="*/ 254221 h 607648"/>
                <a:gd name="connsiteX142" fmla="*/ 1383146 w 2912392"/>
                <a:gd name="connsiteY142" fmla="*/ 259405 h 607648"/>
                <a:gd name="connsiteX143" fmla="*/ 1392890 w 2912392"/>
                <a:gd name="connsiteY143" fmla="*/ 264506 h 607648"/>
                <a:gd name="connsiteX144" fmla="*/ 1402619 w 2912392"/>
                <a:gd name="connsiteY144" fmla="*/ 269523 h 607648"/>
                <a:gd name="connsiteX145" fmla="*/ 1412363 w 2912392"/>
                <a:gd name="connsiteY145" fmla="*/ 274451 h 607648"/>
                <a:gd name="connsiteX146" fmla="*/ 1422106 w 2912392"/>
                <a:gd name="connsiteY146" fmla="*/ 279290 h 607648"/>
                <a:gd name="connsiteX147" fmla="*/ 1431850 w 2912392"/>
                <a:gd name="connsiteY147" fmla="*/ 284036 h 607648"/>
                <a:gd name="connsiteX148" fmla="*/ 1441594 w 2912392"/>
                <a:gd name="connsiteY148" fmla="*/ 288686 h 607648"/>
                <a:gd name="connsiteX149" fmla="*/ 1451323 w 2912392"/>
                <a:gd name="connsiteY149" fmla="*/ 293239 h 607648"/>
                <a:gd name="connsiteX150" fmla="*/ 1461067 w 2912392"/>
                <a:gd name="connsiteY150" fmla="*/ 297692 h 607648"/>
                <a:gd name="connsiteX151" fmla="*/ 1470811 w 2912392"/>
                <a:gd name="connsiteY151" fmla="*/ 302043 h 607648"/>
                <a:gd name="connsiteX152" fmla="*/ 1480555 w 2912392"/>
                <a:gd name="connsiteY152" fmla="*/ 306290 h 607648"/>
                <a:gd name="connsiteX153" fmla="*/ 1490284 w 2912392"/>
                <a:gd name="connsiteY153" fmla="*/ 310434 h 607648"/>
                <a:gd name="connsiteX154" fmla="*/ 1500028 w 2912392"/>
                <a:gd name="connsiteY154" fmla="*/ 314468 h 607648"/>
                <a:gd name="connsiteX155" fmla="*/ 1509772 w 2912392"/>
                <a:gd name="connsiteY155" fmla="*/ 318397 h 607648"/>
                <a:gd name="connsiteX156" fmla="*/ 1519516 w 2912392"/>
                <a:gd name="connsiteY156" fmla="*/ 322214 h 607648"/>
                <a:gd name="connsiteX157" fmla="*/ 1529245 w 2912392"/>
                <a:gd name="connsiteY157" fmla="*/ 325921 h 607648"/>
                <a:gd name="connsiteX158" fmla="*/ 1538989 w 2912392"/>
                <a:gd name="connsiteY158" fmla="*/ 329516 h 607648"/>
                <a:gd name="connsiteX159" fmla="*/ 1548733 w 2912392"/>
                <a:gd name="connsiteY159" fmla="*/ 332998 h 607648"/>
                <a:gd name="connsiteX160" fmla="*/ 1558477 w 2912392"/>
                <a:gd name="connsiteY160" fmla="*/ 336367 h 607648"/>
                <a:gd name="connsiteX161" fmla="*/ 1568221 w 2912392"/>
                <a:gd name="connsiteY161" fmla="*/ 339619 h 607648"/>
                <a:gd name="connsiteX162" fmla="*/ 1577950 w 2912392"/>
                <a:gd name="connsiteY162" fmla="*/ 342759 h 607648"/>
                <a:gd name="connsiteX163" fmla="*/ 1587694 w 2912392"/>
                <a:gd name="connsiteY163" fmla="*/ 345780 h 607648"/>
                <a:gd name="connsiteX164" fmla="*/ 1597438 w 2912392"/>
                <a:gd name="connsiteY164" fmla="*/ 348687 h 607648"/>
                <a:gd name="connsiteX165" fmla="*/ 1607182 w 2912392"/>
                <a:gd name="connsiteY165" fmla="*/ 351477 h 607648"/>
                <a:gd name="connsiteX166" fmla="*/ 1616911 w 2912392"/>
                <a:gd name="connsiteY166" fmla="*/ 354150 h 607648"/>
                <a:gd name="connsiteX167" fmla="*/ 1626655 w 2912392"/>
                <a:gd name="connsiteY167" fmla="*/ 356708 h 607648"/>
                <a:gd name="connsiteX168" fmla="*/ 1636399 w 2912392"/>
                <a:gd name="connsiteY168" fmla="*/ 359149 h 607648"/>
                <a:gd name="connsiteX169" fmla="*/ 1646142 w 2912392"/>
                <a:gd name="connsiteY169" fmla="*/ 361473 h 607648"/>
                <a:gd name="connsiteX170" fmla="*/ 1655872 w 2912392"/>
                <a:gd name="connsiteY170" fmla="*/ 363681 h 607648"/>
                <a:gd name="connsiteX171" fmla="*/ 1665616 w 2912392"/>
                <a:gd name="connsiteY171" fmla="*/ 365776 h 607648"/>
                <a:gd name="connsiteX172" fmla="*/ 1675359 w 2912392"/>
                <a:gd name="connsiteY172" fmla="*/ 367755 h 607648"/>
                <a:gd name="connsiteX173" fmla="*/ 1685103 w 2912392"/>
                <a:gd name="connsiteY173" fmla="*/ 369620 h 607648"/>
                <a:gd name="connsiteX174" fmla="*/ 1694832 w 2912392"/>
                <a:gd name="connsiteY174" fmla="*/ 371372 h 607648"/>
                <a:gd name="connsiteX175" fmla="*/ 1704576 w 2912392"/>
                <a:gd name="connsiteY175" fmla="*/ 373011 h 607648"/>
                <a:gd name="connsiteX176" fmla="*/ 1714320 w 2912392"/>
                <a:gd name="connsiteY176" fmla="*/ 374541 h 607648"/>
                <a:gd name="connsiteX177" fmla="*/ 1724064 w 2912392"/>
                <a:gd name="connsiteY177" fmla="*/ 375961 h 607648"/>
                <a:gd name="connsiteX178" fmla="*/ 1733808 w 2912392"/>
                <a:gd name="connsiteY178" fmla="*/ 377272 h 607648"/>
                <a:gd name="connsiteX179" fmla="*/ 1743537 w 2912392"/>
                <a:gd name="connsiteY179" fmla="*/ 378477 h 607648"/>
                <a:gd name="connsiteX180" fmla="*/ 1753281 w 2912392"/>
                <a:gd name="connsiteY180" fmla="*/ 379578 h 607648"/>
                <a:gd name="connsiteX181" fmla="*/ 1763025 w 2912392"/>
                <a:gd name="connsiteY181" fmla="*/ 380575 h 607648"/>
                <a:gd name="connsiteX182" fmla="*/ 1772769 w 2912392"/>
                <a:gd name="connsiteY182" fmla="*/ 381472 h 607648"/>
                <a:gd name="connsiteX183" fmla="*/ 1782498 w 2912392"/>
                <a:gd name="connsiteY183" fmla="*/ 382269 h 607648"/>
                <a:gd name="connsiteX184" fmla="*/ 1792242 w 2912392"/>
                <a:gd name="connsiteY184" fmla="*/ 382968 h 607648"/>
                <a:gd name="connsiteX185" fmla="*/ 1801986 w 2912392"/>
                <a:gd name="connsiteY185" fmla="*/ 383574 h 607648"/>
                <a:gd name="connsiteX186" fmla="*/ 1811730 w 2912392"/>
                <a:gd name="connsiteY186" fmla="*/ 384087 h 607648"/>
                <a:gd name="connsiteX187" fmla="*/ 1821459 w 2912392"/>
                <a:gd name="connsiteY187" fmla="*/ 384510 h 607648"/>
                <a:gd name="connsiteX188" fmla="*/ 1831203 w 2912392"/>
                <a:gd name="connsiteY188" fmla="*/ 384847 h 607648"/>
                <a:gd name="connsiteX189" fmla="*/ 1840947 w 2912392"/>
                <a:gd name="connsiteY189" fmla="*/ 385098 h 607648"/>
                <a:gd name="connsiteX190" fmla="*/ 1850691 w 2912392"/>
                <a:gd name="connsiteY190" fmla="*/ 385270 h 607648"/>
                <a:gd name="connsiteX191" fmla="*/ 1860435 w 2912392"/>
                <a:gd name="connsiteY191" fmla="*/ 385361 h 607648"/>
                <a:gd name="connsiteX192" fmla="*/ 1870164 w 2912392"/>
                <a:gd name="connsiteY192" fmla="*/ 385377 h 607648"/>
                <a:gd name="connsiteX193" fmla="*/ 1879908 w 2912392"/>
                <a:gd name="connsiteY193" fmla="*/ 385320 h 607648"/>
                <a:gd name="connsiteX194" fmla="*/ 1889652 w 2912392"/>
                <a:gd name="connsiteY194" fmla="*/ 385195 h 607648"/>
                <a:gd name="connsiteX195" fmla="*/ 1899395 w 2912392"/>
                <a:gd name="connsiteY195" fmla="*/ 385003 h 607648"/>
                <a:gd name="connsiteX196" fmla="*/ 1909124 w 2912392"/>
                <a:gd name="connsiteY196" fmla="*/ 384747 h 607648"/>
                <a:gd name="connsiteX197" fmla="*/ 1918868 w 2912392"/>
                <a:gd name="connsiteY197" fmla="*/ 384432 h 607648"/>
                <a:gd name="connsiteX198" fmla="*/ 1928612 w 2912392"/>
                <a:gd name="connsiteY198" fmla="*/ 384061 h 607648"/>
                <a:gd name="connsiteX199" fmla="*/ 1938356 w 2912392"/>
                <a:gd name="connsiteY199" fmla="*/ 383637 h 607648"/>
                <a:gd name="connsiteX200" fmla="*/ 1948085 w 2912392"/>
                <a:gd name="connsiteY200" fmla="*/ 383163 h 607648"/>
                <a:gd name="connsiteX201" fmla="*/ 1957829 w 2912392"/>
                <a:gd name="connsiteY201" fmla="*/ 382642 h 607648"/>
                <a:gd name="connsiteX202" fmla="*/ 1967573 w 2912392"/>
                <a:gd name="connsiteY202" fmla="*/ 382078 h 607648"/>
                <a:gd name="connsiteX203" fmla="*/ 1977317 w 2912392"/>
                <a:gd name="connsiteY203" fmla="*/ 381476 h 607648"/>
                <a:gd name="connsiteX204" fmla="*/ 1987046 w 2912392"/>
                <a:gd name="connsiteY204" fmla="*/ 380837 h 607648"/>
                <a:gd name="connsiteX205" fmla="*/ 1996790 w 2912392"/>
                <a:gd name="connsiteY205" fmla="*/ 380167 h 607648"/>
                <a:gd name="connsiteX206" fmla="*/ 2006534 w 2912392"/>
                <a:gd name="connsiteY206" fmla="*/ 379465 h 607648"/>
                <a:gd name="connsiteX207" fmla="*/ 2016278 w 2912392"/>
                <a:gd name="connsiteY207" fmla="*/ 378738 h 607648"/>
                <a:gd name="connsiteX208" fmla="*/ 2026022 w 2912392"/>
                <a:gd name="connsiteY208" fmla="*/ 377987 h 607648"/>
                <a:gd name="connsiteX209" fmla="*/ 2035751 w 2912392"/>
                <a:gd name="connsiteY209" fmla="*/ 377215 h 607648"/>
                <a:gd name="connsiteX210" fmla="*/ 2045495 w 2912392"/>
                <a:gd name="connsiteY210" fmla="*/ 376427 h 607648"/>
                <a:gd name="connsiteX211" fmla="*/ 2055239 w 2912392"/>
                <a:gd name="connsiteY211" fmla="*/ 375624 h 607648"/>
                <a:gd name="connsiteX212" fmla="*/ 2064983 w 2912392"/>
                <a:gd name="connsiteY212" fmla="*/ 374811 h 607648"/>
                <a:gd name="connsiteX213" fmla="*/ 2074712 w 2912392"/>
                <a:gd name="connsiteY213" fmla="*/ 373987 h 607648"/>
                <a:gd name="connsiteX214" fmla="*/ 2084456 w 2912392"/>
                <a:gd name="connsiteY214" fmla="*/ 373157 h 607648"/>
                <a:gd name="connsiteX215" fmla="*/ 2094200 w 2912392"/>
                <a:gd name="connsiteY215" fmla="*/ 372323 h 607648"/>
                <a:gd name="connsiteX216" fmla="*/ 2103944 w 2912392"/>
                <a:gd name="connsiteY216" fmla="*/ 371487 h 607648"/>
                <a:gd name="connsiteX217" fmla="*/ 2113673 w 2912392"/>
                <a:gd name="connsiteY217" fmla="*/ 370649 h 607648"/>
                <a:gd name="connsiteX218" fmla="*/ 2123417 w 2912392"/>
                <a:gd name="connsiteY218" fmla="*/ 369815 h 607648"/>
                <a:gd name="connsiteX219" fmla="*/ 2133161 w 2912392"/>
                <a:gd name="connsiteY219" fmla="*/ 368984 h 607648"/>
                <a:gd name="connsiteX220" fmla="*/ 2142905 w 2912392"/>
                <a:gd name="connsiteY220" fmla="*/ 368157 h 607648"/>
                <a:gd name="connsiteX221" fmla="*/ 2152649 w 2912392"/>
                <a:gd name="connsiteY221" fmla="*/ 367337 h 607648"/>
                <a:gd name="connsiteX222" fmla="*/ 2162377 w 2912392"/>
                <a:gd name="connsiteY222" fmla="*/ 366524 h 607648"/>
                <a:gd name="connsiteX223" fmla="*/ 2172121 w 2912392"/>
                <a:gd name="connsiteY223" fmla="*/ 365719 h 607648"/>
                <a:gd name="connsiteX224" fmla="*/ 2181865 w 2912392"/>
                <a:gd name="connsiteY224" fmla="*/ 364924 h 607648"/>
                <a:gd name="connsiteX225" fmla="*/ 2191609 w 2912392"/>
                <a:gd name="connsiteY225" fmla="*/ 364137 h 607648"/>
                <a:gd name="connsiteX226" fmla="*/ 2201338 w 2912392"/>
                <a:gd name="connsiteY226" fmla="*/ 363359 h 607648"/>
                <a:gd name="connsiteX227" fmla="*/ 2211082 w 2912392"/>
                <a:gd name="connsiteY227" fmla="*/ 362592 h 607648"/>
                <a:gd name="connsiteX228" fmla="*/ 2220826 w 2912392"/>
                <a:gd name="connsiteY228" fmla="*/ 361835 h 607648"/>
                <a:gd name="connsiteX229" fmla="*/ 2230570 w 2912392"/>
                <a:gd name="connsiteY229" fmla="*/ 361086 h 607648"/>
                <a:gd name="connsiteX230" fmla="*/ 2240299 w 2912392"/>
                <a:gd name="connsiteY230" fmla="*/ 360345 h 607648"/>
                <a:gd name="connsiteX231" fmla="*/ 2250043 w 2912392"/>
                <a:gd name="connsiteY231" fmla="*/ 359612 h 607648"/>
                <a:gd name="connsiteX232" fmla="*/ 2259787 w 2912392"/>
                <a:gd name="connsiteY232" fmla="*/ 358887 h 607648"/>
                <a:gd name="connsiteX233" fmla="*/ 2269531 w 2912392"/>
                <a:gd name="connsiteY233" fmla="*/ 358167 h 607648"/>
                <a:gd name="connsiteX234" fmla="*/ 2279260 w 2912392"/>
                <a:gd name="connsiteY234" fmla="*/ 357450 h 607648"/>
                <a:gd name="connsiteX235" fmla="*/ 2289004 w 2912392"/>
                <a:gd name="connsiteY235" fmla="*/ 356738 h 607648"/>
                <a:gd name="connsiteX236" fmla="*/ 2298748 w 2912392"/>
                <a:gd name="connsiteY236" fmla="*/ 356026 h 607648"/>
                <a:gd name="connsiteX237" fmla="*/ 2308492 w 2912392"/>
                <a:gd name="connsiteY237" fmla="*/ 355312 h 607648"/>
                <a:gd name="connsiteX238" fmla="*/ 2318236 w 2912392"/>
                <a:gd name="connsiteY238" fmla="*/ 354597 h 607648"/>
                <a:gd name="connsiteX239" fmla="*/ 2327965 w 2912392"/>
                <a:gd name="connsiteY239" fmla="*/ 353876 h 607648"/>
                <a:gd name="connsiteX240" fmla="*/ 2337709 w 2912392"/>
                <a:gd name="connsiteY240" fmla="*/ 353148 h 607648"/>
                <a:gd name="connsiteX241" fmla="*/ 2347453 w 2912392"/>
                <a:gd name="connsiteY241" fmla="*/ 352409 h 607648"/>
                <a:gd name="connsiteX242" fmla="*/ 2357197 w 2912392"/>
                <a:gd name="connsiteY242" fmla="*/ 351658 h 607648"/>
                <a:gd name="connsiteX243" fmla="*/ 2366926 w 2912392"/>
                <a:gd name="connsiteY243" fmla="*/ 350890 h 607648"/>
                <a:gd name="connsiteX244" fmla="*/ 2376670 w 2912392"/>
                <a:gd name="connsiteY244" fmla="*/ 350107 h 607648"/>
                <a:gd name="connsiteX245" fmla="*/ 2386413 w 2912392"/>
                <a:gd name="connsiteY245" fmla="*/ 349301 h 607648"/>
                <a:gd name="connsiteX246" fmla="*/ 2396157 w 2912392"/>
                <a:gd name="connsiteY246" fmla="*/ 348472 h 607648"/>
                <a:gd name="connsiteX247" fmla="*/ 2405886 w 2912392"/>
                <a:gd name="connsiteY247" fmla="*/ 347617 h 607648"/>
                <a:gd name="connsiteX248" fmla="*/ 2415630 w 2912392"/>
                <a:gd name="connsiteY248" fmla="*/ 346731 h 607648"/>
                <a:gd name="connsiteX249" fmla="*/ 2425374 w 2912392"/>
                <a:gd name="connsiteY249" fmla="*/ 345813 h 607648"/>
                <a:gd name="connsiteX250" fmla="*/ 2435118 w 2912392"/>
                <a:gd name="connsiteY250" fmla="*/ 344859 h 607648"/>
                <a:gd name="connsiteX251" fmla="*/ 2444862 w 2912392"/>
                <a:gd name="connsiteY251" fmla="*/ 343865 h 607648"/>
                <a:gd name="connsiteX252" fmla="*/ 2454591 w 2912392"/>
                <a:gd name="connsiteY252" fmla="*/ 342830 h 607648"/>
                <a:gd name="connsiteX253" fmla="*/ 2464335 w 2912392"/>
                <a:gd name="connsiteY253" fmla="*/ 341750 h 607648"/>
                <a:gd name="connsiteX254" fmla="*/ 2474079 w 2912392"/>
                <a:gd name="connsiteY254" fmla="*/ 340622 h 607648"/>
                <a:gd name="connsiteX255" fmla="*/ 2483823 w 2912392"/>
                <a:gd name="connsiteY255" fmla="*/ 339442 h 607648"/>
                <a:gd name="connsiteX256" fmla="*/ 2493552 w 2912392"/>
                <a:gd name="connsiteY256" fmla="*/ 338210 h 607648"/>
                <a:gd name="connsiteX257" fmla="*/ 2503296 w 2912392"/>
                <a:gd name="connsiteY257" fmla="*/ 336920 h 607648"/>
                <a:gd name="connsiteX258" fmla="*/ 2513040 w 2912392"/>
                <a:gd name="connsiteY258" fmla="*/ 335571 h 607648"/>
                <a:gd name="connsiteX259" fmla="*/ 2522784 w 2912392"/>
                <a:gd name="connsiteY259" fmla="*/ 334160 h 607648"/>
                <a:gd name="connsiteX260" fmla="*/ 2532513 w 2912392"/>
                <a:gd name="connsiteY260" fmla="*/ 332685 h 607648"/>
                <a:gd name="connsiteX261" fmla="*/ 2542257 w 2912392"/>
                <a:gd name="connsiteY261" fmla="*/ 331143 h 607648"/>
                <a:gd name="connsiteX262" fmla="*/ 2552001 w 2912392"/>
                <a:gd name="connsiteY262" fmla="*/ 329531 h 607648"/>
                <a:gd name="connsiteX263" fmla="*/ 2561745 w 2912392"/>
                <a:gd name="connsiteY263" fmla="*/ 327848 h 607648"/>
                <a:gd name="connsiteX264" fmla="*/ 2571474 w 2912392"/>
                <a:gd name="connsiteY264" fmla="*/ 326092 h 607648"/>
                <a:gd name="connsiteX265" fmla="*/ 2581218 w 2912392"/>
                <a:gd name="connsiteY265" fmla="*/ 324260 h 607648"/>
                <a:gd name="connsiteX266" fmla="*/ 2590962 w 2912392"/>
                <a:gd name="connsiteY266" fmla="*/ 322351 h 607648"/>
                <a:gd name="connsiteX267" fmla="*/ 2600705 w 2912392"/>
                <a:gd name="connsiteY267" fmla="*/ 320364 h 607648"/>
                <a:gd name="connsiteX268" fmla="*/ 2610449 w 2912392"/>
                <a:gd name="connsiteY268" fmla="*/ 318296 h 607648"/>
                <a:gd name="connsiteX269" fmla="*/ 2620178 w 2912392"/>
                <a:gd name="connsiteY269" fmla="*/ 316147 h 607648"/>
                <a:gd name="connsiteX270" fmla="*/ 2629922 w 2912392"/>
                <a:gd name="connsiteY270" fmla="*/ 313914 h 607648"/>
                <a:gd name="connsiteX271" fmla="*/ 2639666 w 2912392"/>
                <a:gd name="connsiteY271" fmla="*/ 311599 h 607648"/>
                <a:gd name="connsiteX272" fmla="*/ 2649410 w 2912392"/>
                <a:gd name="connsiteY272" fmla="*/ 309199 h 607648"/>
                <a:gd name="connsiteX273" fmla="*/ 2659139 w 2912392"/>
                <a:gd name="connsiteY273" fmla="*/ 306713 h 607648"/>
                <a:gd name="connsiteX274" fmla="*/ 2668883 w 2912392"/>
                <a:gd name="connsiteY274" fmla="*/ 304142 h 607648"/>
                <a:gd name="connsiteX275" fmla="*/ 2678627 w 2912392"/>
                <a:gd name="connsiteY275" fmla="*/ 301484 h 607648"/>
                <a:gd name="connsiteX276" fmla="*/ 2688371 w 2912392"/>
                <a:gd name="connsiteY276" fmla="*/ 298739 h 607648"/>
                <a:gd name="connsiteX277" fmla="*/ 2698100 w 2912392"/>
                <a:gd name="connsiteY277" fmla="*/ 295909 h 607648"/>
                <a:gd name="connsiteX278" fmla="*/ 2707844 w 2912392"/>
                <a:gd name="connsiteY278" fmla="*/ 292990 h 607648"/>
                <a:gd name="connsiteX279" fmla="*/ 2717588 w 2912392"/>
                <a:gd name="connsiteY279" fmla="*/ 289986 h 607648"/>
                <a:gd name="connsiteX280" fmla="*/ 2727332 w 2912392"/>
                <a:gd name="connsiteY280" fmla="*/ 286895 h 607648"/>
                <a:gd name="connsiteX281" fmla="*/ 2737076 w 2912392"/>
                <a:gd name="connsiteY281" fmla="*/ 283718 h 607648"/>
                <a:gd name="connsiteX282" fmla="*/ 2746805 w 2912392"/>
                <a:gd name="connsiteY282" fmla="*/ 280455 h 607648"/>
                <a:gd name="connsiteX283" fmla="*/ 2756549 w 2912392"/>
                <a:gd name="connsiteY283" fmla="*/ 277109 h 607648"/>
                <a:gd name="connsiteX284" fmla="*/ 2766293 w 2912392"/>
                <a:gd name="connsiteY284" fmla="*/ 273678 h 607648"/>
                <a:gd name="connsiteX285" fmla="*/ 2776037 w 2912392"/>
                <a:gd name="connsiteY285" fmla="*/ 270163 h 607648"/>
                <a:gd name="connsiteX286" fmla="*/ 2785766 w 2912392"/>
                <a:gd name="connsiteY286" fmla="*/ 266567 h 607648"/>
                <a:gd name="connsiteX287" fmla="*/ 2795510 w 2912392"/>
                <a:gd name="connsiteY287" fmla="*/ 262888 h 607648"/>
                <a:gd name="connsiteX288" fmla="*/ 2805254 w 2912392"/>
                <a:gd name="connsiteY288" fmla="*/ 259129 h 607648"/>
                <a:gd name="connsiteX289" fmla="*/ 2814998 w 2912392"/>
                <a:gd name="connsiteY289" fmla="*/ 255291 h 607648"/>
                <a:gd name="connsiteX290" fmla="*/ 2824727 w 2912392"/>
                <a:gd name="connsiteY290" fmla="*/ 251374 h 607648"/>
                <a:gd name="connsiteX291" fmla="*/ 2834471 w 2912392"/>
                <a:gd name="connsiteY291" fmla="*/ 247381 h 607648"/>
                <a:gd name="connsiteX292" fmla="*/ 2844215 w 2912392"/>
                <a:gd name="connsiteY292" fmla="*/ 243312 h 607648"/>
                <a:gd name="connsiteX293" fmla="*/ 2853958 w 2912392"/>
                <a:gd name="connsiteY293" fmla="*/ 239169 h 607648"/>
                <a:gd name="connsiteX294" fmla="*/ 2863687 w 2912392"/>
                <a:gd name="connsiteY294" fmla="*/ 234954 h 607648"/>
                <a:gd name="connsiteX295" fmla="*/ 2873431 w 2912392"/>
                <a:gd name="connsiteY295" fmla="*/ 230668 h 607648"/>
                <a:gd name="connsiteX296" fmla="*/ 2883175 w 2912392"/>
                <a:gd name="connsiteY296" fmla="*/ 226310 h 607648"/>
                <a:gd name="connsiteX297" fmla="*/ 2892919 w 2912392"/>
                <a:gd name="connsiteY297" fmla="*/ 221885 h 607648"/>
                <a:gd name="connsiteX298" fmla="*/ 2902663 w 2912392"/>
                <a:gd name="connsiteY298" fmla="*/ 217392 h 607648"/>
                <a:gd name="connsiteX299" fmla="*/ 2912392 w 2912392"/>
                <a:gd name="connsiteY299" fmla="*/ 212835 h 607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07648">
                  <a:moveTo>
                    <a:pt x="0" y="607649"/>
                  </a:moveTo>
                  <a:lnTo>
                    <a:pt x="9739" y="605787"/>
                  </a:lnTo>
                  <a:lnTo>
                    <a:pt x="19480" y="603626"/>
                  </a:lnTo>
                  <a:lnTo>
                    <a:pt x="29221" y="601183"/>
                  </a:lnTo>
                  <a:lnTo>
                    <a:pt x="38961" y="598441"/>
                  </a:lnTo>
                  <a:lnTo>
                    <a:pt x="48702" y="595387"/>
                  </a:lnTo>
                  <a:lnTo>
                    <a:pt x="58443" y="592020"/>
                  </a:lnTo>
                  <a:lnTo>
                    <a:pt x="68182" y="588355"/>
                  </a:lnTo>
                  <a:lnTo>
                    <a:pt x="77923" y="584362"/>
                  </a:lnTo>
                  <a:lnTo>
                    <a:pt x="87664" y="580056"/>
                  </a:lnTo>
                  <a:lnTo>
                    <a:pt x="97404" y="575437"/>
                  </a:lnTo>
                  <a:lnTo>
                    <a:pt x="107145" y="570491"/>
                  </a:lnTo>
                  <a:lnTo>
                    <a:pt x="116886" y="565236"/>
                  </a:lnTo>
                  <a:lnTo>
                    <a:pt x="126625" y="559658"/>
                  </a:lnTo>
                  <a:lnTo>
                    <a:pt x="136366" y="553762"/>
                  </a:lnTo>
                  <a:lnTo>
                    <a:pt x="146107" y="547554"/>
                  </a:lnTo>
                  <a:lnTo>
                    <a:pt x="155846" y="541034"/>
                  </a:lnTo>
                  <a:lnTo>
                    <a:pt x="165587" y="534207"/>
                  </a:lnTo>
                  <a:lnTo>
                    <a:pt x="175328" y="527078"/>
                  </a:lnTo>
                  <a:lnTo>
                    <a:pt x="185068" y="519653"/>
                  </a:lnTo>
                  <a:lnTo>
                    <a:pt x="194809" y="511938"/>
                  </a:lnTo>
                  <a:lnTo>
                    <a:pt x="204550" y="503939"/>
                  </a:lnTo>
                  <a:lnTo>
                    <a:pt x="214289" y="495665"/>
                  </a:lnTo>
                  <a:lnTo>
                    <a:pt x="224030" y="487124"/>
                  </a:lnTo>
                  <a:lnTo>
                    <a:pt x="233771" y="478326"/>
                  </a:lnTo>
                  <a:lnTo>
                    <a:pt x="243510" y="469281"/>
                  </a:lnTo>
                  <a:lnTo>
                    <a:pt x="253251" y="459999"/>
                  </a:lnTo>
                  <a:lnTo>
                    <a:pt x="262992" y="450490"/>
                  </a:lnTo>
                  <a:lnTo>
                    <a:pt x="272732" y="440770"/>
                  </a:lnTo>
                  <a:lnTo>
                    <a:pt x="282473" y="430847"/>
                  </a:lnTo>
                  <a:lnTo>
                    <a:pt x="292214" y="420737"/>
                  </a:lnTo>
                  <a:lnTo>
                    <a:pt x="301953" y="410453"/>
                  </a:lnTo>
                  <a:lnTo>
                    <a:pt x="311694" y="400009"/>
                  </a:lnTo>
                  <a:lnTo>
                    <a:pt x="321435" y="389419"/>
                  </a:lnTo>
                  <a:lnTo>
                    <a:pt x="331175" y="378699"/>
                  </a:lnTo>
                  <a:lnTo>
                    <a:pt x="340916" y="367865"/>
                  </a:lnTo>
                  <a:lnTo>
                    <a:pt x="350656" y="356930"/>
                  </a:lnTo>
                  <a:lnTo>
                    <a:pt x="360396" y="345914"/>
                  </a:lnTo>
                  <a:lnTo>
                    <a:pt x="370137" y="334829"/>
                  </a:lnTo>
                  <a:lnTo>
                    <a:pt x="379878" y="323695"/>
                  </a:lnTo>
                  <a:lnTo>
                    <a:pt x="389617" y="312527"/>
                  </a:lnTo>
                  <a:lnTo>
                    <a:pt x="399358" y="301342"/>
                  </a:lnTo>
                  <a:lnTo>
                    <a:pt x="409099" y="290156"/>
                  </a:lnTo>
                  <a:lnTo>
                    <a:pt x="418839" y="278988"/>
                  </a:lnTo>
                  <a:lnTo>
                    <a:pt x="428580" y="267854"/>
                  </a:lnTo>
                  <a:lnTo>
                    <a:pt x="438321" y="256771"/>
                  </a:lnTo>
                  <a:lnTo>
                    <a:pt x="448060" y="245754"/>
                  </a:lnTo>
                  <a:lnTo>
                    <a:pt x="457801" y="234821"/>
                  </a:lnTo>
                  <a:lnTo>
                    <a:pt x="467542" y="223988"/>
                  </a:lnTo>
                  <a:lnTo>
                    <a:pt x="477281" y="213271"/>
                  </a:lnTo>
                  <a:lnTo>
                    <a:pt x="487022" y="202687"/>
                  </a:lnTo>
                  <a:lnTo>
                    <a:pt x="496763" y="192250"/>
                  </a:lnTo>
                  <a:lnTo>
                    <a:pt x="506503" y="181976"/>
                  </a:lnTo>
                  <a:lnTo>
                    <a:pt x="516244" y="171879"/>
                  </a:lnTo>
                  <a:lnTo>
                    <a:pt x="525985" y="161973"/>
                  </a:lnTo>
                  <a:lnTo>
                    <a:pt x="535724" y="152274"/>
                  </a:lnTo>
                  <a:lnTo>
                    <a:pt x="545465" y="142792"/>
                  </a:lnTo>
                  <a:lnTo>
                    <a:pt x="555206" y="133542"/>
                  </a:lnTo>
                  <a:lnTo>
                    <a:pt x="564946" y="124536"/>
                  </a:lnTo>
                  <a:lnTo>
                    <a:pt x="574687" y="115786"/>
                  </a:lnTo>
                  <a:lnTo>
                    <a:pt x="584428" y="107301"/>
                  </a:lnTo>
                  <a:lnTo>
                    <a:pt x="594167" y="99095"/>
                  </a:lnTo>
                  <a:lnTo>
                    <a:pt x="603908" y="91173"/>
                  </a:lnTo>
                  <a:lnTo>
                    <a:pt x="613649" y="83548"/>
                  </a:lnTo>
                  <a:lnTo>
                    <a:pt x="623388" y="76225"/>
                  </a:lnTo>
                  <a:lnTo>
                    <a:pt x="633129" y="69215"/>
                  </a:lnTo>
                  <a:lnTo>
                    <a:pt x="642870" y="62522"/>
                  </a:lnTo>
                  <a:lnTo>
                    <a:pt x="652610" y="56156"/>
                  </a:lnTo>
                  <a:lnTo>
                    <a:pt x="662351" y="50119"/>
                  </a:lnTo>
                  <a:lnTo>
                    <a:pt x="672092" y="44417"/>
                  </a:lnTo>
                  <a:lnTo>
                    <a:pt x="681831" y="39053"/>
                  </a:lnTo>
                  <a:lnTo>
                    <a:pt x="691572" y="34034"/>
                  </a:lnTo>
                  <a:lnTo>
                    <a:pt x="701313" y="29358"/>
                  </a:lnTo>
                  <a:lnTo>
                    <a:pt x="711052" y="25032"/>
                  </a:lnTo>
                  <a:lnTo>
                    <a:pt x="720793" y="21052"/>
                  </a:lnTo>
                  <a:lnTo>
                    <a:pt x="730534" y="17421"/>
                  </a:lnTo>
                  <a:lnTo>
                    <a:pt x="740274" y="14141"/>
                  </a:lnTo>
                  <a:lnTo>
                    <a:pt x="750015" y="11208"/>
                  </a:lnTo>
                  <a:lnTo>
                    <a:pt x="759756" y="8622"/>
                  </a:lnTo>
                  <a:lnTo>
                    <a:pt x="769495" y="6381"/>
                  </a:lnTo>
                  <a:lnTo>
                    <a:pt x="779236" y="4483"/>
                  </a:lnTo>
                  <a:lnTo>
                    <a:pt x="788977" y="2925"/>
                  </a:lnTo>
                  <a:lnTo>
                    <a:pt x="798717" y="1701"/>
                  </a:lnTo>
                  <a:lnTo>
                    <a:pt x="808458" y="809"/>
                  </a:lnTo>
                  <a:lnTo>
                    <a:pt x="818199" y="244"/>
                  </a:lnTo>
                  <a:lnTo>
                    <a:pt x="827938" y="0"/>
                  </a:lnTo>
                  <a:lnTo>
                    <a:pt x="837679" y="73"/>
                  </a:lnTo>
                  <a:lnTo>
                    <a:pt x="847420" y="454"/>
                  </a:lnTo>
                  <a:lnTo>
                    <a:pt x="857159" y="1140"/>
                  </a:lnTo>
                  <a:lnTo>
                    <a:pt x="866900" y="2120"/>
                  </a:lnTo>
                  <a:lnTo>
                    <a:pt x="876641" y="3391"/>
                  </a:lnTo>
                  <a:lnTo>
                    <a:pt x="886381" y="4943"/>
                  </a:lnTo>
                  <a:lnTo>
                    <a:pt x="896122" y="6769"/>
                  </a:lnTo>
                  <a:lnTo>
                    <a:pt x="905863" y="8860"/>
                  </a:lnTo>
                  <a:lnTo>
                    <a:pt x="915602" y="11208"/>
                  </a:lnTo>
                  <a:lnTo>
                    <a:pt x="925343" y="13807"/>
                  </a:lnTo>
                  <a:lnTo>
                    <a:pt x="935084" y="16645"/>
                  </a:lnTo>
                  <a:lnTo>
                    <a:pt x="944824" y="19714"/>
                  </a:lnTo>
                  <a:lnTo>
                    <a:pt x="954564" y="23007"/>
                  </a:lnTo>
                  <a:lnTo>
                    <a:pt x="964305" y="26511"/>
                  </a:lnTo>
                  <a:lnTo>
                    <a:pt x="974045" y="30221"/>
                  </a:lnTo>
                  <a:lnTo>
                    <a:pt x="983786" y="34125"/>
                  </a:lnTo>
                  <a:lnTo>
                    <a:pt x="993522" y="38214"/>
                  </a:lnTo>
                  <a:lnTo>
                    <a:pt x="1003266" y="42480"/>
                  </a:lnTo>
                  <a:lnTo>
                    <a:pt x="1013010" y="46914"/>
                  </a:lnTo>
                  <a:lnTo>
                    <a:pt x="1022754" y="51504"/>
                  </a:lnTo>
                  <a:lnTo>
                    <a:pt x="1032483" y="56245"/>
                  </a:lnTo>
                  <a:lnTo>
                    <a:pt x="1042227" y="61123"/>
                  </a:lnTo>
                  <a:lnTo>
                    <a:pt x="1051971" y="66134"/>
                  </a:lnTo>
                  <a:lnTo>
                    <a:pt x="1061715" y="71265"/>
                  </a:lnTo>
                  <a:lnTo>
                    <a:pt x="1071444" y="76509"/>
                  </a:lnTo>
                  <a:lnTo>
                    <a:pt x="1081188" y="81856"/>
                  </a:lnTo>
                  <a:lnTo>
                    <a:pt x="1090932" y="87301"/>
                  </a:lnTo>
                  <a:lnTo>
                    <a:pt x="1100676" y="92831"/>
                  </a:lnTo>
                  <a:lnTo>
                    <a:pt x="1110405" y="98439"/>
                  </a:lnTo>
                  <a:lnTo>
                    <a:pt x="1120149" y="104119"/>
                  </a:lnTo>
                  <a:lnTo>
                    <a:pt x="1129893" y="109861"/>
                  </a:lnTo>
                  <a:lnTo>
                    <a:pt x="1139637" y="115656"/>
                  </a:lnTo>
                  <a:lnTo>
                    <a:pt x="1149381" y="121500"/>
                  </a:lnTo>
                  <a:lnTo>
                    <a:pt x="1159110" y="127383"/>
                  </a:lnTo>
                  <a:lnTo>
                    <a:pt x="1168854" y="133298"/>
                  </a:lnTo>
                  <a:lnTo>
                    <a:pt x="1178598" y="139238"/>
                  </a:lnTo>
                  <a:lnTo>
                    <a:pt x="1188341" y="145198"/>
                  </a:lnTo>
                  <a:lnTo>
                    <a:pt x="1198070" y="151169"/>
                  </a:lnTo>
                  <a:lnTo>
                    <a:pt x="1207814" y="157146"/>
                  </a:lnTo>
                  <a:lnTo>
                    <a:pt x="1217558" y="163120"/>
                  </a:lnTo>
                  <a:lnTo>
                    <a:pt x="1227302" y="169089"/>
                  </a:lnTo>
                  <a:lnTo>
                    <a:pt x="1237031" y="175044"/>
                  </a:lnTo>
                  <a:lnTo>
                    <a:pt x="1246775" y="180979"/>
                  </a:lnTo>
                  <a:lnTo>
                    <a:pt x="1256519" y="186893"/>
                  </a:lnTo>
                  <a:lnTo>
                    <a:pt x="1266263" y="192776"/>
                  </a:lnTo>
                  <a:lnTo>
                    <a:pt x="1276007" y="198624"/>
                  </a:lnTo>
                  <a:lnTo>
                    <a:pt x="1285736" y="204433"/>
                  </a:lnTo>
                  <a:lnTo>
                    <a:pt x="1295480" y="210199"/>
                  </a:lnTo>
                  <a:lnTo>
                    <a:pt x="1305224" y="215915"/>
                  </a:lnTo>
                  <a:lnTo>
                    <a:pt x="1314968" y="221579"/>
                  </a:lnTo>
                  <a:lnTo>
                    <a:pt x="1324697" y="227184"/>
                  </a:lnTo>
                  <a:lnTo>
                    <a:pt x="1334441" y="232729"/>
                  </a:lnTo>
                  <a:lnTo>
                    <a:pt x="1344185" y="238209"/>
                  </a:lnTo>
                  <a:lnTo>
                    <a:pt x="1353929" y="243619"/>
                  </a:lnTo>
                  <a:lnTo>
                    <a:pt x="1363658" y="248959"/>
                  </a:lnTo>
                  <a:lnTo>
                    <a:pt x="1373402" y="254221"/>
                  </a:lnTo>
                  <a:lnTo>
                    <a:pt x="1383146" y="259405"/>
                  </a:lnTo>
                  <a:lnTo>
                    <a:pt x="1392890" y="264506"/>
                  </a:lnTo>
                  <a:lnTo>
                    <a:pt x="1402619" y="269523"/>
                  </a:lnTo>
                  <a:lnTo>
                    <a:pt x="1412363" y="274451"/>
                  </a:lnTo>
                  <a:lnTo>
                    <a:pt x="1422106" y="279290"/>
                  </a:lnTo>
                  <a:lnTo>
                    <a:pt x="1431850" y="284036"/>
                  </a:lnTo>
                  <a:lnTo>
                    <a:pt x="1441594" y="288686"/>
                  </a:lnTo>
                  <a:lnTo>
                    <a:pt x="1451323" y="293239"/>
                  </a:lnTo>
                  <a:lnTo>
                    <a:pt x="1461067" y="297692"/>
                  </a:lnTo>
                  <a:lnTo>
                    <a:pt x="1470811" y="302043"/>
                  </a:lnTo>
                  <a:lnTo>
                    <a:pt x="1480555" y="306290"/>
                  </a:lnTo>
                  <a:lnTo>
                    <a:pt x="1490284" y="310434"/>
                  </a:lnTo>
                  <a:lnTo>
                    <a:pt x="1500028" y="314468"/>
                  </a:lnTo>
                  <a:lnTo>
                    <a:pt x="1509772" y="318397"/>
                  </a:lnTo>
                  <a:lnTo>
                    <a:pt x="1519516" y="322214"/>
                  </a:lnTo>
                  <a:lnTo>
                    <a:pt x="1529245" y="325921"/>
                  </a:lnTo>
                  <a:lnTo>
                    <a:pt x="1538989" y="329516"/>
                  </a:lnTo>
                  <a:lnTo>
                    <a:pt x="1548733" y="332998"/>
                  </a:lnTo>
                  <a:lnTo>
                    <a:pt x="1558477" y="336367"/>
                  </a:lnTo>
                  <a:lnTo>
                    <a:pt x="1568221" y="339619"/>
                  </a:lnTo>
                  <a:lnTo>
                    <a:pt x="1577950" y="342759"/>
                  </a:lnTo>
                  <a:lnTo>
                    <a:pt x="1587694" y="345780"/>
                  </a:lnTo>
                  <a:lnTo>
                    <a:pt x="1597438" y="348687"/>
                  </a:lnTo>
                  <a:lnTo>
                    <a:pt x="1607182" y="351477"/>
                  </a:lnTo>
                  <a:lnTo>
                    <a:pt x="1616911" y="354150"/>
                  </a:lnTo>
                  <a:lnTo>
                    <a:pt x="1626655" y="356708"/>
                  </a:lnTo>
                  <a:lnTo>
                    <a:pt x="1636399" y="359149"/>
                  </a:lnTo>
                  <a:lnTo>
                    <a:pt x="1646142" y="361473"/>
                  </a:lnTo>
                  <a:lnTo>
                    <a:pt x="1655872" y="363681"/>
                  </a:lnTo>
                  <a:lnTo>
                    <a:pt x="1665616" y="365776"/>
                  </a:lnTo>
                  <a:lnTo>
                    <a:pt x="1675359" y="367755"/>
                  </a:lnTo>
                  <a:lnTo>
                    <a:pt x="1685103" y="369620"/>
                  </a:lnTo>
                  <a:lnTo>
                    <a:pt x="1694832" y="371372"/>
                  </a:lnTo>
                  <a:lnTo>
                    <a:pt x="1704576" y="373011"/>
                  </a:lnTo>
                  <a:lnTo>
                    <a:pt x="1714320" y="374541"/>
                  </a:lnTo>
                  <a:lnTo>
                    <a:pt x="1724064" y="375961"/>
                  </a:lnTo>
                  <a:lnTo>
                    <a:pt x="1733808" y="377272"/>
                  </a:lnTo>
                  <a:lnTo>
                    <a:pt x="1743537" y="378477"/>
                  </a:lnTo>
                  <a:lnTo>
                    <a:pt x="1753281" y="379578"/>
                  </a:lnTo>
                  <a:lnTo>
                    <a:pt x="1763025" y="380575"/>
                  </a:lnTo>
                  <a:lnTo>
                    <a:pt x="1772769" y="381472"/>
                  </a:lnTo>
                  <a:lnTo>
                    <a:pt x="1782498" y="382269"/>
                  </a:lnTo>
                  <a:lnTo>
                    <a:pt x="1792242" y="382968"/>
                  </a:lnTo>
                  <a:lnTo>
                    <a:pt x="1801986" y="383574"/>
                  </a:lnTo>
                  <a:lnTo>
                    <a:pt x="1811730" y="384087"/>
                  </a:lnTo>
                  <a:lnTo>
                    <a:pt x="1821459" y="384510"/>
                  </a:lnTo>
                  <a:lnTo>
                    <a:pt x="1831203" y="384847"/>
                  </a:lnTo>
                  <a:lnTo>
                    <a:pt x="1840947" y="385098"/>
                  </a:lnTo>
                  <a:lnTo>
                    <a:pt x="1850691" y="385270"/>
                  </a:lnTo>
                  <a:lnTo>
                    <a:pt x="1860435" y="385361"/>
                  </a:lnTo>
                  <a:lnTo>
                    <a:pt x="1870164" y="385377"/>
                  </a:lnTo>
                  <a:lnTo>
                    <a:pt x="1879908" y="385320"/>
                  </a:lnTo>
                  <a:lnTo>
                    <a:pt x="1889652" y="385195"/>
                  </a:lnTo>
                  <a:lnTo>
                    <a:pt x="1899395" y="385003"/>
                  </a:lnTo>
                  <a:lnTo>
                    <a:pt x="1909124" y="384747"/>
                  </a:lnTo>
                  <a:lnTo>
                    <a:pt x="1918868" y="384432"/>
                  </a:lnTo>
                  <a:lnTo>
                    <a:pt x="1928612" y="384061"/>
                  </a:lnTo>
                  <a:lnTo>
                    <a:pt x="1938356" y="383637"/>
                  </a:lnTo>
                  <a:lnTo>
                    <a:pt x="1948085" y="383163"/>
                  </a:lnTo>
                  <a:lnTo>
                    <a:pt x="1957829" y="382642"/>
                  </a:lnTo>
                  <a:lnTo>
                    <a:pt x="1967573" y="382078"/>
                  </a:lnTo>
                  <a:lnTo>
                    <a:pt x="1977317" y="381476"/>
                  </a:lnTo>
                  <a:lnTo>
                    <a:pt x="1987046" y="380837"/>
                  </a:lnTo>
                  <a:lnTo>
                    <a:pt x="1996790" y="380167"/>
                  </a:lnTo>
                  <a:lnTo>
                    <a:pt x="2006534" y="379465"/>
                  </a:lnTo>
                  <a:lnTo>
                    <a:pt x="2016278" y="378738"/>
                  </a:lnTo>
                  <a:lnTo>
                    <a:pt x="2026022" y="377987"/>
                  </a:lnTo>
                  <a:lnTo>
                    <a:pt x="2035751" y="377215"/>
                  </a:lnTo>
                  <a:lnTo>
                    <a:pt x="2045495" y="376427"/>
                  </a:lnTo>
                  <a:lnTo>
                    <a:pt x="2055239" y="375624"/>
                  </a:lnTo>
                  <a:lnTo>
                    <a:pt x="2064983" y="374811"/>
                  </a:lnTo>
                  <a:lnTo>
                    <a:pt x="2074712" y="373987"/>
                  </a:lnTo>
                  <a:lnTo>
                    <a:pt x="2084456" y="373157"/>
                  </a:lnTo>
                  <a:lnTo>
                    <a:pt x="2094200" y="372323"/>
                  </a:lnTo>
                  <a:lnTo>
                    <a:pt x="2103944" y="371487"/>
                  </a:lnTo>
                  <a:lnTo>
                    <a:pt x="2113673" y="370649"/>
                  </a:lnTo>
                  <a:lnTo>
                    <a:pt x="2123417" y="369815"/>
                  </a:lnTo>
                  <a:lnTo>
                    <a:pt x="2133161" y="368984"/>
                  </a:lnTo>
                  <a:lnTo>
                    <a:pt x="2142905" y="368157"/>
                  </a:lnTo>
                  <a:lnTo>
                    <a:pt x="2152649" y="367337"/>
                  </a:lnTo>
                  <a:lnTo>
                    <a:pt x="2162377" y="366524"/>
                  </a:lnTo>
                  <a:lnTo>
                    <a:pt x="2172121" y="365719"/>
                  </a:lnTo>
                  <a:lnTo>
                    <a:pt x="2181865" y="364924"/>
                  </a:lnTo>
                  <a:lnTo>
                    <a:pt x="2191609" y="364137"/>
                  </a:lnTo>
                  <a:lnTo>
                    <a:pt x="2201338" y="363359"/>
                  </a:lnTo>
                  <a:lnTo>
                    <a:pt x="2211082" y="362592"/>
                  </a:lnTo>
                  <a:lnTo>
                    <a:pt x="2220826" y="361835"/>
                  </a:lnTo>
                  <a:lnTo>
                    <a:pt x="2230570" y="361086"/>
                  </a:lnTo>
                  <a:lnTo>
                    <a:pt x="2240299" y="360345"/>
                  </a:lnTo>
                  <a:lnTo>
                    <a:pt x="2250043" y="359612"/>
                  </a:lnTo>
                  <a:lnTo>
                    <a:pt x="2259787" y="358887"/>
                  </a:lnTo>
                  <a:lnTo>
                    <a:pt x="2269531" y="358167"/>
                  </a:lnTo>
                  <a:lnTo>
                    <a:pt x="2279260" y="357450"/>
                  </a:lnTo>
                  <a:lnTo>
                    <a:pt x="2289004" y="356738"/>
                  </a:lnTo>
                  <a:lnTo>
                    <a:pt x="2298748" y="356026"/>
                  </a:lnTo>
                  <a:lnTo>
                    <a:pt x="2308492" y="355312"/>
                  </a:lnTo>
                  <a:lnTo>
                    <a:pt x="2318236" y="354597"/>
                  </a:lnTo>
                  <a:lnTo>
                    <a:pt x="2327965" y="353876"/>
                  </a:lnTo>
                  <a:lnTo>
                    <a:pt x="2337709" y="353148"/>
                  </a:lnTo>
                  <a:lnTo>
                    <a:pt x="2347453" y="352409"/>
                  </a:lnTo>
                  <a:lnTo>
                    <a:pt x="2357197" y="351658"/>
                  </a:lnTo>
                  <a:lnTo>
                    <a:pt x="2366926" y="350890"/>
                  </a:lnTo>
                  <a:lnTo>
                    <a:pt x="2376670" y="350107"/>
                  </a:lnTo>
                  <a:lnTo>
                    <a:pt x="2386413" y="349301"/>
                  </a:lnTo>
                  <a:lnTo>
                    <a:pt x="2396157" y="348472"/>
                  </a:lnTo>
                  <a:lnTo>
                    <a:pt x="2405886" y="347617"/>
                  </a:lnTo>
                  <a:lnTo>
                    <a:pt x="2415630" y="346731"/>
                  </a:lnTo>
                  <a:lnTo>
                    <a:pt x="2425374" y="345813"/>
                  </a:lnTo>
                  <a:lnTo>
                    <a:pt x="2435118" y="344859"/>
                  </a:lnTo>
                  <a:lnTo>
                    <a:pt x="2444862" y="343865"/>
                  </a:lnTo>
                  <a:lnTo>
                    <a:pt x="2454591" y="342830"/>
                  </a:lnTo>
                  <a:lnTo>
                    <a:pt x="2464335" y="341750"/>
                  </a:lnTo>
                  <a:lnTo>
                    <a:pt x="2474079" y="340622"/>
                  </a:lnTo>
                  <a:lnTo>
                    <a:pt x="2483823" y="339442"/>
                  </a:lnTo>
                  <a:lnTo>
                    <a:pt x="2493552" y="338210"/>
                  </a:lnTo>
                  <a:lnTo>
                    <a:pt x="2503296" y="336920"/>
                  </a:lnTo>
                  <a:lnTo>
                    <a:pt x="2513040" y="335571"/>
                  </a:lnTo>
                  <a:lnTo>
                    <a:pt x="2522784" y="334160"/>
                  </a:lnTo>
                  <a:lnTo>
                    <a:pt x="2532513" y="332685"/>
                  </a:lnTo>
                  <a:lnTo>
                    <a:pt x="2542257" y="331143"/>
                  </a:lnTo>
                  <a:lnTo>
                    <a:pt x="2552001" y="329531"/>
                  </a:lnTo>
                  <a:lnTo>
                    <a:pt x="2561745" y="327848"/>
                  </a:lnTo>
                  <a:lnTo>
                    <a:pt x="2571474" y="326092"/>
                  </a:lnTo>
                  <a:lnTo>
                    <a:pt x="2581218" y="324260"/>
                  </a:lnTo>
                  <a:lnTo>
                    <a:pt x="2590962" y="322351"/>
                  </a:lnTo>
                  <a:lnTo>
                    <a:pt x="2600705" y="320364"/>
                  </a:lnTo>
                  <a:lnTo>
                    <a:pt x="2610449" y="318296"/>
                  </a:lnTo>
                  <a:lnTo>
                    <a:pt x="2620178" y="316147"/>
                  </a:lnTo>
                  <a:lnTo>
                    <a:pt x="2629922" y="313914"/>
                  </a:lnTo>
                  <a:lnTo>
                    <a:pt x="2639666" y="311599"/>
                  </a:lnTo>
                  <a:lnTo>
                    <a:pt x="2649410" y="309199"/>
                  </a:lnTo>
                  <a:lnTo>
                    <a:pt x="2659139" y="306713"/>
                  </a:lnTo>
                  <a:lnTo>
                    <a:pt x="2668883" y="304142"/>
                  </a:lnTo>
                  <a:lnTo>
                    <a:pt x="2678627" y="301484"/>
                  </a:lnTo>
                  <a:lnTo>
                    <a:pt x="2688371" y="298739"/>
                  </a:lnTo>
                  <a:lnTo>
                    <a:pt x="2698100" y="295909"/>
                  </a:lnTo>
                  <a:lnTo>
                    <a:pt x="2707844" y="292990"/>
                  </a:lnTo>
                  <a:lnTo>
                    <a:pt x="2717588" y="289986"/>
                  </a:lnTo>
                  <a:lnTo>
                    <a:pt x="2727332" y="286895"/>
                  </a:lnTo>
                  <a:lnTo>
                    <a:pt x="2737076" y="283718"/>
                  </a:lnTo>
                  <a:lnTo>
                    <a:pt x="2746805" y="280455"/>
                  </a:lnTo>
                  <a:lnTo>
                    <a:pt x="2756549" y="277109"/>
                  </a:lnTo>
                  <a:lnTo>
                    <a:pt x="2766293" y="273678"/>
                  </a:lnTo>
                  <a:lnTo>
                    <a:pt x="2776037" y="270163"/>
                  </a:lnTo>
                  <a:lnTo>
                    <a:pt x="2785766" y="266567"/>
                  </a:lnTo>
                  <a:lnTo>
                    <a:pt x="2795510" y="262888"/>
                  </a:lnTo>
                  <a:lnTo>
                    <a:pt x="2805254" y="259129"/>
                  </a:lnTo>
                  <a:lnTo>
                    <a:pt x="2814998" y="255291"/>
                  </a:lnTo>
                  <a:lnTo>
                    <a:pt x="2824727" y="251374"/>
                  </a:lnTo>
                  <a:lnTo>
                    <a:pt x="2834471" y="247381"/>
                  </a:lnTo>
                  <a:lnTo>
                    <a:pt x="2844215" y="243312"/>
                  </a:lnTo>
                  <a:lnTo>
                    <a:pt x="2853958" y="239169"/>
                  </a:lnTo>
                  <a:lnTo>
                    <a:pt x="2863687" y="234954"/>
                  </a:lnTo>
                  <a:lnTo>
                    <a:pt x="2873431" y="230668"/>
                  </a:lnTo>
                  <a:lnTo>
                    <a:pt x="2883175" y="226310"/>
                  </a:lnTo>
                  <a:lnTo>
                    <a:pt x="2892919" y="221885"/>
                  </a:lnTo>
                  <a:lnTo>
                    <a:pt x="2902663" y="217392"/>
                  </a:lnTo>
                  <a:lnTo>
                    <a:pt x="2912392" y="21283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3" name="Freeform 732">
              <a:extLst>
                <a:ext uri="{FF2B5EF4-FFF2-40B4-BE49-F238E27FC236}">
                  <a16:creationId xmlns:a16="http://schemas.microsoft.com/office/drawing/2014/main" id="{311C5C68-3E64-E97C-097F-925B8D0F76B3}"/>
                </a:ext>
              </a:extLst>
            </p:cNvPr>
            <p:cNvSpPr/>
            <p:nvPr/>
          </p:nvSpPr>
          <p:spPr>
            <a:xfrm>
              <a:off x="576446" y="3356482"/>
              <a:ext cx="2912392" cy="288448"/>
            </a:xfrm>
            <a:custGeom>
              <a:avLst/>
              <a:gdLst>
                <a:gd name="connsiteX0" fmla="*/ 0 w 2912392"/>
                <a:gd name="connsiteY0" fmla="*/ 288449 h 288448"/>
                <a:gd name="connsiteX1" fmla="*/ 9739 w 2912392"/>
                <a:gd name="connsiteY1" fmla="*/ 286104 h 288448"/>
                <a:gd name="connsiteX2" fmla="*/ 19480 w 2912392"/>
                <a:gd name="connsiteY2" fmla="*/ 283830 h 288448"/>
                <a:gd name="connsiteX3" fmla="*/ 29221 w 2912392"/>
                <a:gd name="connsiteY3" fmla="*/ 281623 h 288448"/>
                <a:gd name="connsiteX4" fmla="*/ 38961 w 2912392"/>
                <a:gd name="connsiteY4" fmla="*/ 279481 h 288448"/>
                <a:gd name="connsiteX5" fmla="*/ 48702 w 2912392"/>
                <a:gd name="connsiteY5" fmla="*/ 277397 h 288448"/>
                <a:gd name="connsiteX6" fmla="*/ 58443 w 2912392"/>
                <a:gd name="connsiteY6" fmla="*/ 275367 h 288448"/>
                <a:gd name="connsiteX7" fmla="*/ 68182 w 2912392"/>
                <a:gd name="connsiteY7" fmla="*/ 273386 h 288448"/>
                <a:gd name="connsiteX8" fmla="*/ 77923 w 2912392"/>
                <a:gd name="connsiteY8" fmla="*/ 271450 h 288448"/>
                <a:gd name="connsiteX9" fmla="*/ 87664 w 2912392"/>
                <a:gd name="connsiteY9" fmla="*/ 269554 h 288448"/>
                <a:gd name="connsiteX10" fmla="*/ 97404 w 2912392"/>
                <a:gd name="connsiteY10" fmla="*/ 267693 h 288448"/>
                <a:gd name="connsiteX11" fmla="*/ 107145 w 2912392"/>
                <a:gd name="connsiteY11" fmla="*/ 265863 h 288448"/>
                <a:gd name="connsiteX12" fmla="*/ 116886 w 2912392"/>
                <a:gd name="connsiteY12" fmla="*/ 264059 h 288448"/>
                <a:gd name="connsiteX13" fmla="*/ 126625 w 2912392"/>
                <a:gd name="connsiteY13" fmla="*/ 262277 h 288448"/>
                <a:gd name="connsiteX14" fmla="*/ 136366 w 2912392"/>
                <a:gd name="connsiteY14" fmla="*/ 260513 h 288448"/>
                <a:gd name="connsiteX15" fmla="*/ 146107 w 2912392"/>
                <a:gd name="connsiteY15" fmla="*/ 258763 h 288448"/>
                <a:gd name="connsiteX16" fmla="*/ 155846 w 2912392"/>
                <a:gd name="connsiteY16" fmla="*/ 257021 h 288448"/>
                <a:gd name="connsiteX17" fmla="*/ 165587 w 2912392"/>
                <a:gd name="connsiteY17" fmla="*/ 255285 h 288448"/>
                <a:gd name="connsiteX18" fmla="*/ 175328 w 2912392"/>
                <a:gd name="connsiteY18" fmla="*/ 253551 h 288448"/>
                <a:gd name="connsiteX19" fmla="*/ 185068 w 2912392"/>
                <a:gd name="connsiteY19" fmla="*/ 251814 h 288448"/>
                <a:gd name="connsiteX20" fmla="*/ 194809 w 2912392"/>
                <a:gd name="connsiteY20" fmla="*/ 250070 h 288448"/>
                <a:gd name="connsiteX21" fmla="*/ 204550 w 2912392"/>
                <a:gd name="connsiteY21" fmla="*/ 248317 h 288448"/>
                <a:gd name="connsiteX22" fmla="*/ 214289 w 2912392"/>
                <a:gd name="connsiteY22" fmla="*/ 246551 h 288448"/>
                <a:gd name="connsiteX23" fmla="*/ 224030 w 2912392"/>
                <a:gd name="connsiteY23" fmla="*/ 244771 h 288448"/>
                <a:gd name="connsiteX24" fmla="*/ 233771 w 2912392"/>
                <a:gd name="connsiteY24" fmla="*/ 242971 h 288448"/>
                <a:gd name="connsiteX25" fmla="*/ 243510 w 2912392"/>
                <a:gd name="connsiteY25" fmla="*/ 241150 h 288448"/>
                <a:gd name="connsiteX26" fmla="*/ 253251 w 2912392"/>
                <a:gd name="connsiteY26" fmla="*/ 239304 h 288448"/>
                <a:gd name="connsiteX27" fmla="*/ 262992 w 2912392"/>
                <a:gd name="connsiteY27" fmla="*/ 237433 h 288448"/>
                <a:gd name="connsiteX28" fmla="*/ 272732 w 2912392"/>
                <a:gd name="connsiteY28" fmla="*/ 235533 h 288448"/>
                <a:gd name="connsiteX29" fmla="*/ 282473 w 2912392"/>
                <a:gd name="connsiteY29" fmla="*/ 233603 h 288448"/>
                <a:gd name="connsiteX30" fmla="*/ 292214 w 2912392"/>
                <a:gd name="connsiteY30" fmla="*/ 231640 h 288448"/>
                <a:gd name="connsiteX31" fmla="*/ 301953 w 2912392"/>
                <a:gd name="connsiteY31" fmla="*/ 229644 h 288448"/>
                <a:gd name="connsiteX32" fmla="*/ 311694 w 2912392"/>
                <a:gd name="connsiteY32" fmla="*/ 227613 h 288448"/>
                <a:gd name="connsiteX33" fmla="*/ 321435 w 2912392"/>
                <a:gd name="connsiteY33" fmla="*/ 225545 h 288448"/>
                <a:gd name="connsiteX34" fmla="*/ 331175 w 2912392"/>
                <a:gd name="connsiteY34" fmla="*/ 223439 h 288448"/>
                <a:gd name="connsiteX35" fmla="*/ 340916 w 2912392"/>
                <a:gd name="connsiteY35" fmla="*/ 221296 h 288448"/>
                <a:gd name="connsiteX36" fmla="*/ 350656 w 2912392"/>
                <a:gd name="connsiteY36" fmla="*/ 219113 h 288448"/>
                <a:gd name="connsiteX37" fmla="*/ 360396 w 2912392"/>
                <a:gd name="connsiteY37" fmla="*/ 216892 h 288448"/>
                <a:gd name="connsiteX38" fmla="*/ 370137 w 2912392"/>
                <a:gd name="connsiteY38" fmla="*/ 214632 h 288448"/>
                <a:gd name="connsiteX39" fmla="*/ 379878 w 2912392"/>
                <a:gd name="connsiteY39" fmla="*/ 212331 h 288448"/>
                <a:gd name="connsiteX40" fmla="*/ 389617 w 2912392"/>
                <a:gd name="connsiteY40" fmla="*/ 209992 h 288448"/>
                <a:gd name="connsiteX41" fmla="*/ 399358 w 2912392"/>
                <a:gd name="connsiteY41" fmla="*/ 207614 h 288448"/>
                <a:gd name="connsiteX42" fmla="*/ 409099 w 2912392"/>
                <a:gd name="connsiteY42" fmla="*/ 205199 h 288448"/>
                <a:gd name="connsiteX43" fmla="*/ 418839 w 2912392"/>
                <a:gd name="connsiteY43" fmla="*/ 202745 h 288448"/>
                <a:gd name="connsiteX44" fmla="*/ 428580 w 2912392"/>
                <a:gd name="connsiteY44" fmla="*/ 200256 h 288448"/>
                <a:gd name="connsiteX45" fmla="*/ 438321 w 2912392"/>
                <a:gd name="connsiteY45" fmla="*/ 197730 h 288448"/>
                <a:gd name="connsiteX46" fmla="*/ 448060 w 2912392"/>
                <a:gd name="connsiteY46" fmla="*/ 195171 h 288448"/>
                <a:gd name="connsiteX47" fmla="*/ 457801 w 2912392"/>
                <a:gd name="connsiteY47" fmla="*/ 192577 h 288448"/>
                <a:gd name="connsiteX48" fmla="*/ 467542 w 2912392"/>
                <a:gd name="connsiteY48" fmla="*/ 189953 h 288448"/>
                <a:gd name="connsiteX49" fmla="*/ 477281 w 2912392"/>
                <a:gd name="connsiteY49" fmla="*/ 187298 h 288448"/>
                <a:gd name="connsiteX50" fmla="*/ 487022 w 2912392"/>
                <a:gd name="connsiteY50" fmla="*/ 184616 h 288448"/>
                <a:gd name="connsiteX51" fmla="*/ 496763 w 2912392"/>
                <a:gd name="connsiteY51" fmla="*/ 181906 h 288448"/>
                <a:gd name="connsiteX52" fmla="*/ 506503 w 2912392"/>
                <a:gd name="connsiteY52" fmla="*/ 179174 h 288448"/>
                <a:gd name="connsiteX53" fmla="*/ 516244 w 2912392"/>
                <a:gd name="connsiteY53" fmla="*/ 176417 h 288448"/>
                <a:gd name="connsiteX54" fmla="*/ 525985 w 2912392"/>
                <a:gd name="connsiteY54" fmla="*/ 173643 h 288448"/>
                <a:gd name="connsiteX55" fmla="*/ 535724 w 2912392"/>
                <a:gd name="connsiteY55" fmla="*/ 170850 h 288448"/>
                <a:gd name="connsiteX56" fmla="*/ 545465 w 2912392"/>
                <a:gd name="connsiteY56" fmla="*/ 168041 h 288448"/>
                <a:gd name="connsiteX57" fmla="*/ 555206 w 2912392"/>
                <a:gd name="connsiteY57" fmla="*/ 165219 h 288448"/>
                <a:gd name="connsiteX58" fmla="*/ 564946 w 2912392"/>
                <a:gd name="connsiteY58" fmla="*/ 162385 h 288448"/>
                <a:gd name="connsiteX59" fmla="*/ 574687 w 2912392"/>
                <a:gd name="connsiteY59" fmla="*/ 159546 h 288448"/>
                <a:gd name="connsiteX60" fmla="*/ 584428 w 2912392"/>
                <a:gd name="connsiteY60" fmla="*/ 156700 h 288448"/>
                <a:gd name="connsiteX61" fmla="*/ 594167 w 2912392"/>
                <a:gd name="connsiteY61" fmla="*/ 153850 h 288448"/>
                <a:gd name="connsiteX62" fmla="*/ 603908 w 2912392"/>
                <a:gd name="connsiteY62" fmla="*/ 151000 h 288448"/>
                <a:gd name="connsiteX63" fmla="*/ 613649 w 2912392"/>
                <a:gd name="connsiteY63" fmla="*/ 148152 h 288448"/>
                <a:gd name="connsiteX64" fmla="*/ 623388 w 2912392"/>
                <a:gd name="connsiteY64" fmla="*/ 145310 h 288448"/>
                <a:gd name="connsiteX65" fmla="*/ 633129 w 2912392"/>
                <a:gd name="connsiteY65" fmla="*/ 142474 h 288448"/>
                <a:gd name="connsiteX66" fmla="*/ 642870 w 2912392"/>
                <a:gd name="connsiteY66" fmla="*/ 139648 h 288448"/>
                <a:gd name="connsiteX67" fmla="*/ 652610 w 2912392"/>
                <a:gd name="connsiteY67" fmla="*/ 136835 h 288448"/>
                <a:gd name="connsiteX68" fmla="*/ 662351 w 2912392"/>
                <a:gd name="connsiteY68" fmla="*/ 134037 h 288448"/>
                <a:gd name="connsiteX69" fmla="*/ 672092 w 2912392"/>
                <a:gd name="connsiteY69" fmla="*/ 131256 h 288448"/>
                <a:gd name="connsiteX70" fmla="*/ 681831 w 2912392"/>
                <a:gd name="connsiteY70" fmla="*/ 128493 h 288448"/>
                <a:gd name="connsiteX71" fmla="*/ 691572 w 2912392"/>
                <a:gd name="connsiteY71" fmla="*/ 125753 h 288448"/>
                <a:gd name="connsiteX72" fmla="*/ 701313 w 2912392"/>
                <a:gd name="connsiteY72" fmla="*/ 123037 h 288448"/>
                <a:gd name="connsiteX73" fmla="*/ 711052 w 2912392"/>
                <a:gd name="connsiteY73" fmla="*/ 120348 h 288448"/>
                <a:gd name="connsiteX74" fmla="*/ 720793 w 2912392"/>
                <a:gd name="connsiteY74" fmla="*/ 117687 h 288448"/>
                <a:gd name="connsiteX75" fmla="*/ 730534 w 2912392"/>
                <a:gd name="connsiteY75" fmla="*/ 115056 h 288448"/>
                <a:gd name="connsiteX76" fmla="*/ 740274 w 2912392"/>
                <a:gd name="connsiteY76" fmla="*/ 112456 h 288448"/>
                <a:gd name="connsiteX77" fmla="*/ 750015 w 2912392"/>
                <a:gd name="connsiteY77" fmla="*/ 109890 h 288448"/>
                <a:gd name="connsiteX78" fmla="*/ 759756 w 2912392"/>
                <a:gd name="connsiteY78" fmla="*/ 107361 h 288448"/>
                <a:gd name="connsiteX79" fmla="*/ 769495 w 2912392"/>
                <a:gd name="connsiteY79" fmla="*/ 104866 h 288448"/>
                <a:gd name="connsiteX80" fmla="*/ 779236 w 2912392"/>
                <a:gd name="connsiteY80" fmla="*/ 102411 h 288448"/>
                <a:gd name="connsiteX81" fmla="*/ 788977 w 2912392"/>
                <a:gd name="connsiteY81" fmla="*/ 99995 h 288448"/>
                <a:gd name="connsiteX82" fmla="*/ 798717 w 2912392"/>
                <a:gd name="connsiteY82" fmla="*/ 97618 h 288448"/>
                <a:gd name="connsiteX83" fmla="*/ 808458 w 2912392"/>
                <a:gd name="connsiteY83" fmla="*/ 95283 h 288448"/>
                <a:gd name="connsiteX84" fmla="*/ 818199 w 2912392"/>
                <a:gd name="connsiteY84" fmla="*/ 92991 h 288448"/>
                <a:gd name="connsiteX85" fmla="*/ 827938 w 2912392"/>
                <a:gd name="connsiteY85" fmla="*/ 90739 h 288448"/>
                <a:gd name="connsiteX86" fmla="*/ 837679 w 2912392"/>
                <a:gd name="connsiteY86" fmla="*/ 88531 h 288448"/>
                <a:gd name="connsiteX87" fmla="*/ 847420 w 2912392"/>
                <a:gd name="connsiteY87" fmla="*/ 86366 h 288448"/>
                <a:gd name="connsiteX88" fmla="*/ 857159 w 2912392"/>
                <a:gd name="connsiteY88" fmla="*/ 84245 h 288448"/>
                <a:gd name="connsiteX89" fmla="*/ 866900 w 2912392"/>
                <a:gd name="connsiteY89" fmla="*/ 82165 h 288448"/>
                <a:gd name="connsiteX90" fmla="*/ 876641 w 2912392"/>
                <a:gd name="connsiteY90" fmla="*/ 80130 h 288448"/>
                <a:gd name="connsiteX91" fmla="*/ 886381 w 2912392"/>
                <a:gd name="connsiteY91" fmla="*/ 78136 h 288448"/>
                <a:gd name="connsiteX92" fmla="*/ 896122 w 2912392"/>
                <a:gd name="connsiteY92" fmla="*/ 76184 h 288448"/>
                <a:gd name="connsiteX93" fmla="*/ 905863 w 2912392"/>
                <a:gd name="connsiteY93" fmla="*/ 74274 h 288448"/>
                <a:gd name="connsiteX94" fmla="*/ 915602 w 2912392"/>
                <a:gd name="connsiteY94" fmla="*/ 72406 h 288448"/>
                <a:gd name="connsiteX95" fmla="*/ 925343 w 2912392"/>
                <a:gd name="connsiteY95" fmla="*/ 70576 h 288448"/>
                <a:gd name="connsiteX96" fmla="*/ 935084 w 2912392"/>
                <a:gd name="connsiteY96" fmla="*/ 68786 h 288448"/>
                <a:gd name="connsiteX97" fmla="*/ 944824 w 2912392"/>
                <a:gd name="connsiteY97" fmla="*/ 67032 h 288448"/>
                <a:gd name="connsiteX98" fmla="*/ 954564 w 2912392"/>
                <a:gd name="connsiteY98" fmla="*/ 65314 h 288448"/>
                <a:gd name="connsiteX99" fmla="*/ 964305 w 2912392"/>
                <a:gd name="connsiteY99" fmla="*/ 63632 h 288448"/>
                <a:gd name="connsiteX100" fmla="*/ 974045 w 2912392"/>
                <a:gd name="connsiteY100" fmla="*/ 61983 h 288448"/>
                <a:gd name="connsiteX101" fmla="*/ 983786 w 2912392"/>
                <a:gd name="connsiteY101" fmla="*/ 60365 h 288448"/>
                <a:gd name="connsiteX102" fmla="*/ 993522 w 2912392"/>
                <a:gd name="connsiteY102" fmla="*/ 58776 h 288448"/>
                <a:gd name="connsiteX103" fmla="*/ 1003266 w 2912392"/>
                <a:gd name="connsiteY103" fmla="*/ 57216 h 288448"/>
                <a:gd name="connsiteX104" fmla="*/ 1013010 w 2912392"/>
                <a:gd name="connsiteY104" fmla="*/ 55685 h 288448"/>
                <a:gd name="connsiteX105" fmla="*/ 1022754 w 2912392"/>
                <a:gd name="connsiteY105" fmla="*/ 54176 h 288448"/>
                <a:gd name="connsiteX106" fmla="*/ 1032483 w 2912392"/>
                <a:gd name="connsiteY106" fmla="*/ 52690 h 288448"/>
                <a:gd name="connsiteX107" fmla="*/ 1042227 w 2912392"/>
                <a:gd name="connsiteY107" fmla="*/ 51227 h 288448"/>
                <a:gd name="connsiteX108" fmla="*/ 1051971 w 2912392"/>
                <a:gd name="connsiteY108" fmla="*/ 49782 h 288448"/>
                <a:gd name="connsiteX109" fmla="*/ 1061715 w 2912392"/>
                <a:gd name="connsiteY109" fmla="*/ 48355 h 288448"/>
                <a:gd name="connsiteX110" fmla="*/ 1071444 w 2912392"/>
                <a:gd name="connsiteY110" fmla="*/ 46942 h 288448"/>
                <a:gd name="connsiteX111" fmla="*/ 1081188 w 2912392"/>
                <a:gd name="connsiteY111" fmla="*/ 45545 h 288448"/>
                <a:gd name="connsiteX112" fmla="*/ 1090932 w 2912392"/>
                <a:gd name="connsiteY112" fmla="*/ 44158 h 288448"/>
                <a:gd name="connsiteX113" fmla="*/ 1100676 w 2912392"/>
                <a:gd name="connsiteY113" fmla="*/ 42782 h 288448"/>
                <a:gd name="connsiteX114" fmla="*/ 1110405 w 2912392"/>
                <a:gd name="connsiteY114" fmla="*/ 41416 h 288448"/>
                <a:gd name="connsiteX115" fmla="*/ 1120149 w 2912392"/>
                <a:gd name="connsiteY115" fmla="*/ 40059 h 288448"/>
                <a:gd name="connsiteX116" fmla="*/ 1129893 w 2912392"/>
                <a:gd name="connsiteY116" fmla="*/ 38706 h 288448"/>
                <a:gd name="connsiteX117" fmla="*/ 1139637 w 2912392"/>
                <a:gd name="connsiteY117" fmla="*/ 37359 h 288448"/>
                <a:gd name="connsiteX118" fmla="*/ 1149381 w 2912392"/>
                <a:gd name="connsiteY118" fmla="*/ 36017 h 288448"/>
                <a:gd name="connsiteX119" fmla="*/ 1159110 w 2912392"/>
                <a:gd name="connsiteY119" fmla="*/ 34677 h 288448"/>
                <a:gd name="connsiteX120" fmla="*/ 1168854 w 2912392"/>
                <a:gd name="connsiteY120" fmla="*/ 33341 h 288448"/>
                <a:gd name="connsiteX121" fmla="*/ 1178598 w 2912392"/>
                <a:gd name="connsiteY121" fmla="*/ 32007 h 288448"/>
                <a:gd name="connsiteX122" fmla="*/ 1188341 w 2912392"/>
                <a:gd name="connsiteY122" fmla="*/ 30675 h 288448"/>
                <a:gd name="connsiteX123" fmla="*/ 1198070 w 2912392"/>
                <a:gd name="connsiteY123" fmla="*/ 29345 h 288448"/>
                <a:gd name="connsiteX124" fmla="*/ 1207814 w 2912392"/>
                <a:gd name="connsiteY124" fmla="*/ 28018 h 288448"/>
                <a:gd name="connsiteX125" fmla="*/ 1217558 w 2912392"/>
                <a:gd name="connsiteY125" fmla="*/ 26691 h 288448"/>
                <a:gd name="connsiteX126" fmla="*/ 1227302 w 2912392"/>
                <a:gd name="connsiteY126" fmla="*/ 25370 h 288448"/>
                <a:gd name="connsiteX127" fmla="*/ 1237031 w 2912392"/>
                <a:gd name="connsiteY127" fmla="*/ 24051 h 288448"/>
                <a:gd name="connsiteX128" fmla="*/ 1246775 w 2912392"/>
                <a:gd name="connsiteY128" fmla="*/ 22739 h 288448"/>
                <a:gd name="connsiteX129" fmla="*/ 1256519 w 2912392"/>
                <a:gd name="connsiteY129" fmla="*/ 21434 h 288448"/>
                <a:gd name="connsiteX130" fmla="*/ 1266263 w 2912392"/>
                <a:gd name="connsiteY130" fmla="*/ 20136 h 288448"/>
                <a:gd name="connsiteX131" fmla="*/ 1276007 w 2912392"/>
                <a:gd name="connsiteY131" fmla="*/ 18849 h 288448"/>
                <a:gd name="connsiteX132" fmla="*/ 1285736 w 2912392"/>
                <a:gd name="connsiteY132" fmla="*/ 17573 h 288448"/>
                <a:gd name="connsiteX133" fmla="*/ 1295480 w 2912392"/>
                <a:gd name="connsiteY133" fmla="*/ 16314 h 288448"/>
                <a:gd name="connsiteX134" fmla="*/ 1305224 w 2912392"/>
                <a:gd name="connsiteY134" fmla="*/ 15072 h 288448"/>
                <a:gd name="connsiteX135" fmla="*/ 1314968 w 2912392"/>
                <a:gd name="connsiteY135" fmla="*/ 13850 h 288448"/>
                <a:gd name="connsiteX136" fmla="*/ 1324697 w 2912392"/>
                <a:gd name="connsiteY136" fmla="*/ 12652 h 288448"/>
                <a:gd name="connsiteX137" fmla="*/ 1334441 w 2912392"/>
                <a:gd name="connsiteY137" fmla="*/ 11483 h 288448"/>
                <a:gd name="connsiteX138" fmla="*/ 1344185 w 2912392"/>
                <a:gd name="connsiteY138" fmla="*/ 10343 h 288448"/>
                <a:gd name="connsiteX139" fmla="*/ 1353929 w 2912392"/>
                <a:gd name="connsiteY139" fmla="*/ 9239 h 288448"/>
                <a:gd name="connsiteX140" fmla="*/ 1363658 w 2912392"/>
                <a:gd name="connsiteY140" fmla="*/ 8172 h 288448"/>
                <a:gd name="connsiteX141" fmla="*/ 1373402 w 2912392"/>
                <a:gd name="connsiteY141" fmla="*/ 7150 h 288448"/>
                <a:gd name="connsiteX142" fmla="*/ 1383146 w 2912392"/>
                <a:gd name="connsiteY142" fmla="*/ 6176 h 288448"/>
                <a:gd name="connsiteX143" fmla="*/ 1392890 w 2912392"/>
                <a:gd name="connsiteY143" fmla="*/ 5253 h 288448"/>
                <a:gd name="connsiteX144" fmla="*/ 1402619 w 2912392"/>
                <a:gd name="connsiteY144" fmla="*/ 4389 h 288448"/>
                <a:gd name="connsiteX145" fmla="*/ 1412363 w 2912392"/>
                <a:gd name="connsiteY145" fmla="*/ 3586 h 288448"/>
                <a:gd name="connsiteX146" fmla="*/ 1422106 w 2912392"/>
                <a:gd name="connsiteY146" fmla="*/ 2850 h 288448"/>
                <a:gd name="connsiteX147" fmla="*/ 1431850 w 2912392"/>
                <a:gd name="connsiteY147" fmla="*/ 2187 h 288448"/>
                <a:gd name="connsiteX148" fmla="*/ 1441594 w 2912392"/>
                <a:gd name="connsiteY148" fmla="*/ 1600 h 288448"/>
                <a:gd name="connsiteX149" fmla="*/ 1451323 w 2912392"/>
                <a:gd name="connsiteY149" fmla="*/ 1097 h 288448"/>
                <a:gd name="connsiteX150" fmla="*/ 1461067 w 2912392"/>
                <a:gd name="connsiteY150" fmla="*/ 681 h 288448"/>
                <a:gd name="connsiteX151" fmla="*/ 1470811 w 2912392"/>
                <a:gd name="connsiteY151" fmla="*/ 359 h 288448"/>
                <a:gd name="connsiteX152" fmla="*/ 1480555 w 2912392"/>
                <a:gd name="connsiteY152" fmla="*/ 134 h 288448"/>
                <a:gd name="connsiteX153" fmla="*/ 1490284 w 2912392"/>
                <a:gd name="connsiteY153" fmla="*/ 13 h 288448"/>
                <a:gd name="connsiteX154" fmla="*/ 1500028 w 2912392"/>
                <a:gd name="connsiteY154" fmla="*/ 0 h 288448"/>
                <a:gd name="connsiteX155" fmla="*/ 1509772 w 2912392"/>
                <a:gd name="connsiteY155" fmla="*/ 101 h 288448"/>
                <a:gd name="connsiteX156" fmla="*/ 1519516 w 2912392"/>
                <a:gd name="connsiteY156" fmla="*/ 319 h 288448"/>
                <a:gd name="connsiteX157" fmla="*/ 1529245 w 2912392"/>
                <a:gd name="connsiteY157" fmla="*/ 658 h 288448"/>
                <a:gd name="connsiteX158" fmla="*/ 1538989 w 2912392"/>
                <a:gd name="connsiteY158" fmla="*/ 1126 h 288448"/>
                <a:gd name="connsiteX159" fmla="*/ 1548733 w 2912392"/>
                <a:gd name="connsiteY159" fmla="*/ 1724 h 288448"/>
                <a:gd name="connsiteX160" fmla="*/ 1558477 w 2912392"/>
                <a:gd name="connsiteY160" fmla="*/ 2457 h 288448"/>
                <a:gd name="connsiteX161" fmla="*/ 1568221 w 2912392"/>
                <a:gd name="connsiteY161" fmla="*/ 3328 h 288448"/>
                <a:gd name="connsiteX162" fmla="*/ 1577950 w 2912392"/>
                <a:gd name="connsiteY162" fmla="*/ 4340 h 288448"/>
                <a:gd name="connsiteX163" fmla="*/ 1587694 w 2912392"/>
                <a:gd name="connsiteY163" fmla="*/ 5498 h 288448"/>
                <a:gd name="connsiteX164" fmla="*/ 1597438 w 2912392"/>
                <a:gd name="connsiteY164" fmla="*/ 6801 h 288448"/>
                <a:gd name="connsiteX165" fmla="*/ 1607182 w 2912392"/>
                <a:gd name="connsiteY165" fmla="*/ 8254 h 288448"/>
                <a:gd name="connsiteX166" fmla="*/ 1616911 w 2912392"/>
                <a:gd name="connsiteY166" fmla="*/ 9857 h 288448"/>
                <a:gd name="connsiteX167" fmla="*/ 1626655 w 2912392"/>
                <a:gd name="connsiteY167" fmla="*/ 11614 h 288448"/>
                <a:gd name="connsiteX168" fmla="*/ 1636399 w 2912392"/>
                <a:gd name="connsiteY168" fmla="*/ 13522 h 288448"/>
                <a:gd name="connsiteX169" fmla="*/ 1646142 w 2912392"/>
                <a:gd name="connsiteY169" fmla="*/ 15584 h 288448"/>
                <a:gd name="connsiteX170" fmla="*/ 1655872 w 2912392"/>
                <a:gd name="connsiteY170" fmla="*/ 17800 h 288448"/>
                <a:gd name="connsiteX171" fmla="*/ 1665616 w 2912392"/>
                <a:gd name="connsiteY171" fmla="*/ 20169 h 288448"/>
                <a:gd name="connsiteX172" fmla="*/ 1675359 w 2912392"/>
                <a:gd name="connsiteY172" fmla="*/ 22690 h 288448"/>
                <a:gd name="connsiteX173" fmla="*/ 1685103 w 2912392"/>
                <a:gd name="connsiteY173" fmla="*/ 25360 h 288448"/>
                <a:gd name="connsiteX174" fmla="*/ 1694832 w 2912392"/>
                <a:gd name="connsiteY174" fmla="*/ 28178 h 288448"/>
                <a:gd name="connsiteX175" fmla="*/ 1704576 w 2912392"/>
                <a:gd name="connsiteY175" fmla="*/ 31143 h 288448"/>
                <a:gd name="connsiteX176" fmla="*/ 1714320 w 2912392"/>
                <a:gd name="connsiteY176" fmla="*/ 34251 h 288448"/>
                <a:gd name="connsiteX177" fmla="*/ 1724064 w 2912392"/>
                <a:gd name="connsiteY177" fmla="*/ 37496 h 288448"/>
                <a:gd name="connsiteX178" fmla="*/ 1733808 w 2912392"/>
                <a:gd name="connsiteY178" fmla="*/ 40877 h 288448"/>
                <a:gd name="connsiteX179" fmla="*/ 1743537 w 2912392"/>
                <a:gd name="connsiteY179" fmla="*/ 44388 h 288448"/>
                <a:gd name="connsiteX180" fmla="*/ 1753281 w 2912392"/>
                <a:gd name="connsiteY180" fmla="*/ 48024 h 288448"/>
                <a:gd name="connsiteX181" fmla="*/ 1763025 w 2912392"/>
                <a:gd name="connsiteY181" fmla="*/ 51778 h 288448"/>
                <a:gd name="connsiteX182" fmla="*/ 1772769 w 2912392"/>
                <a:gd name="connsiteY182" fmla="*/ 55646 h 288448"/>
                <a:gd name="connsiteX183" fmla="*/ 1782498 w 2912392"/>
                <a:gd name="connsiteY183" fmla="*/ 59620 h 288448"/>
                <a:gd name="connsiteX184" fmla="*/ 1792242 w 2912392"/>
                <a:gd name="connsiteY184" fmla="*/ 63693 h 288448"/>
                <a:gd name="connsiteX185" fmla="*/ 1801986 w 2912392"/>
                <a:gd name="connsiteY185" fmla="*/ 67857 h 288448"/>
                <a:gd name="connsiteX186" fmla="*/ 1811730 w 2912392"/>
                <a:gd name="connsiteY186" fmla="*/ 72105 h 288448"/>
                <a:gd name="connsiteX187" fmla="*/ 1821459 w 2912392"/>
                <a:gd name="connsiteY187" fmla="*/ 76429 h 288448"/>
                <a:gd name="connsiteX188" fmla="*/ 1831203 w 2912392"/>
                <a:gd name="connsiteY188" fmla="*/ 80818 h 288448"/>
                <a:gd name="connsiteX189" fmla="*/ 1840947 w 2912392"/>
                <a:gd name="connsiteY189" fmla="*/ 85264 h 288448"/>
                <a:gd name="connsiteX190" fmla="*/ 1850691 w 2912392"/>
                <a:gd name="connsiteY190" fmla="*/ 89759 h 288448"/>
                <a:gd name="connsiteX191" fmla="*/ 1860435 w 2912392"/>
                <a:gd name="connsiteY191" fmla="*/ 94291 h 288448"/>
                <a:gd name="connsiteX192" fmla="*/ 1870164 w 2912392"/>
                <a:gd name="connsiteY192" fmla="*/ 98850 h 288448"/>
                <a:gd name="connsiteX193" fmla="*/ 1879908 w 2912392"/>
                <a:gd name="connsiteY193" fmla="*/ 103429 h 288448"/>
                <a:gd name="connsiteX194" fmla="*/ 1889652 w 2912392"/>
                <a:gd name="connsiteY194" fmla="*/ 108013 h 288448"/>
                <a:gd name="connsiteX195" fmla="*/ 1899395 w 2912392"/>
                <a:gd name="connsiteY195" fmla="*/ 112595 h 288448"/>
                <a:gd name="connsiteX196" fmla="*/ 1909124 w 2912392"/>
                <a:gd name="connsiteY196" fmla="*/ 117163 h 288448"/>
                <a:gd name="connsiteX197" fmla="*/ 1918868 w 2912392"/>
                <a:gd name="connsiteY197" fmla="*/ 121704 h 288448"/>
                <a:gd name="connsiteX198" fmla="*/ 1928612 w 2912392"/>
                <a:gd name="connsiteY198" fmla="*/ 126209 h 288448"/>
                <a:gd name="connsiteX199" fmla="*/ 1938356 w 2912392"/>
                <a:gd name="connsiteY199" fmla="*/ 130669 h 288448"/>
                <a:gd name="connsiteX200" fmla="*/ 1948085 w 2912392"/>
                <a:gd name="connsiteY200" fmla="*/ 135070 h 288448"/>
                <a:gd name="connsiteX201" fmla="*/ 1957829 w 2912392"/>
                <a:gd name="connsiteY201" fmla="*/ 139401 h 288448"/>
                <a:gd name="connsiteX202" fmla="*/ 1967573 w 2912392"/>
                <a:gd name="connsiteY202" fmla="*/ 143653 h 288448"/>
                <a:gd name="connsiteX203" fmla="*/ 1977317 w 2912392"/>
                <a:gd name="connsiteY203" fmla="*/ 147816 h 288448"/>
                <a:gd name="connsiteX204" fmla="*/ 1987046 w 2912392"/>
                <a:gd name="connsiteY204" fmla="*/ 151877 h 288448"/>
                <a:gd name="connsiteX205" fmla="*/ 1996790 w 2912392"/>
                <a:gd name="connsiteY205" fmla="*/ 155827 h 288448"/>
                <a:gd name="connsiteX206" fmla="*/ 2006534 w 2912392"/>
                <a:gd name="connsiteY206" fmla="*/ 159657 h 288448"/>
                <a:gd name="connsiteX207" fmla="*/ 2016278 w 2912392"/>
                <a:gd name="connsiteY207" fmla="*/ 163355 h 288448"/>
                <a:gd name="connsiteX208" fmla="*/ 2026022 w 2912392"/>
                <a:gd name="connsiteY208" fmla="*/ 166915 h 288448"/>
                <a:gd name="connsiteX209" fmla="*/ 2035751 w 2912392"/>
                <a:gd name="connsiteY209" fmla="*/ 170325 h 288448"/>
                <a:gd name="connsiteX210" fmla="*/ 2045495 w 2912392"/>
                <a:gd name="connsiteY210" fmla="*/ 173578 h 288448"/>
                <a:gd name="connsiteX211" fmla="*/ 2055239 w 2912392"/>
                <a:gd name="connsiteY211" fmla="*/ 176663 h 288448"/>
                <a:gd name="connsiteX212" fmla="*/ 2064983 w 2912392"/>
                <a:gd name="connsiteY212" fmla="*/ 179576 h 288448"/>
                <a:gd name="connsiteX213" fmla="*/ 2074712 w 2912392"/>
                <a:gd name="connsiteY213" fmla="*/ 182307 h 288448"/>
                <a:gd name="connsiteX214" fmla="*/ 2084456 w 2912392"/>
                <a:gd name="connsiteY214" fmla="*/ 184850 h 288448"/>
                <a:gd name="connsiteX215" fmla="*/ 2094200 w 2912392"/>
                <a:gd name="connsiteY215" fmla="*/ 187198 h 288448"/>
                <a:gd name="connsiteX216" fmla="*/ 2103944 w 2912392"/>
                <a:gd name="connsiteY216" fmla="*/ 189348 h 288448"/>
                <a:gd name="connsiteX217" fmla="*/ 2113673 w 2912392"/>
                <a:gd name="connsiteY217" fmla="*/ 191293 h 288448"/>
                <a:gd name="connsiteX218" fmla="*/ 2123417 w 2912392"/>
                <a:gd name="connsiteY218" fmla="*/ 193027 h 288448"/>
                <a:gd name="connsiteX219" fmla="*/ 2133161 w 2912392"/>
                <a:gd name="connsiteY219" fmla="*/ 194546 h 288448"/>
                <a:gd name="connsiteX220" fmla="*/ 2142905 w 2912392"/>
                <a:gd name="connsiteY220" fmla="*/ 195850 h 288448"/>
                <a:gd name="connsiteX221" fmla="*/ 2152649 w 2912392"/>
                <a:gd name="connsiteY221" fmla="*/ 196935 h 288448"/>
                <a:gd name="connsiteX222" fmla="*/ 2162377 w 2912392"/>
                <a:gd name="connsiteY222" fmla="*/ 197796 h 288448"/>
                <a:gd name="connsiteX223" fmla="*/ 2172121 w 2912392"/>
                <a:gd name="connsiteY223" fmla="*/ 198435 h 288448"/>
                <a:gd name="connsiteX224" fmla="*/ 2181865 w 2912392"/>
                <a:gd name="connsiteY224" fmla="*/ 198849 h 288448"/>
                <a:gd name="connsiteX225" fmla="*/ 2191609 w 2912392"/>
                <a:gd name="connsiteY225" fmla="*/ 199040 h 288448"/>
                <a:gd name="connsiteX226" fmla="*/ 2201338 w 2912392"/>
                <a:gd name="connsiteY226" fmla="*/ 199007 h 288448"/>
                <a:gd name="connsiteX227" fmla="*/ 2211082 w 2912392"/>
                <a:gd name="connsiteY227" fmla="*/ 198752 h 288448"/>
                <a:gd name="connsiteX228" fmla="*/ 2220826 w 2912392"/>
                <a:gd name="connsiteY228" fmla="*/ 198277 h 288448"/>
                <a:gd name="connsiteX229" fmla="*/ 2230570 w 2912392"/>
                <a:gd name="connsiteY229" fmla="*/ 197583 h 288448"/>
                <a:gd name="connsiteX230" fmla="*/ 2240299 w 2912392"/>
                <a:gd name="connsiteY230" fmla="*/ 196674 h 288448"/>
                <a:gd name="connsiteX231" fmla="*/ 2250043 w 2912392"/>
                <a:gd name="connsiteY231" fmla="*/ 195554 h 288448"/>
                <a:gd name="connsiteX232" fmla="*/ 2259787 w 2912392"/>
                <a:gd name="connsiteY232" fmla="*/ 194228 h 288448"/>
                <a:gd name="connsiteX233" fmla="*/ 2269531 w 2912392"/>
                <a:gd name="connsiteY233" fmla="*/ 192697 h 288448"/>
                <a:gd name="connsiteX234" fmla="*/ 2279260 w 2912392"/>
                <a:gd name="connsiteY234" fmla="*/ 190972 h 288448"/>
                <a:gd name="connsiteX235" fmla="*/ 2289004 w 2912392"/>
                <a:gd name="connsiteY235" fmla="*/ 189056 h 288448"/>
                <a:gd name="connsiteX236" fmla="*/ 2298748 w 2912392"/>
                <a:gd name="connsiteY236" fmla="*/ 186957 h 288448"/>
                <a:gd name="connsiteX237" fmla="*/ 2308492 w 2912392"/>
                <a:gd name="connsiteY237" fmla="*/ 184680 h 288448"/>
                <a:gd name="connsiteX238" fmla="*/ 2318236 w 2912392"/>
                <a:gd name="connsiteY238" fmla="*/ 182234 h 288448"/>
                <a:gd name="connsiteX239" fmla="*/ 2327965 w 2912392"/>
                <a:gd name="connsiteY239" fmla="*/ 179628 h 288448"/>
                <a:gd name="connsiteX240" fmla="*/ 2337709 w 2912392"/>
                <a:gd name="connsiteY240" fmla="*/ 176867 h 288448"/>
                <a:gd name="connsiteX241" fmla="*/ 2347453 w 2912392"/>
                <a:gd name="connsiteY241" fmla="*/ 173963 h 288448"/>
                <a:gd name="connsiteX242" fmla="*/ 2357197 w 2912392"/>
                <a:gd name="connsiteY242" fmla="*/ 170924 h 288448"/>
                <a:gd name="connsiteX243" fmla="*/ 2366926 w 2912392"/>
                <a:gd name="connsiteY243" fmla="*/ 167759 h 288448"/>
                <a:gd name="connsiteX244" fmla="*/ 2376670 w 2912392"/>
                <a:gd name="connsiteY244" fmla="*/ 164479 h 288448"/>
                <a:gd name="connsiteX245" fmla="*/ 2386413 w 2912392"/>
                <a:gd name="connsiteY245" fmla="*/ 161092 h 288448"/>
                <a:gd name="connsiteX246" fmla="*/ 2396157 w 2912392"/>
                <a:gd name="connsiteY246" fmla="*/ 157610 h 288448"/>
                <a:gd name="connsiteX247" fmla="*/ 2405886 w 2912392"/>
                <a:gd name="connsiteY247" fmla="*/ 154044 h 288448"/>
                <a:gd name="connsiteX248" fmla="*/ 2415630 w 2912392"/>
                <a:gd name="connsiteY248" fmla="*/ 150402 h 288448"/>
                <a:gd name="connsiteX249" fmla="*/ 2425374 w 2912392"/>
                <a:gd name="connsiteY249" fmla="*/ 146697 h 288448"/>
                <a:gd name="connsiteX250" fmla="*/ 2435118 w 2912392"/>
                <a:gd name="connsiteY250" fmla="*/ 142936 h 288448"/>
                <a:gd name="connsiteX251" fmla="*/ 2444862 w 2912392"/>
                <a:gd name="connsiteY251" fmla="*/ 139134 h 288448"/>
                <a:gd name="connsiteX252" fmla="*/ 2454591 w 2912392"/>
                <a:gd name="connsiteY252" fmla="*/ 135301 h 288448"/>
                <a:gd name="connsiteX253" fmla="*/ 2464335 w 2912392"/>
                <a:gd name="connsiteY253" fmla="*/ 131445 h 288448"/>
                <a:gd name="connsiteX254" fmla="*/ 2474079 w 2912392"/>
                <a:gd name="connsiteY254" fmla="*/ 127578 h 288448"/>
                <a:gd name="connsiteX255" fmla="*/ 2483823 w 2912392"/>
                <a:gd name="connsiteY255" fmla="*/ 123712 h 288448"/>
                <a:gd name="connsiteX256" fmla="*/ 2493552 w 2912392"/>
                <a:gd name="connsiteY256" fmla="*/ 119855 h 288448"/>
                <a:gd name="connsiteX257" fmla="*/ 2503296 w 2912392"/>
                <a:gd name="connsiteY257" fmla="*/ 116018 h 288448"/>
                <a:gd name="connsiteX258" fmla="*/ 2513040 w 2912392"/>
                <a:gd name="connsiteY258" fmla="*/ 112212 h 288448"/>
                <a:gd name="connsiteX259" fmla="*/ 2522784 w 2912392"/>
                <a:gd name="connsiteY259" fmla="*/ 108444 h 288448"/>
                <a:gd name="connsiteX260" fmla="*/ 2532513 w 2912392"/>
                <a:gd name="connsiteY260" fmla="*/ 104725 h 288448"/>
                <a:gd name="connsiteX261" fmla="*/ 2542257 w 2912392"/>
                <a:gd name="connsiteY261" fmla="*/ 101063 h 288448"/>
                <a:gd name="connsiteX262" fmla="*/ 2552001 w 2912392"/>
                <a:gd name="connsiteY262" fmla="*/ 97468 h 288448"/>
                <a:gd name="connsiteX263" fmla="*/ 2561745 w 2912392"/>
                <a:gd name="connsiteY263" fmla="*/ 93947 h 288448"/>
                <a:gd name="connsiteX264" fmla="*/ 2571474 w 2912392"/>
                <a:gd name="connsiteY264" fmla="*/ 90508 h 288448"/>
                <a:gd name="connsiteX265" fmla="*/ 2581218 w 2912392"/>
                <a:gd name="connsiteY265" fmla="*/ 87159 h 288448"/>
                <a:gd name="connsiteX266" fmla="*/ 2590962 w 2912392"/>
                <a:gd name="connsiteY266" fmla="*/ 83907 h 288448"/>
                <a:gd name="connsiteX267" fmla="*/ 2600705 w 2912392"/>
                <a:gd name="connsiteY267" fmla="*/ 80757 h 288448"/>
                <a:gd name="connsiteX268" fmla="*/ 2610449 w 2912392"/>
                <a:gd name="connsiteY268" fmla="*/ 77716 h 288448"/>
                <a:gd name="connsiteX269" fmla="*/ 2620178 w 2912392"/>
                <a:gd name="connsiteY269" fmla="*/ 74790 h 288448"/>
                <a:gd name="connsiteX270" fmla="*/ 2629922 w 2912392"/>
                <a:gd name="connsiteY270" fmla="*/ 71984 h 288448"/>
                <a:gd name="connsiteX271" fmla="*/ 2639666 w 2912392"/>
                <a:gd name="connsiteY271" fmla="*/ 69301 h 288448"/>
                <a:gd name="connsiteX272" fmla="*/ 2649410 w 2912392"/>
                <a:gd name="connsiteY272" fmla="*/ 66747 h 288448"/>
                <a:gd name="connsiteX273" fmla="*/ 2659139 w 2912392"/>
                <a:gd name="connsiteY273" fmla="*/ 64323 h 288448"/>
                <a:gd name="connsiteX274" fmla="*/ 2668883 w 2912392"/>
                <a:gd name="connsiteY274" fmla="*/ 62033 h 288448"/>
                <a:gd name="connsiteX275" fmla="*/ 2678627 w 2912392"/>
                <a:gd name="connsiteY275" fmla="*/ 59879 h 288448"/>
                <a:gd name="connsiteX276" fmla="*/ 2688371 w 2912392"/>
                <a:gd name="connsiteY276" fmla="*/ 57863 h 288448"/>
                <a:gd name="connsiteX277" fmla="*/ 2698100 w 2912392"/>
                <a:gd name="connsiteY277" fmla="*/ 55986 h 288448"/>
                <a:gd name="connsiteX278" fmla="*/ 2707844 w 2912392"/>
                <a:gd name="connsiteY278" fmla="*/ 54249 h 288448"/>
                <a:gd name="connsiteX279" fmla="*/ 2717588 w 2912392"/>
                <a:gd name="connsiteY279" fmla="*/ 52650 h 288448"/>
                <a:gd name="connsiteX280" fmla="*/ 2727332 w 2912392"/>
                <a:gd name="connsiteY280" fmla="*/ 51190 h 288448"/>
                <a:gd name="connsiteX281" fmla="*/ 2737076 w 2912392"/>
                <a:gd name="connsiteY281" fmla="*/ 49868 h 288448"/>
                <a:gd name="connsiteX282" fmla="*/ 2746805 w 2912392"/>
                <a:gd name="connsiteY282" fmla="*/ 48684 h 288448"/>
                <a:gd name="connsiteX283" fmla="*/ 2756549 w 2912392"/>
                <a:gd name="connsiteY283" fmla="*/ 47632 h 288448"/>
                <a:gd name="connsiteX284" fmla="*/ 2766293 w 2912392"/>
                <a:gd name="connsiteY284" fmla="*/ 46714 h 288448"/>
                <a:gd name="connsiteX285" fmla="*/ 2776037 w 2912392"/>
                <a:gd name="connsiteY285" fmla="*/ 45923 h 288448"/>
                <a:gd name="connsiteX286" fmla="*/ 2785766 w 2912392"/>
                <a:gd name="connsiteY286" fmla="*/ 45259 h 288448"/>
                <a:gd name="connsiteX287" fmla="*/ 2795510 w 2912392"/>
                <a:gd name="connsiteY287" fmla="*/ 44716 h 288448"/>
                <a:gd name="connsiteX288" fmla="*/ 2805254 w 2912392"/>
                <a:gd name="connsiteY288" fmla="*/ 44290 h 288448"/>
                <a:gd name="connsiteX289" fmla="*/ 2814998 w 2912392"/>
                <a:gd name="connsiteY289" fmla="*/ 43977 h 288448"/>
                <a:gd name="connsiteX290" fmla="*/ 2824727 w 2912392"/>
                <a:gd name="connsiteY290" fmla="*/ 43773 h 288448"/>
                <a:gd name="connsiteX291" fmla="*/ 2834471 w 2912392"/>
                <a:gd name="connsiteY291" fmla="*/ 43672 h 288448"/>
                <a:gd name="connsiteX292" fmla="*/ 2844215 w 2912392"/>
                <a:gd name="connsiteY292" fmla="*/ 43667 h 288448"/>
                <a:gd name="connsiteX293" fmla="*/ 2853958 w 2912392"/>
                <a:gd name="connsiteY293" fmla="*/ 43755 h 288448"/>
                <a:gd name="connsiteX294" fmla="*/ 2863687 w 2912392"/>
                <a:gd name="connsiteY294" fmla="*/ 43928 h 288448"/>
                <a:gd name="connsiteX295" fmla="*/ 2873431 w 2912392"/>
                <a:gd name="connsiteY295" fmla="*/ 44181 h 288448"/>
                <a:gd name="connsiteX296" fmla="*/ 2883175 w 2912392"/>
                <a:gd name="connsiteY296" fmla="*/ 44508 h 288448"/>
                <a:gd name="connsiteX297" fmla="*/ 2892919 w 2912392"/>
                <a:gd name="connsiteY297" fmla="*/ 44901 h 288448"/>
                <a:gd name="connsiteX298" fmla="*/ 2902663 w 2912392"/>
                <a:gd name="connsiteY298" fmla="*/ 45355 h 288448"/>
                <a:gd name="connsiteX299" fmla="*/ 2912392 w 2912392"/>
                <a:gd name="connsiteY299" fmla="*/ 45863 h 288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288448">
                  <a:moveTo>
                    <a:pt x="0" y="288449"/>
                  </a:moveTo>
                  <a:lnTo>
                    <a:pt x="9739" y="286104"/>
                  </a:lnTo>
                  <a:lnTo>
                    <a:pt x="19480" y="283830"/>
                  </a:lnTo>
                  <a:lnTo>
                    <a:pt x="29221" y="281623"/>
                  </a:lnTo>
                  <a:lnTo>
                    <a:pt x="38961" y="279481"/>
                  </a:lnTo>
                  <a:lnTo>
                    <a:pt x="48702" y="277397"/>
                  </a:lnTo>
                  <a:lnTo>
                    <a:pt x="58443" y="275367"/>
                  </a:lnTo>
                  <a:lnTo>
                    <a:pt x="68182" y="273386"/>
                  </a:lnTo>
                  <a:lnTo>
                    <a:pt x="77923" y="271450"/>
                  </a:lnTo>
                  <a:lnTo>
                    <a:pt x="87664" y="269554"/>
                  </a:lnTo>
                  <a:lnTo>
                    <a:pt x="97404" y="267693"/>
                  </a:lnTo>
                  <a:lnTo>
                    <a:pt x="107145" y="265863"/>
                  </a:lnTo>
                  <a:lnTo>
                    <a:pt x="116886" y="264059"/>
                  </a:lnTo>
                  <a:lnTo>
                    <a:pt x="126625" y="262277"/>
                  </a:lnTo>
                  <a:lnTo>
                    <a:pt x="136366" y="260513"/>
                  </a:lnTo>
                  <a:lnTo>
                    <a:pt x="146107" y="258763"/>
                  </a:lnTo>
                  <a:lnTo>
                    <a:pt x="155846" y="257021"/>
                  </a:lnTo>
                  <a:lnTo>
                    <a:pt x="165587" y="255285"/>
                  </a:lnTo>
                  <a:lnTo>
                    <a:pt x="175328" y="253551"/>
                  </a:lnTo>
                  <a:lnTo>
                    <a:pt x="185068" y="251814"/>
                  </a:lnTo>
                  <a:lnTo>
                    <a:pt x="194809" y="250070"/>
                  </a:lnTo>
                  <a:lnTo>
                    <a:pt x="204550" y="248317"/>
                  </a:lnTo>
                  <a:lnTo>
                    <a:pt x="214289" y="246551"/>
                  </a:lnTo>
                  <a:lnTo>
                    <a:pt x="224030" y="244771"/>
                  </a:lnTo>
                  <a:lnTo>
                    <a:pt x="233771" y="242971"/>
                  </a:lnTo>
                  <a:lnTo>
                    <a:pt x="243510" y="241150"/>
                  </a:lnTo>
                  <a:lnTo>
                    <a:pt x="253251" y="239304"/>
                  </a:lnTo>
                  <a:lnTo>
                    <a:pt x="262992" y="237433"/>
                  </a:lnTo>
                  <a:lnTo>
                    <a:pt x="272732" y="235533"/>
                  </a:lnTo>
                  <a:lnTo>
                    <a:pt x="282473" y="233603"/>
                  </a:lnTo>
                  <a:lnTo>
                    <a:pt x="292214" y="231640"/>
                  </a:lnTo>
                  <a:lnTo>
                    <a:pt x="301953" y="229644"/>
                  </a:lnTo>
                  <a:lnTo>
                    <a:pt x="311694" y="227613"/>
                  </a:lnTo>
                  <a:lnTo>
                    <a:pt x="321435" y="225545"/>
                  </a:lnTo>
                  <a:lnTo>
                    <a:pt x="331175" y="223439"/>
                  </a:lnTo>
                  <a:lnTo>
                    <a:pt x="340916" y="221296"/>
                  </a:lnTo>
                  <a:lnTo>
                    <a:pt x="350656" y="219113"/>
                  </a:lnTo>
                  <a:lnTo>
                    <a:pt x="360396" y="216892"/>
                  </a:lnTo>
                  <a:lnTo>
                    <a:pt x="370137" y="214632"/>
                  </a:lnTo>
                  <a:lnTo>
                    <a:pt x="379878" y="212331"/>
                  </a:lnTo>
                  <a:lnTo>
                    <a:pt x="389617" y="209992"/>
                  </a:lnTo>
                  <a:lnTo>
                    <a:pt x="399358" y="207614"/>
                  </a:lnTo>
                  <a:lnTo>
                    <a:pt x="409099" y="205199"/>
                  </a:lnTo>
                  <a:lnTo>
                    <a:pt x="418839" y="202745"/>
                  </a:lnTo>
                  <a:lnTo>
                    <a:pt x="428580" y="200256"/>
                  </a:lnTo>
                  <a:lnTo>
                    <a:pt x="438321" y="197730"/>
                  </a:lnTo>
                  <a:lnTo>
                    <a:pt x="448060" y="195171"/>
                  </a:lnTo>
                  <a:lnTo>
                    <a:pt x="457801" y="192577"/>
                  </a:lnTo>
                  <a:lnTo>
                    <a:pt x="467542" y="189953"/>
                  </a:lnTo>
                  <a:lnTo>
                    <a:pt x="477281" y="187298"/>
                  </a:lnTo>
                  <a:lnTo>
                    <a:pt x="487022" y="184616"/>
                  </a:lnTo>
                  <a:lnTo>
                    <a:pt x="496763" y="181906"/>
                  </a:lnTo>
                  <a:lnTo>
                    <a:pt x="506503" y="179174"/>
                  </a:lnTo>
                  <a:lnTo>
                    <a:pt x="516244" y="176417"/>
                  </a:lnTo>
                  <a:lnTo>
                    <a:pt x="525985" y="173643"/>
                  </a:lnTo>
                  <a:lnTo>
                    <a:pt x="535724" y="170850"/>
                  </a:lnTo>
                  <a:lnTo>
                    <a:pt x="545465" y="168041"/>
                  </a:lnTo>
                  <a:lnTo>
                    <a:pt x="555206" y="165219"/>
                  </a:lnTo>
                  <a:lnTo>
                    <a:pt x="564946" y="162385"/>
                  </a:lnTo>
                  <a:lnTo>
                    <a:pt x="574687" y="159546"/>
                  </a:lnTo>
                  <a:lnTo>
                    <a:pt x="584428" y="156700"/>
                  </a:lnTo>
                  <a:lnTo>
                    <a:pt x="594167" y="153850"/>
                  </a:lnTo>
                  <a:lnTo>
                    <a:pt x="603908" y="151000"/>
                  </a:lnTo>
                  <a:lnTo>
                    <a:pt x="613649" y="148152"/>
                  </a:lnTo>
                  <a:lnTo>
                    <a:pt x="623388" y="145310"/>
                  </a:lnTo>
                  <a:lnTo>
                    <a:pt x="633129" y="142474"/>
                  </a:lnTo>
                  <a:lnTo>
                    <a:pt x="642870" y="139648"/>
                  </a:lnTo>
                  <a:lnTo>
                    <a:pt x="652610" y="136835"/>
                  </a:lnTo>
                  <a:lnTo>
                    <a:pt x="662351" y="134037"/>
                  </a:lnTo>
                  <a:lnTo>
                    <a:pt x="672092" y="131256"/>
                  </a:lnTo>
                  <a:lnTo>
                    <a:pt x="681831" y="128493"/>
                  </a:lnTo>
                  <a:lnTo>
                    <a:pt x="691572" y="125753"/>
                  </a:lnTo>
                  <a:lnTo>
                    <a:pt x="701313" y="123037"/>
                  </a:lnTo>
                  <a:lnTo>
                    <a:pt x="711052" y="120348"/>
                  </a:lnTo>
                  <a:lnTo>
                    <a:pt x="720793" y="117687"/>
                  </a:lnTo>
                  <a:lnTo>
                    <a:pt x="730534" y="115056"/>
                  </a:lnTo>
                  <a:lnTo>
                    <a:pt x="740274" y="112456"/>
                  </a:lnTo>
                  <a:lnTo>
                    <a:pt x="750015" y="109890"/>
                  </a:lnTo>
                  <a:lnTo>
                    <a:pt x="759756" y="107361"/>
                  </a:lnTo>
                  <a:lnTo>
                    <a:pt x="769495" y="104866"/>
                  </a:lnTo>
                  <a:lnTo>
                    <a:pt x="779236" y="102411"/>
                  </a:lnTo>
                  <a:lnTo>
                    <a:pt x="788977" y="99995"/>
                  </a:lnTo>
                  <a:lnTo>
                    <a:pt x="798717" y="97618"/>
                  </a:lnTo>
                  <a:lnTo>
                    <a:pt x="808458" y="95283"/>
                  </a:lnTo>
                  <a:lnTo>
                    <a:pt x="818199" y="92991"/>
                  </a:lnTo>
                  <a:lnTo>
                    <a:pt x="827938" y="90739"/>
                  </a:lnTo>
                  <a:lnTo>
                    <a:pt x="837679" y="88531"/>
                  </a:lnTo>
                  <a:lnTo>
                    <a:pt x="847420" y="86366"/>
                  </a:lnTo>
                  <a:lnTo>
                    <a:pt x="857159" y="84245"/>
                  </a:lnTo>
                  <a:lnTo>
                    <a:pt x="866900" y="82165"/>
                  </a:lnTo>
                  <a:lnTo>
                    <a:pt x="876641" y="80130"/>
                  </a:lnTo>
                  <a:lnTo>
                    <a:pt x="886381" y="78136"/>
                  </a:lnTo>
                  <a:lnTo>
                    <a:pt x="896122" y="76184"/>
                  </a:lnTo>
                  <a:lnTo>
                    <a:pt x="905863" y="74274"/>
                  </a:lnTo>
                  <a:lnTo>
                    <a:pt x="915602" y="72406"/>
                  </a:lnTo>
                  <a:lnTo>
                    <a:pt x="925343" y="70576"/>
                  </a:lnTo>
                  <a:lnTo>
                    <a:pt x="935084" y="68786"/>
                  </a:lnTo>
                  <a:lnTo>
                    <a:pt x="944824" y="67032"/>
                  </a:lnTo>
                  <a:lnTo>
                    <a:pt x="954564" y="65314"/>
                  </a:lnTo>
                  <a:lnTo>
                    <a:pt x="964305" y="63632"/>
                  </a:lnTo>
                  <a:lnTo>
                    <a:pt x="974045" y="61983"/>
                  </a:lnTo>
                  <a:lnTo>
                    <a:pt x="983786" y="60365"/>
                  </a:lnTo>
                  <a:lnTo>
                    <a:pt x="993522" y="58776"/>
                  </a:lnTo>
                  <a:lnTo>
                    <a:pt x="1003266" y="57216"/>
                  </a:lnTo>
                  <a:lnTo>
                    <a:pt x="1013010" y="55685"/>
                  </a:lnTo>
                  <a:lnTo>
                    <a:pt x="1022754" y="54176"/>
                  </a:lnTo>
                  <a:lnTo>
                    <a:pt x="1032483" y="52690"/>
                  </a:lnTo>
                  <a:lnTo>
                    <a:pt x="1042227" y="51227"/>
                  </a:lnTo>
                  <a:lnTo>
                    <a:pt x="1051971" y="49782"/>
                  </a:lnTo>
                  <a:lnTo>
                    <a:pt x="1061715" y="48355"/>
                  </a:lnTo>
                  <a:lnTo>
                    <a:pt x="1071444" y="46942"/>
                  </a:lnTo>
                  <a:lnTo>
                    <a:pt x="1081188" y="45545"/>
                  </a:lnTo>
                  <a:lnTo>
                    <a:pt x="1090932" y="44158"/>
                  </a:lnTo>
                  <a:lnTo>
                    <a:pt x="1100676" y="42782"/>
                  </a:lnTo>
                  <a:lnTo>
                    <a:pt x="1110405" y="41416"/>
                  </a:lnTo>
                  <a:lnTo>
                    <a:pt x="1120149" y="40059"/>
                  </a:lnTo>
                  <a:lnTo>
                    <a:pt x="1129893" y="38706"/>
                  </a:lnTo>
                  <a:lnTo>
                    <a:pt x="1139637" y="37359"/>
                  </a:lnTo>
                  <a:lnTo>
                    <a:pt x="1149381" y="36017"/>
                  </a:lnTo>
                  <a:lnTo>
                    <a:pt x="1159110" y="34677"/>
                  </a:lnTo>
                  <a:lnTo>
                    <a:pt x="1168854" y="33341"/>
                  </a:lnTo>
                  <a:lnTo>
                    <a:pt x="1178598" y="32007"/>
                  </a:lnTo>
                  <a:lnTo>
                    <a:pt x="1188341" y="30675"/>
                  </a:lnTo>
                  <a:lnTo>
                    <a:pt x="1198070" y="29345"/>
                  </a:lnTo>
                  <a:lnTo>
                    <a:pt x="1207814" y="28018"/>
                  </a:lnTo>
                  <a:lnTo>
                    <a:pt x="1217558" y="26691"/>
                  </a:lnTo>
                  <a:lnTo>
                    <a:pt x="1227302" y="25370"/>
                  </a:lnTo>
                  <a:lnTo>
                    <a:pt x="1237031" y="24051"/>
                  </a:lnTo>
                  <a:lnTo>
                    <a:pt x="1246775" y="22739"/>
                  </a:lnTo>
                  <a:lnTo>
                    <a:pt x="1256519" y="21434"/>
                  </a:lnTo>
                  <a:lnTo>
                    <a:pt x="1266263" y="20136"/>
                  </a:lnTo>
                  <a:lnTo>
                    <a:pt x="1276007" y="18849"/>
                  </a:lnTo>
                  <a:lnTo>
                    <a:pt x="1285736" y="17573"/>
                  </a:lnTo>
                  <a:lnTo>
                    <a:pt x="1295480" y="16314"/>
                  </a:lnTo>
                  <a:lnTo>
                    <a:pt x="1305224" y="15072"/>
                  </a:lnTo>
                  <a:lnTo>
                    <a:pt x="1314968" y="13850"/>
                  </a:lnTo>
                  <a:lnTo>
                    <a:pt x="1324697" y="12652"/>
                  </a:lnTo>
                  <a:lnTo>
                    <a:pt x="1334441" y="11483"/>
                  </a:lnTo>
                  <a:lnTo>
                    <a:pt x="1344185" y="10343"/>
                  </a:lnTo>
                  <a:lnTo>
                    <a:pt x="1353929" y="9239"/>
                  </a:lnTo>
                  <a:lnTo>
                    <a:pt x="1363658" y="8172"/>
                  </a:lnTo>
                  <a:lnTo>
                    <a:pt x="1373402" y="7150"/>
                  </a:lnTo>
                  <a:lnTo>
                    <a:pt x="1383146" y="6176"/>
                  </a:lnTo>
                  <a:lnTo>
                    <a:pt x="1392890" y="5253"/>
                  </a:lnTo>
                  <a:lnTo>
                    <a:pt x="1402619" y="4389"/>
                  </a:lnTo>
                  <a:lnTo>
                    <a:pt x="1412363" y="3586"/>
                  </a:lnTo>
                  <a:lnTo>
                    <a:pt x="1422106" y="2850"/>
                  </a:lnTo>
                  <a:lnTo>
                    <a:pt x="1431850" y="2187"/>
                  </a:lnTo>
                  <a:lnTo>
                    <a:pt x="1441594" y="1600"/>
                  </a:lnTo>
                  <a:lnTo>
                    <a:pt x="1451323" y="1097"/>
                  </a:lnTo>
                  <a:lnTo>
                    <a:pt x="1461067" y="681"/>
                  </a:lnTo>
                  <a:lnTo>
                    <a:pt x="1470811" y="359"/>
                  </a:lnTo>
                  <a:lnTo>
                    <a:pt x="1480555" y="134"/>
                  </a:lnTo>
                  <a:lnTo>
                    <a:pt x="1490284" y="13"/>
                  </a:lnTo>
                  <a:lnTo>
                    <a:pt x="1500028" y="0"/>
                  </a:lnTo>
                  <a:lnTo>
                    <a:pt x="1509772" y="101"/>
                  </a:lnTo>
                  <a:lnTo>
                    <a:pt x="1519516" y="319"/>
                  </a:lnTo>
                  <a:lnTo>
                    <a:pt x="1529245" y="658"/>
                  </a:lnTo>
                  <a:lnTo>
                    <a:pt x="1538989" y="1126"/>
                  </a:lnTo>
                  <a:lnTo>
                    <a:pt x="1548733" y="1724"/>
                  </a:lnTo>
                  <a:lnTo>
                    <a:pt x="1558477" y="2457"/>
                  </a:lnTo>
                  <a:lnTo>
                    <a:pt x="1568221" y="3328"/>
                  </a:lnTo>
                  <a:lnTo>
                    <a:pt x="1577950" y="4340"/>
                  </a:lnTo>
                  <a:lnTo>
                    <a:pt x="1587694" y="5498"/>
                  </a:lnTo>
                  <a:lnTo>
                    <a:pt x="1597438" y="6801"/>
                  </a:lnTo>
                  <a:lnTo>
                    <a:pt x="1607182" y="8254"/>
                  </a:lnTo>
                  <a:lnTo>
                    <a:pt x="1616911" y="9857"/>
                  </a:lnTo>
                  <a:lnTo>
                    <a:pt x="1626655" y="11614"/>
                  </a:lnTo>
                  <a:lnTo>
                    <a:pt x="1636399" y="13522"/>
                  </a:lnTo>
                  <a:lnTo>
                    <a:pt x="1646142" y="15584"/>
                  </a:lnTo>
                  <a:lnTo>
                    <a:pt x="1655872" y="17800"/>
                  </a:lnTo>
                  <a:lnTo>
                    <a:pt x="1665616" y="20169"/>
                  </a:lnTo>
                  <a:lnTo>
                    <a:pt x="1675359" y="22690"/>
                  </a:lnTo>
                  <a:lnTo>
                    <a:pt x="1685103" y="25360"/>
                  </a:lnTo>
                  <a:lnTo>
                    <a:pt x="1694832" y="28178"/>
                  </a:lnTo>
                  <a:lnTo>
                    <a:pt x="1704576" y="31143"/>
                  </a:lnTo>
                  <a:lnTo>
                    <a:pt x="1714320" y="34251"/>
                  </a:lnTo>
                  <a:lnTo>
                    <a:pt x="1724064" y="37496"/>
                  </a:lnTo>
                  <a:lnTo>
                    <a:pt x="1733808" y="40877"/>
                  </a:lnTo>
                  <a:lnTo>
                    <a:pt x="1743537" y="44388"/>
                  </a:lnTo>
                  <a:lnTo>
                    <a:pt x="1753281" y="48024"/>
                  </a:lnTo>
                  <a:lnTo>
                    <a:pt x="1763025" y="51778"/>
                  </a:lnTo>
                  <a:lnTo>
                    <a:pt x="1772769" y="55646"/>
                  </a:lnTo>
                  <a:lnTo>
                    <a:pt x="1782498" y="59620"/>
                  </a:lnTo>
                  <a:lnTo>
                    <a:pt x="1792242" y="63693"/>
                  </a:lnTo>
                  <a:lnTo>
                    <a:pt x="1801986" y="67857"/>
                  </a:lnTo>
                  <a:lnTo>
                    <a:pt x="1811730" y="72105"/>
                  </a:lnTo>
                  <a:lnTo>
                    <a:pt x="1821459" y="76429"/>
                  </a:lnTo>
                  <a:lnTo>
                    <a:pt x="1831203" y="80818"/>
                  </a:lnTo>
                  <a:lnTo>
                    <a:pt x="1840947" y="85264"/>
                  </a:lnTo>
                  <a:lnTo>
                    <a:pt x="1850691" y="89759"/>
                  </a:lnTo>
                  <a:lnTo>
                    <a:pt x="1860435" y="94291"/>
                  </a:lnTo>
                  <a:lnTo>
                    <a:pt x="1870164" y="98850"/>
                  </a:lnTo>
                  <a:lnTo>
                    <a:pt x="1879908" y="103429"/>
                  </a:lnTo>
                  <a:lnTo>
                    <a:pt x="1889652" y="108013"/>
                  </a:lnTo>
                  <a:lnTo>
                    <a:pt x="1899395" y="112595"/>
                  </a:lnTo>
                  <a:lnTo>
                    <a:pt x="1909124" y="117163"/>
                  </a:lnTo>
                  <a:lnTo>
                    <a:pt x="1918868" y="121704"/>
                  </a:lnTo>
                  <a:lnTo>
                    <a:pt x="1928612" y="126209"/>
                  </a:lnTo>
                  <a:lnTo>
                    <a:pt x="1938356" y="130669"/>
                  </a:lnTo>
                  <a:lnTo>
                    <a:pt x="1948085" y="135070"/>
                  </a:lnTo>
                  <a:lnTo>
                    <a:pt x="1957829" y="139401"/>
                  </a:lnTo>
                  <a:lnTo>
                    <a:pt x="1967573" y="143653"/>
                  </a:lnTo>
                  <a:lnTo>
                    <a:pt x="1977317" y="147816"/>
                  </a:lnTo>
                  <a:lnTo>
                    <a:pt x="1987046" y="151877"/>
                  </a:lnTo>
                  <a:lnTo>
                    <a:pt x="1996790" y="155827"/>
                  </a:lnTo>
                  <a:lnTo>
                    <a:pt x="2006534" y="159657"/>
                  </a:lnTo>
                  <a:lnTo>
                    <a:pt x="2016278" y="163355"/>
                  </a:lnTo>
                  <a:lnTo>
                    <a:pt x="2026022" y="166915"/>
                  </a:lnTo>
                  <a:lnTo>
                    <a:pt x="2035751" y="170325"/>
                  </a:lnTo>
                  <a:lnTo>
                    <a:pt x="2045495" y="173578"/>
                  </a:lnTo>
                  <a:lnTo>
                    <a:pt x="2055239" y="176663"/>
                  </a:lnTo>
                  <a:lnTo>
                    <a:pt x="2064983" y="179576"/>
                  </a:lnTo>
                  <a:lnTo>
                    <a:pt x="2074712" y="182307"/>
                  </a:lnTo>
                  <a:lnTo>
                    <a:pt x="2084456" y="184850"/>
                  </a:lnTo>
                  <a:lnTo>
                    <a:pt x="2094200" y="187198"/>
                  </a:lnTo>
                  <a:lnTo>
                    <a:pt x="2103944" y="189348"/>
                  </a:lnTo>
                  <a:lnTo>
                    <a:pt x="2113673" y="191293"/>
                  </a:lnTo>
                  <a:lnTo>
                    <a:pt x="2123417" y="193027"/>
                  </a:lnTo>
                  <a:lnTo>
                    <a:pt x="2133161" y="194546"/>
                  </a:lnTo>
                  <a:lnTo>
                    <a:pt x="2142905" y="195850"/>
                  </a:lnTo>
                  <a:lnTo>
                    <a:pt x="2152649" y="196935"/>
                  </a:lnTo>
                  <a:lnTo>
                    <a:pt x="2162377" y="197796"/>
                  </a:lnTo>
                  <a:lnTo>
                    <a:pt x="2172121" y="198435"/>
                  </a:lnTo>
                  <a:lnTo>
                    <a:pt x="2181865" y="198849"/>
                  </a:lnTo>
                  <a:lnTo>
                    <a:pt x="2191609" y="199040"/>
                  </a:lnTo>
                  <a:lnTo>
                    <a:pt x="2201338" y="199007"/>
                  </a:lnTo>
                  <a:lnTo>
                    <a:pt x="2211082" y="198752"/>
                  </a:lnTo>
                  <a:lnTo>
                    <a:pt x="2220826" y="198277"/>
                  </a:lnTo>
                  <a:lnTo>
                    <a:pt x="2230570" y="197583"/>
                  </a:lnTo>
                  <a:lnTo>
                    <a:pt x="2240299" y="196674"/>
                  </a:lnTo>
                  <a:lnTo>
                    <a:pt x="2250043" y="195554"/>
                  </a:lnTo>
                  <a:lnTo>
                    <a:pt x="2259787" y="194228"/>
                  </a:lnTo>
                  <a:lnTo>
                    <a:pt x="2269531" y="192697"/>
                  </a:lnTo>
                  <a:lnTo>
                    <a:pt x="2279260" y="190972"/>
                  </a:lnTo>
                  <a:lnTo>
                    <a:pt x="2289004" y="189056"/>
                  </a:lnTo>
                  <a:lnTo>
                    <a:pt x="2298748" y="186957"/>
                  </a:lnTo>
                  <a:lnTo>
                    <a:pt x="2308492" y="184680"/>
                  </a:lnTo>
                  <a:lnTo>
                    <a:pt x="2318236" y="182234"/>
                  </a:lnTo>
                  <a:lnTo>
                    <a:pt x="2327965" y="179628"/>
                  </a:lnTo>
                  <a:lnTo>
                    <a:pt x="2337709" y="176867"/>
                  </a:lnTo>
                  <a:lnTo>
                    <a:pt x="2347453" y="173963"/>
                  </a:lnTo>
                  <a:lnTo>
                    <a:pt x="2357197" y="170924"/>
                  </a:lnTo>
                  <a:lnTo>
                    <a:pt x="2366926" y="167759"/>
                  </a:lnTo>
                  <a:lnTo>
                    <a:pt x="2376670" y="164479"/>
                  </a:lnTo>
                  <a:lnTo>
                    <a:pt x="2386413" y="161092"/>
                  </a:lnTo>
                  <a:lnTo>
                    <a:pt x="2396157" y="157610"/>
                  </a:lnTo>
                  <a:lnTo>
                    <a:pt x="2405886" y="154044"/>
                  </a:lnTo>
                  <a:lnTo>
                    <a:pt x="2415630" y="150402"/>
                  </a:lnTo>
                  <a:lnTo>
                    <a:pt x="2425374" y="146697"/>
                  </a:lnTo>
                  <a:lnTo>
                    <a:pt x="2435118" y="142936"/>
                  </a:lnTo>
                  <a:lnTo>
                    <a:pt x="2444862" y="139134"/>
                  </a:lnTo>
                  <a:lnTo>
                    <a:pt x="2454591" y="135301"/>
                  </a:lnTo>
                  <a:lnTo>
                    <a:pt x="2464335" y="131445"/>
                  </a:lnTo>
                  <a:lnTo>
                    <a:pt x="2474079" y="127578"/>
                  </a:lnTo>
                  <a:lnTo>
                    <a:pt x="2483823" y="123712"/>
                  </a:lnTo>
                  <a:lnTo>
                    <a:pt x="2493552" y="119855"/>
                  </a:lnTo>
                  <a:lnTo>
                    <a:pt x="2503296" y="116018"/>
                  </a:lnTo>
                  <a:lnTo>
                    <a:pt x="2513040" y="112212"/>
                  </a:lnTo>
                  <a:lnTo>
                    <a:pt x="2522784" y="108444"/>
                  </a:lnTo>
                  <a:lnTo>
                    <a:pt x="2532513" y="104725"/>
                  </a:lnTo>
                  <a:lnTo>
                    <a:pt x="2542257" y="101063"/>
                  </a:lnTo>
                  <a:lnTo>
                    <a:pt x="2552001" y="97468"/>
                  </a:lnTo>
                  <a:lnTo>
                    <a:pt x="2561745" y="93947"/>
                  </a:lnTo>
                  <a:lnTo>
                    <a:pt x="2571474" y="90508"/>
                  </a:lnTo>
                  <a:lnTo>
                    <a:pt x="2581218" y="87159"/>
                  </a:lnTo>
                  <a:lnTo>
                    <a:pt x="2590962" y="83907"/>
                  </a:lnTo>
                  <a:lnTo>
                    <a:pt x="2600705" y="80757"/>
                  </a:lnTo>
                  <a:lnTo>
                    <a:pt x="2610449" y="77716"/>
                  </a:lnTo>
                  <a:lnTo>
                    <a:pt x="2620178" y="74790"/>
                  </a:lnTo>
                  <a:lnTo>
                    <a:pt x="2629922" y="71984"/>
                  </a:lnTo>
                  <a:lnTo>
                    <a:pt x="2639666" y="69301"/>
                  </a:lnTo>
                  <a:lnTo>
                    <a:pt x="2649410" y="66747"/>
                  </a:lnTo>
                  <a:lnTo>
                    <a:pt x="2659139" y="64323"/>
                  </a:lnTo>
                  <a:lnTo>
                    <a:pt x="2668883" y="62033"/>
                  </a:lnTo>
                  <a:lnTo>
                    <a:pt x="2678627" y="59879"/>
                  </a:lnTo>
                  <a:lnTo>
                    <a:pt x="2688371" y="57863"/>
                  </a:lnTo>
                  <a:lnTo>
                    <a:pt x="2698100" y="55986"/>
                  </a:lnTo>
                  <a:lnTo>
                    <a:pt x="2707844" y="54249"/>
                  </a:lnTo>
                  <a:lnTo>
                    <a:pt x="2717588" y="52650"/>
                  </a:lnTo>
                  <a:lnTo>
                    <a:pt x="2727332" y="51190"/>
                  </a:lnTo>
                  <a:lnTo>
                    <a:pt x="2737076" y="49868"/>
                  </a:lnTo>
                  <a:lnTo>
                    <a:pt x="2746805" y="48684"/>
                  </a:lnTo>
                  <a:lnTo>
                    <a:pt x="2756549" y="47632"/>
                  </a:lnTo>
                  <a:lnTo>
                    <a:pt x="2766293" y="46714"/>
                  </a:lnTo>
                  <a:lnTo>
                    <a:pt x="2776037" y="45923"/>
                  </a:lnTo>
                  <a:lnTo>
                    <a:pt x="2785766" y="45259"/>
                  </a:lnTo>
                  <a:lnTo>
                    <a:pt x="2795510" y="44716"/>
                  </a:lnTo>
                  <a:lnTo>
                    <a:pt x="2805254" y="44290"/>
                  </a:lnTo>
                  <a:lnTo>
                    <a:pt x="2814998" y="43977"/>
                  </a:lnTo>
                  <a:lnTo>
                    <a:pt x="2824727" y="43773"/>
                  </a:lnTo>
                  <a:lnTo>
                    <a:pt x="2834471" y="43672"/>
                  </a:lnTo>
                  <a:lnTo>
                    <a:pt x="2844215" y="43667"/>
                  </a:lnTo>
                  <a:lnTo>
                    <a:pt x="2853958" y="43755"/>
                  </a:lnTo>
                  <a:lnTo>
                    <a:pt x="2863687" y="43928"/>
                  </a:lnTo>
                  <a:lnTo>
                    <a:pt x="2873431" y="44181"/>
                  </a:lnTo>
                  <a:lnTo>
                    <a:pt x="2883175" y="44508"/>
                  </a:lnTo>
                  <a:lnTo>
                    <a:pt x="2892919" y="44901"/>
                  </a:lnTo>
                  <a:lnTo>
                    <a:pt x="2902663" y="45355"/>
                  </a:lnTo>
                  <a:lnTo>
                    <a:pt x="2912392" y="4586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4" name="Freeform 733">
              <a:extLst>
                <a:ext uri="{FF2B5EF4-FFF2-40B4-BE49-F238E27FC236}">
                  <a16:creationId xmlns:a16="http://schemas.microsoft.com/office/drawing/2014/main" id="{2C54FED4-81A4-C342-0D7C-09B468C3E35D}"/>
                </a:ext>
              </a:extLst>
            </p:cNvPr>
            <p:cNvSpPr/>
            <p:nvPr/>
          </p:nvSpPr>
          <p:spPr>
            <a:xfrm>
              <a:off x="576446" y="3260567"/>
              <a:ext cx="2912392" cy="359095"/>
            </a:xfrm>
            <a:custGeom>
              <a:avLst/>
              <a:gdLst>
                <a:gd name="connsiteX0" fmla="*/ 0 w 2912392"/>
                <a:gd name="connsiteY0" fmla="*/ 125764 h 359095"/>
                <a:gd name="connsiteX1" fmla="*/ 9739 w 2912392"/>
                <a:gd name="connsiteY1" fmla="*/ 125345 h 359095"/>
                <a:gd name="connsiteX2" fmla="*/ 19480 w 2912392"/>
                <a:gd name="connsiteY2" fmla="*/ 124990 h 359095"/>
                <a:gd name="connsiteX3" fmla="*/ 29221 w 2912392"/>
                <a:gd name="connsiteY3" fmla="*/ 124695 h 359095"/>
                <a:gd name="connsiteX4" fmla="*/ 38961 w 2912392"/>
                <a:gd name="connsiteY4" fmla="*/ 124459 h 359095"/>
                <a:gd name="connsiteX5" fmla="*/ 48702 w 2912392"/>
                <a:gd name="connsiteY5" fmla="*/ 124278 h 359095"/>
                <a:gd name="connsiteX6" fmla="*/ 58443 w 2912392"/>
                <a:gd name="connsiteY6" fmla="*/ 124152 h 359095"/>
                <a:gd name="connsiteX7" fmla="*/ 68182 w 2912392"/>
                <a:gd name="connsiteY7" fmla="*/ 124076 h 359095"/>
                <a:gd name="connsiteX8" fmla="*/ 77923 w 2912392"/>
                <a:gd name="connsiteY8" fmla="*/ 124047 h 359095"/>
                <a:gd name="connsiteX9" fmla="*/ 87664 w 2912392"/>
                <a:gd name="connsiteY9" fmla="*/ 124061 h 359095"/>
                <a:gd name="connsiteX10" fmla="*/ 97404 w 2912392"/>
                <a:gd name="connsiteY10" fmla="*/ 124116 h 359095"/>
                <a:gd name="connsiteX11" fmla="*/ 107145 w 2912392"/>
                <a:gd name="connsiteY11" fmla="*/ 124205 h 359095"/>
                <a:gd name="connsiteX12" fmla="*/ 116886 w 2912392"/>
                <a:gd name="connsiteY12" fmla="*/ 124328 h 359095"/>
                <a:gd name="connsiteX13" fmla="*/ 126625 w 2912392"/>
                <a:gd name="connsiteY13" fmla="*/ 124475 h 359095"/>
                <a:gd name="connsiteX14" fmla="*/ 136366 w 2912392"/>
                <a:gd name="connsiteY14" fmla="*/ 124645 h 359095"/>
                <a:gd name="connsiteX15" fmla="*/ 146107 w 2912392"/>
                <a:gd name="connsiteY15" fmla="*/ 124833 h 359095"/>
                <a:gd name="connsiteX16" fmla="*/ 155846 w 2912392"/>
                <a:gd name="connsiteY16" fmla="*/ 125032 h 359095"/>
                <a:gd name="connsiteX17" fmla="*/ 165587 w 2912392"/>
                <a:gd name="connsiteY17" fmla="*/ 125238 h 359095"/>
                <a:gd name="connsiteX18" fmla="*/ 175328 w 2912392"/>
                <a:gd name="connsiteY18" fmla="*/ 125446 h 359095"/>
                <a:gd name="connsiteX19" fmla="*/ 185068 w 2912392"/>
                <a:gd name="connsiteY19" fmla="*/ 125651 h 359095"/>
                <a:gd name="connsiteX20" fmla="*/ 194809 w 2912392"/>
                <a:gd name="connsiteY20" fmla="*/ 125846 h 359095"/>
                <a:gd name="connsiteX21" fmla="*/ 204550 w 2912392"/>
                <a:gd name="connsiteY21" fmla="*/ 126028 h 359095"/>
                <a:gd name="connsiteX22" fmla="*/ 214289 w 2912392"/>
                <a:gd name="connsiteY22" fmla="*/ 126190 h 359095"/>
                <a:gd name="connsiteX23" fmla="*/ 224030 w 2912392"/>
                <a:gd name="connsiteY23" fmla="*/ 126328 h 359095"/>
                <a:gd name="connsiteX24" fmla="*/ 233771 w 2912392"/>
                <a:gd name="connsiteY24" fmla="*/ 126437 h 359095"/>
                <a:gd name="connsiteX25" fmla="*/ 243510 w 2912392"/>
                <a:gd name="connsiteY25" fmla="*/ 126512 h 359095"/>
                <a:gd name="connsiteX26" fmla="*/ 253251 w 2912392"/>
                <a:gd name="connsiteY26" fmla="*/ 126547 h 359095"/>
                <a:gd name="connsiteX27" fmla="*/ 262992 w 2912392"/>
                <a:gd name="connsiteY27" fmla="*/ 126540 h 359095"/>
                <a:gd name="connsiteX28" fmla="*/ 272732 w 2912392"/>
                <a:gd name="connsiteY28" fmla="*/ 126483 h 359095"/>
                <a:gd name="connsiteX29" fmla="*/ 282473 w 2912392"/>
                <a:gd name="connsiteY29" fmla="*/ 126373 h 359095"/>
                <a:gd name="connsiteX30" fmla="*/ 292214 w 2912392"/>
                <a:gd name="connsiteY30" fmla="*/ 126208 h 359095"/>
                <a:gd name="connsiteX31" fmla="*/ 301953 w 2912392"/>
                <a:gd name="connsiteY31" fmla="*/ 125980 h 359095"/>
                <a:gd name="connsiteX32" fmla="*/ 311694 w 2912392"/>
                <a:gd name="connsiteY32" fmla="*/ 125689 h 359095"/>
                <a:gd name="connsiteX33" fmla="*/ 321435 w 2912392"/>
                <a:gd name="connsiteY33" fmla="*/ 125330 h 359095"/>
                <a:gd name="connsiteX34" fmla="*/ 331175 w 2912392"/>
                <a:gd name="connsiteY34" fmla="*/ 124901 h 359095"/>
                <a:gd name="connsiteX35" fmla="*/ 340916 w 2912392"/>
                <a:gd name="connsiteY35" fmla="*/ 124398 h 359095"/>
                <a:gd name="connsiteX36" fmla="*/ 350656 w 2912392"/>
                <a:gd name="connsiteY36" fmla="*/ 123818 h 359095"/>
                <a:gd name="connsiteX37" fmla="*/ 360396 w 2912392"/>
                <a:gd name="connsiteY37" fmla="*/ 123161 h 359095"/>
                <a:gd name="connsiteX38" fmla="*/ 370137 w 2912392"/>
                <a:gd name="connsiteY38" fmla="*/ 122422 h 359095"/>
                <a:gd name="connsiteX39" fmla="*/ 379878 w 2912392"/>
                <a:gd name="connsiteY39" fmla="*/ 121602 h 359095"/>
                <a:gd name="connsiteX40" fmla="*/ 389617 w 2912392"/>
                <a:gd name="connsiteY40" fmla="*/ 120698 h 359095"/>
                <a:gd name="connsiteX41" fmla="*/ 399358 w 2912392"/>
                <a:gd name="connsiteY41" fmla="*/ 119710 h 359095"/>
                <a:gd name="connsiteX42" fmla="*/ 409099 w 2912392"/>
                <a:gd name="connsiteY42" fmla="*/ 118638 h 359095"/>
                <a:gd name="connsiteX43" fmla="*/ 418839 w 2912392"/>
                <a:gd name="connsiteY43" fmla="*/ 117478 h 359095"/>
                <a:gd name="connsiteX44" fmla="*/ 428580 w 2912392"/>
                <a:gd name="connsiteY44" fmla="*/ 116234 h 359095"/>
                <a:gd name="connsiteX45" fmla="*/ 438321 w 2912392"/>
                <a:gd name="connsiteY45" fmla="*/ 114905 h 359095"/>
                <a:gd name="connsiteX46" fmla="*/ 448060 w 2912392"/>
                <a:gd name="connsiteY46" fmla="*/ 113492 h 359095"/>
                <a:gd name="connsiteX47" fmla="*/ 457801 w 2912392"/>
                <a:gd name="connsiteY47" fmla="*/ 111993 h 359095"/>
                <a:gd name="connsiteX48" fmla="*/ 467542 w 2912392"/>
                <a:gd name="connsiteY48" fmla="*/ 110413 h 359095"/>
                <a:gd name="connsiteX49" fmla="*/ 477281 w 2912392"/>
                <a:gd name="connsiteY49" fmla="*/ 108751 h 359095"/>
                <a:gd name="connsiteX50" fmla="*/ 487022 w 2912392"/>
                <a:gd name="connsiteY50" fmla="*/ 107010 h 359095"/>
                <a:gd name="connsiteX51" fmla="*/ 496763 w 2912392"/>
                <a:gd name="connsiteY51" fmla="*/ 105193 h 359095"/>
                <a:gd name="connsiteX52" fmla="*/ 506503 w 2912392"/>
                <a:gd name="connsiteY52" fmla="*/ 103299 h 359095"/>
                <a:gd name="connsiteX53" fmla="*/ 516244 w 2912392"/>
                <a:gd name="connsiteY53" fmla="*/ 101334 h 359095"/>
                <a:gd name="connsiteX54" fmla="*/ 525985 w 2912392"/>
                <a:gd name="connsiteY54" fmla="*/ 99299 h 359095"/>
                <a:gd name="connsiteX55" fmla="*/ 535724 w 2912392"/>
                <a:gd name="connsiteY55" fmla="*/ 97196 h 359095"/>
                <a:gd name="connsiteX56" fmla="*/ 545465 w 2912392"/>
                <a:gd name="connsiteY56" fmla="*/ 95030 h 359095"/>
                <a:gd name="connsiteX57" fmla="*/ 555206 w 2912392"/>
                <a:gd name="connsiteY57" fmla="*/ 92804 h 359095"/>
                <a:gd name="connsiteX58" fmla="*/ 564946 w 2912392"/>
                <a:gd name="connsiteY58" fmla="*/ 90523 h 359095"/>
                <a:gd name="connsiteX59" fmla="*/ 574687 w 2912392"/>
                <a:gd name="connsiteY59" fmla="*/ 88189 h 359095"/>
                <a:gd name="connsiteX60" fmla="*/ 584428 w 2912392"/>
                <a:gd name="connsiteY60" fmla="*/ 85805 h 359095"/>
                <a:gd name="connsiteX61" fmla="*/ 594167 w 2912392"/>
                <a:gd name="connsiteY61" fmla="*/ 83378 h 359095"/>
                <a:gd name="connsiteX62" fmla="*/ 603908 w 2912392"/>
                <a:gd name="connsiteY62" fmla="*/ 80909 h 359095"/>
                <a:gd name="connsiteX63" fmla="*/ 613649 w 2912392"/>
                <a:gd name="connsiteY63" fmla="*/ 78404 h 359095"/>
                <a:gd name="connsiteX64" fmla="*/ 623388 w 2912392"/>
                <a:gd name="connsiteY64" fmla="*/ 75870 h 359095"/>
                <a:gd name="connsiteX65" fmla="*/ 633129 w 2912392"/>
                <a:gd name="connsiteY65" fmla="*/ 73307 h 359095"/>
                <a:gd name="connsiteX66" fmla="*/ 642870 w 2912392"/>
                <a:gd name="connsiteY66" fmla="*/ 70723 h 359095"/>
                <a:gd name="connsiteX67" fmla="*/ 652610 w 2912392"/>
                <a:gd name="connsiteY67" fmla="*/ 68120 h 359095"/>
                <a:gd name="connsiteX68" fmla="*/ 662351 w 2912392"/>
                <a:gd name="connsiteY68" fmla="*/ 65505 h 359095"/>
                <a:gd name="connsiteX69" fmla="*/ 672092 w 2912392"/>
                <a:gd name="connsiteY69" fmla="*/ 62881 h 359095"/>
                <a:gd name="connsiteX70" fmla="*/ 681831 w 2912392"/>
                <a:gd name="connsiteY70" fmla="*/ 60254 h 359095"/>
                <a:gd name="connsiteX71" fmla="*/ 691572 w 2912392"/>
                <a:gd name="connsiteY71" fmla="*/ 57629 h 359095"/>
                <a:gd name="connsiteX72" fmla="*/ 701313 w 2912392"/>
                <a:gd name="connsiteY72" fmla="*/ 55010 h 359095"/>
                <a:gd name="connsiteX73" fmla="*/ 711052 w 2912392"/>
                <a:gd name="connsiteY73" fmla="*/ 52403 h 359095"/>
                <a:gd name="connsiteX74" fmla="*/ 720793 w 2912392"/>
                <a:gd name="connsiteY74" fmla="*/ 49810 h 359095"/>
                <a:gd name="connsiteX75" fmla="*/ 730534 w 2912392"/>
                <a:gd name="connsiteY75" fmla="*/ 47239 h 359095"/>
                <a:gd name="connsiteX76" fmla="*/ 740274 w 2912392"/>
                <a:gd name="connsiteY76" fmla="*/ 44694 h 359095"/>
                <a:gd name="connsiteX77" fmla="*/ 750015 w 2912392"/>
                <a:gd name="connsiteY77" fmla="*/ 42178 h 359095"/>
                <a:gd name="connsiteX78" fmla="*/ 759756 w 2912392"/>
                <a:gd name="connsiteY78" fmla="*/ 39697 h 359095"/>
                <a:gd name="connsiteX79" fmla="*/ 769495 w 2912392"/>
                <a:gd name="connsiteY79" fmla="*/ 37253 h 359095"/>
                <a:gd name="connsiteX80" fmla="*/ 779236 w 2912392"/>
                <a:gd name="connsiteY80" fmla="*/ 34856 h 359095"/>
                <a:gd name="connsiteX81" fmla="*/ 788977 w 2912392"/>
                <a:gd name="connsiteY81" fmla="*/ 32505 h 359095"/>
                <a:gd name="connsiteX82" fmla="*/ 798717 w 2912392"/>
                <a:gd name="connsiteY82" fmla="*/ 30206 h 359095"/>
                <a:gd name="connsiteX83" fmla="*/ 808458 w 2912392"/>
                <a:gd name="connsiteY83" fmla="*/ 27965 h 359095"/>
                <a:gd name="connsiteX84" fmla="*/ 818199 w 2912392"/>
                <a:gd name="connsiteY84" fmla="*/ 25784 h 359095"/>
                <a:gd name="connsiteX85" fmla="*/ 827938 w 2912392"/>
                <a:gd name="connsiteY85" fmla="*/ 23667 h 359095"/>
                <a:gd name="connsiteX86" fmla="*/ 837679 w 2912392"/>
                <a:gd name="connsiteY86" fmla="*/ 21618 h 359095"/>
                <a:gd name="connsiteX87" fmla="*/ 847420 w 2912392"/>
                <a:gd name="connsiteY87" fmla="*/ 19643 h 359095"/>
                <a:gd name="connsiteX88" fmla="*/ 857159 w 2912392"/>
                <a:gd name="connsiteY88" fmla="*/ 17743 h 359095"/>
                <a:gd name="connsiteX89" fmla="*/ 866900 w 2912392"/>
                <a:gd name="connsiteY89" fmla="*/ 15923 h 359095"/>
                <a:gd name="connsiteX90" fmla="*/ 876641 w 2912392"/>
                <a:gd name="connsiteY90" fmla="*/ 14184 h 359095"/>
                <a:gd name="connsiteX91" fmla="*/ 886381 w 2912392"/>
                <a:gd name="connsiteY91" fmla="*/ 12533 h 359095"/>
                <a:gd name="connsiteX92" fmla="*/ 896122 w 2912392"/>
                <a:gd name="connsiteY92" fmla="*/ 10972 h 359095"/>
                <a:gd name="connsiteX93" fmla="*/ 905863 w 2912392"/>
                <a:gd name="connsiteY93" fmla="*/ 9501 h 359095"/>
                <a:gd name="connsiteX94" fmla="*/ 915602 w 2912392"/>
                <a:gd name="connsiteY94" fmla="*/ 8127 h 359095"/>
                <a:gd name="connsiteX95" fmla="*/ 925343 w 2912392"/>
                <a:gd name="connsiteY95" fmla="*/ 6852 h 359095"/>
                <a:gd name="connsiteX96" fmla="*/ 935084 w 2912392"/>
                <a:gd name="connsiteY96" fmla="*/ 5678 h 359095"/>
                <a:gd name="connsiteX97" fmla="*/ 944824 w 2912392"/>
                <a:gd name="connsiteY97" fmla="*/ 4607 h 359095"/>
                <a:gd name="connsiteX98" fmla="*/ 954564 w 2912392"/>
                <a:gd name="connsiteY98" fmla="*/ 3643 h 359095"/>
                <a:gd name="connsiteX99" fmla="*/ 964305 w 2912392"/>
                <a:gd name="connsiteY99" fmla="*/ 2786 h 359095"/>
                <a:gd name="connsiteX100" fmla="*/ 974045 w 2912392"/>
                <a:gd name="connsiteY100" fmla="*/ 2041 h 359095"/>
                <a:gd name="connsiteX101" fmla="*/ 983786 w 2912392"/>
                <a:gd name="connsiteY101" fmla="*/ 1408 h 359095"/>
                <a:gd name="connsiteX102" fmla="*/ 993522 w 2912392"/>
                <a:gd name="connsiteY102" fmla="*/ 889 h 359095"/>
                <a:gd name="connsiteX103" fmla="*/ 1003266 w 2912392"/>
                <a:gd name="connsiteY103" fmla="*/ 489 h 359095"/>
                <a:gd name="connsiteX104" fmla="*/ 1013010 w 2912392"/>
                <a:gd name="connsiteY104" fmla="*/ 206 h 359095"/>
                <a:gd name="connsiteX105" fmla="*/ 1022754 w 2912392"/>
                <a:gd name="connsiteY105" fmla="*/ 42 h 359095"/>
                <a:gd name="connsiteX106" fmla="*/ 1032483 w 2912392"/>
                <a:gd name="connsiteY106" fmla="*/ 0 h 359095"/>
                <a:gd name="connsiteX107" fmla="*/ 1042227 w 2912392"/>
                <a:gd name="connsiteY107" fmla="*/ 80 h 359095"/>
                <a:gd name="connsiteX108" fmla="*/ 1051971 w 2912392"/>
                <a:gd name="connsiteY108" fmla="*/ 285 h 359095"/>
                <a:gd name="connsiteX109" fmla="*/ 1061715 w 2912392"/>
                <a:gd name="connsiteY109" fmla="*/ 614 h 359095"/>
                <a:gd name="connsiteX110" fmla="*/ 1071444 w 2912392"/>
                <a:gd name="connsiteY110" fmla="*/ 1068 h 359095"/>
                <a:gd name="connsiteX111" fmla="*/ 1081188 w 2912392"/>
                <a:gd name="connsiteY111" fmla="*/ 1649 h 359095"/>
                <a:gd name="connsiteX112" fmla="*/ 1090932 w 2912392"/>
                <a:gd name="connsiteY112" fmla="*/ 2359 h 359095"/>
                <a:gd name="connsiteX113" fmla="*/ 1100676 w 2912392"/>
                <a:gd name="connsiteY113" fmla="*/ 3194 h 359095"/>
                <a:gd name="connsiteX114" fmla="*/ 1110405 w 2912392"/>
                <a:gd name="connsiteY114" fmla="*/ 4158 h 359095"/>
                <a:gd name="connsiteX115" fmla="*/ 1120149 w 2912392"/>
                <a:gd name="connsiteY115" fmla="*/ 5252 h 359095"/>
                <a:gd name="connsiteX116" fmla="*/ 1129893 w 2912392"/>
                <a:gd name="connsiteY116" fmla="*/ 6474 h 359095"/>
                <a:gd name="connsiteX117" fmla="*/ 1139637 w 2912392"/>
                <a:gd name="connsiteY117" fmla="*/ 7825 h 359095"/>
                <a:gd name="connsiteX118" fmla="*/ 1149381 w 2912392"/>
                <a:gd name="connsiteY118" fmla="*/ 9303 h 359095"/>
                <a:gd name="connsiteX119" fmla="*/ 1159110 w 2912392"/>
                <a:gd name="connsiteY119" fmla="*/ 10911 h 359095"/>
                <a:gd name="connsiteX120" fmla="*/ 1168854 w 2912392"/>
                <a:gd name="connsiteY120" fmla="*/ 12646 h 359095"/>
                <a:gd name="connsiteX121" fmla="*/ 1178598 w 2912392"/>
                <a:gd name="connsiteY121" fmla="*/ 14509 h 359095"/>
                <a:gd name="connsiteX122" fmla="*/ 1188341 w 2912392"/>
                <a:gd name="connsiteY122" fmla="*/ 16499 h 359095"/>
                <a:gd name="connsiteX123" fmla="*/ 1198070 w 2912392"/>
                <a:gd name="connsiteY123" fmla="*/ 18615 h 359095"/>
                <a:gd name="connsiteX124" fmla="*/ 1207814 w 2912392"/>
                <a:gd name="connsiteY124" fmla="*/ 20854 h 359095"/>
                <a:gd name="connsiteX125" fmla="*/ 1217558 w 2912392"/>
                <a:gd name="connsiteY125" fmla="*/ 23219 h 359095"/>
                <a:gd name="connsiteX126" fmla="*/ 1227302 w 2912392"/>
                <a:gd name="connsiteY126" fmla="*/ 25707 h 359095"/>
                <a:gd name="connsiteX127" fmla="*/ 1237031 w 2912392"/>
                <a:gd name="connsiteY127" fmla="*/ 28316 h 359095"/>
                <a:gd name="connsiteX128" fmla="*/ 1246775 w 2912392"/>
                <a:gd name="connsiteY128" fmla="*/ 31044 h 359095"/>
                <a:gd name="connsiteX129" fmla="*/ 1256519 w 2912392"/>
                <a:gd name="connsiteY129" fmla="*/ 33889 h 359095"/>
                <a:gd name="connsiteX130" fmla="*/ 1266263 w 2912392"/>
                <a:gd name="connsiteY130" fmla="*/ 36853 h 359095"/>
                <a:gd name="connsiteX131" fmla="*/ 1276007 w 2912392"/>
                <a:gd name="connsiteY131" fmla="*/ 39931 h 359095"/>
                <a:gd name="connsiteX132" fmla="*/ 1285736 w 2912392"/>
                <a:gd name="connsiteY132" fmla="*/ 43119 h 359095"/>
                <a:gd name="connsiteX133" fmla="*/ 1295480 w 2912392"/>
                <a:gd name="connsiteY133" fmla="*/ 46419 h 359095"/>
                <a:gd name="connsiteX134" fmla="*/ 1305224 w 2912392"/>
                <a:gd name="connsiteY134" fmla="*/ 49827 h 359095"/>
                <a:gd name="connsiteX135" fmla="*/ 1314968 w 2912392"/>
                <a:gd name="connsiteY135" fmla="*/ 53340 h 359095"/>
                <a:gd name="connsiteX136" fmla="*/ 1324697 w 2912392"/>
                <a:gd name="connsiteY136" fmla="*/ 56954 h 359095"/>
                <a:gd name="connsiteX137" fmla="*/ 1334441 w 2912392"/>
                <a:gd name="connsiteY137" fmla="*/ 60670 h 359095"/>
                <a:gd name="connsiteX138" fmla="*/ 1344185 w 2912392"/>
                <a:gd name="connsiteY138" fmla="*/ 64481 h 359095"/>
                <a:gd name="connsiteX139" fmla="*/ 1353929 w 2912392"/>
                <a:gd name="connsiteY139" fmla="*/ 68386 h 359095"/>
                <a:gd name="connsiteX140" fmla="*/ 1363658 w 2912392"/>
                <a:gd name="connsiteY140" fmla="*/ 72382 h 359095"/>
                <a:gd name="connsiteX141" fmla="*/ 1373402 w 2912392"/>
                <a:gd name="connsiteY141" fmla="*/ 76466 h 359095"/>
                <a:gd name="connsiteX142" fmla="*/ 1383146 w 2912392"/>
                <a:gd name="connsiteY142" fmla="*/ 80633 h 359095"/>
                <a:gd name="connsiteX143" fmla="*/ 1392890 w 2912392"/>
                <a:gd name="connsiteY143" fmla="*/ 84879 h 359095"/>
                <a:gd name="connsiteX144" fmla="*/ 1402619 w 2912392"/>
                <a:gd name="connsiteY144" fmla="*/ 89203 h 359095"/>
                <a:gd name="connsiteX145" fmla="*/ 1412363 w 2912392"/>
                <a:gd name="connsiteY145" fmla="*/ 93598 h 359095"/>
                <a:gd name="connsiteX146" fmla="*/ 1422106 w 2912392"/>
                <a:gd name="connsiteY146" fmla="*/ 98062 h 359095"/>
                <a:gd name="connsiteX147" fmla="*/ 1431850 w 2912392"/>
                <a:gd name="connsiteY147" fmla="*/ 102591 h 359095"/>
                <a:gd name="connsiteX148" fmla="*/ 1441594 w 2912392"/>
                <a:gd name="connsiteY148" fmla="*/ 107179 h 359095"/>
                <a:gd name="connsiteX149" fmla="*/ 1451323 w 2912392"/>
                <a:gd name="connsiteY149" fmla="*/ 111824 h 359095"/>
                <a:gd name="connsiteX150" fmla="*/ 1461067 w 2912392"/>
                <a:gd name="connsiteY150" fmla="*/ 116519 h 359095"/>
                <a:gd name="connsiteX151" fmla="*/ 1470811 w 2912392"/>
                <a:gd name="connsiteY151" fmla="*/ 121263 h 359095"/>
                <a:gd name="connsiteX152" fmla="*/ 1480555 w 2912392"/>
                <a:gd name="connsiteY152" fmla="*/ 126047 h 359095"/>
                <a:gd name="connsiteX153" fmla="*/ 1490284 w 2912392"/>
                <a:gd name="connsiteY153" fmla="*/ 130870 h 359095"/>
                <a:gd name="connsiteX154" fmla="*/ 1500028 w 2912392"/>
                <a:gd name="connsiteY154" fmla="*/ 135725 h 359095"/>
                <a:gd name="connsiteX155" fmla="*/ 1509772 w 2912392"/>
                <a:gd name="connsiteY155" fmla="*/ 140609 h 359095"/>
                <a:gd name="connsiteX156" fmla="*/ 1519516 w 2912392"/>
                <a:gd name="connsiteY156" fmla="*/ 145515 h 359095"/>
                <a:gd name="connsiteX157" fmla="*/ 1529245 w 2912392"/>
                <a:gd name="connsiteY157" fmla="*/ 150440 h 359095"/>
                <a:gd name="connsiteX158" fmla="*/ 1538989 w 2912392"/>
                <a:gd name="connsiteY158" fmla="*/ 155377 h 359095"/>
                <a:gd name="connsiteX159" fmla="*/ 1548733 w 2912392"/>
                <a:gd name="connsiteY159" fmla="*/ 160322 h 359095"/>
                <a:gd name="connsiteX160" fmla="*/ 1558477 w 2912392"/>
                <a:gd name="connsiteY160" fmla="*/ 165270 h 359095"/>
                <a:gd name="connsiteX161" fmla="*/ 1568221 w 2912392"/>
                <a:gd name="connsiteY161" fmla="*/ 170216 h 359095"/>
                <a:gd name="connsiteX162" fmla="*/ 1577950 w 2912392"/>
                <a:gd name="connsiteY162" fmla="*/ 175154 h 359095"/>
                <a:gd name="connsiteX163" fmla="*/ 1587694 w 2912392"/>
                <a:gd name="connsiteY163" fmla="*/ 180080 h 359095"/>
                <a:gd name="connsiteX164" fmla="*/ 1597438 w 2912392"/>
                <a:gd name="connsiteY164" fmla="*/ 184987 h 359095"/>
                <a:gd name="connsiteX165" fmla="*/ 1607182 w 2912392"/>
                <a:gd name="connsiteY165" fmla="*/ 189871 h 359095"/>
                <a:gd name="connsiteX166" fmla="*/ 1616911 w 2912392"/>
                <a:gd name="connsiteY166" fmla="*/ 194725 h 359095"/>
                <a:gd name="connsiteX167" fmla="*/ 1626655 w 2912392"/>
                <a:gd name="connsiteY167" fmla="*/ 199547 h 359095"/>
                <a:gd name="connsiteX168" fmla="*/ 1636399 w 2912392"/>
                <a:gd name="connsiteY168" fmla="*/ 204329 h 359095"/>
                <a:gd name="connsiteX169" fmla="*/ 1646142 w 2912392"/>
                <a:gd name="connsiteY169" fmla="*/ 209067 h 359095"/>
                <a:gd name="connsiteX170" fmla="*/ 1655872 w 2912392"/>
                <a:gd name="connsiteY170" fmla="*/ 213756 h 359095"/>
                <a:gd name="connsiteX171" fmla="*/ 1665616 w 2912392"/>
                <a:gd name="connsiteY171" fmla="*/ 218391 h 359095"/>
                <a:gd name="connsiteX172" fmla="*/ 1675359 w 2912392"/>
                <a:gd name="connsiteY172" fmla="*/ 222965 h 359095"/>
                <a:gd name="connsiteX173" fmla="*/ 1685103 w 2912392"/>
                <a:gd name="connsiteY173" fmla="*/ 227475 h 359095"/>
                <a:gd name="connsiteX174" fmla="*/ 1694832 w 2912392"/>
                <a:gd name="connsiteY174" fmla="*/ 231915 h 359095"/>
                <a:gd name="connsiteX175" fmla="*/ 1704576 w 2912392"/>
                <a:gd name="connsiteY175" fmla="*/ 236280 h 359095"/>
                <a:gd name="connsiteX176" fmla="*/ 1714320 w 2912392"/>
                <a:gd name="connsiteY176" fmla="*/ 240565 h 359095"/>
                <a:gd name="connsiteX177" fmla="*/ 1724064 w 2912392"/>
                <a:gd name="connsiteY177" fmla="*/ 244766 h 359095"/>
                <a:gd name="connsiteX178" fmla="*/ 1733808 w 2912392"/>
                <a:gd name="connsiteY178" fmla="*/ 248879 h 359095"/>
                <a:gd name="connsiteX179" fmla="*/ 1743537 w 2912392"/>
                <a:gd name="connsiteY179" fmla="*/ 252898 h 359095"/>
                <a:gd name="connsiteX180" fmla="*/ 1753281 w 2912392"/>
                <a:gd name="connsiteY180" fmla="*/ 256818 h 359095"/>
                <a:gd name="connsiteX181" fmla="*/ 1763025 w 2912392"/>
                <a:gd name="connsiteY181" fmla="*/ 260637 h 359095"/>
                <a:gd name="connsiteX182" fmla="*/ 1772769 w 2912392"/>
                <a:gd name="connsiteY182" fmla="*/ 264350 h 359095"/>
                <a:gd name="connsiteX183" fmla="*/ 1782498 w 2912392"/>
                <a:gd name="connsiteY183" fmla="*/ 267951 h 359095"/>
                <a:gd name="connsiteX184" fmla="*/ 1792242 w 2912392"/>
                <a:gd name="connsiteY184" fmla="*/ 271436 h 359095"/>
                <a:gd name="connsiteX185" fmla="*/ 1801986 w 2912392"/>
                <a:gd name="connsiteY185" fmla="*/ 274804 h 359095"/>
                <a:gd name="connsiteX186" fmla="*/ 1811730 w 2912392"/>
                <a:gd name="connsiteY186" fmla="*/ 278049 h 359095"/>
                <a:gd name="connsiteX187" fmla="*/ 1821459 w 2912392"/>
                <a:gd name="connsiteY187" fmla="*/ 281169 h 359095"/>
                <a:gd name="connsiteX188" fmla="*/ 1831203 w 2912392"/>
                <a:gd name="connsiteY188" fmla="*/ 284158 h 359095"/>
                <a:gd name="connsiteX189" fmla="*/ 1840947 w 2912392"/>
                <a:gd name="connsiteY189" fmla="*/ 287015 h 359095"/>
                <a:gd name="connsiteX190" fmla="*/ 1850691 w 2912392"/>
                <a:gd name="connsiteY190" fmla="*/ 289738 h 359095"/>
                <a:gd name="connsiteX191" fmla="*/ 1860435 w 2912392"/>
                <a:gd name="connsiteY191" fmla="*/ 292320 h 359095"/>
                <a:gd name="connsiteX192" fmla="*/ 1870164 w 2912392"/>
                <a:gd name="connsiteY192" fmla="*/ 294761 h 359095"/>
                <a:gd name="connsiteX193" fmla="*/ 1879908 w 2912392"/>
                <a:gd name="connsiteY193" fmla="*/ 297059 h 359095"/>
                <a:gd name="connsiteX194" fmla="*/ 1889652 w 2912392"/>
                <a:gd name="connsiteY194" fmla="*/ 299210 h 359095"/>
                <a:gd name="connsiteX195" fmla="*/ 1899395 w 2912392"/>
                <a:gd name="connsiteY195" fmla="*/ 301213 h 359095"/>
                <a:gd name="connsiteX196" fmla="*/ 1909124 w 2912392"/>
                <a:gd name="connsiteY196" fmla="*/ 303066 h 359095"/>
                <a:gd name="connsiteX197" fmla="*/ 1918868 w 2912392"/>
                <a:gd name="connsiteY197" fmla="*/ 304766 h 359095"/>
                <a:gd name="connsiteX198" fmla="*/ 1928612 w 2912392"/>
                <a:gd name="connsiteY198" fmla="*/ 306313 h 359095"/>
                <a:gd name="connsiteX199" fmla="*/ 1938356 w 2912392"/>
                <a:gd name="connsiteY199" fmla="*/ 307704 h 359095"/>
                <a:gd name="connsiteX200" fmla="*/ 1948085 w 2912392"/>
                <a:gd name="connsiteY200" fmla="*/ 308941 h 359095"/>
                <a:gd name="connsiteX201" fmla="*/ 1957829 w 2912392"/>
                <a:gd name="connsiteY201" fmla="*/ 310019 h 359095"/>
                <a:gd name="connsiteX202" fmla="*/ 1967573 w 2912392"/>
                <a:gd name="connsiteY202" fmla="*/ 310942 h 359095"/>
                <a:gd name="connsiteX203" fmla="*/ 1977317 w 2912392"/>
                <a:gd name="connsiteY203" fmla="*/ 311706 h 359095"/>
                <a:gd name="connsiteX204" fmla="*/ 1987046 w 2912392"/>
                <a:gd name="connsiteY204" fmla="*/ 312312 h 359095"/>
                <a:gd name="connsiteX205" fmla="*/ 1996790 w 2912392"/>
                <a:gd name="connsiteY205" fmla="*/ 312761 h 359095"/>
                <a:gd name="connsiteX206" fmla="*/ 2006534 w 2912392"/>
                <a:gd name="connsiteY206" fmla="*/ 313053 h 359095"/>
                <a:gd name="connsiteX207" fmla="*/ 2016278 w 2912392"/>
                <a:gd name="connsiteY207" fmla="*/ 313187 h 359095"/>
                <a:gd name="connsiteX208" fmla="*/ 2026022 w 2912392"/>
                <a:gd name="connsiteY208" fmla="*/ 313168 h 359095"/>
                <a:gd name="connsiteX209" fmla="*/ 2035751 w 2912392"/>
                <a:gd name="connsiteY209" fmla="*/ 312992 h 359095"/>
                <a:gd name="connsiteX210" fmla="*/ 2045495 w 2912392"/>
                <a:gd name="connsiteY210" fmla="*/ 312664 h 359095"/>
                <a:gd name="connsiteX211" fmla="*/ 2055239 w 2912392"/>
                <a:gd name="connsiteY211" fmla="*/ 312186 h 359095"/>
                <a:gd name="connsiteX212" fmla="*/ 2064983 w 2912392"/>
                <a:gd name="connsiteY212" fmla="*/ 311559 h 359095"/>
                <a:gd name="connsiteX213" fmla="*/ 2074712 w 2912392"/>
                <a:gd name="connsiteY213" fmla="*/ 310784 h 359095"/>
                <a:gd name="connsiteX214" fmla="*/ 2084456 w 2912392"/>
                <a:gd name="connsiteY214" fmla="*/ 309866 h 359095"/>
                <a:gd name="connsiteX215" fmla="*/ 2094200 w 2912392"/>
                <a:gd name="connsiteY215" fmla="*/ 308807 h 359095"/>
                <a:gd name="connsiteX216" fmla="*/ 2103944 w 2912392"/>
                <a:gd name="connsiteY216" fmla="*/ 307610 h 359095"/>
                <a:gd name="connsiteX217" fmla="*/ 2113673 w 2912392"/>
                <a:gd name="connsiteY217" fmla="*/ 306280 h 359095"/>
                <a:gd name="connsiteX218" fmla="*/ 2123417 w 2912392"/>
                <a:gd name="connsiteY218" fmla="*/ 304818 h 359095"/>
                <a:gd name="connsiteX219" fmla="*/ 2133161 w 2912392"/>
                <a:gd name="connsiteY219" fmla="*/ 303231 h 359095"/>
                <a:gd name="connsiteX220" fmla="*/ 2142905 w 2912392"/>
                <a:gd name="connsiteY220" fmla="*/ 301523 h 359095"/>
                <a:gd name="connsiteX221" fmla="*/ 2152649 w 2912392"/>
                <a:gd name="connsiteY221" fmla="*/ 299696 h 359095"/>
                <a:gd name="connsiteX222" fmla="*/ 2162377 w 2912392"/>
                <a:gd name="connsiteY222" fmla="*/ 297758 h 359095"/>
                <a:gd name="connsiteX223" fmla="*/ 2172121 w 2912392"/>
                <a:gd name="connsiteY223" fmla="*/ 295714 h 359095"/>
                <a:gd name="connsiteX224" fmla="*/ 2181865 w 2912392"/>
                <a:gd name="connsiteY224" fmla="*/ 293568 h 359095"/>
                <a:gd name="connsiteX225" fmla="*/ 2191609 w 2912392"/>
                <a:gd name="connsiteY225" fmla="*/ 291326 h 359095"/>
                <a:gd name="connsiteX226" fmla="*/ 2201338 w 2912392"/>
                <a:gd name="connsiteY226" fmla="*/ 288996 h 359095"/>
                <a:gd name="connsiteX227" fmla="*/ 2211082 w 2912392"/>
                <a:gd name="connsiteY227" fmla="*/ 286583 h 359095"/>
                <a:gd name="connsiteX228" fmla="*/ 2220826 w 2912392"/>
                <a:gd name="connsiteY228" fmla="*/ 284095 h 359095"/>
                <a:gd name="connsiteX229" fmla="*/ 2230570 w 2912392"/>
                <a:gd name="connsiteY229" fmla="*/ 281537 h 359095"/>
                <a:gd name="connsiteX230" fmla="*/ 2240299 w 2912392"/>
                <a:gd name="connsiteY230" fmla="*/ 278918 h 359095"/>
                <a:gd name="connsiteX231" fmla="*/ 2250043 w 2912392"/>
                <a:gd name="connsiteY231" fmla="*/ 276244 h 359095"/>
                <a:gd name="connsiteX232" fmla="*/ 2259787 w 2912392"/>
                <a:gd name="connsiteY232" fmla="*/ 273523 h 359095"/>
                <a:gd name="connsiteX233" fmla="*/ 2269531 w 2912392"/>
                <a:gd name="connsiteY233" fmla="*/ 270764 h 359095"/>
                <a:gd name="connsiteX234" fmla="*/ 2279260 w 2912392"/>
                <a:gd name="connsiteY234" fmla="*/ 267973 h 359095"/>
                <a:gd name="connsiteX235" fmla="*/ 2289004 w 2912392"/>
                <a:gd name="connsiteY235" fmla="*/ 265162 h 359095"/>
                <a:gd name="connsiteX236" fmla="*/ 2298748 w 2912392"/>
                <a:gd name="connsiteY236" fmla="*/ 262335 h 359095"/>
                <a:gd name="connsiteX237" fmla="*/ 2308492 w 2912392"/>
                <a:gd name="connsiteY237" fmla="*/ 259503 h 359095"/>
                <a:gd name="connsiteX238" fmla="*/ 2318236 w 2912392"/>
                <a:gd name="connsiteY238" fmla="*/ 256675 h 359095"/>
                <a:gd name="connsiteX239" fmla="*/ 2327965 w 2912392"/>
                <a:gd name="connsiteY239" fmla="*/ 253859 h 359095"/>
                <a:gd name="connsiteX240" fmla="*/ 2337709 w 2912392"/>
                <a:gd name="connsiteY240" fmla="*/ 251064 h 359095"/>
                <a:gd name="connsiteX241" fmla="*/ 2347453 w 2912392"/>
                <a:gd name="connsiteY241" fmla="*/ 248300 h 359095"/>
                <a:gd name="connsiteX242" fmla="*/ 2357197 w 2912392"/>
                <a:gd name="connsiteY242" fmla="*/ 245577 h 359095"/>
                <a:gd name="connsiteX243" fmla="*/ 2366926 w 2912392"/>
                <a:gd name="connsiteY243" fmla="*/ 242901 h 359095"/>
                <a:gd name="connsiteX244" fmla="*/ 2376670 w 2912392"/>
                <a:gd name="connsiteY244" fmla="*/ 240285 h 359095"/>
                <a:gd name="connsiteX245" fmla="*/ 2386413 w 2912392"/>
                <a:gd name="connsiteY245" fmla="*/ 237736 h 359095"/>
                <a:gd name="connsiteX246" fmla="*/ 2396157 w 2912392"/>
                <a:gd name="connsiteY246" fmla="*/ 235262 h 359095"/>
                <a:gd name="connsiteX247" fmla="*/ 2405886 w 2912392"/>
                <a:gd name="connsiteY247" fmla="*/ 232876 h 359095"/>
                <a:gd name="connsiteX248" fmla="*/ 2415630 w 2912392"/>
                <a:gd name="connsiteY248" fmla="*/ 230584 h 359095"/>
                <a:gd name="connsiteX249" fmla="*/ 2425374 w 2912392"/>
                <a:gd name="connsiteY249" fmla="*/ 228397 h 359095"/>
                <a:gd name="connsiteX250" fmla="*/ 2435118 w 2912392"/>
                <a:gd name="connsiteY250" fmla="*/ 226323 h 359095"/>
                <a:gd name="connsiteX251" fmla="*/ 2444862 w 2912392"/>
                <a:gd name="connsiteY251" fmla="*/ 224371 h 359095"/>
                <a:gd name="connsiteX252" fmla="*/ 2454591 w 2912392"/>
                <a:gd name="connsiteY252" fmla="*/ 222551 h 359095"/>
                <a:gd name="connsiteX253" fmla="*/ 2464335 w 2912392"/>
                <a:gd name="connsiteY253" fmla="*/ 220868 h 359095"/>
                <a:gd name="connsiteX254" fmla="*/ 2474079 w 2912392"/>
                <a:gd name="connsiteY254" fmla="*/ 219335 h 359095"/>
                <a:gd name="connsiteX255" fmla="*/ 2483823 w 2912392"/>
                <a:gd name="connsiteY255" fmla="*/ 217956 h 359095"/>
                <a:gd name="connsiteX256" fmla="*/ 2493552 w 2912392"/>
                <a:gd name="connsiteY256" fmla="*/ 216741 h 359095"/>
                <a:gd name="connsiteX257" fmla="*/ 2503296 w 2912392"/>
                <a:gd name="connsiteY257" fmla="*/ 215698 h 359095"/>
                <a:gd name="connsiteX258" fmla="*/ 2513040 w 2912392"/>
                <a:gd name="connsiteY258" fmla="*/ 214833 h 359095"/>
                <a:gd name="connsiteX259" fmla="*/ 2522784 w 2912392"/>
                <a:gd name="connsiteY259" fmla="*/ 214152 h 359095"/>
                <a:gd name="connsiteX260" fmla="*/ 2532513 w 2912392"/>
                <a:gd name="connsiteY260" fmla="*/ 213663 h 359095"/>
                <a:gd name="connsiteX261" fmla="*/ 2542257 w 2912392"/>
                <a:gd name="connsiteY261" fmla="*/ 213373 h 359095"/>
                <a:gd name="connsiteX262" fmla="*/ 2552001 w 2912392"/>
                <a:gd name="connsiteY262" fmla="*/ 213286 h 359095"/>
                <a:gd name="connsiteX263" fmla="*/ 2561745 w 2912392"/>
                <a:gd name="connsiteY263" fmla="*/ 213407 h 359095"/>
                <a:gd name="connsiteX264" fmla="*/ 2571474 w 2912392"/>
                <a:gd name="connsiteY264" fmla="*/ 213744 h 359095"/>
                <a:gd name="connsiteX265" fmla="*/ 2581218 w 2912392"/>
                <a:gd name="connsiteY265" fmla="*/ 214298 h 359095"/>
                <a:gd name="connsiteX266" fmla="*/ 2590962 w 2912392"/>
                <a:gd name="connsiteY266" fmla="*/ 215074 h 359095"/>
                <a:gd name="connsiteX267" fmla="*/ 2600705 w 2912392"/>
                <a:gd name="connsiteY267" fmla="*/ 216075 h 359095"/>
                <a:gd name="connsiteX268" fmla="*/ 2610449 w 2912392"/>
                <a:gd name="connsiteY268" fmla="*/ 217306 h 359095"/>
                <a:gd name="connsiteX269" fmla="*/ 2620178 w 2912392"/>
                <a:gd name="connsiteY269" fmla="*/ 218768 h 359095"/>
                <a:gd name="connsiteX270" fmla="*/ 2629922 w 2912392"/>
                <a:gd name="connsiteY270" fmla="*/ 220462 h 359095"/>
                <a:gd name="connsiteX271" fmla="*/ 2639666 w 2912392"/>
                <a:gd name="connsiteY271" fmla="*/ 222391 h 359095"/>
                <a:gd name="connsiteX272" fmla="*/ 2649410 w 2912392"/>
                <a:gd name="connsiteY272" fmla="*/ 224554 h 359095"/>
                <a:gd name="connsiteX273" fmla="*/ 2659139 w 2912392"/>
                <a:gd name="connsiteY273" fmla="*/ 226953 h 359095"/>
                <a:gd name="connsiteX274" fmla="*/ 2668883 w 2912392"/>
                <a:gd name="connsiteY274" fmla="*/ 229587 h 359095"/>
                <a:gd name="connsiteX275" fmla="*/ 2678627 w 2912392"/>
                <a:gd name="connsiteY275" fmla="*/ 232455 h 359095"/>
                <a:gd name="connsiteX276" fmla="*/ 2688371 w 2912392"/>
                <a:gd name="connsiteY276" fmla="*/ 235556 h 359095"/>
                <a:gd name="connsiteX277" fmla="*/ 2698100 w 2912392"/>
                <a:gd name="connsiteY277" fmla="*/ 238886 h 359095"/>
                <a:gd name="connsiteX278" fmla="*/ 2707844 w 2912392"/>
                <a:gd name="connsiteY278" fmla="*/ 242442 h 359095"/>
                <a:gd name="connsiteX279" fmla="*/ 2717588 w 2912392"/>
                <a:gd name="connsiteY279" fmla="*/ 246225 h 359095"/>
                <a:gd name="connsiteX280" fmla="*/ 2727332 w 2912392"/>
                <a:gd name="connsiteY280" fmla="*/ 250227 h 359095"/>
                <a:gd name="connsiteX281" fmla="*/ 2737076 w 2912392"/>
                <a:gd name="connsiteY281" fmla="*/ 254443 h 359095"/>
                <a:gd name="connsiteX282" fmla="*/ 2746805 w 2912392"/>
                <a:gd name="connsiteY282" fmla="*/ 258873 h 359095"/>
                <a:gd name="connsiteX283" fmla="*/ 2756549 w 2912392"/>
                <a:gd name="connsiteY283" fmla="*/ 263506 h 359095"/>
                <a:gd name="connsiteX284" fmla="*/ 2766293 w 2912392"/>
                <a:gd name="connsiteY284" fmla="*/ 268338 h 359095"/>
                <a:gd name="connsiteX285" fmla="*/ 2776037 w 2912392"/>
                <a:gd name="connsiteY285" fmla="*/ 273363 h 359095"/>
                <a:gd name="connsiteX286" fmla="*/ 2785766 w 2912392"/>
                <a:gd name="connsiteY286" fmla="*/ 278574 h 359095"/>
                <a:gd name="connsiteX287" fmla="*/ 2795510 w 2912392"/>
                <a:gd name="connsiteY287" fmla="*/ 283961 h 359095"/>
                <a:gd name="connsiteX288" fmla="*/ 2805254 w 2912392"/>
                <a:gd name="connsiteY288" fmla="*/ 289518 h 359095"/>
                <a:gd name="connsiteX289" fmla="*/ 2814998 w 2912392"/>
                <a:gd name="connsiteY289" fmla="*/ 295237 h 359095"/>
                <a:gd name="connsiteX290" fmla="*/ 2824727 w 2912392"/>
                <a:gd name="connsiteY290" fmla="*/ 301107 h 359095"/>
                <a:gd name="connsiteX291" fmla="*/ 2834471 w 2912392"/>
                <a:gd name="connsiteY291" fmla="*/ 307120 h 359095"/>
                <a:gd name="connsiteX292" fmla="*/ 2844215 w 2912392"/>
                <a:gd name="connsiteY292" fmla="*/ 313264 h 359095"/>
                <a:gd name="connsiteX293" fmla="*/ 2853958 w 2912392"/>
                <a:gd name="connsiteY293" fmla="*/ 319531 h 359095"/>
                <a:gd name="connsiteX294" fmla="*/ 2863687 w 2912392"/>
                <a:gd name="connsiteY294" fmla="*/ 325911 h 359095"/>
                <a:gd name="connsiteX295" fmla="*/ 2873431 w 2912392"/>
                <a:gd name="connsiteY295" fmla="*/ 332390 h 359095"/>
                <a:gd name="connsiteX296" fmla="*/ 2883175 w 2912392"/>
                <a:gd name="connsiteY296" fmla="*/ 338961 h 359095"/>
                <a:gd name="connsiteX297" fmla="*/ 2892919 w 2912392"/>
                <a:gd name="connsiteY297" fmla="*/ 345609 h 359095"/>
                <a:gd name="connsiteX298" fmla="*/ 2902663 w 2912392"/>
                <a:gd name="connsiteY298" fmla="*/ 352325 h 359095"/>
                <a:gd name="connsiteX299" fmla="*/ 2912392 w 2912392"/>
                <a:gd name="connsiteY299" fmla="*/ 359095 h 359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59095">
                  <a:moveTo>
                    <a:pt x="0" y="125764"/>
                  </a:moveTo>
                  <a:lnTo>
                    <a:pt x="9739" y="125345"/>
                  </a:lnTo>
                  <a:lnTo>
                    <a:pt x="19480" y="124990"/>
                  </a:lnTo>
                  <a:lnTo>
                    <a:pt x="29221" y="124695"/>
                  </a:lnTo>
                  <a:lnTo>
                    <a:pt x="38961" y="124459"/>
                  </a:lnTo>
                  <a:lnTo>
                    <a:pt x="48702" y="124278"/>
                  </a:lnTo>
                  <a:lnTo>
                    <a:pt x="58443" y="124152"/>
                  </a:lnTo>
                  <a:lnTo>
                    <a:pt x="68182" y="124076"/>
                  </a:lnTo>
                  <a:lnTo>
                    <a:pt x="77923" y="124047"/>
                  </a:lnTo>
                  <a:lnTo>
                    <a:pt x="87664" y="124061"/>
                  </a:lnTo>
                  <a:lnTo>
                    <a:pt x="97404" y="124116"/>
                  </a:lnTo>
                  <a:lnTo>
                    <a:pt x="107145" y="124205"/>
                  </a:lnTo>
                  <a:lnTo>
                    <a:pt x="116886" y="124328"/>
                  </a:lnTo>
                  <a:lnTo>
                    <a:pt x="126625" y="124475"/>
                  </a:lnTo>
                  <a:lnTo>
                    <a:pt x="136366" y="124645"/>
                  </a:lnTo>
                  <a:lnTo>
                    <a:pt x="146107" y="124833"/>
                  </a:lnTo>
                  <a:lnTo>
                    <a:pt x="155846" y="125032"/>
                  </a:lnTo>
                  <a:lnTo>
                    <a:pt x="165587" y="125238"/>
                  </a:lnTo>
                  <a:lnTo>
                    <a:pt x="175328" y="125446"/>
                  </a:lnTo>
                  <a:lnTo>
                    <a:pt x="185068" y="125651"/>
                  </a:lnTo>
                  <a:lnTo>
                    <a:pt x="194809" y="125846"/>
                  </a:lnTo>
                  <a:lnTo>
                    <a:pt x="204550" y="126028"/>
                  </a:lnTo>
                  <a:lnTo>
                    <a:pt x="214289" y="126190"/>
                  </a:lnTo>
                  <a:lnTo>
                    <a:pt x="224030" y="126328"/>
                  </a:lnTo>
                  <a:lnTo>
                    <a:pt x="233771" y="126437"/>
                  </a:lnTo>
                  <a:lnTo>
                    <a:pt x="243510" y="126512"/>
                  </a:lnTo>
                  <a:lnTo>
                    <a:pt x="253251" y="126547"/>
                  </a:lnTo>
                  <a:lnTo>
                    <a:pt x="262992" y="126540"/>
                  </a:lnTo>
                  <a:lnTo>
                    <a:pt x="272732" y="126483"/>
                  </a:lnTo>
                  <a:lnTo>
                    <a:pt x="282473" y="126373"/>
                  </a:lnTo>
                  <a:lnTo>
                    <a:pt x="292214" y="126208"/>
                  </a:lnTo>
                  <a:lnTo>
                    <a:pt x="301953" y="125980"/>
                  </a:lnTo>
                  <a:lnTo>
                    <a:pt x="311694" y="125689"/>
                  </a:lnTo>
                  <a:lnTo>
                    <a:pt x="321435" y="125330"/>
                  </a:lnTo>
                  <a:lnTo>
                    <a:pt x="331175" y="124901"/>
                  </a:lnTo>
                  <a:lnTo>
                    <a:pt x="340916" y="124398"/>
                  </a:lnTo>
                  <a:lnTo>
                    <a:pt x="350656" y="123818"/>
                  </a:lnTo>
                  <a:lnTo>
                    <a:pt x="360396" y="123161"/>
                  </a:lnTo>
                  <a:lnTo>
                    <a:pt x="370137" y="122422"/>
                  </a:lnTo>
                  <a:lnTo>
                    <a:pt x="379878" y="121602"/>
                  </a:lnTo>
                  <a:lnTo>
                    <a:pt x="389617" y="120698"/>
                  </a:lnTo>
                  <a:lnTo>
                    <a:pt x="399358" y="119710"/>
                  </a:lnTo>
                  <a:lnTo>
                    <a:pt x="409099" y="118638"/>
                  </a:lnTo>
                  <a:lnTo>
                    <a:pt x="418839" y="117478"/>
                  </a:lnTo>
                  <a:lnTo>
                    <a:pt x="428580" y="116234"/>
                  </a:lnTo>
                  <a:lnTo>
                    <a:pt x="438321" y="114905"/>
                  </a:lnTo>
                  <a:lnTo>
                    <a:pt x="448060" y="113492"/>
                  </a:lnTo>
                  <a:lnTo>
                    <a:pt x="457801" y="111993"/>
                  </a:lnTo>
                  <a:lnTo>
                    <a:pt x="467542" y="110413"/>
                  </a:lnTo>
                  <a:lnTo>
                    <a:pt x="477281" y="108751"/>
                  </a:lnTo>
                  <a:lnTo>
                    <a:pt x="487022" y="107010"/>
                  </a:lnTo>
                  <a:lnTo>
                    <a:pt x="496763" y="105193"/>
                  </a:lnTo>
                  <a:lnTo>
                    <a:pt x="506503" y="103299"/>
                  </a:lnTo>
                  <a:lnTo>
                    <a:pt x="516244" y="101334"/>
                  </a:lnTo>
                  <a:lnTo>
                    <a:pt x="525985" y="99299"/>
                  </a:lnTo>
                  <a:lnTo>
                    <a:pt x="535724" y="97196"/>
                  </a:lnTo>
                  <a:lnTo>
                    <a:pt x="545465" y="95030"/>
                  </a:lnTo>
                  <a:lnTo>
                    <a:pt x="555206" y="92804"/>
                  </a:lnTo>
                  <a:lnTo>
                    <a:pt x="564946" y="90523"/>
                  </a:lnTo>
                  <a:lnTo>
                    <a:pt x="574687" y="88189"/>
                  </a:lnTo>
                  <a:lnTo>
                    <a:pt x="584428" y="85805"/>
                  </a:lnTo>
                  <a:lnTo>
                    <a:pt x="594167" y="83378"/>
                  </a:lnTo>
                  <a:lnTo>
                    <a:pt x="603908" y="80909"/>
                  </a:lnTo>
                  <a:lnTo>
                    <a:pt x="613649" y="78404"/>
                  </a:lnTo>
                  <a:lnTo>
                    <a:pt x="623388" y="75870"/>
                  </a:lnTo>
                  <a:lnTo>
                    <a:pt x="633129" y="73307"/>
                  </a:lnTo>
                  <a:lnTo>
                    <a:pt x="642870" y="70723"/>
                  </a:lnTo>
                  <a:lnTo>
                    <a:pt x="652610" y="68120"/>
                  </a:lnTo>
                  <a:lnTo>
                    <a:pt x="662351" y="65505"/>
                  </a:lnTo>
                  <a:lnTo>
                    <a:pt x="672092" y="62881"/>
                  </a:lnTo>
                  <a:lnTo>
                    <a:pt x="681831" y="60254"/>
                  </a:lnTo>
                  <a:lnTo>
                    <a:pt x="691572" y="57629"/>
                  </a:lnTo>
                  <a:lnTo>
                    <a:pt x="701313" y="55010"/>
                  </a:lnTo>
                  <a:lnTo>
                    <a:pt x="711052" y="52403"/>
                  </a:lnTo>
                  <a:lnTo>
                    <a:pt x="720793" y="49810"/>
                  </a:lnTo>
                  <a:lnTo>
                    <a:pt x="730534" y="47239"/>
                  </a:lnTo>
                  <a:lnTo>
                    <a:pt x="740274" y="44694"/>
                  </a:lnTo>
                  <a:lnTo>
                    <a:pt x="750015" y="42178"/>
                  </a:lnTo>
                  <a:lnTo>
                    <a:pt x="759756" y="39697"/>
                  </a:lnTo>
                  <a:lnTo>
                    <a:pt x="769495" y="37253"/>
                  </a:lnTo>
                  <a:lnTo>
                    <a:pt x="779236" y="34856"/>
                  </a:lnTo>
                  <a:lnTo>
                    <a:pt x="788977" y="32505"/>
                  </a:lnTo>
                  <a:lnTo>
                    <a:pt x="798717" y="30206"/>
                  </a:lnTo>
                  <a:lnTo>
                    <a:pt x="808458" y="27965"/>
                  </a:lnTo>
                  <a:lnTo>
                    <a:pt x="818199" y="25784"/>
                  </a:lnTo>
                  <a:lnTo>
                    <a:pt x="827938" y="23667"/>
                  </a:lnTo>
                  <a:lnTo>
                    <a:pt x="837679" y="21618"/>
                  </a:lnTo>
                  <a:lnTo>
                    <a:pt x="847420" y="19643"/>
                  </a:lnTo>
                  <a:lnTo>
                    <a:pt x="857159" y="17743"/>
                  </a:lnTo>
                  <a:lnTo>
                    <a:pt x="866900" y="15923"/>
                  </a:lnTo>
                  <a:lnTo>
                    <a:pt x="876641" y="14184"/>
                  </a:lnTo>
                  <a:lnTo>
                    <a:pt x="886381" y="12533"/>
                  </a:lnTo>
                  <a:lnTo>
                    <a:pt x="896122" y="10972"/>
                  </a:lnTo>
                  <a:lnTo>
                    <a:pt x="905863" y="9501"/>
                  </a:lnTo>
                  <a:lnTo>
                    <a:pt x="915602" y="8127"/>
                  </a:lnTo>
                  <a:lnTo>
                    <a:pt x="925343" y="6852"/>
                  </a:lnTo>
                  <a:lnTo>
                    <a:pt x="935084" y="5678"/>
                  </a:lnTo>
                  <a:lnTo>
                    <a:pt x="944824" y="4607"/>
                  </a:lnTo>
                  <a:lnTo>
                    <a:pt x="954564" y="3643"/>
                  </a:lnTo>
                  <a:lnTo>
                    <a:pt x="964305" y="2786"/>
                  </a:lnTo>
                  <a:lnTo>
                    <a:pt x="974045" y="2041"/>
                  </a:lnTo>
                  <a:lnTo>
                    <a:pt x="983786" y="1408"/>
                  </a:lnTo>
                  <a:lnTo>
                    <a:pt x="993522" y="889"/>
                  </a:lnTo>
                  <a:lnTo>
                    <a:pt x="1003266" y="489"/>
                  </a:lnTo>
                  <a:lnTo>
                    <a:pt x="1013010" y="206"/>
                  </a:lnTo>
                  <a:lnTo>
                    <a:pt x="1022754" y="42"/>
                  </a:lnTo>
                  <a:lnTo>
                    <a:pt x="1032483" y="0"/>
                  </a:lnTo>
                  <a:lnTo>
                    <a:pt x="1042227" y="80"/>
                  </a:lnTo>
                  <a:lnTo>
                    <a:pt x="1051971" y="285"/>
                  </a:lnTo>
                  <a:lnTo>
                    <a:pt x="1061715" y="614"/>
                  </a:lnTo>
                  <a:lnTo>
                    <a:pt x="1071444" y="1068"/>
                  </a:lnTo>
                  <a:lnTo>
                    <a:pt x="1081188" y="1649"/>
                  </a:lnTo>
                  <a:lnTo>
                    <a:pt x="1090932" y="2359"/>
                  </a:lnTo>
                  <a:lnTo>
                    <a:pt x="1100676" y="3194"/>
                  </a:lnTo>
                  <a:lnTo>
                    <a:pt x="1110405" y="4158"/>
                  </a:lnTo>
                  <a:lnTo>
                    <a:pt x="1120149" y="5252"/>
                  </a:lnTo>
                  <a:lnTo>
                    <a:pt x="1129893" y="6474"/>
                  </a:lnTo>
                  <a:lnTo>
                    <a:pt x="1139637" y="7825"/>
                  </a:lnTo>
                  <a:lnTo>
                    <a:pt x="1149381" y="9303"/>
                  </a:lnTo>
                  <a:lnTo>
                    <a:pt x="1159110" y="10911"/>
                  </a:lnTo>
                  <a:lnTo>
                    <a:pt x="1168854" y="12646"/>
                  </a:lnTo>
                  <a:lnTo>
                    <a:pt x="1178598" y="14509"/>
                  </a:lnTo>
                  <a:lnTo>
                    <a:pt x="1188341" y="16499"/>
                  </a:lnTo>
                  <a:lnTo>
                    <a:pt x="1198070" y="18615"/>
                  </a:lnTo>
                  <a:lnTo>
                    <a:pt x="1207814" y="20854"/>
                  </a:lnTo>
                  <a:lnTo>
                    <a:pt x="1217558" y="23219"/>
                  </a:lnTo>
                  <a:lnTo>
                    <a:pt x="1227302" y="25707"/>
                  </a:lnTo>
                  <a:lnTo>
                    <a:pt x="1237031" y="28316"/>
                  </a:lnTo>
                  <a:lnTo>
                    <a:pt x="1246775" y="31044"/>
                  </a:lnTo>
                  <a:lnTo>
                    <a:pt x="1256519" y="33889"/>
                  </a:lnTo>
                  <a:lnTo>
                    <a:pt x="1266263" y="36853"/>
                  </a:lnTo>
                  <a:lnTo>
                    <a:pt x="1276007" y="39931"/>
                  </a:lnTo>
                  <a:lnTo>
                    <a:pt x="1285736" y="43119"/>
                  </a:lnTo>
                  <a:lnTo>
                    <a:pt x="1295480" y="46419"/>
                  </a:lnTo>
                  <a:lnTo>
                    <a:pt x="1305224" y="49827"/>
                  </a:lnTo>
                  <a:lnTo>
                    <a:pt x="1314968" y="53340"/>
                  </a:lnTo>
                  <a:lnTo>
                    <a:pt x="1324697" y="56954"/>
                  </a:lnTo>
                  <a:lnTo>
                    <a:pt x="1334441" y="60670"/>
                  </a:lnTo>
                  <a:lnTo>
                    <a:pt x="1344185" y="64481"/>
                  </a:lnTo>
                  <a:lnTo>
                    <a:pt x="1353929" y="68386"/>
                  </a:lnTo>
                  <a:lnTo>
                    <a:pt x="1363658" y="72382"/>
                  </a:lnTo>
                  <a:lnTo>
                    <a:pt x="1373402" y="76466"/>
                  </a:lnTo>
                  <a:lnTo>
                    <a:pt x="1383146" y="80633"/>
                  </a:lnTo>
                  <a:lnTo>
                    <a:pt x="1392890" y="84879"/>
                  </a:lnTo>
                  <a:lnTo>
                    <a:pt x="1402619" y="89203"/>
                  </a:lnTo>
                  <a:lnTo>
                    <a:pt x="1412363" y="93598"/>
                  </a:lnTo>
                  <a:lnTo>
                    <a:pt x="1422106" y="98062"/>
                  </a:lnTo>
                  <a:lnTo>
                    <a:pt x="1431850" y="102591"/>
                  </a:lnTo>
                  <a:lnTo>
                    <a:pt x="1441594" y="107179"/>
                  </a:lnTo>
                  <a:lnTo>
                    <a:pt x="1451323" y="111824"/>
                  </a:lnTo>
                  <a:lnTo>
                    <a:pt x="1461067" y="116519"/>
                  </a:lnTo>
                  <a:lnTo>
                    <a:pt x="1470811" y="121263"/>
                  </a:lnTo>
                  <a:lnTo>
                    <a:pt x="1480555" y="126047"/>
                  </a:lnTo>
                  <a:lnTo>
                    <a:pt x="1490284" y="130870"/>
                  </a:lnTo>
                  <a:lnTo>
                    <a:pt x="1500028" y="135725"/>
                  </a:lnTo>
                  <a:lnTo>
                    <a:pt x="1509772" y="140609"/>
                  </a:lnTo>
                  <a:lnTo>
                    <a:pt x="1519516" y="145515"/>
                  </a:lnTo>
                  <a:lnTo>
                    <a:pt x="1529245" y="150440"/>
                  </a:lnTo>
                  <a:lnTo>
                    <a:pt x="1538989" y="155377"/>
                  </a:lnTo>
                  <a:lnTo>
                    <a:pt x="1548733" y="160322"/>
                  </a:lnTo>
                  <a:lnTo>
                    <a:pt x="1558477" y="165270"/>
                  </a:lnTo>
                  <a:lnTo>
                    <a:pt x="1568221" y="170216"/>
                  </a:lnTo>
                  <a:lnTo>
                    <a:pt x="1577950" y="175154"/>
                  </a:lnTo>
                  <a:lnTo>
                    <a:pt x="1587694" y="180080"/>
                  </a:lnTo>
                  <a:lnTo>
                    <a:pt x="1597438" y="184987"/>
                  </a:lnTo>
                  <a:lnTo>
                    <a:pt x="1607182" y="189871"/>
                  </a:lnTo>
                  <a:lnTo>
                    <a:pt x="1616911" y="194725"/>
                  </a:lnTo>
                  <a:lnTo>
                    <a:pt x="1626655" y="199547"/>
                  </a:lnTo>
                  <a:lnTo>
                    <a:pt x="1636399" y="204329"/>
                  </a:lnTo>
                  <a:lnTo>
                    <a:pt x="1646142" y="209067"/>
                  </a:lnTo>
                  <a:lnTo>
                    <a:pt x="1655872" y="213756"/>
                  </a:lnTo>
                  <a:lnTo>
                    <a:pt x="1665616" y="218391"/>
                  </a:lnTo>
                  <a:lnTo>
                    <a:pt x="1675359" y="222965"/>
                  </a:lnTo>
                  <a:lnTo>
                    <a:pt x="1685103" y="227475"/>
                  </a:lnTo>
                  <a:lnTo>
                    <a:pt x="1694832" y="231915"/>
                  </a:lnTo>
                  <a:lnTo>
                    <a:pt x="1704576" y="236280"/>
                  </a:lnTo>
                  <a:lnTo>
                    <a:pt x="1714320" y="240565"/>
                  </a:lnTo>
                  <a:lnTo>
                    <a:pt x="1724064" y="244766"/>
                  </a:lnTo>
                  <a:lnTo>
                    <a:pt x="1733808" y="248879"/>
                  </a:lnTo>
                  <a:lnTo>
                    <a:pt x="1743537" y="252898"/>
                  </a:lnTo>
                  <a:lnTo>
                    <a:pt x="1753281" y="256818"/>
                  </a:lnTo>
                  <a:lnTo>
                    <a:pt x="1763025" y="260637"/>
                  </a:lnTo>
                  <a:lnTo>
                    <a:pt x="1772769" y="264350"/>
                  </a:lnTo>
                  <a:lnTo>
                    <a:pt x="1782498" y="267951"/>
                  </a:lnTo>
                  <a:lnTo>
                    <a:pt x="1792242" y="271436"/>
                  </a:lnTo>
                  <a:lnTo>
                    <a:pt x="1801986" y="274804"/>
                  </a:lnTo>
                  <a:lnTo>
                    <a:pt x="1811730" y="278049"/>
                  </a:lnTo>
                  <a:lnTo>
                    <a:pt x="1821459" y="281169"/>
                  </a:lnTo>
                  <a:lnTo>
                    <a:pt x="1831203" y="284158"/>
                  </a:lnTo>
                  <a:lnTo>
                    <a:pt x="1840947" y="287015"/>
                  </a:lnTo>
                  <a:lnTo>
                    <a:pt x="1850691" y="289738"/>
                  </a:lnTo>
                  <a:lnTo>
                    <a:pt x="1860435" y="292320"/>
                  </a:lnTo>
                  <a:lnTo>
                    <a:pt x="1870164" y="294761"/>
                  </a:lnTo>
                  <a:lnTo>
                    <a:pt x="1879908" y="297059"/>
                  </a:lnTo>
                  <a:lnTo>
                    <a:pt x="1889652" y="299210"/>
                  </a:lnTo>
                  <a:lnTo>
                    <a:pt x="1899395" y="301213"/>
                  </a:lnTo>
                  <a:lnTo>
                    <a:pt x="1909124" y="303066"/>
                  </a:lnTo>
                  <a:lnTo>
                    <a:pt x="1918868" y="304766"/>
                  </a:lnTo>
                  <a:lnTo>
                    <a:pt x="1928612" y="306313"/>
                  </a:lnTo>
                  <a:lnTo>
                    <a:pt x="1938356" y="307704"/>
                  </a:lnTo>
                  <a:lnTo>
                    <a:pt x="1948085" y="308941"/>
                  </a:lnTo>
                  <a:lnTo>
                    <a:pt x="1957829" y="310019"/>
                  </a:lnTo>
                  <a:lnTo>
                    <a:pt x="1967573" y="310942"/>
                  </a:lnTo>
                  <a:lnTo>
                    <a:pt x="1977317" y="311706"/>
                  </a:lnTo>
                  <a:lnTo>
                    <a:pt x="1987046" y="312312"/>
                  </a:lnTo>
                  <a:lnTo>
                    <a:pt x="1996790" y="312761"/>
                  </a:lnTo>
                  <a:lnTo>
                    <a:pt x="2006534" y="313053"/>
                  </a:lnTo>
                  <a:lnTo>
                    <a:pt x="2016278" y="313187"/>
                  </a:lnTo>
                  <a:lnTo>
                    <a:pt x="2026022" y="313168"/>
                  </a:lnTo>
                  <a:lnTo>
                    <a:pt x="2035751" y="312992"/>
                  </a:lnTo>
                  <a:lnTo>
                    <a:pt x="2045495" y="312664"/>
                  </a:lnTo>
                  <a:lnTo>
                    <a:pt x="2055239" y="312186"/>
                  </a:lnTo>
                  <a:lnTo>
                    <a:pt x="2064983" y="311559"/>
                  </a:lnTo>
                  <a:lnTo>
                    <a:pt x="2074712" y="310784"/>
                  </a:lnTo>
                  <a:lnTo>
                    <a:pt x="2084456" y="309866"/>
                  </a:lnTo>
                  <a:lnTo>
                    <a:pt x="2094200" y="308807"/>
                  </a:lnTo>
                  <a:lnTo>
                    <a:pt x="2103944" y="307610"/>
                  </a:lnTo>
                  <a:lnTo>
                    <a:pt x="2113673" y="306280"/>
                  </a:lnTo>
                  <a:lnTo>
                    <a:pt x="2123417" y="304818"/>
                  </a:lnTo>
                  <a:lnTo>
                    <a:pt x="2133161" y="303231"/>
                  </a:lnTo>
                  <a:lnTo>
                    <a:pt x="2142905" y="301523"/>
                  </a:lnTo>
                  <a:lnTo>
                    <a:pt x="2152649" y="299696"/>
                  </a:lnTo>
                  <a:lnTo>
                    <a:pt x="2162377" y="297758"/>
                  </a:lnTo>
                  <a:lnTo>
                    <a:pt x="2172121" y="295714"/>
                  </a:lnTo>
                  <a:lnTo>
                    <a:pt x="2181865" y="293568"/>
                  </a:lnTo>
                  <a:lnTo>
                    <a:pt x="2191609" y="291326"/>
                  </a:lnTo>
                  <a:lnTo>
                    <a:pt x="2201338" y="288996"/>
                  </a:lnTo>
                  <a:lnTo>
                    <a:pt x="2211082" y="286583"/>
                  </a:lnTo>
                  <a:lnTo>
                    <a:pt x="2220826" y="284095"/>
                  </a:lnTo>
                  <a:lnTo>
                    <a:pt x="2230570" y="281537"/>
                  </a:lnTo>
                  <a:lnTo>
                    <a:pt x="2240299" y="278918"/>
                  </a:lnTo>
                  <a:lnTo>
                    <a:pt x="2250043" y="276244"/>
                  </a:lnTo>
                  <a:lnTo>
                    <a:pt x="2259787" y="273523"/>
                  </a:lnTo>
                  <a:lnTo>
                    <a:pt x="2269531" y="270764"/>
                  </a:lnTo>
                  <a:lnTo>
                    <a:pt x="2279260" y="267973"/>
                  </a:lnTo>
                  <a:lnTo>
                    <a:pt x="2289004" y="265162"/>
                  </a:lnTo>
                  <a:lnTo>
                    <a:pt x="2298748" y="262335"/>
                  </a:lnTo>
                  <a:lnTo>
                    <a:pt x="2308492" y="259503"/>
                  </a:lnTo>
                  <a:lnTo>
                    <a:pt x="2318236" y="256675"/>
                  </a:lnTo>
                  <a:lnTo>
                    <a:pt x="2327965" y="253859"/>
                  </a:lnTo>
                  <a:lnTo>
                    <a:pt x="2337709" y="251064"/>
                  </a:lnTo>
                  <a:lnTo>
                    <a:pt x="2347453" y="248300"/>
                  </a:lnTo>
                  <a:lnTo>
                    <a:pt x="2357197" y="245577"/>
                  </a:lnTo>
                  <a:lnTo>
                    <a:pt x="2366926" y="242901"/>
                  </a:lnTo>
                  <a:lnTo>
                    <a:pt x="2376670" y="240285"/>
                  </a:lnTo>
                  <a:lnTo>
                    <a:pt x="2386413" y="237736"/>
                  </a:lnTo>
                  <a:lnTo>
                    <a:pt x="2396157" y="235262"/>
                  </a:lnTo>
                  <a:lnTo>
                    <a:pt x="2405886" y="232876"/>
                  </a:lnTo>
                  <a:lnTo>
                    <a:pt x="2415630" y="230584"/>
                  </a:lnTo>
                  <a:lnTo>
                    <a:pt x="2425374" y="228397"/>
                  </a:lnTo>
                  <a:lnTo>
                    <a:pt x="2435118" y="226323"/>
                  </a:lnTo>
                  <a:lnTo>
                    <a:pt x="2444862" y="224371"/>
                  </a:lnTo>
                  <a:lnTo>
                    <a:pt x="2454591" y="222551"/>
                  </a:lnTo>
                  <a:lnTo>
                    <a:pt x="2464335" y="220868"/>
                  </a:lnTo>
                  <a:lnTo>
                    <a:pt x="2474079" y="219335"/>
                  </a:lnTo>
                  <a:lnTo>
                    <a:pt x="2483823" y="217956"/>
                  </a:lnTo>
                  <a:lnTo>
                    <a:pt x="2493552" y="216741"/>
                  </a:lnTo>
                  <a:lnTo>
                    <a:pt x="2503296" y="215698"/>
                  </a:lnTo>
                  <a:lnTo>
                    <a:pt x="2513040" y="214833"/>
                  </a:lnTo>
                  <a:lnTo>
                    <a:pt x="2522784" y="214152"/>
                  </a:lnTo>
                  <a:lnTo>
                    <a:pt x="2532513" y="213663"/>
                  </a:lnTo>
                  <a:lnTo>
                    <a:pt x="2542257" y="213373"/>
                  </a:lnTo>
                  <a:lnTo>
                    <a:pt x="2552001" y="213286"/>
                  </a:lnTo>
                  <a:lnTo>
                    <a:pt x="2561745" y="213407"/>
                  </a:lnTo>
                  <a:lnTo>
                    <a:pt x="2571474" y="213744"/>
                  </a:lnTo>
                  <a:lnTo>
                    <a:pt x="2581218" y="214298"/>
                  </a:lnTo>
                  <a:lnTo>
                    <a:pt x="2590962" y="215074"/>
                  </a:lnTo>
                  <a:lnTo>
                    <a:pt x="2600705" y="216075"/>
                  </a:lnTo>
                  <a:lnTo>
                    <a:pt x="2610449" y="217306"/>
                  </a:lnTo>
                  <a:lnTo>
                    <a:pt x="2620178" y="218768"/>
                  </a:lnTo>
                  <a:lnTo>
                    <a:pt x="2629922" y="220462"/>
                  </a:lnTo>
                  <a:lnTo>
                    <a:pt x="2639666" y="222391"/>
                  </a:lnTo>
                  <a:lnTo>
                    <a:pt x="2649410" y="224554"/>
                  </a:lnTo>
                  <a:lnTo>
                    <a:pt x="2659139" y="226953"/>
                  </a:lnTo>
                  <a:lnTo>
                    <a:pt x="2668883" y="229587"/>
                  </a:lnTo>
                  <a:lnTo>
                    <a:pt x="2678627" y="232455"/>
                  </a:lnTo>
                  <a:lnTo>
                    <a:pt x="2688371" y="235556"/>
                  </a:lnTo>
                  <a:lnTo>
                    <a:pt x="2698100" y="238886"/>
                  </a:lnTo>
                  <a:lnTo>
                    <a:pt x="2707844" y="242442"/>
                  </a:lnTo>
                  <a:lnTo>
                    <a:pt x="2717588" y="246225"/>
                  </a:lnTo>
                  <a:lnTo>
                    <a:pt x="2727332" y="250227"/>
                  </a:lnTo>
                  <a:lnTo>
                    <a:pt x="2737076" y="254443"/>
                  </a:lnTo>
                  <a:lnTo>
                    <a:pt x="2746805" y="258873"/>
                  </a:lnTo>
                  <a:lnTo>
                    <a:pt x="2756549" y="263506"/>
                  </a:lnTo>
                  <a:lnTo>
                    <a:pt x="2766293" y="268338"/>
                  </a:lnTo>
                  <a:lnTo>
                    <a:pt x="2776037" y="273363"/>
                  </a:lnTo>
                  <a:lnTo>
                    <a:pt x="2785766" y="278574"/>
                  </a:lnTo>
                  <a:lnTo>
                    <a:pt x="2795510" y="283961"/>
                  </a:lnTo>
                  <a:lnTo>
                    <a:pt x="2805254" y="289518"/>
                  </a:lnTo>
                  <a:lnTo>
                    <a:pt x="2814998" y="295237"/>
                  </a:lnTo>
                  <a:lnTo>
                    <a:pt x="2824727" y="301107"/>
                  </a:lnTo>
                  <a:lnTo>
                    <a:pt x="2834471" y="307120"/>
                  </a:lnTo>
                  <a:lnTo>
                    <a:pt x="2844215" y="313264"/>
                  </a:lnTo>
                  <a:lnTo>
                    <a:pt x="2853958" y="319531"/>
                  </a:lnTo>
                  <a:lnTo>
                    <a:pt x="2863687" y="325911"/>
                  </a:lnTo>
                  <a:lnTo>
                    <a:pt x="2873431" y="332390"/>
                  </a:lnTo>
                  <a:lnTo>
                    <a:pt x="2883175" y="338961"/>
                  </a:lnTo>
                  <a:lnTo>
                    <a:pt x="2892919" y="345609"/>
                  </a:lnTo>
                  <a:lnTo>
                    <a:pt x="2902663" y="352325"/>
                  </a:lnTo>
                  <a:lnTo>
                    <a:pt x="2912392" y="35909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5" name="Freeform 734">
              <a:extLst>
                <a:ext uri="{FF2B5EF4-FFF2-40B4-BE49-F238E27FC236}">
                  <a16:creationId xmlns:a16="http://schemas.microsoft.com/office/drawing/2014/main" id="{B1535BBA-2510-9D79-D563-87E4B4CF6F39}"/>
                </a:ext>
              </a:extLst>
            </p:cNvPr>
            <p:cNvSpPr/>
            <p:nvPr/>
          </p:nvSpPr>
          <p:spPr>
            <a:xfrm>
              <a:off x="576446" y="3160587"/>
              <a:ext cx="2912392" cy="738959"/>
            </a:xfrm>
            <a:custGeom>
              <a:avLst/>
              <a:gdLst>
                <a:gd name="connsiteX0" fmla="*/ 0 w 2912392"/>
                <a:gd name="connsiteY0" fmla="*/ 738960 h 738959"/>
                <a:gd name="connsiteX1" fmla="*/ 9739 w 2912392"/>
                <a:gd name="connsiteY1" fmla="*/ 732410 h 738959"/>
                <a:gd name="connsiteX2" fmla="*/ 19480 w 2912392"/>
                <a:gd name="connsiteY2" fmla="*/ 725503 h 738959"/>
                <a:gd name="connsiteX3" fmla="*/ 29221 w 2912392"/>
                <a:gd name="connsiteY3" fmla="*/ 718246 h 738959"/>
                <a:gd name="connsiteX4" fmla="*/ 38961 w 2912392"/>
                <a:gd name="connsiteY4" fmla="*/ 710644 h 738959"/>
                <a:gd name="connsiteX5" fmla="*/ 48702 w 2912392"/>
                <a:gd name="connsiteY5" fmla="*/ 702705 h 738959"/>
                <a:gd name="connsiteX6" fmla="*/ 58443 w 2912392"/>
                <a:gd name="connsiteY6" fmla="*/ 694436 h 738959"/>
                <a:gd name="connsiteX7" fmla="*/ 68182 w 2912392"/>
                <a:gd name="connsiteY7" fmla="*/ 685843 h 738959"/>
                <a:gd name="connsiteX8" fmla="*/ 77923 w 2912392"/>
                <a:gd name="connsiteY8" fmla="*/ 676937 h 738959"/>
                <a:gd name="connsiteX9" fmla="*/ 87664 w 2912392"/>
                <a:gd name="connsiteY9" fmla="*/ 667726 h 738959"/>
                <a:gd name="connsiteX10" fmla="*/ 97404 w 2912392"/>
                <a:gd name="connsiteY10" fmla="*/ 658219 h 738959"/>
                <a:gd name="connsiteX11" fmla="*/ 107145 w 2912392"/>
                <a:gd name="connsiteY11" fmla="*/ 648426 h 738959"/>
                <a:gd name="connsiteX12" fmla="*/ 116886 w 2912392"/>
                <a:gd name="connsiteY12" fmla="*/ 638356 h 738959"/>
                <a:gd name="connsiteX13" fmla="*/ 126625 w 2912392"/>
                <a:gd name="connsiteY13" fmla="*/ 628022 h 738959"/>
                <a:gd name="connsiteX14" fmla="*/ 136366 w 2912392"/>
                <a:gd name="connsiteY14" fmla="*/ 617433 h 738959"/>
                <a:gd name="connsiteX15" fmla="*/ 146107 w 2912392"/>
                <a:gd name="connsiteY15" fmla="*/ 606602 h 738959"/>
                <a:gd name="connsiteX16" fmla="*/ 155846 w 2912392"/>
                <a:gd name="connsiteY16" fmla="*/ 595539 h 738959"/>
                <a:gd name="connsiteX17" fmla="*/ 165587 w 2912392"/>
                <a:gd name="connsiteY17" fmla="*/ 584258 h 738959"/>
                <a:gd name="connsiteX18" fmla="*/ 175328 w 2912392"/>
                <a:gd name="connsiteY18" fmla="*/ 572769 h 738959"/>
                <a:gd name="connsiteX19" fmla="*/ 185068 w 2912392"/>
                <a:gd name="connsiteY19" fmla="*/ 561088 h 738959"/>
                <a:gd name="connsiteX20" fmla="*/ 194809 w 2912392"/>
                <a:gd name="connsiteY20" fmla="*/ 549227 h 738959"/>
                <a:gd name="connsiteX21" fmla="*/ 204550 w 2912392"/>
                <a:gd name="connsiteY21" fmla="*/ 537198 h 738959"/>
                <a:gd name="connsiteX22" fmla="*/ 214289 w 2912392"/>
                <a:gd name="connsiteY22" fmla="*/ 525016 h 738959"/>
                <a:gd name="connsiteX23" fmla="*/ 224030 w 2912392"/>
                <a:gd name="connsiteY23" fmla="*/ 512695 h 738959"/>
                <a:gd name="connsiteX24" fmla="*/ 233771 w 2912392"/>
                <a:gd name="connsiteY24" fmla="*/ 500248 h 738959"/>
                <a:gd name="connsiteX25" fmla="*/ 243510 w 2912392"/>
                <a:gd name="connsiteY25" fmla="*/ 487688 h 738959"/>
                <a:gd name="connsiteX26" fmla="*/ 253251 w 2912392"/>
                <a:gd name="connsiteY26" fmla="*/ 475033 h 738959"/>
                <a:gd name="connsiteX27" fmla="*/ 262992 w 2912392"/>
                <a:gd name="connsiteY27" fmla="*/ 462295 h 738959"/>
                <a:gd name="connsiteX28" fmla="*/ 272732 w 2912392"/>
                <a:gd name="connsiteY28" fmla="*/ 449487 h 738959"/>
                <a:gd name="connsiteX29" fmla="*/ 282473 w 2912392"/>
                <a:gd name="connsiteY29" fmla="*/ 436627 h 738959"/>
                <a:gd name="connsiteX30" fmla="*/ 292214 w 2912392"/>
                <a:gd name="connsiteY30" fmla="*/ 423726 h 738959"/>
                <a:gd name="connsiteX31" fmla="*/ 301953 w 2912392"/>
                <a:gd name="connsiteY31" fmla="*/ 410801 h 738959"/>
                <a:gd name="connsiteX32" fmla="*/ 311694 w 2912392"/>
                <a:gd name="connsiteY32" fmla="*/ 397865 h 738959"/>
                <a:gd name="connsiteX33" fmla="*/ 321435 w 2912392"/>
                <a:gd name="connsiteY33" fmla="*/ 384935 h 738959"/>
                <a:gd name="connsiteX34" fmla="*/ 331175 w 2912392"/>
                <a:gd name="connsiteY34" fmla="*/ 372022 h 738959"/>
                <a:gd name="connsiteX35" fmla="*/ 340916 w 2912392"/>
                <a:gd name="connsiteY35" fmla="*/ 359143 h 738959"/>
                <a:gd name="connsiteX36" fmla="*/ 350656 w 2912392"/>
                <a:gd name="connsiteY36" fmla="*/ 346310 h 738959"/>
                <a:gd name="connsiteX37" fmla="*/ 360396 w 2912392"/>
                <a:gd name="connsiteY37" fmla="*/ 333541 h 738959"/>
                <a:gd name="connsiteX38" fmla="*/ 370137 w 2912392"/>
                <a:gd name="connsiteY38" fmla="*/ 320845 h 738959"/>
                <a:gd name="connsiteX39" fmla="*/ 379878 w 2912392"/>
                <a:gd name="connsiteY39" fmla="*/ 308239 h 738959"/>
                <a:gd name="connsiteX40" fmla="*/ 389617 w 2912392"/>
                <a:gd name="connsiteY40" fmla="*/ 295736 h 738959"/>
                <a:gd name="connsiteX41" fmla="*/ 399358 w 2912392"/>
                <a:gd name="connsiteY41" fmla="*/ 283347 h 738959"/>
                <a:gd name="connsiteX42" fmla="*/ 409099 w 2912392"/>
                <a:gd name="connsiteY42" fmla="*/ 271090 h 738959"/>
                <a:gd name="connsiteX43" fmla="*/ 418839 w 2912392"/>
                <a:gd name="connsiteY43" fmla="*/ 258973 h 738959"/>
                <a:gd name="connsiteX44" fmla="*/ 428580 w 2912392"/>
                <a:gd name="connsiteY44" fmla="*/ 247012 h 738959"/>
                <a:gd name="connsiteX45" fmla="*/ 438321 w 2912392"/>
                <a:gd name="connsiteY45" fmla="*/ 235218 h 738959"/>
                <a:gd name="connsiteX46" fmla="*/ 448060 w 2912392"/>
                <a:gd name="connsiteY46" fmla="*/ 223602 h 738959"/>
                <a:gd name="connsiteX47" fmla="*/ 457801 w 2912392"/>
                <a:gd name="connsiteY47" fmla="*/ 212179 h 738959"/>
                <a:gd name="connsiteX48" fmla="*/ 467542 w 2912392"/>
                <a:gd name="connsiteY48" fmla="*/ 200959 h 738959"/>
                <a:gd name="connsiteX49" fmla="*/ 477281 w 2912392"/>
                <a:gd name="connsiteY49" fmla="*/ 189952 h 738959"/>
                <a:gd name="connsiteX50" fmla="*/ 487022 w 2912392"/>
                <a:gd name="connsiteY50" fmla="*/ 179169 h 738959"/>
                <a:gd name="connsiteX51" fmla="*/ 496763 w 2912392"/>
                <a:gd name="connsiteY51" fmla="*/ 168622 h 738959"/>
                <a:gd name="connsiteX52" fmla="*/ 506503 w 2912392"/>
                <a:gd name="connsiteY52" fmla="*/ 158321 h 738959"/>
                <a:gd name="connsiteX53" fmla="*/ 516244 w 2912392"/>
                <a:gd name="connsiteY53" fmla="*/ 148275 h 738959"/>
                <a:gd name="connsiteX54" fmla="*/ 525985 w 2912392"/>
                <a:gd name="connsiteY54" fmla="*/ 138495 h 738959"/>
                <a:gd name="connsiteX55" fmla="*/ 535724 w 2912392"/>
                <a:gd name="connsiteY55" fmla="*/ 128988 h 738959"/>
                <a:gd name="connsiteX56" fmla="*/ 545465 w 2912392"/>
                <a:gd name="connsiteY56" fmla="*/ 119765 h 738959"/>
                <a:gd name="connsiteX57" fmla="*/ 555206 w 2912392"/>
                <a:gd name="connsiteY57" fmla="*/ 110835 h 738959"/>
                <a:gd name="connsiteX58" fmla="*/ 564946 w 2912392"/>
                <a:gd name="connsiteY58" fmla="*/ 102203 h 738959"/>
                <a:gd name="connsiteX59" fmla="*/ 574687 w 2912392"/>
                <a:gd name="connsiteY59" fmla="*/ 93880 h 738959"/>
                <a:gd name="connsiteX60" fmla="*/ 584428 w 2912392"/>
                <a:gd name="connsiteY60" fmla="*/ 85872 h 738959"/>
                <a:gd name="connsiteX61" fmla="*/ 594167 w 2912392"/>
                <a:gd name="connsiteY61" fmla="*/ 78185 h 738959"/>
                <a:gd name="connsiteX62" fmla="*/ 603908 w 2912392"/>
                <a:gd name="connsiteY62" fmla="*/ 70830 h 738959"/>
                <a:gd name="connsiteX63" fmla="*/ 613649 w 2912392"/>
                <a:gd name="connsiteY63" fmla="*/ 63808 h 738959"/>
                <a:gd name="connsiteX64" fmla="*/ 623388 w 2912392"/>
                <a:gd name="connsiteY64" fmla="*/ 57129 h 738959"/>
                <a:gd name="connsiteX65" fmla="*/ 633129 w 2912392"/>
                <a:gd name="connsiteY65" fmla="*/ 50797 h 738959"/>
                <a:gd name="connsiteX66" fmla="*/ 642870 w 2912392"/>
                <a:gd name="connsiteY66" fmla="*/ 44818 h 738959"/>
                <a:gd name="connsiteX67" fmla="*/ 652610 w 2912392"/>
                <a:gd name="connsiteY67" fmla="*/ 39195 h 738959"/>
                <a:gd name="connsiteX68" fmla="*/ 662351 w 2912392"/>
                <a:gd name="connsiteY68" fmla="*/ 33935 h 738959"/>
                <a:gd name="connsiteX69" fmla="*/ 672092 w 2912392"/>
                <a:gd name="connsiteY69" fmla="*/ 29043 h 738959"/>
                <a:gd name="connsiteX70" fmla="*/ 681831 w 2912392"/>
                <a:gd name="connsiteY70" fmla="*/ 24519 h 738959"/>
                <a:gd name="connsiteX71" fmla="*/ 691572 w 2912392"/>
                <a:gd name="connsiteY71" fmla="*/ 20371 h 738959"/>
                <a:gd name="connsiteX72" fmla="*/ 701313 w 2912392"/>
                <a:gd name="connsiteY72" fmla="*/ 16600 h 738959"/>
                <a:gd name="connsiteX73" fmla="*/ 711052 w 2912392"/>
                <a:gd name="connsiteY73" fmla="*/ 13209 h 738959"/>
                <a:gd name="connsiteX74" fmla="*/ 720793 w 2912392"/>
                <a:gd name="connsiteY74" fmla="*/ 10201 h 738959"/>
                <a:gd name="connsiteX75" fmla="*/ 730534 w 2912392"/>
                <a:gd name="connsiteY75" fmla="*/ 7578 h 738959"/>
                <a:gd name="connsiteX76" fmla="*/ 740274 w 2912392"/>
                <a:gd name="connsiteY76" fmla="*/ 5341 h 738959"/>
                <a:gd name="connsiteX77" fmla="*/ 750015 w 2912392"/>
                <a:gd name="connsiteY77" fmla="*/ 3492 h 738959"/>
                <a:gd name="connsiteX78" fmla="*/ 759756 w 2912392"/>
                <a:gd name="connsiteY78" fmla="*/ 2034 h 738959"/>
                <a:gd name="connsiteX79" fmla="*/ 769495 w 2912392"/>
                <a:gd name="connsiteY79" fmla="*/ 964 h 738959"/>
                <a:gd name="connsiteX80" fmla="*/ 779236 w 2912392"/>
                <a:gd name="connsiteY80" fmla="*/ 286 h 738959"/>
                <a:gd name="connsiteX81" fmla="*/ 788977 w 2912392"/>
                <a:gd name="connsiteY81" fmla="*/ 0 h 738959"/>
                <a:gd name="connsiteX82" fmla="*/ 798717 w 2912392"/>
                <a:gd name="connsiteY82" fmla="*/ 103 h 738959"/>
                <a:gd name="connsiteX83" fmla="*/ 808458 w 2912392"/>
                <a:gd name="connsiteY83" fmla="*/ 596 h 738959"/>
                <a:gd name="connsiteX84" fmla="*/ 818199 w 2912392"/>
                <a:gd name="connsiteY84" fmla="*/ 1478 h 738959"/>
                <a:gd name="connsiteX85" fmla="*/ 827938 w 2912392"/>
                <a:gd name="connsiteY85" fmla="*/ 2747 h 738959"/>
                <a:gd name="connsiteX86" fmla="*/ 837679 w 2912392"/>
                <a:gd name="connsiteY86" fmla="*/ 4403 h 738959"/>
                <a:gd name="connsiteX87" fmla="*/ 847420 w 2912392"/>
                <a:gd name="connsiteY87" fmla="*/ 6442 h 738959"/>
                <a:gd name="connsiteX88" fmla="*/ 857159 w 2912392"/>
                <a:gd name="connsiteY88" fmla="*/ 8863 h 738959"/>
                <a:gd name="connsiteX89" fmla="*/ 866900 w 2912392"/>
                <a:gd name="connsiteY89" fmla="*/ 11663 h 738959"/>
                <a:gd name="connsiteX90" fmla="*/ 876641 w 2912392"/>
                <a:gd name="connsiteY90" fmla="*/ 14839 h 738959"/>
                <a:gd name="connsiteX91" fmla="*/ 886381 w 2912392"/>
                <a:gd name="connsiteY91" fmla="*/ 18387 h 738959"/>
                <a:gd name="connsiteX92" fmla="*/ 896122 w 2912392"/>
                <a:gd name="connsiteY92" fmla="*/ 22302 h 738959"/>
                <a:gd name="connsiteX93" fmla="*/ 905863 w 2912392"/>
                <a:gd name="connsiteY93" fmla="*/ 26581 h 738959"/>
                <a:gd name="connsiteX94" fmla="*/ 915602 w 2912392"/>
                <a:gd name="connsiteY94" fmla="*/ 31221 h 738959"/>
                <a:gd name="connsiteX95" fmla="*/ 925343 w 2912392"/>
                <a:gd name="connsiteY95" fmla="*/ 36213 h 738959"/>
                <a:gd name="connsiteX96" fmla="*/ 935084 w 2912392"/>
                <a:gd name="connsiteY96" fmla="*/ 41555 h 738959"/>
                <a:gd name="connsiteX97" fmla="*/ 944824 w 2912392"/>
                <a:gd name="connsiteY97" fmla="*/ 47240 h 738959"/>
                <a:gd name="connsiteX98" fmla="*/ 954564 w 2912392"/>
                <a:gd name="connsiteY98" fmla="*/ 53262 h 738959"/>
                <a:gd name="connsiteX99" fmla="*/ 964305 w 2912392"/>
                <a:gd name="connsiteY99" fmla="*/ 59615 h 738959"/>
                <a:gd name="connsiteX100" fmla="*/ 974045 w 2912392"/>
                <a:gd name="connsiteY100" fmla="*/ 66292 h 738959"/>
                <a:gd name="connsiteX101" fmla="*/ 983786 w 2912392"/>
                <a:gd name="connsiteY101" fmla="*/ 73285 h 738959"/>
                <a:gd name="connsiteX102" fmla="*/ 993522 w 2912392"/>
                <a:gd name="connsiteY102" fmla="*/ 80586 h 738959"/>
                <a:gd name="connsiteX103" fmla="*/ 1003266 w 2912392"/>
                <a:gd name="connsiteY103" fmla="*/ 88189 h 738959"/>
                <a:gd name="connsiteX104" fmla="*/ 1013010 w 2912392"/>
                <a:gd name="connsiteY104" fmla="*/ 96082 h 738959"/>
                <a:gd name="connsiteX105" fmla="*/ 1022754 w 2912392"/>
                <a:gd name="connsiteY105" fmla="*/ 104260 h 738959"/>
                <a:gd name="connsiteX106" fmla="*/ 1032483 w 2912392"/>
                <a:gd name="connsiteY106" fmla="*/ 112712 h 738959"/>
                <a:gd name="connsiteX107" fmla="*/ 1042227 w 2912392"/>
                <a:gd name="connsiteY107" fmla="*/ 121430 h 738959"/>
                <a:gd name="connsiteX108" fmla="*/ 1051971 w 2912392"/>
                <a:gd name="connsiteY108" fmla="*/ 130402 h 738959"/>
                <a:gd name="connsiteX109" fmla="*/ 1061715 w 2912392"/>
                <a:gd name="connsiteY109" fmla="*/ 139620 h 738959"/>
                <a:gd name="connsiteX110" fmla="*/ 1071444 w 2912392"/>
                <a:gd name="connsiteY110" fmla="*/ 149072 h 738959"/>
                <a:gd name="connsiteX111" fmla="*/ 1081188 w 2912392"/>
                <a:gd name="connsiteY111" fmla="*/ 158747 h 738959"/>
                <a:gd name="connsiteX112" fmla="*/ 1090932 w 2912392"/>
                <a:gd name="connsiteY112" fmla="*/ 168634 h 738959"/>
                <a:gd name="connsiteX113" fmla="*/ 1100676 w 2912392"/>
                <a:gd name="connsiteY113" fmla="*/ 178724 h 738959"/>
                <a:gd name="connsiteX114" fmla="*/ 1110405 w 2912392"/>
                <a:gd name="connsiteY114" fmla="*/ 189001 h 738959"/>
                <a:gd name="connsiteX115" fmla="*/ 1120149 w 2912392"/>
                <a:gd name="connsiteY115" fmla="*/ 199456 h 738959"/>
                <a:gd name="connsiteX116" fmla="*/ 1129893 w 2912392"/>
                <a:gd name="connsiteY116" fmla="*/ 210076 h 738959"/>
                <a:gd name="connsiteX117" fmla="*/ 1139637 w 2912392"/>
                <a:gd name="connsiteY117" fmla="*/ 220848 h 738959"/>
                <a:gd name="connsiteX118" fmla="*/ 1149381 w 2912392"/>
                <a:gd name="connsiteY118" fmla="*/ 231758 h 738959"/>
                <a:gd name="connsiteX119" fmla="*/ 1159110 w 2912392"/>
                <a:gd name="connsiteY119" fmla="*/ 242795 h 738959"/>
                <a:gd name="connsiteX120" fmla="*/ 1168854 w 2912392"/>
                <a:gd name="connsiteY120" fmla="*/ 253946 h 738959"/>
                <a:gd name="connsiteX121" fmla="*/ 1178598 w 2912392"/>
                <a:gd name="connsiteY121" fmla="*/ 265194 h 738959"/>
                <a:gd name="connsiteX122" fmla="*/ 1188341 w 2912392"/>
                <a:gd name="connsiteY122" fmla="*/ 276530 h 738959"/>
                <a:gd name="connsiteX123" fmla="*/ 1198070 w 2912392"/>
                <a:gd name="connsiteY123" fmla="*/ 287935 h 738959"/>
                <a:gd name="connsiteX124" fmla="*/ 1207814 w 2912392"/>
                <a:gd name="connsiteY124" fmla="*/ 299400 h 738959"/>
                <a:gd name="connsiteX125" fmla="*/ 1217558 w 2912392"/>
                <a:gd name="connsiteY125" fmla="*/ 310906 h 738959"/>
                <a:gd name="connsiteX126" fmla="*/ 1227302 w 2912392"/>
                <a:gd name="connsiteY126" fmla="*/ 322442 h 738959"/>
                <a:gd name="connsiteX127" fmla="*/ 1237031 w 2912392"/>
                <a:gd name="connsiteY127" fmla="*/ 333993 h 738959"/>
                <a:gd name="connsiteX128" fmla="*/ 1246775 w 2912392"/>
                <a:gd name="connsiteY128" fmla="*/ 345545 h 738959"/>
                <a:gd name="connsiteX129" fmla="*/ 1256519 w 2912392"/>
                <a:gd name="connsiteY129" fmla="*/ 357081 h 738959"/>
                <a:gd name="connsiteX130" fmla="*/ 1266263 w 2912392"/>
                <a:gd name="connsiteY130" fmla="*/ 368589 h 738959"/>
                <a:gd name="connsiteX131" fmla="*/ 1276007 w 2912392"/>
                <a:gd name="connsiteY131" fmla="*/ 380054 h 738959"/>
                <a:gd name="connsiteX132" fmla="*/ 1285736 w 2912392"/>
                <a:gd name="connsiteY132" fmla="*/ 391460 h 738959"/>
                <a:gd name="connsiteX133" fmla="*/ 1295480 w 2912392"/>
                <a:gd name="connsiteY133" fmla="*/ 402794 h 738959"/>
                <a:gd name="connsiteX134" fmla="*/ 1305224 w 2912392"/>
                <a:gd name="connsiteY134" fmla="*/ 414043 h 738959"/>
                <a:gd name="connsiteX135" fmla="*/ 1314968 w 2912392"/>
                <a:gd name="connsiteY135" fmla="*/ 425189 h 738959"/>
                <a:gd name="connsiteX136" fmla="*/ 1324697 w 2912392"/>
                <a:gd name="connsiteY136" fmla="*/ 436220 h 738959"/>
                <a:gd name="connsiteX137" fmla="*/ 1334441 w 2912392"/>
                <a:gd name="connsiteY137" fmla="*/ 447123 h 738959"/>
                <a:gd name="connsiteX138" fmla="*/ 1344185 w 2912392"/>
                <a:gd name="connsiteY138" fmla="*/ 457881 h 738959"/>
                <a:gd name="connsiteX139" fmla="*/ 1353929 w 2912392"/>
                <a:gd name="connsiteY139" fmla="*/ 468484 h 738959"/>
                <a:gd name="connsiteX140" fmla="*/ 1363658 w 2912392"/>
                <a:gd name="connsiteY140" fmla="*/ 478916 h 738959"/>
                <a:gd name="connsiteX141" fmla="*/ 1373402 w 2912392"/>
                <a:gd name="connsiteY141" fmla="*/ 489163 h 738959"/>
                <a:gd name="connsiteX142" fmla="*/ 1383146 w 2912392"/>
                <a:gd name="connsiteY142" fmla="*/ 499216 h 738959"/>
                <a:gd name="connsiteX143" fmla="*/ 1392890 w 2912392"/>
                <a:gd name="connsiteY143" fmla="*/ 509059 h 738959"/>
                <a:gd name="connsiteX144" fmla="*/ 1402619 w 2912392"/>
                <a:gd name="connsiteY144" fmla="*/ 518680 h 738959"/>
                <a:gd name="connsiteX145" fmla="*/ 1412363 w 2912392"/>
                <a:gd name="connsiteY145" fmla="*/ 528069 h 738959"/>
                <a:gd name="connsiteX146" fmla="*/ 1422106 w 2912392"/>
                <a:gd name="connsiteY146" fmla="*/ 537213 h 738959"/>
                <a:gd name="connsiteX147" fmla="*/ 1431850 w 2912392"/>
                <a:gd name="connsiteY147" fmla="*/ 546098 h 738959"/>
                <a:gd name="connsiteX148" fmla="*/ 1441594 w 2912392"/>
                <a:gd name="connsiteY148" fmla="*/ 554719 h 738959"/>
                <a:gd name="connsiteX149" fmla="*/ 1451323 w 2912392"/>
                <a:gd name="connsiteY149" fmla="*/ 563062 h 738959"/>
                <a:gd name="connsiteX150" fmla="*/ 1461067 w 2912392"/>
                <a:gd name="connsiteY150" fmla="*/ 571117 h 738959"/>
                <a:gd name="connsiteX151" fmla="*/ 1470811 w 2912392"/>
                <a:gd name="connsiteY151" fmla="*/ 578876 h 738959"/>
                <a:gd name="connsiteX152" fmla="*/ 1480555 w 2912392"/>
                <a:gd name="connsiteY152" fmla="*/ 586329 h 738959"/>
                <a:gd name="connsiteX153" fmla="*/ 1490284 w 2912392"/>
                <a:gd name="connsiteY153" fmla="*/ 593467 h 738959"/>
                <a:gd name="connsiteX154" fmla="*/ 1500028 w 2912392"/>
                <a:gd name="connsiteY154" fmla="*/ 600284 h 738959"/>
                <a:gd name="connsiteX155" fmla="*/ 1509772 w 2912392"/>
                <a:gd name="connsiteY155" fmla="*/ 606771 h 738959"/>
                <a:gd name="connsiteX156" fmla="*/ 1519516 w 2912392"/>
                <a:gd name="connsiteY156" fmla="*/ 612923 h 738959"/>
                <a:gd name="connsiteX157" fmla="*/ 1529245 w 2912392"/>
                <a:gd name="connsiteY157" fmla="*/ 618732 h 738959"/>
                <a:gd name="connsiteX158" fmla="*/ 1538989 w 2912392"/>
                <a:gd name="connsiteY158" fmla="*/ 624193 h 738959"/>
                <a:gd name="connsiteX159" fmla="*/ 1548733 w 2912392"/>
                <a:gd name="connsiteY159" fmla="*/ 629302 h 738959"/>
                <a:gd name="connsiteX160" fmla="*/ 1558477 w 2912392"/>
                <a:gd name="connsiteY160" fmla="*/ 634053 h 738959"/>
                <a:gd name="connsiteX161" fmla="*/ 1568221 w 2912392"/>
                <a:gd name="connsiteY161" fmla="*/ 638444 h 738959"/>
                <a:gd name="connsiteX162" fmla="*/ 1577950 w 2912392"/>
                <a:gd name="connsiteY162" fmla="*/ 642469 h 738959"/>
                <a:gd name="connsiteX163" fmla="*/ 1587694 w 2912392"/>
                <a:gd name="connsiteY163" fmla="*/ 646129 h 738959"/>
                <a:gd name="connsiteX164" fmla="*/ 1597438 w 2912392"/>
                <a:gd name="connsiteY164" fmla="*/ 649420 h 738959"/>
                <a:gd name="connsiteX165" fmla="*/ 1607182 w 2912392"/>
                <a:gd name="connsiteY165" fmla="*/ 652341 h 738959"/>
                <a:gd name="connsiteX166" fmla="*/ 1616911 w 2912392"/>
                <a:gd name="connsiteY166" fmla="*/ 654894 h 738959"/>
                <a:gd name="connsiteX167" fmla="*/ 1626655 w 2912392"/>
                <a:gd name="connsiteY167" fmla="*/ 657075 h 738959"/>
                <a:gd name="connsiteX168" fmla="*/ 1636399 w 2912392"/>
                <a:gd name="connsiteY168" fmla="*/ 658888 h 738959"/>
                <a:gd name="connsiteX169" fmla="*/ 1646142 w 2912392"/>
                <a:gd name="connsiteY169" fmla="*/ 660333 h 738959"/>
                <a:gd name="connsiteX170" fmla="*/ 1655872 w 2912392"/>
                <a:gd name="connsiteY170" fmla="*/ 661413 h 738959"/>
                <a:gd name="connsiteX171" fmla="*/ 1665616 w 2912392"/>
                <a:gd name="connsiteY171" fmla="*/ 662130 h 738959"/>
                <a:gd name="connsiteX172" fmla="*/ 1675359 w 2912392"/>
                <a:gd name="connsiteY172" fmla="*/ 662486 h 738959"/>
                <a:gd name="connsiteX173" fmla="*/ 1685103 w 2912392"/>
                <a:gd name="connsiteY173" fmla="*/ 662489 h 738959"/>
                <a:gd name="connsiteX174" fmla="*/ 1694832 w 2912392"/>
                <a:gd name="connsiteY174" fmla="*/ 662141 h 738959"/>
                <a:gd name="connsiteX175" fmla="*/ 1704576 w 2912392"/>
                <a:gd name="connsiteY175" fmla="*/ 661445 h 738959"/>
                <a:gd name="connsiteX176" fmla="*/ 1714320 w 2912392"/>
                <a:gd name="connsiteY176" fmla="*/ 660411 h 738959"/>
                <a:gd name="connsiteX177" fmla="*/ 1724064 w 2912392"/>
                <a:gd name="connsiteY177" fmla="*/ 659043 h 738959"/>
                <a:gd name="connsiteX178" fmla="*/ 1733808 w 2912392"/>
                <a:gd name="connsiteY178" fmla="*/ 657349 h 738959"/>
                <a:gd name="connsiteX179" fmla="*/ 1743537 w 2912392"/>
                <a:gd name="connsiteY179" fmla="*/ 655335 h 738959"/>
                <a:gd name="connsiteX180" fmla="*/ 1753281 w 2912392"/>
                <a:gd name="connsiteY180" fmla="*/ 653010 h 738959"/>
                <a:gd name="connsiteX181" fmla="*/ 1763025 w 2912392"/>
                <a:gd name="connsiteY181" fmla="*/ 650382 h 738959"/>
                <a:gd name="connsiteX182" fmla="*/ 1772769 w 2912392"/>
                <a:gd name="connsiteY182" fmla="*/ 647461 h 738959"/>
                <a:gd name="connsiteX183" fmla="*/ 1782498 w 2912392"/>
                <a:gd name="connsiteY183" fmla="*/ 644256 h 738959"/>
                <a:gd name="connsiteX184" fmla="*/ 1792242 w 2912392"/>
                <a:gd name="connsiteY184" fmla="*/ 640775 h 738959"/>
                <a:gd name="connsiteX185" fmla="*/ 1801986 w 2912392"/>
                <a:gd name="connsiteY185" fmla="*/ 637030 h 738959"/>
                <a:gd name="connsiteX186" fmla="*/ 1811730 w 2912392"/>
                <a:gd name="connsiteY186" fmla="*/ 633031 h 738959"/>
                <a:gd name="connsiteX187" fmla="*/ 1821459 w 2912392"/>
                <a:gd name="connsiteY187" fmla="*/ 628789 h 738959"/>
                <a:gd name="connsiteX188" fmla="*/ 1831203 w 2912392"/>
                <a:gd name="connsiteY188" fmla="*/ 624315 h 738959"/>
                <a:gd name="connsiteX189" fmla="*/ 1840947 w 2912392"/>
                <a:gd name="connsiteY189" fmla="*/ 619620 h 738959"/>
                <a:gd name="connsiteX190" fmla="*/ 1850691 w 2912392"/>
                <a:gd name="connsiteY190" fmla="*/ 614719 h 738959"/>
                <a:gd name="connsiteX191" fmla="*/ 1860435 w 2912392"/>
                <a:gd name="connsiteY191" fmla="*/ 609619 h 738959"/>
                <a:gd name="connsiteX192" fmla="*/ 1870164 w 2912392"/>
                <a:gd name="connsiteY192" fmla="*/ 604334 h 738959"/>
                <a:gd name="connsiteX193" fmla="*/ 1879908 w 2912392"/>
                <a:gd name="connsiteY193" fmla="*/ 598876 h 738959"/>
                <a:gd name="connsiteX194" fmla="*/ 1889652 w 2912392"/>
                <a:gd name="connsiteY194" fmla="*/ 593260 h 738959"/>
                <a:gd name="connsiteX195" fmla="*/ 1899395 w 2912392"/>
                <a:gd name="connsiteY195" fmla="*/ 587495 h 738959"/>
                <a:gd name="connsiteX196" fmla="*/ 1909124 w 2912392"/>
                <a:gd name="connsiteY196" fmla="*/ 581595 h 738959"/>
                <a:gd name="connsiteX197" fmla="*/ 1918868 w 2912392"/>
                <a:gd name="connsiteY197" fmla="*/ 575573 h 738959"/>
                <a:gd name="connsiteX198" fmla="*/ 1928612 w 2912392"/>
                <a:gd name="connsiteY198" fmla="*/ 569441 h 738959"/>
                <a:gd name="connsiteX199" fmla="*/ 1938356 w 2912392"/>
                <a:gd name="connsiteY199" fmla="*/ 563211 h 738959"/>
                <a:gd name="connsiteX200" fmla="*/ 1948085 w 2912392"/>
                <a:gd name="connsiteY200" fmla="*/ 556897 h 738959"/>
                <a:gd name="connsiteX201" fmla="*/ 1957829 w 2912392"/>
                <a:gd name="connsiteY201" fmla="*/ 550508 h 738959"/>
                <a:gd name="connsiteX202" fmla="*/ 1967573 w 2912392"/>
                <a:gd name="connsiteY202" fmla="*/ 544060 h 738959"/>
                <a:gd name="connsiteX203" fmla="*/ 1977317 w 2912392"/>
                <a:gd name="connsiteY203" fmla="*/ 537563 h 738959"/>
                <a:gd name="connsiteX204" fmla="*/ 1987046 w 2912392"/>
                <a:gd name="connsiteY204" fmla="*/ 531028 h 738959"/>
                <a:gd name="connsiteX205" fmla="*/ 1996790 w 2912392"/>
                <a:gd name="connsiteY205" fmla="*/ 524466 h 738959"/>
                <a:gd name="connsiteX206" fmla="*/ 2006534 w 2912392"/>
                <a:gd name="connsiteY206" fmla="*/ 517893 h 738959"/>
                <a:gd name="connsiteX207" fmla="*/ 2016278 w 2912392"/>
                <a:gd name="connsiteY207" fmla="*/ 511314 h 738959"/>
                <a:gd name="connsiteX208" fmla="*/ 2026022 w 2912392"/>
                <a:gd name="connsiteY208" fmla="*/ 504743 h 738959"/>
                <a:gd name="connsiteX209" fmla="*/ 2035751 w 2912392"/>
                <a:gd name="connsiteY209" fmla="*/ 498191 h 738959"/>
                <a:gd name="connsiteX210" fmla="*/ 2045495 w 2912392"/>
                <a:gd name="connsiteY210" fmla="*/ 491665 h 738959"/>
                <a:gd name="connsiteX211" fmla="*/ 2055239 w 2912392"/>
                <a:gd name="connsiteY211" fmla="*/ 485175 h 738959"/>
                <a:gd name="connsiteX212" fmla="*/ 2064983 w 2912392"/>
                <a:gd name="connsiteY212" fmla="*/ 478733 h 738959"/>
                <a:gd name="connsiteX213" fmla="*/ 2074712 w 2912392"/>
                <a:gd name="connsiteY213" fmla="*/ 472345 h 738959"/>
                <a:gd name="connsiteX214" fmla="*/ 2084456 w 2912392"/>
                <a:gd name="connsiteY214" fmla="*/ 466021 h 738959"/>
                <a:gd name="connsiteX215" fmla="*/ 2094200 w 2912392"/>
                <a:gd name="connsiteY215" fmla="*/ 459768 h 738959"/>
                <a:gd name="connsiteX216" fmla="*/ 2103944 w 2912392"/>
                <a:gd name="connsiteY216" fmla="*/ 453592 h 738959"/>
                <a:gd name="connsiteX217" fmla="*/ 2113673 w 2912392"/>
                <a:gd name="connsiteY217" fmla="*/ 447501 h 738959"/>
                <a:gd name="connsiteX218" fmla="*/ 2123417 w 2912392"/>
                <a:gd name="connsiteY218" fmla="*/ 441503 h 738959"/>
                <a:gd name="connsiteX219" fmla="*/ 2133161 w 2912392"/>
                <a:gd name="connsiteY219" fmla="*/ 435603 h 738959"/>
                <a:gd name="connsiteX220" fmla="*/ 2142905 w 2912392"/>
                <a:gd name="connsiteY220" fmla="*/ 429804 h 738959"/>
                <a:gd name="connsiteX221" fmla="*/ 2152649 w 2912392"/>
                <a:gd name="connsiteY221" fmla="*/ 424114 h 738959"/>
                <a:gd name="connsiteX222" fmla="*/ 2162377 w 2912392"/>
                <a:gd name="connsiteY222" fmla="*/ 418536 h 738959"/>
                <a:gd name="connsiteX223" fmla="*/ 2172121 w 2912392"/>
                <a:gd name="connsiteY223" fmla="*/ 413074 h 738959"/>
                <a:gd name="connsiteX224" fmla="*/ 2181865 w 2912392"/>
                <a:gd name="connsiteY224" fmla="*/ 407732 h 738959"/>
                <a:gd name="connsiteX225" fmla="*/ 2191609 w 2912392"/>
                <a:gd name="connsiteY225" fmla="*/ 402511 h 738959"/>
                <a:gd name="connsiteX226" fmla="*/ 2201338 w 2912392"/>
                <a:gd name="connsiteY226" fmla="*/ 397414 h 738959"/>
                <a:gd name="connsiteX227" fmla="*/ 2211082 w 2912392"/>
                <a:gd name="connsiteY227" fmla="*/ 392444 h 738959"/>
                <a:gd name="connsiteX228" fmla="*/ 2220826 w 2912392"/>
                <a:gd name="connsiteY228" fmla="*/ 387600 h 738959"/>
                <a:gd name="connsiteX229" fmla="*/ 2230570 w 2912392"/>
                <a:gd name="connsiteY229" fmla="*/ 382885 h 738959"/>
                <a:gd name="connsiteX230" fmla="*/ 2240299 w 2912392"/>
                <a:gd name="connsiteY230" fmla="*/ 378299 h 738959"/>
                <a:gd name="connsiteX231" fmla="*/ 2250043 w 2912392"/>
                <a:gd name="connsiteY231" fmla="*/ 373841 h 738959"/>
                <a:gd name="connsiteX232" fmla="*/ 2259787 w 2912392"/>
                <a:gd name="connsiteY232" fmla="*/ 369511 h 738959"/>
                <a:gd name="connsiteX233" fmla="*/ 2269531 w 2912392"/>
                <a:gd name="connsiteY233" fmla="*/ 365307 h 738959"/>
                <a:gd name="connsiteX234" fmla="*/ 2279260 w 2912392"/>
                <a:gd name="connsiteY234" fmla="*/ 361229 h 738959"/>
                <a:gd name="connsiteX235" fmla="*/ 2289004 w 2912392"/>
                <a:gd name="connsiteY235" fmla="*/ 357275 h 738959"/>
                <a:gd name="connsiteX236" fmla="*/ 2298748 w 2912392"/>
                <a:gd name="connsiteY236" fmla="*/ 353443 h 738959"/>
                <a:gd name="connsiteX237" fmla="*/ 2308492 w 2912392"/>
                <a:gd name="connsiteY237" fmla="*/ 349728 h 738959"/>
                <a:gd name="connsiteX238" fmla="*/ 2318236 w 2912392"/>
                <a:gd name="connsiteY238" fmla="*/ 346130 h 738959"/>
                <a:gd name="connsiteX239" fmla="*/ 2327965 w 2912392"/>
                <a:gd name="connsiteY239" fmla="*/ 342644 h 738959"/>
                <a:gd name="connsiteX240" fmla="*/ 2337709 w 2912392"/>
                <a:gd name="connsiteY240" fmla="*/ 339266 h 738959"/>
                <a:gd name="connsiteX241" fmla="*/ 2347453 w 2912392"/>
                <a:gd name="connsiteY241" fmla="*/ 335994 h 738959"/>
                <a:gd name="connsiteX242" fmla="*/ 2357197 w 2912392"/>
                <a:gd name="connsiteY242" fmla="*/ 332824 h 738959"/>
                <a:gd name="connsiteX243" fmla="*/ 2366926 w 2912392"/>
                <a:gd name="connsiteY243" fmla="*/ 329750 h 738959"/>
                <a:gd name="connsiteX244" fmla="*/ 2376670 w 2912392"/>
                <a:gd name="connsiteY244" fmla="*/ 326767 h 738959"/>
                <a:gd name="connsiteX245" fmla="*/ 2386413 w 2912392"/>
                <a:gd name="connsiteY245" fmla="*/ 323873 h 738959"/>
                <a:gd name="connsiteX246" fmla="*/ 2396157 w 2912392"/>
                <a:gd name="connsiteY246" fmla="*/ 321060 h 738959"/>
                <a:gd name="connsiteX247" fmla="*/ 2405886 w 2912392"/>
                <a:gd name="connsiteY247" fmla="*/ 318324 h 738959"/>
                <a:gd name="connsiteX248" fmla="*/ 2415630 w 2912392"/>
                <a:gd name="connsiteY248" fmla="*/ 315662 h 738959"/>
                <a:gd name="connsiteX249" fmla="*/ 2425374 w 2912392"/>
                <a:gd name="connsiteY249" fmla="*/ 313065 h 738959"/>
                <a:gd name="connsiteX250" fmla="*/ 2435118 w 2912392"/>
                <a:gd name="connsiteY250" fmla="*/ 310529 h 738959"/>
                <a:gd name="connsiteX251" fmla="*/ 2444862 w 2912392"/>
                <a:gd name="connsiteY251" fmla="*/ 308050 h 738959"/>
                <a:gd name="connsiteX252" fmla="*/ 2454591 w 2912392"/>
                <a:gd name="connsiteY252" fmla="*/ 305620 h 738959"/>
                <a:gd name="connsiteX253" fmla="*/ 2464335 w 2912392"/>
                <a:gd name="connsiteY253" fmla="*/ 303236 h 738959"/>
                <a:gd name="connsiteX254" fmla="*/ 2474079 w 2912392"/>
                <a:gd name="connsiteY254" fmla="*/ 300891 h 738959"/>
                <a:gd name="connsiteX255" fmla="*/ 2483823 w 2912392"/>
                <a:gd name="connsiteY255" fmla="*/ 298580 h 738959"/>
                <a:gd name="connsiteX256" fmla="*/ 2493552 w 2912392"/>
                <a:gd name="connsiteY256" fmla="*/ 296298 h 738959"/>
                <a:gd name="connsiteX257" fmla="*/ 2503296 w 2912392"/>
                <a:gd name="connsiteY257" fmla="*/ 294037 h 738959"/>
                <a:gd name="connsiteX258" fmla="*/ 2513040 w 2912392"/>
                <a:gd name="connsiteY258" fmla="*/ 291797 h 738959"/>
                <a:gd name="connsiteX259" fmla="*/ 2522784 w 2912392"/>
                <a:gd name="connsiteY259" fmla="*/ 289568 h 738959"/>
                <a:gd name="connsiteX260" fmla="*/ 2532513 w 2912392"/>
                <a:gd name="connsiteY260" fmla="*/ 287346 h 738959"/>
                <a:gd name="connsiteX261" fmla="*/ 2542257 w 2912392"/>
                <a:gd name="connsiteY261" fmla="*/ 285126 h 738959"/>
                <a:gd name="connsiteX262" fmla="*/ 2552001 w 2912392"/>
                <a:gd name="connsiteY262" fmla="*/ 282906 h 738959"/>
                <a:gd name="connsiteX263" fmla="*/ 2561745 w 2912392"/>
                <a:gd name="connsiteY263" fmla="*/ 280677 h 738959"/>
                <a:gd name="connsiteX264" fmla="*/ 2571474 w 2912392"/>
                <a:gd name="connsiteY264" fmla="*/ 278438 h 738959"/>
                <a:gd name="connsiteX265" fmla="*/ 2581218 w 2912392"/>
                <a:gd name="connsiteY265" fmla="*/ 276184 h 738959"/>
                <a:gd name="connsiteX266" fmla="*/ 2590962 w 2912392"/>
                <a:gd name="connsiteY266" fmla="*/ 273910 h 738959"/>
                <a:gd name="connsiteX267" fmla="*/ 2600705 w 2912392"/>
                <a:gd name="connsiteY267" fmla="*/ 271614 h 738959"/>
                <a:gd name="connsiteX268" fmla="*/ 2610449 w 2912392"/>
                <a:gd name="connsiteY268" fmla="*/ 269290 h 738959"/>
                <a:gd name="connsiteX269" fmla="*/ 2620178 w 2912392"/>
                <a:gd name="connsiteY269" fmla="*/ 266936 h 738959"/>
                <a:gd name="connsiteX270" fmla="*/ 2629922 w 2912392"/>
                <a:gd name="connsiteY270" fmla="*/ 264549 h 738959"/>
                <a:gd name="connsiteX271" fmla="*/ 2639666 w 2912392"/>
                <a:gd name="connsiteY271" fmla="*/ 262127 h 738959"/>
                <a:gd name="connsiteX272" fmla="*/ 2649410 w 2912392"/>
                <a:gd name="connsiteY272" fmla="*/ 259665 h 738959"/>
                <a:gd name="connsiteX273" fmla="*/ 2659139 w 2912392"/>
                <a:gd name="connsiteY273" fmla="*/ 257162 h 738959"/>
                <a:gd name="connsiteX274" fmla="*/ 2668883 w 2912392"/>
                <a:gd name="connsiteY274" fmla="*/ 254618 h 738959"/>
                <a:gd name="connsiteX275" fmla="*/ 2678627 w 2912392"/>
                <a:gd name="connsiteY275" fmla="*/ 252030 h 738959"/>
                <a:gd name="connsiteX276" fmla="*/ 2688371 w 2912392"/>
                <a:gd name="connsiteY276" fmla="*/ 249394 h 738959"/>
                <a:gd name="connsiteX277" fmla="*/ 2698100 w 2912392"/>
                <a:gd name="connsiteY277" fmla="*/ 246712 h 738959"/>
                <a:gd name="connsiteX278" fmla="*/ 2707844 w 2912392"/>
                <a:gd name="connsiteY278" fmla="*/ 243984 h 738959"/>
                <a:gd name="connsiteX279" fmla="*/ 2717588 w 2912392"/>
                <a:gd name="connsiteY279" fmla="*/ 241207 h 738959"/>
                <a:gd name="connsiteX280" fmla="*/ 2727332 w 2912392"/>
                <a:gd name="connsiteY280" fmla="*/ 238381 h 738959"/>
                <a:gd name="connsiteX281" fmla="*/ 2737076 w 2912392"/>
                <a:gd name="connsiteY281" fmla="*/ 235508 h 738959"/>
                <a:gd name="connsiteX282" fmla="*/ 2746805 w 2912392"/>
                <a:gd name="connsiteY282" fmla="*/ 232588 h 738959"/>
                <a:gd name="connsiteX283" fmla="*/ 2756549 w 2912392"/>
                <a:gd name="connsiteY283" fmla="*/ 229620 h 738959"/>
                <a:gd name="connsiteX284" fmla="*/ 2766293 w 2912392"/>
                <a:gd name="connsiteY284" fmla="*/ 226608 h 738959"/>
                <a:gd name="connsiteX285" fmla="*/ 2776037 w 2912392"/>
                <a:gd name="connsiteY285" fmla="*/ 223552 h 738959"/>
                <a:gd name="connsiteX286" fmla="*/ 2785766 w 2912392"/>
                <a:gd name="connsiteY286" fmla="*/ 220453 h 738959"/>
                <a:gd name="connsiteX287" fmla="*/ 2795510 w 2912392"/>
                <a:gd name="connsiteY287" fmla="*/ 217315 h 738959"/>
                <a:gd name="connsiteX288" fmla="*/ 2805254 w 2912392"/>
                <a:gd name="connsiteY288" fmla="*/ 214139 h 738959"/>
                <a:gd name="connsiteX289" fmla="*/ 2814998 w 2912392"/>
                <a:gd name="connsiteY289" fmla="*/ 210929 h 738959"/>
                <a:gd name="connsiteX290" fmla="*/ 2824727 w 2912392"/>
                <a:gd name="connsiteY290" fmla="*/ 207687 h 738959"/>
                <a:gd name="connsiteX291" fmla="*/ 2834471 w 2912392"/>
                <a:gd name="connsiteY291" fmla="*/ 204417 h 738959"/>
                <a:gd name="connsiteX292" fmla="*/ 2844215 w 2912392"/>
                <a:gd name="connsiteY292" fmla="*/ 201121 h 738959"/>
                <a:gd name="connsiteX293" fmla="*/ 2853958 w 2912392"/>
                <a:gd name="connsiteY293" fmla="*/ 197806 h 738959"/>
                <a:gd name="connsiteX294" fmla="*/ 2863687 w 2912392"/>
                <a:gd name="connsiteY294" fmla="*/ 194475 h 738959"/>
                <a:gd name="connsiteX295" fmla="*/ 2873431 w 2912392"/>
                <a:gd name="connsiteY295" fmla="*/ 191133 h 738959"/>
                <a:gd name="connsiteX296" fmla="*/ 2883175 w 2912392"/>
                <a:gd name="connsiteY296" fmla="*/ 187782 h 738959"/>
                <a:gd name="connsiteX297" fmla="*/ 2892919 w 2912392"/>
                <a:gd name="connsiteY297" fmla="*/ 184430 h 738959"/>
                <a:gd name="connsiteX298" fmla="*/ 2902663 w 2912392"/>
                <a:gd name="connsiteY298" fmla="*/ 181082 h 738959"/>
                <a:gd name="connsiteX299" fmla="*/ 2912392 w 2912392"/>
                <a:gd name="connsiteY299" fmla="*/ 177743 h 738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38959">
                  <a:moveTo>
                    <a:pt x="0" y="738960"/>
                  </a:moveTo>
                  <a:lnTo>
                    <a:pt x="9739" y="732410"/>
                  </a:lnTo>
                  <a:lnTo>
                    <a:pt x="19480" y="725503"/>
                  </a:lnTo>
                  <a:lnTo>
                    <a:pt x="29221" y="718246"/>
                  </a:lnTo>
                  <a:lnTo>
                    <a:pt x="38961" y="710644"/>
                  </a:lnTo>
                  <a:lnTo>
                    <a:pt x="48702" y="702705"/>
                  </a:lnTo>
                  <a:lnTo>
                    <a:pt x="58443" y="694436"/>
                  </a:lnTo>
                  <a:lnTo>
                    <a:pt x="68182" y="685843"/>
                  </a:lnTo>
                  <a:lnTo>
                    <a:pt x="77923" y="676937"/>
                  </a:lnTo>
                  <a:lnTo>
                    <a:pt x="87664" y="667726"/>
                  </a:lnTo>
                  <a:lnTo>
                    <a:pt x="97404" y="658219"/>
                  </a:lnTo>
                  <a:lnTo>
                    <a:pt x="107145" y="648426"/>
                  </a:lnTo>
                  <a:lnTo>
                    <a:pt x="116886" y="638356"/>
                  </a:lnTo>
                  <a:lnTo>
                    <a:pt x="126625" y="628022"/>
                  </a:lnTo>
                  <a:lnTo>
                    <a:pt x="136366" y="617433"/>
                  </a:lnTo>
                  <a:lnTo>
                    <a:pt x="146107" y="606602"/>
                  </a:lnTo>
                  <a:lnTo>
                    <a:pt x="155846" y="595539"/>
                  </a:lnTo>
                  <a:lnTo>
                    <a:pt x="165587" y="584258"/>
                  </a:lnTo>
                  <a:lnTo>
                    <a:pt x="175328" y="572769"/>
                  </a:lnTo>
                  <a:lnTo>
                    <a:pt x="185068" y="561088"/>
                  </a:lnTo>
                  <a:lnTo>
                    <a:pt x="194809" y="549227"/>
                  </a:lnTo>
                  <a:lnTo>
                    <a:pt x="204550" y="537198"/>
                  </a:lnTo>
                  <a:lnTo>
                    <a:pt x="214289" y="525016"/>
                  </a:lnTo>
                  <a:lnTo>
                    <a:pt x="224030" y="512695"/>
                  </a:lnTo>
                  <a:lnTo>
                    <a:pt x="233771" y="500248"/>
                  </a:lnTo>
                  <a:lnTo>
                    <a:pt x="243510" y="487688"/>
                  </a:lnTo>
                  <a:lnTo>
                    <a:pt x="253251" y="475033"/>
                  </a:lnTo>
                  <a:lnTo>
                    <a:pt x="262992" y="462295"/>
                  </a:lnTo>
                  <a:lnTo>
                    <a:pt x="272732" y="449487"/>
                  </a:lnTo>
                  <a:lnTo>
                    <a:pt x="282473" y="436627"/>
                  </a:lnTo>
                  <a:lnTo>
                    <a:pt x="292214" y="423726"/>
                  </a:lnTo>
                  <a:lnTo>
                    <a:pt x="301953" y="410801"/>
                  </a:lnTo>
                  <a:lnTo>
                    <a:pt x="311694" y="397865"/>
                  </a:lnTo>
                  <a:lnTo>
                    <a:pt x="321435" y="384935"/>
                  </a:lnTo>
                  <a:lnTo>
                    <a:pt x="331175" y="372022"/>
                  </a:lnTo>
                  <a:lnTo>
                    <a:pt x="340916" y="359143"/>
                  </a:lnTo>
                  <a:lnTo>
                    <a:pt x="350656" y="346310"/>
                  </a:lnTo>
                  <a:lnTo>
                    <a:pt x="360396" y="333541"/>
                  </a:lnTo>
                  <a:lnTo>
                    <a:pt x="370137" y="320845"/>
                  </a:lnTo>
                  <a:lnTo>
                    <a:pt x="379878" y="308239"/>
                  </a:lnTo>
                  <a:lnTo>
                    <a:pt x="389617" y="295736"/>
                  </a:lnTo>
                  <a:lnTo>
                    <a:pt x="399358" y="283347"/>
                  </a:lnTo>
                  <a:lnTo>
                    <a:pt x="409099" y="271090"/>
                  </a:lnTo>
                  <a:lnTo>
                    <a:pt x="418839" y="258973"/>
                  </a:lnTo>
                  <a:lnTo>
                    <a:pt x="428580" y="247012"/>
                  </a:lnTo>
                  <a:lnTo>
                    <a:pt x="438321" y="235218"/>
                  </a:lnTo>
                  <a:lnTo>
                    <a:pt x="448060" y="223602"/>
                  </a:lnTo>
                  <a:lnTo>
                    <a:pt x="457801" y="212179"/>
                  </a:lnTo>
                  <a:lnTo>
                    <a:pt x="467542" y="200959"/>
                  </a:lnTo>
                  <a:lnTo>
                    <a:pt x="477281" y="189952"/>
                  </a:lnTo>
                  <a:lnTo>
                    <a:pt x="487022" y="179169"/>
                  </a:lnTo>
                  <a:lnTo>
                    <a:pt x="496763" y="168622"/>
                  </a:lnTo>
                  <a:lnTo>
                    <a:pt x="506503" y="158321"/>
                  </a:lnTo>
                  <a:lnTo>
                    <a:pt x="516244" y="148275"/>
                  </a:lnTo>
                  <a:lnTo>
                    <a:pt x="525985" y="138495"/>
                  </a:lnTo>
                  <a:lnTo>
                    <a:pt x="535724" y="128988"/>
                  </a:lnTo>
                  <a:lnTo>
                    <a:pt x="545465" y="119765"/>
                  </a:lnTo>
                  <a:lnTo>
                    <a:pt x="555206" y="110835"/>
                  </a:lnTo>
                  <a:lnTo>
                    <a:pt x="564946" y="102203"/>
                  </a:lnTo>
                  <a:lnTo>
                    <a:pt x="574687" y="93880"/>
                  </a:lnTo>
                  <a:lnTo>
                    <a:pt x="584428" y="85872"/>
                  </a:lnTo>
                  <a:lnTo>
                    <a:pt x="594167" y="78185"/>
                  </a:lnTo>
                  <a:lnTo>
                    <a:pt x="603908" y="70830"/>
                  </a:lnTo>
                  <a:lnTo>
                    <a:pt x="613649" y="63808"/>
                  </a:lnTo>
                  <a:lnTo>
                    <a:pt x="623388" y="57129"/>
                  </a:lnTo>
                  <a:lnTo>
                    <a:pt x="633129" y="50797"/>
                  </a:lnTo>
                  <a:lnTo>
                    <a:pt x="642870" y="44818"/>
                  </a:lnTo>
                  <a:lnTo>
                    <a:pt x="652610" y="39195"/>
                  </a:lnTo>
                  <a:lnTo>
                    <a:pt x="662351" y="33935"/>
                  </a:lnTo>
                  <a:lnTo>
                    <a:pt x="672092" y="29043"/>
                  </a:lnTo>
                  <a:lnTo>
                    <a:pt x="681831" y="24519"/>
                  </a:lnTo>
                  <a:lnTo>
                    <a:pt x="691572" y="20371"/>
                  </a:lnTo>
                  <a:lnTo>
                    <a:pt x="701313" y="16600"/>
                  </a:lnTo>
                  <a:lnTo>
                    <a:pt x="711052" y="13209"/>
                  </a:lnTo>
                  <a:lnTo>
                    <a:pt x="720793" y="10201"/>
                  </a:lnTo>
                  <a:lnTo>
                    <a:pt x="730534" y="7578"/>
                  </a:lnTo>
                  <a:lnTo>
                    <a:pt x="740274" y="5341"/>
                  </a:lnTo>
                  <a:lnTo>
                    <a:pt x="750015" y="3492"/>
                  </a:lnTo>
                  <a:lnTo>
                    <a:pt x="759756" y="2034"/>
                  </a:lnTo>
                  <a:lnTo>
                    <a:pt x="769495" y="964"/>
                  </a:lnTo>
                  <a:lnTo>
                    <a:pt x="779236" y="286"/>
                  </a:lnTo>
                  <a:lnTo>
                    <a:pt x="788977" y="0"/>
                  </a:lnTo>
                  <a:lnTo>
                    <a:pt x="798717" y="103"/>
                  </a:lnTo>
                  <a:lnTo>
                    <a:pt x="808458" y="596"/>
                  </a:lnTo>
                  <a:lnTo>
                    <a:pt x="818199" y="1478"/>
                  </a:lnTo>
                  <a:lnTo>
                    <a:pt x="827938" y="2747"/>
                  </a:lnTo>
                  <a:lnTo>
                    <a:pt x="837679" y="4403"/>
                  </a:lnTo>
                  <a:lnTo>
                    <a:pt x="847420" y="6442"/>
                  </a:lnTo>
                  <a:lnTo>
                    <a:pt x="857159" y="8863"/>
                  </a:lnTo>
                  <a:lnTo>
                    <a:pt x="866900" y="11663"/>
                  </a:lnTo>
                  <a:lnTo>
                    <a:pt x="876641" y="14839"/>
                  </a:lnTo>
                  <a:lnTo>
                    <a:pt x="886381" y="18387"/>
                  </a:lnTo>
                  <a:lnTo>
                    <a:pt x="896122" y="22302"/>
                  </a:lnTo>
                  <a:lnTo>
                    <a:pt x="905863" y="26581"/>
                  </a:lnTo>
                  <a:lnTo>
                    <a:pt x="915602" y="31221"/>
                  </a:lnTo>
                  <a:lnTo>
                    <a:pt x="925343" y="36213"/>
                  </a:lnTo>
                  <a:lnTo>
                    <a:pt x="935084" y="41555"/>
                  </a:lnTo>
                  <a:lnTo>
                    <a:pt x="944824" y="47240"/>
                  </a:lnTo>
                  <a:lnTo>
                    <a:pt x="954564" y="53262"/>
                  </a:lnTo>
                  <a:lnTo>
                    <a:pt x="964305" y="59615"/>
                  </a:lnTo>
                  <a:lnTo>
                    <a:pt x="974045" y="66292"/>
                  </a:lnTo>
                  <a:lnTo>
                    <a:pt x="983786" y="73285"/>
                  </a:lnTo>
                  <a:lnTo>
                    <a:pt x="993522" y="80586"/>
                  </a:lnTo>
                  <a:lnTo>
                    <a:pt x="1003266" y="88189"/>
                  </a:lnTo>
                  <a:lnTo>
                    <a:pt x="1013010" y="96082"/>
                  </a:lnTo>
                  <a:lnTo>
                    <a:pt x="1022754" y="104260"/>
                  </a:lnTo>
                  <a:lnTo>
                    <a:pt x="1032483" y="112712"/>
                  </a:lnTo>
                  <a:lnTo>
                    <a:pt x="1042227" y="121430"/>
                  </a:lnTo>
                  <a:lnTo>
                    <a:pt x="1051971" y="130402"/>
                  </a:lnTo>
                  <a:lnTo>
                    <a:pt x="1061715" y="139620"/>
                  </a:lnTo>
                  <a:lnTo>
                    <a:pt x="1071444" y="149072"/>
                  </a:lnTo>
                  <a:lnTo>
                    <a:pt x="1081188" y="158747"/>
                  </a:lnTo>
                  <a:lnTo>
                    <a:pt x="1090932" y="168634"/>
                  </a:lnTo>
                  <a:lnTo>
                    <a:pt x="1100676" y="178724"/>
                  </a:lnTo>
                  <a:lnTo>
                    <a:pt x="1110405" y="189001"/>
                  </a:lnTo>
                  <a:lnTo>
                    <a:pt x="1120149" y="199456"/>
                  </a:lnTo>
                  <a:lnTo>
                    <a:pt x="1129893" y="210076"/>
                  </a:lnTo>
                  <a:lnTo>
                    <a:pt x="1139637" y="220848"/>
                  </a:lnTo>
                  <a:lnTo>
                    <a:pt x="1149381" y="231758"/>
                  </a:lnTo>
                  <a:lnTo>
                    <a:pt x="1159110" y="242795"/>
                  </a:lnTo>
                  <a:lnTo>
                    <a:pt x="1168854" y="253946"/>
                  </a:lnTo>
                  <a:lnTo>
                    <a:pt x="1178598" y="265194"/>
                  </a:lnTo>
                  <a:lnTo>
                    <a:pt x="1188341" y="276530"/>
                  </a:lnTo>
                  <a:lnTo>
                    <a:pt x="1198070" y="287935"/>
                  </a:lnTo>
                  <a:lnTo>
                    <a:pt x="1207814" y="299400"/>
                  </a:lnTo>
                  <a:lnTo>
                    <a:pt x="1217558" y="310906"/>
                  </a:lnTo>
                  <a:lnTo>
                    <a:pt x="1227302" y="322442"/>
                  </a:lnTo>
                  <a:lnTo>
                    <a:pt x="1237031" y="333993"/>
                  </a:lnTo>
                  <a:lnTo>
                    <a:pt x="1246775" y="345545"/>
                  </a:lnTo>
                  <a:lnTo>
                    <a:pt x="1256519" y="357081"/>
                  </a:lnTo>
                  <a:lnTo>
                    <a:pt x="1266263" y="368589"/>
                  </a:lnTo>
                  <a:lnTo>
                    <a:pt x="1276007" y="380054"/>
                  </a:lnTo>
                  <a:lnTo>
                    <a:pt x="1285736" y="391460"/>
                  </a:lnTo>
                  <a:lnTo>
                    <a:pt x="1295480" y="402794"/>
                  </a:lnTo>
                  <a:lnTo>
                    <a:pt x="1305224" y="414043"/>
                  </a:lnTo>
                  <a:lnTo>
                    <a:pt x="1314968" y="425189"/>
                  </a:lnTo>
                  <a:lnTo>
                    <a:pt x="1324697" y="436220"/>
                  </a:lnTo>
                  <a:lnTo>
                    <a:pt x="1334441" y="447123"/>
                  </a:lnTo>
                  <a:lnTo>
                    <a:pt x="1344185" y="457881"/>
                  </a:lnTo>
                  <a:lnTo>
                    <a:pt x="1353929" y="468484"/>
                  </a:lnTo>
                  <a:lnTo>
                    <a:pt x="1363658" y="478916"/>
                  </a:lnTo>
                  <a:lnTo>
                    <a:pt x="1373402" y="489163"/>
                  </a:lnTo>
                  <a:lnTo>
                    <a:pt x="1383146" y="499216"/>
                  </a:lnTo>
                  <a:lnTo>
                    <a:pt x="1392890" y="509059"/>
                  </a:lnTo>
                  <a:lnTo>
                    <a:pt x="1402619" y="518680"/>
                  </a:lnTo>
                  <a:lnTo>
                    <a:pt x="1412363" y="528069"/>
                  </a:lnTo>
                  <a:lnTo>
                    <a:pt x="1422106" y="537213"/>
                  </a:lnTo>
                  <a:lnTo>
                    <a:pt x="1431850" y="546098"/>
                  </a:lnTo>
                  <a:lnTo>
                    <a:pt x="1441594" y="554719"/>
                  </a:lnTo>
                  <a:lnTo>
                    <a:pt x="1451323" y="563062"/>
                  </a:lnTo>
                  <a:lnTo>
                    <a:pt x="1461067" y="571117"/>
                  </a:lnTo>
                  <a:lnTo>
                    <a:pt x="1470811" y="578876"/>
                  </a:lnTo>
                  <a:lnTo>
                    <a:pt x="1480555" y="586329"/>
                  </a:lnTo>
                  <a:lnTo>
                    <a:pt x="1490284" y="593467"/>
                  </a:lnTo>
                  <a:lnTo>
                    <a:pt x="1500028" y="600284"/>
                  </a:lnTo>
                  <a:lnTo>
                    <a:pt x="1509772" y="606771"/>
                  </a:lnTo>
                  <a:lnTo>
                    <a:pt x="1519516" y="612923"/>
                  </a:lnTo>
                  <a:lnTo>
                    <a:pt x="1529245" y="618732"/>
                  </a:lnTo>
                  <a:lnTo>
                    <a:pt x="1538989" y="624193"/>
                  </a:lnTo>
                  <a:lnTo>
                    <a:pt x="1548733" y="629302"/>
                  </a:lnTo>
                  <a:lnTo>
                    <a:pt x="1558477" y="634053"/>
                  </a:lnTo>
                  <a:lnTo>
                    <a:pt x="1568221" y="638444"/>
                  </a:lnTo>
                  <a:lnTo>
                    <a:pt x="1577950" y="642469"/>
                  </a:lnTo>
                  <a:lnTo>
                    <a:pt x="1587694" y="646129"/>
                  </a:lnTo>
                  <a:lnTo>
                    <a:pt x="1597438" y="649420"/>
                  </a:lnTo>
                  <a:lnTo>
                    <a:pt x="1607182" y="652341"/>
                  </a:lnTo>
                  <a:lnTo>
                    <a:pt x="1616911" y="654894"/>
                  </a:lnTo>
                  <a:lnTo>
                    <a:pt x="1626655" y="657075"/>
                  </a:lnTo>
                  <a:lnTo>
                    <a:pt x="1636399" y="658888"/>
                  </a:lnTo>
                  <a:lnTo>
                    <a:pt x="1646142" y="660333"/>
                  </a:lnTo>
                  <a:lnTo>
                    <a:pt x="1655872" y="661413"/>
                  </a:lnTo>
                  <a:lnTo>
                    <a:pt x="1665616" y="662130"/>
                  </a:lnTo>
                  <a:lnTo>
                    <a:pt x="1675359" y="662486"/>
                  </a:lnTo>
                  <a:lnTo>
                    <a:pt x="1685103" y="662489"/>
                  </a:lnTo>
                  <a:lnTo>
                    <a:pt x="1694832" y="662141"/>
                  </a:lnTo>
                  <a:lnTo>
                    <a:pt x="1704576" y="661445"/>
                  </a:lnTo>
                  <a:lnTo>
                    <a:pt x="1714320" y="660411"/>
                  </a:lnTo>
                  <a:lnTo>
                    <a:pt x="1724064" y="659043"/>
                  </a:lnTo>
                  <a:lnTo>
                    <a:pt x="1733808" y="657349"/>
                  </a:lnTo>
                  <a:lnTo>
                    <a:pt x="1743537" y="655335"/>
                  </a:lnTo>
                  <a:lnTo>
                    <a:pt x="1753281" y="653010"/>
                  </a:lnTo>
                  <a:lnTo>
                    <a:pt x="1763025" y="650382"/>
                  </a:lnTo>
                  <a:lnTo>
                    <a:pt x="1772769" y="647461"/>
                  </a:lnTo>
                  <a:lnTo>
                    <a:pt x="1782498" y="644256"/>
                  </a:lnTo>
                  <a:lnTo>
                    <a:pt x="1792242" y="640775"/>
                  </a:lnTo>
                  <a:lnTo>
                    <a:pt x="1801986" y="637030"/>
                  </a:lnTo>
                  <a:lnTo>
                    <a:pt x="1811730" y="633031"/>
                  </a:lnTo>
                  <a:lnTo>
                    <a:pt x="1821459" y="628789"/>
                  </a:lnTo>
                  <a:lnTo>
                    <a:pt x="1831203" y="624315"/>
                  </a:lnTo>
                  <a:lnTo>
                    <a:pt x="1840947" y="619620"/>
                  </a:lnTo>
                  <a:lnTo>
                    <a:pt x="1850691" y="614719"/>
                  </a:lnTo>
                  <a:lnTo>
                    <a:pt x="1860435" y="609619"/>
                  </a:lnTo>
                  <a:lnTo>
                    <a:pt x="1870164" y="604334"/>
                  </a:lnTo>
                  <a:lnTo>
                    <a:pt x="1879908" y="598876"/>
                  </a:lnTo>
                  <a:lnTo>
                    <a:pt x="1889652" y="593260"/>
                  </a:lnTo>
                  <a:lnTo>
                    <a:pt x="1899395" y="587495"/>
                  </a:lnTo>
                  <a:lnTo>
                    <a:pt x="1909124" y="581595"/>
                  </a:lnTo>
                  <a:lnTo>
                    <a:pt x="1918868" y="575573"/>
                  </a:lnTo>
                  <a:lnTo>
                    <a:pt x="1928612" y="569441"/>
                  </a:lnTo>
                  <a:lnTo>
                    <a:pt x="1938356" y="563211"/>
                  </a:lnTo>
                  <a:lnTo>
                    <a:pt x="1948085" y="556897"/>
                  </a:lnTo>
                  <a:lnTo>
                    <a:pt x="1957829" y="550508"/>
                  </a:lnTo>
                  <a:lnTo>
                    <a:pt x="1967573" y="544060"/>
                  </a:lnTo>
                  <a:lnTo>
                    <a:pt x="1977317" y="537563"/>
                  </a:lnTo>
                  <a:lnTo>
                    <a:pt x="1987046" y="531028"/>
                  </a:lnTo>
                  <a:lnTo>
                    <a:pt x="1996790" y="524466"/>
                  </a:lnTo>
                  <a:lnTo>
                    <a:pt x="2006534" y="517893"/>
                  </a:lnTo>
                  <a:lnTo>
                    <a:pt x="2016278" y="511314"/>
                  </a:lnTo>
                  <a:lnTo>
                    <a:pt x="2026022" y="504743"/>
                  </a:lnTo>
                  <a:lnTo>
                    <a:pt x="2035751" y="498191"/>
                  </a:lnTo>
                  <a:lnTo>
                    <a:pt x="2045495" y="491665"/>
                  </a:lnTo>
                  <a:lnTo>
                    <a:pt x="2055239" y="485175"/>
                  </a:lnTo>
                  <a:lnTo>
                    <a:pt x="2064983" y="478733"/>
                  </a:lnTo>
                  <a:lnTo>
                    <a:pt x="2074712" y="472345"/>
                  </a:lnTo>
                  <a:lnTo>
                    <a:pt x="2084456" y="466021"/>
                  </a:lnTo>
                  <a:lnTo>
                    <a:pt x="2094200" y="459768"/>
                  </a:lnTo>
                  <a:lnTo>
                    <a:pt x="2103944" y="453592"/>
                  </a:lnTo>
                  <a:lnTo>
                    <a:pt x="2113673" y="447501"/>
                  </a:lnTo>
                  <a:lnTo>
                    <a:pt x="2123417" y="441503"/>
                  </a:lnTo>
                  <a:lnTo>
                    <a:pt x="2133161" y="435603"/>
                  </a:lnTo>
                  <a:lnTo>
                    <a:pt x="2142905" y="429804"/>
                  </a:lnTo>
                  <a:lnTo>
                    <a:pt x="2152649" y="424114"/>
                  </a:lnTo>
                  <a:lnTo>
                    <a:pt x="2162377" y="418536"/>
                  </a:lnTo>
                  <a:lnTo>
                    <a:pt x="2172121" y="413074"/>
                  </a:lnTo>
                  <a:lnTo>
                    <a:pt x="2181865" y="407732"/>
                  </a:lnTo>
                  <a:lnTo>
                    <a:pt x="2191609" y="402511"/>
                  </a:lnTo>
                  <a:lnTo>
                    <a:pt x="2201338" y="397414"/>
                  </a:lnTo>
                  <a:lnTo>
                    <a:pt x="2211082" y="392444"/>
                  </a:lnTo>
                  <a:lnTo>
                    <a:pt x="2220826" y="387600"/>
                  </a:lnTo>
                  <a:lnTo>
                    <a:pt x="2230570" y="382885"/>
                  </a:lnTo>
                  <a:lnTo>
                    <a:pt x="2240299" y="378299"/>
                  </a:lnTo>
                  <a:lnTo>
                    <a:pt x="2250043" y="373841"/>
                  </a:lnTo>
                  <a:lnTo>
                    <a:pt x="2259787" y="369511"/>
                  </a:lnTo>
                  <a:lnTo>
                    <a:pt x="2269531" y="365307"/>
                  </a:lnTo>
                  <a:lnTo>
                    <a:pt x="2279260" y="361229"/>
                  </a:lnTo>
                  <a:lnTo>
                    <a:pt x="2289004" y="357275"/>
                  </a:lnTo>
                  <a:lnTo>
                    <a:pt x="2298748" y="353443"/>
                  </a:lnTo>
                  <a:lnTo>
                    <a:pt x="2308492" y="349728"/>
                  </a:lnTo>
                  <a:lnTo>
                    <a:pt x="2318236" y="346130"/>
                  </a:lnTo>
                  <a:lnTo>
                    <a:pt x="2327965" y="342644"/>
                  </a:lnTo>
                  <a:lnTo>
                    <a:pt x="2337709" y="339266"/>
                  </a:lnTo>
                  <a:lnTo>
                    <a:pt x="2347453" y="335994"/>
                  </a:lnTo>
                  <a:lnTo>
                    <a:pt x="2357197" y="332824"/>
                  </a:lnTo>
                  <a:lnTo>
                    <a:pt x="2366926" y="329750"/>
                  </a:lnTo>
                  <a:lnTo>
                    <a:pt x="2376670" y="326767"/>
                  </a:lnTo>
                  <a:lnTo>
                    <a:pt x="2386413" y="323873"/>
                  </a:lnTo>
                  <a:lnTo>
                    <a:pt x="2396157" y="321060"/>
                  </a:lnTo>
                  <a:lnTo>
                    <a:pt x="2405886" y="318324"/>
                  </a:lnTo>
                  <a:lnTo>
                    <a:pt x="2415630" y="315662"/>
                  </a:lnTo>
                  <a:lnTo>
                    <a:pt x="2425374" y="313065"/>
                  </a:lnTo>
                  <a:lnTo>
                    <a:pt x="2435118" y="310529"/>
                  </a:lnTo>
                  <a:lnTo>
                    <a:pt x="2444862" y="308050"/>
                  </a:lnTo>
                  <a:lnTo>
                    <a:pt x="2454591" y="305620"/>
                  </a:lnTo>
                  <a:lnTo>
                    <a:pt x="2464335" y="303236"/>
                  </a:lnTo>
                  <a:lnTo>
                    <a:pt x="2474079" y="300891"/>
                  </a:lnTo>
                  <a:lnTo>
                    <a:pt x="2483823" y="298580"/>
                  </a:lnTo>
                  <a:lnTo>
                    <a:pt x="2493552" y="296298"/>
                  </a:lnTo>
                  <a:lnTo>
                    <a:pt x="2503296" y="294037"/>
                  </a:lnTo>
                  <a:lnTo>
                    <a:pt x="2513040" y="291797"/>
                  </a:lnTo>
                  <a:lnTo>
                    <a:pt x="2522784" y="289568"/>
                  </a:lnTo>
                  <a:lnTo>
                    <a:pt x="2532513" y="287346"/>
                  </a:lnTo>
                  <a:lnTo>
                    <a:pt x="2542257" y="285126"/>
                  </a:lnTo>
                  <a:lnTo>
                    <a:pt x="2552001" y="282906"/>
                  </a:lnTo>
                  <a:lnTo>
                    <a:pt x="2561745" y="280677"/>
                  </a:lnTo>
                  <a:lnTo>
                    <a:pt x="2571474" y="278438"/>
                  </a:lnTo>
                  <a:lnTo>
                    <a:pt x="2581218" y="276184"/>
                  </a:lnTo>
                  <a:lnTo>
                    <a:pt x="2590962" y="273910"/>
                  </a:lnTo>
                  <a:lnTo>
                    <a:pt x="2600705" y="271614"/>
                  </a:lnTo>
                  <a:lnTo>
                    <a:pt x="2610449" y="269290"/>
                  </a:lnTo>
                  <a:lnTo>
                    <a:pt x="2620178" y="266936"/>
                  </a:lnTo>
                  <a:lnTo>
                    <a:pt x="2629922" y="264549"/>
                  </a:lnTo>
                  <a:lnTo>
                    <a:pt x="2639666" y="262127"/>
                  </a:lnTo>
                  <a:lnTo>
                    <a:pt x="2649410" y="259665"/>
                  </a:lnTo>
                  <a:lnTo>
                    <a:pt x="2659139" y="257162"/>
                  </a:lnTo>
                  <a:lnTo>
                    <a:pt x="2668883" y="254618"/>
                  </a:lnTo>
                  <a:lnTo>
                    <a:pt x="2678627" y="252030"/>
                  </a:lnTo>
                  <a:lnTo>
                    <a:pt x="2688371" y="249394"/>
                  </a:lnTo>
                  <a:lnTo>
                    <a:pt x="2698100" y="246712"/>
                  </a:lnTo>
                  <a:lnTo>
                    <a:pt x="2707844" y="243984"/>
                  </a:lnTo>
                  <a:lnTo>
                    <a:pt x="2717588" y="241207"/>
                  </a:lnTo>
                  <a:lnTo>
                    <a:pt x="2727332" y="238381"/>
                  </a:lnTo>
                  <a:lnTo>
                    <a:pt x="2737076" y="235508"/>
                  </a:lnTo>
                  <a:lnTo>
                    <a:pt x="2746805" y="232588"/>
                  </a:lnTo>
                  <a:lnTo>
                    <a:pt x="2756549" y="229620"/>
                  </a:lnTo>
                  <a:lnTo>
                    <a:pt x="2766293" y="226608"/>
                  </a:lnTo>
                  <a:lnTo>
                    <a:pt x="2776037" y="223552"/>
                  </a:lnTo>
                  <a:lnTo>
                    <a:pt x="2785766" y="220453"/>
                  </a:lnTo>
                  <a:lnTo>
                    <a:pt x="2795510" y="217315"/>
                  </a:lnTo>
                  <a:lnTo>
                    <a:pt x="2805254" y="214139"/>
                  </a:lnTo>
                  <a:lnTo>
                    <a:pt x="2814998" y="210929"/>
                  </a:lnTo>
                  <a:lnTo>
                    <a:pt x="2824727" y="207687"/>
                  </a:lnTo>
                  <a:lnTo>
                    <a:pt x="2834471" y="204417"/>
                  </a:lnTo>
                  <a:lnTo>
                    <a:pt x="2844215" y="201121"/>
                  </a:lnTo>
                  <a:lnTo>
                    <a:pt x="2853958" y="197806"/>
                  </a:lnTo>
                  <a:lnTo>
                    <a:pt x="2863687" y="194475"/>
                  </a:lnTo>
                  <a:lnTo>
                    <a:pt x="2873431" y="191133"/>
                  </a:lnTo>
                  <a:lnTo>
                    <a:pt x="2883175" y="187782"/>
                  </a:lnTo>
                  <a:lnTo>
                    <a:pt x="2892919" y="184430"/>
                  </a:lnTo>
                  <a:lnTo>
                    <a:pt x="2902663" y="181082"/>
                  </a:lnTo>
                  <a:lnTo>
                    <a:pt x="2912392" y="17774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6" name="Freeform 735">
              <a:extLst>
                <a:ext uri="{FF2B5EF4-FFF2-40B4-BE49-F238E27FC236}">
                  <a16:creationId xmlns:a16="http://schemas.microsoft.com/office/drawing/2014/main" id="{D6BD8D93-B3B2-8D7B-8BD2-0350DF5057AE}"/>
                </a:ext>
              </a:extLst>
            </p:cNvPr>
            <p:cNvSpPr/>
            <p:nvPr/>
          </p:nvSpPr>
          <p:spPr>
            <a:xfrm>
              <a:off x="576446" y="3182642"/>
              <a:ext cx="2912392" cy="560270"/>
            </a:xfrm>
            <a:custGeom>
              <a:avLst/>
              <a:gdLst>
                <a:gd name="connsiteX0" fmla="*/ 0 w 2912392"/>
                <a:gd name="connsiteY0" fmla="*/ 0 h 560270"/>
                <a:gd name="connsiteX1" fmla="*/ 9739 w 2912392"/>
                <a:gd name="connsiteY1" fmla="*/ 10686 h 560270"/>
                <a:gd name="connsiteX2" fmla="*/ 19480 w 2912392"/>
                <a:gd name="connsiteY2" fmla="*/ 21487 h 560270"/>
                <a:gd name="connsiteX3" fmla="*/ 29221 w 2912392"/>
                <a:gd name="connsiteY3" fmla="*/ 32387 h 560270"/>
                <a:gd name="connsiteX4" fmla="*/ 38961 w 2912392"/>
                <a:gd name="connsiteY4" fmla="*/ 43375 h 560270"/>
                <a:gd name="connsiteX5" fmla="*/ 48702 w 2912392"/>
                <a:gd name="connsiteY5" fmla="*/ 54433 h 560270"/>
                <a:gd name="connsiteX6" fmla="*/ 58443 w 2912392"/>
                <a:gd name="connsiteY6" fmla="*/ 65548 h 560270"/>
                <a:gd name="connsiteX7" fmla="*/ 68182 w 2912392"/>
                <a:gd name="connsiteY7" fmla="*/ 76704 h 560270"/>
                <a:gd name="connsiteX8" fmla="*/ 77923 w 2912392"/>
                <a:gd name="connsiteY8" fmla="*/ 87888 h 560270"/>
                <a:gd name="connsiteX9" fmla="*/ 87664 w 2912392"/>
                <a:gd name="connsiteY9" fmla="*/ 99080 h 560270"/>
                <a:gd name="connsiteX10" fmla="*/ 97404 w 2912392"/>
                <a:gd name="connsiteY10" fmla="*/ 110266 h 560270"/>
                <a:gd name="connsiteX11" fmla="*/ 107145 w 2912392"/>
                <a:gd name="connsiteY11" fmla="*/ 121433 h 560270"/>
                <a:gd name="connsiteX12" fmla="*/ 116886 w 2912392"/>
                <a:gd name="connsiteY12" fmla="*/ 132561 h 560270"/>
                <a:gd name="connsiteX13" fmla="*/ 126625 w 2912392"/>
                <a:gd name="connsiteY13" fmla="*/ 143638 h 560270"/>
                <a:gd name="connsiteX14" fmla="*/ 136366 w 2912392"/>
                <a:gd name="connsiteY14" fmla="*/ 154646 h 560270"/>
                <a:gd name="connsiteX15" fmla="*/ 146107 w 2912392"/>
                <a:gd name="connsiteY15" fmla="*/ 165568 h 560270"/>
                <a:gd name="connsiteX16" fmla="*/ 155846 w 2912392"/>
                <a:gd name="connsiteY16" fmla="*/ 176391 h 560270"/>
                <a:gd name="connsiteX17" fmla="*/ 165587 w 2912392"/>
                <a:gd name="connsiteY17" fmla="*/ 187097 h 560270"/>
                <a:gd name="connsiteX18" fmla="*/ 175328 w 2912392"/>
                <a:gd name="connsiteY18" fmla="*/ 197671 h 560270"/>
                <a:gd name="connsiteX19" fmla="*/ 185068 w 2912392"/>
                <a:gd name="connsiteY19" fmla="*/ 208099 h 560270"/>
                <a:gd name="connsiteX20" fmla="*/ 194809 w 2912392"/>
                <a:gd name="connsiteY20" fmla="*/ 218364 h 560270"/>
                <a:gd name="connsiteX21" fmla="*/ 204550 w 2912392"/>
                <a:gd name="connsiteY21" fmla="*/ 228452 h 560270"/>
                <a:gd name="connsiteX22" fmla="*/ 214289 w 2912392"/>
                <a:gd name="connsiteY22" fmla="*/ 238346 h 560270"/>
                <a:gd name="connsiteX23" fmla="*/ 224030 w 2912392"/>
                <a:gd name="connsiteY23" fmla="*/ 248037 h 560270"/>
                <a:gd name="connsiteX24" fmla="*/ 233771 w 2912392"/>
                <a:gd name="connsiteY24" fmla="*/ 257505 h 560270"/>
                <a:gd name="connsiteX25" fmla="*/ 243510 w 2912392"/>
                <a:gd name="connsiteY25" fmla="*/ 266738 h 560270"/>
                <a:gd name="connsiteX26" fmla="*/ 253251 w 2912392"/>
                <a:gd name="connsiteY26" fmla="*/ 275725 h 560270"/>
                <a:gd name="connsiteX27" fmla="*/ 262992 w 2912392"/>
                <a:gd name="connsiteY27" fmla="*/ 284450 h 560270"/>
                <a:gd name="connsiteX28" fmla="*/ 272732 w 2912392"/>
                <a:gd name="connsiteY28" fmla="*/ 292902 h 560270"/>
                <a:gd name="connsiteX29" fmla="*/ 282473 w 2912392"/>
                <a:gd name="connsiteY29" fmla="*/ 301068 h 560270"/>
                <a:gd name="connsiteX30" fmla="*/ 292214 w 2912392"/>
                <a:gd name="connsiteY30" fmla="*/ 308939 h 560270"/>
                <a:gd name="connsiteX31" fmla="*/ 301953 w 2912392"/>
                <a:gd name="connsiteY31" fmla="*/ 316502 h 560270"/>
                <a:gd name="connsiteX32" fmla="*/ 311694 w 2912392"/>
                <a:gd name="connsiteY32" fmla="*/ 323747 h 560270"/>
                <a:gd name="connsiteX33" fmla="*/ 321435 w 2912392"/>
                <a:gd name="connsiteY33" fmla="*/ 330665 h 560270"/>
                <a:gd name="connsiteX34" fmla="*/ 331175 w 2912392"/>
                <a:gd name="connsiteY34" fmla="*/ 337246 h 560270"/>
                <a:gd name="connsiteX35" fmla="*/ 340916 w 2912392"/>
                <a:gd name="connsiteY35" fmla="*/ 343483 h 560270"/>
                <a:gd name="connsiteX36" fmla="*/ 350656 w 2912392"/>
                <a:gd name="connsiteY36" fmla="*/ 349366 h 560270"/>
                <a:gd name="connsiteX37" fmla="*/ 360396 w 2912392"/>
                <a:gd name="connsiteY37" fmla="*/ 354891 h 560270"/>
                <a:gd name="connsiteX38" fmla="*/ 370137 w 2912392"/>
                <a:gd name="connsiteY38" fmla="*/ 360049 h 560270"/>
                <a:gd name="connsiteX39" fmla="*/ 379878 w 2912392"/>
                <a:gd name="connsiteY39" fmla="*/ 364836 h 560270"/>
                <a:gd name="connsiteX40" fmla="*/ 389617 w 2912392"/>
                <a:gd name="connsiteY40" fmla="*/ 369246 h 560270"/>
                <a:gd name="connsiteX41" fmla="*/ 399358 w 2912392"/>
                <a:gd name="connsiteY41" fmla="*/ 373276 h 560270"/>
                <a:gd name="connsiteX42" fmla="*/ 409099 w 2912392"/>
                <a:gd name="connsiteY42" fmla="*/ 376923 h 560270"/>
                <a:gd name="connsiteX43" fmla="*/ 418839 w 2912392"/>
                <a:gd name="connsiteY43" fmla="*/ 380183 h 560270"/>
                <a:gd name="connsiteX44" fmla="*/ 428580 w 2912392"/>
                <a:gd name="connsiteY44" fmla="*/ 383056 h 560270"/>
                <a:gd name="connsiteX45" fmla="*/ 438321 w 2912392"/>
                <a:gd name="connsiteY45" fmla="*/ 385539 h 560270"/>
                <a:gd name="connsiteX46" fmla="*/ 448060 w 2912392"/>
                <a:gd name="connsiteY46" fmla="*/ 387636 h 560270"/>
                <a:gd name="connsiteX47" fmla="*/ 457801 w 2912392"/>
                <a:gd name="connsiteY47" fmla="*/ 389343 h 560270"/>
                <a:gd name="connsiteX48" fmla="*/ 467542 w 2912392"/>
                <a:gd name="connsiteY48" fmla="*/ 390663 h 560270"/>
                <a:gd name="connsiteX49" fmla="*/ 477281 w 2912392"/>
                <a:gd name="connsiteY49" fmla="*/ 391600 h 560270"/>
                <a:gd name="connsiteX50" fmla="*/ 487022 w 2912392"/>
                <a:gd name="connsiteY50" fmla="*/ 392156 h 560270"/>
                <a:gd name="connsiteX51" fmla="*/ 496763 w 2912392"/>
                <a:gd name="connsiteY51" fmla="*/ 392335 h 560270"/>
                <a:gd name="connsiteX52" fmla="*/ 506503 w 2912392"/>
                <a:gd name="connsiteY52" fmla="*/ 392141 h 560270"/>
                <a:gd name="connsiteX53" fmla="*/ 516244 w 2912392"/>
                <a:gd name="connsiteY53" fmla="*/ 391580 h 560270"/>
                <a:gd name="connsiteX54" fmla="*/ 525985 w 2912392"/>
                <a:gd name="connsiteY54" fmla="*/ 390657 h 560270"/>
                <a:gd name="connsiteX55" fmla="*/ 535724 w 2912392"/>
                <a:gd name="connsiteY55" fmla="*/ 389382 h 560270"/>
                <a:gd name="connsiteX56" fmla="*/ 545465 w 2912392"/>
                <a:gd name="connsiteY56" fmla="*/ 387761 h 560270"/>
                <a:gd name="connsiteX57" fmla="*/ 555206 w 2912392"/>
                <a:gd name="connsiteY57" fmla="*/ 385800 h 560270"/>
                <a:gd name="connsiteX58" fmla="*/ 564946 w 2912392"/>
                <a:gd name="connsiteY58" fmla="*/ 383512 h 560270"/>
                <a:gd name="connsiteX59" fmla="*/ 574687 w 2912392"/>
                <a:gd name="connsiteY59" fmla="*/ 380904 h 560270"/>
                <a:gd name="connsiteX60" fmla="*/ 584428 w 2912392"/>
                <a:gd name="connsiteY60" fmla="*/ 377987 h 560270"/>
                <a:gd name="connsiteX61" fmla="*/ 594167 w 2912392"/>
                <a:gd name="connsiteY61" fmla="*/ 374773 h 560270"/>
                <a:gd name="connsiteX62" fmla="*/ 603908 w 2912392"/>
                <a:gd name="connsiteY62" fmla="*/ 371272 h 560270"/>
                <a:gd name="connsiteX63" fmla="*/ 613649 w 2912392"/>
                <a:gd name="connsiteY63" fmla="*/ 367497 h 560270"/>
                <a:gd name="connsiteX64" fmla="*/ 623388 w 2912392"/>
                <a:gd name="connsiteY64" fmla="*/ 363459 h 560270"/>
                <a:gd name="connsiteX65" fmla="*/ 633129 w 2912392"/>
                <a:gd name="connsiteY65" fmla="*/ 359171 h 560270"/>
                <a:gd name="connsiteX66" fmla="*/ 642870 w 2912392"/>
                <a:gd name="connsiteY66" fmla="*/ 354649 h 560270"/>
                <a:gd name="connsiteX67" fmla="*/ 652610 w 2912392"/>
                <a:gd name="connsiteY67" fmla="*/ 349906 h 560270"/>
                <a:gd name="connsiteX68" fmla="*/ 662351 w 2912392"/>
                <a:gd name="connsiteY68" fmla="*/ 344955 h 560270"/>
                <a:gd name="connsiteX69" fmla="*/ 672092 w 2912392"/>
                <a:gd name="connsiteY69" fmla="*/ 339810 h 560270"/>
                <a:gd name="connsiteX70" fmla="*/ 681831 w 2912392"/>
                <a:gd name="connsiteY70" fmla="*/ 334487 h 560270"/>
                <a:gd name="connsiteX71" fmla="*/ 691572 w 2912392"/>
                <a:gd name="connsiteY71" fmla="*/ 329002 h 560270"/>
                <a:gd name="connsiteX72" fmla="*/ 701313 w 2912392"/>
                <a:gd name="connsiteY72" fmla="*/ 323369 h 560270"/>
                <a:gd name="connsiteX73" fmla="*/ 711052 w 2912392"/>
                <a:gd name="connsiteY73" fmla="*/ 317605 h 560270"/>
                <a:gd name="connsiteX74" fmla="*/ 720793 w 2912392"/>
                <a:gd name="connsiteY74" fmla="*/ 311724 h 560270"/>
                <a:gd name="connsiteX75" fmla="*/ 730534 w 2912392"/>
                <a:gd name="connsiteY75" fmla="*/ 305742 h 560270"/>
                <a:gd name="connsiteX76" fmla="*/ 740274 w 2912392"/>
                <a:gd name="connsiteY76" fmla="*/ 299677 h 560270"/>
                <a:gd name="connsiteX77" fmla="*/ 750015 w 2912392"/>
                <a:gd name="connsiteY77" fmla="*/ 293541 h 560270"/>
                <a:gd name="connsiteX78" fmla="*/ 759756 w 2912392"/>
                <a:gd name="connsiteY78" fmla="*/ 287354 h 560270"/>
                <a:gd name="connsiteX79" fmla="*/ 769495 w 2912392"/>
                <a:gd name="connsiteY79" fmla="*/ 281129 h 560270"/>
                <a:gd name="connsiteX80" fmla="*/ 779236 w 2912392"/>
                <a:gd name="connsiteY80" fmla="*/ 274883 h 560270"/>
                <a:gd name="connsiteX81" fmla="*/ 788977 w 2912392"/>
                <a:gd name="connsiteY81" fmla="*/ 268633 h 560270"/>
                <a:gd name="connsiteX82" fmla="*/ 798717 w 2912392"/>
                <a:gd name="connsiteY82" fmla="*/ 262392 h 560270"/>
                <a:gd name="connsiteX83" fmla="*/ 808458 w 2912392"/>
                <a:gd name="connsiteY83" fmla="*/ 256176 h 560270"/>
                <a:gd name="connsiteX84" fmla="*/ 818199 w 2912392"/>
                <a:gd name="connsiteY84" fmla="*/ 250002 h 560270"/>
                <a:gd name="connsiteX85" fmla="*/ 827938 w 2912392"/>
                <a:gd name="connsiteY85" fmla="*/ 243881 h 560270"/>
                <a:gd name="connsiteX86" fmla="*/ 837679 w 2912392"/>
                <a:gd name="connsiteY86" fmla="*/ 237832 h 560270"/>
                <a:gd name="connsiteX87" fmla="*/ 847420 w 2912392"/>
                <a:gd name="connsiteY87" fmla="*/ 231867 h 560270"/>
                <a:gd name="connsiteX88" fmla="*/ 857159 w 2912392"/>
                <a:gd name="connsiteY88" fmla="*/ 225998 h 560270"/>
                <a:gd name="connsiteX89" fmla="*/ 866900 w 2912392"/>
                <a:gd name="connsiteY89" fmla="*/ 220243 h 560270"/>
                <a:gd name="connsiteX90" fmla="*/ 876641 w 2912392"/>
                <a:gd name="connsiteY90" fmla="*/ 214611 h 560270"/>
                <a:gd name="connsiteX91" fmla="*/ 886381 w 2912392"/>
                <a:gd name="connsiteY91" fmla="*/ 209116 h 560270"/>
                <a:gd name="connsiteX92" fmla="*/ 896122 w 2912392"/>
                <a:gd name="connsiteY92" fmla="*/ 203770 h 560270"/>
                <a:gd name="connsiteX93" fmla="*/ 905863 w 2912392"/>
                <a:gd name="connsiteY93" fmla="*/ 198586 h 560270"/>
                <a:gd name="connsiteX94" fmla="*/ 915602 w 2912392"/>
                <a:gd name="connsiteY94" fmla="*/ 193574 h 560270"/>
                <a:gd name="connsiteX95" fmla="*/ 925343 w 2912392"/>
                <a:gd name="connsiteY95" fmla="*/ 188743 h 560270"/>
                <a:gd name="connsiteX96" fmla="*/ 935084 w 2912392"/>
                <a:gd name="connsiteY96" fmla="*/ 184107 h 560270"/>
                <a:gd name="connsiteX97" fmla="*/ 944824 w 2912392"/>
                <a:gd name="connsiteY97" fmla="*/ 179671 h 560270"/>
                <a:gd name="connsiteX98" fmla="*/ 954564 w 2912392"/>
                <a:gd name="connsiteY98" fmla="*/ 175447 h 560270"/>
                <a:gd name="connsiteX99" fmla="*/ 964305 w 2912392"/>
                <a:gd name="connsiteY99" fmla="*/ 171444 h 560270"/>
                <a:gd name="connsiteX100" fmla="*/ 974045 w 2912392"/>
                <a:gd name="connsiteY100" fmla="*/ 167667 h 560270"/>
                <a:gd name="connsiteX101" fmla="*/ 983786 w 2912392"/>
                <a:gd name="connsiteY101" fmla="*/ 164126 h 560270"/>
                <a:gd name="connsiteX102" fmla="*/ 993522 w 2912392"/>
                <a:gd name="connsiteY102" fmla="*/ 160824 h 560270"/>
                <a:gd name="connsiteX103" fmla="*/ 1003266 w 2912392"/>
                <a:gd name="connsiteY103" fmla="*/ 157770 h 560270"/>
                <a:gd name="connsiteX104" fmla="*/ 1013010 w 2912392"/>
                <a:gd name="connsiteY104" fmla="*/ 154967 h 560270"/>
                <a:gd name="connsiteX105" fmla="*/ 1022754 w 2912392"/>
                <a:gd name="connsiteY105" fmla="*/ 152421 h 560270"/>
                <a:gd name="connsiteX106" fmla="*/ 1032483 w 2912392"/>
                <a:gd name="connsiteY106" fmla="*/ 150136 h 560270"/>
                <a:gd name="connsiteX107" fmla="*/ 1042227 w 2912392"/>
                <a:gd name="connsiteY107" fmla="*/ 148114 h 560270"/>
                <a:gd name="connsiteX108" fmla="*/ 1051971 w 2912392"/>
                <a:gd name="connsiteY108" fmla="*/ 146360 h 560270"/>
                <a:gd name="connsiteX109" fmla="*/ 1061715 w 2912392"/>
                <a:gd name="connsiteY109" fmla="*/ 144873 h 560270"/>
                <a:gd name="connsiteX110" fmla="*/ 1071444 w 2912392"/>
                <a:gd name="connsiteY110" fmla="*/ 143658 h 560270"/>
                <a:gd name="connsiteX111" fmla="*/ 1081188 w 2912392"/>
                <a:gd name="connsiteY111" fmla="*/ 142713 h 560270"/>
                <a:gd name="connsiteX112" fmla="*/ 1090932 w 2912392"/>
                <a:gd name="connsiteY112" fmla="*/ 142039 h 560270"/>
                <a:gd name="connsiteX113" fmla="*/ 1100676 w 2912392"/>
                <a:gd name="connsiteY113" fmla="*/ 141636 h 560270"/>
                <a:gd name="connsiteX114" fmla="*/ 1110405 w 2912392"/>
                <a:gd name="connsiteY114" fmla="*/ 141503 h 560270"/>
                <a:gd name="connsiteX115" fmla="*/ 1120149 w 2912392"/>
                <a:gd name="connsiteY115" fmla="*/ 141639 h 560270"/>
                <a:gd name="connsiteX116" fmla="*/ 1129893 w 2912392"/>
                <a:gd name="connsiteY116" fmla="*/ 142041 h 560270"/>
                <a:gd name="connsiteX117" fmla="*/ 1139637 w 2912392"/>
                <a:gd name="connsiteY117" fmla="*/ 142707 h 560270"/>
                <a:gd name="connsiteX118" fmla="*/ 1149381 w 2912392"/>
                <a:gd name="connsiteY118" fmla="*/ 143634 h 560270"/>
                <a:gd name="connsiteX119" fmla="*/ 1159110 w 2912392"/>
                <a:gd name="connsiteY119" fmla="*/ 144818 h 560270"/>
                <a:gd name="connsiteX120" fmla="*/ 1168854 w 2912392"/>
                <a:gd name="connsiteY120" fmla="*/ 146254 h 560270"/>
                <a:gd name="connsiteX121" fmla="*/ 1178598 w 2912392"/>
                <a:gd name="connsiteY121" fmla="*/ 147939 h 560270"/>
                <a:gd name="connsiteX122" fmla="*/ 1188341 w 2912392"/>
                <a:gd name="connsiteY122" fmla="*/ 149869 h 560270"/>
                <a:gd name="connsiteX123" fmla="*/ 1198070 w 2912392"/>
                <a:gd name="connsiteY123" fmla="*/ 152037 h 560270"/>
                <a:gd name="connsiteX124" fmla="*/ 1207814 w 2912392"/>
                <a:gd name="connsiteY124" fmla="*/ 154435 h 560270"/>
                <a:gd name="connsiteX125" fmla="*/ 1217558 w 2912392"/>
                <a:gd name="connsiteY125" fmla="*/ 157062 h 560270"/>
                <a:gd name="connsiteX126" fmla="*/ 1227302 w 2912392"/>
                <a:gd name="connsiteY126" fmla="*/ 159909 h 560270"/>
                <a:gd name="connsiteX127" fmla="*/ 1237031 w 2912392"/>
                <a:gd name="connsiteY127" fmla="*/ 162968 h 560270"/>
                <a:gd name="connsiteX128" fmla="*/ 1246775 w 2912392"/>
                <a:gd name="connsiteY128" fmla="*/ 166234 h 560270"/>
                <a:gd name="connsiteX129" fmla="*/ 1256519 w 2912392"/>
                <a:gd name="connsiteY129" fmla="*/ 169699 h 560270"/>
                <a:gd name="connsiteX130" fmla="*/ 1266263 w 2912392"/>
                <a:gd name="connsiteY130" fmla="*/ 173356 h 560270"/>
                <a:gd name="connsiteX131" fmla="*/ 1276007 w 2912392"/>
                <a:gd name="connsiteY131" fmla="*/ 177195 h 560270"/>
                <a:gd name="connsiteX132" fmla="*/ 1285736 w 2912392"/>
                <a:gd name="connsiteY132" fmla="*/ 181210 h 560270"/>
                <a:gd name="connsiteX133" fmla="*/ 1295480 w 2912392"/>
                <a:gd name="connsiteY133" fmla="*/ 185394 h 560270"/>
                <a:gd name="connsiteX134" fmla="*/ 1305224 w 2912392"/>
                <a:gd name="connsiteY134" fmla="*/ 189737 h 560270"/>
                <a:gd name="connsiteX135" fmla="*/ 1314968 w 2912392"/>
                <a:gd name="connsiteY135" fmla="*/ 194232 h 560270"/>
                <a:gd name="connsiteX136" fmla="*/ 1324697 w 2912392"/>
                <a:gd name="connsiteY136" fmla="*/ 198869 h 560270"/>
                <a:gd name="connsiteX137" fmla="*/ 1334441 w 2912392"/>
                <a:gd name="connsiteY137" fmla="*/ 203641 h 560270"/>
                <a:gd name="connsiteX138" fmla="*/ 1344185 w 2912392"/>
                <a:gd name="connsiteY138" fmla="*/ 208538 h 560270"/>
                <a:gd name="connsiteX139" fmla="*/ 1353929 w 2912392"/>
                <a:gd name="connsiteY139" fmla="*/ 213555 h 560270"/>
                <a:gd name="connsiteX140" fmla="*/ 1363658 w 2912392"/>
                <a:gd name="connsiteY140" fmla="*/ 218678 h 560270"/>
                <a:gd name="connsiteX141" fmla="*/ 1373402 w 2912392"/>
                <a:gd name="connsiteY141" fmla="*/ 223905 h 560270"/>
                <a:gd name="connsiteX142" fmla="*/ 1383146 w 2912392"/>
                <a:gd name="connsiteY142" fmla="*/ 229222 h 560270"/>
                <a:gd name="connsiteX143" fmla="*/ 1392890 w 2912392"/>
                <a:gd name="connsiteY143" fmla="*/ 234625 h 560270"/>
                <a:gd name="connsiteX144" fmla="*/ 1402619 w 2912392"/>
                <a:gd name="connsiteY144" fmla="*/ 240104 h 560270"/>
                <a:gd name="connsiteX145" fmla="*/ 1412363 w 2912392"/>
                <a:gd name="connsiteY145" fmla="*/ 245651 h 560270"/>
                <a:gd name="connsiteX146" fmla="*/ 1422106 w 2912392"/>
                <a:gd name="connsiteY146" fmla="*/ 251259 h 560270"/>
                <a:gd name="connsiteX147" fmla="*/ 1431850 w 2912392"/>
                <a:gd name="connsiteY147" fmla="*/ 256919 h 560270"/>
                <a:gd name="connsiteX148" fmla="*/ 1441594 w 2912392"/>
                <a:gd name="connsiteY148" fmla="*/ 262626 h 560270"/>
                <a:gd name="connsiteX149" fmla="*/ 1451323 w 2912392"/>
                <a:gd name="connsiteY149" fmla="*/ 268369 h 560270"/>
                <a:gd name="connsiteX150" fmla="*/ 1461067 w 2912392"/>
                <a:gd name="connsiteY150" fmla="*/ 274146 h 560270"/>
                <a:gd name="connsiteX151" fmla="*/ 1470811 w 2912392"/>
                <a:gd name="connsiteY151" fmla="*/ 279946 h 560270"/>
                <a:gd name="connsiteX152" fmla="*/ 1480555 w 2912392"/>
                <a:gd name="connsiteY152" fmla="*/ 285762 h 560270"/>
                <a:gd name="connsiteX153" fmla="*/ 1490284 w 2912392"/>
                <a:gd name="connsiteY153" fmla="*/ 291591 h 560270"/>
                <a:gd name="connsiteX154" fmla="*/ 1500028 w 2912392"/>
                <a:gd name="connsiteY154" fmla="*/ 297425 h 560270"/>
                <a:gd name="connsiteX155" fmla="*/ 1509772 w 2912392"/>
                <a:gd name="connsiteY155" fmla="*/ 303258 h 560270"/>
                <a:gd name="connsiteX156" fmla="*/ 1519516 w 2912392"/>
                <a:gd name="connsiteY156" fmla="*/ 309085 h 560270"/>
                <a:gd name="connsiteX157" fmla="*/ 1529245 w 2912392"/>
                <a:gd name="connsiteY157" fmla="*/ 314900 h 560270"/>
                <a:gd name="connsiteX158" fmla="*/ 1538989 w 2912392"/>
                <a:gd name="connsiteY158" fmla="*/ 320701 h 560270"/>
                <a:gd name="connsiteX159" fmla="*/ 1548733 w 2912392"/>
                <a:gd name="connsiteY159" fmla="*/ 326478 h 560270"/>
                <a:gd name="connsiteX160" fmla="*/ 1558477 w 2912392"/>
                <a:gd name="connsiteY160" fmla="*/ 332229 h 560270"/>
                <a:gd name="connsiteX161" fmla="*/ 1568221 w 2912392"/>
                <a:gd name="connsiteY161" fmla="*/ 337952 h 560270"/>
                <a:gd name="connsiteX162" fmla="*/ 1577950 w 2912392"/>
                <a:gd name="connsiteY162" fmla="*/ 343639 h 560270"/>
                <a:gd name="connsiteX163" fmla="*/ 1587694 w 2912392"/>
                <a:gd name="connsiteY163" fmla="*/ 349290 h 560270"/>
                <a:gd name="connsiteX164" fmla="*/ 1597438 w 2912392"/>
                <a:gd name="connsiteY164" fmla="*/ 354898 h 560270"/>
                <a:gd name="connsiteX165" fmla="*/ 1607182 w 2912392"/>
                <a:gd name="connsiteY165" fmla="*/ 360463 h 560270"/>
                <a:gd name="connsiteX166" fmla="*/ 1616911 w 2912392"/>
                <a:gd name="connsiteY166" fmla="*/ 365982 h 560270"/>
                <a:gd name="connsiteX167" fmla="*/ 1626655 w 2912392"/>
                <a:gd name="connsiteY167" fmla="*/ 371450 h 560270"/>
                <a:gd name="connsiteX168" fmla="*/ 1636399 w 2912392"/>
                <a:gd name="connsiteY168" fmla="*/ 376865 h 560270"/>
                <a:gd name="connsiteX169" fmla="*/ 1646142 w 2912392"/>
                <a:gd name="connsiteY169" fmla="*/ 382226 h 560270"/>
                <a:gd name="connsiteX170" fmla="*/ 1655872 w 2912392"/>
                <a:gd name="connsiteY170" fmla="*/ 387531 h 560270"/>
                <a:gd name="connsiteX171" fmla="*/ 1665616 w 2912392"/>
                <a:gd name="connsiteY171" fmla="*/ 392777 h 560270"/>
                <a:gd name="connsiteX172" fmla="*/ 1675359 w 2912392"/>
                <a:gd name="connsiteY172" fmla="*/ 397964 h 560270"/>
                <a:gd name="connsiteX173" fmla="*/ 1685103 w 2912392"/>
                <a:gd name="connsiteY173" fmla="*/ 403089 h 560270"/>
                <a:gd name="connsiteX174" fmla="*/ 1694832 w 2912392"/>
                <a:gd name="connsiteY174" fmla="*/ 408150 h 560270"/>
                <a:gd name="connsiteX175" fmla="*/ 1704576 w 2912392"/>
                <a:gd name="connsiteY175" fmla="*/ 413149 h 560270"/>
                <a:gd name="connsiteX176" fmla="*/ 1714320 w 2912392"/>
                <a:gd name="connsiteY176" fmla="*/ 418082 h 560270"/>
                <a:gd name="connsiteX177" fmla="*/ 1724064 w 2912392"/>
                <a:gd name="connsiteY177" fmla="*/ 422949 h 560270"/>
                <a:gd name="connsiteX178" fmla="*/ 1733808 w 2912392"/>
                <a:gd name="connsiteY178" fmla="*/ 427751 h 560270"/>
                <a:gd name="connsiteX179" fmla="*/ 1743537 w 2912392"/>
                <a:gd name="connsiteY179" fmla="*/ 432485 h 560270"/>
                <a:gd name="connsiteX180" fmla="*/ 1753281 w 2912392"/>
                <a:gd name="connsiteY180" fmla="*/ 437150 h 560270"/>
                <a:gd name="connsiteX181" fmla="*/ 1763025 w 2912392"/>
                <a:gd name="connsiteY181" fmla="*/ 441746 h 560270"/>
                <a:gd name="connsiteX182" fmla="*/ 1772769 w 2912392"/>
                <a:gd name="connsiteY182" fmla="*/ 446274 h 560270"/>
                <a:gd name="connsiteX183" fmla="*/ 1782498 w 2912392"/>
                <a:gd name="connsiteY183" fmla="*/ 450731 h 560270"/>
                <a:gd name="connsiteX184" fmla="*/ 1792242 w 2912392"/>
                <a:gd name="connsiteY184" fmla="*/ 455119 h 560270"/>
                <a:gd name="connsiteX185" fmla="*/ 1801986 w 2912392"/>
                <a:gd name="connsiteY185" fmla="*/ 459435 h 560270"/>
                <a:gd name="connsiteX186" fmla="*/ 1811730 w 2912392"/>
                <a:gd name="connsiteY186" fmla="*/ 463682 h 560270"/>
                <a:gd name="connsiteX187" fmla="*/ 1821459 w 2912392"/>
                <a:gd name="connsiteY187" fmla="*/ 467855 h 560270"/>
                <a:gd name="connsiteX188" fmla="*/ 1831203 w 2912392"/>
                <a:gd name="connsiteY188" fmla="*/ 471955 h 560270"/>
                <a:gd name="connsiteX189" fmla="*/ 1840947 w 2912392"/>
                <a:gd name="connsiteY189" fmla="*/ 475982 h 560270"/>
                <a:gd name="connsiteX190" fmla="*/ 1850691 w 2912392"/>
                <a:gd name="connsiteY190" fmla="*/ 479936 h 560270"/>
                <a:gd name="connsiteX191" fmla="*/ 1860435 w 2912392"/>
                <a:gd name="connsiteY191" fmla="*/ 483815 h 560270"/>
                <a:gd name="connsiteX192" fmla="*/ 1870164 w 2912392"/>
                <a:gd name="connsiteY192" fmla="*/ 487618 h 560270"/>
                <a:gd name="connsiteX193" fmla="*/ 1879908 w 2912392"/>
                <a:gd name="connsiteY193" fmla="*/ 491345 h 560270"/>
                <a:gd name="connsiteX194" fmla="*/ 1889652 w 2912392"/>
                <a:gd name="connsiteY194" fmla="*/ 494992 h 560270"/>
                <a:gd name="connsiteX195" fmla="*/ 1899395 w 2912392"/>
                <a:gd name="connsiteY195" fmla="*/ 498562 h 560270"/>
                <a:gd name="connsiteX196" fmla="*/ 1909124 w 2912392"/>
                <a:gd name="connsiteY196" fmla="*/ 502051 h 560270"/>
                <a:gd name="connsiteX197" fmla="*/ 1918868 w 2912392"/>
                <a:gd name="connsiteY197" fmla="*/ 505460 h 560270"/>
                <a:gd name="connsiteX198" fmla="*/ 1928612 w 2912392"/>
                <a:gd name="connsiteY198" fmla="*/ 508784 h 560270"/>
                <a:gd name="connsiteX199" fmla="*/ 1938356 w 2912392"/>
                <a:gd name="connsiteY199" fmla="*/ 512024 h 560270"/>
                <a:gd name="connsiteX200" fmla="*/ 1948085 w 2912392"/>
                <a:gd name="connsiteY200" fmla="*/ 515178 h 560270"/>
                <a:gd name="connsiteX201" fmla="*/ 1957829 w 2912392"/>
                <a:gd name="connsiteY201" fmla="*/ 518245 h 560270"/>
                <a:gd name="connsiteX202" fmla="*/ 1967573 w 2912392"/>
                <a:gd name="connsiteY202" fmla="*/ 521221 h 560270"/>
                <a:gd name="connsiteX203" fmla="*/ 1977317 w 2912392"/>
                <a:gd name="connsiteY203" fmla="*/ 524106 h 560270"/>
                <a:gd name="connsiteX204" fmla="*/ 1987046 w 2912392"/>
                <a:gd name="connsiteY204" fmla="*/ 526897 h 560270"/>
                <a:gd name="connsiteX205" fmla="*/ 1996790 w 2912392"/>
                <a:gd name="connsiteY205" fmla="*/ 529592 h 560270"/>
                <a:gd name="connsiteX206" fmla="*/ 2006534 w 2912392"/>
                <a:gd name="connsiteY206" fmla="*/ 532189 h 560270"/>
                <a:gd name="connsiteX207" fmla="*/ 2016278 w 2912392"/>
                <a:gd name="connsiteY207" fmla="*/ 534686 h 560270"/>
                <a:gd name="connsiteX208" fmla="*/ 2026022 w 2912392"/>
                <a:gd name="connsiteY208" fmla="*/ 537080 h 560270"/>
                <a:gd name="connsiteX209" fmla="*/ 2035751 w 2912392"/>
                <a:gd name="connsiteY209" fmla="*/ 539370 h 560270"/>
                <a:gd name="connsiteX210" fmla="*/ 2045495 w 2912392"/>
                <a:gd name="connsiteY210" fmla="*/ 541553 h 560270"/>
                <a:gd name="connsiteX211" fmla="*/ 2055239 w 2912392"/>
                <a:gd name="connsiteY211" fmla="*/ 543625 h 560270"/>
                <a:gd name="connsiteX212" fmla="*/ 2064983 w 2912392"/>
                <a:gd name="connsiteY212" fmla="*/ 545587 h 560270"/>
                <a:gd name="connsiteX213" fmla="*/ 2074712 w 2912392"/>
                <a:gd name="connsiteY213" fmla="*/ 547435 h 560270"/>
                <a:gd name="connsiteX214" fmla="*/ 2084456 w 2912392"/>
                <a:gd name="connsiteY214" fmla="*/ 549166 h 560270"/>
                <a:gd name="connsiteX215" fmla="*/ 2094200 w 2912392"/>
                <a:gd name="connsiteY215" fmla="*/ 550780 h 560270"/>
                <a:gd name="connsiteX216" fmla="*/ 2103944 w 2912392"/>
                <a:gd name="connsiteY216" fmla="*/ 552272 h 560270"/>
                <a:gd name="connsiteX217" fmla="*/ 2113673 w 2912392"/>
                <a:gd name="connsiteY217" fmla="*/ 553643 h 560270"/>
                <a:gd name="connsiteX218" fmla="*/ 2123417 w 2912392"/>
                <a:gd name="connsiteY218" fmla="*/ 554889 h 560270"/>
                <a:gd name="connsiteX219" fmla="*/ 2133161 w 2912392"/>
                <a:gd name="connsiteY219" fmla="*/ 556009 h 560270"/>
                <a:gd name="connsiteX220" fmla="*/ 2142905 w 2912392"/>
                <a:gd name="connsiteY220" fmla="*/ 557001 h 560270"/>
                <a:gd name="connsiteX221" fmla="*/ 2152649 w 2912392"/>
                <a:gd name="connsiteY221" fmla="*/ 557864 h 560270"/>
                <a:gd name="connsiteX222" fmla="*/ 2162377 w 2912392"/>
                <a:gd name="connsiteY222" fmla="*/ 558597 h 560270"/>
                <a:gd name="connsiteX223" fmla="*/ 2172121 w 2912392"/>
                <a:gd name="connsiteY223" fmla="*/ 559198 h 560270"/>
                <a:gd name="connsiteX224" fmla="*/ 2181865 w 2912392"/>
                <a:gd name="connsiteY224" fmla="*/ 559667 h 560270"/>
                <a:gd name="connsiteX225" fmla="*/ 2191609 w 2912392"/>
                <a:gd name="connsiteY225" fmla="*/ 560002 h 560270"/>
                <a:gd name="connsiteX226" fmla="*/ 2201338 w 2912392"/>
                <a:gd name="connsiteY226" fmla="*/ 560203 h 560270"/>
                <a:gd name="connsiteX227" fmla="*/ 2211082 w 2912392"/>
                <a:gd name="connsiteY227" fmla="*/ 560270 h 560270"/>
                <a:gd name="connsiteX228" fmla="*/ 2220826 w 2912392"/>
                <a:gd name="connsiteY228" fmla="*/ 560205 h 560270"/>
                <a:gd name="connsiteX229" fmla="*/ 2230570 w 2912392"/>
                <a:gd name="connsiteY229" fmla="*/ 560005 h 560270"/>
                <a:gd name="connsiteX230" fmla="*/ 2240299 w 2912392"/>
                <a:gd name="connsiteY230" fmla="*/ 559671 h 560270"/>
                <a:gd name="connsiteX231" fmla="*/ 2250043 w 2912392"/>
                <a:gd name="connsiteY231" fmla="*/ 559206 h 560270"/>
                <a:gd name="connsiteX232" fmla="*/ 2259787 w 2912392"/>
                <a:gd name="connsiteY232" fmla="*/ 558612 h 560270"/>
                <a:gd name="connsiteX233" fmla="*/ 2269531 w 2912392"/>
                <a:gd name="connsiteY233" fmla="*/ 557886 h 560270"/>
                <a:gd name="connsiteX234" fmla="*/ 2279260 w 2912392"/>
                <a:gd name="connsiteY234" fmla="*/ 557034 h 560270"/>
                <a:gd name="connsiteX235" fmla="*/ 2289004 w 2912392"/>
                <a:gd name="connsiteY235" fmla="*/ 556057 h 560270"/>
                <a:gd name="connsiteX236" fmla="*/ 2298748 w 2912392"/>
                <a:gd name="connsiteY236" fmla="*/ 554956 h 560270"/>
                <a:gd name="connsiteX237" fmla="*/ 2308492 w 2912392"/>
                <a:gd name="connsiteY237" fmla="*/ 553734 h 560270"/>
                <a:gd name="connsiteX238" fmla="*/ 2318236 w 2912392"/>
                <a:gd name="connsiteY238" fmla="*/ 552396 h 560270"/>
                <a:gd name="connsiteX239" fmla="*/ 2327965 w 2912392"/>
                <a:gd name="connsiteY239" fmla="*/ 550945 h 560270"/>
                <a:gd name="connsiteX240" fmla="*/ 2337709 w 2912392"/>
                <a:gd name="connsiteY240" fmla="*/ 549382 h 560270"/>
                <a:gd name="connsiteX241" fmla="*/ 2347453 w 2912392"/>
                <a:gd name="connsiteY241" fmla="*/ 547715 h 560270"/>
                <a:gd name="connsiteX242" fmla="*/ 2357197 w 2912392"/>
                <a:gd name="connsiteY242" fmla="*/ 545945 h 560270"/>
                <a:gd name="connsiteX243" fmla="*/ 2366926 w 2912392"/>
                <a:gd name="connsiteY243" fmla="*/ 544078 h 560270"/>
                <a:gd name="connsiteX244" fmla="*/ 2376670 w 2912392"/>
                <a:gd name="connsiteY244" fmla="*/ 542119 h 560270"/>
                <a:gd name="connsiteX245" fmla="*/ 2386413 w 2912392"/>
                <a:gd name="connsiteY245" fmla="*/ 540073 h 560270"/>
                <a:gd name="connsiteX246" fmla="*/ 2396157 w 2912392"/>
                <a:gd name="connsiteY246" fmla="*/ 537946 h 560270"/>
                <a:gd name="connsiteX247" fmla="*/ 2405886 w 2912392"/>
                <a:gd name="connsiteY247" fmla="*/ 535741 h 560270"/>
                <a:gd name="connsiteX248" fmla="*/ 2415630 w 2912392"/>
                <a:gd name="connsiteY248" fmla="*/ 533467 h 560270"/>
                <a:gd name="connsiteX249" fmla="*/ 2425374 w 2912392"/>
                <a:gd name="connsiteY249" fmla="*/ 531129 h 560270"/>
                <a:gd name="connsiteX250" fmla="*/ 2435118 w 2912392"/>
                <a:gd name="connsiteY250" fmla="*/ 528734 h 560270"/>
                <a:gd name="connsiteX251" fmla="*/ 2444862 w 2912392"/>
                <a:gd name="connsiteY251" fmla="*/ 526286 h 560270"/>
                <a:gd name="connsiteX252" fmla="*/ 2454591 w 2912392"/>
                <a:gd name="connsiteY252" fmla="*/ 523795 h 560270"/>
                <a:gd name="connsiteX253" fmla="*/ 2464335 w 2912392"/>
                <a:gd name="connsiteY253" fmla="*/ 521265 h 560270"/>
                <a:gd name="connsiteX254" fmla="*/ 2474079 w 2912392"/>
                <a:gd name="connsiteY254" fmla="*/ 518704 h 560270"/>
                <a:gd name="connsiteX255" fmla="*/ 2483823 w 2912392"/>
                <a:gd name="connsiteY255" fmla="*/ 516119 h 560270"/>
                <a:gd name="connsiteX256" fmla="*/ 2493552 w 2912392"/>
                <a:gd name="connsiteY256" fmla="*/ 513516 h 560270"/>
                <a:gd name="connsiteX257" fmla="*/ 2503296 w 2912392"/>
                <a:gd name="connsiteY257" fmla="*/ 510902 h 560270"/>
                <a:gd name="connsiteX258" fmla="*/ 2513040 w 2912392"/>
                <a:gd name="connsiteY258" fmla="*/ 508286 h 560270"/>
                <a:gd name="connsiteX259" fmla="*/ 2522784 w 2912392"/>
                <a:gd name="connsiteY259" fmla="*/ 505674 h 560270"/>
                <a:gd name="connsiteX260" fmla="*/ 2532513 w 2912392"/>
                <a:gd name="connsiteY260" fmla="*/ 503073 h 560270"/>
                <a:gd name="connsiteX261" fmla="*/ 2542257 w 2912392"/>
                <a:gd name="connsiteY261" fmla="*/ 500490 h 560270"/>
                <a:gd name="connsiteX262" fmla="*/ 2552001 w 2912392"/>
                <a:gd name="connsiteY262" fmla="*/ 497930 h 560270"/>
                <a:gd name="connsiteX263" fmla="*/ 2561745 w 2912392"/>
                <a:gd name="connsiteY263" fmla="*/ 495402 h 560270"/>
                <a:gd name="connsiteX264" fmla="*/ 2571474 w 2912392"/>
                <a:gd name="connsiteY264" fmla="*/ 492910 h 560270"/>
                <a:gd name="connsiteX265" fmla="*/ 2581218 w 2912392"/>
                <a:gd name="connsiteY265" fmla="*/ 490463 h 560270"/>
                <a:gd name="connsiteX266" fmla="*/ 2590962 w 2912392"/>
                <a:gd name="connsiteY266" fmla="*/ 488065 h 560270"/>
                <a:gd name="connsiteX267" fmla="*/ 2600705 w 2912392"/>
                <a:gd name="connsiteY267" fmla="*/ 485723 h 560270"/>
                <a:gd name="connsiteX268" fmla="*/ 2610449 w 2912392"/>
                <a:gd name="connsiteY268" fmla="*/ 483444 h 560270"/>
                <a:gd name="connsiteX269" fmla="*/ 2620178 w 2912392"/>
                <a:gd name="connsiteY269" fmla="*/ 481230 h 560270"/>
                <a:gd name="connsiteX270" fmla="*/ 2629922 w 2912392"/>
                <a:gd name="connsiteY270" fmla="*/ 479089 h 560270"/>
                <a:gd name="connsiteX271" fmla="*/ 2639666 w 2912392"/>
                <a:gd name="connsiteY271" fmla="*/ 477022 h 560270"/>
                <a:gd name="connsiteX272" fmla="*/ 2649410 w 2912392"/>
                <a:gd name="connsiteY272" fmla="*/ 475038 h 560270"/>
                <a:gd name="connsiteX273" fmla="*/ 2659139 w 2912392"/>
                <a:gd name="connsiteY273" fmla="*/ 473138 h 560270"/>
                <a:gd name="connsiteX274" fmla="*/ 2668883 w 2912392"/>
                <a:gd name="connsiteY274" fmla="*/ 471325 h 560270"/>
                <a:gd name="connsiteX275" fmla="*/ 2678627 w 2912392"/>
                <a:gd name="connsiteY275" fmla="*/ 469604 h 560270"/>
                <a:gd name="connsiteX276" fmla="*/ 2688371 w 2912392"/>
                <a:gd name="connsiteY276" fmla="*/ 467977 h 560270"/>
                <a:gd name="connsiteX277" fmla="*/ 2698100 w 2912392"/>
                <a:gd name="connsiteY277" fmla="*/ 466447 h 560270"/>
                <a:gd name="connsiteX278" fmla="*/ 2707844 w 2912392"/>
                <a:gd name="connsiteY278" fmla="*/ 465014 h 560270"/>
                <a:gd name="connsiteX279" fmla="*/ 2717588 w 2912392"/>
                <a:gd name="connsiteY279" fmla="*/ 463679 h 560270"/>
                <a:gd name="connsiteX280" fmla="*/ 2727332 w 2912392"/>
                <a:gd name="connsiteY280" fmla="*/ 462445 h 560270"/>
                <a:gd name="connsiteX281" fmla="*/ 2737076 w 2912392"/>
                <a:gd name="connsiteY281" fmla="*/ 461311 h 560270"/>
                <a:gd name="connsiteX282" fmla="*/ 2746805 w 2912392"/>
                <a:gd name="connsiteY282" fmla="*/ 460277 h 560270"/>
                <a:gd name="connsiteX283" fmla="*/ 2756549 w 2912392"/>
                <a:gd name="connsiteY283" fmla="*/ 459342 h 560270"/>
                <a:gd name="connsiteX284" fmla="*/ 2766293 w 2912392"/>
                <a:gd name="connsiteY284" fmla="*/ 458504 h 560270"/>
                <a:gd name="connsiteX285" fmla="*/ 2776037 w 2912392"/>
                <a:gd name="connsiteY285" fmla="*/ 457762 h 560270"/>
                <a:gd name="connsiteX286" fmla="*/ 2785766 w 2912392"/>
                <a:gd name="connsiteY286" fmla="*/ 457114 h 560270"/>
                <a:gd name="connsiteX287" fmla="*/ 2795510 w 2912392"/>
                <a:gd name="connsiteY287" fmla="*/ 456557 h 560270"/>
                <a:gd name="connsiteX288" fmla="*/ 2805254 w 2912392"/>
                <a:gd name="connsiteY288" fmla="*/ 456088 h 560270"/>
                <a:gd name="connsiteX289" fmla="*/ 2814998 w 2912392"/>
                <a:gd name="connsiteY289" fmla="*/ 455702 h 560270"/>
                <a:gd name="connsiteX290" fmla="*/ 2824727 w 2912392"/>
                <a:gd name="connsiteY290" fmla="*/ 455395 h 560270"/>
                <a:gd name="connsiteX291" fmla="*/ 2834471 w 2912392"/>
                <a:gd name="connsiteY291" fmla="*/ 455161 h 560270"/>
                <a:gd name="connsiteX292" fmla="*/ 2844215 w 2912392"/>
                <a:gd name="connsiteY292" fmla="*/ 454997 h 560270"/>
                <a:gd name="connsiteX293" fmla="*/ 2853958 w 2912392"/>
                <a:gd name="connsiteY293" fmla="*/ 454896 h 560270"/>
                <a:gd name="connsiteX294" fmla="*/ 2863687 w 2912392"/>
                <a:gd name="connsiteY294" fmla="*/ 454850 h 560270"/>
                <a:gd name="connsiteX295" fmla="*/ 2873431 w 2912392"/>
                <a:gd name="connsiteY295" fmla="*/ 454854 h 560270"/>
                <a:gd name="connsiteX296" fmla="*/ 2883175 w 2912392"/>
                <a:gd name="connsiteY296" fmla="*/ 454902 h 560270"/>
                <a:gd name="connsiteX297" fmla="*/ 2892919 w 2912392"/>
                <a:gd name="connsiteY297" fmla="*/ 454984 h 560270"/>
                <a:gd name="connsiteX298" fmla="*/ 2902663 w 2912392"/>
                <a:gd name="connsiteY298" fmla="*/ 455092 h 560270"/>
                <a:gd name="connsiteX299" fmla="*/ 2912392 w 2912392"/>
                <a:gd name="connsiteY299" fmla="*/ 455219 h 560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60270">
                  <a:moveTo>
                    <a:pt x="0" y="0"/>
                  </a:moveTo>
                  <a:lnTo>
                    <a:pt x="9739" y="10686"/>
                  </a:lnTo>
                  <a:lnTo>
                    <a:pt x="19480" y="21487"/>
                  </a:lnTo>
                  <a:lnTo>
                    <a:pt x="29221" y="32387"/>
                  </a:lnTo>
                  <a:lnTo>
                    <a:pt x="38961" y="43375"/>
                  </a:lnTo>
                  <a:lnTo>
                    <a:pt x="48702" y="54433"/>
                  </a:lnTo>
                  <a:lnTo>
                    <a:pt x="58443" y="65548"/>
                  </a:lnTo>
                  <a:lnTo>
                    <a:pt x="68182" y="76704"/>
                  </a:lnTo>
                  <a:lnTo>
                    <a:pt x="77923" y="87888"/>
                  </a:lnTo>
                  <a:lnTo>
                    <a:pt x="87664" y="99080"/>
                  </a:lnTo>
                  <a:lnTo>
                    <a:pt x="97404" y="110266"/>
                  </a:lnTo>
                  <a:lnTo>
                    <a:pt x="107145" y="121433"/>
                  </a:lnTo>
                  <a:lnTo>
                    <a:pt x="116886" y="132561"/>
                  </a:lnTo>
                  <a:lnTo>
                    <a:pt x="126625" y="143638"/>
                  </a:lnTo>
                  <a:lnTo>
                    <a:pt x="136366" y="154646"/>
                  </a:lnTo>
                  <a:lnTo>
                    <a:pt x="146107" y="165568"/>
                  </a:lnTo>
                  <a:lnTo>
                    <a:pt x="155846" y="176391"/>
                  </a:lnTo>
                  <a:lnTo>
                    <a:pt x="165587" y="187097"/>
                  </a:lnTo>
                  <a:lnTo>
                    <a:pt x="175328" y="197671"/>
                  </a:lnTo>
                  <a:lnTo>
                    <a:pt x="185068" y="208099"/>
                  </a:lnTo>
                  <a:lnTo>
                    <a:pt x="194809" y="218364"/>
                  </a:lnTo>
                  <a:lnTo>
                    <a:pt x="204550" y="228452"/>
                  </a:lnTo>
                  <a:lnTo>
                    <a:pt x="214289" y="238346"/>
                  </a:lnTo>
                  <a:lnTo>
                    <a:pt x="224030" y="248037"/>
                  </a:lnTo>
                  <a:lnTo>
                    <a:pt x="233771" y="257505"/>
                  </a:lnTo>
                  <a:lnTo>
                    <a:pt x="243510" y="266738"/>
                  </a:lnTo>
                  <a:lnTo>
                    <a:pt x="253251" y="275725"/>
                  </a:lnTo>
                  <a:lnTo>
                    <a:pt x="262992" y="284450"/>
                  </a:lnTo>
                  <a:lnTo>
                    <a:pt x="272732" y="292902"/>
                  </a:lnTo>
                  <a:lnTo>
                    <a:pt x="282473" y="301068"/>
                  </a:lnTo>
                  <a:lnTo>
                    <a:pt x="292214" y="308939"/>
                  </a:lnTo>
                  <a:lnTo>
                    <a:pt x="301953" y="316502"/>
                  </a:lnTo>
                  <a:lnTo>
                    <a:pt x="311694" y="323747"/>
                  </a:lnTo>
                  <a:lnTo>
                    <a:pt x="321435" y="330665"/>
                  </a:lnTo>
                  <a:lnTo>
                    <a:pt x="331175" y="337246"/>
                  </a:lnTo>
                  <a:lnTo>
                    <a:pt x="340916" y="343483"/>
                  </a:lnTo>
                  <a:lnTo>
                    <a:pt x="350656" y="349366"/>
                  </a:lnTo>
                  <a:lnTo>
                    <a:pt x="360396" y="354891"/>
                  </a:lnTo>
                  <a:lnTo>
                    <a:pt x="370137" y="360049"/>
                  </a:lnTo>
                  <a:lnTo>
                    <a:pt x="379878" y="364836"/>
                  </a:lnTo>
                  <a:lnTo>
                    <a:pt x="389617" y="369246"/>
                  </a:lnTo>
                  <a:lnTo>
                    <a:pt x="399358" y="373276"/>
                  </a:lnTo>
                  <a:lnTo>
                    <a:pt x="409099" y="376923"/>
                  </a:lnTo>
                  <a:lnTo>
                    <a:pt x="418839" y="380183"/>
                  </a:lnTo>
                  <a:lnTo>
                    <a:pt x="428580" y="383056"/>
                  </a:lnTo>
                  <a:lnTo>
                    <a:pt x="438321" y="385539"/>
                  </a:lnTo>
                  <a:lnTo>
                    <a:pt x="448060" y="387636"/>
                  </a:lnTo>
                  <a:lnTo>
                    <a:pt x="457801" y="389343"/>
                  </a:lnTo>
                  <a:lnTo>
                    <a:pt x="467542" y="390663"/>
                  </a:lnTo>
                  <a:lnTo>
                    <a:pt x="477281" y="391600"/>
                  </a:lnTo>
                  <a:lnTo>
                    <a:pt x="487022" y="392156"/>
                  </a:lnTo>
                  <a:lnTo>
                    <a:pt x="496763" y="392335"/>
                  </a:lnTo>
                  <a:lnTo>
                    <a:pt x="506503" y="392141"/>
                  </a:lnTo>
                  <a:lnTo>
                    <a:pt x="516244" y="391580"/>
                  </a:lnTo>
                  <a:lnTo>
                    <a:pt x="525985" y="390657"/>
                  </a:lnTo>
                  <a:lnTo>
                    <a:pt x="535724" y="389382"/>
                  </a:lnTo>
                  <a:lnTo>
                    <a:pt x="545465" y="387761"/>
                  </a:lnTo>
                  <a:lnTo>
                    <a:pt x="555206" y="385800"/>
                  </a:lnTo>
                  <a:lnTo>
                    <a:pt x="564946" y="383512"/>
                  </a:lnTo>
                  <a:lnTo>
                    <a:pt x="574687" y="380904"/>
                  </a:lnTo>
                  <a:lnTo>
                    <a:pt x="584428" y="377987"/>
                  </a:lnTo>
                  <a:lnTo>
                    <a:pt x="594167" y="374773"/>
                  </a:lnTo>
                  <a:lnTo>
                    <a:pt x="603908" y="371272"/>
                  </a:lnTo>
                  <a:lnTo>
                    <a:pt x="613649" y="367497"/>
                  </a:lnTo>
                  <a:lnTo>
                    <a:pt x="623388" y="363459"/>
                  </a:lnTo>
                  <a:lnTo>
                    <a:pt x="633129" y="359171"/>
                  </a:lnTo>
                  <a:lnTo>
                    <a:pt x="642870" y="354649"/>
                  </a:lnTo>
                  <a:lnTo>
                    <a:pt x="652610" y="349906"/>
                  </a:lnTo>
                  <a:lnTo>
                    <a:pt x="662351" y="344955"/>
                  </a:lnTo>
                  <a:lnTo>
                    <a:pt x="672092" y="339810"/>
                  </a:lnTo>
                  <a:lnTo>
                    <a:pt x="681831" y="334487"/>
                  </a:lnTo>
                  <a:lnTo>
                    <a:pt x="691572" y="329002"/>
                  </a:lnTo>
                  <a:lnTo>
                    <a:pt x="701313" y="323369"/>
                  </a:lnTo>
                  <a:lnTo>
                    <a:pt x="711052" y="317605"/>
                  </a:lnTo>
                  <a:lnTo>
                    <a:pt x="720793" y="311724"/>
                  </a:lnTo>
                  <a:lnTo>
                    <a:pt x="730534" y="305742"/>
                  </a:lnTo>
                  <a:lnTo>
                    <a:pt x="740274" y="299677"/>
                  </a:lnTo>
                  <a:lnTo>
                    <a:pt x="750015" y="293541"/>
                  </a:lnTo>
                  <a:lnTo>
                    <a:pt x="759756" y="287354"/>
                  </a:lnTo>
                  <a:lnTo>
                    <a:pt x="769495" y="281129"/>
                  </a:lnTo>
                  <a:lnTo>
                    <a:pt x="779236" y="274883"/>
                  </a:lnTo>
                  <a:lnTo>
                    <a:pt x="788977" y="268633"/>
                  </a:lnTo>
                  <a:lnTo>
                    <a:pt x="798717" y="262392"/>
                  </a:lnTo>
                  <a:lnTo>
                    <a:pt x="808458" y="256176"/>
                  </a:lnTo>
                  <a:lnTo>
                    <a:pt x="818199" y="250002"/>
                  </a:lnTo>
                  <a:lnTo>
                    <a:pt x="827938" y="243881"/>
                  </a:lnTo>
                  <a:lnTo>
                    <a:pt x="837679" y="237832"/>
                  </a:lnTo>
                  <a:lnTo>
                    <a:pt x="847420" y="231867"/>
                  </a:lnTo>
                  <a:lnTo>
                    <a:pt x="857159" y="225998"/>
                  </a:lnTo>
                  <a:lnTo>
                    <a:pt x="866900" y="220243"/>
                  </a:lnTo>
                  <a:lnTo>
                    <a:pt x="876641" y="214611"/>
                  </a:lnTo>
                  <a:lnTo>
                    <a:pt x="886381" y="209116"/>
                  </a:lnTo>
                  <a:lnTo>
                    <a:pt x="896122" y="203770"/>
                  </a:lnTo>
                  <a:lnTo>
                    <a:pt x="905863" y="198586"/>
                  </a:lnTo>
                  <a:lnTo>
                    <a:pt x="915602" y="193574"/>
                  </a:lnTo>
                  <a:lnTo>
                    <a:pt x="925343" y="188743"/>
                  </a:lnTo>
                  <a:lnTo>
                    <a:pt x="935084" y="184107"/>
                  </a:lnTo>
                  <a:lnTo>
                    <a:pt x="944824" y="179671"/>
                  </a:lnTo>
                  <a:lnTo>
                    <a:pt x="954564" y="175447"/>
                  </a:lnTo>
                  <a:lnTo>
                    <a:pt x="964305" y="171444"/>
                  </a:lnTo>
                  <a:lnTo>
                    <a:pt x="974045" y="167667"/>
                  </a:lnTo>
                  <a:lnTo>
                    <a:pt x="983786" y="164126"/>
                  </a:lnTo>
                  <a:lnTo>
                    <a:pt x="993522" y="160824"/>
                  </a:lnTo>
                  <a:lnTo>
                    <a:pt x="1003266" y="157770"/>
                  </a:lnTo>
                  <a:lnTo>
                    <a:pt x="1013010" y="154967"/>
                  </a:lnTo>
                  <a:lnTo>
                    <a:pt x="1022754" y="152421"/>
                  </a:lnTo>
                  <a:lnTo>
                    <a:pt x="1032483" y="150136"/>
                  </a:lnTo>
                  <a:lnTo>
                    <a:pt x="1042227" y="148114"/>
                  </a:lnTo>
                  <a:lnTo>
                    <a:pt x="1051971" y="146360"/>
                  </a:lnTo>
                  <a:lnTo>
                    <a:pt x="1061715" y="144873"/>
                  </a:lnTo>
                  <a:lnTo>
                    <a:pt x="1071444" y="143658"/>
                  </a:lnTo>
                  <a:lnTo>
                    <a:pt x="1081188" y="142713"/>
                  </a:lnTo>
                  <a:lnTo>
                    <a:pt x="1090932" y="142039"/>
                  </a:lnTo>
                  <a:lnTo>
                    <a:pt x="1100676" y="141636"/>
                  </a:lnTo>
                  <a:lnTo>
                    <a:pt x="1110405" y="141503"/>
                  </a:lnTo>
                  <a:lnTo>
                    <a:pt x="1120149" y="141639"/>
                  </a:lnTo>
                  <a:lnTo>
                    <a:pt x="1129893" y="142041"/>
                  </a:lnTo>
                  <a:lnTo>
                    <a:pt x="1139637" y="142707"/>
                  </a:lnTo>
                  <a:lnTo>
                    <a:pt x="1149381" y="143634"/>
                  </a:lnTo>
                  <a:lnTo>
                    <a:pt x="1159110" y="144818"/>
                  </a:lnTo>
                  <a:lnTo>
                    <a:pt x="1168854" y="146254"/>
                  </a:lnTo>
                  <a:lnTo>
                    <a:pt x="1178598" y="147939"/>
                  </a:lnTo>
                  <a:lnTo>
                    <a:pt x="1188341" y="149869"/>
                  </a:lnTo>
                  <a:lnTo>
                    <a:pt x="1198070" y="152037"/>
                  </a:lnTo>
                  <a:lnTo>
                    <a:pt x="1207814" y="154435"/>
                  </a:lnTo>
                  <a:lnTo>
                    <a:pt x="1217558" y="157062"/>
                  </a:lnTo>
                  <a:lnTo>
                    <a:pt x="1227302" y="159909"/>
                  </a:lnTo>
                  <a:lnTo>
                    <a:pt x="1237031" y="162968"/>
                  </a:lnTo>
                  <a:lnTo>
                    <a:pt x="1246775" y="166234"/>
                  </a:lnTo>
                  <a:lnTo>
                    <a:pt x="1256519" y="169699"/>
                  </a:lnTo>
                  <a:lnTo>
                    <a:pt x="1266263" y="173356"/>
                  </a:lnTo>
                  <a:lnTo>
                    <a:pt x="1276007" y="177195"/>
                  </a:lnTo>
                  <a:lnTo>
                    <a:pt x="1285736" y="181210"/>
                  </a:lnTo>
                  <a:lnTo>
                    <a:pt x="1295480" y="185394"/>
                  </a:lnTo>
                  <a:lnTo>
                    <a:pt x="1305224" y="189737"/>
                  </a:lnTo>
                  <a:lnTo>
                    <a:pt x="1314968" y="194232"/>
                  </a:lnTo>
                  <a:lnTo>
                    <a:pt x="1324697" y="198869"/>
                  </a:lnTo>
                  <a:lnTo>
                    <a:pt x="1334441" y="203641"/>
                  </a:lnTo>
                  <a:lnTo>
                    <a:pt x="1344185" y="208538"/>
                  </a:lnTo>
                  <a:lnTo>
                    <a:pt x="1353929" y="213555"/>
                  </a:lnTo>
                  <a:lnTo>
                    <a:pt x="1363658" y="218678"/>
                  </a:lnTo>
                  <a:lnTo>
                    <a:pt x="1373402" y="223905"/>
                  </a:lnTo>
                  <a:lnTo>
                    <a:pt x="1383146" y="229222"/>
                  </a:lnTo>
                  <a:lnTo>
                    <a:pt x="1392890" y="234625"/>
                  </a:lnTo>
                  <a:lnTo>
                    <a:pt x="1402619" y="240104"/>
                  </a:lnTo>
                  <a:lnTo>
                    <a:pt x="1412363" y="245651"/>
                  </a:lnTo>
                  <a:lnTo>
                    <a:pt x="1422106" y="251259"/>
                  </a:lnTo>
                  <a:lnTo>
                    <a:pt x="1431850" y="256919"/>
                  </a:lnTo>
                  <a:lnTo>
                    <a:pt x="1441594" y="262626"/>
                  </a:lnTo>
                  <a:lnTo>
                    <a:pt x="1451323" y="268369"/>
                  </a:lnTo>
                  <a:lnTo>
                    <a:pt x="1461067" y="274146"/>
                  </a:lnTo>
                  <a:lnTo>
                    <a:pt x="1470811" y="279946"/>
                  </a:lnTo>
                  <a:lnTo>
                    <a:pt x="1480555" y="285762"/>
                  </a:lnTo>
                  <a:lnTo>
                    <a:pt x="1490284" y="291591"/>
                  </a:lnTo>
                  <a:lnTo>
                    <a:pt x="1500028" y="297425"/>
                  </a:lnTo>
                  <a:lnTo>
                    <a:pt x="1509772" y="303258"/>
                  </a:lnTo>
                  <a:lnTo>
                    <a:pt x="1519516" y="309085"/>
                  </a:lnTo>
                  <a:lnTo>
                    <a:pt x="1529245" y="314900"/>
                  </a:lnTo>
                  <a:lnTo>
                    <a:pt x="1538989" y="320701"/>
                  </a:lnTo>
                  <a:lnTo>
                    <a:pt x="1548733" y="326478"/>
                  </a:lnTo>
                  <a:lnTo>
                    <a:pt x="1558477" y="332229"/>
                  </a:lnTo>
                  <a:lnTo>
                    <a:pt x="1568221" y="337952"/>
                  </a:lnTo>
                  <a:lnTo>
                    <a:pt x="1577950" y="343639"/>
                  </a:lnTo>
                  <a:lnTo>
                    <a:pt x="1587694" y="349290"/>
                  </a:lnTo>
                  <a:lnTo>
                    <a:pt x="1597438" y="354898"/>
                  </a:lnTo>
                  <a:lnTo>
                    <a:pt x="1607182" y="360463"/>
                  </a:lnTo>
                  <a:lnTo>
                    <a:pt x="1616911" y="365982"/>
                  </a:lnTo>
                  <a:lnTo>
                    <a:pt x="1626655" y="371450"/>
                  </a:lnTo>
                  <a:lnTo>
                    <a:pt x="1636399" y="376865"/>
                  </a:lnTo>
                  <a:lnTo>
                    <a:pt x="1646142" y="382226"/>
                  </a:lnTo>
                  <a:lnTo>
                    <a:pt x="1655872" y="387531"/>
                  </a:lnTo>
                  <a:lnTo>
                    <a:pt x="1665616" y="392777"/>
                  </a:lnTo>
                  <a:lnTo>
                    <a:pt x="1675359" y="397964"/>
                  </a:lnTo>
                  <a:lnTo>
                    <a:pt x="1685103" y="403089"/>
                  </a:lnTo>
                  <a:lnTo>
                    <a:pt x="1694832" y="408150"/>
                  </a:lnTo>
                  <a:lnTo>
                    <a:pt x="1704576" y="413149"/>
                  </a:lnTo>
                  <a:lnTo>
                    <a:pt x="1714320" y="418082"/>
                  </a:lnTo>
                  <a:lnTo>
                    <a:pt x="1724064" y="422949"/>
                  </a:lnTo>
                  <a:lnTo>
                    <a:pt x="1733808" y="427751"/>
                  </a:lnTo>
                  <a:lnTo>
                    <a:pt x="1743537" y="432485"/>
                  </a:lnTo>
                  <a:lnTo>
                    <a:pt x="1753281" y="437150"/>
                  </a:lnTo>
                  <a:lnTo>
                    <a:pt x="1763025" y="441746"/>
                  </a:lnTo>
                  <a:lnTo>
                    <a:pt x="1772769" y="446274"/>
                  </a:lnTo>
                  <a:lnTo>
                    <a:pt x="1782498" y="450731"/>
                  </a:lnTo>
                  <a:lnTo>
                    <a:pt x="1792242" y="455119"/>
                  </a:lnTo>
                  <a:lnTo>
                    <a:pt x="1801986" y="459435"/>
                  </a:lnTo>
                  <a:lnTo>
                    <a:pt x="1811730" y="463682"/>
                  </a:lnTo>
                  <a:lnTo>
                    <a:pt x="1821459" y="467855"/>
                  </a:lnTo>
                  <a:lnTo>
                    <a:pt x="1831203" y="471955"/>
                  </a:lnTo>
                  <a:lnTo>
                    <a:pt x="1840947" y="475982"/>
                  </a:lnTo>
                  <a:lnTo>
                    <a:pt x="1850691" y="479936"/>
                  </a:lnTo>
                  <a:lnTo>
                    <a:pt x="1860435" y="483815"/>
                  </a:lnTo>
                  <a:lnTo>
                    <a:pt x="1870164" y="487618"/>
                  </a:lnTo>
                  <a:lnTo>
                    <a:pt x="1879908" y="491345"/>
                  </a:lnTo>
                  <a:lnTo>
                    <a:pt x="1889652" y="494992"/>
                  </a:lnTo>
                  <a:lnTo>
                    <a:pt x="1899395" y="498562"/>
                  </a:lnTo>
                  <a:lnTo>
                    <a:pt x="1909124" y="502051"/>
                  </a:lnTo>
                  <a:lnTo>
                    <a:pt x="1918868" y="505460"/>
                  </a:lnTo>
                  <a:lnTo>
                    <a:pt x="1928612" y="508784"/>
                  </a:lnTo>
                  <a:lnTo>
                    <a:pt x="1938356" y="512024"/>
                  </a:lnTo>
                  <a:lnTo>
                    <a:pt x="1948085" y="515178"/>
                  </a:lnTo>
                  <a:lnTo>
                    <a:pt x="1957829" y="518245"/>
                  </a:lnTo>
                  <a:lnTo>
                    <a:pt x="1967573" y="521221"/>
                  </a:lnTo>
                  <a:lnTo>
                    <a:pt x="1977317" y="524106"/>
                  </a:lnTo>
                  <a:lnTo>
                    <a:pt x="1987046" y="526897"/>
                  </a:lnTo>
                  <a:lnTo>
                    <a:pt x="1996790" y="529592"/>
                  </a:lnTo>
                  <a:lnTo>
                    <a:pt x="2006534" y="532189"/>
                  </a:lnTo>
                  <a:lnTo>
                    <a:pt x="2016278" y="534686"/>
                  </a:lnTo>
                  <a:lnTo>
                    <a:pt x="2026022" y="537080"/>
                  </a:lnTo>
                  <a:lnTo>
                    <a:pt x="2035751" y="539370"/>
                  </a:lnTo>
                  <a:lnTo>
                    <a:pt x="2045495" y="541553"/>
                  </a:lnTo>
                  <a:lnTo>
                    <a:pt x="2055239" y="543625"/>
                  </a:lnTo>
                  <a:lnTo>
                    <a:pt x="2064983" y="545587"/>
                  </a:lnTo>
                  <a:lnTo>
                    <a:pt x="2074712" y="547435"/>
                  </a:lnTo>
                  <a:lnTo>
                    <a:pt x="2084456" y="549166"/>
                  </a:lnTo>
                  <a:lnTo>
                    <a:pt x="2094200" y="550780"/>
                  </a:lnTo>
                  <a:lnTo>
                    <a:pt x="2103944" y="552272"/>
                  </a:lnTo>
                  <a:lnTo>
                    <a:pt x="2113673" y="553643"/>
                  </a:lnTo>
                  <a:lnTo>
                    <a:pt x="2123417" y="554889"/>
                  </a:lnTo>
                  <a:lnTo>
                    <a:pt x="2133161" y="556009"/>
                  </a:lnTo>
                  <a:lnTo>
                    <a:pt x="2142905" y="557001"/>
                  </a:lnTo>
                  <a:lnTo>
                    <a:pt x="2152649" y="557864"/>
                  </a:lnTo>
                  <a:lnTo>
                    <a:pt x="2162377" y="558597"/>
                  </a:lnTo>
                  <a:lnTo>
                    <a:pt x="2172121" y="559198"/>
                  </a:lnTo>
                  <a:lnTo>
                    <a:pt x="2181865" y="559667"/>
                  </a:lnTo>
                  <a:lnTo>
                    <a:pt x="2191609" y="560002"/>
                  </a:lnTo>
                  <a:lnTo>
                    <a:pt x="2201338" y="560203"/>
                  </a:lnTo>
                  <a:lnTo>
                    <a:pt x="2211082" y="560270"/>
                  </a:lnTo>
                  <a:lnTo>
                    <a:pt x="2220826" y="560205"/>
                  </a:lnTo>
                  <a:lnTo>
                    <a:pt x="2230570" y="560005"/>
                  </a:lnTo>
                  <a:lnTo>
                    <a:pt x="2240299" y="559671"/>
                  </a:lnTo>
                  <a:lnTo>
                    <a:pt x="2250043" y="559206"/>
                  </a:lnTo>
                  <a:lnTo>
                    <a:pt x="2259787" y="558612"/>
                  </a:lnTo>
                  <a:lnTo>
                    <a:pt x="2269531" y="557886"/>
                  </a:lnTo>
                  <a:lnTo>
                    <a:pt x="2279260" y="557034"/>
                  </a:lnTo>
                  <a:lnTo>
                    <a:pt x="2289004" y="556057"/>
                  </a:lnTo>
                  <a:lnTo>
                    <a:pt x="2298748" y="554956"/>
                  </a:lnTo>
                  <a:lnTo>
                    <a:pt x="2308492" y="553734"/>
                  </a:lnTo>
                  <a:lnTo>
                    <a:pt x="2318236" y="552396"/>
                  </a:lnTo>
                  <a:lnTo>
                    <a:pt x="2327965" y="550945"/>
                  </a:lnTo>
                  <a:lnTo>
                    <a:pt x="2337709" y="549382"/>
                  </a:lnTo>
                  <a:lnTo>
                    <a:pt x="2347453" y="547715"/>
                  </a:lnTo>
                  <a:lnTo>
                    <a:pt x="2357197" y="545945"/>
                  </a:lnTo>
                  <a:lnTo>
                    <a:pt x="2366926" y="544078"/>
                  </a:lnTo>
                  <a:lnTo>
                    <a:pt x="2376670" y="542119"/>
                  </a:lnTo>
                  <a:lnTo>
                    <a:pt x="2386413" y="540073"/>
                  </a:lnTo>
                  <a:lnTo>
                    <a:pt x="2396157" y="537946"/>
                  </a:lnTo>
                  <a:lnTo>
                    <a:pt x="2405886" y="535741"/>
                  </a:lnTo>
                  <a:lnTo>
                    <a:pt x="2415630" y="533467"/>
                  </a:lnTo>
                  <a:lnTo>
                    <a:pt x="2425374" y="531129"/>
                  </a:lnTo>
                  <a:lnTo>
                    <a:pt x="2435118" y="528734"/>
                  </a:lnTo>
                  <a:lnTo>
                    <a:pt x="2444862" y="526286"/>
                  </a:lnTo>
                  <a:lnTo>
                    <a:pt x="2454591" y="523795"/>
                  </a:lnTo>
                  <a:lnTo>
                    <a:pt x="2464335" y="521265"/>
                  </a:lnTo>
                  <a:lnTo>
                    <a:pt x="2474079" y="518704"/>
                  </a:lnTo>
                  <a:lnTo>
                    <a:pt x="2483823" y="516119"/>
                  </a:lnTo>
                  <a:lnTo>
                    <a:pt x="2493552" y="513516"/>
                  </a:lnTo>
                  <a:lnTo>
                    <a:pt x="2503296" y="510902"/>
                  </a:lnTo>
                  <a:lnTo>
                    <a:pt x="2513040" y="508286"/>
                  </a:lnTo>
                  <a:lnTo>
                    <a:pt x="2522784" y="505674"/>
                  </a:lnTo>
                  <a:lnTo>
                    <a:pt x="2532513" y="503073"/>
                  </a:lnTo>
                  <a:lnTo>
                    <a:pt x="2542257" y="500490"/>
                  </a:lnTo>
                  <a:lnTo>
                    <a:pt x="2552001" y="497930"/>
                  </a:lnTo>
                  <a:lnTo>
                    <a:pt x="2561745" y="495402"/>
                  </a:lnTo>
                  <a:lnTo>
                    <a:pt x="2571474" y="492910"/>
                  </a:lnTo>
                  <a:lnTo>
                    <a:pt x="2581218" y="490463"/>
                  </a:lnTo>
                  <a:lnTo>
                    <a:pt x="2590962" y="488065"/>
                  </a:lnTo>
                  <a:lnTo>
                    <a:pt x="2600705" y="485723"/>
                  </a:lnTo>
                  <a:lnTo>
                    <a:pt x="2610449" y="483444"/>
                  </a:lnTo>
                  <a:lnTo>
                    <a:pt x="2620178" y="481230"/>
                  </a:lnTo>
                  <a:lnTo>
                    <a:pt x="2629922" y="479089"/>
                  </a:lnTo>
                  <a:lnTo>
                    <a:pt x="2639666" y="477022"/>
                  </a:lnTo>
                  <a:lnTo>
                    <a:pt x="2649410" y="475038"/>
                  </a:lnTo>
                  <a:lnTo>
                    <a:pt x="2659139" y="473138"/>
                  </a:lnTo>
                  <a:lnTo>
                    <a:pt x="2668883" y="471325"/>
                  </a:lnTo>
                  <a:lnTo>
                    <a:pt x="2678627" y="469604"/>
                  </a:lnTo>
                  <a:lnTo>
                    <a:pt x="2688371" y="467977"/>
                  </a:lnTo>
                  <a:lnTo>
                    <a:pt x="2698100" y="466447"/>
                  </a:lnTo>
                  <a:lnTo>
                    <a:pt x="2707844" y="465014"/>
                  </a:lnTo>
                  <a:lnTo>
                    <a:pt x="2717588" y="463679"/>
                  </a:lnTo>
                  <a:lnTo>
                    <a:pt x="2727332" y="462445"/>
                  </a:lnTo>
                  <a:lnTo>
                    <a:pt x="2737076" y="461311"/>
                  </a:lnTo>
                  <a:lnTo>
                    <a:pt x="2746805" y="460277"/>
                  </a:lnTo>
                  <a:lnTo>
                    <a:pt x="2756549" y="459342"/>
                  </a:lnTo>
                  <a:lnTo>
                    <a:pt x="2766293" y="458504"/>
                  </a:lnTo>
                  <a:lnTo>
                    <a:pt x="2776037" y="457762"/>
                  </a:lnTo>
                  <a:lnTo>
                    <a:pt x="2785766" y="457114"/>
                  </a:lnTo>
                  <a:lnTo>
                    <a:pt x="2795510" y="456557"/>
                  </a:lnTo>
                  <a:lnTo>
                    <a:pt x="2805254" y="456088"/>
                  </a:lnTo>
                  <a:lnTo>
                    <a:pt x="2814998" y="455702"/>
                  </a:lnTo>
                  <a:lnTo>
                    <a:pt x="2824727" y="455395"/>
                  </a:lnTo>
                  <a:lnTo>
                    <a:pt x="2834471" y="455161"/>
                  </a:lnTo>
                  <a:lnTo>
                    <a:pt x="2844215" y="454997"/>
                  </a:lnTo>
                  <a:lnTo>
                    <a:pt x="2853958" y="454896"/>
                  </a:lnTo>
                  <a:lnTo>
                    <a:pt x="2863687" y="454850"/>
                  </a:lnTo>
                  <a:lnTo>
                    <a:pt x="2873431" y="454854"/>
                  </a:lnTo>
                  <a:lnTo>
                    <a:pt x="2883175" y="454902"/>
                  </a:lnTo>
                  <a:lnTo>
                    <a:pt x="2892919" y="454984"/>
                  </a:lnTo>
                  <a:lnTo>
                    <a:pt x="2902663" y="455092"/>
                  </a:lnTo>
                  <a:lnTo>
                    <a:pt x="2912392" y="45521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7" name="Freeform 736">
              <a:extLst>
                <a:ext uri="{FF2B5EF4-FFF2-40B4-BE49-F238E27FC236}">
                  <a16:creationId xmlns:a16="http://schemas.microsoft.com/office/drawing/2014/main" id="{F8F3C496-A182-21BA-1F2F-B49182E4D755}"/>
                </a:ext>
              </a:extLst>
            </p:cNvPr>
            <p:cNvSpPr/>
            <p:nvPr/>
          </p:nvSpPr>
          <p:spPr>
            <a:xfrm>
              <a:off x="576446" y="3467795"/>
              <a:ext cx="2912392" cy="816876"/>
            </a:xfrm>
            <a:custGeom>
              <a:avLst/>
              <a:gdLst>
                <a:gd name="connsiteX0" fmla="*/ 0 w 2912392"/>
                <a:gd name="connsiteY0" fmla="*/ 26702 h 816876"/>
                <a:gd name="connsiteX1" fmla="*/ 9739 w 2912392"/>
                <a:gd name="connsiteY1" fmla="*/ 23771 h 816876"/>
                <a:gd name="connsiteX2" fmla="*/ 19480 w 2912392"/>
                <a:gd name="connsiteY2" fmla="*/ 20994 h 816876"/>
                <a:gd name="connsiteX3" fmla="*/ 29221 w 2912392"/>
                <a:gd name="connsiteY3" fmla="*/ 18372 h 816876"/>
                <a:gd name="connsiteX4" fmla="*/ 38961 w 2912392"/>
                <a:gd name="connsiteY4" fmla="*/ 15914 h 816876"/>
                <a:gd name="connsiteX5" fmla="*/ 48702 w 2912392"/>
                <a:gd name="connsiteY5" fmla="*/ 13621 h 816876"/>
                <a:gd name="connsiteX6" fmla="*/ 58443 w 2912392"/>
                <a:gd name="connsiteY6" fmla="*/ 11498 h 816876"/>
                <a:gd name="connsiteX7" fmla="*/ 68182 w 2912392"/>
                <a:gd name="connsiteY7" fmla="*/ 9550 h 816876"/>
                <a:gd name="connsiteX8" fmla="*/ 77923 w 2912392"/>
                <a:gd name="connsiteY8" fmla="*/ 7777 h 816876"/>
                <a:gd name="connsiteX9" fmla="*/ 87664 w 2912392"/>
                <a:gd name="connsiteY9" fmla="*/ 6186 h 816876"/>
                <a:gd name="connsiteX10" fmla="*/ 97404 w 2912392"/>
                <a:gd name="connsiteY10" fmla="*/ 4774 h 816876"/>
                <a:gd name="connsiteX11" fmla="*/ 107145 w 2912392"/>
                <a:gd name="connsiteY11" fmla="*/ 3545 h 816876"/>
                <a:gd name="connsiteX12" fmla="*/ 116886 w 2912392"/>
                <a:gd name="connsiteY12" fmla="*/ 2499 h 816876"/>
                <a:gd name="connsiteX13" fmla="*/ 126625 w 2912392"/>
                <a:gd name="connsiteY13" fmla="*/ 1636 h 816876"/>
                <a:gd name="connsiteX14" fmla="*/ 136366 w 2912392"/>
                <a:gd name="connsiteY14" fmla="*/ 955 h 816876"/>
                <a:gd name="connsiteX15" fmla="*/ 146107 w 2912392"/>
                <a:gd name="connsiteY15" fmla="*/ 457 h 816876"/>
                <a:gd name="connsiteX16" fmla="*/ 155846 w 2912392"/>
                <a:gd name="connsiteY16" fmla="*/ 139 h 816876"/>
                <a:gd name="connsiteX17" fmla="*/ 165587 w 2912392"/>
                <a:gd name="connsiteY17" fmla="*/ 0 h 816876"/>
                <a:gd name="connsiteX18" fmla="*/ 175328 w 2912392"/>
                <a:gd name="connsiteY18" fmla="*/ 36 h 816876"/>
                <a:gd name="connsiteX19" fmla="*/ 185068 w 2912392"/>
                <a:gd name="connsiteY19" fmla="*/ 244 h 816876"/>
                <a:gd name="connsiteX20" fmla="*/ 194809 w 2912392"/>
                <a:gd name="connsiteY20" fmla="*/ 623 h 816876"/>
                <a:gd name="connsiteX21" fmla="*/ 204550 w 2912392"/>
                <a:gd name="connsiteY21" fmla="*/ 1167 h 816876"/>
                <a:gd name="connsiteX22" fmla="*/ 214289 w 2912392"/>
                <a:gd name="connsiteY22" fmla="*/ 1870 h 816876"/>
                <a:gd name="connsiteX23" fmla="*/ 224030 w 2912392"/>
                <a:gd name="connsiteY23" fmla="*/ 2730 h 816876"/>
                <a:gd name="connsiteX24" fmla="*/ 233771 w 2912392"/>
                <a:gd name="connsiteY24" fmla="*/ 3740 h 816876"/>
                <a:gd name="connsiteX25" fmla="*/ 243510 w 2912392"/>
                <a:gd name="connsiteY25" fmla="*/ 4894 h 816876"/>
                <a:gd name="connsiteX26" fmla="*/ 253251 w 2912392"/>
                <a:gd name="connsiteY26" fmla="*/ 6188 h 816876"/>
                <a:gd name="connsiteX27" fmla="*/ 262992 w 2912392"/>
                <a:gd name="connsiteY27" fmla="*/ 7610 h 816876"/>
                <a:gd name="connsiteX28" fmla="*/ 272732 w 2912392"/>
                <a:gd name="connsiteY28" fmla="*/ 9160 h 816876"/>
                <a:gd name="connsiteX29" fmla="*/ 282473 w 2912392"/>
                <a:gd name="connsiteY29" fmla="*/ 10826 h 816876"/>
                <a:gd name="connsiteX30" fmla="*/ 292214 w 2912392"/>
                <a:gd name="connsiteY30" fmla="*/ 12602 h 816876"/>
                <a:gd name="connsiteX31" fmla="*/ 301953 w 2912392"/>
                <a:gd name="connsiteY31" fmla="*/ 14479 h 816876"/>
                <a:gd name="connsiteX32" fmla="*/ 311694 w 2912392"/>
                <a:gd name="connsiteY32" fmla="*/ 16450 h 816876"/>
                <a:gd name="connsiteX33" fmla="*/ 321435 w 2912392"/>
                <a:gd name="connsiteY33" fmla="*/ 18506 h 816876"/>
                <a:gd name="connsiteX34" fmla="*/ 331175 w 2912392"/>
                <a:gd name="connsiteY34" fmla="*/ 20640 h 816876"/>
                <a:gd name="connsiteX35" fmla="*/ 340916 w 2912392"/>
                <a:gd name="connsiteY35" fmla="*/ 22842 h 816876"/>
                <a:gd name="connsiteX36" fmla="*/ 350656 w 2912392"/>
                <a:gd name="connsiteY36" fmla="*/ 25103 h 816876"/>
                <a:gd name="connsiteX37" fmla="*/ 360396 w 2912392"/>
                <a:gd name="connsiteY37" fmla="*/ 27414 h 816876"/>
                <a:gd name="connsiteX38" fmla="*/ 370137 w 2912392"/>
                <a:gd name="connsiteY38" fmla="*/ 29768 h 816876"/>
                <a:gd name="connsiteX39" fmla="*/ 379878 w 2912392"/>
                <a:gd name="connsiteY39" fmla="*/ 32155 h 816876"/>
                <a:gd name="connsiteX40" fmla="*/ 389617 w 2912392"/>
                <a:gd name="connsiteY40" fmla="*/ 34566 h 816876"/>
                <a:gd name="connsiteX41" fmla="*/ 399358 w 2912392"/>
                <a:gd name="connsiteY41" fmla="*/ 36991 h 816876"/>
                <a:gd name="connsiteX42" fmla="*/ 409099 w 2912392"/>
                <a:gd name="connsiteY42" fmla="*/ 39423 h 816876"/>
                <a:gd name="connsiteX43" fmla="*/ 418839 w 2912392"/>
                <a:gd name="connsiteY43" fmla="*/ 41853 h 816876"/>
                <a:gd name="connsiteX44" fmla="*/ 428580 w 2912392"/>
                <a:gd name="connsiteY44" fmla="*/ 44271 h 816876"/>
                <a:gd name="connsiteX45" fmla="*/ 438321 w 2912392"/>
                <a:gd name="connsiteY45" fmla="*/ 46671 h 816876"/>
                <a:gd name="connsiteX46" fmla="*/ 448060 w 2912392"/>
                <a:gd name="connsiteY46" fmla="*/ 49043 h 816876"/>
                <a:gd name="connsiteX47" fmla="*/ 457801 w 2912392"/>
                <a:gd name="connsiteY47" fmla="*/ 51379 h 816876"/>
                <a:gd name="connsiteX48" fmla="*/ 467542 w 2912392"/>
                <a:gd name="connsiteY48" fmla="*/ 53672 h 816876"/>
                <a:gd name="connsiteX49" fmla="*/ 477281 w 2912392"/>
                <a:gd name="connsiteY49" fmla="*/ 55916 h 816876"/>
                <a:gd name="connsiteX50" fmla="*/ 487022 w 2912392"/>
                <a:gd name="connsiteY50" fmla="*/ 58102 h 816876"/>
                <a:gd name="connsiteX51" fmla="*/ 496763 w 2912392"/>
                <a:gd name="connsiteY51" fmla="*/ 60223 h 816876"/>
                <a:gd name="connsiteX52" fmla="*/ 506503 w 2912392"/>
                <a:gd name="connsiteY52" fmla="*/ 62275 h 816876"/>
                <a:gd name="connsiteX53" fmla="*/ 516244 w 2912392"/>
                <a:gd name="connsiteY53" fmla="*/ 64250 h 816876"/>
                <a:gd name="connsiteX54" fmla="*/ 525985 w 2912392"/>
                <a:gd name="connsiteY54" fmla="*/ 66144 h 816876"/>
                <a:gd name="connsiteX55" fmla="*/ 535724 w 2912392"/>
                <a:gd name="connsiteY55" fmla="*/ 67951 h 816876"/>
                <a:gd name="connsiteX56" fmla="*/ 545465 w 2912392"/>
                <a:gd name="connsiteY56" fmla="*/ 69666 h 816876"/>
                <a:gd name="connsiteX57" fmla="*/ 555206 w 2912392"/>
                <a:gd name="connsiteY57" fmla="*/ 71287 h 816876"/>
                <a:gd name="connsiteX58" fmla="*/ 564946 w 2912392"/>
                <a:gd name="connsiteY58" fmla="*/ 72810 h 816876"/>
                <a:gd name="connsiteX59" fmla="*/ 574687 w 2912392"/>
                <a:gd name="connsiteY59" fmla="*/ 74231 h 816876"/>
                <a:gd name="connsiteX60" fmla="*/ 584428 w 2912392"/>
                <a:gd name="connsiteY60" fmla="*/ 75548 h 816876"/>
                <a:gd name="connsiteX61" fmla="*/ 594167 w 2912392"/>
                <a:gd name="connsiteY61" fmla="*/ 76760 h 816876"/>
                <a:gd name="connsiteX62" fmla="*/ 603908 w 2912392"/>
                <a:gd name="connsiteY62" fmla="*/ 77865 h 816876"/>
                <a:gd name="connsiteX63" fmla="*/ 613649 w 2912392"/>
                <a:gd name="connsiteY63" fmla="*/ 78862 h 816876"/>
                <a:gd name="connsiteX64" fmla="*/ 623388 w 2912392"/>
                <a:gd name="connsiteY64" fmla="*/ 79753 h 816876"/>
                <a:gd name="connsiteX65" fmla="*/ 633129 w 2912392"/>
                <a:gd name="connsiteY65" fmla="*/ 80535 h 816876"/>
                <a:gd name="connsiteX66" fmla="*/ 642870 w 2912392"/>
                <a:gd name="connsiteY66" fmla="*/ 81213 h 816876"/>
                <a:gd name="connsiteX67" fmla="*/ 652610 w 2912392"/>
                <a:gd name="connsiteY67" fmla="*/ 81785 h 816876"/>
                <a:gd name="connsiteX68" fmla="*/ 662351 w 2912392"/>
                <a:gd name="connsiteY68" fmla="*/ 82257 h 816876"/>
                <a:gd name="connsiteX69" fmla="*/ 672092 w 2912392"/>
                <a:gd name="connsiteY69" fmla="*/ 82630 h 816876"/>
                <a:gd name="connsiteX70" fmla="*/ 681831 w 2912392"/>
                <a:gd name="connsiteY70" fmla="*/ 82908 h 816876"/>
                <a:gd name="connsiteX71" fmla="*/ 691572 w 2912392"/>
                <a:gd name="connsiteY71" fmla="*/ 83096 h 816876"/>
                <a:gd name="connsiteX72" fmla="*/ 701313 w 2912392"/>
                <a:gd name="connsiteY72" fmla="*/ 83197 h 816876"/>
                <a:gd name="connsiteX73" fmla="*/ 711052 w 2912392"/>
                <a:gd name="connsiteY73" fmla="*/ 83218 h 816876"/>
                <a:gd name="connsiteX74" fmla="*/ 720793 w 2912392"/>
                <a:gd name="connsiteY74" fmla="*/ 83163 h 816876"/>
                <a:gd name="connsiteX75" fmla="*/ 730534 w 2912392"/>
                <a:gd name="connsiteY75" fmla="*/ 83041 h 816876"/>
                <a:gd name="connsiteX76" fmla="*/ 740274 w 2912392"/>
                <a:gd name="connsiteY76" fmla="*/ 82859 h 816876"/>
                <a:gd name="connsiteX77" fmla="*/ 750015 w 2912392"/>
                <a:gd name="connsiteY77" fmla="*/ 82622 h 816876"/>
                <a:gd name="connsiteX78" fmla="*/ 759756 w 2912392"/>
                <a:gd name="connsiteY78" fmla="*/ 82339 h 816876"/>
                <a:gd name="connsiteX79" fmla="*/ 769495 w 2912392"/>
                <a:gd name="connsiteY79" fmla="*/ 82020 h 816876"/>
                <a:gd name="connsiteX80" fmla="*/ 779236 w 2912392"/>
                <a:gd name="connsiteY80" fmla="*/ 81673 h 816876"/>
                <a:gd name="connsiteX81" fmla="*/ 788977 w 2912392"/>
                <a:gd name="connsiteY81" fmla="*/ 81307 h 816876"/>
                <a:gd name="connsiteX82" fmla="*/ 798717 w 2912392"/>
                <a:gd name="connsiteY82" fmla="*/ 80931 h 816876"/>
                <a:gd name="connsiteX83" fmla="*/ 808458 w 2912392"/>
                <a:gd name="connsiteY83" fmla="*/ 80557 h 816876"/>
                <a:gd name="connsiteX84" fmla="*/ 818199 w 2912392"/>
                <a:gd name="connsiteY84" fmla="*/ 80194 h 816876"/>
                <a:gd name="connsiteX85" fmla="*/ 827938 w 2912392"/>
                <a:gd name="connsiteY85" fmla="*/ 79854 h 816876"/>
                <a:gd name="connsiteX86" fmla="*/ 837679 w 2912392"/>
                <a:gd name="connsiteY86" fmla="*/ 79547 h 816876"/>
                <a:gd name="connsiteX87" fmla="*/ 847420 w 2912392"/>
                <a:gd name="connsiteY87" fmla="*/ 79285 h 816876"/>
                <a:gd name="connsiteX88" fmla="*/ 857159 w 2912392"/>
                <a:gd name="connsiteY88" fmla="*/ 79079 h 816876"/>
                <a:gd name="connsiteX89" fmla="*/ 866900 w 2912392"/>
                <a:gd name="connsiteY89" fmla="*/ 78941 h 816876"/>
                <a:gd name="connsiteX90" fmla="*/ 876641 w 2912392"/>
                <a:gd name="connsiteY90" fmla="*/ 78881 h 816876"/>
                <a:gd name="connsiteX91" fmla="*/ 886381 w 2912392"/>
                <a:gd name="connsiteY91" fmla="*/ 78912 h 816876"/>
                <a:gd name="connsiteX92" fmla="*/ 896122 w 2912392"/>
                <a:gd name="connsiteY92" fmla="*/ 79047 h 816876"/>
                <a:gd name="connsiteX93" fmla="*/ 905863 w 2912392"/>
                <a:gd name="connsiteY93" fmla="*/ 79297 h 816876"/>
                <a:gd name="connsiteX94" fmla="*/ 915602 w 2912392"/>
                <a:gd name="connsiteY94" fmla="*/ 79672 h 816876"/>
                <a:gd name="connsiteX95" fmla="*/ 925343 w 2912392"/>
                <a:gd name="connsiteY95" fmla="*/ 80186 h 816876"/>
                <a:gd name="connsiteX96" fmla="*/ 935084 w 2912392"/>
                <a:gd name="connsiteY96" fmla="*/ 80849 h 816876"/>
                <a:gd name="connsiteX97" fmla="*/ 944824 w 2912392"/>
                <a:gd name="connsiteY97" fmla="*/ 81675 h 816876"/>
                <a:gd name="connsiteX98" fmla="*/ 954564 w 2912392"/>
                <a:gd name="connsiteY98" fmla="*/ 82671 h 816876"/>
                <a:gd name="connsiteX99" fmla="*/ 964305 w 2912392"/>
                <a:gd name="connsiteY99" fmla="*/ 83852 h 816876"/>
                <a:gd name="connsiteX100" fmla="*/ 974045 w 2912392"/>
                <a:gd name="connsiteY100" fmla="*/ 85227 h 816876"/>
                <a:gd name="connsiteX101" fmla="*/ 983786 w 2912392"/>
                <a:gd name="connsiteY101" fmla="*/ 86806 h 816876"/>
                <a:gd name="connsiteX102" fmla="*/ 993522 w 2912392"/>
                <a:gd name="connsiteY102" fmla="*/ 88598 h 816876"/>
                <a:gd name="connsiteX103" fmla="*/ 1003266 w 2912392"/>
                <a:gd name="connsiteY103" fmla="*/ 90616 h 816876"/>
                <a:gd name="connsiteX104" fmla="*/ 1013010 w 2912392"/>
                <a:gd name="connsiteY104" fmla="*/ 92867 h 816876"/>
                <a:gd name="connsiteX105" fmla="*/ 1022754 w 2912392"/>
                <a:gd name="connsiteY105" fmla="*/ 95358 h 816876"/>
                <a:gd name="connsiteX106" fmla="*/ 1032483 w 2912392"/>
                <a:gd name="connsiteY106" fmla="*/ 98101 h 816876"/>
                <a:gd name="connsiteX107" fmla="*/ 1042227 w 2912392"/>
                <a:gd name="connsiteY107" fmla="*/ 101102 h 816876"/>
                <a:gd name="connsiteX108" fmla="*/ 1051971 w 2912392"/>
                <a:gd name="connsiteY108" fmla="*/ 104366 h 816876"/>
                <a:gd name="connsiteX109" fmla="*/ 1061715 w 2912392"/>
                <a:gd name="connsiteY109" fmla="*/ 107903 h 816876"/>
                <a:gd name="connsiteX110" fmla="*/ 1071444 w 2912392"/>
                <a:gd name="connsiteY110" fmla="*/ 111717 h 816876"/>
                <a:gd name="connsiteX111" fmla="*/ 1081188 w 2912392"/>
                <a:gd name="connsiteY111" fmla="*/ 115813 h 816876"/>
                <a:gd name="connsiteX112" fmla="*/ 1090932 w 2912392"/>
                <a:gd name="connsiteY112" fmla="*/ 120198 h 816876"/>
                <a:gd name="connsiteX113" fmla="*/ 1100676 w 2912392"/>
                <a:gd name="connsiteY113" fmla="*/ 124873 h 816876"/>
                <a:gd name="connsiteX114" fmla="*/ 1110405 w 2912392"/>
                <a:gd name="connsiteY114" fmla="*/ 129842 h 816876"/>
                <a:gd name="connsiteX115" fmla="*/ 1120149 w 2912392"/>
                <a:gd name="connsiteY115" fmla="*/ 135108 h 816876"/>
                <a:gd name="connsiteX116" fmla="*/ 1129893 w 2912392"/>
                <a:gd name="connsiteY116" fmla="*/ 140675 h 816876"/>
                <a:gd name="connsiteX117" fmla="*/ 1139637 w 2912392"/>
                <a:gd name="connsiteY117" fmla="*/ 146540 h 816876"/>
                <a:gd name="connsiteX118" fmla="*/ 1149381 w 2912392"/>
                <a:gd name="connsiteY118" fmla="*/ 152706 h 816876"/>
                <a:gd name="connsiteX119" fmla="*/ 1159110 w 2912392"/>
                <a:gd name="connsiteY119" fmla="*/ 159172 h 816876"/>
                <a:gd name="connsiteX120" fmla="*/ 1168854 w 2912392"/>
                <a:gd name="connsiteY120" fmla="*/ 165936 h 816876"/>
                <a:gd name="connsiteX121" fmla="*/ 1178598 w 2912392"/>
                <a:gd name="connsiteY121" fmla="*/ 172997 h 816876"/>
                <a:gd name="connsiteX122" fmla="*/ 1188341 w 2912392"/>
                <a:gd name="connsiteY122" fmla="*/ 180351 h 816876"/>
                <a:gd name="connsiteX123" fmla="*/ 1198070 w 2912392"/>
                <a:gd name="connsiteY123" fmla="*/ 187995 h 816876"/>
                <a:gd name="connsiteX124" fmla="*/ 1207814 w 2912392"/>
                <a:gd name="connsiteY124" fmla="*/ 195926 h 816876"/>
                <a:gd name="connsiteX125" fmla="*/ 1217558 w 2912392"/>
                <a:gd name="connsiteY125" fmla="*/ 204138 h 816876"/>
                <a:gd name="connsiteX126" fmla="*/ 1227302 w 2912392"/>
                <a:gd name="connsiteY126" fmla="*/ 212625 h 816876"/>
                <a:gd name="connsiteX127" fmla="*/ 1237031 w 2912392"/>
                <a:gd name="connsiteY127" fmla="*/ 221381 h 816876"/>
                <a:gd name="connsiteX128" fmla="*/ 1246775 w 2912392"/>
                <a:gd name="connsiteY128" fmla="*/ 230398 h 816876"/>
                <a:gd name="connsiteX129" fmla="*/ 1256519 w 2912392"/>
                <a:gd name="connsiteY129" fmla="*/ 239669 h 816876"/>
                <a:gd name="connsiteX130" fmla="*/ 1266263 w 2912392"/>
                <a:gd name="connsiteY130" fmla="*/ 249185 h 816876"/>
                <a:gd name="connsiteX131" fmla="*/ 1276007 w 2912392"/>
                <a:gd name="connsiteY131" fmla="*/ 258937 h 816876"/>
                <a:gd name="connsiteX132" fmla="*/ 1285736 w 2912392"/>
                <a:gd name="connsiteY132" fmla="*/ 268915 h 816876"/>
                <a:gd name="connsiteX133" fmla="*/ 1295480 w 2912392"/>
                <a:gd name="connsiteY133" fmla="*/ 279109 h 816876"/>
                <a:gd name="connsiteX134" fmla="*/ 1305224 w 2912392"/>
                <a:gd name="connsiteY134" fmla="*/ 289507 h 816876"/>
                <a:gd name="connsiteX135" fmla="*/ 1314968 w 2912392"/>
                <a:gd name="connsiteY135" fmla="*/ 300097 h 816876"/>
                <a:gd name="connsiteX136" fmla="*/ 1324697 w 2912392"/>
                <a:gd name="connsiteY136" fmla="*/ 310869 h 816876"/>
                <a:gd name="connsiteX137" fmla="*/ 1334441 w 2912392"/>
                <a:gd name="connsiteY137" fmla="*/ 321808 h 816876"/>
                <a:gd name="connsiteX138" fmla="*/ 1344185 w 2912392"/>
                <a:gd name="connsiteY138" fmla="*/ 332903 h 816876"/>
                <a:gd name="connsiteX139" fmla="*/ 1353929 w 2912392"/>
                <a:gd name="connsiteY139" fmla="*/ 344138 h 816876"/>
                <a:gd name="connsiteX140" fmla="*/ 1363658 w 2912392"/>
                <a:gd name="connsiteY140" fmla="*/ 355502 h 816876"/>
                <a:gd name="connsiteX141" fmla="*/ 1373402 w 2912392"/>
                <a:gd name="connsiteY141" fmla="*/ 366980 h 816876"/>
                <a:gd name="connsiteX142" fmla="*/ 1383146 w 2912392"/>
                <a:gd name="connsiteY142" fmla="*/ 378556 h 816876"/>
                <a:gd name="connsiteX143" fmla="*/ 1392890 w 2912392"/>
                <a:gd name="connsiteY143" fmla="*/ 390218 h 816876"/>
                <a:gd name="connsiteX144" fmla="*/ 1402619 w 2912392"/>
                <a:gd name="connsiteY144" fmla="*/ 401948 h 816876"/>
                <a:gd name="connsiteX145" fmla="*/ 1412363 w 2912392"/>
                <a:gd name="connsiteY145" fmla="*/ 413733 h 816876"/>
                <a:gd name="connsiteX146" fmla="*/ 1422106 w 2912392"/>
                <a:gd name="connsiteY146" fmla="*/ 425557 h 816876"/>
                <a:gd name="connsiteX147" fmla="*/ 1431850 w 2912392"/>
                <a:gd name="connsiteY147" fmla="*/ 437403 h 816876"/>
                <a:gd name="connsiteX148" fmla="*/ 1441594 w 2912392"/>
                <a:gd name="connsiteY148" fmla="*/ 449259 h 816876"/>
                <a:gd name="connsiteX149" fmla="*/ 1451323 w 2912392"/>
                <a:gd name="connsiteY149" fmla="*/ 461107 h 816876"/>
                <a:gd name="connsiteX150" fmla="*/ 1461067 w 2912392"/>
                <a:gd name="connsiteY150" fmla="*/ 472934 h 816876"/>
                <a:gd name="connsiteX151" fmla="*/ 1470811 w 2912392"/>
                <a:gd name="connsiteY151" fmla="*/ 484722 h 816876"/>
                <a:gd name="connsiteX152" fmla="*/ 1480555 w 2912392"/>
                <a:gd name="connsiteY152" fmla="*/ 496456 h 816876"/>
                <a:gd name="connsiteX153" fmla="*/ 1490284 w 2912392"/>
                <a:gd name="connsiteY153" fmla="*/ 508124 h 816876"/>
                <a:gd name="connsiteX154" fmla="*/ 1500028 w 2912392"/>
                <a:gd name="connsiteY154" fmla="*/ 519709 h 816876"/>
                <a:gd name="connsiteX155" fmla="*/ 1509772 w 2912392"/>
                <a:gd name="connsiteY155" fmla="*/ 531196 h 816876"/>
                <a:gd name="connsiteX156" fmla="*/ 1519516 w 2912392"/>
                <a:gd name="connsiteY156" fmla="*/ 542573 h 816876"/>
                <a:gd name="connsiteX157" fmla="*/ 1529245 w 2912392"/>
                <a:gd name="connsiteY157" fmla="*/ 553820 h 816876"/>
                <a:gd name="connsiteX158" fmla="*/ 1538989 w 2912392"/>
                <a:gd name="connsiteY158" fmla="*/ 564935 h 816876"/>
                <a:gd name="connsiteX159" fmla="*/ 1548733 w 2912392"/>
                <a:gd name="connsiteY159" fmla="*/ 575901 h 816876"/>
                <a:gd name="connsiteX160" fmla="*/ 1558477 w 2912392"/>
                <a:gd name="connsiteY160" fmla="*/ 586688 h 816876"/>
                <a:gd name="connsiteX161" fmla="*/ 1568221 w 2912392"/>
                <a:gd name="connsiteY161" fmla="*/ 597311 h 816876"/>
                <a:gd name="connsiteX162" fmla="*/ 1577950 w 2912392"/>
                <a:gd name="connsiteY162" fmla="*/ 607740 h 816876"/>
                <a:gd name="connsiteX163" fmla="*/ 1587694 w 2912392"/>
                <a:gd name="connsiteY163" fmla="*/ 617976 h 816876"/>
                <a:gd name="connsiteX164" fmla="*/ 1597438 w 2912392"/>
                <a:gd name="connsiteY164" fmla="*/ 628003 h 816876"/>
                <a:gd name="connsiteX165" fmla="*/ 1607182 w 2912392"/>
                <a:gd name="connsiteY165" fmla="*/ 637791 h 816876"/>
                <a:gd name="connsiteX166" fmla="*/ 1616911 w 2912392"/>
                <a:gd name="connsiteY166" fmla="*/ 647371 h 816876"/>
                <a:gd name="connsiteX167" fmla="*/ 1626655 w 2912392"/>
                <a:gd name="connsiteY167" fmla="*/ 656698 h 816876"/>
                <a:gd name="connsiteX168" fmla="*/ 1636399 w 2912392"/>
                <a:gd name="connsiteY168" fmla="*/ 665786 h 816876"/>
                <a:gd name="connsiteX169" fmla="*/ 1646142 w 2912392"/>
                <a:gd name="connsiteY169" fmla="*/ 674622 h 816876"/>
                <a:gd name="connsiteX170" fmla="*/ 1655872 w 2912392"/>
                <a:gd name="connsiteY170" fmla="*/ 683188 h 816876"/>
                <a:gd name="connsiteX171" fmla="*/ 1665616 w 2912392"/>
                <a:gd name="connsiteY171" fmla="*/ 691502 h 816876"/>
                <a:gd name="connsiteX172" fmla="*/ 1675359 w 2912392"/>
                <a:gd name="connsiteY172" fmla="*/ 699533 h 816876"/>
                <a:gd name="connsiteX173" fmla="*/ 1685103 w 2912392"/>
                <a:gd name="connsiteY173" fmla="*/ 707280 h 816876"/>
                <a:gd name="connsiteX174" fmla="*/ 1694832 w 2912392"/>
                <a:gd name="connsiteY174" fmla="*/ 714759 h 816876"/>
                <a:gd name="connsiteX175" fmla="*/ 1704576 w 2912392"/>
                <a:gd name="connsiteY175" fmla="*/ 721955 h 816876"/>
                <a:gd name="connsiteX176" fmla="*/ 1714320 w 2912392"/>
                <a:gd name="connsiteY176" fmla="*/ 728869 h 816876"/>
                <a:gd name="connsiteX177" fmla="*/ 1724064 w 2912392"/>
                <a:gd name="connsiteY177" fmla="*/ 735484 h 816876"/>
                <a:gd name="connsiteX178" fmla="*/ 1733808 w 2912392"/>
                <a:gd name="connsiteY178" fmla="*/ 741816 h 816876"/>
                <a:gd name="connsiteX179" fmla="*/ 1743537 w 2912392"/>
                <a:gd name="connsiteY179" fmla="*/ 747850 h 816876"/>
                <a:gd name="connsiteX180" fmla="*/ 1753281 w 2912392"/>
                <a:gd name="connsiteY180" fmla="*/ 753601 h 816876"/>
                <a:gd name="connsiteX181" fmla="*/ 1763025 w 2912392"/>
                <a:gd name="connsiteY181" fmla="*/ 759069 h 816876"/>
                <a:gd name="connsiteX182" fmla="*/ 1772769 w 2912392"/>
                <a:gd name="connsiteY182" fmla="*/ 764254 h 816876"/>
                <a:gd name="connsiteX183" fmla="*/ 1782498 w 2912392"/>
                <a:gd name="connsiteY183" fmla="*/ 769155 h 816876"/>
                <a:gd name="connsiteX184" fmla="*/ 1792242 w 2912392"/>
                <a:gd name="connsiteY184" fmla="*/ 773759 h 816876"/>
                <a:gd name="connsiteX185" fmla="*/ 1801986 w 2912392"/>
                <a:gd name="connsiteY185" fmla="*/ 778110 h 816876"/>
                <a:gd name="connsiteX186" fmla="*/ 1811730 w 2912392"/>
                <a:gd name="connsiteY186" fmla="*/ 782177 h 816876"/>
                <a:gd name="connsiteX187" fmla="*/ 1821459 w 2912392"/>
                <a:gd name="connsiteY187" fmla="*/ 785976 h 816876"/>
                <a:gd name="connsiteX188" fmla="*/ 1831203 w 2912392"/>
                <a:gd name="connsiteY188" fmla="*/ 789508 h 816876"/>
                <a:gd name="connsiteX189" fmla="*/ 1840947 w 2912392"/>
                <a:gd name="connsiteY189" fmla="*/ 792800 h 816876"/>
                <a:gd name="connsiteX190" fmla="*/ 1850691 w 2912392"/>
                <a:gd name="connsiteY190" fmla="*/ 795825 h 816876"/>
                <a:gd name="connsiteX191" fmla="*/ 1860435 w 2912392"/>
                <a:gd name="connsiteY191" fmla="*/ 798626 h 816876"/>
                <a:gd name="connsiteX192" fmla="*/ 1870164 w 2912392"/>
                <a:gd name="connsiteY192" fmla="*/ 801173 h 816876"/>
                <a:gd name="connsiteX193" fmla="*/ 1879908 w 2912392"/>
                <a:gd name="connsiteY193" fmla="*/ 803498 h 816876"/>
                <a:gd name="connsiteX194" fmla="*/ 1889652 w 2912392"/>
                <a:gd name="connsiteY194" fmla="*/ 805613 h 816876"/>
                <a:gd name="connsiteX195" fmla="*/ 1899395 w 2912392"/>
                <a:gd name="connsiteY195" fmla="*/ 807505 h 816876"/>
                <a:gd name="connsiteX196" fmla="*/ 1909124 w 2912392"/>
                <a:gd name="connsiteY196" fmla="*/ 809189 h 816876"/>
                <a:gd name="connsiteX197" fmla="*/ 1918868 w 2912392"/>
                <a:gd name="connsiteY197" fmla="*/ 810694 h 816876"/>
                <a:gd name="connsiteX198" fmla="*/ 1928612 w 2912392"/>
                <a:gd name="connsiteY198" fmla="*/ 812005 h 816876"/>
                <a:gd name="connsiteX199" fmla="*/ 1938356 w 2912392"/>
                <a:gd name="connsiteY199" fmla="*/ 813137 h 816876"/>
                <a:gd name="connsiteX200" fmla="*/ 1948085 w 2912392"/>
                <a:gd name="connsiteY200" fmla="*/ 814091 h 816876"/>
                <a:gd name="connsiteX201" fmla="*/ 1957829 w 2912392"/>
                <a:gd name="connsiteY201" fmla="*/ 814895 h 816876"/>
                <a:gd name="connsiteX202" fmla="*/ 1967573 w 2912392"/>
                <a:gd name="connsiteY202" fmla="*/ 815551 h 816876"/>
                <a:gd name="connsiteX203" fmla="*/ 1977317 w 2912392"/>
                <a:gd name="connsiteY203" fmla="*/ 816057 h 816876"/>
                <a:gd name="connsiteX204" fmla="*/ 1987046 w 2912392"/>
                <a:gd name="connsiteY204" fmla="*/ 816445 h 816876"/>
                <a:gd name="connsiteX205" fmla="*/ 1996790 w 2912392"/>
                <a:gd name="connsiteY205" fmla="*/ 816698 h 816876"/>
                <a:gd name="connsiteX206" fmla="*/ 2006534 w 2912392"/>
                <a:gd name="connsiteY206" fmla="*/ 816832 h 816876"/>
                <a:gd name="connsiteX207" fmla="*/ 2016278 w 2912392"/>
                <a:gd name="connsiteY207" fmla="*/ 816877 h 816876"/>
                <a:gd name="connsiteX208" fmla="*/ 2026022 w 2912392"/>
                <a:gd name="connsiteY208" fmla="*/ 816802 h 816876"/>
                <a:gd name="connsiteX209" fmla="*/ 2035751 w 2912392"/>
                <a:gd name="connsiteY209" fmla="*/ 816653 h 816876"/>
                <a:gd name="connsiteX210" fmla="*/ 2045495 w 2912392"/>
                <a:gd name="connsiteY210" fmla="*/ 816415 h 816876"/>
                <a:gd name="connsiteX211" fmla="*/ 2055239 w 2912392"/>
                <a:gd name="connsiteY211" fmla="*/ 816102 h 816876"/>
                <a:gd name="connsiteX212" fmla="*/ 2064983 w 2912392"/>
                <a:gd name="connsiteY212" fmla="*/ 815715 h 816876"/>
                <a:gd name="connsiteX213" fmla="*/ 2074712 w 2912392"/>
                <a:gd name="connsiteY213" fmla="*/ 815268 h 816876"/>
                <a:gd name="connsiteX214" fmla="*/ 2084456 w 2912392"/>
                <a:gd name="connsiteY214" fmla="*/ 814776 h 816876"/>
                <a:gd name="connsiteX215" fmla="*/ 2094200 w 2912392"/>
                <a:gd name="connsiteY215" fmla="*/ 814225 h 816876"/>
                <a:gd name="connsiteX216" fmla="*/ 2103944 w 2912392"/>
                <a:gd name="connsiteY216" fmla="*/ 813629 h 816876"/>
                <a:gd name="connsiteX217" fmla="*/ 2113673 w 2912392"/>
                <a:gd name="connsiteY217" fmla="*/ 813003 h 816876"/>
                <a:gd name="connsiteX218" fmla="*/ 2123417 w 2912392"/>
                <a:gd name="connsiteY218" fmla="*/ 812333 h 816876"/>
                <a:gd name="connsiteX219" fmla="*/ 2133161 w 2912392"/>
                <a:gd name="connsiteY219" fmla="*/ 811632 h 816876"/>
                <a:gd name="connsiteX220" fmla="*/ 2142905 w 2912392"/>
                <a:gd name="connsiteY220" fmla="*/ 810888 h 816876"/>
                <a:gd name="connsiteX221" fmla="*/ 2152649 w 2912392"/>
                <a:gd name="connsiteY221" fmla="*/ 810143 h 816876"/>
                <a:gd name="connsiteX222" fmla="*/ 2162377 w 2912392"/>
                <a:gd name="connsiteY222" fmla="*/ 809353 h 816876"/>
                <a:gd name="connsiteX223" fmla="*/ 2172121 w 2912392"/>
                <a:gd name="connsiteY223" fmla="*/ 808548 h 816876"/>
                <a:gd name="connsiteX224" fmla="*/ 2181865 w 2912392"/>
                <a:gd name="connsiteY224" fmla="*/ 807729 h 816876"/>
                <a:gd name="connsiteX225" fmla="*/ 2191609 w 2912392"/>
                <a:gd name="connsiteY225" fmla="*/ 806895 h 816876"/>
                <a:gd name="connsiteX226" fmla="*/ 2201338 w 2912392"/>
                <a:gd name="connsiteY226" fmla="*/ 806030 h 816876"/>
                <a:gd name="connsiteX227" fmla="*/ 2211082 w 2912392"/>
                <a:gd name="connsiteY227" fmla="*/ 805137 h 816876"/>
                <a:gd name="connsiteX228" fmla="*/ 2220826 w 2912392"/>
                <a:gd name="connsiteY228" fmla="*/ 804228 h 816876"/>
                <a:gd name="connsiteX229" fmla="*/ 2230570 w 2912392"/>
                <a:gd name="connsiteY229" fmla="*/ 803304 h 816876"/>
                <a:gd name="connsiteX230" fmla="*/ 2240299 w 2912392"/>
                <a:gd name="connsiteY230" fmla="*/ 802350 h 816876"/>
                <a:gd name="connsiteX231" fmla="*/ 2250043 w 2912392"/>
                <a:gd name="connsiteY231" fmla="*/ 801367 h 816876"/>
                <a:gd name="connsiteX232" fmla="*/ 2259787 w 2912392"/>
                <a:gd name="connsiteY232" fmla="*/ 800354 h 816876"/>
                <a:gd name="connsiteX233" fmla="*/ 2269531 w 2912392"/>
                <a:gd name="connsiteY233" fmla="*/ 799296 h 816876"/>
                <a:gd name="connsiteX234" fmla="*/ 2279260 w 2912392"/>
                <a:gd name="connsiteY234" fmla="*/ 798208 h 816876"/>
                <a:gd name="connsiteX235" fmla="*/ 2289004 w 2912392"/>
                <a:gd name="connsiteY235" fmla="*/ 797091 h 816876"/>
                <a:gd name="connsiteX236" fmla="*/ 2298748 w 2912392"/>
                <a:gd name="connsiteY236" fmla="*/ 795914 h 816876"/>
                <a:gd name="connsiteX237" fmla="*/ 2308492 w 2912392"/>
                <a:gd name="connsiteY237" fmla="*/ 794692 h 816876"/>
                <a:gd name="connsiteX238" fmla="*/ 2318236 w 2912392"/>
                <a:gd name="connsiteY238" fmla="*/ 793396 h 816876"/>
                <a:gd name="connsiteX239" fmla="*/ 2327965 w 2912392"/>
                <a:gd name="connsiteY239" fmla="*/ 792055 h 816876"/>
                <a:gd name="connsiteX240" fmla="*/ 2337709 w 2912392"/>
                <a:gd name="connsiteY240" fmla="*/ 790655 h 816876"/>
                <a:gd name="connsiteX241" fmla="*/ 2347453 w 2912392"/>
                <a:gd name="connsiteY241" fmla="*/ 789165 h 816876"/>
                <a:gd name="connsiteX242" fmla="*/ 2357197 w 2912392"/>
                <a:gd name="connsiteY242" fmla="*/ 787600 h 816876"/>
                <a:gd name="connsiteX243" fmla="*/ 2366926 w 2912392"/>
                <a:gd name="connsiteY243" fmla="*/ 785947 h 816876"/>
                <a:gd name="connsiteX244" fmla="*/ 2376670 w 2912392"/>
                <a:gd name="connsiteY244" fmla="*/ 784203 h 816876"/>
                <a:gd name="connsiteX245" fmla="*/ 2386413 w 2912392"/>
                <a:gd name="connsiteY245" fmla="*/ 782371 h 816876"/>
                <a:gd name="connsiteX246" fmla="*/ 2396157 w 2912392"/>
                <a:gd name="connsiteY246" fmla="*/ 780434 h 816876"/>
                <a:gd name="connsiteX247" fmla="*/ 2405886 w 2912392"/>
                <a:gd name="connsiteY247" fmla="*/ 778378 h 816876"/>
                <a:gd name="connsiteX248" fmla="*/ 2415630 w 2912392"/>
                <a:gd name="connsiteY248" fmla="*/ 776203 h 816876"/>
                <a:gd name="connsiteX249" fmla="*/ 2425374 w 2912392"/>
                <a:gd name="connsiteY249" fmla="*/ 773908 h 816876"/>
                <a:gd name="connsiteX250" fmla="*/ 2435118 w 2912392"/>
                <a:gd name="connsiteY250" fmla="*/ 771495 h 816876"/>
                <a:gd name="connsiteX251" fmla="*/ 2444862 w 2912392"/>
                <a:gd name="connsiteY251" fmla="*/ 768932 h 816876"/>
                <a:gd name="connsiteX252" fmla="*/ 2454591 w 2912392"/>
                <a:gd name="connsiteY252" fmla="*/ 766235 h 816876"/>
                <a:gd name="connsiteX253" fmla="*/ 2464335 w 2912392"/>
                <a:gd name="connsiteY253" fmla="*/ 763390 h 816876"/>
                <a:gd name="connsiteX254" fmla="*/ 2474079 w 2912392"/>
                <a:gd name="connsiteY254" fmla="*/ 760395 h 816876"/>
                <a:gd name="connsiteX255" fmla="*/ 2483823 w 2912392"/>
                <a:gd name="connsiteY255" fmla="*/ 757251 h 816876"/>
                <a:gd name="connsiteX256" fmla="*/ 2493552 w 2912392"/>
                <a:gd name="connsiteY256" fmla="*/ 753929 h 816876"/>
                <a:gd name="connsiteX257" fmla="*/ 2503296 w 2912392"/>
                <a:gd name="connsiteY257" fmla="*/ 750457 h 816876"/>
                <a:gd name="connsiteX258" fmla="*/ 2513040 w 2912392"/>
                <a:gd name="connsiteY258" fmla="*/ 746807 h 816876"/>
                <a:gd name="connsiteX259" fmla="*/ 2522784 w 2912392"/>
                <a:gd name="connsiteY259" fmla="*/ 742978 h 816876"/>
                <a:gd name="connsiteX260" fmla="*/ 2532513 w 2912392"/>
                <a:gd name="connsiteY260" fmla="*/ 738985 h 816876"/>
                <a:gd name="connsiteX261" fmla="*/ 2542257 w 2912392"/>
                <a:gd name="connsiteY261" fmla="*/ 734798 h 816876"/>
                <a:gd name="connsiteX262" fmla="*/ 2552001 w 2912392"/>
                <a:gd name="connsiteY262" fmla="*/ 730448 h 816876"/>
                <a:gd name="connsiteX263" fmla="*/ 2561745 w 2912392"/>
                <a:gd name="connsiteY263" fmla="*/ 725889 h 816876"/>
                <a:gd name="connsiteX264" fmla="*/ 2571474 w 2912392"/>
                <a:gd name="connsiteY264" fmla="*/ 721151 h 816876"/>
                <a:gd name="connsiteX265" fmla="*/ 2581218 w 2912392"/>
                <a:gd name="connsiteY265" fmla="*/ 716234 h 816876"/>
                <a:gd name="connsiteX266" fmla="*/ 2590962 w 2912392"/>
                <a:gd name="connsiteY266" fmla="*/ 711124 h 816876"/>
                <a:gd name="connsiteX267" fmla="*/ 2600705 w 2912392"/>
                <a:gd name="connsiteY267" fmla="*/ 705820 h 816876"/>
                <a:gd name="connsiteX268" fmla="*/ 2610449 w 2912392"/>
                <a:gd name="connsiteY268" fmla="*/ 700322 h 816876"/>
                <a:gd name="connsiteX269" fmla="*/ 2620178 w 2912392"/>
                <a:gd name="connsiteY269" fmla="*/ 694646 h 816876"/>
                <a:gd name="connsiteX270" fmla="*/ 2629922 w 2912392"/>
                <a:gd name="connsiteY270" fmla="*/ 688776 h 816876"/>
                <a:gd name="connsiteX271" fmla="*/ 2639666 w 2912392"/>
                <a:gd name="connsiteY271" fmla="*/ 682712 h 816876"/>
                <a:gd name="connsiteX272" fmla="*/ 2649410 w 2912392"/>
                <a:gd name="connsiteY272" fmla="*/ 676469 h 816876"/>
                <a:gd name="connsiteX273" fmla="*/ 2659139 w 2912392"/>
                <a:gd name="connsiteY273" fmla="*/ 670047 h 816876"/>
                <a:gd name="connsiteX274" fmla="*/ 2668883 w 2912392"/>
                <a:gd name="connsiteY274" fmla="*/ 663432 h 816876"/>
                <a:gd name="connsiteX275" fmla="*/ 2678627 w 2912392"/>
                <a:gd name="connsiteY275" fmla="*/ 656653 h 816876"/>
                <a:gd name="connsiteX276" fmla="*/ 2688371 w 2912392"/>
                <a:gd name="connsiteY276" fmla="*/ 649695 h 816876"/>
                <a:gd name="connsiteX277" fmla="*/ 2698100 w 2912392"/>
                <a:gd name="connsiteY277" fmla="*/ 642559 h 816876"/>
                <a:gd name="connsiteX278" fmla="*/ 2707844 w 2912392"/>
                <a:gd name="connsiteY278" fmla="*/ 635273 h 816876"/>
                <a:gd name="connsiteX279" fmla="*/ 2717588 w 2912392"/>
                <a:gd name="connsiteY279" fmla="*/ 627809 h 816876"/>
                <a:gd name="connsiteX280" fmla="*/ 2727332 w 2912392"/>
                <a:gd name="connsiteY280" fmla="*/ 620195 h 816876"/>
                <a:gd name="connsiteX281" fmla="*/ 2737076 w 2912392"/>
                <a:gd name="connsiteY281" fmla="*/ 612418 h 816876"/>
                <a:gd name="connsiteX282" fmla="*/ 2746805 w 2912392"/>
                <a:gd name="connsiteY282" fmla="*/ 604507 h 816876"/>
                <a:gd name="connsiteX283" fmla="*/ 2756549 w 2912392"/>
                <a:gd name="connsiteY283" fmla="*/ 596446 h 816876"/>
                <a:gd name="connsiteX284" fmla="*/ 2766293 w 2912392"/>
                <a:gd name="connsiteY284" fmla="*/ 588252 h 816876"/>
                <a:gd name="connsiteX285" fmla="*/ 2776037 w 2912392"/>
                <a:gd name="connsiteY285" fmla="*/ 579924 h 816876"/>
                <a:gd name="connsiteX286" fmla="*/ 2785766 w 2912392"/>
                <a:gd name="connsiteY286" fmla="*/ 571461 h 816876"/>
                <a:gd name="connsiteX287" fmla="*/ 2795510 w 2912392"/>
                <a:gd name="connsiteY287" fmla="*/ 562894 h 816876"/>
                <a:gd name="connsiteX288" fmla="*/ 2805254 w 2912392"/>
                <a:gd name="connsiteY288" fmla="*/ 554223 h 816876"/>
                <a:gd name="connsiteX289" fmla="*/ 2814998 w 2912392"/>
                <a:gd name="connsiteY289" fmla="*/ 545432 h 816876"/>
                <a:gd name="connsiteX290" fmla="*/ 2824727 w 2912392"/>
                <a:gd name="connsiteY290" fmla="*/ 536548 h 816876"/>
                <a:gd name="connsiteX291" fmla="*/ 2834471 w 2912392"/>
                <a:gd name="connsiteY291" fmla="*/ 527571 h 816876"/>
                <a:gd name="connsiteX292" fmla="*/ 2844215 w 2912392"/>
                <a:gd name="connsiteY292" fmla="*/ 518510 h 816876"/>
                <a:gd name="connsiteX293" fmla="*/ 2853958 w 2912392"/>
                <a:gd name="connsiteY293" fmla="*/ 509371 h 816876"/>
                <a:gd name="connsiteX294" fmla="*/ 2863687 w 2912392"/>
                <a:gd name="connsiteY294" fmla="*/ 500159 h 816876"/>
                <a:gd name="connsiteX295" fmla="*/ 2873431 w 2912392"/>
                <a:gd name="connsiteY295" fmla="*/ 490883 h 816876"/>
                <a:gd name="connsiteX296" fmla="*/ 2883175 w 2912392"/>
                <a:gd name="connsiteY296" fmla="*/ 481548 h 816876"/>
                <a:gd name="connsiteX297" fmla="*/ 2892919 w 2912392"/>
                <a:gd name="connsiteY297" fmla="*/ 472162 h 816876"/>
                <a:gd name="connsiteX298" fmla="*/ 2902663 w 2912392"/>
                <a:gd name="connsiteY298" fmla="*/ 462731 h 816876"/>
                <a:gd name="connsiteX299" fmla="*/ 2912392 w 2912392"/>
                <a:gd name="connsiteY299" fmla="*/ 453260 h 816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16876">
                  <a:moveTo>
                    <a:pt x="0" y="26702"/>
                  </a:moveTo>
                  <a:lnTo>
                    <a:pt x="9739" y="23771"/>
                  </a:lnTo>
                  <a:lnTo>
                    <a:pt x="19480" y="20994"/>
                  </a:lnTo>
                  <a:lnTo>
                    <a:pt x="29221" y="18372"/>
                  </a:lnTo>
                  <a:lnTo>
                    <a:pt x="38961" y="15914"/>
                  </a:lnTo>
                  <a:lnTo>
                    <a:pt x="48702" y="13621"/>
                  </a:lnTo>
                  <a:lnTo>
                    <a:pt x="58443" y="11498"/>
                  </a:lnTo>
                  <a:lnTo>
                    <a:pt x="68182" y="9550"/>
                  </a:lnTo>
                  <a:lnTo>
                    <a:pt x="77923" y="7777"/>
                  </a:lnTo>
                  <a:lnTo>
                    <a:pt x="87664" y="6186"/>
                  </a:lnTo>
                  <a:lnTo>
                    <a:pt x="97404" y="4774"/>
                  </a:lnTo>
                  <a:lnTo>
                    <a:pt x="107145" y="3545"/>
                  </a:lnTo>
                  <a:lnTo>
                    <a:pt x="116886" y="2499"/>
                  </a:lnTo>
                  <a:lnTo>
                    <a:pt x="126625" y="1636"/>
                  </a:lnTo>
                  <a:lnTo>
                    <a:pt x="136366" y="955"/>
                  </a:lnTo>
                  <a:lnTo>
                    <a:pt x="146107" y="457"/>
                  </a:lnTo>
                  <a:lnTo>
                    <a:pt x="155846" y="139"/>
                  </a:lnTo>
                  <a:lnTo>
                    <a:pt x="165587" y="0"/>
                  </a:lnTo>
                  <a:lnTo>
                    <a:pt x="175328" y="36"/>
                  </a:lnTo>
                  <a:lnTo>
                    <a:pt x="185068" y="244"/>
                  </a:lnTo>
                  <a:lnTo>
                    <a:pt x="194809" y="623"/>
                  </a:lnTo>
                  <a:lnTo>
                    <a:pt x="204550" y="1167"/>
                  </a:lnTo>
                  <a:lnTo>
                    <a:pt x="214289" y="1870"/>
                  </a:lnTo>
                  <a:lnTo>
                    <a:pt x="224030" y="2730"/>
                  </a:lnTo>
                  <a:lnTo>
                    <a:pt x="233771" y="3740"/>
                  </a:lnTo>
                  <a:lnTo>
                    <a:pt x="243510" y="4894"/>
                  </a:lnTo>
                  <a:lnTo>
                    <a:pt x="253251" y="6188"/>
                  </a:lnTo>
                  <a:lnTo>
                    <a:pt x="262992" y="7610"/>
                  </a:lnTo>
                  <a:lnTo>
                    <a:pt x="272732" y="9160"/>
                  </a:lnTo>
                  <a:lnTo>
                    <a:pt x="282473" y="10826"/>
                  </a:lnTo>
                  <a:lnTo>
                    <a:pt x="292214" y="12602"/>
                  </a:lnTo>
                  <a:lnTo>
                    <a:pt x="301953" y="14479"/>
                  </a:lnTo>
                  <a:lnTo>
                    <a:pt x="311694" y="16450"/>
                  </a:lnTo>
                  <a:lnTo>
                    <a:pt x="321435" y="18506"/>
                  </a:lnTo>
                  <a:lnTo>
                    <a:pt x="331175" y="20640"/>
                  </a:lnTo>
                  <a:lnTo>
                    <a:pt x="340916" y="22842"/>
                  </a:lnTo>
                  <a:lnTo>
                    <a:pt x="350656" y="25103"/>
                  </a:lnTo>
                  <a:lnTo>
                    <a:pt x="360396" y="27414"/>
                  </a:lnTo>
                  <a:lnTo>
                    <a:pt x="370137" y="29768"/>
                  </a:lnTo>
                  <a:lnTo>
                    <a:pt x="379878" y="32155"/>
                  </a:lnTo>
                  <a:lnTo>
                    <a:pt x="389617" y="34566"/>
                  </a:lnTo>
                  <a:lnTo>
                    <a:pt x="399358" y="36991"/>
                  </a:lnTo>
                  <a:lnTo>
                    <a:pt x="409099" y="39423"/>
                  </a:lnTo>
                  <a:lnTo>
                    <a:pt x="418839" y="41853"/>
                  </a:lnTo>
                  <a:lnTo>
                    <a:pt x="428580" y="44271"/>
                  </a:lnTo>
                  <a:lnTo>
                    <a:pt x="438321" y="46671"/>
                  </a:lnTo>
                  <a:lnTo>
                    <a:pt x="448060" y="49043"/>
                  </a:lnTo>
                  <a:lnTo>
                    <a:pt x="457801" y="51379"/>
                  </a:lnTo>
                  <a:lnTo>
                    <a:pt x="467542" y="53672"/>
                  </a:lnTo>
                  <a:lnTo>
                    <a:pt x="477281" y="55916"/>
                  </a:lnTo>
                  <a:lnTo>
                    <a:pt x="487022" y="58102"/>
                  </a:lnTo>
                  <a:lnTo>
                    <a:pt x="496763" y="60223"/>
                  </a:lnTo>
                  <a:lnTo>
                    <a:pt x="506503" y="62275"/>
                  </a:lnTo>
                  <a:lnTo>
                    <a:pt x="516244" y="64250"/>
                  </a:lnTo>
                  <a:lnTo>
                    <a:pt x="525985" y="66144"/>
                  </a:lnTo>
                  <a:lnTo>
                    <a:pt x="535724" y="67951"/>
                  </a:lnTo>
                  <a:lnTo>
                    <a:pt x="545465" y="69666"/>
                  </a:lnTo>
                  <a:lnTo>
                    <a:pt x="555206" y="71287"/>
                  </a:lnTo>
                  <a:lnTo>
                    <a:pt x="564946" y="72810"/>
                  </a:lnTo>
                  <a:lnTo>
                    <a:pt x="574687" y="74231"/>
                  </a:lnTo>
                  <a:lnTo>
                    <a:pt x="584428" y="75548"/>
                  </a:lnTo>
                  <a:lnTo>
                    <a:pt x="594167" y="76760"/>
                  </a:lnTo>
                  <a:lnTo>
                    <a:pt x="603908" y="77865"/>
                  </a:lnTo>
                  <a:lnTo>
                    <a:pt x="613649" y="78862"/>
                  </a:lnTo>
                  <a:lnTo>
                    <a:pt x="623388" y="79753"/>
                  </a:lnTo>
                  <a:lnTo>
                    <a:pt x="633129" y="80535"/>
                  </a:lnTo>
                  <a:lnTo>
                    <a:pt x="642870" y="81213"/>
                  </a:lnTo>
                  <a:lnTo>
                    <a:pt x="652610" y="81785"/>
                  </a:lnTo>
                  <a:lnTo>
                    <a:pt x="662351" y="82257"/>
                  </a:lnTo>
                  <a:lnTo>
                    <a:pt x="672092" y="82630"/>
                  </a:lnTo>
                  <a:lnTo>
                    <a:pt x="681831" y="82908"/>
                  </a:lnTo>
                  <a:lnTo>
                    <a:pt x="691572" y="83096"/>
                  </a:lnTo>
                  <a:lnTo>
                    <a:pt x="701313" y="83197"/>
                  </a:lnTo>
                  <a:lnTo>
                    <a:pt x="711052" y="83218"/>
                  </a:lnTo>
                  <a:lnTo>
                    <a:pt x="720793" y="83163"/>
                  </a:lnTo>
                  <a:lnTo>
                    <a:pt x="730534" y="83041"/>
                  </a:lnTo>
                  <a:lnTo>
                    <a:pt x="740274" y="82859"/>
                  </a:lnTo>
                  <a:lnTo>
                    <a:pt x="750015" y="82622"/>
                  </a:lnTo>
                  <a:lnTo>
                    <a:pt x="759756" y="82339"/>
                  </a:lnTo>
                  <a:lnTo>
                    <a:pt x="769495" y="82020"/>
                  </a:lnTo>
                  <a:lnTo>
                    <a:pt x="779236" y="81673"/>
                  </a:lnTo>
                  <a:lnTo>
                    <a:pt x="788977" y="81307"/>
                  </a:lnTo>
                  <a:lnTo>
                    <a:pt x="798717" y="80931"/>
                  </a:lnTo>
                  <a:lnTo>
                    <a:pt x="808458" y="80557"/>
                  </a:lnTo>
                  <a:lnTo>
                    <a:pt x="818199" y="80194"/>
                  </a:lnTo>
                  <a:lnTo>
                    <a:pt x="827938" y="79854"/>
                  </a:lnTo>
                  <a:lnTo>
                    <a:pt x="837679" y="79547"/>
                  </a:lnTo>
                  <a:lnTo>
                    <a:pt x="847420" y="79285"/>
                  </a:lnTo>
                  <a:lnTo>
                    <a:pt x="857159" y="79079"/>
                  </a:lnTo>
                  <a:lnTo>
                    <a:pt x="866900" y="78941"/>
                  </a:lnTo>
                  <a:lnTo>
                    <a:pt x="876641" y="78881"/>
                  </a:lnTo>
                  <a:lnTo>
                    <a:pt x="886381" y="78912"/>
                  </a:lnTo>
                  <a:lnTo>
                    <a:pt x="896122" y="79047"/>
                  </a:lnTo>
                  <a:lnTo>
                    <a:pt x="905863" y="79297"/>
                  </a:lnTo>
                  <a:lnTo>
                    <a:pt x="915602" y="79672"/>
                  </a:lnTo>
                  <a:lnTo>
                    <a:pt x="925343" y="80186"/>
                  </a:lnTo>
                  <a:lnTo>
                    <a:pt x="935084" y="80849"/>
                  </a:lnTo>
                  <a:lnTo>
                    <a:pt x="944824" y="81675"/>
                  </a:lnTo>
                  <a:lnTo>
                    <a:pt x="954564" y="82671"/>
                  </a:lnTo>
                  <a:lnTo>
                    <a:pt x="964305" y="83852"/>
                  </a:lnTo>
                  <a:lnTo>
                    <a:pt x="974045" y="85227"/>
                  </a:lnTo>
                  <a:lnTo>
                    <a:pt x="983786" y="86806"/>
                  </a:lnTo>
                  <a:lnTo>
                    <a:pt x="993522" y="88598"/>
                  </a:lnTo>
                  <a:lnTo>
                    <a:pt x="1003266" y="90616"/>
                  </a:lnTo>
                  <a:lnTo>
                    <a:pt x="1013010" y="92867"/>
                  </a:lnTo>
                  <a:lnTo>
                    <a:pt x="1022754" y="95358"/>
                  </a:lnTo>
                  <a:lnTo>
                    <a:pt x="1032483" y="98101"/>
                  </a:lnTo>
                  <a:lnTo>
                    <a:pt x="1042227" y="101102"/>
                  </a:lnTo>
                  <a:lnTo>
                    <a:pt x="1051971" y="104366"/>
                  </a:lnTo>
                  <a:lnTo>
                    <a:pt x="1061715" y="107903"/>
                  </a:lnTo>
                  <a:lnTo>
                    <a:pt x="1071444" y="111717"/>
                  </a:lnTo>
                  <a:lnTo>
                    <a:pt x="1081188" y="115813"/>
                  </a:lnTo>
                  <a:lnTo>
                    <a:pt x="1090932" y="120198"/>
                  </a:lnTo>
                  <a:lnTo>
                    <a:pt x="1100676" y="124873"/>
                  </a:lnTo>
                  <a:lnTo>
                    <a:pt x="1110405" y="129842"/>
                  </a:lnTo>
                  <a:lnTo>
                    <a:pt x="1120149" y="135108"/>
                  </a:lnTo>
                  <a:lnTo>
                    <a:pt x="1129893" y="140675"/>
                  </a:lnTo>
                  <a:lnTo>
                    <a:pt x="1139637" y="146540"/>
                  </a:lnTo>
                  <a:lnTo>
                    <a:pt x="1149381" y="152706"/>
                  </a:lnTo>
                  <a:lnTo>
                    <a:pt x="1159110" y="159172"/>
                  </a:lnTo>
                  <a:lnTo>
                    <a:pt x="1168854" y="165936"/>
                  </a:lnTo>
                  <a:lnTo>
                    <a:pt x="1178598" y="172997"/>
                  </a:lnTo>
                  <a:lnTo>
                    <a:pt x="1188341" y="180351"/>
                  </a:lnTo>
                  <a:lnTo>
                    <a:pt x="1198070" y="187995"/>
                  </a:lnTo>
                  <a:lnTo>
                    <a:pt x="1207814" y="195926"/>
                  </a:lnTo>
                  <a:lnTo>
                    <a:pt x="1217558" y="204138"/>
                  </a:lnTo>
                  <a:lnTo>
                    <a:pt x="1227302" y="212625"/>
                  </a:lnTo>
                  <a:lnTo>
                    <a:pt x="1237031" y="221381"/>
                  </a:lnTo>
                  <a:lnTo>
                    <a:pt x="1246775" y="230398"/>
                  </a:lnTo>
                  <a:lnTo>
                    <a:pt x="1256519" y="239669"/>
                  </a:lnTo>
                  <a:lnTo>
                    <a:pt x="1266263" y="249185"/>
                  </a:lnTo>
                  <a:lnTo>
                    <a:pt x="1276007" y="258937"/>
                  </a:lnTo>
                  <a:lnTo>
                    <a:pt x="1285736" y="268915"/>
                  </a:lnTo>
                  <a:lnTo>
                    <a:pt x="1295480" y="279109"/>
                  </a:lnTo>
                  <a:lnTo>
                    <a:pt x="1305224" y="289507"/>
                  </a:lnTo>
                  <a:lnTo>
                    <a:pt x="1314968" y="300097"/>
                  </a:lnTo>
                  <a:lnTo>
                    <a:pt x="1324697" y="310869"/>
                  </a:lnTo>
                  <a:lnTo>
                    <a:pt x="1334441" y="321808"/>
                  </a:lnTo>
                  <a:lnTo>
                    <a:pt x="1344185" y="332903"/>
                  </a:lnTo>
                  <a:lnTo>
                    <a:pt x="1353929" y="344138"/>
                  </a:lnTo>
                  <a:lnTo>
                    <a:pt x="1363658" y="355502"/>
                  </a:lnTo>
                  <a:lnTo>
                    <a:pt x="1373402" y="366980"/>
                  </a:lnTo>
                  <a:lnTo>
                    <a:pt x="1383146" y="378556"/>
                  </a:lnTo>
                  <a:lnTo>
                    <a:pt x="1392890" y="390218"/>
                  </a:lnTo>
                  <a:lnTo>
                    <a:pt x="1402619" y="401948"/>
                  </a:lnTo>
                  <a:lnTo>
                    <a:pt x="1412363" y="413733"/>
                  </a:lnTo>
                  <a:lnTo>
                    <a:pt x="1422106" y="425557"/>
                  </a:lnTo>
                  <a:lnTo>
                    <a:pt x="1431850" y="437403"/>
                  </a:lnTo>
                  <a:lnTo>
                    <a:pt x="1441594" y="449259"/>
                  </a:lnTo>
                  <a:lnTo>
                    <a:pt x="1451323" y="461107"/>
                  </a:lnTo>
                  <a:lnTo>
                    <a:pt x="1461067" y="472934"/>
                  </a:lnTo>
                  <a:lnTo>
                    <a:pt x="1470811" y="484722"/>
                  </a:lnTo>
                  <a:lnTo>
                    <a:pt x="1480555" y="496456"/>
                  </a:lnTo>
                  <a:lnTo>
                    <a:pt x="1490284" y="508124"/>
                  </a:lnTo>
                  <a:lnTo>
                    <a:pt x="1500028" y="519709"/>
                  </a:lnTo>
                  <a:lnTo>
                    <a:pt x="1509772" y="531196"/>
                  </a:lnTo>
                  <a:lnTo>
                    <a:pt x="1519516" y="542573"/>
                  </a:lnTo>
                  <a:lnTo>
                    <a:pt x="1529245" y="553820"/>
                  </a:lnTo>
                  <a:lnTo>
                    <a:pt x="1538989" y="564935"/>
                  </a:lnTo>
                  <a:lnTo>
                    <a:pt x="1548733" y="575901"/>
                  </a:lnTo>
                  <a:lnTo>
                    <a:pt x="1558477" y="586688"/>
                  </a:lnTo>
                  <a:lnTo>
                    <a:pt x="1568221" y="597311"/>
                  </a:lnTo>
                  <a:lnTo>
                    <a:pt x="1577950" y="607740"/>
                  </a:lnTo>
                  <a:lnTo>
                    <a:pt x="1587694" y="617976"/>
                  </a:lnTo>
                  <a:lnTo>
                    <a:pt x="1597438" y="628003"/>
                  </a:lnTo>
                  <a:lnTo>
                    <a:pt x="1607182" y="637791"/>
                  </a:lnTo>
                  <a:lnTo>
                    <a:pt x="1616911" y="647371"/>
                  </a:lnTo>
                  <a:lnTo>
                    <a:pt x="1626655" y="656698"/>
                  </a:lnTo>
                  <a:lnTo>
                    <a:pt x="1636399" y="665786"/>
                  </a:lnTo>
                  <a:lnTo>
                    <a:pt x="1646142" y="674622"/>
                  </a:lnTo>
                  <a:lnTo>
                    <a:pt x="1655872" y="683188"/>
                  </a:lnTo>
                  <a:lnTo>
                    <a:pt x="1665616" y="691502"/>
                  </a:lnTo>
                  <a:lnTo>
                    <a:pt x="1675359" y="699533"/>
                  </a:lnTo>
                  <a:lnTo>
                    <a:pt x="1685103" y="707280"/>
                  </a:lnTo>
                  <a:lnTo>
                    <a:pt x="1694832" y="714759"/>
                  </a:lnTo>
                  <a:lnTo>
                    <a:pt x="1704576" y="721955"/>
                  </a:lnTo>
                  <a:lnTo>
                    <a:pt x="1714320" y="728869"/>
                  </a:lnTo>
                  <a:lnTo>
                    <a:pt x="1724064" y="735484"/>
                  </a:lnTo>
                  <a:lnTo>
                    <a:pt x="1733808" y="741816"/>
                  </a:lnTo>
                  <a:lnTo>
                    <a:pt x="1743537" y="747850"/>
                  </a:lnTo>
                  <a:lnTo>
                    <a:pt x="1753281" y="753601"/>
                  </a:lnTo>
                  <a:lnTo>
                    <a:pt x="1763025" y="759069"/>
                  </a:lnTo>
                  <a:lnTo>
                    <a:pt x="1772769" y="764254"/>
                  </a:lnTo>
                  <a:lnTo>
                    <a:pt x="1782498" y="769155"/>
                  </a:lnTo>
                  <a:lnTo>
                    <a:pt x="1792242" y="773759"/>
                  </a:lnTo>
                  <a:lnTo>
                    <a:pt x="1801986" y="778110"/>
                  </a:lnTo>
                  <a:lnTo>
                    <a:pt x="1811730" y="782177"/>
                  </a:lnTo>
                  <a:lnTo>
                    <a:pt x="1821459" y="785976"/>
                  </a:lnTo>
                  <a:lnTo>
                    <a:pt x="1831203" y="789508"/>
                  </a:lnTo>
                  <a:lnTo>
                    <a:pt x="1840947" y="792800"/>
                  </a:lnTo>
                  <a:lnTo>
                    <a:pt x="1850691" y="795825"/>
                  </a:lnTo>
                  <a:lnTo>
                    <a:pt x="1860435" y="798626"/>
                  </a:lnTo>
                  <a:lnTo>
                    <a:pt x="1870164" y="801173"/>
                  </a:lnTo>
                  <a:lnTo>
                    <a:pt x="1879908" y="803498"/>
                  </a:lnTo>
                  <a:lnTo>
                    <a:pt x="1889652" y="805613"/>
                  </a:lnTo>
                  <a:lnTo>
                    <a:pt x="1899395" y="807505"/>
                  </a:lnTo>
                  <a:lnTo>
                    <a:pt x="1909124" y="809189"/>
                  </a:lnTo>
                  <a:lnTo>
                    <a:pt x="1918868" y="810694"/>
                  </a:lnTo>
                  <a:lnTo>
                    <a:pt x="1928612" y="812005"/>
                  </a:lnTo>
                  <a:lnTo>
                    <a:pt x="1938356" y="813137"/>
                  </a:lnTo>
                  <a:lnTo>
                    <a:pt x="1948085" y="814091"/>
                  </a:lnTo>
                  <a:lnTo>
                    <a:pt x="1957829" y="814895"/>
                  </a:lnTo>
                  <a:lnTo>
                    <a:pt x="1967573" y="815551"/>
                  </a:lnTo>
                  <a:lnTo>
                    <a:pt x="1977317" y="816057"/>
                  </a:lnTo>
                  <a:lnTo>
                    <a:pt x="1987046" y="816445"/>
                  </a:lnTo>
                  <a:lnTo>
                    <a:pt x="1996790" y="816698"/>
                  </a:lnTo>
                  <a:lnTo>
                    <a:pt x="2006534" y="816832"/>
                  </a:lnTo>
                  <a:lnTo>
                    <a:pt x="2016278" y="816877"/>
                  </a:lnTo>
                  <a:lnTo>
                    <a:pt x="2026022" y="816802"/>
                  </a:lnTo>
                  <a:lnTo>
                    <a:pt x="2035751" y="816653"/>
                  </a:lnTo>
                  <a:lnTo>
                    <a:pt x="2045495" y="816415"/>
                  </a:lnTo>
                  <a:lnTo>
                    <a:pt x="2055239" y="816102"/>
                  </a:lnTo>
                  <a:lnTo>
                    <a:pt x="2064983" y="815715"/>
                  </a:lnTo>
                  <a:lnTo>
                    <a:pt x="2074712" y="815268"/>
                  </a:lnTo>
                  <a:lnTo>
                    <a:pt x="2084456" y="814776"/>
                  </a:lnTo>
                  <a:lnTo>
                    <a:pt x="2094200" y="814225"/>
                  </a:lnTo>
                  <a:lnTo>
                    <a:pt x="2103944" y="813629"/>
                  </a:lnTo>
                  <a:lnTo>
                    <a:pt x="2113673" y="813003"/>
                  </a:lnTo>
                  <a:lnTo>
                    <a:pt x="2123417" y="812333"/>
                  </a:lnTo>
                  <a:lnTo>
                    <a:pt x="2133161" y="811632"/>
                  </a:lnTo>
                  <a:lnTo>
                    <a:pt x="2142905" y="810888"/>
                  </a:lnTo>
                  <a:lnTo>
                    <a:pt x="2152649" y="810143"/>
                  </a:lnTo>
                  <a:lnTo>
                    <a:pt x="2162377" y="809353"/>
                  </a:lnTo>
                  <a:lnTo>
                    <a:pt x="2172121" y="808548"/>
                  </a:lnTo>
                  <a:lnTo>
                    <a:pt x="2181865" y="807729"/>
                  </a:lnTo>
                  <a:lnTo>
                    <a:pt x="2191609" y="806895"/>
                  </a:lnTo>
                  <a:lnTo>
                    <a:pt x="2201338" y="806030"/>
                  </a:lnTo>
                  <a:lnTo>
                    <a:pt x="2211082" y="805137"/>
                  </a:lnTo>
                  <a:lnTo>
                    <a:pt x="2220826" y="804228"/>
                  </a:lnTo>
                  <a:lnTo>
                    <a:pt x="2230570" y="803304"/>
                  </a:lnTo>
                  <a:lnTo>
                    <a:pt x="2240299" y="802350"/>
                  </a:lnTo>
                  <a:lnTo>
                    <a:pt x="2250043" y="801367"/>
                  </a:lnTo>
                  <a:lnTo>
                    <a:pt x="2259787" y="800354"/>
                  </a:lnTo>
                  <a:lnTo>
                    <a:pt x="2269531" y="799296"/>
                  </a:lnTo>
                  <a:lnTo>
                    <a:pt x="2279260" y="798208"/>
                  </a:lnTo>
                  <a:lnTo>
                    <a:pt x="2289004" y="797091"/>
                  </a:lnTo>
                  <a:lnTo>
                    <a:pt x="2298748" y="795914"/>
                  </a:lnTo>
                  <a:lnTo>
                    <a:pt x="2308492" y="794692"/>
                  </a:lnTo>
                  <a:lnTo>
                    <a:pt x="2318236" y="793396"/>
                  </a:lnTo>
                  <a:lnTo>
                    <a:pt x="2327965" y="792055"/>
                  </a:lnTo>
                  <a:lnTo>
                    <a:pt x="2337709" y="790655"/>
                  </a:lnTo>
                  <a:lnTo>
                    <a:pt x="2347453" y="789165"/>
                  </a:lnTo>
                  <a:lnTo>
                    <a:pt x="2357197" y="787600"/>
                  </a:lnTo>
                  <a:lnTo>
                    <a:pt x="2366926" y="785947"/>
                  </a:lnTo>
                  <a:lnTo>
                    <a:pt x="2376670" y="784203"/>
                  </a:lnTo>
                  <a:lnTo>
                    <a:pt x="2386413" y="782371"/>
                  </a:lnTo>
                  <a:lnTo>
                    <a:pt x="2396157" y="780434"/>
                  </a:lnTo>
                  <a:lnTo>
                    <a:pt x="2405886" y="778378"/>
                  </a:lnTo>
                  <a:lnTo>
                    <a:pt x="2415630" y="776203"/>
                  </a:lnTo>
                  <a:lnTo>
                    <a:pt x="2425374" y="773908"/>
                  </a:lnTo>
                  <a:lnTo>
                    <a:pt x="2435118" y="771495"/>
                  </a:lnTo>
                  <a:lnTo>
                    <a:pt x="2444862" y="768932"/>
                  </a:lnTo>
                  <a:lnTo>
                    <a:pt x="2454591" y="766235"/>
                  </a:lnTo>
                  <a:lnTo>
                    <a:pt x="2464335" y="763390"/>
                  </a:lnTo>
                  <a:lnTo>
                    <a:pt x="2474079" y="760395"/>
                  </a:lnTo>
                  <a:lnTo>
                    <a:pt x="2483823" y="757251"/>
                  </a:lnTo>
                  <a:lnTo>
                    <a:pt x="2493552" y="753929"/>
                  </a:lnTo>
                  <a:lnTo>
                    <a:pt x="2503296" y="750457"/>
                  </a:lnTo>
                  <a:lnTo>
                    <a:pt x="2513040" y="746807"/>
                  </a:lnTo>
                  <a:lnTo>
                    <a:pt x="2522784" y="742978"/>
                  </a:lnTo>
                  <a:lnTo>
                    <a:pt x="2532513" y="738985"/>
                  </a:lnTo>
                  <a:lnTo>
                    <a:pt x="2542257" y="734798"/>
                  </a:lnTo>
                  <a:lnTo>
                    <a:pt x="2552001" y="730448"/>
                  </a:lnTo>
                  <a:lnTo>
                    <a:pt x="2561745" y="725889"/>
                  </a:lnTo>
                  <a:lnTo>
                    <a:pt x="2571474" y="721151"/>
                  </a:lnTo>
                  <a:lnTo>
                    <a:pt x="2581218" y="716234"/>
                  </a:lnTo>
                  <a:lnTo>
                    <a:pt x="2590962" y="711124"/>
                  </a:lnTo>
                  <a:lnTo>
                    <a:pt x="2600705" y="705820"/>
                  </a:lnTo>
                  <a:lnTo>
                    <a:pt x="2610449" y="700322"/>
                  </a:lnTo>
                  <a:lnTo>
                    <a:pt x="2620178" y="694646"/>
                  </a:lnTo>
                  <a:lnTo>
                    <a:pt x="2629922" y="688776"/>
                  </a:lnTo>
                  <a:lnTo>
                    <a:pt x="2639666" y="682712"/>
                  </a:lnTo>
                  <a:lnTo>
                    <a:pt x="2649410" y="676469"/>
                  </a:lnTo>
                  <a:lnTo>
                    <a:pt x="2659139" y="670047"/>
                  </a:lnTo>
                  <a:lnTo>
                    <a:pt x="2668883" y="663432"/>
                  </a:lnTo>
                  <a:lnTo>
                    <a:pt x="2678627" y="656653"/>
                  </a:lnTo>
                  <a:lnTo>
                    <a:pt x="2688371" y="649695"/>
                  </a:lnTo>
                  <a:lnTo>
                    <a:pt x="2698100" y="642559"/>
                  </a:lnTo>
                  <a:lnTo>
                    <a:pt x="2707844" y="635273"/>
                  </a:lnTo>
                  <a:lnTo>
                    <a:pt x="2717588" y="627809"/>
                  </a:lnTo>
                  <a:lnTo>
                    <a:pt x="2727332" y="620195"/>
                  </a:lnTo>
                  <a:lnTo>
                    <a:pt x="2737076" y="612418"/>
                  </a:lnTo>
                  <a:lnTo>
                    <a:pt x="2746805" y="604507"/>
                  </a:lnTo>
                  <a:lnTo>
                    <a:pt x="2756549" y="596446"/>
                  </a:lnTo>
                  <a:lnTo>
                    <a:pt x="2766293" y="588252"/>
                  </a:lnTo>
                  <a:lnTo>
                    <a:pt x="2776037" y="579924"/>
                  </a:lnTo>
                  <a:lnTo>
                    <a:pt x="2785766" y="571461"/>
                  </a:lnTo>
                  <a:lnTo>
                    <a:pt x="2795510" y="562894"/>
                  </a:lnTo>
                  <a:lnTo>
                    <a:pt x="2805254" y="554223"/>
                  </a:lnTo>
                  <a:lnTo>
                    <a:pt x="2814998" y="545432"/>
                  </a:lnTo>
                  <a:lnTo>
                    <a:pt x="2824727" y="536548"/>
                  </a:lnTo>
                  <a:lnTo>
                    <a:pt x="2834471" y="527571"/>
                  </a:lnTo>
                  <a:lnTo>
                    <a:pt x="2844215" y="518510"/>
                  </a:lnTo>
                  <a:lnTo>
                    <a:pt x="2853958" y="509371"/>
                  </a:lnTo>
                  <a:lnTo>
                    <a:pt x="2863687" y="500159"/>
                  </a:lnTo>
                  <a:lnTo>
                    <a:pt x="2873431" y="490883"/>
                  </a:lnTo>
                  <a:lnTo>
                    <a:pt x="2883175" y="481548"/>
                  </a:lnTo>
                  <a:lnTo>
                    <a:pt x="2892919" y="472162"/>
                  </a:lnTo>
                  <a:lnTo>
                    <a:pt x="2902663" y="462731"/>
                  </a:lnTo>
                  <a:lnTo>
                    <a:pt x="2912392" y="45326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8" name="Freeform 737">
              <a:extLst>
                <a:ext uri="{FF2B5EF4-FFF2-40B4-BE49-F238E27FC236}">
                  <a16:creationId xmlns:a16="http://schemas.microsoft.com/office/drawing/2014/main" id="{9ADFEC71-8FB7-C529-F49A-FBAE9AA2D631}"/>
                </a:ext>
              </a:extLst>
            </p:cNvPr>
            <p:cNvSpPr/>
            <p:nvPr/>
          </p:nvSpPr>
          <p:spPr>
            <a:xfrm>
              <a:off x="576446" y="3356761"/>
              <a:ext cx="2912392" cy="349278"/>
            </a:xfrm>
            <a:custGeom>
              <a:avLst/>
              <a:gdLst>
                <a:gd name="connsiteX0" fmla="*/ 0 w 2912392"/>
                <a:gd name="connsiteY0" fmla="*/ 0 h 349278"/>
                <a:gd name="connsiteX1" fmla="*/ 9739 w 2912392"/>
                <a:gd name="connsiteY1" fmla="*/ 10687 h 349278"/>
                <a:gd name="connsiteX2" fmla="*/ 19480 w 2912392"/>
                <a:gd name="connsiteY2" fmla="*/ 21367 h 349278"/>
                <a:gd name="connsiteX3" fmla="*/ 29221 w 2912392"/>
                <a:gd name="connsiteY3" fmla="*/ 32022 h 349278"/>
                <a:gd name="connsiteX4" fmla="*/ 38961 w 2912392"/>
                <a:gd name="connsiteY4" fmla="*/ 42641 h 349278"/>
                <a:gd name="connsiteX5" fmla="*/ 48702 w 2912392"/>
                <a:gd name="connsiteY5" fmla="*/ 53207 h 349278"/>
                <a:gd name="connsiteX6" fmla="*/ 58443 w 2912392"/>
                <a:gd name="connsiteY6" fmla="*/ 63710 h 349278"/>
                <a:gd name="connsiteX7" fmla="*/ 68182 w 2912392"/>
                <a:gd name="connsiteY7" fmla="*/ 74130 h 349278"/>
                <a:gd name="connsiteX8" fmla="*/ 77923 w 2912392"/>
                <a:gd name="connsiteY8" fmla="*/ 84458 h 349278"/>
                <a:gd name="connsiteX9" fmla="*/ 87664 w 2912392"/>
                <a:gd name="connsiteY9" fmla="*/ 94676 h 349278"/>
                <a:gd name="connsiteX10" fmla="*/ 97404 w 2912392"/>
                <a:gd name="connsiteY10" fmla="*/ 104773 h 349278"/>
                <a:gd name="connsiteX11" fmla="*/ 107145 w 2912392"/>
                <a:gd name="connsiteY11" fmla="*/ 114734 h 349278"/>
                <a:gd name="connsiteX12" fmla="*/ 116886 w 2912392"/>
                <a:gd name="connsiteY12" fmla="*/ 124545 h 349278"/>
                <a:gd name="connsiteX13" fmla="*/ 126625 w 2912392"/>
                <a:gd name="connsiteY13" fmla="*/ 134195 h 349278"/>
                <a:gd name="connsiteX14" fmla="*/ 136366 w 2912392"/>
                <a:gd name="connsiteY14" fmla="*/ 143671 h 349278"/>
                <a:gd name="connsiteX15" fmla="*/ 146107 w 2912392"/>
                <a:gd name="connsiteY15" fmla="*/ 152960 h 349278"/>
                <a:gd name="connsiteX16" fmla="*/ 155846 w 2912392"/>
                <a:gd name="connsiteY16" fmla="*/ 162052 h 349278"/>
                <a:gd name="connsiteX17" fmla="*/ 165587 w 2912392"/>
                <a:gd name="connsiteY17" fmla="*/ 170932 h 349278"/>
                <a:gd name="connsiteX18" fmla="*/ 175328 w 2912392"/>
                <a:gd name="connsiteY18" fmla="*/ 179592 h 349278"/>
                <a:gd name="connsiteX19" fmla="*/ 185068 w 2912392"/>
                <a:gd name="connsiteY19" fmla="*/ 188021 h 349278"/>
                <a:gd name="connsiteX20" fmla="*/ 194809 w 2912392"/>
                <a:gd name="connsiteY20" fmla="*/ 196209 h 349278"/>
                <a:gd name="connsiteX21" fmla="*/ 204550 w 2912392"/>
                <a:gd name="connsiteY21" fmla="*/ 204147 h 349278"/>
                <a:gd name="connsiteX22" fmla="*/ 214289 w 2912392"/>
                <a:gd name="connsiteY22" fmla="*/ 211826 h 349278"/>
                <a:gd name="connsiteX23" fmla="*/ 224030 w 2912392"/>
                <a:gd name="connsiteY23" fmla="*/ 219240 h 349278"/>
                <a:gd name="connsiteX24" fmla="*/ 233771 w 2912392"/>
                <a:gd name="connsiteY24" fmla="*/ 226380 h 349278"/>
                <a:gd name="connsiteX25" fmla="*/ 243510 w 2912392"/>
                <a:gd name="connsiteY25" fmla="*/ 233238 h 349278"/>
                <a:gd name="connsiteX26" fmla="*/ 253251 w 2912392"/>
                <a:gd name="connsiteY26" fmla="*/ 239811 h 349278"/>
                <a:gd name="connsiteX27" fmla="*/ 262992 w 2912392"/>
                <a:gd name="connsiteY27" fmla="*/ 246092 h 349278"/>
                <a:gd name="connsiteX28" fmla="*/ 272732 w 2912392"/>
                <a:gd name="connsiteY28" fmla="*/ 252077 h 349278"/>
                <a:gd name="connsiteX29" fmla="*/ 282473 w 2912392"/>
                <a:gd name="connsiteY29" fmla="*/ 257763 h 349278"/>
                <a:gd name="connsiteX30" fmla="*/ 292214 w 2912392"/>
                <a:gd name="connsiteY30" fmla="*/ 263144 h 349278"/>
                <a:gd name="connsiteX31" fmla="*/ 301953 w 2912392"/>
                <a:gd name="connsiteY31" fmla="*/ 268222 h 349278"/>
                <a:gd name="connsiteX32" fmla="*/ 311694 w 2912392"/>
                <a:gd name="connsiteY32" fmla="*/ 272994 h 349278"/>
                <a:gd name="connsiteX33" fmla="*/ 321435 w 2912392"/>
                <a:gd name="connsiteY33" fmla="*/ 277456 h 349278"/>
                <a:gd name="connsiteX34" fmla="*/ 331175 w 2912392"/>
                <a:gd name="connsiteY34" fmla="*/ 281613 h 349278"/>
                <a:gd name="connsiteX35" fmla="*/ 340916 w 2912392"/>
                <a:gd name="connsiteY35" fmla="*/ 285463 h 349278"/>
                <a:gd name="connsiteX36" fmla="*/ 350656 w 2912392"/>
                <a:gd name="connsiteY36" fmla="*/ 289008 h 349278"/>
                <a:gd name="connsiteX37" fmla="*/ 360396 w 2912392"/>
                <a:gd name="connsiteY37" fmla="*/ 292250 h 349278"/>
                <a:gd name="connsiteX38" fmla="*/ 370137 w 2912392"/>
                <a:gd name="connsiteY38" fmla="*/ 295191 h 349278"/>
                <a:gd name="connsiteX39" fmla="*/ 379878 w 2912392"/>
                <a:gd name="connsiteY39" fmla="*/ 297835 h 349278"/>
                <a:gd name="connsiteX40" fmla="*/ 389617 w 2912392"/>
                <a:gd name="connsiteY40" fmla="*/ 300188 h 349278"/>
                <a:gd name="connsiteX41" fmla="*/ 399358 w 2912392"/>
                <a:gd name="connsiteY41" fmla="*/ 302253 h 349278"/>
                <a:gd name="connsiteX42" fmla="*/ 409099 w 2912392"/>
                <a:gd name="connsiteY42" fmla="*/ 304036 h 349278"/>
                <a:gd name="connsiteX43" fmla="*/ 418839 w 2912392"/>
                <a:gd name="connsiteY43" fmla="*/ 305542 h 349278"/>
                <a:gd name="connsiteX44" fmla="*/ 428580 w 2912392"/>
                <a:gd name="connsiteY44" fmla="*/ 306781 h 349278"/>
                <a:gd name="connsiteX45" fmla="*/ 438321 w 2912392"/>
                <a:gd name="connsiteY45" fmla="*/ 307756 h 349278"/>
                <a:gd name="connsiteX46" fmla="*/ 448060 w 2912392"/>
                <a:gd name="connsiteY46" fmla="*/ 308479 h 349278"/>
                <a:gd name="connsiteX47" fmla="*/ 457801 w 2912392"/>
                <a:gd name="connsiteY47" fmla="*/ 308956 h 349278"/>
                <a:gd name="connsiteX48" fmla="*/ 467542 w 2912392"/>
                <a:gd name="connsiteY48" fmla="*/ 309196 h 349278"/>
                <a:gd name="connsiteX49" fmla="*/ 477281 w 2912392"/>
                <a:gd name="connsiteY49" fmla="*/ 309206 h 349278"/>
                <a:gd name="connsiteX50" fmla="*/ 487022 w 2912392"/>
                <a:gd name="connsiteY50" fmla="*/ 308999 h 349278"/>
                <a:gd name="connsiteX51" fmla="*/ 496763 w 2912392"/>
                <a:gd name="connsiteY51" fmla="*/ 308583 h 349278"/>
                <a:gd name="connsiteX52" fmla="*/ 506503 w 2912392"/>
                <a:gd name="connsiteY52" fmla="*/ 307968 h 349278"/>
                <a:gd name="connsiteX53" fmla="*/ 516244 w 2912392"/>
                <a:gd name="connsiteY53" fmla="*/ 307165 h 349278"/>
                <a:gd name="connsiteX54" fmla="*/ 525985 w 2912392"/>
                <a:gd name="connsiteY54" fmla="*/ 306185 h 349278"/>
                <a:gd name="connsiteX55" fmla="*/ 535724 w 2912392"/>
                <a:gd name="connsiteY55" fmla="*/ 305039 h 349278"/>
                <a:gd name="connsiteX56" fmla="*/ 545465 w 2912392"/>
                <a:gd name="connsiteY56" fmla="*/ 303735 h 349278"/>
                <a:gd name="connsiteX57" fmla="*/ 555206 w 2912392"/>
                <a:gd name="connsiteY57" fmla="*/ 302287 h 349278"/>
                <a:gd name="connsiteX58" fmla="*/ 564946 w 2912392"/>
                <a:gd name="connsiteY58" fmla="*/ 300706 h 349278"/>
                <a:gd name="connsiteX59" fmla="*/ 574687 w 2912392"/>
                <a:gd name="connsiteY59" fmla="*/ 299002 h 349278"/>
                <a:gd name="connsiteX60" fmla="*/ 584428 w 2912392"/>
                <a:gd name="connsiteY60" fmla="*/ 297187 h 349278"/>
                <a:gd name="connsiteX61" fmla="*/ 594167 w 2912392"/>
                <a:gd name="connsiteY61" fmla="*/ 295271 h 349278"/>
                <a:gd name="connsiteX62" fmla="*/ 603908 w 2912392"/>
                <a:gd name="connsiteY62" fmla="*/ 293266 h 349278"/>
                <a:gd name="connsiteX63" fmla="*/ 613649 w 2912392"/>
                <a:gd name="connsiteY63" fmla="*/ 291181 h 349278"/>
                <a:gd name="connsiteX64" fmla="*/ 623388 w 2912392"/>
                <a:gd name="connsiteY64" fmla="*/ 289030 h 349278"/>
                <a:gd name="connsiteX65" fmla="*/ 633129 w 2912392"/>
                <a:gd name="connsiteY65" fmla="*/ 286820 h 349278"/>
                <a:gd name="connsiteX66" fmla="*/ 642870 w 2912392"/>
                <a:gd name="connsiteY66" fmla="*/ 284565 h 349278"/>
                <a:gd name="connsiteX67" fmla="*/ 652610 w 2912392"/>
                <a:gd name="connsiteY67" fmla="*/ 282270 h 349278"/>
                <a:gd name="connsiteX68" fmla="*/ 662351 w 2912392"/>
                <a:gd name="connsiteY68" fmla="*/ 279949 h 349278"/>
                <a:gd name="connsiteX69" fmla="*/ 672092 w 2912392"/>
                <a:gd name="connsiteY69" fmla="*/ 277610 h 349278"/>
                <a:gd name="connsiteX70" fmla="*/ 681831 w 2912392"/>
                <a:gd name="connsiteY70" fmla="*/ 275262 h 349278"/>
                <a:gd name="connsiteX71" fmla="*/ 691572 w 2912392"/>
                <a:gd name="connsiteY71" fmla="*/ 272914 h 349278"/>
                <a:gd name="connsiteX72" fmla="*/ 701313 w 2912392"/>
                <a:gd name="connsiteY72" fmla="*/ 270573 h 349278"/>
                <a:gd name="connsiteX73" fmla="*/ 711052 w 2912392"/>
                <a:gd name="connsiteY73" fmla="*/ 268249 h 349278"/>
                <a:gd name="connsiteX74" fmla="*/ 720793 w 2912392"/>
                <a:gd name="connsiteY74" fmla="*/ 265947 h 349278"/>
                <a:gd name="connsiteX75" fmla="*/ 730534 w 2912392"/>
                <a:gd name="connsiteY75" fmla="*/ 263676 h 349278"/>
                <a:gd name="connsiteX76" fmla="*/ 740274 w 2912392"/>
                <a:gd name="connsiteY76" fmla="*/ 261443 h 349278"/>
                <a:gd name="connsiteX77" fmla="*/ 750015 w 2912392"/>
                <a:gd name="connsiteY77" fmla="*/ 259253 h 349278"/>
                <a:gd name="connsiteX78" fmla="*/ 759756 w 2912392"/>
                <a:gd name="connsiteY78" fmla="*/ 257113 h 349278"/>
                <a:gd name="connsiteX79" fmla="*/ 769495 w 2912392"/>
                <a:gd name="connsiteY79" fmla="*/ 255027 h 349278"/>
                <a:gd name="connsiteX80" fmla="*/ 779236 w 2912392"/>
                <a:gd name="connsiteY80" fmla="*/ 253001 h 349278"/>
                <a:gd name="connsiteX81" fmla="*/ 788977 w 2912392"/>
                <a:gd name="connsiteY81" fmla="*/ 251037 h 349278"/>
                <a:gd name="connsiteX82" fmla="*/ 798717 w 2912392"/>
                <a:gd name="connsiteY82" fmla="*/ 249144 h 349278"/>
                <a:gd name="connsiteX83" fmla="*/ 808458 w 2912392"/>
                <a:gd name="connsiteY83" fmla="*/ 247320 h 349278"/>
                <a:gd name="connsiteX84" fmla="*/ 818199 w 2912392"/>
                <a:gd name="connsiteY84" fmla="*/ 245571 h 349278"/>
                <a:gd name="connsiteX85" fmla="*/ 827938 w 2912392"/>
                <a:gd name="connsiteY85" fmla="*/ 243899 h 349278"/>
                <a:gd name="connsiteX86" fmla="*/ 837679 w 2912392"/>
                <a:gd name="connsiteY86" fmla="*/ 242307 h 349278"/>
                <a:gd name="connsiteX87" fmla="*/ 847420 w 2912392"/>
                <a:gd name="connsiteY87" fmla="*/ 240796 h 349278"/>
                <a:gd name="connsiteX88" fmla="*/ 857159 w 2912392"/>
                <a:gd name="connsiteY88" fmla="*/ 239367 h 349278"/>
                <a:gd name="connsiteX89" fmla="*/ 866900 w 2912392"/>
                <a:gd name="connsiteY89" fmla="*/ 238023 h 349278"/>
                <a:gd name="connsiteX90" fmla="*/ 876641 w 2912392"/>
                <a:gd name="connsiteY90" fmla="*/ 236763 h 349278"/>
                <a:gd name="connsiteX91" fmla="*/ 886381 w 2912392"/>
                <a:gd name="connsiteY91" fmla="*/ 235587 h 349278"/>
                <a:gd name="connsiteX92" fmla="*/ 896122 w 2912392"/>
                <a:gd name="connsiteY92" fmla="*/ 234497 h 349278"/>
                <a:gd name="connsiteX93" fmla="*/ 905863 w 2912392"/>
                <a:gd name="connsiteY93" fmla="*/ 233491 h 349278"/>
                <a:gd name="connsiteX94" fmla="*/ 915602 w 2912392"/>
                <a:gd name="connsiteY94" fmla="*/ 232569 h 349278"/>
                <a:gd name="connsiteX95" fmla="*/ 925343 w 2912392"/>
                <a:gd name="connsiteY95" fmla="*/ 231730 h 349278"/>
                <a:gd name="connsiteX96" fmla="*/ 935084 w 2912392"/>
                <a:gd name="connsiteY96" fmla="*/ 230973 h 349278"/>
                <a:gd name="connsiteX97" fmla="*/ 944824 w 2912392"/>
                <a:gd name="connsiteY97" fmla="*/ 230297 h 349278"/>
                <a:gd name="connsiteX98" fmla="*/ 954564 w 2912392"/>
                <a:gd name="connsiteY98" fmla="*/ 229701 h 349278"/>
                <a:gd name="connsiteX99" fmla="*/ 964305 w 2912392"/>
                <a:gd name="connsiteY99" fmla="*/ 229182 h 349278"/>
                <a:gd name="connsiteX100" fmla="*/ 974045 w 2912392"/>
                <a:gd name="connsiteY100" fmla="*/ 228740 h 349278"/>
                <a:gd name="connsiteX101" fmla="*/ 983786 w 2912392"/>
                <a:gd name="connsiteY101" fmla="*/ 228372 h 349278"/>
                <a:gd name="connsiteX102" fmla="*/ 993522 w 2912392"/>
                <a:gd name="connsiteY102" fmla="*/ 228075 h 349278"/>
                <a:gd name="connsiteX103" fmla="*/ 1003266 w 2912392"/>
                <a:gd name="connsiteY103" fmla="*/ 227850 h 349278"/>
                <a:gd name="connsiteX104" fmla="*/ 1013010 w 2912392"/>
                <a:gd name="connsiteY104" fmla="*/ 227692 h 349278"/>
                <a:gd name="connsiteX105" fmla="*/ 1022754 w 2912392"/>
                <a:gd name="connsiteY105" fmla="*/ 227600 h 349278"/>
                <a:gd name="connsiteX106" fmla="*/ 1032483 w 2912392"/>
                <a:gd name="connsiteY106" fmla="*/ 227572 h 349278"/>
                <a:gd name="connsiteX107" fmla="*/ 1042227 w 2912392"/>
                <a:gd name="connsiteY107" fmla="*/ 227604 h 349278"/>
                <a:gd name="connsiteX108" fmla="*/ 1051971 w 2912392"/>
                <a:gd name="connsiteY108" fmla="*/ 227695 h 349278"/>
                <a:gd name="connsiteX109" fmla="*/ 1061715 w 2912392"/>
                <a:gd name="connsiteY109" fmla="*/ 227844 h 349278"/>
                <a:gd name="connsiteX110" fmla="*/ 1071444 w 2912392"/>
                <a:gd name="connsiteY110" fmla="*/ 228048 h 349278"/>
                <a:gd name="connsiteX111" fmla="*/ 1081188 w 2912392"/>
                <a:gd name="connsiteY111" fmla="*/ 228306 h 349278"/>
                <a:gd name="connsiteX112" fmla="*/ 1090932 w 2912392"/>
                <a:gd name="connsiteY112" fmla="*/ 228613 h 349278"/>
                <a:gd name="connsiteX113" fmla="*/ 1100676 w 2912392"/>
                <a:gd name="connsiteY113" fmla="*/ 228969 h 349278"/>
                <a:gd name="connsiteX114" fmla="*/ 1110405 w 2912392"/>
                <a:gd name="connsiteY114" fmla="*/ 229373 h 349278"/>
                <a:gd name="connsiteX115" fmla="*/ 1120149 w 2912392"/>
                <a:gd name="connsiteY115" fmla="*/ 229821 h 349278"/>
                <a:gd name="connsiteX116" fmla="*/ 1129893 w 2912392"/>
                <a:gd name="connsiteY116" fmla="*/ 230313 h 349278"/>
                <a:gd name="connsiteX117" fmla="*/ 1139637 w 2912392"/>
                <a:gd name="connsiteY117" fmla="*/ 230848 h 349278"/>
                <a:gd name="connsiteX118" fmla="*/ 1149381 w 2912392"/>
                <a:gd name="connsiteY118" fmla="*/ 231421 h 349278"/>
                <a:gd name="connsiteX119" fmla="*/ 1159110 w 2912392"/>
                <a:gd name="connsiteY119" fmla="*/ 232035 h 349278"/>
                <a:gd name="connsiteX120" fmla="*/ 1168854 w 2912392"/>
                <a:gd name="connsiteY120" fmla="*/ 232688 h 349278"/>
                <a:gd name="connsiteX121" fmla="*/ 1178598 w 2912392"/>
                <a:gd name="connsiteY121" fmla="*/ 233376 h 349278"/>
                <a:gd name="connsiteX122" fmla="*/ 1188341 w 2912392"/>
                <a:gd name="connsiteY122" fmla="*/ 234102 h 349278"/>
                <a:gd name="connsiteX123" fmla="*/ 1198070 w 2912392"/>
                <a:gd name="connsiteY123" fmla="*/ 234862 h 349278"/>
                <a:gd name="connsiteX124" fmla="*/ 1207814 w 2912392"/>
                <a:gd name="connsiteY124" fmla="*/ 235656 h 349278"/>
                <a:gd name="connsiteX125" fmla="*/ 1217558 w 2912392"/>
                <a:gd name="connsiteY125" fmla="*/ 236483 h 349278"/>
                <a:gd name="connsiteX126" fmla="*/ 1227302 w 2912392"/>
                <a:gd name="connsiteY126" fmla="*/ 237342 h 349278"/>
                <a:gd name="connsiteX127" fmla="*/ 1237031 w 2912392"/>
                <a:gd name="connsiteY127" fmla="*/ 238235 h 349278"/>
                <a:gd name="connsiteX128" fmla="*/ 1246775 w 2912392"/>
                <a:gd name="connsiteY128" fmla="*/ 239160 h 349278"/>
                <a:gd name="connsiteX129" fmla="*/ 1256519 w 2912392"/>
                <a:gd name="connsiteY129" fmla="*/ 240115 h 349278"/>
                <a:gd name="connsiteX130" fmla="*/ 1266263 w 2912392"/>
                <a:gd name="connsiteY130" fmla="*/ 241101 h 349278"/>
                <a:gd name="connsiteX131" fmla="*/ 1276007 w 2912392"/>
                <a:gd name="connsiteY131" fmla="*/ 242119 h 349278"/>
                <a:gd name="connsiteX132" fmla="*/ 1285736 w 2912392"/>
                <a:gd name="connsiteY132" fmla="*/ 243166 h 349278"/>
                <a:gd name="connsiteX133" fmla="*/ 1295480 w 2912392"/>
                <a:gd name="connsiteY133" fmla="*/ 244245 h 349278"/>
                <a:gd name="connsiteX134" fmla="*/ 1305224 w 2912392"/>
                <a:gd name="connsiteY134" fmla="*/ 245352 h 349278"/>
                <a:gd name="connsiteX135" fmla="*/ 1314968 w 2912392"/>
                <a:gd name="connsiteY135" fmla="*/ 246489 h 349278"/>
                <a:gd name="connsiteX136" fmla="*/ 1324697 w 2912392"/>
                <a:gd name="connsiteY136" fmla="*/ 247654 h 349278"/>
                <a:gd name="connsiteX137" fmla="*/ 1334441 w 2912392"/>
                <a:gd name="connsiteY137" fmla="*/ 248849 h 349278"/>
                <a:gd name="connsiteX138" fmla="*/ 1344185 w 2912392"/>
                <a:gd name="connsiteY138" fmla="*/ 250072 h 349278"/>
                <a:gd name="connsiteX139" fmla="*/ 1353929 w 2912392"/>
                <a:gd name="connsiteY139" fmla="*/ 251322 h 349278"/>
                <a:gd name="connsiteX140" fmla="*/ 1363658 w 2912392"/>
                <a:gd name="connsiteY140" fmla="*/ 252600 h 349278"/>
                <a:gd name="connsiteX141" fmla="*/ 1373402 w 2912392"/>
                <a:gd name="connsiteY141" fmla="*/ 253906 h 349278"/>
                <a:gd name="connsiteX142" fmla="*/ 1383146 w 2912392"/>
                <a:gd name="connsiteY142" fmla="*/ 255236 h 349278"/>
                <a:gd name="connsiteX143" fmla="*/ 1392890 w 2912392"/>
                <a:gd name="connsiteY143" fmla="*/ 256592 h 349278"/>
                <a:gd name="connsiteX144" fmla="*/ 1402619 w 2912392"/>
                <a:gd name="connsiteY144" fmla="*/ 257971 h 349278"/>
                <a:gd name="connsiteX145" fmla="*/ 1412363 w 2912392"/>
                <a:gd name="connsiteY145" fmla="*/ 259375 h 349278"/>
                <a:gd name="connsiteX146" fmla="*/ 1422106 w 2912392"/>
                <a:gd name="connsiteY146" fmla="*/ 260799 h 349278"/>
                <a:gd name="connsiteX147" fmla="*/ 1431850 w 2912392"/>
                <a:gd name="connsiteY147" fmla="*/ 262246 h 349278"/>
                <a:gd name="connsiteX148" fmla="*/ 1441594 w 2912392"/>
                <a:gd name="connsiteY148" fmla="*/ 263711 h 349278"/>
                <a:gd name="connsiteX149" fmla="*/ 1451323 w 2912392"/>
                <a:gd name="connsiteY149" fmla="*/ 265193 h 349278"/>
                <a:gd name="connsiteX150" fmla="*/ 1461067 w 2912392"/>
                <a:gd name="connsiteY150" fmla="*/ 266692 h 349278"/>
                <a:gd name="connsiteX151" fmla="*/ 1470811 w 2912392"/>
                <a:gd name="connsiteY151" fmla="*/ 268204 h 349278"/>
                <a:gd name="connsiteX152" fmla="*/ 1480555 w 2912392"/>
                <a:gd name="connsiteY152" fmla="*/ 269730 h 349278"/>
                <a:gd name="connsiteX153" fmla="*/ 1490284 w 2912392"/>
                <a:gd name="connsiteY153" fmla="*/ 271264 h 349278"/>
                <a:gd name="connsiteX154" fmla="*/ 1500028 w 2912392"/>
                <a:gd name="connsiteY154" fmla="*/ 272806 h 349278"/>
                <a:gd name="connsiteX155" fmla="*/ 1509772 w 2912392"/>
                <a:gd name="connsiteY155" fmla="*/ 274353 h 349278"/>
                <a:gd name="connsiteX156" fmla="*/ 1519516 w 2912392"/>
                <a:gd name="connsiteY156" fmla="*/ 275902 h 349278"/>
                <a:gd name="connsiteX157" fmla="*/ 1529245 w 2912392"/>
                <a:gd name="connsiteY157" fmla="*/ 277452 h 349278"/>
                <a:gd name="connsiteX158" fmla="*/ 1538989 w 2912392"/>
                <a:gd name="connsiteY158" fmla="*/ 278997 h 349278"/>
                <a:gd name="connsiteX159" fmla="*/ 1548733 w 2912392"/>
                <a:gd name="connsiteY159" fmla="*/ 280537 h 349278"/>
                <a:gd name="connsiteX160" fmla="*/ 1558477 w 2912392"/>
                <a:gd name="connsiteY160" fmla="*/ 282068 h 349278"/>
                <a:gd name="connsiteX161" fmla="*/ 1568221 w 2912392"/>
                <a:gd name="connsiteY161" fmla="*/ 283586 h 349278"/>
                <a:gd name="connsiteX162" fmla="*/ 1577950 w 2912392"/>
                <a:gd name="connsiteY162" fmla="*/ 285088 h 349278"/>
                <a:gd name="connsiteX163" fmla="*/ 1587694 w 2912392"/>
                <a:gd name="connsiteY163" fmla="*/ 286570 h 349278"/>
                <a:gd name="connsiteX164" fmla="*/ 1597438 w 2912392"/>
                <a:gd name="connsiteY164" fmla="*/ 288029 h 349278"/>
                <a:gd name="connsiteX165" fmla="*/ 1607182 w 2912392"/>
                <a:gd name="connsiteY165" fmla="*/ 289462 h 349278"/>
                <a:gd name="connsiteX166" fmla="*/ 1616911 w 2912392"/>
                <a:gd name="connsiteY166" fmla="*/ 290865 h 349278"/>
                <a:gd name="connsiteX167" fmla="*/ 1626655 w 2912392"/>
                <a:gd name="connsiteY167" fmla="*/ 292235 h 349278"/>
                <a:gd name="connsiteX168" fmla="*/ 1636399 w 2912392"/>
                <a:gd name="connsiteY168" fmla="*/ 293568 h 349278"/>
                <a:gd name="connsiteX169" fmla="*/ 1646142 w 2912392"/>
                <a:gd name="connsiteY169" fmla="*/ 294860 h 349278"/>
                <a:gd name="connsiteX170" fmla="*/ 1655872 w 2912392"/>
                <a:gd name="connsiteY170" fmla="*/ 296107 h 349278"/>
                <a:gd name="connsiteX171" fmla="*/ 1665616 w 2912392"/>
                <a:gd name="connsiteY171" fmla="*/ 297306 h 349278"/>
                <a:gd name="connsiteX172" fmla="*/ 1675359 w 2912392"/>
                <a:gd name="connsiteY172" fmla="*/ 298454 h 349278"/>
                <a:gd name="connsiteX173" fmla="*/ 1685103 w 2912392"/>
                <a:gd name="connsiteY173" fmla="*/ 299547 h 349278"/>
                <a:gd name="connsiteX174" fmla="*/ 1694832 w 2912392"/>
                <a:gd name="connsiteY174" fmla="*/ 300583 h 349278"/>
                <a:gd name="connsiteX175" fmla="*/ 1704576 w 2912392"/>
                <a:gd name="connsiteY175" fmla="*/ 301555 h 349278"/>
                <a:gd name="connsiteX176" fmla="*/ 1714320 w 2912392"/>
                <a:gd name="connsiteY176" fmla="*/ 302464 h 349278"/>
                <a:gd name="connsiteX177" fmla="*/ 1724064 w 2912392"/>
                <a:gd name="connsiteY177" fmla="*/ 303306 h 349278"/>
                <a:gd name="connsiteX178" fmla="*/ 1733808 w 2912392"/>
                <a:gd name="connsiteY178" fmla="*/ 304078 h 349278"/>
                <a:gd name="connsiteX179" fmla="*/ 1743537 w 2912392"/>
                <a:gd name="connsiteY179" fmla="*/ 304778 h 349278"/>
                <a:gd name="connsiteX180" fmla="*/ 1753281 w 2912392"/>
                <a:gd name="connsiteY180" fmla="*/ 305401 h 349278"/>
                <a:gd name="connsiteX181" fmla="*/ 1763025 w 2912392"/>
                <a:gd name="connsiteY181" fmla="*/ 305949 h 349278"/>
                <a:gd name="connsiteX182" fmla="*/ 1772769 w 2912392"/>
                <a:gd name="connsiteY182" fmla="*/ 306417 h 349278"/>
                <a:gd name="connsiteX183" fmla="*/ 1782498 w 2912392"/>
                <a:gd name="connsiteY183" fmla="*/ 306803 h 349278"/>
                <a:gd name="connsiteX184" fmla="*/ 1792242 w 2912392"/>
                <a:gd name="connsiteY184" fmla="*/ 307108 h 349278"/>
                <a:gd name="connsiteX185" fmla="*/ 1801986 w 2912392"/>
                <a:gd name="connsiteY185" fmla="*/ 307330 h 349278"/>
                <a:gd name="connsiteX186" fmla="*/ 1811730 w 2912392"/>
                <a:gd name="connsiteY186" fmla="*/ 307469 h 349278"/>
                <a:gd name="connsiteX187" fmla="*/ 1821459 w 2912392"/>
                <a:gd name="connsiteY187" fmla="*/ 307522 h 349278"/>
                <a:gd name="connsiteX188" fmla="*/ 1831203 w 2912392"/>
                <a:gd name="connsiteY188" fmla="*/ 307491 h 349278"/>
                <a:gd name="connsiteX189" fmla="*/ 1840947 w 2912392"/>
                <a:gd name="connsiteY189" fmla="*/ 307376 h 349278"/>
                <a:gd name="connsiteX190" fmla="*/ 1850691 w 2912392"/>
                <a:gd name="connsiteY190" fmla="*/ 307177 h 349278"/>
                <a:gd name="connsiteX191" fmla="*/ 1860435 w 2912392"/>
                <a:gd name="connsiteY191" fmla="*/ 306895 h 349278"/>
                <a:gd name="connsiteX192" fmla="*/ 1870164 w 2912392"/>
                <a:gd name="connsiteY192" fmla="*/ 306532 h 349278"/>
                <a:gd name="connsiteX193" fmla="*/ 1879908 w 2912392"/>
                <a:gd name="connsiteY193" fmla="*/ 306086 h 349278"/>
                <a:gd name="connsiteX194" fmla="*/ 1889652 w 2912392"/>
                <a:gd name="connsiteY194" fmla="*/ 305563 h 349278"/>
                <a:gd name="connsiteX195" fmla="*/ 1899395 w 2912392"/>
                <a:gd name="connsiteY195" fmla="*/ 304964 h 349278"/>
                <a:gd name="connsiteX196" fmla="*/ 1909124 w 2912392"/>
                <a:gd name="connsiteY196" fmla="*/ 304292 h 349278"/>
                <a:gd name="connsiteX197" fmla="*/ 1918868 w 2912392"/>
                <a:gd name="connsiteY197" fmla="*/ 303549 h 349278"/>
                <a:gd name="connsiteX198" fmla="*/ 1928612 w 2912392"/>
                <a:gd name="connsiteY198" fmla="*/ 302738 h 349278"/>
                <a:gd name="connsiteX199" fmla="*/ 1938356 w 2912392"/>
                <a:gd name="connsiteY199" fmla="*/ 301865 h 349278"/>
                <a:gd name="connsiteX200" fmla="*/ 1948085 w 2912392"/>
                <a:gd name="connsiteY200" fmla="*/ 300931 h 349278"/>
                <a:gd name="connsiteX201" fmla="*/ 1957829 w 2912392"/>
                <a:gd name="connsiteY201" fmla="*/ 299942 h 349278"/>
                <a:gd name="connsiteX202" fmla="*/ 1967573 w 2912392"/>
                <a:gd name="connsiteY202" fmla="*/ 298902 h 349278"/>
                <a:gd name="connsiteX203" fmla="*/ 1977317 w 2912392"/>
                <a:gd name="connsiteY203" fmla="*/ 297816 h 349278"/>
                <a:gd name="connsiteX204" fmla="*/ 1987046 w 2912392"/>
                <a:gd name="connsiteY204" fmla="*/ 296689 h 349278"/>
                <a:gd name="connsiteX205" fmla="*/ 1996790 w 2912392"/>
                <a:gd name="connsiteY205" fmla="*/ 295527 h 349278"/>
                <a:gd name="connsiteX206" fmla="*/ 2006534 w 2912392"/>
                <a:gd name="connsiteY206" fmla="*/ 294335 h 349278"/>
                <a:gd name="connsiteX207" fmla="*/ 2016278 w 2912392"/>
                <a:gd name="connsiteY207" fmla="*/ 293120 h 349278"/>
                <a:gd name="connsiteX208" fmla="*/ 2026022 w 2912392"/>
                <a:gd name="connsiteY208" fmla="*/ 291886 h 349278"/>
                <a:gd name="connsiteX209" fmla="*/ 2035751 w 2912392"/>
                <a:gd name="connsiteY209" fmla="*/ 290640 h 349278"/>
                <a:gd name="connsiteX210" fmla="*/ 2045495 w 2912392"/>
                <a:gd name="connsiteY210" fmla="*/ 289389 h 349278"/>
                <a:gd name="connsiteX211" fmla="*/ 2055239 w 2912392"/>
                <a:gd name="connsiteY211" fmla="*/ 288140 h 349278"/>
                <a:gd name="connsiteX212" fmla="*/ 2064983 w 2912392"/>
                <a:gd name="connsiteY212" fmla="*/ 286899 h 349278"/>
                <a:gd name="connsiteX213" fmla="*/ 2074712 w 2912392"/>
                <a:gd name="connsiteY213" fmla="*/ 285673 h 349278"/>
                <a:gd name="connsiteX214" fmla="*/ 2084456 w 2912392"/>
                <a:gd name="connsiteY214" fmla="*/ 284468 h 349278"/>
                <a:gd name="connsiteX215" fmla="*/ 2094200 w 2912392"/>
                <a:gd name="connsiteY215" fmla="*/ 283292 h 349278"/>
                <a:gd name="connsiteX216" fmla="*/ 2103944 w 2912392"/>
                <a:gd name="connsiteY216" fmla="*/ 282149 h 349278"/>
                <a:gd name="connsiteX217" fmla="*/ 2113673 w 2912392"/>
                <a:gd name="connsiteY217" fmla="*/ 281050 h 349278"/>
                <a:gd name="connsiteX218" fmla="*/ 2123417 w 2912392"/>
                <a:gd name="connsiteY218" fmla="*/ 279998 h 349278"/>
                <a:gd name="connsiteX219" fmla="*/ 2133161 w 2912392"/>
                <a:gd name="connsiteY219" fmla="*/ 279001 h 349278"/>
                <a:gd name="connsiteX220" fmla="*/ 2142905 w 2912392"/>
                <a:gd name="connsiteY220" fmla="*/ 278066 h 349278"/>
                <a:gd name="connsiteX221" fmla="*/ 2152649 w 2912392"/>
                <a:gd name="connsiteY221" fmla="*/ 277197 h 349278"/>
                <a:gd name="connsiteX222" fmla="*/ 2162377 w 2912392"/>
                <a:gd name="connsiteY222" fmla="*/ 276401 h 349278"/>
                <a:gd name="connsiteX223" fmla="*/ 2172121 w 2912392"/>
                <a:gd name="connsiteY223" fmla="*/ 275686 h 349278"/>
                <a:gd name="connsiteX224" fmla="*/ 2181865 w 2912392"/>
                <a:gd name="connsiteY224" fmla="*/ 275055 h 349278"/>
                <a:gd name="connsiteX225" fmla="*/ 2191609 w 2912392"/>
                <a:gd name="connsiteY225" fmla="*/ 274512 h 349278"/>
                <a:gd name="connsiteX226" fmla="*/ 2201338 w 2912392"/>
                <a:gd name="connsiteY226" fmla="*/ 274065 h 349278"/>
                <a:gd name="connsiteX227" fmla="*/ 2211082 w 2912392"/>
                <a:gd name="connsiteY227" fmla="*/ 273717 h 349278"/>
                <a:gd name="connsiteX228" fmla="*/ 2220826 w 2912392"/>
                <a:gd name="connsiteY228" fmla="*/ 273472 h 349278"/>
                <a:gd name="connsiteX229" fmla="*/ 2230570 w 2912392"/>
                <a:gd name="connsiteY229" fmla="*/ 273335 h 349278"/>
                <a:gd name="connsiteX230" fmla="*/ 2240299 w 2912392"/>
                <a:gd name="connsiteY230" fmla="*/ 273307 h 349278"/>
                <a:gd name="connsiteX231" fmla="*/ 2250043 w 2912392"/>
                <a:gd name="connsiteY231" fmla="*/ 273393 h 349278"/>
                <a:gd name="connsiteX232" fmla="*/ 2259787 w 2912392"/>
                <a:gd name="connsiteY232" fmla="*/ 273596 h 349278"/>
                <a:gd name="connsiteX233" fmla="*/ 2269531 w 2912392"/>
                <a:gd name="connsiteY233" fmla="*/ 273915 h 349278"/>
                <a:gd name="connsiteX234" fmla="*/ 2279260 w 2912392"/>
                <a:gd name="connsiteY234" fmla="*/ 274354 h 349278"/>
                <a:gd name="connsiteX235" fmla="*/ 2289004 w 2912392"/>
                <a:gd name="connsiteY235" fmla="*/ 274913 h 349278"/>
                <a:gd name="connsiteX236" fmla="*/ 2298748 w 2912392"/>
                <a:gd name="connsiteY236" fmla="*/ 275592 h 349278"/>
                <a:gd name="connsiteX237" fmla="*/ 2308492 w 2912392"/>
                <a:gd name="connsiteY237" fmla="*/ 276393 h 349278"/>
                <a:gd name="connsiteX238" fmla="*/ 2318236 w 2912392"/>
                <a:gd name="connsiteY238" fmla="*/ 277312 h 349278"/>
                <a:gd name="connsiteX239" fmla="*/ 2327965 w 2912392"/>
                <a:gd name="connsiteY239" fmla="*/ 278349 h 349278"/>
                <a:gd name="connsiteX240" fmla="*/ 2337709 w 2912392"/>
                <a:gd name="connsiteY240" fmla="*/ 279503 h 349278"/>
                <a:gd name="connsiteX241" fmla="*/ 2347453 w 2912392"/>
                <a:gd name="connsiteY241" fmla="*/ 280773 h 349278"/>
                <a:gd name="connsiteX242" fmla="*/ 2357197 w 2912392"/>
                <a:gd name="connsiteY242" fmla="*/ 282154 h 349278"/>
                <a:gd name="connsiteX243" fmla="*/ 2366926 w 2912392"/>
                <a:gd name="connsiteY243" fmla="*/ 283642 h 349278"/>
                <a:gd name="connsiteX244" fmla="*/ 2376670 w 2912392"/>
                <a:gd name="connsiteY244" fmla="*/ 285235 h 349278"/>
                <a:gd name="connsiteX245" fmla="*/ 2386413 w 2912392"/>
                <a:gd name="connsiteY245" fmla="*/ 286928 h 349278"/>
                <a:gd name="connsiteX246" fmla="*/ 2396157 w 2912392"/>
                <a:gd name="connsiteY246" fmla="*/ 288716 h 349278"/>
                <a:gd name="connsiteX247" fmla="*/ 2405886 w 2912392"/>
                <a:gd name="connsiteY247" fmla="*/ 290591 h 349278"/>
                <a:gd name="connsiteX248" fmla="*/ 2415630 w 2912392"/>
                <a:gd name="connsiteY248" fmla="*/ 292552 h 349278"/>
                <a:gd name="connsiteX249" fmla="*/ 2425374 w 2912392"/>
                <a:gd name="connsiteY249" fmla="*/ 294589 h 349278"/>
                <a:gd name="connsiteX250" fmla="*/ 2435118 w 2912392"/>
                <a:gd name="connsiteY250" fmla="*/ 296697 h 349278"/>
                <a:gd name="connsiteX251" fmla="*/ 2444862 w 2912392"/>
                <a:gd name="connsiteY251" fmla="*/ 298866 h 349278"/>
                <a:gd name="connsiteX252" fmla="*/ 2454591 w 2912392"/>
                <a:gd name="connsiteY252" fmla="*/ 301092 h 349278"/>
                <a:gd name="connsiteX253" fmla="*/ 2464335 w 2912392"/>
                <a:gd name="connsiteY253" fmla="*/ 303364 h 349278"/>
                <a:gd name="connsiteX254" fmla="*/ 2474079 w 2912392"/>
                <a:gd name="connsiteY254" fmla="*/ 305675 h 349278"/>
                <a:gd name="connsiteX255" fmla="*/ 2483823 w 2912392"/>
                <a:gd name="connsiteY255" fmla="*/ 308017 h 349278"/>
                <a:gd name="connsiteX256" fmla="*/ 2493552 w 2912392"/>
                <a:gd name="connsiteY256" fmla="*/ 310379 h 349278"/>
                <a:gd name="connsiteX257" fmla="*/ 2503296 w 2912392"/>
                <a:gd name="connsiteY257" fmla="*/ 312753 h 349278"/>
                <a:gd name="connsiteX258" fmla="*/ 2513040 w 2912392"/>
                <a:gd name="connsiteY258" fmla="*/ 315131 h 349278"/>
                <a:gd name="connsiteX259" fmla="*/ 2522784 w 2912392"/>
                <a:gd name="connsiteY259" fmla="*/ 317502 h 349278"/>
                <a:gd name="connsiteX260" fmla="*/ 2532513 w 2912392"/>
                <a:gd name="connsiteY260" fmla="*/ 319857 h 349278"/>
                <a:gd name="connsiteX261" fmla="*/ 2542257 w 2912392"/>
                <a:gd name="connsiteY261" fmla="*/ 322185 h 349278"/>
                <a:gd name="connsiteX262" fmla="*/ 2552001 w 2912392"/>
                <a:gd name="connsiteY262" fmla="*/ 324478 h 349278"/>
                <a:gd name="connsiteX263" fmla="*/ 2561745 w 2912392"/>
                <a:gd name="connsiteY263" fmla="*/ 326724 h 349278"/>
                <a:gd name="connsiteX264" fmla="*/ 2571474 w 2912392"/>
                <a:gd name="connsiteY264" fmla="*/ 328916 h 349278"/>
                <a:gd name="connsiteX265" fmla="*/ 2581218 w 2912392"/>
                <a:gd name="connsiteY265" fmla="*/ 331043 h 349278"/>
                <a:gd name="connsiteX266" fmla="*/ 2590962 w 2912392"/>
                <a:gd name="connsiteY266" fmla="*/ 333097 h 349278"/>
                <a:gd name="connsiteX267" fmla="*/ 2600705 w 2912392"/>
                <a:gd name="connsiteY267" fmla="*/ 335065 h 349278"/>
                <a:gd name="connsiteX268" fmla="*/ 2610449 w 2912392"/>
                <a:gd name="connsiteY268" fmla="*/ 336941 h 349278"/>
                <a:gd name="connsiteX269" fmla="*/ 2620178 w 2912392"/>
                <a:gd name="connsiteY269" fmla="*/ 338715 h 349278"/>
                <a:gd name="connsiteX270" fmla="*/ 2629922 w 2912392"/>
                <a:gd name="connsiteY270" fmla="*/ 340378 h 349278"/>
                <a:gd name="connsiteX271" fmla="*/ 2639666 w 2912392"/>
                <a:gd name="connsiteY271" fmla="*/ 341923 h 349278"/>
                <a:gd name="connsiteX272" fmla="*/ 2649410 w 2912392"/>
                <a:gd name="connsiteY272" fmla="*/ 343340 h 349278"/>
                <a:gd name="connsiteX273" fmla="*/ 2659139 w 2912392"/>
                <a:gd name="connsiteY273" fmla="*/ 344622 h 349278"/>
                <a:gd name="connsiteX274" fmla="*/ 2668883 w 2912392"/>
                <a:gd name="connsiteY274" fmla="*/ 345762 h 349278"/>
                <a:gd name="connsiteX275" fmla="*/ 2678627 w 2912392"/>
                <a:gd name="connsiteY275" fmla="*/ 346754 h 349278"/>
                <a:gd name="connsiteX276" fmla="*/ 2688371 w 2912392"/>
                <a:gd name="connsiteY276" fmla="*/ 347592 h 349278"/>
                <a:gd name="connsiteX277" fmla="*/ 2698100 w 2912392"/>
                <a:gd name="connsiteY277" fmla="*/ 348268 h 349278"/>
                <a:gd name="connsiteX278" fmla="*/ 2707844 w 2912392"/>
                <a:gd name="connsiteY278" fmla="*/ 348778 h 349278"/>
                <a:gd name="connsiteX279" fmla="*/ 2717588 w 2912392"/>
                <a:gd name="connsiteY279" fmla="*/ 349116 h 349278"/>
                <a:gd name="connsiteX280" fmla="*/ 2727332 w 2912392"/>
                <a:gd name="connsiteY280" fmla="*/ 349278 h 349278"/>
                <a:gd name="connsiteX281" fmla="*/ 2737076 w 2912392"/>
                <a:gd name="connsiteY281" fmla="*/ 349263 h 349278"/>
                <a:gd name="connsiteX282" fmla="*/ 2746805 w 2912392"/>
                <a:gd name="connsiteY282" fmla="*/ 349065 h 349278"/>
                <a:gd name="connsiteX283" fmla="*/ 2756549 w 2912392"/>
                <a:gd name="connsiteY283" fmla="*/ 348682 h 349278"/>
                <a:gd name="connsiteX284" fmla="*/ 2766293 w 2912392"/>
                <a:gd name="connsiteY284" fmla="*/ 348115 h 349278"/>
                <a:gd name="connsiteX285" fmla="*/ 2776037 w 2912392"/>
                <a:gd name="connsiteY285" fmla="*/ 347358 h 349278"/>
                <a:gd name="connsiteX286" fmla="*/ 2785766 w 2912392"/>
                <a:gd name="connsiteY286" fmla="*/ 346413 h 349278"/>
                <a:gd name="connsiteX287" fmla="*/ 2795510 w 2912392"/>
                <a:gd name="connsiteY287" fmla="*/ 345281 h 349278"/>
                <a:gd name="connsiteX288" fmla="*/ 2805254 w 2912392"/>
                <a:gd name="connsiteY288" fmla="*/ 343961 h 349278"/>
                <a:gd name="connsiteX289" fmla="*/ 2814998 w 2912392"/>
                <a:gd name="connsiteY289" fmla="*/ 342456 h 349278"/>
                <a:gd name="connsiteX290" fmla="*/ 2824727 w 2912392"/>
                <a:gd name="connsiteY290" fmla="*/ 340767 h 349278"/>
                <a:gd name="connsiteX291" fmla="*/ 2834471 w 2912392"/>
                <a:gd name="connsiteY291" fmla="*/ 338895 h 349278"/>
                <a:gd name="connsiteX292" fmla="*/ 2844215 w 2912392"/>
                <a:gd name="connsiteY292" fmla="*/ 336847 h 349278"/>
                <a:gd name="connsiteX293" fmla="*/ 2853958 w 2912392"/>
                <a:gd name="connsiteY293" fmla="*/ 334624 h 349278"/>
                <a:gd name="connsiteX294" fmla="*/ 2863687 w 2912392"/>
                <a:gd name="connsiteY294" fmla="*/ 332231 h 349278"/>
                <a:gd name="connsiteX295" fmla="*/ 2873431 w 2912392"/>
                <a:gd name="connsiteY295" fmla="*/ 329673 h 349278"/>
                <a:gd name="connsiteX296" fmla="*/ 2883175 w 2912392"/>
                <a:gd name="connsiteY296" fmla="*/ 326957 h 349278"/>
                <a:gd name="connsiteX297" fmla="*/ 2892919 w 2912392"/>
                <a:gd name="connsiteY297" fmla="*/ 324089 h 349278"/>
                <a:gd name="connsiteX298" fmla="*/ 2902663 w 2912392"/>
                <a:gd name="connsiteY298" fmla="*/ 321073 h 349278"/>
                <a:gd name="connsiteX299" fmla="*/ 2912392 w 2912392"/>
                <a:gd name="connsiteY299" fmla="*/ 317920 h 349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49278">
                  <a:moveTo>
                    <a:pt x="0" y="0"/>
                  </a:moveTo>
                  <a:lnTo>
                    <a:pt x="9739" y="10687"/>
                  </a:lnTo>
                  <a:lnTo>
                    <a:pt x="19480" y="21367"/>
                  </a:lnTo>
                  <a:lnTo>
                    <a:pt x="29221" y="32022"/>
                  </a:lnTo>
                  <a:lnTo>
                    <a:pt x="38961" y="42641"/>
                  </a:lnTo>
                  <a:lnTo>
                    <a:pt x="48702" y="53207"/>
                  </a:lnTo>
                  <a:lnTo>
                    <a:pt x="58443" y="63710"/>
                  </a:lnTo>
                  <a:lnTo>
                    <a:pt x="68182" y="74130"/>
                  </a:lnTo>
                  <a:lnTo>
                    <a:pt x="77923" y="84458"/>
                  </a:lnTo>
                  <a:lnTo>
                    <a:pt x="87664" y="94676"/>
                  </a:lnTo>
                  <a:lnTo>
                    <a:pt x="97404" y="104773"/>
                  </a:lnTo>
                  <a:lnTo>
                    <a:pt x="107145" y="114734"/>
                  </a:lnTo>
                  <a:lnTo>
                    <a:pt x="116886" y="124545"/>
                  </a:lnTo>
                  <a:lnTo>
                    <a:pt x="126625" y="134195"/>
                  </a:lnTo>
                  <a:lnTo>
                    <a:pt x="136366" y="143671"/>
                  </a:lnTo>
                  <a:lnTo>
                    <a:pt x="146107" y="152960"/>
                  </a:lnTo>
                  <a:lnTo>
                    <a:pt x="155846" y="162052"/>
                  </a:lnTo>
                  <a:lnTo>
                    <a:pt x="165587" y="170932"/>
                  </a:lnTo>
                  <a:lnTo>
                    <a:pt x="175328" y="179592"/>
                  </a:lnTo>
                  <a:lnTo>
                    <a:pt x="185068" y="188021"/>
                  </a:lnTo>
                  <a:lnTo>
                    <a:pt x="194809" y="196209"/>
                  </a:lnTo>
                  <a:lnTo>
                    <a:pt x="204550" y="204147"/>
                  </a:lnTo>
                  <a:lnTo>
                    <a:pt x="214289" y="211826"/>
                  </a:lnTo>
                  <a:lnTo>
                    <a:pt x="224030" y="219240"/>
                  </a:lnTo>
                  <a:lnTo>
                    <a:pt x="233771" y="226380"/>
                  </a:lnTo>
                  <a:lnTo>
                    <a:pt x="243510" y="233238"/>
                  </a:lnTo>
                  <a:lnTo>
                    <a:pt x="253251" y="239811"/>
                  </a:lnTo>
                  <a:lnTo>
                    <a:pt x="262992" y="246092"/>
                  </a:lnTo>
                  <a:lnTo>
                    <a:pt x="272732" y="252077"/>
                  </a:lnTo>
                  <a:lnTo>
                    <a:pt x="282473" y="257763"/>
                  </a:lnTo>
                  <a:lnTo>
                    <a:pt x="292214" y="263144"/>
                  </a:lnTo>
                  <a:lnTo>
                    <a:pt x="301953" y="268222"/>
                  </a:lnTo>
                  <a:lnTo>
                    <a:pt x="311694" y="272994"/>
                  </a:lnTo>
                  <a:lnTo>
                    <a:pt x="321435" y="277456"/>
                  </a:lnTo>
                  <a:lnTo>
                    <a:pt x="331175" y="281613"/>
                  </a:lnTo>
                  <a:lnTo>
                    <a:pt x="340916" y="285463"/>
                  </a:lnTo>
                  <a:lnTo>
                    <a:pt x="350656" y="289008"/>
                  </a:lnTo>
                  <a:lnTo>
                    <a:pt x="360396" y="292250"/>
                  </a:lnTo>
                  <a:lnTo>
                    <a:pt x="370137" y="295191"/>
                  </a:lnTo>
                  <a:lnTo>
                    <a:pt x="379878" y="297835"/>
                  </a:lnTo>
                  <a:lnTo>
                    <a:pt x="389617" y="300188"/>
                  </a:lnTo>
                  <a:lnTo>
                    <a:pt x="399358" y="302253"/>
                  </a:lnTo>
                  <a:lnTo>
                    <a:pt x="409099" y="304036"/>
                  </a:lnTo>
                  <a:lnTo>
                    <a:pt x="418839" y="305542"/>
                  </a:lnTo>
                  <a:lnTo>
                    <a:pt x="428580" y="306781"/>
                  </a:lnTo>
                  <a:lnTo>
                    <a:pt x="438321" y="307756"/>
                  </a:lnTo>
                  <a:lnTo>
                    <a:pt x="448060" y="308479"/>
                  </a:lnTo>
                  <a:lnTo>
                    <a:pt x="457801" y="308956"/>
                  </a:lnTo>
                  <a:lnTo>
                    <a:pt x="467542" y="309196"/>
                  </a:lnTo>
                  <a:lnTo>
                    <a:pt x="477281" y="309206"/>
                  </a:lnTo>
                  <a:lnTo>
                    <a:pt x="487022" y="308999"/>
                  </a:lnTo>
                  <a:lnTo>
                    <a:pt x="496763" y="308583"/>
                  </a:lnTo>
                  <a:lnTo>
                    <a:pt x="506503" y="307968"/>
                  </a:lnTo>
                  <a:lnTo>
                    <a:pt x="516244" y="307165"/>
                  </a:lnTo>
                  <a:lnTo>
                    <a:pt x="525985" y="306185"/>
                  </a:lnTo>
                  <a:lnTo>
                    <a:pt x="535724" y="305039"/>
                  </a:lnTo>
                  <a:lnTo>
                    <a:pt x="545465" y="303735"/>
                  </a:lnTo>
                  <a:lnTo>
                    <a:pt x="555206" y="302287"/>
                  </a:lnTo>
                  <a:lnTo>
                    <a:pt x="564946" y="300706"/>
                  </a:lnTo>
                  <a:lnTo>
                    <a:pt x="574687" y="299002"/>
                  </a:lnTo>
                  <a:lnTo>
                    <a:pt x="584428" y="297187"/>
                  </a:lnTo>
                  <a:lnTo>
                    <a:pt x="594167" y="295271"/>
                  </a:lnTo>
                  <a:lnTo>
                    <a:pt x="603908" y="293266"/>
                  </a:lnTo>
                  <a:lnTo>
                    <a:pt x="613649" y="291181"/>
                  </a:lnTo>
                  <a:lnTo>
                    <a:pt x="623388" y="289030"/>
                  </a:lnTo>
                  <a:lnTo>
                    <a:pt x="633129" y="286820"/>
                  </a:lnTo>
                  <a:lnTo>
                    <a:pt x="642870" y="284565"/>
                  </a:lnTo>
                  <a:lnTo>
                    <a:pt x="652610" y="282270"/>
                  </a:lnTo>
                  <a:lnTo>
                    <a:pt x="662351" y="279949"/>
                  </a:lnTo>
                  <a:lnTo>
                    <a:pt x="672092" y="277610"/>
                  </a:lnTo>
                  <a:lnTo>
                    <a:pt x="681831" y="275262"/>
                  </a:lnTo>
                  <a:lnTo>
                    <a:pt x="691572" y="272914"/>
                  </a:lnTo>
                  <a:lnTo>
                    <a:pt x="701313" y="270573"/>
                  </a:lnTo>
                  <a:lnTo>
                    <a:pt x="711052" y="268249"/>
                  </a:lnTo>
                  <a:lnTo>
                    <a:pt x="720793" y="265947"/>
                  </a:lnTo>
                  <a:lnTo>
                    <a:pt x="730534" y="263676"/>
                  </a:lnTo>
                  <a:lnTo>
                    <a:pt x="740274" y="261443"/>
                  </a:lnTo>
                  <a:lnTo>
                    <a:pt x="750015" y="259253"/>
                  </a:lnTo>
                  <a:lnTo>
                    <a:pt x="759756" y="257113"/>
                  </a:lnTo>
                  <a:lnTo>
                    <a:pt x="769495" y="255027"/>
                  </a:lnTo>
                  <a:lnTo>
                    <a:pt x="779236" y="253001"/>
                  </a:lnTo>
                  <a:lnTo>
                    <a:pt x="788977" y="251037"/>
                  </a:lnTo>
                  <a:lnTo>
                    <a:pt x="798717" y="249144"/>
                  </a:lnTo>
                  <a:lnTo>
                    <a:pt x="808458" y="247320"/>
                  </a:lnTo>
                  <a:lnTo>
                    <a:pt x="818199" y="245571"/>
                  </a:lnTo>
                  <a:lnTo>
                    <a:pt x="827938" y="243899"/>
                  </a:lnTo>
                  <a:lnTo>
                    <a:pt x="837679" y="242307"/>
                  </a:lnTo>
                  <a:lnTo>
                    <a:pt x="847420" y="240796"/>
                  </a:lnTo>
                  <a:lnTo>
                    <a:pt x="857159" y="239367"/>
                  </a:lnTo>
                  <a:lnTo>
                    <a:pt x="866900" y="238023"/>
                  </a:lnTo>
                  <a:lnTo>
                    <a:pt x="876641" y="236763"/>
                  </a:lnTo>
                  <a:lnTo>
                    <a:pt x="886381" y="235587"/>
                  </a:lnTo>
                  <a:lnTo>
                    <a:pt x="896122" y="234497"/>
                  </a:lnTo>
                  <a:lnTo>
                    <a:pt x="905863" y="233491"/>
                  </a:lnTo>
                  <a:lnTo>
                    <a:pt x="915602" y="232569"/>
                  </a:lnTo>
                  <a:lnTo>
                    <a:pt x="925343" y="231730"/>
                  </a:lnTo>
                  <a:lnTo>
                    <a:pt x="935084" y="230973"/>
                  </a:lnTo>
                  <a:lnTo>
                    <a:pt x="944824" y="230297"/>
                  </a:lnTo>
                  <a:lnTo>
                    <a:pt x="954564" y="229701"/>
                  </a:lnTo>
                  <a:lnTo>
                    <a:pt x="964305" y="229182"/>
                  </a:lnTo>
                  <a:lnTo>
                    <a:pt x="974045" y="228740"/>
                  </a:lnTo>
                  <a:lnTo>
                    <a:pt x="983786" y="228372"/>
                  </a:lnTo>
                  <a:lnTo>
                    <a:pt x="993522" y="228075"/>
                  </a:lnTo>
                  <a:lnTo>
                    <a:pt x="1003266" y="227850"/>
                  </a:lnTo>
                  <a:lnTo>
                    <a:pt x="1013010" y="227692"/>
                  </a:lnTo>
                  <a:lnTo>
                    <a:pt x="1022754" y="227600"/>
                  </a:lnTo>
                  <a:lnTo>
                    <a:pt x="1032483" y="227572"/>
                  </a:lnTo>
                  <a:lnTo>
                    <a:pt x="1042227" y="227604"/>
                  </a:lnTo>
                  <a:lnTo>
                    <a:pt x="1051971" y="227695"/>
                  </a:lnTo>
                  <a:lnTo>
                    <a:pt x="1061715" y="227844"/>
                  </a:lnTo>
                  <a:lnTo>
                    <a:pt x="1071444" y="228048"/>
                  </a:lnTo>
                  <a:lnTo>
                    <a:pt x="1081188" y="228306"/>
                  </a:lnTo>
                  <a:lnTo>
                    <a:pt x="1090932" y="228613"/>
                  </a:lnTo>
                  <a:lnTo>
                    <a:pt x="1100676" y="228969"/>
                  </a:lnTo>
                  <a:lnTo>
                    <a:pt x="1110405" y="229373"/>
                  </a:lnTo>
                  <a:lnTo>
                    <a:pt x="1120149" y="229821"/>
                  </a:lnTo>
                  <a:lnTo>
                    <a:pt x="1129893" y="230313"/>
                  </a:lnTo>
                  <a:lnTo>
                    <a:pt x="1139637" y="230848"/>
                  </a:lnTo>
                  <a:lnTo>
                    <a:pt x="1149381" y="231421"/>
                  </a:lnTo>
                  <a:lnTo>
                    <a:pt x="1159110" y="232035"/>
                  </a:lnTo>
                  <a:lnTo>
                    <a:pt x="1168854" y="232688"/>
                  </a:lnTo>
                  <a:lnTo>
                    <a:pt x="1178598" y="233376"/>
                  </a:lnTo>
                  <a:lnTo>
                    <a:pt x="1188341" y="234102"/>
                  </a:lnTo>
                  <a:lnTo>
                    <a:pt x="1198070" y="234862"/>
                  </a:lnTo>
                  <a:lnTo>
                    <a:pt x="1207814" y="235656"/>
                  </a:lnTo>
                  <a:lnTo>
                    <a:pt x="1217558" y="236483"/>
                  </a:lnTo>
                  <a:lnTo>
                    <a:pt x="1227302" y="237342"/>
                  </a:lnTo>
                  <a:lnTo>
                    <a:pt x="1237031" y="238235"/>
                  </a:lnTo>
                  <a:lnTo>
                    <a:pt x="1246775" y="239160"/>
                  </a:lnTo>
                  <a:lnTo>
                    <a:pt x="1256519" y="240115"/>
                  </a:lnTo>
                  <a:lnTo>
                    <a:pt x="1266263" y="241101"/>
                  </a:lnTo>
                  <a:lnTo>
                    <a:pt x="1276007" y="242119"/>
                  </a:lnTo>
                  <a:lnTo>
                    <a:pt x="1285736" y="243166"/>
                  </a:lnTo>
                  <a:lnTo>
                    <a:pt x="1295480" y="244245"/>
                  </a:lnTo>
                  <a:lnTo>
                    <a:pt x="1305224" y="245352"/>
                  </a:lnTo>
                  <a:lnTo>
                    <a:pt x="1314968" y="246489"/>
                  </a:lnTo>
                  <a:lnTo>
                    <a:pt x="1324697" y="247654"/>
                  </a:lnTo>
                  <a:lnTo>
                    <a:pt x="1334441" y="248849"/>
                  </a:lnTo>
                  <a:lnTo>
                    <a:pt x="1344185" y="250072"/>
                  </a:lnTo>
                  <a:lnTo>
                    <a:pt x="1353929" y="251322"/>
                  </a:lnTo>
                  <a:lnTo>
                    <a:pt x="1363658" y="252600"/>
                  </a:lnTo>
                  <a:lnTo>
                    <a:pt x="1373402" y="253906"/>
                  </a:lnTo>
                  <a:lnTo>
                    <a:pt x="1383146" y="255236"/>
                  </a:lnTo>
                  <a:lnTo>
                    <a:pt x="1392890" y="256592"/>
                  </a:lnTo>
                  <a:lnTo>
                    <a:pt x="1402619" y="257971"/>
                  </a:lnTo>
                  <a:lnTo>
                    <a:pt x="1412363" y="259375"/>
                  </a:lnTo>
                  <a:lnTo>
                    <a:pt x="1422106" y="260799"/>
                  </a:lnTo>
                  <a:lnTo>
                    <a:pt x="1431850" y="262246"/>
                  </a:lnTo>
                  <a:lnTo>
                    <a:pt x="1441594" y="263711"/>
                  </a:lnTo>
                  <a:lnTo>
                    <a:pt x="1451323" y="265193"/>
                  </a:lnTo>
                  <a:lnTo>
                    <a:pt x="1461067" y="266692"/>
                  </a:lnTo>
                  <a:lnTo>
                    <a:pt x="1470811" y="268204"/>
                  </a:lnTo>
                  <a:lnTo>
                    <a:pt x="1480555" y="269730"/>
                  </a:lnTo>
                  <a:lnTo>
                    <a:pt x="1490284" y="271264"/>
                  </a:lnTo>
                  <a:lnTo>
                    <a:pt x="1500028" y="272806"/>
                  </a:lnTo>
                  <a:lnTo>
                    <a:pt x="1509772" y="274353"/>
                  </a:lnTo>
                  <a:lnTo>
                    <a:pt x="1519516" y="275902"/>
                  </a:lnTo>
                  <a:lnTo>
                    <a:pt x="1529245" y="277452"/>
                  </a:lnTo>
                  <a:lnTo>
                    <a:pt x="1538989" y="278997"/>
                  </a:lnTo>
                  <a:lnTo>
                    <a:pt x="1548733" y="280537"/>
                  </a:lnTo>
                  <a:lnTo>
                    <a:pt x="1558477" y="282068"/>
                  </a:lnTo>
                  <a:lnTo>
                    <a:pt x="1568221" y="283586"/>
                  </a:lnTo>
                  <a:lnTo>
                    <a:pt x="1577950" y="285088"/>
                  </a:lnTo>
                  <a:lnTo>
                    <a:pt x="1587694" y="286570"/>
                  </a:lnTo>
                  <a:lnTo>
                    <a:pt x="1597438" y="288029"/>
                  </a:lnTo>
                  <a:lnTo>
                    <a:pt x="1607182" y="289462"/>
                  </a:lnTo>
                  <a:lnTo>
                    <a:pt x="1616911" y="290865"/>
                  </a:lnTo>
                  <a:lnTo>
                    <a:pt x="1626655" y="292235"/>
                  </a:lnTo>
                  <a:lnTo>
                    <a:pt x="1636399" y="293568"/>
                  </a:lnTo>
                  <a:lnTo>
                    <a:pt x="1646142" y="294860"/>
                  </a:lnTo>
                  <a:lnTo>
                    <a:pt x="1655872" y="296107"/>
                  </a:lnTo>
                  <a:lnTo>
                    <a:pt x="1665616" y="297306"/>
                  </a:lnTo>
                  <a:lnTo>
                    <a:pt x="1675359" y="298454"/>
                  </a:lnTo>
                  <a:lnTo>
                    <a:pt x="1685103" y="299547"/>
                  </a:lnTo>
                  <a:lnTo>
                    <a:pt x="1694832" y="300583"/>
                  </a:lnTo>
                  <a:lnTo>
                    <a:pt x="1704576" y="301555"/>
                  </a:lnTo>
                  <a:lnTo>
                    <a:pt x="1714320" y="302464"/>
                  </a:lnTo>
                  <a:lnTo>
                    <a:pt x="1724064" y="303306"/>
                  </a:lnTo>
                  <a:lnTo>
                    <a:pt x="1733808" y="304078"/>
                  </a:lnTo>
                  <a:lnTo>
                    <a:pt x="1743537" y="304778"/>
                  </a:lnTo>
                  <a:lnTo>
                    <a:pt x="1753281" y="305401"/>
                  </a:lnTo>
                  <a:lnTo>
                    <a:pt x="1763025" y="305949"/>
                  </a:lnTo>
                  <a:lnTo>
                    <a:pt x="1772769" y="306417"/>
                  </a:lnTo>
                  <a:lnTo>
                    <a:pt x="1782498" y="306803"/>
                  </a:lnTo>
                  <a:lnTo>
                    <a:pt x="1792242" y="307108"/>
                  </a:lnTo>
                  <a:lnTo>
                    <a:pt x="1801986" y="307330"/>
                  </a:lnTo>
                  <a:lnTo>
                    <a:pt x="1811730" y="307469"/>
                  </a:lnTo>
                  <a:lnTo>
                    <a:pt x="1821459" y="307522"/>
                  </a:lnTo>
                  <a:lnTo>
                    <a:pt x="1831203" y="307491"/>
                  </a:lnTo>
                  <a:lnTo>
                    <a:pt x="1840947" y="307376"/>
                  </a:lnTo>
                  <a:lnTo>
                    <a:pt x="1850691" y="307177"/>
                  </a:lnTo>
                  <a:lnTo>
                    <a:pt x="1860435" y="306895"/>
                  </a:lnTo>
                  <a:lnTo>
                    <a:pt x="1870164" y="306532"/>
                  </a:lnTo>
                  <a:lnTo>
                    <a:pt x="1879908" y="306086"/>
                  </a:lnTo>
                  <a:lnTo>
                    <a:pt x="1889652" y="305563"/>
                  </a:lnTo>
                  <a:lnTo>
                    <a:pt x="1899395" y="304964"/>
                  </a:lnTo>
                  <a:lnTo>
                    <a:pt x="1909124" y="304292"/>
                  </a:lnTo>
                  <a:lnTo>
                    <a:pt x="1918868" y="303549"/>
                  </a:lnTo>
                  <a:lnTo>
                    <a:pt x="1928612" y="302738"/>
                  </a:lnTo>
                  <a:lnTo>
                    <a:pt x="1938356" y="301865"/>
                  </a:lnTo>
                  <a:lnTo>
                    <a:pt x="1948085" y="300931"/>
                  </a:lnTo>
                  <a:lnTo>
                    <a:pt x="1957829" y="299942"/>
                  </a:lnTo>
                  <a:lnTo>
                    <a:pt x="1967573" y="298902"/>
                  </a:lnTo>
                  <a:lnTo>
                    <a:pt x="1977317" y="297816"/>
                  </a:lnTo>
                  <a:lnTo>
                    <a:pt x="1987046" y="296689"/>
                  </a:lnTo>
                  <a:lnTo>
                    <a:pt x="1996790" y="295527"/>
                  </a:lnTo>
                  <a:lnTo>
                    <a:pt x="2006534" y="294335"/>
                  </a:lnTo>
                  <a:lnTo>
                    <a:pt x="2016278" y="293120"/>
                  </a:lnTo>
                  <a:lnTo>
                    <a:pt x="2026022" y="291886"/>
                  </a:lnTo>
                  <a:lnTo>
                    <a:pt x="2035751" y="290640"/>
                  </a:lnTo>
                  <a:lnTo>
                    <a:pt x="2045495" y="289389"/>
                  </a:lnTo>
                  <a:lnTo>
                    <a:pt x="2055239" y="288140"/>
                  </a:lnTo>
                  <a:lnTo>
                    <a:pt x="2064983" y="286899"/>
                  </a:lnTo>
                  <a:lnTo>
                    <a:pt x="2074712" y="285673"/>
                  </a:lnTo>
                  <a:lnTo>
                    <a:pt x="2084456" y="284468"/>
                  </a:lnTo>
                  <a:lnTo>
                    <a:pt x="2094200" y="283292"/>
                  </a:lnTo>
                  <a:lnTo>
                    <a:pt x="2103944" y="282149"/>
                  </a:lnTo>
                  <a:lnTo>
                    <a:pt x="2113673" y="281050"/>
                  </a:lnTo>
                  <a:lnTo>
                    <a:pt x="2123417" y="279998"/>
                  </a:lnTo>
                  <a:lnTo>
                    <a:pt x="2133161" y="279001"/>
                  </a:lnTo>
                  <a:lnTo>
                    <a:pt x="2142905" y="278066"/>
                  </a:lnTo>
                  <a:lnTo>
                    <a:pt x="2152649" y="277197"/>
                  </a:lnTo>
                  <a:lnTo>
                    <a:pt x="2162377" y="276401"/>
                  </a:lnTo>
                  <a:lnTo>
                    <a:pt x="2172121" y="275686"/>
                  </a:lnTo>
                  <a:lnTo>
                    <a:pt x="2181865" y="275055"/>
                  </a:lnTo>
                  <a:lnTo>
                    <a:pt x="2191609" y="274512"/>
                  </a:lnTo>
                  <a:lnTo>
                    <a:pt x="2201338" y="274065"/>
                  </a:lnTo>
                  <a:lnTo>
                    <a:pt x="2211082" y="273717"/>
                  </a:lnTo>
                  <a:lnTo>
                    <a:pt x="2220826" y="273472"/>
                  </a:lnTo>
                  <a:lnTo>
                    <a:pt x="2230570" y="273335"/>
                  </a:lnTo>
                  <a:lnTo>
                    <a:pt x="2240299" y="273307"/>
                  </a:lnTo>
                  <a:lnTo>
                    <a:pt x="2250043" y="273393"/>
                  </a:lnTo>
                  <a:lnTo>
                    <a:pt x="2259787" y="273596"/>
                  </a:lnTo>
                  <a:lnTo>
                    <a:pt x="2269531" y="273915"/>
                  </a:lnTo>
                  <a:lnTo>
                    <a:pt x="2279260" y="274354"/>
                  </a:lnTo>
                  <a:lnTo>
                    <a:pt x="2289004" y="274913"/>
                  </a:lnTo>
                  <a:lnTo>
                    <a:pt x="2298748" y="275592"/>
                  </a:lnTo>
                  <a:lnTo>
                    <a:pt x="2308492" y="276393"/>
                  </a:lnTo>
                  <a:lnTo>
                    <a:pt x="2318236" y="277312"/>
                  </a:lnTo>
                  <a:lnTo>
                    <a:pt x="2327965" y="278349"/>
                  </a:lnTo>
                  <a:lnTo>
                    <a:pt x="2337709" y="279503"/>
                  </a:lnTo>
                  <a:lnTo>
                    <a:pt x="2347453" y="280773"/>
                  </a:lnTo>
                  <a:lnTo>
                    <a:pt x="2357197" y="282154"/>
                  </a:lnTo>
                  <a:lnTo>
                    <a:pt x="2366926" y="283642"/>
                  </a:lnTo>
                  <a:lnTo>
                    <a:pt x="2376670" y="285235"/>
                  </a:lnTo>
                  <a:lnTo>
                    <a:pt x="2386413" y="286928"/>
                  </a:lnTo>
                  <a:lnTo>
                    <a:pt x="2396157" y="288716"/>
                  </a:lnTo>
                  <a:lnTo>
                    <a:pt x="2405886" y="290591"/>
                  </a:lnTo>
                  <a:lnTo>
                    <a:pt x="2415630" y="292552"/>
                  </a:lnTo>
                  <a:lnTo>
                    <a:pt x="2425374" y="294589"/>
                  </a:lnTo>
                  <a:lnTo>
                    <a:pt x="2435118" y="296697"/>
                  </a:lnTo>
                  <a:lnTo>
                    <a:pt x="2444862" y="298866"/>
                  </a:lnTo>
                  <a:lnTo>
                    <a:pt x="2454591" y="301092"/>
                  </a:lnTo>
                  <a:lnTo>
                    <a:pt x="2464335" y="303364"/>
                  </a:lnTo>
                  <a:lnTo>
                    <a:pt x="2474079" y="305675"/>
                  </a:lnTo>
                  <a:lnTo>
                    <a:pt x="2483823" y="308017"/>
                  </a:lnTo>
                  <a:lnTo>
                    <a:pt x="2493552" y="310379"/>
                  </a:lnTo>
                  <a:lnTo>
                    <a:pt x="2503296" y="312753"/>
                  </a:lnTo>
                  <a:lnTo>
                    <a:pt x="2513040" y="315131"/>
                  </a:lnTo>
                  <a:lnTo>
                    <a:pt x="2522784" y="317502"/>
                  </a:lnTo>
                  <a:lnTo>
                    <a:pt x="2532513" y="319857"/>
                  </a:lnTo>
                  <a:lnTo>
                    <a:pt x="2542257" y="322185"/>
                  </a:lnTo>
                  <a:lnTo>
                    <a:pt x="2552001" y="324478"/>
                  </a:lnTo>
                  <a:lnTo>
                    <a:pt x="2561745" y="326724"/>
                  </a:lnTo>
                  <a:lnTo>
                    <a:pt x="2571474" y="328916"/>
                  </a:lnTo>
                  <a:lnTo>
                    <a:pt x="2581218" y="331043"/>
                  </a:lnTo>
                  <a:lnTo>
                    <a:pt x="2590962" y="333097"/>
                  </a:lnTo>
                  <a:lnTo>
                    <a:pt x="2600705" y="335065"/>
                  </a:lnTo>
                  <a:lnTo>
                    <a:pt x="2610449" y="336941"/>
                  </a:lnTo>
                  <a:lnTo>
                    <a:pt x="2620178" y="338715"/>
                  </a:lnTo>
                  <a:lnTo>
                    <a:pt x="2629922" y="340378"/>
                  </a:lnTo>
                  <a:lnTo>
                    <a:pt x="2639666" y="341923"/>
                  </a:lnTo>
                  <a:lnTo>
                    <a:pt x="2649410" y="343340"/>
                  </a:lnTo>
                  <a:lnTo>
                    <a:pt x="2659139" y="344622"/>
                  </a:lnTo>
                  <a:lnTo>
                    <a:pt x="2668883" y="345762"/>
                  </a:lnTo>
                  <a:lnTo>
                    <a:pt x="2678627" y="346754"/>
                  </a:lnTo>
                  <a:lnTo>
                    <a:pt x="2688371" y="347592"/>
                  </a:lnTo>
                  <a:lnTo>
                    <a:pt x="2698100" y="348268"/>
                  </a:lnTo>
                  <a:lnTo>
                    <a:pt x="2707844" y="348778"/>
                  </a:lnTo>
                  <a:lnTo>
                    <a:pt x="2717588" y="349116"/>
                  </a:lnTo>
                  <a:lnTo>
                    <a:pt x="2727332" y="349278"/>
                  </a:lnTo>
                  <a:lnTo>
                    <a:pt x="2737076" y="349263"/>
                  </a:lnTo>
                  <a:lnTo>
                    <a:pt x="2746805" y="349065"/>
                  </a:lnTo>
                  <a:lnTo>
                    <a:pt x="2756549" y="348682"/>
                  </a:lnTo>
                  <a:lnTo>
                    <a:pt x="2766293" y="348115"/>
                  </a:lnTo>
                  <a:lnTo>
                    <a:pt x="2776037" y="347358"/>
                  </a:lnTo>
                  <a:lnTo>
                    <a:pt x="2785766" y="346413"/>
                  </a:lnTo>
                  <a:lnTo>
                    <a:pt x="2795510" y="345281"/>
                  </a:lnTo>
                  <a:lnTo>
                    <a:pt x="2805254" y="343961"/>
                  </a:lnTo>
                  <a:lnTo>
                    <a:pt x="2814998" y="342456"/>
                  </a:lnTo>
                  <a:lnTo>
                    <a:pt x="2824727" y="340767"/>
                  </a:lnTo>
                  <a:lnTo>
                    <a:pt x="2834471" y="338895"/>
                  </a:lnTo>
                  <a:lnTo>
                    <a:pt x="2844215" y="336847"/>
                  </a:lnTo>
                  <a:lnTo>
                    <a:pt x="2853958" y="334624"/>
                  </a:lnTo>
                  <a:lnTo>
                    <a:pt x="2863687" y="332231"/>
                  </a:lnTo>
                  <a:lnTo>
                    <a:pt x="2873431" y="329673"/>
                  </a:lnTo>
                  <a:lnTo>
                    <a:pt x="2883175" y="326957"/>
                  </a:lnTo>
                  <a:lnTo>
                    <a:pt x="2892919" y="324089"/>
                  </a:lnTo>
                  <a:lnTo>
                    <a:pt x="2902663" y="321073"/>
                  </a:lnTo>
                  <a:lnTo>
                    <a:pt x="2912392" y="31792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9" name="Freeform 738">
              <a:extLst>
                <a:ext uri="{FF2B5EF4-FFF2-40B4-BE49-F238E27FC236}">
                  <a16:creationId xmlns:a16="http://schemas.microsoft.com/office/drawing/2014/main" id="{109C1AAF-F076-54BB-A294-64A31D5E5F95}"/>
                </a:ext>
              </a:extLst>
            </p:cNvPr>
            <p:cNvSpPr/>
            <p:nvPr/>
          </p:nvSpPr>
          <p:spPr>
            <a:xfrm>
              <a:off x="576446" y="3165832"/>
              <a:ext cx="2912392" cy="988087"/>
            </a:xfrm>
            <a:custGeom>
              <a:avLst/>
              <a:gdLst>
                <a:gd name="connsiteX0" fmla="*/ 0 w 2912392"/>
                <a:gd name="connsiteY0" fmla="*/ 335056 h 988087"/>
                <a:gd name="connsiteX1" fmla="*/ 9739 w 2912392"/>
                <a:gd name="connsiteY1" fmla="*/ 336540 h 988087"/>
                <a:gd name="connsiteX2" fmla="*/ 19480 w 2912392"/>
                <a:gd name="connsiteY2" fmla="*/ 337860 h 988087"/>
                <a:gd name="connsiteX3" fmla="*/ 29221 w 2912392"/>
                <a:gd name="connsiteY3" fmla="*/ 339023 h 988087"/>
                <a:gd name="connsiteX4" fmla="*/ 38961 w 2912392"/>
                <a:gd name="connsiteY4" fmla="*/ 340038 h 988087"/>
                <a:gd name="connsiteX5" fmla="*/ 48702 w 2912392"/>
                <a:gd name="connsiteY5" fmla="*/ 340911 h 988087"/>
                <a:gd name="connsiteX6" fmla="*/ 58443 w 2912392"/>
                <a:gd name="connsiteY6" fmla="*/ 341653 h 988087"/>
                <a:gd name="connsiteX7" fmla="*/ 68182 w 2912392"/>
                <a:gd name="connsiteY7" fmla="*/ 342271 h 988087"/>
                <a:gd name="connsiteX8" fmla="*/ 77923 w 2912392"/>
                <a:gd name="connsiteY8" fmla="*/ 342775 h 988087"/>
                <a:gd name="connsiteX9" fmla="*/ 87664 w 2912392"/>
                <a:gd name="connsiteY9" fmla="*/ 343176 h 988087"/>
                <a:gd name="connsiteX10" fmla="*/ 97404 w 2912392"/>
                <a:gd name="connsiteY10" fmla="*/ 343481 h 988087"/>
                <a:gd name="connsiteX11" fmla="*/ 107145 w 2912392"/>
                <a:gd name="connsiteY11" fmla="*/ 343700 h 988087"/>
                <a:gd name="connsiteX12" fmla="*/ 116886 w 2912392"/>
                <a:gd name="connsiteY12" fmla="*/ 343846 h 988087"/>
                <a:gd name="connsiteX13" fmla="*/ 126625 w 2912392"/>
                <a:gd name="connsiteY13" fmla="*/ 343927 h 988087"/>
                <a:gd name="connsiteX14" fmla="*/ 136366 w 2912392"/>
                <a:gd name="connsiteY14" fmla="*/ 343952 h 988087"/>
                <a:gd name="connsiteX15" fmla="*/ 146107 w 2912392"/>
                <a:gd name="connsiteY15" fmla="*/ 343933 h 988087"/>
                <a:gd name="connsiteX16" fmla="*/ 155846 w 2912392"/>
                <a:gd name="connsiteY16" fmla="*/ 343879 h 988087"/>
                <a:gd name="connsiteX17" fmla="*/ 165587 w 2912392"/>
                <a:gd name="connsiteY17" fmla="*/ 343800 h 988087"/>
                <a:gd name="connsiteX18" fmla="*/ 175328 w 2912392"/>
                <a:gd name="connsiteY18" fmla="*/ 343706 h 988087"/>
                <a:gd name="connsiteX19" fmla="*/ 185068 w 2912392"/>
                <a:gd name="connsiteY19" fmla="*/ 343606 h 988087"/>
                <a:gd name="connsiteX20" fmla="*/ 194809 w 2912392"/>
                <a:gd name="connsiteY20" fmla="*/ 343509 h 988087"/>
                <a:gd name="connsiteX21" fmla="*/ 204550 w 2912392"/>
                <a:gd name="connsiteY21" fmla="*/ 343426 h 988087"/>
                <a:gd name="connsiteX22" fmla="*/ 214289 w 2912392"/>
                <a:gd name="connsiteY22" fmla="*/ 343363 h 988087"/>
                <a:gd name="connsiteX23" fmla="*/ 224030 w 2912392"/>
                <a:gd name="connsiteY23" fmla="*/ 343331 h 988087"/>
                <a:gd name="connsiteX24" fmla="*/ 233771 w 2912392"/>
                <a:gd name="connsiteY24" fmla="*/ 343335 h 988087"/>
                <a:gd name="connsiteX25" fmla="*/ 243510 w 2912392"/>
                <a:gd name="connsiteY25" fmla="*/ 343384 h 988087"/>
                <a:gd name="connsiteX26" fmla="*/ 253251 w 2912392"/>
                <a:gd name="connsiteY26" fmla="*/ 343486 h 988087"/>
                <a:gd name="connsiteX27" fmla="*/ 262992 w 2912392"/>
                <a:gd name="connsiteY27" fmla="*/ 343645 h 988087"/>
                <a:gd name="connsiteX28" fmla="*/ 272732 w 2912392"/>
                <a:gd name="connsiteY28" fmla="*/ 343868 h 988087"/>
                <a:gd name="connsiteX29" fmla="*/ 282473 w 2912392"/>
                <a:gd name="connsiteY29" fmla="*/ 344162 h 988087"/>
                <a:gd name="connsiteX30" fmla="*/ 292214 w 2912392"/>
                <a:gd name="connsiteY30" fmla="*/ 344529 h 988087"/>
                <a:gd name="connsiteX31" fmla="*/ 301953 w 2912392"/>
                <a:gd name="connsiteY31" fmla="*/ 344974 h 988087"/>
                <a:gd name="connsiteX32" fmla="*/ 311694 w 2912392"/>
                <a:gd name="connsiteY32" fmla="*/ 345501 h 988087"/>
                <a:gd name="connsiteX33" fmla="*/ 321435 w 2912392"/>
                <a:gd name="connsiteY33" fmla="*/ 346112 h 988087"/>
                <a:gd name="connsiteX34" fmla="*/ 331175 w 2912392"/>
                <a:gd name="connsiteY34" fmla="*/ 346809 h 988087"/>
                <a:gd name="connsiteX35" fmla="*/ 340916 w 2912392"/>
                <a:gd name="connsiteY35" fmla="*/ 347596 h 988087"/>
                <a:gd name="connsiteX36" fmla="*/ 350656 w 2912392"/>
                <a:gd name="connsiteY36" fmla="*/ 348471 h 988087"/>
                <a:gd name="connsiteX37" fmla="*/ 360396 w 2912392"/>
                <a:gd name="connsiteY37" fmla="*/ 349435 h 988087"/>
                <a:gd name="connsiteX38" fmla="*/ 370137 w 2912392"/>
                <a:gd name="connsiteY38" fmla="*/ 350487 h 988087"/>
                <a:gd name="connsiteX39" fmla="*/ 379878 w 2912392"/>
                <a:gd name="connsiteY39" fmla="*/ 351625 h 988087"/>
                <a:gd name="connsiteX40" fmla="*/ 389617 w 2912392"/>
                <a:gd name="connsiteY40" fmla="*/ 352848 h 988087"/>
                <a:gd name="connsiteX41" fmla="*/ 399358 w 2912392"/>
                <a:gd name="connsiteY41" fmla="*/ 354155 h 988087"/>
                <a:gd name="connsiteX42" fmla="*/ 409099 w 2912392"/>
                <a:gd name="connsiteY42" fmla="*/ 355539 h 988087"/>
                <a:gd name="connsiteX43" fmla="*/ 418839 w 2912392"/>
                <a:gd name="connsiteY43" fmla="*/ 356997 h 988087"/>
                <a:gd name="connsiteX44" fmla="*/ 428580 w 2912392"/>
                <a:gd name="connsiteY44" fmla="*/ 358528 h 988087"/>
                <a:gd name="connsiteX45" fmla="*/ 438321 w 2912392"/>
                <a:gd name="connsiteY45" fmla="*/ 360122 h 988087"/>
                <a:gd name="connsiteX46" fmla="*/ 448060 w 2912392"/>
                <a:gd name="connsiteY46" fmla="*/ 361776 h 988087"/>
                <a:gd name="connsiteX47" fmla="*/ 457801 w 2912392"/>
                <a:gd name="connsiteY47" fmla="*/ 363480 h 988087"/>
                <a:gd name="connsiteX48" fmla="*/ 467542 w 2912392"/>
                <a:gd name="connsiteY48" fmla="*/ 365232 h 988087"/>
                <a:gd name="connsiteX49" fmla="*/ 477281 w 2912392"/>
                <a:gd name="connsiteY49" fmla="*/ 367020 h 988087"/>
                <a:gd name="connsiteX50" fmla="*/ 487022 w 2912392"/>
                <a:gd name="connsiteY50" fmla="*/ 368839 h 988087"/>
                <a:gd name="connsiteX51" fmla="*/ 496763 w 2912392"/>
                <a:gd name="connsiteY51" fmla="*/ 370679 h 988087"/>
                <a:gd name="connsiteX52" fmla="*/ 506503 w 2912392"/>
                <a:gd name="connsiteY52" fmla="*/ 372531 h 988087"/>
                <a:gd name="connsiteX53" fmla="*/ 516244 w 2912392"/>
                <a:gd name="connsiteY53" fmla="*/ 374386 h 988087"/>
                <a:gd name="connsiteX54" fmla="*/ 525985 w 2912392"/>
                <a:gd name="connsiteY54" fmla="*/ 376235 h 988087"/>
                <a:gd name="connsiteX55" fmla="*/ 535724 w 2912392"/>
                <a:gd name="connsiteY55" fmla="*/ 378066 h 988087"/>
                <a:gd name="connsiteX56" fmla="*/ 545465 w 2912392"/>
                <a:gd name="connsiteY56" fmla="*/ 379870 h 988087"/>
                <a:gd name="connsiteX57" fmla="*/ 555206 w 2912392"/>
                <a:gd name="connsiteY57" fmla="*/ 381639 h 988087"/>
                <a:gd name="connsiteX58" fmla="*/ 564946 w 2912392"/>
                <a:gd name="connsiteY58" fmla="*/ 383358 h 988087"/>
                <a:gd name="connsiteX59" fmla="*/ 574687 w 2912392"/>
                <a:gd name="connsiteY59" fmla="*/ 385018 h 988087"/>
                <a:gd name="connsiteX60" fmla="*/ 584428 w 2912392"/>
                <a:gd name="connsiteY60" fmla="*/ 386609 h 988087"/>
                <a:gd name="connsiteX61" fmla="*/ 594167 w 2912392"/>
                <a:gd name="connsiteY61" fmla="*/ 388118 h 988087"/>
                <a:gd name="connsiteX62" fmla="*/ 603908 w 2912392"/>
                <a:gd name="connsiteY62" fmla="*/ 389537 h 988087"/>
                <a:gd name="connsiteX63" fmla="*/ 613649 w 2912392"/>
                <a:gd name="connsiteY63" fmla="*/ 390852 h 988087"/>
                <a:gd name="connsiteX64" fmla="*/ 623388 w 2912392"/>
                <a:gd name="connsiteY64" fmla="*/ 392055 h 988087"/>
                <a:gd name="connsiteX65" fmla="*/ 633129 w 2912392"/>
                <a:gd name="connsiteY65" fmla="*/ 393132 h 988087"/>
                <a:gd name="connsiteX66" fmla="*/ 642870 w 2912392"/>
                <a:gd name="connsiteY66" fmla="*/ 394075 h 988087"/>
                <a:gd name="connsiteX67" fmla="*/ 652610 w 2912392"/>
                <a:gd name="connsiteY67" fmla="*/ 394874 h 988087"/>
                <a:gd name="connsiteX68" fmla="*/ 662351 w 2912392"/>
                <a:gd name="connsiteY68" fmla="*/ 395517 h 988087"/>
                <a:gd name="connsiteX69" fmla="*/ 672092 w 2912392"/>
                <a:gd name="connsiteY69" fmla="*/ 395997 h 988087"/>
                <a:gd name="connsiteX70" fmla="*/ 681831 w 2912392"/>
                <a:gd name="connsiteY70" fmla="*/ 396301 h 988087"/>
                <a:gd name="connsiteX71" fmla="*/ 691572 w 2912392"/>
                <a:gd name="connsiteY71" fmla="*/ 396423 h 988087"/>
                <a:gd name="connsiteX72" fmla="*/ 701313 w 2912392"/>
                <a:gd name="connsiteY72" fmla="*/ 396353 h 988087"/>
                <a:gd name="connsiteX73" fmla="*/ 711052 w 2912392"/>
                <a:gd name="connsiteY73" fmla="*/ 396083 h 988087"/>
                <a:gd name="connsiteX74" fmla="*/ 720793 w 2912392"/>
                <a:gd name="connsiteY74" fmla="*/ 395605 h 988087"/>
                <a:gd name="connsiteX75" fmla="*/ 730534 w 2912392"/>
                <a:gd name="connsiteY75" fmla="*/ 394914 h 988087"/>
                <a:gd name="connsiteX76" fmla="*/ 740274 w 2912392"/>
                <a:gd name="connsiteY76" fmla="*/ 394001 h 988087"/>
                <a:gd name="connsiteX77" fmla="*/ 750015 w 2912392"/>
                <a:gd name="connsiteY77" fmla="*/ 392861 h 988087"/>
                <a:gd name="connsiteX78" fmla="*/ 759756 w 2912392"/>
                <a:gd name="connsiteY78" fmla="*/ 391487 h 988087"/>
                <a:gd name="connsiteX79" fmla="*/ 769495 w 2912392"/>
                <a:gd name="connsiteY79" fmla="*/ 389878 h 988087"/>
                <a:gd name="connsiteX80" fmla="*/ 779236 w 2912392"/>
                <a:gd name="connsiteY80" fmla="*/ 388026 h 988087"/>
                <a:gd name="connsiteX81" fmla="*/ 788977 w 2912392"/>
                <a:gd name="connsiteY81" fmla="*/ 385928 h 988087"/>
                <a:gd name="connsiteX82" fmla="*/ 798717 w 2912392"/>
                <a:gd name="connsiteY82" fmla="*/ 383585 h 988087"/>
                <a:gd name="connsiteX83" fmla="*/ 808458 w 2912392"/>
                <a:gd name="connsiteY83" fmla="*/ 380989 h 988087"/>
                <a:gd name="connsiteX84" fmla="*/ 818199 w 2912392"/>
                <a:gd name="connsiteY84" fmla="*/ 378144 h 988087"/>
                <a:gd name="connsiteX85" fmla="*/ 827938 w 2912392"/>
                <a:gd name="connsiteY85" fmla="*/ 375046 h 988087"/>
                <a:gd name="connsiteX86" fmla="*/ 837679 w 2912392"/>
                <a:gd name="connsiteY86" fmla="*/ 371697 h 988087"/>
                <a:gd name="connsiteX87" fmla="*/ 847420 w 2912392"/>
                <a:gd name="connsiteY87" fmla="*/ 368096 h 988087"/>
                <a:gd name="connsiteX88" fmla="*/ 857159 w 2912392"/>
                <a:gd name="connsiteY88" fmla="*/ 364244 h 988087"/>
                <a:gd name="connsiteX89" fmla="*/ 866900 w 2912392"/>
                <a:gd name="connsiteY89" fmla="*/ 360146 h 988087"/>
                <a:gd name="connsiteX90" fmla="*/ 876641 w 2912392"/>
                <a:gd name="connsiteY90" fmla="*/ 355803 h 988087"/>
                <a:gd name="connsiteX91" fmla="*/ 886381 w 2912392"/>
                <a:gd name="connsiteY91" fmla="*/ 351218 h 988087"/>
                <a:gd name="connsiteX92" fmla="*/ 896122 w 2912392"/>
                <a:gd name="connsiteY92" fmla="*/ 346397 h 988087"/>
                <a:gd name="connsiteX93" fmla="*/ 905863 w 2912392"/>
                <a:gd name="connsiteY93" fmla="*/ 341345 h 988087"/>
                <a:gd name="connsiteX94" fmla="*/ 915602 w 2912392"/>
                <a:gd name="connsiteY94" fmla="*/ 336064 h 988087"/>
                <a:gd name="connsiteX95" fmla="*/ 925343 w 2912392"/>
                <a:gd name="connsiteY95" fmla="*/ 330565 h 988087"/>
                <a:gd name="connsiteX96" fmla="*/ 935084 w 2912392"/>
                <a:gd name="connsiteY96" fmla="*/ 324851 h 988087"/>
                <a:gd name="connsiteX97" fmla="*/ 944824 w 2912392"/>
                <a:gd name="connsiteY97" fmla="*/ 318934 h 988087"/>
                <a:gd name="connsiteX98" fmla="*/ 954564 w 2912392"/>
                <a:gd name="connsiteY98" fmla="*/ 312816 h 988087"/>
                <a:gd name="connsiteX99" fmla="*/ 964305 w 2912392"/>
                <a:gd name="connsiteY99" fmla="*/ 306511 h 988087"/>
                <a:gd name="connsiteX100" fmla="*/ 974045 w 2912392"/>
                <a:gd name="connsiteY100" fmla="*/ 300027 h 988087"/>
                <a:gd name="connsiteX101" fmla="*/ 983786 w 2912392"/>
                <a:gd name="connsiteY101" fmla="*/ 293371 h 988087"/>
                <a:gd name="connsiteX102" fmla="*/ 993522 w 2912392"/>
                <a:gd name="connsiteY102" fmla="*/ 286557 h 988087"/>
                <a:gd name="connsiteX103" fmla="*/ 1003266 w 2912392"/>
                <a:gd name="connsiteY103" fmla="*/ 279591 h 988087"/>
                <a:gd name="connsiteX104" fmla="*/ 1013010 w 2912392"/>
                <a:gd name="connsiteY104" fmla="*/ 272487 h 988087"/>
                <a:gd name="connsiteX105" fmla="*/ 1022754 w 2912392"/>
                <a:gd name="connsiteY105" fmla="*/ 265258 h 988087"/>
                <a:gd name="connsiteX106" fmla="*/ 1032483 w 2912392"/>
                <a:gd name="connsiteY106" fmla="*/ 257912 h 988087"/>
                <a:gd name="connsiteX107" fmla="*/ 1042227 w 2912392"/>
                <a:gd name="connsiteY107" fmla="*/ 250464 h 988087"/>
                <a:gd name="connsiteX108" fmla="*/ 1051971 w 2912392"/>
                <a:gd name="connsiteY108" fmla="*/ 242923 h 988087"/>
                <a:gd name="connsiteX109" fmla="*/ 1061715 w 2912392"/>
                <a:gd name="connsiteY109" fmla="*/ 235306 h 988087"/>
                <a:gd name="connsiteX110" fmla="*/ 1071444 w 2912392"/>
                <a:gd name="connsiteY110" fmla="*/ 227622 h 988087"/>
                <a:gd name="connsiteX111" fmla="*/ 1081188 w 2912392"/>
                <a:gd name="connsiteY111" fmla="*/ 219885 h 988087"/>
                <a:gd name="connsiteX112" fmla="*/ 1090932 w 2912392"/>
                <a:gd name="connsiteY112" fmla="*/ 212108 h 988087"/>
                <a:gd name="connsiteX113" fmla="*/ 1100676 w 2912392"/>
                <a:gd name="connsiteY113" fmla="*/ 204305 h 988087"/>
                <a:gd name="connsiteX114" fmla="*/ 1110405 w 2912392"/>
                <a:gd name="connsiteY114" fmla="*/ 196488 h 988087"/>
                <a:gd name="connsiteX115" fmla="*/ 1120149 w 2912392"/>
                <a:gd name="connsiteY115" fmla="*/ 188670 h 988087"/>
                <a:gd name="connsiteX116" fmla="*/ 1129893 w 2912392"/>
                <a:gd name="connsiteY116" fmla="*/ 180866 h 988087"/>
                <a:gd name="connsiteX117" fmla="*/ 1139637 w 2912392"/>
                <a:gd name="connsiteY117" fmla="*/ 173089 h 988087"/>
                <a:gd name="connsiteX118" fmla="*/ 1149381 w 2912392"/>
                <a:gd name="connsiteY118" fmla="*/ 165350 h 988087"/>
                <a:gd name="connsiteX119" fmla="*/ 1159110 w 2912392"/>
                <a:gd name="connsiteY119" fmla="*/ 157663 h 988087"/>
                <a:gd name="connsiteX120" fmla="*/ 1168854 w 2912392"/>
                <a:gd name="connsiteY120" fmla="*/ 150040 h 988087"/>
                <a:gd name="connsiteX121" fmla="*/ 1178598 w 2912392"/>
                <a:gd name="connsiteY121" fmla="*/ 142497 h 988087"/>
                <a:gd name="connsiteX122" fmla="*/ 1188341 w 2912392"/>
                <a:gd name="connsiteY122" fmla="*/ 135041 h 988087"/>
                <a:gd name="connsiteX123" fmla="*/ 1198070 w 2912392"/>
                <a:gd name="connsiteY123" fmla="*/ 127689 h 988087"/>
                <a:gd name="connsiteX124" fmla="*/ 1207814 w 2912392"/>
                <a:gd name="connsiteY124" fmla="*/ 120451 h 988087"/>
                <a:gd name="connsiteX125" fmla="*/ 1217558 w 2912392"/>
                <a:gd name="connsiteY125" fmla="*/ 113338 h 988087"/>
                <a:gd name="connsiteX126" fmla="*/ 1227302 w 2912392"/>
                <a:gd name="connsiteY126" fmla="*/ 106361 h 988087"/>
                <a:gd name="connsiteX127" fmla="*/ 1237031 w 2912392"/>
                <a:gd name="connsiteY127" fmla="*/ 99534 h 988087"/>
                <a:gd name="connsiteX128" fmla="*/ 1246775 w 2912392"/>
                <a:gd name="connsiteY128" fmla="*/ 92864 h 988087"/>
                <a:gd name="connsiteX129" fmla="*/ 1256519 w 2912392"/>
                <a:gd name="connsiteY129" fmla="*/ 86363 h 988087"/>
                <a:gd name="connsiteX130" fmla="*/ 1266263 w 2912392"/>
                <a:gd name="connsiteY130" fmla="*/ 80042 h 988087"/>
                <a:gd name="connsiteX131" fmla="*/ 1276007 w 2912392"/>
                <a:gd name="connsiteY131" fmla="*/ 73908 h 988087"/>
                <a:gd name="connsiteX132" fmla="*/ 1285736 w 2912392"/>
                <a:gd name="connsiteY132" fmla="*/ 67972 h 988087"/>
                <a:gd name="connsiteX133" fmla="*/ 1295480 w 2912392"/>
                <a:gd name="connsiteY133" fmla="*/ 62242 h 988087"/>
                <a:gd name="connsiteX134" fmla="*/ 1305224 w 2912392"/>
                <a:gd name="connsiteY134" fmla="*/ 56725 h 988087"/>
                <a:gd name="connsiteX135" fmla="*/ 1314968 w 2912392"/>
                <a:gd name="connsiteY135" fmla="*/ 51431 h 988087"/>
                <a:gd name="connsiteX136" fmla="*/ 1324697 w 2912392"/>
                <a:gd name="connsiteY136" fmla="*/ 46366 h 988087"/>
                <a:gd name="connsiteX137" fmla="*/ 1334441 w 2912392"/>
                <a:gd name="connsiteY137" fmla="*/ 41537 h 988087"/>
                <a:gd name="connsiteX138" fmla="*/ 1344185 w 2912392"/>
                <a:gd name="connsiteY138" fmla="*/ 36949 h 988087"/>
                <a:gd name="connsiteX139" fmla="*/ 1353929 w 2912392"/>
                <a:gd name="connsiteY139" fmla="*/ 32612 h 988087"/>
                <a:gd name="connsiteX140" fmla="*/ 1363658 w 2912392"/>
                <a:gd name="connsiteY140" fmla="*/ 28527 h 988087"/>
                <a:gd name="connsiteX141" fmla="*/ 1373402 w 2912392"/>
                <a:gd name="connsiteY141" fmla="*/ 24701 h 988087"/>
                <a:gd name="connsiteX142" fmla="*/ 1383146 w 2912392"/>
                <a:gd name="connsiteY142" fmla="*/ 21140 h 988087"/>
                <a:gd name="connsiteX143" fmla="*/ 1392890 w 2912392"/>
                <a:gd name="connsiteY143" fmla="*/ 17844 h 988087"/>
                <a:gd name="connsiteX144" fmla="*/ 1402619 w 2912392"/>
                <a:gd name="connsiteY144" fmla="*/ 14822 h 988087"/>
                <a:gd name="connsiteX145" fmla="*/ 1412363 w 2912392"/>
                <a:gd name="connsiteY145" fmla="*/ 12071 h 988087"/>
                <a:gd name="connsiteX146" fmla="*/ 1422106 w 2912392"/>
                <a:gd name="connsiteY146" fmla="*/ 9599 h 988087"/>
                <a:gd name="connsiteX147" fmla="*/ 1431850 w 2912392"/>
                <a:gd name="connsiteY147" fmla="*/ 7406 h 988087"/>
                <a:gd name="connsiteX148" fmla="*/ 1441594 w 2912392"/>
                <a:gd name="connsiteY148" fmla="*/ 5495 h 988087"/>
                <a:gd name="connsiteX149" fmla="*/ 1451323 w 2912392"/>
                <a:gd name="connsiteY149" fmla="*/ 3868 h 988087"/>
                <a:gd name="connsiteX150" fmla="*/ 1461067 w 2912392"/>
                <a:gd name="connsiteY150" fmla="*/ 2522 h 988087"/>
                <a:gd name="connsiteX151" fmla="*/ 1470811 w 2912392"/>
                <a:gd name="connsiteY151" fmla="*/ 1465 h 988087"/>
                <a:gd name="connsiteX152" fmla="*/ 1480555 w 2912392"/>
                <a:gd name="connsiteY152" fmla="*/ 690 h 988087"/>
                <a:gd name="connsiteX153" fmla="*/ 1490284 w 2912392"/>
                <a:gd name="connsiteY153" fmla="*/ 203 h 988087"/>
                <a:gd name="connsiteX154" fmla="*/ 1500028 w 2912392"/>
                <a:gd name="connsiteY154" fmla="*/ 0 h 988087"/>
                <a:gd name="connsiteX155" fmla="*/ 1509772 w 2912392"/>
                <a:gd name="connsiteY155" fmla="*/ 82 h 988087"/>
                <a:gd name="connsiteX156" fmla="*/ 1519516 w 2912392"/>
                <a:gd name="connsiteY156" fmla="*/ 447 h 988087"/>
                <a:gd name="connsiteX157" fmla="*/ 1529245 w 2912392"/>
                <a:gd name="connsiteY157" fmla="*/ 1097 h 988087"/>
                <a:gd name="connsiteX158" fmla="*/ 1538989 w 2912392"/>
                <a:gd name="connsiteY158" fmla="*/ 2026 h 988087"/>
                <a:gd name="connsiteX159" fmla="*/ 1548733 w 2912392"/>
                <a:gd name="connsiteY159" fmla="*/ 3236 h 988087"/>
                <a:gd name="connsiteX160" fmla="*/ 1558477 w 2912392"/>
                <a:gd name="connsiteY160" fmla="*/ 4724 h 988087"/>
                <a:gd name="connsiteX161" fmla="*/ 1568221 w 2912392"/>
                <a:gd name="connsiteY161" fmla="*/ 6488 h 988087"/>
                <a:gd name="connsiteX162" fmla="*/ 1577950 w 2912392"/>
                <a:gd name="connsiteY162" fmla="*/ 8525 h 988087"/>
                <a:gd name="connsiteX163" fmla="*/ 1587694 w 2912392"/>
                <a:gd name="connsiteY163" fmla="*/ 10834 h 988087"/>
                <a:gd name="connsiteX164" fmla="*/ 1597438 w 2912392"/>
                <a:gd name="connsiteY164" fmla="*/ 13412 h 988087"/>
                <a:gd name="connsiteX165" fmla="*/ 1607182 w 2912392"/>
                <a:gd name="connsiteY165" fmla="*/ 16255 h 988087"/>
                <a:gd name="connsiteX166" fmla="*/ 1616911 w 2912392"/>
                <a:gd name="connsiteY166" fmla="*/ 19360 h 988087"/>
                <a:gd name="connsiteX167" fmla="*/ 1626655 w 2912392"/>
                <a:gd name="connsiteY167" fmla="*/ 22725 h 988087"/>
                <a:gd name="connsiteX168" fmla="*/ 1636399 w 2912392"/>
                <a:gd name="connsiteY168" fmla="*/ 26347 h 988087"/>
                <a:gd name="connsiteX169" fmla="*/ 1646142 w 2912392"/>
                <a:gd name="connsiteY169" fmla="*/ 30223 h 988087"/>
                <a:gd name="connsiteX170" fmla="*/ 1655872 w 2912392"/>
                <a:gd name="connsiteY170" fmla="*/ 34347 h 988087"/>
                <a:gd name="connsiteX171" fmla="*/ 1665616 w 2912392"/>
                <a:gd name="connsiteY171" fmla="*/ 38718 h 988087"/>
                <a:gd name="connsiteX172" fmla="*/ 1675359 w 2912392"/>
                <a:gd name="connsiteY172" fmla="*/ 43331 h 988087"/>
                <a:gd name="connsiteX173" fmla="*/ 1685103 w 2912392"/>
                <a:gd name="connsiteY173" fmla="*/ 48185 h 988087"/>
                <a:gd name="connsiteX174" fmla="*/ 1694832 w 2912392"/>
                <a:gd name="connsiteY174" fmla="*/ 53273 h 988087"/>
                <a:gd name="connsiteX175" fmla="*/ 1704576 w 2912392"/>
                <a:gd name="connsiteY175" fmla="*/ 58593 h 988087"/>
                <a:gd name="connsiteX176" fmla="*/ 1714320 w 2912392"/>
                <a:gd name="connsiteY176" fmla="*/ 64140 h 988087"/>
                <a:gd name="connsiteX177" fmla="*/ 1724064 w 2912392"/>
                <a:gd name="connsiteY177" fmla="*/ 69913 h 988087"/>
                <a:gd name="connsiteX178" fmla="*/ 1733808 w 2912392"/>
                <a:gd name="connsiteY178" fmla="*/ 75906 h 988087"/>
                <a:gd name="connsiteX179" fmla="*/ 1743537 w 2912392"/>
                <a:gd name="connsiteY179" fmla="*/ 82116 h 988087"/>
                <a:gd name="connsiteX180" fmla="*/ 1753281 w 2912392"/>
                <a:gd name="connsiteY180" fmla="*/ 88537 h 988087"/>
                <a:gd name="connsiteX181" fmla="*/ 1763025 w 2912392"/>
                <a:gd name="connsiteY181" fmla="*/ 95169 h 988087"/>
                <a:gd name="connsiteX182" fmla="*/ 1772769 w 2912392"/>
                <a:gd name="connsiteY182" fmla="*/ 102004 h 988087"/>
                <a:gd name="connsiteX183" fmla="*/ 1782498 w 2912392"/>
                <a:gd name="connsiteY183" fmla="*/ 109041 h 988087"/>
                <a:gd name="connsiteX184" fmla="*/ 1792242 w 2912392"/>
                <a:gd name="connsiteY184" fmla="*/ 116275 h 988087"/>
                <a:gd name="connsiteX185" fmla="*/ 1801986 w 2912392"/>
                <a:gd name="connsiteY185" fmla="*/ 123703 h 988087"/>
                <a:gd name="connsiteX186" fmla="*/ 1811730 w 2912392"/>
                <a:gd name="connsiteY186" fmla="*/ 131320 h 988087"/>
                <a:gd name="connsiteX187" fmla="*/ 1821459 w 2912392"/>
                <a:gd name="connsiteY187" fmla="*/ 139122 h 988087"/>
                <a:gd name="connsiteX188" fmla="*/ 1831203 w 2912392"/>
                <a:gd name="connsiteY188" fmla="*/ 147107 h 988087"/>
                <a:gd name="connsiteX189" fmla="*/ 1840947 w 2912392"/>
                <a:gd name="connsiteY189" fmla="*/ 155268 h 988087"/>
                <a:gd name="connsiteX190" fmla="*/ 1850691 w 2912392"/>
                <a:gd name="connsiteY190" fmla="*/ 163604 h 988087"/>
                <a:gd name="connsiteX191" fmla="*/ 1860435 w 2912392"/>
                <a:gd name="connsiteY191" fmla="*/ 172110 h 988087"/>
                <a:gd name="connsiteX192" fmla="*/ 1870164 w 2912392"/>
                <a:gd name="connsiteY192" fmla="*/ 180781 h 988087"/>
                <a:gd name="connsiteX193" fmla="*/ 1879908 w 2912392"/>
                <a:gd name="connsiteY193" fmla="*/ 189615 h 988087"/>
                <a:gd name="connsiteX194" fmla="*/ 1889652 w 2912392"/>
                <a:gd name="connsiteY194" fmla="*/ 198606 h 988087"/>
                <a:gd name="connsiteX195" fmla="*/ 1899395 w 2912392"/>
                <a:gd name="connsiteY195" fmla="*/ 207753 h 988087"/>
                <a:gd name="connsiteX196" fmla="*/ 1909124 w 2912392"/>
                <a:gd name="connsiteY196" fmla="*/ 217048 h 988087"/>
                <a:gd name="connsiteX197" fmla="*/ 1918868 w 2912392"/>
                <a:gd name="connsiteY197" fmla="*/ 226491 h 988087"/>
                <a:gd name="connsiteX198" fmla="*/ 1928612 w 2912392"/>
                <a:gd name="connsiteY198" fmla="*/ 236076 h 988087"/>
                <a:gd name="connsiteX199" fmla="*/ 1938356 w 2912392"/>
                <a:gd name="connsiteY199" fmla="*/ 245797 h 988087"/>
                <a:gd name="connsiteX200" fmla="*/ 1948085 w 2912392"/>
                <a:gd name="connsiteY200" fmla="*/ 255655 h 988087"/>
                <a:gd name="connsiteX201" fmla="*/ 1957829 w 2912392"/>
                <a:gd name="connsiteY201" fmla="*/ 265641 h 988087"/>
                <a:gd name="connsiteX202" fmla="*/ 1967573 w 2912392"/>
                <a:gd name="connsiteY202" fmla="*/ 275753 h 988087"/>
                <a:gd name="connsiteX203" fmla="*/ 1977317 w 2912392"/>
                <a:gd name="connsiteY203" fmla="*/ 285987 h 988087"/>
                <a:gd name="connsiteX204" fmla="*/ 1987046 w 2912392"/>
                <a:gd name="connsiteY204" fmla="*/ 296339 h 988087"/>
                <a:gd name="connsiteX205" fmla="*/ 1996790 w 2912392"/>
                <a:gd name="connsiteY205" fmla="*/ 306804 h 988087"/>
                <a:gd name="connsiteX206" fmla="*/ 2006534 w 2912392"/>
                <a:gd name="connsiteY206" fmla="*/ 317378 h 988087"/>
                <a:gd name="connsiteX207" fmla="*/ 2016278 w 2912392"/>
                <a:gd name="connsiteY207" fmla="*/ 328056 h 988087"/>
                <a:gd name="connsiteX208" fmla="*/ 2026022 w 2912392"/>
                <a:gd name="connsiteY208" fmla="*/ 338834 h 988087"/>
                <a:gd name="connsiteX209" fmla="*/ 2035751 w 2912392"/>
                <a:gd name="connsiteY209" fmla="*/ 349707 h 988087"/>
                <a:gd name="connsiteX210" fmla="*/ 2045495 w 2912392"/>
                <a:gd name="connsiteY210" fmla="*/ 360673 h 988087"/>
                <a:gd name="connsiteX211" fmla="*/ 2055239 w 2912392"/>
                <a:gd name="connsiteY211" fmla="*/ 371724 h 988087"/>
                <a:gd name="connsiteX212" fmla="*/ 2064983 w 2912392"/>
                <a:gd name="connsiteY212" fmla="*/ 382856 h 988087"/>
                <a:gd name="connsiteX213" fmla="*/ 2074712 w 2912392"/>
                <a:gd name="connsiteY213" fmla="*/ 394066 h 988087"/>
                <a:gd name="connsiteX214" fmla="*/ 2084456 w 2912392"/>
                <a:gd name="connsiteY214" fmla="*/ 405348 h 988087"/>
                <a:gd name="connsiteX215" fmla="*/ 2094200 w 2912392"/>
                <a:gd name="connsiteY215" fmla="*/ 416696 h 988087"/>
                <a:gd name="connsiteX216" fmla="*/ 2103944 w 2912392"/>
                <a:gd name="connsiteY216" fmla="*/ 428107 h 988087"/>
                <a:gd name="connsiteX217" fmla="*/ 2113673 w 2912392"/>
                <a:gd name="connsiteY217" fmla="*/ 439577 h 988087"/>
                <a:gd name="connsiteX218" fmla="*/ 2123417 w 2912392"/>
                <a:gd name="connsiteY218" fmla="*/ 451096 h 988087"/>
                <a:gd name="connsiteX219" fmla="*/ 2133161 w 2912392"/>
                <a:gd name="connsiteY219" fmla="*/ 462663 h 988087"/>
                <a:gd name="connsiteX220" fmla="*/ 2142905 w 2912392"/>
                <a:gd name="connsiteY220" fmla="*/ 474270 h 988087"/>
                <a:gd name="connsiteX221" fmla="*/ 2152649 w 2912392"/>
                <a:gd name="connsiteY221" fmla="*/ 485914 h 988087"/>
                <a:gd name="connsiteX222" fmla="*/ 2162377 w 2912392"/>
                <a:gd name="connsiteY222" fmla="*/ 497589 h 988087"/>
                <a:gd name="connsiteX223" fmla="*/ 2172121 w 2912392"/>
                <a:gd name="connsiteY223" fmla="*/ 509287 h 988087"/>
                <a:gd name="connsiteX224" fmla="*/ 2181865 w 2912392"/>
                <a:gd name="connsiteY224" fmla="*/ 521004 h 988087"/>
                <a:gd name="connsiteX225" fmla="*/ 2191609 w 2912392"/>
                <a:gd name="connsiteY225" fmla="*/ 532734 h 988087"/>
                <a:gd name="connsiteX226" fmla="*/ 2201338 w 2912392"/>
                <a:gd name="connsiteY226" fmla="*/ 544471 h 988087"/>
                <a:gd name="connsiteX227" fmla="*/ 2211082 w 2912392"/>
                <a:gd name="connsiteY227" fmla="*/ 556209 h 988087"/>
                <a:gd name="connsiteX228" fmla="*/ 2220826 w 2912392"/>
                <a:gd name="connsiteY228" fmla="*/ 567942 h 988087"/>
                <a:gd name="connsiteX229" fmla="*/ 2230570 w 2912392"/>
                <a:gd name="connsiteY229" fmla="*/ 579661 h 988087"/>
                <a:gd name="connsiteX230" fmla="*/ 2240299 w 2912392"/>
                <a:gd name="connsiteY230" fmla="*/ 591364 h 988087"/>
                <a:gd name="connsiteX231" fmla="*/ 2250043 w 2912392"/>
                <a:gd name="connsiteY231" fmla="*/ 603041 h 988087"/>
                <a:gd name="connsiteX232" fmla="*/ 2259787 w 2912392"/>
                <a:gd name="connsiteY232" fmla="*/ 614687 h 988087"/>
                <a:gd name="connsiteX233" fmla="*/ 2269531 w 2912392"/>
                <a:gd name="connsiteY233" fmla="*/ 626294 h 988087"/>
                <a:gd name="connsiteX234" fmla="*/ 2279260 w 2912392"/>
                <a:gd name="connsiteY234" fmla="*/ 637857 h 988087"/>
                <a:gd name="connsiteX235" fmla="*/ 2289004 w 2912392"/>
                <a:gd name="connsiteY235" fmla="*/ 649366 h 988087"/>
                <a:gd name="connsiteX236" fmla="*/ 2298748 w 2912392"/>
                <a:gd name="connsiteY236" fmla="*/ 660816 h 988087"/>
                <a:gd name="connsiteX237" fmla="*/ 2308492 w 2912392"/>
                <a:gd name="connsiteY237" fmla="*/ 672199 h 988087"/>
                <a:gd name="connsiteX238" fmla="*/ 2318236 w 2912392"/>
                <a:gd name="connsiteY238" fmla="*/ 683507 h 988087"/>
                <a:gd name="connsiteX239" fmla="*/ 2327965 w 2912392"/>
                <a:gd name="connsiteY239" fmla="*/ 694734 h 988087"/>
                <a:gd name="connsiteX240" fmla="*/ 2337709 w 2912392"/>
                <a:gd name="connsiteY240" fmla="*/ 705872 h 988087"/>
                <a:gd name="connsiteX241" fmla="*/ 2347453 w 2912392"/>
                <a:gd name="connsiteY241" fmla="*/ 716912 h 988087"/>
                <a:gd name="connsiteX242" fmla="*/ 2357197 w 2912392"/>
                <a:gd name="connsiteY242" fmla="*/ 727848 h 988087"/>
                <a:gd name="connsiteX243" fmla="*/ 2366926 w 2912392"/>
                <a:gd name="connsiteY243" fmla="*/ 738671 h 988087"/>
                <a:gd name="connsiteX244" fmla="*/ 2376670 w 2912392"/>
                <a:gd name="connsiteY244" fmla="*/ 749373 h 988087"/>
                <a:gd name="connsiteX245" fmla="*/ 2386413 w 2912392"/>
                <a:gd name="connsiteY245" fmla="*/ 759945 h 988087"/>
                <a:gd name="connsiteX246" fmla="*/ 2396157 w 2912392"/>
                <a:gd name="connsiteY246" fmla="*/ 770380 h 988087"/>
                <a:gd name="connsiteX247" fmla="*/ 2405886 w 2912392"/>
                <a:gd name="connsiteY247" fmla="*/ 780671 h 988087"/>
                <a:gd name="connsiteX248" fmla="*/ 2415630 w 2912392"/>
                <a:gd name="connsiteY248" fmla="*/ 790808 h 988087"/>
                <a:gd name="connsiteX249" fmla="*/ 2425374 w 2912392"/>
                <a:gd name="connsiteY249" fmla="*/ 800781 h 988087"/>
                <a:gd name="connsiteX250" fmla="*/ 2435118 w 2912392"/>
                <a:gd name="connsiteY250" fmla="*/ 810586 h 988087"/>
                <a:gd name="connsiteX251" fmla="*/ 2444862 w 2912392"/>
                <a:gd name="connsiteY251" fmla="*/ 820213 h 988087"/>
                <a:gd name="connsiteX252" fmla="*/ 2454591 w 2912392"/>
                <a:gd name="connsiteY252" fmla="*/ 829651 h 988087"/>
                <a:gd name="connsiteX253" fmla="*/ 2464335 w 2912392"/>
                <a:gd name="connsiteY253" fmla="*/ 838896 h 988087"/>
                <a:gd name="connsiteX254" fmla="*/ 2474079 w 2912392"/>
                <a:gd name="connsiteY254" fmla="*/ 847935 h 988087"/>
                <a:gd name="connsiteX255" fmla="*/ 2483823 w 2912392"/>
                <a:gd name="connsiteY255" fmla="*/ 856767 h 988087"/>
                <a:gd name="connsiteX256" fmla="*/ 2493552 w 2912392"/>
                <a:gd name="connsiteY256" fmla="*/ 865364 h 988087"/>
                <a:gd name="connsiteX257" fmla="*/ 2503296 w 2912392"/>
                <a:gd name="connsiteY257" fmla="*/ 873752 h 988087"/>
                <a:gd name="connsiteX258" fmla="*/ 2513040 w 2912392"/>
                <a:gd name="connsiteY258" fmla="*/ 881887 h 988087"/>
                <a:gd name="connsiteX259" fmla="*/ 2522784 w 2912392"/>
                <a:gd name="connsiteY259" fmla="*/ 889784 h 988087"/>
                <a:gd name="connsiteX260" fmla="*/ 2532513 w 2912392"/>
                <a:gd name="connsiteY260" fmla="*/ 897427 h 988087"/>
                <a:gd name="connsiteX261" fmla="*/ 2542257 w 2912392"/>
                <a:gd name="connsiteY261" fmla="*/ 904817 h 988087"/>
                <a:gd name="connsiteX262" fmla="*/ 2552001 w 2912392"/>
                <a:gd name="connsiteY262" fmla="*/ 911923 h 988087"/>
                <a:gd name="connsiteX263" fmla="*/ 2561745 w 2912392"/>
                <a:gd name="connsiteY263" fmla="*/ 918762 h 988087"/>
                <a:gd name="connsiteX264" fmla="*/ 2571474 w 2912392"/>
                <a:gd name="connsiteY264" fmla="*/ 925333 h 988087"/>
                <a:gd name="connsiteX265" fmla="*/ 2581218 w 2912392"/>
                <a:gd name="connsiteY265" fmla="*/ 931590 h 988087"/>
                <a:gd name="connsiteX266" fmla="*/ 2590962 w 2912392"/>
                <a:gd name="connsiteY266" fmla="*/ 937565 h 988087"/>
                <a:gd name="connsiteX267" fmla="*/ 2600705 w 2912392"/>
                <a:gd name="connsiteY267" fmla="*/ 943226 h 988087"/>
                <a:gd name="connsiteX268" fmla="*/ 2610449 w 2912392"/>
                <a:gd name="connsiteY268" fmla="*/ 948575 h 988087"/>
                <a:gd name="connsiteX269" fmla="*/ 2620178 w 2912392"/>
                <a:gd name="connsiteY269" fmla="*/ 953611 h 988087"/>
                <a:gd name="connsiteX270" fmla="*/ 2629922 w 2912392"/>
                <a:gd name="connsiteY270" fmla="*/ 958319 h 988087"/>
                <a:gd name="connsiteX271" fmla="*/ 2639666 w 2912392"/>
                <a:gd name="connsiteY271" fmla="*/ 962699 h 988087"/>
                <a:gd name="connsiteX272" fmla="*/ 2649410 w 2912392"/>
                <a:gd name="connsiteY272" fmla="*/ 966752 h 988087"/>
                <a:gd name="connsiteX273" fmla="*/ 2659139 w 2912392"/>
                <a:gd name="connsiteY273" fmla="*/ 970461 h 988087"/>
                <a:gd name="connsiteX274" fmla="*/ 2668883 w 2912392"/>
                <a:gd name="connsiteY274" fmla="*/ 973829 h 988087"/>
                <a:gd name="connsiteX275" fmla="*/ 2678627 w 2912392"/>
                <a:gd name="connsiteY275" fmla="*/ 976853 h 988087"/>
                <a:gd name="connsiteX276" fmla="*/ 2688371 w 2912392"/>
                <a:gd name="connsiteY276" fmla="*/ 979520 h 988087"/>
                <a:gd name="connsiteX277" fmla="*/ 2698100 w 2912392"/>
                <a:gd name="connsiteY277" fmla="*/ 981829 h 988087"/>
                <a:gd name="connsiteX278" fmla="*/ 2707844 w 2912392"/>
                <a:gd name="connsiteY278" fmla="*/ 983781 h 988087"/>
                <a:gd name="connsiteX279" fmla="*/ 2717588 w 2912392"/>
                <a:gd name="connsiteY279" fmla="*/ 985375 h 988087"/>
                <a:gd name="connsiteX280" fmla="*/ 2727332 w 2912392"/>
                <a:gd name="connsiteY280" fmla="*/ 986612 h 988087"/>
                <a:gd name="connsiteX281" fmla="*/ 2737076 w 2912392"/>
                <a:gd name="connsiteY281" fmla="*/ 987461 h 988087"/>
                <a:gd name="connsiteX282" fmla="*/ 2746805 w 2912392"/>
                <a:gd name="connsiteY282" fmla="*/ 987968 h 988087"/>
                <a:gd name="connsiteX283" fmla="*/ 2756549 w 2912392"/>
                <a:gd name="connsiteY283" fmla="*/ 988087 h 988087"/>
                <a:gd name="connsiteX284" fmla="*/ 2766293 w 2912392"/>
                <a:gd name="connsiteY284" fmla="*/ 987849 h 988087"/>
                <a:gd name="connsiteX285" fmla="*/ 2776037 w 2912392"/>
                <a:gd name="connsiteY285" fmla="*/ 987238 h 988087"/>
                <a:gd name="connsiteX286" fmla="*/ 2785766 w 2912392"/>
                <a:gd name="connsiteY286" fmla="*/ 986255 h 988087"/>
                <a:gd name="connsiteX287" fmla="*/ 2795510 w 2912392"/>
                <a:gd name="connsiteY287" fmla="*/ 984914 h 988087"/>
                <a:gd name="connsiteX288" fmla="*/ 2805254 w 2912392"/>
                <a:gd name="connsiteY288" fmla="*/ 983200 h 988087"/>
                <a:gd name="connsiteX289" fmla="*/ 2814998 w 2912392"/>
                <a:gd name="connsiteY289" fmla="*/ 981114 h 988087"/>
                <a:gd name="connsiteX290" fmla="*/ 2824727 w 2912392"/>
                <a:gd name="connsiteY290" fmla="*/ 978671 h 988087"/>
                <a:gd name="connsiteX291" fmla="*/ 2834471 w 2912392"/>
                <a:gd name="connsiteY291" fmla="*/ 975870 h 988087"/>
                <a:gd name="connsiteX292" fmla="*/ 2844215 w 2912392"/>
                <a:gd name="connsiteY292" fmla="*/ 972711 h 988087"/>
                <a:gd name="connsiteX293" fmla="*/ 2853958 w 2912392"/>
                <a:gd name="connsiteY293" fmla="*/ 969210 h 988087"/>
                <a:gd name="connsiteX294" fmla="*/ 2863687 w 2912392"/>
                <a:gd name="connsiteY294" fmla="*/ 965351 h 988087"/>
                <a:gd name="connsiteX295" fmla="*/ 2873431 w 2912392"/>
                <a:gd name="connsiteY295" fmla="*/ 961135 h 988087"/>
                <a:gd name="connsiteX296" fmla="*/ 2883175 w 2912392"/>
                <a:gd name="connsiteY296" fmla="*/ 956591 h 988087"/>
                <a:gd name="connsiteX297" fmla="*/ 2892919 w 2912392"/>
                <a:gd name="connsiteY297" fmla="*/ 951719 h 988087"/>
                <a:gd name="connsiteX298" fmla="*/ 2902663 w 2912392"/>
                <a:gd name="connsiteY298" fmla="*/ 946519 h 988087"/>
                <a:gd name="connsiteX299" fmla="*/ 2912392 w 2912392"/>
                <a:gd name="connsiteY299" fmla="*/ 940991 h 988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988087">
                  <a:moveTo>
                    <a:pt x="0" y="335056"/>
                  </a:moveTo>
                  <a:lnTo>
                    <a:pt x="9739" y="336540"/>
                  </a:lnTo>
                  <a:lnTo>
                    <a:pt x="19480" y="337860"/>
                  </a:lnTo>
                  <a:lnTo>
                    <a:pt x="29221" y="339023"/>
                  </a:lnTo>
                  <a:lnTo>
                    <a:pt x="38961" y="340038"/>
                  </a:lnTo>
                  <a:lnTo>
                    <a:pt x="48702" y="340911"/>
                  </a:lnTo>
                  <a:lnTo>
                    <a:pt x="58443" y="341653"/>
                  </a:lnTo>
                  <a:lnTo>
                    <a:pt x="68182" y="342271"/>
                  </a:lnTo>
                  <a:lnTo>
                    <a:pt x="77923" y="342775"/>
                  </a:lnTo>
                  <a:lnTo>
                    <a:pt x="87664" y="343176"/>
                  </a:lnTo>
                  <a:lnTo>
                    <a:pt x="97404" y="343481"/>
                  </a:lnTo>
                  <a:lnTo>
                    <a:pt x="107145" y="343700"/>
                  </a:lnTo>
                  <a:lnTo>
                    <a:pt x="116886" y="343846"/>
                  </a:lnTo>
                  <a:lnTo>
                    <a:pt x="126625" y="343927"/>
                  </a:lnTo>
                  <a:lnTo>
                    <a:pt x="136366" y="343952"/>
                  </a:lnTo>
                  <a:lnTo>
                    <a:pt x="146107" y="343933"/>
                  </a:lnTo>
                  <a:lnTo>
                    <a:pt x="155846" y="343879"/>
                  </a:lnTo>
                  <a:lnTo>
                    <a:pt x="165587" y="343800"/>
                  </a:lnTo>
                  <a:lnTo>
                    <a:pt x="175328" y="343706"/>
                  </a:lnTo>
                  <a:lnTo>
                    <a:pt x="185068" y="343606"/>
                  </a:lnTo>
                  <a:lnTo>
                    <a:pt x="194809" y="343509"/>
                  </a:lnTo>
                  <a:lnTo>
                    <a:pt x="204550" y="343426"/>
                  </a:lnTo>
                  <a:lnTo>
                    <a:pt x="214289" y="343363"/>
                  </a:lnTo>
                  <a:lnTo>
                    <a:pt x="224030" y="343331"/>
                  </a:lnTo>
                  <a:lnTo>
                    <a:pt x="233771" y="343335"/>
                  </a:lnTo>
                  <a:lnTo>
                    <a:pt x="243510" y="343384"/>
                  </a:lnTo>
                  <a:lnTo>
                    <a:pt x="253251" y="343486"/>
                  </a:lnTo>
                  <a:lnTo>
                    <a:pt x="262992" y="343645"/>
                  </a:lnTo>
                  <a:lnTo>
                    <a:pt x="272732" y="343868"/>
                  </a:lnTo>
                  <a:lnTo>
                    <a:pt x="282473" y="344162"/>
                  </a:lnTo>
                  <a:lnTo>
                    <a:pt x="292214" y="344529"/>
                  </a:lnTo>
                  <a:lnTo>
                    <a:pt x="301953" y="344974"/>
                  </a:lnTo>
                  <a:lnTo>
                    <a:pt x="311694" y="345501"/>
                  </a:lnTo>
                  <a:lnTo>
                    <a:pt x="321435" y="346112"/>
                  </a:lnTo>
                  <a:lnTo>
                    <a:pt x="331175" y="346809"/>
                  </a:lnTo>
                  <a:lnTo>
                    <a:pt x="340916" y="347596"/>
                  </a:lnTo>
                  <a:lnTo>
                    <a:pt x="350656" y="348471"/>
                  </a:lnTo>
                  <a:lnTo>
                    <a:pt x="360396" y="349435"/>
                  </a:lnTo>
                  <a:lnTo>
                    <a:pt x="370137" y="350487"/>
                  </a:lnTo>
                  <a:lnTo>
                    <a:pt x="379878" y="351625"/>
                  </a:lnTo>
                  <a:lnTo>
                    <a:pt x="389617" y="352848"/>
                  </a:lnTo>
                  <a:lnTo>
                    <a:pt x="399358" y="354155"/>
                  </a:lnTo>
                  <a:lnTo>
                    <a:pt x="409099" y="355539"/>
                  </a:lnTo>
                  <a:lnTo>
                    <a:pt x="418839" y="356997"/>
                  </a:lnTo>
                  <a:lnTo>
                    <a:pt x="428580" y="358528"/>
                  </a:lnTo>
                  <a:lnTo>
                    <a:pt x="438321" y="360122"/>
                  </a:lnTo>
                  <a:lnTo>
                    <a:pt x="448060" y="361776"/>
                  </a:lnTo>
                  <a:lnTo>
                    <a:pt x="457801" y="363480"/>
                  </a:lnTo>
                  <a:lnTo>
                    <a:pt x="467542" y="365232"/>
                  </a:lnTo>
                  <a:lnTo>
                    <a:pt x="477281" y="367020"/>
                  </a:lnTo>
                  <a:lnTo>
                    <a:pt x="487022" y="368839"/>
                  </a:lnTo>
                  <a:lnTo>
                    <a:pt x="496763" y="370679"/>
                  </a:lnTo>
                  <a:lnTo>
                    <a:pt x="506503" y="372531"/>
                  </a:lnTo>
                  <a:lnTo>
                    <a:pt x="516244" y="374386"/>
                  </a:lnTo>
                  <a:lnTo>
                    <a:pt x="525985" y="376235"/>
                  </a:lnTo>
                  <a:lnTo>
                    <a:pt x="535724" y="378066"/>
                  </a:lnTo>
                  <a:lnTo>
                    <a:pt x="545465" y="379870"/>
                  </a:lnTo>
                  <a:lnTo>
                    <a:pt x="555206" y="381639"/>
                  </a:lnTo>
                  <a:lnTo>
                    <a:pt x="564946" y="383358"/>
                  </a:lnTo>
                  <a:lnTo>
                    <a:pt x="574687" y="385018"/>
                  </a:lnTo>
                  <a:lnTo>
                    <a:pt x="584428" y="386609"/>
                  </a:lnTo>
                  <a:lnTo>
                    <a:pt x="594167" y="388118"/>
                  </a:lnTo>
                  <a:lnTo>
                    <a:pt x="603908" y="389537"/>
                  </a:lnTo>
                  <a:lnTo>
                    <a:pt x="613649" y="390852"/>
                  </a:lnTo>
                  <a:lnTo>
                    <a:pt x="623388" y="392055"/>
                  </a:lnTo>
                  <a:lnTo>
                    <a:pt x="633129" y="393132"/>
                  </a:lnTo>
                  <a:lnTo>
                    <a:pt x="642870" y="394075"/>
                  </a:lnTo>
                  <a:lnTo>
                    <a:pt x="652610" y="394874"/>
                  </a:lnTo>
                  <a:lnTo>
                    <a:pt x="662351" y="395517"/>
                  </a:lnTo>
                  <a:lnTo>
                    <a:pt x="672092" y="395997"/>
                  </a:lnTo>
                  <a:lnTo>
                    <a:pt x="681831" y="396301"/>
                  </a:lnTo>
                  <a:lnTo>
                    <a:pt x="691572" y="396423"/>
                  </a:lnTo>
                  <a:lnTo>
                    <a:pt x="701313" y="396353"/>
                  </a:lnTo>
                  <a:lnTo>
                    <a:pt x="711052" y="396083"/>
                  </a:lnTo>
                  <a:lnTo>
                    <a:pt x="720793" y="395605"/>
                  </a:lnTo>
                  <a:lnTo>
                    <a:pt x="730534" y="394914"/>
                  </a:lnTo>
                  <a:lnTo>
                    <a:pt x="740274" y="394001"/>
                  </a:lnTo>
                  <a:lnTo>
                    <a:pt x="750015" y="392861"/>
                  </a:lnTo>
                  <a:lnTo>
                    <a:pt x="759756" y="391487"/>
                  </a:lnTo>
                  <a:lnTo>
                    <a:pt x="769495" y="389878"/>
                  </a:lnTo>
                  <a:lnTo>
                    <a:pt x="779236" y="388026"/>
                  </a:lnTo>
                  <a:lnTo>
                    <a:pt x="788977" y="385928"/>
                  </a:lnTo>
                  <a:lnTo>
                    <a:pt x="798717" y="383585"/>
                  </a:lnTo>
                  <a:lnTo>
                    <a:pt x="808458" y="380989"/>
                  </a:lnTo>
                  <a:lnTo>
                    <a:pt x="818199" y="378144"/>
                  </a:lnTo>
                  <a:lnTo>
                    <a:pt x="827938" y="375046"/>
                  </a:lnTo>
                  <a:lnTo>
                    <a:pt x="837679" y="371697"/>
                  </a:lnTo>
                  <a:lnTo>
                    <a:pt x="847420" y="368096"/>
                  </a:lnTo>
                  <a:lnTo>
                    <a:pt x="857159" y="364244"/>
                  </a:lnTo>
                  <a:lnTo>
                    <a:pt x="866900" y="360146"/>
                  </a:lnTo>
                  <a:lnTo>
                    <a:pt x="876641" y="355803"/>
                  </a:lnTo>
                  <a:lnTo>
                    <a:pt x="886381" y="351218"/>
                  </a:lnTo>
                  <a:lnTo>
                    <a:pt x="896122" y="346397"/>
                  </a:lnTo>
                  <a:lnTo>
                    <a:pt x="905863" y="341345"/>
                  </a:lnTo>
                  <a:lnTo>
                    <a:pt x="915602" y="336064"/>
                  </a:lnTo>
                  <a:lnTo>
                    <a:pt x="925343" y="330565"/>
                  </a:lnTo>
                  <a:lnTo>
                    <a:pt x="935084" y="324851"/>
                  </a:lnTo>
                  <a:lnTo>
                    <a:pt x="944824" y="318934"/>
                  </a:lnTo>
                  <a:lnTo>
                    <a:pt x="954564" y="312816"/>
                  </a:lnTo>
                  <a:lnTo>
                    <a:pt x="964305" y="306511"/>
                  </a:lnTo>
                  <a:lnTo>
                    <a:pt x="974045" y="300027"/>
                  </a:lnTo>
                  <a:lnTo>
                    <a:pt x="983786" y="293371"/>
                  </a:lnTo>
                  <a:lnTo>
                    <a:pt x="993522" y="286557"/>
                  </a:lnTo>
                  <a:lnTo>
                    <a:pt x="1003266" y="279591"/>
                  </a:lnTo>
                  <a:lnTo>
                    <a:pt x="1013010" y="272487"/>
                  </a:lnTo>
                  <a:lnTo>
                    <a:pt x="1022754" y="265258"/>
                  </a:lnTo>
                  <a:lnTo>
                    <a:pt x="1032483" y="257912"/>
                  </a:lnTo>
                  <a:lnTo>
                    <a:pt x="1042227" y="250464"/>
                  </a:lnTo>
                  <a:lnTo>
                    <a:pt x="1051971" y="242923"/>
                  </a:lnTo>
                  <a:lnTo>
                    <a:pt x="1061715" y="235306"/>
                  </a:lnTo>
                  <a:lnTo>
                    <a:pt x="1071444" y="227622"/>
                  </a:lnTo>
                  <a:lnTo>
                    <a:pt x="1081188" y="219885"/>
                  </a:lnTo>
                  <a:lnTo>
                    <a:pt x="1090932" y="212108"/>
                  </a:lnTo>
                  <a:lnTo>
                    <a:pt x="1100676" y="204305"/>
                  </a:lnTo>
                  <a:lnTo>
                    <a:pt x="1110405" y="196488"/>
                  </a:lnTo>
                  <a:lnTo>
                    <a:pt x="1120149" y="188670"/>
                  </a:lnTo>
                  <a:lnTo>
                    <a:pt x="1129893" y="180866"/>
                  </a:lnTo>
                  <a:lnTo>
                    <a:pt x="1139637" y="173089"/>
                  </a:lnTo>
                  <a:lnTo>
                    <a:pt x="1149381" y="165350"/>
                  </a:lnTo>
                  <a:lnTo>
                    <a:pt x="1159110" y="157663"/>
                  </a:lnTo>
                  <a:lnTo>
                    <a:pt x="1168854" y="150040"/>
                  </a:lnTo>
                  <a:lnTo>
                    <a:pt x="1178598" y="142497"/>
                  </a:lnTo>
                  <a:lnTo>
                    <a:pt x="1188341" y="135041"/>
                  </a:lnTo>
                  <a:lnTo>
                    <a:pt x="1198070" y="127689"/>
                  </a:lnTo>
                  <a:lnTo>
                    <a:pt x="1207814" y="120451"/>
                  </a:lnTo>
                  <a:lnTo>
                    <a:pt x="1217558" y="113338"/>
                  </a:lnTo>
                  <a:lnTo>
                    <a:pt x="1227302" y="106361"/>
                  </a:lnTo>
                  <a:lnTo>
                    <a:pt x="1237031" y="99534"/>
                  </a:lnTo>
                  <a:lnTo>
                    <a:pt x="1246775" y="92864"/>
                  </a:lnTo>
                  <a:lnTo>
                    <a:pt x="1256519" y="86363"/>
                  </a:lnTo>
                  <a:lnTo>
                    <a:pt x="1266263" y="80042"/>
                  </a:lnTo>
                  <a:lnTo>
                    <a:pt x="1276007" y="73908"/>
                  </a:lnTo>
                  <a:lnTo>
                    <a:pt x="1285736" y="67972"/>
                  </a:lnTo>
                  <a:lnTo>
                    <a:pt x="1295480" y="62242"/>
                  </a:lnTo>
                  <a:lnTo>
                    <a:pt x="1305224" y="56725"/>
                  </a:lnTo>
                  <a:lnTo>
                    <a:pt x="1314968" y="51431"/>
                  </a:lnTo>
                  <a:lnTo>
                    <a:pt x="1324697" y="46366"/>
                  </a:lnTo>
                  <a:lnTo>
                    <a:pt x="1334441" y="41537"/>
                  </a:lnTo>
                  <a:lnTo>
                    <a:pt x="1344185" y="36949"/>
                  </a:lnTo>
                  <a:lnTo>
                    <a:pt x="1353929" y="32612"/>
                  </a:lnTo>
                  <a:lnTo>
                    <a:pt x="1363658" y="28527"/>
                  </a:lnTo>
                  <a:lnTo>
                    <a:pt x="1373402" y="24701"/>
                  </a:lnTo>
                  <a:lnTo>
                    <a:pt x="1383146" y="21140"/>
                  </a:lnTo>
                  <a:lnTo>
                    <a:pt x="1392890" y="17844"/>
                  </a:lnTo>
                  <a:lnTo>
                    <a:pt x="1402619" y="14822"/>
                  </a:lnTo>
                  <a:lnTo>
                    <a:pt x="1412363" y="12071"/>
                  </a:lnTo>
                  <a:lnTo>
                    <a:pt x="1422106" y="9599"/>
                  </a:lnTo>
                  <a:lnTo>
                    <a:pt x="1431850" y="7406"/>
                  </a:lnTo>
                  <a:lnTo>
                    <a:pt x="1441594" y="5495"/>
                  </a:lnTo>
                  <a:lnTo>
                    <a:pt x="1451323" y="3868"/>
                  </a:lnTo>
                  <a:lnTo>
                    <a:pt x="1461067" y="2522"/>
                  </a:lnTo>
                  <a:lnTo>
                    <a:pt x="1470811" y="1465"/>
                  </a:lnTo>
                  <a:lnTo>
                    <a:pt x="1480555" y="690"/>
                  </a:lnTo>
                  <a:lnTo>
                    <a:pt x="1490284" y="203"/>
                  </a:lnTo>
                  <a:lnTo>
                    <a:pt x="1500028" y="0"/>
                  </a:lnTo>
                  <a:lnTo>
                    <a:pt x="1509772" y="82"/>
                  </a:lnTo>
                  <a:lnTo>
                    <a:pt x="1519516" y="447"/>
                  </a:lnTo>
                  <a:lnTo>
                    <a:pt x="1529245" y="1097"/>
                  </a:lnTo>
                  <a:lnTo>
                    <a:pt x="1538989" y="2026"/>
                  </a:lnTo>
                  <a:lnTo>
                    <a:pt x="1548733" y="3236"/>
                  </a:lnTo>
                  <a:lnTo>
                    <a:pt x="1558477" y="4724"/>
                  </a:lnTo>
                  <a:lnTo>
                    <a:pt x="1568221" y="6488"/>
                  </a:lnTo>
                  <a:lnTo>
                    <a:pt x="1577950" y="8525"/>
                  </a:lnTo>
                  <a:lnTo>
                    <a:pt x="1587694" y="10834"/>
                  </a:lnTo>
                  <a:lnTo>
                    <a:pt x="1597438" y="13412"/>
                  </a:lnTo>
                  <a:lnTo>
                    <a:pt x="1607182" y="16255"/>
                  </a:lnTo>
                  <a:lnTo>
                    <a:pt x="1616911" y="19360"/>
                  </a:lnTo>
                  <a:lnTo>
                    <a:pt x="1626655" y="22725"/>
                  </a:lnTo>
                  <a:lnTo>
                    <a:pt x="1636399" y="26347"/>
                  </a:lnTo>
                  <a:lnTo>
                    <a:pt x="1646142" y="30223"/>
                  </a:lnTo>
                  <a:lnTo>
                    <a:pt x="1655872" y="34347"/>
                  </a:lnTo>
                  <a:lnTo>
                    <a:pt x="1665616" y="38718"/>
                  </a:lnTo>
                  <a:lnTo>
                    <a:pt x="1675359" y="43331"/>
                  </a:lnTo>
                  <a:lnTo>
                    <a:pt x="1685103" y="48185"/>
                  </a:lnTo>
                  <a:lnTo>
                    <a:pt x="1694832" y="53273"/>
                  </a:lnTo>
                  <a:lnTo>
                    <a:pt x="1704576" y="58593"/>
                  </a:lnTo>
                  <a:lnTo>
                    <a:pt x="1714320" y="64140"/>
                  </a:lnTo>
                  <a:lnTo>
                    <a:pt x="1724064" y="69913"/>
                  </a:lnTo>
                  <a:lnTo>
                    <a:pt x="1733808" y="75906"/>
                  </a:lnTo>
                  <a:lnTo>
                    <a:pt x="1743537" y="82116"/>
                  </a:lnTo>
                  <a:lnTo>
                    <a:pt x="1753281" y="88537"/>
                  </a:lnTo>
                  <a:lnTo>
                    <a:pt x="1763025" y="95169"/>
                  </a:lnTo>
                  <a:lnTo>
                    <a:pt x="1772769" y="102004"/>
                  </a:lnTo>
                  <a:lnTo>
                    <a:pt x="1782498" y="109041"/>
                  </a:lnTo>
                  <a:lnTo>
                    <a:pt x="1792242" y="116275"/>
                  </a:lnTo>
                  <a:lnTo>
                    <a:pt x="1801986" y="123703"/>
                  </a:lnTo>
                  <a:lnTo>
                    <a:pt x="1811730" y="131320"/>
                  </a:lnTo>
                  <a:lnTo>
                    <a:pt x="1821459" y="139122"/>
                  </a:lnTo>
                  <a:lnTo>
                    <a:pt x="1831203" y="147107"/>
                  </a:lnTo>
                  <a:lnTo>
                    <a:pt x="1840947" y="155268"/>
                  </a:lnTo>
                  <a:lnTo>
                    <a:pt x="1850691" y="163604"/>
                  </a:lnTo>
                  <a:lnTo>
                    <a:pt x="1860435" y="172110"/>
                  </a:lnTo>
                  <a:lnTo>
                    <a:pt x="1870164" y="180781"/>
                  </a:lnTo>
                  <a:lnTo>
                    <a:pt x="1879908" y="189615"/>
                  </a:lnTo>
                  <a:lnTo>
                    <a:pt x="1889652" y="198606"/>
                  </a:lnTo>
                  <a:lnTo>
                    <a:pt x="1899395" y="207753"/>
                  </a:lnTo>
                  <a:lnTo>
                    <a:pt x="1909124" y="217048"/>
                  </a:lnTo>
                  <a:lnTo>
                    <a:pt x="1918868" y="226491"/>
                  </a:lnTo>
                  <a:lnTo>
                    <a:pt x="1928612" y="236076"/>
                  </a:lnTo>
                  <a:lnTo>
                    <a:pt x="1938356" y="245797"/>
                  </a:lnTo>
                  <a:lnTo>
                    <a:pt x="1948085" y="255655"/>
                  </a:lnTo>
                  <a:lnTo>
                    <a:pt x="1957829" y="265641"/>
                  </a:lnTo>
                  <a:lnTo>
                    <a:pt x="1967573" y="275753"/>
                  </a:lnTo>
                  <a:lnTo>
                    <a:pt x="1977317" y="285987"/>
                  </a:lnTo>
                  <a:lnTo>
                    <a:pt x="1987046" y="296339"/>
                  </a:lnTo>
                  <a:lnTo>
                    <a:pt x="1996790" y="306804"/>
                  </a:lnTo>
                  <a:lnTo>
                    <a:pt x="2006534" y="317378"/>
                  </a:lnTo>
                  <a:lnTo>
                    <a:pt x="2016278" y="328056"/>
                  </a:lnTo>
                  <a:lnTo>
                    <a:pt x="2026022" y="338834"/>
                  </a:lnTo>
                  <a:lnTo>
                    <a:pt x="2035751" y="349707"/>
                  </a:lnTo>
                  <a:lnTo>
                    <a:pt x="2045495" y="360673"/>
                  </a:lnTo>
                  <a:lnTo>
                    <a:pt x="2055239" y="371724"/>
                  </a:lnTo>
                  <a:lnTo>
                    <a:pt x="2064983" y="382856"/>
                  </a:lnTo>
                  <a:lnTo>
                    <a:pt x="2074712" y="394066"/>
                  </a:lnTo>
                  <a:lnTo>
                    <a:pt x="2084456" y="405348"/>
                  </a:lnTo>
                  <a:lnTo>
                    <a:pt x="2094200" y="416696"/>
                  </a:lnTo>
                  <a:lnTo>
                    <a:pt x="2103944" y="428107"/>
                  </a:lnTo>
                  <a:lnTo>
                    <a:pt x="2113673" y="439577"/>
                  </a:lnTo>
                  <a:lnTo>
                    <a:pt x="2123417" y="451096"/>
                  </a:lnTo>
                  <a:lnTo>
                    <a:pt x="2133161" y="462663"/>
                  </a:lnTo>
                  <a:lnTo>
                    <a:pt x="2142905" y="474270"/>
                  </a:lnTo>
                  <a:lnTo>
                    <a:pt x="2152649" y="485914"/>
                  </a:lnTo>
                  <a:lnTo>
                    <a:pt x="2162377" y="497589"/>
                  </a:lnTo>
                  <a:lnTo>
                    <a:pt x="2172121" y="509287"/>
                  </a:lnTo>
                  <a:lnTo>
                    <a:pt x="2181865" y="521004"/>
                  </a:lnTo>
                  <a:lnTo>
                    <a:pt x="2191609" y="532734"/>
                  </a:lnTo>
                  <a:lnTo>
                    <a:pt x="2201338" y="544471"/>
                  </a:lnTo>
                  <a:lnTo>
                    <a:pt x="2211082" y="556209"/>
                  </a:lnTo>
                  <a:lnTo>
                    <a:pt x="2220826" y="567942"/>
                  </a:lnTo>
                  <a:lnTo>
                    <a:pt x="2230570" y="579661"/>
                  </a:lnTo>
                  <a:lnTo>
                    <a:pt x="2240299" y="591364"/>
                  </a:lnTo>
                  <a:lnTo>
                    <a:pt x="2250043" y="603041"/>
                  </a:lnTo>
                  <a:lnTo>
                    <a:pt x="2259787" y="614687"/>
                  </a:lnTo>
                  <a:lnTo>
                    <a:pt x="2269531" y="626294"/>
                  </a:lnTo>
                  <a:lnTo>
                    <a:pt x="2279260" y="637857"/>
                  </a:lnTo>
                  <a:lnTo>
                    <a:pt x="2289004" y="649366"/>
                  </a:lnTo>
                  <a:lnTo>
                    <a:pt x="2298748" y="660816"/>
                  </a:lnTo>
                  <a:lnTo>
                    <a:pt x="2308492" y="672199"/>
                  </a:lnTo>
                  <a:lnTo>
                    <a:pt x="2318236" y="683507"/>
                  </a:lnTo>
                  <a:lnTo>
                    <a:pt x="2327965" y="694734"/>
                  </a:lnTo>
                  <a:lnTo>
                    <a:pt x="2337709" y="705872"/>
                  </a:lnTo>
                  <a:lnTo>
                    <a:pt x="2347453" y="716912"/>
                  </a:lnTo>
                  <a:lnTo>
                    <a:pt x="2357197" y="727848"/>
                  </a:lnTo>
                  <a:lnTo>
                    <a:pt x="2366926" y="738671"/>
                  </a:lnTo>
                  <a:lnTo>
                    <a:pt x="2376670" y="749373"/>
                  </a:lnTo>
                  <a:lnTo>
                    <a:pt x="2386413" y="759945"/>
                  </a:lnTo>
                  <a:lnTo>
                    <a:pt x="2396157" y="770380"/>
                  </a:lnTo>
                  <a:lnTo>
                    <a:pt x="2405886" y="780671"/>
                  </a:lnTo>
                  <a:lnTo>
                    <a:pt x="2415630" y="790808"/>
                  </a:lnTo>
                  <a:lnTo>
                    <a:pt x="2425374" y="800781"/>
                  </a:lnTo>
                  <a:lnTo>
                    <a:pt x="2435118" y="810586"/>
                  </a:lnTo>
                  <a:lnTo>
                    <a:pt x="2444862" y="820213"/>
                  </a:lnTo>
                  <a:lnTo>
                    <a:pt x="2454591" y="829651"/>
                  </a:lnTo>
                  <a:lnTo>
                    <a:pt x="2464335" y="838896"/>
                  </a:lnTo>
                  <a:lnTo>
                    <a:pt x="2474079" y="847935"/>
                  </a:lnTo>
                  <a:lnTo>
                    <a:pt x="2483823" y="856767"/>
                  </a:lnTo>
                  <a:lnTo>
                    <a:pt x="2493552" y="865364"/>
                  </a:lnTo>
                  <a:lnTo>
                    <a:pt x="2503296" y="873752"/>
                  </a:lnTo>
                  <a:lnTo>
                    <a:pt x="2513040" y="881887"/>
                  </a:lnTo>
                  <a:lnTo>
                    <a:pt x="2522784" y="889784"/>
                  </a:lnTo>
                  <a:lnTo>
                    <a:pt x="2532513" y="897427"/>
                  </a:lnTo>
                  <a:lnTo>
                    <a:pt x="2542257" y="904817"/>
                  </a:lnTo>
                  <a:lnTo>
                    <a:pt x="2552001" y="911923"/>
                  </a:lnTo>
                  <a:lnTo>
                    <a:pt x="2561745" y="918762"/>
                  </a:lnTo>
                  <a:lnTo>
                    <a:pt x="2571474" y="925333"/>
                  </a:lnTo>
                  <a:lnTo>
                    <a:pt x="2581218" y="931590"/>
                  </a:lnTo>
                  <a:lnTo>
                    <a:pt x="2590962" y="937565"/>
                  </a:lnTo>
                  <a:lnTo>
                    <a:pt x="2600705" y="943226"/>
                  </a:lnTo>
                  <a:lnTo>
                    <a:pt x="2610449" y="948575"/>
                  </a:lnTo>
                  <a:lnTo>
                    <a:pt x="2620178" y="953611"/>
                  </a:lnTo>
                  <a:lnTo>
                    <a:pt x="2629922" y="958319"/>
                  </a:lnTo>
                  <a:lnTo>
                    <a:pt x="2639666" y="962699"/>
                  </a:lnTo>
                  <a:lnTo>
                    <a:pt x="2649410" y="966752"/>
                  </a:lnTo>
                  <a:lnTo>
                    <a:pt x="2659139" y="970461"/>
                  </a:lnTo>
                  <a:lnTo>
                    <a:pt x="2668883" y="973829"/>
                  </a:lnTo>
                  <a:lnTo>
                    <a:pt x="2678627" y="976853"/>
                  </a:lnTo>
                  <a:lnTo>
                    <a:pt x="2688371" y="979520"/>
                  </a:lnTo>
                  <a:lnTo>
                    <a:pt x="2698100" y="981829"/>
                  </a:lnTo>
                  <a:lnTo>
                    <a:pt x="2707844" y="983781"/>
                  </a:lnTo>
                  <a:lnTo>
                    <a:pt x="2717588" y="985375"/>
                  </a:lnTo>
                  <a:lnTo>
                    <a:pt x="2727332" y="986612"/>
                  </a:lnTo>
                  <a:lnTo>
                    <a:pt x="2737076" y="987461"/>
                  </a:lnTo>
                  <a:lnTo>
                    <a:pt x="2746805" y="987968"/>
                  </a:lnTo>
                  <a:lnTo>
                    <a:pt x="2756549" y="988087"/>
                  </a:lnTo>
                  <a:lnTo>
                    <a:pt x="2766293" y="987849"/>
                  </a:lnTo>
                  <a:lnTo>
                    <a:pt x="2776037" y="987238"/>
                  </a:lnTo>
                  <a:lnTo>
                    <a:pt x="2785766" y="986255"/>
                  </a:lnTo>
                  <a:lnTo>
                    <a:pt x="2795510" y="984914"/>
                  </a:lnTo>
                  <a:lnTo>
                    <a:pt x="2805254" y="983200"/>
                  </a:lnTo>
                  <a:lnTo>
                    <a:pt x="2814998" y="981114"/>
                  </a:lnTo>
                  <a:lnTo>
                    <a:pt x="2824727" y="978671"/>
                  </a:lnTo>
                  <a:lnTo>
                    <a:pt x="2834471" y="975870"/>
                  </a:lnTo>
                  <a:lnTo>
                    <a:pt x="2844215" y="972711"/>
                  </a:lnTo>
                  <a:lnTo>
                    <a:pt x="2853958" y="969210"/>
                  </a:lnTo>
                  <a:lnTo>
                    <a:pt x="2863687" y="965351"/>
                  </a:lnTo>
                  <a:lnTo>
                    <a:pt x="2873431" y="961135"/>
                  </a:lnTo>
                  <a:lnTo>
                    <a:pt x="2883175" y="956591"/>
                  </a:lnTo>
                  <a:lnTo>
                    <a:pt x="2892919" y="951719"/>
                  </a:lnTo>
                  <a:lnTo>
                    <a:pt x="2902663" y="946519"/>
                  </a:lnTo>
                  <a:lnTo>
                    <a:pt x="2912392" y="94099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0" name="Freeform 739">
              <a:extLst>
                <a:ext uri="{FF2B5EF4-FFF2-40B4-BE49-F238E27FC236}">
                  <a16:creationId xmlns:a16="http://schemas.microsoft.com/office/drawing/2014/main" id="{61CFED14-8941-5FD5-7B0F-288E38235E4F}"/>
                </a:ext>
              </a:extLst>
            </p:cNvPr>
            <p:cNvSpPr/>
            <p:nvPr/>
          </p:nvSpPr>
          <p:spPr>
            <a:xfrm>
              <a:off x="576446" y="3275335"/>
              <a:ext cx="2912392" cy="456698"/>
            </a:xfrm>
            <a:custGeom>
              <a:avLst/>
              <a:gdLst>
                <a:gd name="connsiteX0" fmla="*/ 0 w 2912392"/>
                <a:gd name="connsiteY0" fmla="*/ 456699 h 456698"/>
                <a:gd name="connsiteX1" fmla="*/ 9739 w 2912392"/>
                <a:gd name="connsiteY1" fmla="*/ 452557 h 456698"/>
                <a:gd name="connsiteX2" fmla="*/ 19480 w 2912392"/>
                <a:gd name="connsiteY2" fmla="*/ 448391 h 456698"/>
                <a:gd name="connsiteX3" fmla="*/ 29221 w 2912392"/>
                <a:gd name="connsiteY3" fmla="*/ 444207 h 456698"/>
                <a:gd name="connsiteX4" fmla="*/ 38961 w 2912392"/>
                <a:gd name="connsiteY4" fmla="*/ 440012 h 456698"/>
                <a:gd name="connsiteX5" fmla="*/ 48702 w 2912392"/>
                <a:gd name="connsiteY5" fmla="*/ 435810 h 456698"/>
                <a:gd name="connsiteX6" fmla="*/ 58443 w 2912392"/>
                <a:gd name="connsiteY6" fmla="*/ 431607 h 456698"/>
                <a:gd name="connsiteX7" fmla="*/ 68182 w 2912392"/>
                <a:gd name="connsiteY7" fmla="*/ 427412 h 456698"/>
                <a:gd name="connsiteX8" fmla="*/ 77923 w 2912392"/>
                <a:gd name="connsiteY8" fmla="*/ 423228 h 456698"/>
                <a:gd name="connsiteX9" fmla="*/ 87664 w 2912392"/>
                <a:gd name="connsiteY9" fmla="*/ 419062 h 456698"/>
                <a:gd name="connsiteX10" fmla="*/ 97404 w 2912392"/>
                <a:gd name="connsiteY10" fmla="*/ 414920 h 456698"/>
                <a:gd name="connsiteX11" fmla="*/ 107145 w 2912392"/>
                <a:gd name="connsiteY11" fmla="*/ 410808 h 456698"/>
                <a:gd name="connsiteX12" fmla="*/ 116886 w 2912392"/>
                <a:gd name="connsiteY12" fmla="*/ 406733 h 456698"/>
                <a:gd name="connsiteX13" fmla="*/ 126625 w 2912392"/>
                <a:gd name="connsiteY13" fmla="*/ 402699 h 456698"/>
                <a:gd name="connsiteX14" fmla="*/ 136366 w 2912392"/>
                <a:gd name="connsiteY14" fmla="*/ 398712 h 456698"/>
                <a:gd name="connsiteX15" fmla="*/ 146107 w 2912392"/>
                <a:gd name="connsiteY15" fmla="*/ 394778 h 456698"/>
                <a:gd name="connsiteX16" fmla="*/ 155846 w 2912392"/>
                <a:gd name="connsiteY16" fmla="*/ 390905 h 456698"/>
                <a:gd name="connsiteX17" fmla="*/ 165587 w 2912392"/>
                <a:gd name="connsiteY17" fmla="*/ 387093 h 456698"/>
                <a:gd name="connsiteX18" fmla="*/ 175328 w 2912392"/>
                <a:gd name="connsiteY18" fmla="*/ 383351 h 456698"/>
                <a:gd name="connsiteX19" fmla="*/ 185068 w 2912392"/>
                <a:gd name="connsiteY19" fmla="*/ 379683 h 456698"/>
                <a:gd name="connsiteX20" fmla="*/ 194809 w 2912392"/>
                <a:gd name="connsiteY20" fmla="*/ 376094 h 456698"/>
                <a:gd name="connsiteX21" fmla="*/ 204550 w 2912392"/>
                <a:gd name="connsiteY21" fmla="*/ 372588 h 456698"/>
                <a:gd name="connsiteX22" fmla="*/ 214289 w 2912392"/>
                <a:gd name="connsiteY22" fmla="*/ 369170 h 456698"/>
                <a:gd name="connsiteX23" fmla="*/ 224030 w 2912392"/>
                <a:gd name="connsiteY23" fmla="*/ 365843 h 456698"/>
                <a:gd name="connsiteX24" fmla="*/ 233771 w 2912392"/>
                <a:gd name="connsiteY24" fmla="*/ 362613 h 456698"/>
                <a:gd name="connsiteX25" fmla="*/ 243510 w 2912392"/>
                <a:gd name="connsiteY25" fmla="*/ 359481 h 456698"/>
                <a:gd name="connsiteX26" fmla="*/ 253251 w 2912392"/>
                <a:gd name="connsiteY26" fmla="*/ 356452 h 456698"/>
                <a:gd name="connsiteX27" fmla="*/ 262992 w 2912392"/>
                <a:gd name="connsiteY27" fmla="*/ 353529 h 456698"/>
                <a:gd name="connsiteX28" fmla="*/ 272732 w 2912392"/>
                <a:gd name="connsiteY28" fmla="*/ 350715 h 456698"/>
                <a:gd name="connsiteX29" fmla="*/ 282473 w 2912392"/>
                <a:gd name="connsiteY29" fmla="*/ 348010 h 456698"/>
                <a:gd name="connsiteX30" fmla="*/ 292214 w 2912392"/>
                <a:gd name="connsiteY30" fmla="*/ 345418 h 456698"/>
                <a:gd name="connsiteX31" fmla="*/ 301953 w 2912392"/>
                <a:gd name="connsiteY31" fmla="*/ 342940 h 456698"/>
                <a:gd name="connsiteX32" fmla="*/ 311694 w 2912392"/>
                <a:gd name="connsiteY32" fmla="*/ 340579 h 456698"/>
                <a:gd name="connsiteX33" fmla="*/ 321435 w 2912392"/>
                <a:gd name="connsiteY33" fmla="*/ 338332 h 456698"/>
                <a:gd name="connsiteX34" fmla="*/ 331175 w 2912392"/>
                <a:gd name="connsiteY34" fmla="*/ 336203 h 456698"/>
                <a:gd name="connsiteX35" fmla="*/ 340916 w 2912392"/>
                <a:gd name="connsiteY35" fmla="*/ 334190 h 456698"/>
                <a:gd name="connsiteX36" fmla="*/ 350656 w 2912392"/>
                <a:gd name="connsiteY36" fmla="*/ 332295 h 456698"/>
                <a:gd name="connsiteX37" fmla="*/ 360396 w 2912392"/>
                <a:gd name="connsiteY37" fmla="*/ 330515 h 456698"/>
                <a:gd name="connsiteX38" fmla="*/ 370137 w 2912392"/>
                <a:gd name="connsiteY38" fmla="*/ 328850 h 456698"/>
                <a:gd name="connsiteX39" fmla="*/ 379878 w 2912392"/>
                <a:gd name="connsiteY39" fmla="*/ 327298 h 456698"/>
                <a:gd name="connsiteX40" fmla="*/ 389617 w 2912392"/>
                <a:gd name="connsiteY40" fmla="*/ 325857 h 456698"/>
                <a:gd name="connsiteX41" fmla="*/ 399358 w 2912392"/>
                <a:gd name="connsiteY41" fmla="*/ 324525 h 456698"/>
                <a:gd name="connsiteX42" fmla="*/ 409099 w 2912392"/>
                <a:gd name="connsiteY42" fmla="*/ 323300 h 456698"/>
                <a:gd name="connsiteX43" fmla="*/ 418839 w 2912392"/>
                <a:gd name="connsiteY43" fmla="*/ 322177 h 456698"/>
                <a:gd name="connsiteX44" fmla="*/ 428580 w 2912392"/>
                <a:gd name="connsiteY44" fmla="*/ 321154 h 456698"/>
                <a:gd name="connsiteX45" fmla="*/ 438321 w 2912392"/>
                <a:gd name="connsiteY45" fmla="*/ 320227 h 456698"/>
                <a:gd name="connsiteX46" fmla="*/ 448060 w 2912392"/>
                <a:gd name="connsiteY46" fmla="*/ 319391 h 456698"/>
                <a:gd name="connsiteX47" fmla="*/ 457801 w 2912392"/>
                <a:gd name="connsiteY47" fmla="*/ 318640 h 456698"/>
                <a:gd name="connsiteX48" fmla="*/ 467542 w 2912392"/>
                <a:gd name="connsiteY48" fmla="*/ 317973 h 456698"/>
                <a:gd name="connsiteX49" fmla="*/ 477281 w 2912392"/>
                <a:gd name="connsiteY49" fmla="*/ 317380 h 456698"/>
                <a:gd name="connsiteX50" fmla="*/ 487022 w 2912392"/>
                <a:gd name="connsiteY50" fmla="*/ 316858 h 456698"/>
                <a:gd name="connsiteX51" fmla="*/ 496763 w 2912392"/>
                <a:gd name="connsiteY51" fmla="*/ 316401 h 456698"/>
                <a:gd name="connsiteX52" fmla="*/ 506503 w 2912392"/>
                <a:gd name="connsiteY52" fmla="*/ 316000 h 456698"/>
                <a:gd name="connsiteX53" fmla="*/ 516244 w 2912392"/>
                <a:gd name="connsiteY53" fmla="*/ 315653 h 456698"/>
                <a:gd name="connsiteX54" fmla="*/ 525985 w 2912392"/>
                <a:gd name="connsiteY54" fmla="*/ 315349 h 456698"/>
                <a:gd name="connsiteX55" fmla="*/ 535724 w 2912392"/>
                <a:gd name="connsiteY55" fmla="*/ 315082 h 456698"/>
                <a:gd name="connsiteX56" fmla="*/ 545465 w 2912392"/>
                <a:gd name="connsiteY56" fmla="*/ 314845 h 456698"/>
                <a:gd name="connsiteX57" fmla="*/ 555206 w 2912392"/>
                <a:gd name="connsiteY57" fmla="*/ 314631 h 456698"/>
                <a:gd name="connsiteX58" fmla="*/ 564946 w 2912392"/>
                <a:gd name="connsiteY58" fmla="*/ 314431 h 456698"/>
                <a:gd name="connsiteX59" fmla="*/ 574687 w 2912392"/>
                <a:gd name="connsiteY59" fmla="*/ 314237 h 456698"/>
                <a:gd name="connsiteX60" fmla="*/ 584428 w 2912392"/>
                <a:gd name="connsiteY60" fmla="*/ 314042 h 456698"/>
                <a:gd name="connsiteX61" fmla="*/ 594167 w 2912392"/>
                <a:gd name="connsiteY61" fmla="*/ 313840 h 456698"/>
                <a:gd name="connsiteX62" fmla="*/ 603908 w 2912392"/>
                <a:gd name="connsiteY62" fmla="*/ 313618 h 456698"/>
                <a:gd name="connsiteX63" fmla="*/ 613649 w 2912392"/>
                <a:gd name="connsiteY63" fmla="*/ 313370 h 456698"/>
                <a:gd name="connsiteX64" fmla="*/ 623388 w 2912392"/>
                <a:gd name="connsiteY64" fmla="*/ 313090 h 456698"/>
                <a:gd name="connsiteX65" fmla="*/ 633129 w 2912392"/>
                <a:gd name="connsiteY65" fmla="*/ 312767 h 456698"/>
                <a:gd name="connsiteX66" fmla="*/ 642870 w 2912392"/>
                <a:gd name="connsiteY66" fmla="*/ 312393 h 456698"/>
                <a:gd name="connsiteX67" fmla="*/ 652610 w 2912392"/>
                <a:gd name="connsiteY67" fmla="*/ 311961 h 456698"/>
                <a:gd name="connsiteX68" fmla="*/ 662351 w 2912392"/>
                <a:gd name="connsiteY68" fmla="*/ 311462 h 456698"/>
                <a:gd name="connsiteX69" fmla="*/ 672092 w 2912392"/>
                <a:gd name="connsiteY69" fmla="*/ 310888 h 456698"/>
                <a:gd name="connsiteX70" fmla="*/ 681831 w 2912392"/>
                <a:gd name="connsiteY70" fmla="*/ 310233 h 456698"/>
                <a:gd name="connsiteX71" fmla="*/ 691572 w 2912392"/>
                <a:gd name="connsiteY71" fmla="*/ 309488 h 456698"/>
                <a:gd name="connsiteX72" fmla="*/ 701313 w 2912392"/>
                <a:gd name="connsiteY72" fmla="*/ 308646 h 456698"/>
                <a:gd name="connsiteX73" fmla="*/ 711052 w 2912392"/>
                <a:gd name="connsiteY73" fmla="*/ 307698 h 456698"/>
                <a:gd name="connsiteX74" fmla="*/ 720793 w 2912392"/>
                <a:gd name="connsiteY74" fmla="*/ 306642 h 456698"/>
                <a:gd name="connsiteX75" fmla="*/ 730534 w 2912392"/>
                <a:gd name="connsiteY75" fmla="*/ 305466 h 456698"/>
                <a:gd name="connsiteX76" fmla="*/ 740274 w 2912392"/>
                <a:gd name="connsiteY76" fmla="*/ 304167 h 456698"/>
                <a:gd name="connsiteX77" fmla="*/ 750015 w 2912392"/>
                <a:gd name="connsiteY77" fmla="*/ 302738 h 456698"/>
                <a:gd name="connsiteX78" fmla="*/ 759756 w 2912392"/>
                <a:gd name="connsiteY78" fmla="*/ 301174 h 456698"/>
                <a:gd name="connsiteX79" fmla="*/ 769495 w 2912392"/>
                <a:gd name="connsiteY79" fmla="*/ 299470 h 456698"/>
                <a:gd name="connsiteX80" fmla="*/ 779236 w 2912392"/>
                <a:gd name="connsiteY80" fmla="*/ 297619 h 456698"/>
                <a:gd name="connsiteX81" fmla="*/ 788977 w 2912392"/>
                <a:gd name="connsiteY81" fmla="*/ 295620 h 456698"/>
                <a:gd name="connsiteX82" fmla="*/ 798717 w 2912392"/>
                <a:gd name="connsiteY82" fmla="*/ 293467 h 456698"/>
                <a:gd name="connsiteX83" fmla="*/ 808458 w 2912392"/>
                <a:gd name="connsiteY83" fmla="*/ 291156 h 456698"/>
                <a:gd name="connsiteX84" fmla="*/ 818199 w 2912392"/>
                <a:gd name="connsiteY84" fmla="*/ 288687 h 456698"/>
                <a:gd name="connsiteX85" fmla="*/ 827938 w 2912392"/>
                <a:gd name="connsiteY85" fmla="*/ 286055 h 456698"/>
                <a:gd name="connsiteX86" fmla="*/ 837679 w 2912392"/>
                <a:gd name="connsiteY86" fmla="*/ 283256 h 456698"/>
                <a:gd name="connsiteX87" fmla="*/ 847420 w 2912392"/>
                <a:gd name="connsiteY87" fmla="*/ 280295 h 456698"/>
                <a:gd name="connsiteX88" fmla="*/ 857159 w 2912392"/>
                <a:gd name="connsiteY88" fmla="*/ 277164 h 456698"/>
                <a:gd name="connsiteX89" fmla="*/ 866900 w 2912392"/>
                <a:gd name="connsiteY89" fmla="*/ 273867 h 456698"/>
                <a:gd name="connsiteX90" fmla="*/ 876641 w 2912392"/>
                <a:gd name="connsiteY90" fmla="*/ 270403 h 456698"/>
                <a:gd name="connsiteX91" fmla="*/ 886381 w 2912392"/>
                <a:gd name="connsiteY91" fmla="*/ 266774 h 456698"/>
                <a:gd name="connsiteX92" fmla="*/ 896122 w 2912392"/>
                <a:gd name="connsiteY92" fmla="*/ 262977 h 456698"/>
                <a:gd name="connsiteX93" fmla="*/ 905863 w 2912392"/>
                <a:gd name="connsiteY93" fmla="*/ 259017 h 456698"/>
                <a:gd name="connsiteX94" fmla="*/ 915602 w 2912392"/>
                <a:gd name="connsiteY94" fmla="*/ 254898 h 456698"/>
                <a:gd name="connsiteX95" fmla="*/ 925343 w 2912392"/>
                <a:gd name="connsiteY95" fmla="*/ 250619 h 456698"/>
                <a:gd name="connsiteX96" fmla="*/ 935084 w 2912392"/>
                <a:gd name="connsiteY96" fmla="*/ 246185 h 456698"/>
                <a:gd name="connsiteX97" fmla="*/ 944824 w 2912392"/>
                <a:gd name="connsiteY97" fmla="*/ 241599 h 456698"/>
                <a:gd name="connsiteX98" fmla="*/ 954564 w 2912392"/>
                <a:gd name="connsiteY98" fmla="*/ 236867 h 456698"/>
                <a:gd name="connsiteX99" fmla="*/ 964305 w 2912392"/>
                <a:gd name="connsiteY99" fmla="*/ 231992 h 456698"/>
                <a:gd name="connsiteX100" fmla="*/ 974045 w 2912392"/>
                <a:gd name="connsiteY100" fmla="*/ 226981 h 456698"/>
                <a:gd name="connsiteX101" fmla="*/ 983786 w 2912392"/>
                <a:gd name="connsiteY101" fmla="*/ 221841 h 456698"/>
                <a:gd name="connsiteX102" fmla="*/ 993522 w 2912392"/>
                <a:gd name="connsiteY102" fmla="*/ 216576 h 456698"/>
                <a:gd name="connsiteX103" fmla="*/ 1003266 w 2912392"/>
                <a:gd name="connsiteY103" fmla="*/ 211193 h 456698"/>
                <a:gd name="connsiteX104" fmla="*/ 1013010 w 2912392"/>
                <a:gd name="connsiteY104" fmla="*/ 205701 h 456698"/>
                <a:gd name="connsiteX105" fmla="*/ 1022754 w 2912392"/>
                <a:gd name="connsiteY105" fmla="*/ 200105 h 456698"/>
                <a:gd name="connsiteX106" fmla="*/ 1032483 w 2912392"/>
                <a:gd name="connsiteY106" fmla="*/ 194417 h 456698"/>
                <a:gd name="connsiteX107" fmla="*/ 1042227 w 2912392"/>
                <a:gd name="connsiteY107" fmla="*/ 188640 h 456698"/>
                <a:gd name="connsiteX108" fmla="*/ 1051971 w 2912392"/>
                <a:gd name="connsiteY108" fmla="*/ 182788 h 456698"/>
                <a:gd name="connsiteX109" fmla="*/ 1061715 w 2912392"/>
                <a:gd name="connsiteY109" fmla="*/ 176867 h 456698"/>
                <a:gd name="connsiteX110" fmla="*/ 1071444 w 2912392"/>
                <a:gd name="connsiteY110" fmla="*/ 170888 h 456698"/>
                <a:gd name="connsiteX111" fmla="*/ 1081188 w 2912392"/>
                <a:gd name="connsiteY111" fmla="*/ 164862 h 456698"/>
                <a:gd name="connsiteX112" fmla="*/ 1090932 w 2912392"/>
                <a:gd name="connsiteY112" fmla="*/ 158795 h 456698"/>
                <a:gd name="connsiteX113" fmla="*/ 1100676 w 2912392"/>
                <a:gd name="connsiteY113" fmla="*/ 152700 h 456698"/>
                <a:gd name="connsiteX114" fmla="*/ 1110405 w 2912392"/>
                <a:gd name="connsiteY114" fmla="*/ 146587 h 456698"/>
                <a:gd name="connsiteX115" fmla="*/ 1120149 w 2912392"/>
                <a:gd name="connsiteY115" fmla="*/ 140466 h 456698"/>
                <a:gd name="connsiteX116" fmla="*/ 1129893 w 2912392"/>
                <a:gd name="connsiteY116" fmla="*/ 134347 h 456698"/>
                <a:gd name="connsiteX117" fmla="*/ 1139637 w 2912392"/>
                <a:gd name="connsiteY117" fmla="*/ 128243 h 456698"/>
                <a:gd name="connsiteX118" fmla="*/ 1149381 w 2912392"/>
                <a:gd name="connsiteY118" fmla="*/ 122164 h 456698"/>
                <a:gd name="connsiteX119" fmla="*/ 1159110 w 2912392"/>
                <a:gd name="connsiteY119" fmla="*/ 116121 h 456698"/>
                <a:gd name="connsiteX120" fmla="*/ 1168854 w 2912392"/>
                <a:gd name="connsiteY120" fmla="*/ 110124 h 456698"/>
                <a:gd name="connsiteX121" fmla="*/ 1178598 w 2912392"/>
                <a:gd name="connsiteY121" fmla="*/ 104184 h 456698"/>
                <a:gd name="connsiteX122" fmla="*/ 1188341 w 2912392"/>
                <a:gd name="connsiteY122" fmla="*/ 98314 h 456698"/>
                <a:gd name="connsiteX123" fmla="*/ 1198070 w 2912392"/>
                <a:gd name="connsiteY123" fmla="*/ 92523 h 456698"/>
                <a:gd name="connsiteX124" fmla="*/ 1207814 w 2912392"/>
                <a:gd name="connsiteY124" fmla="*/ 86822 h 456698"/>
                <a:gd name="connsiteX125" fmla="*/ 1217558 w 2912392"/>
                <a:gd name="connsiteY125" fmla="*/ 81222 h 456698"/>
                <a:gd name="connsiteX126" fmla="*/ 1227302 w 2912392"/>
                <a:gd name="connsiteY126" fmla="*/ 75733 h 456698"/>
                <a:gd name="connsiteX127" fmla="*/ 1237031 w 2912392"/>
                <a:gd name="connsiteY127" fmla="*/ 70366 h 456698"/>
                <a:gd name="connsiteX128" fmla="*/ 1246775 w 2912392"/>
                <a:gd name="connsiteY128" fmla="*/ 65132 h 456698"/>
                <a:gd name="connsiteX129" fmla="*/ 1256519 w 2912392"/>
                <a:gd name="connsiteY129" fmla="*/ 60040 h 456698"/>
                <a:gd name="connsiteX130" fmla="*/ 1266263 w 2912392"/>
                <a:gd name="connsiteY130" fmla="*/ 55098 h 456698"/>
                <a:gd name="connsiteX131" fmla="*/ 1276007 w 2912392"/>
                <a:gd name="connsiteY131" fmla="*/ 50318 h 456698"/>
                <a:gd name="connsiteX132" fmla="*/ 1285736 w 2912392"/>
                <a:gd name="connsiteY132" fmla="*/ 45709 h 456698"/>
                <a:gd name="connsiteX133" fmla="*/ 1295480 w 2912392"/>
                <a:gd name="connsiteY133" fmla="*/ 41278 h 456698"/>
                <a:gd name="connsiteX134" fmla="*/ 1305224 w 2912392"/>
                <a:gd name="connsiteY134" fmla="*/ 37034 h 456698"/>
                <a:gd name="connsiteX135" fmla="*/ 1314968 w 2912392"/>
                <a:gd name="connsiteY135" fmla="*/ 32988 h 456698"/>
                <a:gd name="connsiteX136" fmla="*/ 1324697 w 2912392"/>
                <a:gd name="connsiteY136" fmla="*/ 29144 h 456698"/>
                <a:gd name="connsiteX137" fmla="*/ 1334441 w 2912392"/>
                <a:gd name="connsiteY137" fmla="*/ 25512 h 456698"/>
                <a:gd name="connsiteX138" fmla="*/ 1344185 w 2912392"/>
                <a:gd name="connsiteY138" fmla="*/ 22097 h 456698"/>
                <a:gd name="connsiteX139" fmla="*/ 1353929 w 2912392"/>
                <a:gd name="connsiteY139" fmla="*/ 18907 h 456698"/>
                <a:gd name="connsiteX140" fmla="*/ 1363658 w 2912392"/>
                <a:gd name="connsiteY140" fmla="*/ 15948 h 456698"/>
                <a:gd name="connsiteX141" fmla="*/ 1373402 w 2912392"/>
                <a:gd name="connsiteY141" fmla="*/ 13226 h 456698"/>
                <a:gd name="connsiteX142" fmla="*/ 1383146 w 2912392"/>
                <a:gd name="connsiteY142" fmla="*/ 10747 h 456698"/>
                <a:gd name="connsiteX143" fmla="*/ 1392890 w 2912392"/>
                <a:gd name="connsiteY143" fmla="*/ 8515 h 456698"/>
                <a:gd name="connsiteX144" fmla="*/ 1402619 w 2912392"/>
                <a:gd name="connsiteY144" fmla="*/ 6533 h 456698"/>
                <a:gd name="connsiteX145" fmla="*/ 1412363 w 2912392"/>
                <a:gd name="connsiteY145" fmla="*/ 4808 h 456698"/>
                <a:gd name="connsiteX146" fmla="*/ 1422106 w 2912392"/>
                <a:gd name="connsiteY146" fmla="*/ 3343 h 456698"/>
                <a:gd name="connsiteX147" fmla="*/ 1431850 w 2912392"/>
                <a:gd name="connsiteY147" fmla="*/ 2140 h 456698"/>
                <a:gd name="connsiteX148" fmla="*/ 1441594 w 2912392"/>
                <a:gd name="connsiteY148" fmla="*/ 1202 h 456698"/>
                <a:gd name="connsiteX149" fmla="*/ 1451323 w 2912392"/>
                <a:gd name="connsiteY149" fmla="*/ 532 h 456698"/>
                <a:gd name="connsiteX150" fmla="*/ 1461067 w 2912392"/>
                <a:gd name="connsiteY150" fmla="*/ 130 h 456698"/>
                <a:gd name="connsiteX151" fmla="*/ 1470811 w 2912392"/>
                <a:gd name="connsiteY151" fmla="*/ 0 h 456698"/>
                <a:gd name="connsiteX152" fmla="*/ 1480555 w 2912392"/>
                <a:gd name="connsiteY152" fmla="*/ 142 h 456698"/>
                <a:gd name="connsiteX153" fmla="*/ 1490284 w 2912392"/>
                <a:gd name="connsiteY153" fmla="*/ 554 h 456698"/>
                <a:gd name="connsiteX154" fmla="*/ 1500028 w 2912392"/>
                <a:gd name="connsiteY154" fmla="*/ 1240 h 456698"/>
                <a:gd name="connsiteX155" fmla="*/ 1509772 w 2912392"/>
                <a:gd name="connsiteY155" fmla="*/ 2196 h 456698"/>
                <a:gd name="connsiteX156" fmla="*/ 1519516 w 2912392"/>
                <a:gd name="connsiteY156" fmla="*/ 3425 h 456698"/>
                <a:gd name="connsiteX157" fmla="*/ 1529245 w 2912392"/>
                <a:gd name="connsiteY157" fmla="*/ 4923 h 456698"/>
                <a:gd name="connsiteX158" fmla="*/ 1538989 w 2912392"/>
                <a:gd name="connsiteY158" fmla="*/ 6687 h 456698"/>
                <a:gd name="connsiteX159" fmla="*/ 1548733 w 2912392"/>
                <a:gd name="connsiteY159" fmla="*/ 8719 h 456698"/>
                <a:gd name="connsiteX160" fmla="*/ 1558477 w 2912392"/>
                <a:gd name="connsiteY160" fmla="*/ 11013 h 456698"/>
                <a:gd name="connsiteX161" fmla="*/ 1568221 w 2912392"/>
                <a:gd name="connsiteY161" fmla="*/ 13568 h 456698"/>
                <a:gd name="connsiteX162" fmla="*/ 1577950 w 2912392"/>
                <a:gd name="connsiteY162" fmla="*/ 16381 h 456698"/>
                <a:gd name="connsiteX163" fmla="*/ 1587694 w 2912392"/>
                <a:gd name="connsiteY163" fmla="*/ 19448 h 456698"/>
                <a:gd name="connsiteX164" fmla="*/ 1597438 w 2912392"/>
                <a:gd name="connsiteY164" fmla="*/ 22764 h 456698"/>
                <a:gd name="connsiteX165" fmla="*/ 1607182 w 2912392"/>
                <a:gd name="connsiteY165" fmla="*/ 26326 h 456698"/>
                <a:gd name="connsiteX166" fmla="*/ 1616911 w 2912392"/>
                <a:gd name="connsiteY166" fmla="*/ 30129 h 456698"/>
                <a:gd name="connsiteX167" fmla="*/ 1626655 w 2912392"/>
                <a:gd name="connsiteY167" fmla="*/ 34168 h 456698"/>
                <a:gd name="connsiteX168" fmla="*/ 1636399 w 2912392"/>
                <a:gd name="connsiteY168" fmla="*/ 38438 h 456698"/>
                <a:gd name="connsiteX169" fmla="*/ 1646142 w 2912392"/>
                <a:gd name="connsiteY169" fmla="*/ 42933 h 456698"/>
                <a:gd name="connsiteX170" fmla="*/ 1655872 w 2912392"/>
                <a:gd name="connsiteY170" fmla="*/ 47648 h 456698"/>
                <a:gd name="connsiteX171" fmla="*/ 1665616 w 2912392"/>
                <a:gd name="connsiteY171" fmla="*/ 52577 h 456698"/>
                <a:gd name="connsiteX172" fmla="*/ 1675359 w 2912392"/>
                <a:gd name="connsiteY172" fmla="*/ 57713 h 456698"/>
                <a:gd name="connsiteX173" fmla="*/ 1685103 w 2912392"/>
                <a:gd name="connsiteY173" fmla="*/ 63050 h 456698"/>
                <a:gd name="connsiteX174" fmla="*/ 1694832 w 2912392"/>
                <a:gd name="connsiteY174" fmla="*/ 68580 h 456698"/>
                <a:gd name="connsiteX175" fmla="*/ 1704576 w 2912392"/>
                <a:gd name="connsiteY175" fmla="*/ 74297 h 456698"/>
                <a:gd name="connsiteX176" fmla="*/ 1714320 w 2912392"/>
                <a:gd name="connsiteY176" fmla="*/ 80194 h 456698"/>
                <a:gd name="connsiteX177" fmla="*/ 1724064 w 2912392"/>
                <a:gd name="connsiteY177" fmla="*/ 86264 h 456698"/>
                <a:gd name="connsiteX178" fmla="*/ 1733808 w 2912392"/>
                <a:gd name="connsiteY178" fmla="*/ 92497 h 456698"/>
                <a:gd name="connsiteX179" fmla="*/ 1743537 w 2912392"/>
                <a:gd name="connsiteY179" fmla="*/ 98888 h 456698"/>
                <a:gd name="connsiteX180" fmla="*/ 1753281 w 2912392"/>
                <a:gd name="connsiteY180" fmla="*/ 105425 h 456698"/>
                <a:gd name="connsiteX181" fmla="*/ 1763025 w 2912392"/>
                <a:gd name="connsiteY181" fmla="*/ 112104 h 456698"/>
                <a:gd name="connsiteX182" fmla="*/ 1772769 w 2912392"/>
                <a:gd name="connsiteY182" fmla="*/ 118916 h 456698"/>
                <a:gd name="connsiteX183" fmla="*/ 1782498 w 2912392"/>
                <a:gd name="connsiteY183" fmla="*/ 125852 h 456698"/>
                <a:gd name="connsiteX184" fmla="*/ 1792242 w 2912392"/>
                <a:gd name="connsiteY184" fmla="*/ 132902 h 456698"/>
                <a:gd name="connsiteX185" fmla="*/ 1801986 w 2912392"/>
                <a:gd name="connsiteY185" fmla="*/ 140059 h 456698"/>
                <a:gd name="connsiteX186" fmla="*/ 1811730 w 2912392"/>
                <a:gd name="connsiteY186" fmla="*/ 147314 h 456698"/>
                <a:gd name="connsiteX187" fmla="*/ 1821459 w 2912392"/>
                <a:gd name="connsiteY187" fmla="*/ 154657 h 456698"/>
                <a:gd name="connsiteX188" fmla="*/ 1831203 w 2912392"/>
                <a:gd name="connsiteY188" fmla="*/ 162080 h 456698"/>
                <a:gd name="connsiteX189" fmla="*/ 1840947 w 2912392"/>
                <a:gd name="connsiteY189" fmla="*/ 169574 h 456698"/>
                <a:gd name="connsiteX190" fmla="*/ 1850691 w 2912392"/>
                <a:gd name="connsiteY190" fmla="*/ 177130 h 456698"/>
                <a:gd name="connsiteX191" fmla="*/ 1860435 w 2912392"/>
                <a:gd name="connsiteY191" fmla="*/ 184737 h 456698"/>
                <a:gd name="connsiteX192" fmla="*/ 1870164 w 2912392"/>
                <a:gd name="connsiteY192" fmla="*/ 192389 h 456698"/>
                <a:gd name="connsiteX193" fmla="*/ 1879908 w 2912392"/>
                <a:gd name="connsiteY193" fmla="*/ 200074 h 456698"/>
                <a:gd name="connsiteX194" fmla="*/ 1889652 w 2912392"/>
                <a:gd name="connsiteY194" fmla="*/ 207784 h 456698"/>
                <a:gd name="connsiteX195" fmla="*/ 1899395 w 2912392"/>
                <a:gd name="connsiteY195" fmla="*/ 215509 h 456698"/>
                <a:gd name="connsiteX196" fmla="*/ 1909124 w 2912392"/>
                <a:gd name="connsiteY196" fmla="*/ 223240 h 456698"/>
                <a:gd name="connsiteX197" fmla="*/ 1918868 w 2912392"/>
                <a:gd name="connsiteY197" fmla="*/ 230969 h 456698"/>
                <a:gd name="connsiteX198" fmla="*/ 1928612 w 2912392"/>
                <a:gd name="connsiteY198" fmla="*/ 238685 h 456698"/>
                <a:gd name="connsiteX199" fmla="*/ 1938356 w 2912392"/>
                <a:gd name="connsiteY199" fmla="*/ 246379 h 456698"/>
                <a:gd name="connsiteX200" fmla="*/ 1948085 w 2912392"/>
                <a:gd name="connsiteY200" fmla="*/ 254041 h 456698"/>
                <a:gd name="connsiteX201" fmla="*/ 1957829 w 2912392"/>
                <a:gd name="connsiteY201" fmla="*/ 261665 h 456698"/>
                <a:gd name="connsiteX202" fmla="*/ 1967573 w 2912392"/>
                <a:gd name="connsiteY202" fmla="*/ 269240 h 456698"/>
                <a:gd name="connsiteX203" fmla="*/ 1977317 w 2912392"/>
                <a:gd name="connsiteY203" fmla="*/ 276755 h 456698"/>
                <a:gd name="connsiteX204" fmla="*/ 1987046 w 2912392"/>
                <a:gd name="connsiteY204" fmla="*/ 284203 h 456698"/>
                <a:gd name="connsiteX205" fmla="*/ 1996790 w 2912392"/>
                <a:gd name="connsiteY205" fmla="*/ 291576 h 456698"/>
                <a:gd name="connsiteX206" fmla="*/ 2006534 w 2912392"/>
                <a:gd name="connsiteY206" fmla="*/ 298865 h 456698"/>
                <a:gd name="connsiteX207" fmla="*/ 2016278 w 2912392"/>
                <a:gd name="connsiteY207" fmla="*/ 306059 h 456698"/>
                <a:gd name="connsiteX208" fmla="*/ 2026022 w 2912392"/>
                <a:gd name="connsiteY208" fmla="*/ 313153 h 456698"/>
                <a:gd name="connsiteX209" fmla="*/ 2035751 w 2912392"/>
                <a:gd name="connsiteY209" fmla="*/ 320136 h 456698"/>
                <a:gd name="connsiteX210" fmla="*/ 2045495 w 2912392"/>
                <a:gd name="connsiteY210" fmla="*/ 327001 h 456698"/>
                <a:gd name="connsiteX211" fmla="*/ 2055239 w 2912392"/>
                <a:gd name="connsiteY211" fmla="*/ 333740 h 456698"/>
                <a:gd name="connsiteX212" fmla="*/ 2064983 w 2912392"/>
                <a:gd name="connsiteY212" fmla="*/ 340346 h 456698"/>
                <a:gd name="connsiteX213" fmla="*/ 2074712 w 2912392"/>
                <a:gd name="connsiteY213" fmla="*/ 346810 h 456698"/>
                <a:gd name="connsiteX214" fmla="*/ 2084456 w 2912392"/>
                <a:gd name="connsiteY214" fmla="*/ 353125 h 456698"/>
                <a:gd name="connsiteX215" fmla="*/ 2094200 w 2912392"/>
                <a:gd name="connsiteY215" fmla="*/ 359285 h 456698"/>
                <a:gd name="connsiteX216" fmla="*/ 2103944 w 2912392"/>
                <a:gd name="connsiteY216" fmla="*/ 365281 h 456698"/>
                <a:gd name="connsiteX217" fmla="*/ 2113673 w 2912392"/>
                <a:gd name="connsiteY217" fmla="*/ 371108 h 456698"/>
                <a:gd name="connsiteX218" fmla="*/ 2123417 w 2912392"/>
                <a:gd name="connsiteY218" fmla="*/ 376759 h 456698"/>
                <a:gd name="connsiteX219" fmla="*/ 2133161 w 2912392"/>
                <a:gd name="connsiteY219" fmla="*/ 382229 h 456698"/>
                <a:gd name="connsiteX220" fmla="*/ 2142905 w 2912392"/>
                <a:gd name="connsiteY220" fmla="*/ 387509 h 456698"/>
                <a:gd name="connsiteX221" fmla="*/ 2152649 w 2912392"/>
                <a:gd name="connsiteY221" fmla="*/ 392597 h 456698"/>
                <a:gd name="connsiteX222" fmla="*/ 2162377 w 2912392"/>
                <a:gd name="connsiteY222" fmla="*/ 397487 h 456698"/>
                <a:gd name="connsiteX223" fmla="*/ 2172121 w 2912392"/>
                <a:gd name="connsiteY223" fmla="*/ 402173 h 456698"/>
                <a:gd name="connsiteX224" fmla="*/ 2181865 w 2912392"/>
                <a:gd name="connsiteY224" fmla="*/ 406650 h 456698"/>
                <a:gd name="connsiteX225" fmla="*/ 2191609 w 2912392"/>
                <a:gd name="connsiteY225" fmla="*/ 410915 h 456698"/>
                <a:gd name="connsiteX226" fmla="*/ 2201338 w 2912392"/>
                <a:gd name="connsiteY226" fmla="*/ 414965 h 456698"/>
                <a:gd name="connsiteX227" fmla="*/ 2211082 w 2912392"/>
                <a:gd name="connsiteY227" fmla="*/ 418796 h 456698"/>
                <a:gd name="connsiteX228" fmla="*/ 2220826 w 2912392"/>
                <a:gd name="connsiteY228" fmla="*/ 422403 h 456698"/>
                <a:gd name="connsiteX229" fmla="*/ 2230570 w 2912392"/>
                <a:gd name="connsiteY229" fmla="*/ 425783 h 456698"/>
                <a:gd name="connsiteX230" fmla="*/ 2240299 w 2912392"/>
                <a:gd name="connsiteY230" fmla="*/ 428937 h 456698"/>
                <a:gd name="connsiteX231" fmla="*/ 2250043 w 2912392"/>
                <a:gd name="connsiteY231" fmla="*/ 431860 h 456698"/>
                <a:gd name="connsiteX232" fmla="*/ 2259787 w 2912392"/>
                <a:gd name="connsiteY232" fmla="*/ 434553 h 456698"/>
                <a:gd name="connsiteX233" fmla="*/ 2269531 w 2912392"/>
                <a:gd name="connsiteY233" fmla="*/ 437011 h 456698"/>
                <a:gd name="connsiteX234" fmla="*/ 2279260 w 2912392"/>
                <a:gd name="connsiteY234" fmla="*/ 439237 h 456698"/>
                <a:gd name="connsiteX235" fmla="*/ 2289004 w 2912392"/>
                <a:gd name="connsiteY235" fmla="*/ 441230 h 456698"/>
                <a:gd name="connsiteX236" fmla="*/ 2298748 w 2912392"/>
                <a:gd name="connsiteY236" fmla="*/ 442988 h 456698"/>
                <a:gd name="connsiteX237" fmla="*/ 2308492 w 2912392"/>
                <a:gd name="connsiteY237" fmla="*/ 444514 h 456698"/>
                <a:gd name="connsiteX238" fmla="*/ 2318236 w 2912392"/>
                <a:gd name="connsiteY238" fmla="*/ 445807 h 456698"/>
                <a:gd name="connsiteX239" fmla="*/ 2327965 w 2912392"/>
                <a:gd name="connsiteY239" fmla="*/ 446870 h 456698"/>
                <a:gd name="connsiteX240" fmla="*/ 2337709 w 2912392"/>
                <a:gd name="connsiteY240" fmla="*/ 447702 h 456698"/>
                <a:gd name="connsiteX241" fmla="*/ 2347453 w 2912392"/>
                <a:gd name="connsiteY241" fmla="*/ 448310 h 456698"/>
                <a:gd name="connsiteX242" fmla="*/ 2357197 w 2912392"/>
                <a:gd name="connsiteY242" fmla="*/ 448693 h 456698"/>
                <a:gd name="connsiteX243" fmla="*/ 2366926 w 2912392"/>
                <a:gd name="connsiteY243" fmla="*/ 448854 h 456698"/>
                <a:gd name="connsiteX244" fmla="*/ 2376670 w 2912392"/>
                <a:gd name="connsiteY244" fmla="*/ 448798 h 456698"/>
                <a:gd name="connsiteX245" fmla="*/ 2386413 w 2912392"/>
                <a:gd name="connsiteY245" fmla="*/ 448529 h 456698"/>
                <a:gd name="connsiteX246" fmla="*/ 2396157 w 2912392"/>
                <a:gd name="connsiteY246" fmla="*/ 448050 h 456698"/>
                <a:gd name="connsiteX247" fmla="*/ 2405886 w 2912392"/>
                <a:gd name="connsiteY247" fmla="*/ 447366 h 456698"/>
                <a:gd name="connsiteX248" fmla="*/ 2415630 w 2912392"/>
                <a:gd name="connsiteY248" fmla="*/ 446482 h 456698"/>
                <a:gd name="connsiteX249" fmla="*/ 2425374 w 2912392"/>
                <a:gd name="connsiteY249" fmla="*/ 445407 h 456698"/>
                <a:gd name="connsiteX250" fmla="*/ 2435118 w 2912392"/>
                <a:gd name="connsiteY250" fmla="*/ 444140 h 456698"/>
                <a:gd name="connsiteX251" fmla="*/ 2444862 w 2912392"/>
                <a:gd name="connsiteY251" fmla="*/ 442693 h 456698"/>
                <a:gd name="connsiteX252" fmla="*/ 2454591 w 2912392"/>
                <a:gd name="connsiteY252" fmla="*/ 441071 h 456698"/>
                <a:gd name="connsiteX253" fmla="*/ 2464335 w 2912392"/>
                <a:gd name="connsiteY253" fmla="*/ 439279 h 456698"/>
                <a:gd name="connsiteX254" fmla="*/ 2474079 w 2912392"/>
                <a:gd name="connsiteY254" fmla="*/ 437327 h 456698"/>
                <a:gd name="connsiteX255" fmla="*/ 2483823 w 2912392"/>
                <a:gd name="connsiteY255" fmla="*/ 435220 h 456698"/>
                <a:gd name="connsiteX256" fmla="*/ 2493552 w 2912392"/>
                <a:gd name="connsiteY256" fmla="*/ 432969 h 456698"/>
                <a:gd name="connsiteX257" fmla="*/ 2503296 w 2912392"/>
                <a:gd name="connsiteY257" fmla="*/ 430578 h 456698"/>
                <a:gd name="connsiteX258" fmla="*/ 2513040 w 2912392"/>
                <a:gd name="connsiteY258" fmla="*/ 428058 h 456698"/>
                <a:gd name="connsiteX259" fmla="*/ 2522784 w 2912392"/>
                <a:gd name="connsiteY259" fmla="*/ 425418 h 456698"/>
                <a:gd name="connsiteX260" fmla="*/ 2532513 w 2912392"/>
                <a:gd name="connsiteY260" fmla="*/ 422665 h 456698"/>
                <a:gd name="connsiteX261" fmla="*/ 2542257 w 2912392"/>
                <a:gd name="connsiteY261" fmla="*/ 419809 h 456698"/>
                <a:gd name="connsiteX262" fmla="*/ 2552001 w 2912392"/>
                <a:gd name="connsiteY262" fmla="*/ 416859 h 456698"/>
                <a:gd name="connsiteX263" fmla="*/ 2561745 w 2912392"/>
                <a:gd name="connsiteY263" fmla="*/ 413824 h 456698"/>
                <a:gd name="connsiteX264" fmla="*/ 2571474 w 2912392"/>
                <a:gd name="connsiteY264" fmla="*/ 410713 h 456698"/>
                <a:gd name="connsiteX265" fmla="*/ 2581218 w 2912392"/>
                <a:gd name="connsiteY265" fmla="*/ 407536 h 456698"/>
                <a:gd name="connsiteX266" fmla="*/ 2590962 w 2912392"/>
                <a:gd name="connsiteY266" fmla="*/ 404305 h 456698"/>
                <a:gd name="connsiteX267" fmla="*/ 2600705 w 2912392"/>
                <a:gd name="connsiteY267" fmla="*/ 401026 h 456698"/>
                <a:gd name="connsiteX268" fmla="*/ 2610449 w 2912392"/>
                <a:gd name="connsiteY268" fmla="*/ 397709 h 456698"/>
                <a:gd name="connsiteX269" fmla="*/ 2620178 w 2912392"/>
                <a:gd name="connsiteY269" fmla="*/ 394366 h 456698"/>
                <a:gd name="connsiteX270" fmla="*/ 2629922 w 2912392"/>
                <a:gd name="connsiteY270" fmla="*/ 391006 h 456698"/>
                <a:gd name="connsiteX271" fmla="*/ 2639666 w 2912392"/>
                <a:gd name="connsiteY271" fmla="*/ 387636 h 456698"/>
                <a:gd name="connsiteX272" fmla="*/ 2649410 w 2912392"/>
                <a:gd name="connsiteY272" fmla="*/ 384269 h 456698"/>
                <a:gd name="connsiteX273" fmla="*/ 2659139 w 2912392"/>
                <a:gd name="connsiteY273" fmla="*/ 380913 h 456698"/>
                <a:gd name="connsiteX274" fmla="*/ 2668883 w 2912392"/>
                <a:gd name="connsiteY274" fmla="*/ 377577 h 456698"/>
                <a:gd name="connsiteX275" fmla="*/ 2678627 w 2912392"/>
                <a:gd name="connsiteY275" fmla="*/ 374271 h 456698"/>
                <a:gd name="connsiteX276" fmla="*/ 2688371 w 2912392"/>
                <a:gd name="connsiteY276" fmla="*/ 371004 h 456698"/>
                <a:gd name="connsiteX277" fmla="*/ 2698100 w 2912392"/>
                <a:gd name="connsiteY277" fmla="*/ 367784 h 456698"/>
                <a:gd name="connsiteX278" fmla="*/ 2707844 w 2912392"/>
                <a:gd name="connsiteY278" fmla="*/ 364621 h 456698"/>
                <a:gd name="connsiteX279" fmla="*/ 2717588 w 2912392"/>
                <a:gd name="connsiteY279" fmla="*/ 361522 h 456698"/>
                <a:gd name="connsiteX280" fmla="*/ 2727332 w 2912392"/>
                <a:gd name="connsiteY280" fmla="*/ 358496 h 456698"/>
                <a:gd name="connsiteX281" fmla="*/ 2737076 w 2912392"/>
                <a:gd name="connsiteY281" fmla="*/ 355551 h 456698"/>
                <a:gd name="connsiteX282" fmla="*/ 2746805 w 2912392"/>
                <a:gd name="connsiteY282" fmla="*/ 352693 h 456698"/>
                <a:gd name="connsiteX283" fmla="*/ 2756549 w 2912392"/>
                <a:gd name="connsiteY283" fmla="*/ 349931 h 456698"/>
                <a:gd name="connsiteX284" fmla="*/ 2766293 w 2912392"/>
                <a:gd name="connsiteY284" fmla="*/ 347271 h 456698"/>
                <a:gd name="connsiteX285" fmla="*/ 2776037 w 2912392"/>
                <a:gd name="connsiteY285" fmla="*/ 344721 h 456698"/>
                <a:gd name="connsiteX286" fmla="*/ 2785766 w 2912392"/>
                <a:gd name="connsiteY286" fmla="*/ 342285 h 456698"/>
                <a:gd name="connsiteX287" fmla="*/ 2795510 w 2912392"/>
                <a:gd name="connsiteY287" fmla="*/ 339971 h 456698"/>
                <a:gd name="connsiteX288" fmla="*/ 2805254 w 2912392"/>
                <a:gd name="connsiteY288" fmla="*/ 337782 h 456698"/>
                <a:gd name="connsiteX289" fmla="*/ 2814998 w 2912392"/>
                <a:gd name="connsiteY289" fmla="*/ 335726 h 456698"/>
                <a:gd name="connsiteX290" fmla="*/ 2824727 w 2912392"/>
                <a:gd name="connsiteY290" fmla="*/ 333806 h 456698"/>
                <a:gd name="connsiteX291" fmla="*/ 2834471 w 2912392"/>
                <a:gd name="connsiteY291" fmla="*/ 332025 h 456698"/>
                <a:gd name="connsiteX292" fmla="*/ 2844215 w 2912392"/>
                <a:gd name="connsiteY292" fmla="*/ 330388 h 456698"/>
                <a:gd name="connsiteX293" fmla="*/ 2853958 w 2912392"/>
                <a:gd name="connsiteY293" fmla="*/ 328899 h 456698"/>
                <a:gd name="connsiteX294" fmla="*/ 2863687 w 2912392"/>
                <a:gd name="connsiteY294" fmla="*/ 327560 h 456698"/>
                <a:gd name="connsiteX295" fmla="*/ 2873431 w 2912392"/>
                <a:gd name="connsiteY295" fmla="*/ 326374 h 456698"/>
                <a:gd name="connsiteX296" fmla="*/ 2883175 w 2912392"/>
                <a:gd name="connsiteY296" fmla="*/ 325342 h 456698"/>
                <a:gd name="connsiteX297" fmla="*/ 2892919 w 2912392"/>
                <a:gd name="connsiteY297" fmla="*/ 324466 h 456698"/>
                <a:gd name="connsiteX298" fmla="*/ 2902663 w 2912392"/>
                <a:gd name="connsiteY298" fmla="*/ 323747 h 456698"/>
                <a:gd name="connsiteX299" fmla="*/ 2912392 w 2912392"/>
                <a:gd name="connsiteY299" fmla="*/ 323187 h 4566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56698">
                  <a:moveTo>
                    <a:pt x="0" y="456699"/>
                  </a:moveTo>
                  <a:lnTo>
                    <a:pt x="9739" y="452557"/>
                  </a:lnTo>
                  <a:lnTo>
                    <a:pt x="19480" y="448391"/>
                  </a:lnTo>
                  <a:lnTo>
                    <a:pt x="29221" y="444207"/>
                  </a:lnTo>
                  <a:lnTo>
                    <a:pt x="38961" y="440012"/>
                  </a:lnTo>
                  <a:lnTo>
                    <a:pt x="48702" y="435810"/>
                  </a:lnTo>
                  <a:lnTo>
                    <a:pt x="58443" y="431607"/>
                  </a:lnTo>
                  <a:lnTo>
                    <a:pt x="68182" y="427412"/>
                  </a:lnTo>
                  <a:lnTo>
                    <a:pt x="77923" y="423228"/>
                  </a:lnTo>
                  <a:lnTo>
                    <a:pt x="87664" y="419062"/>
                  </a:lnTo>
                  <a:lnTo>
                    <a:pt x="97404" y="414920"/>
                  </a:lnTo>
                  <a:lnTo>
                    <a:pt x="107145" y="410808"/>
                  </a:lnTo>
                  <a:lnTo>
                    <a:pt x="116886" y="406733"/>
                  </a:lnTo>
                  <a:lnTo>
                    <a:pt x="126625" y="402699"/>
                  </a:lnTo>
                  <a:lnTo>
                    <a:pt x="136366" y="398712"/>
                  </a:lnTo>
                  <a:lnTo>
                    <a:pt x="146107" y="394778"/>
                  </a:lnTo>
                  <a:lnTo>
                    <a:pt x="155846" y="390905"/>
                  </a:lnTo>
                  <a:lnTo>
                    <a:pt x="165587" y="387093"/>
                  </a:lnTo>
                  <a:lnTo>
                    <a:pt x="175328" y="383351"/>
                  </a:lnTo>
                  <a:lnTo>
                    <a:pt x="185068" y="379683"/>
                  </a:lnTo>
                  <a:lnTo>
                    <a:pt x="194809" y="376094"/>
                  </a:lnTo>
                  <a:lnTo>
                    <a:pt x="204550" y="372588"/>
                  </a:lnTo>
                  <a:lnTo>
                    <a:pt x="214289" y="369170"/>
                  </a:lnTo>
                  <a:lnTo>
                    <a:pt x="224030" y="365843"/>
                  </a:lnTo>
                  <a:lnTo>
                    <a:pt x="233771" y="362613"/>
                  </a:lnTo>
                  <a:lnTo>
                    <a:pt x="243510" y="359481"/>
                  </a:lnTo>
                  <a:lnTo>
                    <a:pt x="253251" y="356452"/>
                  </a:lnTo>
                  <a:lnTo>
                    <a:pt x="262992" y="353529"/>
                  </a:lnTo>
                  <a:lnTo>
                    <a:pt x="272732" y="350715"/>
                  </a:lnTo>
                  <a:lnTo>
                    <a:pt x="282473" y="348010"/>
                  </a:lnTo>
                  <a:lnTo>
                    <a:pt x="292214" y="345418"/>
                  </a:lnTo>
                  <a:lnTo>
                    <a:pt x="301953" y="342940"/>
                  </a:lnTo>
                  <a:lnTo>
                    <a:pt x="311694" y="340579"/>
                  </a:lnTo>
                  <a:lnTo>
                    <a:pt x="321435" y="338332"/>
                  </a:lnTo>
                  <a:lnTo>
                    <a:pt x="331175" y="336203"/>
                  </a:lnTo>
                  <a:lnTo>
                    <a:pt x="340916" y="334190"/>
                  </a:lnTo>
                  <a:lnTo>
                    <a:pt x="350656" y="332295"/>
                  </a:lnTo>
                  <a:lnTo>
                    <a:pt x="360396" y="330515"/>
                  </a:lnTo>
                  <a:lnTo>
                    <a:pt x="370137" y="328850"/>
                  </a:lnTo>
                  <a:lnTo>
                    <a:pt x="379878" y="327298"/>
                  </a:lnTo>
                  <a:lnTo>
                    <a:pt x="389617" y="325857"/>
                  </a:lnTo>
                  <a:lnTo>
                    <a:pt x="399358" y="324525"/>
                  </a:lnTo>
                  <a:lnTo>
                    <a:pt x="409099" y="323300"/>
                  </a:lnTo>
                  <a:lnTo>
                    <a:pt x="418839" y="322177"/>
                  </a:lnTo>
                  <a:lnTo>
                    <a:pt x="428580" y="321154"/>
                  </a:lnTo>
                  <a:lnTo>
                    <a:pt x="438321" y="320227"/>
                  </a:lnTo>
                  <a:lnTo>
                    <a:pt x="448060" y="319391"/>
                  </a:lnTo>
                  <a:lnTo>
                    <a:pt x="457801" y="318640"/>
                  </a:lnTo>
                  <a:lnTo>
                    <a:pt x="467542" y="317973"/>
                  </a:lnTo>
                  <a:lnTo>
                    <a:pt x="477281" y="317380"/>
                  </a:lnTo>
                  <a:lnTo>
                    <a:pt x="487022" y="316858"/>
                  </a:lnTo>
                  <a:lnTo>
                    <a:pt x="496763" y="316401"/>
                  </a:lnTo>
                  <a:lnTo>
                    <a:pt x="506503" y="316000"/>
                  </a:lnTo>
                  <a:lnTo>
                    <a:pt x="516244" y="315653"/>
                  </a:lnTo>
                  <a:lnTo>
                    <a:pt x="525985" y="315349"/>
                  </a:lnTo>
                  <a:lnTo>
                    <a:pt x="535724" y="315082"/>
                  </a:lnTo>
                  <a:lnTo>
                    <a:pt x="545465" y="314845"/>
                  </a:lnTo>
                  <a:lnTo>
                    <a:pt x="555206" y="314631"/>
                  </a:lnTo>
                  <a:lnTo>
                    <a:pt x="564946" y="314431"/>
                  </a:lnTo>
                  <a:lnTo>
                    <a:pt x="574687" y="314237"/>
                  </a:lnTo>
                  <a:lnTo>
                    <a:pt x="584428" y="314042"/>
                  </a:lnTo>
                  <a:lnTo>
                    <a:pt x="594167" y="313840"/>
                  </a:lnTo>
                  <a:lnTo>
                    <a:pt x="603908" y="313618"/>
                  </a:lnTo>
                  <a:lnTo>
                    <a:pt x="613649" y="313370"/>
                  </a:lnTo>
                  <a:lnTo>
                    <a:pt x="623388" y="313090"/>
                  </a:lnTo>
                  <a:lnTo>
                    <a:pt x="633129" y="312767"/>
                  </a:lnTo>
                  <a:lnTo>
                    <a:pt x="642870" y="312393"/>
                  </a:lnTo>
                  <a:lnTo>
                    <a:pt x="652610" y="311961"/>
                  </a:lnTo>
                  <a:lnTo>
                    <a:pt x="662351" y="311462"/>
                  </a:lnTo>
                  <a:lnTo>
                    <a:pt x="672092" y="310888"/>
                  </a:lnTo>
                  <a:lnTo>
                    <a:pt x="681831" y="310233"/>
                  </a:lnTo>
                  <a:lnTo>
                    <a:pt x="691572" y="309488"/>
                  </a:lnTo>
                  <a:lnTo>
                    <a:pt x="701313" y="308646"/>
                  </a:lnTo>
                  <a:lnTo>
                    <a:pt x="711052" y="307698"/>
                  </a:lnTo>
                  <a:lnTo>
                    <a:pt x="720793" y="306642"/>
                  </a:lnTo>
                  <a:lnTo>
                    <a:pt x="730534" y="305466"/>
                  </a:lnTo>
                  <a:lnTo>
                    <a:pt x="740274" y="304167"/>
                  </a:lnTo>
                  <a:lnTo>
                    <a:pt x="750015" y="302738"/>
                  </a:lnTo>
                  <a:lnTo>
                    <a:pt x="759756" y="301174"/>
                  </a:lnTo>
                  <a:lnTo>
                    <a:pt x="769495" y="299470"/>
                  </a:lnTo>
                  <a:lnTo>
                    <a:pt x="779236" y="297619"/>
                  </a:lnTo>
                  <a:lnTo>
                    <a:pt x="788977" y="295620"/>
                  </a:lnTo>
                  <a:lnTo>
                    <a:pt x="798717" y="293467"/>
                  </a:lnTo>
                  <a:lnTo>
                    <a:pt x="808458" y="291156"/>
                  </a:lnTo>
                  <a:lnTo>
                    <a:pt x="818199" y="288687"/>
                  </a:lnTo>
                  <a:lnTo>
                    <a:pt x="827938" y="286055"/>
                  </a:lnTo>
                  <a:lnTo>
                    <a:pt x="837679" y="283256"/>
                  </a:lnTo>
                  <a:lnTo>
                    <a:pt x="847420" y="280295"/>
                  </a:lnTo>
                  <a:lnTo>
                    <a:pt x="857159" y="277164"/>
                  </a:lnTo>
                  <a:lnTo>
                    <a:pt x="866900" y="273867"/>
                  </a:lnTo>
                  <a:lnTo>
                    <a:pt x="876641" y="270403"/>
                  </a:lnTo>
                  <a:lnTo>
                    <a:pt x="886381" y="266774"/>
                  </a:lnTo>
                  <a:lnTo>
                    <a:pt x="896122" y="262977"/>
                  </a:lnTo>
                  <a:lnTo>
                    <a:pt x="905863" y="259017"/>
                  </a:lnTo>
                  <a:lnTo>
                    <a:pt x="915602" y="254898"/>
                  </a:lnTo>
                  <a:lnTo>
                    <a:pt x="925343" y="250619"/>
                  </a:lnTo>
                  <a:lnTo>
                    <a:pt x="935084" y="246185"/>
                  </a:lnTo>
                  <a:lnTo>
                    <a:pt x="944824" y="241599"/>
                  </a:lnTo>
                  <a:lnTo>
                    <a:pt x="954564" y="236867"/>
                  </a:lnTo>
                  <a:lnTo>
                    <a:pt x="964305" y="231992"/>
                  </a:lnTo>
                  <a:lnTo>
                    <a:pt x="974045" y="226981"/>
                  </a:lnTo>
                  <a:lnTo>
                    <a:pt x="983786" y="221841"/>
                  </a:lnTo>
                  <a:lnTo>
                    <a:pt x="993522" y="216576"/>
                  </a:lnTo>
                  <a:lnTo>
                    <a:pt x="1003266" y="211193"/>
                  </a:lnTo>
                  <a:lnTo>
                    <a:pt x="1013010" y="205701"/>
                  </a:lnTo>
                  <a:lnTo>
                    <a:pt x="1022754" y="200105"/>
                  </a:lnTo>
                  <a:lnTo>
                    <a:pt x="1032483" y="194417"/>
                  </a:lnTo>
                  <a:lnTo>
                    <a:pt x="1042227" y="188640"/>
                  </a:lnTo>
                  <a:lnTo>
                    <a:pt x="1051971" y="182788"/>
                  </a:lnTo>
                  <a:lnTo>
                    <a:pt x="1061715" y="176867"/>
                  </a:lnTo>
                  <a:lnTo>
                    <a:pt x="1071444" y="170888"/>
                  </a:lnTo>
                  <a:lnTo>
                    <a:pt x="1081188" y="164862"/>
                  </a:lnTo>
                  <a:lnTo>
                    <a:pt x="1090932" y="158795"/>
                  </a:lnTo>
                  <a:lnTo>
                    <a:pt x="1100676" y="152700"/>
                  </a:lnTo>
                  <a:lnTo>
                    <a:pt x="1110405" y="146587"/>
                  </a:lnTo>
                  <a:lnTo>
                    <a:pt x="1120149" y="140466"/>
                  </a:lnTo>
                  <a:lnTo>
                    <a:pt x="1129893" y="134347"/>
                  </a:lnTo>
                  <a:lnTo>
                    <a:pt x="1139637" y="128243"/>
                  </a:lnTo>
                  <a:lnTo>
                    <a:pt x="1149381" y="122164"/>
                  </a:lnTo>
                  <a:lnTo>
                    <a:pt x="1159110" y="116121"/>
                  </a:lnTo>
                  <a:lnTo>
                    <a:pt x="1168854" y="110124"/>
                  </a:lnTo>
                  <a:lnTo>
                    <a:pt x="1178598" y="104184"/>
                  </a:lnTo>
                  <a:lnTo>
                    <a:pt x="1188341" y="98314"/>
                  </a:lnTo>
                  <a:lnTo>
                    <a:pt x="1198070" y="92523"/>
                  </a:lnTo>
                  <a:lnTo>
                    <a:pt x="1207814" y="86822"/>
                  </a:lnTo>
                  <a:lnTo>
                    <a:pt x="1217558" y="81222"/>
                  </a:lnTo>
                  <a:lnTo>
                    <a:pt x="1227302" y="75733"/>
                  </a:lnTo>
                  <a:lnTo>
                    <a:pt x="1237031" y="70366"/>
                  </a:lnTo>
                  <a:lnTo>
                    <a:pt x="1246775" y="65132"/>
                  </a:lnTo>
                  <a:lnTo>
                    <a:pt x="1256519" y="60040"/>
                  </a:lnTo>
                  <a:lnTo>
                    <a:pt x="1266263" y="55098"/>
                  </a:lnTo>
                  <a:lnTo>
                    <a:pt x="1276007" y="50318"/>
                  </a:lnTo>
                  <a:lnTo>
                    <a:pt x="1285736" y="45709"/>
                  </a:lnTo>
                  <a:lnTo>
                    <a:pt x="1295480" y="41278"/>
                  </a:lnTo>
                  <a:lnTo>
                    <a:pt x="1305224" y="37034"/>
                  </a:lnTo>
                  <a:lnTo>
                    <a:pt x="1314968" y="32988"/>
                  </a:lnTo>
                  <a:lnTo>
                    <a:pt x="1324697" y="29144"/>
                  </a:lnTo>
                  <a:lnTo>
                    <a:pt x="1334441" y="25512"/>
                  </a:lnTo>
                  <a:lnTo>
                    <a:pt x="1344185" y="22097"/>
                  </a:lnTo>
                  <a:lnTo>
                    <a:pt x="1353929" y="18907"/>
                  </a:lnTo>
                  <a:lnTo>
                    <a:pt x="1363658" y="15948"/>
                  </a:lnTo>
                  <a:lnTo>
                    <a:pt x="1373402" y="13226"/>
                  </a:lnTo>
                  <a:lnTo>
                    <a:pt x="1383146" y="10747"/>
                  </a:lnTo>
                  <a:lnTo>
                    <a:pt x="1392890" y="8515"/>
                  </a:lnTo>
                  <a:lnTo>
                    <a:pt x="1402619" y="6533"/>
                  </a:lnTo>
                  <a:lnTo>
                    <a:pt x="1412363" y="4808"/>
                  </a:lnTo>
                  <a:lnTo>
                    <a:pt x="1422106" y="3343"/>
                  </a:lnTo>
                  <a:lnTo>
                    <a:pt x="1431850" y="2140"/>
                  </a:lnTo>
                  <a:lnTo>
                    <a:pt x="1441594" y="1202"/>
                  </a:lnTo>
                  <a:lnTo>
                    <a:pt x="1451323" y="532"/>
                  </a:lnTo>
                  <a:lnTo>
                    <a:pt x="1461067" y="130"/>
                  </a:lnTo>
                  <a:lnTo>
                    <a:pt x="1470811" y="0"/>
                  </a:lnTo>
                  <a:lnTo>
                    <a:pt x="1480555" y="142"/>
                  </a:lnTo>
                  <a:lnTo>
                    <a:pt x="1490284" y="554"/>
                  </a:lnTo>
                  <a:lnTo>
                    <a:pt x="1500028" y="1240"/>
                  </a:lnTo>
                  <a:lnTo>
                    <a:pt x="1509772" y="2196"/>
                  </a:lnTo>
                  <a:lnTo>
                    <a:pt x="1519516" y="3425"/>
                  </a:lnTo>
                  <a:lnTo>
                    <a:pt x="1529245" y="4923"/>
                  </a:lnTo>
                  <a:lnTo>
                    <a:pt x="1538989" y="6687"/>
                  </a:lnTo>
                  <a:lnTo>
                    <a:pt x="1548733" y="8719"/>
                  </a:lnTo>
                  <a:lnTo>
                    <a:pt x="1558477" y="11013"/>
                  </a:lnTo>
                  <a:lnTo>
                    <a:pt x="1568221" y="13568"/>
                  </a:lnTo>
                  <a:lnTo>
                    <a:pt x="1577950" y="16381"/>
                  </a:lnTo>
                  <a:lnTo>
                    <a:pt x="1587694" y="19448"/>
                  </a:lnTo>
                  <a:lnTo>
                    <a:pt x="1597438" y="22764"/>
                  </a:lnTo>
                  <a:lnTo>
                    <a:pt x="1607182" y="26326"/>
                  </a:lnTo>
                  <a:lnTo>
                    <a:pt x="1616911" y="30129"/>
                  </a:lnTo>
                  <a:lnTo>
                    <a:pt x="1626655" y="34168"/>
                  </a:lnTo>
                  <a:lnTo>
                    <a:pt x="1636399" y="38438"/>
                  </a:lnTo>
                  <a:lnTo>
                    <a:pt x="1646142" y="42933"/>
                  </a:lnTo>
                  <a:lnTo>
                    <a:pt x="1655872" y="47648"/>
                  </a:lnTo>
                  <a:lnTo>
                    <a:pt x="1665616" y="52577"/>
                  </a:lnTo>
                  <a:lnTo>
                    <a:pt x="1675359" y="57713"/>
                  </a:lnTo>
                  <a:lnTo>
                    <a:pt x="1685103" y="63050"/>
                  </a:lnTo>
                  <a:lnTo>
                    <a:pt x="1694832" y="68580"/>
                  </a:lnTo>
                  <a:lnTo>
                    <a:pt x="1704576" y="74297"/>
                  </a:lnTo>
                  <a:lnTo>
                    <a:pt x="1714320" y="80194"/>
                  </a:lnTo>
                  <a:lnTo>
                    <a:pt x="1724064" y="86264"/>
                  </a:lnTo>
                  <a:lnTo>
                    <a:pt x="1733808" y="92497"/>
                  </a:lnTo>
                  <a:lnTo>
                    <a:pt x="1743537" y="98888"/>
                  </a:lnTo>
                  <a:lnTo>
                    <a:pt x="1753281" y="105425"/>
                  </a:lnTo>
                  <a:lnTo>
                    <a:pt x="1763025" y="112104"/>
                  </a:lnTo>
                  <a:lnTo>
                    <a:pt x="1772769" y="118916"/>
                  </a:lnTo>
                  <a:lnTo>
                    <a:pt x="1782498" y="125852"/>
                  </a:lnTo>
                  <a:lnTo>
                    <a:pt x="1792242" y="132902"/>
                  </a:lnTo>
                  <a:lnTo>
                    <a:pt x="1801986" y="140059"/>
                  </a:lnTo>
                  <a:lnTo>
                    <a:pt x="1811730" y="147314"/>
                  </a:lnTo>
                  <a:lnTo>
                    <a:pt x="1821459" y="154657"/>
                  </a:lnTo>
                  <a:lnTo>
                    <a:pt x="1831203" y="162080"/>
                  </a:lnTo>
                  <a:lnTo>
                    <a:pt x="1840947" y="169574"/>
                  </a:lnTo>
                  <a:lnTo>
                    <a:pt x="1850691" y="177130"/>
                  </a:lnTo>
                  <a:lnTo>
                    <a:pt x="1860435" y="184737"/>
                  </a:lnTo>
                  <a:lnTo>
                    <a:pt x="1870164" y="192389"/>
                  </a:lnTo>
                  <a:lnTo>
                    <a:pt x="1879908" y="200074"/>
                  </a:lnTo>
                  <a:lnTo>
                    <a:pt x="1889652" y="207784"/>
                  </a:lnTo>
                  <a:lnTo>
                    <a:pt x="1899395" y="215509"/>
                  </a:lnTo>
                  <a:lnTo>
                    <a:pt x="1909124" y="223240"/>
                  </a:lnTo>
                  <a:lnTo>
                    <a:pt x="1918868" y="230969"/>
                  </a:lnTo>
                  <a:lnTo>
                    <a:pt x="1928612" y="238685"/>
                  </a:lnTo>
                  <a:lnTo>
                    <a:pt x="1938356" y="246379"/>
                  </a:lnTo>
                  <a:lnTo>
                    <a:pt x="1948085" y="254041"/>
                  </a:lnTo>
                  <a:lnTo>
                    <a:pt x="1957829" y="261665"/>
                  </a:lnTo>
                  <a:lnTo>
                    <a:pt x="1967573" y="269240"/>
                  </a:lnTo>
                  <a:lnTo>
                    <a:pt x="1977317" y="276755"/>
                  </a:lnTo>
                  <a:lnTo>
                    <a:pt x="1987046" y="284203"/>
                  </a:lnTo>
                  <a:lnTo>
                    <a:pt x="1996790" y="291576"/>
                  </a:lnTo>
                  <a:lnTo>
                    <a:pt x="2006534" y="298865"/>
                  </a:lnTo>
                  <a:lnTo>
                    <a:pt x="2016278" y="306059"/>
                  </a:lnTo>
                  <a:lnTo>
                    <a:pt x="2026022" y="313153"/>
                  </a:lnTo>
                  <a:lnTo>
                    <a:pt x="2035751" y="320136"/>
                  </a:lnTo>
                  <a:lnTo>
                    <a:pt x="2045495" y="327001"/>
                  </a:lnTo>
                  <a:lnTo>
                    <a:pt x="2055239" y="333740"/>
                  </a:lnTo>
                  <a:lnTo>
                    <a:pt x="2064983" y="340346"/>
                  </a:lnTo>
                  <a:lnTo>
                    <a:pt x="2074712" y="346810"/>
                  </a:lnTo>
                  <a:lnTo>
                    <a:pt x="2084456" y="353125"/>
                  </a:lnTo>
                  <a:lnTo>
                    <a:pt x="2094200" y="359285"/>
                  </a:lnTo>
                  <a:lnTo>
                    <a:pt x="2103944" y="365281"/>
                  </a:lnTo>
                  <a:lnTo>
                    <a:pt x="2113673" y="371108"/>
                  </a:lnTo>
                  <a:lnTo>
                    <a:pt x="2123417" y="376759"/>
                  </a:lnTo>
                  <a:lnTo>
                    <a:pt x="2133161" y="382229"/>
                  </a:lnTo>
                  <a:lnTo>
                    <a:pt x="2142905" y="387509"/>
                  </a:lnTo>
                  <a:lnTo>
                    <a:pt x="2152649" y="392597"/>
                  </a:lnTo>
                  <a:lnTo>
                    <a:pt x="2162377" y="397487"/>
                  </a:lnTo>
                  <a:lnTo>
                    <a:pt x="2172121" y="402173"/>
                  </a:lnTo>
                  <a:lnTo>
                    <a:pt x="2181865" y="406650"/>
                  </a:lnTo>
                  <a:lnTo>
                    <a:pt x="2191609" y="410915"/>
                  </a:lnTo>
                  <a:lnTo>
                    <a:pt x="2201338" y="414965"/>
                  </a:lnTo>
                  <a:lnTo>
                    <a:pt x="2211082" y="418796"/>
                  </a:lnTo>
                  <a:lnTo>
                    <a:pt x="2220826" y="422403"/>
                  </a:lnTo>
                  <a:lnTo>
                    <a:pt x="2230570" y="425783"/>
                  </a:lnTo>
                  <a:lnTo>
                    <a:pt x="2240299" y="428937"/>
                  </a:lnTo>
                  <a:lnTo>
                    <a:pt x="2250043" y="431860"/>
                  </a:lnTo>
                  <a:lnTo>
                    <a:pt x="2259787" y="434553"/>
                  </a:lnTo>
                  <a:lnTo>
                    <a:pt x="2269531" y="437011"/>
                  </a:lnTo>
                  <a:lnTo>
                    <a:pt x="2279260" y="439237"/>
                  </a:lnTo>
                  <a:lnTo>
                    <a:pt x="2289004" y="441230"/>
                  </a:lnTo>
                  <a:lnTo>
                    <a:pt x="2298748" y="442988"/>
                  </a:lnTo>
                  <a:lnTo>
                    <a:pt x="2308492" y="444514"/>
                  </a:lnTo>
                  <a:lnTo>
                    <a:pt x="2318236" y="445807"/>
                  </a:lnTo>
                  <a:lnTo>
                    <a:pt x="2327965" y="446870"/>
                  </a:lnTo>
                  <a:lnTo>
                    <a:pt x="2337709" y="447702"/>
                  </a:lnTo>
                  <a:lnTo>
                    <a:pt x="2347453" y="448310"/>
                  </a:lnTo>
                  <a:lnTo>
                    <a:pt x="2357197" y="448693"/>
                  </a:lnTo>
                  <a:lnTo>
                    <a:pt x="2366926" y="448854"/>
                  </a:lnTo>
                  <a:lnTo>
                    <a:pt x="2376670" y="448798"/>
                  </a:lnTo>
                  <a:lnTo>
                    <a:pt x="2386413" y="448529"/>
                  </a:lnTo>
                  <a:lnTo>
                    <a:pt x="2396157" y="448050"/>
                  </a:lnTo>
                  <a:lnTo>
                    <a:pt x="2405886" y="447366"/>
                  </a:lnTo>
                  <a:lnTo>
                    <a:pt x="2415630" y="446482"/>
                  </a:lnTo>
                  <a:lnTo>
                    <a:pt x="2425374" y="445407"/>
                  </a:lnTo>
                  <a:lnTo>
                    <a:pt x="2435118" y="444140"/>
                  </a:lnTo>
                  <a:lnTo>
                    <a:pt x="2444862" y="442693"/>
                  </a:lnTo>
                  <a:lnTo>
                    <a:pt x="2454591" y="441071"/>
                  </a:lnTo>
                  <a:lnTo>
                    <a:pt x="2464335" y="439279"/>
                  </a:lnTo>
                  <a:lnTo>
                    <a:pt x="2474079" y="437327"/>
                  </a:lnTo>
                  <a:lnTo>
                    <a:pt x="2483823" y="435220"/>
                  </a:lnTo>
                  <a:lnTo>
                    <a:pt x="2493552" y="432969"/>
                  </a:lnTo>
                  <a:lnTo>
                    <a:pt x="2503296" y="430578"/>
                  </a:lnTo>
                  <a:lnTo>
                    <a:pt x="2513040" y="428058"/>
                  </a:lnTo>
                  <a:lnTo>
                    <a:pt x="2522784" y="425418"/>
                  </a:lnTo>
                  <a:lnTo>
                    <a:pt x="2532513" y="422665"/>
                  </a:lnTo>
                  <a:lnTo>
                    <a:pt x="2542257" y="419809"/>
                  </a:lnTo>
                  <a:lnTo>
                    <a:pt x="2552001" y="416859"/>
                  </a:lnTo>
                  <a:lnTo>
                    <a:pt x="2561745" y="413824"/>
                  </a:lnTo>
                  <a:lnTo>
                    <a:pt x="2571474" y="410713"/>
                  </a:lnTo>
                  <a:lnTo>
                    <a:pt x="2581218" y="407536"/>
                  </a:lnTo>
                  <a:lnTo>
                    <a:pt x="2590962" y="404305"/>
                  </a:lnTo>
                  <a:lnTo>
                    <a:pt x="2600705" y="401026"/>
                  </a:lnTo>
                  <a:lnTo>
                    <a:pt x="2610449" y="397709"/>
                  </a:lnTo>
                  <a:lnTo>
                    <a:pt x="2620178" y="394366"/>
                  </a:lnTo>
                  <a:lnTo>
                    <a:pt x="2629922" y="391006"/>
                  </a:lnTo>
                  <a:lnTo>
                    <a:pt x="2639666" y="387636"/>
                  </a:lnTo>
                  <a:lnTo>
                    <a:pt x="2649410" y="384269"/>
                  </a:lnTo>
                  <a:lnTo>
                    <a:pt x="2659139" y="380913"/>
                  </a:lnTo>
                  <a:lnTo>
                    <a:pt x="2668883" y="377577"/>
                  </a:lnTo>
                  <a:lnTo>
                    <a:pt x="2678627" y="374271"/>
                  </a:lnTo>
                  <a:lnTo>
                    <a:pt x="2688371" y="371004"/>
                  </a:lnTo>
                  <a:lnTo>
                    <a:pt x="2698100" y="367784"/>
                  </a:lnTo>
                  <a:lnTo>
                    <a:pt x="2707844" y="364621"/>
                  </a:lnTo>
                  <a:lnTo>
                    <a:pt x="2717588" y="361522"/>
                  </a:lnTo>
                  <a:lnTo>
                    <a:pt x="2727332" y="358496"/>
                  </a:lnTo>
                  <a:lnTo>
                    <a:pt x="2737076" y="355551"/>
                  </a:lnTo>
                  <a:lnTo>
                    <a:pt x="2746805" y="352693"/>
                  </a:lnTo>
                  <a:lnTo>
                    <a:pt x="2756549" y="349931"/>
                  </a:lnTo>
                  <a:lnTo>
                    <a:pt x="2766293" y="347271"/>
                  </a:lnTo>
                  <a:lnTo>
                    <a:pt x="2776037" y="344721"/>
                  </a:lnTo>
                  <a:lnTo>
                    <a:pt x="2785766" y="342285"/>
                  </a:lnTo>
                  <a:lnTo>
                    <a:pt x="2795510" y="339971"/>
                  </a:lnTo>
                  <a:lnTo>
                    <a:pt x="2805254" y="337782"/>
                  </a:lnTo>
                  <a:lnTo>
                    <a:pt x="2814998" y="335726"/>
                  </a:lnTo>
                  <a:lnTo>
                    <a:pt x="2824727" y="333806"/>
                  </a:lnTo>
                  <a:lnTo>
                    <a:pt x="2834471" y="332025"/>
                  </a:lnTo>
                  <a:lnTo>
                    <a:pt x="2844215" y="330388"/>
                  </a:lnTo>
                  <a:lnTo>
                    <a:pt x="2853958" y="328899"/>
                  </a:lnTo>
                  <a:lnTo>
                    <a:pt x="2863687" y="327560"/>
                  </a:lnTo>
                  <a:lnTo>
                    <a:pt x="2873431" y="326374"/>
                  </a:lnTo>
                  <a:lnTo>
                    <a:pt x="2883175" y="325342"/>
                  </a:lnTo>
                  <a:lnTo>
                    <a:pt x="2892919" y="324466"/>
                  </a:lnTo>
                  <a:lnTo>
                    <a:pt x="2902663" y="323747"/>
                  </a:lnTo>
                  <a:lnTo>
                    <a:pt x="2912392" y="32318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1" name="Freeform 740">
              <a:extLst>
                <a:ext uri="{FF2B5EF4-FFF2-40B4-BE49-F238E27FC236}">
                  <a16:creationId xmlns:a16="http://schemas.microsoft.com/office/drawing/2014/main" id="{D1F899DF-DDBD-56FB-E911-72B72A7007F8}"/>
                </a:ext>
              </a:extLst>
            </p:cNvPr>
            <p:cNvSpPr/>
            <p:nvPr/>
          </p:nvSpPr>
          <p:spPr>
            <a:xfrm>
              <a:off x="576446" y="3271504"/>
              <a:ext cx="2912392" cy="605895"/>
            </a:xfrm>
            <a:custGeom>
              <a:avLst/>
              <a:gdLst>
                <a:gd name="connsiteX0" fmla="*/ 0 w 2912392"/>
                <a:gd name="connsiteY0" fmla="*/ 161080 h 605895"/>
                <a:gd name="connsiteX1" fmla="*/ 9739 w 2912392"/>
                <a:gd name="connsiteY1" fmla="*/ 162487 h 605895"/>
                <a:gd name="connsiteX2" fmla="*/ 19480 w 2912392"/>
                <a:gd name="connsiteY2" fmla="*/ 164105 h 605895"/>
                <a:gd name="connsiteX3" fmla="*/ 29221 w 2912392"/>
                <a:gd name="connsiteY3" fmla="*/ 165939 h 605895"/>
                <a:gd name="connsiteX4" fmla="*/ 38961 w 2912392"/>
                <a:gd name="connsiteY4" fmla="*/ 167986 h 605895"/>
                <a:gd name="connsiteX5" fmla="*/ 48702 w 2912392"/>
                <a:gd name="connsiteY5" fmla="*/ 170251 h 605895"/>
                <a:gd name="connsiteX6" fmla="*/ 58443 w 2912392"/>
                <a:gd name="connsiteY6" fmla="*/ 172731 h 605895"/>
                <a:gd name="connsiteX7" fmla="*/ 68182 w 2912392"/>
                <a:gd name="connsiteY7" fmla="*/ 175431 h 605895"/>
                <a:gd name="connsiteX8" fmla="*/ 77923 w 2912392"/>
                <a:gd name="connsiteY8" fmla="*/ 178347 h 605895"/>
                <a:gd name="connsiteX9" fmla="*/ 87664 w 2912392"/>
                <a:gd name="connsiteY9" fmla="*/ 181480 h 605895"/>
                <a:gd name="connsiteX10" fmla="*/ 97404 w 2912392"/>
                <a:gd name="connsiteY10" fmla="*/ 184831 h 605895"/>
                <a:gd name="connsiteX11" fmla="*/ 107145 w 2912392"/>
                <a:gd name="connsiteY11" fmla="*/ 188398 h 605895"/>
                <a:gd name="connsiteX12" fmla="*/ 116886 w 2912392"/>
                <a:gd name="connsiteY12" fmla="*/ 192180 h 605895"/>
                <a:gd name="connsiteX13" fmla="*/ 126625 w 2912392"/>
                <a:gd name="connsiteY13" fmla="*/ 196175 h 605895"/>
                <a:gd name="connsiteX14" fmla="*/ 136366 w 2912392"/>
                <a:gd name="connsiteY14" fmla="*/ 200382 h 605895"/>
                <a:gd name="connsiteX15" fmla="*/ 146107 w 2912392"/>
                <a:gd name="connsiteY15" fmla="*/ 204798 h 605895"/>
                <a:gd name="connsiteX16" fmla="*/ 155846 w 2912392"/>
                <a:gd name="connsiteY16" fmla="*/ 209422 h 605895"/>
                <a:gd name="connsiteX17" fmla="*/ 165587 w 2912392"/>
                <a:gd name="connsiteY17" fmla="*/ 214247 h 605895"/>
                <a:gd name="connsiteX18" fmla="*/ 175328 w 2912392"/>
                <a:gd name="connsiteY18" fmla="*/ 219274 h 605895"/>
                <a:gd name="connsiteX19" fmla="*/ 185068 w 2912392"/>
                <a:gd name="connsiteY19" fmla="*/ 224498 h 605895"/>
                <a:gd name="connsiteX20" fmla="*/ 194809 w 2912392"/>
                <a:gd name="connsiteY20" fmla="*/ 229914 h 605895"/>
                <a:gd name="connsiteX21" fmla="*/ 204550 w 2912392"/>
                <a:gd name="connsiteY21" fmla="*/ 235517 h 605895"/>
                <a:gd name="connsiteX22" fmla="*/ 214289 w 2912392"/>
                <a:gd name="connsiteY22" fmla="*/ 241302 h 605895"/>
                <a:gd name="connsiteX23" fmla="*/ 224030 w 2912392"/>
                <a:gd name="connsiteY23" fmla="*/ 247266 h 605895"/>
                <a:gd name="connsiteX24" fmla="*/ 233771 w 2912392"/>
                <a:gd name="connsiteY24" fmla="*/ 253400 h 605895"/>
                <a:gd name="connsiteX25" fmla="*/ 243510 w 2912392"/>
                <a:gd name="connsiteY25" fmla="*/ 259701 h 605895"/>
                <a:gd name="connsiteX26" fmla="*/ 253251 w 2912392"/>
                <a:gd name="connsiteY26" fmla="*/ 266160 h 605895"/>
                <a:gd name="connsiteX27" fmla="*/ 262992 w 2912392"/>
                <a:gd name="connsiteY27" fmla="*/ 272772 h 605895"/>
                <a:gd name="connsiteX28" fmla="*/ 272732 w 2912392"/>
                <a:gd name="connsiteY28" fmla="*/ 279529 h 605895"/>
                <a:gd name="connsiteX29" fmla="*/ 282473 w 2912392"/>
                <a:gd name="connsiteY29" fmla="*/ 286421 h 605895"/>
                <a:gd name="connsiteX30" fmla="*/ 292214 w 2912392"/>
                <a:gd name="connsiteY30" fmla="*/ 293443 h 605895"/>
                <a:gd name="connsiteX31" fmla="*/ 301953 w 2912392"/>
                <a:gd name="connsiteY31" fmla="*/ 300587 h 605895"/>
                <a:gd name="connsiteX32" fmla="*/ 311694 w 2912392"/>
                <a:gd name="connsiteY32" fmla="*/ 307843 h 605895"/>
                <a:gd name="connsiteX33" fmla="*/ 321435 w 2912392"/>
                <a:gd name="connsiteY33" fmla="*/ 315201 h 605895"/>
                <a:gd name="connsiteX34" fmla="*/ 331175 w 2912392"/>
                <a:gd name="connsiteY34" fmla="*/ 322655 h 605895"/>
                <a:gd name="connsiteX35" fmla="*/ 340916 w 2912392"/>
                <a:gd name="connsiteY35" fmla="*/ 330193 h 605895"/>
                <a:gd name="connsiteX36" fmla="*/ 350656 w 2912392"/>
                <a:gd name="connsiteY36" fmla="*/ 337805 h 605895"/>
                <a:gd name="connsiteX37" fmla="*/ 360396 w 2912392"/>
                <a:gd name="connsiteY37" fmla="*/ 345482 h 605895"/>
                <a:gd name="connsiteX38" fmla="*/ 370137 w 2912392"/>
                <a:gd name="connsiteY38" fmla="*/ 353215 h 605895"/>
                <a:gd name="connsiteX39" fmla="*/ 379878 w 2912392"/>
                <a:gd name="connsiteY39" fmla="*/ 360992 h 605895"/>
                <a:gd name="connsiteX40" fmla="*/ 389617 w 2912392"/>
                <a:gd name="connsiteY40" fmla="*/ 368802 h 605895"/>
                <a:gd name="connsiteX41" fmla="*/ 399358 w 2912392"/>
                <a:gd name="connsiteY41" fmla="*/ 376634 h 605895"/>
                <a:gd name="connsiteX42" fmla="*/ 409099 w 2912392"/>
                <a:gd name="connsiteY42" fmla="*/ 384480 h 605895"/>
                <a:gd name="connsiteX43" fmla="*/ 418839 w 2912392"/>
                <a:gd name="connsiteY43" fmla="*/ 392327 h 605895"/>
                <a:gd name="connsiteX44" fmla="*/ 428580 w 2912392"/>
                <a:gd name="connsiteY44" fmla="*/ 400166 h 605895"/>
                <a:gd name="connsiteX45" fmla="*/ 438321 w 2912392"/>
                <a:gd name="connsiteY45" fmla="*/ 407983 h 605895"/>
                <a:gd name="connsiteX46" fmla="*/ 448060 w 2912392"/>
                <a:gd name="connsiteY46" fmla="*/ 415769 h 605895"/>
                <a:gd name="connsiteX47" fmla="*/ 457801 w 2912392"/>
                <a:gd name="connsiteY47" fmla="*/ 423512 h 605895"/>
                <a:gd name="connsiteX48" fmla="*/ 467542 w 2912392"/>
                <a:gd name="connsiteY48" fmla="*/ 431203 h 605895"/>
                <a:gd name="connsiteX49" fmla="*/ 477281 w 2912392"/>
                <a:gd name="connsiteY49" fmla="*/ 438829 h 605895"/>
                <a:gd name="connsiteX50" fmla="*/ 487022 w 2912392"/>
                <a:gd name="connsiteY50" fmla="*/ 446381 h 605895"/>
                <a:gd name="connsiteX51" fmla="*/ 496763 w 2912392"/>
                <a:gd name="connsiteY51" fmla="*/ 453847 h 605895"/>
                <a:gd name="connsiteX52" fmla="*/ 506503 w 2912392"/>
                <a:gd name="connsiteY52" fmla="*/ 461217 h 605895"/>
                <a:gd name="connsiteX53" fmla="*/ 516244 w 2912392"/>
                <a:gd name="connsiteY53" fmla="*/ 468484 h 605895"/>
                <a:gd name="connsiteX54" fmla="*/ 525985 w 2912392"/>
                <a:gd name="connsiteY54" fmla="*/ 475634 h 605895"/>
                <a:gd name="connsiteX55" fmla="*/ 535724 w 2912392"/>
                <a:gd name="connsiteY55" fmla="*/ 482657 h 605895"/>
                <a:gd name="connsiteX56" fmla="*/ 545465 w 2912392"/>
                <a:gd name="connsiteY56" fmla="*/ 489548 h 605895"/>
                <a:gd name="connsiteX57" fmla="*/ 555206 w 2912392"/>
                <a:gd name="connsiteY57" fmla="*/ 496294 h 605895"/>
                <a:gd name="connsiteX58" fmla="*/ 564946 w 2912392"/>
                <a:gd name="connsiteY58" fmla="*/ 502888 h 605895"/>
                <a:gd name="connsiteX59" fmla="*/ 574687 w 2912392"/>
                <a:gd name="connsiteY59" fmla="*/ 509323 h 605895"/>
                <a:gd name="connsiteX60" fmla="*/ 584428 w 2912392"/>
                <a:gd name="connsiteY60" fmla="*/ 515588 h 605895"/>
                <a:gd name="connsiteX61" fmla="*/ 594167 w 2912392"/>
                <a:gd name="connsiteY61" fmla="*/ 521677 h 605895"/>
                <a:gd name="connsiteX62" fmla="*/ 603908 w 2912392"/>
                <a:gd name="connsiteY62" fmla="*/ 527585 h 605895"/>
                <a:gd name="connsiteX63" fmla="*/ 613649 w 2912392"/>
                <a:gd name="connsiteY63" fmla="*/ 533302 h 605895"/>
                <a:gd name="connsiteX64" fmla="*/ 623388 w 2912392"/>
                <a:gd name="connsiteY64" fmla="*/ 538823 h 605895"/>
                <a:gd name="connsiteX65" fmla="*/ 633129 w 2912392"/>
                <a:gd name="connsiteY65" fmla="*/ 544145 h 605895"/>
                <a:gd name="connsiteX66" fmla="*/ 642870 w 2912392"/>
                <a:gd name="connsiteY66" fmla="*/ 549258 h 605895"/>
                <a:gd name="connsiteX67" fmla="*/ 652610 w 2912392"/>
                <a:gd name="connsiteY67" fmla="*/ 554162 h 605895"/>
                <a:gd name="connsiteX68" fmla="*/ 662351 w 2912392"/>
                <a:gd name="connsiteY68" fmla="*/ 558850 h 605895"/>
                <a:gd name="connsiteX69" fmla="*/ 672092 w 2912392"/>
                <a:gd name="connsiteY69" fmla="*/ 563320 h 605895"/>
                <a:gd name="connsiteX70" fmla="*/ 681831 w 2912392"/>
                <a:gd name="connsiteY70" fmla="*/ 567568 h 605895"/>
                <a:gd name="connsiteX71" fmla="*/ 691572 w 2912392"/>
                <a:gd name="connsiteY71" fmla="*/ 571590 h 605895"/>
                <a:gd name="connsiteX72" fmla="*/ 701313 w 2912392"/>
                <a:gd name="connsiteY72" fmla="*/ 575388 h 605895"/>
                <a:gd name="connsiteX73" fmla="*/ 711052 w 2912392"/>
                <a:gd name="connsiteY73" fmla="*/ 578958 h 605895"/>
                <a:gd name="connsiteX74" fmla="*/ 720793 w 2912392"/>
                <a:gd name="connsiteY74" fmla="*/ 582298 h 605895"/>
                <a:gd name="connsiteX75" fmla="*/ 730534 w 2912392"/>
                <a:gd name="connsiteY75" fmla="*/ 585411 h 605895"/>
                <a:gd name="connsiteX76" fmla="*/ 740274 w 2912392"/>
                <a:gd name="connsiteY76" fmla="*/ 588294 h 605895"/>
                <a:gd name="connsiteX77" fmla="*/ 750015 w 2912392"/>
                <a:gd name="connsiteY77" fmla="*/ 590950 h 605895"/>
                <a:gd name="connsiteX78" fmla="*/ 759756 w 2912392"/>
                <a:gd name="connsiteY78" fmla="*/ 593379 h 605895"/>
                <a:gd name="connsiteX79" fmla="*/ 769495 w 2912392"/>
                <a:gd name="connsiteY79" fmla="*/ 595581 h 605895"/>
                <a:gd name="connsiteX80" fmla="*/ 779236 w 2912392"/>
                <a:gd name="connsiteY80" fmla="*/ 597561 h 605895"/>
                <a:gd name="connsiteX81" fmla="*/ 788977 w 2912392"/>
                <a:gd name="connsiteY81" fmla="*/ 599320 h 605895"/>
                <a:gd name="connsiteX82" fmla="*/ 798717 w 2912392"/>
                <a:gd name="connsiteY82" fmla="*/ 600863 h 605895"/>
                <a:gd name="connsiteX83" fmla="*/ 808458 w 2912392"/>
                <a:gd name="connsiteY83" fmla="*/ 602190 h 605895"/>
                <a:gd name="connsiteX84" fmla="*/ 818199 w 2912392"/>
                <a:gd name="connsiteY84" fmla="*/ 603307 h 605895"/>
                <a:gd name="connsiteX85" fmla="*/ 827938 w 2912392"/>
                <a:gd name="connsiteY85" fmla="*/ 604219 h 605895"/>
                <a:gd name="connsiteX86" fmla="*/ 837679 w 2912392"/>
                <a:gd name="connsiteY86" fmla="*/ 604928 h 605895"/>
                <a:gd name="connsiteX87" fmla="*/ 847420 w 2912392"/>
                <a:gd name="connsiteY87" fmla="*/ 605441 h 605895"/>
                <a:gd name="connsiteX88" fmla="*/ 857159 w 2912392"/>
                <a:gd name="connsiteY88" fmla="*/ 605761 h 605895"/>
                <a:gd name="connsiteX89" fmla="*/ 866900 w 2912392"/>
                <a:gd name="connsiteY89" fmla="*/ 605895 h 605895"/>
                <a:gd name="connsiteX90" fmla="*/ 876641 w 2912392"/>
                <a:gd name="connsiteY90" fmla="*/ 605849 h 605895"/>
                <a:gd name="connsiteX91" fmla="*/ 886381 w 2912392"/>
                <a:gd name="connsiteY91" fmla="*/ 605627 h 605895"/>
                <a:gd name="connsiteX92" fmla="*/ 896122 w 2912392"/>
                <a:gd name="connsiteY92" fmla="*/ 605237 h 605895"/>
                <a:gd name="connsiteX93" fmla="*/ 905863 w 2912392"/>
                <a:gd name="connsiteY93" fmla="*/ 604684 h 605895"/>
                <a:gd name="connsiteX94" fmla="*/ 915602 w 2912392"/>
                <a:gd name="connsiteY94" fmla="*/ 603973 h 605895"/>
                <a:gd name="connsiteX95" fmla="*/ 925343 w 2912392"/>
                <a:gd name="connsiteY95" fmla="*/ 603114 h 605895"/>
                <a:gd name="connsiteX96" fmla="*/ 935084 w 2912392"/>
                <a:gd name="connsiteY96" fmla="*/ 602110 h 605895"/>
                <a:gd name="connsiteX97" fmla="*/ 944824 w 2912392"/>
                <a:gd name="connsiteY97" fmla="*/ 600968 h 605895"/>
                <a:gd name="connsiteX98" fmla="*/ 954564 w 2912392"/>
                <a:gd name="connsiteY98" fmla="*/ 599696 h 605895"/>
                <a:gd name="connsiteX99" fmla="*/ 964305 w 2912392"/>
                <a:gd name="connsiteY99" fmla="*/ 598298 h 605895"/>
                <a:gd name="connsiteX100" fmla="*/ 974045 w 2912392"/>
                <a:gd name="connsiteY100" fmla="*/ 596783 h 605895"/>
                <a:gd name="connsiteX101" fmla="*/ 983786 w 2912392"/>
                <a:gd name="connsiteY101" fmla="*/ 595156 h 605895"/>
                <a:gd name="connsiteX102" fmla="*/ 993522 w 2912392"/>
                <a:gd name="connsiteY102" fmla="*/ 593422 h 605895"/>
                <a:gd name="connsiteX103" fmla="*/ 1003266 w 2912392"/>
                <a:gd name="connsiteY103" fmla="*/ 591589 h 605895"/>
                <a:gd name="connsiteX104" fmla="*/ 1013010 w 2912392"/>
                <a:gd name="connsiteY104" fmla="*/ 589661 h 605895"/>
                <a:gd name="connsiteX105" fmla="*/ 1022754 w 2912392"/>
                <a:gd name="connsiteY105" fmla="*/ 587646 h 605895"/>
                <a:gd name="connsiteX106" fmla="*/ 1032483 w 2912392"/>
                <a:gd name="connsiteY106" fmla="*/ 585546 h 605895"/>
                <a:gd name="connsiteX107" fmla="*/ 1042227 w 2912392"/>
                <a:gd name="connsiteY107" fmla="*/ 583370 h 605895"/>
                <a:gd name="connsiteX108" fmla="*/ 1051971 w 2912392"/>
                <a:gd name="connsiteY108" fmla="*/ 581120 h 605895"/>
                <a:gd name="connsiteX109" fmla="*/ 1061715 w 2912392"/>
                <a:gd name="connsiteY109" fmla="*/ 578802 h 605895"/>
                <a:gd name="connsiteX110" fmla="*/ 1071444 w 2912392"/>
                <a:gd name="connsiteY110" fmla="*/ 576421 h 605895"/>
                <a:gd name="connsiteX111" fmla="*/ 1081188 w 2912392"/>
                <a:gd name="connsiteY111" fmla="*/ 573980 h 605895"/>
                <a:gd name="connsiteX112" fmla="*/ 1090932 w 2912392"/>
                <a:gd name="connsiteY112" fmla="*/ 571485 h 605895"/>
                <a:gd name="connsiteX113" fmla="*/ 1100676 w 2912392"/>
                <a:gd name="connsiteY113" fmla="*/ 568937 h 605895"/>
                <a:gd name="connsiteX114" fmla="*/ 1110405 w 2912392"/>
                <a:gd name="connsiteY114" fmla="*/ 566340 h 605895"/>
                <a:gd name="connsiteX115" fmla="*/ 1120149 w 2912392"/>
                <a:gd name="connsiteY115" fmla="*/ 563698 h 605895"/>
                <a:gd name="connsiteX116" fmla="*/ 1129893 w 2912392"/>
                <a:gd name="connsiteY116" fmla="*/ 561014 h 605895"/>
                <a:gd name="connsiteX117" fmla="*/ 1139637 w 2912392"/>
                <a:gd name="connsiteY117" fmla="*/ 558289 h 605895"/>
                <a:gd name="connsiteX118" fmla="*/ 1149381 w 2912392"/>
                <a:gd name="connsiteY118" fmla="*/ 555526 h 605895"/>
                <a:gd name="connsiteX119" fmla="*/ 1159110 w 2912392"/>
                <a:gd name="connsiteY119" fmla="*/ 552727 h 605895"/>
                <a:gd name="connsiteX120" fmla="*/ 1168854 w 2912392"/>
                <a:gd name="connsiteY120" fmla="*/ 549892 h 605895"/>
                <a:gd name="connsiteX121" fmla="*/ 1178598 w 2912392"/>
                <a:gd name="connsiteY121" fmla="*/ 547024 h 605895"/>
                <a:gd name="connsiteX122" fmla="*/ 1188341 w 2912392"/>
                <a:gd name="connsiteY122" fmla="*/ 544123 h 605895"/>
                <a:gd name="connsiteX123" fmla="*/ 1198070 w 2912392"/>
                <a:gd name="connsiteY123" fmla="*/ 541188 h 605895"/>
                <a:gd name="connsiteX124" fmla="*/ 1207814 w 2912392"/>
                <a:gd name="connsiteY124" fmla="*/ 538223 h 605895"/>
                <a:gd name="connsiteX125" fmla="*/ 1217558 w 2912392"/>
                <a:gd name="connsiteY125" fmla="*/ 535225 h 605895"/>
                <a:gd name="connsiteX126" fmla="*/ 1227302 w 2912392"/>
                <a:gd name="connsiteY126" fmla="*/ 532196 h 605895"/>
                <a:gd name="connsiteX127" fmla="*/ 1237031 w 2912392"/>
                <a:gd name="connsiteY127" fmla="*/ 529133 h 605895"/>
                <a:gd name="connsiteX128" fmla="*/ 1246775 w 2912392"/>
                <a:gd name="connsiteY128" fmla="*/ 526038 h 605895"/>
                <a:gd name="connsiteX129" fmla="*/ 1256519 w 2912392"/>
                <a:gd name="connsiteY129" fmla="*/ 522910 h 605895"/>
                <a:gd name="connsiteX130" fmla="*/ 1266263 w 2912392"/>
                <a:gd name="connsiteY130" fmla="*/ 519746 h 605895"/>
                <a:gd name="connsiteX131" fmla="*/ 1276007 w 2912392"/>
                <a:gd name="connsiteY131" fmla="*/ 516548 h 605895"/>
                <a:gd name="connsiteX132" fmla="*/ 1285736 w 2912392"/>
                <a:gd name="connsiteY132" fmla="*/ 513312 h 605895"/>
                <a:gd name="connsiteX133" fmla="*/ 1295480 w 2912392"/>
                <a:gd name="connsiteY133" fmla="*/ 510037 h 605895"/>
                <a:gd name="connsiteX134" fmla="*/ 1305224 w 2912392"/>
                <a:gd name="connsiteY134" fmla="*/ 506722 h 605895"/>
                <a:gd name="connsiteX135" fmla="*/ 1314968 w 2912392"/>
                <a:gd name="connsiteY135" fmla="*/ 503367 h 605895"/>
                <a:gd name="connsiteX136" fmla="*/ 1324697 w 2912392"/>
                <a:gd name="connsiteY136" fmla="*/ 499967 h 605895"/>
                <a:gd name="connsiteX137" fmla="*/ 1334441 w 2912392"/>
                <a:gd name="connsiteY137" fmla="*/ 496523 h 605895"/>
                <a:gd name="connsiteX138" fmla="*/ 1344185 w 2912392"/>
                <a:gd name="connsiteY138" fmla="*/ 493034 h 605895"/>
                <a:gd name="connsiteX139" fmla="*/ 1353929 w 2912392"/>
                <a:gd name="connsiteY139" fmla="*/ 489496 h 605895"/>
                <a:gd name="connsiteX140" fmla="*/ 1363658 w 2912392"/>
                <a:gd name="connsiteY140" fmla="*/ 485908 h 605895"/>
                <a:gd name="connsiteX141" fmla="*/ 1373402 w 2912392"/>
                <a:gd name="connsiteY141" fmla="*/ 482270 h 605895"/>
                <a:gd name="connsiteX142" fmla="*/ 1383146 w 2912392"/>
                <a:gd name="connsiteY142" fmla="*/ 478578 h 605895"/>
                <a:gd name="connsiteX143" fmla="*/ 1392890 w 2912392"/>
                <a:gd name="connsiteY143" fmla="*/ 474832 h 605895"/>
                <a:gd name="connsiteX144" fmla="*/ 1402619 w 2912392"/>
                <a:gd name="connsiteY144" fmla="*/ 471030 h 605895"/>
                <a:gd name="connsiteX145" fmla="*/ 1412363 w 2912392"/>
                <a:gd name="connsiteY145" fmla="*/ 467171 h 605895"/>
                <a:gd name="connsiteX146" fmla="*/ 1422106 w 2912392"/>
                <a:gd name="connsiteY146" fmla="*/ 463254 h 605895"/>
                <a:gd name="connsiteX147" fmla="*/ 1431850 w 2912392"/>
                <a:gd name="connsiteY147" fmla="*/ 459277 h 605895"/>
                <a:gd name="connsiteX148" fmla="*/ 1441594 w 2912392"/>
                <a:gd name="connsiteY148" fmla="*/ 455241 h 605895"/>
                <a:gd name="connsiteX149" fmla="*/ 1451323 w 2912392"/>
                <a:gd name="connsiteY149" fmla="*/ 451144 h 605895"/>
                <a:gd name="connsiteX150" fmla="*/ 1461067 w 2912392"/>
                <a:gd name="connsiteY150" fmla="*/ 446986 h 605895"/>
                <a:gd name="connsiteX151" fmla="*/ 1470811 w 2912392"/>
                <a:gd name="connsiteY151" fmla="*/ 442765 h 605895"/>
                <a:gd name="connsiteX152" fmla="*/ 1480555 w 2912392"/>
                <a:gd name="connsiteY152" fmla="*/ 438483 h 605895"/>
                <a:gd name="connsiteX153" fmla="*/ 1490284 w 2912392"/>
                <a:gd name="connsiteY153" fmla="*/ 434137 h 605895"/>
                <a:gd name="connsiteX154" fmla="*/ 1500028 w 2912392"/>
                <a:gd name="connsiteY154" fmla="*/ 429730 h 605895"/>
                <a:gd name="connsiteX155" fmla="*/ 1509772 w 2912392"/>
                <a:gd name="connsiteY155" fmla="*/ 425262 h 605895"/>
                <a:gd name="connsiteX156" fmla="*/ 1519516 w 2912392"/>
                <a:gd name="connsiteY156" fmla="*/ 420731 h 605895"/>
                <a:gd name="connsiteX157" fmla="*/ 1529245 w 2912392"/>
                <a:gd name="connsiteY157" fmla="*/ 416139 h 605895"/>
                <a:gd name="connsiteX158" fmla="*/ 1538989 w 2912392"/>
                <a:gd name="connsiteY158" fmla="*/ 411489 h 605895"/>
                <a:gd name="connsiteX159" fmla="*/ 1548733 w 2912392"/>
                <a:gd name="connsiteY159" fmla="*/ 406779 h 605895"/>
                <a:gd name="connsiteX160" fmla="*/ 1558477 w 2912392"/>
                <a:gd name="connsiteY160" fmla="*/ 402012 h 605895"/>
                <a:gd name="connsiteX161" fmla="*/ 1568221 w 2912392"/>
                <a:gd name="connsiteY161" fmla="*/ 397189 h 605895"/>
                <a:gd name="connsiteX162" fmla="*/ 1577950 w 2912392"/>
                <a:gd name="connsiteY162" fmla="*/ 392311 h 605895"/>
                <a:gd name="connsiteX163" fmla="*/ 1587694 w 2912392"/>
                <a:gd name="connsiteY163" fmla="*/ 387379 h 605895"/>
                <a:gd name="connsiteX164" fmla="*/ 1597438 w 2912392"/>
                <a:gd name="connsiteY164" fmla="*/ 382397 h 605895"/>
                <a:gd name="connsiteX165" fmla="*/ 1607182 w 2912392"/>
                <a:gd name="connsiteY165" fmla="*/ 377367 h 605895"/>
                <a:gd name="connsiteX166" fmla="*/ 1616911 w 2912392"/>
                <a:gd name="connsiteY166" fmla="*/ 372288 h 605895"/>
                <a:gd name="connsiteX167" fmla="*/ 1626655 w 2912392"/>
                <a:gd name="connsiteY167" fmla="*/ 367166 h 605895"/>
                <a:gd name="connsiteX168" fmla="*/ 1636399 w 2912392"/>
                <a:gd name="connsiteY168" fmla="*/ 362002 h 605895"/>
                <a:gd name="connsiteX169" fmla="*/ 1646142 w 2912392"/>
                <a:gd name="connsiteY169" fmla="*/ 356798 h 605895"/>
                <a:gd name="connsiteX170" fmla="*/ 1655872 w 2912392"/>
                <a:gd name="connsiteY170" fmla="*/ 351555 h 605895"/>
                <a:gd name="connsiteX171" fmla="*/ 1665616 w 2912392"/>
                <a:gd name="connsiteY171" fmla="*/ 346279 h 605895"/>
                <a:gd name="connsiteX172" fmla="*/ 1675359 w 2912392"/>
                <a:gd name="connsiteY172" fmla="*/ 340971 h 605895"/>
                <a:gd name="connsiteX173" fmla="*/ 1685103 w 2912392"/>
                <a:gd name="connsiteY173" fmla="*/ 335632 h 605895"/>
                <a:gd name="connsiteX174" fmla="*/ 1694832 w 2912392"/>
                <a:gd name="connsiteY174" fmla="*/ 330267 h 605895"/>
                <a:gd name="connsiteX175" fmla="*/ 1704576 w 2912392"/>
                <a:gd name="connsiteY175" fmla="*/ 324878 h 605895"/>
                <a:gd name="connsiteX176" fmla="*/ 1714320 w 2912392"/>
                <a:gd name="connsiteY176" fmla="*/ 319468 h 605895"/>
                <a:gd name="connsiteX177" fmla="*/ 1724064 w 2912392"/>
                <a:gd name="connsiteY177" fmla="*/ 314039 h 605895"/>
                <a:gd name="connsiteX178" fmla="*/ 1733808 w 2912392"/>
                <a:gd name="connsiteY178" fmla="*/ 308594 h 605895"/>
                <a:gd name="connsiteX179" fmla="*/ 1743537 w 2912392"/>
                <a:gd name="connsiteY179" fmla="*/ 303136 h 605895"/>
                <a:gd name="connsiteX180" fmla="*/ 1753281 w 2912392"/>
                <a:gd name="connsiteY180" fmla="*/ 297667 h 605895"/>
                <a:gd name="connsiteX181" fmla="*/ 1763025 w 2912392"/>
                <a:gd name="connsiteY181" fmla="*/ 292190 h 605895"/>
                <a:gd name="connsiteX182" fmla="*/ 1772769 w 2912392"/>
                <a:gd name="connsiteY182" fmla="*/ 286706 h 605895"/>
                <a:gd name="connsiteX183" fmla="*/ 1782498 w 2912392"/>
                <a:gd name="connsiteY183" fmla="*/ 281220 h 605895"/>
                <a:gd name="connsiteX184" fmla="*/ 1792242 w 2912392"/>
                <a:gd name="connsiteY184" fmla="*/ 275731 h 605895"/>
                <a:gd name="connsiteX185" fmla="*/ 1801986 w 2912392"/>
                <a:gd name="connsiteY185" fmla="*/ 270244 h 605895"/>
                <a:gd name="connsiteX186" fmla="*/ 1811730 w 2912392"/>
                <a:gd name="connsiteY186" fmla="*/ 264759 h 605895"/>
                <a:gd name="connsiteX187" fmla="*/ 1821459 w 2912392"/>
                <a:gd name="connsiteY187" fmla="*/ 259281 h 605895"/>
                <a:gd name="connsiteX188" fmla="*/ 1831203 w 2912392"/>
                <a:gd name="connsiteY188" fmla="*/ 253807 h 605895"/>
                <a:gd name="connsiteX189" fmla="*/ 1840947 w 2912392"/>
                <a:gd name="connsiteY189" fmla="*/ 248344 h 605895"/>
                <a:gd name="connsiteX190" fmla="*/ 1850691 w 2912392"/>
                <a:gd name="connsiteY190" fmla="*/ 242889 h 605895"/>
                <a:gd name="connsiteX191" fmla="*/ 1860435 w 2912392"/>
                <a:gd name="connsiteY191" fmla="*/ 237447 h 605895"/>
                <a:gd name="connsiteX192" fmla="*/ 1870164 w 2912392"/>
                <a:gd name="connsiteY192" fmla="*/ 232016 h 605895"/>
                <a:gd name="connsiteX193" fmla="*/ 1879908 w 2912392"/>
                <a:gd name="connsiteY193" fmla="*/ 226600 h 605895"/>
                <a:gd name="connsiteX194" fmla="*/ 1889652 w 2912392"/>
                <a:gd name="connsiteY194" fmla="*/ 221201 h 605895"/>
                <a:gd name="connsiteX195" fmla="*/ 1899395 w 2912392"/>
                <a:gd name="connsiteY195" fmla="*/ 215816 h 605895"/>
                <a:gd name="connsiteX196" fmla="*/ 1909124 w 2912392"/>
                <a:gd name="connsiteY196" fmla="*/ 210450 h 605895"/>
                <a:gd name="connsiteX197" fmla="*/ 1918868 w 2912392"/>
                <a:gd name="connsiteY197" fmla="*/ 205102 h 605895"/>
                <a:gd name="connsiteX198" fmla="*/ 1928612 w 2912392"/>
                <a:gd name="connsiteY198" fmla="*/ 199773 h 605895"/>
                <a:gd name="connsiteX199" fmla="*/ 1938356 w 2912392"/>
                <a:gd name="connsiteY199" fmla="*/ 194466 h 605895"/>
                <a:gd name="connsiteX200" fmla="*/ 1948085 w 2912392"/>
                <a:gd name="connsiteY200" fmla="*/ 189178 h 605895"/>
                <a:gd name="connsiteX201" fmla="*/ 1957829 w 2912392"/>
                <a:gd name="connsiteY201" fmla="*/ 183911 h 605895"/>
                <a:gd name="connsiteX202" fmla="*/ 1967573 w 2912392"/>
                <a:gd name="connsiteY202" fmla="*/ 178669 h 605895"/>
                <a:gd name="connsiteX203" fmla="*/ 1977317 w 2912392"/>
                <a:gd name="connsiteY203" fmla="*/ 173448 h 605895"/>
                <a:gd name="connsiteX204" fmla="*/ 1987046 w 2912392"/>
                <a:gd name="connsiteY204" fmla="*/ 168253 h 605895"/>
                <a:gd name="connsiteX205" fmla="*/ 1996790 w 2912392"/>
                <a:gd name="connsiteY205" fmla="*/ 163080 h 605895"/>
                <a:gd name="connsiteX206" fmla="*/ 2006534 w 2912392"/>
                <a:gd name="connsiteY206" fmla="*/ 157934 h 605895"/>
                <a:gd name="connsiteX207" fmla="*/ 2016278 w 2912392"/>
                <a:gd name="connsiteY207" fmla="*/ 152814 h 605895"/>
                <a:gd name="connsiteX208" fmla="*/ 2026022 w 2912392"/>
                <a:gd name="connsiteY208" fmla="*/ 147722 h 605895"/>
                <a:gd name="connsiteX209" fmla="*/ 2035751 w 2912392"/>
                <a:gd name="connsiteY209" fmla="*/ 142658 h 605895"/>
                <a:gd name="connsiteX210" fmla="*/ 2045495 w 2912392"/>
                <a:gd name="connsiteY210" fmla="*/ 137623 h 605895"/>
                <a:gd name="connsiteX211" fmla="*/ 2055239 w 2912392"/>
                <a:gd name="connsiteY211" fmla="*/ 132620 h 605895"/>
                <a:gd name="connsiteX212" fmla="*/ 2064983 w 2912392"/>
                <a:gd name="connsiteY212" fmla="*/ 127650 h 605895"/>
                <a:gd name="connsiteX213" fmla="*/ 2074712 w 2912392"/>
                <a:gd name="connsiteY213" fmla="*/ 122714 h 605895"/>
                <a:gd name="connsiteX214" fmla="*/ 2084456 w 2912392"/>
                <a:gd name="connsiteY214" fmla="*/ 117812 h 605895"/>
                <a:gd name="connsiteX215" fmla="*/ 2094200 w 2912392"/>
                <a:gd name="connsiteY215" fmla="*/ 112951 h 605895"/>
                <a:gd name="connsiteX216" fmla="*/ 2103944 w 2912392"/>
                <a:gd name="connsiteY216" fmla="*/ 108128 h 605895"/>
                <a:gd name="connsiteX217" fmla="*/ 2113673 w 2912392"/>
                <a:gd name="connsiteY217" fmla="*/ 103348 h 605895"/>
                <a:gd name="connsiteX218" fmla="*/ 2123417 w 2912392"/>
                <a:gd name="connsiteY218" fmla="*/ 98615 h 605895"/>
                <a:gd name="connsiteX219" fmla="*/ 2133161 w 2912392"/>
                <a:gd name="connsiteY219" fmla="*/ 93929 h 605895"/>
                <a:gd name="connsiteX220" fmla="*/ 2142905 w 2912392"/>
                <a:gd name="connsiteY220" fmla="*/ 89295 h 605895"/>
                <a:gd name="connsiteX221" fmla="*/ 2152649 w 2912392"/>
                <a:gd name="connsiteY221" fmla="*/ 84717 h 605895"/>
                <a:gd name="connsiteX222" fmla="*/ 2162377 w 2912392"/>
                <a:gd name="connsiteY222" fmla="*/ 80197 h 605895"/>
                <a:gd name="connsiteX223" fmla="*/ 2172121 w 2912392"/>
                <a:gd name="connsiteY223" fmla="*/ 75740 h 605895"/>
                <a:gd name="connsiteX224" fmla="*/ 2181865 w 2912392"/>
                <a:gd name="connsiteY224" fmla="*/ 71350 h 605895"/>
                <a:gd name="connsiteX225" fmla="*/ 2191609 w 2912392"/>
                <a:gd name="connsiteY225" fmla="*/ 67032 h 605895"/>
                <a:gd name="connsiteX226" fmla="*/ 2201338 w 2912392"/>
                <a:gd name="connsiteY226" fmla="*/ 62790 h 605895"/>
                <a:gd name="connsiteX227" fmla="*/ 2211082 w 2912392"/>
                <a:gd name="connsiteY227" fmla="*/ 58630 h 605895"/>
                <a:gd name="connsiteX228" fmla="*/ 2220826 w 2912392"/>
                <a:gd name="connsiteY228" fmla="*/ 54559 h 605895"/>
                <a:gd name="connsiteX229" fmla="*/ 2230570 w 2912392"/>
                <a:gd name="connsiteY229" fmla="*/ 50578 h 605895"/>
                <a:gd name="connsiteX230" fmla="*/ 2240299 w 2912392"/>
                <a:gd name="connsiteY230" fmla="*/ 46696 h 605895"/>
                <a:gd name="connsiteX231" fmla="*/ 2250043 w 2912392"/>
                <a:gd name="connsiteY231" fmla="*/ 42920 h 605895"/>
                <a:gd name="connsiteX232" fmla="*/ 2259787 w 2912392"/>
                <a:gd name="connsiteY232" fmla="*/ 39254 h 605895"/>
                <a:gd name="connsiteX233" fmla="*/ 2269531 w 2912392"/>
                <a:gd name="connsiteY233" fmla="*/ 35705 h 605895"/>
                <a:gd name="connsiteX234" fmla="*/ 2279260 w 2912392"/>
                <a:gd name="connsiteY234" fmla="*/ 32282 h 605895"/>
                <a:gd name="connsiteX235" fmla="*/ 2289004 w 2912392"/>
                <a:gd name="connsiteY235" fmla="*/ 28989 h 605895"/>
                <a:gd name="connsiteX236" fmla="*/ 2298748 w 2912392"/>
                <a:gd name="connsiteY236" fmla="*/ 25833 h 605895"/>
                <a:gd name="connsiteX237" fmla="*/ 2308492 w 2912392"/>
                <a:gd name="connsiteY237" fmla="*/ 22824 h 605895"/>
                <a:gd name="connsiteX238" fmla="*/ 2318236 w 2912392"/>
                <a:gd name="connsiteY238" fmla="*/ 19968 h 605895"/>
                <a:gd name="connsiteX239" fmla="*/ 2327965 w 2912392"/>
                <a:gd name="connsiteY239" fmla="*/ 17269 h 605895"/>
                <a:gd name="connsiteX240" fmla="*/ 2337709 w 2912392"/>
                <a:gd name="connsiteY240" fmla="*/ 14740 h 605895"/>
                <a:gd name="connsiteX241" fmla="*/ 2347453 w 2912392"/>
                <a:gd name="connsiteY241" fmla="*/ 12384 h 605895"/>
                <a:gd name="connsiteX242" fmla="*/ 2357197 w 2912392"/>
                <a:gd name="connsiteY242" fmla="*/ 10210 h 605895"/>
                <a:gd name="connsiteX243" fmla="*/ 2366926 w 2912392"/>
                <a:gd name="connsiteY243" fmla="*/ 8227 h 605895"/>
                <a:gd name="connsiteX244" fmla="*/ 2376670 w 2912392"/>
                <a:gd name="connsiteY244" fmla="*/ 6439 h 605895"/>
                <a:gd name="connsiteX245" fmla="*/ 2386413 w 2912392"/>
                <a:gd name="connsiteY245" fmla="*/ 4854 h 605895"/>
                <a:gd name="connsiteX246" fmla="*/ 2396157 w 2912392"/>
                <a:gd name="connsiteY246" fmla="*/ 3482 h 605895"/>
                <a:gd name="connsiteX247" fmla="*/ 2405886 w 2912392"/>
                <a:gd name="connsiteY247" fmla="*/ 2324 h 605895"/>
                <a:gd name="connsiteX248" fmla="*/ 2415630 w 2912392"/>
                <a:gd name="connsiteY248" fmla="*/ 1393 h 605895"/>
                <a:gd name="connsiteX249" fmla="*/ 2425374 w 2912392"/>
                <a:gd name="connsiteY249" fmla="*/ 690 h 605895"/>
                <a:gd name="connsiteX250" fmla="*/ 2435118 w 2912392"/>
                <a:gd name="connsiteY250" fmla="*/ 225 h 605895"/>
                <a:gd name="connsiteX251" fmla="*/ 2444862 w 2912392"/>
                <a:gd name="connsiteY251" fmla="*/ 0 h 605895"/>
                <a:gd name="connsiteX252" fmla="*/ 2454591 w 2912392"/>
                <a:gd name="connsiteY252" fmla="*/ 24 h 605895"/>
                <a:gd name="connsiteX253" fmla="*/ 2464335 w 2912392"/>
                <a:gd name="connsiteY253" fmla="*/ 299 h 605895"/>
                <a:gd name="connsiteX254" fmla="*/ 2474079 w 2912392"/>
                <a:gd name="connsiteY254" fmla="*/ 831 h 605895"/>
                <a:gd name="connsiteX255" fmla="*/ 2483823 w 2912392"/>
                <a:gd name="connsiteY255" fmla="*/ 1625 h 605895"/>
                <a:gd name="connsiteX256" fmla="*/ 2493552 w 2912392"/>
                <a:gd name="connsiteY256" fmla="*/ 2682 h 605895"/>
                <a:gd name="connsiteX257" fmla="*/ 2503296 w 2912392"/>
                <a:gd name="connsiteY257" fmla="*/ 4008 h 605895"/>
                <a:gd name="connsiteX258" fmla="*/ 2513040 w 2912392"/>
                <a:gd name="connsiteY258" fmla="*/ 5603 h 605895"/>
                <a:gd name="connsiteX259" fmla="*/ 2522784 w 2912392"/>
                <a:gd name="connsiteY259" fmla="*/ 7470 h 605895"/>
                <a:gd name="connsiteX260" fmla="*/ 2532513 w 2912392"/>
                <a:gd name="connsiteY260" fmla="*/ 9613 h 605895"/>
                <a:gd name="connsiteX261" fmla="*/ 2542257 w 2912392"/>
                <a:gd name="connsiteY261" fmla="*/ 12028 h 605895"/>
                <a:gd name="connsiteX262" fmla="*/ 2552001 w 2912392"/>
                <a:gd name="connsiteY262" fmla="*/ 14719 h 605895"/>
                <a:gd name="connsiteX263" fmla="*/ 2561745 w 2912392"/>
                <a:gd name="connsiteY263" fmla="*/ 17684 h 605895"/>
                <a:gd name="connsiteX264" fmla="*/ 2571474 w 2912392"/>
                <a:gd name="connsiteY264" fmla="*/ 20921 h 605895"/>
                <a:gd name="connsiteX265" fmla="*/ 2581218 w 2912392"/>
                <a:gd name="connsiteY265" fmla="*/ 24431 h 605895"/>
                <a:gd name="connsiteX266" fmla="*/ 2590962 w 2912392"/>
                <a:gd name="connsiteY266" fmla="*/ 28210 h 605895"/>
                <a:gd name="connsiteX267" fmla="*/ 2600705 w 2912392"/>
                <a:gd name="connsiteY267" fmla="*/ 32255 h 605895"/>
                <a:gd name="connsiteX268" fmla="*/ 2610449 w 2912392"/>
                <a:gd name="connsiteY268" fmla="*/ 36562 h 605895"/>
                <a:gd name="connsiteX269" fmla="*/ 2620178 w 2912392"/>
                <a:gd name="connsiteY269" fmla="*/ 41129 h 605895"/>
                <a:gd name="connsiteX270" fmla="*/ 2629922 w 2912392"/>
                <a:gd name="connsiteY270" fmla="*/ 45945 h 605895"/>
                <a:gd name="connsiteX271" fmla="*/ 2639666 w 2912392"/>
                <a:gd name="connsiteY271" fmla="*/ 51011 h 605895"/>
                <a:gd name="connsiteX272" fmla="*/ 2649410 w 2912392"/>
                <a:gd name="connsiteY272" fmla="*/ 56318 h 605895"/>
                <a:gd name="connsiteX273" fmla="*/ 2659139 w 2912392"/>
                <a:gd name="connsiteY273" fmla="*/ 61858 h 605895"/>
                <a:gd name="connsiteX274" fmla="*/ 2668883 w 2912392"/>
                <a:gd name="connsiteY274" fmla="*/ 67624 h 605895"/>
                <a:gd name="connsiteX275" fmla="*/ 2678627 w 2912392"/>
                <a:gd name="connsiteY275" fmla="*/ 73607 h 605895"/>
                <a:gd name="connsiteX276" fmla="*/ 2688371 w 2912392"/>
                <a:gd name="connsiteY276" fmla="*/ 79799 h 605895"/>
                <a:gd name="connsiteX277" fmla="*/ 2698100 w 2912392"/>
                <a:gd name="connsiteY277" fmla="*/ 86191 h 605895"/>
                <a:gd name="connsiteX278" fmla="*/ 2707844 w 2912392"/>
                <a:gd name="connsiteY278" fmla="*/ 92771 h 605895"/>
                <a:gd name="connsiteX279" fmla="*/ 2717588 w 2912392"/>
                <a:gd name="connsiteY279" fmla="*/ 99530 h 605895"/>
                <a:gd name="connsiteX280" fmla="*/ 2727332 w 2912392"/>
                <a:gd name="connsiteY280" fmla="*/ 106458 h 605895"/>
                <a:gd name="connsiteX281" fmla="*/ 2737076 w 2912392"/>
                <a:gd name="connsiteY281" fmla="*/ 113541 h 605895"/>
                <a:gd name="connsiteX282" fmla="*/ 2746805 w 2912392"/>
                <a:gd name="connsiteY282" fmla="*/ 120768 h 605895"/>
                <a:gd name="connsiteX283" fmla="*/ 2756549 w 2912392"/>
                <a:gd name="connsiteY283" fmla="*/ 128127 h 605895"/>
                <a:gd name="connsiteX284" fmla="*/ 2766293 w 2912392"/>
                <a:gd name="connsiteY284" fmla="*/ 135606 h 605895"/>
                <a:gd name="connsiteX285" fmla="*/ 2776037 w 2912392"/>
                <a:gd name="connsiteY285" fmla="*/ 143190 h 605895"/>
                <a:gd name="connsiteX286" fmla="*/ 2785766 w 2912392"/>
                <a:gd name="connsiteY286" fmla="*/ 150867 h 605895"/>
                <a:gd name="connsiteX287" fmla="*/ 2795510 w 2912392"/>
                <a:gd name="connsiteY287" fmla="*/ 158624 h 605895"/>
                <a:gd name="connsiteX288" fmla="*/ 2805254 w 2912392"/>
                <a:gd name="connsiteY288" fmla="*/ 166445 h 605895"/>
                <a:gd name="connsiteX289" fmla="*/ 2814998 w 2912392"/>
                <a:gd name="connsiteY289" fmla="*/ 174318 h 605895"/>
                <a:gd name="connsiteX290" fmla="*/ 2824727 w 2912392"/>
                <a:gd name="connsiteY290" fmla="*/ 182229 h 605895"/>
                <a:gd name="connsiteX291" fmla="*/ 2834471 w 2912392"/>
                <a:gd name="connsiteY291" fmla="*/ 190163 h 605895"/>
                <a:gd name="connsiteX292" fmla="*/ 2844215 w 2912392"/>
                <a:gd name="connsiteY292" fmla="*/ 198106 h 605895"/>
                <a:gd name="connsiteX293" fmla="*/ 2853958 w 2912392"/>
                <a:gd name="connsiteY293" fmla="*/ 206044 h 605895"/>
                <a:gd name="connsiteX294" fmla="*/ 2863687 w 2912392"/>
                <a:gd name="connsiteY294" fmla="*/ 213963 h 605895"/>
                <a:gd name="connsiteX295" fmla="*/ 2873431 w 2912392"/>
                <a:gd name="connsiteY295" fmla="*/ 221847 h 605895"/>
                <a:gd name="connsiteX296" fmla="*/ 2883175 w 2912392"/>
                <a:gd name="connsiteY296" fmla="*/ 229686 h 605895"/>
                <a:gd name="connsiteX297" fmla="*/ 2892919 w 2912392"/>
                <a:gd name="connsiteY297" fmla="*/ 237463 h 605895"/>
                <a:gd name="connsiteX298" fmla="*/ 2902663 w 2912392"/>
                <a:gd name="connsiteY298" fmla="*/ 245164 h 605895"/>
                <a:gd name="connsiteX299" fmla="*/ 2912392 w 2912392"/>
                <a:gd name="connsiteY299" fmla="*/ 252779 h 605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05895">
                  <a:moveTo>
                    <a:pt x="0" y="161080"/>
                  </a:moveTo>
                  <a:lnTo>
                    <a:pt x="9739" y="162487"/>
                  </a:lnTo>
                  <a:lnTo>
                    <a:pt x="19480" y="164105"/>
                  </a:lnTo>
                  <a:lnTo>
                    <a:pt x="29221" y="165939"/>
                  </a:lnTo>
                  <a:lnTo>
                    <a:pt x="38961" y="167986"/>
                  </a:lnTo>
                  <a:lnTo>
                    <a:pt x="48702" y="170251"/>
                  </a:lnTo>
                  <a:lnTo>
                    <a:pt x="58443" y="172731"/>
                  </a:lnTo>
                  <a:lnTo>
                    <a:pt x="68182" y="175431"/>
                  </a:lnTo>
                  <a:lnTo>
                    <a:pt x="77923" y="178347"/>
                  </a:lnTo>
                  <a:lnTo>
                    <a:pt x="87664" y="181480"/>
                  </a:lnTo>
                  <a:lnTo>
                    <a:pt x="97404" y="184831"/>
                  </a:lnTo>
                  <a:lnTo>
                    <a:pt x="107145" y="188398"/>
                  </a:lnTo>
                  <a:lnTo>
                    <a:pt x="116886" y="192180"/>
                  </a:lnTo>
                  <a:lnTo>
                    <a:pt x="126625" y="196175"/>
                  </a:lnTo>
                  <a:lnTo>
                    <a:pt x="136366" y="200382"/>
                  </a:lnTo>
                  <a:lnTo>
                    <a:pt x="146107" y="204798"/>
                  </a:lnTo>
                  <a:lnTo>
                    <a:pt x="155846" y="209422"/>
                  </a:lnTo>
                  <a:lnTo>
                    <a:pt x="165587" y="214247"/>
                  </a:lnTo>
                  <a:lnTo>
                    <a:pt x="175328" y="219274"/>
                  </a:lnTo>
                  <a:lnTo>
                    <a:pt x="185068" y="224498"/>
                  </a:lnTo>
                  <a:lnTo>
                    <a:pt x="194809" y="229914"/>
                  </a:lnTo>
                  <a:lnTo>
                    <a:pt x="204550" y="235517"/>
                  </a:lnTo>
                  <a:lnTo>
                    <a:pt x="214289" y="241302"/>
                  </a:lnTo>
                  <a:lnTo>
                    <a:pt x="224030" y="247266"/>
                  </a:lnTo>
                  <a:lnTo>
                    <a:pt x="233771" y="253400"/>
                  </a:lnTo>
                  <a:lnTo>
                    <a:pt x="243510" y="259701"/>
                  </a:lnTo>
                  <a:lnTo>
                    <a:pt x="253251" y="266160"/>
                  </a:lnTo>
                  <a:lnTo>
                    <a:pt x="262992" y="272772"/>
                  </a:lnTo>
                  <a:lnTo>
                    <a:pt x="272732" y="279529"/>
                  </a:lnTo>
                  <a:lnTo>
                    <a:pt x="282473" y="286421"/>
                  </a:lnTo>
                  <a:lnTo>
                    <a:pt x="292214" y="293443"/>
                  </a:lnTo>
                  <a:lnTo>
                    <a:pt x="301953" y="300587"/>
                  </a:lnTo>
                  <a:lnTo>
                    <a:pt x="311694" y="307843"/>
                  </a:lnTo>
                  <a:lnTo>
                    <a:pt x="321435" y="315201"/>
                  </a:lnTo>
                  <a:lnTo>
                    <a:pt x="331175" y="322655"/>
                  </a:lnTo>
                  <a:lnTo>
                    <a:pt x="340916" y="330193"/>
                  </a:lnTo>
                  <a:lnTo>
                    <a:pt x="350656" y="337805"/>
                  </a:lnTo>
                  <a:lnTo>
                    <a:pt x="360396" y="345482"/>
                  </a:lnTo>
                  <a:lnTo>
                    <a:pt x="370137" y="353215"/>
                  </a:lnTo>
                  <a:lnTo>
                    <a:pt x="379878" y="360992"/>
                  </a:lnTo>
                  <a:lnTo>
                    <a:pt x="389617" y="368802"/>
                  </a:lnTo>
                  <a:lnTo>
                    <a:pt x="399358" y="376634"/>
                  </a:lnTo>
                  <a:lnTo>
                    <a:pt x="409099" y="384480"/>
                  </a:lnTo>
                  <a:lnTo>
                    <a:pt x="418839" y="392327"/>
                  </a:lnTo>
                  <a:lnTo>
                    <a:pt x="428580" y="400166"/>
                  </a:lnTo>
                  <a:lnTo>
                    <a:pt x="438321" y="407983"/>
                  </a:lnTo>
                  <a:lnTo>
                    <a:pt x="448060" y="415769"/>
                  </a:lnTo>
                  <a:lnTo>
                    <a:pt x="457801" y="423512"/>
                  </a:lnTo>
                  <a:lnTo>
                    <a:pt x="467542" y="431203"/>
                  </a:lnTo>
                  <a:lnTo>
                    <a:pt x="477281" y="438829"/>
                  </a:lnTo>
                  <a:lnTo>
                    <a:pt x="487022" y="446381"/>
                  </a:lnTo>
                  <a:lnTo>
                    <a:pt x="496763" y="453847"/>
                  </a:lnTo>
                  <a:lnTo>
                    <a:pt x="506503" y="461217"/>
                  </a:lnTo>
                  <a:lnTo>
                    <a:pt x="516244" y="468484"/>
                  </a:lnTo>
                  <a:lnTo>
                    <a:pt x="525985" y="475634"/>
                  </a:lnTo>
                  <a:lnTo>
                    <a:pt x="535724" y="482657"/>
                  </a:lnTo>
                  <a:lnTo>
                    <a:pt x="545465" y="489548"/>
                  </a:lnTo>
                  <a:lnTo>
                    <a:pt x="555206" y="496294"/>
                  </a:lnTo>
                  <a:lnTo>
                    <a:pt x="564946" y="502888"/>
                  </a:lnTo>
                  <a:lnTo>
                    <a:pt x="574687" y="509323"/>
                  </a:lnTo>
                  <a:lnTo>
                    <a:pt x="584428" y="515588"/>
                  </a:lnTo>
                  <a:lnTo>
                    <a:pt x="594167" y="521677"/>
                  </a:lnTo>
                  <a:lnTo>
                    <a:pt x="603908" y="527585"/>
                  </a:lnTo>
                  <a:lnTo>
                    <a:pt x="613649" y="533302"/>
                  </a:lnTo>
                  <a:lnTo>
                    <a:pt x="623388" y="538823"/>
                  </a:lnTo>
                  <a:lnTo>
                    <a:pt x="633129" y="544145"/>
                  </a:lnTo>
                  <a:lnTo>
                    <a:pt x="642870" y="549258"/>
                  </a:lnTo>
                  <a:lnTo>
                    <a:pt x="652610" y="554162"/>
                  </a:lnTo>
                  <a:lnTo>
                    <a:pt x="662351" y="558850"/>
                  </a:lnTo>
                  <a:lnTo>
                    <a:pt x="672092" y="563320"/>
                  </a:lnTo>
                  <a:lnTo>
                    <a:pt x="681831" y="567568"/>
                  </a:lnTo>
                  <a:lnTo>
                    <a:pt x="691572" y="571590"/>
                  </a:lnTo>
                  <a:lnTo>
                    <a:pt x="701313" y="575388"/>
                  </a:lnTo>
                  <a:lnTo>
                    <a:pt x="711052" y="578958"/>
                  </a:lnTo>
                  <a:lnTo>
                    <a:pt x="720793" y="582298"/>
                  </a:lnTo>
                  <a:lnTo>
                    <a:pt x="730534" y="585411"/>
                  </a:lnTo>
                  <a:lnTo>
                    <a:pt x="740274" y="588294"/>
                  </a:lnTo>
                  <a:lnTo>
                    <a:pt x="750015" y="590950"/>
                  </a:lnTo>
                  <a:lnTo>
                    <a:pt x="759756" y="593379"/>
                  </a:lnTo>
                  <a:lnTo>
                    <a:pt x="769495" y="595581"/>
                  </a:lnTo>
                  <a:lnTo>
                    <a:pt x="779236" y="597561"/>
                  </a:lnTo>
                  <a:lnTo>
                    <a:pt x="788977" y="599320"/>
                  </a:lnTo>
                  <a:lnTo>
                    <a:pt x="798717" y="600863"/>
                  </a:lnTo>
                  <a:lnTo>
                    <a:pt x="808458" y="602190"/>
                  </a:lnTo>
                  <a:lnTo>
                    <a:pt x="818199" y="603307"/>
                  </a:lnTo>
                  <a:lnTo>
                    <a:pt x="827938" y="604219"/>
                  </a:lnTo>
                  <a:lnTo>
                    <a:pt x="837679" y="604928"/>
                  </a:lnTo>
                  <a:lnTo>
                    <a:pt x="847420" y="605441"/>
                  </a:lnTo>
                  <a:lnTo>
                    <a:pt x="857159" y="605761"/>
                  </a:lnTo>
                  <a:lnTo>
                    <a:pt x="866900" y="605895"/>
                  </a:lnTo>
                  <a:lnTo>
                    <a:pt x="876641" y="605849"/>
                  </a:lnTo>
                  <a:lnTo>
                    <a:pt x="886381" y="605627"/>
                  </a:lnTo>
                  <a:lnTo>
                    <a:pt x="896122" y="605237"/>
                  </a:lnTo>
                  <a:lnTo>
                    <a:pt x="905863" y="604684"/>
                  </a:lnTo>
                  <a:lnTo>
                    <a:pt x="915602" y="603973"/>
                  </a:lnTo>
                  <a:lnTo>
                    <a:pt x="925343" y="603114"/>
                  </a:lnTo>
                  <a:lnTo>
                    <a:pt x="935084" y="602110"/>
                  </a:lnTo>
                  <a:lnTo>
                    <a:pt x="944824" y="600968"/>
                  </a:lnTo>
                  <a:lnTo>
                    <a:pt x="954564" y="599696"/>
                  </a:lnTo>
                  <a:lnTo>
                    <a:pt x="964305" y="598298"/>
                  </a:lnTo>
                  <a:lnTo>
                    <a:pt x="974045" y="596783"/>
                  </a:lnTo>
                  <a:lnTo>
                    <a:pt x="983786" y="595156"/>
                  </a:lnTo>
                  <a:lnTo>
                    <a:pt x="993522" y="593422"/>
                  </a:lnTo>
                  <a:lnTo>
                    <a:pt x="1003266" y="591589"/>
                  </a:lnTo>
                  <a:lnTo>
                    <a:pt x="1013010" y="589661"/>
                  </a:lnTo>
                  <a:lnTo>
                    <a:pt x="1022754" y="587646"/>
                  </a:lnTo>
                  <a:lnTo>
                    <a:pt x="1032483" y="585546"/>
                  </a:lnTo>
                  <a:lnTo>
                    <a:pt x="1042227" y="583370"/>
                  </a:lnTo>
                  <a:lnTo>
                    <a:pt x="1051971" y="581120"/>
                  </a:lnTo>
                  <a:lnTo>
                    <a:pt x="1061715" y="578802"/>
                  </a:lnTo>
                  <a:lnTo>
                    <a:pt x="1071444" y="576421"/>
                  </a:lnTo>
                  <a:lnTo>
                    <a:pt x="1081188" y="573980"/>
                  </a:lnTo>
                  <a:lnTo>
                    <a:pt x="1090932" y="571485"/>
                  </a:lnTo>
                  <a:lnTo>
                    <a:pt x="1100676" y="568937"/>
                  </a:lnTo>
                  <a:lnTo>
                    <a:pt x="1110405" y="566340"/>
                  </a:lnTo>
                  <a:lnTo>
                    <a:pt x="1120149" y="563698"/>
                  </a:lnTo>
                  <a:lnTo>
                    <a:pt x="1129893" y="561014"/>
                  </a:lnTo>
                  <a:lnTo>
                    <a:pt x="1139637" y="558289"/>
                  </a:lnTo>
                  <a:lnTo>
                    <a:pt x="1149381" y="555526"/>
                  </a:lnTo>
                  <a:lnTo>
                    <a:pt x="1159110" y="552727"/>
                  </a:lnTo>
                  <a:lnTo>
                    <a:pt x="1168854" y="549892"/>
                  </a:lnTo>
                  <a:lnTo>
                    <a:pt x="1178598" y="547024"/>
                  </a:lnTo>
                  <a:lnTo>
                    <a:pt x="1188341" y="544123"/>
                  </a:lnTo>
                  <a:lnTo>
                    <a:pt x="1198070" y="541188"/>
                  </a:lnTo>
                  <a:lnTo>
                    <a:pt x="1207814" y="538223"/>
                  </a:lnTo>
                  <a:lnTo>
                    <a:pt x="1217558" y="535225"/>
                  </a:lnTo>
                  <a:lnTo>
                    <a:pt x="1227302" y="532196"/>
                  </a:lnTo>
                  <a:lnTo>
                    <a:pt x="1237031" y="529133"/>
                  </a:lnTo>
                  <a:lnTo>
                    <a:pt x="1246775" y="526038"/>
                  </a:lnTo>
                  <a:lnTo>
                    <a:pt x="1256519" y="522910"/>
                  </a:lnTo>
                  <a:lnTo>
                    <a:pt x="1266263" y="519746"/>
                  </a:lnTo>
                  <a:lnTo>
                    <a:pt x="1276007" y="516548"/>
                  </a:lnTo>
                  <a:lnTo>
                    <a:pt x="1285736" y="513312"/>
                  </a:lnTo>
                  <a:lnTo>
                    <a:pt x="1295480" y="510037"/>
                  </a:lnTo>
                  <a:lnTo>
                    <a:pt x="1305224" y="506722"/>
                  </a:lnTo>
                  <a:lnTo>
                    <a:pt x="1314968" y="503367"/>
                  </a:lnTo>
                  <a:lnTo>
                    <a:pt x="1324697" y="499967"/>
                  </a:lnTo>
                  <a:lnTo>
                    <a:pt x="1334441" y="496523"/>
                  </a:lnTo>
                  <a:lnTo>
                    <a:pt x="1344185" y="493034"/>
                  </a:lnTo>
                  <a:lnTo>
                    <a:pt x="1353929" y="489496"/>
                  </a:lnTo>
                  <a:lnTo>
                    <a:pt x="1363658" y="485908"/>
                  </a:lnTo>
                  <a:lnTo>
                    <a:pt x="1373402" y="482270"/>
                  </a:lnTo>
                  <a:lnTo>
                    <a:pt x="1383146" y="478578"/>
                  </a:lnTo>
                  <a:lnTo>
                    <a:pt x="1392890" y="474832"/>
                  </a:lnTo>
                  <a:lnTo>
                    <a:pt x="1402619" y="471030"/>
                  </a:lnTo>
                  <a:lnTo>
                    <a:pt x="1412363" y="467171"/>
                  </a:lnTo>
                  <a:lnTo>
                    <a:pt x="1422106" y="463254"/>
                  </a:lnTo>
                  <a:lnTo>
                    <a:pt x="1431850" y="459277"/>
                  </a:lnTo>
                  <a:lnTo>
                    <a:pt x="1441594" y="455241"/>
                  </a:lnTo>
                  <a:lnTo>
                    <a:pt x="1451323" y="451144"/>
                  </a:lnTo>
                  <a:lnTo>
                    <a:pt x="1461067" y="446986"/>
                  </a:lnTo>
                  <a:lnTo>
                    <a:pt x="1470811" y="442765"/>
                  </a:lnTo>
                  <a:lnTo>
                    <a:pt x="1480555" y="438483"/>
                  </a:lnTo>
                  <a:lnTo>
                    <a:pt x="1490284" y="434137"/>
                  </a:lnTo>
                  <a:lnTo>
                    <a:pt x="1500028" y="429730"/>
                  </a:lnTo>
                  <a:lnTo>
                    <a:pt x="1509772" y="425262"/>
                  </a:lnTo>
                  <a:lnTo>
                    <a:pt x="1519516" y="420731"/>
                  </a:lnTo>
                  <a:lnTo>
                    <a:pt x="1529245" y="416139"/>
                  </a:lnTo>
                  <a:lnTo>
                    <a:pt x="1538989" y="411489"/>
                  </a:lnTo>
                  <a:lnTo>
                    <a:pt x="1548733" y="406779"/>
                  </a:lnTo>
                  <a:lnTo>
                    <a:pt x="1558477" y="402012"/>
                  </a:lnTo>
                  <a:lnTo>
                    <a:pt x="1568221" y="397189"/>
                  </a:lnTo>
                  <a:lnTo>
                    <a:pt x="1577950" y="392311"/>
                  </a:lnTo>
                  <a:lnTo>
                    <a:pt x="1587694" y="387379"/>
                  </a:lnTo>
                  <a:lnTo>
                    <a:pt x="1597438" y="382397"/>
                  </a:lnTo>
                  <a:lnTo>
                    <a:pt x="1607182" y="377367"/>
                  </a:lnTo>
                  <a:lnTo>
                    <a:pt x="1616911" y="372288"/>
                  </a:lnTo>
                  <a:lnTo>
                    <a:pt x="1626655" y="367166"/>
                  </a:lnTo>
                  <a:lnTo>
                    <a:pt x="1636399" y="362002"/>
                  </a:lnTo>
                  <a:lnTo>
                    <a:pt x="1646142" y="356798"/>
                  </a:lnTo>
                  <a:lnTo>
                    <a:pt x="1655872" y="351555"/>
                  </a:lnTo>
                  <a:lnTo>
                    <a:pt x="1665616" y="346279"/>
                  </a:lnTo>
                  <a:lnTo>
                    <a:pt x="1675359" y="340971"/>
                  </a:lnTo>
                  <a:lnTo>
                    <a:pt x="1685103" y="335632"/>
                  </a:lnTo>
                  <a:lnTo>
                    <a:pt x="1694832" y="330267"/>
                  </a:lnTo>
                  <a:lnTo>
                    <a:pt x="1704576" y="324878"/>
                  </a:lnTo>
                  <a:lnTo>
                    <a:pt x="1714320" y="319468"/>
                  </a:lnTo>
                  <a:lnTo>
                    <a:pt x="1724064" y="314039"/>
                  </a:lnTo>
                  <a:lnTo>
                    <a:pt x="1733808" y="308594"/>
                  </a:lnTo>
                  <a:lnTo>
                    <a:pt x="1743537" y="303136"/>
                  </a:lnTo>
                  <a:lnTo>
                    <a:pt x="1753281" y="297667"/>
                  </a:lnTo>
                  <a:lnTo>
                    <a:pt x="1763025" y="292190"/>
                  </a:lnTo>
                  <a:lnTo>
                    <a:pt x="1772769" y="286706"/>
                  </a:lnTo>
                  <a:lnTo>
                    <a:pt x="1782498" y="281220"/>
                  </a:lnTo>
                  <a:lnTo>
                    <a:pt x="1792242" y="275731"/>
                  </a:lnTo>
                  <a:lnTo>
                    <a:pt x="1801986" y="270244"/>
                  </a:lnTo>
                  <a:lnTo>
                    <a:pt x="1811730" y="264759"/>
                  </a:lnTo>
                  <a:lnTo>
                    <a:pt x="1821459" y="259281"/>
                  </a:lnTo>
                  <a:lnTo>
                    <a:pt x="1831203" y="253807"/>
                  </a:lnTo>
                  <a:lnTo>
                    <a:pt x="1840947" y="248344"/>
                  </a:lnTo>
                  <a:lnTo>
                    <a:pt x="1850691" y="242889"/>
                  </a:lnTo>
                  <a:lnTo>
                    <a:pt x="1860435" y="237447"/>
                  </a:lnTo>
                  <a:lnTo>
                    <a:pt x="1870164" y="232016"/>
                  </a:lnTo>
                  <a:lnTo>
                    <a:pt x="1879908" y="226600"/>
                  </a:lnTo>
                  <a:lnTo>
                    <a:pt x="1889652" y="221201"/>
                  </a:lnTo>
                  <a:lnTo>
                    <a:pt x="1899395" y="215816"/>
                  </a:lnTo>
                  <a:lnTo>
                    <a:pt x="1909124" y="210450"/>
                  </a:lnTo>
                  <a:lnTo>
                    <a:pt x="1918868" y="205102"/>
                  </a:lnTo>
                  <a:lnTo>
                    <a:pt x="1928612" y="199773"/>
                  </a:lnTo>
                  <a:lnTo>
                    <a:pt x="1938356" y="194466"/>
                  </a:lnTo>
                  <a:lnTo>
                    <a:pt x="1948085" y="189178"/>
                  </a:lnTo>
                  <a:lnTo>
                    <a:pt x="1957829" y="183911"/>
                  </a:lnTo>
                  <a:lnTo>
                    <a:pt x="1967573" y="178669"/>
                  </a:lnTo>
                  <a:lnTo>
                    <a:pt x="1977317" y="173448"/>
                  </a:lnTo>
                  <a:lnTo>
                    <a:pt x="1987046" y="168253"/>
                  </a:lnTo>
                  <a:lnTo>
                    <a:pt x="1996790" y="163080"/>
                  </a:lnTo>
                  <a:lnTo>
                    <a:pt x="2006534" y="157934"/>
                  </a:lnTo>
                  <a:lnTo>
                    <a:pt x="2016278" y="152814"/>
                  </a:lnTo>
                  <a:lnTo>
                    <a:pt x="2026022" y="147722"/>
                  </a:lnTo>
                  <a:lnTo>
                    <a:pt x="2035751" y="142658"/>
                  </a:lnTo>
                  <a:lnTo>
                    <a:pt x="2045495" y="137623"/>
                  </a:lnTo>
                  <a:lnTo>
                    <a:pt x="2055239" y="132620"/>
                  </a:lnTo>
                  <a:lnTo>
                    <a:pt x="2064983" y="127650"/>
                  </a:lnTo>
                  <a:lnTo>
                    <a:pt x="2074712" y="122714"/>
                  </a:lnTo>
                  <a:lnTo>
                    <a:pt x="2084456" y="117812"/>
                  </a:lnTo>
                  <a:lnTo>
                    <a:pt x="2094200" y="112951"/>
                  </a:lnTo>
                  <a:lnTo>
                    <a:pt x="2103944" y="108128"/>
                  </a:lnTo>
                  <a:lnTo>
                    <a:pt x="2113673" y="103348"/>
                  </a:lnTo>
                  <a:lnTo>
                    <a:pt x="2123417" y="98615"/>
                  </a:lnTo>
                  <a:lnTo>
                    <a:pt x="2133161" y="93929"/>
                  </a:lnTo>
                  <a:lnTo>
                    <a:pt x="2142905" y="89295"/>
                  </a:lnTo>
                  <a:lnTo>
                    <a:pt x="2152649" y="84717"/>
                  </a:lnTo>
                  <a:lnTo>
                    <a:pt x="2162377" y="80197"/>
                  </a:lnTo>
                  <a:lnTo>
                    <a:pt x="2172121" y="75740"/>
                  </a:lnTo>
                  <a:lnTo>
                    <a:pt x="2181865" y="71350"/>
                  </a:lnTo>
                  <a:lnTo>
                    <a:pt x="2191609" y="67032"/>
                  </a:lnTo>
                  <a:lnTo>
                    <a:pt x="2201338" y="62790"/>
                  </a:lnTo>
                  <a:lnTo>
                    <a:pt x="2211082" y="58630"/>
                  </a:lnTo>
                  <a:lnTo>
                    <a:pt x="2220826" y="54559"/>
                  </a:lnTo>
                  <a:lnTo>
                    <a:pt x="2230570" y="50578"/>
                  </a:lnTo>
                  <a:lnTo>
                    <a:pt x="2240299" y="46696"/>
                  </a:lnTo>
                  <a:lnTo>
                    <a:pt x="2250043" y="42920"/>
                  </a:lnTo>
                  <a:lnTo>
                    <a:pt x="2259787" y="39254"/>
                  </a:lnTo>
                  <a:lnTo>
                    <a:pt x="2269531" y="35705"/>
                  </a:lnTo>
                  <a:lnTo>
                    <a:pt x="2279260" y="32282"/>
                  </a:lnTo>
                  <a:lnTo>
                    <a:pt x="2289004" y="28989"/>
                  </a:lnTo>
                  <a:lnTo>
                    <a:pt x="2298748" y="25833"/>
                  </a:lnTo>
                  <a:lnTo>
                    <a:pt x="2308492" y="22824"/>
                  </a:lnTo>
                  <a:lnTo>
                    <a:pt x="2318236" y="19968"/>
                  </a:lnTo>
                  <a:lnTo>
                    <a:pt x="2327965" y="17269"/>
                  </a:lnTo>
                  <a:lnTo>
                    <a:pt x="2337709" y="14740"/>
                  </a:lnTo>
                  <a:lnTo>
                    <a:pt x="2347453" y="12384"/>
                  </a:lnTo>
                  <a:lnTo>
                    <a:pt x="2357197" y="10210"/>
                  </a:lnTo>
                  <a:lnTo>
                    <a:pt x="2366926" y="8227"/>
                  </a:lnTo>
                  <a:lnTo>
                    <a:pt x="2376670" y="6439"/>
                  </a:lnTo>
                  <a:lnTo>
                    <a:pt x="2386413" y="4854"/>
                  </a:lnTo>
                  <a:lnTo>
                    <a:pt x="2396157" y="3482"/>
                  </a:lnTo>
                  <a:lnTo>
                    <a:pt x="2405886" y="2324"/>
                  </a:lnTo>
                  <a:lnTo>
                    <a:pt x="2415630" y="1393"/>
                  </a:lnTo>
                  <a:lnTo>
                    <a:pt x="2425374" y="690"/>
                  </a:lnTo>
                  <a:lnTo>
                    <a:pt x="2435118" y="225"/>
                  </a:lnTo>
                  <a:lnTo>
                    <a:pt x="2444862" y="0"/>
                  </a:lnTo>
                  <a:lnTo>
                    <a:pt x="2454591" y="24"/>
                  </a:lnTo>
                  <a:lnTo>
                    <a:pt x="2464335" y="299"/>
                  </a:lnTo>
                  <a:lnTo>
                    <a:pt x="2474079" y="831"/>
                  </a:lnTo>
                  <a:lnTo>
                    <a:pt x="2483823" y="1625"/>
                  </a:lnTo>
                  <a:lnTo>
                    <a:pt x="2493552" y="2682"/>
                  </a:lnTo>
                  <a:lnTo>
                    <a:pt x="2503296" y="4008"/>
                  </a:lnTo>
                  <a:lnTo>
                    <a:pt x="2513040" y="5603"/>
                  </a:lnTo>
                  <a:lnTo>
                    <a:pt x="2522784" y="7470"/>
                  </a:lnTo>
                  <a:lnTo>
                    <a:pt x="2532513" y="9613"/>
                  </a:lnTo>
                  <a:lnTo>
                    <a:pt x="2542257" y="12028"/>
                  </a:lnTo>
                  <a:lnTo>
                    <a:pt x="2552001" y="14719"/>
                  </a:lnTo>
                  <a:lnTo>
                    <a:pt x="2561745" y="17684"/>
                  </a:lnTo>
                  <a:lnTo>
                    <a:pt x="2571474" y="20921"/>
                  </a:lnTo>
                  <a:lnTo>
                    <a:pt x="2581218" y="24431"/>
                  </a:lnTo>
                  <a:lnTo>
                    <a:pt x="2590962" y="28210"/>
                  </a:lnTo>
                  <a:lnTo>
                    <a:pt x="2600705" y="32255"/>
                  </a:lnTo>
                  <a:lnTo>
                    <a:pt x="2610449" y="36562"/>
                  </a:lnTo>
                  <a:lnTo>
                    <a:pt x="2620178" y="41129"/>
                  </a:lnTo>
                  <a:lnTo>
                    <a:pt x="2629922" y="45945"/>
                  </a:lnTo>
                  <a:lnTo>
                    <a:pt x="2639666" y="51011"/>
                  </a:lnTo>
                  <a:lnTo>
                    <a:pt x="2649410" y="56318"/>
                  </a:lnTo>
                  <a:lnTo>
                    <a:pt x="2659139" y="61858"/>
                  </a:lnTo>
                  <a:lnTo>
                    <a:pt x="2668883" y="67624"/>
                  </a:lnTo>
                  <a:lnTo>
                    <a:pt x="2678627" y="73607"/>
                  </a:lnTo>
                  <a:lnTo>
                    <a:pt x="2688371" y="79799"/>
                  </a:lnTo>
                  <a:lnTo>
                    <a:pt x="2698100" y="86191"/>
                  </a:lnTo>
                  <a:lnTo>
                    <a:pt x="2707844" y="92771"/>
                  </a:lnTo>
                  <a:lnTo>
                    <a:pt x="2717588" y="99530"/>
                  </a:lnTo>
                  <a:lnTo>
                    <a:pt x="2727332" y="106458"/>
                  </a:lnTo>
                  <a:lnTo>
                    <a:pt x="2737076" y="113541"/>
                  </a:lnTo>
                  <a:lnTo>
                    <a:pt x="2746805" y="120768"/>
                  </a:lnTo>
                  <a:lnTo>
                    <a:pt x="2756549" y="128127"/>
                  </a:lnTo>
                  <a:lnTo>
                    <a:pt x="2766293" y="135606"/>
                  </a:lnTo>
                  <a:lnTo>
                    <a:pt x="2776037" y="143190"/>
                  </a:lnTo>
                  <a:lnTo>
                    <a:pt x="2785766" y="150867"/>
                  </a:lnTo>
                  <a:lnTo>
                    <a:pt x="2795510" y="158624"/>
                  </a:lnTo>
                  <a:lnTo>
                    <a:pt x="2805254" y="166445"/>
                  </a:lnTo>
                  <a:lnTo>
                    <a:pt x="2814998" y="174318"/>
                  </a:lnTo>
                  <a:lnTo>
                    <a:pt x="2824727" y="182229"/>
                  </a:lnTo>
                  <a:lnTo>
                    <a:pt x="2834471" y="190163"/>
                  </a:lnTo>
                  <a:lnTo>
                    <a:pt x="2844215" y="198106"/>
                  </a:lnTo>
                  <a:lnTo>
                    <a:pt x="2853958" y="206044"/>
                  </a:lnTo>
                  <a:lnTo>
                    <a:pt x="2863687" y="213963"/>
                  </a:lnTo>
                  <a:lnTo>
                    <a:pt x="2873431" y="221847"/>
                  </a:lnTo>
                  <a:lnTo>
                    <a:pt x="2883175" y="229686"/>
                  </a:lnTo>
                  <a:lnTo>
                    <a:pt x="2892919" y="237463"/>
                  </a:lnTo>
                  <a:lnTo>
                    <a:pt x="2902663" y="245164"/>
                  </a:lnTo>
                  <a:lnTo>
                    <a:pt x="2912392" y="25277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2" name="Freeform 741">
              <a:extLst>
                <a:ext uri="{FF2B5EF4-FFF2-40B4-BE49-F238E27FC236}">
                  <a16:creationId xmlns:a16="http://schemas.microsoft.com/office/drawing/2014/main" id="{89CF3D9A-DC55-D177-8B37-D54B2796FE84}"/>
                </a:ext>
              </a:extLst>
            </p:cNvPr>
            <p:cNvSpPr/>
            <p:nvPr/>
          </p:nvSpPr>
          <p:spPr>
            <a:xfrm>
              <a:off x="576446" y="2945307"/>
              <a:ext cx="2912392" cy="906810"/>
            </a:xfrm>
            <a:custGeom>
              <a:avLst/>
              <a:gdLst>
                <a:gd name="connsiteX0" fmla="*/ 0 w 2912392"/>
                <a:gd name="connsiteY0" fmla="*/ 322426 h 906810"/>
                <a:gd name="connsiteX1" fmla="*/ 9739 w 2912392"/>
                <a:gd name="connsiteY1" fmla="*/ 320002 h 906810"/>
                <a:gd name="connsiteX2" fmla="*/ 19480 w 2912392"/>
                <a:gd name="connsiteY2" fmla="*/ 317687 h 906810"/>
                <a:gd name="connsiteX3" fmla="*/ 29221 w 2912392"/>
                <a:gd name="connsiteY3" fmla="*/ 315480 h 906810"/>
                <a:gd name="connsiteX4" fmla="*/ 38961 w 2912392"/>
                <a:gd name="connsiteY4" fmla="*/ 313381 h 906810"/>
                <a:gd name="connsiteX5" fmla="*/ 48702 w 2912392"/>
                <a:gd name="connsiteY5" fmla="*/ 311390 h 906810"/>
                <a:gd name="connsiteX6" fmla="*/ 58443 w 2912392"/>
                <a:gd name="connsiteY6" fmla="*/ 309507 h 906810"/>
                <a:gd name="connsiteX7" fmla="*/ 68182 w 2912392"/>
                <a:gd name="connsiteY7" fmla="*/ 307728 h 906810"/>
                <a:gd name="connsiteX8" fmla="*/ 77923 w 2912392"/>
                <a:gd name="connsiteY8" fmla="*/ 306055 h 906810"/>
                <a:gd name="connsiteX9" fmla="*/ 87664 w 2912392"/>
                <a:gd name="connsiteY9" fmla="*/ 304485 h 906810"/>
                <a:gd name="connsiteX10" fmla="*/ 97404 w 2912392"/>
                <a:gd name="connsiteY10" fmla="*/ 303015 h 906810"/>
                <a:gd name="connsiteX11" fmla="*/ 107145 w 2912392"/>
                <a:gd name="connsiteY11" fmla="*/ 301645 h 906810"/>
                <a:gd name="connsiteX12" fmla="*/ 116886 w 2912392"/>
                <a:gd name="connsiteY12" fmla="*/ 300371 h 906810"/>
                <a:gd name="connsiteX13" fmla="*/ 126625 w 2912392"/>
                <a:gd name="connsiteY13" fmla="*/ 299191 h 906810"/>
                <a:gd name="connsiteX14" fmla="*/ 136366 w 2912392"/>
                <a:gd name="connsiteY14" fmla="*/ 298103 h 906810"/>
                <a:gd name="connsiteX15" fmla="*/ 146107 w 2912392"/>
                <a:gd name="connsiteY15" fmla="*/ 297104 h 906810"/>
                <a:gd name="connsiteX16" fmla="*/ 155846 w 2912392"/>
                <a:gd name="connsiteY16" fmla="*/ 296189 h 906810"/>
                <a:gd name="connsiteX17" fmla="*/ 165587 w 2912392"/>
                <a:gd name="connsiteY17" fmla="*/ 295356 h 906810"/>
                <a:gd name="connsiteX18" fmla="*/ 175328 w 2912392"/>
                <a:gd name="connsiteY18" fmla="*/ 294601 h 906810"/>
                <a:gd name="connsiteX19" fmla="*/ 185068 w 2912392"/>
                <a:gd name="connsiteY19" fmla="*/ 293920 h 906810"/>
                <a:gd name="connsiteX20" fmla="*/ 194809 w 2912392"/>
                <a:gd name="connsiteY20" fmla="*/ 293309 h 906810"/>
                <a:gd name="connsiteX21" fmla="*/ 204550 w 2912392"/>
                <a:gd name="connsiteY21" fmla="*/ 292765 h 906810"/>
                <a:gd name="connsiteX22" fmla="*/ 214289 w 2912392"/>
                <a:gd name="connsiteY22" fmla="*/ 292282 h 906810"/>
                <a:gd name="connsiteX23" fmla="*/ 224030 w 2912392"/>
                <a:gd name="connsiteY23" fmla="*/ 291856 h 906810"/>
                <a:gd name="connsiteX24" fmla="*/ 233771 w 2912392"/>
                <a:gd name="connsiteY24" fmla="*/ 291484 h 906810"/>
                <a:gd name="connsiteX25" fmla="*/ 243510 w 2912392"/>
                <a:gd name="connsiteY25" fmla="*/ 291157 h 906810"/>
                <a:gd name="connsiteX26" fmla="*/ 253251 w 2912392"/>
                <a:gd name="connsiteY26" fmla="*/ 290876 h 906810"/>
                <a:gd name="connsiteX27" fmla="*/ 262992 w 2912392"/>
                <a:gd name="connsiteY27" fmla="*/ 290630 h 906810"/>
                <a:gd name="connsiteX28" fmla="*/ 272732 w 2912392"/>
                <a:gd name="connsiteY28" fmla="*/ 290417 h 906810"/>
                <a:gd name="connsiteX29" fmla="*/ 282473 w 2912392"/>
                <a:gd name="connsiteY29" fmla="*/ 290232 h 906810"/>
                <a:gd name="connsiteX30" fmla="*/ 292214 w 2912392"/>
                <a:gd name="connsiteY30" fmla="*/ 290070 h 906810"/>
                <a:gd name="connsiteX31" fmla="*/ 301953 w 2912392"/>
                <a:gd name="connsiteY31" fmla="*/ 289922 h 906810"/>
                <a:gd name="connsiteX32" fmla="*/ 311694 w 2912392"/>
                <a:gd name="connsiteY32" fmla="*/ 289787 h 906810"/>
                <a:gd name="connsiteX33" fmla="*/ 321435 w 2912392"/>
                <a:gd name="connsiteY33" fmla="*/ 289657 h 906810"/>
                <a:gd name="connsiteX34" fmla="*/ 331175 w 2912392"/>
                <a:gd name="connsiteY34" fmla="*/ 289527 h 906810"/>
                <a:gd name="connsiteX35" fmla="*/ 340916 w 2912392"/>
                <a:gd name="connsiteY35" fmla="*/ 289392 h 906810"/>
                <a:gd name="connsiteX36" fmla="*/ 350656 w 2912392"/>
                <a:gd name="connsiteY36" fmla="*/ 289246 h 906810"/>
                <a:gd name="connsiteX37" fmla="*/ 360396 w 2912392"/>
                <a:gd name="connsiteY37" fmla="*/ 289083 h 906810"/>
                <a:gd name="connsiteX38" fmla="*/ 370137 w 2912392"/>
                <a:gd name="connsiteY38" fmla="*/ 288899 h 906810"/>
                <a:gd name="connsiteX39" fmla="*/ 379878 w 2912392"/>
                <a:gd name="connsiteY39" fmla="*/ 288686 h 906810"/>
                <a:gd name="connsiteX40" fmla="*/ 389617 w 2912392"/>
                <a:gd name="connsiteY40" fmla="*/ 288441 h 906810"/>
                <a:gd name="connsiteX41" fmla="*/ 399358 w 2912392"/>
                <a:gd name="connsiteY41" fmla="*/ 288157 h 906810"/>
                <a:gd name="connsiteX42" fmla="*/ 409099 w 2912392"/>
                <a:gd name="connsiteY42" fmla="*/ 287830 h 906810"/>
                <a:gd name="connsiteX43" fmla="*/ 418839 w 2912392"/>
                <a:gd name="connsiteY43" fmla="*/ 287455 h 906810"/>
                <a:gd name="connsiteX44" fmla="*/ 428580 w 2912392"/>
                <a:gd name="connsiteY44" fmla="*/ 287026 h 906810"/>
                <a:gd name="connsiteX45" fmla="*/ 438321 w 2912392"/>
                <a:gd name="connsiteY45" fmla="*/ 286537 h 906810"/>
                <a:gd name="connsiteX46" fmla="*/ 448060 w 2912392"/>
                <a:gd name="connsiteY46" fmla="*/ 285986 h 906810"/>
                <a:gd name="connsiteX47" fmla="*/ 457801 w 2912392"/>
                <a:gd name="connsiteY47" fmla="*/ 285366 h 906810"/>
                <a:gd name="connsiteX48" fmla="*/ 467542 w 2912392"/>
                <a:gd name="connsiteY48" fmla="*/ 284673 h 906810"/>
                <a:gd name="connsiteX49" fmla="*/ 477281 w 2912392"/>
                <a:gd name="connsiteY49" fmla="*/ 283903 h 906810"/>
                <a:gd name="connsiteX50" fmla="*/ 487022 w 2912392"/>
                <a:gd name="connsiteY50" fmla="*/ 283052 h 906810"/>
                <a:gd name="connsiteX51" fmla="*/ 496763 w 2912392"/>
                <a:gd name="connsiteY51" fmla="*/ 282115 h 906810"/>
                <a:gd name="connsiteX52" fmla="*/ 506503 w 2912392"/>
                <a:gd name="connsiteY52" fmla="*/ 281089 h 906810"/>
                <a:gd name="connsiteX53" fmla="*/ 516244 w 2912392"/>
                <a:gd name="connsiteY53" fmla="*/ 279971 h 906810"/>
                <a:gd name="connsiteX54" fmla="*/ 525985 w 2912392"/>
                <a:gd name="connsiteY54" fmla="*/ 278755 h 906810"/>
                <a:gd name="connsiteX55" fmla="*/ 535724 w 2912392"/>
                <a:gd name="connsiteY55" fmla="*/ 277441 h 906810"/>
                <a:gd name="connsiteX56" fmla="*/ 545465 w 2912392"/>
                <a:gd name="connsiteY56" fmla="*/ 276026 h 906810"/>
                <a:gd name="connsiteX57" fmla="*/ 555206 w 2912392"/>
                <a:gd name="connsiteY57" fmla="*/ 274505 h 906810"/>
                <a:gd name="connsiteX58" fmla="*/ 564946 w 2912392"/>
                <a:gd name="connsiteY58" fmla="*/ 272876 h 906810"/>
                <a:gd name="connsiteX59" fmla="*/ 574687 w 2912392"/>
                <a:gd name="connsiteY59" fmla="*/ 271138 h 906810"/>
                <a:gd name="connsiteX60" fmla="*/ 584428 w 2912392"/>
                <a:gd name="connsiteY60" fmla="*/ 269289 h 906810"/>
                <a:gd name="connsiteX61" fmla="*/ 594167 w 2912392"/>
                <a:gd name="connsiteY61" fmla="*/ 267325 h 906810"/>
                <a:gd name="connsiteX62" fmla="*/ 603908 w 2912392"/>
                <a:gd name="connsiteY62" fmla="*/ 265248 h 906810"/>
                <a:gd name="connsiteX63" fmla="*/ 613649 w 2912392"/>
                <a:gd name="connsiteY63" fmla="*/ 263055 h 906810"/>
                <a:gd name="connsiteX64" fmla="*/ 623388 w 2912392"/>
                <a:gd name="connsiteY64" fmla="*/ 260746 h 906810"/>
                <a:gd name="connsiteX65" fmla="*/ 633129 w 2912392"/>
                <a:gd name="connsiteY65" fmla="*/ 258320 h 906810"/>
                <a:gd name="connsiteX66" fmla="*/ 642870 w 2912392"/>
                <a:gd name="connsiteY66" fmla="*/ 255777 h 906810"/>
                <a:gd name="connsiteX67" fmla="*/ 652610 w 2912392"/>
                <a:gd name="connsiteY67" fmla="*/ 253116 h 906810"/>
                <a:gd name="connsiteX68" fmla="*/ 662351 w 2912392"/>
                <a:gd name="connsiteY68" fmla="*/ 250339 h 906810"/>
                <a:gd name="connsiteX69" fmla="*/ 672092 w 2912392"/>
                <a:gd name="connsiteY69" fmla="*/ 247445 h 906810"/>
                <a:gd name="connsiteX70" fmla="*/ 681831 w 2912392"/>
                <a:gd name="connsiteY70" fmla="*/ 244437 h 906810"/>
                <a:gd name="connsiteX71" fmla="*/ 691572 w 2912392"/>
                <a:gd name="connsiteY71" fmla="*/ 241314 h 906810"/>
                <a:gd name="connsiteX72" fmla="*/ 701313 w 2912392"/>
                <a:gd name="connsiteY72" fmla="*/ 238078 h 906810"/>
                <a:gd name="connsiteX73" fmla="*/ 711052 w 2912392"/>
                <a:gd name="connsiteY73" fmla="*/ 234732 h 906810"/>
                <a:gd name="connsiteX74" fmla="*/ 720793 w 2912392"/>
                <a:gd name="connsiteY74" fmla="*/ 231277 h 906810"/>
                <a:gd name="connsiteX75" fmla="*/ 730534 w 2912392"/>
                <a:gd name="connsiteY75" fmla="*/ 227716 h 906810"/>
                <a:gd name="connsiteX76" fmla="*/ 740274 w 2912392"/>
                <a:gd name="connsiteY76" fmla="*/ 224051 h 906810"/>
                <a:gd name="connsiteX77" fmla="*/ 750015 w 2912392"/>
                <a:gd name="connsiteY77" fmla="*/ 220284 h 906810"/>
                <a:gd name="connsiteX78" fmla="*/ 759756 w 2912392"/>
                <a:gd name="connsiteY78" fmla="*/ 216421 h 906810"/>
                <a:gd name="connsiteX79" fmla="*/ 769495 w 2912392"/>
                <a:gd name="connsiteY79" fmla="*/ 212462 h 906810"/>
                <a:gd name="connsiteX80" fmla="*/ 779236 w 2912392"/>
                <a:gd name="connsiteY80" fmla="*/ 208413 h 906810"/>
                <a:gd name="connsiteX81" fmla="*/ 788977 w 2912392"/>
                <a:gd name="connsiteY81" fmla="*/ 204277 h 906810"/>
                <a:gd name="connsiteX82" fmla="*/ 798717 w 2912392"/>
                <a:gd name="connsiteY82" fmla="*/ 200059 h 906810"/>
                <a:gd name="connsiteX83" fmla="*/ 808458 w 2912392"/>
                <a:gd name="connsiteY83" fmla="*/ 195761 h 906810"/>
                <a:gd name="connsiteX84" fmla="*/ 818199 w 2912392"/>
                <a:gd name="connsiteY84" fmla="*/ 191389 h 906810"/>
                <a:gd name="connsiteX85" fmla="*/ 827938 w 2912392"/>
                <a:gd name="connsiteY85" fmla="*/ 186949 h 906810"/>
                <a:gd name="connsiteX86" fmla="*/ 837679 w 2912392"/>
                <a:gd name="connsiteY86" fmla="*/ 182445 h 906810"/>
                <a:gd name="connsiteX87" fmla="*/ 847420 w 2912392"/>
                <a:gd name="connsiteY87" fmla="*/ 177882 h 906810"/>
                <a:gd name="connsiteX88" fmla="*/ 857159 w 2912392"/>
                <a:gd name="connsiteY88" fmla="*/ 173263 h 906810"/>
                <a:gd name="connsiteX89" fmla="*/ 866900 w 2912392"/>
                <a:gd name="connsiteY89" fmla="*/ 168598 h 906810"/>
                <a:gd name="connsiteX90" fmla="*/ 876641 w 2912392"/>
                <a:gd name="connsiteY90" fmla="*/ 163890 h 906810"/>
                <a:gd name="connsiteX91" fmla="*/ 886381 w 2912392"/>
                <a:gd name="connsiteY91" fmla="*/ 159145 h 906810"/>
                <a:gd name="connsiteX92" fmla="*/ 896122 w 2912392"/>
                <a:gd name="connsiteY92" fmla="*/ 154368 h 906810"/>
                <a:gd name="connsiteX93" fmla="*/ 905863 w 2912392"/>
                <a:gd name="connsiteY93" fmla="*/ 149568 h 906810"/>
                <a:gd name="connsiteX94" fmla="*/ 915602 w 2912392"/>
                <a:gd name="connsiteY94" fmla="*/ 144748 h 906810"/>
                <a:gd name="connsiteX95" fmla="*/ 925343 w 2912392"/>
                <a:gd name="connsiteY95" fmla="*/ 139915 h 906810"/>
                <a:gd name="connsiteX96" fmla="*/ 935084 w 2912392"/>
                <a:gd name="connsiteY96" fmla="*/ 135076 h 906810"/>
                <a:gd name="connsiteX97" fmla="*/ 944824 w 2912392"/>
                <a:gd name="connsiteY97" fmla="*/ 130235 h 906810"/>
                <a:gd name="connsiteX98" fmla="*/ 954564 w 2912392"/>
                <a:gd name="connsiteY98" fmla="*/ 125402 h 906810"/>
                <a:gd name="connsiteX99" fmla="*/ 964305 w 2912392"/>
                <a:gd name="connsiteY99" fmla="*/ 120580 h 906810"/>
                <a:gd name="connsiteX100" fmla="*/ 974045 w 2912392"/>
                <a:gd name="connsiteY100" fmla="*/ 115778 h 906810"/>
                <a:gd name="connsiteX101" fmla="*/ 983786 w 2912392"/>
                <a:gd name="connsiteY101" fmla="*/ 111002 h 906810"/>
                <a:gd name="connsiteX102" fmla="*/ 993522 w 2912392"/>
                <a:gd name="connsiteY102" fmla="*/ 106257 h 906810"/>
                <a:gd name="connsiteX103" fmla="*/ 1003266 w 2912392"/>
                <a:gd name="connsiteY103" fmla="*/ 101548 h 906810"/>
                <a:gd name="connsiteX104" fmla="*/ 1013010 w 2912392"/>
                <a:gd name="connsiteY104" fmla="*/ 96885 h 906810"/>
                <a:gd name="connsiteX105" fmla="*/ 1022754 w 2912392"/>
                <a:gd name="connsiteY105" fmla="*/ 92272 h 906810"/>
                <a:gd name="connsiteX106" fmla="*/ 1032483 w 2912392"/>
                <a:gd name="connsiteY106" fmla="*/ 87715 h 906810"/>
                <a:gd name="connsiteX107" fmla="*/ 1042227 w 2912392"/>
                <a:gd name="connsiteY107" fmla="*/ 83221 h 906810"/>
                <a:gd name="connsiteX108" fmla="*/ 1051971 w 2912392"/>
                <a:gd name="connsiteY108" fmla="*/ 78795 h 906810"/>
                <a:gd name="connsiteX109" fmla="*/ 1061715 w 2912392"/>
                <a:gd name="connsiteY109" fmla="*/ 74444 h 906810"/>
                <a:gd name="connsiteX110" fmla="*/ 1071444 w 2912392"/>
                <a:gd name="connsiteY110" fmla="*/ 70173 h 906810"/>
                <a:gd name="connsiteX111" fmla="*/ 1081188 w 2912392"/>
                <a:gd name="connsiteY111" fmla="*/ 65986 h 906810"/>
                <a:gd name="connsiteX112" fmla="*/ 1090932 w 2912392"/>
                <a:gd name="connsiteY112" fmla="*/ 61892 h 906810"/>
                <a:gd name="connsiteX113" fmla="*/ 1100676 w 2912392"/>
                <a:gd name="connsiteY113" fmla="*/ 57893 h 906810"/>
                <a:gd name="connsiteX114" fmla="*/ 1110405 w 2912392"/>
                <a:gd name="connsiteY114" fmla="*/ 53995 h 906810"/>
                <a:gd name="connsiteX115" fmla="*/ 1120149 w 2912392"/>
                <a:gd name="connsiteY115" fmla="*/ 50204 h 906810"/>
                <a:gd name="connsiteX116" fmla="*/ 1129893 w 2912392"/>
                <a:gd name="connsiteY116" fmla="*/ 46524 h 906810"/>
                <a:gd name="connsiteX117" fmla="*/ 1139637 w 2912392"/>
                <a:gd name="connsiteY117" fmla="*/ 42958 h 906810"/>
                <a:gd name="connsiteX118" fmla="*/ 1149381 w 2912392"/>
                <a:gd name="connsiteY118" fmla="*/ 39514 h 906810"/>
                <a:gd name="connsiteX119" fmla="*/ 1159110 w 2912392"/>
                <a:gd name="connsiteY119" fmla="*/ 36191 h 906810"/>
                <a:gd name="connsiteX120" fmla="*/ 1168854 w 2912392"/>
                <a:gd name="connsiteY120" fmla="*/ 32998 h 906810"/>
                <a:gd name="connsiteX121" fmla="*/ 1178598 w 2912392"/>
                <a:gd name="connsiteY121" fmla="*/ 29937 h 906810"/>
                <a:gd name="connsiteX122" fmla="*/ 1188341 w 2912392"/>
                <a:gd name="connsiteY122" fmla="*/ 27009 h 906810"/>
                <a:gd name="connsiteX123" fmla="*/ 1198070 w 2912392"/>
                <a:gd name="connsiteY123" fmla="*/ 24220 h 906810"/>
                <a:gd name="connsiteX124" fmla="*/ 1207814 w 2912392"/>
                <a:gd name="connsiteY124" fmla="*/ 21572 h 906810"/>
                <a:gd name="connsiteX125" fmla="*/ 1217558 w 2912392"/>
                <a:gd name="connsiteY125" fmla="*/ 19068 h 906810"/>
                <a:gd name="connsiteX126" fmla="*/ 1227302 w 2912392"/>
                <a:gd name="connsiteY126" fmla="*/ 16709 h 906810"/>
                <a:gd name="connsiteX127" fmla="*/ 1237031 w 2912392"/>
                <a:gd name="connsiteY127" fmla="*/ 14501 h 906810"/>
                <a:gd name="connsiteX128" fmla="*/ 1246775 w 2912392"/>
                <a:gd name="connsiteY128" fmla="*/ 12444 h 906810"/>
                <a:gd name="connsiteX129" fmla="*/ 1256519 w 2912392"/>
                <a:gd name="connsiteY129" fmla="*/ 10538 h 906810"/>
                <a:gd name="connsiteX130" fmla="*/ 1266263 w 2912392"/>
                <a:gd name="connsiteY130" fmla="*/ 8787 h 906810"/>
                <a:gd name="connsiteX131" fmla="*/ 1276007 w 2912392"/>
                <a:gd name="connsiteY131" fmla="*/ 7192 h 906810"/>
                <a:gd name="connsiteX132" fmla="*/ 1285736 w 2912392"/>
                <a:gd name="connsiteY132" fmla="*/ 5755 h 906810"/>
                <a:gd name="connsiteX133" fmla="*/ 1295480 w 2912392"/>
                <a:gd name="connsiteY133" fmla="*/ 4476 h 906810"/>
                <a:gd name="connsiteX134" fmla="*/ 1305224 w 2912392"/>
                <a:gd name="connsiteY134" fmla="*/ 3355 h 906810"/>
                <a:gd name="connsiteX135" fmla="*/ 1314968 w 2912392"/>
                <a:gd name="connsiteY135" fmla="*/ 2394 h 906810"/>
                <a:gd name="connsiteX136" fmla="*/ 1324697 w 2912392"/>
                <a:gd name="connsiteY136" fmla="*/ 1594 h 906810"/>
                <a:gd name="connsiteX137" fmla="*/ 1334441 w 2912392"/>
                <a:gd name="connsiteY137" fmla="*/ 955 h 906810"/>
                <a:gd name="connsiteX138" fmla="*/ 1344185 w 2912392"/>
                <a:gd name="connsiteY138" fmla="*/ 475 h 906810"/>
                <a:gd name="connsiteX139" fmla="*/ 1353929 w 2912392"/>
                <a:gd name="connsiteY139" fmla="*/ 158 h 906810"/>
                <a:gd name="connsiteX140" fmla="*/ 1363658 w 2912392"/>
                <a:gd name="connsiteY140" fmla="*/ 0 h 906810"/>
                <a:gd name="connsiteX141" fmla="*/ 1373402 w 2912392"/>
                <a:gd name="connsiteY141" fmla="*/ 4 h 906810"/>
                <a:gd name="connsiteX142" fmla="*/ 1383146 w 2912392"/>
                <a:gd name="connsiteY142" fmla="*/ 168 h 906810"/>
                <a:gd name="connsiteX143" fmla="*/ 1392890 w 2912392"/>
                <a:gd name="connsiteY143" fmla="*/ 492 h 906810"/>
                <a:gd name="connsiteX144" fmla="*/ 1402619 w 2912392"/>
                <a:gd name="connsiteY144" fmla="*/ 976 h 906810"/>
                <a:gd name="connsiteX145" fmla="*/ 1412363 w 2912392"/>
                <a:gd name="connsiteY145" fmla="*/ 1618 h 906810"/>
                <a:gd name="connsiteX146" fmla="*/ 1422106 w 2912392"/>
                <a:gd name="connsiteY146" fmla="*/ 2420 h 906810"/>
                <a:gd name="connsiteX147" fmla="*/ 1431850 w 2912392"/>
                <a:gd name="connsiteY147" fmla="*/ 3378 h 906810"/>
                <a:gd name="connsiteX148" fmla="*/ 1441594 w 2912392"/>
                <a:gd name="connsiteY148" fmla="*/ 4495 h 906810"/>
                <a:gd name="connsiteX149" fmla="*/ 1451323 w 2912392"/>
                <a:gd name="connsiteY149" fmla="*/ 5767 h 906810"/>
                <a:gd name="connsiteX150" fmla="*/ 1461067 w 2912392"/>
                <a:gd name="connsiteY150" fmla="*/ 7196 h 906810"/>
                <a:gd name="connsiteX151" fmla="*/ 1470811 w 2912392"/>
                <a:gd name="connsiteY151" fmla="*/ 8781 h 906810"/>
                <a:gd name="connsiteX152" fmla="*/ 1480555 w 2912392"/>
                <a:gd name="connsiteY152" fmla="*/ 10520 h 906810"/>
                <a:gd name="connsiteX153" fmla="*/ 1490284 w 2912392"/>
                <a:gd name="connsiteY153" fmla="*/ 12414 h 906810"/>
                <a:gd name="connsiteX154" fmla="*/ 1500028 w 2912392"/>
                <a:gd name="connsiteY154" fmla="*/ 14462 h 906810"/>
                <a:gd name="connsiteX155" fmla="*/ 1509772 w 2912392"/>
                <a:gd name="connsiteY155" fmla="*/ 16663 h 906810"/>
                <a:gd name="connsiteX156" fmla="*/ 1519516 w 2912392"/>
                <a:gd name="connsiteY156" fmla="*/ 19019 h 906810"/>
                <a:gd name="connsiteX157" fmla="*/ 1529245 w 2912392"/>
                <a:gd name="connsiteY157" fmla="*/ 21526 h 906810"/>
                <a:gd name="connsiteX158" fmla="*/ 1538989 w 2912392"/>
                <a:gd name="connsiteY158" fmla="*/ 24187 h 906810"/>
                <a:gd name="connsiteX159" fmla="*/ 1548733 w 2912392"/>
                <a:gd name="connsiteY159" fmla="*/ 27000 h 906810"/>
                <a:gd name="connsiteX160" fmla="*/ 1558477 w 2912392"/>
                <a:gd name="connsiteY160" fmla="*/ 29966 h 906810"/>
                <a:gd name="connsiteX161" fmla="*/ 1568221 w 2912392"/>
                <a:gd name="connsiteY161" fmla="*/ 33086 h 906810"/>
                <a:gd name="connsiteX162" fmla="*/ 1577950 w 2912392"/>
                <a:gd name="connsiteY162" fmla="*/ 36359 h 906810"/>
                <a:gd name="connsiteX163" fmla="*/ 1587694 w 2912392"/>
                <a:gd name="connsiteY163" fmla="*/ 39786 h 906810"/>
                <a:gd name="connsiteX164" fmla="*/ 1597438 w 2912392"/>
                <a:gd name="connsiteY164" fmla="*/ 43368 h 906810"/>
                <a:gd name="connsiteX165" fmla="*/ 1607182 w 2912392"/>
                <a:gd name="connsiteY165" fmla="*/ 47105 h 906810"/>
                <a:gd name="connsiteX166" fmla="*/ 1616911 w 2912392"/>
                <a:gd name="connsiteY166" fmla="*/ 50998 h 906810"/>
                <a:gd name="connsiteX167" fmla="*/ 1626655 w 2912392"/>
                <a:gd name="connsiteY167" fmla="*/ 55047 h 906810"/>
                <a:gd name="connsiteX168" fmla="*/ 1636399 w 2912392"/>
                <a:gd name="connsiteY168" fmla="*/ 59255 h 906810"/>
                <a:gd name="connsiteX169" fmla="*/ 1646142 w 2912392"/>
                <a:gd name="connsiteY169" fmla="*/ 63622 h 906810"/>
                <a:gd name="connsiteX170" fmla="*/ 1655872 w 2912392"/>
                <a:gd name="connsiteY170" fmla="*/ 68149 h 906810"/>
                <a:gd name="connsiteX171" fmla="*/ 1665616 w 2912392"/>
                <a:gd name="connsiteY171" fmla="*/ 72838 h 906810"/>
                <a:gd name="connsiteX172" fmla="*/ 1675359 w 2912392"/>
                <a:gd name="connsiteY172" fmla="*/ 77691 h 906810"/>
                <a:gd name="connsiteX173" fmla="*/ 1685103 w 2912392"/>
                <a:gd name="connsiteY173" fmla="*/ 82707 h 906810"/>
                <a:gd name="connsiteX174" fmla="*/ 1694832 w 2912392"/>
                <a:gd name="connsiteY174" fmla="*/ 87892 h 906810"/>
                <a:gd name="connsiteX175" fmla="*/ 1704576 w 2912392"/>
                <a:gd name="connsiteY175" fmla="*/ 93244 h 906810"/>
                <a:gd name="connsiteX176" fmla="*/ 1714320 w 2912392"/>
                <a:gd name="connsiteY176" fmla="*/ 98765 h 906810"/>
                <a:gd name="connsiteX177" fmla="*/ 1724064 w 2912392"/>
                <a:gd name="connsiteY177" fmla="*/ 104460 h 906810"/>
                <a:gd name="connsiteX178" fmla="*/ 1733808 w 2912392"/>
                <a:gd name="connsiteY178" fmla="*/ 110328 h 906810"/>
                <a:gd name="connsiteX179" fmla="*/ 1743537 w 2912392"/>
                <a:gd name="connsiteY179" fmla="*/ 116371 h 906810"/>
                <a:gd name="connsiteX180" fmla="*/ 1753281 w 2912392"/>
                <a:gd name="connsiteY180" fmla="*/ 122592 h 906810"/>
                <a:gd name="connsiteX181" fmla="*/ 1763025 w 2912392"/>
                <a:gd name="connsiteY181" fmla="*/ 128991 h 906810"/>
                <a:gd name="connsiteX182" fmla="*/ 1772769 w 2912392"/>
                <a:gd name="connsiteY182" fmla="*/ 135572 h 906810"/>
                <a:gd name="connsiteX183" fmla="*/ 1782498 w 2912392"/>
                <a:gd name="connsiteY183" fmla="*/ 142334 h 906810"/>
                <a:gd name="connsiteX184" fmla="*/ 1792242 w 2912392"/>
                <a:gd name="connsiteY184" fmla="*/ 149282 h 906810"/>
                <a:gd name="connsiteX185" fmla="*/ 1801986 w 2912392"/>
                <a:gd name="connsiteY185" fmla="*/ 156415 h 906810"/>
                <a:gd name="connsiteX186" fmla="*/ 1811730 w 2912392"/>
                <a:gd name="connsiteY186" fmla="*/ 163735 h 906810"/>
                <a:gd name="connsiteX187" fmla="*/ 1821459 w 2912392"/>
                <a:gd name="connsiteY187" fmla="*/ 171243 h 906810"/>
                <a:gd name="connsiteX188" fmla="*/ 1831203 w 2912392"/>
                <a:gd name="connsiteY188" fmla="*/ 178940 h 906810"/>
                <a:gd name="connsiteX189" fmla="*/ 1840947 w 2912392"/>
                <a:gd name="connsiteY189" fmla="*/ 186827 h 906810"/>
                <a:gd name="connsiteX190" fmla="*/ 1850691 w 2912392"/>
                <a:gd name="connsiteY190" fmla="*/ 194905 h 906810"/>
                <a:gd name="connsiteX191" fmla="*/ 1860435 w 2912392"/>
                <a:gd name="connsiteY191" fmla="*/ 203174 h 906810"/>
                <a:gd name="connsiteX192" fmla="*/ 1870164 w 2912392"/>
                <a:gd name="connsiteY192" fmla="*/ 211634 h 906810"/>
                <a:gd name="connsiteX193" fmla="*/ 1879908 w 2912392"/>
                <a:gd name="connsiteY193" fmla="*/ 220286 h 906810"/>
                <a:gd name="connsiteX194" fmla="*/ 1889652 w 2912392"/>
                <a:gd name="connsiteY194" fmla="*/ 229128 h 906810"/>
                <a:gd name="connsiteX195" fmla="*/ 1899395 w 2912392"/>
                <a:gd name="connsiteY195" fmla="*/ 238160 h 906810"/>
                <a:gd name="connsiteX196" fmla="*/ 1909124 w 2912392"/>
                <a:gd name="connsiteY196" fmla="*/ 247381 h 906810"/>
                <a:gd name="connsiteX197" fmla="*/ 1918868 w 2912392"/>
                <a:gd name="connsiteY197" fmla="*/ 256790 h 906810"/>
                <a:gd name="connsiteX198" fmla="*/ 1928612 w 2912392"/>
                <a:gd name="connsiteY198" fmla="*/ 266383 h 906810"/>
                <a:gd name="connsiteX199" fmla="*/ 1938356 w 2912392"/>
                <a:gd name="connsiteY199" fmla="*/ 276162 h 906810"/>
                <a:gd name="connsiteX200" fmla="*/ 1948085 w 2912392"/>
                <a:gd name="connsiteY200" fmla="*/ 286120 h 906810"/>
                <a:gd name="connsiteX201" fmla="*/ 1957829 w 2912392"/>
                <a:gd name="connsiteY201" fmla="*/ 296256 h 906810"/>
                <a:gd name="connsiteX202" fmla="*/ 1967573 w 2912392"/>
                <a:gd name="connsiteY202" fmla="*/ 306567 h 906810"/>
                <a:gd name="connsiteX203" fmla="*/ 1977317 w 2912392"/>
                <a:gd name="connsiteY203" fmla="*/ 317049 h 906810"/>
                <a:gd name="connsiteX204" fmla="*/ 1987046 w 2912392"/>
                <a:gd name="connsiteY204" fmla="*/ 327697 h 906810"/>
                <a:gd name="connsiteX205" fmla="*/ 1996790 w 2912392"/>
                <a:gd name="connsiteY205" fmla="*/ 338506 h 906810"/>
                <a:gd name="connsiteX206" fmla="*/ 2006534 w 2912392"/>
                <a:gd name="connsiteY206" fmla="*/ 349473 h 906810"/>
                <a:gd name="connsiteX207" fmla="*/ 2016278 w 2912392"/>
                <a:gd name="connsiteY207" fmla="*/ 360590 h 906810"/>
                <a:gd name="connsiteX208" fmla="*/ 2026022 w 2912392"/>
                <a:gd name="connsiteY208" fmla="*/ 371852 h 906810"/>
                <a:gd name="connsiteX209" fmla="*/ 2035751 w 2912392"/>
                <a:gd name="connsiteY209" fmla="*/ 383251 h 906810"/>
                <a:gd name="connsiteX210" fmla="*/ 2045495 w 2912392"/>
                <a:gd name="connsiteY210" fmla="*/ 394781 h 906810"/>
                <a:gd name="connsiteX211" fmla="*/ 2055239 w 2912392"/>
                <a:gd name="connsiteY211" fmla="*/ 406434 h 906810"/>
                <a:gd name="connsiteX212" fmla="*/ 2064983 w 2912392"/>
                <a:gd name="connsiteY212" fmla="*/ 418202 h 906810"/>
                <a:gd name="connsiteX213" fmla="*/ 2074712 w 2912392"/>
                <a:gd name="connsiteY213" fmla="*/ 430078 h 906810"/>
                <a:gd name="connsiteX214" fmla="*/ 2084456 w 2912392"/>
                <a:gd name="connsiteY214" fmla="*/ 442051 h 906810"/>
                <a:gd name="connsiteX215" fmla="*/ 2094200 w 2912392"/>
                <a:gd name="connsiteY215" fmla="*/ 454114 h 906810"/>
                <a:gd name="connsiteX216" fmla="*/ 2103944 w 2912392"/>
                <a:gd name="connsiteY216" fmla="*/ 466253 h 906810"/>
                <a:gd name="connsiteX217" fmla="*/ 2113673 w 2912392"/>
                <a:gd name="connsiteY217" fmla="*/ 478461 h 906810"/>
                <a:gd name="connsiteX218" fmla="*/ 2123417 w 2912392"/>
                <a:gd name="connsiteY218" fmla="*/ 490726 h 906810"/>
                <a:gd name="connsiteX219" fmla="*/ 2133161 w 2912392"/>
                <a:gd name="connsiteY219" fmla="*/ 503039 h 906810"/>
                <a:gd name="connsiteX220" fmla="*/ 2142905 w 2912392"/>
                <a:gd name="connsiteY220" fmla="*/ 515386 h 906810"/>
                <a:gd name="connsiteX221" fmla="*/ 2152649 w 2912392"/>
                <a:gd name="connsiteY221" fmla="*/ 527756 h 906810"/>
                <a:gd name="connsiteX222" fmla="*/ 2162377 w 2912392"/>
                <a:gd name="connsiteY222" fmla="*/ 540137 h 906810"/>
                <a:gd name="connsiteX223" fmla="*/ 2172121 w 2912392"/>
                <a:gd name="connsiteY223" fmla="*/ 552517 h 906810"/>
                <a:gd name="connsiteX224" fmla="*/ 2181865 w 2912392"/>
                <a:gd name="connsiteY224" fmla="*/ 564883 h 906810"/>
                <a:gd name="connsiteX225" fmla="*/ 2191609 w 2912392"/>
                <a:gd name="connsiteY225" fmla="*/ 577222 h 906810"/>
                <a:gd name="connsiteX226" fmla="*/ 2201338 w 2912392"/>
                <a:gd name="connsiteY226" fmla="*/ 589521 h 906810"/>
                <a:gd name="connsiteX227" fmla="*/ 2211082 w 2912392"/>
                <a:gd name="connsiteY227" fmla="*/ 601765 h 906810"/>
                <a:gd name="connsiteX228" fmla="*/ 2220826 w 2912392"/>
                <a:gd name="connsiteY228" fmla="*/ 613944 h 906810"/>
                <a:gd name="connsiteX229" fmla="*/ 2230570 w 2912392"/>
                <a:gd name="connsiteY229" fmla="*/ 626040 h 906810"/>
                <a:gd name="connsiteX230" fmla="*/ 2240299 w 2912392"/>
                <a:gd name="connsiteY230" fmla="*/ 638043 h 906810"/>
                <a:gd name="connsiteX231" fmla="*/ 2250043 w 2912392"/>
                <a:gd name="connsiteY231" fmla="*/ 649937 h 906810"/>
                <a:gd name="connsiteX232" fmla="*/ 2259787 w 2912392"/>
                <a:gd name="connsiteY232" fmla="*/ 661708 h 906810"/>
                <a:gd name="connsiteX233" fmla="*/ 2269531 w 2912392"/>
                <a:gd name="connsiteY233" fmla="*/ 673343 h 906810"/>
                <a:gd name="connsiteX234" fmla="*/ 2279260 w 2912392"/>
                <a:gd name="connsiteY234" fmla="*/ 684827 h 906810"/>
                <a:gd name="connsiteX235" fmla="*/ 2289004 w 2912392"/>
                <a:gd name="connsiteY235" fmla="*/ 696147 h 906810"/>
                <a:gd name="connsiteX236" fmla="*/ 2298748 w 2912392"/>
                <a:gd name="connsiteY236" fmla="*/ 707290 h 906810"/>
                <a:gd name="connsiteX237" fmla="*/ 2308492 w 2912392"/>
                <a:gd name="connsiteY237" fmla="*/ 718241 h 906810"/>
                <a:gd name="connsiteX238" fmla="*/ 2318236 w 2912392"/>
                <a:gd name="connsiteY238" fmla="*/ 728988 h 906810"/>
                <a:gd name="connsiteX239" fmla="*/ 2327965 w 2912392"/>
                <a:gd name="connsiteY239" fmla="*/ 739515 h 906810"/>
                <a:gd name="connsiteX240" fmla="*/ 2337709 w 2912392"/>
                <a:gd name="connsiteY240" fmla="*/ 749814 h 906810"/>
                <a:gd name="connsiteX241" fmla="*/ 2347453 w 2912392"/>
                <a:gd name="connsiteY241" fmla="*/ 759867 h 906810"/>
                <a:gd name="connsiteX242" fmla="*/ 2357197 w 2912392"/>
                <a:gd name="connsiteY242" fmla="*/ 769666 h 906810"/>
                <a:gd name="connsiteX243" fmla="*/ 2366926 w 2912392"/>
                <a:gd name="connsiteY243" fmla="*/ 779197 h 906810"/>
                <a:gd name="connsiteX244" fmla="*/ 2376670 w 2912392"/>
                <a:gd name="connsiteY244" fmla="*/ 788450 h 906810"/>
                <a:gd name="connsiteX245" fmla="*/ 2386413 w 2912392"/>
                <a:gd name="connsiteY245" fmla="*/ 797413 h 906810"/>
                <a:gd name="connsiteX246" fmla="*/ 2396157 w 2912392"/>
                <a:gd name="connsiteY246" fmla="*/ 806074 h 906810"/>
                <a:gd name="connsiteX247" fmla="*/ 2405886 w 2912392"/>
                <a:gd name="connsiteY247" fmla="*/ 814423 h 906810"/>
                <a:gd name="connsiteX248" fmla="*/ 2415630 w 2912392"/>
                <a:gd name="connsiteY248" fmla="*/ 822454 h 906810"/>
                <a:gd name="connsiteX249" fmla="*/ 2425374 w 2912392"/>
                <a:gd name="connsiteY249" fmla="*/ 830153 h 906810"/>
                <a:gd name="connsiteX250" fmla="*/ 2435118 w 2912392"/>
                <a:gd name="connsiteY250" fmla="*/ 837516 h 906810"/>
                <a:gd name="connsiteX251" fmla="*/ 2444862 w 2912392"/>
                <a:gd name="connsiteY251" fmla="*/ 844532 h 906810"/>
                <a:gd name="connsiteX252" fmla="*/ 2454591 w 2912392"/>
                <a:gd name="connsiteY252" fmla="*/ 851195 h 906810"/>
                <a:gd name="connsiteX253" fmla="*/ 2464335 w 2912392"/>
                <a:gd name="connsiteY253" fmla="*/ 857499 h 906810"/>
                <a:gd name="connsiteX254" fmla="*/ 2474079 w 2912392"/>
                <a:gd name="connsiteY254" fmla="*/ 863438 h 906810"/>
                <a:gd name="connsiteX255" fmla="*/ 2483823 w 2912392"/>
                <a:gd name="connsiteY255" fmla="*/ 869004 h 906810"/>
                <a:gd name="connsiteX256" fmla="*/ 2493552 w 2912392"/>
                <a:gd name="connsiteY256" fmla="*/ 874196 h 906810"/>
                <a:gd name="connsiteX257" fmla="*/ 2503296 w 2912392"/>
                <a:gd name="connsiteY257" fmla="*/ 879009 h 906810"/>
                <a:gd name="connsiteX258" fmla="*/ 2513040 w 2912392"/>
                <a:gd name="connsiteY258" fmla="*/ 883440 h 906810"/>
                <a:gd name="connsiteX259" fmla="*/ 2522784 w 2912392"/>
                <a:gd name="connsiteY259" fmla="*/ 887486 h 906810"/>
                <a:gd name="connsiteX260" fmla="*/ 2532513 w 2912392"/>
                <a:gd name="connsiteY260" fmla="*/ 891145 h 906810"/>
                <a:gd name="connsiteX261" fmla="*/ 2542257 w 2912392"/>
                <a:gd name="connsiteY261" fmla="*/ 894419 h 906810"/>
                <a:gd name="connsiteX262" fmla="*/ 2552001 w 2912392"/>
                <a:gd name="connsiteY262" fmla="*/ 897305 h 906810"/>
                <a:gd name="connsiteX263" fmla="*/ 2561745 w 2912392"/>
                <a:gd name="connsiteY263" fmla="*/ 899803 h 906810"/>
                <a:gd name="connsiteX264" fmla="*/ 2571474 w 2912392"/>
                <a:gd name="connsiteY264" fmla="*/ 901917 h 906810"/>
                <a:gd name="connsiteX265" fmla="*/ 2581218 w 2912392"/>
                <a:gd name="connsiteY265" fmla="*/ 903649 h 906810"/>
                <a:gd name="connsiteX266" fmla="*/ 2590962 w 2912392"/>
                <a:gd name="connsiteY266" fmla="*/ 905000 h 906810"/>
                <a:gd name="connsiteX267" fmla="*/ 2600705 w 2912392"/>
                <a:gd name="connsiteY267" fmla="*/ 905974 h 906810"/>
                <a:gd name="connsiteX268" fmla="*/ 2610449 w 2912392"/>
                <a:gd name="connsiteY268" fmla="*/ 906576 h 906810"/>
                <a:gd name="connsiteX269" fmla="*/ 2620178 w 2912392"/>
                <a:gd name="connsiteY269" fmla="*/ 906810 h 906810"/>
                <a:gd name="connsiteX270" fmla="*/ 2629922 w 2912392"/>
                <a:gd name="connsiteY270" fmla="*/ 906683 h 906810"/>
                <a:gd name="connsiteX271" fmla="*/ 2639666 w 2912392"/>
                <a:gd name="connsiteY271" fmla="*/ 906201 h 906810"/>
                <a:gd name="connsiteX272" fmla="*/ 2649410 w 2912392"/>
                <a:gd name="connsiteY272" fmla="*/ 905371 h 906810"/>
                <a:gd name="connsiteX273" fmla="*/ 2659139 w 2912392"/>
                <a:gd name="connsiteY273" fmla="*/ 904198 h 906810"/>
                <a:gd name="connsiteX274" fmla="*/ 2668883 w 2912392"/>
                <a:gd name="connsiteY274" fmla="*/ 902694 h 906810"/>
                <a:gd name="connsiteX275" fmla="*/ 2678627 w 2912392"/>
                <a:gd name="connsiteY275" fmla="*/ 900864 h 906810"/>
                <a:gd name="connsiteX276" fmla="*/ 2688371 w 2912392"/>
                <a:gd name="connsiteY276" fmla="*/ 898720 h 906810"/>
                <a:gd name="connsiteX277" fmla="*/ 2698100 w 2912392"/>
                <a:gd name="connsiteY277" fmla="*/ 896271 h 906810"/>
                <a:gd name="connsiteX278" fmla="*/ 2707844 w 2912392"/>
                <a:gd name="connsiteY278" fmla="*/ 893525 h 906810"/>
                <a:gd name="connsiteX279" fmla="*/ 2717588 w 2912392"/>
                <a:gd name="connsiteY279" fmla="*/ 890494 h 906810"/>
                <a:gd name="connsiteX280" fmla="*/ 2727332 w 2912392"/>
                <a:gd name="connsiteY280" fmla="*/ 887190 h 906810"/>
                <a:gd name="connsiteX281" fmla="*/ 2737076 w 2912392"/>
                <a:gd name="connsiteY281" fmla="*/ 883623 h 906810"/>
                <a:gd name="connsiteX282" fmla="*/ 2746805 w 2912392"/>
                <a:gd name="connsiteY282" fmla="*/ 879804 h 906810"/>
                <a:gd name="connsiteX283" fmla="*/ 2756549 w 2912392"/>
                <a:gd name="connsiteY283" fmla="*/ 875747 h 906810"/>
                <a:gd name="connsiteX284" fmla="*/ 2766293 w 2912392"/>
                <a:gd name="connsiteY284" fmla="*/ 871462 h 906810"/>
                <a:gd name="connsiteX285" fmla="*/ 2776037 w 2912392"/>
                <a:gd name="connsiteY285" fmla="*/ 866961 h 906810"/>
                <a:gd name="connsiteX286" fmla="*/ 2785766 w 2912392"/>
                <a:gd name="connsiteY286" fmla="*/ 862259 h 906810"/>
                <a:gd name="connsiteX287" fmla="*/ 2795510 w 2912392"/>
                <a:gd name="connsiteY287" fmla="*/ 857366 h 906810"/>
                <a:gd name="connsiteX288" fmla="*/ 2805254 w 2912392"/>
                <a:gd name="connsiteY288" fmla="*/ 852296 h 906810"/>
                <a:gd name="connsiteX289" fmla="*/ 2814998 w 2912392"/>
                <a:gd name="connsiteY289" fmla="*/ 847061 h 906810"/>
                <a:gd name="connsiteX290" fmla="*/ 2824727 w 2912392"/>
                <a:gd name="connsiteY290" fmla="*/ 841673 h 906810"/>
                <a:gd name="connsiteX291" fmla="*/ 2834471 w 2912392"/>
                <a:gd name="connsiteY291" fmla="*/ 836146 h 906810"/>
                <a:gd name="connsiteX292" fmla="*/ 2844215 w 2912392"/>
                <a:gd name="connsiteY292" fmla="*/ 830492 h 906810"/>
                <a:gd name="connsiteX293" fmla="*/ 2853958 w 2912392"/>
                <a:gd name="connsiteY293" fmla="*/ 824721 h 906810"/>
                <a:gd name="connsiteX294" fmla="*/ 2863687 w 2912392"/>
                <a:gd name="connsiteY294" fmla="*/ 818851 h 906810"/>
                <a:gd name="connsiteX295" fmla="*/ 2873431 w 2912392"/>
                <a:gd name="connsiteY295" fmla="*/ 812888 h 906810"/>
                <a:gd name="connsiteX296" fmla="*/ 2883175 w 2912392"/>
                <a:gd name="connsiteY296" fmla="*/ 806848 h 906810"/>
                <a:gd name="connsiteX297" fmla="*/ 2892919 w 2912392"/>
                <a:gd name="connsiteY297" fmla="*/ 800740 h 906810"/>
                <a:gd name="connsiteX298" fmla="*/ 2902663 w 2912392"/>
                <a:gd name="connsiteY298" fmla="*/ 794578 h 906810"/>
                <a:gd name="connsiteX299" fmla="*/ 2912392 w 2912392"/>
                <a:gd name="connsiteY299" fmla="*/ 788369 h 906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906810">
                  <a:moveTo>
                    <a:pt x="0" y="322426"/>
                  </a:moveTo>
                  <a:lnTo>
                    <a:pt x="9739" y="320002"/>
                  </a:lnTo>
                  <a:lnTo>
                    <a:pt x="19480" y="317687"/>
                  </a:lnTo>
                  <a:lnTo>
                    <a:pt x="29221" y="315480"/>
                  </a:lnTo>
                  <a:lnTo>
                    <a:pt x="38961" y="313381"/>
                  </a:lnTo>
                  <a:lnTo>
                    <a:pt x="48702" y="311390"/>
                  </a:lnTo>
                  <a:lnTo>
                    <a:pt x="58443" y="309507"/>
                  </a:lnTo>
                  <a:lnTo>
                    <a:pt x="68182" y="307728"/>
                  </a:lnTo>
                  <a:lnTo>
                    <a:pt x="77923" y="306055"/>
                  </a:lnTo>
                  <a:lnTo>
                    <a:pt x="87664" y="304485"/>
                  </a:lnTo>
                  <a:lnTo>
                    <a:pt x="97404" y="303015"/>
                  </a:lnTo>
                  <a:lnTo>
                    <a:pt x="107145" y="301645"/>
                  </a:lnTo>
                  <a:lnTo>
                    <a:pt x="116886" y="300371"/>
                  </a:lnTo>
                  <a:lnTo>
                    <a:pt x="126625" y="299191"/>
                  </a:lnTo>
                  <a:lnTo>
                    <a:pt x="136366" y="298103"/>
                  </a:lnTo>
                  <a:lnTo>
                    <a:pt x="146107" y="297104"/>
                  </a:lnTo>
                  <a:lnTo>
                    <a:pt x="155846" y="296189"/>
                  </a:lnTo>
                  <a:lnTo>
                    <a:pt x="165587" y="295356"/>
                  </a:lnTo>
                  <a:lnTo>
                    <a:pt x="175328" y="294601"/>
                  </a:lnTo>
                  <a:lnTo>
                    <a:pt x="185068" y="293920"/>
                  </a:lnTo>
                  <a:lnTo>
                    <a:pt x="194809" y="293309"/>
                  </a:lnTo>
                  <a:lnTo>
                    <a:pt x="204550" y="292765"/>
                  </a:lnTo>
                  <a:lnTo>
                    <a:pt x="214289" y="292282"/>
                  </a:lnTo>
                  <a:lnTo>
                    <a:pt x="224030" y="291856"/>
                  </a:lnTo>
                  <a:lnTo>
                    <a:pt x="233771" y="291484"/>
                  </a:lnTo>
                  <a:lnTo>
                    <a:pt x="243510" y="291157"/>
                  </a:lnTo>
                  <a:lnTo>
                    <a:pt x="253251" y="290876"/>
                  </a:lnTo>
                  <a:lnTo>
                    <a:pt x="262992" y="290630"/>
                  </a:lnTo>
                  <a:lnTo>
                    <a:pt x="272732" y="290417"/>
                  </a:lnTo>
                  <a:lnTo>
                    <a:pt x="282473" y="290232"/>
                  </a:lnTo>
                  <a:lnTo>
                    <a:pt x="292214" y="290070"/>
                  </a:lnTo>
                  <a:lnTo>
                    <a:pt x="301953" y="289922"/>
                  </a:lnTo>
                  <a:lnTo>
                    <a:pt x="311694" y="289787"/>
                  </a:lnTo>
                  <a:lnTo>
                    <a:pt x="321435" y="289657"/>
                  </a:lnTo>
                  <a:lnTo>
                    <a:pt x="331175" y="289527"/>
                  </a:lnTo>
                  <a:lnTo>
                    <a:pt x="340916" y="289392"/>
                  </a:lnTo>
                  <a:lnTo>
                    <a:pt x="350656" y="289246"/>
                  </a:lnTo>
                  <a:lnTo>
                    <a:pt x="360396" y="289083"/>
                  </a:lnTo>
                  <a:lnTo>
                    <a:pt x="370137" y="288899"/>
                  </a:lnTo>
                  <a:lnTo>
                    <a:pt x="379878" y="288686"/>
                  </a:lnTo>
                  <a:lnTo>
                    <a:pt x="389617" y="288441"/>
                  </a:lnTo>
                  <a:lnTo>
                    <a:pt x="399358" y="288157"/>
                  </a:lnTo>
                  <a:lnTo>
                    <a:pt x="409099" y="287830"/>
                  </a:lnTo>
                  <a:lnTo>
                    <a:pt x="418839" y="287455"/>
                  </a:lnTo>
                  <a:lnTo>
                    <a:pt x="428580" y="287026"/>
                  </a:lnTo>
                  <a:lnTo>
                    <a:pt x="438321" y="286537"/>
                  </a:lnTo>
                  <a:lnTo>
                    <a:pt x="448060" y="285986"/>
                  </a:lnTo>
                  <a:lnTo>
                    <a:pt x="457801" y="285366"/>
                  </a:lnTo>
                  <a:lnTo>
                    <a:pt x="467542" y="284673"/>
                  </a:lnTo>
                  <a:lnTo>
                    <a:pt x="477281" y="283903"/>
                  </a:lnTo>
                  <a:lnTo>
                    <a:pt x="487022" y="283052"/>
                  </a:lnTo>
                  <a:lnTo>
                    <a:pt x="496763" y="282115"/>
                  </a:lnTo>
                  <a:lnTo>
                    <a:pt x="506503" y="281089"/>
                  </a:lnTo>
                  <a:lnTo>
                    <a:pt x="516244" y="279971"/>
                  </a:lnTo>
                  <a:lnTo>
                    <a:pt x="525985" y="278755"/>
                  </a:lnTo>
                  <a:lnTo>
                    <a:pt x="535724" y="277441"/>
                  </a:lnTo>
                  <a:lnTo>
                    <a:pt x="545465" y="276026"/>
                  </a:lnTo>
                  <a:lnTo>
                    <a:pt x="555206" y="274505"/>
                  </a:lnTo>
                  <a:lnTo>
                    <a:pt x="564946" y="272876"/>
                  </a:lnTo>
                  <a:lnTo>
                    <a:pt x="574687" y="271138"/>
                  </a:lnTo>
                  <a:lnTo>
                    <a:pt x="584428" y="269289"/>
                  </a:lnTo>
                  <a:lnTo>
                    <a:pt x="594167" y="267325"/>
                  </a:lnTo>
                  <a:lnTo>
                    <a:pt x="603908" y="265248"/>
                  </a:lnTo>
                  <a:lnTo>
                    <a:pt x="613649" y="263055"/>
                  </a:lnTo>
                  <a:lnTo>
                    <a:pt x="623388" y="260746"/>
                  </a:lnTo>
                  <a:lnTo>
                    <a:pt x="633129" y="258320"/>
                  </a:lnTo>
                  <a:lnTo>
                    <a:pt x="642870" y="255777"/>
                  </a:lnTo>
                  <a:lnTo>
                    <a:pt x="652610" y="253116"/>
                  </a:lnTo>
                  <a:lnTo>
                    <a:pt x="662351" y="250339"/>
                  </a:lnTo>
                  <a:lnTo>
                    <a:pt x="672092" y="247445"/>
                  </a:lnTo>
                  <a:lnTo>
                    <a:pt x="681831" y="244437"/>
                  </a:lnTo>
                  <a:lnTo>
                    <a:pt x="691572" y="241314"/>
                  </a:lnTo>
                  <a:lnTo>
                    <a:pt x="701313" y="238078"/>
                  </a:lnTo>
                  <a:lnTo>
                    <a:pt x="711052" y="234732"/>
                  </a:lnTo>
                  <a:lnTo>
                    <a:pt x="720793" y="231277"/>
                  </a:lnTo>
                  <a:lnTo>
                    <a:pt x="730534" y="227716"/>
                  </a:lnTo>
                  <a:lnTo>
                    <a:pt x="740274" y="224051"/>
                  </a:lnTo>
                  <a:lnTo>
                    <a:pt x="750015" y="220284"/>
                  </a:lnTo>
                  <a:lnTo>
                    <a:pt x="759756" y="216421"/>
                  </a:lnTo>
                  <a:lnTo>
                    <a:pt x="769495" y="212462"/>
                  </a:lnTo>
                  <a:lnTo>
                    <a:pt x="779236" y="208413"/>
                  </a:lnTo>
                  <a:lnTo>
                    <a:pt x="788977" y="204277"/>
                  </a:lnTo>
                  <a:lnTo>
                    <a:pt x="798717" y="200059"/>
                  </a:lnTo>
                  <a:lnTo>
                    <a:pt x="808458" y="195761"/>
                  </a:lnTo>
                  <a:lnTo>
                    <a:pt x="818199" y="191389"/>
                  </a:lnTo>
                  <a:lnTo>
                    <a:pt x="827938" y="186949"/>
                  </a:lnTo>
                  <a:lnTo>
                    <a:pt x="837679" y="182445"/>
                  </a:lnTo>
                  <a:lnTo>
                    <a:pt x="847420" y="177882"/>
                  </a:lnTo>
                  <a:lnTo>
                    <a:pt x="857159" y="173263"/>
                  </a:lnTo>
                  <a:lnTo>
                    <a:pt x="866900" y="168598"/>
                  </a:lnTo>
                  <a:lnTo>
                    <a:pt x="876641" y="163890"/>
                  </a:lnTo>
                  <a:lnTo>
                    <a:pt x="886381" y="159145"/>
                  </a:lnTo>
                  <a:lnTo>
                    <a:pt x="896122" y="154368"/>
                  </a:lnTo>
                  <a:lnTo>
                    <a:pt x="905863" y="149568"/>
                  </a:lnTo>
                  <a:lnTo>
                    <a:pt x="915602" y="144748"/>
                  </a:lnTo>
                  <a:lnTo>
                    <a:pt x="925343" y="139915"/>
                  </a:lnTo>
                  <a:lnTo>
                    <a:pt x="935084" y="135076"/>
                  </a:lnTo>
                  <a:lnTo>
                    <a:pt x="944824" y="130235"/>
                  </a:lnTo>
                  <a:lnTo>
                    <a:pt x="954564" y="125402"/>
                  </a:lnTo>
                  <a:lnTo>
                    <a:pt x="964305" y="120580"/>
                  </a:lnTo>
                  <a:lnTo>
                    <a:pt x="974045" y="115778"/>
                  </a:lnTo>
                  <a:lnTo>
                    <a:pt x="983786" y="111002"/>
                  </a:lnTo>
                  <a:lnTo>
                    <a:pt x="993522" y="106257"/>
                  </a:lnTo>
                  <a:lnTo>
                    <a:pt x="1003266" y="101548"/>
                  </a:lnTo>
                  <a:lnTo>
                    <a:pt x="1013010" y="96885"/>
                  </a:lnTo>
                  <a:lnTo>
                    <a:pt x="1022754" y="92272"/>
                  </a:lnTo>
                  <a:lnTo>
                    <a:pt x="1032483" y="87715"/>
                  </a:lnTo>
                  <a:lnTo>
                    <a:pt x="1042227" y="83221"/>
                  </a:lnTo>
                  <a:lnTo>
                    <a:pt x="1051971" y="78795"/>
                  </a:lnTo>
                  <a:lnTo>
                    <a:pt x="1061715" y="74444"/>
                  </a:lnTo>
                  <a:lnTo>
                    <a:pt x="1071444" y="70173"/>
                  </a:lnTo>
                  <a:lnTo>
                    <a:pt x="1081188" y="65986"/>
                  </a:lnTo>
                  <a:lnTo>
                    <a:pt x="1090932" y="61892"/>
                  </a:lnTo>
                  <a:lnTo>
                    <a:pt x="1100676" y="57893"/>
                  </a:lnTo>
                  <a:lnTo>
                    <a:pt x="1110405" y="53995"/>
                  </a:lnTo>
                  <a:lnTo>
                    <a:pt x="1120149" y="50204"/>
                  </a:lnTo>
                  <a:lnTo>
                    <a:pt x="1129893" y="46524"/>
                  </a:lnTo>
                  <a:lnTo>
                    <a:pt x="1139637" y="42958"/>
                  </a:lnTo>
                  <a:lnTo>
                    <a:pt x="1149381" y="39514"/>
                  </a:lnTo>
                  <a:lnTo>
                    <a:pt x="1159110" y="36191"/>
                  </a:lnTo>
                  <a:lnTo>
                    <a:pt x="1168854" y="32998"/>
                  </a:lnTo>
                  <a:lnTo>
                    <a:pt x="1178598" y="29937"/>
                  </a:lnTo>
                  <a:lnTo>
                    <a:pt x="1188341" y="27009"/>
                  </a:lnTo>
                  <a:lnTo>
                    <a:pt x="1198070" y="24220"/>
                  </a:lnTo>
                  <a:lnTo>
                    <a:pt x="1207814" y="21572"/>
                  </a:lnTo>
                  <a:lnTo>
                    <a:pt x="1217558" y="19068"/>
                  </a:lnTo>
                  <a:lnTo>
                    <a:pt x="1227302" y="16709"/>
                  </a:lnTo>
                  <a:lnTo>
                    <a:pt x="1237031" y="14501"/>
                  </a:lnTo>
                  <a:lnTo>
                    <a:pt x="1246775" y="12444"/>
                  </a:lnTo>
                  <a:lnTo>
                    <a:pt x="1256519" y="10538"/>
                  </a:lnTo>
                  <a:lnTo>
                    <a:pt x="1266263" y="8787"/>
                  </a:lnTo>
                  <a:lnTo>
                    <a:pt x="1276007" y="7192"/>
                  </a:lnTo>
                  <a:lnTo>
                    <a:pt x="1285736" y="5755"/>
                  </a:lnTo>
                  <a:lnTo>
                    <a:pt x="1295480" y="4476"/>
                  </a:lnTo>
                  <a:lnTo>
                    <a:pt x="1305224" y="3355"/>
                  </a:lnTo>
                  <a:lnTo>
                    <a:pt x="1314968" y="2394"/>
                  </a:lnTo>
                  <a:lnTo>
                    <a:pt x="1324697" y="1594"/>
                  </a:lnTo>
                  <a:lnTo>
                    <a:pt x="1334441" y="955"/>
                  </a:lnTo>
                  <a:lnTo>
                    <a:pt x="1344185" y="475"/>
                  </a:lnTo>
                  <a:lnTo>
                    <a:pt x="1353929" y="158"/>
                  </a:lnTo>
                  <a:lnTo>
                    <a:pt x="1363658" y="0"/>
                  </a:lnTo>
                  <a:lnTo>
                    <a:pt x="1373402" y="4"/>
                  </a:lnTo>
                  <a:lnTo>
                    <a:pt x="1383146" y="168"/>
                  </a:lnTo>
                  <a:lnTo>
                    <a:pt x="1392890" y="492"/>
                  </a:lnTo>
                  <a:lnTo>
                    <a:pt x="1402619" y="976"/>
                  </a:lnTo>
                  <a:lnTo>
                    <a:pt x="1412363" y="1618"/>
                  </a:lnTo>
                  <a:lnTo>
                    <a:pt x="1422106" y="2420"/>
                  </a:lnTo>
                  <a:lnTo>
                    <a:pt x="1431850" y="3378"/>
                  </a:lnTo>
                  <a:lnTo>
                    <a:pt x="1441594" y="4495"/>
                  </a:lnTo>
                  <a:lnTo>
                    <a:pt x="1451323" y="5767"/>
                  </a:lnTo>
                  <a:lnTo>
                    <a:pt x="1461067" y="7196"/>
                  </a:lnTo>
                  <a:lnTo>
                    <a:pt x="1470811" y="8781"/>
                  </a:lnTo>
                  <a:lnTo>
                    <a:pt x="1480555" y="10520"/>
                  </a:lnTo>
                  <a:lnTo>
                    <a:pt x="1490284" y="12414"/>
                  </a:lnTo>
                  <a:lnTo>
                    <a:pt x="1500028" y="14462"/>
                  </a:lnTo>
                  <a:lnTo>
                    <a:pt x="1509772" y="16663"/>
                  </a:lnTo>
                  <a:lnTo>
                    <a:pt x="1519516" y="19019"/>
                  </a:lnTo>
                  <a:lnTo>
                    <a:pt x="1529245" y="21526"/>
                  </a:lnTo>
                  <a:lnTo>
                    <a:pt x="1538989" y="24187"/>
                  </a:lnTo>
                  <a:lnTo>
                    <a:pt x="1548733" y="27000"/>
                  </a:lnTo>
                  <a:lnTo>
                    <a:pt x="1558477" y="29966"/>
                  </a:lnTo>
                  <a:lnTo>
                    <a:pt x="1568221" y="33086"/>
                  </a:lnTo>
                  <a:lnTo>
                    <a:pt x="1577950" y="36359"/>
                  </a:lnTo>
                  <a:lnTo>
                    <a:pt x="1587694" y="39786"/>
                  </a:lnTo>
                  <a:lnTo>
                    <a:pt x="1597438" y="43368"/>
                  </a:lnTo>
                  <a:lnTo>
                    <a:pt x="1607182" y="47105"/>
                  </a:lnTo>
                  <a:lnTo>
                    <a:pt x="1616911" y="50998"/>
                  </a:lnTo>
                  <a:lnTo>
                    <a:pt x="1626655" y="55047"/>
                  </a:lnTo>
                  <a:lnTo>
                    <a:pt x="1636399" y="59255"/>
                  </a:lnTo>
                  <a:lnTo>
                    <a:pt x="1646142" y="63622"/>
                  </a:lnTo>
                  <a:lnTo>
                    <a:pt x="1655872" y="68149"/>
                  </a:lnTo>
                  <a:lnTo>
                    <a:pt x="1665616" y="72838"/>
                  </a:lnTo>
                  <a:lnTo>
                    <a:pt x="1675359" y="77691"/>
                  </a:lnTo>
                  <a:lnTo>
                    <a:pt x="1685103" y="82707"/>
                  </a:lnTo>
                  <a:lnTo>
                    <a:pt x="1694832" y="87892"/>
                  </a:lnTo>
                  <a:lnTo>
                    <a:pt x="1704576" y="93244"/>
                  </a:lnTo>
                  <a:lnTo>
                    <a:pt x="1714320" y="98765"/>
                  </a:lnTo>
                  <a:lnTo>
                    <a:pt x="1724064" y="104460"/>
                  </a:lnTo>
                  <a:lnTo>
                    <a:pt x="1733808" y="110328"/>
                  </a:lnTo>
                  <a:lnTo>
                    <a:pt x="1743537" y="116371"/>
                  </a:lnTo>
                  <a:lnTo>
                    <a:pt x="1753281" y="122592"/>
                  </a:lnTo>
                  <a:lnTo>
                    <a:pt x="1763025" y="128991"/>
                  </a:lnTo>
                  <a:lnTo>
                    <a:pt x="1772769" y="135572"/>
                  </a:lnTo>
                  <a:lnTo>
                    <a:pt x="1782498" y="142334"/>
                  </a:lnTo>
                  <a:lnTo>
                    <a:pt x="1792242" y="149282"/>
                  </a:lnTo>
                  <a:lnTo>
                    <a:pt x="1801986" y="156415"/>
                  </a:lnTo>
                  <a:lnTo>
                    <a:pt x="1811730" y="163735"/>
                  </a:lnTo>
                  <a:lnTo>
                    <a:pt x="1821459" y="171243"/>
                  </a:lnTo>
                  <a:lnTo>
                    <a:pt x="1831203" y="178940"/>
                  </a:lnTo>
                  <a:lnTo>
                    <a:pt x="1840947" y="186827"/>
                  </a:lnTo>
                  <a:lnTo>
                    <a:pt x="1850691" y="194905"/>
                  </a:lnTo>
                  <a:lnTo>
                    <a:pt x="1860435" y="203174"/>
                  </a:lnTo>
                  <a:lnTo>
                    <a:pt x="1870164" y="211634"/>
                  </a:lnTo>
                  <a:lnTo>
                    <a:pt x="1879908" y="220286"/>
                  </a:lnTo>
                  <a:lnTo>
                    <a:pt x="1889652" y="229128"/>
                  </a:lnTo>
                  <a:lnTo>
                    <a:pt x="1899395" y="238160"/>
                  </a:lnTo>
                  <a:lnTo>
                    <a:pt x="1909124" y="247381"/>
                  </a:lnTo>
                  <a:lnTo>
                    <a:pt x="1918868" y="256790"/>
                  </a:lnTo>
                  <a:lnTo>
                    <a:pt x="1928612" y="266383"/>
                  </a:lnTo>
                  <a:lnTo>
                    <a:pt x="1938356" y="276162"/>
                  </a:lnTo>
                  <a:lnTo>
                    <a:pt x="1948085" y="286120"/>
                  </a:lnTo>
                  <a:lnTo>
                    <a:pt x="1957829" y="296256"/>
                  </a:lnTo>
                  <a:lnTo>
                    <a:pt x="1967573" y="306567"/>
                  </a:lnTo>
                  <a:lnTo>
                    <a:pt x="1977317" y="317049"/>
                  </a:lnTo>
                  <a:lnTo>
                    <a:pt x="1987046" y="327697"/>
                  </a:lnTo>
                  <a:lnTo>
                    <a:pt x="1996790" y="338506"/>
                  </a:lnTo>
                  <a:lnTo>
                    <a:pt x="2006534" y="349473"/>
                  </a:lnTo>
                  <a:lnTo>
                    <a:pt x="2016278" y="360590"/>
                  </a:lnTo>
                  <a:lnTo>
                    <a:pt x="2026022" y="371852"/>
                  </a:lnTo>
                  <a:lnTo>
                    <a:pt x="2035751" y="383251"/>
                  </a:lnTo>
                  <a:lnTo>
                    <a:pt x="2045495" y="394781"/>
                  </a:lnTo>
                  <a:lnTo>
                    <a:pt x="2055239" y="406434"/>
                  </a:lnTo>
                  <a:lnTo>
                    <a:pt x="2064983" y="418202"/>
                  </a:lnTo>
                  <a:lnTo>
                    <a:pt x="2074712" y="430078"/>
                  </a:lnTo>
                  <a:lnTo>
                    <a:pt x="2084456" y="442051"/>
                  </a:lnTo>
                  <a:lnTo>
                    <a:pt x="2094200" y="454114"/>
                  </a:lnTo>
                  <a:lnTo>
                    <a:pt x="2103944" y="466253"/>
                  </a:lnTo>
                  <a:lnTo>
                    <a:pt x="2113673" y="478461"/>
                  </a:lnTo>
                  <a:lnTo>
                    <a:pt x="2123417" y="490726"/>
                  </a:lnTo>
                  <a:lnTo>
                    <a:pt x="2133161" y="503039"/>
                  </a:lnTo>
                  <a:lnTo>
                    <a:pt x="2142905" y="515386"/>
                  </a:lnTo>
                  <a:lnTo>
                    <a:pt x="2152649" y="527756"/>
                  </a:lnTo>
                  <a:lnTo>
                    <a:pt x="2162377" y="540137"/>
                  </a:lnTo>
                  <a:lnTo>
                    <a:pt x="2172121" y="552517"/>
                  </a:lnTo>
                  <a:lnTo>
                    <a:pt x="2181865" y="564883"/>
                  </a:lnTo>
                  <a:lnTo>
                    <a:pt x="2191609" y="577222"/>
                  </a:lnTo>
                  <a:lnTo>
                    <a:pt x="2201338" y="589521"/>
                  </a:lnTo>
                  <a:lnTo>
                    <a:pt x="2211082" y="601765"/>
                  </a:lnTo>
                  <a:lnTo>
                    <a:pt x="2220826" y="613944"/>
                  </a:lnTo>
                  <a:lnTo>
                    <a:pt x="2230570" y="626040"/>
                  </a:lnTo>
                  <a:lnTo>
                    <a:pt x="2240299" y="638043"/>
                  </a:lnTo>
                  <a:lnTo>
                    <a:pt x="2250043" y="649937"/>
                  </a:lnTo>
                  <a:lnTo>
                    <a:pt x="2259787" y="661708"/>
                  </a:lnTo>
                  <a:lnTo>
                    <a:pt x="2269531" y="673343"/>
                  </a:lnTo>
                  <a:lnTo>
                    <a:pt x="2279260" y="684827"/>
                  </a:lnTo>
                  <a:lnTo>
                    <a:pt x="2289004" y="696147"/>
                  </a:lnTo>
                  <a:lnTo>
                    <a:pt x="2298748" y="707290"/>
                  </a:lnTo>
                  <a:lnTo>
                    <a:pt x="2308492" y="718241"/>
                  </a:lnTo>
                  <a:lnTo>
                    <a:pt x="2318236" y="728988"/>
                  </a:lnTo>
                  <a:lnTo>
                    <a:pt x="2327965" y="739515"/>
                  </a:lnTo>
                  <a:lnTo>
                    <a:pt x="2337709" y="749814"/>
                  </a:lnTo>
                  <a:lnTo>
                    <a:pt x="2347453" y="759867"/>
                  </a:lnTo>
                  <a:lnTo>
                    <a:pt x="2357197" y="769666"/>
                  </a:lnTo>
                  <a:lnTo>
                    <a:pt x="2366926" y="779197"/>
                  </a:lnTo>
                  <a:lnTo>
                    <a:pt x="2376670" y="788450"/>
                  </a:lnTo>
                  <a:lnTo>
                    <a:pt x="2386413" y="797413"/>
                  </a:lnTo>
                  <a:lnTo>
                    <a:pt x="2396157" y="806074"/>
                  </a:lnTo>
                  <a:lnTo>
                    <a:pt x="2405886" y="814423"/>
                  </a:lnTo>
                  <a:lnTo>
                    <a:pt x="2415630" y="822454"/>
                  </a:lnTo>
                  <a:lnTo>
                    <a:pt x="2425374" y="830153"/>
                  </a:lnTo>
                  <a:lnTo>
                    <a:pt x="2435118" y="837516"/>
                  </a:lnTo>
                  <a:lnTo>
                    <a:pt x="2444862" y="844532"/>
                  </a:lnTo>
                  <a:lnTo>
                    <a:pt x="2454591" y="851195"/>
                  </a:lnTo>
                  <a:lnTo>
                    <a:pt x="2464335" y="857499"/>
                  </a:lnTo>
                  <a:lnTo>
                    <a:pt x="2474079" y="863438"/>
                  </a:lnTo>
                  <a:lnTo>
                    <a:pt x="2483823" y="869004"/>
                  </a:lnTo>
                  <a:lnTo>
                    <a:pt x="2493552" y="874196"/>
                  </a:lnTo>
                  <a:lnTo>
                    <a:pt x="2503296" y="879009"/>
                  </a:lnTo>
                  <a:lnTo>
                    <a:pt x="2513040" y="883440"/>
                  </a:lnTo>
                  <a:lnTo>
                    <a:pt x="2522784" y="887486"/>
                  </a:lnTo>
                  <a:lnTo>
                    <a:pt x="2532513" y="891145"/>
                  </a:lnTo>
                  <a:lnTo>
                    <a:pt x="2542257" y="894419"/>
                  </a:lnTo>
                  <a:lnTo>
                    <a:pt x="2552001" y="897305"/>
                  </a:lnTo>
                  <a:lnTo>
                    <a:pt x="2561745" y="899803"/>
                  </a:lnTo>
                  <a:lnTo>
                    <a:pt x="2571474" y="901917"/>
                  </a:lnTo>
                  <a:lnTo>
                    <a:pt x="2581218" y="903649"/>
                  </a:lnTo>
                  <a:lnTo>
                    <a:pt x="2590962" y="905000"/>
                  </a:lnTo>
                  <a:lnTo>
                    <a:pt x="2600705" y="905974"/>
                  </a:lnTo>
                  <a:lnTo>
                    <a:pt x="2610449" y="906576"/>
                  </a:lnTo>
                  <a:lnTo>
                    <a:pt x="2620178" y="906810"/>
                  </a:lnTo>
                  <a:lnTo>
                    <a:pt x="2629922" y="906683"/>
                  </a:lnTo>
                  <a:lnTo>
                    <a:pt x="2639666" y="906201"/>
                  </a:lnTo>
                  <a:lnTo>
                    <a:pt x="2649410" y="905371"/>
                  </a:lnTo>
                  <a:lnTo>
                    <a:pt x="2659139" y="904198"/>
                  </a:lnTo>
                  <a:lnTo>
                    <a:pt x="2668883" y="902694"/>
                  </a:lnTo>
                  <a:lnTo>
                    <a:pt x="2678627" y="900864"/>
                  </a:lnTo>
                  <a:lnTo>
                    <a:pt x="2688371" y="898720"/>
                  </a:lnTo>
                  <a:lnTo>
                    <a:pt x="2698100" y="896271"/>
                  </a:lnTo>
                  <a:lnTo>
                    <a:pt x="2707844" y="893525"/>
                  </a:lnTo>
                  <a:lnTo>
                    <a:pt x="2717588" y="890494"/>
                  </a:lnTo>
                  <a:lnTo>
                    <a:pt x="2727332" y="887190"/>
                  </a:lnTo>
                  <a:lnTo>
                    <a:pt x="2737076" y="883623"/>
                  </a:lnTo>
                  <a:lnTo>
                    <a:pt x="2746805" y="879804"/>
                  </a:lnTo>
                  <a:lnTo>
                    <a:pt x="2756549" y="875747"/>
                  </a:lnTo>
                  <a:lnTo>
                    <a:pt x="2766293" y="871462"/>
                  </a:lnTo>
                  <a:lnTo>
                    <a:pt x="2776037" y="866961"/>
                  </a:lnTo>
                  <a:lnTo>
                    <a:pt x="2785766" y="862259"/>
                  </a:lnTo>
                  <a:lnTo>
                    <a:pt x="2795510" y="857366"/>
                  </a:lnTo>
                  <a:lnTo>
                    <a:pt x="2805254" y="852296"/>
                  </a:lnTo>
                  <a:lnTo>
                    <a:pt x="2814998" y="847061"/>
                  </a:lnTo>
                  <a:lnTo>
                    <a:pt x="2824727" y="841673"/>
                  </a:lnTo>
                  <a:lnTo>
                    <a:pt x="2834471" y="836146"/>
                  </a:lnTo>
                  <a:lnTo>
                    <a:pt x="2844215" y="830492"/>
                  </a:lnTo>
                  <a:lnTo>
                    <a:pt x="2853958" y="824721"/>
                  </a:lnTo>
                  <a:lnTo>
                    <a:pt x="2863687" y="818851"/>
                  </a:lnTo>
                  <a:lnTo>
                    <a:pt x="2873431" y="812888"/>
                  </a:lnTo>
                  <a:lnTo>
                    <a:pt x="2883175" y="806848"/>
                  </a:lnTo>
                  <a:lnTo>
                    <a:pt x="2892919" y="800740"/>
                  </a:lnTo>
                  <a:lnTo>
                    <a:pt x="2902663" y="794578"/>
                  </a:lnTo>
                  <a:lnTo>
                    <a:pt x="2912392" y="78836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3" name="Freeform 742">
              <a:extLst>
                <a:ext uri="{FF2B5EF4-FFF2-40B4-BE49-F238E27FC236}">
                  <a16:creationId xmlns:a16="http://schemas.microsoft.com/office/drawing/2014/main" id="{D49F926E-19B7-6C25-728B-35BC38F2B89B}"/>
                </a:ext>
              </a:extLst>
            </p:cNvPr>
            <p:cNvSpPr/>
            <p:nvPr/>
          </p:nvSpPr>
          <p:spPr>
            <a:xfrm>
              <a:off x="576446" y="3306240"/>
              <a:ext cx="2912392" cy="390545"/>
            </a:xfrm>
            <a:custGeom>
              <a:avLst/>
              <a:gdLst>
                <a:gd name="connsiteX0" fmla="*/ 0 w 2912392"/>
                <a:gd name="connsiteY0" fmla="*/ 256370 h 390545"/>
                <a:gd name="connsiteX1" fmla="*/ 9739 w 2912392"/>
                <a:gd name="connsiteY1" fmla="*/ 256225 h 390545"/>
                <a:gd name="connsiteX2" fmla="*/ 19480 w 2912392"/>
                <a:gd name="connsiteY2" fmla="*/ 255872 h 390545"/>
                <a:gd name="connsiteX3" fmla="*/ 29221 w 2912392"/>
                <a:gd name="connsiteY3" fmla="*/ 255319 h 390545"/>
                <a:gd name="connsiteX4" fmla="*/ 38961 w 2912392"/>
                <a:gd name="connsiteY4" fmla="*/ 254574 h 390545"/>
                <a:gd name="connsiteX5" fmla="*/ 48702 w 2912392"/>
                <a:gd name="connsiteY5" fmla="*/ 253646 h 390545"/>
                <a:gd name="connsiteX6" fmla="*/ 58443 w 2912392"/>
                <a:gd name="connsiteY6" fmla="*/ 252542 h 390545"/>
                <a:gd name="connsiteX7" fmla="*/ 68182 w 2912392"/>
                <a:gd name="connsiteY7" fmla="*/ 251273 h 390545"/>
                <a:gd name="connsiteX8" fmla="*/ 77923 w 2912392"/>
                <a:gd name="connsiteY8" fmla="*/ 249848 h 390545"/>
                <a:gd name="connsiteX9" fmla="*/ 87664 w 2912392"/>
                <a:gd name="connsiteY9" fmla="*/ 248278 h 390545"/>
                <a:gd name="connsiteX10" fmla="*/ 97404 w 2912392"/>
                <a:gd name="connsiteY10" fmla="*/ 246572 h 390545"/>
                <a:gd name="connsiteX11" fmla="*/ 107145 w 2912392"/>
                <a:gd name="connsiteY11" fmla="*/ 244741 h 390545"/>
                <a:gd name="connsiteX12" fmla="*/ 116886 w 2912392"/>
                <a:gd name="connsiteY12" fmla="*/ 242798 h 390545"/>
                <a:gd name="connsiteX13" fmla="*/ 126625 w 2912392"/>
                <a:gd name="connsiteY13" fmla="*/ 240753 h 390545"/>
                <a:gd name="connsiteX14" fmla="*/ 136366 w 2912392"/>
                <a:gd name="connsiteY14" fmla="*/ 238616 h 390545"/>
                <a:gd name="connsiteX15" fmla="*/ 146107 w 2912392"/>
                <a:gd name="connsiteY15" fmla="*/ 236401 h 390545"/>
                <a:gd name="connsiteX16" fmla="*/ 155846 w 2912392"/>
                <a:gd name="connsiteY16" fmla="*/ 234120 h 390545"/>
                <a:gd name="connsiteX17" fmla="*/ 165587 w 2912392"/>
                <a:gd name="connsiteY17" fmla="*/ 231782 h 390545"/>
                <a:gd name="connsiteX18" fmla="*/ 175328 w 2912392"/>
                <a:gd name="connsiteY18" fmla="*/ 229401 h 390545"/>
                <a:gd name="connsiteX19" fmla="*/ 185068 w 2912392"/>
                <a:gd name="connsiteY19" fmla="*/ 226990 h 390545"/>
                <a:gd name="connsiteX20" fmla="*/ 194809 w 2912392"/>
                <a:gd name="connsiteY20" fmla="*/ 224559 h 390545"/>
                <a:gd name="connsiteX21" fmla="*/ 204550 w 2912392"/>
                <a:gd name="connsiteY21" fmla="*/ 222122 h 390545"/>
                <a:gd name="connsiteX22" fmla="*/ 214289 w 2912392"/>
                <a:gd name="connsiteY22" fmla="*/ 219689 h 390545"/>
                <a:gd name="connsiteX23" fmla="*/ 224030 w 2912392"/>
                <a:gd name="connsiteY23" fmla="*/ 217272 h 390545"/>
                <a:gd name="connsiteX24" fmla="*/ 233771 w 2912392"/>
                <a:gd name="connsiteY24" fmla="*/ 214884 h 390545"/>
                <a:gd name="connsiteX25" fmla="*/ 243510 w 2912392"/>
                <a:gd name="connsiteY25" fmla="*/ 212535 h 390545"/>
                <a:gd name="connsiteX26" fmla="*/ 253251 w 2912392"/>
                <a:gd name="connsiteY26" fmla="*/ 210238 h 390545"/>
                <a:gd name="connsiteX27" fmla="*/ 262992 w 2912392"/>
                <a:gd name="connsiteY27" fmla="*/ 208002 h 390545"/>
                <a:gd name="connsiteX28" fmla="*/ 272732 w 2912392"/>
                <a:gd name="connsiteY28" fmla="*/ 205838 h 390545"/>
                <a:gd name="connsiteX29" fmla="*/ 282473 w 2912392"/>
                <a:gd name="connsiteY29" fmla="*/ 203758 h 390545"/>
                <a:gd name="connsiteX30" fmla="*/ 292214 w 2912392"/>
                <a:gd name="connsiteY30" fmla="*/ 201771 h 390545"/>
                <a:gd name="connsiteX31" fmla="*/ 301953 w 2912392"/>
                <a:gd name="connsiteY31" fmla="*/ 199886 h 390545"/>
                <a:gd name="connsiteX32" fmla="*/ 311694 w 2912392"/>
                <a:gd name="connsiteY32" fmla="*/ 198113 h 390545"/>
                <a:gd name="connsiteX33" fmla="*/ 321435 w 2912392"/>
                <a:gd name="connsiteY33" fmla="*/ 196461 h 390545"/>
                <a:gd name="connsiteX34" fmla="*/ 331175 w 2912392"/>
                <a:gd name="connsiteY34" fmla="*/ 194940 h 390545"/>
                <a:gd name="connsiteX35" fmla="*/ 340916 w 2912392"/>
                <a:gd name="connsiteY35" fmla="*/ 193554 h 390545"/>
                <a:gd name="connsiteX36" fmla="*/ 350656 w 2912392"/>
                <a:gd name="connsiteY36" fmla="*/ 192313 h 390545"/>
                <a:gd name="connsiteX37" fmla="*/ 360396 w 2912392"/>
                <a:gd name="connsiteY37" fmla="*/ 191222 h 390545"/>
                <a:gd name="connsiteX38" fmla="*/ 370137 w 2912392"/>
                <a:gd name="connsiteY38" fmla="*/ 190291 h 390545"/>
                <a:gd name="connsiteX39" fmla="*/ 379878 w 2912392"/>
                <a:gd name="connsiteY39" fmla="*/ 189524 h 390545"/>
                <a:gd name="connsiteX40" fmla="*/ 389617 w 2912392"/>
                <a:gd name="connsiteY40" fmla="*/ 188925 h 390545"/>
                <a:gd name="connsiteX41" fmla="*/ 399358 w 2912392"/>
                <a:gd name="connsiteY41" fmla="*/ 188499 h 390545"/>
                <a:gd name="connsiteX42" fmla="*/ 409099 w 2912392"/>
                <a:gd name="connsiteY42" fmla="*/ 188252 h 390545"/>
                <a:gd name="connsiteX43" fmla="*/ 418839 w 2912392"/>
                <a:gd name="connsiteY43" fmla="*/ 188185 h 390545"/>
                <a:gd name="connsiteX44" fmla="*/ 428580 w 2912392"/>
                <a:gd name="connsiteY44" fmla="*/ 188302 h 390545"/>
                <a:gd name="connsiteX45" fmla="*/ 438321 w 2912392"/>
                <a:gd name="connsiteY45" fmla="*/ 188606 h 390545"/>
                <a:gd name="connsiteX46" fmla="*/ 448060 w 2912392"/>
                <a:gd name="connsiteY46" fmla="*/ 189099 h 390545"/>
                <a:gd name="connsiteX47" fmla="*/ 457801 w 2912392"/>
                <a:gd name="connsiteY47" fmla="*/ 189780 h 390545"/>
                <a:gd name="connsiteX48" fmla="*/ 467542 w 2912392"/>
                <a:gd name="connsiteY48" fmla="*/ 190652 h 390545"/>
                <a:gd name="connsiteX49" fmla="*/ 477281 w 2912392"/>
                <a:gd name="connsiteY49" fmla="*/ 191713 h 390545"/>
                <a:gd name="connsiteX50" fmla="*/ 487022 w 2912392"/>
                <a:gd name="connsiteY50" fmla="*/ 192963 h 390545"/>
                <a:gd name="connsiteX51" fmla="*/ 496763 w 2912392"/>
                <a:gd name="connsiteY51" fmla="*/ 194400 h 390545"/>
                <a:gd name="connsiteX52" fmla="*/ 506503 w 2912392"/>
                <a:gd name="connsiteY52" fmla="*/ 196023 h 390545"/>
                <a:gd name="connsiteX53" fmla="*/ 516244 w 2912392"/>
                <a:gd name="connsiteY53" fmla="*/ 197830 h 390545"/>
                <a:gd name="connsiteX54" fmla="*/ 525985 w 2912392"/>
                <a:gd name="connsiteY54" fmla="*/ 199816 h 390545"/>
                <a:gd name="connsiteX55" fmla="*/ 535724 w 2912392"/>
                <a:gd name="connsiteY55" fmla="*/ 201981 h 390545"/>
                <a:gd name="connsiteX56" fmla="*/ 545465 w 2912392"/>
                <a:gd name="connsiteY56" fmla="*/ 204317 h 390545"/>
                <a:gd name="connsiteX57" fmla="*/ 555206 w 2912392"/>
                <a:gd name="connsiteY57" fmla="*/ 206823 h 390545"/>
                <a:gd name="connsiteX58" fmla="*/ 564946 w 2912392"/>
                <a:gd name="connsiteY58" fmla="*/ 209492 h 390545"/>
                <a:gd name="connsiteX59" fmla="*/ 574687 w 2912392"/>
                <a:gd name="connsiteY59" fmla="*/ 212318 h 390545"/>
                <a:gd name="connsiteX60" fmla="*/ 584428 w 2912392"/>
                <a:gd name="connsiteY60" fmla="*/ 215296 h 390545"/>
                <a:gd name="connsiteX61" fmla="*/ 594167 w 2912392"/>
                <a:gd name="connsiteY61" fmla="*/ 218421 h 390545"/>
                <a:gd name="connsiteX62" fmla="*/ 603908 w 2912392"/>
                <a:gd name="connsiteY62" fmla="*/ 221685 h 390545"/>
                <a:gd name="connsiteX63" fmla="*/ 613649 w 2912392"/>
                <a:gd name="connsiteY63" fmla="*/ 225080 h 390545"/>
                <a:gd name="connsiteX64" fmla="*/ 623388 w 2912392"/>
                <a:gd name="connsiteY64" fmla="*/ 228601 h 390545"/>
                <a:gd name="connsiteX65" fmla="*/ 633129 w 2912392"/>
                <a:gd name="connsiteY65" fmla="*/ 232238 h 390545"/>
                <a:gd name="connsiteX66" fmla="*/ 642870 w 2912392"/>
                <a:gd name="connsiteY66" fmla="*/ 235984 h 390545"/>
                <a:gd name="connsiteX67" fmla="*/ 652610 w 2912392"/>
                <a:gd name="connsiteY67" fmla="*/ 239832 h 390545"/>
                <a:gd name="connsiteX68" fmla="*/ 662351 w 2912392"/>
                <a:gd name="connsiteY68" fmla="*/ 243773 h 390545"/>
                <a:gd name="connsiteX69" fmla="*/ 672092 w 2912392"/>
                <a:gd name="connsiteY69" fmla="*/ 247797 h 390545"/>
                <a:gd name="connsiteX70" fmla="*/ 681831 w 2912392"/>
                <a:gd name="connsiteY70" fmla="*/ 251896 h 390545"/>
                <a:gd name="connsiteX71" fmla="*/ 691572 w 2912392"/>
                <a:gd name="connsiteY71" fmla="*/ 256063 h 390545"/>
                <a:gd name="connsiteX72" fmla="*/ 701313 w 2912392"/>
                <a:gd name="connsiteY72" fmla="*/ 260287 h 390545"/>
                <a:gd name="connsiteX73" fmla="*/ 711052 w 2912392"/>
                <a:gd name="connsiteY73" fmla="*/ 264558 h 390545"/>
                <a:gd name="connsiteX74" fmla="*/ 720793 w 2912392"/>
                <a:gd name="connsiteY74" fmla="*/ 268870 h 390545"/>
                <a:gd name="connsiteX75" fmla="*/ 730534 w 2912392"/>
                <a:gd name="connsiteY75" fmla="*/ 273213 h 390545"/>
                <a:gd name="connsiteX76" fmla="*/ 740274 w 2912392"/>
                <a:gd name="connsiteY76" fmla="*/ 277578 h 390545"/>
                <a:gd name="connsiteX77" fmla="*/ 750015 w 2912392"/>
                <a:gd name="connsiteY77" fmla="*/ 281954 h 390545"/>
                <a:gd name="connsiteX78" fmla="*/ 759756 w 2912392"/>
                <a:gd name="connsiteY78" fmla="*/ 286336 h 390545"/>
                <a:gd name="connsiteX79" fmla="*/ 769495 w 2912392"/>
                <a:gd name="connsiteY79" fmla="*/ 290712 h 390545"/>
                <a:gd name="connsiteX80" fmla="*/ 779236 w 2912392"/>
                <a:gd name="connsiteY80" fmla="*/ 295074 h 390545"/>
                <a:gd name="connsiteX81" fmla="*/ 788977 w 2912392"/>
                <a:gd name="connsiteY81" fmla="*/ 299414 h 390545"/>
                <a:gd name="connsiteX82" fmla="*/ 798717 w 2912392"/>
                <a:gd name="connsiteY82" fmla="*/ 303723 h 390545"/>
                <a:gd name="connsiteX83" fmla="*/ 808458 w 2912392"/>
                <a:gd name="connsiteY83" fmla="*/ 307995 h 390545"/>
                <a:gd name="connsiteX84" fmla="*/ 818199 w 2912392"/>
                <a:gd name="connsiteY84" fmla="*/ 312219 h 390545"/>
                <a:gd name="connsiteX85" fmla="*/ 827938 w 2912392"/>
                <a:gd name="connsiteY85" fmla="*/ 316389 h 390545"/>
                <a:gd name="connsiteX86" fmla="*/ 837679 w 2912392"/>
                <a:gd name="connsiteY86" fmla="*/ 320498 h 390545"/>
                <a:gd name="connsiteX87" fmla="*/ 847420 w 2912392"/>
                <a:gd name="connsiteY87" fmla="*/ 324537 h 390545"/>
                <a:gd name="connsiteX88" fmla="*/ 857159 w 2912392"/>
                <a:gd name="connsiteY88" fmla="*/ 328502 h 390545"/>
                <a:gd name="connsiteX89" fmla="*/ 866900 w 2912392"/>
                <a:gd name="connsiteY89" fmla="*/ 332383 h 390545"/>
                <a:gd name="connsiteX90" fmla="*/ 876641 w 2912392"/>
                <a:gd name="connsiteY90" fmla="*/ 336176 h 390545"/>
                <a:gd name="connsiteX91" fmla="*/ 886381 w 2912392"/>
                <a:gd name="connsiteY91" fmla="*/ 339874 h 390545"/>
                <a:gd name="connsiteX92" fmla="*/ 896122 w 2912392"/>
                <a:gd name="connsiteY92" fmla="*/ 343471 h 390545"/>
                <a:gd name="connsiteX93" fmla="*/ 905863 w 2912392"/>
                <a:gd name="connsiteY93" fmla="*/ 346962 h 390545"/>
                <a:gd name="connsiteX94" fmla="*/ 915602 w 2912392"/>
                <a:gd name="connsiteY94" fmla="*/ 350342 h 390545"/>
                <a:gd name="connsiteX95" fmla="*/ 925343 w 2912392"/>
                <a:gd name="connsiteY95" fmla="*/ 353608 h 390545"/>
                <a:gd name="connsiteX96" fmla="*/ 935084 w 2912392"/>
                <a:gd name="connsiteY96" fmla="*/ 356752 h 390545"/>
                <a:gd name="connsiteX97" fmla="*/ 944824 w 2912392"/>
                <a:gd name="connsiteY97" fmla="*/ 359772 h 390545"/>
                <a:gd name="connsiteX98" fmla="*/ 954564 w 2912392"/>
                <a:gd name="connsiteY98" fmla="*/ 362665 h 390545"/>
                <a:gd name="connsiteX99" fmla="*/ 964305 w 2912392"/>
                <a:gd name="connsiteY99" fmla="*/ 365426 h 390545"/>
                <a:gd name="connsiteX100" fmla="*/ 974045 w 2912392"/>
                <a:gd name="connsiteY100" fmla="*/ 368051 h 390545"/>
                <a:gd name="connsiteX101" fmla="*/ 983786 w 2912392"/>
                <a:gd name="connsiteY101" fmla="*/ 370541 h 390545"/>
                <a:gd name="connsiteX102" fmla="*/ 993522 w 2912392"/>
                <a:gd name="connsiteY102" fmla="*/ 372890 h 390545"/>
                <a:gd name="connsiteX103" fmla="*/ 1003266 w 2912392"/>
                <a:gd name="connsiteY103" fmla="*/ 375097 h 390545"/>
                <a:gd name="connsiteX104" fmla="*/ 1013010 w 2912392"/>
                <a:gd name="connsiteY104" fmla="*/ 377160 h 390545"/>
                <a:gd name="connsiteX105" fmla="*/ 1022754 w 2912392"/>
                <a:gd name="connsiteY105" fmla="*/ 379078 h 390545"/>
                <a:gd name="connsiteX106" fmla="*/ 1032483 w 2912392"/>
                <a:gd name="connsiteY106" fmla="*/ 380849 h 390545"/>
                <a:gd name="connsiteX107" fmla="*/ 1042227 w 2912392"/>
                <a:gd name="connsiteY107" fmla="*/ 382472 h 390545"/>
                <a:gd name="connsiteX108" fmla="*/ 1051971 w 2912392"/>
                <a:gd name="connsiteY108" fmla="*/ 383947 h 390545"/>
                <a:gd name="connsiteX109" fmla="*/ 1061715 w 2912392"/>
                <a:gd name="connsiteY109" fmla="*/ 385273 h 390545"/>
                <a:gd name="connsiteX110" fmla="*/ 1071444 w 2912392"/>
                <a:gd name="connsiteY110" fmla="*/ 386450 h 390545"/>
                <a:gd name="connsiteX111" fmla="*/ 1081188 w 2912392"/>
                <a:gd name="connsiteY111" fmla="*/ 387478 h 390545"/>
                <a:gd name="connsiteX112" fmla="*/ 1090932 w 2912392"/>
                <a:gd name="connsiteY112" fmla="*/ 388357 h 390545"/>
                <a:gd name="connsiteX113" fmla="*/ 1100676 w 2912392"/>
                <a:gd name="connsiteY113" fmla="*/ 389087 h 390545"/>
                <a:gd name="connsiteX114" fmla="*/ 1110405 w 2912392"/>
                <a:gd name="connsiteY114" fmla="*/ 389671 h 390545"/>
                <a:gd name="connsiteX115" fmla="*/ 1120149 w 2912392"/>
                <a:gd name="connsiteY115" fmla="*/ 390106 h 390545"/>
                <a:gd name="connsiteX116" fmla="*/ 1129893 w 2912392"/>
                <a:gd name="connsiteY116" fmla="*/ 390397 h 390545"/>
                <a:gd name="connsiteX117" fmla="*/ 1139637 w 2912392"/>
                <a:gd name="connsiteY117" fmla="*/ 390543 h 390545"/>
                <a:gd name="connsiteX118" fmla="*/ 1149381 w 2912392"/>
                <a:gd name="connsiteY118" fmla="*/ 390546 h 390545"/>
                <a:gd name="connsiteX119" fmla="*/ 1159110 w 2912392"/>
                <a:gd name="connsiteY119" fmla="*/ 390407 h 390545"/>
                <a:gd name="connsiteX120" fmla="*/ 1168854 w 2912392"/>
                <a:gd name="connsiteY120" fmla="*/ 390128 h 390545"/>
                <a:gd name="connsiteX121" fmla="*/ 1178598 w 2912392"/>
                <a:gd name="connsiteY121" fmla="*/ 389711 h 390545"/>
                <a:gd name="connsiteX122" fmla="*/ 1188341 w 2912392"/>
                <a:gd name="connsiteY122" fmla="*/ 389160 h 390545"/>
                <a:gd name="connsiteX123" fmla="*/ 1198070 w 2912392"/>
                <a:gd name="connsiteY123" fmla="*/ 388473 h 390545"/>
                <a:gd name="connsiteX124" fmla="*/ 1207814 w 2912392"/>
                <a:gd name="connsiteY124" fmla="*/ 387657 h 390545"/>
                <a:gd name="connsiteX125" fmla="*/ 1217558 w 2912392"/>
                <a:gd name="connsiteY125" fmla="*/ 386711 h 390545"/>
                <a:gd name="connsiteX126" fmla="*/ 1227302 w 2912392"/>
                <a:gd name="connsiteY126" fmla="*/ 385638 h 390545"/>
                <a:gd name="connsiteX127" fmla="*/ 1237031 w 2912392"/>
                <a:gd name="connsiteY127" fmla="*/ 384441 h 390545"/>
                <a:gd name="connsiteX128" fmla="*/ 1246775 w 2912392"/>
                <a:gd name="connsiteY128" fmla="*/ 383124 h 390545"/>
                <a:gd name="connsiteX129" fmla="*/ 1256519 w 2912392"/>
                <a:gd name="connsiteY129" fmla="*/ 381690 h 390545"/>
                <a:gd name="connsiteX130" fmla="*/ 1266263 w 2912392"/>
                <a:gd name="connsiteY130" fmla="*/ 380140 h 390545"/>
                <a:gd name="connsiteX131" fmla="*/ 1276007 w 2912392"/>
                <a:gd name="connsiteY131" fmla="*/ 378477 h 390545"/>
                <a:gd name="connsiteX132" fmla="*/ 1285736 w 2912392"/>
                <a:gd name="connsiteY132" fmla="*/ 376706 h 390545"/>
                <a:gd name="connsiteX133" fmla="*/ 1295480 w 2912392"/>
                <a:gd name="connsiteY133" fmla="*/ 374829 h 390545"/>
                <a:gd name="connsiteX134" fmla="*/ 1305224 w 2912392"/>
                <a:gd name="connsiteY134" fmla="*/ 372850 h 390545"/>
                <a:gd name="connsiteX135" fmla="*/ 1314968 w 2912392"/>
                <a:gd name="connsiteY135" fmla="*/ 370772 h 390545"/>
                <a:gd name="connsiteX136" fmla="*/ 1324697 w 2912392"/>
                <a:gd name="connsiteY136" fmla="*/ 368598 h 390545"/>
                <a:gd name="connsiteX137" fmla="*/ 1334441 w 2912392"/>
                <a:gd name="connsiteY137" fmla="*/ 366332 h 390545"/>
                <a:gd name="connsiteX138" fmla="*/ 1344185 w 2912392"/>
                <a:gd name="connsiteY138" fmla="*/ 363979 h 390545"/>
                <a:gd name="connsiteX139" fmla="*/ 1353929 w 2912392"/>
                <a:gd name="connsiteY139" fmla="*/ 361542 h 390545"/>
                <a:gd name="connsiteX140" fmla="*/ 1363658 w 2912392"/>
                <a:gd name="connsiteY140" fmla="*/ 359022 h 390545"/>
                <a:gd name="connsiteX141" fmla="*/ 1373402 w 2912392"/>
                <a:gd name="connsiteY141" fmla="*/ 356428 h 390545"/>
                <a:gd name="connsiteX142" fmla="*/ 1383146 w 2912392"/>
                <a:gd name="connsiteY142" fmla="*/ 353760 h 390545"/>
                <a:gd name="connsiteX143" fmla="*/ 1392890 w 2912392"/>
                <a:gd name="connsiteY143" fmla="*/ 351025 h 390545"/>
                <a:gd name="connsiteX144" fmla="*/ 1402619 w 2912392"/>
                <a:gd name="connsiteY144" fmla="*/ 348225 h 390545"/>
                <a:gd name="connsiteX145" fmla="*/ 1412363 w 2912392"/>
                <a:gd name="connsiteY145" fmla="*/ 345364 h 390545"/>
                <a:gd name="connsiteX146" fmla="*/ 1422106 w 2912392"/>
                <a:gd name="connsiteY146" fmla="*/ 342449 h 390545"/>
                <a:gd name="connsiteX147" fmla="*/ 1431850 w 2912392"/>
                <a:gd name="connsiteY147" fmla="*/ 339481 h 390545"/>
                <a:gd name="connsiteX148" fmla="*/ 1441594 w 2912392"/>
                <a:gd name="connsiteY148" fmla="*/ 336467 h 390545"/>
                <a:gd name="connsiteX149" fmla="*/ 1451323 w 2912392"/>
                <a:gd name="connsiteY149" fmla="*/ 333409 h 390545"/>
                <a:gd name="connsiteX150" fmla="*/ 1461067 w 2912392"/>
                <a:gd name="connsiteY150" fmla="*/ 330315 h 390545"/>
                <a:gd name="connsiteX151" fmla="*/ 1470811 w 2912392"/>
                <a:gd name="connsiteY151" fmla="*/ 327188 h 390545"/>
                <a:gd name="connsiteX152" fmla="*/ 1480555 w 2912392"/>
                <a:gd name="connsiteY152" fmla="*/ 324031 h 390545"/>
                <a:gd name="connsiteX153" fmla="*/ 1490284 w 2912392"/>
                <a:gd name="connsiteY153" fmla="*/ 320850 h 390545"/>
                <a:gd name="connsiteX154" fmla="*/ 1500028 w 2912392"/>
                <a:gd name="connsiteY154" fmla="*/ 317649 h 390545"/>
                <a:gd name="connsiteX155" fmla="*/ 1509772 w 2912392"/>
                <a:gd name="connsiteY155" fmla="*/ 314434 h 390545"/>
                <a:gd name="connsiteX156" fmla="*/ 1519516 w 2912392"/>
                <a:gd name="connsiteY156" fmla="*/ 311208 h 390545"/>
                <a:gd name="connsiteX157" fmla="*/ 1529245 w 2912392"/>
                <a:gd name="connsiteY157" fmla="*/ 307978 h 390545"/>
                <a:gd name="connsiteX158" fmla="*/ 1538989 w 2912392"/>
                <a:gd name="connsiteY158" fmla="*/ 304748 h 390545"/>
                <a:gd name="connsiteX159" fmla="*/ 1548733 w 2912392"/>
                <a:gd name="connsiteY159" fmla="*/ 301521 h 390545"/>
                <a:gd name="connsiteX160" fmla="*/ 1558477 w 2912392"/>
                <a:gd name="connsiteY160" fmla="*/ 298303 h 390545"/>
                <a:gd name="connsiteX161" fmla="*/ 1568221 w 2912392"/>
                <a:gd name="connsiteY161" fmla="*/ 295098 h 390545"/>
                <a:gd name="connsiteX162" fmla="*/ 1577950 w 2912392"/>
                <a:gd name="connsiteY162" fmla="*/ 291913 h 390545"/>
                <a:gd name="connsiteX163" fmla="*/ 1587694 w 2912392"/>
                <a:gd name="connsiteY163" fmla="*/ 288748 h 390545"/>
                <a:gd name="connsiteX164" fmla="*/ 1597438 w 2912392"/>
                <a:gd name="connsiteY164" fmla="*/ 285611 h 390545"/>
                <a:gd name="connsiteX165" fmla="*/ 1607182 w 2912392"/>
                <a:gd name="connsiteY165" fmla="*/ 282504 h 390545"/>
                <a:gd name="connsiteX166" fmla="*/ 1616911 w 2912392"/>
                <a:gd name="connsiteY166" fmla="*/ 279432 h 390545"/>
                <a:gd name="connsiteX167" fmla="*/ 1626655 w 2912392"/>
                <a:gd name="connsiteY167" fmla="*/ 276400 h 390545"/>
                <a:gd name="connsiteX168" fmla="*/ 1636399 w 2912392"/>
                <a:gd name="connsiteY168" fmla="*/ 273410 h 390545"/>
                <a:gd name="connsiteX169" fmla="*/ 1646142 w 2912392"/>
                <a:gd name="connsiteY169" fmla="*/ 270467 h 390545"/>
                <a:gd name="connsiteX170" fmla="*/ 1655872 w 2912392"/>
                <a:gd name="connsiteY170" fmla="*/ 267575 h 390545"/>
                <a:gd name="connsiteX171" fmla="*/ 1665616 w 2912392"/>
                <a:gd name="connsiteY171" fmla="*/ 264739 h 390545"/>
                <a:gd name="connsiteX172" fmla="*/ 1675359 w 2912392"/>
                <a:gd name="connsiteY172" fmla="*/ 261957 h 390545"/>
                <a:gd name="connsiteX173" fmla="*/ 1685103 w 2912392"/>
                <a:gd name="connsiteY173" fmla="*/ 259236 h 390545"/>
                <a:gd name="connsiteX174" fmla="*/ 1694832 w 2912392"/>
                <a:gd name="connsiteY174" fmla="*/ 256578 h 390545"/>
                <a:gd name="connsiteX175" fmla="*/ 1704576 w 2912392"/>
                <a:gd name="connsiteY175" fmla="*/ 253986 h 390545"/>
                <a:gd name="connsiteX176" fmla="*/ 1714320 w 2912392"/>
                <a:gd name="connsiteY176" fmla="*/ 251461 h 390545"/>
                <a:gd name="connsiteX177" fmla="*/ 1724064 w 2912392"/>
                <a:gd name="connsiteY177" fmla="*/ 249007 h 390545"/>
                <a:gd name="connsiteX178" fmla="*/ 1733808 w 2912392"/>
                <a:gd name="connsiteY178" fmla="*/ 246623 h 390545"/>
                <a:gd name="connsiteX179" fmla="*/ 1743537 w 2912392"/>
                <a:gd name="connsiteY179" fmla="*/ 244314 h 390545"/>
                <a:gd name="connsiteX180" fmla="*/ 1753281 w 2912392"/>
                <a:gd name="connsiteY180" fmla="*/ 242079 h 390545"/>
                <a:gd name="connsiteX181" fmla="*/ 1763025 w 2912392"/>
                <a:gd name="connsiteY181" fmla="*/ 239918 h 390545"/>
                <a:gd name="connsiteX182" fmla="*/ 1772769 w 2912392"/>
                <a:gd name="connsiteY182" fmla="*/ 237835 h 390545"/>
                <a:gd name="connsiteX183" fmla="*/ 1782498 w 2912392"/>
                <a:gd name="connsiteY183" fmla="*/ 235829 h 390545"/>
                <a:gd name="connsiteX184" fmla="*/ 1792242 w 2912392"/>
                <a:gd name="connsiteY184" fmla="*/ 233899 h 390545"/>
                <a:gd name="connsiteX185" fmla="*/ 1801986 w 2912392"/>
                <a:gd name="connsiteY185" fmla="*/ 232046 h 390545"/>
                <a:gd name="connsiteX186" fmla="*/ 1811730 w 2912392"/>
                <a:gd name="connsiteY186" fmla="*/ 230268 h 390545"/>
                <a:gd name="connsiteX187" fmla="*/ 1821459 w 2912392"/>
                <a:gd name="connsiteY187" fmla="*/ 228567 h 390545"/>
                <a:gd name="connsiteX188" fmla="*/ 1831203 w 2912392"/>
                <a:gd name="connsiteY188" fmla="*/ 226940 h 390545"/>
                <a:gd name="connsiteX189" fmla="*/ 1840947 w 2912392"/>
                <a:gd name="connsiteY189" fmla="*/ 225386 h 390545"/>
                <a:gd name="connsiteX190" fmla="*/ 1850691 w 2912392"/>
                <a:gd name="connsiteY190" fmla="*/ 223903 h 390545"/>
                <a:gd name="connsiteX191" fmla="*/ 1860435 w 2912392"/>
                <a:gd name="connsiteY191" fmla="*/ 222490 h 390545"/>
                <a:gd name="connsiteX192" fmla="*/ 1870164 w 2912392"/>
                <a:gd name="connsiteY192" fmla="*/ 221144 h 390545"/>
                <a:gd name="connsiteX193" fmla="*/ 1879908 w 2912392"/>
                <a:gd name="connsiteY193" fmla="*/ 219864 h 390545"/>
                <a:gd name="connsiteX194" fmla="*/ 1889652 w 2912392"/>
                <a:gd name="connsiteY194" fmla="*/ 218646 h 390545"/>
                <a:gd name="connsiteX195" fmla="*/ 1899395 w 2912392"/>
                <a:gd name="connsiteY195" fmla="*/ 217488 h 390545"/>
                <a:gd name="connsiteX196" fmla="*/ 1909124 w 2912392"/>
                <a:gd name="connsiteY196" fmla="*/ 216385 h 390545"/>
                <a:gd name="connsiteX197" fmla="*/ 1918868 w 2912392"/>
                <a:gd name="connsiteY197" fmla="*/ 215336 h 390545"/>
                <a:gd name="connsiteX198" fmla="*/ 1928612 w 2912392"/>
                <a:gd name="connsiteY198" fmla="*/ 214337 h 390545"/>
                <a:gd name="connsiteX199" fmla="*/ 1938356 w 2912392"/>
                <a:gd name="connsiteY199" fmla="*/ 213383 h 390545"/>
                <a:gd name="connsiteX200" fmla="*/ 1948085 w 2912392"/>
                <a:gd name="connsiteY200" fmla="*/ 212473 h 390545"/>
                <a:gd name="connsiteX201" fmla="*/ 1957829 w 2912392"/>
                <a:gd name="connsiteY201" fmla="*/ 211600 h 390545"/>
                <a:gd name="connsiteX202" fmla="*/ 1967573 w 2912392"/>
                <a:gd name="connsiteY202" fmla="*/ 210760 h 390545"/>
                <a:gd name="connsiteX203" fmla="*/ 1977317 w 2912392"/>
                <a:gd name="connsiteY203" fmla="*/ 209951 h 390545"/>
                <a:gd name="connsiteX204" fmla="*/ 1987046 w 2912392"/>
                <a:gd name="connsiteY204" fmla="*/ 209168 h 390545"/>
                <a:gd name="connsiteX205" fmla="*/ 1996790 w 2912392"/>
                <a:gd name="connsiteY205" fmla="*/ 208406 h 390545"/>
                <a:gd name="connsiteX206" fmla="*/ 2006534 w 2912392"/>
                <a:gd name="connsiteY206" fmla="*/ 207661 h 390545"/>
                <a:gd name="connsiteX207" fmla="*/ 2016278 w 2912392"/>
                <a:gd name="connsiteY207" fmla="*/ 206929 h 390545"/>
                <a:gd name="connsiteX208" fmla="*/ 2026022 w 2912392"/>
                <a:gd name="connsiteY208" fmla="*/ 206205 h 390545"/>
                <a:gd name="connsiteX209" fmla="*/ 2035751 w 2912392"/>
                <a:gd name="connsiteY209" fmla="*/ 205484 h 390545"/>
                <a:gd name="connsiteX210" fmla="*/ 2045495 w 2912392"/>
                <a:gd name="connsiteY210" fmla="*/ 204764 h 390545"/>
                <a:gd name="connsiteX211" fmla="*/ 2055239 w 2912392"/>
                <a:gd name="connsiteY211" fmla="*/ 204039 h 390545"/>
                <a:gd name="connsiteX212" fmla="*/ 2064983 w 2912392"/>
                <a:gd name="connsiteY212" fmla="*/ 203304 h 390545"/>
                <a:gd name="connsiteX213" fmla="*/ 2074712 w 2912392"/>
                <a:gd name="connsiteY213" fmla="*/ 202558 h 390545"/>
                <a:gd name="connsiteX214" fmla="*/ 2084456 w 2912392"/>
                <a:gd name="connsiteY214" fmla="*/ 201795 h 390545"/>
                <a:gd name="connsiteX215" fmla="*/ 2094200 w 2912392"/>
                <a:gd name="connsiteY215" fmla="*/ 201011 h 390545"/>
                <a:gd name="connsiteX216" fmla="*/ 2103944 w 2912392"/>
                <a:gd name="connsiteY216" fmla="*/ 200204 h 390545"/>
                <a:gd name="connsiteX217" fmla="*/ 2113673 w 2912392"/>
                <a:gd name="connsiteY217" fmla="*/ 199369 h 390545"/>
                <a:gd name="connsiteX218" fmla="*/ 2123417 w 2912392"/>
                <a:gd name="connsiteY218" fmla="*/ 198504 h 390545"/>
                <a:gd name="connsiteX219" fmla="*/ 2133161 w 2912392"/>
                <a:gd name="connsiteY219" fmla="*/ 197604 h 390545"/>
                <a:gd name="connsiteX220" fmla="*/ 2142905 w 2912392"/>
                <a:gd name="connsiteY220" fmla="*/ 196668 h 390545"/>
                <a:gd name="connsiteX221" fmla="*/ 2152649 w 2912392"/>
                <a:gd name="connsiteY221" fmla="*/ 195692 h 390545"/>
                <a:gd name="connsiteX222" fmla="*/ 2162377 w 2912392"/>
                <a:gd name="connsiteY222" fmla="*/ 194676 h 390545"/>
                <a:gd name="connsiteX223" fmla="*/ 2172121 w 2912392"/>
                <a:gd name="connsiteY223" fmla="*/ 193615 h 390545"/>
                <a:gd name="connsiteX224" fmla="*/ 2181865 w 2912392"/>
                <a:gd name="connsiteY224" fmla="*/ 192510 h 390545"/>
                <a:gd name="connsiteX225" fmla="*/ 2191609 w 2912392"/>
                <a:gd name="connsiteY225" fmla="*/ 191358 h 390545"/>
                <a:gd name="connsiteX226" fmla="*/ 2201338 w 2912392"/>
                <a:gd name="connsiteY226" fmla="*/ 190157 h 390545"/>
                <a:gd name="connsiteX227" fmla="*/ 2211082 w 2912392"/>
                <a:gd name="connsiteY227" fmla="*/ 188906 h 390545"/>
                <a:gd name="connsiteX228" fmla="*/ 2220826 w 2912392"/>
                <a:gd name="connsiteY228" fmla="*/ 187605 h 390545"/>
                <a:gd name="connsiteX229" fmla="*/ 2230570 w 2912392"/>
                <a:gd name="connsiteY229" fmla="*/ 186252 h 390545"/>
                <a:gd name="connsiteX230" fmla="*/ 2240299 w 2912392"/>
                <a:gd name="connsiteY230" fmla="*/ 184849 h 390545"/>
                <a:gd name="connsiteX231" fmla="*/ 2250043 w 2912392"/>
                <a:gd name="connsiteY231" fmla="*/ 183395 h 390545"/>
                <a:gd name="connsiteX232" fmla="*/ 2259787 w 2912392"/>
                <a:gd name="connsiteY232" fmla="*/ 181888 h 390545"/>
                <a:gd name="connsiteX233" fmla="*/ 2269531 w 2912392"/>
                <a:gd name="connsiteY233" fmla="*/ 180331 h 390545"/>
                <a:gd name="connsiteX234" fmla="*/ 2279260 w 2912392"/>
                <a:gd name="connsiteY234" fmla="*/ 178724 h 390545"/>
                <a:gd name="connsiteX235" fmla="*/ 2289004 w 2912392"/>
                <a:gd name="connsiteY235" fmla="*/ 177067 h 390545"/>
                <a:gd name="connsiteX236" fmla="*/ 2298748 w 2912392"/>
                <a:gd name="connsiteY236" fmla="*/ 175361 h 390545"/>
                <a:gd name="connsiteX237" fmla="*/ 2308492 w 2912392"/>
                <a:gd name="connsiteY237" fmla="*/ 173609 h 390545"/>
                <a:gd name="connsiteX238" fmla="*/ 2318236 w 2912392"/>
                <a:gd name="connsiteY238" fmla="*/ 171809 h 390545"/>
                <a:gd name="connsiteX239" fmla="*/ 2327965 w 2912392"/>
                <a:gd name="connsiteY239" fmla="*/ 169966 h 390545"/>
                <a:gd name="connsiteX240" fmla="*/ 2337709 w 2912392"/>
                <a:gd name="connsiteY240" fmla="*/ 168080 h 390545"/>
                <a:gd name="connsiteX241" fmla="*/ 2347453 w 2912392"/>
                <a:gd name="connsiteY241" fmla="*/ 166152 h 390545"/>
                <a:gd name="connsiteX242" fmla="*/ 2357197 w 2912392"/>
                <a:gd name="connsiteY242" fmla="*/ 164184 h 390545"/>
                <a:gd name="connsiteX243" fmla="*/ 2366926 w 2912392"/>
                <a:gd name="connsiteY243" fmla="*/ 162180 h 390545"/>
                <a:gd name="connsiteX244" fmla="*/ 2376670 w 2912392"/>
                <a:gd name="connsiteY244" fmla="*/ 160139 h 390545"/>
                <a:gd name="connsiteX245" fmla="*/ 2386413 w 2912392"/>
                <a:gd name="connsiteY245" fmla="*/ 158065 h 390545"/>
                <a:gd name="connsiteX246" fmla="*/ 2396157 w 2912392"/>
                <a:gd name="connsiteY246" fmla="*/ 155958 h 390545"/>
                <a:gd name="connsiteX247" fmla="*/ 2405886 w 2912392"/>
                <a:gd name="connsiteY247" fmla="*/ 153822 h 390545"/>
                <a:gd name="connsiteX248" fmla="*/ 2415630 w 2912392"/>
                <a:gd name="connsiteY248" fmla="*/ 151658 h 390545"/>
                <a:gd name="connsiteX249" fmla="*/ 2425374 w 2912392"/>
                <a:gd name="connsiteY249" fmla="*/ 149468 h 390545"/>
                <a:gd name="connsiteX250" fmla="*/ 2435118 w 2912392"/>
                <a:gd name="connsiteY250" fmla="*/ 147254 h 390545"/>
                <a:gd name="connsiteX251" fmla="*/ 2444862 w 2912392"/>
                <a:gd name="connsiteY251" fmla="*/ 145018 h 390545"/>
                <a:gd name="connsiteX252" fmla="*/ 2454591 w 2912392"/>
                <a:gd name="connsiteY252" fmla="*/ 142761 h 390545"/>
                <a:gd name="connsiteX253" fmla="*/ 2464335 w 2912392"/>
                <a:gd name="connsiteY253" fmla="*/ 140483 h 390545"/>
                <a:gd name="connsiteX254" fmla="*/ 2474079 w 2912392"/>
                <a:gd name="connsiteY254" fmla="*/ 138188 h 390545"/>
                <a:gd name="connsiteX255" fmla="*/ 2483823 w 2912392"/>
                <a:gd name="connsiteY255" fmla="*/ 135876 h 390545"/>
                <a:gd name="connsiteX256" fmla="*/ 2493552 w 2912392"/>
                <a:gd name="connsiteY256" fmla="*/ 133547 h 390545"/>
                <a:gd name="connsiteX257" fmla="*/ 2503296 w 2912392"/>
                <a:gd name="connsiteY257" fmla="*/ 131203 h 390545"/>
                <a:gd name="connsiteX258" fmla="*/ 2513040 w 2912392"/>
                <a:gd name="connsiteY258" fmla="*/ 128845 h 390545"/>
                <a:gd name="connsiteX259" fmla="*/ 2522784 w 2912392"/>
                <a:gd name="connsiteY259" fmla="*/ 126472 h 390545"/>
                <a:gd name="connsiteX260" fmla="*/ 2532513 w 2912392"/>
                <a:gd name="connsiteY260" fmla="*/ 124085 h 390545"/>
                <a:gd name="connsiteX261" fmla="*/ 2542257 w 2912392"/>
                <a:gd name="connsiteY261" fmla="*/ 121683 h 390545"/>
                <a:gd name="connsiteX262" fmla="*/ 2552001 w 2912392"/>
                <a:gd name="connsiteY262" fmla="*/ 119268 h 390545"/>
                <a:gd name="connsiteX263" fmla="*/ 2561745 w 2912392"/>
                <a:gd name="connsiteY263" fmla="*/ 116836 h 390545"/>
                <a:gd name="connsiteX264" fmla="*/ 2571474 w 2912392"/>
                <a:gd name="connsiteY264" fmla="*/ 114388 h 390545"/>
                <a:gd name="connsiteX265" fmla="*/ 2581218 w 2912392"/>
                <a:gd name="connsiteY265" fmla="*/ 111923 h 390545"/>
                <a:gd name="connsiteX266" fmla="*/ 2590962 w 2912392"/>
                <a:gd name="connsiteY266" fmla="*/ 109440 h 390545"/>
                <a:gd name="connsiteX267" fmla="*/ 2600705 w 2912392"/>
                <a:gd name="connsiteY267" fmla="*/ 106936 h 390545"/>
                <a:gd name="connsiteX268" fmla="*/ 2610449 w 2912392"/>
                <a:gd name="connsiteY268" fmla="*/ 104411 h 390545"/>
                <a:gd name="connsiteX269" fmla="*/ 2620178 w 2912392"/>
                <a:gd name="connsiteY269" fmla="*/ 101861 h 390545"/>
                <a:gd name="connsiteX270" fmla="*/ 2629922 w 2912392"/>
                <a:gd name="connsiteY270" fmla="*/ 99287 h 390545"/>
                <a:gd name="connsiteX271" fmla="*/ 2639666 w 2912392"/>
                <a:gd name="connsiteY271" fmla="*/ 96683 h 390545"/>
                <a:gd name="connsiteX272" fmla="*/ 2649410 w 2912392"/>
                <a:gd name="connsiteY272" fmla="*/ 94048 h 390545"/>
                <a:gd name="connsiteX273" fmla="*/ 2659139 w 2912392"/>
                <a:gd name="connsiteY273" fmla="*/ 91380 h 390545"/>
                <a:gd name="connsiteX274" fmla="*/ 2668883 w 2912392"/>
                <a:gd name="connsiteY274" fmla="*/ 88673 h 390545"/>
                <a:gd name="connsiteX275" fmla="*/ 2678627 w 2912392"/>
                <a:gd name="connsiteY275" fmla="*/ 85928 h 390545"/>
                <a:gd name="connsiteX276" fmla="*/ 2688371 w 2912392"/>
                <a:gd name="connsiteY276" fmla="*/ 83139 h 390545"/>
                <a:gd name="connsiteX277" fmla="*/ 2698100 w 2912392"/>
                <a:gd name="connsiteY277" fmla="*/ 80304 h 390545"/>
                <a:gd name="connsiteX278" fmla="*/ 2707844 w 2912392"/>
                <a:gd name="connsiteY278" fmla="*/ 77420 h 390545"/>
                <a:gd name="connsiteX279" fmla="*/ 2717588 w 2912392"/>
                <a:gd name="connsiteY279" fmla="*/ 74480 h 390545"/>
                <a:gd name="connsiteX280" fmla="*/ 2727332 w 2912392"/>
                <a:gd name="connsiteY280" fmla="*/ 71485 h 390545"/>
                <a:gd name="connsiteX281" fmla="*/ 2737076 w 2912392"/>
                <a:gd name="connsiteY281" fmla="*/ 68431 h 390545"/>
                <a:gd name="connsiteX282" fmla="*/ 2746805 w 2912392"/>
                <a:gd name="connsiteY282" fmla="*/ 65311 h 390545"/>
                <a:gd name="connsiteX283" fmla="*/ 2756549 w 2912392"/>
                <a:gd name="connsiteY283" fmla="*/ 62126 h 390545"/>
                <a:gd name="connsiteX284" fmla="*/ 2766293 w 2912392"/>
                <a:gd name="connsiteY284" fmla="*/ 58870 h 390545"/>
                <a:gd name="connsiteX285" fmla="*/ 2776037 w 2912392"/>
                <a:gd name="connsiteY285" fmla="*/ 55542 h 390545"/>
                <a:gd name="connsiteX286" fmla="*/ 2785766 w 2912392"/>
                <a:gd name="connsiteY286" fmla="*/ 52138 h 390545"/>
                <a:gd name="connsiteX287" fmla="*/ 2795510 w 2912392"/>
                <a:gd name="connsiteY287" fmla="*/ 48653 h 390545"/>
                <a:gd name="connsiteX288" fmla="*/ 2805254 w 2912392"/>
                <a:gd name="connsiteY288" fmla="*/ 45087 h 390545"/>
                <a:gd name="connsiteX289" fmla="*/ 2814998 w 2912392"/>
                <a:gd name="connsiteY289" fmla="*/ 41437 h 390545"/>
                <a:gd name="connsiteX290" fmla="*/ 2824727 w 2912392"/>
                <a:gd name="connsiteY290" fmla="*/ 37700 h 390545"/>
                <a:gd name="connsiteX291" fmla="*/ 2834471 w 2912392"/>
                <a:gd name="connsiteY291" fmla="*/ 33876 h 390545"/>
                <a:gd name="connsiteX292" fmla="*/ 2844215 w 2912392"/>
                <a:gd name="connsiteY292" fmla="*/ 29962 h 390545"/>
                <a:gd name="connsiteX293" fmla="*/ 2853958 w 2912392"/>
                <a:gd name="connsiteY293" fmla="*/ 25957 h 390545"/>
                <a:gd name="connsiteX294" fmla="*/ 2863687 w 2912392"/>
                <a:gd name="connsiteY294" fmla="*/ 21860 h 390545"/>
                <a:gd name="connsiteX295" fmla="*/ 2873431 w 2912392"/>
                <a:gd name="connsiteY295" fmla="*/ 17672 h 390545"/>
                <a:gd name="connsiteX296" fmla="*/ 2883175 w 2912392"/>
                <a:gd name="connsiteY296" fmla="*/ 13390 h 390545"/>
                <a:gd name="connsiteX297" fmla="*/ 2892919 w 2912392"/>
                <a:gd name="connsiteY297" fmla="*/ 9017 h 390545"/>
                <a:gd name="connsiteX298" fmla="*/ 2902663 w 2912392"/>
                <a:gd name="connsiteY298" fmla="*/ 4553 h 390545"/>
                <a:gd name="connsiteX299" fmla="*/ 2912392 w 2912392"/>
                <a:gd name="connsiteY299" fmla="*/ 0 h 390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90545">
                  <a:moveTo>
                    <a:pt x="0" y="256370"/>
                  </a:moveTo>
                  <a:lnTo>
                    <a:pt x="9739" y="256225"/>
                  </a:lnTo>
                  <a:lnTo>
                    <a:pt x="19480" y="255872"/>
                  </a:lnTo>
                  <a:lnTo>
                    <a:pt x="29221" y="255319"/>
                  </a:lnTo>
                  <a:lnTo>
                    <a:pt x="38961" y="254574"/>
                  </a:lnTo>
                  <a:lnTo>
                    <a:pt x="48702" y="253646"/>
                  </a:lnTo>
                  <a:lnTo>
                    <a:pt x="58443" y="252542"/>
                  </a:lnTo>
                  <a:lnTo>
                    <a:pt x="68182" y="251273"/>
                  </a:lnTo>
                  <a:lnTo>
                    <a:pt x="77923" y="249848"/>
                  </a:lnTo>
                  <a:lnTo>
                    <a:pt x="87664" y="248278"/>
                  </a:lnTo>
                  <a:lnTo>
                    <a:pt x="97404" y="246572"/>
                  </a:lnTo>
                  <a:lnTo>
                    <a:pt x="107145" y="244741"/>
                  </a:lnTo>
                  <a:lnTo>
                    <a:pt x="116886" y="242798"/>
                  </a:lnTo>
                  <a:lnTo>
                    <a:pt x="126625" y="240753"/>
                  </a:lnTo>
                  <a:lnTo>
                    <a:pt x="136366" y="238616"/>
                  </a:lnTo>
                  <a:lnTo>
                    <a:pt x="146107" y="236401"/>
                  </a:lnTo>
                  <a:lnTo>
                    <a:pt x="155846" y="234120"/>
                  </a:lnTo>
                  <a:lnTo>
                    <a:pt x="165587" y="231782"/>
                  </a:lnTo>
                  <a:lnTo>
                    <a:pt x="175328" y="229401"/>
                  </a:lnTo>
                  <a:lnTo>
                    <a:pt x="185068" y="226990"/>
                  </a:lnTo>
                  <a:lnTo>
                    <a:pt x="194809" y="224559"/>
                  </a:lnTo>
                  <a:lnTo>
                    <a:pt x="204550" y="222122"/>
                  </a:lnTo>
                  <a:lnTo>
                    <a:pt x="214289" y="219689"/>
                  </a:lnTo>
                  <a:lnTo>
                    <a:pt x="224030" y="217272"/>
                  </a:lnTo>
                  <a:lnTo>
                    <a:pt x="233771" y="214884"/>
                  </a:lnTo>
                  <a:lnTo>
                    <a:pt x="243510" y="212535"/>
                  </a:lnTo>
                  <a:lnTo>
                    <a:pt x="253251" y="210238"/>
                  </a:lnTo>
                  <a:lnTo>
                    <a:pt x="262992" y="208002"/>
                  </a:lnTo>
                  <a:lnTo>
                    <a:pt x="272732" y="205838"/>
                  </a:lnTo>
                  <a:lnTo>
                    <a:pt x="282473" y="203758"/>
                  </a:lnTo>
                  <a:lnTo>
                    <a:pt x="292214" y="201771"/>
                  </a:lnTo>
                  <a:lnTo>
                    <a:pt x="301953" y="199886"/>
                  </a:lnTo>
                  <a:lnTo>
                    <a:pt x="311694" y="198113"/>
                  </a:lnTo>
                  <a:lnTo>
                    <a:pt x="321435" y="196461"/>
                  </a:lnTo>
                  <a:lnTo>
                    <a:pt x="331175" y="194940"/>
                  </a:lnTo>
                  <a:lnTo>
                    <a:pt x="340916" y="193554"/>
                  </a:lnTo>
                  <a:lnTo>
                    <a:pt x="350656" y="192313"/>
                  </a:lnTo>
                  <a:lnTo>
                    <a:pt x="360396" y="191222"/>
                  </a:lnTo>
                  <a:lnTo>
                    <a:pt x="370137" y="190291"/>
                  </a:lnTo>
                  <a:lnTo>
                    <a:pt x="379878" y="189524"/>
                  </a:lnTo>
                  <a:lnTo>
                    <a:pt x="389617" y="188925"/>
                  </a:lnTo>
                  <a:lnTo>
                    <a:pt x="399358" y="188499"/>
                  </a:lnTo>
                  <a:lnTo>
                    <a:pt x="409099" y="188252"/>
                  </a:lnTo>
                  <a:lnTo>
                    <a:pt x="418839" y="188185"/>
                  </a:lnTo>
                  <a:lnTo>
                    <a:pt x="428580" y="188302"/>
                  </a:lnTo>
                  <a:lnTo>
                    <a:pt x="438321" y="188606"/>
                  </a:lnTo>
                  <a:lnTo>
                    <a:pt x="448060" y="189099"/>
                  </a:lnTo>
                  <a:lnTo>
                    <a:pt x="457801" y="189780"/>
                  </a:lnTo>
                  <a:lnTo>
                    <a:pt x="467542" y="190652"/>
                  </a:lnTo>
                  <a:lnTo>
                    <a:pt x="477281" y="191713"/>
                  </a:lnTo>
                  <a:lnTo>
                    <a:pt x="487022" y="192963"/>
                  </a:lnTo>
                  <a:lnTo>
                    <a:pt x="496763" y="194400"/>
                  </a:lnTo>
                  <a:lnTo>
                    <a:pt x="506503" y="196023"/>
                  </a:lnTo>
                  <a:lnTo>
                    <a:pt x="516244" y="197830"/>
                  </a:lnTo>
                  <a:lnTo>
                    <a:pt x="525985" y="199816"/>
                  </a:lnTo>
                  <a:lnTo>
                    <a:pt x="535724" y="201981"/>
                  </a:lnTo>
                  <a:lnTo>
                    <a:pt x="545465" y="204317"/>
                  </a:lnTo>
                  <a:lnTo>
                    <a:pt x="555206" y="206823"/>
                  </a:lnTo>
                  <a:lnTo>
                    <a:pt x="564946" y="209492"/>
                  </a:lnTo>
                  <a:lnTo>
                    <a:pt x="574687" y="212318"/>
                  </a:lnTo>
                  <a:lnTo>
                    <a:pt x="584428" y="215296"/>
                  </a:lnTo>
                  <a:lnTo>
                    <a:pt x="594167" y="218421"/>
                  </a:lnTo>
                  <a:lnTo>
                    <a:pt x="603908" y="221685"/>
                  </a:lnTo>
                  <a:lnTo>
                    <a:pt x="613649" y="225080"/>
                  </a:lnTo>
                  <a:lnTo>
                    <a:pt x="623388" y="228601"/>
                  </a:lnTo>
                  <a:lnTo>
                    <a:pt x="633129" y="232238"/>
                  </a:lnTo>
                  <a:lnTo>
                    <a:pt x="642870" y="235984"/>
                  </a:lnTo>
                  <a:lnTo>
                    <a:pt x="652610" y="239832"/>
                  </a:lnTo>
                  <a:lnTo>
                    <a:pt x="662351" y="243773"/>
                  </a:lnTo>
                  <a:lnTo>
                    <a:pt x="672092" y="247797"/>
                  </a:lnTo>
                  <a:lnTo>
                    <a:pt x="681831" y="251896"/>
                  </a:lnTo>
                  <a:lnTo>
                    <a:pt x="691572" y="256063"/>
                  </a:lnTo>
                  <a:lnTo>
                    <a:pt x="701313" y="260287"/>
                  </a:lnTo>
                  <a:lnTo>
                    <a:pt x="711052" y="264558"/>
                  </a:lnTo>
                  <a:lnTo>
                    <a:pt x="720793" y="268870"/>
                  </a:lnTo>
                  <a:lnTo>
                    <a:pt x="730534" y="273213"/>
                  </a:lnTo>
                  <a:lnTo>
                    <a:pt x="740274" y="277578"/>
                  </a:lnTo>
                  <a:lnTo>
                    <a:pt x="750015" y="281954"/>
                  </a:lnTo>
                  <a:lnTo>
                    <a:pt x="759756" y="286336"/>
                  </a:lnTo>
                  <a:lnTo>
                    <a:pt x="769495" y="290712"/>
                  </a:lnTo>
                  <a:lnTo>
                    <a:pt x="779236" y="295074"/>
                  </a:lnTo>
                  <a:lnTo>
                    <a:pt x="788977" y="299414"/>
                  </a:lnTo>
                  <a:lnTo>
                    <a:pt x="798717" y="303723"/>
                  </a:lnTo>
                  <a:lnTo>
                    <a:pt x="808458" y="307995"/>
                  </a:lnTo>
                  <a:lnTo>
                    <a:pt x="818199" y="312219"/>
                  </a:lnTo>
                  <a:lnTo>
                    <a:pt x="827938" y="316389"/>
                  </a:lnTo>
                  <a:lnTo>
                    <a:pt x="837679" y="320498"/>
                  </a:lnTo>
                  <a:lnTo>
                    <a:pt x="847420" y="324537"/>
                  </a:lnTo>
                  <a:lnTo>
                    <a:pt x="857159" y="328502"/>
                  </a:lnTo>
                  <a:lnTo>
                    <a:pt x="866900" y="332383"/>
                  </a:lnTo>
                  <a:lnTo>
                    <a:pt x="876641" y="336176"/>
                  </a:lnTo>
                  <a:lnTo>
                    <a:pt x="886381" y="339874"/>
                  </a:lnTo>
                  <a:lnTo>
                    <a:pt x="896122" y="343471"/>
                  </a:lnTo>
                  <a:lnTo>
                    <a:pt x="905863" y="346962"/>
                  </a:lnTo>
                  <a:lnTo>
                    <a:pt x="915602" y="350342"/>
                  </a:lnTo>
                  <a:lnTo>
                    <a:pt x="925343" y="353608"/>
                  </a:lnTo>
                  <a:lnTo>
                    <a:pt x="935084" y="356752"/>
                  </a:lnTo>
                  <a:lnTo>
                    <a:pt x="944824" y="359772"/>
                  </a:lnTo>
                  <a:lnTo>
                    <a:pt x="954564" y="362665"/>
                  </a:lnTo>
                  <a:lnTo>
                    <a:pt x="964305" y="365426"/>
                  </a:lnTo>
                  <a:lnTo>
                    <a:pt x="974045" y="368051"/>
                  </a:lnTo>
                  <a:lnTo>
                    <a:pt x="983786" y="370541"/>
                  </a:lnTo>
                  <a:lnTo>
                    <a:pt x="993522" y="372890"/>
                  </a:lnTo>
                  <a:lnTo>
                    <a:pt x="1003266" y="375097"/>
                  </a:lnTo>
                  <a:lnTo>
                    <a:pt x="1013010" y="377160"/>
                  </a:lnTo>
                  <a:lnTo>
                    <a:pt x="1022754" y="379078"/>
                  </a:lnTo>
                  <a:lnTo>
                    <a:pt x="1032483" y="380849"/>
                  </a:lnTo>
                  <a:lnTo>
                    <a:pt x="1042227" y="382472"/>
                  </a:lnTo>
                  <a:lnTo>
                    <a:pt x="1051971" y="383947"/>
                  </a:lnTo>
                  <a:lnTo>
                    <a:pt x="1061715" y="385273"/>
                  </a:lnTo>
                  <a:lnTo>
                    <a:pt x="1071444" y="386450"/>
                  </a:lnTo>
                  <a:lnTo>
                    <a:pt x="1081188" y="387478"/>
                  </a:lnTo>
                  <a:lnTo>
                    <a:pt x="1090932" y="388357"/>
                  </a:lnTo>
                  <a:lnTo>
                    <a:pt x="1100676" y="389087"/>
                  </a:lnTo>
                  <a:lnTo>
                    <a:pt x="1110405" y="389671"/>
                  </a:lnTo>
                  <a:lnTo>
                    <a:pt x="1120149" y="390106"/>
                  </a:lnTo>
                  <a:lnTo>
                    <a:pt x="1129893" y="390397"/>
                  </a:lnTo>
                  <a:lnTo>
                    <a:pt x="1139637" y="390543"/>
                  </a:lnTo>
                  <a:lnTo>
                    <a:pt x="1149381" y="390546"/>
                  </a:lnTo>
                  <a:lnTo>
                    <a:pt x="1159110" y="390407"/>
                  </a:lnTo>
                  <a:lnTo>
                    <a:pt x="1168854" y="390128"/>
                  </a:lnTo>
                  <a:lnTo>
                    <a:pt x="1178598" y="389711"/>
                  </a:lnTo>
                  <a:lnTo>
                    <a:pt x="1188341" y="389160"/>
                  </a:lnTo>
                  <a:lnTo>
                    <a:pt x="1198070" y="388473"/>
                  </a:lnTo>
                  <a:lnTo>
                    <a:pt x="1207814" y="387657"/>
                  </a:lnTo>
                  <a:lnTo>
                    <a:pt x="1217558" y="386711"/>
                  </a:lnTo>
                  <a:lnTo>
                    <a:pt x="1227302" y="385638"/>
                  </a:lnTo>
                  <a:lnTo>
                    <a:pt x="1237031" y="384441"/>
                  </a:lnTo>
                  <a:lnTo>
                    <a:pt x="1246775" y="383124"/>
                  </a:lnTo>
                  <a:lnTo>
                    <a:pt x="1256519" y="381690"/>
                  </a:lnTo>
                  <a:lnTo>
                    <a:pt x="1266263" y="380140"/>
                  </a:lnTo>
                  <a:lnTo>
                    <a:pt x="1276007" y="378477"/>
                  </a:lnTo>
                  <a:lnTo>
                    <a:pt x="1285736" y="376706"/>
                  </a:lnTo>
                  <a:lnTo>
                    <a:pt x="1295480" y="374829"/>
                  </a:lnTo>
                  <a:lnTo>
                    <a:pt x="1305224" y="372850"/>
                  </a:lnTo>
                  <a:lnTo>
                    <a:pt x="1314968" y="370772"/>
                  </a:lnTo>
                  <a:lnTo>
                    <a:pt x="1324697" y="368598"/>
                  </a:lnTo>
                  <a:lnTo>
                    <a:pt x="1334441" y="366332"/>
                  </a:lnTo>
                  <a:lnTo>
                    <a:pt x="1344185" y="363979"/>
                  </a:lnTo>
                  <a:lnTo>
                    <a:pt x="1353929" y="361542"/>
                  </a:lnTo>
                  <a:lnTo>
                    <a:pt x="1363658" y="359022"/>
                  </a:lnTo>
                  <a:lnTo>
                    <a:pt x="1373402" y="356428"/>
                  </a:lnTo>
                  <a:lnTo>
                    <a:pt x="1383146" y="353760"/>
                  </a:lnTo>
                  <a:lnTo>
                    <a:pt x="1392890" y="351025"/>
                  </a:lnTo>
                  <a:lnTo>
                    <a:pt x="1402619" y="348225"/>
                  </a:lnTo>
                  <a:lnTo>
                    <a:pt x="1412363" y="345364"/>
                  </a:lnTo>
                  <a:lnTo>
                    <a:pt x="1422106" y="342449"/>
                  </a:lnTo>
                  <a:lnTo>
                    <a:pt x="1431850" y="339481"/>
                  </a:lnTo>
                  <a:lnTo>
                    <a:pt x="1441594" y="336467"/>
                  </a:lnTo>
                  <a:lnTo>
                    <a:pt x="1451323" y="333409"/>
                  </a:lnTo>
                  <a:lnTo>
                    <a:pt x="1461067" y="330315"/>
                  </a:lnTo>
                  <a:lnTo>
                    <a:pt x="1470811" y="327188"/>
                  </a:lnTo>
                  <a:lnTo>
                    <a:pt x="1480555" y="324031"/>
                  </a:lnTo>
                  <a:lnTo>
                    <a:pt x="1490284" y="320850"/>
                  </a:lnTo>
                  <a:lnTo>
                    <a:pt x="1500028" y="317649"/>
                  </a:lnTo>
                  <a:lnTo>
                    <a:pt x="1509772" y="314434"/>
                  </a:lnTo>
                  <a:lnTo>
                    <a:pt x="1519516" y="311208"/>
                  </a:lnTo>
                  <a:lnTo>
                    <a:pt x="1529245" y="307978"/>
                  </a:lnTo>
                  <a:lnTo>
                    <a:pt x="1538989" y="304748"/>
                  </a:lnTo>
                  <a:lnTo>
                    <a:pt x="1548733" y="301521"/>
                  </a:lnTo>
                  <a:lnTo>
                    <a:pt x="1558477" y="298303"/>
                  </a:lnTo>
                  <a:lnTo>
                    <a:pt x="1568221" y="295098"/>
                  </a:lnTo>
                  <a:lnTo>
                    <a:pt x="1577950" y="291913"/>
                  </a:lnTo>
                  <a:lnTo>
                    <a:pt x="1587694" y="288748"/>
                  </a:lnTo>
                  <a:lnTo>
                    <a:pt x="1597438" y="285611"/>
                  </a:lnTo>
                  <a:lnTo>
                    <a:pt x="1607182" y="282504"/>
                  </a:lnTo>
                  <a:lnTo>
                    <a:pt x="1616911" y="279432"/>
                  </a:lnTo>
                  <a:lnTo>
                    <a:pt x="1626655" y="276400"/>
                  </a:lnTo>
                  <a:lnTo>
                    <a:pt x="1636399" y="273410"/>
                  </a:lnTo>
                  <a:lnTo>
                    <a:pt x="1646142" y="270467"/>
                  </a:lnTo>
                  <a:lnTo>
                    <a:pt x="1655872" y="267575"/>
                  </a:lnTo>
                  <a:lnTo>
                    <a:pt x="1665616" y="264739"/>
                  </a:lnTo>
                  <a:lnTo>
                    <a:pt x="1675359" y="261957"/>
                  </a:lnTo>
                  <a:lnTo>
                    <a:pt x="1685103" y="259236"/>
                  </a:lnTo>
                  <a:lnTo>
                    <a:pt x="1694832" y="256578"/>
                  </a:lnTo>
                  <a:lnTo>
                    <a:pt x="1704576" y="253986"/>
                  </a:lnTo>
                  <a:lnTo>
                    <a:pt x="1714320" y="251461"/>
                  </a:lnTo>
                  <a:lnTo>
                    <a:pt x="1724064" y="249007"/>
                  </a:lnTo>
                  <a:lnTo>
                    <a:pt x="1733808" y="246623"/>
                  </a:lnTo>
                  <a:lnTo>
                    <a:pt x="1743537" y="244314"/>
                  </a:lnTo>
                  <a:lnTo>
                    <a:pt x="1753281" y="242079"/>
                  </a:lnTo>
                  <a:lnTo>
                    <a:pt x="1763025" y="239918"/>
                  </a:lnTo>
                  <a:lnTo>
                    <a:pt x="1772769" y="237835"/>
                  </a:lnTo>
                  <a:lnTo>
                    <a:pt x="1782498" y="235829"/>
                  </a:lnTo>
                  <a:lnTo>
                    <a:pt x="1792242" y="233899"/>
                  </a:lnTo>
                  <a:lnTo>
                    <a:pt x="1801986" y="232046"/>
                  </a:lnTo>
                  <a:lnTo>
                    <a:pt x="1811730" y="230268"/>
                  </a:lnTo>
                  <a:lnTo>
                    <a:pt x="1821459" y="228567"/>
                  </a:lnTo>
                  <a:lnTo>
                    <a:pt x="1831203" y="226940"/>
                  </a:lnTo>
                  <a:lnTo>
                    <a:pt x="1840947" y="225386"/>
                  </a:lnTo>
                  <a:lnTo>
                    <a:pt x="1850691" y="223903"/>
                  </a:lnTo>
                  <a:lnTo>
                    <a:pt x="1860435" y="222490"/>
                  </a:lnTo>
                  <a:lnTo>
                    <a:pt x="1870164" y="221144"/>
                  </a:lnTo>
                  <a:lnTo>
                    <a:pt x="1879908" y="219864"/>
                  </a:lnTo>
                  <a:lnTo>
                    <a:pt x="1889652" y="218646"/>
                  </a:lnTo>
                  <a:lnTo>
                    <a:pt x="1899395" y="217488"/>
                  </a:lnTo>
                  <a:lnTo>
                    <a:pt x="1909124" y="216385"/>
                  </a:lnTo>
                  <a:lnTo>
                    <a:pt x="1918868" y="215336"/>
                  </a:lnTo>
                  <a:lnTo>
                    <a:pt x="1928612" y="214337"/>
                  </a:lnTo>
                  <a:lnTo>
                    <a:pt x="1938356" y="213383"/>
                  </a:lnTo>
                  <a:lnTo>
                    <a:pt x="1948085" y="212473"/>
                  </a:lnTo>
                  <a:lnTo>
                    <a:pt x="1957829" y="211600"/>
                  </a:lnTo>
                  <a:lnTo>
                    <a:pt x="1967573" y="210760"/>
                  </a:lnTo>
                  <a:lnTo>
                    <a:pt x="1977317" y="209951"/>
                  </a:lnTo>
                  <a:lnTo>
                    <a:pt x="1987046" y="209168"/>
                  </a:lnTo>
                  <a:lnTo>
                    <a:pt x="1996790" y="208406"/>
                  </a:lnTo>
                  <a:lnTo>
                    <a:pt x="2006534" y="207661"/>
                  </a:lnTo>
                  <a:lnTo>
                    <a:pt x="2016278" y="206929"/>
                  </a:lnTo>
                  <a:lnTo>
                    <a:pt x="2026022" y="206205"/>
                  </a:lnTo>
                  <a:lnTo>
                    <a:pt x="2035751" y="205484"/>
                  </a:lnTo>
                  <a:lnTo>
                    <a:pt x="2045495" y="204764"/>
                  </a:lnTo>
                  <a:lnTo>
                    <a:pt x="2055239" y="204039"/>
                  </a:lnTo>
                  <a:lnTo>
                    <a:pt x="2064983" y="203304"/>
                  </a:lnTo>
                  <a:lnTo>
                    <a:pt x="2074712" y="202558"/>
                  </a:lnTo>
                  <a:lnTo>
                    <a:pt x="2084456" y="201795"/>
                  </a:lnTo>
                  <a:lnTo>
                    <a:pt x="2094200" y="201011"/>
                  </a:lnTo>
                  <a:lnTo>
                    <a:pt x="2103944" y="200204"/>
                  </a:lnTo>
                  <a:lnTo>
                    <a:pt x="2113673" y="199369"/>
                  </a:lnTo>
                  <a:lnTo>
                    <a:pt x="2123417" y="198504"/>
                  </a:lnTo>
                  <a:lnTo>
                    <a:pt x="2133161" y="197604"/>
                  </a:lnTo>
                  <a:lnTo>
                    <a:pt x="2142905" y="196668"/>
                  </a:lnTo>
                  <a:lnTo>
                    <a:pt x="2152649" y="195692"/>
                  </a:lnTo>
                  <a:lnTo>
                    <a:pt x="2162377" y="194676"/>
                  </a:lnTo>
                  <a:lnTo>
                    <a:pt x="2172121" y="193615"/>
                  </a:lnTo>
                  <a:lnTo>
                    <a:pt x="2181865" y="192510"/>
                  </a:lnTo>
                  <a:lnTo>
                    <a:pt x="2191609" y="191358"/>
                  </a:lnTo>
                  <a:lnTo>
                    <a:pt x="2201338" y="190157"/>
                  </a:lnTo>
                  <a:lnTo>
                    <a:pt x="2211082" y="188906"/>
                  </a:lnTo>
                  <a:lnTo>
                    <a:pt x="2220826" y="187605"/>
                  </a:lnTo>
                  <a:lnTo>
                    <a:pt x="2230570" y="186252"/>
                  </a:lnTo>
                  <a:lnTo>
                    <a:pt x="2240299" y="184849"/>
                  </a:lnTo>
                  <a:lnTo>
                    <a:pt x="2250043" y="183395"/>
                  </a:lnTo>
                  <a:lnTo>
                    <a:pt x="2259787" y="181888"/>
                  </a:lnTo>
                  <a:lnTo>
                    <a:pt x="2269531" y="180331"/>
                  </a:lnTo>
                  <a:lnTo>
                    <a:pt x="2279260" y="178724"/>
                  </a:lnTo>
                  <a:lnTo>
                    <a:pt x="2289004" y="177067"/>
                  </a:lnTo>
                  <a:lnTo>
                    <a:pt x="2298748" y="175361"/>
                  </a:lnTo>
                  <a:lnTo>
                    <a:pt x="2308492" y="173609"/>
                  </a:lnTo>
                  <a:lnTo>
                    <a:pt x="2318236" y="171809"/>
                  </a:lnTo>
                  <a:lnTo>
                    <a:pt x="2327965" y="169966"/>
                  </a:lnTo>
                  <a:lnTo>
                    <a:pt x="2337709" y="168080"/>
                  </a:lnTo>
                  <a:lnTo>
                    <a:pt x="2347453" y="166152"/>
                  </a:lnTo>
                  <a:lnTo>
                    <a:pt x="2357197" y="164184"/>
                  </a:lnTo>
                  <a:lnTo>
                    <a:pt x="2366926" y="162180"/>
                  </a:lnTo>
                  <a:lnTo>
                    <a:pt x="2376670" y="160139"/>
                  </a:lnTo>
                  <a:lnTo>
                    <a:pt x="2386413" y="158065"/>
                  </a:lnTo>
                  <a:lnTo>
                    <a:pt x="2396157" y="155958"/>
                  </a:lnTo>
                  <a:lnTo>
                    <a:pt x="2405886" y="153822"/>
                  </a:lnTo>
                  <a:lnTo>
                    <a:pt x="2415630" y="151658"/>
                  </a:lnTo>
                  <a:lnTo>
                    <a:pt x="2425374" y="149468"/>
                  </a:lnTo>
                  <a:lnTo>
                    <a:pt x="2435118" y="147254"/>
                  </a:lnTo>
                  <a:lnTo>
                    <a:pt x="2444862" y="145018"/>
                  </a:lnTo>
                  <a:lnTo>
                    <a:pt x="2454591" y="142761"/>
                  </a:lnTo>
                  <a:lnTo>
                    <a:pt x="2464335" y="140483"/>
                  </a:lnTo>
                  <a:lnTo>
                    <a:pt x="2474079" y="138188"/>
                  </a:lnTo>
                  <a:lnTo>
                    <a:pt x="2483823" y="135876"/>
                  </a:lnTo>
                  <a:lnTo>
                    <a:pt x="2493552" y="133547"/>
                  </a:lnTo>
                  <a:lnTo>
                    <a:pt x="2503296" y="131203"/>
                  </a:lnTo>
                  <a:lnTo>
                    <a:pt x="2513040" y="128845"/>
                  </a:lnTo>
                  <a:lnTo>
                    <a:pt x="2522784" y="126472"/>
                  </a:lnTo>
                  <a:lnTo>
                    <a:pt x="2532513" y="124085"/>
                  </a:lnTo>
                  <a:lnTo>
                    <a:pt x="2542257" y="121683"/>
                  </a:lnTo>
                  <a:lnTo>
                    <a:pt x="2552001" y="119268"/>
                  </a:lnTo>
                  <a:lnTo>
                    <a:pt x="2561745" y="116836"/>
                  </a:lnTo>
                  <a:lnTo>
                    <a:pt x="2571474" y="114388"/>
                  </a:lnTo>
                  <a:lnTo>
                    <a:pt x="2581218" y="111923"/>
                  </a:lnTo>
                  <a:lnTo>
                    <a:pt x="2590962" y="109440"/>
                  </a:lnTo>
                  <a:lnTo>
                    <a:pt x="2600705" y="106936"/>
                  </a:lnTo>
                  <a:lnTo>
                    <a:pt x="2610449" y="104411"/>
                  </a:lnTo>
                  <a:lnTo>
                    <a:pt x="2620178" y="101861"/>
                  </a:lnTo>
                  <a:lnTo>
                    <a:pt x="2629922" y="99287"/>
                  </a:lnTo>
                  <a:lnTo>
                    <a:pt x="2639666" y="96683"/>
                  </a:lnTo>
                  <a:lnTo>
                    <a:pt x="2649410" y="94048"/>
                  </a:lnTo>
                  <a:lnTo>
                    <a:pt x="2659139" y="91380"/>
                  </a:lnTo>
                  <a:lnTo>
                    <a:pt x="2668883" y="88673"/>
                  </a:lnTo>
                  <a:lnTo>
                    <a:pt x="2678627" y="85928"/>
                  </a:lnTo>
                  <a:lnTo>
                    <a:pt x="2688371" y="83139"/>
                  </a:lnTo>
                  <a:lnTo>
                    <a:pt x="2698100" y="80304"/>
                  </a:lnTo>
                  <a:lnTo>
                    <a:pt x="2707844" y="77420"/>
                  </a:lnTo>
                  <a:lnTo>
                    <a:pt x="2717588" y="74480"/>
                  </a:lnTo>
                  <a:lnTo>
                    <a:pt x="2727332" y="71485"/>
                  </a:lnTo>
                  <a:lnTo>
                    <a:pt x="2737076" y="68431"/>
                  </a:lnTo>
                  <a:lnTo>
                    <a:pt x="2746805" y="65311"/>
                  </a:lnTo>
                  <a:lnTo>
                    <a:pt x="2756549" y="62126"/>
                  </a:lnTo>
                  <a:lnTo>
                    <a:pt x="2766293" y="58870"/>
                  </a:lnTo>
                  <a:lnTo>
                    <a:pt x="2776037" y="55542"/>
                  </a:lnTo>
                  <a:lnTo>
                    <a:pt x="2785766" y="52138"/>
                  </a:lnTo>
                  <a:lnTo>
                    <a:pt x="2795510" y="48653"/>
                  </a:lnTo>
                  <a:lnTo>
                    <a:pt x="2805254" y="45087"/>
                  </a:lnTo>
                  <a:lnTo>
                    <a:pt x="2814998" y="41437"/>
                  </a:lnTo>
                  <a:lnTo>
                    <a:pt x="2824727" y="37700"/>
                  </a:lnTo>
                  <a:lnTo>
                    <a:pt x="2834471" y="33876"/>
                  </a:lnTo>
                  <a:lnTo>
                    <a:pt x="2844215" y="29962"/>
                  </a:lnTo>
                  <a:lnTo>
                    <a:pt x="2853958" y="25957"/>
                  </a:lnTo>
                  <a:lnTo>
                    <a:pt x="2863687" y="21860"/>
                  </a:lnTo>
                  <a:lnTo>
                    <a:pt x="2873431" y="17672"/>
                  </a:lnTo>
                  <a:lnTo>
                    <a:pt x="2883175" y="13390"/>
                  </a:lnTo>
                  <a:lnTo>
                    <a:pt x="2892919" y="9017"/>
                  </a:lnTo>
                  <a:lnTo>
                    <a:pt x="2902663" y="4553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4" name="Freeform 743">
              <a:extLst>
                <a:ext uri="{FF2B5EF4-FFF2-40B4-BE49-F238E27FC236}">
                  <a16:creationId xmlns:a16="http://schemas.microsoft.com/office/drawing/2014/main" id="{8B15008D-D570-A408-5C65-C7AA49E1E01A}"/>
                </a:ext>
              </a:extLst>
            </p:cNvPr>
            <p:cNvSpPr/>
            <p:nvPr/>
          </p:nvSpPr>
          <p:spPr>
            <a:xfrm>
              <a:off x="576446" y="3429244"/>
              <a:ext cx="2912392" cy="249119"/>
            </a:xfrm>
            <a:custGeom>
              <a:avLst/>
              <a:gdLst>
                <a:gd name="connsiteX0" fmla="*/ 0 w 2912392"/>
                <a:gd name="connsiteY0" fmla="*/ 77271 h 249119"/>
                <a:gd name="connsiteX1" fmla="*/ 9739 w 2912392"/>
                <a:gd name="connsiteY1" fmla="*/ 77287 h 249119"/>
                <a:gd name="connsiteX2" fmla="*/ 19480 w 2912392"/>
                <a:gd name="connsiteY2" fmla="*/ 77181 h 249119"/>
                <a:gd name="connsiteX3" fmla="*/ 29221 w 2912392"/>
                <a:gd name="connsiteY3" fmla="*/ 76955 h 249119"/>
                <a:gd name="connsiteX4" fmla="*/ 38961 w 2912392"/>
                <a:gd name="connsiteY4" fmla="*/ 76606 h 249119"/>
                <a:gd name="connsiteX5" fmla="*/ 48702 w 2912392"/>
                <a:gd name="connsiteY5" fmla="*/ 76138 h 249119"/>
                <a:gd name="connsiteX6" fmla="*/ 58443 w 2912392"/>
                <a:gd name="connsiteY6" fmla="*/ 75551 h 249119"/>
                <a:gd name="connsiteX7" fmla="*/ 68182 w 2912392"/>
                <a:gd name="connsiteY7" fmla="*/ 74848 h 249119"/>
                <a:gd name="connsiteX8" fmla="*/ 77923 w 2912392"/>
                <a:gd name="connsiteY8" fmla="*/ 74030 h 249119"/>
                <a:gd name="connsiteX9" fmla="*/ 87664 w 2912392"/>
                <a:gd name="connsiteY9" fmla="*/ 73099 h 249119"/>
                <a:gd name="connsiteX10" fmla="*/ 97404 w 2912392"/>
                <a:gd name="connsiteY10" fmla="*/ 72060 h 249119"/>
                <a:gd name="connsiteX11" fmla="*/ 107145 w 2912392"/>
                <a:gd name="connsiteY11" fmla="*/ 70913 h 249119"/>
                <a:gd name="connsiteX12" fmla="*/ 116886 w 2912392"/>
                <a:gd name="connsiteY12" fmla="*/ 69666 h 249119"/>
                <a:gd name="connsiteX13" fmla="*/ 126625 w 2912392"/>
                <a:gd name="connsiteY13" fmla="*/ 68318 h 249119"/>
                <a:gd name="connsiteX14" fmla="*/ 136366 w 2912392"/>
                <a:gd name="connsiteY14" fmla="*/ 66877 h 249119"/>
                <a:gd name="connsiteX15" fmla="*/ 146107 w 2912392"/>
                <a:gd name="connsiteY15" fmla="*/ 65345 h 249119"/>
                <a:gd name="connsiteX16" fmla="*/ 155846 w 2912392"/>
                <a:gd name="connsiteY16" fmla="*/ 63727 h 249119"/>
                <a:gd name="connsiteX17" fmla="*/ 165587 w 2912392"/>
                <a:gd name="connsiteY17" fmla="*/ 62030 h 249119"/>
                <a:gd name="connsiteX18" fmla="*/ 175328 w 2912392"/>
                <a:gd name="connsiteY18" fmla="*/ 60259 h 249119"/>
                <a:gd name="connsiteX19" fmla="*/ 185068 w 2912392"/>
                <a:gd name="connsiteY19" fmla="*/ 58419 h 249119"/>
                <a:gd name="connsiteX20" fmla="*/ 194809 w 2912392"/>
                <a:gd name="connsiteY20" fmla="*/ 56516 h 249119"/>
                <a:gd name="connsiteX21" fmla="*/ 204550 w 2912392"/>
                <a:gd name="connsiteY21" fmla="*/ 54556 h 249119"/>
                <a:gd name="connsiteX22" fmla="*/ 214289 w 2912392"/>
                <a:gd name="connsiteY22" fmla="*/ 52544 h 249119"/>
                <a:gd name="connsiteX23" fmla="*/ 224030 w 2912392"/>
                <a:gd name="connsiteY23" fmla="*/ 50490 h 249119"/>
                <a:gd name="connsiteX24" fmla="*/ 233771 w 2912392"/>
                <a:gd name="connsiteY24" fmla="*/ 48398 h 249119"/>
                <a:gd name="connsiteX25" fmla="*/ 243510 w 2912392"/>
                <a:gd name="connsiteY25" fmla="*/ 46275 h 249119"/>
                <a:gd name="connsiteX26" fmla="*/ 253251 w 2912392"/>
                <a:gd name="connsiteY26" fmla="*/ 44129 h 249119"/>
                <a:gd name="connsiteX27" fmla="*/ 262992 w 2912392"/>
                <a:gd name="connsiteY27" fmla="*/ 41966 h 249119"/>
                <a:gd name="connsiteX28" fmla="*/ 272732 w 2912392"/>
                <a:gd name="connsiteY28" fmla="*/ 39792 h 249119"/>
                <a:gd name="connsiteX29" fmla="*/ 282473 w 2912392"/>
                <a:gd name="connsiteY29" fmla="*/ 37617 h 249119"/>
                <a:gd name="connsiteX30" fmla="*/ 292214 w 2912392"/>
                <a:gd name="connsiteY30" fmla="*/ 35446 h 249119"/>
                <a:gd name="connsiteX31" fmla="*/ 301953 w 2912392"/>
                <a:gd name="connsiteY31" fmla="*/ 33287 h 249119"/>
                <a:gd name="connsiteX32" fmla="*/ 311694 w 2912392"/>
                <a:gd name="connsiteY32" fmla="*/ 31146 h 249119"/>
                <a:gd name="connsiteX33" fmla="*/ 321435 w 2912392"/>
                <a:gd name="connsiteY33" fmla="*/ 29031 h 249119"/>
                <a:gd name="connsiteX34" fmla="*/ 331175 w 2912392"/>
                <a:gd name="connsiteY34" fmla="*/ 26948 h 249119"/>
                <a:gd name="connsiteX35" fmla="*/ 340916 w 2912392"/>
                <a:gd name="connsiteY35" fmla="*/ 24902 h 249119"/>
                <a:gd name="connsiteX36" fmla="*/ 350656 w 2912392"/>
                <a:gd name="connsiteY36" fmla="*/ 22903 h 249119"/>
                <a:gd name="connsiteX37" fmla="*/ 360396 w 2912392"/>
                <a:gd name="connsiteY37" fmla="*/ 20955 h 249119"/>
                <a:gd name="connsiteX38" fmla="*/ 370137 w 2912392"/>
                <a:gd name="connsiteY38" fmla="*/ 19065 h 249119"/>
                <a:gd name="connsiteX39" fmla="*/ 379878 w 2912392"/>
                <a:gd name="connsiteY39" fmla="*/ 17238 h 249119"/>
                <a:gd name="connsiteX40" fmla="*/ 389617 w 2912392"/>
                <a:gd name="connsiteY40" fmla="*/ 15480 h 249119"/>
                <a:gd name="connsiteX41" fmla="*/ 399358 w 2912392"/>
                <a:gd name="connsiteY41" fmla="*/ 13796 h 249119"/>
                <a:gd name="connsiteX42" fmla="*/ 409099 w 2912392"/>
                <a:gd name="connsiteY42" fmla="*/ 12192 h 249119"/>
                <a:gd name="connsiteX43" fmla="*/ 418839 w 2912392"/>
                <a:gd name="connsiteY43" fmla="*/ 10672 h 249119"/>
                <a:gd name="connsiteX44" fmla="*/ 428580 w 2912392"/>
                <a:gd name="connsiteY44" fmla="*/ 9240 h 249119"/>
                <a:gd name="connsiteX45" fmla="*/ 438321 w 2912392"/>
                <a:gd name="connsiteY45" fmla="*/ 7901 h 249119"/>
                <a:gd name="connsiteX46" fmla="*/ 448060 w 2912392"/>
                <a:gd name="connsiteY46" fmla="*/ 6657 h 249119"/>
                <a:gd name="connsiteX47" fmla="*/ 457801 w 2912392"/>
                <a:gd name="connsiteY47" fmla="*/ 5514 h 249119"/>
                <a:gd name="connsiteX48" fmla="*/ 467542 w 2912392"/>
                <a:gd name="connsiteY48" fmla="*/ 4473 h 249119"/>
                <a:gd name="connsiteX49" fmla="*/ 477281 w 2912392"/>
                <a:gd name="connsiteY49" fmla="*/ 3536 h 249119"/>
                <a:gd name="connsiteX50" fmla="*/ 487022 w 2912392"/>
                <a:gd name="connsiteY50" fmla="*/ 2707 h 249119"/>
                <a:gd name="connsiteX51" fmla="*/ 496763 w 2912392"/>
                <a:gd name="connsiteY51" fmla="*/ 1986 h 249119"/>
                <a:gd name="connsiteX52" fmla="*/ 506503 w 2912392"/>
                <a:gd name="connsiteY52" fmla="*/ 1377 h 249119"/>
                <a:gd name="connsiteX53" fmla="*/ 516244 w 2912392"/>
                <a:gd name="connsiteY53" fmla="*/ 878 h 249119"/>
                <a:gd name="connsiteX54" fmla="*/ 525985 w 2912392"/>
                <a:gd name="connsiteY54" fmla="*/ 492 h 249119"/>
                <a:gd name="connsiteX55" fmla="*/ 535724 w 2912392"/>
                <a:gd name="connsiteY55" fmla="*/ 216 h 249119"/>
                <a:gd name="connsiteX56" fmla="*/ 545465 w 2912392"/>
                <a:gd name="connsiteY56" fmla="*/ 52 h 249119"/>
                <a:gd name="connsiteX57" fmla="*/ 555206 w 2912392"/>
                <a:gd name="connsiteY57" fmla="*/ 0 h 249119"/>
                <a:gd name="connsiteX58" fmla="*/ 564946 w 2912392"/>
                <a:gd name="connsiteY58" fmla="*/ 58 h 249119"/>
                <a:gd name="connsiteX59" fmla="*/ 574687 w 2912392"/>
                <a:gd name="connsiteY59" fmla="*/ 225 h 249119"/>
                <a:gd name="connsiteX60" fmla="*/ 584428 w 2912392"/>
                <a:gd name="connsiteY60" fmla="*/ 498 h 249119"/>
                <a:gd name="connsiteX61" fmla="*/ 594167 w 2912392"/>
                <a:gd name="connsiteY61" fmla="*/ 878 h 249119"/>
                <a:gd name="connsiteX62" fmla="*/ 603908 w 2912392"/>
                <a:gd name="connsiteY62" fmla="*/ 1359 h 249119"/>
                <a:gd name="connsiteX63" fmla="*/ 613649 w 2912392"/>
                <a:gd name="connsiteY63" fmla="*/ 1940 h 249119"/>
                <a:gd name="connsiteX64" fmla="*/ 623388 w 2912392"/>
                <a:gd name="connsiteY64" fmla="*/ 2618 h 249119"/>
                <a:gd name="connsiteX65" fmla="*/ 633129 w 2912392"/>
                <a:gd name="connsiteY65" fmla="*/ 3388 h 249119"/>
                <a:gd name="connsiteX66" fmla="*/ 642870 w 2912392"/>
                <a:gd name="connsiteY66" fmla="*/ 4251 h 249119"/>
                <a:gd name="connsiteX67" fmla="*/ 652610 w 2912392"/>
                <a:gd name="connsiteY67" fmla="*/ 5198 h 249119"/>
                <a:gd name="connsiteX68" fmla="*/ 662351 w 2912392"/>
                <a:gd name="connsiteY68" fmla="*/ 6228 h 249119"/>
                <a:gd name="connsiteX69" fmla="*/ 672092 w 2912392"/>
                <a:gd name="connsiteY69" fmla="*/ 7336 h 249119"/>
                <a:gd name="connsiteX70" fmla="*/ 681831 w 2912392"/>
                <a:gd name="connsiteY70" fmla="*/ 8516 h 249119"/>
                <a:gd name="connsiteX71" fmla="*/ 691572 w 2912392"/>
                <a:gd name="connsiteY71" fmla="*/ 9768 h 249119"/>
                <a:gd name="connsiteX72" fmla="*/ 701313 w 2912392"/>
                <a:gd name="connsiteY72" fmla="*/ 11082 h 249119"/>
                <a:gd name="connsiteX73" fmla="*/ 711052 w 2912392"/>
                <a:gd name="connsiteY73" fmla="*/ 12456 h 249119"/>
                <a:gd name="connsiteX74" fmla="*/ 720793 w 2912392"/>
                <a:gd name="connsiteY74" fmla="*/ 13884 h 249119"/>
                <a:gd name="connsiteX75" fmla="*/ 730534 w 2912392"/>
                <a:gd name="connsiteY75" fmla="*/ 15362 h 249119"/>
                <a:gd name="connsiteX76" fmla="*/ 740274 w 2912392"/>
                <a:gd name="connsiteY76" fmla="*/ 16884 h 249119"/>
                <a:gd name="connsiteX77" fmla="*/ 750015 w 2912392"/>
                <a:gd name="connsiteY77" fmla="*/ 18445 h 249119"/>
                <a:gd name="connsiteX78" fmla="*/ 759756 w 2912392"/>
                <a:gd name="connsiteY78" fmla="*/ 20039 h 249119"/>
                <a:gd name="connsiteX79" fmla="*/ 769495 w 2912392"/>
                <a:gd name="connsiteY79" fmla="*/ 21663 h 249119"/>
                <a:gd name="connsiteX80" fmla="*/ 779236 w 2912392"/>
                <a:gd name="connsiteY80" fmla="*/ 23311 h 249119"/>
                <a:gd name="connsiteX81" fmla="*/ 788977 w 2912392"/>
                <a:gd name="connsiteY81" fmla="*/ 24977 h 249119"/>
                <a:gd name="connsiteX82" fmla="*/ 798717 w 2912392"/>
                <a:gd name="connsiteY82" fmla="*/ 26657 h 249119"/>
                <a:gd name="connsiteX83" fmla="*/ 808458 w 2912392"/>
                <a:gd name="connsiteY83" fmla="*/ 28345 h 249119"/>
                <a:gd name="connsiteX84" fmla="*/ 818199 w 2912392"/>
                <a:gd name="connsiteY84" fmla="*/ 30038 h 249119"/>
                <a:gd name="connsiteX85" fmla="*/ 827938 w 2912392"/>
                <a:gd name="connsiteY85" fmla="*/ 31729 h 249119"/>
                <a:gd name="connsiteX86" fmla="*/ 837679 w 2912392"/>
                <a:gd name="connsiteY86" fmla="*/ 33414 h 249119"/>
                <a:gd name="connsiteX87" fmla="*/ 847420 w 2912392"/>
                <a:gd name="connsiteY87" fmla="*/ 35090 h 249119"/>
                <a:gd name="connsiteX88" fmla="*/ 857159 w 2912392"/>
                <a:gd name="connsiteY88" fmla="*/ 36750 h 249119"/>
                <a:gd name="connsiteX89" fmla="*/ 866900 w 2912392"/>
                <a:gd name="connsiteY89" fmla="*/ 38392 h 249119"/>
                <a:gd name="connsiteX90" fmla="*/ 876641 w 2912392"/>
                <a:gd name="connsiteY90" fmla="*/ 40011 h 249119"/>
                <a:gd name="connsiteX91" fmla="*/ 886381 w 2912392"/>
                <a:gd name="connsiteY91" fmla="*/ 41604 h 249119"/>
                <a:gd name="connsiteX92" fmla="*/ 896122 w 2912392"/>
                <a:gd name="connsiteY92" fmla="*/ 43167 h 249119"/>
                <a:gd name="connsiteX93" fmla="*/ 905863 w 2912392"/>
                <a:gd name="connsiteY93" fmla="*/ 44694 h 249119"/>
                <a:gd name="connsiteX94" fmla="*/ 915602 w 2912392"/>
                <a:gd name="connsiteY94" fmla="*/ 46185 h 249119"/>
                <a:gd name="connsiteX95" fmla="*/ 925343 w 2912392"/>
                <a:gd name="connsiteY95" fmla="*/ 47637 h 249119"/>
                <a:gd name="connsiteX96" fmla="*/ 935084 w 2912392"/>
                <a:gd name="connsiteY96" fmla="*/ 49043 h 249119"/>
                <a:gd name="connsiteX97" fmla="*/ 944824 w 2912392"/>
                <a:gd name="connsiteY97" fmla="*/ 50405 h 249119"/>
                <a:gd name="connsiteX98" fmla="*/ 954564 w 2912392"/>
                <a:gd name="connsiteY98" fmla="*/ 51717 h 249119"/>
                <a:gd name="connsiteX99" fmla="*/ 964305 w 2912392"/>
                <a:gd name="connsiteY99" fmla="*/ 52979 h 249119"/>
                <a:gd name="connsiteX100" fmla="*/ 974045 w 2912392"/>
                <a:gd name="connsiteY100" fmla="*/ 54188 h 249119"/>
                <a:gd name="connsiteX101" fmla="*/ 983786 w 2912392"/>
                <a:gd name="connsiteY101" fmla="*/ 55341 h 249119"/>
                <a:gd name="connsiteX102" fmla="*/ 993522 w 2912392"/>
                <a:gd name="connsiteY102" fmla="*/ 56437 h 249119"/>
                <a:gd name="connsiteX103" fmla="*/ 1003266 w 2912392"/>
                <a:gd name="connsiteY103" fmla="*/ 57476 h 249119"/>
                <a:gd name="connsiteX104" fmla="*/ 1013010 w 2912392"/>
                <a:gd name="connsiteY104" fmla="*/ 58456 h 249119"/>
                <a:gd name="connsiteX105" fmla="*/ 1022754 w 2912392"/>
                <a:gd name="connsiteY105" fmla="*/ 59374 h 249119"/>
                <a:gd name="connsiteX106" fmla="*/ 1032483 w 2912392"/>
                <a:gd name="connsiteY106" fmla="*/ 60231 h 249119"/>
                <a:gd name="connsiteX107" fmla="*/ 1042227 w 2912392"/>
                <a:gd name="connsiteY107" fmla="*/ 61025 h 249119"/>
                <a:gd name="connsiteX108" fmla="*/ 1051971 w 2912392"/>
                <a:gd name="connsiteY108" fmla="*/ 61755 h 249119"/>
                <a:gd name="connsiteX109" fmla="*/ 1061715 w 2912392"/>
                <a:gd name="connsiteY109" fmla="*/ 62421 h 249119"/>
                <a:gd name="connsiteX110" fmla="*/ 1071444 w 2912392"/>
                <a:gd name="connsiteY110" fmla="*/ 63024 h 249119"/>
                <a:gd name="connsiteX111" fmla="*/ 1081188 w 2912392"/>
                <a:gd name="connsiteY111" fmla="*/ 63562 h 249119"/>
                <a:gd name="connsiteX112" fmla="*/ 1090932 w 2912392"/>
                <a:gd name="connsiteY112" fmla="*/ 64037 h 249119"/>
                <a:gd name="connsiteX113" fmla="*/ 1100676 w 2912392"/>
                <a:gd name="connsiteY113" fmla="*/ 64447 h 249119"/>
                <a:gd name="connsiteX114" fmla="*/ 1110405 w 2912392"/>
                <a:gd name="connsiteY114" fmla="*/ 64793 h 249119"/>
                <a:gd name="connsiteX115" fmla="*/ 1120149 w 2912392"/>
                <a:gd name="connsiteY115" fmla="*/ 65074 h 249119"/>
                <a:gd name="connsiteX116" fmla="*/ 1129893 w 2912392"/>
                <a:gd name="connsiteY116" fmla="*/ 65293 h 249119"/>
                <a:gd name="connsiteX117" fmla="*/ 1139637 w 2912392"/>
                <a:gd name="connsiteY117" fmla="*/ 65450 h 249119"/>
                <a:gd name="connsiteX118" fmla="*/ 1149381 w 2912392"/>
                <a:gd name="connsiteY118" fmla="*/ 65544 h 249119"/>
                <a:gd name="connsiteX119" fmla="*/ 1159110 w 2912392"/>
                <a:gd name="connsiteY119" fmla="*/ 65578 h 249119"/>
                <a:gd name="connsiteX120" fmla="*/ 1168854 w 2912392"/>
                <a:gd name="connsiteY120" fmla="*/ 65550 h 249119"/>
                <a:gd name="connsiteX121" fmla="*/ 1178598 w 2912392"/>
                <a:gd name="connsiteY121" fmla="*/ 65463 h 249119"/>
                <a:gd name="connsiteX122" fmla="*/ 1188341 w 2912392"/>
                <a:gd name="connsiteY122" fmla="*/ 65319 h 249119"/>
                <a:gd name="connsiteX123" fmla="*/ 1198070 w 2912392"/>
                <a:gd name="connsiteY123" fmla="*/ 65116 h 249119"/>
                <a:gd name="connsiteX124" fmla="*/ 1207814 w 2912392"/>
                <a:gd name="connsiteY124" fmla="*/ 64857 h 249119"/>
                <a:gd name="connsiteX125" fmla="*/ 1217558 w 2912392"/>
                <a:gd name="connsiteY125" fmla="*/ 64544 h 249119"/>
                <a:gd name="connsiteX126" fmla="*/ 1227302 w 2912392"/>
                <a:gd name="connsiteY126" fmla="*/ 64176 h 249119"/>
                <a:gd name="connsiteX127" fmla="*/ 1237031 w 2912392"/>
                <a:gd name="connsiteY127" fmla="*/ 63757 h 249119"/>
                <a:gd name="connsiteX128" fmla="*/ 1246775 w 2912392"/>
                <a:gd name="connsiteY128" fmla="*/ 63286 h 249119"/>
                <a:gd name="connsiteX129" fmla="*/ 1256519 w 2912392"/>
                <a:gd name="connsiteY129" fmla="*/ 62768 h 249119"/>
                <a:gd name="connsiteX130" fmla="*/ 1266263 w 2912392"/>
                <a:gd name="connsiteY130" fmla="*/ 62200 h 249119"/>
                <a:gd name="connsiteX131" fmla="*/ 1276007 w 2912392"/>
                <a:gd name="connsiteY131" fmla="*/ 61586 h 249119"/>
                <a:gd name="connsiteX132" fmla="*/ 1285736 w 2912392"/>
                <a:gd name="connsiteY132" fmla="*/ 60928 h 249119"/>
                <a:gd name="connsiteX133" fmla="*/ 1295480 w 2912392"/>
                <a:gd name="connsiteY133" fmla="*/ 60228 h 249119"/>
                <a:gd name="connsiteX134" fmla="*/ 1305224 w 2912392"/>
                <a:gd name="connsiteY134" fmla="*/ 59486 h 249119"/>
                <a:gd name="connsiteX135" fmla="*/ 1314968 w 2912392"/>
                <a:gd name="connsiteY135" fmla="*/ 58703 h 249119"/>
                <a:gd name="connsiteX136" fmla="*/ 1324697 w 2912392"/>
                <a:gd name="connsiteY136" fmla="*/ 57886 h 249119"/>
                <a:gd name="connsiteX137" fmla="*/ 1334441 w 2912392"/>
                <a:gd name="connsiteY137" fmla="*/ 57030 h 249119"/>
                <a:gd name="connsiteX138" fmla="*/ 1344185 w 2912392"/>
                <a:gd name="connsiteY138" fmla="*/ 56144 h 249119"/>
                <a:gd name="connsiteX139" fmla="*/ 1353929 w 2912392"/>
                <a:gd name="connsiteY139" fmla="*/ 55225 h 249119"/>
                <a:gd name="connsiteX140" fmla="*/ 1363658 w 2912392"/>
                <a:gd name="connsiteY140" fmla="*/ 54276 h 249119"/>
                <a:gd name="connsiteX141" fmla="*/ 1373402 w 2912392"/>
                <a:gd name="connsiteY141" fmla="*/ 53300 h 249119"/>
                <a:gd name="connsiteX142" fmla="*/ 1383146 w 2912392"/>
                <a:gd name="connsiteY142" fmla="*/ 52300 h 249119"/>
                <a:gd name="connsiteX143" fmla="*/ 1392890 w 2912392"/>
                <a:gd name="connsiteY143" fmla="*/ 51278 h 249119"/>
                <a:gd name="connsiteX144" fmla="*/ 1402619 w 2912392"/>
                <a:gd name="connsiteY144" fmla="*/ 50235 h 249119"/>
                <a:gd name="connsiteX145" fmla="*/ 1412363 w 2912392"/>
                <a:gd name="connsiteY145" fmla="*/ 49174 h 249119"/>
                <a:gd name="connsiteX146" fmla="*/ 1422106 w 2912392"/>
                <a:gd name="connsiteY146" fmla="*/ 48098 h 249119"/>
                <a:gd name="connsiteX147" fmla="*/ 1431850 w 2912392"/>
                <a:gd name="connsiteY147" fmla="*/ 47011 h 249119"/>
                <a:gd name="connsiteX148" fmla="*/ 1441594 w 2912392"/>
                <a:gd name="connsiteY148" fmla="*/ 45913 h 249119"/>
                <a:gd name="connsiteX149" fmla="*/ 1451323 w 2912392"/>
                <a:gd name="connsiteY149" fmla="*/ 44809 h 249119"/>
                <a:gd name="connsiteX150" fmla="*/ 1461067 w 2912392"/>
                <a:gd name="connsiteY150" fmla="*/ 43700 h 249119"/>
                <a:gd name="connsiteX151" fmla="*/ 1470811 w 2912392"/>
                <a:gd name="connsiteY151" fmla="*/ 42590 h 249119"/>
                <a:gd name="connsiteX152" fmla="*/ 1480555 w 2912392"/>
                <a:gd name="connsiteY152" fmla="*/ 41483 h 249119"/>
                <a:gd name="connsiteX153" fmla="*/ 1490284 w 2912392"/>
                <a:gd name="connsiteY153" fmla="*/ 40381 h 249119"/>
                <a:gd name="connsiteX154" fmla="*/ 1500028 w 2912392"/>
                <a:gd name="connsiteY154" fmla="*/ 39287 h 249119"/>
                <a:gd name="connsiteX155" fmla="*/ 1509772 w 2912392"/>
                <a:gd name="connsiteY155" fmla="*/ 38205 h 249119"/>
                <a:gd name="connsiteX156" fmla="*/ 1519516 w 2912392"/>
                <a:gd name="connsiteY156" fmla="*/ 37139 h 249119"/>
                <a:gd name="connsiteX157" fmla="*/ 1529245 w 2912392"/>
                <a:gd name="connsiteY157" fmla="*/ 36090 h 249119"/>
                <a:gd name="connsiteX158" fmla="*/ 1538989 w 2912392"/>
                <a:gd name="connsiteY158" fmla="*/ 35063 h 249119"/>
                <a:gd name="connsiteX159" fmla="*/ 1548733 w 2912392"/>
                <a:gd name="connsiteY159" fmla="*/ 34062 h 249119"/>
                <a:gd name="connsiteX160" fmla="*/ 1558477 w 2912392"/>
                <a:gd name="connsiteY160" fmla="*/ 33091 h 249119"/>
                <a:gd name="connsiteX161" fmla="*/ 1568221 w 2912392"/>
                <a:gd name="connsiteY161" fmla="*/ 32152 h 249119"/>
                <a:gd name="connsiteX162" fmla="*/ 1577950 w 2912392"/>
                <a:gd name="connsiteY162" fmla="*/ 31251 h 249119"/>
                <a:gd name="connsiteX163" fmla="*/ 1587694 w 2912392"/>
                <a:gd name="connsiteY163" fmla="*/ 30391 h 249119"/>
                <a:gd name="connsiteX164" fmla="*/ 1597438 w 2912392"/>
                <a:gd name="connsiteY164" fmla="*/ 29574 h 249119"/>
                <a:gd name="connsiteX165" fmla="*/ 1607182 w 2912392"/>
                <a:gd name="connsiteY165" fmla="*/ 28807 h 249119"/>
                <a:gd name="connsiteX166" fmla="*/ 1616911 w 2912392"/>
                <a:gd name="connsiteY166" fmla="*/ 28094 h 249119"/>
                <a:gd name="connsiteX167" fmla="*/ 1626655 w 2912392"/>
                <a:gd name="connsiteY167" fmla="*/ 27435 h 249119"/>
                <a:gd name="connsiteX168" fmla="*/ 1636399 w 2912392"/>
                <a:gd name="connsiteY168" fmla="*/ 26839 h 249119"/>
                <a:gd name="connsiteX169" fmla="*/ 1646142 w 2912392"/>
                <a:gd name="connsiteY169" fmla="*/ 26306 h 249119"/>
                <a:gd name="connsiteX170" fmla="*/ 1655872 w 2912392"/>
                <a:gd name="connsiteY170" fmla="*/ 25842 h 249119"/>
                <a:gd name="connsiteX171" fmla="*/ 1665616 w 2912392"/>
                <a:gd name="connsiteY171" fmla="*/ 25450 h 249119"/>
                <a:gd name="connsiteX172" fmla="*/ 1675359 w 2912392"/>
                <a:gd name="connsiteY172" fmla="*/ 25136 h 249119"/>
                <a:gd name="connsiteX173" fmla="*/ 1685103 w 2912392"/>
                <a:gd name="connsiteY173" fmla="*/ 24902 h 249119"/>
                <a:gd name="connsiteX174" fmla="*/ 1694832 w 2912392"/>
                <a:gd name="connsiteY174" fmla="*/ 24753 h 249119"/>
                <a:gd name="connsiteX175" fmla="*/ 1704576 w 2912392"/>
                <a:gd name="connsiteY175" fmla="*/ 24692 h 249119"/>
                <a:gd name="connsiteX176" fmla="*/ 1714320 w 2912392"/>
                <a:gd name="connsiteY176" fmla="*/ 24723 h 249119"/>
                <a:gd name="connsiteX177" fmla="*/ 1724064 w 2912392"/>
                <a:gd name="connsiteY177" fmla="*/ 24848 h 249119"/>
                <a:gd name="connsiteX178" fmla="*/ 1733808 w 2912392"/>
                <a:gd name="connsiteY178" fmla="*/ 25075 h 249119"/>
                <a:gd name="connsiteX179" fmla="*/ 1743537 w 2912392"/>
                <a:gd name="connsiteY179" fmla="*/ 25403 h 249119"/>
                <a:gd name="connsiteX180" fmla="*/ 1753281 w 2912392"/>
                <a:gd name="connsiteY180" fmla="*/ 25836 h 249119"/>
                <a:gd name="connsiteX181" fmla="*/ 1763025 w 2912392"/>
                <a:gd name="connsiteY181" fmla="*/ 26380 h 249119"/>
                <a:gd name="connsiteX182" fmla="*/ 1772769 w 2912392"/>
                <a:gd name="connsiteY182" fmla="*/ 27036 h 249119"/>
                <a:gd name="connsiteX183" fmla="*/ 1782498 w 2912392"/>
                <a:gd name="connsiteY183" fmla="*/ 27804 h 249119"/>
                <a:gd name="connsiteX184" fmla="*/ 1792242 w 2912392"/>
                <a:gd name="connsiteY184" fmla="*/ 28692 h 249119"/>
                <a:gd name="connsiteX185" fmla="*/ 1801986 w 2912392"/>
                <a:gd name="connsiteY185" fmla="*/ 29700 h 249119"/>
                <a:gd name="connsiteX186" fmla="*/ 1811730 w 2912392"/>
                <a:gd name="connsiteY186" fmla="*/ 30829 h 249119"/>
                <a:gd name="connsiteX187" fmla="*/ 1821459 w 2912392"/>
                <a:gd name="connsiteY187" fmla="*/ 32082 h 249119"/>
                <a:gd name="connsiteX188" fmla="*/ 1831203 w 2912392"/>
                <a:gd name="connsiteY188" fmla="*/ 33462 h 249119"/>
                <a:gd name="connsiteX189" fmla="*/ 1840947 w 2912392"/>
                <a:gd name="connsiteY189" fmla="*/ 34968 h 249119"/>
                <a:gd name="connsiteX190" fmla="*/ 1850691 w 2912392"/>
                <a:gd name="connsiteY190" fmla="*/ 36604 h 249119"/>
                <a:gd name="connsiteX191" fmla="*/ 1860435 w 2912392"/>
                <a:gd name="connsiteY191" fmla="*/ 38368 h 249119"/>
                <a:gd name="connsiteX192" fmla="*/ 1870164 w 2912392"/>
                <a:gd name="connsiteY192" fmla="*/ 40263 h 249119"/>
                <a:gd name="connsiteX193" fmla="*/ 1879908 w 2912392"/>
                <a:gd name="connsiteY193" fmla="*/ 42288 h 249119"/>
                <a:gd name="connsiteX194" fmla="*/ 1889652 w 2912392"/>
                <a:gd name="connsiteY194" fmla="*/ 44445 h 249119"/>
                <a:gd name="connsiteX195" fmla="*/ 1899395 w 2912392"/>
                <a:gd name="connsiteY195" fmla="*/ 46732 h 249119"/>
                <a:gd name="connsiteX196" fmla="*/ 1909124 w 2912392"/>
                <a:gd name="connsiteY196" fmla="*/ 49149 h 249119"/>
                <a:gd name="connsiteX197" fmla="*/ 1918868 w 2912392"/>
                <a:gd name="connsiteY197" fmla="*/ 51695 h 249119"/>
                <a:gd name="connsiteX198" fmla="*/ 1928612 w 2912392"/>
                <a:gd name="connsiteY198" fmla="*/ 54369 h 249119"/>
                <a:gd name="connsiteX199" fmla="*/ 1938356 w 2912392"/>
                <a:gd name="connsiteY199" fmla="*/ 57170 h 249119"/>
                <a:gd name="connsiteX200" fmla="*/ 1948085 w 2912392"/>
                <a:gd name="connsiteY200" fmla="*/ 60095 h 249119"/>
                <a:gd name="connsiteX201" fmla="*/ 1957829 w 2912392"/>
                <a:gd name="connsiteY201" fmla="*/ 63143 h 249119"/>
                <a:gd name="connsiteX202" fmla="*/ 1967573 w 2912392"/>
                <a:gd name="connsiteY202" fmla="*/ 66312 h 249119"/>
                <a:gd name="connsiteX203" fmla="*/ 1977317 w 2912392"/>
                <a:gd name="connsiteY203" fmla="*/ 69598 h 249119"/>
                <a:gd name="connsiteX204" fmla="*/ 1987046 w 2912392"/>
                <a:gd name="connsiteY204" fmla="*/ 72998 h 249119"/>
                <a:gd name="connsiteX205" fmla="*/ 1996790 w 2912392"/>
                <a:gd name="connsiteY205" fmla="*/ 76508 h 249119"/>
                <a:gd name="connsiteX206" fmla="*/ 2006534 w 2912392"/>
                <a:gd name="connsiteY206" fmla="*/ 80124 h 249119"/>
                <a:gd name="connsiteX207" fmla="*/ 2016278 w 2912392"/>
                <a:gd name="connsiteY207" fmla="*/ 83844 h 249119"/>
                <a:gd name="connsiteX208" fmla="*/ 2026022 w 2912392"/>
                <a:gd name="connsiteY208" fmla="*/ 87661 h 249119"/>
                <a:gd name="connsiteX209" fmla="*/ 2035751 w 2912392"/>
                <a:gd name="connsiteY209" fmla="*/ 91574 h 249119"/>
                <a:gd name="connsiteX210" fmla="*/ 2045495 w 2912392"/>
                <a:gd name="connsiteY210" fmla="*/ 95573 h 249119"/>
                <a:gd name="connsiteX211" fmla="*/ 2055239 w 2912392"/>
                <a:gd name="connsiteY211" fmla="*/ 99655 h 249119"/>
                <a:gd name="connsiteX212" fmla="*/ 2064983 w 2912392"/>
                <a:gd name="connsiteY212" fmla="*/ 103813 h 249119"/>
                <a:gd name="connsiteX213" fmla="*/ 2074712 w 2912392"/>
                <a:gd name="connsiteY213" fmla="*/ 108043 h 249119"/>
                <a:gd name="connsiteX214" fmla="*/ 2084456 w 2912392"/>
                <a:gd name="connsiteY214" fmla="*/ 112338 h 249119"/>
                <a:gd name="connsiteX215" fmla="*/ 2094200 w 2912392"/>
                <a:gd name="connsiteY215" fmla="*/ 116692 h 249119"/>
                <a:gd name="connsiteX216" fmla="*/ 2103944 w 2912392"/>
                <a:gd name="connsiteY216" fmla="*/ 121096 h 249119"/>
                <a:gd name="connsiteX217" fmla="*/ 2113673 w 2912392"/>
                <a:gd name="connsiteY217" fmla="*/ 125546 h 249119"/>
                <a:gd name="connsiteX218" fmla="*/ 2123417 w 2912392"/>
                <a:gd name="connsiteY218" fmla="*/ 130032 h 249119"/>
                <a:gd name="connsiteX219" fmla="*/ 2133161 w 2912392"/>
                <a:gd name="connsiteY219" fmla="*/ 134548 h 249119"/>
                <a:gd name="connsiteX220" fmla="*/ 2142905 w 2912392"/>
                <a:gd name="connsiteY220" fmla="*/ 139087 h 249119"/>
                <a:gd name="connsiteX221" fmla="*/ 2152649 w 2912392"/>
                <a:gd name="connsiteY221" fmla="*/ 143638 h 249119"/>
                <a:gd name="connsiteX222" fmla="*/ 2162377 w 2912392"/>
                <a:gd name="connsiteY222" fmla="*/ 148197 h 249119"/>
                <a:gd name="connsiteX223" fmla="*/ 2172121 w 2912392"/>
                <a:gd name="connsiteY223" fmla="*/ 152753 h 249119"/>
                <a:gd name="connsiteX224" fmla="*/ 2181865 w 2912392"/>
                <a:gd name="connsiteY224" fmla="*/ 157300 h 249119"/>
                <a:gd name="connsiteX225" fmla="*/ 2191609 w 2912392"/>
                <a:gd name="connsiteY225" fmla="*/ 161830 h 249119"/>
                <a:gd name="connsiteX226" fmla="*/ 2201338 w 2912392"/>
                <a:gd name="connsiteY226" fmla="*/ 166331 h 249119"/>
                <a:gd name="connsiteX227" fmla="*/ 2211082 w 2912392"/>
                <a:gd name="connsiteY227" fmla="*/ 170797 h 249119"/>
                <a:gd name="connsiteX228" fmla="*/ 2220826 w 2912392"/>
                <a:gd name="connsiteY228" fmla="*/ 175219 h 249119"/>
                <a:gd name="connsiteX229" fmla="*/ 2230570 w 2912392"/>
                <a:gd name="connsiteY229" fmla="*/ 179589 h 249119"/>
                <a:gd name="connsiteX230" fmla="*/ 2240299 w 2912392"/>
                <a:gd name="connsiteY230" fmla="*/ 183898 h 249119"/>
                <a:gd name="connsiteX231" fmla="*/ 2250043 w 2912392"/>
                <a:gd name="connsiteY231" fmla="*/ 188138 h 249119"/>
                <a:gd name="connsiteX232" fmla="*/ 2259787 w 2912392"/>
                <a:gd name="connsiteY232" fmla="*/ 192300 h 249119"/>
                <a:gd name="connsiteX233" fmla="*/ 2269531 w 2912392"/>
                <a:gd name="connsiteY233" fmla="*/ 196375 h 249119"/>
                <a:gd name="connsiteX234" fmla="*/ 2279260 w 2912392"/>
                <a:gd name="connsiteY234" fmla="*/ 200354 h 249119"/>
                <a:gd name="connsiteX235" fmla="*/ 2289004 w 2912392"/>
                <a:gd name="connsiteY235" fmla="*/ 204231 h 249119"/>
                <a:gd name="connsiteX236" fmla="*/ 2298748 w 2912392"/>
                <a:gd name="connsiteY236" fmla="*/ 207997 h 249119"/>
                <a:gd name="connsiteX237" fmla="*/ 2308492 w 2912392"/>
                <a:gd name="connsiteY237" fmla="*/ 211643 h 249119"/>
                <a:gd name="connsiteX238" fmla="*/ 2318236 w 2912392"/>
                <a:gd name="connsiteY238" fmla="*/ 215162 h 249119"/>
                <a:gd name="connsiteX239" fmla="*/ 2327965 w 2912392"/>
                <a:gd name="connsiteY239" fmla="*/ 218546 h 249119"/>
                <a:gd name="connsiteX240" fmla="*/ 2337709 w 2912392"/>
                <a:gd name="connsiteY240" fmla="*/ 221786 h 249119"/>
                <a:gd name="connsiteX241" fmla="*/ 2347453 w 2912392"/>
                <a:gd name="connsiteY241" fmla="*/ 224878 h 249119"/>
                <a:gd name="connsiteX242" fmla="*/ 2357197 w 2912392"/>
                <a:gd name="connsiteY242" fmla="*/ 227813 h 249119"/>
                <a:gd name="connsiteX243" fmla="*/ 2366926 w 2912392"/>
                <a:gd name="connsiteY243" fmla="*/ 230583 h 249119"/>
                <a:gd name="connsiteX244" fmla="*/ 2376670 w 2912392"/>
                <a:gd name="connsiteY244" fmla="*/ 233184 h 249119"/>
                <a:gd name="connsiteX245" fmla="*/ 2386413 w 2912392"/>
                <a:gd name="connsiteY245" fmla="*/ 235607 h 249119"/>
                <a:gd name="connsiteX246" fmla="*/ 2396157 w 2912392"/>
                <a:gd name="connsiteY246" fmla="*/ 237847 h 249119"/>
                <a:gd name="connsiteX247" fmla="*/ 2405886 w 2912392"/>
                <a:gd name="connsiteY247" fmla="*/ 239900 h 249119"/>
                <a:gd name="connsiteX248" fmla="*/ 2415630 w 2912392"/>
                <a:gd name="connsiteY248" fmla="*/ 241760 h 249119"/>
                <a:gd name="connsiteX249" fmla="*/ 2425374 w 2912392"/>
                <a:gd name="connsiteY249" fmla="*/ 243420 h 249119"/>
                <a:gd name="connsiteX250" fmla="*/ 2435118 w 2912392"/>
                <a:gd name="connsiteY250" fmla="*/ 244875 h 249119"/>
                <a:gd name="connsiteX251" fmla="*/ 2444862 w 2912392"/>
                <a:gd name="connsiteY251" fmla="*/ 246124 h 249119"/>
                <a:gd name="connsiteX252" fmla="*/ 2454591 w 2912392"/>
                <a:gd name="connsiteY252" fmla="*/ 247161 h 249119"/>
                <a:gd name="connsiteX253" fmla="*/ 2464335 w 2912392"/>
                <a:gd name="connsiteY253" fmla="*/ 247982 h 249119"/>
                <a:gd name="connsiteX254" fmla="*/ 2474079 w 2912392"/>
                <a:gd name="connsiteY254" fmla="*/ 248584 h 249119"/>
                <a:gd name="connsiteX255" fmla="*/ 2483823 w 2912392"/>
                <a:gd name="connsiteY255" fmla="*/ 248963 h 249119"/>
                <a:gd name="connsiteX256" fmla="*/ 2493552 w 2912392"/>
                <a:gd name="connsiteY256" fmla="*/ 249120 h 249119"/>
                <a:gd name="connsiteX257" fmla="*/ 2503296 w 2912392"/>
                <a:gd name="connsiteY257" fmla="*/ 249050 h 249119"/>
                <a:gd name="connsiteX258" fmla="*/ 2513040 w 2912392"/>
                <a:gd name="connsiteY258" fmla="*/ 248752 h 249119"/>
                <a:gd name="connsiteX259" fmla="*/ 2522784 w 2912392"/>
                <a:gd name="connsiteY259" fmla="*/ 248226 h 249119"/>
                <a:gd name="connsiteX260" fmla="*/ 2532513 w 2912392"/>
                <a:gd name="connsiteY260" fmla="*/ 247469 h 249119"/>
                <a:gd name="connsiteX261" fmla="*/ 2542257 w 2912392"/>
                <a:gd name="connsiteY261" fmla="*/ 246481 h 249119"/>
                <a:gd name="connsiteX262" fmla="*/ 2552001 w 2912392"/>
                <a:gd name="connsiteY262" fmla="*/ 245264 h 249119"/>
                <a:gd name="connsiteX263" fmla="*/ 2561745 w 2912392"/>
                <a:gd name="connsiteY263" fmla="*/ 243816 h 249119"/>
                <a:gd name="connsiteX264" fmla="*/ 2571474 w 2912392"/>
                <a:gd name="connsiteY264" fmla="*/ 242140 h 249119"/>
                <a:gd name="connsiteX265" fmla="*/ 2581218 w 2912392"/>
                <a:gd name="connsiteY265" fmla="*/ 240236 h 249119"/>
                <a:gd name="connsiteX266" fmla="*/ 2590962 w 2912392"/>
                <a:gd name="connsiteY266" fmla="*/ 238104 h 249119"/>
                <a:gd name="connsiteX267" fmla="*/ 2600705 w 2912392"/>
                <a:gd name="connsiteY267" fmla="*/ 235748 h 249119"/>
                <a:gd name="connsiteX268" fmla="*/ 2610449 w 2912392"/>
                <a:gd name="connsiteY268" fmla="*/ 233171 h 249119"/>
                <a:gd name="connsiteX269" fmla="*/ 2620178 w 2912392"/>
                <a:gd name="connsiteY269" fmla="*/ 230374 h 249119"/>
                <a:gd name="connsiteX270" fmla="*/ 2629922 w 2912392"/>
                <a:gd name="connsiteY270" fmla="*/ 227361 h 249119"/>
                <a:gd name="connsiteX271" fmla="*/ 2639666 w 2912392"/>
                <a:gd name="connsiteY271" fmla="*/ 224136 h 249119"/>
                <a:gd name="connsiteX272" fmla="*/ 2649410 w 2912392"/>
                <a:gd name="connsiteY272" fmla="*/ 220702 h 249119"/>
                <a:gd name="connsiteX273" fmla="*/ 2659139 w 2912392"/>
                <a:gd name="connsiteY273" fmla="*/ 217063 h 249119"/>
                <a:gd name="connsiteX274" fmla="*/ 2668883 w 2912392"/>
                <a:gd name="connsiteY274" fmla="*/ 213225 h 249119"/>
                <a:gd name="connsiteX275" fmla="*/ 2678627 w 2912392"/>
                <a:gd name="connsiteY275" fmla="*/ 209191 h 249119"/>
                <a:gd name="connsiteX276" fmla="*/ 2688371 w 2912392"/>
                <a:gd name="connsiteY276" fmla="*/ 204968 h 249119"/>
                <a:gd name="connsiteX277" fmla="*/ 2698100 w 2912392"/>
                <a:gd name="connsiteY277" fmla="*/ 200561 h 249119"/>
                <a:gd name="connsiteX278" fmla="*/ 2707844 w 2912392"/>
                <a:gd name="connsiteY278" fmla="*/ 195975 h 249119"/>
                <a:gd name="connsiteX279" fmla="*/ 2717588 w 2912392"/>
                <a:gd name="connsiteY279" fmla="*/ 191216 h 249119"/>
                <a:gd name="connsiteX280" fmla="*/ 2727332 w 2912392"/>
                <a:gd name="connsiteY280" fmla="*/ 186292 h 249119"/>
                <a:gd name="connsiteX281" fmla="*/ 2737076 w 2912392"/>
                <a:gd name="connsiteY281" fmla="*/ 181209 h 249119"/>
                <a:gd name="connsiteX282" fmla="*/ 2746805 w 2912392"/>
                <a:gd name="connsiteY282" fmla="*/ 175973 h 249119"/>
                <a:gd name="connsiteX283" fmla="*/ 2756549 w 2912392"/>
                <a:gd name="connsiteY283" fmla="*/ 170592 h 249119"/>
                <a:gd name="connsiteX284" fmla="*/ 2766293 w 2912392"/>
                <a:gd name="connsiteY284" fmla="*/ 165072 h 249119"/>
                <a:gd name="connsiteX285" fmla="*/ 2776037 w 2912392"/>
                <a:gd name="connsiteY285" fmla="*/ 159421 h 249119"/>
                <a:gd name="connsiteX286" fmla="*/ 2785766 w 2912392"/>
                <a:gd name="connsiteY286" fmla="*/ 153647 h 249119"/>
                <a:gd name="connsiteX287" fmla="*/ 2795510 w 2912392"/>
                <a:gd name="connsiteY287" fmla="*/ 147758 h 249119"/>
                <a:gd name="connsiteX288" fmla="*/ 2805254 w 2912392"/>
                <a:gd name="connsiteY288" fmla="*/ 141761 h 249119"/>
                <a:gd name="connsiteX289" fmla="*/ 2814998 w 2912392"/>
                <a:gd name="connsiteY289" fmla="*/ 135664 h 249119"/>
                <a:gd name="connsiteX290" fmla="*/ 2824727 w 2912392"/>
                <a:gd name="connsiteY290" fmla="*/ 129477 h 249119"/>
                <a:gd name="connsiteX291" fmla="*/ 2834471 w 2912392"/>
                <a:gd name="connsiteY291" fmla="*/ 123207 h 249119"/>
                <a:gd name="connsiteX292" fmla="*/ 2844215 w 2912392"/>
                <a:gd name="connsiteY292" fmla="*/ 116862 h 249119"/>
                <a:gd name="connsiteX293" fmla="*/ 2853958 w 2912392"/>
                <a:gd name="connsiteY293" fmla="*/ 110449 h 249119"/>
                <a:gd name="connsiteX294" fmla="*/ 2863687 w 2912392"/>
                <a:gd name="connsiteY294" fmla="*/ 103980 h 249119"/>
                <a:gd name="connsiteX295" fmla="*/ 2873431 w 2912392"/>
                <a:gd name="connsiteY295" fmla="*/ 97460 h 249119"/>
                <a:gd name="connsiteX296" fmla="*/ 2883175 w 2912392"/>
                <a:gd name="connsiteY296" fmla="*/ 90899 h 249119"/>
                <a:gd name="connsiteX297" fmla="*/ 2892919 w 2912392"/>
                <a:gd name="connsiteY297" fmla="*/ 84306 h 249119"/>
                <a:gd name="connsiteX298" fmla="*/ 2902663 w 2912392"/>
                <a:gd name="connsiteY298" fmla="*/ 77688 h 249119"/>
                <a:gd name="connsiteX299" fmla="*/ 2912392 w 2912392"/>
                <a:gd name="connsiteY299" fmla="*/ 71053 h 249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249119">
                  <a:moveTo>
                    <a:pt x="0" y="77271"/>
                  </a:moveTo>
                  <a:lnTo>
                    <a:pt x="9739" y="77287"/>
                  </a:lnTo>
                  <a:lnTo>
                    <a:pt x="19480" y="77181"/>
                  </a:lnTo>
                  <a:lnTo>
                    <a:pt x="29221" y="76955"/>
                  </a:lnTo>
                  <a:lnTo>
                    <a:pt x="38961" y="76606"/>
                  </a:lnTo>
                  <a:lnTo>
                    <a:pt x="48702" y="76138"/>
                  </a:lnTo>
                  <a:lnTo>
                    <a:pt x="58443" y="75551"/>
                  </a:lnTo>
                  <a:lnTo>
                    <a:pt x="68182" y="74848"/>
                  </a:lnTo>
                  <a:lnTo>
                    <a:pt x="77923" y="74030"/>
                  </a:lnTo>
                  <a:lnTo>
                    <a:pt x="87664" y="73099"/>
                  </a:lnTo>
                  <a:lnTo>
                    <a:pt x="97404" y="72060"/>
                  </a:lnTo>
                  <a:lnTo>
                    <a:pt x="107145" y="70913"/>
                  </a:lnTo>
                  <a:lnTo>
                    <a:pt x="116886" y="69666"/>
                  </a:lnTo>
                  <a:lnTo>
                    <a:pt x="126625" y="68318"/>
                  </a:lnTo>
                  <a:lnTo>
                    <a:pt x="136366" y="66877"/>
                  </a:lnTo>
                  <a:lnTo>
                    <a:pt x="146107" y="65345"/>
                  </a:lnTo>
                  <a:lnTo>
                    <a:pt x="155846" y="63727"/>
                  </a:lnTo>
                  <a:lnTo>
                    <a:pt x="165587" y="62030"/>
                  </a:lnTo>
                  <a:lnTo>
                    <a:pt x="175328" y="60259"/>
                  </a:lnTo>
                  <a:lnTo>
                    <a:pt x="185068" y="58419"/>
                  </a:lnTo>
                  <a:lnTo>
                    <a:pt x="194809" y="56516"/>
                  </a:lnTo>
                  <a:lnTo>
                    <a:pt x="204550" y="54556"/>
                  </a:lnTo>
                  <a:lnTo>
                    <a:pt x="214289" y="52544"/>
                  </a:lnTo>
                  <a:lnTo>
                    <a:pt x="224030" y="50490"/>
                  </a:lnTo>
                  <a:lnTo>
                    <a:pt x="233771" y="48398"/>
                  </a:lnTo>
                  <a:lnTo>
                    <a:pt x="243510" y="46275"/>
                  </a:lnTo>
                  <a:lnTo>
                    <a:pt x="253251" y="44129"/>
                  </a:lnTo>
                  <a:lnTo>
                    <a:pt x="262992" y="41966"/>
                  </a:lnTo>
                  <a:lnTo>
                    <a:pt x="272732" y="39792"/>
                  </a:lnTo>
                  <a:lnTo>
                    <a:pt x="282473" y="37617"/>
                  </a:lnTo>
                  <a:lnTo>
                    <a:pt x="292214" y="35446"/>
                  </a:lnTo>
                  <a:lnTo>
                    <a:pt x="301953" y="33287"/>
                  </a:lnTo>
                  <a:lnTo>
                    <a:pt x="311694" y="31146"/>
                  </a:lnTo>
                  <a:lnTo>
                    <a:pt x="321435" y="29031"/>
                  </a:lnTo>
                  <a:lnTo>
                    <a:pt x="331175" y="26948"/>
                  </a:lnTo>
                  <a:lnTo>
                    <a:pt x="340916" y="24902"/>
                  </a:lnTo>
                  <a:lnTo>
                    <a:pt x="350656" y="22903"/>
                  </a:lnTo>
                  <a:lnTo>
                    <a:pt x="360396" y="20955"/>
                  </a:lnTo>
                  <a:lnTo>
                    <a:pt x="370137" y="19065"/>
                  </a:lnTo>
                  <a:lnTo>
                    <a:pt x="379878" y="17238"/>
                  </a:lnTo>
                  <a:lnTo>
                    <a:pt x="389617" y="15480"/>
                  </a:lnTo>
                  <a:lnTo>
                    <a:pt x="399358" y="13796"/>
                  </a:lnTo>
                  <a:lnTo>
                    <a:pt x="409099" y="12192"/>
                  </a:lnTo>
                  <a:lnTo>
                    <a:pt x="418839" y="10672"/>
                  </a:lnTo>
                  <a:lnTo>
                    <a:pt x="428580" y="9240"/>
                  </a:lnTo>
                  <a:lnTo>
                    <a:pt x="438321" y="7901"/>
                  </a:lnTo>
                  <a:lnTo>
                    <a:pt x="448060" y="6657"/>
                  </a:lnTo>
                  <a:lnTo>
                    <a:pt x="457801" y="5514"/>
                  </a:lnTo>
                  <a:lnTo>
                    <a:pt x="467542" y="4473"/>
                  </a:lnTo>
                  <a:lnTo>
                    <a:pt x="477281" y="3536"/>
                  </a:lnTo>
                  <a:lnTo>
                    <a:pt x="487022" y="2707"/>
                  </a:lnTo>
                  <a:lnTo>
                    <a:pt x="496763" y="1986"/>
                  </a:lnTo>
                  <a:lnTo>
                    <a:pt x="506503" y="1377"/>
                  </a:lnTo>
                  <a:lnTo>
                    <a:pt x="516244" y="878"/>
                  </a:lnTo>
                  <a:lnTo>
                    <a:pt x="525985" y="492"/>
                  </a:lnTo>
                  <a:lnTo>
                    <a:pt x="535724" y="216"/>
                  </a:lnTo>
                  <a:lnTo>
                    <a:pt x="545465" y="52"/>
                  </a:lnTo>
                  <a:lnTo>
                    <a:pt x="555206" y="0"/>
                  </a:lnTo>
                  <a:lnTo>
                    <a:pt x="564946" y="58"/>
                  </a:lnTo>
                  <a:lnTo>
                    <a:pt x="574687" y="225"/>
                  </a:lnTo>
                  <a:lnTo>
                    <a:pt x="584428" y="498"/>
                  </a:lnTo>
                  <a:lnTo>
                    <a:pt x="594167" y="878"/>
                  </a:lnTo>
                  <a:lnTo>
                    <a:pt x="603908" y="1359"/>
                  </a:lnTo>
                  <a:lnTo>
                    <a:pt x="613649" y="1940"/>
                  </a:lnTo>
                  <a:lnTo>
                    <a:pt x="623388" y="2618"/>
                  </a:lnTo>
                  <a:lnTo>
                    <a:pt x="633129" y="3388"/>
                  </a:lnTo>
                  <a:lnTo>
                    <a:pt x="642870" y="4251"/>
                  </a:lnTo>
                  <a:lnTo>
                    <a:pt x="652610" y="5198"/>
                  </a:lnTo>
                  <a:lnTo>
                    <a:pt x="662351" y="6228"/>
                  </a:lnTo>
                  <a:lnTo>
                    <a:pt x="672092" y="7336"/>
                  </a:lnTo>
                  <a:lnTo>
                    <a:pt x="681831" y="8516"/>
                  </a:lnTo>
                  <a:lnTo>
                    <a:pt x="691572" y="9768"/>
                  </a:lnTo>
                  <a:lnTo>
                    <a:pt x="701313" y="11082"/>
                  </a:lnTo>
                  <a:lnTo>
                    <a:pt x="711052" y="12456"/>
                  </a:lnTo>
                  <a:lnTo>
                    <a:pt x="720793" y="13884"/>
                  </a:lnTo>
                  <a:lnTo>
                    <a:pt x="730534" y="15362"/>
                  </a:lnTo>
                  <a:lnTo>
                    <a:pt x="740274" y="16884"/>
                  </a:lnTo>
                  <a:lnTo>
                    <a:pt x="750015" y="18445"/>
                  </a:lnTo>
                  <a:lnTo>
                    <a:pt x="759756" y="20039"/>
                  </a:lnTo>
                  <a:lnTo>
                    <a:pt x="769495" y="21663"/>
                  </a:lnTo>
                  <a:lnTo>
                    <a:pt x="779236" y="23311"/>
                  </a:lnTo>
                  <a:lnTo>
                    <a:pt x="788977" y="24977"/>
                  </a:lnTo>
                  <a:lnTo>
                    <a:pt x="798717" y="26657"/>
                  </a:lnTo>
                  <a:lnTo>
                    <a:pt x="808458" y="28345"/>
                  </a:lnTo>
                  <a:lnTo>
                    <a:pt x="818199" y="30038"/>
                  </a:lnTo>
                  <a:lnTo>
                    <a:pt x="827938" y="31729"/>
                  </a:lnTo>
                  <a:lnTo>
                    <a:pt x="837679" y="33414"/>
                  </a:lnTo>
                  <a:lnTo>
                    <a:pt x="847420" y="35090"/>
                  </a:lnTo>
                  <a:lnTo>
                    <a:pt x="857159" y="36750"/>
                  </a:lnTo>
                  <a:lnTo>
                    <a:pt x="866900" y="38392"/>
                  </a:lnTo>
                  <a:lnTo>
                    <a:pt x="876641" y="40011"/>
                  </a:lnTo>
                  <a:lnTo>
                    <a:pt x="886381" y="41604"/>
                  </a:lnTo>
                  <a:lnTo>
                    <a:pt x="896122" y="43167"/>
                  </a:lnTo>
                  <a:lnTo>
                    <a:pt x="905863" y="44694"/>
                  </a:lnTo>
                  <a:lnTo>
                    <a:pt x="915602" y="46185"/>
                  </a:lnTo>
                  <a:lnTo>
                    <a:pt x="925343" y="47637"/>
                  </a:lnTo>
                  <a:lnTo>
                    <a:pt x="935084" y="49043"/>
                  </a:lnTo>
                  <a:lnTo>
                    <a:pt x="944824" y="50405"/>
                  </a:lnTo>
                  <a:lnTo>
                    <a:pt x="954564" y="51717"/>
                  </a:lnTo>
                  <a:lnTo>
                    <a:pt x="964305" y="52979"/>
                  </a:lnTo>
                  <a:lnTo>
                    <a:pt x="974045" y="54188"/>
                  </a:lnTo>
                  <a:lnTo>
                    <a:pt x="983786" y="55341"/>
                  </a:lnTo>
                  <a:lnTo>
                    <a:pt x="993522" y="56437"/>
                  </a:lnTo>
                  <a:lnTo>
                    <a:pt x="1003266" y="57476"/>
                  </a:lnTo>
                  <a:lnTo>
                    <a:pt x="1013010" y="58456"/>
                  </a:lnTo>
                  <a:lnTo>
                    <a:pt x="1022754" y="59374"/>
                  </a:lnTo>
                  <a:lnTo>
                    <a:pt x="1032483" y="60231"/>
                  </a:lnTo>
                  <a:lnTo>
                    <a:pt x="1042227" y="61025"/>
                  </a:lnTo>
                  <a:lnTo>
                    <a:pt x="1051971" y="61755"/>
                  </a:lnTo>
                  <a:lnTo>
                    <a:pt x="1061715" y="62421"/>
                  </a:lnTo>
                  <a:lnTo>
                    <a:pt x="1071444" y="63024"/>
                  </a:lnTo>
                  <a:lnTo>
                    <a:pt x="1081188" y="63562"/>
                  </a:lnTo>
                  <a:lnTo>
                    <a:pt x="1090932" y="64037"/>
                  </a:lnTo>
                  <a:lnTo>
                    <a:pt x="1100676" y="64447"/>
                  </a:lnTo>
                  <a:lnTo>
                    <a:pt x="1110405" y="64793"/>
                  </a:lnTo>
                  <a:lnTo>
                    <a:pt x="1120149" y="65074"/>
                  </a:lnTo>
                  <a:lnTo>
                    <a:pt x="1129893" y="65293"/>
                  </a:lnTo>
                  <a:lnTo>
                    <a:pt x="1139637" y="65450"/>
                  </a:lnTo>
                  <a:lnTo>
                    <a:pt x="1149381" y="65544"/>
                  </a:lnTo>
                  <a:lnTo>
                    <a:pt x="1159110" y="65578"/>
                  </a:lnTo>
                  <a:lnTo>
                    <a:pt x="1168854" y="65550"/>
                  </a:lnTo>
                  <a:lnTo>
                    <a:pt x="1178598" y="65463"/>
                  </a:lnTo>
                  <a:lnTo>
                    <a:pt x="1188341" y="65319"/>
                  </a:lnTo>
                  <a:lnTo>
                    <a:pt x="1198070" y="65116"/>
                  </a:lnTo>
                  <a:lnTo>
                    <a:pt x="1207814" y="64857"/>
                  </a:lnTo>
                  <a:lnTo>
                    <a:pt x="1217558" y="64544"/>
                  </a:lnTo>
                  <a:lnTo>
                    <a:pt x="1227302" y="64176"/>
                  </a:lnTo>
                  <a:lnTo>
                    <a:pt x="1237031" y="63757"/>
                  </a:lnTo>
                  <a:lnTo>
                    <a:pt x="1246775" y="63286"/>
                  </a:lnTo>
                  <a:lnTo>
                    <a:pt x="1256519" y="62768"/>
                  </a:lnTo>
                  <a:lnTo>
                    <a:pt x="1266263" y="62200"/>
                  </a:lnTo>
                  <a:lnTo>
                    <a:pt x="1276007" y="61586"/>
                  </a:lnTo>
                  <a:lnTo>
                    <a:pt x="1285736" y="60928"/>
                  </a:lnTo>
                  <a:lnTo>
                    <a:pt x="1295480" y="60228"/>
                  </a:lnTo>
                  <a:lnTo>
                    <a:pt x="1305224" y="59486"/>
                  </a:lnTo>
                  <a:lnTo>
                    <a:pt x="1314968" y="58703"/>
                  </a:lnTo>
                  <a:lnTo>
                    <a:pt x="1324697" y="57886"/>
                  </a:lnTo>
                  <a:lnTo>
                    <a:pt x="1334441" y="57030"/>
                  </a:lnTo>
                  <a:lnTo>
                    <a:pt x="1344185" y="56144"/>
                  </a:lnTo>
                  <a:lnTo>
                    <a:pt x="1353929" y="55225"/>
                  </a:lnTo>
                  <a:lnTo>
                    <a:pt x="1363658" y="54276"/>
                  </a:lnTo>
                  <a:lnTo>
                    <a:pt x="1373402" y="53300"/>
                  </a:lnTo>
                  <a:lnTo>
                    <a:pt x="1383146" y="52300"/>
                  </a:lnTo>
                  <a:lnTo>
                    <a:pt x="1392890" y="51278"/>
                  </a:lnTo>
                  <a:lnTo>
                    <a:pt x="1402619" y="50235"/>
                  </a:lnTo>
                  <a:lnTo>
                    <a:pt x="1412363" y="49174"/>
                  </a:lnTo>
                  <a:lnTo>
                    <a:pt x="1422106" y="48098"/>
                  </a:lnTo>
                  <a:lnTo>
                    <a:pt x="1431850" y="47011"/>
                  </a:lnTo>
                  <a:lnTo>
                    <a:pt x="1441594" y="45913"/>
                  </a:lnTo>
                  <a:lnTo>
                    <a:pt x="1451323" y="44809"/>
                  </a:lnTo>
                  <a:lnTo>
                    <a:pt x="1461067" y="43700"/>
                  </a:lnTo>
                  <a:lnTo>
                    <a:pt x="1470811" y="42590"/>
                  </a:lnTo>
                  <a:lnTo>
                    <a:pt x="1480555" y="41483"/>
                  </a:lnTo>
                  <a:lnTo>
                    <a:pt x="1490284" y="40381"/>
                  </a:lnTo>
                  <a:lnTo>
                    <a:pt x="1500028" y="39287"/>
                  </a:lnTo>
                  <a:lnTo>
                    <a:pt x="1509772" y="38205"/>
                  </a:lnTo>
                  <a:lnTo>
                    <a:pt x="1519516" y="37139"/>
                  </a:lnTo>
                  <a:lnTo>
                    <a:pt x="1529245" y="36090"/>
                  </a:lnTo>
                  <a:lnTo>
                    <a:pt x="1538989" y="35063"/>
                  </a:lnTo>
                  <a:lnTo>
                    <a:pt x="1548733" y="34062"/>
                  </a:lnTo>
                  <a:lnTo>
                    <a:pt x="1558477" y="33091"/>
                  </a:lnTo>
                  <a:lnTo>
                    <a:pt x="1568221" y="32152"/>
                  </a:lnTo>
                  <a:lnTo>
                    <a:pt x="1577950" y="31251"/>
                  </a:lnTo>
                  <a:lnTo>
                    <a:pt x="1587694" y="30391"/>
                  </a:lnTo>
                  <a:lnTo>
                    <a:pt x="1597438" y="29574"/>
                  </a:lnTo>
                  <a:lnTo>
                    <a:pt x="1607182" y="28807"/>
                  </a:lnTo>
                  <a:lnTo>
                    <a:pt x="1616911" y="28094"/>
                  </a:lnTo>
                  <a:lnTo>
                    <a:pt x="1626655" y="27435"/>
                  </a:lnTo>
                  <a:lnTo>
                    <a:pt x="1636399" y="26839"/>
                  </a:lnTo>
                  <a:lnTo>
                    <a:pt x="1646142" y="26306"/>
                  </a:lnTo>
                  <a:lnTo>
                    <a:pt x="1655872" y="25842"/>
                  </a:lnTo>
                  <a:lnTo>
                    <a:pt x="1665616" y="25450"/>
                  </a:lnTo>
                  <a:lnTo>
                    <a:pt x="1675359" y="25136"/>
                  </a:lnTo>
                  <a:lnTo>
                    <a:pt x="1685103" y="24902"/>
                  </a:lnTo>
                  <a:lnTo>
                    <a:pt x="1694832" y="24753"/>
                  </a:lnTo>
                  <a:lnTo>
                    <a:pt x="1704576" y="24692"/>
                  </a:lnTo>
                  <a:lnTo>
                    <a:pt x="1714320" y="24723"/>
                  </a:lnTo>
                  <a:lnTo>
                    <a:pt x="1724064" y="24848"/>
                  </a:lnTo>
                  <a:lnTo>
                    <a:pt x="1733808" y="25075"/>
                  </a:lnTo>
                  <a:lnTo>
                    <a:pt x="1743537" y="25403"/>
                  </a:lnTo>
                  <a:lnTo>
                    <a:pt x="1753281" y="25836"/>
                  </a:lnTo>
                  <a:lnTo>
                    <a:pt x="1763025" y="26380"/>
                  </a:lnTo>
                  <a:lnTo>
                    <a:pt x="1772769" y="27036"/>
                  </a:lnTo>
                  <a:lnTo>
                    <a:pt x="1782498" y="27804"/>
                  </a:lnTo>
                  <a:lnTo>
                    <a:pt x="1792242" y="28692"/>
                  </a:lnTo>
                  <a:lnTo>
                    <a:pt x="1801986" y="29700"/>
                  </a:lnTo>
                  <a:lnTo>
                    <a:pt x="1811730" y="30829"/>
                  </a:lnTo>
                  <a:lnTo>
                    <a:pt x="1821459" y="32082"/>
                  </a:lnTo>
                  <a:lnTo>
                    <a:pt x="1831203" y="33462"/>
                  </a:lnTo>
                  <a:lnTo>
                    <a:pt x="1840947" y="34968"/>
                  </a:lnTo>
                  <a:lnTo>
                    <a:pt x="1850691" y="36604"/>
                  </a:lnTo>
                  <a:lnTo>
                    <a:pt x="1860435" y="38368"/>
                  </a:lnTo>
                  <a:lnTo>
                    <a:pt x="1870164" y="40263"/>
                  </a:lnTo>
                  <a:lnTo>
                    <a:pt x="1879908" y="42288"/>
                  </a:lnTo>
                  <a:lnTo>
                    <a:pt x="1889652" y="44445"/>
                  </a:lnTo>
                  <a:lnTo>
                    <a:pt x="1899395" y="46732"/>
                  </a:lnTo>
                  <a:lnTo>
                    <a:pt x="1909124" y="49149"/>
                  </a:lnTo>
                  <a:lnTo>
                    <a:pt x="1918868" y="51695"/>
                  </a:lnTo>
                  <a:lnTo>
                    <a:pt x="1928612" y="54369"/>
                  </a:lnTo>
                  <a:lnTo>
                    <a:pt x="1938356" y="57170"/>
                  </a:lnTo>
                  <a:lnTo>
                    <a:pt x="1948085" y="60095"/>
                  </a:lnTo>
                  <a:lnTo>
                    <a:pt x="1957829" y="63143"/>
                  </a:lnTo>
                  <a:lnTo>
                    <a:pt x="1967573" y="66312"/>
                  </a:lnTo>
                  <a:lnTo>
                    <a:pt x="1977317" y="69598"/>
                  </a:lnTo>
                  <a:lnTo>
                    <a:pt x="1987046" y="72998"/>
                  </a:lnTo>
                  <a:lnTo>
                    <a:pt x="1996790" y="76508"/>
                  </a:lnTo>
                  <a:lnTo>
                    <a:pt x="2006534" y="80124"/>
                  </a:lnTo>
                  <a:lnTo>
                    <a:pt x="2016278" y="83844"/>
                  </a:lnTo>
                  <a:lnTo>
                    <a:pt x="2026022" y="87661"/>
                  </a:lnTo>
                  <a:lnTo>
                    <a:pt x="2035751" y="91574"/>
                  </a:lnTo>
                  <a:lnTo>
                    <a:pt x="2045495" y="95573"/>
                  </a:lnTo>
                  <a:lnTo>
                    <a:pt x="2055239" y="99655"/>
                  </a:lnTo>
                  <a:lnTo>
                    <a:pt x="2064983" y="103813"/>
                  </a:lnTo>
                  <a:lnTo>
                    <a:pt x="2074712" y="108043"/>
                  </a:lnTo>
                  <a:lnTo>
                    <a:pt x="2084456" y="112338"/>
                  </a:lnTo>
                  <a:lnTo>
                    <a:pt x="2094200" y="116692"/>
                  </a:lnTo>
                  <a:lnTo>
                    <a:pt x="2103944" y="121096"/>
                  </a:lnTo>
                  <a:lnTo>
                    <a:pt x="2113673" y="125546"/>
                  </a:lnTo>
                  <a:lnTo>
                    <a:pt x="2123417" y="130032"/>
                  </a:lnTo>
                  <a:lnTo>
                    <a:pt x="2133161" y="134548"/>
                  </a:lnTo>
                  <a:lnTo>
                    <a:pt x="2142905" y="139087"/>
                  </a:lnTo>
                  <a:lnTo>
                    <a:pt x="2152649" y="143638"/>
                  </a:lnTo>
                  <a:lnTo>
                    <a:pt x="2162377" y="148197"/>
                  </a:lnTo>
                  <a:lnTo>
                    <a:pt x="2172121" y="152753"/>
                  </a:lnTo>
                  <a:lnTo>
                    <a:pt x="2181865" y="157300"/>
                  </a:lnTo>
                  <a:lnTo>
                    <a:pt x="2191609" y="161830"/>
                  </a:lnTo>
                  <a:lnTo>
                    <a:pt x="2201338" y="166331"/>
                  </a:lnTo>
                  <a:lnTo>
                    <a:pt x="2211082" y="170797"/>
                  </a:lnTo>
                  <a:lnTo>
                    <a:pt x="2220826" y="175219"/>
                  </a:lnTo>
                  <a:lnTo>
                    <a:pt x="2230570" y="179589"/>
                  </a:lnTo>
                  <a:lnTo>
                    <a:pt x="2240299" y="183898"/>
                  </a:lnTo>
                  <a:lnTo>
                    <a:pt x="2250043" y="188138"/>
                  </a:lnTo>
                  <a:lnTo>
                    <a:pt x="2259787" y="192300"/>
                  </a:lnTo>
                  <a:lnTo>
                    <a:pt x="2269531" y="196375"/>
                  </a:lnTo>
                  <a:lnTo>
                    <a:pt x="2279260" y="200354"/>
                  </a:lnTo>
                  <a:lnTo>
                    <a:pt x="2289004" y="204231"/>
                  </a:lnTo>
                  <a:lnTo>
                    <a:pt x="2298748" y="207997"/>
                  </a:lnTo>
                  <a:lnTo>
                    <a:pt x="2308492" y="211643"/>
                  </a:lnTo>
                  <a:lnTo>
                    <a:pt x="2318236" y="215162"/>
                  </a:lnTo>
                  <a:lnTo>
                    <a:pt x="2327965" y="218546"/>
                  </a:lnTo>
                  <a:lnTo>
                    <a:pt x="2337709" y="221786"/>
                  </a:lnTo>
                  <a:lnTo>
                    <a:pt x="2347453" y="224878"/>
                  </a:lnTo>
                  <a:lnTo>
                    <a:pt x="2357197" y="227813"/>
                  </a:lnTo>
                  <a:lnTo>
                    <a:pt x="2366926" y="230583"/>
                  </a:lnTo>
                  <a:lnTo>
                    <a:pt x="2376670" y="233184"/>
                  </a:lnTo>
                  <a:lnTo>
                    <a:pt x="2386413" y="235607"/>
                  </a:lnTo>
                  <a:lnTo>
                    <a:pt x="2396157" y="237847"/>
                  </a:lnTo>
                  <a:lnTo>
                    <a:pt x="2405886" y="239900"/>
                  </a:lnTo>
                  <a:lnTo>
                    <a:pt x="2415630" y="241760"/>
                  </a:lnTo>
                  <a:lnTo>
                    <a:pt x="2425374" y="243420"/>
                  </a:lnTo>
                  <a:lnTo>
                    <a:pt x="2435118" y="244875"/>
                  </a:lnTo>
                  <a:lnTo>
                    <a:pt x="2444862" y="246124"/>
                  </a:lnTo>
                  <a:lnTo>
                    <a:pt x="2454591" y="247161"/>
                  </a:lnTo>
                  <a:lnTo>
                    <a:pt x="2464335" y="247982"/>
                  </a:lnTo>
                  <a:lnTo>
                    <a:pt x="2474079" y="248584"/>
                  </a:lnTo>
                  <a:lnTo>
                    <a:pt x="2483823" y="248963"/>
                  </a:lnTo>
                  <a:lnTo>
                    <a:pt x="2493552" y="249120"/>
                  </a:lnTo>
                  <a:lnTo>
                    <a:pt x="2503296" y="249050"/>
                  </a:lnTo>
                  <a:lnTo>
                    <a:pt x="2513040" y="248752"/>
                  </a:lnTo>
                  <a:lnTo>
                    <a:pt x="2522784" y="248226"/>
                  </a:lnTo>
                  <a:lnTo>
                    <a:pt x="2532513" y="247469"/>
                  </a:lnTo>
                  <a:lnTo>
                    <a:pt x="2542257" y="246481"/>
                  </a:lnTo>
                  <a:lnTo>
                    <a:pt x="2552001" y="245264"/>
                  </a:lnTo>
                  <a:lnTo>
                    <a:pt x="2561745" y="243816"/>
                  </a:lnTo>
                  <a:lnTo>
                    <a:pt x="2571474" y="242140"/>
                  </a:lnTo>
                  <a:lnTo>
                    <a:pt x="2581218" y="240236"/>
                  </a:lnTo>
                  <a:lnTo>
                    <a:pt x="2590962" y="238104"/>
                  </a:lnTo>
                  <a:lnTo>
                    <a:pt x="2600705" y="235748"/>
                  </a:lnTo>
                  <a:lnTo>
                    <a:pt x="2610449" y="233171"/>
                  </a:lnTo>
                  <a:lnTo>
                    <a:pt x="2620178" y="230374"/>
                  </a:lnTo>
                  <a:lnTo>
                    <a:pt x="2629922" y="227361"/>
                  </a:lnTo>
                  <a:lnTo>
                    <a:pt x="2639666" y="224136"/>
                  </a:lnTo>
                  <a:lnTo>
                    <a:pt x="2649410" y="220702"/>
                  </a:lnTo>
                  <a:lnTo>
                    <a:pt x="2659139" y="217063"/>
                  </a:lnTo>
                  <a:lnTo>
                    <a:pt x="2668883" y="213225"/>
                  </a:lnTo>
                  <a:lnTo>
                    <a:pt x="2678627" y="209191"/>
                  </a:lnTo>
                  <a:lnTo>
                    <a:pt x="2688371" y="204968"/>
                  </a:lnTo>
                  <a:lnTo>
                    <a:pt x="2698100" y="200561"/>
                  </a:lnTo>
                  <a:lnTo>
                    <a:pt x="2707844" y="195975"/>
                  </a:lnTo>
                  <a:lnTo>
                    <a:pt x="2717588" y="191216"/>
                  </a:lnTo>
                  <a:lnTo>
                    <a:pt x="2727332" y="186292"/>
                  </a:lnTo>
                  <a:lnTo>
                    <a:pt x="2737076" y="181209"/>
                  </a:lnTo>
                  <a:lnTo>
                    <a:pt x="2746805" y="175973"/>
                  </a:lnTo>
                  <a:lnTo>
                    <a:pt x="2756549" y="170592"/>
                  </a:lnTo>
                  <a:lnTo>
                    <a:pt x="2766293" y="165072"/>
                  </a:lnTo>
                  <a:lnTo>
                    <a:pt x="2776037" y="159421"/>
                  </a:lnTo>
                  <a:lnTo>
                    <a:pt x="2785766" y="153647"/>
                  </a:lnTo>
                  <a:lnTo>
                    <a:pt x="2795510" y="147758"/>
                  </a:lnTo>
                  <a:lnTo>
                    <a:pt x="2805254" y="141761"/>
                  </a:lnTo>
                  <a:lnTo>
                    <a:pt x="2814998" y="135664"/>
                  </a:lnTo>
                  <a:lnTo>
                    <a:pt x="2824727" y="129477"/>
                  </a:lnTo>
                  <a:lnTo>
                    <a:pt x="2834471" y="123207"/>
                  </a:lnTo>
                  <a:lnTo>
                    <a:pt x="2844215" y="116862"/>
                  </a:lnTo>
                  <a:lnTo>
                    <a:pt x="2853958" y="110449"/>
                  </a:lnTo>
                  <a:lnTo>
                    <a:pt x="2863687" y="103980"/>
                  </a:lnTo>
                  <a:lnTo>
                    <a:pt x="2873431" y="97460"/>
                  </a:lnTo>
                  <a:lnTo>
                    <a:pt x="2883175" y="90899"/>
                  </a:lnTo>
                  <a:lnTo>
                    <a:pt x="2892919" y="84306"/>
                  </a:lnTo>
                  <a:lnTo>
                    <a:pt x="2902663" y="77688"/>
                  </a:lnTo>
                  <a:lnTo>
                    <a:pt x="2912392" y="7105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5" name="Freeform 744">
              <a:extLst>
                <a:ext uri="{FF2B5EF4-FFF2-40B4-BE49-F238E27FC236}">
                  <a16:creationId xmlns:a16="http://schemas.microsoft.com/office/drawing/2014/main" id="{8D3CD541-EBFB-3936-0E91-251EF69BBBC4}"/>
                </a:ext>
              </a:extLst>
            </p:cNvPr>
            <p:cNvSpPr/>
            <p:nvPr/>
          </p:nvSpPr>
          <p:spPr>
            <a:xfrm>
              <a:off x="576446" y="3114668"/>
              <a:ext cx="2912392" cy="744244"/>
            </a:xfrm>
            <a:custGeom>
              <a:avLst/>
              <a:gdLst>
                <a:gd name="connsiteX0" fmla="*/ 0 w 2912392"/>
                <a:gd name="connsiteY0" fmla="*/ 734240 h 744244"/>
                <a:gd name="connsiteX1" fmla="*/ 9739 w 2912392"/>
                <a:gd name="connsiteY1" fmla="*/ 735655 h 744244"/>
                <a:gd name="connsiteX2" fmla="*/ 19480 w 2912392"/>
                <a:gd name="connsiteY2" fmla="*/ 736992 h 744244"/>
                <a:gd name="connsiteX3" fmla="*/ 29221 w 2912392"/>
                <a:gd name="connsiteY3" fmla="*/ 738243 h 744244"/>
                <a:gd name="connsiteX4" fmla="*/ 38961 w 2912392"/>
                <a:gd name="connsiteY4" fmla="*/ 739399 h 744244"/>
                <a:gd name="connsiteX5" fmla="*/ 48702 w 2912392"/>
                <a:gd name="connsiteY5" fmla="*/ 740453 h 744244"/>
                <a:gd name="connsiteX6" fmla="*/ 58443 w 2912392"/>
                <a:gd name="connsiteY6" fmla="*/ 741394 h 744244"/>
                <a:gd name="connsiteX7" fmla="*/ 68182 w 2912392"/>
                <a:gd name="connsiteY7" fmla="*/ 742217 h 744244"/>
                <a:gd name="connsiteX8" fmla="*/ 77923 w 2912392"/>
                <a:gd name="connsiteY8" fmla="*/ 742911 h 744244"/>
                <a:gd name="connsiteX9" fmla="*/ 87664 w 2912392"/>
                <a:gd name="connsiteY9" fmla="*/ 743468 h 744244"/>
                <a:gd name="connsiteX10" fmla="*/ 97404 w 2912392"/>
                <a:gd name="connsiteY10" fmla="*/ 743882 h 744244"/>
                <a:gd name="connsiteX11" fmla="*/ 107145 w 2912392"/>
                <a:gd name="connsiteY11" fmla="*/ 744143 h 744244"/>
                <a:gd name="connsiteX12" fmla="*/ 116886 w 2912392"/>
                <a:gd name="connsiteY12" fmla="*/ 744244 h 744244"/>
                <a:gd name="connsiteX13" fmla="*/ 126625 w 2912392"/>
                <a:gd name="connsiteY13" fmla="*/ 744177 h 744244"/>
                <a:gd name="connsiteX14" fmla="*/ 136366 w 2912392"/>
                <a:gd name="connsiteY14" fmla="*/ 743936 h 744244"/>
                <a:gd name="connsiteX15" fmla="*/ 146107 w 2912392"/>
                <a:gd name="connsiteY15" fmla="*/ 743511 h 744244"/>
                <a:gd name="connsiteX16" fmla="*/ 155846 w 2912392"/>
                <a:gd name="connsiteY16" fmla="*/ 742898 h 744244"/>
                <a:gd name="connsiteX17" fmla="*/ 165587 w 2912392"/>
                <a:gd name="connsiteY17" fmla="*/ 742087 h 744244"/>
                <a:gd name="connsiteX18" fmla="*/ 175328 w 2912392"/>
                <a:gd name="connsiteY18" fmla="*/ 741074 h 744244"/>
                <a:gd name="connsiteX19" fmla="*/ 185068 w 2912392"/>
                <a:gd name="connsiteY19" fmla="*/ 739852 h 744244"/>
                <a:gd name="connsiteX20" fmla="*/ 194809 w 2912392"/>
                <a:gd name="connsiteY20" fmla="*/ 738414 h 744244"/>
                <a:gd name="connsiteX21" fmla="*/ 204550 w 2912392"/>
                <a:gd name="connsiteY21" fmla="*/ 736756 h 744244"/>
                <a:gd name="connsiteX22" fmla="*/ 214289 w 2912392"/>
                <a:gd name="connsiteY22" fmla="*/ 734873 h 744244"/>
                <a:gd name="connsiteX23" fmla="*/ 224030 w 2912392"/>
                <a:gd name="connsiteY23" fmla="*/ 732759 h 744244"/>
                <a:gd name="connsiteX24" fmla="*/ 233771 w 2912392"/>
                <a:gd name="connsiteY24" fmla="*/ 730409 h 744244"/>
                <a:gd name="connsiteX25" fmla="*/ 243510 w 2912392"/>
                <a:gd name="connsiteY25" fmla="*/ 727821 h 744244"/>
                <a:gd name="connsiteX26" fmla="*/ 253251 w 2912392"/>
                <a:gd name="connsiteY26" fmla="*/ 724989 h 744244"/>
                <a:gd name="connsiteX27" fmla="*/ 262992 w 2912392"/>
                <a:gd name="connsiteY27" fmla="*/ 721912 h 744244"/>
                <a:gd name="connsiteX28" fmla="*/ 272732 w 2912392"/>
                <a:gd name="connsiteY28" fmla="*/ 718585 h 744244"/>
                <a:gd name="connsiteX29" fmla="*/ 282473 w 2912392"/>
                <a:gd name="connsiteY29" fmla="*/ 715008 h 744244"/>
                <a:gd name="connsiteX30" fmla="*/ 292214 w 2912392"/>
                <a:gd name="connsiteY30" fmla="*/ 711178 h 744244"/>
                <a:gd name="connsiteX31" fmla="*/ 301953 w 2912392"/>
                <a:gd name="connsiteY31" fmla="*/ 707094 h 744244"/>
                <a:gd name="connsiteX32" fmla="*/ 311694 w 2912392"/>
                <a:gd name="connsiteY32" fmla="*/ 702754 h 744244"/>
                <a:gd name="connsiteX33" fmla="*/ 321435 w 2912392"/>
                <a:gd name="connsiteY33" fmla="*/ 698157 h 744244"/>
                <a:gd name="connsiteX34" fmla="*/ 331175 w 2912392"/>
                <a:gd name="connsiteY34" fmla="*/ 693306 h 744244"/>
                <a:gd name="connsiteX35" fmla="*/ 340916 w 2912392"/>
                <a:gd name="connsiteY35" fmla="*/ 688200 h 744244"/>
                <a:gd name="connsiteX36" fmla="*/ 350656 w 2912392"/>
                <a:gd name="connsiteY36" fmla="*/ 682841 h 744244"/>
                <a:gd name="connsiteX37" fmla="*/ 360396 w 2912392"/>
                <a:gd name="connsiteY37" fmla="*/ 677230 h 744244"/>
                <a:gd name="connsiteX38" fmla="*/ 370137 w 2912392"/>
                <a:gd name="connsiteY38" fmla="*/ 671369 h 744244"/>
                <a:gd name="connsiteX39" fmla="*/ 379878 w 2912392"/>
                <a:gd name="connsiteY39" fmla="*/ 665260 h 744244"/>
                <a:gd name="connsiteX40" fmla="*/ 389617 w 2912392"/>
                <a:gd name="connsiteY40" fmla="*/ 658908 h 744244"/>
                <a:gd name="connsiteX41" fmla="*/ 399358 w 2912392"/>
                <a:gd name="connsiteY41" fmla="*/ 652315 h 744244"/>
                <a:gd name="connsiteX42" fmla="*/ 409099 w 2912392"/>
                <a:gd name="connsiteY42" fmla="*/ 645485 h 744244"/>
                <a:gd name="connsiteX43" fmla="*/ 418839 w 2912392"/>
                <a:gd name="connsiteY43" fmla="*/ 638424 h 744244"/>
                <a:gd name="connsiteX44" fmla="*/ 428580 w 2912392"/>
                <a:gd name="connsiteY44" fmla="*/ 631136 h 744244"/>
                <a:gd name="connsiteX45" fmla="*/ 438321 w 2912392"/>
                <a:gd name="connsiteY45" fmla="*/ 623628 h 744244"/>
                <a:gd name="connsiteX46" fmla="*/ 448060 w 2912392"/>
                <a:gd name="connsiteY46" fmla="*/ 615905 h 744244"/>
                <a:gd name="connsiteX47" fmla="*/ 457801 w 2912392"/>
                <a:gd name="connsiteY47" fmla="*/ 607972 h 744244"/>
                <a:gd name="connsiteX48" fmla="*/ 467542 w 2912392"/>
                <a:gd name="connsiteY48" fmla="*/ 599837 h 744244"/>
                <a:gd name="connsiteX49" fmla="*/ 477281 w 2912392"/>
                <a:gd name="connsiteY49" fmla="*/ 591509 h 744244"/>
                <a:gd name="connsiteX50" fmla="*/ 487022 w 2912392"/>
                <a:gd name="connsiteY50" fmla="*/ 582993 h 744244"/>
                <a:gd name="connsiteX51" fmla="*/ 496763 w 2912392"/>
                <a:gd name="connsiteY51" fmla="*/ 574298 h 744244"/>
                <a:gd name="connsiteX52" fmla="*/ 506503 w 2912392"/>
                <a:gd name="connsiteY52" fmla="*/ 565431 h 744244"/>
                <a:gd name="connsiteX53" fmla="*/ 516244 w 2912392"/>
                <a:gd name="connsiteY53" fmla="*/ 556404 h 744244"/>
                <a:gd name="connsiteX54" fmla="*/ 525985 w 2912392"/>
                <a:gd name="connsiteY54" fmla="*/ 547222 h 744244"/>
                <a:gd name="connsiteX55" fmla="*/ 535724 w 2912392"/>
                <a:gd name="connsiteY55" fmla="*/ 537895 h 744244"/>
                <a:gd name="connsiteX56" fmla="*/ 545465 w 2912392"/>
                <a:gd name="connsiteY56" fmla="*/ 528434 h 744244"/>
                <a:gd name="connsiteX57" fmla="*/ 555206 w 2912392"/>
                <a:gd name="connsiteY57" fmla="*/ 518847 h 744244"/>
                <a:gd name="connsiteX58" fmla="*/ 564946 w 2912392"/>
                <a:gd name="connsiteY58" fmla="*/ 509143 h 744244"/>
                <a:gd name="connsiteX59" fmla="*/ 574687 w 2912392"/>
                <a:gd name="connsiteY59" fmla="*/ 499335 h 744244"/>
                <a:gd name="connsiteX60" fmla="*/ 584428 w 2912392"/>
                <a:gd name="connsiteY60" fmla="*/ 489430 h 744244"/>
                <a:gd name="connsiteX61" fmla="*/ 594167 w 2912392"/>
                <a:gd name="connsiteY61" fmla="*/ 479439 h 744244"/>
                <a:gd name="connsiteX62" fmla="*/ 603908 w 2912392"/>
                <a:gd name="connsiteY62" fmla="*/ 469373 h 744244"/>
                <a:gd name="connsiteX63" fmla="*/ 613649 w 2912392"/>
                <a:gd name="connsiteY63" fmla="*/ 459240 h 744244"/>
                <a:gd name="connsiteX64" fmla="*/ 623388 w 2912392"/>
                <a:gd name="connsiteY64" fmla="*/ 449054 h 744244"/>
                <a:gd name="connsiteX65" fmla="*/ 633129 w 2912392"/>
                <a:gd name="connsiteY65" fmla="*/ 438821 h 744244"/>
                <a:gd name="connsiteX66" fmla="*/ 642870 w 2912392"/>
                <a:gd name="connsiteY66" fmla="*/ 428554 h 744244"/>
                <a:gd name="connsiteX67" fmla="*/ 652610 w 2912392"/>
                <a:gd name="connsiteY67" fmla="*/ 418264 h 744244"/>
                <a:gd name="connsiteX68" fmla="*/ 662351 w 2912392"/>
                <a:gd name="connsiteY68" fmla="*/ 407957 h 744244"/>
                <a:gd name="connsiteX69" fmla="*/ 672092 w 2912392"/>
                <a:gd name="connsiteY69" fmla="*/ 397646 h 744244"/>
                <a:gd name="connsiteX70" fmla="*/ 681831 w 2912392"/>
                <a:gd name="connsiteY70" fmla="*/ 387342 h 744244"/>
                <a:gd name="connsiteX71" fmla="*/ 691572 w 2912392"/>
                <a:gd name="connsiteY71" fmla="*/ 377052 h 744244"/>
                <a:gd name="connsiteX72" fmla="*/ 701313 w 2912392"/>
                <a:gd name="connsiteY72" fmla="*/ 366786 h 744244"/>
                <a:gd name="connsiteX73" fmla="*/ 711052 w 2912392"/>
                <a:gd name="connsiteY73" fmla="*/ 356555 h 744244"/>
                <a:gd name="connsiteX74" fmla="*/ 720793 w 2912392"/>
                <a:gd name="connsiteY74" fmla="*/ 346367 h 744244"/>
                <a:gd name="connsiteX75" fmla="*/ 730534 w 2912392"/>
                <a:gd name="connsiteY75" fmla="*/ 336231 h 744244"/>
                <a:gd name="connsiteX76" fmla="*/ 740274 w 2912392"/>
                <a:gd name="connsiteY76" fmla="*/ 326157 h 744244"/>
                <a:gd name="connsiteX77" fmla="*/ 750015 w 2912392"/>
                <a:gd name="connsiteY77" fmla="*/ 316150 h 744244"/>
                <a:gd name="connsiteX78" fmla="*/ 759756 w 2912392"/>
                <a:gd name="connsiteY78" fmla="*/ 306222 h 744244"/>
                <a:gd name="connsiteX79" fmla="*/ 769495 w 2912392"/>
                <a:gd name="connsiteY79" fmla="*/ 296379 h 744244"/>
                <a:gd name="connsiteX80" fmla="*/ 779236 w 2912392"/>
                <a:gd name="connsiteY80" fmla="*/ 286630 h 744244"/>
                <a:gd name="connsiteX81" fmla="*/ 788977 w 2912392"/>
                <a:gd name="connsiteY81" fmla="*/ 276980 h 744244"/>
                <a:gd name="connsiteX82" fmla="*/ 798717 w 2912392"/>
                <a:gd name="connsiteY82" fmla="*/ 267437 h 744244"/>
                <a:gd name="connsiteX83" fmla="*/ 808458 w 2912392"/>
                <a:gd name="connsiteY83" fmla="*/ 258009 h 744244"/>
                <a:gd name="connsiteX84" fmla="*/ 818199 w 2912392"/>
                <a:gd name="connsiteY84" fmla="*/ 248700 h 744244"/>
                <a:gd name="connsiteX85" fmla="*/ 827938 w 2912392"/>
                <a:gd name="connsiteY85" fmla="*/ 239518 h 744244"/>
                <a:gd name="connsiteX86" fmla="*/ 837679 w 2912392"/>
                <a:gd name="connsiteY86" fmla="*/ 230468 h 744244"/>
                <a:gd name="connsiteX87" fmla="*/ 847420 w 2912392"/>
                <a:gd name="connsiteY87" fmla="*/ 221555 h 744244"/>
                <a:gd name="connsiteX88" fmla="*/ 857159 w 2912392"/>
                <a:gd name="connsiteY88" fmla="*/ 212784 h 744244"/>
                <a:gd name="connsiteX89" fmla="*/ 866900 w 2912392"/>
                <a:gd name="connsiteY89" fmla="*/ 204161 h 744244"/>
                <a:gd name="connsiteX90" fmla="*/ 876641 w 2912392"/>
                <a:gd name="connsiteY90" fmla="*/ 195691 h 744244"/>
                <a:gd name="connsiteX91" fmla="*/ 886381 w 2912392"/>
                <a:gd name="connsiteY91" fmla="*/ 187374 h 744244"/>
                <a:gd name="connsiteX92" fmla="*/ 896122 w 2912392"/>
                <a:gd name="connsiteY92" fmla="*/ 179218 h 744244"/>
                <a:gd name="connsiteX93" fmla="*/ 905863 w 2912392"/>
                <a:gd name="connsiteY93" fmla="*/ 171225 h 744244"/>
                <a:gd name="connsiteX94" fmla="*/ 915602 w 2912392"/>
                <a:gd name="connsiteY94" fmla="*/ 163399 h 744244"/>
                <a:gd name="connsiteX95" fmla="*/ 925343 w 2912392"/>
                <a:gd name="connsiteY95" fmla="*/ 155742 h 744244"/>
                <a:gd name="connsiteX96" fmla="*/ 935084 w 2912392"/>
                <a:gd name="connsiteY96" fmla="*/ 148255 h 744244"/>
                <a:gd name="connsiteX97" fmla="*/ 944824 w 2912392"/>
                <a:gd name="connsiteY97" fmla="*/ 140944 h 744244"/>
                <a:gd name="connsiteX98" fmla="*/ 954564 w 2912392"/>
                <a:gd name="connsiteY98" fmla="*/ 133809 h 744244"/>
                <a:gd name="connsiteX99" fmla="*/ 964305 w 2912392"/>
                <a:gd name="connsiteY99" fmla="*/ 126853 h 744244"/>
                <a:gd name="connsiteX100" fmla="*/ 974045 w 2912392"/>
                <a:gd name="connsiteY100" fmla="*/ 120075 h 744244"/>
                <a:gd name="connsiteX101" fmla="*/ 983786 w 2912392"/>
                <a:gd name="connsiteY101" fmla="*/ 113481 h 744244"/>
                <a:gd name="connsiteX102" fmla="*/ 993522 w 2912392"/>
                <a:gd name="connsiteY102" fmla="*/ 107067 h 744244"/>
                <a:gd name="connsiteX103" fmla="*/ 1003266 w 2912392"/>
                <a:gd name="connsiteY103" fmla="*/ 100839 h 744244"/>
                <a:gd name="connsiteX104" fmla="*/ 1013010 w 2912392"/>
                <a:gd name="connsiteY104" fmla="*/ 94795 h 744244"/>
                <a:gd name="connsiteX105" fmla="*/ 1022754 w 2912392"/>
                <a:gd name="connsiteY105" fmla="*/ 88935 h 744244"/>
                <a:gd name="connsiteX106" fmla="*/ 1032483 w 2912392"/>
                <a:gd name="connsiteY106" fmla="*/ 83261 h 744244"/>
                <a:gd name="connsiteX107" fmla="*/ 1042227 w 2912392"/>
                <a:gd name="connsiteY107" fmla="*/ 77776 h 744244"/>
                <a:gd name="connsiteX108" fmla="*/ 1051971 w 2912392"/>
                <a:gd name="connsiteY108" fmla="*/ 72475 h 744244"/>
                <a:gd name="connsiteX109" fmla="*/ 1061715 w 2912392"/>
                <a:gd name="connsiteY109" fmla="*/ 67363 h 744244"/>
                <a:gd name="connsiteX110" fmla="*/ 1071444 w 2912392"/>
                <a:gd name="connsiteY110" fmla="*/ 62437 h 744244"/>
                <a:gd name="connsiteX111" fmla="*/ 1081188 w 2912392"/>
                <a:gd name="connsiteY111" fmla="*/ 57698 h 744244"/>
                <a:gd name="connsiteX112" fmla="*/ 1090932 w 2912392"/>
                <a:gd name="connsiteY112" fmla="*/ 53146 h 744244"/>
                <a:gd name="connsiteX113" fmla="*/ 1100676 w 2912392"/>
                <a:gd name="connsiteY113" fmla="*/ 48782 h 744244"/>
                <a:gd name="connsiteX114" fmla="*/ 1110405 w 2912392"/>
                <a:gd name="connsiteY114" fmla="*/ 44606 h 744244"/>
                <a:gd name="connsiteX115" fmla="*/ 1120149 w 2912392"/>
                <a:gd name="connsiteY115" fmla="*/ 40616 h 744244"/>
                <a:gd name="connsiteX116" fmla="*/ 1129893 w 2912392"/>
                <a:gd name="connsiteY116" fmla="*/ 36814 h 744244"/>
                <a:gd name="connsiteX117" fmla="*/ 1139637 w 2912392"/>
                <a:gd name="connsiteY117" fmla="*/ 33198 h 744244"/>
                <a:gd name="connsiteX118" fmla="*/ 1149381 w 2912392"/>
                <a:gd name="connsiteY118" fmla="*/ 29768 h 744244"/>
                <a:gd name="connsiteX119" fmla="*/ 1159110 w 2912392"/>
                <a:gd name="connsiteY119" fmla="*/ 26526 h 744244"/>
                <a:gd name="connsiteX120" fmla="*/ 1168854 w 2912392"/>
                <a:gd name="connsiteY120" fmla="*/ 23470 h 744244"/>
                <a:gd name="connsiteX121" fmla="*/ 1178598 w 2912392"/>
                <a:gd name="connsiteY121" fmla="*/ 20601 h 744244"/>
                <a:gd name="connsiteX122" fmla="*/ 1188341 w 2912392"/>
                <a:gd name="connsiteY122" fmla="*/ 17918 h 744244"/>
                <a:gd name="connsiteX123" fmla="*/ 1198070 w 2912392"/>
                <a:gd name="connsiteY123" fmla="*/ 15422 h 744244"/>
                <a:gd name="connsiteX124" fmla="*/ 1207814 w 2912392"/>
                <a:gd name="connsiteY124" fmla="*/ 13111 h 744244"/>
                <a:gd name="connsiteX125" fmla="*/ 1217558 w 2912392"/>
                <a:gd name="connsiteY125" fmla="*/ 10988 h 744244"/>
                <a:gd name="connsiteX126" fmla="*/ 1227302 w 2912392"/>
                <a:gd name="connsiteY126" fmla="*/ 9051 h 744244"/>
                <a:gd name="connsiteX127" fmla="*/ 1237031 w 2912392"/>
                <a:gd name="connsiteY127" fmla="*/ 7302 h 744244"/>
                <a:gd name="connsiteX128" fmla="*/ 1246775 w 2912392"/>
                <a:gd name="connsiteY128" fmla="*/ 5739 h 744244"/>
                <a:gd name="connsiteX129" fmla="*/ 1256519 w 2912392"/>
                <a:gd name="connsiteY129" fmla="*/ 4362 h 744244"/>
                <a:gd name="connsiteX130" fmla="*/ 1266263 w 2912392"/>
                <a:gd name="connsiteY130" fmla="*/ 3175 h 744244"/>
                <a:gd name="connsiteX131" fmla="*/ 1276007 w 2912392"/>
                <a:gd name="connsiteY131" fmla="*/ 2174 h 744244"/>
                <a:gd name="connsiteX132" fmla="*/ 1285736 w 2912392"/>
                <a:gd name="connsiteY132" fmla="*/ 1362 h 744244"/>
                <a:gd name="connsiteX133" fmla="*/ 1295480 w 2912392"/>
                <a:gd name="connsiteY133" fmla="*/ 738 h 744244"/>
                <a:gd name="connsiteX134" fmla="*/ 1305224 w 2912392"/>
                <a:gd name="connsiteY134" fmla="*/ 302 h 744244"/>
                <a:gd name="connsiteX135" fmla="*/ 1314968 w 2912392"/>
                <a:gd name="connsiteY135" fmla="*/ 57 h 744244"/>
                <a:gd name="connsiteX136" fmla="*/ 1324697 w 2912392"/>
                <a:gd name="connsiteY136" fmla="*/ 0 h 744244"/>
                <a:gd name="connsiteX137" fmla="*/ 1334441 w 2912392"/>
                <a:gd name="connsiteY137" fmla="*/ 134 h 744244"/>
                <a:gd name="connsiteX138" fmla="*/ 1344185 w 2912392"/>
                <a:gd name="connsiteY138" fmla="*/ 457 h 744244"/>
                <a:gd name="connsiteX139" fmla="*/ 1353929 w 2912392"/>
                <a:gd name="connsiteY139" fmla="*/ 971 h 744244"/>
                <a:gd name="connsiteX140" fmla="*/ 1363658 w 2912392"/>
                <a:gd name="connsiteY140" fmla="*/ 1678 h 744244"/>
                <a:gd name="connsiteX141" fmla="*/ 1373402 w 2912392"/>
                <a:gd name="connsiteY141" fmla="*/ 2575 h 744244"/>
                <a:gd name="connsiteX142" fmla="*/ 1383146 w 2912392"/>
                <a:gd name="connsiteY142" fmla="*/ 3664 h 744244"/>
                <a:gd name="connsiteX143" fmla="*/ 1392890 w 2912392"/>
                <a:gd name="connsiteY143" fmla="*/ 4944 h 744244"/>
                <a:gd name="connsiteX144" fmla="*/ 1402619 w 2912392"/>
                <a:gd name="connsiteY144" fmla="*/ 6416 h 744244"/>
                <a:gd name="connsiteX145" fmla="*/ 1412363 w 2912392"/>
                <a:gd name="connsiteY145" fmla="*/ 8080 h 744244"/>
                <a:gd name="connsiteX146" fmla="*/ 1422106 w 2912392"/>
                <a:gd name="connsiteY146" fmla="*/ 9936 h 744244"/>
                <a:gd name="connsiteX147" fmla="*/ 1431850 w 2912392"/>
                <a:gd name="connsiteY147" fmla="*/ 11985 h 744244"/>
                <a:gd name="connsiteX148" fmla="*/ 1441594 w 2912392"/>
                <a:gd name="connsiteY148" fmla="*/ 14224 h 744244"/>
                <a:gd name="connsiteX149" fmla="*/ 1451323 w 2912392"/>
                <a:gd name="connsiteY149" fmla="*/ 16654 h 744244"/>
                <a:gd name="connsiteX150" fmla="*/ 1461067 w 2912392"/>
                <a:gd name="connsiteY150" fmla="*/ 19275 h 744244"/>
                <a:gd name="connsiteX151" fmla="*/ 1470811 w 2912392"/>
                <a:gd name="connsiteY151" fmla="*/ 22086 h 744244"/>
                <a:gd name="connsiteX152" fmla="*/ 1480555 w 2912392"/>
                <a:gd name="connsiteY152" fmla="*/ 25087 h 744244"/>
                <a:gd name="connsiteX153" fmla="*/ 1490284 w 2912392"/>
                <a:gd name="connsiteY153" fmla="*/ 28275 h 744244"/>
                <a:gd name="connsiteX154" fmla="*/ 1500028 w 2912392"/>
                <a:gd name="connsiteY154" fmla="*/ 31651 h 744244"/>
                <a:gd name="connsiteX155" fmla="*/ 1509772 w 2912392"/>
                <a:gd name="connsiteY155" fmla="*/ 35212 h 744244"/>
                <a:gd name="connsiteX156" fmla="*/ 1519516 w 2912392"/>
                <a:gd name="connsiteY156" fmla="*/ 38959 h 744244"/>
                <a:gd name="connsiteX157" fmla="*/ 1529245 w 2912392"/>
                <a:gd name="connsiteY157" fmla="*/ 42888 h 744244"/>
                <a:gd name="connsiteX158" fmla="*/ 1538989 w 2912392"/>
                <a:gd name="connsiteY158" fmla="*/ 46997 h 744244"/>
                <a:gd name="connsiteX159" fmla="*/ 1548733 w 2912392"/>
                <a:gd name="connsiteY159" fmla="*/ 51285 h 744244"/>
                <a:gd name="connsiteX160" fmla="*/ 1558477 w 2912392"/>
                <a:gd name="connsiteY160" fmla="*/ 55749 h 744244"/>
                <a:gd name="connsiteX161" fmla="*/ 1568221 w 2912392"/>
                <a:gd name="connsiteY161" fmla="*/ 60387 h 744244"/>
                <a:gd name="connsiteX162" fmla="*/ 1577950 w 2912392"/>
                <a:gd name="connsiteY162" fmla="*/ 65195 h 744244"/>
                <a:gd name="connsiteX163" fmla="*/ 1587694 w 2912392"/>
                <a:gd name="connsiteY163" fmla="*/ 70173 h 744244"/>
                <a:gd name="connsiteX164" fmla="*/ 1597438 w 2912392"/>
                <a:gd name="connsiteY164" fmla="*/ 75314 h 744244"/>
                <a:gd name="connsiteX165" fmla="*/ 1607182 w 2912392"/>
                <a:gd name="connsiteY165" fmla="*/ 80617 h 744244"/>
                <a:gd name="connsiteX166" fmla="*/ 1616911 w 2912392"/>
                <a:gd name="connsiteY166" fmla="*/ 86077 h 744244"/>
                <a:gd name="connsiteX167" fmla="*/ 1626655 w 2912392"/>
                <a:gd name="connsiteY167" fmla="*/ 91691 h 744244"/>
                <a:gd name="connsiteX168" fmla="*/ 1636399 w 2912392"/>
                <a:gd name="connsiteY168" fmla="*/ 97454 h 744244"/>
                <a:gd name="connsiteX169" fmla="*/ 1646142 w 2912392"/>
                <a:gd name="connsiteY169" fmla="*/ 103362 h 744244"/>
                <a:gd name="connsiteX170" fmla="*/ 1655872 w 2912392"/>
                <a:gd name="connsiteY170" fmla="*/ 109411 h 744244"/>
                <a:gd name="connsiteX171" fmla="*/ 1665616 w 2912392"/>
                <a:gd name="connsiteY171" fmla="*/ 115594 h 744244"/>
                <a:gd name="connsiteX172" fmla="*/ 1675359 w 2912392"/>
                <a:gd name="connsiteY172" fmla="*/ 121908 h 744244"/>
                <a:gd name="connsiteX173" fmla="*/ 1685103 w 2912392"/>
                <a:gd name="connsiteY173" fmla="*/ 128347 h 744244"/>
                <a:gd name="connsiteX174" fmla="*/ 1694832 w 2912392"/>
                <a:gd name="connsiteY174" fmla="*/ 134906 h 744244"/>
                <a:gd name="connsiteX175" fmla="*/ 1704576 w 2912392"/>
                <a:gd name="connsiteY175" fmla="*/ 141576 h 744244"/>
                <a:gd name="connsiteX176" fmla="*/ 1714320 w 2912392"/>
                <a:gd name="connsiteY176" fmla="*/ 148357 h 744244"/>
                <a:gd name="connsiteX177" fmla="*/ 1724064 w 2912392"/>
                <a:gd name="connsiteY177" fmla="*/ 155237 h 744244"/>
                <a:gd name="connsiteX178" fmla="*/ 1733808 w 2912392"/>
                <a:gd name="connsiteY178" fmla="*/ 162213 h 744244"/>
                <a:gd name="connsiteX179" fmla="*/ 1743537 w 2912392"/>
                <a:gd name="connsiteY179" fmla="*/ 169276 h 744244"/>
                <a:gd name="connsiteX180" fmla="*/ 1753281 w 2912392"/>
                <a:gd name="connsiteY180" fmla="*/ 176422 h 744244"/>
                <a:gd name="connsiteX181" fmla="*/ 1763025 w 2912392"/>
                <a:gd name="connsiteY181" fmla="*/ 183643 h 744244"/>
                <a:gd name="connsiteX182" fmla="*/ 1772769 w 2912392"/>
                <a:gd name="connsiteY182" fmla="*/ 190932 h 744244"/>
                <a:gd name="connsiteX183" fmla="*/ 1782498 w 2912392"/>
                <a:gd name="connsiteY183" fmla="*/ 198282 h 744244"/>
                <a:gd name="connsiteX184" fmla="*/ 1792242 w 2912392"/>
                <a:gd name="connsiteY184" fmla="*/ 205685 h 744244"/>
                <a:gd name="connsiteX185" fmla="*/ 1801986 w 2912392"/>
                <a:gd name="connsiteY185" fmla="*/ 213134 h 744244"/>
                <a:gd name="connsiteX186" fmla="*/ 1811730 w 2912392"/>
                <a:gd name="connsiteY186" fmla="*/ 220623 h 744244"/>
                <a:gd name="connsiteX187" fmla="*/ 1821459 w 2912392"/>
                <a:gd name="connsiteY187" fmla="*/ 228142 h 744244"/>
                <a:gd name="connsiteX188" fmla="*/ 1831203 w 2912392"/>
                <a:gd name="connsiteY188" fmla="*/ 235685 h 744244"/>
                <a:gd name="connsiteX189" fmla="*/ 1840947 w 2912392"/>
                <a:gd name="connsiteY189" fmla="*/ 243247 h 744244"/>
                <a:gd name="connsiteX190" fmla="*/ 1850691 w 2912392"/>
                <a:gd name="connsiteY190" fmla="*/ 250815 h 744244"/>
                <a:gd name="connsiteX191" fmla="*/ 1860435 w 2912392"/>
                <a:gd name="connsiteY191" fmla="*/ 258386 h 744244"/>
                <a:gd name="connsiteX192" fmla="*/ 1870164 w 2912392"/>
                <a:gd name="connsiteY192" fmla="*/ 265948 h 744244"/>
                <a:gd name="connsiteX193" fmla="*/ 1879908 w 2912392"/>
                <a:gd name="connsiteY193" fmla="*/ 273499 h 744244"/>
                <a:gd name="connsiteX194" fmla="*/ 1889652 w 2912392"/>
                <a:gd name="connsiteY194" fmla="*/ 281028 h 744244"/>
                <a:gd name="connsiteX195" fmla="*/ 1899395 w 2912392"/>
                <a:gd name="connsiteY195" fmla="*/ 288526 h 744244"/>
                <a:gd name="connsiteX196" fmla="*/ 1909124 w 2912392"/>
                <a:gd name="connsiteY196" fmla="*/ 295991 h 744244"/>
                <a:gd name="connsiteX197" fmla="*/ 1918868 w 2912392"/>
                <a:gd name="connsiteY197" fmla="*/ 303410 h 744244"/>
                <a:gd name="connsiteX198" fmla="*/ 1928612 w 2912392"/>
                <a:gd name="connsiteY198" fmla="*/ 310781 h 744244"/>
                <a:gd name="connsiteX199" fmla="*/ 1938356 w 2912392"/>
                <a:gd name="connsiteY199" fmla="*/ 318093 h 744244"/>
                <a:gd name="connsiteX200" fmla="*/ 1948085 w 2912392"/>
                <a:gd name="connsiteY200" fmla="*/ 325342 h 744244"/>
                <a:gd name="connsiteX201" fmla="*/ 1957829 w 2912392"/>
                <a:gd name="connsiteY201" fmla="*/ 332520 h 744244"/>
                <a:gd name="connsiteX202" fmla="*/ 1967573 w 2912392"/>
                <a:gd name="connsiteY202" fmla="*/ 339619 h 744244"/>
                <a:gd name="connsiteX203" fmla="*/ 1977317 w 2912392"/>
                <a:gd name="connsiteY203" fmla="*/ 346637 h 744244"/>
                <a:gd name="connsiteX204" fmla="*/ 1987046 w 2912392"/>
                <a:gd name="connsiteY204" fmla="*/ 353563 h 744244"/>
                <a:gd name="connsiteX205" fmla="*/ 1996790 w 2912392"/>
                <a:gd name="connsiteY205" fmla="*/ 360394 h 744244"/>
                <a:gd name="connsiteX206" fmla="*/ 2006534 w 2912392"/>
                <a:gd name="connsiteY206" fmla="*/ 367126 h 744244"/>
                <a:gd name="connsiteX207" fmla="*/ 2016278 w 2912392"/>
                <a:gd name="connsiteY207" fmla="*/ 373750 h 744244"/>
                <a:gd name="connsiteX208" fmla="*/ 2026022 w 2912392"/>
                <a:gd name="connsiteY208" fmla="*/ 380261 h 744244"/>
                <a:gd name="connsiteX209" fmla="*/ 2035751 w 2912392"/>
                <a:gd name="connsiteY209" fmla="*/ 386657 h 744244"/>
                <a:gd name="connsiteX210" fmla="*/ 2045495 w 2912392"/>
                <a:gd name="connsiteY210" fmla="*/ 392931 h 744244"/>
                <a:gd name="connsiteX211" fmla="*/ 2055239 w 2912392"/>
                <a:gd name="connsiteY211" fmla="*/ 399080 h 744244"/>
                <a:gd name="connsiteX212" fmla="*/ 2064983 w 2912392"/>
                <a:gd name="connsiteY212" fmla="*/ 405099 h 744244"/>
                <a:gd name="connsiteX213" fmla="*/ 2074712 w 2912392"/>
                <a:gd name="connsiteY213" fmla="*/ 410985 h 744244"/>
                <a:gd name="connsiteX214" fmla="*/ 2084456 w 2912392"/>
                <a:gd name="connsiteY214" fmla="*/ 416733 h 744244"/>
                <a:gd name="connsiteX215" fmla="*/ 2094200 w 2912392"/>
                <a:gd name="connsiteY215" fmla="*/ 422343 h 744244"/>
                <a:gd name="connsiteX216" fmla="*/ 2103944 w 2912392"/>
                <a:gd name="connsiteY216" fmla="*/ 427809 h 744244"/>
                <a:gd name="connsiteX217" fmla="*/ 2113673 w 2912392"/>
                <a:gd name="connsiteY217" fmla="*/ 433130 h 744244"/>
                <a:gd name="connsiteX218" fmla="*/ 2123417 w 2912392"/>
                <a:gd name="connsiteY218" fmla="*/ 438303 h 744244"/>
                <a:gd name="connsiteX219" fmla="*/ 2133161 w 2912392"/>
                <a:gd name="connsiteY219" fmla="*/ 443325 h 744244"/>
                <a:gd name="connsiteX220" fmla="*/ 2142905 w 2912392"/>
                <a:gd name="connsiteY220" fmla="*/ 448196 h 744244"/>
                <a:gd name="connsiteX221" fmla="*/ 2152649 w 2912392"/>
                <a:gd name="connsiteY221" fmla="*/ 452913 h 744244"/>
                <a:gd name="connsiteX222" fmla="*/ 2162377 w 2912392"/>
                <a:gd name="connsiteY222" fmla="*/ 457476 h 744244"/>
                <a:gd name="connsiteX223" fmla="*/ 2172121 w 2912392"/>
                <a:gd name="connsiteY223" fmla="*/ 461883 h 744244"/>
                <a:gd name="connsiteX224" fmla="*/ 2181865 w 2912392"/>
                <a:gd name="connsiteY224" fmla="*/ 466134 h 744244"/>
                <a:gd name="connsiteX225" fmla="*/ 2191609 w 2912392"/>
                <a:gd name="connsiteY225" fmla="*/ 470230 h 744244"/>
                <a:gd name="connsiteX226" fmla="*/ 2201338 w 2912392"/>
                <a:gd name="connsiteY226" fmla="*/ 474168 h 744244"/>
                <a:gd name="connsiteX227" fmla="*/ 2211082 w 2912392"/>
                <a:gd name="connsiteY227" fmla="*/ 477949 h 744244"/>
                <a:gd name="connsiteX228" fmla="*/ 2220826 w 2912392"/>
                <a:gd name="connsiteY228" fmla="*/ 481572 h 744244"/>
                <a:gd name="connsiteX229" fmla="*/ 2230570 w 2912392"/>
                <a:gd name="connsiteY229" fmla="*/ 485041 h 744244"/>
                <a:gd name="connsiteX230" fmla="*/ 2240299 w 2912392"/>
                <a:gd name="connsiteY230" fmla="*/ 488353 h 744244"/>
                <a:gd name="connsiteX231" fmla="*/ 2250043 w 2912392"/>
                <a:gd name="connsiteY231" fmla="*/ 491510 h 744244"/>
                <a:gd name="connsiteX232" fmla="*/ 2259787 w 2912392"/>
                <a:gd name="connsiteY232" fmla="*/ 494514 h 744244"/>
                <a:gd name="connsiteX233" fmla="*/ 2269531 w 2912392"/>
                <a:gd name="connsiteY233" fmla="*/ 497364 h 744244"/>
                <a:gd name="connsiteX234" fmla="*/ 2279260 w 2912392"/>
                <a:gd name="connsiteY234" fmla="*/ 500062 h 744244"/>
                <a:gd name="connsiteX235" fmla="*/ 2289004 w 2912392"/>
                <a:gd name="connsiteY235" fmla="*/ 502608 h 744244"/>
                <a:gd name="connsiteX236" fmla="*/ 2298748 w 2912392"/>
                <a:gd name="connsiteY236" fmla="*/ 505007 h 744244"/>
                <a:gd name="connsiteX237" fmla="*/ 2308492 w 2912392"/>
                <a:gd name="connsiteY237" fmla="*/ 507258 h 744244"/>
                <a:gd name="connsiteX238" fmla="*/ 2318236 w 2912392"/>
                <a:gd name="connsiteY238" fmla="*/ 509362 h 744244"/>
                <a:gd name="connsiteX239" fmla="*/ 2327965 w 2912392"/>
                <a:gd name="connsiteY239" fmla="*/ 511321 h 744244"/>
                <a:gd name="connsiteX240" fmla="*/ 2337709 w 2912392"/>
                <a:gd name="connsiteY240" fmla="*/ 513139 h 744244"/>
                <a:gd name="connsiteX241" fmla="*/ 2347453 w 2912392"/>
                <a:gd name="connsiteY241" fmla="*/ 514814 h 744244"/>
                <a:gd name="connsiteX242" fmla="*/ 2357197 w 2912392"/>
                <a:gd name="connsiteY242" fmla="*/ 516348 h 744244"/>
                <a:gd name="connsiteX243" fmla="*/ 2366926 w 2912392"/>
                <a:gd name="connsiteY243" fmla="*/ 517746 h 744244"/>
                <a:gd name="connsiteX244" fmla="*/ 2376670 w 2912392"/>
                <a:gd name="connsiteY244" fmla="*/ 519005 h 744244"/>
                <a:gd name="connsiteX245" fmla="*/ 2386413 w 2912392"/>
                <a:gd name="connsiteY245" fmla="*/ 520129 h 744244"/>
                <a:gd name="connsiteX246" fmla="*/ 2396157 w 2912392"/>
                <a:gd name="connsiteY246" fmla="*/ 521120 h 744244"/>
                <a:gd name="connsiteX247" fmla="*/ 2405886 w 2912392"/>
                <a:gd name="connsiteY247" fmla="*/ 521980 h 744244"/>
                <a:gd name="connsiteX248" fmla="*/ 2415630 w 2912392"/>
                <a:gd name="connsiteY248" fmla="*/ 522707 h 744244"/>
                <a:gd name="connsiteX249" fmla="*/ 2425374 w 2912392"/>
                <a:gd name="connsiteY249" fmla="*/ 523304 h 744244"/>
                <a:gd name="connsiteX250" fmla="*/ 2435118 w 2912392"/>
                <a:gd name="connsiteY250" fmla="*/ 523775 h 744244"/>
                <a:gd name="connsiteX251" fmla="*/ 2444862 w 2912392"/>
                <a:gd name="connsiteY251" fmla="*/ 524116 h 744244"/>
                <a:gd name="connsiteX252" fmla="*/ 2454591 w 2912392"/>
                <a:gd name="connsiteY252" fmla="*/ 524332 h 744244"/>
                <a:gd name="connsiteX253" fmla="*/ 2464335 w 2912392"/>
                <a:gd name="connsiteY253" fmla="*/ 524423 h 744244"/>
                <a:gd name="connsiteX254" fmla="*/ 2474079 w 2912392"/>
                <a:gd name="connsiteY254" fmla="*/ 524388 h 744244"/>
                <a:gd name="connsiteX255" fmla="*/ 2483823 w 2912392"/>
                <a:gd name="connsiteY255" fmla="*/ 524230 h 744244"/>
                <a:gd name="connsiteX256" fmla="*/ 2493552 w 2912392"/>
                <a:gd name="connsiteY256" fmla="*/ 523947 h 744244"/>
                <a:gd name="connsiteX257" fmla="*/ 2503296 w 2912392"/>
                <a:gd name="connsiteY257" fmla="*/ 523541 h 744244"/>
                <a:gd name="connsiteX258" fmla="*/ 2513040 w 2912392"/>
                <a:gd name="connsiteY258" fmla="*/ 523012 h 744244"/>
                <a:gd name="connsiteX259" fmla="*/ 2522784 w 2912392"/>
                <a:gd name="connsiteY259" fmla="*/ 522361 h 744244"/>
                <a:gd name="connsiteX260" fmla="*/ 2532513 w 2912392"/>
                <a:gd name="connsiteY260" fmla="*/ 521588 h 744244"/>
                <a:gd name="connsiteX261" fmla="*/ 2542257 w 2912392"/>
                <a:gd name="connsiteY261" fmla="*/ 520691 h 744244"/>
                <a:gd name="connsiteX262" fmla="*/ 2552001 w 2912392"/>
                <a:gd name="connsiteY262" fmla="*/ 519672 h 744244"/>
                <a:gd name="connsiteX263" fmla="*/ 2561745 w 2912392"/>
                <a:gd name="connsiteY263" fmla="*/ 518529 h 744244"/>
                <a:gd name="connsiteX264" fmla="*/ 2571474 w 2912392"/>
                <a:gd name="connsiteY264" fmla="*/ 517264 h 744244"/>
                <a:gd name="connsiteX265" fmla="*/ 2581218 w 2912392"/>
                <a:gd name="connsiteY265" fmla="*/ 515876 h 744244"/>
                <a:gd name="connsiteX266" fmla="*/ 2590962 w 2912392"/>
                <a:gd name="connsiteY266" fmla="*/ 514362 h 744244"/>
                <a:gd name="connsiteX267" fmla="*/ 2600705 w 2912392"/>
                <a:gd name="connsiteY267" fmla="*/ 512723 h 744244"/>
                <a:gd name="connsiteX268" fmla="*/ 2610449 w 2912392"/>
                <a:gd name="connsiteY268" fmla="*/ 510961 h 744244"/>
                <a:gd name="connsiteX269" fmla="*/ 2620178 w 2912392"/>
                <a:gd name="connsiteY269" fmla="*/ 509070 h 744244"/>
                <a:gd name="connsiteX270" fmla="*/ 2629922 w 2912392"/>
                <a:gd name="connsiteY270" fmla="*/ 507054 h 744244"/>
                <a:gd name="connsiteX271" fmla="*/ 2639666 w 2912392"/>
                <a:gd name="connsiteY271" fmla="*/ 504912 h 744244"/>
                <a:gd name="connsiteX272" fmla="*/ 2649410 w 2912392"/>
                <a:gd name="connsiteY272" fmla="*/ 502640 h 744244"/>
                <a:gd name="connsiteX273" fmla="*/ 2659139 w 2912392"/>
                <a:gd name="connsiteY273" fmla="*/ 500241 h 744244"/>
                <a:gd name="connsiteX274" fmla="*/ 2668883 w 2912392"/>
                <a:gd name="connsiteY274" fmla="*/ 497711 h 744244"/>
                <a:gd name="connsiteX275" fmla="*/ 2678627 w 2912392"/>
                <a:gd name="connsiteY275" fmla="*/ 495051 h 744244"/>
                <a:gd name="connsiteX276" fmla="*/ 2688371 w 2912392"/>
                <a:gd name="connsiteY276" fmla="*/ 492262 h 744244"/>
                <a:gd name="connsiteX277" fmla="*/ 2698100 w 2912392"/>
                <a:gd name="connsiteY277" fmla="*/ 489341 h 744244"/>
                <a:gd name="connsiteX278" fmla="*/ 2707844 w 2912392"/>
                <a:gd name="connsiteY278" fmla="*/ 486289 h 744244"/>
                <a:gd name="connsiteX279" fmla="*/ 2717588 w 2912392"/>
                <a:gd name="connsiteY279" fmla="*/ 483105 h 744244"/>
                <a:gd name="connsiteX280" fmla="*/ 2727332 w 2912392"/>
                <a:gd name="connsiteY280" fmla="*/ 479789 h 744244"/>
                <a:gd name="connsiteX281" fmla="*/ 2737076 w 2912392"/>
                <a:gd name="connsiteY281" fmla="*/ 476340 h 744244"/>
                <a:gd name="connsiteX282" fmla="*/ 2746805 w 2912392"/>
                <a:gd name="connsiteY282" fmla="*/ 472760 h 744244"/>
                <a:gd name="connsiteX283" fmla="*/ 2756549 w 2912392"/>
                <a:gd name="connsiteY283" fmla="*/ 469045 h 744244"/>
                <a:gd name="connsiteX284" fmla="*/ 2766293 w 2912392"/>
                <a:gd name="connsiteY284" fmla="*/ 465200 h 744244"/>
                <a:gd name="connsiteX285" fmla="*/ 2776037 w 2912392"/>
                <a:gd name="connsiteY285" fmla="*/ 461223 h 744244"/>
                <a:gd name="connsiteX286" fmla="*/ 2785766 w 2912392"/>
                <a:gd name="connsiteY286" fmla="*/ 457114 h 744244"/>
                <a:gd name="connsiteX287" fmla="*/ 2795510 w 2912392"/>
                <a:gd name="connsiteY287" fmla="*/ 452874 h 744244"/>
                <a:gd name="connsiteX288" fmla="*/ 2805254 w 2912392"/>
                <a:gd name="connsiteY288" fmla="*/ 448506 h 744244"/>
                <a:gd name="connsiteX289" fmla="*/ 2814998 w 2912392"/>
                <a:gd name="connsiteY289" fmla="*/ 444008 h 744244"/>
                <a:gd name="connsiteX290" fmla="*/ 2824727 w 2912392"/>
                <a:gd name="connsiteY290" fmla="*/ 439381 h 744244"/>
                <a:gd name="connsiteX291" fmla="*/ 2834471 w 2912392"/>
                <a:gd name="connsiteY291" fmla="*/ 434629 h 744244"/>
                <a:gd name="connsiteX292" fmla="*/ 2844215 w 2912392"/>
                <a:gd name="connsiteY292" fmla="*/ 429751 h 744244"/>
                <a:gd name="connsiteX293" fmla="*/ 2853958 w 2912392"/>
                <a:gd name="connsiteY293" fmla="*/ 424751 h 744244"/>
                <a:gd name="connsiteX294" fmla="*/ 2863687 w 2912392"/>
                <a:gd name="connsiteY294" fmla="*/ 419630 h 744244"/>
                <a:gd name="connsiteX295" fmla="*/ 2873431 w 2912392"/>
                <a:gd name="connsiteY295" fmla="*/ 414388 h 744244"/>
                <a:gd name="connsiteX296" fmla="*/ 2883175 w 2912392"/>
                <a:gd name="connsiteY296" fmla="*/ 409032 h 744244"/>
                <a:gd name="connsiteX297" fmla="*/ 2892919 w 2912392"/>
                <a:gd name="connsiteY297" fmla="*/ 403560 h 744244"/>
                <a:gd name="connsiteX298" fmla="*/ 2902663 w 2912392"/>
                <a:gd name="connsiteY298" fmla="*/ 397977 h 744244"/>
                <a:gd name="connsiteX299" fmla="*/ 2912392 w 2912392"/>
                <a:gd name="connsiteY299" fmla="*/ 392284 h 744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44244">
                  <a:moveTo>
                    <a:pt x="0" y="734240"/>
                  </a:moveTo>
                  <a:lnTo>
                    <a:pt x="9739" y="735655"/>
                  </a:lnTo>
                  <a:lnTo>
                    <a:pt x="19480" y="736992"/>
                  </a:lnTo>
                  <a:lnTo>
                    <a:pt x="29221" y="738243"/>
                  </a:lnTo>
                  <a:lnTo>
                    <a:pt x="38961" y="739399"/>
                  </a:lnTo>
                  <a:lnTo>
                    <a:pt x="48702" y="740453"/>
                  </a:lnTo>
                  <a:lnTo>
                    <a:pt x="58443" y="741394"/>
                  </a:lnTo>
                  <a:lnTo>
                    <a:pt x="68182" y="742217"/>
                  </a:lnTo>
                  <a:lnTo>
                    <a:pt x="77923" y="742911"/>
                  </a:lnTo>
                  <a:lnTo>
                    <a:pt x="87664" y="743468"/>
                  </a:lnTo>
                  <a:lnTo>
                    <a:pt x="97404" y="743882"/>
                  </a:lnTo>
                  <a:lnTo>
                    <a:pt x="107145" y="744143"/>
                  </a:lnTo>
                  <a:lnTo>
                    <a:pt x="116886" y="744244"/>
                  </a:lnTo>
                  <a:lnTo>
                    <a:pt x="126625" y="744177"/>
                  </a:lnTo>
                  <a:lnTo>
                    <a:pt x="136366" y="743936"/>
                  </a:lnTo>
                  <a:lnTo>
                    <a:pt x="146107" y="743511"/>
                  </a:lnTo>
                  <a:lnTo>
                    <a:pt x="155846" y="742898"/>
                  </a:lnTo>
                  <a:lnTo>
                    <a:pt x="165587" y="742087"/>
                  </a:lnTo>
                  <a:lnTo>
                    <a:pt x="175328" y="741074"/>
                  </a:lnTo>
                  <a:lnTo>
                    <a:pt x="185068" y="739852"/>
                  </a:lnTo>
                  <a:lnTo>
                    <a:pt x="194809" y="738414"/>
                  </a:lnTo>
                  <a:lnTo>
                    <a:pt x="204550" y="736756"/>
                  </a:lnTo>
                  <a:lnTo>
                    <a:pt x="214289" y="734873"/>
                  </a:lnTo>
                  <a:lnTo>
                    <a:pt x="224030" y="732759"/>
                  </a:lnTo>
                  <a:lnTo>
                    <a:pt x="233771" y="730409"/>
                  </a:lnTo>
                  <a:lnTo>
                    <a:pt x="243510" y="727821"/>
                  </a:lnTo>
                  <a:lnTo>
                    <a:pt x="253251" y="724989"/>
                  </a:lnTo>
                  <a:lnTo>
                    <a:pt x="262992" y="721912"/>
                  </a:lnTo>
                  <a:lnTo>
                    <a:pt x="272732" y="718585"/>
                  </a:lnTo>
                  <a:lnTo>
                    <a:pt x="282473" y="715008"/>
                  </a:lnTo>
                  <a:lnTo>
                    <a:pt x="292214" y="711178"/>
                  </a:lnTo>
                  <a:lnTo>
                    <a:pt x="301953" y="707094"/>
                  </a:lnTo>
                  <a:lnTo>
                    <a:pt x="311694" y="702754"/>
                  </a:lnTo>
                  <a:lnTo>
                    <a:pt x="321435" y="698157"/>
                  </a:lnTo>
                  <a:lnTo>
                    <a:pt x="331175" y="693306"/>
                  </a:lnTo>
                  <a:lnTo>
                    <a:pt x="340916" y="688200"/>
                  </a:lnTo>
                  <a:lnTo>
                    <a:pt x="350656" y="682841"/>
                  </a:lnTo>
                  <a:lnTo>
                    <a:pt x="360396" y="677230"/>
                  </a:lnTo>
                  <a:lnTo>
                    <a:pt x="370137" y="671369"/>
                  </a:lnTo>
                  <a:lnTo>
                    <a:pt x="379878" y="665260"/>
                  </a:lnTo>
                  <a:lnTo>
                    <a:pt x="389617" y="658908"/>
                  </a:lnTo>
                  <a:lnTo>
                    <a:pt x="399358" y="652315"/>
                  </a:lnTo>
                  <a:lnTo>
                    <a:pt x="409099" y="645485"/>
                  </a:lnTo>
                  <a:lnTo>
                    <a:pt x="418839" y="638424"/>
                  </a:lnTo>
                  <a:lnTo>
                    <a:pt x="428580" y="631136"/>
                  </a:lnTo>
                  <a:lnTo>
                    <a:pt x="438321" y="623628"/>
                  </a:lnTo>
                  <a:lnTo>
                    <a:pt x="448060" y="615905"/>
                  </a:lnTo>
                  <a:lnTo>
                    <a:pt x="457801" y="607972"/>
                  </a:lnTo>
                  <a:lnTo>
                    <a:pt x="467542" y="599837"/>
                  </a:lnTo>
                  <a:lnTo>
                    <a:pt x="477281" y="591509"/>
                  </a:lnTo>
                  <a:lnTo>
                    <a:pt x="487022" y="582993"/>
                  </a:lnTo>
                  <a:lnTo>
                    <a:pt x="496763" y="574298"/>
                  </a:lnTo>
                  <a:lnTo>
                    <a:pt x="506503" y="565431"/>
                  </a:lnTo>
                  <a:lnTo>
                    <a:pt x="516244" y="556404"/>
                  </a:lnTo>
                  <a:lnTo>
                    <a:pt x="525985" y="547222"/>
                  </a:lnTo>
                  <a:lnTo>
                    <a:pt x="535724" y="537895"/>
                  </a:lnTo>
                  <a:lnTo>
                    <a:pt x="545465" y="528434"/>
                  </a:lnTo>
                  <a:lnTo>
                    <a:pt x="555206" y="518847"/>
                  </a:lnTo>
                  <a:lnTo>
                    <a:pt x="564946" y="509143"/>
                  </a:lnTo>
                  <a:lnTo>
                    <a:pt x="574687" y="499335"/>
                  </a:lnTo>
                  <a:lnTo>
                    <a:pt x="584428" y="489430"/>
                  </a:lnTo>
                  <a:lnTo>
                    <a:pt x="594167" y="479439"/>
                  </a:lnTo>
                  <a:lnTo>
                    <a:pt x="603908" y="469373"/>
                  </a:lnTo>
                  <a:lnTo>
                    <a:pt x="613649" y="459240"/>
                  </a:lnTo>
                  <a:lnTo>
                    <a:pt x="623388" y="449054"/>
                  </a:lnTo>
                  <a:lnTo>
                    <a:pt x="633129" y="438821"/>
                  </a:lnTo>
                  <a:lnTo>
                    <a:pt x="642870" y="428554"/>
                  </a:lnTo>
                  <a:lnTo>
                    <a:pt x="652610" y="418264"/>
                  </a:lnTo>
                  <a:lnTo>
                    <a:pt x="662351" y="407957"/>
                  </a:lnTo>
                  <a:lnTo>
                    <a:pt x="672092" y="397646"/>
                  </a:lnTo>
                  <a:lnTo>
                    <a:pt x="681831" y="387342"/>
                  </a:lnTo>
                  <a:lnTo>
                    <a:pt x="691572" y="377052"/>
                  </a:lnTo>
                  <a:lnTo>
                    <a:pt x="701313" y="366786"/>
                  </a:lnTo>
                  <a:lnTo>
                    <a:pt x="711052" y="356555"/>
                  </a:lnTo>
                  <a:lnTo>
                    <a:pt x="720793" y="346367"/>
                  </a:lnTo>
                  <a:lnTo>
                    <a:pt x="730534" y="336231"/>
                  </a:lnTo>
                  <a:lnTo>
                    <a:pt x="740274" y="326157"/>
                  </a:lnTo>
                  <a:lnTo>
                    <a:pt x="750015" y="316150"/>
                  </a:lnTo>
                  <a:lnTo>
                    <a:pt x="759756" y="306222"/>
                  </a:lnTo>
                  <a:lnTo>
                    <a:pt x="769495" y="296379"/>
                  </a:lnTo>
                  <a:lnTo>
                    <a:pt x="779236" y="286630"/>
                  </a:lnTo>
                  <a:lnTo>
                    <a:pt x="788977" y="276980"/>
                  </a:lnTo>
                  <a:lnTo>
                    <a:pt x="798717" y="267437"/>
                  </a:lnTo>
                  <a:lnTo>
                    <a:pt x="808458" y="258009"/>
                  </a:lnTo>
                  <a:lnTo>
                    <a:pt x="818199" y="248700"/>
                  </a:lnTo>
                  <a:lnTo>
                    <a:pt x="827938" y="239518"/>
                  </a:lnTo>
                  <a:lnTo>
                    <a:pt x="837679" y="230468"/>
                  </a:lnTo>
                  <a:lnTo>
                    <a:pt x="847420" y="221555"/>
                  </a:lnTo>
                  <a:lnTo>
                    <a:pt x="857159" y="212784"/>
                  </a:lnTo>
                  <a:lnTo>
                    <a:pt x="866900" y="204161"/>
                  </a:lnTo>
                  <a:lnTo>
                    <a:pt x="876641" y="195691"/>
                  </a:lnTo>
                  <a:lnTo>
                    <a:pt x="886381" y="187374"/>
                  </a:lnTo>
                  <a:lnTo>
                    <a:pt x="896122" y="179218"/>
                  </a:lnTo>
                  <a:lnTo>
                    <a:pt x="905863" y="171225"/>
                  </a:lnTo>
                  <a:lnTo>
                    <a:pt x="915602" y="163399"/>
                  </a:lnTo>
                  <a:lnTo>
                    <a:pt x="925343" y="155742"/>
                  </a:lnTo>
                  <a:lnTo>
                    <a:pt x="935084" y="148255"/>
                  </a:lnTo>
                  <a:lnTo>
                    <a:pt x="944824" y="140944"/>
                  </a:lnTo>
                  <a:lnTo>
                    <a:pt x="954564" y="133809"/>
                  </a:lnTo>
                  <a:lnTo>
                    <a:pt x="964305" y="126853"/>
                  </a:lnTo>
                  <a:lnTo>
                    <a:pt x="974045" y="120075"/>
                  </a:lnTo>
                  <a:lnTo>
                    <a:pt x="983786" y="113481"/>
                  </a:lnTo>
                  <a:lnTo>
                    <a:pt x="993522" y="107067"/>
                  </a:lnTo>
                  <a:lnTo>
                    <a:pt x="1003266" y="100839"/>
                  </a:lnTo>
                  <a:lnTo>
                    <a:pt x="1013010" y="94795"/>
                  </a:lnTo>
                  <a:lnTo>
                    <a:pt x="1022754" y="88935"/>
                  </a:lnTo>
                  <a:lnTo>
                    <a:pt x="1032483" y="83261"/>
                  </a:lnTo>
                  <a:lnTo>
                    <a:pt x="1042227" y="77776"/>
                  </a:lnTo>
                  <a:lnTo>
                    <a:pt x="1051971" y="72475"/>
                  </a:lnTo>
                  <a:lnTo>
                    <a:pt x="1061715" y="67363"/>
                  </a:lnTo>
                  <a:lnTo>
                    <a:pt x="1071444" y="62437"/>
                  </a:lnTo>
                  <a:lnTo>
                    <a:pt x="1081188" y="57698"/>
                  </a:lnTo>
                  <a:lnTo>
                    <a:pt x="1090932" y="53146"/>
                  </a:lnTo>
                  <a:lnTo>
                    <a:pt x="1100676" y="48782"/>
                  </a:lnTo>
                  <a:lnTo>
                    <a:pt x="1110405" y="44606"/>
                  </a:lnTo>
                  <a:lnTo>
                    <a:pt x="1120149" y="40616"/>
                  </a:lnTo>
                  <a:lnTo>
                    <a:pt x="1129893" y="36814"/>
                  </a:lnTo>
                  <a:lnTo>
                    <a:pt x="1139637" y="33198"/>
                  </a:lnTo>
                  <a:lnTo>
                    <a:pt x="1149381" y="29768"/>
                  </a:lnTo>
                  <a:lnTo>
                    <a:pt x="1159110" y="26526"/>
                  </a:lnTo>
                  <a:lnTo>
                    <a:pt x="1168854" y="23470"/>
                  </a:lnTo>
                  <a:lnTo>
                    <a:pt x="1178598" y="20601"/>
                  </a:lnTo>
                  <a:lnTo>
                    <a:pt x="1188341" y="17918"/>
                  </a:lnTo>
                  <a:lnTo>
                    <a:pt x="1198070" y="15422"/>
                  </a:lnTo>
                  <a:lnTo>
                    <a:pt x="1207814" y="13111"/>
                  </a:lnTo>
                  <a:lnTo>
                    <a:pt x="1217558" y="10988"/>
                  </a:lnTo>
                  <a:lnTo>
                    <a:pt x="1227302" y="9051"/>
                  </a:lnTo>
                  <a:lnTo>
                    <a:pt x="1237031" y="7302"/>
                  </a:lnTo>
                  <a:lnTo>
                    <a:pt x="1246775" y="5739"/>
                  </a:lnTo>
                  <a:lnTo>
                    <a:pt x="1256519" y="4362"/>
                  </a:lnTo>
                  <a:lnTo>
                    <a:pt x="1266263" y="3175"/>
                  </a:lnTo>
                  <a:lnTo>
                    <a:pt x="1276007" y="2174"/>
                  </a:lnTo>
                  <a:lnTo>
                    <a:pt x="1285736" y="1362"/>
                  </a:lnTo>
                  <a:lnTo>
                    <a:pt x="1295480" y="738"/>
                  </a:lnTo>
                  <a:lnTo>
                    <a:pt x="1305224" y="302"/>
                  </a:lnTo>
                  <a:lnTo>
                    <a:pt x="1314968" y="57"/>
                  </a:lnTo>
                  <a:lnTo>
                    <a:pt x="1324697" y="0"/>
                  </a:lnTo>
                  <a:lnTo>
                    <a:pt x="1334441" y="134"/>
                  </a:lnTo>
                  <a:lnTo>
                    <a:pt x="1344185" y="457"/>
                  </a:lnTo>
                  <a:lnTo>
                    <a:pt x="1353929" y="971"/>
                  </a:lnTo>
                  <a:lnTo>
                    <a:pt x="1363658" y="1678"/>
                  </a:lnTo>
                  <a:lnTo>
                    <a:pt x="1373402" y="2575"/>
                  </a:lnTo>
                  <a:lnTo>
                    <a:pt x="1383146" y="3664"/>
                  </a:lnTo>
                  <a:lnTo>
                    <a:pt x="1392890" y="4944"/>
                  </a:lnTo>
                  <a:lnTo>
                    <a:pt x="1402619" y="6416"/>
                  </a:lnTo>
                  <a:lnTo>
                    <a:pt x="1412363" y="8080"/>
                  </a:lnTo>
                  <a:lnTo>
                    <a:pt x="1422106" y="9936"/>
                  </a:lnTo>
                  <a:lnTo>
                    <a:pt x="1431850" y="11985"/>
                  </a:lnTo>
                  <a:lnTo>
                    <a:pt x="1441594" y="14224"/>
                  </a:lnTo>
                  <a:lnTo>
                    <a:pt x="1451323" y="16654"/>
                  </a:lnTo>
                  <a:lnTo>
                    <a:pt x="1461067" y="19275"/>
                  </a:lnTo>
                  <a:lnTo>
                    <a:pt x="1470811" y="22086"/>
                  </a:lnTo>
                  <a:lnTo>
                    <a:pt x="1480555" y="25087"/>
                  </a:lnTo>
                  <a:lnTo>
                    <a:pt x="1490284" y="28275"/>
                  </a:lnTo>
                  <a:lnTo>
                    <a:pt x="1500028" y="31651"/>
                  </a:lnTo>
                  <a:lnTo>
                    <a:pt x="1509772" y="35212"/>
                  </a:lnTo>
                  <a:lnTo>
                    <a:pt x="1519516" y="38959"/>
                  </a:lnTo>
                  <a:lnTo>
                    <a:pt x="1529245" y="42888"/>
                  </a:lnTo>
                  <a:lnTo>
                    <a:pt x="1538989" y="46997"/>
                  </a:lnTo>
                  <a:lnTo>
                    <a:pt x="1548733" y="51285"/>
                  </a:lnTo>
                  <a:lnTo>
                    <a:pt x="1558477" y="55749"/>
                  </a:lnTo>
                  <a:lnTo>
                    <a:pt x="1568221" y="60387"/>
                  </a:lnTo>
                  <a:lnTo>
                    <a:pt x="1577950" y="65195"/>
                  </a:lnTo>
                  <a:lnTo>
                    <a:pt x="1587694" y="70173"/>
                  </a:lnTo>
                  <a:lnTo>
                    <a:pt x="1597438" y="75314"/>
                  </a:lnTo>
                  <a:lnTo>
                    <a:pt x="1607182" y="80617"/>
                  </a:lnTo>
                  <a:lnTo>
                    <a:pt x="1616911" y="86077"/>
                  </a:lnTo>
                  <a:lnTo>
                    <a:pt x="1626655" y="91691"/>
                  </a:lnTo>
                  <a:lnTo>
                    <a:pt x="1636399" y="97454"/>
                  </a:lnTo>
                  <a:lnTo>
                    <a:pt x="1646142" y="103362"/>
                  </a:lnTo>
                  <a:lnTo>
                    <a:pt x="1655872" y="109411"/>
                  </a:lnTo>
                  <a:lnTo>
                    <a:pt x="1665616" y="115594"/>
                  </a:lnTo>
                  <a:lnTo>
                    <a:pt x="1675359" y="121908"/>
                  </a:lnTo>
                  <a:lnTo>
                    <a:pt x="1685103" y="128347"/>
                  </a:lnTo>
                  <a:lnTo>
                    <a:pt x="1694832" y="134906"/>
                  </a:lnTo>
                  <a:lnTo>
                    <a:pt x="1704576" y="141576"/>
                  </a:lnTo>
                  <a:lnTo>
                    <a:pt x="1714320" y="148357"/>
                  </a:lnTo>
                  <a:lnTo>
                    <a:pt x="1724064" y="155237"/>
                  </a:lnTo>
                  <a:lnTo>
                    <a:pt x="1733808" y="162213"/>
                  </a:lnTo>
                  <a:lnTo>
                    <a:pt x="1743537" y="169276"/>
                  </a:lnTo>
                  <a:lnTo>
                    <a:pt x="1753281" y="176422"/>
                  </a:lnTo>
                  <a:lnTo>
                    <a:pt x="1763025" y="183643"/>
                  </a:lnTo>
                  <a:lnTo>
                    <a:pt x="1772769" y="190932"/>
                  </a:lnTo>
                  <a:lnTo>
                    <a:pt x="1782498" y="198282"/>
                  </a:lnTo>
                  <a:lnTo>
                    <a:pt x="1792242" y="205685"/>
                  </a:lnTo>
                  <a:lnTo>
                    <a:pt x="1801986" y="213134"/>
                  </a:lnTo>
                  <a:lnTo>
                    <a:pt x="1811730" y="220623"/>
                  </a:lnTo>
                  <a:lnTo>
                    <a:pt x="1821459" y="228142"/>
                  </a:lnTo>
                  <a:lnTo>
                    <a:pt x="1831203" y="235685"/>
                  </a:lnTo>
                  <a:lnTo>
                    <a:pt x="1840947" y="243247"/>
                  </a:lnTo>
                  <a:lnTo>
                    <a:pt x="1850691" y="250815"/>
                  </a:lnTo>
                  <a:lnTo>
                    <a:pt x="1860435" y="258386"/>
                  </a:lnTo>
                  <a:lnTo>
                    <a:pt x="1870164" y="265948"/>
                  </a:lnTo>
                  <a:lnTo>
                    <a:pt x="1879908" y="273499"/>
                  </a:lnTo>
                  <a:lnTo>
                    <a:pt x="1889652" y="281028"/>
                  </a:lnTo>
                  <a:lnTo>
                    <a:pt x="1899395" y="288526"/>
                  </a:lnTo>
                  <a:lnTo>
                    <a:pt x="1909124" y="295991"/>
                  </a:lnTo>
                  <a:lnTo>
                    <a:pt x="1918868" y="303410"/>
                  </a:lnTo>
                  <a:lnTo>
                    <a:pt x="1928612" y="310781"/>
                  </a:lnTo>
                  <a:lnTo>
                    <a:pt x="1938356" y="318093"/>
                  </a:lnTo>
                  <a:lnTo>
                    <a:pt x="1948085" y="325342"/>
                  </a:lnTo>
                  <a:lnTo>
                    <a:pt x="1957829" y="332520"/>
                  </a:lnTo>
                  <a:lnTo>
                    <a:pt x="1967573" y="339619"/>
                  </a:lnTo>
                  <a:lnTo>
                    <a:pt x="1977317" y="346637"/>
                  </a:lnTo>
                  <a:lnTo>
                    <a:pt x="1987046" y="353563"/>
                  </a:lnTo>
                  <a:lnTo>
                    <a:pt x="1996790" y="360394"/>
                  </a:lnTo>
                  <a:lnTo>
                    <a:pt x="2006534" y="367126"/>
                  </a:lnTo>
                  <a:lnTo>
                    <a:pt x="2016278" y="373750"/>
                  </a:lnTo>
                  <a:lnTo>
                    <a:pt x="2026022" y="380261"/>
                  </a:lnTo>
                  <a:lnTo>
                    <a:pt x="2035751" y="386657"/>
                  </a:lnTo>
                  <a:lnTo>
                    <a:pt x="2045495" y="392931"/>
                  </a:lnTo>
                  <a:lnTo>
                    <a:pt x="2055239" y="399080"/>
                  </a:lnTo>
                  <a:lnTo>
                    <a:pt x="2064983" y="405099"/>
                  </a:lnTo>
                  <a:lnTo>
                    <a:pt x="2074712" y="410985"/>
                  </a:lnTo>
                  <a:lnTo>
                    <a:pt x="2084456" y="416733"/>
                  </a:lnTo>
                  <a:lnTo>
                    <a:pt x="2094200" y="422343"/>
                  </a:lnTo>
                  <a:lnTo>
                    <a:pt x="2103944" y="427809"/>
                  </a:lnTo>
                  <a:lnTo>
                    <a:pt x="2113673" y="433130"/>
                  </a:lnTo>
                  <a:lnTo>
                    <a:pt x="2123417" y="438303"/>
                  </a:lnTo>
                  <a:lnTo>
                    <a:pt x="2133161" y="443325"/>
                  </a:lnTo>
                  <a:lnTo>
                    <a:pt x="2142905" y="448196"/>
                  </a:lnTo>
                  <a:lnTo>
                    <a:pt x="2152649" y="452913"/>
                  </a:lnTo>
                  <a:lnTo>
                    <a:pt x="2162377" y="457476"/>
                  </a:lnTo>
                  <a:lnTo>
                    <a:pt x="2172121" y="461883"/>
                  </a:lnTo>
                  <a:lnTo>
                    <a:pt x="2181865" y="466134"/>
                  </a:lnTo>
                  <a:lnTo>
                    <a:pt x="2191609" y="470230"/>
                  </a:lnTo>
                  <a:lnTo>
                    <a:pt x="2201338" y="474168"/>
                  </a:lnTo>
                  <a:lnTo>
                    <a:pt x="2211082" y="477949"/>
                  </a:lnTo>
                  <a:lnTo>
                    <a:pt x="2220826" y="481572"/>
                  </a:lnTo>
                  <a:lnTo>
                    <a:pt x="2230570" y="485041"/>
                  </a:lnTo>
                  <a:lnTo>
                    <a:pt x="2240299" y="488353"/>
                  </a:lnTo>
                  <a:lnTo>
                    <a:pt x="2250043" y="491510"/>
                  </a:lnTo>
                  <a:lnTo>
                    <a:pt x="2259787" y="494514"/>
                  </a:lnTo>
                  <a:lnTo>
                    <a:pt x="2269531" y="497364"/>
                  </a:lnTo>
                  <a:lnTo>
                    <a:pt x="2279260" y="500062"/>
                  </a:lnTo>
                  <a:lnTo>
                    <a:pt x="2289004" y="502608"/>
                  </a:lnTo>
                  <a:lnTo>
                    <a:pt x="2298748" y="505007"/>
                  </a:lnTo>
                  <a:lnTo>
                    <a:pt x="2308492" y="507258"/>
                  </a:lnTo>
                  <a:lnTo>
                    <a:pt x="2318236" y="509362"/>
                  </a:lnTo>
                  <a:lnTo>
                    <a:pt x="2327965" y="511321"/>
                  </a:lnTo>
                  <a:lnTo>
                    <a:pt x="2337709" y="513139"/>
                  </a:lnTo>
                  <a:lnTo>
                    <a:pt x="2347453" y="514814"/>
                  </a:lnTo>
                  <a:lnTo>
                    <a:pt x="2357197" y="516348"/>
                  </a:lnTo>
                  <a:lnTo>
                    <a:pt x="2366926" y="517746"/>
                  </a:lnTo>
                  <a:lnTo>
                    <a:pt x="2376670" y="519005"/>
                  </a:lnTo>
                  <a:lnTo>
                    <a:pt x="2386413" y="520129"/>
                  </a:lnTo>
                  <a:lnTo>
                    <a:pt x="2396157" y="521120"/>
                  </a:lnTo>
                  <a:lnTo>
                    <a:pt x="2405886" y="521980"/>
                  </a:lnTo>
                  <a:lnTo>
                    <a:pt x="2415630" y="522707"/>
                  </a:lnTo>
                  <a:lnTo>
                    <a:pt x="2425374" y="523304"/>
                  </a:lnTo>
                  <a:lnTo>
                    <a:pt x="2435118" y="523775"/>
                  </a:lnTo>
                  <a:lnTo>
                    <a:pt x="2444862" y="524116"/>
                  </a:lnTo>
                  <a:lnTo>
                    <a:pt x="2454591" y="524332"/>
                  </a:lnTo>
                  <a:lnTo>
                    <a:pt x="2464335" y="524423"/>
                  </a:lnTo>
                  <a:lnTo>
                    <a:pt x="2474079" y="524388"/>
                  </a:lnTo>
                  <a:lnTo>
                    <a:pt x="2483823" y="524230"/>
                  </a:lnTo>
                  <a:lnTo>
                    <a:pt x="2493552" y="523947"/>
                  </a:lnTo>
                  <a:lnTo>
                    <a:pt x="2503296" y="523541"/>
                  </a:lnTo>
                  <a:lnTo>
                    <a:pt x="2513040" y="523012"/>
                  </a:lnTo>
                  <a:lnTo>
                    <a:pt x="2522784" y="522361"/>
                  </a:lnTo>
                  <a:lnTo>
                    <a:pt x="2532513" y="521588"/>
                  </a:lnTo>
                  <a:lnTo>
                    <a:pt x="2542257" y="520691"/>
                  </a:lnTo>
                  <a:lnTo>
                    <a:pt x="2552001" y="519672"/>
                  </a:lnTo>
                  <a:lnTo>
                    <a:pt x="2561745" y="518529"/>
                  </a:lnTo>
                  <a:lnTo>
                    <a:pt x="2571474" y="517264"/>
                  </a:lnTo>
                  <a:lnTo>
                    <a:pt x="2581218" y="515876"/>
                  </a:lnTo>
                  <a:lnTo>
                    <a:pt x="2590962" y="514362"/>
                  </a:lnTo>
                  <a:lnTo>
                    <a:pt x="2600705" y="512723"/>
                  </a:lnTo>
                  <a:lnTo>
                    <a:pt x="2610449" y="510961"/>
                  </a:lnTo>
                  <a:lnTo>
                    <a:pt x="2620178" y="509070"/>
                  </a:lnTo>
                  <a:lnTo>
                    <a:pt x="2629922" y="507054"/>
                  </a:lnTo>
                  <a:lnTo>
                    <a:pt x="2639666" y="504912"/>
                  </a:lnTo>
                  <a:lnTo>
                    <a:pt x="2649410" y="502640"/>
                  </a:lnTo>
                  <a:lnTo>
                    <a:pt x="2659139" y="500241"/>
                  </a:lnTo>
                  <a:lnTo>
                    <a:pt x="2668883" y="497711"/>
                  </a:lnTo>
                  <a:lnTo>
                    <a:pt x="2678627" y="495051"/>
                  </a:lnTo>
                  <a:lnTo>
                    <a:pt x="2688371" y="492262"/>
                  </a:lnTo>
                  <a:lnTo>
                    <a:pt x="2698100" y="489341"/>
                  </a:lnTo>
                  <a:lnTo>
                    <a:pt x="2707844" y="486289"/>
                  </a:lnTo>
                  <a:lnTo>
                    <a:pt x="2717588" y="483105"/>
                  </a:lnTo>
                  <a:lnTo>
                    <a:pt x="2727332" y="479789"/>
                  </a:lnTo>
                  <a:lnTo>
                    <a:pt x="2737076" y="476340"/>
                  </a:lnTo>
                  <a:lnTo>
                    <a:pt x="2746805" y="472760"/>
                  </a:lnTo>
                  <a:lnTo>
                    <a:pt x="2756549" y="469045"/>
                  </a:lnTo>
                  <a:lnTo>
                    <a:pt x="2766293" y="465200"/>
                  </a:lnTo>
                  <a:lnTo>
                    <a:pt x="2776037" y="461223"/>
                  </a:lnTo>
                  <a:lnTo>
                    <a:pt x="2785766" y="457114"/>
                  </a:lnTo>
                  <a:lnTo>
                    <a:pt x="2795510" y="452874"/>
                  </a:lnTo>
                  <a:lnTo>
                    <a:pt x="2805254" y="448506"/>
                  </a:lnTo>
                  <a:lnTo>
                    <a:pt x="2814998" y="444008"/>
                  </a:lnTo>
                  <a:lnTo>
                    <a:pt x="2824727" y="439381"/>
                  </a:lnTo>
                  <a:lnTo>
                    <a:pt x="2834471" y="434629"/>
                  </a:lnTo>
                  <a:lnTo>
                    <a:pt x="2844215" y="429751"/>
                  </a:lnTo>
                  <a:lnTo>
                    <a:pt x="2853958" y="424751"/>
                  </a:lnTo>
                  <a:lnTo>
                    <a:pt x="2863687" y="419630"/>
                  </a:lnTo>
                  <a:lnTo>
                    <a:pt x="2873431" y="414388"/>
                  </a:lnTo>
                  <a:lnTo>
                    <a:pt x="2883175" y="409032"/>
                  </a:lnTo>
                  <a:lnTo>
                    <a:pt x="2892919" y="403560"/>
                  </a:lnTo>
                  <a:lnTo>
                    <a:pt x="2902663" y="397977"/>
                  </a:lnTo>
                  <a:lnTo>
                    <a:pt x="2912392" y="39228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6" name="Freeform 745">
              <a:extLst>
                <a:ext uri="{FF2B5EF4-FFF2-40B4-BE49-F238E27FC236}">
                  <a16:creationId xmlns:a16="http://schemas.microsoft.com/office/drawing/2014/main" id="{3C917555-0AF9-BAC2-064F-9DE2E84A8743}"/>
                </a:ext>
              </a:extLst>
            </p:cNvPr>
            <p:cNvSpPr/>
            <p:nvPr/>
          </p:nvSpPr>
          <p:spPr>
            <a:xfrm>
              <a:off x="576446" y="3209989"/>
              <a:ext cx="2912392" cy="546868"/>
            </a:xfrm>
            <a:custGeom>
              <a:avLst/>
              <a:gdLst>
                <a:gd name="connsiteX0" fmla="*/ 0 w 2912392"/>
                <a:gd name="connsiteY0" fmla="*/ 535380 h 546868"/>
                <a:gd name="connsiteX1" fmla="*/ 9739 w 2912392"/>
                <a:gd name="connsiteY1" fmla="*/ 536682 h 546868"/>
                <a:gd name="connsiteX2" fmla="*/ 19480 w 2912392"/>
                <a:gd name="connsiteY2" fmla="*/ 537917 h 546868"/>
                <a:gd name="connsiteX3" fmla="*/ 29221 w 2912392"/>
                <a:gd name="connsiteY3" fmla="*/ 539082 h 546868"/>
                <a:gd name="connsiteX4" fmla="*/ 38961 w 2912392"/>
                <a:gd name="connsiteY4" fmla="*/ 540176 h 546868"/>
                <a:gd name="connsiteX5" fmla="*/ 48702 w 2912392"/>
                <a:gd name="connsiteY5" fmla="*/ 541197 h 546868"/>
                <a:gd name="connsiteX6" fmla="*/ 58443 w 2912392"/>
                <a:gd name="connsiteY6" fmla="*/ 542141 h 546868"/>
                <a:gd name="connsiteX7" fmla="*/ 68182 w 2912392"/>
                <a:gd name="connsiteY7" fmla="*/ 543008 h 546868"/>
                <a:gd name="connsiteX8" fmla="*/ 77923 w 2912392"/>
                <a:gd name="connsiteY8" fmla="*/ 543793 h 546868"/>
                <a:gd name="connsiteX9" fmla="*/ 87664 w 2912392"/>
                <a:gd name="connsiteY9" fmla="*/ 544495 h 546868"/>
                <a:gd name="connsiteX10" fmla="*/ 97404 w 2912392"/>
                <a:gd name="connsiteY10" fmla="*/ 545112 h 546868"/>
                <a:gd name="connsiteX11" fmla="*/ 107145 w 2912392"/>
                <a:gd name="connsiteY11" fmla="*/ 545639 h 546868"/>
                <a:gd name="connsiteX12" fmla="*/ 116886 w 2912392"/>
                <a:gd name="connsiteY12" fmla="*/ 546078 h 546868"/>
                <a:gd name="connsiteX13" fmla="*/ 126625 w 2912392"/>
                <a:gd name="connsiteY13" fmla="*/ 546422 h 546868"/>
                <a:gd name="connsiteX14" fmla="*/ 136366 w 2912392"/>
                <a:gd name="connsiteY14" fmla="*/ 546669 h 546868"/>
                <a:gd name="connsiteX15" fmla="*/ 146107 w 2912392"/>
                <a:gd name="connsiteY15" fmla="*/ 546819 h 546868"/>
                <a:gd name="connsiteX16" fmla="*/ 155846 w 2912392"/>
                <a:gd name="connsiteY16" fmla="*/ 546869 h 546868"/>
                <a:gd name="connsiteX17" fmla="*/ 165587 w 2912392"/>
                <a:gd name="connsiteY17" fmla="*/ 546814 h 546868"/>
                <a:gd name="connsiteX18" fmla="*/ 175328 w 2912392"/>
                <a:gd name="connsiteY18" fmla="*/ 546654 h 546868"/>
                <a:gd name="connsiteX19" fmla="*/ 185068 w 2912392"/>
                <a:gd name="connsiteY19" fmla="*/ 546384 h 546868"/>
                <a:gd name="connsiteX20" fmla="*/ 194809 w 2912392"/>
                <a:gd name="connsiteY20" fmla="*/ 546003 h 546868"/>
                <a:gd name="connsiteX21" fmla="*/ 204550 w 2912392"/>
                <a:gd name="connsiteY21" fmla="*/ 545510 h 546868"/>
                <a:gd name="connsiteX22" fmla="*/ 214289 w 2912392"/>
                <a:gd name="connsiteY22" fmla="*/ 544899 h 546868"/>
                <a:gd name="connsiteX23" fmla="*/ 224030 w 2912392"/>
                <a:gd name="connsiteY23" fmla="*/ 544169 h 546868"/>
                <a:gd name="connsiteX24" fmla="*/ 233771 w 2912392"/>
                <a:gd name="connsiteY24" fmla="*/ 543318 h 546868"/>
                <a:gd name="connsiteX25" fmla="*/ 243510 w 2912392"/>
                <a:gd name="connsiteY25" fmla="*/ 542344 h 546868"/>
                <a:gd name="connsiteX26" fmla="*/ 253251 w 2912392"/>
                <a:gd name="connsiteY26" fmla="*/ 541244 h 546868"/>
                <a:gd name="connsiteX27" fmla="*/ 262992 w 2912392"/>
                <a:gd name="connsiteY27" fmla="*/ 540015 h 546868"/>
                <a:gd name="connsiteX28" fmla="*/ 272732 w 2912392"/>
                <a:gd name="connsiteY28" fmla="*/ 538656 h 546868"/>
                <a:gd name="connsiteX29" fmla="*/ 282473 w 2912392"/>
                <a:gd name="connsiteY29" fmla="*/ 537165 h 546868"/>
                <a:gd name="connsiteX30" fmla="*/ 292214 w 2912392"/>
                <a:gd name="connsiteY30" fmla="*/ 535539 h 546868"/>
                <a:gd name="connsiteX31" fmla="*/ 301953 w 2912392"/>
                <a:gd name="connsiteY31" fmla="*/ 533775 h 546868"/>
                <a:gd name="connsiteX32" fmla="*/ 311694 w 2912392"/>
                <a:gd name="connsiteY32" fmla="*/ 531874 h 546868"/>
                <a:gd name="connsiteX33" fmla="*/ 321435 w 2912392"/>
                <a:gd name="connsiteY33" fmla="*/ 529833 h 546868"/>
                <a:gd name="connsiteX34" fmla="*/ 331175 w 2912392"/>
                <a:gd name="connsiteY34" fmla="*/ 527650 h 546868"/>
                <a:gd name="connsiteX35" fmla="*/ 340916 w 2912392"/>
                <a:gd name="connsiteY35" fmla="*/ 525323 h 546868"/>
                <a:gd name="connsiteX36" fmla="*/ 350656 w 2912392"/>
                <a:gd name="connsiteY36" fmla="*/ 522853 h 546868"/>
                <a:gd name="connsiteX37" fmla="*/ 360396 w 2912392"/>
                <a:gd name="connsiteY37" fmla="*/ 520235 h 546868"/>
                <a:gd name="connsiteX38" fmla="*/ 370137 w 2912392"/>
                <a:gd name="connsiteY38" fmla="*/ 517471 h 546868"/>
                <a:gd name="connsiteX39" fmla="*/ 379878 w 2912392"/>
                <a:gd name="connsiteY39" fmla="*/ 514559 h 546868"/>
                <a:gd name="connsiteX40" fmla="*/ 389617 w 2912392"/>
                <a:gd name="connsiteY40" fmla="*/ 511498 h 546868"/>
                <a:gd name="connsiteX41" fmla="*/ 399358 w 2912392"/>
                <a:gd name="connsiteY41" fmla="*/ 508289 h 546868"/>
                <a:gd name="connsiteX42" fmla="*/ 409099 w 2912392"/>
                <a:gd name="connsiteY42" fmla="*/ 504930 h 546868"/>
                <a:gd name="connsiteX43" fmla="*/ 418839 w 2912392"/>
                <a:gd name="connsiteY43" fmla="*/ 501421 h 546868"/>
                <a:gd name="connsiteX44" fmla="*/ 428580 w 2912392"/>
                <a:gd name="connsiteY44" fmla="*/ 497763 h 546868"/>
                <a:gd name="connsiteX45" fmla="*/ 438321 w 2912392"/>
                <a:gd name="connsiteY45" fmla="*/ 493955 h 546868"/>
                <a:gd name="connsiteX46" fmla="*/ 448060 w 2912392"/>
                <a:gd name="connsiteY46" fmla="*/ 489999 h 546868"/>
                <a:gd name="connsiteX47" fmla="*/ 457801 w 2912392"/>
                <a:gd name="connsiteY47" fmla="*/ 485895 h 546868"/>
                <a:gd name="connsiteX48" fmla="*/ 467542 w 2912392"/>
                <a:gd name="connsiteY48" fmla="*/ 481642 h 546868"/>
                <a:gd name="connsiteX49" fmla="*/ 477281 w 2912392"/>
                <a:gd name="connsiteY49" fmla="*/ 477244 h 546868"/>
                <a:gd name="connsiteX50" fmla="*/ 487022 w 2912392"/>
                <a:gd name="connsiteY50" fmla="*/ 472703 h 546868"/>
                <a:gd name="connsiteX51" fmla="*/ 496763 w 2912392"/>
                <a:gd name="connsiteY51" fmla="*/ 468017 h 546868"/>
                <a:gd name="connsiteX52" fmla="*/ 506503 w 2912392"/>
                <a:gd name="connsiteY52" fmla="*/ 463191 h 546868"/>
                <a:gd name="connsiteX53" fmla="*/ 516244 w 2912392"/>
                <a:gd name="connsiteY53" fmla="*/ 458227 h 546868"/>
                <a:gd name="connsiteX54" fmla="*/ 525985 w 2912392"/>
                <a:gd name="connsiteY54" fmla="*/ 453127 h 546868"/>
                <a:gd name="connsiteX55" fmla="*/ 535724 w 2912392"/>
                <a:gd name="connsiteY55" fmla="*/ 447892 h 546868"/>
                <a:gd name="connsiteX56" fmla="*/ 545465 w 2912392"/>
                <a:gd name="connsiteY56" fmla="*/ 442527 h 546868"/>
                <a:gd name="connsiteX57" fmla="*/ 555206 w 2912392"/>
                <a:gd name="connsiteY57" fmla="*/ 437035 h 546868"/>
                <a:gd name="connsiteX58" fmla="*/ 564946 w 2912392"/>
                <a:gd name="connsiteY58" fmla="*/ 431418 h 546868"/>
                <a:gd name="connsiteX59" fmla="*/ 574687 w 2912392"/>
                <a:gd name="connsiteY59" fmla="*/ 425682 h 546868"/>
                <a:gd name="connsiteX60" fmla="*/ 584428 w 2912392"/>
                <a:gd name="connsiteY60" fmla="*/ 419829 h 546868"/>
                <a:gd name="connsiteX61" fmla="*/ 594167 w 2912392"/>
                <a:gd name="connsiteY61" fmla="*/ 413865 h 546868"/>
                <a:gd name="connsiteX62" fmla="*/ 603908 w 2912392"/>
                <a:gd name="connsiteY62" fmla="*/ 407794 h 546868"/>
                <a:gd name="connsiteX63" fmla="*/ 613649 w 2912392"/>
                <a:gd name="connsiteY63" fmla="*/ 401620 h 546868"/>
                <a:gd name="connsiteX64" fmla="*/ 623388 w 2912392"/>
                <a:gd name="connsiteY64" fmla="*/ 395347 h 546868"/>
                <a:gd name="connsiteX65" fmla="*/ 633129 w 2912392"/>
                <a:gd name="connsiteY65" fmla="*/ 388983 h 546868"/>
                <a:gd name="connsiteX66" fmla="*/ 642870 w 2912392"/>
                <a:gd name="connsiteY66" fmla="*/ 382533 h 546868"/>
                <a:gd name="connsiteX67" fmla="*/ 652610 w 2912392"/>
                <a:gd name="connsiteY67" fmla="*/ 376000 h 546868"/>
                <a:gd name="connsiteX68" fmla="*/ 662351 w 2912392"/>
                <a:gd name="connsiteY68" fmla="*/ 369392 h 546868"/>
                <a:gd name="connsiteX69" fmla="*/ 672092 w 2912392"/>
                <a:gd name="connsiteY69" fmla="*/ 362716 h 546868"/>
                <a:gd name="connsiteX70" fmla="*/ 681831 w 2912392"/>
                <a:gd name="connsiteY70" fmla="*/ 355975 h 546868"/>
                <a:gd name="connsiteX71" fmla="*/ 691572 w 2912392"/>
                <a:gd name="connsiteY71" fmla="*/ 349179 h 546868"/>
                <a:gd name="connsiteX72" fmla="*/ 701313 w 2912392"/>
                <a:gd name="connsiteY72" fmla="*/ 342331 h 546868"/>
                <a:gd name="connsiteX73" fmla="*/ 711052 w 2912392"/>
                <a:gd name="connsiteY73" fmla="*/ 335442 h 546868"/>
                <a:gd name="connsiteX74" fmla="*/ 720793 w 2912392"/>
                <a:gd name="connsiteY74" fmla="*/ 328514 h 546868"/>
                <a:gd name="connsiteX75" fmla="*/ 730534 w 2912392"/>
                <a:gd name="connsiteY75" fmla="*/ 321557 h 546868"/>
                <a:gd name="connsiteX76" fmla="*/ 740274 w 2912392"/>
                <a:gd name="connsiteY76" fmla="*/ 314579 h 546868"/>
                <a:gd name="connsiteX77" fmla="*/ 750015 w 2912392"/>
                <a:gd name="connsiteY77" fmla="*/ 307584 h 546868"/>
                <a:gd name="connsiteX78" fmla="*/ 759756 w 2912392"/>
                <a:gd name="connsiteY78" fmla="*/ 300580 h 546868"/>
                <a:gd name="connsiteX79" fmla="*/ 769495 w 2912392"/>
                <a:gd name="connsiteY79" fmla="*/ 293576 h 546868"/>
                <a:gd name="connsiteX80" fmla="*/ 779236 w 2912392"/>
                <a:gd name="connsiteY80" fmla="*/ 286576 h 546868"/>
                <a:gd name="connsiteX81" fmla="*/ 788977 w 2912392"/>
                <a:gd name="connsiteY81" fmla="*/ 279591 h 546868"/>
                <a:gd name="connsiteX82" fmla="*/ 798717 w 2912392"/>
                <a:gd name="connsiteY82" fmla="*/ 272626 h 546868"/>
                <a:gd name="connsiteX83" fmla="*/ 808458 w 2912392"/>
                <a:gd name="connsiteY83" fmla="*/ 265688 h 546868"/>
                <a:gd name="connsiteX84" fmla="*/ 818199 w 2912392"/>
                <a:gd name="connsiteY84" fmla="*/ 258785 h 546868"/>
                <a:gd name="connsiteX85" fmla="*/ 827938 w 2912392"/>
                <a:gd name="connsiteY85" fmla="*/ 251924 h 546868"/>
                <a:gd name="connsiteX86" fmla="*/ 837679 w 2912392"/>
                <a:gd name="connsiteY86" fmla="*/ 245111 h 546868"/>
                <a:gd name="connsiteX87" fmla="*/ 847420 w 2912392"/>
                <a:gd name="connsiteY87" fmla="*/ 238352 h 546868"/>
                <a:gd name="connsiteX88" fmla="*/ 857159 w 2912392"/>
                <a:gd name="connsiteY88" fmla="*/ 231657 h 546868"/>
                <a:gd name="connsiteX89" fmla="*/ 866900 w 2912392"/>
                <a:gd name="connsiteY89" fmla="*/ 225030 h 546868"/>
                <a:gd name="connsiteX90" fmla="*/ 876641 w 2912392"/>
                <a:gd name="connsiteY90" fmla="*/ 218477 h 546868"/>
                <a:gd name="connsiteX91" fmla="*/ 886381 w 2912392"/>
                <a:gd name="connsiteY91" fmla="*/ 212007 h 546868"/>
                <a:gd name="connsiteX92" fmla="*/ 896122 w 2912392"/>
                <a:gd name="connsiteY92" fmla="*/ 205622 h 546868"/>
                <a:gd name="connsiteX93" fmla="*/ 905863 w 2912392"/>
                <a:gd name="connsiteY93" fmla="*/ 199331 h 546868"/>
                <a:gd name="connsiteX94" fmla="*/ 915602 w 2912392"/>
                <a:gd name="connsiteY94" fmla="*/ 193137 h 546868"/>
                <a:gd name="connsiteX95" fmla="*/ 925343 w 2912392"/>
                <a:gd name="connsiteY95" fmla="*/ 187046 h 546868"/>
                <a:gd name="connsiteX96" fmla="*/ 935084 w 2912392"/>
                <a:gd name="connsiteY96" fmla="*/ 181066 h 546868"/>
                <a:gd name="connsiteX97" fmla="*/ 944824 w 2912392"/>
                <a:gd name="connsiteY97" fmla="*/ 175197 h 546868"/>
                <a:gd name="connsiteX98" fmla="*/ 954564 w 2912392"/>
                <a:gd name="connsiteY98" fmla="*/ 169448 h 546868"/>
                <a:gd name="connsiteX99" fmla="*/ 964305 w 2912392"/>
                <a:gd name="connsiteY99" fmla="*/ 163819 h 546868"/>
                <a:gd name="connsiteX100" fmla="*/ 974045 w 2912392"/>
                <a:gd name="connsiteY100" fmla="*/ 158317 h 546868"/>
                <a:gd name="connsiteX101" fmla="*/ 983786 w 2912392"/>
                <a:gd name="connsiteY101" fmla="*/ 152943 h 546868"/>
                <a:gd name="connsiteX102" fmla="*/ 993522 w 2912392"/>
                <a:gd name="connsiteY102" fmla="*/ 147701 h 546868"/>
                <a:gd name="connsiteX103" fmla="*/ 1003266 w 2912392"/>
                <a:gd name="connsiteY103" fmla="*/ 142595 h 546868"/>
                <a:gd name="connsiteX104" fmla="*/ 1013010 w 2912392"/>
                <a:gd name="connsiteY104" fmla="*/ 137628 h 546868"/>
                <a:gd name="connsiteX105" fmla="*/ 1022754 w 2912392"/>
                <a:gd name="connsiteY105" fmla="*/ 132801 h 546868"/>
                <a:gd name="connsiteX106" fmla="*/ 1032483 w 2912392"/>
                <a:gd name="connsiteY106" fmla="*/ 128115 h 546868"/>
                <a:gd name="connsiteX107" fmla="*/ 1042227 w 2912392"/>
                <a:gd name="connsiteY107" fmla="*/ 123572 h 546868"/>
                <a:gd name="connsiteX108" fmla="*/ 1051971 w 2912392"/>
                <a:gd name="connsiteY108" fmla="*/ 119174 h 546868"/>
                <a:gd name="connsiteX109" fmla="*/ 1061715 w 2912392"/>
                <a:gd name="connsiteY109" fmla="*/ 114923 h 546868"/>
                <a:gd name="connsiteX110" fmla="*/ 1071444 w 2912392"/>
                <a:gd name="connsiteY110" fmla="*/ 110817 h 546868"/>
                <a:gd name="connsiteX111" fmla="*/ 1081188 w 2912392"/>
                <a:gd name="connsiteY111" fmla="*/ 106858 h 546868"/>
                <a:gd name="connsiteX112" fmla="*/ 1090932 w 2912392"/>
                <a:gd name="connsiteY112" fmla="*/ 103046 h 546868"/>
                <a:gd name="connsiteX113" fmla="*/ 1100676 w 2912392"/>
                <a:gd name="connsiteY113" fmla="*/ 99379 h 546868"/>
                <a:gd name="connsiteX114" fmla="*/ 1110405 w 2912392"/>
                <a:gd name="connsiteY114" fmla="*/ 95857 h 546868"/>
                <a:gd name="connsiteX115" fmla="*/ 1120149 w 2912392"/>
                <a:gd name="connsiteY115" fmla="*/ 92480 h 546868"/>
                <a:gd name="connsiteX116" fmla="*/ 1129893 w 2912392"/>
                <a:gd name="connsiteY116" fmla="*/ 89246 h 546868"/>
                <a:gd name="connsiteX117" fmla="*/ 1139637 w 2912392"/>
                <a:gd name="connsiteY117" fmla="*/ 86153 h 546868"/>
                <a:gd name="connsiteX118" fmla="*/ 1149381 w 2912392"/>
                <a:gd name="connsiteY118" fmla="*/ 83202 h 546868"/>
                <a:gd name="connsiteX119" fmla="*/ 1159110 w 2912392"/>
                <a:gd name="connsiteY119" fmla="*/ 80386 h 546868"/>
                <a:gd name="connsiteX120" fmla="*/ 1168854 w 2912392"/>
                <a:gd name="connsiteY120" fmla="*/ 77707 h 546868"/>
                <a:gd name="connsiteX121" fmla="*/ 1178598 w 2912392"/>
                <a:gd name="connsiteY121" fmla="*/ 75161 h 546868"/>
                <a:gd name="connsiteX122" fmla="*/ 1188341 w 2912392"/>
                <a:gd name="connsiteY122" fmla="*/ 72744 h 546868"/>
                <a:gd name="connsiteX123" fmla="*/ 1198070 w 2912392"/>
                <a:gd name="connsiteY123" fmla="*/ 70456 h 546868"/>
                <a:gd name="connsiteX124" fmla="*/ 1207814 w 2912392"/>
                <a:gd name="connsiteY124" fmla="*/ 68291 h 546868"/>
                <a:gd name="connsiteX125" fmla="*/ 1217558 w 2912392"/>
                <a:gd name="connsiteY125" fmla="*/ 66247 h 546868"/>
                <a:gd name="connsiteX126" fmla="*/ 1227302 w 2912392"/>
                <a:gd name="connsiteY126" fmla="*/ 64320 h 546868"/>
                <a:gd name="connsiteX127" fmla="*/ 1237031 w 2912392"/>
                <a:gd name="connsiteY127" fmla="*/ 62509 h 546868"/>
                <a:gd name="connsiteX128" fmla="*/ 1246775 w 2912392"/>
                <a:gd name="connsiteY128" fmla="*/ 60807 h 546868"/>
                <a:gd name="connsiteX129" fmla="*/ 1256519 w 2912392"/>
                <a:gd name="connsiteY129" fmla="*/ 59213 h 546868"/>
                <a:gd name="connsiteX130" fmla="*/ 1266263 w 2912392"/>
                <a:gd name="connsiteY130" fmla="*/ 57722 h 546868"/>
                <a:gd name="connsiteX131" fmla="*/ 1276007 w 2912392"/>
                <a:gd name="connsiteY131" fmla="*/ 56329 h 546868"/>
                <a:gd name="connsiteX132" fmla="*/ 1285736 w 2912392"/>
                <a:gd name="connsiteY132" fmla="*/ 55032 h 546868"/>
                <a:gd name="connsiteX133" fmla="*/ 1295480 w 2912392"/>
                <a:gd name="connsiteY133" fmla="*/ 53826 h 546868"/>
                <a:gd name="connsiteX134" fmla="*/ 1305224 w 2912392"/>
                <a:gd name="connsiteY134" fmla="*/ 52707 h 546868"/>
                <a:gd name="connsiteX135" fmla="*/ 1314968 w 2912392"/>
                <a:gd name="connsiteY135" fmla="*/ 51671 h 546868"/>
                <a:gd name="connsiteX136" fmla="*/ 1324697 w 2912392"/>
                <a:gd name="connsiteY136" fmla="*/ 50715 h 546868"/>
                <a:gd name="connsiteX137" fmla="*/ 1334441 w 2912392"/>
                <a:gd name="connsiteY137" fmla="*/ 49834 h 546868"/>
                <a:gd name="connsiteX138" fmla="*/ 1344185 w 2912392"/>
                <a:gd name="connsiteY138" fmla="*/ 49024 h 546868"/>
                <a:gd name="connsiteX139" fmla="*/ 1353929 w 2912392"/>
                <a:gd name="connsiteY139" fmla="*/ 48280 h 546868"/>
                <a:gd name="connsiteX140" fmla="*/ 1363658 w 2912392"/>
                <a:gd name="connsiteY140" fmla="*/ 47601 h 546868"/>
                <a:gd name="connsiteX141" fmla="*/ 1373402 w 2912392"/>
                <a:gd name="connsiteY141" fmla="*/ 46979 h 546868"/>
                <a:gd name="connsiteX142" fmla="*/ 1383146 w 2912392"/>
                <a:gd name="connsiteY142" fmla="*/ 46415 h 546868"/>
                <a:gd name="connsiteX143" fmla="*/ 1392890 w 2912392"/>
                <a:gd name="connsiteY143" fmla="*/ 45902 h 546868"/>
                <a:gd name="connsiteX144" fmla="*/ 1402619 w 2912392"/>
                <a:gd name="connsiteY144" fmla="*/ 45436 h 546868"/>
                <a:gd name="connsiteX145" fmla="*/ 1412363 w 2912392"/>
                <a:gd name="connsiteY145" fmla="*/ 45016 h 546868"/>
                <a:gd name="connsiteX146" fmla="*/ 1422106 w 2912392"/>
                <a:gd name="connsiteY146" fmla="*/ 44636 h 546868"/>
                <a:gd name="connsiteX147" fmla="*/ 1431850 w 2912392"/>
                <a:gd name="connsiteY147" fmla="*/ 44293 h 546868"/>
                <a:gd name="connsiteX148" fmla="*/ 1441594 w 2912392"/>
                <a:gd name="connsiteY148" fmla="*/ 43985 h 546868"/>
                <a:gd name="connsiteX149" fmla="*/ 1451323 w 2912392"/>
                <a:gd name="connsiteY149" fmla="*/ 43708 h 546868"/>
                <a:gd name="connsiteX150" fmla="*/ 1461067 w 2912392"/>
                <a:gd name="connsiteY150" fmla="*/ 43457 h 546868"/>
                <a:gd name="connsiteX151" fmla="*/ 1470811 w 2912392"/>
                <a:gd name="connsiteY151" fmla="*/ 43232 h 546868"/>
                <a:gd name="connsiteX152" fmla="*/ 1480555 w 2912392"/>
                <a:gd name="connsiteY152" fmla="*/ 43028 h 546868"/>
                <a:gd name="connsiteX153" fmla="*/ 1490284 w 2912392"/>
                <a:gd name="connsiteY153" fmla="*/ 42842 h 546868"/>
                <a:gd name="connsiteX154" fmla="*/ 1500028 w 2912392"/>
                <a:gd name="connsiteY154" fmla="*/ 42671 h 546868"/>
                <a:gd name="connsiteX155" fmla="*/ 1509772 w 2912392"/>
                <a:gd name="connsiteY155" fmla="*/ 42513 h 546868"/>
                <a:gd name="connsiteX156" fmla="*/ 1519516 w 2912392"/>
                <a:gd name="connsiteY156" fmla="*/ 42365 h 546868"/>
                <a:gd name="connsiteX157" fmla="*/ 1529245 w 2912392"/>
                <a:gd name="connsiteY157" fmla="*/ 42225 h 546868"/>
                <a:gd name="connsiteX158" fmla="*/ 1538989 w 2912392"/>
                <a:gd name="connsiteY158" fmla="*/ 42090 h 546868"/>
                <a:gd name="connsiteX159" fmla="*/ 1548733 w 2912392"/>
                <a:gd name="connsiteY159" fmla="*/ 41957 h 546868"/>
                <a:gd name="connsiteX160" fmla="*/ 1558477 w 2912392"/>
                <a:gd name="connsiteY160" fmla="*/ 41823 h 546868"/>
                <a:gd name="connsiteX161" fmla="*/ 1568221 w 2912392"/>
                <a:gd name="connsiteY161" fmla="*/ 41687 h 546868"/>
                <a:gd name="connsiteX162" fmla="*/ 1577950 w 2912392"/>
                <a:gd name="connsiteY162" fmla="*/ 41547 h 546868"/>
                <a:gd name="connsiteX163" fmla="*/ 1587694 w 2912392"/>
                <a:gd name="connsiteY163" fmla="*/ 41401 h 546868"/>
                <a:gd name="connsiteX164" fmla="*/ 1597438 w 2912392"/>
                <a:gd name="connsiteY164" fmla="*/ 41245 h 546868"/>
                <a:gd name="connsiteX165" fmla="*/ 1607182 w 2912392"/>
                <a:gd name="connsiteY165" fmla="*/ 41078 h 546868"/>
                <a:gd name="connsiteX166" fmla="*/ 1616911 w 2912392"/>
                <a:gd name="connsiteY166" fmla="*/ 40898 h 546868"/>
                <a:gd name="connsiteX167" fmla="*/ 1626655 w 2912392"/>
                <a:gd name="connsiteY167" fmla="*/ 40704 h 546868"/>
                <a:gd name="connsiteX168" fmla="*/ 1636399 w 2912392"/>
                <a:gd name="connsiteY168" fmla="*/ 40492 h 546868"/>
                <a:gd name="connsiteX169" fmla="*/ 1646142 w 2912392"/>
                <a:gd name="connsiteY169" fmla="*/ 40262 h 546868"/>
                <a:gd name="connsiteX170" fmla="*/ 1655872 w 2912392"/>
                <a:gd name="connsiteY170" fmla="*/ 40011 h 546868"/>
                <a:gd name="connsiteX171" fmla="*/ 1665616 w 2912392"/>
                <a:gd name="connsiteY171" fmla="*/ 39739 h 546868"/>
                <a:gd name="connsiteX172" fmla="*/ 1675359 w 2912392"/>
                <a:gd name="connsiteY172" fmla="*/ 39442 h 546868"/>
                <a:gd name="connsiteX173" fmla="*/ 1685103 w 2912392"/>
                <a:gd name="connsiteY173" fmla="*/ 39120 h 546868"/>
                <a:gd name="connsiteX174" fmla="*/ 1694832 w 2912392"/>
                <a:gd name="connsiteY174" fmla="*/ 38773 h 546868"/>
                <a:gd name="connsiteX175" fmla="*/ 1704576 w 2912392"/>
                <a:gd name="connsiteY175" fmla="*/ 38396 h 546868"/>
                <a:gd name="connsiteX176" fmla="*/ 1714320 w 2912392"/>
                <a:gd name="connsiteY176" fmla="*/ 37991 h 546868"/>
                <a:gd name="connsiteX177" fmla="*/ 1724064 w 2912392"/>
                <a:gd name="connsiteY177" fmla="*/ 37556 h 546868"/>
                <a:gd name="connsiteX178" fmla="*/ 1733808 w 2912392"/>
                <a:gd name="connsiteY178" fmla="*/ 37088 h 546868"/>
                <a:gd name="connsiteX179" fmla="*/ 1743537 w 2912392"/>
                <a:gd name="connsiteY179" fmla="*/ 36587 h 546868"/>
                <a:gd name="connsiteX180" fmla="*/ 1753281 w 2912392"/>
                <a:gd name="connsiteY180" fmla="*/ 36054 h 546868"/>
                <a:gd name="connsiteX181" fmla="*/ 1763025 w 2912392"/>
                <a:gd name="connsiteY181" fmla="*/ 35485 h 546868"/>
                <a:gd name="connsiteX182" fmla="*/ 1772769 w 2912392"/>
                <a:gd name="connsiteY182" fmla="*/ 34882 h 546868"/>
                <a:gd name="connsiteX183" fmla="*/ 1782498 w 2912392"/>
                <a:gd name="connsiteY183" fmla="*/ 34244 h 546868"/>
                <a:gd name="connsiteX184" fmla="*/ 1792242 w 2912392"/>
                <a:gd name="connsiteY184" fmla="*/ 33569 h 546868"/>
                <a:gd name="connsiteX185" fmla="*/ 1801986 w 2912392"/>
                <a:gd name="connsiteY185" fmla="*/ 32858 h 546868"/>
                <a:gd name="connsiteX186" fmla="*/ 1811730 w 2912392"/>
                <a:gd name="connsiteY186" fmla="*/ 32112 h 546868"/>
                <a:gd name="connsiteX187" fmla="*/ 1821459 w 2912392"/>
                <a:gd name="connsiteY187" fmla="*/ 31328 h 546868"/>
                <a:gd name="connsiteX188" fmla="*/ 1831203 w 2912392"/>
                <a:gd name="connsiteY188" fmla="*/ 30510 h 546868"/>
                <a:gd name="connsiteX189" fmla="*/ 1840947 w 2912392"/>
                <a:gd name="connsiteY189" fmla="*/ 29656 h 546868"/>
                <a:gd name="connsiteX190" fmla="*/ 1850691 w 2912392"/>
                <a:gd name="connsiteY190" fmla="*/ 28770 h 546868"/>
                <a:gd name="connsiteX191" fmla="*/ 1860435 w 2912392"/>
                <a:gd name="connsiteY191" fmla="*/ 27848 h 546868"/>
                <a:gd name="connsiteX192" fmla="*/ 1870164 w 2912392"/>
                <a:gd name="connsiteY192" fmla="*/ 26896 h 546868"/>
                <a:gd name="connsiteX193" fmla="*/ 1879908 w 2912392"/>
                <a:gd name="connsiteY193" fmla="*/ 25911 h 546868"/>
                <a:gd name="connsiteX194" fmla="*/ 1889652 w 2912392"/>
                <a:gd name="connsiteY194" fmla="*/ 24898 h 546868"/>
                <a:gd name="connsiteX195" fmla="*/ 1899395 w 2912392"/>
                <a:gd name="connsiteY195" fmla="*/ 23858 h 546868"/>
                <a:gd name="connsiteX196" fmla="*/ 1909124 w 2912392"/>
                <a:gd name="connsiteY196" fmla="*/ 22792 h 546868"/>
                <a:gd name="connsiteX197" fmla="*/ 1918868 w 2912392"/>
                <a:gd name="connsiteY197" fmla="*/ 21705 h 546868"/>
                <a:gd name="connsiteX198" fmla="*/ 1928612 w 2912392"/>
                <a:gd name="connsiteY198" fmla="*/ 20598 h 546868"/>
                <a:gd name="connsiteX199" fmla="*/ 1938356 w 2912392"/>
                <a:gd name="connsiteY199" fmla="*/ 19473 h 546868"/>
                <a:gd name="connsiteX200" fmla="*/ 1948085 w 2912392"/>
                <a:gd name="connsiteY200" fmla="*/ 18336 h 546868"/>
                <a:gd name="connsiteX201" fmla="*/ 1957829 w 2912392"/>
                <a:gd name="connsiteY201" fmla="*/ 17189 h 546868"/>
                <a:gd name="connsiteX202" fmla="*/ 1967573 w 2912392"/>
                <a:gd name="connsiteY202" fmla="*/ 16036 h 546868"/>
                <a:gd name="connsiteX203" fmla="*/ 1977317 w 2912392"/>
                <a:gd name="connsiteY203" fmla="*/ 14881 h 546868"/>
                <a:gd name="connsiteX204" fmla="*/ 1987046 w 2912392"/>
                <a:gd name="connsiteY204" fmla="*/ 13728 h 546868"/>
                <a:gd name="connsiteX205" fmla="*/ 1996790 w 2912392"/>
                <a:gd name="connsiteY205" fmla="*/ 12582 h 546868"/>
                <a:gd name="connsiteX206" fmla="*/ 2006534 w 2912392"/>
                <a:gd name="connsiteY206" fmla="*/ 11450 h 546868"/>
                <a:gd name="connsiteX207" fmla="*/ 2016278 w 2912392"/>
                <a:gd name="connsiteY207" fmla="*/ 10335 h 546868"/>
                <a:gd name="connsiteX208" fmla="*/ 2026022 w 2912392"/>
                <a:gd name="connsiteY208" fmla="*/ 9243 h 546868"/>
                <a:gd name="connsiteX209" fmla="*/ 2035751 w 2912392"/>
                <a:gd name="connsiteY209" fmla="*/ 8180 h 546868"/>
                <a:gd name="connsiteX210" fmla="*/ 2045495 w 2912392"/>
                <a:gd name="connsiteY210" fmla="*/ 7152 h 546868"/>
                <a:gd name="connsiteX211" fmla="*/ 2055239 w 2912392"/>
                <a:gd name="connsiteY211" fmla="*/ 6165 h 546868"/>
                <a:gd name="connsiteX212" fmla="*/ 2064983 w 2912392"/>
                <a:gd name="connsiteY212" fmla="*/ 5227 h 546868"/>
                <a:gd name="connsiteX213" fmla="*/ 2074712 w 2912392"/>
                <a:gd name="connsiteY213" fmla="*/ 4342 h 546868"/>
                <a:gd name="connsiteX214" fmla="*/ 2084456 w 2912392"/>
                <a:gd name="connsiteY214" fmla="*/ 3518 h 546868"/>
                <a:gd name="connsiteX215" fmla="*/ 2094200 w 2912392"/>
                <a:gd name="connsiteY215" fmla="*/ 2762 h 546868"/>
                <a:gd name="connsiteX216" fmla="*/ 2103944 w 2912392"/>
                <a:gd name="connsiteY216" fmla="*/ 2083 h 546868"/>
                <a:gd name="connsiteX217" fmla="*/ 2113673 w 2912392"/>
                <a:gd name="connsiteY217" fmla="*/ 1485 h 546868"/>
                <a:gd name="connsiteX218" fmla="*/ 2123417 w 2912392"/>
                <a:gd name="connsiteY218" fmla="*/ 979 h 546868"/>
                <a:gd name="connsiteX219" fmla="*/ 2133161 w 2912392"/>
                <a:gd name="connsiteY219" fmla="*/ 569 h 546868"/>
                <a:gd name="connsiteX220" fmla="*/ 2142905 w 2912392"/>
                <a:gd name="connsiteY220" fmla="*/ 264 h 546868"/>
                <a:gd name="connsiteX221" fmla="*/ 2152649 w 2912392"/>
                <a:gd name="connsiteY221" fmla="*/ 72 h 546868"/>
                <a:gd name="connsiteX222" fmla="*/ 2162377 w 2912392"/>
                <a:gd name="connsiteY222" fmla="*/ 0 h 546868"/>
                <a:gd name="connsiteX223" fmla="*/ 2172121 w 2912392"/>
                <a:gd name="connsiteY223" fmla="*/ 57 h 546868"/>
                <a:gd name="connsiteX224" fmla="*/ 2181865 w 2912392"/>
                <a:gd name="connsiteY224" fmla="*/ 247 h 546868"/>
                <a:gd name="connsiteX225" fmla="*/ 2191609 w 2912392"/>
                <a:gd name="connsiteY225" fmla="*/ 581 h 546868"/>
                <a:gd name="connsiteX226" fmla="*/ 2201338 w 2912392"/>
                <a:gd name="connsiteY226" fmla="*/ 1064 h 546868"/>
                <a:gd name="connsiteX227" fmla="*/ 2211082 w 2912392"/>
                <a:gd name="connsiteY227" fmla="*/ 1703 h 546868"/>
                <a:gd name="connsiteX228" fmla="*/ 2220826 w 2912392"/>
                <a:gd name="connsiteY228" fmla="*/ 2506 h 546868"/>
                <a:gd name="connsiteX229" fmla="*/ 2230570 w 2912392"/>
                <a:gd name="connsiteY229" fmla="*/ 3479 h 546868"/>
                <a:gd name="connsiteX230" fmla="*/ 2240299 w 2912392"/>
                <a:gd name="connsiteY230" fmla="*/ 4629 h 546868"/>
                <a:gd name="connsiteX231" fmla="*/ 2250043 w 2912392"/>
                <a:gd name="connsiteY231" fmla="*/ 5963 h 546868"/>
                <a:gd name="connsiteX232" fmla="*/ 2259787 w 2912392"/>
                <a:gd name="connsiteY232" fmla="*/ 7485 h 546868"/>
                <a:gd name="connsiteX233" fmla="*/ 2269531 w 2912392"/>
                <a:gd name="connsiteY233" fmla="*/ 9202 h 546868"/>
                <a:gd name="connsiteX234" fmla="*/ 2279260 w 2912392"/>
                <a:gd name="connsiteY234" fmla="*/ 11118 h 546868"/>
                <a:gd name="connsiteX235" fmla="*/ 2289004 w 2912392"/>
                <a:gd name="connsiteY235" fmla="*/ 13238 h 546868"/>
                <a:gd name="connsiteX236" fmla="*/ 2298748 w 2912392"/>
                <a:gd name="connsiteY236" fmla="*/ 15568 h 546868"/>
                <a:gd name="connsiteX237" fmla="*/ 2308492 w 2912392"/>
                <a:gd name="connsiteY237" fmla="*/ 18110 h 546868"/>
                <a:gd name="connsiteX238" fmla="*/ 2318236 w 2912392"/>
                <a:gd name="connsiteY238" fmla="*/ 20869 h 546868"/>
                <a:gd name="connsiteX239" fmla="*/ 2327965 w 2912392"/>
                <a:gd name="connsiteY239" fmla="*/ 23847 h 546868"/>
                <a:gd name="connsiteX240" fmla="*/ 2337709 w 2912392"/>
                <a:gd name="connsiteY240" fmla="*/ 27046 h 546868"/>
                <a:gd name="connsiteX241" fmla="*/ 2347453 w 2912392"/>
                <a:gd name="connsiteY241" fmla="*/ 30470 h 546868"/>
                <a:gd name="connsiteX242" fmla="*/ 2357197 w 2912392"/>
                <a:gd name="connsiteY242" fmla="*/ 34120 h 546868"/>
                <a:gd name="connsiteX243" fmla="*/ 2366926 w 2912392"/>
                <a:gd name="connsiteY243" fmla="*/ 37995 h 546868"/>
                <a:gd name="connsiteX244" fmla="*/ 2376670 w 2912392"/>
                <a:gd name="connsiteY244" fmla="*/ 42099 h 546868"/>
                <a:gd name="connsiteX245" fmla="*/ 2386413 w 2912392"/>
                <a:gd name="connsiteY245" fmla="*/ 46428 h 546868"/>
                <a:gd name="connsiteX246" fmla="*/ 2396157 w 2912392"/>
                <a:gd name="connsiteY246" fmla="*/ 50983 h 546868"/>
                <a:gd name="connsiteX247" fmla="*/ 2405886 w 2912392"/>
                <a:gd name="connsiteY247" fmla="*/ 55762 h 546868"/>
                <a:gd name="connsiteX248" fmla="*/ 2415630 w 2912392"/>
                <a:gd name="connsiteY248" fmla="*/ 60764 h 546868"/>
                <a:gd name="connsiteX249" fmla="*/ 2425374 w 2912392"/>
                <a:gd name="connsiteY249" fmla="*/ 65986 h 546868"/>
                <a:gd name="connsiteX250" fmla="*/ 2435118 w 2912392"/>
                <a:gd name="connsiteY250" fmla="*/ 71424 h 546868"/>
                <a:gd name="connsiteX251" fmla="*/ 2444862 w 2912392"/>
                <a:gd name="connsiteY251" fmla="*/ 77075 h 546868"/>
                <a:gd name="connsiteX252" fmla="*/ 2454591 w 2912392"/>
                <a:gd name="connsiteY252" fmla="*/ 82934 h 546868"/>
                <a:gd name="connsiteX253" fmla="*/ 2464335 w 2912392"/>
                <a:gd name="connsiteY253" fmla="*/ 88998 h 546868"/>
                <a:gd name="connsiteX254" fmla="*/ 2474079 w 2912392"/>
                <a:gd name="connsiteY254" fmla="*/ 95258 h 546868"/>
                <a:gd name="connsiteX255" fmla="*/ 2483823 w 2912392"/>
                <a:gd name="connsiteY255" fmla="*/ 101711 h 546868"/>
                <a:gd name="connsiteX256" fmla="*/ 2493552 w 2912392"/>
                <a:gd name="connsiteY256" fmla="*/ 108348 h 546868"/>
                <a:gd name="connsiteX257" fmla="*/ 2503296 w 2912392"/>
                <a:gd name="connsiteY257" fmla="*/ 115165 h 546868"/>
                <a:gd name="connsiteX258" fmla="*/ 2513040 w 2912392"/>
                <a:gd name="connsiteY258" fmla="*/ 122149 h 546868"/>
                <a:gd name="connsiteX259" fmla="*/ 2522784 w 2912392"/>
                <a:gd name="connsiteY259" fmla="*/ 129298 h 546868"/>
                <a:gd name="connsiteX260" fmla="*/ 2532513 w 2912392"/>
                <a:gd name="connsiteY260" fmla="*/ 136598 h 546868"/>
                <a:gd name="connsiteX261" fmla="*/ 2542257 w 2912392"/>
                <a:gd name="connsiteY261" fmla="*/ 144042 h 546868"/>
                <a:gd name="connsiteX262" fmla="*/ 2552001 w 2912392"/>
                <a:gd name="connsiteY262" fmla="*/ 151621 h 546868"/>
                <a:gd name="connsiteX263" fmla="*/ 2561745 w 2912392"/>
                <a:gd name="connsiteY263" fmla="*/ 159322 h 546868"/>
                <a:gd name="connsiteX264" fmla="*/ 2571474 w 2912392"/>
                <a:gd name="connsiteY264" fmla="*/ 167138 h 546868"/>
                <a:gd name="connsiteX265" fmla="*/ 2581218 w 2912392"/>
                <a:gd name="connsiteY265" fmla="*/ 175057 h 546868"/>
                <a:gd name="connsiteX266" fmla="*/ 2590962 w 2912392"/>
                <a:gd name="connsiteY266" fmla="*/ 183068 h 546868"/>
                <a:gd name="connsiteX267" fmla="*/ 2600705 w 2912392"/>
                <a:gd name="connsiteY267" fmla="*/ 191160 h 546868"/>
                <a:gd name="connsiteX268" fmla="*/ 2610449 w 2912392"/>
                <a:gd name="connsiteY268" fmla="*/ 199320 h 546868"/>
                <a:gd name="connsiteX269" fmla="*/ 2620178 w 2912392"/>
                <a:gd name="connsiteY269" fmla="*/ 207537 h 546868"/>
                <a:gd name="connsiteX270" fmla="*/ 2629922 w 2912392"/>
                <a:gd name="connsiteY270" fmla="*/ 215798 h 546868"/>
                <a:gd name="connsiteX271" fmla="*/ 2639666 w 2912392"/>
                <a:gd name="connsiteY271" fmla="*/ 224093 h 546868"/>
                <a:gd name="connsiteX272" fmla="*/ 2649410 w 2912392"/>
                <a:gd name="connsiteY272" fmla="*/ 232408 h 546868"/>
                <a:gd name="connsiteX273" fmla="*/ 2659139 w 2912392"/>
                <a:gd name="connsiteY273" fmla="*/ 240730 h 546868"/>
                <a:gd name="connsiteX274" fmla="*/ 2668883 w 2912392"/>
                <a:gd name="connsiteY274" fmla="*/ 249050 h 546868"/>
                <a:gd name="connsiteX275" fmla="*/ 2678627 w 2912392"/>
                <a:gd name="connsiteY275" fmla="*/ 257352 h 546868"/>
                <a:gd name="connsiteX276" fmla="*/ 2688371 w 2912392"/>
                <a:gd name="connsiteY276" fmla="*/ 265627 h 546868"/>
                <a:gd name="connsiteX277" fmla="*/ 2698100 w 2912392"/>
                <a:gd name="connsiteY277" fmla="*/ 273858 h 546868"/>
                <a:gd name="connsiteX278" fmla="*/ 2707844 w 2912392"/>
                <a:gd name="connsiteY278" fmla="*/ 282039 h 546868"/>
                <a:gd name="connsiteX279" fmla="*/ 2717588 w 2912392"/>
                <a:gd name="connsiteY279" fmla="*/ 290153 h 546868"/>
                <a:gd name="connsiteX280" fmla="*/ 2727332 w 2912392"/>
                <a:gd name="connsiteY280" fmla="*/ 298193 h 546868"/>
                <a:gd name="connsiteX281" fmla="*/ 2737076 w 2912392"/>
                <a:gd name="connsiteY281" fmla="*/ 306143 h 546868"/>
                <a:gd name="connsiteX282" fmla="*/ 2746805 w 2912392"/>
                <a:gd name="connsiteY282" fmla="*/ 313995 h 546868"/>
                <a:gd name="connsiteX283" fmla="*/ 2756549 w 2912392"/>
                <a:gd name="connsiteY283" fmla="*/ 321738 h 546868"/>
                <a:gd name="connsiteX284" fmla="*/ 2766293 w 2912392"/>
                <a:gd name="connsiteY284" fmla="*/ 329360 h 546868"/>
                <a:gd name="connsiteX285" fmla="*/ 2776037 w 2912392"/>
                <a:gd name="connsiteY285" fmla="*/ 336851 h 546868"/>
                <a:gd name="connsiteX286" fmla="*/ 2785766 w 2912392"/>
                <a:gd name="connsiteY286" fmla="*/ 344204 h 546868"/>
                <a:gd name="connsiteX287" fmla="*/ 2795510 w 2912392"/>
                <a:gd name="connsiteY287" fmla="*/ 351407 h 546868"/>
                <a:gd name="connsiteX288" fmla="*/ 2805254 w 2912392"/>
                <a:gd name="connsiteY288" fmla="*/ 358453 h 546868"/>
                <a:gd name="connsiteX289" fmla="*/ 2814998 w 2912392"/>
                <a:gd name="connsiteY289" fmla="*/ 365334 h 546868"/>
                <a:gd name="connsiteX290" fmla="*/ 2824727 w 2912392"/>
                <a:gd name="connsiteY290" fmla="*/ 372041 h 546868"/>
                <a:gd name="connsiteX291" fmla="*/ 2834471 w 2912392"/>
                <a:gd name="connsiteY291" fmla="*/ 378567 h 546868"/>
                <a:gd name="connsiteX292" fmla="*/ 2844215 w 2912392"/>
                <a:gd name="connsiteY292" fmla="*/ 384908 h 546868"/>
                <a:gd name="connsiteX293" fmla="*/ 2853958 w 2912392"/>
                <a:gd name="connsiteY293" fmla="*/ 391055 h 546868"/>
                <a:gd name="connsiteX294" fmla="*/ 2863687 w 2912392"/>
                <a:gd name="connsiteY294" fmla="*/ 397004 h 546868"/>
                <a:gd name="connsiteX295" fmla="*/ 2873431 w 2912392"/>
                <a:gd name="connsiteY295" fmla="*/ 402751 h 546868"/>
                <a:gd name="connsiteX296" fmla="*/ 2883175 w 2912392"/>
                <a:gd name="connsiteY296" fmla="*/ 408292 h 546868"/>
                <a:gd name="connsiteX297" fmla="*/ 2892919 w 2912392"/>
                <a:gd name="connsiteY297" fmla="*/ 413623 h 546868"/>
                <a:gd name="connsiteX298" fmla="*/ 2902663 w 2912392"/>
                <a:gd name="connsiteY298" fmla="*/ 418742 h 546868"/>
                <a:gd name="connsiteX299" fmla="*/ 2912392 w 2912392"/>
                <a:gd name="connsiteY299" fmla="*/ 423648 h 546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46868">
                  <a:moveTo>
                    <a:pt x="0" y="535380"/>
                  </a:moveTo>
                  <a:lnTo>
                    <a:pt x="9739" y="536682"/>
                  </a:lnTo>
                  <a:lnTo>
                    <a:pt x="19480" y="537917"/>
                  </a:lnTo>
                  <a:lnTo>
                    <a:pt x="29221" y="539082"/>
                  </a:lnTo>
                  <a:lnTo>
                    <a:pt x="38961" y="540176"/>
                  </a:lnTo>
                  <a:lnTo>
                    <a:pt x="48702" y="541197"/>
                  </a:lnTo>
                  <a:lnTo>
                    <a:pt x="58443" y="542141"/>
                  </a:lnTo>
                  <a:lnTo>
                    <a:pt x="68182" y="543008"/>
                  </a:lnTo>
                  <a:lnTo>
                    <a:pt x="77923" y="543793"/>
                  </a:lnTo>
                  <a:lnTo>
                    <a:pt x="87664" y="544495"/>
                  </a:lnTo>
                  <a:lnTo>
                    <a:pt x="97404" y="545112"/>
                  </a:lnTo>
                  <a:lnTo>
                    <a:pt x="107145" y="545639"/>
                  </a:lnTo>
                  <a:lnTo>
                    <a:pt x="116886" y="546078"/>
                  </a:lnTo>
                  <a:lnTo>
                    <a:pt x="126625" y="546422"/>
                  </a:lnTo>
                  <a:lnTo>
                    <a:pt x="136366" y="546669"/>
                  </a:lnTo>
                  <a:lnTo>
                    <a:pt x="146107" y="546819"/>
                  </a:lnTo>
                  <a:lnTo>
                    <a:pt x="155846" y="546869"/>
                  </a:lnTo>
                  <a:lnTo>
                    <a:pt x="165587" y="546814"/>
                  </a:lnTo>
                  <a:lnTo>
                    <a:pt x="175328" y="546654"/>
                  </a:lnTo>
                  <a:lnTo>
                    <a:pt x="185068" y="546384"/>
                  </a:lnTo>
                  <a:lnTo>
                    <a:pt x="194809" y="546003"/>
                  </a:lnTo>
                  <a:lnTo>
                    <a:pt x="204550" y="545510"/>
                  </a:lnTo>
                  <a:lnTo>
                    <a:pt x="214289" y="544899"/>
                  </a:lnTo>
                  <a:lnTo>
                    <a:pt x="224030" y="544169"/>
                  </a:lnTo>
                  <a:lnTo>
                    <a:pt x="233771" y="543318"/>
                  </a:lnTo>
                  <a:lnTo>
                    <a:pt x="243510" y="542344"/>
                  </a:lnTo>
                  <a:lnTo>
                    <a:pt x="253251" y="541244"/>
                  </a:lnTo>
                  <a:lnTo>
                    <a:pt x="262992" y="540015"/>
                  </a:lnTo>
                  <a:lnTo>
                    <a:pt x="272732" y="538656"/>
                  </a:lnTo>
                  <a:lnTo>
                    <a:pt x="282473" y="537165"/>
                  </a:lnTo>
                  <a:lnTo>
                    <a:pt x="292214" y="535539"/>
                  </a:lnTo>
                  <a:lnTo>
                    <a:pt x="301953" y="533775"/>
                  </a:lnTo>
                  <a:lnTo>
                    <a:pt x="311694" y="531874"/>
                  </a:lnTo>
                  <a:lnTo>
                    <a:pt x="321435" y="529833"/>
                  </a:lnTo>
                  <a:lnTo>
                    <a:pt x="331175" y="527650"/>
                  </a:lnTo>
                  <a:lnTo>
                    <a:pt x="340916" y="525323"/>
                  </a:lnTo>
                  <a:lnTo>
                    <a:pt x="350656" y="522853"/>
                  </a:lnTo>
                  <a:lnTo>
                    <a:pt x="360396" y="520235"/>
                  </a:lnTo>
                  <a:lnTo>
                    <a:pt x="370137" y="517471"/>
                  </a:lnTo>
                  <a:lnTo>
                    <a:pt x="379878" y="514559"/>
                  </a:lnTo>
                  <a:lnTo>
                    <a:pt x="389617" y="511498"/>
                  </a:lnTo>
                  <a:lnTo>
                    <a:pt x="399358" y="508289"/>
                  </a:lnTo>
                  <a:lnTo>
                    <a:pt x="409099" y="504930"/>
                  </a:lnTo>
                  <a:lnTo>
                    <a:pt x="418839" y="501421"/>
                  </a:lnTo>
                  <a:lnTo>
                    <a:pt x="428580" y="497763"/>
                  </a:lnTo>
                  <a:lnTo>
                    <a:pt x="438321" y="493955"/>
                  </a:lnTo>
                  <a:lnTo>
                    <a:pt x="448060" y="489999"/>
                  </a:lnTo>
                  <a:lnTo>
                    <a:pt x="457801" y="485895"/>
                  </a:lnTo>
                  <a:lnTo>
                    <a:pt x="467542" y="481642"/>
                  </a:lnTo>
                  <a:lnTo>
                    <a:pt x="477281" y="477244"/>
                  </a:lnTo>
                  <a:lnTo>
                    <a:pt x="487022" y="472703"/>
                  </a:lnTo>
                  <a:lnTo>
                    <a:pt x="496763" y="468017"/>
                  </a:lnTo>
                  <a:lnTo>
                    <a:pt x="506503" y="463191"/>
                  </a:lnTo>
                  <a:lnTo>
                    <a:pt x="516244" y="458227"/>
                  </a:lnTo>
                  <a:lnTo>
                    <a:pt x="525985" y="453127"/>
                  </a:lnTo>
                  <a:lnTo>
                    <a:pt x="535724" y="447892"/>
                  </a:lnTo>
                  <a:lnTo>
                    <a:pt x="545465" y="442527"/>
                  </a:lnTo>
                  <a:lnTo>
                    <a:pt x="555206" y="437035"/>
                  </a:lnTo>
                  <a:lnTo>
                    <a:pt x="564946" y="431418"/>
                  </a:lnTo>
                  <a:lnTo>
                    <a:pt x="574687" y="425682"/>
                  </a:lnTo>
                  <a:lnTo>
                    <a:pt x="584428" y="419829"/>
                  </a:lnTo>
                  <a:lnTo>
                    <a:pt x="594167" y="413865"/>
                  </a:lnTo>
                  <a:lnTo>
                    <a:pt x="603908" y="407794"/>
                  </a:lnTo>
                  <a:lnTo>
                    <a:pt x="613649" y="401620"/>
                  </a:lnTo>
                  <a:lnTo>
                    <a:pt x="623388" y="395347"/>
                  </a:lnTo>
                  <a:lnTo>
                    <a:pt x="633129" y="388983"/>
                  </a:lnTo>
                  <a:lnTo>
                    <a:pt x="642870" y="382533"/>
                  </a:lnTo>
                  <a:lnTo>
                    <a:pt x="652610" y="376000"/>
                  </a:lnTo>
                  <a:lnTo>
                    <a:pt x="662351" y="369392"/>
                  </a:lnTo>
                  <a:lnTo>
                    <a:pt x="672092" y="362716"/>
                  </a:lnTo>
                  <a:lnTo>
                    <a:pt x="681831" y="355975"/>
                  </a:lnTo>
                  <a:lnTo>
                    <a:pt x="691572" y="349179"/>
                  </a:lnTo>
                  <a:lnTo>
                    <a:pt x="701313" y="342331"/>
                  </a:lnTo>
                  <a:lnTo>
                    <a:pt x="711052" y="335442"/>
                  </a:lnTo>
                  <a:lnTo>
                    <a:pt x="720793" y="328514"/>
                  </a:lnTo>
                  <a:lnTo>
                    <a:pt x="730534" y="321557"/>
                  </a:lnTo>
                  <a:lnTo>
                    <a:pt x="740274" y="314579"/>
                  </a:lnTo>
                  <a:lnTo>
                    <a:pt x="750015" y="307584"/>
                  </a:lnTo>
                  <a:lnTo>
                    <a:pt x="759756" y="300580"/>
                  </a:lnTo>
                  <a:lnTo>
                    <a:pt x="769495" y="293576"/>
                  </a:lnTo>
                  <a:lnTo>
                    <a:pt x="779236" y="286576"/>
                  </a:lnTo>
                  <a:lnTo>
                    <a:pt x="788977" y="279591"/>
                  </a:lnTo>
                  <a:lnTo>
                    <a:pt x="798717" y="272626"/>
                  </a:lnTo>
                  <a:lnTo>
                    <a:pt x="808458" y="265688"/>
                  </a:lnTo>
                  <a:lnTo>
                    <a:pt x="818199" y="258785"/>
                  </a:lnTo>
                  <a:lnTo>
                    <a:pt x="827938" y="251924"/>
                  </a:lnTo>
                  <a:lnTo>
                    <a:pt x="837679" y="245111"/>
                  </a:lnTo>
                  <a:lnTo>
                    <a:pt x="847420" y="238352"/>
                  </a:lnTo>
                  <a:lnTo>
                    <a:pt x="857159" y="231657"/>
                  </a:lnTo>
                  <a:lnTo>
                    <a:pt x="866900" y="225030"/>
                  </a:lnTo>
                  <a:lnTo>
                    <a:pt x="876641" y="218477"/>
                  </a:lnTo>
                  <a:lnTo>
                    <a:pt x="886381" y="212007"/>
                  </a:lnTo>
                  <a:lnTo>
                    <a:pt x="896122" y="205622"/>
                  </a:lnTo>
                  <a:lnTo>
                    <a:pt x="905863" y="199331"/>
                  </a:lnTo>
                  <a:lnTo>
                    <a:pt x="915602" y="193137"/>
                  </a:lnTo>
                  <a:lnTo>
                    <a:pt x="925343" y="187046"/>
                  </a:lnTo>
                  <a:lnTo>
                    <a:pt x="935084" y="181066"/>
                  </a:lnTo>
                  <a:lnTo>
                    <a:pt x="944824" y="175197"/>
                  </a:lnTo>
                  <a:lnTo>
                    <a:pt x="954564" y="169448"/>
                  </a:lnTo>
                  <a:lnTo>
                    <a:pt x="964305" y="163819"/>
                  </a:lnTo>
                  <a:lnTo>
                    <a:pt x="974045" y="158317"/>
                  </a:lnTo>
                  <a:lnTo>
                    <a:pt x="983786" y="152943"/>
                  </a:lnTo>
                  <a:lnTo>
                    <a:pt x="993522" y="147701"/>
                  </a:lnTo>
                  <a:lnTo>
                    <a:pt x="1003266" y="142595"/>
                  </a:lnTo>
                  <a:lnTo>
                    <a:pt x="1013010" y="137628"/>
                  </a:lnTo>
                  <a:lnTo>
                    <a:pt x="1022754" y="132801"/>
                  </a:lnTo>
                  <a:lnTo>
                    <a:pt x="1032483" y="128115"/>
                  </a:lnTo>
                  <a:lnTo>
                    <a:pt x="1042227" y="123572"/>
                  </a:lnTo>
                  <a:lnTo>
                    <a:pt x="1051971" y="119174"/>
                  </a:lnTo>
                  <a:lnTo>
                    <a:pt x="1061715" y="114923"/>
                  </a:lnTo>
                  <a:lnTo>
                    <a:pt x="1071444" y="110817"/>
                  </a:lnTo>
                  <a:lnTo>
                    <a:pt x="1081188" y="106858"/>
                  </a:lnTo>
                  <a:lnTo>
                    <a:pt x="1090932" y="103046"/>
                  </a:lnTo>
                  <a:lnTo>
                    <a:pt x="1100676" y="99379"/>
                  </a:lnTo>
                  <a:lnTo>
                    <a:pt x="1110405" y="95857"/>
                  </a:lnTo>
                  <a:lnTo>
                    <a:pt x="1120149" y="92480"/>
                  </a:lnTo>
                  <a:lnTo>
                    <a:pt x="1129893" y="89246"/>
                  </a:lnTo>
                  <a:lnTo>
                    <a:pt x="1139637" y="86153"/>
                  </a:lnTo>
                  <a:lnTo>
                    <a:pt x="1149381" y="83202"/>
                  </a:lnTo>
                  <a:lnTo>
                    <a:pt x="1159110" y="80386"/>
                  </a:lnTo>
                  <a:lnTo>
                    <a:pt x="1168854" y="77707"/>
                  </a:lnTo>
                  <a:lnTo>
                    <a:pt x="1178598" y="75161"/>
                  </a:lnTo>
                  <a:lnTo>
                    <a:pt x="1188341" y="72744"/>
                  </a:lnTo>
                  <a:lnTo>
                    <a:pt x="1198070" y="70456"/>
                  </a:lnTo>
                  <a:lnTo>
                    <a:pt x="1207814" y="68291"/>
                  </a:lnTo>
                  <a:lnTo>
                    <a:pt x="1217558" y="66247"/>
                  </a:lnTo>
                  <a:lnTo>
                    <a:pt x="1227302" y="64320"/>
                  </a:lnTo>
                  <a:lnTo>
                    <a:pt x="1237031" y="62509"/>
                  </a:lnTo>
                  <a:lnTo>
                    <a:pt x="1246775" y="60807"/>
                  </a:lnTo>
                  <a:lnTo>
                    <a:pt x="1256519" y="59213"/>
                  </a:lnTo>
                  <a:lnTo>
                    <a:pt x="1266263" y="57722"/>
                  </a:lnTo>
                  <a:lnTo>
                    <a:pt x="1276007" y="56329"/>
                  </a:lnTo>
                  <a:lnTo>
                    <a:pt x="1285736" y="55032"/>
                  </a:lnTo>
                  <a:lnTo>
                    <a:pt x="1295480" y="53826"/>
                  </a:lnTo>
                  <a:lnTo>
                    <a:pt x="1305224" y="52707"/>
                  </a:lnTo>
                  <a:lnTo>
                    <a:pt x="1314968" y="51671"/>
                  </a:lnTo>
                  <a:lnTo>
                    <a:pt x="1324697" y="50715"/>
                  </a:lnTo>
                  <a:lnTo>
                    <a:pt x="1334441" y="49834"/>
                  </a:lnTo>
                  <a:lnTo>
                    <a:pt x="1344185" y="49024"/>
                  </a:lnTo>
                  <a:lnTo>
                    <a:pt x="1353929" y="48280"/>
                  </a:lnTo>
                  <a:lnTo>
                    <a:pt x="1363658" y="47601"/>
                  </a:lnTo>
                  <a:lnTo>
                    <a:pt x="1373402" y="46979"/>
                  </a:lnTo>
                  <a:lnTo>
                    <a:pt x="1383146" y="46415"/>
                  </a:lnTo>
                  <a:lnTo>
                    <a:pt x="1392890" y="45902"/>
                  </a:lnTo>
                  <a:lnTo>
                    <a:pt x="1402619" y="45436"/>
                  </a:lnTo>
                  <a:lnTo>
                    <a:pt x="1412363" y="45016"/>
                  </a:lnTo>
                  <a:lnTo>
                    <a:pt x="1422106" y="44636"/>
                  </a:lnTo>
                  <a:lnTo>
                    <a:pt x="1431850" y="44293"/>
                  </a:lnTo>
                  <a:lnTo>
                    <a:pt x="1441594" y="43985"/>
                  </a:lnTo>
                  <a:lnTo>
                    <a:pt x="1451323" y="43708"/>
                  </a:lnTo>
                  <a:lnTo>
                    <a:pt x="1461067" y="43457"/>
                  </a:lnTo>
                  <a:lnTo>
                    <a:pt x="1470811" y="43232"/>
                  </a:lnTo>
                  <a:lnTo>
                    <a:pt x="1480555" y="43028"/>
                  </a:lnTo>
                  <a:lnTo>
                    <a:pt x="1490284" y="42842"/>
                  </a:lnTo>
                  <a:lnTo>
                    <a:pt x="1500028" y="42671"/>
                  </a:lnTo>
                  <a:lnTo>
                    <a:pt x="1509772" y="42513"/>
                  </a:lnTo>
                  <a:lnTo>
                    <a:pt x="1519516" y="42365"/>
                  </a:lnTo>
                  <a:lnTo>
                    <a:pt x="1529245" y="42225"/>
                  </a:lnTo>
                  <a:lnTo>
                    <a:pt x="1538989" y="42090"/>
                  </a:lnTo>
                  <a:lnTo>
                    <a:pt x="1548733" y="41957"/>
                  </a:lnTo>
                  <a:lnTo>
                    <a:pt x="1558477" y="41823"/>
                  </a:lnTo>
                  <a:lnTo>
                    <a:pt x="1568221" y="41687"/>
                  </a:lnTo>
                  <a:lnTo>
                    <a:pt x="1577950" y="41547"/>
                  </a:lnTo>
                  <a:lnTo>
                    <a:pt x="1587694" y="41401"/>
                  </a:lnTo>
                  <a:lnTo>
                    <a:pt x="1597438" y="41245"/>
                  </a:lnTo>
                  <a:lnTo>
                    <a:pt x="1607182" y="41078"/>
                  </a:lnTo>
                  <a:lnTo>
                    <a:pt x="1616911" y="40898"/>
                  </a:lnTo>
                  <a:lnTo>
                    <a:pt x="1626655" y="40704"/>
                  </a:lnTo>
                  <a:lnTo>
                    <a:pt x="1636399" y="40492"/>
                  </a:lnTo>
                  <a:lnTo>
                    <a:pt x="1646142" y="40262"/>
                  </a:lnTo>
                  <a:lnTo>
                    <a:pt x="1655872" y="40011"/>
                  </a:lnTo>
                  <a:lnTo>
                    <a:pt x="1665616" y="39739"/>
                  </a:lnTo>
                  <a:lnTo>
                    <a:pt x="1675359" y="39442"/>
                  </a:lnTo>
                  <a:lnTo>
                    <a:pt x="1685103" y="39120"/>
                  </a:lnTo>
                  <a:lnTo>
                    <a:pt x="1694832" y="38773"/>
                  </a:lnTo>
                  <a:lnTo>
                    <a:pt x="1704576" y="38396"/>
                  </a:lnTo>
                  <a:lnTo>
                    <a:pt x="1714320" y="37991"/>
                  </a:lnTo>
                  <a:lnTo>
                    <a:pt x="1724064" y="37556"/>
                  </a:lnTo>
                  <a:lnTo>
                    <a:pt x="1733808" y="37088"/>
                  </a:lnTo>
                  <a:lnTo>
                    <a:pt x="1743537" y="36587"/>
                  </a:lnTo>
                  <a:lnTo>
                    <a:pt x="1753281" y="36054"/>
                  </a:lnTo>
                  <a:lnTo>
                    <a:pt x="1763025" y="35485"/>
                  </a:lnTo>
                  <a:lnTo>
                    <a:pt x="1772769" y="34882"/>
                  </a:lnTo>
                  <a:lnTo>
                    <a:pt x="1782498" y="34244"/>
                  </a:lnTo>
                  <a:lnTo>
                    <a:pt x="1792242" y="33569"/>
                  </a:lnTo>
                  <a:lnTo>
                    <a:pt x="1801986" y="32858"/>
                  </a:lnTo>
                  <a:lnTo>
                    <a:pt x="1811730" y="32112"/>
                  </a:lnTo>
                  <a:lnTo>
                    <a:pt x="1821459" y="31328"/>
                  </a:lnTo>
                  <a:lnTo>
                    <a:pt x="1831203" y="30510"/>
                  </a:lnTo>
                  <a:lnTo>
                    <a:pt x="1840947" y="29656"/>
                  </a:lnTo>
                  <a:lnTo>
                    <a:pt x="1850691" y="28770"/>
                  </a:lnTo>
                  <a:lnTo>
                    <a:pt x="1860435" y="27848"/>
                  </a:lnTo>
                  <a:lnTo>
                    <a:pt x="1870164" y="26896"/>
                  </a:lnTo>
                  <a:lnTo>
                    <a:pt x="1879908" y="25911"/>
                  </a:lnTo>
                  <a:lnTo>
                    <a:pt x="1889652" y="24898"/>
                  </a:lnTo>
                  <a:lnTo>
                    <a:pt x="1899395" y="23858"/>
                  </a:lnTo>
                  <a:lnTo>
                    <a:pt x="1909124" y="22792"/>
                  </a:lnTo>
                  <a:lnTo>
                    <a:pt x="1918868" y="21705"/>
                  </a:lnTo>
                  <a:lnTo>
                    <a:pt x="1928612" y="20598"/>
                  </a:lnTo>
                  <a:lnTo>
                    <a:pt x="1938356" y="19473"/>
                  </a:lnTo>
                  <a:lnTo>
                    <a:pt x="1948085" y="18336"/>
                  </a:lnTo>
                  <a:lnTo>
                    <a:pt x="1957829" y="17189"/>
                  </a:lnTo>
                  <a:lnTo>
                    <a:pt x="1967573" y="16036"/>
                  </a:lnTo>
                  <a:lnTo>
                    <a:pt x="1977317" y="14881"/>
                  </a:lnTo>
                  <a:lnTo>
                    <a:pt x="1987046" y="13728"/>
                  </a:lnTo>
                  <a:lnTo>
                    <a:pt x="1996790" y="12582"/>
                  </a:lnTo>
                  <a:lnTo>
                    <a:pt x="2006534" y="11450"/>
                  </a:lnTo>
                  <a:lnTo>
                    <a:pt x="2016278" y="10335"/>
                  </a:lnTo>
                  <a:lnTo>
                    <a:pt x="2026022" y="9243"/>
                  </a:lnTo>
                  <a:lnTo>
                    <a:pt x="2035751" y="8180"/>
                  </a:lnTo>
                  <a:lnTo>
                    <a:pt x="2045495" y="7152"/>
                  </a:lnTo>
                  <a:lnTo>
                    <a:pt x="2055239" y="6165"/>
                  </a:lnTo>
                  <a:lnTo>
                    <a:pt x="2064983" y="5227"/>
                  </a:lnTo>
                  <a:lnTo>
                    <a:pt x="2074712" y="4342"/>
                  </a:lnTo>
                  <a:lnTo>
                    <a:pt x="2084456" y="3518"/>
                  </a:lnTo>
                  <a:lnTo>
                    <a:pt x="2094200" y="2762"/>
                  </a:lnTo>
                  <a:lnTo>
                    <a:pt x="2103944" y="2083"/>
                  </a:lnTo>
                  <a:lnTo>
                    <a:pt x="2113673" y="1485"/>
                  </a:lnTo>
                  <a:lnTo>
                    <a:pt x="2123417" y="979"/>
                  </a:lnTo>
                  <a:lnTo>
                    <a:pt x="2133161" y="569"/>
                  </a:lnTo>
                  <a:lnTo>
                    <a:pt x="2142905" y="264"/>
                  </a:lnTo>
                  <a:lnTo>
                    <a:pt x="2152649" y="72"/>
                  </a:lnTo>
                  <a:lnTo>
                    <a:pt x="2162377" y="0"/>
                  </a:lnTo>
                  <a:lnTo>
                    <a:pt x="2172121" y="57"/>
                  </a:lnTo>
                  <a:lnTo>
                    <a:pt x="2181865" y="247"/>
                  </a:lnTo>
                  <a:lnTo>
                    <a:pt x="2191609" y="581"/>
                  </a:lnTo>
                  <a:lnTo>
                    <a:pt x="2201338" y="1064"/>
                  </a:lnTo>
                  <a:lnTo>
                    <a:pt x="2211082" y="1703"/>
                  </a:lnTo>
                  <a:lnTo>
                    <a:pt x="2220826" y="2506"/>
                  </a:lnTo>
                  <a:lnTo>
                    <a:pt x="2230570" y="3479"/>
                  </a:lnTo>
                  <a:lnTo>
                    <a:pt x="2240299" y="4629"/>
                  </a:lnTo>
                  <a:lnTo>
                    <a:pt x="2250043" y="5963"/>
                  </a:lnTo>
                  <a:lnTo>
                    <a:pt x="2259787" y="7485"/>
                  </a:lnTo>
                  <a:lnTo>
                    <a:pt x="2269531" y="9202"/>
                  </a:lnTo>
                  <a:lnTo>
                    <a:pt x="2279260" y="11118"/>
                  </a:lnTo>
                  <a:lnTo>
                    <a:pt x="2289004" y="13238"/>
                  </a:lnTo>
                  <a:lnTo>
                    <a:pt x="2298748" y="15568"/>
                  </a:lnTo>
                  <a:lnTo>
                    <a:pt x="2308492" y="18110"/>
                  </a:lnTo>
                  <a:lnTo>
                    <a:pt x="2318236" y="20869"/>
                  </a:lnTo>
                  <a:lnTo>
                    <a:pt x="2327965" y="23847"/>
                  </a:lnTo>
                  <a:lnTo>
                    <a:pt x="2337709" y="27046"/>
                  </a:lnTo>
                  <a:lnTo>
                    <a:pt x="2347453" y="30470"/>
                  </a:lnTo>
                  <a:lnTo>
                    <a:pt x="2357197" y="34120"/>
                  </a:lnTo>
                  <a:lnTo>
                    <a:pt x="2366926" y="37995"/>
                  </a:lnTo>
                  <a:lnTo>
                    <a:pt x="2376670" y="42099"/>
                  </a:lnTo>
                  <a:lnTo>
                    <a:pt x="2386413" y="46428"/>
                  </a:lnTo>
                  <a:lnTo>
                    <a:pt x="2396157" y="50983"/>
                  </a:lnTo>
                  <a:lnTo>
                    <a:pt x="2405886" y="55762"/>
                  </a:lnTo>
                  <a:lnTo>
                    <a:pt x="2415630" y="60764"/>
                  </a:lnTo>
                  <a:lnTo>
                    <a:pt x="2425374" y="65986"/>
                  </a:lnTo>
                  <a:lnTo>
                    <a:pt x="2435118" y="71424"/>
                  </a:lnTo>
                  <a:lnTo>
                    <a:pt x="2444862" y="77075"/>
                  </a:lnTo>
                  <a:lnTo>
                    <a:pt x="2454591" y="82934"/>
                  </a:lnTo>
                  <a:lnTo>
                    <a:pt x="2464335" y="88998"/>
                  </a:lnTo>
                  <a:lnTo>
                    <a:pt x="2474079" y="95258"/>
                  </a:lnTo>
                  <a:lnTo>
                    <a:pt x="2483823" y="101711"/>
                  </a:lnTo>
                  <a:lnTo>
                    <a:pt x="2493552" y="108348"/>
                  </a:lnTo>
                  <a:lnTo>
                    <a:pt x="2503296" y="115165"/>
                  </a:lnTo>
                  <a:lnTo>
                    <a:pt x="2513040" y="122149"/>
                  </a:lnTo>
                  <a:lnTo>
                    <a:pt x="2522784" y="129298"/>
                  </a:lnTo>
                  <a:lnTo>
                    <a:pt x="2532513" y="136598"/>
                  </a:lnTo>
                  <a:lnTo>
                    <a:pt x="2542257" y="144042"/>
                  </a:lnTo>
                  <a:lnTo>
                    <a:pt x="2552001" y="151621"/>
                  </a:lnTo>
                  <a:lnTo>
                    <a:pt x="2561745" y="159322"/>
                  </a:lnTo>
                  <a:lnTo>
                    <a:pt x="2571474" y="167138"/>
                  </a:lnTo>
                  <a:lnTo>
                    <a:pt x="2581218" y="175057"/>
                  </a:lnTo>
                  <a:lnTo>
                    <a:pt x="2590962" y="183068"/>
                  </a:lnTo>
                  <a:lnTo>
                    <a:pt x="2600705" y="191160"/>
                  </a:lnTo>
                  <a:lnTo>
                    <a:pt x="2610449" y="199320"/>
                  </a:lnTo>
                  <a:lnTo>
                    <a:pt x="2620178" y="207537"/>
                  </a:lnTo>
                  <a:lnTo>
                    <a:pt x="2629922" y="215798"/>
                  </a:lnTo>
                  <a:lnTo>
                    <a:pt x="2639666" y="224093"/>
                  </a:lnTo>
                  <a:lnTo>
                    <a:pt x="2649410" y="232408"/>
                  </a:lnTo>
                  <a:lnTo>
                    <a:pt x="2659139" y="240730"/>
                  </a:lnTo>
                  <a:lnTo>
                    <a:pt x="2668883" y="249050"/>
                  </a:lnTo>
                  <a:lnTo>
                    <a:pt x="2678627" y="257352"/>
                  </a:lnTo>
                  <a:lnTo>
                    <a:pt x="2688371" y="265627"/>
                  </a:lnTo>
                  <a:lnTo>
                    <a:pt x="2698100" y="273858"/>
                  </a:lnTo>
                  <a:lnTo>
                    <a:pt x="2707844" y="282039"/>
                  </a:lnTo>
                  <a:lnTo>
                    <a:pt x="2717588" y="290153"/>
                  </a:lnTo>
                  <a:lnTo>
                    <a:pt x="2727332" y="298193"/>
                  </a:lnTo>
                  <a:lnTo>
                    <a:pt x="2737076" y="306143"/>
                  </a:lnTo>
                  <a:lnTo>
                    <a:pt x="2746805" y="313995"/>
                  </a:lnTo>
                  <a:lnTo>
                    <a:pt x="2756549" y="321738"/>
                  </a:lnTo>
                  <a:lnTo>
                    <a:pt x="2766293" y="329360"/>
                  </a:lnTo>
                  <a:lnTo>
                    <a:pt x="2776037" y="336851"/>
                  </a:lnTo>
                  <a:lnTo>
                    <a:pt x="2785766" y="344204"/>
                  </a:lnTo>
                  <a:lnTo>
                    <a:pt x="2795510" y="351407"/>
                  </a:lnTo>
                  <a:lnTo>
                    <a:pt x="2805254" y="358453"/>
                  </a:lnTo>
                  <a:lnTo>
                    <a:pt x="2814998" y="365334"/>
                  </a:lnTo>
                  <a:lnTo>
                    <a:pt x="2824727" y="372041"/>
                  </a:lnTo>
                  <a:lnTo>
                    <a:pt x="2834471" y="378567"/>
                  </a:lnTo>
                  <a:lnTo>
                    <a:pt x="2844215" y="384908"/>
                  </a:lnTo>
                  <a:lnTo>
                    <a:pt x="2853958" y="391055"/>
                  </a:lnTo>
                  <a:lnTo>
                    <a:pt x="2863687" y="397004"/>
                  </a:lnTo>
                  <a:lnTo>
                    <a:pt x="2873431" y="402751"/>
                  </a:lnTo>
                  <a:lnTo>
                    <a:pt x="2883175" y="408292"/>
                  </a:lnTo>
                  <a:lnTo>
                    <a:pt x="2892919" y="413623"/>
                  </a:lnTo>
                  <a:lnTo>
                    <a:pt x="2902663" y="418742"/>
                  </a:lnTo>
                  <a:lnTo>
                    <a:pt x="2912392" y="42364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7" name="Freeform 746">
              <a:extLst>
                <a:ext uri="{FF2B5EF4-FFF2-40B4-BE49-F238E27FC236}">
                  <a16:creationId xmlns:a16="http://schemas.microsoft.com/office/drawing/2014/main" id="{E4BB8027-A720-BF5F-5ADF-7156256E7C5E}"/>
                </a:ext>
              </a:extLst>
            </p:cNvPr>
            <p:cNvSpPr/>
            <p:nvPr/>
          </p:nvSpPr>
          <p:spPr>
            <a:xfrm>
              <a:off x="576446" y="3413959"/>
              <a:ext cx="2912392" cy="319176"/>
            </a:xfrm>
            <a:custGeom>
              <a:avLst/>
              <a:gdLst>
                <a:gd name="connsiteX0" fmla="*/ 0 w 2912392"/>
                <a:gd name="connsiteY0" fmla="*/ 218879 h 319176"/>
                <a:gd name="connsiteX1" fmla="*/ 9739 w 2912392"/>
                <a:gd name="connsiteY1" fmla="*/ 220874 h 319176"/>
                <a:gd name="connsiteX2" fmla="*/ 19480 w 2912392"/>
                <a:gd name="connsiteY2" fmla="*/ 222776 h 319176"/>
                <a:gd name="connsiteX3" fmla="*/ 29221 w 2912392"/>
                <a:gd name="connsiteY3" fmla="*/ 224583 h 319176"/>
                <a:gd name="connsiteX4" fmla="*/ 38961 w 2912392"/>
                <a:gd name="connsiteY4" fmla="*/ 226295 h 319176"/>
                <a:gd name="connsiteX5" fmla="*/ 48702 w 2912392"/>
                <a:gd name="connsiteY5" fmla="*/ 227913 h 319176"/>
                <a:gd name="connsiteX6" fmla="*/ 58443 w 2912392"/>
                <a:gd name="connsiteY6" fmla="*/ 229437 h 319176"/>
                <a:gd name="connsiteX7" fmla="*/ 68182 w 2912392"/>
                <a:gd name="connsiteY7" fmla="*/ 230864 h 319176"/>
                <a:gd name="connsiteX8" fmla="*/ 77923 w 2912392"/>
                <a:gd name="connsiteY8" fmla="*/ 232198 h 319176"/>
                <a:gd name="connsiteX9" fmla="*/ 87664 w 2912392"/>
                <a:gd name="connsiteY9" fmla="*/ 233437 h 319176"/>
                <a:gd name="connsiteX10" fmla="*/ 97404 w 2912392"/>
                <a:gd name="connsiteY10" fmla="*/ 234584 h 319176"/>
                <a:gd name="connsiteX11" fmla="*/ 107145 w 2912392"/>
                <a:gd name="connsiteY11" fmla="*/ 235638 h 319176"/>
                <a:gd name="connsiteX12" fmla="*/ 116886 w 2912392"/>
                <a:gd name="connsiteY12" fmla="*/ 236600 h 319176"/>
                <a:gd name="connsiteX13" fmla="*/ 126625 w 2912392"/>
                <a:gd name="connsiteY13" fmla="*/ 237473 h 319176"/>
                <a:gd name="connsiteX14" fmla="*/ 136366 w 2912392"/>
                <a:gd name="connsiteY14" fmla="*/ 238258 h 319176"/>
                <a:gd name="connsiteX15" fmla="*/ 146107 w 2912392"/>
                <a:gd name="connsiteY15" fmla="*/ 238957 h 319176"/>
                <a:gd name="connsiteX16" fmla="*/ 155846 w 2912392"/>
                <a:gd name="connsiteY16" fmla="*/ 239574 h 319176"/>
                <a:gd name="connsiteX17" fmla="*/ 165587 w 2912392"/>
                <a:gd name="connsiteY17" fmla="*/ 240107 h 319176"/>
                <a:gd name="connsiteX18" fmla="*/ 175328 w 2912392"/>
                <a:gd name="connsiteY18" fmla="*/ 240563 h 319176"/>
                <a:gd name="connsiteX19" fmla="*/ 185068 w 2912392"/>
                <a:gd name="connsiteY19" fmla="*/ 240942 h 319176"/>
                <a:gd name="connsiteX20" fmla="*/ 194809 w 2912392"/>
                <a:gd name="connsiteY20" fmla="*/ 241249 h 319176"/>
                <a:gd name="connsiteX21" fmla="*/ 204550 w 2912392"/>
                <a:gd name="connsiteY21" fmla="*/ 241486 h 319176"/>
                <a:gd name="connsiteX22" fmla="*/ 214289 w 2912392"/>
                <a:gd name="connsiteY22" fmla="*/ 241657 h 319176"/>
                <a:gd name="connsiteX23" fmla="*/ 224030 w 2912392"/>
                <a:gd name="connsiteY23" fmla="*/ 241766 h 319176"/>
                <a:gd name="connsiteX24" fmla="*/ 233771 w 2912392"/>
                <a:gd name="connsiteY24" fmla="*/ 241815 h 319176"/>
                <a:gd name="connsiteX25" fmla="*/ 243510 w 2912392"/>
                <a:gd name="connsiteY25" fmla="*/ 241809 h 319176"/>
                <a:gd name="connsiteX26" fmla="*/ 253251 w 2912392"/>
                <a:gd name="connsiteY26" fmla="*/ 241754 h 319176"/>
                <a:gd name="connsiteX27" fmla="*/ 262992 w 2912392"/>
                <a:gd name="connsiteY27" fmla="*/ 241651 h 319176"/>
                <a:gd name="connsiteX28" fmla="*/ 272732 w 2912392"/>
                <a:gd name="connsiteY28" fmla="*/ 241506 h 319176"/>
                <a:gd name="connsiteX29" fmla="*/ 282473 w 2912392"/>
                <a:gd name="connsiteY29" fmla="*/ 241325 h 319176"/>
                <a:gd name="connsiteX30" fmla="*/ 292214 w 2912392"/>
                <a:gd name="connsiteY30" fmla="*/ 241110 h 319176"/>
                <a:gd name="connsiteX31" fmla="*/ 301953 w 2912392"/>
                <a:gd name="connsiteY31" fmla="*/ 240867 h 319176"/>
                <a:gd name="connsiteX32" fmla="*/ 311694 w 2912392"/>
                <a:gd name="connsiteY32" fmla="*/ 240601 h 319176"/>
                <a:gd name="connsiteX33" fmla="*/ 321435 w 2912392"/>
                <a:gd name="connsiteY33" fmla="*/ 240316 h 319176"/>
                <a:gd name="connsiteX34" fmla="*/ 331175 w 2912392"/>
                <a:gd name="connsiteY34" fmla="*/ 240018 h 319176"/>
                <a:gd name="connsiteX35" fmla="*/ 340916 w 2912392"/>
                <a:gd name="connsiteY35" fmla="*/ 239711 h 319176"/>
                <a:gd name="connsiteX36" fmla="*/ 350656 w 2912392"/>
                <a:gd name="connsiteY36" fmla="*/ 239401 h 319176"/>
                <a:gd name="connsiteX37" fmla="*/ 360396 w 2912392"/>
                <a:gd name="connsiteY37" fmla="*/ 239091 h 319176"/>
                <a:gd name="connsiteX38" fmla="*/ 370137 w 2912392"/>
                <a:gd name="connsiteY38" fmla="*/ 238787 h 319176"/>
                <a:gd name="connsiteX39" fmla="*/ 379878 w 2912392"/>
                <a:gd name="connsiteY39" fmla="*/ 238495 h 319176"/>
                <a:gd name="connsiteX40" fmla="*/ 389617 w 2912392"/>
                <a:gd name="connsiteY40" fmla="*/ 238218 h 319176"/>
                <a:gd name="connsiteX41" fmla="*/ 399358 w 2912392"/>
                <a:gd name="connsiteY41" fmla="*/ 237963 h 319176"/>
                <a:gd name="connsiteX42" fmla="*/ 409099 w 2912392"/>
                <a:gd name="connsiteY42" fmla="*/ 237733 h 319176"/>
                <a:gd name="connsiteX43" fmla="*/ 418839 w 2912392"/>
                <a:gd name="connsiteY43" fmla="*/ 237531 h 319176"/>
                <a:gd name="connsiteX44" fmla="*/ 428580 w 2912392"/>
                <a:gd name="connsiteY44" fmla="*/ 237365 h 319176"/>
                <a:gd name="connsiteX45" fmla="*/ 438321 w 2912392"/>
                <a:gd name="connsiteY45" fmla="*/ 237236 h 319176"/>
                <a:gd name="connsiteX46" fmla="*/ 448060 w 2912392"/>
                <a:gd name="connsiteY46" fmla="*/ 237150 h 319176"/>
                <a:gd name="connsiteX47" fmla="*/ 457801 w 2912392"/>
                <a:gd name="connsiteY47" fmla="*/ 237111 h 319176"/>
                <a:gd name="connsiteX48" fmla="*/ 467542 w 2912392"/>
                <a:gd name="connsiteY48" fmla="*/ 237123 h 319176"/>
                <a:gd name="connsiteX49" fmla="*/ 477281 w 2912392"/>
                <a:gd name="connsiteY49" fmla="*/ 237187 h 319176"/>
                <a:gd name="connsiteX50" fmla="*/ 487022 w 2912392"/>
                <a:gd name="connsiteY50" fmla="*/ 237311 h 319176"/>
                <a:gd name="connsiteX51" fmla="*/ 496763 w 2912392"/>
                <a:gd name="connsiteY51" fmla="*/ 237493 h 319176"/>
                <a:gd name="connsiteX52" fmla="*/ 506503 w 2912392"/>
                <a:gd name="connsiteY52" fmla="*/ 237740 h 319176"/>
                <a:gd name="connsiteX53" fmla="*/ 516244 w 2912392"/>
                <a:gd name="connsiteY53" fmla="*/ 238051 h 319176"/>
                <a:gd name="connsiteX54" fmla="*/ 525985 w 2912392"/>
                <a:gd name="connsiteY54" fmla="*/ 238433 h 319176"/>
                <a:gd name="connsiteX55" fmla="*/ 535724 w 2912392"/>
                <a:gd name="connsiteY55" fmla="*/ 238884 h 319176"/>
                <a:gd name="connsiteX56" fmla="*/ 545465 w 2912392"/>
                <a:gd name="connsiteY56" fmla="*/ 239409 h 319176"/>
                <a:gd name="connsiteX57" fmla="*/ 555206 w 2912392"/>
                <a:gd name="connsiteY57" fmla="*/ 240006 h 319176"/>
                <a:gd name="connsiteX58" fmla="*/ 564946 w 2912392"/>
                <a:gd name="connsiteY58" fmla="*/ 240678 h 319176"/>
                <a:gd name="connsiteX59" fmla="*/ 574687 w 2912392"/>
                <a:gd name="connsiteY59" fmla="*/ 241428 h 319176"/>
                <a:gd name="connsiteX60" fmla="*/ 584428 w 2912392"/>
                <a:gd name="connsiteY60" fmla="*/ 242253 h 319176"/>
                <a:gd name="connsiteX61" fmla="*/ 594167 w 2912392"/>
                <a:gd name="connsiteY61" fmla="*/ 243156 h 319176"/>
                <a:gd name="connsiteX62" fmla="*/ 603908 w 2912392"/>
                <a:gd name="connsiteY62" fmla="*/ 244136 h 319176"/>
                <a:gd name="connsiteX63" fmla="*/ 613649 w 2912392"/>
                <a:gd name="connsiteY63" fmla="*/ 245194 h 319176"/>
                <a:gd name="connsiteX64" fmla="*/ 623388 w 2912392"/>
                <a:gd name="connsiteY64" fmla="*/ 246328 h 319176"/>
                <a:gd name="connsiteX65" fmla="*/ 633129 w 2912392"/>
                <a:gd name="connsiteY65" fmla="*/ 247536 h 319176"/>
                <a:gd name="connsiteX66" fmla="*/ 642870 w 2912392"/>
                <a:gd name="connsiteY66" fmla="*/ 248819 h 319176"/>
                <a:gd name="connsiteX67" fmla="*/ 652610 w 2912392"/>
                <a:gd name="connsiteY67" fmla="*/ 250175 h 319176"/>
                <a:gd name="connsiteX68" fmla="*/ 662351 w 2912392"/>
                <a:gd name="connsiteY68" fmla="*/ 251602 h 319176"/>
                <a:gd name="connsiteX69" fmla="*/ 672092 w 2912392"/>
                <a:gd name="connsiteY69" fmla="*/ 253098 h 319176"/>
                <a:gd name="connsiteX70" fmla="*/ 681831 w 2912392"/>
                <a:gd name="connsiteY70" fmla="*/ 254659 h 319176"/>
                <a:gd name="connsiteX71" fmla="*/ 691572 w 2912392"/>
                <a:gd name="connsiteY71" fmla="*/ 256285 h 319176"/>
                <a:gd name="connsiteX72" fmla="*/ 701313 w 2912392"/>
                <a:gd name="connsiteY72" fmla="*/ 257970 h 319176"/>
                <a:gd name="connsiteX73" fmla="*/ 711052 w 2912392"/>
                <a:gd name="connsiteY73" fmla="*/ 259713 h 319176"/>
                <a:gd name="connsiteX74" fmla="*/ 720793 w 2912392"/>
                <a:gd name="connsiteY74" fmla="*/ 261510 h 319176"/>
                <a:gd name="connsiteX75" fmla="*/ 730534 w 2912392"/>
                <a:gd name="connsiteY75" fmla="*/ 263356 h 319176"/>
                <a:gd name="connsiteX76" fmla="*/ 740274 w 2912392"/>
                <a:gd name="connsiteY76" fmla="*/ 265248 h 319176"/>
                <a:gd name="connsiteX77" fmla="*/ 750015 w 2912392"/>
                <a:gd name="connsiteY77" fmla="*/ 267182 h 319176"/>
                <a:gd name="connsiteX78" fmla="*/ 759756 w 2912392"/>
                <a:gd name="connsiteY78" fmla="*/ 269153 h 319176"/>
                <a:gd name="connsiteX79" fmla="*/ 769495 w 2912392"/>
                <a:gd name="connsiteY79" fmla="*/ 271155 h 319176"/>
                <a:gd name="connsiteX80" fmla="*/ 779236 w 2912392"/>
                <a:gd name="connsiteY80" fmla="*/ 273186 h 319176"/>
                <a:gd name="connsiteX81" fmla="*/ 788977 w 2912392"/>
                <a:gd name="connsiteY81" fmla="*/ 275239 h 319176"/>
                <a:gd name="connsiteX82" fmla="*/ 798717 w 2912392"/>
                <a:gd name="connsiteY82" fmla="*/ 277309 h 319176"/>
                <a:gd name="connsiteX83" fmla="*/ 808458 w 2912392"/>
                <a:gd name="connsiteY83" fmla="*/ 279390 h 319176"/>
                <a:gd name="connsiteX84" fmla="*/ 818199 w 2912392"/>
                <a:gd name="connsiteY84" fmla="*/ 281477 h 319176"/>
                <a:gd name="connsiteX85" fmla="*/ 827938 w 2912392"/>
                <a:gd name="connsiteY85" fmla="*/ 283565 h 319176"/>
                <a:gd name="connsiteX86" fmla="*/ 837679 w 2912392"/>
                <a:gd name="connsiteY86" fmla="*/ 285648 h 319176"/>
                <a:gd name="connsiteX87" fmla="*/ 847420 w 2912392"/>
                <a:gd name="connsiteY87" fmla="*/ 287719 h 319176"/>
                <a:gd name="connsiteX88" fmla="*/ 857159 w 2912392"/>
                <a:gd name="connsiteY88" fmla="*/ 289773 h 319176"/>
                <a:gd name="connsiteX89" fmla="*/ 866900 w 2912392"/>
                <a:gd name="connsiteY89" fmla="*/ 291804 h 319176"/>
                <a:gd name="connsiteX90" fmla="*/ 876641 w 2912392"/>
                <a:gd name="connsiteY90" fmla="*/ 293806 h 319176"/>
                <a:gd name="connsiteX91" fmla="*/ 886381 w 2912392"/>
                <a:gd name="connsiteY91" fmla="*/ 295773 h 319176"/>
                <a:gd name="connsiteX92" fmla="*/ 896122 w 2912392"/>
                <a:gd name="connsiteY92" fmla="*/ 297698 h 319176"/>
                <a:gd name="connsiteX93" fmla="*/ 905863 w 2912392"/>
                <a:gd name="connsiteY93" fmla="*/ 299578 h 319176"/>
                <a:gd name="connsiteX94" fmla="*/ 915602 w 2912392"/>
                <a:gd name="connsiteY94" fmla="*/ 301403 h 319176"/>
                <a:gd name="connsiteX95" fmla="*/ 925343 w 2912392"/>
                <a:gd name="connsiteY95" fmla="*/ 303170 h 319176"/>
                <a:gd name="connsiteX96" fmla="*/ 935084 w 2912392"/>
                <a:gd name="connsiteY96" fmla="*/ 304873 h 319176"/>
                <a:gd name="connsiteX97" fmla="*/ 944824 w 2912392"/>
                <a:gd name="connsiteY97" fmla="*/ 306506 h 319176"/>
                <a:gd name="connsiteX98" fmla="*/ 954564 w 2912392"/>
                <a:gd name="connsiteY98" fmla="*/ 308063 h 319176"/>
                <a:gd name="connsiteX99" fmla="*/ 964305 w 2912392"/>
                <a:gd name="connsiteY99" fmla="*/ 309538 h 319176"/>
                <a:gd name="connsiteX100" fmla="*/ 974045 w 2912392"/>
                <a:gd name="connsiteY100" fmla="*/ 310927 h 319176"/>
                <a:gd name="connsiteX101" fmla="*/ 983786 w 2912392"/>
                <a:gd name="connsiteY101" fmla="*/ 312225 h 319176"/>
                <a:gd name="connsiteX102" fmla="*/ 993522 w 2912392"/>
                <a:gd name="connsiteY102" fmla="*/ 313425 h 319176"/>
                <a:gd name="connsiteX103" fmla="*/ 1003266 w 2912392"/>
                <a:gd name="connsiteY103" fmla="*/ 314523 h 319176"/>
                <a:gd name="connsiteX104" fmla="*/ 1013010 w 2912392"/>
                <a:gd name="connsiteY104" fmla="*/ 315517 h 319176"/>
                <a:gd name="connsiteX105" fmla="*/ 1022754 w 2912392"/>
                <a:gd name="connsiteY105" fmla="*/ 316399 h 319176"/>
                <a:gd name="connsiteX106" fmla="*/ 1032483 w 2912392"/>
                <a:gd name="connsiteY106" fmla="*/ 317168 h 319176"/>
                <a:gd name="connsiteX107" fmla="*/ 1042227 w 2912392"/>
                <a:gd name="connsiteY107" fmla="*/ 317818 h 319176"/>
                <a:gd name="connsiteX108" fmla="*/ 1051971 w 2912392"/>
                <a:gd name="connsiteY108" fmla="*/ 318347 h 319176"/>
                <a:gd name="connsiteX109" fmla="*/ 1061715 w 2912392"/>
                <a:gd name="connsiteY109" fmla="*/ 318749 h 319176"/>
                <a:gd name="connsiteX110" fmla="*/ 1071444 w 2912392"/>
                <a:gd name="connsiteY110" fmla="*/ 319023 h 319176"/>
                <a:gd name="connsiteX111" fmla="*/ 1081188 w 2912392"/>
                <a:gd name="connsiteY111" fmla="*/ 319166 h 319176"/>
                <a:gd name="connsiteX112" fmla="*/ 1090932 w 2912392"/>
                <a:gd name="connsiteY112" fmla="*/ 319176 h 319176"/>
                <a:gd name="connsiteX113" fmla="*/ 1100676 w 2912392"/>
                <a:gd name="connsiteY113" fmla="*/ 319050 h 319176"/>
                <a:gd name="connsiteX114" fmla="*/ 1110405 w 2912392"/>
                <a:gd name="connsiteY114" fmla="*/ 318786 h 319176"/>
                <a:gd name="connsiteX115" fmla="*/ 1120149 w 2912392"/>
                <a:gd name="connsiteY115" fmla="*/ 318382 h 319176"/>
                <a:gd name="connsiteX116" fmla="*/ 1129893 w 2912392"/>
                <a:gd name="connsiteY116" fmla="*/ 317838 h 319176"/>
                <a:gd name="connsiteX117" fmla="*/ 1139637 w 2912392"/>
                <a:gd name="connsiteY117" fmla="*/ 317152 h 319176"/>
                <a:gd name="connsiteX118" fmla="*/ 1149381 w 2912392"/>
                <a:gd name="connsiteY118" fmla="*/ 316325 h 319176"/>
                <a:gd name="connsiteX119" fmla="*/ 1159110 w 2912392"/>
                <a:gd name="connsiteY119" fmla="*/ 315355 h 319176"/>
                <a:gd name="connsiteX120" fmla="*/ 1168854 w 2912392"/>
                <a:gd name="connsiteY120" fmla="*/ 314242 h 319176"/>
                <a:gd name="connsiteX121" fmla="*/ 1178598 w 2912392"/>
                <a:gd name="connsiteY121" fmla="*/ 312986 h 319176"/>
                <a:gd name="connsiteX122" fmla="*/ 1188341 w 2912392"/>
                <a:gd name="connsiteY122" fmla="*/ 311590 h 319176"/>
                <a:gd name="connsiteX123" fmla="*/ 1198070 w 2912392"/>
                <a:gd name="connsiteY123" fmla="*/ 310052 h 319176"/>
                <a:gd name="connsiteX124" fmla="*/ 1207814 w 2912392"/>
                <a:gd name="connsiteY124" fmla="*/ 308376 h 319176"/>
                <a:gd name="connsiteX125" fmla="*/ 1217558 w 2912392"/>
                <a:gd name="connsiteY125" fmla="*/ 306561 h 319176"/>
                <a:gd name="connsiteX126" fmla="*/ 1227302 w 2912392"/>
                <a:gd name="connsiteY126" fmla="*/ 304611 h 319176"/>
                <a:gd name="connsiteX127" fmla="*/ 1237031 w 2912392"/>
                <a:gd name="connsiteY127" fmla="*/ 302527 h 319176"/>
                <a:gd name="connsiteX128" fmla="*/ 1246775 w 2912392"/>
                <a:gd name="connsiteY128" fmla="*/ 300311 h 319176"/>
                <a:gd name="connsiteX129" fmla="*/ 1256519 w 2912392"/>
                <a:gd name="connsiteY129" fmla="*/ 297966 h 319176"/>
                <a:gd name="connsiteX130" fmla="*/ 1266263 w 2912392"/>
                <a:gd name="connsiteY130" fmla="*/ 295496 h 319176"/>
                <a:gd name="connsiteX131" fmla="*/ 1276007 w 2912392"/>
                <a:gd name="connsiteY131" fmla="*/ 292903 h 319176"/>
                <a:gd name="connsiteX132" fmla="*/ 1285736 w 2912392"/>
                <a:gd name="connsiteY132" fmla="*/ 290192 h 319176"/>
                <a:gd name="connsiteX133" fmla="*/ 1295480 w 2912392"/>
                <a:gd name="connsiteY133" fmla="*/ 287364 h 319176"/>
                <a:gd name="connsiteX134" fmla="*/ 1305224 w 2912392"/>
                <a:gd name="connsiteY134" fmla="*/ 284426 h 319176"/>
                <a:gd name="connsiteX135" fmla="*/ 1314968 w 2912392"/>
                <a:gd name="connsiteY135" fmla="*/ 281379 h 319176"/>
                <a:gd name="connsiteX136" fmla="*/ 1324697 w 2912392"/>
                <a:gd name="connsiteY136" fmla="*/ 278229 h 319176"/>
                <a:gd name="connsiteX137" fmla="*/ 1334441 w 2912392"/>
                <a:gd name="connsiteY137" fmla="*/ 274980 h 319176"/>
                <a:gd name="connsiteX138" fmla="*/ 1344185 w 2912392"/>
                <a:gd name="connsiteY138" fmla="*/ 271638 h 319176"/>
                <a:gd name="connsiteX139" fmla="*/ 1353929 w 2912392"/>
                <a:gd name="connsiteY139" fmla="*/ 268206 h 319176"/>
                <a:gd name="connsiteX140" fmla="*/ 1363658 w 2912392"/>
                <a:gd name="connsiteY140" fmla="*/ 264689 h 319176"/>
                <a:gd name="connsiteX141" fmla="*/ 1373402 w 2912392"/>
                <a:gd name="connsiteY141" fmla="*/ 261093 h 319176"/>
                <a:gd name="connsiteX142" fmla="*/ 1383146 w 2912392"/>
                <a:gd name="connsiteY142" fmla="*/ 257422 h 319176"/>
                <a:gd name="connsiteX143" fmla="*/ 1392890 w 2912392"/>
                <a:gd name="connsiteY143" fmla="*/ 253680 h 319176"/>
                <a:gd name="connsiteX144" fmla="*/ 1402619 w 2912392"/>
                <a:gd name="connsiteY144" fmla="*/ 249875 h 319176"/>
                <a:gd name="connsiteX145" fmla="*/ 1412363 w 2912392"/>
                <a:gd name="connsiteY145" fmla="*/ 246010 h 319176"/>
                <a:gd name="connsiteX146" fmla="*/ 1422106 w 2912392"/>
                <a:gd name="connsiteY146" fmla="*/ 242094 h 319176"/>
                <a:gd name="connsiteX147" fmla="*/ 1431850 w 2912392"/>
                <a:gd name="connsiteY147" fmla="*/ 238126 h 319176"/>
                <a:gd name="connsiteX148" fmla="*/ 1441594 w 2912392"/>
                <a:gd name="connsiteY148" fmla="*/ 234117 h 319176"/>
                <a:gd name="connsiteX149" fmla="*/ 1451323 w 2912392"/>
                <a:gd name="connsiteY149" fmla="*/ 230069 h 319176"/>
                <a:gd name="connsiteX150" fmla="*/ 1461067 w 2912392"/>
                <a:gd name="connsiteY150" fmla="*/ 225988 h 319176"/>
                <a:gd name="connsiteX151" fmla="*/ 1470811 w 2912392"/>
                <a:gd name="connsiteY151" fmla="*/ 221879 h 319176"/>
                <a:gd name="connsiteX152" fmla="*/ 1480555 w 2912392"/>
                <a:gd name="connsiteY152" fmla="*/ 217747 h 319176"/>
                <a:gd name="connsiteX153" fmla="*/ 1490284 w 2912392"/>
                <a:gd name="connsiteY153" fmla="*/ 213598 h 319176"/>
                <a:gd name="connsiteX154" fmla="*/ 1500028 w 2912392"/>
                <a:gd name="connsiteY154" fmla="*/ 209435 h 319176"/>
                <a:gd name="connsiteX155" fmla="*/ 1509772 w 2912392"/>
                <a:gd name="connsiteY155" fmla="*/ 205265 h 319176"/>
                <a:gd name="connsiteX156" fmla="*/ 1519516 w 2912392"/>
                <a:gd name="connsiteY156" fmla="*/ 201090 h 319176"/>
                <a:gd name="connsiteX157" fmla="*/ 1529245 w 2912392"/>
                <a:gd name="connsiteY157" fmla="*/ 196917 h 319176"/>
                <a:gd name="connsiteX158" fmla="*/ 1538989 w 2912392"/>
                <a:gd name="connsiteY158" fmla="*/ 192750 h 319176"/>
                <a:gd name="connsiteX159" fmla="*/ 1548733 w 2912392"/>
                <a:gd name="connsiteY159" fmla="*/ 188593 h 319176"/>
                <a:gd name="connsiteX160" fmla="*/ 1558477 w 2912392"/>
                <a:gd name="connsiteY160" fmla="*/ 184448 h 319176"/>
                <a:gd name="connsiteX161" fmla="*/ 1568221 w 2912392"/>
                <a:gd name="connsiteY161" fmla="*/ 180322 h 319176"/>
                <a:gd name="connsiteX162" fmla="*/ 1577950 w 2912392"/>
                <a:gd name="connsiteY162" fmla="*/ 176218 h 319176"/>
                <a:gd name="connsiteX163" fmla="*/ 1587694 w 2912392"/>
                <a:gd name="connsiteY163" fmla="*/ 172137 h 319176"/>
                <a:gd name="connsiteX164" fmla="*/ 1597438 w 2912392"/>
                <a:gd name="connsiteY164" fmla="*/ 168086 h 319176"/>
                <a:gd name="connsiteX165" fmla="*/ 1607182 w 2912392"/>
                <a:gd name="connsiteY165" fmla="*/ 164065 h 319176"/>
                <a:gd name="connsiteX166" fmla="*/ 1616911 w 2912392"/>
                <a:gd name="connsiteY166" fmla="*/ 160079 h 319176"/>
                <a:gd name="connsiteX167" fmla="*/ 1626655 w 2912392"/>
                <a:gd name="connsiteY167" fmla="*/ 156131 h 319176"/>
                <a:gd name="connsiteX168" fmla="*/ 1636399 w 2912392"/>
                <a:gd name="connsiteY168" fmla="*/ 152223 h 319176"/>
                <a:gd name="connsiteX169" fmla="*/ 1646142 w 2912392"/>
                <a:gd name="connsiteY169" fmla="*/ 148357 h 319176"/>
                <a:gd name="connsiteX170" fmla="*/ 1655872 w 2912392"/>
                <a:gd name="connsiteY170" fmla="*/ 144533 h 319176"/>
                <a:gd name="connsiteX171" fmla="*/ 1665616 w 2912392"/>
                <a:gd name="connsiteY171" fmla="*/ 140758 h 319176"/>
                <a:gd name="connsiteX172" fmla="*/ 1675359 w 2912392"/>
                <a:gd name="connsiteY172" fmla="*/ 137032 h 319176"/>
                <a:gd name="connsiteX173" fmla="*/ 1685103 w 2912392"/>
                <a:gd name="connsiteY173" fmla="*/ 133353 h 319176"/>
                <a:gd name="connsiteX174" fmla="*/ 1694832 w 2912392"/>
                <a:gd name="connsiteY174" fmla="*/ 129727 h 319176"/>
                <a:gd name="connsiteX175" fmla="*/ 1704576 w 2912392"/>
                <a:gd name="connsiteY175" fmla="*/ 126154 h 319176"/>
                <a:gd name="connsiteX176" fmla="*/ 1714320 w 2912392"/>
                <a:gd name="connsiteY176" fmla="*/ 122634 h 319176"/>
                <a:gd name="connsiteX177" fmla="*/ 1724064 w 2912392"/>
                <a:gd name="connsiteY177" fmla="*/ 119169 h 319176"/>
                <a:gd name="connsiteX178" fmla="*/ 1733808 w 2912392"/>
                <a:gd name="connsiteY178" fmla="*/ 115759 h 319176"/>
                <a:gd name="connsiteX179" fmla="*/ 1743537 w 2912392"/>
                <a:gd name="connsiteY179" fmla="*/ 112405 h 319176"/>
                <a:gd name="connsiteX180" fmla="*/ 1753281 w 2912392"/>
                <a:gd name="connsiteY180" fmla="*/ 109108 h 319176"/>
                <a:gd name="connsiteX181" fmla="*/ 1763025 w 2912392"/>
                <a:gd name="connsiteY181" fmla="*/ 105868 h 319176"/>
                <a:gd name="connsiteX182" fmla="*/ 1772769 w 2912392"/>
                <a:gd name="connsiteY182" fmla="*/ 102684 h 319176"/>
                <a:gd name="connsiteX183" fmla="*/ 1782498 w 2912392"/>
                <a:gd name="connsiteY183" fmla="*/ 99558 h 319176"/>
                <a:gd name="connsiteX184" fmla="*/ 1792242 w 2912392"/>
                <a:gd name="connsiteY184" fmla="*/ 96489 h 319176"/>
                <a:gd name="connsiteX185" fmla="*/ 1801986 w 2912392"/>
                <a:gd name="connsiteY185" fmla="*/ 93478 h 319176"/>
                <a:gd name="connsiteX186" fmla="*/ 1811730 w 2912392"/>
                <a:gd name="connsiteY186" fmla="*/ 90523 h 319176"/>
                <a:gd name="connsiteX187" fmla="*/ 1821459 w 2912392"/>
                <a:gd name="connsiteY187" fmla="*/ 87627 h 319176"/>
                <a:gd name="connsiteX188" fmla="*/ 1831203 w 2912392"/>
                <a:gd name="connsiteY188" fmla="*/ 84786 h 319176"/>
                <a:gd name="connsiteX189" fmla="*/ 1840947 w 2912392"/>
                <a:gd name="connsiteY189" fmla="*/ 82001 h 319176"/>
                <a:gd name="connsiteX190" fmla="*/ 1850691 w 2912392"/>
                <a:gd name="connsiteY190" fmla="*/ 79273 h 319176"/>
                <a:gd name="connsiteX191" fmla="*/ 1860435 w 2912392"/>
                <a:gd name="connsiteY191" fmla="*/ 76600 h 319176"/>
                <a:gd name="connsiteX192" fmla="*/ 1870164 w 2912392"/>
                <a:gd name="connsiteY192" fmla="*/ 73984 h 319176"/>
                <a:gd name="connsiteX193" fmla="*/ 1879908 w 2912392"/>
                <a:gd name="connsiteY193" fmla="*/ 71421 h 319176"/>
                <a:gd name="connsiteX194" fmla="*/ 1889652 w 2912392"/>
                <a:gd name="connsiteY194" fmla="*/ 68914 h 319176"/>
                <a:gd name="connsiteX195" fmla="*/ 1899395 w 2912392"/>
                <a:gd name="connsiteY195" fmla="*/ 66460 h 319176"/>
                <a:gd name="connsiteX196" fmla="*/ 1909124 w 2912392"/>
                <a:gd name="connsiteY196" fmla="*/ 64061 h 319176"/>
                <a:gd name="connsiteX197" fmla="*/ 1918868 w 2912392"/>
                <a:gd name="connsiteY197" fmla="*/ 61715 h 319176"/>
                <a:gd name="connsiteX198" fmla="*/ 1928612 w 2912392"/>
                <a:gd name="connsiteY198" fmla="*/ 59422 h 319176"/>
                <a:gd name="connsiteX199" fmla="*/ 1938356 w 2912392"/>
                <a:gd name="connsiteY199" fmla="*/ 57182 h 319176"/>
                <a:gd name="connsiteX200" fmla="*/ 1948085 w 2912392"/>
                <a:gd name="connsiteY200" fmla="*/ 54997 h 319176"/>
                <a:gd name="connsiteX201" fmla="*/ 1957829 w 2912392"/>
                <a:gd name="connsiteY201" fmla="*/ 52862 h 319176"/>
                <a:gd name="connsiteX202" fmla="*/ 1967573 w 2912392"/>
                <a:gd name="connsiteY202" fmla="*/ 50782 h 319176"/>
                <a:gd name="connsiteX203" fmla="*/ 1977317 w 2912392"/>
                <a:gd name="connsiteY203" fmla="*/ 48752 h 319176"/>
                <a:gd name="connsiteX204" fmla="*/ 1987046 w 2912392"/>
                <a:gd name="connsiteY204" fmla="*/ 46777 h 319176"/>
                <a:gd name="connsiteX205" fmla="*/ 1996790 w 2912392"/>
                <a:gd name="connsiteY205" fmla="*/ 44855 h 319176"/>
                <a:gd name="connsiteX206" fmla="*/ 2006534 w 2912392"/>
                <a:gd name="connsiteY206" fmla="*/ 42985 h 319176"/>
                <a:gd name="connsiteX207" fmla="*/ 2016278 w 2912392"/>
                <a:gd name="connsiteY207" fmla="*/ 41169 h 319176"/>
                <a:gd name="connsiteX208" fmla="*/ 2026022 w 2912392"/>
                <a:gd name="connsiteY208" fmla="*/ 39406 h 319176"/>
                <a:gd name="connsiteX209" fmla="*/ 2035751 w 2912392"/>
                <a:gd name="connsiteY209" fmla="*/ 37697 h 319176"/>
                <a:gd name="connsiteX210" fmla="*/ 2045495 w 2912392"/>
                <a:gd name="connsiteY210" fmla="*/ 36044 h 319176"/>
                <a:gd name="connsiteX211" fmla="*/ 2055239 w 2912392"/>
                <a:gd name="connsiteY211" fmla="*/ 34445 h 319176"/>
                <a:gd name="connsiteX212" fmla="*/ 2064983 w 2912392"/>
                <a:gd name="connsiteY212" fmla="*/ 32901 h 319176"/>
                <a:gd name="connsiteX213" fmla="*/ 2074712 w 2912392"/>
                <a:gd name="connsiteY213" fmla="*/ 31414 h 319176"/>
                <a:gd name="connsiteX214" fmla="*/ 2084456 w 2912392"/>
                <a:gd name="connsiteY214" fmla="*/ 29983 h 319176"/>
                <a:gd name="connsiteX215" fmla="*/ 2094200 w 2912392"/>
                <a:gd name="connsiteY215" fmla="*/ 28611 h 319176"/>
                <a:gd name="connsiteX216" fmla="*/ 2103944 w 2912392"/>
                <a:gd name="connsiteY216" fmla="*/ 27295 h 319176"/>
                <a:gd name="connsiteX217" fmla="*/ 2113673 w 2912392"/>
                <a:gd name="connsiteY217" fmla="*/ 26037 h 319176"/>
                <a:gd name="connsiteX218" fmla="*/ 2123417 w 2912392"/>
                <a:gd name="connsiteY218" fmla="*/ 24841 h 319176"/>
                <a:gd name="connsiteX219" fmla="*/ 2133161 w 2912392"/>
                <a:gd name="connsiteY219" fmla="*/ 23703 h 319176"/>
                <a:gd name="connsiteX220" fmla="*/ 2142905 w 2912392"/>
                <a:gd name="connsiteY220" fmla="*/ 22626 h 319176"/>
                <a:gd name="connsiteX221" fmla="*/ 2152649 w 2912392"/>
                <a:gd name="connsiteY221" fmla="*/ 21611 h 319176"/>
                <a:gd name="connsiteX222" fmla="*/ 2162377 w 2912392"/>
                <a:gd name="connsiteY222" fmla="*/ 20657 h 319176"/>
                <a:gd name="connsiteX223" fmla="*/ 2172121 w 2912392"/>
                <a:gd name="connsiteY223" fmla="*/ 19766 h 319176"/>
                <a:gd name="connsiteX224" fmla="*/ 2181865 w 2912392"/>
                <a:gd name="connsiteY224" fmla="*/ 18938 h 319176"/>
                <a:gd name="connsiteX225" fmla="*/ 2191609 w 2912392"/>
                <a:gd name="connsiteY225" fmla="*/ 18172 h 319176"/>
                <a:gd name="connsiteX226" fmla="*/ 2201338 w 2912392"/>
                <a:gd name="connsiteY226" fmla="*/ 17470 h 319176"/>
                <a:gd name="connsiteX227" fmla="*/ 2211082 w 2912392"/>
                <a:gd name="connsiteY227" fmla="*/ 16833 h 319176"/>
                <a:gd name="connsiteX228" fmla="*/ 2220826 w 2912392"/>
                <a:gd name="connsiteY228" fmla="*/ 16259 h 319176"/>
                <a:gd name="connsiteX229" fmla="*/ 2230570 w 2912392"/>
                <a:gd name="connsiteY229" fmla="*/ 15748 h 319176"/>
                <a:gd name="connsiteX230" fmla="*/ 2240299 w 2912392"/>
                <a:gd name="connsiteY230" fmla="*/ 15303 h 319176"/>
                <a:gd name="connsiteX231" fmla="*/ 2250043 w 2912392"/>
                <a:gd name="connsiteY231" fmla="*/ 14920 h 319176"/>
                <a:gd name="connsiteX232" fmla="*/ 2259787 w 2912392"/>
                <a:gd name="connsiteY232" fmla="*/ 14599 h 319176"/>
                <a:gd name="connsiteX233" fmla="*/ 2269531 w 2912392"/>
                <a:gd name="connsiteY233" fmla="*/ 14343 h 319176"/>
                <a:gd name="connsiteX234" fmla="*/ 2279260 w 2912392"/>
                <a:gd name="connsiteY234" fmla="*/ 14148 h 319176"/>
                <a:gd name="connsiteX235" fmla="*/ 2289004 w 2912392"/>
                <a:gd name="connsiteY235" fmla="*/ 14012 h 319176"/>
                <a:gd name="connsiteX236" fmla="*/ 2298748 w 2912392"/>
                <a:gd name="connsiteY236" fmla="*/ 13938 h 319176"/>
                <a:gd name="connsiteX237" fmla="*/ 2308492 w 2912392"/>
                <a:gd name="connsiteY237" fmla="*/ 13922 h 319176"/>
                <a:gd name="connsiteX238" fmla="*/ 2318236 w 2912392"/>
                <a:gd name="connsiteY238" fmla="*/ 13962 h 319176"/>
                <a:gd name="connsiteX239" fmla="*/ 2327965 w 2912392"/>
                <a:gd name="connsiteY239" fmla="*/ 14059 h 319176"/>
                <a:gd name="connsiteX240" fmla="*/ 2337709 w 2912392"/>
                <a:gd name="connsiteY240" fmla="*/ 14208 h 319176"/>
                <a:gd name="connsiteX241" fmla="*/ 2347453 w 2912392"/>
                <a:gd name="connsiteY241" fmla="*/ 14409 h 319176"/>
                <a:gd name="connsiteX242" fmla="*/ 2357197 w 2912392"/>
                <a:gd name="connsiteY242" fmla="*/ 14661 h 319176"/>
                <a:gd name="connsiteX243" fmla="*/ 2366926 w 2912392"/>
                <a:gd name="connsiteY243" fmla="*/ 14957 h 319176"/>
                <a:gd name="connsiteX244" fmla="*/ 2376670 w 2912392"/>
                <a:gd name="connsiteY244" fmla="*/ 15298 h 319176"/>
                <a:gd name="connsiteX245" fmla="*/ 2386413 w 2912392"/>
                <a:gd name="connsiteY245" fmla="*/ 15683 h 319176"/>
                <a:gd name="connsiteX246" fmla="*/ 2396157 w 2912392"/>
                <a:gd name="connsiteY246" fmla="*/ 16103 h 319176"/>
                <a:gd name="connsiteX247" fmla="*/ 2405886 w 2912392"/>
                <a:gd name="connsiteY247" fmla="*/ 16560 h 319176"/>
                <a:gd name="connsiteX248" fmla="*/ 2415630 w 2912392"/>
                <a:gd name="connsiteY248" fmla="*/ 17049 h 319176"/>
                <a:gd name="connsiteX249" fmla="*/ 2425374 w 2912392"/>
                <a:gd name="connsiteY249" fmla="*/ 17566 h 319176"/>
                <a:gd name="connsiteX250" fmla="*/ 2435118 w 2912392"/>
                <a:gd name="connsiteY250" fmla="*/ 18108 h 319176"/>
                <a:gd name="connsiteX251" fmla="*/ 2444862 w 2912392"/>
                <a:gd name="connsiteY251" fmla="*/ 18670 h 319176"/>
                <a:gd name="connsiteX252" fmla="*/ 2454591 w 2912392"/>
                <a:gd name="connsiteY252" fmla="*/ 19249 h 319176"/>
                <a:gd name="connsiteX253" fmla="*/ 2464335 w 2912392"/>
                <a:gd name="connsiteY253" fmla="*/ 19842 h 319176"/>
                <a:gd name="connsiteX254" fmla="*/ 2474079 w 2912392"/>
                <a:gd name="connsiteY254" fmla="*/ 20443 h 319176"/>
                <a:gd name="connsiteX255" fmla="*/ 2483823 w 2912392"/>
                <a:gd name="connsiteY255" fmla="*/ 21049 h 319176"/>
                <a:gd name="connsiteX256" fmla="*/ 2493552 w 2912392"/>
                <a:gd name="connsiteY256" fmla="*/ 21654 h 319176"/>
                <a:gd name="connsiteX257" fmla="*/ 2503296 w 2912392"/>
                <a:gd name="connsiteY257" fmla="*/ 22255 h 319176"/>
                <a:gd name="connsiteX258" fmla="*/ 2513040 w 2912392"/>
                <a:gd name="connsiteY258" fmla="*/ 22848 h 319176"/>
                <a:gd name="connsiteX259" fmla="*/ 2522784 w 2912392"/>
                <a:gd name="connsiteY259" fmla="*/ 23426 h 319176"/>
                <a:gd name="connsiteX260" fmla="*/ 2532513 w 2912392"/>
                <a:gd name="connsiteY260" fmla="*/ 23987 h 319176"/>
                <a:gd name="connsiteX261" fmla="*/ 2542257 w 2912392"/>
                <a:gd name="connsiteY261" fmla="*/ 24525 h 319176"/>
                <a:gd name="connsiteX262" fmla="*/ 2552001 w 2912392"/>
                <a:gd name="connsiteY262" fmla="*/ 25036 h 319176"/>
                <a:gd name="connsiteX263" fmla="*/ 2561745 w 2912392"/>
                <a:gd name="connsiteY263" fmla="*/ 25516 h 319176"/>
                <a:gd name="connsiteX264" fmla="*/ 2571474 w 2912392"/>
                <a:gd name="connsiteY264" fmla="*/ 25960 h 319176"/>
                <a:gd name="connsiteX265" fmla="*/ 2581218 w 2912392"/>
                <a:gd name="connsiteY265" fmla="*/ 26364 h 319176"/>
                <a:gd name="connsiteX266" fmla="*/ 2590962 w 2912392"/>
                <a:gd name="connsiteY266" fmla="*/ 26724 h 319176"/>
                <a:gd name="connsiteX267" fmla="*/ 2600705 w 2912392"/>
                <a:gd name="connsiteY267" fmla="*/ 27036 h 319176"/>
                <a:gd name="connsiteX268" fmla="*/ 2610449 w 2912392"/>
                <a:gd name="connsiteY268" fmla="*/ 27295 h 319176"/>
                <a:gd name="connsiteX269" fmla="*/ 2620178 w 2912392"/>
                <a:gd name="connsiteY269" fmla="*/ 27499 h 319176"/>
                <a:gd name="connsiteX270" fmla="*/ 2629922 w 2912392"/>
                <a:gd name="connsiteY270" fmla="*/ 27644 h 319176"/>
                <a:gd name="connsiteX271" fmla="*/ 2639666 w 2912392"/>
                <a:gd name="connsiteY271" fmla="*/ 27725 h 319176"/>
                <a:gd name="connsiteX272" fmla="*/ 2649410 w 2912392"/>
                <a:gd name="connsiteY272" fmla="*/ 27740 h 319176"/>
                <a:gd name="connsiteX273" fmla="*/ 2659139 w 2912392"/>
                <a:gd name="connsiteY273" fmla="*/ 27687 h 319176"/>
                <a:gd name="connsiteX274" fmla="*/ 2668883 w 2912392"/>
                <a:gd name="connsiteY274" fmla="*/ 27563 h 319176"/>
                <a:gd name="connsiteX275" fmla="*/ 2678627 w 2912392"/>
                <a:gd name="connsiteY275" fmla="*/ 27363 h 319176"/>
                <a:gd name="connsiteX276" fmla="*/ 2688371 w 2912392"/>
                <a:gd name="connsiteY276" fmla="*/ 27089 h 319176"/>
                <a:gd name="connsiteX277" fmla="*/ 2698100 w 2912392"/>
                <a:gd name="connsiteY277" fmla="*/ 26738 h 319176"/>
                <a:gd name="connsiteX278" fmla="*/ 2707844 w 2912392"/>
                <a:gd name="connsiteY278" fmla="*/ 26307 h 319176"/>
                <a:gd name="connsiteX279" fmla="*/ 2717588 w 2912392"/>
                <a:gd name="connsiteY279" fmla="*/ 25796 h 319176"/>
                <a:gd name="connsiteX280" fmla="*/ 2727332 w 2912392"/>
                <a:gd name="connsiteY280" fmla="*/ 25203 h 319176"/>
                <a:gd name="connsiteX281" fmla="*/ 2737076 w 2912392"/>
                <a:gd name="connsiteY281" fmla="*/ 24530 h 319176"/>
                <a:gd name="connsiteX282" fmla="*/ 2746805 w 2912392"/>
                <a:gd name="connsiteY282" fmla="*/ 23774 h 319176"/>
                <a:gd name="connsiteX283" fmla="*/ 2756549 w 2912392"/>
                <a:gd name="connsiteY283" fmla="*/ 22937 h 319176"/>
                <a:gd name="connsiteX284" fmla="*/ 2766293 w 2912392"/>
                <a:gd name="connsiteY284" fmla="*/ 22019 h 319176"/>
                <a:gd name="connsiteX285" fmla="*/ 2776037 w 2912392"/>
                <a:gd name="connsiteY285" fmla="*/ 21021 h 319176"/>
                <a:gd name="connsiteX286" fmla="*/ 2785766 w 2912392"/>
                <a:gd name="connsiteY286" fmla="*/ 19944 h 319176"/>
                <a:gd name="connsiteX287" fmla="*/ 2795510 w 2912392"/>
                <a:gd name="connsiteY287" fmla="*/ 18791 h 319176"/>
                <a:gd name="connsiteX288" fmla="*/ 2805254 w 2912392"/>
                <a:gd name="connsiteY288" fmla="*/ 17563 h 319176"/>
                <a:gd name="connsiteX289" fmla="*/ 2814998 w 2912392"/>
                <a:gd name="connsiteY289" fmla="*/ 16261 h 319176"/>
                <a:gd name="connsiteX290" fmla="*/ 2824727 w 2912392"/>
                <a:gd name="connsiteY290" fmla="*/ 14890 h 319176"/>
                <a:gd name="connsiteX291" fmla="*/ 2834471 w 2912392"/>
                <a:gd name="connsiteY291" fmla="*/ 13452 h 319176"/>
                <a:gd name="connsiteX292" fmla="*/ 2844215 w 2912392"/>
                <a:gd name="connsiteY292" fmla="*/ 11950 h 319176"/>
                <a:gd name="connsiteX293" fmla="*/ 2853958 w 2912392"/>
                <a:gd name="connsiteY293" fmla="*/ 10389 h 319176"/>
                <a:gd name="connsiteX294" fmla="*/ 2863687 w 2912392"/>
                <a:gd name="connsiteY294" fmla="*/ 8771 h 319176"/>
                <a:gd name="connsiteX295" fmla="*/ 2873431 w 2912392"/>
                <a:gd name="connsiteY295" fmla="*/ 7101 h 319176"/>
                <a:gd name="connsiteX296" fmla="*/ 2883175 w 2912392"/>
                <a:gd name="connsiteY296" fmla="*/ 5384 h 319176"/>
                <a:gd name="connsiteX297" fmla="*/ 2892919 w 2912392"/>
                <a:gd name="connsiteY297" fmla="*/ 3625 h 319176"/>
                <a:gd name="connsiteX298" fmla="*/ 2902663 w 2912392"/>
                <a:gd name="connsiteY298" fmla="*/ 1828 h 319176"/>
                <a:gd name="connsiteX299" fmla="*/ 2912392 w 2912392"/>
                <a:gd name="connsiteY299" fmla="*/ 0 h 319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19176">
                  <a:moveTo>
                    <a:pt x="0" y="218879"/>
                  </a:moveTo>
                  <a:lnTo>
                    <a:pt x="9739" y="220874"/>
                  </a:lnTo>
                  <a:lnTo>
                    <a:pt x="19480" y="222776"/>
                  </a:lnTo>
                  <a:lnTo>
                    <a:pt x="29221" y="224583"/>
                  </a:lnTo>
                  <a:lnTo>
                    <a:pt x="38961" y="226295"/>
                  </a:lnTo>
                  <a:lnTo>
                    <a:pt x="48702" y="227913"/>
                  </a:lnTo>
                  <a:lnTo>
                    <a:pt x="58443" y="229437"/>
                  </a:lnTo>
                  <a:lnTo>
                    <a:pt x="68182" y="230864"/>
                  </a:lnTo>
                  <a:lnTo>
                    <a:pt x="77923" y="232198"/>
                  </a:lnTo>
                  <a:lnTo>
                    <a:pt x="87664" y="233437"/>
                  </a:lnTo>
                  <a:lnTo>
                    <a:pt x="97404" y="234584"/>
                  </a:lnTo>
                  <a:lnTo>
                    <a:pt x="107145" y="235638"/>
                  </a:lnTo>
                  <a:lnTo>
                    <a:pt x="116886" y="236600"/>
                  </a:lnTo>
                  <a:lnTo>
                    <a:pt x="126625" y="237473"/>
                  </a:lnTo>
                  <a:lnTo>
                    <a:pt x="136366" y="238258"/>
                  </a:lnTo>
                  <a:lnTo>
                    <a:pt x="146107" y="238957"/>
                  </a:lnTo>
                  <a:lnTo>
                    <a:pt x="155846" y="239574"/>
                  </a:lnTo>
                  <a:lnTo>
                    <a:pt x="165587" y="240107"/>
                  </a:lnTo>
                  <a:lnTo>
                    <a:pt x="175328" y="240563"/>
                  </a:lnTo>
                  <a:lnTo>
                    <a:pt x="185068" y="240942"/>
                  </a:lnTo>
                  <a:lnTo>
                    <a:pt x="194809" y="241249"/>
                  </a:lnTo>
                  <a:lnTo>
                    <a:pt x="204550" y="241486"/>
                  </a:lnTo>
                  <a:lnTo>
                    <a:pt x="214289" y="241657"/>
                  </a:lnTo>
                  <a:lnTo>
                    <a:pt x="224030" y="241766"/>
                  </a:lnTo>
                  <a:lnTo>
                    <a:pt x="233771" y="241815"/>
                  </a:lnTo>
                  <a:lnTo>
                    <a:pt x="243510" y="241809"/>
                  </a:lnTo>
                  <a:lnTo>
                    <a:pt x="253251" y="241754"/>
                  </a:lnTo>
                  <a:lnTo>
                    <a:pt x="262992" y="241651"/>
                  </a:lnTo>
                  <a:lnTo>
                    <a:pt x="272732" y="241506"/>
                  </a:lnTo>
                  <a:lnTo>
                    <a:pt x="282473" y="241325"/>
                  </a:lnTo>
                  <a:lnTo>
                    <a:pt x="292214" y="241110"/>
                  </a:lnTo>
                  <a:lnTo>
                    <a:pt x="301953" y="240867"/>
                  </a:lnTo>
                  <a:lnTo>
                    <a:pt x="311694" y="240601"/>
                  </a:lnTo>
                  <a:lnTo>
                    <a:pt x="321435" y="240316"/>
                  </a:lnTo>
                  <a:lnTo>
                    <a:pt x="331175" y="240018"/>
                  </a:lnTo>
                  <a:lnTo>
                    <a:pt x="340916" y="239711"/>
                  </a:lnTo>
                  <a:lnTo>
                    <a:pt x="350656" y="239401"/>
                  </a:lnTo>
                  <a:lnTo>
                    <a:pt x="360396" y="239091"/>
                  </a:lnTo>
                  <a:lnTo>
                    <a:pt x="370137" y="238787"/>
                  </a:lnTo>
                  <a:lnTo>
                    <a:pt x="379878" y="238495"/>
                  </a:lnTo>
                  <a:lnTo>
                    <a:pt x="389617" y="238218"/>
                  </a:lnTo>
                  <a:lnTo>
                    <a:pt x="399358" y="237963"/>
                  </a:lnTo>
                  <a:lnTo>
                    <a:pt x="409099" y="237733"/>
                  </a:lnTo>
                  <a:lnTo>
                    <a:pt x="418839" y="237531"/>
                  </a:lnTo>
                  <a:lnTo>
                    <a:pt x="428580" y="237365"/>
                  </a:lnTo>
                  <a:lnTo>
                    <a:pt x="438321" y="237236"/>
                  </a:lnTo>
                  <a:lnTo>
                    <a:pt x="448060" y="237150"/>
                  </a:lnTo>
                  <a:lnTo>
                    <a:pt x="457801" y="237111"/>
                  </a:lnTo>
                  <a:lnTo>
                    <a:pt x="467542" y="237123"/>
                  </a:lnTo>
                  <a:lnTo>
                    <a:pt x="477281" y="237187"/>
                  </a:lnTo>
                  <a:lnTo>
                    <a:pt x="487022" y="237311"/>
                  </a:lnTo>
                  <a:lnTo>
                    <a:pt x="496763" y="237493"/>
                  </a:lnTo>
                  <a:lnTo>
                    <a:pt x="506503" y="237740"/>
                  </a:lnTo>
                  <a:lnTo>
                    <a:pt x="516244" y="238051"/>
                  </a:lnTo>
                  <a:lnTo>
                    <a:pt x="525985" y="238433"/>
                  </a:lnTo>
                  <a:lnTo>
                    <a:pt x="535724" y="238884"/>
                  </a:lnTo>
                  <a:lnTo>
                    <a:pt x="545465" y="239409"/>
                  </a:lnTo>
                  <a:lnTo>
                    <a:pt x="555206" y="240006"/>
                  </a:lnTo>
                  <a:lnTo>
                    <a:pt x="564946" y="240678"/>
                  </a:lnTo>
                  <a:lnTo>
                    <a:pt x="574687" y="241428"/>
                  </a:lnTo>
                  <a:lnTo>
                    <a:pt x="584428" y="242253"/>
                  </a:lnTo>
                  <a:lnTo>
                    <a:pt x="594167" y="243156"/>
                  </a:lnTo>
                  <a:lnTo>
                    <a:pt x="603908" y="244136"/>
                  </a:lnTo>
                  <a:lnTo>
                    <a:pt x="613649" y="245194"/>
                  </a:lnTo>
                  <a:lnTo>
                    <a:pt x="623388" y="246328"/>
                  </a:lnTo>
                  <a:lnTo>
                    <a:pt x="633129" y="247536"/>
                  </a:lnTo>
                  <a:lnTo>
                    <a:pt x="642870" y="248819"/>
                  </a:lnTo>
                  <a:lnTo>
                    <a:pt x="652610" y="250175"/>
                  </a:lnTo>
                  <a:lnTo>
                    <a:pt x="662351" y="251602"/>
                  </a:lnTo>
                  <a:lnTo>
                    <a:pt x="672092" y="253098"/>
                  </a:lnTo>
                  <a:lnTo>
                    <a:pt x="681831" y="254659"/>
                  </a:lnTo>
                  <a:lnTo>
                    <a:pt x="691572" y="256285"/>
                  </a:lnTo>
                  <a:lnTo>
                    <a:pt x="701313" y="257970"/>
                  </a:lnTo>
                  <a:lnTo>
                    <a:pt x="711052" y="259713"/>
                  </a:lnTo>
                  <a:lnTo>
                    <a:pt x="720793" y="261510"/>
                  </a:lnTo>
                  <a:lnTo>
                    <a:pt x="730534" y="263356"/>
                  </a:lnTo>
                  <a:lnTo>
                    <a:pt x="740274" y="265248"/>
                  </a:lnTo>
                  <a:lnTo>
                    <a:pt x="750015" y="267182"/>
                  </a:lnTo>
                  <a:lnTo>
                    <a:pt x="759756" y="269153"/>
                  </a:lnTo>
                  <a:lnTo>
                    <a:pt x="769495" y="271155"/>
                  </a:lnTo>
                  <a:lnTo>
                    <a:pt x="779236" y="273186"/>
                  </a:lnTo>
                  <a:lnTo>
                    <a:pt x="788977" y="275239"/>
                  </a:lnTo>
                  <a:lnTo>
                    <a:pt x="798717" y="277309"/>
                  </a:lnTo>
                  <a:lnTo>
                    <a:pt x="808458" y="279390"/>
                  </a:lnTo>
                  <a:lnTo>
                    <a:pt x="818199" y="281477"/>
                  </a:lnTo>
                  <a:lnTo>
                    <a:pt x="827938" y="283565"/>
                  </a:lnTo>
                  <a:lnTo>
                    <a:pt x="837679" y="285648"/>
                  </a:lnTo>
                  <a:lnTo>
                    <a:pt x="847420" y="287719"/>
                  </a:lnTo>
                  <a:lnTo>
                    <a:pt x="857159" y="289773"/>
                  </a:lnTo>
                  <a:lnTo>
                    <a:pt x="866900" y="291804"/>
                  </a:lnTo>
                  <a:lnTo>
                    <a:pt x="876641" y="293806"/>
                  </a:lnTo>
                  <a:lnTo>
                    <a:pt x="886381" y="295773"/>
                  </a:lnTo>
                  <a:lnTo>
                    <a:pt x="896122" y="297698"/>
                  </a:lnTo>
                  <a:lnTo>
                    <a:pt x="905863" y="299578"/>
                  </a:lnTo>
                  <a:lnTo>
                    <a:pt x="915602" y="301403"/>
                  </a:lnTo>
                  <a:lnTo>
                    <a:pt x="925343" y="303170"/>
                  </a:lnTo>
                  <a:lnTo>
                    <a:pt x="935084" y="304873"/>
                  </a:lnTo>
                  <a:lnTo>
                    <a:pt x="944824" y="306506"/>
                  </a:lnTo>
                  <a:lnTo>
                    <a:pt x="954564" y="308063"/>
                  </a:lnTo>
                  <a:lnTo>
                    <a:pt x="964305" y="309538"/>
                  </a:lnTo>
                  <a:lnTo>
                    <a:pt x="974045" y="310927"/>
                  </a:lnTo>
                  <a:lnTo>
                    <a:pt x="983786" y="312225"/>
                  </a:lnTo>
                  <a:lnTo>
                    <a:pt x="993522" y="313425"/>
                  </a:lnTo>
                  <a:lnTo>
                    <a:pt x="1003266" y="314523"/>
                  </a:lnTo>
                  <a:lnTo>
                    <a:pt x="1013010" y="315517"/>
                  </a:lnTo>
                  <a:lnTo>
                    <a:pt x="1022754" y="316399"/>
                  </a:lnTo>
                  <a:lnTo>
                    <a:pt x="1032483" y="317168"/>
                  </a:lnTo>
                  <a:lnTo>
                    <a:pt x="1042227" y="317818"/>
                  </a:lnTo>
                  <a:lnTo>
                    <a:pt x="1051971" y="318347"/>
                  </a:lnTo>
                  <a:lnTo>
                    <a:pt x="1061715" y="318749"/>
                  </a:lnTo>
                  <a:lnTo>
                    <a:pt x="1071444" y="319023"/>
                  </a:lnTo>
                  <a:lnTo>
                    <a:pt x="1081188" y="319166"/>
                  </a:lnTo>
                  <a:lnTo>
                    <a:pt x="1090932" y="319176"/>
                  </a:lnTo>
                  <a:lnTo>
                    <a:pt x="1100676" y="319050"/>
                  </a:lnTo>
                  <a:lnTo>
                    <a:pt x="1110405" y="318786"/>
                  </a:lnTo>
                  <a:lnTo>
                    <a:pt x="1120149" y="318382"/>
                  </a:lnTo>
                  <a:lnTo>
                    <a:pt x="1129893" y="317838"/>
                  </a:lnTo>
                  <a:lnTo>
                    <a:pt x="1139637" y="317152"/>
                  </a:lnTo>
                  <a:lnTo>
                    <a:pt x="1149381" y="316325"/>
                  </a:lnTo>
                  <a:lnTo>
                    <a:pt x="1159110" y="315355"/>
                  </a:lnTo>
                  <a:lnTo>
                    <a:pt x="1168854" y="314242"/>
                  </a:lnTo>
                  <a:lnTo>
                    <a:pt x="1178598" y="312986"/>
                  </a:lnTo>
                  <a:lnTo>
                    <a:pt x="1188341" y="311590"/>
                  </a:lnTo>
                  <a:lnTo>
                    <a:pt x="1198070" y="310052"/>
                  </a:lnTo>
                  <a:lnTo>
                    <a:pt x="1207814" y="308376"/>
                  </a:lnTo>
                  <a:lnTo>
                    <a:pt x="1217558" y="306561"/>
                  </a:lnTo>
                  <a:lnTo>
                    <a:pt x="1227302" y="304611"/>
                  </a:lnTo>
                  <a:lnTo>
                    <a:pt x="1237031" y="302527"/>
                  </a:lnTo>
                  <a:lnTo>
                    <a:pt x="1246775" y="300311"/>
                  </a:lnTo>
                  <a:lnTo>
                    <a:pt x="1256519" y="297966"/>
                  </a:lnTo>
                  <a:lnTo>
                    <a:pt x="1266263" y="295496"/>
                  </a:lnTo>
                  <a:lnTo>
                    <a:pt x="1276007" y="292903"/>
                  </a:lnTo>
                  <a:lnTo>
                    <a:pt x="1285736" y="290192"/>
                  </a:lnTo>
                  <a:lnTo>
                    <a:pt x="1295480" y="287364"/>
                  </a:lnTo>
                  <a:lnTo>
                    <a:pt x="1305224" y="284426"/>
                  </a:lnTo>
                  <a:lnTo>
                    <a:pt x="1314968" y="281379"/>
                  </a:lnTo>
                  <a:lnTo>
                    <a:pt x="1324697" y="278229"/>
                  </a:lnTo>
                  <a:lnTo>
                    <a:pt x="1334441" y="274980"/>
                  </a:lnTo>
                  <a:lnTo>
                    <a:pt x="1344185" y="271638"/>
                  </a:lnTo>
                  <a:lnTo>
                    <a:pt x="1353929" y="268206"/>
                  </a:lnTo>
                  <a:lnTo>
                    <a:pt x="1363658" y="264689"/>
                  </a:lnTo>
                  <a:lnTo>
                    <a:pt x="1373402" y="261093"/>
                  </a:lnTo>
                  <a:lnTo>
                    <a:pt x="1383146" y="257422"/>
                  </a:lnTo>
                  <a:lnTo>
                    <a:pt x="1392890" y="253680"/>
                  </a:lnTo>
                  <a:lnTo>
                    <a:pt x="1402619" y="249875"/>
                  </a:lnTo>
                  <a:lnTo>
                    <a:pt x="1412363" y="246010"/>
                  </a:lnTo>
                  <a:lnTo>
                    <a:pt x="1422106" y="242094"/>
                  </a:lnTo>
                  <a:lnTo>
                    <a:pt x="1431850" y="238126"/>
                  </a:lnTo>
                  <a:lnTo>
                    <a:pt x="1441594" y="234117"/>
                  </a:lnTo>
                  <a:lnTo>
                    <a:pt x="1451323" y="230069"/>
                  </a:lnTo>
                  <a:lnTo>
                    <a:pt x="1461067" y="225988"/>
                  </a:lnTo>
                  <a:lnTo>
                    <a:pt x="1470811" y="221879"/>
                  </a:lnTo>
                  <a:lnTo>
                    <a:pt x="1480555" y="217747"/>
                  </a:lnTo>
                  <a:lnTo>
                    <a:pt x="1490284" y="213598"/>
                  </a:lnTo>
                  <a:lnTo>
                    <a:pt x="1500028" y="209435"/>
                  </a:lnTo>
                  <a:lnTo>
                    <a:pt x="1509772" y="205265"/>
                  </a:lnTo>
                  <a:lnTo>
                    <a:pt x="1519516" y="201090"/>
                  </a:lnTo>
                  <a:lnTo>
                    <a:pt x="1529245" y="196917"/>
                  </a:lnTo>
                  <a:lnTo>
                    <a:pt x="1538989" y="192750"/>
                  </a:lnTo>
                  <a:lnTo>
                    <a:pt x="1548733" y="188593"/>
                  </a:lnTo>
                  <a:lnTo>
                    <a:pt x="1558477" y="184448"/>
                  </a:lnTo>
                  <a:lnTo>
                    <a:pt x="1568221" y="180322"/>
                  </a:lnTo>
                  <a:lnTo>
                    <a:pt x="1577950" y="176218"/>
                  </a:lnTo>
                  <a:lnTo>
                    <a:pt x="1587694" y="172137"/>
                  </a:lnTo>
                  <a:lnTo>
                    <a:pt x="1597438" y="168086"/>
                  </a:lnTo>
                  <a:lnTo>
                    <a:pt x="1607182" y="164065"/>
                  </a:lnTo>
                  <a:lnTo>
                    <a:pt x="1616911" y="160079"/>
                  </a:lnTo>
                  <a:lnTo>
                    <a:pt x="1626655" y="156131"/>
                  </a:lnTo>
                  <a:lnTo>
                    <a:pt x="1636399" y="152223"/>
                  </a:lnTo>
                  <a:lnTo>
                    <a:pt x="1646142" y="148357"/>
                  </a:lnTo>
                  <a:lnTo>
                    <a:pt x="1655872" y="144533"/>
                  </a:lnTo>
                  <a:lnTo>
                    <a:pt x="1665616" y="140758"/>
                  </a:lnTo>
                  <a:lnTo>
                    <a:pt x="1675359" y="137032"/>
                  </a:lnTo>
                  <a:lnTo>
                    <a:pt x="1685103" y="133353"/>
                  </a:lnTo>
                  <a:lnTo>
                    <a:pt x="1694832" y="129727"/>
                  </a:lnTo>
                  <a:lnTo>
                    <a:pt x="1704576" y="126154"/>
                  </a:lnTo>
                  <a:lnTo>
                    <a:pt x="1714320" y="122634"/>
                  </a:lnTo>
                  <a:lnTo>
                    <a:pt x="1724064" y="119169"/>
                  </a:lnTo>
                  <a:lnTo>
                    <a:pt x="1733808" y="115759"/>
                  </a:lnTo>
                  <a:lnTo>
                    <a:pt x="1743537" y="112405"/>
                  </a:lnTo>
                  <a:lnTo>
                    <a:pt x="1753281" y="109108"/>
                  </a:lnTo>
                  <a:lnTo>
                    <a:pt x="1763025" y="105868"/>
                  </a:lnTo>
                  <a:lnTo>
                    <a:pt x="1772769" y="102684"/>
                  </a:lnTo>
                  <a:lnTo>
                    <a:pt x="1782498" y="99558"/>
                  </a:lnTo>
                  <a:lnTo>
                    <a:pt x="1792242" y="96489"/>
                  </a:lnTo>
                  <a:lnTo>
                    <a:pt x="1801986" y="93478"/>
                  </a:lnTo>
                  <a:lnTo>
                    <a:pt x="1811730" y="90523"/>
                  </a:lnTo>
                  <a:lnTo>
                    <a:pt x="1821459" y="87627"/>
                  </a:lnTo>
                  <a:lnTo>
                    <a:pt x="1831203" y="84786"/>
                  </a:lnTo>
                  <a:lnTo>
                    <a:pt x="1840947" y="82001"/>
                  </a:lnTo>
                  <a:lnTo>
                    <a:pt x="1850691" y="79273"/>
                  </a:lnTo>
                  <a:lnTo>
                    <a:pt x="1860435" y="76600"/>
                  </a:lnTo>
                  <a:lnTo>
                    <a:pt x="1870164" y="73984"/>
                  </a:lnTo>
                  <a:lnTo>
                    <a:pt x="1879908" y="71421"/>
                  </a:lnTo>
                  <a:lnTo>
                    <a:pt x="1889652" y="68914"/>
                  </a:lnTo>
                  <a:lnTo>
                    <a:pt x="1899395" y="66460"/>
                  </a:lnTo>
                  <a:lnTo>
                    <a:pt x="1909124" y="64061"/>
                  </a:lnTo>
                  <a:lnTo>
                    <a:pt x="1918868" y="61715"/>
                  </a:lnTo>
                  <a:lnTo>
                    <a:pt x="1928612" y="59422"/>
                  </a:lnTo>
                  <a:lnTo>
                    <a:pt x="1938356" y="57182"/>
                  </a:lnTo>
                  <a:lnTo>
                    <a:pt x="1948085" y="54997"/>
                  </a:lnTo>
                  <a:lnTo>
                    <a:pt x="1957829" y="52862"/>
                  </a:lnTo>
                  <a:lnTo>
                    <a:pt x="1967573" y="50782"/>
                  </a:lnTo>
                  <a:lnTo>
                    <a:pt x="1977317" y="48752"/>
                  </a:lnTo>
                  <a:lnTo>
                    <a:pt x="1987046" y="46777"/>
                  </a:lnTo>
                  <a:lnTo>
                    <a:pt x="1996790" y="44855"/>
                  </a:lnTo>
                  <a:lnTo>
                    <a:pt x="2006534" y="42985"/>
                  </a:lnTo>
                  <a:lnTo>
                    <a:pt x="2016278" y="41169"/>
                  </a:lnTo>
                  <a:lnTo>
                    <a:pt x="2026022" y="39406"/>
                  </a:lnTo>
                  <a:lnTo>
                    <a:pt x="2035751" y="37697"/>
                  </a:lnTo>
                  <a:lnTo>
                    <a:pt x="2045495" y="36044"/>
                  </a:lnTo>
                  <a:lnTo>
                    <a:pt x="2055239" y="34445"/>
                  </a:lnTo>
                  <a:lnTo>
                    <a:pt x="2064983" y="32901"/>
                  </a:lnTo>
                  <a:lnTo>
                    <a:pt x="2074712" y="31414"/>
                  </a:lnTo>
                  <a:lnTo>
                    <a:pt x="2084456" y="29983"/>
                  </a:lnTo>
                  <a:lnTo>
                    <a:pt x="2094200" y="28611"/>
                  </a:lnTo>
                  <a:lnTo>
                    <a:pt x="2103944" y="27295"/>
                  </a:lnTo>
                  <a:lnTo>
                    <a:pt x="2113673" y="26037"/>
                  </a:lnTo>
                  <a:lnTo>
                    <a:pt x="2123417" y="24841"/>
                  </a:lnTo>
                  <a:lnTo>
                    <a:pt x="2133161" y="23703"/>
                  </a:lnTo>
                  <a:lnTo>
                    <a:pt x="2142905" y="22626"/>
                  </a:lnTo>
                  <a:lnTo>
                    <a:pt x="2152649" y="21611"/>
                  </a:lnTo>
                  <a:lnTo>
                    <a:pt x="2162377" y="20657"/>
                  </a:lnTo>
                  <a:lnTo>
                    <a:pt x="2172121" y="19766"/>
                  </a:lnTo>
                  <a:lnTo>
                    <a:pt x="2181865" y="18938"/>
                  </a:lnTo>
                  <a:lnTo>
                    <a:pt x="2191609" y="18172"/>
                  </a:lnTo>
                  <a:lnTo>
                    <a:pt x="2201338" y="17470"/>
                  </a:lnTo>
                  <a:lnTo>
                    <a:pt x="2211082" y="16833"/>
                  </a:lnTo>
                  <a:lnTo>
                    <a:pt x="2220826" y="16259"/>
                  </a:lnTo>
                  <a:lnTo>
                    <a:pt x="2230570" y="15748"/>
                  </a:lnTo>
                  <a:lnTo>
                    <a:pt x="2240299" y="15303"/>
                  </a:lnTo>
                  <a:lnTo>
                    <a:pt x="2250043" y="14920"/>
                  </a:lnTo>
                  <a:lnTo>
                    <a:pt x="2259787" y="14599"/>
                  </a:lnTo>
                  <a:lnTo>
                    <a:pt x="2269531" y="14343"/>
                  </a:lnTo>
                  <a:lnTo>
                    <a:pt x="2279260" y="14148"/>
                  </a:lnTo>
                  <a:lnTo>
                    <a:pt x="2289004" y="14012"/>
                  </a:lnTo>
                  <a:lnTo>
                    <a:pt x="2298748" y="13938"/>
                  </a:lnTo>
                  <a:lnTo>
                    <a:pt x="2308492" y="13922"/>
                  </a:lnTo>
                  <a:lnTo>
                    <a:pt x="2318236" y="13962"/>
                  </a:lnTo>
                  <a:lnTo>
                    <a:pt x="2327965" y="14059"/>
                  </a:lnTo>
                  <a:lnTo>
                    <a:pt x="2337709" y="14208"/>
                  </a:lnTo>
                  <a:lnTo>
                    <a:pt x="2347453" y="14409"/>
                  </a:lnTo>
                  <a:lnTo>
                    <a:pt x="2357197" y="14661"/>
                  </a:lnTo>
                  <a:lnTo>
                    <a:pt x="2366926" y="14957"/>
                  </a:lnTo>
                  <a:lnTo>
                    <a:pt x="2376670" y="15298"/>
                  </a:lnTo>
                  <a:lnTo>
                    <a:pt x="2386413" y="15683"/>
                  </a:lnTo>
                  <a:lnTo>
                    <a:pt x="2396157" y="16103"/>
                  </a:lnTo>
                  <a:lnTo>
                    <a:pt x="2405886" y="16560"/>
                  </a:lnTo>
                  <a:lnTo>
                    <a:pt x="2415630" y="17049"/>
                  </a:lnTo>
                  <a:lnTo>
                    <a:pt x="2425374" y="17566"/>
                  </a:lnTo>
                  <a:lnTo>
                    <a:pt x="2435118" y="18108"/>
                  </a:lnTo>
                  <a:lnTo>
                    <a:pt x="2444862" y="18670"/>
                  </a:lnTo>
                  <a:lnTo>
                    <a:pt x="2454591" y="19249"/>
                  </a:lnTo>
                  <a:lnTo>
                    <a:pt x="2464335" y="19842"/>
                  </a:lnTo>
                  <a:lnTo>
                    <a:pt x="2474079" y="20443"/>
                  </a:lnTo>
                  <a:lnTo>
                    <a:pt x="2483823" y="21049"/>
                  </a:lnTo>
                  <a:lnTo>
                    <a:pt x="2493552" y="21654"/>
                  </a:lnTo>
                  <a:lnTo>
                    <a:pt x="2503296" y="22255"/>
                  </a:lnTo>
                  <a:lnTo>
                    <a:pt x="2513040" y="22848"/>
                  </a:lnTo>
                  <a:lnTo>
                    <a:pt x="2522784" y="23426"/>
                  </a:lnTo>
                  <a:lnTo>
                    <a:pt x="2532513" y="23987"/>
                  </a:lnTo>
                  <a:lnTo>
                    <a:pt x="2542257" y="24525"/>
                  </a:lnTo>
                  <a:lnTo>
                    <a:pt x="2552001" y="25036"/>
                  </a:lnTo>
                  <a:lnTo>
                    <a:pt x="2561745" y="25516"/>
                  </a:lnTo>
                  <a:lnTo>
                    <a:pt x="2571474" y="25960"/>
                  </a:lnTo>
                  <a:lnTo>
                    <a:pt x="2581218" y="26364"/>
                  </a:lnTo>
                  <a:lnTo>
                    <a:pt x="2590962" y="26724"/>
                  </a:lnTo>
                  <a:lnTo>
                    <a:pt x="2600705" y="27036"/>
                  </a:lnTo>
                  <a:lnTo>
                    <a:pt x="2610449" y="27295"/>
                  </a:lnTo>
                  <a:lnTo>
                    <a:pt x="2620178" y="27499"/>
                  </a:lnTo>
                  <a:lnTo>
                    <a:pt x="2629922" y="27644"/>
                  </a:lnTo>
                  <a:lnTo>
                    <a:pt x="2639666" y="27725"/>
                  </a:lnTo>
                  <a:lnTo>
                    <a:pt x="2649410" y="27740"/>
                  </a:lnTo>
                  <a:lnTo>
                    <a:pt x="2659139" y="27687"/>
                  </a:lnTo>
                  <a:lnTo>
                    <a:pt x="2668883" y="27563"/>
                  </a:lnTo>
                  <a:lnTo>
                    <a:pt x="2678627" y="27363"/>
                  </a:lnTo>
                  <a:lnTo>
                    <a:pt x="2688371" y="27089"/>
                  </a:lnTo>
                  <a:lnTo>
                    <a:pt x="2698100" y="26738"/>
                  </a:lnTo>
                  <a:lnTo>
                    <a:pt x="2707844" y="26307"/>
                  </a:lnTo>
                  <a:lnTo>
                    <a:pt x="2717588" y="25796"/>
                  </a:lnTo>
                  <a:lnTo>
                    <a:pt x="2727332" y="25203"/>
                  </a:lnTo>
                  <a:lnTo>
                    <a:pt x="2737076" y="24530"/>
                  </a:lnTo>
                  <a:lnTo>
                    <a:pt x="2746805" y="23774"/>
                  </a:lnTo>
                  <a:lnTo>
                    <a:pt x="2756549" y="22937"/>
                  </a:lnTo>
                  <a:lnTo>
                    <a:pt x="2766293" y="22019"/>
                  </a:lnTo>
                  <a:lnTo>
                    <a:pt x="2776037" y="21021"/>
                  </a:lnTo>
                  <a:lnTo>
                    <a:pt x="2785766" y="19944"/>
                  </a:lnTo>
                  <a:lnTo>
                    <a:pt x="2795510" y="18791"/>
                  </a:lnTo>
                  <a:lnTo>
                    <a:pt x="2805254" y="17563"/>
                  </a:lnTo>
                  <a:lnTo>
                    <a:pt x="2814998" y="16261"/>
                  </a:lnTo>
                  <a:lnTo>
                    <a:pt x="2824727" y="14890"/>
                  </a:lnTo>
                  <a:lnTo>
                    <a:pt x="2834471" y="13452"/>
                  </a:lnTo>
                  <a:lnTo>
                    <a:pt x="2844215" y="11950"/>
                  </a:lnTo>
                  <a:lnTo>
                    <a:pt x="2853958" y="10389"/>
                  </a:lnTo>
                  <a:lnTo>
                    <a:pt x="2863687" y="8771"/>
                  </a:lnTo>
                  <a:lnTo>
                    <a:pt x="2873431" y="7101"/>
                  </a:lnTo>
                  <a:lnTo>
                    <a:pt x="2883175" y="5384"/>
                  </a:lnTo>
                  <a:lnTo>
                    <a:pt x="2892919" y="3625"/>
                  </a:lnTo>
                  <a:lnTo>
                    <a:pt x="2902663" y="1828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8" name="Freeform 747">
              <a:extLst>
                <a:ext uri="{FF2B5EF4-FFF2-40B4-BE49-F238E27FC236}">
                  <a16:creationId xmlns:a16="http://schemas.microsoft.com/office/drawing/2014/main" id="{0C20235E-1D24-A96F-4E7D-1B6DF4DC5D2F}"/>
                </a:ext>
              </a:extLst>
            </p:cNvPr>
            <p:cNvSpPr/>
            <p:nvPr/>
          </p:nvSpPr>
          <p:spPr>
            <a:xfrm>
              <a:off x="576446" y="3446694"/>
              <a:ext cx="2912392" cy="342956"/>
            </a:xfrm>
            <a:custGeom>
              <a:avLst/>
              <a:gdLst>
                <a:gd name="connsiteX0" fmla="*/ 0 w 2912392"/>
                <a:gd name="connsiteY0" fmla="*/ 5592 h 342956"/>
                <a:gd name="connsiteX1" fmla="*/ 9739 w 2912392"/>
                <a:gd name="connsiteY1" fmla="*/ 7536 h 342956"/>
                <a:gd name="connsiteX2" fmla="*/ 19480 w 2912392"/>
                <a:gd name="connsiteY2" fmla="*/ 9450 h 342956"/>
                <a:gd name="connsiteX3" fmla="*/ 29221 w 2912392"/>
                <a:gd name="connsiteY3" fmla="*/ 11334 h 342956"/>
                <a:gd name="connsiteX4" fmla="*/ 38961 w 2912392"/>
                <a:gd name="connsiteY4" fmla="*/ 13189 h 342956"/>
                <a:gd name="connsiteX5" fmla="*/ 48702 w 2912392"/>
                <a:gd name="connsiteY5" fmla="*/ 15012 h 342956"/>
                <a:gd name="connsiteX6" fmla="*/ 58443 w 2912392"/>
                <a:gd name="connsiteY6" fmla="*/ 16806 h 342956"/>
                <a:gd name="connsiteX7" fmla="*/ 68182 w 2912392"/>
                <a:gd name="connsiteY7" fmla="*/ 18569 h 342956"/>
                <a:gd name="connsiteX8" fmla="*/ 77923 w 2912392"/>
                <a:gd name="connsiteY8" fmla="*/ 20300 h 342956"/>
                <a:gd name="connsiteX9" fmla="*/ 87664 w 2912392"/>
                <a:gd name="connsiteY9" fmla="*/ 21998 h 342956"/>
                <a:gd name="connsiteX10" fmla="*/ 97404 w 2912392"/>
                <a:gd name="connsiteY10" fmla="*/ 23664 h 342956"/>
                <a:gd name="connsiteX11" fmla="*/ 107145 w 2912392"/>
                <a:gd name="connsiteY11" fmla="*/ 25297 h 342956"/>
                <a:gd name="connsiteX12" fmla="*/ 116886 w 2912392"/>
                <a:gd name="connsiteY12" fmla="*/ 26894 h 342956"/>
                <a:gd name="connsiteX13" fmla="*/ 126625 w 2912392"/>
                <a:gd name="connsiteY13" fmla="*/ 28456 h 342956"/>
                <a:gd name="connsiteX14" fmla="*/ 136366 w 2912392"/>
                <a:gd name="connsiteY14" fmla="*/ 29980 h 342956"/>
                <a:gd name="connsiteX15" fmla="*/ 146107 w 2912392"/>
                <a:gd name="connsiteY15" fmla="*/ 31465 h 342956"/>
                <a:gd name="connsiteX16" fmla="*/ 155846 w 2912392"/>
                <a:gd name="connsiteY16" fmla="*/ 32912 h 342956"/>
                <a:gd name="connsiteX17" fmla="*/ 165587 w 2912392"/>
                <a:gd name="connsiteY17" fmla="*/ 34318 h 342956"/>
                <a:gd name="connsiteX18" fmla="*/ 175328 w 2912392"/>
                <a:gd name="connsiteY18" fmla="*/ 35682 h 342956"/>
                <a:gd name="connsiteX19" fmla="*/ 185068 w 2912392"/>
                <a:gd name="connsiteY19" fmla="*/ 37000 h 342956"/>
                <a:gd name="connsiteX20" fmla="*/ 194809 w 2912392"/>
                <a:gd name="connsiteY20" fmla="*/ 38274 h 342956"/>
                <a:gd name="connsiteX21" fmla="*/ 204550 w 2912392"/>
                <a:gd name="connsiteY21" fmla="*/ 39502 h 342956"/>
                <a:gd name="connsiteX22" fmla="*/ 214289 w 2912392"/>
                <a:gd name="connsiteY22" fmla="*/ 40679 h 342956"/>
                <a:gd name="connsiteX23" fmla="*/ 224030 w 2912392"/>
                <a:gd name="connsiteY23" fmla="*/ 41807 h 342956"/>
                <a:gd name="connsiteX24" fmla="*/ 233771 w 2912392"/>
                <a:gd name="connsiteY24" fmla="*/ 42881 h 342956"/>
                <a:gd name="connsiteX25" fmla="*/ 243510 w 2912392"/>
                <a:gd name="connsiteY25" fmla="*/ 43901 h 342956"/>
                <a:gd name="connsiteX26" fmla="*/ 253251 w 2912392"/>
                <a:gd name="connsiteY26" fmla="*/ 44867 h 342956"/>
                <a:gd name="connsiteX27" fmla="*/ 262992 w 2912392"/>
                <a:gd name="connsiteY27" fmla="*/ 45774 h 342956"/>
                <a:gd name="connsiteX28" fmla="*/ 272732 w 2912392"/>
                <a:gd name="connsiteY28" fmla="*/ 46623 h 342956"/>
                <a:gd name="connsiteX29" fmla="*/ 282473 w 2912392"/>
                <a:gd name="connsiteY29" fmla="*/ 47410 h 342956"/>
                <a:gd name="connsiteX30" fmla="*/ 292214 w 2912392"/>
                <a:gd name="connsiteY30" fmla="*/ 48134 h 342956"/>
                <a:gd name="connsiteX31" fmla="*/ 301953 w 2912392"/>
                <a:gd name="connsiteY31" fmla="*/ 48794 h 342956"/>
                <a:gd name="connsiteX32" fmla="*/ 311694 w 2912392"/>
                <a:gd name="connsiteY32" fmla="*/ 49389 h 342956"/>
                <a:gd name="connsiteX33" fmla="*/ 321435 w 2912392"/>
                <a:gd name="connsiteY33" fmla="*/ 49916 h 342956"/>
                <a:gd name="connsiteX34" fmla="*/ 331175 w 2912392"/>
                <a:gd name="connsiteY34" fmla="*/ 50375 h 342956"/>
                <a:gd name="connsiteX35" fmla="*/ 340916 w 2912392"/>
                <a:gd name="connsiteY35" fmla="*/ 50764 h 342956"/>
                <a:gd name="connsiteX36" fmla="*/ 350656 w 2912392"/>
                <a:gd name="connsiteY36" fmla="*/ 51081 h 342956"/>
                <a:gd name="connsiteX37" fmla="*/ 360396 w 2912392"/>
                <a:gd name="connsiteY37" fmla="*/ 51327 h 342956"/>
                <a:gd name="connsiteX38" fmla="*/ 370137 w 2912392"/>
                <a:gd name="connsiteY38" fmla="*/ 51500 h 342956"/>
                <a:gd name="connsiteX39" fmla="*/ 379878 w 2912392"/>
                <a:gd name="connsiteY39" fmla="*/ 51600 h 342956"/>
                <a:gd name="connsiteX40" fmla="*/ 389617 w 2912392"/>
                <a:gd name="connsiteY40" fmla="*/ 51625 h 342956"/>
                <a:gd name="connsiteX41" fmla="*/ 399358 w 2912392"/>
                <a:gd name="connsiteY41" fmla="*/ 51576 h 342956"/>
                <a:gd name="connsiteX42" fmla="*/ 409099 w 2912392"/>
                <a:gd name="connsiteY42" fmla="*/ 51452 h 342956"/>
                <a:gd name="connsiteX43" fmla="*/ 418839 w 2912392"/>
                <a:gd name="connsiteY43" fmla="*/ 51254 h 342956"/>
                <a:gd name="connsiteX44" fmla="*/ 428580 w 2912392"/>
                <a:gd name="connsiteY44" fmla="*/ 50981 h 342956"/>
                <a:gd name="connsiteX45" fmla="*/ 438321 w 2912392"/>
                <a:gd name="connsiteY45" fmla="*/ 50634 h 342956"/>
                <a:gd name="connsiteX46" fmla="*/ 448060 w 2912392"/>
                <a:gd name="connsiteY46" fmla="*/ 50216 h 342956"/>
                <a:gd name="connsiteX47" fmla="*/ 457801 w 2912392"/>
                <a:gd name="connsiteY47" fmla="*/ 49722 h 342956"/>
                <a:gd name="connsiteX48" fmla="*/ 467542 w 2912392"/>
                <a:gd name="connsiteY48" fmla="*/ 49159 h 342956"/>
                <a:gd name="connsiteX49" fmla="*/ 477281 w 2912392"/>
                <a:gd name="connsiteY49" fmla="*/ 48528 h 342956"/>
                <a:gd name="connsiteX50" fmla="*/ 487022 w 2912392"/>
                <a:gd name="connsiteY50" fmla="*/ 47826 h 342956"/>
                <a:gd name="connsiteX51" fmla="*/ 496763 w 2912392"/>
                <a:gd name="connsiteY51" fmla="*/ 47058 h 342956"/>
                <a:gd name="connsiteX52" fmla="*/ 506503 w 2912392"/>
                <a:gd name="connsiteY52" fmla="*/ 46226 h 342956"/>
                <a:gd name="connsiteX53" fmla="*/ 516244 w 2912392"/>
                <a:gd name="connsiteY53" fmla="*/ 45332 h 342956"/>
                <a:gd name="connsiteX54" fmla="*/ 525985 w 2912392"/>
                <a:gd name="connsiteY54" fmla="*/ 44380 h 342956"/>
                <a:gd name="connsiteX55" fmla="*/ 535724 w 2912392"/>
                <a:gd name="connsiteY55" fmla="*/ 43369 h 342956"/>
                <a:gd name="connsiteX56" fmla="*/ 545465 w 2912392"/>
                <a:gd name="connsiteY56" fmla="*/ 42306 h 342956"/>
                <a:gd name="connsiteX57" fmla="*/ 555206 w 2912392"/>
                <a:gd name="connsiteY57" fmla="*/ 41193 h 342956"/>
                <a:gd name="connsiteX58" fmla="*/ 564946 w 2912392"/>
                <a:gd name="connsiteY58" fmla="*/ 40032 h 342956"/>
                <a:gd name="connsiteX59" fmla="*/ 574687 w 2912392"/>
                <a:gd name="connsiteY59" fmla="*/ 38830 h 342956"/>
                <a:gd name="connsiteX60" fmla="*/ 584428 w 2912392"/>
                <a:gd name="connsiteY60" fmla="*/ 37587 h 342956"/>
                <a:gd name="connsiteX61" fmla="*/ 594167 w 2912392"/>
                <a:gd name="connsiteY61" fmla="*/ 36309 h 342956"/>
                <a:gd name="connsiteX62" fmla="*/ 603908 w 2912392"/>
                <a:gd name="connsiteY62" fmla="*/ 35001 h 342956"/>
                <a:gd name="connsiteX63" fmla="*/ 613649 w 2912392"/>
                <a:gd name="connsiteY63" fmla="*/ 33667 h 342956"/>
                <a:gd name="connsiteX64" fmla="*/ 623388 w 2912392"/>
                <a:gd name="connsiteY64" fmla="*/ 32311 h 342956"/>
                <a:gd name="connsiteX65" fmla="*/ 633129 w 2912392"/>
                <a:gd name="connsiteY65" fmla="*/ 30938 h 342956"/>
                <a:gd name="connsiteX66" fmla="*/ 642870 w 2912392"/>
                <a:gd name="connsiteY66" fmla="*/ 29554 h 342956"/>
                <a:gd name="connsiteX67" fmla="*/ 652610 w 2912392"/>
                <a:gd name="connsiteY67" fmla="*/ 28162 h 342956"/>
                <a:gd name="connsiteX68" fmla="*/ 662351 w 2912392"/>
                <a:gd name="connsiteY68" fmla="*/ 26769 h 342956"/>
                <a:gd name="connsiteX69" fmla="*/ 672092 w 2912392"/>
                <a:gd name="connsiteY69" fmla="*/ 25380 h 342956"/>
                <a:gd name="connsiteX70" fmla="*/ 681831 w 2912392"/>
                <a:gd name="connsiteY70" fmla="*/ 23999 h 342956"/>
                <a:gd name="connsiteX71" fmla="*/ 691572 w 2912392"/>
                <a:gd name="connsiteY71" fmla="*/ 22635 h 342956"/>
                <a:gd name="connsiteX72" fmla="*/ 701313 w 2912392"/>
                <a:gd name="connsiteY72" fmla="*/ 21288 h 342956"/>
                <a:gd name="connsiteX73" fmla="*/ 711052 w 2912392"/>
                <a:gd name="connsiteY73" fmla="*/ 19966 h 342956"/>
                <a:gd name="connsiteX74" fmla="*/ 720793 w 2912392"/>
                <a:gd name="connsiteY74" fmla="*/ 18676 h 342956"/>
                <a:gd name="connsiteX75" fmla="*/ 730534 w 2912392"/>
                <a:gd name="connsiteY75" fmla="*/ 17421 h 342956"/>
                <a:gd name="connsiteX76" fmla="*/ 740274 w 2912392"/>
                <a:gd name="connsiteY76" fmla="*/ 16209 h 342956"/>
                <a:gd name="connsiteX77" fmla="*/ 750015 w 2912392"/>
                <a:gd name="connsiteY77" fmla="*/ 15042 h 342956"/>
                <a:gd name="connsiteX78" fmla="*/ 759756 w 2912392"/>
                <a:gd name="connsiteY78" fmla="*/ 13928 h 342956"/>
                <a:gd name="connsiteX79" fmla="*/ 769495 w 2912392"/>
                <a:gd name="connsiteY79" fmla="*/ 12871 h 342956"/>
                <a:gd name="connsiteX80" fmla="*/ 779236 w 2912392"/>
                <a:gd name="connsiteY80" fmla="*/ 11876 h 342956"/>
                <a:gd name="connsiteX81" fmla="*/ 788977 w 2912392"/>
                <a:gd name="connsiteY81" fmla="*/ 10948 h 342956"/>
                <a:gd name="connsiteX82" fmla="*/ 798717 w 2912392"/>
                <a:gd name="connsiteY82" fmla="*/ 10091 h 342956"/>
                <a:gd name="connsiteX83" fmla="*/ 808458 w 2912392"/>
                <a:gd name="connsiteY83" fmla="*/ 9312 h 342956"/>
                <a:gd name="connsiteX84" fmla="*/ 818199 w 2912392"/>
                <a:gd name="connsiteY84" fmla="*/ 8613 h 342956"/>
                <a:gd name="connsiteX85" fmla="*/ 827938 w 2912392"/>
                <a:gd name="connsiteY85" fmla="*/ 8001 h 342956"/>
                <a:gd name="connsiteX86" fmla="*/ 837679 w 2912392"/>
                <a:gd name="connsiteY86" fmla="*/ 7476 h 342956"/>
                <a:gd name="connsiteX87" fmla="*/ 847420 w 2912392"/>
                <a:gd name="connsiteY87" fmla="*/ 7046 h 342956"/>
                <a:gd name="connsiteX88" fmla="*/ 857159 w 2912392"/>
                <a:gd name="connsiteY88" fmla="*/ 6712 h 342956"/>
                <a:gd name="connsiteX89" fmla="*/ 866900 w 2912392"/>
                <a:gd name="connsiteY89" fmla="*/ 6478 h 342956"/>
                <a:gd name="connsiteX90" fmla="*/ 876641 w 2912392"/>
                <a:gd name="connsiteY90" fmla="*/ 6349 h 342956"/>
                <a:gd name="connsiteX91" fmla="*/ 886381 w 2912392"/>
                <a:gd name="connsiteY91" fmla="*/ 6325 h 342956"/>
                <a:gd name="connsiteX92" fmla="*/ 896122 w 2912392"/>
                <a:gd name="connsiteY92" fmla="*/ 6410 h 342956"/>
                <a:gd name="connsiteX93" fmla="*/ 905863 w 2912392"/>
                <a:gd name="connsiteY93" fmla="*/ 6605 h 342956"/>
                <a:gd name="connsiteX94" fmla="*/ 915602 w 2912392"/>
                <a:gd name="connsiteY94" fmla="*/ 6915 h 342956"/>
                <a:gd name="connsiteX95" fmla="*/ 925343 w 2912392"/>
                <a:gd name="connsiteY95" fmla="*/ 7338 h 342956"/>
                <a:gd name="connsiteX96" fmla="*/ 935084 w 2912392"/>
                <a:gd name="connsiteY96" fmla="*/ 7879 h 342956"/>
                <a:gd name="connsiteX97" fmla="*/ 944824 w 2912392"/>
                <a:gd name="connsiteY97" fmla="*/ 8537 h 342956"/>
                <a:gd name="connsiteX98" fmla="*/ 954564 w 2912392"/>
                <a:gd name="connsiteY98" fmla="*/ 9315 h 342956"/>
                <a:gd name="connsiteX99" fmla="*/ 964305 w 2912392"/>
                <a:gd name="connsiteY99" fmla="*/ 10212 h 342956"/>
                <a:gd name="connsiteX100" fmla="*/ 974045 w 2912392"/>
                <a:gd name="connsiteY100" fmla="*/ 11228 h 342956"/>
                <a:gd name="connsiteX101" fmla="*/ 983786 w 2912392"/>
                <a:gd name="connsiteY101" fmla="*/ 12363 h 342956"/>
                <a:gd name="connsiteX102" fmla="*/ 993522 w 2912392"/>
                <a:gd name="connsiteY102" fmla="*/ 13619 h 342956"/>
                <a:gd name="connsiteX103" fmla="*/ 1003266 w 2912392"/>
                <a:gd name="connsiteY103" fmla="*/ 14994 h 342956"/>
                <a:gd name="connsiteX104" fmla="*/ 1013010 w 2912392"/>
                <a:gd name="connsiteY104" fmla="*/ 16487 h 342956"/>
                <a:gd name="connsiteX105" fmla="*/ 1022754 w 2912392"/>
                <a:gd name="connsiteY105" fmla="*/ 18098 h 342956"/>
                <a:gd name="connsiteX106" fmla="*/ 1032483 w 2912392"/>
                <a:gd name="connsiteY106" fmla="*/ 19825 h 342956"/>
                <a:gd name="connsiteX107" fmla="*/ 1042227 w 2912392"/>
                <a:gd name="connsiteY107" fmla="*/ 21666 h 342956"/>
                <a:gd name="connsiteX108" fmla="*/ 1051971 w 2912392"/>
                <a:gd name="connsiteY108" fmla="*/ 23621 h 342956"/>
                <a:gd name="connsiteX109" fmla="*/ 1061715 w 2912392"/>
                <a:gd name="connsiteY109" fmla="*/ 25686 h 342956"/>
                <a:gd name="connsiteX110" fmla="*/ 1071444 w 2912392"/>
                <a:gd name="connsiteY110" fmla="*/ 27861 h 342956"/>
                <a:gd name="connsiteX111" fmla="*/ 1081188 w 2912392"/>
                <a:gd name="connsiteY111" fmla="*/ 30144 h 342956"/>
                <a:gd name="connsiteX112" fmla="*/ 1090932 w 2912392"/>
                <a:gd name="connsiteY112" fmla="*/ 32529 h 342956"/>
                <a:gd name="connsiteX113" fmla="*/ 1100676 w 2912392"/>
                <a:gd name="connsiteY113" fmla="*/ 35017 h 342956"/>
                <a:gd name="connsiteX114" fmla="*/ 1110405 w 2912392"/>
                <a:gd name="connsiteY114" fmla="*/ 37604 h 342956"/>
                <a:gd name="connsiteX115" fmla="*/ 1120149 w 2912392"/>
                <a:gd name="connsiteY115" fmla="*/ 40285 h 342956"/>
                <a:gd name="connsiteX116" fmla="*/ 1129893 w 2912392"/>
                <a:gd name="connsiteY116" fmla="*/ 43061 h 342956"/>
                <a:gd name="connsiteX117" fmla="*/ 1139637 w 2912392"/>
                <a:gd name="connsiteY117" fmla="*/ 45926 h 342956"/>
                <a:gd name="connsiteX118" fmla="*/ 1149381 w 2912392"/>
                <a:gd name="connsiteY118" fmla="*/ 48879 h 342956"/>
                <a:gd name="connsiteX119" fmla="*/ 1159110 w 2912392"/>
                <a:gd name="connsiteY119" fmla="*/ 51914 h 342956"/>
                <a:gd name="connsiteX120" fmla="*/ 1168854 w 2912392"/>
                <a:gd name="connsiteY120" fmla="*/ 55029 h 342956"/>
                <a:gd name="connsiteX121" fmla="*/ 1178598 w 2912392"/>
                <a:gd name="connsiteY121" fmla="*/ 58221 h 342956"/>
                <a:gd name="connsiteX122" fmla="*/ 1188341 w 2912392"/>
                <a:gd name="connsiteY122" fmla="*/ 61485 h 342956"/>
                <a:gd name="connsiteX123" fmla="*/ 1198070 w 2912392"/>
                <a:gd name="connsiteY123" fmla="*/ 64821 h 342956"/>
                <a:gd name="connsiteX124" fmla="*/ 1207814 w 2912392"/>
                <a:gd name="connsiteY124" fmla="*/ 68221 h 342956"/>
                <a:gd name="connsiteX125" fmla="*/ 1217558 w 2912392"/>
                <a:gd name="connsiteY125" fmla="*/ 71685 h 342956"/>
                <a:gd name="connsiteX126" fmla="*/ 1227302 w 2912392"/>
                <a:gd name="connsiteY126" fmla="*/ 75209 h 342956"/>
                <a:gd name="connsiteX127" fmla="*/ 1237031 w 2912392"/>
                <a:gd name="connsiteY127" fmla="*/ 78789 h 342956"/>
                <a:gd name="connsiteX128" fmla="*/ 1246775 w 2912392"/>
                <a:gd name="connsiteY128" fmla="*/ 82421 h 342956"/>
                <a:gd name="connsiteX129" fmla="*/ 1256519 w 2912392"/>
                <a:gd name="connsiteY129" fmla="*/ 86103 h 342956"/>
                <a:gd name="connsiteX130" fmla="*/ 1266263 w 2912392"/>
                <a:gd name="connsiteY130" fmla="*/ 89832 h 342956"/>
                <a:gd name="connsiteX131" fmla="*/ 1276007 w 2912392"/>
                <a:gd name="connsiteY131" fmla="*/ 93603 h 342956"/>
                <a:gd name="connsiteX132" fmla="*/ 1285736 w 2912392"/>
                <a:gd name="connsiteY132" fmla="*/ 97416 h 342956"/>
                <a:gd name="connsiteX133" fmla="*/ 1295480 w 2912392"/>
                <a:gd name="connsiteY133" fmla="*/ 101265 h 342956"/>
                <a:gd name="connsiteX134" fmla="*/ 1305224 w 2912392"/>
                <a:gd name="connsiteY134" fmla="*/ 105150 h 342956"/>
                <a:gd name="connsiteX135" fmla="*/ 1314968 w 2912392"/>
                <a:gd name="connsiteY135" fmla="*/ 109067 h 342956"/>
                <a:gd name="connsiteX136" fmla="*/ 1324697 w 2912392"/>
                <a:gd name="connsiteY136" fmla="*/ 113012 h 342956"/>
                <a:gd name="connsiteX137" fmla="*/ 1334441 w 2912392"/>
                <a:gd name="connsiteY137" fmla="*/ 116985 h 342956"/>
                <a:gd name="connsiteX138" fmla="*/ 1344185 w 2912392"/>
                <a:gd name="connsiteY138" fmla="*/ 120983 h 342956"/>
                <a:gd name="connsiteX139" fmla="*/ 1353929 w 2912392"/>
                <a:gd name="connsiteY139" fmla="*/ 125002 h 342956"/>
                <a:gd name="connsiteX140" fmla="*/ 1363658 w 2912392"/>
                <a:gd name="connsiteY140" fmla="*/ 129042 h 342956"/>
                <a:gd name="connsiteX141" fmla="*/ 1373402 w 2912392"/>
                <a:gd name="connsiteY141" fmla="*/ 133100 h 342956"/>
                <a:gd name="connsiteX142" fmla="*/ 1383146 w 2912392"/>
                <a:gd name="connsiteY142" fmla="*/ 137175 h 342956"/>
                <a:gd name="connsiteX143" fmla="*/ 1392890 w 2912392"/>
                <a:gd name="connsiteY143" fmla="*/ 141263 h 342956"/>
                <a:gd name="connsiteX144" fmla="*/ 1402619 w 2912392"/>
                <a:gd name="connsiteY144" fmla="*/ 145365 h 342956"/>
                <a:gd name="connsiteX145" fmla="*/ 1412363 w 2912392"/>
                <a:gd name="connsiteY145" fmla="*/ 149477 h 342956"/>
                <a:gd name="connsiteX146" fmla="*/ 1422106 w 2912392"/>
                <a:gd name="connsiteY146" fmla="*/ 153600 h 342956"/>
                <a:gd name="connsiteX147" fmla="*/ 1431850 w 2912392"/>
                <a:gd name="connsiteY147" fmla="*/ 157731 h 342956"/>
                <a:gd name="connsiteX148" fmla="*/ 1441594 w 2912392"/>
                <a:gd name="connsiteY148" fmla="*/ 161867 h 342956"/>
                <a:gd name="connsiteX149" fmla="*/ 1451323 w 2912392"/>
                <a:gd name="connsiteY149" fmla="*/ 166010 h 342956"/>
                <a:gd name="connsiteX150" fmla="*/ 1461067 w 2912392"/>
                <a:gd name="connsiteY150" fmla="*/ 170157 h 342956"/>
                <a:gd name="connsiteX151" fmla="*/ 1470811 w 2912392"/>
                <a:gd name="connsiteY151" fmla="*/ 174306 h 342956"/>
                <a:gd name="connsiteX152" fmla="*/ 1480555 w 2912392"/>
                <a:gd name="connsiteY152" fmla="*/ 178459 h 342956"/>
                <a:gd name="connsiteX153" fmla="*/ 1490284 w 2912392"/>
                <a:gd name="connsiteY153" fmla="*/ 182611 h 342956"/>
                <a:gd name="connsiteX154" fmla="*/ 1500028 w 2912392"/>
                <a:gd name="connsiteY154" fmla="*/ 186762 h 342956"/>
                <a:gd name="connsiteX155" fmla="*/ 1509772 w 2912392"/>
                <a:gd name="connsiteY155" fmla="*/ 190911 h 342956"/>
                <a:gd name="connsiteX156" fmla="*/ 1519516 w 2912392"/>
                <a:gd name="connsiteY156" fmla="*/ 195058 h 342956"/>
                <a:gd name="connsiteX157" fmla="*/ 1529245 w 2912392"/>
                <a:gd name="connsiteY157" fmla="*/ 199199 h 342956"/>
                <a:gd name="connsiteX158" fmla="*/ 1538989 w 2912392"/>
                <a:gd name="connsiteY158" fmla="*/ 203337 h 342956"/>
                <a:gd name="connsiteX159" fmla="*/ 1548733 w 2912392"/>
                <a:gd name="connsiteY159" fmla="*/ 207467 h 342956"/>
                <a:gd name="connsiteX160" fmla="*/ 1558477 w 2912392"/>
                <a:gd name="connsiteY160" fmla="*/ 211588 h 342956"/>
                <a:gd name="connsiteX161" fmla="*/ 1568221 w 2912392"/>
                <a:gd name="connsiteY161" fmla="*/ 215700 h 342956"/>
                <a:gd name="connsiteX162" fmla="*/ 1577950 w 2912392"/>
                <a:gd name="connsiteY162" fmla="*/ 219802 h 342956"/>
                <a:gd name="connsiteX163" fmla="*/ 1587694 w 2912392"/>
                <a:gd name="connsiteY163" fmla="*/ 223889 h 342956"/>
                <a:gd name="connsiteX164" fmla="*/ 1597438 w 2912392"/>
                <a:gd name="connsiteY164" fmla="*/ 227962 h 342956"/>
                <a:gd name="connsiteX165" fmla="*/ 1607182 w 2912392"/>
                <a:gd name="connsiteY165" fmla="*/ 232019 h 342956"/>
                <a:gd name="connsiteX166" fmla="*/ 1616911 w 2912392"/>
                <a:gd name="connsiteY166" fmla="*/ 236057 h 342956"/>
                <a:gd name="connsiteX167" fmla="*/ 1626655 w 2912392"/>
                <a:gd name="connsiteY167" fmla="*/ 240075 h 342956"/>
                <a:gd name="connsiteX168" fmla="*/ 1636399 w 2912392"/>
                <a:gd name="connsiteY168" fmla="*/ 244069 h 342956"/>
                <a:gd name="connsiteX169" fmla="*/ 1646142 w 2912392"/>
                <a:gd name="connsiteY169" fmla="*/ 248038 h 342956"/>
                <a:gd name="connsiteX170" fmla="*/ 1655872 w 2912392"/>
                <a:gd name="connsiteY170" fmla="*/ 251979 h 342956"/>
                <a:gd name="connsiteX171" fmla="*/ 1665616 w 2912392"/>
                <a:gd name="connsiteY171" fmla="*/ 255889 h 342956"/>
                <a:gd name="connsiteX172" fmla="*/ 1675359 w 2912392"/>
                <a:gd name="connsiteY172" fmla="*/ 259765 h 342956"/>
                <a:gd name="connsiteX173" fmla="*/ 1685103 w 2912392"/>
                <a:gd name="connsiteY173" fmla="*/ 263606 h 342956"/>
                <a:gd name="connsiteX174" fmla="*/ 1694832 w 2912392"/>
                <a:gd name="connsiteY174" fmla="*/ 267407 h 342956"/>
                <a:gd name="connsiteX175" fmla="*/ 1704576 w 2912392"/>
                <a:gd name="connsiteY175" fmla="*/ 271164 h 342956"/>
                <a:gd name="connsiteX176" fmla="*/ 1714320 w 2912392"/>
                <a:gd name="connsiteY176" fmla="*/ 274874 h 342956"/>
                <a:gd name="connsiteX177" fmla="*/ 1724064 w 2912392"/>
                <a:gd name="connsiteY177" fmla="*/ 278535 h 342956"/>
                <a:gd name="connsiteX178" fmla="*/ 1733808 w 2912392"/>
                <a:gd name="connsiteY178" fmla="*/ 282141 h 342956"/>
                <a:gd name="connsiteX179" fmla="*/ 1743537 w 2912392"/>
                <a:gd name="connsiteY179" fmla="*/ 285690 h 342956"/>
                <a:gd name="connsiteX180" fmla="*/ 1753281 w 2912392"/>
                <a:gd name="connsiteY180" fmla="*/ 289174 h 342956"/>
                <a:gd name="connsiteX181" fmla="*/ 1763025 w 2912392"/>
                <a:gd name="connsiteY181" fmla="*/ 292594 h 342956"/>
                <a:gd name="connsiteX182" fmla="*/ 1772769 w 2912392"/>
                <a:gd name="connsiteY182" fmla="*/ 295943 h 342956"/>
                <a:gd name="connsiteX183" fmla="*/ 1782498 w 2912392"/>
                <a:gd name="connsiteY183" fmla="*/ 299216 h 342956"/>
                <a:gd name="connsiteX184" fmla="*/ 1792242 w 2912392"/>
                <a:gd name="connsiteY184" fmla="*/ 302409 h 342956"/>
                <a:gd name="connsiteX185" fmla="*/ 1801986 w 2912392"/>
                <a:gd name="connsiteY185" fmla="*/ 305519 h 342956"/>
                <a:gd name="connsiteX186" fmla="*/ 1811730 w 2912392"/>
                <a:gd name="connsiteY186" fmla="*/ 308537 h 342956"/>
                <a:gd name="connsiteX187" fmla="*/ 1821459 w 2912392"/>
                <a:gd name="connsiteY187" fmla="*/ 311463 h 342956"/>
                <a:gd name="connsiteX188" fmla="*/ 1831203 w 2912392"/>
                <a:gd name="connsiteY188" fmla="*/ 314290 h 342956"/>
                <a:gd name="connsiteX189" fmla="*/ 1840947 w 2912392"/>
                <a:gd name="connsiteY189" fmla="*/ 317013 h 342956"/>
                <a:gd name="connsiteX190" fmla="*/ 1850691 w 2912392"/>
                <a:gd name="connsiteY190" fmla="*/ 319628 h 342956"/>
                <a:gd name="connsiteX191" fmla="*/ 1860435 w 2912392"/>
                <a:gd name="connsiteY191" fmla="*/ 322129 h 342956"/>
                <a:gd name="connsiteX192" fmla="*/ 1870164 w 2912392"/>
                <a:gd name="connsiteY192" fmla="*/ 324512 h 342956"/>
                <a:gd name="connsiteX193" fmla="*/ 1879908 w 2912392"/>
                <a:gd name="connsiteY193" fmla="*/ 326770 h 342956"/>
                <a:gd name="connsiteX194" fmla="*/ 1889652 w 2912392"/>
                <a:gd name="connsiteY194" fmla="*/ 328902 h 342956"/>
                <a:gd name="connsiteX195" fmla="*/ 1899395 w 2912392"/>
                <a:gd name="connsiteY195" fmla="*/ 330900 h 342956"/>
                <a:gd name="connsiteX196" fmla="*/ 1909124 w 2912392"/>
                <a:gd name="connsiteY196" fmla="*/ 332761 h 342956"/>
                <a:gd name="connsiteX197" fmla="*/ 1918868 w 2912392"/>
                <a:gd name="connsiteY197" fmla="*/ 334481 h 342956"/>
                <a:gd name="connsiteX198" fmla="*/ 1928612 w 2912392"/>
                <a:gd name="connsiteY198" fmla="*/ 336053 h 342956"/>
                <a:gd name="connsiteX199" fmla="*/ 1938356 w 2912392"/>
                <a:gd name="connsiteY199" fmla="*/ 337475 h 342956"/>
                <a:gd name="connsiteX200" fmla="*/ 1948085 w 2912392"/>
                <a:gd name="connsiteY200" fmla="*/ 338742 h 342956"/>
                <a:gd name="connsiteX201" fmla="*/ 1957829 w 2912392"/>
                <a:gd name="connsiteY201" fmla="*/ 339849 h 342956"/>
                <a:gd name="connsiteX202" fmla="*/ 1967573 w 2912392"/>
                <a:gd name="connsiteY202" fmla="*/ 340795 h 342956"/>
                <a:gd name="connsiteX203" fmla="*/ 1977317 w 2912392"/>
                <a:gd name="connsiteY203" fmla="*/ 341573 h 342956"/>
                <a:gd name="connsiteX204" fmla="*/ 1987046 w 2912392"/>
                <a:gd name="connsiteY204" fmla="*/ 342182 h 342956"/>
                <a:gd name="connsiteX205" fmla="*/ 1996790 w 2912392"/>
                <a:gd name="connsiteY205" fmla="*/ 342617 h 342956"/>
                <a:gd name="connsiteX206" fmla="*/ 2006534 w 2912392"/>
                <a:gd name="connsiteY206" fmla="*/ 342876 h 342956"/>
                <a:gd name="connsiteX207" fmla="*/ 2016278 w 2912392"/>
                <a:gd name="connsiteY207" fmla="*/ 342957 h 342956"/>
                <a:gd name="connsiteX208" fmla="*/ 2026022 w 2912392"/>
                <a:gd name="connsiteY208" fmla="*/ 342857 h 342956"/>
                <a:gd name="connsiteX209" fmla="*/ 2035751 w 2912392"/>
                <a:gd name="connsiteY209" fmla="*/ 342574 h 342956"/>
                <a:gd name="connsiteX210" fmla="*/ 2045495 w 2912392"/>
                <a:gd name="connsiteY210" fmla="*/ 342105 h 342956"/>
                <a:gd name="connsiteX211" fmla="*/ 2055239 w 2912392"/>
                <a:gd name="connsiteY211" fmla="*/ 341447 h 342956"/>
                <a:gd name="connsiteX212" fmla="*/ 2064983 w 2912392"/>
                <a:gd name="connsiteY212" fmla="*/ 340603 h 342956"/>
                <a:gd name="connsiteX213" fmla="*/ 2074712 w 2912392"/>
                <a:gd name="connsiteY213" fmla="*/ 339570 h 342956"/>
                <a:gd name="connsiteX214" fmla="*/ 2084456 w 2912392"/>
                <a:gd name="connsiteY214" fmla="*/ 338345 h 342956"/>
                <a:gd name="connsiteX215" fmla="*/ 2094200 w 2912392"/>
                <a:gd name="connsiteY215" fmla="*/ 336932 h 342956"/>
                <a:gd name="connsiteX216" fmla="*/ 2103944 w 2912392"/>
                <a:gd name="connsiteY216" fmla="*/ 335327 h 342956"/>
                <a:gd name="connsiteX217" fmla="*/ 2113673 w 2912392"/>
                <a:gd name="connsiteY217" fmla="*/ 333532 h 342956"/>
                <a:gd name="connsiteX218" fmla="*/ 2123417 w 2912392"/>
                <a:gd name="connsiteY218" fmla="*/ 331547 h 342956"/>
                <a:gd name="connsiteX219" fmla="*/ 2133161 w 2912392"/>
                <a:gd name="connsiteY219" fmla="*/ 329375 h 342956"/>
                <a:gd name="connsiteX220" fmla="*/ 2142905 w 2912392"/>
                <a:gd name="connsiteY220" fmla="*/ 327013 h 342956"/>
                <a:gd name="connsiteX221" fmla="*/ 2152649 w 2912392"/>
                <a:gd name="connsiteY221" fmla="*/ 324466 h 342956"/>
                <a:gd name="connsiteX222" fmla="*/ 2162377 w 2912392"/>
                <a:gd name="connsiteY222" fmla="*/ 321735 h 342956"/>
                <a:gd name="connsiteX223" fmla="*/ 2172121 w 2912392"/>
                <a:gd name="connsiteY223" fmla="*/ 318822 h 342956"/>
                <a:gd name="connsiteX224" fmla="*/ 2181865 w 2912392"/>
                <a:gd name="connsiteY224" fmla="*/ 315729 h 342956"/>
                <a:gd name="connsiteX225" fmla="*/ 2191609 w 2912392"/>
                <a:gd name="connsiteY225" fmla="*/ 312458 h 342956"/>
                <a:gd name="connsiteX226" fmla="*/ 2201338 w 2912392"/>
                <a:gd name="connsiteY226" fmla="*/ 309015 h 342956"/>
                <a:gd name="connsiteX227" fmla="*/ 2211082 w 2912392"/>
                <a:gd name="connsiteY227" fmla="*/ 305402 h 342956"/>
                <a:gd name="connsiteX228" fmla="*/ 2220826 w 2912392"/>
                <a:gd name="connsiteY228" fmla="*/ 301621 h 342956"/>
                <a:gd name="connsiteX229" fmla="*/ 2230570 w 2912392"/>
                <a:gd name="connsiteY229" fmla="*/ 297679 h 342956"/>
                <a:gd name="connsiteX230" fmla="*/ 2240299 w 2912392"/>
                <a:gd name="connsiteY230" fmla="*/ 293577 h 342956"/>
                <a:gd name="connsiteX231" fmla="*/ 2250043 w 2912392"/>
                <a:gd name="connsiteY231" fmla="*/ 289322 h 342956"/>
                <a:gd name="connsiteX232" fmla="*/ 2259787 w 2912392"/>
                <a:gd name="connsiteY232" fmla="*/ 284918 h 342956"/>
                <a:gd name="connsiteX233" fmla="*/ 2269531 w 2912392"/>
                <a:gd name="connsiteY233" fmla="*/ 280369 h 342956"/>
                <a:gd name="connsiteX234" fmla="*/ 2279260 w 2912392"/>
                <a:gd name="connsiteY234" fmla="*/ 275682 h 342956"/>
                <a:gd name="connsiteX235" fmla="*/ 2289004 w 2912392"/>
                <a:gd name="connsiteY235" fmla="*/ 270861 h 342956"/>
                <a:gd name="connsiteX236" fmla="*/ 2298748 w 2912392"/>
                <a:gd name="connsiteY236" fmla="*/ 265913 h 342956"/>
                <a:gd name="connsiteX237" fmla="*/ 2308492 w 2912392"/>
                <a:gd name="connsiteY237" fmla="*/ 260842 h 342956"/>
                <a:gd name="connsiteX238" fmla="*/ 2318236 w 2912392"/>
                <a:gd name="connsiteY238" fmla="*/ 255656 h 342956"/>
                <a:gd name="connsiteX239" fmla="*/ 2327965 w 2912392"/>
                <a:gd name="connsiteY239" fmla="*/ 250361 h 342956"/>
                <a:gd name="connsiteX240" fmla="*/ 2337709 w 2912392"/>
                <a:gd name="connsiteY240" fmla="*/ 244962 h 342956"/>
                <a:gd name="connsiteX241" fmla="*/ 2347453 w 2912392"/>
                <a:gd name="connsiteY241" fmla="*/ 239468 h 342956"/>
                <a:gd name="connsiteX242" fmla="*/ 2357197 w 2912392"/>
                <a:gd name="connsiteY242" fmla="*/ 233884 h 342956"/>
                <a:gd name="connsiteX243" fmla="*/ 2366926 w 2912392"/>
                <a:gd name="connsiteY243" fmla="*/ 228217 h 342956"/>
                <a:gd name="connsiteX244" fmla="*/ 2376670 w 2912392"/>
                <a:gd name="connsiteY244" fmla="*/ 222475 h 342956"/>
                <a:gd name="connsiteX245" fmla="*/ 2386413 w 2912392"/>
                <a:gd name="connsiteY245" fmla="*/ 216664 h 342956"/>
                <a:gd name="connsiteX246" fmla="*/ 2396157 w 2912392"/>
                <a:gd name="connsiteY246" fmla="*/ 210794 h 342956"/>
                <a:gd name="connsiteX247" fmla="*/ 2405886 w 2912392"/>
                <a:gd name="connsiteY247" fmla="*/ 204868 h 342956"/>
                <a:gd name="connsiteX248" fmla="*/ 2415630 w 2912392"/>
                <a:gd name="connsiteY248" fmla="*/ 198897 h 342956"/>
                <a:gd name="connsiteX249" fmla="*/ 2425374 w 2912392"/>
                <a:gd name="connsiteY249" fmla="*/ 192887 h 342956"/>
                <a:gd name="connsiteX250" fmla="*/ 2435118 w 2912392"/>
                <a:gd name="connsiteY250" fmla="*/ 186845 h 342956"/>
                <a:gd name="connsiteX251" fmla="*/ 2444862 w 2912392"/>
                <a:gd name="connsiteY251" fmla="*/ 180780 h 342956"/>
                <a:gd name="connsiteX252" fmla="*/ 2454591 w 2912392"/>
                <a:gd name="connsiteY252" fmla="*/ 174700 h 342956"/>
                <a:gd name="connsiteX253" fmla="*/ 2464335 w 2912392"/>
                <a:gd name="connsiteY253" fmla="*/ 168610 h 342956"/>
                <a:gd name="connsiteX254" fmla="*/ 2474079 w 2912392"/>
                <a:gd name="connsiteY254" fmla="*/ 162523 h 342956"/>
                <a:gd name="connsiteX255" fmla="*/ 2483823 w 2912392"/>
                <a:gd name="connsiteY255" fmla="*/ 156441 h 342956"/>
                <a:gd name="connsiteX256" fmla="*/ 2493552 w 2912392"/>
                <a:gd name="connsiteY256" fmla="*/ 150374 h 342956"/>
                <a:gd name="connsiteX257" fmla="*/ 2503296 w 2912392"/>
                <a:gd name="connsiteY257" fmla="*/ 144331 h 342956"/>
                <a:gd name="connsiteX258" fmla="*/ 2513040 w 2912392"/>
                <a:gd name="connsiteY258" fmla="*/ 138318 h 342956"/>
                <a:gd name="connsiteX259" fmla="*/ 2522784 w 2912392"/>
                <a:gd name="connsiteY259" fmla="*/ 132343 h 342956"/>
                <a:gd name="connsiteX260" fmla="*/ 2532513 w 2912392"/>
                <a:gd name="connsiteY260" fmla="*/ 126415 h 342956"/>
                <a:gd name="connsiteX261" fmla="*/ 2542257 w 2912392"/>
                <a:gd name="connsiteY261" fmla="*/ 120540 h 342956"/>
                <a:gd name="connsiteX262" fmla="*/ 2552001 w 2912392"/>
                <a:gd name="connsiteY262" fmla="*/ 114727 h 342956"/>
                <a:gd name="connsiteX263" fmla="*/ 2561745 w 2912392"/>
                <a:gd name="connsiteY263" fmla="*/ 108982 h 342956"/>
                <a:gd name="connsiteX264" fmla="*/ 2571474 w 2912392"/>
                <a:gd name="connsiteY264" fmla="*/ 103313 h 342956"/>
                <a:gd name="connsiteX265" fmla="*/ 2581218 w 2912392"/>
                <a:gd name="connsiteY265" fmla="*/ 97727 h 342956"/>
                <a:gd name="connsiteX266" fmla="*/ 2590962 w 2912392"/>
                <a:gd name="connsiteY266" fmla="*/ 92232 h 342956"/>
                <a:gd name="connsiteX267" fmla="*/ 2600705 w 2912392"/>
                <a:gd name="connsiteY267" fmla="*/ 86836 h 342956"/>
                <a:gd name="connsiteX268" fmla="*/ 2610449 w 2912392"/>
                <a:gd name="connsiteY268" fmla="*/ 81544 h 342956"/>
                <a:gd name="connsiteX269" fmla="*/ 2620178 w 2912392"/>
                <a:gd name="connsiteY269" fmla="*/ 76363 h 342956"/>
                <a:gd name="connsiteX270" fmla="*/ 2629922 w 2912392"/>
                <a:gd name="connsiteY270" fmla="*/ 71302 h 342956"/>
                <a:gd name="connsiteX271" fmla="*/ 2639666 w 2912392"/>
                <a:gd name="connsiteY271" fmla="*/ 66368 h 342956"/>
                <a:gd name="connsiteX272" fmla="*/ 2649410 w 2912392"/>
                <a:gd name="connsiteY272" fmla="*/ 61563 h 342956"/>
                <a:gd name="connsiteX273" fmla="*/ 2659139 w 2912392"/>
                <a:gd name="connsiteY273" fmla="*/ 56898 h 342956"/>
                <a:gd name="connsiteX274" fmla="*/ 2668883 w 2912392"/>
                <a:gd name="connsiteY274" fmla="*/ 52377 h 342956"/>
                <a:gd name="connsiteX275" fmla="*/ 2678627 w 2912392"/>
                <a:gd name="connsiteY275" fmla="*/ 48008 h 342956"/>
                <a:gd name="connsiteX276" fmla="*/ 2688371 w 2912392"/>
                <a:gd name="connsiteY276" fmla="*/ 43796 h 342956"/>
                <a:gd name="connsiteX277" fmla="*/ 2698100 w 2912392"/>
                <a:gd name="connsiteY277" fmla="*/ 39745 h 342956"/>
                <a:gd name="connsiteX278" fmla="*/ 2707844 w 2912392"/>
                <a:gd name="connsiteY278" fmla="*/ 35863 h 342956"/>
                <a:gd name="connsiteX279" fmla="*/ 2717588 w 2912392"/>
                <a:gd name="connsiteY279" fmla="*/ 32155 h 342956"/>
                <a:gd name="connsiteX280" fmla="*/ 2727332 w 2912392"/>
                <a:gd name="connsiteY280" fmla="*/ 28625 h 342956"/>
                <a:gd name="connsiteX281" fmla="*/ 2737076 w 2912392"/>
                <a:gd name="connsiteY281" fmla="*/ 25281 h 342956"/>
                <a:gd name="connsiteX282" fmla="*/ 2746805 w 2912392"/>
                <a:gd name="connsiteY282" fmla="*/ 22125 h 342956"/>
                <a:gd name="connsiteX283" fmla="*/ 2756549 w 2912392"/>
                <a:gd name="connsiteY283" fmla="*/ 19162 h 342956"/>
                <a:gd name="connsiteX284" fmla="*/ 2766293 w 2912392"/>
                <a:gd name="connsiteY284" fmla="*/ 16398 h 342956"/>
                <a:gd name="connsiteX285" fmla="*/ 2776037 w 2912392"/>
                <a:gd name="connsiteY285" fmla="*/ 13835 h 342956"/>
                <a:gd name="connsiteX286" fmla="*/ 2785766 w 2912392"/>
                <a:gd name="connsiteY286" fmla="*/ 11480 h 342956"/>
                <a:gd name="connsiteX287" fmla="*/ 2795510 w 2912392"/>
                <a:gd name="connsiteY287" fmla="*/ 9334 h 342956"/>
                <a:gd name="connsiteX288" fmla="*/ 2805254 w 2912392"/>
                <a:gd name="connsiteY288" fmla="*/ 7402 h 342956"/>
                <a:gd name="connsiteX289" fmla="*/ 2814998 w 2912392"/>
                <a:gd name="connsiteY289" fmla="*/ 5687 h 342956"/>
                <a:gd name="connsiteX290" fmla="*/ 2824727 w 2912392"/>
                <a:gd name="connsiteY290" fmla="*/ 4194 h 342956"/>
                <a:gd name="connsiteX291" fmla="*/ 2834471 w 2912392"/>
                <a:gd name="connsiteY291" fmla="*/ 2922 h 342956"/>
                <a:gd name="connsiteX292" fmla="*/ 2844215 w 2912392"/>
                <a:gd name="connsiteY292" fmla="*/ 1877 h 342956"/>
                <a:gd name="connsiteX293" fmla="*/ 2853958 w 2912392"/>
                <a:gd name="connsiteY293" fmla="*/ 1061 h 342956"/>
                <a:gd name="connsiteX294" fmla="*/ 2863687 w 2912392"/>
                <a:gd name="connsiteY294" fmla="*/ 474 h 342956"/>
                <a:gd name="connsiteX295" fmla="*/ 2873431 w 2912392"/>
                <a:gd name="connsiteY295" fmla="*/ 121 h 342956"/>
                <a:gd name="connsiteX296" fmla="*/ 2883175 w 2912392"/>
                <a:gd name="connsiteY296" fmla="*/ 0 h 342956"/>
                <a:gd name="connsiteX297" fmla="*/ 2892919 w 2912392"/>
                <a:gd name="connsiteY297" fmla="*/ 116 h 342956"/>
                <a:gd name="connsiteX298" fmla="*/ 2902663 w 2912392"/>
                <a:gd name="connsiteY298" fmla="*/ 469 h 342956"/>
                <a:gd name="connsiteX299" fmla="*/ 2912392 w 2912392"/>
                <a:gd name="connsiteY299" fmla="*/ 1059 h 342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42956">
                  <a:moveTo>
                    <a:pt x="0" y="5592"/>
                  </a:moveTo>
                  <a:lnTo>
                    <a:pt x="9739" y="7536"/>
                  </a:lnTo>
                  <a:lnTo>
                    <a:pt x="19480" y="9450"/>
                  </a:lnTo>
                  <a:lnTo>
                    <a:pt x="29221" y="11334"/>
                  </a:lnTo>
                  <a:lnTo>
                    <a:pt x="38961" y="13189"/>
                  </a:lnTo>
                  <a:lnTo>
                    <a:pt x="48702" y="15012"/>
                  </a:lnTo>
                  <a:lnTo>
                    <a:pt x="58443" y="16806"/>
                  </a:lnTo>
                  <a:lnTo>
                    <a:pt x="68182" y="18569"/>
                  </a:lnTo>
                  <a:lnTo>
                    <a:pt x="77923" y="20300"/>
                  </a:lnTo>
                  <a:lnTo>
                    <a:pt x="87664" y="21998"/>
                  </a:lnTo>
                  <a:lnTo>
                    <a:pt x="97404" y="23664"/>
                  </a:lnTo>
                  <a:lnTo>
                    <a:pt x="107145" y="25297"/>
                  </a:lnTo>
                  <a:lnTo>
                    <a:pt x="116886" y="26894"/>
                  </a:lnTo>
                  <a:lnTo>
                    <a:pt x="126625" y="28456"/>
                  </a:lnTo>
                  <a:lnTo>
                    <a:pt x="136366" y="29980"/>
                  </a:lnTo>
                  <a:lnTo>
                    <a:pt x="146107" y="31465"/>
                  </a:lnTo>
                  <a:lnTo>
                    <a:pt x="155846" y="32912"/>
                  </a:lnTo>
                  <a:lnTo>
                    <a:pt x="165587" y="34318"/>
                  </a:lnTo>
                  <a:lnTo>
                    <a:pt x="175328" y="35682"/>
                  </a:lnTo>
                  <a:lnTo>
                    <a:pt x="185068" y="37000"/>
                  </a:lnTo>
                  <a:lnTo>
                    <a:pt x="194809" y="38274"/>
                  </a:lnTo>
                  <a:lnTo>
                    <a:pt x="204550" y="39502"/>
                  </a:lnTo>
                  <a:lnTo>
                    <a:pt x="214289" y="40679"/>
                  </a:lnTo>
                  <a:lnTo>
                    <a:pt x="224030" y="41807"/>
                  </a:lnTo>
                  <a:lnTo>
                    <a:pt x="233771" y="42881"/>
                  </a:lnTo>
                  <a:lnTo>
                    <a:pt x="243510" y="43901"/>
                  </a:lnTo>
                  <a:lnTo>
                    <a:pt x="253251" y="44867"/>
                  </a:lnTo>
                  <a:lnTo>
                    <a:pt x="262992" y="45774"/>
                  </a:lnTo>
                  <a:lnTo>
                    <a:pt x="272732" y="46623"/>
                  </a:lnTo>
                  <a:lnTo>
                    <a:pt x="282473" y="47410"/>
                  </a:lnTo>
                  <a:lnTo>
                    <a:pt x="292214" y="48134"/>
                  </a:lnTo>
                  <a:lnTo>
                    <a:pt x="301953" y="48794"/>
                  </a:lnTo>
                  <a:lnTo>
                    <a:pt x="311694" y="49389"/>
                  </a:lnTo>
                  <a:lnTo>
                    <a:pt x="321435" y="49916"/>
                  </a:lnTo>
                  <a:lnTo>
                    <a:pt x="331175" y="50375"/>
                  </a:lnTo>
                  <a:lnTo>
                    <a:pt x="340916" y="50764"/>
                  </a:lnTo>
                  <a:lnTo>
                    <a:pt x="350656" y="51081"/>
                  </a:lnTo>
                  <a:lnTo>
                    <a:pt x="360396" y="51327"/>
                  </a:lnTo>
                  <a:lnTo>
                    <a:pt x="370137" y="51500"/>
                  </a:lnTo>
                  <a:lnTo>
                    <a:pt x="379878" y="51600"/>
                  </a:lnTo>
                  <a:lnTo>
                    <a:pt x="389617" y="51625"/>
                  </a:lnTo>
                  <a:lnTo>
                    <a:pt x="399358" y="51576"/>
                  </a:lnTo>
                  <a:lnTo>
                    <a:pt x="409099" y="51452"/>
                  </a:lnTo>
                  <a:lnTo>
                    <a:pt x="418839" y="51254"/>
                  </a:lnTo>
                  <a:lnTo>
                    <a:pt x="428580" y="50981"/>
                  </a:lnTo>
                  <a:lnTo>
                    <a:pt x="438321" y="50634"/>
                  </a:lnTo>
                  <a:lnTo>
                    <a:pt x="448060" y="50216"/>
                  </a:lnTo>
                  <a:lnTo>
                    <a:pt x="457801" y="49722"/>
                  </a:lnTo>
                  <a:lnTo>
                    <a:pt x="467542" y="49159"/>
                  </a:lnTo>
                  <a:lnTo>
                    <a:pt x="477281" y="48528"/>
                  </a:lnTo>
                  <a:lnTo>
                    <a:pt x="487022" y="47826"/>
                  </a:lnTo>
                  <a:lnTo>
                    <a:pt x="496763" y="47058"/>
                  </a:lnTo>
                  <a:lnTo>
                    <a:pt x="506503" y="46226"/>
                  </a:lnTo>
                  <a:lnTo>
                    <a:pt x="516244" y="45332"/>
                  </a:lnTo>
                  <a:lnTo>
                    <a:pt x="525985" y="44380"/>
                  </a:lnTo>
                  <a:lnTo>
                    <a:pt x="535724" y="43369"/>
                  </a:lnTo>
                  <a:lnTo>
                    <a:pt x="545465" y="42306"/>
                  </a:lnTo>
                  <a:lnTo>
                    <a:pt x="555206" y="41193"/>
                  </a:lnTo>
                  <a:lnTo>
                    <a:pt x="564946" y="40032"/>
                  </a:lnTo>
                  <a:lnTo>
                    <a:pt x="574687" y="38830"/>
                  </a:lnTo>
                  <a:lnTo>
                    <a:pt x="584428" y="37587"/>
                  </a:lnTo>
                  <a:lnTo>
                    <a:pt x="594167" y="36309"/>
                  </a:lnTo>
                  <a:lnTo>
                    <a:pt x="603908" y="35001"/>
                  </a:lnTo>
                  <a:lnTo>
                    <a:pt x="613649" y="33667"/>
                  </a:lnTo>
                  <a:lnTo>
                    <a:pt x="623388" y="32311"/>
                  </a:lnTo>
                  <a:lnTo>
                    <a:pt x="633129" y="30938"/>
                  </a:lnTo>
                  <a:lnTo>
                    <a:pt x="642870" y="29554"/>
                  </a:lnTo>
                  <a:lnTo>
                    <a:pt x="652610" y="28162"/>
                  </a:lnTo>
                  <a:lnTo>
                    <a:pt x="662351" y="26769"/>
                  </a:lnTo>
                  <a:lnTo>
                    <a:pt x="672092" y="25380"/>
                  </a:lnTo>
                  <a:lnTo>
                    <a:pt x="681831" y="23999"/>
                  </a:lnTo>
                  <a:lnTo>
                    <a:pt x="691572" y="22635"/>
                  </a:lnTo>
                  <a:lnTo>
                    <a:pt x="701313" y="21288"/>
                  </a:lnTo>
                  <a:lnTo>
                    <a:pt x="711052" y="19966"/>
                  </a:lnTo>
                  <a:lnTo>
                    <a:pt x="720793" y="18676"/>
                  </a:lnTo>
                  <a:lnTo>
                    <a:pt x="730534" y="17421"/>
                  </a:lnTo>
                  <a:lnTo>
                    <a:pt x="740274" y="16209"/>
                  </a:lnTo>
                  <a:lnTo>
                    <a:pt x="750015" y="15042"/>
                  </a:lnTo>
                  <a:lnTo>
                    <a:pt x="759756" y="13928"/>
                  </a:lnTo>
                  <a:lnTo>
                    <a:pt x="769495" y="12871"/>
                  </a:lnTo>
                  <a:lnTo>
                    <a:pt x="779236" y="11876"/>
                  </a:lnTo>
                  <a:lnTo>
                    <a:pt x="788977" y="10948"/>
                  </a:lnTo>
                  <a:lnTo>
                    <a:pt x="798717" y="10091"/>
                  </a:lnTo>
                  <a:lnTo>
                    <a:pt x="808458" y="9312"/>
                  </a:lnTo>
                  <a:lnTo>
                    <a:pt x="818199" y="8613"/>
                  </a:lnTo>
                  <a:lnTo>
                    <a:pt x="827938" y="8001"/>
                  </a:lnTo>
                  <a:lnTo>
                    <a:pt x="837679" y="7476"/>
                  </a:lnTo>
                  <a:lnTo>
                    <a:pt x="847420" y="7046"/>
                  </a:lnTo>
                  <a:lnTo>
                    <a:pt x="857159" y="6712"/>
                  </a:lnTo>
                  <a:lnTo>
                    <a:pt x="866900" y="6478"/>
                  </a:lnTo>
                  <a:lnTo>
                    <a:pt x="876641" y="6349"/>
                  </a:lnTo>
                  <a:lnTo>
                    <a:pt x="886381" y="6325"/>
                  </a:lnTo>
                  <a:lnTo>
                    <a:pt x="896122" y="6410"/>
                  </a:lnTo>
                  <a:lnTo>
                    <a:pt x="905863" y="6605"/>
                  </a:lnTo>
                  <a:lnTo>
                    <a:pt x="915602" y="6915"/>
                  </a:lnTo>
                  <a:lnTo>
                    <a:pt x="925343" y="7338"/>
                  </a:lnTo>
                  <a:lnTo>
                    <a:pt x="935084" y="7879"/>
                  </a:lnTo>
                  <a:lnTo>
                    <a:pt x="944824" y="8537"/>
                  </a:lnTo>
                  <a:lnTo>
                    <a:pt x="954564" y="9315"/>
                  </a:lnTo>
                  <a:lnTo>
                    <a:pt x="964305" y="10212"/>
                  </a:lnTo>
                  <a:lnTo>
                    <a:pt x="974045" y="11228"/>
                  </a:lnTo>
                  <a:lnTo>
                    <a:pt x="983786" y="12363"/>
                  </a:lnTo>
                  <a:lnTo>
                    <a:pt x="993522" y="13619"/>
                  </a:lnTo>
                  <a:lnTo>
                    <a:pt x="1003266" y="14994"/>
                  </a:lnTo>
                  <a:lnTo>
                    <a:pt x="1013010" y="16487"/>
                  </a:lnTo>
                  <a:lnTo>
                    <a:pt x="1022754" y="18098"/>
                  </a:lnTo>
                  <a:lnTo>
                    <a:pt x="1032483" y="19825"/>
                  </a:lnTo>
                  <a:lnTo>
                    <a:pt x="1042227" y="21666"/>
                  </a:lnTo>
                  <a:lnTo>
                    <a:pt x="1051971" y="23621"/>
                  </a:lnTo>
                  <a:lnTo>
                    <a:pt x="1061715" y="25686"/>
                  </a:lnTo>
                  <a:lnTo>
                    <a:pt x="1071444" y="27861"/>
                  </a:lnTo>
                  <a:lnTo>
                    <a:pt x="1081188" y="30144"/>
                  </a:lnTo>
                  <a:lnTo>
                    <a:pt x="1090932" y="32529"/>
                  </a:lnTo>
                  <a:lnTo>
                    <a:pt x="1100676" y="35017"/>
                  </a:lnTo>
                  <a:lnTo>
                    <a:pt x="1110405" y="37604"/>
                  </a:lnTo>
                  <a:lnTo>
                    <a:pt x="1120149" y="40285"/>
                  </a:lnTo>
                  <a:lnTo>
                    <a:pt x="1129893" y="43061"/>
                  </a:lnTo>
                  <a:lnTo>
                    <a:pt x="1139637" y="45926"/>
                  </a:lnTo>
                  <a:lnTo>
                    <a:pt x="1149381" y="48879"/>
                  </a:lnTo>
                  <a:lnTo>
                    <a:pt x="1159110" y="51914"/>
                  </a:lnTo>
                  <a:lnTo>
                    <a:pt x="1168854" y="55029"/>
                  </a:lnTo>
                  <a:lnTo>
                    <a:pt x="1178598" y="58221"/>
                  </a:lnTo>
                  <a:lnTo>
                    <a:pt x="1188341" y="61485"/>
                  </a:lnTo>
                  <a:lnTo>
                    <a:pt x="1198070" y="64821"/>
                  </a:lnTo>
                  <a:lnTo>
                    <a:pt x="1207814" y="68221"/>
                  </a:lnTo>
                  <a:lnTo>
                    <a:pt x="1217558" y="71685"/>
                  </a:lnTo>
                  <a:lnTo>
                    <a:pt x="1227302" y="75209"/>
                  </a:lnTo>
                  <a:lnTo>
                    <a:pt x="1237031" y="78789"/>
                  </a:lnTo>
                  <a:lnTo>
                    <a:pt x="1246775" y="82421"/>
                  </a:lnTo>
                  <a:lnTo>
                    <a:pt x="1256519" y="86103"/>
                  </a:lnTo>
                  <a:lnTo>
                    <a:pt x="1266263" y="89832"/>
                  </a:lnTo>
                  <a:lnTo>
                    <a:pt x="1276007" y="93603"/>
                  </a:lnTo>
                  <a:lnTo>
                    <a:pt x="1285736" y="97416"/>
                  </a:lnTo>
                  <a:lnTo>
                    <a:pt x="1295480" y="101265"/>
                  </a:lnTo>
                  <a:lnTo>
                    <a:pt x="1305224" y="105150"/>
                  </a:lnTo>
                  <a:lnTo>
                    <a:pt x="1314968" y="109067"/>
                  </a:lnTo>
                  <a:lnTo>
                    <a:pt x="1324697" y="113012"/>
                  </a:lnTo>
                  <a:lnTo>
                    <a:pt x="1334441" y="116985"/>
                  </a:lnTo>
                  <a:lnTo>
                    <a:pt x="1344185" y="120983"/>
                  </a:lnTo>
                  <a:lnTo>
                    <a:pt x="1353929" y="125002"/>
                  </a:lnTo>
                  <a:lnTo>
                    <a:pt x="1363658" y="129042"/>
                  </a:lnTo>
                  <a:lnTo>
                    <a:pt x="1373402" y="133100"/>
                  </a:lnTo>
                  <a:lnTo>
                    <a:pt x="1383146" y="137175"/>
                  </a:lnTo>
                  <a:lnTo>
                    <a:pt x="1392890" y="141263"/>
                  </a:lnTo>
                  <a:lnTo>
                    <a:pt x="1402619" y="145365"/>
                  </a:lnTo>
                  <a:lnTo>
                    <a:pt x="1412363" y="149477"/>
                  </a:lnTo>
                  <a:lnTo>
                    <a:pt x="1422106" y="153600"/>
                  </a:lnTo>
                  <a:lnTo>
                    <a:pt x="1431850" y="157731"/>
                  </a:lnTo>
                  <a:lnTo>
                    <a:pt x="1441594" y="161867"/>
                  </a:lnTo>
                  <a:lnTo>
                    <a:pt x="1451323" y="166010"/>
                  </a:lnTo>
                  <a:lnTo>
                    <a:pt x="1461067" y="170157"/>
                  </a:lnTo>
                  <a:lnTo>
                    <a:pt x="1470811" y="174306"/>
                  </a:lnTo>
                  <a:lnTo>
                    <a:pt x="1480555" y="178459"/>
                  </a:lnTo>
                  <a:lnTo>
                    <a:pt x="1490284" y="182611"/>
                  </a:lnTo>
                  <a:lnTo>
                    <a:pt x="1500028" y="186762"/>
                  </a:lnTo>
                  <a:lnTo>
                    <a:pt x="1509772" y="190911"/>
                  </a:lnTo>
                  <a:lnTo>
                    <a:pt x="1519516" y="195058"/>
                  </a:lnTo>
                  <a:lnTo>
                    <a:pt x="1529245" y="199199"/>
                  </a:lnTo>
                  <a:lnTo>
                    <a:pt x="1538989" y="203337"/>
                  </a:lnTo>
                  <a:lnTo>
                    <a:pt x="1548733" y="207467"/>
                  </a:lnTo>
                  <a:lnTo>
                    <a:pt x="1558477" y="211588"/>
                  </a:lnTo>
                  <a:lnTo>
                    <a:pt x="1568221" y="215700"/>
                  </a:lnTo>
                  <a:lnTo>
                    <a:pt x="1577950" y="219802"/>
                  </a:lnTo>
                  <a:lnTo>
                    <a:pt x="1587694" y="223889"/>
                  </a:lnTo>
                  <a:lnTo>
                    <a:pt x="1597438" y="227962"/>
                  </a:lnTo>
                  <a:lnTo>
                    <a:pt x="1607182" y="232019"/>
                  </a:lnTo>
                  <a:lnTo>
                    <a:pt x="1616911" y="236057"/>
                  </a:lnTo>
                  <a:lnTo>
                    <a:pt x="1626655" y="240075"/>
                  </a:lnTo>
                  <a:lnTo>
                    <a:pt x="1636399" y="244069"/>
                  </a:lnTo>
                  <a:lnTo>
                    <a:pt x="1646142" y="248038"/>
                  </a:lnTo>
                  <a:lnTo>
                    <a:pt x="1655872" y="251979"/>
                  </a:lnTo>
                  <a:lnTo>
                    <a:pt x="1665616" y="255889"/>
                  </a:lnTo>
                  <a:lnTo>
                    <a:pt x="1675359" y="259765"/>
                  </a:lnTo>
                  <a:lnTo>
                    <a:pt x="1685103" y="263606"/>
                  </a:lnTo>
                  <a:lnTo>
                    <a:pt x="1694832" y="267407"/>
                  </a:lnTo>
                  <a:lnTo>
                    <a:pt x="1704576" y="271164"/>
                  </a:lnTo>
                  <a:lnTo>
                    <a:pt x="1714320" y="274874"/>
                  </a:lnTo>
                  <a:lnTo>
                    <a:pt x="1724064" y="278535"/>
                  </a:lnTo>
                  <a:lnTo>
                    <a:pt x="1733808" y="282141"/>
                  </a:lnTo>
                  <a:lnTo>
                    <a:pt x="1743537" y="285690"/>
                  </a:lnTo>
                  <a:lnTo>
                    <a:pt x="1753281" y="289174"/>
                  </a:lnTo>
                  <a:lnTo>
                    <a:pt x="1763025" y="292594"/>
                  </a:lnTo>
                  <a:lnTo>
                    <a:pt x="1772769" y="295943"/>
                  </a:lnTo>
                  <a:lnTo>
                    <a:pt x="1782498" y="299216"/>
                  </a:lnTo>
                  <a:lnTo>
                    <a:pt x="1792242" y="302409"/>
                  </a:lnTo>
                  <a:lnTo>
                    <a:pt x="1801986" y="305519"/>
                  </a:lnTo>
                  <a:lnTo>
                    <a:pt x="1811730" y="308537"/>
                  </a:lnTo>
                  <a:lnTo>
                    <a:pt x="1821459" y="311463"/>
                  </a:lnTo>
                  <a:lnTo>
                    <a:pt x="1831203" y="314290"/>
                  </a:lnTo>
                  <a:lnTo>
                    <a:pt x="1840947" y="317013"/>
                  </a:lnTo>
                  <a:lnTo>
                    <a:pt x="1850691" y="319628"/>
                  </a:lnTo>
                  <a:lnTo>
                    <a:pt x="1860435" y="322129"/>
                  </a:lnTo>
                  <a:lnTo>
                    <a:pt x="1870164" y="324512"/>
                  </a:lnTo>
                  <a:lnTo>
                    <a:pt x="1879908" y="326770"/>
                  </a:lnTo>
                  <a:lnTo>
                    <a:pt x="1889652" y="328902"/>
                  </a:lnTo>
                  <a:lnTo>
                    <a:pt x="1899395" y="330900"/>
                  </a:lnTo>
                  <a:lnTo>
                    <a:pt x="1909124" y="332761"/>
                  </a:lnTo>
                  <a:lnTo>
                    <a:pt x="1918868" y="334481"/>
                  </a:lnTo>
                  <a:lnTo>
                    <a:pt x="1928612" y="336053"/>
                  </a:lnTo>
                  <a:lnTo>
                    <a:pt x="1938356" y="337475"/>
                  </a:lnTo>
                  <a:lnTo>
                    <a:pt x="1948085" y="338742"/>
                  </a:lnTo>
                  <a:lnTo>
                    <a:pt x="1957829" y="339849"/>
                  </a:lnTo>
                  <a:lnTo>
                    <a:pt x="1967573" y="340795"/>
                  </a:lnTo>
                  <a:lnTo>
                    <a:pt x="1977317" y="341573"/>
                  </a:lnTo>
                  <a:lnTo>
                    <a:pt x="1987046" y="342182"/>
                  </a:lnTo>
                  <a:lnTo>
                    <a:pt x="1996790" y="342617"/>
                  </a:lnTo>
                  <a:lnTo>
                    <a:pt x="2006534" y="342876"/>
                  </a:lnTo>
                  <a:lnTo>
                    <a:pt x="2016278" y="342957"/>
                  </a:lnTo>
                  <a:lnTo>
                    <a:pt x="2026022" y="342857"/>
                  </a:lnTo>
                  <a:lnTo>
                    <a:pt x="2035751" y="342574"/>
                  </a:lnTo>
                  <a:lnTo>
                    <a:pt x="2045495" y="342105"/>
                  </a:lnTo>
                  <a:lnTo>
                    <a:pt x="2055239" y="341447"/>
                  </a:lnTo>
                  <a:lnTo>
                    <a:pt x="2064983" y="340603"/>
                  </a:lnTo>
                  <a:lnTo>
                    <a:pt x="2074712" y="339570"/>
                  </a:lnTo>
                  <a:lnTo>
                    <a:pt x="2084456" y="338345"/>
                  </a:lnTo>
                  <a:lnTo>
                    <a:pt x="2094200" y="336932"/>
                  </a:lnTo>
                  <a:lnTo>
                    <a:pt x="2103944" y="335327"/>
                  </a:lnTo>
                  <a:lnTo>
                    <a:pt x="2113673" y="333532"/>
                  </a:lnTo>
                  <a:lnTo>
                    <a:pt x="2123417" y="331547"/>
                  </a:lnTo>
                  <a:lnTo>
                    <a:pt x="2133161" y="329375"/>
                  </a:lnTo>
                  <a:lnTo>
                    <a:pt x="2142905" y="327013"/>
                  </a:lnTo>
                  <a:lnTo>
                    <a:pt x="2152649" y="324466"/>
                  </a:lnTo>
                  <a:lnTo>
                    <a:pt x="2162377" y="321735"/>
                  </a:lnTo>
                  <a:lnTo>
                    <a:pt x="2172121" y="318822"/>
                  </a:lnTo>
                  <a:lnTo>
                    <a:pt x="2181865" y="315729"/>
                  </a:lnTo>
                  <a:lnTo>
                    <a:pt x="2191609" y="312458"/>
                  </a:lnTo>
                  <a:lnTo>
                    <a:pt x="2201338" y="309015"/>
                  </a:lnTo>
                  <a:lnTo>
                    <a:pt x="2211082" y="305402"/>
                  </a:lnTo>
                  <a:lnTo>
                    <a:pt x="2220826" y="301621"/>
                  </a:lnTo>
                  <a:lnTo>
                    <a:pt x="2230570" y="297679"/>
                  </a:lnTo>
                  <a:lnTo>
                    <a:pt x="2240299" y="293577"/>
                  </a:lnTo>
                  <a:lnTo>
                    <a:pt x="2250043" y="289322"/>
                  </a:lnTo>
                  <a:lnTo>
                    <a:pt x="2259787" y="284918"/>
                  </a:lnTo>
                  <a:lnTo>
                    <a:pt x="2269531" y="280369"/>
                  </a:lnTo>
                  <a:lnTo>
                    <a:pt x="2279260" y="275682"/>
                  </a:lnTo>
                  <a:lnTo>
                    <a:pt x="2289004" y="270861"/>
                  </a:lnTo>
                  <a:lnTo>
                    <a:pt x="2298748" y="265913"/>
                  </a:lnTo>
                  <a:lnTo>
                    <a:pt x="2308492" y="260842"/>
                  </a:lnTo>
                  <a:lnTo>
                    <a:pt x="2318236" y="255656"/>
                  </a:lnTo>
                  <a:lnTo>
                    <a:pt x="2327965" y="250361"/>
                  </a:lnTo>
                  <a:lnTo>
                    <a:pt x="2337709" y="244962"/>
                  </a:lnTo>
                  <a:lnTo>
                    <a:pt x="2347453" y="239468"/>
                  </a:lnTo>
                  <a:lnTo>
                    <a:pt x="2357197" y="233884"/>
                  </a:lnTo>
                  <a:lnTo>
                    <a:pt x="2366926" y="228217"/>
                  </a:lnTo>
                  <a:lnTo>
                    <a:pt x="2376670" y="222475"/>
                  </a:lnTo>
                  <a:lnTo>
                    <a:pt x="2386413" y="216664"/>
                  </a:lnTo>
                  <a:lnTo>
                    <a:pt x="2396157" y="210794"/>
                  </a:lnTo>
                  <a:lnTo>
                    <a:pt x="2405886" y="204868"/>
                  </a:lnTo>
                  <a:lnTo>
                    <a:pt x="2415630" y="198897"/>
                  </a:lnTo>
                  <a:lnTo>
                    <a:pt x="2425374" y="192887"/>
                  </a:lnTo>
                  <a:lnTo>
                    <a:pt x="2435118" y="186845"/>
                  </a:lnTo>
                  <a:lnTo>
                    <a:pt x="2444862" y="180780"/>
                  </a:lnTo>
                  <a:lnTo>
                    <a:pt x="2454591" y="174700"/>
                  </a:lnTo>
                  <a:lnTo>
                    <a:pt x="2464335" y="168610"/>
                  </a:lnTo>
                  <a:lnTo>
                    <a:pt x="2474079" y="162523"/>
                  </a:lnTo>
                  <a:lnTo>
                    <a:pt x="2483823" y="156441"/>
                  </a:lnTo>
                  <a:lnTo>
                    <a:pt x="2493552" y="150374"/>
                  </a:lnTo>
                  <a:lnTo>
                    <a:pt x="2503296" y="144331"/>
                  </a:lnTo>
                  <a:lnTo>
                    <a:pt x="2513040" y="138318"/>
                  </a:lnTo>
                  <a:lnTo>
                    <a:pt x="2522784" y="132343"/>
                  </a:lnTo>
                  <a:lnTo>
                    <a:pt x="2532513" y="126415"/>
                  </a:lnTo>
                  <a:lnTo>
                    <a:pt x="2542257" y="120540"/>
                  </a:lnTo>
                  <a:lnTo>
                    <a:pt x="2552001" y="114727"/>
                  </a:lnTo>
                  <a:lnTo>
                    <a:pt x="2561745" y="108982"/>
                  </a:lnTo>
                  <a:lnTo>
                    <a:pt x="2571474" y="103313"/>
                  </a:lnTo>
                  <a:lnTo>
                    <a:pt x="2581218" y="97727"/>
                  </a:lnTo>
                  <a:lnTo>
                    <a:pt x="2590962" y="92232"/>
                  </a:lnTo>
                  <a:lnTo>
                    <a:pt x="2600705" y="86836"/>
                  </a:lnTo>
                  <a:lnTo>
                    <a:pt x="2610449" y="81544"/>
                  </a:lnTo>
                  <a:lnTo>
                    <a:pt x="2620178" y="76363"/>
                  </a:lnTo>
                  <a:lnTo>
                    <a:pt x="2629922" y="71302"/>
                  </a:lnTo>
                  <a:lnTo>
                    <a:pt x="2639666" y="66368"/>
                  </a:lnTo>
                  <a:lnTo>
                    <a:pt x="2649410" y="61563"/>
                  </a:lnTo>
                  <a:lnTo>
                    <a:pt x="2659139" y="56898"/>
                  </a:lnTo>
                  <a:lnTo>
                    <a:pt x="2668883" y="52377"/>
                  </a:lnTo>
                  <a:lnTo>
                    <a:pt x="2678627" y="48008"/>
                  </a:lnTo>
                  <a:lnTo>
                    <a:pt x="2688371" y="43796"/>
                  </a:lnTo>
                  <a:lnTo>
                    <a:pt x="2698100" y="39745"/>
                  </a:lnTo>
                  <a:lnTo>
                    <a:pt x="2707844" y="35863"/>
                  </a:lnTo>
                  <a:lnTo>
                    <a:pt x="2717588" y="32155"/>
                  </a:lnTo>
                  <a:lnTo>
                    <a:pt x="2727332" y="28625"/>
                  </a:lnTo>
                  <a:lnTo>
                    <a:pt x="2737076" y="25281"/>
                  </a:lnTo>
                  <a:lnTo>
                    <a:pt x="2746805" y="22125"/>
                  </a:lnTo>
                  <a:lnTo>
                    <a:pt x="2756549" y="19162"/>
                  </a:lnTo>
                  <a:lnTo>
                    <a:pt x="2766293" y="16398"/>
                  </a:lnTo>
                  <a:lnTo>
                    <a:pt x="2776037" y="13835"/>
                  </a:lnTo>
                  <a:lnTo>
                    <a:pt x="2785766" y="11480"/>
                  </a:lnTo>
                  <a:lnTo>
                    <a:pt x="2795510" y="9334"/>
                  </a:lnTo>
                  <a:lnTo>
                    <a:pt x="2805254" y="7402"/>
                  </a:lnTo>
                  <a:lnTo>
                    <a:pt x="2814998" y="5687"/>
                  </a:lnTo>
                  <a:lnTo>
                    <a:pt x="2824727" y="4194"/>
                  </a:lnTo>
                  <a:lnTo>
                    <a:pt x="2834471" y="2922"/>
                  </a:lnTo>
                  <a:lnTo>
                    <a:pt x="2844215" y="1877"/>
                  </a:lnTo>
                  <a:lnTo>
                    <a:pt x="2853958" y="1061"/>
                  </a:lnTo>
                  <a:lnTo>
                    <a:pt x="2863687" y="474"/>
                  </a:lnTo>
                  <a:lnTo>
                    <a:pt x="2873431" y="121"/>
                  </a:lnTo>
                  <a:lnTo>
                    <a:pt x="2883175" y="0"/>
                  </a:lnTo>
                  <a:lnTo>
                    <a:pt x="2892919" y="116"/>
                  </a:lnTo>
                  <a:lnTo>
                    <a:pt x="2902663" y="469"/>
                  </a:lnTo>
                  <a:lnTo>
                    <a:pt x="2912392" y="105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9" name="Freeform 748">
              <a:extLst>
                <a:ext uri="{FF2B5EF4-FFF2-40B4-BE49-F238E27FC236}">
                  <a16:creationId xmlns:a16="http://schemas.microsoft.com/office/drawing/2014/main" id="{38BF3D34-AF64-8358-CE48-DB2C46A7BAA5}"/>
                </a:ext>
              </a:extLst>
            </p:cNvPr>
            <p:cNvSpPr/>
            <p:nvPr/>
          </p:nvSpPr>
          <p:spPr>
            <a:xfrm>
              <a:off x="576446" y="3165392"/>
              <a:ext cx="2912392" cy="904406"/>
            </a:xfrm>
            <a:custGeom>
              <a:avLst/>
              <a:gdLst>
                <a:gd name="connsiteX0" fmla="*/ 0 w 2912392"/>
                <a:gd name="connsiteY0" fmla="*/ 644539 h 904406"/>
                <a:gd name="connsiteX1" fmla="*/ 9739 w 2912392"/>
                <a:gd name="connsiteY1" fmla="*/ 651725 h 904406"/>
                <a:gd name="connsiteX2" fmla="*/ 19480 w 2912392"/>
                <a:gd name="connsiteY2" fmla="*/ 658943 h 904406"/>
                <a:gd name="connsiteX3" fmla="*/ 29221 w 2912392"/>
                <a:gd name="connsiteY3" fmla="*/ 666192 h 904406"/>
                <a:gd name="connsiteX4" fmla="*/ 38961 w 2912392"/>
                <a:gd name="connsiteY4" fmla="*/ 673462 h 904406"/>
                <a:gd name="connsiteX5" fmla="*/ 48702 w 2912392"/>
                <a:gd name="connsiteY5" fmla="*/ 680751 h 904406"/>
                <a:gd name="connsiteX6" fmla="*/ 58443 w 2912392"/>
                <a:gd name="connsiteY6" fmla="*/ 688050 h 904406"/>
                <a:gd name="connsiteX7" fmla="*/ 68182 w 2912392"/>
                <a:gd name="connsiteY7" fmla="*/ 695352 h 904406"/>
                <a:gd name="connsiteX8" fmla="*/ 77923 w 2912392"/>
                <a:gd name="connsiteY8" fmla="*/ 702652 h 904406"/>
                <a:gd name="connsiteX9" fmla="*/ 87664 w 2912392"/>
                <a:gd name="connsiteY9" fmla="*/ 709942 h 904406"/>
                <a:gd name="connsiteX10" fmla="*/ 97404 w 2912392"/>
                <a:gd name="connsiteY10" fmla="*/ 717218 h 904406"/>
                <a:gd name="connsiteX11" fmla="*/ 107145 w 2912392"/>
                <a:gd name="connsiteY11" fmla="*/ 724469 h 904406"/>
                <a:gd name="connsiteX12" fmla="*/ 116886 w 2912392"/>
                <a:gd name="connsiteY12" fmla="*/ 731691 h 904406"/>
                <a:gd name="connsiteX13" fmla="*/ 126625 w 2912392"/>
                <a:gd name="connsiteY13" fmla="*/ 738873 h 904406"/>
                <a:gd name="connsiteX14" fmla="*/ 136366 w 2912392"/>
                <a:gd name="connsiteY14" fmla="*/ 746011 h 904406"/>
                <a:gd name="connsiteX15" fmla="*/ 146107 w 2912392"/>
                <a:gd name="connsiteY15" fmla="*/ 753097 h 904406"/>
                <a:gd name="connsiteX16" fmla="*/ 155846 w 2912392"/>
                <a:gd name="connsiteY16" fmla="*/ 760122 h 904406"/>
                <a:gd name="connsiteX17" fmla="*/ 165587 w 2912392"/>
                <a:gd name="connsiteY17" fmla="*/ 767077 h 904406"/>
                <a:gd name="connsiteX18" fmla="*/ 175328 w 2912392"/>
                <a:gd name="connsiteY18" fmla="*/ 773956 h 904406"/>
                <a:gd name="connsiteX19" fmla="*/ 185068 w 2912392"/>
                <a:gd name="connsiteY19" fmla="*/ 780750 h 904406"/>
                <a:gd name="connsiteX20" fmla="*/ 194809 w 2912392"/>
                <a:gd name="connsiteY20" fmla="*/ 787451 h 904406"/>
                <a:gd name="connsiteX21" fmla="*/ 204550 w 2912392"/>
                <a:gd name="connsiteY21" fmla="*/ 794052 h 904406"/>
                <a:gd name="connsiteX22" fmla="*/ 214289 w 2912392"/>
                <a:gd name="connsiteY22" fmla="*/ 800540 h 904406"/>
                <a:gd name="connsiteX23" fmla="*/ 224030 w 2912392"/>
                <a:gd name="connsiteY23" fmla="*/ 806912 h 904406"/>
                <a:gd name="connsiteX24" fmla="*/ 233771 w 2912392"/>
                <a:gd name="connsiteY24" fmla="*/ 813157 h 904406"/>
                <a:gd name="connsiteX25" fmla="*/ 243510 w 2912392"/>
                <a:gd name="connsiteY25" fmla="*/ 819265 h 904406"/>
                <a:gd name="connsiteX26" fmla="*/ 253251 w 2912392"/>
                <a:gd name="connsiteY26" fmla="*/ 825229 h 904406"/>
                <a:gd name="connsiteX27" fmla="*/ 262992 w 2912392"/>
                <a:gd name="connsiteY27" fmla="*/ 831041 h 904406"/>
                <a:gd name="connsiteX28" fmla="*/ 272732 w 2912392"/>
                <a:gd name="connsiteY28" fmla="*/ 836693 h 904406"/>
                <a:gd name="connsiteX29" fmla="*/ 282473 w 2912392"/>
                <a:gd name="connsiteY29" fmla="*/ 842174 h 904406"/>
                <a:gd name="connsiteX30" fmla="*/ 292214 w 2912392"/>
                <a:gd name="connsiteY30" fmla="*/ 847476 h 904406"/>
                <a:gd name="connsiteX31" fmla="*/ 301953 w 2912392"/>
                <a:gd name="connsiteY31" fmla="*/ 852588 h 904406"/>
                <a:gd name="connsiteX32" fmla="*/ 311694 w 2912392"/>
                <a:gd name="connsiteY32" fmla="*/ 857520 h 904406"/>
                <a:gd name="connsiteX33" fmla="*/ 321435 w 2912392"/>
                <a:gd name="connsiteY33" fmla="*/ 862228 h 904406"/>
                <a:gd name="connsiteX34" fmla="*/ 331175 w 2912392"/>
                <a:gd name="connsiteY34" fmla="*/ 866742 h 904406"/>
                <a:gd name="connsiteX35" fmla="*/ 340916 w 2912392"/>
                <a:gd name="connsiteY35" fmla="*/ 871033 h 904406"/>
                <a:gd name="connsiteX36" fmla="*/ 350656 w 2912392"/>
                <a:gd name="connsiteY36" fmla="*/ 875086 h 904406"/>
                <a:gd name="connsiteX37" fmla="*/ 360396 w 2912392"/>
                <a:gd name="connsiteY37" fmla="*/ 878915 h 904406"/>
                <a:gd name="connsiteX38" fmla="*/ 370137 w 2912392"/>
                <a:gd name="connsiteY38" fmla="*/ 882505 h 904406"/>
                <a:gd name="connsiteX39" fmla="*/ 379878 w 2912392"/>
                <a:gd name="connsiteY39" fmla="*/ 885843 h 904406"/>
                <a:gd name="connsiteX40" fmla="*/ 389617 w 2912392"/>
                <a:gd name="connsiteY40" fmla="*/ 888927 h 904406"/>
                <a:gd name="connsiteX41" fmla="*/ 399358 w 2912392"/>
                <a:gd name="connsiteY41" fmla="*/ 891743 h 904406"/>
                <a:gd name="connsiteX42" fmla="*/ 409099 w 2912392"/>
                <a:gd name="connsiteY42" fmla="*/ 894291 h 904406"/>
                <a:gd name="connsiteX43" fmla="*/ 418839 w 2912392"/>
                <a:gd name="connsiteY43" fmla="*/ 896570 h 904406"/>
                <a:gd name="connsiteX44" fmla="*/ 428580 w 2912392"/>
                <a:gd name="connsiteY44" fmla="*/ 898567 h 904406"/>
                <a:gd name="connsiteX45" fmla="*/ 438321 w 2912392"/>
                <a:gd name="connsiteY45" fmla="*/ 900280 h 904406"/>
                <a:gd name="connsiteX46" fmla="*/ 448060 w 2912392"/>
                <a:gd name="connsiteY46" fmla="*/ 901695 h 904406"/>
                <a:gd name="connsiteX47" fmla="*/ 457801 w 2912392"/>
                <a:gd name="connsiteY47" fmla="*/ 902828 h 904406"/>
                <a:gd name="connsiteX48" fmla="*/ 467542 w 2912392"/>
                <a:gd name="connsiteY48" fmla="*/ 903647 h 904406"/>
                <a:gd name="connsiteX49" fmla="*/ 477281 w 2912392"/>
                <a:gd name="connsiteY49" fmla="*/ 904184 h 904406"/>
                <a:gd name="connsiteX50" fmla="*/ 487022 w 2912392"/>
                <a:gd name="connsiteY50" fmla="*/ 904407 h 904406"/>
                <a:gd name="connsiteX51" fmla="*/ 496763 w 2912392"/>
                <a:gd name="connsiteY51" fmla="*/ 904318 h 904406"/>
                <a:gd name="connsiteX52" fmla="*/ 506503 w 2912392"/>
                <a:gd name="connsiteY52" fmla="*/ 903915 h 904406"/>
                <a:gd name="connsiteX53" fmla="*/ 516244 w 2912392"/>
                <a:gd name="connsiteY53" fmla="*/ 903200 h 904406"/>
                <a:gd name="connsiteX54" fmla="*/ 525985 w 2912392"/>
                <a:gd name="connsiteY54" fmla="*/ 902187 h 904406"/>
                <a:gd name="connsiteX55" fmla="*/ 535724 w 2912392"/>
                <a:gd name="connsiteY55" fmla="*/ 900846 h 904406"/>
                <a:gd name="connsiteX56" fmla="*/ 545465 w 2912392"/>
                <a:gd name="connsiteY56" fmla="*/ 899192 h 904406"/>
                <a:gd name="connsiteX57" fmla="*/ 555206 w 2912392"/>
                <a:gd name="connsiteY57" fmla="*/ 897226 h 904406"/>
                <a:gd name="connsiteX58" fmla="*/ 564946 w 2912392"/>
                <a:gd name="connsiteY58" fmla="*/ 894946 h 904406"/>
                <a:gd name="connsiteX59" fmla="*/ 574687 w 2912392"/>
                <a:gd name="connsiteY59" fmla="*/ 892354 h 904406"/>
                <a:gd name="connsiteX60" fmla="*/ 584428 w 2912392"/>
                <a:gd name="connsiteY60" fmla="*/ 889448 h 904406"/>
                <a:gd name="connsiteX61" fmla="*/ 594167 w 2912392"/>
                <a:gd name="connsiteY61" fmla="*/ 886245 h 904406"/>
                <a:gd name="connsiteX62" fmla="*/ 603908 w 2912392"/>
                <a:gd name="connsiteY62" fmla="*/ 882729 h 904406"/>
                <a:gd name="connsiteX63" fmla="*/ 613649 w 2912392"/>
                <a:gd name="connsiteY63" fmla="*/ 878900 h 904406"/>
                <a:gd name="connsiteX64" fmla="*/ 623388 w 2912392"/>
                <a:gd name="connsiteY64" fmla="*/ 874788 h 904406"/>
                <a:gd name="connsiteX65" fmla="*/ 633129 w 2912392"/>
                <a:gd name="connsiteY65" fmla="*/ 870378 h 904406"/>
                <a:gd name="connsiteX66" fmla="*/ 642870 w 2912392"/>
                <a:gd name="connsiteY66" fmla="*/ 865670 h 904406"/>
                <a:gd name="connsiteX67" fmla="*/ 652610 w 2912392"/>
                <a:gd name="connsiteY67" fmla="*/ 860693 h 904406"/>
                <a:gd name="connsiteX68" fmla="*/ 662351 w 2912392"/>
                <a:gd name="connsiteY68" fmla="*/ 855419 h 904406"/>
                <a:gd name="connsiteX69" fmla="*/ 672092 w 2912392"/>
                <a:gd name="connsiteY69" fmla="*/ 849892 h 904406"/>
                <a:gd name="connsiteX70" fmla="*/ 681831 w 2912392"/>
                <a:gd name="connsiteY70" fmla="*/ 844094 h 904406"/>
                <a:gd name="connsiteX71" fmla="*/ 691572 w 2912392"/>
                <a:gd name="connsiteY71" fmla="*/ 838039 h 904406"/>
                <a:gd name="connsiteX72" fmla="*/ 701313 w 2912392"/>
                <a:gd name="connsiteY72" fmla="*/ 831736 h 904406"/>
                <a:gd name="connsiteX73" fmla="*/ 711052 w 2912392"/>
                <a:gd name="connsiteY73" fmla="*/ 825191 h 904406"/>
                <a:gd name="connsiteX74" fmla="*/ 720793 w 2912392"/>
                <a:gd name="connsiteY74" fmla="*/ 818412 h 904406"/>
                <a:gd name="connsiteX75" fmla="*/ 730534 w 2912392"/>
                <a:gd name="connsiteY75" fmla="*/ 811410 h 904406"/>
                <a:gd name="connsiteX76" fmla="*/ 740274 w 2912392"/>
                <a:gd name="connsiteY76" fmla="*/ 804195 h 904406"/>
                <a:gd name="connsiteX77" fmla="*/ 750015 w 2912392"/>
                <a:gd name="connsiteY77" fmla="*/ 796774 h 904406"/>
                <a:gd name="connsiteX78" fmla="*/ 759756 w 2912392"/>
                <a:gd name="connsiteY78" fmla="*/ 789159 h 904406"/>
                <a:gd name="connsiteX79" fmla="*/ 769495 w 2912392"/>
                <a:gd name="connsiteY79" fmla="*/ 781361 h 904406"/>
                <a:gd name="connsiteX80" fmla="*/ 779236 w 2912392"/>
                <a:gd name="connsiteY80" fmla="*/ 773388 h 904406"/>
                <a:gd name="connsiteX81" fmla="*/ 788977 w 2912392"/>
                <a:gd name="connsiteY81" fmla="*/ 765253 h 904406"/>
                <a:gd name="connsiteX82" fmla="*/ 798717 w 2912392"/>
                <a:gd name="connsiteY82" fmla="*/ 756967 h 904406"/>
                <a:gd name="connsiteX83" fmla="*/ 808458 w 2912392"/>
                <a:gd name="connsiteY83" fmla="*/ 748540 h 904406"/>
                <a:gd name="connsiteX84" fmla="*/ 818199 w 2912392"/>
                <a:gd name="connsiteY84" fmla="*/ 739985 h 904406"/>
                <a:gd name="connsiteX85" fmla="*/ 827938 w 2912392"/>
                <a:gd name="connsiteY85" fmla="*/ 731314 h 904406"/>
                <a:gd name="connsiteX86" fmla="*/ 837679 w 2912392"/>
                <a:gd name="connsiteY86" fmla="*/ 722537 h 904406"/>
                <a:gd name="connsiteX87" fmla="*/ 847420 w 2912392"/>
                <a:gd name="connsiteY87" fmla="*/ 713666 h 904406"/>
                <a:gd name="connsiteX88" fmla="*/ 857159 w 2912392"/>
                <a:gd name="connsiteY88" fmla="*/ 704713 h 904406"/>
                <a:gd name="connsiteX89" fmla="*/ 866900 w 2912392"/>
                <a:gd name="connsiteY89" fmla="*/ 695692 h 904406"/>
                <a:gd name="connsiteX90" fmla="*/ 876641 w 2912392"/>
                <a:gd name="connsiteY90" fmla="*/ 686614 h 904406"/>
                <a:gd name="connsiteX91" fmla="*/ 886381 w 2912392"/>
                <a:gd name="connsiteY91" fmla="*/ 677489 h 904406"/>
                <a:gd name="connsiteX92" fmla="*/ 896122 w 2912392"/>
                <a:gd name="connsiteY92" fmla="*/ 668331 h 904406"/>
                <a:gd name="connsiteX93" fmla="*/ 905863 w 2912392"/>
                <a:gd name="connsiteY93" fmla="*/ 659152 h 904406"/>
                <a:gd name="connsiteX94" fmla="*/ 915602 w 2912392"/>
                <a:gd name="connsiteY94" fmla="*/ 649962 h 904406"/>
                <a:gd name="connsiteX95" fmla="*/ 925343 w 2912392"/>
                <a:gd name="connsiteY95" fmla="*/ 640775 h 904406"/>
                <a:gd name="connsiteX96" fmla="*/ 935084 w 2912392"/>
                <a:gd name="connsiteY96" fmla="*/ 631601 h 904406"/>
                <a:gd name="connsiteX97" fmla="*/ 944824 w 2912392"/>
                <a:gd name="connsiteY97" fmla="*/ 622450 h 904406"/>
                <a:gd name="connsiteX98" fmla="*/ 954564 w 2912392"/>
                <a:gd name="connsiteY98" fmla="*/ 613336 h 904406"/>
                <a:gd name="connsiteX99" fmla="*/ 964305 w 2912392"/>
                <a:gd name="connsiteY99" fmla="*/ 604267 h 904406"/>
                <a:gd name="connsiteX100" fmla="*/ 974045 w 2912392"/>
                <a:gd name="connsiteY100" fmla="*/ 595255 h 904406"/>
                <a:gd name="connsiteX101" fmla="*/ 983786 w 2912392"/>
                <a:gd name="connsiteY101" fmla="*/ 586311 h 904406"/>
                <a:gd name="connsiteX102" fmla="*/ 993522 w 2912392"/>
                <a:gd name="connsiteY102" fmla="*/ 577443 h 904406"/>
                <a:gd name="connsiteX103" fmla="*/ 1003266 w 2912392"/>
                <a:gd name="connsiteY103" fmla="*/ 568663 h 904406"/>
                <a:gd name="connsiteX104" fmla="*/ 1013010 w 2912392"/>
                <a:gd name="connsiteY104" fmla="*/ 559978 h 904406"/>
                <a:gd name="connsiteX105" fmla="*/ 1022754 w 2912392"/>
                <a:gd name="connsiteY105" fmla="*/ 551398 h 904406"/>
                <a:gd name="connsiteX106" fmla="*/ 1032483 w 2912392"/>
                <a:gd name="connsiteY106" fmla="*/ 542932 h 904406"/>
                <a:gd name="connsiteX107" fmla="*/ 1042227 w 2912392"/>
                <a:gd name="connsiteY107" fmla="*/ 534589 h 904406"/>
                <a:gd name="connsiteX108" fmla="*/ 1051971 w 2912392"/>
                <a:gd name="connsiteY108" fmla="*/ 526375 h 904406"/>
                <a:gd name="connsiteX109" fmla="*/ 1061715 w 2912392"/>
                <a:gd name="connsiteY109" fmla="*/ 518298 h 904406"/>
                <a:gd name="connsiteX110" fmla="*/ 1071444 w 2912392"/>
                <a:gd name="connsiteY110" fmla="*/ 510366 h 904406"/>
                <a:gd name="connsiteX111" fmla="*/ 1081188 w 2912392"/>
                <a:gd name="connsiteY111" fmla="*/ 502583 h 904406"/>
                <a:gd name="connsiteX112" fmla="*/ 1090932 w 2912392"/>
                <a:gd name="connsiteY112" fmla="*/ 494958 h 904406"/>
                <a:gd name="connsiteX113" fmla="*/ 1100676 w 2912392"/>
                <a:gd name="connsiteY113" fmla="*/ 487495 h 904406"/>
                <a:gd name="connsiteX114" fmla="*/ 1110405 w 2912392"/>
                <a:gd name="connsiteY114" fmla="*/ 480200 h 904406"/>
                <a:gd name="connsiteX115" fmla="*/ 1120149 w 2912392"/>
                <a:gd name="connsiteY115" fmla="*/ 473077 h 904406"/>
                <a:gd name="connsiteX116" fmla="*/ 1129893 w 2912392"/>
                <a:gd name="connsiteY116" fmla="*/ 466130 h 904406"/>
                <a:gd name="connsiteX117" fmla="*/ 1139637 w 2912392"/>
                <a:gd name="connsiteY117" fmla="*/ 459362 h 904406"/>
                <a:gd name="connsiteX118" fmla="*/ 1149381 w 2912392"/>
                <a:gd name="connsiteY118" fmla="*/ 452780 h 904406"/>
                <a:gd name="connsiteX119" fmla="*/ 1159110 w 2912392"/>
                <a:gd name="connsiteY119" fmla="*/ 446384 h 904406"/>
                <a:gd name="connsiteX120" fmla="*/ 1168854 w 2912392"/>
                <a:gd name="connsiteY120" fmla="*/ 440176 h 904406"/>
                <a:gd name="connsiteX121" fmla="*/ 1178598 w 2912392"/>
                <a:gd name="connsiteY121" fmla="*/ 434158 h 904406"/>
                <a:gd name="connsiteX122" fmla="*/ 1188341 w 2912392"/>
                <a:gd name="connsiteY122" fmla="*/ 428332 h 904406"/>
                <a:gd name="connsiteX123" fmla="*/ 1198070 w 2912392"/>
                <a:gd name="connsiteY123" fmla="*/ 422699 h 904406"/>
                <a:gd name="connsiteX124" fmla="*/ 1207814 w 2912392"/>
                <a:gd name="connsiteY124" fmla="*/ 417261 h 904406"/>
                <a:gd name="connsiteX125" fmla="*/ 1217558 w 2912392"/>
                <a:gd name="connsiteY125" fmla="*/ 412015 h 904406"/>
                <a:gd name="connsiteX126" fmla="*/ 1227302 w 2912392"/>
                <a:gd name="connsiteY126" fmla="*/ 406963 h 904406"/>
                <a:gd name="connsiteX127" fmla="*/ 1237031 w 2912392"/>
                <a:gd name="connsiteY127" fmla="*/ 402103 h 904406"/>
                <a:gd name="connsiteX128" fmla="*/ 1246775 w 2912392"/>
                <a:gd name="connsiteY128" fmla="*/ 397435 h 904406"/>
                <a:gd name="connsiteX129" fmla="*/ 1256519 w 2912392"/>
                <a:gd name="connsiteY129" fmla="*/ 392956 h 904406"/>
                <a:gd name="connsiteX130" fmla="*/ 1266263 w 2912392"/>
                <a:gd name="connsiteY130" fmla="*/ 388665 h 904406"/>
                <a:gd name="connsiteX131" fmla="*/ 1276007 w 2912392"/>
                <a:gd name="connsiteY131" fmla="*/ 384559 h 904406"/>
                <a:gd name="connsiteX132" fmla="*/ 1285736 w 2912392"/>
                <a:gd name="connsiteY132" fmla="*/ 380638 h 904406"/>
                <a:gd name="connsiteX133" fmla="*/ 1295480 w 2912392"/>
                <a:gd name="connsiteY133" fmla="*/ 376894 h 904406"/>
                <a:gd name="connsiteX134" fmla="*/ 1305224 w 2912392"/>
                <a:gd name="connsiteY134" fmla="*/ 373327 h 904406"/>
                <a:gd name="connsiteX135" fmla="*/ 1314968 w 2912392"/>
                <a:gd name="connsiteY135" fmla="*/ 369934 h 904406"/>
                <a:gd name="connsiteX136" fmla="*/ 1324697 w 2912392"/>
                <a:gd name="connsiteY136" fmla="*/ 366709 h 904406"/>
                <a:gd name="connsiteX137" fmla="*/ 1334441 w 2912392"/>
                <a:gd name="connsiteY137" fmla="*/ 363648 h 904406"/>
                <a:gd name="connsiteX138" fmla="*/ 1344185 w 2912392"/>
                <a:gd name="connsiteY138" fmla="*/ 360748 h 904406"/>
                <a:gd name="connsiteX139" fmla="*/ 1353929 w 2912392"/>
                <a:gd name="connsiteY139" fmla="*/ 358002 h 904406"/>
                <a:gd name="connsiteX140" fmla="*/ 1363658 w 2912392"/>
                <a:gd name="connsiteY140" fmla="*/ 355406 h 904406"/>
                <a:gd name="connsiteX141" fmla="*/ 1373402 w 2912392"/>
                <a:gd name="connsiteY141" fmla="*/ 352957 h 904406"/>
                <a:gd name="connsiteX142" fmla="*/ 1383146 w 2912392"/>
                <a:gd name="connsiteY142" fmla="*/ 350646 h 904406"/>
                <a:gd name="connsiteX143" fmla="*/ 1392890 w 2912392"/>
                <a:gd name="connsiteY143" fmla="*/ 348469 h 904406"/>
                <a:gd name="connsiteX144" fmla="*/ 1402619 w 2912392"/>
                <a:gd name="connsiteY144" fmla="*/ 346422 h 904406"/>
                <a:gd name="connsiteX145" fmla="*/ 1412363 w 2912392"/>
                <a:gd name="connsiteY145" fmla="*/ 344497 h 904406"/>
                <a:gd name="connsiteX146" fmla="*/ 1422106 w 2912392"/>
                <a:gd name="connsiteY146" fmla="*/ 342688 h 904406"/>
                <a:gd name="connsiteX147" fmla="*/ 1431850 w 2912392"/>
                <a:gd name="connsiteY147" fmla="*/ 340992 h 904406"/>
                <a:gd name="connsiteX148" fmla="*/ 1441594 w 2912392"/>
                <a:gd name="connsiteY148" fmla="*/ 339399 h 904406"/>
                <a:gd name="connsiteX149" fmla="*/ 1451323 w 2912392"/>
                <a:gd name="connsiteY149" fmla="*/ 337903 h 904406"/>
                <a:gd name="connsiteX150" fmla="*/ 1461067 w 2912392"/>
                <a:gd name="connsiteY150" fmla="*/ 336501 h 904406"/>
                <a:gd name="connsiteX151" fmla="*/ 1470811 w 2912392"/>
                <a:gd name="connsiteY151" fmla="*/ 335184 h 904406"/>
                <a:gd name="connsiteX152" fmla="*/ 1480555 w 2912392"/>
                <a:gd name="connsiteY152" fmla="*/ 333946 h 904406"/>
                <a:gd name="connsiteX153" fmla="*/ 1490284 w 2912392"/>
                <a:gd name="connsiteY153" fmla="*/ 332782 h 904406"/>
                <a:gd name="connsiteX154" fmla="*/ 1500028 w 2912392"/>
                <a:gd name="connsiteY154" fmla="*/ 331684 h 904406"/>
                <a:gd name="connsiteX155" fmla="*/ 1509772 w 2912392"/>
                <a:gd name="connsiteY155" fmla="*/ 330649 h 904406"/>
                <a:gd name="connsiteX156" fmla="*/ 1519516 w 2912392"/>
                <a:gd name="connsiteY156" fmla="*/ 329667 h 904406"/>
                <a:gd name="connsiteX157" fmla="*/ 1529245 w 2912392"/>
                <a:gd name="connsiteY157" fmla="*/ 328733 h 904406"/>
                <a:gd name="connsiteX158" fmla="*/ 1538989 w 2912392"/>
                <a:gd name="connsiteY158" fmla="*/ 327842 h 904406"/>
                <a:gd name="connsiteX159" fmla="*/ 1548733 w 2912392"/>
                <a:gd name="connsiteY159" fmla="*/ 326988 h 904406"/>
                <a:gd name="connsiteX160" fmla="*/ 1558477 w 2912392"/>
                <a:gd name="connsiteY160" fmla="*/ 326164 h 904406"/>
                <a:gd name="connsiteX161" fmla="*/ 1568221 w 2912392"/>
                <a:gd name="connsiteY161" fmla="*/ 325365 h 904406"/>
                <a:gd name="connsiteX162" fmla="*/ 1577950 w 2912392"/>
                <a:gd name="connsiteY162" fmla="*/ 324586 h 904406"/>
                <a:gd name="connsiteX163" fmla="*/ 1587694 w 2912392"/>
                <a:gd name="connsiteY163" fmla="*/ 323820 h 904406"/>
                <a:gd name="connsiteX164" fmla="*/ 1597438 w 2912392"/>
                <a:gd name="connsiteY164" fmla="*/ 323065 h 904406"/>
                <a:gd name="connsiteX165" fmla="*/ 1607182 w 2912392"/>
                <a:gd name="connsiteY165" fmla="*/ 322313 h 904406"/>
                <a:gd name="connsiteX166" fmla="*/ 1616911 w 2912392"/>
                <a:gd name="connsiteY166" fmla="*/ 321559 h 904406"/>
                <a:gd name="connsiteX167" fmla="*/ 1626655 w 2912392"/>
                <a:gd name="connsiteY167" fmla="*/ 320799 h 904406"/>
                <a:gd name="connsiteX168" fmla="*/ 1636399 w 2912392"/>
                <a:gd name="connsiteY168" fmla="*/ 320030 h 904406"/>
                <a:gd name="connsiteX169" fmla="*/ 1646142 w 2912392"/>
                <a:gd name="connsiteY169" fmla="*/ 319245 h 904406"/>
                <a:gd name="connsiteX170" fmla="*/ 1655872 w 2912392"/>
                <a:gd name="connsiteY170" fmla="*/ 318442 h 904406"/>
                <a:gd name="connsiteX171" fmla="*/ 1665616 w 2912392"/>
                <a:gd name="connsiteY171" fmla="*/ 317615 h 904406"/>
                <a:gd name="connsiteX172" fmla="*/ 1675359 w 2912392"/>
                <a:gd name="connsiteY172" fmla="*/ 316763 h 904406"/>
                <a:gd name="connsiteX173" fmla="*/ 1685103 w 2912392"/>
                <a:gd name="connsiteY173" fmla="*/ 315879 h 904406"/>
                <a:gd name="connsiteX174" fmla="*/ 1694832 w 2912392"/>
                <a:gd name="connsiteY174" fmla="*/ 314963 h 904406"/>
                <a:gd name="connsiteX175" fmla="*/ 1704576 w 2912392"/>
                <a:gd name="connsiteY175" fmla="*/ 314011 h 904406"/>
                <a:gd name="connsiteX176" fmla="*/ 1714320 w 2912392"/>
                <a:gd name="connsiteY176" fmla="*/ 313020 h 904406"/>
                <a:gd name="connsiteX177" fmla="*/ 1724064 w 2912392"/>
                <a:gd name="connsiteY177" fmla="*/ 311988 h 904406"/>
                <a:gd name="connsiteX178" fmla="*/ 1733808 w 2912392"/>
                <a:gd name="connsiteY178" fmla="*/ 310912 h 904406"/>
                <a:gd name="connsiteX179" fmla="*/ 1743537 w 2912392"/>
                <a:gd name="connsiteY179" fmla="*/ 309789 h 904406"/>
                <a:gd name="connsiteX180" fmla="*/ 1753281 w 2912392"/>
                <a:gd name="connsiteY180" fmla="*/ 308619 h 904406"/>
                <a:gd name="connsiteX181" fmla="*/ 1763025 w 2912392"/>
                <a:gd name="connsiteY181" fmla="*/ 307399 h 904406"/>
                <a:gd name="connsiteX182" fmla="*/ 1772769 w 2912392"/>
                <a:gd name="connsiteY182" fmla="*/ 306128 h 904406"/>
                <a:gd name="connsiteX183" fmla="*/ 1782498 w 2912392"/>
                <a:gd name="connsiteY183" fmla="*/ 304805 h 904406"/>
                <a:gd name="connsiteX184" fmla="*/ 1792242 w 2912392"/>
                <a:gd name="connsiteY184" fmla="*/ 303428 h 904406"/>
                <a:gd name="connsiteX185" fmla="*/ 1801986 w 2912392"/>
                <a:gd name="connsiteY185" fmla="*/ 301999 h 904406"/>
                <a:gd name="connsiteX186" fmla="*/ 1811730 w 2912392"/>
                <a:gd name="connsiteY186" fmla="*/ 300514 h 904406"/>
                <a:gd name="connsiteX187" fmla="*/ 1821459 w 2912392"/>
                <a:gd name="connsiteY187" fmla="*/ 298975 h 904406"/>
                <a:gd name="connsiteX188" fmla="*/ 1831203 w 2912392"/>
                <a:gd name="connsiteY188" fmla="*/ 297379 h 904406"/>
                <a:gd name="connsiteX189" fmla="*/ 1840947 w 2912392"/>
                <a:gd name="connsiteY189" fmla="*/ 295730 h 904406"/>
                <a:gd name="connsiteX190" fmla="*/ 1850691 w 2912392"/>
                <a:gd name="connsiteY190" fmla="*/ 294024 h 904406"/>
                <a:gd name="connsiteX191" fmla="*/ 1860435 w 2912392"/>
                <a:gd name="connsiteY191" fmla="*/ 292264 h 904406"/>
                <a:gd name="connsiteX192" fmla="*/ 1870164 w 2912392"/>
                <a:gd name="connsiteY192" fmla="*/ 290450 h 904406"/>
                <a:gd name="connsiteX193" fmla="*/ 1879908 w 2912392"/>
                <a:gd name="connsiteY193" fmla="*/ 288581 h 904406"/>
                <a:gd name="connsiteX194" fmla="*/ 1889652 w 2912392"/>
                <a:gd name="connsiteY194" fmla="*/ 286659 h 904406"/>
                <a:gd name="connsiteX195" fmla="*/ 1899395 w 2912392"/>
                <a:gd name="connsiteY195" fmla="*/ 284685 h 904406"/>
                <a:gd name="connsiteX196" fmla="*/ 1909124 w 2912392"/>
                <a:gd name="connsiteY196" fmla="*/ 282661 h 904406"/>
                <a:gd name="connsiteX197" fmla="*/ 1918868 w 2912392"/>
                <a:gd name="connsiteY197" fmla="*/ 280585 h 904406"/>
                <a:gd name="connsiteX198" fmla="*/ 1928612 w 2912392"/>
                <a:gd name="connsiteY198" fmla="*/ 278459 h 904406"/>
                <a:gd name="connsiteX199" fmla="*/ 1938356 w 2912392"/>
                <a:gd name="connsiteY199" fmla="*/ 276285 h 904406"/>
                <a:gd name="connsiteX200" fmla="*/ 1948085 w 2912392"/>
                <a:gd name="connsiteY200" fmla="*/ 274065 h 904406"/>
                <a:gd name="connsiteX201" fmla="*/ 1957829 w 2912392"/>
                <a:gd name="connsiteY201" fmla="*/ 271799 h 904406"/>
                <a:gd name="connsiteX202" fmla="*/ 1967573 w 2912392"/>
                <a:gd name="connsiteY202" fmla="*/ 269488 h 904406"/>
                <a:gd name="connsiteX203" fmla="*/ 1977317 w 2912392"/>
                <a:gd name="connsiteY203" fmla="*/ 267134 h 904406"/>
                <a:gd name="connsiteX204" fmla="*/ 1987046 w 2912392"/>
                <a:gd name="connsiteY204" fmla="*/ 264740 h 904406"/>
                <a:gd name="connsiteX205" fmla="*/ 1996790 w 2912392"/>
                <a:gd name="connsiteY205" fmla="*/ 262304 h 904406"/>
                <a:gd name="connsiteX206" fmla="*/ 2006534 w 2912392"/>
                <a:gd name="connsiteY206" fmla="*/ 259829 h 904406"/>
                <a:gd name="connsiteX207" fmla="*/ 2016278 w 2912392"/>
                <a:gd name="connsiteY207" fmla="*/ 257317 h 904406"/>
                <a:gd name="connsiteX208" fmla="*/ 2026022 w 2912392"/>
                <a:gd name="connsiteY208" fmla="*/ 254770 h 904406"/>
                <a:gd name="connsiteX209" fmla="*/ 2035751 w 2912392"/>
                <a:gd name="connsiteY209" fmla="*/ 252186 h 904406"/>
                <a:gd name="connsiteX210" fmla="*/ 2045495 w 2912392"/>
                <a:gd name="connsiteY210" fmla="*/ 249570 h 904406"/>
                <a:gd name="connsiteX211" fmla="*/ 2055239 w 2912392"/>
                <a:gd name="connsiteY211" fmla="*/ 246921 h 904406"/>
                <a:gd name="connsiteX212" fmla="*/ 2064983 w 2912392"/>
                <a:gd name="connsiteY212" fmla="*/ 244240 h 904406"/>
                <a:gd name="connsiteX213" fmla="*/ 2074712 w 2912392"/>
                <a:gd name="connsiteY213" fmla="*/ 241532 h 904406"/>
                <a:gd name="connsiteX214" fmla="*/ 2084456 w 2912392"/>
                <a:gd name="connsiteY214" fmla="*/ 238793 h 904406"/>
                <a:gd name="connsiteX215" fmla="*/ 2094200 w 2912392"/>
                <a:gd name="connsiteY215" fmla="*/ 236027 h 904406"/>
                <a:gd name="connsiteX216" fmla="*/ 2103944 w 2912392"/>
                <a:gd name="connsiteY216" fmla="*/ 233233 h 904406"/>
                <a:gd name="connsiteX217" fmla="*/ 2113673 w 2912392"/>
                <a:gd name="connsiteY217" fmla="*/ 230416 h 904406"/>
                <a:gd name="connsiteX218" fmla="*/ 2123417 w 2912392"/>
                <a:gd name="connsiteY218" fmla="*/ 227571 h 904406"/>
                <a:gd name="connsiteX219" fmla="*/ 2133161 w 2912392"/>
                <a:gd name="connsiteY219" fmla="*/ 224703 h 904406"/>
                <a:gd name="connsiteX220" fmla="*/ 2142905 w 2912392"/>
                <a:gd name="connsiteY220" fmla="*/ 221813 h 904406"/>
                <a:gd name="connsiteX221" fmla="*/ 2152649 w 2912392"/>
                <a:gd name="connsiteY221" fmla="*/ 218899 h 904406"/>
                <a:gd name="connsiteX222" fmla="*/ 2162377 w 2912392"/>
                <a:gd name="connsiteY222" fmla="*/ 215964 h 904406"/>
                <a:gd name="connsiteX223" fmla="*/ 2172121 w 2912392"/>
                <a:gd name="connsiteY223" fmla="*/ 213006 h 904406"/>
                <a:gd name="connsiteX224" fmla="*/ 2181865 w 2912392"/>
                <a:gd name="connsiteY224" fmla="*/ 210028 h 904406"/>
                <a:gd name="connsiteX225" fmla="*/ 2191609 w 2912392"/>
                <a:gd name="connsiteY225" fmla="*/ 207029 h 904406"/>
                <a:gd name="connsiteX226" fmla="*/ 2201338 w 2912392"/>
                <a:gd name="connsiteY226" fmla="*/ 204010 h 904406"/>
                <a:gd name="connsiteX227" fmla="*/ 2211082 w 2912392"/>
                <a:gd name="connsiteY227" fmla="*/ 200971 h 904406"/>
                <a:gd name="connsiteX228" fmla="*/ 2220826 w 2912392"/>
                <a:gd name="connsiteY228" fmla="*/ 197912 h 904406"/>
                <a:gd name="connsiteX229" fmla="*/ 2230570 w 2912392"/>
                <a:gd name="connsiteY229" fmla="*/ 194835 h 904406"/>
                <a:gd name="connsiteX230" fmla="*/ 2240299 w 2912392"/>
                <a:gd name="connsiteY230" fmla="*/ 191738 h 904406"/>
                <a:gd name="connsiteX231" fmla="*/ 2250043 w 2912392"/>
                <a:gd name="connsiteY231" fmla="*/ 188623 h 904406"/>
                <a:gd name="connsiteX232" fmla="*/ 2259787 w 2912392"/>
                <a:gd name="connsiteY232" fmla="*/ 185488 h 904406"/>
                <a:gd name="connsiteX233" fmla="*/ 2269531 w 2912392"/>
                <a:gd name="connsiteY233" fmla="*/ 182335 h 904406"/>
                <a:gd name="connsiteX234" fmla="*/ 2279260 w 2912392"/>
                <a:gd name="connsiteY234" fmla="*/ 179163 h 904406"/>
                <a:gd name="connsiteX235" fmla="*/ 2289004 w 2912392"/>
                <a:gd name="connsiteY235" fmla="*/ 175975 h 904406"/>
                <a:gd name="connsiteX236" fmla="*/ 2298748 w 2912392"/>
                <a:gd name="connsiteY236" fmla="*/ 172767 h 904406"/>
                <a:gd name="connsiteX237" fmla="*/ 2308492 w 2912392"/>
                <a:gd name="connsiteY237" fmla="*/ 169543 h 904406"/>
                <a:gd name="connsiteX238" fmla="*/ 2318236 w 2912392"/>
                <a:gd name="connsiteY238" fmla="*/ 166302 h 904406"/>
                <a:gd name="connsiteX239" fmla="*/ 2327965 w 2912392"/>
                <a:gd name="connsiteY239" fmla="*/ 163044 h 904406"/>
                <a:gd name="connsiteX240" fmla="*/ 2337709 w 2912392"/>
                <a:gd name="connsiteY240" fmla="*/ 159769 h 904406"/>
                <a:gd name="connsiteX241" fmla="*/ 2347453 w 2912392"/>
                <a:gd name="connsiteY241" fmla="*/ 156478 h 904406"/>
                <a:gd name="connsiteX242" fmla="*/ 2357197 w 2912392"/>
                <a:gd name="connsiteY242" fmla="*/ 153172 h 904406"/>
                <a:gd name="connsiteX243" fmla="*/ 2366926 w 2912392"/>
                <a:gd name="connsiteY243" fmla="*/ 149851 h 904406"/>
                <a:gd name="connsiteX244" fmla="*/ 2376670 w 2912392"/>
                <a:gd name="connsiteY244" fmla="*/ 146517 h 904406"/>
                <a:gd name="connsiteX245" fmla="*/ 2386413 w 2912392"/>
                <a:gd name="connsiteY245" fmla="*/ 143169 h 904406"/>
                <a:gd name="connsiteX246" fmla="*/ 2396157 w 2912392"/>
                <a:gd name="connsiteY246" fmla="*/ 139808 h 904406"/>
                <a:gd name="connsiteX247" fmla="*/ 2405886 w 2912392"/>
                <a:gd name="connsiteY247" fmla="*/ 136436 h 904406"/>
                <a:gd name="connsiteX248" fmla="*/ 2415630 w 2912392"/>
                <a:gd name="connsiteY248" fmla="*/ 133052 h 904406"/>
                <a:gd name="connsiteX249" fmla="*/ 2425374 w 2912392"/>
                <a:gd name="connsiteY249" fmla="*/ 129661 h 904406"/>
                <a:gd name="connsiteX250" fmla="*/ 2435118 w 2912392"/>
                <a:gd name="connsiteY250" fmla="*/ 126261 h 904406"/>
                <a:gd name="connsiteX251" fmla="*/ 2444862 w 2912392"/>
                <a:gd name="connsiteY251" fmla="*/ 122855 h 904406"/>
                <a:gd name="connsiteX252" fmla="*/ 2454591 w 2912392"/>
                <a:gd name="connsiteY252" fmla="*/ 119444 h 904406"/>
                <a:gd name="connsiteX253" fmla="*/ 2464335 w 2912392"/>
                <a:gd name="connsiteY253" fmla="*/ 116030 h 904406"/>
                <a:gd name="connsiteX254" fmla="*/ 2474079 w 2912392"/>
                <a:gd name="connsiteY254" fmla="*/ 112614 h 904406"/>
                <a:gd name="connsiteX255" fmla="*/ 2483823 w 2912392"/>
                <a:gd name="connsiteY255" fmla="*/ 109199 h 904406"/>
                <a:gd name="connsiteX256" fmla="*/ 2493552 w 2912392"/>
                <a:gd name="connsiteY256" fmla="*/ 105786 h 904406"/>
                <a:gd name="connsiteX257" fmla="*/ 2503296 w 2912392"/>
                <a:gd name="connsiteY257" fmla="*/ 102377 h 904406"/>
                <a:gd name="connsiteX258" fmla="*/ 2513040 w 2912392"/>
                <a:gd name="connsiteY258" fmla="*/ 98975 h 904406"/>
                <a:gd name="connsiteX259" fmla="*/ 2522784 w 2912392"/>
                <a:gd name="connsiteY259" fmla="*/ 95583 h 904406"/>
                <a:gd name="connsiteX260" fmla="*/ 2532513 w 2912392"/>
                <a:gd name="connsiteY260" fmla="*/ 92202 h 904406"/>
                <a:gd name="connsiteX261" fmla="*/ 2542257 w 2912392"/>
                <a:gd name="connsiteY261" fmla="*/ 88835 h 904406"/>
                <a:gd name="connsiteX262" fmla="*/ 2552001 w 2912392"/>
                <a:gd name="connsiteY262" fmla="*/ 85484 h 904406"/>
                <a:gd name="connsiteX263" fmla="*/ 2561745 w 2912392"/>
                <a:gd name="connsiteY263" fmla="*/ 82154 h 904406"/>
                <a:gd name="connsiteX264" fmla="*/ 2571474 w 2912392"/>
                <a:gd name="connsiteY264" fmla="*/ 78845 h 904406"/>
                <a:gd name="connsiteX265" fmla="*/ 2581218 w 2912392"/>
                <a:gd name="connsiteY265" fmla="*/ 75563 h 904406"/>
                <a:gd name="connsiteX266" fmla="*/ 2590962 w 2912392"/>
                <a:gd name="connsiteY266" fmla="*/ 72308 h 904406"/>
                <a:gd name="connsiteX267" fmla="*/ 2600705 w 2912392"/>
                <a:gd name="connsiteY267" fmla="*/ 69084 h 904406"/>
                <a:gd name="connsiteX268" fmla="*/ 2610449 w 2912392"/>
                <a:gd name="connsiteY268" fmla="*/ 65895 h 904406"/>
                <a:gd name="connsiteX269" fmla="*/ 2620178 w 2912392"/>
                <a:gd name="connsiteY269" fmla="*/ 62743 h 904406"/>
                <a:gd name="connsiteX270" fmla="*/ 2629922 w 2912392"/>
                <a:gd name="connsiteY270" fmla="*/ 59632 h 904406"/>
                <a:gd name="connsiteX271" fmla="*/ 2639666 w 2912392"/>
                <a:gd name="connsiteY271" fmla="*/ 56564 h 904406"/>
                <a:gd name="connsiteX272" fmla="*/ 2649410 w 2912392"/>
                <a:gd name="connsiteY272" fmla="*/ 53542 h 904406"/>
                <a:gd name="connsiteX273" fmla="*/ 2659139 w 2912392"/>
                <a:gd name="connsiteY273" fmla="*/ 50573 h 904406"/>
                <a:gd name="connsiteX274" fmla="*/ 2668883 w 2912392"/>
                <a:gd name="connsiteY274" fmla="*/ 47656 h 904406"/>
                <a:gd name="connsiteX275" fmla="*/ 2678627 w 2912392"/>
                <a:gd name="connsiteY275" fmla="*/ 44794 h 904406"/>
                <a:gd name="connsiteX276" fmla="*/ 2688371 w 2912392"/>
                <a:gd name="connsiteY276" fmla="*/ 41993 h 904406"/>
                <a:gd name="connsiteX277" fmla="*/ 2698100 w 2912392"/>
                <a:gd name="connsiteY277" fmla="*/ 39254 h 904406"/>
                <a:gd name="connsiteX278" fmla="*/ 2707844 w 2912392"/>
                <a:gd name="connsiteY278" fmla="*/ 36581 h 904406"/>
                <a:gd name="connsiteX279" fmla="*/ 2717588 w 2912392"/>
                <a:gd name="connsiteY279" fmla="*/ 33977 h 904406"/>
                <a:gd name="connsiteX280" fmla="*/ 2727332 w 2912392"/>
                <a:gd name="connsiteY280" fmla="*/ 31444 h 904406"/>
                <a:gd name="connsiteX281" fmla="*/ 2737076 w 2912392"/>
                <a:gd name="connsiteY281" fmla="*/ 28987 h 904406"/>
                <a:gd name="connsiteX282" fmla="*/ 2746805 w 2912392"/>
                <a:gd name="connsiteY282" fmla="*/ 26605 h 904406"/>
                <a:gd name="connsiteX283" fmla="*/ 2756549 w 2912392"/>
                <a:gd name="connsiteY283" fmla="*/ 24305 h 904406"/>
                <a:gd name="connsiteX284" fmla="*/ 2766293 w 2912392"/>
                <a:gd name="connsiteY284" fmla="*/ 22085 h 904406"/>
                <a:gd name="connsiteX285" fmla="*/ 2776037 w 2912392"/>
                <a:gd name="connsiteY285" fmla="*/ 19951 h 904406"/>
                <a:gd name="connsiteX286" fmla="*/ 2785766 w 2912392"/>
                <a:gd name="connsiteY286" fmla="*/ 17904 h 904406"/>
                <a:gd name="connsiteX287" fmla="*/ 2795510 w 2912392"/>
                <a:gd name="connsiteY287" fmla="*/ 15946 h 904406"/>
                <a:gd name="connsiteX288" fmla="*/ 2805254 w 2912392"/>
                <a:gd name="connsiteY288" fmla="*/ 14080 h 904406"/>
                <a:gd name="connsiteX289" fmla="*/ 2814998 w 2912392"/>
                <a:gd name="connsiteY289" fmla="*/ 12305 h 904406"/>
                <a:gd name="connsiteX290" fmla="*/ 2824727 w 2912392"/>
                <a:gd name="connsiteY290" fmla="*/ 10626 h 904406"/>
                <a:gd name="connsiteX291" fmla="*/ 2834471 w 2912392"/>
                <a:gd name="connsiteY291" fmla="*/ 9044 h 904406"/>
                <a:gd name="connsiteX292" fmla="*/ 2844215 w 2912392"/>
                <a:gd name="connsiteY292" fmla="*/ 7560 h 904406"/>
                <a:gd name="connsiteX293" fmla="*/ 2853958 w 2912392"/>
                <a:gd name="connsiteY293" fmla="*/ 6174 h 904406"/>
                <a:gd name="connsiteX294" fmla="*/ 2863687 w 2912392"/>
                <a:gd name="connsiteY294" fmla="*/ 4890 h 904406"/>
                <a:gd name="connsiteX295" fmla="*/ 2873431 w 2912392"/>
                <a:gd name="connsiteY295" fmla="*/ 3707 h 904406"/>
                <a:gd name="connsiteX296" fmla="*/ 2883175 w 2912392"/>
                <a:gd name="connsiteY296" fmla="*/ 2625 h 904406"/>
                <a:gd name="connsiteX297" fmla="*/ 2892919 w 2912392"/>
                <a:gd name="connsiteY297" fmla="*/ 1646 h 904406"/>
                <a:gd name="connsiteX298" fmla="*/ 2902663 w 2912392"/>
                <a:gd name="connsiteY298" fmla="*/ 772 h 904406"/>
                <a:gd name="connsiteX299" fmla="*/ 2912392 w 2912392"/>
                <a:gd name="connsiteY299" fmla="*/ 0 h 904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904406">
                  <a:moveTo>
                    <a:pt x="0" y="644539"/>
                  </a:moveTo>
                  <a:lnTo>
                    <a:pt x="9739" y="651725"/>
                  </a:lnTo>
                  <a:lnTo>
                    <a:pt x="19480" y="658943"/>
                  </a:lnTo>
                  <a:lnTo>
                    <a:pt x="29221" y="666192"/>
                  </a:lnTo>
                  <a:lnTo>
                    <a:pt x="38961" y="673462"/>
                  </a:lnTo>
                  <a:lnTo>
                    <a:pt x="48702" y="680751"/>
                  </a:lnTo>
                  <a:lnTo>
                    <a:pt x="58443" y="688050"/>
                  </a:lnTo>
                  <a:lnTo>
                    <a:pt x="68182" y="695352"/>
                  </a:lnTo>
                  <a:lnTo>
                    <a:pt x="77923" y="702652"/>
                  </a:lnTo>
                  <a:lnTo>
                    <a:pt x="87664" y="709942"/>
                  </a:lnTo>
                  <a:lnTo>
                    <a:pt x="97404" y="717218"/>
                  </a:lnTo>
                  <a:lnTo>
                    <a:pt x="107145" y="724469"/>
                  </a:lnTo>
                  <a:lnTo>
                    <a:pt x="116886" y="731691"/>
                  </a:lnTo>
                  <a:lnTo>
                    <a:pt x="126625" y="738873"/>
                  </a:lnTo>
                  <a:lnTo>
                    <a:pt x="136366" y="746011"/>
                  </a:lnTo>
                  <a:lnTo>
                    <a:pt x="146107" y="753097"/>
                  </a:lnTo>
                  <a:lnTo>
                    <a:pt x="155846" y="760122"/>
                  </a:lnTo>
                  <a:lnTo>
                    <a:pt x="165587" y="767077"/>
                  </a:lnTo>
                  <a:lnTo>
                    <a:pt x="175328" y="773956"/>
                  </a:lnTo>
                  <a:lnTo>
                    <a:pt x="185068" y="780750"/>
                  </a:lnTo>
                  <a:lnTo>
                    <a:pt x="194809" y="787451"/>
                  </a:lnTo>
                  <a:lnTo>
                    <a:pt x="204550" y="794052"/>
                  </a:lnTo>
                  <a:lnTo>
                    <a:pt x="214289" y="800540"/>
                  </a:lnTo>
                  <a:lnTo>
                    <a:pt x="224030" y="806912"/>
                  </a:lnTo>
                  <a:lnTo>
                    <a:pt x="233771" y="813157"/>
                  </a:lnTo>
                  <a:lnTo>
                    <a:pt x="243510" y="819265"/>
                  </a:lnTo>
                  <a:lnTo>
                    <a:pt x="253251" y="825229"/>
                  </a:lnTo>
                  <a:lnTo>
                    <a:pt x="262992" y="831041"/>
                  </a:lnTo>
                  <a:lnTo>
                    <a:pt x="272732" y="836693"/>
                  </a:lnTo>
                  <a:lnTo>
                    <a:pt x="282473" y="842174"/>
                  </a:lnTo>
                  <a:lnTo>
                    <a:pt x="292214" y="847476"/>
                  </a:lnTo>
                  <a:lnTo>
                    <a:pt x="301953" y="852588"/>
                  </a:lnTo>
                  <a:lnTo>
                    <a:pt x="311694" y="857520"/>
                  </a:lnTo>
                  <a:lnTo>
                    <a:pt x="321435" y="862228"/>
                  </a:lnTo>
                  <a:lnTo>
                    <a:pt x="331175" y="866742"/>
                  </a:lnTo>
                  <a:lnTo>
                    <a:pt x="340916" y="871033"/>
                  </a:lnTo>
                  <a:lnTo>
                    <a:pt x="350656" y="875086"/>
                  </a:lnTo>
                  <a:lnTo>
                    <a:pt x="360396" y="878915"/>
                  </a:lnTo>
                  <a:lnTo>
                    <a:pt x="370137" y="882505"/>
                  </a:lnTo>
                  <a:lnTo>
                    <a:pt x="379878" y="885843"/>
                  </a:lnTo>
                  <a:lnTo>
                    <a:pt x="389617" y="888927"/>
                  </a:lnTo>
                  <a:lnTo>
                    <a:pt x="399358" y="891743"/>
                  </a:lnTo>
                  <a:lnTo>
                    <a:pt x="409099" y="894291"/>
                  </a:lnTo>
                  <a:lnTo>
                    <a:pt x="418839" y="896570"/>
                  </a:lnTo>
                  <a:lnTo>
                    <a:pt x="428580" y="898567"/>
                  </a:lnTo>
                  <a:lnTo>
                    <a:pt x="438321" y="900280"/>
                  </a:lnTo>
                  <a:lnTo>
                    <a:pt x="448060" y="901695"/>
                  </a:lnTo>
                  <a:lnTo>
                    <a:pt x="457801" y="902828"/>
                  </a:lnTo>
                  <a:lnTo>
                    <a:pt x="467542" y="903647"/>
                  </a:lnTo>
                  <a:lnTo>
                    <a:pt x="477281" y="904184"/>
                  </a:lnTo>
                  <a:lnTo>
                    <a:pt x="487022" y="904407"/>
                  </a:lnTo>
                  <a:lnTo>
                    <a:pt x="496763" y="904318"/>
                  </a:lnTo>
                  <a:lnTo>
                    <a:pt x="506503" y="903915"/>
                  </a:lnTo>
                  <a:lnTo>
                    <a:pt x="516244" y="903200"/>
                  </a:lnTo>
                  <a:lnTo>
                    <a:pt x="525985" y="902187"/>
                  </a:lnTo>
                  <a:lnTo>
                    <a:pt x="535724" y="900846"/>
                  </a:lnTo>
                  <a:lnTo>
                    <a:pt x="545465" y="899192"/>
                  </a:lnTo>
                  <a:lnTo>
                    <a:pt x="555206" y="897226"/>
                  </a:lnTo>
                  <a:lnTo>
                    <a:pt x="564946" y="894946"/>
                  </a:lnTo>
                  <a:lnTo>
                    <a:pt x="574687" y="892354"/>
                  </a:lnTo>
                  <a:lnTo>
                    <a:pt x="584428" y="889448"/>
                  </a:lnTo>
                  <a:lnTo>
                    <a:pt x="594167" y="886245"/>
                  </a:lnTo>
                  <a:lnTo>
                    <a:pt x="603908" y="882729"/>
                  </a:lnTo>
                  <a:lnTo>
                    <a:pt x="613649" y="878900"/>
                  </a:lnTo>
                  <a:lnTo>
                    <a:pt x="623388" y="874788"/>
                  </a:lnTo>
                  <a:lnTo>
                    <a:pt x="633129" y="870378"/>
                  </a:lnTo>
                  <a:lnTo>
                    <a:pt x="642870" y="865670"/>
                  </a:lnTo>
                  <a:lnTo>
                    <a:pt x="652610" y="860693"/>
                  </a:lnTo>
                  <a:lnTo>
                    <a:pt x="662351" y="855419"/>
                  </a:lnTo>
                  <a:lnTo>
                    <a:pt x="672092" y="849892"/>
                  </a:lnTo>
                  <a:lnTo>
                    <a:pt x="681831" y="844094"/>
                  </a:lnTo>
                  <a:lnTo>
                    <a:pt x="691572" y="838039"/>
                  </a:lnTo>
                  <a:lnTo>
                    <a:pt x="701313" y="831736"/>
                  </a:lnTo>
                  <a:lnTo>
                    <a:pt x="711052" y="825191"/>
                  </a:lnTo>
                  <a:lnTo>
                    <a:pt x="720793" y="818412"/>
                  </a:lnTo>
                  <a:lnTo>
                    <a:pt x="730534" y="811410"/>
                  </a:lnTo>
                  <a:lnTo>
                    <a:pt x="740274" y="804195"/>
                  </a:lnTo>
                  <a:lnTo>
                    <a:pt x="750015" y="796774"/>
                  </a:lnTo>
                  <a:lnTo>
                    <a:pt x="759756" y="789159"/>
                  </a:lnTo>
                  <a:lnTo>
                    <a:pt x="769495" y="781361"/>
                  </a:lnTo>
                  <a:lnTo>
                    <a:pt x="779236" y="773388"/>
                  </a:lnTo>
                  <a:lnTo>
                    <a:pt x="788977" y="765253"/>
                  </a:lnTo>
                  <a:lnTo>
                    <a:pt x="798717" y="756967"/>
                  </a:lnTo>
                  <a:lnTo>
                    <a:pt x="808458" y="748540"/>
                  </a:lnTo>
                  <a:lnTo>
                    <a:pt x="818199" y="739985"/>
                  </a:lnTo>
                  <a:lnTo>
                    <a:pt x="827938" y="731314"/>
                  </a:lnTo>
                  <a:lnTo>
                    <a:pt x="837679" y="722537"/>
                  </a:lnTo>
                  <a:lnTo>
                    <a:pt x="847420" y="713666"/>
                  </a:lnTo>
                  <a:lnTo>
                    <a:pt x="857159" y="704713"/>
                  </a:lnTo>
                  <a:lnTo>
                    <a:pt x="866900" y="695692"/>
                  </a:lnTo>
                  <a:lnTo>
                    <a:pt x="876641" y="686614"/>
                  </a:lnTo>
                  <a:lnTo>
                    <a:pt x="886381" y="677489"/>
                  </a:lnTo>
                  <a:lnTo>
                    <a:pt x="896122" y="668331"/>
                  </a:lnTo>
                  <a:lnTo>
                    <a:pt x="905863" y="659152"/>
                  </a:lnTo>
                  <a:lnTo>
                    <a:pt x="915602" y="649962"/>
                  </a:lnTo>
                  <a:lnTo>
                    <a:pt x="925343" y="640775"/>
                  </a:lnTo>
                  <a:lnTo>
                    <a:pt x="935084" y="631601"/>
                  </a:lnTo>
                  <a:lnTo>
                    <a:pt x="944824" y="622450"/>
                  </a:lnTo>
                  <a:lnTo>
                    <a:pt x="954564" y="613336"/>
                  </a:lnTo>
                  <a:lnTo>
                    <a:pt x="964305" y="604267"/>
                  </a:lnTo>
                  <a:lnTo>
                    <a:pt x="974045" y="595255"/>
                  </a:lnTo>
                  <a:lnTo>
                    <a:pt x="983786" y="586311"/>
                  </a:lnTo>
                  <a:lnTo>
                    <a:pt x="993522" y="577443"/>
                  </a:lnTo>
                  <a:lnTo>
                    <a:pt x="1003266" y="568663"/>
                  </a:lnTo>
                  <a:lnTo>
                    <a:pt x="1013010" y="559978"/>
                  </a:lnTo>
                  <a:lnTo>
                    <a:pt x="1022754" y="551398"/>
                  </a:lnTo>
                  <a:lnTo>
                    <a:pt x="1032483" y="542932"/>
                  </a:lnTo>
                  <a:lnTo>
                    <a:pt x="1042227" y="534589"/>
                  </a:lnTo>
                  <a:lnTo>
                    <a:pt x="1051971" y="526375"/>
                  </a:lnTo>
                  <a:lnTo>
                    <a:pt x="1061715" y="518298"/>
                  </a:lnTo>
                  <a:lnTo>
                    <a:pt x="1071444" y="510366"/>
                  </a:lnTo>
                  <a:lnTo>
                    <a:pt x="1081188" y="502583"/>
                  </a:lnTo>
                  <a:lnTo>
                    <a:pt x="1090932" y="494958"/>
                  </a:lnTo>
                  <a:lnTo>
                    <a:pt x="1100676" y="487495"/>
                  </a:lnTo>
                  <a:lnTo>
                    <a:pt x="1110405" y="480200"/>
                  </a:lnTo>
                  <a:lnTo>
                    <a:pt x="1120149" y="473077"/>
                  </a:lnTo>
                  <a:lnTo>
                    <a:pt x="1129893" y="466130"/>
                  </a:lnTo>
                  <a:lnTo>
                    <a:pt x="1139637" y="459362"/>
                  </a:lnTo>
                  <a:lnTo>
                    <a:pt x="1149381" y="452780"/>
                  </a:lnTo>
                  <a:lnTo>
                    <a:pt x="1159110" y="446384"/>
                  </a:lnTo>
                  <a:lnTo>
                    <a:pt x="1168854" y="440176"/>
                  </a:lnTo>
                  <a:lnTo>
                    <a:pt x="1178598" y="434158"/>
                  </a:lnTo>
                  <a:lnTo>
                    <a:pt x="1188341" y="428332"/>
                  </a:lnTo>
                  <a:lnTo>
                    <a:pt x="1198070" y="422699"/>
                  </a:lnTo>
                  <a:lnTo>
                    <a:pt x="1207814" y="417261"/>
                  </a:lnTo>
                  <a:lnTo>
                    <a:pt x="1217558" y="412015"/>
                  </a:lnTo>
                  <a:lnTo>
                    <a:pt x="1227302" y="406963"/>
                  </a:lnTo>
                  <a:lnTo>
                    <a:pt x="1237031" y="402103"/>
                  </a:lnTo>
                  <a:lnTo>
                    <a:pt x="1246775" y="397435"/>
                  </a:lnTo>
                  <a:lnTo>
                    <a:pt x="1256519" y="392956"/>
                  </a:lnTo>
                  <a:lnTo>
                    <a:pt x="1266263" y="388665"/>
                  </a:lnTo>
                  <a:lnTo>
                    <a:pt x="1276007" y="384559"/>
                  </a:lnTo>
                  <a:lnTo>
                    <a:pt x="1285736" y="380638"/>
                  </a:lnTo>
                  <a:lnTo>
                    <a:pt x="1295480" y="376894"/>
                  </a:lnTo>
                  <a:lnTo>
                    <a:pt x="1305224" y="373327"/>
                  </a:lnTo>
                  <a:lnTo>
                    <a:pt x="1314968" y="369934"/>
                  </a:lnTo>
                  <a:lnTo>
                    <a:pt x="1324697" y="366709"/>
                  </a:lnTo>
                  <a:lnTo>
                    <a:pt x="1334441" y="363648"/>
                  </a:lnTo>
                  <a:lnTo>
                    <a:pt x="1344185" y="360748"/>
                  </a:lnTo>
                  <a:lnTo>
                    <a:pt x="1353929" y="358002"/>
                  </a:lnTo>
                  <a:lnTo>
                    <a:pt x="1363658" y="355406"/>
                  </a:lnTo>
                  <a:lnTo>
                    <a:pt x="1373402" y="352957"/>
                  </a:lnTo>
                  <a:lnTo>
                    <a:pt x="1383146" y="350646"/>
                  </a:lnTo>
                  <a:lnTo>
                    <a:pt x="1392890" y="348469"/>
                  </a:lnTo>
                  <a:lnTo>
                    <a:pt x="1402619" y="346422"/>
                  </a:lnTo>
                  <a:lnTo>
                    <a:pt x="1412363" y="344497"/>
                  </a:lnTo>
                  <a:lnTo>
                    <a:pt x="1422106" y="342688"/>
                  </a:lnTo>
                  <a:lnTo>
                    <a:pt x="1431850" y="340992"/>
                  </a:lnTo>
                  <a:lnTo>
                    <a:pt x="1441594" y="339399"/>
                  </a:lnTo>
                  <a:lnTo>
                    <a:pt x="1451323" y="337903"/>
                  </a:lnTo>
                  <a:lnTo>
                    <a:pt x="1461067" y="336501"/>
                  </a:lnTo>
                  <a:lnTo>
                    <a:pt x="1470811" y="335184"/>
                  </a:lnTo>
                  <a:lnTo>
                    <a:pt x="1480555" y="333946"/>
                  </a:lnTo>
                  <a:lnTo>
                    <a:pt x="1490284" y="332782"/>
                  </a:lnTo>
                  <a:lnTo>
                    <a:pt x="1500028" y="331684"/>
                  </a:lnTo>
                  <a:lnTo>
                    <a:pt x="1509772" y="330649"/>
                  </a:lnTo>
                  <a:lnTo>
                    <a:pt x="1519516" y="329667"/>
                  </a:lnTo>
                  <a:lnTo>
                    <a:pt x="1529245" y="328733"/>
                  </a:lnTo>
                  <a:lnTo>
                    <a:pt x="1538989" y="327842"/>
                  </a:lnTo>
                  <a:lnTo>
                    <a:pt x="1548733" y="326988"/>
                  </a:lnTo>
                  <a:lnTo>
                    <a:pt x="1558477" y="326164"/>
                  </a:lnTo>
                  <a:lnTo>
                    <a:pt x="1568221" y="325365"/>
                  </a:lnTo>
                  <a:lnTo>
                    <a:pt x="1577950" y="324586"/>
                  </a:lnTo>
                  <a:lnTo>
                    <a:pt x="1587694" y="323820"/>
                  </a:lnTo>
                  <a:lnTo>
                    <a:pt x="1597438" y="323065"/>
                  </a:lnTo>
                  <a:lnTo>
                    <a:pt x="1607182" y="322313"/>
                  </a:lnTo>
                  <a:lnTo>
                    <a:pt x="1616911" y="321559"/>
                  </a:lnTo>
                  <a:lnTo>
                    <a:pt x="1626655" y="320799"/>
                  </a:lnTo>
                  <a:lnTo>
                    <a:pt x="1636399" y="320030"/>
                  </a:lnTo>
                  <a:lnTo>
                    <a:pt x="1646142" y="319245"/>
                  </a:lnTo>
                  <a:lnTo>
                    <a:pt x="1655872" y="318442"/>
                  </a:lnTo>
                  <a:lnTo>
                    <a:pt x="1665616" y="317615"/>
                  </a:lnTo>
                  <a:lnTo>
                    <a:pt x="1675359" y="316763"/>
                  </a:lnTo>
                  <a:lnTo>
                    <a:pt x="1685103" y="315879"/>
                  </a:lnTo>
                  <a:lnTo>
                    <a:pt x="1694832" y="314963"/>
                  </a:lnTo>
                  <a:lnTo>
                    <a:pt x="1704576" y="314011"/>
                  </a:lnTo>
                  <a:lnTo>
                    <a:pt x="1714320" y="313020"/>
                  </a:lnTo>
                  <a:lnTo>
                    <a:pt x="1724064" y="311988"/>
                  </a:lnTo>
                  <a:lnTo>
                    <a:pt x="1733808" y="310912"/>
                  </a:lnTo>
                  <a:lnTo>
                    <a:pt x="1743537" y="309789"/>
                  </a:lnTo>
                  <a:lnTo>
                    <a:pt x="1753281" y="308619"/>
                  </a:lnTo>
                  <a:lnTo>
                    <a:pt x="1763025" y="307399"/>
                  </a:lnTo>
                  <a:lnTo>
                    <a:pt x="1772769" y="306128"/>
                  </a:lnTo>
                  <a:lnTo>
                    <a:pt x="1782498" y="304805"/>
                  </a:lnTo>
                  <a:lnTo>
                    <a:pt x="1792242" y="303428"/>
                  </a:lnTo>
                  <a:lnTo>
                    <a:pt x="1801986" y="301999"/>
                  </a:lnTo>
                  <a:lnTo>
                    <a:pt x="1811730" y="300514"/>
                  </a:lnTo>
                  <a:lnTo>
                    <a:pt x="1821459" y="298975"/>
                  </a:lnTo>
                  <a:lnTo>
                    <a:pt x="1831203" y="297379"/>
                  </a:lnTo>
                  <a:lnTo>
                    <a:pt x="1840947" y="295730"/>
                  </a:lnTo>
                  <a:lnTo>
                    <a:pt x="1850691" y="294024"/>
                  </a:lnTo>
                  <a:lnTo>
                    <a:pt x="1860435" y="292264"/>
                  </a:lnTo>
                  <a:lnTo>
                    <a:pt x="1870164" y="290450"/>
                  </a:lnTo>
                  <a:lnTo>
                    <a:pt x="1879908" y="288581"/>
                  </a:lnTo>
                  <a:lnTo>
                    <a:pt x="1889652" y="286659"/>
                  </a:lnTo>
                  <a:lnTo>
                    <a:pt x="1899395" y="284685"/>
                  </a:lnTo>
                  <a:lnTo>
                    <a:pt x="1909124" y="282661"/>
                  </a:lnTo>
                  <a:lnTo>
                    <a:pt x="1918868" y="280585"/>
                  </a:lnTo>
                  <a:lnTo>
                    <a:pt x="1928612" y="278459"/>
                  </a:lnTo>
                  <a:lnTo>
                    <a:pt x="1938356" y="276285"/>
                  </a:lnTo>
                  <a:lnTo>
                    <a:pt x="1948085" y="274065"/>
                  </a:lnTo>
                  <a:lnTo>
                    <a:pt x="1957829" y="271799"/>
                  </a:lnTo>
                  <a:lnTo>
                    <a:pt x="1967573" y="269488"/>
                  </a:lnTo>
                  <a:lnTo>
                    <a:pt x="1977317" y="267134"/>
                  </a:lnTo>
                  <a:lnTo>
                    <a:pt x="1987046" y="264740"/>
                  </a:lnTo>
                  <a:lnTo>
                    <a:pt x="1996790" y="262304"/>
                  </a:lnTo>
                  <a:lnTo>
                    <a:pt x="2006534" y="259829"/>
                  </a:lnTo>
                  <a:lnTo>
                    <a:pt x="2016278" y="257317"/>
                  </a:lnTo>
                  <a:lnTo>
                    <a:pt x="2026022" y="254770"/>
                  </a:lnTo>
                  <a:lnTo>
                    <a:pt x="2035751" y="252186"/>
                  </a:lnTo>
                  <a:lnTo>
                    <a:pt x="2045495" y="249570"/>
                  </a:lnTo>
                  <a:lnTo>
                    <a:pt x="2055239" y="246921"/>
                  </a:lnTo>
                  <a:lnTo>
                    <a:pt x="2064983" y="244240"/>
                  </a:lnTo>
                  <a:lnTo>
                    <a:pt x="2074712" y="241532"/>
                  </a:lnTo>
                  <a:lnTo>
                    <a:pt x="2084456" y="238793"/>
                  </a:lnTo>
                  <a:lnTo>
                    <a:pt x="2094200" y="236027"/>
                  </a:lnTo>
                  <a:lnTo>
                    <a:pt x="2103944" y="233233"/>
                  </a:lnTo>
                  <a:lnTo>
                    <a:pt x="2113673" y="230416"/>
                  </a:lnTo>
                  <a:lnTo>
                    <a:pt x="2123417" y="227571"/>
                  </a:lnTo>
                  <a:lnTo>
                    <a:pt x="2133161" y="224703"/>
                  </a:lnTo>
                  <a:lnTo>
                    <a:pt x="2142905" y="221813"/>
                  </a:lnTo>
                  <a:lnTo>
                    <a:pt x="2152649" y="218899"/>
                  </a:lnTo>
                  <a:lnTo>
                    <a:pt x="2162377" y="215964"/>
                  </a:lnTo>
                  <a:lnTo>
                    <a:pt x="2172121" y="213006"/>
                  </a:lnTo>
                  <a:lnTo>
                    <a:pt x="2181865" y="210028"/>
                  </a:lnTo>
                  <a:lnTo>
                    <a:pt x="2191609" y="207029"/>
                  </a:lnTo>
                  <a:lnTo>
                    <a:pt x="2201338" y="204010"/>
                  </a:lnTo>
                  <a:lnTo>
                    <a:pt x="2211082" y="200971"/>
                  </a:lnTo>
                  <a:lnTo>
                    <a:pt x="2220826" y="197912"/>
                  </a:lnTo>
                  <a:lnTo>
                    <a:pt x="2230570" y="194835"/>
                  </a:lnTo>
                  <a:lnTo>
                    <a:pt x="2240299" y="191738"/>
                  </a:lnTo>
                  <a:lnTo>
                    <a:pt x="2250043" y="188623"/>
                  </a:lnTo>
                  <a:lnTo>
                    <a:pt x="2259787" y="185488"/>
                  </a:lnTo>
                  <a:lnTo>
                    <a:pt x="2269531" y="182335"/>
                  </a:lnTo>
                  <a:lnTo>
                    <a:pt x="2279260" y="179163"/>
                  </a:lnTo>
                  <a:lnTo>
                    <a:pt x="2289004" y="175975"/>
                  </a:lnTo>
                  <a:lnTo>
                    <a:pt x="2298748" y="172767"/>
                  </a:lnTo>
                  <a:lnTo>
                    <a:pt x="2308492" y="169543"/>
                  </a:lnTo>
                  <a:lnTo>
                    <a:pt x="2318236" y="166302"/>
                  </a:lnTo>
                  <a:lnTo>
                    <a:pt x="2327965" y="163044"/>
                  </a:lnTo>
                  <a:lnTo>
                    <a:pt x="2337709" y="159769"/>
                  </a:lnTo>
                  <a:lnTo>
                    <a:pt x="2347453" y="156478"/>
                  </a:lnTo>
                  <a:lnTo>
                    <a:pt x="2357197" y="153172"/>
                  </a:lnTo>
                  <a:lnTo>
                    <a:pt x="2366926" y="149851"/>
                  </a:lnTo>
                  <a:lnTo>
                    <a:pt x="2376670" y="146517"/>
                  </a:lnTo>
                  <a:lnTo>
                    <a:pt x="2386413" y="143169"/>
                  </a:lnTo>
                  <a:lnTo>
                    <a:pt x="2396157" y="139808"/>
                  </a:lnTo>
                  <a:lnTo>
                    <a:pt x="2405886" y="136436"/>
                  </a:lnTo>
                  <a:lnTo>
                    <a:pt x="2415630" y="133052"/>
                  </a:lnTo>
                  <a:lnTo>
                    <a:pt x="2425374" y="129661"/>
                  </a:lnTo>
                  <a:lnTo>
                    <a:pt x="2435118" y="126261"/>
                  </a:lnTo>
                  <a:lnTo>
                    <a:pt x="2444862" y="122855"/>
                  </a:lnTo>
                  <a:lnTo>
                    <a:pt x="2454591" y="119444"/>
                  </a:lnTo>
                  <a:lnTo>
                    <a:pt x="2464335" y="116030"/>
                  </a:lnTo>
                  <a:lnTo>
                    <a:pt x="2474079" y="112614"/>
                  </a:lnTo>
                  <a:lnTo>
                    <a:pt x="2483823" y="109199"/>
                  </a:lnTo>
                  <a:lnTo>
                    <a:pt x="2493552" y="105786"/>
                  </a:lnTo>
                  <a:lnTo>
                    <a:pt x="2503296" y="102377"/>
                  </a:lnTo>
                  <a:lnTo>
                    <a:pt x="2513040" y="98975"/>
                  </a:lnTo>
                  <a:lnTo>
                    <a:pt x="2522784" y="95583"/>
                  </a:lnTo>
                  <a:lnTo>
                    <a:pt x="2532513" y="92202"/>
                  </a:lnTo>
                  <a:lnTo>
                    <a:pt x="2542257" y="88835"/>
                  </a:lnTo>
                  <a:lnTo>
                    <a:pt x="2552001" y="85484"/>
                  </a:lnTo>
                  <a:lnTo>
                    <a:pt x="2561745" y="82154"/>
                  </a:lnTo>
                  <a:lnTo>
                    <a:pt x="2571474" y="78845"/>
                  </a:lnTo>
                  <a:lnTo>
                    <a:pt x="2581218" y="75563"/>
                  </a:lnTo>
                  <a:lnTo>
                    <a:pt x="2590962" y="72308"/>
                  </a:lnTo>
                  <a:lnTo>
                    <a:pt x="2600705" y="69084"/>
                  </a:lnTo>
                  <a:lnTo>
                    <a:pt x="2610449" y="65895"/>
                  </a:lnTo>
                  <a:lnTo>
                    <a:pt x="2620178" y="62743"/>
                  </a:lnTo>
                  <a:lnTo>
                    <a:pt x="2629922" y="59632"/>
                  </a:lnTo>
                  <a:lnTo>
                    <a:pt x="2639666" y="56564"/>
                  </a:lnTo>
                  <a:lnTo>
                    <a:pt x="2649410" y="53542"/>
                  </a:lnTo>
                  <a:lnTo>
                    <a:pt x="2659139" y="50573"/>
                  </a:lnTo>
                  <a:lnTo>
                    <a:pt x="2668883" y="47656"/>
                  </a:lnTo>
                  <a:lnTo>
                    <a:pt x="2678627" y="44794"/>
                  </a:lnTo>
                  <a:lnTo>
                    <a:pt x="2688371" y="41993"/>
                  </a:lnTo>
                  <a:lnTo>
                    <a:pt x="2698100" y="39254"/>
                  </a:lnTo>
                  <a:lnTo>
                    <a:pt x="2707844" y="36581"/>
                  </a:lnTo>
                  <a:lnTo>
                    <a:pt x="2717588" y="33977"/>
                  </a:lnTo>
                  <a:lnTo>
                    <a:pt x="2727332" y="31444"/>
                  </a:lnTo>
                  <a:lnTo>
                    <a:pt x="2737076" y="28987"/>
                  </a:lnTo>
                  <a:lnTo>
                    <a:pt x="2746805" y="26605"/>
                  </a:lnTo>
                  <a:lnTo>
                    <a:pt x="2756549" y="24305"/>
                  </a:lnTo>
                  <a:lnTo>
                    <a:pt x="2766293" y="22085"/>
                  </a:lnTo>
                  <a:lnTo>
                    <a:pt x="2776037" y="19951"/>
                  </a:lnTo>
                  <a:lnTo>
                    <a:pt x="2785766" y="17904"/>
                  </a:lnTo>
                  <a:lnTo>
                    <a:pt x="2795510" y="15946"/>
                  </a:lnTo>
                  <a:lnTo>
                    <a:pt x="2805254" y="14080"/>
                  </a:lnTo>
                  <a:lnTo>
                    <a:pt x="2814998" y="12305"/>
                  </a:lnTo>
                  <a:lnTo>
                    <a:pt x="2824727" y="10626"/>
                  </a:lnTo>
                  <a:lnTo>
                    <a:pt x="2834471" y="9044"/>
                  </a:lnTo>
                  <a:lnTo>
                    <a:pt x="2844215" y="7560"/>
                  </a:lnTo>
                  <a:lnTo>
                    <a:pt x="2853958" y="6174"/>
                  </a:lnTo>
                  <a:lnTo>
                    <a:pt x="2863687" y="4890"/>
                  </a:lnTo>
                  <a:lnTo>
                    <a:pt x="2873431" y="3707"/>
                  </a:lnTo>
                  <a:lnTo>
                    <a:pt x="2883175" y="2625"/>
                  </a:lnTo>
                  <a:lnTo>
                    <a:pt x="2892919" y="1646"/>
                  </a:lnTo>
                  <a:lnTo>
                    <a:pt x="2902663" y="772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0" name="Freeform 749">
              <a:extLst>
                <a:ext uri="{FF2B5EF4-FFF2-40B4-BE49-F238E27FC236}">
                  <a16:creationId xmlns:a16="http://schemas.microsoft.com/office/drawing/2014/main" id="{E29C20F1-6FD6-BB39-90EE-0D6A200FFAB2}"/>
                </a:ext>
              </a:extLst>
            </p:cNvPr>
            <p:cNvSpPr/>
            <p:nvPr/>
          </p:nvSpPr>
          <p:spPr>
            <a:xfrm>
              <a:off x="576446" y="3628020"/>
              <a:ext cx="2912392" cy="252011"/>
            </a:xfrm>
            <a:custGeom>
              <a:avLst/>
              <a:gdLst>
                <a:gd name="connsiteX0" fmla="*/ 0 w 2912392"/>
                <a:gd name="connsiteY0" fmla="*/ 112066 h 252011"/>
                <a:gd name="connsiteX1" fmla="*/ 9739 w 2912392"/>
                <a:gd name="connsiteY1" fmla="*/ 113785 h 252011"/>
                <a:gd name="connsiteX2" fmla="*/ 19480 w 2912392"/>
                <a:gd name="connsiteY2" fmla="*/ 115375 h 252011"/>
                <a:gd name="connsiteX3" fmla="*/ 29221 w 2912392"/>
                <a:gd name="connsiteY3" fmla="*/ 116836 h 252011"/>
                <a:gd name="connsiteX4" fmla="*/ 38961 w 2912392"/>
                <a:gd name="connsiteY4" fmla="*/ 118176 h 252011"/>
                <a:gd name="connsiteX5" fmla="*/ 48702 w 2912392"/>
                <a:gd name="connsiteY5" fmla="*/ 119397 h 252011"/>
                <a:gd name="connsiteX6" fmla="*/ 58443 w 2912392"/>
                <a:gd name="connsiteY6" fmla="*/ 120504 h 252011"/>
                <a:gd name="connsiteX7" fmla="*/ 68182 w 2912392"/>
                <a:gd name="connsiteY7" fmla="*/ 121501 h 252011"/>
                <a:gd name="connsiteX8" fmla="*/ 77923 w 2912392"/>
                <a:gd name="connsiteY8" fmla="*/ 122395 h 252011"/>
                <a:gd name="connsiteX9" fmla="*/ 87664 w 2912392"/>
                <a:gd name="connsiteY9" fmla="*/ 123191 h 252011"/>
                <a:gd name="connsiteX10" fmla="*/ 97404 w 2912392"/>
                <a:gd name="connsiteY10" fmla="*/ 123894 h 252011"/>
                <a:gd name="connsiteX11" fmla="*/ 107145 w 2912392"/>
                <a:gd name="connsiteY11" fmla="*/ 124508 h 252011"/>
                <a:gd name="connsiteX12" fmla="*/ 116886 w 2912392"/>
                <a:gd name="connsiteY12" fmla="*/ 125041 h 252011"/>
                <a:gd name="connsiteX13" fmla="*/ 126625 w 2912392"/>
                <a:gd name="connsiteY13" fmla="*/ 125499 h 252011"/>
                <a:gd name="connsiteX14" fmla="*/ 136366 w 2912392"/>
                <a:gd name="connsiteY14" fmla="*/ 125886 h 252011"/>
                <a:gd name="connsiteX15" fmla="*/ 146107 w 2912392"/>
                <a:gd name="connsiteY15" fmla="*/ 126209 h 252011"/>
                <a:gd name="connsiteX16" fmla="*/ 155846 w 2912392"/>
                <a:gd name="connsiteY16" fmla="*/ 126477 h 252011"/>
                <a:gd name="connsiteX17" fmla="*/ 165587 w 2912392"/>
                <a:gd name="connsiteY17" fmla="*/ 126693 h 252011"/>
                <a:gd name="connsiteX18" fmla="*/ 175328 w 2912392"/>
                <a:gd name="connsiteY18" fmla="*/ 126866 h 252011"/>
                <a:gd name="connsiteX19" fmla="*/ 185068 w 2912392"/>
                <a:gd name="connsiteY19" fmla="*/ 127000 h 252011"/>
                <a:gd name="connsiteX20" fmla="*/ 194809 w 2912392"/>
                <a:gd name="connsiteY20" fmla="*/ 127103 h 252011"/>
                <a:gd name="connsiteX21" fmla="*/ 204550 w 2912392"/>
                <a:gd name="connsiteY21" fmla="*/ 127182 h 252011"/>
                <a:gd name="connsiteX22" fmla="*/ 214289 w 2912392"/>
                <a:gd name="connsiteY22" fmla="*/ 127243 h 252011"/>
                <a:gd name="connsiteX23" fmla="*/ 224030 w 2912392"/>
                <a:gd name="connsiteY23" fmla="*/ 127294 h 252011"/>
                <a:gd name="connsiteX24" fmla="*/ 233771 w 2912392"/>
                <a:gd name="connsiteY24" fmla="*/ 127337 h 252011"/>
                <a:gd name="connsiteX25" fmla="*/ 243510 w 2912392"/>
                <a:gd name="connsiteY25" fmla="*/ 127383 h 252011"/>
                <a:gd name="connsiteX26" fmla="*/ 253251 w 2912392"/>
                <a:gd name="connsiteY26" fmla="*/ 127437 h 252011"/>
                <a:gd name="connsiteX27" fmla="*/ 262992 w 2912392"/>
                <a:gd name="connsiteY27" fmla="*/ 127504 h 252011"/>
                <a:gd name="connsiteX28" fmla="*/ 272732 w 2912392"/>
                <a:gd name="connsiteY28" fmla="*/ 127592 h 252011"/>
                <a:gd name="connsiteX29" fmla="*/ 282473 w 2912392"/>
                <a:gd name="connsiteY29" fmla="*/ 127705 h 252011"/>
                <a:gd name="connsiteX30" fmla="*/ 292214 w 2912392"/>
                <a:gd name="connsiteY30" fmla="*/ 127850 h 252011"/>
                <a:gd name="connsiteX31" fmla="*/ 301953 w 2912392"/>
                <a:gd name="connsiteY31" fmla="*/ 128033 h 252011"/>
                <a:gd name="connsiteX32" fmla="*/ 311694 w 2912392"/>
                <a:gd name="connsiteY32" fmla="*/ 128258 h 252011"/>
                <a:gd name="connsiteX33" fmla="*/ 321435 w 2912392"/>
                <a:gd name="connsiteY33" fmla="*/ 128531 h 252011"/>
                <a:gd name="connsiteX34" fmla="*/ 331175 w 2912392"/>
                <a:gd name="connsiteY34" fmla="*/ 128855 h 252011"/>
                <a:gd name="connsiteX35" fmla="*/ 340916 w 2912392"/>
                <a:gd name="connsiteY35" fmla="*/ 129240 h 252011"/>
                <a:gd name="connsiteX36" fmla="*/ 350656 w 2912392"/>
                <a:gd name="connsiteY36" fmla="*/ 129684 h 252011"/>
                <a:gd name="connsiteX37" fmla="*/ 360396 w 2912392"/>
                <a:gd name="connsiteY37" fmla="*/ 130195 h 252011"/>
                <a:gd name="connsiteX38" fmla="*/ 370137 w 2912392"/>
                <a:gd name="connsiteY38" fmla="*/ 130776 h 252011"/>
                <a:gd name="connsiteX39" fmla="*/ 379878 w 2912392"/>
                <a:gd name="connsiteY39" fmla="*/ 131430 h 252011"/>
                <a:gd name="connsiteX40" fmla="*/ 389617 w 2912392"/>
                <a:gd name="connsiteY40" fmla="*/ 132161 h 252011"/>
                <a:gd name="connsiteX41" fmla="*/ 399358 w 2912392"/>
                <a:gd name="connsiteY41" fmla="*/ 132970 h 252011"/>
                <a:gd name="connsiteX42" fmla="*/ 409099 w 2912392"/>
                <a:gd name="connsiteY42" fmla="*/ 133861 h 252011"/>
                <a:gd name="connsiteX43" fmla="*/ 418839 w 2912392"/>
                <a:gd name="connsiteY43" fmla="*/ 134836 h 252011"/>
                <a:gd name="connsiteX44" fmla="*/ 428580 w 2912392"/>
                <a:gd name="connsiteY44" fmla="*/ 135897 h 252011"/>
                <a:gd name="connsiteX45" fmla="*/ 438321 w 2912392"/>
                <a:gd name="connsiteY45" fmla="*/ 137042 h 252011"/>
                <a:gd name="connsiteX46" fmla="*/ 448060 w 2912392"/>
                <a:gd name="connsiteY46" fmla="*/ 138276 h 252011"/>
                <a:gd name="connsiteX47" fmla="*/ 457801 w 2912392"/>
                <a:gd name="connsiteY47" fmla="*/ 139597 h 252011"/>
                <a:gd name="connsiteX48" fmla="*/ 467542 w 2912392"/>
                <a:gd name="connsiteY48" fmla="*/ 141007 h 252011"/>
                <a:gd name="connsiteX49" fmla="*/ 477281 w 2912392"/>
                <a:gd name="connsiteY49" fmla="*/ 142503 h 252011"/>
                <a:gd name="connsiteX50" fmla="*/ 487022 w 2912392"/>
                <a:gd name="connsiteY50" fmla="*/ 144085 h 252011"/>
                <a:gd name="connsiteX51" fmla="*/ 496763 w 2912392"/>
                <a:gd name="connsiteY51" fmla="*/ 145752 h 252011"/>
                <a:gd name="connsiteX52" fmla="*/ 506503 w 2912392"/>
                <a:gd name="connsiteY52" fmla="*/ 147503 h 252011"/>
                <a:gd name="connsiteX53" fmla="*/ 516244 w 2912392"/>
                <a:gd name="connsiteY53" fmla="*/ 149332 h 252011"/>
                <a:gd name="connsiteX54" fmla="*/ 525985 w 2912392"/>
                <a:gd name="connsiteY54" fmla="*/ 151241 h 252011"/>
                <a:gd name="connsiteX55" fmla="*/ 535724 w 2912392"/>
                <a:gd name="connsiteY55" fmla="*/ 153226 h 252011"/>
                <a:gd name="connsiteX56" fmla="*/ 545465 w 2912392"/>
                <a:gd name="connsiteY56" fmla="*/ 155280 h 252011"/>
                <a:gd name="connsiteX57" fmla="*/ 555206 w 2912392"/>
                <a:gd name="connsiteY57" fmla="*/ 157402 h 252011"/>
                <a:gd name="connsiteX58" fmla="*/ 564946 w 2912392"/>
                <a:gd name="connsiteY58" fmla="*/ 159586 h 252011"/>
                <a:gd name="connsiteX59" fmla="*/ 574687 w 2912392"/>
                <a:gd name="connsiteY59" fmla="*/ 161828 h 252011"/>
                <a:gd name="connsiteX60" fmla="*/ 584428 w 2912392"/>
                <a:gd name="connsiteY60" fmla="*/ 164123 h 252011"/>
                <a:gd name="connsiteX61" fmla="*/ 594167 w 2912392"/>
                <a:gd name="connsiteY61" fmla="*/ 166465 h 252011"/>
                <a:gd name="connsiteX62" fmla="*/ 603908 w 2912392"/>
                <a:gd name="connsiteY62" fmla="*/ 168849 h 252011"/>
                <a:gd name="connsiteX63" fmla="*/ 613649 w 2912392"/>
                <a:gd name="connsiteY63" fmla="*/ 171265 h 252011"/>
                <a:gd name="connsiteX64" fmla="*/ 623388 w 2912392"/>
                <a:gd name="connsiteY64" fmla="*/ 173710 h 252011"/>
                <a:gd name="connsiteX65" fmla="*/ 633129 w 2912392"/>
                <a:gd name="connsiteY65" fmla="*/ 176176 h 252011"/>
                <a:gd name="connsiteX66" fmla="*/ 642870 w 2912392"/>
                <a:gd name="connsiteY66" fmla="*/ 178655 h 252011"/>
                <a:gd name="connsiteX67" fmla="*/ 652610 w 2912392"/>
                <a:gd name="connsiteY67" fmla="*/ 181140 h 252011"/>
                <a:gd name="connsiteX68" fmla="*/ 662351 w 2912392"/>
                <a:gd name="connsiteY68" fmla="*/ 183622 h 252011"/>
                <a:gd name="connsiteX69" fmla="*/ 672092 w 2912392"/>
                <a:gd name="connsiteY69" fmla="*/ 186094 h 252011"/>
                <a:gd name="connsiteX70" fmla="*/ 681831 w 2912392"/>
                <a:gd name="connsiteY70" fmla="*/ 188548 h 252011"/>
                <a:gd name="connsiteX71" fmla="*/ 691572 w 2912392"/>
                <a:gd name="connsiteY71" fmla="*/ 190974 h 252011"/>
                <a:gd name="connsiteX72" fmla="*/ 701313 w 2912392"/>
                <a:gd name="connsiteY72" fmla="*/ 193365 h 252011"/>
                <a:gd name="connsiteX73" fmla="*/ 711052 w 2912392"/>
                <a:gd name="connsiteY73" fmla="*/ 195712 h 252011"/>
                <a:gd name="connsiteX74" fmla="*/ 720793 w 2912392"/>
                <a:gd name="connsiteY74" fmla="*/ 198005 h 252011"/>
                <a:gd name="connsiteX75" fmla="*/ 730534 w 2912392"/>
                <a:gd name="connsiteY75" fmla="*/ 200235 h 252011"/>
                <a:gd name="connsiteX76" fmla="*/ 740274 w 2912392"/>
                <a:gd name="connsiteY76" fmla="*/ 202394 h 252011"/>
                <a:gd name="connsiteX77" fmla="*/ 750015 w 2912392"/>
                <a:gd name="connsiteY77" fmla="*/ 204474 h 252011"/>
                <a:gd name="connsiteX78" fmla="*/ 759756 w 2912392"/>
                <a:gd name="connsiteY78" fmla="*/ 206466 h 252011"/>
                <a:gd name="connsiteX79" fmla="*/ 769495 w 2912392"/>
                <a:gd name="connsiteY79" fmla="*/ 208359 h 252011"/>
                <a:gd name="connsiteX80" fmla="*/ 779236 w 2912392"/>
                <a:gd name="connsiteY80" fmla="*/ 210146 h 252011"/>
                <a:gd name="connsiteX81" fmla="*/ 788977 w 2912392"/>
                <a:gd name="connsiteY81" fmla="*/ 211819 h 252011"/>
                <a:gd name="connsiteX82" fmla="*/ 798717 w 2912392"/>
                <a:gd name="connsiteY82" fmla="*/ 213370 h 252011"/>
                <a:gd name="connsiteX83" fmla="*/ 808458 w 2912392"/>
                <a:gd name="connsiteY83" fmla="*/ 214790 h 252011"/>
                <a:gd name="connsiteX84" fmla="*/ 818199 w 2912392"/>
                <a:gd name="connsiteY84" fmla="*/ 216071 h 252011"/>
                <a:gd name="connsiteX85" fmla="*/ 827938 w 2912392"/>
                <a:gd name="connsiteY85" fmla="*/ 217206 h 252011"/>
                <a:gd name="connsiteX86" fmla="*/ 837679 w 2912392"/>
                <a:gd name="connsiteY86" fmla="*/ 218188 h 252011"/>
                <a:gd name="connsiteX87" fmla="*/ 847420 w 2912392"/>
                <a:gd name="connsiteY87" fmla="*/ 219011 h 252011"/>
                <a:gd name="connsiteX88" fmla="*/ 857159 w 2912392"/>
                <a:gd name="connsiteY88" fmla="*/ 219666 h 252011"/>
                <a:gd name="connsiteX89" fmla="*/ 866900 w 2912392"/>
                <a:gd name="connsiteY89" fmla="*/ 220149 h 252011"/>
                <a:gd name="connsiteX90" fmla="*/ 876641 w 2912392"/>
                <a:gd name="connsiteY90" fmla="*/ 220456 h 252011"/>
                <a:gd name="connsiteX91" fmla="*/ 886381 w 2912392"/>
                <a:gd name="connsiteY91" fmla="*/ 220578 h 252011"/>
                <a:gd name="connsiteX92" fmla="*/ 896122 w 2912392"/>
                <a:gd name="connsiteY92" fmla="*/ 220512 h 252011"/>
                <a:gd name="connsiteX93" fmla="*/ 905863 w 2912392"/>
                <a:gd name="connsiteY93" fmla="*/ 220256 h 252011"/>
                <a:gd name="connsiteX94" fmla="*/ 915602 w 2912392"/>
                <a:gd name="connsiteY94" fmla="*/ 219803 h 252011"/>
                <a:gd name="connsiteX95" fmla="*/ 925343 w 2912392"/>
                <a:gd name="connsiteY95" fmla="*/ 219154 h 252011"/>
                <a:gd name="connsiteX96" fmla="*/ 935084 w 2912392"/>
                <a:gd name="connsiteY96" fmla="*/ 218301 h 252011"/>
                <a:gd name="connsiteX97" fmla="*/ 944824 w 2912392"/>
                <a:gd name="connsiteY97" fmla="*/ 217248 h 252011"/>
                <a:gd name="connsiteX98" fmla="*/ 954564 w 2912392"/>
                <a:gd name="connsiteY98" fmla="*/ 215990 h 252011"/>
                <a:gd name="connsiteX99" fmla="*/ 964305 w 2912392"/>
                <a:gd name="connsiteY99" fmla="*/ 214530 h 252011"/>
                <a:gd name="connsiteX100" fmla="*/ 974045 w 2912392"/>
                <a:gd name="connsiteY100" fmla="*/ 212865 h 252011"/>
                <a:gd name="connsiteX101" fmla="*/ 983786 w 2912392"/>
                <a:gd name="connsiteY101" fmla="*/ 210995 h 252011"/>
                <a:gd name="connsiteX102" fmla="*/ 993522 w 2912392"/>
                <a:gd name="connsiteY102" fmla="*/ 208924 h 252011"/>
                <a:gd name="connsiteX103" fmla="*/ 1003266 w 2912392"/>
                <a:gd name="connsiteY103" fmla="*/ 206652 h 252011"/>
                <a:gd name="connsiteX104" fmla="*/ 1013010 w 2912392"/>
                <a:gd name="connsiteY104" fmla="*/ 204183 h 252011"/>
                <a:gd name="connsiteX105" fmla="*/ 1022754 w 2912392"/>
                <a:gd name="connsiteY105" fmla="*/ 201519 h 252011"/>
                <a:gd name="connsiteX106" fmla="*/ 1032483 w 2912392"/>
                <a:gd name="connsiteY106" fmla="*/ 198665 h 252011"/>
                <a:gd name="connsiteX107" fmla="*/ 1042227 w 2912392"/>
                <a:gd name="connsiteY107" fmla="*/ 195624 h 252011"/>
                <a:gd name="connsiteX108" fmla="*/ 1051971 w 2912392"/>
                <a:gd name="connsiteY108" fmla="*/ 192402 h 252011"/>
                <a:gd name="connsiteX109" fmla="*/ 1061715 w 2912392"/>
                <a:gd name="connsiteY109" fmla="*/ 189005 h 252011"/>
                <a:gd name="connsiteX110" fmla="*/ 1071444 w 2912392"/>
                <a:gd name="connsiteY110" fmla="*/ 185440 h 252011"/>
                <a:gd name="connsiteX111" fmla="*/ 1081188 w 2912392"/>
                <a:gd name="connsiteY111" fmla="*/ 181714 h 252011"/>
                <a:gd name="connsiteX112" fmla="*/ 1090932 w 2912392"/>
                <a:gd name="connsiteY112" fmla="*/ 177831 h 252011"/>
                <a:gd name="connsiteX113" fmla="*/ 1100676 w 2912392"/>
                <a:gd name="connsiteY113" fmla="*/ 173803 h 252011"/>
                <a:gd name="connsiteX114" fmla="*/ 1110405 w 2912392"/>
                <a:gd name="connsiteY114" fmla="*/ 169637 h 252011"/>
                <a:gd name="connsiteX115" fmla="*/ 1120149 w 2912392"/>
                <a:gd name="connsiteY115" fmla="*/ 165341 h 252011"/>
                <a:gd name="connsiteX116" fmla="*/ 1129893 w 2912392"/>
                <a:gd name="connsiteY116" fmla="*/ 160925 h 252011"/>
                <a:gd name="connsiteX117" fmla="*/ 1139637 w 2912392"/>
                <a:gd name="connsiteY117" fmla="*/ 156402 h 252011"/>
                <a:gd name="connsiteX118" fmla="*/ 1149381 w 2912392"/>
                <a:gd name="connsiteY118" fmla="*/ 151777 h 252011"/>
                <a:gd name="connsiteX119" fmla="*/ 1159110 w 2912392"/>
                <a:gd name="connsiteY119" fmla="*/ 147065 h 252011"/>
                <a:gd name="connsiteX120" fmla="*/ 1168854 w 2912392"/>
                <a:gd name="connsiteY120" fmla="*/ 142275 h 252011"/>
                <a:gd name="connsiteX121" fmla="*/ 1178598 w 2912392"/>
                <a:gd name="connsiteY121" fmla="*/ 137418 h 252011"/>
                <a:gd name="connsiteX122" fmla="*/ 1188341 w 2912392"/>
                <a:gd name="connsiteY122" fmla="*/ 132507 h 252011"/>
                <a:gd name="connsiteX123" fmla="*/ 1198070 w 2912392"/>
                <a:gd name="connsiteY123" fmla="*/ 127553 h 252011"/>
                <a:gd name="connsiteX124" fmla="*/ 1207814 w 2912392"/>
                <a:gd name="connsiteY124" fmla="*/ 122568 h 252011"/>
                <a:gd name="connsiteX125" fmla="*/ 1217558 w 2912392"/>
                <a:gd name="connsiteY125" fmla="*/ 117563 h 252011"/>
                <a:gd name="connsiteX126" fmla="*/ 1227302 w 2912392"/>
                <a:gd name="connsiteY126" fmla="*/ 112554 h 252011"/>
                <a:gd name="connsiteX127" fmla="*/ 1237031 w 2912392"/>
                <a:gd name="connsiteY127" fmla="*/ 107550 h 252011"/>
                <a:gd name="connsiteX128" fmla="*/ 1246775 w 2912392"/>
                <a:gd name="connsiteY128" fmla="*/ 102565 h 252011"/>
                <a:gd name="connsiteX129" fmla="*/ 1256519 w 2912392"/>
                <a:gd name="connsiteY129" fmla="*/ 97611 h 252011"/>
                <a:gd name="connsiteX130" fmla="*/ 1266263 w 2912392"/>
                <a:gd name="connsiteY130" fmla="*/ 92700 h 252011"/>
                <a:gd name="connsiteX131" fmla="*/ 1276007 w 2912392"/>
                <a:gd name="connsiteY131" fmla="*/ 87846 h 252011"/>
                <a:gd name="connsiteX132" fmla="*/ 1285736 w 2912392"/>
                <a:gd name="connsiteY132" fmla="*/ 83059 h 252011"/>
                <a:gd name="connsiteX133" fmla="*/ 1295480 w 2912392"/>
                <a:gd name="connsiteY133" fmla="*/ 78352 h 252011"/>
                <a:gd name="connsiteX134" fmla="*/ 1305224 w 2912392"/>
                <a:gd name="connsiteY134" fmla="*/ 73737 h 252011"/>
                <a:gd name="connsiteX135" fmla="*/ 1314968 w 2912392"/>
                <a:gd name="connsiteY135" fmla="*/ 69227 h 252011"/>
                <a:gd name="connsiteX136" fmla="*/ 1324697 w 2912392"/>
                <a:gd name="connsiteY136" fmla="*/ 64830 h 252011"/>
                <a:gd name="connsiteX137" fmla="*/ 1334441 w 2912392"/>
                <a:gd name="connsiteY137" fmla="*/ 60561 h 252011"/>
                <a:gd name="connsiteX138" fmla="*/ 1344185 w 2912392"/>
                <a:gd name="connsiteY138" fmla="*/ 56428 h 252011"/>
                <a:gd name="connsiteX139" fmla="*/ 1353929 w 2912392"/>
                <a:gd name="connsiteY139" fmla="*/ 52443 h 252011"/>
                <a:gd name="connsiteX140" fmla="*/ 1363658 w 2912392"/>
                <a:gd name="connsiteY140" fmla="*/ 48615 h 252011"/>
                <a:gd name="connsiteX141" fmla="*/ 1373402 w 2912392"/>
                <a:gd name="connsiteY141" fmla="*/ 44956 h 252011"/>
                <a:gd name="connsiteX142" fmla="*/ 1383146 w 2912392"/>
                <a:gd name="connsiteY142" fmla="*/ 41471 h 252011"/>
                <a:gd name="connsiteX143" fmla="*/ 1392890 w 2912392"/>
                <a:gd name="connsiteY143" fmla="*/ 38173 h 252011"/>
                <a:gd name="connsiteX144" fmla="*/ 1402619 w 2912392"/>
                <a:gd name="connsiteY144" fmla="*/ 35068 h 252011"/>
                <a:gd name="connsiteX145" fmla="*/ 1412363 w 2912392"/>
                <a:gd name="connsiteY145" fmla="*/ 32162 h 252011"/>
                <a:gd name="connsiteX146" fmla="*/ 1422106 w 2912392"/>
                <a:gd name="connsiteY146" fmla="*/ 29466 h 252011"/>
                <a:gd name="connsiteX147" fmla="*/ 1431850 w 2912392"/>
                <a:gd name="connsiteY147" fmla="*/ 26983 h 252011"/>
                <a:gd name="connsiteX148" fmla="*/ 1441594 w 2912392"/>
                <a:gd name="connsiteY148" fmla="*/ 24723 h 252011"/>
                <a:gd name="connsiteX149" fmla="*/ 1451323 w 2912392"/>
                <a:gd name="connsiteY149" fmla="*/ 22687 h 252011"/>
                <a:gd name="connsiteX150" fmla="*/ 1461067 w 2912392"/>
                <a:gd name="connsiteY150" fmla="*/ 20882 h 252011"/>
                <a:gd name="connsiteX151" fmla="*/ 1470811 w 2912392"/>
                <a:gd name="connsiteY151" fmla="*/ 19312 h 252011"/>
                <a:gd name="connsiteX152" fmla="*/ 1480555 w 2912392"/>
                <a:gd name="connsiteY152" fmla="*/ 17980 h 252011"/>
                <a:gd name="connsiteX153" fmla="*/ 1490284 w 2912392"/>
                <a:gd name="connsiteY153" fmla="*/ 16889 h 252011"/>
                <a:gd name="connsiteX154" fmla="*/ 1500028 w 2912392"/>
                <a:gd name="connsiteY154" fmla="*/ 16042 h 252011"/>
                <a:gd name="connsiteX155" fmla="*/ 1509772 w 2912392"/>
                <a:gd name="connsiteY155" fmla="*/ 15438 h 252011"/>
                <a:gd name="connsiteX156" fmla="*/ 1519516 w 2912392"/>
                <a:gd name="connsiteY156" fmla="*/ 15081 h 252011"/>
                <a:gd name="connsiteX157" fmla="*/ 1529245 w 2912392"/>
                <a:gd name="connsiteY157" fmla="*/ 14970 h 252011"/>
                <a:gd name="connsiteX158" fmla="*/ 1538989 w 2912392"/>
                <a:gd name="connsiteY158" fmla="*/ 15105 h 252011"/>
                <a:gd name="connsiteX159" fmla="*/ 1548733 w 2912392"/>
                <a:gd name="connsiteY159" fmla="*/ 15483 h 252011"/>
                <a:gd name="connsiteX160" fmla="*/ 1558477 w 2912392"/>
                <a:gd name="connsiteY160" fmla="*/ 16106 h 252011"/>
                <a:gd name="connsiteX161" fmla="*/ 1568221 w 2912392"/>
                <a:gd name="connsiteY161" fmla="*/ 16968 h 252011"/>
                <a:gd name="connsiteX162" fmla="*/ 1577950 w 2912392"/>
                <a:gd name="connsiteY162" fmla="*/ 18068 h 252011"/>
                <a:gd name="connsiteX163" fmla="*/ 1587694 w 2912392"/>
                <a:gd name="connsiteY163" fmla="*/ 19403 h 252011"/>
                <a:gd name="connsiteX164" fmla="*/ 1597438 w 2912392"/>
                <a:gd name="connsiteY164" fmla="*/ 20969 h 252011"/>
                <a:gd name="connsiteX165" fmla="*/ 1607182 w 2912392"/>
                <a:gd name="connsiteY165" fmla="*/ 22758 h 252011"/>
                <a:gd name="connsiteX166" fmla="*/ 1616911 w 2912392"/>
                <a:gd name="connsiteY166" fmla="*/ 24770 h 252011"/>
                <a:gd name="connsiteX167" fmla="*/ 1626655 w 2912392"/>
                <a:gd name="connsiteY167" fmla="*/ 26995 h 252011"/>
                <a:gd name="connsiteX168" fmla="*/ 1636399 w 2912392"/>
                <a:gd name="connsiteY168" fmla="*/ 29430 h 252011"/>
                <a:gd name="connsiteX169" fmla="*/ 1646142 w 2912392"/>
                <a:gd name="connsiteY169" fmla="*/ 32067 h 252011"/>
                <a:gd name="connsiteX170" fmla="*/ 1655872 w 2912392"/>
                <a:gd name="connsiteY170" fmla="*/ 34899 h 252011"/>
                <a:gd name="connsiteX171" fmla="*/ 1665616 w 2912392"/>
                <a:gd name="connsiteY171" fmla="*/ 37918 h 252011"/>
                <a:gd name="connsiteX172" fmla="*/ 1675359 w 2912392"/>
                <a:gd name="connsiteY172" fmla="*/ 41117 h 252011"/>
                <a:gd name="connsiteX173" fmla="*/ 1685103 w 2912392"/>
                <a:gd name="connsiteY173" fmla="*/ 44487 h 252011"/>
                <a:gd name="connsiteX174" fmla="*/ 1694832 w 2912392"/>
                <a:gd name="connsiteY174" fmla="*/ 48019 h 252011"/>
                <a:gd name="connsiteX175" fmla="*/ 1704576 w 2912392"/>
                <a:gd name="connsiteY175" fmla="*/ 51705 h 252011"/>
                <a:gd name="connsiteX176" fmla="*/ 1714320 w 2912392"/>
                <a:gd name="connsiteY176" fmla="*/ 55537 h 252011"/>
                <a:gd name="connsiteX177" fmla="*/ 1724064 w 2912392"/>
                <a:gd name="connsiteY177" fmla="*/ 59504 h 252011"/>
                <a:gd name="connsiteX178" fmla="*/ 1733808 w 2912392"/>
                <a:gd name="connsiteY178" fmla="*/ 63596 h 252011"/>
                <a:gd name="connsiteX179" fmla="*/ 1743537 w 2912392"/>
                <a:gd name="connsiteY179" fmla="*/ 67805 h 252011"/>
                <a:gd name="connsiteX180" fmla="*/ 1753281 w 2912392"/>
                <a:gd name="connsiteY180" fmla="*/ 72120 h 252011"/>
                <a:gd name="connsiteX181" fmla="*/ 1763025 w 2912392"/>
                <a:gd name="connsiteY181" fmla="*/ 76530 h 252011"/>
                <a:gd name="connsiteX182" fmla="*/ 1772769 w 2912392"/>
                <a:gd name="connsiteY182" fmla="*/ 81027 h 252011"/>
                <a:gd name="connsiteX183" fmla="*/ 1782498 w 2912392"/>
                <a:gd name="connsiteY183" fmla="*/ 85599 h 252011"/>
                <a:gd name="connsiteX184" fmla="*/ 1792242 w 2912392"/>
                <a:gd name="connsiteY184" fmla="*/ 90239 h 252011"/>
                <a:gd name="connsiteX185" fmla="*/ 1801986 w 2912392"/>
                <a:gd name="connsiteY185" fmla="*/ 94933 h 252011"/>
                <a:gd name="connsiteX186" fmla="*/ 1811730 w 2912392"/>
                <a:gd name="connsiteY186" fmla="*/ 99673 h 252011"/>
                <a:gd name="connsiteX187" fmla="*/ 1821459 w 2912392"/>
                <a:gd name="connsiteY187" fmla="*/ 104449 h 252011"/>
                <a:gd name="connsiteX188" fmla="*/ 1831203 w 2912392"/>
                <a:gd name="connsiteY188" fmla="*/ 109251 h 252011"/>
                <a:gd name="connsiteX189" fmla="*/ 1840947 w 2912392"/>
                <a:gd name="connsiteY189" fmla="*/ 114070 h 252011"/>
                <a:gd name="connsiteX190" fmla="*/ 1850691 w 2912392"/>
                <a:gd name="connsiteY190" fmla="*/ 118895 h 252011"/>
                <a:gd name="connsiteX191" fmla="*/ 1860435 w 2912392"/>
                <a:gd name="connsiteY191" fmla="*/ 123718 h 252011"/>
                <a:gd name="connsiteX192" fmla="*/ 1870164 w 2912392"/>
                <a:gd name="connsiteY192" fmla="*/ 128531 h 252011"/>
                <a:gd name="connsiteX193" fmla="*/ 1879908 w 2912392"/>
                <a:gd name="connsiteY193" fmla="*/ 133322 h 252011"/>
                <a:gd name="connsiteX194" fmla="*/ 1889652 w 2912392"/>
                <a:gd name="connsiteY194" fmla="*/ 138084 h 252011"/>
                <a:gd name="connsiteX195" fmla="*/ 1899395 w 2912392"/>
                <a:gd name="connsiteY195" fmla="*/ 142810 h 252011"/>
                <a:gd name="connsiteX196" fmla="*/ 1909124 w 2912392"/>
                <a:gd name="connsiteY196" fmla="*/ 147491 h 252011"/>
                <a:gd name="connsiteX197" fmla="*/ 1918868 w 2912392"/>
                <a:gd name="connsiteY197" fmla="*/ 152120 h 252011"/>
                <a:gd name="connsiteX198" fmla="*/ 1928612 w 2912392"/>
                <a:gd name="connsiteY198" fmla="*/ 156690 h 252011"/>
                <a:gd name="connsiteX199" fmla="*/ 1938356 w 2912392"/>
                <a:gd name="connsiteY199" fmla="*/ 161192 h 252011"/>
                <a:gd name="connsiteX200" fmla="*/ 1948085 w 2912392"/>
                <a:gd name="connsiteY200" fmla="*/ 165621 h 252011"/>
                <a:gd name="connsiteX201" fmla="*/ 1957829 w 2912392"/>
                <a:gd name="connsiteY201" fmla="*/ 169972 h 252011"/>
                <a:gd name="connsiteX202" fmla="*/ 1967573 w 2912392"/>
                <a:gd name="connsiteY202" fmla="*/ 174238 h 252011"/>
                <a:gd name="connsiteX203" fmla="*/ 1977317 w 2912392"/>
                <a:gd name="connsiteY203" fmla="*/ 178414 h 252011"/>
                <a:gd name="connsiteX204" fmla="*/ 1987046 w 2912392"/>
                <a:gd name="connsiteY204" fmla="*/ 182495 h 252011"/>
                <a:gd name="connsiteX205" fmla="*/ 1996790 w 2912392"/>
                <a:gd name="connsiteY205" fmla="*/ 186477 h 252011"/>
                <a:gd name="connsiteX206" fmla="*/ 2006534 w 2912392"/>
                <a:gd name="connsiteY206" fmla="*/ 190355 h 252011"/>
                <a:gd name="connsiteX207" fmla="*/ 2016278 w 2912392"/>
                <a:gd name="connsiteY207" fmla="*/ 194126 h 252011"/>
                <a:gd name="connsiteX208" fmla="*/ 2026022 w 2912392"/>
                <a:gd name="connsiteY208" fmla="*/ 197787 h 252011"/>
                <a:gd name="connsiteX209" fmla="*/ 2035751 w 2912392"/>
                <a:gd name="connsiteY209" fmla="*/ 201334 h 252011"/>
                <a:gd name="connsiteX210" fmla="*/ 2045495 w 2912392"/>
                <a:gd name="connsiteY210" fmla="*/ 204766 h 252011"/>
                <a:gd name="connsiteX211" fmla="*/ 2055239 w 2912392"/>
                <a:gd name="connsiteY211" fmla="*/ 208079 h 252011"/>
                <a:gd name="connsiteX212" fmla="*/ 2064983 w 2912392"/>
                <a:gd name="connsiteY212" fmla="*/ 211274 h 252011"/>
                <a:gd name="connsiteX213" fmla="*/ 2074712 w 2912392"/>
                <a:gd name="connsiteY213" fmla="*/ 214346 h 252011"/>
                <a:gd name="connsiteX214" fmla="*/ 2084456 w 2912392"/>
                <a:gd name="connsiteY214" fmla="*/ 217294 h 252011"/>
                <a:gd name="connsiteX215" fmla="*/ 2094200 w 2912392"/>
                <a:gd name="connsiteY215" fmla="*/ 220121 h 252011"/>
                <a:gd name="connsiteX216" fmla="*/ 2103944 w 2912392"/>
                <a:gd name="connsiteY216" fmla="*/ 222823 h 252011"/>
                <a:gd name="connsiteX217" fmla="*/ 2113673 w 2912392"/>
                <a:gd name="connsiteY217" fmla="*/ 225402 h 252011"/>
                <a:gd name="connsiteX218" fmla="*/ 2123417 w 2912392"/>
                <a:gd name="connsiteY218" fmla="*/ 227856 h 252011"/>
                <a:gd name="connsiteX219" fmla="*/ 2133161 w 2912392"/>
                <a:gd name="connsiteY219" fmla="*/ 230186 h 252011"/>
                <a:gd name="connsiteX220" fmla="*/ 2142905 w 2912392"/>
                <a:gd name="connsiteY220" fmla="*/ 232393 h 252011"/>
                <a:gd name="connsiteX221" fmla="*/ 2152649 w 2912392"/>
                <a:gd name="connsiteY221" fmla="*/ 234476 h 252011"/>
                <a:gd name="connsiteX222" fmla="*/ 2162377 w 2912392"/>
                <a:gd name="connsiteY222" fmla="*/ 236436 h 252011"/>
                <a:gd name="connsiteX223" fmla="*/ 2172121 w 2912392"/>
                <a:gd name="connsiteY223" fmla="*/ 238276 h 252011"/>
                <a:gd name="connsiteX224" fmla="*/ 2181865 w 2912392"/>
                <a:gd name="connsiteY224" fmla="*/ 239996 h 252011"/>
                <a:gd name="connsiteX225" fmla="*/ 2191609 w 2912392"/>
                <a:gd name="connsiteY225" fmla="*/ 241596 h 252011"/>
                <a:gd name="connsiteX226" fmla="*/ 2201338 w 2912392"/>
                <a:gd name="connsiteY226" fmla="*/ 243078 h 252011"/>
                <a:gd name="connsiteX227" fmla="*/ 2211082 w 2912392"/>
                <a:gd name="connsiteY227" fmla="*/ 244442 h 252011"/>
                <a:gd name="connsiteX228" fmla="*/ 2220826 w 2912392"/>
                <a:gd name="connsiteY228" fmla="*/ 245690 h 252011"/>
                <a:gd name="connsiteX229" fmla="*/ 2230570 w 2912392"/>
                <a:gd name="connsiteY229" fmla="*/ 246824 h 252011"/>
                <a:gd name="connsiteX230" fmla="*/ 2240299 w 2912392"/>
                <a:gd name="connsiteY230" fmla="*/ 247843 h 252011"/>
                <a:gd name="connsiteX231" fmla="*/ 2250043 w 2912392"/>
                <a:gd name="connsiteY231" fmla="*/ 248749 h 252011"/>
                <a:gd name="connsiteX232" fmla="*/ 2259787 w 2912392"/>
                <a:gd name="connsiteY232" fmla="*/ 249543 h 252011"/>
                <a:gd name="connsiteX233" fmla="*/ 2269531 w 2912392"/>
                <a:gd name="connsiteY233" fmla="*/ 250225 h 252011"/>
                <a:gd name="connsiteX234" fmla="*/ 2279260 w 2912392"/>
                <a:gd name="connsiteY234" fmla="*/ 250797 h 252011"/>
                <a:gd name="connsiteX235" fmla="*/ 2289004 w 2912392"/>
                <a:gd name="connsiteY235" fmla="*/ 251261 h 252011"/>
                <a:gd name="connsiteX236" fmla="*/ 2298748 w 2912392"/>
                <a:gd name="connsiteY236" fmla="*/ 251612 h 252011"/>
                <a:gd name="connsiteX237" fmla="*/ 2308492 w 2912392"/>
                <a:gd name="connsiteY237" fmla="*/ 251855 h 252011"/>
                <a:gd name="connsiteX238" fmla="*/ 2318236 w 2912392"/>
                <a:gd name="connsiteY238" fmla="*/ 251988 h 252011"/>
                <a:gd name="connsiteX239" fmla="*/ 2327965 w 2912392"/>
                <a:gd name="connsiteY239" fmla="*/ 252012 h 252011"/>
                <a:gd name="connsiteX240" fmla="*/ 2337709 w 2912392"/>
                <a:gd name="connsiteY240" fmla="*/ 251925 h 252011"/>
                <a:gd name="connsiteX241" fmla="*/ 2347453 w 2912392"/>
                <a:gd name="connsiteY241" fmla="*/ 251727 h 252011"/>
                <a:gd name="connsiteX242" fmla="*/ 2357197 w 2912392"/>
                <a:gd name="connsiteY242" fmla="*/ 251419 h 252011"/>
                <a:gd name="connsiteX243" fmla="*/ 2366926 w 2912392"/>
                <a:gd name="connsiteY243" fmla="*/ 250996 h 252011"/>
                <a:gd name="connsiteX244" fmla="*/ 2376670 w 2912392"/>
                <a:gd name="connsiteY244" fmla="*/ 250461 h 252011"/>
                <a:gd name="connsiteX245" fmla="*/ 2386413 w 2912392"/>
                <a:gd name="connsiteY245" fmla="*/ 249810 h 252011"/>
                <a:gd name="connsiteX246" fmla="*/ 2396157 w 2912392"/>
                <a:gd name="connsiteY246" fmla="*/ 249041 h 252011"/>
                <a:gd name="connsiteX247" fmla="*/ 2405886 w 2912392"/>
                <a:gd name="connsiteY247" fmla="*/ 248154 h 252011"/>
                <a:gd name="connsiteX248" fmla="*/ 2415630 w 2912392"/>
                <a:gd name="connsiteY248" fmla="*/ 247146 h 252011"/>
                <a:gd name="connsiteX249" fmla="*/ 2425374 w 2912392"/>
                <a:gd name="connsiteY249" fmla="*/ 246015 h 252011"/>
                <a:gd name="connsiteX250" fmla="*/ 2435118 w 2912392"/>
                <a:gd name="connsiteY250" fmla="*/ 244758 h 252011"/>
                <a:gd name="connsiteX251" fmla="*/ 2444862 w 2912392"/>
                <a:gd name="connsiteY251" fmla="*/ 243373 h 252011"/>
                <a:gd name="connsiteX252" fmla="*/ 2454591 w 2912392"/>
                <a:gd name="connsiteY252" fmla="*/ 241857 h 252011"/>
                <a:gd name="connsiteX253" fmla="*/ 2464335 w 2912392"/>
                <a:gd name="connsiteY253" fmla="*/ 240207 h 252011"/>
                <a:gd name="connsiteX254" fmla="*/ 2474079 w 2912392"/>
                <a:gd name="connsiteY254" fmla="*/ 238422 h 252011"/>
                <a:gd name="connsiteX255" fmla="*/ 2483823 w 2912392"/>
                <a:gd name="connsiteY255" fmla="*/ 236498 h 252011"/>
                <a:gd name="connsiteX256" fmla="*/ 2493552 w 2912392"/>
                <a:gd name="connsiteY256" fmla="*/ 234430 h 252011"/>
                <a:gd name="connsiteX257" fmla="*/ 2503296 w 2912392"/>
                <a:gd name="connsiteY257" fmla="*/ 232217 h 252011"/>
                <a:gd name="connsiteX258" fmla="*/ 2513040 w 2912392"/>
                <a:gd name="connsiteY258" fmla="*/ 229856 h 252011"/>
                <a:gd name="connsiteX259" fmla="*/ 2522784 w 2912392"/>
                <a:gd name="connsiteY259" fmla="*/ 227342 h 252011"/>
                <a:gd name="connsiteX260" fmla="*/ 2532513 w 2912392"/>
                <a:gd name="connsiteY260" fmla="*/ 224675 h 252011"/>
                <a:gd name="connsiteX261" fmla="*/ 2542257 w 2912392"/>
                <a:gd name="connsiteY261" fmla="*/ 221852 h 252011"/>
                <a:gd name="connsiteX262" fmla="*/ 2552001 w 2912392"/>
                <a:gd name="connsiteY262" fmla="*/ 218868 h 252011"/>
                <a:gd name="connsiteX263" fmla="*/ 2561745 w 2912392"/>
                <a:gd name="connsiteY263" fmla="*/ 215721 h 252011"/>
                <a:gd name="connsiteX264" fmla="*/ 2571474 w 2912392"/>
                <a:gd name="connsiteY264" fmla="*/ 212410 h 252011"/>
                <a:gd name="connsiteX265" fmla="*/ 2581218 w 2912392"/>
                <a:gd name="connsiteY265" fmla="*/ 208933 h 252011"/>
                <a:gd name="connsiteX266" fmla="*/ 2590962 w 2912392"/>
                <a:gd name="connsiteY266" fmla="*/ 205287 h 252011"/>
                <a:gd name="connsiteX267" fmla="*/ 2600705 w 2912392"/>
                <a:gd name="connsiteY267" fmla="*/ 201470 h 252011"/>
                <a:gd name="connsiteX268" fmla="*/ 2610449 w 2912392"/>
                <a:gd name="connsiteY268" fmla="*/ 197483 h 252011"/>
                <a:gd name="connsiteX269" fmla="*/ 2620178 w 2912392"/>
                <a:gd name="connsiteY269" fmla="*/ 193322 h 252011"/>
                <a:gd name="connsiteX270" fmla="*/ 2629922 w 2912392"/>
                <a:gd name="connsiteY270" fmla="*/ 188988 h 252011"/>
                <a:gd name="connsiteX271" fmla="*/ 2639666 w 2912392"/>
                <a:gd name="connsiteY271" fmla="*/ 184479 h 252011"/>
                <a:gd name="connsiteX272" fmla="*/ 2649410 w 2912392"/>
                <a:gd name="connsiteY272" fmla="*/ 179798 h 252011"/>
                <a:gd name="connsiteX273" fmla="*/ 2659139 w 2912392"/>
                <a:gd name="connsiteY273" fmla="*/ 174942 h 252011"/>
                <a:gd name="connsiteX274" fmla="*/ 2668883 w 2912392"/>
                <a:gd name="connsiteY274" fmla="*/ 169915 h 252011"/>
                <a:gd name="connsiteX275" fmla="*/ 2678627 w 2912392"/>
                <a:gd name="connsiteY275" fmla="*/ 164717 h 252011"/>
                <a:gd name="connsiteX276" fmla="*/ 2688371 w 2912392"/>
                <a:gd name="connsiteY276" fmla="*/ 159349 h 252011"/>
                <a:gd name="connsiteX277" fmla="*/ 2698100 w 2912392"/>
                <a:gd name="connsiteY277" fmla="*/ 153814 h 252011"/>
                <a:gd name="connsiteX278" fmla="*/ 2707844 w 2912392"/>
                <a:gd name="connsiteY278" fmla="*/ 148114 h 252011"/>
                <a:gd name="connsiteX279" fmla="*/ 2717588 w 2912392"/>
                <a:gd name="connsiteY279" fmla="*/ 142252 h 252011"/>
                <a:gd name="connsiteX280" fmla="*/ 2727332 w 2912392"/>
                <a:gd name="connsiteY280" fmla="*/ 136235 h 252011"/>
                <a:gd name="connsiteX281" fmla="*/ 2737076 w 2912392"/>
                <a:gd name="connsiteY281" fmla="*/ 130062 h 252011"/>
                <a:gd name="connsiteX282" fmla="*/ 2746805 w 2912392"/>
                <a:gd name="connsiteY282" fmla="*/ 123740 h 252011"/>
                <a:gd name="connsiteX283" fmla="*/ 2756549 w 2912392"/>
                <a:gd name="connsiteY283" fmla="*/ 117276 h 252011"/>
                <a:gd name="connsiteX284" fmla="*/ 2766293 w 2912392"/>
                <a:gd name="connsiteY284" fmla="*/ 110673 h 252011"/>
                <a:gd name="connsiteX285" fmla="*/ 2776037 w 2912392"/>
                <a:gd name="connsiteY285" fmla="*/ 103937 h 252011"/>
                <a:gd name="connsiteX286" fmla="*/ 2785766 w 2912392"/>
                <a:gd name="connsiteY286" fmla="*/ 97074 h 252011"/>
                <a:gd name="connsiteX287" fmla="*/ 2795510 w 2912392"/>
                <a:gd name="connsiteY287" fmla="*/ 90093 h 252011"/>
                <a:gd name="connsiteX288" fmla="*/ 2805254 w 2912392"/>
                <a:gd name="connsiteY288" fmla="*/ 83001 h 252011"/>
                <a:gd name="connsiteX289" fmla="*/ 2814998 w 2912392"/>
                <a:gd name="connsiteY289" fmla="*/ 75803 h 252011"/>
                <a:gd name="connsiteX290" fmla="*/ 2824727 w 2912392"/>
                <a:gd name="connsiteY290" fmla="*/ 68508 h 252011"/>
                <a:gd name="connsiteX291" fmla="*/ 2834471 w 2912392"/>
                <a:gd name="connsiteY291" fmla="*/ 61128 h 252011"/>
                <a:gd name="connsiteX292" fmla="*/ 2844215 w 2912392"/>
                <a:gd name="connsiteY292" fmla="*/ 53666 h 252011"/>
                <a:gd name="connsiteX293" fmla="*/ 2853958 w 2912392"/>
                <a:gd name="connsiteY293" fmla="*/ 46136 h 252011"/>
                <a:gd name="connsiteX294" fmla="*/ 2863687 w 2912392"/>
                <a:gd name="connsiteY294" fmla="*/ 38544 h 252011"/>
                <a:gd name="connsiteX295" fmla="*/ 2873431 w 2912392"/>
                <a:gd name="connsiteY295" fmla="*/ 30899 h 252011"/>
                <a:gd name="connsiteX296" fmla="*/ 2883175 w 2912392"/>
                <a:gd name="connsiteY296" fmla="*/ 23214 h 252011"/>
                <a:gd name="connsiteX297" fmla="*/ 2892919 w 2912392"/>
                <a:gd name="connsiteY297" fmla="*/ 15495 h 252011"/>
                <a:gd name="connsiteX298" fmla="*/ 2902663 w 2912392"/>
                <a:gd name="connsiteY298" fmla="*/ 7753 h 252011"/>
                <a:gd name="connsiteX299" fmla="*/ 2912392 w 2912392"/>
                <a:gd name="connsiteY299" fmla="*/ 0 h 252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252011">
                  <a:moveTo>
                    <a:pt x="0" y="112066"/>
                  </a:moveTo>
                  <a:lnTo>
                    <a:pt x="9739" y="113785"/>
                  </a:lnTo>
                  <a:lnTo>
                    <a:pt x="19480" y="115375"/>
                  </a:lnTo>
                  <a:lnTo>
                    <a:pt x="29221" y="116836"/>
                  </a:lnTo>
                  <a:lnTo>
                    <a:pt x="38961" y="118176"/>
                  </a:lnTo>
                  <a:lnTo>
                    <a:pt x="48702" y="119397"/>
                  </a:lnTo>
                  <a:lnTo>
                    <a:pt x="58443" y="120504"/>
                  </a:lnTo>
                  <a:lnTo>
                    <a:pt x="68182" y="121501"/>
                  </a:lnTo>
                  <a:lnTo>
                    <a:pt x="77923" y="122395"/>
                  </a:lnTo>
                  <a:lnTo>
                    <a:pt x="87664" y="123191"/>
                  </a:lnTo>
                  <a:lnTo>
                    <a:pt x="97404" y="123894"/>
                  </a:lnTo>
                  <a:lnTo>
                    <a:pt x="107145" y="124508"/>
                  </a:lnTo>
                  <a:lnTo>
                    <a:pt x="116886" y="125041"/>
                  </a:lnTo>
                  <a:lnTo>
                    <a:pt x="126625" y="125499"/>
                  </a:lnTo>
                  <a:lnTo>
                    <a:pt x="136366" y="125886"/>
                  </a:lnTo>
                  <a:lnTo>
                    <a:pt x="146107" y="126209"/>
                  </a:lnTo>
                  <a:lnTo>
                    <a:pt x="155846" y="126477"/>
                  </a:lnTo>
                  <a:lnTo>
                    <a:pt x="165587" y="126693"/>
                  </a:lnTo>
                  <a:lnTo>
                    <a:pt x="175328" y="126866"/>
                  </a:lnTo>
                  <a:lnTo>
                    <a:pt x="185068" y="127000"/>
                  </a:lnTo>
                  <a:lnTo>
                    <a:pt x="194809" y="127103"/>
                  </a:lnTo>
                  <a:lnTo>
                    <a:pt x="204550" y="127182"/>
                  </a:lnTo>
                  <a:lnTo>
                    <a:pt x="214289" y="127243"/>
                  </a:lnTo>
                  <a:lnTo>
                    <a:pt x="224030" y="127294"/>
                  </a:lnTo>
                  <a:lnTo>
                    <a:pt x="233771" y="127337"/>
                  </a:lnTo>
                  <a:lnTo>
                    <a:pt x="243510" y="127383"/>
                  </a:lnTo>
                  <a:lnTo>
                    <a:pt x="253251" y="127437"/>
                  </a:lnTo>
                  <a:lnTo>
                    <a:pt x="262992" y="127504"/>
                  </a:lnTo>
                  <a:lnTo>
                    <a:pt x="272732" y="127592"/>
                  </a:lnTo>
                  <a:lnTo>
                    <a:pt x="282473" y="127705"/>
                  </a:lnTo>
                  <a:lnTo>
                    <a:pt x="292214" y="127850"/>
                  </a:lnTo>
                  <a:lnTo>
                    <a:pt x="301953" y="128033"/>
                  </a:lnTo>
                  <a:lnTo>
                    <a:pt x="311694" y="128258"/>
                  </a:lnTo>
                  <a:lnTo>
                    <a:pt x="321435" y="128531"/>
                  </a:lnTo>
                  <a:lnTo>
                    <a:pt x="331175" y="128855"/>
                  </a:lnTo>
                  <a:lnTo>
                    <a:pt x="340916" y="129240"/>
                  </a:lnTo>
                  <a:lnTo>
                    <a:pt x="350656" y="129684"/>
                  </a:lnTo>
                  <a:lnTo>
                    <a:pt x="360396" y="130195"/>
                  </a:lnTo>
                  <a:lnTo>
                    <a:pt x="370137" y="130776"/>
                  </a:lnTo>
                  <a:lnTo>
                    <a:pt x="379878" y="131430"/>
                  </a:lnTo>
                  <a:lnTo>
                    <a:pt x="389617" y="132161"/>
                  </a:lnTo>
                  <a:lnTo>
                    <a:pt x="399358" y="132970"/>
                  </a:lnTo>
                  <a:lnTo>
                    <a:pt x="409099" y="133861"/>
                  </a:lnTo>
                  <a:lnTo>
                    <a:pt x="418839" y="134836"/>
                  </a:lnTo>
                  <a:lnTo>
                    <a:pt x="428580" y="135897"/>
                  </a:lnTo>
                  <a:lnTo>
                    <a:pt x="438321" y="137042"/>
                  </a:lnTo>
                  <a:lnTo>
                    <a:pt x="448060" y="138276"/>
                  </a:lnTo>
                  <a:lnTo>
                    <a:pt x="457801" y="139597"/>
                  </a:lnTo>
                  <a:lnTo>
                    <a:pt x="467542" y="141007"/>
                  </a:lnTo>
                  <a:lnTo>
                    <a:pt x="477281" y="142503"/>
                  </a:lnTo>
                  <a:lnTo>
                    <a:pt x="487022" y="144085"/>
                  </a:lnTo>
                  <a:lnTo>
                    <a:pt x="496763" y="145752"/>
                  </a:lnTo>
                  <a:lnTo>
                    <a:pt x="506503" y="147503"/>
                  </a:lnTo>
                  <a:lnTo>
                    <a:pt x="516244" y="149332"/>
                  </a:lnTo>
                  <a:lnTo>
                    <a:pt x="525985" y="151241"/>
                  </a:lnTo>
                  <a:lnTo>
                    <a:pt x="535724" y="153226"/>
                  </a:lnTo>
                  <a:lnTo>
                    <a:pt x="545465" y="155280"/>
                  </a:lnTo>
                  <a:lnTo>
                    <a:pt x="555206" y="157402"/>
                  </a:lnTo>
                  <a:lnTo>
                    <a:pt x="564946" y="159586"/>
                  </a:lnTo>
                  <a:lnTo>
                    <a:pt x="574687" y="161828"/>
                  </a:lnTo>
                  <a:lnTo>
                    <a:pt x="584428" y="164123"/>
                  </a:lnTo>
                  <a:lnTo>
                    <a:pt x="594167" y="166465"/>
                  </a:lnTo>
                  <a:lnTo>
                    <a:pt x="603908" y="168849"/>
                  </a:lnTo>
                  <a:lnTo>
                    <a:pt x="613649" y="171265"/>
                  </a:lnTo>
                  <a:lnTo>
                    <a:pt x="623388" y="173710"/>
                  </a:lnTo>
                  <a:lnTo>
                    <a:pt x="633129" y="176176"/>
                  </a:lnTo>
                  <a:lnTo>
                    <a:pt x="642870" y="178655"/>
                  </a:lnTo>
                  <a:lnTo>
                    <a:pt x="652610" y="181140"/>
                  </a:lnTo>
                  <a:lnTo>
                    <a:pt x="662351" y="183622"/>
                  </a:lnTo>
                  <a:lnTo>
                    <a:pt x="672092" y="186094"/>
                  </a:lnTo>
                  <a:lnTo>
                    <a:pt x="681831" y="188548"/>
                  </a:lnTo>
                  <a:lnTo>
                    <a:pt x="691572" y="190974"/>
                  </a:lnTo>
                  <a:lnTo>
                    <a:pt x="701313" y="193365"/>
                  </a:lnTo>
                  <a:lnTo>
                    <a:pt x="711052" y="195712"/>
                  </a:lnTo>
                  <a:lnTo>
                    <a:pt x="720793" y="198005"/>
                  </a:lnTo>
                  <a:lnTo>
                    <a:pt x="730534" y="200235"/>
                  </a:lnTo>
                  <a:lnTo>
                    <a:pt x="740274" y="202394"/>
                  </a:lnTo>
                  <a:lnTo>
                    <a:pt x="750015" y="204474"/>
                  </a:lnTo>
                  <a:lnTo>
                    <a:pt x="759756" y="206466"/>
                  </a:lnTo>
                  <a:lnTo>
                    <a:pt x="769495" y="208359"/>
                  </a:lnTo>
                  <a:lnTo>
                    <a:pt x="779236" y="210146"/>
                  </a:lnTo>
                  <a:lnTo>
                    <a:pt x="788977" y="211819"/>
                  </a:lnTo>
                  <a:lnTo>
                    <a:pt x="798717" y="213370"/>
                  </a:lnTo>
                  <a:lnTo>
                    <a:pt x="808458" y="214790"/>
                  </a:lnTo>
                  <a:lnTo>
                    <a:pt x="818199" y="216071"/>
                  </a:lnTo>
                  <a:lnTo>
                    <a:pt x="827938" y="217206"/>
                  </a:lnTo>
                  <a:lnTo>
                    <a:pt x="837679" y="218188"/>
                  </a:lnTo>
                  <a:lnTo>
                    <a:pt x="847420" y="219011"/>
                  </a:lnTo>
                  <a:lnTo>
                    <a:pt x="857159" y="219666"/>
                  </a:lnTo>
                  <a:lnTo>
                    <a:pt x="866900" y="220149"/>
                  </a:lnTo>
                  <a:lnTo>
                    <a:pt x="876641" y="220456"/>
                  </a:lnTo>
                  <a:lnTo>
                    <a:pt x="886381" y="220578"/>
                  </a:lnTo>
                  <a:lnTo>
                    <a:pt x="896122" y="220512"/>
                  </a:lnTo>
                  <a:lnTo>
                    <a:pt x="905863" y="220256"/>
                  </a:lnTo>
                  <a:lnTo>
                    <a:pt x="915602" y="219803"/>
                  </a:lnTo>
                  <a:lnTo>
                    <a:pt x="925343" y="219154"/>
                  </a:lnTo>
                  <a:lnTo>
                    <a:pt x="935084" y="218301"/>
                  </a:lnTo>
                  <a:lnTo>
                    <a:pt x="944824" y="217248"/>
                  </a:lnTo>
                  <a:lnTo>
                    <a:pt x="954564" y="215990"/>
                  </a:lnTo>
                  <a:lnTo>
                    <a:pt x="964305" y="214530"/>
                  </a:lnTo>
                  <a:lnTo>
                    <a:pt x="974045" y="212865"/>
                  </a:lnTo>
                  <a:lnTo>
                    <a:pt x="983786" y="210995"/>
                  </a:lnTo>
                  <a:lnTo>
                    <a:pt x="993522" y="208924"/>
                  </a:lnTo>
                  <a:lnTo>
                    <a:pt x="1003266" y="206652"/>
                  </a:lnTo>
                  <a:lnTo>
                    <a:pt x="1013010" y="204183"/>
                  </a:lnTo>
                  <a:lnTo>
                    <a:pt x="1022754" y="201519"/>
                  </a:lnTo>
                  <a:lnTo>
                    <a:pt x="1032483" y="198665"/>
                  </a:lnTo>
                  <a:lnTo>
                    <a:pt x="1042227" y="195624"/>
                  </a:lnTo>
                  <a:lnTo>
                    <a:pt x="1051971" y="192402"/>
                  </a:lnTo>
                  <a:lnTo>
                    <a:pt x="1061715" y="189005"/>
                  </a:lnTo>
                  <a:lnTo>
                    <a:pt x="1071444" y="185440"/>
                  </a:lnTo>
                  <a:lnTo>
                    <a:pt x="1081188" y="181714"/>
                  </a:lnTo>
                  <a:lnTo>
                    <a:pt x="1090932" y="177831"/>
                  </a:lnTo>
                  <a:lnTo>
                    <a:pt x="1100676" y="173803"/>
                  </a:lnTo>
                  <a:lnTo>
                    <a:pt x="1110405" y="169637"/>
                  </a:lnTo>
                  <a:lnTo>
                    <a:pt x="1120149" y="165341"/>
                  </a:lnTo>
                  <a:lnTo>
                    <a:pt x="1129893" y="160925"/>
                  </a:lnTo>
                  <a:lnTo>
                    <a:pt x="1139637" y="156402"/>
                  </a:lnTo>
                  <a:lnTo>
                    <a:pt x="1149381" y="151777"/>
                  </a:lnTo>
                  <a:lnTo>
                    <a:pt x="1159110" y="147065"/>
                  </a:lnTo>
                  <a:lnTo>
                    <a:pt x="1168854" y="142275"/>
                  </a:lnTo>
                  <a:lnTo>
                    <a:pt x="1178598" y="137418"/>
                  </a:lnTo>
                  <a:lnTo>
                    <a:pt x="1188341" y="132507"/>
                  </a:lnTo>
                  <a:lnTo>
                    <a:pt x="1198070" y="127553"/>
                  </a:lnTo>
                  <a:lnTo>
                    <a:pt x="1207814" y="122568"/>
                  </a:lnTo>
                  <a:lnTo>
                    <a:pt x="1217558" y="117563"/>
                  </a:lnTo>
                  <a:lnTo>
                    <a:pt x="1227302" y="112554"/>
                  </a:lnTo>
                  <a:lnTo>
                    <a:pt x="1237031" y="107550"/>
                  </a:lnTo>
                  <a:lnTo>
                    <a:pt x="1246775" y="102565"/>
                  </a:lnTo>
                  <a:lnTo>
                    <a:pt x="1256519" y="97611"/>
                  </a:lnTo>
                  <a:lnTo>
                    <a:pt x="1266263" y="92700"/>
                  </a:lnTo>
                  <a:lnTo>
                    <a:pt x="1276007" y="87846"/>
                  </a:lnTo>
                  <a:lnTo>
                    <a:pt x="1285736" y="83059"/>
                  </a:lnTo>
                  <a:lnTo>
                    <a:pt x="1295480" y="78352"/>
                  </a:lnTo>
                  <a:lnTo>
                    <a:pt x="1305224" y="73737"/>
                  </a:lnTo>
                  <a:lnTo>
                    <a:pt x="1314968" y="69227"/>
                  </a:lnTo>
                  <a:lnTo>
                    <a:pt x="1324697" y="64830"/>
                  </a:lnTo>
                  <a:lnTo>
                    <a:pt x="1334441" y="60561"/>
                  </a:lnTo>
                  <a:lnTo>
                    <a:pt x="1344185" y="56428"/>
                  </a:lnTo>
                  <a:lnTo>
                    <a:pt x="1353929" y="52443"/>
                  </a:lnTo>
                  <a:lnTo>
                    <a:pt x="1363658" y="48615"/>
                  </a:lnTo>
                  <a:lnTo>
                    <a:pt x="1373402" y="44956"/>
                  </a:lnTo>
                  <a:lnTo>
                    <a:pt x="1383146" y="41471"/>
                  </a:lnTo>
                  <a:lnTo>
                    <a:pt x="1392890" y="38173"/>
                  </a:lnTo>
                  <a:lnTo>
                    <a:pt x="1402619" y="35068"/>
                  </a:lnTo>
                  <a:lnTo>
                    <a:pt x="1412363" y="32162"/>
                  </a:lnTo>
                  <a:lnTo>
                    <a:pt x="1422106" y="29466"/>
                  </a:lnTo>
                  <a:lnTo>
                    <a:pt x="1431850" y="26983"/>
                  </a:lnTo>
                  <a:lnTo>
                    <a:pt x="1441594" y="24723"/>
                  </a:lnTo>
                  <a:lnTo>
                    <a:pt x="1451323" y="22687"/>
                  </a:lnTo>
                  <a:lnTo>
                    <a:pt x="1461067" y="20882"/>
                  </a:lnTo>
                  <a:lnTo>
                    <a:pt x="1470811" y="19312"/>
                  </a:lnTo>
                  <a:lnTo>
                    <a:pt x="1480555" y="17980"/>
                  </a:lnTo>
                  <a:lnTo>
                    <a:pt x="1490284" y="16889"/>
                  </a:lnTo>
                  <a:lnTo>
                    <a:pt x="1500028" y="16042"/>
                  </a:lnTo>
                  <a:lnTo>
                    <a:pt x="1509772" y="15438"/>
                  </a:lnTo>
                  <a:lnTo>
                    <a:pt x="1519516" y="15081"/>
                  </a:lnTo>
                  <a:lnTo>
                    <a:pt x="1529245" y="14970"/>
                  </a:lnTo>
                  <a:lnTo>
                    <a:pt x="1538989" y="15105"/>
                  </a:lnTo>
                  <a:lnTo>
                    <a:pt x="1548733" y="15483"/>
                  </a:lnTo>
                  <a:lnTo>
                    <a:pt x="1558477" y="16106"/>
                  </a:lnTo>
                  <a:lnTo>
                    <a:pt x="1568221" y="16968"/>
                  </a:lnTo>
                  <a:lnTo>
                    <a:pt x="1577950" y="18068"/>
                  </a:lnTo>
                  <a:lnTo>
                    <a:pt x="1587694" y="19403"/>
                  </a:lnTo>
                  <a:lnTo>
                    <a:pt x="1597438" y="20969"/>
                  </a:lnTo>
                  <a:lnTo>
                    <a:pt x="1607182" y="22758"/>
                  </a:lnTo>
                  <a:lnTo>
                    <a:pt x="1616911" y="24770"/>
                  </a:lnTo>
                  <a:lnTo>
                    <a:pt x="1626655" y="26995"/>
                  </a:lnTo>
                  <a:lnTo>
                    <a:pt x="1636399" y="29430"/>
                  </a:lnTo>
                  <a:lnTo>
                    <a:pt x="1646142" y="32067"/>
                  </a:lnTo>
                  <a:lnTo>
                    <a:pt x="1655872" y="34899"/>
                  </a:lnTo>
                  <a:lnTo>
                    <a:pt x="1665616" y="37918"/>
                  </a:lnTo>
                  <a:lnTo>
                    <a:pt x="1675359" y="41117"/>
                  </a:lnTo>
                  <a:lnTo>
                    <a:pt x="1685103" y="44487"/>
                  </a:lnTo>
                  <a:lnTo>
                    <a:pt x="1694832" y="48019"/>
                  </a:lnTo>
                  <a:lnTo>
                    <a:pt x="1704576" y="51705"/>
                  </a:lnTo>
                  <a:lnTo>
                    <a:pt x="1714320" y="55537"/>
                  </a:lnTo>
                  <a:lnTo>
                    <a:pt x="1724064" y="59504"/>
                  </a:lnTo>
                  <a:lnTo>
                    <a:pt x="1733808" y="63596"/>
                  </a:lnTo>
                  <a:lnTo>
                    <a:pt x="1743537" y="67805"/>
                  </a:lnTo>
                  <a:lnTo>
                    <a:pt x="1753281" y="72120"/>
                  </a:lnTo>
                  <a:lnTo>
                    <a:pt x="1763025" y="76530"/>
                  </a:lnTo>
                  <a:lnTo>
                    <a:pt x="1772769" y="81027"/>
                  </a:lnTo>
                  <a:lnTo>
                    <a:pt x="1782498" y="85599"/>
                  </a:lnTo>
                  <a:lnTo>
                    <a:pt x="1792242" y="90239"/>
                  </a:lnTo>
                  <a:lnTo>
                    <a:pt x="1801986" y="94933"/>
                  </a:lnTo>
                  <a:lnTo>
                    <a:pt x="1811730" y="99673"/>
                  </a:lnTo>
                  <a:lnTo>
                    <a:pt x="1821459" y="104449"/>
                  </a:lnTo>
                  <a:lnTo>
                    <a:pt x="1831203" y="109251"/>
                  </a:lnTo>
                  <a:lnTo>
                    <a:pt x="1840947" y="114070"/>
                  </a:lnTo>
                  <a:lnTo>
                    <a:pt x="1850691" y="118895"/>
                  </a:lnTo>
                  <a:lnTo>
                    <a:pt x="1860435" y="123718"/>
                  </a:lnTo>
                  <a:lnTo>
                    <a:pt x="1870164" y="128531"/>
                  </a:lnTo>
                  <a:lnTo>
                    <a:pt x="1879908" y="133322"/>
                  </a:lnTo>
                  <a:lnTo>
                    <a:pt x="1889652" y="138084"/>
                  </a:lnTo>
                  <a:lnTo>
                    <a:pt x="1899395" y="142810"/>
                  </a:lnTo>
                  <a:lnTo>
                    <a:pt x="1909124" y="147491"/>
                  </a:lnTo>
                  <a:lnTo>
                    <a:pt x="1918868" y="152120"/>
                  </a:lnTo>
                  <a:lnTo>
                    <a:pt x="1928612" y="156690"/>
                  </a:lnTo>
                  <a:lnTo>
                    <a:pt x="1938356" y="161192"/>
                  </a:lnTo>
                  <a:lnTo>
                    <a:pt x="1948085" y="165621"/>
                  </a:lnTo>
                  <a:lnTo>
                    <a:pt x="1957829" y="169972"/>
                  </a:lnTo>
                  <a:lnTo>
                    <a:pt x="1967573" y="174238"/>
                  </a:lnTo>
                  <a:lnTo>
                    <a:pt x="1977317" y="178414"/>
                  </a:lnTo>
                  <a:lnTo>
                    <a:pt x="1987046" y="182495"/>
                  </a:lnTo>
                  <a:lnTo>
                    <a:pt x="1996790" y="186477"/>
                  </a:lnTo>
                  <a:lnTo>
                    <a:pt x="2006534" y="190355"/>
                  </a:lnTo>
                  <a:lnTo>
                    <a:pt x="2016278" y="194126"/>
                  </a:lnTo>
                  <a:lnTo>
                    <a:pt x="2026022" y="197787"/>
                  </a:lnTo>
                  <a:lnTo>
                    <a:pt x="2035751" y="201334"/>
                  </a:lnTo>
                  <a:lnTo>
                    <a:pt x="2045495" y="204766"/>
                  </a:lnTo>
                  <a:lnTo>
                    <a:pt x="2055239" y="208079"/>
                  </a:lnTo>
                  <a:lnTo>
                    <a:pt x="2064983" y="211274"/>
                  </a:lnTo>
                  <a:lnTo>
                    <a:pt x="2074712" y="214346"/>
                  </a:lnTo>
                  <a:lnTo>
                    <a:pt x="2084456" y="217294"/>
                  </a:lnTo>
                  <a:lnTo>
                    <a:pt x="2094200" y="220121"/>
                  </a:lnTo>
                  <a:lnTo>
                    <a:pt x="2103944" y="222823"/>
                  </a:lnTo>
                  <a:lnTo>
                    <a:pt x="2113673" y="225402"/>
                  </a:lnTo>
                  <a:lnTo>
                    <a:pt x="2123417" y="227856"/>
                  </a:lnTo>
                  <a:lnTo>
                    <a:pt x="2133161" y="230186"/>
                  </a:lnTo>
                  <a:lnTo>
                    <a:pt x="2142905" y="232393"/>
                  </a:lnTo>
                  <a:lnTo>
                    <a:pt x="2152649" y="234476"/>
                  </a:lnTo>
                  <a:lnTo>
                    <a:pt x="2162377" y="236436"/>
                  </a:lnTo>
                  <a:lnTo>
                    <a:pt x="2172121" y="238276"/>
                  </a:lnTo>
                  <a:lnTo>
                    <a:pt x="2181865" y="239996"/>
                  </a:lnTo>
                  <a:lnTo>
                    <a:pt x="2191609" y="241596"/>
                  </a:lnTo>
                  <a:lnTo>
                    <a:pt x="2201338" y="243078"/>
                  </a:lnTo>
                  <a:lnTo>
                    <a:pt x="2211082" y="244442"/>
                  </a:lnTo>
                  <a:lnTo>
                    <a:pt x="2220826" y="245690"/>
                  </a:lnTo>
                  <a:lnTo>
                    <a:pt x="2230570" y="246824"/>
                  </a:lnTo>
                  <a:lnTo>
                    <a:pt x="2240299" y="247843"/>
                  </a:lnTo>
                  <a:lnTo>
                    <a:pt x="2250043" y="248749"/>
                  </a:lnTo>
                  <a:lnTo>
                    <a:pt x="2259787" y="249543"/>
                  </a:lnTo>
                  <a:lnTo>
                    <a:pt x="2269531" y="250225"/>
                  </a:lnTo>
                  <a:lnTo>
                    <a:pt x="2279260" y="250797"/>
                  </a:lnTo>
                  <a:lnTo>
                    <a:pt x="2289004" y="251261"/>
                  </a:lnTo>
                  <a:lnTo>
                    <a:pt x="2298748" y="251612"/>
                  </a:lnTo>
                  <a:lnTo>
                    <a:pt x="2308492" y="251855"/>
                  </a:lnTo>
                  <a:lnTo>
                    <a:pt x="2318236" y="251988"/>
                  </a:lnTo>
                  <a:lnTo>
                    <a:pt x="2327965" y="252012"/>
                  </a:lnTo>
                  <a:lnTo>
                    <a:pt x="2337709" y="251925"/>
                  </a:lnTo>
                  <a:lnTo>
                    <a:pt x="2347453" y="251727"/>
                  </a:lnTo>
                  <a:lnTo>
                    <a:pt x="2357197" y="251419"/>
                  </a:lnTo>
                  <a:lnTo>
                    <a:pt x="2366926" y="250996"/>
                  </a:lnTo>
                  <a:lnTo>
                    <a:pt x="2376670" y="250461"/>
                  </a:lnTo>
                  <a:lnTo>
                    <a:pt x="2386413" y="249810"/>
                  </a:lnTo>
                  <a:lnTo>
                    <a:pt x="2396157" y="249041"/>
                  </a:lnTo>
                  <a:lnTo>
                    <a:pt x="2405886" y="248154"/>
                  </a:lnTo>
                  <a:lnTo>
                    <a:pt x="2415630" y="247146"/>
                  </a:lnTo>
                  <a:lnTo>
                    <a:pt x="2425374" y="246015"/>
                  </a:lnTo>
                  <a:lnTo>
                    <a:pt x="2435118" y="244758"/>
                  </a:lnTo>
                  <a:lnTo>
                    <a:pt x="2444862" y="243373"/>
                  </a:lnTo>
                  <a:lnTo>
                    <a:pt x="2454591" y="241857"/>
                  </a:lnTo>
                  <a:lnTo>
                    <a:pt x="2464335" y="240207"/>
                  </a:lnTo>
                  <a:lnTo>
                    <a:pt x="2474079" y="238422"/>
                  </a:lnTo>
                  <a:lnTo>
                    <a:pt x="2483823" y="236498"/>
                  </a:lnTo>
                  <a:lnTo>
                    <a:pt x="2493552" y="234430"/>
                  </a:lnTo>
                  <a:lnTo>
                    <a:pt x="2503296" y="232217"/>
                  </a:lnTo>
                  <a:lnTo>
                    <a:pt x="2513040" y="229856"/>
                  </a:lnTo>
                  <a:lnTo>
                    <a:pt x="2522784" y="227342"/>
                  </a:lnTo>
                  <a:lnTo>
                    <a:pt x="2532513" y="224675"/>
                  </a:lnTo>
                  <a:lnTo>
                    <a:pt x="2542257" y="221852"/>
                  </a:lnTo>
                  <a:lnTo>
                    <a:pt x="2552001" y="218868"/>
                  </a:lnTo>
                  <a:lnTo>
                    <a:pt x="2561745" y="215721"/>
                  </a:lnTo>
                  <a:lnTo>
                    <a:pt x="2571474" y="212410"/>
                  </a:lnTo>
                  <a:lnTo>
                    <a:pt x="2581218" y="208933"/>
                  </a:lnTo>
                  <a:lnTo>
                    <a:pt x="2590962" y="205287"/>
                  </a:lnTo>
                  <a:lnTo>
                    <a:pt x="2600705" y="201470"/>
                  </a:lnTo>
                  <a:lnTo>
                    <a:pt x="2610449" y="197483"/>
                  </a:lnTo>
                  <a:lnTo>
                    <a:pt x="2620178" y="193322"/>
                  </a:lnTo>
                  <a:lnTo>
                    <a:pt x="2629922" y="188988"/>
                  </a:lnTo>
                  <a:lnTo>
                    <a:pt x="2639666" y="184479"/>
                  </a:lnTo>
                  <a:lnTo>
                    <a:pt x="2649410" y="179798"/>
                  </a:lnTo>
                  <a:lnTo>
                    <a:pt x="2659139" y="174942"/>
                  </a:lnTo>
                  <a:lnTo>
                    <a:pt x="2668883" y="169915"/>
                  </a:lnTo>
                  <a:lnTo>
                    <a:pt x="2678627" y="164717"/>
                  </a:lnTo>
                  <a:lnTo>
                    <a:pt x="2688371" y="159349"/>
                  </a:lnTo>
                  <a:lnTo>
                    <a:pt x="2698100" y="153814"/>
                  </a:lnTo>
                  <a:lnTo>
                    <a:pt x="2707844" y="148114"/>
                  </a:lnTo>
                  <a:lnTo>
                    <a:pt x="2717588" y="142252"/>
                  </a:lnTo>
                  <a:lnTo>
                    <a:pt x="2727332" y="136235"/>
                  </a:lnTo>
                  <a:lnTo>
                    <a:pt x="2737076" y="130062"/>
                  </a:lnTo>
                  <a:lnTo>
                    <a:pt x="2746805" y="123740"/>
                  </a:lnTo>
                  <a:lnTo>
                    <a:pt x="2756549" y="117276"/>
                  </a:lnTo>
                  <a:lnTo>
                    <a:pt x="2766293" y="110673"/>
                  </a:lnTo>
                  <a:lnTo>
                    <a:pt x="2776037" y="103937"/>
                  </a:lnTo>
                  <a:lnTo>
                    <a:pt x="2785766" y="97074"/>
                  </a:lnTo>
                  <a:lnTo>
                    <a:pt x="2795510" y="90093"/>
                  </a:lnTo>
                  <a:lnTo>
                    <a:pt x="2805254" y="83001"/>
                  </a:lnTo>
                  <a:lnTo>
                    <a:pt x="2814998" y="75803"/>
                  </a:lnTo>
                  <a:lnTo>
                    <a:pt x="2824727" y="68508"/>
                  </a:lnTo>
                  <a:lnTo>
                    <a:pt x="2834471" y="61128"/>
                  </a:lnTo>
                  <a:lnTo>
                    <a:pt x="2844215" y="53666"/>
                  </a:lnTo>
                  <a:lnTo>
                    <a:pt x="2853958" y="46136"/>
                  </a:lnTo>
                  <a:lnTo>
                    <a:pt x="2863687" y="38544"/>
                  </a:lnTo>
                  <a:lnTo>
                    <a:pt x="2873431" y="30899"/>
                  </a:lnTo>
                  <a:lnTo>
                    <a:pt x="2883175" y="23214"/>
                  </a:lnTo>
                  <a:lnTo>
                    <a:pt x="2892919" y="15495"/>
                  </a:lnTo>
                  <a:lnTo>
                    <a:pt x="2902663" y="7753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1" name="Freeform 750">
              <a:extLst>
                <a:ext uri="{FF2B5EF4-FFF2-40B4-BE49-F238E27FC236}">
                  <a16:creationId xmlns:a16="http://schemas.microsoft.com/office/drawing/2014/main" id="{7ADFA99E-FA03-D86A-2FB3-BB942AAF0A03}"/>
                </a:ext>
              </a:extLst>
            </p:cNvPr>
            <p:cNvSpPr/>
            <p:nvPr/>
          </p:nvSpPr>
          <p:spPr>
            <a:xfrm>
              <a:off x="576446" y="2925156"/>
              <a:ext cx="2912392" cy="758595"/>
            </a:xfrm>
            <a:custGeom>
              <a:avLst/>
              <a:gdLst>
                <a:gd name="connsiteX0" fmla="*/ 0 w 2912392"/>
                <a:gd name="connsiteY0" fmla="*/ 271684 h 758595"/>
                <a:gd name="connsiteX1" fmla="*/ 9739 w 2912392"/>
                <a:gd name="connsiteY1" fmla="*/ 272568 h 758595"/>
                <a:gd name="connsiteX2" fmla="*/ 19480 w 2912392"/>
                <a:gd name="connsiteY2" fmla="*/ 273654 h 758595"/>
                <a:gd name="connsiteX3" fmla="*/ 29221 w 2912392"/>
                <a:gd name="connsiteY3" fmla="*/ 274940 h 758595"/>
                <a:gd name="connsiteX4" fmla="*/ 38961 w 2912392"/>
                <a:gd name="connsiteY4" fmla="*/ 276424 h 758595"/>
                <a:gd name="connsiteX5" fmla="*/ 48702 w 2912392"/>
                <a:gd name="connsiteY5" fmla="*/ 278104 h 758595"/>
                <a:gd name="connsiteX6" fmla="*/ 58443 w 2912392"/>
                <a:gd name="connsiteY6" fmla="*/ 279980 h 758595"/>
                <a:gd name="connsiteX7" fmla="*/ 68182 w 2912392"/>
                <a:gd name="connsiteY7" fmla="*/ 282051 h 758595"/>
                <a:gd name="connsiteX8" fmla="*/ 77923 w 2912392"/>
                <a:gd name="connsiteY8" fmla="*/ 284314 h 758595"/>
                <a:gd name="connsiteX9" fmla="*/ 87664 w 2912392"/>
                <a:gd name="connsiteY9" fmla="*/ 286767 h 758595"/>
                <a:gd name="connsiteX10" fmla="*/ 97404 w 2912392"/>
                <a:gd name="connsiteY10" fmla="*/ 289407 h 758595"/>
                <a:gd name="connsiteX11" fmla="*/ 107145 w 2912392"/>
                <a:gd name="connsiteY11" fmla="*/ 292235 h 758595"/>
                <a:gd name="connsiteX12" fmla="*/ 116886 w 2912392"/>
                <a:gd name="connsiteY12" fmla="*/ 295246 h 758595"/>
                <a:gd name="connsiteX13" fmla="*/ 126625 w 2912392"/>
                <a:gd name="connsiteY13" fmla="*/ 298437 h 758595"/>
                <a:gd name="connsiteX14" fmla="*/ 136366 w 2912392"/>
                <a:gd name="connsiteY14" fmla="*/ 301806 h 758595"/>
                <a:gd name="connsiteX15" fmla="*/ 146107 w 2912392"/>
                <a:gd name="connsiteY15" fmla="*/ 305352 h 758595"/>
                <a:gd name="connsiteX16" fmla="*/ 155846 w 2912392"/>
                <a:gd name="connsiteY16" fmla="*/ 309067 h 758595"/>
                <a:gd name="connsiteX17" fmla="*/ 165587 w 2912392"/>
                <a:gd name="connsiteY17" fmla="*/ 312953 h 758595"/>
                <a:gd name="connsiteX18" fmla="*/ 175328 w 2912392"/>
                <a:gd name="connsiteY18" fmla="*/ 317003 h 758595"/>
                <a:gd name="connsiteX19" fmla="*/ 185068 w 2912392"/>
                <a:gd name="connsiteY19" fmla="*/ 321215 h 758595"/>
                <a:gd name="connsiteX20" fmla="*/ 194809 w 2912392"/>
                <a:gd name="connsiteY20" fmla="*/ 325581 h 758595"/>
                <a:gd name="connsiteX21" fmla="*/ 204550 w 2912392"/>
                <a:gd name="connsiteY21" fmla="*/ 330100 h 758595"/>
                <a:gd name="connsiteX22" fmla="*/ 214289 w 2912392"/>
                <a:gd name="connsiteY22" fmla="*/ 334768 h 758595"/>
                <a:gd name="connsiteX23" fmla="*/ 224030 w 2912392"/>
                <a:gd name="connsiteY23" fmla="*/ 339578 h 758595"/>
                <a:gd name="connsiteX24" fmla="*/ 233771 w 2912392"/>
                <a:gd name="connsiteY24" fmla="*/ 344524 h 758595"/>
                <a:gd name="connsiteX25" fmla="*/ 243510 w 2912392"/>
                <a:gd name="connsiteY25" fmla="*/ 349603 h 758595"/>
                <a:gd name="connsiteX26" fmla="*/ 253251 w 2912392"/>
                <a:gd name="connsiteY26" fmla="*/ 354807 h 758595"/>
                <a:gd name="connsiteX27" fmla="*/ 262992 w 2912392"/>
                <a:gd name="connsiteY27" fmla="*/ 360132 h 758595"/>
                <a:gd name="connsiteX28" fmla="*/ 272732 w 2912392"/>
                <a:gd name="connsiteY28" fmla="*/ 365572 h 758595"/>
                <a:gd name="connsiteX29" fmla="*/ 282473 w 2912392"/>
                <a:gd name="connsiteY29" fmla="*/ 371119 h 758595"/>
                <a:gd name="connsiteX30" fmla="*/ 292214 w 2912392"/>
                <a:gd name="connsiteY30" fmla="*/ 376767 h 758595"/>
                <a:gd name="connsiteX31" fmla="*/ 301953 w 2912392"/>
                <a:gd name="connsiteY31" fmla="*/ 382509 h 758595"/>
                <a:gd name="connsiteX32" fmla="*/ 311694 w 2912392"/>
                <a:gd name="connsiteY32" fmla="*/ 388339 h 758595"/>
                <a:gd name="connsiteX33" fmla="*/ 321435 w 2912392"/>
                <a:gd name="connsiteY33" fmla="*/ 394249 h 758595"/>
                <a:gd name="connsiteX34" fmla="*/ 331175 w 2912392"/>
                <a:gd name="connsiteY34" fmla="*/ 400233 h 758595"/>
                <a:gd name="connsiteX35" fmla="*/ 340916 w 2912392"/>
                <a:gd name="connsiteY35" fmla="*/ 406282 h 758595"/>
                <a:gd name="connsiteX36" fmla="*/ 350656 w 2912392"/>
                <a:gd name="connsiteY36" fmla="*/ 412389 h 758595"/>
                <a:gd name="connsiteX37" fmla="*/ 360396 w 2912392"/>
                <a:gd name="connsiteY37" fmla="*/ 418545 h 758595"/>
                <a:gd name="connsiteX38" fmla="*/ 370137 w 2912392"/>
                <a:gd name="connsiteY38" fmla="*/ 424746 h 758595"/>
                <a:gd name="connsiteX39" fmla="*/ 379878 w 2912392"/>
                <a:gd name="connsiteY39" fmla="*/ 430980 h 758595"/>
                <a:gd name="connsiteX40" fmla="*/ 389617 w 2912392"/>
                <a:gd name="connsiteY40" fmla="*/ 437242 h 758595"/>
                <a:gd name="connsiteX41" fmla="*/ 399358 w 2912392"/>
                <a:gd name="connsiteY41" fmla="*/ 443522 h 758595"/>
                <a:gd name="connsiteX42" fmla="*/ 409099 w 2912392"/>
                <a:gd name="connsiteY42" fmla="*/ 449814 h 758595"/>
                <a:gd name="connsiteX43" fmla="*/ 418839 w 2912392"/>
                <a:gd name="connsiteY43" fmla="*/ 456108 h 758595"/>
                <a:gd name="connsiteX44" fmla="*/ 428580 w 2912392"/>
                <a:gd name="connsiteY44" fmla="*/ 462400 h 758595"/>
                <a:gd name="connsiteX45" fmla="*/ 438321 w 2912392"/>
                <a:gd name="connsiteY45" fmla="*/ 468679 h 758595"/>
                <a:gd name="connsiteX46" fmla="*/ 448060 w 2912392"/>
                <a:gd name="connsiteY46" fmla="*/ 474939 h 758595"/>
                <a:gd name="connsiteX47" fmla="*/ 457801 w 2912392"/>
                <a:gd name="connsiteY47" fmla="*/ 481173 h 758595"/>
                <a:gd name="connsiteX48" fmla="*/ 467542 w 2912392"/>
                <a:gd name="connsiteY48" fmla="*/ 487371 h 758595"/>
                <a:gd name="connsiteX49" fmla="*/ 477281 w 2912392"/>
                <a:gd name="connsiteY49" fmla="*/ 493530 h 758595"/>
                <a:gd name="connsiteX50" fmla="*/ 487022 w 2912392"/>
                <a:gd name="connsiteY50" fmla="*/ 499640 h 758595"/>
                <a:gd name="connsiteX51" fmla="*/ 496763 w 2912392"/>
                <a:gd name="connsiteY51" fmla="*/ 505695 h 758595"/>
                <a:gd name="connsiteX52" fmla="*/ 506503 w 2912392"/>
                <a:gd name="connsiteY52" fmla="*/ 511691 h 758595"/>
                <a:gd name="connsiteX53" fmla="*/ 516244 w 2912392"/>
                <a:gd name="connsiteY53" fmla="*/ 517620 h 758595"/>
                <a:gd name="connsiteX54" fmla="*/ 525985 w 2912392"/>
                <a:gd name="connsiteY54" fmla="*/ 523476 h 758595"/>
                <a:gd name="connsiteX55" fmla="*/ 535724 w 2912392"/>
                <a:gd name="connsiteY55" fmla="*/ 529255 h 758595"/>
                <a:gd name="connsiteX56" fmla="*/ 545465 w 2912392"/>
                <a:gd name="connsiteY56" fmla="*/ 534951 h 758595"/>
                <a:gd name="connsiteX57" fmla="*/ 555206 w 2912392"/>
                <a:gd name="connsiteY57" fmla="*/ 540559 h 758595"/>
                <a:gd name="connsiteX58" fmla="*/ 564946 w 2912392"/>
                <a:gd name="connsiteY58" fmla="*/ 546075 h 758595"/>
                <a:gd name="connsiteX59" fmla="*/ 574687 w 2912392"/>
                <a:gd name="connsiteY59" fmla="*/ 551495 h 758595"/>
                <a:gd name="connsiteX60" fmla="*/ 584428 w 2912392"/>
                <a:gd name="connsiteY60" fmla="*/ 556817 h 758595"/>
                <a:gd name="connsiteX61" fmla="*/ 594167 w 2912392"/>
                <a:gd name="connsiteY61" fmla="*/ 562036 h 758595"/>
                <a:gd name="connsiteX62" fmla="*/ 603908 w 2912392"/>
                <a:gd name="connsiteY62" fmla="*/ 567151 h 758595"/>
                <a:gd name="connsiteX63" fmla="*/ 613649 w 2912392"/>
                <a:gd name="connsiteY63" fmla="*/ 572157 h 758595"/>
                <a:gd name="connsiteX64" fmla="*/ 623388 w 2912392"/>
                <a:gd name="connsiteY64" fmla="*/ 577055 h 758595"/>
                <a:gd name="connsiteX65" fmla="*/ 633129 w 2912392"/>
                <a:gd name="connsiteY65" fmla="*/ 581842 h 758595"/>
                <a:gd name="connsiteX66" fmla="*/ 642870 w 2912392"/>
                <a:gd name="connsiteY66" fmla="*/ 586519 h 758595"/>
                <a:gd name="connsiteX67" fmla="*/ 652610 w 2912392"/>
                <a:gd name="connsiteY67" fmla="*/ 591084 h 758595"/>
                <a:gd name="connsiteX68" fmla="*/ 662351 w 2912392"/>
                <a:gd name="connsiteY68" fmla="*/ 595538 h 758595"/>
                <a:gd name="connsiteX69" fmla="*/ 672092 w 2912392"/>
                <a:gd name="connsiteY69" fmla="*/ 599879 h 758595"/>
                <a:gd name="connsiteX70" fmla="*/ 681831 w 2912392"/>
                <a:gd name="connsiteY70" fmla="*/ 604111 h 758595"/>
                <a:gd name="connsiteX71" fmla="*/ 691572 w 2912392"/>
                <a:gd name="connsiteY71" fmla="*/ 608232 h 758595"/>
                <a:gd name="connsiteX72" fmla="*/ 701313 w 2912392"/>
                <a:gd name="connsiteY72" fmla="*/ 612245 h 758595"/>
                <a:gd name="connsiteX73" fmla="*/ 711052 w 2912392"/>
                <a:gd name="connsiteY73" fmla="*/ 616153 h 758595"/>
                <a:gd name="connsiteX74" fmla="*/ 720793 w 2912392"/>
                <a:gd name="connsiteY74" fmla="*/ 619957 h 758595"/>
                <a:gd name="connsiteX75" fmla="*/ 730534 w 2912392"/>
                <a:gd name="connsiteY75" fmla="*/ 623661 h 758595"/>
                <a:gd name="connsiteX76" fmla="*/ 740274 w 2912392"/>
                <a:gd name="connsiteY76" fmla="*/ 627267 h 758595"/>
                <a:gd name="connsiteX77" fmla="*/ 750015 w 2912392"/>
                <a:gd name="connsiteY77" fmla="*/ 630778 h 758595"/>
                <a:gd name="connsiteX78" fmla="*/ 759756 w 2912392"/>
                <a:gd name="connsiteY78" fmla="*/ 634198 h 758595"/>
                <a:gd name="connsiteX79" fmla="*/ 769495 w 2912392"/>
                <a:gd name="connsiteY79" fmla="*/ 637530 h 758595"/>
                <a:gd name="connsiteX80" fmla="*/ 779236 w 2912392"/>
                <a:gd name="connsiteY80" fmla="*/ 640780 h 758595"/>
                <a:gd name="connsiteX81" fmla="*/ 788977 w 2912392"/>
                <a:gd name="connsiteY81" fmla="*/ 643950 h 758595"/>
                <a:gd name="connsiteX82" fmla="*/ 798717 w 2912392"/>
                <a:gd name="connsiteY82" fmla="*/ 647046 h 758595"/>
                <a:gd name="connsiteX83" fmla="*/ 808458 w 2912392"/>
                <a:gd name="connsiteY83" fmla="*/ 650072 h 758595"/>
                <a:gd name="connsiteX84" fmla="*/ 818199 w 2912392"/>
                <a:gd name="connsiteY84" fmla="*/ 653031 h 758595"/>
                <a:gd name="connsiteX85" fmla="*/ 827938 w 2912392"/>
                <a:gd name="connsiteY85" fmla="*/ 655931 h 758595"/>
                <a:gd name="connsiteX86" fmla="*/ 837679 w 2912392"/>
                <a:gd name="connsiteY86" fmla="*/ 658775 h 758595"/>
                <a:gd name="connsiteX87" fmla="*/ 847420 w 2912392"/>
                <a:gd name="connsiteY87" fmla="*/ 661565 h 758595"/>
                <a:gd name="connsiteX88" fmla="*/ 857159 w 2912392"/>
                <a:gd name="connsiteY88" fmla="*/ 664310 h 758595"/>
                <a:gd name="connsiteX89" fmla="*/ 866900 w 2912392"/>
                <a:gd name="connsiteY89" fmla="*/ 667013 h 758595"/>
                <a:gd name="connsiteX90" fmla="*/ 876641 w 2912392"/>
                <a:gd name="connsiteY90" fmla="*/ 669676 h 758595"/>
                <a:gd name="connsiteX91" fmla="*/ 886381 w 2912392"/>
                <a:gd name="connsiteY91" fmla="*/ 672308 h 758595"/>
                <a:gd name="connsiteX92" fmla="*/ 896122 w 2912392"/>
                <a:gd name="connsiteY92" fmla="*/ 674909 h 758595"/>
                <a:gd name="connsiteX93" fmla="*/ 905863 w 2912392"/>
                <a:gd name="connsiteY93" fmla="*/ 677485 h 758595"/>
                <a:gd name="connsiteX94" fmla="*/ 915602 w 2912392"/>
                <a:gd name="connsiteY94" fmla="*/ 680040 h 758595"/>
                <a:gd name="connsiteX95" fmla="*/ 925343 w 2912392"/>
                <a:gd name="connsiteY95" fmla="*/ 682576 h 758595"/>
                <a:gd name="connsiteX96" fmla="*/ 935084 w 2912392"/>
                <a:gd name="connsiteY96" fmla="*/ 685095 h 758595"/>
                <a:gd name="connsiteX97" fmla="*/ 944824 w 2912392"/>
                <a:gd name="connsiteY97" fmla="*/ 687604 h 758595"/>
                <a:gd name="connsiteX98" fmla="*/ 954564 w 2912392"/>
                <a:gd name="connsiteY98" fmla="*/ 690103 h 758595"/>
                <a:gd name="connsiteX99" fmla="*/ 964305 w 2912392"/>
                <a:gd name="connsiteY99" fmla="*/ 692593 h 758595"/>
                <a:gd name="connsiteX100" fmla="*/ 974045 w 2912392"/>
                <a:gd name="connsiteY100" fmla="*/ 695076 h 758595"/>
                <a:gd name="connsiteX101" fmla="*/ 983786 w 2912392"/>
                <a:gd name="connsiteY101" fmla="*/ 697555 h 758595"/>
                <a:gd name="connsiteX102" fmla="*/ 993522 w 2912392"/>
                <a:gd name="connsiteY102" fmla="*/ 700032 h 758595"/>
                <a:gd name="connsiteX103" fmla="*/ 1003266 w 2912392"/>
                <a:gd name="connsiteY103" fmla="*/ 702502 h 758595"/>
                <a:gd name="connsiteX104" fmla="*/ 1013010 w 2912392"/>
                <a:gd name="connsiteY104" fmla="*/ 704971 h 758595"/>
                <a:gd name="connsiteX105" fmla="*/ 1022754 w 2912392"/>
                <a:gd name="connsiteY105" fmla="*/ 707434 h 758595"/>
                <a:gd name="connsiteX106" fmla="*/ 1032483 w 2912392"/>
                <a:gd name="connsiteY106" fmla="*/ 709892 h 758595"/>
                <a:gd name="connsiteX107" fmla="*/ 1042227 w 2912392"/>
                <a:gd name="connsiteY107" fmla="*/ 712343 h 758595"/>
                <a:gd name="connsiteX108" fmla="*/ 1051971 w 2912392"/>
                <a:gd name="connsiteY108" fmla="*/ 714785 h 758595"/>
                <a:gd name="connsiteX109" fmla="*/ 1061715 w 2912392"/>
                <a:gd name="connsiteY109" fmla="*/ 717215 h 758595"/>
                <a:gd name="connsiteX110" fmla="*/ 1071444 w 2912392"/>
                <a:gd name="connsiteY110" fmla="*/ 719631 h 758595"/>
                <a:gd name="connsiteX111" fmla="*/ 1081188 w 2912392"/>
                <a:gd name="connsiteY111" fmla="*/ 722030 h 758595"/>
                <a:gd name="connsiteX112" fmla="*/ 1090932 w 2912392"/>
                <a:gd name="connsiteY112" fmla="*/ 724406 h 758595"/>
                <a:gd name="connsiteX113" fmla="*/ 1100676 w 2912392"/>
                <a:gd name="connsiteY113" fmla="*/ 726757 h 758595"/>
                <a:gd name="connsiteX114" fmla="*/ 1110405 w 2912392"/>
                <a:gd name="connsiteY114" fmla="*/ 729076 h 758595"/>
                <a:gd name="connsiteX115" fmla="*/ 1120149 w 2912392"/>
                <a:gd name="connsiteY115" fmla="*/ 731360 h 758595"/>
                <a:gd name="connsiteX116" fmla="*/ 1129893 w 2912392"/>
                <a:gd name="connsiteY116" fmla="*/ 733601 h 758595"/>
                <a:gd name="connsiteX117" fmla="*/ 1139637 w 2912392"/>
                <a:gd name="connsiteY117" fmla="*/ 735792 h 758595"/>
                <a:gd name="connsiteX118" fmla="*/ 1149381 w 2912392"/>
                <a:gd name="connsiteY118" fmla="*/ 737932 h 758595"/>
                <a:gd name="connsiteX119" fmla="*/ 1159110 w 2912392"/>
                <a:gd name="connsiteY119" fmla="*/ 740009 h 758595"/>
                <a:gd name="connsiteX120" fmla="*/ 1168854 w 2912392"/>
                <a:gd name="connsiteY120" fmla="*/ 742017 h 758595"/>
                <a:gd name="connsiteX121" fmla="*/ 1178598 w 2912392"/>
                <a:gd name="connsiteY121" fmla="*/ 743949 h 758595"/>
                <a:gd name="connsiteX122" fmla="*/ 1188341 w 2912392"/>
                <a:gd name="connsiteY122" fmla="*/ 745800 h 758595"/>
                <a:gd name="connsiteX123" fmla="*/ 1198070 w 2912392"/>
                <a:gd name="connsiteY123" fmla="*/ 747558 h 758595"/>
                <a:gd name="connsiteX124" fmla="*/ 1207814 w 2912392"/>
                <a:gd name="connsiteY124" fmla="*/ 749216 h 758595"/>
                <a:gd name="connsiteX125" fmla="*/ 1217558 w 2912392"/>
                <a:gd name="connsiteY125" fmla="*/ 750769 h 758595"/>
                <a:gd name="connsiteX126" fmla="*/ 1227302 w 2912392"/>
                <a:gd name="connsiteY126" fmla="*/ 752205 h 758595"/>
                <a:gd name="connsiteX127" fmla="*/ 1237031 w 2912392"/>
                <a:gd name="connsiteY127" fmla="*/ 753519 h 758595"/>
                <a:gd name="connsiteX128" fmla="*/ 1246775 w 2912392"/>
                <a:gd name="connsiteY128" fmla="*/ 754699 h 758595"/>
                <a:gd name="connsiteX129" fmla="*/ 1256519 w 2912392"/>
                <a:gd name="connsiteY129" fmla="*/ 755740 h 758595"/>
                <a:gd name="connsiteX130" fmla="*/ 1266263 w 2912392"/>
                <a:gd name="connsiteY130" fmla="*/ 756633 h 758595"/>
                <a:gd name="connsiteX131" fmla="*/ 1276007 w 2912392"/>
                <a:gd name="connsiteY131" fmla="*/ 757369 h 758595"/>
                <a:gd name="connsiteX132" fmla="*/ 1285736 w 2912392"/>
                <a:gd name="connsiteY132" fmla="*/ 757941 h 758595"/>
                <a:gd name="connsiteX133" fmla="*/ 1295480 w 2912392"/>
                <a:gd name="connsiteY133" fmla="*/ 758340 h 758595"/>
                <a:gd name="connsiteX134" fmla="*/ 1305224 w 2912392"/>
                <a:gd name="connsiteY134" fmla="*/ 758561 h 758595"/>
                <a:gd name="connsiteX135" fmla="*/ 1314968 w 2912392"/>
                <a:gd name="connsiteY135" fmla="*/ 758595 h 758595"/>
                <a:gd name="connsiteX136" fmla="*/ 1324697 w 2912392"/>
                <a:gd name="connsiteY136" fmla="*/ 758434 h 758595"/>
                <a:gd name="connsiteX137" fmla="*/ 1334441 w 2912392"/>
                <a:gd name="connsiteY137" fmla="*/ 758075 h 758595"/>
                <a:gd name="connsiteX138" fmla="*/ 1344185 w 2912392"/>
                <a:gd name="connsiteY138" fmla="*/ 757509 h 758595"/>
                <a:gd name="connsiteX139" fmla="*/ 1353929 w 2912392"/>
                <a:gd name="connsiteY139" fmla="*/ 756731 h 758595"/>
                <a:gd name="connsiteX140" fmla="*/ 1363658 w 2912392"/>
                <a:gd name="connsiteY140" fmla="*/ 755736 h 758595"/>
                <a:gd name="connsiteX141" fmla="*/ 1373402 w 2912392"/>
                <a:gd name="connsiteY141" fmla="*/ 754519 h 758595"/>
                <a:gd name="connsiteX142" fmla="*/ 1383146 w 2912392"/>
                <a:gd name="connsiteY142" fmla="*/ 753076 h 758595"/>
                <a:gd name="connsiteX143" fmla="*/ 1392890 w 2912392"/>
                <a:gd name="connsiteY143" fmla="*/ 751403 h 758595"/>
                <a:gd name="connsiteX144" fmla="*/ 1402619 w 2912392"/>
                <a:gd name="connsiteY144" fmla="*/ 749498 h 758595"/>
                <a:gd name="connsiteX145" fmla="*/ 1412363 w 2912392"/>
                <a:gd name="connsiteY145" fmla="*/ 747355 h 758595"/>
                <a:gd name="connsiteX146" fmla="*/ 1422106 w 2912392"/>
                <a:gd name="connsiteY146" fmla="*/ 744977 h 758595"/>
                <a:gd name="connsiteX147" fmla="*/ 1431850 w 2912392"/>
                <a:gd name="connsiteY147" fmla="*/ 742360 h 758595"/>
                <a:gd name="connsiteX148" fmla="*/ 1441594 w 2912392"/>
                <a:gd name="connsiteY148" fmla="*/ 739502 h 758595"/>
                <a:gd name="connsiteX149" fmla="*/ 1451323 w 2912392"/>
                <a:gd name="connsiteY149" fmla="*/ 736406 h 758595"/>
                <a:gd name="connsiteX150" fmla="*/ 1461067 w 2912392"/>
                <a:gd name="connsiteY150" fmla="*/ 733070 h 758595"/>
                <a:gd name="connsiteX151" fmla="*/ 1470811 w 2912392"/>
                <a:gd name="connsiteY151" fmla="*/ 729496 h 758595"/>
                <a:gd name="connsiteX152" fmla="*/ 1480555 w 2912392"/>
                <a:gd name="connsiteY152" fmla="*/ 725686 h 758595"/>
                <a:gd name="connsiteX153" fmla="*/ 1490284 w 2912392"/>
                <a:gd name="connsiteY153" fmla="*/ 721644 h 758595"/>
                <a:gd name="connsiteX154" fmla="*/ 1500028 w 2912392"/>
                <a:gd name="connsiteY154" fmla="*/ 717371 h 758595"/>
                <a:gd name="connsiteX155" fmla="*/ 1509772 w 2912392"/>
                <a:gd name="connsiteY155" fmla="*/ 712872 h 758595"/>
                <a:gd name="connsiteX156" fmla="*/ 1519516 w 2912392"/>
                <a:gd name="connsiteY156" fmla="*/ 708149 h 758595"/>
                <a:gd name="connsiteX157" fmla="*/ 1529245 w 2912392"/>
                <a:gd name="connsiteY157" fmla="*/ 703210 h 758595"/>
                <a:gd name="connsiteX158" fmla="*/ 1538989 w 2912392"/>
                <a:gd name="connsiteY158" fmla="*/ 698059 h 758595"/>
                <a:gd name="connsiteX159" fmla="*/ 1548733 w 2912392"/>
                <a:gd name="connsiteY159" fmla="*/ 692703 h 758595"/>
                <a:gd name="connsiteX160" fmla="*/ 1558477 w 2912392"/>
                <a:gd name="connsiteY160" fmla="*/ 687148 h 758595"/>
                <a:gd name="connsiteX161" fmla="*/ 1568221 w 2912392"/>
                <a:gd name="connsiteY161" fmla="*/ 681400 h 758595"/>
                <a:gd name="connsiteX162" fmla="*/ 1577950 w 2912392"/>
                <a:gd name="connsiteY162" fmla="*/ 675469 h 758595"/>
                <a:gd name="connsiteX163" fmla="*/ 1587694 w 2912392"/>
                <a:gd name="connsiteY163" fmla="*/ 669362 h 758595"/>
                <a:gd name="connsiteX164" fmla="*/ 1597438 w 2912392"/>
                <a:gd name="connsiteY164" fmla="*/ 663087 h 758595"/>
                <a:gd name="connsiteX165" fmla="*/ 1607182 w 2912392"/>
                <a:gd name="connsiteY165" fmla="*/ 656652 h 758595"/>
                <a:gd name="connsiteX166" fmla="*/ 1616911 w 2912392"/>
                <a:gd name="connsiteY166" fmla="*/ 650066 h 758595"/>
                <a:gd name="connsiteX167" fmla="*/ 1626655 w 2912392"/>
                <a:gd name="connsiteY167" fmla="*/ 643341 h 758595"/>
                <a:gd name="connsiteX168" fmla="*/ 1636399 w 2912392"/>
                <a:gd name="connsiteY168" fmla="*/ 636484 h 758595"/>
                <a:gd name="connsiteX169" fmla="*/ 1646142 w 2912392"/>
                <a:gd name="connsiteY169" fmla="*/ 629507 h 758595"/>
                <a:gd name="connsiteX170" fmla="*/ 1655872 w 2912392"/>
                <a:gd name="connsiteY170" fmla="*/ 622417 h 758595"/>
                <a:gd name="connsiteX171" fmla="*/ 1665616 w 2912392"/>
                <a:gd name="connsiteY171" fmla="*/ 615227 h 758595"/>
                <a:gd name="connsiteX172" fmla="*/ 1675359 w 2912392"/>
                <a:gd name="connsiteY172" fmla="*/ 607946 h 758595"/>
                <a:gd name="connsiteX173" fmla="*/ 1685103 w 2912392"/>
                <a:gd name="connsiteY173" fmla="*/ 600582 h 758595"/>
                <a:gd name="connsiteX174" fmla="*/ 1694832 w 2912392"/>
                <a:gd name="connsiteY174" fmla="*/ 593149 h 758595"/>
                <a:gd name="connsiteX175" fmla="*/ 1704576 w 2912392"/>
                <a:gd name="connsiteY175" fmla="*/ 585655 h 758595"/>
                <a:gd name="connsiteX176" fmla="*/ 1714320 w 2912392"/>
                <a:gd name="connsiteY176" fmla="*/ 578110 h 758595"/>
                <a:gd name="connsiteX177" fmla="*/ 1724064 w 2912392"/>
                <a:gd name="connsiteY177" fmla="*/ 570525 h 758595"/>
                <a:gd name="connsiteX178" fmla="*/ 1733808 w 2912392"/>
                <a:gd name="connsiteY178" fmla="*/ 562907 h 758595"/>
                <a:gd name="connsiteX179" fmla="*/ 1743537 w 2912392"/>
                <a:gd name="connsiteY179" fmla="*/ 555269 h 758595"/>
                <a:gd name="connsiteX180" fmla="*/ 1753281 w 2912392"/>
                <a:gd name="connsiteY180" fmla="*/ 547618 h 758595"/>
                <a:gd name="connsiteX181" fmla="*/ 1763025 w 2912392"/>
                <a:gd name="connsiteY181" fmla="*/ 539961 h 758595"/>
                <a:gd name="connsiteX182" fmla="*/ 1772769 w 2912392"/>
                <a:gd name="connsiteY182" fmla="*/ 532311 h 758595"/>
                <a:gd name="connsiteX183" fmla="*/ 1782498 w 2912392"/>
                <a:gd name="connsiteY183" fmla="*/ 524672 h 758595"/>
                <a:gd name="connsiteX184" fmla="*/ 1792242 w 2912392"/>
                <a:gd name="connsiteY184" fmla="*/ 517056 h 758595"/>
                <a:gd name="connsiteX185" fmla="*/ 1801986 w 2912392"/>
                <a:gd name="connsiteY185" fmla="*/ 509465 h 758595"/>
                <a:gd name="connsiteX186" fmla="*/ 1811730 w 2912392"/>
                <a:gd name="connsiteY186" fmla="*/ 501911 h 758595"/>
                <a:gd name="connsiteX187" fmla="*/ 1821459 w 2912392"/>
                <a:gd name="connsiteY187" fmla="*/ 494397 h 758595"/>
                <a:gd name="connsiteX188" fmla="*/ 1831203 w 2912392"/>
                <a:gd name="connsiteY188" fmla="*/ 486930 h 758595"/>
                <a:gd name="connsiteX189" fmla="*/ 1840947 w 2912392"/>
                <a:gd name="connsiteY189" fmla="*/ 479516 h 758595"/>
                <a:gd name="connsiteX190" fmla="*/ 1850691 w 2912392"/>
                <a:gd name="connsiteY190" fmla="*/ 472159 h 758595"/>
                <a:gd name="connsiteX191" fmla="*/ 1860435 w 2912392"/>
                <a:gd name="connsiteY191" fmla="*/ 464865 h 758595"/>
                <a:gd name="connsiteX192" fmla="*/ 1870164 w 2912392"/>
                <a:gd name="connsiteY192" fmla="*/ 457636 h 758595"/>
                <a:gd name="connsiteX193" fmla="*/ 1879908 w 2912392"/>
                <a:gd name="connsiteY193" fmla="*/ 450475 h 758595"/>
                <a:gd name="connsiteX194" fmla="*/ 1889652 w 2912392"/>
                <a:gd name="connsiteY194" fmla="*/ 443386 h 758595"/>
                <a:gd name="connsiteX195" fmla="*/ 1899395 w 2912392"/>
                <a:gd name="connsiteY195" fmla="*/ 436372 h 758595"/>
                <a:gd name="connsiteX196" fmla="*/ 1909124 w 2912392"/>
                <a:gd name="connsiteY196" fmla="*/ 429433 h 758595"/>
                <a:gd name="connsiteX197" fmla="*/ 1918868 w 2912392"/>
                <a:gd name="connsiteY197" fmla="*/ 422571 h 758595"/>
                <a:gd name="connsiteX198" fmla="*/ 1928612 w 2912392"/>
                <a:gd name="connsiteY198" fmla="*/ 415786 h 758595"/>
                <a:gd name="connsiteX199" fmla="*/ 1938356 w 2912392"/>
                <a:gd name="connsiteY199" fmla="*/ 409080 h 758595"/>
                <a:gd name="connsiteX200" fmla="*/ 1948085 w 2912392"/>
                <a:gd name="connsiteY200" fmla="*/ 402450 h 758595"/>
                <a:gd name="connsiteX201" fmla="*/ 1957829 w 2912392"/>
                <a:gd name="connsiteY201" fmla="*/ 395897 h 758595"/>
                <a:gd name="connsiteX202" fmla="*/ 1967573 w 2912392"/>
                <a:gd name="connsiteY202" fmla="*/ 389419 h 758595"/>
                <a:gd name="connsiteX203" fmla="*/ 1977317 w 2912392"/>
                <a:gd name="connsiteY203" fmla="*/ 383016 h 758595"/>
                <a:gd name="connsiteX204" fmla="*/ 1987046 w 2912392"/>
                <a:gd name="connsiteY204" fmla="*/ 376683 h 758595"/>
                <a:gd name="connsiteX205" fmla="*/ 1996790 w 2912392"/>
                <a:gd name="connsiteY205" fmla="*/ 370422 h 758595"/>
                <a:gd name="connsiteX206" fmla="*/ 2006534 w 2912392"/>
                <a:gd name="connsiteY206" fmla="*/ 364225 h 758595"/>
                <a:gd name="connsiteX207" fmla="*/ 2016278 w 2912392"/>
                <a:gd name="connsiteY207" fmla="*/ 358093 h 758595"/>
                <a:gd name="connsiteX208" fmla="*/ 2026022 w 2912392"/>
                <a:gd name="connsiteY208" fmla="*/ 352020 h 758595"/>
                <a:gd name="connsiteX209" fmla="*/ 2035751 w 2912392"/>
                <a:gd name="connsiteY209" fmla="*/ 346004 h 758595"/>
                <a:gd name="connsiteX210" fmla="*/ 2045495 w 2912392"/>
                <a:gd name="connsiteY210" fmla="*/ 340039 h 758595"/>
                <a:gd name="connsiteX211" fmla="*/ 2055239 w 2912392"/>
                <a:gd name="connsiteY211" fmla="*/ 334126 h 758595"/>
                <a:gd name="connsiteX212" fmla="*/ 2064983 w 2912392"/>
                <a:gd name="connsiteY212" fmla="*/ 328256 h 758595"/>
                <a:gd name="connsiteX213" fmla="*/ 2074712 w 2912392"/>
                <a:gd name="connsiteY213" fmla="*/ 322427 h 758595"/>
                <a:gd name="connsiteX214" fmla="*/ 2084456 w 2912392"/>
                <a:gd name="connsiteY214" fmla="*/ 316635 h 758595"/>
                <a:gd name="connsiteX215" fmla="*/ 2094200 w 2912392"/>
                <a:gd name="connsiteY215" fmla="*/ 310875 h 758595"/>
                <a:gd name="connsiteX216" fmla="*/ 2103944 w 2912392"/>
                <a:gd name="connsiteY216" fmla="*/ 305143 h 758595"/>
                <a:gd name="connsiteX217" fmla="*/ 2113673 w 2912392"/>
                <a:gd name="connsiteY217" fmla="*/ 299434 h 758595"/>
                <a:gd name="connsiteX218" fmla="*/ 2123417 w 2912392"/>
                <a:gd name="connsiteY218" fmla="*/ 293745 h 758595"/>
                <a:gd name="connsiteX219" fmla="*/ 2133161 w 2912392"/>
                <a:gd name="connsiteY219" fmla="*/ 288072 h 758595"/>
                <a:gd name="connsiteX220" fmla="*/ 2142905 w 2912392"/>
                <a:gd name="connsiteY220" fmla="*/ 282410 h 758595"/>
                <a:gd name="connsiteX221" fmla="*/ 2152649 w 2912392"/>
                <a:gd name="connsiteY221" fmla="*/ 276758 h 758595"/>
                <a:gd name="connsiteX222" fmla="*/ 2162377 w 2912392"/>
                <a:gd name="connsiteY222" fmla="*/ 271108 h 758595"/>
                <a:gd name="connsiteX223" fmla="*/ 2172121 w 2912392"/>
                <a:gd name="connsiteY223" fmla="*/ 265460 h 758595"/>
                <a:gd name="connsiteX224" fmla="*/ 2181865 w 2912392"/>
                <a:gd name="connsiteY224" fmla="*/ 259810 h 758595"/>
                <a:gd name="connsiteX225" fmla="*/ 2191609 w 2912392"/>
                <a:gd name="connsiteY225" fmla="*/ 254156 h 758595"/>
                <a:gd name="connsiteX226" fmla="*/ 2201338 w 2912392"/>
                <a:gd name="connsiteY226" fmla="*/ 248496 h 758595"/>
                <a:gd name="connsiteX227" fmla="*/ 2211082 w 2912392"/>
                <a:gd name="connsiteY227" fmla="*/ 242825 h 758595"/>
                <a:gd name="connsiteX228" fmla="*/ 2220826 w 2912392"/>
                <a:gd name="connsiteY228" fmla="*/ 237146 h 758595"/>
                <a:gd name="connsiteX229" fmla="*/ 2230570 w 2912392"/>
                <a:gd name="connsiteY229" fmla="*/ 231453 h 758595"/>
                <a:gd name="connsiteX230" fmla="*/ 2240299 w 2912392"/>
                <a:gd name="connsiteY230" fmla="*/ 225748 h 758595"/>
                <a:gd name="connsiteX231" fmla="*/ 2250043 w 2912392"/>
                <a:gd name="connsiteY231" fmla="*/ 220028 h 758595"/>
                <a:gd name="connsiteX232" fmla="*/ 2259787 w 2912392"/>
                <a:gd name="connsiteY232" fmla="*/ 214297 h 758595"/>
                <a:gd name="connsiteX233" fmla="*/ 2269531 w 2912392"/>
                <a:gd name="connsiteY233" fmla="*/ 208550 h 758595"/>
                <a:gd name="connsiteX234" fmla="*/ 2279260 w 2912392"/>
                <a:gd name="connsiteY234" fmla="*/ 202792 h 758595"/>
                <a:gd name="connsiteX235" fmla="*/ 2289004 w 2912392"/>
                <a:gd name="connsiteY235" fmla="*/ 197021 h 758595"/>
                <a:gd name="connsiteX236" fmla="*/ 2298748 w 2912392"/>
                <a:gd name="connsiteY236" fmla="*/ 191240 h 758595"/>
                <a:gd name="connsiteX237" fmla="*/ 2308492 w 2912392"/>
                <a:gd name="connsiteY237" fmla="*/ 185452 h 758595"/>
                <a:gd name="connsiteX238" fmla="*/ 2318236 w 2912392"/>
                <a:gd name="connsiteY238" fmla="*/ 179656 h 758595"/>
                <a:gd name="connsiteX239" fmla="*/ 2327965 w 2912392"/>
                <a:gd name="connsiteY239" fmla="*/ 173859 h 758595"/>
                <a:gd name="connsiteX240" fmla="*/ 2337709 w 2912392"/>
                <a:gd name="connsiteY240" fmla="*/ 168061 h 758595"/>
                <a:gd name="connsiteX241" fmla="*/ 2347453 w 2912392"/>
                <a:gd name="connsiteY241" fmla="*/ 162265 h 758595"/>
                <a:gd name="connsiteX242" fmla="*/ 2357197 w 2912392"/>
                <a:gd name="connsiteY242" fmla="*/ 156478 h 758595"/>
                <a:gd name="connsiteX243" fmla="*/ 2366926 w 2912392"/>
                <a:gd name="connsiteY243" fmla="*/ 150702 h 758595"/>
                <a:gd name="connsiteX244" fmla="*/ 2376670 w 2912392"/>
                <a:gd name="connsiteY244" fmla="*/ 144942 h 758595"/>
                <a:gd name="connsiteX245" fmla="*/ 2386413 w 2912392"/>
                <a:gd name="connsiteY245" fmla="*/ 139203 h 758595"/>
                <a:gd name="connsiteX246" fmla="*/ 2396157 w 2912392"/>
                <a:gd name="connsiteY246" fmla="*/ 133490 h 758595"/>
                <a:gd name="connsiteX247" fmla="*/ 2405886 w 2912392"/>
                <a:gd name="connsiteY247" fmla="*/ 127811 h 758595"/>
                <a:gd name="connsiteX248" fmla="*/ 2415630 w 2912392"/>
                <a:gd name="connsiteY248" fmla="*/ 122167 h 758595"/>
                <a:gd name="connsiteX249" fmla="*/ 2425374 w 2912392"/>
                <a:gd name="connsiteY249" fmla="*/ 116570 h 758595"/>
                <a:gd name="connsiteX250" fmla="*/ 2435118 w 2912392"/>
                <a:gd name="connsiteY250" fmla="*/ 111020 h 758595"/>
                <a:gd name="connsiteX251" fmla="*/ 2444862 w 2912392"/>
                <a:gd name="connsiteY251" fmla="*/ 105528 h 758595"/>
                <a:gd name="connsiteX252" fmla="*/ 2454591 w 2912392"/>
                <a:gd name="connsiteY252" fmla="*/ 100099 h 758595"/>
                <a:gd name="connsiteX253" fmla="*/ 2464335 w 2912392"/>
                <a:gd name="connsiteY253" fmla="*/ 94740 h 758595"/>
                <a:gd name="connsiteX254" fmla="*/ 2474079 w 2912392"/>
                <a:gd name="connsiteY254" fmla="*/ 89458 h 758595"/>
                <a:gd name="connsiteX255" fmla="*/ 2483823 w 2912392"/>
                <a:gd name="connsiteY255" fmla="*/ 84261 h 758595"/>
                <a:gd name="connsiteX256" fmla="*/ 2493552 w 2912392"/>
                <a:gd name="connsiteY256" fmla="*/ 79154 h 758595"/>
                <a:gd name="connsiteX257" fmla="*/ 2503296 w 2912392"/>
                <a:gd name="connsiteY257" fmla="*/ 74146 h 758595"/>
                <a:gd name="connsiteX258" fmla="*/ 2513040 w 2912392"/>
                <a:gd name="connsiteY258" fmla="*/ 69245 h 758595"/>
                <a:gd name="connsiteX259" fmla="*/ 2522784 w 2912392"/>
                <a:gd name="connsiteY259" fmla="*/ 64455 h 758595"/>
                <a:gd name="connsiteX260" fmla="*/ 2532513 w 2912392"/>
                <a:gd name="connsiteY260" fmla="*/ 59785 h 758595"/>
                <a:gd name="connsiteX261" fmla="*/ 2542257 w 2912392"/>
                <a:gd name="connsiteY261" fmla="*/ 55242 h 758595"/>
                <a:gd name="connsiteX262" fmla="*/ 2552001 w 2912392"/>
                <a:gd name="connsiteY262" fmla="*/ 50834 h 758595"/>
                <a:gd name="connsiteX263" fmla="*/ 2561745 w 2912392"/>
                <a:gd name="connsiteY263" fmla="*/ 46567 h 758595"/>
                <a:gd name="connsiteX264" fmla="*/ 2571474 w 2912392"/>
                <a:gd name="connsiteY264" fmla="*/ 42447 h 758595"/>
                <a:gd name="connsiteX265" fmla="*/ 2581218 w 2912392"/>
                <a:gd name="connsiteY265" fmla="*/ 38483 h 758595"/>
                <a:gd name="connsiteX266" fmla="*/ 2590962 w 2912392"/>
                <a:gd name="connsiteY266" fmla="*/ 34680 h 758595"/>
                <a:gd name="connsiteX267" fmla="*/ 2600705 w 2912392"/>
                <a:gd name="connsiteY267" fmla="*/ 31045 h 758595"/>
                <a:gd name="connsiteX268" fmla="*/ 2610449 w 2912392"/>
                <a:gd name="connsiteY268" fmla="*/ 27582 h 758595"/>
                <a:gd name="connsiteX269" fmla="*/ 2620178 w 2912392"/>
                <a:gd name="connsiteY269" fmla="*/ 24302 h 758595"/>
                <a:gd name="connsiteX270" fmla="*/ 2629922 w 2912392"/>
                <a:gd name="connsiteY270" fmla="*/ 21206 h 758595"/>
                <a:gd name="connsiteX271" fmla="*/ 2639666 w 2912392"/>
                <a:gd name="connsiteY271" fmla="*/ 18300 h 758595"/>
                <a:gd name="connsiteX272" fmla="*/ 2649410 w 2912392"/>
                <a:gd name="connsiteY272" fmla="*/ 15593 h 758595"/>
                <a:gd name="connsiteX273" fmla="*/ 2659139 w 2912392"/>
                <a:gd name="connsiteY273" fmla="*/ 13087 h 758595"/>
                <a:gd name="connsiteX274" fmla="*/ 2668883 w 2912392"/>
                <a:gd name="connsiteY274" fmla="*/ 10787 h 758595"/>
                <a:gd name="connsiteX275" fmla="*/ 2678627 w 2912392"/>
                <a:gd name="connsiteY275" fmla="*/ 8698 h 758595"/>
                <a:gd name="connsiteX276" fmla="*/ 2688371 w 2912392"/>
                <a:gd name="connsiteY276" fmla="*/ 6824 h 758595"/>
                <a:gd name="connsiteX277" fmla="*/ 2698100 w 2912392"/>
                <a:gd name="connsiteY277" fmla="*/ 5170 h 758595"/>
                <a:gd name="connsiteX278" fmla="*/ 2707844 w 2912392"/>
                <a:gd name="connsiteY278" fmla="*/ 3738 h 758595"/>
                <a:gd name="connsiteX279" fmla="*/ 2717588 w 2912392"/>
                <a:gd name="connsiteY279" fmla="*/ 2533 h 758595"/>
                <a:gd name="connsiteX280" fmla="*/ 2727332 w 2912392"/>
                <a:gd name="connsiteY280" fmla="*/ 1557 h 758595"/>
                <a:gd name="connsiteX281" fmla="*/ 2737076 w 2912392"/>
                <a:gd name="connsiteY281" fmla="*/ 814 h 758595"/>
                <a:gd name="connsiteX282" fmla="*/ 2746805 w 2912392"/>
                <a:gd name="connsiteY282" fmla="*/ 304 h 758595"/>
                <a:gd name="connsiteX283" fmla="*/ 2756549 w 2912392"/>
                <a:gd name="connsiteY283" fmla="*/ 33 h 758595"/>
                <a:gd name="connsiteX284" fmla="*/ 2766293 w 2912392"/>
                <a:gd name="connsiteY284" fmla="*/ 0 h 758595"/>
                <a:gd name="connsiteX285" fmla="*/ 2776037 w 2912392"/>
                <a:gd name="connsiteY285" fmla="*/ 207 h 758595"/>
                <a:gd name="connsiteX286" fmla="*/ 2785766 w 2912392"/>
                <a:gd name="connsiteY286" fmla="*/ 659 h 758595"/>
                <a:gd name="connsiteX287" fmla="*/ 2795510 w 2912392"/>
                <a:gd name="connsiteY287" fmla="*/ 1351 h 758595"/>
                <a:gd name="connsiteX288" fmla="*/ 2805254 w 2912392"/>
                <a:gd name="connsiteY288" fmla="*/ 2288 h 758595"/>
                <a:gd name="connsiteX289" fmla="*/ 2814998 w 2912392"/>
                <a:gd name="connsiteY289" fmla="*/ 3471 h 758595"/>
                <a:gd name="connsiteX290" fmla="*/ 2824727 w 2912392"/>
                <a:gd name="connsiteY290" fmla="*/ 4899 h 758595"/>
                <a:gd name="connsiteX291" fmla="*/ 2834471 w 2912392"/>
                <a:gd name="connsiteY291" fmla="*/ 6572 h 758595"/>
                <a:gd name="connsiteX292" fmla="*/ 2844215 w 2912392"/>
                <a:gd name="connsiteY292" fmla="*/ 8491 h 758595"/>
                <a:gd name="connsiteX293" fmla="*/ 2853958 w 2912392"/>
                <a:gd name="connsiteY293" fmla="*/ 10654 h 758595"/>
                <a:gd name="connsiteX294" fmla="*/ 2863687 w 2912392"/>
                <a:gd name="connsiteY294" fmla="*/ 13062 h 758595"/>
                <a:gd name="connsiteX295" fmla="*/ 2873431 w 2912392"/>
                <a:gd name="connsiteY295" fmla="*/ 15714 h 758595"/>
                <a:gd name="connsiteX296" fmla="*/ 2883175 w 2912392"/>
                <a:gd name="connsiteY296" fmla="*/ 18609 h 758595"/>
                <a:gd name="connsiteX297" fmla="*/ 2892919 w 2912392"/>
                <a:gd name="connsiteY297" fmla="*/ 21745 h 758595"/>
                <a:gd name="connsiteX298" fmla="*/ 2902663 w 2912392"/>
                <a:gd name="connsiteY298" fmla="*/ 25121 h 758595"/>
                <a:gd name="connsiteX299" fmla="*/ 2912392 w 2912392"/>
                <a:gd name="connsiteY299" fmla="*/ 28737 h 758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58595">
                  <a:moveTo>
                    <a:pt x="0" y="271684"/>
                  </a:moveTo>
                  <a:lnTo>
                    <a:pt x="9739" y="272568"/>
                  </a:lnTo>
                  <a:lnTo>
                    <a:pt x="19480" y="273654"/>
                  </a:lnTo>
                  <a:lnTo>
                    <a:pt x="29221" y="274940"/>
                  </a:lnTo>
                  <a:lnTo>
                    <a:pt x="38961" y="276424"/>
                  </a:lnTo>
                  <a:lnTo>
                    <a:pt x="48702" y="278104"/>
                  </a:lnTo>
                  <a:lnTo>
                    <a:pt x="58443" y="279980"/>
                  </a:lnTo>
                  <a:lnTo>
                    <a:pt x="68182" y="282051"/>
                  </a:lnTo>
                  <a:lnTo>
                    <a:pt x="77923" y="284314"/>
                  </a:lnTo>
                  <a:lnTo>
                    <a:pt x="87664" y="286767"/>
                  </a:lnTo>
                  <a:lnTo>
                    <a:pt x="97404" y="289407"/>
                  </a:lnTo>
                  <a:lnTo>
                    <a:pt x="107145" y="292235"/>
                  </a:lnTo>
                  <a:lnTo>
                    <a:pt x="116886" y="295246"/>
                  </a:lnTo>
                  <a:lnTo>
                    <a:pt x="126625" y="298437"/>
                  </a:lnTo>
                  <a:lnTo>
                    <a:pt x="136366" y="301806"/>
                  </a:lnTo>
                  <a:lnTo>
                    <a:pt x="146107" y="305352"/>
                  </a:lnTo>
                  <a:lnTo>
                    <a:pt x="155846" y="309067"/>
                  </a:lnTo>
                  <a:lnTo>
                    <a:pt x="165587" y="312953"/>
                  </a:lnTo>
                  <a:lnTo>
                    <a:pt x="175328" y="317003"/>
                  </a:lnTo>
                  <a:lnTo>
                    <a:pt x="185068" y="321215"/>
                  </a:lnTo>
                  <a:lnTo>
                    <a:pt x="194809" y="325581"/>
                  </a:lnTo>
                  <a:lnTo>
                    <a:pt x="204550" y="330100"/>
                  </a:lnTo>
                  <a:lnTo>
                    <a:pt x="214289" y="334768"/>
                  </a:lnTo>
                  <a:lnTo>
                    <a:pt x="224030" y="339578"/>
                  </a:lnTo>
                  <a:lnTo>
                    <a:pt x="233771" y="344524"/>
                  </a:lnTo>
                  <a:lnTo>
                    <a:pt x="243510" y="349603"/>
                  </a:lnTo>
                  <a:lnTo>
                    <a:pt x="253251" y="354807"/>
                  </a:lnTo>
                  <a:lnTo>
                    <a:pt x="262992" y="360132"/>
                  </a:lnTo>
                  <a:lnTo>
                    <a:pt x="272732" y="365572"/>
                  </a:lnTo>
                  <a:lnTo>
                    <a:pt x="282473" y="371119"/>
                  </a:lnTo>
                  <a:lnTo>
                    <a:pt x="292214" y="376767"/>
                  </a:lnTo>
                  <a:lnTo>
                    <a:pt x="301953" y="382509"/>
                  </a:lnTo>
                  <a:lnTo>
                    <a:pt x="311694" y="388339"/>
                  </a:lnTo>
                  <a:lnTo>
                    <a:pt x="321435" y="394249"/>
                  </a:lnTo>
                  <a:lnTo>
                    <a:pt x="331175" y="400233"/>
                  </a:lnTo>
                  <a:lnTo>
                    <a:pt x="340916" y="406282"/>
                  </a:lnTo>
                  <a:lnTo>
                    <a:pt x="350656" y="412389"/>
                  </a:lnTo>
                  <a:lnTo>
                    <a:pt x="360396" y="418545"/>
                  </a:lnTo>
                  <a:lnTo>
                    <a:pt x="370137" y="424746"/>
                  </a:lnTo>
                  <a:lnTo>
                    <a:pt x="379878" y="430980"/>
                  </a:lnTo>
                  <a:lnTo>
                    <a:pt x="389617" y="437242"/>
                  </a:lnTo>
                  <a:lnTo>
                    <a:pt x="399358" y="443522"/>
                  </a:lnTo>
                  <a:lnTo>
                    <a:pt x="409099" y="449814"/>
                  </a:lnTo>
                  <a:lnTo>
                    <a:pt x="418839" y="456108"/>
                  </a:lnTo>
                  <a:lnTo>
                    <a:pt x="428580" y="462400"/>
                  </a:lnTo>
                  <a:lnTo>
                    <a:pt x="438321" y="468679"/>
                  </a:lnTo>
                  <a:lnTo>
                    <a:pt x="448060" y="474939"/>
                  </a:lnTo>
                  <a:lnTo>
                    <a:pt x="457801" y="481173"/>
                  </a:lnTo>
                  <a:lnTo>
                    <a:pt x="467542" y="487371"/>
                  </a:lnTo>
                  <a:lnTo>
                    <a:pt x="477281" y="493530"/>
                  </a:lnTo>
                  <a:lnTo>
                    <a:pt x="487022" y="499640"/>
                  </a:lnTo>
                  <a:lnTo>
                    <a:pt x="496763" y="505695"/>
                  </a:lnTo>
                  <a:lnTo>
                    <a:pt x="506503" y="511691"/>
                  </a:lnTo>
                  <a:lnTo>
                    <a:pt x="516244" y="517620"/>
                  </a:lnTo>
                  <a:lnTo>
                    <a:pt x="525985" y="523476"/>
                  </a:lnTo>
                  <a:lnTo>
                    <a:pt x="535724" y="529255"/>
                  </a:lnTo>
                  <a:lnTo>
                    <a:pt x="545465" y="534951"/>
                  </a:lnTo>
                  <a:lnTo>
                    <a:pt x="555206" y="540559"/>
                  </a:lnTo>
                  <a:lnTo>
                    <a:pt x="564946" y="546075"/>
                  </a:lnTo>
                  <a:lnTo>
                    <a:pt x="574687" y="551495"/>
                  </a:lnTo>
                  <a:lnTo>
                    <a:pt x="584428" y="556817"/>
                  </a:lnTo>
                  <a:lnTo>
                    <a:pt x="594167" y="562036"/>
                  </a:lnTo>
                  <a:lnTo>
                    <a:pt x="603908" y="567151"/>
                  </a:lnTo>
                  <a:lnTo>
                    <a:pt x="613649" y="572157"/>
                  </a:lnTo>
                  <a:lnTo>
                    <a:pt x="623388" y="577055"/>
                  </a:lnTo>
                  <a:lnTo>
                    <a:pt x="633129" y="581842"/>
                  </a:lnTo>
                  <a:lnTo>
                    <a:pt x="642870" y="586519"/>
                  </a:lnTo>
                  <a:lnTo>
                    <a:pt x="652610" y="591084"/>
                  </a:lnTo>
                  <a:lnTo>
                    <a:pt x="662351" y="595538"/>
                  </a:lnTo>
                  <a:lnTo>
                    <a:pt x="672092" y="599879"/>
                  </a:lnTo>
                  <a:lnTo>
                    <a:pt x="681831" y="604111"/>
                  </a:lnTo>
                  <a:lnTo>
                    <a:pt x="691572" y="608232"/>
                  </a:lnTo>
                  <a:lnTo>
                    <a:pt x="701313" y="612245"/>
                  </a:lnTo>
                  <a:lnTo>
                    <a:pt x="711052" y="616153"/>
                  </a:lnTo>
                  <a:lnTo>
                    <a:pt x="720793" y="619957"/>
                  </a:lnTo>
                  <a:lnTo>
                    <a:pt x="730534" y="623661"/>
                  </a:lnTo>
                  <a:lnTo>
                    <a:pt x="740274" y="627267"/>
                  </a:lnTo>
                  <a:lnTo>
                    <a:pt x="750015" y="630778"/>
                  </a:lnTo>
                  <a:lnTo>
                    <a:pt x="759756" y="634198"/>
                  </a:lnTo>
                  <a:lnTo>
                    <a:pt x="769495" y="637530"/>
                  </a:lnTo>
                  <a:lnTo>
                    <a:pt x="779236" y="640780"/>
                  </a:lnTo>
                  <a:lnTo>
                    <a:pt x="788977" y="643950"/>
                  </a:lnTo>
                  <a:lnTo>
                    <a:pt x="798717" y="647046"/>
                  </a:lnTo>
                  <a:lnTo>
                    <a:pt x="808458" y="650072"/>
                  </a:lnTo>
                  <a:lnTo>
                    <a:pt x="818199" y="653031"/>
                  </a:lnTo>
                  <a:lnTo>
                    <a:pt x="827938" y="655931"/>
                  </a:lnTo>
                  <a:lnTo>
                    <a:pt x="837679" y="658775"/>
                  </a:lnTo>
                  <a:lnTo>
                    <a:pt x="847420" y="661565"/>
                  </a:lnTo>
                  <a:lnTo>
                    <a:pt x="857159" y="664310"/>
                  </a:lnTo>
                  <a:lnTo>
                    <a:pt x="866900" y="667013"/>
                  </a:lnTo>
                  <a:lnTo>
                    <a:pt x="876641" y="669676"/>
                  </a:lnTo>
                  <a:lnTo>
                    <a:pt x="886381" y="672308"/>
                  </a:lnTo>
                  <a:lnTo>
                    <a:pt x="896122" y="674909"/>
                  </a:lnTo>
                  <a:lnTo>
                    <a:pt x="905863" y="677485"/>
                  </a:lnTo>
                  <a:lnTo>
                    <a:pt x="915602" y="680040"/>
                  </a:lnTo>
                  <a:lnTo>
                    <a:pt x="925343" y="682576"/>
                  </a:lnTo>
                  <a:lnTo>
                    <a:pt x="935084" y="685095"/>
                  </a:lnTo>
                  <a:lnTo>
                    <a:pt x="944824" y="687604"/>
                  </a:lnTo>
                  <a:lnTo>
                    <a:pt x="954564" y="690103"/>
                  </a:lnTo>
                  <a:lnTo>
                    <a:pt x="964305" y="692593"/>
                  </a:lnTo>
                  <a:lnTo>
                    <a:pt x="974045" y="695076"/>
                  </a:lnTo>
                  <a:lnTo>
                    <a:pt x="983786" y="697555"/>
                  </a:lnTo>
                  <a:lnTo>
                    <a:pt x="993522" y="700032"/>
                  </a:lnTo>
                  <a:lnTo>
                    <a:pt x="1003266" y="702502"/>
                  </a:lnTo>
                  <a:lnTo>
                    <a:pt x="1013010" y="704971"/>
                  </a:lnTo>
                  <a:lnTo>
                    <a:pt x="1022754" y="707434"/>
                  </a:lnTo>
                  <a:lnTo>
                    <a:pt x="1032483" y="709892"/>
                  </a:lnTo>
                  <a:lnTo>
                    <a:pt x="1042227" y="712343"/>
                  </a:lnTo>
                  <a:lnTo>
                    <a:pt x="1051971" y="714785"/>
                  </a:lnTo>
                  <a:lnTo>
                    <a:pt x="1061715" y="717215"/>
                  </a:lnTo>
                  <a:lnTo>
                    <a:pt x="1071444" y="719631"/>
                  </a:lnTo>
                  <a:lnTo>
                    <a:pt x="1081188" y="722030"/>
                  </a:lnTo>
                  <a:lnTo>
                    <a:pt x="1090932" y="724406"/>
                  </a:lnTo>
                  <a:lnTo>
                    <a:pt x="1100676" y="726757"/>
                  </a:lnTo>
                  <a:lnTo>
                    <a:pt x="1110405" y="729076"/>
                  </a:lnTo>
                  <a:lnTo>
                    <a:pt x="1120149" y="731360"/>
                  </a:lnTo>
                  <a:lnTo>
                    <a:pt x="1129893" y="733601"/>
                  </a:lnTo>
                  <a:lnTo>
                    <a:pt x="1139637" y="735792"/>
                  </a:lnTo>
                  <a:lnTo>
                    <a:pt x="1149381" y="737932"/>
                  </a:lnTo>
                  <a:lnTo>
                    <a:pt x="1159110" y="740009"/>
                  </a:lnTo>
                  <a:lnTo>
                    <a:pt x="1168854" y="742017"/>
                  </a:lnTo>
                  <a:lnTo>
                    <a:pt x="1178598" y="743949"/>
                  </a:lnTo>
                  <a:lnTo>
                    <a:pt x="1188341" y="745800"/>
                  </a:lnTo>
                  <a:lnTo>
                    <a:pt x="1198070" y="747558"/>
                  </a:lnTo>
                  <a:lnTo>
                    <a:pt x="1207814" y="749216"/>
                  </a:lnTo>
                  <a:lnTo>
                    <a:pt x="1217558" y="750769"/>
                  </a:lnTo>
                  <a:lnTo>
                    <a:pt x="1227302" y="752205"/>
                  </a:lnTo>
                  <a:lnTo>
                    <a:pt x="1237031" y="753519"/>
                  </a:lnTo>
                  <a:lnTo>
                    <a:pt x="1246775" y="754699"/>
                  </a:lnTo>
                  <a:lnTo>
                    <a:pt x="1256519" y="755740"/>
                  </a:lnTo>
                  <a:lnTo>
                    <a:pt x="1266263" y="756633"/>
                  </a:lnTo>
                  <a:lnTo>
                    <a:pt x="1276007" y="757369"/>
                  </a:lnTo>
                  <a:lnTo>
                    <a:pt x="1285736" y="757941"/>
                  </a:lnTo>
                  <a:lnTo>
                    <a:pt x="1295480" y="758340"/>
                  </a:lnTo>
                  <a:lnTo>
                    <a:pt x="1305224" y="758561"/>
                  </a:lnTo>
                  <a:lnTo>
                    <a:pt x="1314968" y="758595"/>
                  </a:lnTo>
                  <a:lnTo>
                    <a:pt x="1324697" y="758434"/>
                  </a:lnTo>
                  <a:lnTo>
                    <a:pt x="1334441" y="758075"/>
                  </a:lnTo>
                  <a:lnTo>
                    <a:pt x="1344185" y="757509"/>
                  </a:lnTo>
                  <a:lnTo>
                    <a:pt x="1353929" y="756731"/>
                  </a:lnTo>
                  <a:lnTo>
                    <a:pt x="1363658" y="755736"/>
                  </a:lnTo>
                  <a:lnTo>
                    <a:pt x="1373402" y="754519"/>
                  </a:lnTo>
                  <a:lnTo>
                    <a:pt x="1383146" y="753076"/>
                  </a:lnTo>
                  <a:lnTo>
                    <a:pt x="1392890" y="751403"/>
                  </a:lnTo>
                  <a:lnTo>
                    <a:pt x="1402619" y="749498"/>
                  </a:lnTo>
                  <a:lnTo>
                    <a:pt x="1412363" y="747355"/>
                  </a:lnTo>
                  <a:lnTo>
                    <a:pt x="1422106" y="744977"/>
                  </a:lnTo>
                  <a:lnTo>
                    <a:pt x="1431850" y="742360"/>
                  </a:lnTo>
                  <a:lnTo>
                    <a:pt x="1441594" y="739502"/>
                  </a:lnTo>
                  <a:lnTo>
                    <a:pt x="1451323" y="736406"/>
                  </a:lnTo>
                  <a:lnTo>
                    <a:pt x="1461067" y="733070"/>
                  </a:lnTo>
                  <a:lnTo>
                    <a:pt x="1470811" y="729496"/>
                  </a:lnTo>
                  <a:lnTo>
                    <a:pt x="1480555" y="725686"/>
                  </a:lnTo>
                  <a:lnTo>
                    <a:pt x="1490284" y="721644"/>
                  </a:lnTo>
                  <a:lnTo>
                    <a:pt x="1500028" y="717371"/>
                  </a:lnTo>
                  <a:lnTo>
                    <a:pt x="1509772" y="712872"/>
                  </a:lnTo>
                  <a:lnTo>
                    <a:pt x="1519516" y="708149"/>
                  </a:lnTo>
                  <a:lnTo>
                    <a:pt x="1529245" y="703210"/>
                  </a:lnTo>
                  <a:lnTo>
                    <a:pt x="1538989" y="698059"/>
                  </a:lnTo>
                  <a:lnTo>
                    <a:pt x="1548733" y="692703"/>
                  </a:lnTo>
                  <a:lnTo>
                    <a:pt x="1558477" y="687148"/>
                  </a:lnTo>
                  <a:lnTo>
                    <a:pt x="1568221" y="681400"/>
                  </a:lnTo>
                  <a:lnTo>
                    <a:pt x="1577950" y="675469"/>
                  </a:lnTo>
                  <a:lnTo>
                    <a:pt x="1587694" y="669362"/>
                  </a:lnTo>
                  <a:lnTo>
                    <a:pt x="1597438" y="663087"/>
                  </a:lnTo>
                  <a:lnTo>
                    <a:pt x="1607182" y="656652"/>
                  </a:lnTo>
                  <a:lnTo>
                    <a:pt x="1616911" y="650066"/>
                  </a:lnTo>
                  <a:lnTo>
                    <a:pt x="1626655" y="643341"/>
                  </a:lnTo>
                  <a:lnTo>
                    <a:pt x="1636399" y="636484"/>
                  </a:lnTo>
                  <a:lnTo>
                    <a:pt x="1646142" y="629507"/>
                  </a:lnTo>
                  <a:lnTo>
                    <a:pt x="1655872" y="622417"/>
                  </a:lnTo>
                  <a:lnTo>
                    <a:pt x="1665616" y="615227"/>
                  </a:lnTo>
                  <a:lnTo>
                    <a:pt x="1675359" y="607946"/>
                  </a:lnTo>
                  <a:lnTo>
                    <a:pt x="1685103" y="600582"/>
                  </a:lnTo>
                  <a:lnTo>
                    <a:pt x="1694832" y="593149"/>
                  </a:lnTo>
                  <a:lnTo>
                    <a:pt x="1704576" y="585655"/>
                  </a:lnTo>
                  <a:lnTo>
                    <a:pt x="1714320" y="578110"/>
                  </a:lnTo>
                  <a:lnTo>
                    <a:pt x="1724064" y="570525"/>
                  </a:lnTo>
                  <a:lnTo>
                    <a:pt x="1733808" y="562907"/>
                  </a:lnTo>
                  <a:lnTo>
                    <a:pt x="1743537" y="555269"/>
                  </a:lnTo>
                  <a:lnTo>
                    <a:pt x="1753281" y="547618"/>
                  </a:lnTo>
                  <a:lnTo>
                    <a:pt x="1763025" y="539961"/>
                  </a:lnTo>
                  <a:lnTo>
                    <a:pt x="1772769" y="532311"/>
                  </a:lnTo>
                  <a:lnTo>
                    <a:pt x="1782498" y="524672"/>
                  </a:lnTo>
                  <a:lnTo>
                    <a:pt x="1792242" y="517056"/>
                  </a:lnTo>
                  <a:lnTo>
                    <a:pt x="1801986" y="509465"/>
                  </a:lnTo>
                  <a:lnTo>
                    <a:pt x="1811730" y="501911"/>
                  </a:lnTo>
                  <a:lnTo>
                    <a:pt x="1821459" y="494397"/>
                  </a:lnTo>
                  <a:lnTo>
                    <a:pt x="1831203" y="486930"/>
                  </a:lnTo>
                  <a:lnTo>
                    <a:pt x="1840947" y="479516"/>
                  </a:lnTo>
                  <a:lnTo>
                    <a:pt x="1850691" y="472159"/>
                  </a:lnTo>
                  <a:lnTo>
                    <a:pt x="1860435" y="464865"/>
                  </a:lnTo>
                  <a:lnTo>
                    <a:pt x="1870164" y="457636"/>
                  </a:lnTo>
                  <a:lnTo>
                    <a:pt x="1879908" y="450475"/>
                  </a:lnTo>
                  <a:lnTo>
                    <a:pt x="1889652" y="443386"/>
                  </a:lnTo>
                  <a:lnTo>
                    <a:pt x="1899395" y="436372"/>
                  </a:lnTo>
                  <a:lnTo>
                    <a:pt x="1909124" y="429433"/>
                  </a:lnTo>
                  <a:lnTo>
                    <a:pt x="1918868" y="422571"/>
                  </a:lnTo>
                  <a:lnTo>
                    <a:pt x="1928612" y="415786"/>
                  </a:lnTo>
                  <a:lnTo>
                    <a:pt x="1938356" y="409080"/>
                  </a:lnTo>
                  <a:lnTo>
                    <a:pt x="1948085" y="402450"/>
                  </a:lnTo>
                  <a:lnTo>
                    <a:pt x="1957829" y="395897"/>
                  </a:lnTo>
                  <a:lnTo>
                    <a:pt x="1967573" y="389419"/>
                  </a:lnTo>
                  <a:lnTo>
                    <a:pt x="1977317" y="383016"/>
                  </a:lnTo>
                  <a:lnTo>
                    <a:pt x="1987046" y="376683"/>
                  </a:lnTo>
                  <a:lnTo>
                    <a:pt x="1996790" y="370422"/>
                  </a:lnTo>
                  <a:lnTo>
                    <a:pt x="2006534" y="364225"/>
                  </a:lnTo>
                  <a:lnTo>
                    <a:pt x="2016278" y="358093"/>
                  </a:lnTo>
                  <a:lnTo>
                    <a:pt x="2026022" y="352020"/>
                  </a:lnTo>
                  <a:lnTo>
                    <a:pt x="2035751" y="346004"/>
                  </a:lnTo>
                  <a:lnTo>
                    <a:pt x="2045495" y="340039"/>
                  </a:lnTo>
                  <a:lnTo>
                    <a:pt x="2055239" y="334126"/>
                  </a:lnTo>
                  <a:lnTo>
                    <a:pt x="2064983" y="328256"/>
                  </a:lnTo>
                  <a:lnTo>
                    <a:pt x="2074712" y="322427"/>
                  </a:lnTo>
                  <a:lnTo>
                    <a:pt x="2084456" y="316635"/>
                  </a:lnTo>
                  <a:lnTo>
                    <a:pt x="2094200" y="310875"/>
                  </a:lnTo>
                  <a:lnTo>
                    <a:pt x="2103944" y="305143"/>
                  </a:lnTo>
                  <a:lnTo>
                    <a:pt x="2113673" y="299434"/>
                  </a:lnTo>
                  <a:lnTo>
                    <a:pt x="2123417" y="293745"/>
                  </a:lnTo>
                  <a:lnTo>
                    <a:pt x="2133161" y="288072"/>
                  </a:lnTo>
                  <a:lnTo>
                    <a:pt x="2142905" y="282410"/>
                  </a:lnTo>
                  <a:lnTo>
                    <a:pt x="2152649" y="276758"/>
                  </a:lnTo>
                  <a:lnTo>
                    <a:pt x="2162377" y="271108"/>
                  </a:lnTo>
                  <a:lnTo>
                    <a:pt x="2172121" y="265460"/>
                  </a:lnTo>
                  <a:lnTo>
                    <a:pt x="2181865" y="259810"/>
                  </a:lnTo>
                  <a:lnTo>
                    <a:pt x="2191609" y="254156"/>
                  </a:lnTo>
                  <a:lnTo>
                    <a:pt x="2201338" y="248496"/>
                  </a:lnTo>
                  <a:lnTo>
                    <a:pt x="2211082" y="242825"/>
                  </a:lnTo>
                  <a:lnTo>
                    <a:pt x="2220826" y="237146"/>
                  </a:lnTo>
                  <a:lnTo>
                    <a:pt x="2230570" y="231453"/>
                  </a:lnTo>
                  <a:lnTo>
                    <a:pt x="2240299" y="225748"/>
                  </a:lnTo>
                  <a:lnTo>
                    <a:pt x="2250043" y="220028"/>
                  </a:lnTo>
                  <a:lnTo>
                    <a:pt x="2259787" y="214297"/>
                  </a:lnTo>
                  <a:lnTo>
                    <a:pt x="2269531" y="208550"/>
                  </a:lnTo>
                  <a:lnTo>
                    <a:pt x="2279260" y="202792"/>
                  </a:lnTo>
                  <a:lnTo>
                    <a:pt x="2289004" y="197021"/>
                  </a:lnTo>
                  <a:lnTo>
                    <a:pt x="2298748" y="191240"/>
                  </a:lnTo>
                  <a:lnTo>
                    <a:pt x="2308492" y="185452"/>
                  </a:lnTo>
                  <a:lnTo>
                    <a:pt x="2318236" y="179656"/>
                  </a:lnTo>
                  <a:lnTo>
                    <a:pt x="2327965" y="173859"/>
                  </a:lnTo>
                  <a:lnTo>
                    <a:pt x="2337709" y="168061"/>
                  </a:lnTo>
                  <a:lnTo>
                    <a:pt x="2347453" y="162265"/>
                  </a:lnTo>
                  <a:lnTo>
                    <a:pt x="2357197" y="156478"/>
                  </a:lnTo>
                  <a:lnTo>
                    <a:pt x="2366926" y="150702"/>
                  </a:lnTo>
                  <a:lnTo>
                    <a:pt x="2376670" y="144942"/>
                  </a:lnTo>
                  <a:lnTo>
                    <a:pt x="2386413" y="139203"/>
                  </a:lnTo>
                  <a:lnTo>
                    <a:pt x="2396157" y="133490"/>
                  </a:lnTo>
                  <a:lnTo>
                    <a:pt x="2405886" y="127811"/>
                  </a:lnTo>
                  <a:lnTo>
                    <a:pt x="2415630" y="122167"/>
                  </a:lnTo>
                  <a:lnTo>
                    <a:pt x="2425374" y="116570"/>
                  </a:lnTo>
                  <a:lnTo>
                    <a:pt x="2435118" y="111020"/>
                  </a:lnTo>
                  <a:lnTo>
                    <a:pt x="2444862" y="105528"/>
                  </a:lnTo>
                  <a:lnTo>
                    <a:pt x="2454591" y="100099"/>
                  </a:lnTo>
                  <a:lnTo>
                    <a:pt x="2464335" y="94740"/>
                  </a:lnTo>
                  <a:lnTo>
                    <a:pt x="2474079" y="89458"/>
                  </a:lnTo>
                  <a:lnTo>
                    <a:pt x="2483823" y="84261"/>
                  </a:lnTo>
                  <a:lnTo>
                    <a:pt x="2493552" y="79154"/>
                  </a:lnTo>
                  <a:lnTo>
                    <a:pt x="2503296" y="74146"/>
                  </a:lnTo>
                  <a:lnTo>
                    <a:pt x="2513040" y="69245"/>
                  </a:lnTo>
                  <a:lnTo>
                    <a:pt x="2522784" y="64455"/>
                  </a:lnTo>
                  <a:lnTo>
                    <a:pt x="2532513" y="59785"/>
                  </a:lnTo>
                  <a:lnTo>
                    <a:pt x="2542257" y="55242"/>
                  </a:lnTo>
                  <a:lnTo>
                    <a:pt x="2552001" y="50834"/>
                  </a:lnTo>
                  <a:lnTo>
                    <a:pt x="2561745" y="46567"/>
                  </a:lnTo>
                  <a:lnTo>
                    <a:pt x="2571474" y="42447"/>
                  </a:lnTo>
                  <a:lnTo>
                    <a:pt x="2581218" y="38483"/>
                  </a:lnTo>
                  <a:lnTo>
                    <a:pt x="2590962" y="34680"/>
                  </a:lnTo>
                  <a:lnTo>
                    <a:pt x="2600705" y="31045"/>
                  </a:lnTo>
                  <a:lnTo>
                    <a:pt x="2610449" y="27582"/>
                  </a:lnTo>
                  <a:lnTo>
                    <a:pt x="2620178" y="24302"/>
                  </a:lnTo>
                  <a:lnTo>
                    <a:pt x="2629922" y="21206"/>
                  </a:lnTo>
                  <a:lnTo>
                    <a:pt x="2639666" y="18300"/>
                  </a:lnTo>
                  <a:lnTo>
                    <a:pt x="2649410" y="15593"/>
                  </a:lnTo>
                  <a:lnTo>
                    <a:pt x="2659139" y="13087"/>
                  </a:lnTo>
                  <a:lnTo>
                    <a:pt x="2668883" y="10787"/>
                  </a:lnTo>
                  <a:lnTo>
                    <a:pt x="2678627" y="8698"/>
                  </a:lnTo>
                  <a:lnTo>
                    <a:pt x="2688371" y="6824"/>
                  </a:lnTo>
                  <a:lnTo>
                    <a:pt x="2698100" y="5170"/>
                  </a:lnTo>
                  <a:lnTo>
                    <a:pt x="2707844" y="3738"/>
                  </a:lnTo>
                  <a:lnTo>
                    <a:pt x="2717588" y="2533"/>
                  </a:lnTo>
                  <a:lnTo>
                    <a:pt x="2727332" y="1557"/>
                  </a:lnTo>
                  <a:lnTo>
                    <a:pt x="2737076" y="814"/>
                  </a:lnTo>
                  <a:lnTo>
                    <a:pt x="2746805" y="304"/>
                  </a:lnTo>
                  <a:lnTo>
                    <a:pt x="2756549" y="33"/>
                  </a:lnTo>
                  <a:lnTo>
                    <a:pt x="2766293" y="0"/>
                  </a:lnTo>
                  <a:lnTo>
                    <a:pt x="2776037" y="207"/>
                  </a:lnTo>
                  <a:lnTo>
                    <a:pt x="2785766" y="659"/>
                  </a:lnTo>
                  <a:lnTo>
                    <a:pt x="2795510" y="1351"/>
                  </a:lnTo>
                  <a:lnTo>
                    <a:pt x="2805254" y="2288"/>
                  </a:lnTo>
                  <a:lnTo>
                    <a:pt x="2814998" y="3471"/>
                  </a:lnTo>
                  <a:lnTo>
                    <a:pt x="2824727" y="4899"/>
                  </a:lnTo>
                  <a:lnTo>
                    <a:pt x="2834471" y="6572"/>
                  </a:lnTo>
                  <a:lnTo>
                    <a:pt x="2844215" y="8491"/>
                  </a:lnTo>
                  <a:lnTo>
                    <a:pt x="2853958" y="10654"/>
                  </a:lnTo>
                  <a:lnTo>
                    <a:pt x="2863687" y="13062"/>
                  </a:lnTo>
                  <a:lnTo>
                    <a:pt x="2873431" y="15714"/>
                  </a:lnTo>
                  <a:lnTo>
                    <a:pt x="2883175" y="18609"/>
                  </a:lnTo>
                  <a:lnTo>
                    <a:pt x="2892919" y="21745"/>
                  </a:lnTo>
                  <a:lnTo>
                    <a:pt x="2902663" y="25121"/>
                  </a:lnTo>
                  <a:lnTo>
                    <a:pt x="2912392" y="2873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2" name="Freeform 751">
              <a:extLst>
                <a:ext uri="{FF2B5EF4-FFF2-40B4-BE49-F238E27FC236}">
                  <a16:creationId xmlns:a16="http://schemas.microsoft.com/office/drawing/2014/main" id="{1E026175-56B4-6B16-B616-5CD08940646C}"/>
                </a:ext>
              </a:extLst>
            </p:cNvPr>
            <p:cNvSpPr/>
            <p:nvPr/>
          </p:nvSpPr>
          <p:spPr>
            <a:xfrm>
              <a:off x="576446" y="3175894"/>
              <a:ext cx="2912392" cy="967356"/>
            </a:xfrm>
            <a:custGeom>
              <a:avLst/>
              <a:gdLst>
                <a:gd name="connsiteX0" fmla="*/ 0 w 2912392"/>
                <a:gd name="connsiteY0" fmla="*/ 401514 h 967356"/>
                <a:gd name="connsiteX1" fmla="*/ 9739 w 2912392"/>
                <a:gd name="connsiteY1" fmla="*/ 400759 h 967356"/>
                <a:gd name="connsiteX2" fmla="*/ 19480 w 2912392"/>
                <a:gd name="connsiteY2" fmla="*/ 400157 h 967356"/>
                <a:gd name="connsiteX3" fmla="*/ 29221 w 2912392"/>
                <a:gd name="connsiteY3" fmla="*/ 399713 h 967356"/>
                <a:gd name="connsiteX4" fmla="*/ 38961 w 2912392"/>
                <a:gd name="connsiteY4" fmla="*/ 399430 h 967356"/>
                <a:gd name="connsiteX5" fmla="*/ 48702 w 2912392"/>
                <a:gd name="connsiteY5" fmla="*/ 399311 h 967356"/>
                <a:gd name="connsiteX6" fmla="*/ 58443 w 2912392"/>
                <a:gd name="connsiteY6" fmla="*/ 399361 h 967356"/>
                <a:gd name="connsiteX7" fmla="*/ 68182 w 2912392"/>
                <a:gd name="connsiteY7" fmla="*/ 399583 h 967356"/>
                <a:gd name="connsiteX8" fmla="*/ 77923 w 2912392"/>
                <a:gd name="connsiteY8" fmla="*/ 399978 h 967356"/>
                <a:gd name="connsiteX9" fmla="*/ 87664 w 2912392"/>
                <a:gd name="connsiteY9" fmla="*/ 400552 h 967356"/>
                <a:gd name="connsiteX10" fmla="*/ 97404 w 2912392"/>
                <a:gd name="connsiteY10" fmla="*/ 401304 h 967356"/>
                <a:gd name="connsiteX11" fmla="*/ 107145 w 2912392"/>
                <a:gd name="connsiteY11" fmla="*/ 402240 h 967356"/>
                <a:gd name="connsiteX12" fmla="*/ 116886 w 2912392"/>
                <a:gd name="connsiteY12" fmla="*/ 403360 h 967356"/>
                <a:gd name="connsiteX13" fmla="*/ 126625 w 2912392"/>
                <a:gd name="connsiteY13" fmla="*/ 404667 h 967356"/>
                <a:gd name="connsiteX14" fmla="*/ 136366 w 2912392"/>
                <a:gd name="connsiteY14" fmla="*/ 406164 h 967356"/>
                <a:gd name="connsiteX15" fmla="*/ 146107 w 2912392"/>
                <a:gd name="connsiteY15" fmla="*/ 407851 h 967356"/>
                <a:gd name="connsiteX16" fmla="*/ 155846 w 2912392"/>
                <a:gd name="connsiteY16" fmla="*/ 409729 h 967356"/>
                <a:gd name="connsiteX17" fmla="*/ 165587 w 2912392"/>
                <a:gd name="connsiteY17" fmla="*/ 411802 h 967356"/>
                <a:gd name="connsiteX18" fmla="*/ 175328 w 2912392"/>
                <a:gd name="connsiteY18" fmla="*/ 414068 h 967356"/>
                <a:gd name="connsiteX19" fmla="*/ 185068 w 2912392"/>
                <a:gd name="connsiteY19" fmla="*/ 416531 h 967356"/>
                <a:gd name="connsiteX20" fmla="*/ 194809 w 2912392"/>
                <a:gd name="connsiteY20" fmla="*/ 419189 h 967356"/>
                <a:gd name="connsiteX21" fmla="*/ 204550 w 2912392"/>
                <a:gd name="connsiteY21" fmla="*/ 422042 h 967356"/>
                <a:gd name="connsiteX22" fmla="*/ 214289 w 2912392"/>
                <a:gd name="connsiteY22" fmla="*/ 425092 h 967356"/>
                <a:gd name="connsiteX23" fmla="*/ 224030 w 2912392"/>
                <a:gd name="connsiteY23" fmla="*/ 428337 h 967356"/>
                <a:gd name="connsiteX24" fmla="*/ 233771 w 2912392"/>
                <a:gd name="connsiteY24" fmla="*/ 431777 h 967356"/>
                <a:gd name="connsiteX25" fmla="*/ 243510 w 2912392"/>
                <a:gd name="connsiteY25" fmla="*/ 435412 h 967356"/>
                <a:gd name="connsiteX26" fmla="*/ 253251 w 2912392"/>
                <a:gd name="connsiteY26" fmla="*/ 439240 h 967356"/>
                <a:gd name="connsiteX27" fmla="*/ 262992 w 2912392"/>
                <a:gd name="connsiteY27" fmla="*/ 443260 h 967356"/>
                <a:gd name="connsiteX28" fmla="*/ 272732 w 2912392"/>
                <a:gd name="connsiteY28" fmla="*/ 447469 h 967356"/>
                <a:gd name="connsiteX29" fmla="*/ 282473 w 2912392"/>
                <a:gd name="connsiteY29" fmla="*/ 451867 h 967356"/>
                <a:gd name="connsiteX30" fmla="*/ 292214 w 2912392"/>
                <a:gd name="connsiteY30" fmla="*/ 456450 h 967356"/>
                <a:gd name="connsiteX31" fmla="*/ 301953 w 2912392"/>
                <a:gd name="connsiteY31" fmla="*/ 461217 h 967356"/>
                <a:gd name="connsiteX32" fmla="*/ 311694 w 2912392"/>
                <a:gd name="connsiteY32" fmla="*/ 466164 h 967356"/>
                <a:gd name="connsiteX33" fmla="*/ 321435 w 2912392"/>
                <a:gd name="connsiteY33" fmla="*/ 471288 h 967356"/>
                <a:gd name="connsiteX34" fmla="*/ 331175 w 2912392"/>
                <a:gd name="connsiteY34" fmla="*/ 476584 h 967356"/>
                <a:gd name="connsiteX35" fmla="*/ 340916 w 2912392"/>
                <a:gd name="connsiteY35" fmla="*/ 482052 h 967356"/>
                <a:gd name="connsiteX36" fmla="*/ 350656 w 2912392"/>
                <a:gd name="connsiteY36" fmla="*/ 487684 h 967356"/>
                <a:gd name="connsiteX37" fmla="*/ 360396 w 2912392"/>
                <a:gd name="connsiteY37" fmla="*/ 493480 h 967356"/>
                <a:gd name="connsiteX38" fmla="*/ 370137 w 2912392"/>
                <a:gd name="connsiteY38" fmla="*/ 499430 h 967356"/>
                <a:gd name="connsiteX39" fmla="*/ 379878 w 2912392"/>
                <a:gd name="connsiteY39" fmla="*/ 505534 h 967356"/>
                <a:gd name="connsiteX40" fmla="*/ 389617 w 2912392"/>
                <a:gd name="connsiteY40" fmla="*/ 511784 h 967356"/>
                <a:gd name="connsiteX41" fmla="*/ 399358 w 2912392"/>
                <a:gd name="connsiteY41" fmla="*/ 518178 h 967356"/>
                <a:gd name="connsiteX42" fmla="*/ 409099 w 2912392"/>
                <a:gd name="connsiteY42" fmla="*/ 524706 h 967356"/>
                <a:gd name="connsiteX43" fmla="*/ 418839 w 2912392"/>
                <a:gd name="connsiteY43" fmla="*/ 531365 h 967356"/>
                <a:gd name="connsiteX44" fmla="*/ 428580 w 2912392"/>
                <a:gd name="connsiteY44" fmla="*/ 538150 h 967356"/>
                <a:gd name="connsiteX45" fmla="*/ 438321 w 2912392"/>
                <a:gd name="connsiteY45" fmla="*/ 545052 h 967356"/>
                <a:gd name="connsiteX46" fmla="*/ 448060 w 2912392"/>
                <a:gd name="connsiteY46" fmla="*/ 552067 h 967356"/>
                <a:gd name="connsiteX47" fmla="*/ 457801 w 2912392"/>
                <a:gd name="connsiteY47" fmla="*/ 559189 h 967356"/>
                <a:gd name="connsiteX48" fmla="*/ 467542 w 2912392"/>
                <a:gd name="connsiteY48" fmla="*/ 566409 h 967356"/>
                <a:gd name="connsiteX49" fmla="*/ 477281 w 2912392"/>
                <a:gd name="connsiteY49" fmla="*/ 573723 h 967356"/>
                <a:gd name="connsiteX50" fmla="*/ 487022 w 2912392"/>
                <a:gd name="connsiteY50" fmla="*/ 581121 h 967356"/>
                <a:gd name="connsiteX51" fmla="*/ 496763 w 2912392"/>
                <a:gd name="connsiteY51" fmla="*/ 588599 h 967356"/>
                <a:gd name="connsiteX52" fmla="*/ 506503 w 2912392"/>
                <a:gd name="connsiteY52" fmla="*/ 596150 h 967356"/>
                <a:gd name="connsiteX53" fmla="*/ 516244 w 2912392"/>
                <a:gd name="connsiteY53" fmla="*/ 603766 h 967356"/>
                <a:gd name="connsiteX54" fmla="*/ 525985 w 2912392"/>
                <a:gd name="connsiteY54" fmla="*/ 611441 h 967356"/>
                <a:gd name="connsiteX55" fmla="*/ 535724 w 2912392"/>
                <a:gd name="connsiteY55" fmla="*/ 619166 h 967356"/>
                <a:gd name="connsiteX56" fmla="*/ 545465 w 2912392"/>
                <a:gd name="connsiteY56" fmla="*/ 626936 h 967356"/>
                <a:gd name="connsiteX57" fmla="*/ 555206 w 2912392"/>
                <a:gd name="connsiteY57" fmla="*/ 634743 h 967356"/>
                <a:gd name="connsiteX58" fmla="*/ 564946 w 2912392"/>
                <a:gd name="connsiteY58" fmla="*/ 642580 h 967356"/>
                <a:gd name="connsiteX59" fmla="*/ 574687 w 2912392"/>
                <a:gd name="connsiteY59" fmla="*/ 650439 h 967356"/>
                <a:gd name="connsiteX60" fmla="*/ 584428 w 2912392"/>
                <a:gd name="connsiteY60" fmla="*/ 658316 h 967356"/>
                <a:gd name="connsiteX61" fmla="*/ 594167 w 2912392"/>
                <a:gd name="connsiteY61" fmla="*/ 666202 h 967356"/>
                <a:gd name="connsiteX62" fmla="*/ 603908 w 2912392"/>
                <a:gd name="connsiteY62" fmla="*/ 674090 h 967356"/>
                <a:gd name="connsiteX63" fmla="*/ 613649 w 2912392"/>
                <a:gd name="connsiteY63" fmla="*/ 681974 h 967356"/>
                <a:gd name="connsiteX64" fmla="*/ 623388 w 2912392"/>
                <a:gd name="connsiteY64" fmla="*/ 689847 h 967356"/>
                <a:gd name="connsiteX65" fmla="*/ 633129 w 2912392"/>
                <a:gd name="connsiteY65" fmla="*/ 697704 h 967356"/>
                <a:gd name="connsiteX66" fmla="*/ 642870 w 2912392"/>
                <a:gd name="connsiteY66" fmla="*/ 705537 h 967356"/>
                <a:gd name="connsiteX67" fmla="*/ 652610 w 2912392"/>
                <a:gd name="connsiteY67" fmla="*/ 713341 h 967356"/>
                <a:gd name="connsiteX68" fmla="*/ 662351 w 2912392"/>
                <a:gd name="connsiteY68" fmla="*/ 721108 h 967356"/>
                <a:gd name="connsiteX69" fmla="*/ 672092 w 2912392"/>
                <a:gd name="connsiteY69" fmla="*/ 728834 h 967356"/>
                <a:gd name="connsiteX70" fmla="*/ 681831 w 2912392"/>
                <a:gd name="connsiteY70" fmla="*/ 736513 h 967356"/>
                <a:gd name="connsiteX71" fmla="*/ 691572 w 2912392"/>
                <a:gd name="connsiteY71" fmla="*/ 744139 h 967356"/>
                <a:gd name="connsiteX72" fmla="*/ 701313 w 2912392"/>
                <a:gd name="connsiteY72" fmla="*/ 751706 h 967356"/>
                <a:gd name="connsiteX73" fmla="*/ 711052 w 2912392"/>
                <a:gd name="connsiteY73" fmla="*/ 759209 h 967356"/>
                <a:gd name="connsiteX74" fmla="*/ 720793 w 2912392"/>
                <a:gd name="connsiteY74" fmla="*/ 766642 h 967356"/>
                <a:gd name="connsiteX75" fmla="*/ 730534 w 2912392"/>
                <a:gd name="connsiteY75" fmla="*/ 774004 h 967356"/>
                <a:gd name="connsiteX76" fmla="*/ 740274 w 2912392"/>
                <a:gd name="connsiteY76" fmla="*/ 781285 h 967356"/>
                <a:gd name="connsiteX77" fmla="*/ 750015 w 2912392"/>
                <a:gd name="connsiteY77" fmla="*/ 788482 h 967356"/>
                <a:gd name="connsiteX78" fmla="*/ 759756 w 2912392"/>
                <a:gd name="connsiteY78" fmla="*/ 795591 h 967356"/>
                <a:gd name="connsiteX79" fmla="*/ 769495 w 2912392"/>
                <a:gd name="connsiteY79" fmla="*/ 802608 h 967356"/>
                <a:gd name="connsiteX80" fmla="*/ 779236 w 2912392"/>
                <a:gd name="connsiteY80" fmla="*/ 809529 h 967356"/>
                <a:gd name="connsiteX81" fmla="*/ 788977 w 2912392"/>
                <a:gd name="connsiteY81" fmla="*/ 816348 h 967356"/>
                <a:gd name="connsiteX82" fmla="*/ 798717 w 2912392"/>
                <a:gd name="connsiteY82" fmla="*/ 823061 h 967356"/>
                <a:gd name="connsiteX83" fmla="*/ 808458 w 2912392"/>
                <a:gd name="connsiteY83" fmla="*/ 829668 h 967356"/>
                <a:gd name="connsiteX84" fmla="*/ 818199 w 2912392"/>
                <a:gd name="connsiteY84" fmla="*/ 836159 h 967356"/>
                <a:gd name="connsiteX85" fmla="*/ 827938 w 2912392"/>
                <a:gd name="connsiteY85" fmla="*/ 842533 h 967356"/>
                <a:gd name="connsiteX86" fmla="*/ 837679 w 2912392"/>
                <a:gd name="connsiteY86" fmla="*/ 848790 h 967356"/>
                <a:gd name="connsiteX87" fmla="*/ 847420 w 2912392"/>
                <a:gd name="connsiteY87" fmla="*/ 854929 h 967356"/>
                <a:gd name="connsiteX88" fmla="*/ 857159 w 2912392"/>
                <a:gd name="connsiteY88" fmla="*/ 860933 h 967356"/>
                <a:gd name="connsiteX89" fmla="*/ 866900 w 2912392"/>
                <a:gd name="connsiteY89" fmla="*/ 866803 h 967356"/>
                <a:gd name="connsiteX90" fmla="*/ 876641 w 2912392"/>
                <a:gd name="connsiteY90" fmla="*/ 872554 h 967356"/>
                <a:gd name="connsiteX91" fmla="*/ 886381 w 2912392"/>
                <a:gd name="connsiteY91" fmla="*/ 878156 h 967356"/>
                <a:gd name="connsiteX92" fmla="*/ 896122 w 2912392"/>
                <a:gd name="connsiteY92" fmla="*/ 883624 h 967356"/>
                <a:gd name="connsiteX93" fmla="*/ 905863 w 2912392"/>
                <a:gd name="connsiteY93" fmla="*/ 888943 h 967356"/>
                <a:gd name="connsiteX94" fmla="*/ 915602 w 2912392"/>
                <a:gd name="connsiteY94" fmla="*/ 894113 h 967356"/>
                <a:gd name="connsiteX95" fmla="*/ 925343 w 2912392"/>
                <a:gd name="connsiteY95" fmla="*/ 899149 h 967356"/>
                <a:gd name="connsiteX96" fmla="*/ 935084 w 2912392"/>
                <a:gd name="connsiteY96" fmla="*/ 904021 h 967356"/>
                <a:gd name="connsiteX97" fmla="*/ 944824 w 2912392"/>
                <a:gd name="connsiteY97" fmla="*/ 908744 h 967356"/>
                <a:gd name="connsiteX98" fmla="*/ 954564 w 2912392"/>
                <a:gd name="connsiteY98" fmla="*/ 913303 h 967356"/>
                <a:gd name="connsiteX99" fmla="*/ 964305 w 2912392"/>
                <a:gd name="connsiteY99" fmla="*/ 917698 h 967356"/>
                <a:gd name="connsiteX100" fmla="*/ 974045 w 2912392"/>
                <a:gd name="connsiteY100" fmla="*/ 921930 h 967356"/>
                <a:gd name="connsiteX101" fmla="*/ 983786 w 2912392"/>
                <a:gd name="connsiteY101" fmla="*/ 925997 h 967356"/>
                <a:gd name="connsiteX102" fmla="*/ 993522 w 2912392"/>
                <a:gd name="connsiteY102" fmla="*/ 929901 h 967356"/>
                <a:gd name="connsiteX103" fmla="*/ 1003266 w 2912392"/>
                <a:gd name="connsiteY103" fmla="*/ 933625 h 967356"/>
                <a:gd name="connsiteX104" fmla="*/ 1013010 w 2912392"/>
                <a:gd name="connsiteY104" fmla="*/ 937171 h 967356"/>
                <a:gd name="connsiteX105" fmla="*/ 1022754 w 2912392"/>
                <a:gd name="connsiteY105" fmla="*/ 940524 h 967356"/>
                <a:gd name="connsiteX106" fmla="*/ 1032483 w 2912392"/>
                <a:gd name="connsiteY106" fmla="*/ 943712 h 967356"/>
                <a:gd name="connsiteX107" fmla="*/ 1042227 w 2912392"/>
                <a:gd name="connsiteY107" fmla="*/ 946707 h 967356"/>
                <a:gd name="connsiteX108" fmla="*/ 1051971 w 2912392"/>
                <a:gd name="connsiteY108" fmla="*/ 949508 h 967356"/>
                <a:gd name="connsiteX109" fmla="*/ 1061715 w 2912392"/>
                <a:gd name="connsiteY109" fmla="*/ 952130 h 967356"/>
                <a:gd name="connsiteX110" fmla="*/ 1071444 w 2912392"/>
                <a:gd name="connsiteY110" fmla="*/ 954543 h 967356"/>
                <a:gd name="connsiteX111" fmla="*/ 1081188 w 2912392"/>
                <a:gd name="connsiteY111" fmla="*/ 956763 h 967356"/>
                <a:gd name="connsiteX112" fmla="*/ 1090932 w 2912392"/>
                <a:gd name="connsiteY112" fmla="*/ 958775 h 967356"/>
                <a:gd name="connsiteX113" fmla="*/ 1100676 w 2912392"/>
                <a:gd name="connsiteY113" fmla="*/ 960592 h 967356"/>
                <a:gd name="connsiteX114" fmla="*/ 1110405 w 2912392"/>
                <a:gd name="connsiteY114" fmla="*/ 962187 h 967356"/>
                <a:gd name="connsiteX115" fmla="*/ 1120149 w 2912392"/>
                <a:gd name="connsiteY115" fmla="*/ 963587 h 967356"/>
                <a:gd name="connsiteX116" fmla="*/ 1129893 w 2912392"/>
                <a:gd name="connsiteY116" fmla="*/ 964764 h 967356"/>
                <a:gd name="connsiteX117" fmla="*/ 1139637 w 2912392"/>
                <a:gd name="connsiteY117" fmla="*/ 965733 h 967356"/>
                <a:gd name="connsiteX118" fmla="*/ 1149381 w 2912392"/>
                <a:gd name="connsiteY118" fmla="*/ 966478 h 967356"/>
                <a:gd name="connsiteX119" fmla="*/ 1159110 w 2912392"/>
                <a:gd name="connsiteY119" fmla="*/ 966999 h 967356"/>
                <a:gd name="connsiteX120" fmla="*/ 1168854 w 2912392"/>
                <a:gd name="connsiteY120" fmla="*/ 967282 h 967356"/>
                <a:gd name="connsiteX121" fmla="*/ 1178598 w 2912392"/>
                <a:gd name="connsiteY121" fmla="*/ 967357 h 967356"/>
                <a:gd name="connsiteX122" fmla="*/ 1188341 w 2912392"/>
                <a:gd name="connsiteY122" fmla="*/ 967193 h 967356"/>
                <a:gd name="connsiteX123" fmla="*/ 1198070 w 2912392"/>
                <a:gd name="connsiteY123" fmla="*/ 966805 h 967356"/>
                <a:gd name="connsiteX124" fmla="*/ 1207814 w 2912392"/>
                <a:gd name="connsiteY124" fmla="*/ 966180 h 967356"/>
                <a:gd name="connsiteX125" fmla="*/ 1217558 w 2912392"/>
                <a:gd name="connsiteY125" fmla="*/ 965315 h 967356"/>
                <a:gd name="connsiteX126" fmla="*/ 1227302 w 2912392"/>
                <a:gd name="connsiteY126" fmla="*/ 964213 h 967356"/>
                <a:gd name="connsiteX127" fmla="*/ 1237031 w 2912392"/>
                <a:gd name="connsiteY127" fmla="*/ 962887 h 967356"/>
                <a:gd name="connsiteX128" fmla="*/ 1246775 w 2912392"/>
                <a:gd name="connsiteY128" fmla="*/ 961308 h 967356"/>
                <a:gd name="connsiteX129" fmla="*/ 1256519 w 2912392"/>
                <a:gd name="connsiteY129" fmla="*/ 959490 h 967356"/>
                <a:gd name="connsiteX130" fmla="*/ 1266263 w 2912392"/>
                <a:gd name="connsiteY130" fmla="*/ 957434 h 967356"/>
                <a:gd name="connsiteX131" fmla="*/ 1276007 w 2912392"/>
                <a:gd name="connsiteY131" fmla="*/ 955125 h 967356"/>
                <a:gd name="connsiteX132" fmla="*/ 1285736 w 2912392"/>
                <a:gd name="connsiteY132" fmla="*/ 952577 h 967356"/>
                <a:gd name="connsiteX133" fmla="*/ 1295480 w 2912392"/>
                <a:gd name="connsiteY133" fmla="*/ 949791 h 967356"/>
                <a:gd name="connsiteX134" fmla="*/ 1305224 w 2912392"/>
                <a:gd name="connsiteY134" fmla="*/ 946751 h 967356"/>
                <a:gd name="connsiteX135" fmla="*/ 1314968 w 2912392"/>
                <a:gd name="connsiteY135" fmla="*/ 943473 h 967356"/>
                <a:gd name="connsiteX136" fmla="*/ 1324697 w 2912392"/>
                <a:gd name="connsiteY136" fmla="*/ 939957 h 967356"/>
                <a:gd name="connsiteX137" fmla="*/ 1334441 w 2912392"/>
                <a:gd name="connsiteY137" fmla="*/ 936188 h 967356"/>
                <a:gd name="connsiteX138" fmla="*/ 1344185 w 2912392"/>
                <a:gd name="connsiteY138" fmla="*/ 932195 h 967356"/>
                <a:gd name="connsiteX139" fmla="*/ 1353929 w 2912392"/>
                <a:gd name="connsiteY139" fmla="*/ 927949 h 967356"/>
                <a:gd name="connsiteX140" fmla="*/ 1363658 w 2912392"/>
                <a:gd name="connsiteY140" fmla="*/ 923464 h 967356"/>
                <a:gd name="connsiteX141" fmla="*/ 1373402 w 2912392"/>
                <a:gd name="connsiteY141" fmla="*/ 918756 h 967356"/>
                <a:gd name="connsiteX142" fmla="*/ 1383146 w 2912392"/>
                <a:gd name="connsiteY142" fmla="*/ 913795 h 967356"/>
                <a:gd name="connsiteX143" fmla="*/ 1392890 w 2912392"/>
                <a:gd name="connsiteY143" fmla="*/ 908625 h 967356"/>
                <a:gd name="connsiteX144" fmla="*/ 1402619 w 2912392"/>
                <a:gd name="connsiteY144" fmla="*/ 903202 h 967356"/>
                <a:gd name="connsiteX145" fmla="*/ 1412363 w 2912392"/>
                <a:gd name="connsiteY145" fmla="*/ 897570 h 967356"/>
                <a:gd name="connsiteX146" fmla="*/ 1422106 w 2912392"/>
                <a:gd name="connsiteY146" fmla="*/ 891714 h 967356"/>
                <a:gd name="connsiteX147" fmla="*/ 1431850 w 2912392"/>
                <a:gd name="connsiteY147" fmla="*/ 885651 h 967356"/>
                <a:gd name="connsiteX148" fmla="*/ 1441594 w 2912392"/>
                <a:gd name="connsiteY148" fmla="*/ 879348 h 967356"/>
                <a:gd name="connsiteX149" fmla="*/ 1451323 w 2912392"/>
                <a:gd name="connsiteY149" fmla="*/ 872852 h 967356"/>
                <a:gd name="connsiteX150" fmla="*/ 1461067 w 2912392"/>
                <a:gd name="connsiteY150" fmla="*/ 866148 h 967356"/>
                <a:gd name="connsiteX151" fmla="*/ 1470811 w 2912392"/>
                <a:gd name="connsiteY151" fmla="*/ 859250 h 967356"/>
                <a:gd name="connsiteX152" fmla="*/ 1480555 w 2912392"/>
                <a:gd name="connsiteY152" fmla="*/ 852143 h 967356"/>
                <a:gd name="connsiteX153" fmla="*/ 1490284 w 2912392"/>
                <a:gd name="connsiteY153" fmla="*/ 844857 h 967356"/>
                <a:gd name="connsiteX154" fmla="*/ 1500028 w 2912392"/>
                <a:gd name="connsiteY154" fmla="*/ 837385 h 967356"/>
                <a:gd name="connsiteX155" fmla="*/ 1509772 w 2912392"/>
                <a:gd name="connsiteY155" fmla="*/ 829733 h 967356"/>
                <a:gd name="connsiteX156" fmla="*/ 1519516 w 2912392"/>
                <a:gd name="connsiteY156" fmla="*/ 821908 h 967356"/>
                <a:gd name="connsiteX157" fmla="*/ 1529245 w 2912392"/>
                <a:gd name="connsiteY157" fmla="*/ 813918 h 967356"/>
                <a:gd name="connsiteX158" fmla="*/ 1538989 w 2912392"/>
                <a:gd name="connsiteY158" fmla="*/ 805770 h 967356"/>
                <a:gd name="connsiteX159" fmla="*/ 1548733 w 2912392"/>
                <a:gd name="connsiteY159" fmla="*/ 797466 h 967356"/>
                <a:gd name="connsiteX160" fmla="*/ 1558477 w 2912392"/>
                <a:gd name="connsiteY160" fmla="*/ 789020 h 967356"/>
                <a:gd name="connsiteX161" fmla="*/ 1568221 w 2912392"/>
                <a:gd name="connsiteY161" fmla="*/ 780435 h 967356"/>
                <a:gd name="connsiteX162" fmla="*/ 1577950 w 2912392"/>
                <a:gd name="connsiteY162" fmla="*/ 771720 h 967356"/>
                <a:gd name="connsiteX163" fmla="*/ 1587694 w 2912392"/>
                <a:gd name="connsiteY163" fmla="*/ 762882 h 967356"/>
                <a:gd name="connsiteX164" fmla="*/ 1597438 w 2912392"/>
                <a:gd name="connsiteY164" fmla="*/ 753929 h 967356"/>
                <a:gd name="connsiteX165" fmla="*/ 1607182 w 2912392"/>
                <a:gd name="connsiteY165" fmla="*/ 744869 h 967356"/>
                <a:gd name="connsiteX166" fmla="*/ 1616911 w 2912392"/>
                <a:gd name="connsiteY166" fmla="*/ 735710 h 967356"/>
                <a:gd name="connsiteX167" fmla="*/ 1626655 w 2912392"/>
                <a:gd name="connsiteY167" fmla="*/ 726462 h 967356"/>
                <a:gd name="connsiteX168" fmla="*/ 1636399 w 2912392"/>
                <a:gd name="connsiteY168" fmla="*/ 717133 h 967356"/>
                <a:gd name="connsiteX169" fmla="*/ 1646142 w 2912392"/>
                <a:gd name="connsiteY169" fmla="*/ 707728 h 967356"/>
                <a:gd name="connsiteX170" fmla="*/ 1655872 w 2912392"/>
                <a:gd name="connsiteY170" fmla="*/ 698262 h 967356"/>
                <a:gd name="connsiteX171" fmla="*/ 1665616 w 2912392"/>
                <a:gd name="connsiteY171" fmla="*/ 688738 h 967356"/>
                <a:gd name="connsiteX172" fmla="*/ 1675359 w 2912392"/>
                <a:gd name="connsiteY172" fmla="*/ 679169 h 967356"/>
                <a:gd name="connsiteX173" fmla="*/ 1685103 w 2912392"/>
                <a:gd name="connsiteY173" fmla="*/ 669563 h 967356"/>
                <a:gd name="connsiteX174" fmla="*/ 1694832 w 2912392"/>
                <a:gd name="connsiteY174" fmla="*/ 659928 h 967356"/>
                <a:gd name="connsiteX175" fmla="*/ 1704576 w 2912392"/>
                <a:gd name="connsiteY175" fmla="*/ 650274 h 967356"/>
                <a:gd name="connsiteX176" fmla="*/ 1714320 w 2912392"/>
                <a:gd name="connsiteY176" fmla="*/ 640609 h 967356"/>
                <a:gd name="connsiteX177" fmla="*/ 1724064 w 2912392"/>
                <a:gd name="connsiteY177" fmla="*/ 630944 h 967356"/>
                <a:gd name="connsiteX178" fmla="*/ 1733808 w 2912392"/>
                <a:gd name="connsiteY178" fmla="*/ 621288 h 967356"/>
                <a:gd name="connsiteX179" fmla="*/ 1743537 w 2912392"/>
                <a:gd name="connsiteY179" fmla="*/ 611648 h 967356"/>
                <a:gd name="connsiteX180" fmla="*/ 1753281 w 2912392"/>
                <a:gd name="connsiteY180" fmla="*/ 602035 h 967356"/>
                <a:gd name="connsiteX181" fmla="*/ 1763025 w 2912392"/>
                <a:gd name="connsiteY181" fmla="*/ 592460 h 967356"/>
                <a:gd name="connsiteX182" fmla="*/ 1772769 w 2912392"/>
                <a:gd name="connsiteY182" fmla="*/ 582927 h 967356"/>
                <a:gd name="connsiteX183" fmla="*/ 1782498 w 2912392"/>
                <a:gd name="connsiteY183" fmla="*/ 573448 h 967356"/>
                <a:gd name="connsiteX184" fmla="*/ 1792242 w 2912392"/>
                <a:gd name="connsiteY184" fmla="*/ 564034 h 967356"/>
                <a:gd name="connsiteX185" fmla="*/ 1801986 w 2912392"/>
                <a:gd name="connsiteY185" fmla="*/ 554691 h 967356"/>
                <a:gd name="connsiteX186" fmla="*/ 1811730 w 2912392"/>
                <a:gd name="connsiteY186" fmla="*/ 545426 h 967356"/>
                <a:gd name="connsiteX187" fmla="*/ 1821459 w 2912392"/>
                <a:gd name="connsiteY187" fmla="*/ 536252 h 967356"/>
                <a:gd name="connsiteX188" fmla="*/ 1831203 w 2912392"/>
                <a:gd name="connsiteY188" fmla="*/ 527174 h 967356"/>
                <a:gd name="connsiteX189" fmla="*/ 1840947 w 2912392"/>
                <a:gd name="connsiteY189" fmla="*/ 518201 h 967356"/>
                <a:gd name="connsiteX190" fmla="*/ 1850691 w 2912392"/>
                <a:gd name="connsiteY190" fmla="*/ 509341 h 967356"/>
                <a:gd name="connsiteX191" fmla="*/ 1860435 w 2912392"/>
                <a:gd name="connsiteY191" fmla="*/ 500601 h 967356"/>
                <a:gd name="connsiteX192" fmla="*/ 1870164 w 2912392"/>
                <a:gd name="connsiteY192" fmla="*/ 491990 h 967356"/>
                <a:gd name="connsiteX193" fmla="*/ 1879908 w 2912392"/>
                <a:gd name="connsiteY193" fmla="*/ 483514 h 967356"/>
                <a:gd name="connsiteX194" fmla="*/ 1889652 w 2912392"/>
                <a:gd name="connsiteY194" fmla="*/ 475179 h 967356"/>
                <a:gd name="connsiteX195" fmla="*/ 1899395 w 2912392"/>
                <a:gd name="connsiteY195" fmla="*/ 466995 h 967356"/>
                <a:gd name="connsiteX196" fmla="*/ 1909124 w 2912392"/>
                <a:gd name="connsiteY196" fmla="*/ 458965 h 967356"/>
                <a:gd name="connsiteX197" fmla="*/ 1918868 w 2912392"/>
                <a:gd name="connsiteY197" fmla="*/ 451095 h 967356"/>
                <a:gd name="connsiteX198" fmla="*/ 1928612 w 2912392"/>
                <a:gd name="connsiteY198" fmla="*/ 443391 h 967356"/>
                <a:gd name="connsiteX199" fmla="*/ 1938356 w 2912392"/>
                <a:gd name="connsiteY199" fmla="*/ 435859 h 967356"/>
                <a:gd name="connsiteX200" fmla="*/ 1948085 w 2912392"/>
                <a:gd name="connsiteY200" fmla="*/ 428504 h 967356"/>
                <a:gd name="connsiteX201" fmla="*/ 1957829 w 2912392"/>
                <a:gd name="connsiteY201" fmla="*/ 421328 h 967356"/>
                <a:gd name="connsiteX202" fmla="*/ 1967573 w 2912392"/>
                <a:gd name="connsiteY202" fmla="*/ 414338 h 967356"/>
                <a:gd name="connsiteX203" fmla="*/ 1977317 w 2912392"/>
                <a:gd name="connsiteY203" fmla="*/ 407535 h 967356"/>
                <a:gd name="connsiteX204" fmla="*/ 1987046 w 2912392"/>
                <a:gd name="connsiteY204" fmla="*/ 400923 h 967356"/>
                <a:gd name="connsiteX205" fmla="*/ 1996790 w 2912392"/>
                <a:gd name="connsiteY205" fmla="*/ 394504 h 967356"/>
                <a:gd name="connsiteX206" fmla="*/ 2006534 w 2912392"/>
                <a:gd name="connsiteY206" fmla="*/ 388281 h 967356"/>
                <a:gd name="connsiteX207" fmla="*/ 2016278 w 2912392"/>
                <a:gd name="connsiteY207" fmla="*/ 382254 h 967356"/>
                <a:gd name="connsiteX208" fmla="*/ 2026022 w 2912392"/>
                <a:gd name="connsiteY208" fmla="*/ 376424 h 967356"/>
                <a:gd name="connsiteX209" fmla="*/ 2035751 w 2912392"/>
                <a:gd name="connsiteY209" fmla="*/ 370794 h 967356"/>
                <a:gd name="connsiteX210" fmla="*/ 2045495 w 2912392"/>
                <a:gd name="connsiteY210" fmla="*/ 365362 h 967356"/>
                <a:gd name="connsiteX211" fmla="*/ 2055239 w 2912392"/>
                <a:gd name="connsiteY211" fmla="*/ 360128 h 967356"/>
                <a:gd name="connsiteX212" fmla="*/ 2064983 w 2912392"/>
                <a:gd name="connsiteY212" fmla="*/ 355090 h 967356"/>
                <a:gd name="connsiteX213" fmla="*/ 2074712 w 2912392"/>
                <a:gd name="connsiteY213" fmla="*/ 350247 h 967356"/>
                <a:gd name="connsiteX214" fmla="*/ 2084456 w 2912392"/>
                <a:gd name="connsiteY214" fmla="*/ 345597 h 967356"/>
                <a:gd name="connsiteX215" fmla="*/ 2094200 w 2912392"/>
                <a:gd name="connsiteY215" fmla="*/ 341136 h 967356"/>
                <a:gd name="connsiteX216" fmla="*/ 2103944 w 2912392"/>
                <a:gd name="connsiteY216" fmla="*/ 336863 h 967356"/>
                <a:gd name="connsiteX217" fmla="*/ 2113673 w 2912392"/>
                <a:gd name="connsiteY217" fmla="*/ 332772 h 967356"/>
                <a:gd name="connsiteX218" fmla="*/ 2123417 w 2912392"/>
                <a:gd name="connsiteY218" fmla="*/ 328859 h 967356"/>
                <a:gd name="connsiteX219" fmla="*/ 2133161 w 2912392"/>
                <a:gd name="connsiteY219" fmla="*/ 325121 h 967356"/>
                <a:gd name="connsiteX220" fmla="*/ 2142905 w 2912392"/>
                <a:gd name="connsiteY220" fmla="*/ 321551 h 967356"/>
                <a:gd name="connsiteX221" fmla="*/ 2152649 w 2912392"/>
                <a:gd name="connsiteY221" fmla="*/ 318142 h 967356"/>
                <a:gd name="connsiteX222" fmla="*/ 2162377 w 2912392"/>
                <a:gd name="connsiteY222" fmla="*/ 314891 h 967356"/>
                <a:gd name="connsiteX223" fmla="*/ 2172121 w 2912392"/>
                <a:gd name="connsiteY223" fmla="*/ 311789 h 967356"/>
                <a:gd name="connsiteX224" fmla="*/ 2181865 w 2912392"/>
                <a:gd name="connsiteY224" fmla="*/ 308829 h 967356"/>
                <a:gd name="connsiteX225" fmla="*/ 2191609 w 2912392"/>
                <a:gd name="connsiteY225" fmla="*/ 306004 h 967356"/>
                <a:gd name="connsiteX226" fmla="*/ 2201338 w 2912392"/>
                <a:gd name="connsiteY226" fmla="*/ 303306 h 967356"/>
                <a:gd name="connsiteX227" fmla="*/ 2211082 w 2912392"/>
                <a:gd name="connsiteY227" fmla="*/ 300726 h 967356"/>
                <a:gd name="connsiteX228" fmla="*/ 2220826 w 2912392"/>
                <a:gd name="connsiteY228" fmla="*/ 298255 h 967356"/>
                <a:gd name="connsiteX229" fmla="*/ 2230570 w 2912392"/>
                <a:gd name="connsiteY229" fmla="*/ 295886 h 967356"/>
                <a:gd name="connsiteX230" fmla="*/ 2240299 w 2912392"/>
                <a:gd name="connsiteY230" fmla="*/ 293607 h 967356"/>
                <a:gd name="connsiteX231" fmla="*/ 2250043 w 2912392"/>
                <a:gd name="connsiteY231" fmla="*/ 291411 h 967356"/>
                <a:gd name="connsiteX232" fmla="*/ 2259787 w 2912392"/>
                <a:gd name="connsiteY232" fmla="*/ 289286 h 967356"/>
                <a:gd name="connsiteX233" fmla="*/ 2269531 w 2912392"/>
                <a:gd name="connsiteY233" fmla="*/ 287223 h 967356"/>
                <a:gd name="connsiteX234" fmla="*/ 2279260 w 2912392"/>
                <a:gd name="connsiteY234" fmla="*/ 285211 h 967356"/>
                <a:gd name="connsiteX235" fmla="*/ 2289004 w 2912392"/>
                <a:gd name="connsiteY235" fmla="*/ 283242 h 967356"/>
                <a:gd name="connsiteX236" fmla="*/ 2298748 w 2912392"/>
                <a:gd name="connsiteY236" fmla="*/ 281305 h 967356"/>
                <a:gd name="connsiteX237" fmla="*/ 2308492 w 2912392"/>
                <a:gd name="connsiteY237" fmla="*/ 279387 h 967356"/>
                <a:gd name="connsiteX238" fmla="*/ 2318236 w 2912392"/>
                <a:gd name="connsiteY238" fmla="*/ 277482 h 967356"/>
                <a:gd name="connsiteX239" fmla="*/ 2327965 w 2912392"/>
                <a:gd name="connsiteY239" fmla="*/ 275576 h 967356"/>
                <a:gd name="connsiteX240" fmla="*/ 2337709 w 2912392"/>
                <a:gd name="connsiteY240" fmla="*/ 273660 h 967356"/>
                <a:gd name="connsiteX241" fmla="*/ 2347453 w 2912392"/>
                <a:gd name="connsiteY241" fmla="*/ 271725 h 967356"/>
                <a:gd name="connsiteX242" fmla="*/ 2357197 w 2912392"/>
                <a:gd name="connsiteY242" fmla="*/ 269758 h 967356"/>
                <a:gd name="connsiteX243" fmla="*/ 2366926 w 2912392"/>
                <a:gd name="connsiteY243" fmla="*/ 267753 h 967356"/>
                <a:gd name="connsiteX244" fmla="*/ 2376670 w 2912392"/>
                <a:gd name="connsiteY244" fmla="*/ 265698 h 967356"/>
                <a:gd name="connsiteX245" fmla="*/ 2386413 w 2912392"/>
                <a:gd name="connsiteY245" fmla="*/ 263585 h 967356"/>
                <a:gd name="connsiteX246" fmla="*/ 2396157 w 2912392"/>
                <a:gd name="connsiteY246" fmla="*/ 261404 h 967356"/>
                <a:gd name="connsiteX247" fmla="*/ 2405886 w 2912392"/>
                <a:gd name="connsiteY247" fmla="*/ 259145 h 967356"/>
                <a:gd name="connsiteX248" fmla="*/ 2415630 w 2912392"/>
                <a:gd name="connsiteY248" fmla="*/ 256805 h 967356"/>
                <a:gd name="connsiteX249" fmla="*/ 2425374 w 2912392"/>
                <a:gd name="connsiteY249" fmla="*/ 254369 h 967356"/>
                <a:gd name="connsiteX250" fmla="*/ 2435118 w 2912392"/>
                <a:gd name="connsiteY250" fmla="*/ 251835 h 967356"/>
                <a:gd name="connsiteX251" fmla="*/ 2444862 w 2912392"/>
                <a:gd name="connsiteY251" fmla="*/ 249193 h 967356"/>
                <a:gd name="connsiteX252" fmla="*/ 2454591 w 2912392"/>
                <a:gd name="connsiteY252" fmla="*/ 246438 h 967356"/>
                <a:gd name="connsiteX253" fmla="*/ 2464335 w 2912392"/>
                <a:gd name="connsiteY253" fmla="*/ 243563 h 967356"/>
                <a:gd name="connsiteX254" fmla="*/ 2474079 w 2912392"/>
                <a:gd name="connsiteY254" fmla="*/ 240562 h 967356"/>
                <a:gd name="connsiteX255" fmla="*/ 2483823 w 2912392"/>
                <a:gd name="connsiteY255" fmla="*/ 237432 h 967356"/>
                <a:gd name="connsiteX256" fmla="*/ 2493552 w 2912392"/>
                <a:gd name="connsiteY256" fmla="*/ 234167 h 967356"/>
                <a:gd name="connsiteX257" fmla="*/ 2503296 w 2912392"/>
                <a:gd name="connsiteY257" fmla="*/ 230764 h 967356"/>
                <a:gd name="connsiteX258" fmla="*/ 2513040 w 2912392"/>
                <a:gd name="connsiteY258" fmla="*/ 227218 h 967356"/>
                <a:gd name="connsiteX259" fmla="*/ 2522784 w 2912392"/>
                <a:gd name="connsiteY259" fmla="*/ 223531 h 967356"/>
                <a:gd name="connsiteX260" fmla="*/ 2532513 w 2912392"/>
                <a:gd name="connsiteY260" fmla="*/ 219696 h 967356"/>
                <a:gd name="connsiteX261" fmla="*/ 2542257 w 2912392"/>
                <a:gd name="connsiteY261" fmla="*/ 215713 h 967356"/>
                <a:gd name="connsiteX262" fmla="*/ 2552001 w 2912392"/>
                <a:gd name="connsiteY262" fmla="*/ 211583 h 967356"/>
                <a:gd name="connsiteX263" fmla="*/ 2561745 w 2912392"/>
                <a:gd name="connsiteY263" fmla="*/ 207306 h 967356"/>
                <a:gd name="connsiteX264" fmla="*/ 2571474 w 2912392"/>
                <a:gd name="connsiteY264" fmla="*/ 202881 h 967356"/>
                <a:gd name="connsiteX265" fmla="*/ 2581218 w 2912392"/>
                <a:gd name="connsiteY265" fmla="*/ 198310 h 967356"/>
                <a:gd name="connsiteX266" fmla="*/ 2590962 w 2912392"/>
                <a:gd name="connsiteY266" fmla="*/ 193596 h 967356"/>
                <a:gd name="connsiteX267" fmla="*/ 2600705 w 2912392"/>
                <a:gd name="connsiteY267" fmla="*/ 188739 h 967356"/>
                <a:gd name="connsiteX268" fmla="*/ 2610449 w 2912392"/>
                <a:gd name="connsiteY268" fmla="*/ 183745 h 967356"/>
                <a:gd name="connsiteX269" fmla="*/ 2620178 w 2912392"/>
                <a:gd name="connsiteY269" fmla="*/ 178616 h 967356"/>
                <a:gd name="connsiteX270" fmla="*/ 2629922 w 2912392"/>
                <a:gd name="connsiteY270" fmla="*/ 173357 h 967356"/>
                <a:gd name="connsiteX271" fmla="*/ 2639666 w 2912392"/>
                <a:gd name="connsiteY271" fmla="*/ 167974 h 967356"/>
                <a:gd name="connsiteX272" fmla="*/ 2649410 w 2912392"/>
                <a:gd name="connsiteY272" fmla="*/ 162470 h 967356"/>
                <a:gd name="connsiteX273" fmla="*/ 2659139 w 2912392"/>
                <a:gd name="connsiteY273" fmla="*/ 156855 h 967356"/>
                <a:gd name="connsiteX274" fmla="*/ 2668883 w 2912392"/>
                <a:gd name="connsiteY274" fmla="*/ 151132 h 967356"/>
                <a:gd name="connsiteX275" fmla="*/ 2678627 w 2912392"/>
                <a:gd name="connsiteY275" fmla="*/ 145310 h 967356"/>
                <a:gd name="connsiteX276" fmla="*/ 2688371 w 2912392"/>
                <a:gd name="connsiteY276" fmla="*/ 139395 h 967356"/>
                <a:gd name="connsiteX277" fmla="*/ 2698100 w 2912392"/>
                <a:gd name="connsiteY277" fmla="*/ 133397 h 967356"/>
                <a:gd name="connsiteX278" fmla="*/ 2707844 w 2912392"/>
                <a:gd name="connsiteY278" fmla="*/ 127322 h 967356"/>
                <a:gd name="connsiteX279" fmla="*/ 2717588 w 2912392"/>
                <a:gd name="connsiteY279" fmla="*/ 121182 h 967356"/>
                <a:gd name="connsiteX280" fmla="*/ 2727332 w 2912392"/>
                <a:gd name="connsiteY280" fmla="*/ 114984 h 967356"/>
                <a:gd name="connsiteX281" fmla="*/ 2737076 w 2912392"/>
                <a:gd name="connsiteY281" fmla="*/ 108739 h 967356"/>
                <a:gd name="connsiteX282" fmla="*/ 2746805 w 2912392"/>
                <a:gd name="connsiteY282" fmla="*/ 102454 h 967356"/>
                <a:gd name="connsiteX283" fmla="*/ 2756549 w 2912392"/>
                <a:gd name="connsiteY283" fmla="*/ 96143 h 967356"/>
                <a:gd name="connsiteX284" fmla="*/ 2766293 w 2912392"/>
                <a:gd name="connsiteY284" fmla="*/ 89813 h 967356"/>
                <a:gd name="connsiteX285" fmla="*/ 2776037 w 2912392"/>
                <a:gd name="connsiteY285" fmla="*/ 83476 h 967356"/>
                <a:gd name="connsiteX286" fmla="*/ 2785766 w 2912392"/>
                <a:gd name="connsiteY286" fmla="*/ 77142 h 967356"/>
                <a:gd name="connsiteX287" fmla="*/ 2795510 w 2912392"/>
                <a:gd name="connsiteY287" fmla="*/ 70824 h 967356"/>
                <a:gd name="connsiteX288" fmla="*/ 2805254 w 2912392"/>
                <a:gd name="connsiteY288" fmla="*/ 64529 h 967356"/>
                <a:gd name="connsiteX289" fmla="*/ 2814998 w 2912392"/>
                <a:gd name="connsiteY289" fmla="*/ 58270 h 967356"/>
                <a:gd name="connsiteX290" fmla="*/ 2824727 w 2912392"/>
                <a:gd name="connsiteY290" fmla="*/ 52057 h 967356"/>
                <a:gd name="connsiteX291" fmla="*/ 2834471 w 2912392"/>
                <a:gd name="connsiteY291" fmla="*/ 45904 h 967356"/>
                <a:gd name="connsiteX292" fmla="*/ 2844215 w 2912392"/>
                <a:gd name="connsiteY292" fmla="*/ 39816 h 967356"/>
                <a:gd name="connsiteX293" fmla="*/ 2853958 w 2912392"/>
                <a:gd name="connsiteY293" fmla="*/ 33809 h 967356"/>
                <a:gd name="connsiteX294" fmla="*/ 2863687 w 2912392"/>
                <a:gd name="connsiteY294" fmla="*/ 27891 h 967356"/>
                <a:gd name="connsiteX295" fmla="*/ 2873431 w 2912392"/>
                <a:gd name="connsiteY295" fmla="*/ 22073 h 967356"/>
                <a:gd name="connsiteX296" fmla="*/ 2883175 w 2912392"/>
                <a:gd name="connsiteY296" fmla="*/ 16365 h 967356"/>
                <a:gd name="connsiteX297" fmla="*/ 2892919 w 2912392"/>
                <a:gd name="connsiteY297" fmla="*/ 10776 h 967356"/>
                <a:gd name="connsiteX298" fmla="*/ 2902663 w 2912392"/>
                <a:gd name="connsiteY298" fmla="*/ 5319 h 967356"/>
                <a:gd name="connsiteX299" fmla="*/ 2912392 w 2912392"/>
                <a:gd name="connsiteY299" fmla="*/ 0 h 967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967356">
                  <a:moveTo>
                    <a:pt x="0" y="401514"/>
                  </a:moveTo>
                  <a:lnTo>
                    <a:pt x="9739" y="400759"/>
                  </a:lnTo>
                  <a:lnTo>
                    <a:pt x="19480" y="400157"/>
                  </a:lnTo>
                  <a:lnTo>
                    <a:pt x="29221" y="399713"/>
                  </a:lnTo>
                  <a:lnTo>
                    <a:pt x="38961" y="399430"/>
                  </a:lnTo>
                  <a:lnTo>
                    <a:pt x="48702" y="399311"/>
                  </a:lnTo>
                  <a:lnTo>
                    <a:pt x="58443" y="399361"/>
                  </a:lnTo>
                  <a:lnTo>
                    <a:pt x="68182" y="399583"/>
                  </a:lnTo>
                  <a:lnTo>
                    <a:pt x="77923" y="399978"/>
                  </a:lnTo>
                  <a:lnTo>
                    <a:pt x="87664" y="400552"/>
                  </a:lnTo>
                  <a:lnTo>
                    <a:pt x="97404" y="401304"/>
                  </a:lnTo>
                  <a:lnTo>
                    <a:pt x="107145" y="402240"/>
                  </a:lnTo>
                  <a:lnTo>
                    <a:pt x="116886" y="403360"/>
                  </a:lnTo>
                  <a:lnTo>
                    <a:pt x="126625" y="404667"/>
                  </a:lnTo>
                  <a:lnTo>
                    <a:pt x="136366" y="406164"/>
                  </a:lnTo>
                  <a:lnTo>
                    <a:pt x="146107" y="407851"/>
                  </a:lnTo>
                  <a:lnTo>
                    <a:pt x="155846" y="409729"/>
                  </a:lnTo>
                  <a:lnTo>
                    <a:pt x="165587" y="411802"/>
                  </a:lnTo>
                  <a:lnTo>
                    <a:pt x="175328" y="414068"/>
                  </a:lnTo>
                  <a:lnTo>
                    <a:pt x="185068" y="416531"/>
                  </a:lnTo>
                  <a:lnTo>
                    <a:pt x="194809" y="419189"/>
                  </a:lnTo>
                  <a:lnTo>
                    <a:pt x="204550" y="422042"/>
                  </a:lnTo>
                  <a:lnTo>
                    <a:pt x="214289" y="425092"/>
                  </a:lnTo>
                  <a:lnTo>
                    <a:pt x="224030" y="428337"/>
                  </a:lnTo>
                  <a:lnTo>
                    <a:pt x="233771" y="431777"/>
                  </a:lnTo>
                  <a:lnTo>
                    <a:pt x="243510" y="435412"/>
                  </a:lnTo>
                  <a:lnTo>
                    <a:pt x="253251" y="439240"/>
                  </a:lnTo>
                  <a:lnTo>
                    <a:pt x="262992" y="443260"/>
                  </a:lnTo>
                  <a:lnTo>
                    <a:pt x="272732" y="447469"/>
                  </a:lnTo>
                  <a:lnTo>
                    <a:pt x="282473" y="451867"/>
                  </a:lnTo>
                  <a:lnTo>
                    <a:pt x="292214" y="456450"/>
                  </a:lnTo>
                  <a:lnTo>
                    <a:pt x="301953" y="461217"/>
                  </a:lnTo>
                  <a:lnTo>
                    <a:pt x="311694" y="466164"/>
                  </a:lnTo>
                  <a:lnTo>
                    <a:pt x="321435" y="471288"/>
                  </a:lnTo>
                  <a:lnTo>
                    <a:pt x="331175" y="476584"/>
                  </a:lnTo>
                  <a:lnTo>
                    <a:pt x="340916" y="482052"/>
                  </a:lnTo>
                  <a:lnTo>
                    <a:pt x="350656" y="487684"/>
                  </a:lnTo>
                  <a:lnTo>
                    <a:pt x="360396" y="493480"/>
                  </a:lnTo>
                  <a:lnTo>
                    <a:pt x="370137" y="499430"/>
                  </a:lnTo>
                  <a:lnTo>
                    <a:pt x="379878" y="505534"/>
                  </a:lnTo>
                  <a:lnTo>
                    <a:pt x="389617" y="511784"/>
                  </a:lnTo>
                  <a:lnTo>
                    <a:pt x="399358" y="518178"/>
                  </a:lnTo>
                  <a:lnTo>
                    <a:pt x="409099" y="524706"/>
                  </a:lnTo>
                  <a:lnTo>
                    <a:pt x="418839" y="531365"/>
                  </a:lnTo>
                  <a:lnTo>
                    <a:pt x="428580" y="538150"/>
                  </a:lnTo>
                  <a:lnTo>
                    <a:pt x="438321" y="545052"/>
                  </a:lnTo>
                  <a:lnTo>
                    <a:pt x="448060" y="552067"/>
                  </a:lnTo>
                  <a:lnTo>
                    <a:pt x="457801" y="559189"/>
                  </a:lnTo>
                  <a:lnTo>
                    <a:pt x="467542" y="566409"/>
                  </a:lnTo>
                  <a:lnTo>
                    <a:pt x="477281" y="573723"/>
                  </a:lnTo>
                  <a:lnTo>
                    <a:pt x="487022" y="581121"/>
                  </a:lnTo>
                  <a:lnTo>
                    <a:pt x="496763" y="588599"/>
                  </a:lnTo>
                  <a:lnTo>
                    <a:pt x="506503" y="596150"/>
                  </a:lnTo>
                  <a:lnTo>
                    <a:pt x="516244" y="603766"/>
                  </a:lnTo>
                  <a:lnTo>
                    <a:pt x="525985" y="611441"/>
                  </a:lnTo>
                  <a:lnTo>
                    <a:pt x="535724" y="619166"/>
                  </a:lnTo>
                  <a:lnTo>
                    <a:pt x="545465" y="626936"/>
                  </a:lnTo>
                  <a:lnTo>
                    <a:pt x="555206" y="634743"/>
                  </a:lnTo>
                  <a:lnTo>
                    <a:pt x="564946" y="642580"/>
                  </a:lnTo>
                  <a:lnTo>
                    <a:pt x="574687" y="650439"/>
                  </a:lnTo>
                  <a:lnTo>
                    <a:pt x="584428" y="658316"/>
                  </a:lnTo>
                  <a:lnTo>
                    <a:pt x="594167" y="666202"/>
                  </a:lnTo>
                  <a:lnTo>
                    <a:pt x="603908" y="674090"/>
                  </a:lnTo>
                  <a:lnTo>
                    <a:pt x="613649" y="681974"/>
                  </a:lnTo>
                  <a:lnTo>
                    <a:pt x="623388" y="689847"/>
                  </a:lnTo>
                  <a:lnTo>
                    <a:pt x="633129" y="697704"/>
                  </a:lnTo>
                  <a:lnTo>
                    <a:pt x="642870" y="705537"/>
                  </a:lnTo>
                  <a:lnTo>
                    <a:pt x="652610" y="713341"/>
                  </a:lnTo>
                  <a:lnTo>
                    <a:pt x="662351" y="721108"/>
                  </a:lnTo>
                  <a:lnTo>
                    <a:pt x="672092" y="728834"/>
                  </a:lnTo>
                  <a:lnTo>
                    <a:pt x="681831" y="736513"/>
                  </a:lnTo>
                  <a:lnTo>
                    <a:pt x="691572" y="744139"/>
                  </a:lnTo>
                  <a:lnTo>
                    <a:pt x="701313" y="751706"/>
                  </a:lnTo>
                  <a:lnTo>
                    <a:pt x="711052" y="759209"/>
                  </a:lnTo>
                  <a:lnTo>
                    <a:pt x="720793" y="766642"/>
                  </a:lnTo>
                  <a:lnTo>
                    <a:pt x="730534" y="774004"/>
                  </a:lnTo>
                  <a:lnTo>
                    <a:pt x="740274" y="781285"/>
                  </a:lnTo>
                  <a:lnTo>
                    <a:pt x="750015" y="788482"/>
                  </a:lnTo>
                  <a:lnTo>
                    <a:pt x="759756" y="795591"/>
                  </a:lnTo>
                  <a:lnTo>
                    <a:pt x="769495" y="802608"/>
                  </a:lnTo>
                  <a:lnTo>
                    <a:pt x="779236" y="809529"/>
                  </a:lnTo>
                  <a:lnTo>
                    <a:pt x="788977" y="816348"/>
                  </a:lnTo>
                  <a:lnTo>
                    <a:pt x="798717" y="823061"/>
                  </a:lnTo>
                  <a:lnTo>
                    <a:pt x="808458" y="829668"/>
                  </a:lnTo>
                  <a:lnTo>
                    <a:pt x="818199" y="836159"/>
                  </a:lnTo>
                  <a:lnTo>
                    <a:pt x="827938" y="842533"/>
                  </a:lnTo>
                  <a:lnTo>
                    <a:pt x="837679" y="848790"/>
                  </a:lnTo>
                  <a:lnTo>
                    <a:pt x="847420" y="854929"/>
                  </a:lnTo>
                  <a:lnTo>
                    <a:pt x="857159" y="860933"/>
                  </a:lnTo>
                  <a:lnTo>
                    <a:pt x="866900" y="866803"/>
                  </a:lnTo>
                  <a:lnTo>
                    <a:pt x="876641" y="872554"/>
                  </a:lnTo>
                  <a:lnTo>
                    <a:pt x="886381" y="878156"/>
                  </a:lnTo>
                  <a:lnTo>
                    <a:pt x="896122" y="883624"/>
                  </a:lnTo>
                  <a:lnTo>
                    <a:pt x="905863" y="888943"/>
                  </a:lnTo>
                  <a:lnTo>
                    <a:pt x="915602" y="894113"/>
                  </a:lnTo>
                  <a:lnTo>
                    <a:pt x="925343" y="899149"/>
                  </a:lnTo>
                  <a:lnTo>
                    <a:pt x="935084" y="904021"/>
                  </a:lnTo>
                  <a:lnTo>
                    <a:pt x="944824" y="908744"/>
                  </a:lnTo>
                  <a:lnTo>
                    <a:pt x="954564" y="913303"/>
                  </a:lnTo>
                  <a:lnTo>
                    <a:pt x="964305" y="917698"/>
                  </a:lnTo>
                  <a:lnTo>
                    <a:pt x="974045" y="921930"/>
                  </a:lnTo>
                  <a:lnTo>
                    <a:pt x="983786" y="925997"/>
                  </a:lnTo>
                  <a:lnTo>
                    <a:pt x="993522" y="929901"/>
                  </a:lnTo>
                  <a:lnTo>
                    <a:pt x="1003266" y="933625"/>
                  </a:lnTo>
                  <a:lnTo>
                    <a:pt x="1013010" y="937171"/>
                  </a:lnTo>
                  <a:lnTo>
                    <a:pt x="1022754" y="940524"/>
                  </a:lnTo>
                  <a:lnTo>
                    <a:pt x="1032483" y="943712"/>
                  </a:lnTo>
                  <a:lnTo>
                    <a:pt x="1042227" y="946707"/>
                  </a:lnTo>
                  <a:lnTo>
                    <a:pt x="1051971" y="949508"/>
                  </a:lnTo>
                  <a:lnTo>
                    <a:pt x="1061715" y="952130"/>
                  </a:lnTo>
                  <a:lnTo>
                    <a:pt x="1071444" y="954543"/>
                  </a:lnTo>
                  <a:lnTo>
                    <a:pt x="1081188" y="956763"/>
                  </a:lnTo>
                  <a:lnTo>
                    <a:pt x="1090932" y="958775"/>
                  </a:lnTo>
                  <a:lnTo>
                    <a:pt x="1100676" y="960592"/>
                  </a:lnTo>
                  <a:lnTo>
                    <a:pt x="1110405" y="962187"/>
                  </a:lnTo>
                  <a:lnTo>
                    <a:pt x="1120149" y="963587"/>
                  </a:lnTo>
                  <a:lnTo>
                    <a:pt x="1129893" y="964764"/>
                  </a:lnTo>
                  <a:lnTo>
                    <a:pt x="1139637" y="965733"/>
                  </a:lnTo>
                  <a:lnTo>
                    <a:pt x="1149381" y="966478"/>
                  </a:lnTo>
                  <a:lnTo>
                    <a:pt x="1159110" y="966999"/>
                  </a:lnTo>
                  <a:lnTo>
                    <a:pt x="1168854" y="967282"/>
                  </a:lnTo>
                  <a:lnTo>
                    <a:pt x="1178598" y="967357"/>
                  </a:lnTo>
                  <a:lnTo>
                    <a:pt x="1188341" y="967193"/>
                  </a:lnTo>
                  <a:lnTo>
                    <a:pt x="1198070" y="966805"/>
                  </a:lnTo>
                  <a:lnTo>
                    <a:pt x="1207814" y="966180"/>
                  </a:lnTo>
                  <a:lnTo>
                    <a:pt x="1217558" y="965315"/>
                  </a:lnTo>
                  <a:lnTo>
                    <a:pt x="1227302" y="964213"/>
                  </a:lnTo>
                  <a:lnTo>
                    <a:pt x="1237031" y="962887"/>
                  </a:lnTo>
                  <a:lnTo>
                    <a:pt x="1246775" y="961308"/>
                  </a:lnTo>
                  <a:lnTo>
                    <a:pt x="1256519" y="959490"/>
                  </a:lnTo>
                  <a:lnTo>
                    <a:pt x="1266263" y="957434"/>
                  </a:lnTo>
                  <a:lnTo>
                    <a:pt x="1276007" y="955125"/>
                  </a:lnTo>
                  <a:lnTo>
                    <a:pt x="1285736" y="952577"/>
                  </a:lnTo>
                  <a:lnTo>
                    <a:pt x="1295480" y="949791"/>
                  </a:lnTo>
                  <a:lnTo>
                    <a:pt x="1305224" y="946751"/>
                  </a:lnTo>
                  <a:lnTo>
                    <a:pt x="1314968" y="943473"/>
                  </a:lnTo>
                  <a:lnTo>
                    <a:pt x="1324697" y="939957"/>
                  </a:lnTo>
                  <a:lnTo>
                    <a:pt x="1334441" y="936188"/>
                  </a:lnTo>
                  <a:lnTo>
                    <a:pt x="1344185" y="932195"/>
                  </a:lnTo>
                  <a:lnTo>
                    <a:pt x="1353929" y="927949"/>
                  </a:lnTo>
                  <a:lnTo>
                    <a:pt x="1363658" y="923464"/>
                  </a:lnTo>
                  <a:lnTo>
                    <a:pt x="1373402" y="918756"/>
                  </a:lnTo>
                  <a:lnTo>
                    <a:pt x="1383146" y="913795"/>
                  </a:lnTo>
                  <a:lnTo>
                    <a:pt x="1392890" y="908625"/>
                  </a:lnTo>
                  <a:lnTo>
                    <a:pt x="1402619" y="903202"/>
                  </a:lnTo>
                  <a:lnTo>
                    <a:pt x="1412363" y="897570"/>
                  </a:lnTo>
                  <a:lnTo>
                    <a:pt x="1422106" y="891714"/>
                  </a:lnTo>
                  <a:lnTo>
                    <a:pt x="1431850" y="885651"/>
                  </a:lnTo>
                  <a:lnTo>
                    <a:pt x="1441594" y="879348"/>
                  </a:lnTo>
                  <a:lnTo>
                    <a:pt x="1451323" y="872852"/>
                  </a:lnTo>
                  <a:lnTo>
                    <a:pt x="1461067" y="866148"/>
                  </a:lnTo>
                  <a:lnTo>
                    <a:pt x="1470811" y="859250"/>
                  </a:lnTo>
                  <a:lnTo>
                    <a:pt x="1480555" y="852143"/>
                  </a:lnTo>
                  <a:lnTo>
                    <a:pt x="1490284" y="844857"/>
                  </a:lnTo>
                  <a:lnTo>
                    <a:pt x="1500028" y="837385"/>
                  </a:lnTo>
                  <a:lnTo>
                    <a:pt x="1509772" y="829733"/>
                  </a:lnTo>
                  <a:lnTo>
                    <a:pt x="1519516" y="821908"/>
                  </a:lnTo>
                  <a:lnTo>
                    <a:pt x="1529245" y="813918"/>
                  </a:lnTo>
                  <a:lnTo>
                    <a:pt x="1538989" y="805770"/>
                  </a:lnTo>
                  <a:lnTo>
                    <a:pt x="1548733" y="797466"/>
                  </a:lnTo>
                  <a:lnTo>
                    <a:pt x="1558477" y="789020"/>
                  </a:lnTo>
                  <a:lnTo>
                    <a:pt x="1568221" y="780435"/>
                  </a:lnTo>
                  <a:lnTo>
                    <a:pt x="1577950" y="771720"/>
                  </a:lnTo>
                  <a:lnTo>
                    <a:pt x="1587694" y="762882"/>
                  </a:lnTo>
                  <a:lnTo>
                    <a:pt x="1597438" y="753929"/>
                  </a:lnTo>
                  <a:lnTo>
                    <a:pt x="1607182" y="744869"/>
                  </a:lnTo>
                  <a:lnTo>
                    <a:pt x="1616911" y="735710"/>
                  </a:lnTo>
                  <a:lnTo>
                    <a:pt x="1626655" y="726462"/>
                  </a:lnTo>
                  <a:lnTo>
                    <a:pt x="1636399" y="717133"/>
                  </a:lnTo>
                  <a:lnTo>
                    <a:pt x="1646142" y="707728"/>
                  </a:lnTo>
                  <a:lnTo>
                    <a:pt x="1655872" y="698262"/>
                  </a:lnTo>
                  <a:lnTo>
                    <a:pt x="1665616" y="688738"/>
                  </a:lnTo>
                  <a:lnTo>
                    <a:pt x="1675359" y="679169"/>
                  </a:lnTo>
                  <a:lnTo>
                    <a:pt x="1685103" y="669563"/>
                  </a:lnTo>
                  <a:lnTo>
                    <a:pt x="1694832" y="659928"/>
                  </a:lnTo>
                  <a:lnTo>
                    <a:pt x="1704576" y="650274"/>
                  </a:lnTo>
                  <a:lnTo>
                    <a:pt x="1714320" y="640609"/>
                  </a:lnTo>
                  <a:lnTo>
                    <a:pt x="1724064" y="630944"/>
                  </a:lnTo>
                  <a:lnTo>
                    <a:pt x="1733808" y="621288"/>
                  </a:lnTo>
                  <a:lnTo>
                    <a:pt x="1743537" y="611648"/>
                  </a:lnTo>
                  <a:lnTo>
                    <a:pt x="1753281" y="602035"/>
                  </a:lnTo>
                  <a:lnTo>
                    <a:pt x="1763025" y="592460"/>
                  </a:lnTo>
                  <a:lnTo>
                    <a:pt x="1772769" y="582927"/>
                  </a:lnTo>
                  <a:lnTo>
                    <a:pt x="1782498" y="573448"/>
                  </a:lnTo>
                  <a:lnTo>
                    <a:pt x="1792242" y="564034"/>
                  </a:lnTo>
                  <a:lnTo>
                    <a:pt x="1801986" y="554691"/>
                  </a:lnTo>
                  <a:lnTo>
                    <a:pt x="1811730" y="545426"/>
                  </a:lnTo>
                  <a:lnTo>
                    <a:pt x="1821459" y="536252"/>
                  </a:lnTo>
                  <a:lnTo>
                    <a:pt x="1831203" y="527174"/>
                  </a:lnTo>
                  <a:lnTo>
                    <a:pt x="1840947" y="518201"/>
                  </a:lnTo>
                  <a:lnTo>
                    <a:pt x="1850691" y="509341"/>
                  </a:lnTo>
                  <a:lnTo>
                    <a:pt x="1860435" y="500601"/>
                  </a:lnTo>
                  <a:lnTo>
                    <a:pt x="1870164" y="491990"/>
                  </a:lnTo>
                  <a:lnTo>
                    <a:pt x="1879908" y="483514"/>
                  </a:lnTo>
                  <a:lnTo>
                    <a:pt x="1889652" y="475179"/>
                  </a:lnTo>
                  <a:lnTo>
                    <a:pt x="1899395" y="466995"/>
                  </a:lnTo>
                  <a:lnTo>
                    <a:pt x="1909124" y="458965"/>
                  </a:lnTo>
                  <a:lnTo>
                    <a:pt x="1918868" y="451095"/>
                  </a:lnTo>
                  <a:lnTo>
                    <a:pt x="1928612" y="443391"/>
                  </a:lnTo>
                  <a:lnTo>
                    <a:pt x="1938356" y="435859"/>
                  </a:lnTo>
                  <a:lnTo>
                    <a:pt x="1948085" y="428504"/>
                  </a:lnTo>
                  <a:lnTo>
                    <a:pt x="1957829" y="421328"/>
                  </a:lnTo>
                  <a:lnTo>
                    <a:pt x="1967573" y="414338"/>
                  </a:lnTo>
                  <a:lnTo>
                    <a:pt x="1977317" y="407535"/>
                  </a:lnTo>
                  <a:lnTo>
                    <a:pt x="1987046" y="400923"/>
                  </a:lnTo>
                  <a:lnTo>
                    <a:pt x="1996790" y="394504"/>
                  </a:lnTo>
                  <a:lnTo>
                    <a:pt x="2006534" y="388281"/>
                  </a:lnTo>
                  <a:lnTo>
                    <a:pt x="2016278" y="382254"/>
                  </a:lnTo>
                  <a:lnTo>
                    <a:pt x="2026022" y="376424"/>
                  </a:lnTo>
                  <a:lnTo>
                    <a:pt x="2035751" y="370794"/>
                  </a:lnTo>
                  <a:lnTo>
                    <a:pt x="2045495" y="365362"/>
                  </a:lnTo>
                  <a:lnTo>
                    <a:pt x="2055239" y="360128"/>
                  </a:lnTo>
                  <a:lnTo>
                    <a:pt x="2064983" y="355090"/>
                  </a:lnTo>
                  <a:lnTo>
                    <a:pt x="2074712" y="350247"/>
                  </a:lnTo>
                  <a:lnTo>
                    <a:pt x="2084456" y="345597"/>
                  </a:lnTo>
                  <a:lnTo>
                    <a:pt x="2094200" y="341136"/>
                  </a:lnTo>
                  <a:lnTo>
                    <a:pt x="2103944" y="336863"/>
                  </a:lnTo>
                  <a:lnTo>
                    <a:pt x="2113673" y="332772"/>
                  </a:lnTo>
                  <a:lnTo>
                    <a:pt x="2123417" y="328859"/>
                  </a:lnTo>
                  <a:lnTo>
                    <a:pt x="2133161" y="325121"/>
                  </a:lnTo>
                  <a:lnTo>
                    <a:pt x="2142905" y="321551"/>
                  </a:lnTo>
                  <a:lnTo>
                    <a:pt x="2152649" y="318142"/>
                  </a:lnTo>
                  <a:lnTo>
                    <a:pt x="2162377" y="314891"/>
                  </a:lnTo>
                  <a:lnTo>
                    <a:pt x="2172121" y="311789"/>
                  </a:lnTo>
                  <a:lnTo>
                    <a:pt x="2181865" y="308829"/>
                  </a:lnTo>
                  <a:lnTo>
                    <a:pt x="2191609" y="306004"/>
                  </a:lnTo>
                  <a:lnTo>
                    <a:pt x="2201338" y="303306"/>
                  </a:lnTo>
                  <a:lnTo>
                    <a:pt x="2211082" y="300726"/>
                  </a:lnTo>
                  <a:lnTo>
                    <a:pt x="2220826" y="298255"/>
                  </a:lnTo>
                  <a:lnTo>
                    <a:pt x="2230570" y="295886"/>
                  </a:lnTo>
                  <a:lnTo>
                    <a:pt x="2240299" y="293607"/>
                  </a:lnTo>
                  <a:lnTo>
                    <a:pt x="2250043" y="291411"/>
                  </a:lnTo>
                  <a:lnTo>
                    <a:pt x="2259787" y="289286"/>
                  </a:lnTo>
                  <a:lnTo>
                    <a:pt x="2269531" y="287223"/>
                  </a:lnTo>
                  <a:lnTo>
                    <a:pt x="2279260" y="285211"/>
                  </a:lnTo>
                  <a:lnTo>
                    <a:pt x="2289004" y="283242"/>
                  </a:lnTo>
                  <a:lnTo>
                    <a:pt x="2298748" y="281305"/>
                  </a:lnTo>
                  <a:lnTo>
                    <a:pt x="2308492" y="279387"/>
                  </a:lnTo>
                  <a:lnTo>
                    <a:pt x="2318236" y="277482"/>
                  </a:lnTo>
                  <a:lnTo>
                    <a:pt x="2327965" y="275576"/>
                  </a:lnTo>
                  <a:lnTo>
                    <a:pt x="2337709" y="273660"/>
                  </a:lnTo>
                  <a:lnTo>
                    <a:pt x="2347453" y="271725"/>
                  </a:lnTo>
                  <a:lnTo>
                    <a:pt x="2357197" y="269758"/>
                  </a:lnTo>
                  <a:lnTo>
                    <a:pt x="2366926" y="267753"/>
                  </a:lnTo>
                  <a:lnTo>
                    <a:pt x="2376670" y="265698"/>
                  </a:lnTo>
                  <a:lnTo>
                    <a:pt x="2386413" y="263585"/>
                  </a:lnTo>
                  <a:lnTo>
                    <a:pt x="2396157" y="261404"/>
                  </a:lnTo>
                  <a:lnTo>
                    <a:pt x="2405886" y="259145"/>
                  </a:lnTo>
                  <a:lnTo>
                    <a:pt x="2415630" y="256805"/>
                  </a:lnTo>
                  <a:lnTo>
                    <a:pt x="2425374" y="254369"/>
                  </a:lnTo>
                  <a:lnTo>
                    <a:pt x="2435118" y="251835"/>
                  </a:lnTo>
                  <a:lnTo>
                    <a:pt x="2444862" y="249193"/>
                  </a:lnTo>
                  <a:lnTo>
                    <a:pt x="2454591" y="246438"/>
                  </a:lnTo>
                  <a:lnTo>
                    <a:pt x="2464335" y="243563"/>
                  </a:lnTo>
                  <a:lnTo>
                    <a:pt x="2474079" y="240562"/>
                  </a:lnTo>
                  <a:lnTo>
                    <a:pt x="2483823" y="237432"/>
                  </a:lnTo>
                  <a:lnTo>
                    <a:pt x="2493552" y="234167"/>
                  </a:lnTo>
                  <a:lnTo>
                    <a:pt x="2503296" y="230764"/>
                  </a:lnTo>
                  <a:lnTo>
                    <a:pt x="2513040" y="227218"/>
                  </a:lnTo>
                  <a:lnTo>
                    <a:pt x="2522784" y="223531"/>
                  </a:lnTo>
                  <a:lnTo>
                    <a:pt x="2532513" y="219696"/>
                  </a:lnTo>
                  <a:lnTo>
                    <a:pt x="2542257" y="215713"/>
                  </a:lnTo>
                  <a:lnTo>
                    <a:pt x="2552001" y="211583"/>
                  </a:lnTo>
                  <a:lnTo>
                    <a:pt x="2561745" y="207306"/>
                  </a:lnTo>
                  <a:lnTo>
                    <a:pt x="2571474" y="202881"/>
                  </a:lnTo>
                  <a:lnTo>
                    <a:pt x="2581218" y="198310"/>
                  </a:lnTo>
                  <a:lnTo>
                    <a:pt x="2590962" y="193596"/>
                  </a:lnTo>
                  <a:lnTo>
                    <a:pt x="2600705" y="188739"/>
                  </a:lnTo>
                  <a:lnTo>
                    <a:pt x="2610449" y="183745"/>
                  </a:lnTo>
                  <a:lnTo>
                    <a:pt x="2620178" y="178616"/>
                  </a:lnTo>
                  <a:lnTo>
                    <a:pt x="2629922" y="173357"/>
                  </a:lnTo>
                  <a:lnTo>
                    <a:pt x="2639666" y="167974"/>
                  </a:lnTo>
                  <a:lnTo>
                    <a:pt x="2649410" y="162470"/>
                  </a:lnTo>
                  <a:lnTo>
                    <a:pt x="2659139" y="156855"/>
                  </a:lnTo>
                  <a:lnTo>
                    <a:pt x="2668883" y="151132"/>
                  </a:lnTo>
                  <a:lnTo>
                    <a:pt x="2678627" y="145310"/>
                  </a:lnTo>
                  <a:lnTo>
                    <a:pt x="2688371" y="139395"/>
                  </a:lnTo>
                  <a:lnTo>
                    <a:pt x="2698100" y="133397"/>
                  </a:lnTo>
                  <a:lnTo>
                    <a:pt x="2707844" y="127322"/>
                  </a:lnTo>
                  <a:lnTo>
                    <a:pt x="2717588" y="121182"/>
                  </a:lnTo>
                  <a:lnTo>
                    <a:pt x="2727332" y="114984"/>
                  </a:lnTo>
                  <a:lnTo>
                    <a:pt x="2737076" y="108739"/>
                  </a:lnTo>
                  <a:lnTo>
                    <a:pt x="2746805" y="102454"/>
                  </a:lnTo>
                  <a:lnTo>
                    <a:pt x="2756549" y="96143"/>
                  </a:lnTo>
                  <a:lnTo>
                    <a:pt x="2766293" y="89813"/>
                  </a:lnTo>
                  <a:lnTo>
                    <a:pt x="2776037" y="83476"/>
                  </a:lnTo>
                  <a:lnTo>
                    <a:pt x="2785766" y="77142"/>
                  </a:lnTo>
                  <a:lnTo>
                    <a:pt x="2795510" y="70824"/>
                  </a:lnTo>
                  <a:lnTo>
                    <a:pt x="2805254" y="64529"/>
                  </a:lnTo>
                  <a:lnTo>
                    <a:pt x="2814998" y="58270"/>
                  </a:lnTo>
                  <a:lnTo>
                    <a:pt x="2824727" y="52057"/>
                  </a:lnTo>
                  <a:lnTo>
                    <a:pt x="2834471" y="45904"/>
                  </a:lnTo>
                  <a:lnTo>
                    <a:pt x="2844215" y="39816"/>
                  </a:lnTo>
                  <a:lnTo>
                    <a:pt x="2853958" y="33809"/>
                  </a:lnTo>
                  <a:lnTo>
                    <a:pt x="2863687" y="27891"/>
                  </a:lnTo>
                  <a:lnTo>
                    <a:pt x="2873431" y="22073"/>
                  </a:lnTo>
                  <a:lnTo>
                    <a:pt x="2883175" y="16365"/>
                  </a:lnTo>
                  <a:lnTo>
                    <a:pt x="2892919" y="10776"/>
                  </a:lnTo>
                  <a:lnTo>
                    <a:pt x="2902663" y="5319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3" name="Freeform 752">
              <a:extLst>
                <a:ext uri="{FF2B5EF4-FFF2-40B4-BE49-F238E27FC236}">
                  <a16:creationId xmlns:a16="http://schemas.microsoft.com/office/drawing/2014/main" id="{36B3B771-BD00-1A91-8621-5E29B3D51ED3}"/>
                </a:ext>
              </a:extLst>
            </p:cNvPr>
            <p:cNvSpPr/>
            <p:nvPr/>
          </p:nvSpPr>
          <p:spPr>
            <a:xfrm>
              <a:off x="576446" y="3106718"/>
              <a:ext cx="2912392" cy="694176"/>
            </a:xfrm>
            <a:custGeom>
              <a:avLst/>
              <a:gdLst>
                <a:gd name="connsiteX0" fmla="*/ 0 w 2912392"/>
                <a:gd name="connsiteY0" fmla="*/ 693160 h 694176"/>
                <a:gd name="connsiteX1" fmla="*/ 9739 w 2912392"/>
                <a:gd name="connsiteY1" fmla="*/ 693813 h 694176"/>
                <a:gd name="connsiteX2" fmla="*/ 19480 w 2912392"/>
                <a:gd name="connsiteY2" fmla="*/ 694153 h 694176"/>
                <a:gd name="connsiteX3" fmla="*/ 29221 w 2912392"/>
                <a:gd name="connsiteY3" fmla="*/ 694176 h 694176"/>
                <a:gd name="connsiteX4" fmla="*/ 38961 w 2912392"/>
                <a:gd name="connsiteY4" fmla="*/ 693881 h 694176"/>
                <a:gd name="connsiteX5" fmla="*/ 48702 w 2912392"/>
                <a:gd name="connsiteY5" fmla="*/ 693265 h 694176"/>
                <a:gd name="connsiteX6" fmla="*/ 58443 w 2912392"/>
                <a:gd name="connsiteY6" fmla="*/ 692324 h 694176"/>
                <a:gd name="connsiteX7" fmla="*/ 68182 w 2912392"/>
                <a:gd name="connsiteY7" fmla="*/ 691059 h 694176"/>
                <a:gd name="connsiteX8" fmla="*/ 77923 w 2912392"/>
                <a:gd name="connsiteY8" fmla="*/ 689467 h 694176"/>
                <a:gd name="connsiteX9" fmla="*/ 87664 w 2912392"/>
                <a:gd name="connsiteY9" fmla="*/ 687548 h 694176"/>
                <a:gd name="connsiteX10" fmla="*/ 97404 w 2912392"/>
                <a:gd name="connsiteY10" fmla="*/ 685304 h 694176"/>
                <a:gd name="connsiteX11" fmla="*/ 107145 w 2912392"/>
                <a:gd name="connsiteY11" fmla="*/ 682734 h 694176"/>
                <a:gd name="connsiteX12" fmla="*/ 116886 w 2912392"/>
                <a:gd name="connsiteY12" fmla="*/ 679841 h 694176"/>
                <a:gd name="connsiteX13" fmla="*/ 126625 w 2912392"/>
                <a:gd name="connsiteY13" fmla="*/ 676627 h 694176"/>
                <a:gd name="connsiteX14" fmla="*/ 136366 w 2912392"/>
                <a:gd name="connsiteY14" fmla="*/ 673093 h 694176"/>
                <a:gd name="connsiteX15" fmla="*/ 146107 w 2912392"/>
                <a:gd name="connsiteY15" fmla="*/ 669246 h 694176"/>
                <a:gd name="connsiteX16" fmla="*/ 155846 w 2912392"/>
                <a:gd name="connsiteY16" fmla="*/ 665088 h 694176"/>
                <a:gd name="connsiteX17" fmla="*/ 165587 w 2912392"/>
                <a:gd name="connsiteY17" fmla="*/ 660622 h 694176"/>
                <a:gd name="connsiteX18" fmla="*/ 175328 w 2912392"/>
                <a:gd name="connsiteY18" fmla="*/ 655856 h 694176"/>
                <a:gd name="connsiteX19" fmla="*/ 185068 w 2912392"/>
                <a:gd name="connsiteY19" fmla="*/ 650796 h 694176"/>
                <a:gd name="connsiteX20" fmla="*/ 194809 w 2912392"/>
                <a:gd name="connsiteY20" fmla="*/ 645448 h 694176"/>
                <a:gd name="connsiteX21" fmla="*/ 204550 w 2912392"/>
                <a:gd name="connsiteY21" fmla="*/ 639817 h 694176"/>
                <a:gd name="connsiteX22" fmla="*/ 214289 w 2912392"/>
                <a:gd name="connsiteY22" fmla="*/ 633913 h 694176"/>
                <a:gd name="connsiteX23" fmla="*/ 224030 w 2912392"/>
                <a:gd name="connsiteY23" fmla="*/ 627743 h 694176"/>
                <a:gd name="connsiteX24" fmla="*/ 233771 w 2912392"/>
                <a:gd name="connsiteY24" fmla="*/ 621316 h 694176"/>
                <a:gd name="connsiteX25" fmla="*/ 243510 w 2912392"/>
                <a:gd name="connsiteY25" fmla="*/ 614640 h 694176"/>
                <a:gd name="connsiteX26" fmla="*/ 253251 w 2912392"/>
                <a:gd name="connsiteY26" fmla="*/ 607724 h 694176"/>
                <a:gd name="connsiteX27" fmla="*/ 262992 w 2912392"/>
                <a:gd name="connsiteY27" fmla="*/ 600578 h 694176"/>
                <a:gd name="connsiteX28" fmla="*/ 272732 w 2912392"/>
                <a:gd name="connsiteY28" fmla="*/ 593215 h 694176"/>
                <a:gd name="connsiteX29" fmla="*/ 282473 w 2912392"/>
                <a:gd name="connsiteY29" fmla="*/ 585640 h 694176"/>
                <a:gd name="connsiteX30" fmla="*/ 292214 w 2912392"/>
                <a:gd name="connsiteY30" fmla="*/ 577869 h 694176"/>
                <a:gd name="connsiteX31" fmla="*/ 301953 w 2912392"/>
                <a:gd name="connsiteY31" fmla="*/ 569910 h 694176"/>
                <a:gd name="connsiteX32" fmla="*/ 311694 w 2912392"/>
                <a:gd name="connsiteY32" fmla="*/ 561775 h 694176"/>
                <a:gd name="connsiteX33" fmla="*/ 321435 w 2912392"/>
                <a:gd name="connsiteY33" fmla="*/ 553476 h 694176"/>
                <a:gd name="connsiteX34" fmla="*/ 331175 w 2912392"/>
                <a:gd name="connsiteY34" fmla="*/ 545024 h 694176"/>
                <a:gd name="connsiteX35" fmla="*/ 340916 w 2912392"/>
                <a:gd name="connsiteY35" fmla="*/ 536432 h 694176"/>
                <a:gd name="connsiteX36" fmla="*/ 350656 w 2912392"/>
                <a:gd name="connsiteY36" fmla="*/ 527710 h 694176"/>
                <a:gd name="connsiteX37" fmla="*/ 360396 w 2912392"/>
                <a:gd name="connsiteY37" fmla="*/ 518870 h 694176"/>
                <a:gd name="connsiteX38" fmla="*/ 370137 w 2912392"/>
                <a:gd name="connsiteY38" fmla="*/ 509927 h 694176"/>
                <a:gd name="connsiteX39" fmla="*/ 379878 w 2912392"/>
                <a:gd name="connsiteY39" fmla="*/ 500889 h 694176"/>
                <a:gd name="connsiteX40" fmla="*/ 389617 w 2912392"/>
                <a:gd name="connsiteY40" fmla="*/ 491771 h 694176"/>
                <a:gd name="connsiteX41" fmla="*/ 399358 w 2912392"/>
                <a:gd name="connsiteY41" fmla="*/ 482584 h 694176"/>
                <a:gd name="connsiteX42" fmla="*/ 409099 w 2912392"/>
                <a:gd name="connsiteY42" fmla="*/ 473339 h 694176"/>
                <a:gd name="connsiteX43" fmla="*/ 418839 w 2912392"/>
                <a:gd name="connsiteY43" fmla="*/ 464048 h 694176"/>
                <a:gd name="connsiteX44" fmla="*/ 428580 w 2912392"/>
                <a:gd name="connsiteY44" fmla="*/ 454724 h 694176"/>
                <a:gd name="connsiteX45" fmla="*/ 438321 w 2912392"/>
                <a:gd name="connsiteY45" fmla="*/ 445378 h 694176"/>
                <a:gd name="connsiteX46" fmla="*/ 448060 w 2912392"/>
                <a:gd name="connsiteY46" fmla="*/ 436019 h 694176"/>
                <a:gd name="connsiteX47" fmla="*/ 457801 w 2912392"/>
                <a:gd name="connsiteY47" fmla="*/ 426661 h 694176"/>
                <a:gd name="connsiteX48" fmla="*/ 467542 w 2912392"/>
                <a:gd name="connsiteY48" fmla="*/ 417312 h 694176"/>
                <a:gd name="connsiteX49" fmla="*/ 477281 w 2912392"/>
                <a:gd name="connsiteY49" fmla="*/ 407985 h 694176"/>
                <a:gd name="connsiteX50" fmla="*/ 487022 w 2912392"/>
                <a:gd name="connsiteY50" fmla="*/ 398688 h 694176"/>
                <a:gd name="connsiteX51" fmla="*/ 496763 w 2912392"/>
                <a:gd name="connsiteY51" fmla="*/ 389431 h 694176"/>
                <a:gd name="connsiteX52" fmla="*/ 506503 w 2912392"/>
                <a:gd name="connsiteY52" fmla="*/ 380225 h 694176"/>
                <a:gd name="connsiteX53" fmla="*/ 516244 w 2912392"/>
                <a:gd name="connsiteY53" fmla="*/ 371077 h 694176"/>
                <a:gd name="connsiteX54" fmla="*/ 525985 w 2912392"/>
                <a:gd name="connsiteY54" fmla="*/ 361998 h 694176"/>
                <a:gd name="connsiteX55" fmla="*/ 535724 w 2912392"/>
                <a:gd name="connsiteY55" fmla="*/ 352996 h 694176"/>
                <a:gd name="connsiteX56" fmla="*/ 545465 w 2912392"/>
                <a:gd name="connsiteY56" fmla="*/ 344076 h 694176"/>
                <a:gd name="connsiteX57" fmla="*/ 555206 w 2912392"/>
                <a:gd name="connsiteY57" fmla="*/ 335248 h 694176"/>
                <a:gd name="connsiteX58" fmla="*/ 564946 w 2912392"/>
                <a:gd name="connsiteY58" fmla="*/ 326520 h 694176"/>
                <a:gd name="connsiteX59" fmla="*/ 574687 w 2912392"/>
                <a:gd name="connsiteY59" fmla="*/ 317897 h 694176"/>
                <a:gd name="connsiteX60" fmla="*/ 584428 w 2912392"/>
                <a:gd name="connsiteY60" fmla="*/ 309385 h 694176"/>
                <a:gd name="connsiteX61" fmla="*/ 594167 w 2912392"/>
                <a:gd name="connsiteY61" fmla="*/ 300989 h 694176"/>
                <a:gd name="connsiteX62" fmla="*/ 603908 w 2912392"/>
                <a:gd name="connsiteY62" fmla="*/ 292719 h 694176"/>
                <a:gd name="connsiteX63" fmla="*/ 613649 w 2912392"/>
                <a:gd name="connsiteY63" fmla="*/ 284574 h 694176"/>
                <a:gd name="connsiteX64" fmla="*/ 623388 w 2912392"/>
                <a:gd name="connsiteY64" fmla="*/ 276562 h 694176"/>
                <a:gd name="connsiteX65" fmla="*/ 633129 w 2912392"/>
                <a:gd name="connsiteY65" fmla="*/ 268687 h 694176"/>
                <a:gd name="connsiteX66" fmla="*/ 642870 w 2912392"/>
                <a:gd name="connsiteY66" fmla="*/ 260951 h 694176"/>
                <a:gd name="connsiteX67" fmla="*/ 652610 w 2912392"/>
                <a:gd name="connsiteY67" fmla="*/ 253359 h 694176"/>
                <a:gd name="connsiteX68" fmla="*/ 662351 w 2912392"/>
                <a:gd name="connsiteY68" fmla="*/ 245912 h 694176"/>
                <a:gd name="connsiteX69" fmla="*/ 672092 w 2912392"/>
                <a:gd name="connsiteY69" fmla="*/ 238613 h 694176"/>
                <a:gd name="connsiteX70" fmla="*/ 681831 w 2912392"/>
                <a:gd name="connsiteY70" fmla="*/ 231466 h 694176"/>
                <a:gd name="connsiteX71" fmla="*/ 691572 w 2912392"/>
                <a:gd name="connsiteY71" fmla="*/ 224470 h 694176"/>
                <a:gd name="connsiteX72" fmla="*/ 701313 w 2912392"/>
                <a:gd name="connsiteY72" fmla="*/ 217628 h 694176"/>
                <a:gd name="connsiteX73" fmla="*/ 711052 w 2912392"/>
                <a:gd name="connsiteY73" fmla="*/ 210938 h 694176"/>
                <a:gd name="connsiteX74" fmla="*/ 720793 w 2912392"/>
                <a:gd name="connsiteY74" fmla="*/ 204405 h 694176"/>
                <a:gd name="connsiteX75" fmla="*/ 730534 w 2912392"/>
                <a:gd name="connsiteY75" fmla="*/ 198025 h 694176"/>
                <a:gd name="connsiteX76" fmla="*/ 740274 w 2912392"/>
                <a:gd name="connsiteY76" fmla="*/ 191802 h 694176"/>
                <a:gd name="connsiteX77" fmla="*/ 750015 w 2912392"/>
                <a:gd name="connsiteY77" fmla="*/ 185732 h 694176"/>
                <a:gd name="connsiteX78" fmla="*/ 759756 w 2912392"/>
                <a:gd name="connsiteY78" fmla="*/ 179816 h 694176"/>
                <a:gd name="connsiteX79" fmla="*/ 769495 w 2912392"/>
                <a:gd name="connsiteY79" fmla="*/ 174051 h 694176"/>
                <a:gd name="connsiteX80" fmla="*/ 779236 w 2912392"/>
                <a:gd name="connsiteY80" fmla="*/ 168440 h 694176"/>
                <a:gd name="connsiteX81" fmla="*/ 788977 w 2912392"/>
                <a:gd name="connsiteY81" fmla="*/ 162977 h 694176"/>
                <a:gd name="connsiteX82" fmla="*/ 798717 w 2912392"/>
                <a:gd name="connsiteY82" fmla="*/ 157664 h 694176"/>
                <a:gd name="connsiteX83" fmla="*/ 808458 w 2912392"/>
                <a:gd name="connsiteY83" fmla="*/ 152496 h 694176"/>
                <a:gd name="connsiteX84" fmla="*/ 818199 w 2912392"/>
                <a:gd name="connsiteY84" fmla="*/ 147472 h 694176"/>
                <a:gd name="connsiteX85" fmla="*/ 827938 w 2912392"/>
                <a:gd name="connsiteY85" fmla="*/ 142591 h 694176"/>
                <a:gd name="connsiteX86" fmla="*/ 837679 w 2912392"/>
                <a:gd name="connsiteY86" fmla="*/ 137848 h 694176"/>
                <a:gd name="connsiteX87" fmla="*/ 847420 w 2912392"/>
                <a:gd name="connsiteY87" fmla="*/ 133242 h 694176"/>
                <a:gd name="connsiteX88" fmla="*/ 857159 w 2912392"/>
                <a:gd name="connsiteY88" fmla="*/ 128770 h 694176"/>
                <a:gd name="connsiteX89" fmla="*/ 866900 w 2912392"/>
                <a:gd name="connsiteY89" fmla="*/ 124429 h 694176"/>
                <a:gd name="connsiteX90" fmla="*/ 876641 w 2912392"/>
                <a:gd name="connsiteY90" fmla="*/ 120217 h 694176"/>
                <a:gd name="connsiteX91" fmla="*/ 886381 w 2912392"/>
                <a:gd name="connsiteY91" fmla="*/ 116129 h 694176"/>
                <a:gd name="connsiteX92" fmla="*/ 896122 w 2912392"/>
                <a:gd name="connsiteY92" fmla="*/ 112163 h 694176"/>
                <a:gd name="connsiteX93" fmla="*/ 905863 w 2912392"/>
                <a:gd name="connsiteY93" fmla="*/ 108316 h 694176"/>
                <a:gd name="connsiteX94" fmla="*/ 915602 w 2912392"/>
                <a:gd name="connsiteY94" fmla="*/ 104583 h 694176"/>
                <a:gd name="connsiteX95" fmla="*/ 925343 w 2912392"/>
                <a:gd name="connsiteY95" fmla="*/ 100963 h 694176"/>
                <a:gd name="connsiteX96" fmla="*/ 935084 w 2912392"/>
                <a:gd name="connsiteY96" fmla="*/ 97451 h 694176"/>
                <a:gd name="connsiteX97" fmla="*/ 944824 w 2912392"/>
                <a:gd name="connsiteY97" fmla="*/ 94044 h 694176"/>
                <a:gd name="connsiteX98" fmla="*/ 954564 w 2912392"/>
                <a:gd name="connsiteY98" fmla="*/ 90739 h 694176"/>
                <a:gd name="connsiteX99" fmla="*/ 964305 w 2912392"/>
                <a:gd name="connsiteY99" fmla="*/ 87533 h 694176"/>
                <a:gd name="connsiteX100" fmla="*/ 974045 w 2912392"/>
                <a:gd name="connsiteY100" fmla="*/ 84421 h 694176"/>
                <a:gd name="connsiteX101" fmla="*/ 983786 w 2912392"/>
                <a:gd name="connsiteY101" fmla="*/ 81401 h 694176"/>
                <a:gd name="connsiteX102" fmla="*/ 993522 w 2912392"/>
                <a:gd name="connsiteY102" fmla="*/ 78469 h 694176"/>
                <a:gd name="connsiteX103" fmla="*/ 1003266 w 2912392"/>
                <a:gd name="connsiteY103" fmla="*/ 75621 h 694176"/>
                <a:gd name="connsiteX104" fmla="*/ 1013010 w 2912392"/>
                <a:gd name="connsiteY104" fmla="*/ 72855 h 694176"/>
                <a:gd name="connsiteX105" fmla="*/ 1022754 w 2912392"/>
                <a:gd name="connsiteY105" fmla="*/ 70168 h 694176"/>
                <a:gd name="connsiteX106" fmla="*/ 1032483 w 2912392"/>
                <a:gd name="connsiteY106" fmla="*/ 67555 h 694176"/>
                <a:gd name="connsiteX107" fmla="*/ 1042227 w 2912392"/>
                <a:gd name="connsiteY107" fmla="*/ 65015 h 694176"/>
                <a:gd name="connsiteX108" fmla="*/ 1051971 w 2912392"/>
                <a:gd name="connsiteY108" fmla="*/ 62543 h 694176"/>
                <a:gd name="connsiteX109" fmla="*/ 1061715 w 2912392"/>
                <a:gd name="connsiteY109" fmla="*/ 60138 h 694176"/>
                <a:gd name="connsiteX110" fmla="*/ 1071444 w 2912392"/>
                <a:gd name="connsiteY110" fmla="*/ 57796 h 694176"/>
                <a:gd name="connsiteX111" fmla="*/ 1081188 w 2912392"/>
                <a:gd name="connsiteY111" fmla="*/ 55515 h 694176"/>
                <a:gd name="connsiteX112" fmla="*/ 1090932 w 2912392"/>
                <a:gd name="connsiteY112" fmla="*/ 53291 h 694176"/>
                <a:gd name="connsiteX113" fmla="*/ 1100676 w 2912392"/>
                <a:gd name="connsiteY113" fmla="*/ 51123 h 694176"/>
                <a:gd name="connsiteX114" fmla="*/ 1110405 w 2912392"/>
                <a:gd name="connsiteY114" fmla="*/ 49007 h 694176"/>
                <a:gd name="connsiteX115" fmla="*/ 1120149 w 2912392"/>
                <a:gd name="connsiteY115" fmla="*/ 46944 h 694176"/>
                <a:gd name="connsiteX116" fmla="*/ 1129893 w 2912392"/>
                <a:gd name="connsiteY116" fmla="*/ 44928 h 694176"/>
                <a:gd name="connsiteX117" fmla="*/ 1139637 w 2912392"/>
                <a:gd name="connsiteY117" fmla="*/ 42958 h 694176"/>
                <a:gd name="connsiteX118" fmla="*/ 1149381 w 2912392"/>
                <a:gd name="connsiteY118" fmla="*/ 41033 h 694176"/>
                <a:gd name="connsiteX119" fmla="*/ 1159110 w 2912392"/>
                <a:gd name="connsiteY119" fmla="*/ 39150 h 694176"/>
                <a:gd name="connsiteX120" fmla="*/ 1168854 w 2912392"/>
                <a:gd name="connsiteY120" fmla="*/ 37310 h 694176"/>
                <a:gd name="connsiteX121" fmla="*/ 1178598 w 2912392"/>
                <a:gd name="connsiteY121" fmla="*/ 35509 h 694176"/>
                <a:gd name="connsiteX122" fmla="*/ 1188341 w 2912392"/>
                <a:gd name="connsiteY122" fmla="*/ 33748 h 694176"/>
                <a:gd name="connsiteX123" fmla="*/ 1198070 w 2912392"/>
                <a:gd name="connsiteY123" fmla="*/ 32022 h 694176"/>
                <a:gd name="connsiteX124" fmla="*/ 1207814 w 2912392"/>
                <a:gd name="connsiteY124" fmla="*/ 30336 h 694176"/>
                <a:gd name="connsiteX125" fmla="*/ 1217558 w 2912392"/>
                <a:gd name="connsiteY125" fmla="*/ 28684 h 694176"/>
                <a:gd name="connsiteX126" fmla="*/ 1227302 w 2912392"/>
                <a:gd name="connsiteY126" fmla="*/ 27067 h 694176"/>
                <a:gd name="connsiteX127" fmla="*/ 1237031 w 2912392"/>
                <a:gd name="connsiteY127" fmla="*/ 25486 h 694176"/>
                <a:gd name="connsiteX128" fmla="*/ 1246775 w 2912392"/>
                <a:gd name="connsiteY128" fmla="*/ 23940 h 694176"/>
                <a:gd name="connsiteX129" fmla="*/ 1256519 w 2912392"/>
                <a:gd name="connsiteY129" fmla="*/ 22429 h 694176"/>
                <a:gd name="connsiteX130" fmla="*/ 1266263 w 2912392"/>
                <a:gd name="connsiteY130" fmla="*/ 20952 h 694176"/>
                <a:gd name="connsiteX131" fmla="*/ 1276007 w 2912392"/>
                <a:gd name="connsiteY131" fmla="*/ 19513 h 694176"/>
                <a:gd name="connsiteX132" fmla="*/ 1285736 w 2912392"/>
                <a:gd name="connsiteY132" fmla="*/ 18108 h 694176"/>
                <a:gd name="connsiteX133" fmla="*/ 1295480 w 2912392"/>
                <a:gd name="connsiteY133" fmla="*/ 16742 h 694176"/>
                <a:gd name="connsiteX134" fmla="*/ 1305224 w 2912392"/>
                <a:gd name="connsiteY134" fmla="*/ 15413 h 694176"/>
                <a:gd name="connsiteX135" fmla="*/ 1314968 w 2912392"/>
                <a:gd name="connsiteY135" fmla="*/ 14123 h 694176"/>
                <a:gd name="connsiteX136" fmla="*/ 1324697 w 2912392"/>
                <a:gd name="connsiteY136" fmla="*/ 12874 h 694176"/>
                <a:gd name="connsiteX137" fmla="*/ 1334441 w 2912392"/>
                <a:gd name="connsiteY137" fmla="*/ 11667 h 694176"/>
                <a:gd name="connsiteX138" fmla="*/ 1344185 w 2912392"/>
                <a:gd name="connsiteY138" fmla="*/ 10505 h 694176"/>
                <a:gd name="connsiteX139" fmla="*/ 1353929 w 2912392"/>
                <a:gd name="connsiteY139" fmla="*/ 9388 h 694176"/>
                <a:gd name="connsiteX140" fmla="*/ 1363658 w 2912392"/>
                <a:gd name="connsiteY140" fmla="*/ 8320 h 694176"/>
                <a:gd name="connsiteX141" fmla="*/ 1373402 w 2912392"/>
                <a:gd name="connsiteY141" fmla="*/ 7302 h 694176"/>
                <a:gd name="connsiteX142" fmla="*/ 1383146 w 2912392"/>
                <a:gd name="connsiteY142" fmla="*/ 6338 h 694176"/>
                <a:gd name="connsiteX143" fmla="*/ 1392890 w 2912392"/>
                <a:gd name="connsiteY143" fmla="*/ 5428 h 694176"/>
                <a:gd name="connsiteX144" fmla="*/ 1402619 w 2912392"/>
                <a:gd name="connsiteY144" fmla="*/ 4578 h 694176"/>
                <a:gd name="connsiteX145" fmla="*/ 1412363 w 2912392"/>
                <a:gd name="connsiteY145" fmla="*/ 3789 h 694176"/>
                <a:gd name="connsiteX146" fmla="*/ 1422106 w 2912392"/>
                <a:gd name="connsiteY146" fmla="*/ 3065 h 694176"/>
                <a:gd name="connsiteX147" fmla="*/ 1431850 w 2912392"/>
                <a:gd name="connsiteY147" fmla="*/ 2408 h 694176"/>
                <a:gd name="connsiteX148" fmla="*/ 1441594 w 2912392"/>
                <a:gd name="connsiteY148" fmla="*/ 1822 h 694176"/>
                <a:gd name="connsiteX149" fmla="*/ 1451323 w 2912392"/>
                <a:gd name="connsiteY149" fmla="*/ 1311 h 694176"/>
                <a:gd name="connsiteX150" fmla="*/ 1461067 w 2912392"/>
                <a:gd name="connsiteY150" fmla="*/ 878 h 694176"/>
                <a:gd name="connsiteX151" fmla="*/ 1470811 w 2912392"/>
                <a:gd name="connsiteY151" fmla="*/ 527 h 694176"/>
                <a:gd name="connsiteX152" fmla="*/ 1480555 w 2912392"/>
                <a:gd name="connsiteY152" fmla="*/ 261 h 694176"/>
                <a:gd name="connsiteX153" fmla="*/ 1490284 w 2912392"/>
                <a:gd name="connsiteY153" fmla="*/ 83 h 694176"/>
                <a:gd name="connsiteX154" fmla="*/ 1500028 w 2912392"/>
                <a:gd name="connsiteY154" fmla="*/ 0 h 694176"/>
                <a:gd name="connsiteX155" fmla="*/ 1509772 w 2912392"/>
                <a:gd name="connsiteY155" fmla="*/ 12 h 694176"/>
                <a:gd name="connsiteX156" fmla="*/ 1519516 w 2912392"/>
                <a:gd name="connsiteY156" fmla="*/ 125 h 694176"/>
                <a:gd name="connsiteX157" fmla="*/ 1529245 w 2912392"/>
                <a:gd name="connsiteY157" fmla="*/ 341 h 694176"/>
                <a:gd name="connsiteX158" fmla="*/ 1538989 w 2912392"/>
                <a:gd name="connsiteY158" fmla="*/ 665 h 694176"/>
                <a:gd name="connsiteX159" fmla="*/ 1548733 w 2912392"/>
                <a:gd name="connsiteY159" fmla="*/ 1101 h 694176"/>
                <a:gd name="connsiteX160" fmla="*/ 1558477 w 2912392"/>
                <a:gd name="connsiteY160" fmla="*/ 1651 h 694176"/>
                <a:gd name="connsiteX161" fmla="*/ 1568221 w 2912392"/>
                <a:gd name="connsiteY161" fmla="*/ 2318 h 694176"/>
                <a:gd name="connsiteX162" fmla="*/ 1577950 w 2912392"/>
                <a:gd name="connsiteY162" fmla="*/ 3108 h 694176"/>
                <a:gd name="connsiteX163" fmla="*/ 1587694 w 2912392"/>
                <a:gd name="connsiteY163" fmla="*/ 4023 h 694176"/>
                <a:gd name="connsiteX164" fmla="*/ 1597438 w 2912392"/>
                <a:gd name="connsiteY164" fmla="*/ 5066 h 694176"/>
                <a:gd name="connsiteX165" fmla="*/ 1607182 w 2912392"/>
                <a:gd name="connsiteY165" fmla="*/ 6238 h 694176"/>
                <a:gd name="connsiteX166" fmla="*/ 1616911 w 2912392"/>
                <a:gd name="connsiteY166" fmla="*/ 7545 h 694176"/>
                <a:gd name="connsiteX167" fmla="*/ 1626655 w 2912392"/>
                <a:gd name="connsiteY167" fmla="*/ 8989 h 694176"/>
                <a:gd name="connsiteX168" fmla="*/ 1636399 w 2912392"/>
                <a:gd name="connsiteY168" fmla="*/ 10569 h 694176"/>
                <a:gd name="connsiteX169" fmla="*/ 1646142 w 2912392"/>
                <a:gd name="connsiteY169" fmla="*/ 12292 h 694176"/>
                <a:gd name="connsiteX170" fmla="*/ 1655872 w 2912392"/>
                <a:gd name="connsiteY170" fmla="*/ 14156 h 694176"/>
                <a:gd name="connsiteX171" fmla="*/ 1665616 w 2912392"/>
                <a:gd name="connsiteY171" fmla="*/ 16162 h 694176"/>
                <a:gd name="connsiteX172" fmla="*/ 1675359 w 2912392"/>
                <a:gd name="connsiteY172" fmla="*/ 18315 h 694176"/>
                <a:gd name="connsiteX173" fmla="*/ 1685103 w 2912392"/>
                <a:gd name="connsiteY173" fmla="*/ 20616 h 694176"/>
                <a:gd name="connsiteX174" fmla="*/ 1694832 w 2912392"/>
                <a:gd name="connsiteY174" fmla="*/ 23062 h 694176"/>
                <a:gd name="connsiteX175" fmla="*/ 1704576 w 2912392"/>
                <a:gd name="connsiteY175" fmla="*/ 25656 h 694176"/>
                <a:gd name="connsiteX176" fmla="*/ 1714320 w 2912392"/>
                <a:gd name="connsiteY176" fmla="*/ 28397 h 694176"/>
                <a:gd name="connsiteX177" fmla="*/ 1724064 w 2912392"/>
                <a:gd name="connsiteY177" fmla="*/ 31288 h 694176"/>
                <a:gd name="connsiteX178" fmla="*/ 1733808 w 2912392"/>
                <a:gd name="connsiteY178" fmla="*/ 34324 h 694176"/>
                <a:gd name="connsiteX179" fmla="*/ 1743537 w 2912392"/>
                <a:gd name="connsiteY179" fmla="*/ 37507 h 694176"/>
                <a:gd name="connsiteX180" fmla="*/ 1753281 w 2912392"/>
                <a:gd name="connsiteY180" fmla="*/ 40834 h 694176"/>
                <a:gd name="connsiteX181" fmla="*/ 1763025 w 2912392"/>
                <a:gd name="connsiteY181" fmla="*/ 44305 h 694176"/>
                <a:gd name="connsiteX182" fmla="*/ 1772769 w 2912392"/>
                <a:gd name="connsiteY182" fmla="*/ 47918 h 694176"/>
                <a:gd name="connsiteX183" fmla="*/ 1782498 w 2912392"/>
                <a:gd name="connsiteY183" fmla="*/ 51671 h 694176"/>
                <a:gd name="connsiteX184" fmla="*/ 1792242 w 2912392"/>
                <a:gd name="connsiteY184" fmla="*/ 55560 h 694176"/>
                <a:gd name="connsiteX185" fmla="*/ 1801986 w 2912392"/>
                <a:gd name="connsiteY185" fmla="*/ 59584 h 694176"/>
                <a:gd name="connsiteX186" fmla="*/ 1811730 w 2912392"/>
                <a:gd name="connsiteY186" fmla="*/ 63738 h 694176"/>
                <a:gd name="connsiteX187" fmla="*/ 1821459 w 2912392"/>
                <a:gd name="connsiteY187" fmla="*/ 68020 h 694176"/>
                <a:gd name="connsiteX188" fmla="*/ 1831203 w 2912392"/>
                <a:gd name="connsiteY188" fmla="*/ 72424 h 694176"/>
                <a:gd name="connsiteX189" fmla="*/ 1840947 w 2912392"/>
                <a:gd name="connsiteY189" fmla="*/ 76947 h 694176"/>
                <a:gd name="connsiteX190" fmla="*/ 1850691 w 2912392"/>
                <a:gd name="connsiteY190" fmla="*/ 81587 h 694176"/>
                <a:gd name="connsiteX191" fmla="*/ 1860435 w 2912392"/>
                <a:gd name="connsiteY191" fmla="*/ 86334 h 694176"/>
                <a:gd name="connsiteX192" fmla="*/ 1870164 w 2912392"/>
                <a:gd name="connsiteY192" fmla="*/ 91186 h 694176"/>
                <a:gd name="connsiteX193" fmla="*/ 1879908 w 2912392"/>
                <a:gd name="connsiteY193" fmla="*/ 96139 h 694176"/>
                <a:gd name="connsiteX194" fmla="*/ 1889652 w 2912392"/>
                <a:gd name="connsiteY194" fmla="*/ 101183 h 694176"/>
                <a:gd name="connsiteX195" fmla="*/ 1899395 w 2912392"/>
                <a:gd name="connsiteY195" fmla="*/ 106315 h 694176"/>
                <a:gd name="connsiteX196" fmla="*/ 1909124 w 2912392"/>
                <a:gd name="connsiteY196" fmla="*/ 111528 h 694176"/>
                <a:gd name="connsiteX197" fmla="*/ 1918868 w 2912392"/>
                <a:gd name="connsiteY197" fmla="*/ 116815 h 694176"/>
                <a:gd name="connsiteX198" fmla="*/ 1928612 w 2912392"/>
                <a:gd name="connsiteY198" fmla="*/ 122172 h 694176"/>
                <a:gd name="connsiteX199" fmla="*/ 1938356 w 2912392"/>
                <a:gd name="connsiteY199" fmla="*/ 127587 h 694176"/>
                <a:gd name="connsiteX200" fmla="*/ 1948085 w 2912392"/>
                <a:gd name="connsiteY200" fmla="*/ 133058 h 694176"/>
                <a:gd name="connsiteX201" fmla="*/ 1957829 w 2912392"/>
                <a:gd name="connsiteY201" fmla="*/ 138574 h 694176"/>
                <a:gd name="connsiteX202" fmla="*/ 1967573 w 2912392"/>
                <a:gd name="connsiteY202" fmla="*/ 144130 h 694176"/>
                <a:gd name="connsiteX203" fmla="*/ 1977317 w 2912392"/>
                <a:gd name="connsiteY203" fmla="*/ 149718 h 694176"/>
                <a:gd name="connsiteX204" fmla="*/ 1987046 w 2912392"/>
                <a:gd name="connsiteY204" fmla="*/ 155329 h 694176"/>
                <a:gd name="connsiteX205" fmla="*/ 1996790 w 2912392"/>
                <a:gd name="connsiteY205" fmla="*/ 160957 h 694176"/>
                <a:gd name="connsiteX206" fmla="*/ 2006534 w 2912392"/>
                <a:gd name="connsiteY206" fmla="*/ 166591 h 694176"/>
                <a:gd name="connsiteX207" fmla="*/ 2016278 w 2912392"/>
                <a:gd name="connsiteY207" fmla="*/ 172228 h 694176"/>
                <a:gd name="connsiteX208" fmla="*/ 2026022 w 2912392"/>
                <a:gd name="connsiteY208" fmla="*/ 177857 h 694176"/>
                <a:gd name="connsiteX209" fmla="*/ 2035751 w 2912392"/>
                <a:gd name="connsiteY209" fmla="*/ 183469 h 694176"/>
                <a:gd name="connsiteX210" fmla="*/ 2045495 w 2912392"/>
                <a:gd name="connsiteY210" fmla="*/ 189059 h 694176"/>
                <a:gd name="connsiteX211" fmla="*/ 2055239 w 2912392"/>
                <a:gd name="connsiteY211" fmla="*/ 194618 h 694176"/>
                <a:gd name="connsiteX212" fmla="*/ 2064983 w 2912392"/>
                <a:gd name="connsiteY212" fmla="*/ 200138 h 694176"/>
                <a:gd name="connsiteX213" fmla="*/ 2074712 w 2912392"/>
                <a:gd name="connsiteY213" fmla="*/ 205612 h 694176"/>
                <a:gd name="connsiteX214" fmla="*/ 2084456 w 2912392"/>
                <a:gd name="connsiteY214" fmla="*/ 211031 h 694176"/>
                <a:gd name="connsiteX215" fmla="*/ 2094200 w 2912392"/>
                <a:gd name="connsiteY215" fmla="*/ 216388 h 694176"/>
                <a:gd name="connsiteX216" fmla="*/ 2103944 w 2912392"/>
                <a:gd name="connsiteY216" fmla="*/ 221676 h 694176"/>
                <a:gd name="connsiteX217" fmla="*/ 2113673 w 2912392"/>
                <a:gd name="connsiteY217" fmla="*/ 226888 h 694176"/>
                <a:gd name="connsiteX218" fmla="*/ 2123417 w 2912392"/>
                <a:gd name="connsiteY218" fmla="*/ 232016 h 694176"/>
                <a:gd name="connsiteX219" fmla="*/ 2133161 w 2912392"/>
                <a:gd name="connsiteY219" fmla="*/ 237055 h 694176"/>
                <a:gd name="connsiteX220" fmla="*/ 2142905 w 2912392"/>
                <a:gd name="connsiteY220" fmla="*/ 241997 h 694176"/>
                <a:gd name="connsiteX221" fmla="*/ 2152649 w 2912392"/>
                <a:gd name="connsiteY221" fmla="*/ 246836 h 694176"/>
                <a:gd name="connsiteX222" fmla="*/ 2162377 w 2912392"/>
                <a:gd name="connsiteY222" fmla="*/ 251566 h 694176"/>
                <a:gd name="connsiteX223" fmla="*/ 2172121 w 2912392"/>
                <a:gd name="connsiteY223" fmla="*/ 256182 h 694176"/>
                <a:gd name="connsiteX224" fmla="*/ 2181865 w 2912392"/>
                <a:gd name="connsiteY224" fmla="*/ 260677 h 694176"/>
                <a:gd name="connsiteX225" fmla="*/ 2191609 w 2912392"/>
                <a:gd name="connsiteY225" fmla="*/ 265047 h 694176"/>
                <a:gd name="connsiteX226" fmla="*/ 2201338 w 2912392"/>
                <a:gd name="connsiteY226" fmla="*/ 269287 h 694176"/>
                <a:gd name="connsiteX227" fmla="*/ 2211082 w 2912392"/>
                <a:gd name="connsiteY227" fmla="*/ 273392 h 694176"/>
                <a:gd name="connsiteX228" fmla="*/ 2220826 w 2912392"/>
                <a:gd name="connsiteY228" fmla="*/ 277359 h 694176"/>
                <a:gd name="connsiteX229" fmla="*/ 2230570 w 2912392"/>
                <a:gd name="connsiteY229" fmla="*/ 281183 h 694176"/>
                <a:gd name="connsiteX230" fmla="*/ 2240299 w 2912392"/>
                <a:gd name="connsiteY230" fmla="*/ 284861 h 694176"/>
                <a:gd name="connsiteX231" fmla="*/ 2250043 w 2912392"/>
                <a:gd name="connsiteY231" fmla="*/ 288389 h 694176"/>
                <a:gd name="connsiteX232" fmla="*/ 2259787 w 2912392"/>
                <a:gd name="connsiteY232" fmla="*/ 291767 h 694176"/>
                <a:gd name="connsiteX233" fmla="*/ 2269531 w 2912392"/>
                <a:gd name="connsiteY233" fmla="*/ 294991 h 694176"/>
                <a:gd name="connsiteX234" fmla="*/ 2279260 w 2912392"/>
                <a:gd name="connsiteY234" fmla="*/ 298059 h 694176"/>
                <a:gd name="connsiteX235" fmla="*/ 2289004 w 2912392"/>
                <a:gd name="connsiteY235" fmla="*/ 300971 h 694176"/>
                <a:gd name="connsiteX236" fmla="*/ 2298748 w 2912392"/>
                <a:gd name="connsiteY236" fmla="*/ 303725 h 694176"/>
                <a:gd name="connsiteX237" fmla="*/ 2308492 w 2912392"/>
                <a:gd name="connsiteY237" fmla="*/ 306320 h 694176"/>
                <a:gd name="connsiteX238" fmla="*/ 2318236 w 2912392"/>
                <a:gd name="connsiteY238" fmla="*/ 308758 h 694176"/>
                <a:gd name="connsiteX239" fmla="*/ 2327965 w 2912392"/>
                <a:gd name="connsiteY239" fmla="*/ 311039 h 694176"/>
                <a:gd name="connsiteX240" fmla="*/ 2337709 w 2912392"/>
                <a:gd name="connsiteY240" fmla="*/ 313160 h 694176"/>
                <a:gd name="connsiteX241" fmla="*/ 2347453 w 2912392"/>
                <a:gd name="connsiteY241" fmla="*/ 315127 h 694176"/>
                <a:gd name="connsiteX242" fmla="*/ 2357197 w 2912392"/>
                <a:gd name="connsiteY242" fmla="*/ 316940 h 694176"/>
                <a:gd name="connsiteX243" fmla="*/ 2366926 w 2912392"/>
                <a:gd name="connsiteY243" fmla="*/ 318600 h 694176"/>
                <a:gd name="connsiteX244" fmla="*/ 2376670 w 2912392"/>
                <a:gd name="connsiteY244" fmla="*/ 320111 h 694176"/>
                <a:gd name="connsiteX245" fmla="*/ 2386413 w 2912392"/>
                <a:gd name="connsiteY245" fmla="*/ 321475 h 694176"/>
                <a:gd name="connsiteX246" fmla="*/ 2396157 w 2912392"/>
                <a:gd name="connsiteY246" fmla="*/ 322696 h 694176"/>
                <a:gd name="connsiteX247" fmla="*/ 2405886 w 2912392"/>
                <a:gd name="connsiteY247" fmla="*/ 323776 h 694176"/>
                <a:gd name="connsiteX248" fmla="*/ 2415630 w 2912392"/>
                <a:gd name="connsiteY248" fmla="*/ 324720 h 694176"/>
                <a:gd name="connsiteX249" fmla="*/ 2425374 w 2912392"/>
                <a:gd name="connsiteY249" fmla="*/ 325534 h 694176"/>
                <a:gd name="connsiteX250" fmla="*/ 2435118 w 2912392"/>
                <a:gd name="connsiteY250" fmla="*/ 326219 h 694176"/>
                <a:gd name="connsiteX251" fmla="*/ 2444862 w 2912392"/>
                <a:gd name="connsiteY251" fmla="*/ 326782 h 694176"/>
                <a:gd name="connsiteX252" fmla="*/ 2454591 w 2912392"/>
                <a:gd name="connsiteY252" fmla="*/ 327231 h 694176"/>
                <a:gd name="connsiteX253" fmla="*/ 2464335 w 2912392"/>
                <a:gd name="connsiteY253" fmla="*/ 327566 h 694176"/>
                <a:gd name="connsiteX254" fmla="*/ 2474079 w 2912392"/>
                <a:gd name="connsiteY254" fmla="*/ 327798 h 694176"/>
                <a:gd name="connsiteX255" fmla="*/ 2483823 w 2912392"/>
                <a:gd name="connsiteY255" fmla="*/ 327930 h 694176"/>
                <a:gd name="connsiteX256" fmla="*/ 2493552 w 2912392"/>
                <a:gd name="connsiteY256" fmla="*/ 327968 h 694176"/>
                <a:gd name="connsiteX257" fmla="*/ 2503296 w 2912392"/>
                <a:gd name="connsiteY257" fmla="*/ 327922 h 694176"/>
                <a:gd name="connsiteX258" fmla="*/ 2513040 w 2912392"/>
                <a:gd name="connsiteY258" fmla="*/ 327795 h 694176"/>
                <a:gd name="connsiteX259" fmla="*/ 2522784 w 2912392"/>
                <a:gd name="connsiteY259" fmla="*/ 327594 h 694176"/>
                <a:gd name="connsiteX260" fmla="*/ 2532513 w 2912392"/>
                <a:gd name="connsiteY260" fmla="*/ 327329 h 694176"/>
                <a:gd name="connsiteX261" fmla="*/ 2542257 w 2912392"/>
                <a:gd name="connsiteY261" fmla="*/ 327004 h 694176"/>
                <a:gd name="connsiteX262" fmla="*/ 2552001 w 2912392"/>
                <a:gd name="connsiteY262" fmla="*/ 326629 h 694176"/>
                <a:gd name="connsiteX263" fmla="*/ 2561745 w 2912392"/>
                <a:gd name="connsiteY263" fmla="*/ 326207 h 694176"/>
                <a:gd name="connsiteX264" fmla="*/ 2571474 w 2912392"/>
                <a:gd name="connsiteY264" fmla="*/ 325748 h 694176"/>
                <a:gd name="connsiteX265" fmla="*/ 2581218 w 2912392"/>
                <a:gd name="connsiteY265" fmla="*/ 325260 h 694176"/>
                <a:gd name="connsiteX266" fmla="*/ 2590962 w 2912392"/>
                <a:gd name="connsiteY266" fmla="*/ 324747 h 694176"/>
                <a:gd name="connsiteX267" fmla="*/ 2600705 w 2912392"/>
                <a:gd name="connsiteY267" fmla="*/ 324218 h 694176"/>
                <a:gd name="connsiteX268" fmla="*/ 2610449 w 2912392"/>
                <a:gd name="connsiteY268" fmla="*/ 323680 h 694176"/>
                <a:gd name="connsiteX269" fmla="*/ 2620178 w 2912392"/>
                <a:gd name="connsiteY269" fmla="*/ 323140 h 694176"/>
                <a:gd name="connsiteX270" fmla="*/ 2629922 w 2912392"/>
                <a:gd name="connsiteY270" fmla="*/ 322603 h 694176"/>
                <a:gd name="connsiteX271" fmla="*/ 2639666 w 2912392"/>
                <a:gd name="connsiteY271" fmla="*/ 322077 h 694176"/>
                <a:gd name="connsiteX272" fmla="*/ 2649410 w 2912392"/>
                <a:gd name="connsiteY272" fmla="*/ 321569 h 694176"/>
                <a:gd name="connsiteX273" fmla="*/ 2659139 w 2912392"/>
                <a:gd name="connsiteY273" fmla="*/ 321082 h 694176"/>
                <a:gd name="connsiteX274" fmla="*/ 2668883 w 2912392"/>
                <a:gd name="connsiteY274" fmla="*/ 320626 h 694176"/>
                <a:gd name="connsiteX275" fmla="*/ 2678627 w 2912392"/>
                <a:gd name="connsiteY275" fmla="*/ 320203 h 694176"/>
                <a:gd name="connsiteX276" fmla="*/ 2688371 w 2912392"/>
                <a:gd name="connsiteY276" fmla="*/ 319820 h 694176"/>
                <a:gd name="connsiteX277" fmla="*/ 2698100 w 2912392"/>
                <a:gd name="connsiteY277" fmla="*/ 319482 h 694176"/>
                <a:gd name="connsiteX278" fmla="*/ 2707844 w 2912392"/>
                <a:gd name="connsiteY278" fmla="*/ 319193 h 694176"/>
                <a:gd name="connsiteX279" fmla="*/ 2717588 w 2912392"/>
                <a:gd name="connsiteY279" fmla="*/ 318959 h 694176"/>
                <a:gd name="connsiteX280" fmla="*/ 2727332 w 2912392"/>
                <a:gd name="connsiteY280" fmla="*/ 318782 h 694176"/>
                <a:gd name="connsiteX281" fmla="*/ 2737076 w 2912392"/>
                <a:gd name="connsiteY281" fmla="*/ 318665 h 694176"/>
                <a:gd name="connsiteX282" fmla="*/ 2746805 w 2912392"/>
                <a:gd name="connsiteY282" fmla="*/ 318615 h 694176"/>
                <a:gd name="connsiteX283" fmla="*/ 2756549 w 2912392"/>
                <a:gd name="connsiteY283" fmla="*/ 318631 h 694176"/>
                <a:gd name="connsiteX284" fmla="*/ 2766293 w 2912392"/>
                <a:gd name="connsiteY284" fmla="*/ 318719 h 694176"/>
                <a:gd name="connsiteX285" fmla="*/ 2776037 w 2912392"/>
                <a:gd name="connsiteY285" fmla="*/ 318878 h 694176"/>
                <a:gd name="connsiteX286" fmla="*/ 2785766 w 2912392"/>
                <a:gd name="connsiteY286" fmla="*/ 319111 h 694176"/>
                <a:gd name="connsiteX287" fmla="*/ 2795510 w 2912392"/>
                <a:gd name="connsiteY287" fmla="*/ 319421 h 694176"/>
                <a:gd name="connsiteX288" fmla="*/ 2805254 w 2912392"/>
                <a:gd name="connsiteY288" fmla="*/ 319805 h 694176"/>
                <a:gd name="connsiteX289" fmla="*/ 2814998 w 2912392"/>
                <a:gd name="connsiteY289" fmla="*/ 320269 h 694176"/>
                <a:gd name="connsiteX290" fmla="*/ 2824727 w 2912392"/>
                <a:gd name="connsiteY290" fmla="*/ 320808 h 694176"/>
                <a:gd name="connsiteX291" fmla="*/ 2834471 w 2912392"/>
                <a:gd name="connsiteY291" fmla="*/ 321425 h 694176"/>
                <a:gd name="connsiteX292" fmla="*/ 2844215 w 2912392"/>
                <a:gd name="connsiteY292" fmla="*/ 322118 h 694176"/>
                <a:gd name="connsiteX293" fmla="*/ 2853958 w 2912392"/>
                <a:gd name="connsiteY293" fmla="*/ 322886 h 694176"/>
                <a:gd name="connsiteX294" fmla="*/ 2863687 w 2912392"/>
                <a:gd name="connsiteY294" fmla="*/ 323731 h 694176"/>
                <a:gd name="connsiteX295" fmla="*/ 2873431 w 2912392"/>
                <a:gd name="connsiteY295" fmla="*/ 324647 h 694176"/>
                <a:gd name="connsiteX296" fmla="*/ 2883175 w 2912392"/>
                <a:gd name="connsiteY296" fmla="*/ 325635 h 694176"/>
                <a:gd name="connsiteX297" fmla="*/ 2892919 w 2912392"/>
                <a:gd name="connsiteY297" fmla="*/ 326692 h 694176"/>
                <a:gd name="connsiteX298" fmla="*/ 2902663 w 2912392"/>
                <a:gd name="connsiteY298" fmla="*/ 327815 h 694176"/>
                <a:gd name="connsiteX299" fmla="*/ 2912392 w 2912392"/>
                <a:gd name="connsiteY299" fmla="*/ 329002 h 694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94176">
                  <a:moveTo>
                    <a:pt x="0" y="693160"/>
                  </a:moveTo>
                  <a:lnTo>
                    <a:pt x="9739" y="693813"/>
                  </a:lnTo>
                  <a:lnTo>
                    <a:pt x="19480" y="694153"/>
                  </a:lnTo>
                  <a:lnTo>
                    <a:pt x="29221" y="694176"/>
                  </a:lnTo>
                  <a:lnTo>
                    <a:pt x="38961" y="693881"/>
                  </a:lnTo>
                  <a:lnTo>
                    <a:pt x="48702" y="693265"/>
                  </a:lnTo>
                  <a:lnTo>
                    <a:pt x="58443" y="692324"/>
                  </a:lnTo>
                  <a:lnTo>
                    <a:pt x="68182" y="691059"/>
                  </a:lnTo>
                  <a:lnTo>
                    <a:pt x="77923" y="689467"/>
                  </a:lnTo>
                  <a:lnTo>
                    <a:pt x="87664" y="687548"/>
                  </a:lnTo>
                  <a:lnTo>
                    <a:pt x="97404" y="685304"/>
                  </a:lnTo>
                  <a:lnTo>
                    <a:pt x="107145" y="682734"/>
                  </a:lnTo>
                  <a:lnTo>
                    <a:pt x="116886" y="679841"/>
                  </a:lnTo>
                  <a:lnTo>
                    <a:pt x="126625" y="676627"/>
                  </a:lnTo>
                  <a:lnTo>
                    <a:pt x="136366" y="673093"/>
                  </a:lnTo>
                  <a:lnTo>
                    <a:pt x="146107" y="669246"/>
                  </a:lnTo>
                  <a:lnTo>
                    <a:pt x="155846" y="665088"/>
                  </a:lnTo>
                  <a:lnTo>
                    <a:pt x="165587" y="660622"/>
                  </a:lnTo>
                  <a:lnTo>
                    <a:pt x="175328" y="655856"/>
                  </a:lnTo>
                  <a:lnTo>
                    <a:pt x="185068" y="650796"/>
                  </a:lnTo>
                  <a:lnTo>
                    <a:pt x="194809" y="645448"/>
                  </a:lnTo>
                  <a:lnTo>
                    <a:pt x="204550" y="639817"/>
                  </a:lnTo>
                  <a:lnTo>
                    <a:pt x="214289" y="633913"/>
                  </a:lnTo>
                  <a:lnTo>
                    <a:pt x="224030" y="627743"/>
                  </a:lnTo>
                  <a:lnTo>
                    <a:pt x="233771" y="621316"/>
                  </a:lnTo>
                  <a:lnTo>
                    <a:pt x="243510" y="614640"/>
                  </a:lnTo>
                  <a:lnTo>
                    <a:pt x="253251" y="607724"/>
                  </a:lnTo>
                  <a:lnTo>
                    <a:pt x="262992" y="600578"/>
                  </a:lnTo>
                  <a:lnTo>
                    <a:pt x="272732" y="593215"/>
                  </a:lnTo>
                  <a:lnTo>
                    <a:pt x="282473" y="585640"/>
                  </a:lnTo>
                  <a:lnTo>
                    <a:pt x="292214" y="577869"/>
                  </a:lnTo>
                  <a:lnTo>
                    <a:pt x="301953" y="569910"/>
                  </a:lnTo>
                  <a:lnTo>
                    <a:pt x="311694" y="561775"/>
                  </a:lnTo>
                  <a:lnTo>
                    <a:pt x="321435" y="553476"/>
                  </a:lnTo>
                  <a:lnTo>
                    <a:pt x="331175" y="545024"/>
                  </a:lnTo>
                  <a:lnTo>
                    <a:pt x="340916" y="536432"/>
                  </a:lnTo>
                  <a:lnTo>
                    <a:pt x="350656" y="527710"/>
                  </a:lnTo>
                  <a:lnTo>
                    <a:pt x="360396" y="518870"/>
                  </a:lnTo>
                  <a:lnTo>
                    <a:pt x="370137" y="509927"/>
                  </a:lnTo>
                  <a:lnTo>
                    <a:pt x="379878" y="500889"/>
                  </a:lnTo>
                  <a:lnTo>
                    <a:pt x="389617" y="491771"/>
                  </a:lnTo>
                  <a:lnTo>
                    <a:pt x="399358" y="482584"/>
                  </a:lnTo>
                  <a:lnTo>
                    <a:pt x="409099" y="473339"/>
                  </a:lnTo>
                  <a:lnTo>
                    <a:pt x="418839" y="464048"/>
                  </a:lnTo>
                  <a:lnTo>
                    <a:pt x="428580" y="454724"/>
                  </a:lnTo>
                  <a:lnTo>
                    <a:pt x="438321" y="445378"/>
                  </a:lnTo>
                  <a:lnTo>
                    <a:pt x="448060" y="436019"/>
                  </a:lnTo>
                  <a:lnTo>
                    <a:pt x="457801" y="426661"/>
                  </a:lnTo>
                  <a:lnTo>
                    <a:pt x="467542" y="417312"/>
                  </a:lnTo>
                  <a:lnTo>
                    <a:pt x="477281" y="407985"/>
                  </a:lnTo>
                  <a:lnTo>
                    <a:pt x="487022" y="398688"/>
                  </a:lnTo>
                  <a:lnTo>
                    <a:pt x="496763" y="389431"/>
                  </a:lnTo>
                  <a:lnTo>
                    <a:pt x="506503" y="380225"/>
                  </a:lnTo>
                  <a:lnTo>
                    <a:pt x="516244" y="371077"/>
                  </a:lnTo>
                  <a:lnTo>
                    <a:pt x="525985" y="361998"/>
                  </a:lnTo>
                  <a:lnTo>
                    <a:pt x="535724" y="352996"/>
                  </a:lnTo>
                  <a:lnTo>
                    <a:pt x="545465" y="344076"/>
                  </a:lnTo>
                  <a:lnTo>
                    <a:pt x="555206" y="335248"/>
                  </a:lnTo>
                  <a:lnTo>
                    <a:pt x="564946" y="326520"/>
                  </a:lnTo>
                  <a:lnTo>
                    <a:pt x="574687" y="317897"/>
                  </a:lnTo>
                  <a:lnTo>
                    <a:pt x="584428" y="309385"/>
                  </a:lnTo>
                  <a:lnTo>
                    <a:pt x="594167" y="300989"/>
                  </a:lnTo>
                  <a:lnTo>
                    <a:pt x="603908" y="292719"/>
                  </a:lnTo>
                  <a:lnTo>
                    <a:pt x="613649" y="284574"/>
                  </a:lnTo>
                  <a:lnTo>
                    <a:pt x="623388" y="276562"/>
                  </a:lnTo>
                  <a:lnTo>
                    <a:pt x="633129" y="268687"/>
                  </a:lnTo>
                  <a:lnTo>
                    <a:pt x="642870" y="260951"/>
                  </a:lnTo>
                  <a:lnTo>
                    <a:pt x="652610" y="253359"/>
                  </a:lnTo>
                  <a:lnTo>
                    <a:pt x="662351" y="245912"/>
                  </a:lnTo>
                  <a:lnTo>
                    <a:pt x="672092" y="238613"/>
                  </a:lnTo>
                  <a:lnTo>
                    <a:pt x="681831" y="231466"/>
                  </a:lnTo>
                  <a:lnTo>
                    <a:pt x="691572" y="224470"/>
                  </a:lnTo>
                  <a:lnTo>
                    <a:pt x="701313" y="217628"/>
                  </a:lnTo>
                  <a:lnTo>
                    <a:pt x="711052" y="210938"/>
                  </a:lnTo>
                  <a:lnTo>
                    <a:pt x="720793" y="204405"/>
                  </a:lnTo>
                  <a:lnTo>
                    <a:pt x="730534" y="198025"/>
                  </a:lnTo>
                  <a:lnTo>
                    <a:pt x="740274" y="191802"/>
                  </a:lnTo>
                  <a:lnTo>
                    <a:pt x="750015" y="185732"/>
                  </a:lnTo>
                  <a:lnTo>
                    <a:pt x="759756" y="179816"/>
                  </a:lnTo>
                  <a:lnTo>
                    <a:pt x="769495" y="174051"/>
                  </a:lnTo>
                  <a:lnTo>
                    <a:pt x="779236" y="168440"/>
                  </a:lnTo>
                  <a:lnTo>
                    <a:pt x="788977" y="162977"/>
                  </a:lnTo>
                  <a:lnTo>
                    <a:pt x="798717" y="157664"/>
                  </a:lnTo>
                  <a:lnTo>
                    <a:pt x="808458" y="152496"/>
                  </a:lnTo>
                  <a:lnTo>
                    <a:pt x="818199" y="147472"/>
                  </a:lnTo>
                  <a:lnTo>
                    <a:pt x="827938" y="142591"/>
                  </a:lnTo>
                  <a:lnTo>
                    <a:pt x="837679" y="137848"/>
                  </a:lnTo>
                  <a:lnTo>
                    <a:pt x="847420" y="133242"/>
                  </a:lnTo>
                  <a:lnTo>
                    <a:pt x="857159" y="128770"/>
                  </a:lnTo>
                  <a:lnTo>
                    <a:pt x="866900" y="124429"/>
                  </a:lnTo>
                  <a:lnTo>
                    <a:pt x="876641" y="120217"/>
                  </a:lnTo>
                  <a:lnTo>
                    <a:pt x="886381" y="116129"/>
                  </a:lnTo>
                  <a:lnTo>
                    <a:pt x="896122" y="112163"/>
                  </a:lnTo>
                  <a:lnTo>
                    <a:pt x="905863" y="108316"/>
                  </a:lnTo>
                  <a:lnTo>
                    <a:pt x="915602" y="104583"/>
                  </a:lnTo>
                  <a:lnTo>
                    <a:pt x="925343" y="100963"/>
                  </a:lnTo>
                  <a:lnTo>
                    <a:pt x="935084" y="97451"/>
                  </a:lnTo>
                  <a:lnTo>
                    <a:pt x="944824" y="94044"/>
                  </a:lnTo>
                  <a:lnTo>
                    <a:pt x="954564" y="90739"/>
                  </a:lnTo>
                  <a:lnTo>
                    <a:pt x="964305" y="87533"/>
                  </a:lnTo>
                  <a:lnTo>
                    <a:pt x="974045" y="84421"/>
                  </a:lnTo>
                  <a:lnTo>
                    <a:pt x="983786" y="81401"/>
                  </a:lnTo>
                  <a:lnTo>
                    <a:pt x="993522" y="78469"/>
                  </a:lnTo>
                  <a:lnTo>
                    <a:pt x="1003266" y="75621"/>
                  </a:lnTo>
                  <a:lnTo>
                    <a:pt x="1013010" y="72855"/>
                  </a:lnTo>
                  <a:lnTo>
                    <a:pt x="1022754" y="70168"/>
                  </a:lnTo>
                  <a:lnTo>
                    <a:pt x="1032483" y="67555"/>
                  </a:lnTo>
                  <a:lnTo>
                    <a:pt x="1042227" y="65015"/>
                  </a:lnTo>
                  <a:lnTo>
                    <a:pt x="1051971" y="62543"/>
                  </a:lnTo>
                  <a:lnTo>
                    <a:pt x="1061715" y="60138"/>
                  </a:lnTo>
                  <a:lnTo>
                    <a:pt x="1071444" y="57796"/>
                  </a:lnTo>
                  <a:lnTo>
                    <a:pt x="1081188" y="55515"/>
                  </a:lnTo>
                  <a:lnTo>
                    <a:pt x="1090932" y="53291"/>
                  </a:lnTo>
                  <a:lnTo>
                    <a:pt x="1100676" y="51123"/>
                  </a:lnTo>
                  <a:lnTo>
                    <a:pt x="1110405" y="49007"/>
                  </a:lnTo>
                  <a:lnTo>
                    <a:pt x="1120149" y="46944"/>
                  </a:lnTo>
                  <a:lnTo>
                    <a:pt x="1129893" y="44928"/>
                  </a:lnTo>
                  <a:lnTo>
                    <a:pt x="1139637" y="42958"/>
                  </a:lnTo>
                  <a:lnTo>
                    <a:pt x="1149381" y="41033"/>
                  </a:lnTo>
                  <a:lnTo>
                    <a:pt x="1159110" y="39150"/>
                  </a:lnTo>
                  <a:lnTo>
                    <a:pt x="1168854" y="37310"/>
                  </a:lnTo>
                  <a:lnTo>
                    <a:pt x="1178598" y="35509"/>
                  </a:lnTo>
                  <a:lnTo>
                    <a:pt x="1188341" y="33748"/>
                  </a:lnTo>
                  <a:lnTo>
                    <a:pt x="1198070" y="32022"/>
                  </a:lnTo>
                  <a:lnTo>
                    <a:pt x="1207814" y="30336"/>
                  </a:lnTo>
                  <a:lnTo>
                    <a:pt x="1217558" y="28684"/>
                  </a:lnTo>
                  <a:lnTo>
                    <a:pt x="1227302" y="27067"/>
                  </a:lnTo>
                  <a:lnTo>
                    <a:pt x="1237031" y="25486"/>
                  </a:lnTo>
                  <a:lnTo>
                    <a:pt x="1246775" y="23940"/>
                  </a:lnTo>
                  <a:lnTo>
                    <a:pt x="1256519" y="22429"/>
                  </a:lnTo>
                  <a:lnTo>
                    <a:pt x="1266263" y="20952"/>
                  </a:lnTo>
                  <a:lnTo>
                    <a:pt x="1276007" y="19513"/>
                  </a:lnTo>
                  <a:lnTo>
                    <a:pt x="1285736" y="18108"/>
                  </a:lnTo>
                  <a:lnTo>
                    <a:pt x="1295480" y="16742"/>
                  </a:lnTo>
                  <a:lnTo>
                    <a:pt x="1305224" y="15413"/>
                  </a:lnTo>
                  <a:lnTo>
                    <a:pt x="1314968" y="14123"/>
                  </a:lnTo>
                  <a:lnTo>
                    <a:pt x="1324697" y="12874"/>
                  </a:lnTo>
                  <a:lnTo>
                    <a:pt x="1334441" y="11667"/>
                  </a:lnTo>
                  <a:lnTo>
                    <a:pt x="1344185" y="10505"/>
                  </a:lnTo>
                  <a:lnTo>
                    <a:pt x="1353929" y="9388"/>
                  </a:lnTo>
                  <a:lnTo>
                    <a:pt x="1363658" y="8320"/>
                  </a:lnTo>
                  <a:lnTo>
                    <a:pt x="1373402" y="7302"/>
                  </a:lnTo>
                  <a:lnTo>
                    <a:pt x="1383146" y="6338"/>
                  </a:lnTo>
                  <a:lnTo>
                    <a:pt x="1392890" y="5428"/>
                  </a:lnTo>
                  <a:lnTo>
                    <a:pt x="1402619" y="4578"/>
                  </a:lnTo>
                  <a:lnTo>
                    <a:pt x="1412363" y="3789"/>
                  </a:lnTo>
                  <a:lnTo>
                    <a:pt x="1422106" y="3065"/>
                  </a:lnTo>
                  <a:lnTo>
                    <a:pt x="1431850" y="2408"/>
                  </a:lnTo>
                  <a:lnTo>
                    <a:pt x="1441594" y="1822"/>
                  </a:lnTo>
                  <a:lnTo>
                    <a:pt x="1451323" y="1311"/>
                  </a:lnTo>
                  <a:lnTo>
                    <a:pt x="1461067" y="878"/>
                  </a:lnTo>
                  <a:lnTo>
                    <a:pt x="1470811" y="527"/>
                  </a:lnTo>
                  <a:lnTo>
                    <a:pt x="1480555" y="261"/>
                  </a:lnTo>
                  <a:lnTo>
                    <a:pt x="1490284" y="83"/>
                  </a:lnTo>
                  <a:lnTo>
                    <a:pt x="1500028" y="0"/>
                  </a:lnTo>
                  <a:lnTo>
                    <a:pt x="1509772" y="12"/>
                  </a:lnTo>
                  <a:lnTo>
                    <a:pt x="1519516" y="125"/>
                  </a:lnTo>
                  <a:lnTo>
                    <a:pt x="1529245" y="341"/>
                  </a:lnTo>
                  <a:lnTo>
                    <a:pt x="1538989" y="665"/>
                  </a:lnTo>
                  <a:lnTo>
                    <a:pt x="1548733" y="1101"/>
                  </a:lnTo>
                  <a:lnTo>
                    <a:pt x="1558477" y="1651"/>
                  </a:lnTo>
                  <a:lnTo>
                    <a:pt x="1568221" y="2318"/>
                  </a:lnTo>
                  <a:lnTo>
                    <a:pt x="1577950" y="3108"/>
                  </a:lnTo>
                  <a:lnTo>
                    <a:pt x="1587694" y="4023"/>
                  </a:lnTo>
                  <a:lnTo>
                    <a:pt x="1597438" y="5066"/>
                  </a:lnTo>
                  <a:lnTo>
                    <a:pt x="1607182" y="6238"/>
                  </a:lnTo>
                  <a:lnTo>
                    <a:pt x="1616911" y="7545"/>
                  </a:lnTo>
                  <a:lnTo>
                    <a:pt x="1626655" y="8989"/>
                  </a:lnTo>
                  <a:lnTo>
                    <a:pt x="1636399" y="10569"/>
                  </a:lnTo>
                  <a:lnTo>
                    <a:pt x="1646142" y="12292"/>
                  </a:lnTo>
                  <a:lnTo>
                    <a:pt x="1655872" y="14156"/>
                  </a:lnTo>
                  <a:lnTo>
                    <a:pt x="1665616" y="16162"/>
                  </a:lnTo>
                  <a:lnTo>
                    <a:pt x="1675359" y="18315"/>
                  </a:lnTo>
                  <a:lnTo>
                    <a:pt x="1685103" y="20616"/>
                  </a:lnTo>
                  <a:lnTo>
                    <a:pt x="1694832" y="23062"/>
                  </a:lnTo>
                  <a:lnTo>
                    <a:pt x="1704576" y="25656"/>
                  </a:lnTo>
                  <a:lnTo>
                    <a:pt x="1714320" y="28397"/>
                  </a:lnTo>
                  <a:lnTo>
                    <a:pt x="1724064" y="31288"/>
                  </a:lnTo>
                  <a:lnTo>
                    <a:pt x="1733808" y="34324"/>
                  </a:lnTo>
                  <a:lnTo>
                    <a:pt x="1743537" y="37507"/>
                  </a:lnTo>
                  <a:lnTo>
                    <a:pt x="1753281" y="40834"/>
                  </a:lnTo>
                  <a:lnTo>
                    <a:pt x="1763025" y="44305"/>
                  </a:lnTo>
                  <a:lnTo>
                    <a:pt x="1772769" y="47918"/>
                  </a:lnTo>
                  <a:lnTo>
                    <a:pt x="1782498" y="51671"/>
                  </a:lnTo>
                  <a:lnTo>
                    <a:pt x="1792242" y="55560"/>
                  </a:lnTo>
                  <a:lnTo>
                    <a:pt x="1801986" y="59584"/>
                  </a:lnTo>
                  <a:lnTo>
                    <a:pt x="1811730" y="63738"/>
                  </a:lnTo>
                  <a:lnTo>
                    <a:pt x="1821459" y="68020"/>
                  </a:lnTo>
                  <a:lnTo>
                    <a:pt x="1831203" y="72424"/>
                  </a:lnTo>
                  <a:lnTo>
                    <a:pt x="1840947" y="76947"/>
                  </a:lnTo>
                  <a:lnTo>
                    <a:pt x="1850691" y="81587"/>
                  </a:lnTo>
                  <a:lnTo>
                    <a:pt x="1860435" y="86334"/>
                  </a:lnTo>
                  <a:lnTo>
                    <a:pt x="1870164" y="91186"/>
                  </a:lnTo>
                  <a:lnTo>
                    <a:pt x="1879908" y="96139"/>
                  </a:lnTo>
                  <a:lnTo>
                    <a:pt x="1889652" y="101183"/>
                  </a:lnTo>
                  <a:lnTo>
                    <a:pt x="1899395" y="106315"/>
                  </a:lnTo>
                  <a:lnTo>
                    <a:pt x="1909124" y="111528"/>
                  </a:lnTo>
                  <a:lnTo>
                    <a:pt x="1918868" y="116815"/>
                  </a:lnTo>
                  <a:lnTo>
                    <a:pt x="1928612" y="122172"/>
                  </a:lnTo>
                  <a:lnTo>
                    <a:pt x="1938356" y="127587"/>
                  </a:lnTo>
                  <a:lnTo>
                    <a:pt x="1948085" y="133058"/>
                  </a:lnTo>
                  <a:lnTo>
                    <a:pt x="1957829" y="138574"/>
                  </a:lnTo>
                  <a:lnTo>
                    <a:pt x="1967573" y="144130"/>
                  </a:lnTo>
                  <a:lnTo>
                    <a:pt x="1977317" y="149718"/>
                  </a:lnTo>
                  <a:lnTo>
                    <a:pt x="1987046" y="155329"/>
                  </a:lnTo>
                  <a:lnTo>
                    <a:pt x="1996790" y="160957"/>
                  </a:lnTo>
                  <a:lnTo>
                    <a:pt x="2006534" y="166591"/>
                  </a:lnTo>
                  <a:lnTo>
                    <a:pt x="2016278" y="172228"/>
                  </a:lnTo>
                  <a:lnTo>
                    <a:pt x="2026022" y="177857"/>
                  </a:lnTo>
                  <a:lnTo>
                    <a:pt x="2035751" y="183469"/>
                  </a:lnTo>
                  <a:lnTo>
                    <a:pt x="2045495" y="189059"/>
                  </a:lnTo>
                  <a:lnTo>
                    <a:pt x="2055239" y="194618"/>
                  </a:lnTo>
                  <a:lnTo>
                    <a:pt x="2064983" y="200138"/>
                  </a:lnTo>
                  <a:lnTo>
                    <a:pt x="2074712" y="205612"/>
                  </a:lnTo>
                  <a:lnTo>
                    <a:pt x="2084456" y="211031"/>
                  </a:lnTo>
                  <a:lnTo>
                    <a:pt x="2094200" y="216388"/>
                  </a:lnTo>
                  <a:lnTo>
                    <a:pt x="2103944" y="221676"/>
                  </a:lnTo>
                  <a:lnTo>
                    <a:pt x="2113673" y="226888"/>
                  </a:lnTo>
                  <a:lnTo>
                    <a:pt x="2123417" y="232016"/>
                  </a:lnTo>
                  <a:lnTo>
                    <a:pt x="2133161" y="237055"/>
                  </a:lnTo>
                  <a:lnTo>
                    <a:pt x="2142905" y="241997"/>
                  </a:lnTo>
                  <a:lnTo>
                    <a:pt x="2152649" y="246836"/>
                  </a:lnTo>
                  <a:lnTo>
                    <a:pt x="2162377" y="251566"/>
                  </a:lnTo>
                  <a:lnTo>
                    <a:pt x="2172121" y="256182"/>
                  </a:lnTo>
                  <a:lnTo>
                    <a:pt x="2181865" y="260677"/>
                  </a:lnTo>
                  <a:lnTo>
                    <a:pt x="2191609" y="265047"/>
                  </a:lnTo>
                  <a:lnTo>
                    <a:pt x="2201338" y="269287"/>
                  </a:lnTo>
                  <a:lnTo>
                    <a:pt x="2211082" y="273392"/>
                  </a:lnTo>
                  <a:lnTo>
                    <a:pt x="2220826" y="277359"/>
                  </a:lnTo>
                  <a:lnTo>
                    <a:pt x="2230570" y="281183"/>
                  </a:lnTo>
                  <a:lnTo>
                    <a:pt x="2240299" y="284861"/>
                  </a:lnTo>
                  <a:lnTo>
                    <a:pt x="2250043" y="288389"/>
                  </a:lnTo>
                  <a:lnTo>
                    <a:pt x="2259787" y="291767"/>
                  </a:lnTo>
                  <a:lnTo>
                    <a:pt x="2269531" y="294991"/>
                  </a:lnTo>
                  <a:lnTo>
                    <a:pt x="2279260" y="298059"/>
                  </a:lnTo>
                  <a:lnTo>
                    <a:pt x="2289004" y="300971"/>
                  </a:lnTo>
                  <a:lnTo>
                    <a:pt x="2298748" y="303725"/>
                  </a:lnTo>
                  <a:lnTo>
                    <a:pt x="2308492" y="306320"/>
                  </a:lnTo>
                  <a:lnTo>
                    <a:pt x="2318236" y="308758"/>
                  </a:lnTo>
                  <a:lnTo>
                    <a:pt x="2327965" y="311039"/>
                  </a:lnTo>
                  <a:lnTo>
                    <a:pt x="2337709" y="313160"/>
                  </a:lnTo>
                  <a:lnTo>
                    <a:pt x="2347453" y="315127"/>
                  </a:lnTo>
                  <a:lnTo>
                    <a:pt x="2357197" y="316940"/>
                  </a:lnTo>
                  <a:lnTo>
                    <a:pt x="2366926" y="318600"/>
                  </a:lnTo>
                  <a:lnTo>
                    <a:pt x="2376670" y="320111"/>
                  </a:lnTo>
                  <a:lnTo>
                    <a:pt x="2386413" y="321475"/>
                  </a:lnTo>
                  <a:lnTo>
                    <a:pt x="2396157" y="322696"/>
                  </a:lnTo>
                  <a:lnTo>
                    <a:pt x="2405886" y="323776"/>
                  </a:lnTo>
                  <a:lnTo>
                    <a:pt x="2415630" y="324720"/>
                  </a:lnTo>
                  <a:lnTo>
                    <a:pt x="2425374" y="325534"/>
                  </a:lnTo>
                  <a:lnTo>
                    <a:pt x="2435118" y="326219"/>
                  </a:lnTo>
                  <a:lnTo>
                    <a:pt x="2444862" y="326782"/>
                  </a:lnTo>
                  <a:lnTo>
                    <a:pt x="2454591" y="327231"/>
                  </a:lnTo>
                  <a:lnTo>
                    <a:pt x="2464335" y="327566"/>
                  </a:lnTo>
                  <a:lnTo>
                    <a:pt x="2474079" y="327798"/>
                  </a:lnTo>
                  <a:lnTo>
                    <a:pt x="2483823" y="327930"/>
                  </a:lnTo>
                  <a:lnTo>
                    <a:pt x="2493552" y="327968"/>
                  </a:lnTo>
                  <a:lnTo>
                    <a:pt x="2503296" y="327922"/>
                  </a:lnTo>
                  <a:lnTo>
                    <a:pt x="2513040" y="327795"/>
                  </a:lnTo>
                  <a:lnTo>
                    <a:pt x="2522784" y="327594"/>
                  </a:lnTo>
                  <a:lnTo>
                    <a:pt x="2532513" y="327329"/>
                  </a:lnTo>
                  <a:lnTo>
                    <a:pt x="2542257" y="327004"/>
                  </a:lnTo>
                  <a:lnTo>
                    <a:pt x="2552001" y="326629"/>
                  </a:lnTo>
                  <a:lnTo>
                    <a:pt x="2561745" y="326207"/>
                  </a:lnTo>
                  <a:lnTo>
                    <a:pt x="2571474" y="325748"/>
                  </a:lnTo>
                  <a:lnTo>
                    <a:pt x="2581218" y="325260"/>
                  </a:lnTo>
                  <a:lnTo>
                    <a:pt x="2590962" y="324747"/>
                  </a:lnTo>
                  <a:lnTo>
                    <a:pt x="2600705" y="324218"/>
                  </a:lnTo>
                  <a:lnTo>
                    <a:pt x="2610449" y="323680"/>
                  </a:lnTo>
                  <a:lnTo>
                    <a:pt x="2620178" y="323140"/>
                  </a:lnTo>
                  <a:lnTo>
                    <a:pt x="2629922" y="322603"/>
                  </a:lnTo>
                  <a:lnTo>
                    <a:pt x="2639666" y="322077"/>
                  </a:lnTo>
                  <a:lnTo>
                    <a:pt x="2649410" y="321569"/>
                  </a:lnTo>
                  <a:lnTo>
                    <a:pt x="2659139" y="321082"/>
                  </a:lnTo>
                  <a:lnTo>
                    <a:pt x="2668883" y="320626"/>
                  </a:lnTo>
                  <a:lnTo>
                    <a:pt x="2678627" y="320203"/>
                  </a:lnTo>
                  <a:lnTo>
                    <a:pt x="2688371" y="319820"/>
                  </a:lnTo>
                  <a:lnTo>
                    <a:pt x="2698100" y="319482"/>
                  </a:lnTo>
                  <a:lnTo>
                    <a:pt x="2707844" y="319193"/>
                  </a:lnTo>
                  <a:lnTo>
                    <a:pt x="2717588" y="318959"/>
                  </a:lnTo>
                  <a:lnTo>
                    <a:pt x="2727332" y="318782"/>
                  </a:lnTo>
                  <a:lnTo>
                    <a:pt x="2737076" y="318665"/>
                  </a:lnTo>
                  <a:lnTo>
                    <a:pt x="2746805" y="318615"/>
                  </a:lnTo>
                  <a:lnTo>
                    <a:pt x="2756549" y="318631"/>
                  </a:lnTo>
                  <a:lnTo>
                    <a:pt x="2766293" y="318719"/>
                  </a:lnTo>
                  <a:lnTo>
                    <a:pt x="2776037" y="318878"/>
                  </a:lnTo>
                  <a:lnTo>
                    <a:pt x="2785766" y="319111"/>
                  </a:lnTo>
                  <a:lnTo>
                    <a:pt x="2795510" y="319421"/>
                  </a:lnTo>
                  <a:lnTo>
                    <a:pt x="2805254" y="319805"/>
                  </a:lnTo>
                  <a:lnTo>
                    <a:pt x="2814998" y="320269"/>
                  </a:lnTo>
                  <a:lnTo>
                    <a:pt x="2824727" y="320808"/>
                  </a:lnTo>
                  <a:lnTo>
                    <a:pt x="2834471" y="321425"/>
                  </a:lnTo>
                  <a:lnTo>
                    <a:pt x="2844215" y="322118"/>
                  </a:lnTo>
                  <a:lnTo>
                    <a:pt x="2853958" y="322886"/>
                  </a:lnTo>
                  <a:lnTo>
                    <a:pt x="2863687" y="323731"/>
                  </a:lnTo>
                  <a:lnTo>
                    <a:pt x="2873431" y="324647"/>
                  </a:lnTo>
                  <a:lnTo>
                    <a:pt x="2883175" y="325635"/>
                  </a:lnTo>
                  <a:lnTo>
                    <a:pt x="2892919" y="326692"/>
                  </a:lnTo>
                  <a:lnTo>
                    <a:pt x="2902663" y="327815"/>
                  </a:lnTo>
                  <a:lnTo>
                    <a:pt x="2912392" y="32900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4" name="Freeform 753">
              <a:extLst>
                <a:ext uri="{FF2B5EF4-FFF2-40B4-BE49-F238E27FC236}">
                  <a16:creationId xmlns:a16="http://schemas.microsoft.com/office/drawing/2014/main" id="{DA3F3E07-50E6-B089-6A57-67816A3DD8AB}"/>
                </a:ext>
              </a:extLst>
            </p:cNvPr>
            <p:cNvSpPr/>
            <p:nvPr/>
          </p:nvSpPr>
          <p:spPr>
            <a:xfrm>
              <a:off x="576446" y="2783107"/>
              <a:ext cx="2912392" cy="982721"/>
            </a:xfrm>
            <a:custGeom>
              <a:avLst/>
              <a:gdLst>
                <a:gd name="connsiteX0" fmla="*/ 0 w 2912392"/>
                <a:gd name="connsiteY0" fmla="*/ 982722 h 982721"/>
                <a:gd name="connsiteX1" fmla="*/ 9739 w 2912392"/>
                <a:gd name="connsiteY1" fmla="*/ 977631 h 982721"/>
                <a:gd name="connsiteX2" fmla="*/ 19480 w 2912392"/>
                <a:gd name="connsiteY2" fmla="*/ 972382 h 982721"/>
                <a:gd name="connsiteX3" fmla="*/ 29221 w 2912392"/>
                <a:gd name="connsiteY3" fmla="*/ 966986 h 982721"/>
                <a:gd name="connsiteX4" fmla="*/ 38961 w 2912392"/>
                <a:gd name="connsiteY4" fmla="*/ 961452 h 982721"/>
                <a:gd name="connsiteX5" fmla="*/ 48702 w 2912392"/>
                <a:gd name="connsiteY5" fmla="*/ 955793 h 982721"/>
                <a:gd name="connsiteX6" fmla="*/ 58443 w 2912392"/>
                <a:gd name="connsiteY6" fmla="*/ 950020 h 982721"/>
                <a:gd name="connsiteX7" fmla="*/ 68182 w 2912392"/>
                <a:gd name="connsiteY7" fmla="*/ 944141 h 982721"/>
                <a:gd name="connsiteX8" fmla="*/ 77923 w 2912392"/>
                <a:gd name="connsiteY8" fmla="*/ 938168 h 982721"/>
                <a:gd name="connsiteX9" fmla="*/ 87664 w 2912392"/>
                <a:gd name="connsiteY9" fmla="*/ 932112 h 982721"/>
                <a:gd name="connsiteX10" fmla="*/ 97404 w 2912392"/>
                <a:gd name="connsiteY10" fmla="*/ 925981 h 982721"/>
                <a:gd name="connsiteX11" fmla="*/ 107145 w 2912392"/>
                <a:gd name="connsiteY11" fmla="*/ 919787 h 982721"/>
                <a:gd name="connsiteX12" fmla="*/ 116886 w 2912392"/>
                <a:gd name="connsiteY12" fmla="*/ 913540 h 982721"/>
                <a:gd name="connsiteX13" fmla="*/ 126625 w 2912392"/>
                <a:gd name="connsiteY13" fmla="*/ 907248 h 982721"/>
                <a:gd name="connsiteX14" fmla="*/ 136366 w 2912392"/>
                <a:gd name="connsiteY14" fmla="*/ 900925 h 982721"/>
                <a:gd name="connsiteX15" fmla="*/ 146107 w 2912392"/>
                <a:gd name="connsiteY15" fmla="*/ 894577 h 982721"/>
                <a:gd name="connsiteX16" fmla="*/ 155846 w 2912392"/>
                <a:gd name="connsiteY16" fmla="*/ 888213 h 982721"/>
                <a:gd name="connsiteX17" fmla="*/ 165587 w 2912392"/>
                <a:gd name="connsiteY17" fmla="*/ 881844 h 982721"/>
                <a:gd name="connsiteX18" fmla="*/ 175328 w 2912392"/>
                <a:gd name="connsiteY18" fmla="*/ 875479 h 982721"/>
                <a:gd name="connsiteX19" fmla="*/ 185068 w 2912392"/>
                <a:gd name="connsiteY19" fmla="*/ 869126 h 982721"/>
                <a:gd name="connsiteX20" fmla="*/ 194809 w 2912392"/>
                <a:gd name="connsiteY20" fmla="*/ 862796 h 982721"/>
                <a:gd name="connsiteX21" fmla="*/ 204550 w 2912392"/>
                <a:gd name="connsiteY21" fmla="*/ 856493 h 982721"/>
                <a:gd name="connsiteX22" fmla="*/ 214289 w 2912392"/>
                <a:gd name="connsiteY22" fmla="*/ 850228 h 982721"/>
                <a:gd name="connsiteX23" fmla="*/ 224030 w 2912392"/>
                <a:gd name="connsiteY23" fmla="*/ 844011 h 982721"/>
                <a:gd name="connsiteX24" fmla="*/ 233771 w 2912392"/>
                <a:gd name="connsiteY24" fmla="*/ 837846 h 982721"/>
                <a:gd name="connsiteX25" fmla="*/ 243510 w 2912392"/>
                <a:gd name="connsiteY25" fmla="*/ 831743 h 982721"/>
                <a:gd name="connsiteX26" fmla="*/ 253251 w 2912392"/>
                <a:gd name="connsiteY26" fmla="*/ 825708 h 982721"/>
                <a:gd name="connsiteX27" fmla="*/ 262992 w 2912392"/>
                <a:gd name="connsiteY27" fmla="*/ 819748 h 982721"/>
                <a:gd name="connsiteX28" fmla="*/ 272732 w 2912392"/>
                <a:gd name="connsiteY28" fmla="*/ 813870 h 982721"/>
                <a:gd name="connsiteX29" fmla="*/ 282473 w 2912392"/>
                <a:gd name="connsiteY29" fmla="*/ 808082 h 982721"/>
                <a:gd name="connsiteX30" fmla="*/ 292214 w 2912392"/>
                <a:gd name="connsiteY30" fmla="*/ 802389 h 982721"/>
                <a:gd name="connsiteX31" fmla="*/ 301953 w 2912392"/>
                <a:gd name="connsiteY31" fmla="*/ 796799 h 982721"/>
                <a:gd name="connsiteX32" fmla="*/ 311694 w 2912392"/>
                <a:gd name="connsiteY32" fmla="*/ 791315 h 982721"/>
                <a:gd name="connsiteX33" fmla="*/ 321435 w 2912392"/>
                <a:gd name="connsiteY33" fmla="*/ 785944 h 982721"/>
                <a:gd name="connsiteX34" fmla="*/ 331175 w 2912392"/>
                <a:gd name="connsiteY34" fmla="*/ 780690 h 982721"/>
                <a:gd name="connsiteX35" fmla="*/ 340916 w 2912392"/>
                <a:gd name="connsiteY35" fmla="*/ 775562 h 982721"/>
                <a:gd name="connsiteX36" fmla="*/ 350656 w 2912392"/>
                <a:gd name="connsiteY36" fmla="*/ 770562 h 982721"/>
                <a:gd name="connsiteX37" fmla="*/ 360396 w 2912392"/>
                <a:gd name="connsiteY37" fmla="*/ 765694 h 982721"/>
                <a:gd name="connsiteX38" fmla="*/ 370137 w 2912392"/>
                <a:gd name="connsiteY38" fmla="*/ 760964 h 982721"/>
                <a:gd name="connsiteX39" fmla="*/ 379878 w 2912392"/>
                <a:gd name="connsiteY39" fmla="*/ 756375 h 982721"/>
                <a:gd name="connsiteX40" fmla="*/ 389617 w 2912392"/>
                <a:gd name="connsiteY40" fmla="*/ 751932 h 982721"/>
                <a:gd name="connsiteX41" fmla="*/ 399358 w 2912392"/>
                <a:gd name="connsiteY41" fmla="*/ 747640 h 982721"/>
                <a:gd name="connsiteX42" fmla="*/ 409099 w 2912392"/>
                <a:gd name="connsiteY42" fmla="*/ 743499 h 982721"/>
                <a:gd name="connsiteX43" fmla="*/ 418839 w 2912392"/>
                <a:gd name="connsiteY43" fmla="*/ 739514 h 982721"/>
                <a:gd name="connsiteX44" fmla="*/ 428580 w 2912392"/>
                <a:gd name="connsiteY44" fmla="*/ 735688 h 982721"/>
                <a:gd name="connsiteX45" fmla="*/ 438321 w 2912392"/>
                <a:gd name="connsiteY45" fmla="*/ 732024 h 982721"/>
                <a:gd name="connsiteX46" fmla="*/ 448060 w 2912392"/>
                <a:gd name="connsiteY46" fmla="*/ 728524 h 982721"/>
                <a:gd name="connsiteX47" fmla="*/ 457801 w 2912392"/>
                <a:gd name="connsiteY47" fmla="*/ 725190 h 982721"/>
                <a:gd name="connsiteX48" fmla="*/ 467542 w 2912392"/>
                <a:gd name="connsiteY48" fmla="*/ 722026 h 982721"/>
                <a:gd name="connsiteX49" fmla="*/ 477281 w 2912392"/>
                <a:gd name="connsiteY49" fmla="*/ 719031 h 982721"/>
                <a:gd name="connsiteX50" fmla="*/ 487022 w 2912392"/>
                <a:gd name="connsiteY50" fmla="*/ 716208 h 982721"/>
                <a:gd name="connsiteX51" fmla="*/ 496763 w 2912392"/>
                <a:gd name="connsiteY51" fmla="*/ 713558 h 982721"/>
                <a:gd name="connsiteX52" fmla="*/ 506503 w 2912392"/>
                <a:gd name="connsiteY52" fmla="*/ 711082 h 982721"/>
                <a:gd name="connsiteX53" fmla="*/ 516244 w 2912392"/>
                <a:gd name="connsiteY53" fmla="*/ 708782 h 982721"/>
                <a:gd name="connsiteX54" fmla="*/ 525985 w 2912392"/>
                <a:gd name="connsiteY54" fmla="*/ 706656 h 982721"/>
                <a:gd name="connsiteX55" fmla="*/ 535724 w 2912392"/>
                <a:gd name="connsiteY55" fmla="*/ 704707 h 982721"/>
                <a:gd name="connsiteX56" fmla="*/ 545465 w 2912392"/>
                <a:gd name="connsiteY56" fmla="*/ 702934 h 982721"/>
                <a:gd name="connsiteX57" fmla="*/ 555206 w 2912392"/>
                <a:gd name="connsiteY57" fmla="*/ 701338 h 982721"/>
                <a:gd name="connsiteX58" fmla="*/ 564946 w 2912392"/>
                <a:gd name="connsiteY58" fmla="*/ 699917 h 982721"/>
                <a:gd name="connsiteX59" fmla="*/ 574687 w 2912392"/>
                <a:gd name="connsiteY59" fmla="*/ 698671 h 982721"/>
                <a:gd name="connsiteX60" fmla="*/ 584428 w 2912392"/>
                <a:gd name="connsiteY60" fmla="*/ 697600 h 982721"/>
                <a:gd name="connsiteX61" fmla="*/ 594167 w 2912392"/>
                <a:gd name="connsiteY61" fmla="*/ 696703 h 982721"/>
                <a:gd name="connsiteX62" fmla="*/ 603908 w 2912392"/>
                <a:gd name="connsiteY62" fmla="*/ 695978 h 982721"/>
                <a:gd name="connsiteX63" fmla="*/ 613649 w 2912392"/>
                <a:gd name="connsiteY63" fmla="*/ 695422 h 982721"/>
                <a:gd name="connsiteX64" fmla="*/ 623388 w 2912392"/>
                <a:gd name="connsiteY64" fmla="*/ 695036 h 982721"/>
                <a:gd name="connsiteX65" fmla="*/ 633129 w 2912392"/>
                <a:gd name="connsiteY65" fmla="*/ 694817 h 982721"/>
                <a:gd name="connsiteX66" fmla="*/ 642870 w 2912392"/>
                <a:gd name="connsiteY66" fmla="*/ 694762 h 982721"/>
                <a:gd name="connsiteX67" fmla="*/ 652610 w 2912392"/>
                <a:gd name="connsiteY67" fmla="*/ 694871 h 982721"/>
                <a:gd name="connsiteX68" fmla="*/ 662351 w 2912392"/>
                <a:gd name="connsiteY68" fmla="*/ 695137 h 982721"/>
                <a:gd name="connsiteX69" fmla="*/ 672092 w 2912392"/>
                <a:gd name="connsiteY69" fmla="*/ 695560 h 982721"/>
                <a:gd name="connsiteX70" fmla="*/ 681831 w 2912392"/>
                <a:gd name="connsiteY70" fmla="*/ 696137 h 982721"/>
                <a:gd name="connsiteX71" fmla="*/ 691572 w 2912392"/>
                <a:gd name="connsiteY71" fmla="*/ 696864 h 982721"/>
                <a:gd name="connsiteX72" fmla="*/ 701313 w 2912392"/>
                <a:gd name="connsiteY72" fmla="*/ 697737 h 982721"/>
                <a:gd name="connsiteX73" fmla="*/ 711052 w 2912392"/>
                <a:gd name="connsiteY73" fmla="*/ 698752 h 982721"/>
                <a:gd name="connsiteX74" fmla="*/ 720793 w 2912392"/>
                <a:gd name="connsiteY74" fmla="*/ 699905 h 982721"/>
                <a:gd name="connsiteX75" fmla="*/ 730534 w 2912392"/>
                <a:gd name="connsiteY75" fmla="*/ 701191 h 982721"/>
                <a:gd name="connsiteX76" fmla="*/ 740274 w 2912392"/>
                <a:gd name="connsiteY76" fmla="*/ 702606 h 982721"/>
                <a:gd name="connsiteX77" fmla="*/ 750015 w 2912392"/>
                <a:gd name="connsiteY77" fmla="*/ 704145 h 982721"/>
                <a:gd name="connsiteX78" fmla="*/ 759756 w 2912392"/>
                <a:gd name="connsiteY78" fmla="*/ 705804 h 982721"/>
                <a:gd name="connsiteX79" fmla="*/ 769495 w 2912392"/>
                <a:gd name="connsiteY79" fmla="*/ 707575 h 982721"/>
                <a:gd name="connsiteX80" fmla="*/ 779236 w 2912392"/>
                <a:gd name="connsiteY80" fmla="*/ 709454 h 982721"/>
                <a:gd name="connsiteX81" fmla="*/ 788977 w 2912392"/>
                <a:gd name="connsiteY81" fmla="*/ 711435 h 982721"/>
                <a:gd name="connsiteX82" fmla="*/ 798717 w 2912392"/>
                <a:gd name="connsiteY82" fmla="*/ 713512 h 982721"/>
                <a:gd name="connsiteX83" fmla="*/ 808458 w 2912392"/>
                <a:gd name="connsiteY83" fmla="*/ 715680 h 982721"/>
                <a:gd name="connsiteX84" fmla="*/ 818199 w 2912392"/>
                <a:gd name="connsiteY84" fmla="*/ 717930 h 982721"/>
                <a:gd name="connsiteX85" fmla="*/ 827938 w 2912392"/>
                <a:gd name="connsiteY85" fmla="*/ 720256 h 982721"/>
                <a:gd name="connsiteX86" fmla="*/ 837679 w 2912392"/>
                <a:gd name="connsiteY86" fmla="*/ 722651 h 982721"/>
                <a:gd name="connsiteX87" fmla="*/ 847420 w 2912392"/>
                <a:gd name="connsiteY87" fmla="*/ 725110 h 982721"/>
                <a:gd name="connsiteX88" fmla="*/ 857159 w 2912392"/>
                <a:gd name="connsiteY88" fmla="*/ 727623 h 982721"/>
                <a:gd name="connsiteX89" fmla="*/ 866900 w 2912392"/>
                <a:gd name="connsiteY89" fmla="*/ 730186 h 982721"/>
                <a:gd name="connsiteX90" fmla="*/ 876641 w 2912392"/>
                <a:gd name="connsiteY90" fmla="*/ 732787 h 982721"/>
                <a:gd name="connsiteX91" fmla="*/ 886381 w 2912392"/>
                <a:gd name="connsiteY91" fmla="*/ 735421 h 982721"/>
                <a:gd name="connsiteX92" fmla="*/ 896122 w 2912392"/>
                <a:gd name="connsiteY92" fmla="*/ 738079 h 982721"/>
                <a:gd name="connsiteX93" fmla="*/ 905863 w 2912392"/>
                <a:gd name="connsiteY93" fmla="*/ 740754 h 982721"/>
                <a:gd name="connsiteX94" fmla="*/ 915602 w 2912392"/>
                <a:gd name="connsiteY94" fmla="*/ 743437 h 982721"/>
                <a:gd name="connsiteX95" fmla="*/ 925343 w 2912392"/>
                <a:gd name="connsiteY95" fmla="*/ 746122 h 982721"/>
                <a:gd name="connsiteX96" fmla="*/ 935084 w 2912392"/>
                <a:gd name="connsiteY96" fmla="*/ 748796 h 982721"/>
                <a:gd name="connsiteX97" fmla="*/ 944824 w 2912392"/>
                <a:gd name="connsiteY97" fmla="*/ 751454 h 982721"/>
                <a:gd name="connsiteX98" fmla="*/ 954564 w 2912392"/>
                <a:gd name="connsiteY98" fmla="*/ 754087 h 982721"/>
                <a:gd name="connsiteX99" fmla="*/ 964305 w 2912392"/>
                <a:gd name="connsiteY99" fmla="*/ 756686 h 982721"/>
                <a:gd name="connsiteX100" fmla="*/ 974045 w 2912392"/>
                <a:gd name="connsiteY100" fmla="*/ 759243 h 982721"/>
                <a:gd name="connsiteX101" fmla="*/ 983786 w 2912392"/>
                <a:gd name="connsiteY101" fmla="*/ 761749 h 982721"/>
                <a:gd name="connsiteX102" fmla="*/ 993522 w 2912392"/>
                <a:gd name="connsiteY102" fmla="*/ 764194 h 982721"/>
                <a:gd name="connsiteX103" fmla="*/ 1003266 w 2912392"/>
                <a:gd name="connsiteY103" fmla="*/ 766572 h 982721"/>
                <a:gd name="connsiteX104" fmla="*/ 1013010 w 2912392"/>
                <a:gd name="connsiteY104" fmla="*/ 768872 h 982721"/>
                <a:gd name="connsiteX105" fmla="*/ 1022754 w 2912392"/>
                <a:gd name="connsiteY105" fmla="*/ 771086 h 982721"/>
                <a:gd name="connsiteX106" fmla="*/ 1032483 w 2912392"/>
                <a:gd name="connsiteY106" fmla="*/ 773206 h 982721"/>
                <a:gd name="connsiteX107" fmla="*/ 1042227 w 2912392"/>
                <a:gd name="connsiteY107" fmla="*/ 775225 h 982721"/>
                <a:gd name="connsiteX108" fmla="*/ 1051971 w 2912392"/>
                <a:gd name="connsiteY108" fmla="*/ 777131 h 982721"/>
                <a:gd name="connsiteX109" fmla="*/ 1061715 w 2912392"/>
                <a:gd name="connsiteY109" fmla="*/ 778919 h 982721"/>
                <a:gd name="connsiteX110" fmla="*/ 1071444 w 2912392"/>
                <a:gd name="connsiteY110" fmla="*/ 780580 h 982721"/>
                <a:gd name="connsiteX111" fmla="*/ 1081188 w 2912392"/>
                <a:gd name="connsiteY111" fmla="*/ 782104 h 982721"/>
                <a:gd name="connsiteX112" fmla="*/ 1090932 w 2912392"/>
                <a:gd name="connsiteY112" fmla="*/ 783485 h 982721"/>
                <a:gd name="connsiteX113" fmla="*/ 1100676 w 2912392"/>
                <a:gd name="connsiteY113" fmla="*/ 784716 h 982721"/>
                <a:gd name="connsiteX114" fmla="*/ 1110405 w 2912392"/>
                <a:gd name="connsiteY114" fmla="*/ 785789 h 982721"/>
                <a:gd name="connsiteX115" fmla="*/ 1120149 w 2912392"/>
                <a:gd name="connsiteY115" fmla="*/ 786696 h 982721"/>
                <a:gd name="connsiteX116" fmla="*/ 1129893 w 2912392"/>
                <a:gd name="connsiteY116" fmla="*/ 787429 h 982721"/>
                <a:gd name="connsiteX117" fmla="*/ 1139637 w 2912392"/>
                <a:gd name="connsiteY117" fmla="*/ 787985 h 982721"/>
                <a:gd name="connsiteX118" fmla="*/ 1149381 w 2912392"/>
                <a:gd name="connsiteY118" fmla="*/ 788353 h 982721"/>
                <a:gd name="connsiteX119" fmla="*/ 1159110 w 2912392"/>
                <a:gd name="connsiteY119" fmla="*/ 788530 h 982721"/>
                <a:gd name="connsiteX120" fmla="*/ 1168854 w 2912392"/>
                <a:gd name="connsiteY120" fmla="*/ 788509 h 982721"/>
                <a:gd name="connsiteX121" fmla="*/ 1178598 w 2912392"/>
                <a:gd name="connsiteY121" fmla="*/ 788283 h 982721"/>
                <a:gd name="connsiteX122" fmla="*/ 1188341 w 2912392"/>
                <a:gd name="connsiteY122" fmla="*/ 787849 h 982721"/>
                <a:gd name="connsiteX123" fmla="*/ 1198070 w 2912392"/>
                <a:gd name="connsiteY123" fmla="*/ 787201 h 982721"/>
                <a:gd name="connsiteX124" fmla="*/ 1207814 w 2912392"/>
                <a:gd name="connsiteY124" fmla="*/ 786334 h 982721"/>
                <a:gd name="connsiteX125" fmla="*/ 1217558 w 2912392"/>
                <a:gd name="connsiteY125" fmla="*/ 785245 h 982721"/>
                <a:gd name="connsiteX126" fmla="*/ 1227302 w 2912392"/>
                <a:gd name="connsiteY126" fmla="*/ 783928 h 982721"/>
                <a:gd name="connsiteX127" fmla="*/ 1237031 w 2912392"/>
                <a:gd name="connsiteY127" fmla="*/ 782381 h 982721"/>
                <a:gd name="connsiteX128" fmla="*/ 1246775 w 2912392"/>
                <a:gd name="connsiteY128" fmla="*/ 780599 h 982721"/>
                <a:gd name="connsiteX129" fmla="*/ 1256519 w 2912392"/>
                <a:gd name="connsiteY129" fmla="*/ 778582 h 982721"/>
                <a:gd name="connsiteX130" fmla="*/ 1266263 w 2912392"/>
                <a:gd name="connsiteY130" fmla="*/ 776326 h 982721"/>
                <a:gd name="connsiteX131" fmla="*/ 1276007 w 2912392"/>
                <a:gd name="connsiteY131" fmla="*/ 773831 h 982721"/>
                <a:gd name="connsiteX132" fmla="*/ 1285736 w 2912392"/>
                <a:gd name="connsiteY132" fmla="*/ 771091 h 982721"/>
                <a:gd name="connsiteX133" fmla="*/ 1295480 w 2912392"/>
                <a:gd name="connsiteY133" fmla="*/ 768110 h 982721"/>
                <a:gd name="connsiteX134" fmla="*/ 1305224 w 2912392"/>
                <a:gd name="connsiteY134" fmla="*/ 764882 h 982721"/>
                <a:gd name="connsiteX135" fmla="*/ 1314968 w 2912392"/>
                <a:gd name="connsiteY135" fmla="*/ 761413 h 982721"/>
                <a:gd name="connsiteX136" fmla="*/ 1324697 w 2912392"/>
                <a:gd name="connsiteY136" fmla="*/ 757698 h 982721"/>
                <a:gd name="connsiteX137" fmla="*/ 1334441 w 2912392"/>
                <a:gd name="connsiteY137" fmla="*/ 753740 h 982721"/>
                <a:gd name="connsiteX138" fmla="*/ 1344185 w 2912392"/>
                <a:gd name="connsiteY138" fmla="*/ 749538 h 982721"/>
                <a:gd name="connsiteX139" fmla="*/ 1353929 w 2912392"/>
                <a:gd name="connsiteY139" fmla="*/ 745097 h 982721"/>
                <a:gd name="connsiteX140" fmla="*/ 1363658 w 2912392"/>
                <a:gd name="connsiteY140" fmla="*/ 740415 h 982721"/>
                <a:gd name="connsiteX141" fmla="*/ 1373402 w 2912392"/>
                <a:gd name="connsiteY141" fmla="*/ 735497 h 982721"/>
                <a:gd name="connsiteX142" fmla="*/ 1383146 w 2912392"/>
                <a:gd name="connsiteY142" fmla="*/ 730345 h 982721"/>
                <a:gd name="connsiteX143" fmla="*/ 1392890 w 2912392"/>
                <a:gd name="connsiteY143" fmla="*/ 724961 h 982721"/>
                <a:gd name="connsiteX144" fmla="*/ 1402619 w 2912392"/>
                <a:gd name="connsiteY144" fmla="*/ 719350 h 982721"/>
                <a:gd name="connsiteX145" fmla="*/ 1412363 w 2912392"/>
                <a:gd name="connsiteY145" fmla="*/ 713514 h 982721"/>
                <a:gd name="connsiteX146" fmla="*/ 1422106 w 2912392"/>
                <a:gd name="connsiteY146" fmla="*/ 707459 h 982721"/>
                <a:gd name="connsiteX147" fmla="*/ 1431850 w 2912392"/>
                <a:gd name="connsiteY147" fmla="*/ 701188 h 982721"/>
                <a:gd name="connsiteX148" fmla="*/ 1441594 w 2912392"/>
                <a:gd name="connsiteY148" fmla="*/ 694708 h 982721"/>
                <a:gd name="connsiteX149" fmla="*/ 1451323 w 2912392"/>
                <a:gd name="connsiteY149" fmla="*/ 688023 h 982721"/>
                <a:gd name="connsiteX150" fmla="*/ 1461067 w 2912392"/>
                <a:gd name="connsiteY150" fmla="*/ 681138 h 982721"/>
                <a:gd name="connsiteX151" fmla="*/ 1470811 w 2912392"/>
                <a:gd name="connsiteY151" fmla="*/ 674061 h 982721"/>
                <a:gd name="connsiteX152" fmla="*/ 1480555 w 2912392"/>
                <a:gd name="connsiteY152" fmla="*/ 666797 h 982721"/>
                <a:gd name="connsiteX153" fmla="*/ 1490284 w 2912392"/>
                <a:gd name="connsiteY153" fmla="*/ 659351 h 982721"/>
                <a:gd name="connsiteX154" fmla="*/ 1500028 w 2912392"/>
                <a:gd name="connsiteY154" fmla="*/ 651732 h 982721"/>
                <a:gd name="connsiteX155" fmla="*/ 1509772 w 2912392"/>
                <a:gd name="connsiteY155" fmla="*/ 643947 h 982721"/>
                <a:gd name="connsiteX156" fmla="*/ 1519516 w 2912392"/>
                <a:gd name="connsiteY156" fmla="*/ 636002 h 982721"/>
                <a:gd name="connsiteX157" fmla="*/ 1529245 w 2912392"/>
                <a:gd name="connsiteY157" fmla="*/ 627906 h 982721"/>
                <a:gd name="connsiteX158" fmla="*/ 1538989 w 2912392"/>
                <a:gd name="connsiteY158" fmla="*/ 619664 h 982721"/>
                <a:gd name="connsiteX159" fmla="*/ 1548733 w 2912392"/>
                <a:gd name="connsiteY159" fmla="*/ 611287 h 982721"/>
                <a:gd name="connsiteX160" fmla="*/ 1558477 w 2912392"/>
                <a:gd name="connsiteY160" fmla="*/ 602780 h 982721"/>
                <a:gd name="connsiteX161" fmla="*/ 1568221 w 2912392"/>
                <a:gd name="connsiteY161" fmla="*/ 594154 h 982721"/>
                <a:gd name="connsiteX162" fmla="*/ 1577950 w 2912392"/>
                <a:gd name="connsiteY162" fmla="*/ 585415 h 982721"/>
                <a:gd name="connsiteX163" fmla="*/ 1587694 w 2912392"/>
                <a:gd name="connsiteY163" fmla="*/ 576573 h 982721"/>
                <a:gd name="connsiteX164" fmla="*/ 1597438 w 2912392"/>
                <a:gd name="connsiteY164" fmla="*/ 567635 h 982721"/>
                <a:gd name="connsiteX165" fmla="*/ 1607182 w 2912392"/>
                <a:gd name="connsiteY165" fmla="*/ 558609 h 982721"/>
                <a:gd name="connsiteX166" fmla="*/ 1616911 w 2912392"/>
                <a:gd name="connsiteY166" fmla="*/ 549504 h 982721"/>
                <a:gd name="connsiteX167" fmla="*/ 1626655 w 2912392"/>
                <a:gd name="connsiteY167" fmla="*/ 540330 h 982721"/>
                <a:gd name="connsiteX168" fmla="*/ 1636399 w 2912392"/>
                <a:gd name="connsiteY168" fmla="*/ 531092 h 982721"/>
                <a:gd name="connsiteX169" fmla="*/ 1646142 w 2912392"/>
                <a:gd name="connsiteY169" fmla="*/ 521801 h 982721"/>
                <a:gd name="connsiteX170" fmla="*/ 1655872 w 2912392"/>
                <a:gd name="connsiteY170" fmla="*/ 512464 h 982721"/>
                <a:gd name="connsiteX171" fmla="*/ 1665616 w 2912392"/>
                <a:gd name="connsiteY171" fmla="*/ 503089 h 982721"/>
                <a:gd name="connsiteX172" fmla="*/ 1675359 w 2912392"/>
                <a:gd name="connsiteY172" fmla="*/ 493687 h 982721"/>
                <a:gd name="connsiteX173" fmla="*/ 1685103 w 2912392"/>
                <a:gd name="connsiteY173" fmla="*/ 484262 h 982721"/>
                <a:gd name="connsiteX174" fmla="*/ 1694832 w 2912392"/>
                <a:gd name="connsiteY174" fmla="*/ 474823 h 982721"/>
                <a:gd name="connsiteX175" fmla="*/ 1704576 w 2912392"/>
                <a:gd name="connsiteY175" fmla="*/ 465379 h 982721"/>
                <a:gd name="connsiteX176" fmla="*/ 1714320 w 2912392"/>
                <a:gd name="connsiteY176" fmla="*/ 455934 h 982721"/>
                <a:gd name="connsiteX177" fmla="*/ 1724064 w 2912392"/>
                <a:gd name="connsiteY177" fmla="*/ 446500 h 982721"/>
                <a:gd name="connsiteX178" fmla="*/ 1733808 w 2912392"/>
                <a:gd name="connsiteY178" fmla="*/ 437081 h 982721"/>
                <a:gd name="connsiteX179" fmla="*/ 1743537 w 2912392"/>
                <a:gd name="connsiteY179" fmla="*/ 427686 h 982721"/>
                <a:gd name="connsiteX180" fmla="*/ 1753281 w 2912392"/>
                <a:gd name="connsiteY180" fmla="*/ 418317 h 982721"/>
                <a:gd name="connsiteX181" fmla="*/ 1763025 w 2912392"/>
                <a:gd name="connsiteY181" fmla="*/ 408986 h 982721"/>
                <a:gd name="connsiteX182" fmla="*/ 1772769 w 2912392"/>
                <a:gd name="connsiteY182" fmla="*/ 399696 h 982721"/>
                <a:gd name="connsiteX183" fmla="*/ 1782498 w 2912392"/>
                <a:gd name="connsiteY183" fmla="*/ 390453 h 982721"/>
                <a:gd name="connsiteX184" fmla="*/ 1792242 w 2912392"/>
                <a:gd name="connsiteY184" fmla="*/ 381263 h 982721"/>
                <a:gd name="connsiteX185" fmla="*/ 1801986 w 2912392"/>
                <a:gd name="connsiteY185" fmla="*/ 372132 h 982721"/>
                <a:gd name="connsiteX186" fmla="*/ 1811730 w 2912392"/>
                <a:gd name="connsiteY186" fmla="*/ 363064 h 982721"/>
                <a:gd name="connsiteX187" fmla="*/ 1821459 w 2912392"/>
                <a:gd name="connsiteY187" fmla="*/ 354064 h 982721"/>
                <a:gd name="connsiteX188" fmla="*/ 1831203 w 2912392"/>
                <a:gd name="connsiteY188" fmla="*/ 345136 h 982721"/>
                <a:gd name="connsiteX189" fmla="*/ 1840947 w 2912392"/>
                <a:gd name="connsiteY189" fmla="*/ 336285 h 982721"/>
                <a:gd name="connsiteX190" fmla="*/ 1850691 w 2912392"/>
                <a:gd name="connsiteY190" fmla="*/ 327515 h 982721"/>
                <a:gd name="connsiteX191" fmla="*/ 1860435 w 2912392"/>
                <a:gd name="connsiteY191" fmla="*/ 318828 h 982721"/>
                <a:gd name="connsiteX192" fmla="*/ 1870164 w 2912392"/>
                <a:gd name="connsiteY192" fmla="*/ 310228 h 982721"/>
                <a:gd name="connsiteX193" fmla="*/ 1879908 w 2912392"/>
                <a:gd name="connsiteY193" fmla="*/ 301719 h 982721"/>
                <a:gd name="connsiteX194" fmla="*/ 1889652 w 2912392"/>
                <a:gd name="connsiteY194" fmla="*/ 293303 h 982721"/>
                <a:gd name="connsiteX195" fmla="*/ 1899395 w 2912392"/>
                <a:gd name="connsiteY195" fmla="*/ 284983 h 982721"/>
                <a:gd name="connsiteX196" fmla="*/ 1909124 w 2912392"/>
                <a:gd name="connsiteY196" fmla="*/ 276759 h 982721"/>
                <a:gd name="connsiteX197" fmla="*/ 1918868 w 2912392"/>
                <a:gd name="connsiteY197" fmla="*/ 268636 h 982721"/>
                <a:gd name="connsiteX198" fmla="*/ 1928612 w 2912392"/>
                <a:gd name="connsiteY198" fmla="*/ 260614 h 982721"/>
                <a:gd name="connsiteX199" fmla="*/ 1938356 w 2912392"/>
                <a:gd name="connsiteY199" fmla="*/ 252696 h 982721"/>
                <a:gd name="connsiteX200" fmla="*/ 1948085 w 2912392"/>
                <a:gd name="connsiteY200" fmla="*/ 244880 h 982721"/>
                <a:gd name="connsiteX201" fmla="*/ 1957829 w 2912392"/>
                <a:gd name="connsiteY201" fmla="*/ 237171 h 982721"/>
                <a:gd name="connsiteX202" fmla="*/ 1967573 w 2912392"/>
                <a:gd name="connsiteY202" fmla="*/ 229567 h 982721"/>
                <a:gd name="connsiteX203" fmla="*/ 1977317 w 2912392"/>
                <a:gd name="connsiteY203" fmla="*/ 222071 h 982721"/>
                <a:gd name="connsiteX204" fmla="*/ 1987046 w 2912392"/>
                <a:gd name="connsiteY204" fmla="*/ 214681 h 982721"/>
                <a:gd name="connsiteX205" fmla="*/ 1996790 w 2912392"/>
                <a:gd name="connsiteY205" fmla="*/ 207400 h 982721"/>
                <a:gd name="connsiteX206" fmla="*/ 2006534 w 2912392"/>
                <a:gd name="connsiteY206" fmla="*/ 200227 h 982721"/>
                <a:gd name="connsiteX207" fmla="*/ 2016278 w 2912392"/>
                <a:gd name="connsiteY207" fmla="*/ 193164 h 982721"/>
                <a:gd name="connsiteX208" fmla="*/ 2026022 w 2912392"/>
                <a:gd name="connsiteY208" fmla="*/ 186209 h 982721"/>
                <a:gd name="connsiteX209" fmla="*/ 2035751 w 2912392"/>
                <a:gd name="connsiteY209" fmla="*/ 179361 h 982721"/>
                <a:gd name="connsiteX210" fmla="*/ 2045495 w 2912392"/>
                <a:gd name="connsiteY210" fmla="*/ 172624 h 982721"/>
                <a:gd name="connsiteX211" fmla="*/ 2055239 w 2912392"/>
                <a:gd name="connsiteY211" fmla="*/ 165997 h 982721"/>
                <a:gd name="connsiteX212" fmla="*/ 2064983 w 2912392"/>
                <a:gd name="connsiteY212" fmla="*/ 159477 h 982721"/>
                <a:gd name="connsiteX213" fmla="*/ 2074712 w 2912392"/>
                <a:gd name="connsiteY213" fmla="*/ 153068 h 982721"/>
                <a:gd name="connsiteX214" fmla="*/ 2084456 w 2912392"/>
                <a:gd name="connsiteY214" fmla="*/ 146765 h 982721"/>
                <a:gd name="connsiteX215" fmla="*/ 2094200 w 2912392"/>
                <a:gd name="connsiteY215" fmla="*/ 140575 h 982721"/>
                <a:gd name="connsiteX216" fmla="*/ 2103944 w 2912392"/>
                <a:gd name="connsiteY216" fmla="*/ 134493 h 982721"/>
                <a:gd name="connsiteX217" fmla="*/ 2113673 w 2912392"/>
                <a:gd name="connsiteY217" fmla="*/ 128520 h 982721"/>
                <a:gd name="connsiteX218" fmla="*/ 2123417 w 2912392"/>
                <a:gd name="connsiteY218" fmla="*/ 122659 h 982721"/>
                <a:gd name="connsiteX219" fmla="*/ 2133161 w 2912392"/>
                <a:gd name="connsiteY219" fmla="*/ 116908 h 982721"/>
                <a:gd name="connsiteX220" fmla="*/ 2142905 w 2912392"/>
                <a:gd name="connsiteY220" fmla="*/ 111267 h 982721"/>
                <a:gd name="connsiteX221" fmla="*/ 2152649 w 2912392"/>
                <a:gd name="connsiteY221" fmla="*/ 105740 h 982721"/>
                <a:gd name="connsiteX222" fmla="*/ 2162377 w 2912392"/>
                <a:gd name="connsiteY222" fmla="*/ 100324 h 982721"/>
                <a:gd name="connsiteX223" fmla="*/ 2172121 w 2912392"/>
                <a:gd name="connsiteY223" fmla="*/ 95023 h 982721"/>
                <a:gd name="connsiteX224" fmla="*/ 2181865 w 2912392"/>
                <a:gd name="connsiteY224" fmla="*/ 89836 h 982721"/>
                <a:gd name="connsiteX225" fmla="*/ 2191609 w 2912392"/>
                <a:gd name="connsiteY225" fmla="*/ 84768 h 982721"/>
                <a:gd name="connsiteX226" fmla="*/ 2201338 w 2912392"/>
                <a:gd name="connsiteY226" fmla="*/ 79815 h 982721"/>
                <a:gd name="connsiteX227" fmla="*/ 2211082 w 2912392"/>
                <a:gd name="connsiteY227" fmla="*/ 74984 h 982721"/>
                <a:gd name="connsiteX228" fmla="*/ 2220826 w 2912392"/>
                <a:gd name="connsiteY228" fmla="*/ 70273 h 982721"/>
                <a:gd name="connsiteX229" fmla="*/ 2230570 w 2912392"/>
                <a:gd name="connsiteY229" fmla="*/ 65687 h 982721"/>
                <a:gd name="connsiteX230" fmla="*/ 2240299 w 2912392"/>
                <a:gd name="connsiteY230" fmla="*/ 61226 h 982721"/>
                <a:gd name="connsiteX231" fmla="*/ 2250043 w 2912392"/>
                <a:gd name="connsiteY231" fmla="*/ 56893 h 982721"/>
                <a:gd name="connsiteX232" fmla="*/ 2259787 w 2912392"/>
                <a:gd name="connsiteY232" fmla="*/ 52692 h 982721"/>
                <a:gd name="connsiteX233" fmla="*/ 2269531 w 2912392"/>
                <a:gd name="connsiteY233" fmla="*/ 48623 h 982721"/>
                <a:gd name="connsiteX234" fmla="*/ 2279260 w 2912392"/>
                <a:gd name="connsiteY234" fmla="*/ 44692 h 982721"/>
                <a:gd name="connsiteX235" fmla="*/ 2289004 w 2912392"/>
                <a:gd name="connsiteY235" fmla="*/ 40901 h 982721"/>
                <a:gd name="connsiteX236" fmla="*/ 2298748 w 2912392"/>
                <a:gd name="connsiteY236" fmla="*/ 37252 h 982721"/>
                <a:gd name="connsiteX237" fmla="*/ 2308492 w 2912392"/>
                <a:gd name="connsiteY237" fmla="*/ 33751 h 982721"/>
                <a:gd name="connsiteX238" fmla="*/ 2318236 w 2912392"/>
                <a:gd name="connsiteY238" fmla="*/ 30398 h 982721"/>
                <a:gd name="connsiteX239" fmla="*/ 2327965 w 2912392"/>
                <a:gd name="connsiteY239" fmla="*/ 27200 h 982721"/>
                <a:gd name="connsiteX240" fmla="*/ 2337709 w 2912392"/>
                <a:gd name="connsiteY240" fmla="*/ 24159 h 982721"/>
                <a:gd name="connsiteX241" fmla="*/ 2347453 w 2912392"/>
                <a:gd name="connsiteY241" fmla="*/ 21279 h 982721"/>
                <a:gd name="connsiteX242" fmla="*/ 2357197 w 2912392"/>
                <a:gd name="connsiteY242" fmla="*/ 18563 h 982721"/>
                <a:gd name="connsiteX243" fmla="*/ 2366926 w 2912392"/>
                <a:gd name="connsiteY243" fmla="*/ 16016 h 982721"/>
                <a:gd name="connsiteX244" fmla="*/ 2376670 w 2912392"/>
                <a:gd name="connsiteY244" fmla="*/ 13643 h 982721"/>
                <a:gd name="connsiteX245" fmla="*/ 2386413 w 2912392"/>
                <a:gd name="connsiteY245" fmla="*/ 11445 h 982721"/>
                <a:gd name="connsiteX246" fmla="*/ 2396157 w 2912392"/>
                <a:gd name="connsiteY246" fmla="*/ 9428 h 982721"/>
                <a:gd name="connsiteX247" fmla="*/ 2405886 w 2912392"/>
                <a:gd name="connsiteY247" fmla="*/ 7597 h 982721"/>
                <a:gd name="connsiteX248" fmla="*/ 2415630 w 2912392"/>
                <a:gd name="connsiteY248" fmla="*/ 5952 h 982721"/>
                <a:gd name="connsiteX249" fmla="*/ 2425374 w 2912392"/>
                <a:gd name="connsiteY249" fmla="*/ 4501 h 982721"/>
                <a:gd name="connsiteX250" fmla="*/ 2435118 w 2912392"/>
                <a:gd name="connsiteY250" fmla="*/ 3244 h 982721"/>
                <a:gd name="connsiteX251" fmla="*/ 2444862 w 2912392"/>
                <a:gd name="connsiteY251" fmla="*/ 2187 h 982721"/>
                <a:gd name="connsiteX252" fmla="*/ 2454591 w 2912392"/>
                <a:gd name="connsiteY252" fmla="*/ 1332 h 982721"/>
                <a:gd name="connsiteX253" fmla="*/ 2464335 w 2912392"/>
                <a:gd name="connsiteY253" fmla="*/ 684 h 982721"/>
                <a:gd name="connsiteX254" fmla="*/ 2474079 w 2912392"/>
                <a:gd name="connsiteY254" fmla="*/ 243 h 982721"/>
                <a:gd name="connsiteX255" fmla="*/ 2483823 w 2912392"/>
                <a:gd name="connsiteY255" fmla="*/ 15 h 982721"/>
                <a:gd name="connsiteX256" fmla="*/ 2493552 w 2912392"/>
                <a:gd name="connsiteY256" fmla="*/ 0 h 982721"/>
                <a:gd name="connsiteX257" fmla="*/ 2503296 w 2912392"/>
                <a:gd name="connsiteY257" fmla="*/ 203 h 982721"/>
                <a:gd name="connsiteX258" fmla="*/ 2513040 w 2912392"/>
                <a:gd name="connsiteY258" fmla="*/ 623 h 982721"/>
                <a:gd name="connsiteX259" fmla="*/ 2522784 w 2912392"/>
                <a:gd name="connsiteY259" fmla="*/ 1263 h 982721"/>
                <a:gd name="connsiteX260" fmla="*/ 2532513 w 2912392"/>
                <a:gd name="connsiteY260" fmla="*/ 2126 h 982721"/>
                <a:gd name="connsiteX261" fmla="*/ 2542257 w 2912392"/>
                <a:gd name="connsiteY261" fmla="*/ 3211 h 982721"/>
                <a:gd name="connsiteX262" fmla="*/ 2552001 w 2912392"/>
                <a:gd name="connsiteY262" fmla="*/ 4520 h 982721"/>
                <a:gd name="connsiteX263" fmla="*/ 2561745 w 2912392"/>
                <a:gd name="connsiteY263" fmla="*/ 6055 h 982721"/>
                <a:gd name="connsiteX264" fmla="*/ 2571474 w 2912392"/>
                <a:gd name="connsiteY264" fmla="*/ 7812 h 982721"/>
                <a:gd name="connsiteX265" fmla="*/ 2581218 w 2912392"/>
                <a:gd name="connsiteY265" fmla="*/ 9795 h 982721"/>
                <a:gd name="connsiteX266" fmla="*/ 2590962 w 2912392"/>
                <a:gd name="connsiteY266" fmla="*/ 12000 h 982721"/>
                <a:gd name="connsiteX267" fmla="*/ 2600705 w 2912392"/>
                <a:gd name="connsiteY267" fmla="*/ 14427 h 982721"/>
                <a:gd name="connsiteX268" fmla="*/ 2610449 w 2912392"/>
                <a:gd name="connsiteY268" fmla="*/ 17076 h 982721"/>
                <a:gd name="connsiteX269" fmla="*/ 2620178 w 2912392"/>
                <a:gd name="connsiteY269" fmla="*/ 19944 h 982721"/>
                <a:gd name="connsiteX270" fmla="*/ 2629922 w 2912392"/>
                <a:gd name="connsiteY270" fmla="*/ 23028 h 982721"/>
                <a:gd name="connsiteX271" fmla="*/ 2639666 w 2912392"/>
                <a:gd name="connsiteY271" fmla="*/ 26328 h 982721"/>
                <a:gd name="connsiteX272" fmla="*/ 2649410 w 2912392"/>
                <a:gd name="connsiteY272" fmla="*/ 29838 h 982721"/>
                <a:gd name="connsiteX273" fmla="*/ 2659139 w 2912392"/>
                <a:gd name="connsiteY273" fmla="*/ 33555 h 982721"/>
                <a:gd name="connsiteX274" fmla="*/ 2668883 w 2912392"/>
                <a:gd name="connsiteY274" fmla="*/ 37477 h 982721"/>
                <a:gd name="connsiteX275" fmla="*/ 2678627 w 2912392"/>
                <a:gd name="connsiteY275" fmla="*/ 41598 h 982721"/>
                <a:gd name="connsiteX276" fmla="*/ 2688371 w 2912392"/>
                <a:gd name="connsiteY276" fmla="*/ 45914 h 982721"/>
                <a:gd name="connsiteX277" fmla="*/ 2698100 w 2912392"/>
                <a:gd name="connsiteY277" fmla="*/ 50420 h 982721"/>
                <a:gd name="connsiteX278" fmla="*/ 2707844 w 2912392"/>
                <a:gd name="connsiteY278" fmla="*/ 55110 h 982721"/>
                <a:gd name="connsiteX279" fmla="*/ 2717588 w 2912392"/>
                <a:gd name="connsiteY279" fmla="*/ 59979 h 982721"/>
                <a:gd name="connsiteX280" fmla="*/ 2727332 w 2912392"/>
                <a:gd name="connsiteY280" fmla="*/ 65021 h 982721"/>
                <a:gd name="connsiteX281" fmla="*/ 2737076 w 2912392"/>
                <a:gd name="connsiteY281" fmla="*/ 70228 h 982721"/>
                <a:gd name="connsiteX282" fmla="*/ 2746805 w 2912392"/>
                <a:gd name="connsiteY282" fmla="*/ 75596 h 982721"/>
                <a:gd name="connsiteX283" fmla="*/ 2756549 w 2912392"/>
                <a:gd name="connsiteY283" fmla="*/ 81115 h 982721"/>
                <a:gd name="connsiteX284" fmla="*/ 2766293 w 2912392"/>
                <a:gd name="connsiteY284" fmla="*/ 86779 h 982721"/>
                <a:gd name="connsiteX285" fmla="*/ 2776037 w 2912392"/>
                <a:gd name="connsiteY285" fmla="*/ 92581 h 982721"/>
                <a:gd name="connsiteX286" fmla="*/ 2785766 w 2912392"/>
                <a:gd name="connsiteY286" fmla="*/ 98511 h 982721"/>
                <a:gd name="connsiteX287" fmla="*/ 2795510 w 2912392"/>
                <a:gd name="connsiteY287" fmla="*/ 104564 h 982721"/>
                <a:gd name="connsiteX288" fmla="*/ 2805254 w 2912392"/>
                <a:gd name="connsiteY288" fmla="*/ 110729 h 982721"/>
                <a:gd name="connsiteX289" fmla="*/ 2814998 w 2912392"/>
                <a:gd name="connsiteY289" fmla="*/ 117000 h 982721"/>
                <a:gd name="connsiteX290" fmla="*/ 2824727 w 2912392"/>
                <a:gd name="connsiteY290" fmla="*/ 123367 h 982721"/>
                <a:gd name="connsiteX291" fmla="*/ 2834471 w 2912392"/>
                <a:gd name="connsiteY291" fmla="*/ 129821 h 982721"/>
                <a:gd name="connsiteX292" fmla="*/ 2844215 w 2912392"/>
                <a:gd name="connsiteY292" fmla="*/ 136354 h 982721"/>
                <a:gd name="connsiteX293" fmla="*/ 2853958 w 2912392"/>
                <a:gd name="connsiteY293" fmla="*/ 142956 h 982721"/>
                <a:gd name="connsiteX294" fmla="*/ 2863687 w 2912392"/>
                <a:gd name="connsiteY294" fmla="*/ 149620 h 982721"/>
                <a:gd name="connsiteX295" fmla="*/ 2873431 w 2912392"/>
                <a:gd name="connsiteY295" fmla="*/ 156337 h 982721"/>
                <a:gd name="connsiteX296" fmla="*/ 2883175 w 2912392"/>
                <a:gd name="connsiteY296" fmla="*/ 163095 h 982721"/>
                <a:gd name="connsiteX297" fmla="*/ 2892919 w 2912392"/>
                <a:gd name="connsiteY297" fmla="*/ 169889 h 982721"/>
                <a:gd name="connsiteX298" fmla="*/ 2902663 w 2912392"/>
                <a:gd name="connsiteY298" fmla="*/ 176708 h 982721"/>
                <a:gd name="connsiteX299" fmla="*/ 2912392 w 2912392"/>
                <a:gd name="connsiteY299" fmla="*/ 183545 h 982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982721">
                  <a:moveTo>
                    <a:pt x="0" y="982722"/>
                  </a:moveTo>
                  <a:lnTo>
                    <a:pt x="9739" y="977631"/>
                  </a:lnTo>
                  <a:lnTo>
                    <a:pt x="19480" y="972382"/>
                  </a:lnTo>
                  <a:lnTo>
                    <a:pt x="29221" y="966986"/>
                  </a:lnTo>
                  <a:lnTo>
                    <a:pt x="38961" y="961452"/>
                  </a:lnTo>
                  <a:lnTo>
                    <a:pt x="48702" y="955793"/>
                  </a:lnTo>
                  <a:lnTo>
                    <a:pt x="58443" y="950020"/>
                  </a:lnTo>
                  <a:lnTo>
                    <a:pt x="68182" y="944141"/>
                  </a:lnTo>
                  <a:lnTo>
                    <a:pt x="77923" y="938168"/>
                  </a:lnTo>
                  <a:lnTo>
                    <a:pt x="87664" y="932112"/>
                  </a:lnTo>
                  <a:lnTo>
                    <a:pt x="97404" y="925981"/>
                  </a:lnTo>
                  <a:lnTo>
                    <a:pt x="107145" y="919787"/>
                  </a:lnTo>
                  <a:lnTo>
                    <a:pt x="116886" y="913540"/>
                  </a:lnTo>
                  <a:lnTo>
                    <a:pt x="126625" y="907248"/>
                  </a:lnTo>
                  <a:lnTo>
                    <a:pt x="136366" y="900925"/>
                  </a:lnTo>
                  <a:lnTo>
                    <a:pt x="146107" y="894577"/>
                  </a:lnTo>
                  <a:lnTo>
                    <a:pt x="155846" y="888213"/>
                  </a:lnTo>
                  <a:lnTo>
                    <a:pt x="165587" y="881844"/>
                  </a:lnTo>
                  <a:lnTo>
                    <a:pt x="175328" y="875479"/>
                  </a:lnTo>
                  <a:lnTo>
                    <a:pt x="185068" y="869126"/>
                  </a:lnTo>
                  <a:lnTo>
                    <a:pt x="194809" y="862796"/>
                  </a:lnTo>
                  <a:lnTo>
                    <a:pt x="204550" y="856493"/>
                  </a:lnTo>
                  <a:lnTo>
                    <a:pt x="214289" y="850228"/>
                  </a:lnTo>
                  <a:lnTo>
                    <a:pt x="224030" y="844011"/>
                  </a:lnTo>
                  <a:lnTo>
                    <a:pt x="233771" y="837846"/>
                  </a:lnTo>
                  <a:lnTo>
                    <a:pt x="243510" y="831743"/>
                  </a:lnTo>
                  <a:lnTo>
                    <a:pt x="253251" y="825708"/>
                  </a:lnTo>
                  <a:lnTo>
                    <a:pt x="262992" y="819748"/>
                  </a:lnTo>
                  <a:lnTo>
                    <a:pt x="272732" y="813870"/>
                  </a:lnTo>
                  <a:lnTo>
                    <a:pt x="282473" y="808082"/>
                  </a:lnTo>
                  <a:lnTo>
                    <a:pt x="292214" y="802389"/>
                  </a:lnTo>
                  <a:lnTo>
                    <a:pt x="301953" y="796799"/>
                  </a:lnTo>
                  <a:lnTo>
                    <a:pt x="311694" y="791315"/>
                  </a:lnTo>
                  <a:lnTo>
                    <a:pt x="321435" y="785944"/>
                  </a:lnTo>
                  <a:lnTo>
                    <a:pt x="331175" y="780690"/>
                  </a:lnTo>
                  <a:lnTo>
                    <a:pt x="340916" y="775562"/>
                  </a:lnTo>
                  <a:lnTo>
                    <a:pt x="350656" y="770562"/>
                  </a:lnTo>
                  <a:lnTo>
                    <a:pt x="360396" y="765694"/>
                  </a:lnTo>
                  <a:lnTo>
                    <a:pt x="370137" y="760964"/>
                  </a:lnTo>
                  <a:lnTo>
                    <a:pt x="379878" y="756375"/>
                  </a:lnTo>
                  <a:lnTo>
                    <a:pt x="389617" y="751932"/>
                  </a:lnTo>
                  <a:lnTo>
                    <a:pt x="399358" y="747640"/>
                  </a:lnTo>
                  <a:lnTo>
                    <a:pt x="409099" y="743499"/>
                  </a:lnTo>
                  <a:lnTo>
                    <a:pt x="418839" y="739514"/>
                  </a:lnTo>
                  <a:lnTo>
                    <a:pt x="428580" y="735688"/>
                  </a:lnTo>
                  <a:lnTo>
                    <a:pt x="438321" y="732024"/>
                  </a:lnTo>
                  <a:lnTo>
                    <a:pt x="448060" y="728524"/>
                  </a:lnTo>
                  <a:lnTo>
                    <a:pt x="457801" y="725190"/>
                  </a:lnTo>
                  <a:lnTo>
                    <a:pt x="467542" y="722026"/>
                  </a:lnTo>
                  <a:lnTo>
                    <a:pt x="477281" y="719031"/>
                  </a:lnTo>
                  <a:lnTo>
                    <a:pt x="487022" y="716208"/>
                  </a:lnTo>
                  <a:lnTo>
                    <a:pt x="496763" y="713558"/>
                  </a:lnTo>
                  <a:lnTo>
                    <a:pt x="506503" y="711082"/>
                  </a:lnTo>
                  <a:lnTo>
                    <a:pt x="516244" y="708782"/>
                  </a:lnTo>
                  <a:lnTo>
                    <a:pt x="525985" y="706656"/>
                  </a:lnTo>
                  <a:lnTo>
                    <a:pt x="535724" y="704707"/>
                  </a:lnTo>
                  <a:lnTo>
                    <a:pt x="545465" y="702934"/>
                  </a:lnTo>
                  <a:lnTo>
                    <a:pt x="555206" y="701338"/>
                  </a:lnTo>
                  <a:lnTo>
                    <a:pt x="564946" y="699917"/>
                  </a:lnTo>
                  <a:lnTo>
                    <a:pt x="574687" y="698671"/>
                  </a:lnTo>
                  <a:lnTo>
                    <a:pt x="584428" y="697600"/>
                  </a:lnTo>
                  <a:lnTo>
                    <a:pt x="594167" y="696703"/>
                  </a:lnTo>
                  <a:lnTo>
                    <a:pt x="603908" y="695978"/>
                  </a:lnTo>
                  <a:lnTo>
                    <a:pt x="613649" y="695422"/>
                  </a:lnTo>
                  <a:lnTo>
                    <a:pt x="623388" y="695036"/>
                  </a:lnTo>
                  <a:lnTo>
                    <a:pt x="633129" y="694817"/>
                  </a:lnTo>
                  <a:lnTo>
                    <a:pt x="642870" y="694762"/>
                  </a:lnTo>
                  <a:lnTo>
                    <a:pt x="652610" y="694871"/>
                  </a:lnTo>
                  <a:lnTo>
                    <a:pt x="662351" y="695137"/>
                  </a:lnTo>
                  <a:lnTo>
                    <a:pt x="672092" y="695560"/>
                  </a:lnTo>
                  <a:lnTo>
                    <a:pt x="681831" y="696137"/>
                  </a:lnTo>
                  <a:lnTo>
                    <a:pt x="691572" y="696864"/>
                  </a:lnTo>
                  <a:lnTo>
                    <a:pt x="701313" y="697737"/>
                  </a:lnTo>
                  <a:lnTo>
                    <a:pt x="711052" y="698752"/>
                  </a:lnTo>
                  <a:lnTo>
                    <a:pt x="720793" y="699905"/>
                  </a:lnTo>
                  <a:lnTo>
                    <a:pt x="730534" y="701191"/>
                  </a:lnTo>
                  <a:lnTo>
                    <a:pt x="740274" y="702606"/>
                  </a:lnTo>
                  <a:lnTo>
                    <a:pt x="750015" y="704145"/>
                  </a:lnTo>
                  <a:lnTo>
                    <a:pt x="759756" y="705804"/>
                  </a:lnTo>
                  <a:lnTo>
                    <a:pt x="769495" y="707575"/>
                  </a:lnTo>
                  <a:lnTo>
                    <a:pt x="779236" y="709454"/>
                  </a:lnTo>
                  <a:lnTo>
                    <a:pt x="788977" y="711435"/>
                  </a:lnTo>
                  <a:lnTo>
                    <a:pt x="798717" y="713512"/>
                  </a:lnTo>
                  <a:lnTo>
                    <a:pt x="808458" y="715680"/>
                  </a:lnTo>
                  <a:lnTo>
                    <a:pt x="818199" y="717930"/>
                  </a:lnTo>
                  <a:lnTo>
                    <a:pt x="827938" y="720256"/>
                  </a:lnTo>
                  <a:lnTo>
                    <a:pt x="837679" y="722651"/>
                  </a:lnTo>
                  <a:lnTo>
                    <a:pt x="847420" y="725110"/>
                  </a:lnTo>
                  <a:lnTo>
                    <a:pt x="857159" y="727623"/>
                  </a:lnTo>
                  <a:lnTo>
                    <a:pt x="866900" y="730186"/>
                  </a:lnTo>
                  <a:lnTo>
                    <a:pt x="876641" y="732787"/>
                  </a:lnTo>
                  <a:lnTo>
                    <a:pt x="886381" y="735421"/>
                  </a:lnTo>
                  <a:lnTo>
                    <a:pt x="896122" y="738079"/>
                  </a:lnTo>
                  <a:lnTo>
                    <a:pt x="905863" y="740754"/>
                  </a:lnTo>
                  <a:lnTo>
                    <a:pt x="915602" y="743437"/>
                  </a:lnTo>
                  <a:lnTo>
                    <a:pt x="925343" y="746122"/>
                  </a:lnTo>
                  <a:lnTo>
                    <a:pt x="935084" y="748796"/>
                  </a:lnTo>
                  <a:lnTo>
                    <a:pt x="944824" y="751454"/>
                  </a:lnTo>
                  <a:lnTo>
                    <a:pt x="954564" y="754087"/>
                  </a:lnTo>
                  <a:lnTo>
                    <a:pt x="964305" y="756686"/>
                  </a:lnTo>
                  <a:lnTo>
                    <a:pt x="974045" y="759243"/>
                  </a:lnTo>
                  <a:lnTo>
                    <a:pt x="983786" y="761749"/>
                  </a:lnTo>
                  <a:lnTo>
                    <a:pt x="993522" y="764194"/>
                  </a:lnTo>
                  <a:lnTo>
                    <a:pt x="1003266" y="766572"/>
                  </a:lnTo>
                  <a:lnTo>
                    <a:pt x="1013010" y="768872"/>
                  </a:lnTo>
                  <a:lnTo>
                    <a:pt x="1022754" y="771086"/>
                  </a:lnTo>
                  <a:lnTo>
                    <a:pt x="1032483" y="773206"/>
                  </a:lnTo>
                  <a:lnTo>
                    <a:pt x="1042227" y="775225"/>
                  </a:lnTo>
                  <a:lnTo>
                    <a:pt x="1051971" y="777131"/>
                  </a:lnTo>
                  <a:lnTo>
                    <a:pt x="1061715" y="778919"/>
                  </a:lnTo>
                  <a:lnTo>
                    <a:pt x="1071444" y="780580"/>
                  </a:lnTo>
                  <a:lnTo>
                    <a:pt x="1081188" y="782104"/>
                  </a:lnTo>
                  <a:lnTo>
                    <a:pt x="1090932" y="783485"/>
                  </a:lnTo>
                  <a:lnTo>
                    <a:pt x="1100676" y="784716"/>
                  </a:lnTo>
                  <a:lnTo>
                    <a:pt x="1110405" y="785789"/>
                  </a:lnTo>
                  <a:lnTo>
                    <a:pt x="1120149" y="786696"/>
                  </a:lnTo>
                  <a:lnTo>
                    <a:pt x="1129893" y="787429"/>
                  </a:lnTo>
                  <a:lnTo>
                    <a:pt x="1139637" y="787985"/>
                  </a:lnTo>
                  <a:lnTo>
                    <a:pt x="1149381" y="788353"/>
                  </a:lnTo>
                  <a:lnTo>
                    <a:pt x="1159110" y="788530"/>
                  </a:lnTo>
                  <a:lnTo>
                    <a:pt x="1168854" y="788509"/>
                  </a:lnTo>
                  <a:lnTo>
                    <a:pt x="1178598" y="788283"/>
                  </a:lnTo>
                  <a:lnTo>
                    <a:pt x="1188341" y="787849"/>
                  </a:lnTo>
                  <a:lnTo>
                    <a:pt x="1198070" y="787201"/>
                  </a:lnTo>
                  <a:lnTo>
                    <a:pt x="1207814" y="786334"/>
                  </a:lnTo>
                  <a:lnTo>
                    <a:pt x="1217558" y="785245"/>
                  </a:lnTo>
                  <a:lnTo>
                    <a:pt x="1227302" y="783928"/>
                  </a:lnTo>
                  <a:lnTo>
                    <a:pt x="1237031" y="782381"/>
                  </a:lnTo>
                  <a:lnTo>
                    <a:pt x="1246775" y="780599"/>
                  </a:lnTo>
                  <a:lnTo>
                    <a:pt x="1256519" y="778582"/>
                  </a:lnTo>
                  <a:lnTo>
                    <a:pt x="1266263" y="776326"/>
                  </a:lnTo>
                  <a:lnTo>
                    <a:pt x="1276007" y="773831"/>
                  </a:lnTo>
                  <a:lnTo>
                    <a:pt x="1285736" y="771091"/>
                  </a:lnTo>
                  <a:lnTo>
                    <a:pt x="1295480" y="768110"/>
                  </a:lnTo>
                  <a:lnTo>
                    <a:pt x="1305224" y="764882"/>
                  </a:lnTo>
                  <a:lnTo>
                    <a:pt x="1314968" y="761413"/>
                  </a:lnTo>
                  <a:lnTo>
                    <a:pt x="1324697" y="757698"/>
                  </a:lnTo>
                  <a:lnTo>
                    <a:pt x="1334441" y="753740"/>
                  </a:lnTo>
                  <a:lnTo>
                    <a:pt x="1344185" y="749538"/>
                  </a:lnTo>
                  <a:lnTo>
                    <a:pt x="1353929" y="745097"/>
                  </a:lnTo>
                  <a:lnTo>
                    <a:pt x="1363658" y="740415"/>
                  </a:lnTo>
                  <a:lnTo>
                    <a:pt x="1373402" y="735497"/>
                  </a:lnTo>
                  <a:lnTo>
                    <a:pt x="1383146" y="730345"/>
                  </a:lnTo>
                  <a:lnTo>
                    <a:pt x="1392890" y="724961"/>
                  </a:lnTo>
                  <a:lnTo>
                    <a:pt x="1402619" y="719350"/>
                  </a:lnTo>
                  <a:lnTo>
                    <a:pt x="1412363" y="713514"/>
                  </a:lnTo>
                  <a:lnTo>
                    <a:pt x="1422106" y="707459"/>
                  </a:lnTo>
                  <a:lnTo>
                    <a:pt x="1431850" y="701188"/>
                  </a:lnTo>
                  <a:lnTo>
                    <a:pt x="1441594" y="694708"/>
                  </a:lnTo>
                  <a:lnTo>
                    <a:pt x="1451323" y="688023"/>
                  </a:lnTo>
                  <a:lnTo>
                    <a:pt x="1461067" y="681138"/>
                  </a:lnTo>
                  <a:lnTo>
                    <a:pt x="1470811" y="674061"/>
                  </a:lnTo>
                  <a:lnTo>
                    <a:pt x="1480555" y="666797"/>
                  </a:lnTo>
                  <a:lnTo>
                    <a:pt x="1490284" y="659351"/>
                  </a:lnTo>
                  <a:lnTo>
                    <a:pt x="1500028" y="651732"/>
                  </a:lnTo>
                  <a:lnTo>
                    <a:pt x="1509772" y="643947"/>
                  </a:lnTo>
                  <a:lnTo>
                    <a:pt x="1519516" y="636002"/>
                  </a:lnTo>
                  <a:lnTo>
                    <a:pt x="1529245" y="627906"/>
                  </a:lnTo>
                  <a:lnTo>
                    <a:pt x="1538989" y="619664"/>
                  </a:lnTo>
                  <a:lnTo>
                    <a:pt x="1548733" y="611287"/>
                  </a:lnTo>
                  <a:lnTo>
                    <a:pt x="1558477" y="602780"/>
                  </a:lnTo>
                  <a:lnTo>
                    <a:pt x="1568221" y="594154"/>
                  </a:lnTo>
                  <a:lnTo>
                    <a:pt x="1577950" y="585415"/>
                  </a:lnTo>
                  <a:lnTo>
                    <a:pt x="1587694" y="576573"/>
                  </a:lnTo>
                  <a:lnTo>
                    <a:pt x="1597438" y="567635"/>
                  </a:lnTo>
                  <a:lnTo>
                    <a:pt x="1607182" y="558609"/>
                  </a:lnTo>
                  <a:lnTo>
                    <a:pt x="1616911" y="549504"/>
                  </a:lnTo>
                  <a:lnTo>
                    <a:pt x="1626655" y="540330"/>
                  </a:lnTo>
                  <a:lnTo>
                    <a:pt x="1636399" y="531092"/>
                  </a:lnTo>
                  <a:lnTo>
                    <a:pt x="1646142" y="521801"/>
                  </a:lnTo>
                  <a:lnTo>
                    <a:pt x="1655872" y="512464"/>
                  </a:lnTo>
                  <a:lnTo>
                    <a:pt x="1665616" y="503089"/>
                  </a:lnTo>
                  <a:lnTo>
                    <a:pt x="1675359" y="493687"/>
                  </a:lnTo>
                  <a:lnTo>
                    <a:pt x="1685103" y="484262"/>
                  </a:lnTo>
                  <a:lnTo>
                    <a:pt x="1694832" y="474823"/>
                  </a:lnTo>
                  <a:lnTo>
                    <a:pt x="1704576" y="465379"/>
                  </a:lnTo>
                  <a:lnTo>
                    <a:pt x="1714320" y="455934"/>
                  </a:lnTo>
                  <a:lnTo>
                    <a:pt x="1724064" y="446500"/>
                  </a:lnTo>
                  <a:lnTo>
                    <a:pt x="1733808" y="437081"/>
                  </a:lnTo>
                  <a:lnTo>
                    <a:pt x="1743537" y="427686"/>
                  </a:lnTo>
                  <a:lnTo>
                    <a:pt x="1753281" y="418317"/>
                  </a:lnTo>
                  <a:lnTo>
                    <a:pt x="1763025" y="408986"/>
                  </a:lnTo>
                  <a:lnTo>
                    <a:pt x="1772769" y="399696"/>
                  </a:lnTo>
                  <a:lnTo>
                    <a:pt x="1782498" y="390453"/>
                  </a:lnTo>
                  <a:lnTo>
                    <a:pt x="1792242" y="381263"/>
                  </a:lnTo>
                  <a:lnTo>
                    <a:pt x="1801986" y="372132"/>
                  </a:lnTo>
                  <a:lnTo>
                    <a:pt x="1811730" y="363064"/>
                  </a:lnTo>
                  <a:lnTo>
                    <a:pt x="1821459" y="354064"/>
                  </a:lnTo>
                  <a:lnTo>
                    <a:pt x="1831203" y="345136"/>
                  </a:lnTo>
                  <a:lnTo>
                    <a:pt x="1840947" y="336285"/>
                  </a:lnTo>
                  <a:lnTo>
                    <a:pt x="1850691" y="327515"/>
                  </a:lnTo>
                  <a:lnTo>
                    <a:pt x="1860435" y="318828"/>
                  </a:lnTo>
                  <a:lnTo>
                    <a:pt x="1870164" y="310228"/>
                  </a:lnTo>
                  <a:lnTo>
                    <a:pt x="1879908" y="301719"/>
                  </a:lnTo>
                  <a:lnTo>
                    <a:pt x="1889652" y="293303"/>
                  </a:lnTo>
                  <a:lnTo>
                    <a:pt x="1899395" y="284983"/>
                  </a:lnTo>
                  <a:lnTo>
                    <a:pt x="1909124" y="276759"/>
                  </a:lnTo>
                  <a:lnTo>
                    <a:pt x="1918868" y="268636"/>
                  </a:lnTo>
                  <a:lnTo>
                    <a:pt x="1928612" y="260614"/>
                  </a:lnTo>
                  <a:lnTo>
                    <a:pt x="1938356" y="252696"/>
                  </a:lnTo>
                  <a:lnTo>
                    <a:pt x="1948085" y="244880"/>
                  </a:lnTo>
                  <a:lnTo>
                    <a:pt x="1957829" y="237171"/>
                  </a:lnTo>
                  <a:lnTo>
                    <a:pt x="1967573" y="229567"/>
                  </a:lnTo>
                  <a:lnTo>
                    <a:pt x="1977317" y="222071"/>
                  </a:lnTo>
                  <a:lnTo>
                    <a:pt x="1987046" y="214681"/>
                  </a:lnTo>
                  <a:lnTo>
                    <a:pt x="1996790" y="207400"/>
                  </a:lnTo>
                  <a:lnTo>
                    <a:pt x="2006534" y="200227"/>
                  </a:lnTo>
                  <a:lnTo>
                    <a:pt x="2016278" y="193164"/>
                  </a:lnTo>
                  <a:lnTo>
                    <a:pt x="2026022" y="186209"/>
                  </a:lnTo>
                  <a:lnTo>
                    <a:pt x="2035751" y="179361"/>
                  </a:lnTo>
                  <a:lnTo>
                    <a:pt x="2045495" y="172624"/>
                  </a:lnTo>
                  <a:lnTo>
                    <a:pt x="2055239" y="165997"/>
                  </a:lnTo>
                  <a:lnTo>
                    <a:pt x="2064983" y="159477"/>
                  </a:lnTo>
                  <a:lnTo>
                    <a:pt x="2074712" y="153068"/>
                  </a:lnTo>
                  <a:lnTo>
                    <a:pt x="2084456" y="146765"/>
                  </a:lnTo>
                  <a:lnTo>
                    <a:pt x="2094200" y="140575"/>
                  </a:lnTo>
                  <a:lnTo>
                    <a:pt x="2103944" y="134493"/>
                  </a:lnTo>
                  <a:lnTo>
                    <a:pt x="2113673" y="128520"/>
                  </a:lnTo>
                  <a:lnTo>
                    <a:pt x="2123417" y="122659"/>
                  </a:lnTo>
                  <a:lnTo>
                    <a:pt x="2133161" y="116908"/>
                  </a:lnTo>
                  <a:lnTo>
                    <a:pt x="2142905" y="111267"/>
                  </a:lnTo>
                  <a:lnTo>
                    <a:pt x="2152649" y="105740"/>
                  </a:lnTo>
                  <a:lnTo>
                    <a:pt x="2162377" y="100324"/>
                  </a:lnTo>
                  <a:lnTo>
                    <a:pt x="2172121" y="95023"/>
                  </a:lnTo>
                  <a:lnTo>
                    <a:pt x="2181865" y="89836"/>
                  </a:lnTo>
                  <a:lnTo>
                    <a:pt x="2191609" y="84768"/>
                  </a:lnTo>
                  <a:lnTo>
                    <a:pt x="2201338" y="79815"/>
                  </a:lnTo>
                  <a:lnTo>
                    <a:pt x="2211082" y="74984"/>
                  </a:lnTo>
                  <a:lnTo>
                    <a:pt x="2220826" y="70273"/>
                  </a:lnTo>
                  <a:lnTo>
                    <a:pt x="2230570" y="65687"/>
                  </a:lnTo>
                  <a:lnTo>
                    <a:pt x="2240299" y="61226"/>
                  </a:lnTo>
                  <a:lnTo>
                    <a:pt x="2250043" y="56893"/>
                  </a:lnTo>
                  <a:lnTo>
                    <a:pt x="2259787" y="52692"/>
                  </a:lnTo>
                  <a:lnTo>
                    <a:pt x="2269531" y="48623"/>
                  </a:lnTo>
                  <a:lnTo>
                    <a:pt x="2279260" y="44692"/>
                  </a:lnTo>
                  <a:lnTo>
                    <a:pt x="2289004" y="40901"/>
                  </a:lnTo>
                  <a:lnTo>
                    <a:pt x="2298748" y="37252"/>
                  </a:lnTo>
                  <a:lnTo>
                    <a:pt x="2308492" y="33751"/>
                  </a:lnTo>
                  <a:lnTo>
                    <a:pt x="2318236" y="30398"/>
                  </a:lnTo>
                  <a:lnTo>
                    <a:pt x="2327965" y="27200"/>
                  </a:lnTo>
                  <a:lnTo>
                    <a:pt x="2337709" y="24159"/>
                  </a:lnTo>
                  <a:lnTo>
                    <a:pt x="2347453" y="21279"/>
                  </a:lnTo>
                  <a:lnTo>
                    <a:pt x="2357197" y="18563"/>
                  </a:lnTo>
                  <a:lnTo>
                    <a:pt x="2366926" y="16016"/>
                  </a:lnTo>
                  <a:lnTo>
                    <a:pt x="2376670" y="13643"/>
                  </a:lnTo>
                  <a:lnTo>
                    <a:pt x="2386413" y="11445"/>
                  </a:lnTo>
                  <a:lnTo>
                    <a:pt x="2396157" y="9428"/>
                  </a:lnTo>
                  <a:lnTo>
                    <a:pt x="2405886" y="7597"/>
                  </a:lnTo>
                  <a:lnTo>
                    <a:pt x="2415630" y="5952"/>
                  </a:lnTo>
                  <a:lnTo>
                    <a:pt x="2425374" y="4501"/>
                  </a:lnTo>
                  <a:lnTo>
                    <a:pt x="2435118" y="3244"/>
                  </a:lnTo>
                  <a:lnTo>
                    <a:pt x="2444862" y="2187"/>
                  </a:lnTo>
                  <a:lnTo>
                    <a:pt x="2454591" y="1332"/>
                  </a:lnTo>
                  <a:lnTo>
                    <a:pt x="2464335" y="684"/>
                  </a:lnTo>
                  <a:lnTo>
                    <a:pt x="2474079" y="243"/>
                  </a:lnTo>
                  <a:lnTo>
                    <a:pt x="2483823" y="15"/>
                  </a:lnTo>
                  <a:lnTo>
                    <a:pt x="2493552" y="0"/>
                  </a:lnTo>
                  <a:lnTo>
                    <a:pt x="2503296" y="203"/>
                  </a:lnTo>
                  <a:lnTo>
                    <a:pt x="2513040" y="623"/>
                  </a:lnTo>
                  <a:lnTo>
                    <a:pt x="2522784" y="1263"/>
                  </a:lnTo>
                  <a:lnTo>
                    <a:pt x="2532513" y="2126"/>
                  </a:lnTo>
                  <a:lnTo>
                    <a:pt x="2542257" y="3211"/>
                  </a:lnTo>
                  <a:lnTo>
                    <a:pt x="2552001" y="4520"/>
                  </a:lnTo>
                  <a:lnTo>
                    <a:pt x="2561745" y="6055"/>
                  </a:lnTo>
                  <a:lnTo>
                    <a:pt x="2571474" y="7812"/>
                  </a:lnTo>
                  <a:lnTo>
                    <a:pt x="2581218" y="9795"/>
                  </a:lnTo>
                  <a:lnTo>
                    <a:pt x="2590962" y="12000"/>
                  </a:lnTo>
                  <a:lnTo>
                    <a:pt x="2600705" y="14427"/>
                  </a:lnTo>
                  <a:lnTo>
                    <a:pt x="2610449" y="17076"/>
                  </a:lnTo>
                  <a:lnTo>
                    <a:pt x="2620178" y="19944"/>
                  </a:lnTo>
                  <a:lnTo>
                    <a:pt x="2629922" y="23028"/>
                  </a:lnTo>
                  <a:lnTo>
                    <a:pt x="2639666" y="26328"/>
                  </a:lnTo>
                  <a:lnTo>
                    <a:pt x="2649410" y="29838"/>
                  </a:lnTo>
                  <a:lnTo>
                    <a:pt x="2659139" y="33555"/>
                  </a:lnTo>
                  <a:lnTo>
                    <a:pt x="2668883" y="37477"/>
                  </a:lnTo>
                  <a:lnTo>
                    <a:pt x="2678627" y="41598"/>
                  </a:lnTo>
                  <a:lnTo>
                    <a:pt x="2688371" y="45914"/>
                  </a:lnTo>
                  <a:lnTo>
                    <a:pt x="2698100" y="50420"/>
                  </a:lnTo>
                  <a:lnTo>
                    <a:pt x="2707844" y="55110"/>
                  </a:lnTo>
                  <a:lnTo>
                    <a:pt x="2717588" y="59979"/>
                  </a:lnTo>
                  <a:lnTo>
                    <a:pt x="2727332" y="65021"/>
                  </a:lnTo>
                  <a:lnTo>
                    <a:pt x="2737076" y="70228"/>
                  </a:lnTo>
                  <a:lnTo>
                    <a:pt x="2746805" y="75596"/>
                  </a:lnTo>
                  <a:lnTo>
                    <a:pt x="2756549" y="81115"/>
                  </a:lnTo>
                  <a:lnTo>
                    <a:pt x="2766293" y="86779"/>
                  </a:lnTo>
                  <a:lnTo>
                    <a:pt x="2776037" y="92581"/>
                  </a:lnTo>
                  <a:lnTo>
                    <a:pt x="2785766" y="98511"/>
                  </a:lnTo>
                  <a:lnTo>
                    <a:pt x="2795510" y="104564"/>
                  </a:lnTo>
                  <a:lnTo>
                    <a:pt x="2805254" y="110729"/>
                  </a:lnTo>
                  <a:lnTo>
                    <a:pt x="2814998" y="117000"/>
                  </a:lnTo>
                  <a:lnTo>
                    <a:pt x="2824727" y="123367"/>
                  </a:lnTo>
                  <a:lnTo>
                    <a:pt x="2834471" y="129821"/>
                  </a:lnTo>
                  <a:lnTo>
                    <a:pt x="2844215" y="136354"/>
                  </a:lnTo>
                  <a:lnTo>
                    <a:pt x="2853958" y="142956"/>
                  </a:lnTo>
                  <a:lnTo>
                    <a:pt x="2863687" y="149620"/>
                  </a:lnTo>
                  <a:lnTo>
                    <a:pt x="2873431" y="156337"/>
                  </a:lnTo>
                  <a:lnTo>
                    <a:pt x="2883175" y="163095"/>
                  </a:lnTo>
                  <a:lnTo>
                    <a:pt x="2892919" y="169889"/>
                  </a:lnTo>
                  <a:lnTo>
                    <a:pt x="2902663" y="176708"/>
                  </a:lnTo>
                  <a:lnTo>
                    <a:pt x="2912392" y="18354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5" name="Freeform 754">
              <a:extLst>
                <a:ext uri="{FF2B5EF4-FFF2-40B4-BE49-F238E27FC236}">
                  <a16:creationId xmlns:a16="http://schemas.microsoft.com/office/drawing/2014/main" id="{E716F1CA-E1B1-0BF2-899F-219909B12B72}"/>
                </a:ext>
              </a:extLst>
            </p:cNvPr>
            <p:cNvSpPr/>
            <p:nvPr/>
          </p:nvSpPr>
          <p:spPr>
            <a:xfrm>
              <a:off x="576446" y="3294797"/>
              <a:ext cx="2912392" cy="990694"/>
            </a:xfrm>
            <a:custGeom>
              <a:avLst/>
              <a:gdLst>
                <a:gd name="connsiteX0" fmla="*/ 0 w 2912392"/>
                <a:gd name="connsiteY0" fmla="*/ 119535 h 990694"/>
                <a:gd name="connsiteX1" fmla="*/ 9739 w 2912392"/>
                <a:gd name="connsiteY1" fmla="*/ 119235 h 990694"/>
                <a:gd name="connsiteX2" fmla="*/ 19480 w 2912392"/>
                <a:gd name="connsiteY2" fmla="*/ 118998 h 990694"/>
                <a:gd name="connsiteX3" fmla="*/ 29221 w 2912392"/>
                <a:gd name="connsiteY3" fmla="*/ 118831 h 990694"/>
                <a:gd name="connsiteX4" fmla="*/ 38961 w 2912392"/>
                <a:gd name="connsiteY4" fmla="*/ 118739 h 990694"/>
                <a:gd name="connsiteX5" fmla="*/ 48702 w 2912392"/>
                <a:gd name="connsiteY5" fmla="*/ 118729 h 990694"/>
                <a:gd name="connsiteX6" fmla="*/ 58443 w 2912392"/>
                <a:gd name="connsiteY6" fmla="*/ 118802 h 990694"/>
                <a:gd name="connsiteX7" fmla="*/ 68182 w 2912392"/>
                <a:gd name="connsiteY7" fmla="*/ 118967 h 990694"/>
                <a:gd name="connsiteX8" fmla="*/ 77923 w 2912392"/>
                <a:gd name="connsiteY8" fmla="*/ 119228 h 990694"/>
                <a:gd name="connsiteX9" fmla="*/ 87664 w 2912392"/>
                <a:gd name="connsiteY9" fmla="*/ 119588 h 990694"/>
                <a:gd name="connsiteX10" fmla="*/ 97404 w 2912392"/>
                <a:gd name="connsiteY10" fmla="*/ 120052 h 990694"/>
                <a:gd name="connsiteX11" fmla="*/ 107145 w 2912392"/>
                <a:gd name="connsiteY11" fmla="*/ 120622 h 990694"/>
                <a:gd name="connsiteX12" fmla="*/ 116886 w 2912392"/>
                <a:gd name="connsiteY12" fmla="*/ 121303 h 990694"/>
                <a:gd name="connsiteX13" fmla="*/ 126625 w 2912392"/>
                <a:gd name="connsiteY13" fmla="*/ 122097 h 990694"/>
                <a:gd name="connsiteX14" fmla="*/ 136366 w 2912392"/>
                <a:gd name="connsiteY14" fmla="*/ 123006 h 990694"/>
                <a:gd name="connsiteX15" fmla="*/ 146107 w 2912392"/>
                <a:gd name="connsiteY15" fmla="*/ 124031 h 990694"/>
                <a:gd name="connsiteX16" fmla="*/ 155846 w 2912392"/>
                <a:gd name="connsiteY16" fmla="*/ 125175 h 990694"/>
                <a:gd name="connsiteX17" fmla="*/ 165587 w 2912392"/>
                <a:gd name="connsiteY17" fmla="*/ 126437 h 990694"/>
                <a:gd name="connsiteX18" fmla="*/ 175328 w 2912392"/>
                <a:gd name="connsiteY18" fmla="*/ 127818 h 990694"/>
                <a:gd name="connsiteX19" fmla="*/ 185068 w 2912392"/>
                <a:gd name="connsiteY19" fmla="*/ 129319 h 990694"/>
                <a:gd name="connsiteX20" fmla="*/ 194809 w 2912392"/>
                <a:gd name="connsiteY20" fmla="*/ 130937 h 990694"/>
                <a:gd name="connsiteX21" fmla="*/ 204550 w 2912392"/>
                <a:gd name="connsiteY21" fmla="*/ 132671 h 990694"/>
                <a:gd name="connsiteX22" fmla="*/ 214289 w 2912392"/>
                <a:gd name="connsiteY22" fmla="*/ 134520 h 990694"/>
                <a:gd name="connsiteX23" fmla="*/ 224030 w 2912392"/>
                <a:gd name="connsiteY23" fmla="*/ 136482 h 990694"/>
                <a:gd name="connsiteX24" fmla="*/ 233771 w 2912392"/>
                <a:gd name="connsiteY24" fmla="*/ 138552 h 990694"/>
                <a:gd name="connsiteX25" fmla="*/ 243510 w 2912392"/>
                <a:gd name="connsiteY25" fmla="*/ 140728 h 990694"/>
                <a:gd name="connsiteX26" fmla="*/ 253251 w 2912392"/>
                <a:gd name="connsiteY26" fmla="*/ 143006 h 990694"/>
                <a:gd name="connsiteX27" fmla="*/ 262992 w 2912392"/>
                <a:gd name="connsiteY27" fmla="*/ 145381 h 990694"/>
                <a:gd name="connsiteX28" fmla="*/ 272732 w 2912392"/>
                <a:gd name="connsiteY28" fmla="*/ 147849 h 990694"/>
                <a:gd name="connsiteX29" fmla="*/ 282473 w 2912392"/>
                <a:gd name="connsiteY29" fmla="*/ 150402 h 990694"/>
                <a:gd name="connsiteX30" fmla="*/ 292214 w 2912392"/>
                <a:gd name="connsiteY30" fmla="*/ 153038 h 990694"/>
                <a:gd name="connsiteX31" fmla="*/ 301953 w 2912392"/>
                <a:gd name="connsiteY31" fmla="*/ 155745 h 990694"/>
                <a:gd name="connsiteX32" fmla="*/ 311694 w 2912392"/>
                <a:gd name="connsiteY32" fmla="*/ 158521 h 990694"/>
                <a:gd name="connsiteX33" fmla="*/ 321435 w 2912392"/>
                <a:gd name="connsiteY33" fmla="*/ 161356 h 990694"/>
                <a:gd name="connsiteX34" fmla="*/ 331175 w 2912392"/>
                <a:gd name="connsiteY34" fmla="*/ 164243 h 990694"/>
                <a:gd name="connsiteX35" fmla="*/ 340916 w 2912392"/>
                <a:gd name="connsiteY35" fmla="*/ 167176 h 990694"/>
                <a:gd name="connsiteX36" fmla="*/ 350656 w 2912392"/>
                <a:gd name="connsiteY36" fmla="*/ 170142 h 990694"/>
                <a:gd name="connsiteX37" fmla="*/ 360396 w 2912392"/>
                <a:gd name="connsiteY37" fmla="*/ 173135 h 990694"/>
                <a:gd name="connsiteX38" fmla="*/ 370137 w 2912392"/>
                <a:gd name="connsiteY38" fmla="*/ 176146 h 990694"/>
                <a:gd name="connsiteX39" fmla="*/ 379878 w 2912392"/>
                <a:gd name="connsiteY39" fmla="*/ 179165 h 990694"/>
                <a:gd name="connsiteX40" fmla="*/ 389617 w 2912392"/>
                <a:gd name="connsiteY40" fmla="*/ 182183 h 990694"/>
                <a:gd name="connsiteX41" fmla="*/ 399358 w 2912392"/>
                <a:gd name="connsiteY41" fmla="*/ 185190 h 990694"/>
                <a:gd name="connsiteX42" fmla="*/ 409099 w 2912392"/>
                <a:gd name="connsiteY42" fmla="*/ 188177 h 990694"/>
                <a:gd name="connsiteX43" fmla="*/ 418839 w 2912392"/>
                <a:gd name="connsiteY43" fmla="*/ 191133 h 990694"/>
                <a:gd name="connsiteX44" fmla="*/ 428580 w 2912392"/>
                <a:gd name="connsiteY44" fmla="*/ 194047 h 990694"/>
                <a:gd name="connsiteX45" fmla="*/ 438321 w 2912392"/>
                <a:gd name="connsiteY45" fmla="*/ 196911 h 990694"/>
                <a:gd name="connsiteX46" fmla="*/ 448060 w 2912392"/>
                <a:gd name="connsiteY46" fmla="*/ 199715 h 990694"/>
                <a:gd name="connsiteX47" fmla="*/ 457801 w 2912392"/>
                <a:gd name="connsiteY47" fmla="*/ 202447 h 990694"/>
                <a:gd name="connsiteX48" fmla="*/ 467542 w 2912392"/>
                <a:gd name="connsiteY48" fmla="*/ 205098 h 990694"/>
                <a:gd name="connsiteX49" fmla="*/ 477281 w 2912392"/>
                <a:gd name="connsiteY49" fmla="*/ 207659 h 990694"/>
                <a:gd name="connsiteX50" fmla="*/ 487022 w 2912392"/>
                <a:gd name="connsiteY50" fmla="*/ 210119 h 990694"/>
                <a:gd name="connsiteX51" fmla="*/ 496763 w 2912392"/>
                <a:gd name="connsiteY51" fmla="*/ 212468 h 990694"/>
                <a:gd name="connsiteX52" fmla="*/ 506503 w 2912392"/>
                <a:gd name="connsiteY52" fmla="*/ 214700 h 990694"/>
                <a:gd name="connsiteX53" fmla="*/ 516244 w 2912392"/>
                <a:gd name="connsiteY53" fmla="*/ 216803 h 990694"/>
                <a:gd name="connsiteX54" fmla="*/ 525985 w 2912392"/>
                <a:gd name="connsiteY54" fmla="*/ 218769 h 990694"/>
                <a:gd name="connsiteX55" fmla="*/ 535724 w 2912392"/>
                <a:gd name="connsiteY55" fmla="*/ 220590 h 990694"/>
                <a:gd name="connsiteX56" fmla="*/ 545465 w 2912392"/>
                <a:gd name="connsiteY56" fmla="*/ 222257 h 990694"/>
                <a:gd name="connsiteX57" fmla="*/ 555206 w 2912392"/>
                <a:gd name="connsiteY57" fmla="*/ 223765 h 990694"/>
                <a:gd name="connsiteX58" fmla="*/ 564946 w 2912392"/>
                <a:gd name="connsiteY58" fmla="*/ 225104 h 990694"/>
                <a:gd name="connsiteX59" fmla="*/ 574687 w 2912392"/>
                <a:gd name="connsiteY59" fmla="*/ 226268 h 990694"/>
                <a:gd name="connsiteX60" fmla="*/ 584428 w 2912392"/>
                <a:gd name="connsiteY60" fmla="*/ 227251 h 990694"/>
                <a:gd name="connsiteX61" fmla="*/ 594167 w 2912392"/>
                <a:gd name="connsiteY61" fmla="*/ 228048 h 990694"/>
                <a:gd name="connsiteX62" fmla="*/ 603908 w 2912392"/>
                <a:gd name="connsiteY62" fmla="*/ 228655 h 990694"/>
                <a:gd name="connsiteX63" fmla="*/ 613649 w 2912392"/>
                <a:gd name="connsiteY63" fmla="*/ 229063 h 990694"/>
                <a:gd name="connsiteX64" fmla="*/ 623388 w 2912392"/>
                <a:gd name="connsiteY64" fmla="*/ 229272 h 990694"/>
                <a:gd name="connsiteX65" fmla="*/ 633129 w 2912392"/>
                <a:gd name="connsiteY65" fmla="*/ 229276 h 990694"/>
                <a:gd name="connsiteX66" fmla="*/ 642870 w 2912392"/>
                <a:gd name="connsiteY66" fmla="*/ 229075 h 990694"/>
                <a:gd name="connsiteX67" fmla="*/ 652610 w 2912392"/>
                <a:gd name="connsiteY67" fmla="*/ 228664 h 990694"/>
                <a:gd name="connsiteX68" fmla="*/ 662351 w 2912392"/>
                <a:gd name="connsiteY68" fmla="*/ 228041 h 990694"/>
                <a:gd name="connsiteX69" fmla="*/ 672092 w 2912392"/>
                <a:gd name="connsiteY69" fmla="*/ 227207 h 990694"/>
                <a:gd name="connsiteX70" fmla="*/ 681831 w 2912392"/>
                <a:gd name="connsiteY70" fmla="*/ 226161 h 990694"/>
                <a:gd name="connsiteX71" fmla="*/ 691572 w 2912392"/>
                <a:gd name="connsiteY71" fmla="*/ 224902 h 990694"/>
                <a:gd name="connsiteX72" fmla="*/ 701313 w 2912392"/>
                <a:gd name="connsiteY72" fmla="*/ 223433 h 990694"/>
                <a:gd name="connsiteX73" fmla="*/ 711052 w 2912392"/>
                <a:gd name="connsiteY73" fmla="*/ 221753 h 990694"/>
                <a:gd name="connsiteX74" fmla="*/ 720793 w 2912392"/>
                <a:gd name="connsiteY74" fmla="*/ 219866 h 990694"/>
                <a:gd name="connsiteX75" fmla="*/ 730534 w 2912392"/>
                <a:gd name="connsiteY75" fmla="*/ 217772 h 990694"/>
                <a:gd name="connsiteX76" fmla="*/ 740274 w 2912392"/>
                <a:gd name="connsiteY76" fmla="*/ 215478 h 990694"/>
                <a:gd name="connsiteX77" fmla="*/ 750015 w 2912392"/>
                <a:gd name="connsiteY77" fmla="*/ 212985 h 990694"/>
                <a:gd name="connsiteX78" fmla="*/ 759756 w 2912392"/>
                <a:gd name="connsiteY78" fmla="*/ 210299 h 990694"/>
                <a:gd name="connsiteX79" fmla="*/ 769495 w 2912392"/>
                <a:gd name="connsiteY79" fmla="*/ 207422 h 990694"/>
                <a:gd name="connsiteX80" fmla="*/ 779236 w 2912392"/>
                <a:gd name="connsiteY80" fmla="*/ 204363 h 990694"/>
                <a:gd name="connsiteX81" fmla="*/ 788977 w 2912392"/>
                <a:gd name="connsiteY81" fmla="*/ 201127 h 990694"/>
                <a:gd name="connsiteX82" fmla="*/ 798717 w 2912392"/>
                <a:gd name="connsiteY82" fmla="*/ 197718 h 990694"/>
                <a:gd name="connsiteX83" fmla="*/ 808458 w 2912392"/>
                <a:gd name="connsiteY83" fmla="*/ 194147 h 990694"/>
                <a:gd name="connsiteX84" fmla="*/ 818199 w 2912392"/>
                <a:gd name="connsiteY84" fmla="*/ 190416 h 990694"/>
                <a:gd name="connsiteX85" fmla="*/ 827938 w 2912392"/>
                <a:gd name="connsiteY85" fmla="*/ 186538 h 990694"/>
                <a:gd name="connsiteX86" fmla="*/ 837679 w 2912392"/>
                <a:gd name="connsiteY86" fmla="*/ 182519 h 990694"/>
                <a:gd name="connsiteX87" fmla="*/ 847420 w 2912392"/>
                <a:gd name="connsiteY87" fmla="*/ 178366 h 990694"/>
                <a:gd name="connsiteX88" fmla="*/ 857159 w 2912392"/>
                <a:gd name="connsiteY88" fmla="*/ 174089 h 990694"/>
                <a:gd name="connsiteX89" fmla="*/ 866900 w 2912392"/>
                <a:gd name="connsiteY89" fmla="*/ 169698 h 990694"/>
                <a:gd name="connsiteX90" fmla="*/ 876641 w 2912392"/>
                <a:gd name="connsiteY90" fmla="*/ 165200 h 990694"/>
                <a:gd name="connsiteX91" fmla="*/ 886381 w 2912392"/>
                <a:gd name="connsiteY91" fmla="*/ 160607 h 990694"/>
                <a:gd name="connsiteX92" fmla="*/ 896122 w 2912392"/>
                <a:gd name="connsiteY92" fmla="*/ 155925 h 990694"/>
                <a:gd name="connsiteX93" fmla="*/ 905863 w 2912392"/>
                <a:gd name="connsiteY93" fmla="*/ 151168 h 990694"/>
                <a:gd name="connsiteX94" fmla="*/ 915602 w 2912392"/>
                <a:gd name="connsiteY94" fmla="*/ 146344 h 990694"/>
                <a:gd name="connsiteX95" fmla="*/ 925343 w 2912392"/>
                <a:gd name="connsiteY95" fmla="*/ 141463 h 990694"/>
                <a:gd name="connsiteX96" fmla="*/ 935084 w 2912392"/>
                <a:gd name="connsiteY96" fmla="*/ 136536 h 990694"/>
                <a:gd name="connsiteX97" fmla="*/ 944824 w 2912392"/>
                <a:gd name="connsiteY97" fmla="*/ 131571 h 990694"/>
                <a:gd name="connsiteX98" fmla="*/ 954564 w 2912392"/>
                <a:gd name="connsiteY98" fmla="*/ 126580 h 990694"/>
                <a:gd name="connsiteX99" fmla="*/ 964305 w 2912392"/>
                <a:gd name="connsiteY99" fmla="*/ 121573 h 990694"/>
                <a:gd name="connsiteX100" fmla="*/ 974045 w 2912392"/>
                <a:gd name="connsiteY100" fmla="*/ 116561 h 990694"/>
                <a:gd name="connsiteX101" fmla="*/ 983786 w 2912392"/>
                <a:gd name="connsiteY101" fmla="*/ 111552 h 990694"/>
                <a:gd name="connsiteX102" fmla="*/ 993522 w 2912392"/>
                <a:gd name="connsiteY102" fmla="*/ 106556 h 990694"/>
                <a:gd name="connsiteX103" fmla="*/ 1003266 w 2912392"/>
                <a:gd name="connsiteY103" fmla="*/ 101583 h 990694"/>
                <a:gd name="connsiteX104" fmla="*/ 1013010 w 2912392"/>
                <a:gd name="connsiteY104" fmla="*/ 96644 h 990694"/>
                <a:gd name="connsiteX105" fmla="*/ 1022754 w 2912392"/>
                <a:gd name="connsiteY105" fmla="*/ 91747 h 990694"/>
                <a:gd name="connsiteX106" fmla="*/ 1032483 w 2912392"/>
                <a:gd name="connsiteY106" fmla="*/ 86901 h 990694"/>
                <a:gd name="connsiteX107" fmla="*/ 1042227 w 2912392"/>
                <a:gd name="connsiteY107" fmla="*/ 82117 h 990694"/>
                <a:gd name="connsiteX108" fmla="*/ 1051971 w 2912392"/>
                <a:gd name="connsiteY108" fmla="*/ 77402 h 990694"/>
                <a:gd name="connsiteX109" fmla="*/ 1061715 w 2912392"/>
                <a:gd name="connsiteY109" fmla="*/ 72765 h 990694"/>
                <a:gd name="connsiteX110" fmla="*/ 1071444 w 2912392"/>
                <a:gd name="connsiteY110" fmla="*/ 68213 h 990694"/>
                <a:gd name="connsiteX111" fmla="*/ 1081188 w 2912392"/>
                <a:gd name="connsiteY111" fmla="*/ 63757 h 990694"/>
                <a:gd name="connsiteX112" fmla="*/ 1090932 w 2912392"/>
                <a:gd name="connsiteY112" fmla="*/ 59401 h 990694"/>
                <a:gd name="connsiteX113" fmla="*/ 1100676 w 2912392"/>
                <a:gd name="connsiteY113" fmla="*/ 55155 h 990694"/>
                <a:gd name="connsiteX114" fmla="*/ 1110405 w 2912392"/>
                <a:gd name="connsiteY114" fmla="*/ 51025 h 990694"/>
                <a:gd name="connsiteX115" fmla="*/ 1120149 w 2912392"/>
                <a:gd name="connsiteY115" fmla="*/ 47018 h 990694"/>
                <a:gd name="connsiteX116" fmla="*/ 1129893 w 2912392"/>
                <a:gd name="connsiteY116" fmla="*/ 43141 h 990694"/>
                <a:gd name="connsiteX117" fmla="*/ 1139637 w 2912392"/>
                <a:gd name="connsiteY117" fmla="*/ 39399 h 990694"/>
                <a:gd name="connsiteX118" fmla="*/ 1149381 w 2912392"/>
                <a:gd name="connsiteY118" fmla="*/ 35799 h 990694"/>
                <a:gd name="connsiteX119" fmla="*/ 1159110 w 2912392"/>
                <a:gd name="connsiteY119" fmla="*/ 32346 h 990694"/>
                <a:gd name="connsiteX120" fmla="*/ 1168854 w 2912392"/>
                <a:gd name="connsiteY120" fmla="*/ 29046 h 990694"/>
                <a:gd name="connsiteX121" fmla="*/ 1178598 w 2912392"/>
                <a:gd name="connsiteY121" fmla="*/ 25902 h 990694"/>
                <a:gd name="connsiteX122" fmla="*/ 1188341 w 2912392"/>
                <a:gd name="connsiteY122" fmla="*/ 22921 h 990694"/>
                <a:gd name="connsiteX123" fmla="*/ 1198070 w 2912392"/>
                <a:gd name="connsiteY123" fmla="*/ 20106 h 990694"/>
                <a:gd name="connsiteX124" fmla="*/ 1207814 w 2912392"/>
                <a:gd name="connsiteY124" fmla="*/ 17462 h 990694"/>
                <a:gd name="connsiteX125" fmla="*/ 1217558 w 2912392"/>
                <a:gd name="connsiteY125" fmla="*/ 14990 h 990694"/>
                <a:gd name="connsiteX126" fmla="*/ 1227302 w 2912392"/>
                <a:gd name="connsiteY126" fmla="*/ 12697 h 990694"/>
                <a:gd name="connsiteX127" fmla="*/ 1237031 w 2912392"/>
                <a:gd name="connsiteY127" fmla="*/ 10586 h 990694"/>
                <a:gd name="connsiteX128" fmla="*/ 1246775 w 2912392"/>
                <a:gd name="connsiteY128" fmla="*/ 8658 h 990694"/>
                <a:gd name="connsiteX129" fmla="*/ 1256519 w 2912392"/>
                <a:gd name="connsiteY129" fmla="*/ 6918 h 990694"/>
                <a:gd name="connsiteX130" fmla="*/ 1266263 w 2912392"/>
                <a:gd name="connsiteY130" fmla="*/ 5367 h 990694"/>
                <a:gd name="connsiteX131" fmla="*/ 1276007 w 2912392"/>
                <a:gd name="connsiteY131" fmla="*/ 4006 h 990694"/>
                <a:gd name="connsiteX132" fmla="*/ 1285736 w 2912392"/>
                <a:gd name="connsiteY132" fmla="*/ 2841 h 990694"/>
                <a:gd name="connsiteX133" fmla="*/ 1295480 w 2912392"/>
                <a:gd name="connsiteY133" fmla="*/ 1873 h 990694"/>
                <a:gd name="connsiteX134" fmla="*/ 1305224 w 2912392"/>
                <a:gd name="connsiteY134" fmla="*/ 1103 h 990694"/>
                <a:gd name="connsiteX135" fmla="*/ 1314968 w 2912392"/>
                <a:gd name="connsiteY135" fmla="*/ 533 h 990694"/>
                <a:gd name="connsiteX136" fmla="*/ 1324697 w 2912392"/>
                <a:gd name="connsiteY136" fmla="*/ 164 h 990694"/>
                <a:gd name="connsiteX137" fmla="*/ 1334441 w 2912392"/>
                <a:gd name="connsiteY137" fmla="*/ 0 h 990694"/>
                <a:gd name="connsiteX138" fmla="*/ 1344185 w 2912392"/>
                <a:gd name="connsiteY138" fmla="*/ 39 h 990694"/>
                <a:gd name="connsiteX139" fmla="*/ 1353929 w 2912392"/>
                <a:gd name="connsiteY139" fmla="*/ 286 h 990694"/>
                <a:gd name="connsiteX140" fmla="*/ 1363658 w 2912392"/>
                <a:gd name="connsiteY140" fmla="*/ 739 h 990694"/>
                <a:gd name="connsiteX141" fmla="*/ 1373402 w 2912392"/>
                <a:gd name="connsiteY141" fmla="*/ 1402 h 990694"/>
                <a:gd name="connsiteX142" fmla="*/ 1383146 w 2912392"/>
                <a:gd name="connsiteY142" fmla="*/ 2275 h 990694"/>
                <a:gd name="connsiteX143" fmla="*/ 1392890 w 2912392"/>
                <a:gd name="connsiteY143" fmla="*/ 3358 h 990694"/>
                <a:gd name="connsiteX144" fmla="*/ 1402619 w 2912392"/>
                <a:gd name="connsiteY144" fmla="*/ 4656 h 990694"/>
                <a:gd name="connsiteX145" fmla="*/ 1412363 w 2912392"/>
                <a:gd name="connsiteY145" fmla="*/ 6167 h 990694"/>
                <a:gd name="connsiteX146" fmla="*/ 1422106 w 2912392"/>
                <a:gd name="connsiteY146" fmla="*/ 7892 h 990694"/>
                <a:gd name="connsiteX147" fmla="*/ 1431850 w 2912392"/>
                <a:gd name="connsiteY147" fmla="*/ 9835 h 990694"/>
                <a:gd name="connsiteX148" fmla="*/ 1441594 w 2912392"/>
                <a:gd name="connsiteY148" fmla="*/ 11994 h 990694"/>
                <a:gd name="connsiteX149" fmla="*/ 1451323 w 2912392"/>
                <a:gd name="connsiteY149" fmla="*/ 14373 h 990694"/>
                <a:gd name="connsiteX150" fmla="*/ 1461067 w 2912392"/>
                <a:gd name="connsiteY150" fmla="*/ 16971 h 990694"/>
                <a:gd name="connsiteX151" fmla="*/ 1470811 w 2912392"/>
                <a:gd name="connsiteY151" fmla="*/ 19790 h 990694"/>
                <a:gd name="connsiteX152" fmla="*/ 1480555 w 2912392"/>
                <a:gd name="connsiteY152" fmla="*/ 22834 h 990694"/>
                <a:gd name="connsiteX153" fmla="*/ 1490284 w 2912392"/>
                <a:gd name="connsiteY153" fmla="*/ 26100 h 990694"/>
                <a:gd name="connsiteX154" fmla="*/ 1500028 w 2912392"/>
                <a:gd name="connsiteY154" fmla="*/ 29594 h 990694"/>
                <a:gd name="connsiteX155" fmla="*/ 1509772 w 2912392"/>
                <a:gd name="connsiteY155" fmla="*/ 33313 h 990694"/>
                <a:gd name="connsiteX156" fmla="*/ 1519516 w 2912392"/>
                <a:gd name="connsiteY156" fmla="*/ 37261 h 990694"/>
                <a:gd name="connsiteX157" fmla="*/ 1529245 w 2912392"/>
                <a:gd name="connsiteY157" fmla="*/ 41440 h 990694"/>
                <a:gd name="connsiteX158" fmla="*/ 1538989 w 2912392"/>
                <a:gd name="connsiteY158" fmla="*/ 45850 h 990694"/>
                <a:gd name="connsiteX159" fmla="*/ 1548733 w 2912392"/>
                <a:gd name="connsiteY159" fmla="*/ 50493 h 990694"/>
                <a:gd name="connsiteX160" fmla="*/ 1558477 w 2912392"/>
                <a:gd name="connsiteY160" fmla="*/ 55371 h 990694"/>
                <a:gd name="connsiteX161" fmla="*/ 1568221 w 2912392"/>
                <a:gd name="connsiteY161" fmla="*/ 60485 h 990694"/>
                <a:gd name="connsiteX162" fmla="*/ 1577950 w 2912392"/>
                <a:gd name="connsiteY162" fmla="*/ 65839 h 990694"/>
                <a:gd name="connsiteX163" fmla="*/ 1587694 w 2912392"/>
                <a:gd name="connsiteY163" fmla="*/ 71430 h 990694"/>
                <a:gd name="connsiteX164" fmla="*/ 1597438 w 2912392"/>
                <a:gd name="connsiteY164" fmla="*/ 77262 h 990694"/>
                <a:gd name="connsiteX165" fmla="*/ 1607182 w 2912392"/>
                <a:gd name="connsiteY165" fmla="*/ 83336 h 990694"/>
                <a:gd name="connsiteX166" fmla="*/ 1616911 w 2912392"/>
                <a:gd name="connsiteY166" fmla="*/ 89655 h 990694"/>
                <a:gd name="connsiteX167" fmla="*/ 1626655 w 2912392"/>
                <a:gd name="connsiteY167" fmla="*/ 96218 h 990694"/>
                <a:gd name="connsiteX168" fmla="*/ 1636399 w 2912392"/>
                <a:gd name="connsiteY168" fmla="*/ 103026 h 990694"/>
                <a:gd name="connsiteX169" fmla="*/ 1646142 w 2912392"/>
                <a:gd name="connsiteY169" fmla="*/ 110083 h 990694"/>
                <a:gd name="connsiteX170" fmla="*/ 1655872 w 2912392"/>
                <a:gd name="connsiteY170" fmla="*/ 117386 h 990694"/>
                <a:gd name="connsiteX171" fmla="*/ 1665616 w 2912392"/>
                <a:gd name="connsiteY171" fmla="*/ 124937 h 990694"/>
                <a:gd name="connsiteX172" fmla="*/ 1675359 w 2912392"/>
                <a:gd name="connsiteY172" fmla="*/ 132738 h 990694"/>
                <a:gd name="connsiteX173" fmla="*/ 1685103 w 2912392"/>
                <a:gd name="connsiteY173" fmla="*/ 140788 h 990694"/>
                <a:gd name="connsiteX174" fmla="*/ 1694832 w 2912392"/>
                <a:gd name="connsiteY174" fmla="*/ 149088 h 990694"/>
                <a:gd name="connsiteX175" fmla="*/ 1704576 w 2912392"/>
                <a:gd name="connsiteY175" fmla="*/ 157637 h 990694"/>
                <a:gd name="connsiteX176" fmla="*/ 1714320 w 2912392"/>
                <a:gd name="connsiteY176" fmla="*/ 166435 h 990694"/>
                <a:gd name="connsiteX177" fmla="*/ 1724064 w 2912392"/>
                <a:gd name="connsiteY177" fmla="*/ 175482 h 990694"/>
                <a:gd name="connsiteX178" fmla="*/ 1733808 w 2912392"/>
                <a:gd name="connsiteY178" fmla="*/ 184774 h 990694"/>
                <a:gd name="connsiteX179" fmla="*/ 1743537 w 2912392"/>
                <a:gd name="connsiteY179" fmla="*/ 194314 h 990694"/>
                <a:gd name="connsiteX180" fmla="*/ 1753281 w 2912392"/>
                <a:gd name="connsiteY180" fmla="*/ 204097 h 990694"/>
                <a:gd name="connsiteX181" fmla="*/ 1763025 w 2912392"/>
                <a:gd name="connsiteY181" fmla="*/ 214122 h 990694"/>
                <a:gd name="connsiteX182" fmla="*/ 1772769 w 2912392"/>
                <a:gd name="connsiteY182" fmla="*/ 224389 h 990694"/>
                <a:gd name="connsiteX183" fmla="*/ 1782498 w 2912392"/>
                <a:gd name="connsiteY183" fmla="*/ 234891 h 990694"/>
                <a:gd name="connsiteX184" fmla="*/ 1792242 w 2912392"/>
                <a:gd name="connsiteY184" fmla="*/ 245629 h 990694"/>
                <a:gd name="connsiteX185" fmla="*/ 1801986 w 2912392"/>
                <a:gd name="connsiteY185" fmla="*/ 256596 h 990694"/>
                <a:gd name="connsiteX186" fmla="*/ 1811730 w 2912392"/>
                <a:gd name="connsiteY186" fmla="*/ 267790 h 990694"/>
                <a:gd name="connsiteX187" fmla="*/ 1821459 w 2912392"/>
                <a:gd name="connsiteY187" fmla="*/ 279206 h 990694"/>
                <a:gd name="connsiteX188" fmla="*/ 1831203 w 2912392"/>
                <a:gd name="connsiteY188" fmla="*/ 290839 h 990694"/>
                <a:gd name="connsiteX189" fmla="*/ 1840947 w 2912392"/>
                <a:gd name="connsiteY189" fmla="*/ 302683 h 990694"/>
                <a:gd name="connsiteX190" fmla="*/ 1850691 w 2912392"/>
                <a:gd name="connsiteY190" fmla="*/ 314734 h 990694"/>
                <a:gd name="connsiteX191" fmla="*/ 1860435 w 2912392"/>
                <a:gd name="connsiteY191" fmla="*/ 326984 h 990694"/>
                <a:gd name="connsiteX192" fmla="*/ 1870164 w 2912392"/>
                <a:gd name="connsiteY192" fmla="*/ 339426 h 990694"/>
                <a:gd name="connsiteX193" fmla="*/ 1879908 w 2912392"/>
                <a:gd name="connsiteY193" fmla="*/ 352053 h 990694"/>
                <a:gd name="connsiteX194" fmla="*/ 1889652 w 2912392"/>
                <a:gd name="connsiteY194" fmla="*/ 364857 h 990694"/>
                <a:gd name="connsiteX195" fmla="*/ 1899395 w 2912392"/>
                <a:gd name="connsiteY195" fmla="*/ 377829 h 990694"/>
                <a:gd name="connsiteX196" fmla="*/ 1909124 w 2912392"/>
                <a:gd name="connsiteY196" fmla="*/ 390963 h 990694"/>
                <a:gd name="connsiteX197" fmla="*/ 1918868 w 2912392"/>
                <a:gd name="connsiteY197" fmla="*/ 404248 h 990694"/>
                <a:gd name="connsiteX198" fmla="*/ 1928612 w 2912392"/>
                <a:gd name="connsiteY198" fmla="*/ 417672 h 990694"/>
                <a:gd name="connsiteX199" fmla="*/ 1938356 w 2912392"/>
                <a:gd name="connsiteY199" fmla="*/ 431229 h 990694"/>
                <a:gd name="connsiteX200" fmla="*/ 1948085 w 2912392"/>
                <a:gd name="connsiteY200" fmla="*/ 444904 h 990694"/>
                <a:gd name="connsiteX201" fmla="*/ 1957829 w 2912392"/>
                <a:gd name="connsiteY201" fmla="*/ 458689 h 990694"/>
                <a:gd name="connsiteX202" fmla="*/ 1967573 w 2912392"/>
                <a:gd name="connsiteY202" fmla="*/ 472570 h 990694"/>
                <a:gd name="connsiteX203" fmla="*/ 1977317 w 2912392"/>
                <a:gd name="connsiteY203" fmla="*/ 486537 h 990694"/>
                <a:gd name="connsiteX204" fmla="*/ 1987046 w 2912392"/>
                <a:gd name="connsiteY204" fmla="*/ 500575 h 990694"/>
                <a:gd name="connsiteX205" fmla="*/ 1996790 w 2912392"/>
                <a:gd name="connsiteY205" fmla="*/ 514673 h 990694"/>
                <a:gd name="connsiteX206" fmla="*/ 2006534 w 2912392"/>
                <a:gd name="connsiteY206" fmla="*/ 528817 h 990694"/>
                <a:gd name="connsiteX207" fmla="*/ 2016278 w 2912392"/>
                <a:gd name="connsiteY207" fmla="*/ 542995 h 990694"/>
                <a:gd name="connsiteX208" fmla="*/ 2026022 w 2912392"/>
                <a:gd name="connsiteY208" fmla="*/ 557191 h 990694"/>
                <a:gd name="connsiteX209" fmla="*/ 2035751 w 2912392"/>
                <a:gd name="connsiteY209" fmla="*/ 571391 h 990694"/>
                <a:gd name="connsiteX210" fmla="*/ 2045495 w 2912392"/>
                <a:gd name="connsiteY210" fmla="*/ 585582 h 990694"/>
                <a:gd name="connsiteX211" fmla="*/ 2055239 w 2912392"/>
                <a:gd name="connsiteY211" fmla="*/ 599748 h 990694"/>
                <a:gd name="connsiteX212" fmla="*/ 2064983 w 2912392"/>
                <a:gd name="connsiteY212" fmla="*/ 613875 h 990694"/>
                <a:gd name="connsiteX213" fmla="*/ 2074712 w 2912392"/>
                <a:gd name="connsiteY213" fmla="*/ 627947 h 990694"/>
                <a:gd name="connsiteX214" fmla="*/ 2084456 w 2912392"/>
                <a:gd name="connsiteY214" fmla="*/ 641951 h 990694"/>
                <a:gd name="connsiteX215" fmla="*/ 2094200 w 2912392"/>
                <a:gd name="connsiteY215" fmla="*/ 655868 h 990694"/>
                <a:gd name="connsiteX216" fmla="*/ 2103944 w 2912392"/>
                <a:gd name="connsiteY216" fmla="*/ 669685 h 990694"/>
                <a:gd name="connsiteX217" fmla="*/ 2113673 w 2912392"/>
                <a:gd name="connsiteY217" fmla="*/ 683388 h 990694"/>
                <a:gd name="connsiteX218" fmla="*/ 2123417 w 2912392"/>
                <a:gd name="connsiteY218" fmla="*/ 696958 h 990694"/>
                <a:gd name="connsiteX219" fmla="*/ 2133161 w 2912392"/>
                <a:gd name="connsiteY219" fmla="*/ 710382 h 990694"/>
                <a:gd name="connsiteX220" fmla="*/ 2142905 w 2912392"/>
                <a:gd name="connsiteY220" fmla="*/ 723645 h 990694"/>
                <a:gd name="connsiteX221" fmla="*/ 2152649 w 2912392"/>
                <a:gd name="connsiteY221" fmla="*/ 736726 h 990694"/>
                <a:gd name="connsiteX222" fmla="*/ 2162377 w 2912392"/>
                <a:gd name="connsiteY222" fmla="*/ 749614 h 990694"/>
                <a:gd name="connsiteX223" fmla="*/ 2172121 w 2912392"/>
                <a:gd name="connsiteY223" fmla="*/ 762308 h 990694"/>
                <a:gd name="connsiteX224" fmla="*/ 2181865 w 2912392"/>
                <a:gd name="connsiteY224" fmla="*/ 774764 h 990694"/>
                <a:gd name="connsiteX225" fmla="*/ 2191609 w 2912392"/>
                <a:gd name="connsiteY225" fmla="*/ 786996 h 990694"/>
                <a:gd name="connsiteX226" fmla="*/ 2201338 w 2912392"/>
                <a:gd name="connsiteY226" fmla="*/ 798974 h 990694"/>
                <a:gd name="connsiteX227" fmla="*/ 2211082 w 2912392"/>
                <a:gd name="connsiteY227" fmla="*/ 810685 h 990694"/>
                <a:gd name="connsiteX228" fmla="*/ 2220826 w 2912392"/>
                <a:gd name="connsiteY228" fmla="*/ 822113 h 990694"/>
                <a:gd name="connsiteX229" fmla="*/ 2230570 w 2912392"/>
                <a:gd name="connsiteY229" fmla="*/ 833257 h 990694"/>
                <a:gd name="connsiteX230" fmla="*/ 2240299 w 2912392"/>
                <a:gd name="connsiteY230" fmla="*/ 844103 h 990694"/>
                <a:gd name="connsiteX231" fmla="*/ 2250043 w 2912392"/>
                <a:gd name="connsiteY231" fmla="*/ 854622 h 990694"/>
                <a:gd name="connsiteX232" fmla="*/ 2259787 w 2912392"/>
                <a:gd name="connsiteY232" fmla="*/ 864813 h 990694"/>
                <a:gd name="connsiteX233" fmla="*/ 2269531 w 2912392"/>
                <a:gd name="connsiteY233" fmla="*/ 874676 h 990694"/>
                <a:gd name="connsiteX234" fmla="*/ 2279260 w 2912392"/>
                <a:gd name="connsiteY234" fmla="*/ 884182 h 990694"/>
                <a:gd name="connsiteX235" fmla="*/ 2289004 w 2912392"/>
                <a:gd name="connsiteY235" fmla="*/ 893330 h 990694"/>
                <a:gd name="connsiteX236" fmla="*/ 2298748 w 2912392"/>
                <a:gd name="connsiteY236" fmla="*/ 902105 h 990694"/>
                <a:gd name="connsiteX237" fmla="*/ 2308492 w 2912392"/>
                <a:gd name="connsiteY237" fmla="*/ 910508 h 990694"/>
                <a:gd name="connsiteX238" fmla="*/ 2318236 w 2912392"/>
                <a:gd name="connsiteY238" fmla="*/ 918524 h 990694"/>
                <a:gd name="connsiteX239" fmla="*/ 2327965 w 2912392"/>
                <a:gd name="connsiteY239" fmla="*/ 926137 h 990694"/>
                <a:gd name="connsiteX240" fmla="*/ 2337709 w 2912392"/>
                <a:gd name="connsiteY240" fmla="*/ 933348 h 990694"/>
                <a:gd name="connsiteX241" fmla="*/ 2347453 w 2912392"/>
                <a:gd name="connsiteY241" fmla="*/ 940157 h 990694"/>
                <a:gd name="connsiteX242" fmla="*/ 2357197 w 2912392"/>
                <a:gd name="connsiteY242" fmla="*/ 946549 h 990694"/>
                <a:gd name="connsiteX243" fmla="*/ 2366926 w 2912392"/>
                <a:gd name="connsiteY243" fmla="*/ 952523 h 990694"/>
                <a:gd name="connsiteX244" fmla="*/ 2376670 w 2912392"/>
                <a:gd name="connsiteY244" fmla="*/ 958066 h 990694"/>
                <a:gd name="connsiteX245" fmla="*/ 2386413 w 2912392"/>
                <a:gd name="connsiteY245" fmla="*/ 963176 h 990694"/>
                <a:gd name="connsiteX246" fmla="*/ 2396157 w 2912392"/>
                <a:gd name="connsiteY246" fmla="*/ 967869 h 990694"/>
                <a:gd name="connsiteX247" fmla="*/ 2405886 w 2912392"/>
                <a:gd name="connsiteY247" fmla="*/ 972115 h 990694"/>
                <a:gd name="connsiteX248" fmla="*/ 2415630 w 2912392"/>
                <a:gd name="connsiteY248" fmla="*/ 975930 h 990694"/>
                <a:gd name="connsiteX249" fmla="*/ 2425374 w 2912392"/>
                <a:gd name="connsiteY249" fmla="*/ 979297 h 990694"/>
                <a:gd name="connsiteX250" fmla="*/ 2435118 w 2912392"/>
                <a:gd name="connsiteY250" fmla="*/ 982232 h 990694"/>
                <a:gd name="connsiteX251" fmla="*/ 2444862 w 2912392"/>
                <a:gd name="connsiteY251" fmla="*/ 984735 h 990694"/>
                <a:gd name="connsiteX252" fmla="*/ 2454591 w 2912392"/>
                <a:gd name="connsiteY252" fmla="*/ 986791 h 990694"/>
                <a:gd name="connsiteX253" fmla="*/ 2464335 w 2912392"/>
                <a:gd name="connsiteY253" fmla="*/ 988415 h 990694"/>
                <a:gd name="connsiteX254" fmla="*/ 2474079 w 2912392"/>
                <a:gd name="connsiteY254" fmla="*/ 989607 h 990694"/>
                <a:gd name="connsiteX255" fmla="*/ 2483823 w 2912392"/>
                <a:gd name="connsiteY255" fmla="*/ 990367 h 990694"/>
                <a:gd name="connsiteX256" fmla="*/ 2493552 w 2912392"/>
                <a:gd name="connsiteY256" fmla="*/ 990694 h 990694"/>
                <a:gd name="connsiteX257" fmla="*/ 2503296 w 2912392"/>
                <a:gd name="connsiteY257" fmla="*/ 990590 h 990694"/>
                <a:gd name="connsiteX258" fmla="*/ 2513040 w 2912392"/>
                <a:gd name="connsiteY258" fmla="*/ 990069 h 990694"/>
                <a:gd name="connsiteX259" fmla="*/ 2522784 w 2912392"/>
                <a:gd name="connsiteY259" fmla="*/ 989130 h 990694"/>
                <a:gd name="connsiteX260" fmla="*/ 2532513 w 2912392"/>
                <a:gd name="connsiteY260" fmla="*/ 987789 h 990694"/>
                <a:gd name="connsiteX261" fmla="*/ 2542257 w 2912392"/>
                <a:gd name="connsiteY261" fmla="*/ 986031 h 990694"/>
                <a:gd name="connsiteX262" fmla="*/ 2552001 w 2912392"/>
                <a:gd name="connsiteY262" fmla="*/ 983871 h 990694"/>
                <a:gd name="connsiteX263" fmla="*/ 2561745 w 2912392"/>
                <a:gd name="connsiteY263" fmla="*/ 981338 h 990694"/>
                <a:gd name="connsiteX264" fmla="*/ 2571474 w 2912392"/>
                <a:gd name="connsiteY264" fmla="*/ 978403 h 990694"/>
                <a:gd name="connsiteX265" fmla="*/ 2581218 w 2912392"/>
                <a:gd name="connsiteY265" fmla="*/ 975095 h 990694"/>
                <a:gd name="connsiteX266" fmla="*/ 2590962 w 2912392"/>
                <a:gd name="connsiteY266" fmla="*/ 971415 h 990694"/>
                <a:gd name="connsiteX267" fmla="*/ 2600705 w 2912392"/>
                <a:gd name="connsiteY267" fmla="*/ 967378 h 990694"/>
                <a:gd name="connsiteX268" fmla="*/ 2610449 w 2912392"/>
                <a:gd name="connsiteY268" fmla="*/ 962982 h 990694"/>
                <a:gd name="connsiteX269" fmla="*/ 2620178 w 2912392"/>
                <a:gd name="connsiteY269" fmla="*/ 958245 h 990694"/>
                <a:gd name="connsiteX270" fmla="*/ 2629922 w 2912392"/>
                <a:gd name="connsiteY270" fmla="*/ 953164 h 990694"/>
                <a:gd name="connsiteX271" fmla="*/ 2639666 w 2912392"/>
                <a:gd name="connsiteY271" fmla="*/ 947770 h 990694"/>
                <a:gd name="connsiteX272" fmla="*/ 2649410 w 2912392"/>
                <a:gd name="connsiteY272" fmla="*/ 942049 h 990694"/>
                <a:gd name="connsiteX273" fmla="*/ 2659139 w 2912392"/>
                <a:gd name="connsiteY273" fmla="*/ 936045 h 990694"/>
                <a:gd name="connsiteX274" fmla="*/ 2668883 w 2912392"/>
                <a:gd name="connsiteY274" fmla="*/ 929728 h 990694"/>
                <a:gd name="connsiteX275" fmla="*/ 2678627 w 2912392"/>
                <a:gd name="connsiteY275" fmla="*/ 923128 h 990694"/>
                <a:gd name="connsiteX276" fmla="*/ 2688371 w 2912392"/>
                <a:gd name="connsiteY276" fmla="*/ 916259 h 990694"/>
                <a:gd name="connsiteX277" fmla="*/ 2698100 w 2912392"/>
                <a:gd name="connsiteY277" fmla="*/ 909122 h 990694"/>
                <a:gd name="connsiteX278" fmla="*/ 2707844 w 2912392"/>
                <a:gd name="connsiteY278" fmla="*/ 901733 h 990694"/>
                <a:gd name="connsiteX279" fmla="*/ 2717588 w 2912392"/>
                <a:gd name="connsiteY279" fmla="*/ 894104 h 990694"/>
                <a:gd name="connsiteX280" fmla="*/ 2727332 w 2912392"/>
                <a:gd name="connsiteY280" fmla="*/ 886253 h 990694"/>
                <a:gd name="connsiteX281" fmla="*/ 2737076 w 2912392"/>
                <a:gd name="connsiteY281" fmla="*/ 878177 h 990694"/>
                <a:gd name="connsiteX282" fmla="*/ 2746805 w 2912392"/>
                <a:gd name="connsiteY282" fmla="*/ 869879 h 990694"/>
                <a:gd name="connsiteX283" fmla="*/ 2756549 w 2912392"/>
                <a:gd name="connsiteY283" fmla="*/ 861401 h 990694"/>
                <a:gd name="connsiteX284" fmla="*/ 2766293 w 2912392"/>
                <a:gd name="connsiteY284" fmla="*/ 852745 h 990694"/>
                <a:gd name="connsiteX285" fmla="*/ 2776037 w 2912392"/>
                <a:gd name="connsiteY285" fmla="*/ 843895 h 990694"/>
                <a:gd name="connsiteX286" fmla="*/ 2785766 w 2912392"/>
                <a:gd name="connsiteY286" fmla="*/ 834896 h 990694"/>
                <a:gd name="connsiteX287" fmla="*/ 2795510 w 2912392"/>
                <a:gd name="connsiteY287" fmla="*/ 825748 h 990694"/>
                <a:gd name="connsiteX288" fmla="*/ 2805254 w 2912392"/>
                <a:gd name="connsiteY288" fmla="*/ 816451 h 990694"/>
                <a:gd name="connsiteX289" fmla="*/ 2814998 w 2912392"/>
                <a:gd name="connsiteY289" fmla="*/ 807035 h 990694"/>
                <a:gd name="connsiteX290" fmla="*/ 2824727 w 2912392"/>
                <a:gd name="connsiteY290" fmla="*/ 797499 h 990694"/>
                <a:gd name="connsiteX291" fmla="*/ 2834471 w 2912392"/>
                <a:gd name="connsiteY291" fmla="*/ 787860 h 990694"/>
                <a:gd name="connsiteX292" fmla="*/ 2844215 w 2912392"/>
                <a:gd name="connsiteY292" fmla="*/ 778116 h 990694"/>
                <a:gd name="connsiteX293" fmla="*/ 2853958 w 2912392"/>
                <a:gd name="connsiteY293" fmla="*/ 768297 h 990694"/>
                <a:gd name="connsiteX294" fmla="*/ 2863687 w 2912392"/>
                <a:gd name="connsiteY294" fmla="*/ 758404 h 990694"/>
                <a:gd name="connsiteX295" fmla="*/ 2873431 w 2912392"/>
                <a:gd name="connsiteY295" fmla="*/ 748452 h 990694"/>
                <a:gd name="connsiteX296" fmla="*/ 2883175 w 2912392"/>
                <a:gd name="connsiteY296" fmla="*/ 738455 h 990694"/>
                <a:gd name="connsiteX297" fmla="*/ 2892919 w 2912392"/>
                <a:gd name="connsiteY297" fmla="*/ 728398 h 990694"/>
                <a:gd name="connsiteX298" fmla="*/ 2902663 w 2912392"/>
                <a:gd name="connsiteY298" fmla="*/ 718328 h 990694"/>
                <a:gd name="connsiteX299" fmla="*/ 2912392 w 2912392"/>
                <a:gd name="connsiteY299" fmla="*/ 708232 h 9906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990694">
                  <a:moveTo>
                    <a:pt x="0" y="119535"/>
                  </a:moveTo>
                  <a:lnTo>
                    <a:pt x="9739" y="119235"/>
                  </a:lnTo>
                  <a:lnTo>
                    <a:pt x="19480" y="118998"/>
                  </a:lnTo>
                  <a:lnTo>
                    <a:pt x="29221" y="118831"/>
                  </a:lnTo>
                  <a:lnTo>
                    <a:pt x="38961" y="118739"/>
                  </a:lnTo>
                  <a:lnTo>
                    <a:pt x="48702" y="118729"/>
                  </a:lnTo>
                  <a:lnTo>
                    <a:pt x="58443" y="118802"/>
                  </a:lnTo>
                  <a:lnTo>
                    <a:pt x="68182" y="118967"/>
                  </a:lnTo>
                  <a:lnTo>
                    <a:pt x="77923" y="119228"/>
                  </a:lnTo>
                  <a:lnTo>
                    <a:pt x="87664" y="119588"/>
                  </a:lnTo>
                  <a:lnTo>
                    <a:pt x="97404" y="120052"/>
                  </a:lnTo>
                  <a:lnTo>
                    <a:pt x="107145" y="120622"/>
                  </a:lnTo>
                  <a:lnTo>
                    <a:pt x="116886" y="121303"/>
                  </a:lnTo>
                  <a:lnTo>
                    <a:pt x="126625" y="122097"/>
                  </a:lnTo>
                  <a:lnTo>
                    <a:pt x="136366" y="123006"/>
                  </a:lnTo>
                  <a:lnTo>
                    <a:pt x="146107" y="124031"/>
                  </a:lnTo>
                  <a:lnTo>
                    <a:pt x="155846" y="125175"/>
                  </a:lnTo>
                  <a:lnTo>
                    <a:pt x="165587" y="126437"/>
                  </a:lnTo>
                  <a:lnTo>
                    <a:pt x="175328" y="127818"/>
                  </a:lnTo>
                  <a:lnTo>
                    <a:pt x="185068" y="129319"/>
                  </a:lnTo>
                  <a:lnTo>
                    <a:pt x="194809" y="130937"/>
                  </a:lnTo>
                  <a:lnTo>
                    <a:pt x="204550" y="132671"/>
                  </a:lnTo>
                  <a:lnTo>
                    <a:pt x="214289" y="134520"/>
                  </a:lnTo>
                  <a:lnTo>
                    <a:pt x="224030" y="136482"/>
                  </a:lnTo>
                  <a:lnTo>
                    <a:pt x="233771" y="138552"/>
                  </a:lnTo>
                  <a:lnTo>
                    <a:pt x="243510" y="140728"/>
                  </a:lnTo>
                  <a:lnTo>
                    <a:pt x="253251" y="143006"/>
                  </a:lnTo>
                  <a:lnTo>
                    <a:pt x="262992" y="145381"/>
                  </a:lnTo>
                  <a:lnTo>
                    <a:pt x="272732" y="147849"/>
                  </a:lnTo>
                  <a:lnTo>
                    <a:pt x="282473" y="150402"/>
                  </a:lnTo>
                  <a:lnTo>
                    <a:pt x="292214" y="153038"/>
                  </a:lnTo>
                  <a:lnTo>
                    <a:pt x="301953" y="155745"/>
                  </a:lnTo>
                  <a:lnTo>
                    <a:pt x="311694" y="158521"/>
                  </a:lnTo>
                  <a:lnTo>
                    <a:pt x="321435" y="161356"/>
                  </a:lnTo>
                  <a:lnTo>
                    <a:pt x="331175" y="164243"/>
                  </a:lnTo>
                  <a:lnTo>
                    <a:pt x="340916" y="167176"/>
                  </a:lnTo>
                  <a:lnTo>
                    <a:pt x="350656" y="170142"/>
                  </a:lnTo>
                  <a:lnTo>
                    <a:pt x="360396" y="173135"/>
                  </a:lnTo>
                  <a:lnTo>
                    <a:pt x="370137" y="176146"/>
                  </a:lnTo>
                  <a:lnTo>
                    <a:pt x="379878" y="179165"/>
                  </a:lnTo>
                  <a:lnTo>
                    <a:pt x="389617" y="182183"/>
                  </a:lnTo>
                  <a:lnTo>
                    <a:pt x="399358" y="185190"/>
                  </a:lnTo>
                  <a:lnTo>
                    <a:pt x="409099" y="188177"/>
                  </a:lnTo>
                  <a:lnTo>
                    <a:pt x="418839" y="191133"/>
                  </a:lnTo>
                  <a:lnTo>
                    <a:pt x="428580" y="194047"/>
                  </a:lnTo>
                  <a:lnTo>
                    <a:pt x="438321" y="196911"/>
                  </a:lnTo>
                  <a:lnTo>
                    <a:pt x="448060" y="199715"/>
                  </a:lnTo>
                  <a:lnTo>
                    <a:pt x="457801" y="202447"/>
                  </a:lnTo>
                  <a:lnTo>
                    <a:pt x="467542" y="205098"/>
                  </a:lnTo>
                  <a:lnTo>
                    <a:pt x="477281" y="207659"/>
                  </a:lnTo>
                  <a:lnTo>
                    <a:pt x="487022" y="210119"/>
                  </a:lnTo>
                  <a:lnTo>
                    <a:pt x="496763" y="212468"/>
                  </a:lnTo>
                  <a:lnTo>
                    <a:pt x="506503" y="214700"/>
                  </a:lnTo>
                  <a:lnTo>
                    <a:pt x="516244" y="216803"/>
                  </a:lnTo>
                  <a:lnTo>
                    <a:pt x="525985" y="218769"/>
                  </a:lnTo>
                  <a:lnTo>
                    <a:pt x="535724" y="220590"/>
                  </a:lnTo>
                  <a:lnTo>
                    <a:pt x="545465" y="222257"/>
                  </a:lnTo>
                  <a:lnTo>
                    <a:pt x="555206" y="223765"/>
                  </a:lnTo>
                  <a:lnTo>
                    <a:pt x="564946" y="225104"/>
                  </a:lnTo>
                  <a:lnTo>
                    <a:pt x="574687" y="226268"/>
                  </a:lnTo>
                  <a:lnTo>
                    <a:pt x="584428" y="227251"/>
                  </a:lnTo>
                  <a:lnTo>
                    <a:pt x="594167" y="228048"/>
                  </a:lnTo>
                  <a:lnTo>
                    <a:pt x="603908" y="228655"/>
                  </a:lnTo>
                  <a:lnTo>
                    <a:pt x="613649" y="229063"/>
                  </a:lnTo>
                  <a:lnTo>
                    <a:pt x="623388" y="229272"/>
                  </a:lnTo>
                  <a:lnTo>
                    <a:pt x="633129" y="229276"/>
                  </a:lnTo>
                  <a:lnTo>
                    <a:pt x="642870" y="229075"/>
                  </a:lnTo>
                  <a:lnTo>
                    <a:pt x="652610" y="228664"/>
                  </a:lnTo>
                  <a:lnTo>
                    <a:pt x="662351" y="228041"/>
                  </a:lnTo>
                  <a:lnTo>
                    <a:pt x="672092" y="227207"/>
                  </a:lnTo>
                  <a:lnTo>
                    <a:pt x="681831" y="226161"/>
                  </a:lnTo>
                  <a:lnTo>
                    <a:pt x="691572" y="224902"/>
                  </a:lnTo>
                  <a:lnTo>
                    <a:pt x="701313" y="223433"/>
                  </a:lnTo>
                  <a:lnTo>
                    <a:pt x="711052" y="221753"/>
                  </a:lnTo>
                  <a:lnTo>
                    <a:pt x="720793" y="219866"/>
                  </a:lnTo>
                  <a:lnTo>
                    <a:pt x="730534" y="217772"/>
                  </a:lnTo>
                  <a:lnTo>
                    <a:pt x="740274" y="215478"/>
                  </a:lnTo>
                  <a:lnTo>
                    <a:pt x="750015" y="212985"/>
                  </a:lnTo>
                  <a:lnTo>
                    <a:pt x="759756" y="210299"/>
                  </a:lnTo>
                  <a:lnTo>
                    <a:pt x="769495" y="207422"/>
                  </a:lnTo>
                  <a:lnTo>
                    <a:pt x="779236" y="204363"/>
                  </a:lnTo>
                  <a:lnTo>
                    <a:pt x="788977" y="201127"/>
                  </a:lnTo>
                  <a:lnTo>
                    <a:pt x="798717" y="197718"/>
                  </a:lnTo>
                  <a:lnTo>
                    <a:pt x="808458" y="194147"/>
                  </a:lnTo>
                  <a:lnTo>
                    <a:pt x="818199" y="190416"/>
                  </a:lnTo>
                  <a:lnTo>
                    <a:pt x="827938" y="186538"/>
                  </a:lnTo>
                  <a:lnTo>
                    <a:pt x="837679" y="182519"/>
                  </a:lnTo>
                  <a:lnTo>
                    <a:pt x="847420" y="178366"/>
                  </a:lnTo>
                  <a:lnTo>
                    <a:pt x="857159" y="174089"/>
                  </a:lnTo>
                  <a:lnTo>
                    <a:pt x="866900" y="169698"/>
                  </a:lnTo>
                  <a:lnTo>
                    <a:pt x="876641" y="165200"/>
                  </a:lnTo>
                  <a:lnTo>
                    <a:pt x="886381" y="160607"/>
                  </a:lnTo>
                  <a:lnTo>
                    <a:pt x="896122" y="155925"/>
                  </a:lnTo>
                  <a:lnTo>
                    <a:pt x="905863" y="151168"/>
                  </a:lnTo>
                  <a:lnTo>
                    <a:pt x="915602" y="146344"/>
                  </a:lnTo>
                  <a:lnTo>
                    <a:pt x="925343" y="141463"/>
                  </a:lnTo>
                  <a:lnTo>
                    <a:pt x="935084" y="136536"/>
                  </a:lnTo>
                  <a:lnTo>
                    <a:pt x="944824" y="131571"/>
                  </a:lnTo>
                  <a:lnTo>
                    <a:pt x="954564" y="126580"/>
                  </a:lnTo>
                  <a:lnTo>
                    <a:pt x="964305" y="121573"/>
                  </a:lnTo>
                  <a:lnTo>
                    <a:pt x="974045" y="116561"/>
                  </a:lnTo>
                  <a:lnTo>
                    <a:pt x="983786" y="111552"/>
                  </a:lnTo>
                  <a:lnTo>
                    <a:pt x="993522" y="106556"/>
                  </a:lnTo>
                  <a:lnTo>
                    <a:pt x="1003266" y="101583"/>
                  </a:lnTo>
                  <a:lnTo>
                    <a:pt x="1013010" y="96644"/>
                  </a:lnTo>
                  <a:lnTo>
                    <a:pt x="1022754" y="91747"/>
                  </a:lnTo>
                  <a:lnTo>
                    <a:pt x="1032483" y="86901"/>
                  </a:lnTo>
                  <a:lnTo>
                    <a:pt x="1042227" y="82117"/>
                  </a:lnTo>
                  <a:lnTo>
                    <a:pt x="1051971" y="77402"/>
                  </a:lnTo>
                  <a:lnTo>
                    <a:pt x="1061715" y="72765"/>
                  </a:lnTo>
                  <a:lnTo>
                    <a:pt x="1071444" y="68213"/>
                  </a:lnTo>
                  <a:lnTo>
                    <a:pt x="1081188" y="63757"/>
                  </a:lnTo>
                  <a:lnTo>
                    <a:pt x="1090932" y="59401"/>
                  </a:lnTo>
                  <a:lnTo>
                    <a:pt x="1100676" y="55155"/>
                  </a:lnTo>
                  <a:lnTo>
                    <a:pt x="1110405" y="51025"/>
                  </a:lnTo>
                  <a:lnTo>
                    <a:pt x="1120149" y="47018"/>
                  </a:lnTo>
                  <a:lnTo>
                    <a:pt x="1129893" y="43141"/>
                  </a:lnTo>
                  <a:lnTo>
                    <a:pt x="1139637" y="39399"/>
                  </a:lnTo>
                  <a:lnTo>
                    <a:pt x="1149381" y="35799"/>
                  </a:lnTo>
                  <a:lnTo>
                    <a:pt x="1159110" y="32346"/>
                  </a:lnTo>
                  <a:lnTo>
                    <a:pt x="1168854" y="29046"/>
                  </a:lnTo>
                  <a:lnTo>
                    <a:pt x="1178598" y="25902"/>
                  </a:lnTo>
                  <a:lnTo>
                    <a:pt x="1188341" y="22921"/>
                  </a:lnTo>
                  <a:lnTo>
                    <a:pt x="1198070" y="20106"/>
                  </a:lnTo>
                  <a:lnTo>
                    <a:pt x="1207814" y="17462"/>
                  </a:lnTo>
                  <a:lnTo>
                    <a:pt x="1217558" y="14990"/>
                  </a:lnTo>
                  <a:lnTo>
                    <a:pt x="1227302" y="12697"/>
                  </a:lnTo>
                  <a:lnTo>
                    <a:pt x="1237031" y="10586"/>
                  </a:lnTo>
                  <a:lnTo>
                    <a:pt x="1246775" y="8658"/>
                  </a:lnTo>
                  <a:lnTo>
                    <a:pt x="1256519" y="6918"/>
                  </a:lnTo>
                  <a:lnTo>
                    <a:pt x="1266263" y="5367"/>
                  </a:lnTo>
                  <a:lnTo>
                    <a:pt x="1276007" y="4006"/>
                  </a:lnTo>
                  <a:lnTo>
                    <a:pt x="1285736" y="2841"/>
                  </a:lnTo>
                  <a:lnTo>
                    <a:pt x="1295480" y="1873"/>
                  </a:lnTo>
                  <a:lnTo>
                    <a:pt x="1305224" y="1103"/>
                  </a:lnTo>
                  <a:lnTo>
                    <a:pt x="1314968" y="533"/>
                  </a:lnTo>
                  <a:lnTo>
                    <a:pt x="1324697" y="164"/>
                  </a:lnTo>
                  <a:lnTo>
                    <a:pt x="1334441" y="0"/>
                  </a:lnTo>
                  <a:lnTo>
                    <a:pt x="1344185" y="39"/>
                  </a:lnTo>
                  <a:lnTo>
                    <a:pt x="1353929" y="286"/>
                  </a:lnTo>
                  <a:lnTo>
                    <a:pt x="1363658" y="739"/>
                  </a:lnTo>
                  <a:lnTo>
                    <a:pt x="1373402" y="1402"/>
                  </a:lnTo>
                  <a:lnTo>
                    <a:pt x="1383146" y="2275"/>
                  </a:lnTo>
                  <a:lnTo>
                    <a:pt x="1392890" y="3358"/>
                  </a:lnTo>
                  <a:lnTo>
                    <a:pt x="1402619" y="4656"/>
                  </a:lnTo>
                  <a:lnTo>
                    <a:pt x="1412363" y="6167"/>
                  </a:lnTo>
                  <a:lnTo>
                    <a:pt x="1422106" y="7892"/>
                  </a:lnTo>
                  <a:lnTo>
                    <a:pt x="1431850" y="9835"/>
                  </a:lnTo>
                  <a:lnTo>
                    <a:pt x="1441594" y="11994"/>
                  </a:lnTo>
                  <a:lnTo>
                    <a:pt x="1451323" y="14373"/>
                  </a:lnTo>
                  <a:lnTo>
                    <a:pt x="1461067" y="16971"/>
                  </a:lnTo>
                  <a:lnTo>
                    <a:pt x="1470811" y="19790"/>
                  </a:lnTo>
                  <a:lnTo>
                    <a:pt x="1480555" y="22834"/>
                  </a:lnTo>
                  <a:lnTo>
                    <a:pt x="1490284" y="26100"/>
                  </a:lnTo>
                  <a:lnTo>
                    <a:pt x="1500028" y="29594"/>
                  </a:lnTo>
                  <a:lnTo>
                    <a:pt x="1509772" y="33313"/>
                  </a:lnTo>
                  <a:lnTo>
                    <a:pt x="1519516" y="37261"/>
                  </a:lnTo>
                  <a:lnTo>
                    <a:pt x="1529245" y="41440"/>
                  </a:lnTo>
                  <a:lnTo>
                    <a:pt x="1538989" y="45850"/>
                  </a:lnTo>
                  <a:lnTo>
                    <a:pt x="1548733" y="50493"/>
                  </a:lnTo>
                  <a:lnTo>
                    <a:pt x="1558477" y="55371"/>
                  </a:lnTo>
                  <a:lnTo>
                    <a:pt x="1568221" y="60485"/>
                  </a:lnTo>
                  <a:lnTo>
                    <a:pt x="1577950" y="65839"/>
                  </a:lnTo>
                  <a:lnTo>
                    <a:pt x="1587694" y="71430"/>
                  </a:lnTo>
                  <a:lnTo>
                    <a:pt x="1597438" y="77262"/>
                  </a:lnTo>
                  <a:lnTo>
                    <a:pt x="1607182" y="83336"/>
                  </a:lnTo>
                  <a:lnTo>
                    <a:pt x="1616911" y="89655"/>
                  </a:lnTo>
                  <a:lnTo>
                    <a:pt x="1626655" y="96218"/>
                  </a:lnTo>
                  <a:lnTo>
                    <a:pt x="1636399" y="103026"/>
                  </a:lnTo>
                  <a:lnTo>
                    <a:pt x="1646142" y="110083"/>
                  </a:lnTo>
                  <a:lnTo>
                    <a:pt x="1655872" y="117386"/>
                  </a:lnTo>
                  <a:lnTo>
                    <a:pt x="1665616" y="124937"/>
                  </a:lnTo>
                  <a:lnTo>
                    <a:pt x="1675359" y="132738"/>
                  </a:lnTo>
                  <a:lnTo>
                    <a:pt x="1685103" y="140788"/>
                  </a:lnTo>
                  <a:lnTo>
                    <a:pt x="1694832" y="149088"/>
                  </a:lnTo>
                  <a:lnTo>
                    <a:pt x="1704576" y="157637"/>
                  </a:lnTo>
                  <a:lnTo>
                    <a:pt x="1714320" y="166435"/>
                  </a:lnTo>
                  <a:lnTo>
                    <a:pt x="1724064" y="175482"/>
                  </a:lnTo>
                  <a:lnTo>
                    <a:pt x="1733808" y="184774"/>
                  </a:lnTo>
                  <a:lnTo>
                    <a:pt x="1743537" y="194314"/>
                  </a:lnTo>
                  <a:lnTo>
                    <a:pt x="1753281" y="204097"/>
                  </a:lnTo>
                  <a:lnTo>
                    <a:pt x="1763025" y="214122"/>
                  </a:lnTo>
                  <a:lnTo>
                    <a:pt x="1772769" y="224389"/>
                  </a:lnTo>
                  <a:lnTo>
                    <a:pt x="1782498" y="234891"/>
                  </a:lnTo>
                  <a:lnTo>
                    <a:pt x="1792242" y="245629"/>
                  </a:lnTo>
                  <a:lnTo>
                    <a:pt x="1801986" y="256596"/>
                  </a:lnTo>
                  <a:lnTo>
                    <a:pt x="1811730" y="267790"/>
                  </a:lnTo>
                  <a:lnTo>
                    <a:pt x="1821459" y="279206"/>
                  </a:lnTo>
                  <a:lnTo>
                    <a:pt x="1831203" y="290839"/>
                  </a:lnTo>
                  <a:lnTo>
                    <a:pt x="1840947" y="302683"/>
                  </a:lnTo>
                  <a:lnTo>
                    <a:pt x="1850691" y="314734"/>
                  </a:lnTo>
                  <a:lnTo>
                    <a:pt x="1860435" y="326984"/>
                  </a:lnTo>
                  <a:lnTo>
                    <a:pt x="1870164" y="339426"/>
                  </a:lnTo>
                  <a:lnTo>
                    <a:pt x="1879908" y="352053"/>
                  </a:lnTo>
                  <a:lnTo>
                    <a:pt x="1889652" y="364857"/>
                  </a:lnTo>
                  <a:lnTo>
                    <a:pt x="1899395" y="377829"/>
                  </a:lnTo>
                  <a:lnTo>
                    <a:pt x="1909124" y="390963"/>
                  </a:lnTo>
                  <a:lnTo>
                    <a:pt x="1918868" y="404248"/>
                  </a:lnTo>
                  <a:lnTo>
                    <a:pt x="1928612" y="417672"/>
                  </a:lnTo>
                  <a:lnTo>
                    <a:pt x="1938356" y="431229"/>
                  </a:lnTo>
                  <a:lnTo>
                    <a:pt x="1948085" y="444904"/>
                  </a:lnTo>
                  <a:lnTo>
                    <a:pt x="1957829" y="458689"/>
                  </a:lnTo>
                  <a:lnTo>
                    <a:pt x="1967573" y="472570"/>
                  </a:lnTo>
                  <a:lnTo>
                    <a:pt x="1977317" y="486537"/>
                  </a:lnTo>
                  <a:lnTo>
                    <a:pt x="1987046" y="500575"/>
                  </a:lnTo>
                  <a:lnTo>
                    <a:pt x="1996790" y="514673"/>
                  </a:lnTo>
                  <a:lnTo>
                    <a:pt x="2006534" y="528817"/>
                  </a:lnTo>
                  <a:lnTo>
                    <a:pt x="2016278" y="542995"/>
                  </a:lnTo>
                  <a:lnTo>
                    <a:pt x="2026022" y="557191"/>
                  </a:lnTo>
                  <a:lnTo>
                    <a:pt x="2035751" y="571391"/>
                  </a:lnTo>
                  <a:lnTo>
                    <a:pt x="2045495" y="585582"/>
                  </a:lnTo>
                  <a:lnTo>
                    <a:pt x="2055239" y="599748"/>
                  </a:lnTo>
                  <a:lnTo>
                    <a:pt x="2064983" y="613875"/>
                  </a:lnTo>
                  <a:lnTo>
                    <a:pt x="2074712" y="627947"/>
                  </a:lnTo>
                  <a:lnTo>
                    <a:pt x="2084456" y="641951"/>
                  </a:lnTo>
                  <a:lnTo>
                    <a:pt x="2094200" y="655868"/>
                  </a:lnTo>
                  <a:lnTo>
                    <a:pt x="2103944" y="669685"/>
                  </a:lnTo>
                  <a:lnTo>
                    <a:pt x="2113673" y="683388"/>
                  </a:lnTo>
                  <a:lnTo>
                    <a:pt x="2123417" y="696958"/>
                  </a:lnTo>
                  <a:lnTo>
                    <a:pt x="2133161" y="710382"/>
                  </a:lnTo>
                  <a:lnTo>
                    <a:pt x="2142905" y="723645"/>
                  </a:lnTo>
                  <a:lnTo>
                    <a:pt x="2152649" y="736726"/>
                  </a:lnTo>
                  <a:lnTo>
                    <a:pt x="2162377" y="749614"/>
                  </a:lnTo>
                  <a:lnTo>
                    <a:pt x="2172121" y="762308"/>
                  </a:lnTo>
                  <a:lnTo>
                    <a:pt x="2181865" y="774764"/>
                  </a:lnTo>
                  <a:lnTo>
                    <a:pt x="2191609" y="786996"/>
                  </a:lnTo>
                  <a:lnTo>
                    <a:pt x="2201338" y="798974"/>
                  </a:lnTo>
                  <a:lnTo>
                    <a:pt x="2211082" y="810685"/>
                  </a:lnTo>
                  <a:lnTo>
                    <a:pt x="2220826" y="822113"/>
                  </a:lnTo>
                  <a:lnTo>
                    <a:pt x="2230570" y="833257"/>
                  </a:lnTo>
                  <a:lnTo>
                    <a:pt x="2240299" y="844103"/>
                  </a:lnTo>
                  <a:lnTo>
                    <a:pt x="2250043" y="854622"/>
                  </a:lnTo>
                  <a:lnTo>
                    <a:pt x="2259787" y="864813"/>
                  </a:lnTo>
                  <a:lnTo>
                    <a:pt x="2269531" y="874676"/>
                  </a:lnTo>
                  <a:lnTo>
                    <a:pt x="2279260" y="884182"/>
                  </a:lnTo>
                  <a:lnTo>
                    <a:pt x="2289004" y="893330"/>
                  </a:lnTo>
                  <a:lnTo>
                    <a:pt x="2298748" y="902105"/>
                  </a:lnTo>
                  <a:lnTo>
                    <a:pt x="2308492" y="910508"/>
                  </a:lnTo>
                  <a:lnTo>
                    <a:pt x="2318236" y="918524"/>
                  </a:lnTo>
                  <a:lnTo>
                    <a:pt x="2327965" y="926137"/>
                  </a:lnTo>
                  <a:lnTo>
                    <a:pt x="2337709" y="933348"/>
                  </a:lnTo>
                  <a:lnTo>
                    <a:pt x="2347453" y="940157"/>
                  </a:lnTo>
                  <a:lnTo>
                    <a:pt x="2357197" y="946549"/>
                  </a:lnTo>
                  <a:lnTo>
                    <a:pt x="2366926" y="952523"/>
                  </a:lnTo>
                  <a:lnTo>
                    <a:pt x="2376670" y="958066"/>
                  </a:lnTo>
                  <a:lnTo>
                    <a:pt x="2386413" y="963176"/>
                  </a:lnTo>
                  <a:lnTo>
                    <a:pt x="2396157" y="967869"/>
                  </a:lnTo>
                  <a:lnTo>
                    <a:pt x="2405886" y="972115"/>
                  </a:lnTo>
                  <a:lnTo>
                    <a:pt x="2415630" y="975930"/>
                  </a:lnTo>
                  <a:lnTo>
                    <a:pt x="2425374" y="979297"/>
                  </a:lnTo>
                  <a:lnTo>
                    <a:pt x="2435118" y="982232"/>
                  </a:lnTo>
                  <a:lnTo>
                    <a:pt x="2444862" y="984735"/>
                  </a:lnTo>
                  <a:lnTo>
                    <a:pt x="2454591" y="986791"/>
                  </a:lnTo>
                  <a:lnTo>
                    <a:pt x="2464335" y="988415"/>
                  </a:lnTo>
                  <a:lnTo>
                    <a:pt x="2474079" y="989607"/>
                  </a:lnTo>
                  <a:lnTo>
                    <a:pt x="2483823" y="990367"/>
                  </a:lnTo>
                  <a:lnTo>
                    <a:pt x="2493552" y="990694"/>
                  </a:lnTo>
                  <a:lnTo>
                    <a:pt x="2503296" y="990590"/>
                  </a:lnTo>
                  <a:lnTo>
                    <a:pt x="2513040" y="990069"/>
                  </a:lnTo>
                  <a:lnTo>
                    <a:pt x="2522784" y="989130"/>
                  </a:lnTo>
                  <a:lnTo>
                    <a:pt x="2532513" y="987789"/>
                  </a:lnTo>
                  <a:lnTo>
                    <a:pt x="2542257" y="986031"/>
                  </a:lnTo>
                  <a:lnTo>
                    <a:pt x="2552001" y="983871"/>
                  </a:lnTo>
                  <a:lnTo>
                    <a:pt x="2561745" y="981338"/>
                  </a:lnTo>
                  <a:lnTo>
                    <a:pt x="2571474" y="978403"/>
                  </a:lnTo>
                  <a:lnTo>
                    <a:pt x="2581218" y="975095"/>
                  </a:lnTo>
                  <a:lnTo>
                    <a:pt x="2590962" y="971415"/>
                  </a:lnTo>
                  <a:lnTo>
                    <a:pt x="2600705" y="967378"/>
                  </a:lnTo>
                  <a:lnTo>
                    <a:pt x="2610449" y="962982"/>
                  </a:lnTo>
                  <a:lnTo>
                    <a:pt x="2620178" y="958245"/>
                  </a:lnTo>
                  <a:lnTo>
                    <a:pt x="2629922" y="953164"/>
                  </a:lnTo>
                  <a:lnTo>
                    <a:pt x="2639666" y="947770"/>
                  </a:lnTo>
                  <a:lnTo>
                    <a:pt x="2649410" y="942049"/>
                  </a:lnTo>
                  <a:lnTo>
                    <a:pt x="2659139" y="936045"/>
                  </a:lnTo>
                  <a:lnTo>
                    <a:pt x="2668883" y="929728"/>
                  </a:lnTo>
                  <a:lnTo>
                    <a:pt x="2678627" y="923128"/>
                  </a:lnTo>
                  <a:lnTo>
                    <a:pt x="2688371" y="916259"/>
                  </a:lnTo>
                  <a:lnTo>
                    <a:pt x="2698100" y="909122"/>
                  </a:lnTo>
                  <a:lnTo>
                    <a:pt x="2707844" y="901733"/>
                  </a:lnTo>
                  <a:lnTo>
                    <a:pt x="2717588" y="894104"/>
                  </a:lnTo>
                  <a:lnTo>
                    <a:pt x="2727332" y="886253"/>
                  </a:lnTo>
                  <a:lnTo>
                    <a:pt x="2737076" y="878177"/>
                  </a:lnTo>
                  <a:lnTo>
                    <a:pt x="2746805" y="869879"/>
                  </a:lnTo>
                  <a:lnTo>
                    <a:pt x="2756549" y="861401"/>
                  </a:lnTo>
                  <a:lnTo>
                    <a:pt x="2766293" y="852745"/>
                  </a:lnTo>
                  <a:lnTo>
                    <a:pt x="2776037" y="843895"/>
                  </a:lnTo>
                  <a:lnTo>
                    <a:pt x="2785766" y="834896"/>
                  </a:lnTo>
                  <a:lnTo>
                    <a:pt x="2795510" y="825748"/>
                  </a:lnTo>
                  <a:lnTo>
                    <a:pt x="2805254" y="816451"/>
                  </a:lnTo>
                  <a:lnTo>
                    <a:pt x="2814998" y="807035"/>
                  </a:lnTo>
                  <a:lnTo>
                    <a:pt x="2824727" y="797499"/>
                  </a:lnTo>
                  <a:lnTo>
                    <a:pt x="2834471" y="787860"/>
                  </a:lnTo>
                  <a:lnTo>
                    <a:pt x="2844215" y="778116"/>
                  </a:lnTo>
                  <a:lnTo>
                    <a:pt x="2853958" y="768297"/>
                  </a:lnTo>
                  <a:lnTo>
                    <a:pt x="2863687" y="758404"/>
                  </a:lnTo>
                  <a:lnTo>
                    <a:pt x="2873431" y="748452"/>
                  </a:lnTo>
                  <a:lnTo>
                    <a:pt x="2883175" y="738455"/>
                  </a:lnTo>
                  <a:lnTo>
                    <a:pt x="2892919" y="728398"/>
                  </a:lnTo>
                  <a:lnTo>
                    <a:pt x="2902663" y="718328"/>
                  </a:lnTo>
                  <a:lnTo>
                    <a:pt x="2912392" y="70823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6" name="Freeform 755">
              <a:extLst>
                <a:ext uri="{FF2B5EF4-FFF2-40B4-BE49-F238E27FC236}">
                  <a16:creationId xmlns:a16="http://schemas.microsoft.com/office/drawing/2014/main" id="{7E6A8E68-3BE9-9104-D5D3-B8616A1A372F}"/>
                </a:ext>
              </a:extLst>
            </p:cNvPr>
            <p:cNvSpPr/>
            <p:nvPr/>
          </p:nvSpPr>
          <p:spPr>
            <a:xfrm>
              <a:off x="576446" y="3162809"/>
              <a:ext cx="2912392" cy="535837"/>
            </a:xfrm>
            <a:custGeom>
              <a:avLst/>
              <a:gdLst>
                <a:gd name="connsiteX0" fmla="*/ 0 w 2912392"/>
                <a:gd name="connsiteY0" fmla="*/ 535837 h 535837"/>
                <a:gd name="connsiteX1" fmla="*/ 9739 w 2912392"/>
                <a:gd name="connsiteY1" fmla="*/ 532516 h 535837"/>
                <a:gd name="connsiteX2" fmla="*/ 19480 w 2912392"/>
                <a:gd name="connsiteY2" fmla="*/ 529030 h 535837"/>
                <a:gd name="connsiteX3" fmla="*/ 29221 w 2912392"/>
                <a:gd name="connsiteY3" fmla="*/ 525389 h 535837"/>
                <a:gd name="connsiteX4" fmla="*/ 38961 w 2912392"/>
                <a:gd name="connsiteY4" fmla="*/ 521600 h 535837"/>
                <a:gd name="connsiteX5" fmla="*/ 48702 w 2912392"/>
                <a:gd name="connsiteY5" fmla="*/ 517674 h 535837"/>
                <a:gd name="connsiteX6" fmla="*/ 58443 w 2912392"/>
                <a:gd name="connsiteY6" fmla="*/ 513622 h 535837"/>
                <a:gd name="connsiteX7" fmla="*/ 68182 w 2912392"/>
                <a:gd name="connsiteY7" fmla="*/ 509451 h 535837"/>
                <a:gd name="connsiteX8" fmla="*/ 77923 w 2912392"/>
                <a:gd name="connsiteY8" fmla="*/ 505174 h 535837"/>
                <a:gd name="connsiteX9" fmla="*/ 87664 w 2912392"/>
                <a:gd name="connsiteY9" fmla="*/ 500798 h 535837"/>
                <a:gd name="connsiteX10" fmla="*/ 97404 w 2912392"/>
                <a:gd name="connsiteY10" fmla="*/ 496333 h 535837"/>
                <a:gd name="connsiteX11" fmla="*/ 107145 w 2912392"/>
                <a:gd name="connsiteY11" fmla="*/ 491792 h 535837"/>
                <a:gd name="connsiteX12" fmla="*/ 116886 w 2912392"/>
                <a:gd name="connsiteY12" fmla="*/ 487180 h 535837"/>
                <a:gd name="connsiteX13" fmla="*/ 126625 w 2912392"/>
                <a:gd name="connsiteY13" fmla="*/ 482509 h 535837"/>
                <a:gd name="connsiteX14" fmla="*/ 136366 w 2912392"/>
                <a:gd name="connsiteY14" fmla="*/ 477790 h 535837"/>
                <a:gd name="connsiteX15" fmla="*/ 146107 w 2912392"/>
                <a:gd name="connsiteY15" fmla="*/ 473029 h 535837"/>
                <a:gd name="connsiteX16" fmla="*/ 155846 w 2912392"/>
                <a:gd name="connsiteY16" fmla="*/ 468238 h 535837"/>
                <a:gd name="connsiteX17" fmla="*/ 165587 w 2912392"/>
                <a:gd name="connsiteY17" fmla="*/ 463424 h 535837"/>
                <a:gd name="connsiteX18" fmla="*/ 175328 w 2912392"/>
                <a:gd name="connsiteY18" fmla="*/ 458597 h 535837"/>
                <a:gd name="connsiteX19" fmla="*/ 185068 w 2912392"/>
                <a:gd name="connsiteY19" fmla="*/ 453765 h 535837"/>
                <a:gd name="connsiteX20" fmla="*/ 194809 w 2912392"/>
                <a:gd name="connsiteY20" fmla="*/ 448938 h 535837"/>
                <a:gd name="connsiteX21" fmla="*/ 204550 w 2912392"/>
                <a:gd name="connsiteY21" fmla="*/ 444121 h 535837"/>
                <a:gd name="connsiteX22" fmla="*/ 214289 w 2912392"/>
                <a:gd name="connsiteY22" fmla="*/ 439323 h 535837"/>
                <a:gd name="connsiteX23" fmla="*/ 224030 w 2912392"/>
                <a:gd name="connsiteY23" fmla="*/ 434553 h 535837"/>
                <a:gd name="connsiteX24" fmla="*/ 233771 w 2912392"/>
                <a:gd name="connsiteY24" fmla="*/ 429816 h 535837"/>
                <a:gd name="connsiteX25" fmla="*/ 243510 w 2912392"/>
                <a:gd name="connsiteY25" fmla="*/ 425120 h 535837"/>
                <a:gd name="connsiteX26" fmla="*/ 253251 w 2912392"/>
                <a:gd name="connsiteY26" fmla="*/ 420472 h 535837"/>
                <a:gd name="connsiteX27" fmla="*/ 262992 w 2912392"/>
                <a:gd name="connsiteY27" fmla="*/ 415877 h 535837"/>
                <a:gd name="connsiteX28" fmla="*/ 272732 w 2912392"/>
                <a:gd name="connsiteY28" fmla="*/ 411342 h 535837"/>
                <a:gd name="connsiteX29" fmla="*/ 282473 w 2912392"/>
                <a:gd name="connsiteY29" fmla="*/ 406870 h 535837"/>
                <a:gd name="connsiteX30" fmla="*/ 292214 w 2912392"/>
                <a:gd name="connsiteY30" fmla="*/ 402469 h 535837"/>
                <a:gd name="connsiteX31" fmla="*/ 301953 w 2912392"/>
                <a:gd name="connsiteY31" fmla="*/ 398143 h 535837"/>
                <a:gd name="connsiteX32" fmla="*/ 311694 w 2912392"/>
                <a:gd name="connsiteY32" fmla="*/ 393896 h 535837"/>
                <a:gd name="connsiteX33" fmla="*/ 321435 w 2912392"/>
                <a:gd name="connsiteY33" fmla="*/ 389731 h 535837"/>
                <a:gd name="connsiteX34" fmla="*/ 331175 w 2912392"/>
                <a:gd name="connsiteY34" fmla="*/ 385653 h 535837"/>
                <a:gd name="connsiteX35" fmla="*/ 340916 w 2912392"/>
                <a:gd name="connsiteY35" fmla="*/ 381664 h 535837"/>
                <a:gd name="connsiteX36" fmla="*/ 350656 w 2912392"/>
                <a:gd name="connsiteY36" fmla="*/ 377768 h 535837"/>
                <a:gd name="connsiteX37" fmla="*/ 360396 w 2912392"/>
                <a:gd name="connsiteY37" fmla="*/ 373967 h 535837"/>
                <a:gd name="connsiteX38" fmla="*/ 370137 w 2912392"/>
                <a:gd name="connsiteY38" fmla="*/ 370262 h 535837"/>
                <a:gd name="connsiteX39" fmla="*/ 379878 w 2912392"/>
                <a:gd name="connsiteY39" fmla="*/ 366657 h 535837"/>
                <a:gd name="connsiteX40" fmla="*/ 389617 w 2912392"/>
                <a:gd name="connsiteY40" fmla="*/ 363149 h 535837"/>
                <a:gd name="connsiteX41" fmla="*/ 399358 w 2912392"/>
                <a:gd name="connsiteY41" fmla="*/ 359743 h 535837"/>
                <a:gd name="connsiteX42" fmla="*/ 409099 w 2912392"/>
                <a:gd name="connsiteY42" fmla="*/ 356439 h 535837"/>
                <a:gd name="connsiteX43" fmla="*/ 418839 w 2912392"/>
                <a:gd name="connsiteY43" fmla="*/ 353236 h 535837"/>
                <a:gd name="connsiteX44" fmla="*/ 428580 w 2912392"/>
                <a:gd name="connsiteY44" fmla="*/ 350134 h 535837"/>
                <a:gd name="connsiteX45" fmla="*/ 438321 w 2912392"/>
                <a:gd name="connsiteY45" fmla="*/ 347131 h 535837"/>
                <a:gd name="connsiteX46" fmla="*/ 448060 w 2912392"/>
                <a:gd name="connsiteY46" fmla="*/ 344229 h 535837"/>
                <a:gd name="connsiteX47" fmla="*/ 457801 w 2912392"/>
                <a:gd name="connsiteY47" fmla="*/ 341425 h 535837"/>
                <a:gd name="connsiteX48" fmla="*/ 467542 w 2912392"/>
                <a:gd name="connsiteY48" fmla="*/ 338718 h 535837"/>
                <a:gd name="connsiteX49" fmla="*/ 477281 w 2912392"/>
                <a:gd name="connsiteY49" fmla="*/ 336106 h 535837"/>
                <a:gd name="connsiteX50" fmla="*/ 487022 w 2912392"/>
                <a:gd name="connsiteY50" fmla="*/ 333588 h 535837"/>
                <a:gd name="connsiteX51" fmla="*/ 496763 w 2912392"/>
                <a:gd name="connsiteY51" fmla="*/ 331160 h 535837"/>
                <a:gd name="connsiteX52" fmla="*/ 506503 w 2912392"/>
                <a:gd name="connsiteY52" fmla="*/ 328819 h 535837"/>
                <a:gd name="connsiteX53" fmla="*/ 516244 w 2912392"/>
                <a:gd name="connsiteY53" fmla="*/ 326563 h 535837"/>
                <a:gd name="connsiteX54" fmla="*/ 525985 w 2912392"/>
                <a:gd name="connsiteY54" fmla="*/ 324390 h 535837"/>
                <a:gd name="connsiteX55" fmla="*/ 535724 w 2912392"/>
                <a:gd name="connsiteY55" fmla="*/ 322293 h 535837"/>
                <a:gd name="connsiteX56" fmla="*/ 545465 w 2912392"/>
                <a:gd name="connsiteY56" fmla="*/ 320272 h 535837"/>
                <a:gd name="connsiteX57" fmla="*/ 555206 w 2912392"/>
                <a:gd name="connsiteY57" fmla="*/ 318321 h 535837"/>
                <a:gd name="connsiteX58" fmla="*/ 564946 w 2912392"/>
                <a:gd name="connsiteY58" fmla="*/ 316438 h 535837"/>
                <a:gd name="connsiteX59" fmla="*/ 574687 w 2912392"/>
                <a:gd name="connsiteY59" fmla="*/ 314617 h 535837"/>
                <a:gd name="connsiteX60" fmla="*/ 584428 w 2912392"/>
                <a:gd name="connsiteY60" fmla="*/ 312853 h 535837"/>
                <a:gd name="connsiteX61" fmla="*/ 594167 w 2912392"/>
                <a:gd name="connsiteY61" fmla="*/ 311144 h 535837"/>
                <a:gd name="connsiteX62" fmla="*/ 603908 w 2912392"/>
                <a:gd name="connsiteY62" fmla="*/ 309485 h 535837"/>
                <a:gd name="connsiteX63" fmla="*/ 613649 w 2912392"/>
                <a:gd name="connsiteY63" fmla="*/ 307868 h 535837"/>
                <a:gd name="connsiteX64" fmla="*/ 623388 w 2912392"/>
                <a:gd name="connsiteY64" fmla="*/ 306290 h 535837"/>
                <a:gd name="connsiteX65" fmla="*/ 633129 w 2912392"/>
                <a:gd name="connsiteY65" fmla="*/ 304748 h 535837"/>
                <a:gd name="connsiteX66" fmla="*/ 642870 w 2912392"/>
                <a:gd name="connsiteY66" fmla="*/ 303234 h 535837"/>
                <a:gd name="connsiteX67" fmla="*/ 652610 w 2912392"/>
                <a:gd name="connsiteY67" fmla="*/ 301745 h 535837"/>
                <a:gd name="connsiteX68" fmla="*/ 662351 w 2912392"/>
                <a:gd name="connsiteY68" fmla="*/ 300274 h 535837"/>
                <a:gd name="connsiteX69" fmla="*/ 672092 w 2912392"/>
                <a:gd name="connsiteY69" fmla="*/ 298818 h 535837"/>
                <a:gd name="connsiteX70" fmla="*/ 681831 w 2912392"/>
                <a:gd name="connsiteY70" fmla="*/ 297372 h 535837"/>
                <a:gd name="connsiteX71" fmla="*/ 691572 w 2912392"/>
                <a:gd name="connsiteY71" fmla="*/ 295928 h 535837"/>
                <a:gd name="connsiteX72" fmla="*/ 701313 w 2912392"/>
                <a:gd name="connsiteY72" fmla="*/ 294484 h 535837"/>
                <a:gd name="connsiteX73" fmla="*/ 711052 w 2912392"/>
                <a:gd name="connsiteY73" fmla="*/ 293033 h 535837"/>
                <a:gd name="connsiteX74" fmla="*/ 720793 w 2912392"/>
                <a:gd name="connsiteY74" fmla="*/ 291572 h 535837"/>
                <a:gd name="connsiteX75" fmla="*/ 730534 w 2912392"/>
                <a:gd name="connsiteY75" fmla="*/ 290095 h 535837"/>
                <a:gd name="connsiteX76" fmla="*/ 740274 w 2912392"/>
                <a:gd name="connsiteY76" fmla="*/ 288596 h 535837"/>
                <a:gd name="connsiteX77" fmla="*/ 750015 w 2912392"/>
                <a:gd name="connsiteY77" fmla="*/ 287072 h 535837"/>
                <a:gd name="connsiteX78" fmla="*/ 759756 w 2912392"/>
                <a:gd name="connsiteY78" fmla="*/ 285520 h 535837"/>
                <a:gd name="connsiteX79" fmla="*/ 769495 w 2912392"/>
                <a:gd name="connsiteY79" fmla="*/ 283931 h 535837"/>
                <a:gd name="connsiteX80" fmla="*/ 779236 w 2912392"/>
                <a:gd name="connsiteY80" fmla="*/ 282306 h 535837"/>
                <a:gd name="connsiteX81" fmla="*/ 788977 w 2912392"/>
                <a:gd name="connsiteY81" fmla="*/ 280639 h 535837"/>
                <a:gd name="connsiteX82" fmla="*/ 798717 w 2912392"/>
                <a:gd name="connsiteY82" fmla="*/ 278924 h 535837"/>
                <a:gd name="connsiteX83" fmla="*/ 808458 w 2912392"/>
                <a:gd name="connsiteY83" fmla="*/ 277160 h 535837"/>
                <a:gd name="connsiteX84" fmla="*/ 818199 w 2912392"/>
                <a:gd name="connsiteY84" fmla="*/ 275344 h 535837"/>
                <a:gd name="connsiteX85" fmla="*/ 827938 w 2912392"/>
                <a:gd name="connsiteY85" fmla="*/ 273471 h 535837"/>
                <a:gd name="connsiteX86" fmla="*/ 837679 w 2912392"/>
                <a:gd name="connsiteY86" fmla="*/ 271540 h 535837"/>
                <a:gd name="connsiteX87" fmla="*/ 847420 w 2912392"/>
                <a:gd name="connsiteY87" fmla="*/ 269546 h 535837"/>
                <a:gd name="connsiteX88" fmla="*/ 857159 w 2912392"/>
                <a:gd name="connsiteY88" fmla="*/ 267489 h 535837"/>
                <a:gd name="connsiteX89" fmla="*/ 866900 w 2912392"/>
                <a:gd name="connsiteY89" fmla="*/ 265366 h 535837"/>
                <a:gd name="connsiteX90" fmla="*/ 876641 w 2912392"/>
                <a:gd name="connsiteY90" fmla="*/ 263174 h 535837"/>
                <a:gd name="connsiteX91" fmla="*/ 886381 w 2912392"/>
                <a:gd name="connsiteY91" fmla="*/ 260914 h 535837"/>
                <a:gd name="connsiteX92" fmla="*/ 896122 w 2912392"/>
                <a:gd name="connsiteY92" fmla="*/ 258582 h 535837"/>
                <a:gd name="connsiteX93" fmla="*/ 905863 w 2912392"/>
                <a:gd name="connsiteY93" fmla="*/ 256181 h 535837"/>
                <a:gd name="connsiteX94" fmla="*/ 915602 w 2912392"/>
                <a:gd name="connsiteY94" fmla="*/ 253706 h 535837"/>
                <a:gd name="connsiteX95" fmla="*/ 925343 w 2912392"/>
                <a:gd name="connsiteY95" fmla="*/ 251160 h 535837"/>
                <a:gd name="connsiteX96" fmla="*/ 935084 w 2912392"/>
                <a:gd name="connsiteY96" fmla="*/ 248540 h 535837"/>
                <a:gd name="connsiteX97" fmla="*/ 944824 w 2912392"/>
                <a:gd name="connsiteY97" fmla="*/ 245851 h 535837"/>
                <a:gd name="connsiteX98" fmla="*/ 954564 w 2912392"/>
                <a:gd name="connsiteY98" fmla="*/ 243090 h 535837"/>
                <a:gd name="connsiteX99" fmla="*/ 964305 w 2912392"/>
                <a:gd name="connsiteY99" fmla="*/ 240260 h 535837"/>
                <a:gd name="connsiteX100" fmla="*/ 974045 w 2912392"/>
                <a:gd name="connsiteY100" fmla="*/ 237362 h 535837"/>
                <a:gd name="connsiteX101" fmla="*/ 983786 w 2912392"/>
                <a:gd name="connsiteY101" fmla="*/ 234397 h 535837"/>
                <a:gd name="connsiteX102" fmla="*/ 993522 w 2912392"/>
                <a:gd name="connsiteY102" fmla="*/ 231366 h 535837"/>
                <a:gd name="connsiteX103" fmla="*/ 1003266 w 2912392"/>
                <a:gd name="connsiteY103" fmla="*/ 228275 h 535837"/>
                <a:gd name="connsiteX104" fmla="*/ 1013010 w 2912392"/>
                <a:gd name="connsiteY104" fmla="*/ 225124 h 535837"/>
                <a:gd name="connsiteX105" fmla="*/ 1022754 w 2912392"/>
                <a:gd name="connsiteY105" fmla="*/ 221916 h 535837"/>
                <a:gd name="connsiteX106" fmla="*/ 1032483 w 2912392"/>
                <a:gd name="connsiteY106" fmla="*/ 218656 h 535837"/>
                <a:gd name="connsiteX107" fmla="*/ 1042227 w 2912392"/>
                <a:gd name="connsiteY107" fmla="*/ 215347 h 535837"/>
                <a:gd name="connsiteX108" fmla="*/ 1051971 w 2912392"/>
                <a:gd name="connsiteY108" fmla="*/ 211992 h 535837"/>
                <a:gd name="connsiteX109" fmla="*/ 1061715 w 2912392"/>
                <a:gd name="connsiteY109" fmla="*/ 208595 h 535837"/>
                <a:gd name="connsiteX110" fmla="*/ 1071444 w 2912392"/>
                <a:gd name="connsiteY110" fmla="*/ 205160 h 535837"/>
                <a:gd name="connsiteX111" fmla="*/ 1081188 w 2912392"/>
                <a:gd name="connsiteY111" fmla="*/ 201695 h 535837"/>
                <a:gd name="connsiteX112" fmla="*/ 1090932 w 2912392"/>
                <a:gd name="connsiteY112" fmla="*/ 198201 h 535837"/>
                <a:gd name="connsiteX113" fmla="*/ 1100676 w 2912392"/>
                <a:gd name="connsiteY113" fmla="*/ 194687 h 535837"/>
                <a:gd name="connsiteX114" fmla="*/ 1110405 w 2912392"/>
                <a:gd name="connsiteY114" fmla="*/ 191154 h 535837"/>
                <a:gd name="connsiteX115" fmla="*/ 1120149 w 2912392"/>
                <a:gd name="connsiteY115" fmla="*/ 187610 h 535837"/>
                <a:gd name="connsiteX116" fmla="*/ 1129893 w 2912392"/>
                <a:gd name="connsiteY116" fmla="*/ 184059 h 535837"/>
                <a:gd name="connsiteX117" fmla="*/ 1139637 w 2912392"/>
                <a:gd name="connsiteY117" fmla="*/ 180509 h 535837"/>
                <a:gd name="connsiteX118" fmla="*/ 1149381 w 2912392"/>
                <a:gd name="connsiteY118" fmla="*/ 176963 h 535837"/>
                <a:gd name="connsiteX119" fmla="*/ 1159110 w 2912392"/>
                <a:gd name="connsiteY119" fmla="*/ 173429 h 535837"/>
                <a:gd name="connsiteX120" fmla="*/ 1168854 w 2912392"/>
                <a:gd name="connsiteY120" fmla="*/ 169913 h 535837"/>
                <a:gd name="connsiteX121" fmla="*/ 1178598 w 2912392"/>
                <a:gd name="connsiteY121" fmla="*/ 166420 h 535837"/>
                <a:gd name="connsiteX122" fmla="*/ 1188341 w 2912392"/>
                <a:gd name="connsiteY122" fmla="*/ 162958 h 535837"/>
                <a:gd name="connsiteX123" fmla="*/ 1198070 w 2912392"/>
                <a:gd name="connsiteY123" fmla="*/ 159529 h 535837"/>
                <a:gd name="connsiteX124" fmla="*/ 1207814 w 2912392"/>
                <a:gd name="connsiteY124" fmla="*/ 156144 h 535837"/>
                <a:gd name="connsiteX125" fmla="*/ 1217558 w 2912392"/>
                <a:gd name="connsiteY125" fmla="*/ 152806 h 535837"/>
                <a:gd name="connsiteX126" fmla="*/ 1227302 w 2912392"/>
                <a:gd name="connsiteY126" fmla="*/ 149522 h 535837"/>
                <a:gd name="connsiteX127" fmla="*/ 1237031 w 2912392"/>
                <a:gd name="connsiteY127" fmla="*/ 146296 h 535837"/>
                <a:gd name="connsiteX128" fmla="*/ 1246775 w 2912392"/>
                <a:gd name="connsiteY128" fmla="*/ 143138 h 535837"/>
                <a:gd name="connsiteX129" fmla="*/ 1256519 w 2912392"/>
                <a:gd name="connsiteY129" fmla="*/ 140047 h 535837"/>
                <a:gd name="connsiteX130" fmla="*/ 1266263 w 2912392"/>
                <a:gd name="connsiteY130" fmla="*/ 137035 h 535837"/>
                <a:gd name="connsiteX131" fmla="*/ 1276007 w 2912392"/>
                <a:gd name="connsiteY131" fmla="*/ 134104 h 535837"/>
                <a:gd name="connsiteX132" fmla="*/ 1285736 w 2912392"/>
                <a:gd name="connsiteY132" fmla="*/ 131260 h 535837"/>
                <a:gd name="connsiteX133" fmla="*/ 1295480 w 2912392"/>
                <a:gd name="connsiteY133" fmla="*/ 128507 h 535837"/>
                <a:gd name="connsiteX134" fmla="*/ 1305224 w 2912392"/>
                <a:gd name="connsiteY134" fmla="*/ 125849 h 535837"/>
                <a:gd name="connsiteX135" fmla="*/ 1314968 w 2912392"/>
                <a:gd name="connsiteY135" fmla="*/ 123292 h 535837"/>
                <a:gd name="connsiteX136" fmla="*/ 1324697 w 2912392"/>
                <a:gd name="connsiteY136" fmla="*/ 120840 h 535837"/>
                <a:gd name="connsiteX137" fmla="*/ 1334441 w 2912392"/>
                <a:gd name="connsiteY137" fmla="*/ 118495 h 535837"/>
                <a:gd name="connsiteX138" fmla="*/ 1344185 w 2912392"/>
                <a:gd name="connsiteY138" fmla="*/ 116261 h 535837"/>
                <a:gd name="connsiteX139" fmla="*/ 1353929 w 2912392"/>
                <a:gd name="connsiteY139" fmla="*/ 114143 h 535837"/>
                <a:gd name="connsiteX140" fmla="*/ 1363658 w 2912392"/>
                <a:gd name="connsiteY140" fmla="*/ 112140 h 535837"/>
                <a:gd name="connsiteX141" fmla="*/ 1373402 w 2912392"/>
                <a:gd name="connsiteY141" fmla="*/ 110258 h 535837"/>
                <a:gd name="connsiteX142" fmla="*/ 1383146 w 2912392"/>
                <a:gd name="connsiteY142" fmla="*/ 108499 h 535837"/>
                <a:gd name="connsiteX143" fmla="*/ 1392890 w 2912392"/>
                <a:gd name="connsiteY143" fmla="*/ 106861 h 535837"/>
                <a:gd name="connsiteX144" fmla="*/ 1402619 w 2912392"/>
                <a:gd name="connsiteY144" fmla="*/ 105349 h 535837"/>
                <a:gd name="connsiteX145" fmla="*/ 1412363 w 2912392"/>
                <a:gd name="connsiteY145" fmla="*/ 103962 h 535837"/>
                <a:gd name="connsiteX146" fmla="*/ 1422106 w 2912392"/>
                <a:gd name="connsiteY146" fmla="*/ 102702 h 535837"/>
                <a:gd name="connsiteX147" fmla="*/ 1431850 w 2912392"/>
                <a:gd name="connsiteY147" fmla="*/ 101568 h 535837"/>
                <a:gd name="connsiteX148" fmla="*/ 1441594 w 2912392"/>
                <a:gd name="connsiteY148" fmla="*/ 100559 h 535837"/>
                <a:gd name="connsiteX149" fmla="*/ 1451323 w 2912392"/>
                <a:gd name="connsiteY149" fmla="*/ 99676 h 535837"/>
                <a:gd name="connsiteX150" fmla="*/ 1461067 w 2912392"/>
                <a:gd name="connsiteY150" fmla="*/ 98917 h 535837"/>
                <a:gd name="connsiteX151" fmla="*/ 1470811 w 2912392"/>
                <a:gd name="connsiteY151" fmla="*/ 98281 h 535837"/>
                <a:gd name="connsiteX152" fmla="*/ 1480555 w 2912392"/>
                <a:gd name="connsiteY152" fmla="*/ 97767 h 535837"/>
                <a:gd name="connsiteX153" fmla="*/ 1490284 w 2912392"/>
                <a:gd name="connsiteY153" fmla="*/ 97372 h 535837"/>
                <a:gd name="connsiteX154" fmla="*/ 1500028 w 2912392"/>
                <a:gd name="connsiteY154" fmla="*/ 97092 h 535837"/>
                <a:gd name="connsiteX155" fmla="*/ 1509772 w 2912392"/>
                <a:gd name="connsiteY155" fmla="*/ 96928 h 535837"/>
                <a:gd name="connsiteX156" fmla="*/ 1519516 w 2912392"/>
                <a:gd name="connsiteY156" fmla="*/ 96873 h 535837"/>
                <a:gd name="connsiteX157" fmla="*/ 1529245 w 2912392"/>
                <a:gd name="connsiteY157" fmla="*/ 96925 h 535837"/>
                <a:gd name="connsiteX158" fmla="*/ 1538989 w 2912392"/>
                <a:gd name="connsiteY158" fmla="*/ 97082 h 535837"/>
                <a:gd name="connsiteX159" fmla="*/ 1548733 w 2912392"/>
                <a:gd name="connsiteY159" fmla="*/ 97337 h 535837"/>
                <a:gd name="connsiteX160" fmla="*/ 1558477 w 2912392"/>
                <a:gd name="connsiteY160" fmla="*/ 97687 h 535837"/>
                <a:gd name="connsiteX161" fmla="*/ 1568221 w 2912392"/>
                <a:gd name="connsiteY161" fmla="*/ 98128 h 535837"/>
                <a:gd name="connsiteX162" fmla="*/ 1577950 w 2912392"/>
                <a:gd name="connsiteY162" fmla="*/ 98654 h 535837"/>
                <a:gd name="connsiteX163" fmla="*/ 1587694 w 2912392"/>
                <a:gd name="connsiteY163" fmla="*/ 99260 h 535837"/>
                <a:gd name="connsiteX164" fmla="*/ 1597438 w 2912392"/>
                <a:gd name="connsiteY164" fmla="*/ 99942 h 535837"/>
                <a:gd name="connsiteX165" fmla="*/ 1607182 w 2912392"/>
                <a:gd name="connsiteY165" fmla="*/ 100695 h 535837"/>
                <a:gd name="connsiteX166" fmla="*/ 1616911 w 2912392"/>
                <a:gd name="connsiteY166" fmla="*/ 101511 h 535837"/>
                <a:gd name="connsiteX167" fmla="*/ 1626655 w 2912392"/>
                <a:gd name="connsiteY167" fmla="*/ 102387 h 535837"/>
                <a:gd name="connsiteX168" fmla="*/ 1636399 w 2912392"/>
                <a:gd name="connsiteY168" fmla="*/ 103315 h 535837"/>
                <a:gd name="connsiteX169" fmla="*/ 1646142 w 2912392"/>
                <a:gd name="connsiteY169" fmla="*/ 104291 h 535837"/>
                <a:gd name="connsiteX170" fmla="*/ 1655872 w 2912392"/>
                <a:gd name="connsiteY170" fmla="*/ 105309 h 535837"/>
                <a:gd name="connsiteX171" fmla="*/ 1665616 w 2912392"/>
                <a:gd name="connsiteY171" fmla="*/ 106362 h 535837"/>
                <a:gd name="connsiteX172" fmla="*/ 1675359 w 2912392"/>
                <a:gd name="connsiteY172" fmla="*/ 107445 h 535837"/>
                <a:gd name="connsiteX173" fmla="*/ 1685103 w 2912392"/>
                <a:gd name="connsiteY173" fmla="*/ 108553 h 535837"/>
                <a:gd name="connsiteX174" fmla="*/ 1694832 w 2912392"/>
                <a:gd name="connsiteY174" fmla="*/ 109679 h 535837"/>
                <a:gd name="connsiteX175" fmla="*/ 1704576 w 2912392"/>
                <a:gd name="connsiteY175" fmla="*/ 110816 h 535837"/>
                <a:gd name="connsiteX176" fmla="*/ 1714320 w 2912392"/>
                <a:gd name="connsiteY176" fmla="*/ 111960 h 535837"/>
                <a:gd name="connsiteX177" fmla="*/ 1724064 w 2912392"/>
                <a:gd name="connsiteY177" fmla="*/ 113106 h 535837"/>
                <a:gd name="connsiteX178" fmla="*/ 1733808 w 2912392"/>
                <a:gd name="connsiteY178" fmla="*/ 114245 h 535837"/>
                <a:gd name="connsiteX179" fmla="*/ 1743537 w 2912392"/>
                <a:gd name="connsiteY179" fmla="*/ 115376 h 535837"/>
                <a:gd name="connsiteX180" fmla="*/ 1753281 w 2912392"/>
                <a:gd name="connsiteY180" fmla="*/ 116492 h 535837"/>
                <a:gd name="connsiteX181" fmla="*/ 1763025 w 2912392"/>
                <a:gd name="connsiteY181" fmla="*/ 117587 h 535837"/>
                <a:gd name="connsiteX182" fmla="*/ 1772769 w 2912392"/>
                <a:gd name="connsiteY182" fmla="*/ 118658 h 535837"/>
                <a:gd name="connsiteX183" fmla="*/ 1782498 w 2912392"/>
                <a:gd name="connsiteY183" fmla="*/ 119700 h 535837"/>
                <a:gd name="connsiteX184" fmla="*/ 1792242 w 2912392"/>
                <a:gd name="connsiteY184" fmla="*/ 120706 h 535837"/>
                <a:gd name="connsiteX185" fmla="*/ 1801986 w 2912392"/>
                <a:gd name="connsiteY185" fmla="*/ 121674 h 535837"/>
                <a:gd name="connsiteX186" fmla="*/ 1811730 w 2912392"/>
                <a:gd name="connsiteY186" fmla="*/ 122599 h 535837"/>
                <a:gd name="connsiteX187" fmla="*/ 1821459 w 2912392"/>
                <a:gd name="connsiteY187" fmla="*/ 123478 h 535837"/>
                <a:gd name="connsiteX188" fmla="*/ 1831203 w 2912392"/>
                <a:gd name="connsiteY188" fmla="*/ 124308 h 535837"/>
                <a:gd name="connsiteX189" fmla="*/ 1840947 w 2912392"/>
                <a:gd name="connsiteY189" fmla="*/ 125084 h 535837"/>
                <a:gd name="connsiteX190" fmla="*/ 1850691 w 2912392"/>
                <a:gd name="connsiteY190" fmla="*/ 125803 h 535837"/>
                <a:gd name="connsiteX191" fmla="*/ 1860435 w 2912392"/>
                <a:gd name="connsiteY191" fmla="*/ 126463 h 535837"/>
                <a:gd name="connsiteX192" fmla="*/ 1870164 w 2912392"/>
                <a:gd name="connsiteY192" fmla="*/ 127060 h 535837"/>
                <a:gd name="connsiteX193" fmla="*/ 1879908 w 2912392"/>
                <a:gd name="connsiteY193" fmla="*/ 127593 h 535837"/>
                <a:gd name="connsiteX194" fmla="*/ 1889652 w 2912392"/>
                <a:gd name="connsiteY194" fmla="*/ 128060 h 535837"/>
                <a:gd name="connsiteX195" fmla="*/ 1899395 w 2912392"/>
                <a:gd name="connsiteY195" fmla="*/ 128456 h 535837"/>
                <a:gd name="connsiteX196" fmla="*/ 1909124 w 2912392"/>
                <a:gd name="connsiteY196" fmla="*/ 128784 h 535837"/>
                <a:gd name="connsiteX197" fmla="*/ 1918868 w 2912392"/>
                <a:gd name="connsiteY197" fmla="*/ 129037 h 535837"/>
                <a:gd name="connsiteX198" fmla="*/ 1928612 w 2912392"/>
                <a:gd name="connsiteY198" fmla="*/ 129219 h 535837"/>
                <a:gd name="connsiteX199" fmla="*/ 1938356 w 2912392"/>
                <a:gd name="connsiteY199" fmla="*/ 129326 h 535837"/>
                <a:gd name="connsiteX200" fmla="*/ 1948085 w 2912392"/>
                <a:gd name="connsiteY200" fmla="*/ 129357 h 535837"/>
                <a:gd name="connsiteX201" fmla="*/ 1957829 w 2912392"/>
                <a:gd name="connsiteY201" fmla="*/ 129311 h 535837"/>
                <a:gd name="connsiteX202" fmla="*/ 1967573 w 2912392"/>
                <a:gd name="connsiteY202" fmla="*/ 129191 h 535837"/>
                <a:gd name="connsiteX203" fmla="*/ 1977317 w 2912392"/>
                <a:gd name="connsiteY203" fmla="*/ 128991 h 535837"/>
                <a:gd name="connsiteX204" fmla="*/ 1987046 w 2912392"/>
                <a:gd name="connsiteY204" fmla="*/ 128715 h 535837"/>
                <a:gd name="connsiteX205" fmla="*/ 1996790 w 2912392"/>
                <a:gd name="connsiteY205" fmla="*/ 128362 h 535837"/>
                <a:gd name="connsiteX206" fmla="*/ 2006534 w 2912392"/>
                <a:gd name="connsiteY206" fmla="*/ 127930 h 535837"/>
                <a:gd name="connsiteX207" fmla="*/ 2016278 w 2912392"/>
                <a:gd name="connsiteY207" fmla="*/ 127422 h 535837"/>
                <a:gd name="connsiteX208" fmla="*/ 2026022 w 2912392"/>
                <a:gd name="connsiteY208" fmla="*/ 126838 h 535837"/>
                <a:gd name="connsiteX209" fmla="*/ 2035751 w 2912392"/>
                <a:gd name="connsiteY209" fmla="*/ 126176 h 535837"/>
                <a:gd name="connsiteX210" fmla="*/ 2045495 w 2912392"/>
                <a:gd name="connsiteY210" fmla="*/ 125439 h 535837"/>
                <a:gd name="connsiteX211" fmla="*/ 2055239 w 2912392"/>
                <a:gd name="connsiteY211" fmla="*/ 124627 h 535837"/>
                <a:gd name="connsiteX212" fmla="*/ 2064983 w 2912392"/>
                <a:gd name="connsiteY212" fmla="*/ 123739 h 535837"/>
                <a:gd name="connsiteX213" fmla="*/ 2074712 w 2912392"/>
                <a:gd name="connsiteY213" fmla="*/ 122780 h 535837"/>
                <a:gd name="connsiteX214" fmla="*/ 2084456 w 2912392"/>
                <a:gd name="connsiteY214" fmla="*/ 121746 h 535837"/>
                <a:gd name="connsiteX215" fmla="*/ 2094200 w 2912392"/>
                <a:gd name="connsiteY215" fmla="*/ 120640 h 535837"/>
                <a:gd name="connsiteX216" fmla="*/ 2103944 w 2912392"/>
                <a:gd name="connsiteY216" fmla="*/ 119465 h 535837"/>
                <a:gd name="connsiteX217" fmla="*/ 2113673 w 2912392"/>
                <a:gd name="connsiteY217" fmla="*/ 118219 h 535837"/>
                <a:gd name="connsiteX218" fmla="*/ 2123417 w 2912392"/>
                <a:gd name="connsiteY218" fmla="*/ 116905 h 535837"/>
                <a:gd name="connsiteX219" fmla="*/ 2133161 w 2912392"/>
                <a:gd name="connsiteY219" fmla="*/ 115522 h 535837"/>
                <a:gd name="connsiteX220" fmla="*/ 2142905 w 2912392"/>
                <a:gd name="connsiteY220" fmla="*/ 114074 h 535837"/>
                <a:gd name="connsiteX221" fmla="*/ 2152649 w 2912392"/>
                <a:gd name="connsiteY221" fmla="*/ 112560 h 535837"/>
                <a:gd name="connsiteX222" fmla="*/ 2162377 w 2912392"/>
                <a:gd name="connsiteY222" fmla="*/ 110983 h 535837"/>
                <a:gd name="connsiteX223" fmla="*/ 2172121 w 2912392"/>
                <a:gd name="connsiteY223" fmla="*/ 109342 h 535837"/>
                <a:gd name="connsiteX224" fmla="*/ 2181865 w 2912392"/>
                <a:gd name="connsiteY224" fmla="*/ 107641 h 535837"/>
                <a:gd name="connsiteX225" fmla="*/ 2191609 w 2912392"/>
                <a:gd name="connsiteY225" fmla="*/ 105881 h 535837"/>
                <a:gd name="connsiteX226" fmla="*/ 2201338 w 2912392"/>
                <a:gd name="connsiteY226" fmla="*/ 104062 h 535837"/>
                <a:gd name="connsiteX227" fmla="*/ 2211082 w 2912392"/>
                <a:gd name="connsiteY227" fmla="*/ 102186 h 535837"/>
                <a:gd name="connsiteX228" fmla="*/ 2220826 w 2912392"/>
                <a:gd name="connsiteY228" fmla="*/ 100255 h 535837"/>
                <a:gd name="connsiteX229" fmla="*/ 2230570 w 2912392"/>
                <a:gd name="connsiteY229" fmla="*/ 98271 h 535837"/>
                <a:gd name="connsiteX230" fmla="*/ 2240299 w 2912392"/>
                <a:gd name="connsiteY230" fmla="*/ 96236 h 535837"/>
                <a:gd name="connsiteX231" fmla="*/ 2250043 w 2912392"/>
                <a:gd name="connsiteY231" fmla="*/ 94150 h 535837"/>
                <a:gd name="connsiteX232" fmla="*/ 2259787 w 2912392"/>
                <a:gd name="connsiteY232" fmla="*/ 92016 h 535837"/>
                <a:gd name="connsiteX233" fmla="*/ 2269531 w 2912392"/>
                <a:gd name="connsiteY233" fmla="*/ 89836 h 535837"/>
                <a:gd name="connsiteX234" fmla="*/ 2279260 w 2912392"/>
                <a:gd name="connsiteY234" fmla="*/ 87613 h 535837"/>
                <a:gd name="connsiteX235" fmla="*/ 2289004 w 2912392"/>
                <a:gd name="connsiteY235" fmla="*/ 85349 h 535837"/>
                <a:gd name="connsiteX236" fmla="*/ 2298748 w 2912392"/>
                <a:gd name="connsiteY236" fmla="*/ 83045 h 535837"/>
                <a:gd name="connsiteX237" fmla="*/ 2308492 w 2912392"/>
                <a:gd name="connsiteY237" fmla="*/ 80703 h 535837"/>
                <a:gd name="connsiteX238" fmla="*/ 2318236 w 2912392"/>
                <a:gd name="connsiteY238" fmla="*/ 78328 h 535837"/>
                <a:gd name="connsiteX239" fmla="*/ 2327965 w 2912392"/>
                <a:gd name="connsiteY239" fmla="*/ 75921 h 535837"/>
                <a:gd name="connsiteX240" fmla="*/ 2337709 w 2912392"/>
                <a:gd name="connsiteY240" fmla="*/ 73485 h 535837"/>
                <a:gd name="connsiteX241" fmla="*/ 2347453 w 2912392"/>
                <a:gd name="connsiteY241" fmla="*/ 71022 h 535837"/>
                <a:gd name="connsiteX242" fmla="*/ 2357197 w 2912392"/>
                <a:gd name="connsiteY242" fmla="*/ 68538 h 535837"/>
                <a:gd name="connsiteX243" fmla="*/ 2366926 w 2912392"/>
                <a:gd name="connsiteY243" fmla="*/ 66032 h 535837"/>
                <a:gd name="connsiteX244" fmla="*/ 2376670 w 2912392"/>
                <a:gd name="connsiteY244" fmla="*/ 63513 h 535837"/>
                <a:gd name="connsiteX245" fmla="*/ 2386413 w 2912392"/>
                <a:gd name="connsiteY245" fmla="*/ 60979 h 535837"/>
                <a:gd name="connsiteX246" fmla="*/ 2396157 w 2912392"/>
                <a:gd name="connsiteY246" fmla="*/ 58435 h 535837"/>
                <a:gd name="connsiteX247" fmla="*/ 2405886 w 2912392"/>
                <a:gd name="connsiteY247" fmla="*/ 55888 h 535837"/>
                <a:gd name="connsiteX248" fmla="*/ 2415630 w 2912392"/>
                <a:gd name="connsiteY248" fmla="*/ 53338 h 535837"/>
                <a:gd name="connsiteX249" fmla="*/ 2425374 w 2912392"/>
                <a:gd name="connsiteY249" fmla="*/ 50792 h 535837"/>
                <a:gd name="connsiteX250" fmla="*/ 2435118 w 2912392"/>
                <a:gd name="connsiteY250" fmla="*/ 48253 h 535837"/>
                <a:gd name="connsiteX251" fmla="*/ 2444862 w 2912392"/>
                <a:gd name="connsiteY251" fmla="*/ 45726 h 535837"/>
                <a:gd name="connsiteX252" fmla="*/ 2454591 w 2912392"/>
                <a:gd name="connsiteY252" fmla="*/ 43215 h 535837"/>
                <a:gd name="connsiteX253" fmla="*/ 2464335 w 2912392"/>
                <a:gd name="connsiteY253" fmla="*/ 40725 h 535837"/>
                <a:gd name="connsiteX254" fmla="*/ 2474079 w 2912392"/>
                <a:gd name="connsiteY254" fmla="*/ 38261 h 535837"/>
                <a:gd name="connsiteX255" fmla="*/ 2483823 w 2912392"/>
                <a:gd name="connsiteY255" fmla="*/ 35826 h 535837"/>
                <a:gd name="connsiteX256" fmla="*/ 2493552 w 2912392"/>
                <a:gd name="connsiteY256" fmla="*/ 33427 h 535837"/>
                <a:gd name="connsiteX257" fmla="*/ 2503296 w 2912392"/>
                <a:gd name="connsiteY257" fmla="*/ 31070 h 535837"/>
                <a:gd name="connsiteX258" fmla="*/ 2513040 w 2912392"/>
                <a:gd name="connsiteY258" fmla="*/ 28760 h 535837"/>
                <a:gd name="connsiteX259" fmla="*/ 2522784 w 2912392"/>
                <a:gd name="connsiteY259" fmla="*/ 26498 h 535837"/>
                <a:gd name="connsiteX260" fmla="*/ 2532513 w 2912392"/>
                <a:gd name="connsiteY260" fmla="*/ 24294 h 535837"/>
                <a:gd name="connsiteX261" fmla="*/ 2542257 w 2912392"/>
                <a:gd name="connsiteY261" fmla="*/ 22153 h 535837"/>
                <a:gd name="connsiteX262" fmla="*/ 2552001 w 2912392"/>
                <a:gd name="connsiteY262" fmla="*/ 20078 h 535837"/>
                <a:gd name="connsiteX263" fmla="*/ 2561745 w 2912392"/>
                <a:gd name="connsiteY263" fmla="*/ 18077 h 535837"/>
                <a:gd name="connsiteX264" fmla="*/ 2571474 w 2912392"/>
                <a:gd name="connsiteY264" fmla="*/ 16152 h 535837"/>
                <a:gd name="connsiteX265" fmla="*/ 2581218 w 2912392"/>
                <a:gd name="connsiteY265" fmla="*/ 14312 h 535837"/>
                <a:gd name="connsiteX266" fmla="*/ 2590962 w 2912392"/>
                <a:gd name="connsiteY266" fmla="*/ 12560 h 535837"/>
                <a:gd name="connsiteX267" fmla="*/ 2600705 w 2912392"/>
                <a:gd name="connsiteY267" fmla="*/ 10900 h 535837"/>
                <a:gd name="connsiteX268" fmla="*/ 2610449 w 2912392"/>
                <a:gd name="connsiteY268" fmla="*/ 9342 h 535837"/>
                <a:gd name="connsiteX269" fmla="*/ 2620178 w 2912392"/>
                <a:gd name="connsiteY269" fmla="*/ 7886 h 535837"/>
                <a:gd name="connsiteX270" fmla="*/ 2629922 w 2912392"/>
                <a:gd name="connsiteY270" fmla="*/ 6539 h 535837"/>
                <a:gd name="connsiteX271" fmla="*/ 2639666 w 2912392"/>
                <a:gd name="connsiteY271" fmla="*/ 5306 h 535837"/>
                <a:gd name="connsiteX272" fmla="*/ 2649410 w 2912392"/>
                <a:gd name="connsiteY272" fmla="*/ 4190 h 535837"/>
                <a:gd name="connsiteX273" fmla="*/ 2659139 w 2912392"/>
                <a:gd name="connsiteY273" fmla="*/ 3197 h 535837"/>
                <a:gd name="connsiteX274" fmla="*/ 2668883 w 2912392"/>
                <a:gd name="connsiteY274" fmla="*/ 2330 h 535837"/>
                <a:gd name="connsiteX275" fmla="*/ 2678627 w 2912392"/>
                <a:gd name="connsiteY275" fmla="*/ 1596 h 535837"/>
                <a:gd name="connsiteX276" fmla="*/ 2688371 w 2912392"/>
                <a:gd name="connsiteY276" fmla="*/ 994 h 535837"/>
                <a:gd name="connsiteX277" fmla="*/ 2698100 w 2912392"/>
                <a:gd name="connsiteY277" fmla="*/ 530 h 535837"/>
                <a:gd name="connsiteX278" fmla="*/ 2707844 w 2912392"/>
                <a:gd name="connsiteY278" fmla="*/ 209 h 535837"/>
                <a:gd name="connsiteX279" fmla="*/ 2717588 w 2912392"/>
                <a:gd name="connsiteY279" fmla="*/ 31 h 535837"/>
                <a:gd name="connsiteX280" fmla="*/ 2727332 w 2912392"/>
                <a:gd name="connsiteY280" fmla="*/ 0 h 535837"/>
                <a:gd name="connsiteX281" fmla="*/ 2737076 w 2912392"/>
                <a:gd name="connsiteY281" fmla="*/ 119 h 535837"/>
                <a:gd name="connsiteX282" fmla="*/ 2746805 w 2912392"/>
                <a:gd name="connsiteY282" fmla="*/ 389 h 535837"/>
                <a:gd name="connsiteX283" fmla="*/ 2756549 w 2912392"/>
                <a:gd name="connsiteY283" fmla="*/ 812 h 535837"/>
                <a:gd name="connsiteX284" fmla="*/ 2766293 w 2912392"/>
                <a:gd name="connsiteY284" fmla="*/ 1389 h 535837"/>
                <a:gd name="connsiteX285" fmla="*/ 2776037 w 2912392"/>
                <a:gd name="connsiteY285" fmla="*/ 2123 h 535837"/>
                <a:gd name="connsiteX286" fmla="*/ 2785766 w 2912392"/>
                <a:gd name="connsiteY286" fmla="*/ 3013 h 535837"/>
                <a:gd name="connsiteX287" fmla="*/ 2795510 w 2912392"/>
                <a:gd name="connsiteY287" fmla="*/ 4058 h 535837"/>
                <a:gd name="connsiteX288" fmla="*/ 2805254 w 2912392"/>
                <a:gd name="connsiteY288" fmla="*/ 5262 h 535837"/>
                <a:gd name="connsiteX289" fmla="*/ 2814998 w 2912392"/>
                <a:gd name="connsiteY289" fmla="*/ 6623 h 535837"/>
                <a:gd name="connsiteX290" fmla="*/ 2824727 w 2912392"/>
                <a:gd name="connsiteY290" fmla="*/ 8139 h 535837"/>
                <a:gd name="connsiteX291" fmla="*/ 2834471 w 2912392"/>
                <a:gd name="connsiteY291" fmla="*/ 9811 h 535837"/>
                <a:gd name="connsiteX292" fmla="*/ 2844215 w 2912392"/>
                <a:gd name="connsiteY292" fmla="*/ 11636 h 535837"/>
                <a:gd name="connsiteX293" fmla="*/ 2853958 w 2912392"/>
                <a:gd name="connsiteY293" fmla="*/ 13613 h 535837"/>
                <a:gd name="connsiteX294" fmla="*/ 2863687 w 2912392"/>
                <a:gd name="connsiteY294" fmla="*/ 15741 h 535837"/>
                <a:gd name="connsiteX295" fmla="*/ 2873431 w 2912392"/>
                <a:gd name="connsiteY295" fmla="*/ 18017 h 535837"/>
                <a:gd name="connsiteX296" fmla="*/ 2883175 w 2912392"/>
                <a:gd name="connsiteY296" fmla="*/ 20438 h 535837"/>
                <a:gd name="connsiteX297" fmla="*/ 2892919 w 2912392"/>
                <a:gd name="connsiteY297" fmla="*/ 23001 h 535837"/>
                <a:gd name="connsiteX298" fmla="*/ 2902663 w 2912392"/>
                <a:gd name="connsiteY298" fmla="*/ 25704 h 535837"/>
                <a:gd name="connsiteX299" fmla="*/ 2912392 w 2912392"/>
                <a:gd name="connsiteY299" fmla="*/ 28542 h 535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35837">
                  <a:moveTo>
                    <a:pt x="0" y="535837"/>
                  </a:moveTo>
                  <a:lnTo>
                    <a:pt x="9739" y="532516"/>
                  </a:lnTo>
                  <a:lnTo>
                    <a:pt x="19480" y="529030"/>
                  </a:lnTo>
                  <a:lnTo>
                    <a:pt x="29221" y="525389"/>
                  </a:lnTo>
                  <a:lnTo>
                    <a:pt x="38961" y="521600"/>
                  </a:lnTo>
                  <a:lnTo>
                    <a:pt x="48702" y="517674"/>
                  </a:lnTo>
                  <a:lnTo>
                    <a:pt x="58443" y="513622"/>
                  </a:lnTo>
                  <a:lnTo>
                    <a:pt x="68182" y="509451"/>
                  </a:lnTo>
                  <a:lnTo>
                    <a:pt x="77923" y="505174"/>
                  </a:lnTo>
                  <a:lnTo>
                    <a:pt x="87664" y="500798"/>
                  </a:lnTo>
                  <a:lnTo>
                    <a:pt x="97404" y="496333"/>
                  </a:lnTo>
                  <a:lnTo>
                    <a:pt x="107145" y="491792"/>
                  </a:lnTo>
                  <a:lnTo>
                    <a:pt x="116886" y="487180"/>
                  </a:lnTo>
                  <a:lnTo>
                    <a:pt x="126625" y="482509"/>
                  </a:lnTo>
                  <a:lnTo>
                    <a:pt x="136366" y="477790"/>
                  </a:lnTo>
                  <a:lnTo>
                    <a:pt x="146107" y="473029"/>
                  </a:lnTo>
                  <a:lnTo>
                    <a:pt x="155846" y="468238"/>
                  </a:lnTo>
                  <a:lnTo>
                    <a:pt x="165587" y="463424"/>
                  </a:lnTo>
                  <a:lnTo>
                    <a:pt x="175328" y="458597"/>
                  </a:lnTo>
                  <a:lnTo>
                    <a:pt x="185068" y="453765"/>
                  </a:lnTo>
                  <a:lnTo>
                    <a:pt x="194809" y="448938"/>
                  </a:lnTo>
                  <a:lnTo>
                    <a:pt x="204550" y="444121"/>
                  </a:lnTo>
                  <a:lnTo>
                    <a:pt x="214289" y="439323"/>
                  </a:lnTo>
                  <a:lnTo>
                    <a:pt x="224030" y="434553"/>
                  </a:lnTo>
                  <a:lnTo>
                    <a:pt x="233771" y="429816"/>
                  </a:lnTo>
                  <a:lnTo>
                    <a:pt x="243510" y="425120"/>
                  </a:lnTo>
                  <a:lnTo>
                    <a:pt x="253251" y="420472"/>
                  </a:lnTo>
                  <a:lnTo>
                    <a:pt x="262992" y="415877"/>
                  </a:lnTo>
                  <a:lnTo>
                    <a:pt x="272732" y="411342"/>
                  </a:lnTo>
                  <a:lnTo>
                    <a:pt x="282473" y="406870"/>
                  </a:lnTo>
                  <a:lnTo>
                    <a:pt x="292214" y="402469"/>
                  </a:lnTo>
                  <a:lnTo>
                    <a:pt x="301953" y="398143"/>
                  </a:lnTo>
                  <a:lnTo>
                    <a:pt x="311694" y="393896"/>
                  </a:lnTo>
                  <a:lnTo>
                    <a:pt x="321435" y="389731"/>
                  </a:lnTo>
                  <a:lnTo>
                    <a:pt x="331175" y="385653"/>
                  </a:lnTo>
                  <a:lnTo>
                    <a:pt x="340916" y="381664"/>
                  </a:lnTo>
                  <a:lnTo>
                    <a:pt x="350656" y="377768"/>
                  </a:lnTo>
                  <a:lnTo>
                    <a:pt x="360396" y="373967"/>
                  </a:lnTo>
                  <a:lnTo>
                    <a:pt x="370137" y="370262"/>
                  </a:lnTo>
                  <a:lnTo>
                    <a:pt x="379878" y="366657"/>
                  </a:lnTo>
                  <a:lnTo>
                    <a:pt x="389617" y="363149"/>
                  </a:lnTo>
                  <a:lnTo>
                    <a:pt x="399358" y="359743"/>
                  </a:lnTo>
                  <a:lnTo>
                    <a:pt x="409099" y="356439"/>
                  </a:lnTo>
                  <a:lnTo>
                    <a:pt x="418839" y="353236"/>
                  </a:lnTo>
                  <a:lnTo>
                    <a:pt x="428580" y="350134"/>
                  </a:lnTo>
                  <a:lnTo>
                    <a:pt x="438321" y="347131"/>
                  </a:lnTo>
                  <a:lnTo>
                    <a:pt x="448060" y="344229"/>
                  </a:lnTo>
                  <a:lnTo>
                    <a:pt x="457801" y="341425"/>
                  </a:lnTo>
                  <a:lnTo>
                    <a:pt x="467542" y="338718"/>
                  </a:lnTo>
                  <a:lnTo>
                    <a:pt x="477281" y="336106"/>
                  </a:lnTo>
                  <a:lnTo>
                    <a:pt x="487022" y="333588"/>
                  </a:lnTo>
                  <a:lnTo>
                    <a:pt x="496763" y="331160"/>
                  </a:lnTo>
                  <a:lnTo>
                    <a:pt x="506503" y="328819"/>
                  </a:lnTo>
                  <a:lnTo>
                    <a:pt x="516244" y="326563"/>
                  </a:lnTo>
                  <a:lnTo>
                    <a:pt x="525985" y="324390"/>
                  </a:lnTo>
                  <a:lnTo>
                    <a:pt x="535724" y="322293"/>
                  </a:lnTo>
                  <a:lnTo>
                    <a:pt x="545465" y="320272"/>
                  </a:lnTo>
                  <a:lnTo>
                    <a:pt x="555206" y="318321"/>
                  </a:lnTo>
                  <a:lnTo>
                    <a:pt x="564946" y="316438"/>
                  </a:lnTo>
                  <a:lnTo>
                    <a:pt x="574687" y="314617"/>
                  </a:lnTo>
                  <a:lnTo>
                    <a:pt x="584428" y="312853"/>
                  </a:lnTo>
                  <a:lnTo>
                    <a:pt x="594167" y="311144"/>
                  </a:lnTo>
                  <a:lnTo>
                    <a:pt x="603908" y="309485"/>
                  </a:lnTo>
                  <a:lnTo>
                    <a:pt x="613649" y="307868"/>
                  </a:lnTo>
                  <a:lnTo>
                    <a:pt x="623388" y="306290"/>
                  </a:lnTo>
                  <a:lnTo>
                    <a:pt x="633129" y="304748"/>
                  </a:lnTo>
                  <a:lnTo>
                    <a:pt x="642870" y="303234"/>
                  </a:lnTo>
                  <a:lnTo>
                    <a:pt x="652610" y="301745"/>
                  </a:lnTo>
                  <a:lnTo>
                    <a:pt x="662351" y="300274"/>
                  </a:lnTo>
                  <a:lnTo>
                    <a:pt x="672092" y="298818"/>
                  </a:lnTo>
                  <a:lnTo>
                    <a:pt x="681831" y="297372"/>
                  </a:lnTo>
                  <a:lnTo>
                    <a:pt x="691572" y="295928"/>
                  </a:lnTo>
                  <a:lnTo>
                    <a:pt x="701313" y="294484"/>
                  </a:lnTo>
                  <a:lnTo>
                    <a:pt x="711052" y="293033"/>
                  </a:lnTo>
                  <a:lnTo>
                    <a:pt x="720793" y="291572"/>
                  </a:lnTo>
                  <a:lnTo>
                    <a:pt x="730534" y="290095"/>
                  </a:lnTo>
                  <a:lnTo>
                    <a:pt x="740274" y="288596"/>
                  </a:lnTo>
                  <a:lnTo>
                    <a:pt x="750015" y="287072"/>
                  </a:lnTo>
                  <a:lnTo>
                    <a:pt x="759756" y="285520"/>
                  </a:lnTo>
                  <a:lnTo>
                    <a:pt x="769495" y="283931"/>
                  </a:lnTo>
                  <a:lnTo>
                    <a:pt x="779236" y="282306"/>
                  </a:lnTo>
                  <a:lnTo>
                    <a:pt x="788977" y="280639"/>
                  </a:lnTo>
                  <a:lnTo>
                    <a:pt x="798717" y="278924"/>
                  </a:lnTo>
                  <a:lnTo>
                    <a:pt x="808458" y="277160"/>
                  </a:lnTo>
                  <a:lnTo>
                    <a:pt x="818199" y="275344"/>
                  </a:lnTo>
                  <a:lnTo>
                    <a:pt x="827938" y="273471"/>
                  </a:lnTo>
                  <a:lnTo>
                    <a:pt x="837679" y="271540"/>
                  </a:lnTo>
                  <a:lnTo>
                    <a:pt x="847420" y="269546"/>
                  </a:lnTo>
                  <a:lnTo>
                    <a:pt x="857159" y="267489"/>
                  </a:lnTo>
                  <a:lnTo>
                    <a:pt x="866900" y="265366"/>
                  </a:lnTo>
                  <a:lnTo>
                    <a:pt x="876641" y="263174"/>
                  </a:lnTo>
                  <a:lnTo>
                    <a:pt x="886381" y="260914"/>
                  </a:lnTo>
                  <a:lnTo>
                    <a:pt x="896122" y="258582"/>
                  </a:lnTo>
                  <a:lnTo>
                    <a:pt x="905863" y="256181"/>
                  </a:lnTo>
                  <a:lnTo>
                    <a:pt x="915602" y="253706"/>
                  </a:lnTo>
                  <a:lnTo>
                    <a:pt x="925343" y="251160"/>
                  </a:lnTo>
                  <a:lnTo>
                    <a:pt x="935084" y="248540"/>
                  </a:lnTo>
                  <a:lnTo>
                    <a:pt x="944824" y="245851"/>
                  </a:lnTo>
                  <a:lnTo>
                    <a:pt x="954564" y="243090"/>
                  </a:lnTo>
                  <a:lnTo>
                    <a:pt x="964305" y="240260"/>
                  </a:lnTo>
                  <a:lnTo>
                    <a:pt x="974045" y="237362"/>
                  </a:lnTo>
                  <a:lnTo>
                    <a:pt x="983786" y="234397"/>
                  </a:lnTo>
                  <a:lnTo>
                    <a:pt x="993522" y="231366"/>
                  </a:lnTo>
                  <a:lnTo>
                    <a:pt x="1003266" y="228275"/>
                  </a:lnTo>
                  <a:lnTo>
                    <a:pt x="1013010" y="225124"/>
                  </a:lnTo>
                  <a:lnTo>
                    <a:pt x="1022754" y="221916"/>
                  </a:lnTo>
                  <a:lnTo>
                    <a:pt x="1032483" y="218656"/>
                  </a:lnTo>
                  <a:lnTo>
                    <a:pt x="1042227" y="215347"/>
                  </a:lnTo>
                  <a:lnTo>
                    <a:pt x="1051971" y="211992"/>
                  </a:lnTo>
                  <a:lnTo>
                    <a:pt x="1061715" y="208595"/>
                  </a:lnTo>
                  <a:lnTo>
                    <a:pt x="1071444" y="205160"/>
                  </a:lnTo>
                  <a:lnTo>
                    <a:pt x="1081188" y="201695"/>
                  </a:lnTo>
                  <a:lnTo>
                    <a:pt x="1090932" y="198201"/>
                  </a:lnTo>
                  <a:lnTo>
                    <a:pt x="1100676" y="194687"/>
                  </a:lnTo>
                  <a:lnTo>
                    <a:pt x="1110405" y="191154"/>
                  </a:lnTo>
                  <a:lnTo>
                    <a:pt x="1120149" y="187610"/>
                  </a:lnTo>
                  <a:lnTo>
                    <a:pt x="1129893" y="184059"/>
                  </a:lnTo>
                  <a:lnTo>
                    <a:pt x="1139637" y="180509"/>
                  </a:lnTo>
                  <a:lnTo>
                    <a:pt x="1149381" y="176963"/>
                  </a:lnTo>
                  <a:lnTo>
                    <a:pt x="1159110" y="173429"/>
                  </a:lnTo>
                  <a:lnTo>
                    <a:pt x="1168854" y="169913"/>
                  </a:lnTo>
                  <a:lnTo>
                    <a:pt x="1178598" y="166420"/>
                  </a:lnTo>
                  <a:lnTo>
                    <a:pt x="1188341" y="162958"/>
                  </a:lnTo>
                  <a:lnTo>
                    <a:pt x="1198070" y="159529"/>
                  </a:lnTo>
                  <a:lnTo>
                    <a:pt x="1207814" y="156144"/>
                  </a:lnTo>
                  <a:lnTo>
                    <a:pt x="1217558" y="152806"/>
                  </a:lnTo>
                  <a:lnTo>
                    <a:pt x="1227302" y="149522"/>
                  </a:lnTo>
                  <a:lnTo>
                    <a:pt x="1237031" y="146296"/>
                  </a:lnTo>
                  <a:lnTo>
                    <a:pt x="1246775" y="143138"/>
                  </a:lnTo>
                  <a:lnTo>
                    <a:pt x="1256519" y="140047"/>
                  </a:lnTo>
                  <a:lnTo>
                    <a:pt x="1266263" y="137035"/>
                  </a:lnTo>
                  <a:lnTo>
                    <a:pt x="1276007" y="134104"/>
                  </a:lnTo>
                  <a:lnTo>
                    <a:pt x="1285736" y="131260"/>
                  </a:lnTo>
                  <a:lnTo>
                    <a:pt x="1295480" y="128507"/>
                  </a:lnTo>
                  <a:lnTo>
                    <a:pt x="1305224" y="125849"/>
                  </a:lnTo>
                  <a:lnTo>
                    <a:pt x="1314968" y="123292"/>
                  </a:lnTo>
                  <a:lnTo>
                    <a:pt x="1324697" y="120840"/>
                  </a:lnTo>
                  <a:lnTo>
                    <a:pt x="1334441" y="118495"/>
                  </a:lnTo>
                  <a:lnTo>
                    <a:pt x="1344185" y="116261"/>
                  </a:lnTo>
                  <a:lnTo>
                    <a:pt x="1353929" y="114143"/>
                  </a:lnTo>
                  <a:lnTo>
                    <a:pt x="1363658" y="112140"/>
                  </a:lnTo>
                  <a:lnTo>
                    <a:pt x="1373402" y="110258"/>
                  </a:lnTo>
                  <a:lnTo>
                    <a:pt x="1383146" y="108499"/>
                  </a:lnTo>
                  <a:lnTo>
                    <a:pt x="1392890" y="106861"/>
                  </a:lnTo>
                  <a:lnTo>
                    <a:pt x="1402619" y="105349"/>
                  </a:lnTo>
                  <a:lnTo>
                    <a:pt x="1412363" y="103962"/>
                  </a:lnTo>
                  <a:lnTo>
                    <a:pt x="1422106" y="102702"/>
                  </a:lnTo>
                  <a:lnTo>
                    <a:pt x="1431850" y="101568"/>
                  </a:lnTo>
                  <a:lnTo>
                    <a:pt x="1441594" y="100559"/>
                  </a:lnTo>
                  <a:lnTo>
                    <a:pt x="1451323" y="99676"/>
                  </a:lnTo>
                  <a:lnTo>
                    <a:pt x="1461067" y="98917"/>
                  </a:lnTo>
                  <a:lnTo>
                    <a:pt x="1470811" y="98281"/>
                  </a:lnTo>
                  <a:lnTo>
                    <a:pt x="1480555" y="97767"/>
                  </a:lnTo>
                  <a:lnTo>
                    <a:pt x="1490284" y="97372"/>
                  </a:lnTo>
                  <a:lnTo>
                    <a:pt x="1500028" y="97092"/>
                  </a:lnTo>
                  <a:lnTo>
                    <a:pt x="1509772" y="96928"/>
                  </a:lnTo>
                  <a:lnTo>
                    <a:pt x="1519516" y="96873"/>
                  </a:lnTo>
                  <a:lnTo>
                    <a:pt x="1529245" y="96925"/>
                  </a:lnTo>
                  <a:lnTo>
                    <a:pt x="1538989" y="97082"/>
                  </a:lnTo>
                  <a:lnTo>
                    <a:pt x="1548733" y="97337"/>
                  </a:lnTo>
                  <a:lnTo>
                    <a:pt x="1558477" y="97687"/>
                  </a:lnTo>
                  <a:lnTo>
                    <a:pt x="1568221" y="98128"/>
                  </a:lnTo>
                  <a:lnTo>
                    <a:pt x="1577950" y="98654"/>
                  </a:lnTo>
                  <a:lnTo>
                    <a:pt x="1587694" y="99260"/>
                  </a:lnTo>
                  <a:lnTo>
                    <a:pt x="1597438" y="99942"/>
                  </a:lnTo>
                  <a:lnTo>
                    <a:pt x="1607182" y="100695"/>
                  </a:lnTo>
                  <a:lnTo>
                    <a:pt x="1616911" y="101511"/>
                  </a:lnTo>
                  <a:lnTo>
                    <a:pt x="1626655" y="102387"/>
                  </a:lnTo>
                  <a:lnTo>
                    <a:pt x="1636399" y="103315"/>
                  </a:lnTo>
                  <a:lnTo>
                    <a:pt x="1646142" y="104291"/>
                  </a:lnTo>
                  <a:lnTo>
                    <a:pt x="1655872" y="105309"/>
                  </a:lnTo>
                  <a:lnTo>
                    <a:pt x="1665616" y="106362"/>
                  </a:lnTo>
                  <a:lnTo>
                    <a:pt x="1675359" y="107445"/>
                  </a:lnTo>
                  <a:lnTo>
                    <a:pt x="1685103" y="108553"/>
                  </a:lnTo>
                  <a:lnTo>
                    <a:pt x="1694832" y="109679"/>
                  </a:lnTo>
                  <a:lnTo>
                    <a:pt x="1704576" y="110816"/>
                  </a:lnTo>
                  <a:lnTo>
                    <a:pt x="1714320" y="111960"/>
                  </a:lnTo>
                  <a:lnTo>
                    <a:pt x="1724064" y="113106"/>
                  </a:lnTo>
                  <a:lnTo>
                    <a:pt x="1733808" y="114245"/>
                  </a:lnTo>
                  <a:lnTo>
                    <a:pt x="1743537" y="115376"/>
                  </a:lnTo>
                  <a:lnTo>
                    <a:pt x="1753281" y="116492"/>
                  </a:lnTo>
                  <a:lnTo>
                    <a:pt x="1763025" y="117587"/>
                  </a:lnTo>
                  <a:lnTo>
                    <a:pt x="1772769" y="118658"/>
                  </a:lnTo>
                  <a:lnTo>
                    <a:pt x="1782498" y="119700"/>
                  </a:lnTo>
                  <a:lnTo>
                    <a:pt x="1792242" y="120706"/>
                  </a:lnTo>
                  <a:lnTo>
                    <a:pt x="1801986" y="121674"/>
                  </a:lnTo>
                  <a:lnTo>
                    <a:pt x="1811730" y="122599"/>
                  </a:lnTo>
                  <a:lnTo>
                    <a:pt x="1821459" y="123478"/>
                  </a:lnTo>
                  <a:lnTo>
                    <a:pt x="1831203" y="124308"/>
                  </a:lnTo>
                  <a:lnTo>
                    <a:pt x="1840947" y="125084"/>
                  </a:lnTo>
                  <a:lnTo>
                    <a:pt x="1850691" y="125803"/>
                  </a:lnTo>
                  <a:lnTo>
                    <a:pt x="1860435" y="126463"/>
                  </a:lnTo>
                  <a:lnTo>
                    <a:pt x="1870164" y="127060"/>
                  </a:lnTo>
                  <a:lnTo>
                    <a:pt x="1879908" y="127593"/>
                  </a:lnTo>
                  <a:lnTo>
                    <a:pt x="1889652" y="128060"/>
                  </a:lnTo>
                  <a:lnTo>
                    <a:pt x="1899395" y="128456"/>
                  </a:lnTo>
                  <a:lnTo>
                    <a:pt x="1909124" y="128784"/>
                  </a:lnTo>
                  <a:lnTo>
                    <a:pt x="1918868" y="129037"/>
                  </a:lnTo>
                  <a:lnTo>
                    <a:pt x="1928612" y="129219"/>
                  </a:lnTo>
                  <a:lnTo>
                    <a:pt x="1938356" y="129326"/>
                  </a:lnTo>
                  <a:lnTo>
                    <a:pt x="1948085" y="129357"/>
                  </a:lnTo>
                  <a:lnTo>
                    <a:pt x="1957829" y="129311"/>
                  </a:lnTo>
                  <a:lnTo>
                    <a:pt x="1967573" y="129191"/>
                  </a:lnTo>
                  <a:lnTo>
                    <a:pt x="1977317" y="128991"/>
                  </a:lnTo>
                  <a:lnTo>
                    <a:pt x="1987046" y="128715"/>
                  </a:lnTo>
                  <a:lnTo>
                    <a:pt x="1996790" y="128362"/>
                  </a:lnTo>
                  <a:lnTo>
                    <a:pt x="2006534" y="127930"/>
                  </a:lnTo>
                  <a:lnTo>
                    <a:pt x="2016278" y="127422"/>
                  </a:lnTo>
                  <a:lnTo>
                    <a:pt x="2026022" y="126838"/>
                  </a:lnTo>
                  <a:lnTo>
                    <a:pt x="2035751" y="126176"/>
                  </a:lnTo>
                  <a:lnTo>
                    <a:pt x="2045495" y="125439"/>
                  </a:lnTo>
                  <a:lnTo>
                    <a:pt x="2055239" y="124627"/>
                  </a:lnTo>
                  <a:lnTo>
                    <a:pt x="2064983" y="123739"/>
                  </a:lnTo>
                  <a:lnTo>
                    <a:pt x="2074712" y="122780"/>
                  </a:lnTo>
                  <a:lnTo>
                    <a:pt x="2084456" y="121746"/>
                  </a:lnTo>
                  <a:lnTo>
                    <a:pt x="2094200" y="120640"/>
                  </a:lnTo>
                  <a:lnTo>
                    <a:pt x="2103944" y="119465"/>
                  </a:lnTo>
                  <a:lnTo>
                    <a:pt x="2113673" y="118219"/>
                  </a:lnTo>
                  <a:lnTo>
                    <a:pt x="2123417" y="116905"/>
                  </a:lnTo>
                  <a:lnTo>
                    <a:pt x="2133161" y="115522"/>
                  </a:lnTo>
                  <a:lnTo>
                    <a:pt x="2142905" y="114074"/>
                  </a:lnTo>
                  <a:lnTo>
                    <a:pt x="2152649" y="112560"/>
                  </a:lnTo>
                  <a:lnTo>
                    <a:pt x="2162377" y="110983"/>
                  </a:lnTo>
                  <a:lnTo>
                    <a:pt x="2172121" y="109342"/>
                  </a:lnTo>
                  <a:lnTo>
                    <a:pt x="2181865" y="107641"/>
                  </a:lnTo>
                  <a:lnTo>
                    <a:pt x="2191609" y="105881"/>
                  </a:lnTo>
                  <a:lnTo>
                    <a:pt x="2201338" y="104062"/>
                  </a:lnTo>
                  <a:lnTo>
                    <a:pt x="2211082" y="102186"/>
                  </a:lnTo>
                  <a:lnTo>
                    <a:pt x="2220826" y="100255"/>
                  </a:lnTo>
                  <a:lnTo>
                    <a:pt x="2230570" y="98271"/>
                  </a:lnTo>
                  <a:lnTo>
                    <a:pt x="2240299" y="96236"/>
                  </a:lnTo>
                  <a:lnTo>
                    <a:pt x="2250043" y="94150"/>
                  </a:lnTo>
                  <a:lnTo>
                    <a:pt x="2259787" y="92016"/>
                  </a:lnTo>
                  <a:lnTo>
                    <a:pt x="2269531" y="89836"/>
                  </a:lnTo>
                  <a:lnTo>
                    <a:pt x="2279260" y="87613"/>
                  </a:lnTo>
                  <a:lnTo>
                    <a:pt x="2289004" y="85349"/>
                  </a:lnTo>
                  <a:lnTo>
                    <a:pt x="2298748" y="83045"/>
                  </a:lnTo>
                  <a:lnTo>
                    <a:pt x="2308492" y="80703"/>
                  </a:lnTo>
                  <a:lnTo>
                    <a:pt x="2318236" y="78328"/>
                  </a:lnTo>
                  <a:lnTo>
                    <a:pt x="2327965" y="75921"/>
                  </a:lnTo>
                  <a:lnTo>
                    <a:pt x="2337709" y="73485"/>
                  </a:lnTo>
                  <a:lnTo>
                    <a:pt x="2347453" y="71022"/>
                  </a:lnTo>
                  <a:lnTo>
                    <a:pt x="2357197" y="68538"/>
                  </a:lnTo>
                  <a:lnTo>
                    <a:pt x="2366926" y="66032"/>
                  </a:lnTo>
                  <a:lnTo>
                    <a:pt x="2376670" y="63513"/>
                  </a:lnTo>
                  <a:lnTo>
                    <a:pt x="2386413" y="60979"/>
                  </a:lnTo>
                  <a:lnTo>
                    <a:pt x="2396157" y="58435"/>
                  </a:lnTo>
                  <a:lnTo>
                    <a:pt x="2405886" y="55888"/>
                  </a:lnTo>
                  <a:lnTo>
                    <a:pt x="2415630" y="53338"/>
                  </a:lnTo>
                  <a:lnTo>
                    <a:pt x="2425374" y="50792"/>
                  </a:lnTo>
                  <a:lnTo>
                    <a:pt x="2435118" y="48253"/>
                  </a:lnTo>
                  <a:lnTo>
                    <a:pt x="2444862" y="45726"/>
                  </a:lnTo>
                  <a:lnTo>
                    <a:pt x="2454591" y="43215"/>
                  </a:lnTo>
                  <a:lnTo>
                    <a:pt x="2464335" y="40725"/>
                  </a:lnTo>
                  <a:lnTo>
                    <a:pt x="2474079" y="38261"/>
                  </a:lnTo>
                  <a:lnTo>
                    <a:pt x="2483823" y="35826"/>
                  </a:lnTo>
                  <a:lnTo>
                    <a:pt x="2493552" y="33427"/>
                  </a:lnTo>
                  <a:lnTo>
                    <a:pt x="2503296" y="31070"/>
                  </a:lnTo>
                  <a:lnTo>
                    <a:pt x="2513040" y="28760"/>
                  </a:lnTo>
                  <a:lnTo>
                    <a:pt x="2522784" y="26498"/>
                  </a:lnTo>
                  <a:lnTo>
                    <a:pt x="2532513" y="24294"/>
                  </a:lnTo>
                  <a:lnTo>
                    <a:pt x="2542257" y="22153"/>
                  </a:lnTo>
                  <a:lnTo>
                    <a:pt x="2552001" y="20078"/>
                  </a:lnTo>
                  <a:lnTo>
                    <a:pt x="2561745" y="18077"/>
                  </a:lnTo>
                  <a:lnTo>
                    <a:pt x="2571474" y="16152"/>
                  </a:lnTo>
                  <a:lnTo>
                    <a:pt x="2581218" y="14312"/>
                  </a:lnTo>
                  <a:lnTo>
                    <a:pt x="2590962" y="12560"/>
                  </a:lnTo>
                  <a:lnTo>
                    <a:pt x="2600705" y="10900"/>
                  </a:lnTo>
                  <a:lnTo>
                    <a:pt x="2610449" y="9342"/>
                  </a:lnTo>
                  <a:lnTo>
                    <a:pt x="2620178" y="7886"/>
                  </a:lnTo>
                  <a:lnTo>
                    <a:pt x="2629922" y="6539"/>
                  </a:lnTo>
                  <a:lnTo>
                    <a:pt x="2639666" y="5306"/>
                  </a:lnTo>
                  <a:lnTo>
                    <a:pt x="2649410" y="4190"/>
                  </a:lnTo>
                  <a:lnTo>
                    <a:pt x="2659139" y="3197"/>
                  </a:lnTo>
                  <a:lnTo>
                    <a:pt x="2668883" y="2330"/>
                  </a:lnTo>
                  <a:lnTo>
                    <a:pt x="2678627" y="1596"/>
                  </a:lnTo>
                  <a:lnTo>
                    <a:pt x="2688371" y="994"/>
                  </a:lnTo>
                  <a:lnTo>
                    <a:pt x="2698100" y="530"/>
                  </a:lnTo>
                  <a:lnTo>
                    <a:pt x="2707844" y="209"/>
                  </a:lnTo>
                  <a:lnTo>
                    <a:pt x="2717588" y="31"/>
                  </a:lnTo>
                  <a:lnTo>
                    <a:pt x="2727332" y="0"/>
                  </a:lnTo>
                  <a:lnTo>
                    <a:pt x="2737076" y="119"/>
                  </a:lnTo>
                  <a:lnTo>
                    <a:pt x="2746805" y="389"/>
                  </a:lnTo>
                  <a:lnTo>
                    <a:pt x="2756549" y="812"/>
                  </a:lnTo>
                  <a:lnTo>
                    <a:pt x="2766293" y="1389"/>
                  </a:lnTo>
                  <a:lnTo>
                    <a:pt x="2776037" y="2123"/>
                  </a:lnTo>
                  <a:lnTo>
                    <a:pt x="2785766" y="3013"/>
                  </a:lnTo>
                  <a:lnTo>
                    <a:pt x="2795510" y="4058"/>
                  </a:lnTo>
                  <a:lnTo>
                    <a:pt x="2805254" y="5262"/>
                  </a:lnTo>
                  <a:lnTo>
                    <a:pt x="2814998" y="6623"/>
                  </a:lnTo>
                  <a:lnTo>
                    <a:pt x="2824727" y="8139"/>
                  </a:lnTo>
                  <a:lnTo>
                    <a:pt x="2834471" y="9811"/>
                  </a:lnTo>
                  <a:lnTo>
                    <a:pt x="2844215" y="11636"/>
                  </a:lnTo>
                  <a:lnTo>
                    <a:pt x="2853958" y="13613"/>
                  </a:lnTo>
                  <a:lnTo>
                    <a:pt x="2863687" y="15741"/>
                  </a:lnTo>
                  <a:lnTo>
                    <a:pt x="2873431" y="18017"/>
                  </a:lnTo>
                  <a:lnTo>
                    <a:pt x="2883175" y="20438"/>
                  </a:lnTo>
                  <a:lnTo>
                    <a:pt x="2892919" y="23001"/>
                  </a:lnTo>
                  <a:lnTo>
                    <a:pt x="2902663" y="25704"/>
                  </a:lnTo>
                  <a:lnTo>
                    <a:pt x="2912392" y="2854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7" name="Freeform 756">
              <a:extLst>
                <a:ext uri="{FF2B5EF4-FFF2-40B4-BE49-F238E27FC236}">
                  <a16:creationId xmlns:a16="http://schemas.microsoft.com/office/drawing/2014/main" id="{C77B4E0C-4A7D-BCFD-2063-80E38CB9955A}"/>
                </a:ext>
              </a:extLst>
            </p:cNvPr>
            <p:cNvSpPr/>
            <p:nvPr/>
          </p:nvSpPr>
          <p:spPr>
            <a:xfrm>
              <a:off x="576446" y="3296244"/>
              <a:ext cx="2912392" cy="626087"/>
            </a:xfrm>
            <a:custGeom>
              <a:avLst/>
              <a:gdLst>
                <a:gd name="connsiteX0" fmla="*/ 0 w 2912392"/>
                <a:gd name="connsiteY0" fmla="*/ 0 h 626087"/>
                <a:gd name="connsiteX1" fmla="*/ 9739 w 2912392"/>
                <a:gd name="connsiteY1" fmla="*/ 179 h 626087"/>
                <a:gd name="connsiteX2" fmla="*/ 19480 w 2912392"/>
                <a:gd name="connsiteY2" fmla="*/ 377 h 626087"/>
                <a:gd name="connsiteX3" fmla="*/ 29221 w 2912392"/>
                <a:gd name="connsiteY3" fmla="*/ 593 h 626087"/>
                <a:gd name="connsiteX4" fmla="*/ 38961 w 2912392"/>
                <a:gd name="connsiteY4" fmla="*/ 825 h 626087"/>
                <a:gd name="connsiteX5" fmla="*/ 48702 w 2912392"/>
                <a:gd name="connsiteY5" fmla="*/ 1073 h 626087"/>
                <a:gd name="connsiteX6" fmla="*/ 58443 w 2912392"/>
                <a:gd name="connsiteY6" fmla="*/ 1332 h 626087"/>
                <a:gd name="connsiteX7" fmla="*/ 68182 w 2912392"/>
                <a:gd name="connsiteY7" fmla="*/ 1600 h 626087"/>
                <a:gd name="connsiteX8" fmla="*/ 77923 w 2912392"/>
                <a:gd name="connsiteY8" fmla="*/ 1879 h 626087"/>
                <a:gd name="connsiteX9" fmla="*/ 87664 w 2912392"/>
                <a:gd name="connsiteY9" fmla="*/ 2165 h 626087"/>
                <a:gd name="connsiteX10" fmla="*/ 97404 w 2912392"/>
                <a:gd name="connsiteY10" fmla="*/ 2455 h 626087"/>
                <a:gd name="connsiteX11" fmla="*/ 107145 w 2912392"/>
                <a:gd name="connsiteY11" fmla="*/ 2749 h 626087"/>
                <a:gd name="connsiteX12" fmla="*/ 116886 w 2912392"/>
                <a:gd name="connsiteY12" fmla="*/ 3045 h 626087"/>
                <a:gd name="connsiteX13" fmla="*/ 126625 w 2912392"/>
                <a:gd name="connsiteY13" fmla="*/ 3343 h 626087"/>
                <a:gd name="connsiteX14" fmla="*/ 136366 w 2912392"/>
                <a:gd name="connsiteY14" fmla="*/ 3640 h 626087"/>
                <a:gd name="connsiteX15" fmla="*/ 146107 w 2912392"/>
                <a:gd name="connsiteY15" fmla="*/ 3933 h 626087"/>
                <a:gd name="connsiteX16" fmla="*/ 155846 w 2912392"/>
                <a:gd name="connsiteY16" fmla="*/ 4222 h 626087"/>
                <a:gd name="connsiteX17" fmla="*/ 165587 w 2912392"/>
                <a:gd name="connsiteY17" fmla="*/ 4507 h 626087"/>
                <a:gd name="connsiteX18" fmla="*/ 175328 w 2912392"/>
                <a:gd name="connsiteY18" fmla="*/ 4786 h 626087"/>
                <a:gd name="connsiteX19" fmla="*/ 185068 w 2912392"/>
                <a:gd name="connsiteY19" fmla="*/ 5057 h 626087"/>
                <a:gd name="connsiteX20" fmla="*/ 194809 w 2912392"/>
                <a:gd name="connsiteY20" fmla="*/ 5317 h 626087"/>
                <a:gd name="connsiteX21" fmla="*/ 204550 w 2912392"/>
                <a:gd name="connsiteY21" fmla="*/ 5569 h 626087"/>
                <a:gd name="connsiteX22" fmla="*/ 214289 w 2912392"/>
                <a:gd name="connsiteY22" fmla="*/ 5811 h 626087"/>
                <a:gd name="connsiteX23" fmla="*/ 224030 w 2912392"/>
                <a:gd name="connsiteY23" fmla="*/ 6040 h 626087"/>
                <a:gd name="connsiteX24" fmla="*/ 233771 w 2912392"/>
                <a:gd name="connsiteY24" fmla="*/ 6258 h 626087"/>
                <a:gd name="connsiteX25" fmla="*/ 243510 w 2912392"/>
                <a:gd name="connsiteY25" fmla="*/ 6460 h 626087"/>
                <a:gd name="connsiteX26" fmla="*/ 253251 w 2912392"/>
                <a:gd name="connsiteY26" fmla="*/ 6651 h 626087"/>
                <a:gd name="connsiteX27" fmla="*/ 262992 w 2912392"/>
                <a:gd name="connsiteY27" fmla="*/ 6827 h 626087"/>
                <a:gd name="connsiteX28" fmla="*/ 272732 w 2912392"/>
                <a:gd name="connsiteY28" fmla="*/ 6988 h 626087"/>
                <a:gd name="connsiteX29" fmla="*/ 282473 w 2912392"/>
                <a:gd name="connsiteY29" fmla="*/ 7134 h 626087"/>
                <a:gd name="connsiteX30" fmla="*/ 292214 w 2912392"/>
                <a:gd name="connsiteY30" fmla="*/ 7265 h 626087"/>
                <a:gd name="connsiteX31" fmla="*/ 301953 w 2912392"/>
                <a:gd name="connsiteY31" fmla="*/ 7381 h 626087"/>
                <a:gd name="connsiteX32" fmla="*/ 311694 w 2912392"/>
                <a:gd name="connsiteY32" fmla="*/ 7482 h 626087"/>
                <a:gd name="connsiteX33" fmla="*/ 321435 w 2912392"/>
                <a:gd name="connsiteY33" fmla="*/ 7570 h 626087"/>
                <a:gd name="connsiteX34" fmla="*/ 331175 w 2912392"/>
                <a:gd name="connsiteY34" fmla="*/ 7642 h 626087"/>
                <a:gd name="connsiteX35" fmla="*/ 340916 w 2912392"/>
                <a:gd name="connsiteY35" fmla="*/ 7701 h 626087"/>
                <a:gd name="connsiteX36" fmla="*/ 350656 w 2912392"/>
                <a:gd name="connsiteY36" fmla="*/ 7746 h 626087"/>
                <a:gd name="connsiteX37" fmla="*/ 360396 w 2912392"/>
                <a:gd name="connsiteY37" fmla="*/ 7779 h 626087"/>
                <a:gd name="connsiteX38" fmla="*/ 370137 w 2912392"/>
                <a:gd name="connsiteY38" fmla="*/ 7800 h 626087"/>
                <a:gd name="connsiteX39" fmla="*/ 379878 w 2912392"/>
                <a:gd name="connsiteY39" fmla="*/ 7812 h 626087"/>
                <a:gd name="connsiteX40" fmla="*/ 389617 w 2912392"/>
                <a:gd name="connsiteY40" fmla="*/ 7813 h 626087"/>
                <a:gd name="connsiteX41" fmla="*/ 399358 w 2912392"/>
                <a:gd name="connsiteY41" fmla="*/ 7806 h 626087"/>
                <a:gd name="connsiteX42" fmla="*/ 409099 w 2912392"/>
                <a:gd name="connsiteY42" fmla="*/ 7792 h 626087"/>
                <a:gd name="connsiteX43" fmla="*/ 418839 w 2912392"/>
                <a:gd name="connsiteY43" fmla="*/ 7773 h 626087"/>
                <a:gd name="connsiteX44" fmla="*/ 428580 w 2912392"/>
                <a:gd name="connsiteY44" fmla="*/ 7750 h 626087"/>
                <a:gd name="connsiteX45" fmla="*/ 438321 w 2912392"/>
                <a:gd name="connsiteY45" fmla="*/ 7727 h 626087"/>
                <a:gd name="connsiteX46" fmla="*/ 448060 w 2912392"/>
                <a:gd name="connsiteY46" fmla="*/ 7701 h 626087"/>
                <a:gd name="connsiteX47" fmla="*/ 457801 w 2912392"/>
                <a:gd name="connsiteY47" fmla="*/ 7679 h 626087"/>
                <a:gd name="connsiteX48" fmla="*/ 467542 w 2912392"/>
                <a:gd name="connsiteY48" fmla="*/ 7661 h 626087"/>
                <a:gd name="connsiteX49" fmla="*/ 477281 w 2912392"/>
                <a:gd name="connsiteY49" fmla="*/ 7649 h 626087"/>
                <a:gd name="connsiteX50" fmla="*/ 487022 w 2912392"/>
                <a:gd name="connsiteY50" fmla="*/ 7645 h 626087"/>
                <a:gd name="connsiteX51" fmla="*/ 496763 w 2912392"/>
                <a:gd name="connsiteY51" fmla="*/ 7652 h 626087"/>
                <a:gd name="connsiteX52" fmla="*/ 506503 w 2912392"/>
                <a:gd name="connsiteY52" fmla="*/ 7671 h 626087"/>
                <a:gd name="connsiteX53" fmla="*/ 516244 w 2912392"/>
                <a:gd name="connsiteY53" fmla="*/ 7707 h 626087"/>
                <a:gd name="connsiteX54" fmla="*/ 525985 w 2912392"/>
                <a:gd name="connsiteY54" fmla="*/ 7761 h 626087"/>
                <a:gd name="connsiteX55" fmla="*/ 535724 w 2912392"/>
                <a:gd name="connsiteY55" fmla="*/ 7835 h 626087"/>
                <a:gd name="connsiteX56" fmla="*/ 545465 w 2912392"/>
                <a:gd name="connsiteY56" fmla="*/ 7934 h 626087"/>
                <a:gd name="connsiteX57" fmla="*/ 555206 w 2912392"/>
                <a:gd name="connsiteY57" fmla="*/ 8057 h 626087"/>
                <a:gd name="connsiteX58" fmla="*/ 564946 w 2912392"/>
                <a:gd name="connsiteY58" fmla="*/ 8208 h 626087"/>
                <a:gd name="connsiteX59" fmla="*/ 574687 w 2912392"/>
                <a:gd name="connsiteY59" fmla="*/ 8391 h 626087"/>
                <a:gd name="connsiteX60" fmla="*/ 584428 w 2912392"/>
                <a:gd name="connsiteY60" fmla="*/ 8609 h 626087"/>
                <a:gd name="connsiteX61" fmla="*/ 594167 w 2912392"/>
                <a:gd name="connsiteY61" fmla="*/ 8862 h 626087"/>
                <a:gd name="connsiteX62" fmla="*/ 603908 w 2912392"/>
                <a:gd name="connsiteY62" fmla="*/ 9154 h 626087"/>
                <a:gd name="connsiteX63" fmla="*/ 613649 w 2912392"/>
                <a:gd name="connsiteY63" fmla="*/ 9488 h 626087"/>
                <a:gd name="connsiteX64" fmla="*/ 623388 w 2912392"/>
                <a:gd name="connsiteY64" fmla="*/ 9865 h 626087"/>
                <a:gd name="connsiteX65" fmla="*/ 633129 w 2912392"/>
                <a:gd name="connsiteY65" fmla="*/ 10288 h 626087"/>
                <a:gd name="connsiteX66" fmla="*/ 642870 w 2912392"/>
                <a:gd name="connsiteY66" fmla="*/ 10762 h 626087"/>
                <a:gd name="connsiteX67" fmla="*/ 652610 w 2912392"/>
                <a:gd name="connsiteY67" fmla="*/ 11285 h 626087"/>
                <a:gd name="connsiteX68" fmla="*/ 662351 w 2912392"/>
                <a:gd name="connsiteY68" fmla="*/ 11861 h 626087"/>
                <a:gd name="connsiteX69" fmla="*/ 672092 w 2912392"/>
                <a:gd name="connsiteY69" fmla="*/ 12494 h 626087"/>
                <a:gd name="connsiteX70" fmla="*/ 681831 w 2912392"/>
                <a:gd name="connsiteY70" fmla="*/ 13183 h 626087"/>
                <a:gd name="connsiteX71" fmla="*/ 691572 w 2912392"/>
                <a:gd name="connsiteY71" fmla="*/ 13932 h 626087"/>
                <a:gd name="connsiteX72" fmla="*/ 701313 w 2912392"/>
                <a:gd name="connsiteY72" fmla="*/ 14741 h 626087"/>
                <a:gd name="connsiteX73" fmla="*/ 711052 w 2912392"/>
                <a:gd name="connsiteY73" fmla="*/ 15613 h 626087"/>
                <a:gd name="connsiteX74" fmla="*/ 720793 w 2912392"/>
                <a:gd name="connsiteY74" fmla="*/ 16548 h 626087"/>
                <a:gd name="connsiteX75" fmla="*/ 730534 w 2912392"/>
                <a:gd name="connsiteY75" fmla="*/ 17549 h 626087"/>
                <a:gd name="connsiteX76" fmla="*/ 740274 w 2912392"/>
                <a:gd name="connsiteY76" fmla="*/ 18616 h 626087"/>
                <a:gd name="connsiteX77" fmla="*/ 750015 w 2912392"/>
                <a:gd name="connsiteY77" fmla="*/ 19752 h 626087"/>
                <a:gd name="connsiteX78" fmla="*/ 759756 w 2912392"/>
                <a:gd name="connsiteY78" fmla="*/ 20954 h 626087"/>
                <a:gd name="connsiteX79" fmla="*/ 769495 w 2912392"/>
                <a:gd name="connsiteY79" fmla="*/ 22225 h 626087"/>
                <a:gd name="connsiteX80" fmla="*/ 779236 w 2912392"/>
                <a:gd name="connsiteY80" fmla="*/ 23566 h 626087"/>
                <a:gd name="connsiteX81" fmla="*/ 788977 w 2912392"/>
                <a:gd name="connsiteY81" fmla="*/ 24975 h 626087"/>
                <a:gd name="connsiteX82" fmla="*/ 798717 w 2912392"/>
                <a:gd name="connsiteY82" fmla="*/ 26455 h 626087"/>
                <a:gd name="connsiteX83" fmla="*/ 808458 w 2912392"/>
                <a:gd name="connsiteY83" fmla="*/ 28003 h 626087"/>
                <a:gd name="connsiteX84" fmla="*/ 818199 w 2912392"/>
                <a:gd name="connsiteY84" fmla="*/ 29621 h 626087"/>
                <a:gd name="connsiteX85" fmla="*/ 827938 w 2912392"/>
                <a:gd name="connsiteY85" fmla="*/ 31307 h 626087"/>
                <a:gd name="connsiteX86" fmla="*/ 837679 w 2912392"/>
                <a:gd name="connsiteY86" fmla="*/ 33061 h 626087"/>
                <a:gd name="connsiteX87" fmla="*/ 847420 w 2912392"/>
                <a:gd name="connsiteY87" fmla="*/ 34881 h 626087"/>
                <a:gd name="connsiteX88" fmla="*/ 857159 w 2912392"/>
                <a:gd name="connsiteY88" fmla="*/ 36769 h 626087"/>
                <a:gd name="connsiteX89" fmla="*/ 866900 w 2912392"/>
                <a:gd name="connsiteY89" fmla="*/ 38721 h 626087"/>
                <a:gd name="connsiteX90" fmla="*/ 876641 w 2912392"/>
                <a:gd name="connsiteY90" fmla="*/ 40735 h 626087"/>
                <a:gd name="connsiteX91" fmla="*/ 886381 w 2912392"/>
                <a:gd name="connsiteY91" fmla="*/ 42812 h 626087"/>
                <a:gd name="connsiteX92" fmla="*/ 896122 w 2912392"/>
                <a:gd name="connsiteY92" fmla="*/ 44950 h 626087"/>
                <a:gd name="connsiteX93" fmla="*/ 905863 w 2912392"/>
                <a:gd name="connsiteY93" fmla="*/ 47145 h 626087"/>
                <a:gd name="connsiteX94" fmla="*/ 915602 w 2912392"/>
                <a:gd name="connsiteY94" fmla="*/ 49396 h 626087"/>
                <a:gd name="connsiteX95" fmla="*/ 925343 w 2912392"/>
                <a:gd name="connsiteY95" fmla="*/ 51701 h 626087"/>
                <a:gd name="connsiteX96" fmla="*/ 935084 w 2912392"/>
                <a:gd name="connsiteY96" fmla="*/ 54058 h 626087"/>
                <a:gd name="connsiteX97" fmla="*/ 944824 w 2912392"/>
                <a:gd name="connsiteY97" fmla="*/ 56464 h 626087"/>
                <a:gd name="connsiteX98" fmla="*/ 954564 w 2912392"/>
                <a:gd name="connsiteY98" fmla="*/ 58915 h 626087"/>
                <a:gd name="connsiteX99" fmla="*/ 964305 w 2912392"/>
                <a:gd name="connsiteY99" fmla="*/ 61411 h 626087"/>
                <a:gd name="connsiteX100" fmla="*/ 974045 w 2912392"/>
                <a:gd name="connsiteY100" fmla="*/ 63946 h 626087"/>
                <a:gd name="connsiteX101" fmla="*/ 983786 w 2912392"/>
                <a:gd name="connsiteY101" fmla="*/ 66521 h 626087"/>
                <a:gd name="connsiteX102" fmla="*/ 993522 w 2912392"/>
                <a:gd name="connsiteY102" fmla="*/ 69130 h 626087"/>
                <a:gd name="connsiteX103" fmla="*/ 1003266 w 2912392"/>
                <a:gd name="connsiteY103" fmla="*/ 71770 h 626087"/>
                <a:gd name="connsiteX104" fmla="*/ 1013010 w 2912392"/>
                <a:gd name="connsiteY104" fmla="*/ 74438 h 626087"/>
                <a:gd name="connsiteX105" fmla="*/ 1022754 w 2912392"/>
                <a:gd name="connsiteY105" fmla="*/ 77131 h 626087"/>
                <a:gd name="connsiteX106" fmla="*/ 1032483 w 2912392"/>
                <a:gd name="connsiteY106" fmla="*/ 79845 h 626087"/>
                <a:gd name="connsiteX107" fmla="*/ 1042227 w 2912392"/>
                <a:gd name="connsiteY107" fmla="*/ 82578 h 626087"/>
                <a:gd name="connsiteX108" fmla="*/ 1051971 w 2912392"/>
                <a:gd name="connsiteY108" fmla="*/ 85325 h 626087"/>
                <a:gd name="connsiteX109" fmla="*/ 1061715 w 2912392"/>
                <a:gd name="connsiteY109" fmla="*/ 88084 h 626087"/>
                <a:gd name="connsiteX110" fmla="*/ 1071444 w 2912392"/>
                <a:gd name="connsiteY110" fmla="*/ 90850 h 626087"/>
                <a:gd name="connsiteX111" fmla="*/ 1081188 w 2912392"/>
                <a:gd name="connsiteY111" fmla="*/ 93619 h 626087"/>
                <a:gd name="connsiteX112" fmla="*/ 1090932 w 2912392"/>
                <a:gd name="connsiteY112" fmla="*/ 96390 h 626087"/>
                <a:gd name="connsiteX113" fmla="*/ 1100676 w 2912392"/>
                <a:gd name="connsiteY113" fmla="*/ 99157 h 626087"/>
                <a:gd name="connsiteX114" fmla="*/ 1110405 w 2912392"/>
                <a:gd name="connsiteY114" fmla="*/ 101917 h 626087"/>
                <a:gd name="connsiteX115" fmla="*/ 1120149 w 2912392"/>
                <a:gd name="connsiteY115" fmla="*/ 104667 h 626087"/>
                <a:gd name="connsiteX116" fmla="*/ 1129893 w 2912392"/>
                <a:gd name="connsiteY116" fmla="*/ 107402 h 626087"/>
                <a:gd name="connsiteX117" fmla="*/ 1139637 w 2912392"/>
                <a:gd name="connsiteY117" fmla="*/ 110120 h 626087"/>
                <a:gd name="connsiteX118" fmla="*/ 1149381 w 2912392"/>
                <a:gd name="connsiteY118" fmla="*/ 112817 h 626087"/>
                <a:gd name="connsiteX119" fmla="*/ 1159110 w 2912392"/>
                <a:gd name="connsiteY119" fmla="*/ 115489 h 626087"/>
                <a:gd name="connsiteX120" fmla="*/ 1168854 w 2912392"/>
                <a:gd name="connsiteY120" fmla="*/ 118133 h 626087"/>
                <a:gd name="connsiteX121" fmla="*/ 1178598 w 2912392"/>
                <a:gd name="connsiteY121" fmla="*/ 120746 h 626087"/>
                <a:gd name="connsiteX122" fmla="*/ 1188341 w 2912392"/>
                <a:gd name="connsiteY122" fmla="*/ 123323 h 626087"/>
                <a:gd name="connsiteX123" fmla="*/ 1198070 w 2912392"/>
                <a:gd name="connsiteY123" fmla="*/ 125862 h 626087"/>
                <a:gd name="connsiteX124" fmla="*/ 1207814 w 2912392"/>
                <a:gd name="connsiteY124" fmla="*/ 128359 h 626087"/>
                <a:gd name="connsiteX125" fmla="*/ 1217558 w 2912392"/>
                <a:gd name="connsiteY125" fmla="*/ 130813 h 626087"/>
                <a:gd name="connsiteX126" fmla="*/ 1227302 w 2912392"/>
                <a:gd name="connsiteY126" fmla="*/ 133216 h 626087"/>
                <a:gd name="connsiteX127" fmla="*/ 1237031 w 2912392"/>
                <a:gd name="connsiteY127" fmla="*/ 135570 h 626087"/>
                <a:gd name="connsiteX128" fmla="*/ 1246775 w 2912392"/>
                <a:gd name="connsiteY128" fmla="*/ 137869 h 626087"/>
                <a:gd name="connsiteX129" fmla="*/ 1256519 w 2912392"/>
                <a:gd name="connsiteY129" fmla="*/ 140110 h 626087"/>
                <a:gd name="connsiteX130" fmla="*/ 1266263 w 2912392"/>
                <a:gd name="connsiteY130" fmla="*/ 142291 h 626087"/>
                <a:gd name="connsiteX131" fmla="*/ 1276007 w 2912392"/>
                <a:gd name="connsiteY131" fmla="*/ 144408 h 626087"/>
                <a:gd name="connsiteX132" fmla="*/ 1285736 w 2912392"/>
                <a:gd name="connsiteY132" fmla="*/ 146460 h 626087"/>
                <a:gd name="connsiteX133" fmla="*/ 1295480 w 2912392"/>
                <a:gd name="connsiteY133" fmla="*/ 148442 h 626087"/>
                <a:gd name="connsiteX134" fmla="*/ 1305224 w 2912392"/>
                <a:gd name="connsiteY134" fmla="*/ 150350 h 626087"/>
                <a:gd name="connsiteX135" fmla="*/ 1314968 w 2912392"/>
                <a:gd name="connsiteY135" fmla="*/ 152186 h 626087"/>
                <a:gd name="connsiteX136" fmla="*/ 1324697 w 2912392"/>
                <a:gd name="connsiteY136" fmla="*/ 153944 h 626087"/>
                <a:gd name="connsiteX137" fmla="*/ 1334441 w 2912392"/>
                <a:gd name="connsiteY137" fmla="*/ 155621 h 626087"/>
                <a:gd name="connsiteX138" fmla="*/ 1344185 w 2912392"/>
                <a:gd name="connsiteY138" fmla="*/ 157216 h 626087"/>
                <a:gd name="connsiteX139" fmla="*/ 1353929 w 2912392"/>
                <a:gd name="connsiteY139" fmla="*/ 158726 h 626087"/>
                <a:gd name="connsiteX140" fmla="*/ 1363658 w 2912392"/>
                <a:gd name="connsiteY140" fmla="*/ 160148 h 626087"/>
                <a:gd name="connsiteX141" fmla="*/ 1373402 w 2912392"/>
                <a:gd name="connsiteY141" fmla="*/ 161481 h 626087"/>
                <a:gd name="connsiteX142" fmla="*/ 1383146 w 2912392"/>
                <a:gd name="connsiteY142" fmla="*/ 162721 h 626087"/>
                <a:gd name="connsiteX143" fmla="*/ 1392890 w 2912392"/>
                <a:gd name="connsiteY143" fmla="*/ 163866 h 626087"/>
                <a:gd name="connsiteX144" fmla="*/ 1402619 w 2912392"/>
                <a:gd name="connsiteY144" fmla="*/ 164914 h 626087"/>
                <a:gd name="connsiteX145" fmla="*/ 1412363 w 2912392"/>
                <a:gd name="connsiteY145" fmla="*/ 165863 h 626087"/>
                <a:gd name="connsiteX146" fmla="*/ 1422106 w 2912392"/>
                <a:gd name="connsiteY146" fmla="*/ 166712 h 626087"/>
                <a:gd name="connsiteX147" fmla="*/ 1431850 w 2912392"/>
                <a:gd name="connsiteY147" fmla="*/ 167457 h 626087"/>
                <a:gd name="connsiteX148" fmla="*/ 1441594 w 2912392"/>
                <a:gd name="connsiteY148" fmla="*/ 168096 h 626087"/>
                <a:gd name="connsiteX149" fmla="*/ 1451323 w 2912392"/>
                <a:gd name="connsiteY149" fmla="*/ 168630 h 626087"/>
                <a:gd name="connsiteX150" fmla="*/ 1461067 w 2912392"/>
                <a:gd name="connsiteY150" fmla="*/ 169054 h 626087"/>
                <a:gd name="connsiteX151" fmla="*/ 1470811 w 2912392"/>
                <a:gd name="connsiteY151" fmla="*/ 169367 h 626087"/>
                <a:gd name="connsiteX152" fmla="*/ 1480555 w 2912392"/>
                <a:gd name="connsiteY152" fmla="*/ 169570 h 626087"/>
                <a:gd name="connsiteX153" fmla="*/ 1490284 w 2912392"/>
                <a:gd name="connsiteY153" fmla="*/ 169658 h 626087"/>
                <a:gd name="connsiteX154" fmla="*/ 1500028 w 2912392"/>
                <a:gd name="connsiteY154" fmla="*/ 169631 h 626087"/>
                <a:gd name="connsiteX155" fmla="*/ 1509772 w 2912392"/>
                <a:gd name="connsiteY155" fmla="*/ 169488 h 626087"/>
                <a:gd name="connsiteX156" fmla="*/ 1519516 w 2912392"/>
                <a:gd name="connsiteY156" fmla="*/ 169227 h 626087"/>
                <a:gd name="connsiteX157" fmla="*/ 1529245 w 2912392"/>
                <a:gd name="connsiteY157" fmla="*/ 168847 h 626087"/>
                <a:gd name="connsiteX158" fmla="*/ 1538989 w 2912392"/>
                <a:gd name="connsiteY158" fmla="*/ 168350 h 626087"/>
                <a:gd name="connsiteX159" fmla="*/ 1548733 w 2912392"/>
                <a:gd name="connsiteY159" fmla="*/ 167733 h 626087"/>
                <a:gd name="connsiteX160" fmla="*/ 1558477 w 2912392"/>
                <a:gd name="connsiteY160" fmla="*/ 166994 h 626087"/>
                <a:gd name="connsiteX161" fmla="*/ 1568221 w 2912392"/>
                <a:gd name="connsiteY161" fmla="*/ 166134 h 626087"/>
                <a:gd name="connsiteX162" fmla="*/ 1577950 w 2912392"/>
                <a:gd name="connsiteY162" fmla="*/ 165155 h 626087"/>
                <a:gd name="connsiteX163" fmla="*/ 1587694 w 2912392"/>
                <a:gd name="connsiteY163" fmla="*/ 164054 h 626087"/>
                <a:gd name="connsiteX164" fmla="*/ 1597438 w 2912392"/>
                <a:gd name="connsiteY164" fmla="*/ 162832 h 626087"/>
                <a:gd name="connsiteX165" fmla="*/ 1607182 w 2912392"/>
                <a:gd name="connsiteY165" fmla="*/ 161490 h 626087"/>
                <a:gd name="connsiteX166" fmla="*/ 1616911 w 2912392"/>
                <a:gd name="connsiteY166" fmla="*/ 160028 h 626087"/>
                <a:gd name="connsiteX167" fmla="*/ 1626655 w 2912392"/>
                <a:gd name="connsiteY167" fmla="*/ 158449 h 626087"/>
                <a:gd name="connsiteX168" fmla="*/ 1636399 w 2912392"/>
                <a:gd name="connsiteY168" fmla="*/ 156754 h 626087"/>
                <a:gd name="connsiteX169" fmla="*/ 1646142 w 2912392"/>
                <a:gd name="connsiteY169" fmla="*/ 154941 h 626087"/>
                <a:gd name="connsiteX170" fmla="*/ 1655872 w 2912392"/>
                <a:gd name="connsiteY170" fmla="*/ 153014 h 626087"/>
                <a:gd name="connsiteX171" fmla="*/ 1665616 w 2912392"/>
                <a:gd name="connsiteY171" fmla="*/ 150976 h 626087"/>
                <a:gd name="connsiteX172" fmla="*/ 1675359 w 2912392"/>
                <a:gd name="connsiteY172" fmla="*/ 148829 h 626087"/>
                <a:gd name="connsiteX173" fmla="*/ 1685103 w 2912392"/>
                <a:gd name="connsiteY173" fmla="*/ 146575 h 626087"/>
                <a:gd name="connsiteX174" fmla="*/ 1694832 w 2912392"/>
                <a:gd name="connsiteY174" fmla="*/ 144218 h 626087"/>
                <a:gd name="connsiteX175" fmla="*/ 1704576 w 2912392"/>
                <a:gd name="connsiteY175" fmla="*/ 141761 h 626087"/>
                <a:gd name="connsiteX176" fmla="*/ 1714320 w 2912392"/>
                <a:gd name="connsiteY176" fmla="*/ 139207 h 626087"/>
                <a:gd name="connsiteX177" fmla="*/ 1724064 w 2912392"/>
                <a:gd name="connsiteY177" fmla="*/ 136561 h 626087"/>
                <a:gd name="connsiteX178" fmla="*/ 1733808 w 2912392"/>
                <a:gd name="connsiteY178" fmla="*/ 133827 h 626087"/>
                <a:gd name="connsiteX179" fmla="*/ 1743537 w 2912392"/>
                <a:gd name="connsiteY179" fmla="*/ 131010 h 626087"/>
                <a:gd name="connsiteX180" fmla="*/ 1753281 w 2912392"/>
                <a:gd name="connsiteY180" fmla="*/ 128115 h 626087"/>
                <a:gd name="connsiteX181" fmla="*/ 1763025 w 2912392"/>
                <a:gd name="connsiteY181" fmla="*/ 125148 h 626087"/>
                <a:gd name="connsiteX182" fmla="*/ 1772769 w 2912392"/>
                <a:gd name="connsiteY182" fmla="*/ 122115 h 626087"/>
                <a:gd name="connsiteX183" fmla="*/ 1782498 w 2912392"/>
                <a:gd name="connsiteY183" fmla="*/ 119022 h 626087"/>
                <a:gd name="connsiteX184" fmla="*/ 1792242 w 2912392"/>
                <a:gd name="connsiteY184" fmla="*/ 115875 h 626087"/>
                <a:gd name="connsiteX185" fmla="*/ 1801986 w 2912392"/>
                <a:gd name="connsiteY185" fmla="*/ 112682 h 626087"/>
                <a:gd name="connsiteX186" fmla="*/ 1811730 w 2912392"/>
                <a:gd name="connsiteY186" fmla="*/ 109451 h 626087"/>
                <a:gd name="connsiteX187" fmla="*/ 1821459 w 2912392"/>
                <a:gd name="connsiteY187" fmla="*/ 106188 h 626087"/>
                <a:gd name="connsiteX188" fmla="*/ 1831203 w 2912392"/>
                <a:gd name="connsiteY188" fmla="*/ 102901 h 626087"/>
                <a:gd name="connsiteX189" fmla="*/ 1840947 w 2912392"/>
                <a:gd name="connsiteY189" fmla="*/ 99601 h 626087"/>
                <a:gd name="connsiteX190" fmla="*/ 1850691 w 2912392"/>
                <a:gd name="connsiteY190" fmla="*/ 96295 h 626087"/>
                <a:gd name="connsiteX191" fmla="*/ 1860435 w 2912392"/>
                <a:gd name="connsiteY191" fmla="*/ 92994 h 626087"/>
                <a:gd name="connsiteX192" fmla="*/ 1870164 w 2912392"/>
                <a:gd name="connsiteY192" fmla="*/ 89704 h 626087"/>
                <a:gd name="connsiteX193" fmla="*/ 1879908 w 2912392"/>
                <a:gd name="connsiteY193" fmla="*/ 86436 h 626087"/>
                <a:gd name="connsiteX194" fmla="*/ 1889652 w 2912392"/>
                <a:gd name="connsiteY194" fmla="*/ 83202 h 626087"/>
                <a:gd name="connsiteX195" fmla="*/ 1899395 w 2912392"/>
                <a:gd name="connsiteY195" fmla="*/ 80009 h 626087"/>
                <a:gd name="connsiteX196" fmla="*/ 1909124 w 2912392"/>
                <a:gd name="connsiteY196" fmla="*/ 76870 h 626087"/>
                <a:gd name="connsiteX197" fmla="*/ 1918868 w 2912392"/>
                <a:gd name="connsiteY197" fmla="*/ 73795 h 626087"/>
                <a:gd name="connsiteX198" fmla="*/ 1928612 w 2912392"/>
                <a:gd name="connsiteY198" fmla="*/ 70794 h 626087"/>
                <a:gd name="connsiteX199" fmla="*/ 1938356 w 2912392"/>
                <a:gd name="connsiteY199" fmla="*/ 67878 h 626087"/>
                <a:gd name="connsiteX200" fmla="*/ 1948085 w 2912392"/>
                <a:gd name="connsiteY200" fmla="*/ 65059 h 626087"/>
                <a:gd name="connsiteX201" fmla="*/ 1957829 w 2912392"/>
                <a:gd name="connsiteY201" fmla="*/ 62348 h 626087"/>
                <a:gd name="connsiteX202" fmla="*/ 1967573 w 2912392"/>
                <a:gd name="connsiteY202" fmla="*/ 59755 h 626087"/>
                <a:gd name="connsiteX203" fmla="*/ 1977317 w 2912392"/>
                <a:gd name="connsiteY203" fmla="*/ 57293 h 626087"/>
                <a:gd name="connsiteX204" fmla="*/ 1987046 w 2912392"/>
                <a:gd name="connsiteY204" fmla="*/ 54973 h 626087"/>
                <a:gd name="connsiteX205" fmla="*/ 1996790 w 2912392"/>
                <a:gd name="connsiteY205" fmla="*/ 52805 h 626087"/>
                <a:gd name="connsiteX206" fmla="*/ 2006534 w 2912392"/>
                <a:gd name="connsiteY206" fmla="*/ 50801 h 626087"/>
                <a:gd name="connsiteX207" fmla="*/ 2016278 w 2912392"/>
                <a:gd name="connsiteY207" fmla="*/ 48971 h 626087"/>
                <a:gd name="connsiteX208" fmla="*/ 2026022 w 2912392"/>
                <a:gd name="connsiteY208" fmla="*/ 47328 h 626087"/>
                <a:gd name="connsiteX209" fmla="*/ 2035751 w 2912392"/>
                <a:gd name="connsiteY209" fmla="*/ 45883 h 626087"/>
                <a:gd name="connsiteX210" fmla="*/ 2045495 w 2912392"/>
                <a:gd name="connsiteY210" fmla="*/ 44643 h 626087"/>
                <a:gd name="connsiteX211" fmla="*/ 2055239 w 2912392"/>
                <a:gd name="connsiteY211" fmla="*/ 43623 h 626087"/>
                <a:gd name="connsiteX212" fmla="*/ 2064983 w 2912392"/>
                <a:gd name="connsiteY212" fmla="*/ 42829 h 626087"/>
                <a:gd name="connsiteX213" fmla="*/ 2074712 w 2912392"/>
                <a:gd name="connsiteY213" fmla="*/ 42274 h 626087"/>
                <a:gd name="connsiteX214" fmla="*/ 2084456 w 2912392"/>
                <a:gd name="connsiteY214" fmla="*/ 41966 h 626087"/>
                <a:gd name="connsiteX215" fmla="*/ 2094200 w 2912392"/>
                <a:gd name="connsiteY215" fmla="*/ 41914 h 626087"/>
                <a:gd name="connsiteX216" fmla="*/ 2103944 w 2912392"/>
                <a:gd name="connsiteY216" fmla="*/ 42125 h 626087"/>
                <a:gd name="connsiteX217" fmla="*/ 2113673 w 2912392"/>
                <a:gd name="connsiteY217" fmla="*/ 42611 h 626087"/>
                <a:gd name="connsiteX218" fmla="*/ 2123417 w 2912392"/>
                <a:gd name="connsiteY218" fmla="*/ 43378 h 626087"/>
                <a:gd name="connsiteX219" fmla="*/ 2133161 w 2912392"/>
                <a:gd name="connsiteY219" fmla="*/ 44433 h 626087"/>
                <a:gd name="connsiteX220" fmla="*/ 2142905 w 2912392"/>
                <a:gd name="connsiteY220" fmla="*/ 45783 h 626087"/>
                <a:gd name="connsiteX221" fmla="*/ 2152649 w 2912392"/>
                <a:gd name="connsiteY221" fmla="*/ 47434 h 626087"/>
                <a:gd name="connsiteX222" fmla="*/ 2162377 w 2912392"/>
                <a:gd name="connsiteY222" fmla="*/ 49390 h 626087"/>
                <a:gd name="connsiteX223" fmla="*/ 2172121 w 2912392"/>
                <a:gd name="connsiteY223" fmla="*/ 51659 h 626087"/>
                <a:gd name="connsiteX224" fmla="*/ 2181865 w 2912392"/>
                <a:gd name="connsiteY224" fmla="*/ 54244 h 626087"/>
                <a:gd name="connsiteX225" fmla="*/ 2191609 w 2912392"/>
                <a:gd name="connsiteY225" fmla="*/ 57148 h 626087"/>
                <a:gd name="connsiteX226" fmla="*/ 2201338 w 2912392"/>
                <a:gd name="connsiteY226" fmla="*/ 60375 h 626087"/>
                <a:gd name="connsiteX227" fmla="*/ 2211082 w 2912392"/>
                <a:gd name="connsiteY227" fmla="*/ 63927 h 626087"/>
                <a:gd name="connsiteX228" fmla="*/ 2220826 w 2912392"/>
                <a:gd name="connsiteY228" fmla="*/ 67805 h 626087"/>
                <a:gd name="connsiteX229" fmla="*/ 2230570 w 2912392"/>
                <a:gd name="connsiteY229" fmla="*/ 72011 h 626087"/>
                <a:gd name="connsiteX230" fmla="*/ 2240299 w 2912392"/>
                <a:gd name="connsiteY230" fmla="*/ 76544 h 626087"/>
                <a:gd name="connsiteX231" fmla="*/ 2250043 w 2912392"/>
                <a:gd name="connsiteY231" fmla="*/ 81404 h 626087"/>
                <a:gd name="connsiteX232" fmla="*/ 2259787 w 2912392"/>
                <a:gd name="connsiteY232" fmla="*/ 86590 h 626087"/>
                <a:gd name="connsiteX233" fmla="*/ 2269531 w 2912392"/>
                <a:gd name="connsiteY233" fmla="*/ 92098 h 626087"/>
                <a:gd name="connsiteX234" fmla="*/ 2279260 w 2912392"/>
                <a:gd name="connsiteY234" fmla="*/ 97928 h 626087"/>
                <a:gd name="connsiteX235" fmla="*/ 2289004 w 2912392"/>
                <a:gd name="connsiteY235" fmla="*/ 104074 h 626087"/>
                <a:gd name="connsiteX236" fmla="*/ 2298748 w 2912392"/>
                <a:gd name="connsiteY236" fmla="*/ 110533 h 626087"/>
                <a:gd name="connsiteX237" fmla="*/ 2308492 w 2912392"/>
                <a:gd name="connsiteY237" fmla="*/ 117300 h 626087"/>
                <a:gd name="connsiteX238" fmla="*/ 2318236 w 2912392"/>
                <a:gd name="connsiteY238" fmla="*/ 124368 h 626087"/>
                <a:gd name="connsiteX239" fmla="*/ 2327965 w 2912392"/>
                <a:gd name="connsiteY239" fmla="*/ 131729 h 626087"/>
                <a:gd name="connsiteX240" fmla="*/ 2337709 w 2912392"/>
                <a:gd name="connsiteY240" fmla="*/ 139380 h 626087"/>
                <a:gd name="connsiteX241" fmla="*/ 2347453 w 2912392"/>
                <a:gd name="connsiteY241" fmla="*/ 147309 h 626087"/>
                <a:gd name="connsiteX242" fmla="*/ 2357197 w 2912392"/>
                <a:gd name="connsiteY242" fmla="*/ 155510 h 626087"/>
                <a:gd name="connsiteX243" fmla="*/ 2366926 w 2912392"/>
                <a:gd name="connsiteY243" fmla="*/ 163971 h 626087"/>
                <a:gd name="connsiteX244" fmla="*/ 2376670 w 2912392"/>
                <a:gd name="connsiteY244" fmla="*/ 172684 h 626087"/>
                <a:gd name="connsiteX245" fmla="*/ 2386413 w 2912392"/>
                <a:gd name="connsiteY245" fmla="*/ 181636 h 626087"/>
                <a:gd name="connsiteX246" fmla="*/ 2396157 w 2912392"/>
                <a:gd name="connsiteY246" fmla="*/ 190819 h 626087"/>
                <a:gd name="connsiteX247" fmla="*/ 2405886 w 2912392"/>
                <a:gd name="connsiteY247" fmla="*/ 200217 h 626087"/>
                <a:gd name="connsiteX248" fmla="*/ 2415630 w 2912392"/>
                <a:gd name="connsiteY248" fmla="*/ 209822 h 626087"/>
                <a:gd name="connsiteX249" fmla="*/ 2425374 w 2912392"/>
                <a:gd name="connsiteY249" fmla="*/ 219617 h 626087"/>
                <a:gd name="connsiteX250" fmla="*/ 2435118 w 2912392"/>
                <a:gd name="connsiteY250" fmla="*/ 229592 h 626087"/>
                <a:gd name="connsiteX251" fmla="*/ 2444862 w 2912392"/>
                <a:gd name="connsiteY251" fmla="*/ 239731 h 626087"/>
                <a:gd name="connsiteX252" fmla="*/ 2454591 w 2912392"/>
                <a:gd name="connsiteY252" fmla="*/ 250020 h 626087"/>
                <a:gd name="connsiteX253" fmla="*/ 2464335 w 2912392"/>
                <a:gd name="connsiteY253" fmla="*/ 260443 h 626087"/>
                <a:gd name="connsiteX254" fmla="*/ 2474079 w 2912392"/>
                <a:gd name="connsiteY254" fmla="*/ 270987 h 626087"/>
                <a:gd name="connsiteX255" fmla="*/ 2483823 w 2912392"/>
                <a:gd name="connsiteY255" fmla="*/ 281637 h 626087"/>
                <a:gd name="connsiteX256" fmla="*/ 2493552 w 2912392"/>
                <a:gd name="connsiteY256" fmla="*/ 292375 h 626087"/>
                <a:gd name="connsiteX257" fmla="*/ 2503296 w 2912392"/>
                <a:gd name="connsiteY257" fmla="*/ 303185 h 626087"/>
                <a:gd name="connsiteX258" fmla="*/ 2513040 w 2912392"/>
                <a:gd name="connsiteY258" fmla="*/ 314054 h 626087"/>
                <a:gd name="connsiteX259" fmla="*/ 2522784 w 2912392"/>
                <a:gd name="connsiteY259" fmla="*/ 324962 h 626087"/>
                <a:gd name="connsiteX260" fmla="*/ 2532513 w 2912392"/>
                <a:gd name="connsiteY260" fmla="*/ 335895 h 626087"/>
                <a:gd name="connsiteX261" fmla="*/ 2542257 w 2912392"/>
                <a:gd name="connsiteY261" fmla="*/ 346835 h 626087"/>
                <a:gd name="connsiteX262" fmla="*/ 2552001 w 2912392"/>
                <a:gd name="connsiteY262" fmla="*/ 357765 h 626087"/>
                <a:gd name="connsiteX263" fmla="*/ 2561745 w 2912392"/>
                <a:gd name="connsiteY263" fmla="*/ 368671 h 626087"/>
                <a:gd name="connsiteX264" fmla="*/ 2571474 w 2912392"/>
                <a:gd name="connsiteY264" fmla="*/ 379534 h 626087"/>
                <a:gd name="connsiteX265" fmla="*/ 2581218 w 2912392"/>
                <a:gd name="connsiteY265" fmla="*/ 390338 h 626087"/>
                <a:gd name="connsiteX266" fmla="*/ 2590962 w 2912392"/>
                <a:gd name="connsiteY266" fmla="*/ 401067 h 626087"/>
                <a:gd name="connsiteX267" fmla="*/ 2600705 w 2912392"/>
                <a:gd name="connsiteY267" fmla="*/ 411705 h 626087"/>
                <a:gd name="connsiteX268" fmla="*/ 2610449 w 2912392"/>
                <a:gd name="connsiteY268" fmla="*/ 422236 h 626087"/>
                <a:gd name="connsiteX269" fmla="*/ 2620178 w 2912392"/>
                <a:gd name="connsiteY269" fmla="*/ 432643 h 626087"/>
                <a:gd name="connsiteX270" fmla="*/ 2629922 w 2912392"/>
                <a:gd name="connsiteY270" fmla="*/ 442913 h 626087"/>
                <a:gd name="connsiteX271" fmla="*/ 2639666 w 2912392"/>
                <a:gd name="connsiteY271" fmla="*/ 453026 h 626087"/>
                <a:gd name="connsiteX272" fmla="*/ 2649410 w 2912392"/>
                <a:gd name="connsiteY272" fmla="*/ 462971 h 626087"/>
                <a:gd name="connsiteX273" fmla="*/ 2659139 w 2912392"/>
                <a:gd name="connsiteY273" fmla="*/ 472733 h 626087"/>
                <a:gd name="connsiteX274" fmla="*/ 2668883 w 2912392"/>
                <a:gd name="connsiteY274" fmla="*/ 482296 h 626087"/>
                <a:gd name="connsiteX275" fmla="*/ 2678627 w 2912392"/>
                <a:gd name="connsiteY275" fmla="*/ 491649 h 626087"/>
                <a:gd name="connsiteX276" fmla="*/ 2688371 w 2912392"/>
                <a:gd name="connsiteY276" fmla="*/ 500774 h 626087"/>
                <a:gd name="connsiteX277" fmla="*/ 2698100 w 2912392"/>
                <a:gd name="connsiteY277" fmla="*/ 509663 h 626087"/>
                <a:gd name="connsiteX278" fmla="*/ 2707844 w 2912392"/>
                <a:gd name="connsiteY278" fmla="*/ 518301 h 626087"/>
                <a:gd name="connsiteX279" fmla="*/ 2717588 w 2912392"/>
                <a:gd name="connsiteY279" fmla="*/ 526678 h 626087"/>
                <a:gd name="connsiteX280" fmla="*/ 2727332 w 2912392"/>
                <a:gd name="connsiteY280" fmla="*/ 534780 h 626087"/>
                <a:gd name="connsiteX281" fmla="*/ 2737076 w 2912392"/>
                <a:gd name="connsiteY281" fmla="*/ 542597 h 626087"/>
                <a:gd name="connsiteX282" fmla="*/ 2746805 w 2912392"/>
                <a:gd name="connsiteY282" fmla="*/ 550121 h 626087"/>
                <a:gd name="connsiteX283" fmla="*/ 2756549 w 2912392"/>
                <a:gd name="connsiteY283" fmla="*/ 557340 h 626087"/>
                <a:gd name="connsiteX284" fmla="*/ 2766293 w 2912392"/>
                <a:gd name="connsiteY284" fmla="*/ 564245 h 626087"/>
                <a:gd name="connsiteX285" fmla="*/ 2776037 w 2912392"/>
                <a:gd name="connsiteY285" fmla="*/ 570829 h 626087"/>
                <a:gd name="connsiteX286" fmla="*/ 2785766 w 2912392"/>
                <a:gd name="connsiteY286" fmla="*/ 577084 h 626087"/>
                <a:gd name="connsiteX287" fmla="*/ 2795510 w 2912392"/>
                <a:gd name="connsiteY287" fmla="*/ 583003 h 626087"/>
                <a:gd name="connsiteX288" fmla="*/ 2805254 w 2912392"/>
                <a:gd name="connsiteY288" fmla="*/ 588578 h 626087"/>
                <a:gd name="connsiteX289" fmla="*/ 2814998 w 2912392"/>
                <a:gd name="connsiteY289" fmla="*/ 593805 h 626087"/>
                <a:gd name="connsiteX290" fmla="*/ 2824727 w 2912392"/>
                <a:gd name="connsiteY290" fmla="*/ 598678 h 626087"/>
                <a:gd name="connsiteX291" fmla="*/ 2834471 w 2912392"/>
                <a:gd name="connsiteY291" fmla="*/ 603193 h 626087"/>
                <a:gd name="connsiteX292" fmla="*/ 2844215 w 2912392"/>
                <a:gd name="connsiteY292" fmla="*/ 607345 h 626087"/>
                <a:gd name="connsiteX293" fmla="*/ 2853958 w 2912392"/>
                <a:gd name="connsiteY293" fmla="*/ 611132 h 626087"/>
                <a:gd name="connsiteX294" fmla="*/ 2863687 w 2912392"/>
                <a:gd name="connsiteY294" fmla="*/ 614552 h 626087"/>
                <a:gd name="connsiteX295" fmla="*/ 2873431 w 2912392"/>
                <a:gd name="connsiteY295" fmla="*/ 617602 h 626087"/>
                <a:gd name="connsiteX296" fmla="*/ 2883175 w 2912392"/>
                <a:gd name="connsiteY296" fmla="*/ 620280 h 626087"/>
                <a:gd name="connsiteX297" fmla="*/ 2892919 w 2912392"/>
                <a:gd name="connsiteY297" fmla="*/ 622587 h 626087"/>
                <a:gd name="connsiteX298" fmla="*/ 2902663 w 2912392"/>
                <a:gd name="connsiteY298" fmla="*/ 624524 h 626087"/>
                <a:gd name="connsiteX299" fmla="*/ 2912392 w 2912392"/>
                <a:gd name="connsiteY299" fmla="*/ 626088 h 626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26087">
                  <a:moveTo>
                    <a:pt x="0" y="0"/>
                  </a:moveTo>
                  <a:lnTo>
                    <a:pt x="9739" y="179"/>
                  </a:lnTo>
                  <a:lnTo>
                    <a:pt x="19480" y="377"/>
                  </a:lnTo>
                  <a:lnTo>
                    <a:pt x="29221" y="593"/>
                  </a:lnTo>
                  <a:lnTo>
                    <a:pt x="38961" y="825"/>
                  </a:lnTo>
                  <a:lnTo>
                    <a:pt x="48702" y="1073"/>
                  </a:lnTo>
                  <a:lnTo>
                    <a:pt x="58443" y="1332"/>
                  </a:lnTo>
                  <a:lnTo>
                    <a:pt x="68182" y="1600"/>
                  </a:lnTo>
                  <a:lnTo>
                    <a:pt x="77923" y="1879"/>
                  </a:lnTo>
                  <a:lnTo>
                    <a:pt x="87664" y="2165"/>
                  </a:lnTo>
                  <a:lnTo>
                    <a:pt x="97404" y="2455"/>
                  </a:lnTo>
                  <a:lnTo>
                    <a:pt x="107145" y="2749"/>
                  </a:lnTo>
                  <a:lnTo>
                    <a:pt x="116886" y="3045"/>
                  </a:lnTo>
                  <a:lnTo>
                    <a:pt x="126625" y="3343"/>
                  </a:lnTo>
                  <a:lnTo>
                    <a:pt x="136366" y="3640"/>
                  </a:lnTo>
                  <a:lnTo>
                    <a:pt x="146107" y="3933"/>
                  </a:lnTo>
                  <a:lnTo>
                    <a:pt x="155846" y="4222"/>
                  </a:lnTo>
                  <a:lnTo>
                    <a:pt x="165587" y="4507"/>
                  </a:lnTo>
                  <a:lnTo>
                    <a:pt x="175328" y="4786"/>
                  </a:lnTo>
                  <a:lnTo>
                    <a:pt x="185068" y="5057"/>
                  </a:lnTo>
                  <a:lnTo>
                    <a:pt x="194809" y="5317"/>
                  </a:lnTo>
                  <a:lnTo>
                    <a:pt x="204550" y="5569"/>
                  </a:lnTo>
                  <a:lnTo>
                    <a:pt x="214289" y="5811"/>
                  </a:lnTo>
                  <a:lnTo>
                    <a:pt x="224030" y="6040"/>
                  </a:lnTo>
                  <a:lnTo>
                    <a:pt x="233771" y="6258"/>
                  </a:lnTo>
                  <a:lnTo>
                    <a:pt x="243510" y="6460"/>
                  </a:lnTo>
                  <a:lnTo>
                    <a:pt x="253251" y="6651"/>
                  </a:lnTo>
                  <a:lnTo>
                    <a:pt x="262992" y="6827"/>
                  </a:lnTo>
                  <a:lnTo>
                    <a:pt x="272732" y="6988"/>
                  </a:lnTo>
                  <a:lnTo>
                    <a:pt x="282473" y="7134"/>
                  </a:lnTo>
                  <a:lnTo>
                    <a:pt x="292214" y="7265"/>
                  </a:lnTo>
                  <a:lnTo>
                    <a:pt x="301953" y="7381"/>
                  </a:lnTo>
                  <a:lnTo>
                    <a:pt x="311694" y="7482"/>
                  </a:lnTo>
                  <a:lnTo>
                    <a:pt x="321435" y="7570"/>
                  </a:lnTo>
                  <a:lnTo>
                    <a:pt x="331175" y="7642"/>
                  </a:lnTo>
                  <a:lnTo>
                    <a:pt x="340916" y="7701"/>
                  </a:lnTo>
                  <a:lnTo>
                    <a:pt x="350656" y="7746"/>
                  </a:lnTo>
                  <a:lnTo>
                    <a:pt x="360396" y="7779"/>
                  </a:lnTo>
                  <a:lnTo>
                    <a:pt x="370137" y="7800"/>
                  </a:lnTo>
                  <a:lnTo>
                    <a:pt x="379878" y="7812"/>
                  </a:lnTo>
                  <a:lnTo>
                    <a:pt x="389617" y="7813"/>
                  </a:lnTo>
                  <a:lnTo>
                    <a:pt x="399358" y="7806"/>
                  </a:lnTo>
                  <a:lnTo>
                    <a:pt x="409099" y="7792"/>
                  </a:lnTo>
                  <a:lnTo>
                    <a:pt x="418839" y="7773"/>
                  </a:lnTo>
                  <a:lnTo>
                    <a:pt x="428580" y="7750"/>
                  </a:lnTo>
                  <a:lnTo>
                    <a:pt x="438321" y="7727"/>
                  </a:lnTo>
                  <a:lnTo>
                    <a:pt x="448060" y="7701"/>
                  </a:lnTo>
                  <a:lnTo>
                    <a:pt x="457801" y="7679"/>
                  </a:lnTo>
                  <a:lnTo>
                    <a:pt x="467542" y="7661"/>
                  </a:lnTo>
                  <a:lnTo>
                    <a:pt x="477281" y="7649"/>
                  </a:lnTo>
                  <a:lnTo>
                    <a:pt x="487022" y="7645"/>
                  </a:lnTo>
                  <a:lnTo>
                    <a:pt x="496763" y="7652"/>
                  </a:lnTo>
                  <a:lnTo>
                    <a:pt x="506503" y="7671"/>
                  </a:lnTo>
                  <a:lnTo>
                    <a:pt x="516244" y="7707"/>
                  </a:lnTo>
                  <a:lnTo>
                    <a:pt x="525985" y="7761"/>
                  </a:lnTo>
                  <a:lnTo>
                    <a:pt x="535724" y="7835"/>
                  </a:lnTo>
                  <a:lnTo>
                    <a:pt x="545465" y="7934"/>
                  </a:lnTo>
                  <a:lnTo>
                    <a:pt x="555206" y="8057"/>
                  </a:lnTo>
                  <a:lnTo>
                    <a:pt x="564946" y="8208"/>
                  </a:lnTo>
                  <a:lnTo>
                    <a:pt x="574687" y="8391"/>
                  </a:lnTo>
                  <a:lnTo>
                    <a:pt x="584428" y="8609"/>
                  </a:lnTo>
                  <a:lnTo>
                    <a:pt x="594167" y="8862"/>
                  </a:lnTo>
                  <a:lnTo>
                    <a:pt x="603908" y="9154"/>
                  </a:lnTo>
                  <a:lnTo>
                    <a:pt x="613649" y="9488"/>
                  </a:lnTo>
                  <a:lnTo>
                    <a:pt x="623388" y="9865"/>
                  </a:lnTo>
                  <a:lnTo>
                    <a:pt x="633129" y="10288"/>
                  </a:lnTo>
                  <a:lnTo>
                    <a:pt x="642870" y="10762"/>
                  </a:lnTo>
                  <a:lnTo>
                    <a:pt x="652610" y="11285"/>
                  </a:lnTo>
                  <a:lnTo>
                    <a:pt x="662351" y="11861"/>
                  </a:lnTo>
                  <a:lnTo>
                    <a:pt x="672092" y="12494"/>
                  </a:lnTo>
                  <a:lnTo>
                    <a:pt x="681831" y="13183"/>
                  </a:lnTo>
                  <a:lnTo>
                    <a:pt x="691572" y="13932"/>
                  </a:lnTo>
                  <a:lnTo>
                    <a:pt x="701313" y="14741"/>
                  </a:lnTo>
                  <a:lnTo>
                    <a:pt x="711052" y="15613"/>
                  </a:lnTo>
                  <a:lnTo>
                    <a:pt x="720793" y="16548"/>
                  </a:lnTo>
                  <a:lnTo>
                    <a:pt x="730534" y="17549"/>
                  </a:lnTo>
                  <a:lnTo>
                    <a:pt x="740274" y="18616"/>
                  </a:lnTo>
                  <a:lnTo>
                    <a:pt x="750015" y="19752"/>
                  </a:lnTo>
                  <a:lnTo>
                    <a:pt x="759756" y="20954"/>
                  </a:lnTo>
                  <a:lnTo>
                    <a:pt x="769495" y="22225"/>
                  </a:lnTo>
                  <a:lnTo>
                    <a:pt x="779236" y="23566"/>
                  </a:lnTo>
                  <a:lnTo>
                    <a:pt x="788977" y="24975"/>
                  </a:lnTo>
                  <a:lnTo>
                    <a:pt x="798717" y="26455"/>
                  </a:lnTo>
                  <a:lnTo>
                    <a:pt x="808458" y="28003"/>
                  </a:lnTo>
                  <a:lnTo>
                    <a:pt x="818199" y="29621"/>
                  </a:lnTo>
                  <a:lnTo>
                    <a:pt x="827938" y="31307"/>
                  </a:lnTo>
                  <a:lnTo>
                    <a:pt x="837679" y="33061"/>
                  </a:lnTo>
                  <a:lnTo>
                    <a:pt x="847420" y="34881"/>
                  </a:lnTo>
                  <a:lnTo>
                    <a:pt x="857159" y="36769"/>
                  </a:lnTo>
                  <a:lnTo>
                    <a:pt x="866900" y="38721"/>
                  </a:lnTo>
                  <a:lnTo>
                    <a:pt x="876641" y="40735"/>
                  </a:lnTo>
                  <a:lnTo>
                    <a:pt x="886381" y="42812"/>
                  </a:lnTo>
                  <a:lnTo>
                    <a:pt x="896122" y="44950"/>
                  </a:lnTo>
                  <a:lnTo>
                    <a:pt x="905863" y="47145"/>
                  </a:lnTo>
                  <a:lnTo>
                    <a:pt x="915602" y="49396"/>
                  </a:lnTo>
                  <a:lnTo>
                    <a:pt x="925343" y="51701"/>
                  </a:lnTo>
                  <a:lnTo>
                    <a:pt x="935084" y="54058"/>
                  </a:lnTo>
                  <a:lnTo>
                    <a:pt x="944824" y="56464"/>
                  </a:lnTo>
                  <a:lnTo>
                    <a:pt x="954564" y="58915"/>
                  </a:lnTo>
                  <a:lnTo>
                    <a:pt x="964305" y="61411"/>
                  </a:lnTo>
                  <a:lnTo>
                    <a:pt x="974045" y="63946"/>
                  </a:lnTo>
                  <a:lnTo>
                    <a:pt x="983786" y="66521"/>
                  </a:lnTo>
                  <a:lnTo>
                    <a:pt x="993522" y="69130"/>
                  </a:lnTo>
                  <a:lnTo>
                    <a:pt x="1003266" y="71770"/>
                  </a:lnTo>
                  <a:lnTo>
                    <a:pt x="1013010" y="74438"/>
                  </a:lnTo>
                  <a:lnTo>
                    <a:pt x="1022754" y="77131"/>
                  </a:lnTo>
                  <a:lnTo>
                    <a:pt x="1032483" y="79845"/>
                  </a:lnTo>
                  <a:lnTo>
                    <a:pt x="1042227" y="82578"/>
                  </a:lnTo>
                  <a:lnTo>
                    <a:pt x="1051971" y="85325"/>
                  </a:lnTo>
                  <a:lnTo>
                    <a:pt x="1061715" y="88084"/>
                  </a:lnTo>
                  <a:lnTo>
                    <a:pt x="1071444" y="90850"/>
                  </a:lnTo>
                  <a:lnTo>
                    <a:pt x="1081188" y="93619"/>
                  </a:lnTo>
                  <a:lnTo>
                    <a:pt x="1090932" y="96390"/>
                  </a:lnTo>
                  <a:lnTo>
                    <a:pt x="1100676" y="99157"/>
                  </a:lnTo>
                  <a:lnTo>
                    <a:pt x="1110405" y="101917"/>
                  </a:lnTo>
                  <a:lnTo>
                    <a:pt x="1120149" y="104667"/>
                  </a:lnTo>
                  <a:lnTo>
                    <a:pt x="1129893" y="107402"/>
                  </a:lnTo>
                  <a:lnTo>
                    <a:pt x="1139637" y="110120"/>
                  </a:lnTo>
                  <a:lnTo>
                    <a:pt x="1149381" y="112817"/>
                  </a:lnTo>
                  <a:lnTo>
                    <a:pt x="1159110" y="115489"/>
                  </a:lnTo>
                  <a:lnTo>
                    <a:pt x="1168854" y="118133"/>
                  </a:lnTo>
                  <a:lnTo>
                    <a:pt x="1178598" y="120746"/>
                  </a:lnTo>
                  <a:lnTo>
                    <a:pt x="1188341" y="123323"/>
                  </a:lnTo>
                  <a:lnTo>
                    <a:pt x="1198070" y="125862"/>
                  </a:lnTo>
                  <a:lnTo>
                    <a:pt x="1207814" y="128359"/>
                  </a:lnTo>
                  <a:lnTo>
                    <a:pt x="1217558" y="130813"/>
                  </a:lnTo>
                  <a:lnTo>
                    <a:pt x="1227302" y="133216"/>
                  </a:lnTo>
                  <a:lnTo>
                    <a:pt x="1237031" y="135570"/>
                  </a:lnTo>
                  <a:lnTo>
                    <a:pt x="1246775" y="137869"/>
                  </a:lnTo>
                  <a:lnTo>
                    <a:pt x="1256519" y="140110"/>
                  </a:lnTo>
                  <a:lnTo>
                    <a:pt x="1266263" y="142291"/>
                  </a:lnTo>
                  <a:lnTo>
                    <a:pt x="1276007" y="144408"/>
                  </a:lnTo>
                  <a:lnTo>
                    <a:pt x="1285736" y="146460"/>
                  </a:lnTo>
                  <a:lnTo>
                    <a:pt x="1295480" y="148442"/>
                  </a:lnTo>
                  <a:lnTo>
                    <a:pt x="1305224" y="150350"/>
                  </a:lnTo>
                  <a:lnTo>
                    <a:pt x="1314968" y="152186"/>
                  </a:lnTo>
                  <a:lnTo>
                    <a:pt x="1324697" y="153944"/>
                  </a:lnTo>
                  <a:lnTo>
                    <a:pt x="1334441" y="155621"/>
                  </a:lnTo>
                  <a:lnTo>
                    <a:pt x="1344185" y="157216"/>
                  </a:lnTo>
                  <a:lnTo>
                    <a:pt x="1353929" y="158726"/>
                  </a:lnTo>
                  <a:lnTo>
                    <a:pt x="1363658" y="160148"/>
                  </a:lnTo>
                  <a:lnTo>
                    <a:pt x="1373402" y="161481"/>
                  </a:lnTo>
                  <a:lnTo>
                    <a:pt x="1383146" y="162721"/>
                  </a:lnTo>
                  <a:lnTo>
                    <a:pt x="1392890" y="163866"/>
                  </a:lnTo>
                  <a:lnTo>
                    <a:pt x="1402619" y="164914"/>
                  </a:lnTo>
                  <a:lnTo>
                    <a:pt x="1412363" y="165863"/>
                  </a:lnTo>
                  <a:lnTo>
                    <a:pt x="1422106" y="166712"/>
                  </a:lnTo>
                  <a:lnTo>
                    <a:pt x="1431850" y="167457"/>
                  </a:lnTo>
                  <a:lnTo>
                    <a:pt x="1441594" y="168096"/>
                  </a:lnTo>
                  <a:lnTo>
                    <a:pt x="1451323" y="168630"/>
                  </a:lnTo>
                  <a:lnTo>
                    <a:pt x="1461067" y="169054"/>
                  </a:lnTo>
                  <a:lnTo>
                    <a:pt x="1470811" y="169367"/>
                  </a:lnTo>
                  <a:lnTo>
                    <a:pt x="1480555" y="169570"/>
                  </a:lnTo>
                  <a:lnTo>
                    <a:pt x="1490284" y="169658"/>
                  </a:lnTo>
                  <a:lnTo>
                    <a:pt x="1500028" y="169631"/>
                  </a:lnTo>
                  <a:lnTo>
                    <a:pt x="1509772" y="169488"/>
                  </a:lnTo>
                  <a:lnTo>
                    <a:pt x="1519516" y="169227"/>
                  </a:lnTo>
                  <a:lnTo>
                    <a:pt x="1529245" y="168847"/>
                  </a:lnTo>
                  <a:lnTo>
                    <a:pt x="1538989" y="168350"/>
                  </a:lnTo>
                  <a:lnTo>
                    <a:pt x="1548733" y="167733"/>
                  </a:lnTo>
                  <a:lnTo>
                    <a:pt x="1558477" y="166994"/>
                  </a:lnTo>
                  <a:lnTo>
                    <a:pt x="1568221" y="166134"/>
                  </a:lnTo>
                  <a:lnTo>
                    <a:pt x="1577950" y="165155"/>
                  </a:lnTo>
                  <a:lnTo>
                    <a:pt x="1587694" y="164054"/>
                  </a:lnTo>
                  <a:lnTo>
                    <a:pt x="1597438" y="162832"/>
                  </a:lnTo>
                  <a:lnTo>
                    <a:pt x="1607182" y="161490"/>
                  </a:lnTo>
                  <a:lnTo>
                    <a:pt x="1616911" y="160028"/>
                  </a:lnTo>
                  <a:lnTo>
                    <a:pt x="1626655" y="158449"/>
                  </a:lnTo>
                  <a:lnTo>
                    <a:pt x="1636399" y="156754"/>
                  </a:lnTo>
                  <a:lnTo>
                    <a:pt x="1646142" y="154941"/>
                  </a:lnTo>
                  <a:lnTo>
                    <a:pt x="1655872" y="153014"/>
                  </a:lnTo>
                  <a:lnTo>
                    <a:pt x="1665616" y="150976"/>
                  </a:lnTo>
                  <a:lnTo>
                    <a:pt x="1675359" y="148829"/>
                  </a:lnTo>
                  <a:lnTo>
                    <a:pt x="1685103" y="146575"/>
                  </a:lnTo>
                  <a:lnTo>
                    <a:pt x="1694832" y="144218"/>
                  </a:lnTo>
                  <a:lnTo>
                    <a:pt x="1704576" y="141761"/>
                  </a:lnTo>
                  <a:lnTo>
                    <a:pt x="1714320" y="139207"/>
                  </a:lnTo>
                  <a:lnTo>
                    <a:pt x="1724064" y="136561"/>
                  </a:lnTo>
                  <a:lnTo>
                    <a:pt x="1733808" y="133827"/>
                  </a:lnTo>
                  <a:lnTo>
                    <a:pt x="1743537" y="131010"/>
                  </a:lnTo>
                  <a:lnTo>
                    <a:pt x="1753281" y="128115"/>
                  </a:lnTo>
                  <a:lnTo>
                    <a:pt x="1763025" y="125148"/>
                  </a:lnTo>
                  <a:lnTo>
                    <a:pt x="1772769" y="122115"/>
                  </a:lnTo>
                  <a:lnTo>
                    <a:pt x="1782498" y="119022"/>
                  </a:lnTo>
                  <a:lnTo>
                    <a:pt x="1792242" y="115875"/>
                  </a:lnTo>
                  <a:lnTo>
                    <a:pt x="1801986" y="112682"/>
                  </a:lnTo>
                  <a:lnTo>
                    <a:pt x="1811730" y="109451"/>
                  </a:lnTo>
                  <a:lnTo>
                    <a:pt x="1821459" y="106188"/>
                  </a:lnTo>
                  <a:lnTo>
                    <a:pt x="1831203" y="102901"/>
                  </a:lnTo>
                  <a:lnTo>
                    <a:pt x="1840947" y="99601"/>
                  </a:lnTo>
                  <a:lnTo>
                    <a:pt x="1850691" y="96295"/>
                  </a:lnTo>
                  <a:lnTo>
                    <a:pt x="1860435" y="92994"/>
                  </a:lnTo>
                  <a:lnTo>
                    <a:pt x="1870164" y="89704"/>
                  </a:lnTo>
                  <a:lnTo>
                    <a:pt x="1879908" y="86436"/>
                  </a:lnTo>
                  <a:lnTo>
                    <a:pt x="1889652" y="83202"/>
                  </a:lnTo>
                  <a:lnTo>
                    <a:pt x="1899395" y="80009"/>
                  </a:lnTo>
                  <a:lnTo>
                    <a:pt x="1909124" y="76870"/>
                  </a:lnTo>
                  <a:lnTo>
                    <a:pt x="1918868" y="73795"/>
                  </a:lnTo>
                  <a:lnTo>
                    <a:pt x="1928612" y="70794"/>
                  </a:lnTo>
                  <a:lnTo>
                    <a:pt x="1938356" y="67878"/>
                  </a:lnTo>
                  <a:lnTo>
                    <a:pt x="1948085" y="65059"/>
                  </a:lnTo>
                  <a:lnTo>
                    <a:pt x="1957829" y="62348"/>
                  </a:lnTo>
                  <a:lnTo>
                    <a:pt x="1967573" y="59755"/>
                  </a:lnTo>
                  <a:lnTo>
                    <a:pt x="1977317" y="57293"/>
                  </a:lnTo>
                  <a:lnTo>
                    <a:pt x="1987046" y="54973"/>
                  </a:lnTo>
                  <a:lnTo>
                    <a:pt x="1996790" y="52805"/>
                  </a:lnTo>
                  <a:lnTo>
                    <a:pt x="2006534" y="50801"/>
                  </a:lnTo>
                  <a:lnTo>
                    <a:pt x="2016278" y="48971"/>
                  </a:lnTo>
                  <a:lnTo>
                    <a:pt x="2026022" y="47328"/>
                  </a:lnTo>
                  <a:lnTo>
                    <a:pt x="2035751" y="45883"/>
                  </a:lnTo>
                  <a:lnTo>
                    <a:pt x="2045495" y="44643"/>
                  </a:lnTo>
                  <a:lnTo>
                    <a:pt x="2055239" y="43623"/>
                  </a:lnTo>
                  <a:lnTo>
                    <a:pt x="2064983" y="42829"/>
                  </a:lnTo>
                  <a:lnTo>
                    <a:pt x="2074712" y="42274"/>
                  </a:lnTo>
                  <a:lnTo>
                    <a:pt x="2084456" y="41966"/>
                  </a:lnTo>
                  <a:lnTo>
                    <a:pt x="2094200" y="41914"/>
                  </a:lnTo>
                  <a:lnTo>
                    <a:pt x="2103944" y="42125"/>
                  </a:lnTo>
                  <a:lnTo>
                    <a:pt x="2113673" y="42611"/>
                  </a:lnTo>
                  <a:lnTo>
                    <a:pt x="2123417" y="43378"/>
                  </a:lnTo>
                  <a:lnTo>
                    <a:pt x="2133161" y="44433"/>
                  </a:lnTo>
                  <a:lnTo>
                    <a:pt x="2142905" y="45783"/>
                  </a:lnTo>
                  <a:lnTo>
                    <a:pt x="2152649" y="47434"/>
                  </a:lnTo>
                  <a:lnTo>
                    <a:pt x="2162377" y="49390"/>
                  </a:lnTo>
                  <a:lnTo>
                    <a:pt x="2172121" y="51659"/>
                  </a:lnTo>
                  <a:lnTo>
                    <a:pt x="2181865" y="54244"/>
                  </a:lnTo>
                  <a:lnTo>
                    <a:pt x="2191609" y="57148"/>
                  </a:lnTo>
                  <a:lnTo>
                    <a:pt x="2201338" y="60375"/>
                  </a:lnTo>
                  <a:lnTo>
                    <a:pt x="2211082" y="63927"/>
                  </a:lnTo>
                  <a:lnTo>
                    <a:pt x="2220826" y="67805"/>
                  </a:lnTo>
                  <a:lnTo>
                    <a:pt x="2230570" y="72011"/>
                  </a:lnTo>
                  <a:lnTo>
                    <a:pt x="2240299" y="76544"/>
                  </a:lnTo>
                  <a:lnTo>
                    <a:pt x="2250043" y="81404"/>
                  </a:lnTo>
                  <a:lnTo>
                    <a:pt x="2259787" y="86590"/>
                  </a:lnTo>
                  <a:lnTo>
                    <a:pt x="2269531" y="92098"/>
                  </a:lnTo>
                  <a:lnTo>
                    <a:pt x="2279260" y="97928"/>
                  </a:lnTo>
                  <a:lnTo>
                    <a:pt x="2289004" y="104074"/>
                  </a:lnTo>
                  <a:lnTo>
                    <a:pt x="2298748" y="110533"/>
                  </a:lnTo>
                  <a:lnTo>
                    <a:pt x="2308492" y="117300"/>
                  </a:lnTo>
                  <a:lnTo>
                    <a:pt x="2318236" y="124368"/>
                  </a:lnTo>
                  <a:lnTo>
                    <a:pt x="2327965" y="131729"/>
                  </a:lnTo>
                  <a:lnTo>
                    <a:pt x="2337709" y="139380"/>
                  </a:lnTo>
                  <a:lnTo>
                    <a:pt x="2347453" y="147309"/>
                  </a:lnTo>
                  <a:lnTo>
                    <a:pt x="2357197" y="155510"/>
                  </a:lnTo>
                  <a:lnTo>
                    <a:pt x="2366926" y="163971"/>
                  </a:lnTo>
                  <a:lnTo>
                    <a:pt x="2376670" y="172684"/>
                  </a:lnTo>
                  <a:lnTo>
                    <a:pt x="2386413" y="181636"/>
                  </a:lnTo>
                  <a:lnTo>
                    <a:pt x="2396157" y="190819"/>
                  </a:lnTo>
                  <a:lnTo>
                    <a:pt x="2405886" y="200217"/>
                  </a:lnTo>
                  <a:lnTo>
                    <a:pt x="2415630" y="209822"/>
                  </a:lnTo>
                  <a:lnTo>
                    <a:pt x="2425374" y="219617"/>
                  </a:lnTo>
                  <a:lnTo>
                    <a:pt x="2435118" y="229592"/>
                  </a:lnTo>
                  <a:lnTo>
                    <a:pt x="2444862" y="239731"/>
                  </a:lnTo>
                  <a:lnTo>
                    <a:pt x="2454591" y="250020"/>
                  </a:lnTo>
                  <a:lnTo>
                    <a:pt x="2464335" y="260443"/>
                  </a:lnTo>
                  <a:lnTo>
                    <a:pt x="2474079" y="270987"/>
                  </a:lnTo>
                  <a:lnTo>
                    <a:pt x="2483823" y="281637"/>
                  </a:lnTo>
                  <a:lnTo>
                    <a:pt x="2493552" y="292375"/>
                  </a:lnTo>
                  <a:lnTo>
                    <a:pt x="2503296" y="303185"/>
                  </a:lnTo>
                  <a:lnTo>
                    <a:pt x="2513040" y="314054"/>
                  </a:lnTo>
                  <a:lnTo>
                    <a:pt x="2522784" y="324962"/>
                  </a:lnTo>
                  <a:lnTo>
                    <a:pt x="2532513" y="335895"/>
                  </a:lnTo>
                  <a:lnTo>
                    <a:pt x="2542257" y="346835"/>
                  </a:lnTo>
                  <a:lnTo>
                    <a:pt x="2552001" y="357765"/>
                  </a:lnTo>
                  <a:lnTo>
                    <a:pt x="2561745" y="368671"/>
                  </a:lnTo>
                  <a:lnTo>
                    <a:pt x="2571474" y="379534"/>
                  </a:lnTo>
                  <a:lnTo>
                    <a:pt x="2581218" y="390338"/>
                  </a:lnTo>
                  <a:lnTo>
                    <a:pt x="2590962" y="401067"/>
                  </a:lnTo>
                  <a:lnTo>
                    <a:pt x="2600705" y="411705"/>
                  </a:lnTo>
                  <a:lnTo>
                    <a:pt x="2610449" y="422236"/>
                  </a:lnTo>
                  <a:lnTo>
                    <a:pt x="2620178" y="432643"/>
                  </a:lnTo>
                  <a:lnTo>
                    <a:pt x="2629922" y="442913"/>
                  </a:lnTo>
                  <a:lnTo>
                    <a:pt x="2639666" y="453026"/>
                  </a:lnTo>
                  <a:lnTo>
                    <a:pt x="2649410" y="462971"/>
                  </a:lnTo>
                  <a:lnTo>
                    <a:pt x="2659139" y="472733"/>
                  </a:lnTo>
                  <a:lnTo>
                    <a:pt x="2668883" y="482296"/>
                  </a:lnTo>
                  <a:lnTo>
                    <a:pt x="2678627" y="491649"/>
                  </a:lnTo>
                  <a:lnTo>
                    <a:pt x="2688371" y="500774"/>
                  </a:lnTo>
                  <a:lnTo>
                    <a:pt x="2698100" y="509663"/>
                  </a:lnTo>
                  <a:lnTo>
                    <a:pt x="2707844" y="518301"/>
                  </a:lnTo>
                  <a:lnTo>
                    <a:pt x="2717588" y="526678"/>
                  </a:lnTo>
                  <a:lnTo>
                    <a:pt x="2727332" y="534780"/>
                  </a:lnTo>
                  <a:lnTo>
                    <a:pt x="2737076" y="542597"/>
                  </a:lnTo>
                  <a:lnTo>
                    <a:pt x="2746805" y="550121"/>
                  </a:lnTo>
                  <a:lnTo>
                    <a:pt x="2756549" y="557340"/>
                  </a:lnTo>
                  <a:lnTo>
                    <a:pt x="2766293" y="564245"/>
                  </a:lnTo>
                  <a:lnTo>
                    <a:pt x="2776037" y="570829"/>
                  </a:lnTo>
                  <a:lnTo>
                    <a:pt x="2785766" y="577084"/>
                  </a:lnTo>
                  <a:lnTo>
                    <a:pt x="2795510" y="583003"/>
                  </a:lnTo>
                  <a:lnTo>
                    <a:pt x="2805254" y="588578"/>
                  </a:lnTo>
                  <a:lnTo>
                    <a:pt x="2814998" y="593805"/>
                  </a:lnTo>
                  <a:lnTo>
                    <a:pt x="2824727" y="598678"/>
                  </a:lnTo>
                  <a:lnTo>
                    <a:pt x="2834471" y="603193"/>
                  </a:lnTo>
                  <a:lnTo>
                    <a:pt x="2844215" y="607345"/>
                  </a:lnTo>
                  <a:lnTo>
                    <a:pt x="2853958" y="611132"/>
                  </a:lnTo>
                  <a:lnTo>
                    <a:pt x="2863687" y="614552"/>
                  </a:lnTo>
                  <a:lnTo>
                    <a:pt x="2873431" y="617602"/>
                  </a:lnTo>
                  <a:lnTo>
                    <a:pt x="2883175" y="620280"/>
                  </a:lnTo>
                  <a:lnTo>
                    <a:pt x="2892919" y="622587"/>
                  </a:lnTo>
                  <a:lnTo>
                    <a:pt x="2902663" y="624524"/>
                  </a:lnTo>
                  <a:lnTo>
                    <a:pt x="2912392" y="62608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8" name="Freeform 757">
              <a:extLst>
                <a:ext uri="{FF2B5EF4-FFF2-40B4-BE49-F238E27FC236}">
                  <a16:creationId xmlns:a16="http://schemas.microsoft.com/office/drawing/2014/main" id="{D12907C0-2494-DDA0-716E-DB03D9EF402C}"/>
                </a:ext>
              </a:extLst>
            </p:cNvPr>
            <p:cNvSpPr/>
            <p:nvPr/>
          </p:nvSpPr>
          <p:spPr>
            <a:xfrm>
              <a:off x="576446" y="3566227"/>
              <a:ext cx="2912392" cy="481387"/>
            </a:xfrm>
            <a:custGeom>
              <a:avLst/>
              <a:gdLst>
                <a:gd name="connsiteX0" fmla="*/ 0 w 2912392"/>
                <a:gd name="connsiteY0" fmla="*/ 0 h 481387"/>
                <a:gd name="connsiteX1" fmla="*/ 9739 w 2912392"/>
                <a:gd name="connsiteY1" fmla="*/ 5608 h 481387"/>
                <a:gd name="connsiteX2" fmla="*/ 19480 w 2912392"/>
                <a:gd name="connsiteY2" fmla="*/ 11153 h 481387"/>
                <a:gd name="connsiteX3" fmla="*/ 29221 w 2912392"/>
                <a:gd name="connsiteY3" fmla="*/ 16632 h 481387"/>
                <a:gd name="connsiteX4" fmla="*/ 38961 w 2912392"/>
                <a:gd name="connsiteY4" fmla="*/ 22034 h 481387"/>
                <a:gd name="connsiteX5" fmla="*/ 48702 w 2912392"/>
                <a:gd name="connsiteY5" fmla="*/ 27356 h 481387"/>
                <a:gd name="connsiteX6" fmla="*/ 58443 w 2912392"/>
                <a:gd name="connsiteY6" fmla="*/ 32590 h 481387"/>
                <a:gd name="connsiteX7" fmla="*/ 68182 w 2912392"/>
                <a:gd name="connsiteY7" fmla="*/ 37730 h 481387"/>
                <a:gd name="connsiteX8" fmla="*/ 77923 w 2912392"/>
                <a:gd name="connsiteY8" fmla="*/ 42774 h 481387"/>
                <a:gd name="connsiteX9" fmla="*/ 87664 w 2912392"/>
                <a:gd name="connsiteY9" fmla="*/ 47713 h 481387"/>
                <a:gd name="connsiteX10" fmla="*/ 97404 w 2912392"/>
                <a:gd name="connsiteY10" fmla="*/ 52546 h 481387"/>
                <a:gd name="connsiteX11" fmla="*/ 107145 w 2912392"/>
                <a:gd name="connsiteY11" fmla="*/ 57267 h 481387"/>
                <a:gd name="connsiteX12" fmla="*/ 116886 w 2912392"/>
                <a:gd name="connsiteY12" fmla="*/ 61874 h 481387"/>
                <a:gd name="connsiteX13" fmla="*/ 126625 w 2912392"/>
                <a:gd name="connsiteY13" fmla="*/ 66366 h 481387"/>
                <a:gd name="connsiteX14" fmla="*/ 136366 w 2912392"/>
                <a:gd name="connsiteY14" fmla="*/ 70737 h 481387"/>
                <a:gd name="connsiteX15" fmla="*/ 146107 w 2912392"/>
                <a:gd name="connsiteY15" fmla="*/ 74988 h 481387"/>
                <a:gd name="connsiteX16" fmla="*/ 155846 w 2912392"/>
                <a:gd name="connsiteY16" fmla="*/ 79117 h 481387"/>
                <a:gd name="connsiteX17" fmla="*/ 165587 w 2912392"/>
                <a:gd name="connsiteY17" fmla="*/ 83123 h 481387"/>
                <a:gd name="connsiteX18" fmla="*/ 175328 w 2912392"/>
                <a:gd name="connsiteY18" fmla="*/ 87006 h 481387"/>
                <a:gd name="connsiteX19" fmla="*/ 185068 w 2912392"/>
                <a:gd name="connsiteY19" fmla="*/ 90766 h 481387"/>
                <a:gd name="connsiteX20" fmla="*/ 194809 w 2912392"/>
                <a:gd name="connsiteY20" fmla="*/ 94403 h 481387"/>
                <a:gd name="connsiteX21" fmla="*/ 204550 w 2912392"/>
                <a:gd name="connsiteY21" fmla="*/ 97921 h 481387"/>
                <a:gd name="connsiteX22" fmla="*/ 214289 w 2912392"/>
                <a:gd name="connsiteY22" fmla="*/ 101318 h 481387"/>
                <a:gd name="connsiteX23" fmla="*/ 224030 w 2912392"/>
                <a:gd name="connsiteY23" fmla="*/ 104597 h 481387"/>
                <a:gd name="connsiteX24" fmla="*/ 233771 w 2912392"/>
                <a:gd name="connsiteY24" fmla="*/ 107761 h 481387"/>
                <a:gd name="connsiteX25" fmla="*/ 243510 w 2912392"/>
                <a:gd name="connsiteY25" fmla="*/ 110816 h 481387"/>
                <a:gd name="connsiteX26" fmla="*/ 253251 w 2912392"/>
                <a:gd name="connsiteY26" fmla="*/ 113760 h 481387"/>
                <a:gd name="connsiteX27" fmla="*/ 262992 w 2912392"/>
                <a:gd name="connsiteY27" fmla="*/ 116601 h 481387"/>
                <a:gd name="connsiteX28" fmla="*/ 272732 w 2912392"/>
                <a:gd name="connsiteY28" fmla="*/ 119341 h 481387"/>
                <a:gd name="connsiteX29" fmla="*/ 282473 w 2912392"/>
                <a:gd name="connsiteY29" fmla="*/ 121984 h 481387"/>
                <a:gd name="connsiteX30" fmla="*/ 292214 w 2912392"/>
                <a:gd name="connsiteY30" fmla="*/ 124538 h 481387"/>
                <a:gd name="connsiteX31" fmla="*/ 301953 w 2912392"/>
                <a:gd name="connsiteY31" fmla="*/ 127005 h 481387"/>
                <a:gd name="connsiteX32" fmla="*/ 311694 w 2912392"/>
                <a:gd name="connsiteY32" fmla="*/ 129393 h 481387"/>
                <a:gd name="connsiteX33" fmla="*/ 321435 w 2912392"/>
                <a:gd name="connsiteY33" fmla="*/ 131707 h 481387"/>
                <a:gd name="connsiteX34" fmla="*/ 331175 w 2912392"/>
                <a:gd name="connsiteY34" fmla="*/ 133951 h 481387"/>
                <a:gd name="connsiteX35" fmla="*/ 340916 w 2912392"/>
                <a:gd name="connsiteY35" fmla="*/ 136135 h 481387"/>
                <a:gd name="connsiteX36" fmla="*/ 350656 w 2912392"/>
                <a:gd name="connsiteY36" fmla="*/ 138263 h 481387"/>
                <a:gd name="connsiteX37" fmla="*/ 360396 w 2912392"/>
                <a:gd name="connsiteY37" fmla="*/ 140343 h 481387"/>
                <a:gd name="connsiteX38" fmla="*/ 370137 w 2912392"/>
                <a:gd name="connsiteY38" fmla="*/ 142379 h 481387"/>
                <a:gd name="connsiteX39" fmla="*/ 379878 w 2912392"/>
                <a:gd name="connsiteY39" fmla="*/ 144383 h 481387"/>
                <a:gd name="connsiteX40" fmla="*/ 389617 w 2912392"/>
                <a:gd name="connsiteY40" fmla="*/ 146357 h 481387"/>
                <a:gd name="connsiteX41" fmla="*/ 399358 w 2912392"/>
                <a:gd name="connsiteY41" fmla="*/ 148312 h 481387"/>
                <a:gd name="connsiteX42" fmla="*/ 409099 w 2912392"/>
                <a:gd name="connsiteY42" fmla="*/ 150253 h 481387"/>
                <a:gd name="connsiteX43" fmla="*/ 418839 w 2912392"/>
                <a:gd name="connsiteY43" fmla="*/ 152189 h 481387"/>
                <a:gd name="connsiteX44" fmla="*/ 428580 w 2912392"/>
                <a:gd name="connsiteY44" fmla="*/ 154124 h 481387"/>
                <a:gd name="connsiteX45" fmla="*/ 438321 w 2912392"/>
                <a:gd name="connsiteY45" fmla="*/ 156068 h 481387"/>
                <a:gd name="connsiteX46" fmla="*/ 448060 w 2912392"/>
                <a:gd name="connsiteY46" fmla="*/ 158029 h 481387"/>
                <a:gd name="connsiteX47" fmla="*/ 457801 w 2912392"/>
                <a:gd name="connsiteY47" fmla="*/ 160011 h 481387"/>
                <a:gd name="connsiteX48" fmla="*/ 467542 w 2912392"/>
                <a:gd name="connsiteY48" fmla="*/ 162021 h 481387"/>
                <a:gd name="connsiteX49" fmla="*/ 477281 w 2912392"/>
                <a:gd name="connsiteY49" fmla="*/ 164068 h 481387"/>
                <a:gd name="connsiteX50" fmla="*/ 487022 w 2912392"/>
                <a:gd name="connsiteY50" fmla="*/ 166156 h 481387"/>
                <a:gd name="connsiteX51" fmla="*/ 496763 w 2912392"/>
                <a:gd name="connsiteY51" fmla="*/ 168293 h 481387"/>
                <a:gd name="connsiteX52" fmla="*/ 506503 w 2912392"/>
                <a:gd name="connsiteY52" fmla="*/ 170485 h 481387"/>
                <a:gd name="connsiteX53" fmla="*/ 516244 w 2912392"/>
                <a:gd name="connsiteY53" fmla="*/ 172737 h 481387"/>
                <a:gd name="connsiteX54" fmla="*/ 525985 w 2912392"/>
                <a:gd name="connsiteY54" fmla="*/ 175054 h 481387"/>
                <a:gd name="connsiteX55" fmla="*/ 535724 w 2912392"/>
                <a:gd name="connsiteY55" fmla="*/ 177444 h 481387"/>
                <a:gd name="connsiteX56" fmla="*/ 545465 w 2912392"/>
                <a:gd name="connsiteY56" fmla="*/ 179910 h 481387"/>
                <a:gd name="connsiteX57" fmla="*/ 555206 w 2912392"/>
                <a:gd name="connsiteY57" fmla="*/ 182456 h 481387"/>
                <a:gd name="connsiteX58" fmla="*/ 564946 w 2912392"/>
                <a:gd name="connsiteY58" fmla="*/ 185086 h 481387"/>
                <a:gd name="connsiteX59" fmla="*/ 574687 w 2912392"/>
                <a:gd name="connsiteY59" fmla="*/ 187806 h 481387"/>
                <a:gd name="connsiteX60" fmla="*/ 584428 w 2912392"/>
                <a:gd name="connsiteY60" fmla="*/ 190618 h 481387"/>
                <a:gd name="connsiteX61" fmla="*/ 594167 w 2912392"/>
                <a:gd name="connsiteY61" fmla="*/ 193524 h 481387"/>
                <a:gd name="connsiteX62" fmla="*/ 603908 w 2912392"/>
                <a:gd name="connsiteY62" fmla="*/ 196530 h 481387"/>
                <a:gd name="connsiteX63" fmla="*/ 613649 w 2912392"/>
                <a:gd name="connsiteY63" fmla="*/ 199634 h 481387"/>
                <a:gd name="connsiteX64" fmla="*/ 623388 w 2912392"/>
                <a:gd name="connsiteY64" fmla="*/ 202842 h 481387"/>
                <a:gd name="connsiteX65" fmla="*/ 633129 w 2912392"/>
                <a:gd name="connsiteY65" fmla="*/ 206153 h 481387"/>
                <a:gd name="connsiteX66" fmla="*/ 642870 w 2912392"/>
                <a:gd name="connsiteY66" fmla="*/ 209569 h 481387"/>
                <a:gd name="connsiteX67" fmla="*/ 652610 w 2912392"/>
                <a:gd name="connsiteY67" fmla="*/ 213090 h 481387"/>
                <a:gd name="connsiteX68" fmla="*/ 662351 w 2912392"/>
                <a:gd name="connsiteY68" fmla="*/ 216715 h 481387"/>
                <a:gd name="connsiteX69" fmla="*/ 672092 w 2912392"/>
                <a:gd name="connsiteY69" fmla="*/ 220447 h 481387"/>
                <a:gd name="connsiteX70" fmla="*/ 681831 w 2912392"/>
                <a:gd name="connsiteY70" fmla="*/ 224282 h 481387"/>
                <a:gd name="connsiteX71" fmla="*/ 691572 w 2912392"/>
                <a:gd name="connsiteY71" fmla="*/ 228220 h 481387"/>
                <a:gd name="connsiteX72" fmla="*/ 701313 w 2912392"/>
                <a:gd name="connsiteY72" fmla="*/ 232259 h 481387"/>
                <a:gd name="connsiteX73" fmla="*/ 711052 w 2912392"/>
                <a:gd name="connsiteY73" fmla="*/ 236398 h 481387"/>
                <a:gd name="connsiteX74" fmla="*/ 720793 w 2912392"/>
                <a:gd name="connsiteY74" fmla="*/ 240633 h 481387"/>
                <a:gd name="connsiteX75" fmla="*/ 730534 w 2912392"/>
                <a:gd name="connsiteY75" fmla="*/ 244965 h 481387"/>
                <a:gd name="connsiteX76" fmla="*/ 740274 w 2912392"/>
                <a:gd name="connsiteY76" fmla="*/ 249385 h 481387"/>
                <a:gd name="connsiteX77" fmla="*/ 750015 w 2912392"/>
                <a:gd name="connsiteY77" fmla="*/ 253895 h 481387"/>
                <a:gd name="connsiteX78" fmla="*/ 759756 w 2912392"/>
                <a:gd name="connsiteY78" fmla="*/ 258487 h 481387"/>
                <a:gd name="connsiteX79" fmla="*/ 769495 w 2912392"/>
                <a:gd name="connsiteY79" fmla="*/ 263159 h 481387"/>
                <a:gd name="connsiteX80" fmla="*/ 779236 w 2912392"/>
                <a:gd name="connsiteY80" fmla="*/ 267908 h 481387"/>
                <a:gd name="connsiteX81" fmla="*/ 788977 w 2912392"/>
                <a:gd name="connsiteY81" fmla="*/ 272724 h 481387"/>
                <a:gd name="connsiteX82" fmla="*/ 798717 w 2912392"/>
                <a:gd name="connsiteY82" fmla="*/ 277607 h 481387"/>
                <a:gd name="connsiteX83" fmla="*/ 808458 w 2912392"/>
                <a:gd name="connsiteY83" fmla="*/ 282549 h 481387"/>
                <a:gd name="connsiteX84" fmla="*/ 818199 w 2912392"/>
                <a:gd name="connsiteY84" fmla="*/ 287544 h 481387"/>
                <a:gd name="connsiteX85" fmla="*/ 827938 w 2912392"/>
                <a:gd name="connsiteY85" fmla="*/ 292589 h 481387"/>
                <a:gd name="connsiteX86" fmla="*/ 837679 w 2912392"/>
                <a:gd name="connsiteY86" fmla="*/ 297676 h 481387"/>
                <a:gd name="connsiteX87" fmla="*/ 847420 w 2912392"/>
                <a:gd name="connsiteY87" fmla="*/ 302798 h 481387"/>
                <a:gd name="connsiteX88" fmla="*/ 857159 w 2912392"/>
                <a:gd name="connsiteY88" fmla="*/ 307950 h 481387"/>
                <a:gd name="connsiteX89" fmla="*/ 866900 w 2912392"/>
                <a:gd name="connsiteY89" fmla="*/ 313125 h 481387"/>
                <a:gd name="connsiteX90" fmla="*/ 876641 w 2912392"/>
                <a:gd name="connsiteY90" fmla="*/ 318317 h 481387"/>
                <a:gd name="connsiteX91" fmla="*/ 886381 w 2912392"/>
                <a:gd name="connsiteY91" fmla="*/ 323518 h 481387"/>
                <a:gd name="connsiteX92" fmla="*/ 896122 w 2912392"/>
                <a:gd name="connsiteY92" fmla="*/ 328722 h 481387"/>
                <a:gd name="connsiteX93" fmla="*/ 905863 w 2912392"/>
                <a:gd name="connsiteY93" fmla="*/ 333923 h 481387"/>
                <a:gd name="connsiteX94" fmla="*/ 915602 w 2912392"/>
                <a:gd name="connsiteY94" fmla="*/ 339114 h 481387"/>
                <a:gd name="connsiteX95" fmla="*/ 925343 w 2912392"/>
                <a:gd name="connsiteY95" fmla="*/ 344287 h 481387"/>
                <a:gd name="connsiteX96" fmla="*/ 935084 w 2912392"/>
                <a:gd name="connsiteY96" fmla="*/ 349436 h 481387"/>
                <a:gd name="connsiteX97" fmla="*/ 944824 w 2912392"/>
                <a:gd name="connsiteY97" fmla="*/ 354556 h 481387"/>
                <a:gd name="connsiteX98" fmla="*/ 954564 w 2912392"/>
                <a:gd name="connsiteY98" fmla="*/ 359638 h 481387"/>
                <a:gd name="connsiteX99" fmla="*/ 964305 w 2912392"/>
                <a:gd name="connsiteY99" fmla="*/ 364675 h 481387"/>
                <a:gd name="connsiteX100" fmla="*/ 974045 w 2912392"/>
                <a:gd name="connsiteY100" fmla="*/ 369663 h 481387"/>
                <a:gd name="connsiteX101" fmla="*/ 983786 w 2912392"/>
                <a:gd name="connsiteY101" fmla="*/ 374595 h 481387"/>
                <a:gd name="connsiteX102" fmla="*/ 993522 w 2912392"/>
                <a:gd name="connsiteY102" fmla="*/ 379464 h 481387"/>
                <a:gd name="connsiteX103" fmla="*/ 1003266 w 2912392"/>
                <a:gd name="connsiteY103" fmla="*/ 384264 h 481387"/>
                <a:gd name="connsiteX104" fmla="*/ 1013010 w 2912392"/>
                <a:gd name="connsiteY104" fmla="*/ 388990 h 481387"/>
                <a:gd name="connsiteX105" fmla="*/ 1022754 w 2912392"/>
                <a:gd name="connsiteY105" fmla="*/ 393637 h 481387"/>
                <a:gd name="connsiteX106" fmla="*/ 1032483 w 2912392"/>
                <a:gd name="connsiteY106" fmla="*/ 398199 h 481387"/>
                <a:gd name="connsiteX107" fmla="*/ 1042227 w 2912392"/>
                <a:gd name="connsiteY107" fmla="*/ 402669 h 481387"/>
                <a:gd name="connsiteX108" fmla="*/ 1051971 w 2912392"/>
                <a:gd name="connsiteY108" fmla="*/ 407046 h 481387"/>
                <a:gd name="connsiteX109" fmla="*/ 1061715 w 2912392"/>
                <a:gd name="connsiteY109" fmla="*/ 411322 h 481387"/>
                <a:gd name="connsiteX110" fmla="*/ 1071444 w 2912392"/>
                <a:gd name="connsiteY110" fmla="*/ 415494 h 481387"/>
                <a:gd name="connsiteX111" fmla="*/ 1081188 w 2912392"/>
                <a:gd name="connsiteY111" fmla="*/ 419557 h 481387"/>
                <a:gd name="connsiteX112" fmla="*/ 1090932 w 2912392"/>
                <a:gd name="connsiteY112" fmla="*/ 423508 h 481387"/>
                <a:gd name="connsiteX113" fmla="*/ 1100676 w 2912392"/>
                <a:gd name="connsiteY113" fmla="*/ 427345 h 481387"/>
                <a:gd name="connsiteX114" fmla="*/ 1110405 w 2912392"/>
                <a:gd name="connsiteY114" fmla="*/ 431060 h 481387"/>
                <a:gd name="connsiteX115" fmla="*/ 1120149 w 2912392"/>
                <a:gd name="connsiteY115" fmla="*/ 434654 h 481387"/>
                <a:gd name="connsiteX116" fmla="*/ 1129893 w 2912392"/>
                <a:gd name="connsiteY116" fmla="*/ 438124 h 481387"/>
                <a:gd name="connsiteX117" fmla="*/ 1139637 w 2912392"/>
                <a:gd name="connsiteY117" fmla="*/ 441466 h 481387"/>
                <a:gd name="connsiteX118" fmla="*/ 1149381 w 2912392"/>
                <a:gd name="connsiteY118" fmla="*/ 444676 h 481387"/>
                <a:gd name="connsiteX119" fmla="*/ 1159110 w 2912392"/>
                <a:gd name="connsiteY119" fmla="*/ 447758 h 481387"/>
                <a:gd name="connsiteX120" fmla="*/ 1168854 w 2912392"/>
                <a:gd name="connsiteY120" fmla="*/ 450711 h 481387"/>
                <a:gd name="connsiteX121" fmla="*/ 1178598 w 2912392"/>
                <a:gd name="connsiteY121" fmla="*/ 453512 h 481387"/>
                <a:gd name="connsiteX122" fmla="*/ 1188341 w 2912392"/>
                <a:gd name="connsiteY122" fmla="*/ 456193 h 481387"/>
                <a:gd name="connsiteX123" fmla="*/ 1198070 w 2912392"/>
                <a:gd name="connsiteY123" fmla="*/ 458726 h 481387"/>
                <a:gd name="connsiteX124" fmla="*/ 1207814 w 2912392"/>
                <a:gd name="connsiteY124" fmla="*/ 461140 h 481387"/>
                <a:gd name="connsiteX125" fmla="*/ 1217558 w 2912392"/>
                <a:gd name="connsiteY125" fmla="*/ 463405 h 481387"/>
                <a:gd name="connsiteX126" fmla="*/ 1227302 w 2912392"/>
                <a:gd name="connsiteY126" fmla="*/ 465535 h 481387"/>
                <a:gd name="connsiteX127" fmla="*/ 1237031 w 2912392"/>
                <a:gd name="connsiteY127" fmla="*/ 467517 h 481387"/>
                <a:gd name="connsiteX128" fmla="*/ 1246775 w 2912392"/>
                <a:gd name="connsiteY128" fmla="*/ 469364 h 481387"/>
                <a:gd name="connsiteX129" fmla="*/ 1256519 w 2912392"/>
                <a:gd name="connsiteY129" fmla="*/ 471078 h 481387"/>
                <a:gd name="connsiteX130" fmla="*/ 1266263 w 2912392"/>
                <a:gd name="connsiteY130" fmla="*/ 472657 h 481387"/>
                <a:gd name="connsiteX131" fmla="*/ 1276007 w 2912392"/>
                <a:gd name="connsiteY131" fmla="*/ 474102 h 481387"/>
                <a:gd name="connsiteX132" fmla="*/ 1285736 w 2912392"/>
                <a:gd name="connsiteY132" fmla="*/ 475413 h 481387"/>
                <a:gd name="connsiteX133" fmla="*/ 1295480 w 2912392"/>
                <a:gd name="connsiteY133" fmla="*/ 476590 h 481387"/>
                <a:gd name="connsiteX134" fmla="*/ 1305224 w 2912392"/>
                <a:gd name="connsiteY134" fmla="*/ 477633 h 481387"/>
                <a:gd name="connsiteX135" fmla="*/ 1314968 w 2912392"/>
                <a:gd name="connsiteY135" fmla="*/ 478542 h 481387"/>
                <a:gd name="connsiteX136" fmla="*/ 1324697 w 2912392"/>
                <a:gd name="connsiteY136" fmla="*/ 479317 h 481387"/>
                <a:gd name="connsiteX137" fmla="*/ 1334441 w 2912392"/>
                <a:gd name="connsiteY137" fmla="*/ 479972 h 481387"/>
                <a:gd name="connsiteX138" fmla="*/ 1344185 w 2912392"/>
                <a:gd name="connsiteY138" fmla="*/ 480494 h 481387"/>
                <a:gd name="connsiteX139" fmla="*/ 1353929 w 2912392"/>
                <a:gd name="connsiteY139" fmla="*/ 480896 h 481387"/>
                <a:gd name="connsiteX140" fmla="*/ 1363658 w 2912392"/>
                <a:gd name="connsiteY140" fmla="*/ 481179 h 481387"/>
                <a:gd name="connsiteX141" fmla="*/ 1373402 w 2912392"/>
                <a:gd name="connsiteY141" fmla="*/ 481343 h 481387"/>
                <a:gd name="connsiteX142" fmla="*/ 1383146 w 2912392"/>
                <a:gd name="connsiteY142" fmla="*/ 481388 h 481387"/>
                <a:gd name="connsiteX143" fmla="*/ 1392890 w 2912392"/>
                <a:gd name="connsiteY143" fmla="*/ 481298 h 481387"/>
                <a:gd name="connsiteX144" fmla="*/ 1402619 w 2912392"/>
                <a:gd name="connsiteY144" fmla="*/ 481119 h 481387"/>
                <a:gd name="connsiteX145" fmla="*/ 1412363 w 2912392"/>
                <a:gd name="connsiteY145" fmla="*/ 480807 h 481387"/>
                <a:gd name="connsiteX146" fmla="*/ 1422106 w 2912392"/>
                <a:gd name="connsiteY146" fmla="*/ 480389 h 481387"/>
                <a:gd name="connsiteX147" fmla="*/ 1431850 w 2912392"/>
                <a:gd name="connsiteY147" fmla="*/ 479868 h 481387"/>
                <a:gd name="connsiteX148" fmla="*/ 1441594 w 2912392"/>
                <a:gd name="connsiteY148" fmla="*/ 479227 h 481387"/>
                <a:gd name="connsiteX149" fmla="*/ 1451323 w 2912392"/>
                <a:gd name="connsiteY149" fmla="*/ 478482 h 481387"/>
                <a:gd name="connsiteX150" fmla="*/ 1461067 w 2912392"/>
                <a:gd name="connsiteY150" fmla="*/ 477648 h 481387"/>
                <a:gd name="connsiteX151" fmla="*/ 1470811 w 2912392"/>
                <a:gd name="connsiteY151" fmla="*/ 476694 h 481387"/>
                <a:gd name="connsiteX152" fmla="*/ 1480555 w 2912392"/>
                <a:gd name="connsiteY152" fmla="*/ 475652 h 481387"/>
                <a:gd name="connsiteX153" fmla="*/ 1490284 w 2912392"/>
                <a:gd name="connsiteY153" fmla="*/ 474504 h 481387"/>
                <a:gd name="connsiteX154" fmla="*/ 1500028 w 2912392"/>
                <a:gd name="connsiteY154" fmla="*/ 473253 h 481387"/>
                <a:gd name="connsiteX155" fmla="*/ 1509772 w 2912392"/>
                <a:gd name="connsiteY155" fmla="*/ 471912 h 481387"/>
                <a:gd name="connsiteX156" fmla="*/ 1519516 w 2912392"/>
                <a:gd name="connsiteY156" fmla="*/ 470467 h 481387"/>
                <a:gd name="connsiteX157" fmla="*/ 1529245 w 2912392"/>
                <a:gd name="connsiteY157" fmla="*/ 468932 h 481387"/>
                <a:gd name="connsiteX158" fmla="*/ 1538989 w 2912392"/>
                <a:gd name="connsiteY158" fmla="*/ 467308 h 481387"/>
                <a:gd name="connsiteX159" fmla="*/ 1548733 w 2912392"/>
                <a:gd name="connsiteY159" fmla="*/ 465595 h 481387"/>
                <a:gd name="connsiteX160" fmla="*/ 1558477 w 2912392"/>
                <a:gd name="connsiteY160" fmla="*/ 463777 h 481387"/>
                <a:gd name="connsiteX161" fmla="*/ 1568221 w 2912392"/>
                <a:gd name="connsiteY161" fmla="*/ 461885 h 481387"/>
                <a:gd name="connsiteX162" fmla="*/ 1577950 w 2912392"/>
                <a:gd name="connsiteY162" fmla="*/ 459888 h 481387"/>
                <a:gd name="connsiteX163" fmla="*/ 1587694 w 2912392"/>
                <a:gd name="connsiteY163" fmla="*/ 457817 h 481387"/>
                <a:gd name="connsiteX164" fmla="*/ 1597438 w 2912392"/>
                <a:gd name="connsiteY164" fmla="*/ 455642 h 481387"/>
                <a:gd name="connsiteX165" fmla="*/ 1607182 w 2912392"/>
                <a:gd name="connsiteY165" fmla="*/ 453392 h 481387"/>
                <a:gd name="connsiteX166" fmla="*/ 1616911 w 2912392"/>
                <a:gd name="connsiteY166" fmla="*/ 451053 h 481387"/>
                <a:gd name="connsiteX167" fmla="*/ 1626655 w 2912392"/>
                <a:gd name="connsiteY167" fmla="*/ 448622 h 481387"/>
                <a:gd name="connsiteX168" fmla="*/ 1636399 w 2912392"/>
                <a:gd name="connsiteY168" fmla="*/ 446108 h 481387"/>
                <a:gd name="connsiteX169" fmla="*/ 1646142 w 2912392"/>
                <a:gd name="connsiteY169" fmla="*/ 443507 h 481387"/>
                <a:gd name="connsiteX170" fmla="*/ 1655872 w 2912392"/>
                <a:gd name="connsiteY170" fmla="*/ 440821 h 481387"/>
                <a:gd name="connsiteX171" fmla="*/ 1665616 w 2912392"/>
                <a:gd name="connsiteY171" fmla="*/ 438048 h 481387"/>
                <a:gd name="connsiteX172" fmla="*/ 1675359 w 2912392"/>
                <a:gd name="connsiteY172" fmla="*/ 435190 h 481387"/>
                <a:gd name="connsiteX173" fmla="*/ 1685103 w 2912392"/>
                <a:gd name="connsiteY173" fmla="*/ 432248 h 481387"/>
                <a:gd name="connsiteX174" fmla="*/ 1694832 w 2912392"/>
                <a:gd name="connsiteY174" fmla="*/ 429220 h 481387"/>
                <a:gd name="connsiteX175" fmla="*/ 1704576 w 2912392"/>
                <a:gd name="connsiteY175" fmla="*/ 426108 h 481387"/>
                <a:gd name="connsiteX176" fmla="*/ 1714320 w 2912392"/>
                <a:gd name="connsiteY176" fmla="*/ 422912 h 481387"/>
                <a:gd name="connsiteX177" fmla="*/ 1724064 w 2912392"/>
                <a:gd name="connsiteY177" fmla="*/ 419631 h 481387"/>
                <a:gd name="connsiteX178" fmla="*/ 1733808 w 2912392"/>
                <a:gd name="connsiteY178" fmla="*/ 416266 h 481387"/>
                <a:gd name="connsiteX179" fmla="*/ 1743537 w 2912392"/>
                <a:gd name="connsiteY179" fmla="*/ 412818 h 481387"/>
                <a:gd name="connsiteX180" fmla="*/ 1753281 w 2912392"/>
                <a:gd name="connsiteY180" fmla="*/ 409286 h 481387"/>
                <a:gd name="connsiteX181" fmla="*/ 1763025 w 2912392"/>
                <a:gd name="connsiteY181" fmla="*/ 405671 h 481387"/>
                <a:gd name="connsiteX182" fmla="*/ 1772769 w 2912392"/>
                <a:gd name="connsiteY182" fmla="*/ 401973 h 481387"/>
                <a:gd name="connsiteX183" fmla="*/ 1782498 w 2912392"/>
                <a:gd name="connsiteY183" fmla="*/ 398193 h 481387"/>
                <a:gd name="connsiteX184" fmla="*/ 1792242 w 2912392"/>
                <a:gd name="connsiteY184" fmla="*/ 394331 h 481387"/>
                <a:gd name="connsiteX185" fmla="*/ 1801986 w 2912392"/>
                <a:gd name="connsiteY185" fmla="*/ 390389 h 481387"/>
                <a:gd name="connsiteX186" fmla="*/ 1811730 w 2912392"/>
                <a:gd name="connsiteY186" fmla="*/ 386368 h 481387"/>
                <a:gd name="connsiteX187" fmla="*/ 1821459 w 2912392"/>
                <a:gd name="connsiteY187" fmla="*/ 382266 h 481387"/>
                <a:gd name="connsiteX188" fmla="*/ 1831203 w 2912392"/>
                <a:gd name="connsiteY188" fmla="*/ 378086 h 481387"/>
                <a:gd name="connsiteX189" fmla="*/ 1840947 w 2912392"/>
                <a:gd name="connsiteY189" fmla="*/ 373829 h 481387"/>
                <a:gd name="connsiteX190" fmla="*/ 1850691 w 2912392"/>
                <a:gd name="connsiteY190" fmla="*/ 369496 h 481387"/>
                <a:gd name="connsiteX191" fmla="*/ 1860435 w 2912392"/>
                <a:gd name="connsiteY191" fmla="*/ 365088 h 481387"/>
                <a:gd name="connsiteX192" fmla="*/ 1870164 w 2912392"/>
                <a:gd name="connsiteY192" fmla="*/ 360606 h 481387"/>
                <a:gd name="connsiteX193" fmla="*/ 1879908 w 2912392"/>
                <a:gd name="connsiteY193" fmla="*/ 356054 h 481387"/>
                <a:gd name="connsiteX194" fmla="*/ 1889652 w 2912392"/>
                <a:gd name="connsiteY194" fmla="*/ 351431 h 481387"/>
                <a:gd name="connsiteX195" fmla="*/ 1899395 w 2912392"/>
                <a:gd name="connsiteY195" fmla="*/ 346740 h 481387"/>
                <a:gd name="connsiteX196" fmla="*/ 1909124 w 2912392"/>
                <a:gd name="connsiteY196" fmla="*/ 341984 h 481387"/>
                <a:gd name="connsiteX197" fmla="*/ 1918868 w 2912392"/>
                <a:gd name="connsiteY197" fmla="*/ 337162 h 481387"/>
                <a:gd name="connsiteX198" fmla="*/ 1928612 w 2912392"/>
                <a:gd name="connsiteY198" fmla="*/ 332280 h 481387"/>
                <a:gd name="connsiteX199" fmla="*/ 1938356 w 2912392"/>
                <a:gd name="connsiteY199" fmla="*/ 327340 h 481387"/>
                <a:gd name="connsiteX200" fmla="*/ 1948085 w 2912392"/>
                <a:gd name="connsiteY200" fmla="*/ 322343 h 481387"/>
                <a:gd name="connsiteX201" fmla="*/ 1957829 w 2912392"/>
                <a:gd name="connsiteY201" fmla="*/ 317292 h 481387"/>
                <a:gd name="connsiteX202" fmla="*/ 1967573 w 2912392"/>
                <a:gd name="connsiteY202" fmla="*/ 312190 h 481387"/>
                <a:gd name="connsiteX203" fmla="*/ 1977317 w 2912392"/>
                <a:gd name="connsiteY203" fmla="*/ 307041 h 481387"/>
                <a:gd name="connsiteX204" fmla="*/ 1987046 w 2912392"/>
                <a:gd name="connsiteY204" fmla="*/ 301847 h 481387"/>
                <a:gd name="connsiteX205" fmla="*/ 1996790 w 2912392"/>
                <a:gd name="connsiteY205" fmla="*/ 296615 h 481387"/>
                <a:gd name="connsiteX206" fmla="*/ 2006534 w 2912392"/>
                <a:gd name="connsiteY206" fmla="*/ 291344 h 481387"/>
                <a:gd name="connsiteX207" fmla="*/ 2016278 w 2912392"/>
                <a:gd name="connsiteY207" fmla="*/ 286040 h 481387"/>
                <a:gd name="connsiteX208" fmla="*/ 2026022 w 2912392"/>
                <a:gd name="connsiteY208" fmla="*/ 280706 h 481387"/>
                <a:gd name="connsiteX209" fmla="*/ 2035751 w 2912392"/>
                <a:gd name="connsiteY209" fmla="*/ 275347 h 481387"/>
                <a:gd name="connsiteX210" fmla="*/ 2045495 w 2912392"/>
                <a:gd name="connsiteY210" fmla="*/ 269965 h 481387"/>
                <a:gd name="connsiteX211" fmla="*/ 2055239 w 2912392"/>
                <a:gd name="connsiteY211" fmla="*/ 264567 h 481387"/>
                <a:gd name="connsiteX212" fmla="*/ 2064983 w 2912392"/>
                <a:gd name="connsiteY212" fmla="*/ 259157 h 481387"/>
                <a:gd name="connsiteX213" fmla="*/ 2074712 w 2912392"/>
                <a:gd name="connsiteY213" fmla="*/ 253739 h 481387"/>
                <a:gd name="connsiteX214" fmla="*/ 2084456 w 2912392"/>
                <a:gd name="connsiteY214" fmla="*/ 248315 h 481387"/>
                <a:gd name="connsiteX215" fmla="*/ 2094200 w 2912392"/>
                <a:gd name="connsiteY215" fmla="*/ 242895 h 481387"/>
                <a:gd name="connsiteX216" fmla="*/ 2103944 w 2912392"/>
                <a:gd name="connsiteY216" fmla="*/ 237479 h 481387"/>
                <a:gd name="connsiteX217" fmla="*/ 2113673 w 2912392"/>
                <a:gd name="connsiteY217" fmla="*/ 232074 h 481387"/>
                <a:gd name="connsiteX218" fmla="*/ 2123417 w 2912392"/>
                <a:gd name="connsiteY218" fmla="*/ 226685 h 481387"/>
                <a:gd name="connsiteX219" fmla="*/ 2133161 w 2912392"/>
                <a:gd name="connsiteY219" fmla="*/ 221315 h 481387"/>
                <a:gd name="connsiteX220" fmla="*/ 2142905 w 2912392"/>
                <a:gd name="connsiteY220" fmla="*/ 215973 h 481387"/>
                <a:gd name="connsiteX221" fmla="*/ 2152649 w 2912392"/>
                <a:gd name="connsiteY221" fmla="*/ 210660 h 481387"/>
                <a:gd name="connsiteX222" fmla="*/ 2162377 w 2912392"/>
                <a:gd name="connsiteY222" fmla="*/ 205384 h 481387"/>
                <a:gd name="connsiteX223" fmla="*/ 2172121 w 2912392"/>
                <a:gd name="connsiteY223" fmla="*/ 200147 h 481387"/>
                <a:gd name="connsiteX224" fmla="*/ 2181865 w 2912392"/>
                <a:gd name="connsiteY224" fmla="*/ 194958 h 481387"/>
                <a:gd name="connsiteX225" fmla="*/ 2191609 w 2912392"/>
                <a:gd name="connsiteY225" fmla="*/ 189819 h 481387"/>
                <a:gd name="connsiteX226" fmla="*/ 2201338 w 2912392"/>
                <a:gd name="connsiteY226" fmla="*/ 184735 h 481387"/>
                <a:gd name="connsiteX227" fmla="*/ 2211082 w 2912392"/>
                <a:gd name="connsiteY227" fmla="*/ 179713 h 481387"/>
                <a:gd name="connsiteX228" fmla="*/ 2220826 w 2912392"/>
                <a:gd name="connsiteY228" fmla="*/ 174756 h 481387"/>
                <a:gd name="connsiteX229" fmla="*/ 2230570 w 2912392"/>
                <a:gd name="connsiteY229" fmla="*/ 169871 h 481387"/>
                <a:gd name="connsiteX230" fmla="*/ 2240299 w 2912392"/>
                <a:gd name="connsiteY230" fmla="*/ 165061 h 481387"/>
                <a:gd name="connsiteX231" fmla="*/ 2250043 w 2912392"/>
                <a:gd name="connsiteY231" fmla="*/ 160331 h 481387"/>
                <a:gd name="connsiteX232" fmla="*/ 2259787 w 2912392"/>
                <a:gd name="connsiteY232" fmla="*/ 155685 h 481387"/>
                <a:gd name="connsiteX233" fmla="*/ 2269531 w 2912392"/>
                <a:gd name="connsiteY233" fmla="*/ 151129 h 481387"/>
                <a:gd name="connsiteX234" fmla="*/ 2279260 w 2912392"/>
                <a:gd name="connsiteY234" fmla="*/ 146666 h 481387"/>
                <a:gd name="connsiteX235" fmla="*/ 2289004 w 2912392"/>
                <a:gd name="connsiteY235" fmla="*/ 142300 h 481387"/>
                <a:gd name="connsiteX236" fmla="*/ 2298748 w 2912392"/>
                <a:gd name="connsiteY236" fmla="*/ 138036 h 481387"/>
                <a:gd name="connsiteX237" fmla="*/ 2308492 w 2912392"/>
                <a:gd name="connsiteY237" fmla="*/ 133876 h 481387"/>
                <a:gd name="connsiteX238" fmla="*/ 2318236 w 2912392"/>
                <a:gd name="connsiteY238" fmla="*/ 129825 h 481387"/>
                <a:gd name="connsiteX239" fmla="*/ 2327965 w 2912392"/>
                <a:gd name="connsiteY239" fmla="*/ 125886 h 481387"/>
                <a:gd name="connsiteX240" fmla="*/ 2337709 w 2912392"/>
                <a:gd name="connsiteY240" fmla="*/ 122061 h 481387"/>
                <a:gd name="connsiteX241" fmla="*/ 2347453 w 2912392"/>
                <a:gd name="connsiteY241" fmla="*/ 118355 h 481387"/>
                <a:gd name="connsiteX242" fmla="*/ 2357197 w 2912392"/>
                <a:gd name="connsiteY242" fmla="*/ 114768 h 481387"/>
                <a:gd name="connsiteX243" fmla="*/ 2366926 w 2912392"/>
                <a:gd name="connsiteY243" fmla="*/ 111304 h 481387"/>
                <a:gd name="connsiteX244" fmla="*/ 2376670 w 2912392"/>
                <a:gd name="connsiteY244" fmla="*/ 107964 h 481387"/>
                <a:gd name="connsiteX245" fmla="*/ 2386413 w 2912392"/>
                <a:gd name="connsiteY245" fmla="*/ 104750 h 481387"/>
                <a:gd name="connsiteX246" fmla="*/ 2396157 w 2912392"/>
                <a:gd name="connsiteY246" fmla="*/ 101665 h 481387"/>
                <a:gd name="connsiteX247" fmla="*/ 2405886 w 2912392"/>
                <a:gd name="connsiteY247" fmla="*/ 98706 h 481387"/>
                <a:gd name="connsiteX248" fmla="*/ 2415630 w 2912392"/>
                <a:gd name="connsiteY248" fmla="*/ 95878 h 481387"/>
                <a:gd name="connsiteX249" fmla="*/ 2425374 w 2912392"/>
                <a:gd name="connsiteY249" fmla="*/ 93178 h 481387"/>
                <a:gd name="connsiteX250" fmla="*/ 2435118 w 2912392"/>
                <a:gd name="connsiteY250" fmla="*/ 90610 h 481387"/>
                <a:gd name="connsiteX251" fmla="*/ 2444862 w 2912392"/>
                <a:gd name="connsiteY251" fmla="*/ 88171 h 481387"/>
                <a:gd name="connsiteX252" fmla="*/ 2454591 w 2912392"/>
                <a:gd name="connsiteY252" fmla="*/ 85858 h 481387"/>
                <a:gd name="connsiteX253" fmla="*/ 2464335 w 2912392"/>
                <a:gd name="connsiteY253" fmla="*/ 83676 h 481387"/>
                <a:gd name="connsiteX254" fmla="*/ 2474079 w 2912392"/>
                <a:gd name="connsiteY254" fmla="*/ 81620 h 481387"/>
                <a:gd name="connsiteX255" fmla="*/ 2483823 w 2912392"/>
                <a:gd name="connsiteY255" fmla="*/ 79687 h 481387"/>
                <a:gd name="connsiteX256" fmla="*/ 2493552 w 2912392"/>
                <a:gd name="connsiteY256" fmla="*/ 77878 h 481387"/>
                <a:gd name="connsiteX257" fmla="*/ 2503296 w 2912392"/>
                <a:gd name="connsiteY257" fmla="*/ 76189 h 481387"/>
                <a:gd name="connsiteX258" fmla="*/ 2513040 w 2912392"/>
                <a:gd name="connsiteY258" fmla="*/ 74617 h 481387"/>
                <a:gd name="connsiteX259" fmla="*/ 2522784 w 2912392"/>
                <a:gd name="connsiteY259" fmla="*/ 73162 h 481387"/>
                <a:gd name="connsiteX260" fmla="*/ 2532513 w 2912392"/>
                <a:gd name="connsiteY260" fmla="*/ 71815 h 481387"/>
                <a:gd name="connsiteX261" fmla="*/ 2542257 w 2912392"/>
                <a:gd name="connsiteY261" fmla="*/ 70576 h 481387"/>
                <a:gd name="connsiteX262" fmla="*/ 2552001 w 2912392"/>
                <a:gd name="connsiteY262" fmla="*/ 69440 h 481387"/>
                <a:gd name="connsiteX263" fmla="*/ 2561745 w 2912392"/>
                <a:gd name="connsiteY263" fmla="*/ 68403 h 481387"/>
                <a:gd name="connsiteX264" fmla="*/ 2571474 w 2912392"/>
                <a:gd name="connsiteY264" fmla="*/ 67461 h 481387"/>
                <a:gd name="connsiteX265" fmla="*/ 2581218 w 2912392"/>
                <a:gd name="connsiteY265" fmla="*/ 66606 h 481387"/>
                <a:gd name="connsiteX266" fmla="*/ 2590962 w 2912392"/>
                <a:gd name="connsiteY266" fmla="*/ 65836 h 481387"/>
                <a:gd name="connsiteX267" fmla="*/ 2600705 w 2912392"/>
                <a:gd name="connsiteY267" fmla="*/ 65143 h 481387"/>
                <a:gd name="connsiteX268" fmla="*/ 2610449 w 2912392"/>
                <a:gd name="connsiteY268" fmla="*/ 64523 h 481387"/>
                <a:gd name="connsiteX269" fmla="*/ 2620178 w 2912392"/>
                <a:gd name="connsiteY269" fmla="*/ 63969 h 481387"/>
                <a:gd name="connsiteX270" fmla="*/ 2629922 w 2912392"/>
                <a:gd name="connsiteY270" fmla="*/ 63476 h 481387"/>
                <a:gd name="connsiteX271" fmla="*/ 2639666 w 2912392"/>
                <a:gd name="connsiteY271" fmla="*/ 63035 h 481387"/>
                <a:gd name="connsiteX272" fmla="*/ 2649410 w 2912392"/>
                <a:gd name="connsiteY272" fmla="*/ 62641 h 481387"/>
                <a:gd name="connsiteX273" fmla="*/ 2659139 w 2912392"/>
                <a:gd name="connsiteY273" fmla="*/ 62287 h 481387"/>
                <a:gd name="connsiteX274" fmla="*/ 2668883 w 2912392"/>
                <a:gd name="connsiteY274" fmla="*/ 61966 h 481387"/>
                <a:gd name="connsiteX275" fmla="*/ 2678627 w 2912392"/>
                <a:gd name="connsiteY275" fmla="*/ 61673 h 481387"/>
                <a:gd name="connsiteX276" fmla="*/ 2688371 w 2912392"/>
                <a:gd name="connsiteY276" fmla="*/ 61397 h 481387"/>
                <a:gd name="connsiteX277" fmla="*/ 2698100 w 2912392"/>
                <a:gd name="connsiteY277" fmla="*/ 61135 h 481387"/>
                <a:gd name="connsiteX278" fmla="*/ 2707844 w 2912392"/>
                <a:gd name="connsiteY278" fmla="*/ 60877 h 481387"/>
                <a:gd name="connsiteX279" fmla="*/ 2717588 w 2912392"/>
                <a:gd name="connsiteY279" fmla="*/ 60617 h 481387"/>
                <a:gd name="connsiteX280" fmla="*/ 2727332 w 2912392"/>
                <a:gd name="connsiteY280" fmla="*/ 60347 h 481387"/>
                <a:gd name="connsiteX281" fmla="*/ 2737076 w 2912392"/>
                <a:gd name="connsiteY281" fmla="*/ 60061 h 481387"/>
                <a:gd name="connsiteX282" fmla="*/ 2746805 w 2912392"/>
                <a:gd name="connsiteY282" fmla="*/ 59752 h 481387"/>
                <a:gd name="connsiteX283" fmla="*/ 2756549 w 2912392"/>
                <a:gd name="connsiteY283" fmla="*/ 59413 h 481387"/>
                <a:gd name="connsiteX284" fmla="*/ 2766293 w 2912392"/>
                <a:gd name="connsiteY284" fmla="*/ 59036 h 481387"/>
                <a:gd name="connsiteX285" fmla="*/ 2776037 w 2912392"/>
                <a:gd name="connsiteY285" fmla="*/ 58616 h 481387"/>
                <a:gd name="connsiteX286" fmla="*/ 2785766 w 2912392"/>
                <a:gd name="connsiteY286" fmla="*/ 58145 h 481387"/>
                <a:gd name="connsiteX287" fmla="*/ 2795510 w 2912392"/>
                <a:gd name="connsiteY287" fmla="*/ 57619 h 481387"/>
                <a:gd name="connsiteX288" fmla="*/ 2805254 w 2912392"/>
                <a:gd name="connsiteY288" fmla="*/ 57030 h 481387"/>
                <a:gd name="connsiteX289" fmla="*/ 2814998 w 2912392"/>
                <a:gd name="connsiteY289" fmla="*/ 56375 h 481387"/>
                <a:gd name="connsiteX290" fmla="*/ 2824727 w 2912392"/>
                <a:gd name="connsiteY290" fmla="*/ 55645 h 481387"/>
                <a:gd name="connsiteX291" fmla="*/ 2834471 w 2912392"/>
                <a:gd name="connsiteY291" fmla="*/ 54837 h 481387"/>
                <a:gd name="connsiteX292" fmla="*/ 2844215 w 2912392"/>
                <a:gd name="connsiteY292" fmla="*/ 53948 h 481387"/>
                <a:gd name="connsiteX293" fmla="*/ 2853958 w 2912392"/>
                <a:gd name="connsiteY293" fmla="*/ 52969 h 481387"/>
                <a:gd name="connsiteX294" fmla="*/ 2863687 w 2912392"/>
                <a:gd name="connsiteY294" fmla="*/ 51899 h 481387"/>
                <a:gd name="connsiteX295" fmla="*/ 2873431 w 2912392"/>
                <a:gd name="connsiteY295" fmla="*/ 50734 h 481387"/>
                <a:gd name="connsiteX296" fmla="*/ 2883175 w 2912392"/>
                <a:gd name="connsiteY296" fmla="*/ 49471 h 481387"/>
                <a:gd name="connsiteX297" fmla="*/ 2892919 w 2912392"/>
                <a:gd name="connsiteY297" fmla="*/ 48107 h 481387"/>
                <a:gd name="connsiteX298" fmla="*/ 2902663 w 2912392"/>
                <a:gd name="connsiteY298" fmla="*/ 46638 h 481387"/>
                <a:gd name="connsiteX299" fmla="*/ 2912392 w 2912392"/>
                <a:gd name="connsiteY299" fmla="*/ 45064 h 481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81387">
                  <a:moveTo>
                    <a:pt x="0" y="0"/>
                  </a:moveTo>
                  <a:lnTo>
                    <a:pt x="9739" y="5608"/>
                  </a:lnTo>
                  <a:lnTo>
                    <a:pt x="19480" y="11153"/>
                  </a:lnTo>
                  <a:lnTo>
                    <a:pt x="29221" y="16632"/>
                  </a:lnTo>
                  <a:lnTo>
                    <a:pt x="38961" y="22034"/>
                  </a:lnTo>
                  <a:lnTo>
                    <a:pt x="48702" y="27356"/>
                  </a:lnTo>
                  <a:lnTo>
                    <a:pt x="58443" y="32590"/>
                  </a:lnTo>
                  <a:lnTo>
                    <a:pt x="68182" y="37730"/>
                  </a:lnTo>
                  <a:lnTo>
                    <a:pt x="77923" y="42774"/>
                  </a:lnTo>
                  <a:lnTo>
                    <a:pt x="87664" y="47713"/>
                  </a:lnTo>
                  <a:lnTo>
                    <a:pt x="97404" y="52546"/>
                  </a:lnTo>
                  <a:lnTo>
                    <a:pt x="107145" y="57267"/>
                  </a:lnTo>
                  <a:lnTo>
                    <a:pt x="116886" y="61874"/>
                  </a:lnTo>
                  <a:lnTo>
                    <a:pt x="126625" y="66366"/>
                  </a:lnTo>
                  <a:lnTo>
                    <a:pt x="136366" y="70737"/>
                  </a:lnTo>
                  <a:lnTo>
                    <a:pt x="146107" y="74988"/>
                  </a:lnTo>
                  <a:lnTo>
                    <a:pt x="155846" y="79117"/>
                  </a:lnTo>
                  <a:lnTo>
                    <a:pt x="165587" y="83123"/>
                  </a:lnTo>
                  <a:lnTo>
                    <a:pt x="175328" y="87006"/>
                  </a:lnTo>
                  <a:lnTo>
                    <a:pt x="185068" y="90766"/>
                  </a:lnTo>
                  <a:lnTo>
                    <a:pt x="194809" y="94403"/>
                  </a:lnTo>
                  <a:lnTo>
                    <a:pt x="204550" y="97921"/>
                  </a:lnTo>
                  <a:lnTo>
                    <a:pt x="214289" y="101318"/>
                  </a:lnTo>
                  <a:lnTo>
                    <a:pt x="224030" y="104597"/>
                  </a:lnTo>
                  <a:lnTo>
                    <a:pt x="233771" y="107761"/>
                  </a:lnTo>
                  <a:lnTo>
                    <a:pt x="243510" y="110816"/>
                  </a:lnTo>
                  <a:lnTo>
                    <a:pt x="253251" y="113760"/>
                  </a:lnTo>
                  <a:lnTo>
                    <a:pt x="262992" y="116601"/>
                  </a:lnTo>
                  <a:lnTo>
                    <a:pt x="272732" y="119341"/>
                  </a:lnTo>
                  <a:lnTo>
                    <a:pt x="282473" y="121984"/>
                  </a:lnTo>
                  <a:lnTo>
                    <a:pt x="292214" y="124538"/>
                  </a:lnTo>
                  <a:lnTo>
                    <a:pt x="301953" y="127005"/>
                  </a:lnTo>
                  <a:lnTo>
                    <a:pt x="311694" y="129393"/>
                  </a:lnTo>
                  <a:lnTo>
                    <a:pt x="321435" y="131707"/>
                  </a:lnTo>
                  <a:lnTo>
                    <a:pt x="331175" y="133951"/>
                  </a:lnTo>
                  <a:lnTo>
                    <a:pt x="340916" y="136135"/>
                  </a:lnTo>
                  <a:lnTo>
                    <a:pt x="350656" y="138263"/>
                  </a:lnTo>
                  <a:lnTo>
                    <a:pt x="360396" y="140343"/>
                  </a:lnTo>
                  <a:lnTo>
                    <a:pt x="370137" y="142379"/>
                  </a:lnTo>
                  <a:lnTo>
                    <a:pt x="379878" y="144383"/>
                  </a:lnTo>
                  <a:lnTo>
                    <a:pt x="389617" y="146357"/>
                  </a:lnTo>
                  <a:lnTo>
                    <a:pt x="399358" y="148312"/>
                  </a:lnTo>
                  <a:lnTo>
                    <a:pt x="409099" y="150253"/>
                  </a:lnTo>
                  <a:lnTo>
                    <a:pt x="418839" y="152189"/>
                  </a:lnTo>
                  <a:lnTo>
                    <a:pt x="428580" y="154124"/>
                  </a:lnTo>
                  <a:lnTo>
                    <a:pt x="438321" y="156068"/>
                  </a:lnTo>
                  <a:lnTo>
                    <a:pt x="448060" y="158029"/>
                  </a:lnTo>
                  <a:lnTo>
                    <a:pt x="457801" y="160011"/>
                  </a:lnTo>
                  <a:lnTo>
                    <a:pt x="467542" y="162021"/>
                  </a:lnTo>
                  <a:lnTo>
                    <a:pt x="477281" y="164068"/>
                  </a:lnTo>
                  <a:lnTo>
                    <a:pt x="487022" y="166156"/>
                  </a:lnTo>
                  <a:lnTo>
                    <a:pt x="496763" y="168293"/>
                  </a:lnTo>
                  <a:lnTo>
                    <a:pt x="506503" y="170485"/>
                  </a:lnTo>
                  <a:lnTo>
                    <a:pt x="516244" y="172737"/>
                  </a:lnTo>
                  <a:lnTo>
                    <a:pt x="525985" y="175054"/>
                  </a:lnTo>
                  <a:lnTo>
                    <a:pt x="535724" y="177444"/>
                  </a:lnTo>
                  <a:lnTo>
                    <a:pt x="545465" y="179910"/>
                  </a:lnTo>
                  <a:lnTo>
                    <a:pt x="555206" y="182456"/>
                  </a:lnTo>
                  <a:lnTo>
                    <a:pt x="564946" y="185086"/>
                  </a:lnTo>
                  <a:lnTo>
                    <a:pt x="574687" y="187806"/>
                  </a:lnTo>
                  <a:lnTo>
                    <a:pt x="584428" y="190618"/>
                  </a:lnTo>
                  <a:lnTo>
                    <a:pt x="594167" y="193524"/>
                  </a:lnTo>
                  <a:lnTo>
                    <a:pt x="603908" y="196530"/>
                  </a:lnTo>
                  <a:lnTo>
                    <a:pt x="613649" y="199634"/>
                  </a:lnTo>
                  <a:lnTo>
                    <a:pt x="623388" y="202842"/>
                  </a:lnTo>
                  <a:lnTo>
                    <a:pt x="633129" y="206153"/>
                  </a:lnTo>
                  <a:lnTo>
                    <a:pt x="642870" y="209569"/>
                  </a:lnTo>
                  <a:lnTo>
                    <a:pt x="652610" y="213090"/>
                  </a:lnTo>
                  <a:lnTo>
                    <a:pt x="662351" y="216715"/>
                  </a:lnTo>
                  <a:lnTo>
                    <a:pt x="672092" y="220447"/>
                  </a:lnTo>
                  <a:lnTo>
                    <a:pt x="681831" y="224282"/>
                  </a:lnTo>
                  <a:lnTo>
                    <a:pt x="691572" y="228220"/>
                  </a:lnTo>
                  <a:lnTo>
                    <a:pt x="701313" y="232259"/>
                  </a:lnTo>
                  <a:lnTo>
                    <a:pt x="711052" y="236398"/>
                  </a:lnTo>
                  <a:lnTo>
                    <a:pt x="720793" y="240633"/>
                  </a:lnTo>
                  <a:lnTo>
                    <a:pt x="730534" y="244965"/>
                  </a:lnTo>
                  <a:lnTo>
                    <a:pt x="740274" y="249385"/>
                  </a:lnTo>
                  <a:lnTo>
                    <a:pt x="750015" y="253895"/>
                  </a:lnTo>
                  <a:lnTo>
                    <a:pt x="759756" y="258487"/>
                  </a:lnTo>
                  <a:lnTo>
                    <a:pt x="769495" y="263159"/>
                  </a:lnTo>
                  <a:lnTo>
                    <a:pt x="779236" y="267908"/>
                  </a:lnTo>
                  <a:lnTo>
                    <a:pt x="788977" y="272724"/>
                  </a:lnTo>
                  <a:lnTo>
                    <a:pt x="798717" y="277607"/>
                  </a:lnTo>
                  <a:lnTo>
                    <a:pt x="808458" y="282549"/>
                  </a:lnTo>
                  <a:lnTo>
                    <a:pt x="818199" y="287544"/>
                  </a:lnTo>
                  <a:lnTo>
                    <a:pt x="827938" y="292589"/>
                  </a:lnTo>
                  <a:lnTo>
                    <a:pt x="837679" y="297676"/>
                  </a:lnTo>
                  <a:lnTo>
                    <a:pt x="847420" y="302798"/>
                  </a:lnTo>
                  <a:lnTo>
                    <a:pt x="857159" y="307950"/>
                  </a:lnTo>
                  <a:lnTo>
                    <a:pt x="866900" y="313125"/>
                  </a:lnTo>
                  <a:lnTo>
                    <a:pt x="876641" y="318317"/>
                  </a:lnTo>
                  <a:lnTo>
                    <a:pt x="886381" y="323518"/>
                  </a:lnTo>
                  <a:lnTo>
                    <a:pt x="896122" y="328722"/>
                  </a:lnTo>
                  <a:lnTo>
                    <a:pt x="905863" y="333923"/>
                  </a:lnTo>
                  <a:lnTo>
                    <a:pt x="915602" y="339114"/>
                  </a:lnTo>
                  <a:lnTo>
                    <a:pt x="925343" y="344287"/>
                  </a:lnTo>
                  <a:lnTo>
                    <a:pt x="935084" y="349436"/>
                  </a:lnTo>
                  <a:lnTo>
                    <a:pt x="944824" y="354556"/>
                  </a:lnTo>
                  <a:lnTo>
                    <a:pt x="954564" y="359638"/>
                  </a:lnTo>
                  <a:lnTo>
                    <a:pt x="964305" y="364675"/>
                  </a:lnTo>
                  <a:lnTo>
                    <a:pt x="974045" y="369663"/>
                  </a:lnTo>
                  <a:lnTo>
                    <a:pt x="983786" y="374595"/>
                  </a:lnTo>
                  <a:lnTo>
                    <a:pt x="993522" y="379464"/>
                  </a:lnTo>
                  <a:lnTo>
                    <a:pt x="1003266" y="384264"/>
                  </a:lnTo>
                  <a:lnTo>
                    <a:pt x="1013010" y="388990"/>
                  </a:lnTo>
                  <a:lnTo>
                    <a:pt x="1022754" y="393637"/>
                  </a:lnTo>
                  <a:lnTo>
                    <a:pt x="1032483" y="398199"/>
                  </a:lnTo>
                  <a:lnTo>
                    <a:pt x="1042227" y="402669"/>
                  </a:lnTo>
                  <a:lnTo>
                    <a:pt x="1051971" y="407046"/>
                  </a:lnTo>
                  <a:lnTo>
                    <a:pt x="1061715" y="411322"/>
                  </a:lnTo>
                  <a:lnTo>
                    <a:pt x="1071444" y="415494"/>
                  </a:lnTo>
                  <a:lnTo>
                    <a:pt x="1081188" y="419557"/>
                  </a:lnTo>
                  <a:lnTo>
                    <a:pt x="1090932" y="423508"/>
                  </a:lnTo>
                  <a:lnTo>
                    <a:pt x="1100676" y="427345"/>
                  </a:lnTo>
                  <a:lnTo>
                    <a:pt x="1110405" y="431060"/>
                  </a:lnTo>
                  <a:lnTo>
                    <a:pt x="1120149" y="434654"/>
                  </a:lnTo>
                  <a:lnTo>
                    <a:pt x="1129893" y="438124"/>
                  </a:lnTo>
                  <a:lnTo>
                    <a:pt x="1139637" y="441466"/>
                  </a:lnTo>
                  <a:lnTo>
                    <a:pt x="1149381" y="444676"/>
                  </a:lnTo>
                  <a:lnTo>
                    <a:pt x="1159110" y="447758"/>
                  </a:lnTo>
                  <a:lnTo>
                    <a:pt x="1168854" y="450711"/>
                  </a:lnTo>
                  <a:lnTo>
                    <a:pt x="1178598" y="453512"/>
                  </a:lnTo>
                  <a:lnTo>
                    <a:pt x="1188341" y="456193"/>
                  </a:lnTo>
                  <a:lnTo>
                    <a:pt x="1198070" y="458726"/>
                  </a:lnTo>
                  <a:lnTo>
                    <a:pt x="1207814" y="461140"/>
                  </a:lnTo>
                  <a:lnTo>
                    <a:pt x="1217558" y="463405"/>
                  </a:lnTo>
                  <a:lnTo>
                    <a:pt x="1227302" y="465535"/>
                  </a:lnTo>
                  <a:lnTo>
                    <a:pt x="1237031" y="467517"/>
                  </a:lnTo>
                  <a:lnTo>
                    <a:pt x="1246775" y="469364"/>
                  </a:lnTo>
                  <a:lnTo>
                    <a:pt x="1256519" y="471078"/>
                  </a:lnTo>
                  <a:lnTo>
                    <a:pt x="1266263" y="472657"/>
                  </a:lnTo>
                  <a:lnTo>
                    <a:pt x="1276007" y="474102"/>
                  </a:lnTo>
                  <a:lnTo>
                    <a:pt x="1285736" y="475413"/>
                  </a:lnTo>
                  <a:lnTo>
                    <a:pt x="1295480" y="476590"/>
                  </a:lnTo>
                  <a:lnTo>
                    <a:pt x="1305224" y="477633"/>
                  </a:lnTo>
                  <a:lnTo>
                    <a:pt x="1314968" y="478542"/>
                  </a:lnTo>
                  <a:lnTo>
                    <a:pt x="1324697" y="479317"/>
                  </a:lnTo>
                  <a:lnTo>
                    <a:pt x="1334441" y="479972"/>
                  </a:lnTo>
                  <a:lnTo>
                    <a:pt x="1344185" y="480494"/>
                  </a:lnTo>
                  <a:lnTo>
                    <a:pt x="1353929" y="480896"/>
                  </a:lnTo>
                  <a:lnTo>
                    <a:pt x="1363658" y="481179"/>
                  </a:lnTo>
                  <a:lnTo>
                    <a:pt x="1373402" y="481343"/>
                  </a:lnTo>
                  <a:lnTo>
                    <a:pt x="1383146" y="481388"/>
                  </a:lnTo>
                  <a:lnTo>
                    <a:pt x="1392890" y="481298"/>
                  </a:lnTo>
                  <a:lnTo>
                    <a:pt x="1402619" y="481119"/>
                  </a:lnTo>
                  <a:lnTo>
                    <a:pt x="1412363" y="480807"/>
                  </a:lnTo>
                  <a:lnTo>
                    <a:pt x="1422106" y="480389"/>
                  </a:lnTo>
                  <a:lnTo>
                    <a:pt x="1431850" y="479868"/>
                  </a:lnTo>
                  <a:lnTo>
                    <a:pt x="1441594" y="479227"/>
                  </a:lnTo>
                  <a:lnTo>
                    <a:pt x="1451323" y="478482"/>
                  </a:lnTo>
                  <a:lnTo>
                    <a:pt x="1461067" y="477648"/>
                  </a:lnTo>
                  <a:lnTo>
                    <a:pt x="1470811" y="476694"/>
                  </a:lnTo>
                  <a:lnTo>
                    <a:pt x="1480555" y="475652"/>
                  </a:lnTo>
                  <a:lnTo>
                    <a:pt x="1490284" y="474504"/>
                  </a:lnTo>
                  <a:lnTo>
                    <a:pt x="1500028" y="473253"/>
                  </a:lnTo>
                  <a:lnTo>
                    <a:pt x="1509772" y="471912"/>
                  </a:lnTo>
                  <a:lnTo>
                    <a:pt x="1519516" y="470467"/>
                  </a:lnTo>
                  <a:lnTo>
                    <a:pt x="1529245" y="468932"/>
                  </a:lnTo>
                  <a:lnTo>
                    <a:pt x="1538989" y="467308"/>
                  </a:lnTo>
                  <a:lnTo>
                    <a:pt x="1548733" y="465595"/>
                  </a:lnTo>
                  <a:lnTo>
                    <a:pt x="1558477" y="463777"/>
                  </a:lnTo>
                  <a:lnTo>
                    <a:pt x="1568221" y="461885"/>
                  </a:lnTo>
                  <a:lnTo>
                    <a:pt x="1577950" y="459888"/>
                  </a:lnTo>
                  <a:lnTo>
                    <a:pt x="1587694" y="457817"/>
                  </a:lnTo>
                  <a:lnTo>
                    <a:pt x="1597438" y="455642"/>
                  </a:lnTo>
                  <a:lnTo>
                    <a:pt x="1607182" y="453392"/>
                  </a:lnTo>
                  <a:lnTo>
                    <a:pt x="1616911" y="451053"/>
                  </a:lnTo>
                  <a:lnTo>
                    <a:pt x="1626655" y="448622"/>
                  </a:lnTo>
                  <a:lnTo>
                    <a:pt x="1636399" y="446108"/>
                  </a:lnTo>
                  <a:lnTo>
                    <a:pt x="1646142" y="443507"/>
                  </a:lnTo>
                  <a:lnTo>
                    <a:pt x="1655872" y="440821"/>
                  </a:lnTo>
                  <a:lnTo>
                    <a:pt x="1665616" y="438048"/>
                  </a:lnTo>
                  <a:lnTo>
                    <a:pt x="1675359" y="435190"/>
                  </a:lnTo>
                  <a:lnTo>
                    <a:pt x="1685103" y="432248"/>
                  </a:lnTo>
                  <a:lnTo>
                    <a:pt x="1694832" y="429220"/>
                  </a:lnTo>
                  <a:lnTo>
                    <a:pt x="1704576" y="426108"/>
                  </a:lnTo>
                  <a:lnTo>
                    <a:pt x="1714320" y="422912"/>
                  </a:lnTo>
                  <a:lnTo>
                    <a:pt x="1724064" y="419631"/>
                  </a:lnTo>
                  <a:lnTo>
                    <a:pt x="1733808" y="416266"/>
                  </a:lnTo>
                  <a:lnTo>
                    <a:pt x="1743537" y="412818"/>
                  </a:lnTo>
                  <a:lnTo>
                    <a:pt x="1753281" y="409286"/>
                  </a:lnTo>
                  <a:lnTo>
                    <a:pt x="1763025" y="405671"/>
                  </a:lnTo>
                  <a:lnTo>
                    <a:pt x="1772769" y="401973"/>
                  </a:lnTo>
                  <a:lnTo>
                    <a:pt x="1782498" y="398193"/>
                  </a:lnTo>
                  <a:lnTo>
                    <a:pt x="1792242" y="394331"/>
                  </a:lnTo>
                  <a:lnTo>
                    <a:pt x="1801986" y="390389"/>
                  </a:lnTo>
                  <a:lnTo>
                    <a:pt x="1811730" y="386368"/>
                  </a:lnTo>
                  <a:lnTo>
                    <a:pt x="1821459" y="382266"/>
                  </a:lnTo>
                  <a:lnTo>
                    <a:pt x="1831203" y="378086"/>
                  </a:lnTo>
                  <a:lnTo>
                    <a:pt x="1840947" y="373829"/>
                  </a:lnTo>
                  <a:lnTo>
                    <a:pt x="1850691" y="369496"/>
                  </a:lnTo>
                  <a:lnTo>
                    <a:pt x="1860435" y="365088"/>
                  </a:lnTo>
                  <a:lnTo>
                    <a:pt x="1870164" y="360606"/>
                  </a:lnTo>
                  <a:lnTo>
                    <a:pt x="1879908" y="356054"/>
                  </a:lnTo>
                  <a:lnTo>
                    <a:pt x="1889652" y="351431"/>
                  </a:lnTo>
                  <a:lnTo>
                    <a:pt x="1899395" y="346740"/>
                  </a:lnTo>
                  <a:lnTo>
                    <a:pt x="1909124" y="341984"/>
                  </a:lnTo>
                  <a:lnTo>
                    <a:pt x="1918868" y="337162"/>
                  </a:lnTo>
                  <a:lnTo>
                    <a:pt x="1928612" y="332280"/>
                  </a:lnTo>
                  <a:lnTo>
                    <a:pt x="1938356" y="327340"/>
                  </a:lnTo>
                  <a:lnTo>
                    <a:pt x="1948085" y="322343"/>
                  </a:lnTo>
                  <a:lnTo>
                    <a:pt x="1957829" y="317292"/>
                  </a:lnTo>
                  <a:lnTo>
                    <a:pt x="1967573" y="312190"/>
                  </a:lnTo>
                  <a:lnTo>
                    <a:pt x="1977317" y="307041"/>
                  </a:lnTo>
                  <a:lnTo>
                    <a:pt x="1987046" y="301847"/>
                  </a:lnTo>
                  <a:lnTo>
                    <a:pt x="1996790" y="296615"/>
                  </a:lnTo>
                  <a:lnTo>
                    <a:pt x="2006534" y="291344"/>
                  </a:lnTo>
                  <a:lnTo>
                    <a:pt x="2016278" y="286040"/>
                  </a:lnTo>
                  <a:lnTo>
                    <a:pt x="2026022" y="280706"/>
                  </a:lnTo>
                  <a:lnTo>
                    <a:pt x="2035751" y="275347"/>
                  </a:lnTo>
                  <a:lnTo>
                    <a:pt x="2045495" y="269965"/>
                  </a:lnTo>
                  <a:lnTo>
                    <a:pt x="2055239" y="264567"/>
                  </a:lnTo>
                  <a:lnTo>
                    <a:pt x="2064983" y="259157"/>
                  </a:lnTo>
                  <a:lnTo>
                    <a:pt x="2074712" y="253739"/>
                  </a:lnTo>
                  <a:lnTo>
                    <a:pt x="2084456" y="248315"/>
                  </a:lnTo>
                  <a:lnTo>
                    <a:pt x="2094200" y="242895"/>
                  </a:lnTo>
                  <a:lnTo>
                    <a:pt x="2103944" y="237479"/>
                  </a:lnTo>
                  <a:lnTo>
                    <a:pt x="2113673" y="232074"/>
                  </a:lnTo>
                  <a:lnTo>
                    <a:pt x="2123417" y="226685"/>
                  </a:lnTo>
                  <a:lnTo>
                    <a:pt x="2133161" y="221315"/>
                  </a:lnTo>
                  <a:lnTo>
                    <a:pt x="2142905" y="215973"/>
                  </a:lnTo>
                  <a:lnTo>
                    <a:pt x="2152649" y="210660"/>
                  </a:lnTo>
                  <a:lnTo>
                    <a:pt x="2162377" y="205384"/>
                  </a:lnTo>
                  <a:lnTo>
                    <a:pt x="2172121" y="200147"/>
                  </a:lnTo>
                  <a:lnTo>
                    <a:pt x="2181865" y="194958"/>
                  </a:lnTo>
                  <a:lnTo>
                    <a:pt x="2191609" y="189819"/>
                  </a:lnTo>
                  <a:lnTo>
                    <a:pt x="2201338" y="184735"/>
                  </a:lnTo>
                  <a:lnTo>
                    <a:pt x="2211082" y="179713"/>
                  </a:lnTo>
                  <a:lnTo>
                    <a:pt x="2220826" y="174756"/>
                  </a:lnTo>
                  <a:lnTo>
                    <a:pt x="2230570" y="169871"/>
                  </a:lnTo>
                  <a:lnTo>
                    <a:pt x="2240299" y="165061"/>
                  </a:lnTo>
                  <a:lnTo>
                    <a:pt x="2250043" y="160331"/>
                  </a:lnTo>
                  <a:lnTo>
                    <a:pt x="2259787" y="155685"/>
                  </a:lnTo>
                  <a:lnTo>
                    <a:pt x="2269531" y="151129"/>
                  </a:lnTo>
                  <a:lnTo>
                    <a:pt x="2279260" y="146666"/>
                  </a:lnTo>
                  <a:lnTo>
                    <a:pt x="2289004" y="142300"/>
                  </a:lnTo>
                  <a:lnTo>
                    <a:pt x="2298748" y="138036"/>
                  </a:lnTo>
                  <a:lnTo>
                    <a:pt x="2308492" y="133876"/>
                  </a:lnTo>
                  <a:lnTo>
                    <a:pt x="2318236" y="129825"/>
                  </a:lnTo>
                  <a:lnTo>
                    <a:pt x="2327965" y="125886"/>
                  </a:lnTo>
                  <a:lnTo>
                    <a:pt x="2337709" y="122061"/>
                  </a:lnTo>
                  <a:lnTo>
                    <a:pt x="2347453" y="118355"/>
                  </a:lnTo>
                  <a:lnTo>
                    <a:pt x="2357197" y="114768"/>
                  </a:lnTo>
                  <a:lnTo>
                    <a:pt x="2366926" y="111304"/>
                  </a:lnTo>
                  <a:lnTo>
                    <a:pt x="2376670" y="107964"/>
                  </a:lnTo>
                  <a:lnTo>
                    <a:pt x="2386413" y="104750"/>
                  </a:lnTo>
                  <a:lnTo>
                    <a:pt x="2396157" y="101665"/>
                  </a:lnTo>
                  <a:lnTo>
                    <a:pt x="2405886" y="98706"/>
                  </a:lnTo>
                  <a:lnTo>
                    <a:pt x="2415630" y="95878"/>
                  </a:lnTo>
                  <a:lnTo>
                    <a:pt x="2425374" y="93178"/>
                  </a:lnTo>
                  <a:lnTo>
                    <a:pt x="2435118" y="90610"/>
                  </a:lnTo>
                  <a:lnTo>
                    <a:pt x="2444862" y="88171"/>
                  </a:lnTo>
                  <a:lnTo>
                    <a:pt x="2454591" y="85858"/>
                  </a:lnTo>
                  <a:lnTo>
                    <a:pt x="2464335" y="83676"/>
                  </a:lnTo>
                  <a:lnTo>
                    <a:pt x="2474079" y="81620"/>
                  </a:lnTo>
                  <a:lnTo>
                    <a:pt x="2483823" y="79687"/>
                  </a:lnTo>
                  <a:lnTo>
                    <a:pt x="2493552" y="77878"/>
                  </a:lnTo>
                  <a:lnTo>
                    <a:pt x="2503296" y="76189"/>
                  </a:lnTo>
                  <a:lnTo>
                    <a:pt x="2513040" y="74617"/>
                  </a:lnTo>
                  <a:lnTo>
                    <a:pt x="2522784" y="73162"/>
                  </a:lnTo>
                  <a:lnTo>
                    <a:pt x="2532513" y="71815"/>
                  </a:lnTo>
                  <a:lnTo>
                    <a:pt x="2542257" y="70576"/>
                  </a:lnTo>
                  <a:lnTo>
                    <a:pt x="2552001" y="69440"/>
                  </a:lnTo>
                  <a:lnTo>
                    <a:pt x="2561745" y="68403"/>
                  </a:lnTo>
                  <a:lnTo>
                    <a:pt x="2571474" y="67461"/>
                  </a:lnTo>
                  <a:lnTo>
                    <a:pt x="2581218" y="66606"/>
                  </a:lnTo>
                  <a:lnTo>
                    <a:pt x="2590962" y="65836"/>
                  </a:lnTo>
                  <a:lnTo>
                    <a:pt x="2600705" y="65143"/>
                  </a:lnTo>
                  <a:lnTo>
                    <a:pt x="2610449" y="64523"/>
                  </a:lnTo>
                  <a:lnTo>
                    <a:pt x="2620178" y="63969"/>
                  </a:lnTo>
                  <a:lnTo>
                    <a:pt x="2629922" y="63476"/>
                  </a:lnTo>
                  <a:lnTo>
                    <a:pt x="2639666" y="63035"/>
                  </a:lnTo>
                  <a:lnTo>
                    <a:pt x="2649410" y="62641"/>
                  </a:lnTo>
                  <a:lnTo>
                    <a:pt x="2659139" y="62287"/>
                  </a:lnTo>
                  <a:lnTo>
                    <a:pt x="2668883" y="61966"/>
                  </a:lnTo>
                  <a:lnTo>
                    <a:pt x="2678627" y="61673"/>
                  </a:lnTo>
                  <a:lnTo>
                    <a:pt x="2688371" y="61397"/>
                  </a:lnTo>
                  <a:lnTo>
                    <a:pt x="2698100" y="61135"/>
                  </a:lnTo>
                  <a:lnTo>
                    <a:pt x="2707844" y="60877"/>
                  </a:lnTo>
                  <a:lnTo>
                    <a:pt x="2717588" y="60617"/>
                  </a:lnTo>
                  <a:lnTo>
                    <a:pt x="2727332" y="60347"/>
                  </a:lnTo>
                  <a:lnTo>
                    <a:pt x="2737076" y="60061"/>
                  </a:lnTo>
                  <a:lnTo>
                    <a:pt x="2746805" y="59752"/>
                  </a:lnTo>
                  <a:lnTo>
                    <a:pt x="2756549" y="59413"/>
                  </a:lnTo>
                  <a:lnTo>
                    <a:pt x="2766293" y="59036"/>
                  </a:lnTo>
                  <a:lnTo>
                    <a:pt x="2776037" y="58616"/>
                  </a:lnTo>
                  <a:lnTo>
                    <a:pt x="2785766" y="58145"/>
                  </a:lnTo>
                  <a:lnTo>
                    <a:pt x="2795510" y="57619"/>
                  </a:lnTo>
                  <a:lnTo>
                    <a:pt x="2805254" y="57030"/>
                  </a:lnTo>
                  <a:lnTo>
                    <a:pt x="2814998" y="56375"/>
                  </a:lnTo>
                  <a:lnTo>
                    <a:pt x="2824727" y="55645"/>
                  </a:lnTo>
                  <a:lnTo>
                    <a:pt x="2834471" y="54837"/>
                  </a:lnTo>
                  <a:lnTo>
                    <a:pt x="2844215" y="53948"/>
                  </a:lnTo>
                  <a:lnTo>
                    <a:pt x="2853958" y="52969"/>
                  </a:lnTo>
                  <a:lnTo>
                    <a:pt x="2863687" y="51899"/>
                  </a:lnTo>
                  <a:lnTo>
                    <a:pt x="2873431" y="50734"/>
                  </a:lnTo>
                  <a:lnTo>
                    <a:pt x="2883175" y="49471"/>
                  </a:lnTo>
                  <a:lnTo>
                    <a:pt x="2892919" y="48107"/>
                  </a:lnTo>
                  <a:lnTo>
                    <a:pt x="2902663" y="46638"/>
                  </a:lnTo>
                  <a:lnTo>
                    <a:pt x="2912392" y="4506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9" name="Freeform 758">
              <a:extLst>
                <a:ext uri="{FF2B5EF4-FFF2-40B4-BE49-F238E27FC236}">
                  <a16:creationId xmlns:a16="http://schemas.microsoft.com/office/drawing/2014/main" id="{68B2B703-489F-4019-7116-1BF9FC8E884A}"/>
                </a:ext>
              </a:extLst>
            </p:cNvPr>
            <p:cNvSpPr/>
            <p:nvPr/>
          </p:nvSpPr>
          <p:spPr>
            <a:xfrm>
              <a:off x="576446" y="2869884"/>
              <a:ext cx="2912392" cy="980084"/>
            </a:xfrm>
            <a:custGeom>
              <a:avLst/>
              <a:gdLst>
                <a:gd name="connsiteX0" fmla="*/ 0 w 2912392"/>
                <a:gd name="connsiteY0" fmla="*/ 807079 h 980084"/>
                <a:gd name="connsiteX1" fmla="*/ 9739 w 2912392"/>
                <a:gd name="connsiteY1" fmla="*/ 801933 h 980084"/>
                <a:gd name="connsiteX2" fmla="*/ 19480 w 2912392"/>
                <a:gd name="connsiteY2" fmla="*/ 796696 h 980084"/>
                <a:gd name="connsiteX3" fmla="*/ 29221 w 2912392"/>
                <a:gd name="connsiteY3" fmla="*/ 791367 h 980084"/>
                <a:gd name="connsiteX4" fmla="*/ 38961 w 2912392"/>
                <a:gd name="connsiteY4" fmla="*/ 785948 h 980084"/>
                <a:gd name="connsiteX5" fmla="*/ 48702 w 2912392"/>
                <a:gd name="connsiteY5" fmla="*/ 780437 h 980084"/>
                <a:gd name="connsiteX6" fmla="*/ 58443 w 2912392"/>
                <a:gd name="connsiteY6" fmla="*/ 774836 h 980084"/>
                <a:gd name="connsiteX7" fmla="*/ 68182 w 2912392"/>
                <a:gd name="connsiteY7" fmla="*/ 769144 h 980084"/>
                <a:gd name="connsiteX8" fmla="*/ 77923 w 2912392"/>
                <a:gd name="connsiteY8" fmla="*/ 763361 h 980084"/>
                <a:gd name="connsiteX9" fmla="*/ 87664 w 2912392"/>
                <a:gd name="connsiteY9" fmla="*/ 757490 h 980084"/>
                <a:gd name="connsiteX10" fmla="*/ 97404 w 2912392"/>
                <a:gd name="connsiteY10" fmla="*/ 751526 h 980084"/>
                <a:gd name="connsiteX11" fmla="*/ 107145 w 2912392"/>
                <a:gd name="connsiteY11" fmla="*/ 745471 h 980084"/>
                <a:gd name="connsiteX12" fmla="*/ 116886 w 2912392"/>
                <a:gd name="connsiteY12" fmla="*/ 739325 h 980084"/>
                <a:gd name="connsiteX13" fmla="*/ 126625 w 2912392"/>
                <a:gd name="connsiteY13" fmla="*/ 733088 h 980084"/>
                <a:gd name="connsiteX14" fmla="*/ 136366 w 2912392"/>
                <a:gd name="connsiteY14" fmla="*/ 726759 h 980084"/>
                <a:gd name="connsiteX15" fmla="*/ 146107 w 2912392"/>
                <a:gd name="connsiteY15" fmla="*/ 720337 h 980084"/>
                <a:gd name="connsiteX16" fmla="*/ 155846 w 2912392"/>
                <a:gd name="connsiteY16" fmla="*/ 713824 h 980084"/>
                <a:gd name="connsiteX17" fmla="*/ 165587 w 2912392"/>
                <a:gd name="connsiteY17" fmla="*/ 707217 h 980084"/>
                <a:gd name="connsiteX18" fmla="*/ 175328 w 2912392"/>
                <a:gd name="connsiteY18" fmla="*/ 700519 h 980084"/>
                <a:gd name="connsiteX19" fmla="*/ 185068 w 2912392"/>
                <a:gd name="connsiteY19" fmla="*/ 693726 h 980084"/>
                <a:gd name="connsiteX20" fmla="*/ 194809 w 2912392"/>
                <a:gd name="connsiteY20" fmla="*/ 686840 h 980084"/>
                <a:gd name="connsiteX21" fmla="*/ 204550 w 2912392"/>
                <a:gd name="connsiteY21" fmla="*/ 679860 h 980084"/>
                <a:gd name="connsiteX22" fmla="*/ 214289 w 2912392"/>
                <a:gd name="connsiteY22" fmla="*/ 672786 h 980084"/>
                <a:gd name="connsiteX23" fmla="*/ 224030 w 2912392"/>
                <a:gd name="connsiteY23" fmla="*/ 665618 h 980084"/>
                <a:gd name="connsiteX24" fmla="*/ 233771 w 2912392"/>
                <a:gd name="connsiteY24" fmla="*/ 658356 h 980084"/>
                <a:gd name="connsiteX25" fmla="*/ 243510 w 2912392"/>
                <a:gd name="connsiteY25" fmla="*/ 651001 h 980084"/>
                <a:gd name="connsiteX26" fmla="*/ 253251 w 2912392"/>
                <a:gd name="connsiteY26" fmla="*/ 643551 h 980084"/>
                <a:gd name="connsiteX27" fmla="*/ 262992 w 2912392"/>
                <a:gd name="connsiteY27" fmla="*/ 636008 h 980084"/>
                <a:gd name="connsiteX28" fmla="*/ 272732 w 2912392"/>
                <a:gd name="connsiteY28" fmla="*/ 628372 h 980084"/>
                <a:gd name="connsiteX29" fmla="*/ 282473 w 2912392"/>
                <a:gd name="connsiteY29" fmla="*/ 620644 h 980084"/>
                <a:gd name="connsiteX30" fmla="*/ 292214 w 2912392"/>
                <a:gd name="connsiteY30" fmla="*/ 612823 h 980084"/>
                <a:gd name="connsiteX31" fmla="*/ 301953 w 2912392"/>
                <a:gd name="connsiteY31" fmla="*/ 604912 h 980084"/>
                <a:gd name="connsiteX32" fmla="*/ 311694 w 2912392"/>
                <a:gd name="connsiteY32" fmla="*/ 596910 h 980084"/>
                <a:gd name="connsiteX33" fmla="*/ 321435 w 2912392"/>
                <a:gd name="connsiteY33" fmla="*/ 588820 h 980084"/>
                <a:gd name="connsiteX34" fmla="*/ 331175 w 2912392"/>
                <a:gd name="connsiteY34" fmla="*/ 580640 h 980084"/>
                <a:gd name="connsiteX35" fmla="*/ 340916 w 2912392"/>
                <a:gd name="connsiteY35" fmla="*/ 572376 h 980084"/>
                <a:gd name="connsiteX36" fmla="*/ 350656 w 2912392"/>
                <a:gd name="connsiteY36" fmla="*/ 564026 h 980084"/>
                <a:gd name="connsiteX37" fmla="*/ 360396 w 2912392"/>
                <a:gd name="connsiteY37" fmla="*/ 555595 h 980084"/>
                <a:gd name="connsiteX38" fmla="*/ 370137 w 2912392"/>
                <a:gd name="connsiteY38" fmla="*/ 547080 h 980084"/>
                <a:gd name="connsiteX39" fmla="*/ 379878 w 2912392"/>
                <a:gd name="connsiteY39" fmla="*/ 538488 h 980084"/>
                <a:gd name="connsiteX40" fmla="*/ 389617 w 2912392"/>
                <a:gd name="connsiteY40" fmla="*/ 529820 h 980084"/>
                <a:gd name="connsiteX41" fmla="*/ 399358 w 2912392"/>
                <a:gd name="connsiteY41" fmla="*/ 521077 h 980084"/>
                <a:gd name="connsiteX42" fmla="*/ 409099 w 2912392"/>
                <a:gd name="connsiteY42" fmla="*/ 512263 h 980084"/>
                <a:gd name="connsiteX43" fmla="*/ 418839 w 2912392"/>
                <a:gd name="connsiteY43" fmla="*/ 503381 h 980084"/>
                <a:gd name="connsiteX44" fmla="*/ 428580 w 2912392"/>
                <a:gd name="connsiteY44" fmla="*/ 494433 h 980084"/>
                <a:gd name="connsiteX45" fmla="*/ 438321 w 2912392"/>
                <a:gd name="connsiteY45" fmla="*/ 485424 h 980084"/>
                <a:gd name="connsiteX46" fmla="*/ 448060 w 2912392"/>
                <a:gd name="connsiteY46" fmla="*/ 476355 h 980084"/>
                <a:gd name="connsiteX47" fmla="*/ 457801 w 2912392"/>
                <a:gd name="connsiteY47" fmla="*/ 467231 h 980084"/>
                <a:gd name="connsiteX48" fmla="*/ 467542 w 2912392"/>
                <a:gd name="connsiteY48" fmla="*/ 458056 h 980084"/>
                <a:gd name="connsiteX49" fmla="*/ 477281 w 2912392"/>
                <a:gd name="connsiteY49" fmla="*/ 448833 h 980084"/>
                <a:gd name="connsiteX50" fmla="*/ 487022 w 2912392"/>
                <a:gd name="connsiteY50" fmla="*/ 439568 h 980084"/>
                <a:gd name="connsiteX51" fmla="*/ 496763 w 2912392"/>
                <a:gd name="connsiteY51" fmla="*/ 430262 h 980084"/>
                <a:gd name="connsiteX52" fmla="*/ 506503 w 2912392"/>
                <a:gd name="connsiteY52" fmla="*/ 420922 h 980084"/>
                <a:gd name="connsiteX53" fmla="*/ 516244 w 2912392"/>
                <a:gd name="connsiteY53" fmla="*/ 411552 h 980084"/>
                <a:gd name="connsiteX54" fmla="*/ 525985 w 2912392"/>
                <a:gd name="connsiteY54" fmla="*/ 402155 h 980084"/>
                <a:gd name="connsiteX55" fmla="*/ 535724 w 2912392"/>
                <a:gd name="connsiteY55" fmla="*/ 392739 h 980084"/>
                <a:gd name="connsiteX56" fmla="*/ 545465 w 2912392"/>
                <a:gd name="connsiteY56" fmla="*/ 383305 h 980084"/>
                <a:gd name="connsiteX57" fmla="*/ 555206 w 2912392"/>
                <a:gd name="connsiteY57" fmla="*/ 373862 h 980084"/>
                <a:gd name="connsiteX58" fmla="*/ 564946 w 2912392"/>
                <a:gd name="connsiteY58" fmla="*/ 364411 h 980084"/>
                <a:gd name="connsiteX59" fmla="*/ 574687 w 2912392"/>
                <a:gd name="connsiteY59" fmla="*/ 354959 h 980084"/>
                <a:gd name="connsiteX60" fmla="*/ 584428 w 2912392"/>
                <a:gd name="connsiteY60" fmla="*/ 345513 h 980084"/>
                <a:gd name="connsiteX61" fmla="*/ 594167 w 2912392"/>
                <a:gd name="connsiteY61" fmla="*/ 336076 h 980084"/>
                <a:gd name="connsiteX62" fmla="*/ 603908 w 2912392"/>
                <a:gd name="connsiteY62" fmla="*/ 326656 h 980084"/>
                <a:gd name="connsiteX63" fmla="*/ 613649 w 2912392"/>
                <a:gd name="connsiteY63" fmla="*/ 317254 h 980084"/>
                <a:gd name="connsiteX64" fmla="*/ 623388 w 2912392"/>
                <a:gd name="connsiteY64" fmla="*/ 307880 h 980084"/>
                <a:gd name="connsiteX65" fmla="*/ 633129 w 2912392"/>
                <a:gd name="connsiteY65" fmla="*/ 298537 h 980084"/>
                <a:gd name="connsiteX66" fmla="*/ 642870 w 2912392"/>
                <a:gd name="connsiteY66" fmla="*/ 289231 h 980084"/>
                <a:gd name="connsiteX67" fmla="*/ 652610 w 2912392"/>
                <a:gd name="connsiteY67" fmla="*/ 279970 h 980084"/>
                <a:gd name="connsiteX68" fmla="*/ 662351 w 2912392"/>
                <a:gd name="connsiteY68" fmla="*/ 270756 h 980084"/>
                <a:gd name="connsiteX69" fmla="*/ 672092 w 2912392"/>
                <a:gd name="connsiteY69" fmla="*/ 261596 h 980084"/>
                <a:gd name="connsiteX70" fmla="*/ 681831 w 2912392"/>
                <a:gd name="connsiteY70" fmla="*/ 252498 h 980084"/>
                <a:gd name="connsiteX71" fmla="*/ 691572 w 2912392"/>
                <a:gd name="connsiteY71" fmla="*/ 243466 h 980084"/>
                <a:gd name="connsiteX72" fmla="*/ 701313 w 2912392"/>
                <a:gd name="connsiteY72" fmla="*/ 234504 h 980084"/>
                <a:gd name="connsiteX73" fmla="*/ 711052 w 2912392"/>
                <a:gd name="connsiteY73" fmla="*/ 225621 h 980084"/>
                <a:gd name="connsiteX74" fmla="*/ 720793 w 2912392"/>
                <a:gd name="connsiteY74" fmla="*/ 216820 h 980084"/>
                <a:gd name="connsiteX75" fmla="*/ 730534 w 2912392"/>
                <a:gd name="connsiteY75" fmla="*/ 208109 h 980084"/>
                <a:gd name="connsiteX76" fmla="*/ 740274 w 2912392"/>
                <a:gd name="connsiteY76" fmla="*/ 199493 h 980084"/>
                <a:gd name="connsiteX77" fmla="*/ 750015 w 2912392"/>
                <a:gd name="connsiteY77" fmla="*/ 190978 h 980084"/>
                <a:gd name="connsiteX78" fmla="*/ 759756 w 2912392"/>
                <a:gd name="connsiteY78" fmla="*/ 182568 h 980084"/>
                <a:gd name="connsiteX79" fmla="*/ 769495 w 2912392"/>
                <a:gd name="connsiteY79" fmla="*/ 174270 h 980084"/>
                <a:gd name="connsiteX80" fmla="*/ 779236 w 2912392"/>
                <a:gd name="connsiteY80" fmla="*/ 166092 h 980084"/>
                <a:gd name="connsiteX81" fmla="*/ 788977 w 2912392"/>
                <a:gd name="connsiteY81" fmla="*/ 158036 h 980084"/>
                <a:gd name="connsiteX82" fmla="*/ 798717 w 2912392"/>
                <a:gd name="connsiteY82" fmla="*/ 150110 h 980084"/>
                <a:gd name="connsiteX83" fmla="*/ 808458 w 2912392"/>
                <a:gd name="connsiteY83" fmla="*/ 142321 h 980084"/>
                <a:gd name="connsiteX84" fmla="*/ 818199 w 2912392"/>
                <a:gd name="connsiteY84" fmla="*/ 134672 h 980084"/>
                <a:gd name="connsiteX85" fmla="*/ 827938 w 2912392"/>
                <a:gd name="connsiteY85" fmla="*/ 127169 h 980084"/>
                <a:gd name="connsiteX86" fmla="*/ 837679 w 2912392"/>
                <a:gd name="connsiteY86" fmla="*/ 119819 h 980084"/>
                <a:gd name="connsiteX87" fmla="*/ 847420 w 2912392"/>
                <a:gd name="connsiteY87" fmla="*/ 112629 h 980084"/>
                <a:gd name="connsiteX88" fmla="*/ 857159 w 2912392"/>
                <a:gd name="connsiteY88" fmla="*/ 105602 h 980084"/>
                <a:gd name="connsiteX89" fmla="*/ 866900 w 2912392"/>
                <a:gd name="connsiteY89" fmla="*/ 98746 h 980084"/>
                <a:gd name="connsiteX90" fmla="*/ 876641 w 2912392"/>
                <a:gd name="connsiteY90" fmla="*/ 92065 h 980084"/>
                <a:gd name="connsiteX91" fmla="*/ 886381 w 2912392"/>
                <a:gd name="connsiteY91" fmla="*/ 85568 h 980084"/>
                <a:gd name="connsiteX92" fmla="*/ 896122 w 2912392"/>
                <a:gd name="connsiteY92" fmla="*/ 79258 h 980084"/>
                <a:gd name="connsiteX93" fmla="*/ 905863 w 2912392"/>
                <a:gd name="connsiteY93" fmla="*/ 73141 h 980084"/>
                <a:gd name="connsiteX94" fmla="*/ 915602 w 2912392"/>
                <a:gd name="connsiteY94" fmla="*/ 67226 h 980084"/>
                <a:gd name="connsiteX95" fmla="*/ 925343 w 2912392"/>
                <a:gd name="connsiteY95" fmla="*/ 61515 h 980084"/>
                <a:gd name="connsiteX96" fmla="*/ 935084 w 2912392"/>
                <a:gd name="connsiteY96" fmla="*/ 56017 h 980084"/>
                <a:gd name="connsiteX97" fmla="*/ 944824 w 2912392"/>
                <a:gd name="connsiteY97" fmla="*/ 50736 h 980084"/>
                <a:gd name="connsiteX98" fmla="*/ 954564 w 2912392"/>
                <a:gd name="connsiteY98" fmla="*/ 45680 h 980084"/>
                <a:gd name="connsiteX99" fmla="*/ 964305 w 2912392"/>
                <a:gd name="connsiteY99" fmla="*/ 40854 h 980084"/>
                <a:gd name="connsiteX100" fmla="*/ 974045 w 2912392"/>
                <a:gd name="connsiteY100" fmla="*/ 36264 h 980084"/>
                <a:gd name="connsiteX101" fmla="*/ 983786 w 2912392"/>
                <a:gd name="connsiteY101" fmla="*/ 31918 h 980084"/>
                <a:gd name="connsiteX102" fmla="*/ 993522 w 2912392"/>
                <a:gd name="connsiteY102" fmla="*/ 27819 h 980084"/>
                <a:gd name="connsiteX103" fmla="*/ 1003266 w 2912392"/>
                <a:gd name="connsiteY103" fmla="*/ 23975 h 980084"/>
                <a:gd name="connsiteX104" fmla="*/ 1013010 w 2912392"/>
                <a:gd name="connsiteY104" fmla="*/ 20394 h 980084"/>
                <a:gd name="connsiteX105" fmla="*/ 1022754 w 2912392"/>
                <a:gd name="connsiteY105" fmla="*/ 17079 h 980084"/>
                <a:gd name="connsiteX106" fmla="*/ 1032483 w 2912392"/>
                <a:gd name="connsiteY106" fmla="*/ 14038 h 980084"/>
                <a:gd name="connsiteX107" fmla="*/ 1042227 w 2912392"/>
                <a:gd name="connsiteY107" fmla="*/ 11277 h 980084"/>
                <a:gd name="connsiteX108" fmla="*/ 1051971 w 2912392"/>
                <a:gd name="connsiteY108" fmla="*/ 8802 h 980084"/>
                <a:gd name="connsiteX109" fmla="*/ 1061715 w 2912392"/>
                <a:gd name="connsiteY109" fmla="*/ 6620 h 980084"/>
                <a:gd name="connsiteX110" fmla="*/ 1071444 w 2912392"/>
                <a:gd name="connsiteY110" fmla="*/ 4735 h 980084"/>
                <a:gd name="connsiteX111" fmla="*/ 1081188 w 2912392"/>
                <a:gd name="connsiteY111" fmla="*/ 3156 h 980084"/>
                <a:gd name="connsiteX112" fmla="*/ 1090932 w 2912392"/>
                <a:gd name="connsiteY112" fmla="*/ 1886 h 980084"/>
                <a:gd name="connsiteX113" fmla="*/ 1100676 w 2912392"/>
                <a:gd name="connsiteY113" fmla="*/ 933 h 980084"/>
                <a:gd name="connsiteX114" fmla="*/ 1110405 w 2912392"/>
                <a:gd name="connsiteY114" fmla="*/ 302 h 980084"/>
                <a:gd name="connsiteX115" fmla="*/ 1120149 w 2912392"/>
                <a:gd name="connsiteY115" fmla="*/ 0 h 980084"/>
                <a:gd name="connsiteX116" fmla="*/ 1129893 w 2912392"/>
                <a:gd name="connsiteY116" fmla="*/ 31 h 980084"/>
                <a:gd name="connsiteX117" fmla="*/ 1139637 w 2912392"/>
                <a:gd name="connsiteY117" fmla="*/ 402 h 980084"/>
                <a:gd name="connsiteX118" fmla="*/ 1149381 w 2912392"/>
                <a:gd name="connsiteY118" fmla="*/ 1117 h 980084"/>
                <a:gd name="connsiteX119" fmla="*/ 1159110 w 2912392"/>
                <a:gd name="connsiteY119" fmla="*/ 2183 h 980084"/>
                <a:gd name="connsiteX120" fmla="*/ 1168854 w 2912392"/>
                <a:gd name="connsiteY120" fmla="*/ 3603 h 980084"/>
                <a:gd name="connsiteX121" fmla="*/ 1178598 w 2912392"/>
                <a:gd name="connsiteY121" fmla="*/ 5382 h 980084"/>
                <a:gd name="connsiteX122" fmla="*/ 1188341 w 2912392"/>
                <a:gd name="connsiteY122" fmla="*/ 7524 h 980084"/>
                <a:gd name="connsiteX123" fmla="*/ 1198070 w 2912392"/>
                <a:gd name="connsiteY123" fmla="*/ 10036 h 980084"/>
                <a:gd name="connsiteX124" fmla="*/ 1207814 w 2912392"/>
                <a:gd name="connsiteY124" fmla="*/ 12919 h 980084"/>
                <a:gd name="connsiteX125" fmla="*/ 1217558 w 2912392"/>
                <a:gd name="connsiteY125" fmla="*/ 16179 h 980084"/>
                <a:gd name="connsiteX126" fmla="*/ 1227302 w 2912392"/>
                <a:gd name="connsiteY126" fmla="*/ 19817 h 980084"/>
                <a:gd name="connsiteX127" fmla="*/ 1237031 w 2912392"/>
                <a:gd name="connsiteY127" fmla="*/ 23837 h 980084"/>
                <a:gd name="connsiteX128" fmla="*/ 1246775 w 2912392"/>
                <a:gd name="connsiteY128" fmla="*/ 28243 h 980084"/>
                <a:gd name="connsiteX129" fmla="*/ 1256519 w 2912392"/>
                <a:gd name="connsiteY129" fmla="*/ 33034 h 980084"/>
                <a:gd name="connsiteX130" fmla="*/ 1266263 w 2912392"/>
                <a:gd name="connsiteY130" fmla="*/ 38216 h 980084"/>
                <a:gd name="connsiteX131" fmla="*/ 1276007 w 2912392"/>
                <a:gd name="connsiteY131" fmla="*/ 43787 h 980084"/>
                <a:gd name="connsiteX132" fmla="*/ 1285736 w 2912392"/>
                <a:gd name="connsiteY132" fmla="*/ 49749 h 980084"/>
                <a:gd name="connsiteX133" fmla="*/ 1295480 w 2912392"/>
                <a:gd name="connsiteY133" fmla="*/ 56102 h 980084"/>
                <a:gd name="connsiteX134" fmla="*/ 1305224 w 2912392"/>
                <a:gd name="connsiteY134" fmla="*/ 62847 h 980084"/>
                <a:gd name="connsiteX135" fmla="*/ 1314968 w 2912392"/>
                <a:gd name="connsiteY135" fmla="*/ 69984 h 980084"/>
                <a:gd name="connsiteX136" fmla="*/ 1324697 w 2912392"/>
                <a:gd name="connsiteY136" fmla="*/ 77509 h 980084"/>
                <a:gd name="connsiteX137" fmla="*/ 1334441 w 2912392"/>
                <a:gd name="connsiteY137" fmla="*/ 85423 h 980084"/>
                <a:gd name="connsiteX138" fmla="*/ 1344185 w 2912392"/>
                <a:gd name="connsiteY138" fmla="*/ 93722 h 980084"/>
                <a:gd name="connsiteX139" fmla="*/ 1353929 w 2912392"/>
                <a:gd name="connsiteY139" fmla="*/ 102405 h 980084"/>
                <a:gd name="connsiteX140" fmla="*/ 1363658 w 2912392"/>
                <a:gd name="connsiteY140" fmla="*/ 111467 h 980084"/>
                <a:gd name="connsiteX141" fmla="*/ 1373402 w 2912392"/>
                <a:gd name="connsiteY141" fmla="*/ 120904 h 980084"/>
                <a:gd name="connsiteX142" fmla="*/ 1383146 w 2912392"/>
                <a:gd name="connsiteY142" fmla="*/ 130713 h 980084"/>
                <a:gd name="connsiteX143" fmla="*/ 1392890 w 2912392"/>
                <a:gd name="connsiteY143" fmla="*/ 140886 h 980084"/>
                <a:gd name="connsiteX144" fmla="*/ 1402619 w 2912392"/>
                <a:gd name="connsiteY144" fmla="*/ 151420 h 980084"/>
                <a:gd name="connsiteX145" fmla="*/ 1412363 w 2912392"/>
                <a:gd name="connsiteY145" fmla="*/ 162307 h 980084"/>
                <a:gd name="connsiteX146" fmla="*/ 1422106 w 2912392"/>
                <a:gd name="connsiteY146" fmla="*/ 173540 h 980084"/>
                <a:gd name="connsiteX147" fmla="*/ 1431850 w 2912392"/>
                <a:gd name="connsiteY147" fmla="*/ 185111 h 980084"/>
                <a:gd name="connsiteX148" fmla="*/ 1441594 w 2912392"/>
                <a:gd name="connsiteY148" fmla="*/ 197011 h 980084"/>
                <a:gd name="connsiteX149" fmla="*/ 1451323 w 2912392"/>
                <a:gd name="connsiteY149" fmla="*/ 209231 h 980084"/>
                <a:gd name="connsiteX150" fmla="*/ 1461067 w 2912392"/>
                <a:gd name="connsiteY150" fmla="*/ 221761 h 980084"/>
                <a:gd name="connsiteX151" fmla="*/ 1470811 w 2912392"/>
                <a:gd name="connsiteY151" fmla="*/ 234592 h 980084"/>
                <a:gd name="connsiteX152" fmla="*/ 1480555 w 2912392"/>
                <a:gd name="connsiteY152" fmla="*/ 247712 h 980084"/>
                <a:gd name="connsiteX153" fmla="*/ 1490284 w 2912392"/>
                <a:gd name="connsiteY153" fmla="*/ 261109 h 980084"/>
                <a:gd name="connsiteX154" fmla="*/ 1500028 w 2912392"/>
                <a:gd name="connsiteY154" fmla="*/ 274772 h 980084"/>
                <a:gd name="connsiteX155" fmla="*/ 1509772 w 2912392"/>
                <a:gd name="connsiteY155" fmla="*/ 288686 h 980084"/>
                <a:gd name="connsiteX156" fmla="*/ 1519516 w 2912392"/>
                <a:gd name="connsiteY156" fmla="*/ 302838 h 980084"/>
                <a:gd name="connsiteX157" fmla="*/ 1529245 w 2912392"/>
                <a:gd name="connsiteY157" fmla="*/ 317214 h 980084"/>
                <a:gd name="connsiteX158" fmla="*/ 1538989 w 2912392"/>
                <a:gd name="connsiteY158" fmla="*/ 331800 h 980084"/>
                <a:gd name="connsiteX159" fmla="*/ 1548733 w 2912392"/>
                <a:gd name="connsiteY159" fmla="*/ 346582 h 980084"/>
                <a:gd name="connsiteX160" fmla="*/ 1558477 w 2912392"/>
                <a:gd name="connsiteY160" fmla="*/ 361542 h 980084"/>
                <a:gd name="connsiteX161" fmla="*/ 1568221 w 2912392"/>
                <a:gd name="connsiteY161" fmla="*/ 376666 h 980084"/>
                <a:gd name="connsiteX162" fmla="*/ 1577950 w 2912392"/>
                <a:gd name="connsiteY162" fmla="*/ 391936 h 980084"/>
                <a:gd name="connsiteX163" fmla="*/ 1587694 w 2912392"/>
                <a:gd name="connsiteY163" fmla="*/ 407334 h 980084"/>
                <a:gd name="connsiteX164" fmla="*/ 1597438 w 2912392"/>
                <a:gd name="connsiteY164" fmla="*/ 422845 h 980084"/>
                <a:gd name="connsiteX165" fmla="*/ 1607182 w 2912392"/>
                <a:gd name="connsiteY165" fmla="*/ 438452 h 980084"/>
                <a:gd name="connsiteX166" fmla="*/ 1616911 w 2912392"/>
                <a:gd name="connsiteY166" fmla="*/ 454134 h 980084"/>
                <a:gd name="connsiteX167" fmla="*/ 1626655 w 2912392"/>
                <a:gd name="connsiteY167" fmla="*/ 469875 h 980084"/>
                <a:gd name="connsiteX168" fmla="*/ 1636399 w 2912392"/>
                <a:gd name="connsiteY168" fmla="*/ 485655 h 980084"/>
                <a:gd name="connsiteX169" fmla="*/ 1646142 w 2912392"/>
                <a:gd name="connsiteY169" fmla="*/ 501456 h 980084"/>
                <a:gd name="connsiteX170" fmla="*/ 1655872 w 2912392"/>
                <a:gd name="connsiteY170" fmla="*/ 517261 h 980084"/>
                <a:gd name="connsiteX171" fmla="*/ 1665616 w 2912392"/>
                <a:gd name="connsiteY171" fmla="*/ 533050 h 980084"/>
                <a:gd name="connsiteX172" fmla="*/ 1675359 w 2912392"/>
                <a:gd name="connsiteY172" fmla="*/ 548801 h 980084"/>
                <a:gd name="connsiteX173" fmla="*/ 1685103 w 2912392"/>
                <a:gd name="connsiteY173" fmla="*/ 564500 h 980084"/>
                <a:gd name="connsiteX174" fmla="*/ 1694832 w 2912392"/>
                <a:gd name="connsiteY174" fmla="*/ 580125 h 980084"/>
                <a:gd name="connsiteX175" fmla="*/ 1704576 w 2912392"/>
                <a:gd name="connsiteY175" fmla="*/ 595655 h 980084"/>
                <a:gd name="connsiteX176" fmla="*/ 1714320 w 2912392"/>
                <a:gd name="connsiteY176" fmla="*/ 611077 h 980084"/>
                <a:gd name="connsiteX177" fmla="*/ 1724064 w 2912392"/>
                <a:gd name="connsiteY177" fmla="*/ 626368 h 980084"/>
                <a:gd name="connsiteX178" fmla="*/ 1733808 w 2912392"/>
                <a:gd name="connsiteY178" fmla="*/ 641510 h 980084"/>
                <a:gd name="connsiteX179" fmla="*/ 1743537 w 2912392"/>
                <a:gd name="connsiteY179" fmla="*/ 656486 h 980084"/>
                <a:gd name="connsiteX180" fmla="*/ 1753281 w 2912392"/>
                <a:gd name="connsiteY180" fmla="*/ 671278 h 980084"/>
                <a:gd name="connsiteX181" fmla="*/ 1763025 w 2912392"/>
                <a:gd name="connsiteY181" fmla="*/ 685867 h 980084"/>
                <a:gd name="connsiteX182" fmla="*/ 1772769 w 2912392"/>
                <a:gd name="connsiteY182" fmla="*/ 700237 h 980084"/>
                <a:gd name="connsiteX183" fmla="*/ 1782498 w 2912392"/>
                <a:gd name="connsiteY183" fmla="*/ 714372 h 980084"/>
                <a:gd name="connsiteX184" fmla="*/ 1792242 w 2912392"/>
                <a:gd name="connsiteY184" fmla="*/ 728253 h 980084"/>
                <a:gd name="connsiteX185" fmla="*/ 1801986 w 2912392"/>
                <a:gd name="connsiteY185" fmla="*/ 741867 h 980084"/>
                <a:gd name="connsiteX186" fmla="*/ 1811730 w 2912392"/>
                <a:gd name="connsiteY186" fmla="*/ 755197 h 980084"/>
                <a:gd name="connsiteX187" fmla="*/ 1821459 w 2912392"/>
                <a:gd name="connsiteY187" fmla="*/ 768227 h 980084"/>
                <a:gd name="connsiteX188" fmla="*/ 1831203 w 2912392"/>
                <a:gd name="connsiteY188" fmla="*/ 780947 h 980084"/>
                <a:gd name="connsiteX189" fmla="*/ 1840947 w 2912392"/>
                <a:gd name="connsiteY189" fmla="*/ 793340 h 980084"/>
                <a:gd name="connsiteX190" fmla="*/ 1850691 w 2912392"/>
                <a:gd name="connsiteY190" fmla="*/ 805394 h 980084"/>
                <a:gd name="connsiteX191" fmla="*/ 1860435 w 2912392"/>
                <a:gd name="connsiteY191" fmla="*/ 817099 h 980084"/>
                <a:gd name="connsiteX192" fmla="*/ 1870164 w 2912392"/>
                <a:gd name="connsiteY192" fmla="*/ 828441 h 980084"/>
                <a:gd name="connsiteX193" fmla="*/ 1879908 w 2912392"/>
                <a:gd name="connsiteY193" fmla="*/ 839410 h 980084"/>
                <a:gd name="connsiteX194" fmla="*/ 1889652 w 2912392"/>
                <a:gd name="connsiteY194" fmla="*/ 849999 h 980084"/>
                <a:gd name="connsiteX195" fmla="*/ 1899395 w 2912392"/>
                <a:gd name="connsiteY195" fmla="*/ 860196 h 980084"/>
                <a:gd name="connsiteX196" fmla="*/ 1909124 w 2912392"/>
                <a:gd name="connsiteY196" fmla="*/ 869993 h 980084"/>
                <a:gd name="connsiteX197" fmla="*/ 1918868 w 2912392"/>
                <a:gd name="connsiteY197" fmla="*/ 879384 h 980084"/>
                <a:gd name="connsiteX198" fmla="*/ 1928612 w 2912392"/>
                <a:gd name="connsiteY198" fmla="*/ 888362 h 980084"/>
                <a:gd name="connsiteX199" fmla="*/ 1938356 w 2912392"/>
                <a:gd name="connsiteY199" fmla="*/ 896923 h 980084"/>
                <a:gd name="connsiteX200" fmla="*/ 1948085 w 2912392"/>
                <a:gd name="connsiteY200" fmla="*/ 905062 h 980084"/>
                <a:gd name="connsiteX201" fmla="*/ 1957829 w 2912392"/>
                <a:gd name="connsiteY201" fmla="*/ 912774 h 980084"/>
                <a:gd name="connsiteX202" fmla="*/ 1967573 w 2912392"/>
                <a:gd name="connsiteY202" fmla="*/ 920057 h 980084"/>
                <a:gd name="connsiteX203" fmla="*/ 1977317 w 2912392"/>
                <a:gd name="connsiteY203" fmla="*/ 926910 h 980084"/>
                <a:gd name="connsiteX204" fmla="*/ 1987046 w 2912392"/>
                <a:gd name="connsiteY204" fmla="*/ 933332 h 980084"/>
                <a:gd name="connsiteX205" fmla="*/ 1996790 w 2912392"/>
                <a:gd name="connsiteY205" fmla="*/ 939321 h 980084"/>
                <a:gd name="connsiteX206" fmla="*/ 2006534 w 2912392"/>
                <a:gd name="connsiteY206" fmla="*/ 944882 h 980084"/>
                <a:gd name="connsiteX207" fmla="*/ 2016278 w 2912392"/>
                <a:gd name="connsiteY207" fmla="*/ 950011 h 980084"/>
                <a:gd name="connsiteX208" fmla="*/ 2026022 w 2912392"/>
                <a:gd name="connsiteY208" fmla="*/ 954716 h 980084"/>
                <a:gd name="connsiteX209" fmla="*/ 2035751 w 2912392"/>
                <a:gd name="connsiteY209" fmla="*/ 959000 h 980084"/>
                <a:gd name="connsiteX210" fmla="*/ 2045495 w 2912392"/>
                <a:gd name="connsiteY210" fmla="*/ 962865 h 980084"/>
                <a:gd name="connsiteX211" fmla="*/ 2055239 w 2912392"/>
                <a:gd name="connsiteY211" fmla="*/ 966317 h 980084"/>
                <a:gd name="connsiteX212" fmla="*/ 2064983 w 2912392"/>
                <a:gd name="connsiteY212" fmla="*/ 969364 h 980084"/>
                <a:gd name="connsiteX213" fmla="*/ 2074712 w 2912392"/>
                <a:gd name="connsiteY213" fmla="*/ 972010 h 980084"/>
                <a:gd name="connsiteX214" fmla="*/ 2084456 w 2912392"/>
                <a:gd name="connsiteY214" fmla="*/ 974265 h 980084"/>
                <a:gd name="connsiteX215" fmla="*/ 2094200 w 2912392"/>
                <a:gd name="connsiteY215" fmla="*/ 976137 h 980084"/>
                <a:gd name="connsiteX216" fmla="*/ 2103944 w 2912392"/>
                <a:gd name="connsiteY216" fmla="*/ 977634 h 980084"/>
                <a:gd name="connsiteX217" fmla="*/ 2113673 w 2912392"/>
                <a:gd name="connsiteY217" fmla="*/ 978766 h 980084"/>
                <a:gd name="connsiteX218" fmla="*/ 2123417 w 2912392"/>
                <a:gd name="connsiteY218" fmla="*/ 979545 h 980084"/>
                <a:gd name="connsiteX219" fmla="*/ 2133161 w 2912392"/>
                <a:gd name="connsiteY219" fmla="*/ 979981 h 980084"/>
                <a:gd name="connsiteX220" fmla="*/ 2142905 w 2912392"/>
                <a:gd name="connsiteY220" fmla="*/ 980085 h 980084"/>
                <a:gd name="connsiteX221" fmla="*/ 2152649 w 2912392"/>
                <a:gd name="connsiteY221" fmla="*/ 979870 h 980084"/>
                <a:gd name="connsiteX222" fmla="*/ 2162377 w 2912392"/>
                <a:gd name="connsiteY222" fmla="*/ 979347 h 980084"/>
                <a:gd name="connsiteX223" fmla="*/ 2172121 w 2912392"/>
                <a:gd name="connsiteY223" fmla="*/ 978532 h 980084"/>
                <a:gd name="connsiteX224" fmla="*/ 2181865 w 2912392"/>
                <a:gd name="connsiteY224" fmla="*/ 977437 h 980084"/>
                <a:gd name="connsiteX225" fmla="*/ 2191609 w 2912392"/>
                <a:gd name="connsiteY225" fmla="*/ 976076 h 980084"/>
                <a:gd name="connsiteX226" fmla="*/ 2201338 w 2912392"/>
                <a:gd name="connsiteY226" fmla="*/ 974460 h 980084"/>
                <a:gd name="connsiteX227" fmla="*/ 2211082 w 2912392"/>
                <a:gd name="connsiteY227" fmla="*/ 972610 h 980084"/>
                <a:gd name="connsiteX228" fmla="*/ 2220826 w 2912392"/>
                <a:gd name="connsiteY228" fmla="*/ 970535 h 980084"/>
                <a:gd name="connsiteX229" fmla="*/ 2230570 w 2912392"/>
                <a:gd name="connsiteY229" fmla="*/ 968252 h 980084"/>
                <a:gd name="connsiteX230" fmla="*/ 2240299 w 2912392"/>
                <a:gd name="connsiteY230" fmla="*/ 965776 h 980084"/>
                <a:gd name="connsiteX231" fmla="*/ 2250043 w 2912392"/>
                <a:gd name="connsiteY231" fmla="*/ 963122 h 980084"/>
                <a:gd name="connsiteX232" fmla="*/ 2259787 w 2912392"/>
                <a:gd name="connsiteY232" fmla="*/ 960305 h 980084"/>
                <a:gd name="connsiteX233" fmla="*/ 2269531 w 2912392"/>
                <a:gd name="connsiteY233" fmla="*/ 957340 h 980084"/>
                <a:gd name="connsiteX234" fmla="*/ 2279260 w 2912392"/>
                <a:gd name="connsiteY234" fmla="*/ 954244 h 980084"/>
                <a:gd name="connsiteX235" fmla="*/ 2289004 w 2912392"/>
                <a:gd name="connsiteY235" fmla="*/ 951029 h 980084"/>
                <a:gd name="connsiteX236" fmla="*/ 2298748 w 2912392"/>
                <a:gd name="connsiteY236" fmla="*/ 947712 h 980084"/>
                <a:gd name="connsiteX237" fmla="*/ 2308492 w 2912392"/>
                <a:gd name="connsiteY237" fmla="*/ 944309 h 980084"/>
                <a:gd name="connsiteX238" fmla="*/ 2318236 w 2912392"/>
                <a:gd name="connsiteY238" fmla="*/ 940832 h 980084"/>
                <a:gd name="connsiteX239" fmla="*/ 2327965 w 2912392"/>
                <a:gd name="connsiteY239" fmla="*/ 937296 h 980084"/>
                <a:gd name="connsiteX240" fmla="*/ 2337709 w 2912392"/>
                <a:gd name="connsiteY240" fmla="*/ 933718 h 980084"/>
                <a:gd name="connsiteX241" fmla="*/ 2347453 w 2912392"/>
                <a:gd name="connsiteY241" fmla="*/ 930108 h 980084"/>
                <a:gd name="connsiteX242" fmla="*/ 2357197 w 2912392"/>
                <a:gd name="connsiteY242" fmla="*/ 926483 h 980084"/>
                <a:gd name="connsiteX243" fmla="*/ 2366926 w 2912392"/>
                <a:gd name="connsiteY243" fmla="*/ 922853 h 980084"/>
                <a:gd name="connsiteX244" fmla="*/ 2376670 w 2912392"/>
                <a:gd name="connsiteY244" fmla="*/ 919233 h 980084"/>
                <a:gd name="connsiteX245" fmla="*/ 2386413 w 2912392"/>
                <a:gd name="connsiteY245" fmla="*/ 915635 h 980084"/>
                <a:gd name="connsiteX246" fmla="*/ 2396157 w 2912392"/>
                <a:gd name="connsiteY246" fmla="*/ 912071 h 980084"/>
                <a:gd name="connsiteX247" fmla="*/ 2405886 w 2912392"/>
                <a:gd name="connsiteY247" fmla="*/ 908553 h 980084"/>
                <a:gd name="connsiteX248" fmla="*/ 2415630 w 2912392"/>
                <a:gd name="connsiteY248" fmla="*/ 905092 h 980084"/>
                <a:gd name="connsiteX249" fmla="*/ 2425374 w 2912392"/>
                <a:gd name="connsiteY249" fmla="*/ 901698 h 980084"/>
                <a:gd name="connsiteX250" fmla="*/ 2435118 w 2912392"/>
                <a:gd name="connsiteY250" fmla="*/ 898382 h 980084"/>
                <a:gd name="connsiteX251" fmla="*/ 2444862 w 2912392"/>
                <a:gd name="connsiteY251" fmla="*/ 895152 h 980084"/>
                <a:gd name="connsiteX252" fmla="*/ 2454591 w 2912392"/>
                <a:gd name="connsiteY252" fmla="*/ 892018 h 980084"/>
                <a:gd name="connsiteX253" fmla="*/ 2464335 w 2912392"/>
                <a:gd name="connsiteY253" fmla="*/ 888991 h 980084"/>
                <a:gd name="connsiteX254" fmla="*/ 2474079 w 2912392"/>
                <a:gd name="connsiteY254" fmla="*/ 886075 h 980084"/>
                <a:gd name="connsiteX255" fmla="*/ 2483823 w 2912392"/>
                <a:gd name="connsiteY255" fmla="*/ 883279 h 980084"/>
                <a:gd name="connsiteX256" fmla="*/ 2493552 w 2912392"/>
                <a:gd name="connsiteY256" fmla="*/ 880610 h 980084"/>
                <a:gd name="connsiteX257" fmla="*/ 2503296 w 2912392"/>
                <a:gd name="connsiteY257" fmla="*/ 878076 h 980084"/>
                <a:gd name="connsiteX258" fmla="*/ 2513040 w 2912392"/>
                <a:gd name="connsiteY258" fmla="*/ 875680 h 980084"/>
                <a:gd name="connsiteX259" fmla="*/ 2522784 w 2912392"/>
                <a:gd name="connsiteY259" fmla="*/ 873429 h 980084"/>
                <a:gd name="connsiteX260" fmla="*/ 2532513 w 2912392"/>
                <a:gd name="connsiteY260" fmla="*/ 871325 h 980084"/>
                <a:gd name="connsiteX261" fmla="*/ 2542257 w 2912392"/>
                <a:gd name="connsiteY261" fmla="*/ 869376 h 980084"/>
                <a:gd name="connsiteX262" fmla="*/ 2552001 w 2912392"/>
                <a:gd name="connsiteY262" fmla="*/ 867584 h 980084"/>
                <a:gd name="connsiteX263" fmla="*/ 2561745 w 2912392"/>
                <a:gd name="connsiteY263" fmla="*/ 865951 h 980084"/>
                <a:gd name="connsiteX264" fmla="*/ 2571474 w 2912392"/>
                <a:gd name="connsiteY264" fmla="*/ 864481 h 980084"/>
                <a:gd name="connsiteX265" fmla="*/ 2581218 w 2912392"/>
                <a:gd name="connsiteY265" fmla="*/ 863175 h 980084"/>
                <a:gd name="connsiteX266" fmla="*/ 2590962 w 2912392"/>
                <a:gd name="connsiteY266" fmla="*/ 862036 h 980084"/>
                <a:gd name="connsiteX267" fmla="*/ 2600705 w 2912392"/>
                <a:gd name="connsiteY267" fmla="*/ 861063 h 980084"/>
                <a:gd name="connsiteX268" fmla="*/ 2610449 w 2912392"/>
                <a:gd name="connsiteY268" fmla="*/ 860258 h 980084"/>
                <a:gd name="connsiteX269" fmla="*/ 2620178 w 2912392"/>
                <a:gd name="connsiteY269" fmla="*/ 859622 h 980084"/>
                <a:gd name="connsiteX270" fmla="*/ 2629922 w 2912392"/>
                <a:gd name="connsiteY270" fmla="*/ 859153 h 980084"/>
                <a:gd name="connsiteX271" fmla="*/ 2639666 w 2912392"/>
                <a:gd name="connsiteY271" fmla="*/ 858852 h 980084"/>
                <a:gd name="connsiteX272" fmla="*/ 2649410 w 2912392"/>
                <a:gd name="connsiteY272" fmla="*/ 858718 h 980084"/>
                <a:gd name="connsiteX273" fmla="*/ 2659139 w 2912392"/>
                <a:gd name="connsiteY273" fmla="*/ 858748 h 980084"/>
                <a:gd name="connsiteX274" fmla="*/ 2668883 w 2912392"/>
                <a:gd name="connsiteY274" fmla="*/ 858941 h 980084"/>
                <a:gd name="connsiteX275" fmla="*/ 2678627 w 2912392"/>
                <a:gd name="connsiteY275" fmla="*/ 859297 h 980084"/>
                <a:gd name="connsiteX276" fmla="*/ 2688371 w 2912392"/>
                <a:gd name="connsiteY276" fmla="*/ 859813 h 980084"/>
                <a:gd name="connsiteX277" fmla="*/ 2698100 w 2912392"/>
                <a:gd name="connsiteY277" fmla="*/ 860485 h 980084"/>
                <a:gd name="connsiteX278" fmla="*/ 2707844 w 2912392"/>
                <a:gd name="connsiteY278" fmla="*/ 861310 h 980084"/>
                <a:gd name="connsiteX279" fmla="*/ 2717588 w 2912392"/>
                <a:gd name="connsiteY279" fmla="*/ 862287 h 980084"/>
                <a:gd name="connsiteX280" fmla="*/ 2727332 w 2912392"/>
                <a:gd name="connsiteY280" fmla="*/ 863414 h 980084"/>
                <a:gd name="connsiteX281" fmla="*/ 2737076 w 2912392"/>
                <a:gd name="connsiteY281" fmla="*/ 864685 h 980084"/>
                <a:gd name="connsiteX282" fmla="*/ 2746805 w 2912392"/>
                <a:gd name="connsiteY282" fmla="*/ 866097 h 980084"/>
                <a:gd name="connsiteX283" fmla="*/ 2756549 w 2912392"/>
                <a:gd name="connsiteY283" fmla="*/ 867647 h 980084"/>
                <a:gd name="connsiteX284" fmla="*/ 2766293 w 2912392"/>
                <a:gd name="connsiteY284" fmla="*/ 869332 h 980084"/>
                <a:gd name="connsiteX285" fmla="*/ 2776037 w 2912392"/>
                <a:gd name="connsiteY285" fmla="*/ 871146 h 980084"/>
                <a:gd name="connsiteX286" fmla="*/ 2785766 w 2912392"/>
                <a:gd name="connsiteY286" fmla="*/ 873089 h 980084"/>
                <a:gd name="connsiteX287" fmla="*/ 2795510 w 2912392"/>
                <a:gd name="connsiteY287" fmla="*/ 875153 h 980084"/>
                <a:gd name="connsiteX288" fmla="*/ 2805254 w 2912392"/>
                <a:gd name="connsiteY288" fmla="*/ 877337 h 980084"/>
                <a:gd name="connsiteX289" fmla="*/ 2814998 w 2912392"/>
                <a:gd name="connsiteY289" fmla="*/ 879634 h 980084"/>
                <a:gd name="connsiteX290" fmla="*/ 2824727 w 2912392"/>
                <a:gd name="connsiteY290" fmla="*/ 882044 h 980084"/>
                <a:gd name="connsiteX291" fmla="*/ 2834471 w 2912392"/>
                <a:gd name="connsiteY291" fmla="*/ 884558 h 980084"/>
                <a:gd name="connsiteX292" fmla="*/ 2844215 w 2912392"/>
                <a:gd name="connsiteY292" fmla="*/ 887176 h 980084"/>
                <a:gd name="connsiteX293" fmla="*/ 2853958 w 2912392"/>
                <a:gd name="connsiteY293" fmla="*/ 889894 h 980084"/>
                <a:gd name="connsiteX294" fmla="*/ 2863687 w 2912392"/>
                <a:gd name="connsiteY294" fmla="*/ 892705 h 980084"/>
                <a:gd name="connsiteX295" fmla="*/ 2873431 w 2912392"/>
                <a:gd name="connsiteY295" fmla="*/ 895608 h 980084"/>
                <a:gd name="connsiteX296" fmla="*/ 2883175 w 2912392"/>
                <a:gd name="connsiteY296" fmla="*/ 898596 h 980084"/>
                <a:gd name="connsiteX297" fmla="*/ 2892919 w 2912392"/>
                <a:gd name="connsiteY297" fmla="*/ 901668 h 980084"/>
                <a:gd name="connsiteX298" fmla="*/ 2902663 w 2912392"/>
                <a:gd name="connsiteY298" fmla="*/ 904821 h 980084"/>
                <a:gd name="connsiteX299" fmla="*/ 2912392 w 2912392"/>
                <a:gd name="connsiteY299" fmla="*/ 908048 h 980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980084">
                  <a:moveTo>
                    <a:pt x="0" y="807079"/>
                  </a:moveTo>
                  <a:lnTo>
                    <a:pt x="9739" y="801933"/>
                  </a:lnTo>
                  <a:lnTo>
                    <a:pt x="19480" y="796696"/>
                  </a:lnTo>
                  <a:lnTo>
                    <a:pt x="29221" y="791367"/>
                  </a:lnTo>
                  <a:lnTo>
                    <a:pt x="38961" y="785948"/>
                  </a:lnTo>
                  <a:lnTo>
                    <a:pt x="48702" y="780437"/>
                  </a:lnTo>
                  <a:lnTo>
                    <a:pt x="58443" y="774836"/>
                  </a:lnTo>
                  <a:lnTo>
                    <a:pt x="68182" y="769144"/>
                  </a:lnTo>
                  <a:lnTo>
                    <a:pt x="77923" y="763361"/>
                  </a:lnTo>
                  <a:lnTo>
                    <a:pt x="87664" y="757490"/>
                  </a:lnTo>
                  <a:lnTo>
                    <a:pt x="97404" y="751526"/>
                  </a:lnTo>
                  <a:lnTo>
                    <a:pt x="107145" y="745471"/>
                  </a:lnTo>
                  <a:lnTo>
                    <a:pt x="116886" y="739325"/>
                  </a:lnTo>
                  <a:lnTo>
                    <a:pt x="126625" y="733088"/>
                  </a:lnTo>
                  <a:lnTo>
                    <a:pt x="136366" y="726759"/>
                  </a:lnTo>
                  <a:lnTo>
                    <a:pt x="146107" y="720337"/>
                  </a:lnTo>
                  <a:lnTo>
                    <a:pt x="155846" y="713824"/>
                  </a:lnTo>
                  <a:lnTo>
                    <a:pt x="165587" y="707217"/>
                  </a:lnTo>
                  <a:lnTo>
                    <a:pt x="175328" y="700519"/>
                  </a:lnTo>
                  <a:lnTo>
                    <a:pt x="185068" y="693726"/>
                  </a:lnTo>
                  <a:lnTo>
                    <a:pt x="194809" y="686840"/>
                  </a:lnTo>
                  <a:lnTo>
                    <a:pt x="204550" y="679860"/>
                  </a:lnTo>
                  <a:lnTo>
                    <a:pt x="214289" y="672786"/>
                  </a:lnTo>
                  <a:lnTo>
                    <a:pt x="224030" y="665618"/>
                  </a:lnTo>
                  <a:lnTo>
                    <a:pt x="233771" y="658356"/>
                  </a:lnTo>
                  <a:lnTo>
                    <a:pt x="243510" y="651001"/>
                  </a:lnTo>
                  <a:lnTo>
                    <a:pt x="253251" y="643551"/>
                  </a:lnTo>
                  <a:lnTo>
                    <a:pt x="262992" y="636008"/>
                  </a:lnTo>
                  <a:lnTo>
                    <a:pt x="272732" y="628372"/>
                  </a:lnTo>
                  <a:lnTo>
                    <a:pt x="282473" y="620644"/>
                  </a:lnTo>
                  <a:lnTo>
                    <a:pt x="292214" y="612823"/>
                  </a:lnTo>
                  <a:lnTo>
                    <a:pt x="301953" y="604912"/>
                  </a:lnTo>
                  <a:lnTo>
                    <a:pt x="311694" y="596910"/>
                  </a:lnTo>
                  <a:lnTo>
                    <a:pt x="321435" y="588820"/>
                  </a:lnTo>
                  <a:lnTo>
                    <a:pt x="331175" y="580640"/>
                  </a:lnTo>
                  <a:lnTo>
                    <a:pt x="340916" y="572376"/>
                  </a:lnTo>
                  <a:lnTo>
                    <a:pt x="350656" y="564026"/>
                  </a:lnTo>
                  <a:lnTo>
                    <a:pt x="360396" y="555595"/>
                  </a:lnTo>
                  <a:lnTo>
                    <a:pt x="370137" y="547080"/>
                  </a:lnTo>
                  <a:lnTo>
                    <a:pt x="379878" y="538488"/>
                  </a:lnTo>
                  <a:lnTo>
                    <a:pt x="389617" y="529820"/>
                  </a:lnTo>
                  <a:lnTo>
                    <a:pt x="399358" y="521077"/>
                  </a:lnTo>
                  <a:lnTo>
                    <a:pt x="409099" y="512263"/>
                  </a:lnTo>
                  <a:lnTo>
                    <a:pt x="418839" y="503381"/>
                  </a:lnTo>
                  <a:lnTo>
                    <a:pt x="428580" y="494433"/>
                  </a:lnTo>
                  <a:lnTo>
                    <a:pt x="438321" y="485424"/>
                  </a:lnTo>
                  <a:lnTo>
                    <a:pt x="448060" y="476355"/>
                  </a:lnTo>
                  <a:lnTo>
                    <a:pt x="457801" y="467231"/>
                  </a:lnTo>
                  <a:lnTo>
                    <a:pt x="467542" y="458056"/>
                  </a:lnTo>
                  <a:lnTo>
                    <a:pt x="477281" y="448833"/>
                  </a:lnTo>
                  <a:lnTo>
                    <a:pt x="487022" y="439568"/>
                  </a:lnTo>
                  <a:lnTo>
                    <a:pt x="496763" y="430262"/>
                  </a:lnTo>
                  <a:lnTo>
                    <a:pt x="506503" y="420922"/>
                  </a:lnTo>
                  <a:lnTo>
                    <a:pt x="516244" y="411552"/>
                  </a:lnTo>
                  <a:lnTo>
                    <a:pt x="525985" y="402155"/>
                  </a:lnTo>
                  <a:lnTo>
                    <a:pt x="535724" y="392739"/>
                  </a:lnTo>
                  <a:lnTo>
                    <a:pt x="545465" y="383305"/>
                  </a:lnTo>
                  <a:lnTo>
                    <a:pt x="555206" y="373862"/>
                  </a:lnTo>
                  <a:lnTo>
                    <a:pt x="564946" y="364411"/>
                  </a:lnTo>
                  <a:lnTo>
                    <a:pt x="574687" y="354959"/>
                  </a:lnTo>
                  <a:lnTo>
                    <a:pt x="584428" y="345513"/>
                  </a:lnTo>
                  <a:lnTo>
                    <a:pt x="594167" y="336076"/>
                  </a:lnTo>
                  <a:lnTo>
                    <a:pt x="603908" y="326656"/>
                  </a:lnTo>
                  <a:lnTo>
                    <a:pt x="613649" y="317254"/>
                  </a:lnTo>
                  <a:lnTo>
                    <a:pt x="623388" y="307880"/>
                  </a:lnTo>
                  <a:lnTo>
                    <a:pt x="633129" y="298537"/>
                  </a:lnTo>
                  <a:lnTo>
                    <a:pt x="642870" y="289231"/>
                  </a:lnTo>
                  <a:lnTo>
                    <a:pt x="652610" y="279970"/>
                  </a:lnTo>
                  <a:lnTo>
                    <a:pt x="662351" y="270756"/>
                  </a:lnTo>
                  <a:lnTo>
                    <a:pt x="672092" y="261596"/>
                  </a:lnTo>
                  <a:lnTo>
                    <a:pt x="681831" y="252498"/>
                  </a:lnTo>
                  <a:lnTo>
                    <a:pt x="691572" y="243466"/>
                  </a:lnTo>
                  <a:lnTo>
                    <a:pt x="701313" y="234504"/>
                  </a:lnTo>
                  <a:lnTo>
                    <a:pt x="711052" y="225621"/>
                  </a:lnTo>
                  <a:lnTo>
                    <a:pt x="720793" y="216820"/>
                  </a:lnTo>
                  <a:lnTo>
                    <a:pt x="730534" y="208109"/>
                  </a:lnTo>
                  <a:lnTo>
                    <a:pt x="740274" y="199493"/>
                  </a:lnTo>
                  <a:lnTo>
                    <a:pt x="750015" y="190978"/>
                  </a:lnTo>
                  <a:lnTo>
                    <a:pt x="759756" y="182568"/>
                  </a:lnTo>
                  <a:lnTo>
                    <a:pt x="769495" y="174270"/>
                  </a:lnTo>
                  <a:lnTo>
                    <a:pt x="779236" y="166092"/>
                  </a:lnTo>
                  <a:lnTo>
                    <a:pt x="788977" y="158036"/>
                  </a:lnTo>
                  <a:lnTo>
                    <a:pt x="798717" y="150110"/>
                  </a:lnTo>
                  <a:lnTo>
                    <a:pt x="808458" y="142321"/>
                  </a:lnTo>
                  <a:lnTo>
                    <a:pt x="818199" y="134672"/>
                  </a:lnTo>
                  <a:lnTo>
                    <a:pt x="827938" y="127169"/>
                  </a:lnTo>
                  <a:lnTo>
                    <a:pt x="837679" y="119819"/>
                  </a:lnTo>
                  <a:lnTo>
                    <a:pt x="847420" y="112629"/>
                  </a:lnTo>
                  <a:lnTo>
                    <a:pt x="857159" y="105602"/>
                  </a:lnTo>
                  <a:lnTo>
                    <a:pt x="866900" y="98746"/>
                  </a:lnTo>
                  <a:lnTo>
                    <a:pt x="876641" y="92065"/>
                  </a:lnTo>
                  <a:lnTo>
                    <a:pt x="886381" y="85568"/>
                  </a:lnTo>
                  <a:lnTo>
                    <a:pt x="896122" y="79258"/>
                  </a:lnTo>
                  <a:lnTo>
                    <a:pt x="905863" y="73141"/>
                  </a:lnTo>
                  <a:lnTo>
                    <a:pt x="915602" y="67226"/>
                  </a:lnTo>
                  <a:lnTo>
                    <a:pt x="925343" y="61515"/>
                  </a:lnTo>
                  <a:lnTo>
                    <a:pt x="935084" y="56017"/>
                  </a:lnTo>
                  <a:lnTo>
                    <a:pt x="944824" y="50736"/>
                  </a:lnTo>
                  <a:lnTo>
                    <a:pt x="954564" y="45680"/>
                  </a:lnTo>
                  <a:lnTo>
                    <a:pt x="964305" y="40854"/>
                  </a:lnTo>
                  <a:lnTo>
                    <a:pt x="974045" y="36264"/>
                  </a:lnTo>
                  <a:lnTo>
                    <a:pt x="983786" y="31918"/>
                  </a:lnTo>
                  <a:lnTo>
                    <a:pt x="993522" y="27819"/>
                  </a:lnTo>
                  <a:lnTo>
                    <a:pt x="1003266" y="23975"/>
                  </a:lnTo>
                  <a:lnTo>
                    <a:pt x="1013010" y="20394"/>
                  </a:lnTo>
                  <a:lnTo>
                    <a:pt x="1022754" y="17079"/>
                  </a:lnTo>
                  <a:lnTo>
                    <a:pt x="1032483" y="14038"/>
                  </a:lnTo>
                  <a:lnTo>
                    <a:pt x="1042227" y="11277"/>
                  </a:lnTo>
                  <a:lnTo>
                    <a:pt x="1051971" y="8802"/>
                  </a:lnTo>
                  <a:lnTo>
                    <a:pt x="1061715" y="6620"/>
                  </a:lnTo>
                  <a:lnTo>
                    <a:pt x="1071444" y="4735"/>
                  </a:lnTo>
                  <a:lnTo>
                    <a:pt x="1081188" y="3156"/>
                  </a:lnTo>
                  <a:lnTo>
                    <a:pt x="1090932" y="1886"/>
                  </a:lnTo>
                  <a:lnTo>
                    <a:pt x="1100676" y="933"/>
                  </a:lnTo>
                  <a:lnTo>
                    <a:pt x="1110405" y="302"/>
                  </a:lnTo>
                  <a:lnTo>
                    <a:pt x="1120149" y="0"/>
                  </a:lnTo>
                  <a:lnTo>
                    <a:pt x="1129893" y="31"/>
                  </a:lnTo>
                  <a:lnTo>
                    <a:pt x="1139637" y="402"/>
                  </a:lnTo>
                  <a:lnTo>
                    <a:pt x="1149381" y="1117"/>
                  </a:lnTo>
                  <a:lnTo>
                    <a:pt x="1159110" y="2183"/>
                  </a:lnTo>
                  <a:lnTo>
                    <a:pt x="1168854" y="3603"/>
                  </a:lnTo>
                  <a:lnTo>
                    <a:pt x="1178598" y="5382"/>
                  </a:lnTo>
                  <a:lnTo>
                    <a:pt x="1188341" y="7524"/>
                  </a:lnTo>
                  <a:lnTo>
                    <a:pt x="1198070" y="10036"/>
                  </a:lnTo>
                  <a:lnTo>
                    <a:pt x="1207814" y="12919"/>
                  </a:lnTo>
                  <a:lnTo>
                    <a:pt x="1217558" y="16179"/>
                  </a:lnTo>
                  <a:lnTo>
                    <a:pt x="1227302" y="19817"/>
                  </a:lnTo>
                  <a:lnTo>
                    <a:pt x="1237031" y="23837"/>
                  </a:lnTo>
                  <a:lnTo>
                    <a:pt x="1246775" y="28243"/>
                  </a:lnTo>
                  <a:lnTo>
                    <a:pt x="1256519" y="33034"/>
                  </a:lnTo>
                  <a:lnTo>
                    <a:pt x="1266263" y="38216"/>
                  </a:lnTo>
                  <a:lnTo>
                    <a:pt x="1276007" y="43787"/>
                  </a:lnTo>
                  <a:lnTo>
                    <a:pt x="1285736" y="49749"/>
                  </a:lnTo>
                  <a:lnTo>
                    <a:pt x="1295480" y="56102"/>
                  </a:lnTo>
                  <a:lnTo>
                    <a:pt x="1305224" y="62847"/>
                  </a:lnTo>
                  <a:lnTo>
                    <a:pt x="1314968" y="69984"/>
                  </a:lnTo>
                  <a:lnTo>
                    <a:pt x="1324697" y="77509"/>
                  </a:lnTo>
                  <a:lnTo>
                    <a:pt x="1334441" y="85423"/>
                  </a:lnTo>
                  <a:lnTo>
                    <a:pt x="1344185" y="93722"/>
                  </a:lnTo>
                  <a:lnTo>
                    <a:pt x="1353929" y="102405"/>
                  </a:lnTo>
                  <a:lnTo>
                    <a:pt x="1363658" y="111467"/>
                  </a:lnTo>
                  <a:lnTo>
                    <a:pt x="1373402" y="120904"/>
                  </a:lnTo>
                  <a:lnTo>
                    <a:pt x="1383146" y="130713"/>
                  </a:lnTo>
                  <a:lnTo>
                    <a:pt x="1392890" y="140886"/>
                  </a:lnTo>
                  <a:lnTo>
                    <a:pt x="1402619" y="151420"/>
                  </a:lnTo>
                  <a:lnTo>
                    <a:pt x="1412363" y="162307"/>
                  </a:lnTo>
                  <a:lnTo>
                    <a:pt x="1422106" y="173540"/>
                  </a:lnTo>
                  <a:lnTo>
                    <a:pt x="1431850" y="185111"/>
                  </a:lnTo>
                  <a:lnTo>
                    <a:pt x="1441594" y="197011"/>
                  </a:lnTo>
                  <a:lnTo>
                    <a:pt x="1451323" y="209231"/>
                  </a:lnTo>
                  <a:lnTo>
                    <a:pt x="1461067" y="221761"/>
                  </a:lnTo>
                  <a:lnTo>
                    <a:pt x="1470811" y="234592"/>
                  </a:lnTo>
                  <a:lnTo>
                    <a:pt x="1480555" y="247712"/>
                  </a:lnTo>
                  <a:lnTo>
                    <a:pt x="1490284" y="261109"/>
                  </a:lnTo>
                  <a:lnTo>
                    <a:pt x="1500028" y="274772"/>
                  </a:lnTo>
                  <a:lnTo>
                    <a:pt x="1509772" y="288686"/>
                  </a:lnTo>
                  <a:lnTo>
                    <a:pt x="1519516" y="302838"/>
                  </a:lnTo>
                  <a:lnTo>
                    <a:pt x="1529245" y="317214"/>
                  </a:lnTo>
                  <a:lnTo>
                    <a:pt x="1538989" y="331800"/>
                  </a:lnTo>
                  <a:lnTo>
                    <a:pt x="1548733" y="346582"/>
                  </a:lnTo>
                  <a:lnTo>
                    <a:pt x="1558477" y="361542"/>
                  </a:lnTo>
                  <a:lnTo>
                    <a:pt x="1568221" y="376666"/>
                  </a:lnTo>
                  <a:lnTo>
                    <a:pt x="1577950" y="391936"/>
                  </a:lnTo>
                  <a:lnTo>
                    <a:pt x="1587694" y="407334"/>
                  </a:lnTo>
                  <a:lnTo>
                    <a:pt x="1597438" y="422845"/>
                  </a:lnTo>
                  <a:lnTo>
                    <a:pt x="1607182" y="438452"/>
                  </a:lnTo>
                  <a:lnTo>
                    <a:pt x="1616911" y="454134"/>
                  </a:lnTo>
                  <a:lnTo>
                    <a:pt x="1626655" y="469875"/>
                  </a:lnTo>
                  <a:lnTo>
                    <a:pt x="1636399" y="485655"/>
                  </a:lnTo>
                  <a:lnTo>
                    <a:pt x="1646142" y="501456"/>
                  </a:lnTo>
                  <a:lnTo>
                    <a:pt x="1655872" y="517261"/>
                  </a:lnTo>
                  <a:lnTo>
                    <a:pt x="1665616" y="533050"/>
                  </a:lnTo>
                  <a:lnTo>
                    <a:pt x="1675359" y="548801"/>
                  </a:lnTo>
                  <a:lnTo>
                    <a:pt x="1685103" y="564500"/>
                  </a:lnTo>
                  <a:lnTo>
                    <a:pt x="1694832" y="580125"/>
                  </a:lnTo>
                  <a:lnTo>
                    <a:pt x="1704576" y="595655"/>
                  </a:lnTo>
                  <a:lnTo>
                    <a:pt x="1714320" y="611077"/>
                  </a:lnTo>
                  <a:lnTo>
                    <a:pt x="1724064" y="626368"/>
                  </a:lnTo>
                  <a:lnTo>
                    <a:pt x="1733808" y="641510"/>
                  </a:lnTo>
                  <a:lnTo>
                    <a:pt x="1743537" y="656486"/>
                  </a:lnTo>
                  <a:lnTo>
                    <a:pt x="1753281" y="671278"/>
                  </a:lnTo>
                  <a:lnTo>
                    <a:pt x="1763025" y="685867"/>
                  </a:lnTo>
                  <a:lnTo>
                    <a:pt x="1772769" y="700237"/>
                  </a:lnTo>
                  <a:lnTo>
                    <a:pt x="1782498" y="714372"/>
                  </a:lnTo>
                  <a:lnTo>
                    <a:pt x="1792242" y="728253"/>
                  </a:lnTo>
                  <a:lnTo>
                    <a:pt x="1801986" y="741867"/>
                  </a:lnTo>
                  <a:lnTo>
                    <a:pt x="1811730" y="755197"/>
                  </a:lnTo>
                  <a:lnTo>
                    <a:pt x="1821459" y="768227"/>
                  </a:lnTo>
                  <a:lnTo>
                    <a:pt x="1831203" y="780947"/>
                  </a:lnTo>
                  <a:lnTo>
                    <a:pt x="1840947" y="793340"/>
                  </a:lnTo>
                  <a:lnTo>
                    <a:pt x="1850691" y="805394"/>
                  </a:lnTo>
                  <a:lnTo>
                    <a:pt x="1860435" y="817099"/>
                  </a:lnTo>
                  <a:lnTo>
                    <a:pt x="1870164" y="828441"/>
                  </a:lnTo>
                  <a:lnTo>
                    <a:pt x="1879908" y="839410"/>
                  </a:lnTo>
                  <a:lnTo>
                    <a:pt x="1889652" y="849999"/>
                  </a:lnTo>
                  <a:lnTo>
                    <a:pt x="1899395" y="860196"/>
                  </a:lnTo>
                  <a:lnTo>
                    <a:pt x="1909124" y="869993"/>
                  </a:lnTo>
                  <a:lnTo>
                    <a:pt x="1918868" y="879384"/>
                  </a:lnTo>
                  <a:lnTo>
                    <a:pt x="1928612" y="888362"/>
                  </a:lnTo>
                  <a:lnTo>
                    <a:pt x="1938356" y="896923"/>
                  </a:lnTo>
                  <a:lnTo>
                    <a:pt x="1948085" y="905062"/>
                  </a:lnTo>
                  <a:lnTo>
                    <a:pt x="1957829" y="912774"/>
                  </a:lnTo>
                  <a:lnTo>
                    <a:pt x="1967573" y="920057"/>
                  </a:lnTo>
                  <a:lnTo>
                    <a:pt x="1977317" y="926910"/>
                  </a:lnTo>
                  <a:lnTo>
                    <a:pt x="1987046" y="933332"/>
                  </a:lnTo>
                  <a:lnTo>
                    <a:pt x="1996790" y="939321"/>
                  </a:lnTo>
                  <a:lnTo>
                    <a:pt x="2006534" y="944882"/>
                  </a:lnTo>
                  <a:lnTo>
                    <a:pt x="2016278" y="950011"/>
                  </a:lnTo>
                  <a:lnTo>
                    <a:pt x="2026022" y="954716"/>
                  </a:lnTo>
                  <a:lnTo>
                    <a:pt x="2035751" y="959000"/>
                  </a:lnTo>
                  <a:lnTo>
                    <a:pt x="2045495" y="962865"/>
                  </a:lnTo>
                  <a:lnTo>
                    <a:pt x="2055239" y="966317"/>
                  </a:lnTo>
                  <a:lnTo>
                    <a:pt x="2064983" y="969364"/>
                  </a:lnTo>
                  <a:lnTo>
                    <a:pt x="2074712" y="972010"/>
                  </a:lnTo>
                  <a:lnTo>
                    <a:pt x="2084456" y="974265"/>
                  </a:lnTo>
                  <a:lnTo>
                    <a:pt x="2094200" y="976137"/>
                  </a:lnTo>
                  <a:lnTo>
                    <a:pt x="2103944" y="977634"/>
                  </a:lnTo>
                  <a:lnTo>
                    <a:pt x="2113673" y="978766"/>
                  </a:lnTo>
                  <a:lnTo>
                    <a:pt x="2123417" y="979545"/>
                  </a:lnTo>
                  <a:lnTo>
                    <a:pt x="2133161" y="979981"/>
                  </a:lnTo>
                  <a:lnTo>
                    <a:pt x="2142905" y="980085"/>
                  </a:lnTo>
                  <a:lnTo>
                    <a:pt x="2152649" y="979870"/>
                  </a:lnTo>
                  <a:lnTo>
                    <a:pt x="2162377" y="979347"/>
                  </a:lnTo>
                  <a:lnTo>
                    <a:pt x="2172121" y="978532"/>
                  </a:lnTo>
                  <a:lnTo>
                    <a:pt x="2181865" y="977437"/>
                  </a:lnTo>
                  <a:lnTo>
                    <a:pt x="2191609" y="976076"/>
                  </a:lnTo>
                  <a:lnTo>
                    <a:pt x="2201338" y="974460"/>
                  </a:lnTo>
                  <a:lnTo>
                    <a:pt x="2211082" y="972610"/>
                  </a:lnTo>
                  <a:lnTo>
                    <a:pt x="2220826" y="970535"/>
                  </a:lnTo>
                  <a:lnTo>
                    <a:pt x="2230570" y="968252"/>
                  </a:lnTo>
                  <a:lnTo>
                    <a:pt x="2240299" y="965776"/>
                  </a:lnTo>
                  <a:lnTo>
                    <a:pt x="2250043" y="963122"/>
                  </a:lnTo>
                  <a:lnTo>
                    <a:pt x="2259787" y="960305"/>
                  </a:lnTo>
                  <a:lnTo>
                    <a:pt x="2269531" y="957340"/>
                  </a:lnTo>
                  <a:lnTo>
                    <a:pt x="2279260" y="954244"/>
                  </a:lnTo>
                  <a:lnTo>
                    <a:pt x="2289004" y="951029"/>
                  </a:lnTo>
                  <a:lnTo>
                    <a:pt x="2298748" y="947712"/>
                  </a:lnTo>
                  <a:lnTo>
                    <a:pt x="2308492" y="944309"/>
                  </a:lnTo>
                  <a:lnTo>
                    <a:pt x="2318236" y="940832"/>
                  </a:lnTo>
                  <a:lnTo>
                    <a:pt x="2327965" y="937296"/>
                  </a:lnTo>
                  <a:lnTo>
                    <a:pt x="2337709" y="933718"/>
                  </a:lnTo>
                  <a:lnTo>
                    <a:pt x="2347453" y="930108"/>
                  </a:lnTo>
                  <a:lnTo>
                    <a:pt x="2357197" y="926483"/>
                  </a:lnTo>
                  <a:lnTo>
                    <a:pt x="2366926" y="922853"/>
                  </a:lnTo>
                  <a:lnTo>
                    <a:pt x="2376670" y="919233"/>
                  </a:lnTo>
                  <a:lnTo>
                    <a:pt x="2386413" y="915635"/>
                  </a:lnTo>
                  <a:lnTo>
                    <a:pt x="2396157" y="912071"/>
                  </a:lnTo>
                  <a:lnTo>
                    <a:pt x="2405886" y="908553"/>
                  </a:lnTo>
                  <a:lnTo>
                    <a:pt x="2415630" y="905092"/>
                  </a:lnTo>
                  <a:lnTo>
                    <a:pt x="2425374" y="901698"/>
                  </a:lnTo>
                  <a:lnTo>
                    <a:pt x="2435118" y="898382"/>
                  </a:lnTo>
                  <a:lnTo>
                    <a:pt x="2444862" y="895152"/>
                  </a:lnTo>
                  <a:lnTo>
                    <a:pt x="2454591" y="892018"/>
                  </a:lnTo>
                  <a:lnTo>
                    <a:pt x="2464335" y="888991"/>
                  </a:lnTo>
                  <a:lnTo>
                    <a:pt x="2474079" y="886075"/>
                  </a:lnTo>
                  <a:lnTo>
                    <a:pt x="2483823" y="883279"/>
                  </a:lnTo>
                  <a:lnTo>
                    <a:pt x="2493552" y="880610"/>
                  </a:lnTo>
                  <a:lnTo>
                    <a:pt x="2503296" y="878076"/>
                  </a:lnTo>
                  <a:lnTo>
                    <a:pt x="2513040" y="875680"/>
                  </a:lnTo>
                  <a:lnTo>
                    <a:pt x="2522784" y="873429"/>
                  </a:lnTo>
                  <a:lnTo>
                    <a:pt x="2532513" y="871325"/>
                  </a:lnTo>
                  <a:lnTo>
                    <a:pt x="2542257" y="869376"/>
                  </a:lnTo>
                  <a:lnTo>
                    <a:pt x="2552001" y="867584"/>
                  </a:lnTo>
                  <a:lnTo>
                    <a:pt x="2561745" y="865951"/>
                  </a:lnTo>
                  <a:lnTo>
                    <a:pt x="2571474" y="864481"/>
                  </a:lnTo>
                  <a:lnTo>
                    <a:pt x="2581218" y="863175"/>
                  </a:lnTo>
                  <a:lnTo>
                    <a:pt x="2590962" y="862036"/>
                  </a:lnTo>
                  <a:lnTo>
                    <a:pt x="2600705" y="861063"/>
                  </a:lnTo>
                  <a:lnTo>
                    <a:pt x="2610449" y="860258"/>
                  </a:lnTo>
                  <a:lnTo>
                    <a:pt x="2620178" y="859622"/>
                  </a:lnTo>
                  <a:lnTo>
                    <a:pt x="2629922" y="859153"/>
                  </a:lnTo>
                  <a:lnTo>
                    <a:pt x="2639666" y="858852"/>
                  </a:lnTo>
                  <a:lnTo>
                    <a:pt x="2649410" y="858718"/>
                  </a:lnTo>
                  <a:lnTo>
                    <a:pt x="2659139" y="858748"/>
                  </a:lnTo>
                  <a:lnTo>
                    <a:pt x="2668883" y="858941"/>
                  </a:lnTo>
                  <a:lnTo>
                    <a:pt x="2678627" y="859297"/>
                  </a:lnTo>
                  <a:lnTo>
                    <a:pt x="2688371" y="859813"/>
                  </a:lnTo>
                  <a:lnTo>
                    <a:pt x="2698100" y="860485"/>
                  </a:lnTo>
                  <a:lnTo>
                    <a:pt x="2707844" y="861310"/>
                  </a:lnTo>
                  <a:lnTo>
                    <a:pt x="2717588" y="862287"/>
                  </a:lnTo>
                  <a:lnTo>
                    <a:pt x="2727332" y="863414"/>
                  </a:lnTo>
                  <a:lnTo>
                    <a:pt x="2737076" y="864685"/>
                  </a:lnTo>
                  <a:lnTo>
                    <a:pt x="2746805" y="866097"/>
                  </a:lnTo>
                  <a:lnTo>
                    <a:pt x="2756549" y="867647"/>
                  </a:lnTo>
                  <a:lnTo>
                    <a:pt x="2766293" y="869332"/>
                  </a:lnTo>
                  <a:lnTo>
                    <a:pt x="2776037" y="871146"/>
                  </a:lnTo>
                  <a:lnTo>
                    <a:pt x="2785766" y="873089"/>
                  </a:lnTo>
                  <a:lnTo>
                    <a:pt x="2795510" y="875153"/>
                  </a:lnTo>
                  <a:lnTo>
                    <a:pt x="2805254" y="877337"/>
                  </a:lnTo>
                  <a:lnTo>
                    <a:pt x="2814998" y="879634"/>
                  </a:lnTo>
                  <a:lnTo>
                    <a:pt x="2824727" y="882044"/>
                  </a:lnTo>
                  <a:lnTo>
                    <a:pt x="2834471" y="884558"/>
                  </a:lnTo>
                  <a:lnTo>
                    <a:pt x="2844215" y="887176"/>
                  </a:lnTo>
                  <a:lnTo>
                    <a:pt x="2853958" y="889894"/>
                  </a:lnTo>
                  <a:lnTo>
                    <a:pt x="2863687" y="892705"/>
                  </a:lnTo>
                  <a:lnTo>
                    <a:pt x="2873431" y="895608"/>
                  </a:lnTo>
                  <a:lnTo>
                    <a:pt x="2883175" y="898596"/>
                  </a:lnTo>
                  <a:lnTo>
                    <a:pt x="2892919" y="901668"/>
                  </a:lnTo>
                  <a:lnTo>
                    <a:pt x="2902663" y="904821"/>
                  </a:lnTo>
                  <a:lnTo>
                    <a:pt x="2912392" y="90804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0" name="Freeform 759">
              <a:extLst>
                <a:ext uri="{FF2B5EF4-FFF2-40B4-BE49-F238E27FC236}">
                  <a16:creationId xmlns:a16="http://schemas.microsoft.com/office/drawing/2014/main" id="{A7116A1D-88E0-CCB9-4BAC-AF71C3C25722}"/>
                </a:ext>
              </a:extLst>
            </p:cNvPr>
            <p:cNvSpPr/>
            <p:nvPr/>
          </p:nvSpPr>
          <p:spPr>
            <a:xfrm>
              <a:off x="576446" y="3216852"/>
              <a:ext cx="2912392" cy="639665"/>
            </a:xfrm>
            <a:custGeom>
              <a:avLst/>
              <a:gdLst>
                <a:gd name="connsiteX0" fmla="*/ 0 w 2912392"/>
                <a:gd name="connsiteY0" fmla="*/ 112387 h 639665"/>
                <a:gd name="connsiteX1" fmla="*/ 9739 w 2912392"/>
                <a:gd name="connsiteY1" fmla="*/ 107541 h 639665"/>
                <a:gd name="connsiteX2" fmla="*/ 19480 w 2912392"/>
                <a:gd name="connsiteY2" fmla="*/ 102997 h 639665"/>
                <a:gd name="connsiteX3" fmla="*/ 29221 w 2912392"/>
                <a:gd name="connsiteY3" fmla="*/ 98762 h 639665"/>
                <a:gd name="connsiteX4" fmla="*/ 38961 w 2912392"/>
                <a:gd name="connsiteY4" fmla="*/ 94848 h 639665"/>
                <a:gd name="connsiteX5" fmla="*/ 48702 w 2912392"/>
                <a:gd name="connsiteY5" fmla="*/ 91264 h 639665"/>
                <a:gd name="connsiteX6" fmla="*/ 58443 w 2912392"/>
                <a:gd name="connsiteY6" fmla="*/ 88013 h 639665"/>
                <a:gd name="connsiteX7" fmla="*/ 68182 w 2912392"/>
                <a:gd name="connsiteY7" fmla="*/ 85103 h 639665"/>
                <a:gd name="connsiteX8" fmla="*/ 77923 w 2912392"/>
                <a:gd name="connsiteY8" fmla="*/ 82540 h 639665"/>
                <a:gd name="connsiteX9" fmla="*/ 87664 w 2912392"/>
                <a:gd name="connsiteY9" fmla="*/ 80329 h 639665"/>
                <a:gd name="connsiteX10" fmla="*/ 97404 w 2912392"/>
                <a:gd name="connsiteY10" fmla="*/ 78473 h 639665"/>
                <a:gd name="connsiteX11" fmla="*/ 107145 w 2912392"/>
                <a:gd name="connsiteY11" fmla="*/ 76976 h 639665"/>
                <a:gd name="connsiteX12" fmla="*/ 116886 w 2912392"/>
                <a:gd name="connsiteY12" fmla="*/ 75839 h 639665"/>
                <a:gd name="connsiteX13" fmla="*/ 126625 w 2912392"/>
                <a:gd name="connsiteY13" fmla="*/ 75061 h 639665"/>
                <a:gd name="connsiteX14" fmla="*/ 136366 w 2912392"/>
                <a:gd name="connsiteY14" fmla="*/ 74647 h 639665"/>
                <a:gd name="connsiteX15" fmla="*/ 146107 w 2912392"/>
                <a:gd name="connsiteY15" fmla="*/ 74592 h 639665"/>
                <a:gd name="connsiteX16" fmla="*/ 155846 w 2912392"/>
                <a:gd name="connsiteY16" fmla="*/ 74897 h 639665"/>
                <a:gd name="connsiteX17" fmla="*/ 165587 w 2912392"/>
                <a:gd name="connsiteY17" fmla="*/ 75560 h 639665"/>
                <a:gd name="connsiteX18" fmla="*/ 175328 w 2912392"/>
                <a:gd name="connsiteY18" fmla="*/ 76576 h 639665"/>
                <a:gd name="connsiteX19" fmla="*/ 185068 w 2912392"/>
                <a:gd name="connsiteY19" fmla="*/ 77943 h 639665"/>
                <a:gd name="connsiteX20" fmla="*/ 194809 w 2912392"/>
                <a:gd name="connsiteY20" fmla="*/ 79654 h 639665"/>
                <a:gd name="connsiteX21" fmla="*/ 204550 w 2912392"/>
                <a:gd name="connsiteY21" fmla="*/ 81708 h 639665"/>
                <a:gd name="connsiteX22" fmla="*/ 214289 w 2912392"/>
                <a:gd name="connsiteY22" fmla="*/ 84094 h 639665"/>
                <a:gd name="connsiteX23" fmla="*/ 224030 w 2912392"/>
                <a:gd name="connsiteY23" fmla="*/ 86809 h 639665"/>
                <a:gd name="connsiteX24" fmla="*/ 233771 w 2912392"/>
                <a:gd name="connsiteY24" fmla="*/ 89844 h 639665"/>
                <a:gd name="connsiteX25" fmla="*/ 243510 w 2912392"/>
                <a:gd name="connsiteY25" fmla="*/ 93193 h 639665"/>
                <a:gd name="connsiteX26" fmla="*/ 253251 w 2912392"/>
                <a:gd name="connsiteY26" fmla="*/ 96845 h 639665"/>
                <a:gd name="connsiteX27" fmla="*/ 262992 w 2912392"/>
                <a:gd name="connsiteY27" fmla="*/ 100793 h 639665"/>
                <a:gd name="connsiteX28" fmla="*/ 272732 w 2912392"/>
                <a:gd name="connsiteY28" fmla="*/ 105027 h 639665"/>
                <a:gd name="connsiteX29" fmla="*/ 282473 w 2912392"/>
                <a:gd name="connsiteY29" fmla="*/ 109537 h 639665"/>
                <a:gd name="connsiteX30" fmla="*/ 292214 w 2912392"/>
                <a:gd name="connsiteY30" fmla="*/ 114312 h 639665"/>
                <a:gd name="connsiteX31" fmla="*/ 301953 w 2912392"/>
                <a:gd name="connsiteY31" fmla="*/ 119344 h 639665"/>
                <a:gd name="connsiteX32" fmla="*/ 311694 w 2912392"/>
                <a:gd name="connsiteY32" fmla="*/ 124618 h 639665"/>
                <a:gd name="connsiteX33" fmla="*/ 321435 w 2912392"/>
                <a:gd name="connsiteY33" fmla="*/ 130126 h 639665"/>
                <a:gd name="connsiteX34" fmla="*/ 331175 w 2912392"/>
                <a:gd name="connsiteY34" fmla="*/ 135855 h 639665"/>
                <a:gd name="connsiteX35" fmla="*/ 340916 w 2912392"/>
                <a:gd name="connsiteY35" fmla="*/ 141792 h 639665"/>
                <a:gd name="connsiteX36" fmla="*/ 350656 w 2912392"/>
                <a:gd name="connsiteY36" fmla="*/ 147928 h 639665"/>
                <a:gd name="connsiteX37" fmla="*/ 360396 w 2912392"/>
                <a:gd name="connsiteY37" fmla="*/ 154248 h 639665"/>
                <a:gd name="connsiteX38" fmla="*/ 370137 w 2912392"/>
                <a:gd name="connsiteY38" fmla="*/ 160739 h 639665"/>
                <a:gd name="connsiteX39" fmla="*/ 379878 w 2912392"/>
                <a:gd name="connsiteY39" fmla="*/ 167392 h 639665"/>
                <a:gd name="connsiteX40" fmla="*/ 389617 w 2912392"/>
                <a:gd name="connsiteY40" fmla="*/ 174191 h 639665"/>
                <a:gd name="connsiteX41" fmla="*/ 399358 w 2912392"/>
                <a:gd name="connsiteY41" fmla="*/ 181127 h 639665"/>
                <a:gd name="connsiteX42" fmla="*/ 409099 w 2912392"/>
                <a:gd name="connsiteY42" fmla="*/ 188185 h 639665"/>
                <a:gd name="connsiteX43" fmla="*/ 418839 w 2912392"/>
                <a:gd name="connsiteY43" fmla="*/ 195354 h 639665"/>
                <a:gd name="connsiteX44" fmla="*/ 428580 w 2912392"/>
                <a:gd name="connsiteY44" fmla="*/ 202619 h 639665"/>
                <a:gd name="connsiteX45" fmla="*/ 438321 w 2912392"/>
                <a:gd name="connsiteY45" fmla="*/ 209970 h 639665"/>
                <a:gd name="connsiteX46" fmla="*/ 448060 w 2912392"/>
                <a:gd name="connsiteY46" fmla="*/ 217394 h 639665"/>
                <a:gd name="connsiteX47" fmla="*/ 457801 w 2912392"/>
                <a:gd name="connsiteY47" fmla="*/ 224881 h 639665"/>
                <a:gd name="connsiteX48" fmla="*/ 467542 w 2912392"/>
                <a:gd name="connsiteY48" fmla="*/ 232415 h 639665"/>
                <a:gd name="connsiteX49" fmla="*/ 477281 w 2912392"/>
                <a:gd name="connsiteY49" fmla="*/ 239987 h 639665"/>
                <a:gd name="connsiteX50" fmla="*/ 487022 w 2912392"/>
                <a:gd name="connsiteY50" fmla="*/ 247587 h 639665"/>
                <a:gd name="connsiteX51" fmla="*/ 496763 w 2912392"/>
                <a:gd name="connsiteY51" fmla="*/ 255200 h 639665"/>
                <a:gd name="connsiteX52" fmla="*/ 506503 w 2912392"/>
                <a:gd name="connsiteY52" fmla="*/ 262817 h 639665"/>
                <a:gd name="connsiteX53" fmla="*/ 516244 w 2912392"/>
                <a:gd name="connsiteY53" fmla="*/ 270428 h 639665"/>
                <a:gd name="connsiteX54" fmla="*/ 525985 w 2912392"/>
                <a:gd name="connsiteY54" fmla="*/ 278021 h 639665"/>
                <a:gd name="connsiteX55" fmla="*/ 535724 w 2912392"/>
                <a:gd name="connsiteY55" fmla="*/ 285588 h 639665"/>
                <a:gd name="connsiteX56" fmla="*/ 545465 w 2912392"/>
                <a:gd name="connsiteY56" fmla="*/ 293117 h 639665"/>
                <a:gd name="connsiteX57" fmla="*/ 555206 w 2912392"/>
                <a:gd name="connsiteY57" fmla="*/ 300599 h 639665"/>
                <a:gd name="connsiteX58" fmla="*/ 564946 w 2912392"/>
                <a:gd name="connsiteY58" fmla="*/ 308025 h 639665"/>
                <a:gd name="connsiteX59" fmla="*/ 574687 w 2912392"/>
                <a:gd name="connsiteY59" fmla="*/ 315386 h 639665"/>
                <a:gd name="connsiteX60" fmla="*/ 584428 w 2912392"/>
                <a:gd name="connsiteY60" fmla="*/ 322675 h 639665"/>
                <a:gd name="connsiteX61" fmla="*/ 594167 w 2912392"/>
                <a:gd name="connsiteY61" fmla="*/ 329881 h 639665"/>
                <a:gd name="connsiteX62" fmla="*/ 603908 w 2912392"/>
                <a:gd name="connsiteY62" fmla="*/ 336997 h 639665"/>
                <a:gd name="connsiteX63" fmla="*/ 613649 w 2912392"/>
                <a:gd name="connsiteY63" fmla="*/ 344018 h 639665"/>
                <a:gd name="connsiteX64" fmla="*/ 623388 w 2912392"/>
                <a:gd name="connsiteY64" fmla="*/ 350934 h 639665"/>
                <a:gd name="connsiteX65" fmla="*/ 633129 w 2912392"/>
                <a:gd name="connsiteY65" fmla="*/ 357738 h 639665"/>
                <a:gd name="connsiteX66" fmla="*/ 642870 w 2912392"/>
                <a:gd name="connsiteY66" fmla="*/ 364425 h 639665"/>
                <a:gd name="connsiteX67" fmla="*/ 652610 w 2912392"/>
                <a:gd name="connsiteY67" fmla="*/ 370988 h 639665"/>
                <a:gd name="connsiteX68" fmla="*/ 662351 w 2912392"/>
                <a:gd name="connsiteY68" fmla="*/ 377421 h 639665"/>
                <a:gd name="connsiteX69" fmla="*/ 672092 w 2912392"/>
                <a:gd name="connsiteY69" fmla="*/ 383720 h 639665"/>
                <a:gd name="connsiteX70" fmla="*/ 681831 w 2912392"/>
                <a:gd name="connsiteY70" fmla="*/ 389878 h 639665"/>
                <a:gd name="connsiteX71" fmla="*/ 691572 w 2912392"/>
                <a:gd name="connsiteY71" fmla="*/ 395890 h 639665"/>
                <a:gd name="connsiteX72" fmla="*/ 701313 w 2912392"/>
                <a:gd name="connsiteY72" fmla="*/ 401753 h 639665"/>
                <a:gd name="connsiteX73" fmla="*/ 711052 w 2912392"/>
                <a:gd name="connsiteY73" fmla="*/ 407462 h 639665"/>
                <a:gd name="connsiteX74" fmla="*/ 720793 w 2912392"/>
                <a:gd name="connsiteY74" fmla="*/ 413012 h 639665"/>
                <a:gd name="connsiteX75" fmla="*/ 730534 w 2912392"/>
                <a:gd name="connsiteY75" fmla="*/ 418399 h 639665"/>
                <a:gd name="connsiteX76" fmla="*/ 740274 w 2912392"/>
                <a:gd name="connsiteY76" fmla="*/ 423621 h 639665"/>
                <a:gd name="connsiteX77" fmla="*/ 750015 w 2912392"/>
                <a:gd name="connsiteY77" fmla="*/ 428673 h 639665"/>
                <a:gd name="connsiteX78" fmla="*/ 759756 w 2912392"/>
                <a:gd name="connsiteY78" fmla="*/ 433556 h 639665"/>
                <a:gd name="connsiteX79" fmla="*/ 769495 w 2912392"/>
                <a:gd name="connsiteY79" fmla="*/ 438262 h 639665"/>
                <a:gd name="connsiteX80" fmla="*/ 779236 w 2912392"/>
                <a:gd name="connsiteY80" fmla="*/ 442792 h 639665"/>
                <a:gd name="connsiteX81" fmla="*/ 788977 w 2912392"/>
                <a:gd name="connsiteY81" fmla="*/ 447142 h 639665"/>
                <a:gd name="connsiteX82" fmla="*/ 798717 w 2912392"/>
                <a:gd name="connsiteY82" fmla="*/ 451311 h 639665"/>
                <a:gd name="connsiteX83" fmla="*/ 808458 w 2912392"/>
                <a:gd name="connsiteY83" fmla="*/ 455295 h 639665"/>
                <a:gd name="connsiteX84" fmla="*/ 818199 w 2912392"/>
                <a:gd name="connsiteY84" fmla="*/ 459096 h 639665"/>
                <a:gd name="connsiteX85" fmla="*/ 827938 w 2912392"/>
                <a:gd name="connsiteY85" fmla="*/ 462707 h 639665"/>
                <a:gd name="connsiteX86" fmla="*/ 837679 w 2912392"/>
                <a:gd name="connsiteY86" fmla="*/ 466133 h 639665"/>
                <a:gd name="connsiteX87" fmla="*/ 847420 w 2912392"/>
                <a:gd name="connsiteY87" fmla="*/ 469369 h 639665"/>
                <a:gd name="connsiteX88" fmla="*/ 857159 w 2912392"/>
                <a:gd name="connsiteY88" fmla="*/ 472412 h 639665"/>
                <a:gd name="connsiteX89" fmla="*/ 866900 w 2912392"/>
                <a:gd name="connsiteY89" fmla="*/ 475266 h 639665"/>
                <a:gd name="connsiteX90" fmla="*/ 876641 w 2912392"/>
                <a:gd name="connsiteY90" fmla="*/ 477927 h 639665"/>
                <a:gd name="connsiteX91" fmla="*/ 886381 w 2912392"/>
                <a:gd name="connsiteY91" fmla="*/ 480394 h 639665"/>
                <a:gd name="connsiteX92" fmla="*/ 896122 w 2912392"/>
                <a:gd name="connsiteY92" fmla="*/ 482669 h 639665"/>
                <a:gd name="connsiteX93" fmla="*/ 905863 w 2912392"/>
                <a:gd name="connsiteY93" fmla="*/ 484747 h 639665"/>
                <a:gd name="connsiteX94" fmla="*/ 915602 w 2912392"/>
                <a:gd name="connsiteY94" fmla="*/ 486634 h 639665"/>
                <a:gd name="connsiteX95" fmla="*/ 925343 w 2912392"/>
                <a:gd name="connsiteY95" fmla="*/ 488323 h 639665"/>
                <a:gd name="connsiteX96" fmla="*/ 935084 w 2912392"/>
                <a:gd name="connsiteY96" fmla="*/ 489819 h 639665"/>
                <a:gd name="connsiteX97" fmla="*/ 944824 w 2912392"/>
                <a:gd name="connsiteY97" fmla="*/ 491118 h 639665"/>
                <a:gd name="connsiteX98" fmla="*/ 954564 w 2912392"/>
                <a:gd name="connsiteY98" fmla="*/ 492222 h 639665"/>
                <a:gd name="connsiteX99" fmla="*/ 964305 w 2912392"/>
                <a:gd name="connsiteY99" fmla="*/ 493131 h 639665"/>
                <a:gd name="connsiteX100" fmla="*/ 974045 w 2912392"/>
                <a:gd name="connsiteY100" fmla="*/ 493843 h 639665"/>
                <a:gd name="connsiteX101" fmla="*/ 983786 w 2912392"/>
                <a:gd name="connsiteY101" fmla="*/ 494360 h 639665"/>
                <a:gd name="connsiteX102" fmla="*/ 993522 w 2912392"/>
                <a:gd name="connsiteY102" fmla="*/ 494682 h 639665"/>
                <a:gd name="connsiteX103" fmla="*/ 1003266 w 2912392"/>
                <a:gd name="connsiteY103" fmla="*/ 494807 h 639665"/>
                <a:gd name="connsiteX104" fmla="*/ 1013010 w 2912392"/>
                <a:gd name="connsiteY104" fmla="*/ 494737 h 639665"/>
                <a:gd name="connsiteX105" fmla="*/ 1022754 w 2912392"/>
                <a:gd name="connsiteY105" fmla="*/ 494473 h 639665"/>
                <a:gd name="connsiteX106" fmla="*/ 1032483 w 2912392"/>
                <a:gd name="connsiteY106" fmla="*/ 494013 h 639665"/>
                <a:gd name="connsiteX107" fmla="*/ 1042227 w 2912392"/>
                <a:gd name="connsiteY107" fmla="*/ 493359 h 639665"/>
                <a:gd name="connsiteX108" fmla="*/ 1051971 w 2912392"/>
                <a:gd name="connsiteY108" fmla="*/ 492511 h 639665"/>
                <a:gd name="connsiteX109" fmla="*/ 1061715 w 2912392"/>
                <a:gd name="connsiteY109" fmla="*/ 491467 h 639665"/>
                <a:gd name="connsiteX110" fmla="*/ 1071444 w 2912392"/>
                <a:gd name="connsiteY110" fmla="*/ 490230 h 639665"/>
                <a:gd name="connsiteX111" fmla="*/ 1081188 w 2912392"/>
                <a:gd name="connsiteY111" fmla="*/ 488800 h 639665"/>
                <a:gd name="connsiteX112" fmla="*/ 1090932 w 2912392"/>
                <a:gd name="connsiteY112" fmla="*/ 487176 h 639665"/>
                <a:gd name="connsiteX113" fmla="*/ 1100676 w 2912392"/>
                <a:gd name="connsiteY113" fmla="*/ 485360 h 639665"/>
                <a:gd name="connsiteX114" fmla="*/ 1110405 w 2912392"/>
                <a:gd name="connsiteY114" fmla="*/ 483351 h 639665"/>
                <a:gd name="connsiteX115" fmla="*/ 1120149 w 2912392"/>
                <a:gd name="connsiteY115" fmla="*/ 481149 h 639665"/>
                <a:gd name="connsiteX116" fmla="*/ 1129893 w 2912392"/>
                <a:gd name="connsiteY116" fmla="*/ 478758 h 639665"/>
                <a:gd name="connsiteX117" fmla="*/ 1139637 w 2912392"/>
                <a:gd name="connsiteY117" fmla="*/ 476174 h 639665"/>
                <a:gd name="connsiteX118" fmla="*/ 1149381 w 2912392"/>
                <a:gd name="connsiteY118" fmla="*/ 473400 h 639665"/>
                <a:gd name="connsiteX119" fmla="*/ 1159110 w 2912392"/>
                <a:gd name="connsiteY119" fmla="*/ 470437 h 639665"/>
                <a:gd name="connsiteX120" fmla="*/ 1168854 w 2912392"/>
                <a:gd name="connsiteY120" fmla="*/ 467284 h 639665"/>
                <a:gd name="connsiteX121" fmla="*/ 1178598 w 2912392"/>
                <a:gd name="connsiteY121" fmla="*/ 463944 h 639665"/>
                <a:gd name="connsiteX122" fmla="*/ 1188341 w 2912392"/>
                <a:gd name="connsiteY122" fmla="*/ 460416 h 639665"/>
                <a:gd name="connsiteX123" fmla="*/ 1198070 w 2912392"/>
                <a:gd name="connsiteY123" fmla="*/ 456701 h 639665"/>
                <a:gd name="connsiteX124" fmla="*/ 1207814 w 2912392"/>
                <a:gd name="connsiteY124" fmla="*/ 452801 h 639665"/>
                <a:gd name="connsiteX125" fmla="*/ 1217558 w 2912392"/>
                <a:gd name="connsiteY125" fmla="*/ 448716 h 639665"/>
                <a:gd name="connsiteX126" fmla="*/ 1227302 w 2912392"/>
                <a:gd name="connsiteY126" fmla="*/ 444449 h 639665"/>
                <a:gd name="connsiteX127" fmla="*/ 1237031 w 2912392"/>
                <a:gd name="connsiteY127" fmla="*/ 439998 h 639665"/>
                <a:gd name="connsiteX128" fmla="*/ 1246775 w 2912392"/>
                <a:gd name="connsiteY128" fmla="*/ 435369 h 639665"/>
                <a:gd name="connsiteX129" fmla="*/ 1256519 w 2912392"/>
                <a:gd name="connsiteY129" fmla="*/ 430560 h 639665"/>
                <a:gd name="connsiteX130" fmla="*/ 1266263 w 2912392"/>
                <a:gd name="connsiteY130" fmla="*/ 425575 h 639665"/>
                <a:gd name="connsiteX131" fmla="*/ 1276007 w 2912392"/>
                <a:gd name="connsiteY131" fmla="*/ 420414 h 639665"/>
                <a:gd name="connsiteX132" fmla="*/ 1285736 w 2912392"/>
                <a:gd name="connsiteY132" fmla="*/ 415080 h 639665"/>
                <a:gd name="connsiteX133" fmla="*/ 1295480 w 2912392"/>
                <a:gd name="connsiteY133" fmla="*/ 409575 h 639665"/>
                <a:gd name="connsiteX134" fmla="*/ 1305224 w 2912392"/>
                <a:gd name="connsiteY134" fmla="*/ 403901 h 639665"/>
                <a:gd name="connsiteX135" fmla="*/ 1314968 w 2912392"/>
                <a:gd name="connsiteY135" fmla="*/ 398062 h 639665"/>
                <a:gd name="connsiteX136" fmla="*/ 1324697 w 2912392"/>
                <a:gd name="connsiteY136" fmla="*/ 392061 h 639665"/>
                <a:gd name="connsiteX137" fmla="*/ 1334441 w 2912392"/>
                <a:gd name="connsiteY137" fmla="*/ 385899 h 639665"/>
                <a:gd name="connsiteX138" fmla="*/ 1344185 w 2912392"/>
                <a:gd name="connsiteY138" fmla="*/ 379581 h 639665"/>
                <a:gd name="connsiteX139" fmla="*/ 1353929 w 2912392"/>
                <a:gd name="connsiteY139" fmla="*/ 373111 h 639665"/>
                <a:gd name="connsiteX140" fmla="*/ 1363658 w 2912392"/>
                <a:gd name="connsiteY140" fmla="*/ 366491 h 639665"/>
                <a:gd name="connsiteX141" fmla="*/ 1373402 w 2912392"/>
                <a:gd name="connsiteY141" fmla="*/ 359727 h 639665"/>
                <a:gd name="connsiteX142" fmla="*/ 1383146 w 2912392"/>
                <a:gd name="connsiteY142" fmla="*/ 352823 h 639665"/>
                <a:gd name="connsiteX143" fmla="*/ 1392890 w 2912392"/>
                <a:gd name="connsiteY143" fmla="*/ 345783 h 639665"/>
                <a:gd name="connsiteX144" fmla="*/ 1402619 w 2912392"/>
                <a:gd name="connsiteY144" fmla="*/ 338612 h 639665"/>
                <a:gd name="connsiteX145" fmla="*/ 1412363 w 2912392"/>
                <a:gd name="connsiteY145" fmla="*/ 331316 h 639665"/>
                <a:gd name="connsiteX146" fmla="*/ 1422106 w 2912392"/>
                <a:gd name="connsiteY146" fmla="*/ 323901 h 639665"/>
                <a:gd name="connsiteX147" fmla="*/ 1431850 w 2912392"/>
                <a:gd name="connsiteY147" fmla="*/ 316371 h 639665"/>
                <a:gd name="connsiteX148" fmla="*/ 1441594 w 2912392"/>
                <a:gd name="connsiteY148" fmla="*/ 308735 h 639665"/>
                <a:gd name="connsiteX149" fmla="*/ 1451323 w 2912392"/>
                <a:gd name="connsiteY149" fmla="*/ 300997 h 639665"/>
                <a:gd name="connsiteX150" fmla="*/ 1461067 w 2912392"/>
                <a:gd name="connsiteY150" fmla="*/ 293166 h 639665"/>
                <a:gd name="connsiteX151" fmla="*/ 1470811 w 2912392"/>
                <a:gd name="connsiteY151" fmla="*/ 285248 h 639665"/>
                <a:gd name="connsiteX152" fmla="*/ 1480555 w 2912392"/>
                <a:gd name="connsiteY152" fmla="*/ 277251 h 639665"/>
                <a:gd name="connsiteX153" fmla="*/ 1490284 w 2912392"/>
                <a:gd name="connsiteY153" fmla="*/ 269183 h 639665"/>
                <a:gd name="connsiteX154" fmla="*/ 1500028 w 2912392"/>
                <a:gd name="connsiteY154" fmla="*/ 261051 h 639665"/>
                <a:gd name="connsiteX155" fmla="*/ 1509772 w 2912392"/>
                <a:gd name="connsiteY155" fmla="*/ 252867 h 639665"/>
                <a:gd name="connsiteX156" fmla="*/ 1519516 w 2912392"/>
                <a:gd name="connsiteY156" fmla="*/ 244635 h 639665"/>
                <a:gd name="connsiteX157" fmla="*/ 1529245 w 2912392"/>
                <a:gd name="connsiteY157" fmla="*/ 236368 h 639665"/>
                <a:gd name="connsiteX158" fmla="*/ 1538989 w 2912392"/>
                <a:gd name="connsiteY158" fmla="*/ 228074 h 639665"/>
                <a:gd name="connsiteX159" fmla="*/ 1548733 w 2912392"/>
                <a:gd name="connsiteY159" fmla="*/ 219763 h 639665"/>
                <a:gd name="connsiteX160" fmla="*/ 1558477 w 2912392"/>
                <a:gd name="connsiteY160" fmla="*/ 211445 h 639665"/>
                <a:gd name="connsiteX161" fmla="*/ 1568221 w 2912392"/>
                <a:gd name="connsiteY161" fmla="*/ 203131 h 639665"/>
                <a:gd name="connsiteX162" fmla="*/ 1577950 w 2912392"/>
                <a:gd name="connsiteY162" fmla="*/ 194829 h 639665"/>
                <a:gd name="connsiteX163" fmla="*/ 1587694 w 2912392"/>
                <a:gd name="connsiteY163" fmla="*/ 186553 h 639665"/>
                <a:gd name="connsiteX164" fmla="*/ 1597438 w 2912392"/>
                <a:gd name="connsiteY164" fmla="*/ 178312 h 639665"/>
                <a:gd name="connsiteX165" fmla="*/ 1607182 w 2912392"/>
                <a:gd name="connsiteY165" fmla="*/ 170120 h 639665"/>
                <a:gd name="connsiteX166" fmla="*/ 1616911 w 2912392"/>
                <a:gd name="connsiteY166" fmla="*/ 161985 h 639665"/>
                <a:gd name="connsiteX167" fmla="*/ 1626655 w 2912392"/>
                <a:gd name="connsiteY167" fmla="*/ 153920 h 639665"/>
                <a:gd name="connsiteX168" fmla="*/ 1636399 w 2912392"/>
                <a:gd name="connsiteY168" fmla="*/ 145936 h 639665"/>
                <a:gd name="connsiteX169" fmla="*/ 1646142 w 2912392"/>
                <a:gd name="connsiteY169" fmla="*/ 138045 h 639665"/>
                <a:gd name="connsiteX170" fmla="*/ 1655872 w 2912392"/>
                <a:gd name="connsiteY170" fmla="*/ 130259 h 639665"/>
                <a:gd name="connsiteX171" fmla="*/ 1665616 w 2912392"/>
                <a:gd name="connsiteY171" fmla="*/ 122592 h 639665"/>
                <a:gd name="connsiteX172" fmla="*/ 1675359 w 2912392"/>
                <a:gd name="connsiteY172" fmla="*/ 115051 h 639665"/>
                <a:gd name="connsiteX173" fmla="*/ 1685103 w 2912392"/>
                <a:gd name="connsiteY173" fmla="*/ 107654 h 639665"/>
                <a:gd name="connsiteX174" fmla="*/ 1694832 w 2912392"/>
                <a:gd name="connsiteY174" fmla="*/ 100409 h 639665"/>
                <a:gd name="connsiteX175" fmla="*/ 1704576 w 2912392"/>
                <a:gd name="connsiteY175" fmla="*/ 93329 h 639665"/>
                <a:gd name="connsiteX176" fmla="*/ 1714320 w 2912392"/>
                <a:gd name="connsiteY176" fmla="*/ 86425 h 639665"/>
                <a:gd name="connsiteX177" fmla="*/ 1724064 w 2912392"/>
                <a:gd name="connsiteY177" fmla="*/ 79708 h 639665"/>
                <a:gd name="connsiteX178" fmla="*/ 1733808 w 2912392"/>
                <a:gd name="connsiteY178" fmla="*/ 73193 h 639665"/>
                <a:gd name="connsiteX179" fmla="*/ 1743537 w 2912392"/>
                <a:gd name="connsiteY179" fmla="*/ 66889 h 639665"/>
                <a:gd name="connsiteX180" fmla="*/ 1753281 w 2912392"/>
                <a:gd name="connsiteY180" fmla="*/ 60807 h 639665"/>
                <a:gd name="connsiteX181" fmla="*/ 1763025 w 2912392"/>
                <a:gd name="connsiteY181" fmla="*/ 54959 h 639665"/>
                <a:gd name="connsiteX182" fmla="*/ 1772769 w 2912392"/>
                <a:gd name="connsiteY182" fmla="*/ 49354 h 639665"/>
                <a:gd name="connsiteX183" fmla="*/ 1782498 w 2912392"/>
                <a:gd name="connsiteY183" fmla="*/ 44004 h 639665"/>
                <a:gd name="connsiteX184" fmla="*/ 1792242 w 2912392"/>
                <a:gd name="connsiteY184" fmla="*/ 38919 h 639665"/>
                <a:gd name="connsiteX185" fmla="*/ 1801986 w 2912392"/>
                <a:gd name="connsiteY185" fmla="*/ 34108 h 639665"/>
                <a:gd name="connsiteX186" fmla="*/ 1811730 w 2912392"/>
                <a:gd name="connsiteY186" fmla="*/ 29582 h 639665"/>
                <a:gd name="connsiteX187" fmla="*/ 1821459 w 2912392"/>
                <a:gd name="connsiteY187" fmla="*/ 25348 h 639665"/>
                <a:gd name="connsiteX188" fmla="*/ 1831203 w 2912392"/>
                <a:gd name="connsiteY188" fmla="*/ 21414 h 639665"/>
                <a:gd name="connsiteX189" fmla="*/ 1840947 w 2912392"/>
                <a:gd name="connsiteY189" fmla="*/ 17791 h 639665"/>
                <a:gd name="connsiteX190" fmla="*/ 1850691 w 2912392"/>
                <a:gd name="connsiteY190" fmla="*/ 14483 h 639665"/>
                <a:gd name="connsiteX191" fmla="*/ 1860435 w 2912392"/>
                <a:gd name="connsiteY191" fmla="*/ 11502 h 639665"/>
                <a:gd name="connsiteX192" fmla="*/ 1870164 w 2912392"/>
                <a:gd name="connsiteY192" fmla="*/ 8850 h 639665"/>
                <a:gd name="connsiteX193" fmla="*/ 1879908 w 2912392"/>
                <a:gd name="connsiteY193" fmla="*/ 6536 h 639665"/>
                <a:gd name="connsiteX194" fmla="*/ 1889652 w 2912392"/>
                <a:gd name="connsiteY194" fmla="*/ 4564 h 639665"/>
                <a:gd name="connsiteX195" fmla="*/ 1899395 w 2912392"/>
                <a:gd name="connsiteY195" fmla="*/ 2940 h 639665"/>
                <a:gd name="connsiteX196" fmla="*/ 1909124 w 2912392"/>
                <a:gd name="connsiteY196" fmla="*/ 1667 h 639665"/>
                <a:gd name="connsiteX197" fmla="*/ 1918868 w 2912392"/>
                <a:gd name="connsiteY197" fmla="*/ 752 h 639665"/>
                <a:gd name="connsiteX198" fmla="*/ 1928612 w 2912392"/>
                <a:gd name="connsiteY198" fmla="*/ 195 h 639665"/>
                <a:gd name="connsiteX199" fmla="*/ 1938356 w 2912392"/>
                <a:gd name="connsiteY199" fmla="*/ 0 h 639665"/>
                <a:gd name="connsiteX200" fmla="*/ 1948085 w 2912392"/>
                <a:gd name="connsiteY200" fmla="*/ 170 h 639665"/>
                <a:gd name="connsiteX201" fmla="*/ 1957829 w 2912392"/>
                <a:gd name="connsiteY201" fmla="*/ 705 h 639665"/>
                <a:gd name="connsiteX202" fmla="*/ 1967573 w 2912392"/>
                <a:gd name="connsiteY202" fmla="*/ 1606 h 639665"/>
                <a:gd name="connsiteX203" fmla="*/ 1977317 w 2912392"/>
                <a:gd name="connsiteY203" fmla="*/ 2874 h 639665"/>
                <a:gd name="connsiteX204" fmla="*/ 1987046 w 2912392"/>
                <a:gd name="connsiteY204" fmla="*/ 4508 h 639665"/>
                <a:gd name="connsiteX205" fmla="*/ 1996790 w 2912392"/>
                <a:gd name="connsiteY205" fmla="*/ 6508 h 639665"/>
                <a:gd name="connsiteX206" fmla="*/ 2006534 w 2912392"/>
                <a:gd name="connsiteY206" fmla="*/ 8871 h 639665"/>
                <a:gd name="connsiteX207" fmla="*/ 2016278 w 2912392"/>
                <a:gd name="connsiteY207" fmla="*/ 11596 h 639665"/>
                <a:gd name="connsiteX208" fmla="*/ 2026022 w 2912392"/>
                <a:gd name="connsiteY208" fmla="*/ 14678 h 639665"/>
                <a:gd name="connsiteX209" fmla="*/ 2035751 w 2912392"/>
                <a:gd name="connsiteY209" fmla="*/ 18117 h 639665"/>
                <a:gd name="connsiteX210" fmla="*/ 2045495 w 2912392"/>
                <a:gd name="connsiteY210" fmla="*/ 21907 h 639665"/>
                <a:gd name="connsiteX211" fmla="*/ 2055239 w 2912392"/>
                <a:gd name="connsiteY211" fmla="*/ 26043 h 639665"/>
                <a:gd name="connsiteX212" fmla="*/ 2064983 w 2912392"/>
                <a:gd name="connsiteY212" fmla="*/ 30524 h 639665"/>
                <a:gd name="connsiteX213" fmla="*/ 2074712 w 2912392"/>
                <a:gd name="connsiteY213" fmla="*/ 35337 h 639665"/>
                <a:gd name="connsiteX214" fmla="*/ 2084456 w 2912392"/>
                <a:gd name="connsiteY214" fmla="*/ 40482 h 639665"/>
                <a:gd name="connsiteX215" fmla="*/ 2094200 w 2912392"/>
                <a:gd name="connsiteY215" fmla="*/ 45951 h 639665"/>
                <a:gd name="connsiteX216" fmla="*/ 2103944 w 2912392"/>
                <a:gd name="connsiteY216" fmla="*/ 51737 h 639665"/>
                <a:gd name="connsiteX217" fmla="*/ 2113673 w 2912392"/>
                <a:gd name="connsiteY217" fmla="*/ 57830 h 639665"/>
                <a:gd name="connsiteX218" fmla="*/ 2123417 w 2912392"/>
                <a:gd name="connsiteY218" fmla="*/ 64225 h 639665"/>
                <a:gd name="connsiteX219" fmla="*/ 2133161 w 2912392"/>
                <a:gd name="connsiteY219" fmla="*/ 70912 h 639665"/>
                <a:gd name="connsiteX220" fmla="*/ 2142905 w 2912392"/>
                <a:gd name="connsiteY220" fmla="*/ 77883 h 639665"/>
                <a:gd name="connsiteX221" fmla="*/ 2152649 w 2912392"/>
                <a:gd name="connsiteY221" fmla="*/ 85128 h 639665"/>
                <a:gd name="connsiteX222" fmla="*/ 2162377 w 2912392"/>
                <a:gd name="connsiteY222" fmla="*/ 92639 h 639665"/>
                <a:gd name="connsiteX223" fmla="*/ 2172121 w 2912392"/>
                <a:gd name="connsiteY223" fmla="*/ 100404 h 639665"/>
                <a:gd name="connsiteX224" fmla="*/ 2181865 w 2912392"/>
                <a:gd name="connsiteY224" fmla="*/ 108414 h 639665"/>
                <a:gd name="connsiteX225" fmla="*/ 2191609 w 2912392"/>
                <a:gd name="connsiteY225" fmla="*/ 116659 h 639665"/>
                <a:gd name="connsiteX226" fmla="*/ 2201338 w 2912392"/>
                <a:gd name="connsiteY226" fmla="*/ 125128 h 639665"/>
                <a:gd name="connsiteX227" fmla="*/ 2211082 w 2912392"/>
                <a:gd name="connsiteY227" fmla="*/ 133811 h 639665"/>
                <a:gd name="connsiteX228" fmla="*/ 2220826 w 2912392"/>
                <a:gd name="connsiteY228" fmla="*/ 142693 h 639665"/>
                <a:gd name="connsiteX229" fmla="*/ 2230570 w 2912392"/>
                <a:gd name="connsiteY229" fmla="*/ 151767 h 639665"/>
                <a:gd name="connsiteX230" fmla="*/ 2240299 w 2912392"/>
                <a:gd name="connsiteY230" fmla="*/ 161021 h 639665"/>
                <a:gd name="connsiteX231" fmla="*/ 2250043 w 2912392"/>
                <a:gd name="connsiteY231" fmla="*/ 170441 h 639665"/>
                <a:gd name="connsiteX232" fmla="*/ 2259787 w 2912392"/>
                <a:gd name="connsiteY232" fmla="*/ 180017 h 639665"/>
                <a:gd name="connsiteX233" fmla="*/ 2269531 w 2912392"/>
                <a:gd name="connsiteY233" fmla="*/ 189737 h 639665"/>
                <a:gd name="connsiteX234" fmla="*/ 2279260 w 2912392"/>
                <a:gd name="connsiteY234" fmla="*/ 199590 h 639665"/>
                <a:gd name="connsiteX235" fmla="*/ 2289004 w 2912392"/>
                <a:gd name="connsiteY235" fmla="*/ 209562 h 639665"/>
                <a:gd name="connsiteX236" fmla="*/ 2298748 w 2912392"/>
                <a:gd name="connsiteY236" fmla="*/ 219641 h 639665"/>
                <a:gd name="connsiteX237" fmla="*/ 2308492 w 2912392"/>
                <a:gd name="connsiteY237" fmla="*/ 229817 h 639665"/>
                <a:gd name="connsiteX238" fmla="*/ 2318236 w 2912392"/>
                <a:gd name="connsiteY238" fmla="*/ 240076 h 639665"/>
                <a:gd name="connsiteX239" fmla="*/ 2327965 w 2912392"/>
                <a:gd name="connsiteY239" fmla="*/ 250409 h 639665"/>
                <a:gd name="connsiteX240" fmla="*/ 2337709 w 2912392"/>
                <a:gd name="connsiteY240" fmla="*/ 260801 h 639665"/>
                <a:gd name="connsiteX241" fmla="*/ 2347453 w 2912392"/>
                <a:gd name="connsiteY241" fmla="*/ 271242 h 639665"/>
                <a:gd name="connsiteX242" fmla="*/ 2357197 w 2912392"/>
                <a:gd name="connsiteY242" fmla="*/ 281719 h 639665"/>
                <a:gd name="connsiteX243" fmla="*/ 2366926 w 2912392"/>
                <a:gd name="connsiteY243" fmla="*/ 292221 h 639665"/>
                <a:gd name="connsiteX244" fmla="*/ 2376670 w 2912392"/>
                <a:gd name="connsiteY244" fmla="*/ 302737 h 639665"/>
                <a:gd name="connsiteX245" fmla="*/ 2386413 w 2912392"/>
                <a:gd name="connsiteY245" fmla="*/ 313254 h 639665"/>
                <a:gd name="connsiteX246" fmla="*/ 2396157 w 2912392"/>
                <a:gd name="connsiteY246" fmla="*/ 323761 h 639665"/>
                <a:gd name="connsiteX247" fmla="*/ 2405886 w 2912392"/>
                <a:gd name="connsiteY247" fmla="*/ 334248 h 639665"/>
                <a:gd name="connsiteX248" fmla="*/ 2415630 w 2912392"/>
                <a:gd name="connsiteY248" fmla="*/ 344703 h 639665"/>
                <a:gd name="connsiteX249" fmla="*/ 2425374 w 2912392"/>
                <a:gd name="connsiteY249" fmla="*/ 355116 h 639665"/>
                <a:gd name="connsiteX250" fmla="*/ 2435118 w 2912392"/>
                <a:gd name="connsiteY250" fmla="*/ 365475 h 639665"/>
                <a:gd name="connsiteX251" fmla="*/ 2444862 w 2912392"/>
                <a:gd name="connsiteY251" fmla="*/ 375769 h 639665"/>
                <a:gd name="connsiteX252" fmla="*/ 2454591 w 2912392"/>
                <a:gd name="connsiteY252" fmla="*/ 385989 h 639665"/>
                <a:gd name="connsiteX253" fmla="*/ 2464335 w 2912392"/>
                <a:gd name="connsiteY253" fmla="*/ 396124 h 639665"/>
                <a:gd name="connsiteX254" fmla="*/ 2474079 w 2912392"/>
                <a:gd name="connsiteY254" fmla="*/ 406164 h 639665"/>
                <a:gd name="connsiteX255" fmla="*/ 2483823 w 2912392"/>
                <a:gd name="connsiteY255" fmla="*/ 416100 h 639665"/>
                <a:gd name="connsiteX256" fmla="*/ 2493552 w 2912392"/>
                <a:gd name="connsiteY256" fmla="*/ 425922 h 639665"/>
                <a:gd name="connsiteX257" fmla="*/ 2503296 w 2912392"/>
                <a:gd name="connsiteY257" fmla="*/ 435619 h 639665"/>
                <a:gd name="connsiteX258" fmla="*/ 2513040 w 2912392"/>
                <a:gd name="connsiteY258" fmla="*/ 445183 h 639665"/>
                <a:gd name="connsiteX259" fmla="*/ 2522784 w 2912392"/>
                <a:gd name="connsiteY259" fmla="*/ 454605 h 639665"/>
                <a:gd name="connsiteX260" fmla="*/ 2532513 w 2912392"/>
                <a:gd name="connsiteY260" fmla="*/ 463875 h 639665"/>
                <a:gd name="connsiteX261" fmla="*/ 2542257 w 2912392"/>
                <a:gd name="connsiteY261" fmla="*/ 472986 h 639665"/>
                <a:gd name="connsiteX262" fmla="*/ 2552001 w 2912392"/>
                <a:gd name="connsiteY262" fmla="*/ 481928 h 639665"/>
                <a:gd name="connsiteX263" fmla="*/ 2561745 w 2912392"/>
                <a:gd name="connsiteY263" fmla="*/ 490695 h 639665"/>
                <a:gd name="connsiteX264" fmla="*/ 2571474 w 2912392"/>
                <a:gd name="connsiteY264" fmla="*/ 499275 h 639665"/>
                <a:gd name="connsiteX265" fmla="*/ 2581218 w 2912392"/>
                <a:gd name="connsiteY265" fmla="*/ 507665 h 639665"/>
                <a:gd name="connsiteX266" fmla="*/ 2590962 w 2912392"/>
                <a:gd name="connsiteY266" fmla="*/ 515852 h 639665"/>
                <a:gd name="connsiteX267" fmla="*/ 2600705 w 2912392"/>
                <a:gd name="connsiteY267" fmla="*/ 523833 h 639665"/>
                <a:gd name="connsiteX268" fmla="*/ 2610449 w 2912392"/>
                <a:gd name="connsiteY268" fmla="*/ 531599 h 639665"/>
                <a:gd name="connsiteX269" fmla="*/ 2620178 w 2912392"/>
                <a:gd name="connsiteY269" fmla="*/ 539141 h 639665"/>
                <a:gd name="connsiteX270" fmla="*/ 2629922 w 2912392"/>
                <a:gd name="connsiteY270" fmla="*/ 546456 h 639665"/>
                <a:gd name="connsiteX271" fmla="*/ 2639666 w 2912392"/>
                <a:gd name="connsiteY271" fmla="*/ 553534 h 639665"/>
                <a:gd name="connsiteX272" fmla="*/ 2649410 w 2912392"/>
                <a:gd name="connsiteY272" fmla="*/ 560372 h 639665"/>
                <a:gd name="connsiteX273" fmla="*/ 2659139 w 2912392"/>
                <a:gd name="connsiteY273" fmla="*/ 566960 h 639665"/>
                <a:gd name="connsiteX274" fmla="*/ 2668883 w 2912392"/>
                <a:gd name="connsiteY274" fmla="*/ 573295 h 639665"/>
                <a:gd name="connsiteX275" fmla="*/ 2678627 w 2912392"/>
                <a:gd name="connsiteY275" fmla="*/ 579369 h 639665"/>
                <a:gd name="connsiteX276" fmla="*/ 2688371 w 2912392"/>
                <a:gd name="connsiteY276" fmla="*/ 585178 h 639665"/>
                <a:gd name="connsiteX277" fmla="*/ 2698100 w 2912392"/>
                <a:gd name="connsiteY277" fmla="*/ 590718 h 639665"/>
                <a:gd name="connsiteX278" fmla="*/ 2707844 w 2912392"/>
                <a:gd name="connsiteY278" fmla="*/ 595980 h 639665"/>
                <a:gd name="connsiteX279" fmla="*/ 2717588 w 2912392"/>
                <a:gd name="connsiteY279" fmla="*/ 600962 h 639665"/>
                <a:gd name="connsiteX280" fmla="*/ 2727332 w 2912392"/>
                <a:gd name="connsiteY280" fmla="*/ 605660 h 639665"/>
                <a:gd name="connsiteX281" fmla="*/ 2737076 w 2912392"/>
                <a:gd name="connsiteY281" fmla="*/ 610069 h 639665"/>
                <a:gd name="connsiteX282" fmla="*/ 2746805 w 2912392"/>
                <a:gd name="connsiteY282" fmla="*/ 614184 h 639665"/>
                <a:gd name="connsiteX283" fmla="*/ 2756549 w 2912392"/>
                <a:gd name="connsiteY283" fmla="*/ 618001 h 639665"/>
                <a:gd name="connsiteX284" fmla="*/ 2766293 w 2912392"/>
                <a:gd name="connsiteY284" fmla="*/ 621518 h 639665"/>
                <a:gd name="connsiteX285" fmla="*/ 2776037 w 2912392"/>
                <a:gd name="connsiteY285" fmla="*/ 624731 h 639665"/>
                <a:gd name="connsiteX286" fmla="*/ 2785766 w 2912392"/>
                <a:gd name="connsiteY286" fmla="*/ 627638 h 639665"/>
                <a:gd name="connsiteX287" fmla="*/ 2795510 w 2912392"/>
                <a:gd name="connsiteY287" fmla="*/ 630234 h 639665"/>
                <a:gd name="connsiteX288" fmla="*/ 2805254 w 2912392"/>
                <a:gd name="connsiteY288" fmla="*/ 632520 h 639665"/>
                <a:gd name="connsiteX289" fmla="*/ 2814998 w 2912392"/>
                <a:gd name="connsiteY289" fmla="*/ 634491 h 639665"/>
                <a:gd name="connsiteX290" fmla="*/ 2824727 w 2912392"/>
                <a:gd name="connsiteY290" fmla="*/ 636148 h 639665"/>
                <a:gd name="connsiteX291" fmla="*/ 2834471 w 2912392"/>
                <a:gd name="connsiteY291" fmla="*/ 637487 h 639665"/>
                <a:gd name="connsiteX292" fmla="*/ 2844215 w 2912392"/>
                <a:gd name="connsiteY292" fmla="*/ 638509 h 639665"/>
                <a:gd name="connsiteX293" fmla="*/ 2853958 w 2912392"/>
                <a:gd name="connsiteY293" fmla="*/ 639213 h 639665"/>
                <a:gd name="connsiteX294" fmla="*/ 2863687 w 2912392"/>
                <a:gd name="connsiteY294" fmla="*/ 639598 h 639665"/>
                <a:gd name="connsiteX295" fmla="*/ 2873431 w 2912392"/>
                <a:gd name="connsiteY295" fmla="*/ 639665 h 639665"/>
                <a:gd name="connsiteX296" fmla="*/ 2883175 w 2912392"/>
                <a:gd name="connsiteY296" fmla="*/ 639414 h 639665"/>
                <a:gd name="connsiteX297" fmla="*/ 2892919 w 2912392"/>
                <a:gd name="connsiteY297" fmla="*/ 638846 h 639665"/>
                <a:gd name="connsiteX298" fmla="*/ 2902663 w 2912392"/>
                <a:gd name="connsiteY298" fmla="*/ 637961 h 639665"/>
                <a:gd name="connsiteX299" fmla="*/ 2912392 w 2912392"/>
                <a:gd name="connsiteY299" fmla="*/ 636763 h 639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39665">
                  <a:moveTo>
                    <a:pt x="0" y="112387"/>
                  </a:moveTo>
                  <a:lnTo>
                    <a:pt x="9739" y="107541"/>
                  </a:lnTo>
                  <a:lnTo>
                    <a:pt x="19480" y="102997"/>
                  </a:lnTo>
                  <a:lnTo>
                    <a:pt x="29221" y="98762"/>
                  </a:lnTo>
                  <a:lnTo>
                    <a:pt x="38961" y="94848"/>
                  </a:lnTo>
                  <a:lnTo>
                    <a:pt x="48702" y="91264"/>
                  </a:lnTo>
                  <a:lnTo>
                    <a:pt x="58443" y="88013"/>
                  </a:lnTo>
                  <a:lnTo>
                    <a:pt x="68182" y="85103"/>
                  </a:lnTo>
                  <a:lnTo>
                    <a:pt x="77923" y="82540"/>
                  </a:lnTo>
                  <a:lnTo>
                    <a:pt x="87664" y="80329"/>
                  </a:lnTo>
                  <a:lnTo>
                    <a:pt x="97404" y="78473"/>
                  </a:lnTo>
                  <a:lnTo>
                    <a:pt x="107145" y="76976"/>
                  </a:lnTo>
                  <a:lnTo>
                    <a:pt x="116886" y="75839"/>
                  </a:lnTo>
                  <a:lnTo>
                    <a:pt x="126625" y="75061"/>
                  </a:lnTo>
                  <a:lnTo>
                    <a:pt x="136366" y="74647"/>
                  </a:lnTo>
                  <a:lnTo>
                    <a:pt x="146107" y="74592"/>
                  </a:lnTo>
                  <a:lnTo>
                    <a:pt x="155846" y="74897"/>
                  </a:lnTo>
                  <a:lnTo>
                    <a:pt x="165587" y="75560"/>
                  </a:lnTo>
                  <a:lnTo>
                    <a:pt x="175328" y="76576"/>
                  </a:lnTo>
                  <a:lnTo>
                    <a:pt x="185068" y="77943"/>
                  </a:lnTo>
                  <a:lnTo>
                    <a:pt x="194809" y="79654"/>
                  </a:lnTo>
                  <a:lnTo>
                    <a:pt x="204550" y="81708"/>
                  </a:lnTo>
                  <a:lnTo>
                    <a:pt x="214289" y="84094"/>
                  </a:lnTo>
                  <a:lnTo>
                    <a:pt x="224030" y="86809"/>
                  </a:lnTo>
                  <a:lnTo>
                    <a:pt x="233771" y="89844"/>
                  </a:lnTo>
                  <a:lnTo>
                    <a:pt x="243510" y="93193"/>
                  </a:lnTo>
                  <a:lnTo>
                    <a:pt x="253251" y="96845"/>
                  </a:lnTo>
                  <a:lnTo>
                    <a:pt x="262992" y="100793"/>
                  </a:lnTo>
                  <a:lnTo>
                    <a:pt x="272732" y="105027"/>
                  </a:lnTo>
                  <a:lnTo>
                    <a:pt x="282473" y="109537"/>
                  </a:lnTo>
                  <a:lnTo>
                    <a:pt x="292214" y="114312"/>
                  </a:lnTo>
                  <a:lnTo>
                    <a:pt x="301953" y="119344"/>
                  </a:lnTo>
                  <a:lnTo>
                    <a:pt x="311694" y="124618"/>
                  </a:lnTo>
                  <a:lnTo>
                    <a:pt x="321435" y="130126"/>
                  </a:lnTo>
                  <a:lnTo>
                    <a:pt x="331175" y="135855"/>
                  </a:lnTo>
                  <a:lnTo>
                    <a:pt x="340916" y="141792"/>
                  </a:lnTo>
                  <a:lnTo>
                    <a:pt x="350656" y="147928"/>
                  </a:lnTo>
                  <a:lnTo>
                    <a:pt x="360396" y="154248"/>
                  </a:lnTo>
                  <a:lnTo>
                    <a:pt x="370137" y="160739"/>
                  </a:lnTo>
                  <a:lnTo>
                    <a:pt x="379878" y="167392"/>
                  </a:lnTo>
                  <a:lnTo>
                    <a:pt x="389617" y="174191"/>
                  </a:lnTo>
                  <a:lnTo>
                    <a:pt x="399358" y="181127"/>
                  </a:lnTo>
                  <a:lnTo>
                    <a:pt x="409099" y="188185"/>
                  </a:lnTo>
                  <a:lnTo>
                    <a:pt x="418839" y="195354"/>
                  </a:lnTo>
                  <a:lnTo>
                    <a:pt x="428580" y="202619"/>
                  </a:lnTo>
                  <a:lnTo>
                    <a:pt x="438321" y="209970"/>
                  </a:lnTo>
                  <a:lnTo>
                    <a:pt x="448060" y="217394"/>
                  </a:lnTo>
                  <a:lnTo>
                    <a:pt x="457801" y="224881"/>
                  </a:lnTo>
                  <a:lnTo>
                    <a:pt x="467542" y="232415"/>
                  </a:lnTo>
                  <a:lnTo>
                    <a:pt x="477281" y="239987"/>
                  </a:lnTo>
                  <a:lnTo>
                    <a:pt x="487022" y="247587"/>
                  </a:lnTo>
                  <a:lnTo>
                    <a:pt x="496763" y="255200"/>
                  </a:lnTo>
                  <a:lnTo>
                    <a:pt x="506503" y="262817"/>
                  </a:lnTo>
                  <a:lnTo>
                    <a:pt x="516244" y="270428"/>
                  </a:lnTo>
                  <a:lnTo>
                    <a:pt x="525985" y="278021"/>
                  </a:lnTo>
                  <a:lnTo>
                    <a:pt x="535724" y="285588"/>
                  </a:lnTo>
                  <a:lnTo>
                    <a:pt x="545465" y="293117"/>
                  </a:lnTo>
                  <a:lnTo>
                    <a:pt x="555206" y="300599"/>
                  </a:lnTo>
                  <a:lnTo>
                    <a:pt x="564946" y="308025"/>
                  </a:lnTo>
                  <a:lnTo>
                    <a:pt x="574687" y="315386"/>
                  </a:lnTo>
                  <a:lnTo>
                    <a:pt x="584428" y="322675"/>
                  </a:lnTo>
                  <a:lnTo>
                    <a:pt x="594167" y="329881"/>
                  </a:lnTo>
                  <a:lnTo>
                    <a:pt x="603908" y="336997"/>
                  </a:lnTo>
                  <a:lnTo>
                    <a:pt x="613649" y="344018"/>
                  </a:lnTo>
                  <a:lnTo>
                    <a:pt x="623388" y="350934"/>
                  </a:lnTo>
                  <a:lnTo>
                    <a:pt x="633129" y="357738"/>
                  </a:lnTo>
                  <a:lnTo>
                    <a:pt x="642870" y="364425"/>
                  </a:lnTo>
                  <a:lnTo>
                    <a:pt x="652610" y="370988"/>
                  </a:lnTo>
                  <a:lnTo>
                    <a:pt x="662351" y="377421"/>
                  </a:lnTo>
                  <a:lnTo>
                    <a:pt x="672092" y="383720"/>
                  </a:lnTo>
                  <a:lnTo>
                    <a:pt x="681831" y="389878"/>
                  </a:lnTo>
                  <a:lnTo>
                    <a:pt x="691572" y="395890"/>
                  </a:lnTo>
                  <a:lnTo>
                    <a:pt x="701313" y="401753"/>
                  </a:lnTo>
                  <a:lnTo>
                    <a:pt x="711052" y="407462"/>
                  </a:lnTo>
                  <a:lnTo>
                    <a:pt x="720793" y="413012"/>
                  </a:lnTo>
                  <a:lnTo>
                    <a:pt x="730534" y="418399"/>
                  </a:lnTo>
                  <a:lnTo>
                    <a:pt x="740274" y="423621"/>
                  </a:lnTo>
                  <a:lnTo>
                    <a:pt x="750015" y="428673"/>
                  </a:lnTo>
                  <a:lnTo>
                    <a:pt x="759756" y="433556"/>
                  </a:lnTo>
                  <a:lnTo>
                    <a:pt x="769495" y="438262"/>
                  </a:lnTo>
                  <a:lnTo>
                    <a:pt x="779236" y="442792"/>
                  </a:lnTo>
                  <a:lnTo>
                    <a:pt x="788977" y="447142"/>
                  </a:lnTo>
                  <a:lnTo>
                    <a:pt x="798717" y="451311"/>
                  </a:lnTo>
                  <a:lnTo>
                    <a:pt x="808458" y="455295"/>
                  </a:lnTo>
                  <a:lnTo>
                    <a:pt x="818199" y="459096"/>
                  </a:lnTo>
                  <a:lnTo>
                    <a:pt x="827938" y="462707"/>
                  </a:lnTo>
                  <a:lnTo>
                    <a:pt x="837679" y="466133"/>
                  </a:lnTo>
                  <a:lnTo>
                    <a:pt x="847420" y="469369"/>
                  </a:lnTo>
                  <a:lnTo>
                    <a:pt x="857159" y="472412"/>
                  </a:lnTo>
                  <a:lnTo>
                    <a:pt x="866900" y="475266"/>
                  </a:lnTo>
                  <a:lnTo>
                    <a:pt x="876641" y="477927"/>
                  </a:lnTo>
                  <a:lnTo>
                    <a:pt x="886381" y="480394"/>
                  </a:lnTo>
                  <a:lnTo>
                    <a:pt x="896122" y="482669"/>
                  </a:lnTo>
                  <a:lnTo>
                    <a:pt x="905863" y="484747"/>
                  </a:lnTo>
                  <a:lnTo>
                    <a:pt x="915602" y="486634"/>
                  </a:lnTo>
                  <a:lnTo>
                    <a:pt x="925343" y="488323"/>
                  </a:lnTo>
                  <a:lnTo>
                    <a:pt x="935084" y="489819"/>
                  </a:lnTo>
                  <a:lnTo>
                    <a:pt x="944824" y="491118"/>
                  </a:lnTo>
                  <a:lnTo>
                    <a:pt x="954564" y="492222"/>
                  </a:lnTo>
                  <a:lnTo>
                    <a:pt x="964305" y="493131"/>
                  </a:lnTo>
                  <a:lnTo>
                    <a:pt x="974045" y="493843"/>
                  </a:lnTo>
                  <a:lnTo>
                    <a:pt x="983786" y="494360"/>
                  </a:lnTo>
                  <a:lnTo>
                    <a:pt x="993522" y="494682"/>
                  </a:lnTo>
                  <a:lnTo>
                    <a:pt x="1003266" y="494807"/>
                  </a:lnTo>
                  <a:lnTo>
                    <a:pt x="1013010" y="494737"/>
                  </a:lnTo>
                  <a:lnTo>
                    <a:pt x="1022754" y="494473"/>
                  </a:lnTo>
                  <a:lnTo>
                    <a:pt x="1032483" y="494013"/>
                  </a:lnTo>
                  <a:lnTo>
                    <a:pt x="1042227" y="493359"/>
                  </a:lnTo>
                  <a:lnTo>
                    <a:pt x="1051971" y="492511"/>
                  </a:lnTo>
                  <a:lnTo>
                    <a:pt x="1061715" y="491467"/>
                  </a:lnTo>
                  <a:lnTo>
                    <a:pt x="1071444" y="490230"/>
                  </a:lnTo>
                  <a:lnTo>
                    <a:pt x="1081188" y="488800"/>
                  </a:lnTo>
                  <a:lnTo>
                    <a:pt x="1090932" y="487176"/>
                  </a:lnTo>
                  <a:lnTo>
                    <a:pt x="1100676" y="485360"/>
                  </a:lnTo>
                  <a:lnTo>
                    <a:pt x="1110405" y="483351"/>
                  </a:lnTo>
                  <a:lnTo>
                    <a:pt x="1120149" y="481149"/>
                  </a:lnTo>
                  <a:lnTo>
                    <a:pt x="1129893" y="478758"/>
                  </a:lnTo>
                  <a:lnTo>
                    <a:pt x="1139637" y="476174"/>
                  </a:lnTo>
                  <a:lnTo>
                    <a:pt x="1149381" y="473400"/>
                  </a:lnTo>
                  <a:lnTo>
                    <a:pt x="1159110" y="470437"/>
                  </a:lnTo>
                  <a:lnTo>
                    <a:pt x="1168854" y="467284"/>
                  </a:lnTo>
                  <a:lnTo>
                    <a:pt x="1178598" y="463944"/>
                  </a:lnTo>
                  <a:lnTo>
                    <a:pt x="1188341" y="460416"/>
                  </a:lnTo>
                  <a:lnTo>
                    <a:pt x="1198070" y="456701"/>
                  </a:lnTo>
                  <a:lnTo>
                    <a:pt x="1207814" y="452801"/>
                  </a:lnTo>
                  <a:lnTo>
                    <a:pt x="1217558" y="448716"/>
                  </a:lnTo>
                  <a:lnTo>
                    <a:pt x="1227302" y="444449"/>
                  </a:lnTo>
                  <a:lnTo>
                    <a:pt x="1237031" y="439998"/>
                  </a:lnTo>
                  <a:lnTo>
                    <a:pt x="1246775" y="435369"/>
                  </a:lnTo>
                  <a:lnTo>
                    <a:pt x="1256519" y="430560"/>
                  </a:lnTo>
                  <a:lnTo>
                    <a:pt x="1266263" y="425575"/>
                  </a:lnTo>
                  <a:lnTo>
                    <a:pt x="1276007" y="420414"/>
                  </a:lnTo>
                  <a:lnTo>
                    <a:pt x="1285736" y="415080"/>
                  </a:lnTo>
                  <a:lnTo>
                    <a:pt x="1295480" y="409575"/>
                  </a:lnTo>
                  <a:lnTo>
                    <a:pt x="1305224" y="403901"/>
                  </a:lnTo>
                  <a:lnTo>
                    <a:pt x="1314968" y="398062"/>
                  </a:lnTo>
                  <a:lnTo>
                    <a:pt x="1324697" y="392061"/>
                  </a:lnTo>
                  <a:lnTo>
                    <a:pt x="1334441" y="385899"/>
                  </a:lnTo>
                  <a:lnTo>
                    <a:pt x="1344185" y="379581"/>
                  </a:lnTo>
                  <a:lnTo>
                    <a:pt x="1353929" y="373111"/>
                  </a:lnTo>
                  <a:lnTo>
                    <a:pt x="1363658" y="366491"/>
                  </a:lnTo>
                  <a:lnTo>
                    <a:pt x="1373402" y="359727"/>
                  </a:lnTo>
                  <a:lnTo>
                    <a:pt x="1383146" y="352823"/>
                  </a:lnTo>
                  <a:lnTo>
                    <a:pt x="1392890" y="345783"/>
                  </a:lnTo>
                  <a:lnTo>
                    <a:pt x="1402619" y="338612"/>
                  </a:lnTo>
                  <a:lnTo>
                    <a:pt x="1412363" y="331316"/>
                  </a:lnTo>
                  <a:lnTo>
                    <a:pt x="1422106" y="323901"/>
                  </a:lnTo>
                  <a:lnTo>
                    <a:pt x="1431850" y="316371"/>
                  </a:lnTo>
                  <a:lnTo>
                    <a:pt x="1441594" y="308735"/>
                  </a:lnTo>
                  <a:lnTo>
                    <a:pt x="1451323" y="300997"/>
                  </a:lnTo>
                  <a:lnTo>
                    <a:pt x="1461067" y="293166"/>
                  </a:lnTo>
                  <a:lnTo>
                    <a:pt x="1470811" y="285248"/>
                  </a:lnTo>
                  <a:lnTo>
                    <a:pt x="1480555" y="277251"/>
                  </a:lnTo>
                  <a:lnTo>
                    <a:pt x="1490284" y="269183"/>
                  </a:lnTo>
                  <a:lnTo>
                    <a:pt x="1500028" y="261051"/>
                  </a:lnTo>
                  <a:lnTo>
                    <a:pt x="1509772" y="252867"/>
                  </a:lnTo>
                  <a:lnTo>
                    <a:pt x="1519516" y="244635"/>
                  </a:lnTo>
                  <a:lnTo>
                    <a:pt x="1529245" y="236368"/>
                  </a:lnTo>
                  <a:lnTo>
                    <a:pt x="1538989" y="228074"/>
                  </a:lnTo>
                  <a:lnTo>
                    <a:pt x="1548733" y="219763"/>
                  </a:lnTo>
                  <a:lnTo>
                    <a:pt x="1558477" y="211445"/>
                  </a:lnTo>
                  <a:lnTo>
                    <a:pt x="1568221" y="203131"/>
                  </a:lnTo>
                  <a:lnTo>
                    <a:pt x="1577950" y="194829"/>
                  </a:lnTo>
                  <a:lnTo>
                    <a:pt x="1587694" y="186553"/>
                  </a:lnTo>
                  <a:lnTo>
                    <a:pt x="1597438" y="178312"/>
                  </a:lnTo>
                  <a:lnTo>
                    <a:pt x="1607182" y="170120"/>
                  </a:lnTo>
                  <a:lnTo>
                    <a:pt x="1616911" y="161985"/>
                  </a:lnTo>
                  <a:lnTo>
                    <a:pt x="1626655" y="153920"/>
                  </a:lnTo>
                  <a:lnTo>
                    <a:pt x="1636399" y="145936"/>
                  </a:lnTo>
                  <a:lnTo>
                    <a:pt x="1646142" y="138045"/>
                  </a:lnTo>
                  <a:lnTo>
                    <a:pt x="1655872" y="130259"/>
                  </a:lnTo>
                  <a:lnTo>
                    <a:pt x="1665616" y="122592"/>
                  </a:lnTo>
                  <a:lnTo>
                    <a:pt x="1675359" y="115051"/>
                  </a:lnTo>
                  <a:lnTo>
                    <a:pt x="1685103" y="107654"/>
                  </a:lnTo>
                  <a:lnTo>
                    <a:pt x="1694832" y="100409"/>
                  </a:lnTo>
                  <a:lnTo>
                    <a:pt x="1704576" y="93329"/>
                  </a:lnTo>
                  <a:lnTo>
                    <a:pt x="1714320" y="86425"/>
                  </a:lnTo>
                  <a:lnTo>
                    <a:pt x="1724064" y="79708"/>
                  </a:lnTo>
                  <a:lnTo>
                    <a:pt x="1733808" y="73193"/>
                  </a:lnTo>
                  <a:lnTo>
                    <a:pt x="1743537" y="66889"/>
                  </a:lnTo>
                  <a:lnTo>
                    <a:pt x="1753281" y="60807"/>
                  </a:lnTo>
                  <a:lnTo>
                    <a:pt x="1763025" y="54959"/>
                  </a:lnTo>
                  <a:lnTo>
                    <a:pt x="1772769" y="49354"/>
                  </a:lnTo>
                  <a:lnTo>
                    <a:pt x="1782498" y="44004"/>
                  </a:lnTo>
                  <a:lnTo>
                    <a:pt x="1792242" y="38919"/>
                  </a:lnTo>
                  <a:lnTo>
                    <a:pt x="1801986" y="34108"/>
                  </a:lnTo>
                  <a:lnTo>
                    <a:pt x="1811730" y="29582"/>
                  </a:lnTo>
                  <a:lnTo>
                    <a:pt x="1821459" y="25348"/>
                  </a:lnTo>
                  <a:lnTo>
                    <a:pt x="1831203" y="21414"/>
                  </a:lnTo>
                  <a:lnTo>
                    <a:pt x="1840947" y="17791"/>
                  </a:lnTo>
                  <a:lnTo>
                    <a:pt x="1850691" y="14483"/>
                  </a:lnTo>
                  <a:lnTo>
                    <a:pt x="1860435" y="11502"/>
                  </a:lnTo>
                  <a:lnTo>
                    <a:pt x="1870164" y="8850"/>
                  </a:lnTo>
                  <a:lnTo>
                    <a:pt x="1879908" y="6536"/>
                  </a:lnTo>
                  <a:lnTo>
                    <a:pt x="1889652" y="4564"/>
                  </a:lnTo>
                  <a:lnTo>
                    <a:pt x="1899395" y="2940"/>
                  </a:lnTo>
                  <a:lnTo>
                    <a:pt x="1909124" y="1667"/>
                  </a:lnTo>
                  <a:lnTo>
                    <a:pt x="1918868" y="752"/>
                  </a:lnTo>
                  <a:lnTo>
                    <a:pt x="1928612" y="195"/>
                  </a:lnTo>
                  <a:lnTo>
                    <a:pt x="1938356" y="0"/>
                  </a:lnTo>
                  <a:lnTo>
                    <a:pt x="1948085" y="170"/>
                  </a:lnTo>
                  <a:lnTo>
                    <a:pt x="1957829" y="705"/>
                  </a:lnTo>
                  <a:lnTo>
                    <a:pt x="1967573" y="1606"/>
                  </a:lnTo>
                  <a:lnTo>
                    <a:pt x="1977317" y="2874"/>
                  </a:lnTo>
                  <a:lnTo>
                    <a:pt x="1987046" y="4508"/>
                  </a:lnTo>
                  <a:lnTo>
                    <a:pt x="1996790" y="6508"/>
                  </a:lnTo>
                  <a:lnTo>
                    <a:pt x="2006534" y="8871"/>
                  </a:lnTo>
                  <a:lnTo>
                    <a:pt x="2016278" y="11596"/>
                  </a:lnTo>
                  <a:lnTo>
                    <a:pt x="2026022" y="14678"/>
                  </a:lnTo>
                  <a:lnTo>
                    <a:pt x="2035751" y="18117"/>
                  </a:lnTo>
                  <a:lnTo>
                    <a:pt x="2045495" y="21907"/>
                  </a:lnTo>
                  <a:lnTo>
                    <a:pt x="2055239" y="26043"/>
                  </a:lnTo>
                  <a:lnTo>
                    <a:pt x="2064983" y="30524"/>
                  </a:lnTo>
                  <a:lnTo>
                    <a:pt x="2074712" y="35337"/>
                  </a:lnTo>
                  <a:lnTo>
                    <a:pt x="2084456" y="40482"/>
                  </a:lnTo>
                  <a:lnTo>
                    <a:pt x="2094200" y="45951"/>
                  </a:lnTo>
                  <a:lnTo>
                    <a:pt x="2103944" y="51737"/>
                  </a:lnTo>
                  <a:lnTo>
                    <a:pt x="2113673" y="57830"/>
                  </a:lnTo>
                  <a:lnTo>
                    <a:pt x="2123417" y="64225"/>
                  </a:lnTo>
                  <a:lnTo>
                    <a:pt x="2133161" y="70912"/>
                  </a:lnTo>
                  <a:lnTo>
                    <a:pt x="2142905" y="77883"/>
                  </a:lnTo>
                  <a:lnTo>
                    <a:pt x="2152649" y="85128"/>
                  </a:lnTo>
                  <a:lnTo>
                    <a:pt x="2162377" y="92639"/>
                  </a:lnTo>
                  <a:lnTo>
                    <a:pt x="2172121" y="100404"/>
                  </a:lnTo>
                  <a:lnTo>
                    <a:pt x="2181865" y="108414"/>
                  </a:lnTo>
                  <a:lnTo>
                    <a:pt x="2191609" y="116659"/>
                  </a:lnTo>
                  <a:lnTo>
                    <a:pt x="2201338" y="125128"/>
                  </a:lnTo>
                  <a:lnTo>
                    <a:pt x="2211082" y="133811"/>
                  </a:lnTo>
                  <a:lnTo>
                    <a:pt x="2220826" y="142693"/>
                  </a:lnTo>
                  <a:lnTo>
                    <a:pt x="2230570" y="151767"/>
                  </a:lnTo>
                  <a:lnTo>
                    <a:pt x="2240299" y="161021"/>
                  </a:lnTo>
                  <a:lnTo>
                    <a:pt x="2250043" y="170441"/>
                  </a:lnTo>
                  <a:lnTo>
                    <a:pt x="2259787" y="180017"/>
                  </a:lnTo>
                  <a:lnTo>
                    <a:pt x="2269531" y="189737"/>
                  </a:lnTo>
                  <a:lnTo>
                    <a:pt x="2279260" y="199590"/>
                  </a:lnTo>
                  <a:lnTo>
                    <a:pt x="2289004" y="209562"/>
                  </a:lnTo>
                  <a:lnTo>
                    <a:pt x="2298748" y="219641"/>
                  </a:lnTo>
                  <a:lnTo>
                    <a:pt x="2308492" y="229817"/>
                  </a:lnTo>
                  <a:lnTo>
                    <a:pt x="2318236" y="240076"/>
                  </a:lnTo>
                  <a:lnTo>
                    <a:pt x="2327965" y="250409"/>
                  </a:lnTo>
                  <a:lnTo>
                    <a:pt x="2337709" y="260801"/>
                  </a:lnTo>
                  <a:lnTo>
                    <a:pt x="2347453" y="271242"/>
                  </a:lnTo>
                  <a:lnTo>
                    <a:pt x="2357197" y="281719"/>
                  </a:lnTo>
                  <a:lnTo>
                    <a:pt x="2366926" y="292221"/>
                  </a:lnTo>
                  <a:lnTo>
                    <a:pt x="2376670" y="302737"/>
                  </a:lnTo>
                  <a:lnTo>
                    <a:pt x="2386413" y="313254"/>
                  </a:lnTo>
                  <a:lnTo>
                    <a:pt x="2396157" y="323761"/>
                  </a:lnTo>
                  <a:lnTo>
                    <a:pt x="2405886" y="334248"/>
                  </a:lnTo>
                  <a:lnTo>
                    <a:pt x="2415630" y="344703"/>
                  </a:lnTo>
                  <a:lnTo>
                    <a:pt x="2425374" y="355116"/>
                  </a:lnTo>
                  <a:lnTo>
                    <a:pt x="2435118" y="365475"/>
                  </a:lnTo>
                  <a:lnTo>
                    <a:pt x="2444862" y="375769"/>
                  </a:lnTo>
                  <a:lnTo>
                    <a:pt x="2454591" y="385989"/>
                  </a:lnTo>
                  <a:lnTo>
                    <a:pt x="2464335" y="396124"/>
                  </a:lnTo>
                  <a:lnTo>
                    <a:pt x="2474079" y="406164"/>
                  </a:lnTo>
                  <a:lnTo>
                    <a:pt x="2483823" y="416100"/>
                  </a:lnTo>
                  <a:lnTo>
                    <a:pt x="2493552" y="425922"/>
                  </a:lnTo>
                  <a:lnTo>
                    <a:pt x="2503296" y="435619"/>
                  </a:lnTo>
                  <a:lnTo>
                    <a:pt x="2513040" y="445183"/>
                  </a:lnTo>
                  <a:lnTo>
                    <a:pt x="2522784" y="454605"/>
                  </a:lnTo>
                  <a:lnTo>
                    <a:pt x="2532513" y="463875"/>
                  </a:lnTo>
                  <a:lnTo>
                    <a:pt x="2542257" y="472986"/>
                  </a:lnTo>
                  <a:lnTo>
                    <a:pt x="2552001" y="481928"/>
                  </a:lnTo>
                  <a:lnTo>
                    <a:pt x="2561745" y="490695"/>
                  </a:lnTo>
                  <a:lnTo>
                    <a:pt x="2571474" y="499275"/>
                  </a:lnTo>
                  <a:lnTo>
                    <a:pt x="2581218" y="507665"/>
                  </a:lnTo>
                  <a:lnTo>
                    <a:pt x="2590962" y="515852"/>
                  </a:lnTo>
                  <a:lnTo>
                    <a:pt x="2600705" y="523833"/>
                  </a:lnTo>
                  <a:lnTo>
                    <a:pt x="2610449" y="531599"/>
                  </a:lnTo>
                  <a:lnTo>
                    <a:pt x="2620178" y="539141"/>
                  </a:lnTo>
                  <a:lnTo>
                    <a:pt x="2629922" y="546456"/>
                  </a:lnTo>
                  <a:lnTo>
                    <a:pt x="2639666" y="553534"/>
                  </a:lnTo>
                  <a:lnTo>
                    <a:pt x="2649410" y="560372"/>
                  </a:lnTo>
                  <a:lnTo>
                    <a:pt x="2659139" y="566960"/>
                  </a:lnTo>
                  <a:lnTo>
                    <a:pt x="2668883" y="573295"/>
                  </a:lnTo>
                  <a:lnTo>
                    <a:pt x="2678627" y="579369"/>
                  </a:lnTo>
                  <a:lnTo>
                    <a:pt x="2688371" y="585178"/>
                  </a:lnTo>
                  <a:lnTo>
                    <a:pt x="2698100" y="590718"/>
                  </a:lnTo>
                  <a:lnTo>
                    <a:pt x="2707844" y="595980"/>
                  </a:lnTo>
                  <a:lnTo>
                    <a:pt x="2717588" y="600962"/>
                  </a:lnTo>
                  <a:lnTo>
                    <a:pt x="2727332" y="605660"/>
                  </a:lnTo>
                  <a:lnTo>
                    <a:pt x="2737076" y="610069"/>
                  </a:lnTo>
                  <a:lnTo>
                    <a:pt x="2746805" y="614184"/>
                  </a:lnTo>
                  <a:lnTo>
                    <a:pt x="2756549" y="618001"/>
                  </a:lnTo>
                  <a:lnTo>
                    <a:pt x="2766293" y="621518"/>
                  </a:lnTo>
                  <a:lnTo>
                    <a:pt x="2776037" y="624731"/>
                  </a:lnTo>
                  <a:lnTo>
                    <a:pt x="2785766" y="627638"/>
                  </a:lnTo>
                  <a:lnTo>
                    <a:pt x="2795510" y="630234"/>
                  </a:lnTo>
                  <a:lnTo>
                    <a:pt x="2805254" y="632520"/>
                  </a:lnTo>
                  <a:lnTo>
                    <a:pt x="2814998" y="634491"/>
                  </a:lnTo>
                  <a:lnTo>
                    <a:pt x="2824727" y="636148"/>
                  </a:lnTo>
                  <a:lnTo>
                    <a:pt x="2834471" y="637487"/>
                  </a:lnTo>
                  <a:lnTo>
                    <a:pt x="2844215" y="638509"/>
                  </a:lnTo>
                  <a:lnTo>
                    <a:pt x="2853958" y="639213"/>
                  </a:lnTo>
                  <a:lnTo>
                    <a:pt x="2863687" y="639598"/>
                  </a:lnTo>
                  <a:lnTo>
                    <a:pt x="2873431" y="639665"/>
                  </a:lnTo>
                  <a:lnTo>
                    <a:pt x="2883175" y="639414"/>
                  </a:lnTo>
                  <a:lnTo>
                    <a:pt x="2892919" y="638846"/>
                  </a:lnTo>
                  <a:lnTo>
                    <a:pt x="2902663" y="637961"/>
                  </a:lnTo>
                  <a:lnTo>
                    <a:pt x="2912392" y="63676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1" name="Freeform 760">
              <a:extLst>
                <a:ext uri="{FF2B5EF4-FFF2-40B4-BE49-F238E27FC236}">
                  <a16:creationId xmlns:a16="http://schemas.microsoft.com/office/drawing/2014/main" id="{CAAFC327-1E7E-4F6B-AF2E-3C2C06226B69}"/>
                </a:ext>
              </a:extLst>
            </p:cNvPr>
            <p:cNvSpPr/>
            <p:nvPr/>
          </p:nvSpPr>
          <p:spPr>
            <a:xfrm>
              <a:off x="576446" y="3110982"/>
              <a:ext cx="2912392" cy="588232"/>
            </a:xfrm>
            <a:custGeom>
              <a:avLst/>
              <a:gdLst>
                <a:gd name="connsiteX0" fmla="*/ 0 w 2912392"/>
                <a:gd name="connsiteY0" fmla="*/ 588233 h 588232"/>
                <a:gd name="connsiteX1" fmla="*/ 9739 w 2912392"/>
                <a:gd name="connsiteY1" fmla="*/ 577702 h 588232"/>
                <a:gd name="connsiteX2" fmla="*/ 19480 w 2912392"/>
                <a:gd name="connsiteY2" fmla="*/ 567075 h 588232"/>
                <a:gd name="connsiteX3" fmla="*/ 29221 w 2912392"/>
                <a:gd name="connsiteY3" fmla="*/ 556361 h 588232"/>
                <a:gd name="connsiteX4" fmla="*/ 38961 w 2912392"/>
                <a:gd name="connsiteY4" fmla="*/ 545574 h 588232"/>
                <a:gd name="connsiteX5" fmla="*/ 48702 w 2912392"/>
                <a:gd name="connsiteY5" fmla="*/ 534724 h 588232"/>
                <a:gd name="connsiteX6" fmla="*/ 58443 w 2912392"/>
                <a:gd name="connsiteY6" fmla="*/ 523824 h 588232"/>
                <a:gd name="connsiteX7" fmla="*/ 68182 w 2912392"/>
                <a:gd name="connsiteY7" fmla="*/ 512884 h 588232"/>
                <a:gd name="connsiteX8" fmla="*/ 77923 w 2912392"/>
                <a:gd name="connsiteY8" fmla="*/ 501915 h 588232"/>
                <a:gd name="connsiteX9" fmla="*/ 87664 w 2912392"/>
                <a:gd name="connsiteY9" fmla="*/ 490930 h 588232"/>
                <a:gd name="connsiteX10" fmla="*/ 97404 w 2912392"/>
                <a:gd name="connsiteY10" fmla="*/ 479941 h 588232"/>
                <a:gd name="connsiteX11" fmla="*/ 107145 w 2912392"/>
                <a:gd name="connsiteY11" fmla="*/ 468956 h 588232"/>
                <a:gd name="connsiteX12" fmla="*/ 116886 w 2912392"/>
                <a:gd name="connsiteY12" fmla="*/ 457990 h 588232"/>
                <a:gd name="connsiteX13" fmla="*/ 126625 w 2912392"/>
                <a:gd name="connsiteY13" fmla="*/ 447051 h 588232"/>
                <a:gd name="connsiteX14" fmla="*/ 136366 w 2912392"/>
                <a:gd name="connsiteY14" fmla="*/ 436151 h 588232"/>
                <a:gd name="connsiteX15" fmla="*/ 146107 w 2912392"/>
                <a:gd name="connsiteY15" fmla="*/ 425300 h 588232"/>
                <a:gd name="connsiteX16" fmla="*/ 155846 w 2912392"/>
                <a:gd name="connsiteY16" fmla="*/ 414509 h 588232"/>
                <a:gd name="connsiteX17" fmla="*/ 165587 w 2912392"/>
                <a:gd name="connsiteY17" fmla="*/ 403788 h 588232"/>
                <a:gd name="connsiteX18" fmla="*/ 175328 w 2912392"/>
                <a:gd name="connsiteY18" fmla="*/ 393147 h 588232"/>
                <a:gd name="connsiteX19" fmla="*/ 185068 w 2912392"/>
                <a:gd name="connsiteY19" fmla="*/ 382592 h 588232"/>
                <a:gd name="connsiteX20" fmla="*/ 194809 w 2912392"/>
                <a:gd name="connsiteY20" fmla="*/ 372136 h 588232"/>
                <a:gd name="connsiteX21" fmla="*/ 204550 w 2912392"/>
                <a:gd name="connsiteY21" fmla="*/ 361786 h 588232"/>
                <a:gd name="connsiteX22" fmla="*/ 214289 w 2912392"/>
                <a:gd name="connsiteY22" fmla="*/ 351550 h 588232"/>
                <a:gd name="connsiteX23" fmla="*/ 224030 w 2912392"/>
                <a:gd name="connsiteY23" fmla="*/ 341436 h 588232"/>
                <a:gd name="connsiteX24" fmla="*/ 233771 w 2912392"/>
                <a:gd name="connsiteY24" fmla="*/ 331452 h 588232"/>
                <a:gd name="connsiteX25" fmla="*/ 243510 w 2912392"/>
                <a:gd name="connsiteY25" fmla="*/ 321602 h 588232"/>
                <a:gd name="connsiteX26" fmla="*/ 253251 w 2912392"/>
                <a:gd name="connsiteY26" fmla="*/ 311895 h 588232"/>
                <a:gd name="connsiteX27" fmla="*/ 262992 w 2912392"/>
                <a:gd name="connsiteY27" fmla="*/ 302338 h 588232"/>
                <a:gd name="connsiteX28" fmla="*/ 272732 w 2912392"/>
                <a:gd name="connsiteY28" fmla="*/ 292933 h 588232"/>
                <a:gd name="connsiteX29" fmla="*/ 282473 w 2912392"/>
                <a:gd name="connsiteY29" fmla="*/ 283689 h 588232"/>
                <a:gd name="connsiteX30" fmla="*/ 292214 w 2912392"/>
                <a:gd name="connsiteY30" fmla="*/ 274606 h 588232"/>
                <a:gd name="connsiteX31" fmla="*/ 301953 w 2912392"/>
                <a:gd name="connsiteY31" fmla="*/ 265692 h 588232"/>
                <a:gd name="connsiteX32" fmla="*/ 311694 w 2912392"/>
                <a:gd name="connsiteY32" fmla="*/ 256949 h 588232"/>
                <a:gd name="connsiteX33" fmla="*/ 321435 w 2912392"/>
                <a:gd name="connsiteY33" fmla="*/ 248381 h 588232"/>
                <a:gd name="connsiteX34" fmla="*/ 331175 w 2912392"/>
                <a:gd name="connsiteY34" fmla="*/ 239988 h 588232"/>
                <a:gd name="connsiteX35" fmla="*/ 340916 w 2912392"/>
                <a:gd name="connsiteY35" fmla="*/ 231775 h 588232"/>
                <a:gd name="connsiteX36" fmla="*/ 350656 w 2912392"/>
                <a:gd name="connsiteY36" fmla="*/ 223741 h 588232"/>
                <a:gd name="connsiteX37" fmla="*/ 360396 w 2912392"/>
                <a:gd name="connsiteY37" fmla="*/ 215889 h 588232"/>
                <a:gd name="connsiteX38" fmla="*/ 370137 w 2912392"/>
                <a:gd name="connsiteY38" fmla="*/ 208221 h 588232"/>
                <a:gd name="connsiteX39" fmla="*/ 379878 w 2912392"/>
                <a:gd name="connsiteY39" fmla="*/ 200734 h 588232"/>
                <a:gd name="connsiteX40" fmla="*/ 389617 w 2912392"/>
                <a:gd name="connsiteY40" fmla="*/ 193431 h 588232"/>
                <a:gd name="connsiteX41" fmla="*/ 399358 w 2912392"/>
                <a:gd name="connsiteY41" fmla="*/ 186309 h 588232"/>
                <a:gd name="connsiteX42" fmla="*/ 409099 w 2912392"/>
                <a:gd name="connsiteY42" fmla="*/ 179369 h 588232"/>
                <a:gd name="connsiteX43" fmla="*/ 418839 w 2912392"/>
                <a:gd name="connsiteY43" fmla="*/ 172608 h 588232"/>
                <a:gd name="connsiteX44" fmla="*/ 428580 w 2912392"/>
                <a:gd name="connsiteY44" fmla="*/ 166027 h 588232"/>
                <a:gd name="connsiteX45" fmla="*/ 438321 w 2912392"/>
                <a:gd name="connsiteY45" fmla="*/ 159622 h 588232"/>
                <a:gd name="connsiteX46" fmla="*/ 448060 w 2912392"/>
                <a:gd name="connsiteY46" fmla="*/ 153391 h 588232"/>
                <a:gd name="connsiteX47" fmla="*/ 457801 w 2912392"/>
                <a:gd name="connsiteY47" fmla="*/ 147332 h 588232"/>
                <a:gd name="connsiteX48" fmla="*/ 467542 w 2912392"/>
                <a:gd name="connsiteY48" fmla="*/ 141442 h 588232"/>
                <a:gd name="connsiteX49" fmla="*/ 477281 w 2912392"/>
                <a:gd name="connsiteY49" fmla="*/ 135718 h 588232"/>
                <a:gd name="connsiteX50" fmla="*/ 487022 w 2912392"/>
                <a:gd name="connsiteY50" fmla="*/ 130158 h 588232"/>
                <a:gd name="connsiteX51" fmla="*/ 496763 w 2912392"/>
                <a:gd name="connsiteY51" fmla="*/ 124757 h 588232"/>
                <a:gd name="connsiteX52" fmla="*/ 506503 w 2912392"/>
                <a:gd name="connsiteY52" fmla="*/ 119511 h 588232"/>
                <a:gd name="connsiteX53" fmla="*/ 516244 w 2912392"/>
                <a:gd name="connsiteY53" fmla="*/ 114418 h 588232"/>
                <a:gd name="connsiteX54" fmla="*/ 525985 w 2912392"/>
                <a:gd name="connsiteY54" fmla="*/ 109475 h 588232"/>
                <a:gd name="connsiteX55" fmla="*/ 535724 w 2912392"/>
                <a:gd name="connsiteY55" fmla="*/ 104676 h 588232"/>
                <a:gd name="connsiteX56" fmla="*/ 545465 w 2912392"/>
                <a:gd name="connsiteY56" fmla="*/ 100018 h 588232"/>
                <a:gd name="connsiteX57" fmla="*/ 555206 w 2912392"/>
                <a:gd name="connsiteY57" fmla="*/ 95498 h 588232"/>
                <a:gd name="connsiteX58" fmla="*/ 564946 w 2912392"/>
                <a:gd name="connsiteY58" fmla="*/ 91110 h 588232"/>
                <a:gd name="connsiteX59" fmla="*/ 574687 w 2912392"/>
                <a:gd name="connsiteY59" fmla="*/ 86852 h 588232"/>
                <a:gd name="connsiteX60" fmla="*/ 584428 w 2912392"/>
                <a:gd name="connsiteY60" fmla="*/ 82721 h 588232"/>
                <a:gd name="connsiteX61" fmla="*/ 594167 w 2912392"/>
                <a:gd name="connsiteY61" fmla="*/ 78710 h 588232"/>
                <a:gd name="connsiteX62" fmla="*/ 603908 w 2912392"/>
                <a:gd name="connsiteY62" fmla="*/ 74818 h 588232"/>
                <a:gd name="connsiteX63" fmla="*/ 613649 w 2912392"/>
                <a:gd name="connsiteY63" fmla="*/ 71041 h 588232"/>
                <a:gd name="connsiteX64" fmla="*/ 623388 w 2912392"/>
                <a:gd name="connsiteY64" fmla="*/ 67375 h 588232"/>
                <a:gd name="connsiteX65" fmla="*/ 633129 w 2912392"/>
                <a:gd name="connsiteY65" fmla="*/ 63817 h 588232"/>
                <a:gd name="connsiteX66" fmla="*/ 642870 w 2912392"/>
                <a:gd name="connsiteY66" fmla="*/ 60365 h 588232"/>
                <a:gd name="connsiteX67" fmla="*/ 652610 w 2912392"/>
                <a:gd name="connsiteY67" fmla="*/ 57014 h 588232"/>
                <a:gd name="connsiteX68" fmla="*/ 662351 w 2912392"/>
                <a:gd name="connsiteY68" fmla="*/ 53763 h 588232"/>
                <a:gd name="connsiteX69" fmla="*/ 672092 w 2912392"/>
                <a:gd name="connsiteY69" fmla="*/ 50610 h 588232"/>
                <a:gd name="connsiteX70" fmla="*/ 681831 w 2912392"/>
                <a:gd name="connsiteY70" fmla="*/ 47552 h 588232"/>
                <a:gd name="connsiteX71" fmla="*/ 691572 w 2912392"/>
                <a:gd name="connsiteY71" fmla="*/ 44587 h 588232"/>
                <a:gd name="connsiteX72" fmla="*/ 701313 w 2912392"/>
                <a:gd name="connsiteY72" fmla="*/ 41713 h 588232"/>
                <a:gd name="connsiteX73" fmla="*/ 711052 w 2912392"/>
                <a:gd name="connsiteY73" fmla="*/ 38930 h 588232"/>
                <a:gd name="connsiteX74" fmla="*/ 720793 w 2912392"/>
                <a:gd name="connsiteY74" fmla="*/ 36234 h 588232"/>
                <a:gd name="connsiteX75" fmla="*/ 730534 w 2912392"/>
                <a:gd name="connsiteY75" fmla="*/ 33629 h 588232"/>
                <a:gd name="connsiteX76" fmla="*/ 740274 w 2912392"/>
                <a:gd name="connsiteY76" fmla="*/ 31109 h 588232"/>
                <a:gd name="connsiteX77" fmla="*/ 750015 w 2912392"/>
                <a:gd name="connsiteY77" fmla="*/ 28678 h 588232"/>
                <a:gd name="connsiteX78" fmla="*/ 759756 w 2912392"/>
                <a:gd name="connsiteY78" fmla="*/ 26334 h 588232"/>
                <a:gd name="connsiteX79" fmla="*/ 769495 w 2912392"/>
                <a:gd name="connsiteY79" fmla="*/ 24077 h 588232"/>
                <a:gd name="connsiteX80" fmla="*/ 779236 w 2912392"/>
                <a:gd name="connsiteY80" fmla="*/ 21909 h 588232"/>
                <a:gd name="connsiteX81" fmla="*/ 788977 w 2912392"/>
                <a:gd name="connsiteY81" fmla="*/ 19829 h 588232"/>
                <a:gd name="connsiteX82" fmla="*/ 798717 w 2912392"/>
                <a:gd name="connsiteY82" fmla="*/ 17840 h 588232"/>
                <a:gd name="connsiteX83" fmla="*/ 808458 w 2912392"/>
                <a:gd name="connsiteY83" fmla="*/ 15943 h 588232"/>
                <a:gd name="connsiteX84" fmla="*/ 818199 w 2912392"/>
                <a:gd name="connsiteY84" fmla="*/ 14139 h 588232"/>
                <a:gd name="connsiteX85" fmla="*/ 827938 w 2912392"/>
                <a:gd name="connsiteY85" fmla="*/ 12430 h 588232"/>
                <a:gd name="connsiteX86" fmla="*/ 837679 w 2912392"/>
                <a:gd name="connsiteY86" fmla="*/ 10820 h 588232"/>
                <a:gd name="connsiteX87" fmla="*/ 847420 w 2912392"/>
                <a:gd name="connsiteY87" fmla="*/ 9307 h 588232"/>
                <a:gd name="connsiteX88" fmla="*/ 857159 w 2912392"/>
                <a:gd name="connsiteY88" fmla="*/ 7898 h 588232"/>
                <a:gd name="connsiteX89" fmla="*/ 866900 w 2912392"/>
                <a:gd name="connsiteY89" fmla="*/ 6593 h 588232"/>
                <a:gd name="connsiteX90" fmla="*/ 876641 w 2912392"/>
                <a:gd name="connsiteY90" fmla="*/ 5396 h 588232"/>
                <a:gd name="connsiteX91" fmla="*/ 886381 w 2912392"/>
                <a:gd name="connsiteY91" fmla="*/ 4310 h 588232"/>
                <a:gd name="connsiteX92" fmla="*/ 896122 w 2912392"/>
                <a:gd name="connsiteY92" fmla="*/ 3337 h 588232"/>
                <a:gd name="connsiteX93" fmla="*/ 905863 w 2912392"/>
                <a:gd name="connsiteY93" fmla="*/ 2482 h 588232"/>
                <a:gd name="connsiteX94" fmla="*/ 915602 w 2912392"/>
                <a:gd name="connsiteY94" fmla="*/ 1748 h 588232"/>
                <a:gd name="connsiteX95" fmla="*/ 925343 w 2912392"/>
                <a:gd name="connsiteY95" fmla="*/ 1135 h 588232"/>
                <a:gd name="connsiteX96" fmla="*/ 935084 w 2912392"/>
                <a:gd name="connsiteY96" fmla="*/ 653 h 588232"/>
                <a:gd name="connsiteX97" fmla="*/ 944824 w 2912392"/>
                <a:gd name="connsiteY97" fmla="*/ 299 h 588232"/>
                <a:gd name="connsiteX98" fmla="*/ 954564 w 2912392"/>
                <a:gd name="connsiteY98" fmla="*/ 80 h 588232"/>
                <a:gd name="connsiteX99" fmla="*/ 964305 w 2912392"/>
                <a:gd name="connsiteY99" fmla="*/ 0 h 588232"/>
                <a:gd name="connsiteX100" fmla="*/ 974045 w 2912392"/>
                <a:gd name="connsiteY100" fmla="*/ 60 h 588232"/>
                <a:gd name="connsiteX101" fmla="*/ 983786 w 2912392"/>
                <a:gd name="connsiteY101" fmla="*/ 264 h 588232"/>
                <a:gd name="connsiteX102" fmla="*/ 993522 w 2912392"/>
                <a:gd name="connsiteY102" fmla="*/ 615 h 588232"/>
                <a:gd name="connsiteX103" fmla="*/ 1003266 w 2912392"/>
                <a:gd name="connsiteY103" fmla="*/ 1117 h 588232"/>
                <a:gd name="connsiteX104" fmla="*/ 1013010 w 2912392"/>
                <a:gd name="connsiteY104" fmla="*/ 1773 h 588232"/>
                <a:gd name="connsiteX105" fmla="*/ 1022754 w 2912392"/>
                <a:gd name="connsiteY105" fmla="*/ 2585 h 588232"/>
                <a:gd name="connsiteX106" fmla="*/ 1032483 w 2912392"/>
                <a:gd name="connsiteY106" fmla="*/ 3555 h 588232"/>
                <a:gd name="connsiteX107" fmla="*/ 1042227 w 2912392"/>
                <a:gd name="connsiteY107" fmla="*/ 4687 h 588232"/>
                <a:gd name="connsiteX108" fmla="*/ 1051971 w 2912392"/>
                <a:gd name="connsiteY108" fmla="*/ 5982 h 588232"/>
                <a:gd name="connsiteX109" fmla="*/ 1061715 w 2912392"/>
                <a:gd name="connsiteY109" fmla="*/ 7444 h 588232"/>
                <a:gd name="connsiteX110" fmla="*/ 1071444 w 2912392"/>
                <a:gd name="connsiteY110" fmla="*/ 9071 h 588232"/>
                <a:gd name="connsiteX111" fmla="*/ 1081188 w 2912392"/>
                <a:gd name="connsiteY111" fmla="*/ 10866 h 588232"/>
                <a:gd name="connsiteX112" fmla="*/ 1090932 w 2912392"/>
                <a:gd name="connsiteY112" fmla="*/ 12830 h 588232"/>
                <a:gd name="connsiteX113" fmla="*/ 1100676 w 2912392"/>
                <a:gd name="connsiteY113" fmla="*/ 14965 h 588232"/>
                <a:gd name="connsiteX114" fmla="*/ 1110405 w 2912392"/>
                <a:gd name="connsiteY114" fmla="*/ 17268 h 588232"/>
                <a:gd name="connsiteX115" fmla="*/ 1120149 w 2912392"/>
                <a:gd name="connsiteY115" fmla="*/ 19743 h 588232"/>
                <a:gd name="connsiteX116" fmla="*/ 1129893 w 2912392"/>
                <a:gd name="connsiteY116" fmla="*/ 22387 h 588232"/>
                <a:gd name="connsiteX117" fmla="*/ 1139637 w 2912392"/>
                <a:gd name="connsiteY117" fmla="*/ 25202 h 588232"/>
                <a:gd name="connsiteX118" fmla="*/ 1149381 w 2912392"/>
                <a:gd name="connsiteY118" fmla="*/ 28183 h 588232"/>
                <a:gd name="connsiteX119" fmla="*/ 1159110 w 2912392"/>
                <a:gd name="connsiteY119" fmla="*/ 31333 h 588232"/>
                <a:gd name="connsiteX120" fmla="*/ 1168854 w 2912392"/>
                <a:gd name="connsiteY120" fmla="*/ 34646 h 588232"/>
                <a:gd name="connsiteX121" fmla="*/ 1178598 w 2912392"/>
                <a:gd name="connsiteY121" fmla="*/ 38122 h 588232"/>
                <a:gd name="connsiteX122" fmla="*/ 1188341 w 2912392"/>
                <a:gd name="connsiteY122" fmla="*/ 41759 h 588232"/>
                <a:gd name="connsiteX123" fmla="*/ 1198070 w 2912392"/>
                <a:gd name="connsiteY123" fmla="*/ 45552 h 588232"/>
                <a:gd name="connsiteX124" fmla="*/ 1207814 w 2912392"/>
                <a:gd name="connsiteY124" fmla="*/ 49499 h 588232"/>
                <a:gd name="connsiteX125" fmla="*/ 1217558 w 2912392"/>
                <a:gd name="connsiteY125" fmla="*/ 53598 h 588232"/>
                <a:gd name="connsiteX126" fmla="*/ 1227302 w 2912392"/>
                <a:gd name="connsiteY126" fmla="*/ 57841 h 588232"/>
                <a:gd name="connsiteX127" fmla="*/ 1237031 w 2912392"/>
                <a:gd name="connsiteY127" fmla="*/ 62226 h 588232"/>
                <a:gd name="connsiteX128" fmla="*/ 1246775 w 2912392"/>
                <a:gd name="connsiteY128" fmla="*/ 66749 h 588232"/>
                <a:gd name="connsiteX129" fmla="*/ 1256519 w 2912392"/>
                <a:gd name="connsiteY129" fmla="*/ 71402 h 588232"/>
                <a:gd name="connsiteX130" fmla="*/ 1266263 w 2912392"/>
                <a:gd name="connsiteY130" fmla="*/ 76183 h 588232"/>
                <a:gd name="connsiteX131" fmla="*/ 1276007 w 2912392"/>
                <a:gd name="connsiteY131" fmla="*/ 81083 h 588232"/>
                <a:gd name="connsiteX132" fmla="*/ 1285736 w 2912392"/>
                <a:gd name="connsiteY132" fmla="*/ 86098 h 588232"/>
                <a:gd name="connsiteX133" fmla="*/ 1295480 w 2912392"/>
                <a:gd name="connsiteY133" fmla="*/ 91221 h 588232"/>
                <a:gd name="connsiteX134" fmla="*/ 1305224 w 2912392"/>
                <a:gd name="connsiteY134" fmla="*/ 96446 h 588232"/>
                <a:gd name="connsiteX135" fmla="*/ 1314968 w 2912392"/>
                <a:gd name="connsiteY135" fmla="*/ 101765 h 588232"/>
                <a:gd name="connsiteX136" fmla="*/ 1324697 w 2912392"/>
                <a:gd name="connsiteY136" fmla="*/ 107171 h 588232"/>
                <a:gd name="connsiteX137" fmla="*/ 1334441 w 2912392"/>
                <a:gd name="connsiteY137" fmla="*/ 112659 h 588232"/>
                <a:gd name="connsiteX138" fmla="*/ 1344185 w 2912392"/>
                <a:gd name="connsiteY138" fmla="*/ 118217 h 588232"/>
                <a:gd name="connsiteX139" fmla="*/ 1353929 w 2912392"/>
                <a:gd name="connsiteY139" fmla="*/ 123842 h 588232"/>
                <a:gd name="connsiteX140" fmla="*/ 1363658 w 2912392"/>
                <a:gd name="connsiteY140" fmla="*/ 129524 h 588232"/>
                <a:gd name="connsiteX141" fmla="*/ 1373402 w 2912392"/>
                <a:gd name="connsiteY141" fmla="*/ 135256 h 588232"/>
                <a:gd name="connsiteX142" fmla="*/ 1383146 w 2912392"/>
                <a:gd name="connsiteY142" fmla="*/ 141029 h 588232"/>
                <a:gd name="connsiteX143" fmla="*/ 1392890 w 2912392"/>
                <a:gd name="connsiteY143" fmla="*/ 146837 h 588232"/>
                <a:gd name="connsiteX144" fmla="*/ 1402619 w 2912392"/>
                <a:gd name="connsiteY144" fmla="*/ 152670 h 588232"/>
                <a:gd name="connsiteX145" fmla="*/ 1412363 w 2912392"/>
                <a:gd name="connsiteY145" fmla="*/ 158521 h 588232"/>
                <a:gd name="connsiteX146" fmla="*/ 1422106 w 2912392"/>
                <a:gd name="connsiteY146" fmla="*/ 164380 h 588232"/>
                <a:gd name="connsiteX147" fmla="*/ 1431850 w 2912392"/>
                <a:gd name="connsiteY147" fmla="*/ 170243 h 588232"/>
                <a:gd name="connsiteX148" fmla="*/ 1441594 w 2912392"/>
                <a:gd name="connsiteY148" fmla="*/ 176099 h 588232"/>
                <a:gd name="connsiteX149" fmla="*/ 1451323 w 2912392"/>
                <a:gd name="connsiteY149" fmla="*/ 181942 h 588232"/>
                <a:gd name="connsiteX150" fmla="*/ 1461067 w 2912392"/>
                <a:gd name="connsiteY150" fmla="*/ 187763 h 588232"/>
                <a:gd name="connsiteX151" fmla="*/ 1470811 w 2912392"/>
                <a:gd name="connsiteY151" fmla="*/ 193554 h 588232"/>
                <a:gd name="connsiteX152" fmla="*/ 1480555 w 2912392"/>
                <a:gd name="connsiteY152" fmla="*/ 199311 h 588232"/>
                <a:gd name="connsiteX153" fmla="*/ 1490284 w 2912392"/>
                <a:gd name="connsiteY153" fmla="*/ 205023 h 588232"/>
                <a:gd name="connsiteX154" fmla="*/ 1500028 w 2912392"/>
                <a:gd name="connsiteY154" fmla="*/ 210687 h 588232"/>
                <a:gd name="connsiteX155" fmla="*/ 1509772 w 2912392"/>
                <a:gd name="connsiteY155" fmla="*/ 216293 h 588232"/>
                <a:gd name="connsiteX156" fmla="*/ 1519516 w 2912392"/>
                <a:gd name="connsiteY156" fmla="*/ 221835 h 588232"/>
                <a:gd name="connsiteX157" fmla="*/ 1529245 w 2912392"/>
                <a:gd name="connsiteY157" fmla="*/ 227311 h 588232"/>
                <a:gd name="connsiteX158" fmla="*/ 1538989 w 2912392"/>
                <a:gd name="connsiteY158" fmla="*/ 232709 h 588232"/>
                <a:gd name="connsiteX159" fmla="*/ 1548733 w 2912392"/>
                <a:gd name="connsiteY159" fmla="*/ 238028 h 588232"/>
                <a:gd name="connsiteX160" fmla="*/ 1558477 w 2912392"/>
                <a:gd name="connsiteY160" fmla="*/ 243262 h 588232"/>
                <a:gd name="connsiteX161" fmla="*/ 1568221 w 2912392"/>
                <a:gd name="connsiteY161" fmla="*/ 248405 h 588232"/>
                <a:gd name="connsiteX162" fmla="*/ 1577950 w 2912392"/>
                <a:gd name="connsiteY162" fmla="*/ 253454 h 588232"/>
                <a:gd name="connsiteX163" fmla="*/ 1587694 w 2912392"/>
                <a:gd name="connsiteY163" fmla="*/ 258403 h 588232"/>
                <a:gd name="connsiteX164" fmla="*/ 1597438 w 2912392"/>
                <a:gd name="connsiteY164" fmla="*/ 263250 h 588232"/>
                <a:gd name="connsiteX165" fmla="*/ 1607182 w 2912392"/>
                <a:gd name="connsiteY165" fmla="*/ 267992 h 588232"/>
                <a:gd name="connsiteX166" fmla="*/ 1616911 w 2912392"/>
                <a:gd name="connsiteY166" fmla="*/ 272625 h 588232"/>
                <a:gd name="connsiteX167" fmla="*/ 1626655 w 2912392"/>
                <a:gd name="connsiteY167" fmla="*/ 277146 h 588232"/>
                <a:gd name="connsiteX168" fmla="*/ 1636399 w 2912392"/>
                <a:gd name="connsiteY168" fmla="*/ 281554 h 588232"/>
                <a:gd name="connsiteX169" fmla="*/ 1646142 w 2912392"/>
                <a:gd name="connsiteY169" fmla="*/ 285847 h 588232"/>
                <a:gd name="connsiteX170" fmla="*/ 1655872 w 2912392"/>
                <a:gd name="connsiteY170" fmla="*/ 290024 h 588232"/>
                <a:gd name="connsiteX171" fmla="*/ 1665616 w 2912392"/>
                <a:gd name="connsiteY171" fmla="*/ 294082 h 588232"/>
                <a:gd name="connsiteX172" fmla="*/ 1675359 w 2912392"/>
                <a:gd name="connsiteY172" fmla="*/ 298023 h 588232"/>
                <a:gd name="connsiteX173" fmla="*/ 1685103 w 2912392"/>
                <a:gd name="connsiteY173" fmla="*/ 301844 h 588232"/>
                <a:gd name="connsiteX174" fmla="*/ 1694832 w 2912392"/>
                <a:gd name="connsiteY174" fmla="*/ 305548 h 588232"/>
                <a:gd name="connsiteX175" fmla="*/ 1704576 w 2912392"/>
                <a:gd name="connsiteY175" fmla="*/ 309136 h 588232"/>
                <a:gd name="connsiteX176" fmla="*/ 1714320 w 2912392"/>
                <a:gd name="connsiteY176" fmla="*/ 312606 h 588232"/>
                <a:gd name="connsiteX177" fmla="*/ 1724064 w 2912392"/>
                <a:gd name="connsiteY177" fmla="*/ 315960 h 588232"/>
                <a:gd name="connsiteX178" fmla="*/ 1733808 w 2912392"/>
                <a:gd name="connsiteY178" fmla="*/ 319202 h 588232"/>
                <a:gd name="connsiteX179" fmla="*/ 1743537 w 2912392"/>
                <a:gd name="connsiteY179" fmla="*/ 322331 h 588232"/>
                <a:gd name="connsiteX180" fmla="*/ 1753281 w 2912392"/>
                <a:gd name="connsiteY180" fmla="*/ 325349 h 588232"/>
                <a:gd name="connsiteX181" fmla="*/ 1763025 w 2912392"/>
                <a:gd name="connsiteY181" fmla="*/ 328262 h 588232"/>
                <a:gd name="connsiteX182" fmla="*/ 1772769 w 2912392"/>
                <a:gd name="connsiteY182" fmla="*/ 331069 h 588232"/>
                <a:gd name="connsiteX183" fmla="*/ 1782498 w 2912392"/>
                <a:gd name="connsiteY183" fmla="*/ 333776 h 588232"/>
                <a:gd name="connsiteX184" fmla="*/ 1792242 w 2912392"/>
                <a:gd name="connsiteY184" fmla="*/ 336385 h 588232"/>
                <a:gd name="connsiteX185" fmla="*/ 1801986 w 2912392"/>
                <a:gd name="connsiteY185" fmla="*/ 338900 h 588232"/>
                <a:gd name="connsiteX186" fmla="*/ 1811730 w 2912392"/>
                <a:gd name="connsiteY186" fmla="*/ 341324 h 588232"/>
                <a:gd name="connsiteX187" fmla="*/ 1821459 w 2912392"/>
                <a:gd name="connsiteY187" fmla="*/ 343661 h 588232"/>
                <a:gd name="connsiteX188" fmla="*/ 1831203 w 2912392"/>
                <a:gd name="connsiteY188" fmla="*/ 345917 h 588232"/>
                <a:gd name="connsiteX189" fmla="*/ 1840947 w 2912392"/>
                <a:gd name="connsiteY189" fmla="*/ 348095 h 588232"/>
                <a:gd name="connsiteX190" fmla="*/ 1850691 w 2912392"/>
                <a:gd name="connsiteY190" fmla="*/ 350199 h 588232"/>
                <a:gd name="connsiteX191" fmla="*/ 1860435 w 2912392"/>
                <a:gd name="connsiteY191" fmla="*/ 352234 h 588232"/>
                <a:gd name="connsiteX192" fmla="*/ 1870164 w 2912392"/>
                <a:gd name="connsiteY192" fmla="*/ 354205 h 588232"/>
                <a:gd name="connsiteX193" fmla="*/ 1879908 w 2912392"/>
                <a:gd name="connsiteY193" fmla="*/ 356118 h 588232"/>
                <a:gd name="connsiteX194" fmla="*/ 1889652 w 2912392"/>
                <a:gd name="connsiteY194" fmla="*/ 357975 h 588232"/>
                <a:gd name="connsiteX195" fmla="*/ 1899395 w 2912392"/>
                <a:gd name="connsiteY195" fmla="*/ 359784 h 588232"/>
                <a:gd name="connsiteX196" fmla="*/ 1909124 w 2912392"/>
                <a:gd name="connsiteY196" fmla="*/ 361548 h 588232"/>
                <a:gd name="connsiteX197" fmla="*/ 1918868 w 2912392"/>
                <a:gd name="connsiteY197" fmla="*/ 363271 h 588232"/>
                <a:gd name="connsiteX198" fmla="*/ 1928612 w 2912392"/>
                <a:gd name="connsiteY198" fmla="*/ 364963 h 588232"/>
                <a:gd name="connsiteX199" fmla="*/ 1938356 w 2912392"/>
                <a:gd name="connsiteY199" fmla="*/ 366622 h 588232"/>
                <a:gd name="connsiteX200" fmla="*/ 1948085 w 2912392"/>
                <a:gd name="connsiteY200" fmla="*/ 368258 h 588232"/>
                <a:gd name="connsiteX201" fmla="*/ 1957829 w 2912392"/>
                <a:gd name="connsiteY201" fmla="*/ 369875 h 588232"/>
                <a:gd name="connsiteX202" fmla="*/ 1967573 w 2912392"/>
                <a:gd name="connsiteY202" fmla="*/ 371475 h 588232"/>
                <a:gd name="connsiteX203" fmla="*/ 1977317 w 2912392"/>
                <a:gd name="connsiteY203" fmla="*/ 373068 h 588232"/>
                <a:gd name="connsiteX204" fmla="*/ 1987046 w 2912392"/>
                <a:gd name="connsiteY204" fmla="*/ 374653 h 588232"/>
                <a:gd name="connsiteX205" fmla="*/ 1996790 w 2912392"/>
                <a:gd name="connsiteY205" fmla="*/ 376238 h 588232"/>
                <a:gd name="connsiteX206" fmla="*/ 2006534 w 2912392"/>
                <a:gd name="connsiteY206" fmla="*/ 377826 h 588232"/>
                <a:gd name="connsiteX207" fmla="*/ 2016278 w 2912392"/>
                <a:gd name="connsiteY207" fmla="*/ 379422 h 588232"/>
                <a:gd name="connsiteX208" fmla="*/ 2026022 w 2912392"/>
                <a:gd name="connsiteY208" fmla="*/ 381031 h 588232"/>
                <a:gd name="connsiteX209" fmla="*/ 2035751 w 2912392"/>
                <a:gd name="connsiteY209" fmla="*/ 382655 h 588232"/>
                <a:gd name="connsiteX210" fmla="*/ 2045495 w 2912392"/>
                <a:gd name="connsiteY210" fmla="*/ 384298 h 588232"/>
                <a:gd name="connsiteX211" fmla="*/ 2055239 w 2912392"/>
                <a:gd name="connsiteY211" fmla="*/ 385966 h 588232"/>
                <a:gd name="connsiteX212" fmla="*/ 2064983 w 2912392"/>
                <a:gd name="connsiteY212" fmla="*/ 387660 h 588232"/>
                <a:gd name="connsiteX213" fmla="*/ 2074712 w 2912392"/>
                <a:gd name="connsiteY213" fmla="*/ 389383 h 588232"/>
                <a:gd name="connsiteX214" fmla="*/ 2084456 w 2912392"/>
                <a:gd name="connsiteY214" fmla="*/ 391140 h 588232"/>
                <a:gd name="connsiteX215" fmla="*/ 2094200 w 2912392"/>
                <a:gd name="connsiteY215" fmla="*/ 392934 h 588232"/>
                <a:gd name="connsiteX216" fmla="*/ 2103944 w 2912392"/>
                <a:gd name="connsiteY216" fmla="*/ 394765 h 588232"/>
                <a:gd name="connsiteX217" fmla="*/ 2113673 w 2912392"/>
                <a:gd name="connsiteY217" fmla="*/ 396636 h 588232"/>
                <a:gd name="connsiteX218" fmla="*/ 2123417 w 2912392"/>
                <a:gd name="connsiteY218" fmla="*/ 398551 h 588232"/>
                <a:gd name="connsiteX219" fmla="*/ 2133161 w 2912392"/>
                <a:gd name="connsiteY219" fmla="*/ 400510 h 588232"/>
                <a:gd name="connsiteX220" fmla="*/ 2142905 w 2912392"/>
                <a:gd name="connsiteY220" fmla="*/ 402515 h 588232"/>
                <a:gd name="connsiteX221" fmla="*/ 2152649 w 2912392"/>
                <a:gd name="connsiteY221" fmla="*/ 404570 h 588232"/>
                <a:gd name="connsiteX222" fmla="*/ 2162377 w 2912392"/>
                <a:gd name="connsiteY222" fmla="*/ 406672 h 588232"/>
                <a:gd name="connsiteX223" fmla="*/ 2172121 w 2912392"/>
                <a:gd name="connsiteY223" fmla="*/ 408824 h 588232"/>
                <a:gd name="connsiteX224" fmla="*/ 2181865 w 2912392"/>
                <a:gd name="connsiteY224" fmla="*/ 411026 h 588232"/>
                <a:gd name="connsiteX225" fmla="*/ 2191609 w 2912392"/>
                <a:gd name="connsiteY225" fmla="*/ 413278 h 588232"/>
                <a:gd name="connsiteX226" fmla="*/ 2201338 w 2912392"/>
                <a:gd name="connsiteY226" fmla="*/ 415582 h 588232"/>
                <a:gd name="connsiteX227" fmla="*/ 2211082 w 2912392"/>
                <a:gd name="connsiteY227" fmla="*/ 417936 h 588232"/>
                <a:gd name="connsiteX228" fmla="*/ 2220826 w 2912392"/>
                <a:gd name="connsiteY228" fmla="*/ 420340 h 588232"/>
                <a:gd name="connsiteX229" fmla="*/ 2230570 w 2912392"/>
                <a:gd name="connsiteY229" fmla="*/ 422794 h 588232"/>
                <a:gd name="connsiteX230" fmla="*/ 2240299 w 2912392"/>
                <a:gd name="connsiteY230" fmla="*/ 425296 h 588232"/>
                <a:gd name="connsiteX231" fmla="*/ 2250043 w 2912392"/>
                <a:gd name="connsiteY231" fmla="*/ 427844 h 588232"/>
                <a:gd name="connsiteX232" fmla="*/ 2259787 w 2912392"/>
                <a:gd name="connsiteY232" fmla="*/ 430438 h 588232"/>
                <a:gd name="connsiteX233" fmla="*/ 2269531 w 2912392"/>
                <a:gd name="connsiteY233" fmla="*/ 433076 h 588232"/>
                <a:gd name="connsiteX234" fmla="*/ 2279260 w 2912392"/>
                <a:gd name="connsiteY234" fmla="*/ 435755 h 588232"/>
                <a:gd name="connsiteX235" fmla="*/ 2289004 w 2912392"/>
                <a:gd name="connsiteY235" fmla="*/ 438474 h 588232"/>
                <a:gd name="connsiteX236" fmla="*/ 2298748 w 2912392"/>
                <a:gd name="connsiteY236" fmla="*/ 441230 h 588232"/>
                <a:gd name="connsiteX237" fmla="*/ 2308492 w 2912392"/>
                <a:gd name="connsiteY237" fmla="*/ 444019 h 588232"/>
                <a:gd name="connsiteX238" fmla="*/ 2318236 w 2912392"/>
                <a:gd name="connsiteY238" fmla="*/ 446840 h 588232"/>
                <a:gd name="connsiteX239" fmla="*/ 2327965 w 2912392"/>
                <a:gd name="connsiteY239" fmla="*/ 449688 h 588232"/>
                <a:gd name="connsiteX240" fmla="*/ 2337709 w 2912392"/>
                <a:gd name="connsiteY240" fmla="*/ 452560 h 588232"/>
                <a:gd name="connsiteX241" fmla="*/ 2347453 w 2912392"/>
                <a:gd name="connsiteY241" fmla="*/ 455453 h 588232"/>
                <a:gd name="connsiteX242" fmla="*/ 2357197 w 2912392"/>
                <a:gd name="connsiteY242" fmla="*/ 458361 h 588232"/>
                <a:gd name="connsiteX243" fmla="*/ 2366926 w 2912392"/>
                <a:gd name="connsiteY243" fmla="*/ 461283 h 588232"/>
                <a:gd name="connsiteX244" fmla="*/ 2376670 w 2912392"/>
                <a:gd name="connsiteY244" fmla="*/ 464212 h 588232"/>
                <a:gd name="connsiteX245" fmla="*/ 2386413 w 2912392"/>
                <a:gd name="connsiteY245" fmla="*/ 467144 h 588232"/>
                <a:gd name="connsiteX246" fmla="*/ 2396157 w 2912392"/>
                <a:gd name="connsiteY246" fmla="*/ 470075 h 588232"/>
                <a:gd name="connsiteX247" fmla="*/ 2405886 w 2912392"/>
                <a:gd name="connsiteY247" fmla="*/ 473000 h 588232"/>
                <a:gd name="connsiteX248" fmla="*/ 2415630 w 2912392"/>
                <a:gd name="connsiteY248" fmla="*/ 475912 h 588232"/>
                <a:gd name="connsiteX249" fmla="*/ 2425374 w 2912392"/>
                <a:gd name="connsiteY249" fmla="*/ 478809 h 588232"/>
                <a:gd name="connsiteX250" fmla="*/ 2435118 w 2912392"/>
                <a:gd name="connsiteY250" fmla="*/ 481683 h 588232"/>
                <a:gd name="connsiteX251" fmla="*/ 2444862 w 2912392"/>
                <a:gd name="connsiteY251" fmla="*/ 484530 h 588232"/>
                <a:gd name="connsiteX252" fmla="*/ 2454591 w 2912392"/>
                <a:gd name="connsiteY252" fmla="*/ 487341 h 588232"/>
                <a:gd name="connsiteX253" fmla="*/ 2464335 w 2912392"/>
                <a:gd name="connsiteY253" fmla="*/ 490115 h 588232"/>
                <a:gd name="connsiteX254" fmla="*/ 2474079 w 2912392"/>
                <a:gd name="connsiteY254" fmla="*/ 492845 h 588232"/>
                <a:gd name="connsiteX255" fmla="*/ 2483823 w 2912392"/>
                <a:gd name="connsiteY255" fmla="*/ 495522 h 588232"/>
                <a:gd name="connsiteX256" fmla="*/ 2493552 w 2912392"/>
                <a:gd name="connsiteY256" fmla="*/ 498143 h 588232"/>
                <a:gd name="connsiteX257" fmla="*/ 2503296 w 2912392"/>
                <a:gd name="connsiteY257" fmla="*/ 500700 h 588232"/>
                <a:gd name="connsiteX258" fmla="*/ 2513040 w 2912392"/>
                <a:gd name="connsiteY258" fmla="*/ 503188 h 588232"/>
                <a:gd name="connsiteX259" fmla="*/ 2522784 w 2912392"/>
                <a:gd name="connsiteY259" fmla="*/ 505601 h 588232"/>
                <a:gd name="connsiteX260" fmla="*/ 2532513 w 2912392"/>
                <a:gd name="connsiteY260" fmla="*/ 507933 h 588232"/>
                <a:gd name="connsiteX261" fmla="*/ 2542257 w 2912392"/>
                <a:gd name="connsiteY261" fmla="*/ 510177 h 588232"/>
                <a:gd name="connsiteX262" fmla="*/ 2552001 w 2912392"/>
                <a:gd name="connsiteY262" fmla="*/ 512327 h 588232"/>
                <a:gd name="connsiteX263" fmla="*/ 2561745 w 2912392"/>
                <a:gd name="connsiteY263" fmla="*/ 514377 h 588232"/>
                <a:gd name="connsiteX264" fmla="*/ 2571474 w 2912392"/>
                <a:gd name="connsiteY264" fmla="*/ 516320 h 588232"/>
                <a:gd name="connsiteX265" fmla="*/ 2581218 w 2912392"/>
                <a:gd name="connsiteY265" fmla="*/ 518152 h 588232"/>
                <a:gd name="connsiteX266" fmla="*/ 2590962 w 2912392"/>
                <a:gd name="connsiteY266" fmla="*/ 519866 h 588232"/>
                <a:gd name="connsiteX267" fmla="*/ 2600705 w 2912392"/>
                <a:gd name="connsiteY267" fmla="*/ 521455 h 588232"/>
                <a:gd name="connsiteX268" fmla="*/ 2610449 w 2912392"/>
                <a:gd name="connsiteY268" fmla="*/ 522916 h 588232"/>
                <a:gd name="connsiteX269" fmla="*/ 2620178 w 2912392"/>
                <a:gd name="connsiteY269" fmla="*/ 524242 h 588232"/>
                <a:gd name="connsiteX270" fmla="*/ 2629922 w 2912392"/>
                <a:gd name="connsiteY270" fmla="*/ 525426 h 588232"/>
                <a:gd name="connsiteX271" fmla="*/ 2639666 w 2912392"/>
                <a:gd name="connsiteY271" fmla="*/ 526464 h 588232"/>
                <a:gd name="connsiteX272" fmla="*/ 2649410 w 2912392"/>
                <a:gd name="connsiteY272" fmla="*/ 527351 h 588232"/>
                <a:gd name="connsiteX273" fmla="*/ 2659139 w 2912392"/>
                <a:gd name="connsiteY273" fmla="*/ 528081 h 588232"/>
                <a:gd name="connsiteX274" fmla="*/ 2668883 w 2912392"/>
                <a:gd name="connsiteY274" fmla="*/ 528652 h 588232"/>
                <a:gd name="connsiteX275" fmla="*/ 2678627 w 2912392"/>
                <a:gd name="connsiteY275" fmla="*/ 529055 h 588232"/>
                <a:gd name="connsiteX276" fmla="*/ 2688371 w 2912392"/>
                <a:gd name="connsiteY276" fmla="*/ 529289 h 588232"/>
                <a:gd name="connsiteX277" fmla="*/ 2698100 w 2912392"/>
                <a:gd name="connsiteY277" fmla="*/ 529347 h 588232"/>
                <a:gd name="connsiteX278" fmla="*/ 2707844 w 2912392"/>
                <a:gd name="connsiteY278" fmla="*/ 529228 h 588232"/>
                <a:gd name="connsiteX279" fmla="*/ 2717588 w 2912392"/>
                <a:gd name="connsiteY279" fmla="*/ 528927 h 588232"/>
                <a:gd name="connsiteX280" fmla="*/ 2727332 w 2912392"/>
                <a:gd name="connsiteY280" fmla="*/ 528442 h 588232"/>
                <a:gd name="connsiteX281" fmla="*/ 2737076 w 2912392"/>
                <a:gd name="connsiteY281" fmla="*/ 527765 h 588232"/>
                <a:gd name="connsiteX282" fmla="*/ 2746805 w 2912392"/>
                <a:gd name="connsiteY282" fmla="*/ 526898 h 588232"/>
                <a:gd name="connsiteX283" fmla="*/ 2756549 w 2912392"/>
                <a:gd name="connsiteY283" fmla="*/ 525837 h 588232"/>
                <a:gd name="connsiteX284" fmla="*/ 2766293 w 2912392"/>
                <a:gd name="connsiteY284" fmla="*/ 524580 h 588232"/>
                <a:gd name="connsiteX285" fmla="*/ 2776037 w 2912392"/>
                <a:gd name="connsiteY285" fmla="*/ 523123 h 588232"/>
                <a:gd name="connsiteX286" fmla="*/ 2785766 w 2912392"/>
                <a:gd name="connsiteY286" fmla="*/ 521466 h 588232"/>
                <a:gd name="connsiteX287" fmla="*/ 2795510 w 2912392"/>
                <a:gd name="connsiteY287" fmla="*/ 519606 h 588232"/>
                <a:gd name="connsiteX288" fmla="*/ 2805254 w 2912392"/>
                <a:gd name="connsiteY288" fmla="*/ 517546 h 588232"/>
                <a:gd name="connsiteX289" fmla="*/ 2814998 w 2912392"/>
                <a:gd name="connsiteY289" fmla="*/ 515280 h 588232"/>
                <a:gd name="connsiteX290" fmla="*/ 2824727 w 2912392"/>
                <a:gd name="connsiteY290" fmla="*/ 512811 h 588232"/>
                <a:gd name="connsiteX291" fmla="*/ 2834471 w 2912392"/>
                <a:gd name="connsiteY291" fmla="*/ 510138 h 588232"/>
                <a:gd name="connsiteX292" fmla="*/ 2844215 w 2912392"/>
                <a:gd name="connsiteY292" fmla="*/ 507261 h 588232"/>
                <a:gd name="connsiteX293" fmla="*/ 2853958 w 2912392"/>
                <a:gd name="connsiteY293" fmla="*/ 504180 h 588232"/>
                <a:gd name="connsiteX294" fmla="*/ 2863687 w 2912392"/>
                <a:gd name="connsiteY294" fmla="*/ 500898 h 588232"/>
                <a:gd name="connsiteX295" fmla="*/ 2873431 w 2912392"/>
                <a:gd name="connsiteY295" fmla="*/ 497413 h 588232"/>
                <a:gd name="connsiteX296" fmla="*/ 2883175 w 2912392"/>
                <a:gd name="connsiteY296" fmla="*/ 493730 h 588232"/>
                <a:gd name="connsiteX297" fmla="*/ 2892919 w 2912392"/>
                <a:gd name="connsiteY297" fmla="*/ 489850 h 588232"/>
                <a:gd name="connsiteX298" fmla="*/ 2902663 w 2912392"/>
                <a:gd name="connsiteY298" fmla="*/ 485774 h 588232"/>
                <a:gd name="connsiteX299" fmla="*/ 2912392 w 2912392"/>
                <a:gd name="connsiteY299" fmla="*/ 481505 h 588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88232">
                  <a:moveTo>
                    <a:pt x="0" y="588233"/>
                  </a:moveTo>
                  <a:lnTo>
                    <a:pt x="9739" y="577702"/>
                  </a:lnTo>
                  <a:lnTo>
                    <a:pt x="19480" y="567075"/>
                  </a:lnTo>
                  <a:lnTo>
                    <a:pt x="29221" y="556361"/>
                  </a:lnTo>
                  <a:lnTo>
                    <a:pt x="38961" y="545574"/>
                  </a:lnTo>
                  <a:lnTo>
                    <a:pt x="48702" y="534724"/>
                  </a:lnTo>
                  <a:lnTo>
                    <a:pt x="58443" y="523824"/>
                  </a:lnTo>
                  <a:lnTo>
                    <a:pt x="68182" y="512884"/>
                  </a:lnTo>
                  <a:lnTo>
                    <a:pt x="77923" y="501915"/>
                  </a:lnTo>
                  <a:lnTo>
                    <a:pt x="87664" y="490930"/>
                  </a:lnTo>
                  <a:lnTo>
                    <a:pt x="97404" y="479941"/>
                  </a:lnTo>
                  <a:lnTo>
                    <a:pt x="107145" y="468956"/>
                  </a:lnTo>
                  <a:lnTo>
                    <a:pt x="116886" y="457990"/>
                  </a:lnTo>
                  <a:lnTo>
                    <a:pt x="126625" y="447051"/>
                  </a:lnTo>
                  <a:lnTo>
                    <a:pt x="136366" y="436151"/>
                  </a:lnTo>
                  <a:lnTo>
                    <a:pt x="146107" y="425300"/>
                  </a:lnTo>
                  <a:lnTo>
                    <a:pt x="155846" y="414509"/>
                  </a:lnTo>
                  <a:lnTo>
                    <a:pt x="165587" y="403788"/>
                  </a:lnTo>
                  <a:lnTo>
                    <a:pt x="175328" y="393147"/>
                  </a:lnTo>
                  <a:lnTo>
                    <a:pt x="185068" y="382592"/>
                  </a:lnTo>
                  <a:lnTo>
                    <a:pt x="194809" y="372136"/>
                  </a:lnTo>
                  <a:lnTo>
                    <a:pt x="204550" y="361786"/>
                  </a:lnTo>
                  <a:lnTo>
                    <a:pt x="214289" y="351550"/>
                  </a:lnTo>
                  <a:lnTo>
                    <a:pt x="224030" y="341436"/>
                  </a:lnTo>
                  <a:lnTo>
                    <a:pt x="233771" y="331452"/>
                  </a:lnTo>
                  <a:lnTo>
                    <a:pt x="243510" y="321602"/>
                  </a:lnTo>
                  <a:lnTo>
                    <a:pt x="253251" y="311895"/>
                  </a:lnTo>
                  <a:lnTo>
                    <a:pt x="262992" y="302338"/>
                  </a:lnTo>
                  <a:lnTo>
                    <a:pt x="272732" y="292933"/>
                  </a:lnTo>
                  <a:lnTo>
                    <a:pt x="282473" y="283689"/>
                  </a:lnTo>
                  <a:lnTo>
                    <a:pt x="292214" y="274606"/>
                  </a:lnTo>
                  <a:lnTo>
                    <a:pt x="301953" y="265692"/>
                  </a:lnTo>
                  <a:lnTo>
                    <a:pt x="311694" y="256949"/>
                  </a:lnTo>
                  <a:lnTo>
                    <a:pt x="321435" y="248381"/>
                  </a:lnTo>
                  <a:lnTo>
                    <a:pt x="331175" y="239988"/>
                  </a:lnTo>
                  <a:lnTo>
                    <a:pt x="340916" y="231775"/>
                  </a:lnTo>
                  <a:lnTo>
                    <a:pt x="350656" y="223741"/>
                  </a:lnTo>
                  <a:lnTo>
                    <a:pt x="360396" y="215889"/>
                  </a:lnTo>
                  <a:lnTo>
                    <a:pt x="370137" y="208221"/>
                  </a:lnTo>
                  <a:lnTo>
                    <a:pt x="379878" y="200734"/>
                  </a:lnTo>
                  <a:lnTo>
                    <a:pt x="389617" y="193431"/>
                  </a:lnTo>
                  <a:lnTo>
                    <a:pt x="399358" y="186309"/>
                  </a:lnTo>
                  <a:lnTo>
                    <a:pt x="409099" y="179369"/>
                  </a:lnTo>
                  <a:lnTo>
                    <a:pt x="418839" y="172608"/>
                  </a:lnTo>
                  <a:lnTo>
                    <a:pt x="428580" y="166027"/>
                  </a:lnTo>
                  <a:lnTo>
                    <a:pt x="438321" y="159622"/>
                  </a:lnTo>
                  <a:lnTo>
                    <a:pt x="448060" y="153391"/>
                  </a:lnTo>
                  <a:lnTo>
                    <a:pt x="457801" y="147332"/>
                  </a:lnTo>
                  <a:lnTo>
                    <a:pt x="467542" y="141442"/>
                  </a:lnTo>
                  <a:lnTo>
                    <a:pt x="477281" y="135718"/>
                  </a:lnTo>
                  <a:lnTo>
                    <a:pt x="487022" y="130158"/>
                  </a:lnTo>
                  <a:lnTo>
                    <a:pt x="496763" y="124757"/>
                  </a:lnTo>
                  <a:lnTo>
                    <a:pt x="506503" y="119511"/>
                  </a:lnTo>
                  <a:lnTo>
                    <a:pt x="516244" y="114418"/>
                  </a:lnTo>
                  <a:lnTo>
                    <a:pt x="525985" y="109475"/>
                  </a:lnTo>
                  <a:lnTo>
                    <a:pt x="535724" y="104676"/>
                  </a:lnTo>
                  <a:lnTo>
                    <a:pt x="545465" y="100018"/>
                  </a:lnTo>
                  <a:lnTo>
                    <a:pt x="555206" y="95498"/>
                  </a:lnTo>
                  <a:lnTo>
                    <a:pt x="564946" y="91110"/>
                  </a:lnTo>
                  <a:lnTo>
                    <a:pt x="574687" y="86852"/>
                  </a:lnTo>
                  <a:lnTo>
                    <a:pt x="584428" y="82721"/>
                  </a:lnTo>
                  <a:lnTo>
                    <a:pt x="594167" y="78710"/>
                  </a:lnTo>
                  <a:lnTo>
                    <a:pt x="603908" y="74818"/>
                  </a:lnTo>
                  <a:lnTo>
                    <a:pt x="613649" y="71041"/>
                  </a:lnTo>
                  <a:lnTo>
                    <a:pt x="623388" y="67375"/>
                  </a:lnTo>
                  <a:lnTo>
                    <a:pt x="633129" y="63817"/>
                  </a:lnTo>
                  <a:lnTo>
                    <a:pt x="642870" y="60365"/>
                  </a:lnTo>
                  <a:lnTo>
                    <a:pt x="652610" y="57014"/>
                  </a:lnTo>
                  <a:lnTo>
                    <a:pt x="662351" y="53763"/>
                  </a:lnTo>
                  <a:lnTo>
                    <a:pt x="672092" y="50610"/>
                  </a:lnTo>
                  <a:lnTo>
                    <a:pt x="681831" y="47552"/>
                  </a:lnTo>
                  <a:lnTo>
                    <a:pt x="691572" y="44587"/>
                  </a:lnTo>
                  <a:lnTo>
                    <a:pt x="701313" y="41713"/>
                  </a:lnTo>
                  <a:lnTo>
                    <a:pt x="711052" y="38930"/>
                  </a:lnTo>
                  <a:lnTo>
                    <a:pt x="720793" y="36234"/>
                  </a:lnTo>
                  <a:lnTo>
                    <a:pt x="730534" y="33629"/>
                  </a:lnTo>
                  <a:lnTo>
                    <a:pt x="740274" y="31109"/>
                  </a:lnTo>
                  <a:lnTo>
                    <a:pt x="750015" y="28678"/>
                  </a:lnTo>
                  <a:lnTo>
                    <a:pt x="759756" y="26334"/>
                  </a:lnTo>
                  <a:lnTo>
                    <a:pt x="769495" y="24077"/>
                  </a:lnTo>
                  <a:lnTo>
                    <a:pt x="779236" y="21909"/>
                  </a:lnTo>
                  <a:lnTo>
                    <a:pt x="788977" y="19829"/>
                  </a:lnTo>
                  <a:lnTo>
                    <a:pt x="798717" y="17840"/>
                  </a:lnTo>
                  <a:lnTo>
                    <a:pt x="808458" y="15943"/>
                  </a:lnTo>
                  <a:lnTo>
                    <a:pt x="818199" y="14139"/>
                  </a:lnTo>
                  <a:lnTo>
                    <a:pt x="827938" y="12430"/>
                  </a:lnTo>
                  <a:lnTo>
                    <a:pt x="837679" y="10820"/>
                  </a:lnTo>
                  <a:lnTo>
                    <a:pt x="847420" y="9307"/>
                  </a:lnTo>
                  <a:lnTo>
                    <a:pt x="857159" y="7898"/>
                  </a:lnTo>
                  <a:lnTo>
                    <a:pt x="866900" y="6593"/>
                  </a:lnTo>
                  <a:lnTo>
                    <a:pt x="876641" y="5396"/>
                  </a:lnTo>
                  <a:lnTo>
                    <a:pt x="886381" y="4310"/>
                  </a:lnTo>
                  <a:lnTo>
                    <a:pt x="896122" y="3337"/>
                  </a:lnTo>
                  <a:lnTo>
                    <a:pt x="905863" y="2482"/>
                  </a:lnTo>
                  <a:lnTo>
                    <a:pt x="915602" y="1748"/>
                  </a:lnTo>
                  <a:lnTo>
                    <a:pt x="925343" y="1135"/>
                  </a:lnTo>
                  <a:lnTo>
                    <a:pt x="935084" y="653"/>
                  </a:lnTo>
                  <a:lnTo>
                    <a:pt x="944824" y="299"/>
                  </a:lnTo>
                  <a:lnTo>
                    <a:pt x="954564" y="80"/>
                  </a:lnTo>
                  <a:lnTo>
                    <a:pt x="964305" y="0"/>
                  </a:lnTo>
                  <a:lnTo>
                    <a:pt x="974045" y="60"/>
                  </a:lnTo>
                  <a:lnTo>
                    <a:pt x="983786" y="264"/>
                  </a:lnTo>
                  <a:lnTo>
                    <a:pt x="993522" y="615"/>
                  </a:lnTo>
                  <a:lnTo>
                    <a:pt x="1003266" y="1117"/>
                  </a:lnTo>
                  <a:lnTo>
                    <a:pt x="1013010" y="1773"/>
                  </a:lnTo>
                  <a:lnTo>
                    <a:pt x="1022754" y="2585"/>
                  </a:lnTo>
                  <a:lnTo>
                    <a:pt x="1032483" y="3555"/>
                  </a:lnTo>
                  <a:lnTo>
                    <a:pt x="1042227" y="4687"/>
                  </a:lnTo>
                  <a:lnTo>
                    <a:pt x="1051971" y="5982"/>
                  </a:lnTo>
                  <a:lnTo>
                    <a:pt x="1061715" y="7444"/>
                  </a:lnTo>
                  <a:lnTo>
                    <a:pt x="1071444" y="9071"/>
                  </a:lnTo>
                  <a:lnTo>
                    <a:pt x="1081188" y="10866"/>
                  </a:lnTo>
                  <a:lnTo>
                    <a:pt x="1090932" y="12830"/>
                  </a:lnTo>
                  <a:lnTo>
                    <a:pt x="1100676" y="14965"/>
                  </a:lnTo>
                  <a:lnTo>
                    <a:pt x="1110405" y="17268"/>
                  </a:lnTo>
                  <a:lnTo>
                    <a:pt x="1120149" y="19743"/>
                  </a:lnTo>
                  <a:lnTo>
                    <a:pt x="1129893" y="22387"/>
                  </a:lnTo>
                  <a:lnTo>
                    <a:pt x="1139637" y="25202"/>
                  </a:lnTo>
                  <a:lnTo>
                    <a:pt x="1149381" y="28183"/>
                  </a:lnTo>
                  <a:lnTo>
                    <a:pt x="1159110" y="31333"/>
                  </a:lnTo>
                  <a:lnTo>
                    <a:pt x="1168854" y="34646"/>
                  </a:lnTo>
                  <a:lnTo>
                    <a:pt x="1178598" y="38122"/>
                  </a:lnTo>
                  <a:lnTo>
                    <a:pt x="1188341" y="41759"/>
                  </a:lnTo>
                  <a:lnTo>
                    <a:pt x="1198070" y="45552"/>
                  </a:lnTo>
                  <a:lnTo>
                    <a:pt x="1207814" y="49499"/>
                  </a:lnTo>
                  <a:lnTo>
                    <a:pt x="1217558" y="53598"/>
                  </a:lnTo>
                  <a:lnTo>
                    <a:pt x="1227302" y="57841"/>
                  </a:lnTo>
                  <a:lnTo>
                    <a:pt x="1237031" y="62226"/>
                  </a:lnTo>
                  <a:lnTo>
                    <a:pt x="1246775" y="66749"/>
                  </a:lnTo>
                  <a:lnTo>
                    <a:pt x="1256519" y="71402"/>
                  </a:lnTo>
                  <a:lnTo>
                    <a:pt x="1266263" y="76183"/>
                  </a:lnTo>
                  <a:lnTo>
                    <a:pt x="1276007" y="81083"/>
                  </a:lnTo>
                  <a:lnTo>
                    <a:pt x="1285736" y="86098"/>
                  </a:lnTo>
                  <a:lnTo>
                    <a:pt x="1295480" y="91221"/>
                  </a:lnTo>
                  <a:lnTo>
                    <a:pt x="1305224" y="96446"/>
                  </a:lnTo>
                  <a:lnTo>
                    <a:pt x="1314968" y="101765"/>
                  </a:lnTo>
                  <a:lnTo>
                    <a:pt x="1324697" y="107171"/>
                  </a:lnTo>
                  <a:lnTo>
                    <a:pt x="1334441" y="112659"/>
                  </a:lnTo>
                  <a:lnTo>
                    <a:pt x="1344185" y="118217"/>
                  </a:lnTo>
                  <a:lnTo>
                    <a:pt x="1353929" y="123842"/>
                  </a:lnTo>
                  <a:lnTo>
                    <a:pt x="1363658" y="129524"/>
                  </a:lnTo>
                  <a:lnTo>
                    <a:pt x="1373402" y="135256"/>
                  </a:lnTo>
                  <a:lnTo>
                    <a:pt x="1383146" y="141029"/>
                  </a:lnTo>
                  <a:lnTo>
                    <a:pt x="1392890" y="146837"/>
                  </a:lnTo>
                  <a:lnTo>
                    <a:pt x="1402619" y="152670"/>
                  </a:lnTo>
                  <a:lnTo>
                    <a:pt x="1412363" y="158521"/>
                  </a:lnTo>
                  <a:lnTo>
                    <a:pt x="1422106" y="164380"/>
                  </a:lnTo>
                  <a:lnTo>
                    <a:pt x="1431850" y="170243"/>
                  </a:lnTo>
                  <a:lnTo>
                    <a:pt x="1441594" y="176099"/>
                  </a:lnTo>
                  <a:lnTo>
                    <a:pt x="1451323" y="181942"/>
                  </a:lnTo>
                  <a:lnTo>
                    <a:pt x="1461067" y="187763"/>
                  </a:lnTo>
                  <a:lnTo>
                    <a:pt x="1470811" y="193554"/>
                  </a:lnTo>
                  <a:lnTo>
                    <a:pt x="1480555" y="199311"/>
                  </a:lnTo>
                  <a:lnTo>
                    <a:pt x="1490284" y="205023"/>
                  </a:lnTo>
                  <a:lnTo>
                    <a:pt x="1500028" y="210687"/>
                  </a:lnTo>
                  <a:lnTo>
                    <a:pt x="1509772" y="216293"/>
                  </a:lnTo>
                  <a:lnTo>
                    <a:pt x="1519516" y="221835"/>
                  </a:lnTo>
                  <a:lnTo>
                    <a:pt x="1529245" y="227311"/>
                  </a:lnTo>
                  <a:lnTo>
                    <a:pt x="1538989" y="232709"/>
                  </a:lnTo>
                  <a:lnTo>
                    <a:pt x="1548733" y="238028"/>
                  </a:lnTo>
                  <a:lnTo>
                    <a:pt x="1558477" y="243262"/>
                  </a:lnTo>
                  <a:lnTo>
                    <a:pt x="1568221" y="248405"/>
                  </a:lnTo>
                  <a:lnTo>
                    <a:pt x="1577950" y="253454"/>
                  </a:lnTo>
                  <a:lnTo>
                    <a:pt x="1587694" y="258403"/>
                  </a:lnTo>
                  <a:lnTo>
                    <a:pt x="1597438" y="263250"/>
                  </a:lnTo>
                  <a:lnTo>
                    <a:pt x="1607182" y="267992"/>
                  </a:lnTo>
                  <a:lnTo>
                    <a:pt x="1616911" y="272625"/>
                  </a:lnTo>
                  <a:lnTo>
                    <a:pt x="1626655" y="277146"/>
                  </a:lnTo>
                  <a:lnTo>
                    <a:pt x="1636399" y="281554"/>
                  </a:lnTo>
                  <a:lnTo>
                    <a:pt x="1646142" y="285847"/>
                  </a:lnTo>
                  <a:lnTo>
                    <a:pt x="1655872" y="290024"/>
                  </a:lnTo>
                  <a:lnTo>
                    <a:pt x="1665616" y="294082"/>
                  </a:lnTo>
                  <a:lnTo>
                    <a:pt x="1675359" y="298023"/>
                  </a:lnTo>
                  <a:lnTo>
                    <a:pt x="1685103" y="301844"/>
                  </a:lnTo>
                  <a:lnTo>
                    <a:pt x="1694832" y="305548"/>
                  </a:lnTo>
                  <a:lnTo>
                    <a:pt x="1704576" y="309136"/>
                  </a:lnTo>
                  <a:lnTo>
                    <a:pt x="1714320" y="312606"/>
                  </a:lnTo>
                  <a:lnTo>
                    <a:pt x="1724064" y="315960"/>
                  </a:lnTo>
                  <a:lnTo>
                    <a:pt x="1733808" y="319202"/>
                  </a:lnTo>
                  <a:lnTo>
                    <a:pt x="1743537" y="322331"/>
                  </a:lnTo>
                  <a:lnTo>
                    <a:pt x="1753281" y="325349"/>
                  </a:lnTo>
                  <a:lnTo>
                    <a:pt x="1763025" y="328262"/>
                  </a:lnTo>
                  <a:lnTo>
                    <a:pt x="1772769" y="331069"/>
                  </a:lnTo>
                  <a:lnTo>
                    <a:pt x="1782498" y="333776"/>
                  </a:lnTo>
                  <a:lnTo>
                    <a:pt x="1792242" y="336385"/>
                  </a:lnTo>
                  <a:lnTo>
                    <a:pt x="1801986" y="338900"/>
                  </a:lnTo>
                  <a:lnTo>
                    <a:pt x="1811730" y="341324"/>
                  </a:lnTo>
                  <a:lnTo>
                    <a:pt x="1821459" y="343661"/>
                  </a:lnTo>
                  <a:lnTo>
                    <a:pt x="1831203" y="345917"/>
                  </a:lnTo>
                  <a:lnTo>
                    <a:pt x="1840947" y="348095"/>
                  </a:lnTo>
                  <a:lnTo>
                    <a:pt x="1850691" y="350199"/>
                  </a:lnTo>
                  <a:lnTo>
                    <a:pt x="1860435" y="352234"/>
                  </a:lnTo>
                  <a:lnTo>
                    <a:pt x="1870164" y="354205"/>
                  </a:lnTo>
                  <a:lnTo>
                    <a:pt x="1879908" y="356118"/>
                  </a:lnTo>
                  <a:lnTo>
                    <a:pt x="1889652" y="357975"/>
                  </a:lnTo>
                  <a:lnTo>
                    <a:pt x="1899395" y="359784"/>
                  </a:lnTo>
                  <a:lnTo>
                    <a:pt x="1909124" y="361548"/>
                  </a:lnTo>
                  <a:lnTo>
                    <a:pt x="1918868" y="363271"/>
                  </a:lnTo>
                  <a:lnTo>
                    <a:pt x="1928612" y="364963"/>
                  </a:lnTo>
                  <a:lnTo>
                    <a:pt x="1938356" y="366622"/>
                  </a:lnTo>
                  <a:lnTo>
                    <a:pt x="1948085" y="368258"/>
                  </a:lnTo>
                  <a:lnTo>
                    <a:pt x="1957829" y="369875"/>
                  </a:lnTo>
                  <a:lnTo>
                    <a:pt x="1967573" y="371475"/>
                  </a:lnTo>
                  <a:lnTo>
                    <a:pt x="1977317" y="373068"/>
                  </a:lnTo>
                  <a:lnTo>
                    <a:pt x="1987046" y="374653"/>
                  </a:lnTo>
                  <a:lnTo>
                    <a:pt x="1996790" y="376238"/>
                  </a:lnTo>
                  <a:lnTo>
                    <a:pt x="2006534" y="377826"/>
                  </a:lnTo>
                  <a:lnTo>
                    <a:pt x="2016278" y="379422"/>
                  </a:lnTo>
                  <a:lnTo>
                    <a:pt x="2026022" y="381031"/>
                  </a:lnTo>
                  <a:lnTo>
                    <a:pt x="2035751" y="382655"/>
                  </a:lnTo>
                  <a:lnTo>
                    <a:pt x="2045495" y="384298"/>
                  </a:lnTo>
                  <a:lnTo>
                    <a:pt x="2055239" y="385966"/>
                  </a:lnTo>
                  <a:lnTo>
                    <a:pt x="2064983" y="387660"/>
                  </a:lnTo>
                  <a:lnTo>
                    <a:pt x="2074712" y="389383"/>
                  </a:lnTo>
                  <a:lnTo>
                    <a:pt x="2084456" y="391140"/>
                  </a:lnTo>
                  <a:lnTo>
                    <a:pt x="2094200" y="392934"/>
                  </a:lnTo>
                  <a:lnTo>
                    <a:pt x="2103944" y="394765"/>
                  </a:lnTo>
                  <a:lnTo>
                    <a:pt x="2113673" y="396636"/>
                  </a:lnTo>
                  <a:lnTo>
                    <a:pt x="2123417" y="398551"/>
                  </a:lnTo>
                  <a:lnTo>
                    <a:pt x="2133161" y="400510"/>
                  </a:lnTo>
                  <a:lnTo>
                    <a:pt x="2142905" y="402515"/>
                  </a:lnTo>
                  <a:lnTo>
                    <a:pt x="2152649" y="404570"/>
                  </a:lnTo>
                  <a:lnTo>
                    <a:pt x="2162377" y="406672"/>
                  </a:lnTo>
                  <a:lnTo>
                    <a:pt x="2172121" y="408824"/>
                  </a:lnTo>
                  <a:lnTo>
                    <a:pt x="2181865" y="411026"/>
                  </a:lnTo>
                  <a:lnTo>
                    <a:pt x="2191609" y="413278"/>
                  </a:lnTo>
                  <a:lnTo>
                    <a:pt x="2201338" y="415582"/>
                  </a:lnTo>
                  <a:lnTo>
                    <a:pt x="2211082" y="417936"/>
                  </a:lnTo>
                  <a:lnTo>
                    <a:pt x="2220826" y="420340"/>
                  </a:lnTo>
                  <a:lnTo>
                    <a:pt x="2230570" y="422794"/>
                  </a:lnTo>
                  <a:lnTo>
                    <a:pt x="2240299" y="425296"/>
                  </a:lnTo>
                  <a:lnTo>
                    <a:pt x="2250043" y="427844"/>
                  </a:lnTo>
                  <a:lnTo>
                    <a:pt x="2259787" y="430438"/>
                  </a:lnTo>
                  <a:lnTo>
                    <a:pt x="2269531" y="433076"/>
                  </a:lnTo>
                  <a:lnTo>
                    <a:pt x="2279260" y="435755"/>
                  </a:lnTo>
                  <a:lnTo>
                    <a:pt x="2289004" y="438474"/>
                  </a:lnTo>
                  <a:lnTo>
                    <a:pt x="2298748" y="441230"/>
                  </a:lnTo>
                  <a:lnTo>
                    <a:pt x="2308492" y="444019"/>
                  </a:lnTo>
                  <a:lnTo>
                    <a:pt x="2318236" y="446840"/>
                  </a:lnTo>
                  <a:lnTo>
                    <a:pt x="2327965" y="449688"/>
                  </a:lnTo>
                  <a:lnTo>
                    <a:pt x="2337709" y="452560"/>
                  </a:lnTo>
                  <a:lnTo>
                    <a:pt x="2347453" y="455453"/>
                  </a:lnTo>
                  <a:lnTo>
                    <a:pt x="2357197" y="458361"/>
                  </a:lnTo>
                  <a:lnTo>
                    <a:pt x="2366926" y="461283"/>
                  </a:lnTo>
                  <a:lnTo>
                    <a:pt x="2376670" y="464212"/>
                  </a:lnTo>
                  <a:lnTo>
                    <a:pt x="2386413" y="467144"/>
                  </a:lnTo>
                  <a:lnTo>
                    <a:pt x="2396157" y="470075"/>
                  </a:lnTo>
                  <a:lnTo>
                    <a:pt x="2405886" y="473000"/>
                  </a:lnTo>
                  <a:lnTo>
                    <a:pt x="2415630" y="475912"/>
                  </a:lnTo>
                  <a:lnTo>
                    <a:pt x="2425374" y="478809"/>
                  </a:lnTo>
                  <a:lnTo>
                    <a:pt x="2435118" y="481683"/>
                  </a:lnTo>
                  <a:lnTo>
                    <a:pt x="2444862" y="484530"/>
                  </a:lnTo>
                  <a:lnTo>
                    <a:pt x="2454591" y="487341"/>
                  </a:lnTo>
                  <a:lnTo>
                    <a:pt x="2464335" y="490115"/>
                  </a:lnTo>
                  <a:lnTo>
                    <a:pt x="2474079" y="492845"/>
                  </a:lnTo>
                  <a:lnTo>
                    <a:pt x="2483823" y="495522"/>
                  </a:lnTo>
                  <a:lnTo>
                    <a:pt x="2493552" y="498143"/>
                  </a:lnTo>
                  <a:lnTo>
                    <a:pt x="2503296" y="500700"/>
                  </a:lnTo>
                  <a:lnTo>
                    <a:pt x="2513040" y="503188"/>
                  </a:lnTo>
                  <a:lnTo>
                    <a:pt x="2522784" y="505601"/>
                  </a:lnTo>
                  <a:lnTo>
                    <a:pt x="2532513" y="507933"/>
                  </a:lnTo>
                  <a:lnTo>
                    <a:pt x="2542257" y="510177"/>
                  </a:lnTo>
                  <a:lnTo>
                    <a:pt x="2552001" y="512327"/>
                  </a:lnTo>
                  <a:lnTo>
                    <a:pt x="2561745" y="514377"/>
                  </a:lnTo>
                  <a:lnTo>
                    <a:pt x="2571474" y="516320"/>
                  </a:lnTo>
                  <a:lnTo>
                    <a:pt x="2581218" y="518152"/>
                  </a:lnTo>
                  <a:lnTo>
                    <a:pt x="2590962" y="519866"/>
                  </a:lnTo>
                  <a:lnTo>
                    <a:pt x="2600705" y="521455"/>
                  </a:lnTo>
                  <a:lnTo>
                    <a:pt x="2610449" y="522916"/>
                  </a:lnTo>
                  <a:lnTo>
                    <a:pt x="2620178" y="524242"/>
                  </a:lnTo>
                  <a:lnTo>
                    <a:pt x="2629922" y="525426"/>
                  </a:lnTo>
                  <a:lnTo>
                    <a:pt x="2639666" y="526464"/>
                  </a:lnTo>
                  <a:lnTo>
                    <a:pt x="2649410" y="527351"/>
                  </a:lnTo>
                  <a:lnTo>
                    <a:pt x="2659139" y="528081"/>
                  </a:lnTo>
                  <a:lnTo>
                    <a:pt x="2668883" y="528652"/>
                  </a:lnTo>
                  <a:lnTo>
                    <a:pt x="2678627" y="529055"/>
                  </a:lnTo>
                  <a:lnTo>
                    <a:pt x="2688371" y="529289"/>
                  </a:lnTo>
                  <a:lnTo>
                    <a:pt x="2698100" y="529347"/>
                  </a:lnTo>
                  <a:lnTo>
                    <a:pt x="2707844" y="529228"/>
                  </a:lnTo>
                  <a:lnTo>
                    <a:pt x="2717588" y="528927"/>
                  </a:lnTo>
                  <a:lnTo>
                    <a:pt x="2727332" y="528442"/>
                  </a:lnTo>
                  <a:lnTo>
                    <a:pt x="2737076" y="527765"/>
                  </a:lnTo>
                  <a:lnTo>
                    <a:pt x="2746805" y="526898"/>
                  </a:lnTo>
                  <a:lnTo>
                    <a:pt x="2756549" y="525837"/>
                  </a:lnTo>
                  <a:lnTo>
                    <a:pt x="2766293" y="524580"/>
                  </a:lnTo>
                  <a:lnTo>
                    <a:pt x="2776037" y="523123"/>
                  </a:lnTo>
                  <a:lnTo>
                    <a:pt x="2785766" y="521466"/>
                  </a:lnTo>
                  <a:lnTo>
                    <a:pt x="2795510" y="519606"/>
                  </a:lnTo>
                  <a:lnTo>
                    <a:pt x="2805254" y="517546"/>
                  </a:lnTo>
                  <a:lnTo>
                    <a:pt x="2814998" y="515280"/>
                  </a:lnTo>
                  <a:lnTo>
                    <a:pt x="2824727" y="512811"/>
                  </a:lnTo>
                  <a:lnTo>
                    <a:pt x="2834471" y="510138"/>
                  </a:lnTo>
                  <a:lnTo>
                    <a:pt x="2844215" y="507261"/>
                  </a:lnTo>
                  <a:lnTo>
                    <a:pt x="2853958" y="504180"/>
                  </a:lnTo>
                  <a:lnTo>
                    <a:pt x="2863687" y="500898"/>
                  </a:lnTo>
                  <a:lnTo>
                    <a:pt x="2873431" y="497413"/>
                  </a:lnTo>
                  <a:lnTo>
                    <a:pt x="2883175" y="493730"/>
                  </a:lnTo>
                  <a:lnTo>
                    <a:pt x="2892919" y="489850"/>
                  </a:lnTo>
                  <a:lnTo>
                    <a:pt x="2902663" y="485774"/>
                  </a:lnTo>
                  <a:lnTo>
                    <a:pt x="2912392" y="48150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2" name="Freeform 761">
              <a:extLst>
                <a:ext uri="{FF2B5EF4-FFF2-40B4-BE49-F238E27FC236}">
                  <a16:creationId xmlns:a16="http://schemas.microsoft.com/office/drawing/2014/main" id="{96953BB1-58AF-67E2-07AD-B4BDEDD182FC}"/>
                </a:ext>
              </a:extLst>
            </p:cNvPr>
            <p:cNvSpPr/>
            <p:nvPr/>
          </p:nvSpPr>
          <p:spPr>
            <a:xfrm>
              <a:off x="576446" y="3423060"/>
              <a:ext cx="2912392" cy="456419"/>
            </a:xfrm>
            <a:custGeom>
              <a:avLst/>
              <a:gdLst>
                <a:gd name="connsiteX0" fmla="*/ 0 w 2912392"/>
                <a:gd name="connsiteY0" fmla="*/ 18047 h 456419"/>
                <a:gd name="connsiteX1" fmla="*/ 9739 w 2912392"/>
                <a:gd name="connsiteY1" fmla="*/ 22211 h 456419"/>
                <a:gd name="connsiteX2" fmla="*/ 19480 w 2912392"/>
                <a:gd name="connsiteY2" fmla="*/ 26481 h 456419"/>
                <a:gd name="connsiteX3" fmla="*/ 29221 w 2912392"/>
                <a:gd name="connsiteY3" fmla="*/ 30865 h 456419"/>
                <a:gd name="connsiteX4" fmla="*/ 38961 w 2912392"/>
                <a:gd name="connsiteY4" fmla="*/ 35364 h 456419"/>
                <a:gd name="connsiteX5" fmla="*/ 48702 w 2912392"/>
                <a:gd name="connsiteY5" fmla="*/ 39984 h 456419"/>
                <a:gd name="connsiteX6" fmla="*/ 58443 w 2912392"/>
                <a:gd name="connsiteY6" fmla="*/ 44731 h 456419"/>
                <a:gd name="connsiteX7" fmla="*/ 68182 w 2912392"/>
                <a:gd name="connsiteY7" fmla="*/ 49608 h 456419"/>
                <a:gd name="connsiteX8" fmla="*/ 77923 w 2912392"/>
                <a:gd name="connsiteY8" fmla="*/ 54618 h 456419"/>
                <a:gd name="connsiteX9" fmla="*/ 87664 w 2912392"/>
                <a:gd name="connsiteY9" fmla="*/ 59766 h 456419"/>
                <a:gd name="connsiteX10" fmla="*/ 97404 w 2912392"/>
                <a:gd name="connsiteY10" fmla="*/ 65052 h 456419"/>
                <a:gd name="connsiteX11" fmla="*/ 107145 w 2912392"/>
                <a:gd name="connsiteY11" fmla="*/ 70481 h 456419"/>
                <a:gd name="connsiteX12" fmla="*/ 116886 w 2912392"/>
                <a:gd name="connsiteY12" fmla="*/ 76055 h 456419"/>
                <a:gd name="connsiteX13" fmla="*/ 126625 w 2912392"/>
                <a:gd name="connsiteY13" fmla="*/ 81775 h 456419"/>
                <a:gd name="connsiteX14" fmla="*/ 136366 w 2912392"/>
                <a:gd name="connsiteY14" fmla="*/ 87640 h 456419"/>
                <a:gd name="connsiteX15" fmla="*/ 146107 w 2912392"/>
                <a:gd name="connsiteY15" fmla="*/ 93652 h 456419"/>
                <a:gd name="connsiteX16" fmla="*/ 155846 w 2912392"/>
                <a:gd name="connsiteY16" fmla="*/ 99811 h 456419"/>
                <a:gd name="connsiteX17" fmla="*/ 165587 w 2912392"/>
                <a:gd name="connsiteY17" fmla="*/ 106118 h 456419"/>
                <a:gd name="connsiteX18" fmla="*/ 175328 w 2912392"/>
                <a:gd name="connsiteY18" fmla="*/ 112568 h 456419"/>
                <a:gd name="connsiteX19" fmla="*/ 185068 w 2912392"/>
                <a:gd name="connsiteY19" fmla="*/ 119162 h 456419"/>
                <a:gd name="connsiteX20" fmla="*/ 194809 w 2912392"/>
                <a:gd name="connsiteY20" fmla="*/ 125896 h 456419"/>
                <a:gd name="connsiteX21" fmla="*/ 204550 w 2912392"/>
                <a:gd name="connsiteY21" fmla="*/ 132769 h 456419"/>
                <a:gd name="connsiteX22" fmla="*/ 214289 w 2912392"/>
                <a:gd name="connsiteY22" fmla="*/ 139776 h 456419"/>
                <a:gd name="connsiteX23" fmla="*/ 224030 w 2912392"/>
                <a:gd name="connsiteY23" fmla="*/ 146911 h 456419"/>
                <a:gd name="connsiteX24" fmla="*/ 233771 w 2912392"/>
                <a:gd name="connsiteY24" fmla="*/ 154173 h 456419"/>
                <a:gd name="connsiteX25" fmla="*/ 243510 w 2912392"/>
                <a:gd name="connsiteY25" fmla="*/ 161553 h 456419"/>
                <a:gd name="connsiteX26" fmla="*/ 253251 w 2912392"/>
                <a:gd name="connsiteY26" fmla="*/ 169047 h 456419"/>
                <a:gd name="connsiteX27" fmla="*/ 262992 w 2912392"/>
                <a:gd name="connsiteY27" fmla="*/ 176647 h 456419"/>
                <a:gd name="connsiteX28" fmla="*/ 272732 w 2912392"/>
                <a:gd name="connsiteY28" fmla="*/ 184348 h 456419"/>
                <a:gd name="connsiteX29" fmla="*/ 282473 w 2912392"/>
                <a:gd name="connsiteY29" fmla="*/ 192140 h 456419"/>
                <a:gd name="connsiteX30" fmla="*/ 292214 w 2912392"/>
                <a:gd name="connsiteY30" fmla="*/ 200014 h 456419"/>
                <a:gd name="connsiteX31" fmla="*/ 301953 w 2912392"/>
                <a:gd name="connsiteY31" fmla="*/ 207964 h 456419"/>
                <a:gd name="connsiteX32" fmla="*/ 311694 w 2912392"/>
                <a:gd name="connsiteY32" fmla="*/ 215980 h 456419"/>
                <a:gd name="connsiteX33" fmla="*/ 321435 w 2912392"/>
                <a:gd name="connsiteY33" fmla="*/ 224051 h 456419"/>
                <a:gd name="connsiteX34" fmla="*/ 331175 w 2912392"/>
                <a:gd name="connsiteY34" fmla="*/ 232166 h 456419"/>
                <a:gd name="connsiteX35" fmla="*/ 340916 w 2912392"/>
                <a:gd name="connsiteY35" fmla="*/ 240316 h 456419"/>
                <a:gd name="connsiteX36" fmla="*/ 350656 w 2912392"/>
                <a:gd name="connsiteY36" fmla="*/ 248490 h 456419"/>
                <a:gd name="connsiteX37" fmla="*/ 360396 w 2912392"/>
                <a:gd name="connsiteY37" fmla="*/ 256675 h 456419"/>
                <a:gd name="connsiteX38" fmla="*/ 370137 w 2912392"/>
                <a:gd name="connsiteY38" fmla="*/ 264861 h 456419"/>
                <a:gd name="connsiteX39" fmla="*/ 379878 w 2912392"/>
                <a:gd name="connsiteY39" fmla="*/ 273034 h 456419"/>
                <a:gd name="connsiteX40" fmla="*/ 389617 w 2912392"/>
                <a:gd name="connsiteY40" fmla="*/ 281183 h 456419"/>
                <a:gd name="connsiteX41" fmla="*/ 399358 w 2912392"/>
                <a:gd name="connsiteY41" fmla="*/ 289295 h 456419"/>
                <a:gd name="connsiteX42" fmla="*/ 409099 w 2912392"/>
                <a:gd name="connsiteY42" fmla="*/ 297357 h 456419"/>
                <a:gd name="connsiteX43" fmla="*/ 418839 w 2912392"/>
                <a:gd name="connsiteY43" fmla="*/ 305356 h 456419"/>
                <a:gd name="connsiteX44" fmla="*/ 428580 w 2912392"/>
                <a:gd name="connsiteY44" fmla="*/ 313279 h 456419"/>
                <a:gd name="connsiteX45" fmla="*/ 438321 w 2912392"/>
                <a:gd name="connsiteY45" fmla="*/ 321115 h 456419"/>
                <a:gd name="connsiteX46" fmla="*/ 448060 w 2912392"/>
                <a:gd name="connsiteY46" fmla="*/ 328846 h 456419"/>
                <a:gd name="connsiteX47" fmla="*/ 457801 w 2912392"/>
                <a:gd name="connsiteY47" fmla="*/ 336464 h 456419"/>
                <a:gd name="connsiteX48" fmla="*/ 467542 w 2912392"/>
                <a:gd name="connsiteY48" fmla="*/ 343952 h 456419"/>
                <a:gd name="connsiteX49" fmla="*/ 477281 w 2912392"/>
                <a:gd name="connsiteY49" fmla="*/ 351297 h 456419"/>
                <a:gd name="connsiteX50" fmla="*/ 487022 w 2912392"/>
                <a:gd name="connsiteY50" fmla="*/ 358489 h 456419"/>
                <a:gd name="connsiteX51" fmla="*/ 496763 w 2912392"/>
                <a:gd name="connsiteY51" fmla="*/ 365514 h 456419"/>
                <a:gd name="connsiteX52" fmla="*/ 506503 w 2912392"/>
                <a:gd name="connsiteY52" fmla="*/ 372357 h 456419"/>
                <a:gd name="connsiteX53" fmla="*/ 516244 w 2912392"/>
                <a:gd name="connsiteY53" fmla="*/ 379009 h 456419"/>
                <a:gd name="connsiteX54" fmla="*/ 525985 w 2912392"/>
                <a:gd name="connsiteY54" fmla="*/ 385456 h 456419"/>
                <a:gd name="connsiteX55" fmla="*/ 535724 w 2912392"/>
                <a:gd name="connsiteY55" fmla="*/ 391685 h 456419"/>
                <a:gd name="connsiteX56" fmla="*/ 545465 w 2912392"/>
                <a:gd name="connsiteY56" fmla="*/ 397688 h 456419"/>
                <a:gd name="connsiteX57" fmla="*/ 555206 w 2912392"/>
                <a:gd name="connsiteY57" fmla="*/ 403451 h 456419"/>
                <a:gd name="connsiteX58" fmla="*/ 564946 w 2912392"/>
                <a:gd name="connsiteY58" fmla="*/ 408964 h 456419"/>
                <a:gd name="connsiteX59" fmla="*/ 574687 w 2912392"/>
                <a:gd name="connsiteY59" fmla="*/ 414216 h 456419"/>
                <a:gd name="connsiteX60" fmla="*/ 584428 w 2912392"/>
                <a:gd name="connsiteY60" fmla="*/ 419198 h 456419"/>
                <a:gd name="connsiteX61" fmla="*/ 594167 w 2912392"/>
                <a:gd name="connsiteY61" fmla="*/ 423900 h 456419"/>
                <a:gd name="connsiteX62" fmla="*/ 603908 w 2912392"/>
                <a:gd name="connsiteY62" fmla="*/ 428313 h 456419"/>
                <a:gd name="connsiteX63" fmla="*/ 613649 w 2912392"/>
                <a:gd name="connsiteY63" fmla="*/ 432431 h 456419"/>
                <a:gd name="connsiteX64" fmla="*/ 623388 w 2912392"/>
                <a:gd name="connsiteY64" fmla="*/ 436242 h 456419"/>
                <a:gd name="connsiteX65" fmla="*/ 633129 w 2912392"/>
                <a:gd name="connsiteY65" fmla="*/ 439742 h 456419"/>
                <a:gd name="connsiteX66" fmla="*/ 642870 w 2912392"/>
                <a:gd name="connsiteY66" fmla="*/ 442924 h 456419"/>
                <a:gd name="connsiteX67" fmla="*/ 652610 w 2912392"/>
                <a:gd name="connsiteY67" fmla="*/ 445781 h 456419"/>
                <a:gd name="connsiteX68" fmla="*/ 662351 w 2912392"/>
                <a:gd name="connsiteY68" fmla="*/ 448307 h 456419"/>
                <a:gd name="connsiteX69" fmla="*/ 672092 w 2912392"/>
                <a:gd name="connsiteY69" fmla="*/ 450498 h 456419"/>
                <a:gd name="connsiteX70" fmla="*/ 681831 w 2912392"/>
                <a:gd name="connsiteY70" fmla="*/ 452350 h 456419"/>
                <a:gd name="connsiteX71" fmla="*/ 691572 w 2912392"/>
                <a:gd name="connsiteY71" fmla="*/ 453859 h 456419"/>
                <a:gd name="connsiteX72" fmla="*/ 701313 w 2912392"/>
                <a:gd name="connsiteY72" fmla="*/ 455022 h 456419"/>
                <a:gd name="connsiteX73" fmla="*/ 711052 w 2912392"/>
                <a:gd name="connsiteY73" fmla="*/ 455839 h 456419"/>
                <a:gd name="connsiteX74" fmla="*/ 720793 w 2912392"/>
                <a:gd name="connsiteY74" fmla="*/ 456305 h 456419"/>
                <a:gd name="connsiteX75" fmla="*/ 730534 w 2912392"/>
                <a:gd name="connsiteY75" fmla="*/ 456420 h 456419"/>
                <a:gd name="connsiteX76" fmla="*/ 740274 w 2912392"/>
                <a:gd name="connsiteY76" fmla="*/ 456186 h 456419"/>
                <a:gd name="connsiteX77" fmla="*/ 750015 w 2912392"/>
                <a:gd name="connsiteY77" fmla="*/ 455600 h 456419"/>
                <a:gd name="connsiteX78" fmla="*/ 759756 w 2912392"/>
                <a:gd name="connsiteY78" fmla="*/ 454666 h 456419"/>
                <a:gd name="connsiteX79" fmla="*/ 769495 w 2912392"/>
                <a:gd name="connsiteY79" fmla="*/ 453383 h 456419"/>
                <a:gd name="connsiteX80" fmla="*/ 779236 w 2912392"/>
                <a:gd name="connsiteY80" fmla="*/ 451757 h 456419"/>
                <a:gd name="connsiteX81" fmla="*/ 788977 w 2912392"/>
                <a:gd name="connsiteY81" fmla="*/ 449787 h 456419"/>
                <a:gd name="connsiteX82" fmla="*/ 798717 w 2912392"/>
                <a:gd name="connsiteY82" fmla="*/ 447479 h 456419"/>
                <a:gd name="connsiteX83" fmla="*/ 808458 w 2912392"/>
                <a:gd name="connsiteY83" fmla="*/ 444836 h 456419"/>
                <a:gd name="connsiteX84" fmla="*/ 818199 w 2912392"/>
                <a:gd name="connsiteY84" fmla="*/ 441864 h 456419"/>
                <a:gd name="connsiteX85" fmla="*/ 827938 w 2912392"/>
                <a:gd name="connsiteY85" fmla="*/ 438566 h 456419"/>
                <a:gd name="connsiteX86" fmla="*/ 837679 w 2912392"/>
                <a:gd name="connsiteY86" fmla="*/ 434950 h 456419"/>
                <a:gd name="connsiteX87" fmla="*/ 847420 w 2912392"/>
                <a:gd name="connsiteY87" fmla="*/ 431022 h 456419"/>
                <a:gd name="connsiteX88" fmla="*/ 857159 w 2912392"/>
                <a:gd name="connsiteY88" fmla="*/ 426789 h 456419"/>
                <a:gd name="connsiteX89" fmla="*/ 866900 w 2912392"/>
                <a:gd name="connsiteY89" fmla="*/ 422257 h 456419"/>
                <a:gd name="connsiteX90" fmla="*/ 876641 w 2912392"/>
                <a:gd name="connsiteY90" fmla="*/ 417435 h 456419"/>
                <a:gd name="connsiteX91" fmla="*/ 886381 w 2912392"/>
                <a:gd name="connsiteY91" fmla="*/ 412334 h 456419"/>
                <a:gd name="connsiteX92" fmla="*/ 896122 w 2912392"/>
                <a:gd name="connsiteY92" fmla="*/ 406958 h 456419"/>
                <a:gd name="connsiteX93" fmla="*/ 905863 w 2912392"/>
                <a:gd name="connsiteY93" fmla="*/ 401319 h 456419"/>
                <a:gd name="connsiteX94" fmla="*/ 915602 w 2912392"/>
                <a:gd name="connsiteY94" fmla="*/ 395425 h 456419"/>
                <a:gd name="connsiteX95" fmla="*/ 925343 w 2912392"/>
                <a:gd name="connsiteY95" fmla="*/ 389288 h 456419"/>
                <a:gd name="connsiteX96" fmla="*/ 935084 w 2912392"/>
                <a:gd name="connsiteY96" fmla="*/ 382917 h 456419"/>
                <a:gd name="connsiteX97" fmla="*/ 944824 w 2912392"/>
                <a:gd name="connsiteY97" fmla="*/ 376324 h 456419"/>
                <a:gd name="connsiteX98" fmla="*/ 954564 w 2912392"/>
                <a:gd name="connsiteY98" fmla="*/ 369519 h 456419"/>
                <a:gd name="connsiteX99" fmla="*/ 964305 w 2912392"/>
                <a:gd name="connsiteY99" fmla="*/ 362512 h 456419"/>
                <a:gd name="connsiteX100" fmla="*/ 974045 w 2912392"/>
                <a:gd name="connsiteY100" fmla="*/ 355315 h 456419"/>
                <a:gd name="connsiteX101" fmla="*/ 983786 w 2912392"/>
                <a:gd name="connsiteY101" fmla="*/ 347942 h 456419"/>
                <a:gd name="connsiteX102" fmla="*/ 993522 w 2912392"/>
                <a:gd name="connsiteY102" fmla="*/ 340402 h 456419"/>
                <a:gd name="connsiteX103" fmla="*/ 1003266 w 2912392"/>
                <a:gd name="connsiteY103" fmla="*/ 332709 h 456419"/>
                <a:gd name="connsiteX104" fmla="*/ 1013010 w 2912392"/>
                <a:gd name="connsiteY104" fmla="*/ 324874 h 456419"/>
                <a:gd name="connsiteX105" fmla="*/ 1022754 w 2912392"/>
                <a:gd name="connsiteY105" fmla="*/ 316910 h 456419"/>
                <a:gd name="connsiteX106" fmla="*/ 1032483 w 2912392"/>
                <a:gd name="connsiteY106" fmla="*/ 308829 h 456419"/>
                <a:gd name="connsiteX107" fmla="*/ 1042227 w 2912392"/>
                <a:gd name="connsiteY107" fmla="*/ 300644 h 456419"/>
                <a:gd name="connsiteX108" fmla="*/ 1051971 w 2912392"/>
                <a:gd name="connsiteY108" fmla="*/ 292367 h 456419"/>
                <a:gd name="connsiteX109" fmla="*/ 1061715 w 2912392"/>
                <a:gd name="connsiteY109" fmla="*/ 284010 h 456419"/>
                <a:gd name="connsiteX110" fmla="*/ 1071444 w 2912392"/>
                <a:gd name="connsiteY110" fmla="*/ 275588 h 456419"/>
                <a:gd name="connsiteX111" fmla="*/ 1081188 w 2912392"/>
                <a:gd name="connsiteY111" fmla="*/ 267112 h 456419"/>
                <a:gd name="connsiteX112" fmla="*/ 1090932 w 2912392"/>
                <a:gd name="connsiteY112" fmla="*/ 258594 h 456419"/>
                <a:gd name="connsiteX113" fmla="*/ 1100676 w 2912392"/>
                <a:gd name="connsiteY113" fmla="*/ 250048 h 456419"/>
                <a:gd name="connsiteX114" fmla="*/ 1110405 w 2912392"/>
                <a:gd name="connsiteY114" fmla="*/ 241486 h 456419"/>
                <a:gd name="connsiteX115" fmla="*/ 1120149 w 2912392"/>
                <a:gd name="connsiteY115" fmla="*/ 232920 h 456419"/>
                <a:gd name="connsiteX116" fmla="*/ 1129893 w 2912392"/>
                <a:gd name="connsiteY116" fmla="*/ 224362 h 456419"/>
                <a:gd name="connsiteX117" fmla="*/ 1139637 w 2912392"/>
                <a:gd name="connsiteY117" fmla="*/ 215824 h 456419"/>
                <a:gd name="connsiteX118" fmla="*/ 1149381 w 2912392"/>
                <a:gd name="connsiteY118" fmla="*/ 207319 h 456419"/>
                <a:gd name="connsiteX119" fmla="*/ 1159110 w 2912392"/>
                <a:gd name="connsiteY119" fmla="*/ 198858 h 456419"/>
                <a:gd name="connsiteX120" fmla="*/ 1168854 w 2912392"/>
                <a:gd name="connsiteY120" fmla="*/ 190455 h 456419"/>
                <a:gd name="connsiteX121" fmla="*/ 1178598 w 2912392"/>
                <a:gd name="connsiteY121" fmla="*/ 182118 h 456419"/>
                <a:gd name="connsiteX122" fmla="*/ 1188341 w 2912392"/>
                <a:gd name="connsiteY122" fmla="*/ 173859 h 456419"/>
                <a:gd name="connsiteX123" fmla="*/ 1198070 w 2912392"/>
                <a:gd name="connsiteY123" fmla="*/ 165692 h 456419"/>
                <a:gd name="connsiteX124" fmla="*/ 1207814 w 2912392"/>
                <a:gd name="connsiteY124" fmla="*/ 157624 h 456419"/>
                <a:gd name="connsiteX125" fmla="*/ 1217558 w 2912392"/>
                <a:gd name="connsiteY125" fmla="*/ 149668 h 456419"/>
                <a:gd name="connsiteX126" fmla="*/ 1227302 w 2912392"/>
                <a:gd name="connsiteY126" fmla="*/ 141832 h 456419"/>
                <a:gd name="connsiteX127" fmla="*/ 1237031 w 2912392"/>
                <a:gd name="connsiteY127" fmla="*/ 134130 h 456419"/>
                <a:gd name="connsiteX128" fmla="*/ 1246775 w 2912392"/>
                <a:gd name="connsiteY128" fmla="*/ 126568 h 456419"/>
                <a:gd name="connsiteX129" fmla="*/ 1256519 w 2912392"/>
                <a:gd name="connsiteY129" fmla="*/ 119158 h 456419"/>
                <a:gd name="connsiteX130" fmla="*/ 1266263 w 2912392"/>
                <a:gd name="connsiteY130" fmla="*/ 111906 h 456419"/>
                <a:gd name="connsiteX131" fmla="*/ 1276007 w 2912392"/>
                <a:gd name="connsiteY131" fmla="*/ 104825 h 456419"/>
                <a:gd name="connsiteX132" fmla="*/ 1285736 w 2912392"/>
                <a:gd name="connsiteY132" fmla="*/ 97921 h 456419"/>
                <a:gd name="connsiteX133" fmla="*/ 1295480 w 2912392"/>
                <a:gd name="connsiteY133" fmla="*/ 91201 h 456419"/>
                <a:gd name="connsiteX134" fmla="*/ 1305224 w 2912392"/>
                <a:gd name="connsiteY134" fmla="*/ 84675 h 456419"/>
                <a:gd name="connsiteX135" fmla="*/ 1314968 w 2912392"/>
                <a:gd name="connsiteY135" fmla="*/ 78352 h 456419"/>
                <a:gd name="connsiteX136" fmla="*/ 1324697 w 2912392"/>
                <a:gd name="connsiteY136" fmla="*/ 72236 h 456419"/>
                <a:gd name="connsiteX137" fmla="*/ 1334441 w 2912392"/>
                <a:gd name="connsiteY137" fmla="*/ 66335 h 456419"/>
                <a:gd name="connsiteX138" fmla="*/ 1344185 w 2912392"/>
                <a:gd name="connsiteY138" fmla="*/ 60657 h 456419"/>
                <a:gd name="connsiteX139" fmla="*/ 1353929 w 2912392"/>
                <a:gd name="connsiteY139" fmla="*/ 55205 h 456419"/>
                <a:gd name="connsiteX140" fmla="*/ 1363658 w 2912392"/>
                <a:gd name="connsiteY140" fmla="*/ 49986 h 456419"/>
                <a:gd name="connsiteX141" fmla="*/ 1373402 w 2912392"/>
                <a:gd name="connsiteY141" fmla="*/ 45008 h 456419"/>
                <a:gd name="connsiteX142" fmla="*/ 1383146 w 2912392"/>
                <a:gd name="connsiteY142" fmla="*/ 40272 h 456419"/>
                <a:gd name="connsiteX143" fmla="*/ 1392890 w 2912392"/>
                <a:gd name="connsiteY143" fmla="*/ 35786 h 456419"/>
                <a:gd name="connsiteX144" fmla="*/ 1402619 w 2912392"/>
                <a:gd name="connsiteY144" fmla="*/ 31552 h 456419"/>
                <a:gd name="connsiteX145" fmla="*/ 1412363 w 2912392"/>
                <a:gd name="connsiteY145" fmla="*/ 27574 h 456419"/>
                <a:gd name="connsiteX146" fmla="*/ 1422106 w 2912392"/>
                <a:gd name="connsiteY146" fmla="*/ 23855 h 456419"/>
                <a:gd name="connsiteX147" fmla="*/ 1431850 w 2912392"/>
                <a:gd name="connsiteY147" fmla="*/ 20400 h 456419"/>
                <a:gd name="connsiteX148" fmla="*/ 1441594 w 2912392"/>
                <a:gd name="connsiteY148" fmla="*/ 17210 h 456419"/>
                <a:gd name="connsiteX149" fmla="*/ 1451323 w 2912392"/>
                <a:gd name="connsiteY149" fmla="*/ 14288 h 456419"/>
                <a:gd name="connsiteX150" fmla="*/ 1461067 w 2912392"/>
                <a:gd name="connsiteY150" fmla="*/ 11636 h 456419"/>
                <a:gd name="connsiteX151" fmla="*/ 1470811 w 2912392"/>
                <a:gd name="connsiteY151" fmla="*/ 9255 h 456419"/>
                <a:gd name="connsiteX152" fmla="*/ 1480555 w 2912392"/>
                <a:gd name="connsiteY152" fmla="*/ 7146 h 456419"/>
                <a:gd name="connsiteX153" fmla="*/ 1490284 w 2912392"/>
                <a:gd name="connsiteY153" fmla="*/ 5308 h 456419"/>
                <a:gd name="connsiteX154" fmla="*/ 1500028 w 2912392"/>
                <a:gd name="connsiteY154" fmla="*/ 3746 h 456419"/>
                <a:gd name="connsiteX155" fmla="*/ 1509772 w 2912392"/>
                <a:gd name="connsiteY155" fmla="*/ 2454 h 456419"/>
                <a:gd name="connsiteX156" fmla="*/ 1519516 w 2912392"/>
                <a:gd name="connsiteY156" fmla="*/ 1435 h 456419"/>
                <a:gd name="connsiteX157" fmla="*/ 1529245 w 2912392"/>
                <a:gd name="connsiteY157" fmla="*/ 687 h 456419"/>
                <a:gd name="connsiteX158" fmla="*/ 1538989 w 2912392"/>
                <a:gd name="connsiteY158" fmla="*/ 210 h 456419"/>
                <a:gd name="connsiteX159" fmla="*/ 1548733 w 2912392"/>
                <a:gd name="connsiteY159" fmla="*/ 0 h 456419"/>
                <a:gd name="connsiteX160" fmla="*/ 1558477 w 2912392"/>
                <a:gd name="connsiteY160" fmla="*/ 55 h 456419"/>
                <a:gd name="connsiteX161" fmla="*/ 1568221 w 2912392"/>
                <a:gd name="connsiteY161" fmla="*/ 375 h 456419"/>
                <a:gd name="connsiteX162" fmla="*/ 1577950 w 2912392"/>
                <a:gd name="connsiteY162" fmla="*/ 955 h 456419"/>
                <a:gd name="connsiteX163" fmla="*/ 1587694 w 2912392"/>
                <a:gd name="connsiteY163" fmla="*/ 1792 h 456419"/>
                <a:gd name="connsiteX164" fmla="*/ 1597438 w 2912392"/>
                <a:gd name="connsiteY164" fmla="*/ 2883 h 456419"/>
                <a:gd name="connsiteX165" fmla="*/ 1607182 w 2912392"/>
                <a:gd name="connsiteY165" fmla="*/ 4224 h 456419"/>
                <a:gd name="connsiteX166" fmla="*/ 1616911 w 2912392"/>
                <a:gd name="connsiteY166" fmla="*/ 5809 h 456419"/>
                <a:gd name="connsiteX167" fmla="*/ 1626655 w 2912392"/>
                <a:gd name="connsiteY167" fmla="*/ 7636 h 456419"/>
                <a:gd name="connsiteX168" fmla="*/ 1636399 w 2912392"/>
                <a:gd name="connsiteY168" fmla="*/ 9698 h 456419"/>
                <a:gd name="connsiteX169" fmla="*/ 1646142 w 2912392"/>
                <a:gd name="connsiteY169" fmla="*/ 11989 h 456419"/>
                <a:gd name="connsiteX170" fmla="*/ 1655872 w 2912392"/>
                <a:gd name="connsiteY170" fmla="*/ 14507 h 456419"/>
                <a:gd name="connsiteX171" fmla="*/ 1665616 w 2912392"/>
                <a:gd name="connsiteY171" fmla="*/ 17243 h 456419"/>
                <a:gd name="connsiteX172" fmla="*/ 1675359 w 2912392"/>
                <a:gd name="connsiteY172" fmla="*/ 20190 h 456419"/>
                <a:gd name="connsiteX173" fmla="*/ 1685103 w 2912392"/>
                <a:gd name="connsiteY173" fmla="*/ 23344 h 456419"/>
                <a:gd name="connsiteX174" fmla="*/ 1694832 w 2912392"/>
                <a:gd name="connsiteY174" fmla="*/ 26696 h 456419"/>
                <a:gd name="connsiteX175" fmla="*/ 1704576 w 2912392"/>
                <a:gd name="connsiteY175" fmla="*/ 30240 h 456419"/>
                <a:gd name="connsiteX176" fmla="*/ 1714320 w 2912392"/>
                <a:gd name="connsiteY176" fmla="*/ 33970 h 456419"/>
                <a:gd name="connsiteX177" fmla="*/ 1724064 w 2912392"/>
                <a:gd name="connsiteY177" fmla="*/ 37876 h 456419"/>
                <a:gd name="connsiteX178" fmla="*/ 1733808 w 2912392"/>
                <a:gd name="connsiteY178" fmla="*/ 41951 h 456419"/>
                <a:gd name="connsiteX179" fmla="*/ 1743537 w 2912392"/>
                <a:gd name="connsiteY179" fmla="*/ 46188 h 456419"/>
                <a:gd name="connsiteX180" fmla="*/ 1753281 w 2912392"/>
                <a:gd name="connsiteY180" fmla="*/ 50579 h 456419"/>
                <a:gd name="connsiteX181" fmla="*/ 1763025 w 2912392"/>
                <a:gd name="connsiteY181" fmla="*/ 55114 h 456419"/>
                <a:gd name="connsiteX182" fmla="*/ 1772769 w 2912392"/>
                <a:gd name="connsiteY182" fmla="*/ 59787 h 456419"/>
                <a:gd name="connsiteX183" fmla="*/ 1782498 w 2912392"/>
                <a:gd name="connsiteY183" fmla="*/ 64587 h 456419"/>
                <a:gd name="connsiteX184" fmla="*/ 1792242 w 2912392"/>
                <a:gd name="connsiteY184" fmla="*/ 69507 h 456419"/>
                <a:gd name="connsiteX185" fmla="*/ 1801986 w 2912392"/>
                <a:gd name="connsiteY185" fmla="*/ 74537 h 456419"/>
                <a:gd name="connsiteX186" fmla="*/ 1811730 w 2912392"/>
                <a:gd name="connsiteY186" fmla="*/ 79669 h 456419"/>
                <a:gd name="connsiteX187" fmla="*/ 1821459 w 2912392"/>
                <a:gd name="connsiteY187" fmla="*/ 84894 h 456419"/>
                <a:gd name="connsiteX188" fmla="*/ 1831203 w 2912392"/>
                <a:gd name="connsiteY188" fmla="*/ 90204 h 456419"/>
                <a:gd name="connsiteX189" fmla="*/ 1840947 w 2912392"/>
                <a:gd name="connsiteY189" fmla="*/ 95589 h 456419"/>
                <a:gd name="connsiteX190" fmla="*/ 1850691 w 2912392"/>
                <a:gd name="connsiteY190" fmla="*/ 101039 h 456419"/>
                <a:gd name="connsiteX191" fmla="*/ 1860435 w 2912392"/>
                <a:gd name="connsiteY191" fmla="*/ 106547 h 456419"/>
                <a:gd name="connsiteX192" fmla="*/ 1870164 w 2912392"/>
                <a:gd name="connsiteY192" fmla="*/ 112103 h 456419"/>
                <a:gd name="connsiteX193" fmla="*/ 1879908 w 2912392"/>
                <a:gd name="connsiteY193" fmla="*/ 117701 h 456419"/>
                <a:gd name="connsiteX194" fmla="*/ 1889652 w 2912392"/>
                <a:gd name="connsiteY194" fmla="*/ 123328 h 456419"/>
                <a:gd name="connsiteX195" fmla="*/ 1899395 w 2912392"/>
                <a:gd name="connsiteY195" fmla="*/ 128977 h 456419"/>
                <a:gd name="connsiteX196" fmla="*/ 1909124 w 2912392"/>
                <a:gd name="connsiteY196" fmla="*/ 134641 h 456419"/>
                <a:gd name="connsiteX197" fmla="*/ 1918868 w 2912392"/>
                <a:gd name="connsiteY197" fmla="*/ 140310 h 456419"/>
                <a:gd name="connsiteX198" fmla="*/ 1928612 w 2912392"/>
                <a:gd name="connsiteY198" fmla="*/ 145977 h 456419"/>
                <a:gd name="connsiteX199" fmla="*/ 1938356 w 2912392"/>
                <a:gd name="connsiteY199" fmla="*/ 151633 h 456419"/>
                <a:gd name="connsiteX200" fmla="*/ 1948085 w 2912392"/>
                <a:gd name="connsiteY200" fmla="*/ 157269 h 456419"/>
                <a:gd name="connsiteX201" fmla="*/ 1957829 w 2912392"/>
                <a:gd name="connsiteY201" fmla="*/ 162880 h 456419"/>
                <a:gd name="connsiteX202" fmla="*/ 1967573 w 2912392"/>
                <a:gd name="connsiteY202" fmla="*/ 168458 h 456419"/>
                <a:gd name="connsiteX203" fmla="*/ 1977317 w 2912392"/>
                <a:gd name="connsiteY203" fmla="*/ 173995 h 456419"/>
                <a:gd name="connsiteX204" fmla="*/ 1987046 w 2912392"/>
                <a:gd name="connsiteY204" fmla="*/ 179482 h 456419"/>
                <a:gd name="connsiteX205" fmla="*/ 1996790 w 2912392"/>
                <a:gd name="connsiteY205" fmla="*/ 184916 h 456419"/>
                <a:gd name="connsiteX206" fmla="*/ 2006534 w 2912392"/>
                <a:gd name="connsiteY206" fmla="*/ 190288 h 456419"/>
                <a:gd name="connsiteX207" fmla="*/ 2016278 w 2912392"/>
                <a:gd name="connsiteY207" fmla="*/ 195592 h 456419"/>
                <a:gd name="connsiteX208" fmla="*/ 2026022 w 2912392"/>
                <a:gd name="connsiteY208" fmla="*/ 200823 h 456419"/>
                <a:gd name="connsiteX209" fmla="*/ 2035751 w 2912392"/>
                <a:gd name="connsiteY209" fmla="*/ 205975 h 456419"/>
                <a:gd name="connsiteX210" fmla="*/ 2045495 w 2912392"/>
                <a:gd name="connsiteY210" fmla="*/ 211043 h 456419"/>
                <a:gd name="connsiteX211" fmla="*/ 2055239 w 2912392"/>
                <a:gd name="connsiteY211" fmla="*/ 216019 h 456419"/>
                <a:gd name="connsiteX212" fmla="*/ 2064983 w 2912392"/>
                <a:gd name="connsiteY212" fmla="*/ 220901 h 456419"/>
                <a:gd name="connsiteX213" fmla="*/ 2074712 w 2912392"/>
                <a:gd name="connsiteY213" fmla="*/ 225685 h 456419"/>
                <a:gd name="connsiteX214" fmla="*/ 2084456 w 2912392"/>
                <a:gd name="connsiteY214" fmla="*/ 230364 h 456419"/>
                <a:gd name="connsiteX215" fmla="*/ 2094200 w 2912392"/>
                <a:gd name="connsiteY215" fmla="*/ 234936 h 456419"/>
                <a:gd name="connsiteX216" fmla="*/ 2103944 w 2912392"/>
                <a:gd name="connsiteY216" fmla="*/ 239397 h 456419"/>
                <a:gd name="connsiteX217" fmla="*/ 2113673 w 2912392"/>
                <a:gd name="connsiteY217" fmla="*/ 243743 h 456419"/>
                <a:gd name="connsiteX218" fmla="*/ 2123417 w 2912392"/>
                <a:gd name="connsiteY218" fmla="*/ 247971 h 456419"/>
                <a:gd name="connsiteX219" fmla="*/ 2133161 w 2912392"/>
                <a:gd name="connsiteY219" fmla="*/ 252080 h 456419"/>
                <a:gd name="connsiteX220" fmla="*/ 2142905 w 2912392"/>
                <a:gd name="connsiteY220" fmla="*/ 256064 h 456419"/>
                <a:gd name="connsiteX221" fmla="*/ 2152649 w 2912392"/>
                <a:gd name="connsiteY221" fmla="*/ 259925 h 456419"/>
                <a:gd name="connsiteX222" fmla="*/ 2162377 w 2912392"/>
                <a:gd name="connsiteY222" fmla="*/ 263657 h 456419"/>
                <a:gd name="connsiteX223" fmla="*/ 2172121 w 2912392"/>
                <a:gd name="connsiteY223" fmla="*/ 267259 h 456419"/>
                <a:gd name="connsiteX224" fmla="*/ 2181865 w 2912392"/>
                <a:gd name="connsiteY224" fmla="*/ 270732 h 456419"/>
                <a:gd name="connsiteX225" fmla="*/ 2191609 w 2912392"/>
                <a:gd name="connsiteY225" fmla="*/ 274073 h 456419"/>
                <a:gd name="connsiteX226" fmla="*/ 2201338 w 2912392"/>
                <a:gd name="connsiteY226" fmla="*/ 277280 h 456419"/>
                <a:gd name="connsiteX227" fmla="*/ 2211082 w 2912392"/>
                <a:gd name="connsiteY227" fmla="*/ 280354 h 456419"/>
                <a:gd name="connsiteX228" fmla="*/ 2220826 w 2912392"/>
                <a:gd name="connsiteY228" fmla="*/ 283294 h 456419"/>
                <a:gd name="connsiteX229" fmla="*/ 2230570 w 2912392"/>
                <a:gd name="connsiteY229" fmla="*/ 286098 h 456419"/>
                <a:gd name="connsiteX230" fmla="*/ 2240299 w 2912392"/>
                <a:gd name="connsiteY230" fmla="*/ 288766 h 456419"/>
                <a:gd name="connsiteX231" fmla="*/ 2250043 w 2912392"/>
                <a:gd name="connsiteY231" fmla="*/ 291300 h 456419"/>
                <a:gd name="connsiteX232" fmla="*/ 2259787 w 2912392"/>
                <a:gd name="connsiteY232" fmla="*/ 293699 h 456419"/>
                <a:gd name="connsiteX233" fmla="*/ 2269531 w 2912392"/>
                <a:gd name="connsiteY233" fmla="*/ 295962 h 456419"/>
                <a:gd name="connsiteX234" fmla="*/ 2279260 w 2912392"/>
                <a:gd name="connsiteY234" fmla="*/ 298090 h 456419"/>
                <a:gd name="connsiteX235" fmla="*/ 2289004 w 2912392"/>
                <a:gd name="connsiteY235" fmla="*/ 300085 h 456419"/>
                <a:gd name="connsiteX236" fmla="*/ 2298748 w 2912392"/>
                <a:gd name="connsiteY236" fmla="*/ 301944 h 456419"/>
                <a:gd name="connsiteX237" fmla="*/ 2308492 w 2912392"/>
                <a:gd name="connsiteY237" fmla="*/ 303671 h 456419"/>
                <a:gd name="connsiteX238" fmla="*/ 2318236 w 2912392"/>
                <a:gd name="connsiteY238" fmla="*/ 305265 h 456419"/>
                <a:gd name="connsiteX239" fmla="*/ 2327965 w 2912392"/>
                <a:gd name="connsiteY239" fmla="*/ 306728 h 456419"/>
                <a:gd name="connsiteX240" fmla="*/ 2337709 w 2912392"/>
                <a:gd name="connsiteY240" fmla="*/ 308059 h 456419"/>
                <a:gd name="connsiteX241" fmla="*/ 2347453 w 2912392"/>
                <a:gd name="connsiteY241" fmla="*/ 309260 h 456419"/>
                <a:gd name="connsiteX242" fmla="*/ 2357197 w 2912392"/>
                <a:gd name="connsiteY242" fmla="*/ 310332 h 456419"/>
                <a:gd name="connsiteX243" fmla="*/ 2366926 w 2912392"/>
                <a:gd name="connsiteY243" fmla="*/ 311276 h 456419"/>
                <a:gd name="connsiteX244" fmla="*/ 2376670 w 2912392"/>
                <a:gd name="connsiteY244" fmla="*/ 312090 h 456419"/>
                <a:gd name="connsiteX245" fmla="*/ 2386413 w 2912392"/>
                <a:gd name="connsiteY245" fmla="*/ 312780 h 456419"/>
                <a:gd name="connsiteX246" fmla="*/ 2396157 w 2912392"/>
                <a:gd name="connsiteY246" fmla="*/ 313343 h 456419"/>
                <a:gd name="connsiteX247" fmla="*/ 2405886 w 2912392"/>
                <a:gd name="connsiteY247" fmla="*/ 313782 h 456419"/>
                <a:gd name="connsiteX248" fmla="*/ 2415630 w 2912392"/>
                <a:gd name="connsiteY248" fmla="*/ 314096 h 456419"/>
                <a:gd name="connsiteX249" fmla="*/ 2425374 w 2912392"/>
                <a:gd name="connsiteY249" fmla="*/ 314288 h 456419"/>
                <a:gd name="connsiteX250" fmla="*/ 2435118 w 2912392"/>
                <a:gd name="connsiteY250" fmla="*/ 314357 h 456419"/>
                <a:gd name="connsiteX251" fmla="*/ 2444862 w 2912392"/>
                <a:gd name="connsiteY251" fmla="*/ 314305 h 456419"/>
                <a:gd name="connsiteX252" fmla="*/ 2454591 w 2912392"/>
                <a:gd name="connsiteY252" fmla="*/ 314132 h 456419"/>
                <a:gd name="connsiteX253" fmla="*/ 2464335 w 2912392"/>
                <a:gd name="connsiteY253" fmla="*/ 313840 h 456419"/>
                <a:gd name="connsiteX254" fmla="*/ 2474079 w 2912392"/>
                <a:gd name="connsiteY254" fmla="*/ 313428 h 456419"/>
                <a:gd name="connsiteX255" fmla="*/ 2483823 w 2912392"/>
                <a:gd name="connsiteY255" fmla="*/ 312899 h 456419"/>
                <a:gd name="connsiteX256" fmla="*/ 2493552 w 2912392"/>
                <a:gd name="connsiteY256" fmla="*/ 312253 h 456419"/>
                <a:gd name="connsiteX257" fmla="*/ 2503296 w 2912392"/>
                <a:gd name="connsiteY257" fmla="*/ 311490 h 456419"/>
                <a:gd name="connsiteX258" fmla="*/ 2513040 w 2912392"/>
                <a:gd name="connsiteY258" fmla="*/ 310611 h 456419"/>
                <a:gd name="connsiteX259" fmla="*/ 2522784 w 2912392"/>
                <a:gd name="connsiteY259" fmla="*/ 309616 h 456419"/>
                <a:gd name="connsiteX260" fmla="*/ 2532513 w 2912392"/>
                <a:gd name="connsiteY260" fmla="*/ 308507 h 456419"/>
                <a:gd name="connsiteX261" fmla="*/ 2542257 w 2912392"/>
                <a:gd name="connsiteY261" fmla="*/ 307286 h 456419"/>
                <a:gd name="connsiteX262" fmla="*/ 2552001 w 2912392"/>
                <a:gd name="connsiteY262" fmla="*/ 305951 h 456419"/>
                <a:gd name="connsiteX263" fmla="*/ 2561745 w 2912392"/>
                <a:gd name="connsiteY263" fmla="*/ 304504 h 456419"/>
                <a:gd name="connsiteX264" fmla="*/ 2571474 w 2912392"/>
                <a:gd name="connsiteY264" fmla="*/ 302945 h 456419"/>
                <a:gd name="connsiteX265" fmla="*/ 2581218 w 2912392"/>
                <a:gd name="connsiteY265" fmla="*/ 301277 h 456419"/>
                <a:gd name="connsiteX266" fmla="*/ 2590962 w 2912392"/>
                <a:gd name="connsiteY266" fmla="*/ 299499 h 456419"/>
                <a:gd name="connsiteX267" fmla="*/ 2600705 w 2912392"/>
                <a:gd name="connsiteY267" fmla="*/ 297615 h 456419"/>
                <a:gd name="connsiteX268" fmla="*/ 2610449 w 2912392"/>
                <a:gd name="connsiteY268" fmla="*/ 295623 h 456419"/>
                <a:gd name="connsiteX269" fmla="*/ 2620178 w 2912392"/>
                <a:gd name="connsiteY269" fmla="*/ 293525 h 456419"/>
                <a:gd name="connsiteX270" fmla="*/ 2629922 w 2912392"/>
                <a:gd name="connsiteY270" fmla="*/ 291323 h 456419"/>
                <a:gd name="connsiteX271" fmla="*/ 2639666 w 2912392"/>
                <a:gd name="connsiteY271" fmla="*/ 289019 h 456419"/>
                <a:gd name="connsiteX272" fmla="*/ 2649410 w 2912392"/>
                <a:gd name="connsiteY272" fmla="*/ 286613 h 456419"/>
                <a:gd name="connsiteX273" fmla="*/ 2659139 w 2912392"/>
                <a:gd name="connsiteY273" fmla="*/ 284110 h 456419"/>
                <a:gd name="connsiteX274" fmla="*/ 2668883 w 2912392"/>
                <a:gd name="connsiteY274" fmla="*/ 281509 h 456419"/>
                <a:gd name="connsiteX275" fmla="*/ 2678627 w 2912392"/>
                <a:gd name="connsiteY275" fmla="*/ 278812 h 456419"/>
                <a:gd name="connsiteX276" fmla="*/ 2688371 w 2912392"/>
                <a:gd name="connsiteY276" fmla="*/ 276023 h 456419"/>
                <a:gd name="connsiteX277" fmla="*/ 2698100 w 2912392"/>
                <a:gd name="connsiteY277" fmla="*/ 273145 h 456419"/>
                <a:gd name="connsiteX278" fmla="*/ 2707844 w 2912392"/>
                <a:gd name="connsiteY278" fmla="*/ 270180 h 456419"/>
                <a:gd name="connsiteX279" fmla="*/ 2717588 w 2912392"/>
                <a:gd name="connsiteY279" fmla="*/ 267130 h 456419"/>
                <a:gd name="connsiteX280" fmla="*/ 2727332 w 2912392"/>
                <a:gd name="connsiteY280" fmla="*/ 264000 h 456419"/>
                <a:gd name="connsiteX281" fmla="*/ 2737076 w 2912392"/>
                <a:gd name="connsiteY281" fmla="*/ 260792 h 456419"/>
                <a:gd name="connsiteX282" fmla="*/ 2746805 w 2912392"/>
                <a:gd name="connsiteY282" fmla="*/ 257511 h 456419"/>
                <a:gd name="connsiteX283" fmla="*/ 2756549 w 2912392"/>
                <a:gd name="connsiteY283" fmla="*/ 254160 h 456419"/>
                <a:gd name="connsiteX284" fmla="*/ 2766293 w 2912392"/>
                <a:gd name="connsiteY284" fmla="*/ 250745 h 456419"/>
                <a:gd name="connsiteX285" fmla="*/ 2776037 w 2912392"/>
                <a:gd name="connsiteY285" fmla="*/ 247269 h 456419"/>
                <a:gd name="connsiteX286" fmla="*/ 2785766 w 2912392"/>
                <a:gd name="connsiteY286" fmla="*/ 243737 h 456419"/>
                <a:gd name="connsiteX287" fmla="*/ 2795510 w 2912392"/>
                <a:gd name="connsiteY287" fmla="*/ 240154 h 456419"/>
                <a:gd name="connsiteX288" fmla="*/ 2805254 w 2912392"/>
                <a:gd name="connsiteY288" fmla="*/ 236526 h 456419"/>
                <a:gd name="connsiteX289" fmla="*/ 2814998 w 2912392"/>
                <a:gd name="connsiteY289" fmla="*/ 232858 h 456419"/>
                <a:gd name="connsiteX290" fmla="*/ 2824727 w 2912392"/>
                <a:gd name="connsiteY290" fmla="*/ 229157 h 456419"/>
                <a:gd name="connsiteX291" fmla="*/ 2834471 w 2912392"/>
                <a:gd name="connsiteY291" fmla="*/ 225428 h 456419"/>
                <a:gd name="connsiteX292" fmla="*/ 2844215 w 2912392"/>
                <a:gd name="connsiteY292" fmla="*/ 221677 h 456419"/>
                <a:gd name="connsiteX293" fmla="*/ 2853958 w 2912392"/>
                <a:gd name="connsiteY293" fmla="*/ 217911 h 456419"/>
                <a:gd name="connsiteX294" fmla="*/ 2863687 w 2912392"/>
                <a:gd name="connsiteY294" fmla="*/ 214139 h 456419"/>
                <a:gd name="connsiteX295" fmla="*/ 2873431 w 2912392"/>
                <a:gd name="connsiteY295" fmla="*/ 210366 h 456419"/>
                <a:gd name="connsiteX296" fmla="*/ 2883175 w 2912392"/>
                <a:gd name="connsiteY296" fmla="*/ 206600 h 456419"/>
                <a:gd name="connsiteX297" fmla="*/ 2892919 w 2912392"/>
                <a:gd name="connsiteY297" fmla="*/ 202847 h 456419"/>
                <a:gd name="connsiteX298" fmla="*/ 2902663 w 2912392"/>
                <a:gd name="connsiteY298" fmla="*/ 199117 h 456419"/>
                <a:gd name="connsiteX299" fmla="*/ 2912392 w 2912392"/>
                <a:gd name="connsiteY299" fmla="*/ 195418 h 456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56419">
                  <a:moveTo>
                    <a:pt x="0" y="18047"/>
                  </a:moveTo>
                  <a:lnTo>
                    <a:pt x="9739" y="22211"/>
                  </a:lnTo>
                  <a:lnTo>
                    <a:pt x="19480" y="26481"/>
                  </a:lnTo>
                  <a:lnTo>
                    <a:pt x="29221" y="30865"/>
                  </a:lnTo>
                  <a:lnTo>
                    <a:pt x="38961" y="35364"/>
                  </a:lnTo>
                  <a:lnTo>
                    <a:pt x="48702" y="39984"/>
                  </a:lnTo>
                  <a:lnTo>
                    <a:pt x="58443" y="44731"/>
                  </a:lnTo>
                  <a:lnTo>
                    <a:pt x="68182" y="49608"/>
                  </a:lnTo>
                  <a:lnTo>
                    <a:pt x="77923" y="54618"/>
                  </a:lnTo>
                  <a:lnTo>
                    <a:pt x="87664" y="59766"/>
                  </a:lnTo>
                  <a:lnTo>
                    <a:pt x="97404" y="65052"/>
                  </a:lnTo>
                  <a:lnTo>
                    <a:pt x="107145" y="70481"/>
                  </a:lnTo>
                  <a:lnTo>
                    <a:pt x="116886" y="76055"/>
                  </a:lnTo>
                  <a:lnTo>
                    <a:pt x="126625" y="81775"/>
                  </a:lnTo>
                  <a:lnTo>
                    <a:pt x="136366" y="87640"/>
                  </a:lnTo>
                  <a:lnTo>
                    <a:pt x="146107" y="93652"/>
                  </a:lnTo>
                  <a:lnTo>
                    <a:pt x="155846" y="99811"/>
                  </a:lnTo>
                  <a:lnTo>
                    <a:pt x="165587" y="106118"/>
                  </a:lnTo>
                  <a:lnTo>
                    <a:pt x="175328" y="112568"/>
                  </a:lnTo>
                  <a:lnTo>
                    <a:pt x="185068" y="119162"/>
                  </a:lnTo>
                  <a:lnTo>
                    <a:pt x="194809" y="125896"/>
                  </a:lnTo>
                  <a:lnTo>
                    <a:pt x="204550" y="132769"/>
                  </a:lnTo>
                  <a:lnTo>
                    <a:pt x="214289" y="139776"/>
                  </a:lnTo>
                  <a:lnTo>
                    <a:pt x="224030" y="146911"/>
                  </a:lnTo>
                  <a:lnTo>
                    <a:pt x="233771" y="154173"/>
                  </a:lnTo>
                  <a:lnTo>
                    <a:pt x="243510" y="161553"/>
                  </a:lnTo>
                  <a:lnTo>
                    <a:pt x="253251" y="169047"/>
                  </a:lnTo>
                  <a:lnTo>
                    <a:pt x="262992" y="176647"/>
                  </a:lnTo>
                  <a:lnTo>
                    <a:pt x="272732" y="184348"/>
                  </a:lnTo>
                  <a:lnTo>
                    <a:pt x="282473" y="192140"/>
                  </a:lnTo>
                  <a:lnTo>
                    <a:pt x="292214" y="200014"/>
                  </a:lnTo>
                  <a:lnTo>
                    <a:pt x="301953" y="207964"/>
                  </a:lnTo>
                  <a:lnTo>
                    <a:pt x="311694" y="215980"/>
                  </a:lnTo>
                  <a:lnTo>
                    <a:pt x="321435" y="224051"/>
                  </a:lnTo>
                  <a:lnTo>
                    <a:pt x="331175" y="232166"/>
                  </a:lnTo>
                  <a:lnTo>
                    <a:pt x="340916" y="240316"/>
                  </a:lnTo>
                  <a:lnTo>
                    <a:pt x="350656" y="248490"/>
                  </a:lnTo>
                  <a:lnTo>
                    <a:pt x="360396" y="256675"/>
                  </a:lnTo>
                  <a:lnTo>
                    <a:pt x="370137" y="264861"/>
                  </a:lnTo>
                  <a:lnTo>
                    <a:pt x="379878" y="273034"/>
                  </a:lnTo>
                  <a:lnTo>
                    <a:pt x="389617" y="281183"/>
                  </a:lnTo>
                  <a:lnTo>
                    <a:pt x="399358" y="289295"/>
                  </a:lnTo>
                  <a:lnTo>
                    <a:pt x="409099" y="297357"/>
                  </a:lnTo>
                  <a:lnTo>
                    <a:pt x="418839" y="305356"/>
                  </a:lnTo>
                  <a:lnTo>
                    <a:pt x="428580" y="313279"/>
                  </a:lnTo>
                  <a:lnTo>
                    <a:pt x="438321" y="321115"/>
                  </a:lnTo>
                  <a:lnTo>
                    <a:pt x="448060" y="328846"/>
                  </a:lnTo>
                  <a:lnTo>
                    <a:pt x="457801" y="336464"/>
                  </a:lnTo>
                  <a:lnTo>
                    <a:pt x="467542" y="343952"/>
                  </a:lnTo>
                  <a:lnTo>
                    <a:pt x="477281" y="351297"/>
                  </a:lnTo>
                  <a:lnTo>
                    <a:pt x="487022" y="358489"/>
                  </a:lnTo>
                  <a:lnTo>
                    <a:pt x="496763" y="365514"/>
                  </a:lnTo>
                  <a:lnTo>
                    <a:pt x="506503" y="372357"/>
                  </a:lnTo>
                  <a:lnTo>
                    <a:pt x="516244" y="379009"/>
                  </a:lnTo>
                  <a:lnTo>
                    <a:pt x="525985" y="385456"/>
                  </a:lnTo>
                  <a:lnTo>
                    <a:pt x="535724" y="391685"/>
                  </a:lnTo>
                  <a:lnTo>
                    <a:pt x="545465" y="397688"/>
                  </a:lnTo>
                  <a:lnTo>
                    <a:pt x="555206" y="403451"/>
                  </a:lnTo>
                  <a:lnTo>
                    <a:pt x="564946" y="408964"/>
                  </a:lnTo>
                  <a:lnTo>
                    <a:pt x="574687" y="414216"/>
                  </a:lnTo>
                  <a:lnTo>
                    <a:pt x="584428" y="419198"/>
                  </a:lnTo>
                  <a:lnTo>
                    <a:pt x="594167" y="423900"/>
                  </a:lnTo>
                  <a:lnTo>
                    <a:pt x="603908" y="428313"/>
                  </a:lnTo>
                  <a:lnTo>
                    <a:pt x="613649" y="432431"/>
                  </a:lnTo>
                  <a:lnTo>
                    <a:pt x="623388" y="436242"/>
                  </a:lnTo>
                  <a:lnTo>
                    <a:pt x="633129" y="439742"/>
                  </a:lnTo>
                  <a:lnTo>
                    <a:pt x="642870" y="442924"/>
                  </a:lnTo>
                  <a:lnTo>
                    <a:pt x="652610" y="445781"/>
                  </a:lnTo>
                  <a:lnTo>
                    <a:pt x="662351" y="448307"/>
                  </a:lnTo>
                  <a:lnTo>
                    <a:pt x="672092" y="450498"/>
                  </a:lnTo>
                  <a:lnTo>
                    <a:pt x="681831" y="452350"/>
                  </a:lnTo>
                  <a:lnTo>
                    <a:pt x="691572" y="453859"/>
                  </a:lnTo>
                  <a:lnTo>
                    <a:pt x="701313" y="455022"/>
                  </a:lnTo>
                  <a:lnTo>
                    <a:pt x="711052" y="455839"/>
                  </a:lnTo>
                  <a:lnTo>
                    <a:pt x="720793" y="456305"/>
                  </a:lnTo>
                  <a:lnTo>
                    <a:pt x="730534" y="456420"/>
                  </a:lnTo>
                  <a:lnTo>
                    <a:pt x="740274" y="456186"/>
                  </a:lnTo>
                  <a:lnTo>
                    <a:pt x="750015" y="455600"/>
                  </a:lnTo>
                  <a:lnTo>
                    <a:pt x="759756" y="454666"/>
                  </a:lnTo>
                  <a:lnTo>
                    <a:pt x="769495" y="453383"/>
                  </a:lnTo>
                  <a:lnTo>
                    <a:pt x="779236" y="451757"/>
                  </a:lnTo>
                  <a:lnTo>
                    <a:pt x="788977" y="449787"/>
                  </a:lnTo>
                  <a:lnTo>
                    <a:pt x="798717" y="447479"/>
                  </a:lnTo>
                  <a:lnTo>
                    <a:pt x="808458" y="444836"/>
                  </a:lnTo>
                  <a:lnTo>
                    <a:pt x="818199" y="441864"/>
                  </a:lnTo>
                  <a:lnTo>
                    <a:pt x="827938" y="438566"/>
                  </a:lnTo>
                  <a:lnTo>
                    <a:pt x="837679" y="434950"/>
                  </a:lnTo>
                  <a:lnTo>
                    <a:pt x="847420" y="431022"/>
                  </a:lnTo>
                  <a:lnTo>
                    <a:pt x="857159" y="426789"/>
                  </a:lnTo>
                  <a:lnTo>
                    <a:pt x="866900" y="422257"/>
                  </a:lnTo>
                  <a:lnTo>
                    <a:pt x="876641" y="417435"/>
                  </a:lnTo>
                  <a:lnTo>
                    <a:pt x="886381" y="412334"/>
                  </a:lnTo>
                  <a:lnTo>
                    <a:pt x="896122" y="406958"/>
                  </a:lnTo>
                  <a:lnTo>
                    <a:pt x="905863" y="401319"/>
                  </a:lnTo>
                  <a:lnTo>
                    <a:pt x="915602" y="395425"/>
                  </a:lnTo>
                  <a:lnTo>
                    <a:pt x="925343" y="389288"/>
                  </a:lnTo>
                  <a:lnTo>
                    <a:pt x="935084" y="382917"/>
                  </a:lnTo>
                  <a:lnTo>
                    <a:pt x="944824" y="376324"/>
                  </a:lnTo>
                  <a:lnTo>
                    <a:pt x="954564" y="369519"/>
                  </a:lnTo>
                  <a:lnTo>
                    <a:pt x="964305" y="362512"/>
                  </a:lnTo>
                  <a:lnTo>
                    <a:pt x="974045" y="355315"/>
                  </a:lnTo>
                  <a:lnTo>
                    <a:pt x="983786" y="347942"/>
                  </a:lnTo>
                  <a:lnTo>
                    <a:pt x="993522" y="340402"/>
                  </a:lnTo>
                  <a:lnTo>
                    <a:pt x="1003266" y="332709"/>
                  </a:lnTo>
                  <a:lnTo>
                    <a:pt x="1013010" y="324874"/>
                  </a:lnTo>
                  <a:lnTo>
                    <a:pt x="1022754" y="316910"/>
                  </a:lnTo>
                  <a:lnTo>
                    <a:pt x="1032483" y="308829"/>
                  </a:lnTo>
                  <a:lnTo>
                    <a:pt x="1042227" y="300644"/>
                  </a:lnTo>
                  <a:lnTo>
                    <a:pt x="1051971" y="292367"/>
                  </a:lnTo>
                  <a:lnTo>
                    <a:pt x="1061715" y="284010"/>
                  </a:lnTo>
                  <a:lnTo>
                    <a:pt x="1071444" y="275588"/>
                  </a:lnTo>
                  <a:lnTo>
                    <a:pt x="1081188" y="267112"/>
                  </a:lnTo>
                  <a:lnTo>
                    <a:pt x="1090932" y="258594"/>
                  </a:lnTo>
                  <a:lnTo>
                    <a:pt x="1100676" y="250048"/>
                  </a:lnTo>
                  <a:lnTo>
                    <a:pt x="1110405" y="241486"/>
                  </a:lnTo>
                  <a:lnTo>
                    <a:pt x="1120149" y="232920"/>
                  </a:lnTo>
                  <a:lnTo>
                    <a:pt x="1129893" y="224362"/>
                  </a:lnTo>
                  <a:lnTo>
                    <a:pt x="1139637" y="215824"/>
                  </a:lnTo>
                  <a:lnTo>
                    <a:pt x="1149381" y="207319"/>
                  </a:lnTo>
                  <a:lnTo>
                    <a:pt x="1159110" y="198858"/>
                  </a:lnTo>
                  <a:lnTo>
                    <a:pt x="1168854" y="190455"/>
                  </a:lnTo>
                  <a:lnTo>
                    <a:pt x="1178598" y="182118"/>
                  </a:lnTo>
                  <a:lnTo>
                    <a:pt x="1188341" y="173859"/>
                  </a:lnTo>
                  <a:lnTo>
                    <a:pt x="1198070" y="165692"/>
                  </a:lnTo>
                  <a:lnTo>
                    <a:pt x="1207814" y="157624"/>
                  </a:lnTo>
                  <a:lnTo>
                    <a:pt x="1217558" y="149668"/>
                  </a:lnTo>
                  <a:lnTo>
                    <a:pt x="1227302" y="141832"/>
                  </a:lnTo>
                  <a:lnTo>
                    <a:pt x="1237031" y="134130"/>
                  </a:lnTo>
                  <a:lnTo>
                    <a:pt x="1246775" y="126568"/>
                  </a:lnTo>
                  <a:lnTo>
                    <a:pt x="1256519" y="119158"/>
                  </a:lnTo>
                  <a:lnTo>
                    <a:pt x="1266263" y="111906"/>
                  </a:lnTo>
                  <a:lnTo>
                    <a:pt x="1276007" y="104825"/>
                  </a:lnTo>
                  <a:lnTo>
                    <a:pt x="1285736" y="97921"/>
                  </a:lnTo>
                  <a:lnTo>
                    <a:pt x="1295480" y="91201"/>
                  </a:lnTo>
                  <a:lnTo>
                    <a:pt x="1305224" y="84675"/>
                  </a:lnTo>
                  <a:lnTo>
                    <a:pt x="1314968" y="78352"/>
                  </a:lnTo>
                  <a:lnTo>
                    <a:pt x="1324697" y="72236"/>
                  </a:lnTo>
                  <a:lnTo>
                    <a:pt x="1334441" y="66335"/>
                  </a:lnTo>
                  <a:lnTo>
                    <a:pt x="1344185" y="60657"/>
                  </a:lnTo>
                  <a:lnTo>
                    <a:pt x="1353929" y="55205"/>
                  </a:lnTo>
                  <a:lnTo>
                    <a:pt x="1363658" y="49986"/>
                  </a:lnTo>
                  <a:lnTo>
                    <a:pt x="1373402" y="45008"/>
                  </a:lnTo>
                  <a:lnTo>
                    <a:pt x="1383146" y="40272"/>
                  </a:lnTo>
                  <a:lnTo>
                    <a:pt x="1392890" y="35786"/>
                  </a:lnTo>
                  <a:lnTo>
                    <a:pt x="1402619" y="31552"/>
                  </a:lnTo>
                  <a:lnTo>
                    <a:pt x="1412363" y="27574"/>
                  </a:lnTo>
                  <a:lnTo>
                    <a:pt x="1422106" y="23855"/>
                  </a:lnTo>
                  <a:lnTo>
                    <a:pt x="1431850" y="20400"/>
                  </a:lnTo>
                  <a:lnTo>
                    <a:pt x="1441594" y="17210"/>
                  </a:lnTo>
                  <a:lnTo>
                    <a:pt x="1451323" y="14288"/>
                  </a:lnTo>
                  <a:lnTo>
                    <a:pt x="1461067" y="11636"/>
                  </a:lnTo>
                  <a:lnTo>
                    <a:pt x="1470811" y="9255"/>
                  </a:lnTo>
                  <a:lnTo>
                    <a:pt x="1480555" y="7146"/>
                  </a:lnTo>
                  <a:lnTo>
                    <a:pt x="1490284" y="5308"/>
                  </a:lnTo>
                  <a:lnTo>
                    <a:pt x="1500028" y="3746"/>
                  </a:lnTo>
                  <a:lnTo>
                    <a:pt x="1509772" y="2454"/>
                  </a:lnTo>
                  <a:lnTo>
                    <a:pt x="1519516" y="1435"/>
                  </a:lnTo>
                  <a:lnTo>
                    <a:pt x="1529245" y="687"/>
                  </a:lnTo>
                  <a:lnTo>
                    <a:pt x="1538989" y="210"/>
                  </a:lnTo>
                  <a:lnTo>
                    <a:pt x="1548733" y="0"/>
                  </a:lnTo>
                  <a:lnTo>
                    <a:pt x="1558477" y="55"/>
                  </a:lnTo>
                  <a:lnTo>
                    <a:pt x="1568221" y="375"/>
                  </a:lnTo>
                  <a:lnTo>
                    <a:pt x="1577950" y="955"/>
                  </a:lnTo>
                  <a:lnTo>
                    <a:pt x="1587694" y="1792"/>
                  </a:lnTo>
                  <a:lnTo>
                    <a:pt x="1597438" y="2883"/>
                  </a:lnTo>
                  <a:lnTo>
                    <a:pt x="1607182" y="4224"/>
                  </a:lnTo>
                  <a:lnTo>
                    <a:pt x="1616911" y="5809"/>
                  </a:lnTo>
                  <a:lnTo>
                    <a:pt x="1626655" y="7636"/>
                  </a:lnTo>
                  <a:lnTo>
                    <a:pt x="1636399" y="9698"/>
                  </a:lnTo>
                  <a:lnTo>
                    <a:pt x="1646142" y="11989"/>
                  </a:lnTo>
                  <a:lnTo>
                    <a:pt x="1655872" y="14507"/>
                  </a:lnTo>
                  <a:lnTo>
                    <a:pt x="1665616" y="17243"/>
                  </a:lnTo>
                  <a:lnTo>
                    <a:pt x="1675359" y="20190"/>
                  </a:lnTo>
                  <a:lnTo>
                    <a:pt x="1685103" y="23344"/>
                  </a:lnTo>
                  <a:lnTo>
                    <a:pt x="1694832" y="26696"/>
                  </a:lnTo>
                  <a:lnTo>
                    <a:pt x="1704576" y="30240"/>
                  </a:lnTo>
                  <a:lnTo>
                    <a:pt x="1714320" y="33970"/>
                  </a:lnTo>
                  <a:lnTo>
                    <a:pt x="1724064" y="37876"/>
                  </a:lnTo>
                  <a:lnTo>
                    <a:pt x="1733808" y="41951"/>
                  </a:lnTo>
                  <a:lnTo>
                    <a:pt x="1743537" y="46188"/>
                  </a:lnTo>
                  <a:lnTo>
                    <a:pt x="1753281" y="50579"/>
                  </a:lnTo>
                  <a:lnTo>
                    <a:pt x="1763025" y="55114"/>
                  </a:lnTo>
                  <a:lnTo>
                    <a:pt x="1772769" y="59787"/>
                  </a:lnTo>
                  <a:lnTo>
                    <a:pt x="1782498" y="64587"/>
                  </a:lnTo>
                  <a:lnTo>
                    <a:pt x="1792242" y="69507"/>
                  </a:lnTo>
                  <a:lnTo>
                    <a:pt x="1801986" y="74537"/>
                  </a:lnTo>
                  <a:lnTo>
                    <a:pt x="1811730" y="79669"/>
                  </a:lnTo>
                  <a:lnTo>
                    <a:pt x="1821459" y="84894"/>
                  </a:lnTo>
                  <a:lnTo>
                    <a:pt x="1831203" y="90204"/>
                  </a:lnTo>
                  <a:lnTo>
                    <a:pt x="1840947" y="95589"/>
                  </a:lnTo>
                  <a:lnTo>
                    <a:pt x="1850691" y="101039"/>
                  </a:lnTo>
                  <a:lnTo>
                    <a:pt x="1860435" y="106547"/>
                  </a:lnTo>
                  <a:lnTo>
                    <a:pt x="1870164" y="112103"/>
                  </a:lnTo>
                  <a:lnTo>
                    <a:pt x="1879908" y="117701"/>
                  </a:lnTo>
                  <a:lnTo>
                    <a:pt x="1889652" y="123328"/>
                  </a:lnTo>
                  <a:lnTo>
                    <a:pt x="1899395" y="128977"/>
                  </a:lnTo>
                  <a:lnTo>
                    <a:pt x="1909124" y="134641"/>
                  </a:lnTo>
                  <a:lnTo>
                    <a:pt x="1918868" y="140310"/>
                  </a:lnTo>
                  <a:lnTo>
                    <a:pt x="1928612" y="145977"/>
                  </a:lnTo>
                  <a:lnTo>
                    <a:pt x="1938356" y="151633"/>
                  </a:lnTo>
                  <a:lnTo>
                    <a:pt x="1948085" y="157269"/>
                  </a:lnTo>
                  <a:lnTo>
                    <a:pt x="1957829" y="162880"/>
                  </a:lnTo>
                  <a:lnTo>
                    <a:pt x="1967573" y="168458"/>
                  </a:lnTo>
                  <a:lnTo>
                    <a:pt x="1977317" y="173995"/>
                  </a:lnTo>
                  <a:lnTo>
                    <a:pt x="1987046" y="179482"/>
                  </a:lnTo>
                  <a:lnTo>
                    <a:pt x="1996790" y="184916"/>
                  </a:lnTo>
                  <a:lnTo>
                    <a:pt x="2006534" y="190288"/>
                  </a:lnTo>
                  <a:lnTo>
                    <a:pt x="2016278" y="195592"/>
                  </a:lnTo>
                  <a:lnTo>
                    <a:pt x="2026022" y="200823"/>
                  </a:lnTo>
                  <a:lnTo>
                    <a:pt x="2035751" y="205975"/>
                  </a:lnTo>
                  <a:lnTo>
                    <a:pt x="2045495" y="211043"/>
                  </a:lnTo>
                  <a:lnTo>
                    <a:pt x="2055239" y="216019"/>
                  </a:lnTo>
                  <a:lnTo>
                    <a:pt x="2064983" y="220901"/>
                  </a:lnTo>
                  <a:lnTo>
                    <a:pt x="2074712" y="225685"/>
                  </a:lnTo>
                  <a:lnTo>
                    <a:pt x="2084456" y="230364"/>
                  </a:lnTo>
                  <a:lnTo>
                    <a:pt x="2094200" y="234936"/>
                  </a:lnTo>
                  <a:lnTo>
                    <a:pt x="2103944" y="239397"/>
                  </a:lnTo>
                  <a:lnTo>
                    <a:pt x="2113673" y="243743"/>
                  </a:lnTo>
                  <a:lnTo>
                    <a:pt x="2123417" y="247971"/>
                  </a:lnTo>
                  <a:lnTo>
                    <a:pt x="2133161" y="252080"/>
                  </a:lnTo>
                  <a:lnTo>
                    <a:pt x="2142905" y="256064"/>
                  </a:lnTo>
                  <a:lnTo>
                    <a:pt x="2152649" y="259925"/>
                  </a:lnTo>
                  <a:lnTo>
                    <a:pt x="2162377" y="263657"/>
                  </a:lnTo>
                  <a:lnTo>
                    <a:pt x="2172121" y="267259"/>
                  </a:lnTo>
                  <a:lnTo>
                    <a:pt x="2181865" y="270732"/>
                  </a:lnTo>
                  <a:lnTo>
                    <a:pt x="2191609" y="274073"/>
                  </a:lnTo>
                  <a:lnTo>
                    <a:pt x="2201338" y="277280"/>
                  </a:lnTo>
                  <a:lnTo>
                    <a:pt x="2211082" y="280354"/>
                  </a:lnTo>
                  <a:lnTo>
                    <a:pt x="2220826" y="283294"/>
                  </a:lnTo>
                  <a:lnTo>
                    <a:pt x="2230570" y="286098"/>
                  </a:lnTo>
                  <a:lnTo>
                    <a:pt x="2240299" y="288766"/>
                  </a:lnTo>
                  <a:lnTo>
                    <a:pt x="2250043" y="291300"/>
                  </a:lnTo>
                  <a:lnTo>
                    <a:pt x="2259787" y="293699"/>
                  </a:lnTo>
                  <a:lnTo>
                    <a:pt x="2269531" y="295962"/>
                  </a:lnTo>
                  <a:lnTo>
                    <a:pt x="2279260" y="298090"/>
                  </a:lnTo>
                  <a:lnTo>
                    <a:pt x="2289004" y="300085"/>
                  </a:lnTo>
                  <a:lnTo>
                    <a:pt x="2298748" y="301944"/>
                  </a:lnTo>
                  <a:lnTo>
                    <a:pt x="2308492" y="303671"/>
                  </a:lnTo>
                  <a:lnTo>
                    <a:pt x="2318236" y="305265"/>
                  </a:lnTo>
                  <a:lnTo>
                    <a:pt x="2327965" y="306728"/>
                  </a:lnTo>
                  <a:lnTo>
                    <a:pt x="2337709" y="308059"/>
                  </a:lnTo>
                  <a:lnTo>
                    <a:pt x="2347453" y="309260"/>
                  </a:lnTo>
                  <a:lnTo>
                    <a:pt x="2357197" y="310332"/>
                  </a:lnTo>
                  <a:lnTo>
                    <a:pt x="2366926" y="311276"/>
                  </a:lnTo>
                  <a:lnTo>
                    <a:pt x="2376670" y="312090"/>
                  </a:lnTo>
                  <a:lnTo>
                    <a:pt x="2386413" y="312780"/>
                  </a:lnTo>
                  <a:lnTo>
                    <a:pt x="2396157" y="313343"/>
                  </a:lnTo>
                  <a:lnTo>
                    <a:pt x="2405886" y="313782"/>
                  </a:lnTo>
                  <a:lnTo>
                    <a:pt x="2415630" y="314096"/>
                  </a:lnTo>
                  <a:lnTo>
                    <a:pt x="2425374" y="314288"/>
                  </a:lnTo>
                  <a:lnTo>
                    <a:pt x="2435118" y="314357"/>
                  </a:lnTo>
                  <a:lnTo>
                    <a:pt x="2444862" y="314305"/>
                  </a:lnTo>
                  <a:lnTo>
                    <a:pt x="2454591" y="314132"/>
                  </a:lnTo>
                  <a:lnTo>
                    <a:pt x="2464335" y="313840"/>
                  </a:lnTo>
                  <a:lnTo>
                    <a:pt x="2474079" y="313428"/>
                  </a:lnTo>
                  <a:lnTo>
                    <a:pt x="2483823" y="312899"/>
                  </a:lnTo>
                  <a:lnTo>
                    <a:pt x="2493552" y="312253"/>
                  </a:lnTo>
                  <a:lnTo>
                    <a:pt x="2503296" y="311490"/>
                  </a:lnTo>
                  <a:lnTo>
                    <a:pt x="2513040" y="310611"/>
                  </a:lnTo>
                  <a:lnTo>
                    <a:pt x="2522784" y="309616"/>
                  </a:lnTo>
                  <a:lnTo>
                    <a:pt x="2532513" y="308507"/>
                  </a:lnTo>
                  <a:lnTo>
                    <a:pt x="2542257" y="307286"/>
                  </a:lnTo>
                  <a:lnTo>
                    <a:pt x="2552001" y="305951"/>
                  </a:lnTo>
                  <a:lnTo>
                    <a:pt x="2561745" y="304504"/>
                  </a:lnTo>
                  <a:lnTo>
                    <a:pt x="2571474" y="302945"/>
                  </a:lnTo>
                  <a:lnTo>
                    <a:pt x="2581218" y="301277"/>
                  </a:lnTo>
                  <a:lnTo>
                    <a:pt x="2590962" y="299499"/>
                  </a:lnTo>
                  <a:lnTo>
                    <a:pt x="2600705" y="297615"/>
                  </a:lnTo>
                  <a:lnTo>
                    <a:pt x="2610449" y="295623"/>
                  </a:lnTo>
                  <a:lnTo>
                    <a:pt x="2620178" y="293525"/>
                  </a:lnTo>
                  <a:lnTo>
                    <a:pt x="2629922" y="291323"/>
                  </a:lnTo>
                  <a:lnTo>
                    <a:pt x="2639666" y="289019"/>
                  </a:lnTo>
                  <a:lnTo>
                    <a:pt x="2649410" y="286613"/>
                  </a:lnTo>
                  <a:lnTo>
                    <a:pt x="2659139" y="284110"/>
                  </a:lnTo>
                  <a:lnTo>
                    <a:pt x="2668883" y="281509"/>
                  </a:lnTo>
                  <a:lnTo>
                    <a:pt x="2678627" y="278812"/>
                  </a:lnTo>
                  <a:lnTo>
                    <a:pt x="2688371" y="276023"/>
                  </a:lnTo>
                  <a:lnTo>
                    <a:pt x="2698100" y="273145"/>
                  </a:lnTo>
                  <a:lnTo>
                    <a:pt x="2707844" y="270180"/>
                  </a:lnTo>
                  <a:lnTo>
                    <a:pt x="2717588" y="267130"/>
                  </a:lnTo>
                  <a:lnTo>
                    <a:pt x="2727332" y="264000"/>
                  </a:lnTo>
                  <a:lnTo>
                    <a:pt x="2737076" y="260792"/>
                  </a:lnTo>
                  <a:lnTo>
                    <a:pt x="2746805" y="257511"/>
                  </a:lnTo>
                  <a:lnTo>
                    <a:pt x="2756549" y="254160"/>
                  </a:lnTo>
                  <a:lnTo>
                    <a:pt x="2766293" y="250745"/>
                  </a:lnTo>
                  <a:lnTo>
                    <a:pt x="2776037" y="247269"/>
                  </a:lnTo>
                  <a:lnTo>
                    <a:pt x="2785766" y="243737"/>
                  </a:lnTo>
                  <a:lnTo>
                    <a:pt x="2795510" y="240154"/>
                  </a:lnTo>
                  <a:lnTo>
                    <a:pt x="2805254" y="236526"/>
                  </a:lnTo>
                  <a:lnTo>
                    <a:pt x="2814998" y="232858"/>
                  </a:lnTo>
                  <a:lnTo>
                    <a:pt x="2824727" y="229157"/>
                  </a:lnTo>
                  <a:lnTo>
                    <a:pt x="2834471" y="225428"/>
                  </a:lnTo>
                  <a:lnTo>
                    <a:pt x="2844215" y="221677"/>
                  </a:lnTo>
                  <a:lnTo>
                    <a:pt x="2853958" y="217911"/>
                  </a:lnTo>
                  <a:lnTo>
                    <a:pt x="2863687" y="214139"/>
                  </a:lnTo>
                  <a:lnTo>
                    <a:pt x="2873431" y="210366"/>
                  </a:lnTo>
                  <a:lnTo>
                    <a:pt x="2883175" y="206600"/>
                  </a:lnTo>
                  <a:lnTo>
                    <a:pt x="2892919" y="202847"/>
                  </a:lnTo>
                  <a:lnTo>
                    <a:pt x="2902663" y="199117"/>
                  </a:lnTo>
                  <a:lnTo>
                    <a:pt x="2912392" y="19541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3" name="Freeform 762">
              <a:extLst>
                <a:ext uri="{FF2B5EF4-FFF2-40B4-BE49-F238E27FC236}">
                  <a16:creationId xmlns:a16="http://schemas.microsoft.com/office/drawing/2014/main" id="{4E26B428-5E95-F44E-32D7-25337424B3F6}"/>
                </a:ext>
              </a:extLst>
            </p:cNvPr>
            <p:cNvSpPr/>
            <p:nvPr/>
          </p:nvSpPr>
          <p:spPr>
            <a:xfrm>
              <a:off x="576446" y="3417483"/>
              <a:ext cx="2912392" cy="529070"/>
            </a:xfrm>
            <a:custGeom>
              <a:avLst/>
              <a:gdLst>
                <a:gd name="connsiteX0" fmla="*/ 0 w 2912392"/>
                <a:gd name="connsiteY0" fmla="*/ 4322 h 529070"/>
                <a:gd name="connsiteX1" fmla="*/ 9739 w 2912392"/>
                <a:gd name="connsiteY1" fmla="*/ 3579 h 529070"/>
                <a:gd name="connsiteX2" fmla="*/ 19480 w 2912392"/>
                <a:gd name="connsiteY2" fmla="*/ 2901 h 529070"/>
                <a:gd name="connsiteX3" fmla="*/ 29221 w 2912392"/>
                <a:gd name="connsiteY3" fmla="*/ 2290 h 529070"/>
                <a:gd name="connsiteX4" fmla="*/ 38961 w 2912392"/>
                <a:gd name="connsiteY4" fmla="*/ 1746 h 529070"/>
                <a:gd name="connsiteX5" fmla="*/ 48702 w 2912392"/>
                <a:gd name="connsiteY5" fmla="*/ 1274 h 529070"/>
                <a:gd name="connsiteX6" fmla="*/ 58443 w 2912392"/>
                <a:gd name="connsiteY6" fmla="*/ 873 h 529070"/>
                <a:gd name="connsiteX7" fmla="*/ 68182 w 2912392"/>
                <a:gd name="connsiteY7" fmla="*/ 547 h 529070"/>
                <a:gd name="connsiteX8" fmla="*/ 77923 w 2912392"/>
                <a:gd name="connsiteY8" fmla="*/ 293 h 529070"/>
                <a:gd name="connsiteX9" fmla="*/ 87664 w 2912392"/>
                <a:gd name="connsiteY9" fmla="*/ 118 h 529070"/>
                <a:gd name="connsiteX10" fmla="*/ 97404 w 2912392"/>
                <a:gd name="connsiteY10" fmla="*/ 19 h 529070"/>
                <a:gd name="connsiteX11" fmla="*/ 107145 w 2912392"/>
                <a:gd name="connsiteY11" fmla="*/ 0 h 529070"/>
                <a:gd name="connsiteX12" fmla="*/ 116886 w 2912392"/>
                <a:gd name="connsiteY12" fmla="*/ 60 h 529070"/>
                <a:gd name="connsiteX13" fmla="*/ 126625 w 2912392"/>
                <a:gd name="connsiteY13" fmla="*/ 198 h 529070"/>
                <a:gd name="connsiteX14" fmla="*/ 136366 w 2912392"/>
                <a:gd name="connsiteY14" fmla="*/ 420 h 529070"/>
                <a:gd name="connsiteX15" fmla="*/ 146107 w 2912392"/>
                <a:gd name="connsiteY15" fmla="*/ 723 h 529070"/>
                <a:gd name="connsiteX16" fmla="*/ 155846 w 2912392"/>
                <a:gd name="connsiteY16" fmla="*/ 1108 h 529070"/>
                <a:gd name="connsiteX17" fmla="*/ 165587 w 2912392"/>
                <a:gd name="connsiteY17" fmla="*/ 1578 h 529070"/>
                <a:gd name="connsiteX18" fmla="*/ 175328 w 2912392"/>
                <a:gd name="connsiteY18" fmla="*/ 2132 h 529070"/>
                <a:gd name="connsiteX19" fmla="*/ 185068 w 2912392"/>
                <a:gd name="connsiteY19" fmla="*/ 2770 h 529070"/>
                <a:gd name="connsiteX20" fmla="*/ 194809 w 2912392"/>
                <a:gd name="connsiteY20" fmla="*/ 3492 h 529070"/>
                <a:gd name="connsiteX21" fmla="*/ 204550 w 2912392"/>
                <a:gd name="connsiteY21" fmla="*/ 4301 h 529070"/>
                <a:gd name="connsiteX22" fmla="*/ 214289 w 2912392"/>
                <a:gd name="connsiteY22" fmla="*/ 5195 h 529070"/>
                <a:gd name="connsiteX23" fmla="*/ 224030 w 2912392"/>
                <a:gd name="connsiteY23" fmla="*/ 6176 h 529070"/>
                <a:gd name="connsiteX24" fmla="*/ 233771 w 2912392"/>
                <a:gd name="connsiteY24" fmla="*/ 7244 h 529070"/>
                <a:gd name="connsiteX25" fmla="*/ 243510 w 2912392"/>
                <a:gd name="connsiteY25" fmla="*/ 8399 h 529070"/>
                <a:gd name="connsiteX26" fmla="*/ 253251 w 2912392"/>
                <a:gd name="connsiteY26" fmla="*/ 9643 h 529070"/>
                <a:gd name="connsiteX27" fmla="*/ 262992 w 2912392"/>
                <a:gd name="connsiteY27" fmla="*/ 10975 h 529070"/>
                <a:gd name="connsiteX28" fmla="*/ 272732 w 2912392"/>
                <a:gd name="connsiteY28" fmla="*/ 12394 h 529070"/>
                <a:gd name="connsiteX29" fmla="*/ 282473 w 2912392"/>
                <a:gd name="connsiteY29" fmla="*/ 13904 h 529070"/>
                <a:gd name="connsiteX30" fmla="*/ 292214 w 2912392"/>
                <a:gd name="connsiteY30" fmla="*/ 15504 h 529070"/>
                <a:gd name="connsiteX31" fmla="*/ 301953 w 2912392"/>
                <a:gd name="connsiteY31" fmla="*/ 17195 h 529070"/>
                <a:gd name="connsiteX32" fmla="*/ 311694 w 2912392"/>
                <a:gd name="connsiteY32" fmla="*/ 18977 h 529070"/>
                <a:gd name="connsiteX33" fmla="*/ 321435 w 2912392"/>
                <a:gd name="connsiteY33" fmla="*/ 20851 h 529070"/>
                <a:gd name="connsiteX34" fmla="*/ 331175 w 2912392"/>
                <a:gd name="connsiteY34" fmla="*/ 22816 h 529070"/>
                <a:gd name="connsiteX35" fmla="*/ 340916 w 2912392"/>
                <a:gd name="connsiteY35" fmla="*/ 24877 h 529070"/>
                <a:gd name="connsiteX36" fmla="*/ 350656 w 2912392"/>
                <a:gd name="connsiteY36" fmla="*/ 27031 h 529070"/>
                <a:gd name="connsiteX37" fmla="*/ 360396 w 2912392"/>
                <a:gd name="connsiteY37" fmla="*/ 29281 h 529070"/>
                <a:gd name="connsiteX38" fmla="*/ 370137 w 2912392"/>
                <a:gd name="connsiteY38" fmla="*/ 31628 h 529070"/>
                <a:gd name="connsiteX39" fmla="*/ 379878 w 2912392"/>
                <a:gd name="connsiteY39" fmla="*/ 34070 h 529070"/>
                <a:gd name="connsiteX40" fmla="*/ 389617 w 2912392"/>
                <a:gd name="connsiteY40" fmla="*/ 36611 h 529070"/>
                <a:gd name="connsiteX41" fmla="*/ 399358 w 2912392"/>
                <a:gd name="connsiteY41" fmla="*/ 39251 h 529070"/>
                <a:gd name="connsiteX42" fmla="*/ 409099 w 2912392"/>
                <a:gd name="connsiteY42" fmla="*/ 41991 h 529070"/>
                <a:gd name="connsiteX43" fmla="*/ 418839 w 2912392"/>
                <a:gd name="connsiteY43" fmla="*/ 44833 h 529070"/>
                <a:gd name="connsiteX44" fmla="*/ 428580 w 2912392"/>
                <a:gd name="connsiteY44" fmla="*/ 47777 h 529070"/>
                <a:gd name="connsiteX45" fmla="*/ 438321 w 2912392"/>
                <a:gd name="connsiteY45" fmla="*/ 50823 h 529070"/>
                <a:gd name="connsiteX46" fmla="*/ 448060 w 2912392"/>
                <a:gd name="connsiteY46" fmla="*/ 53973 h 529070"/>
                <a:gd name="connsiteX47" fmla="*/ 457801 w 2912392"/>
                <a:gd name="connsiteY47" fmla="*/ 57230 h 529070"/>
                <a:gd name="connsiteX48" fmla="*/ 467542 w 2912392"/>
                <a:gd name="connsiteY48" fmla="*/ 60593 h 529070"/>
                <a:gd name="connsiteX49" fmla="*/ 477281 w 2912392"/>
                <a:gd name="connsiteY49" fmla="*/ 64063 h 529070"/>
                <a:gd name="connsiteX50" fmla="*/ 487022 w 2912392"/>
                <a:gd name="connsiteY50" fmla="*/ 67640 h 529070"/>
                <a:gd name="connsiteX51" fmla="*/ 496763 w 2912392"/>
                <a:gd name="connsiteY51" fmla="*/ 71327 h 529070"/>
                <a:gd name="connsiteX52" fmla="*/ 506503 w 2912392"/>
                <a:gd name="connsiteY52" fmla="*/ 75125 h 529070"/>
                <a:gd name="connsiteX53" fmla="*/ 516244 w 2912392"/>
                <a:gd name="connsiteY53" fmla="*/ 79032 h 529070"/>
                <a:gd name="connsiteX54" fmla="*/ 525985 w 2912392"/>
                <a:gd name="connsiteY54" fmla="*/ 83050 h 529070"/>
                <a:gd name="connsiteX55" fmla="*/ 535724 w 2912392"/>
                <a:gd name="connsiteY55" fmla="*/ 87180 h 529070"/>
                <a:gd name="connsiteX56" fmla="*/ 545465 w 2912392"/>
                <a:gd name="connsiteY56" fmla="*/ 91422 h 529070"/>
                <a:gd name="connsiteX57" fmla="*/ 555206 w 2912392"/>
                <a:gd name="connsiteY57" fmla="*/ 95777 h 529070"/>
                <a:gd name="connsiteX58" fmla="*/ 564946 w 2912392"/>
                <a:gd name="connsiteY58" fmla="*/ 100243 h 529070"/>
                <a:gd name="connsiteX59" fmla="*/ 574687 w 2912392"/>
                <a:gd name="connsiteY59" fmla="*/ 104822 h 529070"/>
                <a:gd name="connsiteX60" fmla="*/ 584428 w 2912392"/>
                <a:gd name="connsiteY60" fmla="*/ 109512 h 529070"/>
                <a:gd name="connsiteX61" fmla="*/ 594167 w 2912392"/>
                <a:gd name="connsiteY61" fmla="*/ 114314 h 529070"/>
                <a:gd name="connsiteX62" fmla="*/ 603908 w 2912392"/>
                <a:gd name="connsiteY62" fmla="*/ 119226 h 529070"/>
                <a:gd name="connsiteX63" fmla="*/ 613649 w 2912392"/>
                <a:gd name="connsiteY63" fmla="*/ 124250 h 529070"/>
                <a:gd name="connsiteX64" fmla="*/ 623388 w 2912392"/>
                <a:gd name="connsiteY64" fmla="*/ 129381 h 529070"/>
                <a:gd name="connsiteX65" fmla="*/ 633129 w 2912392"/>
                <a:gd name="connsiteY65" fmla="*/ 134621 h 529070"/>
                <a:gd name="connsiteX66" fmla="*/ 642870 w 2912392"/>
                <a:gd name="connsiteY66" fmla="*/ 139967 h 529070"/>
                <a:gd name="connsiteX67" fmla="*/ 652610 w 2912392"/>
                <a:gd name="connsiteY67" fmla="*/ 145418 h 529070"/>
                <a:gd name="connsiteX68" fmla="*/ 662351 w 2912392"/>
                <a:gd name="connsiteY68" fmla="*/ 150971 h 529070"/>
                <a:gd name="connsiteX69" fmla="*/ 672092 w 2912392"/>
                <a:gd name="connsiteY69" fmla="*/ 156626 h 529070"/>
                <a:gd name="connsiteX70" fmla="*/ 681831 w 2912392"/>
                <a:gd name="connsiteY70" fmla="*/ 162378 h 529070"/>
                <a:gd name="connsiteX71" fmla="*/ 691572 w 2912392"/>
                <a:gd name="connsiteY71" fmla="*/ 168226 h 529070"/>
                <a:gd name="connsiteX72" fmla="*/ 701313 w 2912392"/>
                <a:gd name="connsiteY72" fmla="*/ 174166 h 529070"/>
                <a:gd name="connsiteX73" fmla="*/ 711052 w 2912392"/>
                <a:gd name="connsiteY73" fmla="*/ 180196 h 529070"/>
                <a:gd name="connsiteX74" fmla="*/ 720793 w 2912392"/>
                <a:gd name="connsiteY74" fmla="*/ 186312 h 529070"/>
                <a:gd name="connsiteX75" fmla="*/ 730534 w 2912392"/>
                <a:gd name="connsiteY75" fmla="*/ 192510 h 529070"/>
                <a:gd name="connsiteX76" fmla="*/ 740274 w 2912392"/>
                <a:gd name="connsiteY76" fmla="*/ 198787 h 529070"/>
                <a:gd name="connsiteX77" fmla="*/ 750015 w 2912392"/>
                <a:gd name="connsiteY77" fmla="*/ 205138 h 529070"/>
                <a:gd name="connsiteX78" fmla="*/ 759756 w 2912392"/>
                <a:gd name="connsiteY78" fmla="*/ 211560 h 529070"/>
                <a:gd name="connsiteX79" fmla="*/ 769495 w 2912392"/>
                <a:gd name="connsiteY79" fmla="*/ 218047 h 529070"/>
                <a:gd name="connsiteX80" fmla="*/ 779236 w 2912392"/>
                <a:gd name="connsiteY80" fmla="*/ 224593 h 529070"/>
                <a:gd name="connsiteX81" fmla="*/ 788977 w 2912392"/>
                <a:gd name="connsiteY81" fmla="*/ 231196 h 529070"/>
                <a:gd name="connsiteX82" fmla="*/ 798717 w 2912392"/>
                <a:gd name="connsiteY82" fmla="*/ 237850 h 529070"/>
                <a:gd name="connsiteX83" fmla="*/ 808458 w 2912392"/>
                <a:gd name="connsiteY83" fmla="*/ 244547 h 529070"/>
                <a:gd name="connsiteX84" fmla="*/ 818199 w 2912392"/>
                <a:gd name="connsiteY84" fmla="*/ 251286 h 529070"/>
                <a:gd name="connsiteX85" fmla="*/ 827938 w 2912392"/>
                <a:gd name="connsiteY85" fmla="*/ 258058 h 529070"/>
                <a:gd name="connsiteX86" fmla="*/ 837679 w 2912392"/>
                <a:gd name="connsiteY86" fmla="*/ 264858 h 529070"/>
                <a:gd name="connsiteX87" fmla="*/ 847420 w 2912392"/>
                <a:gd name="connsiteY87" fmla="*/ 271678 h 529070"/>
                <a:gd name="connsiteX88" fmla="*/ 857159 w 2912392"/>
                <a:gd name="connsiteY88" fmla="*/ 278516 h 529070"/>
                <a:gd name="connsiteX89" fmla="*/ 866900 w 2912392"/>
                <a:gd name="connsiteY89" fmla="*/ 285363 h 529070"/>
                <a:gd name="connsiteX90" fmla="*/ 876641 w 2912392"/>
                <a:gd name="connsiteY90" fmla="*/ 292212 h 529070"/>
                <a:gd name="connsiteX91" fmla="*/ 886381 w 2912392"/>
                <a:gd name="connsiteY91" fmla="*/ 299060 h 529070"/>
                <a:gd name="connsiteX92" fmla="*/ 896122 w 2912392"/>
                <a:gd name="connsiteY92" fmla="*/ 305897 h 529070"/>
                <a:gd name="connsiteX93" fmla="*/ 905863 w 2912392"/>
                <a:gd name="connsiteY93" fmla="*/ 312718 h 529070"/>
                <a:gd name="connsiteX94" fmla="*/ 915602 w 2912392"/>
                <a:gd name="connsiteY94" fmla="*/ 319518 h 529070"/>
                <a:gd name="connsiteX95" fmla="*/ 925343 w 2912392"/>
                <a:gd name="connsiteY95" fmla="*/ 326286 h 529070"/>
                <a:gd name="connsiteX96" fmla="*/ 935084 w 2912392"/>
                <a:gd name="connsiteY96" fmla="*/ 333022 h 529070"/>
                <a:gd name="connsiteX97" fmla="*/ 944824 w 2912392"/>
                <a:gd name="connsiteY97" fmla="*/ 339715 h 529070"/>
                <a:gd name="connsiteX98" fmla="*/ 954564 w 2912392"/>
                <a:gd name="connsiteY98" fmla="*/ 346358 h 529070"/>
                <a:gd name="connsiteX99" fmla="*/ 964305 w 2912392"/>
                <a:gd name="connsiteY99" fmla="*/ 352948 h 529070"/>
                <a:gd name="connsiteX100" fmla="*/ 974045 w 2912392"/>
                <a:gd name="connsiteY100" fmla="*/ 359478 h 529070"/>
                <a:gd name="connsiteX101" fmla="*/ 983786 w 2912392"/>
                <a:gd name="connsiteY101" fmla="*/ 365940 h 529070"/>
                <a:gd name="connsiteX102" fmla="*/ 993522 w 2912392"/>
                <a:gd name="connsiteY102" fmla="*/ 372330 h 529070"/>
                <a:gd name="connsiteX103" fmla="*/ 1003266 w 2912392"/>
                <a:gd name="connsiteY103" fmla="*/ 378641 h 529070"/>
                <a:gd name="connsiteX104" fmla="*/ 1013010 w 2912392"/>
                <a:gd name="connsiteY104" fmla="*/ 384869 h 529070"/>
                <a:gd name="connsiteX105" fmla="*/ 1022754 w 2912392"/>
                <a:gd name="connsiteY105" fmla="*/ 391006 h 529070"/>
                <a:gd name="connsiteX106" fmla="*/ 1032483 w 2912392"/>
                <a:gd name="connsiteY106" fmla="*/ 397049 h 529070"/>
                <a:gd name="connsiteX107" fmla="*/ 1042227 w 2912392"/>
                <a:gd name="connsiteY107" fmla="*/ 402991 h 529070"/>
                <a:gd name="connsiteX108" fmla="*/ 1051971 w 2912392"/>
                <a:gd name="connsiteY108" fmla="*/ 408828 h 529070"/>
                <a:gd name="connsiteX109" fmla="*/ 1061715 w 2912392"/>
                <a:gd name="connsiteY109" fmla="*/ 414555 h 529070"/>
                <a:gd name="connsiteX110" fmla="*/ 1071444 w 2912392"/>
                <a:gd name="connsiteY110" fmla="*/ 420168 h 529070"/>
                <a:gd name="connsiteX111" fmla="*/ 1081188 w 2912392"/>
                <a:gd name="connsiteY111" fmla="*/ 425662 h 529070"/>
                <a:gd name="connsiteX112" fmla="*/ 1090932 w 2912392"/>
                <a:gd name="connsiteY112" fmla="*/ 431034 h 529070"/>
                <a:gd name="connsiteX113" fmla="*/ 1100676 w 2912392"/>
                <a:gd name="connsiteY113" fmla="*/ 436279 h 529070"/>
                <a:gd name="connsiteX114" fmla="*/ 1110405 w 2912392"/>
                <a:gd name="connsiteY114" fmla="*/ 441394 h 529070"/>
                <a:gd name="connsiteX115" fmla="*/ 1120149 w 2912392"/>
                <a:gd name="connsiteY115" fmla="*/ 446376 h 529070"/>
                <a:gd name="connsiteX116" fmla="*/ 1129893 w 2912392"/>
                <a:gd name="connsiteY116" fmla="*/ 451223 h 529070"/>
                <a:gd name="connsiteX117" fmla="*/ 1139637 w 2912392"/>
                <a:gd name="connsiteY117" fmla="*/ 455930 h 529070"/>
                <a:gd name="connsiteX118" fmla="*/ 1149381 w 2912392"/>
                <a:gd name="connsiteY118" fmla="*/ 460495 h 529070"/>
                <a:gd name="connsiteX119" fmla="*/ 1159110 w 2912392"/>
                <a:gd name="connsiteY119" fmla="*/ 464918 h 529070"/>
                <a:gd name="connsiteX120" fmla="*/ 1168854 w 2912392"/>
                <a:gd name="connsiteY120" fmla="*/ 469194 h 529070"/>
                <a:gd name="connsiteX121" fmla="*/ 1178598 w 2912392"/>
                <a:gd name="connsiteY121" fmla="*/ 473324 h 529070"/>
                <a:gd name="connsiteX122" fmla="*/ 1188341 w 2912392"/>
                <a:gd name="connsiteY122" fmla="*/ 477305 h 529070"/>
                <a:gd name="connsiteX123" fmla="*/ 1198070 w 2912392"/>
                <a:gd name="connsiteY123" fmla="*/ 481136 h 529070"/>
                <a:gd name="connsiteX124" fmla="*/ 1207814 w 2912392"/>
                <a:gd name="connsiteY124" fmla="*/ 484816 h 529070"/>
                <a:gd name="connsiteX125" fmla="*/ 1217558 w 2912392"/>
                <a:gd name="connsiteY125" fmla="*/ 488345 h 529070"/>
                <a:gd name="connsiteX126" fmla="*/ 1227302 w 2912392"/>
                <a:gd name="connsiteY126" fmla="*/ 491723 h 529070"/>
                <a:gd name="connsiteX127" fmla="*/ 1237031 w 2912392"/>
                <a:gd name="connsiteY127" fmla="*/ 494947 h 529070"/>
                <a:gd name="connsiteX128" fmla="*/ 1246775 w 2912392"/>
                <a:gd name="connsiteY128" fmla="*/ 498021 h 529070"/>
                <a:gd name="connsiteX129" fmla="*/ 1256519 w 2912392"/>
                <a:gd name="connsiteY129" fmla="*/ 500941 h 529070"/>
                <a:gd name="connsiteX130" fmla="*/ 1266263 w 2912392"/>
                <a:gd name="connsiteY130" fmla="*/ 503711 h 529070"/>
                <a:gd name="connsiteX131" fmla="*/ 1276007 w 2912392"/>
                <a:gd name="connsiteY131" fmla="*/ 506328 h 529070"/>
                <a:gd name="connsiteX132" fmla="*/ 1285736 w 2912392"/>
                <a:gd name="connsiteY132" fmla="*/ 508797 h 529070"/>
                <a:gd name="connsiteX133" fmla="*/ 1295480 w 2912392"/>
                <a:gd name="connsiteY133" fmla="*/ 511116 h 529070"/>
                <a:gd name="connsiteX134" fmla="*/ 1305224 w 2912392"/>
                <a:gd name="connsiteY134" fmla="*/ 513286 h 529070"/>
                <a:gd name="connsiteX135" fmla="*/ 1314968 w 2912392"/>
                <a:gd name="connsiteY135" fmla="*/ 515310 h 529070"/>
                <a:gd name="connsiteX136" fmla="*/ 1324697 w 2912392"/>
                <a:gd name="connsiteY136" fmla="*/ 517187 h 529070"/>
                <a:gd name="connsiteX137" fmla="*/ 1334441 w 2912392"/>
                <a:gd name="connsiteY137" fmla="*/ 518920 h 529070"/>
                <a:gd name="connsiteX138" fmla="*/ 1344185 w 2912392"/>
                <a:gd name="connsiteY138" fmla="*/ 520511 h 529070"/>
                <a:gd name="connsiteX139" fmla="*/ 1353929 w 2912392"/>
                <a:gd name="connsiteY139" fmla="*/ 521959 h 529070"/>
                <a:gd name="connsiteX140" fmla="*/ 1363658 w 2912392"/>
                <a:gd name="connsiteY140" fmla="*/ 523269 h 529070"/>
                <a:gd name="connsiteX141" fmla="*/ 1373402 w 2912392"/>
                <a:gd name="connsiteY141" fmla="*/ 524440 h 529070"/>
                <a:gd name="connsiteX142" fmla="*/ 1383146 w 2912392"/>
                <a:gd name="connsiteY142" fmla="*/ 525475 h 529070"/>
                <a:gd name="connsiteX143" fmla="*/ 1392890 w 2912392"/>
                <a:gd name="connsiteY143" fmla="*/ 526377 h 529070"/>
                <a:gd name="connsiteX144" fmla="*/ 1402619 w 2912392"/>
                <a:gd name="connsiteY144" fmla="*/ 527145 h 529070"/>
                <a:gd name="connsiteX145" fmla="*/ 1412363 w 2912392"/>
                <a:gd name="connsiteY145" fmla="*/ 527783 h 529070"/>
                <a:gd name="connsiteX146" fmla="*/ 1422106 w 2912392"/>
                <a:gd name="connsiteY146" fmla="*/ 528291 h 529070"/>
                <a:gd name="connsiteX147" fmla="*/ 1431850 w 2912392"/>
                <a:gd name="connsiteY147" fmla="*/ 528673 h 529070"/>
                <a:gd name="connsiteX148" fmla="*/ 1441594 w 2912392"/>
                <a:gd name="connsiteY148" fmla="*/ 528929 h 529070"/>
                <a:gd name="connsiteX149" fmla="*/ 1451323 w 2912392"/>
                <a:gd name="connsiteY149" fmla="*/ 529061 h 529070"/>
                <a:gd name="connsiteX150" fmla="*/ 1461067 w 2912392"/>
                <a:gd name="connsiteY150" fmla="*/ 529070 h 529070"/>
                <a:gd name="connsiteX151" fmla="*/ 1470811 w 2912392"/>
                <a:gd name="connsiteY151" fmla="*/ 528960 h 529070"/>
                <a:gd name="connsiteX152" fmla="*/ 1480555 w 2912392"/>
                <a:gd name="connsiteY152" fmla="*/ 528731 h 529070"/>
                <a:gd name="connsiteX153" fmla="*/ 1490284 w 2912392"/>
                <a:gd name="connsiteY153" fmla="*/ 528383 h 529070"/>
                <a:gd name="connsiteX154" fmla="*/ 1500028 w 2912392"/>
                <a:gd name="connsiteY154" fmla="*/ 527920 h 529070"/>
                <a:gd name="connsiteX155" fmla="*/ 1509772 w 2912392"/>
                <a:gd name="connsiteY155" fmla="*/ 527340 h 529070"/>
                <a:gd name="connsiteX156" fmla="*/ 1519516 w 2912392"/>
                <a:gd name="connsiteY156" fmla="*/ 526648 h 529070"/>
                <a:gd name="connsiteX157" fmla="*/ 1529245 w 2912392"/>
                <a:gd name="connsiteY157" fmla="*/ 525843 h 529070"/>
                <a:gd name="connsiteX158" fmla="*/ 1538989 w 2912392"/>
                <a:gd name="connsiteY158" fmla="*/ 524925 h 529070"/>
                <a:gd name="connsiteX159" fmla="*/ 1548733 w 2912392"/>
                <a:gd name="connsiteY159" fmla="*/ 523896 h 529070"/>
                <a:gd name="connsiteX160" fmla="*/ 1558477 w 2912392"/>
                <a:gd name="connsiteY160" fmla="*/ 522758 h 529070"/>
                <a:gd name="connsiteX161" fmla="*/ 1568221 w 2912392"/>
                <a:gd name="connsiteY161" fmla="*/ 521509 h 529070"/>
                <a:gd name="connsiteX162" fmla="*/ 1577950 w 2912392"/>
                <a:gd name="connsiteY162" fmla="*/ 520150 h 529070"/>
                <a:gd name="connsiteX163" fmla="*/ 1587694 w 2912392"/>
                <a:gd name="connsiteY163" fmla="*/ 518684 h 529070"/>
                <a:gd name="connsiteX164" fmla="*/ 1597438 w 2912392"/>
                <a:gd name="connsiteY164" fmla="*/ 517108 h 529070"/>
                <a:gd name="connsiteX165" fmla="*/ 1607182 w 2912392"/>
                <a:gd name="connsiteY165" fmla="*/ 515424 h 529070"/>
                <a:gd name="connsiteX166" fmla="*/ 1616911 w 2912392"/>
                <a:gd name="connsiteY166" fmla="*/ 513632 h 529070"/>
                <a:gd name="connsiteX167" fmla="*/ 1626655 w 2912392"/>
                <a:gd name="connsiteY167" fmla="*/ 511731 h 529070"/>
                <a:gd name="connsiteX168" fmla="*/ 1636399 w 2912392"/>
                <a:gd name="connsiteY168" fmla="*/ 509722 h 529070"/>
                <a:gd name="connsiteX169" fmla="*/ 1646142 w 2912392"/>
                <a:gd name="connsiteY169" fmla="*/ 507605 h 529070"/>
                <a:gd name="connsiteX170" fmla="*/ 1655872 w 2912392"/>
                <a:gd name="connsiteY170" fmla="*/ 505379 h 529070"/>
                <a:gd name="connsiteX171" fmla="*/ 1665616 w 2912392"/>
                <a:gd name="connsiteY171" fmla="*/ 503043 h 529070"/>
                <a:gd name="connsiteX172" fmla="*/ 1675359 w 2912392"/>
                <a:gd name="connsiteY172" fmla="*/ 500600 h 529070"/>
                <a:gd name="connsiteX173" fmla="*/ 1685103 w 2912392"/>
                <a:gd name="connsiteY173" fmla="*/ 498045 h 529070"/>
                <a:gd name="connsiteX174" fmla="*/ 1694832 w 2912392"/>
                <a:gd name="connsiteY174" fmla="*/ 495381 h 529070"/>
                <a:gd name="connsiteX175" fmla="*/ 1704576 w 2912392"/>
                <a:gd name="connsiteY175" fmla="*/ 492605 h 529070"/>
                <a:gd name="connsiteX176" fmla="*/ 1714320 w 2912392"/>
                <a:gd name="connsiteY176" fmla="*/ 489719 h 529070"/>
                <a:gd name="connsiteX177" fmla="*/ 1724064 w 2912392"/>
                <a:gd name="connsiteY177" fmla="*/ 486721 h 529070"/>
                <a:gd name="connsiteX178" fmla="*/ 1733808 w 2912392"/>
                <a:gd name="connsiteY178" fmla="*/ 483612 h 529070"/>
                <a:gd name="connsiteX179" fmla="*/ 1743537 w 2912392"/>
                <a:gd name="connsiteY179" fmla="*/ 480391 h 529070"/>
                <a:gd name="connsiteX180" fmla="*/ 1753281 w 2912392"/>
                <a:gd name="connsiteY180" fmla="*/ 477056 h 529070"/>
                <a:gd name="connsiteX181" fmla="*/ 1763025 w 2912392"/>
                <a:gd name="connsiteY181" fmla="*/ 473610 h 529070"/>
                <a:gd name="connsiteX182" fmla="*/ 1772769 w 2912392"/>
                <a:gd name="connsiteY182" fmla="*/ 470049 h 529070"/>
                <a:gd name="connsiteX183" fmla="*/ 1782498 w 2912392"/>
                <a:gd name="connsiteY183" fmla="*/ 466375 h 529070"/>
                <a:gd name="connsiteX184" fmla="*/ 1792242 w 2912392"/>
                <a:gd name="connsiteY184" fmla="*/ 462590 h 529070"/>
                <a:gd name="connsiteX185" fmla="*/ 1801986 w 2912392"/>
                <a:gd name="connsiteY185" fmla="*/ 458689 h 529070"/>
                <a:gd name="connsiteX186" fmla="*/ 1811730 w 2912392"/>
                <a:gd name="connsiteY186" fmla="*/ 454675 h 529070"/>
                <a:gd name="connsiteX187" fmla="*/ 1821459 w 2912392"/>
                <a:gd name="connsiteY187" fmla="*/ 450550 h 529070"/>
                <a:gd name="connsiteX188" fmla="*/ 1831203 w 2912392"/>
                <a:gd name="connsiteY188" fmla="*/ 446312 h 529070"/>
                <a:gd name="connsiteX189" fmla="*/ 1840947 w 2912392"/>
                <a:gd name="connsiteY189" fmla="*/ 441962 h 529070"/>
                <a:gd name="connsiteX190" fmla="*/ 1850691 w 2912392"/>
                <a:gd name="connsiteY190" fmla="*/ 437501 h 529070"/>
                <a:gd name="connsiteX191" fmla="*/ 1860435 w 2912392"/>
                <a:gd name="connsiteY191" fmla="*/ 432932 h 529070"/>
                <a:gd name="connsiteX192" fmla="*/ 1870164 w 2912392"/>
                <a:gd name="connsiteY192" fmla="*/ 428252 h 529070"/>
                <a:gd name="connsiteX193" fmla="*/ 1879908 w 2912392"/>
                <a:gd name="connsiteY193" fmla="*/ 423465 h 529070"/>
                <a:gd name="connsiteX194" fmla="*/ 1889652 w 2912392"/>
                <a:gd name="connsiteY194" fmla="*/ 418572 h 529070"/>
                <a:gd name="connsiteX195" fmla="*/ 1899395 w 2912392"/>
                <a:gd name="connsiteY195" fmla="*/ 413576 h 529070"/>
                <a:gd name="connsiteX196" fmla="*/ 1909124 w 2912392"/>
                <a:gd name="connsiteY196" fmla="*/ 408478 h 529070"/>
                <a:gd name="connsiteX197" fmla="*/ 1918868 w 2912392"/>
                <a:gd name="connsiteY197" fmla="*/ 403278 h 529070"/>
                <a:gd name="connsiteX198" fmla="*/ 1928612 w 2912392"/>
                <a:gd name="connsiteY198" fmla="*/ 397983 h 529070"/>
                <a:gd name="connsiteX199" fmla="*/ 1938356 w 2912392"/>
                <a:gd name="connsiteY199" fmla="*/ 392593 h 529070"/>
                <a:gd name="connsiteX200" fmla="*/ 1948085 w 2912392"/>
                <a:gd name="connsiteY200" fmla="*/ 387110 h 529070"/>
                <a:gd name="connsiteX201" fmla="*/ 1957829 w 2912392"/>
                <a:gd name="connsiteY201" fmla="*/ 381538 h 529070"/>
                <a:gd name="connsiteX202" fmla="*/ 1967573 w 2912392"/>
                <a:gd name="connsiteY202" fmla="*/ 375882 h 529070"/>
                <a:gd name="connsiteX203" fmla="*/ 1977317 w 2912392"/>
                <a:gd name="connsiteY203" fmla="*/ 370143 h 529070"/>
                <a:gd name="connsiteX204" fmla="*/ 1987046 w 2912392"/>
                <a:gd name="connsiteY204" fmla="*/ 364326 h 529070"/>
                <a:gd name="connsiteX205" fmla="*/ 1996790 w 2912392"/>
                <a:gd name="connsiteY205" fmla="*/ 358437 h 529070"/>
                <a:gd name="connsiteX206" fmla="*/ 2006534 w 2912392"/>
                <a:gd name="connsiteY206" fmla="*/ 352477 h 529070"/>
                <a:gd name="connsiteX207" fmla="*/ 2016278 w 2912392"/>
                <a:gd name="connsiteY207" fmla="*/ 346452 h 529070"/>
                <a:gd name="connsiteX208" fmla="*/ 2026022 w 2912392"/>
                <a:gd name="connsiteY208" fmla="*/ 340366 h 529070"/>
                <a:gd name="connsiteX209" fmla="*/ 2035751 w 2912392"/>
                <a:gd name="connsiteY209" fmla="*/ 334226 h 529070"/>
                <a:gd name="connsiteX210" fmla="*/ 2045495 w 2912392"/>
                <a:gd name="connsiteY210" fmla="*/ 328035 h 529070"/>
                <a:gd name="connsiteX211" fmla="*/ 2055239 w 2912392"/>
                <a:gd name="connsiteY211" fmla="*/ 321799 h 529070"/>
                <a:gd name="connsiteX212" fmla="*/ 2064983 w 2912392"/>
                <a:gd name="connsiteY212" fmla="*/ 315523 h 529070"/>
                <a:gd name="connsiteX213" fmla="*/ 2074712 w 2912392"/>
                <a:gd name="connsiteY213" fmla="*/ 309215 h 529070"/>
                <a:gd name="connsiteX214" fmla="*/ 2084456 w 2912392"/>
                <a:gd name="connsiteY214" fmla="*/ 302877 h 529070"/>
                <a:gd name="connsiteX215" fmla="*/ 2094200 w 2912392"/>
                <a:gd name="connsiteY215" fmla="*/ 296518 h 529070"/>
                <a:gd name="connsiteX216" fmla="*/ 2103944 w 2912392"/>
                <a:gd name="connsiteY216" fmla="*/ 290143 h 529070"/>
                <a:gd name="connsiteX217" fmla="*/ 2113673 w 2912392"/>
                <a:gd name="connsiteY217" fmla="*/ 283758 h 529070"/>
                <a:gd name="connsiteX218" fmla="*/ 2123417 w 2912392"/>
                <a:gd name="connsiteY218" fmla="*/ 277370 h 529070"/>
                <a:gd name="connsiteX219" fmla="*/ 2133161 w 2912392"/>
                <a:gd name="connsiteY219" fmla="*/ 270984 h 529070"/>
                <a:gd name="connsiteX220" fmla="*/ 2142905 w 2912392"/>
                <a:gd name="connsiteY220" fmla="*/ 264607 h 529070"/>
                <a:gd name="connsiteX221" fmla="*/ 2152649 w 2912392"/>
                <a:gd name="connsiteY221" fmla="*/ 258247 h 529070"/>
                <a:gd name="connsiteX222" fmla="*/ 2162377 w 2912392"/>
                <a:gd name="connsiteY222" fmla="*/ 251909 h 529070"/>
                <a:gd name="connsiteX223" fmla="*/ 2172121 w 2912392"/>
                <a:gd name="connsiteY223" fmla="*/ 245599 h 529070"/>
                <a:gd name="connsiteX224" fmla="*/ 2181865 w 2912392"/>
                <a:gd name="connsiteY224" fmla="*/ 239325 h 529070"/>
                <a:gd name="connsiteX225" fmla="*/ 2191609 w 2912392"/>
                <a:gd name="connsiteY225" fmla="*/ 233093 h 529070"/>
                <a:gd name="connsiteX226" fmla="*/ 2201338 w 2912392"/>
                <a:gd name="connsiteY226" fmla="*/ 226908 h 529070"/>
                <a:gd name="connsiteX227" fmla="*/ 2211082 w 2912392"/>
                <a:gd name="connsiteY227" fmla="*/ 220778 h 529070"/>
                <a:gd name="connsiteX228" fmla="*/ 2220826 w 2912392"/>
                <a:gd name="connsiteY228" fmla="*/ 214708 h 529070"/>
                <a:gd name="connsiteX229" fmla="*/ 2230570 w 2912392"/>
                <a:gd name="connsiteY229" fmla="*/ 208706 h 529070"/>
                <a:gd name="connsiteX230" fmla="*/ 2240299 w 2912392"/>
                <a:gd name="connsiteY230" fmla="*/ 202777 h 529070"/>
                <a:gd name="connsiteX231" fmla="*/ 2250043 w 2912392"/>
                <a:gd name="connsiteY231" fmla="*/ 196926 h 529070"/>
                <a:gd name="connsiteX232" fmla="*/ 2259787 w 2912392"/>
                <a:gd name="connsiteY232" fmla="*/ 191161 h 529070"/>
                <a:gd name="connsiteX233" fmla="*/ 2269531 w 2912392"/>
                <a:gd name="connsiteY233" fmla="*/ 185486 h 529070"/>
                <a:gd name="connsiteX234" fmla="*/ 2279260 w 2912392"/>
                <a:gd name="connsiteY234" fmla="*/ 179907 h 529070"/>
                <a:gd name="connsiteX235" fmla="*/ 2289004 w 2912392"/>
                <a:gd name="connsiteY235" fmla="*/ 174428 h 529070"/>
                <a:gd name="connsiteX236" fmla="*/ 2298748 w 2912392"/>
                <a:gd name="connsiteY236" fmla="*/ 169057 h 529070"/>
                <a:gd name="connsiteX237" fmla="*/ 2308492 w 2912392"/>
                <a:gd name="connsiteY237" fmla="*/ 163795 h 529070"/>
                <a:gd name="connsiteX238" fmla="*/ 2318236 w 2912392"/>
                <a:gd name="connsiteY238" fmla="*/ 158650 h 529070"/>
                <a:gd name="connsiteX239" fmla="*/ 2327965 w 2912392"/>
                <a:gd name="connsiteY239" fmla="*/ 153625 h 529070"/>
                <a:gd name="connsiteX240" fmla="*/ 2337709 w 2912392"/>
                <a:gd name="connsiteY240" fmla="*/ 148723 h 529070"/>
                <a:gd name="connsiteX241" fmla="*/ 2347453 w 2912392"/>
                <a:gd name="connsiteY241" fmla="*/ 143950 h 529070"/>
                <a:gd name="connsiteX242" fmla="*/ 2357197 w 2912392"/>
                <a:gd name="connsiteY242" fmla="*/ 139307 h 529070"/>
                <a:gd name="connsiteX243" fmla="*/ 2366926 w 2912392"/>
                <a:gd name="connsiteY243" fmla="*/ 134800 h 529070"/>
                <a:gd name="connsiteX244" fmla="*/ 2376670 w 2912392"/>
                <a:gd name="connsiteY244" fmla="*/ 130430 h 529070"/>
                <a:gd name="connsiteX245" fmla="*/ 2386413 w 2912392"/>
                <a:gd name="connsiteY245" fmla="*/ 126199 h 529070"/>
                <a:gd name="connsiteX246" fmla="*/ 2396157 w 2912392"/>
                <a:gd name="connsiteY246" fmla="*/ 122112 h 529070"/>
                <a:gd name="connsiteX247" fmla="*/ 2405886 w 2912392"/>
                <a:gd name="connsiteY247" fmla="*/ 118168 h 529070"/>
                <a:gd name="connsiteX248" fmla="*/ 2415630 w 2912392"/>
                <a:gd name="connsiteY248" fmla="*/ 114371 h 529070"/>
                <a:gd name="connsiteX249" fmla="*/ 2425374 w 2912392"/>
                <a:gd name="connsiteY249" fmla="*/ 110720 h 529070"/>
                <a:gd name="connsiteX250" fmla="*/ 2435118 w 2912392"/>
                <a:gd name="connsiteY250" fmla="*/ 107219 h 529070"/>
                <a:gd name="connsiteX251" fmla="*/ 2444862 w 2912392"/>
                <a:gd name="connsiteY251" fmla="*/ 103867 h 529070"/>
                <a:gd name="connsiteX252" fmla="*/ 2454591 w 2912392"/>
                <a:gd name="connsiteY252" fmla="*/ 100665 h 529070"/>
                <a:gd name="connsiteX253" fmla="*/ 2464335 w 2912392"/>
                <a:gd name="connsiteY253" fmla="*/ 97612 h 529070"/>
                <a:gd name="connsiteX254" fmla="*/ 2474079 w 2912392"/>
                <a:gd name="connsiteY254" fmla="*/ 94708 h 529070"/>
                <a:gd name="connsiteX255" fmla="*/ 2483823 w 2912392"/>
                <a:gd name="connsiteY255" fmla="*/ 91953 h 529070"/>
                <a:gd name="connsiteX256" fmla="*/ 2493552 w 2912392"/>
                <a:gd name="connsiteY256" fmla="*/ 89346 h 529070"/>
                <a:gd name="connsiteX257" fmla="*/ 2503296 w 2912392"/>
                <a:gd name="connsiteY257" fmla="*/ 86886 h 529070"/>
                <a:gd name="connsiteX258" fmla="*/ 2513040 w 2912392"/>
                <a:gd name="connsiteY258" fmla="*/ 84573 h 529070"/>
                <a:gd name="connsiteX259" fmla="*/ 2522784 w 2912392"/>
                <a:gd name="connsiteY259" fmla="*/ 82400 h 529070"/>
                <a:gd name="connsiteX260" fmla="*/ 2532513 w 2912392"/>
                <a:gd name="connsiteY260" fmla="*/ 80371 h 529070"/>
                <a:gd name="connsiteX261" fmla="*/ 2542257 w 2912392"/>
                <a:gd name="connsiteY261" fmla="*/ 78480 h 529070"/>
                <a:gd name="connsiteX262" fmla="*/ 2552001 w 2912392"/>
                <a:gd name="connsiteY262" fmla="*/ 76725 h 529070"/>
                <a:gd name="connsiteX263" fmla="*/ 2561745 w 2912392"/>
                <a:gd name="connsiteY263" fmla="*/ 75106 h 529070"/>
                <a:gd name="connsiteX264" fmla="*/ 2571474 w 2912392"/>
                <a:gd name="connsiteY264" fmla="*/ 73616 h 529070"/>
                <a:gd name="connsiteX265" fmla="*/ 2581218 w 2912392"/>
                <a:gd name="connsiteY265" fmla="*/ 72253 h 529070"/>
                <a:gd name="connsiteX266" fmla="*/ 2590962 w 2912392"/>
                <a:gd name="connsiteY266" fmla="*/ 71013 h 529070"/>
                <a:gd name="connsiteX267" fmla="*/ 2600705 w 2912392"/>
                <a:gd name="connsiteY267" fmla="*/ 69894 h 529070"/>
                <a:gd name="connsiteX268" fmla="*/ 2610449 w 2912392"/>
                <a:gd name="connsiteY268" fmla="*/ 68891 h 529070"/>
                <a:gd name="connsiteX269" fmla="*/ 2620178 w 2912392"/>
                <a:gd name="connsiteY269" fmla="*/ 67999 h 529070"/>
                <a:gd name="connsiteX270" fmla="*/ 2629922 w 2912392"/>
                <a:gd name="connsiteY270" fmla="*/ 67215 h 529070"/>
                <a:gd name="connsiteX271" fmla="*/ 2639666 w 2912392"/>
                <a:gd name="connsiteY271" fmla="*/ 66534 h 529070"/>
                <a:gd name="connsiteX272" fmla="*/ 2649410 w 2912392"/>
                <a:gd name="connsiteY272" fmla="*/ 65952 h 529070"/>
                <a:gd name="connsiteX273" fmla="*/ 2659139 w 2912392"/>
                <a:gd name="connsiteY273" fmla="*/ 65463 h 529070"/>
                <a:gd name="connsiteX274" fmla="*/ 2668883 w 2912392"/>
                <a:gd name="connsiteY274" fmla="*/ 65064 h 529070"/>
                <a:gd name="connsiteX275" fmla="*/ 2678627 w 2912392"/>
                <a:gd name="connsiteY275" fmla="*/ 64748 h 529070"/>
                <a:gd name="connsiteX276" fmla="*/ 2688371 w 2912392"/>
                <a:gd name="connsiteY276" fmla="*/ 64511 h 529070"/>
                <a:gd name="connsiteX277" fmla="*/ 2698100 w 2912392"/>
                <a:gd name="connsiteY277" fmla="*/ 64347 h 529070"/>
                <a:gd name="connsiteX278" fmla="*/ 2707844 w 2912392"/>
                <a:gd name="connsiteY278" fmla="*/ 64253 h 529070"/>
                <a:gd name="connsiteX279" fmla="*/ 2717588 w 2912392"/>
                <a:gd name="connsiteY279" fmla="*/ 64222 h 529070"/>
                <a:gd name="connsiteX280" fmla="*/ 2727332 w 2912392"/>
                <a:gd name="connsiteY280" fmla="*/ 64250 h 529070"/>
                <a:gd name="connsiteX281" fmla="*/ 2737076 w 2912392"/>
                <a:gd name="connsiteY281" fmla="*/ 64331 h 529070"/>
                <a:gd name="connsiteX282" fmla="*/ 2746805 w 2912392"/>
                <a:gd name="connsiteY282" fmla="*/ 64460 h 529070"/>
                <a:gd name="connsiteX283" fmla="*/ 2756549 w 2912392"/>
                <a:gd name="connsiteY283" fmla="*/ 64633 h 529070"/>
                <a:gd name="connsiteX284" fmla="*/ 2766293 w 2912392"/>
                <a:gd name="connsiteY284" fmla="*/ 64843 h 529070"/>
                <a:gd name="connsiteX285" fmla="*/ 2776037 w 2912392"/>
                <a:gd name="connsiteY285" fmla="*/ 65085 h 529070"/>
                <a:gd name="connsiteX286" fmla="*/ 2785766 w 2912392"/>
                <a:gd name="connsiteY286" fmla="*/ 65356 h 529070"/>
                <a:gd name="connsiteX287" fmla="*/ 2795510 w 2912392"/>
                <a:gd name="connsiteY287" fmla="*/ 65649 h 529070"/>
                <a:gd name="connsiteX288" fmla="*/ 2805254 w 2912392"/>
                <a:gd name="connsiteY288" fmla="*/ 65961 h 529070"/>
                <a:gd name="connsiteX289" fmla="*/ 2814998 w 2912392"/>
                <a:gd name="connsiteY289" fmla="*/ 66286 h 529070"/>
                <a:gd name="connsiteX290" fmla="*/ 2824727 w 2912392"/>
                <a:gd name="connsiteY290" fmla="*/ 66619 h 529070"/>
                <a:gd name="connsiteX291" fmla="*/ 2834471 w 2912392"/>
                <a:gd name="connsiteY291" fmla="*/ 66957 h 529070"/>
                <a:gd name="connsiteX292" fmla="*/ 2844215 w 2912392"/>
                <a:gd name="connsiteY292" fmla="*/ 67296 h 529070"/>
                <a:gd name="connsiteX293" fmla="*/ 2853958 w 2912392"/>
                <a:gd name="connsiteY293" fmla="*/ 67629 h 529070"/>
                <a:gd name="connsiteX294" fmla="*/ 2863687 w 2912392"/>
                <a:gd name="connsiteY294" fmla="*/ 67956 h 529070"/>
                <a:gd name="connsiteX295" fmla="*/ 2873431 w 2912392"/>
                <a:gd name="connsiteY295" fmla="*/ 68270 h 529070"/>
                <a:gd name="connsiteX296" fmla="*/ 2883175 w 2912392"/>
                <a:gd name="connsiteY296" fmla="*/ 68568 h 529070"/>
                <a:gd name="connsiteX297" fmla="*/ 2892919 w 2912392"/>
                <a:gd name="connsiteY297" fmla="*/ 68847 h 529070"/>
                <a:gd name="connsiteX298" fmla="*/ 2902663 w 2912392"/>
                <a:gd name="connsiteY298" fmla="*/ 69103 h 529070"/>
                <a:gd name="connsiteX299" fmla="*/ 2912392 w 2912392"/>
                <a:gd name="connsiteY299" fmla="*/ 69334 h 52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29070">
                  <a:moveTo>
                    <a:pt x="0" y="4322"/>
                  </a:moveTo>
                  <a:lnTo>
                    <a:pt x="9739" y="3579"/>
                  </a:lnTo>
                  <a:lnTo>
                    <a:pt x="19480" y="2901"/>
                  </a:lnTo>
                  <a:lnTo>
                    <a:pt x="29221" y="2290"/>
                  </a:lnTo>
                  <a:lnTo>
                    <a:pt x="38961" y="1746"/>
                  </a:lnTo>
                  <a:lnTo>
                    <a:pt x="48702" y="1274"/>
                  </a:lnTo>
                  <a:lnTo>
                    <a:pt x="58443" y="873"/>
                  </a:lnTo>
                  <a:lnTo>
                    <a:pt x="68182" y="547"/>
                  </a:lnTo>
                  <a:lnTo>
                    <a:pt x="77923" y="293"/>
                  </a:lnTo>
                  <a:lnTo>
                    <a:pt x="87664" y="118"/>
                  </a:lnTo>
                  <a:lnTo>
                    <a:pt x="97404" y="19"/>
                  </a:lnTo>
                  <a:lnTo>
                    <a:pt x="107145" y="0"/>
                  </a:lnTo>
                  <a:lnTo>
                    <a:pt x="116886" y="60"/>
                  </a:lnTo>
                  <a:lnTo>
                    <a:pt x="126625" y="198"/>
                  </a:lnTo>
                  <a:lnTo>
                    <a:pt x="136366" y="420"/>
                  </a:lnTo>
                  <a:lnTo>
                    <a:pt x="146107" y="723"/>
                  </a:lnTo>
                  <a:lnTo>
                    <a:pt x="155846" y="1108"/>
                  </a:lnTo>
                  <a:lnTo>
                    <a:pt x="165587" y="1578"/>
                  </a:lnTo>
                  <a:lnTo>
                    <a:pt x="175328" y="2132"/>
                  </a:lnTo>
                  <a:lnTo>
                    <a:pt x="185068" y="2770"/>
                  </a:lnTo>
                  <a:lnTo>
                    <a:pt x="194809" y="3492"/>
                  </a:lnTo>
                  <a:lnTo>
                    <a:pt x="204550" y="4301"/>
                  </a:lnTo>
                  <a:lnTo>
                    <a:pt x="214289" y="5195"/>
                  </a:lnTo>
                  <a:lnTo>
                    <a:pt x="224030" y="6176"/>
                  </a:lnTo>
                  <a:lnTo>
                    <a:pt x="233771" y="7244"/>
                  </a:lnTo>
                  <a:lnTo>
                    <a:pt x="243510" y="8399"/>
                  </a:lnTo>
                  <a:lnTo>
                    <a:pt x="253251" y="9643"/>
                  </a:lnTo>
                  <a:lnTo>
                    <a:pt x="262992" y="10975"/>
                  </a:lnTo>
                  <a:lnTo>
                    <a:pt x="272732" y="12394"/>
                  </a:lnTo>
                  <a:lnTo>
                    <a:pt x="282473" y="13904"/>
                  </a:lnTo>
                  <a:lnTo>
                    <a:pt x="292214" y="15504"/>
                  </a:lnTo>
                  <a:lnTo>
                    <a:pt x="301953" y="17195"/>
                  </a:lnTo>
                  <a:lnTo>
                    <a:pt x="311694" y="18977"/>
                  </a:lnTo>
                  <a:lnTo>
                    <a:pt x="321435" y="20851"/>
                  </a:lnTo>
                  <a:lnTo>
                    <a:pt x="331175" y="22816"/>
                  </a:lnTo>
                  <a:lnTo>
                    <a:pt x="340916" y="24877"/>
                  </a:lnTo>
                  <a:lnTo>
                    <a:pt x="350656" y="27031"/>
                  </a:lnTo>
                  <a:lnTo>
                    <a:pt x="360396" y="29281"/>
                  </a:lnTo>
                  <a:lnTo>
                    <a:pt x="370137" y="31628"/>
                  </a:lnTo>
                  <a:lnTo>
                    <a:pt x="379878" y="34070"/>
                  </a:lnTo>
                  <a:lnTo>
                    <a:pt x="389617" y="36611"/>
                  </a:lnTo>
                  <a:lnTo>
                    <a:pt x="399358" y="39251"/>
                  </a:lnTo>
                  <a:lnTo>
                    <a:pt x="409099" y="41991"/>
                  </a:lnTo>
                  <a:lnTo>
                    <a:pt x="418839" y="44833"/>
                  </a:lnTo>
                  <a:lnTo>
                    <a:pt x="428580" y="47777"/>
                  </a:lnTo>
                  <a:lnTo>
                    <a:pt x="438321" y="50823"/>
                  </a:lnTo>
                  <a:lnTo>
                    <a:pt x="448060" y="53973"/>
                  </a:lnTo>
                  <a:lnTo>
                    <a:pt x="457801" y="57230"/>
                  </a:lnTo>
                  <a:lnTo>
                    <a:pt x="467542" y="60593"/>
                  </a:lnTo>
                  <a:lnTo>
                    <a:pt x="477281" y="64063"/>
                  </a:lnTo>
                  <a:lnTo>
                    <a:pt x="487022" y="67640"/>
                  </a:lnTo>
                  <a:lnTo>
                    <a:pt x="496763" y="71327"/>
                  </a:lnTo>
                  <a:lnTo>
                    <a:pt x="506503" y="75125"/>
                  </a:lnTo>
                  <a:lnTo>
                    <a:pt x="516244" y="79032"/>
                  </a:lnTo>
                  <a:lnTo>
                    <a:pt x="525985" y="83050"/>
                  </a:lnTo>
                  <a:lnTo>
                    <a:pt x="535724" y="87180"/>
                  </a:lnTo>
                  <a:lnTo>
                    <a:pt x="545465" y="91422"/>
                  </a:lnTo>
                  <a:lnTo>
                    <a:pt x="555206" y="95777"/>
                  </a:lnTo>
                  <a:lnTo>
                    <a:pt x="564946" y="100243"/>
                  </a:lnTo>
                  <a:lnTo>
                    <a:pt x="574687" y="104822"/>
                  </a:lnTo>
                  <a:lnTo>
                    <a:pt x="584428" y="109512"/>
                  </a:lnTo>
                  <a:lnTo>
                    <a:pt x="594167" y="114314"/>
                  </a:lnTo>
                  <a:lnTo>
                    <a:pt x="603908" y="119226"/>
                  </a:lnTo>
                  <a:lnTo>
                    <a:pt x="613649" y="124250"/>
                  </a:lnTo>
                  <a:lnTo>
                    <a:pt x="623388" y="129381"/>
                  </a:lnTo>
                  <a:lnTo>
                    <a:pt x="633129" y="134621"/>
                  </a:lnTo>
                  <a:lnTo>
                    <a:pt x="642870" y="139967"/>
                  </a:lnTo>
                  <a:lnTo>
                    <a:pt x="652610" y="145418"/>
                  </a:lnTo>
                  <a:lnTo>
                    <a:pt x="662351" y="150971"/>
                  </a:lnTo>
                  <a:lnTo>
                    <a:pt x="672092" y="156626"/>
                  </a:lnTo>
                  <a:lnTo>
                    <a:pt x="681831" y="162378"/>
                  </a:lnTo>
                  <a:lnTo>
                    <a:pt x="691572" y="168226"/>
                  </a:lnTo>
                  <a:lnTo>
                    <a:pt x="701313" y="174166"/>
                  </a:lnTo>
                  <a:lnTo>
                    <a:pt x="711052" y="180196"/>
                  </a:lnTo>
                  <a:lnTo>
                    <a:pt x="720793" y="186312"/>
                  </a:lnTo>
                  <a:lnTo>
                    <a:pt x="730534" y="192510"/>
                  </a:lnTo>
                  <a:lnTo>
                    <a:pt x="740274" y="198787"/>
                  </a:lnTo>
                  <a:lnTo>
                    <a:pt x="750015" y="205138"/>
                  </a:lnTo>
                  <a:lnTo>
                    <a:pt x="759756" y="211560"/>
                  </a:lnTo>
                  <a:lnTo>
                    <a:pt x="769495" y="218047"/>
                  </a:lnTo>
                  <a:lnTo>
                    <a:pt x="779236" y="224593"/>
                  </a:lnTo>
                  <a:lnTo>
                    <a:pt x="788977" y="231196"/>
                  </a:lnTo>
                  <a:lnTo>
                    <a:pt x="798717" y="237850"/>
                  </a:lnTo>
                  <a:lnTo>
                    <a:pt x="808458" y="244547"/>
                  </a:lnTo>
                  <a:lnTo>
                    <a:pt x="818199" y="251286"/>
                  </a:lnTo>
                  <a:lnTo>
                    <a:pt x="827938" y="258058"/>
                  </a:lnTo>
                  <a:lnTo>
                    <a:pt x="837679" y="264858"/>
                  </a:lnTo>
                  <a:lnTo>
                    <a:pt x="847420" y="271678"/>
                  </a:lnTo>
                  <a:lnTo>
                    <a:pt x="857159" y="278516"/>
                  </a:lnTo>
                  <a:lnTo>
                    <a:pt x="866900" y="285363"/>
                  </a:lnTo>
                  <a:lnTo>
                    <a:pt x="876641" y="292212"/>
                  </a:lnTo>
                  <a:lnTo>
                    <a:pt x="886381" y="299060"/>
                  </a:lnTo>
                  <a:lnTo>
                    <a:pt x="896122" y="305897"/>
                  </a:lnTo>
                  <a:lnTo>
                    <a:pt x="905863" y="312718"/>
                  </a:lnTo>
                  <a:lnTo>
                    <a:pt x="915602" y="319518"/>
                  </a:lnTo>
                  <a:lnTo>
                    <a:pt x="925343" y="326286"/>
                  </a:lnTo>
                  <a:lnTo>
                    <a:pt x="935084" y="333022"/>
                  </a:lnTo>
                  <a:lnTo>
                    <a:pt x="944824" y="339715"/>
                  </a:lnTo>
                  <a:lnTo>
                    <a:pt x="954564" y="346358"/>
                  </a:lnTo>
                  <a:lnTo>
                    <a:pt x="964305" y="352948"/>
                  </a:lnTo>
                  <a:lnTo>
                    <a:pt x="974045" y="359478"/>
                  </a:lnTo>
                  <a:lnTo>
                    <a:pt x="983786" y="365940"/>
                  </a:lnTo>
                  <a:lnTo>
                    <a:pt x="993522" y="372330"/>
                  </a:lnTo>
                  <a:lnTo>
                    <a:pt x="1003266" y="378641"/>
                  </a:lnTo>
                  <a:lnTo>
                    <a:pt x="1013010" y="384869"/>
                  </a:lnTo>
                  <a:lnTo>
                    <a:pt x="1022754" y="391006"/>
                  </a:lnTo>
                  <a:lnTo>
                    <a:pt x="1032483" y="397049"/>
                  </a:lnTo>
                  <a:lnTo>
                    <a:pt x="1042227" y="402991"/>
                  </a:lnTo>
                  <a:lnTo>
                    <a:pt x="1051971" y="408828"/>
                  </a:lnTo>
                  <a:lnTo>
                    <a:pt x="1061715" y="414555"/>
                  </a:lnTo>
                  <a:lnTo>
                    <a:pt x="1071444" y="420168"/>
                  </a:lnTo>
                  <a:lnTo>
                    <a:pt x="1081188" y="425662"/>
                  </a:lnTo>
                  <a:lnTo>
                    <a:pt x="1090932" y="431034"/>
                  </a:lnTo>
                  <a:lnTo>
                    <a:pt x="1100676" y="436279"/>
                  </a:lnTo>
                  <a:lnTo>
                    <a:pt x="1110405" y="441394"/>
                  </a:lnTo>
                  <a:lnTo>
                    <a:pt x="1120149" y="446376"/>
                  </a:lnTo>
                  <a:lnTo>
                    <a:pt x="1129893" y="451223"/>
                  </a:lnTo>
                  <a:lnTo>
                    <a:pt x="1139637" y="455930"/>
                  </a:lnTo>
                  <a:lnTo>
                    <a:pt x="1149381" y="460495"/>
                  </a:lnTo>
                  <a:lnTo>
                    <a:pt x="1159110" y="464918"/>
                  </a:lnTo>
                  <a:lnTo>
                    <a:pt x="1168854" y="469194"/>
                  </a:lnTo>
                  <a:lnTo>
                    <a:pt x="1178598" y="473324"/>
                  </a:lnTo>
                  <a:lnTo>
                    <a:pt x="1188341" y="477305"/>
                  </a:lnTo>
                  <a:lnTo>
                    <a:pt x="1198070" y="481136"/>
                  </a:lnTo>
                  <a:lnTo>
                    <a:pt x="1207814" y="484816"/>
                  </a:lnTo>
                  <a:lnTo>
                    <a:pt x="1217558" y="488345"/>
                  </a:lnTo>
                  <a:lnTo>
                    <a:pt x="1227302" y="491723"/>
                  </a:lnTo>
                  <a:lnTo>
                    <a:pt x="1237031" y="494947"/>
                  </a:lnTo>
                  <a:lnTo>
                    <a:pt x="1246775" y="498021"/>
                  </a:lnTo>
                  <a:lnTo>
                    <a:pt x="1256519" y="500941"/>
                  </a:lnTo>
                  <a:lnTo>
                    <a:pt x="1266263" y="503711"/>
                  </a:lnTo>
                  <a:lnTo>
                    <a:pt x="1276007" y="506328"/>
                  </a:lnTo>
                  <a:lnTo>
                    <a:pt x="1285736" y="508797"/>
                  </a:lnTo>
                  <a:lnTo>
                    <a:pt x="1295480" y="511116"/>
                  </a:lnTo>
                  <a:lnTo>
                    <a:pt x="1305224" y="513286"/>
                  </a:lnTo>
                  <a:lnTo>
                    <a:pt x="1314968" y="515310"/>
                  </a:lnTo>
                  <a:lnTo>
                    <a:pt x="1324697" y="517187"/>
                  </a:lnTo>
                  <a:lnTo>
                    <a:pt x="1334441" y="518920"/>
                  </a:lnTo>
                  <a:lnTo>
                    <a:pt x="1344185" y="520511"/>
                  </a:lnTo>
                  <a:lnTo>
                    <a:pt x="1353929" y="521959"/>
                  </a:lnTo>
                  <a:lnTo>
                    <a:pt x="1363658" y="523269"/>
                  </a:lnTo>
                  <a:lnTo>
                    <a:pt x="1373402" y="524440"/>
                  </a:lnTo>
                  <a:lnTo>
                    <a:pt x="1383146" y="525475"/>
                  </a:lnTo>
                  <a:lnTo>
                    <a:pt x="1392890" y="526377"/>
                  </a:lnTo>
                  <a:lnTo>
                    <a:pt x="1402619" y="527145"/>
                  </a:lnTo>
                  <a:lnTo>
                    <a:pt x="1412363" y="527783"/>
                  </a:lnTo>
                  <a:lnTo>
                    <a:pt x="1422106" y="528291"/>
                  </a:lnTo>
                  <a:lnTo>
                    <a:pt x="1431850" y="528673"/>
                  </a:lnTo>
                  <a:lnTo>
                    <a:pt x="1441594" y="528929"/>
                  </a:lnTo>
                  <a:lnTo>
                    <a:pt x="1451323" y="529061"/>
                  </a:lnTo>
                  <a:lnTo>
                    <a:pt x="1461067" y="529070"/>
                  </a:lnTo>
                  <a:lnTo>
                    <a:pt x="1470811" y="528960"/>
                  </a:lnTo>
                  <a:lnTo>
                    <a:pt x="1480555" y="528731"/>
                  </a:lnTo>
                  <a:lnTo>
                    <a:pt x="1490284" y="528383"/>
                  </a:lnTo>
                  <a:lnTo>
                    <a:pt x="1500028" y="527920"/>
                  </a:lnTo>
                  <a:lnTo>
                    <a:pt x="1509772" y="527340"/>
                  </a:lnTo>
                  <a:lnTo>
                    <a:pt x="1519516" y="526648"/>
                  </a:lnTo>
                  <a:lnTo>
                    <a:pt x="1529245" y="525843"/>
                  </a:lnTo>
                  <a:lnTo>
                    <a:pt x="1538989" y="524925"/>
                  </a:lnTo>
                  <a:lnTo>
                    <a:pt x="1548733" y="523896"/>
                  </a:lnTo>
                  <a:lnTo>
                    <a:pt x="1558477" y="522758"/>
                  </a:lnTo>
                  <a:lnTo>
                    <a:pt x="1568221" y="521509"/>
                  </a:lnTo>
                  <a:lnTo>
                    <a:pt x="1577950" y="520150"/>
                  </a:lnTo>
                  <a:lnTo>
                    <a:pt x="1587694" y="518684"/>
                  </a:lnTo>
                  <a:lnTo>
                    <a:pt x="1597438" y="517108"/>
                  </a:lnTo>
                  <a:lnTo>
                    <a:pt x="1607182" y="515424"/>
                  </a:lnTo>
                  <a:lnTo>
                    <a:pt x="1616911" y="513632"/>
                  </a:lnTo>
                  <a:lnTo>
                    <a:pt x="1626655" y="511731"/>
                  </a:lnTo>
                  <a:lnTo>
                    <a:pt x="1636399" y="509722"/>
                  </a:lnTo>
                  <a:lnTo>
                    <a:pt x="1646142" y="507605"/>
                  </a:lnTo>
                  <a:lnTo>
                    <a:pt x="1655872" y="505379"/>
                  </a:lnTo>
                  <a:lnTo>
                    <a:pt x="1665616" y="503043"/>
                  </a:lnTo>
                  <a:lnTo>
                    <a:pt x="1675359" y="500600"/>
                  </a:lnTo>
                  <a:lnTo>
                    <a:pt x="1685103" y="498045"/>
                  </a:lnTo>
                  <a:lnTo>
                    <a:pt x="1694832" y="495381"/>
                  </a:lnTo>
                  <a:lnTo>
                    <a:pt x="1704576" y="492605"/>
                  </a:lnTo>
                  <a:lnTo>
                    <a:pt x="1714320" y="489719"/>
                  </a:lnTo>
                  <a:lnTo>
                    <a:pt x="1724064" y="486721"/>
                  </a:lnTo>
                  <a:lnTo>
                    <a:pt x="1733808" y="483612"/>
                  </a:lnTo>
                  <a:lnTo>
                    <a:pt x="1743537" y="480391"/>
                  </a:lnTo>
                  <a:lnTo>
                    <a:pt x="1753281" y="477056"/>
                  </a:lnTo>
                  <a:lnTo>
                    <a:pt x="1763025" y="473610"/>
                  </a:lnTo>
                  <a:lnTo>
                    <a:pt x="1772769" y="470049"/>
                  </a:lnTo>
                  <a:lnTo>
                    <a:pt x="1782498" y="466375"/>
                  </a:lnTo>
                  <a:lnTo>
                    <a:pt x="1792242" y="462590"/>
                  </a:lnTo>
                  <a:lnTo>
                    <a:pt x="1801986" y="458689"/>
                  </a:lnTo>
                  <a:lnTo>
                    <a:pt x="1811730" y="454675"/>
                  </a:lnTo>
                  <a:lnTo>
                    <a:pt x="1821459" y="450550"/>
                  </a:lnTo>
                  <a:lnTo>
                    <a:pt x="1831203" y="446312"/>
                  </a:lnTo>
                  <a:lnTo>
                    <a:pt x="1840947" y="441962"/>
                  </a:lnTo>
                  <a:lnTo>
                    <a:pt x="1850691" y="437501"/>
                  </a:lnTo>
                  <a:lnTo>
                    <a:pt x="1860435" y="432932"/>
                  </a:lnTo>
                  <a:lnTo>
                    <a:pt x="1870164" y="428252"/>
                  </a:lnTo>
                  <a:lnTo>
                    <a:pt x="1879908" y="423465"/>
                  </a:lnTo>
                  <a:lnTo>
                    <a:pt x="1889652" y="418572"/>
                  </a:lnTo>
                  <a:lnTo>
                    <a:pt x="1899395" y="413576"/>
                  </a:lnTo>
                  <a:lnTo>
                    <a:pt x="1909124" y="408478"/>
                  </a:lnTo>
                  <a:lnTo>
                    <a:pt x="1918868" y="403278"/>
                  </a:lnTo>
                  <a:lnTo>
                    <a:pt x="1928612" y="397983"/>
                  </a:lnTo>
                  <a:lnTo>
                    <a:pt x="1938356" y="392593"/>
                  </a:lnTo>
                  <a:lnTo>
                    <a:pt x="1948085" y="387110"/>
                  </a:lnTo>
                  <a:lnTo>
                    <a:pt x="1957829" y="381538"/>
                  </a:lnTo>
                  <a:lnTo>
                    <a:pt x="1967573" y="375882"/>
                  </a:lnTo>
                  <a:lnTo>
                    <a:pt x="1977317" y="370143"/>
                  </a:lnTo>
                  <a:lnTo>
                    <a:pt x="1987046" y="364326"/>
                  </a:lnTo>
                  <a:lnTo>
                    <a:pt x="1996790" y="358437"/>
                  </a:lnTo>
                  <a:lnTo>
                    <a:pt x="2006534" y="352477"/>
                  </a:lnTo>
                  <a:lnTo>
                    <a:pt x="2016278" y="346452"/>
                  </a:lnTo>
                  <a:lnTo>
                    <a:pt x="2026022" y="340366"/>
                  </a:lnTo>
                  <a:lnTo>
                    <a:pt x="2035751" y="334226"/>
                  </a:lnTo>
                  <a:lnTo>
                    <a:pt x="2045495" y="328035"/>
                  </a:lnTo>
                  <a:lnTo>
                    <a:pt x="2055239" y="321799"/>
                  </a:lnTo>
                  <a:lnTo>
                    <a:pt x="2064983" y="315523"/>
                  </a:lnTo>
                  <a:lnTo>
                    <a:pt x="2074712" y="309215"/>
                  </a:lnTo>
                  <a:lnTo>
                    <a:pt x="2084456" y="302877"/>
                  </a:lnTo>
                  <a:lnTo>
                    <a:pt x="2094200" y="296518"/>
                  </a:lnTo>
                  <a:lnTo>
                    <a:pt x="2103944" y="290143"/>
                  </a:lnTo>
                  <a:lnTo>
                    <a:pt x="2113673" y="283758"/>
                  </a:lnTo>
                  <a:lnTo>
                    <a:pt x="2123417" y="277370"/>
                  </a:lnTo>
                  <a:lnTo>
                    <a:pt x="2133161" y="270984"/>
                  </a:lnTo>
                  <a:lnTo>
                    <a:pt x="2142905" y="264607"/>
                  </a:lnTo>
                  <a:lnTo>
                    <a:pt x="2152649" y="258247"/>
                  </a:lnTo>
                  <a:lnTo>
                    <a:pt x="2162377" y="251909"/>
                  </a:lnTo>
                  <a:lnTo>
                    <a:pt x="2172121" y="245599"/>
                  </a:lnTo>
                  <a:lnTo>
                    <a:pt x="2181865" y="239325"/>
                  </a:lnTo>
                  <a:lnTo>
                    <a:pt x="2191609" y="233093"/>
                  </a:lnTo>
                  <a:lnTo>
                    <a:pt x="2201338" y="226908"/>
                  </a:lnTo>
                  <a:lnTo>
                    <a:pt x="2211082" y="220778"/>
                  </a:lnTo>
                  <a:lnTo>
                    <a:pt x="2220826" y="214708"/>
                  </a:lnTo>
                  <a:lnTo>
                    <a:pt x="2230570" y="208706"/>
                  </a:lnTo>
                  <a:lnTo>
                    <a:pt x="2240299" y="202777"/>
                  </a:lnTo>
                  <a:lnTo>
                    <a:pt x="2250043" y="196926"/>
                  </a:lnTo>
                  <a:lnTo>
                    <a:pt x="2259787" y="191161"/>
                  </a:lnTo>
                  <a:lnTo>
                    <a:pt x="2269531" y="185486"/>
                  </a:lnTo>
                  <a:lnTo>
                    <a:pt x="2279260" y="179907"/>
                  </a:lnTo>
                  <a:lnTo>
                    <a:pt x="2289004" y="174428"/>
                  </a:lnTo>
                  <a:lnTo>
                    <a:pt x="2298748" y="169057"/>
                  </a:lnTo>
                  <a:lnTo>
                    <a:pt x="2308492" y="163795"/>
                  </a:lnTo>
                  <a:lnTo>
                    <a:pt x="2318236" y="158650"/>
                  </a:lnTo>
                  <a:lnTo>
                    <a:pt x="2327965" y="153625"/>
                  </a:lnTo>
                  <a:lnTo>
                    <a:pt x="2337709" y="148723"/>
                  </a:lnTo>
                  <a:lnTo>
                    <a:pt x="2347453" y="143950"/>
                  </a:lnTo>
                  <a:lnTo>
                    <a:pt x="2357197" y="139307"/>
                  </a:lnTo>
                  <a:lnTo>
                    <a:pt x="2366926" y="134800"/>
                  </a:lnTo>
                  <a:lnTo>
                    <a:pt x="2376670" y="130430"/>
                  </a:lnTo>
                  <a:lnTo>
                    <a:pt x="2386413" y="126199"/>
                  </a:lnTo>
                  <a:lnTo>
                    <a:pt x="2396157" y="122112"/>
                  </a:lnTo>
                  <a:lnTo>
                    <a:pt x="2405886" y="118168"/>
                  </a:lnTo>
                  <a:lnTo>
                    <a:pt x="2415630" y="114371"/>
                  </a:lnTo>
                  <a:lnTo>
                    <a:pt x="2425374" y="110720"/>
                  </a:lnTo>
                  <a:lnTo>
                    <a:pt x="2435118" y="107219"/>
                  </a:lnTo>
                  <a:lnTo>
                    <a:pt x="2444862" y="103867"/>
                  </a:lnTo>
                  <a:lnTo>
                    <a:pt x="2454591" y="100665"/>
                  </a:lnTo>
                  <a:lnTo>
                    <a:pt x="2464335" y="97612"/>
                  </a:lnTo>
                  <a:lnTo>
                    <a:pt x="2474079" y="94708"/>
                  </a:lnTo>
                  <a:lnTo>
                    <a:pt x="2483823" y="91953"/>
                  </a:lnTo>
                  <a:lnTo>
                    <a:pt x="2493552" y="89346"/>
                  </a:lnTo>
                  <a:lnTo>
                    <a:pt x="2503296" y="86886"/>
                  </a:lnTo>
                  <a:lnTo>
                    <a:pt x="2513040" y="84573"/>
                  </a:lnTo>
                  <a:lnTo>
                    <a:pt x="2522784" y="82400"/>
                  </a:lnTo>
                  <a:lnTo>
                    <a:pt x="2532513" y="80371"/>
                  </a:lnTo>
                  <a:lnTo>
                    <a:pt x="2542257" y="78480"/>
                  </a:lnTo>
                  <a:lnTo>
                    <a:pt x="2552001" y="76725"/>
                  </a:lnTo>
                  <a:lnTo>
                    <a:pt x="2561745" y="75106"/>
                  </a:lnTo>
                  <a:lnTo>
                    <a:pt x="2571474" y="73616"/>
                  </a:lnTo>
                  <a:lnTo>
                    <a:pt x="2581218" y="72253"/>
                  </a:lnTo>
                  <a:lnTo>
                    <a:pt x="2590962" y="71013"/>
                  </a:lnTo>
                  <a:lnTo>
                    <a:pt x="2600705" y="69894"/>
                  </a:lnTo>
                  <a:lnTo>
                    <a:pt x="2610449" y="68891"/>
                  </a:lnTo>
                  <a:lnTo>
                    <a:pt x="2620178" y="67999"/>
                  </a:lnTo>
                  <a:lnTo>
                    <a:pt x="2629922" y="67215"/>
                  </a:lnTo>
                  <a:lnTo>
                    <a:pt x="2639666" y="66534"/>
                  </a:lnTo>
                  <a:lnTo>
                    <a:pt x="2649410" y="65952"/>
                  </a:lnTo>
                  <a:lnTo>
                    <a:pt x="2659139" y="65463"/>
                  </a:lnTo>
                  <a:lnTo>
                    <a:pt x="2668883" y="65064"/>
                  </a:lnTo>
                  <a:lnTo>
                    <a:pt x="2678627" y="64748"/>
                  </a:lnTo>
                  <a:lnTo>
                    <a:pt x="2688371" y="64511"/>
                  </a:lnTo>
                  <a:lnTo>
                    <a:pt x="2698100" y="64347"/>
                  </a:lnTo>
                  <a:lnTo>
                    <a:pt x="2707844" y="64253"/>
                  </a:lnTo>
                  <a:lnTo>
                    <a:pt x="2717588" y="64222"/>
                  </a:lnTo>
                  <a:lnTo>
                    <a:pt x="2727332" y="64250"/>
                  </a:lnTo>
                  <a:lnTo>
                    <a:pt x="2737076" y="64331"/>
                  </a:lnTo>
                  <a:lnTo>
                    <a:pt x="2746805" y="64460"/>
                  </a:lnTo>
                  <a:lnTo>
                    <a:pt x="2756549" y="64633"/>
                  </a:lnTo>
                  <a:lnTo>
                    <a:pt x="2766293" y="64843"/>
                  </a:lnTo>
                  <a:lnTo>
                    <a:pt x="2776037" y="65085"/>
                  </a:lnTo>
                  <a:lnTo>
                    <a:pt x="2785766" y="65356"/>
                  </a:lnTo>
                  <a:lnTo>
                    <a:pt x="2795510" y="65649"/>
                  </a:lnTo>
                  <a:lnTo>
                    <a:pt x="2805254" y="65961"/>
                  </a:lnTo>
                  <a:lnTo>
                    <a:pt x="2814998" y="66286"/>
                  </a:lnTo>
                  <a:lnTo>
                    <a:pt x="2824727" y="66619"/>
                  </a:lnTo>
                  <a:lnTo>
                    <a:pt x="2834471" y="66957"/>
                  </a:lnTo>
                  <a:lnTo>
                    <a:pt x="2844215" y="67296"/>
                  </a:lnTo>
                  <a:lnTo>
                    <a:pt x="2853958" y="67629"/>
                  </a:lnTo>
                  <a:lnTo>
                    <a:pt x="2863687" y="67956"/>
                  </a:lnTo>
                  <a:lnTo>
                    <a:pt x="2873431" y="68270"/>
                  </a:lnTo>
                  <a:lnTo>
                    <a:pt x="2883175" y="68568"/>
                  </a:lnTo>
                  <a:lnTo>
                    <a:pt x="2892919" y="68847"/>
                  </a:lnTo>
                  <a:lnTo>
                    <a:pt x="2902663" y="69103"/>
                  </a:lnTo>
                  <a:lnTo>
                    <a:pt x="2912392" y="6933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4" name="Freeform 763">
              <a:extLst>
                <a:ext uri="{FF2B5EF4-FFF2-40B4-BE49-F238E27FC236}">
                  <a16:creationId xmlns:a16="http://schemas.microsoft.com/office/drawing/2014/main" id="{23F7ADB9-3569-9005-71A8-07FBC356326F}"/>
                </a:ext>
              </a:extLst>
            </p:cNvPr>
            <p:cNvSpPr/>
            <p:nvPr/>
          </p:nvSpPr>
          <p:spPr>
            <a:xfrm>
              <a:off x="576446" y="2776631"/>
              <a:ext cx="2912392" cy="1131041"/>
            </a:xfrm>
            <a:custGeom>
              <a:avLst/>
              <a:gdLst>
                <a:gd name="connsiteX0" fmla="*/ 0 w 2912392"/>
                <a:gd name="connsiteY0" fmla="*/ 1095901 h 1131041"/>
                <a:gd name="connsiteX1" fmla="*/ 9739 w 2912392"/>
                <a:gd name="connsiteY1" fmla="*/ 1094025 h 1131041"/>
                <a:gd name="connsiteX2" fmla="*/ 19480 w 2912392"/>
                <a:gd name="connsiteY2" fmla="*/ 1091838 h 1131041"/>
                <a:gd name="connsiteX3" fmla="*/ 29221 w 2912392"/>
                <a:gd name="connsiteY3" fmla="*/ 1089347 h 1131041"/>
                <a:gd name="connsiteX4" fmla="*/ 38961 w 2912392"/>
                <a:gd name="connsiteY4" fmla="*/ 1086562 h 1131041"/>
                <a:gd name="connsiteX5" fmla="*/ 48702 w 2912392"/>
                <a:gd name="connsiteY5" fmla="*/ 1083494 h 1131041"/>
                <a:gd name="connsiteX6" fmla="*/ 58443 w 2912392"/>
                <a:gd name="connsiteY6" fmla="*/ 1080154 h 1131041"/>
                <a:gd name="connsiteX7" fmla="*/ 68182 w 2912392"/>
                <a:gd name="connsiteY7" fmla="*/ 1076553 h 1131041"/>
                <a:gd name="connsiteX8" fmla="*/ 77923 w 2912392"/>
                <a:gd name="connsiteY8" fmla="*/ 1072703 h 1131041"/>
                <a:gd name="connsiteX9" fmla="*/ 87664 w 2912392"/>
                <a:gd name="connsiteY9" fmla="*/ 1068618 h 1131041"/>
                <a:gd name="connsiteX10" fmla="*/ 97404 w 2912392"/>
                <a:gd name="connsiteY10" fmla="*/ 1064307 h 1131041"/>
                <a:gd name="connsiteX11" fmla="*/ 107145 w 2912392"/>
                <a:gd name="connsiteY11" fmla="*/ 1059790 h 1131041"/>
                <a:gd name="connsiteX12" fmla="*/ 116886 w 2912392"/>
                <a:gd name="connsiteY12" fmla="*/ 1055077 h 1131041"/>
                <a:gd name="connsiteX13" fmla="*/ 126625 w 2912392"/>
                <a:gd name="connsiteY13" fmla="*/ 1050185 h 1131041"/>
                <a:gd name="connsiteX14" fmla="*/ 136366 w 2912392"/>
                <a:gd name="connsiteY14" fmla="*/ 1045126 h 1131041"/>
                <a:gd name="connsiteX15" fmla="*/ 146107 w 2912392"/>
                <a:gd name="connsiteY15" fmla="*/ 1039921 h 1131041"/>
                <a:gd name="connsiteX16" fmla="*/ 155846 w 2912392"/>
                <a:gd name="connsiteY16" fmla="*/ 1034582 h 1131041"/>
                <a:gd name="connsiteX17" fmla="*/ 165587 w 2912392"/>
                <a:gd name="connsiteY17" fmla="*/ 1029128 h 1131041"/>
                <a:gd name="connsiteX18" fmla="*/ 175328 w 2912392"/>
                <a:gd name="connsiteY18" fmla="*/ 1023573 h 1131041"/>
                <a:gd name="connsiteX19" fmla="*/ 185068 w 2912392"/>
                <a:gd name="connsiteY19" fmla="*/ 1017937 h 1131041"/>
                <a:gd name="connsiteX20" fmla="*/ 194809 w 2912392"/>
                <a:gd name="connsiteY20" fmla="*/ 1012237 h 1131041"/>
                <a:gd name="connsiteX21" fmla="*/ 204550 w 2912392"/>
                <a:gd name="connsiteY21" fmla="*/ 1006489 h 1131041"/>
                <a:gd name="connsiteX22" fmla="*/ 214289 w 2912392"/>
                <a:gd name="connsiteY22" fmla="*/ 1000709 h 1131041"/>
                <a:gd name="connsiteX23" fmla="*/ 224030 w 2912392"/>
                <a:gd name="connsiteY23" fmla="*/ 994920 h 1131041"/>
                <a:gd name="connsiteX24" fmla="*/ 233771 w 2912392"/>
                <a:gd name="connsiteY24" fmla="*/ 989134 h 1131041"/>
                <a:gd name="connsiteX25" fmla="*/ 243510 w 2912392"/>
                <a:gd name="connsiteY25" fmla="*/ 983371 h 1131041"/>
                <a:gd name="connsiteX26" fmla="*/ 253251 w 2912392"/>
                <a:gd name="connsiteY26" fmla="*/ 977650 h 1131041"/>
                <a:gd name="connsiteX27" fmla="*/ 262992 w 2912392"/>
                <a:gd name="connsiteY27" fmla="*/ 971989 h 1131041"/>
                <a:gd name="connsiteX28" fmla="*/ 272732 w 2912392"/>
                <a:gd name="connsiteY28" fmla="*/ 966402 h 1131041"/>
                <a:gd name="connsiteX29" fmla="*/ 282473 w 2912392"/>
                <a:gd name="connsiteY29" fmla="*/ 960907 h 1131041"/>
                <a:gd name="connsiteX30" fmla="*/ 292214 w 2912392"/>
                <a:gd name="connsiteY30" fmla="*/ 955522 h 1131041"/>
                <a:gd name="connsiteX31" fmla="*/ 301953 w 2912392"/>
                <a:gd name="connsiteY31" fmla="*/ 950266 h 1131041"/>
                <a:gd name="connsiteX32" fmla="*/ 311694 w 2912392"/>
                <a:gd name="connsiteY32" fmla="*/ 945151 h 1131041"/>
                <a:gd name="connsiteX33" fmla="*/ 321435 w 2912392"/>
                <a:gd name="connsiteY33" fmla="*/ 940194 h 1131041"/>
                <a:gd name="connsiteX34" fmla="*/ 331175 w 2912392"/>
                <a:gd name="connsiteY34" fmla="*/ 935413 h 1131041"/>
                <a:gd name="connsiteX35" fmla="*/ 340916 w 2912392"/>
                <a:gd name="connsiteY35" fmla="*/ 930821 h 1131041"/>
                <a:gd name="connsiteX36" fmla="*/ 350656 w 2912392"/>
                <a:gd name="connsiteY36" fmla="*/ 926432 h 1131041"/>
                <a:gd name="connsiteX37" fmla="*/ 360396 w 2912392"/>
                <a:gd name="connsiteY37" fmla="*/ 922260 h 1131041"/>
                <a:gd name="connsiteX38" fmla="*/ 370137 w 2912392"/>
                <a:gd name="connsiteY38" fmla="*/ 918321 h 1131041"/>
                <a:gd name="connsiteX39" fmla="*/ 379878 w 2912392"/>
                <a:gd name="connsiteY39" fmla="*/ 914625 h 1131041"/>
                <a:gd name="connsiteX40" fmla="*/ 389617 w 2912392"/>
                <a:gd name="connsiteY40" fmla="*/ 911183 h 1131041"/>
                <a:gd name="connsiteX41" fmla="*/ 399358 w 2912392"/>
                <a:gd name="connsiteY41" fmla="*/ 908010 h 1131041"/>
                <a:gd name="connsiteX42" fmla="*/ 409099 w 2912392"/>
                <a:gd name="connsiteY42" fmla="*/ 905113 h 1131041"/>
                <a:gd name="connsiteX43" fmla="*/ 418839 w 2912392"/>
                <a:gd name="connsiteY43" fmla="*/ 902503 h 1131041"/>
                <a:gd name="connsiteX44" fmla="*/ 428580 w 2912392"/>
                <a:gd name="connsiteY44" fmla="*/ 900188 h 1131041"/>
                <a:gd name="connsiteX45" fmla="*/ 438321 w 2912392"/>
                <a:gd name="connsiteY45" fmla="*/ 898178 h 1131041"/>
                <a:gd name="connsiteX46" fmla="*/ 448060 w 2912392"/>
                <a:gd name="connsiteY46" fmla="*/ 896478 h 1131041"/>
                <a:gd name="connsiteX47" fmla="*/ 457801 w 2912392"/>
                <a:gd name="connsiteY47" fmla="*/ 895095 h 1131041"/>
                <a:gd name="connsiteX48" fmla="*/ 467542 w 2912392"/>
                <a:gd name="connsiteY48" fmla="*/ 894034 h 1131041"/>
                <a:gd name="connsiteX49" fmla="*/ 477281 w 2912392"/>
                <a:gd name="connsiteY49" fmla="*/ 893301 h 1131041"/>
                <a:gd name="connsiteX50" fmla="*/ 487022 w 2912392"/>
                <a:gd name="connsiteY50" fmla="*/ 892897 h 1131041"/>
                <a:gd name="connsiteX51" fmla="*/ 496763 w 2912392"/>
                <a:gd name="connsiteY51" fmla="*/ 892826 h 1131041"/>
                <a:gd name="connsiteX52" fmla="*/ 506503 w 2912392"/>
                <a:gd name="connsiteY52" fmla="*/ 893088 h 1131041"/>
                <a:gd name="connsiteX53" fmla="*/ 516244 w 2912392"/>
                <a:gd name="connsiteY53" fmla="*/ 893684 h 1131041"/>
                <a:gd name="connsiteX54" fmla="*/ 525985 w 2912392"/>
                <a:gd name="connsiteY54" fmla="*/ 894614 h 1131041"/>
                <a:gd name="connsiteX55" fmla="*/ 535724 w 2912392"/>
                <a:gd name="connsiteY55" fmla="*/ 895876 h 1131041"/>
                <a:gd name="connsiteX56" fmla="*/ 545465 w 2912392"/>
                <a:gd name="connsiteY56" fmla="*/ 897467 h 1131041"/>
                <a:gd name="connsiteX57" fmla="*/ 555206 w 2912392"/>
                <a:gd name="connsiteY57" fmla="*/ 899383 h 1131041"/>
                <a:gd name="connsiteX58" fmla="*/ 564946 w 2912392"/>
                <a:gd name="connsiteY58" fmla="*/ 901621 h 1131041"/>
                <a:gd name="connsiteX59" fmla="*/ 574687 w 2912392"/>
                <a:gd name="connsiteY59" fmla="*/ 904175 h 1131041"/>
                <a:gd name="connsiteX60" fmla="*/ 584428 w 2912392"/>
                <a:gd name="connsiteY60" fmla="*/ 907038 h 1131041"/>
                <a:gd name="connsiteX61" fmla="*/ 594167 w 2912392"/>
                <a:gd name="connsiteY61" fmla="*/ 910201 h 1131041"/>
                <a:gd name="connsiteX62" fmla="*/ 603908 w 2912392"/>
                <a:gd name="connsiteY62" fmla="*/ 913659 h 1131041"/>
                <a:gd name="connsiteX63" fmla="*/ 613649 w 2912392"/>
                <a:gd name="connsiteY63" fmla="*/ 917400 h 1131041"/>
                <a:gd name="connsiteX64" fmla="*/ 623388 w 2912392"/>
                <a:gd name="connsiteY64" fmla="*/ 921414 h 1131041"/>
                <a:gd name="connsiteX65" fmla="*/ 633129 w 2912392"/>
                <a:gd name="connsiteY65" fmla="*/ 925693 h 1131041"/>
                <a:gd name="connsiteX66" fmla="*/ 642870 w 2912392"/>
                <a:gd name="connsiteY66" fmla="*/ 930221 h 1131041"/>
                <a:gd name="connsiteX67" fmla="*/ 652610 w 2912392"/>
                <a:gd name="connsiteY67" fmla="*/ 934987 h 1131041"/>
                <a:gd name="connsiteX68" fmla="*/ 662351 w 2912392"/>
                <a:gd name="connsiteY68" fmla="*/ 939980 h 1131041"/>
                <a:gd name="connsiteX69" fmla="*/ 672092 w 2912392"/>
                <a:gd name="connsiteY69" fmla="*/ 945182 h 1131041"/>
                <a:gd name="connsiteX70" fmla="*/ 681831 w 2912392"/>
                <a:gd name="connsiteY70" fmla="*/ 950580 h 1131041"/>
                <a:gd name="connsiteX71" fmla="*/ 691572 w 2912392"/>
                <a:gd name="connsiteY71" fmla="*/ 956160 h 1131041"/>
                <a:gd name="connsiteX72" fmla="*/ 701313 w 2912392"/>
                <a:gd name="connsiteY72" fmla="*/ 961905 h 1131041"/>
                <a:gd name="connsiteX73" fmla="*/ 711052 w 2912392"/>
                <a:gd name="connsiteY73" fmla="*/ 967798 h 1131041"/>
                <a:gd name="connsiteX74" fmla="*/ 720793 w 2912392"/>
                <a:gd name="connsiteY74" fmla="*/ 973821 h 1131041"/>
                <a:gd name="connsiteX75" fmla="*/ 730534 w 2912392"/>
                <a:gd name="connsiteY75" fmla="*/ 979961 h 1131041"/>
                <a:gd name="connsiteX76" fmla="*/ 740274 w 2912392"/>
                <a:gd name="connsiteY76" fmla="*/ 986195 h 1131041"/>
                <a:gd name="connsiteX77" fmla="*/ 750015 w 2912392"/>
                <a:gd name="connsiteY77" fmla="*/ 992509 h 1131041"/>
                <a:gd name="connsiteX78" fmla="*/ 759756 w 2912392"/>
                <a:gd name="connsiteY78" fmla="*/ 998883 h 1131041"/>
                <a:gd name="connsiteX79" fmla="*/ 769495 w 2912392"/>
                <a:gd name="connsiteY79" fmla="*/ 1005297 h 1131041"/>
                <a:gd name="connsiteX80" fmla="*/ 779236 w 2912392"/>
                <a:gd name="connsiteY80" fmla="*/ 1011735 h 1131041"/>
                <a:gd name="connsiteX81" fmla="*/ 788977 w 2912392"/>
                <a:gd name="connsiteY81" fmla="*/ 1018177 h 1131041"/>
                <a:gd name="connsiteX82" fmla="*/ 798717 w 2912392"/>
                <a:gd name="connsiteY82" fmla="*/ 1024603 h 1131041"/>
                <a:gd name="connsiteX83" fmla="*/ 808458 w 2912392"/>
                <a:gd name="connsiteY83" fmla="*/ 1030996 h 1131041"/>
                <a:gd name="connsiteX84" fmla="*/ 818199 w 2912392"/>
                <a:gd name="connsiteY84" fmla="*/ 1037337 h 1131041"/>
                <a:gd name="connsiteX85" fmla="*/ 827938 w 2912392"/>
                <a:gd name="connsiteY85" fmla="*/ 1043607 h 1131041"/>
                <a:gd name="connsiteX86" fmla="*/ 837679 w 2912392"/>
                <a:gd name="connsiteY86" fmla="*/ 1049787 h 1131041"/>
                <a:gd name="connsiteX87" fmla="*/ 847420 w 2912392"/>
                <a:gd name="connsiteY87" fmla="*/ 1055860 h 1131041"/>
                <a:gd name="connsiteX88" fmla="*/ 857159 w 2912392"/>
                <a:gd name="connsiteY88" fmla="*/ 1061806 h 1131041"/>
                <a:gd name="connsiteX89" fmla="*/ 866900 w 2912392"/>
                <a:gd name="connsiteY89" fmla="*/ 1067609 h 1131041"/>
                <a:gd name="connsiteX90" fmla="*/ 876641 w 2912392"/>
                <a:gd name="connsiteY90" fmla="*/ 1073250 h 1131041"/>
                <a:gd name="connsiteX91" fmla="*/ 886381 w 2912392"/>
                <a:gd name="connsiteY91" fmla="*/ 1078715 h 1131041"/>
                <a:gd name="connsiteX92" fmla="*/ 896122 w 2912392"/>
                <a:gd name="connsiteY92" fmla="*/ 1083984 h 1131041"/>
                <a:gd name="connsiteX93" fmla="*/ 905863 w 2912392"/>
                <a:gd name="connsiteY93" fmla="*/ 1089044 h 1131041"/>
                <a:gd name="connsiteX94" fmla="*/ 915602 w 2912392"/>
                <a:gd name="connsiteY94" fmla="*/ 1093879 h 1131041"/>
                <a:gd name="connsiteX95" fmla="*/ 925343 w 2912392"/>
                <a:gd name="connsiteY95" fmla="*/ 1098474 h 1131041"/>
                <a:gd name="connsiteX96" fmla="*/ 935084 w 2912392"/>
                <a:gd name="connsiteY96" fmla="*/ 1102814 h 1131041"/>
                <a:gd name="connsiteX97" fmla="*/ 944824 w 2912392"/>
                <a:gd name="connsiteY97" fmla="*/ 1106887 h 1131041"/>
                <a:gd name="connsiteX98" fmla="*/ 954564 w 2912392"/>
                <a:gd name="connsiteY98" fmla="*/ 1110680 h 1131041"/>
                <a:gd name="connsiteX99" fmla="*/ 964305 w 2912392"/>
                <a:gd name="connsiteY99" fmla="*/ 1114180 h 1131041"/>
                <a:gd name="connsiteX100" fmla="*/ 974045 w 2912392"/>
                <a:gd name="connsiteY100" fmla="*/ 1117378 h 1131041"/>
                <a:gd name="connsiteX101" fmla="*/ 983786 w 2912392"/>
                <a:gd name="connsiteY101" fmla="*/ 1120260 h 1131041"/>
                <a:gd name="connsiteX102" fmla="*/ 993522 w 2912392"/>
                <a:gd name="connsiteY102" fmla="*/ 1122820 h 1131041"/>
                <a:gd name="connsiteX103" fmla="*/ 1003266 w 2912392"/>
                <a:gd name="connsiteY103" fmla="*/ 1125047 h 1131041"/>
                <a:gd name="connsiteX104" fmla="*/ 1013010 w 2912392"/>
                <a:gd name="connsiteY104" fmla="*/ 1126934 h 1131041"/>
                <a:gd name="connsiteX105" fmla="*/ 1022754 w 2912392"/>
                <a:gd name="connsiteY105" fmla="*/ 1128473 h 1131041"/>
                <a:gd name="connsiteX106" fmla="*/ 1032483 w 2912392"/>
                <a:gd name="connsiteY106" fmla="*/ 1129659 h 1131041"/>
                <a:gd name="connsiteX107" fmla="*/ 1042227 w 2912392"/>
                <a:gd name="connsiteY107" fmla="*/ 1130484 h 1131041"/>
                <a:gd name="connsiteX108" fmla="*/ 1051971 w 2912392"/>
                <a:gd name="connsiteY108" fmla="*/ 1130947 h 1131041"/>
                <a:gd name="connsiteX109" fmla="*/ 1061715 w 2912392"/>
                <a:gd name="connsiteY109" fmla="*/ 1131041 h 1131041"/>
                <a:gd name="connsiteX110" fmla="*/ 1071444 w 2912392"/>
                <a:gd name="connsiteY110" fmla="*/ 1130767 h 1131041"/>
                <a:gd name="connsiteX111" fmla="*/ 1081188 w 2912392"/>
                <a:gd name="connsiteY111" fmla="*/ 1130119 h 1131041"/>
                <a:gd name="connsiteX112" fmla="*/ 1090932 w 2912392"/>
                <a:gd name="connsiteY112" fmla="*/ 1129098 h 1131041"/>
                <a:gd name="connsiteX113" fmla="*/ 1100676 w 2912392"/>
                <a:gd name="connsiteY113" fmla="*/ 1127704 h 1131041"/>
                <a:gd name="connsiteX114" fmla="*/ 1110405 w 2912392"/>
                <a:gd name="connsiteY114" fmla="*/ 1125935 h 1131041"/>
                <a:gd name="connsiteX115" fmla="*/ 1120149 w 2912392"/>
                <a:gd name="connsiteY115" fmla="*/ 1123796 h 1131041"/>
                <a:gd name="connsiteX116" fmla="*/ 1129893 w 2912392"/>
                <a:gd name="connsiteY116" fmla="*/ 1121285 h 1131041"/>
                <a:gd name="connsiteX117" fmla="*/ 1139637 w 2912392"/>
                <a:gd name="connsiteY117" fmla="*/ 1118408 h 1131041"/>
                <a:gd name="connsiteX118" fmla="*/ 1149381 w 2912392"/>
                <a:gd name="connsiteY118" fmla="*/ 1115168 h 1131041"/>
                <a:gd name="connsiteX119" fmla="*/ 1159110 w 2912392"/>
                <a:gd name="connsiteY119" fmla="*/ 1111570 h 1131041"/>
                <a:gd name="connsiteX120" fmla="*/ 1168854 w 2912392"/>
                <a:gd name="connsiteY120" fmla="*/ 1107616 h 1131041"/>
                <a:gd name="connsiteX121" fmla="*/ 1178598 w 2912392"/>
                <a:gd name="connsiteY121" fmla="*/ 1103313 h 1131041"/>
                <a:gd name="connsiteX122" fmla="*/ 1188341 w 2912392"/>
                <a:gd name="connsiteY122" fmla="*/ 1098667 h 1131041"/>
                <a:gd name="connsiteX123" fmla="*/ 1198070 w 2912392"/>
                <a:gd name="connsiteY123" fmla="*/ 1093687 h 1131041"/>
                <a:gd name="connsiteX124" fmla="*/ 1207814 w 2912392"/>
                <a:gd name="connsiteY124" fmla="*/ 1088378 h 1131041"/>
                <a:gd name="connsiteX125" fmla="*/ 1217558 w 2912392"/>
                <a:gd name="connsiteY125" fmla="*/ 1082748 h 1131041"/>
                <a:gd name="connsiteX126" fmla="*/ 1227302 w 2912392"/>
                <a:gd name="connsiteY126" fmla="*/ 1076805 h 1131041"/>
                <a:gd name="connsiteX127" fmla="*/ 1237031 w 2912392"/>
                <a:gd name="connsiteY127" fmla="*/ 1070559 h 1131041"/>
                <a:gd name="connsiteX128" fmla="*/ 1246775 w 2912392"/>
                <a:gd name="connsiteY128" fmla="*/ 1064017 h 1131041"/>
                <a:gd name="connsiteX129" fmla="*/ 1256519 w 2912392"/>
                <a:gd name="connsiteY129" fmla="*/ 1057190 h 1131041"/>
                <a:gd name="connsiteX130" fmla="*/ 1266263 w 2912392"/>
                <a:gd name="connsiteY130" fmla="*/ 1050086 h 1131041"/>
                <a:gd name="connsiteX131" fmla="*/ 1276007 w 2912392"/>
                <a:gd name="connsiteY131" fmla="*/ 1042717 h 1131041"/>
                <a:gd name="connsiteX132" fmla="*/ 1285736 w 2912392"/>
                <a:gd name="connsiteY132" fmla="*/ 1035093 h 1131041"/>
                <a:gd name="connsiteX133" fmla="*/ 1295480 w 2912392"/>
                <a:gd name="connsiteY133" fmla="*/ 1027222 h 1131041"/>
                <a:gd name="connsiteX134" fmla="*/ 1305224 w 2912392"/>
                <a:gd name="connsiteY134" fmla="*/ 1019117 h 1131041"/>
                <a:gd name="connsiteX135" fmla="*/ 1314968 w 2912392"/>
                <a:gd name="connsiteY135" fmla="*/ 1010787 h 1131041"/>
                <a:gd name="connsiteX136" fmla="*/ 1324697 w 2912392"/>
                <a:gd name="connsiteY136" fmla="*/ 1002243 h 1131041"/>
                <a:gd name="connsiteX137" fmla="*/ 1334441 w 2912392"/>
                <a:gd name="connsiteY137" fmla="*/ 993495 h 1131041"/>
                <a:gd name="connsiteX138" fmla="*/ 1344185 w 2912392"/>
                <a:gd name="connsiteY138" fmla="*/ 984556 h 1131041"/>
                <a:gd name="connsiteX139" fmla="*/ 1353929 w 2912392"/>
                <a:gd name="connsiteY139" fmla="*/ 975433 h 1131041"/>
                <a:gd name="connsiteX140" fmla="*/ 1363658 w 2912392"/>
                <a:gd name="connsiteY140" fmla="*/ 966139 h 1131041"/>
                <a:gd name="connsiteX141" fmla="*/ 1373402 w 2912392"/>
                <a:gd name="connsiteY141" fmla="*/ 956684 h 1131041"/>
                <a:gd name="connsiteX142" fmla="*/ 1383146 w 2912392"/>
                <a:gd name="connsiteY142" fmla="*/ 947078 h 1131041"/>
                <a:gd name="connsiteX143" fmla="*/ 1392890 w 2912392"/>
                <a:gd name="connsiteY143" fmla="*/ 937329 h 1131041"/>
                <a:gd name="connsiteX144" fmla="*/ 1402619 w 2912392"/>
                <a:gd name="connsiteY144" fmla="*/ 927450 h 1131041"/>
                <a:gd name="connsiteX145" fmla="*/ 1412363 w 2912392"/>
                <a:gd name="connsiteY145" fmla="*/ 917449 h 1131041"/>
                <a:gd name="connsiteX146" fmla="*/ 1422106 w 2912392"/>
                <a:gd name="connsiteY146" fmla="*/ 907335 h 1131041"/>
                <a:gd name="connsiteX147" fmla="*/ 1431850 w 2912392"/>
                <a:gd name="connsiteY147" fmla="*/ 897117 h 1131041"/>
                <a:gd name="connsiteX148" fmla="*/ 1441594 w 2912392"/>
                <a:gd name="connsiteY148" fmla="*/ 886804 h 1131041"/>
                <a:gd name="connsiteX149" fmla="*/ 1451323 w 2912392"/>
                <a:gd name="connsiteY149" fmla="*/ 876406 h 1131041"/>
                <a:gd name="connsiteX150" fmla="*/ 1461067 w 2912392"/>
                <a:gd name="connsiteY150" fmla="*/ 865927 h 1131041"/>
                <a:gd name="connsiteX151" fmla="*/ 1470811 w 2912392"/>
                <a:gd name="connsiteY151" fmla="*/ 855379 h 1131041"/>
                <a:gd name="connsiteX152" fmla="*/ 1480555 w 2912392"/>
                <a:gd name="connsiteY152" fmla="*/ 844766 h 1131041"/>
                <a:gd name="connsiteX153" fmla="*/ 1490284 w 2912392"/>
                <a:gd name="connsiteY153" fmla="*/ 834097 h 1131041"/>
                <a:gd name="connsiteX154" fmla="*/ 1500028 w 2912392"/>
                <a:gd name="connsiteY154" fmla="*/ 823379 h 1131041"/>
                <a:gd name="connsiteX155" fmla="*/ 1509772 w 2912392"/>
                <a:gd name="connsiteY155" fmla="*/ 812616 h 1131041"/>
                <a:gd name="connsiteX156" fmla="*/ 1519516 w 2912392"/>
                <a:gd name="connsiteY156" fmla="*/ 801814 h 1131041"/>
                <a:gd name="connsiteX157" fmla="*/ 1529245 w 2912392"/>
                <a:gd name="connsiteY157" fmla="*/ 790981 h 1131041"/>
                <a:gd name="connsiteX158" fmla="*/ 1538989 w 2912392"/>
                <a:gd name="connsiteY158" fmla="*/ 780120 h 1131041"/>
                <a:gd name="connsiteX159" fmla="*/ 1548733 w 2912392"/>
                <a:gd name="connsiteY159" fmla="*/ 769236 h 1131041"/>
                <a:gd name="connsiteX160" fmla="*/ 1558477 w 2912392"/>
                <a:gd name="connsiteY160" fmla="*/ 758333 h 1131041"/>
                <a:gd name="connsiteX161" fmla="*/ 1568221 w 2912392"/>
                <a:gd name="connsiteY161" fmla="*/ 747415 h 1131041"/>
                <a:gd name="connsiteX162" fmla="*/ 1577950 w 2912392"/>
                <a:gd name="connsiteY162" fmla="*/ 736486 h 1131041"/>
                <a:gd name="connsiteX163" fmla="*/ 1587694 w 2912392"/>
                <a:gd name="connsiteY163" fmla="*/ 725549 h 1131041"/>
                <a:gd name="connsiteX164" fmla="*/ 1597438 w 2912392"/>
                <a:gd name="connsiteY164" fmla="*/ 714606 h 1131041"/>
                <a:gd name="connsiteX165" fmla="*/ 1607182 w 2912392"/>
                <a:gd name="connsiteY165" fmla="*/ 703661 h 1131041"/>
                <a:gd name="connsiteX166" fmla="*/ 1616911 w 2912392"/>
                <a:gd name="connsiteY166" fmla="*/ 692715 h 1131041"/>
                <a:gd name="connsiteX167" fmla="*/ 1626655 w 2912392"/>
                <a:gd name="connsiteY167" fmla="*/ 681770 h 1131041"/>
                <a:gd name="connsiteX168" fmla="*/ 1636399 w 2912392"/>
                <a:gd name="connsiteY168" fmla="*/ 670828 h 1131041"/>
                <a:gd name="connsiteX169" fmla="*/ 1646142 w 2912392"/>
                <a:gd name="connsiteY169" fmla="*/ 659891 h 1131041"/>
                <a:gd name="connsiteX170" fmla="*/ 1655872 w 2912392"/>
                <a:gd name="connsiteY170" fmla="*/ 648959 h 1131041"/>
                <a:gd name="connsiteX171" fmla="*/ 1665616 w 2912392"/>
                <a:gd name="connsiteY171" fmla="*/ 638034 h 1131041"/>
                <a:gd name="connsiteX172" fmla="*/ 1675359 w 2912392"/>
                <a:gd name="connsiteY172" fmla="*/ 627116 h 1131041"/>
                <a:gd name="connsiteX173" fmla="*/ 1685103 w 2912392"/>
                <a:gd name="connsiteY173" fmla="*/ 616206 h 1131041"/>
                <a:gd name="connsiteX174" fmla="*/ 1694832 w 2912392"/>
                <a:gd name="connsiteY174" fmla="*/ 605304 h 1131041"/>
                <a:gd name="connsiteX175" fmla="*/ 1704576 w 2912392"/>
                <a:gd name="connsiteY175" fmla="*/ 594410 h 1131041"/>
                <a:gd name="connsiteX176" fmla="*/ 1714320 w 2912392"/>
                <a:gd name="connsiteY176" fmla="*/ 583525 h 1131041"/>
                <a:gd name="connsiteX177" fmla="*/ 1724064 w 2912392"/>
                <a:gd name="connsiteY177" fmla="*/ 572648 h 1131041"/>
                <a:gd name="connsiteX178" fmla="*/ 1733808 w 2912392"/>
                <a:gd name="connsiteY178" fmla="*/ 561781 h 1131041"/>
                <a:gd name="connsiteX179" fmla="*/ 1743537 w 2912392"/>
                <a:gd name="connsiteY179" fmla="*/ 550923 h 1131041"/>
                <a:gd name="connsiteX180" fmla="*/ 1753281 w 2912392"/>
                <a:gd name="connsiteY180" fmla="*/ 540073 h 1131041"/>
                <a:gd name="connsiteX181" fmla="*/ 1763025 w 2912392"/>
                <a:gd name="connsiteY181" fmla="*/ 529233 h 1131041"/>
                <a:gd name="connsiteX182" fmla="*/ 1772769 w 2912392"/>
                <a:gd name="connsiteY182" fmla="*/ 518401 h 1131041"/>
                <a:gd name="connsiteX183" fmla="*/ 1782498 w 2912392"/>
                <a:gd name="connsiteY183" fmla="*/ 507580 h 1131041"/>
                <a:gd name="connsiteX184" fmla="*/ 1792242 w 2912392"/>
                <a:gd name="connsiteY184" fmla="*/ 496766 h 1131041"/>
                <a:gd name="connsiteX185" fmla="*/ 1801986 w 2912392"/>
                <a:gd name="connsiteY185" fmla="*/ 485965 h 1131041"/>
                <a:gd name="connsiteX186" fmla="*/ 1811730 w 2912392"/>
                <a:gd name="connsiteY186" fmla="*/ 475172 h 1131041"/>
                <a:gd name="connsiteX187" fmla="*/ 1821459 w 2912392"/>
                <a:gd name="connsiteY187" fmla="*/ 464391 h 1131041"/>
                <a:gd name="connsiteX188" fmla="*/ 1831203 w 2912392"/>
                <a:gd name="connsiteY188" fmla="*/ 453622 h 1131041"/>
                <a:gd name="connsiteX189" fmla="*/ 1840947 w 2912392"/>
                <a:gd name="connsiteY189" fmla="*/ 442865 h 1131041"/>
                <a:gd name="connsiteX190" fmla="*/ 1850691 w 2912392"/>
                <a:gd name="connsiteY190" fmla="*/ 432123 h 1131041"/>
                <a:gd name="connsiteX191" fmla="*/ 1860435 w 2912392"/>
                <a:gd name="connsiteY191" fmla="*/ 421395 h 1131041"/>
                <a:gd name="connsiteX192" fmla="*/ 1870164 w 2912392"/>
                <a:gd name="connsiteY192" fmla="*/ 410686 h 1131041"/>
                <a:gd name="connsiteX193" fmla="*/ 1879908 w 2912392"/>
                <a:gd name="connsiteY193" fmla="*/ 399994 h 1131041"/>
                <a:gd name="connsiteX194" fmla="*/ 1889652 w 2912392"/>
                <a:gd name="connsiteY194" fmla="*/ 389324 h 1131041"/>
                <a:gd name="connsiteX195" fmla="*/ 1899395 w 2912392"/>
                <a:gd name="connsiteY195" fmla="*/ 378677 h 1131041"/>
                <a:gd name="connsiteX196" fmla="*/ 1909124 w 2912392"/>
                <a:gd name="connsiteY196" fmla="*/ 368057 h 1131041"/>
                <a:gd name="connsiteX197" fmla="*/ 1918868 w 2912392"/>
                <a:gd name="connsiteY197" fmla="*/ 357465 h 1131041"/>
                <a:gd name="connsiteX198" fmla="*/ 1928612 w 2912392"/>
                <a:gd name="connsiteY198" fmla="*/ 346906 h 1131041"/>
                <a:gd name="connsiteX199" fmla="*/ 1938356 w 2912392"/>
                <a:gd name="connsiteY199" fmla="*/ 336383 h 1131041"/>
                <a:gd name="connsiteX200" fmla="*/ 1948085 w 2912392"/>
                <a:gd name="connsiteY200" fmla="*/ 325900 h 1131041"/>
                <a:gd name="connsiteX201" fmla="*/ 1957829 w 2912392"/>
                <a:gd name="connsiteY201" fmla="*/ 315461 h 1131041"/>
                <a:gd name="connsiteX202" fmla="*/ 1967573 w 2912392"/>
                <a:gd name="connsiteY202" fmla="*/ 305070 h 1131041"/>
                <a:gd name="connsiteX203" fmla="*/ 1977317 w 2912392"/>
                <a:gd name="connsiteY203" fmla="*/ 294732 h 1131041"/>
                <a:gd name="connsiteX204" fmla="*/ 1987046 w 2912392"/>
                <a:gd name="connsiteY204" fmla="*/ 284453 h 1131041"/>
                <a:gd name="connsiteX205" fmla="*/ 1996790 w 2912392"/>
                <a:gd name="connsiteY205" fmla="*/ 274237 h 1131041"/>
                <a:gd name="connsiteX206" fmla="*/ 2006534 w 2912392"/>
                <a:gd name="connsiteY206" fmla="*/ 264090 h 1131041"/>
                <a:gd name="connsiteX207" fmla="*/ 2016278 w 2912392"/>
                <a:gd name="connsiteY207" fmla="*/ 254019 h 1131041"/>
                <a:gd name="connsiteX208" fmla="*/ 2026022 w 2912392"/>
                <a:gd name="connsiteY208" fmla="*/ 244029 h 1131041"/>
                <a:gd name="connsiteX209" fmla="*/ 2035751 w 2912392"/>
                <a:gd name="connsiteY209" fmla="*/ 234126 h 1131041"/>
                <a:gd name="connsiteX210" fmla="*/ 2045495 w 2912392"/>
                <a:gd name="connsiteY210" fmla="*/ 224319 h 1131041"/>
                <a:gd name="connsiteX211" fmla="*/ 2055239 w 2912392"/>
                <a:gd name="connsiteY211" fmla="*/ 214612 h 1131041"/>
                <a:gd name="connsiteX212" fmla="*/ 2064983 w 2912392"/>
                <a:gd name="connsiteY212" fmla="*/ 205016 h 1131041"/>
                <a:gd name="connsiteX213" fmla="*/ 2074712 w 2912392"/>
                <a:gd name="connsiteY213" fmla="*/ 195536 h 1131041"/>
                <a:gd name="connsiteX214" fmla="*/ 2084456 w 2912392"/>
                <a:gd name="connsiteY214" fmla="*/ 186179 h 1131041"/>
                <a:gd name="connsiteX215" fmla="*/ 2094200 w 2912392"/>
                <a:gd name="connsiteY215" fmla="*/ 176955 h 1131041"/>
                <a:gd name="connsiteX216" fmla="*/ 2103944 w 2912392"/>
                <a:gd name="connsiteY216" fmla="*/ 167870 h 1131041"/>
                <a:gd name="connsiteX217" fmla="*/ 2113673 w 2912392"/>
                <a:gd name="connsiteY217" fmla="*/ 158933 h 1131041"/>
                <a:gd name="connsiteX218" fmla="*/ 2123417 w 2912392"/>
                <a:gd name="connsiteY218" fmla="*/ 150153 h 1131041"/>
                <a:gd name="connsiteX219" fmla="*/ 2133161 w 2912392"/>
                <a:gd name="connsiteY219" fmla="*/ 141537 h 1131041"/>
                <a:gd name="connsiteX220" fmla="*/ 2142905 w 2912392"/>
                <a:gd name="connsiteY220" fmla="*/ 133096 h 1131041"/>
                <a:gd name="connsiteX221" fmla="*/ 2152649 w 2912392"/>
                <a:gd name="connsiteY221" fmla="*/ 124836 h 1131041"/>
                <a:gd name="connsiteX222" fmla="*/ 2162377 w 2912392"/>
                <a:gd name="connsiteY222" fmla="*/ 116766 h 1131041"/>
                <a:gd name="connsiteX223" fmla="*/ 2172121 w 2912392"/>
                <a:gd name="connsiteY223" fmla="*/ 108897 h 1131041"/>
                <a:gd name="connsiteX224" fmla="*/ 2181865 w 2912392"/>
                <a:gd name="connsiteY224" fmla="*/ 101234 h 1131041"/>
                <a:gd name="connsiteX225" fmla="*/ 2191609 w 2912392"/>
                <a:gd name="connsiteY225" fmla="*/ 93789 h 1131041"/>
                <a:gd name="connsiteX226" fmla="*/ 2201338 w 2912392"/>
                <a:gd name="connsiteY226" fmla="*/ 86569 h 1131041"/>
                <a:gd name="connsiteX227" fmla="*/ 2211082 w 2912392"/>
                <a:gd name="connsiteY227" fmla="*/ 79583 h 1131041"/>
                <a:gd name="connsiteX228" fmla="*/ 2220826 w 2912392"/>
                <a:gd name="connsiteY228" fmla="*/ 72840 h 1131041"/>
                <a:gd name="connsiteX229" fmla="*/ 2230570 w 2912392"/>
                <a:gd name="connsiteY229" fmla="*/ 66347 h 1131041"/>
                <a:gd name="connsiteX230" fmla="*/ 2240299 w 2912392"/>
                <a:gd name="connsiteY230" fmla="*/ 60113 h 1131041"/>
                <a:gd name="connsiteX231" fmla="*/ 2250043 w 2912392"/>
                <a:gd name="connsiteY231" fmla="*/ 54146 h 1131041"/>
                <a:gd name="connsiteX232" fmla="*/ 2259787 w 2912392"/>
                <a:gd name="connsiteY232" fmla="*/ 48454 h 1131041"/>
                <a:gd name="connsiteX233" fmla="*/ 2269531 w 2912392"/>
                <a:gd name="connsiteY233" fmla="*/ 43045 h 1131041"/>
                <a:gd name="connsiteX234" fmla="*/ 2279260 w 2912392"/>
                <a:gd name="connsiteY234" fmla="*/ 37925 h 1131041"/>
                <a:gd name="connsiteX235" fmla="*/ 2289004 w 2912392"/>
                <a:gd name="connsiteY235" fmla="*/ 33103 h 1131041"/>
                <a:gd name="connsiteX236" fmla="*/ 2298748 w 2912392"/>
                <a:gd name="connsiteY236" fmla="*/ 28585 h 1131041"/>
                <a:gd name="connsiteX237" fmla="*/ 2308492 w 2912392"/>
                <a:gd name="connsiteY237" fmla="*/ 24376 h 1131041"/>
                <a:gd name="connsiteX238" fmla="*/ 2318236 w 2912392"/>
                <a:gd name="connsiteY238" fmla="*/ 20486 h 1131041"/>
                <a:gd name="connsiteX239" fmla="*/ 2327965 w 2912392"/>
                <a:gd name="connsiteY239" fmla="*/ 16918 h 1131041"/>
                <a:gd name="connsiteX240" fmla="*/ 2337709 w 2912392"/>
                <a:gd name="connsiteY240" fmla="*/ 13679 h 1131041"/>
                <a:gd name="connsiteX241" fmla="*/ 2347453 w 2912392"/>
                <a:gd name="connsiteY241" fmla="*/ 10772 h 1131041"/>
                <a:gd name="connsiteX242" fmla="*/ 2357197 w 2912392"/>
                <a:gd name="connsiteY242" fmla="*/ 8203 h 1131041"/>
                <a:gd name="connsiteX243" fmla="*/ 2366926 w 2912392"/>
                <a:gd name="connsiteY243" fmla="*/ 5977 h 1131041"/>
                <a:gd name="connsiteX244" fmla="*/ 2376670 w 2912392"/>
                <a:gd name="connsiteY244" fmla="*/ 4099 h 1131041"/>
                <a:gd name="connsiteX245" fmla="*/ 2386413 w 2912392"/>
                <a:gd name="connsiteY245" fmla="*/ 2569 h 1131041"/>
                <a:gd name="connsiteX246" fmla="*/ 2396157 w 2912392"/>
                <a:gd name="connsiteY246" fmla="*/ 1392 h 1131041"/>
                <a:gd name="connsiteX247" fmla="*/ 2405886 w 2912392"/>
                <a:gd name="connsiteY247" fmla="*/ 571 h 1131041"/>
                <a:gd name="connsiteX248" fmla="*/ 2415630 w 2912392"/>
                <a:gd name="connsiteY248" fmla="*/ 106 h 1131041"/>
                <a:gd name="connsiteX249" fmla="*/ 2425374 w 2912392"/>
                <a:gd name="connsiteY249" fmla="*/ 0 h 1131041"/>
                <a:gd name="connsiteX250" fmla="*/ 2435118 w 2912392"/>
                <a:gd name="connsiteY250" fmla="*/ 253 h 1131041"/>
                <a:gd name="connsiteX251" fmla="*/ 2444862 w 2912392"/>
                <a:gd name="connsiteY251" fmla="*/ 867 h 1131041"/>
                <a:gd name="connsiteX252" fmla="*/ 2454591 w 2912392"/>
                <a:gd name="connsiteY252" fmla="*/ 1840 h 1131041"/>
                <a:gd name="connsiteX253" fmla="*/ 2464335 w 2912392"/>
                <a:gd name="connsiteY253" fmla="*/ 3173 h 1131041"/>
                <a:gd name="connsiteX254" fmla="*/ 2474079 w 2912392"/>
                <a:gd name="connsiteY254" fmla="*/ 4865 h 1131041"/>
                <a:gd name="connsiteX255" fmla="*/ 2483823 w 2912392"/>
                <a:gd name="connsiteY255" fmla="*/ 6913 h 1131041"/>
                <a:gd name="connsiteX256" fmla="*/ 2493552 w 2912392"/>
                <a:gd name="connsiteY256" fmla="*/ 9315 h 1131041"/>
                <a:gd name="connsiteX257" fmla="*/ 2503296 w 2912392"/>
                <a:gd name="connsiteY257" fmla="*/ 12068 h 1131041"/>
                <a:gd name="connsiteX258" fmla="*/ 2513040 w 2912392"/>
                <a:gd name="connsiteY258" fmla="*/ 15170 h 1131041"/>
                <a:gd name="connsiteX259" fmla="*/ 2522784 w 2912392"/>
                <a:gd name="connsiteY259" fmla="*/ 18618 h 1131041"/>
                <a:gd name="connsiteX260" fmla="*/ 2532513 w 2912392"/>
                <a:gd name="connsiteY260" fmla="*/ 22405 h 1131041"/>
                <a:gd name="connsiteX261" fmla="*/ 2542257 w 2912392"/>
                <a:gd name="connsiteY261" fmla="*/ 26528 h 1131041"/>
                <a:gd name="connsiteX262" fmla="*/ 2552001 w 2912392"/>
                <a:gd name="connsiteY262" fmla="*/ 30981 h 1131041"/>
                <a:gd name="connsiteX263" fmla="*/ 2561745 w 2912392"/>
                <a:gd name="connsiteY263" fmla="*/ 35759 h 1131041"/>
                <a:gd name="connsiteX264" fmla="*/ 2571474 w 2912392"/>
                <a:gd name="connsiteY264" fmla="*/ 40857 h 1131041"/>
                <a:gd name="connsiteX265" fmla="*/ 2581218 w 2912392"/>
                <a:gd name="connsiteY265" fmla="*/ 46266 h 1131041"/>
                <a:gd name="connsiteX266" fmla="*/ 2590962 w 2912392"/>
                <a:gd name="connsiteY266" fmla="*/ 51980 h 1131041"/>
                <a:gd name="connsiteX267" fmla="*/ 2600705 w 2912392"/>
                <a:gd name="connsiteY267" fmla="*/ 57991 h 1131041"/>
                <a:gd name="connsiteX268" fmla="*/ 2610449 w 2912392"/>
                <a:gd name="connsiteY268" fmla="*/ 64294 h 1131041"/>
                <a:gd name="connsiteX269" fmla="*/ 2620178 w 2912392"/>
                <a:gd name="connsiteY269" fmla="*/ 70877 h 1131041"/>
                <a:gd name="connsiteX270" fmla="*/ 2629922 w 2912392"/>
                <a:gd name="connsiteY270" fmla="*/ 77734 h 1131041"/>
                <a:gd name="connsiteX271" fmla="*/ 2639666 w 2912392"/>
                <a:gd name="connsiteY271" fmla="*/ 84854 h 1131041"/>
                <a:gd name="connsiteX272" fmla="*/ 2649410 w 2912392"/>
                <a:gd name="connsiteY272" fmla="*/ 92231 h 1131041"/>
                <a:gd name="connsiteX273" fmla="*/ 2659139 w 2912392"/>
                <a:gd name="connsiteY273" fmla="*/ 99854 h 1131041"/>
                <a:gd name="connsiteX274" fmla="*/ 2668883 w 2912392"/>
                <a:gd name="connsiteY274" fmla="*/ 107712 h 1131041"/>
                <a:gd name="connsiteX275" fmla="*/ 2678627 w 2912392"/>
                <a:gd name="connsiteY275" fmla="*/ 115798 h 1131041"/>
                <a:gd name="connsiteX276" fmla="*/ 2688371 w 2912392"/>
                <a:gd name="connsiteY276" fmla="*/ 124100 h 1131041"/>
                <a:gd name="connsiteX277" fmla="*/ 2698100 w 2912392"/>
                <a:gd name="connsiteY277" fmla="*/ 132608 h 1131041"/>
                <a:gd name="connsiteX278" fmla="*/ 2707844 w 2912392"/>
                <a:gd name="connsiteY278" fmla="*/ 141312 h 1131041"/>
                <a:gd name="connsiteX279" fmla="*/ 2717588 w 2912392"/>
                <a:gd name="connsiteY279" fmla="*/ 150203 h 1131041"/>
                <a:gd name="connsiteX280" fmla="*/ 2727332 w 2912392"/>
                <a:gd name="connsiteY280" fmla="*/ 159267 h 1131041"/>
                <a:gd name="connsiteX281" fmla="*/ 2737076 w 2912392"/>
                <a:gd name="connsiteY281" fmla="*/ 168497 h 1131041"/>
                <a:gd name="connsiteX282" fmla="*/ 2746805 w 2912392"/>
                <a:gd name="connsiteY282" fmla="*/ 177880 h 1131041"/>
                <a:gd name="connsiteX283" fmla="*/ 2756549 w 2912392"/>
                <a:gd name="connsiteY283" fmla="*/ 187408 h 1131041"/>
                <a:gd name="connsiteX284" fmla="*/ 2766293 w 2912392"/>
                <a:gd name="connsiteY284" fmla="*/ 197069 h 1131041"/>
                <a:gd name="connsiteX285" fmla="*/ 2776037 w 2912392"/>
                <a:gd name="connsiteY285" fmla="*/ 206852 h 1131041"/>
                <a:gd name="connsiteX286" fmla="*/ 2785766 w 2912392"/>
                <a:gd name="connsiteY286" fmla="*/ 216747 h 1131041"/>
                <a:gd name="connsiteX287" fmla="*/ 2795510 w 2912392"/>
                <a:gd name="connsiteY287" fmla="*/ 226745 h 1131041"/>
                <a:gd name="connsiteX288" fmla="*/ 2805254 w 2912392"/>
                <a:gd name="connsiteY288" fmla="*/ 236834 h 1131041"/>
                <a:gd name="connsiteX289" fmla="*/ 2814998 w 2912392"/>
                <a:gd name="connsiteY289" fmla="*/ 247004 h 1131041"/>
                <a:gd name="connsiteX290" fmla="*/ 2824727 w 2912392"/>
                <a:gd name="connsiteY290" fmla="*/ 257247 h 1131041"/>
                <a:gd name="connsiteX291" fmla="*/ 2834471 w 2912392"/>
                <a:gd name="connsiteY291" fmla="*/ 267551 h 1131041"/>
                <a:gd name="connsiteX292" fmla="*/ 2844215 w 2912392"/>
                <a:gd name="connsiteY292" fmla="*/ 277911 h 1131041"/>
                <a:gd name="connsiteX293" fmla="*/ 2853958 w 2912392"/>
                <a:gd name="connsiteY293" fmla="*/ 288312 h 1131041"/>
                <a:gd name="connsiteX294" fmla="*/ 2863687 w 2912392"/>
                <a:gd name="connsiteY294" fmla="*/ 298748 h 1131041"/>
                <a:gd name="connsiteX295" fmla="*/ 2873431 w 2912392"/>
                <a:gd name="connsiteY295" fmla="*/ 309212 h 1131041"/>
                <a:gd name="connsiteX296" fmla="*/ 2883175 w 2912392"/>
                <a:gd name="connsiteY296" fmla="*/ 319692 h 1131041"/>
                <a:gd name="connsiteX297" fmla="*/ 2892919 w 2912392"/>
                <a:gd name="connsiteY297" fmla="*/ 330182 h 1131041"/>
                <a:gd name="connsiteX298" fmla="*/ 2902663 w 2912392"/>
                <a:gd name="connsiteY298" fmla="*/ 340674 h 1131041"/>
                <a:gd name="connsiteX299" fmla="*/ 2912392 w 2912392"/>
                <a:gd name="connsiteY299" fmla="*/ 351160 h 1131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1131041">
                  <a:moveTo>
                    <a:pt x="0" y="1095901"/>
                  </a:moveTo>
                  <a:lnTo>
                    <a:pt x="9739" y="1094025"/>
                  </a:lnTo>
                  <a:lnTo>
                    <a:pt x="19480" y="1091838"/>
                  </a:lnTo>
                  <a:lnTo>
                    <a:pt x="29221" y="1089347"/>
                  </a:lnTo>
                  <a:lnTo>
                    <a:pt x="38961" y="1086562"/>
                  </a:lnTo>
                  <a:lnTo>
                    <a:pt x="48702" y="1083494"/>
                  </a:lnTo>
                  <a:lnTo>
                    <a:pt x="58443" y="1080154"/>
                  </a:lnTo>
                  <a:lnTo>
                    <a:pt x="68182" y="1076553"/>
                  </a:lnTo>
                  <a:lnTo>
                    <a:pt x="77923" y="1072703"/>
                  </a:lnTo>
                  <a:lnTo>
                    <a:pt x="87664" y="1068618"/>
                  </a:lnTo>
                  <a:lnTo>
                    <a:pt x="97404" y="1064307"/>
                  </a:lnTo>
                  <a:lnTo>
                    <a:pt x="107145" y="1059790"/>
                  </a:lnTo>
                  <a:lnTo>
                    <a:pt x="116886" y="1055077"/>
                  </a:lnTo>
                  <a:lnTo>
                    <a:pt x="126625" y="1050185"/>
                  </a:lnTo>
                  <a:lnTo>
                    <a:pt x="136366" y="1045126"/>
                  </a:lnTo>
                  <a:lnTo>
                    <a:pt x="146107" y="1039921"/>
                  </a:lnTo>
                  <a:lnTo>
                    <a:pt x="155846" y="1034582"/>
                  </a:lnTo>
                  <a:lnTo>
                    <a:pt x="165587" y="1029128"/>
                  </a:lnTo>
                  <a:lnTo>
                    <a:pt x="175328" y="1023573"/>
                  </a:lnTo>
                  <a:lnTo>
                    <a:pt x="185068" y="1017937"/>
                  </a:lnTo>
                  <a:lnTo>
                    <a:pt x="194809" y="1012237"/>
                  </a:lnTo>
                  <a:lnTo>
                    <a:pt x="204550" y="1006489"/>
                  </a:lnTo>
                  <a:lnTo>
                    <a:pt x="214289" y="1000709"/>
                  </a:lnTo>
                  <a:lnTo>
                    <a:pt x="224030" y="994920"/>
                  </a:lnTo>
                  <a:lnTo>
                    <a:pt x="233771" y="989134"/>
                  </a:lnTo>
                  <a:lnTo>
                    <a:pt x="243510" y="983371"/>
                  </a:lnTo>
                  <a:lnTo>
                    <a:pt x="253251" y="977650"/>
                  </a:lnTo>
                  <a:lnTo>
                    <a:pt x="262992" y="971989"/>
                  </a:lnTo>
                  <a:lnTo>
                    <a:pt x="272732" y="966402"/>
                  </a:lnTo>
                  <a:lnTo>
                    <a:pt x="282473" y="960907"/>
                  </a:lnTo>
                  <a:lnTo>
                    <a:pt x="292214" y="955522"/>
                  </a:lnTo>
                  <a:lnTo>
                    <a:pt x="301953" y="950266"/>
                  </a:lnTo>
                  <a:lnTo>
                    <a:pt x="311694" y="945151"/>
                  </a:lnTo>
                  <a:lnTo>
                    <a:pt x="321435" y="940194"/>
                  </a:lnTo>
                  <a:lnTo>
                    <a:pt x="331175" y="935413"/>
                  </a:lnTo>
                  <a:lnTo>
                    <a:pt x="340916" y="930821"/>
                  </a:lnTo>
                  <a:lnTo>
                    <a:pt x="350656" y="926432"/>
                  </a:lnTo>
                  <a:lnTo>
                    <a:pt x="360396" y="922260"/>
                  </a:lnTo>
                  <a:lnTo>
                    <a:pt x="370137" y="918321"/>
                  </a:lnTo>
                  <a:lnTo>
                    <a:pt x="379878" y="914625"/>
                  </a:lnTo>
                  <a:lnTo>
                    <a:pt x="389617" y="911183"/>
                  </a:lnTo>
                  <a:lnTo>
                    <a:pt x="399358" y="908010"/>
                  </a:lnTo>
                  <a:lnTo>
                    <a:pt x="409099" y="905113"/>
                  </a:lnTo>
                  <a:lnTo>
                    <a:pt x="418839" y="902503"/>
                  </a:lnTo>
                  <a:lnTo>
                    <a:pt x="428580" y="900188"/>
                  </a:lnTo>
                  <a:lnTo>
                    <a:pt x="438321" y="898178"/>
                  </a:lnTo>
                  <a:lnTo>
                    <a:pt x="448060" y="896478"/>
                  </a:lnTo>
                  <a:lnTo>
                    <a:pt x="457801" y="895095"/>
                  </a:lnTo>
                  <a:lnTo>
                    <a:pt x="467542" y="894034"/>
                  </a:lnTo>
                  <a:lnTo>
                    <a:pt x="477281" y="893301"/>
                  </a:lnTo>
                  <a:lnTo>
                    <a:pt x="487022" y="892897"/>
                  </a:lnTo>
                  <a:lnTo>
                    <a:pt x="496763" y="892826"/>
                  </a:lnTo>
                  <a:lnTo>
                    <a:pt x="506503" y="893088"/>
                  </a:lnTo>
                  <a:lnTo>
                    <a:pt x="516244" y="893684"/>
                  </a:lnTo>
                  <a:lnTo>
                    <a:pt x="525985" y="894614"/>
                  </a:lnTo>
                  <a:lnTo>
                    <a:pt x="535724" y="895876"/>
                  </a:lnTo>
                  <a:lnTo>
                    <a:pt x="545465" y="897467"/>
                  </a:lnTo>
                  <a:lnTo>
                    <a:pt x="555206" y="899383"/>
                  </a:lnTo>
                  <a:lnTo>
                    <a:pt x="564946" y="901621"/>
                  </a:lnTo>
                  <a:lnTo>
                    <a:pt x="574687" y="904175"/>
                  </a:lnTo>
                  <a:lnTo>
                    <a:pt x="584428" y="907038"/>
                  </a:lnTo>
                  <a:lnTo>
                    <a:pt x="594167" y="910201"/>
                  </a:lnTo>
                  <a:lnTo>
                    <a:pt x="603908" y="913659"/>
                  </a:lnTo>
                  <a:lnTo>
                    <a:pt x="613649" y="917400"/>
                  </a:lnTo>
                  <a:lnTo>
                    <a:pt x="623388" y="921414"/>
                  </a:lnTo>
                  <a:lnTo>
                    <a:pt x="633129" y="925693"/>
                  </a:lnTo>
                  <a:lnTo>
                    <a:pt x="642870" y="930221"/>
                  </a:lnTo>
                  <a:lnTo>
                    <a:pt x="652610" y="934987"/>
                  </a:lnTo>
                  <a:lnTo>
                    <a:pt x="662351" y="939980"/>
                  </a:lnTo>
                  <a:lnTo>
                    <a:pt x="672092" y="945182"/>
                  </a:lnTo>
                  <a:lnTo>
                    <a:pt x="681831" y="950580"/>
                  </a:lnTo>
                  <a:lnTo>
                    <a:pt x="691572" y="956160"/>
                  </a:lnTo>
                  <a:lnTo>
                    <a:pt x="701313" y="961905"/>
                  </a:lnTo>
                  <a:lnTo>
                    <a:pt x="711052" y="967798"/>
                  </a:lnTo>
                  <a:lnTo>
                    <a:pt x="720793" y="973821"/>
                  </a:lnTo>
                  <a:lnTo>
                    <a:pt x="730534" y="979961"/>
                  </a:lnTo>
                  <a:lnTo>
                    <a:pt x="740274" y="986195"/>
                  </a:lnTo>
                  <a:lnTo>
                    <a:pt x="750015" y="992509"/>
                  </a:lnTo>
                  <a:lnTo>
                    <a:pt x="759756" y="998883"/>
                  </a:lnTo>
                  <a:lnTo>
                    <a:pt x="769495" y="1005297"/>
                  </a:lnTo>
                  <a:lnTo>
                    <a:pt x="779236" y="1011735"/>
                  </a:lnTo>
                  <a:lnTo>
                    <a:pt x="788977" y="1018177"/>
                  </a:lnTo>
                  <a:lnTo>
                    <a:pt x="798717" y="1024603"/>
                  </a:lnTo>
                  <a:lnTo>
                    <a:pt x="808458" y="1030996"/>
                  </a:lnTo>
                  <a:lnTo>
                    <a:pt x="818199" y="1037337"/>
                  </a:lnTo>
                  <a:lnTo>
                    <a:pt x="827938" y="1043607"/>
                  </a:lnTo>
                  <a:lnTo>
                    <a:pt x="837679" y="1049787"/>
                  </a:lnTo>
                  <a:lnTo>
                    <a:pt x="847420" y="1055860"/>
                  </a:lnTo>
                  <a:lnTo>
                    <a:pt x="857159" y="1061806"/>
                  </a:lnTo>
                  <a:lnTo>
                    <a:pt x="866900" y="1067609"/>
                  </a:lnTo>
                  <a:lnTo>
                    <a:pt x="876641" y="1073250"/>
                  </a:lnTo>
                  <a:lnTo>
                    <a:pt x="886381" y="1078715"/>
                  </a:lnTo>
                  <a:lnTo>
                    <a:pt x="896122" y="1083984"/>
                  </a:lnTo>
                  <a:lnTo>
                    <a:pt x="905863" y="1089044"/>
                  </a:lnTo>
                  <a:lnTo>
                    <a:pt x="915602" y="1093879"/>
                  </a:lnTo>
                  <a:lnTo>
                    <a:pt x="925343" y="1098474"/>
                  </a:lnTo>
                  <a:lnTo>
                    <a:pt x="935084" y="1102814"/>
                  </a:lnTo>
                  <a:lnTo>
                    <a:pt x="944824" y="1106887"/>
                  </a:lnTo>
                  <a:lnTo>
                    <a:pt x="954564" y="1110680"/>
                  </a:lnTo>
                  <a:lnTo>
                    <a:pt x="964305" y="1114180"/>
                  </a:lnTo>
                  <a:lnTo>
                    <a:pt x="974045" y="1117378"/>
                  </a:lnTo>
                  <a:lnTo>
                    <a:pt x="983786" y="1120260"/>
                  </a:lnTo>
                  <a:lnTo>
                    <a:pt x="993522" y="1122820"/>
                  </a:lnTo>
                  <a:lnTo>
                    <a:pt x="1003266" y="1125047"/>
                  </a:lnTo>
                  <a:lnTo>
                    <a:pt x="1013010" y="1126934"/>
                  </a:lnTo>
                  <a:lnTo>
                    <a:pt x="1022754" y="1128473"/>
                  </a:lnTo>
                  <a:lnTo>
                    <a:pt x="1032483" y="1129659"/>
                  </a:lnTo>
                  <a:lnTo>
                    <a:pt x="1042227" y="1130484"/>
                  </a:lnTo>
                  <a:lnTo>
                    <a:pt x="1051971" y="1130947"/>
                  </a:lnTo>
                  <a:lnTo>
                    <a:pt x="1061715" y="1131041"/>
                  </a:lnTo>
                  <a:lnTo>
                    <a:pt x="1071444" y="1130767"/>
                  </a:lnTo>
                  <a:lnTo>
                    <a:pt x="1081188" y="1130119"/>
                  </a:lnTo>
                  <a:lnTo>
                    <a:pt x="1090932" y="1129098"/>
                  </a:lnTo>
                  <a:lnTo>
                    <a:pt x="1100676" y="1127704"/>
                  </a:lnTo>
                  <a:lnTo>
                    <a:pt x="1110405" y="1125935"/>
                  </a:lnTo>
                  <a:lnTo>
                    <a:pt x="1120149" y="1123796"/>
                  </a:lnTo>
                  <a:lnTo>
                    <a:pt x="1129893" y="1121285"/>
                  </a:lnTo>
                  <a:lnTo>
                    <a:pt x="1139637" y="1118408"/>
                  </a:lnTo>
                  <a:lnTo>
                    <a:pt x="1149381" y="1115168"/>
                  </a:lnTo>
                  <a:lnTo>
                    <a:pt x="1159110" y="1111570"/>
                  </a:lnTo>
                  <a:lnTo>
                    <a:pt x="1168854" y="1107616"/>
                  </a:lnTo>
                  <a:lnTo>
                    <a:pt x="1178598" y="1103313"/>
                  </a:lnTo>
                  <a:lnTo>
                    <a:pt x="1188341" y="1098667"/>
                  </a:lnTo>
                  <a:lnTo>
                    <a:pt x="1198070" y="1093687"/>
                  </a:lnTo>
                  <a:lnTo>
                    <a:pt x="1207814" y="1088378"/>
                  </a:lnTo>
                  <a:lnTo>
                    <a:pt x="1217558" y="1082748"/>
                  </a:lnTo>
                  <a:lnTo>
                    <a:pt x="1227302" y="1076805"/>
                  </a:lnTo>
                  <a:lnTo>
                    <a:pt x="1237031" y="1070559"/>
                  </a:lnTo>
                  <a:lnTo>
                    <a:pt x="1246775" y="1064017"/>
                  </a:lnTo>
                  <a:lnTo>
                    <a:pt x="1256519" y="1057190"/>
                  </a:lnTo>
                  <a:lnTo>
                    <a:pt x="1266263" y="1050086"/>
                  </a:lnTo>
                  <a:lnTo>
                    <a:pt x="1276007" y="1042717"/>
                  </a:lnTo>
                  <a:lnTo>
                    <a:pt x="1285736" y="1035093"/>
                  </a:lnTo>
                  <a:lnTo>
                    <a:pt x="1295480" y="1027222"/>
                  </a:lnTo>
                  <a:lnTo>
                    <a:pt x="1305224" y="1019117"/>
                  </a:lnTo>
                  <a:lnTo>
                    <a:pt x="1314968" y="1010787"/>
                  </a:lnTo>
                  <a:lnTo>
                    <a:pt x="1324697" y="1002243"/>
                  </a:lnTo>
                  <a:lnTo>
                    <a:pt x="1334441" y="993495"/>
                  </a:lnTo>
                  <a:lnTo>
                    <a:pt x="1344185" y="984556"/>
                  </a:lnTo>
                  <a:lnTo>
                    <a:pt x="1353929" y="975433"/>
                  </a:lnTo>
                  <a:lnTo>
                    <a:pt x="1363658" y="966139"/>
                  </a:lnTo>
                  <a:lnTo>
                    <a:pt x="1373402" y="956684"/>
                  </a:lnTo>
                  <a:lnTo>
                    <a:pt x="1383146" y="947078"/>
                  </a:lnTo>
                  <a:lnTo>
                    <a:pt x="1392890" y="937329"/>
                  </a:lnTo>
                  <a:lnTo>
                    <a:pt x="1402619" y="927450"/>
                  </a:lnTo>
                  <a:lnTo>
                    <a:pt x="1412363" y="917449"/>
                  </a:lnTo>
                  <a:lnTo>
                    <a:pt x="1422106" y="907335"/>
                  </a:lnTo>
                  <a:lnTo>
                    <a:pt x="1431850" y="897117"/>
                  </a:lnTo>
                  <a:lnTo>
                    <a:pt x="1441594" y="886804"/>
                  </a:lnTo>
                  <a:lnTo>
                    <a:pt x="1451323" y="876406"/>
                  </a:lnTo>
                  <a:lnTo>
                    <a:pt x="1461067" y="865927"/>
                  </a:lnTo>
                  <a:lnTo>
                    <a:pt x="1470811" y="855379"/>
                  </a:lnTo>
                  <a:lnTo>
                    <a:pt x="1480555" y="844766"/>
                  </a:lnTo>
                  <a:lnTo>
                    <a:pt x="1490284" y="834097"/>
                  </a:lnTo>
                  <a:lnTo>
                    <a:pt x="1500028" y="823379"/>
                  </a:lnTo>
                  <a:lnTo>
                    <a:pt x="1509772" y="812616"/>
                  </a:lnTo>
                  <a:lnTo>
                    <a:pt x="1519516" y="801814"/>
                  </a:lnTo>
                  <a:lnTo>
                    <a:pt x="1529245" y="790981"/>
                  </a:lnTo>
                  <a:lnTo>
                    <a:pt x="1538989" y="780120"/>
                  </a:lnTo>
                  <a:lnTo>
                    <a:pt x="1548733" y="769236"/>
                  </a:lnTo>
                  <a:lnTo>
                    <a:pt x="1558477" y="758333"/>
                  </a:lnTo>
                  <a:lnTo>
                    <a:pt x="1568221" y="747415"/>
                  </a:lnTo>
                  <a:lnTo>
                    <a:pt x="1577950" y="736486"/>
                  </a:lnTo>
                  <a:lnTo>
                    <a:pt x="1587694" y="725549"/>
                  </a:lnTo>
                  <a:lnTo>
                    <a:pt x="1597438" y="714606"/>
                  </a:lnTo>
                  <a:lnTo>
                    <a:pt x="1607182" y="703661"/>
                  </a:lnTo>
                  <a:lnTo>
                    <a:pt x="1616911" y="692715"/>
                  </a:lnTo>
                  <a:lnTo>
                    <a:pt x="1626655" y="681770"/>
                  </a:lnTo>
                  <a:lnTo>
                    <a:pt x="1636399" y="670828"/>
                  </a:lnTo>
                  <a:lnTo>
                    <a:pt x="1646142" y="659891"/>
                  </a:lnTo>
                  <a:lnTo>
                    <a:pt x="1655872" y="648959"/>
                  </a:lnTo>
                  <a:lnTo>
                    <a:pt x="1665616" y="638034"/>
                  </a:lnTo>
                  <a:lnTo>
                    <a:pt x="1675359" y="627116"/>
                  </a:lnTo>
                  <a:lnTo>
                    <a:pt x="1685103" y="616206"/>
                  </a:lnTo>
                  <a:lnTo>
                    <a:pt x="1694832" y="605304"/>
                  </a:lnTo>
                  <a:lnTo>
                    <a:pt x="1704576" y="594410"/>
                  </a:lnTo>
                  <a:lnTo>
                    <a:pt x="1714320" y="583525"/>
                  </a:lnTo>
                  <a:lnTo>
                    <a:pt x="1724064" y="572648"/>
                  </a:lnTo>
                  <a:lnTo>
                    <a:pt x="1733808" y="561781"/>
                  </a:lnTo>
                  <a:lnTo>
                    <a:pt x="1743537" y="550923"/>
                  </a:lnTo>
                  <a:lnTo>
                    <a:pt x="1753281" y="540073"/>
                  </a:lnTo>
                  <a:lnTo>
                    <a:pt x="1763025" y="529233"/>
                  </a:lnTo>
                  <a:lnTo>
                    <a:pt x="1772769" y="518401"/>
                  </a:lnTo>
                  <a:lnTo>
                    <a:pt x="1782498" y="507580"/>
                  </a:lnTo>
                  <a:lnTo>
                    <a:pt x="1792242" y="496766"/>
                  </a:lnTo>
                  <a:lnTo>
                    <a:pt x="1801986" y="485965"/>
                  </a:lnTo>
                  <a:lnTo>
                    <a:pt x="1811730" y="475172"/>
                  </a:lnTo>
                  <a:lnTo>
                    <a:pt x="1821459" y="464391"/>
                  </a:lnTo>
                  <a:lnTo>
                    <a:pt x="1831203" y="453622"/>
                  </a:lnTo>
                  <a:lnTo>
                    <a:pt x="1840947" y="442865"/>
                  </a:lnTo>
                  <a:lnTo>
                    <a:pt x="1850691" y="432123"/>
                  </a:lnTo>
                  <a:lnTo>
                    <a:pt x="1860435" y="421395"/>
                  </a:lnTo>
                  <a:lnTo>
                    <a:pt x="1870164" y="410686"/>
                  </a:lnTo>
                  <a:lnTo>
                    <a:pt x="1879908" y="399994"/>
                  </a:lnTo>
                  <a:lnTo>
                    <a:pt x="1889652" y="389324"/>
                  </a:lnTo>
                  <a:lnTo>
                    <a:pt x="1899395" y="378677"/>
                  </a:lnTo>
                  <a:lnTo>
                    <a:pt x="1909124" y="368057"/>
                  </a:lnTo>
                  <a:lnTo>
                    <a:pt x="1918868" y="357465"/>
                  </a:lnTo>
                  <a:lnTo>
                    <a:pt x="1928612" y="346906"/>
                  </a:lnTo>
                  <a:lnTo>
                    <a:pt x="1938356" y="336383"/>
                  </a:lnTo>
                  <a:lnTo>
                    <a:pt x="1948085" y="325900"/>
                  </a:lnTo>
                  <a:lnTo>
                    <a:pt x="1957829" y="315461"/>
                  </a:lnTo>
                  <a:lnTo>
                    <a:pt x="1967573" y="305070"/>
                  </a:lnTo>
                  <a:lnTo>
                    <a:pt x="1977317" y="294732"/>
                  </a:lnTo>
                  <a:lnTo>
                    <a:pt x="1987046" y="284453"/>
                  </a:lnTo>
                  <a:lnTo>
                    <a:pt x="1996790" y="274237"/>
                  </a:lnTo>
                  <a:lnTo>
                    <a:pt x="2006534" y="264090"/>
                  </a:lnTo>
                  <a:lnTo>
                    <a:pt x="2016278" y="254019"/>
                  </a:lnTo>
                  <a:lnTo>
                    <a:pt x="2026022" y="244029"/>
                  </a:lnTo>
                  <a:lnTo>
                    <a:pt x="2035751" y="234126"/>
                  </a:lnTo>
                  <a:lnTo>
                    <a:pt x="2045495" y="224319"/>
                  </a:lnTo>
                  <a:lnTo>
                    <a:pt x="2055239" y="214612"/>
                  </a:lnTo>
                  <a:lnTo>
                    <a:pt x="2064983" y="205016"/>
                  </a:lnTo>
                  <a:lnTo>
                    <a:pt x="2074712" y="195536"/>
                  </a:lnTo>
                  <a:lnTo>
                    <a:pt x="2084456" y="186179"/>
                  </a:lnTo>
                  <a:lnTo>
                    <a:pt x="2094200" y="176955"/>
                  </a:lnTo>
                  <a:lnTo>
                    <a:pt x="2103944" y="167870"/>
                  </a:lnTo>
                  <a:lnTo>
                    <a:pt x="2113673" y="158933"/>
                  </a:lnTo>
                  <a:lnTo>
                    <a:pt x="2123417" y="150153"/>
                  </a:lnTo>
                  <a:lnTo>
                    <a:pt x="2133161" y="141537"/>
                  </a:lnTo>
                  <a:lnTo>
                    <a:pt x="2142905" y="133096"/>
                  </a:lnTo>
                  <a:lnTo>
                    <a:pt x="2152649" y="124836"/>
                  </a:lnTo>
                  <a:lnTo>
                    <a:pt x="2162377" y="116766"/>
                  </a:lnTo>
                  <a:lnTo>
                    <a:pt x="2172121" y="108897"/>
                  </a:lnTo>
                  <a:lnTo>
                    <a:pt x="2181865" y="101234"/>
                  </a:lnTo>
                  <a:lnTo>
                    <a:pt x="2191609" y="93789"/>
                  </a:lnTo>
                  <a:lnTo>
                    <a:pt x="2201338" y="86569"/>
                  </a:lnTo>
                  <a:lnTo>
                    <a:pt x="2211082" y="79583"/>
                  </a:lnTo>
                  <a:lnTo>
                    <a:pt x="2220826" y="72840"/>
                  </a:lnTo>
                  <a:lnTo>
                    <a:pt x="2230570" y="66347"/>
                  </a:lnTo>
                  <a:lnTo>
                    <a:pt x="2240299" y="60113"/>
                  </a:lnTo>
                  <a:lnTo>
                    <a:pt x="2250043" y="54146"/>
                  </a:lnTo>
                  <a:lnTo>
                    <a:pt x="2259787" y="48454"/>
                  </a:lnTo>
                  <a:lnTo>
                    <a:pt x="2269531" y="43045"/>
                  </a:lnTo>
                  <a:lnTo>
                    <a:pt x="2279260" y="37925"/>
                  </a:lnTo>
                  <a:lnTo>
                    <a:pt x="2289004" y="33103"/>
                  </a:lnTo>
                  <a:lnTo>
                    <a:pt x="2298748" y="28585"/>
                  </a:lnTo>
                  <a:lnTo>
                    <a:pt x="2308492" y="24376"/>
                  </a:lnTo>
                  <a:lnTo>
                    <a:pt x="2318236" y="20486"/>
                  </a:lnTo>
                  <a:lnTo>
                    <a:pt x="2327965" y="16918"/>
                  </a:lnTo>
                  <a:lnTo>
                    <a:pt x="2337709" y="13679"/>
                  </a:lnTo>
                  <a:lnTo>
                    <a:pt x="2347453" y="10772"/>
                  </a:lnTo>
                  <a:lnTo>
                    <a:pt x="2357197" y="8203"/>
                  </a:lnTo>
                  <a:lnTo>
                    <a:pt x="2366926" y="5977"/>
                  </a:lnTo>
                  <a:lnTo>
                    <a:pt x="2376670" y="4099"/>
                  </a:lnTo>
                  <a:lnTo>
                    <a:pt x="2386413" y="2569"/>
                  </a:lnTo>
                  <a:lnTo>
                    <a:pt x="2396157" y="1392"/>
                  </a:lnTo>
                  <a:lnTo>
                    <a:pt x="2405886" y="571"/>
                  </a:lnTo>
                  <a:lnTo>
                    <a:pt x="2415630" y="106"/>
                  </a:lnTo>
                  <a:lnTo>
                    <a:pt x="2425374" y="0"/>
                  </a:lnTo>
                  <a:lnTo>
                    <a:pt x="2435118" y="253"/>
                  </a:lnTo>
                  <a:lnTo>
                    <a:pt x="2444862" y="867"/>
                  </a:lnTo>
                  <a:lnTo>
                    <a:pt x="2454591" y="1840"/>
                  </a:lnTo>
                  <a:lnTo>
                    <a:pt x="2464335" y="3173"/>
                  </a:lnTo>
                  <a:lnTo>
                    <a:pt x="2474079" y="4865"/>
                  </a:lnTo>
                  <a:lnTo>
                    <a:pt x="2483823" y="6913"/>
                  </a:lnTo>
                  <a:lnTo>
                    <a:pt x="2493552" y="9315"/>
                  </a:lnTo>
                  <a:lnTo>
                    <a:pt x="2503296" y="12068"/>
                  </a:lnTo>
                  <a:lnTo>
                    <a:pt x="2513040" y="15170"/>
                  </a:lnTo>
                  <a:lnTo>
                    <a:pt x="2522784" y="18618"/>
                  </a:lnTo>
                  <a:lnTo>
                    <a:pt x="2532513" y="22405"/>
                  </a:lnTo>
                  <a:lnTo>
                    <a:pt x="2542257" y="26528"/>
                  </a:lnTo>
                  <a:lnTo>
                    <a:pt x="2552001" y="30981"/>
                  </a:lnTo>
                  <a:lnTo>
                    <a:pt x="2561745" y="35759"/>
                  </a:lnTo>
                  <a:lnTo>
                    <a:pt x="2571474" y="40857"/>
                  </a:lnTo>
                  <a:lnTo>
                    <a:pt x="2581218" y="46266"/>
                  </a:lnTo>
                  <a:lnTo>
                    <a:pt x="2590962" y="51980"/>
                  </a:lnTo>
                  <a:lnTo>
                    <a:pt x="2600705" y="57991"/>
                  </a:lnTo>
                  <a:lnTo>
                    <a:pt x="2610449" y="64294"/>
                  </a:lnTo>
                  <a:lnTo>
                    <a:pt x="2620178" y="70877"/>
                  </a:lnTo>
                  <a:lnTo>
                    <a:pt x="2629922" y="77734"/>
                  </a:lnTo>
                  <a:lnTo>
                    <a:pt x="2639666" y="84854"/>
                  </a:lnTo>
                  <a:lnTo>
                    <a:pt x="2649410" y="92231"/>
                  </a:lnTo>
                  <a:lnTo>
                    <a:pt x="2659139" y="99854"/>
                  </a:lnTo>
                  <a:lnTo>
                    <a:pt x="2668883" y="107712"/>
                  </a:lnTo>
                  <a:lnTo>
                    <a:pt x="2678627" y="115798"/>
                  </a:lnTo>
                  <a:lnTo>
                    <a:pt x="2688371" y="124100"/>
                  </a:lnTo>
                  <a:lnTo>
                    <a:pt x="2698100" y="132608"/>
                  </a:lnTo>
                  <a:lnTo>
                    <a:pt x="2707844" y="141312"/>
                  </a:lnTo>
                  <a:lnTo>
                    <a:pt x="2717588" y="150203"/>
                  </a:lnTo>
                  <a:lnTo>
                    <a:pt x="2727332" y="159267"/>
                  </a:lnTo>
                  <a:lnTo>
                    <a:pt x="2737076" y="168497"/>
                  </a:lnTo>
                  <a:lnTo>
                    <a:pt x="2746805" y="177880"/>
                  </a:lnTo>
                  <a:lnTo>
                    <a:pt x="2756549" y="187408"/>
                  </a:lnTo>
                  <a:lnTo>
                    <a:pt x="2766293" y="197069"/>
                  </a:lnTo>
                  <a:lnTo>
                    <a:pt x="2776037" y="206852"/>
                  </a:lnTo>
                  <a:lnTo>
                    <a:pt x="2785766" y="216747"/>
                  </a:lnTo>
                  <a:lnTo>
                    <a:pt x="2795510" y="226745"/>
                  </a:lnTo>
                  <a:lnTo>
                    <a:pt x="2805254" y="236834"/>
                  </a:lnTo>
                  <a:lnTo>
                    <a:pt x="2814998" y="247004"/>
                  </a:lnTo>
                  <a:lnTo>
                    <a:pt x="2824727" y="257247"/>
                  </a:lnTo>
                  <a:lnTo>
                    <a:pt x="2834471" y="267551"/>
                  </a:lnTo>
                  <a:lnTo>
                    <a:pt x="2844215" y="277911"/>
                  </a:lnTo>
                  <a:lnTo>
                    <a:pt x="2853958" y="288312"/>
                  </a:lnTo>
                  <a:lnTo>
                    <a:pt x="2863687" y="298748"/>
                  </a:lnTo>
                  <a:lnTo>
                    <a:pt x="2873431" y="309212"/>
                  </a:lnTo>
                  <a:lnTo>
                    <a:pt x="2883175" y="319692"/>
                  </a:lnTo>
                  <a:lnTo>
                    <a:pt x="2892919" y="330182"/>
                  </a:lnTo>
                  <a:lnTo>
                    <a:pt x="2902663" y="340674"/>
                  </a:lnTo>
                  <a:lnTo>
                    <a:pt x="2912392" y="35116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5" name="Freeform 764">
              <a:extLst>
                <a:ext uri="{FF2B5EF4-FFF2-40B4-BE49-F238E27FC236}">
                  <a16:creationId xmlns:a16="http://schemas.microsoft.com/office/drawing/2014/main" id="{436A60E5-5577-AB19-5D77-68323E8CFA02}"/>
                </a:ext>
              </a:extLst>
            </p:cNvPr>
            <p:cNvSpPr/>
            <p:nvPr/>
          </p:nvSpPr>
          <p:spPr>
            <a:xfrm>
              <a:off x="576446" y="3106842"/>
              <a:ext cx="2912392" cy="799903"/>
            </a:xfrm>
            <a:custGeom>
              <a:avLst/>
              <a:gdLst>
                <a:gd name="connsiteX0" fmla="*/ 0 w 2912392"/>
                <a:gd name="connsiteY0" fmla="*/ 347566 h 799903"/>
                <a:gd name="connsiteX1" fmla="*/ 9739 w 2912392"/>
                <a:gd name="connsiteY1" fmla="*/ 339396 h 799903"/>
                <a:gd name="connsiteX2" fmla="*/ 19480 w 2912392"/>
                <a:gd name="connsiteY2" fmla="*/ 331194 h 799903"/>
                <a:gd name="connsiteX3" fmla="*/ 29221 w 2912392"/>
                <a:gd name="connsiteY3" fmla="*/ 322967 h 799903"/>
                <a:gd name="connsiteX4" fmla="*/ 38961 w 2912392"/>
                <a:gd name="connsiteY4" fmla="*/ 314722 h 799903"/>
                <a:gd name="connsiteX5" fmla="*/ 48702 w 2912392"/>
                <a:gd name="connsiteY5" fmla="*/ 306471 h 799903"/>
                <a:gd name="connsiteX6" fmla="*/ 58443 w 2912392"/>
                <a:gd name="connsiteY6" fmla="*/ 298219 h 799903"/>
                <a:gd name="connsiteX7" fmla="*/ 68182 w 2912392"/>
                <a:gd name="connsiteY7" fmla="*/ 289977 h 799903"/>
                <a:gd name="connsiteX8" fmla="*/ 77923 w 2912392"/>
                <a:gd name="connsiteY8" fmla="*/ 281753 h 799903"/>
                <a:gd name="connsiteX9" fmla="*/ 87664 w 2912392"/>
                <a:gd name="connsiteY9" fmla="*/ 273553 h 799903"/>
                <a:gd name="connsiteX10" fmla="*/ 97404 w 2912392"/>
                <a:gd name="connsiteY10" fmla="*/ 265385 h 799903"/>
                <a:gd name="connsiteX11" fmla="*/ 107145 w 2912392"/>
                <a:gd name="connsiteY11" fmla="*/ 257259 h 799903"/>
                <a:gd name="connsiteX12" fmla="*/ 116886 w 2912392"/>
                <a:gd name="connsiteY12" fmla="*/ 249183 h 799903"/>
                <a:gd name="connsiteX13" fmla="*/ 126625 w 2912392"/>
                <a:gd name="connsiteY13" fmla="*/ 241161 h 799903"/>
                <a:gd name="connsiteX14" fmla="*/ 136366 w 2912392"/>
                <a:gd name="connsiteY14" fmla="*/ 233203 h 799903"/>
                <a:gd name="connsiteX15" fmla="*/ 146107 w 2912392"/>
                <a:gd name="connsiteY15" fmla="*/ 225317 h 799903"/>
                <a:gd name="connsiteX16" fmla="*/ 155846 w 2912392"/>
                <a:gd name="connsiteY16" fmla="*/ 217507 h 799903"/>
                <a:gd name="connsiteX17" fmla="*/ 165587 w 2912392"/>
                <a:gd name="connsiteY17" fmla="*/ 209782 h 799903"/>
                <a:gd name="connsiteX18" fmla="*/ 175328 w 2912392"/>
                <a:gd name="connsiteY18" fmla="*/ 202148 h 799903"/>
                <a:gd name="connsiteX19" fmla="*/ 185068 w 2912392"/>
                <a:gd name="connsiteY19" fmla="*/ 194612 h 799903"/>
                <a:gd name="connsiteX20" fmla="*/ 194809 w 2912392"/>
                <a:gd name="connsiteY20" fmla="*/ 187177 h 799903"/>
                <a:gd name="connsiteX21" fmla="*/ 204550 w 2912392"/>
                <a:gd name="connsiteY21" fmla="*/ 179853 h 799903"/>
                <a:gd name="connsiteX22" fmla="*/ 214289 w 2912392"/>
                <a:gd name="connsiteY22" fmla="*/ 172642 h 799903"/>
                <a:gd name="connsiteX23" fmla="*/ 224030 w 2912392"/>
                <a:gd name="connsiteY23" fmla="*/ 165550 h 799903"/>
                <a:gd name="connsiteX24" fmla="*/ 233771 w 2912392"/>
                <a:gd name="connsiteY24" fmla="*/ 158583 h 799903"/>
                <a:gd name="connsiteX25" fmla="*/ 243510 w 2912392"/>
                <a:gd name="connsiteY25" fmla="*/ 151745 h 799903"/>
                <a:gd name="connsiteX26" fmla="*/ 253251 w 2912392"/>
                <a:gd name="connsiteY26" fmla="*/ 145039 h 799903"/>
                <a:gd name="connsiteX27" fmla="*/ 262992 w 2912392"/>
                <a:gd name="connsiteY27" fmla="*/ 138471 h 799903"/>
                <a:gd name="connsiteX28" fmla="*/ 272732 w 2912392"/>
                <a:gd name="connsiteY28" fmla="*/ 132044 h 799903"/>
                <a:gd name="connsiteX29" fmla="*/ 282473 w 2912392"/>
                <a:gd name="connsiteY29" fmla="*/ 125761 h 799903"/>
                <a:gd name="connsiteX30" fmla="*/ 292214 w 2912392"/>
                <a:gd name="connsiteY30" fmla="*/ 119624 h 799903"/>
                <a:gd name="connsiteX31" fmla="*/ 301953 w 2912392"/>
                <a:gd name="connsiteY31" fmla="*/ 113639 h 799903"/>
                <a:gd name="connsiteX32" fmla="*/ 311694 w 2912392"/>
                <a:gd name="connsiteY32" fmla="*/ 107806 h 799903"/>
                <a:gd name="connsiteX33" fmla="*/ 321435 w 2912392"/>
                <a:gd name="connsiteY33" fmla="*/ 102128 h 799903"/>
                <a:gd name="connsiteX34" fmla="*/ 331175 w 2912392"/>
                <a:gd name="connsiteY34" fmla="*/ 96606 h 799903"/>
                <a:gd name="connsiteX35" fmla="*/ 340916 w 2912392"/>
                <a:gd name="connsiteY35" fmla="*/ 91244 h 799903"/>
                <a:gd name="connsiteX36" fmla="*/ 350656 w 2912392"/>
                <a:gd name="connsiteY36" fmla="*/ 86042 h 799903"/>
                <a:gd name="connsiteX37" fmla="*/ 360396 w 2912392"/>
                <a:gd name="connsiteY37" fmla="*/ 81001 h 799903"/>
                <a:gd name="connsiteX38" fmla="*/ 370137 w 2912392"/>
                <a:gd name="connsiteY38" fmla="*/ 76122 h 799903"/>
                <a:gd name="connsiteX39" fmla="*/ 379878 w 2912392"/>
                <a:gd name="connsiteY39" fmla="*/ 71405 h 799903"/>
                <a:gd name="connsiteX40" fmla="*/ 389617 w 2912392"/>
                <a:gd name="connsiteY40" fmla="*/ 66852 h 799903"/>
                <a:gd name="connsiteX41" fmla="*/ 399358 w 2912392"/>
                <a:gd name="connsiteY41" fmla="*/ 62461 h 799903"/>
                <a:gd name="connsiteX42" fmla="*/ 409099 w 2912392"/>
                <a:gd name="connsiteY42" fmla="*/ 58233 h 799903"/>
                <a:gd name="connsiteX43" fmla="*/ 418839 w 2912392"/>
                <a:gd name="connsiteY43" fmla="*/ 54168 h 799903"/>
                <a:gd name="connsiteX44" fmla="*/ 428580 w 2912392"/>
                <a:gd name="connsiteY44" fmla="*/ 50266 h 799903"/>
                <a:gd name="connsiteX45" fmla="*/ 438321 w 2912392"/>
                <a:gd name="connsiteY45" fmla="*/ 46525 h 799903"/>
                <a:gd name="connsiteX46" fmla="*/ 448060 w 2912392"/>
                <a:gd name="connsiteY46" fmla="*/ 42945 h 799903"/>
                <a:gd name="connsiteX47" fmla="*/ 457801 w 2912392"/>
                <a:gd name="connsiteY47" fmla="*/ 39524 h 799903"/>
                <a:gd name="connsiteX48" fmla="*/ 467542 w 2912392"/>
                <a:gd name="connsiteY48" fmla="*/ 36263 h 799903"/>
                <a:gd name="connsiteX49" fmla="*/ 477281 w 2912392"/>
                <a:gd name="connsiteY49" fmla="*/ 33156 h 799903"/>
                <a:gd name="connsiteX50" fmla="*/ 487022 w 2912392"/>
                <a:gd name="connsiteY50" fmla="*/ 30206 h 799903"/>
                <a:gd name="connsiteX51" fmla="*/ 496763 w 2912392"/>
                <a:gd name="connsiteY51" fmla="*/ 27410 h 799903"/>
                <a:gd name="connsiteX52" fmla="*/ 506503 w 2912392"/>
                <a:gd name="connsiteY52" fmla="*/ 24765 h 799903"/>
                <a:gd name="connsiteX53" fmla="*/ 516244 w 2912392"/>
                <a:gd name="connsiteY53" fmla="*/ 22271 h 799903"/>
                <a:gd name="connsiteX54" fmla="*/ 525985 w 2912392"/>
                <a:gd name="connsiteY54" fmla="*/ 19924 h 799903"/>
                <a:gd name="connsiteX55" fmla="*/ 535724 w 2912392"/>
                <a:gd name="connsiteY55" fmla="*/ 17722 h 799903"/>
                <a:gd name="connsiteX56" fmla="*/ 545465 w 2912392"/>
                <a:gd name="connsiteY56" fmla="*/ 15665 h 799903"/>
                <a:gd name="connsiteX57" fmla="*/ 555206 w 2912392"/>
                <a:gd name="connsiteY57" fmla="*/ 13747 h 799903"/>
                <a:gd name="connsiteX58" fmla="*/ 564946 w 2912392"/>
                <a:gd name="connsiteY58" fmla="*/ 11968 h 799903"/>
                <a:gd name="connsiteX59" fmla="*/ 574687 w 2912392"/>
                <a:gd name="connsiteY59" fmla="*/ 10325 h 799903"/>
                <a:gd name="connsiteX60" fmla="*/ 584428 w 2912392"/>
                <a:gd name="connsiteY60" fmla="*/ 8814 h 799903"/>
                <a:gd name="connsiteX61" fmla="*/ 594167 w 2912392"/>
                <a:gd name="connsiteY61" fmla="*/ 7435 h 799903"/>
                <a:gd name="connsiteX62" fmla="*/ 603908 w 2912392"/>
                <a:gd name="connsiteY62" fmla="*/ 6183 h 799903"/>
                <a:gd name="connsiteX63" fmla="*/ 613649 w 2912392"/>
                <a:gd name="connsiteY63" fmla="*/ 5055 h 799903"/>
                <a:gd name="connsiteX64" fmla="*/ 623388 w 2912392"/>
                <a:gd name="connsiteY64" fmla="*/ 4051 h 799903"/>
                <a:gd name="connsiteX65" fmla="*/ 633129 w 2912392"/>
                <a:gd name="connsiteY65" fmla="*/ 3165 h 799903"/>
                <a:gd name="connsiteX66" fmla="*/ 642870 w 2912392"/>
                <a:gd name="connsiteY66" fmla="*/ 2394 h 799903"/>
                <a:gd name="connsiteX67" fmla="*/ 652610 w 2912392"/>
                <a:gd name="connsiteY67" fmla="*/ 1737 h 799903"/>
                <a:gd name="connsiteX68" fmla="*/ 662351 w 2912392"/>
                <a:gd name="connsiteY68" fmla="*/ 1190 h 799903"/>
                <a:gd name="connsiteX69" fmla="*/ 672092 w 2912392"/>
                <a:gd name="connsiteY69" fmla="*/ 751 h 799903"/>
                <a:gd name="connsiteX70" fmla="*/ 681831 w 2912392"/>
                <a:gd name="connsiteY70" fmla="*/ 416 h 799903"/>
                <a:gd name="connsiteX71" fmla="*/ 691572 w 2912392"/>
                <a:gd name="connsiteY71" fmla="*/ 180 h 799903"/>
                <a:gd name="connsiteX72" fmla="*/ 701313 w 2912392"/>
                <a:gd name="connsiteY72" fmla="*/ 43 h 799903"/>
                <a:gd name="connsiteX73" fmla="*/ 711052 w 2912392"/>
                <a:gd name="connsiteY73" fmla="*/ 0 h 799903"/>
                <a:gd name="connsiteX74" fmla="*/ 720793 w 2912392"/>
                <a:gd name="connsiteY74" fmla="*/ 49 h 799903"/>
                <a:gd name="connsiteX75" fmla="*/ 730534 w 2912392"/>
                <a:gd name="connsiteY75" fmla="*/ 186 h 799903"/>
                <a:gd name="connsiteX76" fmla="*/ 740274 w 2912392"/>
                <a:gd name="connsiteY76" fmla="*/ 408 h 799903"/>
                <a:gd name="connsiteX77" fmla="*/ 750015 w 2912392"/>
                <a:gd name="connsiteY77" fmla="*/ 714 h 799903"/>
                <a:gd name="connsiteX78" fmla="*/ 759756 w 2912392"/>
                <a:gd name="connsiteY78" fmla="*/ 1097 h 799903"/>
                <a:gd name="connsiteX79" fmla="*/ 769495 w 2912392"/>
                <a:gd name="connsiteY79" fmla="*/ 1555 h 799903"/>
                <a:gd name="connsiteX80" fmla="*/ 779236 w 2912392"/>
                <a:gd name="connsiteY80" fmla="*/ 2087 h 799903"/>
                <a:gd name="connsiteX81" fmla="*/ 788977 w 2912392"/>
                <a:gd name="connsiteY81" fmla="*/ 2688 h 799903"/>
                <a:gd name="connsiteX82" fmla="*/ 798717 w 2912392"/>
                <a:gd name="connsiteY82" fmla="*/ 3355 h 799903"/>
                <a:gd name="connsiteX83" fmla="*/ 808458 w 2912392"/>
                <a:gd name="connsiteY83" fmla="*/ 4085 h 799903"/>
                <a:gd name="connsiteX84" fmla="*/ 818199 w 2912392"/>
                <a:gd name="connsiteY84" fmla="*/ 4876 h 799903"/>
                <a:gd name="connsiteX85" fmla="*/ 827938 w 2912392"/>
                <a:gd name="connsiteY85" fmla="*/ 5724 h 799903"/>
                <a:gd name="connsiteX86" fmla="*/ 837679 w 2912392"/>
                <a:gd name="connsiteY86" fmla="*/ 6627 h 799903"/>
                <a:gd name="connsiteX87" fmla="*/ 847420 w 2912392"/>
                <a:gd name="connsiteY87" fmla="*/ 7581 h 799903"/>
                <a:gd name="connsiteX88" fmla="*/ 857159 w 2912392"/>
                <a:gd name="connsiteY88" fmla="*/ 8582 h 799903"/>
                <a:gd name="connsiteX89" fmla="*/ 866900 w 2912392"/>
                <a:gd name="connsiteY89" fmla="*/ 9629 h 799903"/>
                <a:gd name="connsiteX90" fmla="*/ 876641 w 2912392"/>
                <a:gd name="connsiteY90" fmla="*/ 10718 h 799903"/>
                <a:gd name="connsiteX91" fmla="*/ 886381 w 2912392"/>
                <a:gd name="connsiteY91" fmla="*/ 11848 h 799903"/>
                <a:gd name="connsiteX92" fmla="*/ 896122 w 2912392"/>
                <a:gd name="connsiteY92" fmla="*/ 13014 h 799903"/>
                <a:gd name="connsiteX93" fmla="*/ 905863 w 2912392"/>
                <a:gd name="connsiteY93" fmla="*/ 14214 h 799903"/>
                <a:gd name="connsiteX94" fmla="*/ 915602 w 2912392"/>
                <a:gd name="connsiteY94" fmla="*/ 15446 h 799903"/>
                <a:gd name="connsiteX95" fmla="*/ 925343 w 2912392"/>
                <a:gd name="connsiteY95" fmla="*/ 16708 h 799903"/>
                <a:gd name="connsiteX96" fmla="*/ 935084 w 2912392"/>
                <a:gd name="connsiteY96" fmla="*/ 17995 h 799903"/>
                <a:gd name="connsiteX97" fmla="*/ 944824 w 2912392"/>
                <a:gd name="connsiteY97" fmla="*/ 19308 h 799903"/>
                <a:gd name="connsiteX98" fmla="*/ 954564 w 2912392"/>
                <a:gd name="connsiteY98" fmla="*/ 20641 h 799903"/>
                <a:gd name="connsiteX99" fmla="*/ 964305 w 2912392"/>
                <a:gd name="connsiteY99" fmla="*/ 21994 h 799903"/>
                <a:gd name="connsiteX100" fmla="*/ 974045 w 2912392"/>
                <a:gd name="connsiteY100" fmla="*/ 23365 h 799903"/>
                <a:gd name="connsiteX101" fmla="*/ 983786 w 2912392"/>
                <a:gd name="connsiteY101" fmla="*/ 24750 h 799903"/>
                <a:gd name="connsiteX102" fmla="*/ 993522 w 2912392"/>
                <a:gd name="connsiteY102" fmla="*/ 26149 h 799903"/>
                <a:gd name="connsiteX103" fmla="*/ 1003266 w 2912392"/>
                <a:gd name="connsiteY103" fmla="*/ 27559 h 799903"/>
                <a:gd name="connsiteX104" fmla="*/ 1013010 w 2912392"/>
                <a:gd name="connsiteY104" fmla="*/ 28979 h 799903"/>
                <a:gd name="connsiteX105" fmla="*/ 1022754 w 2912392"/>
                <a:gd name="connsiteY105" fmla="*/ 30406 h 799903"/>
                <a:gd name="connsiteX106" fmla="*/ 1032483 w 2912392"/>
                <a:gd name="connsiteY106" fmla="*/ 31839 h 799903"/>
                <a:gd name="connsiteX107" fmla="*/ 1042227 w 2912392"/>
                <a:gd name="connsiteY107" fmla="*/ 33275 h 799903"/>
                <a:gd name="connsiteX108" fmla="*/ 1051971 w 2912392"/>
                <a:gd name="connsiteY108" fmla="*/ 34716 h 799903"/>
                <a:gd name="connsiteX109" fmla="*/ 1061715 w 2912392"/>
                <a:gd name="connsiteY109" fmla="*/ 36158 h 799903"/>
                <a:gd name="connsiteX110" fmla="*/ 1071444 w 2912392"/>
                <a:gd name="connsiteY110" fmla="*/ 37601 h 799903"/>
                <a:gd name="connsiteX111" fmla="*/ 1081188 w 2912392"/>
                <a:gd name="connsiteY111" fmla="*/ 39041 h 799903"/>
                <a:gd name="connsiteX112" fmla="*/ 1090932 w 2912392"/>
                <a:gd name="connsiteY112" fmla="*/ 40482 h 799903"/>
                <a:gd name="connsiteX113" fmla="*/ 1100676 w 2912392"/>
                <a:gd name="connsiteY113" fmla="*/ 41918 h 799903"/>
                <a:gd name="connsiteX114" fmla="*/ 1110405 w 2912392"/>
                <a:gd name="connsiteY114" fmla="*/ 43352 h 799903"/>
                <a:gd name="connsiteX115" fmla="*/ 1120149 w 2912392"/>
                <a:gd name="connsiteY115" fmla="*/ 44779 h 799903"/>
                <a:gd name="connsiteX116" fmla="*/ 1129893 w 2912392"/>
                <a:gd name="connsiteY116" fmla="*/ 46202 h 799903"/>
                <a:gd name="connsiteX117" fmla="*/ 1139637 w 2912392"/>
                <a:gd name="connsiteY117" fmla="*/ 47620 h 799903"/>
                <a:gd name="connsiteX118" fmla="*/ 1149381 w 2912392"/>
                <a:gd name="connsiteY118" fmla="*/ 49031 h 799903"/>
                <a:gd name="connsiteX119" fmla="*/ 1159110 w 2912392"/>
                <a:gd name="connsiteY119" fmla="*/ 50435 h 799903"/>
                <a:gd name="connsiteX120" fmla="*/ 1168854 w 2912392"/>
                <a:gd name="connsiteY120" fmla="*/ 51832 h 799903"/>
                <a:gd name="connsiteX121" fmla="*/ 1178598 w 2912392"/>
                <a:gd name="connsiteY121" fmla="*/ 53221 h 799903"/>
                <a:gd name="connsiteX122" fmla="*/ 1188341 w 2912392"/>
                <a:gd name="connsiteY122" fmla="*/ 54603 h 799903"/>
                <a:gd name="connsiteX123" fmla="*/ 1198070 w 2912392"/>
                <a:gd name="connsiteY123" fmla="*/ 55977 h 799903"/>
                <a:gd name="connsiteX124" fmla="*/ 1207814 w 2912392"/>
                <a:gd name="connsiteY124" fmla="*/ 57345 h 799903"/>
                <a:gd name="connsiteX125" fmla="*/ 1217558 w 2912392"/>
                <a:gd name="connsiteY125" fmla="*/ 58703 h 799903"/>
                <a:gd name="connsiteX126" fmla="*/ 1227302 w 2912392"/>
                <a:gd name="connsiteY126" fmla="*/ 60055 h 799903"/>
                <a:gd name="connsiteX127" fmla="*/ 1237031 w 2912392"/>
                <a:gd name="connsiteY127" fmla="*/ 61397 h 799903"/>
                <a:gd name="connsiteX128" fmla="*/ 1246775 w 2912392"/>
                <a:gd name="connsiteY128" fmla="*/ 62734 h 799903"/>
                <a:gd name="connsiteX129" fmla="*/ 1256519 w 2912392"/>
                <a:gd name="connsiteY129" fmla="*/ 64063 h 799903"/>
                <a:gd name="connsiteX130" fmla="*/ 1266263 w 2912392"/>
                <a:gd name="connsiteY130" fmla="*/ 65384 h 799903"/>
                <a:gd name="connsiteX131" fmla="*/ 1276007 w 2912392"/>
                <a:gd name="connsiteY131" fmla="*/ 66700 h 799903"/>
                <a:gd name="connsiteX132" fmla="*/ 1285736 w 2912392"/>
                <a:gd name="connsiteY132" fmla="*/ 68009 h 799903"/>
                <a:gd name="connsiteX133" fmla="*/ 1295480 w 2912392"/>
                <a:gd name="connsiteY133" fmla="*/ 69312 h 799903"/>
                <a:gd name="connsiteX134" fmla="*/ 1305224 w 2912392"/>
                <a:gd name="connsiteY134" fmla="*/ 70609 h 799903"/>
                <a:gd name="connsiteX135" fmla="*/ 1314968 w 2912392"/>
                <a:gd name="connsiteY135" fmla="*/ 71901 h 799903"/>
                <a:gd name="connsiteX136" fmla="*/ 1324697 w 2912392"/>
                <a:gd name="connsiteY136" fmla="*/ 73188 h 799903"/>
                <a:gd name="connsiteX137" fmla="*/ 1334441 w 2912392"/>
                <a:gd name="connsiteY137" fmla="*/ 74471 h 799903"/>
                <a:gd name="connsiteX138" fmla="*/ 1344185 w 2912392"/>
                <a:gd name="connsiteY138" fmla="*/ 75749 h 799903"/>
                <a:gd name="connsiteX139" fmla="*/ 1353929 w 2912392"/>
                <a:gd name="connsiteY139" fmla="*/ 77025 h 799903"/>
                <a:gd name="connsiteX140" fmla="*/ 1363658 w 2912392"/>
                <a:gd name="connsiteY140" fmla="*/ 78296 h 799903"/>
                <a:gd name="connsiteX141" fmla="*/ 1373402 w 2912392"/>
                <a:gd name="connsiteY141" fmla="*/ 79564 h 799903"/>
                <a:gd name="connsiteX142" fmla="*/ 1383146 w 2912392"/>
                <a:gd name="connsiteY142" fmla="*/ 80830 h 799903"/>
                <a:gd name="connsiteX143" fmla="*/ 1392890 w 2912392"/>
                <a:gd name="connsiteY143" fmla="*/ 82093 h 799903"/>
                <a:gd name="connsiteX144" fmla="*/ 1402619 w 2912392"/>
                <a:gd name="connsiteY144" fmla="*/ 83354 h 799903"/>
                <a:gd name="connsiteX145" fmla="*/ 1412363 w 2912392"/>
                <a:gd name="connsiteY145" fmla="*/ 84614 h 799903"/>
                <a:gd name="connsiteX146" fmla="*/ 1422106 w 2912392"/>
                <a:gd name="connsiteY146" fmla="*/ 85873 h 799903"/>
                <a:gd name="connsiteX147" fmla="*/ 1431850 w 2912392"/>
                <a:gd name="connsiteY147" fmla="*/ 87131 h 799903"/>
                <a:gd name="connsiteX148" fmla="*/ 1441594 w 2912392"/>
                <a:gd name="connsiteY148" fmla="*/ 88387 h 799903"/>
                <a:gd name="connsiteX149" fmla="*/ 1451323 w 2912392"/>
                <a:gd name="connsiteY149" fmla="*/ 89644 h 799903"/>
                <a:gd name="connsiteX150" fmla="*/ 1461067 w 2912392"/>
                <a:gd name="connsiteY150" fmla="*/ 90900 h 799903"/>
                <a:gd name="connsiteX151" fmla="*/ 1470811 w 2912392"/>
                <a:gd name="connsiteY151" fmla="*/ 92156 h 799903"/>
                <a:gd name="connsiteX152" fmla="*/ 1480555 w 2912392"/>
                <a:gd name="connsiteY152" fmla="*/ 93412 h 799903"/>
                <a:gd name="connsiteX153" fmla="*/ 1490284 w 2912392"/>
                <a:gd name="connsiteY153" fmla="*/ 94670 h 799903"/>
                <a:gd name="connsiteX154" fmla="*/ 1500028 w 2912392"/>
                <a:gd name="connsiteY154" fmla="*/ 95926 h 799903"/>
                <a:gd name="connsiteX155" fmla="*/ 1509772 w 2912392"/>
                <a:gd name="connsiteY155" fmla="*/ 97183 h 799903"/>
                <a:gd name="connsiteX156" fmla="*/ 1519516 w 2912392"/>
                <a:gd name="connsiteY156" fmla="*/ 98442 h 799903"/>
                <a:gd name="connsiteX157" fmla="*/ 1529245 w 2912392"/>
                <a:gd name="connsiteY157" fmla="*/ 99701 h 799903"/>
                <a:gd name="connsiteX158" fmla="*/ 1538989 w 2912392"/>
                <a:gd name="connsiteY158" fmla="*/ 100961 h 799903"/>
                <a:gd name="connsiteX159" fmla="*/ 1548733 w 2912392"/>
                <a:gd name="connsiteY159" fmla="*/ 102222 h 799903"/>
                <a:gd name="connsiteX160" fmla="*/ 1558477 w 2912392"/>
                <a:gd name="connsiteY160" fmla="*/ 103484 h 799903"/>
                <a:gd name="connsiteX161" fmla="*/ 1568221 w 2912392"/>
                <a:gd name="connsiteY161" fmla="*/ 104747 h 799903"/>
                <a:gd name="connsiteX162" fmla="*/ 1577950 w 2912392"/>
                <a:gd name="connsiteY162" fmla="*/ 106011 h 799903"/>
                <a:gd name="connsiteX163" fmla="*/ 1587694 w 2912392"/>
                <a:gd name="connsiteY163" fmla="*/ 107276 h 799903"/>
                <a:gd name="connsiteX164" fmla="*/ 1597438 w 2912392"/>
                <a:gd name="connsiteY164" fmla="*/ 108544 h 799903"/>
                <a:gd name="connsiteX165" fmla="*/ 1607182 w 2912392"/>
                <a:gd name="connsiteY165" fmla="*/ 109811 h 799903"/>
                <a:gd name="connsiteX166" fmla="*/ 1616911 w 2912392"/>
                <a:gd name="connsiteY166" fmla="*/ 111079 h 799903"/>
                <a:gd name="connsiteX167" fmla="*/ 1626655 w 2912392"/>
                <a:gd name="connsiteY167" fmla="*/ 112350 h 799903"/>
                <a:gd name="connsiteX168" fmla="*/ 1636399 w 2912392"/>
                <a:gd name="connsiteY168" fmla="*/ 113623 h 799903"/>
                <a:gd name="connsiteX169" fmla="*/ 1646142 w 2912392"/>
                <a:gd name="connsiteY169" fmla="*/ 114898 h 799903"/>
                <a:gd name="connsiteX170" fmla="*/ 1655872 w 2912392"/>
                <a:gd name="connsiteY170" fmla="*/ 116173 h 799903"/>
                <a:gd name="connsiteX171" fmla="*/ 1665616 w 2912392"/>
                <a:gd name="connsiteY171" fmla="*/ 117452 h 799903"/>
                <a:gd name="connsiteX172" fmla="*/ 1675359 w 2912392"/>
                <a:gd name="connsiteY172" fmla="*/ 118731 h 799903"/>
                <a:gd name="connsiteX173" fmla="*/ 1685103 w 2912392"/>
                <a:gd name="connsiteY173" fmla="*/ 120014 h 799903"/>
                <a:gd name="connsiteX174" fmla="*/ 1694832 w 2912392"/>
                <a:gd name="connsiteY174" fmla="*/ 121300 h 799903"/>
                <a:gd name="connsiteX175" fmla="*/ 1704576 w 2912392"/>
                <a:gd name="connsiteY175" fmla="*/ 122590 h 799903"/>
                <a:gd name="connsiteX176" fmla="*/ 1714320 w 2912392"/>
                <a:gd name="connsiteY176" fmla="*/ 123882 h 799903"/>
                <a:gd name="connsiteX177" fmla="*/ 1724064 w 2912392"/>
                <a:gd name="connsiteY177" fmla="*/ 125180 h 799903"/>
                <a:gd name="connsiteX178" fmla="*/ 1733808 w 2912392"/>
                <a:gd name="connsiteY178" fmla="*/ 126480 h 799903"/>
                <a:gd name="connsiteX179" fmla="*/ 1743537 w 2912392"/>
                <a:gd name="connsiteY179" fmla="*/ 127789 h 799903"/>
                <a:gd name="connsiteX180" fmla="*/ 1753281 w 2912392"/>
                <a:gd name="connsiteY180" fmla="*/ 129101 h 799903"/>
                <a:gd name="connsiteX181" fmla="*/ 1763025 w 2912392"/>
                <a:gd name="connsiteY181" fmla="*/ 130420 h 799903"/>
                <a:gd name="connsiteX182" fmla="*/ 1772769 w 2912392"/>
                <a:gd name="connsiteY182" fmla="*/ 131747 h 799903"/>
                <a:gd name="connsiteX183" fmla="*/ 1782498 w 2912392"/>
                <a:gd name="connsiteY183" fmla="*/ 133082 h 799903"/>
                <a:gd name="connsiteX184" fmla="*/ 1792242 w 2912392"/>
                <a:gd name="connsiteY184" fmla="*/ 134428 h 799903"/>
                <a:gd name="connsiteX185" fmla="*/ 1801986 w 2912392"/>
                <a:gd name="connsiteY185" fmla="*/ 135782 h 799903"/>
                <a:gd name="connsiteX186" fmla="*/ 1811730 w 2912392"/>
                <a:gd name="connsiteY186" fmla="*/ 137150 h 799903"/>
                <a:gd name="connsiteX187" fmla="*/ 1821459 w 2912392"/>
                <a:gd name="connsiteY187" fmla="*/ 138529 h 799903"/>
                <a:gd name="connsiteX188" fmla="*/ 1831203 w 2912392"/>
                <a:gd name="connsiteY188" fmla="*/ 139924 h 799903"/>
                <a:gd name="connsiteX189" fmla="*/ 1840947 w 2912392"/>
                <a:gd name="connsiteY189" fmla="*/ 141333 h 799903"/>
                <a:gd name="connsiteX190" fmla="*/ 1850691 w 2912392"/>
                <a:gd name="connsiteY190" fmla="*/ 142761 h 799903"/>
                <a:gd name="connsiteX191" fmla="*/ 1860435 w 2912392"/>
                <a:gd name="connsiteY191" fmla="*/ 144207 h 799903"/>
                <a:gd name="connsiteX192" fmla="*/ 1870164 w 2912392"/>
                <a:gd name="connsiteY192" fmla="*/ 145676 h 799903"/>
                <a:gd name="connsiteX193" fmla="*/ 1879908 w 2912392"/>
                <a:gd name="connsiteY193" fmla="*/ 147168 h 799903"/>
                <a:gd name="connsiteX194" fmla="*/ 1889652 w 2912392"/>
                <a:gd name="connsiteY194" fmla="*/ 148684 h 799903"/>
                <a:gd name="connsiteX195" fmla="*/ 1899395 w 2912392"/>
                <a:gd name="connsiteY195" fmla="*/ 150228 h 799903"/>
                <a:gd name="connsiteX196" fmla="*/ 1909124 w 2912392"/>
                <a:gd name="connsiteY196" fmla="*/ 151801 h 799903"/>
                <a:gd name="connsiteX197" fmla="*/ 1918868 w 2912392"/>
                <a:gd name="connsiteY197" fmla="*/ 153409 h 799903"/>
                <a:gd name="connsiteX198" fmla="*/ 1928612 w 2912392"/>
                <a:gd name="connsiteY198" fmla="*/ 155049 h 799903"/>
                <a:gd name="connsiteX199" fmla="*/ 1938356 w 2912392"/>
                <a:gd name="connsiteY199" fmla="*/ 156730 h 799903"/>
                <a:gd name="connsiteX200" fmla="*/ 1948085 w 2912392"/>
                <a:gd name="connsiteY200" fmla="*/ 158451 h 799903"/>
                <a:gd name="connsiteX201" fmla="*/ 1957829 w 2912392"/>
                <a:gd name="connsiteY201" fmla="*/ 160215 h 799903"/>
                <a:gd name="connsiteX202" fmla="*/ 1967573 w 2912392"/>
                <a:gd name="connsiteY202" fmla="*/ 162026 h 799903"/>
                <a:gd name="connsiteX203" fmla="*/ 1977317 w 2912392"/>
                <a:gd name="connsiteY203" fmla="*/ 163889 h 799903"/>
                <a:gd name="connsiteX204" fmla="*/ 1987046 w 2912392"/>
                <a:gd name="connsiteY204" fmla="*/ 165805 h 799903"/>
                <a:gd name="connsiteX205" fmla="*/ 1996790 w 2912392"/>
                <a:gd name="connsiteY205" fmla="*/ 167779 h 799903"/>
                <a:gd name="connsiteX206" fmla="*/ 2006534 w 2912392"/>
                <a:gd name="connsiteY206" fmla="*/ 169816 h 799903"/>
                <a:gd name="connsiteX207" fmla="*/ 2016278 w 2912392"/>
                <a:gd name="connsiteY207" fmla="*/ 171916 h 799903"/>
                <a:gd name="connsiteX208" fmla="*/ 2026022 w 2912392"/>
                <a:gd name="connsiteY208" fmla="*/ 174087 h 799903"/>
                <a:gd name="connsiteX209" fmla="*/ 2035751 w 2912392"/>
                <a:gd name="connsiteY209" fmla="*/ 176331 h 799903"/>
                <a:gd name="connsiteX210" fmla="*/ 2045495 w 2912392"/>
                <a:gd name="connsiteY210" fmla="*/ 178654 h 799903"/>
                <a:gd name="connsiteX211" fmla="*/ 2055239 w 2912392"/>
                <a:gd name="connsiteY211" fmla="*/ 181058 h 799903"/>
                <a:gd name="connsiteX212" fmla="*/ 2064983 w 2912392"/>
                <a:gd name="connsiteY212" fmla="*/ 183551 h 799903"/>
                <a:gd name="connsiteX213" fmla="*/ 2074712 w 2912392"/>
                <a:gd name="connsiteY213" fmla="*/ 186133 h 799903"/>
                <a:gd name="connsiteX214" fmla="*/ 2084456 w 2912392"/>
                <a:gd name="connsiteY214" fmla="*/ 188813 h 799903"/>
                <a:gd name="connsiteX215" fmla="*/ 2094200 w 2912392"/>
                <a:gd name="connsiteY215" fmla="*/ 191592 h 799903"/>
                <a:gd name="connsiteX216" fmla="*/ 2103944 w 2912392"/>
                <a:gd name="connsiteY216" fmla="*/ 194478 h 799903"/>
                <a:gd name="connsiteX217" fmla="*/ 2113673 w 2912392"/>
                <a:gd name="connsiteY217" fmla="*/ 197474 h 799903"/>
                <a:gd name="connsiteX218" fmla="*/ 2123417 w 2912392"/>
                <a:gd name="connsiteY218" fmla="*/ 200585 h 799903"/>
                <a:gd name="connsiteX219" fmla="*/ 2133161 w 2912392"/>
                <a:gd name="connsiteY219" fmla="*/ 203817 h 799903"/>
                <a:gd name="connsiteX220" fmla="*/ 2142905 w 2912392"/>
                <a:gd name="connsiteY220" fmla="*/ 207173 h 799903"/>
                <a:gd name="connsiteX221" fmla="*/ 2152649 w 2912392"/>
                <a:gd name="connsiteY221" fmla="*/ 210660 h 799903"/>
                <a:gd name="connsiteX222" fmla="*/ 2162377 w 2912392"/>
                <a:gd name="connsiteY222" fmla="*/ 214280 h 799903"/>
                <a:gd name="connsiteX223" fmla="*/ 2172121 w 2912392"/>
                <a:gd name="connsiteY223" fmla="*/ 218041 h 799903"/>
                <a:gd name="connsiteX224" fmla="*/ 2181865 w 2912392"/>
                <a:gd name="connsiteY224" fmla="*/ 221946 h 799903"/>
                <a:gd name="connsiteX225" fmla="*/ 2191609 w 2912392"/>
                <a:gd name="connsiteY225" fmla="*/ 226000 h 799903"/>
                <a:gd name="connsiteX226" fmla="*/ 2201338 w 2912392"/>
                <a:gd name="connsiteY226" fmla="*/ 230207 h 799903"/>
                <a:gd name="connsiteX227" fmla="*/ 2211082 w 2912392"/>
                <a:gd name="connsiteY227" fmla="*/ 234573 h 799903"/>
                <a:gd name="connsiteX228" fmla="*/ 2220826 w 2912392"/>
                <a:gd name="connsiteY228" fmla="*/ 239099 h 799903"/>
                <a:gd name="connsiteX229" fmla="*/ 2230570 w 2912392"/>
                <a:gd name="connsiteY229" fmla="*/ 243794 h 799903"/>
                <a:gd name="connsiteX230" fmla="*/ 2240299 w 2912392"/>
                <a:gd name="connsiteY230" fmla="*/ 248657 h 799903"/>
                <a:gd name="connsiteX231" fmla="*/ 2250043 w 2912392"/>
                <a:gd name="connsiteY231" fmla="*/ 253694 h 799903"/>
                <a:gd name="connsiteX232" fmla="*/ 2259787 w 2912392"/>
                <a:gd name="connsiteY232" fmla="*/ 258909 h 799903"/>
                <a:gd name="connsiteX233" fmla="*/ 2269531 w 2912392"/>
                <a:gd name="connsiteY233" fmla="*/ 264305 h 799903"/>
                <a:gd name="connsiteX234" fmla="*/ 2279260 w 2912392"/>
                <a:gd name="connsiteY234" fmla="*/ 269883 h 799903"/>
                <a:gd name="connsiteX235" fmla="*/ 2289004 w 2912392"/>
                <a:gd name="connsiteY235" fmla="*/ 275649 h 799903"/>
                <a:gd name="connsiteX236" fmla="*/ 2298748 w 2912392"/>
                <a:gd name="connsiteY236" fmla="*/ 281603 h 799903"/>
                <a:gd name="connsiteX237" fmla="*/ 2308492 w 2912392"/>
                <a:gd name="connsiteY237" fmla="*/ 287746 h 799903"/>
                <a:gd name="connsiteX238" fmla="*/ 2318236 w 2912392"/>
                <a:gd name="connsiteY238" fmla="*/ 294081 h 799903"/>
                <a:gd name="connsiteX239" fmla="*/ 2327965 w 2912392"/>
                <a:gd name="connsiteY239" fmla="*/ 300609 h 799903"/>
                <a:gd name="connsiteX240" fmla="*/ 2337709 w 2912392"/>
                <a:gd name="connsiteY240" fmla="*/ 307332 h 799903"/>
                <a:gd name="connsiteX241" fmla="*/ 2347453 w 2912392"/>
                <a:gd name="connsiteY241" fmla="*/ 314249 h 799903"/>
                <a:gd name="connsiteX242" fmla="*/ 2357197 w 2912392"/>
                <a:gd name="connsiteY242" fmla="*/ 321359 h 799903"/>
                <a:gd name="connsiteX243" fmla="*/ 2366926 w 2912392"/>
                <a:gd name="connsiteY243" fmla="*/ 328663 h 799903"/>
                <a:gd name="connsiteX244" fmla="*/ 2376670 w 2912392"/>
                <a:gd name="connsiteY244" fmla="*/ 336160 h 799903"/>
                <a:gd name="connsiteX245" fmla="*/ 2386413 w 2912392"/>
                <a:gd name="connsiteY245" fmla="*/ 343846 h 799903"/>
                <a:gd name="connsiteX246" fmla="*/ 2396157 w 2912392"/>
                <a:gd name="connsiteY246" fmla="*/ 351722 h 799903"/>
                <a:gd name="connsiteX247" fmla="*/ 2405886 w 2912392"/>
                <a:gd name="connsiteY247" fmla="*/ 359784 h 799903"/>
                <a:gd name="connsiteX248" fmla="*/ 2415630 w 2912392"/>
                <a:gd name="connsiteY248" fmla="*/ 368027 h 799903"/>
                <a:gd name="connsiteX249" fmla="*/ 2425374 w 2912392"/>
                <a:gd name="connsiteY249" fmla="*/ 376451 h 799903"/>
                <a:gd name="connsiteX250" fmla="*/ 2435118 w 2912392"/>
                <a:gd name="connsiteY250" fmla="*/ 385049 h 799903"/>
                <a:gd name="connsiteX251" fmla="*/ 2444862 w 2912392"/>
                <a:gd name="connsiteY251" fmla="*/ 393817 h 799903"/>
                <a:gd name="connsiteX252" fmla="*/ 2454591 w 2912392"/>
                <a:gd name="connsiteY252" fmla="*/ 402749 h 799903"/>
                <a:gd name="connsiteX253" fmla="*/ 2464335 w 2912392"/>
                <a:gd name="connsiteY253" fmla="*/ 411839 h 799903"/>
                <a:gd name="connsiteX254" fmla="*/ 2474079 w 2912392"/>
                <a:gd name="connsiteY254" fmla="*/ 421081 h 799903"/>
                <a:gd name="connsiteX255" fmla="*/ 2483823 w 2912392"/>
                <a:gd name="connsiteY255" fmla="*/ 430467 h 799903"/>
                <a:gd name="connsiteX256" fmla="*/ 2493552 w 2912392"/>
                <a:gd name="connsiteY256" fmla="*/ 439989 h 799903"/>
                <a:gd name="connsiteX257" fmla="*/ 2503296 w 2912392"/>
                <a:gd name="connsiteY257" fmla="*/ 449641 h 799903"/>
                <a:gd name="connsiteX258" fmla="*/ 2513040 w 2912392"/>
                <a:gd name="connsiteY258" fmla="*/ 459410 h 799903"/>
                <a:gd name="connsiteX259" fmla="*/ 2522784 w 2912392"/>
                <a:gd name="connsiteY259" fmla="*/ 469290 h 799903"/>
                <a:gd name="connsiteX260" fmla="*/ 2532513 w 2912392"/>
                <a:gd name="connsiteY260" fmla="*/ 479267 h 799903"/>
                <a:gd name="connsiteX261" fmla="*/ 2542257 w 2912392"/>
                <a:gd name="connsiteY261" fmla="*/ 489335 h 799903"/>
                <a:gd name="connsiteX262" fmla="*/ 2552001 w 2912392"/>
                <a:gd name="connsiteY262" fmla="*/ 499479 h 799903"/>
                <a:gd name="connsiteX263" fmla="*/ 2561745 w 2912392"/>
                <a:gd name="connsiteY263" fmla="*/ 509690 h 799903"/>
                <a:gd name="connsiteX264" fmla="*/ 2571474 w 2912392"/>
                <a:gd name="connsiteY264" fmla="*/ 519955 h 799903"/>
                <a:gd name="connsiteX265" fmla="*/ 2581218 w 2912392"/>
                <a:gd name="connsiteY265" fmla="*/ 530259 h 799903"/>
                <a:gd name="connsiteX266" fmla="*/ 2590962 w 2912392"/>
                <a:gd name="connsiteY266" fmla="*/ 540593 h 799903"/>
                <a:gd name="connsiteX267" fmla="*/ 2600705 w 2912392"/>
                <a:gd name="connsiteY267" fmla="*/ 550941 h 799903"/>
                <a:gd name="connsiteX268" fmla="*/ 2610449 w 2912392"/>
                <a:gd name="connsiteY268" fmla="*/ 561288 h 799903"/>
                <a:gd name="connsiteX269" fmla="*/ 2620178 w 2912392"/>
                <a:gd name="connsiteY269" fmla="*/ 571622 h 799903"/>
                <a:gd name="connsiteX270" fmla="*/ 2629922 w 2912392"/>
                <a:gd name="connsiteY270" fmla="*/ 581926 h 799903"/>
                <a:gd name="connsiteX271" fmla="*/ 2639666 w 2912392"/>
                <a:gd name="connsiteY271" fmla="*/ 592188 h 799903"/>
                <a:gd name="connsiteX272" fmla="*/ 2649410 w 2912392"/>
                <a:gd name="connsiteY272" fmla="*/ 602391 h 799903"/>
                <a:gd name="connsiteX273" fmla="*/ 2659139 w 2912392"/>
                <a:gd name="connsiteY273" fmla="*/ 612520 h 799903"/>
                <a:gd name="connsiteX274" fmla="*/ 2668883 w 2912392"/>
                <a:gd name="connsiteY274" fmla="*/ 622560 h 799903"/>
                <a:gd name="connsiteX275" fmla="*/ 2678627 w 2912392"/>
                <a:gd name="connsiteY275" fmla="*/ 632493 h 799903"/>
                <a:gd name="connsiteX276" fmla="*/ 2688371 w 2912392"/>
                <a:gd name="connsiteY276" fmla="*/ 642306 h 799903"/>
                <a:gd name="connsiteX277" fmla="*/ 2698100 w 2912392"/>
                <a:gd name="connsiteY277" fmla="*/ 651981 h 799903"/>
                <a:gd name="connsiteX278" fmla="*/ 2707844 w 2912392"/>
                <a:gd name="connsiteY278" fmla="*/ 661503 h 799903"/>
                <a:gd name="connsiteX279" fmla="*/ 2717588 w 2912392"/>
                <a:gd name="connsiteY279" fmla="*/ 670855 h 799903"/>
                <a:gd name="connsiteX280" fmla="*/ 2727332 w 2912392"/>
                <a:gd name="connsiteY280" fmla="*/ 680022 h 799903"/>
                <a:gd name="connsiteX281" fmla="*/ 2737076 w 2912392"/>
                <a:gd name="connsiteY281" fmla="*/ 688990 h 799903"/>
                <a:gd name="connsiteX282" fmla="*/ 2746805 w 2912392"/>
                <a:gd name="connsiteY282" fmla="*/ 697740 h 799903"/>
                <a:gd name="connsiteX283" fmla="*/ 2756549 w 2912392"/>
                <a:gd name="connsiteY283" fmla="*/ 706258 h 799903"/>
                <a:gd name="connsiteX284" fmla="*/ 2766293 w 2912392"/>
                <a:gd name="connsiteY284" fmla="*/ 714530 h 799903"/>
                <a:gd name="connsiteX285" fmla="*/ 2776037 w 2912392"/>
                <a:gd name="connsiteY285" fmla="*/ 722540 h 799903"/>
                <a:gd name="connsiteX286" fmla="*/ 2785766 w 2912392"/>
                <a:gd name="connsiteY286" fmla="*/ 730272 h 799903"/>
                <a:gd name="connsiteX287" fmla="*/ 2795510 w 2912392"/>
                <a:gd name="connsiteY287" fmla="*/ 737714 h 799903"/>
                <a:gd name="connsiteX288" fmla="*/ 2805254 w 2912392"/>
                <a:gd name="connsiteY288" fmla="*/ 744852 h 799903"/>
                <a:gd name="connsiteX289" fmla="*/ 2814998 w 2912392"/>
                <a:gd name="connsiteY289" fmla="*/ 751673 h 799903"/>
                <a:gd name="connsiteX290" fmla="*/ 2824727 w 2912392"/>
                <a:gd name="connsiteY290" fmla="*/ 758163 h 799903"/>
                <a:gd name="connsiteX291" fmla="*/ 2834471 w 2912392"/>
                <a:gd name="connsiteY291" fmla="*/ 764310 h 799903"/>
                <a:gd name="connsiteX292" fmla="*/ 2844215 w 2912392"/>
                <a:gd name="connsiteY292" fmla="*/ 770103 h 799903"/>
                <a:gd name="connsiteX293" fmla="*/ 2853958 w 2912392"/>
                <a:gd name="connsiteY293" fmla="*/ 775532 h 799903"/>
                <a:gd name="connsiteX294" fmla="*/ 2863687 w 2912392"/>
                <a:gd name="connsiteY294" fmla="*/ 780584 h 799903"/>
                <a:gd name="connsiteX295" fmla="*/ 2873431 w 2912392"/>
                <a:gd name="connsiteY295" fmla="*/ 785252 h 799903"/>
                <a:gd name="connsiteX296" fmla="*/ 2883175 w 2912392"/>
                <a:gd name="connsiteY296" fmla="*/ 789525 h 799903"/>
                <a:gd name="connsiteX297" fmla="*/ 2892919 w 2912392"/>
                <a:gd name="connsiteY297" fmla="*/ 793396 h 799903"/>
                <a:gd name="connsiteX298" fmla="*/ 2902663 w 2912392"/>
                <a:gd name="connsiteY298" fmla="*/ 796859 h 799903"/>
                <a:gd name="connsiteX299" fmla="*/ 2912392 w 2912392"/>
                <a:gd name="connsiteY299" fmla="*/ 799904 h 799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99903">
                  <a:moveTo>
                    <a:pt x="0" y="347566"/>
                  </a:moveTo>
                  <a:lnTo>
                    <a:pt x="9739" y="339396"/>
                  </a:lnTo>
                  <a:lnTo>
                    <a:pt x="19480" y="331194"/>
                  </a:lnTo>
                  <a:lnTo>
                    <a:pt x="29221" y="322967"/>
                  </a:lnTo>
                  <a:lnTo>
                    <a:pt x="38961" y="314722"/>
                  </a:lnTo>
                  <a:lnTo>
                    <a:pt x="48702" y="306471"/>
                  </a:lnTo>
                  <a:lnTo>
                    <a:pt x="58443" y="298219"/>
                  </a:lnTo>
                  <a:lnTo>
                    <a:pt x="68182" y="289977"/>
                  </a:lnTo>
                  <a:lnTo>
                    <a:pt x="77923" y="281753"/>
                  </a:lnTo>
                  <a:lnTo>
                    <a:pt x="87664" y="273553"/>
                  </a:lnTo>
                  <a:lnTo>
                    <a:pt x="97404" y="265385"/>
                  </a:lnTo>
                  <a:lnTo>
                    <a:pt x="107145" y="257259"/>
                  </a:lnTo>
                  <a:lnTo>
                    <a:pt x="116886" y="249183"/>
                  </a:lnTo>
                  <a:lnTo>
                    <a:pt x="126625" y="241161"/>
                  </a:lnTo>
                  <a:lnTo>
                    <a:pt x="136366" y="233203"/>
                  </a:lnTo>
                  <a:lnTo>
                    <a:pt x="146107" y="225317"/>
                  </a:lnTo>
                  <a:lnTo>
                    <a:pt x="155846" y="217507"/>
                  </a:lnTo>
                  <a:lnTo>
                    <a:pt x="165587" y="209782"/>
                  </a:lnTo>
                  <a:lnTo>
                    <a:pt x="175328" y="202148"/>
                  </a:lnTo>
                  <a:lnTo>
                    <a:pt x="185068" y="194612"/>
                  </a:lnTo>
                  <a:lnTo>
                    <a:pt x="194809" y="187177"/>
                  </a:lnTo>
                  <a:lnTo>
                    <a:pt x="204550" y="179853"/>
                  </a:lnTo>
                  <a:lnTo>
                    <a:pt x="214289" y="172642"/>
                  </a:lnTo>
                  <a:lnTo>
                    <a:pt x="224030" y="165550"/>
                  </a:lnTo>
                  <a:lnTo>
                    <a:pt x="233771" y="158583"/>
                  </a:lnTo>
                  <a:lnTo>
                    <a:pt x="243510" y="151745"/>
                  </a:lnTo>
                  <a:lnTo>
                    <a:pt x="253251" y="145039"/>
                  </a:lnTo>
                  <a:lnTo>
                    <a:pt x="262992" y="138471"/>
                  </a:lnTo>
                  <a:lnTo>
                    <a:pt x="272732" y="132044"/>
                  </a:lnTo>
                  <a:lnTo>
                    <a:pt x="282473" y="125761"/>
                  </a:lnTo>
                  <a:lnTo>
                    <a:pt x="292214" y="119624"/>
                  </a:lnTo>
                  <a:lnTo>
                    <a:pt x="301953" y="113639"/>
                  </a:lnTo>
                  <a:lnTo>
                    <a:pt x="311694" y="107806"/>
                  </a:lnTo>
                  <a:lnTo>
                    <a:pt x="321435" y="102128"/>
                  </a:lnTo>
                  <a:lnTo>
                    <a:pt x="331175" y="96606"/>
                  </a:lnTo>
                  <a:lnTo>
                    <a:pt x="340916" y="91244"/>
                  </a:lnTo>
                  <a:lnTo>
                    <a:pt x="350656" y="86042"/>
                  </a:lnTo>
                  <a:lnTo>
                    <a:pt x="360396" y="81001"/>
                  </a:lnTo>
                  <a:lnTo>
                    <a:pt x="370137" y="76122"/>
                  </a:lnTo>
                  <a:lnTo>
                    <a:pt x="379878" y="71405"/>
                  </a:lnTo>
                  <a:lnTo>
                    <a:pt x="389617" y="66852"/>
                  </a:lnTo>
                  <a:lnTo>
                    <a:pt x="399358" y="62461"/>
                  </a:lnTo>
                  <a:lnTo>
                    <a:pt x="409099" y="58233"/>
                  </a:lnTo>
                  <a:lnTo>
                    <a:pt x="418839" y="54168"/>
                  </a:lnTo>
                  <a:lnTo>
                    <a:pt x="428580" y="50266"/>
                  </a:lnTo>
                  <a:lnTo>
                    <a:pt x="438321" y="46525"/>
                  </a:lnTo>
                  <a:lnTo>
                    <a:pt x="448060" y="42945"/>
                  </a:lnTo>
                  <a:lnTo>
                    <a:pt x="457801" y="39524"/>
                  </a:lnTo>
                  <a:lnTo>
                    <a:pt x="467542" y="36263"/>
                  </a:lnTo>
                  <a:lnTo>
                    <a:pt x="477281" y="33156"/>
                  </a:lnTo>
                  <a:lnTo>
                    <a:pt x="487022" y="30206"/>
                  </a:lnTo>
                  <a:lnTo>
                    <a:pt x="496763" y="27410"/>
                  </a:lnTo>
                  <a:lnTo>
                    <a:pt x="506503" y="24765"/>
                  </a:lnTo>
                  <a:lnTo>
                    <a:pt x="516244" y="22271"/>
                  </a:lnTo>
                  <a:lnTo>
                    <a:pt x="525985" y="19924"/>
                  </a:lnTo>
                  <a:lnTo>
                    <a:pt x="535724" y="17722"/>
                  </a:lnTo>
                  <a:lnTo>
                    <a:pt x="545465" y="15665"/>
                  </a:lnTo>
                  <a:lnTo>
                    <a:pt x="555206" y="13747"/>
                  </a:lnTo>
                  <a:lnTo>
                    <a:pt x="564946" y="11968"/>
                  </a:lnTo>
                  <a:lnTo>
                    <a:pt x="574687" y="10325"/>
                  </a:lnTo>
                  <a:lnTo>
                    <a:pt x="584428" y="8814"/>
                  </a:lnTo>
                  <a:lnTo>
                    <a:pt x="594167" y="7435"/>
                  </a:lnTo>
                  <a:lnTo>
                    <a:pt x="603908" y="6183"/>
                  </a:lnTo>
                  <a:lnTo>
                    <a:pt x="613649" y="5055"/>
                  </a:lnTo>
                  <a:lnTo>
                    <a:pt x="623388" y="4051"/>
                  </a:lnTo>
                  <a:lnTo>
                    <a:pt x="633129" y="3165"/>
                  </a:lnTo>
                  <a:lnTo>
                    <a:pt x="642870" y="2394"/>
                  </a:lnTo>
                  <a:lnTo>
                    <a:pt x="652610" y="1737"/>
                  </a:lnTo>
                  <a:lnTo>
                    <a:pt x="662351" y="1190"/>
                  </a:lnTo>
                  <a:lnTo>
                    <a:pt x="672092" y="751"/>
                  </a:lnTo>
                  <a:lnTo>
                    <a:pt x="681831" y="416"/>
                  </a:lnTo>
                  <a:lnTo>
                    <a:pt x="691572" y="180"/>
                  </a:lnTo>
                  <a:lnTo>
                    <a:pt x="701313" y="43"/>
                  </a:lnTo>
                  <a:lnTo>
                    <a:pt x="711052" y="0"/>
                  </a:lnTo>
                  <a:lnTo>
                    <a:pt x="720793" y="49"/>
                  </a:lnTo>
                  <a:lnTo>
                    <a:pt x="730534" y="186"/>
                  </a:lnTo>
                  <a:lnTo>
                    <a:pt x="740274" y="408"/>
                  </a:lnTo>
                  <a:lnTo>
                    <a:pt x="750015" y="714"/>
                  </a:lnTo>
                  <a:lnTo>
                    <a:pt x="759756" y="1097"/>
                  </a:lnTo>
                  <a:lnTo>
                    <a:pt x="769495" y="1555"/>
                  </a:lnTo>
                  <a:lnTo>
                    <a:pt x="779236" y="2087"/>
                  </a:lnTo>
                  <a:lnTo>
                    <a:pt x="788977" y="2688"/>
                  </a:lnTo>
                  <a:lnTo>
                    <a:pt x="798717" y="3355"/>
                  </a:lnTo>
                  <a:lnTo>
                    <a:pt x="808458" y="4085"/>
                  </a:lnTo>
                  <a:lnTo>
                    <a:pt x="818199" y="4876"/>
                  </a:lnTo>
                  <a:lnTo>
                    <a:pt x="827938" y="5724"/>
                  </a:lnTo>
                  <a:lnTo>
                    <a:pt x="837679" y="6627"/>
                  </a:lnTo>
                  <a:lnTo>
                    <a:pt x="847420" y="7581"/>
                  </a:lnTo>
                  <a:lnTo>
                    <a:pt x="857159" y="8582"/>
                  </a:lnTo>
                  <a:lnTo>
                    <a:pt x="866900" y="9629"/>
                  </a:lnTo>
                  <a:lnTo>
                    <a:pt x="876641" y="10718"/>
                  </a:lnTo>
                  <a:lnTo>
                    <a:pt x="886381" y="11848"/>
                  </a:lnTo>
                  <a:lnTo>
                    <a:pt x="896122" y="13014"/>
                  </a:lnTo>
                  <a:lnTo>
                    <a:pt x="905863" y="14214"/>
                  </a:lnTo>
                  <a:lnTo>
                    <a:pt x="915602" y="15446"/>
                  </a:lnTo>
                  <a:lnTo>
                    <a:pt x="925343" y="16708"/>
                  </a:lnTo>
                  <a:lnTo>
                    <a:pt x="935084" y="17995"/>
                  </a:lnTo>
                  <a:lnTo>
                    <a:pt x="944824" y="19308"/>
                  </a:lnTo>
                  <a:lnTo>
                    <a:pt x="954564" y="20641"/>
                  </a:lnTo>
                  <a:lnTo>
                    <a:pt x="964305" y="21994"/>
                  </a:lnTo>
                  <a:lnTo>
                    <a:pt x="974045" y="23365"/>
                  </a:lnTo>
                  <a:lnTo>
                    <a:pt x="983786" y="24750"/>
                  </a:lnTo>
                  <a:lnTo>
                    <a:pt x="993522" y="26149"/>
                  </a:lnTo>
                  <a:lnTo>
                    <a:pt x="1003266" y="27559"/>
                  </a:lnTo>
                  <a:lnTo>
                    <a:pt x="1013010" y="28979"/>
                  </a:lnTo>
                  <a:lnTo>
                    <a:pt x="1022754" y="30406"/>
                  </a:lnTo>
                  <a:lnTo>
                    <a:pt x="1032483" y="31839"/>
                  </a:lnTo>
                  <a:lnTo>
                    <a:pt x="1042227" y="33275"/>
                  </a:lnTo>
                  <a:lnTo>
                    <a:pt x="1051971" y="34716"/>
                  </a:lnTo>
                  <a:lnTo>
                    <a:pt x="1061715" y="36158"/>
                  </a:lnTo>
                  <a:lnTo>
                    <a:pt x="1071444" y="37601"/>
                  </a:lnTo>
                  <a:lnTo>
                    <a:pt x="1081188" y="39041"/>
                  </a:lnTo>
                  <a:lnTo>
                    <a:pt x="1090932" y="40482"/>
                  </a:lnTo>
                  <a:lnTo>
                    <a:pt x="1100676" y="41918"/>
                  </a:lnTo>
                  <a:lnTo>
                    <a:pt x="1110405" y="43352"/>
                  </a:lnTo>
                  <a:lnTo>
                    <a:pt x="1120149" y="44779"/>
                  </a:lnTo>
                  <a:lnTo>
                    <a:pt x="1129893" y="46202"/>
                  </a:lnTo>
                  <a:lnTo>
                    <a:pt x="1139637" y="47620"/>
                  </a:lnTo>
                  <a:lnTo>
                    <a:pt x="1149381" y="49031"/>
                  </a:lnTo>
                  <a:lnTo>
                    <a:pt x="1159110" y="50435"/>
                  </a:lnTo>
                  <a:lnTo>
                    <a:pt x="1168854" y="51832"/>
                  </a:lnTo>
                  <a:lnTo>
                    <a:pt x="1178598" y="53221"/>
                  </a:lnTo>
                  <a:lnTo>
                    <a:pt x="1188341" y="54603"/>
                  </a:lnTo>
                  <a:lnTo>
                    <a:pt x="1198070" y="55977"/>
                  </a:lnTo>
                  <a:lnTo>
                    <a:pt x="1207814" y="57345"/>
                  </a:lnTo>
                  <a:lnTo>
                    <a:pt x="1217558" y="58703"/>
                  </a:lnTo>
                  <a:lnTo>
                    <a:pt x="1227302" y="60055"/>
                  </a:lnTo>
                  <a:lnTo>
                    <a:pt x="1237031" y="61397"/>
                  </a:lnTo>
                  <a:lnTo>
                    <a:pt x="1246775" y="62734"/>
                  </a:lnTo>
                  <a:lnTo>
                    <a:pt x="1256519" y="64063"/>
                  </a:lnTo>
                  <a:lnTo>
                    <a:pt x="1266263" y="65384"/>
                  </a:lnTo>
                  <a:lnTo>
                    <a:pt x="1276007" y="66700"/>
                  </a:lnTo>
                  <a:lnTo>
                    <a:pt x="1285736" y="68009"/>
                  </a:lnTo>
                  <a:lnTo>
                    <a:pt x="1295480" y="69312"/>
                  </a:lnTo>
                  <a:lnTo>
                    <a:pt x="1305224" y="70609"/>
                  </a:lnTo>
                  <a:lnTo>
                    <a:pt x="1314968" y="71901"/>
                  </a:lnTo>
                  <a:lnTo>
                    <a:pt x="1324697" y="73188"/>
                  </a:lnTo>
                  <a:lnTo>
                    <a:pt x="1334441" y="74471"/>
                  </a:lnTo>
                  <a:lnTo>
                    <a:pt x="1344185" y="75749"/>
                  </a:lnTo>
                  <a:lnTo>
                    <a:pt x="1353929" y="77025"/>
                  </a:lnTo>
                  <a:lnTo>
                    <a:pt x="1363658" y="78296"/>
                  </a:lnTo>
                  <a:lnTo>
                    <a:pt x="1373402" y="79564"/>
                  </a:lnTo>
                  <a:lnTo>
                    <a:pt x="1383146" y="80830"/>
                  </a:lnTo>
                  <a:lnTo>
                    <a:pt x="1392890" y="82093"/>
                  </a:lnTo>
                  <a:lnTo>
                    <a:pt x="1402619" y="83354"/>
                  </a:lnTo>
                  <a:lnTo>
                    <a:pt x="1412363" y="84614"/>
                  </a:lnTo>
                  <a:lnTo>
                    <a:pt x="1422106" y="85873"/>
                  </a:lnTo>
                  <a:lnTo>
                    <a:pt x="1431850" y="87131"/>
                  </a:lnTo>
                  <a:lnTo>
                    <a:pt x="1441594" y="88387"/>
                  </a:lnTo>
                  <a:lnTo>
                    <a:pt x="1451323" y="89644"/>
                  </a:lnTo>
                  <a:lnTo>
                    <a:pt x="1461067" y="90900"/>
                  </a:lnTo>
                  <a:lnTo>
                    <a:pt x="1470811" y="92156"/>
                  </a:lnTo>
                  <a:lnTo>
                    <a:pt x="1480555" y="93412"/>
                  </a:lnTo>
                  <a:lnTo>
                    <a:pt x="1490284" y="94670"/>
                  </a:lnTo>
                  <a:lnTo>
                    <a:pt x="1500028" y="95926"/>
                  </a:lnTo>
                  <a:lnTo>
                    <a:pt x="1509772" y="97183"/>
                  </a:lnTo>
                  <a:lnTo>
                    <a:pt x="1519516" y="98442"/>
                  </a:lnTo>
                  <a:lnTo>
                    <a:pt x="1529245" y="99701"/>
                  </a:lnTo>
                  <a:lnTo>
                    <a:pt x="1538989" y="100961"/>
                  </a:lnTo>
                  <a:lnTo>
                    <a:pt x="1548733" y="102222"/>
                  </a:lnTo>
                  <a:lnTo>
                    <a:pt x="1558477" y="103484"/>
                  </a:lnTo>
                  <a:lnTo>
                    <a:pt x="1568221" y="104747"/>
                  </a:lnTo>
                  <a:lnTo>
                    <a:pt x="1577950" y="106011"/>
                  </a:lnTo>
                  <a:lnTo>
                    <a:pt x="1587694" y="107276"/>
                  </a:lnTo>
                  <a:lnTo>
                    <a:pt x="1597438" y="108544"/>
                  </a:lnTo>
                  <a:lnTo>
                    <a:pt x="1607182" y="109811"/>
                  </a:lnTo>
                  <a:lnTo>
                    <a:pt x="1616911" y="111079"/>
                  </a:lnTo>
                  <a:lnTo>
                    <a:pt x="1626655" y="112350"/>
                  </a:lnTo>
                  <a:lnTo>
                    <a:pt x="1636399" y="113623"/>
                  </a:lnTo>
                  <a:lnTo>
                    <a:pt x="1646142" y="114898"/>
                  </a:lnTo>
                  <a:lnTo>
                    <a:pt x="1655872" y="116173"/>
                  </a:lnTo>
                  <a:lnTo>
                    <a:pt x="1665616" y="117452"/>
                  </a:lnTo>
                  <a:lnTo>
                    <a:pt x="1675359" y="118731"/>
                  </a:lnTo>
                  <a:lnTo>
                    <a:pt x="1685103" y="120014"/>
                  </a:lnTo>
                  <a:lnTo>
                    <a:pt x="1694832" y="121300"/>
                  </a:lnTo>
                  <a:lnTo>
                    <a:pt x="1704576" y="122590"/>
                  </a:lnTo>
                  <a:lnTo>
                    <a:pt x="1714320" y="123882"/>
                  </a:lnTo>
                  <a:lnTo>
                    <a:pt x="1724064" y="125180"/>
                  </a:lnTo>
                  <a:lnTo>
                    <a:pt x="1733808" y="126480"/>
                  </a:lnTo>
                  <a:lnTo>
                    <a:pt x="1743537" y="127789"/>
                  </a:lnTo>
                  <a:lnTo>
                    <a:pt x="1753281" y="129101"/>
                  </a:lnTo>
                  <a:lnTo>
                    <a:pt x="1763025" y="130420"/>
                  </a:lnTo>
                  <a:lnTo>
                    <a:pt x="1772769" y="131747"/>
                  </a:lnTo>
                  <a:lnTo>
                    <a:pt x="1782498" y="133082"/>
                  </a:lnTo>
                  <a:lnTo>
                    <a:pt x="1792242" y="134428"/>
                  </a:lnTo>
                  <a:lnTo>
                    <a:pt x="1801986" y="135782"/>
                  </a:lnTo>
                  <a:lnTo>
                    <a:pt x="1811730" y="137150"/>
                  </a:lnTo>
                  <a:lnTo>
                    <a:pt x="1821459" y="138529"/>
                  </a:lnTo>
                  <a:lnTo>
                    <a:pt x="1831203" y="139924"/>
                  </a:lnTo>
                  <a:lnTo>
                    <a:pt x="1840947" y="141333"/>
                  </a:lnTo>
                  <a:lnTo>
                    <a:pt x="1850691" y="142761"/>
                  </a:lnTo>
                  <a:lnTo>
                    <a:pt x="1860435" y="144207"/>
                  </a:lnTo>
                  <a:lnTo>
                    <a:pt x="1870164" y="145676"/>
                  </a:lnTo>
                  <a:lnTo>
                    <a:pt x="1879908" y="147168"/>
                  </a:lnTo>
                  <a:lnTo>
                    <a:pt x="1889652" y="148684"/>
                  </a:lnTo>
                  <a:lnTo>
                    <a:pt x="1899395" y="150228"/>
                  </a:lnTo>
                  <a:lnTo>
                    <a:pt x="1909124" y="151801"/>
                  </a:lnTo>
                  <a:lnTo>
                    <a:pt x="1918868" y="153409"/>
                  </a:lnTo>
                  <a:lnTo>
                    <a:pt x="1928612" y="155049"/>
                  </a:lnTo>
                  <a:lnTo>
                    <a:pt x="1938356" y="156730"/>
                  </a:lnTo>
                  <a:lnTo>
                    <a:pt x="1948085" y="158451"/>
                  </a:lnTo>
                  <a:lnTo>
                    <a:pt x="1957829" y="160215"/>
                  </a:lnTo>
                  <a:lnTo>
                    <a:pt x="1967573" y="162026"/>
                  </a:lnTo>
                  <a:lnTo>
                    <a:pt x="1977317" y="163889"/>
                  </a:lnTo>
                  <a:lnTo>
                    <a:pt x="1987046" y="165805"/>
                  </a:lnTo>
                  <a:lnTo>
                    <a:pt x="1996790" y="167779"/>
                  </a:lnTo>
                  <a:lnTo>
                    <a:pt x="2006534" y="169816"/>
                  </a:lnTo>
                  <a:lnTo>
                    <a:pt x="2016278" y="171916"/>
                  </a:lnTo>
                  <a:lnTo>
                    <a:pt x="2026022" y="174087"/>
                  </a:lnTo>
                  <a:lnTo>
                    <a:pt x="2035751" y="176331"/>
                  </a:lnTo>
                  <a:lnTo>
                    <a:pt x="2045495" y="178654"/>
                  </a:lnTo>
                  <a:lnTo>
                    <a:pt x="2055239" y="181058"/>
                  </a:lnTo>
                  <a:lnTo>
                    <a:pt x="2064983" y="183551"/>
                  </a:lnTo>
                  <a:lnTo>
                    <a:pt x="2074712" y="186133"/>
                  </a:lnTo>
                  <a:lnTo>
                    <a:pt x="2084456" y="188813"/>
                  </a:lnTo>
                  <a:lnTo>
                    <a:pt x="2094200" y="191592"/>
                  </a:lnTo>
                  <a:lnTo>
                    <a:pt x="2103944" y="194478"/>
                  </a:lnTo>
                  <a:lnTo>
                    <a:pt x="2113673" y="197474"/>
                  </a:lnTo>
                  <a:lnTo>
                    <a:pt x="2123417" y="200585"/>
                  </a:lnTo>
                  <a:lnTo>
                    <a:pt x="2133161" y="203817"/>
                  </a:lnTo>
                  <a:lnTo>
                    <a:pt x="2142905" y="207173"/>
                  </a:lnTo>
                  <a:lnTo>
                    <a:pt x="2152649" y="210660"/>
                  </a:lnTo>
                  <a:lnTo>
                    <a:pt x="2162377" y="214280"/>
                  </a:lnTo>
                  <a:lnTo>
                    <a:pt x="2172121" y="218041"/>
                  </a:lnTo>
                  <a:lnTo>
                    <a:pt x="2181865" y="221946"/>
                  </a:lnTo>
                  <a:lnTo>
                    <a:pt x="2191609" y="226000"/>
                  </a:lnTo>
                  <a:lnTo>
                    <a:pt x="2201338" y="230207"/>
                  </a:lnTo>
                  <a:lnTo>
                    <a:pt x="2211082" y="234573"/>
                  </a:lnTo>
                  <a:lnTo>
                    <a:pt x="2220826" y="239099"/>
                  </a:lnTo>
                  <a:lnTo>
                    <a:pt x="2230570" y="243794"/>
                  </a:lnTo>
                  <a:lnTo>
                    <a:pt x="2240299" y="248657"/>
                  </a:lnTo>
                  <a:lnTo>
                    <a:pt x="2250043" y="253694"/>
                  </a:lnTo>
                  <a:lnTo>
                    <a:pt x="2259787" y="258909"/>
                  </a:lnTo>
                  <a:lnTo>
                    <a:pt x="2269531" y="264305"/>
                  </a:lnTo>
                  <a:lnTo>
                    <a:pt x="2279260" y="269883"/>
                  </a:lnTo>
                  <a:lnTo>
                    <a:pt x="2289004" y="275649"/>
                  </a:lnTo>
                  <a:lnTo>
                    <a:pt x="2298748" y="281603"/>
                  </a:lnTo>
                  <a:lnTo>
                    <a:pt x="2308492" y="287746"/>
                  </a:lnTo>
                  <a:lnTo>
                    <a:pt x="2318236" y="294081"/>
                  </a:lnTo>
                  <a:lnTo>
                    <a:pt x="2327965" y="300609"/>
                  </a:lnTo>
                  <a:lnTo>
                    <a:pt x="2337709" y="307332"/>
                  </a:lnTo>
                  <a:lnTo>
                    <a:pt x="2347453" y="314249"/>
                  </a:lnTo>
                  <a:lnTo>
                    <a:pt x="2357197" y="321359"/>
                  </a:lnTo>
                  <a:lnTo>
                    <a:pt x="2366926" y="328663"/>
                  </a:lnTo>
                  <a:lnTo>
                    <a:pt x="2376670" y="336160"/>
                  </a:lnTo>
                  <a:lnTo>
                    <a:pt x="2386413" y="343846"/>
                  </a:lnTo>
                  <a:lnTo>
                    <a:pt x="2396157" y="351722"/>
                  </a:lnTo>
                  <a:lnTo>
                    <a:pt x="2405886" y="359784"/>
                  </a:lnTo>
                  <a:lnTo>
                    <a:pt x="2415630" y="368027"/>
                  </a:lnTo>
                  <a:lnTo>
                    <a:pt x="2425374" y="376451"/>
                  </a:lnTo>
                  <a:lnTo>
                    <a:pt x="2435118" y="385049"/>
                  </a:lnTo>
                  <a:lnTo>
                    <a:pt x="2444862" y="393817"/>
                  </a:lnTo>
                  <a:lnTo>
                    <a:pt x="2454591" y="402749"/>
                  </a:lnTo>
                  <a:lnTo>
                    <a:pt x="2464335" y="411839"/>
                  </a:lnTo>
                  <a:lnTo>
                    <a:pt x="2474079" y="421081"/>
                  </a:lnTo>
                  <a:lnTo>
                    <a:pt x="2483823" y="430467"/>
                  </a:lnTo>
                  <a:lnTo>
                    <a:pt x="2493552" y="439989"/>
                  </a:lnTo>
                  <a:lnTo>
                    <a:pt x="2503296" y="449641"/>
                  </a:lnTo>
                  <a:lnTo>
                    <a:pt x="2513040" y="459410"/>
                  </a:lnTo>
                  <a:lnTo>
                    <a:pt x="2522784" y="469290"/>
                  </a:lnTo>
                  <a:lnTo>
                    <a:pt x="2532513" y="479267"/>
                  </a:lnTo>
                  <a:lnTo>
                    <a:pt x="2542257" y="489335"/>
                  </a:lnTo>
                  <a:lnTo>
                    <a:pt x="2552001" y="499479"/>
                  </a:lnTo>
                  <a:lnTo>
                    <a:pt x="2561745" y="509690"/>
                  </a:lnTo>
                  <a:lnTo>
                    <a:pt x="2571474" y="519955"/>
                  </a:lnTo>
                  <a:lnTo>
                    <a:pt x="2581218" y="530259"/>
                  </a:lnTo>
                  <a:lnTo>
                    <a:pt x="2590962" y="540593"/>
                  </a:lnTo>
                  <a:lnTo>
                    <a:pt x="2600705" y="550941"/>
                  </a:lnTo>
                  <a:lnTo>
                    <a:pt x="2610449" y="561288"/>
                  </a:lnTo>
                  <a:lnTo>
                    <a:pt x="2620178" y="571622"/>
                  </a:lnTo>
                  <a:lnTo>
                    <a:pt x="2629922" y="581926"/>
                  </a:lnTo>
                  <a:lnTo>
                    <a:pt x="2639666" y="592188"/>
                  </a:lnTo>
                  <a:lnTo>
                    <a:pt x="2649410" y="602391"/>
                  </a:lnTo>
                  <a:lnTo>
                    <a:pt x="2659139" y="612520"/>
                  </a:lnTo>
                  <a:lnTo>
                    <a:pt x="2668883" y="622560"/>
                  </a:lnTo>
                  <a:lnTo>
                    <a:pt x="2678627" y="632493"/>
                  </a:lnTo>
                  <a:lnTo>
                    <a:pt x="2688371" y="642306"/>
                  </a:lnTo>
                  <a:lnTo>
                    <a:pt x="2698100" y="651981"/>
                  </a:lnTo>
                  <a:lnTo>
                    <a:pt x="2707844" y="661503"/>
                  </a:lnTo>
                  <a:lnTo>
                    <a:pt x="2717588" y="670855"/>
                  </a:lnTo>
                  <a:lnTo>
                    <a:pt x="2727332" y="680022"/>
                  </a:lnTo>
                  <a:lnTo>
                    <a:pt x="2737076" y="688990"/>
                  </a:lnTo>
                  <a:lnTo>
                    <a:pt x="2746805" y="697740"/>
                  </a:lnTo>
                  <a:lnTo>
                    <a:pt x="2756549" y="706258"/>
                  </a:lnTo>
                  <a:lnTo>
                    <a:pt x="2766293" y="714530"/>
                  </a:lnTo>
                  <a:lnTo>
                    <a:pt x="2776037" y="722540"/>
                  </a:lnTo>
                  <a:lnTo>
                    <a:pt x="2785766" y="730272"/>
                  </a:lnTo>
                  <a:lnTo>
                    <a:pt x="2795510" y="737714"/>
                  </a:lnTo>
                  <a:lnTo>
                    <a:pt x="2805254" y="744852"/>
                  </a:lnTo>
                  <a:lnTo>
                    <a:pt x="2814998" y="751673"/>
                  </a:lnTo>
                  <a:lnTo>
                    <a:pt x="2824727" y="758163"/>
                  </a:lnTo>
                  <a:lnTo>
                    <a:pt x="2834471" y="764310"/>
                  </a:lnTo>
                  <a:lnTo>
                    <a:pt x="2844215" y="770103"/>
                  </a:lnTo>
                  <a:lnTo>
                    <a:pt x="2853958" y="775532"/>
                  </a:lnTo>
                  <a:lnTo>
                    <a:pt x="2863687" y="780584"/>
                  </a:lnTo>
                  <a:lnTo>
                    <a:pt x="2873431" y="785252"/>
                  </a:lnTo>
                  <a:lnTo>
                    <a:pt x="2883175" y="789525"/>
                  </a:lnTo>
                  <a:lnTo>
                    <a:pt x="2892919" y="793396"/>
                  </a:lnTo>
                  <a:lnTo>
                    <a:pt x="2902663" y="796859"/>
                  </a:lnTo>
                  <a:lnTo>
                    <a:pt x="2912392" y="79990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6" name="Freeform 765">
              <a:extLst>
                <a:ext uri="{FF2B5EF4-FFF2-40B4-BE49-F238E27FC236}">
                  <a16:creationId xmlns:a16="http://schemas.microsoft.com/office/drawing/2014/main" id="{18CEDC2B-CCCD-0EFD-127C-62BC61BDCB43}"/>
                </a:ext>
              </a:extLst>
            </p:cNvPr>
            <p:cNvSpPr/>
            <p:nvPr/>
          </p:nvSpPr>
          <p:spPr>
            <a:xfrm>
              <a:off x="576446" y="3469583"/>
              <a:ext cx="2912392" cy="770481"/>
            </a:xfrm>
            <a:custGeom>
              <a:avLst/>
              <a:gdLst>
                <a:gd name="connsiteX0" fmla="*/ 0 w 2912392"/>
                <a:gd name="connsiteY0" fmla="*/ 0 h 770481"/>
                <a:gd name="connsiteX1" fmla="*/ 9739 w 2912392"/>
                <a:gd name="connsiteY1" fmla="*/ 2712 h 770481"/>
                <a:gd name="connsiteX2" fmla="*/ 19480 w 2912392"/>
                <a:gd name="connsiteY2" fmla="*/ 5486 h 770481"/>
                <a:gd name="connsiteX3" fmla="*/ 29221 w 2912392"/>
                <a:gd name="connsiteY3" fmla="*/ 8327 h 770481"/>
                <a:gd name="connsiteX4" fmla="*/ 38961 w 2912392"/>
                <a:gd name="connsiteY4" fmla="*/ 11235 h 770481"/>
                <a:gd name="connsiteX5" fmla="*/ 48702 w 2912392"/>
                <a:gd name="connsiteY5" fmla="*/ 14217 h 770481"/>
                <a:gd name="connsiteX6" fmla="*/ 58443 w 2912392"/>
                <a:gd name="connsiteY6" fmla="*/ 17269 h 770481"/>
                <a:gd name="connsiteX7" fmla="*/ 68182 w 2912392"/>
                <a:gd name="connsiteY7" fmla="*/ 20400 h 770481"/>
                <a:gd name="connsiteX8" fmla="*/ 77923 w 2912392"/>
                <a:gd name="connsiteY8" fmla="*/ 23606 h 770481"/>
                <a:gd name="connsiteX9" fmla="*/ 87664 w 2912392"/>
                <a:gd name="connsiteY9" fmla="*/ 26894 h 770481"/>
                <a:gd name="connsiteX10" fmla="*/ 97404 w 2912392"/>
                <a:gd name="connsiteY10" fmla="*/ 30266 h 770481"/>
                <a:gd name="connsiteX11" fmla="*/ 107145 w 2912392"/>
                <a:gd name="connsiteY11" fmla="*/ 33722 h 770481"/>
                <a:gd name="connsiteX12" fmla="*/ 116886 w 2912392"/>
                <a:gd name="connsiteY12" fmla="*/ 37265 h 770481"/>
                <a:gd name="connsiteX13" fmla="*/ 126625 w 2912392"/>
                <a:gd name="connsiteY13" fmla="*/ 40898 h 770481"/>
                <a:gd name="connsiteX14" fmla="*/ 136366 w 2912392"/>
                <a:gd name="connsiteY14" fmla="*/ 44619 h 770481"/>
                <a:gd name="connsiteX15" fmla="*/ 146107 w 2912392"/>
                <a:gd name="connsiteY15" fmla="*/ 48435 h 770481"/>
                <a:gd name="connsiteX16" fmla="*/ 155846 w 2912392"/>
                <a:gd name="connsiteY16" fmla="*/ 52345 h 770481"/>
                <a:gd name="connsiteX17" fmla="*/ 165587 w 2912392"/>
                <a:gd name="connsiteY17" fmla="*/ 56348 h 770481"/>
                <a:gd name="connsiteX18" fmla="*/ 175328 w 2912392"/>
                <a:gd name="connsiteY18" fmla="*/ 60447 h 770481"/>
                <a:gd name="connsiteX19" fmla="*/ 185068 w 2912392"/>
                <a:gd name="connsiteY19" fmla="*/ 64642 h 770481"/>
                <a:gd name="connsiteX20" fmla="*/ 194809 w 2912392"/>
                <a:gd name="connsiteY20" fmla="*/ 68936 h 770481"/>
                <a:gd name="connsiteX21" fmla="*/ 204550 w 2912392"/>
                <a:gd name="connsiteY21" fmla="*/ 73325 h 770481"/>
                <a:gd name="connsiteX22" fmla="*/ 214289 w 2912392"/>
                <a:gd name="connsiteY22" fmla="*/ 77810 h 770481"/>
                <a:gd name="connsiteX23" fmla="*/ 224030 w 2912392"/>
                <a:gd name="connsiteY23" fmla="*/ 82393 h 770481"/>
                <a:gd name="connsiteX24" fmla="*/ 233771 w 2912392"/>
                <a:gd name="connsiteY24" fmla="*/ 87070 h 770481"/>
                <a:gd name="connsiteX25" fmla="*/ 243510 w 2912392"/>
                <a:gd name="connsiteY25" fmla="*/ 91840 h 770481"/>
                <a:gd name="connsiteX26" fmla="*/ 253251 w 2912392"/>
                <a:gd name="connsiteY26" fmla="*/ 96703 h 770481"/>
                <a:gd name="connsiteX27" fmla="*/ 262992 w 2912392"/>
                <a:gd name="connsiteY27" fmla="*/ 101656 h 770481"/>
                <a:gd name="connsiteX28" fmla="*/ 272732 w 2912392"/>
                <a:gd name="connsiteY28" fmla="*/ 106698 h 770481"/>
                <a:gd name="connsiteX29" fmla="*/ 282473 w 2912392"/>
                <a:gd name="connsiteY29" fmla="*/ 111824 h 770481"/>
                <a:gd name="connsiteX30" fmla="*/ 292214 w 2912392"/>
                <a:gd name="connsiteY30" fmla="*/ 117033 h 770481"/>
                <a:gd name="connsiteX31" fmla="*/ 301953 w 2912392"/>
                <a:gd name="connsiteY31" fmla="*/ 122321 h 770481"/>
                <a:gd name="connsiteX32" fmla="*/ 311694 w 2912392"/>
                <a:gd name="connsiteY32" fmla="*/ 127684 h 770481"/>
                <a:gd name="connsiteX33" fmla="*/ 321435 w 2912392"/>
                <a:gd name="connsiteY33" fmla="*/ 133119 h 770481"/>
                <a:gd name="connsiteX34" fmla="*/ 331175 w 2912392"/>
                <a:gd name="connsiteY34" fmla="*/ 138622 h 770481"/>
                <a:gd name="connsiteX35" fmla="*/ 340916 w 2912392"/>
                <a:gd name="connsiteY35" fmla="*/ 144185 h 770481"/>
                <a:gd name="connsiteX36" fmla="*/ 350656 w 2912392"/>
                <a:gd name="connsiteY36" fmla="*/ 149808 h 770481"/>
                <a:gd name="connsiteX37" fmla="*/ 360396 w 2912392"/>
                <a:gd name="connsiteY37" fmla="*/ 155481 h 770481"/>
                <a:gd name="connsiteX38" fmla="*/ 370137 w 2912392"/>
                <a:gd name="connsiteY38" fmla="*/ 161203 h 770481"/>
                <a:gd name="connsiteX39" fmla="*/ 379878 w 2912392"/>
                <a:gd name="connsiteY39" fmla="*/ 166965 h 770481"/>
                <a:gd name="connsiteX40" fmla="*/ 389617 w 2912392"/>
                <a:gd name="connsiteY40" fmla="*/ 172763 h 770481"/>
                <a:gd name="connsiteX41" fmla="*/ 399358 w 2912392"/>
                <a:gd name="connsiteY41" fmla="*/ 178590 h 770481"/>
                <a:gd name="connsiteX42" fmla="*/ 409099 w 2912392"/>
                <a:gd name="connsiteY42" fmla="*/ 184439 h 770481"/>
                <a:gd name="connsiteX43" fmla="*/ 418839 w 2912392"/>
                <a:gd name="connsiteY43" fmla="*/ 190305 h 770481"/>
                <a:gd name="connsiteX44" fmla="*/ 428580 w 2912392"/>
                <a:gd name="connsiteY44" fmla="*/ 196181 h 770481"/>
                <a:gd name="connsiteX45" fmla="*/ 438321 w 2912392"/>
                <a:gd name="connsiteY45" fmla="*/ 202060 h 770481"/>
                <a:gd name="connsiteX46" fmla="*/ 448060 w 2912392"/>
                <a:gd name="connsiteY46" fmla="*/ 207938 h 770481"/>
                <a:gd name="connsiteX47" fmla="*/ 457801 w 2912392"/>
                <a:gd name="connsiteY47" fmla="*/ 213805 h 770481"/>
                <a:gd name="connsiteX48" fmla="*/ 467542 w 2912392"/>
                <a:gd name="connsiteY48" fmla="*/ 219654 h 770481"/>
                <a:gd name="connsiteX49" fmla="*/ 477281 w 2912392"/>
                <a:gd name="connsiteY49" fmla="*/ 225483 h 770481"/>
                <a:gd name="connsiteX50" fmla="*/ 487022 w 2912392"/>
                <a:gd name="connsiteY50" fmla="*/ 231281 h 770481"/>
                <a:gd name="connsiteX51" fmla="*/ 496763 w 2912392"/>
                <a:gd name="connsiteY51" fmla="*/ 237044 h 770481"/>
                <a:gd name="connsiteX52" fmla="*/ 506503 w 2912392"/>
                <a:gd name="connsiteY52" fmla="*/ 242764 h 770481"/>
                <a:gd name="connsiteX53" fmla="*/ 516244 w 2912392"/>
                <a:gd name="connsiteY53" fmla="*/ 248438 h 770481"/>
                <a:gd name="connsiteX54" fmla="*/ 525985 w 2912392"/>
                <a:gd name="connsiteY54" fmla="*/ 254057 h 770481"/>
                <a:gd name="connsiteX55" fmla="*/ 535724 w 2912392"/>
                <a:gd name="connsiteY55" fmla="*/ 259618 h 770481"/>
                <a:gd name="connsiteX56" fmla="*/ 545465 w 2912392"/>
                <a:gd name="connsiteY56" fmla="*/ 265114 h 770481"/>
                <a:gd name="connsiteX57" fmla="*/ 555206 w 2912392"/>
                <a:gd name="connsiteY57" fmla="*/ 270540 h 770481"/>
                <a:gd name="connsiteX58" fmla="*/ 564946 w 2912392"/>
                <a:gd name="connsiteY58" fmla="*/ 275892 h 770481"/>
                <a:gd name="connsiteX59" fmla="*/ 574687 w 2912392"/>
                <a:gd name="connsiteY59" fmla="*/ 281166 h 770481"/>
                <a:gd name="connsiteX60" fmla="*/ 584428 w 2912392"/>
                <a:gd name="connsiteY60" fmla="*/ 286358 h 770481"/>
                <a:gd name="connsiteX61" fmla="*/ 594167 w 2912392"/>
                <a:gd name="connsiteY61" fmla="*/ 291464 h 770481"/>
                <a:gd name="connsiteX62" fmla="*/ 603908 w 2912392"/>
                <a:gd name="connsiteY62" fmla="*/ 296481 h 770481"/>
                <a:gd name="connsiteX63" fmla="*/ 613649 w 2912392"/>
                <a:gd name="connsiteY63" fmla="*/ 301406 h 770481"/>
                <a:gd name="connsiteX64" fmla="*/ 623388 w 2912392"/>
                <a:gd name="connsiteY64" fmla="*/ 306238 h 770481"/>
                <a:gd name="connsiteX65" fmla="*/ 633129 w 2912392"/>
                <a:gd name="connsiteY65" fmla="*/ 310975 h 770481"/>
                <a:gd name="connsiteX66" fmla="*/ 642870 w 2912392"/>
                <a:gd name="connsiteY66" fmla="*/ 315614 h 770481"/>
                <a:gd name="connsiteX67" fmla="*/ 652610 w 2912392"/>
                <a:gd name="connsiteY67" fmla="*/ 320155 h 770481"/>
                <a:gd name="connsiteX68" fmla="*/ 662351 w 2912392"/>
                <a:gd name="connsiteY68" fmla="*/ 324600 h 770481"/>
                <a:gd name="connsiteX69" fmla="*/ 672092 w 2912392"/>
                <a:gd name="connsiteY69" fmla="*/ 328946 h 770481"/>
                <a:gd name="connsiteX70" fmla="*/ 681831 w 2912392"/>
                <a:gd name="connsiteY70" fmla="*/ 333195 h 770481"/>
                <a:gd name="connsiteX71" fmla="*/ 691572 w 2912392"/>
                <a:gd name="connsiteY71" fmla="*/ 337349 h 770481"/>
                <a:gd name="connsiteX72" fmla="*/ 701313 w 2912392"/>
                <a:gd name="connsiteY72" fmla="*/ 341409 h 770481"/>
                <a:gd name="connsiteX73" fmla="*/ 711052 w 2912392"/>
                <a:gd name="connsiteY73" fmla="*/ 345375 h 770481"/>
                <a:gd name="connsiteX74" fmla="*/ 720793 w 2912392"/>
                <a:gd name="connsiteY74" fmla="*/ 349253 h 770481"/>
                <a:gd name="connsiteX75" fmla="*/ 730534 w 2912392"/>
                <a:gd name="connsiteY75" fmla="*/ 353045 h 770481"/>
                <a:gd name="connsiteX76" fmla="*/ 740274 w 2912392"/>
                <a:gd name="connsiteY76" fmla="*/ 356753 h 770481"/>
                <a:gd name="connsiteX77" fmla="*/ 750015 w 2912392"/>
                <a:gd name="connsiteY77" fmla="*/ 360382 h 770481"/>
                <a:gd name="connsiteX78" fmla="*/ 759756 w 2912392"/>
                <a:gd name="connsiteY78" fmla="*/ 363937 h 770481"/>
                <a:gd name="connsiteX79" fmla="*/ 769495 w 2912392"/>
                <a:gd name="connsiteY79" fmla="*/ 367422 h 770481"/>
                <a:gd name="connsiteX80" fmla="*/ 779236 w 2912392"/>
                <a:gd name="connsiteY80" fmla="*/ 370842 h 770481"/>
                <a:gd name="connsiteX81" fmla="*/ 788977 w 2912392"/>
                <a:gd name="connsiteY81" fmla="*/ 374203 h 770481"/>
                <a:gd name="connsiteX82" fmla="*/ 798717 w 2912392"/>
                <a:gd name="connsiteY82" fmla="*/ 377510 h 770481"/>
                <a:gd name="connsiteX83" fmla="*/ 808458 w 2912392"/>
                <a:gd name="connsiteY83" fmla="*/ 380769 h 770481"/>
                <a:gd name="connsiteX84" fmla="*/ 818199 w 2912392"/>
                <a:gd name="connsiteY84" fmla="*/ 383987 h 770481"/>
                <a:gd name="connsiteX85" fmla="*/ 827938 w 2912392"/>
                <a:gd name="connsiteY85" fmla="*/ 387169 h 770481"/>
                <a:gd name="connsiteX86" fmla="*/ 837679 w 2912392"/>
                <a:gd name="connsiteY86" fmla="*/ 390323 h 770481"/>
                <a:gd name="connsiteX87" fmla="*/ 847420 w 2912392"/>
                <a:gd name="connsiteY87" fmla="*/ 393457 h 770481"/>
                <a:gd name="connsiteX88" fmla="*/ 857159 w 2912392"/>
                <a:gd name="connsiteY88" fmla="*/ 396575 h 770481"/>
                <a:gd name="connsiteX89" fmla="*/ 866900 w 2912392"/>
                <a:gd name="connsiteY89" fmla="*/ 399686 h 770481"/>
                <a:gd name="connsiteX90" fmla="*/ 876641 w 2912392"/>
                <a:gd name="connsiteY90" fmla="*/ 402797 h 770481"/>
                <a:gd name="connsiteX91" fmla="*/ 886381 w 2912392"/>
                <a:gd name="connsiteY91" fmla="*/ 405915 h 770481"/>
                <a:gd name="connsiteX92" fmla="*/ 896122 w 2912392"/>
                <a:gd name="connsiteY92" fmla="*/ 409046 h 770481"/>
                <a:gd name="connsiteX93" fmla="*/ 905863 w 2912392"/>
                <a:gd name="connsiteY93" fmla="*/ 412198 h 770481"/>
                <a:gd name="connsiteX94" fmla="*/ 915602 w 2912392"/>
                <a:gd name="connsiteY94" fmla="*/ 415378 h 770481"/>
                <a:gd name="connsiteX95" fmla="*/ 925343 w 2912392"/>
                <a:gd name="connsiteY95" fmla="*/ 418593 h 770481"/>
                <a:gd name="connsiteX96" fmla="*/ 935084 w 2912392"/>
                <a:gd name="connsiteY96" fmla="*/ 421850 h 770481"/>
                <a:gd name="connsiteX97" fmla="*/ 944824 w 2912392"/>
                <a:gd name="connsiteY97" fmla="*/ 425153 h 770481"/>
                <a:gd name="connsiteX98" fmla="*/ 954564 w 2912392"/>
                <a:gd name="connsiteY98" fmla="*/ 428513 h 770481"/>
                <a:gd name="connsiteX99" fmla="*/ 964305 w 2912392"/>
                <a:gd name="connsiteY99" fmla="*/ 431932 h 770481"/>
                <a:gd name="connsiteX100" fmla="*/ 974045 w 2912392"/>
                <a:gd name="connsiteY100" fmla="*/ 435417 h 770481"/>
                <a:gd name="connsiteX101" fmla="*/ 983786 w 2912392"/>
                <a:gd name="connsiteY101" fmla="*/ 438975 h 770481"/>
                <a:gd name="connsiteX102" fmla="*/ 993522 w 2912392"/>
                <a:gd name="connsiteY102" fmla="*/ 442610 h 770481"/>
                <a:gd name="connsiteX103" fmla="*/ 1003266 w 2912392"/>
                <a:gd name="connsiteY103" fmla="*/ 446327 h 770481"/>
                <a:gd name="connsiteX104" fmla="*/ 1013010 w 2912392"/>
                <a:gd name="connsiteY104" fmla="*/ 450131 h 770481"/>
                <a:gd name="connsiteX105" fmla="*/ 1022754 w 2912392"/>
                <a:gd name="connsiteY105" fmla="*/ 454026 h 770481"/>
                <a:gd name="connsiteX106" fmla="*/ 1032483 w 2912392"/>
                <a:gd name="connsiteY106" fmla="*/ 458014 h 770481"/>
                <a:gd name="connsiteX107" fmla="*/ 1042227 w 2912392"/>
                <a:gd name="connsiteY107" fmla="*/ 462101 h 770481"/>
                <a:gd name="connsiteX108" fmla="*/ 1051971 w 2912392"/>
                <a:gd name="connsiteY108" fmla="*/ 466289 h 770481"/>
                <a:gd name="connsiteX109" fmla="*/ 1061715 w 2912392"/>
                <a:gd name="connsiteY109" fmla="*/ 470581 h 770481"/>
                <a:gd name="connsiteX110" fmla="*/ 1071444 w 2912392"/>
                <a:gd name="connsiteY110" fmla="*/ 474978 h 770481"/>
                <a:gd name="connsiteX111" fmla="*/ 1081188 w 2912392"/>
                <a:gd name="connsiteY111" fmla="*/ 479482 h 770481"/>
                <a:gd name="connsiteX112" fmla="*/ 1090932 w 2912392"/>
                <a:gd name="connsiteY112" fmla="*/ 484093 h 770481"/>
                <a:gd name="connsiteX113" fmla="*/ 1100676 w 2912392"/>
                <a:gd name="connsiteY113" fmla="*/ 488815 h 770481"/>
                <a:gd name="connsiteX114" fmla="*/ 1110405 w 2912392"/>
                <a:gd name="connsiteY114" fmla="*/ 493643 h 770481"/>
                <a:gd name="connsiteX115" fmla="*/ 1120149 w 2912392"/>
                <a:gd name="connsiteY115" fmla="*/ 498581 h 770481"/>
                <a:gd name="connsiteX116" fmla="*/ 1129893 w 2912392"/>
                <a:gd name="connsiteY116" fmla="*/ 503627 h 770481"/>
                <a:gd name="connsiteX117" fmla="*/ 1139637 w 2912392"/>
                <a:gd name="connsiteY117" fmla="*/ 508779 h 770481"/>
                <a:gd name="connsiteX118" fmla="*/ 1149381 w 2912392"/>
                <a:gd name="connsiteY118" fmla="*/ 514036 h 770481"/>
                <a:gd name="connsiteX119" fmla="*/ 1159110 w 2912392"/>
                <a:gd name="connsiteY119" fmla="*/ 519395 h 770481"/>
                <a:gd name="connsiteX120" fmla="*/ 1168854 w 2912392"/>
                <a:gd name="connsiteY120" fmla="*/ 524852 h 770481"/>
                <a:gd name="connsiteX121" fmla="*/ 1178598 w 2912392"/>
                <a:gd name="connsiteY121" fmla="*/ 530407 h 770481"/>
                <a:gd name="connsiteX122" fmla="*/ 1188341 w 2912392"/>
                <a:gd name="connsiteY122" fmla="*/ 536053 h 770481"/>
                <a:gd name="connsiteX123" fmla="*/ 1198070 w 2912392"/>
                <a:gd name="connsiteY123" fmla="*/ 541790 h 770481"/>
                <a:gd name="connsiteX124" fmla="*/ 1207814 w 2912392"/>
                <a:gd name="connsiteY124" fmla="*/ 547608 h 770481"/>
                <a:gd name="connsiteX125" fmla="*/ 1217558 w 2912392"/>
                <a:gd name="connsiteY125" fmla="*/ 553508 h 770481"/>
                <a:gd name="connsiteX126" fmla="*/ 1227302 w 2912392"/>
                <a:gd name="connsiteY126" fmla="*/ 559482 h 770481"/>
                <a:gd name="connsiteX127" fmla="*/ 1237031 w 2912392"/>
                <a:gd name="connsiteY127" fmla="*/ 565516 h 770481"/>
                <a:gd name="connsiteX128" fmla="*/ 1246775 w 2912392"/>
                <a:gd name="connsiteY128" fmla="*/ 571625 h 770481"/>
                <a:gd name="connsiteX129" fmla="*/ 1256519 w 2912392"/>
                <a:gd name="connsiteY129" fmla="*/ 577778 h 770481"/>
                <a:gd name="connsiteX130" fmla="*/ 1266263 w 2912392"/>
                <a:gd name="connsiteY130" fmla="*/ 583991 h 770481"/>
                <a:gd name="connsiteX131" fmla="*/ 1276007 w 2912392"/>
                <a:gd name="connsiteY131" fmla="*/ 590234 h 770481"/>
                <a:gd name="connsiteX132" fmla="*/ 1285736 w 2912392"/>
                <a:gd name="connsiteY132" fmla="*/ 596521 h 770481"/>
                <a:gd name="connsiteX133" fmla="*/ 1295480 w 2912392"/>
                <a:gd name="connsiteY133" fmla="*/ 602823 h 770481"/>
                <a:gd name="connsiteX134" fmla="*/ 1305224 w 2912392"/>
                <a:gd name="connsiteY134" fmla="*/ 609140 h 770481"/>
                <a:gd name="connsiteX135" fmla="*/ 1314968 w 2912392"/>
                <a:gd name="connsiteY135" fmla="*/ 615487 h 770481"/>
                <a:gd name="connsiteX136" fmla="*/ 1324697 w 2912392"/>
                <a:gd name="connsiteY136" fmla="*/ 621819 h 770481"/>
                <a:gd name="connsiteX137" fmla="*/ 1334441 w 2912392"/>
                <a:gd name="connsiteY137" fmla="*/ 628137 h 770481"/>
                <a:gd name="connsiteX138" fmla="*/ 1344185 w 2912392"/>
                <a:gd name="connsiteY138" fmla="*/ 634454 h 770481"/>
                <a:gd name="connsiteX139" fmla="*/ 1353929 w 2912392"/>
                <a:gd name="connsiteY139" fmla="*/ 640741 h 770481"/>
                <a:gd name="connsiteX140" fmla="*/ 1363658 w 2912392"/>
                <a:gd name="connsiteY140" fmla="*/ 646984 h 770481"/>
                <a:gd name="connsiteX141" fmla="*/ 1373402 w 2912392"/>
                <a:gd name="connsiteY141" fmla="*/ 653197 h 770481"/>
                <a:gd name="connsiteX142" fmla="*/ 1383146 w 2912392"/>
                <a:gd name="connsiteY142" fmla="*/ 659350 h 770481"/>
                <a:gd name="connsiteX143" fmla="*/ 1392890 w 2912392"/>
                <a:gd name="connsiteY143" fmla="*/ 665429 h 770481"/>
                <a:gd name="connsiteX144" fmla="*/ 1402619 w 2912392"/>
                <a:gd name="connsiteY144" fmla="*/ 671448 h 770481"/>
                <a:gd name="connsiteX145" fmla="*/ 1412363 w 2912392"/>
                <a:gd name="connsiteY145" fmla="*/ 677378 h 770481"/>
                <a:gd name="connsiteX146" fmla="*/ 1422106 w 2912392"/>
                <a:gd name="connsiteY146" fmla="*/ 683203 h 770481"/>
                <a:gd name="connsiteX147" fmla="*/ 1431850 w 2912392"/>
                <a:gd name="connsiteY147" fmla="*/ 688939 h 770481"/>
                <a:gd name="connsiteX148" fmla="*/ 1441594 w 2912392"/>
                <a:gd name="connsiteY148" fmla="*/ 694556 h 770481"/>
                <a:gd name="connsiteX149" fmla="*/ 1451323 w 2912392"/>
                <a:gd name="connsiteY149" fmla="*/ 700054 h 770481"/>
                <a:gd name="connsiteX150" fmla="*/ 1461067 w 2912392"/>
                <a:gd name="connsiteY150" fmla="*/ 705418 h 770481"/>
                <a:gd name="connsiteX151" fmla="*/ 1470811 w 2912392"/>
                <a:gd name="connsiteY151" fmla="*/ 710632 h 770481"/>
                <a:gd name="connsiteX152" fmla="*/ 1480555 w 2912392"/>
                <a:gd name="connsiteY152" fmla="*/ 715698 h 770481"/>
                <a:gd name="connsiteX153" fmla="*/ 1490284 w 2912392"/>
                <a:gd name="connsiteY153" fmla="*/ 720585 h 770481"/>
                <a:gd name="connsiteX154" fmla="*/ 1500028 w 2912392"/>
                <a:gd name="connsiteY154" fmla="*/ 725323 h 770481"/>
                <a:gd name="connsiteX155" fmla="*/ 1509772 w 2912392"/>
                <a:gd name="connsiteY155" fmla="*/ 729867 h 770481"/>
                <a:gd name="connsiteX156" fmla="*/ 1519516 w 2912392"/>
                <a:gd name="connsiteY156" fmla="*/ 734202 h 770481"/>
                <a:gd name="connsiteX157" fmla="*/ 1529245 w 2912392"/>
                <a:gd name="connsiteY157" fmla="*/ 738359 h 770481"/>
                <a:gd name="connsiteX158" fmla="*/ 1538989 w 2912392"/>
                <a:gd name="connsiteY158" fmla="*/ 742293 h 770481"/>
                <a:gd name="connsiteX159" fmla="*/ 1548733 w 2912392"/>
                <a:gd name="connsiteY159" fmla="*/ 746002 h 770481"/>
                <a:gd name="connsiteX160" fmla="*/ 1558477 w 2912392"/>
                <a:gd name="connsiteY160" fmla="*/ 749489 h 770481"/>
                <a:gd name="connsiteX161" fmla="*/ 1568221 w 2912392"/>
                <a:gd name="connsiteY161" fmla="*/ 752737 h 770481"/>
                <a:gd name="connsiteX162" fmla="*/ 1577950 w 2912392"/>
                <a:gd name="connsiteY162" fmla="*/ 755746 h 770481"/>
                <a:gd name="connsiteX163" fmla="*/ 1587694 w 2912392"/>
                <a:gd name="connsiteY163" fmla="*/ 758488 h 770481"/>
                <a:gd name="connsiteX164" fmla="*/ 1597438 w 2912392"/>
                <a:gd name="connsiteY164" fmla="*/ 760976 h 770481"/>
                <a:gd name="connsiteX165" fmla="*/ 1607182 w 2912392"/>
                <a:gd name="connsiteY165" fmla="*/ 763181 h 770481"/>
                <a:gd name="connsiteX166" fmla="*/ 1616911 w 2912392"/>
                <a:gd name="connsiteY166" fmla="*/ 765118 h 770481"/>
                <a:gd name="connsiteX167" fmla="*/ 1626655 w 2912392"/>
                <a:gd name="connsiteY167" fmla="*/ 766772 h 770481"/>
                <a:gd name="connsiteX168" fmla="*/ 1636399 w 2912392"/>
                <a:gd name="connsiteY168" fmla="*/ 768127 h 770481"/>
                <a:gd name="connsiteX169" fmla="*/ 1646142 w 2912392"/>
                <a:gd name="connsiteY169" fmla="*/ 769170 h 770481"/>
                <a:gd name="connsiteX170" fmla="*/ 1655872 w 2912392"/>
                <a:gd name="connsiteY170" fmla="*/ 769930 h 770481"/>
                <a:gd name="connsiteX171" fmla="*/ 1665616 w 2912392"/>
                <a:gd name="connsiteY171" fmla="*/ 770362 h 770481"/>
                <a:gd name="connsiteX172" fmla="*/ 1675359 w 2912392"/>
                <a:gd name="connsiteY172" fmla="*/ 770481 h 770481"/>
                <a:gd name="connsiteX173" fmla="*/ 1685103 w 2912392"/>
                <a:gd name="connsiteY173" fmla="*/ 770288 h 770481"/>
                <a:gd name="connsiteX174" fmla="*/ 1694832 w 2912392"/>
                <a:gd name="connsiteY174" fmla="*/ 769751 h 770481"/>
                <a:gd name="connsiteX175" fmla="*/ 1704576 w 2912392"/>
                <a:gd name="connsiteY175" fmla="*/ 768902 h 770481"/>
                <a:gd name="connsiteX176" fmla="*/ 1714320 w 2912392"/>
                <a:gd name="connsiteY176" fmla="*/ 767695 h 770481"/>
                <a:gd name="connsiteX177" fmla="*/ 1724064 w 2912392"/>
                <a:gd name="connsiteY177" fmla="*/ 766176 h 770481"/>
                <a:gd name="connsiteX178" fmla="*/ 1733808 w 2912392"/>
                <a:gd name="connsiteY178" fmla="*/ 764298 h 770481"/>
                <a:gd name="connsiteX179" fmla="*/ 1743537 w 2912392"/>
                <a:gd name="connsiteY179" fmla="*/ 762078 h 770481"/>
                <a:gd name="connsiteX180" fmla="*/ 1753281 w 2912392"/>
                <a:gd name="connsiteY180" fmla="*/ 759516 h 770481"/>
                <a:gd name="connsiteX181" fmla="*/ 1763025 w 2912392"/>
                <a:gd name="connsiteY181" fmla="*/ 756596 h 770481"/>
                <a:gd name="connsiteX182" fmla="*/ 1772769 w 2912392"/>
                <a:gd name="connsiteY182" fmla="*/ 753348 h 770481"/>
                <a:gd name="connsiteX183" fmla="*/ 1782498 w 2912392"/>
                <a:gd name="connsiteY183" fmla="*/ 749742 h 770481"/>
                <a:gd name="connsiteX184" fmla="*/ 1792242 w 2912392"/>
                <a:gd name="connsiteY184" fmla="*/ 745779 h 770481"/>
                <a:gd name="connsiteX185" fmla="*/ 1801986 w 2912392"/>
                <a:gd name="connsiteY185" fmla="*/ 741473 h 770481"/>
                <a:gd name="connsiteX186" fmla="*/ 1811730 w 2912392"/>
                <a:gd name="connsiteY186" fmla="*/ 736825 h 770481"/>
                <a:gd name="connsiteX187" fmla="*/ 1821459 w 2912392"/>
                <a:gd name="connsiteY187" fmla="*/ 731834 h 770481"/>
                <a:gd name="connsiteX188" fmla="*/ 1831203 w 2912392"/>
                <a:gd name="connsiteY188" fmla="*/ 726500 h 770481"/>
                <a:gd name="connsiteX189" fmla="*/ 1840947 w 2912392"/>
                <a:gd name="connsiteY189" fmla="*/ 720823 h 770481"/>
                <a:gd name="connsiteX190" fmla="*/ 1850691 w 2912392"/>
                <a:gd name="connsiteY190" fmla="*/ 714819 h 770481"/>
                <a:gd name="connsiteX191" fmla="*/ 1860435 w 2912392"/>
                <a:gd name="connsiteY191" fmla="*/ 708472 h 770481"/>
                <a:gd name="connsiteX192" fmla="*/ 1870164 w 2912392"/>
                <a:gd name="connsiteY192" fmla="*/ 701812 h 770481"/>
                <a:gd name="connsiteX193" fmla="*/ 1879908 w 2912392"/>
                <a:gd name="connsiteY193" fmla="*/ 694824 h 770481"/>
                <a:gd name="connsiteX194" fmla="*/ 1889652 w 2912392"/>
                <a:gd name="connsiteY194" fmla="*/ 687524 h 770481"/>
                <a:gd name="connsiteX195" fmla="*/ 1899395 w 2912392"/>
                <a:gd name="connsiteY195" fmla="*/ 679911 h 770481"/>
                <a:gd name="connsiteX196" fmla="*/ 1909124 w 2912392"/>
                <a:gd name="connsiteY196" fmla="*/ 672014 h 770481"/>
                <a:gd name="connsiteX197" fmla="*/ 1918868 w 2912392"/>
                <a:gd name="connsiteY197" fmla="*/ 663805 h 770481"/>
                <a:gd name="connsiteX198" fmla="*/ 1928612 w 2912392"/>
                <a:gd name="connsiteY198" fmla="*/ 655327 h 770481"/>
                <a:gd name="connsiteX199" fmla="*/ 1938356 w 2912392"/>
                <a:gd name="connsiteY199" fmla="*/ 646567 h 770481"/>
                <a:gd name="connsiteX200" fmla="*/ 1948085 w 2912392"/>
                <a:gd name="connsiteY200" fmla="*/ 637553 h 770481"/>
                <a:gd name="connsiteX201" fmla="*/ 1957829 w 2912392"/>
                <a:gd name="connsiteY201" fmla="*/ 628271 h 770481"/>
                <a:gd name="connsiteX202" fmla="*/ 1967573 w 2912392"/>
                <a:gd name="connsiteY202" fmla="*/ 618750 h 770481"/>
                <a:gd name="connsiteX203" fmla="*/ 1977317 w 2912392"/>
                <a:gd name="connsiteY203" fmla="*/ 609006 h 770481"/>
                <a:gd name="connsiteX204" fmla="*/ 1987046 w 2912392"/>
                <a:gd name="connsiteY204" fmla="*/ 599024 h 770481"/>
                <a:gd name="connsiteX205" fmla="*/ 1996790 w 2912392"/>
                <a:gd name="connsiteY205" fmla="*/ 588848 h 770481"/>
                <a:gd name="connsiteX206" fmla="*/ 2006534 w 2912392"/>
                <a:gd name="connsiteY206" fmla="*/ 578478 h 770481"/>
                <a:gd name="connsiteX207" fmla="*/ 2016278 w 2912392"/>
                <a:gd name="connsiteY207" fmla="*/ 567930 h 770481"/>
                <a:gd name="connsiteX208" fmla="*/ 2026022 w 2912392"/>
                <a:gd name="connsiteY208" fmla="*/ 557203 h 770481"/>
                <a:gd name="connsiteX209" fmla="*/ 2035751 w 2912392"/>
                <a:gd name="connsiteY209" fmla="*/ 546341 h 770481"/>
                <a:gd name="connsiteX210" fmla="*/ 2045495 w 2912392"/>
                <a:gd name="connsiteY210" fmla="*/ 535325 h 770481"/>
                <a:gd name="connsiteX211" fmla="*/ 2055239 w 2912392"/>
                <a:gd name="connsiteY211" fmla="*/ 524194 h 770481"/>
                <a:gd name="connsiteX212" fmla="*/ 2064983 w 2912392"/>
                <a:gd name="connsiteY212" fmla="*/ 512954 h 770481"/>
                <a:gd name="connsiteX213" fmla="*/ 2074712 w 2912392"/>
                <a:gd name="connsiteY213" fmla="*/ 501622 h 770481"/>
                <a:gd name="connsiteX214" fmla="*/ 2084456 w 2912392"/>
                <a:gd name="connsiteY214" fmla="*/ 490217 h 770481"/>
                <a:gd name="connsiteX215" fmla="*/ 2094200 w 2912392"/>
                <a:gd name="connsiteY215" fmla="*/ 478750 h 770481"/>
                <a:gd name="connsiteX216" fmla="*/ 2103944 w 2912392"/>
                <a:gd name="connsiteY216" fmla="*/ 467244 h 770481"/>
                <a:gd name="connsiteX217" fmla="*/ 2113673 w 2912392"/>
                <a:gd name="connsiteY217" fmla="*/ 455709 h 770481"/>
                <a:gd name="connsiteX218" fmla="*/ 2123417 w 2912392"/>
                <a:gd name="connsiteY218" fmla="*/ 444167 h 770481"/>
                <a:gd name="connsiteX219" fmla="*/ 2133161 w 2912392"/>
                <a:gd name="connsiteY219" fmla="*/ 432632 h 770481"/>
                <a:gd name="connsiteX220" fmla="*/ 2142905 w 2912392"/>
                <a:gd name="connsiteY220" fmla="*/ 421123 h 770481"/>
                <a:gd name="connsiteX221" fmla="*/ 2152649 w 2912392"/>
                <a:gd name="connsiteY221" fmla="*/ 409653 h 770481"/>
                <a:gd name="connsiteX222" fmla="*/ 2162377 w 2912392"/>
                <a:gd name="connsiteY222" fmla="*/ 398244 h 770481"/>
                <a:gd name="connsiteX223" fmla="*/ 2172121 w 2912392"/>
                <a:gd name="connsiteY223" fmla="*/ 386910 h 770481"/>
                <a:gd name="connsiteX224" fmla="*/ 2181865 w 2912392"/>
                <a:gd name="connsiteY224" fmla="*/ 375667 h 770481"/>
                <a:gd name="connsiteX225" fmla="*/ 2191609 w 2912392"/>
                <a:gd name="connsiteY225" fmla="*/ 364533 h 770481"/>
                <a:gd name="connsiteX226" fmla="*/ 2201338 w 2912392"/>
                <a:gd name="connsiteY226" fmla="*/ 353525 h 770481"/>
                <a:gd name="connsiteX227" fmla="*/ 2211082 w 2912392"/>
                <a:gd name="connsiteY227" fmla="*/ 342657 h 770481"/>
                <a:gd name="connsiteX228" fmla="*/ 2220826 w 2912392"/>
                <a:gd name="connsiteY228" fmla="*/ 331946 h 770481"/>
                <a:gd name="connsiteX229" fmla="*/ 2230570 w 2912392"/>
                <a:gd name="connsiteY229" fmla="*/ 321408 h 770481"/>
                <a:gd name="connsiteX230" fmla="*/ 2240299 w 2912392"/>
                <a:gd name="connsiteY230" fmla="*/ 311058 h 770481"/>
                <a:gd name="connsiteX231" fmla="*/ 2250043 w 2912392"/>
                <a:gd name="connsiteY231" fmla="*/ 300909 h 770481"/>
                <a:gd name="connsiteX232" fmla="*/ 2259787 w 2912392"/>
                <a:gd name="connsiteY232" fmla="*/ 290976 h 770481"/>
                <a:gd name="connsiteX233" fmla="*/ 2269531 w 2912392"/>
                <a:gd name="connsiteY233" fmla="*/ 281273 h 770481"/>
                <a:gd name="connsiteX234" fmla="*/ 2279260 w 2912392"/>
                <a:gd name="connsiteY234" fmla="*/ 271813 h 770481"/>
                <a:gd name="connsiteX235" fmla="*/ 2289004 w 2912392"/>
                <a:gd name="connsiteY235" fmla="*/ 262608 h 770481"/>
                <a:gd name="connsiteX236" fmla="*/ 2298748 w 2912392"/>
                <a:gd name="connsiteY236" fmla="*/ 253672 h 770481"/>
                <a:gd name="connsiteX237" fmla="*/ 2308492 w 2912392"/>
                <a:gd name="connsiteY237" fmla="*/ 245012 h 770481"/>
                <a:gd name="connsiteX238" fmla="*/ 2318236 w 2912392"/>
                <a:gd name="connsiteY238" fmla="*/ 236643 h 770481"/>
                <a:gd name="connsiteX239" fmla="*/ 2327965 w 2912392"/>
                <a:gd name="connsiteY239" fmla="*/ 228574 h 770481"/>
                <a:gd name="connsiteX240" fmla="*/ 2337709 w 2912392"/>
                <a:gd name="connsiteY240" fmla="*/ 220812 h 770481"/>
                <a:gd name="connsiteX241" fmla="*/ 2347453 w 2912392"/>
                <a:gd name="connsiteY241" fmla="*/ 213367 h 770481"/>
                <a:gd name="connsiteX242" fmla="*/ 2357197 w 2912392"/>
                <a:gd name="connsiteY242" fmla="*/ 206245 h 770481"/>
                <a:gd name="connsiteX243" fmla="*/ 2366926 w 2912392"/>
                <a:gd name="connsiteY243" fmla="*/ 199454 h 770481"/>
                <a:gd name="connsiteX244" fmla="*/ 2376670 w 2912392"/>
                <a:gd name="connsiteY244" fmla="*/ 193000 h 770481"/>
                <a:gd name="connsiteX245" fmla="*/ 2386413 w 2912392"/>
                <a:gd name="connsiteY245" fmla="*/ 186888 h 770481"/>
                <a:gd name="connsiteX246" fmla="*/ 2396157 w 2912392"/>
                <a:gd name="connsiteY246" fmla="*/ 181121 h 770481"/>
                <a:gd name="connsiteX247" fmla="*/ 2405886 w 2912392"/>
                <a:gd name="connsiteY247" fmla="*/ 175702 h 770481"/>
                <a:gd name="connsiteX248" fmla="*/ 2415630 w 2912392"/>
                <a:gd name="connsiteY248" fmla="*/ 170635 h 770481"/>
                <a:gd name="connsiteX249" fmla="*/ 2425374 w 2912392"/>
                <a:gd name="connsiteY249" fmla="*/ 165921 h 770481"/>
                <a:gd name="connsiteX250" fmla="*/ 2435118 w 2912392"/>
                <a:gd name="connsiteY250" fmla="*/ 161559 h 770481"/>
                <a:gd name="connsiteX251" fmla="*/ 2444862 w 2912392"/>
                <a:gd name="connsiteY251" fmla="*/ 157549 h 770481"/>
                <a:gd name="connsiteX252" fmla="*/ 2454591 w 2912392"/>
                <a:gd name="connsiteY252" fmla="*/ 153890 h 770481"/>
                <a:gd name="connsiteX253" fmla="*/ 2464335 w 2912392"/>
                <a:gd name="connsiteY253" fmla="*/ 150581 h 770481"/>
                <a:gd name="connsiteX254" fmla="*/ 2474079 w 2912392"/>
                <a:gd name="connsiteY254" fmla="*/ 147616 h 770481"/>
                <a:gd name="connsiteX255" fmla="*/ 2483823 w 2912392"/>
                <a:gd name="connsiteY255" fmla="*/ 144994 h 770481"/>
                <a:gd name="connsiteX256" fmla="*/ 2493552 w 2912392"/>
                <a:gd name="connsiteY256" fmla="*/ 142707 h 770481"/>
                <a:gd name="connsiteX257" fmla="*/ 2503296 w 2912392"/>
                <a:gd name="connsiteY257" fmla="*/ 140751 h 770481"/>
                <a:gd name="connsiteX258" fmla="*/ 2513040 w 2912392"/>
                <a:gd name="connsiteY258" fmla="*/ 139118 h 770481"/>
                <a:gd name="connsiteX259" fmla="*/ 2522784 w 2912392"/>
                <a:gd name="connsiteY259" fmla="*/ 137801 h 770481"/>
                <a:gd name="connsiteX260" fmla="*/ 2532513 w 2912392"/>
                <a:gd name="connsiteY260" fmla="*/ 136792 h 770481"/>
                <a:gd name="connsiteX261" fmla="*/ 2542257 w 2912392"/>
                <a:gd name="connsiteY261" fmla="*/ 136081 h 770481"/>
                <a:gd name="connsiteX262" fmla="*/ 2552001 w 2912392"/>
                <a:gd name="connsiteY262" fmla="*/ 135660 h 770481"/>
                <a:gd name="connsiteX263" fmla="*/ 2561745 w 2912392"/>
                <a:gd name="connsiteY263" fmla="*/ 135517 h 770481"/>
                <a:gd name="connsiteX264" fmla="*/ 2571474 w 2912392"/>
                <a:gd name="connsiteY264" fmla="*/ 135640 h 770481"/>
                <a:gd name="connsiteX265" fmla="*/ 2581218 w 2912392"/>
                <a:gd name="connsiteY265" fmla="*/ 136020 h 770481"/>
                <a:gd name="connsiteX266" fmla="*/ 2590962 w 2912392"/>
                <a:gd name="connsiteY266" fmla="*/ 136640 h 770481"/>
                <a:gd name="connsiteX267" fmla="*/ 2600705 w 2912392"/>
                <a:gd name="connsiteY267" fmla="*/ 137491 h 770481"/>
                <a:gd name="connsiteX268" fmla="*/ 2610449 w 2912392"/>
                <a:gd name="connsiteY268" fmla="*/ 138558 h 770481"/>
                <a:gd name="connsiteX269" fmla="*/ 2620178 w 2912392"/>
                <a:gd name="connsiteY269" fmla="*/ 139825 h 770481"/>
                <a:gd name="connsiteX270" fmla="*/ 2629922 w 2912392"/>
                <a:gd name="connsiteY270" fmla="*/ 141280 h 770481"/>
                <a:gd name="connsiteX271" fmla="*/ 2639666 w 2912392"/>
                <a:gd name="connsiteY271" fmla="*/ 142908 h 770481"/>
                <a:gd name="connsiteX272" fmla="*/ 2649410 w 2912392"/>
                <a:gd name="connsiteY272" fmla="*/ 144691 h 770481"/>
                <a:gd name="connsiteX273" fmla="*/ 2659139 w 2912392"/>
                <a:gd name="connsiteY273" fmla="*/ 146618 h 770481"/>
                <a:gd name="connsiteX274" fmla="*/ 2668883 w 2912392"/>
                <a:gd name="connsiteY274" fmla="*/ 148669 h 770481"/>
                <a:gd name="connsiteX275" fmla="*/ 2678627 w 2912392"/>
                <a:gd name="connsiteY275" fmla="*/ 150830 h 770481"/>
                <a:gd name="connsiteX276" fmla="*/ 2688371 w 2912392"/>
                <a:gd name="connsiteY276" fmla="*/ 153085 h 770481"/>
                <a:gd name="connsiteX277" fmla="*/ 2698100 w 2912392"/>
                <a:gd name="connsiteY277" fmla="*/ 155419 h 770481"/>
                <a:gd name="connsiteX278" fmla="*/ 2707844 w 2912392"/>
                <a:gd name="connsiteY278" fmla="*/ 157813 h 770481"/>
                <a:gd name="connsiteX279" fmla="*/ 2717588 w 2912392"/>
                <a:gd name="connsiteY279" fmla="*/ 160252 h 770481"/>
                <a:gd name="connsiteX280" fmla="*/ 2727332 w 2912392"/>
                <a:gd name="connsiteY280" fmla="*/ 162722 h 770481"/>
                <a:gd name="connsiteX281" fmla="*/ 2737076 w 2912392"/>
                <a:gd name="connsiteY281" fmla="*/ 165204 h 770481"/>
                <a:gd name="connsiteX282" fmla="*/ 2746805 w 2912392"/>
                <a:gd name="connsiteY282" fmla="*/ 167684 h 770481"/>
                <a:gd name="connsiteX283" fmla="*/ 2756549 w 2912392"/>
                <a:gd name="connsiteY283" fmla="*/ 170146 h 770481"/>
                <a:gd name="connsiteX284" fmla="*/ 2766293 w 2912392"/>
                <a:gd name="connsiteY284" fmla="*/ 172576 h 770481"/>
                <a:gd name="connsiteX285" fmla="*/ 2776037 w 2912392"/>
                <a:gd name="connsiteY285" fmla="*/ 174957 h 770481"/>
                <a:gd name="connsiteX286" fmla="*/ 2785766 w 2912392"/>
                <a:gd name="connsiteY286" fmla="*/ 177276 h 770481"/>
                <a:gd name="connsiteX287" fmla="*/ 2795510 w 2912392"/>
                <a:gd name="connsiteY287" fmla="*/ 179519 h 770481"/>
                <a:gd name="connsiteX288" fmla="*/ 2805254 w 2912392"/>
                <a:gd name="connsiteY288" fmla="*/ 181671 h 770481"/>
                <a:gd name="connsiteX289" fmla="*/ 2814998 w 2912392"/>
                <a:gd name="connsiteY289" fmla="*/ 183719 h 770481"/>
                <a:gd name="connsiteX290" fmla="*/ 2824727 w 2912392"/>
                <a:gd name="connsiteY290" fmla="*/ 185653 h 770481"/>
                <a:gd name="connsiteX291" fmla="*/ 2834471 w 2912392"/>
                <a:gd name="connsiteY291" fmla="*/ 187457 h 770481"/>
                <a:gd name="connsiteX292" fmla="*/ 2844215 w 2912392"/>
                <a:gd name="connsiteY292" fmla="*/ 189123 h 770481"/>
                <a:gd name="connsiteX293" fmla="*/ 2853958 w 2912392"/>
                <a:gd name="connsiteY293" fmla="*/ 190638 h 770481"/>
                <a:gd name="connsiteX294" fmla="*/ 2863687 w 2912392"/>
                <a:gd name="connsiteY294" fmla="*/ 191994 h 770481"/>
                <a:gd name="connsiteX295" fmla="*/ 2873431 w 2912392"/>
                <a:gd name="connsiteY295" fmla="*/ 193180 h 770481"/>
                <a:gd name="connsiteX296" fmla="*/ 2883175 w 2912392"/>
                <a:gd name="connsiteY296" fmla="*/ 194187 h 770481"/>
                <a:gd name="connsiteX297" fmla="*/ 2892919 w 2912392"/>
                <a:gd name="connsiteY297" fmla="*/ 195010 h 770481"/>
                <a:gd name="connsiteX298" fmla="*/ 2902663 w 2912392"/>
                <a:gd name="connsiteY298" fmla="*/ 195639 h 770481"/>
                <a:gd name="connsiteX299" fmla="*/ 2912392 w 2912392"/>
                <a:gd name="connsiteY299" fmla="*/ 196066 h 77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70481">
                  <a:moveTo>
                    <a:pt x="0" y="0"/>
                  </a:moveTo>
                  <a:lnTo>
                    <a:pt x="9739" y="2712"/>
                  </a:lnTo>
                  <a:lnTo>
                    <a:pt x="19480" y="5486"/>
                  </a:lnTo>
                  <a:lnTo>
                    <a:pt x="29221" y="8327"/>
                  </a:lnTo>
                  <a:lnTo>
                    <a:pt x="38961" y="11235"/>
                  </a:lnTo>
                  <a:lnTo>
                    <a:pt x="48702" y="14217"/>
                  </a:lnTo>
                  <a:lnTo>
                    <a:pt x="58443" y="17269"/>
                  </a:lnTo>
                  <a:lnTo>
                    <a:pt x="68182" y="20400"/>
                  </a:lnTo>
                  <a:lnTo>
                    <a:pt x="77923" y="23606"/>
                  </a:lnTo>
                  <a:lnTo>
                    <a:pt x="87664" y="26894"/>
                  </a:lnTo>
                  <a:lnTo>
                    <a:pt x="97404" y="30266"/>
                  </a:lnTo>
                  <a:lnTo>
                    <a:pt x="107145" y="33722"/>
                  </a:lnTo>
                  <a:lnTo>
                    <a:pt x="116886" y="37265"/>
                  </a:lnTo>
                  <a:lnTo>
                    <a:pt x="126625" y="40898"/>
                  </a:lnTo>
                  <a:lnTo>
                    <a:pt x="136366" y="44619"/>
                  </a:lnTo>
                  <a:lnTo>
                    <a:pt x="146107" y="48435"/>
                  </a:lnTo>
                  <a:lnTo>
                    <a:pt x="155846" y="52345"/>
                  </a:lnTo>
                  <a:lnTo>
                    <a:pt x="165587" y="56348"/>
                  </a:lnTo>
                  <a:lnTo>
                    <a:pt x="175328" y="60447"/>
                  </a:lnTo>
                  <a:lnTo>
                    <a:pt x="185068" y="64642"/>
                  </a:lnTo>
                  <a:lnTo>
                    <a:pt x="194809" y="68936"/>
                  </a:lnTo>
                  <a:lnTo>
                    <a:pt x="204550" y="73325"/>
                  </a:lnTo>
                  <a:lnTo>
                    <a:pt x="214289" y="77810"/>
                  </a:lnTo>
                  <a:lnTo>
                    <a:pt x="224030" y="82393"/>
                  </a:lnTo>
                  <a:lnTo>
                    <a:pt x="233771" y="87070"/>
                  </a:lnTo>
                  <a:lnTo>
                    <a:pt x="243510" y="91840"/>
                  </a:lnTo>
                  <a:lnTo>
                    <a:pt x="253251" y="96703"/>
                  </a:lnTo>
                  <a:lnTo>
                    <a:pt x="262992" y="101656"/>
                  </a:lnTo>
                  <a:lnTo>
                    <a:pt x="272732" y="106698"/>
                  </a:lnTo>
                  <a:lnTo>
                    <a:pt x="282473" y="111824"/>
                  </a:lnTo>
                  <a:lnTo>
                    <a:pt x="292214" y="117033"/>
                  </a:lnTo>
                  <a:lnTo>
                    <a:pt x="301953" y="122321"/>
                  </a:lnTo>
                  <a:lnTo>
                    <a:pt x="311694" y="127684"/>
                  </a:lnTo>
                  <a:lnTo>
                    <a:pt x="321435" y="133119"/>
                  </a:lnTo>
                  <a:lnTo>
                    <a:pt x="331175" y="138622"/>
                  </a:lnTo>
                  <a:lnTo>
                    <a:pt x="340916" y="144185"/>
                  </a:lnTo>
                  <a:lnTo>
                    <a:pt x="350656" y="149808"/>
                  </a:lnTo>
                  <a:lnTo>
                    <a:pt x="360396" y="155481"/>
                  </a:lnTo>
                  <a:lnTo>
                    <a:pt x="370137" y="161203"/>
                  </a:lnTo>
                  <a:lnTo>
                    <a:pt x="379878" y="166965"/>
                  </a:lnTo>
                  <a:lnTo>
                    <a:pt x="389617" y="172763"/>
                  </a:lnTo>
                  <a:lnTo>
                    <a:pt x="399358" y="178590"/>
                  </a:lnTo>
                  <a:lnTo>
                    <a:pt x="409099" y="184439"/>
                  </a:lnTo>
                  <a:lnTo>
                    <a:pt x="418839" y="190305"/>
                  </a:lnTo>
                  <a:lnTo>
                    <a:pt x="428580" y="196181"/>
                  </a:lnTo>
                  <a:lnTo>
                    <a:pt x="438321" y="202060"/>
                  </a:lnTo>
                  <a:lnTo>
                    <a:pt x="448060" y="207938"/>
                  </a:lnTo>
                  <a:lnTo>
                    <a:pt x="457801" y="213805"/>
                  </a:lnTo>
                  <a:lnTo>
                    <a:pt x="467542" y="219654"/>
                  </a:lnTo>
                  <a:lnTo>
                    <a:pt x="477281" y="225483"/>
                  </a:lnTo>
                  <a:lnTo>
                    <a:pt x="487022" y="231281"/>
                  </a:lnTo>
                  <a:lnTo>
                    <a:pt x="496763" y="237044"/>
                  </a:lnTo>
                  <a:lnTo>
                    <a:pt x="506503" y="242764"/>
                  </a:lnTo>
                  <a:lnTo>
                    <a:pt x="516244" y="248438"/>
                  </a:lnTo>
                  <a:lnTo>
                    <a:pt x="525985" y="254057"/>
                  </a:lnTo>
                  <a:lnTo>
                    <a:pt x="535724" y="259618"/>
                  </a:lnTo>
                  <a:lnTo>
                    <a:pt x="545465" y="265114"/>
                  </a:lnTo>
                  <a:lnTo>
                    <a:pt x="555206" y="270540"/>
                  </a:lnTo>
                  <a:lnTo>
                    <a:pt x="564946" y="275892"/>
                  </a:lnTo>
                  <a:lnTo>
                    <a:pt x="574687" y="281166"/>
                  </a:lnTo>
                  <a:lnTo>
                    <a:pt x="584428" y="286358"/>
                  </a:lnTo>
                  <a:lnTo>
                    <a:pt x="594167" y="291464"/>
                  </a:lnTo>
                  <a:lnTo>
                    <a:pt x="603908" y="296481"/>
                  </a:lnTo>
                  <a:lnTo>
                    <a:pt x="613649" y="301406"/>
                  </a:lnTo>
                  <a:lnTo>
                    <a:pt x="623388" y="306238"/>
                  </a:lnTo>
                  <a:lnTo>
                    <a:pt x="633129" y="310975"/>
                  </a:lnTo>
                  <a:lnTo>
                    <a:pt x="642870" y="315614"/>
                  </a:lnTo>
                  <a:lnTo>
                    <a:pt x="652610" y="320155"/>
                  </a:lnTo>
                  <a:lnTo>
                    <a:pt x="662351" y="324600"/>
                  </a:lnTo>
                  <a:lnTo>
                    <a:pt x="672092" y="328946"/>
                  </a:lnTo>
                  <a:lnTo>
                    <a:pt x="681831" y="333195"/>
                  </a:lnTo>
                  <a:lnTo>
                    <a:pt x="691572" y="337349"/>
                  </a:lnTo>
                  <a:lnTo>
                    <a:pt x="701313" y="341409"/>
                  </a:lnTo>
                  <a:lnTo>
                    <a:pt x="711052" y="345375"/>
                  </a:lnTo>
                  <a:lnTo>
                    <a:pt x="720793" y="349253"/>
                  </a:lnTo>
                  <a:lnTo>
                    <a:pt x="730534" y="353045"/>
                  </a:lnTo>
                  <a:lnTo>
                    <a:pt x="740274" y="356753"/>
                  </a:lnTo>
                  <a:lnTo>
                    <a:pt x="750015" y="360382"/>
                  </a:lnTo>
                  <a:lnTo>
                    <a:pt x="759756" y="363937"/>
                  </a:lnTo>
                  <a:lnTo>
                    <a:pt x="769495" y="367422"/>
                  </a:lnTo>
                  <a:lnTo>
                    <a:pt x="779236" y="370842"/>
                  </a:lnTo>
                  <a:lnTo>
                    <a:pt x="788977" y="374203"/>
                  </a:lnTo>
                  <a:lnTo>
                    <a:pt x="798717" y="377510"/>
                  </a:lnTo>
                  <a:lnTo>
                    <a:pt x="808458" y="380769"/>
                  </a:lnTo>
                  <a:lnTo>
                    <a:pt x="818199" y="383987"/>
                  </a:lnTo>
                  <a:lnTo>
                    <a:pt x="827938" y="387169"/>
                  </a:lnTo>
                  <a:lnTo>
                    <a:pt x="837679" y="390323"/>
                  </a:lnTo>
                  <a:lnTo>
                    <a:pt x="847420" y="393457"/>
                  </a:lnTo>
                  <a:lnTo>
                    <a:pt x="857159" y="396575"/>
                  </a:lnTo>
                  <a:lnTo>
                    <a:pt x="866900" y="399686"/>
                  </a:lnTo>
                  <a:lnTo>
                    <a:pt x="876641" y="402797"/>
                  </a:lnTo>
                  <a:lnTo>
                    <a:pt x="886381" y="405915"/>
                  </a:lnTo>
                  <a:lnTo>
                    <a:pt x="896122" y="409046"/>
                  </a:lnTo>
                  <a:lnTo>
                    <a:pt x="905863" y="412198"/>
                  </a:lnTo>
                  <a:lnTo>
                    <a:pt x="915602" y="415378"/>
                  </a:lnTo>
                  <a:lnTo>
                    <a:pt x="925343" y="418593"/>
                  </a:lnTo>
                  <a:lnTo>
                    <a:pt x="935084" y="421850"/>
                  </a:lnTo>
                  <a:lnTo>
                    <a:pt x="944824" y="425153"/>
                  </a:lnTo>
                  <a:lnTo>
                    <a:pt x="954564" y="428513"/>
                  </a:lnTo>
                  <a:lnTo>
                    <a:pt x="964305" y="431932"/>
                  </a:lnTo>
                  <a:lnTo>
                    <a:pt x="974045" y="435417"/>
                  </a:lnTo>
                  <a:lnTo>
                    <a:pt x="983786" y="438975"/>
                  </a:lnTo>
                  <a:lnTo>
                    <a:pt x="993522" y="442610"/>
                  </a:lnTo>
                  <a:lnTo>
                    <a:pt x="1003266" y="446327"/>
                  </a:lnTo>
                  <a:lnTo>
                    <a:pt x="1013010" y="450131"/>
                  </a:lnTo>
                  <a:lnTo>
                    <a:pt x="1022754" y="454026"/>
                  </a:lnTo>
                  <a:lnTo>
                    <a:pt x="1032483" y="458014"/>
                  </a:lnTo>
                  <a:lnTo>
                    <a:pt x="1042227" y="462101"/>
                  </a:lnTo>
                  <a:lnTo>
                    <a:pt x="1051971" y="466289"/>
                  </a:lnTo>
                  <a:lnTo>
                    <a:pt x="1061715" y="470581"/>
                  </a:lnTo>
                  <a:lnTo>
                    <a:pt x="1071444" y="474978"/>
                  </a:lnTo>
                  <a:lnTo>
                    <a:pt x="1081188" y="479482"/>
                  </a:lnTo>
                  <a:lnTo>
                    <a:pt x="1090932" y="484093"/>
                  </a:lnTo>
                  <a:lnTo>
                    <a:pt x="1100676" y="488815"/>
                  </a:lnTo>
                  <a:lnTo>
                    <a:pt x="1110405" y="493643"/>
                  </a:lnTo>
                  <a:lnTo>
                    <a:pt x="1120149" y="498581"/>
                  </a:lnTo>
                  <a:lnTo>
                    <a:pt x="1129893" y="503627"/>
                  </a:lnTo>
                  <a:lnTo>
                    <a:pt x="1139637" y="508779"/>
                  </a:lnTo>
                  <a:lnTo>
                    <a:pt x="1149381" y="514036"/>
                  </a:lnTo>
                  <a:lnTo>
                    <a:pt x="1159110" y="519395"/>
                  </a:lnTo>
                  <a:lnTo>
                    <a:pt x="1168854" y="524852"/>
                  </a:lnTo>
                  <a:lnTo>
                    <a:pt x="1178598" y="530407"/>
                  </a:lnTo>
                  <a:lnTo>
                    <a:pt x="1188341" y="536053"/>
                  </a:lnTo>
                  <a:lnTo>
                    <a:pt x="1198070" y="541790"/>
                  </a:lnTo>
                  <a:lnTo>
                    <a:pt x="1207814" y="547608"/>
                  </a:lnTo>
                  <a:lnTo>
                    <a:pt x="1217558" y="553508"/>
                  </a:lnTo>
                  <a:lnTo>
                    <a:pt x="1227302" y="559482"/>
                  </a:lnTo>
                  <a:lnTo>
                    <a:pt x="1237031" y="565516"/>
                  </a:lnTo>
                  <a:lnTo>
                    <a:pt x="1246775" y="571625"/>
                  </a:lnTo>
                  <a:lnTo>
                    <a:pt x="1256519" y="577778"/>
                  </a:lnTo>
                  <a:lnTo>
                    <a:pt x="1266263" y="583991"/>
                  </a:lnTo>
                  <a:lnTo>
                    <a:pt x="1276007" y="590234"/>
                  </a:lnTo>
                  <a:lnTo>
                    <a:pt x="1285736" y="596521"/>
                  </a:lnTo>
                  <a:lnTo>
                    <a:pt x="1295480" y="602823"/>
                  </a:lnTo>
                  <a:lnTo>
                    <a:pt x="1305224" y="609140"/>
                  </a:lnTo>
                  <a:lnTo>
                    <a:pt x="1314968" y="615487"/>
                  </a:lnTo>
                  <a:lnTo>
                    <a:pt x="1324697" y="621819"/>
                  </a:lnTo>
                  <a:lnTo>
                    <a:pt x="1334441" y="628137"/>
                  </a:lnTo>
                  <a:lnTo>
                    <a:pt x="1344185" y="634454"/>
                  </a:lnTo>
                  <a:lnTo>
                    <a:pt x="1353929" y="640741"/>
                  </a:lnTo>
                  <a:lnTo>
                    <a:pt x="1363658" y="646984"/>
                  </a:lnTo>
                  <a:lnTo>
                    <a:pt x="1373402" y="653197"/>
                  </a:lnTo>
                  <a:lnTo>
                    <a:pt x="1383146" y="659350"/>
                  </a:lnTo>
                  <a:lnTo>
                    <a:pt x="1392890" y="665429"/>
                  </a:lnTo>
                  <a:lnTo>
                    <a:pt x="1402619" y="671448"/>
                  </a:lnTo>
                  <a:lnTo>
                    <a:pt x="1412363" y="677378"/>
                  </a:lnTo>
                  <a:lnTo>
                    <a:pt x="1422106" y="683203"/>
                  </a:lnTo>
                  <a:lnTo>
                    <a:pt x="1431850" y="688939"/>
                  </a:lnTo>
                  <a:lnTo>
                    <a:pt x="1441594" y="694556"/>
                  </a:lnTo>
                  <a:lnTo>
                    <a:pt x="1451323" y="700054"/>
                  </a:lnTo>
                  <a:lnTo>
                    <a:pt x="1461067" y="705418"/>
                  </a:lnTo>
                  <a:lnTo>
                    <a:pt x="1470811" y="710632"/>
                  </a:lnTo>
                  <a:lnTo>
                    <a:pt x="1480555" y="715698"/>
                  </a:lnTo>
                  <a:lnTo>
                    <a:pt x="1490284" y="720585"/>
                  </a:lnTo>
                  <a:lnTo>
                    <a:pt x="1500028" y="725323"/>
                  </a:lnTo>
                  <a:lnTo>
                    <a:pt x="1509772" y="729867"/>
                  </a:lnTo>
                  <a:lnTo>
                    <a:pt x="1519516" y="734202"/>
                  </a:lnTo>
                  <a:lnTo>
                    <a:pt x="1529245" y="738359"/>
                  </a:lnTo>
                  <a:lnTo>
                    <a:pt x="1538989" y="742293"/>
                  </a:lnTo>
                  <a:lnTo>
                    <a:pt x="1548733" y="746002"/>
                  </a:lnTo>
                  <a:lnTo>
                    <a:pt x="1558477" y="749489"/>
                  </a:lnTo>
                  <a:lnTo>
                    <a:pt x="1568221" y="752737"/>
                  </a:lnTo>
                  <a:lnTo>
                    <a:pt x="1577950" y="755746"/>
                  </a:lnTo>
                  <a:lnTo>
                    <a:pt x="1587694" y="758488"/>
                  </a:lnTo>
                  <a:lnTo>
                    <a:pt x="1597438" y="760976"/>
                  </a:lnTo>
                  <a:lnTo>
                    <a:pt x="1607182" y="763181"/>
                  </a:lnTo>
                  <a:lnTo>
                    <a:pt x="1616911" y="765118"/>
                  </a:lnTo>
                  <a:lnTo>
                    <a:pt x="1626655" y="766772"/>
                  </a:lnTo>
                  <a:lnTo>
                    <a:pt x="1636399" y="768127"/>
                  </a:lnTo>
                  <a:lnTo>
                    <a:pt x="1646142" y="769170"/>
                  </a:lnTo>
                  <a:lnTo>
                    <a:pt x="1655872" y="769930"/>
                  </a:lnTo>
                  <a:lnTo>
                    <a:pt x="1665616" y="770362"/>
                  </a:lnTo>
                  <a:lnTo>
                    <a:pt x="1675359" y="770481"/>
                  </a:lnTo>
                  <a:lnTo>
                    <a:pt x="1685103" y="770288"/>
                  </a:lnTo>
                  <a:lnTo>
                    <a:pt x="1694832" y="769751"/>
                  </a:lnTo>
                  <a:lnTo>
                    <a:pt x="1704576" y="768902"/>
                  </a:lnTo>
                  <a:lnTo>
                    <a:pt x="1714320" y="767695"/>
                  </a:lnTo>
                  <a:lnTo>
                    <a:pt x="1724064" y="766176"/>
                  </a:lnTo>
                  <a:lnTo>
                    <a:pt x="1733808" y="764298"/>
                  </a:lnTo>
                  <a:lnTo>
                    <a:pt x="1743537" y="762078"/>
                  </a:lnTo>
                  <a:lnTo>
                    <a:pt x="1753281" y="759516"/>
                  </a:lnTo>
                  <a:lnTo>
                    <a:pt x="1763025" y="756596"/>
                  </a:lnTo>
                  <a:lnTo>
                    <a:pt x="1772769" y="753348"/>
                  </a:lnTo>
                  <a:lnTo>
                    <a:pt x="1782498" y="749742"/>
                  </a:lnTo>
                  <a:lnTo>
                    <a:pt x="1792242" y="745779"/>
                  </a:lnTo>
                  <a:lnTo>
                    <a:pt x="1801986" y="741473"/>
                  </a:lnTo>
                  <a:lnTo>
                    <a:pt x="1811730" y="736825"/>
                  </a:lnTo>
                  <a:lnTo>
                    <a:pt x="1821459" y="731834"/>
                  </a:lnTo>
                  <a:lnTo>
                    <a:pt x="1831203" y="726500"/>
                  </a:lnTo>
                  <a:lnTo>
                    <a:pt x="1840947" y="720823"/>
                  </a:lnTo>
                  <a:lnTo>
                    <a:pt x="1850691" y="714819"/>
                  </a:lnTo>
                  <a:lnTo>
                    <a:pt x="1860435" y="708472"/>
                  </a:lnTo>
                  <a:lnTo>
                    <a:pt x="1870164" y="701812"/>
                  </a:lnTo>
                  <a:lnTo>
                    <a:pt x="1879908" y="694824"/>
                  </a:lnTo>
                  <a:lnTo>
                    <a:pt x="1889652" y="687524"/>
                  </a:lnTo>
                  <a:lnTo>
                    <a:pt x="1899395" y="679911"/>
                  </a:lnTo>
                  <a:lnTo>
                    <a:pt x="1909124" y="672014"/>
                  </a:lnTo>
                  <a:lnTo>
                    <a:pt x="1918868" y="663805"/>
                  </a:lnTo>
                  <a:lnTo>
                    <a:pt x="1928612" y="655327"/>
                  </a:lnTo>
                  <a:lnTo>
                    <a:pt x="1938356" y="646567"/>
                  </a:lnTo>
                  <a:lnTo>
                    <a:pt x="1948085" y="637553"/>
                  </a:lnTo>
                  <a:lnTo>
                    <a:pt x="1957829" y="628271"/>
                  </a:lnTo>
                  <a:lnTo>
                    <a:pt x="1967573" y="618750"/>
                  </a:lnTo>
                  <a:lnTo>
                    <a:pt x="1977317" y="609006"/>
                  </a:lnTo>
                  <a:lnTo>
                    <a:pt x="1987046" y="599024"/>
                  </a:lnTo>
                  <a:lnTo>
                    <a:pt x="1996790" y="588848"/>
                  </a:lnTo>
                  <a:lnTo>
                    <a:pt x="2006534" y="578478"/>
                  </a:lnTo>
                  <a:lnTo>
                    <a:pt x="2016278" y="567930"/>
                  </a:lnTo>
                  <a:lnTo>
                    <a:pt x="2026022" y="557203"/>
                  </a:lnTo>
                  <a:lnTo>
                    <a:pt x="2035751" y="546341"/>
                  </a:lnTo>
                  <a:lnTo>
                    <a:pt x="2045495" y="535325"/>
                  </a:lnTo>
                  <a:lnTo>
                    <a:pt x="2055239" y="524194"/>
                  </a:lnTo>
                  <a:lnTo>
                    <a:pt x="2064983" y="512954"/>
                  </a:lnTo>
                  <a:lnTo>
                    <a:pt x="2074712" y="501622"/>
                  </a:lnTo>
                  <a:lnTo>
                    <a:pt x="2084456" y="490217"/>
                  </a:lnTo>
                  <a:lnTo>
                    <a:pt x="2094200" y="478750"/>
                  </a:lnTo>
                  <a:lnTo>
                    <a:pt x="2103944" y="467244"/>
                  </a:lnTo>
                  <a:lnTo>
                    <a:pt x="2113673" y="455709"/>
                  </a:lnTo>
                  <a:lnTo>
                    <a:pt x="2123417" y="444167"/>
                  </a:lnTo>
                  <a:lnTo>
                    <a:pt x="2133161" y="432632"/>
                  </a:lnTo>
                  <a:lnTo>
                    <a:pt x="2142905" y="421123"/>
                  </a:lnTo>
                  <a:lnTo>
                    <a:pt x="2152649" y="409653"/>
                  </a:lnTo>
                  <a:lnTo>
                    <a:pt x="2162377" y="398244"/>
                  </a:lnTo>
                  <a:lnTo>
                    <a:pt x="2172121" y="386910"/>
                  </a:lnTo>
                  <a:lnTo>
                    <a:pt x="2181865" y="375667"/>
                  </a:lnTo>
                  <a:lnTo>
                    <a:pt x="2191609" y="364533"/>
                  </a:lnTo>
                  <a:lnTo>
                    <a:pt x="2201338" y="353525"/>
                  </a:lnTo>
                  <a:lnTo>
                    <a:pt x="2211082" y="342657"/>
                  </a:lnTo>
                  <a:lnTo>
                    <a:pt x="2220826" y="331946"/>
                  </a:lnTo>
                  <a:lnTo>
                    <a:pt x="2230570" y="321408"/>
                  </a:lnTo>
                  <a:lnTo>
                    <a:pt x="2240299" y="311058"/>
                  </a:lnTo>
                  <a:lnTo>
                    <a:pt x="2250043" y="300909"/>
                  </a:lnTo>
                  <a:lnTo>
                    <a:pt x="2259787" y="290976"/>
                  </a:lnTo>
                  <a:lnTo>
                    <a:pt x="2269531" y="281273"/>
                  </a:lnTo>
                  <a:lnTo>
                    <a:pt x="2279260" y="271813"/>
                  </a:lnTo>
                  <a:lnTo>
                    <a:pt x="2289004" y="262608"/>
                  </a:lnTo>
                  <a:lnTo>
                    <a:pt x="2298748" y="253672"/>
                  </a:lnTo>
                  <a:lnTo>
                    <a:pt x="2308492" y="245012"/>
                  </a:lnTo>
                  <a:lnTo>
                    <a:pt x="2318236" y="236643"/>
                  </a:lnTo>
                  <a:lnTo>
                    <a:pt x="2327965" y="228574"/>
                  </a:lnTo>
                  <a:lnTo>
                    <a:pt x="2337709" y="220812"/>
                  </a:lnTo>
                  <a:lnTo>
                    <a:pt x="2347453" y="213367"/>
                  </a:lnTo>
                  <a:lnTo>
                    <a:pt x="2357197" y="206245"/>
                  </a:lnTo>
                  <a:lnTo>
                    <a:pt x="2366926" y="199454"/>
                  </a:lnTo>
                  <a:lnTo>
                    <a:pt x="2376670" y="193000"/>
                  </a:lnTo>
                  <a:lnTo>
                    <a:pt x="2386413" y="186888"/>
                  </a:lnTo>
                  <a:lnTo>
                    <a:pt x="2396157" y="181121"/>
                  </a:lnTo>
                  <a:lnTo>
                    <a:pt x="2405886" y="175702"/>
                  </a:lnTo>
                  <a:lnTo>
                    <a:pt x="2415630" y="170635"/>
                  </a:lnTo>
                  <a:lnTo>
                    <a:pt x="2425374" y="165921"/>
                  </a:lnTo>
                  <a:lnTo>
                    <a:pt x="2435118" y="161559"/>
                  </a:lnTo>
                  <a:lnTo>
                    <a:pt x="2444862" y="157549"/>
                  </a:lnTo>
                  <a:lnTo>
                    <a:pt x="2454591" y="153890"/>
                  </a:lnTo>
                  <a:lnTo>
                    <a:pt x="2464335" y="150581"/>
                  </a:lnTo>
                  <a:lnTo>
                    <a:pt x="2474079" y="147616"/>
                  </a:lnTo>
                  <a:lnTo>
                    <a:pt x="2483823" y="144994"/>
                  </a:lnTo>
                  <a:lnTo>
                    <a:pt x="2493552" y="142707"/>
                  </a:lnTo>
                  <a:lnTo>
                    <a:pt x="2503296" y="140751"/>
                  </a:lnTo>
                  <a:lnTo>
                    <a:pt x="2513040" y="139118"/>
                  </a:lnTo>
                  <a:lnTo>
                    <a:pt x="2522784" y="137801"/>
                  </a:lnTo>
                  <a:lnTo>
                    <a:pt x="2532513" y="136792"/>
                  </a:lnTo>
                  <a:lnTo>
                    <a:pt x="2542257" y="136081"/>
                  </a:lnTo>
                  <a:lnTo>
                    <a:pt x="2552001" y="135660"/>
                  </a:lnTo>
                  <a:lnTo>
                    <a:pt x="2561745" y="135517"/>
                  </a:lnTo>
                  <a:lnTo>
                    <a:pt x="2571474" y="135640"/>
                  </a:lnTo>
                  <a:lnTo>
                    <a:pt x="2581218" y="136020"/>
                  </a:lnTo>
                  <a:lnTo>
                    <a:pt x="2590962" y="136640"/>
                  </a:lnTo>
                  <a:lnTo>
                    <a:pt x="2600705" y="137491"/>
                  </a:lnTo>
                  <a:lnTo>
                    <a:pt x="2610449" y="138558"/>
                  </a:lnTo>
                  <a:lnTo>
                    <a:pt x="2620178" y="139825"/>
                  </a:lnTo>
                  <a:lnTo>
                    <a:pt x="2629922" y="141280"/>
                  </a:lnTo>
                  <a:lnTo>
                    <a:pt x="2639666" y="142908"/>
                  </a:lnTo>
                  <a:lnTo>
                    <a:pt x="2649410" y="144691"/>
                  </a:lnTo>
                  <a:lnTo>
                    <a:pt x="2659139" y="146618"/>
                  </a:lnTo>
                  <a:lnTo>
                    <a:pt x="2668883" y="148669"/>
                  </a:lnTo>
                  <a:lnTo>
                    <a:pt x="2678627" y="150830"/>
                  </a:lnTo>
                  <a:lnTo>
                    <a:pt x="2688371" y="153085"/>
                  </a:lnTo>
                  <a:lnTo>
                    <a:pt x="2698100" y="155419"/>
                  </a:lnTo>
                  <a:lnTo>
                    <a:pt x="2707844" y="157813"/>
                  </a:lnTo>
                  <a:lnTo>
                    <a:pt x="2717588" y="160252"/>
                  </a:lnTo>
                  <a:lnTo>
                    <a:pt x="2727332" y="162722"/>
                  </a:lnTo>
                  <a:lnTo>
                    <a:pt x="2737076" y="165204"/>
                  </a:lnTo>
                  <a:lnTo>
                    <a:pt x="2746805" y="167684"/>
                  </a:lnTo>
                  <a:lnTo>
                    <a:pt x="2756549" y="170146"/>
                  </a:lnTo>
                  <a:lnTo>
                    <a:pt x="2766293" y="172576"/>
                  </a:lnTo>
                  <a:lnTo>
                    <a:pt x="2776037" y="174957"/>
                  </a:lnTo>
                  <a:lnTo>
                    <a:pt x="2785766" y="177276"/>
                  </a:lnTo>
                  <a:lnTo>
                    <a:pt x="2795510" y="179519"/>
                  </a:lnTo>
                  <a:lnTo>
                    <a:pt x="2805254" y="181671"/>
                  </a:lnTo>
                  <a:lnTo>
                    <a:pt x="2814998" y="183719"/>
                  </a:lnTo>
                  <a:lnTo>
                    <a:pt x="2824727" y="185653"/>
                  </a:lnTo>
                  <a:lnTo>
                    <a:pt x="2834471" y="187457"/>
                  </a:lnTo>
                  <a:lnTo>
                    <a:pt x="2844215" y="189123"/>
                  </a:lnTo>
                  <a:lnTo>
                    <a:pt x="2853958" y="190638"/>
                  </a:lnTo>
                  <a:lnTo>
                    <a:pt x="2863687" y="191994"/>
                  </a:lnTo>
                  <a:lnTo>
                    <a:pt x="2873431" y="193180"/>
                  </a:lnTo>
                  <a:lnTo>
                    <a:pt x="2883175" y="194187"/>
                  </a:lnTo>
                  <a:lnTo>
                    <a:pt x="2892919" y="195010"/>
                  </a:lnTo>
                  <a:lnTo>
                    <a:pt x="2902663" y="195639"/>
                  </a:lnTo>
                  <a:lnTo>
                    <a:pt x="2912392" y="19606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7" name="Freeform 766">
              <a:extLst>
                <a:ext uri="{FF2B5EF4-FFF2-40B4-BE49-F238E27FC236}">
                  <a16:creationId xmlns:a16="http://schemas.microsoft.com/office/drawing/2014/main" id="{ACEECE1B-8A71-22E0-A1DE-0BA027C4C07F}"/>
                </a:ext>
              </a:extLst>
            </p:cNvPr>
            <p:cNvSpPr/>
            <p:nvPr/>
          </p:nvSpPr>
          <p:spPr>
            <a:xfrm>
              <a:off x="576446" y="3129570"/>
              <a:ext cx="2912392" cy="759369"/>
            </a:xfrm>
            <a:custGeom>
              <a:avLst/>
              <a:gdLst>
                <a:gd name="connsiteX0" fmla="*/ 0 w 2912392"/>
                <a:gd name="connsiteY0" fmla="*/ 76357 h 759369"/>
                <a:gd name="connsiteX1" fmla="*/ 9739 w 2912392"/>
                <a:gd name="connsiteY1" fmla="*/ 72732 h 759369"/>
                <a:gd name="connsiteX2" fmla="*/ 19480 w 2912392"/>
                <a:gd name="connsiteY2" fmla="*/ 69142 h 759369"/>
                <a:gd name="connsiteX3" fmla="*/ 29221 w 2912392"/>
                <a:gd name="connsiteY3" fmla="*/ 65593 h 759369"/>
                <a:gd name="connsiteX4" fmla="*/ 38961 w 2912392"/>
                <a:gd name="connsiteY4" fmla="*/ 62087 h 759369"/>
                <a:gd name="connsiteX5" fmla="*/ 48702 w 2912392"/>
                <a:gd name="connsiteY5" fmla="*/ 58633 h 759369"/>
                <a:gd name="connsiteX6" fmla="*/ 58443 w 2912392"/>
                <a:gd name="connsiteY6" fmla="*/ 55235 h 759369"/>
                <a:gd name="connsiteX7" fmla="*/ 68182 w 2912392"/>
                <a:gd name="connsiteY7" fmla="*/ 51898 h 759369"/>
                <a:gd name="connsiteX8" fmla="*/ 77923 w 2912392"/>
                <a:gd name="connsiteY8" fmla="*/ 48624 h 759369"/>
                <a:gd name="connsiteX9" fmla="*/ 87664 w 2912392"/>
                <a:gd name="connsiteY9" fmla="*/ 45421 h 759369"/>
                <a:gd name="connsiteX10" fmla="*/ 97404 w 2912392"/>
                <a:gd name="connsiteY10" fmla="*/ 42294 h 759369"/>
                <a:gd name="connsiteX11" fmla="*/ 107145 w 2912392"/>
                <a:gd name="connsiteY11" fmla="*/ 39245 h 759369"/>
                <a:gd name="connsiteX12" fmla="*/ 116886 w 2912392"/>
                <a:gd name="connsiteY12" fmla="*/ 36280 h 759369"/>
                <a:gd name="connsiteX13" fmla="*/ 126625 w 2912392"/>
                <a:gd name="connsiteY13" fmla="*/ 33403 h 759369"/>
                <a:gd name="connsiteX14" fmla="*/ 136366 w 2912392"/>
                <a:gd name="connsiteY14" fmla="*/ 30620 h 759369"/>
                <a:gd name="connsiteX15" fmla="*/ 146107 w 2912392"/>
                <a:gd name="connsiteY15" fmla="*/ 27934 h 759369"/>
                <a:gd name="connsiteX16" fmla="*/ 155846 w 2912392"/>
                <a:gd name="connsiteY16" fmla="*/ 25348 h 759369"/>
                <a:gd name="connsiteX17" fmla="*/ 165587 w 2912392"/>
                <a:gd name="connsiteY17" fmla="*/ 22867 h 759369"/>
                <a:gd name="connsiteX18" fmla="*/ 175328 w 2912392"/>
                <a:gd name="connsiteY18" fmla="*/ 20497 h 759369"/>
                <a:gd name="connsiteX19" fmla="*/ 185068 w 2912392"/>
                <a:gd name="connsiteY19" fmla="*/ 18238 h 759369"/>
                <a:gd name="connsiteX20" fmla="*/ 194809 w 2912392"/>
                <a:gd name="connsiteY20" fmla="*/ 16095 h 759369"/>
                <a:gd name="connsiteX21" fmla="*/ 204550 w 2912392"/>
                <a:gd name="connsiteY21" fmla="*/ 14072 h 759369"/>
                <a:gd name="connsiteX22" fmla="*/ 214289 w 2912392"/>
                <a:gd name="connsiteY22" fmla="*/ 12174 h 759369"/>
                <a:gd name="connsiteX23" fmla="*/ 224030 w 2912392"/>
                <a:gd name="connsiteY23" fmla="*/ 10401 h 759369"/>
                <a:gd name="connsiteX24" fmla="*/ 233771 w 2912392"/>
                <a:gd name="connsiteY24" fmla="*/ 8758 h 759369"/>
                <a:gd name="connsiteX25" fmla="*/ 243510 w 2912392"/>
                <a:gd name="connsiteY25" fmla="*/ 7247 h 759369"/>
                <a:gd name="connsiteX26" fmla="*/ 253251 w 2912392"/>
                <a:gd name="connsiteY26" fmla="*/ 5872 h 759369"/>
                <a:gd name="connsiteX27" fmla="*/ 262992 w 2912392"/>
                <a:gd name="connsiteY27" fmla="*/ 4635 h 759369"/>
                <a:gd name="connsiteX28" fmla="*/ 272732 w 2912392"/>
                <a:gd name="connsiteY28" fmla="*/ 3540 h 759369"/>
                <a:gd name="connsiteX29" fmla="*/ 282473 w 2912392"/>
                <a:gd name="connsiteY29" fmla="*/ 2586 h 759369"/>
                <a:gd name="connsiteX30" fmla="*/ 292214 w 2912392"/>
                <a:gd name="connsiteY30" fmla="*/ 1780 h 759369"/>
                <a:gd name="connsiteX31" fmla="*/ 301953 w 2912392"/>
                <a:gd name="connsiteY31" fmla="*/ 1120 h 759369"/>
                <a:gd name="connsiteX32" fmla="*/ 311694 w 2912392"/>
                <a:gd name="connsiteY32" fmla="*/ 611 h 759369"/>
                <a:gd name="connsiteX33" fmla="*/ 321435 w 2912392"/>
                <a:gd name="connsiteY33" fmla="*/ 253 h 759369"/>
                <a:gd name="connsiteX34" fmla="*/ 331175 w 2912392"/>
                <a:gd name="connsiteY34" fmla="*/ 49 h 759369"/>
                <a:gd name="connsiteX35" fmla="*/ 340916 w 2912392"/>
                <a:gd name="connsiteY35" fmla="*/ 0 h 759369"/>
                <a:gd name="connsiteX36" fmla="*/ 350656 w 2912392"/>
                <a:gd name="connsiteY36" fmla="*/ 107 h 759369"/>
                <a:gd name="connsiteX37" fmla="*/ 360396 w 2912392"/>
                <a:gd name="connsiteY37" fmla="*/ 371 h 759369"/>
                <a:gd name="connsiteX38" fmla="*/ 370137 w 2912392"/>
                <a:gd name="connsiteY38" fmla="*/ 796 h 759369"/>
                <a:gd name="connsiteX39" fmla="*/ 379878 w 2912392"/>
                <a:gd name="connsiteY39" fmla="*/ 1380 h 759369"/>
                <a:gd name="connsiteX40" fmla="*/ 389617 w 2912392"/>
                <a:gd name="connsiteY40" fmla="*/ 2125 h 759369"/>
                <a:gd name="connsiteX41" fmla="*/ 399358 w 2912392"/>
                <a:gd name="connsiteY41" fmla="*/ 3030 h 759369"/>
                <a:gd name="connsiteX42" fmla="*/ 409099 w 2912392"/>
                <a:gd name="connsiteY42" fmla="*/ 4100 h 759369"/>
                <a:gd name="connsiteX43" fmla="*/ 418839 w 2912392"/>
                <a:gd name="connsiteY43" fmla="*/ 5331 h 759369"/>
                <a:gd name="connsiteX44" fmla="*/ 428580 w 2912392"/>
                <a:gd name="connsiteY44" fmla="*/ 6725 h 759369"/>
                <a:gd name="connsiteX45" fmla="*/ 438321 w 2912392"/>
                <a:gd name="connsiteY45" fmla="*/ 8282 h 759369"/>
                <a:gd name="connsiteX46" fmla="*/ 448060 w 2912392"/>
                <a:gd name="connsiteY46" fmla="*/ 10003 h 759369"/>
                <a:gd name="connsiteX47" fmla="*/ 457801 w 2912392"/>
                <a:gd name="connsiteY47" fmla="*/ 11886 h 759369"/>
                <a:gd name="connsiteX48" fmla="*/ 467542 w 2912392"/>
                <a:gd name="connsiteY48" fmla="*/ 13931 h 759369"/>
                <a:gd name="connsiteX49" fmla="*/ 477281 w 2912392"/>
                <a:gd name="connsiteY49" fmla="*/ 16139 h 759369"/>
                <a:gd name="connsiteX50" fmla="*/ 487022 w 2912392"/>
                <a:gd name="connsiteY50" fmla="*/ 18506 h 759369"/>
                <a:gd name="connsiteX51" fmla="*/ 496763 w 2912392"/>
                <a:gd name="connsiteY51" fmla="*/ 21034 h 759369"/>
                <a:gd name="connsiteX52" fmla="*/ 506503 w 2912392"/>
                <a:gd name="connsiteY52" fmla="*/ 23722 h 759369"/>
                <a:gd name="connsiteX53" fmla="*/ 516244 w 2912392"/>
                <a:gd name="connsiteY53" fmla="*/ 26568 h 759369"/>
                <a:gd name="connsiteX54" fmla="*/ 525985 w 2912392"/>
                <a:gd name="connsiteY54" fmla="*/ 29569 h 759369"/>
                <a:gd name="connsiteX55" fmla="*/ 535724 w 2912392"/>
                <a:gd name="connsiteY55" fmla="*/ 32726 h 759369"/>
                <a:gd name="connsiteX56" fmla="*/ 545465 w 2912392"/>
                <a:gd name="connsiteY56" fmla="*/ 36036 h 759369"/>
                <a:gd name="connsiteX57" fmla="*/ 555206 w 2912392"/>
                <a:gd name="connsiteY57" fmla="*/ 39497 h 759369"/>
                <a:gd name="connsiteX58" fmla="*/ 564946 w 2912392"/>
                <a:gd name="connsiteY58" fmla="*/ 43107 h 759369"/>
                <a:gd name="connsiteX59" fmla="*/ 574687 w 2912392"/>
                <a:gd name="connsiteY59" fmla="*/ 46865 h 759369"/>
                <a:gd name="connsiteX60" fmla="*/ 584428 w 2912392"/>
                <a:gd name="connsiteY60" fmla="*/ 50767 h 759369"/>
                <a:gd name="connsiteX61" fmla="*/ 594167 w 2912392"/>
                <a:gd name="connsiteY61" fmla="*/ 54810 h 759369"/>
                <a:gd name="connsiteX62" fmla="*/ 603908 w 2912392"/>
                <a:gd name="connsiteY62" fmla="*/ 58994 h 759369"/>
                <a:gd name="connsiteX63" fmla="*/ 613649 w 2912392"/>
                <a:gd name="connsiteY63" fmla="*/ 63313 h 759369"/>
                <a:gd name="connsiteX64" fmla="*/ 623388 w 2912392"/>
                <a:gd name="connsiteY64" fmla="*/ 67767 h 759369"/>
                <a:gd name="connsiteX65" fmla="*/ 633129 w 2912392"/>
                <a:gd name="connsiteY65" fmla="*/ 72349 h 759369"/>
                <a:gd name="connsiteX66" fmla="*/ 642870 w 2912392"/>
                <a:gd name="connsiteY66" fmla="*/ 77059 h 759369"/>
                <a:gd name="connsiteX67" fmla="*/ 652610 w 2912392"/>
                <a:gd name="connsiteY67" fmla="*/ 81891 h 759369"/>
                <a:gd name="connsiteX68" fmla="*/ 662351 w 2912392"/>
                <a:gd name="connsiteY68" fmla="*/ 86843 h 759369"/>
                <a:gd name="connsiteX69" fmla="*/ 672092 w 2912392"/>
                <a:gd name="connsiteY69" fmla="*/ 91912 h 759369"/>
                <a:gd name="connsiteX70" fmla="*/ 681831 w 2912392"/>
                <a:gd name="connsiteY70" fmla="*/ 97091 h 759369"/>
                <a:gd name="connsiteX71" fmla="*/ 691572 w 2912392"/>
                <a:gd name="connsiteY71" fmla="*/ 102378 h 759369"/>
                <a:gd name="connsiteX72" fmla="*/ 701313 w 2912392"/>
                <a:gd name="connsiteY72" fmla="*/ 107769 h 759369"/>
                <a:gd name="connsiteX73" fmla="*/ 711052 w 2912392"/>
                <a:gd name="connsiteY73" fmla="*/ 113259 h 759369"/>
                <a:gd name="connsiteX74" fmla="*/ 720793 w 2912392"/>
                <a:gd name="connsiteY74" fmla="*/ 118845 h 759369"/>
                <a:gd name="connsiteX75" fmla="*/ 730534 w 2912392"/>
                <a:gd name="connsiteY75" fmla="*/ 124521 h 759369"/>
                <a:gd name="connsiteX76" fmla="*/ 740274 w 2912392"/>
                <a:gd name="connsiteY76" fmla="*/ 130284 h 759369"/>
                <a:gd name="connsiteX77" fmla="*/ 750015 w 2912392"/>
                <a:gd name="connsiteY77" fmla="*/ 136129 h 759369"/>
                <a:gd name="connsiteX78" fmla="*/ 759756 w 2912392"/>
                <a:gd name="connsiteY78" fmla="*/ 142050 h 759369"/>
                <a:gd name="connsiteX79" fmla="*/ 769495 w 2912392"/>
                <a:gd name="connsiteY79" fmla="*/ 148045 h 759369"/>
                <a:gd name="connsiteX80" fmla="*/ 779236 w 2912392"/>
                <a:gd name="connsiteY80" fmla="*/ 154108 h 759369"/>
                <a:gd name="connsiteX81" fmla="*/ 788977 w 2912392"/>
                <a:gd name="connsiteY81" fmla="*/ 160233 h 759369"/>
                <a:gd name="connsiteX82" fmla="*/ 798717 w 2912392"/>
                <a:gd name="connsiteY82" fmla="*/ 166417 h 759369"/>
                <a:gd name="connsiteX83" fmla="*/ 808458 w 2912392"/>
                <a:gd name="connsiteY83" fmla="*/ 172655 h 759369"/>
                <a:gd name="connsiteX84" fmla="*/ 818199 w 2912392"/>
                <a:gd name="connsiteY84" fmla="*/ 178944 h 759369"/>
                <a:gd name="connsiteX85" fmla="*/ 827938 w 2912392"/>
                <a:gd name="connsiteY85" fmla="*/ 185278 h 759369"/>
                <a:gd name="connsiteX86" fmla="*/ 837679 w 2912392"/>
                <a:gd name="connsiteY86" fmla="*/ 191652 h 759369"/>
                <a:gd name="connsiteX87" fmla="*/ 847420 w 2912392"/>
                <a:gd name="connsiteY87" fmla="*/ 198063 h 759369"/>
                <a:gd name="connsiteX88" fmla="*/ 857159 w 2912392"/>
                <a:gd name="connsiteY88" fmla="*/ 204503 h 759369"/>
                <a:gd name="connsiteX89" fmla="*/ 866900 w 2912392"/>
                <a:gd name="connsiteY89" fmla="*/ 210974 h 759369"/>
                <a:gd name="connsiteX90" fmla="*/ 876641 w 2912392"/>
                <a:gd name="connsiteY90" fmla="*/ 217467 h 759369"/>
                <a:gd name="connsiteX91" fmla="*/ 886381 w 2912392"/>
                <a:gd name="connsiteY91" fmla="*/ 223979 h 759369"/>
                <a:gd name="connsiteX92" fmla="*/ 896122 w 2912392"/>
                <a:gd name="connsiteY92" fmla="*/ 230508 h 759369"/>
                <a:gd name="connsiteX93" fmla="*/ 905863 w 2912392"/>
                <a:gd name="connsiteY93" fmla="*/ 237047 h 759369"/>
                <a:gd name="connsiteX94" fmla="*/ 915602 w 2912392"/>
                <a:gd name="connsiteY94" fmla="*/ 243595 h 759369"/>
                <a:gd name="connsiteX95" fmla="*/ 925343 w 2912392"/>
                <a:gd name="connsiteY95" fmla="*/ 250149 h 759369"/>
                <a:gd name="connsiteX96" fmla="*/ 935084 w 2912392"/>
                <a:gd name="connsiteY96" fmla="*/ 256703 h 759369"/>
                <a:gd name="connsiteX97" fmla="*/ 944824 w 2912392"/>
                <a:gd name="connsiteY97" fmla="*/ 263256 h 759369"/>
                <a:gd name="connsiteX98" fmla="*/ 954564 w 2912392"/>
                <a:gd name="connsiteY98" fmla="*/ 269806 h 759369"/>
                <a:gd name="connsiteX99" fmla="*/ 964305 w 2912392"/>
                <a:gd name="connsiteY99" fmla="*/ 276346 h 759369"/>
                <a:gd name="connsiteX100" fmla="*/ 974045 w 2912392"/>
                <a:gd name="connsiteY100" fmla="*/ 282877 h 759369"/>
                <a:gd name="connsiteX101" fmla="*/ 983786 w 2912392"/>
                <a:gd name="connsiteY101" fmla="*/ 289396 h 759369"/>
                <a:gd name="connsiteX102" fmla="*/ 993522 w 2912392"/>
                <a:gd name="connsiteY102" fmla="*/ 295901 h 759369"/>
                <a:gd name="connsiteX103" fmla="*/ 1003266 w 2912392"/>
                <a:gd name="connsiteY103" fmla="*/ 302390 h 759369"/>
                <a:gd name="connsiteX104" fmla="*/ 1013010 w 2912392"/>
                <a:gd name="connsiteY104" fmla="*/ 308859 h 759369"/>
                <a:gd name="connsiteX105" fmla="*/ 1022754 w 2912392"/>
                <a:gd name="connsiteY105" fmla="*/ 315310 h 759369"/>
                <a:gd name="connsiteX106" fmla="*/ 1032483 w 2912392"/>
                <a:gd name="connsiteY106" fmla="*/ 321739 h 759369"/>
                <a:gd name="connsiteX107" fmla="*/ 1042227 w 2912392"/>
                <a:gd name="connsiteY107" fmla="*/ 328147 h 759369"/>
                <a:gd name="connsiteX108" fmla="*/ 1051971 w 2912392"/>
                <a:gd name="connsiteY108" fmla="*/ 334531 h 759369"/>
                <a:gd name="connsiteX109" fmla="*/ 1061715 w 2912392"/>
                <a:gd name="connsiteY109" fmla="*/ 340892 h 759369"/>
                <a:gd name="connsiteX110" fmla="*/ 1071444 w 2912392"/>
                <a:gd name="connsiteY110" fmla="*/ 347228 h 759369"/>
                <a:gd name="connsiteX111" fmla="*/ 1081188 w 2912392"/>
                <a:gd name="connsiteY111" fmla="*/ 353539 h 759369"/>
                <a:gd name="connsiteX112" fmla="*/ 1090932 w 2912392"/>
                <a:gd name="connsiteY112" fmla="*/ 359827 h 759369"/>
                <a:gd name="connsiteX113" fmla="*/ 1100676 w 2912392"/>
                <a:gd name="connsiteY113" fmla="*/ 366087 h 759369"/>
                <a:gd name="connsiteX114" fmla="*/ 1110405 w 2912392"/>
                <a:gd name="connsiteY114" fmla="*/ 372324 h 759369"/>
                <a:gd name="connsiteX115" fmla="*/ 1120149 w 2912392"/>
                <a:gd name="connsiteY115" fmla="*/ 378535 h 759369"/>
                <a:gd name="connsiteX116" fmla="*/ 1129893 w 2912392"/>
                <a:gd name="connsiteY116" fmla="*/ 384723 h 759369"/>
                <a:gd name="connsiteX117" fmla="*/ 1139637 w 2912392"/>
                <a:gd name="connsiteY117" fmla="*/ 390887 h 759369"/>
                <a:gd name="connsiteX118" fmla="*/ 1149381 w 2912392"/>
                <a:gd name="connsiteY118" fmla="*/ 397027 h 759369"/>
                <a:gd name="connsiteX119" fmla="*/ 1159110 w 2912392"/>
                <a:gd name="connsiteY119" fmla="*/ 403144 h 759369"/>
                <a:gd name="connsiteX120" fmla="*/ 1168854 w 2912392"/>
                <a:gd name="connsiteY120" fmla="*/ 409241 h 759369"/>
                <a:gd name="connsiteX121" fmla="*/ 1178598 w 2912392"/>
                <a:gd name="connsiteY121" fmla="*/ 415315 h 759369"/>
                <a:gd name="connsiteX122" fmla="*/ 1188341 w 2912392"/>
                <a:gd name="connsiteY122" fmla="*/ 421370 h 759369"/>
                <a:gd name="connsiteX123" fmla="*/ 1198070 w 2912392"/>
                <a:gd name="connsiteY123" fmla="*/ 427407 h 759369"/>
                <a:gd name="connsiteX124" fmla="*/ 1207814 w 2912392"/>
                <a:gd name="connsiteY124" fmla="*/ 433425 h 759369"/>
                <a:gd name="connsiteX125" fmla="*/ 1217558 w 2912392"/>
                <a:gd name="connsiteY125" fmla="*/ 439426 h 759369"/>
                <a:gd name="connsiteX126" fmla="*/ 1227302 w 2912392"/>
                <a:gd name="connsiteY126" fmla="*/ 445411 h 759369"/>
                <a:gd name="connsiteX127" fmla="*/ 1237031 w 2912392"/>
                <a:gd name="connsiteY127" fmla="*/ 451383 h 759369"/>
                <a:gd name="connsiteX128" fmla="*/ 1246775 w 2912392"/>
                <a:gd name="connsiteY128" fmla="*/ 457338 h 759369"/>
                <a:gd name="connsiteX129" fmla="*/ 1256519 w 2912392"/>
                <a:gd name="connsiteY129" fmla="*/ 463281 h 759369"/>
                <a:gd name="connsiteX130" fmla="*/ 1266263 w 2912392"/>
                <a:gd name="connsiteY130" fmla="*/ 469212 h 759369"/>
                <a:gd name="connsiteX131" fmla="*/ 1276007 w 2912392"/>
                <a:gd name="connsiteY131" fmla="*/ 475132 h 759369"/>
                <a:gd name="connsiteX132" fmla="*/ 1285736 w 2912392"/>
                <a:gd name="connsiteY132" fmla="*/ 481039 h 759369"/>
                <a:gd name="connsiteX133" fmla="*/ 1295480 w 2912392"/>
                <a:gd name="connsiteY133" fmla="*/ 486937 h 759369"/>
                <a:gd name="connsiteX134" fmla="*/ 1305224 w 2912392"/>
                <a:gd name="connsiteY134" fmla="*/ 492826 h 759369"/>
                <a:gd name="connsiteX135" fmla="*/ 1314968 w 2912392"/>
                <a:gd name="connsiteY135" fmla="*/ 498703 h 759369"/>
                <a:gd name="connsiteX136" fmla="*/ 1324697 w 2912392"/>
                <a:gd name="connsiteY136" fmla="*/ 504572 h 759369"/>
                <a:gd name="connsiteX137" fmla="*/ 1334441 w 2912392"/>
                <a:gd name="connsiteY137" fmla="*/ 510430 h 759369"/>
                <a:gd name="connsiteX138" fmla="*/ 1344185 w 2912392"/>
                <a:gd name="connsiteY138" fmla="*/ 516279 h 759369"/>
                <a:gd name="connsiteX139" fmla="*/ 1353929 w 2912392"/>
                <a:gd name="connsiteY139" fmla="*/ 522118 h 759369"/>
                <a:gd name="connsiteX140" fmla="*/ 1363658 w 2912392"/>
                <a:gd name="connsiteY140" fmla="*/ 527947 h 759369"/>
                <a:gd name="connsiteX141" fmla="*/ 1373402 w 2912392"/>
                <a:gd name="connsiteY141" fmla="*/ 533765 h 759369"/>
                <a:gd name="connsiteX142" fmla="*/ 1383146 w 2912392"/>
                <a:gd name="connsiteY142" fmla="*/ 539570 h 759369"/>
                <a:gd name="connsiteX143" fmla="*/ 1392890 w 2912392"/>
                <a:gd name="connsiteY143" fmla="*/ 545361 h 759369"/>
                <a:gd name="connsiteX144" fmla="*/ 1402619 w 2912392"/>
                <a:gd name="connsiteY144" fmla="*/ 551139 h 759369"/>
                <a:gd name="connsiteX145" fmla="*/ 1412363 w 2912392"/>
                <a:gd name="connsiteY145" fmla="*/ 556900 h 759369"/>
                <a:gd name="connsiteX146" fmla="*/ 1422106 w 2912392"/>
                <a:gd name="connsiteY146" fmla="*/ 562644 h 759369"/>
                <a:gd name="connsiteX147" fmla="*/ 1431850 w 2912392"/>
                <a:gd name="connsiteY147" fmla="*/ 568366 h 759369"/>
                <a:gd name="connsiteX148" fmla="*/ 1441594 w 2912392"/>
                <a:gd name="connsiteY148" fmla="*/ 574068 h 759369"/>
                <a:gd name="connsiteX149" fmla="*/ 1451323 w 2912392"/>
                <a:gd name="connsiteY149" fmla="*/ 579746 h 759369"/>
                <a:gd name="connsiteX150" fmla="*/ 1461067 w 2912392"/>
                <a:gd name="connsiteY150" fmla="*/ 585397 h 759369"/>
                <a:gd name="connsiteX151" fmla="*/ 1470811 w 2912392"/>
                <a:gd name="connsiteY151" fmla="*/ 591019 h 759369"/>
                <a:gd name="connsiteX152" fmla="*/ 1480555 w 2912392"/>
                <a:gd name="connsiteY152" fmla="*/ 596609 h 759369"/>
                <a:gd name="connsiteX153" fmla="*/ 1490284 w 2912392"/>
                <a:gd name="connsiteY153" fmla="*/ 602165 h 759369"/>
                <a:gd name="connsiteX154" fmla="*/ 1500028 w 2912392"/>
                <a:gd name="connsiteY154" fmla="*/ 607682 h 759369"/>
                <a:gd name="connsiteX155" fmla="*/ 1509772 w 2912392"/>
                <a:gd name="connsiteY155" fmla="*/ 613156 h 759369"/>
                <a:gd name="connsiteX156" fmla="*/ 1519516 w 2912392"/>
                <a:gd name="connsiteY156" fmla="*/ 618586 h 759369"/>
                <a:gd name="connsiteX157" fmla="*/ 1529245 w 2912392"/>
                <a:gd name="connsiteY157" fmla="*/ 623968 h 759369"/>
                <a:gd name="connsiteX158" fmla="*/ 1538989 w 2912392"/>
                <a:gd name="connsiteY158" fmla="*/ 629297 h 759369"/>
                <a:gd name="connsiteX159" fmla="*/ 1548733 w 2912392"/>
                <a:gd name="connsiteY159" fmla="*/ 634570 h 759369"/>
                <a:gd name="connsiteX160" fmla="*/ 1558477 w 2912392"/>
                <a:gd name="connsiteY160" fmla="*/ 639783 h 759369"/>
                <a:gd name="connsiteX161" fmla="*/ 1568221 w 2912392"/>
                <a:gd name="connsiteY161" fmla="*/ 644932 h 759369"/>
                <a:gd name="connsiteX162" fmla="*/ 1577950 w 2912392"/>
                <a:gd name="connsiteY162" fmla="*/ 650013 h 759369"/>
                <a:gd name="connsiteX163" fmla="*/ 1587694 w 2912392"/>
                <a:gd name="connsiteY163" fmla="*/ 655022 h 759369"/>
                <a:gd name="connsiteX164" fmla="*/ 1597438 w 2912392"/>
                <a:gd name="connsiteY164" fmla="*/ 659953 h 759369"/>
                <a:gd name="connsiteX165" fmla="*/ 1607182 w 2912392"/>
                <a:gd name="connsiteY165" fmla="*/ 664804 h 759369"/>
                <a:gd name="connsiteX166" fmla="*/ 1616911 w 2912392"/>
                <a:gd name="connsiteY166" fmla="*/ 669572 h 759369"/>
                <a:gd name="connsiteX167" fmla="*/ 1626655 w 2912392"/>
                <a:gd name="connsiteY167" fmla="*/ 674250 h 759369"/>
                <a:gd name="connsiteX168" fmla="*/ 1636399 w 2912392"/>
                <a:gd name="connsiteY168" fmla="*/ 678835 h 759369"/>
                <a:gd name="connsiteX169" fmla="*/ 1646142 w 2912392"/>
                <a:gd name="connsiteY169" fmla="*/ 683324 h 759369"/>
                <a:gd name="connsiteX170" fmla="*/ 1655872 w 2912392"/>
                <a:gd name="connsiteY170" fmla="*/ 687712 h 759369"/>
                <a:gd name="connsiteX171" fmla="*/ 1665616 w 2912392"/>
                <a:gd name="connsiteY171" fmla="*/ 691994 h 759369"/>
                <a:gd name="connsiteX172" fmla="*/ 1675359 w 2912392"/>
                <a:gd name="connsiteY172" fmla="*/ 696168 h 759369"/>
                <a:gd name="connsiteX173" fmla="*/ 1685103 w 2912392"/>
                <a:gd name="connsiteY173" fmla="*/ 700230 h 759369"/>
                <a:gd name="connsiteX174" fmla="*/ 1694832 w 2912392"/>
                <a:gd name="connsiteY174" fmla="*/ 704177 h 759369"/>
                <a:gd name="connsiteX175" fmla="*/ 1704576 w 2912392"/>
                <a:gd name="connsiteY175" fmla="*/ 708004 h 759369"/>
                <a:gd name="connsiteX176" fmla="*/ 1714320 w 2912392"/>
                <a:gd name="connsiteY176" fmla="*/ 711708 h 759369"/>
                <a:gd name="connsiteX177" fmla="*/ 1724064 w 2912392"/>
                <a:gd name="connsiteY177" fmla="*/ 715288 h 759369"/>
                <a:gd name="connsiteX178" fmla="*/ 1733808 w 2912392"/>
                <a:gd name="connsiteY178" fmla="*/ 718739 h 759369"/>
                <a:gd name="connsiteX179" fmla="*/ 1743537 w 2912392"/>
                <a:gd name="connsiteY179" fmla="*/ 722058 h 759369"/>
                <a:gd name="connsiteX180" fmla="*/ 1753281 w 2912392"/>
                <a:gd name="connsiteY180" fmla="*/ 725244 h 759369"/>
                <a:gd name="connsiteX181" fmla="*/ 1763025 w 2912392"/>
                <a:gd name="connsiteY181" fmla="*/ 728295 h 759369"/>
                <a:gd name="connsiteX182" fmla="*/ 1772769 w 2912392"/>
                <a:gd name="connsiteY182" fmla="*/ 731206 h 759369"/>
                <a:gd name="connsiteX183" fmla="*/ 1782498 w 2912392"/>
                <a:gd name="connsiteY183" fmla="*/ 733979 h 759369"/>
                <a:gd name="connsiteX184" fmla="*/ 1792242 w 2912392"/>
                <a:gd name="connsiteY184" fmla="*/ 736610 h 759369"/>
                <a:gd name="connsiteX185" fmla="*/ 1801986 w 2912392"/>
                <a:gd name="connsiteY185" fmla="*/ 739098 h 759369"/>
                <a:gd name="connsiteX186" fmla="*/ 1811730 w 2912392"/>
                <a:gd name="connsiteY186" fmla="*/ 741442 h 759369"/>
                <a:gd name="connsiteX187" fmla="*/ 1821459 w 2912392"/>
                <a:gd name="connsiteY187" fmla="*/ 743642 h 759369"/>
                <a:gd name="connsiteX188" fmla="*/ 1831203 w 2912392"/>
                <a:gd name="connsiteY188" fmla="*/ 745696 h 759369"/>
                <a:gd name="connsiteX189" fmla="*/ 1840947 w 2912392"/>
                <a:gd name="connsiteY189" fmla="*/ 747604 h 759369"/>
                <a:gd name="connsiteX190" fmla="*/ 1850691 w 2912392"/>
                <a:gd name="connsiteY190" fmla="*/ 749365 h 759369"/>
                <a:gd name="connsiteX191" fmla="*/ 1860435 w 2912392"/>
                <a:gd name="connsiteY191" fmla="*/ 750980 h 759369"/>
                <a:gd name="connsiteX192" fmla="*/ 1870164 w 2912392"/>
                <a:gd name="connsiteY192" fmla="*/ 752451 h 759369"/>
                <a:gd name="connsiteX193" fmla="*/ 1879908 w 2912392"/>
                <a:gd name="connsiteY193" fmla="*/ 753775 h 759369"/>
                <a:gd name="connsiteX194" fmla="*/ 1889652 w 2912392"/>
                <a:gd name="connsiteY194" fmla="*/ 754955 h 759369"/>
                <a:gd name="connsiteX195" fmla="*/ 1899395 w 2912392"/>
                <a:gd name="connsiteY195" fmla="*/ 755994 h 759369"/>
                <a:gd name="connsiteX196" fmla="*/ 1909124 w 2912392"/>
                <a:gd name="connsiteY196" fmla="*/ 756888 h 759369"/>
                <a:gd name="connsiteX197" fmla="*/ 1918868 w 2912392"/>
                <a:gd name="connsiteY197" fmla="*/ 757643 h 759369"/>
                <a:gd name="connsiteX198" fmla="*/ 1928612 w 2912392"/>
                <a:gd name="connsiteY198" fmla="*/ 758258 h 759369"/>
                <a:gd name="connsiteX199" fmla="*/ 1938356 w 2912392"/>
                <a:gd name="connsiteY199" fmla="*/ 758737 h 759369"/>
                <a:gd name="connsiteX200" fmla="*/ 1948085 w 2912392"/>
                <a:gd name="connsiteY200" fmla="*/ 759079 h 759369"/>
                <a:gd name="connsiteX201" fmla="*/ 1957829 w 2912392"/>
                <a:gd name="connsiteY201" fmla="*/ 759289 h 759369"/>
                <a:gd name="connsiteX202" fmla="*/ 1967573 w 2912392"/>
                <a:gd name="connsiteY202" fmla="*/ 759370 h 759369"/>
                <a:gd name="connsiteX203" fmla="*/ 1977317 w 2912392"/>
                <a:gd name="connsiteY203" fmla="*/ 759321 h 759369"/>
                <a:gd name="connsiteX204" fmla="*/ 1987046 w 2912392"/>
                <a:gd name="connsiteY204" fmla="*/ 759148 h 759369"/>
                <a:gd name="connsiteX205" fmla="*/ 1996790 w 2912392"/>
                <a:gd name="connsiteY205" fmla="*/ 758853 h 759369"/>
                <a:gd name="connsiteX206" fmla="*/ 2006534 w 2912392"/>
                <a:gd name="connsiteY206" fmla="*/ 758437 h 759369"/>
                <a:gd name="connsiteX207" fmla="*/ 2016278 w 2912392"/>
                <a:gd name="connsiteY207" fmla="*/ 757907 h 759369"/>
                <a:gd name="connsiteX208" fmla="*/ 2026022 w 2912392"/>
                <a:gd name="connsiteY208" fmla="*/ 757262 h 759369"/>
                <a:gd name="connsiteX209" fmla="*/ 2035751 w 2912392"/>
                <a:gd name="connsiteY209" fmla="*/ 756508 h 759369"/>
                <a:gd name="connsiteX210" fmla="*/ 2045495 w 2912392"/>
                <a:gd name="connsiteY210" fmla="*/ 755647 h 759369"/>
                <a:gd name="connsiteX211" fmla="*/ 2055239 w 2912392"/>
                <a:gd name="connsiteY211" fmla="*/ 754683 h 759369"/>
                <a:gd name="connsiteX212" fmla="*/ 2064983 w 2912392"/>
                <a:gd name="connsiteY212" fmla="*/ 753620 h 759369"/>
                <a:gd name="connsiteX213" fmla="*/ 2074712 w 2912392"/>
                <a:gd name="connsiteY213" fmla="*/ 752460 h 759369"/>
                <a:gd name="connsiteX214" fmla="*/ 2084456 w 2912392"/>
                <a:gd name="connsiteY214" fmla="*/ 751207 h 759369"/>
                <a:gd name="connsiteX215" fmla="*/ 2094200 w 2912392"/>
                <a:gd name="connsiteY215" fmla="*/ 749866 h 759369"/>
                <a:gd name="connsiteX216" fmla="*/ 2103944 w 2912392"/>
                <a:gd name="connsiteY216" fmla="*/ 748438 h 759369"/>
                <a:gd name="connsiteX217" fmla="*/ 2113673 w 2912392"/>
                <a:gd name="connsiteY217" fmla="*/ 746928 h 759369"/>
                <a:gd name="connsiteX218" fmla="*/ 2123417 w 2912392"/>
                <a:gd name="connsiteY218" fmla="*/ 745339 h 759369"/>
                <a:gd name="connsiteX219" fmla="*/ 2133161 w 2912392"/>
                <a:gd name="connsiteY219" fmla="*/ 743677 h 759369"/>
                <a:gd name="connsiteX220" fmla="*/ 2142905 w 2912392"/>
                <a:gd name="connsiteY220" fmla="*/ 741941 h 759369"/>
                <a:gd name="connsiteX221" fmla="*/ 2152649 w 2912392"/>
                <a:gd name="connsiteY221" fmla="*/ 740137 h 759369"/>
                <a:gd name="connsiteX222" fmla="*/ 2162377 w 2912392"/>
                <a:gd name="connsiteY222" fmla="*/ 738267 h 759369"/>
                <a:gd name="connsiteX223" fmla="*/ 2172121 w 2912392"/>
                <a:gd name="connsiteY223" fmla="*/ 736334 h 759369"/>
                <a:gd name="connsiteX224" fmla="*/ 2181865 w 2912392"/>
                <a:gd name="connsiteY224" fmla="*/ 734344 h 759369"/>
                <a:gd name="connsiteX225" fmla="*/ 2191609 w 2912392"/>
                <a:gd name="connsiteY225" fmla="*/ 732297 h 759369"/>
                <a:gd name="connsiteX226" fmla="*/ 2201338 w 2912392"/>
                <a:gd name="connsiteY226" fmla="*/ 730196 h 759369"/>
                <a:gd name="connsiteX227" fmla="*/ 2211082 w 2912392"/>
                <a:gd name="connsiteY227" fmla="*/ 728046 h 759369"/>
                <a:gd name="connsiteX228" fmla="*/ 2220826 w 2912392"/>
                <a:gd name="connsiteY228" fmla="*/ 725847 h 759369"/>
                <a:gd name="connsiteX229" fmla="*/ 2230570 w 2912392"/>
                <a:gd name="connsiteY229" fmla="*/ 723603 h 759369"/>
                <a:gd name="connsiteX230" fmla="*/ 2240299 w 2912392"/>
                <a:gd name="connsiteY230" fmla="*/ 721316 h 759369"/>
                <a:gd name="connsiteX231" fmla="*/ 2250043 w 2912392"/>
                <a:gd name="connsiteY231" fmla="*/ 718988 h 759369"/>
                <a:gd name="connsiteX232" fmla="*/ 2259787 w 2912392"/>
                <a:gd name="connsiteY232" fmla="*/ 716622 h 759369"/>
                <a:gd name="connsiteX233" fmla="*/ 2269531 w 2912392"/>
                <a:gd name="connsiteY233" fmla="*/ 714218 h 759369"/>
                <a:gd name="connsiteX234" fmla="*/ 2279260 w 2912392"/>
                <a:gd name="connsiteY234" fmla="*/ 711779 h 759369"/>
                <a:gd name="connsiteX235" fmla="*/ 2289004 w 2912392"/>
                <a:gd name="connsiteY235" fmla="*/ 709308 h 759369"/>
                <a:gd name="connsiteX236" fmla="*/ 2298748 w 2912392"/>
                <a:gd name="connsiteY236" fmla="*/ 706803 h 759369"/>
                <a:gd name="connsiteX237" fmla="*/ 2308492 w 2912392"/>
                <a:gd name="connsiteY237" fmla="*/ 704267 h 759369"/>
                <a:gd name="connsiteX238" fmla="*/ 2318236 w 2912392"/>
                <a:gd name="connsiteY238" fmla="*/ 701702 h 759369"/>
                <a:gd name="connsiteX239" fmla="*/ 2327965 w 2912392"/>
                <a:gd name="connsiteY239" fmla="*/ 699108 h 759369"/>
                <a:gd name="connsiteX240" fmla="*/ 2337709 w 2912392"/>
                <a:gd name="connsiteY240" fmla="*/ 696486 h 759369"/>
                <a:gd name="connsiteX241" fmla="*/ 2347453 w 2912392"/>
                <a:gd name="connsiteY241" fmla="*/ 693835 h 759369"/>
                <a:gd name="connsiteX242" fmla="*/ 2357197 w 2912392"/>
                <a:gd name="connsiteY242" fmla="*/ 691156 h 759369"/>
                <a:gd name="connsiteX243" fmla="*/ 2366926 w 2912392"/>
                <a:gd name="connsiteY243" fmla="*/ 688451 h 759369"/>
                <a:gd name="connsiteX244" fmla="*/ 2376670 w 2912392"/>
                <a:gd name="connsiteY244" fmla="*/ 685718 h 759369"/>
                <a:gd name="connsiteX245" fmla="*/ 2386413 w 2912392"/>
                <a:gd name="connsiteY245" fmla="*/ 682957 h 759369"/>
                <a:gd name="connsiteX246" fmla="*/ 2396157 w 2912392"/>
                <a:gd name="connsiteY246" fmla="*/ 680168 h 759369"/>
                <a:gd name="connsiteX247" fmla="*/ 2405886 w 2912392"/>
                <a:gd name="connsiteY247" fmla="*/ 677349 h 759369"/>
                <a:gd name="connsiteX248" fmla="*/ 2415630 w 2912392"/>
                <a:gd name="connsiteY248" fmla="*/ 674502 h 759369"/>
                <a:gd name="connsiteX249" fmla="*/ 2425374 w 2912392"/>
                <a:gd name="connsiteY249" fmla="*/ 671625 h 759369"/>
                <a:gd name="connsiteX250" fmla="*/ 2435118 w 2912392"/>
                <a:gd name="connsiteY250" fmla="*/ 668715 h 759369"/>
                <a:gd name="connsiteX251" fmla="*/ 2444862 w 2912392"/>
                <a:gd name="connsiteY251" fmla="*/ 665773 h 759369"/>
                <a:gd name="connsiteX252" fmla="*/ 2454591 w 2912392"/>
                <a:gd name="connsiteY252" fmla="*/ 662798 h 759369"/>
                <a:gd name="connsiteX253" fmla="*/ 2464335 w 2912392"/>
                <a:gd name="connsiteY253" fmla="*/ 659785 h 759369"/>
                <a:gd name="connsiteX254" fmla="*/ 2474079 w 2912392"/>
                <a:gd name="connsiteY254" fmla="*/ 656735 h 759369"/>
                <a:gd name="connsiteX255" fmla="*/ 2483823 w 2912392"/>
                <a:gd name="connsiteY255" fmla="*/ 653647 h 759369"/>
                <a:gd name="connsiteX256" fmla="*/ 2493552 w 2912392"/>
                <a:gd name="connsiteY256" fmla="*/ 650516 h 759369"/>
                <a:gd name="connsiteX257" fmla="*/ 2503296 w 2912392"/>
                <a:gd name="connsiteY257" fmla="*/ 647343 h 759369"/>
                <a:gd name="connsiteX258" fmla="*/ 2513040 w 2912392"/>
                <a:gd name="connsiteY258" fmla="*/ 644125 h 759369"/>
                <a:gd name="connsiteX259" fmla="*/ 2522784 w 2912392"/>
                <a:gd name="connsiteY259" fmla="*/ 640859 h 759369"/>
                <a:gd name="connsiteX260" fmla="*/ 2532513 w 2912392"/>
                <a:gd name="connsiteY260" fmla="*/ 637544 h 759369"/>
                <a:gd name="connsiteX261" fmla="*/ 2542257 w 2912392"/>
                <a:gd name="connsiteY261" fmla="*/ 634175 h 759369"/>
                <a:gd name="connsiteX262" fmla="*/ 2552001 w 2912392"/>
                <a:gd name="connsiteY262" fmla="*/ 630753 h 759369"/>
                <a:gd name="connsiteX263" fmla="*/ 2561745 w 2912392"/>
                <a:gd name="connsiteY263" fmla="*/ 627274 h 759369"/>
                <a:gd name="connsiteX264" fmla="*/ 2571474 w 2912392"/>
                <a:gd name="connsiteY264" fmla="*/ 623737 h 759369"/>
                <a:gd name="connsiteX265" fmla="*/ 2581218 w 2912392"/>
                <a:gd name="connsiteY265" fmla="*/ 620137 h 759369"/>
                <a:gd name="connsiteX266" fmla="*/ 2590962 w 2912392"/>
                <a:gd name="connsiteY266" fmla="*/ 616474 h 759369"/>
                <a:gd name="connsiteX267" fmla="*/ 2600705 w 2912392"/>
                <a:gd name="connsiteY267" fmla="*/ 612745 h 759369"/>
                <a:gd name="connsiteX268" fmla="*/ 2610449 w 2912392"/>
                <a:gd name="connsiteY268" fmla="*/ 608948 h 759369"/>
                <a:gd name="connsiteX269" fmla="*/ 2620178 w 2912392"/>
                <a:gd name="connsiteY269" fmla="*/ 605080 h 759369"/>
                <a:gd name="connsiteX270" fmla="*/ 2629922 w 2912392"/>
                <a:gd name="connsiteY270" fmla="*/ 601140 h 759369"/>
                <a:gd name="connsiteX271" fmla="*/ 2639666 w 2912392"/>
                <a:gd name="connsiteY271" fmla="*/ 597126 h 759369"/>
                <a:gd name="connsiteX272" fmla="*/ 2649410 w 2912392"/>
                <a:gd name="connsiteY272" fmla="*/ 593036 h 759369"/>
                <a:gd name="connsiteX273" fmla="*/ 2659139 w 2912392"/>
                <a:gd name="connsiteY273" fmla="*/ 588867 h 759369"/>
                <a:gd name="connsiteX274" fmla="*/ 2668883 w 2912392"/>
                <a:gd name="connsiteY274" fmla="*/ 584621 h 759369"/>
                <a:gd name="connsiteX275" fmla="*/ 2678627 w 2912392"/>
                <a:gd name="connsiteY275" fmla="*/ 580294 h 759369"/>
                <a:gd name="connsiteX276" fmla="*/ 2688371 w 2912392"/>
                <a:gd name="connsiteY276" fmla="*/ 575886 h 759369"/>
                <a:gd name="connsiteX277" fmla="*/ 2698100 w 2912392"/>
                <a:gd name="connsiteY277" fmla="*/ 571395 h 759369"/>
                <a:gd name="connsiteX278" fmla="*/ 2707844 w 2912392"/>
                <a:gd name="connsiteY278" fmla="*/ 566824 h 759369"/>
                <a:gd name="connsiteX279" fmla="*/ 2717588 w 2912392"/>
                <a:gd name="connsiteY279" fmla="*/ 562168 h 759369"/>
                <a:gd name="connsiteX280" fmla="*/ 2727332 w 2912392"/>
                <a:gd name="connsiteY280" fmla="*/ 557430 h 759369"/>
                <a:gd name="connsiteX281" fmla="*/ 2737076 w 2912392"/>
                <a:gd name="connsiteY281" fmla="*/ 552611 h 759369"/>
                <a:gd name="connsiteX282" fmla="*/ 2746805 w 2912392"/>
                <a:gd name="connsiteY282" fmla="*/ 547710 h 759369"/>
                <a:gd name="connsiteX283" fmla="*/ 2756549 w 2912392"/>
                <a:gd name="connsiteY283" fmla="*/ 542728 h 759369"/>
                <a:gd name="connsiteX284" fmla="*/ 2766293 w 2912392"/>
                <a:gd name="connsiteY284" fmla="*/ 537667 h 759369"/>
                <a:gd name="connsiteX285" fmla="*/ 2776037 w 2912392"/>
                <a:gd name="connsiteY285" fmla="*/ 532528 h 759369"/>
                <a:gd name="connsiteX286" fmla="*/ 2785766 w 2912392"/>
                <a:gd name="connsiteY286" fmla="*/ 527314 h 759369"/>
                <a:gd name="connsiteX287" fmla="*/ 2795510 w 2912392"/>
                <a:gd name="connsiteY287" fmla="*/ 522026 h 759369"/>
                <a:gd name="connsiteX288" fmla="*/ 2805254 w 2912392"/>
                <a:gd name="connsiteY288" fmla="*/ 516668 h 759369"/>
                <a:gd name="connsiteX289" fmla="*/ 2814998 w 2912392"/>
                <a:gd name="connsiteY289" fmla="*/ 511244 h 759369"/>
                <a:gd name="connsiteX290" fmla="*/ 2824727 w 2912392"/>
                <a:gd name="connsiteY290" fmla="*/ 505755 h 759369"/>
                <a:gd name="connsiteX291" fmla="*/ 2834471 w 2912392"/>
                <a:gd name="connsiteY291" fmla="*/ 500205 h 759369"/>
                <a:gd name="connsiteX292" fmla="*/ 2844215 w 2912392"/>
                <a:gd name="connsiteY292" fmla="*/ 494600 h 759369"/>
                <a:gd name="connsiteX293" fmla="*/ 2853958 w 2912392"/>
                <a:gd name="connsiteY293" fmla="*/ 488944 h 759369"/>
                <a:gd name="connsiteX294" fmla="*/ 2863687 w 2912392"/>
                <a:gd name="connsiteY294" fmla="*/ 483242 h 759369"/>
                <a:gd name="connsiteX295" fmla="*/ 2873431 w 2912392"/>
                <a:gd name="connsiteY295" fmla="*/ 477499 h 759369"/>
                <a:gd name="connsiteX296" fmla="*/ 2883175 w 2912392"/>
                <a:gd name="connsiteY296" fmla="*/ 471721 h 759369"/>
                <a:gd name="connsiteX297" fmla="*/ 2892919 w 2912392"/>
                <a:gd name="connsiteY297" fmla="*/ 465914 h 759369"/>
                <a:gd name="connsiteX298" fmla="*/ 2902663 w 2912392"/>
                <a:gd name="connsiteY298" fmla="*/ 460082 h 759369"/>
                <a:gd name="connsiteX299" fmla="*/ 2912392 w 2912392"/>
                <a:gd name="connsiteY299" fmla="*/ 454236 h 759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59369">
                  <a:moveTo>
                    <a:pt x="0" y="76357"/>
                  </a:moveTo>
                  <a:lnTo>
                    <a:pt x="9739" y="72732"/>
                  </a:lnTo>
                  <a:lnTo>
                    <a:pt x="19480" y="69142"/>
                  </a:lnTo>
                  <a:lnTo>
                    <a:pt x="29221" y="65593"/>
                  </a:lnTo>
                  <a:lnTo>
                    <a:pt x="38961" y="62087"/>
                  </a:lnTo>
                  <a:lnTo>
                    <a:pt x="48702" y="58633"/>
                  </a:lnTo>
                  <a:lnTo>
                    <a:pt x="58443" y="55235"/>
                  </a:lnTo>
                  <a:lnTo>
                    <a:pt x="68182" y="51898"/>
                  </a:lnTo>
                  <a:lnTo>
                    <a:pt x="77923" y="48624"/>
                  </a:lnTo>
                  <a:lnTo>
                    <a:pt x="87664" y="45421"/>
                  </a:lnTo>
                  <a:lnTo>
                    <a:pt x="97404" y="42294"/>
                  </a:lnTo>
                  <a:lnTo>
                    <a:pt x="107145" y="39245"/>
                  </a:lnTo>
                  <a:lnTo>
                    <a:pt x="116886" y="36280"/>
                  </a:lnTo>
                  <a:lnTo>
                    <a:pt x="126625" y="33403"/>
                  </a:lnTo>
                  <a:lnTo>
                    <a:pt x="136366" y="30620"/>
                  </a:lnTo>
                  <a:lnTo>
                    <a:pt x="146107" y="27934"/>
                  </a:lnTo>
                  <a:lnTo>
                    <a:pt x="155846" y="25348"/>
                  </a:lnTo>
                  <a:lnTo>
                    <a:pt x="165587" y="22867"/>
                  </a:lnTo>
                  <a:lnTo>
                    <a:pt x="175328" y="20497"/>
                  </a:lnTo>
                  <a:lnTo>
                    <a:pt x="185068" y="18238"/>
                  </a:lnTo>
                  <a:lnTo>
                    <a:pt x="194809" y="16095"/>
                  </a:lnTo>
                  <a:lnTo>
                    <a:pt x="204550" y="14072"/>
                  </a:lnTo>
                  <a:lnTo>
                    <a:pt x="214289" y="12174"/>
                  </a:lnTo>
                  <a:lnTo>
                    <a:pt x="224030" y="10401"/>
                  </a:lnTo>
                  <a:lnTo>
                    <a:pt x="233771" y="8758"/>
                  </a:lnTo>
                  <a:lnTo>
                    <a:pt x="243510" y="7247"/>
                  </a:lnTo>
                  <a:lnTo>
                    <a:pt x="253251" y="5872"/>
                  </a:lnTo>
                  <a:lnTo>
                    <a:pt x="262992" y="4635"/>
                  </a:lnTo>
                  <a:lnTo>
                    <a:pt x="272732" y="3540"/>
                  </a:lnTo>
                  <a:lnTo>
                    <a:pt x="282473" y="2586"/>
                  </a:lnTo>
                  <a:lnTo>
                    <a:pt x="292214" y="1780"/>
                  </a:lnTo>
                  <a:lnTo>
                    <a:pt x="301953" y="1120"/>
                  </a:lnTo>
                  <a:lnTo>
                    <a:pt x="311694" y="611"/>
                  </a:lnTo>
                  <a:lnTo>
                    <a:pt x="321435" y="253"/>
                  </a:lnTo>
                  <a:lnTo>
                    <a:pt x="331175" y="49"/>
                  </a:lnTo>
                  <a:lnTo>
                    <a:pt x="340916" y="0"/>
                  </a:lnTo>
                  <a:lnTo>
                    <a:pt x="350656" y="107"/>
                  </a:lnTo>
                  <a:lnTo>
                    <a:pt x="360396" y="371"/>
                  </a:lnTo>
                  <a:lnTo>
                    <a:pt x="370137" y="796"/>
                  </a:lnTo>
                  <a:lnTo>
                    <a:pt x="379878" y="1380"/>
                  </a:lnTo>
                  <a:lnTo>
                    <a:pt x="389617" y="2125"/>
                  </a:lnTo>
                  <a:lnTo>
                    <a:pt x="399358" y="3030"/>
                  </a:lnTo>
                  <a:lnTo>
                    <a:pt x="409099" y="4100"/>
                  </a:lnTo>
                  <a:lnTo>
                    <a:pt x="418839" y="5331"/>
                  </a:lnTo>
                  <a:lnTo>
                    <a:pt x="428580" y="6725"/>
                  </a:lnTo>
                  <a:lnTo>
                    <a:pt x="438321" y="8282"/>
                  </a:lnTo>
                  <a:lnTo>
                    <a:pt x="448060" y="10003"/>
                  </a:lnTo>
                  <a:lnTo>
                    <a:pt x="457801" y="11886"/>
                  </a:lnTo>
                  <a:lnTo>
                    <a:pt x="467542" y="13931"/>
                  </a:lnTo>
                  <a:lnTo>
                    <a:pt x="477281" y="16139"/>
                  </a:lnTo>
                  <a:lnTo>
                    <a:pt x="487022" y="18506"/>
                  </a:lnTo>
                  <a:lnTo>
                    <a:pt x="496763" y="21034"/>
                  </a:lnTo>
                  <a:lnTo>
                    <a:pt x="506503" y="23722"/>
                  </a:lnTo>
                  <a:lnTo>
                    <a:pt x="516244" y="26568"/>
                  </a:lnTo>
                  <a:lnTo>
                    <a:pt x="525985" y="29569"/>
                  </a:lnTo>
                  <a:lnTo>
                    <a:pt x="535724" y="32726"/>
                  </a:lnTo>
                  <a:lnTo>
                    <a:pt x="545465" y="36036"/>
                  </a:lnTo>
                  <a:lnTo>
                    <a:pt x="555206" y="39497"/>
                  </a:lnTo>
                  <a:lnTo>
                    <a:pt x="564946" y="43107"/>
                  </a:lnTo>
                  <a:lnTo>
                    <a:pt x="574687" y="46865"/>
                  </a:lnTo>
                  <a:lnTo>
                    <a:pt x="584428" y="50767"/>
                  </a:lnTo>
                  <a:lnTo>
                    <a:pt x="594167" y="54810"/>
                  </a:lnTo>
                  <a:lnTo>
                    <a:pt x="603908" y="58994"/>
                  </a:lnTo>
                  <a:lnTo>
                    <a:pt x="613649" y="63313"/>
                  </a:lnTo>
                  <a:lnTo>
                    <a:pt x="623388" y="67767"/>
                  </a:lnTo>
                  <a:lnTo>
                    <a:pt x="633129" y="72349"/>
                  </a:lnTo>
                  <a:lnTo>
                    <a:pt x="642870" y="77059"/>
                  </a:lnTo>
                  <a:lnTo>
                    <a:pt x="652610" y="81891"/>
                  </a:lnTo>
                  <a:lnTo>
                    <a:pt x="662351" y="86843"/>
                  </a:lnTo>
                  <a:lnTo>
                    <a:pt x="672092" y="91912"/>
                  </a:lnTo>
                  <a:lnTo>
                    <a:pt x="681831" y="97091"/>
                  </a:lnTo>
                  <a:lnTo>
                    <a:pt x="691572" y="102378"/>
                  </a:lnTo>
                  <a:lnTo>
                    <a:pt x="701313" y="107769"/>
                  </a:lnTo>
                  <a:lnTo>
                    <a:pt x="711052" y="113259"/>
                  </a:lnTo>
                  <a:lnTo>
                    <a:pt x="720793" y="118845"/>
                  </a:lnTo>
                  <a:lnTo>
                    <a:pt x="730534" y="124521"/>
                  </a:lnTo>
                  <a:lnTo>
                    <a:pt x="740274" y="130284"/>
                  </a:lnTo>
                  <a:lnTo>
                    <a:pt x="750015" y="136129"/>
                  </a:lnTo>
                  <a:lnTo>
                    <a:pt x="759756" y="142050"/>
                  </a:lnTo>
                  <a:lnTo>
                    <a:pt x="769495" y="148045"/>
                  </a:lnTo>
                  <a:lnTo>
                    <a:pt x="779236" y="154108"/>
                  </a:lnTo>
                  <a:lnTo>
                    <a:pt x="788977" y="160233"/>
                  </a:lnTo>
                  <a:lnTo>
                    <a:pt x="798717" y="166417"/>
                  </a:lnTo>
                  <a:lnTo>
                    <a:pt x="808458" y="172655"/>
                  </a:lnTo>
                  <a:lnTo>
                    <a:pt x="818199" y="178944"/>
                  </a:lnTo>
                  <a:lnTo>
                    <a:pt x="827938" y="185278"/>
                  </a:lnTo>
                  <a:lnTo>
                    <a:pt x="837679" y="191652"/>
                  </a:lnTo>
                  <a:lnTo>
                    <a:pt x="847420" y="198063"/>
                  </a:lnTo>
                  <a:lnTo>
                    <a:pt x="857159" y="204503"/>
                  </a:lnTo>
                  <a:lnTo>
                    <a:pt x="866900" y="210974"/>
                  </a:lnTo>
                  <a:lnTo>
                    <a:pt x="876641" y="217467"/>
                  </a:lnTo>
                  <a:lnTo>
                    <a:pt x="886381" y="223979"/>
                  </a:lnTo>
                  <a:lnTo>
                    <a:pt x="896122" y="230508"/>
                  </a:lnTo>
                  <a:lnTo>
                    <a:pt x="905863" y="237047"/>
                  </a:lnTo>
                  <a:lnTo>
                    <a:pt x="915602" y="243595"/>
                  </a:lnTo>
                  <a:lnTo>
                    <a:pt x="925343" y="250149"/>
                  </a:lnTo>
                  <a:lnTo>
                    <a:pt x="935084" y="256703"/>
                  </a:lnTo>
                  <a:lnTo>
                    <a:pt x="944824" y="263256"/>
                  </a:lnTo>
                  <a:lnTo>
                    <a:pt x="954564" y="269806"/>
                  </a:lnTo>
                  <a:lnTo>
                    <a:pt x="964305" y="276346"/>
                  </a:lnTo>
                  <a:lnTo>
                    <a:pt x="974045" y="282877"/>
                  </a:lnTo>
                  <a:lnTo>
                    <a:pt x="983786" y="289396"/>
                  </a:lnTo>
                  <a:lnTo>
                    <a:pt x="993522" y="295901"/>
                  </a:lnTo>
                  <a:lnTo>
                    <a:pt x="1003266" y="302390"/>
                  </a:lnTo>
                  <a:lnTo>
                    <a:pt x="1013010" y="308859"/>
                  </a:lnTo>
                  <a:lnTo>
                    <a:pt x="1022754" y="315310"/>
                  </a:lnTo>
                  <a:lnTo>
                    <a:pt x="1032483" y="321739"/>
                  </a:lnTo>
                  <a:lnTo>
                    <a:pt x="1042227" y="328147"/>
                  </a:lnTo>
                  <a:lnTo>
                    <a:pt x="1051971" y="334531"/>
                  </a:lnTo>
                  <a:lnTo>
                    <a:pt x="1061715" y="340892"/>
                  </a:lnTo>
                  <a:lnTo>
                    <a:pt x="1071444" y="347228"/>
                  </a:lnTo>
                  <a:lnTo>
                    <a:pt x="1081188" y="353539"/>
                  </a:lnTo>
                  <a:lnTo>
                    <a:pt x="1090932" y="359827"/>
                  </a:lnTo>
                  <a:lnTo>
                    <a:pt x="1100676" y="366087"/>
                  </a:lnTo>
                  <a:lnTo>
                    <a:pt x="1110405" y="372324"/>
                  </a:lnTo>
                  <a:lnTo>
                    <a:pt x="1120149" y="378535"/>
                  </a:lnTo>
                  <a:lnTo>
                    <a:pt x="1129893" y="384723"/>
                  </a:lnTo>
                  <a:lnTo>
                    <a:pt x="1139637" y="390887"/>
                  </a:lnTo>
                  <a:lnTo>
                    <a:pt x="1149381" y="397027"/>
                  </a:lnTo>
                  <a:lnTo>
                    <a:pt x="1159110" y="403144"/>
                  </a:lnTo>
                  <a:lnTo>
                    <a:pt x="1168854" y="409241"/>
                  </a:lnTo>
                  <a:lnTo>
                    <a:pt x="1178598" y="415315"/>
                  </a:lnTo>
                  <a:lnTo>
                    <a:pt x="1188341" y="421370"/>
                  </a:lnTo>
                  <a:lnTo>
                    <a:pt x="1198070" y="427407"/>
                  </a:lnTo>
                  <a:lnTo>
                    <a:pt x="1207814" y="433425"/>
                  </a:lnTo>
                  <a:lnTo>
                    <a:pt x="1217558" y="439426"/>
                  </a:lnTo>
                  <a:lnTo>
                    <a:pt x="1227302" y="445411"/>
                  </a:lnTo>
                  <a:lnTo>
                    <a:pt x="1237031" y="451383"/>
                  </a:lnTo>
                  <a:lnTo>
                    <a:pt x="1246775" y="457338"/>
                  </a:lnTo>
                  <a:lnTo>
                    <a:pt x="1256519" y="463281"/>
                  </a:lnTo>
                  <a:lnTo>
                    <a:pt x="1266263" y="469212"/>
                  </a:lnTo>
                  <a:lnTo>
                    <a:pt x="1276007" y="475132"/>
                  </a:lnTo>
                  <a:lnTo>
                    <a:pt x="1285736" y="481039"/>
                  </a:lnTo>
                  <a:lnTo>
                    <a:pt x="1295480" y="486937"/>
                  </a:lnTo>
                  <a:lnTo>
                    <a:pt x="1305224" y="492826"/>
                  </a:lnTo>
                  <a:lnTo>
                    <a:pt x="1314968" y="498703"/>
                  </a:lnTo>
                  <a:lnTo>
                    <a:pt x="1324697" y="504572"/>
                  </a:lnTo>
                  <a:lnTo>
                    <a:pt x="1334441" y="510430"/>
                  </a:lnTo>
                  <a:lnTo>
                    <a:pt x="1344185" y="516279"/>
                  </a:lnTo>
                  <a:lnTo>
                    <a:pt x="1353929" y="522118"/>
                  </a:lnTo>
                  <a:lnTo>
                    <a:pt x="1363658" y="527947"/>
                  </a:lnTo>
                  <a:lnTo>
                    <a:pt x="1373402" y="533765"/>
                  </a:lnTo>
                  <a:lnTo>
                    <a:pt x="1383146" y="539570"/>
                  </a:lnTo>
                  <a:lnTo>
                    <a:pt x="1392890" y="545361"/>
                  </a:lnTo>
                  <a:lnTo>
                    <a:pt x="1402619" y="551139"/>
                  </a:lnTo>
                  <a:lnTo>
                    <a:pt x="1412363" y="556900"/>
                  </a:lnTo>
                  <a:lnTo>
                    <a:pt x="1422106" y="562644"/>
                  </a:lnTo>
                  <a:lnTo>
                    <a:pt x="1431850" y="568366"/>
                  </a:lnTo>
                  <a:lnTo>
                    <a:pt x="1441594" y="574068"/>
                  </a:lnTo>
                  <a:lnTo>
                    <a:pt x="1451323" y="579746"/>
                  </a:lnTo>
                  <a:lnTo>
                    <a:pt x="1461067" y="585397"/>
                  </a:lnTo>
                  <a:lnTo>
                    <a:pt x="1470811" y="591019"/>
                  </a:lnTo>
                  <a:lnTo>
                    <a:pt x="1480555" y="596609"/>
                  </a:lnTo>
                  <a:lnTo>
                    <a:pt x="1490284" y="602165"/>
                  </a:lnTo>
                  <a:lnTo>
                    <a:pt x="1500028" y="607682"/>
                  </a:lnTo>
                  <a:lnTo>
                    <a:pt x="1509772" y="613156"/>
                  </a:lnTo>
                  <a:lnTo>
                    <a:pt x="1519516" y="618586"/>
                  </a:lnTo>
                  <a:lnTo>
                    <a:pt x="1529245" y="623968"/>
                  </a:lnTo>
                  <a:lnTo>
                    <a:pt x="1538989" y="629297"/>
                  </a:lnTo>
                  <a:lnTo>
                    <a:pt x="1548733" y="634570"/>
                  </a:lnTo>
                  <a:lnTo>
                    <a:pt x="1558477" y="639783"/>
                  </a:lnTo>
                  <a:lnTo>
                    <a:pt x="1568221" y="644932"/>
                  </a:lnTo>
                  <a:lnTo>
                    <a:pt x="1577950" y="650013"/>
                  </a:lnTo>
                  <a:lnTo>
                    <a:pt x="1587694" y="655022"/>
                  </a:lnTo>
                  <a:lnTo>
                    <a:pt x="1597438" y="659953"/>
                  </a:lnTo>
                  <a:lnTo>
                    <a:pt x="1607182" y="664804"/>
                  </a:lnTo>
                  <a:lnTo>
                    <a:pt x="1616911" y="669572"/>
                  </a:lnTo>
                  <a:lnTo>
                    <a:pt x="1626655" y="674250"/>
                  </a:lnTo>
                  <a:lnTo>
                    <a:pt x="1636399" y="678835"/>
                  </a:lnTo>
                  <a:lnTo>
                    <a:pt x="1646142" y="683324"/>
                  </a:lnTo>
                  <a:lnTo>
                    <a:pt x="1655872" y="687712"/>
                  </a:lnTo>
                  <a:lnTo>
                    <a:pt x="1665616" y="691994"/>
                  </a:lnTo>
                  <a:lnTo>
                    <a:pt x="1675359" y="696168"/>
                  </a:lnTo>
                  <a:lnTo>
                    <a:pt x="1685103" y="700230"/>
                  </a:lnTo>
                  <a:lnTo>
                    <a:pt x="1694832" y="704177"/>
                  </a:lnTo>
                  <a:lnTo>
                    <a:pt x="1704576" y="708004"/>
                  </a:lnTo>
                  <a:lnTo>
                    <a:pt x="1714320" y="711708"/>
                  </a:lnTo>
                  <a:lnTo>
                    <a:pt x="1724064" y="715288"/>
                  </a:lnTo>
                  <a:lnTo>
                    <a:pt x="1733808" y="718739"/>
                  </a:lnTo>
                  <a:lnTo>
                    <a:pt x="1743537" y="722058"/>
                  </a:lnTo>
                  <a:lnTo>
                    <a:pt x="1753281" y="725244"/>
                  </a:lnTo>
                  <a:lnTo>
                    <a:pt x="1763025" y="728295"/>
                  </a:lnTo>
                  <a:lnTo>
                    <a:pt x="1772769" y="731206"/>
                  </a:lnTo>
                  <a:lnTo>
                    <a:pt x="1782498" y="733979"/>
                  </a:lnTo>
                  <a:lnTo>
                    <a:pt x="1792242" y="736610"/>
                  </a:lnTo>
                  <a:lnTo>
                    <a:pt x="1801986" y="739098"/>
                  </a:lnTo>
                  <a:lnTo>
                    <a:pt x="1811730" y="741442"/>
                  </a:lnTo>
                  <a:lnTo>
                    <a:pt x="1821459" y="743642"/>
                  </a:lnTo>
                  <a:lnTo>
                    <a:pt x="1831203" y="745696"/>
                  </a:lnTo>
                  <a:lnTo>
                    <a:pt x="1840947" y="747604"/>
                  </a:lnTo>
                  <a:lnTo>
                    <a:pt x="1850691" y="749365"/>
                  </a:lnTo>
                  <a:lnTo>
                    <a:pt x="1860435" y="750980"/>
                  </a:lnTo>
                  <a:lnTo>
                    <a:pt x="1870164" y="752451"/>
                  </a:lnTo>
                  <a:lnTo>
                    <a:pt x="1879908" y="753775"/>
                  </a:lnTo>
                  <a:lnTo>
                    <a:pt x="1889652" y="754955"/>
                  </a:lnTo>
                  <a:lnTo>
                    <a:pt x="1899395" y="755994"/>
                  </a:lnTo>
                  <a:lnTo>
                    <a:pt x="1909124" y="756888"/>
                  </a:lnTo>
                  <a:lnTo>
                    <a:pt x="1918868" y="757643"/>
                  </a:lnTo>
                  <a:lnTo>
                    <a:pt x="1928612" y="758258"/>
                  </a:lnTo>
                  <a:lnTo>
                    <a:pt x="1938356" y="758737"/>
                  </a:lnTo>
                  <a:lnTo>
                    <a:pt x="1948085" y="759079"/>
                  </a:lnTo>
                  <a:lnTo>
                    <a:pt x="1957829" y="759289"/>
                  </a:lnTo>
                  <a:lnTo>
                    <a:pt x="1967573" y="759370"/>
                  </a:lnTo>
                  <a:lnTo>
                    <a:pt x="1977317" y="759321"/>
                  </a:lnTo>
                  <a:lnTo>
                    <a:pt x="1987046" y="759148"/>
                  </a:lnTo>
                  <a:lnTo>
                    <a:pt x="1996790" y="758853"/>
                  </a:lnTo>
                  <a:lnTo>
                    <a:pt x="2006534" y="758437"/>
                  </a:lnTo>
                  <a:lnTo>
                    <a:pt x="2016278" y="757907"/>
                  </a:lnTo>
                  <a:lnTo>
                    <a:pt x="2026022" y="757262"/>
                  </a:lnTo>
                  <a:lnTo>
                    <a:pt x="2035751" y="756508"/>
                  </a:lnTo>
                  <a:lnTo>
                    <a:pt x="2045495" y="755647"/>
                  </a:lnTo>
                  <a:lnTo>
                    <a:pt x="2055239" y="754683"/>
                  </a:lnTo>
                  <a:lnTo>
                    <a:pt x="2064983" y="753620"/>
                  </a:lnTo>
                  <a:lnTo>
                    <a:pt x="2074712" y="752460"/>
                  </a:lnTo>
                  <a:lnTo>
                    <a:pt x="2084456" y="751207"/>
                  </a:lnTo>
                  <a:lnTo>
                    <a:pt x="2094200" y="749866"/>
                  </a:lnTo>
                  <a:lnTo>
                    <a:pt x="2103944" y="748438"/>
                  </a:lnTo>
                  <a:lnTo>
                    <a:pt x="2113673" y="746928"/>
                  </a:lnTo>
                  <a:lnTo>
                    <a:pt x="2123417" y="745339"/>
                  </a:lnTo>
                  <a:lnTo>
                    <a:pt x="2133161" y="743677"/>
                  </a:lnTo>
                  <a:lnTo>
                    <a:pt x="2142905" y="741941"/>
                  </a:lnTo>
                  <a:lnTo>
                    <a:pt x="2152649" y="740137"/>
                  </a:lnTo>
                  <a:lnTo>
                    <a:pt x="2162377" y="738267"/>
                  </a:lnTo>
                  <a:lnTo>
                    <a:pt x="2172121" y="736334"/>
                  </a:lnTo>
                  <a:lnTo>
                    <a:pt x="2181865" y="734344"/>
                  </a:lnTo>
                  <a:lnTo>
                    <a:pt x="2191609" y="732297"/>
                  </a:lnTo>
                  <a:lnTo>
                    <a:pt x="2201338" y="730196"/>
                  </a:lnTo>
                  <a:lnTo>
                    <a:pt x="2211082" y="728046"/>
                  </a:lnTo>
                  <a:lnTo>
                    <a:pt x="2220826" y="725847"/>
                  </a:lnTo>
                  <a:lnTo>
                    <a:pt x="2230570" y="723603"/>
                  </a:lnTo>
                  <a:lnTo>
                    <a:pt x="2240299" y="721316"/>
                  </a:lnTo>
                  <a:lnTo>
                    <a:pt x="2250043" y="718988"/>
                  </a:lnTo>
                  <a:lnTo>
                    <a:pt x="2259787" y="716622"/>
                  </a:lnTo>
                  <a:lnTo>
                    <a:pt x="2269531" y="714218"/>
                  </a:lnTo>
                  <a:lnTo>
                    <a:pt x="2279260" y="711779"/>
                  </a:lnTo>
                  <a:lnTo>
                    <a:pt x="2289004" y="709308"/>
                  </a:lnTo>
                  <a:lnTo>
                    <a:pt x="2298748" y="706803"/>
                  </a:lnTo>
                  <a:lnTo>
                    <a:pt x="2308492" y="704267"/>
                  </a:lnTo>
                  <a:lnTo>
                    <a:pt x="2318236" y="701702"/>
                  </a:lnTo>
                  <a:lnTo>
                    <a:pt x="2327965" y="699108"/>
                  </a:lnTo>
                  <a:lnTo>
                    <a:pt x="2337709" y="696486"/>
                  </a:lnTo>
                  <a:lnTo>
                    <a:pt x="2347453" y="693835"/>
                  </a:lnTo>
                  <a:lnTo>
                    <a:pt x="2357197" y="691156"/>
                  </a:lnTo>
                  <a:lnTo>
                    <a:pt x="2366926" y="688451"/>
                  </a:lnTo>
                  <a:lnTo>
                    <a:pt x="2376670" y="685718"/>
                  </a:lnTo>
                  <a:lnTo>
                    <a:pt x="2386413" y="682957"/>
                  </a:lnTo>
                  <a:lnTo>
                    <a:pt x="2396157" y="680168"/>
                  </a:lnTo>
                  <a:lnTo>
                    <a:pt x="2405886" y="677349"/>
                  </a:lnTo>
                  <a:lnTo>
                    <a:pt x="2415630" y="674502"/>
                  </a:lnTo>
                  <a:lnTo>
                    <a:pt x="2425374" y="671625"/>
                  </a:lnTo>
                  <a:lnTo>
                    <a:pt x="2435118" y="668715"/>
                  </a:lnTo>
                  <a:lnTo>
                    <a:pt x="2444862" y="665773"/>
                  </a:lnTo>
                  <a:lnTo>
                    <a:pt x="2454591" y="662798"/>
                  </a:lnTo>
                  <a:lnTo>
                    <a:pt x="2464335" y="659785"/>
                  </a:lnTo>
                  <a:lnTo>
                    <a:pt x="2474079" y="656735"/>
                  </a:lnTo>
                  <a:lnTo>
                    <a:pt x="2483823" y="653647"/>
                  </a:lnTo>
                  <a:lnTo>
                    <a:pt x="2493552" y="650516"/>
                  </a:lnTo>
                  <a:lnTo>
                    <a:pt x="2503296" y="647343"/>
                  </a:lnTo>
                  <a:lnTo>
                    <a:pt x="2513040" y="644125"/>
                  </a:lnTo>
                  <a:lnTo>
                    <a:pt x="2522784" y="640859"/>
                  </a:lnTo>
                  <a:lnTo>
                    <a:pt x="2532513" y="637544"/>
                  </a:lnTo>
                  <a:lnTo>
                    <a:pt x="2542257" y="634175"/>
                  </a:lnTo>
                  <a:lnTo>
                    <a:pt x="2552001" y="630753"/>
                  </a:lnTo>
                  <a:lnTo>
                    <a:pt x="2561745" y="627274"/>
                  </a:lnTo>
                  <a:lnTo>
                    <a:pt x="2571474" y="623737"/>
                  </a:lnTo>
                  <a:lnTo>
                    <a:pt x="2581218" y="620137"/>
                  </a:lnTo>
                  <a:lnTo>
                    <a:pt x="2590962" y="616474"/>
                  </a:lnTo>
                  <a:lnTo>
                    <a:pt x="2600705" y="612745"/>
                  </a:lnTo>
                  <a:lnTo>
                    <a:pt x="2610449" y="608948"/>
                  </a:lnTo>
                  <a:lnTo>
                    <a:pt x="2620178" y="605080"/>
                  </a:lnTo>
                  <a:lnTo>
                    <a:pt x="2629922" y="601140"/>
                  </a:lnTo>
                  <a:lnTo>
                    <a:pt x="2639666" y="597126"/>
                  </a:lnTo>
                  <a:lnTo>
                    <a:pt x="2649410" y="593036"/>
                  </a:lnTo>
                  <a:lnTo>
                    <a:pt x="2659139" y="588867"/>
                  </a:lnTo>
                  <a:lnTo>
                    <a:pt x="2668883" y="584621"/>
                  </a:lnTo>
                  <a:lnTo>
                    <a:pt x="2678627" y="580294"/>
                  </a:lnTo>
                  <a:lnTo>
                    <a:pt x="2688371" y="575886"/>
                  </a:lnTo>
                  <a:lnTo>
                    <a:pt x="2698100" y="571395"/>
                  </a:lnTo>
                  <a:lnTo>
                    <a:pt x="2707844" y="566824"/>
                  </a:lnTo>
                  <a:lnTo>
                    <a:pt x="2717588" y="562168"/>
                  </a:lnTo>
                  <a:lnTo>
                    <a:pt x="2727332" y="557430"/>
                  </a:lnTo>
                  <a:lnTo>
                    <a:pt x="2737076" y="552611"/>
                  </a:lnTo>
                  <a:lnTo>
                    <a:pt x="2746805" y="547710"/>
                  </a:lnTo>
                  <a:lnTo>
                    <a:pt x="2756549" y="542728"/>
                  </a:lnTo>
                  <a:lnTo>
                    <a:pt x="2766293" y="537667"/>
                  </a:lnTo>
                  <a:lnTo>
                    <a:pt x="2776037" y="532528"/>
                  </a:lnTo>
                  <a:lnTo>
                    <a:pt x="2785766" y="527314"/>
                  </a:lnTo>
                  <a:lnTo>
                    <a:pt x="2795510" y="522026"/>
                  </a:lnTo>
                  <a:lnTo>
                    <a:pt x="2805254" y="516668"/>
                  </a:lnTo>
                  <a:lnTo>
                    <a:pt x="2814998" y="511244"/>
                  </a:lnTo>
                  <a:lnTo>
                    <a:pt x="2824727" y="505755"/>
                  </a:lnTo>
                  <a:lnTo>
                    <a:pt x="2834471" y="500205"/>
                  </a:lnTo>
                  <a:lnTo>
                    <a:pt x="2844215" y="494600"/>
                  </a:lnTo>
                  <a:lnTo>
                    <a:pt x="2853958" y="488944"/>
                  </a:lnTo>
                  <a:lnTo>
                    <a:pt x="2863687" y="483242"/>
                  </a:lnTo>
                  <a:lnTo>
                    <a:pt x="2873431" y="477499"/>
                  </a:lnTo>
                  <a:lnTo>
                    <a:pt x="2883175" y="471721"/>
                  </a:lnTo>
                  <a:lnTo>
                    <a:pt x="2892919" y="465914"/>
                  </a:lnTo>
                  <a:lnTo>
                    <a:pt x="2902663" y="460082"/>
                  </a:lnTo>
                  <a:lnTo>
                    <a:pt x="2912392" y="45423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8" name="Freeform 767">
              <a:extLst>
                <a:ext uri="{FF2B5EF4-FFF2-40B4-BE49-F238E27FC236}">
                  <a16:creationId xmlns:a16="http://schemas.microsoft.com/office/drawing/2014/main" id="{42D8A3E2-5687-5FA0-8586-82F85D9CC90A}"/>
                </a:ext>
              </a:extLst>
            </p:cNvPr>
            <p:cNvSpPr/>
            <p:nvPr/>
          </p:nvSpPr>
          <p:spPr>
            <a:xfrm>
              <a:off x="576446" y="3173765"/>
              <a:ext cx="2912392" cy="454115"/>
            </a:xfrm>
            <a:custGeom>
              <a:avLst/>
              <a:gdLst>
                <a:gd name="connsiteX0" fmla="*/ 0 w 2912392"/>
                <a:gd name="connsiteY0" fmla="*/ 324845 h 454115"/>
                <a:gd name="connsiteX1" fmla="*/ 9739 w 2912392"/>
                <a:gd name="connsiteY1" fmla="*/ 330118 h 454115"/>
                <a:gd name="connsiteX2" fmla="*/ 19480 w 2912392"/>
                <a:gd name="connsiteY2" fmla="*/ 335325 h 454115"/>
                <a:gd name="connsiteX3" fmla="*/ 29221 w 2912392"/>
                <a:gd name="connsiteY3" fmla="*/ 340460 h 454115"/>
                <a:gd name="connsiteX4" fmla="*/ 38961 w 2912392"/>
                <a:gd name="connsiteY4" fmla="*/ 345516 h 454115"/>
                <a:gd name="connsiteX5" fmla="*/ 48702 w 2912392"/>
                <a:gd name="connsiteY5" fmla="*/ 350488 h 454115"/>
                <a:gd name="connsiteX6" fmla="*/ 58443 w 2912392"/>
                <a:gd name="connsiteY6" fmla="*/ 355369 h 454115"/>
                <a:gd name="connsiteX7" fmla="*/ 68182 w 2912392"/>
                <a:gd name="connsiteY7" fmla="*/ 360155 h 454115"/>
                <a:gd name="connsiteX8" fmla="*/ 77923 w 2912392"/>
                <a:gd name="connsiteY8" fmla="*/ 364837 h 454115"/>
                <a:gd name="connsiteX9" fmla="*/ 87664 w 2912392"/>
                <a:gd name="connsiteY9" fmla="*/ 369413 h 454115"/>
                <a:gd name="connsiteX10" fmla="*/ 97404 w 2912392"/>
                <a:gd name="connsiteY10" fmla="*/ 373877 h 454115"/>
                <a:gd name="connsiteX11" fmla="*/ 107145 w 2912392"/>
                <a:gd name="connsiteY11" fmla="*/ 378221 h 454115"/>
                <a:gd name="connsiteX12" fmla="*/ 116886 w 2912392"/>
                <a:gd name="connsiteY12" fmla="*/ 382443 h 454115"/>
                <a:gd name="connsiteX13" fmla="*/ 126625 w 2912392"/>
                <a:gd name="connsiteY13" fmla="*/ 386538 h 454115"/>
                <a:gd name="connsiteX14" fmla="*/ 136366 w 2912392"/>
                <a:gd name="connsiteY14" fmla="*/ 390501 h 454115"/>
                <a:gd name="connsiteX15" fmla="*/ 146107 w 2912392"/>
                <a:gd name="connsiteY15" fmla="*/ 394327 h 454115"/>
                <a:gd name="connsiteX16" fmla="*/ 155846 w 2912392"/>
                <a:gd name="connsiteY16" fmla="*/ 398011 h 454115"/>
                <a:gd name="connsiteX17" fmla="*/ 165587 w 2912392"/>
                <a:gd name="connsiteY17" fmla="*/ 401551 h 454115"/>
                <a:gd name="connsiteX18" fmla="*/ 175328 w 2912392"/>
                <a:gd name="connsiteY18" fmla="*/ 404941 h 454115"/>
                <a:gd name="connsiteX19" fmla="*/ 185068 w 2912392"/>
                <a:gd name="connsiteY19" fmla="*/ 408177 h 454115"/>
                <a:gd name="connsiteX20" fmla="*/ 194809 w 2912392"/>
                <a:gd name="connsiteY20" fmla="*/ 411257 h 454115"/>
                <a:gd name="connsiteX21" fmla="*/ 204550 w 2912392"/>
                <a:gd name="connsiteY21" fmla="*/ 414175 h 454115"/>
                <a:gd name="connsiteX22" fmla="*/ 214289 w 2912392"/>
                <a:gd name="connsiteY22" fmla="*/ 416930 h 454115"/>
                <a:gd name="connsiteX23" fmla="*/ 224030 w 2912392"/>
                <a:gd name="connsiteY23" fmla="*/ 419518 h 454115"/>
                <a:gd name="connsiteX24" fmla="*/ 233771 w 2912392"/>
                <a:gd name="connsiteY24" fmla="*/ 421933 h 454115"/>
                <a:gd name="connsiteX25" fmla="*/ 243510 w 2912392"/>
                <a:gd name="connsiteY25" fmla="*/ 424175 h 454115"/>
                <a:gd name="connsiteX26" fmla="*/ 253251 w 2912392"/>
                <a:gd name="connsiteY26" fmla="*/ 426240 h 454115"/>
                <a:gd name="connsiteX27" fmla="*/ 262992 w 2912392"/>
                <a:gd name="connsiteY27" fmla="*/ 428127 h 454115"/>
                <a:gd name="connsiteX28" fmla="*/ 272732 w 2912392"/>
                <a:gd name="connsiteY28" fmla="*/ 429830 h 454115"/>
                <a:gd name="connsiteX29" fmla="*/ 282473 w 2912392"/>
                <a:gd name="connsiteY29" fmla="*/ 431349 h 454115"/>
                <a:gd name="connsiteX30" fmla="*/ 292214 w 2912392"/>
                <a:gd name="connsiteY30" fmla="*/ 432681 h 454115"/>
                <a:gd name="connsiteX31" fmla="*/ 301953 w 2912392"/>
                <a:gd name="connsiteY31" fmla="*/ 433826 h 454115"/>
                <a:gd name="connsiteX32" fmla="*/ 311694 w 2912392"/>
                <a:gd name="connsiteY32" fmla="*/ 434778 h 454115"/>
                <a:gd name="connsiteX33" fmla="*/ 321435 w 2912392"/>
                <a:gd name="connsiteY33" fmla="*/ 435539 h 454115"/>
                <a:gd name="connsiteX34" fmla="*/ 331175 w 2912392"/>
                <a:gd name="connsiteY34" fmla="*/ 436105 h 454115"/>
                <a:gd name="connsiteX35" fmla="*/ 340916 w 2912392"/>
                <a:gd name="connsiteY35" fmla="*/ 436476 h 454115"/>
                <a:gd name="connsiteX36" fmla="*/ 350656 w 2912392"/>
                <a:gd name="connsiteY36" fmla="*/ 436652 h 454115"/>
                <a:gd name="connsiteX37" fmla="*/ 360396 w 2912392"/>
                <a:gd name="connsiteY37" fmla="*/ 436630 h 454115"/>
                <a:gd name="connsiteX38" fmla="*/ 370137 w 2912392"/>
                <a:gd name="connsiteY38" fmla="*/ 436411 h 454115"/>
                <a:gd name="connsiteX39" fmla="*/ 379878 w 2912392"/>
                <a:gd name="connsiteY39" fmla="*/ 435993 h 454115"/>
                <a:gd name="connsiteX40" fmla="*/ 389617 w 2912392"/>
                <a:gd name="connsiteY40" fmla="*/ 435377 h 454115"/>
                <a:gd name="connsiteX41" fmla="*/ 399358 w 2912392"/>
                <a:gd name="connsiteY41" fmla="*/ 434563 h 454115"/>
                <a:gd name="connsiteX42" fmla="*/ 409099 w 2912392"/>
                <a:gd name="connsiteY42" fmla="*/ 433551 h 454115"/>
                <a:gd name="connsiteX43" fmla="*/ 418839 w 2912392"/>
                <a:gd name="connsiteY43" fmla="*/ 432343 h 454115"/>
                <a:gd name="connsiteX44" fmla="*/ 428580 w 2912392"/>
                <a:gd name="connsiteY44" fmla="*/ 430938 h 454115"/>
                <a:gd name="connsiteX45" fmla="*/ 438321 w 2912392"/>
                <a:gd name="connsiteY45" fmla="*/ 429338 h 454115"/>
                <a:gd name="connsiteX46" fmla="*/ 448060 w 2912392"/>
                <a:gd name="connsiteY46" fmla="*/ 427546 h 454115"/>
                <a:gd name="connsiteX47" fmla="*/ 457801 w 2912392"/>
                <a:gd name="connsiteY47" fmla="*/ 425561 h 454115"/>
                <a:gd name="connsiteX48" fmla="*/ 467542 w 2912392"/>
                <a:gd name="connsiteY48" fmla="*/ 423386 h 454115"/>
                <a:gd name="connsiteX49" fmla="*/ 477281 w 2912392"/>
                <a:gd name="connsiteY49" fmla="*/ 421026 h 454115"/>
                <a:gd name="connsiteX50" fmla="*/ 487022 w 2912392"/>
                <a:gd name="connsiteY50" fmla="*/ 418481 h 454115"/>
                <a:gd name="connsiteX51" fmla="*/ 496763 w 2912392"/>
                <a:gd name="connsiteY51" fmla="*/ 415755 h 454115"/>
                <a:gd name="connsiteX52" fmla="*/ 506503 w 2912392"/>
                <a:gd name="connsiteY52" fmla="*/ 412851 h 454115"/>
                <a:gd name="connsiteX53" fmla="*/ 516244 w 2912392"/>
                <a:gd name="connsiteY53" fmla="*/ 409774 h 454115"/>
                <a:gd name="connsiteX54" fmla="*/ 525985 w 2912392"/>
                <a:gd name="connsiteY54" fmla="*/ 406528 h 454115"/>
                <a:gd name="connsiteX55" fmla="*/ 535724 w 2912392"/>
                <a:gd name="connsiteY55" fmla="*/ 403116 h 454115"/>
                <a:gd name="connsiteX56" fmla="*/ 545465 w 2912392"/>
                <a:gd name="connsiteY56" fmla="*/ 399543 h 454115"/>
                <a:gd name="connsiteX57" fmla="*/ 555206 w 2912392"/>
                <a:gd name="connsiteY57" fmla="*/ 395817 h 454115"/>
                <a:gd name="connsiteX58" fmla="*/ 564946 w 2912392"/>
                <a:gd name="connsiteY58" fmla="*/ 391940 h 454115"/>
                <a:gd name="connsiteX59" fmla="*/ 574687 w 2912392"/>
                <a:gd name="connsiteY59" fmla="*/ 387922 h 454115"/>
                <a:gd name="connsiteX60" fmla="*/ 584428 w 2912392"/>
                <a:gd name="connsiteY60" fmla="*/ 383765 h 454115"/>
                <a:gd name="connsiteX61" fmla="*/ 594167 w 2912392"/>
                <a:gd name="connsiteY61" fmla="*/ 379479 h 454115"/>
                <a:gd name="connsiteX62" fmla="*/ 603908 w 2912392"/>
                <a:gd name="connsiteY62" fmla="*/ 375069 h 454115"/>
                <a:gd name="connsiteX63" fmla="*/ 613649 w 2912392"/>
                <a:gd name="connsiteY63" fmla="*/ 370542 h 454115"/>
                <a:gd name="connsiteX64" fmla="*/ 623388 w 2912392"/>
                <a:gd name="connsiteY64" fmla="*/ 365907 h 454115"/>
                <a:gd name="connsiteX65" fmla="*/ 633129 w 2912392"/>
                <a:gd name="connsiteY65" fmla="*/ 361174 h 454115"/>
                <a:gd name="connsiteX66" fmla="*/ 642870 w 2912392"/>
                <a:gd name="connsiteY66" fmla="*/ 356346 h 454115"/>
                <a:gd name="connsiteX67" fmla="*/ 652610 w 2912392"/>
                <a:gd name="connsiteY67" fmla="*/ 351437 h 454115"/>
                <a:gd name="connsiteX68" fmla="*/ 662351 w 2912392"/>
                <a:gd name="connsiteY68" fmla="*/ 346453 h 454115"/>
                <a:gd name="connsiteX69" fmla="*/ 672092 w 2912392"/>
                <a:gd name="connsiteY69" fmla="*/ 341404 h 454115"/>
                <a:gd name="connsiteX70" fmla="*/ 681831 w 2912392"/>
                <a:gd name="connsiteY70" fmla="*/ 336300 h 454115"/>
                <a:gd name="connsiteX71" fmla="*/ 691572 w 2912392"/>
                <a:gd name="connsiteY71" fmla="*/ 331151 h 454115"/>
                <a:gd name="connsiteX72" fmla="*/ 701313 w 2912392"/>
                <a:gd name="connsiteY72" fmla="*/ 325966 h 454115"/>
                <a:gd name="connsiteX73" fmla="*/ 711052 w 2912392"/>
                <a:gd name="connsiteY73" fmla="*/ 320756 h 454115"/>
                <a:gd name="connsiteX74" fmla="*/ 720793 w 2912392"/>
                <a:gd name="connsiteY74" fmla="*/ 315529 h 454115"/>
                <a:gd name="connsiteX75" fmla="*/ 730534 w 2912392"/>
                <a:gd name="connsiteY75" fmla="*/ 310300 h 454115"/>
                <a:gd name="connsiteX76" fmla="*/ 740274 w 2912392"/>
                <a:gd name="connsiteY76" fmla="*/ 305077 h 454115"/>
                <a:gd name="connsiteX77" fmla="*/ 750015 w 2912392"/>
                <a:gd name="connsiteY77" fmla="*/ 299872 h 454115"/>
                <a:gd name="connsiteX78" fmla="*/ 759756 w 2912392"/>
                <a:gd name="connsiteY78" fmla="*/ 294694 h 454115"/>
                <a:gd name="connsiteX79" fmla="*/ 769495 w 2912392"/>
                <a:gd name="connsiteY79" fmla="*/ 289557 h 454115"/>
                <a:gd name="connsiteX80" fmla="*/ 779236 w 2912392"/>
                <a:gd name="connsiteY80" fmla="*/ 284471 h 454115"/>
                <a:gd name="connsiteX81" fmla="*/ 788977 w 2912392"/>
                <a:gd name="connsiteY81" fmla="*/ 279447 h 454115"/>
                <a:gd name="connsiteX82" fmla="*/ 798717 w 2912392"/>
                <a:gd name="connsiteY82" fmla="*/ 274496 h 454115"/>
                <a:gd name="connsiteX83" fmla="*/ 808458 w 2912392"/>
                <a:gd name="connsiteY83" fmla="*/ 269630 h 454115"/>
                <a:gd name="connsiteX84" fmla="*/ 818199 w 2912392"/>
                <a:gd name="connsiteY84" fmla="*/ 264859 h 454115"/>
                <a:gd name="connsiteX85" fmla="*/ 827938 w 2912392"/>
                <a:gd name="connsiteY85" fmla="*/ 260196 h 454115"/>
                <a:gd name="connsiteX86" fmla="*/ 837679 w 2912392"/>
                <a:gd name="connsiteY86" fmla="*/ 255650 h 454115"/>
                <a:gd name="connsiteX87" fmla="*/ 847420 w 2912392"/>
                <a:gd name="connsiteY87" fmla="*/ 251233 h 454115"/>
                <a:gd name="connsiteX88" fmla="*/ 857159 w 2912392"/>
                <a:gd name="connsiteY88" fmla="*/ 246955 h 454115"/>
                <a:gd name="connsiteX89" fmla="*/ 866900 w 2912392"/>
                <a:gd name="connsiteY89" fmla="*/ 242825 h 454115"/>
                <a:gd name="connsiteX90" fmla="*/ 876641 w 2912392"/>
                <a:gd name="connsiteY90" fmla="*/ 238857 h 454115"/>
                <a:gd name="connsiteX91" fmla="*/ 886381 w 2912392"/>
                <a:gd name="connsiteY91" fmla="*/ 235058 h 454115"/>
                <a:gd name="connsiteX92" fmla="*/ 896122 w 2912392"/>
                <a:gd name="connsiteY92" fmla="*/ 231438 h 454115"/>
                <a:gd name="connsiteX93" fmla="*/ 905863 w 2912392"/>
                <a:gd name="connsiteY93" fmla="*/ 228007 h 454115"/>
                <a:gd name="connsiteX94" fmla="*/ 915602 w 2912392"/>
                <a:gd name="connsiteY94" fmla="*/ 224772 h 454115"/>
                <a:gd name="connsiteX95" fmla="*/ 925343 w 2912392"/>
                <a:gd name="connsiteY95" fmla="*/ 221745 h 454115"/>
                <a:gd name="connsiteX96" fmla="*/ 935084 w 2912392"/>
                <a:gd name="connsiteY96" fmla="*/ 218932 h 454115"/>
                <a:gd name="connsiteX97" fmla="*/ 944824 w 2912392"/>
                <a:gd name="connsiteY97" fmla="*/ 216339 h 454115"/>
                <a:gd name="connsiteX98" fmla="*/ 954564 w 2912392"/>
                <a:gd name="connsiteY98" fmla="*/ 213976 h 454115"/>
                <a:gd name="connsiteX99" fmla="*/ 964305 w 2912392"/>
                <a:gd name="connsiteY99" fmla="*/ 211849 h 454115"/>
                <a:gd name="connsiteX100" fmla="*/ 974045 w 2912392"/>
                <a:gd name="connsiteY100" fmla="*/ 209964 h 454115"/>
                <a:gd name="connsiteX101" fmla="*/ 983786 w 2912392"/>
                <a:gd name="connsiteY101" fmla="*/ 208326 h 454115"/>
                <a:gd name="connsiteX102" fmla="*/ 993522 w 2912392"/>
                <a:gd name="connsiteY102" fmla="*/ 206942 h 454115"/>
                <a:gd name="connsiteX103" fmla="*/ 1003266 w 2912392"/>
                <a:gd name="connsiteY103" fmla="*/ 205815 h 454115"/>
                <a:gd name="connsiteX104" fmla="*/ 1013010 w 2912392"/>
                <a:gd name="connsiteY104" fmla="*/ 204947 h 454115"/>
                <a:gd name="connsiteX105" fmla="*/ 1022754 w 2912392"/>
                <a:gd name="connsiteY105" fmla="*/ 204347 h 454115"/>
                <a:gd name="connsiteX106" fmla="*/ 1032483 w 2912392"/>
                <a:gd name="connsiteY106" fmla="*/ 204012 h 454115"/>
                <a:gd name="connsiteX107" fmla="*/ 1042227 w 2912392"/>
                <a:gd name="connsiteY107" fmla="*/ 203946 h 454115"/>
                <a:gd name="connsiteX108" fmla="*/ 1051971 w 2912392"/>
                <a:gd name="connsiteY108" fmla="*/ 204152 h 454115"/>
                <a:gd name="connsiteX109" fmla="*/ 1061715 w 2912392"/>
                <a:gd name="connsiteY109" fmla="*/ 204629 h 454115"/>
                <a:gd name="connsiteX110" fmla="*/ 1071444 w 2912392"/>
                <a:gd name="connsiteY110" fmla="*/ 205378 h 454115"/>
                <a:gd name="connsiteX111" fmla="*/ 1081188 w 2912392"/>
                <a:gd name="connsiteY111" fmla="*/ 206397 h 454115"/>
                <a:gd name="connsiteX112" fmla="*/ 1090932 w 2912392"/>
                <a:gd name="connsiteY112" fmla="*/ 207687 h 454115"/>
                <a:gd name="connsiteX113" fmla="*/ 1100676 w 2912392"/>
                <a:gd name="connsiteY113" fmla="*/ 209244 h 454115"/>
                <a:gd name="connsiteX114" fmla="*/ 1110405 w 2912392"/>
                <a:gd name="connsiteY114" fmla="*/ 211066 h 454115"/>
                <a:gd name="connsiteX115" fmla="*/ 1120149 w 2912392"/>
                <a:gd name="connsiteY115" fmla="*/ 213151 h 454115"/>
                <a:gd name="connsiteX116" fmla="*/ 1129893 w 2912392"/>
                <a:gd name="connsiteY116" fmla="*/ 215493 h 454115"/>
                <a:gd name="connsiteX117" fmla="*/ 1139637 w 2912392"/>
                <a:gd name="connsiteY117" fmla="*/ 218090 h 454115"/>
                <a:gd name="connsiteX118" fmla="*/ 1149381 w 2912392"/>
                <a:gd name="connsiteY118" fmla="*/ 220934 h 454115"/>
                <a:gd name="connsiteX119" fmla="*/ 1159110 w 2912392"/>
                <a:gd name="connsiteY119" fmla="*/ 224023 h 454115"/>
                <a:gd name="connsiteX120" fmla="*/ 1168854 w 2912392"/>
                <a:gd name="connsiteY120" fmla="*/ 227345 h 454115"/>
                <a:gd name="connsiteX121" fmla="*/ 1178598 w 2912392"/>
                <a:gd name="connsiteY121" fmla="*/ 230898 h 454115"/>
                <a:gd name="connsiteX122" fmla="*/ 1188341 w 2912392"/>
                <a:gd name="connsiteY122" fmla="*/ 234672 h 454115"/>
                <a:gd name="connsiteX123" fmla="*/ 1198070 w 2912392"/>
                <a:gd name="connsiteY123" fmla="*/ 238659 h 454115"/>
                <a:gd name="connsiteX124" fmla="*/ 1207814 w 2912392"/>
                <a:gd name="connsiteY124" fmla="*/ 242852 h 454115"/>
                <a:gd name="connsiteX125" fmla="*/ 1217558 w 2912392"/>
                <a:gd name="connsiteY125" fmla="*/ 247240 h 454115"/>
                <a:gd name="connsiteX126" fmla="*/ 1227302 w 2912392"/>
                <a:gd name="connsiteY126" fmla="*/ 251814 h 454115"/>
                <a:gd name="connsiteX127" fmla="*/ 1237031 w 2912392"/>
                <a:gd name="connsiteY127" fmla="*/ 256562 h 454115"/>
                <a:gd name="connsiteX128" fmla="*/ 1246775 w 2912392"/>
                <a:gd name="connsiteY128" fmla="*/ 261476 h 454115"/>
                <a:gd name="connsiteX129" fmla="*/ 1256519 w 2912392"/>
                <a:gd name="connsiteY129" fmla="*/ 266543 h 454115"/>
                <a:gd name="connsiteX130" fmla="*/ 1266263 w 2912392"/>
                <a:gd name="connsiteY130" fmla="*/ 271753 h 454115"/>
                <a:gd name="connsiteX131" fmla="*/ 1276007 w 2912392"/>
                <a:gd name="connsiteY131" fmla="*/ 277094 h 454115"/>
                <a:gd name="connsiteX132" fmla="*/ 1285736 w 2912392"/>
                <a:gd name="connsiteY132" fmla="*/ 282552 h 454115"/>
                <a:gd name="connsiteX133" fmla="*/ 1295480 w 2912392"/>
                <a:gd name="connsiteY133" fmla="*/ 288117 h 454115"/>
                <a:gd name="connsiteX134" fmla="*/ 1305224 w 2912392"/>
                <a:gd name="connsiteY134" fmla="*/ 293775 h 454115"/>
                <a:gd name="connsiteX135" fmla="*/ 1314968 w 2912392"/>
                <a:gd name="connsiteY135" fmla="*/ 299513 h 454115"/>
                <a:gd name="connsiteX136" fmla="*/ 1324697 w 2912392"/>
                <a:gd name="connsiteY136" fmla="*/ 305319 h 454115"/>
                <a:gd name="connsiteX137" fmla="*/ 1334441 w 2912392"/>
                <a:gd name="connsiteY137" fmla="*/ 311179 h 454115"/>
                <a:gd name="connsiteX138" fmla="*/ 1344185 w 2912392"/>
                <a:gd name="connsiteY138" fmla="*/ 317079 h 454115"/>
                <a:gd name="connsiteX139" fmla="*/ 1353929 w 2912392"/>
                <a:gd name="connsiteY139" fmla="*/ 323005 h 454115"/>
                <a:gd name="connsiteX140" fmla="*/ 1363658 w 2912392"/>
                <a:gd name="connsiteY140" fmla="*/ 328946 h 454115"/>
                <a:gd name="connsiteX141" fmla="*/ 1373402 w 2912392"/>
                <a:gd name="connsiteY141" fmla="*/ 334886 h 454115"/>
                <a:gd name="connsiteX142" fmla="*/ 1383146 w 2912392"/>
                <a:gd name="connsiteY142" fmla="*/ 340813 h 454115"/>
                <a:gd name="connsiteX143" fmla="*/ 1392890 w 2912392"/>
                <a:gd name="connsiteY143" fmla="*/ 346711 h 454115"/>
                <a:gd name="connsiteX144" fmla="*/ 1402619 w 2912392"/>
                <a:gd name="connsiteY144" fmla="*/ 352570 h 454115"/>
                <a:gd name="connsiteX145" fmla="*/ 1412363 w 2912392"/>
                <a:gd name="connsiteY145" fmla="*/ 358374 h 454115"/>
                <a:gd name="connsiteX146" fmla="*/ 1422106 w 2912392"/>
                <a:gd name="connsiteY146" fmla="*/ 364112 h 454115"/>
                <a:gd name="connsiteX147" fmla="*/ 1431850 w 2912392"/>
                <a:gd name="connsiteY147" fmla="*/ 369769 h 454115"/>
                <a:gd name="connsiteX148" fmla="*/ 1441594 w 2912392"/>
                <a:gd name="connsiteY148" fmla="*/ 375332 h 454115"/>
                <a:gd name="connsiteX149" fmla="*/ 1451323 w 2912392"/>
                <a:gd name="connsiteY149" fmla="*/ 380791 h 454115"/>
                <a:gd name="connsiteX150" fmla="*/ 1461067 w 2912392"/>
                <a:gd name="connsiteY150" fmla="*/ 386131 h 454115"/>
                <a:gd name="connsiteX151" fmla="*/ 1470811 w 2912392"/>
                <a:gd name="connsiteY151" fmla="*/ 391341 h 454115"/>
                <a:gd name="connsiteX152" fmla="*/ 1480555 w 2912392"/>
                <a:gd name="connsiteY152" fmla="*/ 396410 h 454115"/>
                <a:gd name="connsiteX153" fmla="*/ 1490284 w 2912392"/>
                <a:gd name="connsiteY153" fmla="*/ 401325 h 454115"/>
                <a:gd name="connsiteX154" fmla="*/ 1500028 w 2912392"/>
                <a:gd name="connsiteY154" fmla="*/ 406076 h 454115"/>
                <a:gd name="connsiteX155" fmla="*/ 1509772 w 2912392"/>
                <a:gd name="connsiteY155" fmla="*/ 410653 h 454115"/>
                <a:gd name="connsiteX156" fmla="*/ 1519516 w 2912392"/>
                <a:gd name="connsiteY156" fmla="*/ 415045 h 454115"/>
                <a:gd name="connsiteX157" fmla="*/ 1529245 w 2912392"/>
                <a:gd name="connsiteY157" fmla="*/ 419242 h 454115"/>
                <a:gd name="connsiteX158" fmla="*/ 1538989 w 2912392"/>
                <a:gd name="connsiteY158" fmla="*/ 423237 h 454115"/>
                <a:gd name="connsiteX159" fmla="*/ 1548733 w 2912392"/>
                <a:gd name="connsiteY159" fmla="*/ 427020 h 454115"/>
                <a:gd name="connsiteX160" fmla="*/ 1558477 w 2912392"/>
                <a:gd name="connsiteY160" fmla="*/ 430581 h 454115"/>
                <a:gd name="connsiteX161" fmla="*/ 1568221 w 2912392"/>
                <a:gd name="connsiteY161" fmla="*/ 433915 h 454115"/>
                <a:gd name="connsiteX162" fmla="*/ 1577950 w 2912392"/>
                <a:gd name="connsiteY162" fmla="*/ 437012 h 454115"/>
                <a:gd name="connsiteX163" fmla="*/ 1587694 w 2912392"/>
                <a:gd name="connsiteY163" fmla="*/ 439870 h 454115"/>
                <a:gd name="connsiteX164" fmla="*/ 1597438 w 2912392"/>
                <a:gd name="connsiteY164" fmla="*/ 442479 h 454115"/>
                <a:gd name="connsiteX165" fmla="*/ 1607182 w 2912392"/>
                <a:gd name="connsiteY165" fmla="*/ 444834 h 454115"/>
                <a:gd name="connsiteX166" fmla="*/ 1616911 w 2912392"/>
                <a:gd name="connsiteY166" fmla="*/ 446932 h 454115"/>
                <a:gd name="connsiteX167" fmla="*/ 1626655 w 2912392"/>
                <a:gd name="connsiteY167" fmla="*/ 448768 h 454115"/>
                <a:gd name="connsiteX168" fmla="*/ 1636399 w 2912392"/>
                <a:gd name="connsiteY168" fmla="*/ 450337 h 454115"/>
                <a:gd name="connsiteX169" fmla="*/ 1646142 w 2912392"/>
                <a:gd name="connsiteY169" fmla="*/ 451637 h 454115"/>
                <a:gd name="connsiteX170" fmla="*/ 1655872 w 2912392"/>
                <a:gd name="connsiteY170" fmla="*/ 452667 h 454115"/>
                <a:gd name="connsiteX171" fmla="*/ 1665616 w 2912392"/>
                <a:gd name="connsiteY171" fmla="*/ 453424 h 454115"/>
                <a:gd name="connsiteX172" fmla="*/ 1675359 w 2912392"/>
                <a:gd name="connsiteY172" fmla="*/ 453906 h 454115"/>
                <a:gd name="connsiteX173" fmla="*/ 1685103 w 2912392"/>
                <a:gd name="connsiteY173" fmla="*/ 454115 h 454115"/>
                <a:gd name="connsiteX174" fmla="*/ 1694832 w 2912392"/>
                <a:gd name="connsiteY174" fmla="*/ 454049 h 454115"/>
                <a:gd name="connsiteX175" fmla="*/ 1704576 w 2912392"/>
                <a:gd name="connsiteY175" fmla="*/ 453708 h 454115"/>
                <a:gd name="connsiteX176" fmla="*/ 1714320 w 2912392"/>
                <a:gd name="connsiteY176" fmla="*/ 453096 h 454115"/>
                <a:gd name="connsiteX177" fmla="*/ 1724064 w 2912392"/>
                <a:gd name="connsiteY177" fmla="*/ 452212 h 454115"/>
                <a:gd name="connsiteX178" fmla="*/ 1733808 w 2912392"/>
                <a:gd name="connsiteY178" fmla="*/ 451061 h 454115"/>
                <a:gd name="connsiteX179" fmla="*/ 1743537 w 2912392"/>
                <a:gd name="connsiteY179" fmla="*/ 449645 h 454115"/>
                <a:gd name="connsiteX180" fmla="*/ 1753281 w 2912392"/>
                <a:gd name="connsiteY180" fmla="*/ 447968 h 454115"/>
                <a:gd name="connsiteX181" fmla="*/ 1763025 w 2912392"/>
                <a:gd name="connsiteY181" fmla="*/ 446032 h 454115"/>
                <a:gd name="connsiteX182" fmla="*/ 1772769 w 2912392"/>
                <a:gd name="connsiteY182" fmla="*/ 443845 h 454115"/>
                <a:gd name="connsiteX183" fmla="*/ 1782498 w 2912392"/>
                <a:gd name="connsiteY183" fmla="*/ 441411 h 454115"/>
                <a:gd name="connsiteX184" fmla="*/ 1792242 w 2912392"/>
                <a:gd name="connsiteY184" fmla="*/ 438735 h 454115"/>
                <a:gd name="connsiteX185" fmla="*/ 1801986 w 2912392"/>
                <a:gd name="connsiteY185" fmla="*/ 435825 h 454115"/>
                <a:gd name="connsiteX186" fmla="*/ 1811730 w 2912392"/>
                <a:gd name="connsiteY186" fmla="*/ 432686 h 454115"/>
                <a:gd name="connsiteX187" fmla="*/ 1821459 w 2912392"/>
                <a:gd name="connsiteY187" fmla="*/ 429326 h 454115"/>
                <a:gd name="connsiteX188" fmla="*/ 1831203 w 2912392"/>
                <a:gd name="connsiteY188" fmla="*/ 425752 h 454115"/>
                <a:gd name="connsiteX189" fmla="*/ 1840947 w 2912392"/>
                <a:gd name="connsiteY189" fmla="*/ 421973 h 454115"/>
                <a:gd name="connsiteX190" fmla="*/ 1850691 w 2912392"/>
                <a:gd name="connsiteY190" fmla="*/ 417997 h 454115"/>
                <a:gd name="connsiteX191" fmla="*/ 1860435 w 2912392"/>
                <a:gd name="connsiteY191" fmla="*/ 413834 h 454115"/>
                <a:gd name="connsiteX192" fmla="*/ 1870164 w 2912392"/>
                <a:gd name="connsiteY192" fmla="*/ 409491 h 454115"/>
                <a:gd name="connsiteX193" fmla="*/ 1879908 w 2912392"/>
                <a:gd name="connsiteY193" fmla="*/ 404978 h 454115"/>
                <a:gd name="connsiteX194" fmla="*/ 1889652 w 2912392"/>
                <a:gd name="connsiteY194" fmla="*/ 400306 h 454115"/>
                <a:gd name="connsiteX195" fmla="*/ 1899395 w 2912392"/>
                <a:gd name="connsiteY195" fmla="*/ 395485 h 454115"/>
                <a:gd name="connsiteX196" fmla="*/ 1909124 w 2912392"/>
                <a:gd name="connsiteY196" fmla="*/ 390522 h 454115"/>
                <a:gd name="connsiteX197" fmla="*/ 1918868 w 2912392"/>
                <a:gd name="connsiteY197" fmla="*/ 385431 h 454115"/>
                <a:gd name="connsiteX198" fmla="*/ 1928612 w 2912392"/>
                <a:gd name="connsiteY198" fmla="*/ 380222 h 454115"/>
                <a:gd name="connsiteX199" fmla="*/ 1938356 w 2912392"/>
                <a:gd name="connsiteY199" fmla="*/ 374905 h 454115"/>
                <a:gd name="connsiteX200" fmla="*/ 1948085 w 2912392"/>
                <a:gd name="connsiteY200" fmla="*/ 369489 h 454115"/>
                <a:gd name="connsiteX201" fmla="*/ 1957829 w 2912392"/>
                <a:gd name="connsiteY201" fmla="*/ 363988 h 454115"/>
                <a:gd name="connsiteX202" fmla="*/ 1967573 w 2912392"/>
                <a:gd name="connsiteY202" fmla="*/ 358413 h 454115"/>
                <a:gd name="connsiteX203" fmla="*/ 1977317 w 2912392"/>
                <a:gd name="connsiteY203" fmla="*/ 352772 h 454115"/>
                <a:gd name="connsiteX204" fmla="*/ 1987046 w 2912392"/>
                <a:gd name="connsiteY204" fmla="*/ 347078 h 454115"/>
                <a:gd name="connsiteX205" fmla="*/ 1996790 w 2912392"/>
                <a:gd name="connsiteY205" fmla="*/ 341342 h 454115"/>
                <a:gd name="connsiteX206" fmla="*/ 2006534 w 2912392"/>
                <a:gd name="connsiteY206" fmla="*/ 335574 h 454115"/>
                <a:gd name="connsiteX207" fmla="*/ 2016278 w 2912392"/>
                <a:gd name="connsiteY207" fmla="*/ 329786 h 454115"/>
                <a:gd name="connsiteX208" fmla="*/ 2026022 w 2912392"/>
                <a:gd name="connsiteY208" fmla="*/ 323987 h 454115"/>
                <a:gd name="connsiteX209" fmla="*/ 2035751 w 2912392"/>
                <a:gd name="connsiteY209" fmla="*/ 318189 h 454115"/>
                <a:gd name="connsiteX210" fmla="*/ 2045495 w 2912392"/>
                <a:gd name="connsiteY210" fmla="*/ 312400 h 454115"/>
                <a:gd name="connsiteX211" fmla="*/ 2055239 w 2912392"/>
                <a:gd name="connsiteY211" fmla="*/ 306633 h 454115"/>
                <a:gd name="connsiteX212" fmla="*/ 2064983 w 2912392"/>
                <a:gd name="connsiteY212" fmla="*/ 300895 h 454115"/>
                <a:gd name="connsiteX213" fmla="*/ 2074712 w 2912392"/>
                <a:gd name="connsiteY213" fmla="*/ 295197 h 454115"/>
                <a:gd name="connsiteX214" fmla="*/ 2084456 w 2912392"/>
                <a:gd name="connsiteY214" fmla="*/ 289548 h 454115"/>
                <a:gd name="connsiteX215" fmla="*/ 2094200 w 2912392"/>
                <a:gd name="connsiteY215" fmla="*/ 283957 h 454115"/>
                <a:gd name="connsiteX216" fmla="*/ 2103944 w 2912392"/>
                <a:gd name="connsiteY216" fmla="*/ 278431 h 454115"/>
                <a:gd name="connsiteX217" fmla="*/ 2113673 w 2912392"/>
                <a:gd name="connsiteY217" fmla="*/ 272981 h 454115"/>
                <a:gd name="connsiteX218" fmla="*/ 2123417 w 2912392"/>
                <a:gd name="connsiteY218" fmla="*/ 267611 h 454115"/>
                <a:gd name="connsiteX219" fmla="*/ 2133161 w 2912392"/>
                <a:gd name="connsiteY219" fmla="*/ 262332 h 454115"/>
                <a:gd name="connsiteX220" fmla="*/ 2142905 w 2912392"/>
                <a:gd name="connsiteY220" fmla="*/ 257147 h 454115"/>
                <a:gd name="connsiteX221" fmla="*/ 2152649 w 2912392"/>
                <a:gd name="connsiteY221" fmla="*/ 252067 h 454115"/>
                <a:gd name="connsiteX222" fmla="*/ 2162377 w 2912392"/>
                <a:gd name="connsiteY222" fmla="*/ 247095 h 454115"/>
                <a:gd name="connsiteX223" fmla="*/ 2172121 w 2912392"/>
                <a:gd name="connsiteY223" fmla="*/ 242237 h 454115"/>
                <a:gd name="connsiteX224" fmla="*/ 2181865 w 2912392"/>
                <a:gd name="connsiteY224" fmla="*/ 237497 h 454115"/>
                <a:gd name="connsiteX225" fmla="*/ 2191609 w 2912392"/>
                <a:gd name="connsiteY225" fmla="*/ 232880 h 454115"/>
                <a:gd name="connsiteX226" fmla="*/ 2201338 w 2912392"/>
                <a:gd name="connsiteY226" fmla="*/ 228391 h 454115"/>
                <a:gd name="connsiteX227" fmla="*/ 2211082 w 2912392"/>
                <a:gd name="connsiteY227" fmla="*/ 224032 h 454115"/>
                <a:gd name="connsiteX228" fmla="*/ 2220826 w 2912392"/>
                <a:gd name="connsiteY228" fmla="*/ 219806 h 454115"/>
                <a:gd name="connsiteX229" fmla="*/ 2230570 w 2912392"/>
                <a:gd name="connsiteY229" fmla="*/ 215715 h 454115"/>
                <a:gd name="connsiteX230" fmla="*/ 2240299 w 2912392"/>
                <a:gd name="connsiteY230" fmla="*/ 211762 h 454115"/>
                <a:gd name="connsiteX231" fmla="*/ 2250043 w 2912392"/>
                <a:gd name="connsiteY231" fmla="*/ 207947 h 454115"/>
                <a:gd name="connsiteX232" fmla="*/ 2259787 w 2912392"/>
                <a:gd name="connsiteY232" fmla="*/ 204270 h 454115"/>
                <a:gd name="connsiteX233" fmla="*/ 2269531 w 2912392"/>
                <a:gd name="connsiteY233" fmla="*/ 200732 h 454115"/>
                <a:gd name="connsiteX234" fmla="*/ 2279260 w 2912392"/>
                <a:gd name="connsiteY234" fmla="*/ 197333 h 454115"/>
                <a:gd name="connsiteX235" fmla="*/ 2289004 w 2912392"/>
                <a:gd name="connsiteY235" fmla="*/ 194070 h 454115"/>
                <a:gd name="connsiteX236" fmla="*/ 2298748 w 2912392"/>
                <a:gd name="connsiteY236" fmla="*/ 190941 h 454115"/>
                <a:gd name="connsiteX237" fmla="*/ 2308492 w 2912392"/>
                <a:gd name="connsiteY237" fmla="*/ 187946 h 454115"/>
                <a:gd name="connsiteX238" fmla="*/ 2318236 w 2912392"/>
                <a:gd name="connsiteY238" fmla="*/ 185081 h 454115"/>
                <a:gd name="connsiteX239" fmla="*/ 2327965 w 2912392"/>
                <a:gd name="connsiteY239" fmla="*/ 182344 h 454115"/>
                <a:gd name="connsiteX240" fmla="*/ 2337709 w 2912392"/>
                <a:gd name="connsiteY240" fmla="*/ 179729 h 454115"/>
                <a:gd name="connsiteX241" fmla="*/ 2347453 w 2912392"/>
                <a:gd name="connsiteY241" fmla="*/ 177234 h 454115"/>
                <a:gd name="connsiteX242" fmla="*/ 2357197 w 2912392"/>
                <a:gd name="connsiteY242" fmla="*/ 174853 h 454115"/>
                <a:gd name="connsiteX243" fmla="*/ 2366926 w 2912392"/>
                <a:gd name="connsiteY243" fmla="*/ 172581 h 454115"/>
                <a:gd name="connsiteX244" fmla="*/ 2376670 w 2912392"/>
                <a:gd name="connsiteY244" fmla="*/ 170412 h 454115"/>
                <a:gd name="connsiteX245" fmla="*/ 2386413 w 2912392"/>
                <a:gd name="connsiteY245" fmla="*/ 168339 h 454115"/>
                <a:gd name="connsiteX246" fmla="*/ 2396157 w 2912392"/>
                <a:gd name="connsiteY246" fmla="*/ 166359 h 454115"/>
                <a:gd name="connsiteX247" fmla="*/ 2405886 w 2912392"/>
                <a:gd name="connsiteY247" fmla="*/ 164462 h 454115"/>
                <a:gd name="connsiteX248" fmla="*/ 2415630 w 2912392"/>
                <a:gd name="connsiteY248" fmla="*/ 162643 h 454115"/>
                <a:gd name="connsiteX249" fmla="*/ 2425374 w 2912392"/>
                <a:gd name="connsiteY249" fmla="*/ 160893 h 454115"/>
                <a:gd name="connsiteX250" fmla="*/ 2435118 w 2912392"/>
                <a:gd name="connsiteY250" fmla="*/ 159205 h 454115"/>
                <a:gd name="connsiteX251" fmla="*/ 2444862 w 2912392"/>
                <a:gd name="connsiteY251" fmla="*/ 157570 h 454115"/>
                <a:gd name="connsiteX252" fmla="*/ 2454591 w 2912392"/>
                <a:gd name="connsiteY252" fmla="*/ 155982 h 454115"/>
                <a:gd name="connsiteX253" fmla="*/ 2464335 w 2912392"/>
                <a:gd name="connsiteY253" fmla="*/ 154431 h 454115"/>
                <a:gd name="connsiteX254" fmla="*/ 2474079 w 2912392"/>
                <a:gd name="connsiteY254" fmla="*/ 152907 h 454115"/>
                <a:gd name="connsiteX255" fmla="*/ 2483823 w 2912392"/>
                <a:gd name="connsiteY255" fmla="*/ 151405 h 454115"/>
                <a:gd name="connsiteX256" fmla="*/ 2493552 w 2912392"/>
                <a:gd name="connsiteY256" fmla="*/ 149912 h 454115"/>
                <a:gd name="connsiteX257" fmla="*/ 2503296 w 2912392"/>
                <a:gd name="connsiteY257" fmla="*/ 148422 h 454115"/>
                <a:gd name="connsiteX258" fmla="*/ 2513040 w 2912392"/>
                <a:gd name="connsiteY258" fmla="*/ 146926 h 454115"/>
                <a:gd name="connsiteX259" fmla="*/ 2522784 w 2912392"/>
                <a:gd name="connsiteY259" fmla="*/ 145414 h 454115"/>
                <a:gd name="connsiteX260" fmla="*/ 2532513 w 2912392"/>
                <a:gd name="connsiteY260" fmla="*/ 143878 h 454115"/>
                <a:gd name="connsiteX261" fmla="*/ 2542257 w 2912392"/>
                <a:gd name="connsiteY261" fmla="*/ 142308 h 454115"/>
                <a:gd name="connsiteX262" fmla="*/ 2552001 w 2912392"/>
                <a:gd name="connsiteY262" fmla="*/ 140696 h 454115"/>
                <a:gd name="connsiteX263" fmla="*/ 2561745 w 2912392"/>
                <a:gd name="connsiteY263" fmla="*/ 139033 h 454115"/>
                <a:gd name="connsiteX264" fmla="*/ 2571474 w 2912392"/>
                <a:gd name="connsiteY264" fmla="*/ 137311 h 454115"/>
                <a:gd name="connsiteX265" fmla="*/ 2581218 w 2912392"/>
                <a:gd name="connsiteY265" fmla="*/ 135520 h 454115"/>
                <a:gd name="connsiteX266" fmla="*/ 2590962 w 2912392"/>
                <a:gd name="connsiteY266" fmla="*/ 133654 h 454115"/>
                <a:gd name="connsiteX267" fmla="*/ 2600705 w 2912392"/>
                <a:gd name="connsiteY267" fmla="*/ 131705 h 454115"/>
                <a:gd name="connsiteX268" fmla="*/ 2610449 w 2912392"/>
                <a:gd name="connsiteY268" fmla="*/ 129666 h 454115"/>
                <a:gd name="connsiteX269" fmla="*/ 2620178 w 2912392"/>
                <a:gd name="connsiteY269" fmla="*/ 127528 h 454115"/>
                <a:gd name="connsiteX270" fmla="*/ 2629922 w 2912392"/>
                <a:gd name="connsiteY270" fmla="*/ 125284 h 454115"/>
                <a:gd name="connsiteX271" fmla="*/ 2639666 w 2912392"/>
                <a:gd name="connsiteY271" fmla="*/ 122930 h 454115"/>
                <a:gd name="connsiteX272" fmla="*/ 2649410 w 2912392"/>
                <a:gd name="connsiteY272" fmla="*/ 120457 h 454115"/>
                <a:gd name="connsiteX273" fmla="*/ 2659139 w 2912392"/>
                <a:gd name="connsiteY273" fmla="*/ 117861 h 454115"/>
                <a:gd name="connsiteX274" fmla="*/ 2668883 w 2912392"/>
                <a:gd name="connsiteY274" fmla="*/ 115136 h 454115"/>
                <a:gd name="connsiteX275" fmla="*/ 2678627 w 2912392"/>
                <a:gd name="connsiteY275" fmla="*/ 112279 h 454115"/>
                <a:gd name="connsiteX276" fmla="*/ 2688371 w 2912392"/>
                <a:gd name="connsiteY276" fmla="*/ 109283 h 454115"/>
                <a:gd name="connsiteX277" fmla="*/ 2698100 w 2912392"/>
                <a:gd name="connsiteY277" fmla="*/ 106145 h 454115"/>
                <a:gd name="connsiteX278" fmla="*/ 2707844 w 2912392"/>
                <a:gd name="connsiteY278" fmla="*/ 102861 h 454115"/>
                <a:gd name="connsiteX279" fmla="*/ 2717588 w 2912392"/>
                <a:gd name="connsiteY279" fmla="*/ 99430 h 454115"/>
                <a:gd name="connsiteX280" fmla="*/ 2727332 w 2912392"/>
                <a:gd name="connsiteY280" fmla="*/ 95847 h 454115"/>
                <a:gd name="connsiteX281" fmla="*/ 2737076 w 2912392"/>
                <a:gd name="connsiteY281" fmla="*/ 92113 h 454115"/>
                <a:gd name="connsiteX282" fmla="*/ 2746805 w 2912392"/>
                <a:gd name="connsiteY282" fmla="*/ 88224 h 454115"/>
                <a:gd name="connsiteX283" fmla="*/ 2756549 w 2912392"/>
                <a:gd name="connsiteY283" fmla="*/ 84182 h 454115"/>
                <a:gd name="connsiteX284" fmla="*/ 2766293 w 2912392"/>
                <a:gd name="connsiteY284" fmla="*/ 79985 h 454115"/>
                <a:gd name="connsiteX285" fmla="*/ 2776037 w 2912392"/>
                <a:gd name="connsiteY285" fmla="*/ 75633 h 454115"/>
                <a:gd name="connsiteX286" fmla="*/ 2785766 w 2912392"/>
                <a:gd name="connsiteY286" fmla="*/ 71128 h 454115"/>
                <a:gd name="connsiteX287" fmla="*/ 2795510 w 2912392"/>
                <a:gd name="connsiteY287" fmla="*/ 66472 h 454115"/>
                <a:gd name="connsiteX288" fmla="*/ 2805254 w 2912392"/>
                <a:gd name="connsiteY288" fmla="*/ 61665 h 454115"/>
                <a:gd name="connsiteX289" fmla="*/ 2814998 w 2912392"/>
                <a:gd name="connsiteY289" fmla="*/ 56711 h 454115"/>
                <a:gd name="connsiteX290" fmla="*/ 2824727 w 2912392"/>
                <a:gd name="connsiteY290" fmla="*/ 51613 h 454115"/>
                <a:gd name="connsiteX291" fmla="*/ 2834471 w 2912392"/>
                <a:gd name="connsiteY291" fmla="*/ 46375 h 454115"/>
                <a:gd name="connsiteX292" fmla="*/ 2844215 w 2912392"/>
                <a:gd name="connsiteY292" fmla="*/ 41001 h 454115"/>
                <a:gd name="connsiteX293" fmla="*/ 2853958 w 2912392"/>
                <a:gd name="connsiteY293" fmla="*/ 35494 h 454115"/>
                <a:gd name="connsiteX294" fmla="*/ 2863687 w 2912392"/>
                <a:gd name="connsiteY294" fmla="*/ 29861 h 454115"/>
                <a:gd name="connsiteX295" fmla="*/ 2873431 w 2912392"/>
                <a:gd name="connsiteY295" fmla="*/ 24105 h 454115"/>
                <a:gd name="connsiteX296" fmla="*/ 2883175 w 2912392"/>
                <a:gd name="connsiteY296" fmla="*/ 18235 h 454115"/>
                <a:gd name="connsiteX297" fmla="*/ 2892919 w 2912392"/>
                <a:gd name="connsiteY297" fmla="*/ 12256 h 454115"/>
                <a:gd name="connsiteX298" fmla="*/ 2902663 w 2912392"/>
                <a:gd name="connsiteY298" fmla="*/ 6176 h 454115"/>
                <a:gd name="connsiteX299" fmla="*/ 2912392 w 2912392"/>
                <a:gd name="connsiteY299" fmla="*/ 0 h 454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54115">
                  <a:moveTo>
                    <a:pt x="0" y="324845"/>
                  </a:moveTo>
                  <a:lnTo>
                    <a:pt x="9739" y="330118"/>
                  </a:lnTo>
                  <a:lnTo>
                    <a:pt x="19480" y="335325"/>
                  </a:lnTo>
                  <a:lnTo>
                    <a:pt x="29221" y="340460"/>
                  </a:lnTo>
                  <a:lnTo>
                    <a:pt x="38961" y="345516"/>
                  </a:lnTo>
                  <a:lnTo>
                    <a:pt x="48702" y="350488"/>
                  </a:lnTo>
                  <a:lnTo>
                    <a:pt x="58443" y="355369"/>
                  </a:lnTo>
                  <a:lnTo>
                    <a:pt x="68182" y="360155"/>
                  </a:lnTo>
                  <a:lnTo>
                    <a:pt x="77923" y="364837"/>
                  </a:lnTo>
                  <a:lnTo>
                    <a:pt x="87664" y="369413"/>
                  </a:lnTo>
                  <a:lnTo>
                    <a:pt x="97404" y="373877"/>
                  </a:lnTo>
                  <a:lnTo>
                    <a:pt x="107145" y="378221"/>
                  </a:lnTo>
                  <a:lnTo>
                    <a:pt x="116886" y="382443"/>
                  </a:lnTo>
                  <a:lnTo>
                    <a:pt x="126625" y="386538"/>
                  </a:lnTo>
                  <a:lnTo>
                    <a:pt x="136366" y="390501"/>
                  </a:lnTo>
                  <a:lnTo>
                    <a:pt x="146107" y="394327"/>
                  </a:lnTo>
                  <a:lnTo>
                    <a:pt x="155846" y="398011"/>
                  </a:lnTo>
                  <a:lnTo>
                    <a:pt x="165587" y="401551"/>
                  </a:lnTo>
                  <a:lnTo>
                    <a:pt x="175328" y="404941"/>
                  </a:lnTo>
                  <a:lnTo>
                    <a:pt x="185068" y="408177"/>
                  </a:lnTo>
                  <a:lnTo>
                    <a:pt x="194809" y="411257"/>
                  </a:lnTo>
                  <a:lnTo>
                    <a:pt x="204550" y="414175"/>
                  </a:lnTo>
                  <a:lnTo>
                    <a:pt x="214289" y="416930"/>
                  </a:lnTo>
                  <a:lnTo>
                    <a:pt x="224030" y="419518"/>
                  </a:lnTo>
                  <a:lnTo>
                    <a:pt x="233771" y="421933"/>
                  </a:lnTo>
                  <a:lnTo>
                    <a:pt x="243510" y="424175"/>
                  </a:lnTo>
                  <a:lnTo>
                    <a:pt x="253251" y="426240"/>
                  </a:lnTo>
                  <a:lnTo>
                    <a:pt x="262992" y="428127"/>
                  </a:lnTo>
                  <a:lnTo>
                    <a:pt x="272732" y="429830"/>
                  </a:lnTo>
                  <a:lnTo>
                    <a:pt x="282473" y="431349"/>
                  </a:lnTo>
                  <a:lnTo>
                    <a:pt x="292214" y="432681"/>
                  </a:lnTo>
                  <a:lnTo>
                    <a:pt x="301953" y="433826"/>
                  </a:lnTo>
                  <a:lnTo>
                    <a:pt x="311694" y="434778"/>
                  </a:lnTo>
                  <a:lnTo>
                    <a:pt x="321435" y="435539"/>
                  </a:lnTo>
                  <a:lnTo>
                    <a:pt x="331175" y="436105"/>
                  </a:lnTo>
                  <a:lnTo>
                    <a:pt x="340916" y="436476"/>
                  </a:lnTo>
                  <a:lnTo>
                    <a:pt x="350656" y="436652"/>
                  </a:lnTo>
                  <a:lnTo>
                    <a:pt x="360396" y="436630"/>
                  </a:lnTo>
                  <a:lnTo>
                    <a:pt x="370137" y="436411"/>
                  </a:lnTo>
                  <a:lnTo>
                    <a:pt x="379878" y="435993"/>
                  </a:lnTo>
                  <a:lnTo>
                    <a:pt x="389617" y="435377"/>
                  </a:lnTo>
                  <a:lnTo>
                    <a:pt x="399358" y="434563"/>
                  </a:lnTo>
                  <a:lnTo>
                    <a:pt x="409099" y="433551"/>
                  </a:lnTo>
                  <a:lnTo>
                    <a:pt x="418839" y="432343"/>
                  </a:lnTo>
                  <a:lnTo>
                    <a:pt x="428580" y="430938"/>
                  </a:lnTo>
                  <a:lnTo>
                    <a:pt x="438321" y="429338"/>
                  </a:lnTo>
                  <a:lnTo>
                    <a:pt x="448060" y="427546"/>
                  </a:lnTo>
                  <a:lnTo>
                    <a:pt x="457801" y="425561"/>
                  </a:lnTo>
                  <a:lnTo>
                    <a:pt x="467542" y="423386"/>
                  </a:lnTo>
                  <a:lnTo>
                    <a:pt x="477281" y="421026"/>
                  </a:lnTo>
                  <a:lnTo>
                    <a:pt x="487022" y="418481"/>
                  </a:lnTo>
                  <a:lnTo>
                    <a:pt x="496763" y="415755"/>
                  </a:lnTo>
                  <a:lnTo>
                    <a:pt x="506503" y="412851"/>
                  </a:lnTo>
                  <a:lnTo>
                    <a:pt x="516244" y="409774"/>
                  </a:lnTo>
                  <a:lnTo>
                    <a:pt x="525985" y="406528"/>
                  </a:lnTo>
                  <a:lnTo>
                    <a:pt x="535724" y="403116"/>
                  </a:lnTo>
                  <a:lnTo>
                    <a:pt x="545465" y="399543"/>
                  </a:lnTo>
                  <a:lnTo>
                    <a:pt x="555206" y="395817"/>
                  </a:lnTo>
                  <a:lnTo>
                    <a:pt x="564946" y="391940"/>
                  </a:lnTo>
                  <a:lnTo>
                    <a:pt x="574687" y="387922"/>
                  </a:lnTo>
                  <a:lnTo>
                    <a:pt x="584428" y="383765"/>
                  </a:lnTo>
                  <a:lnTo>
                    <a:pt x="594167" y="379479"/>
                  </a:lnTo>
                  <a:lnTo>
                    <a:pt x="603908" y="375069"/>
                  </a:lnTo>
                  <a:lnTo>
                    <a:pt x="613649" y="370542"/>
                  </a:lnTo>
                  <a:lnTo>
                    <a:pt x="623388" y="365907"/>
                  </a:lnTo>
                  <a:lnTo>
                    <a:pt x="633129" y="361174"/>
                  </a:lnTo>
                  <a:lnTo>
                    <a:pt x="642870" y="356346"/>
                  </a:lnTo>
                  <a:lnTo>
                    <a:pt x="652610" y="351437"/>
                  </a:lnTo>
                  <a:lnTo>
                    <a:pt x="662351" y="346453"/>
                  </a:lnTo>
                  <a:lnTo>
                    <a:pt x="672092" y="341404"/>
                  </a:lnTo>
                  <a:lnTo>
                    <a:pt x="681831" y="336300"/>
                  </a:lnTo>
                  <a:lnTo>
                    <a:pt x="691572" y="331151"/>
                  </a:lnTo>
                  <a:lnTo>
                    <a:pt x="701313" y="325966"/>
                  </a:lnTo>
                  <a:lnTo>
                    <a:pt x="711052" y="320756"/>
                  </a:lnTo>
                  <a:lnTo>
                    <a:pt x="720793" y="315529"/>
                  </a:lnTo>
                  <a:lnTo>
                    <a:pt x="730534" y="310300"/>
                  </a:lnTo>
                  <a:lnTo>
                    <a:pt x="740274" y="305077"/>
                  </a:lnTo>
                  <a:lnTo>
                    <a:pt x="750015" y="299872"/>
                  </a:lnTo>
                  <a:lnTo>
                    <a:pt x="759756" y="294694"/>
                  </a:lnTo>
                  <a:lnTo>
                    <a:pt x="769495" y="289557"/>
                  </a:lnTo>
                  <a:lnTo>
                    <a:pt x="779236" y="284471"/>
                  </a:lnTo>
                  <a:lnTo>
                    <a:pt x="788977" y="279447"/>
                  </a:lnTo>
                  <a:lnTo>
                    <a:pt x="798717" y="274496"/>
                  </a:lnTo>
                  <a:lnTo>
                    <a:pt x="808458" y="269630"/>
                  </a:lnTo>
                  <a:lnTo>
                    <a:pt x="818199" y="264859"/>
                  </a:lnTo>
                  <a:lnTo>
                    <a:pt x="827938" y="260196"/>
                  </a:lnTo>
                  <a:lnTo>
                    <a:pt x="837679" y="255650"/>
                  </a:lnTo>
                  <a:lnTo>
                    <a:pt x="847420" y="251233"/>
                  </a:lnTo>
                  <a:lnTo>
                    <a:pt x="857159" y="246955"/>
                  </a:lnTo>
                  <a:lnTo>
                    <a:pt x="866900" y="242825"/>
                  </a:lnTo>
                  <a:lnTo>
                    <a:pt x="876641" y="238857"/>
                  </a:lnTo>
                  <a:lnTo>
                    <a:pt x="886381" y="235058"/>
                  </a:lnTo>
                  <a:lnTo>
                    <a:pt x="896122" y="231438"/>
                  </a:lnTo>
                  <a:lnTo>
                    <a:pt x="905863" y="228007"/>
                  </a:lnTo>
                  <a:lnTo>
                    <a:pt x="915602" y="224772"/>
                  </a:lnTo>
                  <a:lnTo>
                    <a:pt x="925343" y="221745"/>
                  </a:lnTo>
                  <a:lnTo>
                    <a:pt x="935084" y="218932"/>
                  </a:lnTo>
                  <a:lnTo>
                    <a:pt x="944824" y="216339"/>
                  </a:lnTo>
                  <a:lnTo>
                    <a:pt x="954564" y="213976"/>
                  </a:lnTo>
                  <a:lnTo>
                    <a:pt x="964305" y="211849"/>
                  </a:lnTo>
                  <a:lnTo>
                    <a:pt x="974045" y="209964"/>
                  </a:lnTo>
                  <a:lnTo>
                    <a:pt x="983786" y="208326"/>
                  </a:lnTo>
                  <a:lnTo>
                    <a:pt x="993522" y="206942"/>
                  </a:lnTo>
                  <a:lnTo>
                    <a:pt x="1003266" y="205815"/>
                  </a:lnTo>
                  <a:lnTo>
                    <a:pt x="1013010" y="204947"/>
                  </a:lnTo>
                  <a:lnTo>
                    <a:pt x="1022754" y="204347"/>
                  </a:lnTo>
                  <a:lnTo>
                    <a:pt x="1032483" y="204012"/>
                  </a:lnTo>
                  <a:lnTo>
                    <a:pt x="1042227" y="203946"/>
                  </a:lnTo>
                  <a:lnTo>
                    <a:pt x="1051971" y="204152"/>
                  </a:lnTo>
                  <a:lnTo>
                    <a:pt x="1061715" y="204629"/>
                  </a:lnTo>
                  <a:lnTo>
                    <a:pt x="1071444" y="205378"/>
                  </a:lnTo>
                  <a:lnTo>
                    <a:pt x="1081188" y="206397"/>
                  </a:lnTo>
                  <a:lnTo>
                    <a:pt x="1090932" y="207687"/>
                  </a:lnTo>
                  <a:lnTo>
                    <a:pt x="1100676" y="209244"/>
                  </a:lnTo>
                  <a:lnTo>
                    <a:pt x="1110405" y="211066"/>
                  </a:lnTo>
                  <a:lnTo>
                    <a:pt x="1120149" y="213151"/>
                  </a:lnTo>
                  <a:lnTo>
                    <a:pt x="1129893" y="215493"/>
                  </a:lnTo>
                  <a:lnTo>
                    <a:pt x="1139637" y="218090"/>
                  </a:lnTo>
                  <a:lnTo>
                    <a:pt x="1149381" y="220934"/>
                  </a:lnTo>
                  <a:lnTo>
                    <a:pt x="1159110" y="224023"/>
                  </a:lnTo>
                  <a:lnTo>
                    <a:pt x="1168854" y="227345"/>
                  </a:lnTo>
                  <a:lnTo>
                    <a:pt x="1178598" y="230898"/>
                  </a:lnTo>
                  <a:lnTo>
                    <a:pt x="1188341" y="234672"/>
                  </a:lnTo>
                  <a:lnTo>
                    <a:pt x="1198070" y="238659"/>
                  </a:lnTo>
                  <a:lnTo>
                    <a:pt x="1207814" y="242852"/>
                  </a:lnTo>
                  <a:lnTo>
                    <a:pt x="1217558" y="247240"/>
                  </a:lnTo>
                  <a:lnTo>
                    <a:pt x="1227302" y="251814"/>
                  </a:lnTo>
                  <a:lnTo>
                    <a:pt x="1237031" y="256562"/>
                  </a:lnTo>
                  <a:lnTo>
                    <a:pt x="1246775" y="261476"/>
                  </a:lnTo>
                  <a:lnTo>
                    <a:pt x="1256519" y="266543"/>
                  </a:lnTo>
                  <a:lnTo>
                    <a:pt x="1266263" y="271753"/>
                  </a:lnTo>
                  <a:lnTo>
                    <a:pt x="1276007" y="277094"/>
                  </a:lnTo>
                  <a:lnTo>
                    <a:pt x="1285736" y="282552"/>
                  </a:lnTo>
                  <a:lnTo>
                    <a:pt x="1295480" y="288117"/>
                  </a:lnTo>
                  <a:lnTo>
                    <a:pt x="1305224" y="293775"/>
                  </a:lnTo>
                  <a:lnTo>
                    <a:pt x="1314968" y="299513"/>
                  </a:lnTo>
                  <a:lnTo>
                    <a:pt x="1324697" y="305319"/>
                  </a:lnTo>
                  <a:lnTo>
                    <a:pt x="1334441" y="311179"/>
                  </a:lnTo>
                  <a:lnTo>
                    <a:pt x="1344185" y="317079"/>
                  </a:lnTo>
                  <a:lnTo>
                    <a:pt x="1353929" y="323005"/>
                  </a:lnTo>
                  <a:lnTo>
                    <a:pt x="1363658" y="328946"/>
                  </a:lnTo>
                  <a:lnTo>
                    <a:pt x="1373402" y="334886"/>
                  </a:lnTo>
                  <a:lnTo>
                    <a:pt x="1383146" y="340813"/>
                  </a:lnTo>
                  <a:lnTo>
                    <a:pt x="1392890" y="346711"/>
                  </a:lnTo>
                  <a:lnTo>
                    <a:pt x="1402619" y="352570"/>
                  </a:lnTo>
                  <a:lnTo>
                    <a:pt x="1412363" y="358374"/>
                  </a:lnTo>
                  <a:lnTo>
                    <a:pt x="1422106" y="364112"/>
                  </a:lnTo>
                  <a:lnTo>
                    <a:pt x="1431850" y="369769"/>
                  </a:lnTo>
                  <a:lnTo>
                    <a:pt x="1441594" y="375332"/>
                  </a:lnTo>
                  <a:lnTo>
                    <a:pt x="1451323" y="380791"/>
                  </a:lnTo>
                  <a:lnTo>
                    <a:pt x="1461067" y="386131"/>
                  </a:lnTo>
                  <a:lnTo>
                    <a:pt x="1470811" y="391341"/>
                  </a:lnTo>
                  <a:lnTo>
                    <a:pt x="1480555" y="396410"/>
                  </a:lnTo>
                  <a:lnTo>
                    <a:pt x="1490284" y="401325"/>
                  </a:lnTo>
                  <a:lnTo>
                    <a:pt x="1500028" y="406076"/>
                  </a:lnTo>
                  <a:lnTo>
                    <a:pt x="1509772" y="410653"/>
                  </a:lnTo>
                  <a:lnTo>
                    <a:pt x="1519516" y="415045"/>
                  </a:lnTo>
                  <a:lnTo>
                    <a:pt x="1529245" y="419242"/>
                  </a:lnTo>
                  <a:lnTo>
                    <a:pt x="1538989" y="423237"/>
                  </a:lnTo>
                  <a:lnTo>
                    <a:pt x="1548733" y="427020"/>
                  </a:lnTo>
                  <a:lnTo>
                    <a:pt x="1558477" y="430581"/>
                  </a:lnTo>
                  <a:lnTo>
                    <a:pt x="1568221" y="433915"/>
                  </a:lnTo>
                  <a:lnTo>
                    <a:pt x="1577950" y="437012"/>
                  </a:lnTo>
                  <a:lnTo>
                    <a:pt x="1587694" y="439870"/>
                  </a:lnTo>
                  <a:lnTo>
                    <a:pt x="1597438" y="442479"/>
                  </a:lnTo>
                  <a:lnTo>
                    <a:pt x="1607182" y="444834"/>
                  </a:lnTo>
                  <a:lnTo>
                    <a:pt x="1616911" y="446932"/>
                  </a:lnTo>
                  <a:lnTo>
                    <a:pt x="1626655" y="448768"/>
                  </a:lnTo>
                  <a:lnTo>
                    <a:pt x="1636399" y="450337"/>
                  </a:lnTo>
                  <a:lnTo>
                    <a:pt x="1646142" y="451637"/>
                  </a:lnTo>
                  <a:lnTo>
                    <a:pt x="1655872" y="452667"/>
                  </a:lnTo>
                  <a:lnTo>
                    <a:pt x="1665616" y="453424"/>
                  </a:lnTo>
                  <a:lnTo>
                    <a:pt x="1675359" y="453906"/>
                  </a:lnTo>
                  <a:lnTo>
                    <a:pt x="1685103" y="454115"/>
                  </a:lnTo>
                  <a:lnTo>
                    <a:pt x="1694832" y="454049"/>
                  </a:lnTo>
                  <a:lnTo>
                    <a:pt x="1704576" y="453708"/>
                  </a:lnTo>
                  <a:lnTo>
                    <a:pt x="1714320" y="453096"/>
                  </a:lnTo>
                  <a:lnTo>
                    <a:pt x="1724064" y="452212"/>
                  </a:lnTo>
                  <a:lnTo>
                    <a:pt x="1733808" y="451061"/>
                  </a:lnTo>
                  <a:lnTo>
                    <a:pt x="1743537" y="449645"/>
                  </a:lnTo>
                  <a:lnTo>
                    <a:pt x="1753281" y="447968"/>
                  </a:lnTo>
                  <a:lnTo>
                    <a:pt x="1763025" y="446032"/>
                  </a:lnTo>
                  <a:lnTo>
                    <a:pt x="1772769" y="443845"/>
                  </a:lnTo>
                  <a:lnTo>
                    <a:pt x="1782498" y="441411"/>
                  </a:lnTo>
                  <a:lnTo>
                    <a:pt x="1792242" y="438735"/>
                  </a:lnTo>
                  <a:lnTo>
                    <a:pt x="1801986" y="435825"/>
                  </a:lnTo>
                  <a:lnTo>
                    <a:pt x="1811730" y="432686"/>
                  </a:lnTo>
                  <a:lnTo>
                    <a:pt x="1821459" y="429326"/>
                  </a:lnTo>
                  <a:lnTo>
                    <a:pt x="1831203" y="425752"/>
                  </a:lnTo>
                  <a:lnTo>
                    <a:pt x="1840947" y="421973"/>
                  </a:lnTo>
                  <a:lnTo>
                    <a:pt x="1850691" y="417997"/>
                  </a:lnTo>
                  <a:lnTo>
                    <a:pt x="1860435" y="413834"/>
                  </a:lnTo>
                  <a:lnTo>
                    <a:pt x="1870164" y="409491"/>
                  </a:lnTo>
                  <a:lnTo>
                    <a:pt x="1879908" y="404978"/>
                  </a:lnTo>
                  <a:lnTo>
                    <a:pt x="1889652" y="400306"/>
                  </a:lnTo>
                  <a:lnTo>
                    <a:pt x="1899395" y="395485"/>
                  </a:lnTo>
                  <a:lnTo>
                    <a:pt x="1909124" y="390522"/>
                  </a:lnTo>
                  <a:lnTo>
                    <a:pt x="1918868" y="385431"/>
                  </a:lnTo>
                  <a:lnTo>
                    <a:pt x="1928612" y="380222"/>
                  </a:lnTo>
                  <a:lnTo>
                    <a:pt x="1938356" y="374905"/>
                  </a:lnTo>
                  <a:lnTo>
                    <a:pt x="1948085" y="369489"/>
                  </a:lnTo>
                  <a:lnTo>
                    <a:pt x="1957829" y="363988"/>
                  </a:lnTo>
                  <a:lnTo>
                    <a:pt x="1967573" y="358413"/>
                  </a:lnTo>
                  <a:lnTo>
                    <a:pt x="1977317" y="352772"/>
                  </a:lnTo>
                  <a:lnTo>
                    <a:pt x="1987046" y="347078"/>
                  </a:lnTo>
                  <a:lnTo>
                    <a:pt x="1996790" y="341342"/>
                  </a:lnTo>
                  <a:lnTo>
                    <a:pt x="2006534" y="335574"/>
                  </a:lnTo>
                  <a:lnTo>
                    <a:pt x="2016278" y="329786"/>
                  </a:lnTo>
                  <a:lnTo>
                    <a:pt x="2026022" y="323987"/>
                  </a:lnTo>
                  <a:lnTo>
                    <a:pt x="2035751" y="318189"/>
                  </a:lnTo>
                  <a:lnTo>
                    <a:pt x="2045495" y="312400"/>
                  </a:lnTo>
                  <a:lnTo>
                    <a:pt x="2055239" y="306633"/>
                  </a:lnTo>
                  <a:lnTo>
                    <a:pt x="2064983" y="300895"/>
                  </a:lnTo>
                  <a:lnTo>
                    <a:pt x="2074712" y="295197"/>
                  </a:lnTo>
                  <a:lnTo>
                    <a:pt x="2084456" y="289548"/>
                  </a:lnTo>
                  <a:lnTo>
                    <a:pt x="2094200" y="283957"/>
                  </a:lnTo>
                  <a:lnTo>
                    <a:pt x="2103944" y="278431"/>
                  </a:lnTo>
                  <a:lnTo>
                    <a:pt x="2113673" y="272981"/>
                  </a:lnTo>
                  <a:lnTo>
                    <a:pt x="2123417" y="267611"/>
                  </a:lnTo>
                  <a:lnTo>
                    <a:pt x="2133161" y="262332"/>
                  </a:lnTo>
                  <a:lnTo>
                    <a:pt x="2142905" y="257147"/>
                  </a:lnTo>
                  <a:lnTo>
                    <a:pt x="2152649" y="252067"/>
                  </a:lnTo>
                  <a:lnTo>
                    <a:pt x="2162377" y="247095"/>
                  </a:lnTo>
                  <a:lnTo>
                    <a:pt x="2172121" y="242237"/>
                  </a:lnTo>
                  <a:lnTo>
                    <a:pt x="2181865" y="237497"/>
                  </a:lnTo>
                  <a:lnTo>
                    <a:pt x="2191609" y="232880"/>
                  </a:lnTo>
                  <a:lnTo>
                    <a:pt x="2201338" y="228391"/>
                  </a:lnTo>
                  <a:lnTo>
                    <a:pt x="2211082" y="224032"/>
                  </a:lnTo>
                  <a:lnTo>
                    <a:pt x="2220826" y="219806"/>
                  </a:lnTo>
                  <a:lnTo>
                    <a:pt x="2230570" y="215715"/>
                  </a:lnTo>
                  <a:lnTo>
                    <a:pt x="2240299" y="211762"/>
                  </a:lnTo>
                  <a:lnTo>
                    <a:pt x="2250043" y="207947"/>
                  </a:lnTo>
                  <a:lnTo>
                    <a:pt x="2259787" y="204270"/>
                  </a:lnTo>
                  <a:lnTo>
                    <a:pt x="2269531" y="200732"/>
                  </a:lnTo>
                  <a:lnTo>
                    <a:pt x="2279260" y="197333"/>
                  </a:lnTo>
                  <a:lnTo>
                    <a:pt x="2289004" y="194070"/>
                  </a:lnTo>
                  <a:lnTo>
                    <a:pt x="2298748" y="190941"/>
                  </a:lnTo>
                  <a:lnTo>
                    <a:pt x="2308492" y="187946"/>
                  </a:lnTo>
                  <a:lnTo>
                    <a:pt x="2318236" y="185081"/>
                  </a:lnTo>
                  <a:lnTo>
                    <a:pt x="2327965" y="182344"/>
                  </a:lnTo>
                  <a:lnTo>
                    <a:pt x="2337709" y="179729"/>
                  </a:lnTo>
                  <a:lnTo>
                    <a:pt x="2347453" y="177234"/>
                  </a:lnTo>
                  <a:lnTo>
                    <a:pt x="2357197" y="174853"/>
                  </a:lnTo>
                  <a:lnTo>
                    <a:pt x="2366926" y="172581"/>
                  </a:lnTo>
                  <a:lnTo>
                    <a:pt x="2376670" y="170412"/>
                  </a:lnTo>
                  <a:lnTo>
                    <a:pt x="2386413" y="168339"/>
                  </a:lnTo>
                  <a:lnTo>
                    <a:pt x="2396157" y="166359"/>
                  </a:lnTo>
                  <a:lnTo>
                    <a:pt x="2405886" y="164462"/>
                  </a:lnTo>
                  <a:lnTo>
                    <a:pt x="2415630" y="162643"/>
                  </a:lnTo>
                  <a:lnTo>
                    <a:pt x="2425374" y="160893"/>
                  </a:lnTo>
                  <a:lnTo>
                    <a:pt x="2435118" y="159205"/>
                  </a:lnTo>
                  <a:lnTo>
                    <a:pt x="2444862" y="157570"/>
                  </a:lnTo>
                  <a:lnTo>
                    <a:pt x="2454591" y="155982"/>
                  </a:lnTo>
                  <a:lnTo>
                    <a:pt x="2464335" y="154431"/>
                  </a:lnTo>
                  <a:lnTo>
                    <a:pt x="2474079" y="152907"/>
                  </a:lnTo>
                  <a:lnTo>
                    <a:pt x="2483823" y="151405"/>
                  </a:lnTo>
                  <a:lnTo>
                    <a:pt x="2493552" y="149912"/>
                  </a:lnTo>
                  <a:lnTo>
                    <a:pt x="2503296" y="148422"/>
                  </a:lnTo>
                  <a:lnTo>
                    <a:pt x="2513040" y="146926"/>
                  </a:lnTo>
                  <a:lnTo>
                    <a:pt x="2522784" y="145414"/>
                  </a:lnTo>
                  <a:lnTo>
                    <a:pt x="2532513" y="143878"/>
                  </a:lnTo>
                  <a:lnTo>
                    <a:pt x="2542257" y="142308"/>
                  </a:lnTo>
                  <a:lnTo>
                    <a:pt x="2552001" y="140696"/>
                  </a:lnTo>
                  <a:lnTo>
                    <a:pt x="2561745" y="139033"/>
                  </a:lnTo>
                  <a:lnTo>
                    <a:pt x="2571474" y="137311"/>
                  </a:lnTo>
                  <a:lnTo>
                    <a:pt x="2581218" y="135520"/>
                  </a:lnTo>
                  <a:lnTo>
                    <a:pt x="2590962" y="133654"/>
                  </a:lnTo>
                  <a:lnTo>
                    <a:pt x="2600705" y="131705"/>
                  </a:lnTo>
                  <a:lnTo>
                    <a:pt x="2610449" y="129666"/>
                  </a:lnTo>
                  <a:lnTo>
                    <a:pt x="2620178" y="127528"/>
                  </a:lnTo>
                  <a:lnTo>
                    <a:pt x="2629922" y="125284"/>
                  </a:lnTo>
                  <a:lnTo>
                    <a:pt x="2639666" y="122930"/>
                  </a:lnTo>
                  <a:lnTo>
                    <a:pt x="2649410" y="120457"/>
                  </a:lnTo>
                  <a:lnTo>
                    <a:pt x="2659139" y="117861"/>
                  </a:lnTo>
                  <a:lnTo>
                    <a:pt x="2668883" y="115136"/>
                  </a:lnTo>
                  <a:lnTo>
                    <a:pt x="2678627" y="112279"/>
                  </a:lnTo>
                  <a:lnTo>
                    <a:pt x="2688371" y="109283"/>
                  </a:lnTo>
                  <a:lnTo>
                    <a:pt x="2698100" y="106145"/>
                  </a:lnTo>
                  <a:lnTo>
                    <a:pt x="2707844" y="102861"/>
                  </a:lnTo>
                  <a:lnTo>
                    <a:pt x="2717588" y="99430"/>
                  </a:lnTo>
                  <a:lnTo>
                    <a:pt x="2727332" y="95847"/>
                  </a:lnTo>
                  <a:lnTo>
                    <a:pt x="2737076" y="92113"/>
                  </a:lnTo>
                  <a:lnTo>
                    <a:pt x="2746805" y="88224"/>
                  </a:lnTo>
                  <a:lnTo>
                    <a:pt x="2756549" y="84182"/>
                  </a:lnTo>
                  <a:lnTo>
                    <a:pt x="2766293" y="79985"/>
                  </a:lnTo>
                  <a:lnTo>
                    <a:pt x="2776037" y="75633"/>
                  </a:lnTo>
                  <a:lnTo>
                    <a:pt x="2785766" y="71128"/>
                  </a:lnTo>
                  <a:lnTo>
                    <a:pt x="2795510" y="66472"/>
                  </a:lnTo>
                  <a:lnTo>
                    <a:pt x="2805254" y="61665"/>
                  </a:lnTo>
                  <a:lnTo>
                    <a:pt x="2814998" y="56711"/>
                  </a:lnTo>
                  <a:lnTo>
                    <a:pt x="2824727" y="51613"/>
                  </a:lnTo>
                  <a:lnTo>
                    <a:pt x="2834471" y="46375"/>
                  </a:lnTo>
                  <a:lnTo>
                    <a:pt x="2844215" y="41001"/>
                  </a:lnTo>
                  <a:lnTo>
                    <a:pt x="2853958" y="35494"/>
                  </a:lnTo>
                  <a:lnTo>
                    <a:pt x="2863687" y="29861"/>
                  </a:lnTo>
                  <a:lnTo>
                    <a:pt x="2873431" y="24105"/>
                  </a:lnTo>
                  <a:lnTo>
                    <a:pt x="2883175" y="18235"/>
                  </a:lnTo>
                  <a:lnTo>
                    <a:pt x="2892919" y="12256"/>
                  </a:lnTo>
                  <a:lnTo>
                    <a:pt x="2902663" y="6176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9" name="Freeform 768">
              <a:extLst>
                <a:ext uri="{FF2B5EF4-FFF2-40B4-BE49-F238E27FC236}">
                  <a16:creationId xmlns:a16="http://schemas.microsoft.com/office/drawing/2014/main" id="{8371851E-B04B-23E9-8279-8311D2F67777}"/>
                </a:ext>
              </a:extLst>
            </p:cNvPr>
            <p:cNvSpPr/>
            <p:nvPr/>
          </p:nvSpPr>
          <p:spPr>
            <a:xfrm>
              <a:off x="576446" y="3278174"/>
              <a:ext cx="2912392" cy="438529"/>
            </a:xfrm>
            <a:custGeom>
              <a:avLst/>
              <a:gdLst>
                <a:gd name="connsiteX0" fmla="*/ 0 w 2912392"/>
                <a:gd name="connsiteY0" fmla="*/ 223112 h 438529"/>
                <a:gd name="connsiteX1" fmla="*/ 9739 w 2912392"/>
                <a:gd name="connsiteY1" fmla="*/ 218109 h 438529"/>
                <a:gd name="connsiteX2" fmla="*/ 19480 w 2912392"/>
                <a:gd name="connsiteY2" fmla="*/ 213032 h 438529"/>
                <a:gd name="connsiteX3" fmla="*/ 29221 w 2912392"/>
                <a:gd name="connsiteY3" fmla="*/ 207878 h 438529"/>
                <a:gd name="connsiteX4" fmla="*/ 38961 w 2912392"/>
                <a:gd name="connsiteY4" fmla="*/ 202650 h 438529"/>
                <a:gd name="connsiteX5" fmla="*/ 48702 w 2912392"/>
                <a:gd name="connsiteY5" fmla="*/ 197352 h 438529"/>
                <a:gd name="connsiteX6" fmla="*/ 58443 w 2912392"/>
                <a:gd name="connsiteY6" fmla="*/ 191984 h 438529"/>
                <a:gd name="connsiteX7" fmla="*/ 68182 w 2912392"/>
                <a:gd name="connsiteY7" fmla="*/ 186547 h 438529"/>
                <a:gd name="connsiteX8" fmla="*/ 77923 w 2912392"/>
                <a:gd name="connsiteY8" fmla="*/ 181049 h 438529"/>
                <a:gd name="connsiteX9" fmla="*/ 87664 w 2912392"/>
                <a:gd name="connsiteY9" fmla="*/ 175491 h 438529"/>
                <a:gd name="connsiteX10" fmla="*/ 97404 w 2912392"/>
                <a:gd name="connsiteY10" fmla="*/ 169878 h 438529"/>
                <a:gd name="connsiteX11" fmla="*/ 107145 w 2912392"/>
                <a:gd name="connsiteY11" fmla="*/ 164217 h 438529"/>
                <a:gd name="connsiteX12" fmla="*/ 116886 w 2912392"/>
                <a:gd name="connsiteY12" fmla="*/ 158510 h 438529"/>
                <a:gd name="connsiteX13" fmla="*/ 126625 w 2912392"/>
                <a:gd name="connsiteY13" fmla="*/ 152767 h 438529"/>
                <a:gd name="connsiteX14" fmla="*/ 136366 w 2912392"/>
                <a:gd name="connsiteY14" fmla="*/ 146992 h 438529"/>
                <a:gd name="connsiteX15" fmla="*/ 146107 w 2912392"/>
                <a:gd name="connsiteY15" fmla="*/ 141195 h 438529"/>
                <a:gd name="connsiteX16" fmla="*/ 155846 w 2912392"/>
                <a:gd name="connsiteY16" fmla="*/ 135381 h 438529"/>
                <a:gd name="connsiteX17" fmla="*/ 165587 w 2912392"/>
                <a:gd name="connsiteY17" fmla="*/ 129560 h 438529"/>
                <a:gd name="connsiteX18" fmla="*/ 175328 w 2912392"/>
                <a:gd name="connsiteY18" fmla="*/ 123740 h 438529"/>
                <a:gd name="connsiteX19" fmla="*/ 185068 w 2912392"/>
                <a:gd name="connsiteY19" fmla="*/ 117930 h 438529"/>
                <a:gd name="connsiteX20" fmla="*/ 194809 w 2912392"/>
                <a:gd name="connsiteY20" fmla="*/ 112140 h 438529"/>
                <a:gd name="connsiteX21" fmla="*/ 204550 w 2912392"/>
                <a:gd name="connsiteY21" fmla="*/ 106380 h 438529"/>
                <a:gd name="connsiteX22" fmla="*/ 214289 w 2912392"/>
                <a:gd name="connsiteY22" fmla="*/ 100659 h 438529"/>
                <a:gd name="connsiteX23" fmla="*/ 224030 w 2912392"/>
                <a:gd name="connsiteY23" fmla="*/ 94987 h 438529"/>
                <a:gd name="connsiteX24" fmla="*/ 233771 w 2912392"/>
                <a:gd name="connsiteY24" fmla="*/ 89376 h 438529"/>
                <a:gd name="connsiteX25" fmla="*/ 243510 w 2912392"/>
                <a:gd name="connsiteY25" fmla="*/ 83837 h 438529"/>
                <a:gd name="connsiteX26" fmla="*/ 253251 w 2912392"/>
                <a:gd name="connsiteY26" fmla="*/ 78381 h 438529"/>
                <a:gd name="connsiteX27" fmla="*/ 262992 w 2912392"/>
                <a:gd name="connsiteY27" fmla="*/ 73017 h 438529"/>
                <a:gd name="connsiteX28" fmla="*/ 272732 w 2912392"/>
                <a:gd name="connsiteY28" fmla="*/ 67759 h 438529"/>
                <a:gd name="connsiteX29" fmla="*/ 282473 w 2912392"/>
                <a:gd name="connsiteY29" fmla="*/ 62616 h 438529"/>
                <a:gd name="connsiteX30" fmla="*/ 292214 w 2912392"/>
                <a:gd name="connsiteY30" fmla="*/ 57601 h 438529"/>
                <a:gd name="connsiteX31" fmla="*/ 301953 w 2912392"/>
                <a:gd name="connsiteY31" fmla="*/ 52725 h 438529"/>
                <a:gd name="connsiteX32" fmla="*/ 311694 w 2912392"/>
                <a:gd name="connsiteY32" fmla="*/ 47999 h 438529"/>
                <a:gd name="connsiteX33" fmla="*/ 321435 w 2912392"/>
                <a:gd name="connsiteY33" fmla="*/ 43435 h 438529"/>
                <a:gd name="connsiteX34" fmla="*/ 331175 w 2912392"/>
                <a:gd name="connsiteY34" fmla="*/ 39041 h 438529"/>
                <a:gd name="connsiteX35" fmla="*/ 340916 w 2912392"/>
                <a:gd name="connsiteY35" fmla="*/ 34832 h 438529"/>
                <a:gd name="connsiteX36" fmla="*/ 350656 w 2912392"/>
                <a:gd name="connsiteY36" fmla="*/ 30817 h 438529"/>
                <a:gd name="connsiteX37" fmla="*/ 360396 w 2912392"/>
                <a:gd name="connsiteY37" fmla="*/ 27006 h 438529"/>
                <a:gd name="connsiteX38" fmla="*/ 370137 w 2912392"/>
                <a:gd name="connsiteY38" fmla="*/ 23409 h 438529"/>
                <a:gd name="connsiteX39" fmla="*/ 379878 w 2912392"/>
                <a:gd name="connsiteY39" fmla="*/ 20036 h 438529"/>
                <a:gd name="connsiteX40" fmla="*/ 389617 w 2912392"/>
                <a:gd name="connsiteY40" fmla="*/ 16897 h 438529"/>
                <a:gd name="connsiteX41" fmla="*/ 399358 w 2912392"/>
                <a:gd name="connsiteY41" fmla="*/ 13999 h 438529"/>
                <a:gd name="connsiteX42" fmla="*/ 409099 w 2912392"/>
                <a:gd name="connsiteY42" fmla="*/ 11353 h 438529"/>
                <a:gd name="connsiteX43" fmla="*/ 418839 w 2912392"/>
                <a:gd name="connsiteY43" fmla="*/ 8966 h 438529"/>
                <a:gd name="connsiteX44" fmla="*/ 428580 w 2912392"/>
                <a:gd name="connsiteY44" fmla="*/ 6846 h 438529"/>
                <a:gd name="connsiteX45" fmla="*/ 438321 w 2912392"/>
                <a:gd name="connsiteY45" fmla="*/ 4999 h 438529"/>
                <a:gd name="connsiteX46" fmla="*/ 448060 w 2912392"/>
                <a:gd name="connsiteY46" fmla="*/ 3433 h 438529"/>
                <a:gd name="connsiteX47" fmla="*/ 457801 w 2912392"/>
                <a:gd name="connsiteY47" fmla="*/ 2153 h 438529"/>
                <a:gd name="connsiteX48" fmla="*/ 467542 w 2912392"/>
                <a:gd name="connsiteY48" fmla="*/ 1165 h 438529"/>
                <a:gd name="connsiteX49" fmla="*/ 477281 w 2912392"/>
                <a:gd name="connsiteY49" fmla="*/ 475 h 438529"/>
                <a:gd name="connsiteX50" fmla="*/ 487022 w 2912392"/>
                <a:gd name="connsiteY50" fmla="*/ 85 h 438529"/>
                <a:gd name="connsiteX51" fmla="*/ 496763 w 2912392"/>
                <a:gd name="connsiteY51" fmla="*/ 0 h 438529"/>
                <a:gd name="connsiteX52" fmla="*/ 506503 w 2912392"/>
                <a:gd name="connsiteY52" fmla="*/ 222 h 438529"/>
                <a:gd name="connsiteX53" fmla="*/ 516244 w 2912392"/>
                <a:gd name="connsiteY53" fmla="*/ 754 h 438529"/>
                <a:gd name="connsiteX54" fmla="*/ 525985 w 2912392"/>
                <a:gd name="connsiteY54" fmla="*/ 1597 h 438529"/>
                <a:gd name="connsiteX55" fmla="*/ 535724 w 2912392"/>
                <a:gd name="connsiteY55" fmla="*/ 2752 h 438529"/>
                <a:gd name="connsiteX56" fmla="*/ 545465 w 2912392"/>
                <a:gd name="connsiteY56" fmla="*/ 4219 h 438529"/>
                <a:gd name="connsiteX57" fmla="*/ 555206 w 2912392"/>
                <a:gd name="connsiteY57" fmla="*/ 6000 h 438529"/>
                <a:gd name="connsiteX58" fmla="*/ 564946 w 2912392"/>
                <a:gd name="connsiteY58" fmla="*/ 8092 h 438529"/>
                <a:gd name="connsiteX59" fmla="*/ 574687 w 2912392"/>
                <a:gd name="connsiteY59" fmla="*/ 10492 h 438529"/>
                <a:gd name="connsiteX60" fmla="*/ 584428 w 2912392"/>
                <a:gd name="connsiteY60" fmla="*/ 13200 h 438529"/>
                <a:gd name="connsiteX61" fmla="*/ 594167 w 2912392"/>
                <a:gd name="connsiteY61" fmla="*/ 16212 h 438529"/>
                <a:gd name="connsiteX62" fmla="*/ 603908 w 2912392"/>
                <a:gd name="connsiteY62" fmla="*/ 19522 h 438529"/>
                <a:gd name="connsiteX63" fmla="*/ 613649 w 2912392"/>
                <a:gd name="connsiteY63" fmla="*/ 23129 h 438529"/>
                <a:gd name="connsiteX64" fmla="*/ 623388 w 2912392"/>
                <a:gd name="connsiteY64" fmla="*/ 27028 h 438529"/>
                <a:gd name="connsiteX65" fmla="*/ 633129 w 2912392"/>
                <a:gd name="connsiteY65" fmla="*/ 31210 h 438529"/>
                <a:gd name="connsiteX66" fmla="*/ 642870 w 2912392"/>
                <a:gd name="connsiteY66" fmla="*/ 35673 h 438529"/>
                <a:gd name="connsiteX67" fmla="*/ 652610 w 2912392"/>
                <a:gd name="connsiteY67" fmla="*/ 40406 h 438529"/>
                <a:gd name="connsiteX68" fmla="*/ 662351 w 2912392"/>
                <a:gd name="connsiteY68" fmla="*/ 45403 h 438529"/>
                <a:gd name="connsiteX69" fmla="*/ 672092 w 2912392"/>
                <a:gd name="connsiteY69" fmla="*/ 50658 h 438529"/>
                <a:gd name="connsiteX70" fmla="*/ 681831 w 2912392"/>
                <a:gd name="connsiteY70" fmla="*/ 56162 h 438529"/>
                <a:gd name="connsiteX71" fmla="*/ 691572 w 2912392"/>
                <a:gd name="connsiteY71" fmla="*/ 61904 h 438529"/>
                <a:gd name="connsiteX72" fmla="*/ 701313 w 2912392"/>
                <a:gd name="connsiteY72" fmla="*/ 67877 h 438529"/>
                <a:gd name="connsiteX73" fmla="*/ 711052 w 2912392"/>
                <a:gd name="connsiteY73" fmla="*/ 74067 h 438529"/>
                <a:gd name="connsiteX74" fmla="*/ 720793 w 2912392"/>
                <a:gd name="connsiteY74" fmla="*/ 80469 h 438529"/>
                <a:gd name="connsiteX75" fmla="*/ 730534 w 2912392"/>
                <a:gd name="connsiteY75" fmla="*/ 87070 h 438529"/>
                <a:gd name="connsiteX76" fmla="*/ 740274 w 2912392"/>
                <a:gd name="connsiteY76" fmla="*/ 93859 h 438529"/>
                <a:gd name="connsiteX77" fmla="*/ 750015 w 2912392"/>
                <a:gd name="connsiteY77" fmla="*/ 100823 h 438529"/>
                <a:gd name="connsiteX78" fmla="*/ 759756 w 2912392"/>
                <a:gd name="connsiteY78" fmla="*/ 107954 h 438529"/>
                <a:gd name="connsiteX79" fmla="*/ 769495 w 2912392"/>
                <a:gd name="connsiteY79" fmla="*/ 115235 h 438529"/>
                <a:gd name="connsiteX80" fmla="*/ 779236 w 2912392"/>
                <a:gd name="connsiteY80" fmla="*/ 122657 h 438529"/>
                <a:gd name="connsiteX81" fmla="*/ 788977 w 2912392"/>
                <a:gd name="connsiteY81" fmla="*/ 130208 h 438529"/>
                <a:gd name="connsiteX82" fmla="*/ 798717 w 2912392"/>
                <a:gd name="connsiteY82" fmla="*/ 137874 h 438529"/>
                <a:gd name="connsiteX83" fmla="*/ 808458 w 2912392"/>
                <a:gd name="connsiteY83" fmla="*/ 145641 h 438529"/>
                <a:gd name="connsiteX84" fmla="*/ 818199 w 2912392"/>
                <a:gd name="connsiteY84" fmla="*/ 153498 h 438529"/>
                <a:gd name="connsiteX85" fmla="*/ 827938 w 2912392"/>
                <a:gd name="connsiteY85" fmla="*/ 161430 h 438529"/>
                <a:gd name="connsiteX86" fmla="*/ 837679 w 2912392"/>
                <a:gd name="connsiteY86" fmla="*/ 169427 h 438529"/>
                <a:gd name="connsiteX87" fmla="*/ 847420 w 2912392"/>
                <a:gd name="connsiteY87" fmla="*/ 177472 h 438529"/>
                <a:gd name="connsiteX88" fmla="*/ 857159 w 2912392"/>
                <a:gd name="connsiteY88" fmla="*/ 185555 h 438529"/>
                <a:gd name="connsiteX89" fmla="*/ 866900 w 2912392"/>
                <a:gd name="connsiteY89" fmla="*/ 193658 h 438529"/>
                <a:gd name="connsiteX90" fmla="*/ 876641 w 2912392"/>
                <a:gd name="connsiteY90" fmla="*/ 201774 h 438529"/>
                <a:gd name="connsiteX91" fmla="*/ 886381 w 2912392"/>
                <a:gd name="connsiteY91" fmla="*/ 209885 h 438529"/>
                <a:gd name="connsiteX92" fmla="*/ 896122 w 2912392"/>
                <a:gd name="connsiteY92" fmla="*/ 217981 h 438529"/>
                <a:gd name="connsiteX93" fmla="*/ 905863 w 2912392"/>
                <a:gd name="connsiteY93" fmla="*/ 226046 h 438529"/>
                <a:gd name="connsiteX94" fmla="*/ 915602 w 2912392"/>
                <a:gd name="connsiteY94" fmla="*/ 234069 h 438529"/>
                <a:gd name="connsiteX95" fmla="*/ 925343 w 2912392"/>
                <a:gd name="connsiteY95" fmla="*/ 242038 h 438529"/>
                <a:gd name="connsiteX96" fmla="*/ 935084 w 2912392"/>
                <a:gd name="connsiteY96" fmla="*/ 249939 h 438529"/>
                <a:gd name="connsiteX97" fmla="*/ 944824 w 2912392"/>
                <a:gd name="connsiteY97" fmla="*/ 257763 h 438529"/>
                <a:gd name="connsiteX98" fmla="*/ 954564 w 2912392"/>
                <a:gd name="connsiteY98" fmla="*/ 265492 h 438529"/>
                <a:gd name="connsiteX99" fmla="*/ 964305 w 2912392"/>
                <a:gd name="connsiteY99" fmla="*/ 273121 h 438529"/>
                <a:gd name="connsiteX100" fmla="*/ 974045 w 2912392"/>
                <a:gd name="connsiteY100" fmla="*/ 280634 h 438529"/>
                <a:gd name="connsiteX101" fmla="*/ 983786 w 2912392"/>
                <a:gd name="connsiteY101" fmla="*/ 288023 h 438529"/>
                <a:gd name="connsiteX102" fmla="*/ 993522 w 2912392"/>
                <a:gd name="connsiteY102" fmla="*/ 295275 h 438529"/>
                <a:gd name="connsiteX103" fmla="*/ 1003266 w 2912392"/>
                <a:gd name="connsiteY103" fmla="*/ 302381 h 438529"/>
                <a:gd name="connsiteX104" fmla="*/ 1013010 w 2912392"/>
                <a:gd name="connsiteY104" fmla="*/ 309330 h 438529"/>
                <a:gd name="connsiteX105" fmla="*/ 1022754 w 2912392"/>
                <a:gd name="connsiteY105" fmla="*/ 316113 h 438529"/>
                <a:gd name="connsiteX106" fmla="*/ 1032483 w 2912392"/>
                <a:gd name="connsiteY106" fmla="*/ 322722 h 438529"/>
                <a:gd name="connsiteX107" fmla="*/ 1042227 w 2912392"/>
                <a:gd name="connsiteY107" fmla="*/ 329147 h 438529"/>
                <a:gd name="connsiteX108" fmla="*/ 1051971 w 2912392"/>
                <a:gd name="connsiteY108" fmla="*/ 335381 h 438529"/>
                <a:gd name="connsiteX109" fmla="*/ 1061715 w 2912392"/>
                <a:gd name="connsiteY109" fmla="*/ 341415 h 438529"/>
                <a:gd name="connsiteX110" fmla="*/ 1071444 w 2912392"/>
                <a:gd name="connsiteY110" fmla="*/ 347242 h 438529"/>
                <a:gd name="connsiteX111" fmla="*/ 1081188 w 2912392"/>
                <a:gd name="connsiteY111" fmla="*/ 352856 h 438529"/>
                <a:gd name="connsiteX112" fmla="*/ 1090932 w 2912392"/>
                <a:gd name="connsiteY112" fmla="*/ 358250 h 438529"/>
                <a:gd name="connsiteX113" fmla="*/ 1100676 w 2912392"/>
                <a:gd name="connsiteY113" fmla="*/ 363420 h 438529"/>
                <a:gd name="connsiteX114" fmla="*/ 1110405 w 2912392"/>
                <a:gd name="connsiteY114" fmla="*/ 368361 h 438529"/>
                <a:gd name="connsiteX115" fmla="*/ 1120149 w 2912392"/>
                <a:gd name="connsiteY115" fmla="*/ 373066 h 438529"/>
                <a:gd name="connsiteX116" fmla="*/ 1129893 w 2912392"/>
                <a:gd name="connsiteY116" fmla="*/ 377533 h 438529"/>
                <a:gd name="connsiteX117" fmla="*/ 1139637 w 2912392"/>
                <a:gd name="connsiteY117" fmla="*/ 381758 h 438529"/>
                <a:gd name="connsiteX118" fmla="*/ 1149381 w 2912392"/>
                <a:gd name="connsiteY118" fmla="*/ 385739 h 438529"/>
                <a:gd name="connsiteX119" fmla="*/ 1159110 w 2912392"/>
                <a:gd name="connsiteY119" fmla="*/ 389474 h 438529"/>
                <a:gd name="connsiteX120" fmla="*/ 1168854 w 2912392"/>
                <a:gd name="connsiteY120" fmla="*/ 392961 h 438529"/>
                <a:gd name="connsiteX121" fmla="*/ 1178598 w 2912392"/>
                <a:gd name="connsiteY121" fmla="*/ 396198 h 438529"/>
                <a:gd name="connsiteX122" fmla="*/ 1188341 w 2912392"/>
                <a:gd name="connsiteY122" fmla="*/ 399187 h 438529"/>
                <a:gd name="connsiteX123" fmla="*/ 1198070 w 2912392"/>
                <a:gd name="connsiteY123" fmla="*/ 401927 h 438529"/>
                <a:gd name="connsiteX124" fmla="*/ 1207814 w 2912392"/>
                <a:gd name="connsiteY124" fmla="*/ 404419 h 438529"/>
                <a:gd name="connsiteX125" fmla="*/ 1217558 w 2912392"/>
                <a:gd name="connsiteY125" fmla="*/ 406666 h 438529"/>
                <a:gd name="connsiteX126" fmla="*/ 1227302 w 2912392"/>
                <a:gd name="connsiteY126" fmla="*/ 408667 h 438529"/>
                <a:gd name="connsiteX127" fmla="*/ 1237031 w 2912392"/>
                <a:gd name="connsiteY127" fmla="*/ 410428 h 438529"/>
                <a:gd name="connsiteX128" fmla="*/ 1246775 w 2912392"/>
                <a:gd name="connsiteY128" fmla="*/ 411952 h 438529"/>
                <a:gd name="connsiteX129" fmla="*/ 1256519 w 2912392"/>
                <a:gd name="connsiteY129" fmla="*/ 413241 h 438529"/>
                <a:gd name="connsiteX130" fmla="*/ 1266263 w 2912392"/>
                <a:gd name="connsiteY130" fmla="*/ 414300 h 438529"/>
                <a:gd name="connsiteX131" fmla="*/ 1276007 w 2912392"/>
                <a:gd name="connsiteY131" fmla="*/ 415136 h 438529"/>
                <a:gd name="connsiteX132" fmla="*/ 1285736 w 2912392"/>
                <a:gd name="connsiteY132" fmla="*/ 415755 h 438529"/>
                <a:gd name="connsiteX133" fmla="*/ 1295480 w 2912392"/>
                <a:gd name="connsiteY133" fmla="*/ 416160 h 438529"/>
                <a:gd name="connsiteX134" fmla="*/ 1305224 w 2912392"/>
                <a:gd name="connsiteY134" fmla="*/ 416360 h 438529"/>
                <a:gd name="connsiteX135" fmla="*/ 1314968 w 2912392"/>
                <a:gd name="connsiteY135" fmla="*/ 416361 h 438529"/>
                <a:gd name="connsiteX136" fmla="*/ 1324697 w 2912392"/>
                <a:gd name="connsiteY136" fmla="*/ 416173 h 438529"/>
                <a:gd name="connsiteX137" fmla="*/ 1334441 w 2912392"/>
                <a:gd name="connsiteY137" fmla="*/ 415802 h 438529"/>
                <a:gd name="connsiteX138" fmla="*/ 1344185 w 2912392"/>
                <a:gd name="connsiteY138" fmla="*/ 415258 h 438529"/>
                <a:gd name="connsiteX139" fmla="*/ 1353929 w 2912392"/>
                <a:gd name="connsiteY139" fmla="*/ 414551 h 438529"/>
                <a:gd name="connsiteX140" fmla="*/ 1363658 w 2912392"/>
                <a:gd name="connsiteY140" fmla="*/ 413687 h 438529"/>
                <a:gd name="connsiteX141" fmla="*/ 1373402 w 2912392"/>
                <a:gd name="connsiteY141" fmla="*/ 412679 h 438529"/>
                <a:gd name="connsiteX142" fmla="*/ 1383146 w 2912392"/>
                <a:gd name="connsiteY142" fmla="*/ 411537 h 438529"/>
                <a:gd name="connsiteX143" fmla="*/ 1392890 w 2912392"/>
                <a:gd name="connsiteY143" fmla="*/ 410270 h 438529"/>
                <a:gd name="connsiteX144" fmla="*/ 1402619 w 2912392"/>
                <a:gd name="connsiteY144" fmla="*/ 408891 h 438529"/>
                <a:gd name="connsiteX145" fmla="*/ 1412363 w 2912392"/>
                <a:gd name="connsiteY145" fmla="*/ 407408 h 438529"/>
                <a:gd name="connsiteX146" fmla="*/ 1422106 w 2912392"/>
                <a:gd name="connsiteY146" fmla="*/ 405835 h 438529"/>
                <a:gd name="connsiteX147" fmla="*/ 1431850 w 2912392"/>
                <a:gd name="connsiteY147" fmla="*/ 404183 h 438529"/>
                <a:gd name="connsiteX148" fmla="*/ 1441594 w 2912392"/>
                <a:gd name="connsiteY148" fmla="*/ 402462 h 438529"/>
                <a:gd name="connsiteX149" fmla="*/ 1451323 w 2912392"/>
                <a:gd name="connsiteY149" fmla="*/ 400684 h 438529"/>
                <a:gd name="connsiteX150" fmla="*/ 1461067 w 2912392"/>
                <a:gd name="connsiteY150" fmla="*/ 398864 h 438529"/>
                <a:gd name="connsiteX151" fmla="*/ 1470811 w 2912392"/>
                <a:gd name="connsiteY151" fmla="*/ 397009 h 438529"/>
                <a:gd name="connsiteX152" fmla="*/ 1480555 w 2912392"/>
                <a:gd name="connsiteY152" fmla="*/ 395133 h 438529"/>
                <a:gd name="connsiteX153" fmla="*/ 1490284 w 2912392"/>
                <a:gd name="connsiteY153" fmla="*/ 393247 h 438529"/>
                <a:gd name="connsiteX154" fmla="*/ 1500028 w 2912392"/>
                <a:gd name="connsiteY154" fmla="*/ 391363 h 438529"/>
                <a:gd name="connsiteX155" fmla="*/ 1509772 w 2912392"/>
                <a:gd name="connsiteY155" fmla="*/ 389494 h 438529"/>
                <a:gd name="connsiteX156" fmla="*/ 1519516 w 2912392"/>
                <a:gd name="connsiteY156" fmla="*/ 387649 h 438529"/>
                <a:gd name="connsiteX157" fmla="*/ 1529245 w 2912392"/>
                <a:gd name="connsiteY157" fmla="*/ 385839 h 438529"/>
                <a:gd name="connsiteX158" fmla="*/ 1538989 w 2912392"/>
                <a:gd name="connsiteY158" fmla="*/ 384076 h 438529"/>
                <a:gd name="connsiteX159" fmla="*/ 1548733 w 2912392"/>
                <a:gd name="connsiteY159" fmla="*/ 382369 h 438529"/>
                <a:gd name="connsiteX160" fmla="*/ 1558477 w 2912392"/>
                <a:gd name="connsiteY160" fmla="*/ 380730 h 438529"/>
                <a:gd name="connsiteX161" fmla="*/ 1568221 w 2912392"/>
                <a:gd name="connsiteY161" fmla="*/ 379167 h 438529"/>
                <a:gd name="connsiteX162" fmla="*/ 1577950 w 2912392"/>
                <a:gd name="connsiteY162" fmla="*/ 377691 h 438529"/>
                <a:gd name="connsiteX163" fmla="*/ 1587694 w 2912392"/>
                <a:gd name="connsiteY163" fmla="*/ 376308 h 438529"/>
                <a:gd name="connsiteX164" fmla="*/ 1597438 w 2912392"/>
                <a:gd name="connsiteY164" fmla="*/ 375030 h 438529"/>
                <a:gd name="connsiteX165" fmla="*/ 1607182 w 2912392"/>
                <a:gd name="connsiteY165" fmla="*/ 373862 h 438529"/>
                <a:gd name="connsiteX166" fmla="*/ 1616911 w 2912392"/>
                <a:gd name="connsiteY166" fmla="*/ 372813 h 438529"/>
                <a:gd name="connsiteX167" fmla="*/ 1626655 w 2912392"/>
                <a:gd name="connsiteY167" fmla="*/ 371888 h 438529"/>
                <a:gd name="connsiteX168" fmla="*/ 1636399 w 2912392"/>
                <a:gd name="connsiteY168" fmla="*/ 371095 h 438529"/>
                <a:gd name="connsiteX169" fmla="*/ 1646142 w 2912392"/>
                <a:gd name="connsiteY169" fmla="*/ 370438 h 438529"/>
                <a:gd name="connsiteX170" fmla="*/ 1655872 w 2912392"/>
                <a:gd name="connsiteY170" fmla="*/ 369922 h 438529"/>
                <a:gd name="connsiteX171" fmla="*/ 1665616 w 2912392"/>
                <a:gd name="connsiteY171" fmla="*/ 369551 h 438529"/>
                <a:gd name="connsiteX172" fmla="*/ 1675359 w 2912392"/>
                <a:gd name="connsiteY172" fmla="*/ 369331 h 438529"/>
                <a:gd name="connsiteX173" fmla="*/ 1685103 w 2912392"/>
                <a:gd name="connsiteY173" fmla="*/ 369261 h 438529"/>
                <a:gd name="connsiteX174" fmla="*/ 1694832 w 2912392"/>
                <a:gd name="connsiteY174" fmla="*/ 369344 h 438529"/>
                <a:gd name="connsiteX175" fmla="*/ 1704576 w 2912392"/>
                <a:gd name="connsiteY175" fmla="*/ 369584 h 438529"/>
                <a:gd name="connsiteX176" fmla="*/ 1714320 w 2912392"/>
                <a:gd name="connsiteY176" fmla="*/ 369977 h 438529"/>
                <a:gd name="connsiteX177" fmla="*/ 1724064 w 2912392"/>
                <a:gd name="connsiteY177" fmla="*/ 370526 h 438529"/>
                <a:gd name="connsiteX178" fmla="*/ 1733808 w 2912392"/>
                <a:gd name="connsiteY178" fmla="*/ 371228 h 438529"/>
                <a:gd name="connsiteX179" fmla="*/ 1743537 w 2912392"/>
                <a:gd name="connsiteY179" fmla="*/ 372083 h 438529"/>
                <a:gd name="connsiteX180" fmla="*/ 1753281 w 2912392"/>
                <a:gd name="connsiteY180" fmla="*/ 373087 h 438529"/>
                <a:gd name="connsiteX181" fmla="*/ 1763025 w 2912392"/>
                <a:gd name="connsiteY181" fmla="*/ 374236 h 438529"/>
                <a:gd name="connsiteX182" fmla="*/ 1772769 w 2912392"/>
                <a:gd name="connsiteY182" fmla="*/ 375529 h 438529"/>
                <a:gd name="connsiteX183" fmla="*/ 1782498 w 2912392"/>
                <a:gd name="connsiteY183" fmla="*/ 376958 h 438529"/>
                <a:gd name="connsiteX184" fmla="*/ 1792242 w 2912392"/>
                <a:gd name="connsiteY184" fmla="*/ 378518 h 438529"/>
                <a:gd name="connsiteX185" fmla="*/ 1801986 w 2912392"/>
                <a:gd name="connsiteY185" fmla="*/ 380204 h 438529"/>
                <a:gd name="connsiteX186" fmla="*/ 1811730 w 2912392"/>
                <a:gd name="connsiteY186" fmla="*/ 382008 h 438529"/>
                <a:gd name="connsiteX187" fmla="*/ 1821459 w 2912392"/>
                <a:gd name="connsiteY187" fmla="*/ 383924 h 438529"/>
                <a:gd name="connsiteX188" fmla="*/ 1831203 w 2912392"/>
                <a:gd name="connsiteY188" fmla="*/ 385942 h 438529"/>
                <a:gd name="connsiteX189" fmla="*/ 1840947 w 2912392"/>
                <a:gd name="connsiteY189" fmla="*/ 388054 h 438529"/>
                <a:gd name="connsiteX190" fmla="*/ 1850691 w 2912392"/>
                <a:gd name="connsiteY190" fmla="*/ 390251 h 438529"/>
                <a:gd name="connsiteX191" fmla="*/ 1860435 w 2912392"/>
                <a:gd name="connsiteY191" fmla="*/ 392521 h 438529"/>
                <a:gd name="connsiteX192" fmla="*/ 1870164 w 2912392"/>
                <a:gd name="connsiteY192" fmla="*/ 394857 h 438529"/>
                <a:gd name="connsiteX193" fmla="*/ 1879908 w 2912392"/>
                <a:gd name="connsiteY193" fmla="*/ 397246 h 438529"/>
                <a:gd name="connsiteX194" fmla="*/ 1889652 w 2912392"/>
                <a:gd name="connsiteY194" fmla="*/ 399677 h 438529"/>
                <a:gd name="connsiteX195" fmla="*/ 1899395 w 2912392"/>
                <a:gd name="connsiteY195" fmla="*/ 402138 h 438529"/>
                <a:gd name="connsiteX196" fmla="*/ 1909124 w 2912392"/>
                <a:gd name="connsiteY196" fmla="*/ 404618 h 438529"/>
                <a:gd name="connsiteX197" fmla="*/ 1918868 w 2912392"/>
                <a:gd name="connsiteY197" fmla="*/ 407103 h 438529"/>
                <a:gd name="connsiteX198" fmla="*/ 1928612 w 2912392"/>
                <a:gd name="connsiteY198" fmla="*/ 409582 h 438529"/>
                <a:gd name="connsiteX199" fmla="*/ 1938356 w 2912392"/>
                <a:gd name="connsiteY199" fmla="*/ 412042 h 438529"/>
                <a:gd name="connsiteX200" fmla="*/ 1948085 w 2912392"/>
                <a:gd name="connsiteY200" fmla="*/ 414469 h 438529"/>
                <a:gd name="connsiteX201" fmla="*/ 1957829 w 2912392"/>
                <a:gd name="connsiteY201" fmla="*/ 416850 h 438529"/>
                <a:gd name="connsiteX202" fmla="*/ 1967573 w 2912392"/>
                <a:gd name="connsiteY202" fmla="*/ 419174 h 438529"/>
                <a:gd name="connsiteX203" fmla="*/ 1977317 w 2912392"/>
                <a:gd name="connsiteY203" fmla="*/ 421425 h 438529"/>
                <a:gd name="connsiteX204" fmla="*/ 1987046 w 2912392"/>
                <a:gd name="connsiteY204" fmla="*/ 423593 h 438529"/>
                <a:gd name="connsiteX205" fmla="*/ 1996790 w 2912392"/>
                <a:gd name="connsiteY205" fmla="*/ 425662 h 438529"/>
                <a:gd name="connsiteX206" fmla="*/ 2006534 w 2912392"/>
                <a:gd name="connsiteY206" fmla="*/ 427622 h 438529"/>
                <a:gd name="connsiteX207" fmla="*/ 2016278 w 2912392"/>
                <a:gd name="connsiteY207" fmla="*/ 429459 h 438529"/>
                <a:gd name="connsiteX208" fmla="*/ 2026022 w 2912392"/>
                <a:gd name="connsiteY208" fmla="*/ 431160 h 438529"/>
                <a:gd name="connsiteX209" fmla="*/ 2035751 w 2912392"/>
                <a:gd name="connsiteY209" fmla="*/ 432714 h 438529"/>
                <a:gd name="connsiteX210" fmla="*/ 2045495 w 2912392"/>
                <a:gd name="connsiteY210" fmla="*/ 434109 h 438529"/>
                <a:gd name="connsiteX211" fmla="*/ 2055239 w 2912392"/>
                <a:gd name="connsiteY211" fmla="*/ 435332 h 438529"/>
                <a:gd name="connsiteX212" fmla="*/ 2064983 w 2912392"/>
                <a:gd name="connsiteY212" fmla="*/ 436375 h 438529"/>
                <a:gd name="connsiteX213" fmla="*/ 2074712 w 2912392"/>
                <a:gd name="connsiteY213" fmla="*/ 437226 h 438529"/>
                <a:gd name="connsiteX214" fmla="*/ 2084456 w 2912392"/>
                <a:gd name="connsiteY214" fmla="*/ 437874 h 438529"/>
                <a:gd name="connsiteX215" fmla="*/ 2094200 w 2912392"/>
                <a:gd name="connsiteY215" fmla="*/ 438312 h 438529"/>
                <a:gd name="connsiteX216" fmla="*/ 2103944 w 2912392"/>
                <a:gd name="connsiteY216" fmla="*/ 438529 h 438529"/>
                <a:gd name="connsiteX217" fmla="*/ 2113673 w 2912392"/>
                <a:gd name="connsiteY217" fmla="*/ 438517 h 438529"/>
                <a:gd name="connsiteX218" fmla="*/ 2123417 w 2912392"/>
                <a:gd name="connsiteY218" fmla="*/ 438270 h 438529"/>
                <a:gd name="connsiteX219" fmla="*/ 2133161 w 2912392"/>
                <a:gd name="connsiteY219" fmla="*/ 437781 h 438529"/>
                <a:gd name="connsiteX220" fmla="*/ 2142905 w 2912392"/>
                <a:gd name="connsiteY220" fmla="*/ 437042 h 438529"/>
                <a:gd name="connsiteX221" fmla="*/ 2152649 w 2912392"/>
                <a:gd name="connsiteY221" fmla="*/ 436050 h 438529"/>
                <a:gd name="connsiteX222" fmla="*/ 2162377 w 2912392"/>
                <a:gd name="connsiteY222" fmla="*/ 434797 h 438529"/>
                <a:gd name="connsiteX223" fmla="*/ 2172121 w 2912392"/>
                <a:gd name="connsiteY223" fmla="*/ 433283 h 438529"/>
                <a:gd name="connsiteX224" fmla="*/ 2181865 w 2912392"/>
                <a:gd name="connsiteY224" fmla="*/ 431503 h 438529"/>
                <a:gd name="connsiteX225" fmla="*/ 2191609 w 2912392"/>
                <a:gd name="connsiteY225" fmla="*/ 429454 h 438529"/>
                <a:gd name="connsiteX226" fmla="*/ 2201338 w 2912392"/>
                <a:gd name="connsiteY226" fmla="*/ 427136 h 438529"/>
                <a:gd name="connsiteX227" fmla="*/ 2211082 w 2912392"/>
                <a:gd name="connsiteY227" fmla="*/ 424548 h 438529"/>
                <a:gd name="connsiteX228" fmla="*/ 2220826 w 2912392"/>
                <a:gd name="connsiteY228" fmla="*/ 421690 h 438529"/>
                <a:gd name="connsiteX229" fmla="*/ 2230570 w 2912392"/>
                <a:gd name="connsiteY229" fmla="*/ 418565 h 438529"/>
                <a:gd name="connsiteX230" fmla="*/ 2240299 w 2912392"/>
                <a:gd name="connsiteY230" fmla="*/ 415172 h 438529"/>
                <a:gd name="connsiteX231" fmla="*/ 2250043 w 2912392"/>
                <a:gd name="connsiteY231" fmla="*/ 411514 h 438529"/>
                <a:gd name="connsiteX232" fmla="*/ 2259787 w 2912392"/>
                <a:gd name="connsiteY232" fmla="*/ 407597 h 438529"/>
                <a:gd name="connsiteX233" fmla="*/ 2269531 w 2912392"/>
                <a:gd name="connsiteY233" fmla="*/ 403424 h 438529"/>
                <a:gd name="connsiteX234" fmla="*/ 2279260 w 2912392"/>
                <a:gd name="connsiteY234" fmla="*/ 399001 h 438529"/>
                <a:gd name="connsiteX235" fmla="*/ 2289004 w 2912392"/>
                <a:gd name="connsiteY235" fmla="*/ 394333 h 438529"/>
                <a:gd name="connsiteX236" fmla="*/ 2298748 w 2912392"/>
                <a:gd name="connsiteY236" fmla="*/ 389427 h 438529"/>
                <a:gd name="connsiteX237" fmla="*/ 2308492 w 2912392"/>
                <a:gd name="connsiteY237" fmla="*/ 384291 h 438529"/>
                <a:gd name="connsiteX238" fmla="*/ 2318236 w 2912392"/>
                <a:gd name="connsiteY238" fmla="*/ 378935 h 438529"/>
                <a:gd name="connsiteX239" fmla="*/ 2327965 w 2912392"/>
                <a:gd name="connsiteY239" fmla="*/ 373366 h 438529"/>
                <a:gd name="connsiteX240" fmla="*/ 2337709 w 2912392"/>
                <a:gd name="connsiteY240" fmla="*/ 367594 h 438529"/>
                <a:gd name="connsiteX241" fmla="*/ 2347453 w 2912392"/>
                <a:gd name="connsiteY241" fmla="*/ 361630 h 438529"/>
                <a:gd name="connsiteX242" fmla="*/ 2357197 w 2912392"/>
                <a:gd name="connsiteY242" fmla="*/ 355485 h 438529"/>
                <a:gd name="connsiteX243" fmla="*/ 2366926 w 2912392"/>
                <a:gd name="connsiteY243" fmla="*/ 349171 h 438529"/>
                <a:gd name="connsiteX244" fmla="*/ 2376670 w 2912392"/>
                <a:gd name="connsiteY244" fmla="*/ 342700 h 438529"/>
                <a:gd name="connsiteX245" fmla="*/ 2386413 w 2912392"/>
                <a:gd name="connsiteY245" fmla="*/ 336085 h 438529"/>
                <a:gd name="connsiteX246" fmla="*/ 2396157 w 2912392"/>
                <a:gd name="connsiteY246" fmla="*/ 329341 h 438529"/>
                <a:gd name="connsiteX247" fmla="*/ 2405886 w 2912392"/>
                <a:gd name="connsiteY247" fmla="*/ 322478 h 438529"/>
                <a:gd name="connsiteX248" fmla="*/ 2415630 w 2912392"/>
                <a:gd name="connsiteY248" fmla="*/ 315514 h 438529"/>
                <a:gd name="connsiteX249" fmla="*/ 2425374 w 2912392"/>
                <a:gd name="connsiteY249" fmla="*/ 308463 h 438529"/>
                <a:gd name="connsiteX250" fmla="*/ 2435118 w 2912392"/>
                <a:gd name="connsiteY250" fmla="*/ 301338 h 438529"/>
                <a:gd name="connsiteX251" fmla="*/ 2444862 w 2912392"/>
                <a:gd name="connsiteY251" fmla="*/ 294155 h 438529"/>
                <a:gd name="connsiteX252" fmla="*/ 2454591 w 2912392"/>
                <a:gd name="connsiteY252" fmla="*/ 286932 h 438529"/>
                <a:gd name="connsiteX253" fmla="*/ 2464335 w 2912392"/>
                <a:gd name="connsiteY253" fmla="*/ 279682 h 438529"/>
                <a:gd name="connsiteX254" fmla="*/ 2474079 w 2912392"/>
                <a:gd name="connsiteY254" fmla="*/ 272423 h 438529"/>
                <a:gd name="connsiteX255" fmla="*/ 2483823 w 2912392"/>
                <a:gd name="connsiteY255" fmla="*/ 265171 h 438529"/>
                <a:gd name="connsiteX256" fmla="*/ 2493552 w 2912392"/>
                <a:gd name="connsiteY256" fmla="*/ 257940 h 438529"/>
                <a:gd name="connsiteX257" fmla="*/ 2503296 w 2912392"/>
                <a:gd name="connsiteY257" fmla="*/ 250748 h 438529"/>
                <a:gd name="connsiteX258" fmla="*/ 2513040 w 2912392"/>
                <a:gd name="connsiteY258" fmla="*/ 243613 h 438529"/>
                <a:gd name="connsiteX259" fmla="*/ 2522784 w 2912392"/>
                <a:gd name="connsiteY259" fmla="*/ 236548 h 438529"/>
                <a:gd name="connsiteX260" fmla="*/ 2532513 w 2912392"/>
                <a:gd name="connsiteY260" fmla="*/ 229572 h 438529"/>
                <a:gd name="connsiteX261" fmla="*/ 2542257 w 2912392"/>
                <a:gd name="connsiteY261" fmla="*/ 222700 h 438529"/>
                <a:gd name="connsiteX262" fmla="*/ 2552001 w 2912392"/>
                <a:gd name="connsiteY262" fmla="*/ 215947 h 438529"/>
                <a:gd name="connsiteX263" fmla="*/ 2561745 w 2912392"/>
                <a:gd name="connsiteY263" fmla="*/ 209331 h 438529"/>
                <a:gd name="connsiteX264" fmla="*/ 2571474 w 2912392"/>
                <a:gd name="connsiteY264" fmla="*/ 202866 h 438529"/>
                <a:gd name="connsiteX265" fmla="*/ 2581218 w 2912392"/>
                <a:gd name="connsiteY265" fmla="*/ 196567 h 438529"/>
                <a:gd name="connsiteX266" fmla="*/ 2590962 w 2912392"/>
                <a:gd name="connsiteY266" fmla="*/ 190449 h 438529"/>
                <a:gd name="connsiteX267" fmla="*/ 2600705 w 2912392"/>
                <a:gd name="connsiteY267" fmla="*/ 184528 h 438529"/>
                <a:gd name="connsiteX268" fmla="*/ 2610449 w 2912392"/>
                <a:gd name="connsiteY268" fmla="*/ 178819 h 438529"/>
                <a:gd name="connsiteX269" fmla="*/ 2620178 w 2912392"/>
                <a:gd name="connsiteY269" fmla="*/ 173333 h 438529"/>
                <a:gd name="connsiteX270" fmla="*/ 2629922 w 2912392"/>
                <a:gd name="connsiteY270" fmla="*/ 168084 h 438529"/>
                <a:gd name="connsiteX271" fmla="*/ 2639666 w 2912392"/>
                <a:gd name="connsiteY271" fmla="*/ 163087 h 438529"/>
                <a:gd name="connsiteX272" fmla="*/ 2649410 w 2912392"/>
                <a:gd name="connsiteY272" fmla="*/ 158352 h 438529"/>
                <a:gd name="connsiteX273" fmla="*/ 2659139 w 2912392"/>
                <a:gd name="connsiteY273" fmla="*/ 153892 h 438529"/>
                <a:gd name="connsiteX274" fmla="*/ 2668883 w 2912392"/>
                <a:gd name="connsiteY274" fmla="*/ 149718 h 438529"/>
                <a:gd name="connsiteX275" fmla="*/ 2678627 w 2912392"/>
                <a:gd name="connsiteY275" fmla="*/ 145843 h 438529"/>
                <a:gd name="connsiteX276" fmla="*/ 2688371 w 2912392"/>
                <a:gd name="connsiteY276" fmla="*/ 142273 h 438529"/>
                <a:gd name="connsiteX277" fmla="*/ 2698100 w 2912392"/>
                <a:gd name="connsiteY277" fmla="*/ 139021 h 438529"/>
                <a:gd name="connsiteX278" fmla="*/ 2707844 w 2912392"/>
                <a:gd name="connsiteY278" fmla="*/ 136095 h 438529"/>
                <a:gd name="connsiteX279" fmla="*/ 2717588 w 2912392"/>
                <a:gd name="connsiteY279" fmla="*/ 133502 h 438529"/>
                <a:gd name="connsiteX280" fmla="*/ 2727332 w 2912392"/>
                <a:gd name="connsiteY280" fmla="*/ 131251 h 438529"/>
                <a:gd name="connsiteX281" fmla="*/ 2737076 w 2912392"/>
                <a:gd name="connsiteY281" fmla="*/ 129347 h 438529"/>
                <a:gd name="connsiteX282" fmla="*/ 2746805 w 2912392"/>
                <a:gd name="connsiteY282" fmla="*/ 127799 h 438529"/>
                <a:gd name="connsiteX283" fmla="*/ 2756549 w 2912392"/>
                <a:gd name="connsiteY283" fmla="*/ 126610 h 438529"/>
                <a:gd name="connsiteX284" fmla="*/ 2766293 w 2912392"/>
                <a:gd name="connsiteY284" fmla="*/ 125785 h 438529"/>
                <a:gd name="connsiteX285" fmla="*/ 2776037 w 2912392"/>
                <a:gd name="connsiteY285" fmla="*/ 125330 h 438529"/>
                <a:gd name="connsiteX286" fmla="*/ 2785766 w 2912392"/>
                <a:gd name="connsiteY286" fmla="*/ 125245 h 438529"/>
                <a:gd name="connsiteX287" fmla="*/ 2795510 w 2912392"/>
                <a:gd name="connsiteY287" fmla="*/ 125536 h 438529"/>
                <a:gd name="connsiteX288" fmla="*/ 2805254 w 2912392"/>
                <a:gd name="connsiteY288" fmla="*/ 126203 h 438529"/>
                <a:gd name="connsiteX289" fmla="*/ 2814998 w 2912392"/>
                <a:gd name="connsiteY289" fmla="*/ 127248 h 438529"/>
                <a:gd name="connsiteX290" fmla="*/ 2824727 w 2912392"/>
                <a:gd name="connsiteY290" fmla="*/ 128669 h 438529"/>
                <a:gd name="connsiteX291" fmla="*/ 2834471 w 2912392"/>
                <a:gd name="connsiteY291" fmla="*/ 130467 h 438529"/>
                <a:gd name="connsiteX292" fmla="*/ 2844215 w 2912392"/>
                <a:gd name="connsiteY292" fmla="*/ 132643 h 438529"/>
                <a:gd name="connsiteX293" fmla="*/ 2853958 w 2912392"/>
                <a:gd name="connsiteY293" fmla="*/ 135192 h 438529"/>
                <a:gd name="connsiteX294" fmla="*/ 2863687 w 2912392"/>
                <a:gd name="connsiteY294" fmla="*/ 138114 h 438529"/>
                <a:gd name="connsiteX295" fmla="*/ 2873431 w 2912392"/>
                <a:gd name="connsiteY295" fmla="*/ 141403 h 438529"/>
                <a:gd name="connsiteX296" fmla="*/ 2883175 w 2912392"/>
                <a:gd name="connsiteY296" fmla="*/ 145058 h 438529"/>
                <a:gd name="connsiteX297" fmla="*/ 2892919 w 2912392"/>
                <a:gd name="connsiteY297" fmla="*/ 149073 h 438529"/>
                <a:gd name="connsiteX298" fmla="*/ 2902663 w 2912392"/>
                <a:gd name="connsiteY298" fmla="*/ 153443 h 438529"/>
                <a:gd name="connsiteX299" fmla="*/ 2912392 w 2912392"/>
                <a:gd name="connsiteY299" fmla="*/ 158162 h 438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38529">
                  <a:moveTo>
                    <a:pt x="0" y="223112"/>
                  </a:moveTo>
                  <a:lnTo>
                    <a:pt x="9739" y="218109"/>
                  </a:lnTo>
                  <a:lnTo>
                    <a:pt x="19480" y="213032"/>
                  </a:lnTo>
                  <a:lnTo>
                    <a:pt x="29221" y="207878"/>
                  </a:lnTo>
                  <a:lnTo>
                    <a:pt x="38961" y="202650"/>
                  </a:lnTo>
                  <a:lnTo>
                    <a:pt x="48702" y="197352"/>
                  </a:lnTo>
                  <a:lnTo>
                    <a:pt x="58443" y="191984"/>
                  </a:lnTo>
                  <a:lnTo>
                    <a:pt x="68182" y="186547"/>
                  </a:lnTo>
                  <a:lnTo>
                    <a:pt x="77923" y="181049"/>
                  </a:lnTo>
                  <a:lnTo>
                    <a:pt x="87664" y="175491"/>
                  </a:lnTo>
                  <a:lnTo>
                    <a:pt x="97404" y="169878"/>
                  </a:lnTo>
                  <a:lnTo>
                    <a:pt x="107145" y="164217"/>
                  </a:lnTo>
                  <a:lnTo>
                    <a:pt x="116886" y="158510"/>
                  </a:lnTo>
                  <a:lnTo>
                    <a:pt x="126625" y="152767"/>
                  </a:lnTo>
                  <a:lnTo>
                    <a:pt x="136366" y="146992"/>
                  </a:lnTo>
                  <a:lnTo>
                    <a:pt x="146107" y="141195"/>
                  </a:lnTo>
                  <a:lnTo>
                    <a:pt x="155846" y="135381"/>
                  </a:lnTo>
                  <a:lnTo>
                    <a:pt x="165587" y="129560"/>
                  </a:lnTo>
                  <a:lnTo>
                    <a:pt x="175328" y="123740"/>
                  </a:lnTo>
                  <a:lnTo>
                    <a:pt x="185068" y="117930"/>
                  </a:lnTo>
                  <a:lnTo>
                    <a:pt x="194809" y="112140"/>
                  </a:lnTo>
                  <a:lnTo>
                    <a:pt x="204550" y="106380"/>
                  </a:lnTo>
                  <a:lnTo>
                    <a:pt x="214289" y="100659"/>
                  </a:lnTo>
                  <a:lnTo>
                    <a:pt x="224030" y="94987"/>
                  </a:lnTo>
                  <a:lnTo>
                    <a:pt x="233771" y="89376"/>
                  </a:lnTo>
                  <a:lnTo>
                    <a:pt x="243510" y="83837"/>
                  </a:lnTo>
                  <a:lnTo>
                    <a:pt x="253251" y="78381"/>
                  </a:lnTo>
                  <a:lnTo>
                    <a:pt x="262992" y="73017"/>
                  </a:lnTo>
                  <a:lnTo>
                    <a:pt x="272732" y="67759"/>
                  </a:lnTo>
                  <a:lnTo>
                    <a:pt x="282473" y="62616"/>
                  </a:lnTo>
                  <a:lnTo>
                    <a:pt x="292214" y="57601"/>
                  </a:lnTo>
                  <a:lnTo>
                    <a:pt x="301953" y="52725"/>
                  </a:lnTo>
                  <a:lnTo>
                    <a:pt x="311694" y="47999"/>
                  </a:lnTo>
                  <a:lnTo>
                    <a:pt x="321435" y="43435"/>
                  </a:lnTo>
                  <a:lnTo>
                    <a:pt x="331175" y="39041"/>
                  </a:lnTo>
                  <a:lnTo>
                    <a:pt x="340916" y="34832"/>
                  </a:lnTo>
                  <a:lnTo>
                    <a:pt x="350656" y="30817"/>
                  </a:lnTo>
                  <a:lnTo>
                    <a:pt x="360396" y="27006"/>
                  </a:lnTo>
                  <a:lnTo>
                    <a:pt x="370137" y="23409"/>
                  </a:lnTo>
                  <a:lnTo>
                    <a:pt x="379878" y="20036"/>
                  </a:lnTo>
                  <a:lnTo>
                    <a:pt x="389617" y="16897"/>
                  </a:lnTo>
                  <a:lnTo>
                    <a:pt x="399358" y="13999"/>
                  </a:lnTo>
                  <a:lnTo>
                    <a:pt x="409099" y="11353"/>
                  </a:lnTo>
                  <a:lnTo>
                    <a:pt x="418839" y="8966"/>
                  </a:lnTo>
                  <a:lnTo>
                    <a:pt x="428580" y="6846"/>
                  </a:lnTo>
                  <a:lnTo>
                    <a:pt x="438321" y="4999"/>
                  </a:lnTo>
                  <a:lnTo>
                    <a:pt x="448060" y="3433"/>
                  </a:lnTo>
                  <a:lnTo>
                    <a:pt x="457801" y="2153"/>
                  </a:lnTo>
                  <a:lnTo>
                    <a:pt x="467542" y="1165"/>
                  </a:lnTo>
                  <a:lnTo>
                    <a:pt x="477281" y="475"/>
                  </a:lnTo>
                  <a:lnTo>
                    <a:pt x="487022" y="85"/>
                  </a:lnTo>
                  <a:lnTo>
                    <a:pt x="496763" y="0"/>
                  </a:lnTo>
                  <a:lnTo>
                    <a:pt x="506503" y="222"/>
                  </a:lnTo>
                  <a:lnTo>
                    <a:pt x="516244" y="754"/>
                  </a:lnTo>
                  <a:lnTo>
                    <a:pt x="525985" y="1597"/>
                  </a:lnTo>
                  <a:lnTo>
                    <a:pt x="535724" y="2752"/>
                  </a:lnTo>
                  <a:lnTo>
                    <a:pt x="545465" y="4219"/>
                  </a:lnTo>
                  <a:lnTo>
                    <a:pt x="555206" y="6000"/>
                  </a:lnTo>
                  <a:lnTo>
                    <a:pt x="564946" y="8092"/>
                  </a:lnTo>
                  <a:lnTo>
                    <a:pt x="574687" y="10492"/>
                  </a:lnTo>
                  <a:lnTo>
                    <a:pt x="584428" y="13200"/>
                  </a:lnTo>
                  <a:lnTo>
                    <a:pt x="594167" y="16212"/>
                  </a:lnTo>
                  <a:lnTo>
                    <a:pt x="603908" y="19522"/>
                  </a:lnTo>
                  <a:lnTo>
                    <a:pt x="613649" y="23129"/>
                  </a:lnTo>
                  <a:lnTo>
                    <a:pt x="623388" y="27028"/>
                  </a:lnTo>
                  <a:lnTo>
                    <a:pt x="633129" y="31210"/>
                  </a:lnTo>
                  <a:lnTo>
                    <a:pt x="642870" y="35673"/>
                  </a:lnTo>
                  <a:lnTo>
                    <a:pt x="652610" y="40406"/>
                  </a:lnTo>
                  <a:lnTo>
                    <a:pt x="662351" y="45403"/>
                  </a:lnTo>
                  <a:lnTo>
                    <a:pt x="672092" y="50658"/>
                  </a:lnTo>
                  <a:lnTo>
                    <a:pt x="681831" y="56162"/>
                  </a:lnTo>
                  <a:lnTo>
                    <a:pt x="691572" y="61904"/>
                  </a:lnTo>
                  <a:lnTo>
                    <a:pt x="701313" y="67877"/>
                  </a:lnTo>
                  <a:lnTo>
                    <a:pt x="711052" y="74067"/>
                  </a:lnTo>
                  <a:lnTo>
                    <a:pt x="720793" y="80469"/>
                  </a:lnTo>
                  <a:lnTo>
                    <a:pt x="730534" y="87070"/>
                  </a:lnTo>
                  <a:lnTo>
                    <a:pt x="740274" y="93859"/>
                  </a:lnTo>
                  <a:lnTo>
                    <a:pt x="750015" y="100823"/>
                  </a:lnTo>
                  <a:lnTo>
                    <a:pt x="759756" y="107954"/>
                  </a:lnTo>
                  <a:lnTo>
                    <a:pt x="769495" y="115235"/>
                  </a:lnTo>
                  <a:lnTo>
                    <a:pt x="779236" y="122657"/>
                  </a:lnTo>
                  <a:lnTo>
                    <a:pt x="788977" y="130208"/>
                  </a:lnTo>
                  <a:lnTo>
                    <a:pt x="798717" y="137874"/>
                  </a:lnTo>
                  <a:lnTo>
                    <a:pt x="808458" y="145641"/>
                  </a:lnTo>
                  <a:lnTo>
                    <a:pt x="818199" y="153498"/>
                  </a:lnTo>
                  <a:lnTo>
                    <a:pt x="827938" y="161430"/>
                  </a:lnTo>
                  <a:lnTo>
                    <a:pt x="837679" y="169427"/>
                  </a:lnTo>
                  <a:lnTo>
                    <a:pt x="847420" y="177472"/>
                  </a:lnTo>
                  <a:lnTo>
                    <a:pt x="857159" y="185555"/>
                  </a:lnTo>
                  <a:lnTo>
                    <a:pt x="866900" y="193658"/>
                  </a:lnTo>
                  <a:lnTo>
                    <a:pt x="876641" y="201774"/>
                  </a:lnTo>
                  <a:lnTo>
                    <a:pt x="886381" y="209885"/>
                  </a:lnTo>
                  <a:lnTo>
                    <a:pt x="896122" y="217981"/>
                  </a:lnTo>
                  <a:lnTo>
                    <a:pt x="905863" y="226046"/>
                  </a:lnTo>
                  <a:lnTo>
                    <a:pt x="915602" y="234069"/>
                  </a:lnTo>
                  <a:lnTo>
                    <a:pt x="925343" y="242038"/>
                  </a:lnTo>
                  <a:lnTo>
                    <a:pt x="935084" y="249939"/>
                  </a:lnTo>
                  <a:lnTo>
                    <a:pt x="944824" y="257763"/>
                  </a:lnTo>
                  <a:lnTo>
                    <a:pt x="954564" y="265492"/>
                  </a:lnTo>
                  <a:lnTo>
                    <a:pt x="964305" y="273121"/>
                  </a:lnTo>
                  <a:lnTo>
                    <a:pt x="974045" y="280634"/>
                  </a:lnTo>
                  <a:lnTo>
                    <a:pt x="983786" y="288023"/>
                  </a:lnTo>
                  <a:lnTo>
                    <a:pt x="993522" y="295275"/>
                  </a:lnTo>
                  <a:lnTo>
                    <a:pt x="1003266" y="302381"/>
                  </a:lnTo>
                  <a:lnTo>
                    <a:pt x="1013010" y="309330"/>
                  </a:lnTo>
                  <a:lnTo>
                    <a:pt x="1022754" y="316113"/>
                  </a:lnTo>
                  <a:lnTo>
                    <a:pt x="1032483" y="322722"/>
                  </a:lnTo>
                  <a:lnTo>
                    <a:pt x="1042227" y="329147"/>
                  </a:lnTo>
                  <a:lnTo>
                    <a:pt x="1051971" y="335381"/>
                  </a:lnTo>
                  <a:lnTo>
                    <a:pt x="1061715" y="341415"/>
                  </a:lnTo>
                  <a:lnTo>
                    <a:pt x="1071444" y="347242"/>
                  </a:lnTo>
                  <a:lnTo>
                    <a:pt x="1081188" y="352856"/>
                  </a:lnTo>
                  <a:lnTo>
                    <a:pt x="1090932" y="358250"/>
                  </a:lnTo>
                  <a:lnTo>
                    <a:pt x="1100676" y="363420"/>
                  </a:lnTo>
                  <a:lnTo>
                    <a:pt x="1110405" y="368361"/>
                  </a:lnTo>
                  <a:lnTo>
                    <a:pt x="1120149" y="373066"/>
                  </a:lnTo>
                  <a:lnTo>
                    <a:pt x="1129893" y="377533"/>
                  </a:lnTo>
                  <a:lnTo>
                    <a:pt x="1139637" y="381758"/>
                  </a:lnTo>
                  <a:lnTo>
                    <a:pt x="1149381" y="385739"/>
                  </a:lnTo>
                  <a:lnTo>
                    <a:pt x="1159110" y="389474"/>
                  </a:lnTo>
                  <a:lnTo>
                    <a:pt x="1168854" y="392961"/>
                  </a:lnTo>
                  <a:lnTo>
                    <a:pt x="1178598" y="396198"/>
                  </a:lnTo>
                  <a:lnTo>
                    <a:pt x="1188341" y="399187"/>
                  </a:lnTo>
                  <a:lnTo>
                    <a:pt x="1198070" y="401927"/>
                  </a:lnTo>
                  <a:lnTo>
                    <a:pt x="1207814" y="404419"/>
                  </a:lnTo>
                  <a:lnTo>
                    <a:pt x="1217558" y="406666"/>
                  </a:lnTo>
                  <a:lnTo>
                    <a:pt x="1227302" y="408667"/>
                  </a:lnTo>
                  <a:lnTo>
                    <a:pt x="1237031" y="410428"/>
                  </a:lnTo>
                  <a:lnTo>
                    <a:pt x="1246775" y="411952"/>
                  </a:lnTo>
                  <a:lnTo>
                    <a:pt x="1256519" y="413241"/>
                  </a:lnTo>
                  <a:lnTo>
                    <a:pt x="1266263" y="414300"/>
                  </a:lnTo>
                  <a:lnTo>
                    <a:pt x="1276007" y="415136"/>
                  </a:lnTo>
                  <a:lnTo>
                    <a:pt x="1285736" y="415755"/>
                  </a:lnTo>
                  <a:lnTo>
                    <a:pt x="1295480" y="416160"/>
                  </a:lnTo>
                  <a:lnTo>
                    <a:pt x="1305224" y="416360"/>
                  </a:lnTo>
                  <a:lnTo>
                    <a:pt x="1314968" y="416361"/>
                  </a:lnTo>
                  <a:lnTo>
                    <a:pt x="1324697" y="416173"/>
                  </a:lnTo>
                  <a:lnTo>
                    <a:pt x="1334441" y="415802"/>
                  </a:lnTo>
                  <a:lnTo>
                    <a:pt x="1344185" y="415258"/>
                  </a:lnTo>
                  <a:lnTo>
                    <a:pt x="1353929" y="414551"/>
                  </a:lnTo>
                  <a:lnTo>
                    <a:pt x="1363658" y="413687"/>
                  </a:lnTo>
                  <a:lnTo>
                    <a:pt x="1373402" y="412679"/>
                  </a:lnTo>
                  <a:lnTo>
                    <a:pt x="1383146" y="411537"/>
                  </a:lnTo>
                  <a:lnTo>
                    <a:pt x="1392890" y="410270"/>
                  </a:lnTo>
                  <a:lnTo>
                    <a:pt x="1402619" y="408891"/>
                  </a:lnTo>
                  <a:lnTo>
                    <a:pt x="1412363" y="407408"/>
                  </a:lnTo>
                  <a:lnTo>
                    <a:pt x="1422106" y="405835"/>
                  </a:lnTo>
                  <a:lnTo>
                    <a:pt x="1431850" y="404183"/>
                  </a:lnTo>
                  <a:lnTo>
                    <a:pt x="1441594" y="402462"/>
                  </a:lnTo>
                  <a:lnTo>
                    <a:pt x="1451323" y="400684"/>
                  </a:lnTo>
                  <a:lnTo>
                    <a:pt x="1461067" y="398864"/>
                  </a:lnTo>
                  <a:lnTo>
                    <a:pt x="1470811" y="397009"/>
                  </a:lnTo>
                  <a:lnTo>
                    <a:pt x="1480555" y="395133"/>
                  </a:lnTo>
                  <a:lnTo>
                    <a:pt x="1490284" y="393247"/>
                  </a:lnTo>
                  <a:lnTo>
                    <a:pt x="1500028" y="391363"/>
                  </a:lnTo>
                  <a:lnTo>
                    <a:pt x="1509772" y="389494"/>
                  </a:lnTo>
                  <a:lnTo>
                    <a:pt x="1519516" y="387649"/>
                  </a:lnTo>
                  <a:lnTo>
                    <a:pt x="1529245" y="385839"/>
                  </a:lnTo>
                  <a:lnTo>
                    <a:pt x="1538989" y="384076"/>
                  </a:lnTo>
                  <a:lnTo>
                    <a:pt x="1548733" y="382369"/>
                  </a:lnTo>
                  <a:lnTo>
                    <a:pt x="1558477" y="380730"/>
                  </a:lnTo>
                  <a:lnTo>
                    <a:pt x="1568221" y="379167"/>
                  </a:lnTo>
                  <a:lnTo>
                    <a:pt x="1577950" y="377691"/>
                  </a:lnTo>
                  <a:lnTo>
                    <a:pt x="1587694" y="376308"/>
                  </a:lnTo>
                  <a:lnTo>
                    <a:pt x="1597438" y="375030"/>
                  </a:lnTo>
                  <a:lnTo>
                    <a:pt x="1607182" y="373862"/>
                  </a:lnTo>
                  <a:lnTo>
                    <a:pt x="1616911" y="372813"/>
                  </a:lnTo>
                  <a:lnTo>
                    <a:pt x="1626655" y="371888"/>
                  </a:lnTo>
                  <a:lnTo>
                    <a:pt x="1636399" y="371095"/>
                  </a:lnTo>
                  <a:lnTo>
                    <a:pt x="1646142" y="370438"/>
                  </a:lnTo>
                  <a:lnTo>
                    <a:pt x="1655872" y="369922"/>
                  </a:lnTo>
                  <a:lnTo>
                    <a:pt x="1665616" y="369551"/>
                  </a:lnTo>
                  <a:lnTo>
                    <a:pt x="1675359" y="369331"/>
                  </a:lnTo>
                  <a:lnTo>
                    <a:pt x="1685103" y="369261"/>
                  </a:lnTo>
                  <a:lnTo>
                    <a:pt x="1694832" y="369344"/>
                  </a:lnTo>
                  <a:lnTo>
                    <a:pt x="1704576" y="369584"/>
                  </a:lnTo>
                  <a:lnTo>
                    <a:pt x="1714320" y="369977"/>
                  </a:lnTo>
                  <a:lnTo>
                    <a:pt x="1724064" y="370526"/>
                  </a:lnTo>
                  <a:lnTo>
                    <a:pt x="1733808" y="371228"/>
                  </a:lnTo>
                  <a:lnTo>
                    <a:pt x="1743537" y="372083"/>
                  </a:lnTo>
                  <a:lnTo>
                    <a:pt x="1753281" y="373087"/>
                  </a:lnTo>
                  <a:lnTo>
                    <a:pt x="1763025" y="374236"/>
                  </a:lnTo>
                  <a:lnTo>
                    <a:pt x="1772769" y="375529"/>
                  </a:lnTo>
                  <a:lnTo>
                    <a:pt x="1782498" y="376958"/>
                  </a:lnTo>
                  <a:lnTo>
                    <a:pt x="1792242" y="378518"/>
                  </a:lnTo>
                  <a:lnTo>
                    <a:pt x="1801986" y="380204"/>
                  </a:lnTo>
                  <a:lnTo>
                    <a:pt x="1811730" y="382008"/>
                  </a:lnTo>
                  <a:lnTo>
                    <a:pt x="1821459" y="383924"/>
                  </a:lnTo>
                  <a:lnTo>
                    <a:pt x="1831203" y="385942"/>
                  </a:lnTo>
                  <a:lnTo>
                    <a:pt x="1840947" y="388054"/>
                  </a:lnTo>
                  <a:lnTo>
                    <a:pt x="1850691" y="390251"/>
                  </a:lnTo>
                  <a:lnTo>
                    <a:pt x="1860435" y="392521"/>
                  </a:lnTo>
                  <a:lnTo>
                    <a:pt x="1870164" y="394857"/>
                  </a:lnTo>
                  <a:lnTo>
                    <a:pt x="1879908" y="397246"/>
                  </a:lnTo>
                  <a:lnTo>
                    <a:pt x="1889652" y="399677"/>
                  </a:lnTo>
                  <a:lnTo>
                    <a:pt x="1899395" y="402138"/>
                  </a:lnTo>
                  <a:lnTo>
                    <a:pt x="1909124" y="404618"/>
                  </a:lnTo>
                  <a:lnTo>
                    <a:pt x="1918868" y="407103"/>
                  </a:lnTo>
                  <a:lnTo>
                    <a:pt x="1928612" y="409582"/>
                  </a:lnTo>
                  <a:lnTo>
                    <a:pt x="1938356" y="412042"/>
                  </a:lnTo>
                  <a:lnTo>
                    <a:pt x="1948085" y="414469"/>
                  </a:lnTo>
                  <a:lnTo>
                    <a:pt x="1957829" y="416850"/>
                  </a:lnTo>
                  <a:lnTo>
                    <a:pt x="1967573" y="419174"/>
                  </a:lnTo>
                  <a:lnTo>
                    <a:pt x="1977317" y="421425"/>
                  </a:lnTo>
                  <a:lnTo>
                    <a:pt x="1987046" y="423593"/>
                  </a:lnTo>
                  <a:lnTo>
                    <a:pt x="1996790" y="425662"/>
                  </a:lnTo>
                  <a:lnTo>
                    <a:pt x="2006534" y="427622"/>
                  </a:lnTo>
                  <a:lnTo>
                    <a:pt x="2016278" y="429459"/>
                  </a:lnTo>
                  <a:lnTo>
                    <a:pt x="2026022" y="431160"/>
                  </a:lnTo>
                  <a:lnTo>
                    <a:pt x="2035751" y="432714"/>
                  </a:lnTo>
                  <a:lnTo>
                    <a:pt x="2045495" y="434109"/>
                  </a:lnTo>
                  <a:lnTo>
                    <a:pt x="2055239" y="435332"/>
                  </a:lnTo>
                  <a:lnTo>
                    <a:pt x="2064983" y="436375"/>
                  </a:lnTo>
                  <a:lnTo>
                    <a:pt x="2074712" y="437226"/>
                  </a:lnTo>
                  <a:lnTo>
                    <a:pt x="2084456" y="437874"/>
                  </a:lnTo>
                  <a:lnTo>
                    <a:pt x="2094200" y="438312"/>
                  </a:lnTo>
                  <a:lnTo>
                    <a:pt x="2103944" y="438529"/>
                  </a:lnTo>
                  <a:lnTo>
                    <a:pt x="2113673" y="438517"/>
                  </a:lnTo>
                  <a:lnTo>
                    <a:pt x="2123417" y="438270"/>
                  </a:lnTo>
                  <a:lnTo>
                    <a:pt x="2133161" y="437781"/>
                  </a:lnTo>
                  <a:lnTo>
                    <a:pt x="2142905" y="437042"/>
                  </a:lnTo>
                  <a:lnTo>
                    <a:pt x="2152649" y="436050"/>
                  </a:lnTo>
                  <a:lnTo>
                    <a:pt x="2162377" y="434797"/>
                  </a:lnTo>
                  <a:lnTo>
                    <a:pt x="2172121" y="433283"/>
                  </a:lnTo>
                  <a:lnTo>
                    <a:pt x="2181865" y="431503"/>
                  </a:lnTo>
                  <a:lnTo>
                    <a:pt x="2191609" y="429454"/>
                  </a:lnTo>
                  <a:lnTo>
                    <a:pt x="2201338" y="427136"/>
                  </a:lnTo>
                  <a:lnTo>
                    <a:pt x="2211082" y="424548"/>
                  </a:lnTo>
                  <a:lnTo>
                    <a:pt x="2220826" y="421690"/>
                  </a:lnTo>
                  <a:lnTo>
                    <a:pt x="2230570" y="418565"/>
                  </a:lnTo>
                  <a:lnTo>
                    <a:pt x="2240299" y="415172"/>
                  </a:lnTo>
                  <a:lnTo>
                    <a:pt x="2250043" y="411514"/>
                  </a:lnTo>
                  <a:lnTo>
                    <a:pt x="2259787" y="407597"/>
                  </a:lnTo>
                  <a:lnTo>
                    <a:pt x="2269531" y="403424"/>
                  </a:lnTo>
                  <a:lnTo>
                    <a:pt x="2279260" y="399001"/>
                  </a:lnTo>
                  <a:lnTo>
                    <a:pt x="2289004" y="394333"/>
                  </a:lnTo>
                  <a:lnTo>
                    <a:pt x="2298748" y="389427"/>
                  </a:lnTo>
                  <a:lnTo>
                    <a:pt x="2308492" y="384291"/>
                  </a:lnTo>
                  <a:lnTo>
                    <a:pt x="2318236" y="378935"/>
                  </a:lnTo>
                  <a:lnTo>
                    <a:pt x="2327965" y="373366"/>
                  </a:lnTo>
                  <a:lnTo>
                    <a:pt x="2337709" y="367594"/>
                  </a:lnTo>
                  <a:lnTo>
                    <a:pt x="2347453" y="361630"/>
                  </a:lnTo>
                  <a:lnTo>
                    <a:pt x="2357197" y="355485"/>
                  </a:lnTo>
                  <a:lnTo>
                    <a:pt x="2366926" y="349171"/>
                  </a:lnTo>
                  <a:lnTo>
                    <a:pt x="2376670" y="342700"/>
                  </a:lnTo>
                  <a:lnTo>
                    <a:pt x="2386413" y="336085"/>
                  </a:lnTo>
                  <a:lnTo>
                    <a:pt x="2396157" y="329341"/>
                  </a:lnTo>
                  <a:lnTo>
                    <a:pt x="2405886" y="322478"/>
                  </a:lnTo>
                  <a:lnTo>
                    <a:pt x="2415630" y="315514"/>
                  </a:lnTo>
                  <a:lnTo>
                    <a:pt x="2425374" y="308463"/>
                  </a:lnTo>
                  <a:lnTo>
                    <a:pt x="2435118" y="301338"/>
                  </a:lnTo>
                  <a:lnTo>
                    <a:pt x="2444862" y="294155"/>
                  </a:lnTo>
                  <a:lnTo>
                    <a:pt x="2454591" y="286932"/>
                  </a:lnTo>
                  <a:lnTo>
                    <a:pt x="2464335" y="279682"/>
                  </a:lnTo>
                  <a:lnTo>
                    <a:pt x="2474079" y="272423"/>
                  </a:lnTo>
                  <a:lnTo>
                    <a:pt x="2483823" y="265171"/>
                  </a:lnTo>
                  <a:lnTo>
                    <a:pt x="2493552" y="257940"/>
                  </a:lnTo>
                  <a:lnTo>
                    <a:pt x="2503296" y="250748"/>
                  </a:lnTo>
                  <a:lnTo>
                    <a:pt x="2513040" y="243613"/>
                  </a:lnTo>
                  <a:lnTo>
                    <a:pt x="2522784" y="236548"/>
                  </a:lnTo>
                  <a:lnTo>
                    <a:pt x="2532513" y="229572"/>
                  </a:lnTo>
                  <a:lnTo>
                    <a:pt x="2542257" y="222700"/>
                  </a:lnTo>
                  <a:lnTo>
                    <a:pt x="2552001" y="215947"/>
                  </a:lnTo>
                  <a:lnTo>
                    <a:pt x="2561745" y="209331"/>
                  </a:lnTo>
                  <a:lnTo>
                    <a:pt x="2571474" y="202866"/>
                  </a:lnTo>
                  <a:lnTo>
                    <a:pt x="2581218" y="196567"/>
                  </a:lnTo>
                  <a:lnTo>
                    <a:pt x="2590962" y="190449"/>
                  </a:lnTo>
                  <a:lnTo>
                    <a:pt x="2600705" y="184528"/>
                  </a:lnTo>
                  <a:lnTo>
                    <a:pt x="2610449" y="178819"/>
                  </a:lnTo>
                  <a:lnTo>
                    <a:pt x="2620178" y="173333"/>
                  </a:lnTo>
                  <a:lnTo>
                    <a:pt x="2629922" y="168084"/>
                  </a:lnTo>
                  <a:lnTo>
                    <a:pt x="2639666" y="163087"/>
                  </a:lnTo>
                  <a:lnTo>
                    <a:pt x="2649410" y="158352"/>
                  </a:lnTo>
                  <a:lnTo>
                    <a:pt x="2659139" y="153892"/>
                  </a:lnTo>
                  <a:lnTo>
                    <a:pt x="2668883" y="149718"/>
                  </a:lnTo>
                  <a:lnTo>
                    <a:pt x="2678627" y="145843"/>
                  </a:lnTo>
                  <a:lnTo>
                    <a:pt x="2688371" y="142273"/>
                  </a:lnTo>
                  <a:lnTo>
                    <a:pt x="2698100" y="139021"/>
                  </a:lnTo>
                  <a:lnTo>
                    <a:pt x="2707844" y="136095"/>
                  </a:lnTo>
                  <a:lnTo>
                    <a:pt x="2717588" y="133502"/>
                  </a:lnTo>
                  <a:lnTo>
                    <a:pt x="2727332" y="131251"/>
                  </a:lnTo>
                  <a:lnTo>
                    <a:pt x="2737076" y="129347"/>
                  </a:lnTo>
                  <a:lnTo>
                    <a:pt x="2746805" y="127799"/>
                  </a:lnTo>
                  <a:lnTo>
                    <a:pt x="2756549" y="126610"/>
                  </a:lnTo>
                  <a:lnTo>
                    <a:pt x="2766293" y="125785"/>
                  </a:lnTo>
                  <a:lnTo>
                    <a:pt x="2776037" y="125330"/>
                  </a:lnTo>
                  <a:lnTo>
                    <a:pt x="2785766" y="125245"/>
                  </a:lnTo>
                  <a:lnTo>
                    <a:pt x="2795510" y="125536"/>
                  </a:lnTo>
                  <a:lnTo>
                    <a:pt x="2805254" y="126203"/>
                  </a:lnTo>
                  <a:lnTo>
                    <a:pt x="2814998" y="127248"/>
                  </a:lnTo>
                  <a:lnTo>
                    <a:pt x="2824727" y="128669"/>
                  </a:lnTo>
                  <a:lnTo>
                    <a:pt x="2834471" y="130467"/>
                  </a:lnTo>
                  <a:lnTo>
                    <a:pt x="2844215" y="132643"/>
                  </a:lnTo>
                  <a:lnTo>
                    <a:pt x="2853958" y="135192"/>
                  </a:lnTo>
                  <a:lnTo>
                    <a:pt x="2863687" y="138114"/>
                  </a:lnTo>
                  <a:lnTo>
                    <a:pt x="2873431" y="141403"/>
                  </a:lnTo>
                  <a:lnTo>
                    <a:pt x="2883175" y="145058"/>
                  </a:lnTo>
                  <a:lnTo>
                    <a:pt x="2892919" y="149073"/>
                  </a:lnTo>
                  <a:lnTo>
                    <a:pt x="2902663" y="153443"/>
                  </a:lnTo>
                  <a:lnTo>
                    <a:pt x="2912392" y="15816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0" name="Freeform 769">
              <a:extLst>
                <a:ext uri="{FF2B5EF4-FFF2-40B4-BE49-F238E27FC236}">
                  <a16:creationId xmlns:a16="http://schemas.microsoft.com/office/drawing/2014/main" id="{09CCFE5B-65D7-89B1-8A32-3BF449D898FA}"/>
                </a:ext>
              </a:extLst>
            </p:cNvPr>
            <p:cNvSpPr/>
            <p:nvPr/>
          </p:nvSpPr>
          <p:spPr>
            <a:xfrm>
              <a:off x="576446" y="3275427"/>
              <a:ext cx="2912392" cy="801895"/>
            </a:xfrm>
            <a:custGeom>
              <a:avLst/>
              <a:gdLst>
                <a:gd name="connsiteX0" fmla="*/ 0 w 2912392"/>
                <a:gd name="connsiteY0" fmla="*/ 23855 h 801895"/>
                <a:gd name="connsiteX1" fmla="*/ 9739 w 2912392"/>
                <a:gd name="connsiteY1" fmla="*/ 20488 h 801895"/>
                <a:gd name="connsiteX2" fmla="*/ 19480 w 2912392"/>
                <a:gd name="connsiteY2" fmla="*/ 17322 h 801895"/>
                <a:gd name="connsiteX3" fmla="*/ 29221 w 2912392"/>
                <a:gd name="connsiteY3" fmla="*/ 14375 h 801895"/>
                <a:gd name="connsiteX4" fmla="*/ 38961 w 2912392"/>
                <a:gd name="connsiteY4" fmla="*/ 11660 h 801895"/>
                <a:gd name="connsiteX5" fmla="*/ 48702 w 2912392"/>
                <a:gd name="connsiteY5" fmla="*/ 9193 h 801895"/>
                <a:gd name="connsiteX6" fmla="*/ 58443 w 2912392"/>
                <a:gd name="connsiteY6" fmla="*/ 6986 h 801895"/>
                <a:gd name="connsiteX7" fmla="*/ 68182 w 2912392"/>
                <a:gd name="connsiteY7" fmla="*/ 5057 h 801895"/>
                <a:gd name="connsiteX8" fmla="*/ 77923 w 2912392"/>
                <a:gd name="connsiteY8" fmla="*/ 3416 h 801895"/>
                <a:gd name="connsiteX9" fmla="*/ 87664 w 2912392"/>
                <a:gd name="connsiteY9" fmla="*/ 2077 h 801895"/>
                <a:gd name="connsiteX10" fmla="*/ 97404 w 2912392"/>
                <a:gd name="connsiteY10" fmla="*/ 1055 h 801895"/>
                <a:gd name="connsiteX11" fmla="*/ 107145 w 2912392"/>
                <a:gd name="connsiteY11" fmla="*/ 359 h 801895"/>
                <a:gd name="connsiteX12" fmla="*/ 116886 w 2912392"/>
                <a:gd name="connsiteY12" fmla="*/ 4 h 801895"/>
                <a:gd name="connsiteX13" fmla="*/ 126625 w 2912392"/>
                <a:gd name="connsiteY13" fmla="*/ 0 h 801895"/>
                <a:gd name="connsiteX14" fmla="*/ 136366 w 2912392"/>
                <a:gd name="connsiteY14" fmla="*/ 358 h 801895"/>
                <a:gd name="connsiteX15" fmla="*/ 146107 w 2912392"/>
                <a:gd name="connsiteY15" fmla="*/ 1086 h 801895"/>
                <a:gd name="connsiteX16" fmla="*/ 155846 w 2912392"/>
                <a:gd name="connsiteY16" fmla="*/ 2198 h 801895"/>
                <a:gd name="connsiteX17" fmla="*/ 165587 w 2912392"/>
                <a:gd name="connsiteY17" fmla="*/ 3698 h 801895"/>
                <a:gd name="connsiteX18" fmla="*/ 175328 w 2912392"/>
                <a:gd name="connsiteY18" fmla="*/ 5596 h 801895"/>
                <a:gd name="connsiteX19" fmla="*/ 185068 w 2912392"/>
                <a:gd name="connsiteY19" fmla="*/ 7899 h 801895"/>
                <a:gd name="connsiteX20" fmla="*/ 194809 w 2912392"/>
                <a:gd name="connsiteY20" fmla="*/ 10614 h 801895"/>
                <a:gd name="connsiteX21" fmla="*/ 204550 w 2912392"/>
                <a:gd name="connsiteY21" fmla="*/ 13746 h 801895"/>
                <a:gd name="connsiteX22" fmla="*/ 214289 w 2912392"/>
                <a:gd name="connsiteY22" fmla="*/ 17299 h 801895"/>
                <a:gd name="connsiteX23" fmla="*/ 224030 w 2912392"/>
                <a:gd name="connsiteY23" fmla="*/ 21277 h 801895"/>
                <a:gd name="connsiteX24" fmla="*/ 233771 w 2912392"/>
                <a:gd name="connsiteY24" fmla="*/ 25686 h 801895"/>
                <a:gd name="connsiteX25" fmla="*/ 243510 w 2912392"/>
                <a:gd name="connsiteY25" fmla="*/ 30524 h 801895"/>
                <a:gd name="connsiteX26" fmla="*/ 253251 w 2912392"/>
                <a:gd name="connsiteY26" fmla="*/ 35793 h 801895"/>
                <a:gd name="connsiteX27" fmla="*/ 262992 w 2912392"/>
                <a:gd name="connsiteY27" fmla="*/ 41495 h 801895"/>
                <a:gd name="connsiteX28" fmla="*/ 272732 w 2912392"/>
                <a:gd name="connsiteY28" fmla="*/ 47628 h 801895"/>
                <a:gd name="connsiteX29" fmla="*/ 282473 w 2912392"/>
                <a:gd name="connsiteY29" fmla="*/ 54191 h 801895"/>
                <a:gd name="connsiteX30" fmla="*/ 292214 w 2912392"/>
                <a:gd name="connsiteY30" fmla="*/ 61181 h 801895"/>
                <a:gd name="connsiteX31" fmla="*/ 301953 w 2912392"/>
                <a:gd name="connsiteY31" fmla="*/ 68595 h 801895"/>
                <a:gd name="connsiteX32" fmla="*/ 311694 w 2912392"/>
                <a:gd name="connsiteY32" fmla="*/ 76427 h 801895"/>
                <a:gd name="connsiteX33" fmla="*/ 321435 w 2912392"/>
                <a:gd name="connsiteY33" fmla="*/ 84675 h 801895"/>
                <a:gd name="connsiteX34" fmla="*/ 331175 w 2912392"/>
                <a:gd name="connsiteY34" fmla="*/ 93330 h 801895"/>
                <a:gd name="connsiteX35" fmla="*/ 340916 w 2912392"/>
                <a:gd name="connsiteY35" fmla="*/ 102386 h 801895"/>
                <a:gd name="connsiteX36" fmla="*/ 350656 w 2912392"/>
                <a:gd name="connsiteY36" fmla="*/ 111835 h 801895"/>
                <a:gd name="connsiteX37" fmla="*/ 360396 w 2912392"/>
                <a:gd name="connsiteY37" fmla="*/ 121668 h 801895"/>
                <a:gd name="connsiteX38" fmla="*/ 370137 w 2912392"/>
                <a:gd name="connsiteY38" fmla="*/ 131874 h 801895"/>
                <a:gd name="connsiteX39" fmla="*/ 379878 w 2912392"/>
                <a:gd name="connsiteY39" fmla="*/ 142445 h 801895"/>
                <a:gd name="connsiteX40" fmla="*/ 389617 w 2912392"/>
                <a:gd name="connsiteY40" fmla="*/ 153367 h 801895"/>
                <a:gd name="connsiteX41" fmla="*/ 399358 w 2912392"/>
                <a:gd name="connsiteY41" fmla="*/ 164629 h 801895"/>
                <a:gd name="connsiteX42" fmla="*/ 409099 w 2912392"/>
                <a:gd name="connsiteY42" fmla="*/ 176219 h 801895"/>
                <a:gd name="connsiteX43" fmla="*/ 418839 w 2912392"/>
                <a:gd name="connsiteY43" fmla="*/ 188122 h 801895"/>
                <a:gd name="connsiteX44" fmla="*/ 428580 w 2912392"/>
                <a:gd name="connsiteY44" fmla="*/ 200324 h 801895"/>
                <a:gd name="connsiteX45" fmla="*/ 438321 w 2912392"/>
                <a:gd name="connsiteY45" fmla="*/ 212811 h 801895"/>
                <a:gd name="connsiteX46" fmla="*/ 448060 w 2912392"/>
                <a:gd name="connsiteY46" fmla="*/ 225566 h 801895"/>
                <a:gd name="connsiteX47" fmla="*/ 457801 w 2912392"/>
                <a:gd name="connsiteY47" fmla="*/ 238573 h 801895"/>
                <a:gd name="connsiteX48" fmla="*/ 467542 w 2912392"/>
                <a:gd name="connsiteY48" fmla="*/ 251817 h 801895"/>
                <a:gd name="connsiteX49" fmla="*/ 477281 w 2912392"/>
                <a:gd name="connsiteY49" fmla="*/ 265278 h 801895"/>
                <a:gd name="connsiteX50" fmla="*/ 487022 w 2912392"/>
                <a:gd name="connsiteY50" fmla="*/ 278939 h 801895"/>
                <a:gd name="connsiteX51" fmla="*/ 496763 w 2912392"/>
                <a:gd name="connsiteY51" fmla="*/ 292783 h 801895"/>
                <a:gd name="connsiteX52" fmla="*/ 506503 w 2912392"/>
                <a:gd name="connsiteY52" fmla="*/ 306789 h 801895"/>
                <a:gd name="connsiteX53" fmla="*/ 516244 w 2912392"/>
                <a:gd name="connsiteY53" fmla="*/ 320940 h 801895"/>
                <a:gd name="connsiteX54" fmla="*/ 525985 w 2912392"/>
                <a:gd name="connsiteY54" fmla="*/ 335215 h 801895"/>
                <a:gd name="connsiteX55" fmla="*/ 535724 w 2912392"/>
                <a:gd name="connsiteY55" fmla="*/ 349597 h 801895"/>
                <a:gd name="connsiteX56" fmla="*/ 545465 w 2912392"/>
                <a:gd name="connsiteY56" fmla="*/ 364063 h 801895"/>
                <a:gd name="connsiteX57" fmla="*/ 555206 w 2912392"/>
                <a:gd name="connsiteY57" fmla="*/ 378595 h 801895"/>
                <a:gd name="connsiteX58" fmla="*/ 564946 w 2912392"/>
                <a:gd name="connsiteY58" fmla="*/ 393171 h 801895"/>
                <a:gd name="connsiteX59" fmla="*/ 574687 w 2912392"/>
                <a:gd name="connsiteY59" fmla="*/ 407772 h 801895"/>
                <a:gd name="connsiteX60" fmla="*/ 584428 w 2912392"/>
                <a:gd name="connsiteY60" fmla="*/ 422376 h 801895"/>
                <a:gd name="connsiteX61" fmla="*/ 594167 w 2912392"/>
                <a:gd name="connsiteY61" fmla="*/ 436963 h 801895"/>
                <a:gd name="connsiteX62" fmla="*/ 603908 w 2912392"/>
                <a:gd name="connsiteY62" fmla="*/ 451512 h 801895"/>
                <a:gd name="connsiteX63" fmla="*/ 613649 w 2912392"/>
                <a:gd name="connsiteY63" fmla="*/ 466004 h 801895"/>
                <a:gd name="connsiteX64" fmla="*/ 623388 w 2912392"/>
                <a:gd name="connsiteY64" fmla="*/ 480418 h 801895"/>
                <a:gd name="connsiteX65" fmla="*/ 633129 w 2912392"/>
                <a:gd name="connsiteY65" fmla="*/ 494733 h 801895"/>
                <a:gd name="connsiteX66" fmla="*/ 642870 w 2912392"/>
                <a:gd name="connsiteY66" fmla="*/ 508927 h 801895"/>
                <a:gd name="connsiteX67" fmla="*/ 652610 w 2912392"/>
                <a:gd name="connsiteY67" fmla="*/ 522983 h 801895"/>
                <a:gd name="connsiteX68" fmla="*/ 662351 w 2912392"/>
                <a:gd name="connsiteY68" fmla="*/ 536879 h 801895"/>
                <a:gd name="connsiteX69" fmla="*/ 672092 w 2912392"/>
                <a:gd name="connsiteY69" fmla="*/ 550598 h 801895"/>
                <a:gd name="connsiteX70" fmla="*/ 681831 w 2912392"/>
                <a:gd name="connsiteY70" fmla="*/ 564117 h 801895"/>
                <a:gd name="connsiteX71" fmla="*/ 691572 w 2912392"/>
                <a:gd name="connsiteY71" fmla="*/ 577420 h 801895"/>
                <a:gd name="connsiteX72" fmla="*/ 701313 w 2912392"/>
                <a:gd name="connsiteY72" fmla="*/ 590487 h 801895"/>
                <a:gd name="connsiteX73" fmla="*/ 711052 w 2912392"/>
                <a:gd name="connsiteY73" fmla="*/ 603301 h 801895"/>
                <a:gd name="connsiteX74" fmla="*/ 720793 w 2912392"/>
                <a:gd name="connsiteY74" fmla="*/ 615842 h 801895"/>
                <a:gd name="connsiteX75" fmla="*/ 730534 w 2912392"/>
                <a:gd name="connsiteY75" fmla="*/ 628095 h 801895"/>
                <a:gd name="connsiteX76" fmla="*/ 740274 w 2912392"/>
                <a:gd name="connsiteY76" fmla="*/ 640041 h 801895"/>
                <a:gd name="connsiteX77" fmla="*/ 750015 w 2912392"/>
                <a:gd name="connsiteY77" fmla="*/ 651665 h 801895"/>
                <a:gd name="connsiteX78" fmla="*/ 759756 w 2912392"/>
                <a:gd name="connsiteY78" fmla="*/ 662951 h 801895"/>
                <a:gd name="connsiteX79" fmla="*/ 769495 w 2912392"/>
                <a:gd name="connsiteY79" fmla="*/ 673882 h 801895"/>
                <a:gd name="connsiteX80" fmla="*/ 779236 w 2912392"/>
                <a:gd name="connsiteY80" fmla="*/ 684446 h 801895"/>
                <a:gd name="connsiteX81" fmla="*/ 788977 w 2912392"/>
                <a:gd name="connsiteY81" fmla="*/ 694625 h 801895"/>
                <a:gd name="connsiteX82" fmla="*/ 798717 w 2912392"/>
                <a:gd name="connsiteY82" fmla="*/ 704409 h 801895"/>
                <a:gd name="connsiteX83" fmla="*/ 808458 w 2912392"/>
                <a:gd name="connsiteY83" fmla="*/ 713783 h 801895"/>
                <a:gd name="connsiteX84" fmla="*/ 818199 w 2912392"/>
                <a:gd name="connsiteY84" fmla="*/ 722736 h 801895"/>
                <a:gd name="connsiteX85" fmla="*/ 827938 w 2912392"/>
                <a:gd name="connsiteY85" fmla="*/ 731255 h 801895"/>
                <a:gd name="connsiteX86" fmla="*/ 837679 w 2912392"/>
                <a:gd name="connsiteY86" fmla="*/ 739331 h 801895"/>
                <a:gd name="connsiteX87" fmla="*/ 847420 w 2912392"/>
                <a:gd name="connsiteY87" fmla="*/ 746949 h 801895"/>
                <a:gd name="connsiteX88" fmla="*/ 857159 w 2912392"/>
                <a:gd name="connsiteY88" fmla="*/ 754100 h 801895"/>
                <a:gd name="connsiteX89" fmla="*/ 866900 w 2912392"/>
                <a:gd name="connsiteY89" fmla="*/ 760790 h 801895"/>
                <a:gd name="connsiteX90" fmla="*/ 876641 w 2912392"/>
                <a:gd name="connsiteY90" fmla="*/ 766988 h 801895"/>
                <a:gd name="connsiteX91" fmla="*/ 886381 w 2912392"/>
                <a:gd name="connsiteY91" fmla="*/ 772709 h 801895"/>
                <a:gd name="connsiteX92" fmla="*/ 896122 w 2912392"/>
                <a:gd name="connsiteY92" fmla="*/ 777924 h 801895"/>
                <a:gd name="connsiteX93" fmla="*/ 905863 w 2912392"/>
                <a:gd name="connsiteY93" fmla="*/ 782632 h 801895"/>
                <a:gd name="connsiteX94" fmla="*/ 915602 w 2912392"/>
                <a:gd name="connsiteY94" fmla="*/ 786848 h 801895"/>
                <a:gd name="connsiteX95" fmla="*/ 925343 w 2912392"/>
                <a:gd name="connsiteY95" fmla="*/ 790543 h 801895"/>
                <a:gd name="connsiteX96" fmla="*/ 935084 w 2912392"/>
                <a:gd name="connsiteY96" fmla="*/ 793716 h 801895"/>
                <a:gd name="connsiteX97" fmla="*/ 944824 w 2912392"/>
                <a:gd name="connsiteY97" fmla="*/ 796383 h 801895"/>
                <a:gd name="connsiteX98" fmla="*/ 954564 w 2912392"/>
                <a:gd name="connsiteY98" fmla="*/ 798529 h 801895"/>
                <a:gd name="connsiteX99" fmla="*/ 964305 w 2912392"/>
                <a:gd name="connsiteY99" fmla="*/ 800153 h 801895"/>
                <a:gd name="connsiteX100" fmla="*/ 974045 w 2912392"/>
                <a:gd name="connsiteY100" fmla="*/ 801255 h 801895"/>
                <a:gd name="connsiteX101" fmla="*/ 983786 w 2912392"/>
                <a:gd name="connsiteY101" fmla="*/ 801836 h 801895"/>
                <a:gd name="connsiteX102" fmla="*/ 993522 w 2912392"/>
                <a:gd name="connsiteY102" fmla="*/ 801896 h 801895"/>
                <a:gd name="connsiteX103" fmla="*/ 1003266 w 2912392"/>
                <a:gd name="connsiteY103" fmla="*/ 801434 h 801895"/>
                <a:gd name="connsiteX104" fmla="*/ 1013010 w 2912392"/>
                <a:gd name="connsiteY104" fmla="*/ 800451 h 801895"/>
                <a:gd name="connsiteX105" fmla="*/ 1022754 w 2912392"/>
                <a:gd name="connsiteY105" fmla="*/ 798946 h 801895"/>
                <a:gd name="connsiteX106" fmla="*/ 1032483 w 2912392"/>
                <a:gd name="connsiteY106" fmla="*/ 796950 h 801895"/>
                <a:gd name="connsiteX107" fmla="*/ 1042227 w 2912392"/>
                <a:gd name="connsiteY107" fmla="*/ 794432 h 801895"/>
                <a:gd name="connsiteX108" fmla="*/ 1051971 w 2912392"/>
                <a:gd name="connsiteY108" fmla="*/ 791422 h 801895"/>
                <a:gd name="connsiteX109" fmla="*/ 1061715 w 2912392"/>
                <a:gd name="connsiteY109" fmla="*/ 787921 h 801895"/>
                <a:gd name="connsiteX110" fmla="*/ 1071444 w 2912392"/>
                <a:gd name="connsiteY110" fmla="*/ 783913 h 801895"/>
                <a:gd name="connsiteX111" fmla="*/ 1081188 w 2912392"/>
                <a:gd name="connsiteY111" fmla="*/ 779443 h 801895"/>
                <a:gd name="connsiteX112" fmla="*/ 1090932 w 2912392"/>
                <a:gd name="connsiteY112" fmla="*/ 774497 h 801895"/>
                <a:gd name="connsiteX113" fmla="*/ 1100676 w 2912392"/>
                <a:gd name="connsiteY113" fmla="*/ 769074 h 801895"/>
                <a:gd name="connsiteX114" fmla="*/ 1110405 w 2912392"/>
                <a:gd name="connsiteY114" fmla="*/ 763203 h 801895"/>
                <a:gd name="connsiteX115" fmla="*/ 1120149 w 2912392"/>
                <a:gd name="connsiteY115" fmla="*/ 756886 h 801895"/>
                <a:gd name="connsiteX116" fmla="*/ 1129893 w 2912392"/>
                <a:gd name="connsiteY116" fmla="*/ 750137 h 801895"/>
                <a:gd name="connsiteX117" fmla="*/ 1139637 w 2912392"/>
                <a:gd name="connsiteY117" fmla="*/ 742956 h 801895"/>
                <a:gd name="connsiteX118" fmla="*/ 1149381 w 2912392"/>
                <a:gd name="connsiteY118" fmla="*/ 735375 h 801895"/>
                <a:gd name="connsiteX119" fmla="*/ 1159110 w 2912392"/>
                <a:gd name="connsiteY119" fmla="*/ 727386 h 801895"/>
                <a:gd name="connsiteX120" fmla="*/ 1168854 w 2912392"/>
                <a:gd name="connsiteY120" fmla="*/ 719011 h 801895"/>
                <a:gd name="connsiteX121" fmla="*/ 1178598 w 2912392"/>
                <a:gd name="connsiteY121" fmla="*/ 710261 h 801895"/>
                <a:gd name="connsiteX122" fmla="*/ 1188341 w 2912392"/>
                <a:gd name="connsiteY122" fmla="*/ 701151 h 801895"/>
                <a:gd name="connsiteX123" fmla="*/ 1198070 w 2912392"/>
                <a:gd name="connsiteY123" fmla="*/ 691694 h 801895"/>
                <a:gd name="connsiteX124" fmla="*/ 1207814 w 2912392"/>
                <a:gd name="connsiteY124" fmla="*/ 681906 h 801895"/>
                <a:gd name="connsiteX125" fmla="*/ 1217558 w 2912392"/>
                <a:gd name="connsiteY125" fmla="*/ 671801 h 801895"/>
                <a:gd name="connsiteX126" fmla="*/ 1227302 w 2912392"/>
                <a:gd name="connsiteY126" fmla="*/ 661394 h 801895"/>
                <a:gd name="connsiteX127" fmla="*/ 1237031 w 2912392"/>
                <a:gd name="connsiteY127" fmla="*/ 650704 h 801895"/>
                <a:gd name="connsiteX128" fmla="*/ 1246775 w 2912392"/>
                <a:gd name="connsiteY128" fmla="*/ 639744 h 801895"/>
                <a:gd name="connsiteX129" fmla="*/ 1256519 w 2912392"/>
                <a:gd name="connsiteY129" fmla="*/ 628531 h 801895"/>
                <a:gd name="connsiteX130" fmla="*/ 1266263 w 2912392"/>
                <a:gd name="connsiteY130" fmla="*/ 617085 h 801895"/>
                <a:gd name="connsiteX131" fmla="*/ 1276007 w 2912392"/>
                <a:gd name="connsiteY131" fmla="*/ 605419 h 801895"/>
                <a:gd name="connsiteX132" fmla="*/ 1285736 w 2912392"/>
                <a:gd name="connsiteY132" fmla="*/ 593552 h 801895"/>
                <a:gd name="connsiteX133" fmla="*/ 1295480 w 2912392"/>
                <a:gd name="connsiteY133" fmla="*/ 581501 h 801895"/>
                <a:gd name="connsiteX134" fmla="*/ 1305224 w 2912392"/>
                <a:gd name="connsiteY134" fmla="*/ 569286 h 801895"/>
                <a:gd name="connsiteX135" fmla="*/ 1314968 w 2912392"/>
                <a:gd name="connsiteY135" fmla="*/ 556924 h 801895"/>
                <a:gd name="connsiteX136" fmla="*/ 1324697 w 2912392"/>
                <a:gd name="connsiteY136" fmla="*/ 544433 h 801895"/>
                <a:gd name="connsiteX137" fmla="*/ 1334441 w 2912392"/>
                <a:gd name="connsiteY137" fmla="*/ 531830 h 801895"/>
                <a:gd name="connsiteX138" fmla="*/ 1344185 w 2912392"/>
                <a:gd name="connsiteY138" fmla="*/ 519134 h 801895"/>
                <a:gd name="connsiteX139" fmla="*/ 1353929 w 2912392"/>
                <a:gd name="connsiteY139" fmla="*/ 506364 h 801895"/>
                <a:gd name="connsiteX140" fmla="*/ 1363658 w 2912392"/>
                <a:gd name="connsiteY140" fmla="*/ 493539 h 801895"/>
                <a:gd name="connsiteX141" fmla="*/ 1373402 w 2912392"/>
                <a:gd name="connsiteY141" fmla="*/ 480675 h 801895"/>
                <a:gd name="connsiteX142" fmla="*/ 1383146 w 2912392"/>
                <a:gd name="connsiteY142" fmla="*/ 467794 h 801895"/>
                <a:gd name="connsiteX143" fmla="*/ 1392890 w 2912392"/>
                <a:gd name="connsiteY143" fmla="*/ 454911 h 801895"/>
                <a:gd name="connsiteX144" fmla="*/ 1402619 w 2912392"/>
                <a:gd name="connsiteY144" fmla="*/ 442044 h 801895"/>
                <a:gd name="connsiteX145" fmla="*/ 1412363 w 2912392"/>
                <a:gd name="connsiteY145" fmla="*/ 429213 h 801895"/>
                <a:gd name="connsiteX146" fmla="*/ 1422106 w 2912392"/>
                <a:gd name="connsiteY146" fmla="*/ 416434 h 801895"/>
                <a:gd name="connsiteX147" fmla="*/ 1431850 w 2912392"/>
                <a:gd name="connsiteY147" fmla="*/ 403727 h 801895"/>
                <a:gd name="connsiteX148" fmla="*/ 1441594 w 2912392"/>
                <a:gd name="connsiteY148" fmla="*/ 391107 h 801895"/>
                <a:gd name="connsiteX149" fmla="*/ 1451323 w 2912392"/>
                <a:gd name="connsiteY149" fmla="*/ 378591 h 801895"/>
                <a:gd name="connsiteX150" fmla="*/ 1461067 w 2912392"/>
                <a:gd name="connsiteY150" fmla="*/ 366198 h 801895"/>
                <a:gd name="connsiteX151" fmla="*/ 1470811 w 2912392"/>
                <a:gd name="connsiteY151" fmla="*/ 353942 h 801895"/>
                <a:gd name="connsiteX152" fmla="*/ 1480555 w 2912392"/>
                <a:gd name="connsiteY152" fmla="*/ 341841 h 801895"/>
                <a:gd name="connsiteX153" fmla="*/ 1490284 w 2912392"/>
                <a:gd name="connsiteY153" fmla="*/ 329908 h 801895"/>
                <a:gd name="connsiteX154" fmla="*/ 1500028 w 2912392"/>
                <a:gd name="connsiteY154" fmla="*/ 318162 h 801895"/>
                <a:gd name="connsiteX155" fmla="*/ 1509772 w 2912392"/>
                <a:gd name="connsiteY155" fmla="*/ 306615 h 801895"/>
                <a:gd name="connsiteX156" fmla="*/ 1519516 w 2912392"/>
                <a:gd name="connsiteY156" fmla="*/ 295283 h 801895"/>
                <a:gd name="connsiteX157" fmla="*/ 1529245 w 2912392"/>
                <a:gd name="connsiteY157" fmla="*/ 284177 h 801895"/>
                <a:gd name="connsiteX158" fmla="*/ 1538989 w 2912392"/>
                <a:gd name="connsiteY158" fmla="*/ 273314 h 801895"/>
                <a:gd name="connsiteX159" fmla="*/ 1548733 w 2912392"/>
                <a:gd name="connsiteY159" fmla="*/ 262705 h 801895"/>
                <a:gd name="connsiteX160" fmla="*/ 1558477 w 2912392"/>
                <a:gd name="connsiteY160" fmla="*/ 252362 h 801895"/>
                <a:gd name="connsiteX161" fmla="*/ 1568221 w 2912392"/>
                <a:gd name="connsiteY161" fmla="*/ 242296 h 801895"/>
                <a:gd name="connsiteX162" fmla="*/ 1577950 w 2912392"/>
                <a:gd name="connsiteY162" fmla="*/ 232521 h 801895"/>
                <a:gd name="connsiteX163" fmla="*/ 1587694 w 2912392"/>
                <a:gd name="connsiteY163" fmla="*/ 223044 h 801895"/>
                <a:gd name="connsiteX164" fmla="*/ 1597438 w 2912392"/>
                <a:gd name="connsiteY164" fmla="*/ 213875 h 801895"/>
                <a:gd name="connsiteX165" fmla="*/ 1607182 w 2912392"/>
                <a:gd name="connsiteY165" fmla="*/ 205023 h 801895"/>
                <a:gd name="connsiteX166" fmla="*/ 1616911 w 2912392"/>
                <a:gd name="connsiteY166" fmla="*/ 196500 h 801895"/>
                <a:gd name="connsiteX167" fmla="*/ 1626655 w 2912392"/>
                <a:gd name="connsiteY167" fmla="*/ 188308 h 801895"/>
                <a:gd name="connsiteX168" fmla="*/ 1636399 w 2912392"/>
                <a:gd name="connsiteY168" fmla="*/ 180458 h 801895"/>
                <a:gd name="connsiteX169" fmla="*/ 1646142 w 2912392"/>
                <a:gd name="connsiteY169" fmla="*/ 172955 h 801895"/>
                <a:gd name="connsiteX170" fmla="*/ 1655872 w 2912392"/>
                <a:gd name="connsiteY170" fmla="*/ 165803 h 801895"/>
                <a:gd name="connsiteX171" fmla="*/ 1665616 w 2912392"/>
                <a:gd name="connsiteY171" fmla="*/ 159009 h 801895"/>
                <a:gd name="connsiteX172" fmla="*/ 1675359 w 2912392"/>
                <a:gd name="connsiteY172" fmla="*/ 152575 h 801895"/>
                <a:gd name="connsiteX173" fmla="*/ 1685103 w 2912392"/>
                <a:gd name="connsiteY173" fmla="*/ 146506 h 801895"/>
                <a:gd name="connsiteX174" fmla="*/ 1694832 w 2912392"/>
                <a:gd name="connsiteY174" fmla="*/ 140803 h 801895"/>
                <a:gd name="connsiteX175" fmla="*/ 1704576 w 2912392"/>
                <a:gd name="connsiteY175" fmla="*/ 135468 h 801895"/>
                <a:gd name="connsiteX176" fmla="*/ 1714320 w 2912392"/>
                <a:gd name="connsiteY176" fmla="*/ 130502 h 801895"/>
                <a:gd name="connsiteX177" fmla="*/ 1724064 w 2912392"/>
                <a:gd name="connsiteY177" fmla="*/ 125905 h 801895"/>
                <a:gd name="connsiteX178" fmla="*/ 1733808 w 2912392"/>
                <a:gd name="connsiteY178" fmla="*/ 121679 h 801895"/>
                <a:gd name="connsiteX179" fmla="*/ 1743537 w 2912392"/>
                <a:gd name="connsiteY179" fmla="*/ 117818 h 801895"/>
                <a:gd name="connsiteX180" fmla="*/ 1753281 w 2912392"/>
                <a:gd name="connsiteY180" fmla="*/ 114323 h 801895"/>
                <a:gd name="connsiteX181" fmla="*/ 1763025 w 2912392"/>
                <a:gd name="connsiteY181" fmla="*/ 111191 h 801895"/>
                <a:gd name="connsiteX182" fmla="*/ 1772769 w 2912392"/>
                <a:gd name="connsiteY182" fmla="*/ 108418 h 801895"/>
                <a:gd name="connsiteX183" fmla="*/ 1782498 w 2912392"/>
                <a:gd name="connsiteY183" fmla="*/ 106000 h 801895"/>
                <a:gd name="connsiteX184" fmla="*/ 1792242 w 2912392"/>
                <a:gd name="connsiteY184" fmla="*/ 103934 h 801895"/>
                <a:gd name="connsiteX185" fmla="*/ 1801986 w 2912392"/>
                <a:gd name="connsiteY185" fmla="*/ 102211 h 801895"/>
                <a:gd name="connsiteX186" fmla="*/ 1811730 w 2912392"/>
                <a:gd name="connsiteY186" fmla="*/ 100829 h 801895"/>
                <a:gd name="connsiteX187" fmla="*/ 1821459 w 2912392"/>
                <a:gd name="connsiteY187" fmla="*/ 99778 h 801895"/>
                <a:gd name="connsiteX188" fmla="*/ 1831203 w 2912392"/>
                <a:gd name="connsiteY188" fmla="*/ 99053 h 801895"/>
                <a:gd name="connsiteX189" fmla="*/ 1840947 w 2912392"/>
                <a:gd name="connsiteY189" fmla="*/ 98643 h 801895"/>
                <a:gd name="connsiteX190" fmla="*/ 1850691 w 2912392"/>
                <a:gd name="connsiteY190" fmla="*/ 98543 h 801895"/>
                <a:gd name="connsiteX191" fmla="*/ 1860435 w 2912392"/>
                <a:gd name="connsiteY191" fmla="*/ 98743 h 801895"/>
                <a:gd name="connsiteX192" fmla="*/ 1870164 w 2912392"/>
                <a:gd name="connsiteY192" fmla="*/ 99232 h 801895"/>
                <a:gd name="connsiteX193" fmla="*/ 1879908 w 2912392"/>
                <a:gd name="connsiteY193" fmla="*/ 100002 h 801895"/>
                <a:gd name="connsiteX194" fmla="*/ 1889652 w 2912392"/>
                <a:gd name="connsiteY194" fmla="*/ 101042 h 801895"/>
                <a:gd name="connsiteX195" fmla="*/ 1899395 w 2912392"/>
                <a:gd name="connsiteY195" fmla="*/ 102341 h 801895"/>
                <a:gd name="connsiteX196" fmla="*/ 1909124 w 2912392"/>
                <a:gd name="connsiteY196" fmla="*/ 103889 h 801895"/>
                <a:gd name="connsiteX197" fmla="*/ 1918868 w 2912392"/>
                <a:gd name="connsiteY197" fmla="*/ 105672 h 801895"/>
                <a:gd name="connsiteX198" fmla="*/ 1928612 w 2912392"/>
                <a:gd name="connsiteY198" fmla="*/ 107682 h 801895"/>
                <a:gd name="connsiteX199" fmla="*/ 1938356 w 2912392"/>
                <a:gd name="connsiteY199" fmla="*/ 109904 h 801895"/>
                <a:gd name="connsiteX200" fmla="*/ 1948085 w 2912392"/>
                <a:gd name="connsiteY200" fmla="*/ 112325 h 801895"/>
                <a:gd name="connsiteX201" fmla="*/ 1957829 w 2912392"/>
                <a:gd name="connsiteY201" fmla="*/ 114935 h 801895"/>
                <a:gd name="connsiteX202" fmla="*/ 1967573 w 2912392"/>
                <a:gd name="connsiteY202" fmla="*/ 117721 h 801895"/>
                <a:gd name="connsiteX203" fmla="*/ 1977317 w 2912392"/>
                <a:gd name="connsiteY203" fmla="*/ 120668 h 801895"/>
                <a:gd name="connsiteX204" fmla="*/ 1987046 w 2912392"/>
                <a:gd name="connsiteY204" fmla="*/ 123764 h 801895"/>
                <a:gd name="connsiteX205" fmla="*/ 1996790 w 2912392"/>
                <a:gd name="connsiteY205" fmla="*/ 126997 h 801895"/>
                <a:gd name="connsiteX206" fmla="*/ 2006534 w 2912392"/>
                <a:gd name="connsiteY206" fmla="*/ 130353 h 801895"/>
                <a:gd name="connsiteX207" fmla="*/ 2016278 w 2912392"/>
                <a:gd name="connsiteY207" fmla="*/ 133820 h 801895"/>
                <a:gd name="connsiteX208" fmla="*/ 2026022 w 2912392"/>
                <a:gd name="connsiteY208" fmla="*/ 137382 h 801895"/>
                <a:gd name="connsiteX209" fmla="*/ 2035751 w 2912392"/>
                <a:gd name="connsiteY209" fmla="*/ 141029 h 801895"/>
                <a:gd name="connsiteX210" fmla="*/ 2045495 w 2912392"/>
                <a:gd name="connsiteY210" fmla="*/ 144747 h 801895"/>
                <a:gd name="connsiteX211" fmla="*/ 2055239 w 2912392"/>
                <a:gd name="connsiteY211" fmla="*/ 148520 h 801895"/>
                <a:gd name="connsiteX212" fmla="*/ 2064983 w 2912392"/>
                <a:gd name="connsiteY212" fmla="*/ 152342 h 801895"/>
                <a:gd name="connsiteX213" fmla="*/ 2074712 w 2912392"/>
                <a:gd name="connsiteY213" fmla="*/ 156195 h 801895"/>
                <a:gd name="connsiteX214" fmla="*/ 2084456 w 2912392"/>
                <a:gd name="connsiteY214" fmla="*/ 160067 h 801895"/>
                <a:gd name="connsiteX215" fmla="*/ 2094200 w 2912392"/>
                <a:gd name="connsiteY215" fmla="*/ 163948 h 801895"/>
                <a:gd name="connsiteX216" fmla="*/ 2103944 w 2912392"/>
                <a:gd name="connsiteY216" fmla="*/ 167827 h 801895"/>
                <a:gd name="connsiteX217" fmla="*/ 2113673 w 2912392"/>
                <a:gd name="connsiteY217" fmla="*/ 171688 h 801895"/>
                <a:gd name="connsiteX218" fmla="*/ 2123417 w 2912392"/>
                <a:gd name="connsiteY218" fmla="*/ 175525 h 801895"/>
                <a:gd name="connsiteX219" fmla="*/ 2133161 w 2912392"/>
                <a:gd name="connsiteY219" fmla="*/ 179323 h 801895"/>
                <a:gd name="connsiteX220" fmla="*/ 2142905 w 2912392"/>
                <a:gd name="connsiteY220" fmla="*/ 183074 h 801895"/>
                <a:gd name="connsiteX221" fmla="*/ 2152649 w 2912392"/>
                <a:gd name="connsiteY221" fmla="*/ 186766 h 801895"/>
                <a:gd name="connsiteX222" fmla="*/ 2162377 w 2912392"/>
                <a:gd name="connsiteY222" fmla="*/ 190390 h 801895"/>
                <a:gd name="connsiteX223" fmla="*/ 2172121 w 2912392"/>
                <a:gd name="connsiteY223" fmla="*/ 193936 h 801895"/>
                <a:gd name="connsiteX224" fmla="*/ 2181865 w 2912392"/>
                <a:gd name="connsiteY224" fmla="*/ 197395 h 801895"/>
                <a:gd name="connsiteX225" fmla="*/ 2191609 w 2912392"/>
                <a:gd name="connsiteY225" fmla="*/ 200761 h 801895"/>
                <a:gd name="connsiteX226" fmla="*/ 2201338 w 2912392"/>
                <a:gd name="connsiteY226" fmla="*/ 204022 h 801895"/>
                <a:gd name="connsiteX227" fmla="*/ 2211082 w 2912392"/>
                <a:gd name="connsiteY227" fmla="*/ 207173 h 801895"/>
                <a:gd name="connsiteX228" fmla="*/ 2220826 w 2912392"/>
                <a:gd name="connsiteY228" fmla="*/ 210207 h 801895"/>
                <a:gd name="connsiteX229" fmla="*/ 2230570 w 2912392"/>
                <a:gd name="connsiteY229" fmla="*/ 213115 h 801895"/>
                <a:gd name="connsiteX230" fmla="*/ 2240299 w 2912392"/>
                <a:gd name="connsiteY230" fmla="*/ 215894 h 801895"/>
                <a:gd name="connsiteX231" fmla="*/ 2250043 w 2912392"/>
                <a:gd name="connsiteY231" fmla="*/ 218535 h 801895"/>
                <a:gd name="connsiteX232" fmla="*/ 2259787 w 2912392"/>
                <a:gd name="connsiteY232" fmla="*/ 221037 h 801895"/>
                <a:gd name="connsiteX233" fmla="*/ 2269531 w 2912392"/>
                <a:gd name="connsiteY233" fmla="*/ 223392 h 801895"/>
                <a:gd name="connsiteX234" fmla="*/ 2279260 w 2912392"/>
                <a:gd name="connsiteY234" fmla="*/ 225597 h 801895"/>
                <a:gd name="connsiteX235" fmla="*/ 2289004 w 2912392"/>
                <a:gd name="connsiteY235" fmla="*/ 227649 h 801895"/>
                <a:gd name="connsiteX236" fmla="*/ 2298748 w 2912392"/>
                <a:gd name="connsiteY236" fmla="*/ 229544 h 801895"/>
                <a:gd name="connsiteX237" fmla="*/ 2308492 w 2912392"/>
                <a:gd name="connsiteY237" fmla="*/ 231280 h 801895"/>
                <a:gd name="connsiteX238" fmla="*/ 2318236 w 2912392"/>
                <a:gd name="connsiteY238" fmla="*/ 232855 h 801895"/>
                <a:gd name="connsiteX239" fmla="*/ 2327965 w 2912392"/>
                <a:gd name="connsiteY239" fmla="*/ 234267 h 801895"/>
                <a:gd name="connsiteX240" fmla="*/ 2337709 w 2912392"/>
                <a:gd name="connsiteY240" fmla="*/ 235517 h 801895"/>
                <a:gd name="connsiteX241" fmla="*/ 2347453 w 2912392"/>
                <a:gd name="connsiteY241" fmla="*/ 236602 h 801895"/>
                <a:gd name="connsiteX242" fmla="*/ 2357197 w 2912392"/>
                <a:gd name="connsiteY242" fmla="*/ 237521 h 801895"/>
                <a:gd name="connsiteX243" fmla="*/ 2366926 w 2912392"/>
                <a:gd name="connsiteY243" fmla="*/ 238278 h 801895"/>
                <a:gd name="connsiteX244" fmla="*/ 2376670 w 2912392"/>
                <a:gd name="connsiteY244" fmla="*/ 238872 h 801895"/>
                <a:gd name="connsiteX245" fmla="*/ 2386413 w 2912392"/>
                <a:gd name="connsiteY245" fmla="*/ 239304 h 801895"/>
                <a:gd name="connsiteX246" fmla="*/ 2396157 w 2912392"/>
                <a:gd name="connsiteY246" fmla="*/ 239577 h 801895"/>
                <a:gd name="connsiteX247" fmla="*/ 2405886 w 2912392"/>
                <a:gd name="connsiteY247" fmla="*/ 239692 h 801895"/>
                <a:gd name="connsiteX248" fmla="*/ 2415630 w 2912392"/>
                <a:gd name="connsiteY248" fmla="*/ 239653 h 801895"/>
                <a:gd name="connsiteX249" fmla="*/ 2425374 w 2912392"/>
                <a:gd name="connsiteY249" fmla="*/ 239461 h 801895"/>
                <a:gd name="connsiteX250" fmla="*/ 2435118 w 2912392"/>
                <a:gd name="connsiteY250" fmla="*/ 239120 h 801895"/>
                <a:gd name="connsiteX251" fmla="*/ 2444862 w 2912392"/>
                <a:gd name="connsiteY251" fmla="*/ 238636 h 801895"/>
                <a:gd name="connsiteX252" fmla="*/ 2454591 w 2912392"/>
                <a:gd name="connsiteY252" fmla="*/ 238010 h 801895"/>
                <a:gd name="connsiteX253" fmla="*/ 2464335 w 2912392"/>
                <a:gd name="connsiteY253" fmla="*/ 237247 h 801895"/>
                <a:gd name="connsiteX254" fmla="*/ 2474079 w 2912392"/>
                <a:gd name="connsiteY254" fmla="*/ 236353 h 801895"/>
                <a:gd name="connsiteX255" fmla="*/ 2483823 w 2912392"/>
                <a:gd name="connsiteY255" fmla="*/ 235334 h 801895"/>
                <a:gd name="connsiteX256" fmla="*/ 2493552 w 2912392"/>
                <a:gd name="connsiteY256" fmla="*/ 234193 h 801895"/>
                <a:gd name="connsiteX257" fmla="*/ 2503296 w 2912392"/>
                <a:gd name="connsiteY257" fmla="*/ 232935 h 801895"/>
                <a:gd name="connsiteX258" fmla="*/ 2513040 w 2912392"/>
                <a:gd name="connsiteY258" fmla="*/ 231569 h 801895"/>
                <a:gd name="connsiteX259" fmla="*/ 2522784 w 2912392"/>
                <a:gd name="connsiteY259" fmla="*/ 230100 h 801895"/>
                <a:gd name="connsiteX260" fmla="*/ 2532513 w 2912392"/>
                <a:gd name="connsiteY260" fmla="*/ 228531 h 801895"/>
                <a:gd name="connsiteX261" fmla="*/ 2542257 w 2912392"/>
                <a:gd name="connsiteY261" fmla="*/ 226873 h 801895"/>
                <a:gd name="connsiteX262" fmla="*/ 2552001 w 2912392"/>
                <a:gd name="connsiteY262" fmla="*/ 225130 h 801895"/>
                <a:gd name="connsiteX263" fmla="*/ 2561745 w 2912392"/>
                <a:gd name="connsiteY263" fmla="*/ 223309 h 801895"/>
                <a:gd name="connsiteX264" fmla="*/ 2571474 w 2912392"/>
                <a:gd name="connsiteY264" fmla="*/ 221417 h 801895"/>
                <a:gd name="connsiteX265" fmla="*/ 2581218 w 2912392"/>
                <a:gd name="connsiteY265" fmla="*/ 219462 h 801895"/>
                <a:gd name="connsiteX266" fmla="*/ 2590962 w 2912392"/>
                <a:gd name="connsiteY266" fmla="*/ 217449 h 801895"/>
                <a:gd name="connsiteX267" fmla="*/ 2600705 w 2912392"/>
                <a:gd name="connsiteY267" fmla="*/ 215387 h 801895"/>
                <a:gd name="connsiteX268" fmla="*/ 2610449 w 2912392"/>
                <a:gd name="connsiteY268" fmla="*/ 213282 h 801895"/>
                <a:gd name="connsiteX269" fmla="*/ 2620178 w 2912392"/>
                <a:gd name="connsiteY269" fmla="*/ 211142 h 801895"/>
                <a:gd name="connsiteX270" fmla="*/ 2629922 w 2912392"/>
                <a:gd name="connsiteY270" fmla="*/ 208975 h 801895"/>
                <a:gd name="connsiteX271" fmla="*/ 2639666 w 2912392"/>
                <a:gd name="connsiteY271" fmla="*/ 206787 h 801895"/>
                <a:gd name="connsiteX272" fmla="*/ 2649410 w 2912392"/>
                <a:gd name="connsiteY272" fmla="*/ 204585 h 801895"/>
                <a:gd name="connsiteX273" fmla="*/ 2659139 w 2912392"/>
                <a:gd name="connsiteY273" fmla="*/ 202377 h 801895"/>
                <a:gd name="connsiteX274" fmla="*/ 2668883 w 2912392"/>
                <a:gd name="connsiteY274" fmla="*/ 200172 h 801895"/>
                <a:gd name="connsiteX275" fmla="*/ 2678627 w 2912392"/>
                <a:gd name="connsiteY275" fmla="*/ 197973 h 801895"/>
                <a:gd name="connsiteX276" fmla="*/ 2688371 w 2912392"/>
                <a:gd name="connsiteY276" fmla="*/ 195792 h 801895"/>
                <a:gd name="connsiteX277" fmla="*/ 2698100 w 2912392"/>
                <a:gd name="connsiteY277" fmla="*/ 193632 h 801895"/>
                <a:gd name="connsiteX278" fmla="*/ 2707844 w 2912392"/>
                <a:gd name="connsiteY278" fmla="*/ 191501 h 801895"/>
                <a:gd name="connsiteX279" fmla="*/ 2717588 w 2912392"/>
                <a:gd name="connsiteY279" fmla="*/ 189408 h 801895"/>
                <a:gd name="connsiteX280" fmla="*/ 2727332 w 2912392"/>
                <a:gd name="connsiteY280" fmla="*/ 187358 h 801895"/>
                <a:gd name="connsiteX281" fmla="*/ 2737076 w 2912392"/>
                <a:gd name="connsiteY281" fmla="*/ 185358 h 801895"/>
                <a:gd name="connsiteX282" fmla="*/ 2746805 w 2912392"/>
                <a:gd name="connsiteY282" fmla="*/ 183414 h 801895"/>
                <a:gd name="connsiteX283" fmla="*/ 2756549 w 2912392"/>
                <a:gd name="connsiteY283" fmla="*/ 181534 h 801895"/>
                <a:gd name="connsiteX284" fmla="*/ 2766293 w 2912392"/>
                <a:gd name="connsiteY284" fmla="*/ 179722 h 801895"/>
                <a:gd name="connsiteX285" fmla="*/ 2776037 w 2912392"/>
                <a:gd name="connsiteY285" fmla="*/ 177986 h 801895"/>
                <a:gd name="connsiteX286" fmla="*/ 2785766 w 2912392"/>
                <a:gd name="connsiteY286" fmla="*/ 176332 h 801895"/>
                <a:gd name="connsiteX287" fmla="*/ 2795510 w 2912392"/>
                <a:gd name="connsiteY287" fmla="*/ 174766 h 801895"/>
                <a:gd name="connsiteX288" fmla="*/ 2805254 w 2912392"/>
                <a:gd name="connsiteY288" fmla="*/ 173293 h 801895"/>
                <a:gd name="connsiteX289" fmla="*/ 2814998 w 2912392"/>
                <a:gd name="connsiteY289" fmla="*/ 171918 h 801895"/>
                <a:gd name="connsiteX290" fmla="*/ 2824727 w 2912392"/>
                <a:gd name="connsiteY290" fmla="*/ 170647 h 801895"/>
                <a:gd name="connsiteX291" fmla="*/ 2834471 w 2912392"/>
                <a:gd name="connsiteY291" fmla="*/ 169485 h 801895"/>
                <a:gd name="connsiteX292" fmla="*/ 2844215 w 2912392"/>
                <a:gd name="connsiteY292" fmla="*/ 168437 h 801895"/>
                <a:gd name="connsiteX293" fmla="*/ 2853958 w 2912392"/>
                <a:gd name="connsiteY293" fmla="*/ 167508 h 801895"/>
                <a:gd name="connsiteX294" fmla="*/ 2863687 w 2912392"/>
                <a:gd name="connsiteY294" fmla="*/ 166703 h 801895"/>
                <a:gd name="connsiteX295" fmla="*/ 2873431 w 2912392"/>
                <a:gd name="connsiteY295" fmla="*/ 166027 h 801895"/>
                <a:gd name="connsiteX296" fmla="*/ 2883175 w 2912392"/>
                <a:gd name="connsiteY296" fmla="*/ 165481 h 801895"/>
                <a:gd name="connsiteX297" fmla="*/ 2892919 w 2912392"/>
                <a:gd name="connsiteY297" fmla="*/ 165073 h 801895"/>
                <a:gd name="connsiteX298" fmla="*/ 2902663 w 2912392"/>
                <a:gd name="connsiteY298" fmla="*/ 164807 h 801895"/>
                <a:gd name="connsiteX299" fmla="*/ 2912392 w 2912392"/>
                <a:gd name="connsiteY299" fmla="*/ 164683 h 801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01895">
                  <a:moveTo>
                    <a:pt x="0" y="23855"/>
                  </a:moveTo>
                  <a:lnTo>
                    <a:pt x="9739" y="20488"/>
                  </a:lnTo>
                  <a:lnTo>
                    <a:pt x="19480" y="17322"/>
                  </a:lnTo>
                  <a:lnTo>
                    <a:pt x="29221" y="14375"/>
                  </a:lnTo>
                  <a:lnTo>
                    <a:pt x="38961" y="11660"/>
                  </a:lnTo>
                  <a:lnTo>
                    <a:pt x="48702" y="9193"/>
                  </a:lnTo>
                  <a:lnTo>
                    <a:pt x="58443" y="6986"/>
                  </a:lnTo>
                  <a:lnTo>
                    <a:pt x="68182" y="5057"/>
                  </a:lnTo>
                  <a:lnTo>
                    <a:pt x="77923" y="3416"/>
                  </a:lnTo>
                  <a:lnTo>
                    <a:pt x="87664" y="2077"/>
                  </a:lnTo>
                  <a:lnTo>
                    <a:pt x="97404" y="1055"/>
                  </a:lnTo>
                  <a:lnTo>
                    <a:pt x="107145" y="359"/>
                  </a:lnTo>
                  <a:lnTo>
                    <a:pt x="116886" y="4"/>
                  </a:lnTo>
                  <a:lnTo>
                    <a:pt x="126625" y="0"/>
                  </a:lnTo>
                  <a:lnTo>
                    <a:pt x="136366" y="358"/>
                  </a:lnTo>
                  <a:lnTo>
                    <a:pt x="146107" y="1086"/>
                  </a:lnTo>
                  <a:lnTo>
                    <a:pt x="155846" y="2198"/>
                  </a:lnTo>
                  <a:lnTo>
                    <a:pt x="165587" y="3698"/>
                  </a:lnTo>
                  <a:lnTo>
                    <a:pt x="175328" y="5596"/>
                  </a:lnTo>
                  <a:lnTo>
                    <a:pt x="185068" y="7899"/>
                  </a:lnTo>
                  <a:lnTo>
                    <a:pt x="194809" y="10614"/>
                  </a:lnTo>
                  <a:lnTo>
                    <a:pt x="204550" y="13746"/>
                  </a:lnTo>
                  <a:lnTo>
                    <a:pt x="214289" y="17299"/>
                  </a:lnTo>
                  <a:lnTo>
                    <a:pt x="224030" y="21277"/>
                  </a:lnTo>
                  <a:lnTo>
                    <a:pt x="233771" y="25686"/>
                  </a:lnTo>
                  <a:lnTo>
                    <a:pt x="243510" y="30524"/>
                  </a:lnTo>
                  <a:lnTo>
                    <a:pt x="253251" y="35793"/>
                  </a:lnTo>
                  <a:lnTo>
                    <a:pt x="262992" y="41495"/>
                  </a:lnTo>
                  <a:lnTo>
                    <a:pt x="272732" y="47628"/>
                  </a:lnTo>
                  <a:lnTo>
                    <a:pt x="282473" y="54191"/>
                  </a:lnTo>
                  <a:lnTo>
                    <a:pt x="292214" y="61181"/>
                  </a:lnTo>
                  <a:lnTo>
                    <a:pt x="301953" y="68595"/>
                  </a:lnTo>
                  <a:lnTo>
                    <a:pt x="311694" y="76427"/>
                  </a:lnTo>
                  <a:lnTo>
                    <a:pt x="321435" y="84675"/>
                  </a:lnTo>
                  <a:lnTo>
                    <a:pt x="331175" y="93330"/>
                  </a:lnTo>
                  <a:lnTo>
                    <a:pt x="340916" y="102386"/>
                  </a:lnTo>
                  <a:lnTo>
                    <a:pt x="350656" y="111835"/>
                  </a:lnTo>
                  <a:lnTo>
                    <a:pt x="360396" y="121668"/>
                  </a:lnTo>
                  <a:lnTo>
                    <a:pt x="370137" y="131874"/>
                  </a:lnTo>
                  <a:lnTo>
                    <a:pt x="379878" y="142445"/>
                  </a:lnTo>
                  <a:lnTo>
                    <a:pt x="389617" y="153367"/>
                  </a:lnTo>
                  <a:lnTo>
                    <a:pt x="399358" y="164629"/>
                  </a:lnTo>
                  <a:lnTo>
                    <a:pt x="409099" y="176219"/>
                  </a:lnTo>
                  <a:lnTo>
                    <a:pt x="418839" y="188122"/>
                  </a:lnTo>
                  <a:lnTo>
                    <a:pt x="428580" y="200324"/>
                  </a:lnTo>
                  <a:lnTo>
                    <a:pt x="438321" y="212811"/>
                  </a:lnTo>
                  <a:lnTo>
                    <a:pt x="448060" y="225566"/>
                  </a:lnTo>
                  <a:lnTo>
                    <a:pt x="457801" y="238573"/>
                  </a:lnTo>
                  <a:lnTo>
                    <a:pt x="467542" y="251817"/>
                  </a:lnTo>
                  <a:lnTo>
                    <a:pt x="477281" y="265278"/>
                  </a:lnTo>
                  <a:lnTo>
                    <a:pt x="487022" y="278939"/>
                  </a:lnTo>
                  <a:lnTo>
                    <a:pt x="496763" y="292783"/>
                  </a:lnTo>
                  <a:lnTo>
                    <a:pt x="506503" y="306789"/>
                  </a:lnTo>
                  <a:lnTo>
                    <a:pt x="516244" y="320940"/>
                  </a:lnTo>
                  <a:lnTo>
                    <a:pt x="525985" y="335215"/>
                  </a:lnTo>
                  <a:lnTo>
                    <a:pt x="535724" y="349597"/>
                  </a:lnTo>
                  <a:lnTo>
                    <a:pt x="545465" y="364063"/>
                  </a:lnTo>
                  <a:lnTo>
                    <a:pt x="555206" y="378595"/>
                  </a:lnTo>
                  <a:lnTo>
                    <a:pt x="564946" y="393171"/>
                  </a:lnTo>
                  <a:lnTo>
                    <a:pt x="574687" y="407772"/>
                  </a:lnTo>
                  <a:lnTo>
                    <a:pt x="584428" y="422376"/>
                  </a:lnTo>
                  <a:lnTo>
                    <a:pt x="594167" y="436963"/>
                  </a:lnTo>
                  <a:lnTo>
                    <a:pt x="603908" y="451512"/>
                  </a:lnTo>
                  <a:lnTo>
                    <a:pt x="613649" y="466004"/>
                  </a:lnTo>
                  <a:lnTo>
                    <a:pt x="623388" y="480418"/>
                  </a:lnTo>
                  <a:lnTo>
                    <a:pt x="633129" y="494733"/>
                  </a:lnTo>
                  <a:lnTo>
                    <a:pt x="642870" y="508927"/>
                  </a:lnTo>
                  <a:lnTo>
                    <a:pt x="652610" y="522983"/>
                  </a:lnTo>
                  <a:lnTo>
                    <a:pt x="662351" y="536879"/>
                  </a:lnTo>
                  <a:lnTo>
                    <a:pt x="672092" y="550598"/>
                  </a:lnTo>
                  <a:lnTo>
                    <a:pt x="681831" y="564117"/>
                  </a:lnTo>
                  <a:lnTo>
                    <a:pt x="691572" y="577420"/>
                  </a:lnTo>
                  <a:lnTo>
                    <a:pt x="701313" y="590487"/>
                  </a:lnTo>
                  <a:lnTo>
                    <a:pt x="711052" y="603301"/>
                  </a:lnTo>
                  <a:lnTo>
                    <a:pt x="720793" y="615842"/>
                  </a:lnTo>
                  <a:lnTo>
                    <a:pt x="730534" y="628095"/>
                  </a:lnTo>
                  <a:lnTo>
                    <a:pt x="740274" y="640041"/>
                  </a:lnTo>
                  <a:lnTo>
                    <a:pt x="750015" y="651665"/>
                  </a:lnTo>
                  <a:lnTo>
                    <a:pt x="759756" y="662951"/>
                  </a:lnTo>
                  <a:lnTo>
                    <a:pt x="769495" y="673882"/>
                  </a:lnTo>
                  <a:lnTo>
                    <a:pt x="779236" y="684446"/>
                  </a:lnTo>
                  <a:lnTo>
                    <a:pt x="788977" y="694625"/>
                  </a:lnTo>
                  <a:lnTo>
                    <a:pt x="798717" y="704409"/>
                  </a:lnTo>
                  <a:lnTo>
                    <a:pt x="808458" y="713783"/>
                  </a:lnTo>
                  <a:lnTo>
                    <a:pt x="818199" y="722736"/>
                  </a:lnTo>
                  <a:lnTo>
                    <a:pt x="827938" y="731255"/>
                  </a:lnTo>
                  <a:lnTo>
                    <a:pt x="837679" y="739331"/>
                  </a:lnTo>
                  <a:lnTo>
                    <a:pt x="847420" y="746949"/>
                  </a:lnTo>
                  <a:lnTo>
                    <a:pt x="857159" y="754100"/>
                  </a:lnTo>
                  <a:lnTo>
                    <a:pt x="866900" y="760790"/>
                  </a:lnTo>
                  <a:lnTo>
                    <a:pt x="876641" y="766988"/>
                  </a:lnTo>
                  <a:lnTo>
                    <a:pt x="886381" y="772709"/>
                  </a:lnTo>
                  <a:lnTo>
                    <a:pt x="896122" y="777924"/>
                  </a:lnTo>
                  <a:lnTo>
                    <a:pt x="905863" y="782632"/>
                  </a:lnTo>
                  <a:lnTo>
                    <a:pt x="915602" y="786848"/>
                  </a:lnTo>
                  <a:lnTo>
                    <a:pt x="925343" y="790543"/>
                  </a:lnTo>
                  <a:lnTo>
                    <a:pt x="935084" y="793716"/>
                  </a:lnTo>
                  <a:lnTo>
                    <a:pt x="944824" y="796383"/>
                  </a:lnTo>
                  <a:lnTo>
                    <a:pt x="954564" y="798529"/>
                  </a:lnTo>
                  <a:lnTo>
                    <a:pt x="964305" y="800153"/>
                  </a:lnTo>
                  <a:lnTo>
                    <a:pt x="974045" y="801255"/>
                  </a:lnTo>
                  <a:lnTo>
                    <a:pt x="983786" y="801836"/>
                  </a:lnTo>
                  <a:lnTo>
                    <a:pt x="993522" y="801896"/>
                  </a:lnTo>
                  <a:lnTo>
                    <a:pt x="1003266" y="801434"/>
                  </a:lnTo>
                  <a:lnTo>
                    <a:pt x="1013010" y="800451"/>
                  </a:lnTo>
                  <a:lnTo>
                    <a:pt x="1022754" y="798946"/>
                  </a:lnTo>
                  <a:lnTo>
                    <a:pt x="1032483" y="796950"/>
                  </a:lnTo>
                  <a:lnTo>
                    <a:pt x="1042227" y="794432"/>
                  </a:lnTo>
                  <a:lnTo>
                    <a:pt x="1051971" y="791422"/>
                  </a:lnTo>
                  <a:lnTo>
                    <a:pt x="1061715" y="787921"/>
                  </a:lnTo>
                  <a:lnTo>
                    <a:pt x="1071444" y="783913"/>
                  </a:lnTo>
                  <a:lnTo>
                    <a:pt x="1081188" y="779443"/>
                  </a:lnTo>
                  <a:lnTo>
                    <a:pt x="1090932" y="774497"/>
                  </a:lnTo>
                  <a:lnTo>
                    <a:pt x="1100676" y="769074"/>
                  </a:lnTo>
                  <a:lnTo>
                    <a:pt x="1110405" y="763203"/>
                  </a:lnTo>
                  <a:lnTo>
                    <a:pt x="1120149" y="756886"/>
                  </a:lnTo>
                  <a:lnTo>
                    <a:pt x="1129893" y="750137"/>
                  </a:lnTo>
                  <a:lnTo>
                    <a:pt x="1139637" y="742956"/>
                  </a:lnTo>
                  <a:lnTo>
                    <a:pt x="1149381" y="735375"/>
                  </a:lnTo>
                  <a:lnTo>
                    <a:pt x="1159110" y="727386"/>
                  </a:lnTo>
                  <a:lnTo>
                    <a:pt x="1168854" y="719011"/>
                  </a:lnTo>
                  <a:lnTo>
                    <a:pt x="1178598" y="710261"/>
                  </a:lnTo>
                  <a:lnTo>
                    <a:pt x="1188341" y="701151"/>
                  </a:lnTo>
                  <a:lnTo>
                    <a:pt x="1198070" y="691694"/>
                  </a:lnTo>
                  <a:lnTo>
                    <a:pt x="1207814" y="681906"/>
                  </a:lnTo>
                  <a:lnTo>
                    <a:pt x="1217558" y="671801"/>
                  </a:lnTo>
                  <a:lnTo>
                    <a:pt x="1227302" y="661394"/>
                  </a:lnTo>
                  <a:lnTo>
                    <a:pt x="1237031" y="650704"/>
                  </a:lnTo>
                  <a:lnTo>
                    <a:pt x="1246775" y="639744"/>
                  </a:lnTo>
                  <a:lnTo>
                    <a:pt x="1256519" y="628531"/>
                  </a:lnTo>
                  <a:lnTo>
                    <a:pt x="1266263" y="617085"/>
                  </a:lnTo>
                  <a:lnTo>
                    <a:pt x="1276007" y="605419"/>
                  </a:lnTo>
                  <a:lnTo>
                    <a:pt x="1285736" y="593552"/>
                  </a:lnTo>
                  <a:lnTo>
                    <a:pt x="1295480" y="581501"/>
                  </a:lnTo>
                  <a:lnTo>
                    <a:pt x="1305224" y="569286"/>
                  </a:lnTo>
                  <a:lnTo>
                    <a:pt x="1314968" y="556924"/>
                  </a:lnTo>
                  <a:lnTo>
                    <a:pt x="1324697" y="544433"/>
                  </a:lnTo>
                  <a:lnTo>
                    <a:pt x="1334441" y="531830"/>
                  </a:lnTo>
                  <a:lnTo>
                    <a:pt x="1344185" y="519134"/>
                  </a:lnTo>
                  <a:lnTo>
                    <a:pt x="1353929" y="506364"/>
                  </a:lnTo>
                  <a:lnTo>
                    <a:pt x="1363658" y="493539"/>
                  </a:lnTo>
                  <a:lnTo>
                    <a:pt x="1373402" y="480675"/>
                  </a:lnTo>
                  <a:lnTo>
                    <a:pt x="1383146" y="467794"/>
                  </a:lnTo>
                  <a:lnTo>
                    <a:pt x="1392890" y="454911"/>
                  </a:lnTo>
                  <a:lnTo>
                    <a:pt x="1402619" y="442044"/>
                  </a:lnTo>
                  <a:lnTo>
                    <a:pt x="1412363" y="429213"/>
                  </a:lnTo>
                  <a:lnTo>
                    <a:pt x="1422106" y="416434"/>
                  </a:lnTo>
                  <a:lnTo>
                    <a:pt x="1431850" y="403727"/>
                  </a:lnTo>
                  <a:lnTo>
                    <a:pt x="1441594" y="391107"/>
                  </a:lnTo>
                  <a:lnTo>
                    <a:pt x="1451323" y="378591"/>
                  </a:lnTo>
                  <a:lnTo>
                    <a:pt x="1461067" y="366198"/>
                  </a:lnTo>
                  <a:lnTo>
                    <a:pt x="1470811" y="353942"/>
                  </a:lnTo>
                  <a:lnTo>
                    <a:pt x="1480555" y="341841"/>
                  </a:lnTo>
                  <a:lnTo>
                    <a:pt x="1490284" y="329908"/>
                  </a:lnTo>
                  <a:lnTo>
                    <a:pt x="1500028" y="318162"/>
                  </a:lnTo>
                  <a:lnTo>
                    <a:pt x="1509772" y="306615"/>
                  </a:lnTo>
                  <a:lnTo>
                    <a:pt x="1519516" y="295283"/>
                  </a:lnTo>
                  <a:lnTo>
                    <a:pt x="1529245" y="284177"/>
                  </a:lnTo>
                  <a:lnTo>
                    <a:pt x="1538989" y="273314"/>
                  </a:lnTo>
                  <a:lnTo>
                    <a:pt x="1548733" y="262705"/>
                  </a:lnTo>
                  <a:lnTo>
                    <a:pt x="1558477" y="252362"/>
                  </a:lnTo>
                  <a:lnTo>
                    <a:pt x="1568221" y="242296"/>
                  </a:lnTo>
                  <a:lnTo>
                    <a:pt x="1577950" y="232521"/>
                  </a:lnTo>
                  <a:lnTo>
                    <a:pt x="1587694" y="223044"/>
                  </a:lnTo>
                  <a:lnTo>
                    <a:pt x="1597438" y="213875"/>
                  </a:lnTo>
                  <a:lnTo>
                    <a:pt x="1607182" y="205023"/>
                  </a:lnTo>
                  <a:lnTo>
                    <a:pt x="1616911" y="196500"/>
                  </a:lnTo>
                  <a:lnTo>
                    <a:pt x="1626655" y="188308"/>
                  </a:lnTo>
                  <a:lnTo>
                    <a:pt x="1636399" y="180458"/>
                  </a:lnTo>
                  <a:lnTo>
                    <a:pt x="1646142" y="172955"/>
                  </a:lnTo>
                  <a:lnTo>
                    <a:pt x="1655872" y="165803"/>
                  </a:lnTo>
                  <a:lnTo>
                    <a:pt x="1665616" y="159009"/>
                  </a:lnTo>
                  <a:lnTo>
                    <a:pt x="1675359" y="152575"/>
                  </a:lnTo>
                  <a:lnTo>
                    <a:pt x="1685103" y="146506"/>
                  </a:lnTo>
                  <a:lnTo>
                    <a:pt x="1694832" y="140803"/>
                  </a:lnTo>
                  <a:lnTo>
                    <a:pt x="1704576" y="135468"/>
                  </a:lnTo>
                  <a:lnTo>
                    <a:pt x="1714320" y="130502"/>
                  </a:lnTo>
                  <a:lnTo>
                    <a:pt x="1724064" y="125905"/>
                  </a:lnTo>
                  <a:lnTo>
                    <a:pt x="1733808" y="121679"/>
                  </a:lnTo>
                  <a:lnTo>
                    <a:pt x="1743537" y="117818"/>
                  </a:lnTo>
                  <a:lnTo>
                    <a:pt x="1753281" y="114323"/>
                  </a:lnTo>
                  <a:lnTo>
                    <a:pt x="1763025" y="111191"/>
                  </a:lnTo>
                  <a:lnTo>
                    <a:pt x="1772769" y="108418"/>
                  </a:lnTo>
                  <a:lnTo>
                    <a:pt x="1782498" y="106000"/>
                  </a:lnTo>
                  <a:lnTo>
                    <a:pt x="1792242" y="103934"/>
                  </a:lnTo>
                  <a:lnTo>
                    <a:pt x="1801986" y="102211"/>
                  </a:lnTo>
                  <a:lnTo>
                    <a:pt x="1811730" y="100829"/>
                  </a:lnTo>
                  <a:lnTo>
                    <a:pt x="1821459" y="99778"/>
                  </a:lnTo>
                  <a:lnTo>
                    <a:pt x="1831203" y="99053"/>
                  </a:lnTo>
                  <a:lnTo>
                    <a:pt x="1840947" y="98643"/>
                  </a:lnTo>
                  <a:lnTo>
                    <a:pt x="1850691" y="98543"/>
                  </a:lnTo>
                  <a:lnTo>
                    <a:pt x="1860435" y="98743"/>
                  </a:lnTo>
                  <a:lnTo>
                    <a:pt x="1870164" y="99232"/>
                  </a:lnTo>
                  <a:lnTo>
                    <a:pt x="1879908" y="100002"/>
                  </a:lnTo>
                  <a:lnTo>
                    <a:pt x="1889652" y="101042"/>
                  </a:lnTo>
                  <a:lnTo>
                    <a:pt x="1899395" y="102341"/>
                  </a:lnTo>
                  <a:lnTo>
                    <a:pt x="1909124" y="103889"/>
                  </a:lnTo>
                  <a:lnTo>
                    <a:pt x="1918868" y="105672"/>
                  </a:lnTo>
                  <a:lnTo>
                    <a:pt x="1928612" y="107682"/>
                  </a:lnTo>
                  <a:lnTo>
                    <a:pt x="1938356" y="109904"/>
                  </a:lnTo>
                  <a:lnTo>
                    <a:pt x="1948085" y="112325"/>
                  </a:lnTo>
                  <a:lnTo>
                    <a:pt x="1957829" y="114935"/>
                  </a:lnTo>
                  <a:lnTo>
                    <a:pt x="1967573" y="117721"/>
                  </a:lnTo>
                  <a:lnTo>
                    <a:pt x="1977317" y="120668"/>
                  </a:lnTo>
                  <a:lnTo>
                    <a:pt x="1987046" y="123764"/>
                  </a:lnTo>
                  <a:lnTo>
                    <a:pt x="1996790" y="126997"/>
                  </a:lnTo>
                  <a:lnTo>
                    <a:pt x="2006534" y="130353"/>
                  </a:lnTo>
                  <a:lnTo>
                    <a:pt x="2016278" y="133820"/>
                  </a:lnTo>
                  <a:lnTo>
                    <a:pt x="2026022" y="137382"/>
                  </a:lnTo>
                  <a:lnTo>
                    <a:pt x="2035751" y="141029"/>
                  </a:lnTo>
                  <a:lnTo>
                    <a:pt x="2045495" y="144747"/>
                  </a:lnTo>
                  <a:lnTo>
                    <a:pt x="2055239" y="148520"/>
                  </a:lnTo>
                  <a:lnTo>
                    <a:pt x="2064983" y="152342"/>
                  </a:lnTo>
                  <a:lnTo>
                    <a:pt x="2074712" y="156195"/>
                  </a:lnTo>
                  <a:lnTo>
                    <a:pt x="2084456" y="160067"/>
                  </a:lnTo>
                  <a:lnTo>
                    <a:pt x="2094200" y="163948"/>
                  </a:lnTo>
                  <a:lnTo>
                    <a:pt x="2103944" y="167827"/>
                  </a:lnTo>
                  <a:lnTo>
                    <a:pt x="2113673" y="171688"/>
                  </a:lnTo>
                  <a:lnTo>
                    <a:pt x="2123417" y="175525"/>
                  </a:lnTo>
                  <a:lnTo>
                    <a:pt x="2133161" y="179323"/>
                  </a:lnTo>
                  <a:lnTo>
                    <a:pt x="2142905" y="183074"/>
                  </a:lnTo>
                  <a:lnTo>
                    <a:pt x="2152649" y="186766"/>
                  </a:lnTo>
                  <a:lnTo>
                    <a:pt x="2162377" y="190390"/>
                  </a:lnTo>
                  <a:lnTo>
                    <a:pt x="2172121" y="193936"/>
                  </a:lnTo>
                  <a:lnTo>
                    <a:pt x="2181865" y="197395"/>
                  </a:lnTo>
                  <a:lnTo>
                    <a:pt x="2191609" y="200761"/>
                  </a:lnTo>
                  <a:lnTo>
                    <a:pt x="2201338" y="204022"/>
                  </a:lnTo>
                  <a:lnTo>
                    <a:pt x="2211082" y="207173"/>
                  </a:lnTo>
                  <a:lnTo>
                    <a:pt x="2220826" y="210207"/>
                  </a:lnTo>
                  <a:lnTo>
                    <a:pt x="2230570" y="213115"/>
                  </a:lnTo>
                  <a:lnTo>
                    <a:pt x="2240299" y="215894"/>
                  </a:lnTo>
                  <a:lnTo>
                    <a:pt x="2250043" y="218535"/>
                  </a:lnTo>
                  <a:lnTo>
                    <a:pt x="2259787" y="221037"/>
                  </a:lnTo>
                  <a:lnTo>
                    <a:pt x="2269531" y="223392"/>
                  </a:lnTo>
                  <a:lnTo>
                    <a:pt x="2279260" y="225597"/>
                  </a:lnTo>
                  <a:lnTo>
                    <a:pt x="2289004" y="227649"/>
                  </a:lnTo>
                  <a:lnTo>
                    <a:pt x="2298748" y="229544"/>
                  </a:lnTo>
                  <a:lnTo>
                    <a:pt x="2308492" y="231280"/>
                  </a:lnTo>
                  <a:lnTo>
                    <a:pt x="2318236" y="232855"/>
                  </a:lnTo>
                  <a:lnTo>
                    <a:pt x="2327965" y="234267"/>
                  </a:lnTo>
                  <a:lnTo>
                    <a:pt x="2337709" y="235517"/>
                  </a:lnTo>
                  <a:lnTo>
                    <a:pt x="2347453" y="236602"/>
                  </a:lnTo>
                  <a:lnTo>
                    <a:pt x="2357197" y="237521"/>
                  </a:lnTo>
                  <a:lnTo>
                    <a:pt x="2366926" y="238278"/>
                  </a:lnTo>
                  <a:lnTo>
                    <a:pt x="2376670" y="238872"/>
                  </a:lnTo>
                  <a:lnTo>
                    <a:pt x="2386413" y="239304"/>
                  </a:lnTo>
                  <a:lnTo>
                    <a:pt x="2396157" y="239577"/>
                  </a:lnTo>
                  <a:lnTo>
                    <a:pt x="2405886" y="239692"/>
                  </a:lnTo>
                  <a:lnTo>
                    <a:pt x="2415630" y="239653"/>
                  </a:lnTo>
                  <a:lnTo>
                    <a:pt x="2425374" y="239461"/>
                  </a:lnTo>
                  <a:lnTo>
                    <a:pt x="2435118" y="239120"/>
                  </a:lnTo>
                  <a:lnTo>
                    <a:pt x="2444862" y="238636"/>
                  </a:lnTo>
                  <a:lnTo>
                    <a:pt x="2454591" y="238010"/>
                  </a:lnTo>
                  <a:lnTo>
                    <a:pt x="2464335" y="237247"/>
                  </a:lnTo>
                  <a:lnTo>
                    <a:pt x="2474079" y="236353"/>
                  </a:lnTo>
                  <a:lnTo>
                    <a:pt x="2483823" y="235334"/>
                  </a:lnTo>
                  <a:lnTo>
                    <a:pt x="2493552" y="234193"/>
                  </a:lnTo>
                  <a:lnTo>
                    <a:pt x="2503296" y="232935"/>
                  </a:lnTo>
                  <a:lnTo>
                    <a:pt x="2513040" y="231569"/>
                  </a:lnTo>
                  <a:lnTo>
                    <a:pt x="2522784" y="230100"/>
                  </a:lnTo>
                  <a:lnTo>
                    <a:pt x="2532513" y="228531"/>
                  </a:lnTo>
                  <a:lnTo>
                    <a:pt x="2542257" y="226873"/>
                  </a:lnTo>
                  <a:lnTo>
                    <a:pt x="2552001" y="225130"/>
                  </a:lnTo>
                  <a:lnTo>
                    <a:pt x="2561745" y="223309"/>
                  </a:lnTo>
                  <a:lnTo>
                    <a:pt x="2571474" y="221417"/>
                  </a:lnTo>
                  <a:lnTo>
                    <a:pt x="2581218" y="219462"/>
                  </a:lnTo>
                  <a:lnTo>
                    <a:pt x="2590962" y="217449"/>
                  </a:lnTo>
                  <a:lnTo>
                    <a:pt x="2600705" y="215387"/>
                  </a:lnTo>
                  <a:lnTo>
                    <a:pt x="2610449" y="213282"/>
                  </a:lnTo>
                  <a:lnTo>
                    <a:pt x="2620178" y="211142"/>
                  </a:lnTo>
                  <a:lnTo>
                    <a:pt x="2629922" y="208975"/>
                  </a:lnTo>
                  <a:lnTo>
                    <a:pt x="2639666" y="206787"/>
                  </a:lnTo>
                  <a:lnTo>
                    <a:pt x="2649410" y="204585"/>
                  </a:lnTo>
                  <a:lnTo>
                    <a:pt x="2659139" y="202377"/>
                  </a:lnTo>
                  <a:lnTo>
                    <a:pt x="2668883" y="200172"/>
                  </a:lnTo>
                  <a:lnTo>
                    <a:pt x="2678627" y="197973"/>
                  </a:lnTo>
                  <a:lnTo>
                    <a:pt x="2688371" y="195792"/>
                  </a:lnTo>
                  <a:lnTo>
                    <a:pt x="2698100" y="193632"/>
                  </a:lnTo>
                  <a:lnTo>
                    <a:pt x="2707844" y="191501"/>
                  </a:lnTo>
                  <a:lnTo>
                    <a:pt x="2717588" y="189408"/>
                  </a:lnTo>
                  <a:lnTo>
                    <a:pt x="2727332" y="187358"/>
                  </a:lnTo>
                  <a:lnTo>
                    <a:pt x="2737076" y="185358"/>
                  </a:lnTo>
                  <a:lnTo>
                    <a:pt x="2746805" y="183414"/>
                  </a:lnTo>
                  <a:lnTo>
                    <a:pt x="2756549" y="181534"/>
                  </a:lnTo>
                  <a:lnTo>
                    <a:pt x="2766293" y="179722"/>
                  </a:lnTo>
                  <a:lnTo>
                    <a:pt x="2776037" y="177986"/>
                  </a:lnTo>
                  <a:lnTo>
                    <a:pt x="2785766" y="176332"/>
                  </a:lnTo>
                  <a:lnTo>
                    <a:pt x="2795510" y="174766"/>
                  </a:lnTo>
                  <a:lnTo>
                    <a:pt x="2805254" y="173293"/>
                  </a:lnTo>
                  <a:lnTo>
                    <a:pt x="2814998" y="171918"/>
                  </a:lnTo>
                  <a:lnTo>
                    <a:pt x="2824727" y="170647"/>
                  </a:lnTo>
                  <a:lnTo>
                    <a:pt x="2834471" y="169485"/>
                  </a:lnTo>
                  <a:lnTo>
                    <a:pt x="2844215" y="168437"/>
                  </a:lnTo>
                  <a:lnTo>
                    <a:pt x="2853958" y="167508"/>
                  </a:lnTo>
                  <a:lnTo>
                    <a:pt x="2863687" y="166703"/>
                  </a:lnTo>
                  <a:lnTo>
                    <a:pt x="2873431" y="166027"/>
                  </a:lnTo>
                  <a:lnTo>
                    <a:pt x="2883175" y="165481"/>
                  </a:lnTo>
                  <a:lnTo>
                    <a:pt x="2892919" y="165073"/>
                  </a:lnTo>
                  <a:lnTo>
                    <a:pt x="2902663" y="164807"/>
                  </a:lnTo>
                  <a:lnTo>
                    <a:pt x="2912392" y="16468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1" name="Freeform 770">
              <a:extLst>
                <a:ext uri="{FF2B5EF4-FFF2-40B4-BE49-F238E27FC236}">
                  <a16:creationId xmlns:a16="http://schemas.microsoft.com/office/drawing/2014/main" id="{8B1BA4A5-8031-1787-D189-659C71615453}"/>
                </a:ext>
              </a:extLst>
            </p:cNvPr>
            <p:cNvSpPr/>
            <p:nvPr/>
          </p:nvSpPr>
          <p:spPr>
            <a:xfrm>
              <a:off x="576446" y="3447016"/>
              <a:ext cx="2912392" cy="351945"/>
            </a:xfrm>
            <a:custGeom>
              <a:avLst/>
              <a:gdLst>
                <a:gd name="connsiteX0" fmla="*/ 0 w 2912392"/>
                <a:gd name="connsiteY0" fmla="*/ 331303 h 351945"/>
                <a:gd name="connsiteX1" fmla="*/ 9739 w 2912392"/>
                <a:gd name="connsiteY1" fmla="*/ 330364 h 351945"/>
                <a:gd name="connsiteX2" fmla="*/ 19480 w 2912392"/>
                <a:gd name="connsiteY2" fmla="*/ 329352 h 351945"/>
                <a:gd name="connsiteX3" fmla="*/ 29221 w 2912392"/>
                <a:gd name="connsiteY3" fmla="*/ 328268 h 351945"/>
                <a:gd name="connsiteX4" fmla="*/ 38961 w 2912392"/>
                <a:gd name="connsiteY4" fmla="*/ 327113 h 351945"/>
                <a:gd name="connsiteX5" fmla="*/ 48702 w 2912392"/>
                <a:gd name="connsiteY5" fmla="*/ 325891 h 351945"/>
                <a:gd name="connsiteX6" fmla="*/ 58443 w 2912392"/>
                <a:gd name="connsiteY6" fmla="*/ 324604 h 351945"/>
                <a:gd name="connsiteX7" fmla="*/ 68182 w 2912392"/>
                <a:gd name="connsiteY7" fmla="*/ 323254 h 351945"/>
                <a:gd name="connsiteX8" fmla="*/ 77923 w 2912392"/>
                <a:gd name="connsiteY8" fmla="*/ 321843 h 351945"/>
                <a:gd name="connsiteX9" fmla="*/ 87664 w 2912392"/>
                <a:gd name="connsiteY9" fmla="*/ 320377 h 351945"/>
                <a:gd name="connsiteX10" fmla="*/ 97404 w 2912392"/>
                <a:gd name="connsiteY10" fmla="*/ 318856 h 351945"/>
                <a:gd name="connsiteX11" fmla="*/ 107145 w 2912392"/>
                <a:gd name="connsiteY11" fmla="*/ 317286 h 351945"/>
                <a:gd name="connsiteX12" fmla="*/ 116886 w 2912392"/>
                <a:gd name="connsiteY12" fmla="*/ 315668 h 351945"/>
                <a:gd name="connsiteX13" fmla="*/ 126625 w 2912392"/>
                <a:gd name="connsiteY13" fmla="*/ 314005 h 351945"/>
                <a:gd name="connsiteX14" fmla="*/ 136366 w 2912392"/>
                <a:gd name="connsiteY14" fmla="*/ 312304 h 351945"/>
                <a:gd name="connsiteX15" fmla="*/ 146107 w 2912392"/>
                <a:gd name="connsiteY15" fmla="*/ 310565 h 351945"/>
                <a:gd name="connsiteX16" fmla="*/ 155846 w 2912392"/>
                <a:gd name="connsiteY16" fmla="*/ 308793 h 351945"/>
                <a:gd name="connsiteX17" fmla="*/ 165587 w 2912392"/>
                <a:gd name="connsiteY17" fmla="*/ 306991 h 351945"/>
                <a:gd name="connsiteX18" fmla="*/ 175328 w 2912392"/>
                <a:gd name="connsiteY18" fmla="*/ 305164 h 351945"/>
                <a:gd name="connsiteX19" fmla="*/ 185068 w 2912392"/>
                <a:gd name="connsiteY19" fmla="*/ 303314 h 351945"/>
                <a:gd name="connsiteX20" fmla="*/ 194809 w 2912392"/>
                <a:gd name="connsiteY20" fmla="*/ 301445 h 351945"/>
                <a:gd name="connsiteX21" fmla="*/ 204550 w 2912392"/>
                <a:gd name="connsiteY21" fmla="*/ 299559 h 351945"/>
                <a:gd name="connsiteX22" fmla="*/ 214289 w 2912392"/>
                <a:gd name="connsiteY22" fmla="*/ 297662 h 351945"/>
                <a:gd name="connsiteX23" fmla="*/ 224030 w 2912392"/>
                <a:gd name="connsiteY23" fmla="*/ 295755 h 351945"/>
                <a:gd name="connsiteX24" fmla="*/ 233771 w 2912392"/>
                <a:gd name="connsiteY24" fmla="*/ 293842 h 351945"/>
                <a:gd name="connsiteX25" fmla="*/ 243510 w 2912392"/>
                <a:gd name="connsiteY25" fmla="*/ 291925 h 351945"/>
                <a:gd name="connsiteX26" fmla="*/ 253251 w 2912392"/>
                <a:gd name="connsiteY26" fmla="*/ 290007 h 351945"/>
                <a:gd name="connsiteX27" fmla="*/ 262992 w 2912392"/>
                <a:gd name="connsiteY27" fmla="*/ 288090 h 351945"/>
                <a:gd name="connsiteX28" fmla="*/ 272732 w 2912392"/>
                <a:gd name="connsiteY28" fmla="*/ 286177 h 351945"/>
                <a:gd name="connsiteX29" fmla="*/ 282473 w 2912392"/>
                <a:gd name="connsiteY29" fmla="*/ 284268 h 351945"/>
                <a:gd name="connsiteX30" fmla="*/ 292214 w 2912392"/>
                <a:gd name="connsiteY30" fmla="*/ 282367 h 351945"/>
                <a:gd name="connsiteX31" fmla="*/ 301953 w 2912392"/>
                <a:gd name="connsiteY31" fmla="*/ 280475 h 351945"/>
                <a:gd name="connsiteX32" fmla="*/ 311694 w 2912392"/>
                <a:gd name="connsiteY32" fmla="*/ 278592 h 351945"/>
                <a:gd name="connsiteX33" fmla="*/ 321435 w 2912392"/>
                <a:gd name="connsiteY33" fmla="*/ 276720 h 351945"/>
                <a:gd name="connsiteX34" fmla="*/ 331175 w 2912392"/>
                <a:gd name="connsiteY34" fmla="*/ 274861 h 351945"/>
                <a:gd name="connsiteX35" fmla="*/ 340916 w 2912392"/>
                <a:gd name="connsiteY35" fmla="*/ 273012 h 351945"/>
                <a:gd name="connsiteX36" fmla="*/ 350656 w 2912392"/>
                <a:gd name="connsiteY36" fmla="*/ 271175 h 351945"/>
                <a:gd name="connsiteX37" fmla="*/ 360396 w 2912392"/>
                <a:gd name="connsiteY37" fmla="*/ 269351 h 351945"/>
                <a:gd name="connsiteX38" fmla="*/ 370137 w 2912392"/>
                <a:gd name="connsiteY38" fmla="*/ 267538 h 351945"/>
                <a:gd name="connsiteX39" fmla="*/ 379878 w 2912392"/>
                <a:gd name="connsiteY39" fmla="*/ 265735 h 351945"/>
                <a:gd name="connsiteX40" fmla="*/ 389617 w 2912392"/>
                <a:gd name="connsiteY40" fmla="*/ 263943 h 351945"/>
                <a:gd name="connsiteX41" fmla="*/ 399358 w 2912392"/>
                <a:gd name="connsiteY41" fmla="*/ 262158 h 351945"/>
                <a:gd name="connsiteX42" fmla="*/ 409099 w 2912392"/>
                <a:gd name="connsiteY42" fmla="*/ 260382 h 351945"/>
                <a:gd name="connsiteX43" fmla="*/ 418839 w 2912392"/>
                <a:gd name="connsiteY43" fmla="*/ 258611 h 351945"/>
                <a:gd name="connsiteX44" fmla="*/ 428580 w 2912392"/>
                <a:gd name="connsiteY44" fmla="*/ 256844 h 351945"/>
                <a:gd name="connsiteX45" fmla="*/ 438321 w 2912392"/>
                <a:gd name="connsiteY45" fmla="*/ 255077 h 351945"/>
                <a:gd name="connsiteX46" fmla="*/ 448060 w 2912392"/>
                <a:gd name="connsiteY46" fmla="*/ 253311 h 351945"/>
                <a:gd name="connsiteX47" fmla="*/ 457801 w 2912392"/>
                <a:gd name="connsiteY47" fmla="*/ 251541 h 351945"/>
                <a:gd name="connsiteX48" fmla="*/ 467542 w 2912392"/>
                <a:gd name="connsiteY48" fmla="*/ 249765 h 351945"/>
                <a:gd name="connsiteX49" fmla="*/ 477281 w 2912392"/>
                <a:gd name="connsiteY49" fmla="*/ 247980 h 351945"/>
                <a:gd name="connsiteX50" fmla="*/ 487022 w 2912392"/>
                <a:gd name="connsiteY50" fmla="*/ 246185 h 351945"/>
                <a:gd name="connsiteX51" fmla="*/ 496763 w 2912392"/>
                <a:gd name="connsiteY51" fmla="*/ 244373 h 351945"/>
                <a:gd name="connsiteX52" fmla="*/ 506503 w 2912392"/>
                <a:gd name="connsiteY52" fmla="*/ 242545 h 351945"/>
                <a:gd name="connsiteX53" fmla="*/ 516244 w 2912392"/>
                <a:gd name="connsiteY53" fmla="*/ 240696 h 351945"/>
                <a:gd name="connsiteX54" fmla="*/ 525985 w 2912392"/>
                <a:gd name="connsiteY54" fmla="*/ 238823 h 351945"/>
                <a:gd name="connsiteX55" fmla="*/ 535724 w 2912392"/>
                <a:gd name="connsiteY55" fmla="*/ 236922 h 351945"/>
                <a:gd name="connsiteX56" fmla="*/ 545465 w 2912392"/>
                <a:gd name="connsiteY56" fmla="*/ 234991 h 351945"/>
                <a:gd name="connsiteX57" fmla="*/ 555206 w 2912392"/>
                <a:gd name="connsiteY57" fmla="*/ 233028 h 351945"/>
                <a:gd name="connsiteX58" fmla="*/ 564946 w 2912392"/>
                <a:gd name="connsiteY58" fmla="*/ 231027 h 351945"/>
                <a:gd name="connsiteX59" fmla="*/ 574687 w 2912392"/>
                <a:gd name="connsiteY59" fmla="*/ 228985 h 351945"/>
                <a:gd name="connsiteX60" fmla="*/ 584428 w 2912392"/>
                <a:gd name="connsiteY60" fmla="*/ 226903 h 351945"/>
                <a:gd name="connsiteX61" fmla="*/ 594167 w 2912392"/>
                <a:gd name="connsiteY61" fmla="*/ 224775 h 351945"/>
                <a:gd name="connsiteX62" fmla="*/ 603908 w 2912392"/>
                <a:gd name="connsiteY62" fmla="*/ 222598 h 351945"/>
                <a:gd name="connsiteX63" fmla="*/ 613649 w 2912392"/>
                <a:gd name="connsiteY63" fmla="*/ 220372 h 351945"/>
                <a:gd name="connsiteX64" fmla="*/ 623388 w 2912392"/>
                <a:gd name="connsiteY64" fmla="*/ 218093 h 351945"/>
                <a:gd name="connsiteX65" fmla="*/ 633129 w 2912392"/>
                <a:gd name="connsiteY65" fmla="*/ 215760 h 351945"/>
                <a:gd name="connsiteX66" fmla="*/ 642870 w 2912392"/>
                <a:gd name="connsiteY66" fmla="*/ 213370 h 351945"/>
                <a:gd name="connsiteX67" fmla="*/ 652610 w 2912392"/>
                <a:gd name="connsiteY67" fmla="*/ 210923 h 351945"/>
                <a:gd name="connsiteX68" fmla="*/ 662351 w 2912392"/>
                <a:gd name="connsiteY68" fmla="*/ 208416 h 351945"/>
                <a:gd name="connsiteX69" fmla="*/ 672092 w 2912392"/>
                <a:gd name="connsiteY69" fmla="*/ 205850 h 351945"/>
                <a:gd name="connsiteX70" fmla="*/ 681831 w 2912392"/>
                <a:gd name="connsiteY70" fmla="*/ 203224 h 351945"/>
                <a:gd name="connsiteX71" fmla="*/ 691572 w 2912392"/>
                <a:gd name="connsiteY71" fmla="*/ 200537 h 351945"/>
                <a:gd name="connsiteX72" fmla="*/ 701313 w 2912392"/>
                <a:gd name="connsiteY72" fmla="*/ 197790 h 351945"/>
                <a:gd name="connsiteX73" fmla="*/ 711052 w 2912392"/>
                <a:gd name="connsiteY73" fmla="*/ 194983 h 351945"/>
                <a:gd name="connsiteX74" fmla="*/ 720793 w 2912392"/>
                <a:gd name="connsiteY74" fmla="*/ 192116 h 351945"/>
                <a:gd name="connsiteX75" fmla="*/ 730534 w 2912392"/>
                <a:gd name="connsiteY75" fmla="*/ 189192 h 351945"/>
                <a:gd name="connsiteX76" fmla="*/ 740274 w 2912392"/>
                <a:gd name="connsiteY76" fmla="*/ 186212 h 351945"/>
                <a:gd name="connsiteX77" fmla="*/ 750015 w 2912392"/>
                <a:gd name="connsiteY77" fmla="*/ 183177 h 351945"/>
                <a:gd name="connsiteX78" fmla="*/ 759756 w 2912392"/>
                <a:gd name="connsiteY78" fmla="*/ 180091 h 351945"/>
                <a:gd name="connsiteX79" fmla="*/ 769495 w 2912392"/>
                <a:gd name="connsiteY79" fmla="*/ 176955 h 351945"/>
                <a:gd name="connsiteX80" fmla="*/ 779236 w 2912392"/>
                <a:gd name="connsiteY80" fmla="*/ 173776 h 351945"/>
                <a:gd name="connsiteX81" fmla="*/ 788977 w 2912392"/>
                <a:gd name="connsiteY81" fmla="*/ 170553 h 351945"/>
                <a:gd name="connsiteX82" fmla="*/ 798717 w 2912392"/>
                <a:gd name="connsiteY82" fmla="*/ 167292 h 351945"/>
                <a:gd name="connsiteX83" fmla="*/ 808458 w 2912392"/>
                <a:gd name="connsiteY83" fmla="*/ 163999 h 351945"/>
                <a:gd name="connsiteX84" fmla="*/ 818199 w 2912392"/>
                <a:gd name="connsiteY84" fmla="*/ 160677 h 351945"/>
                <a:gd name="connsiteX85" fmla="*/ 827938 w 2912392"/>
                <a:gd name="connsiteY85" fmla="*/ 157330 h 351945"/>
                <a:gd name="connsiteX86" fmla="*/ 837679 w 2912392"/>
                <a:gd name="connsiteY86" fmla="*/ 153968 h 351945"/>
                <a:gd name="connsiteX87" fmla="*/ 847420 w 2912392"/>
                <a:gd name="connsiteY87" fmla="*/ 150591 h 351945"/>
                <a:gd name="connsiteX88" fmla="*/ 857159 w 2912392"/>
                <a:gd name="connsiteY88" fmla="*/ 147212 h 351945"/>
                <a:gd name="connsiteX89" fmla="*/ 866900 w 2912392"/>
                <a:gd name="connsiteY89" fmla="*/ 143833 h 351945"/>
                <a:gd name="connsiteX90" fmla="*/ 876641 w 2912392"/>
                <a:gd name="connsiteY90" fmla="*/ 140462 h 351945"/>
                <a:gd name="connsiteX91" fmla="*/ 886381 w 2912392"/>
                <a:gd name="connsiteY91" fmla="*/ 137106 h 351945"/>
                <a:gd name="connsiteX92" fmla="*/ 896122 w 2912392"/>
                <a:gd name="connsiteY92" fmla="*/ 133775 h 351945"/>
                <a:gd name="connsiteX93" fmla="*/ 905863 w 2912392"/>
                <a:gd name="connsiteY93" fmla="*/ 130473 h 351945"/>
                <a:gd name="connsiteX94" fmla="*/ 915602 w 2912392"/>
                <a:gd name="connsiteY94" fmla="*/ 127212 h 351945"/>
                <a:gd name="connsiteX95" fmla="*/ 925343 w 2912392"/>
                <a:gd name="connsiteY95" fmla="*/ 123997 h 351945"/>
                <a:gd name="connsiteX96" fmla="*/ 935084 w 2912392"/>
                <a:gd name="connsiteY96" fmla="*/ 120837 h 351945"/>
                <a:gd name="connsiteX97" fmla="*/ 944824 w 2912392"/>
                <a:gd name="connsiteY97" fmla="*/ 117742 h 351945"/>
                <a:gd name="connsiteX98" fmla="*/ 954564 w 2912392"/>
                <a:gd name="connsiteY98" fmla="*/ 114721 h 351945"/>
                <a:gd name="connsiteX99" fmla="*/ 964305 w 2912392"/>
                <a:gd name="connsiteY99" fmla="*/ 111780 h 351945"/>
                <a:gd name="connsiteX100" fmla="*/ 974045 w 2912392"/>
                <a:gd name="connsiteY100" fmla="*/ 108931 h 351945"/>
                <a:gd name="connsiteX101" fmla="*/ 983786 w 2912392"/>
                <a:gd name="connsiteY101" fmla="*/ 106181 h 351945"/>
                <a:gd name="connsiteX102" fmla="*/ 993522 w 2912392"/>
                <a:gd name="connsiteY102" fmla="*/ 103539 h 351945"/>
                <a:gd name="connsiteX103" fmla="*/ 1003266 w 2912392"/>
                <a:gd name="connsiteY103" fmla="*/ 101015 h 351945"/>
                <a:gd name="connsiteX104" fmla="*/ 1013010 w 2912392"/>
                <a:gd name="connsiteY104" fmla="*/ 98618 h 351945"/>
                <a:gd name="connsiteX105" fmla="*/ 1022754 w 2912392"/>
                <a:gd name="connsiteY105" fmla="*/ 96355 h 351945"/>
                <a:gd name="connsiteX106" fmla="*/ 1032483 w 2912392"/>
                <a:gd name="connsiteY106" fmla="*/ 94236 h 351945"/>
                <a:gd name="connsiteX107" fmla="*/ 1042227 w 2912392"/>
                <a:gd name="connsiteY107" fmla="*/ 92268 h 351945"/>
                <a:gd name="connsiteX108" fmla="*/ 1051971 w 2912392"/>
                <a:gd name="connsiteY108" fmla="*/ 90462 h 351945"/>
                <a:gd name="connsiteX109" fmla="*/ 1061715 w 2912392"/>
                <a:gd name="connsiteY109" fmla="*/ 88823 h 351945"/>
                <a:gd name="connsiteX110" fmla="*/ 1071444 w 2912392"/>
                <a:gd name="connsiteY110" fmla="*/ 87362 h 351945"/>
                <a:gd name="connsiteX111" fmla="*/ 1081188 w 2912392"/>
                <a:gd name="connsiteY111" fmla="*/ 86083 h 351945"/>
                <a:gd name="connsiteX112" fmla="*/ 1090932 w 2912392"/>
                <a:gd name="connsiteY112" fmla="*/ 84996 h 351945"/>
                <a:gd name="connsiteX113" fmla="*/ 1100676 w 2912392"/>
                <a:gd name="connsiteY113" fmla="*/ 84106 h 351945"/>
                <a:gd name="connsiteX114" fmla="*/ 1110405 w 2912392"/>
                <a:gd name="connsiteY114" fmla="*/ 83421 h 351945"/>
                <a:gd name="connsiteX115" fmla="*/ 1120149 w 2912392"/>
                <a:gd name="connsiteY115" fmla="*/ 82946 h 351945"/>
                <a:gd name="connsiteX116" fmla="*/ 1129893 w 2912392"/>
                <a:gd name="connsiteY116" fmla="*/ 82686 h 351945"/>
                <a:gd name="connsiteX117" fmla="*/ 1139637 w 2912392"/>
                <a:gd name="connsiteY117" fmla="*/ 82648 h 351945"/>
                <a:gd name="connsiteX118" fmla="*/ 1149381 w 2912392"/>
                <a:gd name="connsiteY118" fmla="*/ 82835 h 351945"/>
                <a:gd name="connsiteX119" fmla="*/ 1159110 w 2912392"/>
                <a:gd name="connsiteY119" fmla="*/ 83251 h 351945"/>
                <a:gd name="connsiteX120" fmla="*/ 1168854 w 2912392"/>
                <a:gd name="connsiteY120" fmla="*/ 83901 h 351945"/>
                <a:gd name="connsiteX121" fmla="*/ 1178598 w 2912392"/>
                <a:gd name="connsiteY121" fmla="*/ 84787 h 351945"/>
                <a:gd name="connsiteX122" fmla="*/ 1188341 w 2912392"/>
                <a:gd name="connsiteY122" fmla="*/ 85912 h 351945"/>
                <a:gd name="connsiteX123" fmla="*/ 1198070 w 2912392"/>
                <a:gd name="connsiteY123" fmla="*/ 87277 h 351945"/>
                <a:gd name="connsiteX124" fmla="*/ 1207814 w 2912392"/>
                <a:gd name="connsiteY124" fmla="*/ 88883 h 351945"/>
                <a:gd name="connsiteX125" fmla="*/ 1217558 w 2912392"/>
                <a:gd name="connsiteY125" fmla="*/ 90732 h 351945"/>
                <a:gd name="connsiteX126" fmla="*/ 1227302 w 2912392"/>
                <a:gd name="connsiteY126" fmla="*/ 92822 h 351945"/>
                <a:gd name="connsiteX127" fmla="*/ 1237031 w 2912392"/>
                <a:gd name="connsiteY127" fmla="*/ 95154 h 351945"/>
                <a:gd name="connsiteX128" fmla="*/ 1246775 w 2912392"/>
                <a:gd name="connsiteY128" fmla="*/ 97727 h 351945"/>
                <a:gd name="connsiteX129" fmla="*/ 1256519 w 2912392"/>
                <a:gd name="connsiteY129" fmla="*/ 100535 h 351945"/>
                <a:gd name="connsiteX130" fmla="*/ 1266263 w 2912392"/>
                <a:gd name="connsiteY130" fmla="*/ 103581 h 351945"/>
                <a:gd name="connsiteX131" fmla="*/ 1276007 w 2912392"/>
                <a:gd name="connsiteY131" fmla="*/ 106856 h 351945"/>
                <a:gd name="connsiteX132" fmla="*/ 1285736 w 2912392"/>
                <a:gd name="connsiteY132" fmla="*/ 110360 h 351945"/>
                <a:gd name="connsiteX133" fmla="*/ 1295480 w 2912392"/>
                <a:gd name="connsiteY133" fmla="*/ 114086 h 351945"/>
                <a:gd name="connsiteX134" fmla="*/ 1305224 w 2912392"/>
                <a:gd name="connsiteY134" fmla="*/ 118028 h 351945"/>
                <a:gd name="connsiteX135" fmla="*/ 1314968 w 2912392"/>
                <a:gd name="connsiteY135" fmla="*/ 122182 h 351945"/>
                <a:gd name="connsiteX136" fmla="*/ 1324697 w 2912392"/>
                <a:gd name="connsiteY136" fmla="*/ 126540 h 351945"/>
                <a:gd name="connsiteX137" fmla="*/ 1334441 w 2912392"/>
                <a:gd name="connsiteY137" fmla="*/ 131096 h 351945"/>
                <a:gd name="connsiteX138" fmla="*/ 1344185 w 2912392"/>
                <a:gd name="connsiteY138" fmla="*/ 135840 h 351945"/>
                <a:gd name="connsiteX139" fmla="*/ 1353929 w 2912392"/>
                <a:gd name="connsiteY139" fmla="*/ 140763 h 351945"/>
                <a:gd name="connsiteX140" fmla="*/ 1363658 w 2912392"/>
                <a:gd name="connsiteY140" fmla="*/ 145858 h 351945"/>
                <a:gd name="connsiteX141" fmla="*/ 1373402 w 2912392"/>
                <a:gd name="connsiteY141" fmla="*/ 151114 h 351945"/>
                <a:gd name="connsiteX142" fmla="*/ 1383146 w 2912392"/>
                <a:gd name="connsiteY142" fmla="*/ 156521 h 351945"/>
                <a:gd name="connsiteX143" fmla="*/ 1392890 w 2912392"/>
                <a:gd name="connsiteY143" fmla="*/ 162067 h 351945"/>
                <a:gd name="connsiteX144" fmla="*/ 1402619 w 2912392"/>
                <a:gd name="connsiteY144" fmla="*/ 167743 h 351945"/>
                <a:gd name="connsiteX145" fmla="*/ 1412363 w 2912392"/>
                <a:gd name="connsiteY145" fmla="*/ 173534 h 351945"/>
                <a:gd name="connsiteX146" fmla="*/ 1422106 w 2912392"/>
                <a:gd name="connsiteY146" fmla="*/ 179431 h 351945"/>
                <a:gd name="connsiteX147" fmla="*/ 1431850 w 2912392"/>
                <a:gd name="connsiteY147" fmla="*/ 185421 h 351945"/>
                <a:gd name="connsiteX148" fmla="*/ 1441594 w 2912392"/>
                <a:gd name="connsiteY148" fmla="*/ 191489 h 351945"/>
                <a:gd name="connsiteX149" fmla="*/ 1451323 w 2912392"/>
                <a:gd name="connsiteY149" fmla="*/ 197625 h 351945"/>
                <a:gd name="connsiteX150" fmla="*/ 1461067 w 2912392"/>
                <a:gd name="connsiteY150" fmla="*/ 203811 h 351945"/>
                <a:gd name="connsiteX151" fmla="*/ 1470811 w 2912392"/>
                <a:gd name="connsiteY151" fmla="*/ 210037 h 351945"/>
                <a:gd name="connsiteX152" fmla="*/ 1480555 w 2912392"/>
                <a:gd name="connsiteY152" fmla="*/ 216289 h 351945"/>
                <a:gd name="connsiteX153" fmla="*/ 1490284 w 2912392"/>
                <a:gd name="connsiteY153" fmla="*/ 222549 h 351945"/>
                <a:gd name="connsiteX154" fmla="*/ 1500028 w 2912392"/>
                <a:gd name="connsiteY154" fmla="*/ 228808 h 351945"/>
                <a:gd name="connsiteX155" fmla="*/ 1509772 w 2912392"/>
                <a:gd name="connsiteY155" fmla="*/ 235048 h 351945"/>
                <a:gd name="connsiteX156" fmla="*/ 1519516 w 2912392"/>
                <a:gd name="connsiteY156" fmla="*/ 241256 h 351945"/>
                <a:gd name="connsiteX157" fmla="*/ 1529245 w 2912392"/>
                <a:gd name="connsiteY157" fmla="*/ 247418 h 351945"/>
                <a:gd name="connsiteX158" fmla="*/ 1538989 w 2912392"/>
                <a:gd name="connsiteY158" fmla="*/ 253520 h 351945"/>
                <a:gd name="connsiteX159" fmla="*/ 1548733 w 2912392"/>
                <a:gd name="connsiteY159" fmla="*/ 259548 h 351945"/>
                <a:gd name="connsiteX160" fmla="*/ 1558477 w 2912392"/>
                <a:gd name="connsiteY160" fmla="*/ 265485 h 351945"/>
                <a:gd name="connsiteX161" fmla="*/ 1568221 w 2912392"/>
                <a:gd name="connsiteY161" fmla="*/ 271321 h 351945"/>
                <a:gd name="connsiteX162" fmla="*/ 1577950 w 2912392"/>
                <a:gd name="connsiteY162" fmla="*/ 277042 h 351945"/>
                <a:gd name="connsiteX163" fmla="*/ 1587694 w 2912392"/>
                <a:gd name="connsiteY163" fmla="*/ 282632 h 351945"/>
                <a:gd name="connsiteX164" fmla="*/ 1597438 w 2912392"/>
                <a:gd name="connsiteY164" fmla="*/ 288082 h 351945"/>
                <a:gd name="connsiteX165" fmla="*/ 1607182 w 2912392"/>
                <a:gd name="connsiteY165" fmla="*/ 293376 h 351945"/>
                <a:gd name="connsiteX166" fmla="*/ 1616911 w 2912392"/>
                <a:gd name="connsiteY166" fmla="*/ 298503 h 351945"/>
                <a:gd name="connsiteX167" fmla="*/ 1626655 w 2912392"/>
                <a:gd name="connsiteY167" fmla="*/ 303452 h 351945"/>
                <a:gd name="connsiteX168" fmla="*/ 1636399 w 2912392"/>
                <a:gd name="connsiteY168" fmla="*/ 308209 h 351945"/>
                <a:gd name="connsiteX169" fmla="*/ 1646142 w 2912392"/>
                <a:gd name="connsiteY169" fmla="*/ 312767 h 351945"/>
                <a:gd name="connsiteX170" fmla="*/ 1655872 w 2912392"/>
                <a:gd name="connsiteY170" fmla="*/ 317113 h 351945"/>
                <a:gd name="connsiteX171" fmla="*/ 1665616 w 2912392"/>
                <a:gd name="connsiteY171" fmla="*/ 321238 h 351945"/>
                <a:gd name="connsiteX172" fmla="*/ 1675359 w 2912392"/>
                <a:gd name="connsiteY172" fmla="*/ 325135 h 351945"/>
                <a:gd name="connsiteX173" fmla="*/ 1685103 w 2912392"/>
                <a:gd name="connsiteY173" fmla="*/ 328791 h 351945"/>
                <a:gd name="connsiteX174" fmla="*/ 1694832 w 2912392"/>
                <a:gd name="connsiteY174" fmla="*/ 332201 h 351945"/>
                <a:gd name="connsiteX175" fmla="*/ 1704576 w 2912392"/>
                <a:gd name="connsiteY175" fmla="*/ 335357 h 351945"/>
                <a:gd name="connsiteX176" fmla="*/ 1714320 w 2912392"/>
                <a:gd name="connsiteY176" fmla="*/ 338252 h 351945"/>
                <a:gd name="connsiteX177" fmla="*/ 1724064 w 2912392"/>
                <a:gd name="connsiteY177" fmla="*/ 340881 h 351945"/>
                <a:gd name="connsiteX178" fmla="*/ 1733808 w 2912392"/>
                <a:gd name="connsiteY178" fmla="*/ 343240 h 351945"/>
                <a:gd name="connsiteX179" fmla="*/ 1743537 w 2912392"/>
                <a:gd name="connsiteY179" fmla="*/ 345321 h 351945"/>
                <a:gd name="connsiteX180" fmla="*/ 1753281 w 2912392"/>
                <a:gd name="connsiteY180" fmla="*/ 347124 h 351945"/>
                <a:gd name="connsiteX181" fmla="*/ 1763025 w 2912392"/>
                <a:gd name="connsiteY181" fmla="*/ 348644 h 351945"/>
                <a:gd name="connsiteX182" fmla="*/ 1772769 w 2912392"/>
                <a:gd name="connsiteY182" fmla="*/ 349879 h 351945"/>
                <a:gd name="connsiteX183" fmla="*/ 1782498 w 2912392"/>
                <a:gd name="connsiteY183" fmla="*/ 350826 h 351945"/>
                <a:gd name="connsiteX184" fmla="*/ 1792242 w 2912392"/>
                <a:gd name="connsiteY184" fmla="*/ 351486 h 351945"/>
                <a:gd name="connsiteX185" fmla="*/ 1801986 w 2912392"/>
                <a:gd name="connsiteY185" fmla="*/ 351859 h 351945"/>
                <a:gd name="connsiteX186" fmla="*/ 1811730 w 2912392"/>
                <a:gd name="connsiteY186" fmla="*/ 351945 h 351945"/>
                <a:gd name="connsiteX187" fmla="*/ 1821459 w 2912392"/>
                <a:gd name="connsiteY187" fmla="*/ 351746 h 351945"/>
                <a:gd name="connsiteX188" fmla="*/ 1831203 w 2912392"/>
                <a:gd name="connsiteY188" fmla="*/ 351263 h 351945"/>
                <a:gd name="connsiteX189" fmla="*/ 1840947 w 2912392"/>
                <a:gd name="connsiteY189" fmla="*/ 350499 h 351945"/>
                <a:gd name="connsiteX190" fmla="*/ 1850691 w 2912392"/>
                <a:gd name="connsiteY190" fmla="*/ 349457 h 351945"/>
                <a:gd name="connsiteX191" fmla="*/ 1860435 w 2912392"/>
                <a:gd name="connsiteY191" fmla="*/ 348142 h 351945"/>
                <a:gd name="connsiteX192" fmla="*/ 1870164 w 2912392"/>
                <a:gd name="connsiteY192" fmla="*/ 346558 h 351945"/>
                <a:gd name="connsiteX193" fmla="*/ 1879908 w 2912392"/>
                <a:gd name="connsiteY193" fmla="*/ 344709 h 351945"/>
                <a:gd name="connsiteX194" fmla="*/ 1889652 w 2912392"/>
                <a:gd name="connsiteY194" fmla="*/ 342602 h 351945"/>
                <a:gd name="connsiteX195" fmla="*/ 1899395 w 2912392"/>
                <a:gd name="connsiteY195" fmla="*/ 340245 h 351945"/>
                <a:gd name="connsiteX196" fmla="*/ 1909124 w 2912392"/>
                <a:gd name="connsiteY196" fmla="*/ 337642 h 351945"/>
                <a:gd name="connsiteX197" fmla="*/ 1918868 w 2912392"/>
                <a:gd name="connsiteY197" fmla="*/ 334801 h 351945"/>
                <a:gd name="connsiteX198" fmla="*/ 1928612 w 2912392"/>
                <a:gd name="connsiteY198" fmla="*/ 331730 h 351945"/>
                <a:gd name="connsiteX199" fmla="*/ 1938356 w 2912392"/>
                <a:gd name="connsiteY199" fmla="*/ 328439 h 351945"/>
                <a:gd name="connsiteX200" fmla="*/ 1948085 w 2912392"/>
                <a:gd name="connsiteY200" fmla="*/ 324933 h 351945"/>
                <a:gd name="connsiteX201" fmla="*/ 1957829 w 2912392"/>
                <a:gd name="connsiteY201" fmla="*/ 321224 h 351945"/>
                <a:gd name="connsiteX202" fmla="*/ 1967573 w 2912392"/>
                <a:gd name="connsiteY202" fmla="*/ 317319 h 351945"/>
                <a:gd name="connsiteX203" fmla="*/ 1977317 w 2912392"/>
                <a:gd name="connsiteY203" fmla="*/ 313229 h 351945"/>
                <a:gd name="connsiteX204" fmla="*/ 1987046 w 2912392"/>
                <a:gd name="connsiteY204" fmla="*/ 308963 h 351945"/>
                <a:gd name="connsiteX205" fmla="*/ 1996790 w 2912392"/>
                <a:gd name="connsiteY205" fmla="*/ 304532 h 351945"/>
                <a:gd name="connsiteX206" fmla="*/ 2006534 w 2912392"/>
                <a:gd name="connsiteY206" fmla="*/ 299945 h 351945"/>
                <a:gd name="connsiteX207" fmla="*/ 2016278 w 2912392"/>
                <a:gd name="connsiteY207" fmla="*/ 295211 h 351945"/>
                <a:gd name="connsiteX208" fmla="*/ 2026022 w 2912392"/>
                <a:gd name="connsiteY208" fmla="*/ 290344 h 351945"/>
                <a:gd name="connsiteX209" fmla="*/ 2035751 w 2912392"/>
                <a:gd name="connsiteY209" fmla="*/ 285351 h 351945"/>
                <a:gd name="connsiteX210" fmla="*/ 2045495 w 2912392"/>
                <a:gd name="connsiteY210" fmla="*/ 280245 h 351945"/>
                <a:gd name="connsiteX211" fmla="*/ 2055239 w 2912392"/>
                <a:gd name="connsiteY211" fmla="*/ 275035 h 351945"/>
                <a:gd name="connsiteX212" fmla="*/ 2064983 w 2912392"/>
                <a:gd name="connsiteY212" fmla="*/ 269731 h 351945"/>
                <a:gd name="connsiteX213" fmla="*/ 2074712 w 2912392"/>
                <a:gd name="connsiteY213" fmla="*/ 264345 h 351945"/>
                <a:gd name="connsiteX214" fmla="*/ 2084456 w 2912392"/>
                <a:gd name="connsiteY214" fmla="*/ 258886 h 351945"/>
                <a:gd name="connsiteX215" fmla="*/ 2094200 w 2912392"/>
                <a:gd name="connsiteY215" fmla="*/ 253365 h 351945"/>
                <a:gd name="connsiteX216" fmla="*/ 2103944 w 2912392"/>
                <a:gd name="connsiteY216" fmla="*/ 247791 h 351945"/>
                <a:gd name="connsiteX217" fmla="*/ 2113673 w 2912392"/>
                <a:gd name="connsiteY217" fmla="*/ 242174 h 351945"/>
                <a:gd name="connsiteX218" fmla="*/ 2123417 w 2912392"/>
                <a:gd name="connsiteY218" fmla="*/ 236523 h 351945"/>
                <a:gd name="connsiteX219" fmla="*/ 2133161 w 2912392"/>
                <a:gd name="connsiteY219" fmla="*/ 230849 h 351945"/>
                <a:gd name="connsiteX220" fmla="*/ 2142905 w 2912392"/>
                <a:gd name="connsiteY220" fmla="*/ 225161 h 351945"/>
                <a:gd name="connsiteX221" fmla="*/ 2152649 w 2912392"/>
                <a:gd name="connsiteY221" fmla="*/ 219467 h 351945"/>
                <a:gd name="connsiteX222" fmla="*/ 2162377 w 2912392"/>
                <a:gd name="connsiteY222" fmla="*/ 213775 h 351945"/>
                <a:gd name="connsiteX223" fmla="*/ 2172121 w 2912392"/>
                <a:gd name="connsiteY223" fmla="*/ 208096 h 351945"/>
                <a:gd name="connsiteX224" fmla="*/ 2181865 w 2912392"/>
                <a:gd name="connsiteY224" fmla="*/ 202434 h 351945"/>
                <a:gd name="connsiteX225" fmla="*/ 2191609 w 2912392"/>
                <a:gd name="connsiteY225" fmla="*/ 196799 h 351945"/>
                <a:gd name="connsiteX226" fmla="*/ 2201338 w 2912392"/>
                <a:gd name="connsiteY226" fmla="*/ 191199 h 351945"/>
                <a:gd name="connsiteX227" fmla="*/ 2211082 w 2912392"/>
                <a:gd name="connsiteY227" fmla="*/ 185638 h 351945"/>
                <a:gd name="connsiteX228" fmla="*/ 2220826 w 2912392"/>
                <a:gd name="connsiteY228" fmla="*/ 180127 h 351945"/>
                <a:gd name="connsiteX229" fmla="*/ 2230570 w 2912392"/>
                <a:gd name="connsiteY229" fmla="*/ 174668 h 351945"/>
                <a:gd name="connsiteX230" fmla="*/ 2240299 w 2912392"/>
                <a:gd name="connsiteY230" fmla="*/ 169270 h 351945"/>
                <a:gd name="connsiteX231" fmla="*/ 2250043 w 2912392"/>
                <a:gd name="connsiteY231" fmla="*/ 163938 h 351945"/>
                <a:gd name="connsiteX232" fmla="*/ 2259787 w 2912392"/>
                <a:gd name="connsiteY232" fmla="*/ 158676 h 351945"/>
                <a:gd name="connsiteX233" fmla="*/ 2269531 w 2912392"/>
                <a:gd name="connsiteY233" fmla="*/ 153488 h 351945"/>
                <a:gd name="connsiteX234" fmla="*/ 2279260 w 2912392"/>
                <a:gd name="connsiteY234" fmla="*/ 148380 h 351945"/>
                <a:gd name="connsiteX235" fmla="*/ 2289004 w 2912392"/>
                <a:gd name="connsiteY235" fmla="*/ 143358 h 351945"/>
                <a:gd name="connsiteX236" fmla="*/ 2298748 w 2912392"/>
                <a:gd name="connsiteY236" fmla="*/ 138422 h 351945"/>
                <a:gd name="connsiteX237" fmla="*/ 2308492 w 2912392"/>
                <a:gd name="connsiteY237" fmla="*/ 133578 h 351945"/>
                <a:gd name="connsiteX238" fmla="*/ 2318236 w 2912392"/>
                <a:gd name="connsiteY238" fmla="*/ 128829 h 351945"/>
                <a:gd name="connsiteX239" fmla="*/ 2327965 w 2912392"/>
                <a:gd name="connsiteY239" fmla="*/ 124176 h 351945"/>
                <a:gd name="connsiteX240" fmla="*/ 2337709 w 2912392"/>
                <a:gd name="connsiteY240" fmla="*/ 119624 h 351945"/>
                <a:gd name="connsiteX241" fmla="*/ 2347453 w 2912392"/>
                <a:gd name="connsiteY241" fmla="*/ 115172 h 351945"/>
                <a:gd name="connsiteX242" fmla="*/ 2357197 w 2912392"/>
                <a:gd name="connsiteY242" fmla="*/ 110826 h 351945"/>
                <a:gd name="connsiteX243" fmla="*/ 2366926 w 2912392"/>
                <a:gd name="connsiteY243" fmla="*/ 106584 h 351945"/>
                <a:gd name="connsiteX244" fmla="*/ 2376670 w 2912392"/>
                <a:gd name="connsiteY244" fmla="*/ 102450 h 351945"/>
                <a:gd name="connsiteX245" fmla="*/ 2386413 w 2912392"/>
                <a:gd name="connsiteY245" fmla="*/ 98424 h 351945"/>
                <a:gd name="connsiteX246" fmla="*/ 2396157 w 2912392"/>
                <a:gd name="connsiteY246" fmla="*/ 94507 h 351945"/>
                <a:gd name="connsiteX247" fmla="*/ 2405886 w 2912392"/>
                <a:gd name="connsiteY247" fmla="*/ 90699 h 351945"/>
                <a:gd name="connsiteX248" fmla="*/ 2415630 w 2912392"/>
                <a:gd name="connsiteY248" fmla="*/ 87001 h 351945"/>
                <a:gd name="connsiteX249" fmla="*/ 2425374 w 2912392"/>
                <a:gd name="connsiteY249" fmla="*/ 83412 h 351945"/>
                <a:gd name="connsiteX250" fmla="*/ 2435118 w 2912392"/>
                <a:gd name="connsiteY250" fmla="*/ 79935 h 351945"/>
                <a:gd name="connsiteX251" fmla="*/ 2444862 w 2912392"/>
                <a:gd name="connsiteY251" fmla="*/ 76566 h 351945"/>
                <a:gd name="connsiteX252" fmla="*/ 2454591 w 2912392"/>
                <a:gd name="connsiteY252" fmla="*/ 73307 h 351945"/>
                <a:gd name="connsiteX253" fmla="*/ 2464335 w 2912392"/>
                <a:gd name="connsiteY253" fmla="*/ 70158 h 351945"/>
                <a:gd name="connsiteX254" fmla="*/ 2474079 w 2912392"/>
                <a:gd name="connsiteY254" fmla="*/ 67115 h 351945"/>
                <a:gd name="connsiteX255" fmla="*/ 2483823 w 2912392"/>
                <a:gd name="connsiteY255" fmla="*/ 64180 h 351945"/>
                <a:gd name="connsiteX256" fmla="*/ 2493552 w 2912392"/>
                <a:gd name="connsiteY256" fmla="*/ 61351 h 351945"/>
                <a:gd name="connsiteX257" fmla="*/ 2503296 w 2912392"/>
                <a:gd name="connsiteY257" fmla="*/ 58628 h 351945"/>
                <a:gd name="connsiteX258" fmla="*/ 2513040 w 2912392"/>
                <a:gd name="connsiteY258" fmla="*/ 56005 h 351945"/>
                <a:gd name="connsiteX259" fmla="*/ 2522784 w 2912392"/>
                <a:gd name="connsiteY259" fmla="*/ 53486 h 351945"/>
                <a:gd name="connsiteX260" fmla="*/ 2532513 w 2912392"/>
                <a:gd name="connsiteY260" fmla="*/ 51068 h 351945"/>
                <a:gd name="connsiteX261" fmla="*/ 2542257 w 2912392"/>
                <a:gd name="connsiteY261" fmla="*/ 48747 h 351945"/>
                <a:gd name="connsiteX262" fmla="*/ 2552001 w 2912392"/>
                <a:gd name="connsiteY262" fmla="*/ 46521 h 351945"/>
                <a:gd name="connsiteX263" fmla="*/ 2561745 w 2912392"/>
                <a:gd name="connsiteY263" fmla="*/ 44390 h 351945"/>
                <a:gd name="connsiteX264" fmla="*/ 2571474 w 2912392"/>
                <a:gd name="connsiteY264" fmla="*/ 42350 h 351945"/>
                <a:gd name="connsiteX265" fmla="*/ 2581218 w 2912392"/>
                <a:gd name="connsiteY265" fmla="*/ 40400 h 351945"/>
                <a:gd name="connsiteX266" fmla="*/ 2590962 w 2912392"/>
                <a:gd name="connsiteY266" fmla="*/ 38536 h 351945"/>
                <a:gd name="connsiteX267" fmla="*/ 2600705 w 2912392"/>
                <a:gd name="connsiteY267" fmla="*/ 36757 h 351945"/>
                <a:gd name="connsiteX268" fmla="*/ 2610449 w 2912392"/>
                <a:gd name="connsiteY268" fmla="*/ 35059 h 351945"/>
                <a:gd name="connsiteX269" fmla="*/ 2620178 w 2912392"/>
                <a:gd name="connsiteY269" fmla="*/ 33438 h 351945"/>
                <a:gd name="connsiteX270" fmla="*/ 2629922 w 2912392"/>
                <a:gd name="connsiteY270" fmla="*/ 31893 h 351945"/>
                <a:gd name="connsiteX271" fmla="*/ 2639666 w 2912392"/>
                <a:gd name="connsiteY271" fmla="*/ 30418 h 351945"/>
                <a:gd name="connsiteX272" fmla="*/ 2649410 w 2912392"/>
                <a:gd name="connsiteY272" fmla="*/ 29013 h 351945"/>
                <a:gd name="connsiteX273" fmla="*/ 2659139 w 2912392"/>
                <a:gd name="connsiteY273" fmla="*/ 27672 h 351945"/>
                <a:gd name="connsiteX274" fmla="*/ 2668883 w 2912392"/>
                <a:gd name="connsiteY274" fmla="*/ 26391 h 351945"/>
                <a:gd name="connsiteX275" fmla="*/ 2678627 w 2912392"/>
                <a:gd name="connsiteY275" fmla="*/ 25167 h 351945"/>
                <a:gd name="connsiteX276" fmla="*/ 2688371 w 2912392"/>
                <a:gd name="connsiteY276" fmla="*/ 23996 h 351945"/>
                <a:gd name="connsiteX277" fmla="*/ 2698100 w 2912392"/>
                <a:gd name="connsiteY277" fmla="*/ 22873 h 351945"/>
                <a:gd name="connsiteX278" fmla="*/ 2707844 w 2912392"/>
                <a:gd name="connsiteY278" fmla="*/ 21794 h 351945"/>
                <a:gd name="connsiteX279" fmla="*/ 2717588 w 2912392"/>
                <a:gd name="connsiteY279" fmla="*/ 20754 h 351945"/>
                <a:gd name="connsiteX280" fmla="*/ 2727332 w 2912392"/>
                <a:gd name="connsiteY280" fmla="*/ 19750 h 351945"/>
                <a:gd name="connsiteX281" fmla="*/ 2737076 w 2912392"/>
                <a:gd name="connsiteY281" fmla="*/ 18774 h 351945"/>
                <a:gd name="connsiteX282" fmla="*/ 2746805 w 2912392"/>
                <a:gd name="connsiteY282" fmla="*/ 17824 h 351945"/>
                <a:gd name="connsiteX283" fmla="*/ 2756549 w 2912392"/>
                <a:gd name="connsiteY283" fmla="*/ 16892 h 351945"/>
                <a:gd name="connsiteX284" fmla="*/ 2766293 w 2912392"/>
                <a:gd name="connsiteY284" fmla="*/ 15975 h 351945"/>
                <a:gd name="connsiteX285" fmla="*/ 2776037 w 2912392"/>
                <a:gd name="connsiteY285" fmla="*/ 15066 h 351945"/>
                <a:gd name="connsiteX286" fmla="*/ 2785766 w 2912392"/>
                <a:gd name="connsiteY286" fmla="*/ 14161 h 351945"/>
                <a:gd name="connsiteX287" fmla="*/ 2795510 w 2912392"/>
                <a:gd name="connsiteY287" fmla="*/ 13253 h 351945"/>
                <a:gd name="connsiteX288" fmla="*/ 2805254 w 2912392"/>
                <a:gd name="connsiteY288" fmla="*/ 12336 h 351945"/>
                <a:gd name="connsiteX289" fmla="*/ 2814998 w 2912392"/>
                <a:gd name="connsiteY289" fmla="*/ 11407 h 351945"/>
                <a:gd name="connsiteX290" fmla="*/ 2824727 w 2912392"/>
                <a:gd name="connsiteY290" fmla="*/ 10456 h 351945"/>
                <a:gd name="connsiteX291" fmla="*/ 2834471 w 2912392"/>
                <a:gd name="connsiteY291" fmla="*/ 9479 h 351945"/>
                <a:gd name="connsiteX292" fmla="*/ 2844215 w 2912392"/>
                <a:gd name="connsiteY292" fmla="*/ 8470 h 351945"/>
                <a:gd name="connsiteX293" fmla="*/ 2853958 w 2912392"/>
                <a:gd name="connsiteY293" fmla="*/ 7423 h 351945"/>
                <a:gd name="connsiteX294" fmla="*/ 2863687 w 2912392"/>
                <a:gd name="connsiteY294" fmla="*/ 6331 h 351945"/>
                <a:gd name="connsiteX295" fmla="*/ 2873431 w 2912392"/>
                <a:gd name="connsiteY295" fmla="*/ 5189 h 351945"/>
                <a:gd name="connsiteX296" fmla="*/ 2883175 w 2912392"/>
                <a:gd name="connsiteY296" fmla="*/ 3990 h 351945"/>
                <a:gd name="connsiteX297" fmla="*/ 2892919 w 2912392"/>
                <a:gd name="connsiteY297" fmla="*/ 2731 h 351945"/>
                <a:gd name="connsiteX298" fmla="*/ 2902663 w 2912392"/>
                <a:gd name="connsiteY298" fmla="*/ 1402 h 351945"/>
                <a:gd name="connsiteX299" fmla="*/ 2912392 w 2912392"/>
                <a:gd name="connsiteY299" fmla="*/ 0 h 351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51945">
                  <a:moveTo>
                    <a:pt x="0" y="331303"/>
                  </a:moveTo>
                  <a:lnTo>
                    <a:pt x="9739" y="330364"/>
                  </a:lnTo>
                  <a:lnTo>
                    <a:pt x="19480" y="329352"/>
                  </a:lnTo>
                  <a:lnTo>
                    <a:pt x="29221" y="328268"/>
                  </a:lnTo>
                  <a:lnTo>
                    <a:pt x="38961" y="327113"/>
                  </a:lnTo>
                  <a:lnTo>
                    <a:pt x="48702" y="325891"/>
                  </a:lnTo>
                  <a:lnTo>
                    <a:pt x="58443" y="324604"/>
                  </a:lnTo>
                  <a:lnTo>
                    <a:pt x="68182" y="323254"/>
                  </a:lnTo>
                  <a:lnTo>
                    <a:pt x="77923" y="321843"/>
                  </a:lnTo>
                  <a:lnTo>
                    <a:pt x="87664" y="320377"/>
                  </a:lnTo>
                  <a:lnTo>
                    <a:pt x="97404" y="318856"/>
                  </a:lnTo>
                  <a:lnTo>
                    <a:pt x="107145" y="317286"/>
                  </a:lnTo>
                  <a:lnTo>
                    <a:pt x="116886" y="315668"/>
                  </a:lnTo>
                  <a:lnTo>
                    <a:pt x="126625" y="314005"/>
                  </a:lnTo>
                  <a:lnTo>
                    <a:pt x="136366" y="312304"/>
                  </a:lnTo>
                  <a:lnTo>
                    <a:pt x="146107" y="310565"/>
                  </a:lnTo>
                  <a:lnTo>
                    <a:pt x="155846" y="308793"/>
                  </a:lnTo>
                  <a:lnTo>
                    <a:pt x="165587" y="306991"/>
                  </a:lnTo>
                  <a:lnTo>
                    <a:pt x="175328" y="305164"/>
                  </a:lnTo>
                  <a:lnTo>
                    <a:pt x="185068" y="303314"/>
                  </a:lnTo>
                  <a:lnTo>
                    <a:pt x="194809" y="301445"/>
                  </a:lnTo>
                  <a:lnTo>
                    <a:pt x="204550" y="299559"/>
                  </a:lnTo>
                  <a:lnTo>
                    <a:pt x="214289" y="297662"/>
                  </a:lnTo>
                  <a:lnTo>
                    <a:pt x="224030" y="295755"/>
                  </a:lnTo>
                  <a:lnTo>
                    <a:pt x="233771" y="293842"/>
                  </a:lnTo>
                  <a:lnTo>
                    <a:pt x="243510" y="291925"/>
                  </a:lnTo>
                  <a:lnTo>
                    <a:pt x="253251" y="290007"/>
                  </a:lnTo>
                  <a:lnTo>
                    <a:pt x="262992" y="288090"/>
                  </a:lnTo>
                  <a:lnTo>
                    <a:pt x="272732" y="286177"/>
                  </a:lnTo>
                  <a:lnTo>
                    <a:pt x="282473" y="284268"/>
                  </a:lnTo>
                  <a:lnTo>
                    <a:pt x="292214" y="282367"/>
                  </a:lnTo>
                  <a:lnTo>
                    <a:pt x="301953" y="280475"/>
                  </a:lnTo>
                  <a:lnTo>
                    <a:pt x="311694" y="278592"/>
                  </a:lnTo>
                  <a:lnTo>
                    <a:pt x="321435" y="276720"/>
                  </a:lnTo>
                  <a:lnTo>
                    <a:pt x="331175" y="274861"/>
                  </a:lnTo>
                  <a:lnTo>
                    <a:pt x="340916" y="273012"/>
                  </a:lnTo>
                  <a:lnTo>
                    <a:pt x="350656" y="271175"/>
                  </a:lnTo>
                  <a:lnTo>
                    <a:pt x="360396" y="269351"/>
                  </a:lnTo>
                  <a:lnTo>
                    <a:pt x="370137" y="267538"/>
                  </a:lnTo>
                  <a:lnTo>
                    <a:pt x="379878" y="265735"/>
                  </a:lnTo>
                  <a:lnTo>
                    <a:pt x="389617" y="263943"/>
                  </a:lnTo>
                  <a:lnTo>
                    <a:pt x="399358" y="262158"/>
                  </a:lnTo>
                  <a:lnTo>
                    <a:pt x="409099" y="260382"/>
                  </a:lnTo>
                  <a:lnTo>
                    <a:pt x="418839" y="258611"/>
                  </a:lnTo>
                  <a:lnTo>
                    <a:pt x="428580" y="256844"/>
                  </a:lnTo>
                  <a:lnTo>
                    <a:pt x="438321" y="255077"/>
                  </a:lnTo>
                  <a:lnTo>
                    <a:pt x="448060" y="253311"/>
                  </a:lnTo>
                  <a:lnTo>
                    <a:pt x="457801" y="251541"/>
                  </a:lnTo>
                  <a:lnTo>
                    <a:pt x="467542" y="249765"/>
                  </a:lnTo>
                  <a:lnTo>
                    <a:pt x="477281" y="247980"/>
                  </a:lnTo>
                  <a:lnTo>
                    <a:pt x="487022" y="246185"/>
                  </a:lnTo>
                  <a:lnTo>
                    <a:pt x="496763" y="244373"/>
                  </a:lnTo>
                  <a:lnTo>
                    <a:pt x="506503" y="242545"/>
                  </a:lnTo>
                  <a:lnTo>
                    <a:pt x="516244" y="240696"/>
                  </a:lnTo>
                  <a:lnTo>
                    <a:pt x="525985" y="238823"/>
                  </a:lnTo>
                  <a:lnTo>
                    <a:pt x="535724" y="236922"/>
                  </a:lnTo>
                  <a:lnTo>
                    <a:pt x="545465" y="234991"/>
                  </a:lnTo>
                  <a:lnTo>
                    <a:pt x="555206" y="233028"/>
                  </a:lnTo>
                  <a:lnTo>
                    <a:pt x="564946" y="231027"/>
                  </a:lnTo>
                  <a:lnTo>
                    <a:pt x="574687" y="228985"/>
                  </a:lnTo>
                  <a:lnTo>
                    <a:pt x="584428" y="226903"/>
                  </a:lnTo>
                  <a:lnTo>
                    <a:pt x="594167" y="224775"/>
                  </a:lnTo>
                  <a:lnTo>
                    <a:pt x="603908" y="222598"/>
                  </a:lnTo>
                  <a:lnTo>
                    <a:pt x="613649" y="220372"/>
                  </a:lnTo>
                  <a:lnTo>
                    <a:pt x="623388" y="218093"/>
                  </a:lnTo>
                  <a:lnTo>
                    <a:pt x="633129" y="215760"/>
                  </a:lnTo>
                  <a:lnTo>
                    <a:pt x="642870" y="213370"/>
                  </a:lnTo>
                  <a:lnTo>
                    <a:pt x="652610" y="210923"/>
                  </a:lnTo>
                  <a:lnTo>
                    <a:pt x="662351" y="208416"/>
                  </a:lnTo>
                  <a:lnTo>
                    <a:pt x="672092" y="205850"/>
                  </a:lnTo>
                  <a:lnTo>
                    <a:pt x="681831" y="203224"/>
                  </a:lnTo>
                  <a:lnTo>
                    <a:pt x="691572" y="200537"/>
                  </a:lnTo>
                  <a:lnTo>
                    <a:pt x="701313" y="197790"/>
                  </a:lnTo>
                  <a:lnTo>
                    <a:pt x="711052" y="194983"/>
                  </a:lnTo>
                  <a:lnTo>
                    <a:pt x="720793" y="192116"/>
                  </a:lnTo>
                  <a:lnTo>
                    <a:pt x="730534" y="189192"/>
                  </a:lnTo>
                  <a:lnTo>
                    <a:pt x="740274" y="186212"/>
                  </a:lnTo>
                  <a:lnTo>
                    <a:pt x="750015" y="183177"/>
                  </a:lnTo>
                  <a:lnTo>
                    <a:pt x="759756" y="180091"/>
                  </a:lnTo>
                  <a:lnTo>
                    <a:pt x="769495" y="176955"/>
                  </a:lnTo>
                  <a:lnTo>
                    <a:pt x="779236" y="173776"/>
                  </a:lnTo>
                  <a:lnTo>
                    <a:pt x="788977" y="170553"/>
                  </a:lnTo>
                  <a:lnTo>
                    <a:pt x="798717" y="167292"/>
                  </a:lnTo>
                  <a:lnTo>
                    <a:pt x="808458" y="163999"/>
                  </a:lnTo>
                  <a:lnTo>
                    <a:pt x="818199" y="160677"/>
                  </a:lnTo>
                  <a:lnTo>
                    <a:pt x="827938" y="157330"/>
                  </a:lnTo>
                  <a:lnTo>
                    <a:pt x="837679" y="153968"/>
                  </a:lnTo>
                  <a:lnTo>
                    <a:pt x="847420" y="150591"/>
                  </a:lnTo>
                  <a:lnTo>
                    <a:pt x="857159" y="147212"/>
                  </a:lnTo>
                  <a:lnTo>
                    <a:pt x="866900" y="143833"/>
                  </a:lnTo>
                  <a:lnTo>
                    <a:pt x="876641" y="140462"/>
                  </a:lnTo>
                  <a:lnTo>
                    <a:pt x="886381" y="137106"/>
                  </a:lnTo>
                  <a:lnTo>
                    <a:pt x="896122" y="133775"/>
                  </a:lnTo>
                  <a:lnTo>
                    <a:pt x="905863" y="130473"/>
                  </a:lnTo>
                  <a:lnTo>
                    <a:pt x="915602" y="127212"/>
                  </a:lnTo>
                  <a:lnTo>
                    <a:pt x="925343" y="123997"/>
                  </a:lnTo>
                  <a:lnTo>
                    <a:pt x="935084" y="120837"/>
                  </a:lnTo>
                  <a:lnTo>
                    <a:pt x="944824" y="117742"/>
                  </a:lnTo>
                  <a:lnTo>
                    <a:pt x="954564" y="114721"/>
                  </a:lnTo>
                  <a:lnTo>
                    <a:pt x="964305" y="111780"/>
                  </a:lnTo>
                  <a:lnTo>
                    <a:pt x="974045" y="108931"/>
                  </a:lnTo>
                  <a:lnTo>
                    <a:pt x="983786" y="106181"/>
                  </a:lnTo>
                  <a:lnTo>
                    <a:pt x="993522" y="103539"/>
                  </a:lnTo>
                  <a:lnTo>
                    <a:pt x="1003266" y="101015"/>
                  </a:lnTo>
                  <a:lnTo>
                    <a:pt x="1013010" y="98618"/>
                  </a:lnTo>
                  <a:lnTo>
                    <a:pt x="1022754" y="96355"/>
                  </a:lnTo>
                  <a:lnTo>
                    <a:pt x="1032483" y="94236"/>
                  </a:lnTo>
                  <a:lnTo>
                    <a:pt x="1042227" y="92268"/>
                  </a:lnTo>
                  <a:lnTo>
                    <a:pt x="1051971" y="90462"/>
                  </a:lnTo>
                  <a:lnTo>
                    <a:pt x="1061715" y="88823"/>
                  </a:lnTo>
                  <a:lnTo>
                    <a:pt x="1071444" y="87362"/>
                  </a:lnTo>
                  <a:lnTo>
                    <a:pt x="1081188" y="86083"/>
                  </a:lnTo>
                  <a:lnTo>
                    <a:pt x="1090932" y="84996"/>
                  </a:lnTo>
                  <a:lnTo>
                    <a:pt x="1100676" y="84106"/>
                  </a:lnTo>
                  <a:lnTo>
                    <a:pt x="1110405" y="83421"/>
                  </a:lnTo>
                  <a:lnTo>
                    <a:pt x="1120149" y="82946"/>
                  </a:lnTo>
                  <a:lnTo>
                    <a:pt x="1129893" y="82686"/>
                  </a:lnTo>
                  <a:lnTo>
                    <a:pt x="1139637" y="82648"/>
                  </a:lnTo>
                  <a:lnTo>
                    <a:pt x="1149381" y="82835"/>
                  </a:lnTo>
                  <a:lnTo>
                    <a:pt x="1159110" y="83251"/>
                  </a:lnTo>
                  <a:lnTo>
                    <a:pt x="1168854" y="83901"/>
                  </a:lnTo>
                  <a:lnTo>
                    <a:pt x="1178598" y="84787"/>
                  </a:lnTo>
                  <a:lnTo>
                    <a:pt x="1188341" y="85912"/>
                  </a:lnTo>
                  <a:lnTo>
                    <a:pt x="1198070" y="87277"/>
                  </a:lnTo>
                  <a:lnTo>
                    <a:pt x="1207814" y="88883"/>
                  </a:lnTo>
                  <a:lnTo>
                    <a:pt x="1217558" y="90732"/>
                  </a:lnTo>
                  <a:lnTo>
                    <a:pt x="1227302" y="92822"/>
                  </a:lnTo>
                  <a:lnTo>
                    <a:pt x="1237031" y="95154"/>
                  </a:lnTo>
                  <a:lnTo>
                    <a:pt x="1246775" y="97727"/>
                  </a:lnTo>
                  <a:lnTo>
                    <a:pt x="1256519" y="100535"/>
                  </a:lnTo>
                  <a:lnTo>
                    <a:pt x="1266263" y="103581"/>
                  </a:lnTo>
                  <a:lnTo>
                    <a:pt x="1276007" y="106856"/>
                  </a:lnTo>
                  <a:lnTo>
                    <a:pt x="1285736" y="110360"/>
                  </a:lnTo>
                  <a:lnTo>
                    <a:pt x="1295480" y="114086"/>
                  </a:lnTo>
                  <a:lnTo>
                    <a:pt x="1305224" y="118028"/>
                  </a:lnTo>
                  <a:lnTo>
                    <a:pt x="1314968" y="122182"/>
                  </a:lnTo>
                  <a:lnTo>
                    <a:pt x="1324697" y="126540"/>
                  </a:lnTo>
                  <a:lnTo>
                    <a:pt x="1334441" y="131096"/>
                  </a:lnTo>
                  <a:lnTo>
                    <a:pt x="1344185" y="135840"/>
                  </a:lnTo>
                  <a:lnTo>
                    <a:pt x="1353929" y="140763"/>
                  </a:lnTo>
                  <a:lnTo>
                    <a:pt x="1363658" y="145858"/>
                  </a:lnTo>
                  <a:lnTo>
                    <a:pt x="1373402" y="151114"/>
                  </a:lnTo>
                  <a:lnTo>
                    <a:pt x="1383146" y="156521"/>
                  </a:lnTo>
                  <a:lnTo>
                    <a:pt x="1392890" y="162067"/>
                  </a:lnTo>
                  <a:lnTo>
                    <a:pt x="1402619" y="167743"/>
                  </a:lnTo>
                  <a:lnTo>
                    <a:pt x="1412363" y="173534"/>
                  </a:lnTo>
                  <a:lnTo>
                    <a:pt x="1422106" y="179431"/>
                  </a:lnTo>
                  <a:lnTo>
                    <a:pt x="1431850" y="185421"/>
                  </a:lnTo>
                  <a:lnTo>
                    <a:pt x="1441594" y="191489"/>
                  </a:lnTo>
                  <a:lnTo>
                    <a:pt x="1451323" y="197625"/>
                  </a:lnTo>
                  <a:lnTo>
                    <a:pt x="1461067" y="203811"/>
                  </a:lnTo>
                  <a:lnTo>
                    <a:pt x="1470811" y="210037"/>
                  </a:lnTo>
                  <a:lnTo>
                    <a:pt x="1480555" y="216289"/>
                  </a:lnTo>
                  <a:lnTo>
                    <a:pt x="1490284" y="222549"/>
                  </a:lnTo>
                  <a:lnTo>
                    <a:pt x="1500028" y="228808"/>
                  </a:lnTo>
                  <a:lnTo>
                    <a:pt x="1509772" y="235048"/>
                  </a:lnTo>
                  <a:lnTo>
                    <a:pt x="1519516" y="241256"/>
                  </a:lnTo>
                  <a:lnTo>
                    <a:pt x="1529245" y="247418"/>
                  </a:lnTo>
                  <a:lnTo>
                    <a:pt x="1538989" y="253520"/>
                  </a:lnTo>
                  <a:lnTo>
                    <a:pt x="1548733" y="259548"/>
                  </a:lnTo>
                  <a:lnTo>
                    <a:pt x="1558477" y="265485"/>
                  </a:lnTo>
                  <a:lnTo>
                    <a:pt x="1568221" y="271321"/>
                  </a:lnTo>
                  <a:lnTo>
                    <a:pt x="1577950" y="277042"/>
                  </a:lnTo>
                  <a:lnTo>
                    <a:pt x="1587694" y="282632"/>
                  </a:lnTo>
                  <a:lnTo>
                    <a:pt x="1597438" y="288082"/>
                  </a:lnTo>
                  <a:lnTo>
                    <a:pt x="1607182" y="293376"/>
                  </a:lnTo>
                  <a:lnTo>
                    <a:pt x="1616911" y="298503"/>
                  </a:lnTo>
                  <a:lnTo>
                    <a:pt x="1626655" y="303452"/>
                  </a:lnTo>
                  <a:lnTo>
                    <a:pt x="1636399" y="308209"/>
                  </a:lnTo>
                  <a:lnTo>
                    <a:pt x="1646142" y="312767"/>
                  </a:lnTo>
                  <a:lnTo>
                    <a:pt x="1655872" y="317113"/>
                  </a:lnTo>
                  <a:lnTo>
                    <a:pt x="1665616" y="321238"/>
                  </a:lnTo>
                  <a:lnTo>
                    <a:pt x="1675359" y="325135"/>
                  </a:lnTo>
                  <a:lnTo>
                    <a:pt x="1685103" y="328791"/>
                  </a:lnTo>
                  <a:lnTo>
                    <a:pt x="1694832" y="332201"/>
                  </a:lnTo>
                  <a:lnTo>
                    <a:pt x="1704576" y="335357"/>
                  </a:lnTo>
                  <a:lnTo>
                    <a:pt x="1714320" y="338252"/>
                  </a:lnTo>
                  <a:lnTo>
                    <a:pt x="1724064" y="340881"/>
                  </a:lnTo>
                  <a:lnTo>
                    <a:pt x="1733808" y="343240"/>
                  </a:lnTo>
                  <a:lnTo>
                    <a:pt x="1743537" y="345321"/>
                  </a:lnTo>
                  <a:lnTo>
                    <a:pt x="1753281" y="347124"/>
                  </a:lnTo>
                  <a:lnTo>
                    <a:pt x="1763025" y="348644"/>
                  </a:lnTo>
                  <a:lnTo>
                    <a:pt x="1772769" y="349879"/>
                  </a:lnTo>
                  <a:lnTo>
                    <a:pt x="1782498" y="350826"/>
                  </a:lnTo>
                  <a:lnTo>
                    <a:pt x="1792242" y="351486"/>
                  </a:lnTo>
                  <a:lnTo>
                    <a:pt x="1801986" y="351859"/>
                  </a:lnTo>
                  <a:lnTo>
                    <a:pt x="1811730" y="351945"/>
                  </a:lnTo>
                  <a:lnTo>
                    <a:pt x="1821459" y="351746"/>
                  </a:lnTo>
                  <a:lnTo>
                    <a:pt x="1831203" y="351263"/>
                  </a:lnTo>
                  <a:lnTo>
                    <a:pt x="1840947" y="350499"/>
                  </a:lnTo>
                  <a:lnTo>
                    <a:pt x="1850691" y="349457"/>
                  </a:lnTo>
                  <a:lnTo>
                    <a:pt x="1860435" y="348142"/>
                  </a:lnTo>
                  <a:lnTo>
                    <a:pt x="1870164" y="346558"/>
                  </a:lnTo>
                  <a:lnTo>
                    <a:pt x="1879908" y="344709"/>
                  </a:lnTo>
                  <a:lnTo>
                    <a:pt x="1889652" y="342602"/>
                  </a:lnTo>
                  <a:lnTo>
                    <a:pt x="1899395" y="340245"/>
                  </a:lnTo>
                  <a:lnTo>
                    <a:pt x="1909124" y="337642"/>
                  </a:lnTo>
                  <a:lnTo>
                    <a:pt x="1918868" y="334801"/>
                  </a:lnTo>
                  <a:lnTo>
                    <a:pt x="1928612" y="331730"/>
                  </a:lnTo>
                  <a:lnTo>
                    <a:pt x="1938356" y="328439"/>
                  </a:lnTo>
                  <a:lnTo>
                    <a:pt x="1948085" y="324933"/>
                  </a:lnTo>
                  <a:lnTo>
                    <a:pt x="1957829" y="321224"/>
                  </a:lnTo>
                  <a:lnTo>
                    <a:pt x="1967573" y="317319"/>
                  </a:lnTo>
                  <a:lnTo>
                    <a:pt x="1977317" y="313229"/>
                  </a:lnTo>
                  <a:lnTo>
                    <a:pt x="1987046" y="308963"/>
                  </a:lnTo>
                  <a:lnTo>
                    <a:pt x="1996790" y="304532"/>
                  </a:lnTo>
                  <a:lnTo>
                    <a:pt x="2006534" y="299945"/>
                  </a:lnTo>
                  <a:lnTo>
                    <a:pt x="2016278" y="295211"/>
                  </a:lnTo>
                  <a:lnTo>
                    <a:pt x="2026022" y="290344"/>
                  </a:lnTo>
                  <a:lnTo>
                    <a:pt x="2035751" y="285351"/>
                  </a:lnTo>
                  <a:lnTo>
                    <a:pt x="2045495" y="280245"/>
                  </a:lnTo>
                  <a:lnTo>
                    <a:pt x="2055239" y="275035"/>
                  </a:lnTo>
                  <a:lnTo>
                    <a:pt x="2064983" y="269731"/>
                  </a:lnTo>
                  <a:lnTo>
                    <a:pt x="2074712" y="264345"/>
                  </a:lnTo>
                  <a:lnTo>
                    <a:pt x="2084456" y="258886"/>
                  </a:lnTo>
                  <a:lnTo>
                    <a:pt x="2094200" y="253365"/>
                  </a:lnTo>
                  <a:lnTo>
                    <a:pt x="2103944" y="247791"/>
                  </a:lnTo>
                  <a:lnTo>
                    <a:pt x="2113673" y="242174"/>
                  </a:lnTo>
                  <a:lnTo>
                    <a:pt x="2123417" y="236523"/>
                  </a:lnTo>
                  <a:lnTo>
                    <a:pt x="2133161" y="230849"/>
                  </a:lnTo>
                  <a:lnTo>
                    <a:pt x="2142905" y="225161"/>
                  </a:lnTo>
                  <a:lnTo>
                    <a:pt x="2152649" y="219467"/>
                  </a:lnTo>
                  <a:lnTo>
                    <a:pt x="2162377" y="213775"/>
                  </a:lnTo>
                  <a:lnTo>
                    <a:pt x="2172121" y="208096"/>
                  </a:lnTo>
                  <a:lnTo>
                    <a:pt x="2181865" y="202434"/>
                  </a:lnTo>
                  <a:lnTo>
                    <a:pt x="2191609" y="196799"/>
                  </a:lnTo>
                  <a:lnTo>
                    <a:pt x="2201338" y="191199"/>
                  </a:lnTo>
                  <a:lnTo>
                    <a:pt x="2211082" y="185638"/>
                  </a:lnTo>
                  <a:lnTo>
                    <a:pt x="2220826" y="180127"/>
                  </a:lnTo>
                  <a:lnTo>
                    <a:pt x="2230570" y="174668"/>
                  </a:lnTo>
                  <a:lnTo>
                    <a:pt x="2240299" y="169270"/>
                  </a:lnTo>
                  <a:lnTo>
                    <a:pt x="2250043" y="163938"/>
                  </a:lnTo>
                  <a:lnTo>
                    <a:pt x="2259787" y="158676"/>
                  </a:lnTo>
                  <a:lnTo>
                    <a:pt x="2269531" y="153488"/>
                  </a:lnTo>
                  <a:lnTo>
                    <a:pt x="2279260" y="148380"/>
                  </a:lnTo>
                  <a:lnTo>
                    <a:pt x="2289004" y="143358"/>
                  </a:lnTo>
                  <a:lnTo>
                    <a:pt x="2298748" y="138422"/>
                  </a:lnTo>
                  <a:lnTo>
                    <a:pt x="2308492" y="133578"/>
                  </a:lnTo>
                  <a:lnTo>
                    <a:pt x="2318236" y="128829"/>
                  </a:lnTo>
                  <a:lnTo>
                    <a:pt x="2327965" y="124176"/>
                  </a:lnTo>
                  <a:lnTo>
                    <a:pt x="2337709" y="119624"/>
                  </a:lnTo>
                  <a:lnTo>
                    <a:pt x="2347453" y="115172"/>
                  </a:lnTo>
                  <a:lnTo>
                    <a:pt x="2357197" y="110826"/>
                  </a:lnTo>
                  <a:lnTo>
                    <a:pt x="2366926" y="106584"/>
                  </a:lnTo>
                  <a:lnTo>
                    <a:pt x="2376670" y="102450"/>
                  </a:lnTo>
                  <a:lnTo>
                    <a:pt x="2386413" y="98424"/>
                  </a:lnTo>
                  <a:lnTo>
                    <a:pt x="2396157" y="94507"/>
                  </a:lnTo>
                  <a:lnTo>
                    <a:pt x="2405886" y="90699"/>
                  </a:lnTo>
                  <a:lnTo>
                    <a:pt x="2415630" y="87001"/>
                  </a:lnTo>
                  <a:lnTo>
                    <a:pt x="2425374" y="83412"/>
                  </a:lnTo>
                  <a:lnTo>
                    <a:pt x="2435118" y="79935"/>
                  </a:lnTo>
                  <a:lnTo>
                    <a:pt x="2444862" y="76566"/>
                  </a:lnTo>
                  <a:lnTo>
                    <a:pt x="2454591" y="73307"/>
                  </a:lnTo>
                  <a:lnTo>
                    <a:pt x="2464335" y="70158"/>
                  </a:lnTo>
                  <a:lnTo>
                    <a:pt x="2474079" y="67115"/>
                  </a:lnTo>
                  <a:lnTo>
                    <a:pt x="2483823" y="64180"/>
                  </a:lnTo>
                  <a:lnTo>
                    <a:pt x="2493552" y="61351"/>
                  </a:lnTo>
                  <a:lnTo>
                    <a:pt x="2503296" y="58628"/>
                  </a:lnTo>
                  <a:lnTo>
                    <a:pt x="2513040" y="56005"/>
                  </a:lnTo>
                  <a:lnTo>
                    <a:pt x="2522784" y="53486"/>
                  </a:lnTo>
                  <a:lnTo>
                    <a:pt x="2532513" y="51068"/>
                  </a:lnTo>
                  <a:lnTo>
                    <a:pt x="2542257" y="48747"/>
                  </a:lnTo>
                  <a:lnTo>
                    <a:pt x="2552001" y="46521"/>
                  </a:lnTo>
                  <a:lnTo>
                    <a:pt x="2561745" y="44390"/>
                  </a:lnTo>
                  <a:lnTo>
                    <a:pt x="2571474" y="42350"/>
                  </a:lnTo>
                  <a:lnTo>
                    <a:pt x="2581218" y="40400"/>
                  </a:lnTo>
                  <a:lnTo>
                    <a:pt x="2590962" y="38536"/>
                  </a:lnTo>
                  <a:lnTo>
                    <a:pt x="2600705" y="36757"/>
                  </a:lnTo>
                  <a:lnTo>
                    <a:pt x="2610449" y="35059"/>
                  </a:lnTo>
                  <a:lnTo>
                    <a:pt x="2620178" y="33438"/>
                  </a:lnTo>
                  <a:lnTo>
                    <a:pt x="2629922" y="31893"/>
                  </a:lnTo>
                  <a:lnTo>
                    <a:pt x="2639666" y="30418"/>
                  </a:lnTo>
                  <a:lnTo>
                    <a:pt x="2649410" y="29013"/>
                  </a:lnTo>
                  <a:lnTo>
                    <a:pt x="2659139" y="27672"/>
                  </a:lnTo>
                  <a:lnTo>
                    <a:pt x="2668883" y="26391"/>
                  </a:lnTo>
                  <a:lnTo>
                    <a:pt x="2678627" y="25167"/>
                  </a:lnTo>
                  <a:lnTo>
                    <a:pt x="2688371" y="23996"/>
                  </a:lnTo>
                  <a:lnTo>
                    <a:pt x="2698100" y="22873"/>
                  </a:lnTo>
                  <a:lnTo>
                    <a:pt x="2707844" y="21794"/>
                  </a:lnTo>
                  <a:lnTo>
                    <a:pt x="2717588" y="20754"/>
                  </a:lnTo>
                  <a:lnTo>
                    <a:pt x="2727332" y="19750"/>
                  </a:lnTo>
                  <a:lnTo>
                    <a:pt x="2737076" y="18774"/>
                  </a:lnTo>
                  <a:lnTo>
                    <a:pt x="2746805" y="17824"/>
                  </a:lnTo>
                  <a:lnTo>
                    <a:pt x="2756549" y="16892"/>
                  </a:lnTo>
                  <a:lnTo>
                    <a:pt x="2766293" y="15975"/>
                  </a:lnTo>
                  <a:lnTo>
                    <a:pt x="2776037" y="15066"/>
                  </a:lnTo>
                  <a:lnTo>
                    <a:pt x="2785766" y="14161"/>
                  </a:lnTo>
                  <a:lnTo>
                    <a:pt x="2795510" y="13253"/>
                  </a:lnTo>
                  <a:lnTo>
                    <a:pt x="2805254" y="12336"/>
                  </a:lnTo>
                  <a:lnTo>
                    <a:pt x="2814998" y="11407"/>
                  </a:lnTo>
                  <a:lnTo>
                    <a:pt x="2824727" y="10456"/>
                  </a:lnTo>
                  <a:lnTo>
                    <a:pt x="2834471" y="9479"/>
                  </a:lnTo>
                  <a:lnTo>
                    <a:pt x="2844215" y="8470"/>
                  </a:lnTo>
                  <a:lnTo>
                    <a:pt x="2853958" y="7423"/>
                  </a:lnTo>
                  <a:lnTo>
                    <a:pt x="2863687" y="6331"/>
                  </a:lnTo>
                  <a:lnTo>
                    <a:pt x="2873431" y="5189"/>
                  </a:lnTo>
                  <a:lnTo>
                    <a:pt x="2883175" y="3990"/>
                  </a:lnTo>
                  <a:lnTo>
                    <a:pt x="2892919" y="2731"/>
                  </a:lnTo>
                  <a:lnTo>
                    <a:pt x="2902663" y="1402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2" name="Freeform 771">
              <a:extLst>
                <a:ext uri="{FF2B5EF4-FFF2-40B4-BE49-F238E27FC236}">
                  <a16:creationId xmlns:a16="http://schemas.microsoft.com/office/drawing/2014/main" id="{42665FCE-D512-38F0-0148-65510A355ECE}"/>
                </a:ext>
              </a:extLst>
            </p:cNvPr>
            <p:cNvSpPr/>
            <p:nvPr/>
          </p:nvSpPr>
          <p:spPr>
            <a:xfrm>
              <a:off x="576446" y="3353310"/>
              <a:ext cx="2912392" cy="735038"/>
            </a:xfrm>
            <a:custGeom>
              <a:avLst/>
              <a:gdLst>
                <a:gd name="connsiteX0" fmla="*/ 0 w 2912392"/>
                <a:gd name="connsiteY0" fmla="*/ 0 h 735038"/>
                <a:gd name="connsiteX1" fmla="*/ 9739 w 2912392"/>
                <a:gd name="connsiteY1" fmla="*/ 405 h 735038"/>
                <a:gd name="connsiteX2" fmla="*/ 19480 w 2912392"/>
                <a:gd name="connsiteY2" fmla="*/ 974 h 735038"/>
                <a:gd name="connsiteX3" fmla="*/ 29221 w 2912392"/>
                <a:gd name="connsiteY3" fmla="*/ 1709 h 735038"/>
                <a:gd name="connsiteX4" fmla="*/ 38961 w 2912392"/>
                <a:gd name="connsiteY4" fmla="*/ 2610 h 735038"/>
                <a:gd name="connsiteX5" fmla="*/ 48702 w 2912392"/>
                <a:gd name="connsiteY5" fmla="*/ 3679 h 735038"/>
                <a:gd name="connsiteX6" fmla="*/ 58443 w 2912392"/>
                <a:gd name="connsiteY6" fmla="*/ 4912 h 735038"/>
                <a:gd name="connsiteX7" fmla="*/ 68182 w 2912392"/>
                <a:gd name="connsiteY7" fmla="*/ 6314 h 735038"/>
                <a:gd name="connsiteX8" fmla="*/ 77923 w 2912392"/>
                <a:gd name="connsiteY8" fmla="*/ 7882 h 735038"/>
                <a:gd name="connsiteX9" fmla="*/ 87664 w 2912392"/>
                <a:gd name="connsiteY9" fmla="*/ 9616 h 735038"/>
                <a:gd name="connsiteX10" fmla="*/ 97404 w 2912392"/>
                <a:gd name="connsiteY10" fmla="*/ 11517 h 735038"/>
                <a:gd name="connsiteX11" fmla="*/ 107145 w 2912392"/>
                <a:gd name="connsiteY11" fmla="*/ 13582 h 735038"/>
                <a:gd name="connsiteX12" fmla="*/ 116886 w 2912392"/>
                <a:gd name="connsiteY12" fmla="*/ 15809 h 735038"/>
                <a:gd name="connsiteX13" fmla="*/ 126625 w 2912392"/>
                <a:gd name="connsiteY13" fmla="*/ 18201 h 735038"/>
                <a:gd name="connsiteX14" fmla="*/ 136366 w 2912392"/>
                <a:gd name="connsiteY14" fmla="*/ 20753 h 735038"/>
                <a:gd name="connsiteX15" fmla="*/ 146107 w 2912392"/>
                <a:gd name="connsiteY15" fmla="*/ 23463 h 735038"/>
                <a:gd name="connsiteX16" fmla="*/ 155846 w 2912392"/>
                <a:gd name="connsiteY16" fmla="*/ 26331 h 735038"/>
                <a:gd name="connsiteX17" fmla="*/ 165587 w 2912392"/>
                <a:gd name="connsiteY17" fmla="*/ 29354 h 735038"/>
                <a:gd name="connsiteX18" fmla="*/ 175328 w 2912392"/>
                <a:gd name="connsiteY18" fmla="*/ 32528 h 735038"/>
                <a:gd name="connsiteX19" fmla="*/ 185068 w 2912392"/>
                <a:gd name="connsiteY19" fmla="*/ 35851 h 735038"/>
                <a:gd name="connsiteX20" fmla="*/ 194809 w 2912392"/>
                <a:gd name="connsiteY20" fmla="*/ 39321 h 735038"/>
                <a:gd name="connsiteX21" fmla="*/ 204550 w 2912392"/>
                <a:gd name="connsiteY21" fmla="*/ 42933 h 735038"/>
                <a:gd name="connsiteX22" fmla="*/ 214289 w 2912392"/>
                <a:gd name="connsiteY22" fmla="*/ 46684 h 735038"/>
                <a:gd name="connsiteX23" fmla="*/ 224030 w 2912392"/>
                <a:gd name="connsiteY23" fmla="*/ 50572 h 735038"/>
                <a:gd name="connsiteX24" fmla="*/ 233771 w 2912392"/>
                <a:gd name="connsiteY24" fmla="*/ 54588 h 735038"/>
                <a:gd name="connsiteX25" fmla="*/ 243510 w 2912392"/>
                <a:gd name="connsiteY25" fmla="*/ 58733 h 735038"/>
                <a:gd name="connsiteX26" fmla="*/ 253251 w 2912392"/>
                <a:gd name="connsiteY26" fmla="*/ 62999 h 735038"/>
                <a:gd name="connsiteX27" fmla="*/ 262992 w 2912392"/>
                <a:gd name="connsiteY27" fmla="*/ 67381 h 735038"/>
                <a:gd name="connsiteX28" fmla="*/ 272732 w 2912392"/>
                <a:gd name="connsiteY28" fmla="*/ 71876 h 735038"/>
                <a:gd name="connsiteX29" fmla="*/ 282473 w 2912392"/>
                <a:gd name="connsiteY29" fmla="*/ 76477 h 735038"/>
                <a:gd name="connsiteX30" fmla="*/ 292214 w 2912392"/>
                <a:gd name="connsiteY30" fmla="*/ 81179 h 735038"/>
                <a:gd name="connsiteX31" fmla="*/ 301953 w 2912392"/>
                <a:gd name="connsiteY31" fmla="*/ 85976 h 735038"/>
                <a:gd name="connsiteX32" fmla="*/ 311694 w 2912392"/>
                <a:gd name="connsiteY32" fmla="*/ 90861 h 735038"/>
                <a:gd name="connsiteX33" fmla="*/ 321435 w 2912392"/>
                <a:gd name="connsiteY33" fmla="*/ 95830 h 735038"/>
                <a:gd name="connsiteX34" fmla="*/ 331175 w 2912392"/>
                <a:gd name="connsiteY34" fmla="*/ 100877 h 735038"/>
                <a:gd name="connsiteX35" fmla="*/ 340916 w 2912392"/>
                <a:gd name="connsiteY35" fmla="*/ 105991 h 735038"/>
                <a:gd name="connsiteX36" fmla="*/ 350656 w 2912392"/>
                <a:gd name="connsiteY36" fmla="*/ 111169 h 735038"/>
                <a:gd name="connsiteX37" fmla="*/ 360396 w 2912392"/>
                <a:gd name="connsiteY37" fmla="*/ 116404 h 735038"/>
                <a:gd name="connsiteX38" fmla="*/ 370137 w 2912392"/>
                <a:gd name="connsiteY38" fmla="*/ 121687 h 735038"/>
                <a:gd name="connsiteX39" fmla="*/ 379878 w 2912392"/>
                <a:gd name="connsiteY39" fmla="*/ 127014 h 735038"/>
                <a:gd name="connsiteX40" fmla="*/ 389617 w 2912392"/>
                <a:gd name="connsiteY40" fmla="*/ 132376 h 735038"/>
                <a:gd name="connsiteX41" fmla="*/ 399358 w 2912392"/>
                <a:gd name="connsiteY41" fmla="*/ 137766 h 735038"/>
                <a:gd name="connsiteX42" fmla="*/ 409099 w 2912392"/>
                <a:gd name="connsiteY42" fmla="*/ 143176 h 735038"/>
                <a:gd name="connsiteX43" fmla="*/ 418839 w 2912392"/>
                <a:gd name="connsiteY43" fmla="*/ 148601 h 735038"/>
                <a:gd name="connsiteX44" fmla="*/ 428580 w 2912392"/>
                <a:gd name="connsiteY44" fmla="*/ 154033 h 735038"/>
                <a:gd name="connsiteX45" fmla="*/ 438321 w 2912392"/>
                <a:gd name="connsiteY45" fmla="*/ 159462 h 735038"/>
                <a:gd name="connsiteX46" fmla="*/ 448060 w 2912392"/>
                <a:gd name="connsiteY46" fmla="*/ 164886 h 735038"/>
                <a:gd name="connsiteX47" fmla="*/ 457801 w 2912392"/>
                <a:gd name="connsiteY47" fmla="*/ 170292 h 735038"/>
                <a:gd name="connsiteX48" fmla="*/ 467542 w 2912392"/>
                <a:gd name="connsiteY48" fmla="*/ 175678 h 735038"/>
                <a:gd name="connsiteX49" fmla="*/ 477281 w 2912392"/>
                <a:gd name="connsiteY49" fmla="*/ 181035 h 735038"/>
                <a:gd name="connsiteX50" fmla="*/ 487022 w 2912392"/>
                <a:gd name="connsiteY50" fmla="*/ 186356 h 735038"/>
                <a:gd name="connsiteX51" fmla="*/ 496763 w 2912392"/>
                <a:gd name="connsiteY51" fmla="*/ 191637 h 735038"/>
                <a:gd name="connsiteX52" fmla="*/ 506503 w 2912392"/>
                <a:gd name="connsiteY52" fmla="*/ 196868 h 735038"/>
                <a:gd name="connsiteX53" fmla="*/ 516244 w 2912392"/>
                <a:gd name="connsiteY53" fmla="*/ 202044 h 735038"/>
                <a:gd name="connsiteX54" fmla="*/ 525985 w 2912392"/>
                <a:gd name="connsiteY54" fmla="*/ 207160 h 735038"/>
                <a:gd name="connsiteX55" fmla="*/ 535724 w 2912392"/>
                <a:gd name="connsiteY55" fmla="*/ 212211 h 735038"/>
                <a:gd name="connsiteX56" fmla="*/ 545465 w 2912392"/>
                <a:gd name="connsiteY56" fmla="*/ 217190 h 735038"/>
                <a:gd name="connsiteX57" fmla="*/ 555206 w 2912392"/>
                <a:gd name="connsiteY57" fmla="*/ 222092 h 735038"/>
                <a:gd name="connsiteX58" fmla="*/ 564946 w 2912392"/>
                <a:gd name="connsiteY58" fmla="*/ 226914 h 735038"/>
                <a:gd name="connsiteX59" fmla="*/ 574687 w 2912392"/>
                <a:gd name="connsiteY59" fmla="*/ 231649 h 735038"/>
                <a:gd name="connsiteX60" fmla="*/ 584428 w 2912392"/>
                <a:gd name="connsiteY60" fmla="*/ 236296 h 735038"/>
                <a:gd name="connsiteX61" fmla="*/ 594167 w 2912392"/>
                <a:gd name="connsiteY61" fmla="*/ 240848 h 735038"/>
                <a:gd name="connsiteX62" fmla="*/ 603908 w 2912392"/>
                <a:gd name="connsiteY62" fmla="*/ 245304 h 735038"/>
                <a:gd name="connsiteX63" fmla="*/ 613649 w 2912392"/>
                <a:gd name="connsiteY63" fmla="*/ 249661 h 735038"/>
                <a:gd name="connsiteX64" fmla="*/ 623388 w 2912392"/>
                <a:gd name="connsiteY64" fmla="*/ 253916 h 735038"/>
                <a:gd name="connsiteX65" fmla="*/ 633129 w 2912392"/>
                <a:gd name="connsiteY65" fmla="*/ 258067 h 735038"/>
                <a:gd name="connsiteX66" fmla="*/ 642870 w 2912392"/>
                <a:gd name="connsiteY66" fmla="*/ 262112 h 735038"/>
                <a:gd name="connsiteX67" fmla="*/ 652610 w 2912392"/>
                <a:gd name="connsiteY67" fmla="*/ 266050 h 735038"/>
                <a:gd name="connsiteX68" fmla="*/ 662351 w 2912392"/>
                <a:gd name="connsiteY68" fmla="*/ 269880 h 735038"/>
                <a:gd name="connsiteX69" fmla="*/ 672092 w 2912392"/>
                <a:gd name="connsiteY69" fmla="*/ 273602 h 735038"/>
                <a:gd name="connsiteX70" fmla="*/ 681831 w 2912392"/>
                <a:gd name="connsiteY70" fmla="*/ 277218 h 735038"/>
                <a:gd name="connsiteX71" fmla="*/ 691572 w 2912392"/>
                <a:gd name="connsiteY71" fmla="*/ 280725 h 735038"/>
                <a:gd name="connsiteX72" fmla="*/ 701313 w 2912392"/>
                <a:gd name="connsiteY72" fmla="*/ 284128 h 735038"/>
                <a:gd name="connsiteX73" fmla="*/ 711052 w 2912392"/>
                <a:gd name="connsiteY73" fmla="*/ 287427 h 735038"/>
                <a:gd name="connsiteX74" fmla="*/ 720793 w 2912392"/>
                <a:gd name="connsiteY74" fmla="*/ 290623 h 735038"/>
                <a:gd name="connsiteX75" fmla="*/ 730534 w 2912392"/>
                <a:gd name="connsiteY75" fmla="*/ 293720 h 735038"/>
                <a:gd name="connsiteX76" fmla="*/ 740274 w 2912392"/>
                <a:gd name="connsiteY76" fmla="*/ 296719 h 735038"/>
                <a:gd name="connsiteX77" fmla="*/ 750015 w 2912392"/>
                <a:gd name="connsiteY77" fmla="*/ 299626 h 735038"/>
                <a:gd name="connsiteX78" fmla="*/ 759756 w 2912392"/>
                <a:gd name="connsiteY78" fmla="*/ 302443 h 735038"/>
                <a:gd name="connsiteX79" fmla="*/ 769495 w 2912392"/>
                <a:gd name="connsiteY79" fmla="*/ 305176 h 735038"/>
                <a:gd name="connsiteX80" fmla="*/ 779236 w 2912392"/>
                <a:gd name="connsiteY80" fmla="*/ 307828 h 735038"/>
                <a:gd name="connsiteX81" fmla="*/ 788977 w 2912392"/>
                <a:gd name="connsiteY81" fmla="*/ 310405 h 735038"/>
                <a:gd name="connsiteX82" fmla="*/ 798717 w 2912392"/>
                <a:gd name="connsiteY82" fmla="*/ 312911 h 735038"/>
                <a:gd name="connsiteX83" fmla="*/ 808458 w 2912392"/>
                <a:gd name="connsiteY83" fmla="*/ 315355 h 735038"/>
                <a:gd name="connsiteX84" fmla="*/ 818199 w 2912392"/>
                <a:gd name="connsiteY84" fmla="*/ 317739 h 735038"/>
                <a:gd name="connsiteX85" fmla="*/ 827938 w 2912392"/>
                <a:gd name="connsiteY85" fmla="*/ 320072 h 735038"/>
                <a:gd name="connsiteX86" fmla="*/ 837679 w 2912392"/>
                <a:gd name="connsiteY86" fmla="*/ 322359 h 735038"/>
                <a:gd name="connsiteX87" fmla="*/ 847420 w 2912392"/>
                <a:gd name="connsiteY87" fmla="*/ 324609 h 735038"/>
                <a:gd name="connsiteX88" fmla="*/ 857159 w 2912392"/>
                <a:gd name="connsiteY88" fmla="*/ 326827 h 735038"/>
                <a:gd name="connsiteX89" fmla="*/ 866900 w 2912392"/>
                <a:gd name="connsiteY89" fmla="*/ 329022 h 735038"/>
                <a:gd name="connsiteX90" fmla="*/ 876641 w 2912392"/>
                <a:gd name="connsiteY90" fmla="*/ 331200 h 735038"/>
                <a:gd name="connsiteX91" fmla="*/ 886381 w 2912392"/>
                <a:gd name="connsiteY91" fmla="*/ 333371 h 735038"/>
                <a:gd name="connsiteX92" fmla="*/ 896122 w 2912392"/>
                <a:gd name="connsiteY92" fmla="*/ 335540 h 735038"/>
                <a:gd name="connsiteX93" fmla="*/ 905863 w 2912392"/>
                <a:gd name="connsiteY93" fmla="*/ 337717 h 735038"/>
                <a:gd name="connsiteX94" fmla="*/ 915602 w 2912392"/>
                <a:gd name="connsiteY94" fmla="*/ 339910 h 735038"/>
                <a:gd name="connsiteX95" fmla="*/ 925343 w 2912392"/>
                <a:gd name="connsiteY95" fmla="*/ 342125 h 735038"/>
                <a:gd name="connsiteX96" fmla="*/ 935084 w 2912392"/>
                <a:gd name="connsiteY96" fmla="*/ 344372 h 735038"/>
                <a:gd name="connsiteX97" fmla="*/ 944824 w 2912392"/>
                <a:gd name="connsiteY97" fmla="*/ 346658 h 735038"/>
                <a:gd name="connsiteX98" fmla="*/ 954564 w 2912392"/>
                <a:gd name="connsiteY98" fmla="*/ 348991 h 735038"/>
                <a:gd name="connsiteX99" fmla="*/ 964305 w 2912392"/>
                <a:gd name="connsiteY99" fmla="*/ 351379 h 735038"/>
                <a:gd name="connsiteX100" fmla="*/ 974045 w 2912392"/>
                <a:gd name="connsiteY100" fmla="*/ 353828 h 735038"/>
                <a:gd name="connsiteX101" fmla="*/ 983786 w 2912392"/>
                <a:gd name="connsiteY101" fmla="*/ 356348 h 735038"/>
                <a:gd name="connsiteX102" fmla="*/ 993522 w 2912392"/>
                <a:gd name="connsiteY102" fmla="*/ 358945 h 735038"/>
                <a:gd name="connsiteX103" fmla="*/ 1003266 w 2912392"/>
                <a:gd name="connsiteY103" fmla="*/ 361625 h 735038"/>
                <a:gd name="connsiteX104" fmla="*/ 1013010 w 2912392"/>
                <a:gd name="connsiteY104" fmla="*/ 364396 h 735038"/>
                <a:gd name="connsiteX105" fmla="*/ 1022754 w 2912392"/>
                <a:gd name="connsiteY105" fmla="*/ 367264 h 735038"/>
                <a:gd name="connsiteX106" fmla="*/ 1032483 w 2912392"/>
                <a:gd name="connsiteY106" fmla="*/ 370235 h 735038"/>
                <a:gd name="connsiteX107" fmla="*/ 1042227 w 2912392"/>
                <a:gd name="connsiteY107" fmla="*/ 373316 h 735038"/>
                <a:gd name="connsiteX108" fmla="*/ 1051971 w 2912392"/>
                <a:gd name="connsiteY108" fmla="*/ 376512 h 735038"/>
                <a:gd name="connsiteX109" fmla="*/ 1061715 w 2912392"/>
                <a:gd name="connsiteY109" fmla="*/ 379827 h 735038"/>
                <a:gd name="connsiteX110" fmla="*/ 1071444 w 2912392"/>
                <a:gd name="connsiteY110" fmla="*/ 383266 h 735038"/>
                <a:gd name="connsiteX111" fmla="*/ 1081188 w 2912392"/>
                <a:gd name="connsiteY111" fmla="*/ 386833 h 735038"/>
                <a:gd name="connsiteX112" fmla="*/ 1090932 w 2912392"/>
                <a:gd name="connsiteY112" fmla="*/ 390532 h 735038"/>
                <a:gd name="connsiteX113" fmla="*/ 1100676 w 2912392"/>
                <a:gd name="connsiteY113" fmla="*/ 394367 h 735038"/>
                <a:gd name="connsiteX114" fmla="*/ 1110405 w 2912392"/>
                <a:gd name="connsiteY114" fmla="*/ 398341 h 735038"/>
                <a:gd name="connsiteX115" fmla="*/ 1120149 w 2912392"/>
                <a:gd name="connsiteY115" fmla="*/ 402454 h 735038"/>
                <a:gd name="connsiteX116" fmla="*/ 1129893 w 2912392"/>
                <a:gd name="connsiteY116" fmla="*/ 406711 h 735038"/>
                <a:gd name="connsiteX117" fmla="*/ 1139637 w 2912392"/>
                <a:gd name="connsiteY117" fmla="*/ 411111 h 735038"/>
                <a:gd name="connsiteX118" fmla="*/ 1149381 w 2912392"/>
                <a:gd name="connsiteY118" fmla="*/ 415653 h 735038"/>
                <a:gd name="connsiteX119" fmla="*/ 1159110 w 2912392"/>
                <a:gd name="connsiteY119" fmla="*/ 420342 h 735038"/>
                <a:gd name="connsiteX120" fmla="*/ 1168854 w 2912392"/>
                <a:gd name="connsiteY120" fmla="*/ 425174 h 735038"/>
                <a:gd name="connsiteX121" fmla="*/ 1178598 w 2912392"/>
                <a:gd name="connsiteY121" fmla="*/ 430150 h 735038"/>
                <a:gd name="connsiteX122" fmla="*/ 1188341 w 2912392"/>
                <a:gd name="connsiteY122" fmla="*/ 435266 h 735038"/>
                <a:gd name="connsiteX123" fmla="*/ 1198070 w 2912392"/>
                <a:gd name="connsiteY123" fmla="*/ 440523 h 735038"/>
                <a:gd name="connsiteX124" fmla="*/ 1207814 w 2912392"/>
                <a:gd name="connsiteY124" fmla="*/ 445916 h 735038"/>
                <a:gd name="connsiteX125" fmla="*/ 1217558 w 2912392"/>
                <a:gd name="connsiteY125" fmla="*/ 451444 h 735038"/>
                <a:gd name="connsiteX126" fmla="*/ 1227302 w 2912392"/>
                <a:gd name="connsiteY126" fmla="*/ 457102 h 735038"/>
                <a:gd name="connsiteX127" fmla="*/ 1237031 w 2912392"/>
                <a:gd name="connsiteY127" fmla="*/ 462886 h 735038"/>
                <a:gd name="connsiteX128" fmla="*/ 1246775 w 2912392"/>
                <a:gd name="connsiteY128" fmla="*/ 468792 h 735038"/>
                <a:gd name="connsiteX129" fmla="*/ 1256519 w 2912392"/>
                <a:gd name="connsiteY129" fmla="*/ 474814 h 735038"/>
                <a:gd name="connsiteX130" fmla="*/ 1266263 w 2912392"/>
                <a:gd name="connsiteY130" fmla="*/ 480948 h 735038"/>
                <a:gd name="connsiteX131" fmla="*/ 1276007 w 2912392"/>
                <a:gd name="connsiteY131" fmla="*/ 487186 h 735038"/>
                <a:gd name="connsiteX132" fmla="*/ 1285736 w 2912392"/>
                <a:gd name="connsiteY132" fmla="*/ 493523 h 735038"/>
                <a:gd name="connsiteX133" fmla="*/ 1295480 w 2912392"/>
                <a:gd name="connsiteY133" fmla="*/ 499952 h 735038"/>
                <a:gd name="connsiteX134" fmla="*/ 1305224 w 2912392"/>
                <a:gd name="connsiteY134" fmla="*/ 506463 h 735038"/>
                <a:gd name="connsiteX135" fmla="*/ 1314968 w 2912392"/>
                <a:gd name="connsiteY135" fmla="*/ 513051 h 735038"/>
                <a:gd name="connsiteX136" fmla="*/ 1324697 w 2912392"/>
                <a:gd name="connsiteY136" fmla="*/ 519708 h 735038"/>
                <a:gd name="connsiteX137" fmla="*/ 1334441 w 2912392"/>
                <a:gd name="connsiteY137" fmla="*/ 526424 h 735038"/>
                <a:gd name="connsiteX138" fmla="*/ 1344185 w 2912392"/>
                <a:gd name="connsiteY138" fmla="*/ 533191 h 735038"/>
                <a:gd name="connsiteX139" fmla="*/ 1353929 w 2912392"/>
                <a:gd name="connsiteY139" fmla="*/ 540000 h 735038"/>
                <a:gd name="connsiteX140" fmla="*/ 1363658 w 2912392"/>
                <a:gd name="connsiteY140" fmla="*/ 546842 h 735038"/>
                <a:gd name="connsiteX141" fmla="*/ 1373402 w 2912392"/>
                <a:gd name="connsiteY141" fmla="*/ 553706 h 735038"/>
                <a:gd name="connsiteX142" fmla="*/ 1383146 w 2912392"/>
                <a:gd name="connsiteY142" fmla="*/ 560585 h 735038"/>
                <a:gd name="connsiteX143" fmla="*/ 1392890 w 2912392"/>
                <a:gd name="connsiteY143" fmla="*/ 567465 h 735038"/>
                <a:gd name="connsiteX144" fmla="*/ 1402619 w 2912392"/>
                <a:gd name="connsiteY144" fmla="*/ 574339 h 735038"/>
                <a:gd name="connsiteX145" fmla="*/ 1412363 w 2912392"/>
                <a:gd name="connsiteY145" fmla="*/ 581197 h 735038"/>
                <a:gd name="connsiteX146" fmla="*/ 1422106 w 2912392"/>
                <a:gd name="connsiteY146" fmla="*/ 588027 h 735038"/>
                <a:gd name="connsiteX147" fmla="*/ 1431850 w 2912392"/>
                <a:gd name="connsiteY147" fmla="*/ 594819 h 735038"/>
                <a:gd name="connsiteX148" fmla="*/ 1441594 w 2912392"/>
                <a:gd name="connsiteY148" fmla="*/ 601564 h 735038"/>
                <a:gd name="connsiteX149" fmla="*/ 1451323 w 2912392"/>
                <a:gd name="connsiteY149" fmla="*/ 608249 h 735038"/>
                <a:gd name="connsiteX150" fmla="*/ 1461067 w 2912392"/>
                <a:gd name="connsiteY150" fmla="*/ 614865 h 735038"/>
                <a:gd name="connsiteX151" fmla="*/ 1470811 w 2912392"/>
                <a:gd name="connsiteY151" fmla="*/ 621401 h 735038"/>
                <a:gd name="connsiteX152" fmla="*/ 1480555 w 2912392"/>
                <a:gd name="connsiteY152" fmla="*/ 627848 h 735038"/>
                <a:gd name="connsiteX153" fmla="*/ 1490284 w 2912392"/>
                <a:gd name="connsiteY153" fmla="*/ 634192 h 735038"/>
                <a:gd name="connsiteX154" fmla="*/ 1500028 w 2912392"/>
                <a:gd name="connsiteY154" fmla="*/ 640427 h 735038"/>
                <a:gd name="connsiteX155" fmla="*/ 1509772 w 2912392"/>
                <a:gd name="connsiteY155" fmla="*/ 646540 h 735038"/>
                <a:gd name="connsiteX156" fmla="*/ 1519516 w 2912392"/>
                <a:gd name="connsiteY156" fmla="*/ 652522 h 735038"/>
                <a:gd name="connsiteX157" fmla="*/ 1529245 w 2912392"/>
                <a:gd name="connsiteY157" fmla="*/ 658364 h 735038"/>
                <a:gd name="connsiteX158" fmla="*/ 1538989 w 2912392"/>
                <a:gd name="connsiteY158" fmla="*/ 664060 h 735038"/>
                <a:gd name="connsiteX159" fmla="*/ 1548733 w 2912392"/>
                <a:gd name="connsiteY159" fmla="*/ 669587 h 735038"/>
                <a:gd name="connsiteX160" fmla="*/ 1558477 w 2912392"/>
                <a:gd name="connsiteY160" fmla="*/ 674951 h 735038"/>
                <a:gd name="connsiteX161" fmla="*/ 1568221 w 2912392"/>
                <a:gd name="connsiteY161" fmla="*/ 680136 h 735038"/>
                <a:gd name="connsiteX162" fmla="*/ 1577950 w 2912392"/>
                <a:gd name="connsiteY162" fmla="*/ 685127 h 735038"/>
                <a:gd name="connsiteX163" fmla="*/ 1587694 w 2912392"/>
                <a:gd name="connsiteY163" fmla="*/ 689924 h 735038"/>
                <a:gd name="connsiteX164" fmla="*/ 1597438 w 2912392"/>
                <a:gd name="connsiteY164" fmla="*/ 694528 h 735038"/>
                <a:gd name="connsiteX165" fmla="*/ 1607182 w 2912392"/>
                <a:gd name="connsiteY165" fmla="*/ 698908 h 735038"/>
                <a:gd name="connsiteX166" fmla="*/ 1616911 w 2912392"/>
                <a:gd name="connsiteY166" fmla="*/ 703080 h 735038"/>
                <a:gd name="connsiteX167" fmla="*/ 1626655 w 2912392"/>
                <a:gd name="connsiteY167" fmla="*/ 707013 h 735038"/>
                <a:gd name="connsiteX168" fmla="*/ 1636399 w 2912392"/>
                <a:gd name="connsiteY168" fmla="*/ 710723 h 735038"/>
                <a:gd name="connsiteX169" fmla="*/ 1646142 w 2912392"/>
                <a:gd name="connsiteY169" fmla="*/ 714180 h 735038"/>
                <a:gd name="connsiteX170" fmla="*/ 1655872 w 2912392"/>
                <a:gd name="connsiteY170" fmla="*/ 717398 h 735038"/>
                <a:gd name="connsiteX171" fmla="*/ 1665616 w 2912392"/>
                <a:gd name="connsiteY171" fmla="*/ 720363 h 735038"/>
                <a:gd name="connsiteX172" fmla="*/ 1675359 w 2912392"/>
                <a:gd name="connsiteY172" fmla="*/ 723074 h 735038"/>
                <a:gd name="connsiteX173" fmla="*/ 1685103 w 2912392"/>
                <a:gd name="connsiteY173" fmla="*/ 725518 h 735038"/>
                <a:gd name="connsiteX174" fmla="*/ 1694832 w 2912392"/>
                <a:gd name="connsiteY174" fmla="*/ 727693 h 735038"/>
                <a:gd name="connsiteX175" fmla="*/ 1704576 w 2912392"/>
                <a:gd name="connsiteY175" fmla="*/ 729585 h 735038"/>
                <a:gd name="connsiteX176" fmla="*/ 1714320 w 2912392"/>
                <a:gd name="connsiteY176" fmla="*/ 731209 h 735038"/>
                <a:gd name="connsiteX177" fmla="*/ 1724064 w 2912392"/>
                <a:gd name="connsiteY177" fmla="*/ 732550 h 735038"/>
                <a:gd name="connsiteX178" fmla="*/ 1733808 w 2912392"/>
                <a:gd name="connsiteY178" fmla="*/ 733608 h 735038"/>
                <a:gd name="connsiteX179" fmla="*/ 1743537 w 2912392"/>
                <a:gd name="connsiteY179" fmla="*/ 734383 h 735038"/>
                <a:gd name="connsiteX180" fmla="*/ 1753281 w 2912392"/>
                <a:gd name="connsiteY180" fmla="*/ 734860 h 735038"/>
                <a:gd name="connsiteX181" fmla="*/ 1763025 w 2912392"/>
                <a:gd name="connsiteY181" fmla="*/ 735038 h 735038"/>
                <a:gd name="connsiteX182" fmla="*/ 1772769 w 2912392"/>
                <a:gd name="connsiteY182" fmla="*/ 734934 h 735038"/>
                <a:gd name="connsiteX183" fmla="*/ 1782498 w 2912392"/>
                <a:gd name="connsiteY183" fmla="*/ 734532 h 735038"/>
                <a:gd name="connsiteX184" fmla="*/ 1792242 w 2912392"/>
                <a:gd name="connsiteY184" fmla="*/ 733817 h 735038"/>
                <a:gd name="connsiteX185" fmla="*/ 1801986 w 2912392"/>
                <a:gd name="connsiteY185" fmla="*/ 732818 h 735038"/>
                <a:gd name="connsiteX186" fmla="*/ 1811730 w 2912392"/>
                <a:gd name="connsiteY186" fmla="*/ 731522 h 735038"/>
                <a:gd name="connsiteX187" fmla="*/ 1821459 w 2912392"/>
                <a:gd name="connsiteY187" fmla="*/ 729928 h 735038"/>
                <a:gd name="connsiteX188" fmla="*/ 1831203 w 2912392"/>
                <a:gd name="connsiteY188" fmla="*/ 728036 h 735038"/>
                <a:gd name="connsiteX189" fmla="*/ 1840947 w 2912392"/>
                <a:gd name="connsiteY189" fmla="*/ 725846 h 735038"/>
                <a:gd name="connsiteX190" fmla="*/ 1850691 w 2912392"/>
                <a:gd name="connsiteY190" fmla="*/ 723372 h 735038"/>
                <a:gd name="connsiteX191" fmla="*/ 1860435 w 2912392"/>
                <a:gd name="connsiteY191" fmla="*/ 720601 h 735038"/>
                <a:gd name="connsiteX192" fmla="*/ 1870164 w 2912392"/>
                <a:gd name="connsiteY192" fmla="*/ 717532 h 735038"/>
                <a:gd name="connsiteX193" fmla="*/ 1879908 w 2912392"/>
                <a:gd name="connsiteY193" fmla="*/ 714180 h 735038"/>
                <a:gd name="connsiteX194" fmla="*/ 1889652 w 2912392"/>
                <a:gd name="connsiteY194" fmla="*/ 710544 h 735038"/>
                <a:gd name="connsiteX195" fmla="*/ 1899395 w 2912392"/>
                <a:gd name="connsiteY195" fmla="*/ 706641 h 735038"/>
                <a:gd name="connsiteX196" fmla="*/ 1909124 w 2912392"/>
                <a:gd name="connsiteY196" fmla="*/ 702439 h 735038"/>
                <a:gd name="connsiteX197" fmla="*/ 1918868 w 2912392"/>
                <a:gd name="connsiteY197" fmla="*/ 697985 h 735038"/>
                <a:gd name="connsiteX198" fmla="*/ 1928612 w 2912392"/>
                <a:gd name="connsiteY198" fmla="*/ 693262 h 735038"/>
                <a:gd name="connsiteX199" fmla="*/ 1938356 w 2912392"/>
                <a:gd name="connsiteY199" fmla="*/ 688270 h 735038"/>
                <a:gd name="connsiteX200" fmla="*/ 1948085 w 2912392"/>
                <a:gd name="connsiteY200" fmla="*/ 683026 h 735038"/>
                <a:gd name="connsiteX201" fmla="*/ 1957829 w 2912392"/>
                <a:gd name="connsiteY201" fmla="*/ 677543 h 735038"/>
                <a:gd name="connsiteX202" fmla="*/ 1967573 w 2912392"/>
                <a:gd name="connsiteY202" fmla="*/ 671807 h 735038"/>
                <a:gd name="connsiteX203" fmla="*/ 1977317 w 2912392"/>
                <a:gd name="connsiteY203" fmla="*/ 665847 h 735038"/>
                <a:gd name="connsiteX204" fmla="*/ 1987046 w 2912392"/>
                <a:gd name="connsiteY204" fmla="*/ 659658 h 735038"/>
                <a:gd name="connsiteX205" fmla="*/ 1996790 w 2912392"/>
                <a:gd name="connsiteY205" fmla="*/ 653252 h 735038"/>
                <a:gd name="connsiteX206" fmla="*/ 2006534 w 2912392"/>
                <a:gd name="connsiteY206" fmla="*/ 646638 h 735038"/>
                <a:gd name="connsiteX207" fmla="*/ 2016278 w 2912392"/>
                <a:gd name="connsiteY207" fmla="*/ 639825 h 735038"/>
                <a:gd name="connsiteX208" fmla="*/ 2026022 w 2912392"/>
                <a:gd name="connsiteY208" fmla="*/ 632821 h 735038"/>
                <a:gd name="connsiteX209" fmla="*/ 2035751 w 2912392"/>
                <a:gd name="connsiteY209" fmla="*/ 625638 h 735038"/>
                <a:gd name="connsiteX210" fmla="*/ 2045495 w 2912392"/>
                <a:gd name="connsiteY210" fmla="*/ 618287 h 735038"/>
                <a:gd name="connsiteX211" fmla="*/ 2055239 w 2912392"/>
                <a:gd name="connsiteY211" fmla="*/ 610776 h 735038"/>
                <a:gd name="connsiteX212" fmla="*/ 2064983 w 2912392"/>
                <a:gd name="connsiteY212" fmla="*/ 603120 h 735038"/>
                <a:gd name="connsiteX213" fmla="*/ 2074712 w 2912392"/>
                <a:gd name="connsiteY213" fmla="*/ 595328 h 735038"/>
                <a:gd name="connsiteX214" fmla="*/ 2084456 w 2912392"/>
                <a:gd name="connsiteY214" fmla="*/ 587412 h 735038"/>
                <a:gd name="connsiteX215" fmla="*/ 2094200 w 2912392"/>
                <a:gd name="connsiteY215" fmla="*/ 579384 h 735038"/>
                <a:gd name="connsiteX216" fmla="*/ 2103944 w 2912392"/>
                <a:gd name="connsiteY216" fmla="*/ 571260 h 735038"/>
                <a:gd name="connsiteX217" fmla="*/ 2113673 w 2912392"/>
                <a:gd name="connsiteY217" fmla="*/ 563049 h 735038"/>
                <a:gd name="connsiteX218" fmla="*/ 2123417 w 2912392"/>
                <a:gd name="connsiteY218" fmla="*/ 554765 h 735038"/>
                <a:gd name="connsiteX219" fmla="*/ 2133161 w 2912392"/>
                <a:gd name="connsiteY219" fmla="*/ 546423 h 735038"/>
                <a:gd name="connsiteX220" fmla="*/ 2142905 w 2912392"/>
                <a:gd name="connsiteY220" fmla="*/ 538035 h 735038"/>
                <a:gd name="connsiteX221" fmla="*/ 2152649 w 2912392"/>
                <a:gd name="connsiteY221" fmla="*/ 529617 h 735038"/>
                <a:gd name="connsiteX222" fmla="*/ 2162377 w 2912392"/>
                <a:gd name="connsiteY222" fmla="*/ 521180 h 735038"/>
                <a:gd name="connsiteX223" fmla="*/ 2172121 w 2912392"/>
                <a:gd name="connsiteY223" fmla="*/ 512739 h 735038"/>
                <a:gd name="connsiteX224" fmla="*/ 2181865 w 2912392"/>
                <a:gd name="connsiteY224" fmla="*/ 504310 h 735038"/>
                <a:gd name="connsiteX225" fmla="*/ 2191609 w 2912392"/>
                <a:gd name="connsiteY225" fmla="*/ 495905 h 735038"/>
                <a:gd name="connsiteX226" fmla="*/ 2201338 w 2912392"/>
                <a:gd name="connsiteY226" fmla="*/ 487541 h 735038"/>
                <a:gd name="connsiteX227" fmla="*/ 2211082 w 2912392"/>
                <a:gd name="connsiteY227" fmla="*/ 479227 h 735038"/>
                <a:gd name="connsiteX228" fmla="*/ 2220826 w 2912392"/>
                <a:gd name="connsiteY228" fmla="*/ 470982 h 735038"/>
                <a:gd name="connsiteX229" fmla="*/ 2230570 w 2912392"/>
                <a:gd name="connsiteY229" fmla="*/ 462818 h 735038"/>
                <a:gd name="connsiteX230" fmla="*/ 2240299 w 2912392"/>
                <a:gd name="connsiteY230" fmla="*/ 454748 h 735038"/>
                <a:gd name="connsiteX231" fmla="*/ 2250043 w 2912392"/>
                <a:gd name="connsiteY231" fmla="*/ 446788 h 735038"/>
                <a:gd name="connsiteX232" fmla="*/ 2259787 w 2912392"/>
                <a:gd name="connsiteY232" fmla="*/ 438949 h 735038"/>
                <a:gd name="connsiteX233" fmla="*/ 2269531 w 2912392"/>
                <a:gd name="connsiteY233" fmla="*/ 431245 h 735038"/>
                <a:gd name="connsiteX234" fmla="*/ 2279260 w 2912392"/>
                <a:gd name="connsiteY234" fmla="*/ 423688 h 735038"/>
                <a:gd name="connsiteX235" fmla="*/ 2289004 w 2912392"/>
                <a:gd name="connsiteY235" fmla="*/ 416291 h 735038"/>
                <a:gd name="connsiteX236" fmla="*/ 2298748 w 2912392"/>
                <a:gd name="connsiteY236" fmla="*/ 409065 h 735038"/>
                <a:gd name="connsiteX237" fmla="*/ 2308492 w 2912392"/>
                <a:gd name="connsiteY237" fmla="*/ 402022 h 735038"/>
                <a:gd name="connsiteX238" fmla="*/ 2318236 w 2912392"/>
                <a:gd name="connsiteY238" fmla="*/ 395173 h 735038"/>
                <a:gd name="connsiteX239" fmla="*/ 2327965 w 2912392"/>
                <a:gd name="connsiteY239" fmla="*/ 388528 h 735038"/>
                <a:gd name="connsiteX240" fmla="*/ 2337709 w 2912392"/>
                <a:gd name="connsiteY240" fmla="*/ 382098 h 735038"/>
                <a:gd name="connsiteX241" fmla="*/ 2347453 w 2912392"/>
                <a:gd name="connsiteY241" fmla="*/ 375889 h 735038"/>
                <a:gd name="connsiteX242" fmla="*/ 2357197 w 2912392"/>
                <a:gd name="connsiteY242" fmla="*/ 369912 h 735038"/>
                <a:gd name="connsiteX243" fmla="*/ 2366926 w 2912392"/>
                <a:gd name="connsiteY243" fmla="*/ 364173 h 735038"/>
                <a:gd name="connsiteX244" fmla="*/ 2376670 w 2912392"/>
                <a:gd name="connsiteY244" fmla="*/ 358678 h 735038"/>
                <a:gd name="connsiteX245" fmla="*/ 2386413 w 2912392"/>
                <a:gd name="connsiteY245" fmla="*/ 353437 h 735038"/>
                <a:gd name="connsiteX246" fmla="*/ 2396157 w 2912392"/>
                <a:gd name="connsiteY246" fmla="*/ 348451 h 735038"/>
                <a:gd name="connsiteX247" fmla="*/ 2405886 w 2912392"/>
                <a:gd name="connsiteY247" fmla="*/ 343727 h 735038"/>
                <a:gd name="connsiteX248" fmla="*/ 2415630 w 2912392"/>
                <a:gd name="connsiteY248" fmla="*/ 339266 h 735038"/>
                <a:gd name="connsiteX249" fmla="*/ 2425374 w 2912392"/>
                <a:gd name="connsiteY249" fmla="*/ 335074 h 735038"/>
                <a:gd name="connsiteX250" fmla="*/ 2435118 w 2912392"/>
                <a:gd name="connsiteY250" fmla="*/ 331149 h 735038"/>
                <a:gd name="connsiteX251" fmla="*/ 2444862 w 2912392"/>
                <a:gd name="connsiteY251" fmla="*/ 327495 h 735038"/>
                <a:gd name="connsiteX252" fmla="*/ 2454591 w 2912392"/>
                <a:gd name="connsiteY252" fmla="*/ 324110 h 735038"/>
                <a:gd name="connsiteX253" fmla="*/ 2464335 w 2912392"/>
                <a:gd name="connsiteY253" fmla="*/ 320991 h 735038"/>
                <a:gd name="connsiteX254" fmla="*/ 2474079 w 2912392"/>
                <a:gd name="connsiteY254" fmla="*/ 318139 h 735038"/>
                <a:gd name="connsiteX255" fmla="*/ 2483823 w 2912392"/>
                <a:gd name="connsiteY255" fmla="*/ 315552 h 735038"/>
                <a:gd name="connsiteX256" fmla="*/ 2493552 w 2912392"/>
                <a:gd name="connsiteY256" fmla="*/ 313221 h 735038"/>
                <a:gd name="connsiteX257" fmla="*/ 2503296 w 2912392"/>
                <a:gd name="connsiteY257" fmla="*/ 311144 h 735038"/>
                <a:gd name="connsiteX258" fmla="*/ 2513040 w 2912392"/>
                <a:gd name="connsiteY258" fmla="*/ 309315 h 735038"/>
                <a:gd name="connsiteX259" fmla="*/ 2522784 w 2912392"/>
                <a:gd name="connsiteY259" fmla="*/ 307727 h 735038"/>
                <a:gd name="connsiteX260" fmla="*/ 2532513 w 2912392"/>
                <a:gd name="connsiteY260" fmla="*/ 306372 h 735038"/>
                <a:gd name="connsiteX261" fmla="*/ 2542257 w 2912392"/>
                <a:gd name="connsiteY261" fmla="*/ 305240 h 735038"/>
                <a:gd name="connsiteX262" fmla="*/ 2552001 w 2912392"/>
                <a:gd name="connsiteY262" fmla="*/ 304324 h 735038"/>
                <a:gd name="connsiteX263" fmla="*/ 2561745 w 2912392"/>
                <a:gd name="connsiteY263" fmla="*/ 303611 h 735038"/>
                <a:gd name="connsiteX264" fmla="*/ 2571474 w 2912392"/>
                <a:gd name="connsiteY264" fmla="*/ 303092 h 735038"/>
                <a:gd name="connsiteX265" fmla="*/ 2581218 w 2912392"/>
                <a:gd name="connsiteY265" fmla="*/ 302753 h 735038"/>
                <a:gd name="connsiteX266" fmla="*/ 2590962 w 2912392"/>
                <a:gd name="connsiteY266" fmla="*/ 302582 h 735038"/>
                <a:gd name="connsiteX267" fmla="*/ 2600705 w 2912392"/>
                <a:gd name="connsiteY267" fmla="*/ 302567 h 735038"/>
                <a:gd name="connsiteX268" fmla="*/ 2610449 w 2912392"/>
                <a:gd name="connsiteY268" fmla="*/ 302692 h 735038"/>
                <a:gd name="connsiteX269" fmla="*/ 2620178 w 2912392"/>
                <a:gd name="connsiteY269" fmla="*/ 302942 h 735038"/>
                <a:gd name="connsiteX270" fmla="*/ 2629922 w 2912392"/>
                <a:gd name="connsiteY270" fmla="*/ 303305 h 735038"/>
                <a:gd name="connsiteX271" fmla="*/ 2639666 w 2912392"/>
                <a:gd name="connsiteY271" fmla="*/ 303762 h 735038"/>
                <a:gd name="connsiteX272" fmla="*/ 2649410 w 2912392"/>
                <a:gd name="connsiteY272" fmla="*/ 304298 h 735038"/>
                <a:gd name="connsiteX273" fmla="*/ 2659139 w 2912392"/>
                <a:gd name="connsiteY273" fmla="*/ 304896 h 735038"/>
                <a:gd name="connsiteX274" fmla="*/ 2668883 w 2912392"/>
                <a:gd name="connsiteY274" fmla="*/ 305541 h 735038"/>
                <a:gd name="connsiteX275" fmla="*/ 2678627 w 2912392"/>
                <a:gd name="connsiteY275" fmla="*/ 306214 h 735038"/>
                <a:gd name="connsiteX276" fmla="*/ 2688371 w 2912392"/>
                <a:gd name="connsiteY276" fmla="*/ 306900 h 735038"/>
                <a:gd name="connsiteX277" fmla="*/ 2698100 w 2912392"/>
                <a:gd name="connsiteY277" fmla="*/ 307579 h 735038"/>
                <a:gd name="connsiteX278" fmla="*/ 2707844 w 2912392"/>
                <a:gd name="connsiteY278" fmla="*/ 308236 h 735038"/>
                <a:gd name="connsiteX279" fmla="*/ 2717588 w 2912392"/>
                <a:gd name="connsiteY279" fmla="*/ 308851 h 735038"/>
                <a:gd name="connsiteX280" fmla="*/ 2727332 w 2912392"/>
                <a:gd name="connsiteY280" fmla="*/ 309410 h 735038"/>
                <a:gd name="connsiteX281" fmla="*/ 2737076 w 2912392"/>
                <a:gd name="connsiteY281" fmla="*/ 309893 h 735038"/>
                <a:gd name="connsiteX282" fmla="*/ 2746805 w 2912392"/>
                <a:gd name="connsiteY282" fmla="*/ 310285 h 735038"/>
                <a:gd name="connsiteX283" fmla="*/ 2756549 w 2912392"/>
                <a:gd name="connsiteY283" fmla="*/ 310568 h 735038"/>
                <a:gd name="connsiteX284" fmla="*/ 2766293 w 2912392"/>
                <a:gd name="connsiteY284" fmla="*/ 310726 h 735038"/>
                <a:gd name="connsiteX285" fmla="*/ 2776037 w 2912392"/>
                <a:gd name="connsiteY285" fmla="*/ 310742 h 735038"/>
                <a:gd name="connsiteX286" fmla="*/ 2785766 w 2912392"/>
                <a:gd name="connsiteY286" fmla="*/ 310604 h 735038"/>
                <a:gd name="connsiteX287" fmla="*/ 2795510 w 2912392"/>
                <a:gd name="connsiteY287" fmla="*/ 310292 h 735038"/>
                <a:gd name="connsiteX288" fmla="*/ 2805254 w 2912392"/>
                <a:gd name="connsiteY288" fmla="*/ 309795 h 735038"/>
                <a:gd name="connsiteX289" fmla="*/ 2814998 w 2912392"/>
                <a:gd name="connsiteY289" fmla="*/ 309097 h 735038"/>
                <a:gd name="connsiteX290" fmla="*/ 2824727 w 2912392"/>
                <a:gd name="connsiteY290" fmla="*/ 308187 h 735038"/>
                <a:gd name="connsiteX291" fmla="*/ 2834471 w 2912392"/>
                <a:gd name="connsiteY291" fmla="*/ 307052 h 735038"/>
                <a:gd name="connsiteX292" fmla="*/ 2844215 w 2912392"/>
                <a:gd name="connsiteY292" fmla="*/ 305678 h 735038"/>
                <a:gd name="connsiteX293" fmla="*/ 2853958 w 2912392"/>
                <a:gd name="connsiteY293" fmla="*/ 304055 h 735038"/>
                <a:gd name="connsiteX294" fmla="*/ 2863687 w 2912392"/>
                <a:gd name="connsiteY294" fmla="*/ 302174 h 735038"/>
                <a:gd name="connsiteX295" fmla="*/ 2873431 w 2912392"/>
                <a:gd name="connsiteY295" fmla="*/ 300025 h 735038"/>
                <a:gd name="connsiteX296" fmla="*/ 2883175 w 2912392"/>
                <a:gd name="connsiteY296" fmla="*/ 297600 h 735038"/>
                <a:gd name="connsiteX297" fmla="*/ 2892919 w 2912392"/>
                <a:gd name="connsiteY297" fmla="*/ 294890 h 735038"/>
                <a:gd name="connsiteX298" fmla="*/ 2902663 w 2912392"/>
                <a:gd name="connsiteY298" fmla="*/ 291889 h 735038"/>
                <a:gd name="connsiteX299" fmla="*/ 2912392 w 2912392"/>
                <a:gd name="connsiteY299" fmla="*/ 288592 h 735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35038">
                  <a:moveTo>
                    <a:pt x="0" y="0"/>
                  </a:moveTo>
                  <a:lnTo>
                    <a:pt x="9739" y="405"/>
                  </a:lnTo>
                  <a:lnTo>
                    <a:pt x="19480" y="974"/>
                  </a:lnTo>
                  <a:lnTo>
                    <a:pt x="29221" y="1709"/>
                  </a:lnTo>
                  <a:lnTo>
                    <a:pt x="38961" y="2610"/>
                  </a:lnTo>
                  <a:lnTo>
                    <a:pt x="48702" y="3679"/>
                  </a:lnTo>
                  <a:lnTo>
                    <a:pt x="58443" y="4912"/>
                  </a:lnTo>
                  <a:lnTo>
                    <a:pt x="68182" y="6314"/>
                  </a:lnTo>
                  <a:lnTo>
                    <a:pt x="77923" y="7882"/>
                  </a:lnTo>
                  <a:lnTo>
                    <a:pt x="87664" y="9616"/>
                  </a:lnTo>
                  <a:lnTo>
                    <a:pt x="97404" y="11517"/>
                  </a:lnTo>
                  <a:lnTo>
                    <a:pt x="107145" y="13582"/>
                  </a:lnTo>
                  <a:lnTo>
                    <a:pt x="116886" y="15809"/>
                  </a:lnTo>
                  <a:lnTo>
                    <a:pt x="126625" y="18201"/>
                  </a:lnTo>
                  <a:lnTo>
                    <a:pt x="136366" y="20753"/>
                  </a:lnTo>
                  <a:lnTo>
                    <a:pt x="146107" y="23463"/>
                  </a:lnTo>
                  <a:lnTo>
                    <a:pt x="155846" y="26331"/>
                  </a:lnTo>
                  <a:lnTo>
                    <a:pt x="165587" y="29354"/>
                  </a:lnTo>
                  <a:lnTo>
                    <a:pt x="175328" y="32528"/>
                  </a:lnTo>
                  <a:lnTo>
                    <a:pt x="185068" y="35851"/>
                  </a:lnTo>
                  <a:lnTo>
                    <a:pt x="194809" y="39321"/>
                  </a:lnTo>
                  <a:lnTo>
                    <a:pt x="204550" y="42933"/>
                  </a:lnTo>
                  <a:lnTo>
                    <a:pt x="214289" y="46684"/>
                  </a:lnTo>
                  <a:lnTo>
                    <a:pt x="224030" y="50572"/>
                  </a:lnTo>
                  <a:lnTo>
                    <a:pt x="233771" y="54588"/>
                  </a:lnTo>
                  <a:lnTo>
                    <a:pt x="243510" y="58733"/>
                  </a:lnTo>
                  <a:lnTo>
                    <a:pt x="253251" y="62999"/>
                  </a:lnTo>
                  <a:lnTo>
                    <a:pt x="262992" y="67381"/>
                  </a:lnTo>
                  <a:lnTo>
                    <a:pt x="272732" y="71876"/>
                  </a:lnTo>
                  <a:lnTo>
                    <a:pt x="282473" y="76477"/>
                  </a:lnTo>
                  <a:lnTo>
                    <a:pt x="292214" y="81179"/>
                  </a:lnTo>
                  <a:lnTo>
                    <a:pt x="301953" y="85976"/>
                  </a:lnTo>
                  <a:lnTo>
                    <a:pt x="311694" y="90861"/>
                  </a:lnTo>
                  <a:lnTo>
                    <a:pt x="321435" y="95830"/>
                  </a:lnTo>
                  <a:lnTo>
                    <a:pt x="331175" y="100877"/>
                  </a:lnTo>
                  <a:lnTo>
                    <a:pt x="340916" y="105991"/>
                  </a:lnTo>
                  <a:lnTo>
                    <a:pt x="350656" y="111169"/>
                  </a:lnTo>
                  <a:lnTo>
                    <a:pt x="360396" y="116404"/>
                  </a:lnTo>
                  <a:lnTo>
                    <a:pt x="370137" y="121687"/>
                  </a:lnTo>
                  <a:lnTo>
                    <a:pt x="379878" y="127014"/>
                  </a:lnTo>
                  <a:lnTo>
                    <a:pt x="389617" y="132376"/>
                  </a:lnTo>
                  <a:lnTo>
                    <a:pt x="399358" y="137766"/>
                  </a:lnTo>
                  <a:lnTo>
                    <a:pt x="409099" y="143176"/>
                  </a:lnTo>
                  <a:lnTo>
                    <a:pt x="418839" y="148601"/>
                  </a:lnTo>
                  <a:lnTo>
                    <a:pt x="428580" y="154033"/>
                  </a:lnTo>
                  <a:lnTo>
                    <a:pt x="438321" y="159462"/>
                  </a:lnTo>
                  <a:lnTo>
                    <a:pt x="448060" y="164886"/>
                  </a:lnTo>
                  <a:lnTo>
                    <a:pt x="457801" y="170292"/>
                  </a:lnTo>
                  <a:lnTo>
                    <a:pt x="467542" y="175678"/>
                  </a:lnTo>
                  <a:lnTo>
                    <a:pt x="477281" y="181035"/>
                  </a:lnTo>
                  <a:lnTo>
                    <a:pt x="487022" y="186356"/>
                  </a:lnTo>
                  <a:lnTo>
                    <a:pt x="496763" y="191637"/>
                  </a:lnTo>
                  <a:lnTo>
                    <a:pt x="506503" y="196868"/>
                  </a:lnTo>
                  <a:lnTo>
                    <a:pt x="516244" y="202044"/>
                  </a:lnTo>
                  <a:lnTo>
                    <a:pt x="525985" y="207160"/>
                  </a:lnTo>
                  <a:lnTo>
                    <a:pt x="535724" y="212211"/>
                  </a:lnTo>
                  <a:lnTo>
                    <a:pt x="545465" y="217190"/>
                  </a:lnTo>
                  <a:lnTo>
                    <a:pt x="555206" y="222092"/>
                  </a:lnTo>
                  <a:lnTo>
                    <a:pt x="564946" y="226914"/>
                  </a:lnTo>
                  <a:lnTo>
                    <a:pt x="574687" y="231649"/>
                  </a:lnTo>
                  <a:lnTo>
                    <a:pt x="584428" y="236296"/>
                  </a:lnTo>
                  <a:lnTo>
                    <a:pt x="594167" y="240848"/>
                  </a:lnTo>
                  <a:lnTo>
                    <a:pt x="603908" y="245304"/>
                  </a:lnTo>
                  <a:lnTo>
                    <a:pt x="613649" y="249661"/>
                  </a:lnTo>
                  <a:lnTo>
                    <a:pt x="623388" y="253916"/>
                  </a:lnTo>
                  <a:lnTo>
                    <a:pt x="633129" y="258067"/>
                  </a:lnTo>
                  <a:lnTo>
                    <a:pt x="642870" y="262112"/>
                  </a:lnTo>
                  <a:lnTo>
                    <a:pt x="652610" y="266050"/>
                  </a:lnTo>
                  <a:lnTo>
                    <a:pt x="662351" y="269880"/>
                  </a:lnTo>
                  <a:lnTo>
                    <a:pt x="672092" y="273602"/>
                  </a:lnTo>
                  <a:lnTo>
                    <a:pt x="681831" y="277218"/>
                  </a:lnTo>
                  <a:lnTo>
                    <a:pt x="691572" y="280725"/>
                  </a:lnTo>
                  <a:lnTo>
                    <a:pt x="701313" y="284128"/>
                  </a:lnTo>
                  <a:lnTo>
                    <a:pt x="711052" y="287427"/>
                  </a:lnTo>
                  <a:lnTo>
                    <a:pt x="720793" y="290623"/>
                  </a:lnTo>
                  <a:lnTo>
                    <a:pt x="730534" y="293720"/>
                  </a:lnTo>
                  <a:lnTo>
                    <a:pt x="740274" y="296719"/>
                  </a:lnTo>
                  <a:lnTo>
                    <a:pt x="750015" y="299626"/>
                  </a:lnTo>
                  <a:lnTo>
                    <a:pt x="759756" y="302443"/>
                  </a:lnTo>
                  <a:lnTo>
                    <a:pt x="769495" y="305176"/>
                  </a:lnTo>
                  <a:lnTo>
                    <a:pt x="779236" y="307828"/>
                  </a:lnTo>
                  <a:lnTo>
                    <a:pt x="788977" y="310405"/>
                  </a:lnTo>
                  <a:lnTo>
                    <a:pt x="798717" y="312911"/>
                  </a:lnTo>
                  <a:lnTo>
                    <a:pt x="808458" y="315355"/>
                  </a:lnTo>
                  <a:lnTo>
                    <a:pt x="818199" y="317739"/>
                  </a:lnTo>
                  <a:lnTo>
                    <a:pt x="827938" y="320072"/>
                  </a:lnTo>
                  <a:lnTo>
                    <a:pt x="837679" y="322359"/>
                  </a:lnTo>
                  <a:lnTo>
                    <a:pt x="847420" y="324609"/>
                  </a:lnTo>
                  <a:lnTo>
                    <a:pt x="857159" y="326827"/>
                  </a:lnTo>
                  <a:lnTo>
                    <a:pt x="866900" y="329022"/>
                  </a:lnTo>
                  <a:lnTo>
                    <a:pt x="876641" y="331200"/>
                  </a:lnTo>
                  <a:lnTo>
                    <a:pt x="886381" y="333371"/>
                  </a:lnTo>
                  <a:lnTo>
                    <a:pt x="896122" y="335540"/>
                  </a:lnTo>
                  <a:lnTo>
                    <a:pt x="905863" y="337717"/>
                  </a:lnTo>
                  <a:lnTo>
                    <a:pt x="915602" y="339910"/>
                  </a:lnTo>
                  <a:lnTo>
                    <a:pt x="925343" y="342125"/>
                  </a:lnTo>
                  <a:lnTo>
                    <a:pt x="935084" y="344372"/>
                  </a:lnTo>
                  <a:lnTo>
                    <a:pt x="944824" y="346658"/>
                  </a:lnTo>
                  <a:lnTo>
                    <a:pt x="954564" y="348991"/>
                  </a:lnTo>
                  <a:lnTo>
                    <a:pt x="964305" y="351379"/>
                  </a:lnTo>
                  <a:lnTo>
                    <a:pt x="974045" y="353828"/>
                  </a:lnTo>
                  <a:lnTo>
                    <a:pt x="983786" y="356348"/>
                  </a:lnTo>
                  <a:lnTo>
                    <a:pt x="993522" y="358945"/>
                  </a:lnTo>
                  <a:lnTo>
                    <a:pt x="1003266" y="361625"/>
                  </a:lnTo>
                  <a:lnTo>
                    <a:pt x="1013010" y="364396"/>
                  </a:lnTo>
                  <a:lnTo>
                    <a:pt x="1022754" y="367264"/>
                  </a:lnTo>
                  <a:lnTo>
                    <a:pt x="1032483" y="370235"/>
                  </a:lnTo>
                  <a:lnTo>
                    <a:pt x="1042227" y="373316"/>
                  </a:lnTo>
                  <a:lnTo>
                    <a:pt x="1051971" y="376512"/>
                  </a:lnTo>
                  <a:lnTo>
                    <a:pt x="1061715" y="379827"/>
                  </a:lnTo>
                  <a:lnTo>
                    <a:pt x="1071444" y="383266"/>
                  </a:lnTo>
                  <a:lnTo>
                    <a:pt x="1081188" y="386833"/>
                  </a:lnTo>
                  <a:lnTo>
                    <a:pt x="1090932" y="390532"/>
                  </a:lnTo>
                  <a:lnTo>
                    <a:pt x="1100676" y="394367"/>
                  </a:lnTo>
                  <a:lnTo>
                    <a:pt x="1110405" y="398341"/>
                  </a:lnTo>
                  <a:lnTo>
                    <a:pt x="1120149" y="402454"/>
                  </a:lnTo>
                  <a:lnTo>
                    <a:pt x="1129893" y="406711"/>
                  </a:lnTo>
                  <a:lnTo>
                    <a:pt x="1139637" y="411111"/>
                  </a:lnTo>
                  <a:lnTo>
                    <a:pt x="1149381" y="415653"/>
                  </a:lnTo>
                  <a:lnTo>
                    <a:pt x="1159110" y="420342"/>
                  </a:lnTo>
                  <a:lnTo>
                    <a:pt x="1168854" y="425174"/>
                  </a:lnTo>
                  <a:lnTo>
                    <a:pt x="1178598" y="430150"/>
                  </a:lnTo>
                  <a:lnTo>
                    <a:pt x="1188341" y="435266"/>
                  </a:lnTo>
                  <a:lnTo>
                    <a:pt x="1198070" y="440523"/>
                  </a:lnTo>
                  <a:lnTo>
                    <a:pt x="1207814" y="445916"/>
                  </a:lnTo>
                  <a:lnTo>
                    <a:pt x="1217558" y="451444"/>
                  </a:lnTo>
                  <a:lnTo>
                    <a:pt x="1227302" y="457102"/>
                  </a:lnTo>
                  <a:lnTo>
                    <a:pt x="1237031" y="462886"/>
                  </a:lnTo>
                  <a:lnTo>
                    <a:pt x="1246775" y="468792"/>
                  </a:lnTo>
                  <a:lnTo>
                    <a:pt x="1256519" y="474814"/>
                  </a:lnTo>
                  <a:lnTo>
                    <a:pt x="1266263" y="480948"/>
                  </a:lnTo>
                  <a:lnTo>
                    <a:pt x="1276007" y="487186"/>
                  </a:lnTo>
                  <a:lnTo>
                    <a:pt x="1285736" y="493523"/>
                  </a:lnTo>
                  <a:lnTo>
                    <a:pt x="1295480" y="499952"/>
                  </a:lnTo>
                  <a:lnTo>
                    <a:pt x="1305224" y="506463"/>
                  </a:lnTo>
                  <a:lnTo>
                    <a:pt x="1314968" y="513051"/>
                  </a:lnTo>
                  <a:lnTo>
                    <a:pt x="1324697" y="519708"/>
                  </a:lnTo>
                  <a:lnTo>
                    <a:pt x="1334441" y="526424"/>
                  </a:lnTo>
                  <a:lnTo>
                    <a:pt x="1344185" y="533191"/>
                  </a:lnTo>
                  <a:lnTo>
                    <a:pt x="1353929" y="540000"/>
                  </a:lnTo>
                  <a:lnTo>
                    <a:pt x="1363658" y="546842"/>
                  </a:lnTo>
                  <a:lnTo>
                    <a:pt x="1373402" y="553706"/>
                  </a:lnTo>
                  <a:lnTo>
                    <a:pt x="1383146" y="560585"/>
                  </a:lnTo>
                  <a:lnTo>
                    <a:pt x="1392890" y="567465"/>
                  </a:lnTo>
                  <a:lnTo>
                    <a:pt x="1402619" y="574339"/>
                  </a:lnTo>
                  <a:lnTo>
                    <a:pt x="1412363" y="581197"/>
                  </a:lnTo>
                  <a:lnTo>
                    <a:pt x="1422106" y="588027"/>
                  </a:lnTo>
                  <a:lnTo>
                    <a:pt x="1431850" y="594819"/>
                  </a:lnTo>
                  <a:lnTo>
                    <a:pt x="1441594" y="601564"/>
                  </a:lnTo>
                  <a:lnTo>
                    <a:pt x="1451323" y="608249"/>
                  </a:lnTo>
                  <a:lnTo>
                    <a:pt x="1461067" y="614865"/>
                  </a:lnTo>
                  <a:lnTo>
                    <a:pt x="1470811" y="621401"/>
                  </a:lnTo>
                  <a:lnTo>
                    <a:pt x="1480555" y="627848"/>
                  </a:lnTo>
                  <a:lnTo>
                    <a:pt x="1490284" y="634192"/>
                  </a:lnTo>
                  <a:lnTo>
                    <a:pt x="1500028" y="640427"/>
                  </a:lnTo>
                  <a:lnTo>
                    <a:pt x="1509772" y="646540"/>
                  </a:lnTo>
                  <a:lnTo>
                    <a:pt x="1519516" y="652522"/>
                  </a:lnTo>
                  <a:lnTo>
                    <a:pt x="1529245" y="658364"/>
                  </a:lnTo>
                  <a:lnTo>
                    <a:pt x="1538989" y="664060"/>
                  </a:lnTo>
                  <a:lnTo>
                    <a:pt x="1548733" y="669587"/>
                  </a:lnTo>
                  <a:lnTo>
                    <a:pt x="1558477" y="674951"/>
                  </a:lnTo>
                  <a:lnTo>
                    <a:pt x="1568221" y="680136"/>
                  </a:lnTo>
                  <a:lnTo>
                    <a:pt x="1577950" y="685127"/>
                  </a:lnTo>
                  <a:lnTo>
                    <a:pt x="1587694" y="689924"/>
                  </a:lnTo>
                  <a:lnTo>
                    <a:pt x="1597438" y="694528"/>
                  </a:lnTo>
                  <a:lnTo>
                    <a:pt x="1607182" y="698908"/>
                  </a:lnTo>
                  <a:lnTo>
                    <a:pt x="1616911" y="703080"/>
                  </a:lnTo>
                  <a:lnTo>
                    <a:pt x="1626655" y="707013"/>
                  </a:lnTo>
                  <a:lnTo>
                    <a:pt x="1636399" y="710723"/>
                  </a:lnTo>
                  <a:lnTo>
                    <a:pt x="1646142" y="714180"/>
                  </a:lnTo>
                  <a:lnTo>
                    <a:pt x="1655872" y="717398"/>
                  </a:lnTo>
                  <a:lnTo>
                    <a:pt x="1665616" y="720363"/>
                  </a:lnTo>
                  <a:lnTo>
                    <a:pt x="1675359" y="723074"/>
                  </a:lnTo>
                  <a:lnTo>
                    <a:pt x="1685103" y="725518"/>
                  </a:lnTo>
                  <a:lnTo>
                    <a:pt x="1694832" y="727693"/>
                  </a:lnTo>
                  <a:lnTo>
                    <a:pt x="1704576" y="729585"/>
                  </a:lnTo>
                  <a:lnTo>
                    <a:pt x="1714320" y="731209"/>
                  </a:lnTo>
                  <a:lnTo>
                    <a:pt x="1724064" y="732550"/>
                  </a:lnTo>
                  <a:lnTo>
                    <a:pt x="1733808" y="733608"/>
                  </a:lnTo>
                  <a:lnTo>
                    <a:pt x="1743537" y="734383"/>
                  </a:lnTo>
                  <a:lnTo>
                    <a:pt x="1753281" y="734860"/>
                  </a:lnTo>
                  <a:lnTo>
                    <a:pt x="1763025" y="735038"/>
                  </a:lnTo>
                  <a:lnTo>
                    <a:pt x="1772769" y="734934"/>
                  </a:lnTo>
                  <a:lnTo>
                    <a:pt x="1782498" y="734532"/>
                  </a:lnTo>
                  <a:lnTo>
                    <a:pt x="1792242" y="733817"/>
                  </a:lnTo>
                  <a:lnTo>
                    <a:pt x="1801986" y="732818"/>
                  </a:lnTo>
                  <a:lnTo>
                    <a:pt x="1811730" y="731522"/>
                  </a:lnTo>
                  <a:lnTo>
                    <a:pt x="1821459" y="729928"/>
                  </a:lnTo>
                  <a:lnTo>
                    <a:pt x="1831203" y="728036"/>
                  </a:lnTo>
                  <a:lnTo>
                    <a:pt x="1840947" y="725846"/>
                  </a:lnTo>
                  <a:lnTo>
                    <a:pt x="1850691" y="723372"/>
                  </a:lnTo>
                  <a:lnTo>
                    <a:pt x="1860435" y="720601"/>
                  </a:lnTo>
                  <a:lnTo>
                    <a:pt x="1870164" y="717532"/>
                  </a:lnTo>
                  <a:lnTo>
                    <a:pt x="1879908" y="714180"/>
                  </a:lnTo>
                  <a:lnTo>
                    <a:pt x="1889652" y="710544"/>
                  </a:lnTo>
                  <a:lnTo>
                    <a:pt x="1899395" y="706641"/>
                  </a:lnTo>
                  <a:lnTo>
                    <a:pt x="1909124" y="702439"/>
                  </a:lnTo>
                  <a:lnTo>
                    <a:pt x="1918868" y="697985"/>
                  </a:lnTo>
                  <a:lnTo>
                    <a:pt x="1928612" y="693262"/>
                  </a:lnTo>
                  <a:lnTo>
                    <a:pt x="1938356" y="688270"/>
                  </a:lnTo>
                  <a:lnTo>
                    <a:pt x="1948085" y="683026"/>
                  </a:lnTo>
                  <a:lnTo>
                    <a:pt x="1957829" y="677543"/>
                  </a:lnTo>
                  <a:lnTo>
                    <a:pt x="1967573" y="671807"/>
                  </a:lnTo>
                  <a:lnTo>
                    <a:pt x="1977317" y="665847"/>
                  </a:lnTo>
                  <a:lnTo>
                    <a:pt x="1987046" y="659658"/>
                  </a:lnTo>
                  <a:lnTo>
                    <a:pt x="1996790" y="653252"/>
                  </a:lnTo>
                  <a:lnTo>
                    <a:pt x="2006534" y="646638"/>
                  </a:lnTo>
                  <a:lnTo>
                    <a:pt x="2016278" y="639825"/>
                  </a:lnTo>
                  <a:lnTo>
                    <a:pt x="2026022" y="632821"/>
                  </a:lnTo>
                  <a:lnTo>
                    <a:pt x="2035751" y="625638"/>
                  </a:lnTo>
                  <a:lnTo>
                    <a:pt x="2045495" y="618287"/>
                  </a:lnTo>
                  <a:lnTo>
                    <a:pt x="2055239" y="610776"/>
                  </a:lnTo>
                  <a:lnTo>
                    <a:pt x="2064983" y="603120"/>
                  </a:lnTo>
                  <a:lnTo>
                    <a:pt x="2074712" y="595328"/>
                  </a:lnTo>
                  <a:lnTo>
                    <a:pt x="2084456" y="587412"/>
                  </a:lnTo>
                  <a:lnTo>
                    <a:pt x="2094200" y="579384"/>
                  </a:lnTo>
                  <a:lnTo>
                    <a:pt x="2103944" y="571260"/>
                  </a:lnTo>
                  <a:lnTo>
                    <a:pt x="2113673" y="563049"/>
                  </a:lnTo>
                  <a:lnTo>
                    <a:pt x="2123417" y="554765"/>
                  </a:lnTo>
                  <a:lnTo>
                    <a:pt x="2133161" y="546423"/>
                  </a:lnTo>
                  <a:lnTo>
                    <a:pt x="2142905" y="538035"/>
                  </a:lnTo>
                  <a:lnTo>
                    <a:pt x="2152649" y="529617"/>
                  </a:lnTo>
                  <a:lnTo>
                    <a:pt x="2162377" y="521180"/>
                  </a:lnTo>
                  <a:lnTo>
                    <a:pt x="2172121" y="512739"/>
                  </a:lnTo>
                  <a:lnTo>
                    <a:pt x="2181865" y="504310"/>
                  </a:lnTo>
                  <a:lnTo>
                    <a:pt x="2191609" y="495905"/>
                  </a:lnTo>
                  <a:lnTo>
                    <a:pt x="2201338" y="487541"/>
                  </a:lnTo>
                  <a:lnTo>
                    <a:pt x="2211082" y="479227"/>
                  </a:lnTo>
                  <a:lnTo>
                    <a:pt x="2220826" y="470982"/>
                  </a:lnTo>
                  <a:lnTo>
                    <a:pt x="2230570" y="462818"/>
                  </a:lnTo>
                  <a:lnTo>
                    <a:pt x="2240299" y="454748"/>
                  </a:lnTo>
                  <a:lnTo>
                    <a:pt x="2250043" y="446788"/>
                  </a:lnTo>
                  <a:lnTo>
                    <a:pt x="2259787" y="438949"/>
                  </a:lnTo>
                  <a:lnTo>
                    <a:pt x="2269531" y="431245"/>
                  </a:lnTo>
                  <a:lnTo>
                    <a:pt x="2279260" y="423688"/>
                  </a:lnTo>
                  <a:lnTo>
                    <a:pt x="2289004" y="416291"/>
                  </a:lnTo>
                  <a:lnTo>
                    <a:pt x="2298748" y="409065"/>
                  </a:lnTo>
                  <a:lnTo>
                    <a:pt x="2308492" y="402022"/>
                  </a:lnTo>
                  <a:lnTo>
                    <a:pt x="2318236" y="395173"/>
                  </a:lnTo>
                  <a:lnTo>
                    <a:pt x="2327965" y="388528"/>
                  </a:lnTo>
                  <a:lnTo>
                    <a:pt x="2337709" y="382098"/>
                  </a:lnTo>
                  <a:lnTo>
                    <a:pt x="2347453" y="375889"/>
                  </a:lnTo>
                  <a:lnTo>
                    <a:pt x="2357197" y="369912"/>
                  </a:lnTo>
                  <a:lnTo>
                    <a:pt x="2366926" y="364173"/>
                  </a:lnTo>
                  <a:lnTo>
                    <a:pt x="2376670" y="358678"/>
                  </a:lnTo>
                  <a:lnTo>
                    <a:pt x="2386413" y="353437"/>
                  </a:lnTo>
                  <a:lnTo>
                    <a:pt x="2396157" y="348451"/>
                  </a:lnTo>
                  <a:lnTo>
                    <a:pt x="2405886" y="343727"/>
                  </a:lnTo>
                  <a:lnTo>
                    <a:pt x="2415630" y="339266"/>
                  </a:lnTo>
                  <a:lnTo>
                    <a:pt x="2425374" y="335074"/>
                  </a:lnTo>
                  <a:lnTo>
                    <a:pt x="2435118" y="331149"/>
                  </a:lnTo>
                  <a:lnTo>
                    <a:pt x="2444862" y="327495"/>
                  </a:lnTo>
                  <a:lnTo>
                    <a:pt x="2454591" y="324110"/>
                  </a:lnTo>
                  <a:lnTo>
                    <a:pt x="2464335" y="320991"/>
                  </a:lnTo>
                  <a:lnTo>
                    <a:pt x="2474079" y="318139"/>
                  </a:lnTo>
                  <a:lnTo>
                    <a:pt x="2483823" y="315552"/>
                  </a:lnTo>
                  <a:lnTo>
                    <a:pt x="2493552" y="313221"/>
                  </a:lnTo>
                  <a:lnTo>
                    <a:pt x="2503296" y="311144"/>
                  </a:lnTo>
                  <a:lnTo>
                    <a:pt x="2513040" y="309315"/>
                  </a:lnTo>
                  <a:lnTo>
                    <a:pt x="2522784" y="307727"/>
                  </a:lnTo>
                  <a:lnTo>
                    <a:pt x="2532513" y="306372"/>
                  </a:lnTo>
                  <a:lnTo>
                    <a:pt x="2542257" y="305240"/>
                  </a:lnTo>
                  <a:lnTo>
                    <a:pt x="2552001" y="304324"/>
                  </a:lnTo>
                  <a:lnTo>
                    <a:pt x="2561745" y="303611"/>
                  </a:lnTo>
                  <a:lnTo>
                    <a:pt x="2571474" y="303092"/>
                  </a:lnTo>
                  <a:lnTo>
                    <a:pt x="2581218" y="302753"/>
                  </a:lnTo>
                  <a:lnTo>
                    <a:pt x="2590962" y="302582"/>
                  </a:lnTo>
                  <a:lnTo>
                    <a:pt x="2600705" y="302567"/>
                  </a:lnTo>
                  <a:lnTo>
                    <a:pt x="2610449" y="302692"/>
                  </a:lnTo>
                  <a:lnTo>
                    <a:pt x="2620178" y="302942"/>
                  </a:lnTo>
                  <a:lnTo>
                    <a:pt x="2629922" y="303305"/>
                  </a:lnTo>
                  <a:lnTo>
                    <a:pt x="2639666" y="303762"/>
                  </a:lnTo>
                  <a:lnTo>
                    <a:pt x="2649410" y="304298"/>
                  </a:lnTo>
                  <a:lnTo>
                    <a:pt x="2659139" y="304896"/>
                  </a:lnTo>
                  <a:lnTo>
                    <a:pt x="2668883" y="305541"/>
                  </a:lnTo>
                  <a:lnTo>
                    <a:pt x="2678627" y="306214"/>
                  </a:lnTo>
                  <a:lnTo>
                    <a:pt x="2688371" y="306900"/>
                  </a:lnTo>
                  <a:lnTo>
                    <a:pt x="2698100" y="307579"/>
                  </a:lnTo>
                  <a:lnTo>
                    <a:pt x="2707844" y="308236"/>
                  </a:lnTo>
                  <a:lnTo>
                    <a:pt x="2717588" y="308851"/>
                  </a:lnTo>
                  <a:lnTo>
                    <a:pt x="2727332" y="309410"/>
                  </a:lnTo>
                  <a:lnTo>
                    <a:pt x="2737076" y="309893"/>
                  </a:lnTo>
                  <a:lnTo>
                    <a:pt x="2746805" y="310285"/>
                  </a:lnTo>
                  <a:lnTo>
                    <a:pt x="2756549" y="310568"/>
                  </a:lnTo>
                  <a:lnTo>
                    <a:pt x="2766293" y="310726"/>
                  </a:lnTo>
                  <a:lnTo>
                    <a:pt x="2776037" y="310742"/>
                  </a:lnTo>
                  <a:lnTo>
                    <a:pt x="2785766" y="310604"/>
                  </a:lnTo>
                  <a:lnTo>
                    <a:pt x="2795510" y="310292"/>
                  </a:lnTo>
                  <a:lnTo>
                    <a:pt x="2805254" y="309795"/>
                  </a:lnTo>
                  <a:lnTo>
                    <a:pt x="2814998" y="309097"/>
                  </a:lnTo>
                  <a:lnTo>
                    <a:pt x="2824727" y="308187"/>
                  </a:lnTo>
                  <a:lnTo>
                    <a:pt x="2834471" y="307052"/>
                  </a:lnTo>
                  <a:lnTo>
                    <a:pt x="2844215" y="305678"/>
                  </a:lnTo>
                  <a:lnTo>
                    <a:pt x="2853958" y="304055"/>
                  </a:lnTo>
                  <a:lnTo>
                    <a:pt x="2863687" y="302174"/>
                  </a:lnTo>
                  <a:lnTo>
                    <a:pt x="2873431" y="300025"/>
                  </a:lnTo>
                  <a:lnTo>
                    <a:pt x="2883175" y="297600"/>
                  </a:lnTo>
                  <a:lnTo>
                    <a:pt x="2892919" y="294890"/>
                  </a:lnTo>
                  <a:lnTo>
                    <a:pt x="2902663" y="291889"/>
                  </a:lnTo>
                  <a:lnTo>
                    <a:pt x="2912392" y="28859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3" name="Freeform 772">
              <a:extLst>
                <a:ext uri="{FF2B5EF4-FFF2-40B4-BE49-F238E27FC236}">
                  <a16:creationId xmlns:a16="http://schemas.microsoft.com/office/drawing/2014/main" id="{4FEC4F37-13B8-247F-621A-584014AE14AA}"/>
                </a:ext>
              </a:extLst>
            </p:cNvPr>
            <p:cNvSpPr/>
            <p:nvPr/>
          </p:nvSpPr>
          <p:spPr>
            <a:xfrm>
              <a:off x="576446" y="2977051"/>
              <a:ext cx="2912392" cy="1021721"/>
            </a:xfrm>
            <a:custGeom>
              <a:avLst/>
              <a:gdLst>
                <a:gd name="connsiteX0" fmla="*/ 0 w 2912392"/>
                <a:gd name="connsiteY0" fmla="*/ 390712 h 1021721"/>
                <a:gd name="connsiteX1" fmla="*/ 9739 w 2912392"/>
                <a:gd name="connsiteY1" fmla="*/ 395809 h 1021721"/>
                <a:gd name="connsiteX2" fmla="*/ 19480 w 2912392"/>
                <a:gd name="connsiteY2" fmla="*/ 401088 h 1021721"/>
                <a:gd name="connsiteX3" fmla="*/ 29221 w 2912392"/>
                <a:gd name="connsiteY3" fmla="*/ 406547 h 1021721"/>
                <a:gd name="connsiteX4" fmla="*/ 38961 w 2912392"/>
                <a:gd name="connsiteY4" fmla="*/ 412189 h 1021721"/>
                <a:gd name="connsiteX5" fmla="*/ 48702 w 2912392"/>
                <a:gd name="connsiteY5" fmla="*/ 418016 h 1021721"/>
                <a:gd name="connsiteX6" fmla="*/ 58443 w 2912392"/>
                <a:gd name="connsiteY6" fmla="*/ 424025 h 1021721"/>
                <a:gd name="connsiteX7" fmla="*/ 68182 w 2912392"/>
                <a:gd name="connsiteY7" fmla="*/ 430218 h 1021721"/>
                <a:gd name="connsiteX8" fmla="*/ 77923 w 2912392"/>
                <a:gd name="connsiteY8" fmla="*/ 436595 h 1021721"/>
                <a:gd name="connsiteX9" fmla="*/ 87664 w 2912392"/>
                <a:gd name="connsiteY9" fmla="*/ 443154 h 1021721"/>
                <a:gd name="connsiteX10" fmla="*/ 97404 w 2912392"/>
                <a:gd name="connsiteY10" fmla="*/ 449896 h 1021721"/>
                <a:gd name="connsiteX11" fmla="*/ 107145 w 2912392"/>
                <a:gd name="connsiteY11" fmla="*/ 456816 h 1021721"/>
                <a:gd name="connsiteX12" fmla="*/ 116886 w 2912392"/>
                <a:gd name="connsiteY12" fmla="*/ 463917 h 1021721"/>
                <a:gd name="connsiteX13" fmla="*/ 126625 w 2912392"/>
                <a:gd name="connsiteY13" fmla="*/ 471195 h 1021721"/>
                <a:gd name="connsiteX14" fmla="*/ 136366 w 2912392"/>
                <a:gd name="connsiteY14" fmla="*/ 478649 h 1021721"/>
                <a:gd name="connsiteX15" fmla="*/ 146107 w 2912392"/>
                <a:gd name="connsiteY15" fmla="*/ 486274 h 1021721"/>
                <a:gd name="connsiteX16" fmla="*/ 155846 w 2912392"/>
                <a:gd name="connsiteY16" fmla="*/ 494070 h 1021721"/>
                <a:gd name="connsiteX17" fmla="*/ 165587 w 2912392"/>
                <a:gd name="connsiteY17" fmla="*/ 502033 h 1021721"/>
                <a:gd name="connsiteX18" fmla="*/ 175328 w 2912392"/>
                <a:gd name="connsiteY18" fmla="*/ 510159 h 1021721"/>
                <a:gd name="connsiteX19" fmla="*/ 185068 w 2912392"/>
                <a:gd name="connsiteY19" fmla="*/ 518446 h 1021721"/>
                <a:gd name="connsiteX20" fmla="*/ 194809 w 2912392"/>
                <a:gd name="connsiteY20" fmla="*/ 526888 h 1021721"/>
                <a:gd name="connsiteX21" fmla="*/ 204550 w 2912392"/>
                <a:gd name="connsiteY21" fmla="*/ 535481 h 1021721"/>
                <a:gd name="connsiteX22" fmla="*/ 214289 w 2912392"/>
                <a:gd name="connsiteY22" fmla="*/ 544223 h 1021721"/>
                <a:gd name="connsiteX23" fmla="*/ 224030 w 2912392"/>
                <a:gd name="connsiteY23" fmla="*/ 553105 h 1021721"/>
                <a:gd name="connsiteX24" fmla="*/ 233771 w 2912392"/>
                <a:gd name="connsiteY24" fmla="*/ 562124 h 1021721"/>
                <a:gd name="connsiteX25" fmla="*/ 243510 w 2912392"/>
                <a:gd name="connsiteY25" fmla="*/ 571275 h 1021721"/>
                <a:gd name="connsiteX26" fmla="*/ 253251 w 2912392"/>
                <a:gd name="connsiteY26" fmla="*/ 580551 h 1021721"/>
                <a:gd name="connsiteX27" fmla="*/ 262992 w 2912392"/>
                <a:gd name="connsiteY27" fmla="*/ 589946 h 1021721"/>
                <a:gd name="connsiteX28" fmla="*/ 272732 w 2912392"/>
                <a:gd name="connsiteY28" fmla="*/ 599453 h 1021721"/>
                <a:gd name="connsiteX29" fmla="*/ 282473 w 2912392"/>
                <a:gd name="connsiteY29" fmla="*/ 609066 h 1021721"/>
                <a:gd name="connsiteX30" fmla="*/ 292214 w 2912392"/>
                <a:gd name="connsiteY30" fmla="*/ 618779 h 1021721"/>
                <a:gd name="connsiteX31" fmla="*/ 301953 w 2912392"/>
                <a:gd name="connsiteY31" fmla="*/ 628581 h 1021721"/>
                <a:gd name="connsiteX32" fmla="*/ 311694 w 2912392"/>
                <a:gd name="connsiteY32" fmla="*/ 638468 h 1021721"/>
                <a:gd name="connsiteX33" fmla="*/ 321435 w 2912392"/>
                <a:gd name="connsiteY33" fmla="*/ 648430 h 1021721"/>
                <a:gd name="connsiteX34" fmla="*/ 331175 w 2912392"/>
                <a:gd name="connsiteY34" fmla="*/ 658459 h 1021721"/>
                <a:gd name="connsiteX35" fmla="*/ 340916 w 2912392"/>
                <a:gd name="connsiteY35" fmla="*/ 668547 h 1021721"/>
                <a:gd name="connsiteX36" fmla="*/ 350656 w 2912392"/>
                <a:gd name="connsiteY36" fmla="*/ 678686 h 1021721"/>
                <a:gd name="connsiteX37" fmla="*/ 360396 w 2912392"/>
                <a:gd name="connsiteY37" fmla="*/ 688863 h 1021721"/>
                <a:gd name="connsiteX38" fmla="*/ 370137 w 2912392"/>
                <a:gd name="connsiteY38" fmla="*/ 699074 h 1021721"/>
                <a:gd name="connsiteX39" fmla="*/ 379878 w 2912392"/>
                <a:gd name="connsiteY39" fmla="*/ 709306 h 1021721"/>
                <a:gd name="connsiteX40" fmla="*/ 389617 w 2912392"/>
                <a:gd name="connsiteY40" fmla="*/ 719549 h 1021721"/>
                <a:gd name="connsiteX41" fmla="*/ 399358 w 2912392"/>
                <a:gd name="connsiteY41" fmla="*/ 729795 h 1021721"/>
                <a:gd name="connsiteX42" fmla="*/ 409099 w 2912392"/>
                <a:gd name="connsiteY42" fmla="*/ 740034 h 1021721"/>
                <a:gd name="connsiteX43" fmla="*/ 418839 w 2912392"/>
                <a:gd name="connsiteY43" fmla="*/ 750253 h 1021721"/>
                <a:gd name="connsiteX44" fmla="*/ 428580 w 2912392"/>
                <a:gd name="connsiteY44" fmla="*/ 760444 h 1021721"/>
                <a:gd name="connsiteX45" fmla="*/ 438321 w 2912392"/>
                <a:gd name="connsiteY45" fmla="*/ 770595 h 1021721"/>
                <a:gd name="connsiteX46" fmla="*/ 448060 w 2912392"/>
                <a:gd name="connsiteY46" fmla="*/ 780695 h 1021721"/>
                <a:gd name="connsiteX47" fmla="*/ 457801 w 2912392"/>
                <a:gd name="connsiteY47" fmla="*/ 790732 h 1021721"/>
                <a:gd name="connsiteX48" fmla="*/ 467542 w 2912392"/>
                <a:gd name="connsiteY48" fmla="*/ 800698 h 1021721"/>
                <a:gd name="connsiteX49" fmla="*/ 477281 w 2912392"/>
                <a:gd name="connsiteY49" fmla="*/ 810581 h 1021721"/>
                <a:gd name="connsiteX50" fmla="*/ 487022 w 2912392"/>
                <a:gd name="connsiteY50" fmla="*/ 820368 h 1021721"/>
                <a:gd name="connsiteX51" fmla="*/ 496763 w 2912392"/>
                <a:gd name="connsiteY51" fmla="*/ 830048 h 1021721"/>
                <a:gd name="connsiteX52" fmla="*/ 506503 w 2912392"/>
                <a:gd name="connsiteY52" fmla="*/ 839611 h 1021721"/>
                <a:gd name="connsiteX53" fmla="*/ 516244 w 2912392"/>
                <a:gd name="connsiteY53" fmla="*/ 849045 h 1021721"/>
                <a:gd name="connsiteX54" fmla="*/ 525985 w 2912392"/>
                <a:gd name="connsiteY54" fmla="*/ 858339 h 1021721"/>
                <a:gd name="connsiteX55" fmla="*/ 535724 w 2912392"/>
                <a:gd name="connsiteY55" fmla="*/ 867481 h 1021721"/>
                <a:gd name="connsiteX56" fmla="*/ 545465 w 2912392"/>
                <a:gd name="connsiteY56" fmla="*/ 876461 h 1021721"/>
                <a:gd name="connsiteX57" fmla="*/ 555206 w 2912392"/>
                <a:gd name="connsiteY57" fmla="*/ 885268 h 1021721"/>
                <a:gd name="connsiteX58" fmla="*/ 564946 w 2912392"/>
                <a:gd name="connsiteY58" fmla="*/ 893888 h 1021721"/>
                <a:gd name="connsiteX59" fmla="*/ 574687 w 2912392"/>
                <a:gd name="connsiteY59" fmla="*/ 902314 h 1021721"/>
                <a:gd name="connsiteX60" fmla="*/ 584428 w 2912392"/>
                <a:gd name="connsiteY60" fmla="*/ 910533 h 1021721"/>
                <a:gd name="connsiteX61" fmla="*/ 594167 w 2912392"/>
                <a:gd name="connsiteY61" fmla="*/ 918534 h 1021721"/>
                <a:gd name="connsiteX62" fmla="*/ 603908 w 2912392"/>
                <a:gd name="connsiteY62" fmla="*/ 926307 h 1021721"/>
                <a:gd name="connsiteX63" fmla="*/ 613649 w 2912392"/>
                <a:gd name="connsiteY63" fmla="*/ 933843 h 1021721"/>
                <a:gd name="connsiteX64" fmla="*/ 623388 w 2912392"/>
                <a:gd name="connsiteY64" fmla="*/ 941130 h 1021721"/>
                <a:gd name="connsiteX65" fmla="*/ 633129 w 2912392"/>
                <a:gd name="connsiteY65" fmla="*/ 948158 h 1021721"/>
                <a:gd name="connsiteX66" fmla="*/ 642870 w 2912392"/>
                <a:gd name="connsiteY66" fmla="*/ 954919 h 1021721"/>
                <a:gd name="connsiteX67" fmla="*/ 652610 w 2912392"/>
                <a:gd name="connsiteY67" fmla="*/ 961403 h 1021721"/>
                <a:gd name="connsiteX68" fmla="*/ 662351 w 2912392"/>
                <a:gd name="connsiteY68" fmla="*/ 967599 h 1021721"/>
                <a:gd name="connsiteX69" fmla="*/ 672092 w 2912392"/>
                <a:gd name="connsiteY69" fmla="*/ 973501 h 1021721"/>
                <a:gd name="connsiteX70" fmla="*/ 681831 w 2912392"/>
                <a:gd name="connsiteY70" fmla="*/ 979098 h 1021721"/>
                <a:gd name="connsiteX71" fmla="*/ 691572 w 2912392"/>
                <a:gd name="connsiteY71" fmla="*/ 984383 h 1021721"/>
                <a:gd name="connsiteX72" fmla="*/ 701313 w 2912392"/>
                <a:gd name="connsiteY72" fmla="*/ 989349 h 1021721"/>
                <a:gd name="connsiteX73" fmla="*/ 711052 w 2912392"/>
                <a:gd name="connsiteY73" fmla="*/ 993986 h 1021721"/>
                <a:gd name="connsiteX74" fmla="*/ 720793 w 2912392"/>
                <a:gd name="connsiteY74" fmla="*/ 998287 h 1021721"/>
                <a:gd name="connsiteX75" fmla="*/ 730534 w 2912392"/>
                <a:gd name="connsiteY75" fmla="*/ 1002246 h 1021721"/>
                <a:gd name="connsiteX76" fmla="*/ 740274 w 2912392"/>
                <a:gd name="connsiteY76" fmla="*/ 1005856 h 1021721"/>
                <a:gd name="connsiteX77" fmla="*/ 750015 w 2912392"/>
                <a:gd name="connsiteY77" fmla="*/ 1009109 h 1021721"/>
                <a:gd name="connsiteX78" fmla="*/ 759756 w 2912392"/>
                <a:gd name="connsiteY78" fmla="*/ 1012003 h 1021721"/>
                <a:gd name="connsiteX79" fmla="*/ 769495 w 2912392"/>
                <a:gd name="connsiteY79" fmla="*/ 1014530 h 1021721"/>
                <a:gd name="connsiteX80" fmla="*/ 779236 w 2912392"/>
                <a:gd name="connsiteY80" fmla="*/ 1016684 h 1021721"/>
                <a:gd name="connsiteX81" fmla="*/ 788977 w 2912392"/>
                <a:gd name="connsiteY81" fmla="*/ 1018462 h 1021721"/>
                <a:gd name="connsiteX82" fmla="*/ 798717 w 2912392"/>
                <a:gd name="connsiteY82" fmla="*/ 1019858 h 1021721"/>
                <a:gd name="connsiteX83" fmla="*/ 808458 w 2912392"/>
                <a:gd name="connsiteY83" fmla="*/ 1020869 h 1021721"/>
                <a:gd name="connsiteX84" fmla="*/ 818199 w 2912392"/>
                <a:gd name="connsiteY84" fmla="*/ 1021492 h 1021721"/>
                <a:gd name="connsiteX85" fmla="*/ 827938 w 2912392"/>
                <a:gd name="connsiteY85" fmla="*/ 1021721 h 1021721"/>
                <a:gd name="connsiteX86" fmla="*/ 837679 w 2912392"/>
                <a:gd name="connsiteY86" fmla="*/ 1021556 h 1021721"/>
                <a:gd name="connsiteX87" fmla="*/ 847420 w 2912392"/>
                <a:gd name="connsiteY87" fmla="*/ 1020993 h 1021721"/>
                <a:gd name="connsiteX88" fmla="*/ 857159 w 2912392"/>
                <a:gd name="connsiteY88" fmla="*/ 1020032 h 1021721"/>
                <a:gd name="connsiteX89" fmla="*/ 866900 w 2912392"/>
                <a:gd name="connsiteY89" fmla="*/ 1018667 h 1021721"/>
                <a:gd name="connsiteX90" fmla="*/ 876641 w 2912392"/>
                <a:gd name="connsiteY90" fmla="*/ 1016902 h 1021721"/>
                <a:gd name="connsiteX91" fmla="*/ 886381 w 2912392"/>
                <a:gd name="connsiteY91" fmla="*/ 1014732 h 1021721"/>
                <a:gd name="connsiteX92" fmla="*/ 896122 w 2912392"/>
                <a:gd name="connsiteY92" fmla="*/ 1012158 h 1021721"/>
                <a:gd name="connsiteX93" fmla="*/ 905863 w 2912392"/>
                <a:gd name="connsiteY93" fmla="*/ 1009179 h 1021721"/>
                <a:gd name="connsiteX94" fmla="*/ 915602 w 2912392"/>
                <a:gd name="connsiteY94" fmla="*/ 1005799 h 1021721"/>
                <a:gd name="connsiteX95" fmla="*/ 925343 w 2912392"/>
                <a:gd name="connsiteY95" fmla="*/ 1002015 h 1021721"/>
                <a:gd name="connsiteX96" fmla="*/ 935084 w 2912392"/>
                <a:gd name="connsiteY96" fmla="*/ 997828 h 1021721"/>
                <a:gd name="connsiteX97" fmla="*/ 944824 w 2912392"/>
                <a:gd name="connsiteY97" fmla="*/ 993241 h 1021721"/>
                <a:gd name="connsiteX98" fmla="*/ 954564 w 2912392"/>
                <a:gd name="connsiteY98" fmla="*/ 988255 h 1021721"/>
                <a:gd name="connsiteX99" fmla="*/ 964305 w 2912392"/>
                <a:gd name="connsiteY99" fmla="*/ 982872 h 1021721"/>
                <a:gd name="connsiteX100" fmla="*/ 974045 w 2912392"/>
                <a:gd name="connsiteY100" fmla="*/ 977098 h 1021721"/>
                <a:gd name="connsiteX101" fmla="*/ 983786 w 2912392"/>
                <a:gd name="connsiteY101" fmla="*/ 970931 h 1021721"/>
                <a:gd name="connsiteX102" fmla="*/ 993522 w 2912392"/>
                <a:gd name="connsiteY102" fmla="*/ 964378 h 1021721"/>
                <a:gd name="connsiteX103" fmla="*/ 1003266 w 2912392"/>
                <a:gd name="connsiteY103" fmla="*/ 957441 h 1021721"/>
                <a:gd name="connsiteX104" fmla="*/ 1013010 w 2912392"/>
                <a:gd name="connsiteY104" fmla="*/ 950126 h 1021721"/>
                <a:gd name="connsiteX105" fmla="*/ 1022754 w 2912392"/>
                <a:gd name="connsiteY105" fmla="*/ 942437 h 1021721"/>
                <a:gd name="connsiteX106" fmla="*/ 1032483 w 2912392"/>
                <a:gd name="connsiteY106" fmla="*/ 934378 h 1021721"/>
                <a:gd name="connsiteX107" fmla="*/ 1042227 w 2912392"/>
                <a:gd name="connsiteY107" fmla="*/ 925955 h 1021721"/>
                <a:gd name="connsiteX108" fmla="*/ 1051971 w 2912392"/>
                <a:gd name="connsiteY108" fmla="*/ 917174 h 1021721"/>
                <a:gd name="connsiteX109" fmla="*/ 1061715 w 2912392"/>
                <a:gd name="connsiteY109" fmla="*/ 908042 h 1021721"/>
                <a:gd name="connsiteX110" fmla="*/ 1071444 w 2912392"/>
                <a:gd name="connsiteY110" fmla="*/ 898565 h 1021721"/>
                <a:gd name="connsiteX111" fmla="*/ 1081188 w 2912392"/>
                <a:gd name="connsiteY111" fmla="*/ 888750 h 1021721"/>
                <a:gd name="connsiteX112" fmla="*/ 1090932 w 2912392"/>
                <a:gd name="connsiteY112" fmla="*/ 878603 h 1021721"/>
                <a:gd name="connsiteX113" fmla="*/ 1100676 w 2912392"/>
                <a:gd name="connsiteY113" fmla="*/ 868134 h 1021721"/>
                <a:gd name="connsiteX114" fmla="*/ 1110405 w 2912392"/>
                <a:gd name="connsiteY114" fmla="*/ 857350 h 1021721"/>
                <a:gd name="connsiteX115" fmla="*/ 1120149 w 2912392"/>
                <a:gd name="connsiteY115" fmla="*/ 846261 h 1021721"/>
                <a:gd name="connsiteX116" fmla="*/ 1129893 w 2912392"/>
                <a:gd name="connsiteY116" fmla="*/ 834875 h 1021721"/>
                <a:gd name="connsiteX117" fmla="*/ 1139637 w 2912392"/>
                <a:gd name="connsiteY117" fmla="*/ 823200 h 1021721"/>
                <a:gd name="connsiteX118" fmla="*/ 1149381 w 2912392"/>
                <a:gd name="connsiteY118" fmla="*/ 811248 h 1021721"/>
                <a:gd name="connsiteX119" fmla="*/ 1159110 w 2912392"/>
                <a:gd name="connsiteY119" fmla="*/ 799029 h 1021721"/>
                <a:gd name="connsiteX120" fmla="*/ 1168854 w 2912392"/>
                <a:gd name="connsiteY120" fmla="*/ 786551 h 1021721"/>
                <a:gd name="connsiteX121" fmla="*/ 1178598 w 2912392"/>
                <a:gd name="connsiteY121" fmla="*/ 773828 h 1021721"/>
                <a:gd name="connsiteX122" fmla="*/ 1188341 w 2912392"/>
                <a:gd name="connsiteY122" fmla="*/ 760869 h 1021721"/>
                <a:gd name="connsiteX123" fmla="*/ 1198070 w 2912392"/>
                <a:gd name="connsiteY123" fmla="*/ 747686 h 1021721"/>
                <a:gd name="connsiteX124" fmla="*/ 1207814 w 2912392"/>
                <a:gd name="connsiteY124" fmla="*/ 734290 h 1021721"/>
                <a:gd name="connsiteX125" fmla="*/ 1217558 w 2912392"/>
                <a:gd name="connsiteY125" fmla="*/ 720697 h 1021721"/>
                <a:gd name="connsiteX126" fmla="*/ 1227302 w 2912392"/>
                <a:gd name="connsiteY126" fmla="*/ 706913 h 1021721"/>
                <a:gd name="connsiteX127" fmla="*/ 1237031 w 2912392"/>
                <a:gd name="connsiteY127" fmla="*/ 692958 h 1021721"/>
                <a:gd name="connsiteX128" fmla="*/ 1246775 w 2912392"/>
                <a:gd name="connsiteY128" fmla="*/ 678839 h 1021721"/>
                <a:gd name="connsiteX129" fmla="*/ 1256519 w 2912392"/>
                <a:gd name="connsiteY129" fmla="*/ 664574 h 1021721"/>
                <a:gd name="connsiteX130" fmla="*/ 1266263 w 2912392"/>
                <a:gd name="connsiteY130" fmla="*/ 650174 h 1021721"/>
                <a:gd name="connsiteX131" fmla="*/ 1276007 w 2912392"/>
                <a:gd name="connsiteY131" fmla="*/ 635652 h 1021721"/>
                <a:gd name="connsiteX132" fmla="*/ 1285736 w 2912392"/>
                <a:gd name="connsiteY132" fmla="*/ 621024 h 1021721"/>
                <a:gd name="connsiteX133" fmla="*/ 1295480 w 2912392"/>
                <a:gd name="connsiteY133" fmla="*/ 606304 h 1021721"/>
                <a:gd name="connsiteX134" fmla="*/ 1305224 w 2912392"/>
                <a:gd name="connsiteY134" fmla="*/ 591506 h 1021721"/>
                <a:gd name="connsiteX135" fmla="*/ 1314968 w 2912392"/>
                <a:gd name="connsiteY135" fmla="*/ 576644 h 1021721"/>
                <a:gd name="connsiteX136" fmla="*/ 1324697 w 2912392"/>
                <a:gd name="connsiteY136" fmla="*/ 561735 h 1021721"/>
                <a:gd name="connsiteX137" fmla="*/ 1334441 w 2912392"/>
                <a:gd name="connsiteY137" fmla="*/ 546791 h 1021721"/>
                <a:gd name="connsiteX138" fmla="*/ 1344185 w 2912392"/>
                <a:gd name="connsiteY138" fmla="*/ 531828 h 1021721"/>
                <a:gd name="connsiteX139" fmla="*/ 1353929 w 2912392"/>
                <a:gd name="connsiteY139" fmla="*/ 516861 h 1021721"/>
                <a:gd name="connsiteX140" fmla="*/ 1363658 w 2912392"/>
                <a:gd name="connsiteY140" fmla="*/ 501905 h 1021721"/>
                <a:gd name="connsiteX141" fmla="*/ 1373402 w 2912392"/>
                <a:gd name="connsiteY141" fmla="*/ 486975 h 1021721"/>
                <a:gd name="connsiteX142" fmla="*/ 1383146 w 2912392"/>
                <a:gd name="connsiteY142" fmla="*/ 472086 h 1021721"/>
                <a:gd name="connsiteX143" fmla="*/ 1392890 w 2912392"/>
                <a:gd name="connsiteY143" fmla="*/ 457253 h 1021721"/>
                <a:gd name="connsiteX144" fmla="*/ 1402619 w 2912392"/>
                <a:gd name="connsiteY144" fmla="*/ 442491 h 1021721"/>
                <a:gd name="connsiteX145" fmla="*/ 1412363 w 2912392"/>
                <a:gd name="connsiteY145" fmla="*/ 427812 h 1021721"/>
                <a:gd name="connsiteX146" fmla="*/ 1422106 w 2912392"/>
                <a:gd name="connsiteY146" fmla="*/ 413235 h 1021721"/>
                <a:gd name="connsiteX147" fmla="*/ 1431850 w 2912392"/>
                <a:gd name="connsiteY147" fmla="*/ 398771 h 1021721"/>
                <a:gd name="connsiteX148" fmla="*/ 1441594 w 2912392"/>
                <a:gd name="connsiteY148" fmla="*/ 384435 h 1021721"/>
                <a:gd name="connsiteX149" fmla="*/ 1451323 w 2912392"/>
                <a:gd name="connsiteY149" fmla="*/ 370241 h 1021721"/>
                <a:gd name="connsiteX150" fmla="*/ 1461067 w 2912392"/>
                <a:gd name="connsiteY150" fmla="*/ 356203 h 1021721"/>
                <a:gd name="connsiteX151" fmla="*/ 1470811 w 2912392"/>
                <a:gd name="connsiteY151" fmla="*/ 342334 h 1021721"/>
                <a:gd name="connsiteX152" fmla="*/ 1480555 w 2912392"/>
                <a:gd name="connsiteY152" fmla="*/ 328646 h 1021721"/>
                <a:gd name="connsiteX153" fmla="*/ 1490284 w 2912392"/>
                <a:gd name="connsiteY153" fmla="*/ 315152 h 1021721"/>
                <a:gd name="connsiteX154" fmla="*/ 1500028 w 2912392"/>
                <a:gd name="connsiteY154" fmla="*/ 301865 h 1021721"/>
                <a:gd name="connsiteX155" fmla="*/ 1509772 w 2912392"/>
                <a:gd name="connsiteY155" fmla="*/ 288796 h 1021721"/>
                <a:gd name="connsiteX156" fmla="*/ 1519516 w 2912392"/>
                <a:gd name="connsiteY156" fmla="*/ 275954 h 1021721"/>
                <a:gd name="connsiteX157" fmla="*/ 1529245 w 2912392"/>
                <a:gd name="connsiteY157" fmla="*/ 263354 h 1021721"/>
                <a:gd name="connsiteX158" fmla="*/ 1538989 w 2912392"/>
                <a:gd name="connsiteY158" fmla="*/ 251005 h 1021721"/>
                <a:gd name="connsiteX159" fmla="*/ 1548733 w 2912392"/>
                <a:gd name="connsiteY159" fmla="*/ 238914 h 1021721"/>
                <a:gd name="connsiteX160" fmla="*/ 1558477 w 2912392"/>
                <a:gd name="connsiteY160" fmla="*/ 227093 h 1021721"/>
                <a:gd name="connsiteX161" fmla="*/ 1568221 w 2912392"/>
                <a:gd name="connsiteY161" fmla="*/ 215550 h 1021721"/>
                <a:gd name="connsiteX162" fmla="*/ 1577950 w 2912392"/>
                <a:gd name="connsiteY162" fmla="*/ 204292 h 1021721"/>
                <a:gd name="connsiteX163" fmla="*/ 1587694 w 2912392"/>
                <a:gd name="connsiteY163" fmla="*/ 193326 h 1021721"/>
                <a:gd name="connsiteX164" fmla="*/ 1597438 w 2912392"/>
                <a:gd name="connsiteY164" fmla="*/ 182660 h 1021721"/>
                <a:gd name="connsiteX165" fmla="*/ 1607182 w 2912392"/>
                <a:gd name="connsiteY165" fmla="*/ 172299 h 1021721"/>
                <a:gd name="connsiteX166" fmla="*/ 1616911 w 2912392"/>
                <a:gd name="connsiteY166" fmla="*/ 162250 h 1021721"/>
                <a:gd name="connsiteX167" fmla="*/ 1626655 w 2912392"/>
                <a:gd name="connsiteY167" fmla="*/ 152515 h 1021721"/>
                <a:gd name="connsiteX168" fmla="*/ 1636399 w 2912392"/>
                <a:gd name="connsiteY168" fmla="*/ 143100 h 1021721"/>
                <a:gd name="connsiteX169" fmla="*/ 1646142 w 2912392"/>
                <a:gd name="connsiteY169" fmla="*/ 134009 h 1021721"/>
                <a:gd name="connsiteX170" fmla="*/ 1655872 w 2912392"/>
                <a:gd name="connsiteY170" fmla="*/ 125242 h 1021721"/>
                <a:gd name="connsiteX171" fmla="*/ 1665616 w 2912392"/>
                <a:gd name="connsiteY171" fmla="*/ 116802 h 1021721"/>
                <a:gd name="connsiteX172" fmla="*/ 1675359 w 2912392"/>
                <a:gd name="connsiteY172" fmla="*/ 108693 h 1021721"/>
                <a:gd name="connsiteX173" fmla="*/ 1685103 w 2912392"/>
                <a:gd name="connsiteY173" fmla="*/ 100911 h 1021721"/>
                <a:gd name="connsiteX174" fmla="*/ 1694832 w 2912392"/>
                <a:gd name="connsiteY174" fmla="*/ 93458 h 1021721"/>
                <a:gd name="connsiteX175" fmla="*/ 1704576 w 2912392"/>
                <a:gd name="connsiteY175" fmla="*/ 86334 h 1021721"/>
                <a:gd name="connsiteX176" fmla="*/ 1714320 w 2912392"/>
                <a:gd name="connsiteY176" fmla="*/ 79535 h 1021721"/>
                <a:gd name="connsiteX177" fmla="*/ 1724064 w 2912392"/>
                <a:gd name="connsiteY177" fmla="*/ 73063 h 1021721"/>
                <a:gd name="connsiteX178" fmla="*/ 1733808 w 2912392"/>
                <a:gd name="connsiteY178" fmla="*/ 66911 h 1021721"/>
                <a:gd name="connsiteX179" fmla="*/ 1743537 w 2912392"/>
                <a:gd name="connsiteY179" fmla="*/ 61078 h 1021721"/>
                <a:gd name="connsiteX180" fmla="*/ 1753281 w 2912392"/>
                <a:gd name="connsiteY180" fmla="*/ 55561 h 1021721"/>
                <a:gd name="connsiteX181" fmla="*/ 1763025 w 2912392"/>
                <a:gd name="connsiteY181" fmla="*/ 50353 h 1021721"/>
                <a:gd name="connsiteX182" fmla="*/ 1772769 w 2912392"/>
                <a:gd name="connsiteY182" fmla="*/ 45451 h 1021721"/>
                <a:gd name="connsiteX183" fmla="*/ 1782498 w 2912392"/>
                <a:gd name="connsiteY183" fmla="*/ 40847 h 1021721"/>
                <a:gd name="connsiteX184" fmla="*/ 1792242 w 2912392"/>
                <a:gd name="connsiteY184" fmla="*/ 36538 h 1021721"/>
                <a:gd name="connsiteX185" fmla="*/ 1801986 w 2912392"/>
                <a:gd name="connsiteY185" fmla="*/ 32515 h 1021721"/>
                <a:gd name="connsiteX186" fmla="*/ 1811730 w 2912392"/>
                <a:gd name="connsiteY186" fmla="*/ 28773 h 1021721"/>
                <a:gd name="connsiteX187" fmla="*/ 1821459 w 2912392"/>
                <a:gd name="connsiteY187" fmla="*/ 25304 h 1021721"/>
                <a:gd name="connsiteX188" fmla="*/ 1831203 w 2912392"/>
                <a:gd name="connsiteY188" fmla="*/ 22100 h 1021721"/>
                <a:gd name="connsiteX189" fmla="*/ 1840947 w 2912392"/>
                <a:gd name="connsiteY189" fmla="*/ 19154 h 1021721"/>
                <a:gd name="connsiteX190" fmla="*/ 1850691 w 2912392"/>
                <a:gd name="connsiteY190" fmla="*/ 16456 h 1021721"/>
                <a:gd name="connsiteX191" fmla="*/ 1860435 w 2912392"/>
                <a:gd name="connsiteY191" fmla="*/ 14001 h 1021721"/>
                <a:gd name="connsiteX192" fmla="*/ 1870164 w 2912392"/>
                <a:gd name="connsiteY192" fmla="*/ 11776 h 1021721"/>
                <a:gd name="connsiteX193" fmla="*/ 1879908 w 2912392"/>
                <a:gd name="connsiteY193" fmla="*/ 9777 h 1021721"/>
                <a:gd name="connsiteX194" fmla="*/ 1889652 w 2912392"/>
                <a:gd name="connsiteY194" fmla="*/ 7990 h 1021721"/>
                <a:gd name="connsiteX195" fmla="*/ 1899395 w 2912392"/>
                <a:gd name="connsiteY195" fmla="*/ 6411 h 1021721"/>
                <a:gd name="connsiteX196" fmla="*/ 1909124 w 2912392"/>
                <a:gd name="connsiteY196" fmla="*/ 5027 h 1021721"/>
                <a:gd name="connsiteX197" fmla="*/ 1918868 w 2912392"/>
                <a:gd name="connsiteY197" fmla="*/ 3832 h 1021721"/>
                <a:gd name="connsiteX198" fmla="*/ 1928612 w 2912392"/>
                <a:gd name="connsiteY198" fmla="*/ 2816 h 1021721"/>
                <a:gd name="connsiteX199" fmla="*/ 1938356 w 2912392"/>
                <a:gd name="connsiteY199" fmla="*/ 1970 h 1021721"/>
                <a:gd name="connsiteX200" fmla="*/ 1948085 w 2912392"/>
                <a:gd name="connsiteY200" fmla="*/ 1286 h 1021721"/>
                <a:gd name="connsiteX201" fmla="*/ 1957829 w 2912392"/>
                <a:gd name="connsiteY201" fmla="*/ 755 h 1021721"/>
                <a:gd name="connsiteX202" fmla="*/ 1967573 w 2912392"/>
                <a:gd name="connsiteY202" fmla="*/ 368 h 1021721"/>
                <a:gd name="connsiteX203" fmla="*/ 1977317 w 2912392"/>
                <a:gd name="connsiteY203" fmla="*/ 119 h 1021721"/>
                <a:gd name="connsiteX204" fmla="*/ 1987046 w 2912392"/>
                <a:gd name="connsiteY204" fmla="*/ 0 h 1021721"/>
                <a:gd name="connsiteX205" fmla="*/ 1996790 w 2912392"/>
                <a:gd name="connsiteY205" fmla="*/ 1 h 1021721"/>
                <a:gd name="connsiteX206" fmla="*/ 2006534 w 2912392"/>
                <a:gd name="connsiteY206" fmla="*/ 119 h 1021721"/>
                <a:gd name="connsiteX207" fmla="*/ 2016278 w 2912392"/>
                <a:gd name="connsiteY207" fmla="*/ 344 h 1021721"/>
                <a:gd name="connsiteX208" fmla="*/ 2026022 w 2912392"/>
                <a:gd name="connsiteY208" fmla="*/ 672 h 1021721"/>
                <a:gd name="connsiteX209" fmla="*/ 2035751 w 2912392"/>
                <a:gd name="connsiteY209" fmla="*/ 1097 h 1021721"/>
                <a:gd name="connsiteX210" fmla="*/ 2045495 w 2912392"/>
                <a:gd name="connsiteY210" fmla="*/ 1611 h 1021721"/>
                <a:gd name="connsiteX211" fmla="*/ 2055239 w 2912392"/>
                <a:gd name="connsiteY211" fmla="*/ 2212 h 1021721"/>
                <a:gd name="connsiteX212" fmla="*/ 2064983 w 2912392"/>
                <a:gd name="connsiteY212" fmla="*/ 2895 h 1021721"/>
                <a:gd name="connsiteX213" fmla="*/ 2074712 w 2912392"/>
                <a:gd name="connsiteY213" fmla="*/ 3656 h 1021721"/>
                <a:gd name="connsiteX214" fmla="*/ 2084456 w 2912392"/>
                <a:gd name="connsiteY214" fmla="*/ 4492 h 1021721"/>
                <a:gd name="connsiteX215" fmla="*/ 2094200 w 2912392"/>
                <a:gd name="connsiteY215" fmla="*/ 5401 h 1021721"/>
                <a:gd name="connsiteX216" fmla="*/ 2103944 w 2912392"/>
                <a:gd name="connsiteY216" fmla="*/ 6378 h 1021721"/>
                <a:gd name="connsiteX217" fmla="*/ 2113673 w 2912392"/>
                <a:gd name="connsiteY217" fmla="*/ 7424 h 1021721"/>
                <a:gd name="connsiteX218" fmla="*/ 2123417 w 2912392"/>
                <a:gd name="connsiteY218" fmla="*/ 8537 h 1021721"/>
                <a:gd name="connsiteX219" fmla="*/ 2133161 w 2912392"/>
                <a:gd name="connsiteY219" fmla="*/ 9716 h 1021721"/>
                <a:gd name="connsiteX220" fmla="*/ 2142905 w 2912392"/>
                <a:gd name="connsiteY220" fmla="*/ 10961 h 1021721"/>
                <a:gd name="connsiteX221" fmla="*/ 2152649 w 2912392"/>
                <a:gd name="connsiteY221" fmla="*/ 12275 h 1021721"/>
                <a:gd name="connsiteX222" fmla="*/ 2162377 w 2912392"/>
                <a:gd name="connsiteY222" fmla="*/ 13655 h 1021721"/>
                <a:gd name="connsiteX223" fmla="*/ 2172121 w 2912392"/>
                <a:gd name="connsiteY223" fmla="*/ 15106 h 1021721"/>
                <a:gd name="connsiteX224" fmla="*/ 2181865 w 2912392"/>
                <a:gd name="connsiteY224" fmla="*/ 16629 h 1021721"/>
                <a:gd name="connsiteX225" fmla="*/ 2191609 w 2912392"/>
                <a:gd name="connsiteY225" fmla="*/ 18224 h 1021721"/>
                <a:gd name="connsiteX226" fmla="*/ 2201338 w 2912392"/>
                <a:gd name="connsiteY226" fmla="*/ 19898 h 1021721"/>
                <a:gd name="connsiteX227" fmla="*/ 2211082 w 2912392"/>
                <a:gd name="connsiteY227" fmla="*/ 21651 h 1021721"/>
                <a:gd name="connsiteX228" fmla="*/ 2220826 w 2912392"/>
                <a:gd name="connsiteY228" fmla="*/ 23490 h 1021721"/>
                <a:gd name="connsiteX229" fmla="*/ 2230570 w 2912392"/>
                <a:gd name="connsiteY229" fmla="*/ 25418 h 1021721"/>
                <a:gd name="connsiteX230" fmla="*/ 2240299 w 2912392"/>
                <a:gd name="connsiteY230" fmla="*/ 27438 h 1021721"/>
                <a:gd name="connsiteX231" fmla="*/ 2250043 w 2912392"/>
                <a:gd name="connsiteY231" fmla="*/ 29557 h 1021721"/>
                <a:gd name="connsiteX232" fmla="*/ 2259787 w 2912392"/>
                <a:gd name="connsiteY232" fmla="*/ 31777 h 1021721"/>
                <a:gd name="connsiteX233" fmla="*/ 2269531 w 2912392"/>
                <a:gd name="connsiteY233" fmla="*/ 34107 h 1021721"/>
                <a:gd name="connsiteX234" fmla="*/ 2279260 w 2912392"/>
                <a:gd name="connsiteY234" fmla="*/ 36552 h 1021721"/>
                <a:gd name="connsiteX235" fmla="*/ 2289004 w 2912392"/>
                <a:gd name="connsiteY235" fmla="*/ 39116 h 1021721"/>
                <a:gd name="connsiteX236" fmla="*/ 2298748 w 2912392"/>
                <a:gd name="connsiteY236" fmla="*/ 41805 h 1021721"/>
                <a:gd name="connsiteX237" fmla="*/ 2308492 w 2912392"/>
                <a:gd name="connsiteY237" fmla="*/ 44627 h 1021721"/>
                <a:gd name="connsiteX238" fmla="*/ 2318236 w 2912392"/>
                <a:gd name="connsiteY238" fmla="*/ 47586 h 1021721"/>
                <a:gd name="connsiteX239" fmla="*/ 2327965 w 2912392"/>
                <a:gd name="connsiteY239" fmla="*/ 50688 h 1021721"/>
                <a:gd name="connsiteX240" fmla="*/ 2337709 w 2912392"/>
                <a:gd name="connsiteY240" fmla="*/ 53942 h 1021721"/>
                <a:gd name="connsiteX241" fmla="*/ 2347453 w 2912392"/>
                <a:gd name="connsiteY241" fmla="*/ 57349 h 1021721"/>
                <a:gd name="connsiteX242" fmla="*/ 2357197 w 2912392"/>
                <a:gd name="connsiteY242" fmla="*/ 60919 h 1021721"/>
                <a:gd name="connsiteX243" fmla="*/ 2366926 w 2912392"/>
                <a:gd name="connsiteY243" fmla="*/ 64656 h 1021721"/>
                <a:gd name="connsiteX244" fmla="*/ 2376670 w 2912392"/>
                <a:gd name="connsiteY244" fmla="*/ 68565 h 1021721"/>
                <a:gd name="connsiteX245" fmla="*/ 2386413 w 2912392"/>
                <a:gd name="connsiteY245" fmla="*/ 72652 h 1021721"/>
                <a:gd name="connsiteX246" fmla="*/ 2396157 w 2912392"/>
                <a:gd name="connsiteY246" fmla="*/ 76922 h 1021721"/>
                <a:gd name="connsiteX247" fmla="*/ 2405886 w 2912392"/>
                <a:gd name="connsiteY247" fmla="*/ 81378 h 1021721"/>
                <a:gd name="connsiteX248" fmla="*/ 2415630 w 2912392"/>
                <a:gd name="connsiteY248" fmla="*/ 86025 h 1021721"/>
                <a:gd name="connsiteX249" fmla="*/ 2425374 w 2912392"/>
                <a:gd name="connsiteY249" fmla="*/ 90869 h 1021721"/>
                <a:gd name="connsiteX250" fmla="*/ 2435118 w 2912392"/>
                <a:gd name="connsiteY250" fmla="*/ 95911 h 1021721"/>
                <a:gd name="connsiteX251" fmla="*/ 2444862 w 2912392"/>
                <a:gd name="connsiteY251" fmla="*/ 101154 h 1021721"/>
                <a:gd name="connsiteX252" fmla="*/ 2454591 w 2912392"/>
                <a:gd name="connsiteY252" fmla="*/ 106601 h 1021721"/>
                <a:gd name="connsiteX253" fmla="*/ 2464335 w 2912392"/>
                <a:gd name="connsiteY253" fmla="*/ 112255 h 1021721"/>
                <a:gd name="connsiteX254" fmla="*/ 2474079 w 2912392"/>
                <a:gd name="connsiteY254" fmla="*/ 118115 h 1021721"/>
                <a:gd name="connsiteX255" fmla="*/ 2483823 w 2912392"/>
                <a:gd name="connsiteY255" fmla="*/ 124184 h 1021721"/>
                <a:gd name="connsiteX256" fmla="*/ 2493552 w 2912392"/>
                <a:gd name="connsiteY256" fmla="*/ 130463 h 1021721"/>
                <a:gd name="connsiteX257" fmla="*/ 2503296 w 2912392"/>
                <a:gd name="connsiteY257" fmla="*/ 136950 h 1021721"/>
                <a:gd name="connsiteX258" fmla="*/ 2513040 w 2912392"/>
                <a:gd name="connsiteY258" fmla="*/ 143644 h 1021721"/>
                <a:gd name="connsiteX259" fmla="*/ 2522784 w 2912392"/>
                <a:gd name="connsiteY259" fmla="*/ 150545 h 1021721"/>
                <a:gd name="connsiteX260" fmla="*/ 2532513 w 2912392"/>
                <a:gd name="connsiteY260" fmla="*/ 157651 h 1021721"/>
                <a:gd name="connsiteX261" fmla="*/ 2542257 w 2912392"/>
                <a:gd name="connsiteY261" fmla="*/ 164959 h 1021721"/>
                <a:gd name="connsiteX262" fmla="*/ 2552001 w 2912392"/>
                <a:gd name="connsiteY262" fmla="*/ 172465 h 1021721"/>
                <a:gd name="connsiteX263" fmla="*/ 2561745 w 2912392"/>
                <a:gd name="connsiteY263" fmla="*/ 180164 h 1021721"/>
                <a:gd name="connsiteX264" fmla="*/ 2571474 w 2912392"/>
                <a:gd name="connsiteY264" fmla="*/ 188055 h 1021721"/>
                <a:gd name="connsiteX265" fmla="*/ 2581218 w 2912392"/>
                <a:gd name="connsiteY265" fmla="*/ 196132 h 1021721"/>
                <a:gd name="connsiteX266" fmla="*/ 2590962 w 2912392"/>
                <a:gd name="connsiteY266" fmla="*/ 204387 h 1021721"/>
                <a:gd name="connsiteX267" fmla="*/ 2600705 w 2912392"/>
                <a:gd name="connsiteY267" fmla="*/ 212816 h 1021721"/>
                <a:gd name="connsiteX268" fmla="*/ 2610449 w 2912392"/>
                <a:gd name="connsiteY268" fmla="*/ 221412 h 1021721"/>
                <a:gd name="connsiteX269" fmla="*/ 2620178 w 2912392"/>
                <a:gd name="connsiteY269" fmla="*/ 230167 h 1021721"/>
                <a:gd name="connsiteX270" fmla="*/ 2629922 w 2912392"/>
                <a:gd name="connsiteY270" fmla="*/ 239074 h 1021721"/>
                <a:gd name="connsiteX271" fmla="*/ 2639666 w 2912392"/>
                <a:gd name="connsiteY271" fmla="*/ 248123 h 1021721"/>
                <a:gd name="connsiteX272" fmla="*/ 2649410 w 2912392"/>
                <a:gd name="connsiteY272" fmla="*/ 257307 h 1021721"/>
                <a:gd name="connsiteX273" fmla="*/ 2659139 w 2912392"/>
                <a:gd name="connsiteY273" fmla="*/ 266617 h 1021721"/>
                <a:gd name="connsiteX274" fmla="*/ 2668883 w 2912392"/>
                <a:gd name="connsiteY274" fmla="*/ 276042 h 1021721"/>
                <a:gd name="connsiteX275" fmla="*/ 2678627 w 2912392"/>
                <a:gd name="connsiteY275" fmla="*/ 285573 h 1021721"/>
                <a:gd name="connsiteX276" fmla="*/ 2688371 w 2912392"/>
                <a:gd name="connsiteY276" fmla="*/ 295199 h 1021721"/>
                <a:gd name="connsiteX277" fmla="*/ 2698100 w 2912392"/>
                <a:gd name="connsiteY277" fmla="*/ 304911 h 1021721"/>
                <a:gd name="connsiteX278" fmla="*/ 2707844 w 2912392"/>
                <a:gd name="connsiteY278" fmla="*/ 314696 h 1021721"/>
                <a:gd name="connsiteX279" fmla="*/ 2717588 w 2912392"/>
                <a:gd name="connsiteY279" fmla="*/ 324544 h 1021721"/>
                <a:gd name="connsiteX280" fmla="*/ 2727332 w 2912392"/>
                <a:gd name="connsiteY280" fmla="*/ 334445 h 1021721"/>
                <a:gd name="connsiteX281" fmla="*/ 2737076 w 2912392"/>
                <a:gd name="connsiteY281" fmla="*/ 344384 h 1021721"/>
                <a:gd name="connsiteX282" fmla="*/ 2746805 w 2912392"/>
                <a:gd name="connsiteY282" fmla="*/ 354353 h 1021721"/>
                <a:gd name="connsiteX283" fmla="*/ 2756549 w 2912392"/>
                <a:gd name="connsiteY283" fmla="*/ 364338 h 1021721"/>
                <a:gd name="connsiteX284" fmla="*/ 2766293 w 2912392"/>
                <a:gd name="connsiteY284" fmla="*/ 374329 h 1021721"/>
                <a:gd name="connsiteX285" fmla="*/ 2776037 w 2912392"/>
                <a:gd name="connsiteY285" fmla="*/ 384315 h 1021721"/>
                <a:gd name="connsiteX286" fmla="*/ 2785766 w 2912392"/>
                <a:gd name="connsiteY286" fmla="*/ 394281 h 1021721"/>
                <a:gd name="connsiteX287" fmla="*/ 2795510 w 2912392"/>
                <a:gd name="connsiteY287" fmla="*/ 404220 h 1021721"/>
                <a:gd name="connsiteX288" fmla="*/ 2805254 w 2912392"/>
                <a:gd name="connsiteY288" fmla="*/ 414117 h 1021721"/>
                <a:gd name="connsiteX289" fmla="*/ 2814998 w 2912392"/>
                <a:gd name="connsiteY289" fmla="*/ 423962 h 1021721"/>
                <a:gd name="connsiteX290" fmla="*/ 2824727 w 2912392"/>
                <a:gd name="connsiteY290" fmla="*/ 433745 h 1021721"/>
                <a:gd name="connsiteX291" fmla="*/ 2834471 w 2912392"/>
                <a:gd name="connsiteY291" fmla="*/ 443455 h 1021721"/>
                <a:gd name="connsiteX292" fmla="*/ 2844215 w 2912392"/>
                <a:gd name="connsiteY292" fmla="*/ 453080 h 1021721"/>
                <a:gd name="connsiteX293" fmla="*/ 2853958 w 2912392"/>
                <a:gd name="connsiteY293" fmla="*/ 462612 h 1021721"/>
                <a:gd name="connsiteX294" fmla="*/ 2863687 w 2912392"/>
                <a:gd name="connsiteY294" fmla="*/ 472040 h 1021721"/>
                <a:gd name="connsiteX295" fmla="*/ 2873431 w 2912392"/>
                <a:gd name="connsiteY295" fmla="*/ 481355 h 1021721"/>
                <a:gd name="connsiteX296" fmla="*/ 2883175 w 2912392"/>
                <a:gd name="connsiteY296" fmla="*/ 490547 h 1021721"/>
                <a:gd name="connsiteX297" fmla="*/ 2892919 w 2912392"/>
                <a:gd name="connsiteY297" fmla="*/ 499610 h 1021721"/>
                <a:gd name="connsiteX298" fmla="*/ 2902663 w 2912392"/>
                <a:gd name="connsiteY298" fmla="*/ 508534 h 1021721"/>
                <a:gd name="connsiteX299" fmla="*/ 2912392 w 2912392"/>
                <a:gd name="connsiteY299" fmla="*/ 517310 h 1021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1021721">
                  <a:moveTo>
                    <a:pt x="0" y="390712"/>
                  </a:moveTo>
                  <a:lnTo>
                    <a:pt x="9739" y="395809"/>
                  </a:lnTo>
                  <a:lnTo>
                    <a:pt x="19480" y="401088"/>
                  </a:lnTo>
                  <a:lnTo>
                    <a:pt x="29221" y="406547"/>
                  </a:lnTo>
                  <a:lnTo>
                    <a:pt x="38961" y="412189"/>
                  </a:lnTo>
                  <a:lnTo>
                    <a:pt x="48702" y="418016"/>
                  </a:lnTo>
                  <a:lnTo>
                    <a:pt x="58443" y="424025"/>
                  </a:lnTo>
                  <a:lnTo>
                    <a:pt x="68182" y="430218"/>
                  </a:lnTo>
                  <a:lnTo>
                    <a:pt x="77923" y="436595"/>
                  </a:lnTo>
                  <a:lnTo>
                    <a:pt x="87664" y="443154"/>
                  </a:lnTo>
                  <a:lnTo>
                    <a:pt x="97404" y="449896"/>
                  </a:lnTo>
                  <a:lnTo>
                    <a:pt x="107145" y="456816"/>
                  </a:lnTo>
                  <a:lnTo>
                    <a:pt x="116886" y="463917"/>
                  </a:lnTo>
                  <a:lnTo>
                    <a:pt x="126625" y="471195"/>
                  </a:lnTo>
                  <a:lnTo>
                    <a:pt x="136366" y="478649"/>
                  </a:lnTo>
                  <a:lnTo>
                    <a:pt x="146107" y="486274"/>
                  </a:lnTo>
                  <a:lnTo>
                    <a:pt x="155846" y="494070"/>
                  </a:lnTo>
                  <a:lnTo>
                    <a:pt x="165587" y="502033"/>
                  </a:lnTo>
                  <a:lnTo>
                    <a:pt x="175328" y="510159"/>
                  </a:lnTo>
                  <a:lnTo>
                    <a:pt x="185068" y="518446"/>
                  </a:lnTo>
                  <a:lnTo>
                    <a:pt x="194809" y="526888"/>
                  </a:lnTo>
                  <a:lnTo>
                    <a:pt x="204550" y="535481"/>
                  </a:lnTo>
                  <a:lnTo>
                    <a:pt x="214289" y="544223"/>
                  </a:lnTo>
                  <a:lnTo>
                    <a:pt x="224030" y="553105"/>
                  </a:lnTo>
                  <a:lnTo>
                    <a:pt x="233771" y="562124"/>
                  </a:lnTo>
                  <a:lnTo>
                    <a:pt x="243510" y="571275"/>
                  </a:lnTo>
                  <a:lnTo>
                    <a:pt x="253251" y="580551"/>
                  </a:lnTo>
                  <a:lnTo>
                    <a:pt x="262992" y="589946"/>
                  </a:lnTo>
                  <a:lnTo>
                    <a:pt x="272732" y="599453"/>
                  </a:lnTo>
                  <a:lnTo>
                    <a:pt x="282473" y="609066"/>
                  </a:lnTo>
                  <a:lnTo>
                    <a:pt x="292214" y="618779"/>
                  </a:lnTo>
                  <a:lnTo>
                    <a:pt x="301953" y="628581"/>
                  </a:lnTo>
                  <a:lnTo>
                    <a:pt x="311694" y="638468"/>
                  </a:lnTo>
                  <a:lnTo>
                    <a:pt x="321435" y="648430"/>
                  </a:lnTo>
                  <a:lnTo>
                    <a:pt x="331175" y="658459"/>
                  </a:lnTo>
                  <a:lnTo>
                    <a:pt x="340916" y="668547"/>
                  </a:lnTo>
                  <a:lnTo>
                    <a:pt x="350656" y="678686"/>
                  </a:lnTo>
                  <a:lnTo>
                    <a:pt x="360396" y="688863"/>
                  </a:lnTo>
                  <a:lnTo>
                    <a:pt x="370137" y="699074"/>
                  </a:lnTo>
                  <a:lnTo>
                    <a:pt x="379878" y="709306"/>
                  </a:lnTo>
                  <a:lnTo>
                    <a:pt x="389617" y="719549"/>
                  </a:lnTo>
                  <a:lnTo>
                    <a:pt x="399358" y="729795"/>
                  </a:lnTo>
                  <a:lnTo>
                    <a:pt x="409099" y="740034"/>
                  </a:lnTo>
                  <a:lnTo>
                    <a:pt x="418839" y="750253"/>
                  </a:lnTo>
                  <a:lnTo>
                    <a:pt x="428580" y="760444"/>
                  </a:lnTo>
                  <a:lnTo>
                    <a:pt x="438321" y="770595"/>
                  </a:lnTo>
                  <a:lnTo>
                    <a:pt x="448060" y="780695"/>
                  </a:lnTo>
                  <a:lnTo>
                    <a:pt x="457801" y="790732"/>
                  </a:lnTo>
                  <a:lnTo>
                    <a:pt x="467542" y="800698"/>
                  </a:lnTo>
                  <a:lnTo>
                    <a:pt x="477281" y="810581"/>
                  </a:lnTo>
                  <a:lnTo>
                    <a:pt x="487022" y="820368"/>
                  </a:lnTo>
                  <a:lnTo>
                    <a:pt x="496763" y="830048"/>
                  </a:lnTo>
                  <a:lnTo>
                    <a:pt x="506503" y="839611"/>
                  </a:lnTo>
                  <a:lnTo>
                    <a:pt x="516244" y="849045"/>
                  </a:lnTo>
                  <a:lnTo>
                    <a:pt x="525985" y="858339"/>
                  </a:lnTo>
                  <a:lnTo>
                    <a:pt x="535724" y="867481"/>
                  </a:lnTo>
                  <a:lnTo>
                    <a:pt x="545465" y="876461"/>
                  </a:lnTo>
                  <a:lnTo>
                    <a:pt x="555206" y="885268"/>
                  </a:lnTo>
                  <a:lnTo>
                    <a:pt x="564946" y="893888"/>
                  </a:lnTo>
                  <a:lnTo>
                    <a:pt x="574687" y="902314"/>
                  </a:lnTo>
                  <a:lnTo>
                    <a:pt x="584428" y="910533"/>
                  </a:lnTo>
                  <a:lnTo>
                    <a:pt x="594167" y="918534"/>
                  </a:lnTo>
                  <a:lnTo>
                    <a:pt x="603908" y="926307"/>
                  </a:lnTo>
                  <a:lnTo>
                    <a:pt x="613649" y="933843"/>
                  </a:lnTo>
                  <a:lnTo>
                    <a:pt x="623388" y="941130"/>
                  </a:lnTo>
                  <a:lnTo>
                    <a:pt x="633129" y="948158"/>
                  </a:lnTo>
                  <a:lnTo>
                    <a:pt x="642870" y="954919"/>
                  </a:lnTo>
                  <a:lnTo>
                    <a:pt x="652610" y="961403"/>
                  </a:lnTo>
                  <a:lnTo>
                    <a:pt x="662351" y="967599"/>
                  </a:lnTo>
                  <a:lnTo>
                    <a:pt x="672092" y="973501"/>
                  </a:lnTo>
                  <a:lnTo>
                    <a:pt x="681831" y="979098"/>
                  </a:lnTo>
                  <a:lnTo>
                    <a:pt x="691572" y="984383"/>
                  </a:lnTo>
                  <a:lnTo>
                    <a:pt x="701313" y="989349"/>
                  </a:lnTo>
                  <a:lnTo>
                    <a:pt x="711052" y="993986"/>
                  </a:lnTo>
                  <a:lnTo>
                    <a:pt x="720793" y="998287"/>
                  </a:lnTo>
                  <a:lnTo>
                    <a:pt x="730534" y="1002246"/>
                  </a:lnTo>
                  <a:lnTo>
                    <a:pt x="740274" y="1005856"/>
                  </a:lnTo>
                  <a:lnTo>
                    <a:pt x="750015" y="1009109"/>
                  </a:lnTo>
                  <a:lnTo>
                    <a:pt x="759756" y="1012003"/>
                  </a:lnTo>
                  <a:lnTo>
                    <a:pt x="769495" y="1014530"/>
                  </a:lnTo>
                  <a:lnTo>
                    <a:pt x="779236" y="1016684"/>
                  </a:lnTo>
                  <a:lnTo>
                    <a:pt x="788977" y="1018462"/>
                  </a:lnTo>
                  <a:lnTo>
                    <a:pt x="798717" y="1019858"/>
                  </a:lnTo>
                  <a:lnTo>
                    <a:pt x="808458" y="1020869"/>
                  </a:lnTo>
                  <a:lnTo>
                    <a:pt x="818199" y="1021492"/>
                  </a:lnTo>
                  <a:lnTo>
                    <a:pt x="827938" y="1021721"/>
                  </a:lnTo>
                  <a:lnTo>
                    <a:pt x="837679" y="1021556"/>
                  </a:lnTo>
                  <a:lnTo>
                    <a:pt x="847420" y="1020993"/>
                  </a:lnTo>
                  <a:lnTo>
                    <a:pt x="857159" y="1020032"/>
                  </a:lnTo>
                  <a:lnTo>
                    <a:pt x="866900" y="1018667"/>
                  </a:lnTo>
                  <a:lnTo>
                    <a:pt x="876641" y="1016902"/>
                  </a:lnTo>
                  <a:lnTo>
                    <a:pt x="886381" y="1014732"/>
                  </a:lnTo>
                  <a:lnTo>
                    <a:pt x="896122" y="1012158"/>
                  </a:lnTo>
                  <a:lnTo>
                    <a:pt x="905863" y="1009179"/>
                  </a:lnTo>
                  <a:lnTo>
                    <a:pt x="915602" y="1005799"/>
                  </a:lnTo>
                  <a:lnTo>
                    <a:pt x="925343" y="1002015"/>
                  </a:lnTo>
                  <a:lnTo>
                    <a:pt x="935084" y="997828"/>
                  </a:lnTo>
                  <a:lnTo>
                    <a:pt x="944824" y="993241"/>
                  </a:lnTo>
                  <a:lnTo>
                    <a:pt x="954564" y="988255"/>
                  </a:lnTo>
                  <a:lnTo>
                    <a:pt x="964305" y="982872"/>
                  </a:lnTo>
                  <a:lnTo>
                    <a:pt x="974045" y="977098"/>
                  </a:lnTo>
                  <a:lnTo>
                    <a:pt x="983786" y="970931"/>
                  </a:lnTo>
                  <a:lnTo>
                    <a:pt x="993522" y="964378"/>
                  </a:lnTo>
                  <a:lnTo>
                    <a:pt x="1003266" y="957441"/>
                  </a:lnTo>
                  <a:lnTo>
                    <a:pt x="1013010" y="950126"/>
                  </a:lnTo>
                  <a:lnTo>
                    <a:pt x="1022754" y="942437"/>
                  </a:lnTo>
                  <a:lnTo>
                    <a:pt x="1032483" y="934378"/>
                  </a:lnTo>
                  <a:lnTo>
                    <a:pt x="1042227" y="925955"/>
                  </a:lnTo>
                  <a:lnTo>
                    <a:pt x="1051971" y="917174"/>
                  </a:lnTo>
                  <a:lnTo>
                    <a:pt x="1061715" y="908042"/>
                  </a:lnTo>
                  <a:lnTo>
                    <a:pt x="1071444" y="898565"/>
                  </a:lnTo>
                  <a:lnTo>
                    <a:pt x="1081188" y="888750"/>
                  </a:lnTo>
                  <a:lnTo>
                    <a:pt x="1090932" y="878603"/>
                  </a:lnTo>
                  <a:lnTo>
                    <a:pt x="1100676" y="868134"/>
                  </a:lnTo>
                  <a:lnTo>
                    <a:pt x="1110405" y="857350"/>
                  </a:lnTo>
                  <a:lnTo>
                    <a:pt x="1120149" y="846261"/>
                  </a:lnTo>
                  <a:lnTo>
                    <a:pt x="1129893" y="834875"/>
                  </a:lnTo>
                  <a:lnTo>
                    <a:pt x="1139637" y="823200"/>
                  </a:lnTo>
                  <a:lnTo>
                    <a:pt x="1149381" y="811248"/>
                  </a:lnTo>
                  <a:lnTo>
                    <a:pt x="1159110" y="799029"/>
                  </a:lnTo>
                  <a:lnTo>
                    <a:pt x="1168854" y="786551"/>
                  </a:lnTo>
                  <a:lnTo>
                    <a:pt x="1178598" y="773828"/>
                  </a:lnTo>
                  <a:lnTo>
                    <a:pt x="1188341" y="760869"/>
                  </a:lnTo>
                  <a:lnTo>
                    <a:pt x="1198070" y="747686"/>
                  </a:lnTo>
                  <a:lnTo>
                    <a:pt x="1207814" y="734290"/>
                  </a:lnTo>
                  <a:lnTo>
                    <a:pt x="1217558" y="720697"/>
                  </a:lnTo>
                  <a:lnTo>
                    <a:pt x="1227302" y="706913"/>
                  </a:lnTo>
                  <a:lnTo>
                    <a:pt x="1237031" y="692958"/>
                  </a:lnTo>
                  <a:lnTo>
                    <a:pt x="1246775" y="678839"/>
                  </a:lnTo>
                  <a:lnTo>
                    <a:pt x="1256519" y="664574"/>
                  </a:lnTo>
                  <a:lnTo>
                    <a:pt x="1266263" y="650174"/>
                  </a:lnTo>
                  <a:lnTo>
                    <a:pt x="1276007" y="635652"/>
                  </a:lnTo>
                  <a:lnTo>
                    <a:pt x="1285736" y="621024"/>
                  </a:lnTo>
                  <a:lnTo>
                    <a:pt x="1295480" y="606304"/>
                  </a:lnTo>
                  <a:lnTo>
                    <a:pt x="1305224" y="591506"/>
                  </a:lnTo>
                  <a:lnTo>
                    <a:pt x="1314968" y="576644"/>
                  </a:lnTo>
                  <a:lnTo>
                    <a:pt x="1324697" y="561735"/>
                  </a:lnTo>
                  <a:lnTo>
                    <a:pt x="1334441" y="546791"/>
                  </a:lnTo>
                  <a:lnTo>
                    <a:pt x="1344185" y="531828"/>
                  </a:lnTo>
                  <a:lnTo>
                    <a:pt x="1353929" y="516861"/>
                  </a:lnTo>
                  <a:lnTo>
                    <a:pt x="1363658" y="501905"/>
                  </a:lnTo>
                  <a:lnTo>
                    <a:pt x="1373402" y="486975"/>
                  </a:lnTo>
                  <a:lnTo>
                    <a:pt x="1383146" y="472086"/>
                  </a:lnTo>
                  <a:lnTo>
                    <a:pt x="1392890" y="457253"/>
                  </a:lnTo>
                  <a:lnTo>
                    <a:pt x="1402619" y="442491"/>
                  </a:lnTo>
                  <a:lnTo>
                    <a:pt x="1412363" y="427812"/>
                  </a:lnTo>
                  <a:lnTo>
                    <a:pt x="1422106" y="413235"/>
                  </a:lnTo>
                  <a:lnTo>
                    <a:pt x="1431850" y="398771"/>
                  </a:lnTo>
                  <a:lnTo>
                    <a:pt x="1441594" y="384435"/>
                  </a:lnTo>
                  <a:lnTo>
                    <a:pt x="1451323" y="370241"/>
                  </a:lnTo>
                  <a:lnTo>
                    <a:pt x="1461067" y="356203"/>
                  </a:lnTo>
                  <a:lnTo>
                    <a:pt x="1470811" y="342334"/>
                  </a:lnTo>
                  <a:lnTo>
                    <a:pt x="1480555" y="328646"/>
                  </a:lnTo>
                  <a:lnTo>
                    <a:pt x="1490284" y="315152"/>
                  </a:lnTo>
                  <a:lnTo>
                    <a:pt x="1500028" y="301865"/>
                  </a:lnTo>
                  <a:lnTo>
                    <a:pt x="1509772" y="288796"/>
                  </a:lnTo>
                  <a:lnTo>
                    <a:pt x="1519516" y="275954"/>
                  </a:lnTo>
                  <a:lnTo>
                    <a:pt x="1529245" y="263354"/>
                  </a:lnTo>
                  <a:lnTo>
                    <a:pt x="1538989" y="251005"/>
                  </a:lnTo>
                  <a:lnTo>
                    <a:pt x="1548733" y="238914"/>
                  </a:lnTo>
                  <a:lnTo>
                    <a:pt x="1558477" y="227093"/>
                  </a:lnTo>
                  <a:lnTo>
                    <a:pt x="1568221" y="215550"/>
                  </a:lnTo>
                  <a:lnTo>
                    <a:pt x="1577950" y="204292"/>
                  </a:lnTo>
                  <a:lnTo>
                    <a:pt x="1587694" y="193326"/>
                  </a:lnTo>
                  <a:lnTo>
                    <a:pt x="1597438" y="182660"/>
                  </a:lnTo>
                  <a:lnTo>
                    <a:pt x="1607182" y="172299"/>
                  </a:lnTo>
                  <a:lnTo>
                    <a:pt x="1616911" y="162250"/>
                  </a:lnTo>
                  <a:lnTo>
                    <a:pt x="1626655" y="152515"/>
                  </a:lnTo>
                  <a:lnTo>
                    <a:pt x="1636399" y="143100"/>
                  </a:lnTo>
                  <a:lnTo>
                    <a:pt x="1646142" y="134009"/>
                  </a:lnTo>
                  <a:lnTo>
                    <a:pt x="1655872" y="125242"/>
                  </a:lnTo>
                  <a:lnTo>
                    <a:pt x="1665616" y="116802"/>
                  </a:lnTo>
                  <a:lnTo>
                    <a:pt x="1675359" y="108693"/>
                  </a:lnTo>
                  <a:lnTo>
                    <a:pt x="1685103" y="100911"/>
                  </a:lnTo>
                  <a:lnTo>
                    <a:pt x="1694832" y="93458"/>
                  </a:lnTo>
                  <a:lnTo>
                    <a:pt x="1704576" y="86334"/>
                  </a:lnTo>
                  <a:lnTo>
                    <a:pt x="1714320" y="79535"/>
                  </a:lnTo>
                  <a:lnTo>
                    <a:pt x="1724064" y="73063"/>
                  </a:lnTo>
                  <a:lnTo>
                    <a:pt x="1733808" y="66911"/>
                  </a:lnTo>
                  <a:lnTo>
                    <a:pt x="1743537" y="61078"/>
                  </a:lnTo>
                  <a:lnTo>
                    <a:pt x="1753281" y="55561"/>
                  </a:lnTo>
                  <a:lnTo>
                    <a:pt x="1763025" y="50353"/>
                  </a:lnTo>
                  <a:lnTo>
                    <a:pt x="1772769" y="45451"/>
                  </a:lnTo>
                  <a:lnTo>
                    <a:pt x="1782498" y="40847"/>
                  </a:lnTo>
                  <a:lnTo>
                    <a:pt x="1792242" y="36538"/>
                  </a:lnTo>
                  <a:lnTo>
                    <a:pt x="1801986" y="32515"/>
                  </a:lnTo>
                  <a:lnTo>
                    <a:pt x="1811730" y="28773"/>
                  </a:lnTo>
                  <a:lnTo>
                    <a:pt x="1821459" y="25304"/>
                  </a:lnTo>
                  <a:lnTo>
                    <a:pt x="1831203" y="22100"/>
                  </a:lnTo>
                  <a:lnTo>
                    <a:pt x="1840947" y="19154"/>
                  </a:lnTo>
                  <a:lnTo>
                    <a:pt x="1850691" y="16456"/>
                  </a:lnTo>
                  <a:lnTo>
                    <a:pt x="1860435" y="14001"/>
                  </a:lnTo>
                  <a:lnTo>
                    <a:pt x="1870164" y="11776"/>
                  </a:lnTo>
                  <a:lnTo>
                    <a:pt x="1879908" y="9777"/>
                  </a:lnTo>
                  <a:lnTo>
                    <a:pt x="1889652" y="7990"/>
                  </a:lnTo>
                  <a:lnTo>
                    <a:pt x="1899395" y="6411"/>
                  </a:lnTo>
                  <a:lnTo>
                    <a:pt x="1909124" y="5027"/>
                  </a:lnTo>
                  <a:lnTo>
                    <a:pt x="1918868" y="3832"/>
                  </a:lnTo>
                  <a:lnTo>
                    <a:pt x="1928612" y="2816"/>
                  </a:lnTo>
                  <a:lnTo>
                    <a:pt x="1938356" y="1970"/>
                  </a:lnTo>
                  <a:lnTo>
                    <a:pt x="1948085" y="1286"/>
                  </a:lnTo>
                  <a:lnTo>
                    <a:pt x="1957829" y="755"/>
                  </a:lnTo>
                  <a:lnTo>
                    <a:pt x="1967573" y="368"/>
                  </a:lnTo>
                  <a:lnTo>
                    <a:pt x="1977317" y="119"/>
                  </a:lnTo>
                  <a:lnTo>
                    <a:pt x="1987046" y="0"/>
                  </a:lnTo>
                  <a:lnTo>
                    <a:pt x="1996790" y="1"/>
                  </a:lnTo>
                  <a:lnTo>
                    <a:pt x="2006534" y="119"/>
                  </a:lnTo>
                  <a:lnTo>
                    <a:pt x="2016278" y="344"/>
                  </a:lnTo>
                  <a:lnTo>
                    <a:pt x="2026022" y="672"/>
                  </a:lnTo>
                  <a:lnTo>
                    <a:pt x="2035751" y="1097"/>
                  </a:lnTo>
                  <a:lnTo>
                    <a:pt x="2045495" y="1611"/>
                  </a:lnTo>
                  <a:lnTo>
                    <a:pt x="2055239" y="2212"/>
                  </a:lnTo>
                  <a:lnTo>
                    <a:pt x="2064983" y="2895"/>
                  </a:lnTo>
                  <a:lnTo>
                    <a:pt x="2074712" y="3656"/>
                  </a:lnTo>
                  <a:lnTo>
                    <a:pt x="2084456" y="4492"/>
                  </a:lnTo>
                  <a:lnTo>
                    <a:pt x="2094200" y="5401"/>
                  </a:lnTo>
                  <a:lnTo>
                    <a:pt x="2103944" y="6378"/>
                  </a:lnTo>
                  <a:lnTo>
                    <a:pt x="2113673" y="7424"/>
                  </a:lnTo>
                  <a:lnTo>
                    <a:pt x="2123417" y="8537"/>
                  </a:lnTo>
                  <a:lnTo>
                    <a:pt x="2133161" y="9716"/>
                  </a:lnTo>
                  <a:lnTo>
                    <a:pt x="2142905" y="10961"/>
                  </a:lnTo>
                  <a:lnTo>
                    <a:pt x="2152649" y="12275"/>
                  </a:lnTo>
                  <a:lnTo>
                    <a:pt x="2162377" y="13655"/>
                  </a:lnTo>
                  <a:lnTo>
                    <a:pt x="2172121" y="15106"/>
                  </a:lnTo>
                  <a:lnTo>
                    <a:pt x="2181865" y="16629"/>
                  </a:lnTo>
                  <a:lnTo>
                    <a:pt x="2191609" y="18224"/>
                  </a:lnTo>
                  <a:lnTo>
                    <a:pt x="2201338" y="19898"/>
                  </a:lnTo>
                  <a:lnTo>
                    <a:pt x="2211082" y="21651"/>
                  </a:lnTo>
                  <a:lnTo>
                    <a:pt x="2220826" y="23490"/>
                  </a:lnTo>
                  <a:lnTo>
                    <a:pt x="2230570" y="25418"/>
                  </a:lnTo>
                  <a:lnTo>
                    <a:pt x="2240299" y="27438"/>
                  </a:lnTo>
                  <a:lnTo>
                    <a:pt x="2250043" y="29557"/>
                  </a:lnTo>
                  <a:lnTo>
                    <a:pt x="2259787" y="31777"/>
                  </a:lnTo>
                  <a:lnTo>
                    <a:pt x="2269531" y="34107"/>
                  </a:lnTo>
                  <a:lnTo>
                    <a:pt x="2279260" y="36552"/>
                  </a:lnTo>
                  <a:lnTo>
                    <a:pt x="2289004" y="39116"/>
                  </a:lnTo>
                  <a:lnTo>
                    <a:pt x="2298748" y="41805"/>
                  </a:lnTo>
                  <a:lnTo>
                    <a:pt x="2308492" y="44627"/>
                  </a:lnTo>
                  <a:lnTo>
                    <a:pt x="2318236" y="47586"/>
                  </a:lnTo>
                  <a:lnTo>
                    <a:pt x="2327965" y="50688"/>
                  </a:lnTo>
                  <a:lnTo>
                    <a:pt x="2337709" y="53942"/>
                  </a:lnTo>
                  <a:lnTo>
                    <a:pt x="2347453" y="57349"/>
                  </a:lnTo>
                  <a:lnTo>
                    <a:pt x="2357197" y="60919"/>
                  </a:lnTo>
                  <a:lnTo>
                    <a:pt x="2366926" y="64656"/>
                  </a:lnTo>
                  <a:lnTo>
                    <a:pt x="2376670" y="68565"/>
                  </a:lnTo>
                  <a:lnTo>
                    <a:pt x="2386413" y="72652"/>
                  </a:lnTo>
                  <a:lnTo>
                    <a:pt x="2396157" y="76922"/>
                  </a:lnTo>
                  <a:lnTo>
                    <a:pt x="2405886" y="81378"/>
                  </a:lnTo>
                  <a:lnTo>
                    <a:pt x="2415630" y="86025"/>
                  </a:lnTo>
                  <a:lnTo>
                    <a:pt x="2425374" y="90869"/>
                  </a:lnTo>
                  <a:lnTo>
                    <a:pt x="2435118" y="95911"/>
                  </a:lnTo>
                  <a:lnTo>
                    <a:pt x="2444862" y="101154"/>
                  </a:lnTo>
                  <a:lnTo>
                    <a:pt x="2454591" y="106601"/>
                  </a:lnTo>
                  <a:lnTo>
                    <a:pt x="2464335" y="112255"/>
                  </a:lnTo>
                  <a:lnTo>
                    <a:pt x="2474079" y="118115"/>
                  </a:lnTo>
                  <a:lnTo>
                    <a:pt x="2483823" y="124184"/>
                  </a:lnTo>
                  <a:lnTo>
                    <a:pt x="2493552" y="130463"/>
                  </a:lnTo>
                  <a:lnTo>
                    <a:pt x="2503296" y="136950"/>
                  </a:lnTo>
                  <a:lnTo>
                    <a:pt x="2513040" y="143644"/>
                  </a:lnTo>
                  <a:lnTo>
                    <a:pt x="2522784" y="150545"/>
                  </a:lnTo>
                  <a:lnTo>
                    <a:pt x="2532513" y="157651"/>
                  </a:lnTo>
                  <a:lnTo>
                    <a:pt x="2542257" y="164959"/>
                  </a:lnTo>
                  <a:lnTo>
                    <a:pt x="2552001" y="172465"/>
                  </a:lnTo>
                  <a:lnTo>
                    <a:pt x="2561745" y="180164"/>
                  </a:lnTo>
                  <a:lnTo>
                    <a:pt x="2571474" y="188055"/>
                  </a:lnTo>
                  <a:lnTo>
                    <a:pt x="2581218" y="196132"/>
                  </a:lnTo>
                  <a:lnTo>
                    <a:pt x="2590962" y="204387"/>
                  </a:lnTo>
                  <a:lnTo>
                    <a:pt x="2600705" y="212816"/>
                  </a:lnTo>
                  <a:lnTo>
                    <a:pt x="2610449" y="221412"/>
                  </a:lnTo>
                  <a:lnTo>
                    <a:pt x="2620178" y="230167"/>
                  </a:lnTo>
                  <a:lnTo>
                    <a:pt x="2629922" y="239074"/>
                  </a:lnTo>
                  <a:lnTo>
                    <a:pt x="2639666" y="248123"/>
                  </a:lnTo>
                  <a:lnTo>
                    <a:pt x="2649410" y="257307"/>
                  </a:lnTo>
                  <a:lnTo>
                    <a:pt x="2659139" y="266617"/>
                  </a:lnTo>
                  <a:lnTo>
                    <a:pt x="2668883" y="276042"/>
                  </a:lnTo>
                  <a:lnTo>
                    <a:pt x="2678627" y="285573"/>
                  </a:lnTo>
                  <a:lnTo>
                    <a:pt x="2688371" y="295199"/>
                  </a:lnTo>
                  <a:lnTo>
                    <a:pt x="2698100" y="304911"/>
                  </a:lnTo>
                  <a:lnTo>
                    <a:pt x="2707844" y="314696"/>
                  </a:lnTo>
                  <a:lnTo>
                    <a:pt x="2717588" y="324544"/>
                  </a:lnTo>
                  <a:lnTo>
                    <a:pt x="2727332" y="334445"/>
                  </a:lnTo>
                  <a:lnTo>
                    <a:pt x="2737076" y="344384"/>
                  </a:lnTo>
                  <a:lnTo>
                    <a:pt x="2746805" y="354353"/>
                  </a:lnTo>
                  <a:lnTo>
                    <a:pt x="2756549" y="364338"/>
                  </a:lnTo>
                  <a:lnTo>
                    <a:pt x="2766293" y="374329"/>
                  </a:lnTo>
                  <a:lnTo>
                    <a:pt x="2776037" y="384315"/>
                  </a:lnTo>
                  <a:lnTo>
                    <a:pt x="2785766" y="394281"/>
                  </a:lnTo>
                  <a:lnTo>
                    <a:pt x="2795510" y="404220"/>
                  </a:lnTo>
                  <a:lnTo>
                    <a:pt x="2805254" y="414117"/>
                  </a:lnTo>
                  <a:lnTo>
                    <a:pt x="2814998" y="423962"/>
                  </a:lnTo>
                  <a:lnTo>
                    <a:pt x="2824727" y="433745"/>
                  </a:lnTo>
                  <a:lnTo>
                    <a:pt x="2834471" y="443455"/>
                  </a:lnTo>
                  <a:lnTo>
                    <a:pt x="2844215" y="453080"/>
                  </a:lnTo>
                  <a:lnTo>
                    <a:pt x="2853958" y="462612"/>
                  </a:lnTo>
                  <a:lnTo>
                    <a:pt x="2863687" y="472040"/>
                  </a:lnTo>
                  <a:lnTo>
                    <a:pt x="2873431" y="481355"/>
                  </a:lnTo>
                  <a:lnTo>
                    <a:pt x="2883175" y="490547"/>
                  </a:lnTo>
                  <a:lnTo>
                    <a:pt x="2892919" y="499610"/>
                  </a:lnTo>
                  <a:lnTo>
                    <a:pt x="2902663" y="508534"/>
                  </a:lnTo>
                  <a:lnTo>
                    <a:pt x="2912392" y="51731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4" name="Freeform 773">
              <a:extLst>
                <a:ext uri="{FF2B5EF4-FFF2-40B4-BE49-F238E27FC236}">
                  <a16:creationId xmlns:a16="http://schemas.microsoft.com/office/drawing/2014/main" id="{2838AA95-04C5-5BA3-8E5A-1ABF507B50EA}"/>
                </a:ext>
              </a:extLst>
            </p:cNvPr>
            <p:cNvSpPr/>
            <p:nvPr/>
          </p:nvSpPr>
          <p:spPr>
            <a:xfrm>
              <a:off x="576446" y="3372360"/>
              <a:ext cx="2912392" cy="447192"/>
            </a:xfrm>
            <a:custGeom>
              <a:avLst/>
              <a:gdLst>
                <a:gd name="connsiteX0" fmla="*/ 0 w 2912392"/>
                <a:gd name="connsiteY0" fmla="*/ 274459 h 447192"/>
                <a:gd name="connsiteX1" fmla="*/ 9739 w 2912392"/>
                <a:gd name="connsiteY1" fmla="*/ 277056 h 447192"/>
                <a:gd name="connsiteX2" fmla="*/ 19480 w 2912392"/>
                <a:gd name="connsiteY2" fmla="*/ 279457 h 447192"/>
                <a:gd name="connsiteX3" fmla="*/ 29221 w 2912392"/>
                <a:gd name="connsiteY3" fmla="*/ 281664 h 447192"/>
                <a:gd name="connsiteX4" fmla="*/ 38961 w 2912392"/>
                <a:gd name="connsiteY4" fmla="*/ 283674 h 447192"/>
                <a:gd name="connsiteX5" fmla="*/ 48702 w 2912392"/>
                <a:gd name="connsiteY5" fmla="*/ 285490 h 447192"/>
                <a:gd name="connsiteX6" fmla="*/ 58443 w 2912392"/>
                <a:gd name="connsiteY6" fmla="*/ 287111 h 447192"/>
                <a:gd name="connsiteX7" fmla="*/ 68182 w 2912392"/>
                <a:gd name="connsiteY7" fmla="*/ 288538 h 447192"/>
                <a:gd name="connsiteX8" fmla="*/ 77923 w 2912392"/>
                <a:gd name="connsiteY8" fmla="*/ 289775 h 447192"/>
                <a:gd name="connsiteX9" fmla="*/ 87664 w 2912392"/>
                <a:gd name="connsiteY9" fmla="*/ 290822 h 447192"/>
                <a:gd name="connsiteX10" fmla="*/ 97404 w 2912392"/>
                <a:gd name="connsiteY10" fmla="*/ 291683 h 447192"/>
                <a:gd name="connsiteX11" fmla="*/ 107145 w 2912392"/>
                <a:gd name="connsiteY11" fmla="*/ 292360 h 447192"/>
                <a:gd name="connsiteX12" fmla="*/ 116886 w 2912392"/>
                <a:gd name="connsiteY12" fmla="*/ 292854 h 447192"/>
                <a:gd name="connsiteX13" fmla="*/ 126625 w 2912392"/>
                <a:gd name="connsiteY13" fmla="*/ 293172 h 447192"/>
                <a:gd name="connsiteX14" fmla="*/ 136366 w 2912392"/>
                <a:gd name="connsiteY14" fmla="*/ 293315 h 447192"/>
                <a:gd name="connsiteX15" fmla="*/ 146107 w 2912392"/>
                <a:gd name="connsiteY15" fmla="*/ 293286 h 447192"/>
                <a:gd name="connsiteX16" fmla="*/ 155846 w 2912392"/>
                <a:gd name="connsiteY16" fmla="*/ 293093 h 447192"/>
                <a:gd name="connsiteX17" fmla="*/ 165587 w 2912392"/>
                <a:gd name="connsiteY17" fmla="*/ 292738 h 447192"/>
                <a:gd name="connsiteX18" fmla="*/ 175328 w 2912392"/>
                <a:gd name="connsiteY18" fmla="*/ 292224 h 447192"/>
                <a:gd name="connsiteX19" fmla="*/ 185068 w 2912392"/>
                <a:gd name="connsiteY19" fmla="*/ 291560 h 447192"/>
                <a:gd name="connsiteX20" fmla="*/ 194809 w 2912392"/>
                <a:gd name="connsiteY20" fmla="*/ 290748 h 447192"/>
                <a:gd name="connsiteX21" fmla="*/ 204550 w 2912392"/>
                <a:gd name="connsiteY21" fmla="*/ 289794 h 447192"/>
                <a:gd name="connsiteX22" fmla="*/ 214289 w 2912392"/>
                <a:gd name="connsiteY22" fmla="*/ 288704 h 447192"/>
                <a:gd name="connsiteX23" fmla="*/ 224030 w 2912392"/>
                <a:gd name="connsiteY23" fmla="*/ 287482 h 447192"/>
                <a:gd name="connsiteX24" fmla="*/ 233771 w 2912392"/>
                <a:gd name="connsiteY24" fmla="*/ 286136 h 447192"/>
                <a:gd name="connsiteX25" fmla="*/ 243510 w 2912392"/>
                <a:gd name="connsiteY25" fmla="*/ 284672 h 447192"/>
                <a:gd name="connsiteX26" fmla="*/ 253251 w 2912392"/>
                <a:gd name="connsiteY26" fmla="*/ 283094 h 447192"/>
                <a:gd name="connsiteX27" fmla="*/ 262992 w 2912392"/>
                <a:gd name="connsiteY27" fmla="*/ 281410 h 447192"/>
                <a:gd name="connsiteX28" fmla="*/ 272732 w 2912392"/>
                <a:gd name="connsiteY28" fmla="*/ 279626 h 447192"/>
                <a:gd name="connsiteX29" fmla="*/ 282473 w 2912392"/>
                <a:gd name="connsiteY29" fmla="*/ 277747 h 447192"/>
                <a:gd name="connsiteX30" fmla="*/ 292214 w 2912392"/>
                <a:gd name="connsiteY30" fmla="*/ 275782 h 447192"/>
                <a:gd name="connsiteX31" fmla="*/ 301953 w 2912392"/>
                <a:gd name="connsiteY31" fmla="*/ 273735 h 447192"/>
                <a:gd name="connsiteX32" fmla="*/ 311694 w 2912392"/>
                <a:gd name="connsiteY32" fmla="*/ 271613 h 447192"/>
                <a:gd name="connsiteX33" fmla="*/ 321435 w 2912392"/>
                <a:gd name="connsiteY33" fmla="*/ 269423 h 447192"/>
                <a:gd name="connsiteX34" fmla="*/ 331175 w 2912392"/>
                <a:gd name="connsiteY34" fmla="*/ 267173 h 447192"/>
                <a:gd name="connsiteX35" fmla="*/ 340916 w 2912392"/>
                <a:gd name="connsiteY35" fmla="*/ 264868 h 447192"/>
                <a:gd name="connsiteX36" fmla="*/ 350656 w 2912392"/>
                <a:gd name="connsiteY36" fmla="*/ 262514 h 447192"/>
                <a:gd name="connsiteX37" fmla="*/ 360396 w 2912392"/>
                <a:gd name="connsiteY37" fmla="*/ 260118 h 447192"/>
                <a:gd name="connsiteX38" fmla="*/ 370137 w 2912392"/>
                <a:gd name="connsiteY38" fmla="*/ 257688 h 447192"/>
                <a:gd name="connsiteX39" fmla="*/ 379878 w 2912392"/>
                <a:gd name="connsiteY39" fmla="*/ 255230 h 447192"/>
                <a:gd name="connsiteX40" fmla="*/ 389617 w 2912392"/>
                <a:gd name="connsiteY40" fmla="*/ 252749 h 447192"/>
                <a:gd name="connsiteX41" fmla="*/ 399358 w 2912392"/>
                <a:gd name="connsiteY41" fmla="*/ 250252 h 447192"/>
                <a:gd name="connsiteX42" fmla="*/ 409099 w 2912392"/>
                <a:gd name="connsiteY42" fmla="*/ 247746 h 447192"/>
                <a:gd name="connsiteX43" fmla="*/ 418839 w 2912392"/>
                <a:gd name="connsiteY43" fmla="*/ 245236 h 447192"/>
                <a:gd name="connsiteX44" fmla="*/ 428580 w 2912392"/>
                <a:gd name="connsiteY44" fmla="*/ 242728 h 447192"/>
                <a:gd name="connsiteX45" fmla="*/ 438321 w 2912392"/>
                <a:gd name="connsiteY45" fmla="*/ 240230 h 447192"/>
                <a:gd name="connsiteX46" fmla="*/ 448060 w 2912392"/>
                <a:gd name="connsiteY46" fmla="*/ 237745 h 447192"/>
                <a:gd name="connsiteX47" fmla="*/ 457801 w 2912392"/>
                <a:gd name="connsiteY47" fmla="*/ 235279 h 447192"/>
                <a:gd name="connsiteX48" fmla="*/ 467542 w 2912392"/>
                <a:gd name="connsiteY48" fmla="*/ 232838 h 447192"/>
                <a:gd name="connsiteX49" fmla="*/ 477281 w 2912392"/>
                <a:gd name="connsiteY49" fmla="*/ 230428 h 447192"/>
                <a:gd name="connsiteX50" fmla="*/ 487022 w 2912392"/>
                <a:gd name="connsiteY50" fmla="*/ 228053 h 447192"/>
                <a:gd name="connsiteX51" fmla="*/ 496763 w 2912392"/>
                <a:gd name="connsiteY51" fmla="*/ 225718 h 447192"/>
                <a:gd name="connsiteX52" fmla="*/ 506503 w 2912392"/>
                <a:gd name="connsiteY52" fmla="*/ 223428 h 447192"/>
                <a:gd name="connsiteX53" fmla="*/ 516244 w 2912392"/>
                <a:gd name="connsiteY53" fmla="*/ 221187 h 447192"/>
                <a:gd name="connsiteX54" fmla="*/ 525985 w 2912392"/>
                <a:gd name="connsiteY54" fmla="*/ 219000 h 447192"/>
                <a:gd name="connsiteX55" fmla="*/ 535724 w 2912392"/>
                <a:gd name="connsiteY55" fmla="*/ 216870 h 447192"/>
                <a:gd name="connsiteX56" fmla="*/ 545465 w 2912392"/>
                <a:gd name="connsiteY56" fmla="*/ 214800 h 447192"/>
                <a:gd name="connsiteX57" fmla="*/ 555206 w 2912392"/>
                <a:gd name="connsiteY57" fmla="*/ 212795 h 447192"/>
                <a:gd name="connsiteX58" fmla="*/ 564946 w 2912392"/>
                <a:gd name="connsiteY58" fmla="*/ 210858 h 447192"/>
                <a:gd name="connsiteX59" fmla="*/ 574687 w 2912392"/>
                <a:gd name="connsiteY59" fmla="*/ 208991 h 447192"/>
                <a:gd name="connsiteX60" fmla="*/ 584428 w 2912392"/>
                <a:gd name="connsiteY60" fmla="*/ 207196 h 447192"/>
                <a:gd name="connsiteX61" fmla="*/ 594167 w 2912392"/>
                <a:gd name="connsiteY61" fmla="*/ 205478 h 447192"/>
                <a:gd name="connsiteX62" fmla="*/ 603908 w 2912392"/>
                <a:gd name="connsiteY62" fmla="*/ 203836 h 447192"/>
                <a:gd name="connsiteX63" fmla="*/ 613649 w 2912392"/>
                <a:gd name="connsiteY63" fmla="*/ 202273 h 447192"/>
                <a:gd name="connsiteX64" fmla="*/ 623388 w 2912392"/>
                <a:gd name="connsiteY64" fmla="*/ 200792 h 447192"/>
                <a:gd name="connsiteX65" fmla="*/ 633129 w 2912392"/>
                <a:gd name="connsiteY65" fmla="*/ 199392 h 447192"/>
                <a:gd name="connsiteX66" fmla="*/ 642870 w 2912392"/>
                <a:gd name="connsiteY66" fmla="*/ 198075 h 447192"/>
                <a:gd name="connsiteX67" fmla="*/ 652610 w 2912392"/>
                <a:gd name="connsiteY67" fmla="*/ 196839 h 447192"/>
                <a:gd name="connsiteX68" fmla="*/ 662351 w 2912392"/>
                <a:gd name="connsiteY68" fmla="*/ 195688 h 447192"/>
                <a:gd name="connsiteX69" fmla="*/ 672092 w 2912392"/>
                <a:gd name="connsiteY69" fmla="*/ 194619 h 447192"/>
                <a:gd name="connsiteX70" fmla="*/ 681831 w 2912392"/>
                <a:gd name="connsiteY70" fmla="*/ 193635 h 447192"/>
                <a:gd name="connsiteX71" fmla="*/ 691572 w 2912392"/>
                <a:gd name="connsiteY71" fmla="*/ 192732 h 447192"/>
                <a:gd name="connsiteX72" fmla="*/ 701313 w 2912392"/>
                <a:gd name="connsiteY72" fmla="*/ 191911 h 447192"/>
                <a:gd name="connsiteX73" fmla="*/ 711052 w 2912392"/>
                <a:gd name="connsiteY73" fmla="*/ 191170 h 447192"/>
                <a:gd name="connsiteX74" fmla="*/ 720793 w 2912392"/>
                <a:gd name="connsiteY74" fmla="*/ 190507 h 447192"/>
                <a:gd name="connsiteX75" fmla="*/ 730534 w 2912392"/>
                <a:gd name="connsiteY75" fmla="*/ 189923 h 447192"/>
                <a:gd name="connsiteX76" fmla="*/ 740274 w 2912392"/>
                <a:gd name="connsiteY76" fmla="*/ 189414 h 447192"/>
                <a:gd name="connsiteX77" fmla="*/ 750015 w 2912392"/>
                <a:gd name="connsiteY77" fmla="*/ 188976 h 447192"/>
                <a:gd name="connsiteX78" fmla="*/ 759756 w 2912392"/>
                <a:gd name="connsiteY78" fmla="*/ 188611 h 447192"/>
                <a:gd name="connsiteX79" fmla="*/ 769495 w 2912392"/>
                <a:gd name="connsiteY79" fmla="*/ 188313 h 447192"/>
                <a:gd name="connsiteX80" fmla="*/ 779236 w 2912392"/>
                <a:gd name="connsiteY80" fmla="*/ 188080 h 447192"/>
                <a:gd name="connsiteX81" fmla="*/ 788977 w 2912392"/>
                <a:gd name="connsiteY81" fmla="*/ 187910 h 447192"/>
                <a:gd name="connsiteX82" fmla="*/ 798717 w 2912392"/>
                <a:gd name="connsiteY82" fmla="*/ 187799 h 447192"/>
                <a:gd name="connsiteX83" fmla="*/ 808458 w 2912392"/>
                <a:gd name="connsiteY83" fmla="*/ 187745 h 447192"/>
                <a:gd name="connsiteX84" fmla="*/ 818199 w 2912392"/>
                <a:gd name="connsiteY84" fmla="*/ 187742 h 447192"/>
                <a:gd name="connsiteX85" fmla="*/ 827938 w 2912392"/>
                <a:gd name="connsiteY85" fmla="*/ 187790 h 447192"/>
                <a:gd name="connsiteX86" fmla="*/ 837679 w 2912392"/>
                <a:gd name="connsiteY86" fmla="*/ 187884 h 447192"/>
                <a:gd name="connsiteX87" fmla="*/ 847420 w 2912392"/>
                <a:gd name="connsiteY87" fmla="*/ 188019 h 447192"/>
                <a:gd name="connsiteX88" fmla="*/ 857159 w 2912392"/>
                <a:gd name="connsiteY88" fmla="*/ 188193 h 447192"/>
                <a:gd name="connsiteX89" fmla="*/ 866900 w 2912392"/>
                <a:gd name="connsiteY89" fmla="*/ 188402 h 447192"/>
                <a:gd name="connsiteX90" fmla="*/ 876641 w 2912392"/>
                <a:gd name="connsiteY90" fmla="*/ 188643 h 447192"/>
                <a:gd name="connsiteX91" fmla="*/ 886381 w 2912392"/>
                <a:gd name="connsiteY91" fmla="*/ 188912 h 447192"/>
                <a:gd name="connsiteX92" fmla="*/ 896122 w 2912392"/>
                <a:gd name="connsiteY92" fmla="*/ 189204 h 447192"/>
                <a:gd name="connsiteX93" fmla="*/ 905863 w 2912392"/>
                <a:gd name="connsiteY93" fmla="*/ 189518 h 447192"/>
                <a:gd name="connsiteX94" fmla="*/ 915602 w 2912392"/>
                <a:gd name="connsiteY94" fmla="*/ 189849 h 447192"/>
                <a:gd name="connsiteX95" fmla="*/ 925343 w 2912392"/>
                <a:gd name="connsiteY95" fmla="*/ 190196 h 447192"/>
                <a:gd name="connsiteX96" fmla="*/ 935084 w 2912392"/>
                <a:gd name="connsiteY96" fmla="*/ 190552 h 447192"/>
                <a:gd name="connsiteX97" fmla="*/ 944824 w 2912392"/>
                <a:gd name="connsiteY97" fmla="*/ 190918 h 447192"/>
                <a:gd name="connsiteX98" fmla="*/ 954564 w 2912392"/>
                <a:gd name="connsiteY98" fmla="*/ 191290 h 447192"/>
                <a:gd name="connsiteX99" fmla="*/ 964305 w 2912392"/>
                <a:gd name="connsiteY99" fmla="*/ 191665 h 447192"/>
                <a:gd name="connsiteX100" fmla="*/ 974045 w 2912392"/>
                <a:gd name="connsiteY100" fmla="*/ 192040 h 447192"/>
                <a:gd name="connsiteX101" fmla="*/ 983786 w 2912392"/>
                <a:gd name="connsiteY101" fmla="*/ 192416 h 447192"/>
                <a:gd name="connsiteX102" fmla="*/ 993522 w 2912392"/>
                <a:gd name="connsiteY102" fmla="*/ 192788 h 447192"/>
                <a:gd name="connsiteX103" fmla="*/ 1003266 w 2912392"/>
                <a:gd name="connsiteY103" fmla="*/ 193158 h 447192"/>
                <a:gd name="connsiteX104" fmla="*/ 1013010 w 2912392"/>
                <a:gd name="connsiteY104" fmla="*/ 193521 h 447192"/>
                <a:gd name="connsiteX105" fmla="*/ 1022754 w 2912392"/>
                <a:gd name="connsiteY105" fmla="*/ 193879 h 447192"/>
                <a:gd name="connsiteX106" fmla="*/ 1032483 w 2912392"/>
                <a:gd name="connsiteY106" fmla="*/ 194229 h 447192"/>
                <a:gd name="connsiteX107" fmla="*/ 1042227 w 2912392"/>
                <a:gd name="connsiteY107" fmla="*/ 194573 h 447192"/>
                <a:gd name="connsiteX108" fmla="*/ 1051971 w 2912392"/>
                <a:gd name="connsiteY108" fmla="*/ 194911 h 447192"/>
                <a:gd name="connsiteX109" fmla="*/ 1061715 w 2912392"/>
                <a:gd name="connsiteY109" fmla="*/ 195242 h 447192"/>
                <a:gd name="connsiteX110" fmla="*/ 1071444 w 2912392"/>
                <a:gd name="connsiteY110" fmla="*/ 195569 h 447192"/>
                <a:gd name="connsiteX111" fmla="*/ 1081188 w 2912392"/>
                <a:gd name="connsiteY111" fmla="*/ 195890 h 447192"/>
                <a:gd name="connsiteX112" fmla="*/ 1090932 w 2912392"/>
                <a:gd name="connsiteY112" fmla="*/ 196209 h 447192"/>
                <a:gd name="connsiteX113" fmla="*/ 1100676 w 2912392"/>
                <a:gd name="connsiteY113" fmla="*/ 196528 h 447192"/>
                <a:gd name="connsiteX114" fmla="*/ 1110405 w 2912392"/>
                <a:gd name="connsiteY114" fmla="*/ 196848 h 447192"/>
                <a:gd name="connsiteX115" fmla="*/ 1120149 w 2912392"/>
                <a:gd name="connsiteY115" fmla="*/ 197172 h 447192"/>
                <a:gd name="connsiteX116" fmla="*/ 1129893 w 2912392"/>
                <a:gd name="connsiteY116" fmla="*/ 197502 h 447192"/>
                <a:gd name="connsiteX117" fmla="*/ 1139637 w 2912392"/>
                <a:gd name="connsiteY117" fmla="*/ 197844 h 447192"/>
                <a:gd name="connsiteX118" fmla="*/ 1149381 w 2912392"/>
                <a:gd name="connsiteY118" fmla="*/ 198197 h 447192"/>
                <a:gd name="connsiteX119" fmla="*/ 1159110 w 2912392"/>
                <a:gd name="connsiteY119" fmla="*/ 198568 h 447192"/>
                <a:gd name="connsiteX120" fmla="*/ 1168854 w 2912392"/>
                <a:gd name="connsiteY120" fmla="*/ 198961 h 447192"/>
                <a:gd name="connsiteX121" fmla="*/ 1178598 w 2912392"/>
                <a:gd name="connsiteY121" fmla="*/ 199378 h 447192"/>
                <a:gd name="connsiteX122" fmla="*/ 1188341 w 2912392"/>
                <a:gd name="connsiteY122" fmla="*/ 199827 h 447192"/>
                <a:gd name="connsiteX123" fmla="*/ 1198070 w 2912392"/>
                <a:gd name="connsiteY123" fmla="*/ 200309 h 447192"/>
                <a:gd name="connsiteX124" fmla="*/ 1207814 w 2912392"/>
                <a:gd name="connsiteY124" fmla="*/ 200832 h 447192"/>
                <a:gd name="connsiteX125" fmla="*/ 1217558 w 2912392"/>
                <a:gd name="connsiteY125" fmla="*/ 201400 h 447192"/>
                <a:gd name="connsiteX126" fmla="*/ 1227302 w 2912392"/>
                <a:gd name="connsiteY126" fmla="*/ 202018 h 447192"/>
                <a:gd name="connsiteX127" fmla="*/ 1237031 w 2912392"/>
                <a:gd name="connsiteY127" fmla="*/ 202692 h 447192"/>
                <a:gd name="connsiteX128" fmla="*/ 1246775 w 2912392"/>
                <a:gd name="connsiteY128" fmla="*/ 203425 h 447192"/>
                <a:gd name="connsiteX129" fmla="*/ 1256519 w 2912392"/>
                <a:gd name="connsiteY129" fmla="*/ 204225 h 447192"/>
                <a:gd name="connsiteX130" fmla="*/ 1266263 w 2912392"/>
                <a:gd name="connsiteY130" fmla="*/ 205098 h 447192"/>
                <a:gd name="connsiteX131" fmla="*/ 1276007 w 2912392"/>
                <a:gd name="connsiteY131" fmla="*/ 206048 h 447192"/>
                <a:gd name="connsiteX132" fmla="*/ 1285736 w 2912392"/>
                <a:gd name="connsiteY132" fmla="*/ 207081 h 447192"/>
                <a:gd name="connsiteX133" fmla="*/ 1295480 w 2912392"/>
                <a:gd name="connsiteY133" fmla="*/ 208201 h 447192"/>
                <a:gd name="connsiteX134" fmla="*/ 1305224 w 2912392"/>
                <a:gd name="connsiteY134" fmla="*/ 209416 h 447192"/>
                <a:gd name="connsiteX135" fmla="*/ 1314968 w 2912392"/>
                <a:gd name="connsiteY135" fmla="*/ 210730 h 447192"/>
                <a:gd name="connsiteX136" fmla="*/ 1324697 w 2912392"/>
                <a:gd name="connsiteY136" fmla="*/ 212148 h 447192"/>
                <a:gd name="connsiteX137" fmla="*/ 1334441 w 2912392"/>
                <a:gd name="connsiteY137" fmla="*/ 213674 h 447192"/>
                <a:gd name="connsiteX138" fmla="*/ 1344185 w 2912392"/>
                <a:gd name="connsiteY138" fmla="*/ 215313 h 447192"/>
                <a:gd name="connsiteX139" fmla="*/ 1353929 w 2912392"/>
                <a:gd name="connsiteY139" fmla="*/ 217071 h 447192"/>
                <a:gd name="connsiteX140" fmla="*/ 1363658 w 2912392"/>
                <a:gd name="connsiteY140" fmla="*/ 218949 h 447192"/>
                <a:gd name="connsiteX141" fmla="*/ 1373402 w 2912392"/>
                <a:gd name="connsiteY141" fmla="*/ 220953 h 447192"/>
                <a:gd name="connsiteX142" fmla="*/ 1383146 w 2912392"/>
                <a:gd name="connsiteY142" fmla="*/ 223087 h 447192"/>
                <a:gd name="connsiteX143" fmla="*/ 1392890 w 2912392"/>
                <a:gd name="connsiteY143" fmla="*/ 225352 h 447192"/>
                <a:gd name="connsiteX144" fmla="*/ 1402619 w 2912392"/>
                <a:gd name="connsiteY144" fmla="*/ 227752 h 447192"/>
                <a:gd name="connsiteX145" fmla="*/ 1412363 w 2912392"/>
                <a:gd name="connsiteY145" fmla="*/ 230289 h 447192"/>
                <a:gd name="connsiteX146" fmla="*/ 1422106 w 2912392"/>
                <a:gd name="connsiteY146" fmla="*/ 232963 h 447192"/>
                <a:gd name="connsiteX147" fmla="*/ 1431850 w 2912392"/>
                <a:gd name="connsiteY147" fmla="*/ 235779 h 447192"/>
                <a:gd name="connsiteX148" fmla="*/ 1441594 w 2912392"/>
                <a:gd name="connsiteY148" fmla="*/ 238735 h 447192"/>
                <a:gd name="connsiteX149" fmla="*/ 1451323 w 2912392"/>
                <a:gd name="connsiteY149" fmla="*/ 241831 h 447192"/>
                <a:gd name="connsiteX150" fmla="*/ 1461067 w 2912392"/>
                <a:gd name="connsiteY150" fmla="*/ 245070 h 447192"/>
                <a:gd name="connsiteX151" fmla="*/ 1470811 w 2912392"/>
                <a:gd name="connsiteY151" fmla="*/ 248448 h 447192"/>
                <a:gd name="connsiteX152" fmla="*/ 1480555 w 2912392"/>
                <a:gd name="connsiteY152" fmla="*/ 251966 h 447192"/>
                <a:gd name="connsiteX153" fmla="*/ 1490284 w 2912392"/>
                <a:gd name="connsiteY153" fmla="*/ 255620 h 447192"/>
                <a:gd name="connsiteX154" fmla="*/ 1500028 w 2912392"/>
                <a:gd name="connsiteY154" fmla="*/ 259409 h 447192"/>
                <a:gd name="connsiteX155" fmla="*/ 1509772 w 2912392"/>
                <a:gd name="connsiteY155" fmla="*/ 263331 h 447192"/>
                <a:gd name="connsiteX156" fmla="*/ 1519516 w 2912392"/>
                <a:gd name="connsiteY156" fmla="*/ 267382 h 447192"/>
                <a:gd name="connsiteX157" fmla="*/ 1529245 w 2912392"/>
                <a:gd name="connsiteY157" fmla="*/ 271556 h 447192"/>
                <a:gd name="connsiteX158" fmla="*/ 1538989 w 2912392"/>
                <a:gd name="connsiteY158" fmla="*/ 275850 h 447192"/>
                <a:gd name="connsiteX159" fmla="*/ 1548733 w 2912392"/>
                <a:gd name="connsiteY159" fmla="*/ 280260 h 447192"/>
                <a:gd name="connsiteX160" fmla="*/ 1558477 w 2912392"/>
                <a:gd name="connsiteY160" fmla="*/ 284781 h 447192"/>
                <a:gd name="connsiteX161" fmla="*/ 1568221 w 2912392"/>
                <a:gd name="connsiteY161" fmla="*/ 289402 h 447192"/>
                <a:gd name="connsiteX162" fmla="*/ 1577950 w 2912392"/>
                <a:gd name="connsiteY162" fmla="*/ 294122 h 447192"/>
                <a:gd name="connsiteX163" fmla="*/ 1587694 w 2912392"/>
                <a:gd name="connsiteY163" fmla="*/ 298932 h 447192"/>
                <a:gd name="connsiteX164" fmla="*/ 1597438 w 2912392"/>
                <a:gd name="connsiteY164" fmla="*/ 303822 h 447192"/>
                <a:gd name="connsiteX165" fmla="*/ 1607182 w 2912392"/>
                <a:gd name="connsiteY165" fmla="*/ 308786 h 447192"/>
                <a:gd name="connsiteX166" fmla="*/ 1616911 w 2912392"/>
                <a:gd name="connsiteY166" fmla="*/ 313814 h 447192"/>
                <a:gd name="connsiteX167" fmla="*/ 1626655 w 2912392"/>
                <a:gd name="connsiteY167" fmla="*/ 318899 h 447192"/>
                <a:gd name="connsiteX168" fmla="*/ 1636399 w 2912392"/>
                <a:gd name="connsiteY168" fmla="*/ 324030 h 447192"/>
                <a:gd name="connsiteX169" fmla="*/ 1646142 w 2912392"/>
                <a:gd name="connsiteY169" fmla="*/ 329199 h 447192"/>
                <a:gd name="connsiteX170" fmla="*/ 1655872 w 2912392"/>
                <a:gd name="connsiteY170" fmla="*/ 334393 h 447192"/>
                <a:gd name="connsiteX171" fmla="*/ 1665616 w 2912392"/>
                <a:gd name="connsiteY171" fmla="*/ 339604 h 447192"/>
                <a:gd name="connsiteX172" fmla="*/ 1675359 w 2912392"/>
                <a:gd name="connsiteY172" fmla="*/ 344819 h 447192"/>
                <a:gd name="connsiteX173" fmla="*/ 1685103 w 2912392"/>
                <a:gd name="connsiteY173" fmla="*/ 350029 h 447192"/>
                <a:gd name="connsiteX174" fmla="*/ 1694832 w 2912392"/>
                <a:gd name="connsiteY174" fmla="*/ 355222 h 447192"/>
                <a:gd name="connsiteX175" fmla="*/ 1704576 w 2912392"/>
                <a:gd name="connsiteY175" fmla="*/ 360385 h 447192"/>
                <a:gd name="connsiteX176" fmla="*/ 1714320 w 2912392"/>
                <a:gd name="connsiteY176" fmla="*/ 365509 h 447192"/>
                <a:gd name="connsiteX177" fmla="*/ 1724064 w 2912392"/>
                <a:gd name="connsiteY177" fmla="*/ 370581 h 447192"/>
                <a:gd name="connsiteX178" fmla="*/ 1733808 w 2912392"/>
                <a:gd name="connsiteY178" fmla="*/ 375588 h 447192"/>
                <a:gd name="connsiteX179" fmla="*/ 1743537 w 2912392"/>
                <a:gd name="connsiteY179" fmla="*/ 380520 h 447192"/>
                <a:gd name="connsiteX180" fmla="*/ 1753281 w 2912392"/>
                <a:gd name="connsiteY180" fmla="*/ 385362 h 447192"/>
                <a:gd name="connsiteX181" fmla="*/ 1763025 w 2912392"/>
                <a:gd name="connsiteY181" fmla="*/ 390106 h 447192"/>
                <a:gd name="connsiteX182" fmla="*/ 1772769 w 2912392"/>
                <a:gd name="connsiteY182" fmla="*/ 394737 h 447192"/>
                <a:gd name="connsiteX183" fmla="*/ 1782498 w 2912392"/>
                <a:gd name="connsiteY183" fmla="*/ 399244 h 447192"/>
                <a:gd name="connsiteX184" fmla="*/ 1792242 w 2912392"/>
                <a:gd name="connsiteY184" fmla="*/ 403615 h 447192"/>
                <a:gd name="connsiteX185" fmla="*/ 1801986 w 2912392"/>
                <a:gd name="connsiteY185" fmla="*/ 407839 h 447192"/>
                <a:gd name="connsiteX186" fmla="*/ 1811730 w 2912392"/>
                <a:gd name="connsiteY186" fmla="*/ 411903 h 447192"/>
                <a:gd name="connsiteX187" fmla="*/ 1821459 w 2912392"/>
                <a:gd name="connsiteY187" fmla="*/ 415799 h 447192"/>
                <a:gd name="connsiteX188" fmla="*/ 1831203 w 2912392"/>
                <a:gd name="connsiteY188" fmla="*/ 419512 h 447192"/>
                <a:gd name="connsiteX189" fmla="*/ 1840947 w 2912392"/>
                <a:gd name="connsiteY189" fmla="*/ 423036 h 447192"/>
                <a:gd name="connsiteX190" fmla="*/ 1850691 w 2912392"/>
                <a:gd name="connsiteY190" fmla="*/ 426355 h 447192"/>
                <a:gd name="connsiteX191" fmla="*/ 1860435 w 2912392"/>
                <a:gd name="connsiteY191" fmla="*/ 429463 h 447192"/>
                <a:gd name="connsiteX192" fmla="*/ 1870164 w 2912392"/>
                <a:gd name="connsiteY192" fmla="*/ 432349 h 447192"/>
                <a:gd name="connsiteX193" fmla="*/ 1879908 w 2912392"/>
                <a:gd name="connsiteY193" fmla="*/ 435004 h 447192"/>
                <a:gd name="connsiteX194" fmla="*/ 1889652 w 2912392"/>
                <a:gd name="connsiteY194" fmla="*/ 437419 h 447192"/>
                <a:gd name="connsiteX195" fmla="*/ 1899395 w 2912392"/>
                <a:gd name="connsiteY195" fmla="*/ 439586 h 447192"/>
                <a:gd name="connsiteX196" fmla="*/ 1909124 w 2912392"/>
                <a:gd name="connsiteY196" fmla="*/ 441496 h 447192"/>
                <a:gd name="connsiteX197" fmla="*/ 1918868 w 2912392"/>
                <a:gd name="connsiteY197" fmla="*/ 443142 h 447192"/>
                <a:gd name="connsiteX198" fmla="*/ 1928612 w 2912392"/>
                <a:gd name="connsiteY198" fmla="*/ 444517 h 447192"/>
                <a:gd name="connsiteX199" fmla="*/ 1938356 w 2912392"/>
                <a:gd name="connsiteY199" fmla="*/ 445615 h 447192"/>
                <a:gd name="connsiteX200" fmla="*/ 1948085 w 2912392"/>
                <a:gd name="connsiteY200" fmla="*/ 446432 h 447192"/>
                <a:gd name="connsiteX201" fmla="*/ 1957829 w 2912392"/>
                <a:gd name="connsiteY201" fmla="*/ 446959 h 447192"/>
                <a:gd name="connsiteX202" fmla="*/ 1967573 w 2912392"/>
                <a:gd name="connsiteY202" fmla="*/ 447193 h 447192"/>
                <a:gd name="connsiteX203" fmla="*/ 1977317 w 2912392"/>
                <a:gd name="connsiteY203" fmla="*/ 447130 h 447192"/>
                <a:gd name="connsiteX204" fmla="*/ 1987046 w 2912392"/>
                <a:gd name="connsiteY204" fmla="*/ 446767 h 447192"/>
                <a:gd name="connsiteX205" fmla="*/ 1996790 w 2912392"/>
                <a:gd name="connsiteY205" fmla="*/ 446101 h 447192"/>
                <a:gd name="connsiteX206" fmla="*/ 2006534 w 2912392"/>
                <a:gd name="connsiteY206" fmla="*/ 445129 h 447192"/>
                <a:gd name="connsiteX207" fmla="*/ 2016278 w 2912392"/>
                <a:gd name="connsiteY207" fmla="*/ 443851 h 447192"/>
                <a:gd name="connsiteX208" fmla="*/ 2026022 w 2912392"/>
                <a:gd name="connsiteY208" fmla="*/ 442263 h 447192"/>
                <a:gd name="connsiteX209" fmla="*/ 2035751 w 2912392"/>
                <a:gd name="connsiteY209" fmla="*/ 440368 h 447192"/>
                <a:gd name="connsiteX210" fmla="*/ 2045495 w 2912392"/>
                <a:gd name="connsiteY210" fmla="*/ 438164 h 447192"/>
                <a:gd name="connsiteX211" fmla="*/ 2055239 w 2912392"/>
                <a:gd name="connsiteY211" fmla="*/ 435652 h 447192"/>
                <a:gd name="connsiteX212" fmla="*/ 2064983 w 2912392"/>
                <a:gd name="connsiteY212" fmla="*/ 432836 h 447192"/>
                <a:gd name="connsiteX213" fmla="*/ 2074712 w 2912392"/>
                <a:gd name="connsiteY213" fmla="*/ 429715 h 447192"/>
                <a:gd name="connsiteX214" fmla="*/ 2084456 w 2912392"/>
                <a:gd name="connsiteY214" fmla="*/ 426294 h 447192"/>
                <a:gd name="connsiteX215" fmla="*/ 2094200 w 2912392"/>
                <a:gd name="connsiteY215" fmla="*/ 422575 h 447192"/>
                <a:gd name="connsiteX216" fmla="*/ 2103944 w 2912392"/>
                <a:gd name="connsiteY216" fmla="*/ 418563 h 447192"/>
                <a:gd name="connsiteX217" fmla="*/ 2113673 w 2912392"/>
                <a:gd name="connsiteY217" fmla="*/ 414262 h 447192"/>
                <a:gd name="connsiteX218" fmla="*/ 2123417 w 2912392"/>
                <a:gd name="connsiteY218" fmla="*/ 409677 h 447192"/>
                <a:gd name="connsiteX219" fmla="*/ 2133161 w 2912392"/>
                <a:gd name="connsiteY219" fmla="*/ 404814 h 447192"/>
                <a:gd name="connsiteX220" fmla="*/ 2142905 w 2912392"/>
                <a:gd name="connsiteY220" fmla="*/ 399679 h 447192"/>
                <a:gd name="connsiteX221" fmla="*/ 2152649 w 2912392"/>
                <a:gd name="connsiteY221" fmla="*/ 394279 h 447192"/>
                <a:gd name="connsiteX222" fmla="*/ 2162377 w 2912392"/>
                <a:gd name="connsiteY222" fmla="*/ 388622 h 447192"/>
                <a:gd name="connsiteX223" fmla="*/ 2172121 w 2912392"/>
                <a:gd name="connsiteY223" fmla="*/ 382715 h 447192"/>
                <a:gd name="connsiteX224" fmla="*/ 2181865 w 2912392"/>
                <a:gd name="connsiteY224" fmla="*/ 376566 h 447192"/>
                <a:gd name="connsiteX225" fmla="*/ 2191609 w 2912392"/>
                <a:gd name="connsiteY225" fmla="*/ 370185 h 447192"/>
                <a:gd name="connsiteX226" fmla="*/ 2201338 w 2912392"/>
                <a:gd name="connsiteY226" fmla="*/ 363580 h 447192"/>
                <a:gd name="connsiteX227" fmla="*/ 2211082 w 2912392"/>
                <a:gd name="connsiteY227" fmla="*/ 356761 h 447192"/>
                <a:gd name="connsiteX228" fmla="*/ 2220826 w 2912392"/>
                <a:gd name="connsiteY228" fmla="*/ 349737 h 447192"/>
                <a:gd name="connsiteX229" fmla="*/ 2230570 w 2912392"/>
                <a:gd name="connsiteY229" fmla="*/ 342522 h 447192"/>
                <a:gd name="connsiteX230" fmla="*/ 2240299 w 2912392"/>
                <a:gd name="connsiteY230" fmla="*/ 335123 h 447192"/>
                <a:gd name="connsiteX231" fmla="*/ 2250043 w 2912392"/>
                <a:gd name="connsiteY231" fmla="*/ 327553 h 447192"/>
                <a:gd name="connsiteX232" fmla="*/ 2259787 w 2912392"/>
                <a:gd name="connsiteY232" fmla="*/ 319822 h 447192"/>
                <a:gd name="connsiteX233" fmla="*/ 2269531 w 2912392"/>
                <a:gd name="connsiteY233" fmla="*/ 311943 h 447192"/>
                <a:gd name="connsiteX234" fmla="*/ 2279260 w 2912392"/>
                <a:gd name="connsiteY234" fmla="*/ 303929 h 447192"/>
                <a:gd name="connsiteX235" fmla="*/ 2289004 w 2912392"/>
                <a:gd name="connsiteY235" fmla="*/ 295789 h 447192"/>
                <a:gd name="connsiteX236" fmla="*/ 2298748 w 2912392"/>
                <a:gd name="connsiteY236" fmla="*/ 287538 h 447192"/>
                <a:gd name="connsiteX237" fmla="*/ 2308492 w 2912392"/>
                <a:gd name="connsiteY237" fmla="*/ 279189 h 447192"/>
                <a:gd name="connsiteX238" fmla="*/ 2318236 w 2912392"/>
                <a:gd name="connsiteY238" fmla="*/ 270753 h 447192"/>
                <a:gd name="connsiteX239" fmla="*/ 2327965 w 2912392"/>
                <a:gd name="connsiteY239" fmla="*/ 262244 h 447192"/>
                <a:gd name="connsiteX240" fmla="*/ 2337709 w 2912392"/>
                <a:gd name="connsiteY240" fmla="*/ 253676 h 447192"/>
                <a:gd name="connsiteX241" fmla="*/ 2347453 w 2912392"/>
                <a:gd name="connsiteY241" fmla="*/ 245061 h 447192"/>
                <a:gd name="connsiteX242" fmla="*/ 2357197 w 2912392"/>
                <a:gd name="connsiteY242" fmla="*/ 236413 h 447192"/>
                <a:gd name="connsiteX243" fmla="*/ 2366926 w 2912392"/>
                <a:gd name="connsiteY243" fmla="*/ 227744 h 447192"/>
                <a:gd name="connsiteX244" fmla="*/ 2376670 w 2912392"/>
                <a:gd name="connsiteY244" fmla="*/ 219069 h 447192"/>
                <a:gd name="connsiteX245" fmla="*/ 2386413 w 2912392"/>
                <a:gd name="connsiteY245" fmla="*/ 210400 h 447192"/>
                <a:gd name="connsiteX246" fmla="*/ 2396157 w 2912392"/>
                <a:gd name="connsiteY246" fmla="*/ 201753 h 447192"/>
                <a:gd name="connsiteX247" fmla="*/ 2405886 w 2912392"/>
                <a:gd name="connsiteY247" fmla="*/ 193139 h 447192"/>
                <a:gd name="connsiteX248" fmla="*/ 2415630 w 2912392"/>
                <a:gd name="connsiteY248" fmla="*/ 184570 h 447192"/>
                <a:gd name="connsiteX249" fmla="*/ 2425374 w 2912392"/>
                <a:gd name="connsiteY249" fmla="*/ 176063 h 447192"/>
                <a:gd name="connsiteX250" fmla="*/ 2435118 w 2912392"/>
                <a:gd name="connsiteY250" fmla="*/ 167628 h 447192"/>
                <a:gd name="connsiteX251" fmla="*/ 2444862 w 2912392"/>
                <a:gd name="connsiteY251" fmla="*/ 159281 h 447192"/>
                <a:gd name="connsiteX252" fmla="*/ 2454591 w 2912392"/>
                <a:gd name="connsiteY252" fmla="*/ 151031 h 447192"/>
                <a:gd name="connsiteX253" fmla="*/ 2464335 w 2912392"/>
                <a:gd name="connsiteY253" fmla="*/ 142895 h 447192"/>
                <a:gd name="connsiteX254" fmla="*/ 2474079 w 2912392"/>
                <a:gd name="connsiteY254" fmla="*/ 134880 h 447192"/>
                <a:gd name="connsiteX255" fmla="*/ 2483823 w 2912392"/>
                <a:gd name="connsiteY255" fmla="*/ 127005 h 447192"/>
                <a:gd name="connsiteX256" fmla="*/ 2493552 w 2912392"/>
                <a:gd name="connsiteY256" fmla="*/ 119275 h 447192"/>
                <a:gd name="connsiteX257" fmla="*/ 2503296 w 2912392"/>
                <a:gd name="connsiteY257" fmla="*/ 111708 h 447192"/>
                <a:gd name="connsiteX258" fmla="*/ 2513040 w 2912392"/>
                <a:gd name="connsiteY258" fmla="*/ 104311 h 447192"/>
                <a:gd name="connsiteX259" fmla="*/ 2522784 w 2912392"/>
                <a:gd name="connsiteY259" fmla="*/ 97097 h 447192"/>
                <a:gd name="connsiteX260" fmla="*/ 2532513 w 2912392"/>
                <a:gd name="connsiteY260" fmla="*/ 90078 h 447192"/>
                <a:gd name="connsiteX261" fmla="*/ 2542257 w 2912392"/>
                <a:gd name="connsiteY261" fmla="*/ 83261 h 447192"/>
                <a:gd name="connsiteX262" fmla="*/ 2552001 w 2912392"/>
                <a:gd name="connsiteY262" fmla="*/ 76658 h 447192"/>
                <a:gd name="connsiteX263" fmla="*/ 2561745 w 2912392"/>
                <a:gd name="connsiteY263" fmla="*/ 70280 h 447192"/>
                <a:gd name="connsiteX264" fmla="*/ 2571474 w 2912392"/>
                <a:gd name="connsiteY264" fmla="*/ 64136 h 447192"/>
                <a:gd name="connsiteX265" fmla="*/ 2581218 w 2912392"/>
                <a:gd name="connsiteY265" fmla="*/ 58233 h 447192"/>
                <a:gd name="connsiteX266" fmla="*/ 2590962 w 2912392"/>
                <a:gd name="connsiteY266" fmla="*/ 52580 h 447192"/>
                <a:gd name="connsiteX267" fmla="*/ 2600705 w 2912392"/>
                <a:gd name="connsiteY267" fmla="*/ 47185 h 447192"/>
                <a:gd name="connsiteX268" fmla="*/ 2610449 w 2912392"/>
                <a:gd name="connsiteY268" fmla="*/ 42057 h 447192"/>
                <a:gd name="connsiteX269" fmla="*/ 2620178 w 2912392"/>
                <a:gd name="connsiteY269" fmla="*/ 37201 h 447192"/>
                <a:gd name="connsiteX270" fmla="*/ 2629922 w 2912392"/>
                <a:gd name="connsiteY270" fmla="*/ 32624 h 447192"/>
                <a:gd name="connsiteX271" fmla="*/ 2639666 w 2912392"/>
                <a:gd name="connsiteY271" fmla="*/ 28332 h 447192"/>
                <a:gd name="connsiteX272" fmla="*/ 2649410 w 2912392"/>
                <a:gd name="connsiteY272" fmla="*/ 24330 h 447192"/>
                <a:gd name="connsiteX273" fmla="*/ 2659139 w 2912392"/>
                <a:gd name="connsiteY273" fmla="*/ 20623 h 447192"/>
                <a:gd name="connsiteX274" fmla="*/ 2668883 w 2912392"/>
                <a:gd name="connsiteY274" fmla="*/ 17216 h 447192"/>
                <a:gd name="connsiteX275" fmla="*/ 2678627 w 2912392"/>
                <a:gd name="connsiteY275" fmla="*/ 14111 h 447192"/>
                <a:gd name="connsiteX276" fmla="*/ 2688371 w 2912392"/>
                <a:gd name="connsiteY276" fmla="*/ 11310 h 447192"/>
                <a:gd name="connsiteX277" fmla="*/ 2698100 w 2912392"/>
                <a:gd name="connsiteY277" fmla="*/ 8819 h 447192"/>
                <a:gd name="connsiteX278" fmla="*/ 2707844 w 2912392"/>
                <a:gd name="connsiteY278" fmla="*/ 6635 h 447192"/>
                <a:gd name="connsiteX279" fmla="*/ 2717588 w 2912392"/>
                <a:gd name="connsiteY279" fmla="*/ 4762 h 447192"/>
                <a:gd name="connsiteX280" fmla="*/ 2727332 w 2912392"/>
                <a:gd name="connsiteY280" fmla="*/ 3199 h 447192"/>
                <a:gd name="connsiteX281" fmla="*/ 2737076 w 2912392"/>
                <a:gd name="connsiteY281" fmla="*/ 1946 h 447192"/>
                <a:gd name="connsiteX282" fmla="*/ 2746805 w 2912392"/>
                <a:gd name="connsiteY282" fmla="*/ 1001 h 447192"/>
                <a:gd name="connsiteX283" fmla="*/ 2756549 w 2912392"/>
                <a:gd name="connsiteY283" fmla="*/ 365 h 447192"/>
                <a:gd name="connsiteX284" fmla="*/ 2766293 w 2912392"/>
                <a:gd name="connsiteY284" fmla="*/ 31 h 447192"/>
                <a:gd name="connsiteX285" fmla="*/ 2776037 w 2912392"/>
                <a:gd name="connsiteY285" fmla="*/ 0 h 447192"/>
                <a:gd name="connsiteX286" fmla="*/ 2785766 w 2912392"/>
                <a:gd name="connsiteY286" fmla="*/ 265 h 447192"/>
                <a:gd name="connsiteX287" fmla="*/ 2795510 w 2912392"/>
                <a:gd name="connsiteY287" fmla="*/ 824 h 447192"/>
                <a:gd name="connsiteX288" fmla="*/ 2805254 w 2912392"/>
                <a:gd name="connsiteY288" fmla="*/ 1670 h 447192"/>
                <a:gd name="connsiteX289" fmla="*/ 2814998 w 2912392"/>
                <a:gd name="connsiteY289" fmla="*/ 2797 h 447192"/>
                <a:gd name="connsiteX290" fmla="*/ 2824727 w 2912392"/>
                <a:gd name="connsiteY290" fmla="*/ 4199 h 447192"/>
                <a:gd name="connsiteX291" fmla="*/ 2834471 w 2912392"/>
                <a:gd name="connsiteY291" fmla="*/ 5867 h 447192"/>
                <a:gd name="connsiteX292" fmla="*/ 2844215 w 2912392"/>
                <a:gd name="connsiteY292" fmla="*/ 7797 h 447192"/>
                <a:gd name="connsiteX293" fmla="*/ 2853958 w 2912392"/>
                <a:gd name="connsiteY293" fmla="*/ 9975 h 447192"/>
                <a:gd name="connsiteX294" fmla="*/ 2863687 w 2912392"/>
                <a:gd name="connsiteY294" fmla="*/ 12396 h 447192"/>
                <a:gd name="connsiteX295" fmla="*/ 2873431 w 2912392"/>
                <a:gd name="connsiteY295" fmla="*/ 15048 h 447192"/>
                <a:gd name="connsiteX296" fmla="*/ 2883175 w 2912392"/>
                <a:gd name="connsiteY296" fmla="*/ 17922 h 447192"/>
                <a:gd name="connsiteX297" fmla="*/ 2892919 w 2912392"/>
                <a:gd name="connsiteY297" fmla="*/ 21006 h 447192"/>
                <a:gd name="connsiteX298" fmla="*/ 2902663 w 2912392"/>
                <a:gd name="connsiteY298" fmla="*/ 24288 h 447192"/>
                <a:gd name="connsiteX299" fmla="*/ 2912392 w 2912392"/>
                <a:gd name="connsiteY299" fmla="*/ 27757 h 447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47192">
                  <a:moveTo>
                    <a:pt x="0" y="274459"/>
                  </a:moveTo>
                  <a:lnTo>
                    <a:pt x="9739" y="277056"/>
                  </a:lnTo>
                  <a:lnTo>
                    <a:pt x="19480" y="279457"/>
                  </a:lnTo>
                  <a:lnTo>
                    <a:pt x="29221" y="281664"/>
                  </a:lnTo>
                  <a:lnTo>
                    <a:pt x="38961" y="283674"/>
                  </a:lnTo>
                  <a:lnTo>
                    <a:pt x="48702" y="285490"/>
                  </a:lnTo>
                  <a:lnTo>
                    <a:pt x="58443" y="287111"/>
                  </a:lnTo>
                  <a:lnTo>
                    <a:pt x="68182" y="288538"/>
                  </a:lnTo>
                  <a:lnTo>
                    <a:pt x="77923" y="289775"/>
                  </a:lnTo>
                  <a:lnTo>
                    <a:pt x="87664" y="290822"/>
                  </a:lnTo>
                  <a:lnTo>
                    <a:pt x="97404" y="291683"/>
                  </a:lnTo>
                  <a:lnTo>
                    <a:pt x="107145" y="292360"/>
                  </a:lnTo>
                  <a:lnTo>
                    <a:pt x="116886" y="292854"/>
                  </a:lnTo>
                  <a:lnTo>
                    <a:pt x="126625" y="293172"/>
                  </a:lnTo>
                  <a:lnTo>
                    <a:pt x="136366" y="293315"/>
                  </a:lnTo>
                  <a:lnTo>
                    <a:pt x="146107" y="293286"/>
                  </a:lnTo>
                  <a:lnTo>
                    <a:pt x="155846" y="293093"/>
                  </a:lnTo>
                  <a:lnTo>
                    <a:pt x="165587" y="292738"/>
                  </a:lnTo>
                  <a:lnTo>
                    <a:pt x="175328" y="292224"/>
                  </a:lnTo>
                  <a:lnTo>
                    <a:pt x="185068" y="291560"/>
                  </a:lnTo>
                  <a:lnTo>
                    <a:pt x="194809" y="290748"/>
                  </a:lnTo>
                  <a:lnTo>
                    <a:pt x="204550" y="289794"/>
                  </a:lnTo>
                  <a:lnTo>
                    <a:pt x="214289" y="288704"/>
                  </a:lnTo>
                  <a:lnTo>
                    <a:pt x="224030" y="287482"/>
                  </a:lnTo>
                  <a:lnTo>
                    <a:pt x="233771" y="286136"/>
                  </a:lnTo>
                  <a:lnTo>
                    <a:pt x="243510" y="284672"/>
                  </a:lnTo>
                  <a:lnTo>
                    <a:pt x="253251" y="283094"/>
                  </a:lnTo>
                  <a:lnTo>
                    <a:pt x="262992" y="281410"/>
                  </a:lnTo>
                  <a:lnTo>
                    <a:pt x="272732" y="279626"/>
                  </a:lnTo>
                  <a:lnTo>
                    <a:pt x="282473" y="277747"/>
                  </a:lnTo>
                  <a:lnTo>
                    <a:pt x="292214" y="275782"/>
                  </a:lnTo>
                  <a:lnTo>
                    <a:pt x="301953" y="273735"/>
                  </a:lnTo>
                  <a:lnTo>
                    <a:pt x="311694" y="271613"/>
                  </a:lnTo>
                  <a:lnTo>
                    <a:pt x="321435" y="269423"/>
                  </a:lnTo>
                  <a:lnTo>
                    <a:pt x="331175" y="267173"/>
                  </a:lnTo>
                  <a:lnTo>
                    <a:pt x="340916" y="264868"/>
                  </a:lnTo>
                  <a:lnTo>
                    <a:pt x="350656" y="262514"/>
                  </a:lnTo>
                  <a:lnTo>
                    <a:pt x="360396" y="260118"/>
                  </a:lnTo>
                  <a:lnTo>
                    <a:pt x="370137" y="257688"/>
                  </a:lnTo>
                  <a:lnTo>
                    <a:pt x="379878" y="255230"/>
                  </a:lnTo>
                  <a:lnTo>
                    <a:pt x="389617" y="252749"/>
                  </a:lnTo>
                  <a:lnTo>
                    <a:pt x="399358" y="250252"/>
                  </a:lnTo>
                  <a:lnTo>
                    <a:pt x="409099" y="247746"/>
                  </a:lnTo>
                  <a:lnTo>
                    <a:pt x="418839" y="245236"/>
                  </a:lnTo>
                  <a:lnTo>
                    <a:pt x="428580" y="242728"/>
                  </a:lnTo>
                  <a:lnTo>
                    <a:pt x="438321" y="240230"/>
                  </a:lnTo>
                  <a:lnTo>
                    <a:pt x="448060" y="237745"/>
                  </a:lnTo>
                  <a:lnTo>
                    <a:pt x="457801" y="235279"/>
                  </a:lnTo>
                  <a:lnTo>
                    <a:pt x="467542" y="232838"/>
                  </a:lnTo>
                  <a:lnTo>
                    <a:pt x="477281" y="230428"/>
                  </a:lnTo>
                  <a:lnTo>
                    <a:pt x="487022" y="228053"/>
                  </a:lnTo>
                  <a:lnTo>
                    <a:pt x="496763" y="225718"/>
                  </a:lnTo>
                  <a:lnTo>
                    <a:pt x="506503" y="223428"/>
                  </a:lnTo>
                  <a:lnTo>
                    <a:pt x="516244" y="221187"/>
                  </a:lnTo>
                  <a:lnTo>
                    <a:pt x="525985" y="219000"/>
                  </a:lnTo>
                  <a:lnTo>
                    <a:pt x="535724" y="216870"/>
                  </a:lnTo>
                  <a:lnTo>
                    <a:pt x="545465" y="214800"/>
                  </a:lnTo>
                  <a:lnTo>
                    <a:pt x="555206" y="212795"/>
                  </a:lnTo>
                  <a:lnTo>
                    <a:pt x="564946" y="210858"/>
                  </a:lnTo>
                  <a:lnTo>
                    <a:pt x="574687" y="208991"/>
                  </a:lnTo>
                  <a:lnTo>
                    <a:pt x="584428" y="207196"/>
                  </a:lnTo>
                  <a:lnTo>
                    <a:pt x="594167" y="205478"/>
                  </a:lnTo>
                  <a:lnTo>
                    <a:pt x="603908" y="203836"/>
                  </a:lnTo>
                  <a:lnTo>
                    <a:pt x="613649" y="202273"/>
                  </a:lnTo>
                  <a:lnTo>
                    <a:pt x="623388" y="200792"/>
                  </a:lnTo>
                  <a:lnTo>
                    <a:pt x="633129" y="199392"/>
                  </a:lnTo>
                  <a:lnTo>
                    <a:pt x="642870" y="198075"/>
                  </a:lnTo>
                  <a:lnTo>
                    <a:pt x="652610" y="196839"/>
                  </a:lnTo>
                  <a:lnTo>
                    <a:pt x="662351" y="195688"/>
                  </a:lnTo>
                  <a:lnTo>
                    <a:pt x="672092" y="194619"/>
                  </a:lnTo>
                  <a:lnTo>
                    <a:pt x="681831" y="193635"/>
                  </a:lnTo>
                  <a:lnTo>
                    <a:pt x="691572" y="192732"/>
                  </a:lnTo>
                  <a:lnTo>
                    <a:pt x="701313" y="191911"/>
                  </a:lnTo>
                  <a:lnTo>
                    <a:pt x="711052" y="191170"/>
                  </a:lnTo>
                  <a:lnTo>
                    <a:pt x="720793" y="190507"/>
                  </a:lnTo>
                  <a:lnTo>
                    <a:pt x="730534" y="189923"/>
                  </a:lnTo>
                  <a:lnTo>
                    <a:pt x="740274" y="189414"/>
                  </a:lnTo>
                  <a:lnTo>
                    <a:pt x="750015" y="188976"/>
                  </a:lnTo>
                  <a:lnTo>
                    <a:pt x="759756" y="188611"/>
                  </a:lnTo>
                  <a:lnTo>
                    <a:pt x="769495" y="188313"/>
                  </a:lnTo>
                  <a:lnTo>
                    <a:pt x="779236" y="188080"/>
                  </a:lnTo>
                  <a:lnTo>
                    <a:pt x="788977" y="187910"/>
                  </a:lnTo>
                  <a:lnTo>
                    <a:pt x="798717" y="187799"/>
                  </a:lnTo>
                  <a:lnTo>
                    <a:pt x="808458" y="187745"/>
                  </a:lnTo>
                  <a:lnTo>
                    <a:pt x="818199" y="187742"/>
                  </a:lnTo>
                  <a:lnTo>
                    <a:pt x="827938" y="187790"/>
                  </a:lnTo>
                  <a:lnTo>
                    <a:pt x="837679" y="187884"/>
                  </a:lnTo>
                  <a:lnTo>
                    <a:pt x="847420" y="188019"/>
                  </a:lnTo>
                  <a:lnTo>
                    <a:pt x="857159" y="188193"/>
                  </a:lnTo>
                  <a:lnTo>
                    <a:pt x="866900" y="188402"/>
                  </a:lnTo>
                  <a:lnTo>
                    <a:pt x="876641" y="188643"/>
                  </a:lnTo>
                  <a:lnTo>
                    <a:pt x="886381" y="188912"/>
                  </a:lnTo>
                  <a:lnTo>
                    <a:pt x="896122" y="189204"/>
                  </a:lnTo>
                  <a:lnTo>
                    <a:pt x="905863" y="189518"/>
                  </a:lnTo>
                  <a:lnTo>
                    <a:pt x="915602" y="189849"/>
                  </a:lnTo>
                  <a:lnTo>
                    <a:pt x="925343" y="190196"/>
                  </a:lnTo>
                  <a:lnTo>
                    <a:pt x="935084" y="190552"/>
                  </a:lnTo>
                  <a:lnTo>
                    <a:pt x="944824" y="190918"/>
                  </a:lnTo>
                  <a:lnTo>
                    <a:pt x="954564" y="191290"/>
                  </a:lnTo>
                  <a:lnTo>
                    <a:pt x="964305" y="191665"/>
                  </a:lnTo>
                  <a:lnTo>
                    <a:pt x="974045" y="192040"/>
                  </a:lnTo>
                  <a:lnTo>
                    <a:pt x="983786" y="192416"/>
                  </a:lnTo>
                  <a:lnTo>
                    <a:pt x="993522" y="192788"/>
                  </a:lnTo>
                  <a:lnTo>
                    <a:pt x="1003266" y="193158"/>
                  </a:lnTo>
                  <a:lnTo>
                    <a:pt x="1013010" y="193521"/>
                  </a:lnTo>
                  <a:lnTo>
                    <a:pt x="1022754" y="193879"/>
                  </a:lnTo>
                  <a:lnTo>
                    <a:pt x="1032483" y="194229"/>
                  </a:lnTo>
                  <a:lnTo>
                    <a:pt x="1042227" y="194573"/>
                  </a:lnTo>
                  <a:lnTo>
                    <a:pt x="1051971" y="194911"/>
                  </a:lnTo>
                  <a:lnTo>
                    <a:pt x="1061715" y="195242"/>
                  </a:lnTo>
                  <a:lnTo>
                    <a:pt x="1071444" y="195569"/>
                  </a:lnTo>
                  <a:lnTo>
                    <a:pt x="1081188" y="195890"/>
                  </a:lnTo>
                  <a:lnTo>
                    <a:pt x="1090932" y="196209"/>
                  </a:lnTo>
                  <a:lnTo>
                    <a:pt x="1100676" y="196528"/>
                  </a:lnTo>
                  <a:lnTo>
                    <a:pt x="1110405" y="196848"/>
                  </a:lnTo>
                  <a:lnTo>
                    <a:pt x="1120149" y="197172"/>
                  </a:lnTo>
                  <a:lnTo>
                    <a:pt x="1129893" y="197502"/>
                  </a:lnTo>
                  <a:lnTo>
                    <a:pt x="1139637" y="197844"/>
                  </a:lnTo>
                  <a:lnTo>
                    <a:pt x="1149381" y="198197"/>
                  </a:lnTo>
                  <a:lnTo>
                    <a:pt x="1159110" y="198568"/>
                  </a:lnTo>
                  <a:lnTo>
                    <a:pt x="1168854" y="198961"/>
                  </a:lnTo>
                  <a:lnTo>
                    <a:pt x="1178598" y="199378"/>
                  </a:lnTo>
                  <a:lnTo>
                    <a:pt x="1188341" y="199827"/>
                  </a:lnTo>
                  <a:lnTo>
                    <a:pt x="1198070" y="200309"/>
                  </a:lnTo>
                  <a:lnTo>
                    <a:pt x="1207814" y="200832"/>
                  </a:lnTo>
                  <a:lnTo>
                    <a:pt x="1217558" y="201400"/>
                  </a:lnTo>
                  <a:lnTo>
                    <a:pt x="1227302" y="202018"/>
                  </a:lnTo>
                  <a:lnTo>
                    <a:pt x="1237031" y="202692"/>
                  </a:lnTo>
                  <a:lnTo>
                    <a:pt x="1246775" y="203425"/>
                  </a:lnTo>
                  <a:lnTo>
                    <a:pt x="1256519" y="204225"/>
                  </a:lnTo>
                  <a:lnTo>
                    <a:pt x="1266263" y="205098"/>
                  </a:lnTo>
                  <a:lnTo>
                    <a:pt x="1276007" y="206048"/>
                  </a:lnTo>
                  <a:lnTo>
                    <a:pt x="1285736" y="207081"/>
                  </a:lnTo>
                  <a:lnTo>
                    <a:pt x="1295480" y="208201"/>
                  </a:lnTo>
                  <a:lnTo>
                    <a:pt x="1305224" y="209416"/>
                  </a:lnTo>
                  <a:lnTo>
                    <a:pt x="1314968" y="210730"/>
                  </a:lnTo>
                  <a:lnTo>
                    <a:pt x="1324697" y="212148"/>
                  </a:lnTo>
                  <a:lnTo>
                    <a:pt x="1334441" y="213674"/>
                  </a:lnTo>
                  <a:lnTo>
                    <a:pt x="1344185" y="215313"/>
                  </a:lnTo>
                  <a:lnTo>
                    <a:pt x="1353929" y="217071"/>
                  </a:lnTo>
                  <a:lnTo>
                    <a:pt x="1363658" y="218949"/>
                  </a:lnTo>
                  <a:lnTo>
                    <a:pt x="1373402" y="220953"/>
                  </a:lnTo>
                  <a:lnTo>
                    <a:pt x="1383146" y="223087"/>
                  </a:lnTo>
                  <a:lnTo>
                    <a:pt x="1392890" y="225352"/>
                  </a:lnTo>
                  <a:lnTo>
                    <a:pt x="1402619" y="227752"/>
                  </a:lnTo>
                  <a:lnTo>
                    <a:pt x="1412363" y="230289"/>
                  </a:lnTo>
                  <a:lnTo>
                    <a:pt x="1422106" y="232963"/>
                  </a:lnTo>
                  <a:lnTo>
                    <a:pt x="1431850" y="235779"/>
                  </a:lnTo>
                  <a:lnTo>
                    <a:pt x="1441594" y="238735"/>
                  </a:lnTo>
                  <a:lnTo>
                    <a:pt x="1451323" y="241831"/>
                  </a:lnTo>
                  <a:lnTo>
                    <a:pt x="1461067" y="245070"/>
                  </a:lnTo>
                  <a:lnTo>
                    <a:pt x="1470811" y="248448"/>
                  </a:lnTo>
                  <a:lnTo>
                    <a:pt x="1480555" y="251966"/>
                  </a:lnTo>
                  <a:lnTo>
                    <a:pt x="1490284" y="255620"/>
                  </a:lnTo>
                  <a:lnTo>
                    <a:pt x="1500028" y="259409"/>
                  </a:lnTo>
                  <a:lnTo>
                    <a:pt x="1509772" y="263331"/>
                  </a:lnTo>
                  <a:lnTo>
                    <a:pt x="1519516" y="267382"/>
                  </a:lnTo>
                  <a:lnTo>
                    <a:pt x="1529245" y="271556"/>
                  </a:lnTo>
                  <a:lnTo>
                    <a:pt x="1538989" y="275850"/>
                  </a:lnTo>
                  <a:lnTo>
                    <a:pt x="1548733" y="280260"/>
                  </a:lnTo>
                  <a:lnTo>
                    <a:pt x="1558477" y="284781"/>
                  </a:lnTo>
                  <a:lnTo>
                    <a:pt x="1568221" y="289402"/>
                  </a:lnTo>
                  <a:lnTo>
                    <a:pt x="1577950" y="294122"/>
                  </a:lnTo>
                  <a:lnTo>
                    <a:pt x="1587694" y="298932"/>
                  </a:lnTo>
                  <a:lnTo>
                    <a:pt x="1597438" y="303822"/>
                  </a:lnTo>
                  <a:lnTo>
                    <a:pt x="1607182" y="308786"/>
                  </a:lnTo>
                  <a:lnTo>
                    <a:pt x="1616911" y="313814"/>
                  </a:lnTo>
                  <a:lnTo>
                    <a:pt x="1626655" y="318899"/>
                  </a:lnTo>
                  <a:lnTo>
                    <a:pt x="1636399" y="324030"/>
                  </a:lnTo>
                  <a:lnTo>
                    <a:pt x="1646142" y="329199"/>
                  </a:lnTo>
                  <a:lnTo>
                    <a:pt x="1655872" y="334393"/>
                  </a:lnTo>
                  <a:lnTo>
                    <a:pt x="1665616" y="339604"/>
                  </a:lnTo>
                  <a:lnTo>
                    <a:pt x="1675359" y="344819"/>
                  </a:lnTo>
                  <a:lnTo>
                    <a:pt x="1685103" y="350029"/>
                  </a:lnTo>
                  <a:lnTo>
                    <a:pt x="1694832" y="355222"/>
                  </a:lnTo>
                  <a:lnTo>
                    <a:pt x="1704576" y="360385"/>
                  </a:lnTo>
                  <a:lnTo>
                    <a:pt x="1714320" y="365509"/>
                  </a:lnTo>
                  <a:lnTo>
                    <a:pt x="1724064" y="370581"/>
                  </a:lnTo>
                  <a:lnTo>
                    <a:pt x="1733808" y="375588"/>
                  </a:lnTo>
                  <a:lnTo>
                    <a:pt x="1743537" y="380520"/>
                  </a:lnTo>
                  <a:lnTo>
                    <a:pt x="1753281" y="385362"/>
                  </a:lnTo>
                  <a:lnTo>
                    <a:pt x="1763025" y="390106"/>
                  </a:lnTo>
                  <a:lnTo>
                    <a:pt x="1772769" y="394737"/>
                  </a:lnTo>
                  <a:lnTo>
                    <a:pt x="1782498" y="399244"/>
                  </a:lnTo>
                  <a:lnTo>
                    <a:pt x="1792242" y="403615"/>
                  </a:lnTo>
                  <a:lnTo>
                    <a:pt x="1801986" y="407839"/>
                  </a:lnTo>
                  <a:lnTo>
                    <a:pt x="1811730" y="411903"/>
                  </a:lnTo>
                  <a:lnTo>
                    <a:pt x="1821459" y="415799"/>
                  </a:lnTo>
                  <a:lnTo>
                    <a:pt x="1831203" y="419512"/>
                  </a:lnTo>
                  <a:lnTo>
                    <a:pt x="1840947" y="423036"/>
                  </a:lnTo>
                  <a:lnTo>
                    <a:pt x="1850691" y="426355"/>
                  </a:lnTo>
                  <a:lnTo>
                    <a:pt x="1860435" y="429463"/>
                  </a:lnTo>
                  <a:lnTo>
                    <a:pt x="1870164" y="432349"/>
                  </a:lnTo>
                  <a:lnTo>
                    <a:pt x="1879908" y="435004"/>
                  </a:lnTo>
                  <a:lnTo>
                    <a:pt x="1889652" y="437419"/>
                  </a:lnTo>
                  <a:lnTo>
                    <a:pt x="1899395" y="439586"/>
                  </a:lnTo>
                  <a:lnTo>
                    <a:pt x="1909124" y="441496"/>
                  </a:lnTo>
                  <a:lnTo>
                    <a:pt x="1918868" y="443142"/>
                  </a:lnTo>
                  <a:lnTo>
                    <a:pt x="1928612" y="444517"/>
                  </a:lnTo>
                  <a:lnTo>
                    <a:pt x="1938356" y="445615"/>
                  </a:lnTo>
                  <a:lnTo>
                    <a:pt x="1948085" y="446432"/>
                  </a:lnTo>
                  <a:lnTo>
                    <a:pt x="1957829" y="446959"/>
                  </a:lnTo>
                  <a:lnTo>
                    <a:pt x="1967573" y="447193"/>
                  </a:lnTo>
                  <a:lnTo>
                    <a:pt x="1977317" y="447130"/>
                  </a:lnTo>
                  <a:lnTo>
                    <a:pt x="1987046" y="446767"/>
                  </a:lnTo>
                  <a:lnTo>
                    <a:pt x="1996790" y="446101"/>
                  </a:lnTo>
                  <a:lnTo>
                    <a:pt x="2006534" y="445129"/>
                  </a:lnTo>
                  <a:lnTo>
                    <a:pt x="2016278" y="443851"/>
                  </a:lnTo>
                  <a:lnTo>
                    <a:pt x="2026022" y="442263"/>
                  </a:lnTo>
                  <a:lnTo>
                    <a:pt x="2035751" y="440368"/>
                  </a:lnTo>
                  <a:lnTo>
                    <a:pt x="2045495" y="438164"/>
                  </a:lnTo>
                  <a:lnTo>
                    <a:pt x="2055239" y="435652"/>
                  </a:lnTo>
                  <a:lnTo>
                    <a:pt x="2064983" y="432836"/>
                  </a:lnTo>
                  <a:lnTo>
                    <a:pt x="2074712" y="429715"/>
                  </a:lnTo>
                  <a:lnTo>
                    <a:pt x="2084456" y="426294"/>
                  </a:lnTo>
                  <a:lnTo>
                    <a:pt x="2094200" y="422575"/>
                  </a:lnTo>
                  <a:lnTo>
                    <a:pt x="2103944" y="418563"/>
                  </a:lnTo>
                  <a:lnTo>
                    <a:pt x="2113673" y="414262"/>
                  </a:lnTo>
                  <a:lnTo>
                    <a:pt x="2123417" y="409677"/>
                  </a:lnTo>
                  <a:lnTo>
                    <a:pt x="2133161" y="404814"/>
                  </a:lnTo>
                  <a:lnTo>
                    <a:pt x="2142905" y="399679"/>
                  </a:lnTo>
                  <a:lnTo>
                    <a:pt x="2152649" y="394279"/>
                  </a:lnTo>
                  <a:lnTo>
                    <a:pt x="2162377" y="388622"/>
                  </a:lnTo>
                  <a:lnTo>
                    <a:pt x="2172121" y="382715"/>
                  </a:lnTo>
                  <a:lnTo>
                    <a:pt x="2181865" y="376566"/>
                  </a:lnTo>
                  <a:lnTo>
                    <a:pt x="2191609" y="370185"/>
                  </a:lnTo>
                  <a:lnTo>
                    <a:pt x="2201338" y="363580"/>
                  </a:lnTo>
                  <a:lnTo>
                    <a:pt x="2211082" y="356761"/>
                  </a:lnTo>
                  <a:lnTo>
                    <a:pt x="2220826" y="349737"/>
                  </a:lnTo>
                  <a:lnTo>
                    <a:pt x="2230570" y="342522"/>
                  </a:lnTo>
                  <a:lnTo>
                    <a:pt x="2240299" y="335123"/>
                  </a:lnTo>
                  <a:lnTo>
                    <a:pt x="2250043" y="327553"/>
                  </a:lnTo>
                  <a:lnTo>
                    <a:pt x="2259787" y="319822"/>
                  </a:lnTo>
                  <a:lnTo>
                    <a:pt x="2269531" y="311943"/>
                  </a:lnTo>
                  <a:lnTo>
                    <a:pt x="2279260" y="303929"/>
                  </a:lnTo>
                  <a:lnTo>
                    <a:pt x="2289004" y="295789"/>
                  </a:lnTo>
                  <a:lnTo>
                    <a:pt x="2298748" y="287538"/>
                  </a:lnTo>
                  <a:lnTo>
                    <a:pt x="2308492" y="279189"/>
                  </a:lnTo>
                  <a:lnTo>
                    <a:pt x="2318236" y="270753"/>
                  </a:lnTo>
                  <a:lnTo>
                    <a:pt x="2327965" y="262244"/>
                  </a:lnTo>
                  <a:lnTo>
                    <a:pt x="2337709" y="253676"/>
                  </a:lnTo>
                  <a:lnTo>
                    <a:pt x="2347453" y="245061"/>
                  </a:lnTo>
                  <a:lnTo>
                    <a:pt x="2357197" y="236413"/>
                  </a:lnTo>
                  <a:lnTo>
                    <a:pt x="2366926" y="227744"/>
                  </a:lnTo>
                  <a:lnTo>
                    <a:pt x="2376670" y="219069"/>
                  </a:lnTo>
                  <a:lnTo>
                    <a:pt x="2386413" y="210400"/>
                  </a:lnTo>
                  <a:lnTo>
                    <a:pt x="2396157" y="201753"/>
                  </a:lnTo>
                  <a:lnTo>
                    <a:pt x="2405886" y="193139"/>
                  </a:lnTo>
                  <a:lnTo>
                    <a:pt x="2415630" y="184570"/>
                  </a:lnTo>
                  <a:lnTo>
                    <a:pt x="2425374" y="176063"/>
                  </a:lnTo>
                  <a:lnTo>
                    <a:pt x="2435118" y="167628"/>
                  </a:lnTo>
                  <a:lnTo>
                    <a:pt x="2444862" y="159281"/>
                  </a:lnTo>
                  <a:lnTo>
                    <a:pt x="2454591" y="151031"/>
                  </a:lnTo>
                  <a:lnTo>
                    <a:pt x="2464335" y="142895"/>
                  </a:lnTo>
                  <a:lnTo>
                    <a:pt x="2474079" y="134880"/>
                  </a:lnTo>
                  <a:lnTo>
                    <a:pt x="2483823" y="127005"/>
                  </a:lnTo>
                  <a:lnTo>
                    <a:pt x="2493552" y="119275"/>
                  </a:lnTo>
                  <a:lnTo>
                    <a:pt x="2503296" y="111708"/>
                  </a:lnTo>
                  <a:lnTo>
                    <a:pt x="2513040" y="104311"/>
                  </a:lnTo>
                  <a:lnTo>
                    <a:pt x="2522784" y="97097"/>
                  </a:lnTo>
                  <a:lnTo>
                    <a:pt x="2532513" y="90078"/>
                  </a:lnTo>
                  <a:lnTo>
                    <a:pt x="2542257" y="83261"/>
                  </a:lnTo>
                  <a:lnTo>
                    <a:pt x="2552001" y="76658"/>
                  </a:lnTo>
                  <a:lnTo>
                    <a:pt x="2561745" y="70280"/>
                  </a:lnTo>
                  <a:lnTo>
                    <a:pt x="2571474" y="64136"/>
                  </a:lnTo>
                  <a:lnTo>
                    <a:pt x="2581218" y="58233"/>
                  </a:lnTo>
                  <a:lnTo>
                    <a:pt x="2590962" y="52580"/>
                  </a:lnTo>
                  <a:lnTo>
                    <a:pt x="2600705" y="47185"/>
                  </a:lnTo>
                  <a:lnTo>
                    <a:pt x="2610449" y="42057"/>
                  </a:lnTo>
                  <a:lnTo>
                    <a:pt x="2620178" y="37201"/>
                  </a:lnTo>
                  <a:lnTo>
                    <a:pt x="2629922" y="32624"/>
                  </a:lnTo>
                  <a:lnTo>
                    <a:pt x="2639666" y="28332"/>
                  </a:lnTo>
                  <a:lnTo>
                    <a:pt x="2649410" y="24330"/>
                  </a:lnTo>
                  <a:lnTo>
                    <a:pt x="2659139" y="20623"/>
                  </a:lnTo>
                  <a:lnTo>
                    <a:pt x="2668883" y="17216"/>
                  </a:lnTo>
                  <a:lnTo>
                    <a:pt x="2678627" y="14111"/>
                  </a:lnTo>
                  <a:lnTo>
                    <a:pt x="2688371" y="11310"/>
                  </a:lnTo>
                  <a:lnTo>
                    <a:pt x="2698100" y="8819"/>
                  </a:lnTo>
                  <a:lnTo>
                    <a:pt x="2707844" y="6635"/>
                  </a:lnTo>
                  <a:lnTo>
                    <a:pt x="2717588" y="4762"/>
                  </a:lnTo>
                  <a:lnTo>
                    <a:pt x="2727332" y="3199"/>
                  </a:lnTo>
                  <a:lnTo>
                    <a:pt x="2737076" y="1946"/>
                  </a:lnTo>
                  <a:lnTo>
                    <a:pt x="2746805" y="1001"/>
                  </a:lnTo>
                  <a:lnTo>
                    <a:pt x="2756549" y="365"/>
                  </a:lnTo>
                  <a:lnTo>
                    <a:pt x="2766293" y="31"/>
                  </a:lnTo>
                  <a:lnTo>
                    <a:pt x="2776037" y="0"/>
                  </a:lnTo>
                  <a:lnTo>
                    <a:pt x="2785766" y="265"/>
                  </a:lnTo>
                  <a:lnTo>
                    <a:pt x="2795510" y="824"/>
                  </a:lnTo>
                  <a:lnTo>
                    <a:pt x="2805254" y="1670"/>
                  </a:lnTo>
                  <a:lnTo>
                    <a:pt x="2814998" y="2797"/>
                  </a:lnTo>
                  <a:lnTo>
                    <a:pt x="2824727" y="4199"/>
                  </a:lnTo>
                  <a:lnTo>
                    <a:pt x="2834471" y="5867"/>
                  </a:lnTo>
                  <a:lnTo>
                    <a:pt x="2844215" y="7797"/>
                  </a:lnTo>
                  <a:lnTo>
                    <a:pt x="2853958" y="9975"/>
                  </a:lnTo>
                  <a:lnTo>
                    <a:pt x="2863687" y="12396"/>
                  </a:lnTo>
                  <a:lnTo>
                    <a:pt x="2873431" y="15048"/>
                  </a:lnTo>
                  <a:lnTo>
                    <a:pt x="2883175" y="17922"/>
                  </a:lnTo>
                  <a:lnTo>
                    <a:pt x="2892919" y="21006"/>
                  </a:lnTo>
                  <a:lnTo>
                    <a:pt x="2902663" y="24288"/>
                  </a:lnTo>
                  <a:lnTo>
                    <a:pt x="2912392" y="2775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5" name="Freeform 774">
              <a:extLst>
                <a:ext uri="{FF2B5EF4-FFF2-40B4-BE49-F238E27FC236}">
                  <a16:creationId xmlns:a16="http://schemas.microsoft.com/office/drawing/2014/main" id="{2D2F1CAA-3147-79CE-B4AF-2EB4CE2AD2E6}"/>
                </a:ext>
              </a:extLst>
            </p:cNvPr>
            <p:cNvSpPr/>
            <p:nvPr/>
          </p:nvSpPr>
          <p:spPr>
            <a:xfrm>
              <a:off x="576446" y="3138015"/>
              <a:ext cx="2912392" cy="397360"/>
            </a:xfrm>
            <a:custGeom>
              <a:avLst/>
              <a:gdLst>
                <a:gd name="connsiteX0" fmla="*/ 0 w 2912392"/>
                <a:gd name="connsiteY0" fmla="*/ 15531 h 397360"/>
                <a:gd name="connsiteX1" fmla="*/ 9739 w 2912392"/>
                <a:gd name="connsiteY1" fmla="*/ 13504 h 397360"/>
                <a:gd name="connsiteX2" fmla="*/ 19480 w 2912392"/>
                <a:gd name="connsiteY2" fmla="*/ 11615 h 397360"/>
                <a:gd name="connsiteX3" fmla="*/ 29221 w 2912392"/>
                <a:gd name="connsiteY3" fmla="*/ 9866 h 397360"/>
                <a:gd name="connsiteX4" fmla="*/ 38961 w 2912392"/>
                <a:gd name="connsiteY4" fmla="*/ 8257 h 397360"/>
                <a:gd name="connsiteX5" fmla="*/ 48702 w 2912392"/>
                <a:gd name="connsiteY5" fmla="*/ 6789 h 397360"/>
                <a:gd name="connsiteX6" fmla="*/ 58443 w 2912392"/>
                <a:gd name="connsiteY6" fmla="*/ 5463 h 397360"/>
                <a:gd name="connsiteX7" fmla="*/ 68182 w 2912392"/>
                <a:gd name="connsiteY7" fmla="*/ 4280 h 397360"/>
                <a:gd name="connsiteX8" fmla="*/ 77923 w 2912392"/>
                <a:gd name="connsiteY8" fmla="*/ 3242 h 397360"/>
                <a:gd name="connsiteX9" fmla="*/ 87664 w 2912392"/>
                <a:gd name="connsiteY9" fmla="*/ 2347 h 397360"/>
                <a:gd name="connsiteX10" fmla="*/ 97404 w 2912392"/>
                <a:gd name="connsiteY10" fmla="*/ 1596 h 397360"/>
                <a:gd name="connsiteX11" fmla="*/ 107145 w 2912392"/>
                <a:gd name="connsiteY11" fmla="*/ 989 h 397360"/>
                <a:gd name="connsiteX12" fmla="*/ 116886 w 2912392"/>
                <a:gd name="connsiteY12" fmla="*/ 526 h 397360"/>
                <a:gd name="connsiteX13" fmla="*/ 126625 w 2912392"/>
                <a:gd name="connsiteY13" fmla="*/ 207 h 397360"/>
                <a:gd name="connsiteX14" fmla="*/ 136366 w 2912392"/>
                <a:gd name="connsiteY14" fmla="*/ 31 h 397360"/>
                <a:gd name="connsiteX15" fmla="*/ 146107 w 2912392"/>
                <a:gd name="connsiteY15" fmla="*/ 0 h 397360"/>
                <a:gd name="connsiteX16" fmla="*/ 155846 w 2912392"/>
                <a:gd name="connsiteY16" fmla="*/ 109 h 397360"/>
                <a:gd name="connsiteX17" fmla="*/ 165587 w 2912392"/>
                <a:gd name="connsiteY17" fmla="*/ 361 h 397360"/>
                <a:gd name="connsiteX18" fmla="*/ 175328 w 2912392"/>
                <a:gd name="connsiteY18" fmla="*/ 752 h 397360"/>
                <a:gd name="connsiteX19" fmla="*/ 185068 w 2912392"/>
                <a:gd name="connsiteY19" fmla="*/ 1284 h 397360"/>
                <a:gd name="connsiteX20" fmla="*/ 194809 w 2912392"/>
                <a:gd name="connsiteY20" fmla="*/ 1955 h 397360"/>
                <a:gd name="connsiteX21" fmla="*/ 204550 w 2912392"/>
                <a:gd name="connsiteY21" fmla="*/ 2761 h 397360"/>
                <a:gd name="connsiteX22" fmla="*/ 214289 w 2912392"/>
                <a:gd name="connsiteY22" fmla="*/ 3704 h 397360"/>
                <a:gd name="connsiteX23" fmla="*/ 224030 w 2912392"/>
                <a:gd name="connsiteY23" fmla="*/ 4778 h 397360"/>
                <a:gd name="connsiteX24" fmla="*/ 233771 w 2912392"/>
                <a:gd name="connsiteY24" fmla="*/ 5985 h 397360"/>
                <a:gd name="connsiteX25" fmla="*/ 243510 w 2912392"/>
                <a:gd name="connsiteY25" fmla="*/ 7321 h 397360"/>
                <a:gd name="connsiteX26" fmla="*/ 253251 w 2912392"/>
                <a:gd name="connsiteY26" fmla="*/ 8786 h 397360"/>
                <a:gd name="connsiteX27" fmla="*/ 262992 w 2912392"/>
                <a:gd name="connsiteY27" fmla="*/ 10374 h 397360"/>
                <a:gd name="connsiteX28" fmla="*/ 272732 w 2912392"/>
                <a:gd name="connsiteY28" fmla="*/ 12085 h 397360"/>
                <a:gd name="connsiteX29" fmla="*/ 282473 w 2912392"/>
                <a:gd name="connsiteY29" fmla="*/ 13914 h 397360"/>
                <a:gd name="connsiteX30" fmla="*/ 292214 w 2912392"/>
                <a:gd name="connsiteY30" fmla="*/ 15861 h 397360"/>
                <a:gd name="connsiteX31" fmla="*/ 301953 w 2912392"/>
                <a:gd name="connsiteY31" fmla="*/ 17922 h 397360"/>
                <a:gd name="connsiteX32" fmla="*/ 311694 w 2912392"/>
                <a:gd name="connsiteY32" fmla="*/ 20093 h 397360"/>
                <a:gd name="connsiteX33" fmla="*/ 321435 w 2912392"/>
                <a:gd name="connsiteY33" fmla="*/ 22369 h 397360"/>
                <a:gd name="connsiteX34" fmla="*/ 331175 w 2912392"/>
                <a:gd name="connsiteY34" fmla="*/ 24750 h 397360"/>
                <a:gd name="connsiteX35" fmla="*/ 340916 w 2912392"/>
                <a:gd name="connsiteY35" fmla="*/ 27231 h 397360"/>
                <a:gd name="connsiteX36" fmla="*/ 350656 w 2912392"/>
                <a:gd name="connsiteY36" fmla="*/ 29808 h 397360"/>
                <a:gd name="connsiteX37" fmla="*/ 360396 w 2912392"/>
                <a:gd name="connsiteY37" fmla="*/ 32477 h 397360"/>
                <a:gd name="connsiteX38" fmla="*/ 370137 w 2912392"/>
                <a:gd name="connsiteY38" fmla="*/ 35233 h 397360"/>
                <a:gd name="connsiteX39" fmla="*/ 379878 w 2912392"/>
                <a:gd name="connsiteY39" fmla="*/ 38073 h 397360"/>
                <a:gd name="connsiteX40" fmla="*/ 389617 w 2912392"/>
                <a:gd name="connsiteY40" fmla="*/ 40992 h 397360"/>
                <a:gd name="connsiteX41" fmla="*/ 399358 w 2912392"/>
                <a:gd name="connsiteY41" fmla="*/ 43986 h 397360"/>
                <a:gd name="connsiteX42" fmla="*/ 409099 w 2912392"/>
                <a:gd name="connsiteY42" fmla="*/ 47050 h 397360"/>
                <a:gd name="connsiteX43" fmla="*/ 418839 w 2912392"/>
                <a:gd name="connsiteY43" fmla="*/ 50180 h 397360"/>
                <a:gd name="connsiteX44" fmla="*/ 428580 w 2912392"/>
                <a:gd name="connsiteY44" fmla="*/ 53370 h 397360"/>
                <a:gd name="connsiteX45" fmla="*/ 438321 w 2912392"/>
                <a:gd name="connsiteY45" fmla="*/ 56616 h 397360"/>
                <a:gd name="connsiteX46" fmla="*/ 448060 w 2912392"/>
                <a:gd name="connsiteY46" fmla="*/ 59913 h 397360"/>
                <a:gd name="connsiteX47" fmla="*/ 457801 w 2912392"/>
                <a:gd name="connsiteY47" fmla="*/ 63257 h 397360"/>
                <a:gd name="connsiteX48" fmla="*/ 467542 w 2912392"/>
                <a:gd name="connsiteY48" fmla="*/ 66642 h 397360"/>
                <a:gd name="connsiteX49" fmla="*/ 477281 w 2912392"/>
                <a:gd name="connsiteY49" fmla="*/ 70062 h 397360"/>
                <a:gd name="connsiteX50" fmla="*/ 487022 w 2912392"/>
                <a:gd name="connsiteY50" fmla="*/ 73515 h 397360"/>
                <a:gd name="connsiteX51" fmla="*/ 496763 w 2912392"/>
                <a:gd name="connsiteY51" fmla="*/ 76993 h 397360"/>
                <a:gd name="connsiteX52" fmla="*/ 506503 w 2912392"/>
                <a:gd name="connsiteY52" fmla="*/ 80492 h 397360"/>
                <a:gd name="connsiteX53" fmla="*/ 516244 w 2912392"/>
                <a:gd name="connsiteY53" fmla="*/ 84006 h 397360"/>
                <a:gd name="connsiteX54" fmla="*/ 525985 w 2912392"/>
                <a:gd name="connsiteY54" fmla="*/ 87533 h 397360"/>
                <a:gd name="connsiteX55" fmla="*/ 535724 w 2912392"/>
                <a:gd name="connsiteY55" fmla="*/ 91066 h 397360"/>
                <a:gd name="connsiteX56" fmla="*/ 545465 w 2912392"/>
                <a:gd name="connsiteY56" fmla="*/ 94600 h 397360"/>
                <a:gd name="connsiteX57" fmla="*/ 555206 w 2912392"/>
                <a:gd name="connsiteY57" fmla="*/ 98131 h 397360"/>
                <a:gd name="connsiteX58" fmla="*/ 564946 w 2912392"/>
                <a:gd name="connsiteY58" fmla="*/ 101653 h 397360"/>
                <a:gd name="connsiteX59" fmla="*/ 574687 w 2912392"/>
                <a:gd name="connsiteY59" fmla="*/ 105163 h 397360"/>
                <a:gd name="connsiteX60" fmla="*/ 584428 w 2912392"/>
                <a:gd name="connsiteY60" fmla="*/ 108655 h 397360"/>
                <a:gd name="connsiteX61" fmla="*/ 594167 w 2912392"/>
                <a:gd name="connsiteY61" fmla="*/ 112127 h 397360"/>
                <a:gd name="connsiteX62" fmla="*/ 603908 w 2912392"/>
                <a:gd name="connsiteY62" fmla="*/ 115574 h 397360"/>
                <a:gd name="connsiteX63" fmla="*/ 613649 w 2912392"/>
                <a:gd name="connsiteY63" fmla="*/ 118991 h 397360"/>
                <a:gd name="connsiteX64" fmla="*/ 623388 w 2912392"/>
                <a:gd name="connsiteY64" fmla="*/ 122374 h 397360"/>
                <a:gd name="connsiteX65" fmla="*/ 633129 w 2912392"/>
                <a:gd name="connsiteY65" fmla="*/ 125721 h 397360"/>
                <a:gd name="connsiteX66" fmla="*/ 642870 w 2912392"/>
                <a:gd name="connsiteY66" fmla="*/ 129028 h 397360"/>
                <a:gd name="connsiteX67" fmla="*/ 652610 w 2912392"/>
                <a:gd name="connsiteY67" fmla="*/ 132291 h 397360"/>
                <a:gd name="connsiteX68" fmla="*/ 662351 w 2912392"/>
                <a:gd name="connsiteY68" fmla="*/ 135506 h 397360"/>
                <a:gd name="connsiteX69" fmla="*/ 672092 w 2912392"/>
                <a:gd name="connsiteY69" fmla="*/ 138674 h 397360"/>
                <a:gd name="connsiteX70" fmla="*/ 681831 w 2912392"/>
                <a:gd name="connsiteY70" fmla="*/ 141789 h 397360"/>
                <a:gd name="connsiteX71" fmla="*/ 691572 w 2912392"/>
                <a:gd name="connsiteY71" fmla="*/ 144849 h 397360"/>
                <a:gd name="connsiteX72" fmla="*/ 701313 w 2912392"/>
                <a:gd name="connsiteY72" fmla="*/ 147853 h 397360"/>
                <a:gd name="connsiteX73" fmla="*/ 711052 w 2912392"/>
                <a:gd name="connsiteY73" fmla="*/ 150799 h 397360"/>
                <a:gd name="connsiteX74" fmla="*/ 720793 w 2912392"/>
                <a:gd name="connsiteY74" fmla="*/ 153683 h 397360"/>
                <a:gd name="connsiteX75" fmla="*/ 730534 w 2912392"/>
                <a:gd name="connsiteY75" fmla="*/ 156508 h 397360"/>
                <a:gd name="connsiteX76" fmla="*/ 740274 w 2912392"/>
                <a:gd name="connsiteY76" fmla="*/ 159269 h 397360"/>
                <a:gd name="connsiteX77" fmla="*/ 750015 w 2912392"/>
                <a:gd name="connsiteY77" fmla="*/ 161965 h 397360"/>
                <a:gd name="connsiteX78" fmla="*/ 759756 w 2912392"/>
                <a:gd name="connsiteY78" fmla="*/ 164598 h 397360"/>
                <a:gd name="connsiteX79" fmla="*/ 769495 w 2912392"/>
                <a:gd name="connsiteY79" fmla="*/ 167167 h 397360"/>
                <a:gd name="connsiteX80" fmla="*/ 779236 w 2912392"/>
                <a:gd name="connsiteY80" fmla="*/ 169670 h 397360"/>
                <a:gd name="connsiteX81" fmla="*/ 788977 w 2912392"/>
                <a:gd name="connsiteY81" fmla="*/ 172109 h 397360"/>
                <a:gd name="connsiteX82" fmla="*/ 798717 w 2912392"/>
                <a:gd name="connsiteY82" fmla="*/ 174482 h 397360"/>
                <a:gd name="connsiteX83" fmla="*/ 808458 w 2912392"/>
                <a:gd name="connsiteY83" fmla="*/ 176791 h 397360"/>
                <a:gd name="connsiteX84" fmla="*/ 818199 w 2912392"/>
                <a:gd name="connsiteY84" fmla="*/ 179037 h 397360"/>
                <a:gd name="connsiteX85" fmla="*/ 827938 w 2912392"/>
                <a:gd name="connsiteY85" fmla="*/ 181219 h 397360"/>
                <a:gd name="connsiteX86" fmla="*/ 837679 w 2912392"/>
                <a:gd name="connsiteY86" fmla="*/ 183339 h 397360"/>
                <a:gd name="connsiteX87" fmla="*/ 847420 w 2912392"/>
                <a:gd name="connsiteY87" fmla="*/ 185401 h 397360"/>
                <a:gd name="connsiteX88" fmla="*/ 857159 w 2912392"/>
                <a:gd name="connsiteY88" fmla="*/ 187402 h 397360"/>
                <a:gd name="connsiteX89" fmla="*/ 866900 w 2912392"/>
                <a:gd name="connsiteY89" fmla="*/ 189347 h 397360"/>
                <a:gd name="connsiteX90" fmla="*/ 876641 w 2912392"/>
                <a:gd name="connsiteY90" fmla="*/ 191236 h 397360"/>
                <a:gd name="connsiteX91" fmla="*/ 886381 w 2912392"/>
                <a:gd name="connsiteY91" fmla="*/ 193071 h 397360"/>
                <a:gd name="connsiteX92" fmla="*/ 896122 w 2912392"/>
                <a:gd name="connsiteY92" fmla="*/ 194856 h 397360"/>
                <a:gd name="connsiteX93" fmla="*/ 905863 w 2912392"/>
                <a:gd name="connsiteY93" fmla="*/ 196591 h 397360"/>
                <a:gd name="connsiteX94" fmla="*/ 915602 w 2912392"/>
                <a:gd name="connsiteY94" fmla="*/ 198279 h 397360"/>
                <a:gd name="connsiteX95" fmla="*/ 925343 w 2912392"/>
                <a:gd name="connsiteY95" fmla="*/ 199921 h 397360"/>
                <a:gd name="connsiteX96" fmla="*/ 935084 w 2912392"/>
                <a:gd name="connsiteY96" fmla="*/ 201522 h 397360"/>
                <a:gd name="connsiteX97" fmla="*/ 944824 w 2912392"/>
                <a:gd name="connsiteY97" fmla="*/ 203082 h 397360"/>
                <a:gd name="connsiteX98" fmla="*/ 954564 w 2912392"/>
                <a:gd name="connsiteY98" fmla="*/ 204606 h 397360"/>
                <a:gd name="connsiteX99" fmla="*/ 964305 w 2912392"/>
                <a:gd name="connsiteY99" fmla="*/ 206095 h 397360"/>
                <a:gd name="connsiteX100" fmla="*/ 974045 w 2912392"/>
                <a:gd name="connsiteY100" fmla="*/ 207552 h 397360"/>
                <a:gd name="connsiteX101" fmla="*/ 983786 w 2912392"/>
                <a:gd name="connsiteY101" fmla="*/ 208979 h 397360"/>
                <a:gd name="connsiteX102" fmla="*/ 993522 w 2912392"/>
                <a:gd name="connsiteY102" fmla="*/ 210380 h 397360"/>
                <a:gd name="connsiteX103" fmla="*/ 1003266 w 2912392"/>
                <a:gd name="connsiteY103" fmla="*/ 211756 h 397360"/>
                <a:gd name="connsiteX104" fmla="*/ 1013010 w 2912392"/>
                <a:gd name="connsiteY104" fmla="*/ 213111 h 397360"/>
                <a:gd name="connsiteX105" fmla="*/ 1022754 w 2912392"/>
                <a:gd name="connsiteY105" fmla="*/ 214444 h 397360"/>
                <a:gd name="connsiteX106" fmla="*/ 1032483 w 2912392"/>
                <a:gd name="connsiteY106" fmla="*/ 215761 h 397360"/>
                <a:gd name="connsiteX107" fmla="*/ 1042227 w 2912392"/>
                <a:gd name="connsiteY107" fmla="*/ 217063 h 397360"/>
                <a:gd name="connsiteX108" fmla="*/ 1051971 w 2912392"/>
                <a:gd name="connsiteY108" fmla="*/ 218353 h 397360"/>
                <a:gd name="connsiteX109" fmla="*/ 1061715 w 2912392"/>
                <a:gd name="connsiteY109" fmla="*/ 219632 h 397360"/>
                <a:gd name="connsiteX110" fmla="*/ 1071444 w 2912392"/>
                <a:gd name="connsiteY110" fmla="*/ 220900 h 397360"/>
                <a:gd name="connsiteX111" fmla="*/ 1081188 w 2912392"/>
                <a:gd name="connsiteY111" fmla="*/ 222162 h 397360"/>
                <a:gd name="connsiteX112" fmla="*/ 1090932 w 2912392"/>
                <a:gd name="connsiteY112" fmla="*/ 223418 h 397360"/>
                <a:gd name="connsiteX113" fmla="*/ 1100676 w 2912392"/>
                <a:gd name="connsiteY113" fmla="*/ 224669 h 397360"/>
                <a:gd name="connsiteX114" fmla="*/ 1110405 w 2912392"/>
                <a:gd name="connsiteY114" fmla="*/ 225918 h 397360"/>
                <a:gd name="connsiteX115" fmla="*/ 1120149 w 2912392"/>
                <a:gd name="connsiteY115" fmla="*/ 227162 h 397360"/>
                <a:gd name="connsiteX116" fmla="*/ 1129893 w 2912392"/>
                <a:gd name="connsiteY116" fmla="*/ 228406 h 397360"/>
                <a:gd name="connsiteX117" fmla="*/ 1139637 w 2912392"/>
                <a:gd name="connsiteY117" fmla="*/ 229648 h 397360"/>
                <a:gd name="connsiteX118" fmla="*/ 1149381 w 2912392"/>
                <a:gd name="connsiteY118" fmla="*/ 230889 h 397360"/>
                <a:gd name="connsiteX119" fmla="*/ 1159110 w 2912392"/>
                <a:gd name="connsiteY119" fmla="*/ 232129 h 397360"/>
                <a:gd name="connsiteX120" fmla="*/ 1168854 w 2912392"/>
                <a:gd name="connsiteY120" fmla="*/ 233367 h 397360"/>
                <a:gd name="connsiteX121" fmla="*/ 1178598 w 2912392"/>
                <a:gd name="connsiteY121" fmla="*/ 234605 h 397360"/>
                <a:gd name="connsiteX122" fmla="*/ 1188341 w 2912392"/>
                <a:gd name="connsiteY122" fmla="*/ 235839 h 397360"/>
                <a:gd name="connsiteX123" fmla="*/ 1198070 w 2912392"/>
                <a:gd name="connsiteY123" fmla="*/ 237071 h 397360"/>
                <a:gd name="connsiteX124" fmla="*/ 1207814 w 2912392"/>
                <a:gd name="connsiteY124" fmla="*/ 238297 h 397360"/>
                <a:gd name="connsiteX125" fmla="*/ 1217558 w 2912392"/>
                <a:gd name="connsiteY125" fmla="*/ 239517 h 397360"/>
                <a:gd name="connsiteX126" fmla="*/ 1227302 w 2912392"/>
                <a:gd name="connsiteY126" fmla="*/ 240730 h 397360"/>
                <a:gd name="connsiteX127" fmla="*/ 1237031 w 2912392"/>
                <a:gd name="connsiteY127" fmla="*/ 241933 h 397360"/>
                <a:gd name="connsiteX128" fmla="*/ 1246775 w 2912392"/>
                <a:gd name="connsiteY128" fmla="*/ 243122 h 397360"/>
                <a:gd name="connsiteX129" fmla="*/ 1256519 w 2912392"/>
                <a:gd name="connsiteY129" fmla="*/ 244297 h 397360"/>
                <a:gd name="connsiteX130" fmla="*/ 1266263 w 2912392"/>
                <a:gd name="connsiteY130" fmla="*/ 245455 h 397360"/>
                <a:gd name="connsiteX131" fmla="*/ 1276007 w 2912392"/>
                <a:gd name="connsiteY131" fmla="*/ 246590 h 397360"/>
                <a:gd name="connsiteX132" fmla="*/ 1285736 w 2912392"/>
                <a:gd name="connsiteY132" fmla="*/ 247703 h 397360"/>
                <a:gd name="connsiteX133" fmla="*/ 1295480 w 2912392"/>
                <a:gd name="connsiteY133" fmla="*/ 248788 h 397360"/>
                <a:gd name="connsiteX134" fmla="*/ 1305224 w 2912392"/>
                <a:gd name="connsiteY134" fmla="*/ 249841 h 397360"/>
                <a:gd name="connsiteX135" fmla="*/ 1314968 w 2912392"/>
                <a:gd name="connsiteY135" fmla="*/ 250859 h 397360"/>
                <a:gd name="connsiteX136" fmla="*/ 1324697 w 2912392"/>
                <a:gd name="connsiteY136" fmla="*/ 251836 h 397360"/>
                <a:gd name="connsiteX137" fmla="*/ 1334441 w 2912392"/>
                <a:gd name="connsiteY137" fmla="*/ 252770 h 397360"/>
                <a:gd name="connsiteX138" fmla="*/ 1344185 w 2912392"/>
                <a:gd name="connsiteY138" fmla="*/ 253657 h 397360"/>
                <a:gd name="connsiteX139" fmla="*/ 1353929 w 2912392"/>
                <a:gd name="connsiteY139" fmla="*/ 254490 h 397360"/>
                <a:gd name="connsiteX140" fmla="*/ 1363658 w 2912392"/>
                <a:gd name="connsiteY140" fmla="*/ 255264 h 397360"/>
                <a:gd name="connsiteX141" fmla="*/ 1373402 w 2912392"/>
                <a:gd name="connsiteY141" fmla="*/ 255976 h 397360"/>
                <a:gd name="connsiteX142" fmla="*/ 1383146 w 2912392"/>
                <a:gd name="connsiteY142" fmla="*/ 256620 h 397360"/>
                <a:gd name="connsiteX143" fmla="*/ 1392890 w 2912392"/>
                <a:gd name="connsiteY143" fmla="*/ 257192 h 397360"/>
                <a:gd name="connsiteX144" fmla="*/ 1402619 w 2912392"/>
                <a:gd name="connsiteY144" fmla="*/ 257685 h 397360"/>
                <a:gd name="connsiteX145" fmla="*/ 1412363 w 2912392"/>
                <a:gd name="connsiteY145" fmla="*/ 258095 h 397360"/>
                <a:gd name="connsiteX146" fmla="*/ 1422106 w 2912392"/>
                <a:gd name="connsiteY146" fmla="*/ 258417 h 397360"/>
                <a:gd name="connsiteX147" fmla="*/ 1431850 w 2912392"/>
                <a:gd name="connsiteY147" fmla="*/ 258645 h 397360"/>
                <a:gd name="connsiteX148" fmla="*/ 1441594 w 2912392"/>
                <a:gd name="connsiteY148" fmla="*/ 258774 h 397360"/>
                <a:gd name="connsiteX149" fmla="*/ 1451323 w 2912392"/>
                <a:gd name="connsiteY149" fmla="*/ 258800 h 397360"/>
                <a:gd name="connsiteX150" fmla="*/ 1461067 w 2912392"/>
                <a:gd name="connsiteY150" fmla="*/ 258716 h 397360"/>
                <a:gd name="connsiteX151" fmla="*/ 1470811 w 2912392"/>
                <a:gd name="connsiteY151" fmla="*/ 258520 h 397360"/>
                <a:gd name="connsiteX152" fmla="*/ 1480555 w 2912392"/>
                <a:gd name="connsiteY152" fmla="*/ 258205 h 397360"/>
                <a:gd name="connsiteX153" fmla="*/ 1490284 w 2912392"/>
                <a:gd name="connsiteY153" fmla="*/ 257767 h 397360"/>
                <a:gd name="connsiteX154" fmla="*/ 1500028 w 2912392"/>
                <a:gd name="connsiteY154" fmla="*/ 257203 h 397360"/>
                <a:gd name="connsiteX155" fmla="*/ 1509772 w 2912392"/>
                <a:gd name="connsiteY155" fmla="*/ 256507 h 397360"/>
                <a:gd name="connsiteX156" fmla="*/ 1519516 w 2912392"/>
                <a:gd name="connsiteY156" fmla="*/ 255675 h 397360"/>
                <a:gd name="connsiteX157" fmla="*/ 1529245 w 2912392"/>
                <a:gd name="connsiteY157" fmla="*/ 254706 h 397360"/>
                <a:gd name="connsiteX158" fmla="*/ 1538989 w 2912392"/>
                <a:gd name="connsiteY158" fmla="*/ 253594 h 397360"/>
                <a:gd name="connsiteX159" fmla="*/ 1548733 w 2912392"/>
                <a:gd name="connsiteY159" fmla="*/ 252338 h 397360"/>
                <a:gd name="connsiteX160" fmla="*/ 1558477 w 2912392"/>
                <a:gd name="connsiteY160" fmla="*/ 250933 h 397360"/>
                <a:gd name="connsiteX161" fmla="*/ 1568221 w 2912392"/>
                <a:gd name="connsiteY161" fmla="*/ 249379 h 397360"/>
                <a:gd name="connsiteX162" fmla="*/ 1577950 w 2912392"/>
                <a:gd name="connsiteY162" fmla="*/ 247673 h 397360"/>
                <a:gd name="connsiteX163" fmla="*/ 1587694 w 2912392"/>
                <a:gd name="connsiteY163" fmla="*/ 245814 h 397360"/>
                <a:gd name="connsiteX164" fmla="*/ 1597438 w 2912392"/>
                <a:gd name="connsiteY164" fmla="*/ 243801 h 397360"/>
                <a:gd name="connsiteX165" fmla="*/ 1607182 w 2912392"/>
                <a:gd name="connsiteY165" fmla="*/ 241633 h 397360"/>
                <a:gd name="connsiteX166" fmla="*/ 1616911 w 2912392"/>
                <a:gd name="connsiteY166" fmla="*/ 239310 h 397360"/>
                <a:gd name="connsiteX167" fmla="*/ 1626655 w 2912392"/>
                <a:gd name="connsiteY167" fmla="*/ 236831 h 397360"/>
                <a:gd name="connsiteX168" fmla="*/ 1636399 w 2912392"/>
                <a:gd name="connsiteY168" fmla="*/ 234200 h 397360"/>
                <a:gd name="connsiteX169" fmla="*/ 1646142 w 2912392"/>
                <a:gd name="connsiteY169" fmla="*/ 231415 h 397360"/>
                <a:gd name="connsiteX170" fmla="*/ 1655872 w 2912392"/>
                <a:gd name="connsiteY170" fmla="*/ 228480 h 397360"/>
                <a:gd name="connsiteX171" fmla="*/ 1665616 w 2912392"/>
                <a:gd name="connsiteY171" fmla="*/ 225396 h 397360"/>
                <a:gd name="connsiteX172" fmla="*/ 1675359 w 2912392"/>
                <a:gd name="connsiteY172" fmla="*/ 222166 h 397360"/>
                <a:gd name="connsiteX173" fmla="*/ 1685103 w 2912392"/>
                <a:gd name="connsiteY173" fmla="*/ 218793 h 397360"/>
                <a:gd name="connsiteX174" fmla="*/ 1694832 w 2912392"/>
                <a:gd name="connsiteY174" fmla="*/ 215281 h 397360"/>
                <a:gd name="connsiteX175" fmla="*/ 1704576 w 2912392"/>
                <a:gd name="connsiteY175" fmla="*/ 211636 h 397360"/>
                <a:gd name="connsiteX176" fmla="*/ 1714320 w 2912392"/>
                <a:gd name="connsiteY176" fmla="*/ 207860 h 397360"/>
                <a:gd name="connsiteX177" fmla="*/ 1724064 w 2912392"/>
                <a:gd name="connsiteY177" fmla="*/ 203960 h 397360"/>
                <a:gd name="connsiteX178" fmla="*/ 1733808 w 2912392"/>
                <a:gd name="connsiteY178" fmla="*/ 199941 h 397360"/>
                <a:gd name="connsiteX179" fmla="*/ 1743537 w 2912392"/>
                <a:gd name="connsiteY179" fmla="*/ 195810 h 397360"/>
                <a:gd name="connsiteX180" fmla="*/ 1753281 w 2912392"/>
                <a:gd name="connsiteY180" fmla="*/ 191574 h 397360"/>
                <a:gd name="connsiteX181" fmla="*/ 1763025 w 2912392"/>
                <a:gd name="connsiteY181" fmla="*/ 187238 h 397360"/>
                <a:gd name="connsiteX182" fmla="*/ 1772769 w 2912392"/>
                <a:gd name="connsiteY182" fmla="*/ 182812 h 397360"/>
                <a:gd name="connsiteX183" fmla="*/ 1782498 w 2912392"/>
                <a:gd name="connsiteY183" fmla="*/ 178302 h 397360"/>
                <a:gd name="connsiteX184" fmla="*/ 1792242 w 2912392"/>
                <a:gd name="connsiteY184" fmla="*/ 173718 h 397360"/>
                <a:gd name="connsiteX185" fmla="*/ 1801986 w 2912392"/>
                <a:gd name="connsiteY185" fmla="*/ 169066 h 397360"/>
                <a:gd name="connsiteX186" fmla="*/ 1811730 w 2912392"/>
                <a:gd name="connsiteY186" fmla="*/ 164358 h 397360"/>
                <a:gd name="connsiteX187" fmla="*/ 1821459 w 2912392"/>
                <a:gd name="connsiteY187" fmla="*/ 159602 h 397360"/>
                <a:gd name="connsiteX188" fmla="*/ 1831203 w 2912392"/>
                <a:gd name="connsiteY188" fmla="*/ 154808 h 397360"/>
                <a:gd name="connsiteX189" fmla="*/ 1840947 w 2912392"/>
                <a:gd name="connsiteY189" fmla="*/ 149985 h 397360"/>
                <a:gd name="connsiteX190" fmla="*/ 1850691 w 2912392"/>
                <a:gd name="connsiteY190" fmla="*/ 145144 h 397360"/>
                <a:gd name="connsiteX191" fmla="*/ 1860435 w 2912392"/>
                <a:gd name="connsiteY191" fmla="*/ 140293 h 397360"/>
                <a:gd name="connsiteX192" fmla="*/ 1870164 w 2912392"/>
                <a:gd name="connsiteY192" fmla="*/ 135445 h 397360"/>
                <a:gd name="connsiteX193" fmla="*/ 1879908 w 2912392"/>
                <a:gd name="connsiteY193" fmla="*/ 130610 h 397360"/>
                <a:gd name="connsiteX194" fmla="*/ 1889652 w 2912392"/>
                <a:gd name="connsiteY194" fmla="*/ 125797 h 397360"/>
                <a:gd name="connsiteX195" fmla="*/ 1899395 w 2912392"/>
                <a:gd name="connsiteY195" fmla="*/ 121017 h 397360"/>
                <a:gd name="connsiteX196" fmla="*/ 1909124 w 2912392"/>
                <a:gd name="connsiteY196" fmla="*/ 116282 h 397360"/>
                <a:gd name="connsiteX197" fmla="*/ 1918868 w 2912392"/>
                <a:gd name="connsiteY197" fmla="*/ 111599 h 397360"/>
                <a:gd name="connsiteX198" fmla="*/ 1928612 w 2912392"/>
                <a:gd name="connsiteY198" fmla="*/ 106984 h 397360"/>
                <a:gd name="connsiteX199" fmla="*/ 1938356 w 2912392"/>
                <a:gd name="connsiteY199" fmla="*/ 102441 h 397360"/>
                <a:gd name="connsiteX200" fmla="*/ 1948085 w 2912392"/>
                <a:gd name="connsiteY200" fmla="*/ 97985 h 397360"/>
                <a:gd name="connsiteX201" fmla="*/ 1957829 w 2912392"/>
                <a:gd name="connsiteY201" fmla="*/ 93624 h 397360"/>
                <a:gd name="connsiteX202" fmla="*/ 1967573 w 2912392"/>
                <a:gd name="connsiteY202" fmla="*/ 89367 h 397360"/>
                <a:gd name="connsiteX203" fmla="*/ 1977317 w 2912392"/>
                <a:gd name="connsiteY203" fmla="*/ 85227 h 397360"/>
                <a:gd name="connsiteX204" fmla="*/ 1987046 w 2912392"/>
                <a:gd name="connsiteY204" fmla="*/ 81210 h 397360"/>
                <a:gd name="connsiteX205" fmla="*/ 1996790 w 2912392"/>
                <a:gd name="connsiteY205" fmla="*/ 77326 h 397360"/>
                <a:gd name="connsiteX206" fmla="*/ 2006534 w 2912392"/>
                <a:gd name="connsiteY206" fmla="*/ 73583 h 397360"/>
                <a:gd name="connsiteX207" fmla="*/ 2016278 w 2912392"/>
                <a:gd name="connsiteY207" fmla="*/ 69991 h 397360"/>
                <a:gd name="connsiteX208" fmla="*/ 2026022 w 2912392"/>
                <a:gd name="connsiteY208" fmla="*/ 66557 h 397360"/>
                <a:gd name="connsiteX209" fmla="*/ 2035751 w 2912392"/>
                <a:gd name="connsiteY209" fmla="*/ 63288 h 397360"/>
                <a:gd name="connsiteX210" fmla="*/ 2045495 w 2912392"/>
                <a:gd name="connsiteY210" fmla="*/ 60193 h 397360"/>
                <a:gd name="connsiteX211" fmla="*/ 2055239 w 2912392"/>
                <a:gd name="connsiteY211" fmla="*/ 57278 h 397360"/>
                <a:gd name="connsiteX212" fmla="*/ 2064983 w 2912392"/>
                <a:gd name="connsiteY212" fmla="*/ 54548 h 397360"/>
                <a:gd name="connsiteX213" fmla="*/ 2074712 w 2912392"/>
                <a:gd name="connsiteY213" fmla="*/ 52012 h 397360"/>
                <a:gd name="connsiteX214" fmla="*/ 2084456 w 2912392"/>
                <a:gd name="connsiteY214" fmla="*/ 49672 h 397360"/>
                <a:gd name="connsiteX215" fmla="*/ 2094200 w 2912392"/>
                <a:gd name="connsiteY215" fmla="*/ 47535 h 397360"/>
                <a:gd name="connsiteX216" fmla="*/ 2103944 w 2912392"/>
                <a:gd name="connsiteY216" fmla="*/ 45604 h 397360"/>
                <a:gd name="connsiteX217" fmla="*/ 2113673 w 2912392"/>
                <a:gd name="connsiteY217" fmla="*/ 43885 h 397360"/>
                <a:gd name="connsiteX218" fmla="*/ 2123417 w 2912392"/>
                <a:gd name="connsiteY218" fmla="*/ 42379 h 397360"/>
                <a:gd name="connsiteX219" fmla="*/ 2133161 w 2912392"/>
                <a:gd name="connsiteY219" fmla="*/ 41091 h 397360"/>
                <a:gd name="connsiteX220" fmla="*/ 2142905 w 2912392"/>
                <a:gd name="connsiteY220" fmla="*/ 40022 h 397360"/>
                <a:gd name="connsiteX221" fmla="*/ 2152649 w 2912392"/>
                <a:gd name="connsiteY221" fmla="*/ 39175 h 397360"/>
                <a:gd name="connsiteX222" fmla="*/ 2162377 w 2912392"/>
                <a:gd name="connsiteY222" fmla="*/ 38553 h 397360"/>
                <a:gd name="connsiteX223" fmla="*/ 2172121 w 2912392"/>
                <a:gd name="connsiteY223" fmla="*/ 38153 h 397360"/>
                <a:gd name="connsiteX224" fmla="*/ 2181865 w 2912392"/>
                <a:gd name="connsiteY224" fmla="*/ 37979 h 397360"/>
                <a:gd name="connsiteX225" fmla="*/ 2191609 w 2912392"/>
                <a:gd name="connsiteY225" fmla="*/ 38030 h 397360"/>
                <a:gd name="connsiteX226" fmla="*/ 2201338 w 2912392"/>
                <a:gd name="connsiteY226" fmla="*/ 38304 h 397360"/>
                <a:gd name="connsiteX227" fmla="*/ 2211082 w 2912392"/>
                <a:gd name="connsiteY227" fmla="*/ 38803 h 397360"/>
                <a:gd name="connsiteX228" fmla="*/ 2220826 w 2912392"/>
                <a:gd name="connsiteY228" fmla="*/ 39525 h 397360"/>
                <a:gd name="connsiteX229" fmla="*/ 2230570 w 2912392"/>
                <a:gd name="connsiteY229" fmla="*/ 40469 h 397360"/>
                <a:gd name="connsiteX230" fmla="*/ 2240299 w 2912392"/>
                <a:gd name="connsiteY230" fmla="*/ 41631 h 397360"/>
                <a:gd name="connsiteX231" fmla="*/ 2250043 w 2912392"/>
                <a:gd name="connsiteY231" fmla="*/ 43010 h 397360"/>
                <a:gd name="connsiteX232" fmla="*/ 2259787 w 2912392"/>
                <a:gd name="connsiteY232" fmla="*/ 44605 h 397360"/>
                <a:gd name="connsiteX233" fmla="*/ 2269531 w 2912392"/>
                <a:gd name="connsiteY233" fmla="*/ 46409 h 397360"/>
                <a:gd name="connsiteX234" fmla="*/ 2279260 w 2912392"/>
                <a:gd name="connsiteY234" fmla="*/ 48422 h 397360"/>
                <a:gd name="connsiteX235" fmla="*/ 2289004 w 2912392"/>
                <a:gd name="connsiteY235" fmla="*/ 50640 h 397360"/>
                <a:gd name="connsiteX236" fmla="*/ 2298748 w 2912392"/>
                <a:gd name="connsiteY236" fmla="*/ 53058 h 397360"/>
                <a:gd name="connsiteX237" fmla="*/ 2308492 w 2912392"/>
                <a:gd name="connsiteY237" fmla="*/ 55675 h 397360"/>
                <a:gd name="connsiteX238" fmla="*/ 2318236 w 2912392"/>
                <a:gd name="connsiteY238" fmla="*/ 58483 h 397360"/>
                <a:gd name="connsiteX239" fmla="*/ 2327965 w 2912392"/>
                <a:gd name="connsiteY239" fmla="*/ 61479 h 397360"/>
                <a:gd name="connsiteX240" fmla="*/ 2337709 w 2912392"/>
                <a:gd name="connsiteY240" fmla="*/ 64659 h 397360"/>
                <a:gd name="connsiteX241" fmla="*/ 2347453 w 2912392"/>
                <a:gd name="connsiteY241" fmla="*/ 68018 h 397360"/>
                <a:gd name="connsiteX242" fmla="*/ 2357197 w 2912392"/>
                <a:gd name="connsiteY242" fmla="*/ 71551 h 397360"/>
                <a:gd name="connsiteX243" fmla="*/ 2366926 w 2912392"/>
                <a:gd name="connsiteY243" fmla="*/ 75253 h 397360"/>
                <a:gd name="connsiteX244" fmla="*/ 2376670 w 2912392"/>
                <a:gd name="connsiteY244" fmla="*/ 79120 h 397360"/>
                <a:gd name="connsiteX245" fmla="*/ 2386413 w 2912392"/>
                <a:gd name="connsiteY245" fmla="*/ 83145 h 397360"/>
                <a:gd name="connsiteX246" fmla="*/ 2396157 w 2912392"/>
                <a:gd name="connsiteY246" fmla="*/ 87324 h 397360"/>
                <a:gd name="connsiteX247" fmla="*/ 2405886 w 2912392"/>
                <a:gd name="connsiteY247" fmla="*/ 91653 h 397360"/>
                <a:gd name="connsiteX248" fmla="*/ 2415630 w 2912392"/>
                <a:gd name="connsiteY248" fmla="*/ 96124 h 397360"/>
                <a:gd name="connsiteX249" fmla="*/ 2425374 w 2912392"/>
                <a:gd name="connsiteY249" fmla="*/ 100733 h 397360"/>
                <a:gd name="connsiteX250" fmla="*/ 2435118 w 2912392"/>
                <a:gd name="connsiteY250" fmla="*/ 105476 h 397360"/>
                <a:gd name="connsiteX251" fmla="*/ 2444862 w 2912392"/>
                <a:gd name="connsiteY251" fmla="*/ 110346 h 397360"/>
                <a:gd name="connsiteX252" fmla="*/ 2454591 w 2912392"/>
                <a:gd name="connsiteY252" fmla="*/ 115337 h 397360"/>
                <a:gd name="connsiteX253" fmla="*/ 2464335 w 2912392"/>
                <a:gd name="connsiteY253" fmla="*/ 120448 h 397360"/>
                <a:gd name="connsiteX254" fmla="*/ 2474079 w 2912392"/>
                <a:gd name="connsiteY254" fmla="*/ 125670 h 397360"/>
                <a:gd name="connsiteX255" fmla="*/ 2483823 w 2912392"/>
                <a:gd name="connsiteY255" fmla="*/ 130999 h 397360"/>
                <a:gd name="connsiteX256" fmla="*/ 2493552 w 2912392"/>
                <a:gd name="connsiteY256" fmla="*/ 136430 h 397360"/>
                <a:gd name="connsiteX257" fmla="*/ 2503296 w 2912392"/>
                <a:gd name="connsiteY257" fmla="*/ 141957 h 397360"/>
                <a:gd name="connsiteX258" fmla="*/ 2513040 w 2912392"/>
                <a:gd name="connsiteY258" fmla="*/ 147577 h 397360"/>
                <a:gd name="connsiteX259" fmla="*/ 2522784 w 2912392"/>
                <a:gd name="connsiteY259" fmla="*/ 153285 h 397360"/>
                <a:gd name="connsiteX260" fmla="*/ 2532513 w 2912392"/>
                <a:gd name="connsiteY260" fmla="*/ 159073 h 397360"/>
                <a:gd name="connsiteX261" fmla="*/ 2542257 w 2912392"/>
                <a:gd name="connsiteY261" fmla="*/ 164941 h 397360"/>
                <a:gd name="connsiteX262" fmla="*/ 2552001 w 2912392"/>
                <a:gd name="connsiteY262" fmla="*/ 170879 h 397360"/>
                <a:gd name="connsiteX263" fmla="*/ 2561745 w 2912392"/>
                <a:gd name="connsiteY263" fmla="*/ 176887 h 397360"/>
                <a:gd name="connsiteX264" fmla="*/ 2571474 w 2912392"/>
                <a:gd name="connsiteY264" fmla="*/ 182956 h 397360"/>
                <a:gd name="connsiteX265" fmla="*/ 2581218 w 2912392"/>
                <a:gd name="connsiteY265" fmla="*/ 189086 h 397360"/>
                <a:gd name="connsiteX266" fmla="*/ 2590962 w 2912392"/>
                <a:gd name="connsiteY266" fmla="*/ 195268 h 397360"/>
                <a:gd name="connsiteX267" fmla="*/ 2600705 w 2912392"/>
                <a:gd name="connsiteY267" fmla="*/ 201500 h 397360"/>
                <a:gd name="connsiteX268" fmla="*/ 2610449 w 2912392"/>
                <a:gd name="connsiteY268" fmla="*/ 207775 h 397360"/>
                <a:gd name="connsiteX269" fmla="*/ 2620178 w 2912392"/>
                <a:gd name="connsiteY269" fmla="*/ 214091 h 397360"/>
                <a:gd name="connsiteX270" fmla="*/ 2629922 w 2912392"/>
                <a:gd name="connsiteY270" fmla="*/ 220442 h 397360"/>
                <a:gd name="connsiteX271" fmla="*/ 2639666 w 2912392"/>
                <a:gd name="connsiteY271" fmla="*/ 226825 h 397360"/>
                <a:gd name="connsiteX272" fmla="*/ 2649410 w 2912392"/>
                <a:gd name="connsiteY272" fmla="*/ 233232 h 397360"/>
                <a:gd name="connsiteX273" fmla="*/ 2659139 w 2912392"/>
                <a:gd name="connsiteY273" fmla="*/ 239661 h 397360"/>
                <a:gd name="connsiteX274" fmla="*/ 2668883 w 2912392"/>
                <a:gd name="connsiteY274" fmla="*/ 246106 h 397360"/>
                <a:gd name="connsiteX275" fmla="*/ 2678627 w 2912392"/>
                <a:gd name="connsiteY275" fmla="*/ 252563 h 397360"/>
                <a:gd name="connsiteX276" fmla="*/ 2688371 w 2912392"/>
                <a:gd name="connsiteY276" fmla="*/ 259028 h 397360"/>
                <a:gd name="connsiteX277" fmla="*/ 2698100 w 2912392"/>
                <a:gd name="connsiteY277" fmla="*/ 265494 h 397360"/>
                <a:gd name="connsiteX278" fmla="*/ 2707844 w 2912392"/>
                <a:gd name="connsiteY278" fmla="*/ 271956 h 397360"/>
                <a:gd name="connsiteX279" fmla="*/ 2717588 w 2912392"/>
                <a:gd name="connsiteY279" fmla="*/ 278411 h 397360"/>
                <a:gd name="connsiteX280" fmla="*/ 2727332 w 2912392"/>
                <a:gd name="connsiteY280" fmla="*/ 284852 h 397360"/>
                <a:gd name="connsiteX281" fmla="*/ 2737076 w 2912392"/>
                <a:gd name="connsiteY281" fmla="*/ 291275 h 397360"/>
                <a:gd name="connsiteX282" fmla="*/ 2746805 w 2912392"/>
                <a:gd name="connsiteY282" fmla="*/ 297676 h 397360"/>
                <a:gd name="connsiteX283" fmla="*/ 2756549 w 2912392"/>
                <a:gd name="connsiteY283" fmla="*/ 304045 h 397360"/>
                <a:gd name="connsiteX284" fmla="*/ 2766293 w 2912392"/>
                <a:gd name="connsiteY284" fmla="*/ 310382 h 397360"/>
                <a:gd name="connsiteX285" fmla="*/ 2776037 w 2912392"/>
                <a:gd name="connsiteY285" fmla="*/ 316678 h 397360"/>
                <a:gd name="connsiteX286" fmla="*/ 2785766 w 2912392"/>
                <a:gd name="connsiteY286" fmla="*/ 322928 h 397360"/>
                <a:gd name="connsiteX287" fmla="*/ 2795510 w 2912392"/>
                <a:gd name="connsiteY287" fmla="*/ 329127 h 397360"/>
                <a:gd name="connsiteX288" fmla="*/ 2805254 w 2912392"/>
                <a:gd name="connsiteY288" fmla="*/ 335270 h 397360"/>
                <a:gd name="connsiteX289" fmla="*/ 2814998 w 2912392"/>
                <a:gd name="connsiteY289" fmla="*/ 341351 h 397360"/>
                <a:gd name="connsiteX290" fmla="*/ 2824727 w 2912392"/>
                <a:gd name="connsiteY290" fmla="*/ 347361 h 397360"/>
                <a:gd name="connsiteX291" fmla="*/ 2834471 w 2912392"/>
                <a:gd name="connsiteY291" fmla="*/ 353297 h 397360"/>
                <a:gd name="connsiteX292" fmla="*/ 2844215 w 2912392"/>
                <a:gd name="connsiteY292" fmla="*/ 359152 h 397360"/>
                <a:gd name="connsiteX293" fmla="*/ 2853958 w 2912392"/>
                <a:gd name="connsiteY293" fmla="*/ 364919 h 397360"/>
                <a:gd name="connsiteX294" fmla="*/ 2863687 w 2912392"/>
                <a:gd name="connsiteY294" fmla="*/ 370596 h 397360"/>
                <a:gd name="connsiteX295" fmla="*/ 2873431 w 2912392"/>
                <a:gd name="connsiteY295" fmla="*/ 376171 h 397360"/>
                <a:gd name="connsiteX296" fmla="*/ 2883175 w 2912392"/>
                <a:gd name="connsiteY296" fmla="*/ 381642 h 397360"/>
                <a:gd name="connsiteX297" fmla="*/ 2892919 w 2912392"/>
                <a:gd name="connsiteY297" fmla="*/ 387001 h 397360"/>
                <a:gd name="connsiteX298" fmla="*/ 2902663 w 2912392"/>
                <a:gd name="connsiteY298" fmla="*/ 392243 h 397360"/>
                <a:gd name="connsiteX299" fmla="*/ 2912392 w 2912392"/>
                <a:gd name="connsiteY299" fmla="*/ 397360 h 39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97360">
                  <a:moveTo>
                    <a:pt x="0" y="15531"/>
                  </a:moveTo>
                  <a:lnTo>
                    <a:pt x="9739" y="13504"/>
                  </a:lnTo>
                  <a:lnTo>
                    <a:pt x="19480" y="11615"/>
                  </a:lnTo>
                  <a:lnTo>
                    <a:pt x="29221" y="9866"/>
                  </a:lnTo>
                  <a:lnTo>
                    <a:pt x="38961" y="8257"/>
                  </a:lnTo>
                  <a:lnTo>
                    <a:pt x="48702" y="6789"/>
                  </a:lnTo>
                  <a:lnTo>
                    <a:pt x="58443" y="5463"/>
                  </a:lnTo>
                  <a:lnTo>
                    <a:pt x="68182" y="4280"/>
                  </a:lnTo>
                  <a:lnTo>
                    <a:pt x="77923" y="3242"/>
                  </a:lnTo>
                  <a:lnTo>
                    <a:pt x="87664" y="2347"/>
                  </a:lnTo>
                  <a:lnTo>
                    <a:pt x="97404" y="1596"/>
                  </a:lnTo>
                  <a:lnTo>
                    <a:pt x="107145" y="989"/>
                  </a:lnTo>
                  <a:lnTo>
                    <a:pt x="116886" y="526"/>
                  </a:lnTo>
                  <a:lnTo>
                    <a:pt x="126625" y="207"/>
                  </a:lnTo>
                  <a:lnTo>
                    <a:pt x="136366" y="31"/>
                  </a:lnTo>
                  <a:lnTo>
                    <a:pt x="146107" y="0"/>
                  </a:lnTo>
                  <a:lnTo>
                    <a:pt x="155846" y="109"/>
                  </a:lnTo>
                  <a:lnTo>
                    <a:pt x="165587" y="361"/>
                  </a:lnTo>
                  <a:lnTo>
                    <a:pt x="175328" y="752"/>
                  </a:lnTo>
                  <a:lnTo>
                    <a:pt x="185068" y="1284"/>
                  </a:lnTo>
                  <a:lnTo>
                    <a:pt x="194809" y="1955"/>
                  </a:lnTo>
                  <a:lnTo>
                    <a:pt x="204550" y="2761"/>
                  </a:lnTo>
                  <a:lnTo>
                    <a:pt x="214289" y="3704"/>
                  </a:lnTo>
                  <a:lnTo>
                    <a:pt x="224030" y="4778"/>
                  </a:lnTo>
                  <a:lnTo>
                    <a:pt x="233771" y="5985"/>
                  </a:lnTo>
                  <a:lnTo>
                    <a:pt x="243510" y="7321"/>
                  </a:lnTo>
                  <a:lnTo>
                    <a:pt x="253251" y="8786"/>
                  </a:lnTo>
                  <a:lnTo>
                    <a:pt x="262992" y="10374"/>
                  </a:lnTo>
                  <a:lnTo>
                    <a:pt x="272732" y="12085"/>
                  </a:lnTo>
                  <a:lnTo>
                    <a:pt x="282473" y="13914"/>
                  </a:lnTo>
                  <a:lnTo>
                    <a:pt x="292214" y="15861"/>
                  </a:lnTo>
                  <a:lnTo>
                    <a:pt x="301953" y="17922"/>
                  </a:lnTo>
                  <a:lnTo>
                    <a:pt x="311694" y="20093"/>
                  </a:lnTo>
                  <a:lnTo>
                    <a:pt x="321435" y="22369"/>
                  </a:lnTo>
                  <a:lnTo>
                    <a:pt x="331175" y="24750"/>
                  </a:lnTo>
                  <a:lnTo>
                    <a:pt x="340916" y="27231"/>
                  </a:lnTo>
                  <a:lnTo>
                    <a:pt x="350656" y="29808"/>
                  </a:lnTo>
                  <a:lnTo>
                    <a:pt x="360396" y="32477"/>
                  </a:lnTo>
                  <a:lnTo>
                    <a:pt x="370137" y="35233"/>
                  </a:lnTo>
                  <a:lnTo>
                    <a:pt x="379878" y="38073"/>
                  </a:lnTo>
                  <a:lnTo>
                    <a:pt x="389617" y="40992"/>
                  </a:lnTo>
                  <a:lnTo>
                    <a:pt x="399358" y="43986"/>
                  </a:lnTo>
                  <a:lnTo>
                    <a:pt x="409099" y="47050"/>
                  </a:lnTo>
                  <a:lnTo>
                    <a:pt x="418839" y="50180"/>
                  </a:lnTo>
                  <a:lnTo>
                    <a:pt x="428580" y="53370"/>
                  </a:lnTo>
                  <a:lnTo>
                    <a:pt x="438321" y="56616"/>
                  </a:lnTo>
                  <a:lnTo>
                    <a:pt x="448060" y="59913"/>
                  </a:lnTo>
                  <a:lnTo>
                    <a:pt x="457801" y="63257"/>
                  </a:lnTo>
                  <a:lnTo>
                    <a:pt x="467542" y="66642"/>
                  </a:lnTo>
                  <a:lnTo>
                    <a:pt x="477281" y="70062"/>
                  </a:lnTo>
                  <a:lnTo>
                    <a:pt x="487022" y="73515"/>
                  </a:lnTo>
                  <a:lnTo>
                    <a:pt x="496763" y="76993"/>
                  </a:lnTo>
                  <a:lnTo>
                    <a:pt x="506503" y="80492"/>
                  </a:lnTo>
                  <a:lnTo>
                    <a:pt x="516244" y="84006"/>
                  </a:lnTo>
                  <a:lnTo>
                    <a:pt x="525985" y="87533"/>
                  </a:lnTo>
                  <a:lnTo>
                    <a:pt x="535724" y="91066"/>
                  </a:lnTo>
                  <a:lnTo>
                    <a:pt x="545465" y="94600"/>
                  </a:lnTo>
                  <a:lnTo>
                    <a:pt x="555206" y="98131"/>
                  </a:lnTo>
                  <a:lnTo>
                    <a:pt x="564946" y="101653"/>
                  </a:lnTo>
                  <a:lnTo>
                    <a:pt x="574687" y="105163"/>
                  </a:lnTo>
                  <a:lnTo>
                    <a:pt x="584428" y="108655"/>
                  </a:lnTo>
                  <a:lnTo>
                    <a:pt x="594167" y="112127"/>
                  </a:lnTo>
                  <a:lnTo>
                    <a:pt x="603908" y="115574"/>
                  </a:lnTo>
                  <a:lnTo>
                    <a:pt x="613649" y="118991"/>
                  </a:lnTo>
                  <a:lnTo>
                    <a:pt x="623388" y="122374"/>
                  </a:lnTo>
                  <a:lnTo>
                    <a:pt x="633129" y="125721"/>
                  </a:lnTo>
                  <a:lnTo>
                    <a:pt x="642870" y="129028"/>
                  </a:lnTo>
                  <a:lnTo>
                    <a:pt x="652610" y="132291"/>
                  </a:lnTo>
                  <a:lnTo>
                    <a:pt x="662351" y="135506"/>
                  </a:lnTo>
                  <a:lnTo>
                    <a:pt x="672092" y="138674"/>
                  </a:lnTo>
                  <a:lnTo>
                    <a:pt x="681831" y="141789"/>
                  </a:lnTo>
                  <a:lnTo>
                    <a:pt x="691572" y="144849"/>
                  </a:lnTo>
                  <a:lnTo>
                    <a:pt x="701313" y="147853"/>
                  </a:lnTo>
                  <a:lnTo>
                    <a:pt x="711052" y="150799"/>
                  </a:lnTo>
                  <a:lnTo>
                    <a:pt x="720793" y="153683"/>
                  </a:lnTo>
                  <a:lnTo>
                    <a:pt x="730534" y="156508"/>
                  </a:lnTo>
                  <a:lnTo>
                    <a:pt x="740274" y="159269"/>
                  </a:lnTo>
                  <a:lnTo>
                    <a:pt x="750015" y="161965"/>
                  </a:lnTo>
                  <a:lnTo>
                    <a:pt x="759756" y="164598"/>
                  </a:lnTo>
                  <a:lnTo>
                    <a:pt x="769495" y="167167"/>
                  </a:lnTo>
                  <a:lnTo>
                    <a:pt x="779236" y="169670"/>
                  </a:lnTo>
                  <a:lnTo>
                    <a:pt x="788977" y="172109"/>
                  </a:lnTo>
                  <a:lnTo>
                    <a:pt x="798717" y="174482"/>
                  </a:lnTo>
                  <a:lnTo>
                    <a:pt x="808458" y="176791"/>
                  </a:lnTo>
                  <a:lnTo>
                    <a:pt x="818199" y="179037"/>
                  </a:lnTo>
                  <a:lnTo>
                    <a:pt x="827938" y="181219"/>
                  </a:lnTo>
                  <a:lnTo>
                    <a:pt x="837679" y="183339"/>
                  </a:lnTo>
                  <a:lnTo>
                    <a:pt x="847420" y="185401"/>
                  </a:lnTo>
                  <a:lnTo>
                    <a:pt x="857159" y="187402"/>
                  </a:lnTo>
                  <a:lnTo>
                    <a:pt x="866900" y="189347"/>
                  </a:lnTo>
                  <a:lnTo>
                    <a:pt x="876641" y="191236"/>
                  </a:lnTo>
                  <a:lnTo>
                    <a:pt x="886381" y="193071"/>
                  </a:lnTo>
                  <a:lnTo>
                    <a:pt x="896122" y="194856"/>
                  </a:lnTo>
                  <a:lnTo>
                    <a:pt x="905863" y="196591"/>
                  </a:lnTo>
                  <a:lnTo>
                    <a:pt x="915602" y="198279"/>
                  </a:lnTo>
                  <a:lnTo>
                    <a:pt x="925343" y="199921"/>
                  </a:lnTo>
                  <a:lnTo>
                    <a:pt x="935084" y="201522"/>
                  </a:lnTo>
                  <a:lnTo>
                    <a:pt x="944824" y="203082"/>
                  </a:lnTo>
                  <a:lnTo>
                    <a:pt x="954564" y="204606"/>
                  </a:lnTo>
                  <a:lnTo>
                    <a:pt x="964305" y="206095"/>
                  </a:lnTo>
                  <a:lnTo>
                    <a:pt x="974045" y="207552"/>
                  </a:lnTo>
                  <a:lnTo>
                    <a:pt x="983786" y="208979"/>
                  </a:lnTo>
                  <a:lnTo>
                    <a:pt x="993522" y="210380"/>
                  </a:lnTo>
                  <a:lnTo>
                    <a:pt x="1003266" y="211756"/>
                  </a:lnTo>
                  <a:lnTo>
                    <a:pt x="1013010" y="213111"/>
                  </a:lnTo>
                  <a:lnTo>
                    <a:pt x="1022754" y="214444"/>
                  </a:lnTo>
                  <a:lnTo>
                    <a:pt x="1032483" y="215761"/>
                  </a:lnTo>
                  <a:lnTo>
                    <a:pt x="1042227" y="217063"/>
                  </a:lnTo>
                  <a:lnTo>
                    <a:pt x="1051971" y="218353"/>
                  </a:lnTo>
                  <a:lnTo>
                    <a:pt x="1061715" y="219632"/>
                  </a:lnTo>
                  <a:lnTo>
                    <a:pt x="1071444" y="220900"/>
                  </a:lnTo>
                  <a:lnTo>
                    <a:pt x="1081188" y="222162"/>
                  </a:lnTo>
                  <a:lnTo>
                    <a:pt x="1090932" y="223418"/>
                  </a:lnTo>
                  <a:lnTo>
                    <a:pt x="1100676" y="224669"/>
                  </a:lnTo>
                  <a:lnTo>
                    <a:pt x="1110405" y="225918"/>
                  </a:lnTo>
                  <a:lnTo>
                    <a:pt x="1120149" y="227162"/>
                  </a:lnTo>
                  <a:lnTo>
                    <a:pt x="1129893" y="228406"/>
                  </a:lnTo>
                  <a:lnTo>
                    <a:pt x="1139637" y="229648"/>
                  </a:lnTo>
                  <a:lnTo>
                    <a:pt x="1149381" y="230889"/>
                  </a:lnTo>
                  <a:lnTo>
                    <a:pt x="1159110" y="232129"/>
                  </a:lnTo>
                  <a:lnTo>
                    <a:pt x="1168854" y="233367"/>
                  </a:lnTo>
                  <a:lnTo>
                    <a:pt x="1178598" y="234605"/>
                  </a:lnTo>
                  <a:lnTo>
                    <a:pt x="1188341" y="235839"/>
                  </a:lnTo>
                  <a:lnTo>
                    <a:pt x="1198070" y="237071"/>
                  </a:lnTo>
                  <a:lnTo>
                    <a:pt x="1207814" y="238297"/>
                  </a:lnTo>
                  <a:lnTo>
                    <a:pt x="1217558" y="239517"/>
                  </a:lnTo>
                  <a:lnTo>
                    <a:pt x="1227302" y="240730"/>
                  </a:lnTo>
                  <a:lnTo>
                    <a:pt x="1237031" y="241933"/>
                  </a:lnTo>
                  <a:lnTo>
                    <a:pt x="1246775" y="243122"/>
                  </a:lnTo>
                  <a:lnTo>
                    <a:pt x="1256519" y="244297"/>
                  </a:lnTo>
                  <a:lnTo>
                    <a:pt x="1266263" y="245455"/>
                  </a:lnTo>
                  <a:lnTo>
                    <a:pt x="1276007" y="246590"/>
                  </a:lnTo>
                  <a:lnTo>
                    <a:pt x="1285736" y="247703"/>
                  </a:lnTo>
                  <a:lnTo>
                    <a:pt x="1295480" y="248788"/>
                  </a:lnTo>
                  <a:lnTo>
                    <a:pt x="1305224" y="249841"/>
                  </a:lnTo>
                  <a:lnTo>
                    <a:pt x="1314968" y="250859"/>
                  </a:lnTo>
                  <a:lnTo>
                    <a:pt x="1324697" y="251836"/>
                  </a:lnTo>
                  <a:lnTo>
                    <a:pt x="1334441" y="252770"/>
                  </a:lnTo>
                  <a:lnTo>
                    <a:pt x="1344185" y="253657"/>
                  </a:lnTo>
                  <a:lnTo>
                    <a:pt x="1353929" y="254490"/>
                  </a:lnTo>
                  <a:lnTo>
                    <a:pt x="1363658" y="255264"/>
                  </a:lnTo>
                  <a:lnTo>
                    <a:pt x="1373402" y="255976"/>
                  </a:lnTo>
                  <a:lnTo>
                    <a:pt x="1383146" y="256620"/>
                  </a:lnTo>
                  <a:lnTo>
                    <a:pt x="1392890" y="257192"/>
                  </a:lnTo>
                  <a:lnTo>
                    <a:pt x="1402619" y="257685"/>
                  </a:lnTo>
                  <a:lnTo>
                    <a:pt x="1412363" y="258095"/>
                  </a:lnTo>
                  <a:lnTo>
                    <a:pt x="1422106" y="258417"/>
                  </a:lnTo>
                  <a:lnTo>
                    <a:pt x="1431850" y="258645"/>
                  </a:lnTo>
                  <a:lnTo>
                    <a:pt x="1441594" y="258774"/>
                  </a:lnTo>
                  <a:lnTo>
                    <a:pt x="1451323" y="258800"/>
                  </a:lnTo>
                  <a:lnTo>
                    <a:pt x="1461067" y="258716"/>
                  </a:lnTo>
                  <a:lnTo>
                    <a:pt x="1470811" y="258520"/>
                  </a:lnTo>
                  <a:lnTo>
                    <a:pt x="1480555" y="258205"/>
                  </a:lnTo>
                  <a:lnTo>
                    <a:pt x="1490284" y="257767"/>
                  </a:lnTo>
                  <a:lnTo>
                    <a:pt x="1500028" y="257203"/>
                  </a:lnTo>
                  <a:lnTo>
                    <a:pt x="1509772" y="256507"/>
                  </a:lnTo>
                  <a:lnTo>
                    <a:pt x="1519516" y="255675"/>
                  </a:lnTo>
                  <a:lnTo>
                    <a:pt x="1529245" y="254706"/>
                  </a:lnTo>
                  <a:lnTo>
                    <a:pt x="1538989" y="253594"/>
                  </a:lnTo>
                  <a:lnTo>
                    <a:pt x="1548733" y="252338"/>
                  </a:lnTo>
                  <a:lnTo>
                    <a:pt x="1558477" y="250933"/>
                  </a:lnTo>
                  <a:lnTo>
                    <a:pt x="1568221" y="249379"/>
                  </a:lnTo>
                  <a:lnTo>
                    <a:pt x="1577950" y="247673"/>
                  </a:lnTo>
                  <a:lnTo>
                    <a:pt x="1587694" y="245814"/>
                  </a:lnTo>
                  <a:lnTo>
                    <a:pt x="1597438" y="243801"/>
                  </a:lnTo>
                  <a:lnTo>
                    <a:pt x="1607182" y="241633"/>
                  </a:lnTo>
                  <a:lnTo>
                    <a:pt x="1616911" y="239310"/>
                  </a:lnTo>
                  <a:lnTo>
                    <a:pt x="1626655" y="236831"/>
                  </a:lnTo>
                  <a:lnTo>
                    <a:pt x="1636399" y="234200"/>
                  </a:lnTo>
                  <a:lnTo>
                    <a:pt x="1646142" y="231415"/>
                  </a:lnTo>
                  <a:lnTo>
                    <a:pt x="1655872" y="228480"/>
                  </a:lnTo>
                  <a:lnTo>
                    <a:pt x="1665616" y="225396"/>
                  </a:lnTo>
                  <a:lnTo>
                    <a:pt x="1675359" y="222166"/>
                  </a:lnTo>
                  <a:lnTo>
                    <a:pt x="1685103" y="218793"/>
                  </a:lnTo>
                  <a:lnTo>
                    <a:pt x="1694832" y="215281"/>
                  </a:lnTo>
                  <a:lnTo>
                    <a:pt x="1704576" y="211636"/>
                  </a:lnTo>
                  <a:lnTo>
                    <a:pt x="1714320" y="207860"/>
                  </a:lnTo>
                  <a:lnTo>
                    <a:pt x="1724064" y="203960"/>
                  </a:lnTo>
                  <a:lnTo>
                    <a:pt x="1733808" y="199941"/>
                  </a:lnTo>
                  <a:lnTo>
                    <a:pt x="1743537" y="195810"/>
                  </a:lnTo>
                  <a:lnTo>
                    <a:pt x="1753281" y="191574"/>
                  </a:lnTo>
                  <a:lnTo>
                    <a:pt x="1763025" y="187238"/>
                  </a:lnTo>
                  <a:lnTo>
                    <a:pt x="1772769" y="182812"/>
                  </a:lnTo>
                  <a:lnTo>
                    <a:pt x="1782498" y="178302"/>
                  </a:lnTo>
                  <a:lnTo>
                    <a:pt x="1792242" y="173718"/>
                  </a:lnTo>
                  <a:lnTo>
                    <a:pt x="1801986" y="169066"/>
                  </a:lnTo>
                  <a:lnTo>
                    <a:pt x="1811730" y="164358"/>
                  </a:lnTo>
                  <a:lnTo>
                    <a:pt x="1821459" y="159602"/>
                  </a:lnTo>
                  <a:lnTo>
                    <a:pt x="1831203" y="154808"/>
                  </a:lnTo>
                  <a:lnTo>
                    <a:pt x="1840947" y="149985"/>
                  </a:lnTo>
                  <a:lnTo>
                    <a:pt x="1850691" y="145144"/>
                  </a:lnTo>
                  <a:lnTo>
                    <a:pt x="1860435" y="140293"/>
                  </a:lnTo>
                  <a:lnTo>
                    <a:pt x="1870164" y="135445"/>
                  </a:lnTo>
                  <a:lnTo>
                    <a:pt x="1879908" y="130610"/>
                  </a:lnTo>
                  <a:lnTo>
                    <a:pt x="1889652" y="125797"/>
                  </a:lnTo>
                  <a:lnTo>
                    <a:pt x="1899395" y="121017"/>
                  </a:lnTo>
                  <a:lnTo>
                    <a:pt x="1909124" y="116282"/>
                  </a:lnTo>
                  <a:lnTo>
                    <a:pt x="1918868" y="111599"/>
                  </a:lnTo>
                  <a:lnTo>
                    <a:pt x="1928612" y="106984"/>
                  </a:lnTo>
                  <a:lnTo>
                    <a:pt x="1938356" y="102441"/>
                  </a:lnTo>
                  <a:lnTo>
                    <a:pt x="1948085" y="97985"/>
                  </a:lnTo>
                  <a:lnTo>
                    <a:pt x="1957829" y="93624"/>
                  </a:lnTo>
                  <a:lnTo>
                    <a:pt x="1967573" y="89367"/>
                  </a:lnTo>
                  <a:lnTo>
                    <a:pt x="1977317" y="85227"/>
                  </a:lnTo>
                  <a:lnTo>
                    <a:pt x="1987046" y="81210"/>
                  </a:lnTo>
                  <a:lnTo>
                    <a:pt x="1996790" y="77326"/>
                  </a:lnTo>
                  <a:lnTo>
                    <a:pt x="2006534" y="73583"/>
                  </a:lnTo>
                  <a:lnTo>
                    <a:pt x="2016278" y="69991"/>
                  </a:lnTo>
                  <a:lnTo>
                    <a:pt x="2026022" y="66557"/>
                  </a:lnTo>
                  <a:lnTo>
                    <a:pt x="2035751" y="63288"/>
                  </a:lnTo>
                  <a:lnTo>
                    <a:pt x="2045495" y="60193"/>
                  </a:lnTo>
                  <a:lnTo>
                    <a:pt x="2055239" y="57278"/>
                  </a:lnTo>
                  <a:lnTo>
                    <a:pt x="2064983" y="54548"/>
                  </a:lnTo>
                  <a:lnTo>
                    <a:pt x="2074712" y="52012"/>
                  </a:lnTo>
                  <a:lnTo>
                    <a:pt x="2084456" y="49672"/>
                  </a:lnTo>
                  <a:lnTo>
                    <a:pt x="2094200" y="47535"/>
                  </a:lnTo>
                  <a:lnTo>
                    <a:pt x="2103944" y="45604"/>
                  </a:lnTo>
                  <a:lnTo>
                    <a:pt x="2113673" y="43885"/>
                  </a:lnTo>
                  <a:lnTo>
                    <a:pt x="2123417" y="42379"/>
                  </a:lnTo>
                  <a:lnTo>
                    <a:pt x="2133161" y="41091"/>
                  </a:lnTo>
                  <a:lnTo>
                    <a:pt x="2142905" y="40022"/>
                  </a:lnTo>
                  <a:lnTo>
                    <a:pt x="2152649" y="39175"/>
                  </a:lnTo>
                  <a:lnTo>
                    <a:pt x="2162377" y="38553"/>
                  </a:lnTo>
                  <a:lnTo>
                    <a:pt x="2172121" y="38153"/>
                  </a:lnTo>
                  <a:lnTo>
                    <a:pt x="2181865" y="37979"/>
                  </a:lnTo>
                  <a:lnTo>
                    <a:pt x="2191609" y="38030"/>
                  </a:lnTo>
                  <a:lnTo>
                    <a:pt x="2201338" y="38304"/>
                  </a:lnTo>
                  <a:lnTo>
                    <a:pt x="2211082" y="38803"/>
                  </a:lnTo>
                  <a:lnTo>
                    <a:pt x="2220826" y="39525"/>
                  </a:lnTo>
                  <a:lnTo>
                    <a:pt x="2230570" y="40469"/>
                  </a:lnTo>
                  <a:lnTo>
                    <a:pt x="2240299" y="41631"/>
                  </a:lnTo>
                  <a:lnTo>
                    <a:pt x="2250043" y="43010"/>
                  </a:lnTo>
                  <a:lnTo>
                    <a:pt x="2259787" y="44605"/>
                  </a:lnTo>
                  <a:lnTo>
                    <a:pt x="2269531" y="46409"/>
                  </a:lnTo>
                  <a:lnTo>
                    <a:pt x="2279260" y="48422"/>
                  </a:lnTo>
                  <a:lnTo>
                    <a:pt x="2289004" y="50640"/>
                  </a:lnTo>
                  <a:lnTo>
                    <a:pt x="2298748" y="53058"/>
                  </a:lnTo>
                  <a:lnTo>
                    <a:pt x="2308492" y="55675"/>
                  </a:lnTo>
                  <a:lnTo>
                    <a:pt x="2318236" y="58483"/>
                  </a:lnTo>
                  <a:lnTo>
                    <a:pt x="2327965" y="61479"/>
                  </a:lnTo>
                  <a:lnTo>
                    <a:pt x="2337709" y="64659"/>
                  </a:lnTo>
                  <a:lnTo>
                    <a:pt x="2347453" y="68018"/>
                  </a:lnTo>
                  <a:lnTo>
                    <a:pt x="2357197" y="71551"/>
                  </a:lnTo>
                  <a:lnTo>
                    <a:pt x="2366926" y="75253"/>
                  </a:lnTo>
                  <a:lnTo>
                    <a:pt x="2376670" y="79120"/>
                  </a:lnTo>
                  <a:lnTo>
                    <a:pt x="2386413" y="83145"/>
                  </a:lnTo>
                  <a:lnTo>
                    <a:pt x="2396157" y="87324"/>
                  </a:lnTo>
                  <a:lnTo>
                    <a:pt x="2405886" y="91653"/>
                  </a:lnTo>
                  <a:lnTo>
                    <a:pt x="2415630" y="96124"/>
                  </a:lnTo>
                  <a:lnTo>
                    <a:pt x="2425374" y="100733"/>
                  </a:lnTo>
                  <a:lnTo>
                    <a:pt x="2435118" y="105476"/>
                  </a:lnTo>
                  <a:lnTo>
                    <a:pt x="2444862" y="110346"/>
                  </a:lnTo>
                  <a:lnTo>
                    <a:pt x="2454591" y="115337"/>
                  </a:lnTo>
                  <a:lnTo>
                    <a:pt x="2464335" y="120448"/>
                  </a:lnTo>
                  <a:lnTo>
                    <a:pt x="2474079" y="125670"/>
                  </a:lnTo>
                  <a:lnTo>
                    <a:pt x="2483823" y="130999"/>
                  </a:lnTo>
                  <a:lnTo>
                    <a:pt x="2493552" y="136430"/>
                  </a:lnTo>
                  <a:lnTo>
                    <a:pt x="2503296" y="141957"/>
                  </a:lnTo>
                  <a:lnTo>
                    <a:pt x="2513040" y="147577"/>
                  </a:lnTo>
                  <a:lnTo>
                    <a:pt x="2522784" y="153285"/>
                  </a:lnTo>
                  <a:lnTo>
                    <a:pt x="2532513" y="159073"/>
                  </a:lnTo>
                  <a:lnTo>
                    <a:pt x="2542257" y="164941"/>
                  </a:lnTo>
                  <a:lnTo>
                    <a:pt x="2552001" y="170879"/>
                  </a:lnTo>
                  <a:lnTo>
                    <a:pt x="2561745" y="176887"/>
                  </a:lnTo>
                  <a:lnTo>
                    <a:pt x="2571474" y="182956"/>
                  </a:lnTo>
                  <a:lnTo>
                    <a:pt x="2581218" y="189086"/>
                  </a:lnTo>
                  <a:lnTo>
                    <a:pt x="2590962" y="195268"/>
                  </a:lnTo>
                  <a:lnTo>
                    <a:pt x="2600705" y="201500"/>
                  </a:lnTo>
                  <a:lnTo>
                    <a:pt x="2610449" y="207775"/>
                  </a:lnTo>
                  <a:lnTo>
                    <a:pt x="2620178" y="214091"/>
                  </a:lnTo>
                  <a:lnTo>
                    <a:pt x="2629922" y="220442"/>
                  </a:lnTo>
                  <a:lnTo>
                    <a:pt x="2639666" y="226825"/>
                  </a:lnTo>
                  <a:lnTo>
                    <a:pt x="2649410" y="233232"/>
                  </a:lnTo>
                  <a:lnTo>
                    <a:pt x="2659139" y="239661"/>
                  </a:lnTo>
                  <a:lnTo>
                    <a:pt x="2668883" y="246106"/>
                  </a:lnTo>
                  <a:lnTo>
                    <a:pt x="2678627" y="252563"/>
                  </a:lnTo>
                  <a:lnTo>
                    <a:pt x="2688371" y="259028"/>
                  </a:lnTo>
                  <a:lnTo>
                    <a:pt x="2698100" y="265494"/>
                  </a:lnTo>
                  <a:lnTo>
                    <a:pt x="2707844" y="271956"/>
                  </a:lnTo>
                  <a:lnTo>
                    <a:pt x="2717588" y="278411"/>
                  </a:lnTo>
                  <a:lnTo>
                    <a:pt x="2727332" y="284852"/>
                  </a:lnTo>
                  <a:lnTo>
                    <a:pt x="2737076" y="291275"/>
                  </a:lnTo>
                  <a:lnTo>
                    <a:pt x="2746805" y="297676"/>
                  </a:lnTo>
                  <a:lnTo>
                    <a:pt x="2756549" y="304045"/>
                  </a:lnTo>
                  <a:lnTo>
                    <a:pt x="2766293" y="310382"/>
                  </a:lnTo>
                  <a:lnTo>
                    <a:pt x="2776037" y="316678"/>
                  </a:lnTo>
                  <a:lnTo>
                    <a:pt x="2785766" y="322928"/>
                  </a:lnTo>
                  <a:lnTo>
                    <a:pt x="2795510" y="329127"/>
                  </a:lnTo>
                  <a:lnTo>
                    <a:pt x="2805254" y="335270"/>
                  </a:lnTo>
                  <a:lnTo>
                    <a:pt x="2814998" y="341351"/>
                  </a:lnTo>
                  <a:lnTo>
                    <a:pt x="2824727" y="347361"/>
                  </a:lnTo>
                  <a:lnTo>
                    <a:pt x="2834471" y="353297"/>
                  </a:lnTo>
                  <a:lnTo>
                    <a:pt x="2844215" y="359152"/>
                  </a:lnTo>
                  <a:lnTo>
                    <a:pt x="2853958" y="364919"/>
                  </a:lnTo>
                  <a:lnTo>
                    <a:pt x="2863687" y="370596"/>
                  </a:lnTo>
                  <a:lnTo>
                    <a:pt x="2873431" y="376171"/>
                  </a:lnTo>
                  <a:lnTo>
                    <a:pt x="2883175" y="381642"/>
                  </a:lnTo>
                  <a:lnTo>
                    <a:pt x="2892919" y="387001"/>
                  </a:lnTo>
                  <a:lnTo>
                    <a:pt x="2902663" y="392243"/>
                  </a:lnTo>
                  <a:lnTo>
                    <a:pt x="2912392" y="39736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6" name="Freeform 775">
              <a:extLst>
                <a:ext uri="{FF2B5EF4-FFF2-40B4-BE49-F238E27FC236}">
                  <a16:creationId xmlns:a16="http://schemas.microsoft.com/office/drawing/2014/main" id="{0F99FC0D-705B-E311-1670-898C8DE3313A}"/>
                </a:ext>
              </a:extLst>
            </p:cNvPr>
            <p:cNvSpPr/>
            <p:nvPr/>
          </p:nvSpPr>
          <p:spPr>
            <a:xfrm>
              <a:off x="576446" y="3396404"/>
              <a:ext cx="2912392" cy="795611"/>
            </a:xfrm>
            <a:custGeom>
              <a:avLst/>
              <a:gdLst>
                <a:gd name="connsiteX0" fmla="*/ 0 w 2912392"/>
                <a:gd name="connsiteY0" fmla="*/ 266136 h 795611"/>
                <a:gd name="connsiteX1" fmla="*/ 9739 w 2912392"/>
                <a:gd name="connsiteY1" fmla="*/ 258843 h 795611"/>
                <a:gd name="connsiteX2" fmla="*/ 19480 w 2912392"/>
                <a:gd name="connsiteY2" fmla="*/ 251523 h 795611"/>
                <a:gd name="connsiteX3" fmla="*/ 29221 w 2912392"/>
                <a:gd name="connsiteY3" fmla="*/ 244187 h 795611"/>
                <a:gd name="connsiteX4" fmla="*/ 38961 w 2912392"/>
                <a:gd name="connsiteY4" fmla="*/ 236842 h 795611"/>
                <a:gd name="connsiteX5" fmla="*/ 48702 w 2912392"/>
                <a:gd name="connsiteY5" fmla="*/ 229498 h 795611"/>
                <a:gd name="connsiteX6" fmla="*/ 58443 w 2912392"/>
                <a:gd name="connsiteY6" fmla="*/ 222162 h 795611"/>
                <a:gd name="connsiteX7" fmla="*/ 68182 w 2912392"/>
                <a:gd name="connsiteY7" fmla="*/ 214843 h 795611"/>
                <a:gd name="connsiteX8" fmla="*/ 77923 w 2912392"/>
                <a:gd name="connsiteY8" fmla="*/ 207550 h 795611"/>
                <a:gd name="connsiteX9" fmla="*/ 87664 w 2912392"/>
                <a:gd name="connsiteY9" fmla="*/ 200290 h 795611"/>
                <a:gd name="connsiteX10" fmla="*/ 97404 w 2912392"/>
                <a:gd name="connsiteY10" fmla="*/ 193073 h 795611"/>
                <a:gd name="connsiteX11" fmla="*/ 107145 w 2912392"/>
                <a:gd name="connsiteY11" fmla="*/ 185905 h 795611"/>
                <a:gd name="connsiteX12" fmla="*/ 116886 w 2912392"/>
                <a:gd name="connsiteY12" fmla="*/ 178795 h 795611"/>
                <a:gd name="connsiteX13" fmla="*/ 126625 w 2912392"/>
                <a:gd name="connsiteY13" fmla="*/ 171750 h 795611"/>
                <a:gd name="connsiteX14" fmla="*/ 136366 w 2912392"/>
                <a:gd name="connsiteY14" fmla="*/ 164777 h 795611"/>
                <a:gd name="connsiteX15" fmla="*/ 146107 w 2912392"/>
                <a:gd name="connsiteY15" fmla="*/ 157884 h 795611"/>
                <a:gd name="connsiteX16" fmla="*/ 155846 w 2912392"/>
                <a:gd name="connsiteY16" fmla="*/ 151079 h 795611"/>
                <a:gd name="connsiteX17" fmla="*/ 165587 w 2912392"/>
                <a:gd name="connsiteY17" fmla="*/ 144365 h 795611"/>
                <a:gd name="connsiteX18" fmla="*/ 175328 w 2912392"/>
                <a:gd name="connsiteY18" fmla="*/ 137753 h 795611"/>
                <a:gd name="connsiteX19" fmla="*/ 185068 w 2912392"/>
                <a:gd name="connsiteY19" fmla="*/ 131247 h 795611"/>
                <a:gd name="connsiteX20" fmla="*/ 194809 w 2912392"/>
                <a:gd name="connsiteY20" fmla="*/ 124853 h 795611"/>
                <a:gd name="connsiteX21" fmla="*/ 204550 w 2912392"/>
                <a:gd name="connsiteY21" fmla="*/ 118578 h 795611"/>
                <a:gd name="connsiteX22" fmla="*/ 214289 w 2912392"/>
                <a:gd name="connsiteY22" fmla="*/ 112426 h 795611"/>
                <a:gd name="connsiteX23" fmla="*/ 224030 w 2912392"/>
                <a:gd name="connsiteY23" fmla="*/ 106403 h 795611"/>
                <a:gd name="connsiteX24" fmla="*/ 233771 w 2912392"/>
                <a:gd name="connsiteY24" fmla="*/ 100514 h 795611"/>
                <a:gd name="connsiteX25" fmla="*/ 243510 w 2912392"/>
                <a:gd name="connsiteY25" fmla="*/ 94765 h 795611"/>
                <a:gd name="connsiteX26" fmla="*/ 253251 w 2912392"/>
                <a:gd name="connsiteY26" fmla="*/ 89158 h 795611"/>
                <a:gd name="connsiteX27" fmla="*/ 262992 w 2912392"/>
                <a:gd name="connsiteY27" fmla="*/ 83701 h 795611"/>
                <a:gd name="connsiteX28" fmla="*/ 272732 w 2912392"/>
                <a:gd name="connsiteY28" fmla="*/ 78394 h 795611"/>
                <a:gd name="connsiteX29" fmla="*/ 282473 w 2912392"/>
                <a:gd name="connsiteY29" fmla="*/ 73243 h 795611"/>
                <a:gd name="connsiteX30" fmla="*/ 292214 w 2912392"/>
                <a:gd name="connsiteY30" fmla="*/ 68252 h 795611"/>
                <a:gd name="connsiteX31" fmla="*/ 301953 w 2912392"/>
                <a:gd name="connsiteY31" fmla="*/ 63422 h 795611"/>
                <a:gd name="connsiteX32" fmla="*/ 311694 w 2912392"/>
                <a:gd name="connsiteY32" fmla="*/ 58759 h 795611"/>
                <a:gd name="connsiteX33" fmla="*/ 321435 w 2912392"/>
                <a:gd name="connsiteY33" fmla="*/ 54262 h 795611"/>
                <a:gd name="connsiteX34" fmla="*/ 331175 w 2912392"/>
                <a:gd name="connsiteY34" fmla="*/ 49937 h 795611"/>
                <a:gd name="connsiteX35" fmla="*/ 340916 w 2912392"/>
                <a:gd name="connsiteY35" fmla="*/ 45783 h 795611"/>
                <a:gd name="connsiteX36" fmla="*/ 350656 w 2912392"/>
                <a:gd name="connsiteY36" fmla="*/ 41805 h 795611"/>
                <a:gd name="connsiteX37" fmla="*/ 360396 w 2912392"/>
                <a:gd name="connsiteY37" fmla="*/ 38004 h 795611"/>
                <a:gd name="connsiteX38" fmla="*/ 370137 w 2912392"/>
                <a:gd name="connsiteY38" fmla="*/ 34381 h 795611"/>
                <a:gd name="connsiteX39" fmla="*/ 379878 w 2912392"/>
                <a:gd name="connsiteY39" fmla="*/ 30938 h 795611"/>
                <a:gd name="connsiteX40" fmla="*/ 389617 w 2912392"/>
                <a:gd name="connsiteY40" fmla="*/ 27675 h 795611"/>
                <a:gd name="connsiteX41" fmla="*/ 399358 w 2912392"/>
                <a:gd name="connsiteY41" fmla="*/ 24594 h 795611"/>
                <a:gd name="connsiteX42" fmla="*/ 409099 w 2912392"/>
                <a:gd name="connsiteY42" fmla="*/ 21694 h 795611"/>
                <a:gd name="connsiteX43" fmla="*/ 418839 w 2912392"/>
                <a:gd name="connsiteY43" fmla="*/ 18978 h 795611"/>
                <a:gd name="connsiteX44" fmla="*/ 428580 w 2912392"/>
                <a:gd name="connsiteY44" fmla="*/ 16446 h 795611"/>
                <a:gd name="connsiteX45" fmla="*/ 438321 w 2912392"/>
                <a:gd name="connsiteY45" fmla="*/ 14096 h 795611"/>
                <a:gd name="connsiteX46" fmla="*/ 448060 w 2912392"/>
                <a:gd name="connsiteY46" fmla="*/ 11930 h 795611"/>
                <a:gd name="connsiteX47" fmla="*/ 457801 w 2912392"/>
                <a:gd name="connsiteY47" fmla="*/ 9947 h 795611"/>
                <a:gd name="connsiteX48" fmla="*/ 467542 w 2912392"/>
                <a:gd name="connsiteY48" fmla="*/ 8145 h 795611"/>
                <a:gd name="connsiteX49" fmla="*/ 477281 w 2912392"/>
                <a:gd name="connsiteY49" fmla="*/ 6527 h 795611"/>
                <a:gd name="connsiteX50" fmla="*/ 487022 w 2912392"/>
                <a:gd name="connsiteY50" fmla="*/ 5091 h 795611"/>
                <a:gd name="connsiteX51" fmla="*/ 496763 w 2912392"/>
                <a:gd name="connsiteY51" fmla="*/ 3835 h 795611"/>
                <a:gd name="connsiteX52" fmla="*/ 506503 w 2912392"/>
                <a:gd name="connsiteY52" fmla="*/ 2758 h 795611"/>
                <a:gd name="connsiteX53" fmla="*/ 516244 w 2912392"/>
                <a:gd name="connsiteY53" fmla="*/ 1861 h 795611"/>
                <a:gd name="connsiteX54" fmla="*/ 525985 w 2912392"/>
                <a:gd name="connsiteY54" fmla="*/ 1140 h 795611"/>
                <a:gd name="connsiteX55" fmla="*/ 535724 w 2912392"/>
                <a:gd name="connsiteY55" fmla="*/ 594 h 795611"/>
                <a:gd name="connsiteX56" fmla="*/ 545465 w 2912392"/>
                <a:gd name="connsiteY56" fmla="*/ 225 h 795611"/>
                <a:gd name="connsiteX57" fmla="*/ 555206 w 2912392"/>
                <a:gd name="connsiteY57" fmla="*/ 27 h 795611"/>
                <a:gd name="connsiteX58" fmla="*/ 564946 w 2912392"/>
                <a:gd name="connsiteY58" fmla="*/ 0 h 795611"/>
                <a:gd name="connsiteX59" fmla="*/ 574687 w 2912392"/>
                <a:gd name="connsiteY59" fmla="*/ 143 h 795611"/>
                <a:gd name="connsiteX60" fmla="*/ 584428 w 2912392"/>
                <a:gd name="connsiteY60" fmla="*/ 451 h 795611"/>
                <a:gd name="connsiteX61" fmla="*/ 594167 w 2912392"/>
                <a:gd name="connsiteY61" fmla="*/ 925 h 795611"/>
                <a:gd name="connsiteX62" fmla="*/ 603908 w 2912392"/>
                <a:gd name="connsiteY62" fmla="*/ 1563 h 795611"/>
                <a:gd name="connsiteX63" fmla="*/ 613649 w 2912392"/>
                <a:gd name="connsiteY63" fmla="*/ 2359 h 795611"/>
                <a:gd name="connsiteX64" fmla="*/ 623388 w 2912392"/>
                <a:gd name="connsiteY64" fmla="*/ 3314 h 795611"/>
                <a:gd name="connsiteX65" fmla="*/ 633129 w 2912392"/>
                <a:gd name="connsiteY65" fmla="*/ 4422 h 795611"/>
                <a:gd name="connsiteX66" fmla="*/ 642870 w 2912392"/>
                <a:gd name="connsiteY66" fmla="*/ 5684 h 795611"/>
                <a:gd name="connsiteX67" fmla="*/ 652610 w 2912392"/>
                <a:gd name="connsiteY67" fmla="*/ 7095 h 795611"/>
                <a:gd name="connsiteX68" fmla="*/ 662351 w 2912392"/>
                <a:gd name="connsiteY68" fmla="*/ 8652 h 795611"/>
                <a:gd name="connsiteX69" fmla="*/ 672092 w 2912392"/>
                <a:gd name="connsiteY69" fmla="*/ 10353 h 795611"/>
                <a:gd name="connsiteX70" fmla="*/ 681831 w 2912392"/>
                <a:gd name="connsiteY70" fmla="*/ 12193 h 795611"/>
                <a:gd name="connsiteX71" fmla="*/ 691572 w 2912392"/>
                <a:gd name="connsiteY71" fmla="*/ 14172 h 795611"/>
                <a:gd name="connsiteX72" fmla="*/ 701313 w 2912392"/>
                <a:gd name="connsiteY72" fmla="*/ 16283 h 795611"/>
                <a:gd name="connsiteX73" fmla="*/ 711052 w 2912392"/>
                <a:gd name="connsiteY73" fmla="*/ 18524 h 795611"/>
                <a:gd name="connsiteX74" fmla="*/ 720793 w 2912392"/>
                <a:gd name="connsiteY74" fmla="*/ 20891 h 795611"/>
                <a:gd name="connsiteX75" fmla="*/ 730534 w 2912392"/>
                <a:gd name="connsiteY75" fmla="*/ 23381 h 795611"/>
                <a:gd name="connsiteX76" fmla="*/ 740274 w 2912392"/>
                <a:gd name="connsiteY76" fmla="*/ 25988 h 795611"/>
                <a:gd name="connsiteX77" fmla="*/ 750015 w 2912392"/>
                <a:gd name="connsiteY77" fmla="*/ 28712 h 795611"/>
                <a:gd name="connsiteX78" fmla="*/ 759756 w 2912392"/>
                <a:gd name="connsiteY78" fmla="*/ 31546 h 795611"/>
                <a:gd name="connsiteX79" fmla="*/ 769495 w 2912392"/>
                <a:gd name="connsiteY79" fmla="*/ 34485 h 795611"/>
                <a:gd name="connsiteX80" fmla="*/ 779236 w 2912392"/>
                <a:gd name="connsiteY80" fmla="*/ 37526 h 795611"/>
                <a:gd name="connsiteX81" fmla="*/ 788977 w 2912392"/>
                <a:gd name="connsiteY81" fmla="*/ 40665 h 795611"/>
                <a:gd name="connsiteX82" fmla="*/ 798717 w 2912392"/>
                <a:gd name="connsiteY82" fmla="*/ 43895 h 795611"/>
                <a:gd name="connsiteX83" fmla="*/ 808458 w 2912392"/>
                <a:gd name="connsiteY83" fmla="*/ 47215 h 795611"/>
                <a:gd name="connsiteX84" fmla="*/ 818199 w 2912392"/>
                <a:gd name="connsiteY84" fmla="*/ 50618 h 795611"/>
                <a:gd name="connsiteX85" fmla="*/ 827938 w 2912392"/>
                <a:gd name="connsiteY85" fmla="*/ 54098 h 795611"/>
                <a:gd name="connsiteX86" fmla="*/ 837679 w 2912392"/>
                <a:gd name="connsiteY86" fmla="*/ 57652 h 795611"/>
                <a:gd name="connsiteX87" fmla="*/ 847420 w 2912392"/>
                <a:gd name="connsiteY87" fmla="*/ 61274 h 795611"/>
                <a:gd name="connsiteX88" fmla="*/ 857159 w 2912392"/>
                <a:gd name="connsiteY88" fmla="*/ 64958 h 795611"/>
                <a:gd name="connsiteX89" fmla="*/ 866900 w 2912392"/>
                <a:gd name="connsiteY89" fmla="*/ 68699 h 795611"/>
                <a:gd name="connsiteX90" fmla="*/ 876641 w 2912392"/>
                <a:gd name="connsiteY90" fmla="*/ 72492 h 795611"/>
                <a:gd name="connsiteX91" fmla="*/ 886381 w 2912392"/>
                <a:gd name="connsiteY91" fmla="*/ 76332 h 795611"/>
                <a:gd name="connsiteX92" fmla="*/ 896122 w 2912392"/>
                <a:gd name="connsiteY92" fmla="*/ 80212 h 795611"/>
                <a:gd name="connsiteX93" fmla="*/ 905863 w 2912392"/>
                <a:gd name="connsiteY93" fmla="*/ 84127 h 795611"/>
                <a:gd name="connsiteX94" fmla="*/ 915602 w 2912392"/>
                <a:gd name="connsiteY94" fmla="*/ 88071 h 795611"/>
                <a:gd name="connsiteX95" fmla="*/ 925343 w 2912392"/>
                <a:gd name="connsiteY95" fmla="*/ 92037 h 795611"/>
                <a:gd name="connsiteX96" fmla="*/ 935084 w 2912392"/>
                <a:gd name="connsiteY96" fmla="*/ 96022 h 795611"/>
                <a:gd name="connsiteX97" fmla="*/ 944824 w 2912392"/>
                <a:gd name="connsiteY97" fmla="*/ 100017 h 795611"/>
                <a:gd name="connsiteX98" fmla="*/ 954564 w 2912392"/>
                <a:gd name="connsiteY98" fmla="*/ 104017 h 795611"/>
                <a:gd name="connsiteX99" fmla="*/ 964305 w 2912392"/>
                <a:gd name="connsiteY99" fmla="*/ 108018 h 795611"/>
                <a:gd name="connsiteX100" fmla="*/ 974045 w 2912392"/>
                <a:gd name="connsiteY100" fmla="*/ 112011 h 795611"/>
                <a:gd name="connsiteX101" fmla="*/ 983786 w 2912392"/>
                <a:gd name="connsiteY101" fmla="*/ 115990 h 795611"/>
                <a:gd name="connsiteX102" fmla="*/ 993522 w 2912392"/>
                <a:gd name="connsiteY102" fmla="*/ 119950 h 795611"/>
                <a:gd name="connsiteX103" fmla="*/ 1003266 w 2912392"/>
                <a:gd name="connsiteY103" fmla="*/ 123887 h 795611"/>
                <a:gd name="connsiteX104" fmla="*/ 1013010 w 2912392"/>
                <a:gd name="connsiteY104" fmla="*/ 127790 h 795611"/>
                <a:gd name="connsiteX105" fmla="*/ 1022754 w 2912392"/>
                <a:gd name="connsiteY105" fmla="*/ 131656 h 795611"/>
                <a:gd name="connsiteX106" fmla="*/ 1032483 w 2912392"/>
                <a:gd name="connsiteY106" fmla="*/ 135479 h 795611"/>
                <a:gd name="connsiteX107" fmla="*/ 1042227 w 2912392"/>
                <a:gd name="connsiteY107" fmla="*/ 139255 h 795611"/>
                <a:gd name="connsiteX108" fmla="*/ 1051971 w 2912392"/>
                <a:gd name="connsiteY108" fmla="*/ 142974 h 795611"/>
                <a:gd name="connsiteX109" fmla="*/ 1061715 w 2912392"/>
                <a:gd name="connsiteY109" fmla="*/ 146633 h 795611"/>
                <a:gd name="connsiteX110" fmla="*/ 1071444 w 2912392"/>
                <a:gd name="connsiteY110" fmla="*/ 150225 h 795611"/>
                <a:gd name="connsiteX111" fmla="*/ 1081188 w 2912392"/>
                <a:gd name="connsiteY111" fmla="*/ 153746 h 795611"/>
                <a:gd name="connsiteX112" fmla="*/ 1090932 w 2912392"/>
                <a:gd name="connsiteY112" fmla="*/ 157190 h 795611"/>
                <a:gd name="connsiteX113" fmla="*/ 1100676 w 2912392"/>
                <a:gd name="connsiteY113" fmla="*/ 160551 h 795611"/>
                <a:gd name="connsiteX114" fmla="*/ 1110405 w 2912392"/>
                <a:gd name="connsiteY114" fmla="*/ 163826 h 795611"/>
                <a:gd name="connsiteX115" fmla="*/ 1120149 w 2912392"/>
                <a:gd name="connsiteY115" fmla="*/ 167009 h 795611"/>
                <a:gd name="connsiteX116" fmla="*/ 1129893 w 2912392"/>
                <a:gd name="connsiteY116" fmla="*/ 170094 h 795611"/>
                <a:gd name="connsiteX117" fmla="*/ 1139637 w 2912392"/>
                <a:gd name="connsiteY117" fmla="*/ 173078 h 795611"/>
                <a:gd name="connsiteX118" fmla="*/ 1149381 w 2912392"/>
                <a:gd name="connsiteY118" fmla="*/ 175958 h 795611"/>
                <a:gd name="connsiteX119" fmla="*/ 1159110 w 2912392"/>
                <a:gd name="connsiteY119" fmla="*/ 178728 h 795611"/>
                <a:gd name="connsiteX120" fmla="*/ 1168854 w 2912392"/>
                <a:gd name="connsiteY120" fmla="*/ 181386 h 795611"/>
                <a:gd name="connsiteX121" fmla="*/ 1178598 w 2912392"/>
                <a:gd name="connsiteY121" fmla="*/ 183928 h 795611"/>
                <a:gd name="connsiteX122" fmla="*/ 1188341 w 2912392"/>
                <a:gd name="connsiteY122" fmla="*/ 186349 h 795611"/>
                <a:gd name="connsiteX123" fmla="*/ 1198070 w 2912392"/>
                <a:gd name="connsiteY123" fmla="*/ 188649 h 795611"/>
                <a:gd name="connsiteX124" fmla="*/ 1207814 w 2912392"/>
                <a:gd name="connsiteY124" fmla="*/ 190826 h 795611"/>
                <a:gd name="connsiteX125" fmla="*/ 1217558 w 2912392"/>
                <a:gd name="connsiteY125" fmla="*/ 192875 h 795611"/>
                <a:gd name="connsiteX126" fmla="*/ 1227302 w 2912392"/>
                <a:gd name="connsiteY126" fmla="*/ 194795 h 795611"/>
                <a:gd name="connsiteX127" fmla="*/ 1237031 w 2912392"/>
                <a:gd name="connsiteY127" fmla="*/ 196586 h 795611"/>
                <a:gd name="connsiteX128" fmla="*/ 1246775 w 2912392"/>
                <a:gd name="connsiteY128" fmla="*/ 198244 h 795611"/>
                <a:gd name="connsiteX129" fmla="*/ 1256519 w 2912392"/>
                <a:gd name="connsiteY129" fmla="*/ 199773 h 795611"/>
                <a:gd name="connsiteX130" fmla="*/ 1266263 w 2912392"/>
                <a:gd name="connsiteY130" fmla="*/ 201168 h 795611"/>
                <a:gd name="connsiteX131" fmla="*/ 1276007 w 2912392"/>
                <a:gd name="connsiteY131" fmla="*/ 202431 h 795611"/>
                <a:gd name="connsiteX132" fmla="*/ 1285736 w 2912392"/>
                <a:gd name="connsiteY132" fmla="*/ 203562 h 795611"/>
                <a:gd name="connsiteX133" fmla="*/ 1295480 w 2912392"/>
                <a:gd name="connsiteY133" fmla="*/ 204563 h 795611"/>
                <a:gd name="connsiteX134" fmla="*/ 1305224 w 2912392"/>
                <a:gd name="connsiteY134" fmla="*/ 205433 h 795611"/>
                <a:gd name="connsiteX135" fmla="*/ 1314968 w 2912392"/>
                <a:gd name="connsiteY135" fmla="*/ 206175 h 795611"/>
                <a:gd name="connsiteX136" fmla="*/ 1324697 w 2912392"/>
                <a:gd name="connsiteY136" fmla="*/ 206790 h 795611"/>
                <a:gd name="connsiteX137" fmla="*/ 1334441 w 2912392"/>
                <a:gd name="connsiteY137" fmla="*/ 207282 h 795611"/>
                <a:gd name="connsiteX138" fmla="*/ 1344185 w 2912392"/>
                <a:gd name="connsiteY138" fmla="*/ 207652 h 795611"/>
                <a:gd name="connsiteX139" fmla="*/ 1353929 w 2912392"/>
                <a:gd name="connsiteY139" fmla="*/ 207903 h 795611"/>
                <a:gd name="connsiteX140" fmla="*/ 1363658 w 2912392"/>
                <a:gd name="connsiteY140" fmla="*/ 208040 h 795611"/>
                <a:gd name="connsiteX141" fmla="*/ 1373402 w 2912392"/>
                <a:gd name="connsiteY141" fmla="*/ 208067 h 795611"/>
                <a:gd name="connsiteX142" fmla="*/ 1383146 w 2912392"/>
                <a:gd name="connsiteY142" fmla="*/ 207987 h 795611"/>
                <a:gd name="connsiteX143" fmla="*/ 1392890 w 2912392"/>
                <a:gd name="connsiteY143" fmla="*/ 207805 h 795611"/>
                <a:gd name="connsiteX144" fmla="*/ 1402619 w 2912392"/>
                <a:gd name="connsiteY144" fmla="*/ 207525 h 795611"/>
                <a:gd name="connsiteX145" fmla="*/ 1412363 w 2912392"/>
                <a:gd name="connsiteY145" fmla="*/ 207155 h 795611"/>
                <a:gd name="connsiteX146" fmla="*/ 1422106 w 2912392"/>
                <a:gd name="connsiteY146" fmla="*/ 206700 h 795611"/>
                <a:gd name="connsiteX147" fmla="*/ 1431850 w 2912392"/>
                <a:gd name="connsiteY147" fmla="*/ 206163 h 795611"/>
                <a:gd name="connsiteX148" fmla="*/ 1441594 w 2912392"/>
                <a:gd name="connsiteY148" fmla="*/ 205555 h 795611"/>
                <a:gd name="connsiteX149" fmla="*/ 1451323 w 2912392"/>
                <a:gd name="connsiteY149" fmla="*/ 204880 h 795611"/>
                <a:gd name="connsiteX150" fmla="*/ 1461067 w 2912392"/>
                <a:gd name="connsiteY150" fmla="*/ 204146 h 795611"/>
                <a:gd name="connsiteX151" fmla="*/ 1470811 w 2912392"/>
                <a:gd name="connsiteY151" fmla="*/ 203359 h 795611"/>
                <a:gd name="connsiteX152" fmla="*/ 1480555 w 2912392"/>
                <a:gd name="connsiteY152" fmla="*/ 202528 h 795611"/>
                <a:gd name="connsiteX153" fmla="*/ 1490284 w 2912392"/>
                <a:gd name="connsiteY153" fmla="*/ 201659 h 795611"/>
                <a:gd name="connsiteX154" fmla="*/ 1500028 w 2912392"/>
                <a:gd name="connsiteY154" fmla="*/ 200762 h 795611"/>
                <a:gd name="connsiteX155" fmla="*/ 1509772 w 2912392"/>
                <a:gd name="connsiteY155" fmla="*/ 199846 h 795611"/>
                <a:gd name="connsiteX156" fmla="*/ 1519516 w 2912392"/>
                <a:gd name="connsiteY156" fmla="*/ 198918 h 795611"/>
                <a:gd name="connsiteX157" fmla="*/ 1529245 w 2912392"/>
                <a:gd name="connsiteY157" fmla="*/ 197987 h 795611"/>
                <a:gd name="connsiteX158" fmla="*/ 1538989 w 2912392"/>
                <a:gd name="connsiteY158" fmla="*/ 197061 h 795611"/>
                <a:gd name="connsiteX159" fmla="*/ 1548733 w 2912392"/>
                <a:gd name="connsiteY159" fmla="*/ 196151 h 795611"/>
                <a:gd name="connsiteX160" fmla="*/ 1558477 w 2912392"/>
                <a:gd name="connsiteY160" fmla="*/ 195266 h 795611"/>
                <a:gd name="connsiteX161" fmla="*/ 1568221 w 2912392"/>
                <a:gd name="connsiteY161" fmla="*/ 194412 h 795611"/>
                <a:gd name="connsiteX162" fmla="*/ 1577950 w 2912392"/>
                <a:gd name="connsiteY162" fmla="*/ 193603 h 795611"/>
                <a:gd name="connsiteX163" fmla="*/ 1587694 w 2912392"/>
                <a:gd name="connsiteY163" fmla="*/ 192845 h 795611"/>
                <a:gd name="connsiteX164" fmla="*/ 1597438 w 2912392"/>
                <a:gd name="connsiteY164" fmla="*/ 192149 h 795611"/>
                <a:gd name="connsiteX165" fmla="*/ 1607182 w 2912392"/>
                <a:gd name="connsiteY165" fmla="*/ 191525 h 795611"/>
                <a:gd name="connsiteX166" fmla="*/ 1616911 w 2912392"/>
                <a:gd name="connsiteY166" fmla="*/ 190981 h 795611"/>
                <a:gd name="connsiteX167" fmla="*/ 1626655 w 2912392"/>
                <a:gd name="connsiteY167" fmla="*/ 190528 h 795611"/>
                <a:gd name="connsiteX168" fmla="*/ 1636399 w 2912392"/>
                <a:gd name="connsiteY168" fmla="*/ 190175 h 795611"/>
                <a:gd name="connsiteX169" fmla="*/ 1646142 w 2912392"/>
                <a:gd name="connsiteY169" fmla="*/ 189931 h 795611"/>
                <a:gd name="connsiteX170" fmla="*/ 1655872 w 2912392"/>
                <a:gd name="connsiteY170" fmla="*/ 189804 h 795611"/>
                <a:gd name="connsiteX171" fmla="*/ 1665616 w 2912392"/>
                <a:gd name="connsiteY171" fmla="*/ 189807 h 795611"/>
                <a:gd name="connsiteX172" fmla="*/ 1675359 w 2912392"/>
                <a:gd name="connsiteY172" fmla="*/ 189946 h 795611"/>
                <a:gd name="connsiteX173" fmla="*/ 1685103 w 2912392"/>
                <a:gd name="connsiteY173" fmla="*/ 190230 h 795611"/>
                <a:gd name="connsiteX174" fmla="*/ 1694832 w 2912392"/>
                <a:gd name="connsiteY174" fmla="*/ 190670 h 795611"/>
                <a:gd name="connsiteX175" fmla="*/ 1704576 w 2912392"/>
                <a:gd name="connsiteY175" fmla="*/ 191272 h 795611"/>
                <a:gd name="connsiteX176" fmla="*/ 1714320 w 2912392"/>
                <a:gd name="connsiteY176" fmla="*/ 192045 h 795611"/>
                <a:gd name="connsiteX177" fmla="*/ 1724064 w 2912392"/>
                <a:gd name="connsiteY177" fmla="*/ 192998 h 795611"/>
                <a:gd name="connsiteX178" fmla="*/ 1733808 w 2912392"/>
                <a:gd name="connsiteY178" fmla="*/ 194140 h 795611"/>
                <a:gd name="connsiteX179" fmla="*/ 1743537 w 2912392"/>
                <a:gd name="connsiteY179" fmla="*/ 195475 h 795611"/>
                <a:gd name="connsiteX180" fmla="*/ 1753281 w 2912392"/>
                <a:gd name="connsiteY180" fmla="*/ 197014 h 795611"/>
                <a:gd name="connsiteX181" fmla="*/ 1763025 w 2912392"/>
                <a:gd name="connsiteY181" fmla="*/ 198760 h 795611"/>
                <a:gd name="connsiteX182" fmla="*/ 1772769 w 2912392"/>
                <a:gd name="connsiteY182" fmla="*/ 200724 h 795611"/>
                <a:gd name="connsiteX183" fmla="*/ 1782498 w 2912392"/>
                <a:gd name="connsiteY183" fmla="*/ 202909 h 795611"/>
                <a:gd name="connsiteX184" fmla="*/ 1792242 w 2912392"/>
                <a:gd name="connsiteY184" fmla="*/ 205323 h 795611"/>
                <a:gd name="connsiteX185" fmla="*/ 1801986 w 2912392"/>
                <a:gd name="connsiteY185" fmla="*/ 207970 h 795611"/>
                <a:gd name="connsiteX186" fmla="*/ 1811730 w 2912392"/>
                <a:gd name="connsiteY186" fmla="*/ 210858 h 795611"/>
                <a:gd name="connsiteX187" fmla="*/ 1821459 w 2912392"/>
                <a:gd name="connsiteY187" fmla="*/ 213987 h 795611"/>
                <a:gd name="connsiteX188" fmla="*/ 1831203 w 2912392"/>
                <a:gd name="connsiteY188" fmla="*/ 217364 h 795611"/>
                <a:gd name="connsiteX189" fmla="*/ 1840947 w 2912392"/>
                <a:gd name="connsiteY189" fmla="*/ 220994 h 795611"/>
                <a:gd name="connsiteX190" fmla="*/ 1850691 w 2912392"/>
                <a:gd name="connsiteY190" fmla="*/ 224878 h 795611"/>
                <a:gd name="connsiteX191" fmla="*/ 1860435 w 2912392"/>
                <a:gd name="connsiteY191" fmla="*/ 229018 h 795611"/>
                <a:gd name="connsiteX192" fmla="*/ 1870164 w 2912392"/>
                <a:gd name="connsiteY192" fmla="*/ 233421 h 795611"/>
                <a:gd name="connsiteX193" fmla="*/ 1879908 w 2912392"/>
                <a:gd name="connsiteY193" fmla="*/ 238084 h 795611"/>
                <a:gd name="connsiteX194" fmla="*/ 1889652 w 2912392"/>
                <a:gd name="connsiteY194" fmla="*/ 243010 h 795611"/>
                <a:gd name="connsiteX195" fmla="*/ 1899395 w 2912392"/>
                <a:gd name="connsiteY195" fmla="*/ 248201 h 795611"/>
                <a:gd name="connsiteX196" fmla="*/ 1909124 w 2912392"/>
                <a:gd name="connsiteY196" fmla="*/ 253655 h 795611"/>
                <a:gd name="connsiteX197" fmla="*/ 1918868 w 2912392"/>
                <a:gd name="connsiteY197" fmla="*/ 259375 h 795611"/>
                <a:gd name="connsiteX198" fmla="*/ 1928612 w 2912392"/>
                <a:gd name="connsiteY198" fmla="*/ 265355 h 795611"/>
                <a:gd name="connsiteX199" fmla="*/ 1938356 w 2912392"/>
                <a:gd name="connsiteY199" fmla="*/ 271600 h 795611"/>
                <a:gd name="connsiteX200" fmla="*/ 1948085 w 2912392"/>
                <a:gd name="connsiteY200" fmla="*/ 278103 h 795611"/>
                <a:gd name="connsiteX201" fmla="*/ 1957829 w 2912392"/>
                <a:gd name="connsiteY201" fmla="*/ 284863 h 795611"/>
                <a:gd name="connsiteX202" fmla="*/ 1967573 w 2912392"/>
                <a:gd name="connsiteY202" fmla="*/ 291877 h 795611"/>
                <a:gd name="connsiteX203" fmla="*/ 1977317 w 2912392"/>
                <a:gd name="connsiteY203" fmla="*/ 299140 h 795611"/>
                <a:gd name="connsiteX204" fmla="*/ 1987046 w 2912392"/>
                <a:gd name="connsiteY204" fmla="*/ 306651 h 795611"/>
                <a:gd name="connsiteX205" fmla="*/ 1996790 w 2912392"/>
                <a:gd name="connsiteY205" fmla="*/ 314403 h 795611"/>
                <a:gd name="connsiteX206" fmla="*/ 2006534 w 2912392"/>
                <a:gd name="connsiteY206" fmla="*/ 322389 h 795611"/>
                <a:gd name="connsiteX207" fmla="*/ 2016278 w 2912392"/>
                <a:gd name="connsiteY207" fmla="*/ 330605 h 795611"/>
                <a:gd name="connsiteX208" fmla="*/ 2026022 w 2912392"/>
                <a:gd name="connsiteY208" fmla="*/ 339046 h 795611"/>
                <a:gd name="connsiteX209" fmla="*/ 2035751 w 2912392"/>
                <a:gd name="connsiteY209" fmla="*/ 347701 h 795611"/>
                <a:gd name="connsiteX210" fmla="*/ 2045495 w 2912392"/>
                <a:gd name="connsiteY210" fmla="*/ 356564 h 795611"/>
                <a:gd name="connsiteX211" fmla="*/ 2055239 w 2912392"/>
                <a:gd name="connsiteY211" fmla="*/ 365627 h 795611"/>
                <a:gd name="connsiteX212" fmla="*/ 2064983 w 2912392"/>
                <a:gd name="connsiteY212" fmla="*/ 374881 h 795611"/>
                <a:gd name="connsiteX213" fmla="*/ 2074712 w 2912392"/>
                <a:gd name="connsiteY213" fmla="*/ 384316 h 795611"/>
                <a:gd name="connsiteX214" fmla="*/ 2084456 w 2912392"/>
                <a:gd name="connsiteY214" fmla="*/ 393923 h 795611"/>
                <a:gd name="connsiteX215" fmla="*/ 2094200 w 2912392"/>
                <a:gd name="connsiteY215" fmla="*/ 403692 h 795611"/>
                <a:gd name="connsiteX216" fmla="*/ 2103944 w 2912392"/>
                <a:gd name="connsiteY216" fmla="*/ 413611 h 795611"/>
                <a:gd name="connsiteX217" fmla="*/ 2113673 w 2912392"/>
                <a:gd name="connsiteY217" fmla="*/ 423669 h 795611"/>
                <a:gd name="connsiteX218" fmla="*/ 2123417 w 2912392"/>
                <a:gd name="connsiteY218" fmla="*/ 433854 h 795611"/>
                <a:gd name="connsiteX219" fmla="*/ 2133161 w 2912392"/>
                <a:gd name="connsiteY219" fmla="*/ 444154 h 795611"/>
                <a:gd name="connsiteX220" fmla="*/ 2142905 w 2912392"/>
                <a:gd name="connsiteY220" fmla="*/ 454556 h 795611"/>
                <a:gd name="connsiteX221" fmla="*/ 2152649 w 2912392"/>
                <a:gd name="connsiteY221" fmla="*/ 465048 h 795611"/>
                <a:gd name="connsiteX222" fmla="*/ 2162377 w 2912392"/>
                <a:gd name="connsiteY222" fmla="*/ 475614 h 795611"/>
                <a:gd name="connsiteX223" fmla="*/ 2172121 w 2912392"/>
                <a:gd name="connsiteY223" fmla="*/ 486243 h 795611"/>
                <a:gd name="connsiteX224" fmla="*/ 2181865 w 2912392"/>
                <a:gd name="connsiteY224" fmla="*/ 496920 h 795611"/>
                <a:gd name="connsiteX225" fmla="*/ 2191609 w 2912392"/>
                <a:gd name="connsiteY225" fmla="*/ 507629 h 795611"/>
                <a:gd name="connsiteX226" fmla="*/ 2201338 w 2912392"/>
                <a:gd name="connsiteY226" fmla="*/ 518358 h 795611"/>
                <a:gd name="connsiteX227" fmla="*/ 2211082 w 2912392"/>
                <a:gd name="connsiteY227" fmla="*/ 529090 h 795611"/>
                <a:gd name="connsiteX228" fmla="*/ 2220826 w 2912392"/>
                <a:gd name="connsiteY228" fmla="*/ 539811 h 795611"/>
                <a:gd name="connsiteX229" fmla="*/ 2230570 w 2912392"/>
                <a:gd name="connsiteY229" fmla="*/ 550504 h 795611"/>
                <a:gd name="connsiteX230" fmla="*/ 2240299 w 2912392"/>
                <a:gd name="connsiteY230" fmla="*/ 561154 h 795611"/>
                <a:gd name="connsiteX231" fmla="*/ 2250043 w 2912392"/>
                <a:gd name="connsiteY231" fmla="*/ 571747 h 795611"/>
                <a:gd name="connsiteX232" fmla="*/ 2259787 w 2912392"/>
                <a:gd name="connsiteY232" fmla="*/ 582266 h 795611"/>
                <a:gd name="connsiteX233" fmla="*/ 2269531 w 2912392"/>
                <a:gd name="connsiteY233" fmla="*/ 592695 h 795611"/>
                <a:gd name="connsiteX234" fmla="*/ 2279260 w 2912392"/>
                <a:gd name="connsiteY234" fmla="*/ 603017 h 795611"/>
                <a:gd name="connsiteX235" fmla="*/ 2289004 w 2912392"/>
                <a:gd name="connsiteY235" fmla="*/ 613220 h 795611"/>
                <a:gd name="connsiteX236" fmla="*/ 2298748 w 2912392"/>
                <a:gd name="connsiteY236" fmla="*/ 623290 h 795611"/>
                <a:gd name="connsiteX237" fmla="*/ 2308492 w 2912392"/>
                <a:gd name="connsiteY237" fmla="*/ 633198 h 795611"/>
                <a:gd name="connsiteX238" fmla="*/ 2318236 w 2912392"/>
                <a:gd name="connsiteY238" fmla="*/ 642942 h 795611"/>
                <a:gd name="connsiteX239" fmla="*/ 2327965 w 2912392"/>
                <a:gd name="connsiteY239" fmla="*/ 652507 h 795611"/>
                <a:gd name="connsiteX240" fmla="*/ 2337709 w 2912392"/>
                <a:gd name="connsiteY240" fmla="*/ 661863 h 795611"/>
                <a:gd name="connsiteX241" fmla="*/ 2347453 w 2912392"/>
                <a:gd name="connsiteY241" fmla="*/ 671011 h 795611"/>
                <a:gd name="connsiteX242" fmla="*/ 2357197 w 2912392"/>
                <a:gd name="connsiteY242" fmla="*/ 679936 h 795611"/>
                <a:gd name="connsiteX243" fmla="*/ 2366926 w 2912392"/>
                <a:gd name="connsiteY243" fmla="*/ 688607 h 795611"/>
                <a:gd name="connsiteX244" fmla="*/ 2376670 w 2912392"/>
                <a:gd name="connsiteY244" fmla="*/ 697025 h 795611"/>
                <a:gd name="connsiteX245" fmla="*/ 2386413 w 2912392"/>
                <a:gd name="connsiteY245" fmla="*/ 705175 h 795611"/>
                <a:gd name="connsiteX246" fmla="*/ 2396157 w 2912392"/>
                <a:gd name="connsiteY246" fmla="*/ 713042 h 795611"/>
                <a:gd name="connsiteX247" fmla="*/ 2405886 w 2912392"/>
                <a:gd name="connsiteY247" fmla="*/ 720610 h 795611"/>
                <a:gd name="connsiteX248" fmla="*/ 2415630 w 2912392"/>
                <a:gd name="connsiteY248" fmla="*/ 727881 h 795611"/>
                <a:gd name="connsiteX249" fmla="*/ 2425374 w 2912392"/>
                <a:gd name="connsiteY249" fmla="*/ 734824 h 795611"/>
                <a:gd name="connsiteX250" fmla="*/ 2435118 w 2912392"/>
                <a:gd name="connsiteY250" fmla="*/ 741439 h 795611"/>
                <a:gd name="connsiteX251" fmla="*/ 2444862 w 2912392"/>
                <a:gd name="connsiteY251" fmla="*/ 747697 h 795611"/>
                <a:gd name="connsiteX252" fmla="*/ 2454591 w 2912392"/>
                <a:gd name="connsiteY252" fmla="*/ 753626 h 795611"/>
                <a:gd name="connsiteX253" fmla="*/ 2464335 w 2912392"/>
                <a:gd name="connsiteY253" fmla="*/ 759184 h 795611"/>
                <a:gd name="connsiteX254" fmla="*/ 2474079 w 2912392"/>
                <a:gd name="connsiteY254" fmla="*/ 764368 h 795611"/>
                <a:gd name="connsiteX255" fmla="*/ 2483823 w 2912392"/>
                <a:gd name="connsiteY255" fmla="*/ 769181 h 795611"/>
                <a:gd name="connsiteX256" fmla="*/ 2493552 w 2912392"/>
                <a:gd name="connsiteY256" fmla="*/ 773591 h 795611"/>
                <a:gd name="connsiteX257" fmla="*/ 2503296 w 2912392"/>
                <a:gd name="connsiteY257" fmla="*/ 777629 h 795611"/>
                <a:gd name="connsiteX258" fmla="*/ 2513040 w 2912392"/>
                <a:gd name="connsiteY258" fmla="*/ 781264 h 795611"/>
                <a:gd name="connsiteX259" fmla="*/ 2522784 w 2912392"/>
                <a:gd name="connsiteY259" fmla="*/ 784497 h 795611"/>
                <a:gd name="connsiteX260" fmla="*/ 2532513 w 2912392"/>
                <a:gd name="connsiteY260" fmla="*/ 787328 h 795611"/>
                <a:gd name="connsiteX261" fmla="*/ 2542257 w 2912392"/>
                <a:gd name="connsiteY261" fmla="*/ 789741 h 795611"/>
                <a:gd name="connsiteX262" fmla="*/ 2552001 w 2912392"/>
                <a:gd name="connsiteY262" fmla="*/ 791753 h 795611"/>
                <a:gd name="connsiteX263" fmla="*/ 2561745 w 2912392"/>
                <a:gd name="connsiteY263" fmla="*/ 793332 h 795611"/>
                <a:gd name="connsiteX264" fmla="*/ 2571474 w 2912392"/>
                <a:gd name="connsiteY264" fmla="*/ 794509 h 795611"/>
                <a:gd name="connsiteX265" fmla="*/ 2581218 w 2912392"/>
                <a:gd name="connsiteY265" fmla="*/ 795269 h 795611"/>
                <a:gd name="connsiteX266" fmla="*/ 2590962 w 2912392"/>
                <a:gd name="connsiteY266" fmla="*/ 795612 h 795611"/>
                <a:gd name="connsiteX267" fmla="*/ 2600705 w 2912392"/>
                <a:gd name="connsiteY267" fmla="*/ 795552 h 795611"/>
                <a:gd name="connsiteX268" fmla="*/ 2610449 w 2912392"/>
                <a:gd name="connsiteY268" fmla="*/ 795075 h 795611"/>
                <a:gd name="connsiteX269" fmla="*/ 2620178 w 2912392"/>
                <a:gd name="connsiteY269" fmla="*/ 794181 h 795611"/>
                <a:gd name="connsiteX270" fmla="*/ 2629922 w 2912392"/>
                <a:gd name="connsiteY270" fmla="*/ 792900 h 795611"/>
                <a:gd name="connsiteX271" fmla="*/ 2639666 w 2912392"/>
                <a:gd name="connsiteY271" fmla="*/ 791216 h 795611"/>
                <a:gd name="connsiteX272" fmla="*/ 2649410 w 2912392"/>
                <a:gd name="connsiteY272" fmla="*/ 789131 h 795611"/>
                <a:gd name="connsiteX273" fmla="*/ 2659139 w 2912392"/>
                <a:gd name="connsiteY273" fmla="*/ 786672 h 795611"/>
                <a:gd name="connsiteX274" fmla="*/ 2668883 w 2912392"/>
                <a:gd name="connsiteY274" fmla="*/ 783827 h 795611"/>
                <a:gd name="connsiteX275" fmla="*/ 2678627 w 2912392"/>
                <a:gd name="connsiteY275" fmla="*/ 780623 h 795611"/>
                <a:gd name="connsiteX276" fmla="*/ 2688371 w 2912392"/>
                <a:gd name="connsiteY276" fmla="*/ 777047 h 795611"/>
                <a:gd name="connsiteX277" fmla="*/ 2698100 w 2912392"/>
                <a:gd name="connsiteY277" fmla="*/ 773114 h 795611"/>
                <a:gd name="connsiteX278" fmla="*/ 2707844 w 2912392"/>
                <a:gd name="connsiteY278" fmla="*/ 768853 h 795611"/>
                <a:gd name="connsiteX279" fmla="*/ 2717588 w 2912392"/>
                <a:gd name="connsiteY279" fmla="*/ 764249 h 795611"/>
                <a:gd name="connsiteX280" fmla="*/ 2727332 w 2912392"/>
                <a:gd name="connsiteY280" fmla="*/ 759333 h 795611"/>
                <a:gd name="connsiteX281" fmla="*/ 2737076 w 2912392"/>
                <a:gd name="connsiteY281" fmla="*/ 754118 h 795611"/>
                <a:gd name="connsiteX282" fmla="*/ 2746805 w 2912392"/>
                <a:gd name="connsiteY282" fmla="*/ 748590 h 795611"/>
                <a:gd name="connsiteX283" fmla="*/ 2756549 w 2912392"/>
                <a:gd name="connsiteY283" fmla="*/ 742795 h 795611"/>
                <a:gd name="connsiteX284" fmla="*/ 2766293 w 2912392"/>
                <a:gd name="connsiteY284" fmla="*/ 736731 h 795611"/>
                <a:gd name="connsiteX285" fmla="*/ 2776037 w 2912392"/>
                <a:gd name="connsiteY285" fmla="*/ 730414 h 795611"/>
                <a:gd name="connsiteX286" fmla="*/ 2785766 w 2912392"/>
                <a:gd name="connsiteY286" fmla="*/ 723843 h 795611"/>
                <a:gd name="connsiteX287" fmla="*/ 2795510 w 2912392"/>
                <a:gd name="connsiteY287" fmla="*/ 717064 h 795611"/>
                <a:gd name="connsiteX288" fmla="*/ 2805254 w 2912392"/>
                <a:gd name="connsiteY288" fmla="*/ 710077 h 795611"/>
                <a:gd name="connsiteX289" fmla="*/ 2814998 w 2912392"/>
                <a:gd name="connsiteY289" fmla="*/ 702880 h 795611"/>
                <a:gd name="connsiteX290" fmla="*/ 2824727 w 2912392"/>
                <a:gd name="connsiteY290" fmla="*/ 695520 h 795611"/>
                <a:gd name="connsiteX291" fmla="*/ 2834471 w 2912392"/>
                <a:gd name="connsiteY291" fmla="*/ 687996 h 795611"/>
                <a:gd name="connsiteX292" fmla="*/ 2844215 w 2912392"/>
                <a:gd name="connsiteY292" fmla="*/ 680323 h 795611"/>
                <a:gd name="connsiteX293" fmla="*/ 2853958 w 2912392"/>
                <a:gd name="connsiteY293" fmla="*/ 672531 h 795611"/>
                <a:gd name="connsiteX294" fmla="*/ 2863687 w 2912392"/>
                <a:gd name="connsiteY294" fmla="*/ 664620 h 795611"/>
                <a:gd name="connsiteX295" fmla="*/ 2873431 w 2912392"/>
                <a:gd name="connsiteY295" fmla="*/ 656619 h 795611"/>
                <a:gd name="connsiteX296" fmla="*/ 2883175 w 2912392"/>
                <a:gd name="connsiteY296" fmla="*/ 648529 h 795611"/>
                <a:gd name="connsiteX297" fmla="*/ 2892919 w 2912392"/>
                <a:gd name="connsiteY297" fmla="*/ 640379 h 795611"/>
                <a:gd name="connsiteX298" fmla="*/ 2902663 w 2912392"/>
                <a:gd name="connsiteY298" fmla="*/ 632185 h 795611"/>
                <a:gd name="connsiteX299" fmla="*/ 2912392 w 2912392"/>
                <a:gd name="connsiteY299" fmla="*/ 623946 h 795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95611">
                  <a:moveTo>
                    <a:pt x="0" y="266136"/>
                  </a:moveTo>
                  <a:lnTo>
                    <a:pt x="9739" y="258843"/>
                  </a:lnTo>
                  <a:lnTo>
                    <a:pt x="19480" y="251523"/>
                  </a:lnTo>
                  <a:lnTo>
                    <a:pt x="29221" y="244187"/>
                  </a:lnTo>
                  <a:lnTo>
                    <a:pt x="38961" y="236842"/>
                  </a:lnTo>
                  <a:lnTo>
                    <a:pt x="48702" y="229498"/>
                  </a:lnTo>
                  <a:lnTo>
                    <a:pt x="58443" y="222162"/>
                  </a:lnTo>
                  <a:lnTo>
                    <a:pt x="68182" y="214843"/>
                  </a:lnTo>
                  <a:lnTo>
                    <a:pt x="77923" y="207550"/>
                  </a:lnTo>
                  <a:lnTo>
                    <a:pt x="87664" y="200290"/>
                  </a:lnTo>
                  <a:lnTo>
                    <a:pt x="97404" y="193073"/>
                  </a:lnTo>
                  <a:lnTo>
                    <a:pt x="107145" y="185905"/>
                  </a:lnTo>
                  <a:lnTo>
                    <a:pt x="116886" y="178795"/>
                  </a:lnTo>
                  <a:lnTo>
                    <a:pt x="126625" y="171750"/>
                  </a:lnTo>
                  <a:lnTo>
                    <a:pt x="136366" y="164777"/>
                  </a:lnTo>
                  <a:lnTo>
                    <a:pt x="146107" y="157884"/>
                  </a:lnTo>
                  <a:lnTo>
                    <a:pt x="155846" y="151079"/>
                  </a:lnTo>
                  <a:lnTo>
                    <a:pt x="165587" y="144365"/>
                  </a:lnTo>
                  <a:lnTo>
                    <a:pt x="175328" y="137753"/>
                  </a:lnTo>
                  <a:lnTo>
                    <a:pt x="185068" y="131247"/>
                  </a:lnTo>
                  <a:lnTo>
                    <a:pt x="194809" y="124853"/>
                  </a:lnTo>
                  <a:lnTo>
                    <a:pt x="204550" y="118578"/>
                  </a:lnTo>
                  <a:lnTo>
                    <a:pt x="214289" y="112426"/>
                  </a:lnTo>
                  <a:lnTo>
                    <a:pt x="224030" y="106403"/>
                  </a:lnTo>
                  <a:lnTo>
                    <a:pt x="233771" y="100514"/>
                  </a:lnTo>
                  <a:lnTo>
                    <a:pt x="243510" y="94765"/>
                  </a:lnTo>
                  <a:lnTo>
                    <a:pt x="253251" y="89158"/>
                  </a:lnTo>
                  <a:lnTo>
                    <a:pt x="262992" y="83701"/>
                  </a:lnTo>
                  <a:lnTo>
                    <a:pt x="272732" y="78394"/>
                  </a:lnTo>
                  <a:lnTo>
                    <a:pt x="282473" y="73243"/>
                  </a:lnTo>
                  <a:lnTo>
                    <a:pt x="292214" y="68252"/>
                  </a:lnTo>
                  <a:lnTo>
                    <a:pt x="301953" y="63422"/>
                  </a:lnTo>
                  <a:lnTo>
                    <a:pt x="311694" y="58759"/>
                  </a:lnTo>
                  <a:lnTo>
                    <a:pt x="321435" y="54262"/>
                  </a:lnTo>
                  <a:lnTo>
                    <a:pt x="331175" y="49937"/>
                  </a:lnTo>
                  <a:lnTo>
                    <a:pt x="340916" y="45783"/>
                  </a:lnTo>
                  <a:lnTo>
                    <a:pt x="350656" y="41805"/>
                  </a:lnTo>
                  <a:lnTo>
                    <a:pt x="360396" y="38004"/>
                  </a:lnTo>
                  <a:lnTo>
                    <a:pt x="370137" y="34381"/>
                  </a:lnTo>
                  <a:lnTo>
                    <a:pt x="379878" y="30938"/>
                  </a:lnTo>
                  <a:lnTo>
                    <a:pt x="389617" y="27675"/>
                  </a:lnTo>
                  <a:lnTo>
                    <a:pt x="399358" y="24594"/>
                  </a:lnTo>
                  <a:lnTo>
                    <a:pt x="409099" y="21694"/>
                  </a:lnTo>
                  <a:lnTo>
                    <a:pt x="418839" y="18978"/>
                  </a:lnTo>
                  <a:lnTo>
                    <a:pt x="428580" y="16446"/>
                  </a:lnTo>
                  <a:lnTo>
                    <a:pt x="438321" y="14096"/>
                  </a:lnTo>
                  <a:lnTo>
                    <a:pt x="448060" y="11930"/>
                  </a:lnTo>
                  <a:lnTo>
                    <a:pt x="457801" y="9947"/>
                  </a:lnTo>
                  <a:lnTo>
                    <a:pt x="467542" y="8145"/>
                  </a:lnTo>
                  <a:lnTo>
                    <a:pt x="477281" y="6527"/>
                  </a:lnTo>
                  <a:lnTo>
                    <a:pt x="487022" y="5091"/>
                  </a:lnTo>
                  <a:lnTo>
                    <a:pt x="496763" y="3835"/>
                  </a:lnTo>
                  <a:lnTo>
                    <a:pt x="506503" y="2758"/>
                  </a:lnTo>
                  <a:lnTo>
                    <a:pt x="516244" y="1861"/>
                  </a:lnTo>
                  <a:lnTo>
                    <a:pt x="525985" y="1140"/>
                  </a:lnTo>
                  <a:lnTo>
                    <a:pt x="535724" y="594"/>
                  </a:lnTo>
                  <a:lnTo>
                    <a:pt x="545465" y="225"/>
                  </a:lnTo>
                  <a:lnTo>
                    <a:pt x="555206" y="27"/>
                  </a:lnTo>
                  <a:lnTo>
                    <a:pt x="564946" y="0"/>
                  </a:lnTo>
                  <a:lnTo>
                    <a:pt x="574687" y="143"/>
                  </a:lnTo>
                  <a:lnTo>
                    <a:pt x="584428" y="451"/>
                  </a:lnTo>
                  <a:lnTo>
                    <a:pt x="594167" y="925"/>
                  </a:lnTo>
                  <a:lnTo>
                    <a:pt x="603908" y="1563"/>
                  </a:lnTo>
                  <a:lnTo>
                    <a:pt x="613649" y="2359"/>
                  </a:lnTo>
                  <a:lnTo>
                    <a:pt x="623388" y="3314"/>
                  </a:lnTo>
                  <a:lnTo>
                    <a:pt x="633129" y="4422"/>
                  </a:lnTo>
                  <a:lnTo>
                    <a:pt x="642870" y="5684"/>
                  </a:lnTo>
                  <a:lnTo>
                    <a:pt x="652610" y="7095"/>
                  </a:lnTo>
                  <a:lnTo>
                    <a:pt x="662351" y="8652"/>
                  </a:lnTo>
                  <a:lnTo>
                    <a:pt x="672092" y="10353"/>
                  </a:lnTo>
                  <a:lnTo>
                    <a:pt x="681831" y="12193"/>
                  </a:lnTo>
                  <a:lnTo>
                    <a:pt x="691572" y="14172"/>
                  </a:lnTo>
                  <a:lnTo>
                    <a:pt x="701313" y="16283"/>
                  </a:lnTo>
                  <a:lnTo>
                    <a:pt x="711052" y="18524"/>
                  </a:lnTo>
                  <a:lnTo>
                    <a:pt x="720793" y="20891"/>
                  </a:lnTo>
                  <a:lnTo>
                    <a:pt x="730534" y="23381"/>
                  </a:lnTo>
                  <a:lnTo>
                    <a:pt x="740274" y="25988"/>
                  </a:lnTo>
                  <a:lnTo>
                    <a:pt x="750015" y="28712"/>
                  </a:lnTo>
                  <a:lnTo>
                    <a:pt x="759756" y="31546"/>
                  </a:lnTo>
                  <a:lnTo>
                    <a:pt x="769495" y="34485"/>
                  </a:lnTo>
                  <a:lnTo>
                    <a:pt x="779236" y="37526"/>
                  </a:lnTo>
                  <a:lnTo>
                    <a:pt x="788977" y="40665"/>
                  </a:lnTo>
                  <a:lnTo>
                    <a:pt x="798717" y="43895"/>
                  </a:lnTo>
                  <a:lnTo>
                    <a:pt x="808458" y="47215"/>
                  </a:lnTo>
                  <a:lnTo>
                    <a:pt x="818199" y="50618"/>
                  </a:lnTo>
                  <a:lnTo>
                    <a:pt x="827938" y="54098"/>
                  </a:lnTo>
                  <a:lnTo>
                    <a:pt x="837679" y="57652"/>
                  </a:lnTo>
                  <a:lnTo>
                    <a:pt x="847420" y="61274"/>
                  </a:lnTo>
                  <a:lnTo>
                    <a:pt x="857159" y="64958"/>
                  </a:lnTo>
                  <a:lnTo>
                    <a:pt x="866900" y="68699"/>
                  </a:lnTo>
                  <a:lnTo>
                    <a:pt x="876641" y="72492"/>
                  </a:lnTo>
                  <a:lnTo>
                    <a:pt x="886381" y="76332"/>
                  </a:lnTo>
                  <a:lnTo>
                    <a:pt x="896122" y="80212"/>
                  </a:lnTo>
                  <a:lnTo>
                    <a:pt x="905863" y="84127"/>
                  </a:lnTo>
                  <a:lnTo>
                    <a:pt x="915602" y="88071"/>
                  </a:lnTo>
                  <a:lnTo>
                    <a:pt x="925343" y="92037"/>
                  </a:lnTo>
                  <a:lnTo>
                    <a:pt x="935084" y="96022"/>
                  </a:lnTo>
                  <a:lnTo>
                    <a:pt x="944824" y="100017"/>
                  </a:lnTo>
                  <a:lnTo>
                    <a:pt x="954564" y="104017"/>
                  </a:lnTo>
                  <a:lnTo>
                    <a:pt x="964305" y="108018"/>
                  </a:lnTo>
                  <a:lnTo>
                    <a:pt x="974045" y="112011"/>
                  </a:lnTo>
                  <a:lnTo>
                    <a:pt x="983786" y="115990"/>
                  </a:lnTo>
                  <a:lnTo>
                    <a:pt x="993522" y="119950"/>
                  </a:lnTo>
                  <a:lnTo>
                    <a:pt x="1003266" y="123887"/>
                  </a:lnTo>
                  <a:lnTo>
                    <a:pt x="1013010" y="127790"/>
                  </a:lnTo>
                  <a:lnTo>
                    <a:pt x="1022754" y="131656"/>
                  </a:lnTo>
                  <a:lnTo>
                    <a:pt x="1032483" y="135479"/>
                  </a:lnTo>
                  <a:lnTo>
                    <a:pt x="1042227" y="139255"/>
                  </a:lnTo>
                  <a:lnTo>
                    <a:pt x="1051971" y="142974"/>
                  </a:lnTo>
                  <a:lnTo>
                    <a:pt x="1061715" y="146633"/>
                  </a:lnTo>
                  <a:lnTo>
                    <a:pt x="1071444" y="150225"/>
                  </a:lnTo>
                  <a:lnTo>
                    <a:pt x="1081188" y="153746"/>
                  </a:lnTo>
                  <a:lnTo>
                    <a:pt x="1090932" y="157190"/>
                  </a:lnTo>
                  <a:lnTo>
                    <a:pt x="1100676" y="160551"/>
                  </a:lnTo>
                  <a:lnTo>
                    <a:pt x="1110405" y="163826"/>
                  </a:lnTo>
                  <a:lnTo>
                    <a:pt x="1120149" y="167009"/>
                  </a:lnTo>
                  <a:lnTo>
                    <a:pt x="1129893" y="170094"/>
                  </a:lnTo>
                  <a:lnTo>
                    <a:pt x="1139637" y="173078"/>
                  </a:lnTo>
                  <a:lnTo>
                    <a:pt x="1149381" y="175958"/>
                  </a:lnTo>
                  <a:lnTo>
                    <a:pt x="1159110" y="178728"/>
                  </a:lnTo>
                  <a:lnTo>
                    <a:pt x="1168854" y="181386"/>
                  </a:lnTo>
                  <a:lnTo>
                    <a:pt x="1178598" y="183928"/>
                  </a:lnTo>
                  <a:lnTo>
                    <a:pt x="1188341" y="186349"/>
                  </a:lnTo>
                  <a:lnTo>
                    <a:pt x="1198070" y="188649"/>
                  </a:lnTo>
                  <a:lnTo>
                    <a:pt x="1207814" y="190826"/>
                  </a:lnTo>
                  <a:lnTo>
                    <a:pt x="1217558" y="192875"/>
                  </a:lnTo>
                  <a:lnTo>
                    <a:pt x="1227302" y="194795"/>
                  </a:lnTo>
                  <a:lnTo>
                    <a:pt x="1237031" y="196586"/>
                  </a:lnTo>
                  <a:lnTo>
                    <a:pt x="1246775" y="198244"/>
                  </a:lnTo>
                  <a:lnTo>
                    <a:pt x="1256519" y="199773"/>
                  </a:lnTo>
                  <a:lnTo>
                    <a:pt x="1266263" y="201168"/>
                  </a:lnTo>
                  <a:lnTo>
                    <a:pt x="1276007" y="202431"/>
                  </a:lnTo>
                  <a:lnTo>
                    <a:pt x="1285736" y="203562"/>
                  </a:lnTo>
                  <a:lnTo>
                    <a:pt x="1295480" y="204563"/>
                  </a:lnTo>
                  <a:lnTo>
                    <a:pt x="1305224" y="205433"/>
                  </a:lnTo>
                  <a:lnTo>
                    <a:pt x="1314968" y="206175"/>
                  </a:lnTo>
                  <a:lnTo>
                    <a:pt x="1324697" y="206790"/>
                  </a:lnTo>
                  <a:lnTo>
                    <a:pt x="1334441" y="207282"/>
                  </a:lnTo>
                  <a:lnTo>
                    <a:pt x="1344185" y="207652"/>
                  </a:lnTo>
                  <a:lnTo>
                    <a:pt x="1353929" y="207903"/>
                  </a:lnTo>
                  <a:lnTo>
                    <a:pt x="1363658" y="208040"/>
                  </a:lnTo>
                  <a:lnTo>
                    <a:pt x="1373402" y="208067"/>
                  </a:lnTo>
                  <a:lnTo>
                    <a:pt x="1383146" y="207987"/>
                  </a:lnTo>
                  <a:lnTo>
                    <a:pt x="1392890" y="207805"/>
                  </a:lnTo>
                  <a:lnTo>
                    <a:pt x="1402619" y="207525"/>
                  </a:lnTo>
                  <a:lnTo>
                    <a:pt x="1412363" y="207155"/>
                  </a:lnTo>
                  <a:lnTo>
                    <a:pt x="1422106" y="206700"/>
                  </a:lnTo>
                  <a:lnTo>
                    <a:pt x="1431850" y="206163"/>
                  </a:lnTo>
                  <a:lnTo>
                    <a:pt x="1441594" y="205555"/>
                  </a:lnTo>
                  <a:lnTo>
                    <a:pt x="1451323" y="204880"/>
                  </a:lnTo>
                  <a:lnTo>
                    <a:pt x="1461067" y="204146"/>
                  </a:lnTo>
                  <a:lnTo>
                    <a:pt x="1470811" y="203359"/>
                  </a:lnTo>
                  <a:lnTo>
                    <a:pt x="1480555" y="202528"/>
                  </a:lnTo>
                  <a:lnTo>
                    <a:pt x="1490284" y="201659"/>
                  </a:lnTo>
                  <a:lnTo>
                    <a:pt x="1500028" y="200762"/>
                  </a:lnTo>
                  <a:lnTo>
                    <a:pt x="1509772" y="199846"/>
                  </a:lnTo>
                  <a:lnTo>
                    <a:pt x="1519516" y="198918"/>
                  </a:lnTo>
                  <a:lnTo>
                    <a:pt x="1529245" y="197987"/>
                  </a:lnTo>
                  <a:lnTo>
                    <a:pt x="1538989" y="197061"/>
                  </a:lnTo>
                  <a:lnTo>
                    <a:pt x="1548733" y="196151"/>
                  </a:lnTo>
                  <a:lnTo>
                    <a:pt x="1558477" y="195266"/>
                  </a:lnTo>
                  <a:lnTo>
                    <a:pt x="1568221" y="194412"/>
                  </a:lnTo>
                  <a:lnTo>
                    <a:pt x="1577950" y="193603"/>
                  </a:lnTo>
                  <a:lnTo>
                    <a:pt x="1587694" y="192845"/>
                  </a:lnTo>
                  <a:lnTo>
                    <a:pt x="1597438" y="192149"/>
                  </a:lnTo>
                  <a:lnTo>
                    <a:pt x="1607182" y="191525"/>
                  </a:lnTo>
                  <a:lnTo>
                    <a:pt x="1616911" y="190981"/>
                  </a:lnTo>
                  <a:lnTo>
                    <a:pt x="1626655" y="190528"/>
                  </a:lnTo>
                  <a:lnTo>
                    <a:pt x="1636399" y="190175"/>
                  </a:lnTo>
                  <a:lnTo>
                    <a:pt x="1646142" y="189931"/>
                  </a:lnTo>
                  <a:lnTo>
                    <a:pt x="1655872" y="189804"/>
                  </a:lnTo>
                  <a:lnTo>
                    <a:pt x="1665616" y="189807"/>
                  </a:lnTo>
                  <a:lnTo>
                    <a:pt x="1675359" y="189946"/>
                  </a:lnTo>
                  <a:lnTo>
                    <a:pt x="1685103" y="190230"/>
                  </a:lnTo>
                  <a:lnTo>
                    <a:pt x="1694832" y="190670"/>
                  </a:lnTo>
                  <a:lnTo>
                    <a:pt x="1704576" y="191272"/>
                  </a:lnTo>
                  <a:lnTo>
                    <a:pt x="1714320" y="192045"/>
                  </a:lnTo>
                  <a:lnTo>
                    <a:pt x="1724064" y="192998"/>
                  </a:lnTo>
                  <a:lnTo>
                    <a:pt x="1733808" y="194140"/>
                  </a:lnTo>
                  <a:lnTo>
                    <a:pt x="1743537" y="195475"/>
                  </a:lnTo>
                  <a:lnTo>
                    <a:pt x="1753281" y="197014"/>
                  </a:lnTo>
                  <a:lnTo>
                    <a:pt x="1763025" y="198760"/>
                  </a:lnTo>
                  <a:lnTo>
                    <a:pt x="1772769" y="200724"/>
                  </a:lnTo>
                  <a:lnTo>
                    <a:pt x="1782498" y="202909"/>
                  </a:lnTo>
                  <a:lnTo>
                    <a:pt x="1792242" y="205323"/>
                  </a:lnTo>
                  <a:lnTo>
                    <a:pt x="1801986" y="207970"/>
                  </a:lnTo>
                  <a:lnTo>
                    <a:pt x="1811730" y="210858"/>
                  </a:lnTo>
                  <a:lnTo>
                    <a:pt x="1821459" y="213987"/>
                  </a:lnTo>
                  <a:lnTo>
                    <a:pt x="1831203" y="217364"/>
                  </a:lnTo>
                  <a:lnTo>
                    <a:pt x="1840947" y="220994"/>
                  </a:lnTo>
                  <a:lnTo>
                    <a:pt x="1850691" y="224878"/>
                  </a:lnTo>
                  <a:lnTo>
                    <a:pt x="1860435" y="229018"/>
                  </a:lnTo>
                  <a:lnTo>
                    <a:pt x="1870164" y="233421"/>
                  </a:lnTo>
                  <a:lnTo>
                    <a:pt x="1879908" y="238084"/>
                  </a:lnTo>
                  <a:lnTo>
                    <a:pt x="1889652" y="243010"/>
                  </a:lnTo>
                  <a:lnTo>
                    <a:pt x="1899395" y="248201"/>
                  </a:lnTo>
                  <a:lnTo>
                    <a:pt x="1909124" y="253655"/>
                  </a:lnTo>
                  <a:lnTo>
                    <a:pt x="1918868" y="259375"/>
                  </a:lnTo>
                  <a:lnTo>
                    <a:pt x="1928612" y="265355"/>
                  </a:lnTo>
                  <a:lnTo>
                    <a:pt x="1938356" y="271600"/>
                  </a:lnTo>
                  <a:lnTo>
                    <a:pt x="1948085" y="278103"/>
                  </a:lnTo>
                  <a:lnTo>
                    <a:pt x="1957829" y="284863"/>
                  </a:lnTo>
                  <a:lnTo>
                    <a:pt x="1967573" y="291877"/>
                  </a:lnTo>
                  <a:lnTo>
                    <a:pt x="1977317" y="299140"/>
                  </a:lnTo>
                  <a:lnTo>
                    <a:pt x="1987046" y="306651"/>
                  </a:lnTo>
                  <a:lnTo>
                    <a:pt x="1996790" y="314403"/>
                  </a:lnTo>
                  <a:lnTo>
                    <a:pt x="2006534" y="322389"/>
                  </a:lnTo>
                  <a:lnTo>
                    <a:pt x="2016278" y="330605"/>
                  </a:lnTo>
                  <a:lnTo>
                    <a:pt x="2026022" y="339046"/>
                  </a:lnTo>
                  <a:lnTo>
                    <a:pt x="2035751" y="347701"/>
                  </a:lnTo>
                  <a:lnTo>
                    <a:pt x="2045495" y="356564"/>
                  </a:lnTo>
                  <a:lnTo>
                    <a:pt x="2055239" y="365627"/>
                  </a:lnTo>
                  <a:lnTo>
                    <a:pt x="2064983" y="374881"/>
                  </a:lnTo>
                  <a:lnTo>
                    <a:pt x="2074712" y="384316"/>
                  </a:lnTo>
                  <a:lnTo>
                    <a:pt x="2084456" y="393923"/>
                  </a:lnTo>
                  <a:lnTo>
                    <a:pt x="2094200" y="403692"/>
                  </a:lnTo>
                  <a:lnTo>
                    <a:pt x="2103944" y="413611"/>
                  </a:lnTo>
                  <a:lnTo>
                    <a:pt x="2113673" y="423669"/>
                  </a:lnTo>
                  <a:lnTo>
                    <a:pt x="2123417" y="433854"/>
                  </a:lnTo>
                  <a:lnTo>
                    <a:pt x="2133161" y="444154"/>
                  </a:lnTo>
                  <a:lnTo>
                    <a:pt x="2142905" y="454556"/>
                  </a:lnTo>
                  <a:lnTo>
                    <a:pt x="2152649" y="465048"/>
                  </a:lnTo>
                  <a:lnTo>
                    <a:pt x="2162377" y="475614"/>
                  </a:lnTo>
                  <a:lnTo>
                    <a:pt x="2172121" y="486243"/>
                  </a:lnTo>
                  <a:lnTo>
                    <a:pt x="2181865" y="496920"/>
                  </a:lnTo>
                  <a:lnTo>
                    <a:pt x="2191609" y="507629"/>
                  </a:lnTo>
                  <a:lnTo>
                    <a:pt x="2201338" y="518358"/>
                  </a:lnTo>
                  <a:lnTo>
                    <a:pt x="2211082" y="529090"/>
                  </a:lnTo>
                  <a:lnTo>
                    <a:pt x="2220826" y="539811"/>
                  </a:lnTo>
                  <a:lnTo>
                    <a:pt x="2230570" y="550504"/>
                  </a:lnTo>
                  <a:lnTo>
                    <a:pt x="2240299" y="561154"/>
                  </a:lnTo>
                  <a:lnTo>
                    <a:pt x="2250043" y="571747"/>
                  </a:lnTo>
                  <a:lnTo>
                    <a:pt x="2259787" y="582266"/>
                  </a:lnTo>
                  <a:lnTo>
                    <a:pt x="2269531" y="592695"/>
                  </a:lnTo>
                  <a:lnTo>
                    <a:pt x="2279260" y="603017"/>
                  </a:lnTo>
                  <a:lnTo>
                    <a:pt x="2289004" y="613220"/>
                  </a:lnTo>
                  <a:lnTo>
                    <a:pt x="2298748" y="623290"/>
                  </a:lnTo>
                  <a:lnTo>
                    <a:pt x="2308492" y="633198"/>
                  </a:lnTo>
                  <a:lnTo>
                    <a:pt x="2318236" y="642942"/>
                  </a:lnTo>
                  <a:lnTo>
                    <a:pt x="2327965" y="652507"/>
                  </a:lnTo>
                  <a:lnTo>
                    <a:pt x="2337709" y="661863"/>
                  </a:lnTo>
                  <a:lnTo>
                    <a:pt x="2347453" y="671011"/>
                  </a:lnTo>
                  <a:lnTo>
                    <a:pt x="2357197" y="679936"/>
                  </a:lnTo>
                  <a:lnTo>
                    <a:pt x="2366926" y="688607"/>
                  </a:lnTo>
                  <a:lnTo>
                    <a:pt x="2376670" y="697025"/>
                  </a:lnTo>
                  <a:lnTo>
                    <a:pt x="2386413" y="705175"/>
                  </a:lnTo>
                  <a:lnTo>
                    <a:pt x="2396157" y="713042"/>
                  </a:lnTo>
                  <a:lnTo>
                    <a:pt x="2405886" y="720610"/>
                  </a:lnTo>
                  <a:lnTo>
                    <a:pt x="2415630" y="727881"/>
                  </a:lnTo>
                  <a:lnTo>
                    <a:pt x="2425374" y="734824"/>
                  </a:lnTo>
                  <a:lnTo>
                    <a:pt x="2435118" y="741439"/>
                  </a:lnTo>
                  <a:lnTo>
                    <a:pt x="2444862" y="747697"/>
                  </a:lnTo>
                  <a:lnTo>
                    <a:pt x="2454591" y="753626"/>
                  </a:lnTo>
                  <a:lnTo>
                    <a:pt x="2464335" y="759184"/>
                  </a:lnTo>
                  <a:lnTo>
                    <a:pt x="2474079" y="764368"/>
                  </a:lnTo>
                  <a:lnTo>
                    <a:pt x="2483823" y="769181"/>
                  </a:lnTo>
                  <a:lnTo>
                    <a:pt x="2493552" y="773591"/>
                  </a:lnTo>
                  <a:lnTo>
                    <a:pt x="2503296" y="777629"/>
                  </a:lnTo>
                  <a:lnTo>
                    <a:pt x="2513040" y="781264"/>
                  </a:lnTo>
                  <a:lnTo>
                    <a:pt x="2522784" y="784497"/>
                  </a:lnTo>
                  <a:lnTo>
                    <a:pt x="2532513" y="787328"/>
                  </a:lnTo>
                  <a:lnTo>
                    <a:pt x="2542257" y="789741"/>
                  </a:lnTo>
                  <a:lnTo>
                    <a:pt x="2552001" y="791753"/>
                  </a:lnTo>
                  <a:lnTo>
                    <a:pt x="2561745" y="793332"/>
                  </a:lnTo>
                  <a:lnTo>
                    <a:pt x="2571474" y="794509"/>
                  </a:lnTo>
                  <a:lnTo>
                    <a:pt x="2581218" y="795269"/>
                  </a:lnTo>
                  <a:lnTo>
                    <a:pt x="2590962" y="795612"/>
                  </a:lnTo>
                  <a:lnTo>
                    <a:pt x="2600705" y="795552"/>
                  </a:lnTo>
                  <a:lnTo>
                    <a:pt x="2610449" y="795075"/>
                  </a:lnTo>
                  <a:lnTo>
                    <a:pt x="2620178" y="794181"/>
                  </a:lnTo>
                  <a:lnTo>
                    <a:pt x="2629922" y="792900"/>
                  </a:lnTo>
                  <a:lnTo>
                    <a:pt x="2639666" y="791216"/>
                  </a:lnTo>
                  <a:lnTo>
                    <a:pt x="2649410" y="789131"/>
                  </a:lnTo>
                  <a:lnTo>
                    <a:pt x="2659139" y="786672"/>
                  </a:lnTo>
                  <a:lnTo>
                    <a:pt x="2668883" y="783827"/>
                  </a:lnTo>
                  <a:lnTo>
                    <a:pt x="2678627" y="780623"/>
                  </a:lnTo>
                  <a:lnTo>
                    <a:pt x="2688371" y="777047"/>
                  </a:lnTo>
                  <a:lnTo>
                    <a:pt x="2698100" y="773114"/>
                  </a:lnTo>
                  <a:lnTo>
                    <a:pt x="2707844" y="768853"/>
                  </a:lnTo>
                  <a:lnTo>
                    <a:pt x="2717588" y="764249"/>
                  </a:lnTo>
                  <a:lnTo>
                    <a:pt x="2727332" y="759333"/>
                  </a:lnTo>
                  <a:lnTo>
                    <a:pt x="2737076" y="754118"/>
                  </a:lnTo>
                  <a:lnTo>
                    <a:pt x="2746805" y="748590"/>
                  </a:lnTo>
                  <a:lnTo>
                    <a:pt x="2756549" y="742795"/>
                  </a:lnTo>
                  <a:lnTo>
                    <a:pt x="2766293" y="736731"/>
                  </a:lnTo>
                  <a:lnTo>
                    <a:pt x="2776037" y="730414"/>
                  </a:lnTo>
                  <a:lnTo>
                    <a:pt x="2785766" y="723843"/>
                  </a:lnTo>
                  <a:lnTo>
                    <a:pt x="2795510" y="717064"/>
                  </a:lnTo>
                  <a:lnTo>
                    <a:pt x="2805254" y="710077"/>
                  </a:lnTo>
                  <a:lnTo>
                    <a:pt x="2814998" y="702880"/>
                  </a:lnTo>
                  <a:lnTo>
                    <a:pt x="2824727" y="695520"/>
                  </a:lnTo>
                  <a:lnTo>
                    <a:pt x="2834471" y="687996"/>
                  </a:lnTo>
                  <a:lnTo>
                    <a:pt x="2844215" y="680323"/>
                  </a:lnTo>
                  <a:lnTo>
                    <a:pt x="2853958" y="672531"/>
                  </a:lnTo>
                  <a:lnTo>
                    <a:pt x="2863687" y="664620"/>
                  </a:lnTo>
                  <a:lnTo>
                    <a:pt x="2873431" y="656619"/>
                  </a:lnTo>
                  <a:lnTo>
                    <a:pt x="2883175" y="648529"/>
                  </a:lnTo>
                  <a:lnTo>
                    <a:pt x="2892919" y="640379"/>
                  </a:lnTo>
                  <a:lnTo>
                    <a:pt x="2902663" y="632185"/>
                  </a:lnTo>
                  <a:lnTo>
                    <a:pt x="2912392" y="62394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7" name="Freeform 776">
              <a:extLst>
                <a:ext uri="{FF2B5EF4-FFF2-40B4-BE49-F238E27FC236}">
                  <a16:creationId xmlns:a16="http://schemas.microsoft.com/office/drawing/2014/main" id="{1617BA9A-AF7A-57AE-7CAC-1A85D22AA2E0}"/>
                </a:ext>
              </a:extLst>
            </p:cNvPr>
            <p:cNvSpPr/>
            <p:nvPr/>
          </p:nvSpPr>
          <p:spPr>
            <a:xfrm>
              <a:off x="576446" y="3399050"/>
              <a:ext cx="2912392" cy="738331"/>
            </a:xfrm>
            <a:custGeom>
              <a:avLst/>
              <a:gdLst>
                <a:gd name="connsiteX0" fmla="*/ 0 w 2912392"/>
                <a:gd name="connsiteY0" fmla="*/ 410680 h 738331"/>
                <a:gd name="connsiteX1" fmla="*/ 9739 w 2912392"/>
                <a:gd name="connsiteY1" fmla="*/ 408369 h 738331"/>
                <a:gd name="connsiteX2" fmla="*/ 19480 w 2912392"/>
                <a:gd name="connsiteY2" fmla="*/ 406197 h 738331"/>
                <a:gd name="connsiteX3" fmla="*/ 29221 w 2912392"/>
                <a:gd name="connsiteY3" fmla="*/ 404177 h 738331"/>
                <a:gd name="connsiteX4" fmla="*/ 38961 w 2912392"/>
                <a:gd name="connsiteY4" fmla="*/ 402317 h 738331"/>
                <a:gd name="connsiteX5" fmla="*/ 48702 w 2912392"/>
                <a:gd name="connsiteY5" fmla="*/ 400629 h 738331"/>
                <a:gd name="connsiteX6" fmla="*/ 58443 w 2912392"/>
                <a:gd name="connsiteY6" fmla="*/ 399121 h 738331"/>
                <a:gd name="connsiteX7" fmla="*/ 68182 w 2912392"/>
                <a:gd name="connsiteY7" fmla="*/ 397806 h 738331"/>
                <a:gd name="connsiteX8" fmla="*/ 77923 w 2912392"/>
                <a:gd name="connsiteY8" fmla="*/ 396687 h 738331"/>
                <a:gd name="connsiteX9" fmla="*/ 87664 w 2912392"/>
                <a:gd name="connsiteY9" fmla="*/ 395777 h 738331"/>
                <a:gd name="connsiteX10" fmla="*/ 97404 w 2912392"/>
                <a:gd name="connsiteY10" fmla="*/ 395078 h 738331"/>
                <a:gd name="connsiteX11" fmla="*/ 107145 w 2912392"/>
                <a:gd name="connsiteY11" fmla="*/ 394601 h 738331"/>
                <a:gd name="connsiteX12" fmla="*/ 116886 w 2912392"/>
                <a:gd name="connsiteY12" fmla="*/ 394349 h 738331"/>
                <a:gd name="connsiteX13" fmla="*/ 126625 w 2912392"/>
                <a:gd name="connsiteY13" fmla="*/ 394328 h 738331"/>
                <a:gd name="connsiteX14" fmla="*/ 136366 w 2912392"/>
                <a:gd name="connsiteY14" fmla="*/ 394544 h 738331"/>
                <a:gd name="connsiteX15" fmla="*/ 146107 w 2912392"/>
                <a:gd name="connsiteY15" fmla="*/ 394999 h 738331"/>
                <a:gd name="connsiteX16" fmla="*/ 155846 w 2912392"/>
                <a:gd name="connsiteY16" fmla="*/ 395696 h 738331"/>
                <a:gd name="connsiteX17" fmla="*/ 165587 w 2912392"/>
                <a:gd name="connsiteY17" fmla="*/ 396638 h 738331"/>
                <a:gd name="connsiteX18" fmla="*/ 175328 w 2912392"/>
                <a:gd name="connsiteY18" fmla="*/ 397827 h 738331"/>
                <a:gd name="connsiteX19" fmla="*/ 185068 w 2912392"/>
                <a:gd name="connsiteY19" fmla="*/ 399261 h 738331"/>
                <a:gd name="connsiteX20" fmla="*/ 194809 w 2912392"/>
                <a:gd name="connsiteY20" fmla="*/ 400945 h 738331"/>
                <a:gd name="connsiteX21" fmla="*/ 204550 w 2912392"/>
                <a:gd name="connsiteY21" fmla="*/ 402874 h 738331"/>
                <a:gd name="connsiteX22" fmla="*/ 214289 w 2912392"/>
                <a:gd name="connsiteY22" fmla="*/ 405051 h 738331"/>
                <a:gd name="connsiteX23" fmla="*/ 224030 w 2912392"/>
                <a:gd name="connsiteY23" fmla="*/ 407471 h 738331"/>
                <a:gd name="connsiteX24" fmla="*/ 233771 w 2912392"/>
                <a:gd name="connsiteY24" fmla="*/ 410132 h 738331"/>
                <a:gd name="connsiteX25" fmla="*/ 243510 w 2912392"/>
                <a:gd name="connsiteY25" fmla="*/ 413030 h 738331"/>
                <a:gd name="connsiteX26" fmla="*/ 253251 w 2912392"/>
                <a:gd name="connsiteY26" fmla="*/ 416164 h 738331"/>
                <a:gd name="connsiteX27" fmla="*/ 262992 w 2912392"/>
                <a:gd name="connsiteY27" fmla="*/ 419527 h 738331"/>
                <a:gd name="connsiteX28" fmla="*/ 272732 w 2912392"/>
                <a:gd name="connsiteY28" fmla="*/ 423116 h 738331"/>
                <a:gd name="connsiteX29" fmla="*/ 282473 w 2912392"/>
                <a:gd name="connsiteY29" fmla="*/ 426924 h 738331"/>
                <a:gd name="connsiteX30" fmla="*/ 292214 w 2912392"/>
                <a:gd name="connsiteY30" fmla="*/ 430946 h 738331"/>
                <a:gd name="connsiteX31" fmla="*/ 301953 w 2912392"/>
                <a:gd name="connsiteY31" fmla="*/ 435174 h 738331"/>
                <a:gd name="connsiteX32" fmla="*/ 311694 w 2912392"/>
                <a:gd name="connsiteY32" fmla="*/ 439602 h 738331"/>
                <a:gd name="connsiteX33" fmla="*/ 321435 w 2912392"/>
                <a:gd name="connsiteY33" fmla="*/ 444222 h 738331"/>
                <a:gd name="connsiteX34" fmla="*/ 331175 w 2912392"/>
                <a:gd name="connsiteY34" fmla="*/ 449027 h 738331"/>
                <a:gd name="connsiteX35" fmla="*/ 340916 w 2912392"/>
                <a:gd name="connsiteY35" fmla="*/ 454009 h 738331"/>
                <a:gd name="connsiteX36" fmla="*/ 350656 w 2912392"/>
                <a:gd name="connsiteY36" fmla="*/ 459157 h 738331"/>
                <a:gd name="connsiteX37" fmla="*/ 360396 w 2912392"/>
                <a:gd name="connsiteY37" fmla="*/ 464464 h 738331"/>
                <a:gd name="connsiteX38" fmla="*/ 370137 w 2912392"/>
                <a:gd name="connsiteY38" fmla="*/ 469918 h 738331"/>
                <a:gd name="connsiteX39" fmla="*/ 379878 w 2912392"/>
                <a:gd name="connsiteY39" fmla="*/ 475514 h 738331"/>
                <a:gd name="connsiteX40" fmla="*/ 389617 w 2912392"/>
                <a:gd name="connsiteY40" fmla="*/ 481239 h 738331"/>
                <a:gd name="connsiteX41" fmla="*/ 399358 w 2912392"/>
                <a:gd name="connsiteY41" fmla="*/ 487082 h 738331"/>
                <a:gd name="connsiteX42" fmla="*/ 409099 w 2912392"/>
                <a:gd name="connsiteY42" fmla="*/ 493036 h 738331"/>
                <a:gd name="connsiteX43" fmla="*/ 418839 w 2912392"/>
                <a:gd name="connsiteY43" fmla="*/ 499088 h 738331"/>
                <a:gd name="connsiteX44" fmla="*/ 428580 w 2912392"/>
                <a:gd name="connsiteY44" fmla="*/ 505229 h 738331"/>
                <a:gd name="connsiteX45" fmla="*/ 438321 w 2912392"/>
                <a:gd name="connsiteY45" fmla="*/ 511448 h 738331"/>
                <a:gd name="connsiteX46" fmla="*/ 448060 w 2912392"/>
                <a:gd name="connsiteY46" fmla="*/ 517734 h 738331"/>
                <a:gd name="connsiteX47" fmla="*/ 457801 w 2912392"/>
                <a:gd name="connsiteY47" fmla="*/ 524078 h 738331"/>
                <a:gd name="connsiteX48" fmla="*/ 467542 w 2912392"/>
                <a:gd name="connsiteY48" fmla="*/ 530466 h 738331"/>
                <a:gd name="connsiteX49" fmla="*/ 477281 w 2912392"/>
                <a:gd name="connsiteY49" fmla="*/ 536891 h 738331"/>
                <a:gd name="connsiteX50" fmla="*/ 487022 w 2912392"/>
                <a:gd name="connsiteY50" fmla="*/ 543341 h 738331"/>
                <a:gd name="connsiteX51" fmla="*/ 496763 w 2912392"/>
                <a:gd name="connsiteY51" fmla="*/ 549805 h 738331"/>
                <a:gd name="connsiteX52" fmla="*/ 506503 w 2912392"/>
                <a:gd name="connsiteY52" fmla="*/ 556276 h 738331"/>
                <a:gd name="connsiteX53" fmla="*/ 516244 w 2912392"/>
                <a:gd name="connsiteY53" fmla="*/ 562739 h 738331"/>
                <a:gd name="connsiteX54" fmla="*/ 525985 w 2912392"/>
                <a:gd name="connsiteY54" fmla="*/ 569186 h 738331"/>
                <a:gd name="connsiteX55" fmla="*/ 535724 w 2912392"/>
                <a:gd name="connsiteY55" fmla="*/ 575609 h 738331"/>
                <a:gd name="connsiteX56" fmla="*/ 545465 w 2912392"/>
                <a:gd name="connsiteY56" fmla="*/ 581996 h 738331"/>
                <a:gd name="connsiteX57" fmla="*/ 555206 w 2912392"/>
                <a:gd name="connsiteY57" fmla="*/ 588338 h 738331"/>
                <a:gd name="connsiteX58" fmla="*/ 564946 w 2912392"/>
                <a:gd name="connsiteY58" fmla="*/ 594627 h 738331"/>
                <a:gd name="connsiteX59" fmla="*/ 574687 w 2912392"/>
                <a:gd name="connsiteY59" fmla="*/ 600854 h 738331"/>
                <a:gd name="connsiteX60" fmla="*/ 584428 w 2912392"/>
                <a:gd name="connsiteY60" fmla="*/ 607010 h 738331"/>
                <a:gd name="connsiteX61" fmla="*/ 594167 w 2912392"/>
                <a:gd name="connsiteY61" fmla="*/ 613086 h 738331"/>
                <a:gd name="connsiteX62" fmla="*/ 603908 w 2912392"/>
                <a:gd name="connsiteY62" fmla="*/ 619080 h 738331"/>
                <a:gd name="connsiteX63" fmla="*/ 613649 w 2912392"/>
                <a:gd name="connsiteY63" fmla="*/ 624965 h 738331"/>
                <a:gd name="connsiteX64" fmla="*/ 623388 w 2912392"/>
                <a:gd name="connsiteY64" fmla="*/ 630760 h 738331"/>
                <a:gd name="connsiteX65" fmla="*/ 633129 w 2912392"/>
                <a:gd name="connsiteY65" fmla="*/ 636437 h 738331"/>
                <a:gd name="connsiteX66" fmla="*/ 642870 w 2912392"/>
                <a:gd name="connsiteY66" fmla="*/ 642009 h 738331"/>
                <a:gd name="connsiteX67" fmla="*/ 652610 w 2912392"/>
                <a:gd name="connsiteY67" fmla="*/ 647447 h 738331"/>
                <a:gd name="connsiteX68" fmla="*/ 662351 w 2912392"/>
                <a:gd name="connsiteY68" fmla="*/ 652766 h 738331"/>
                <a:gd name="connsiteX69" fmla="*/ 672092 w 2912392"/>
                <a:gd name="connsiteY69" fmla="*/ 657951 h 738331"/>
                <a:gd name="connsiteX70" fmla="*/ 681831 w 2912392"/>
                <a:gd name="connsiteY70" fmla="*/ 662987 h 738331"/>
                <a:gd name="connsiteX71" fmla="*/ 691572 w 2912392"/>
                <a:gd name="connsiteY71" fmla="*/ 667889 h 738331"/>
                <a:gd name="connsiteX72" fmla="*/ 701313 w 2912392"/>
                <a:gd name="connsiteY72" fmla="*/ 672641 h 738331"/>
                <a:gd name="connsiteX73" fmla="*/ 711052 w 2912392"/>
                <a:gd name="connsiteY73" fmla="*/ 677230 h 738331"/>
                <a:gd name="connsiteX74" fmla="*/ 720793 w 2912392"/>
                <a:gd name="connsiteY74" fmla="*/ 681670 h 738331"/>
                <a:gd name="connsiteX75" fmla="*/ 730534 w 2912392"/>
                <a:gd name="connsiteY75" fmla="*/ 685961 h 738331"/>
                <a:gd name="connsiteX76" fmla="*/ 740274 w 2912392"/>
                <a:gd name="connsiteY76" fmla="*/ 690073 h 738331"/>
                <a:gd name="connsiteX77" fmla="*/ 750015 w 2912392"/>
                <a:gd name="connsiteY77" fmla="*/ 694036 h 738331"/>
                <a:gd name="connsiteX78" fmla="*/ 759756 w 2912392"/>
                <a:gd name="connsiteY78" fmla="*/ 697821 h 738331"/>
                <a:gd name="connsiteX79" fmla="*/ 769495 w 2912392"/>
                <a:gd name="connsiteY79" fmla="*/ 701441 h 738331"/>
                <a:gd name="connsiteX80" fmla="*/ 779236 w 2912392"/>
                <a:gd name="connsiteY80" fmla="*/ 704883 h 738331"/>
                <a:gd name="connsiteX81" fmla="*/ 788977 w 2912392"/>
                <a:gd name="connsiteY81" fmla="*/ 708161 h 738331"/>
                <a:gd name="connsiteX82" fmla="*/ 798717 w 2912392"/>
                <a:gd name="connsiteY82" fmla="*/ 711260 h 738331"/>
                <a:gd name="connsiteX83" fmla="*/ 808458 w 2912392"/>
                <a:gd name="connsiteY83" fmla="*/ 714180 h 738331"/>
                <a:gd name="connsiteX84" fmla="*/ 818199 w 2912392"/>
                <a:gd name="connsiteY84" fmla="*/ 716936 h 738331"/>
                <a:gd name="connsiteX85" fmla="*/ 827938 w 2912392"/>
                <a:gd name="connsiteY85" fmla="*/ 719514 h 738331"/>
                <a:gd name="connsiteX86" fmla="*/ 837679 w 2912392"/>
                <a:gd name="connsiteY86" fmla="*/ 721927 h 738331"/>
                <a:gd name="connsiteX87" fmla="*/ 847420 w 2912392"/>
                <a:gd name="connsiteY87" fmla="*/ 724162 h 738331"/>
                <a:gd name="connsiteX88" fmla="*/ 857159 w 2912392"/>
                <a:gd name="connsiteY88" fmla="*/ 726233 h 738331"/>
                <a:gd name="connsiteX89" fmla="*/ 866900 w 2912392"/>
                <a:gd name="connsiteY89" fmla="*/ 728125 h 738331"/>
                <a:gd name="connsiteX90" fmla="*/ 876641 w 2912392"/>
                <a:gd name="connsiteY90" fmla="*/ 729839 h 738331"/>
                <a:gd name="connsiteX91" fmla="*/ 886381 w 2912392"/>
                <a:gd name="connsiteY91" fmla="*/ 731403 h 738331"/>
                <a:gd name="connsiteX92" fmla="*/ 896122 w 2912392"/>
                <a:gd name="connsiteY92" fmla="*/ 732803 h 738331"/>
                <a:gd name="connsiteX93" fmla="*/ 905863 w 2912392"/>
                <a:gd name="connsiteY93" fmla="*/ 734025 h 738331"/>
                <a:gd name="connsiteX94" fmla="*/ 915602 w 2912392"/>
                <a:gd name="connsiteY94" fmla="*/ 735098 h 738331"/>
                <a:gd name="connsiteX95" fmla="*/ 925343 w 2912392"/>
                <a:gd name="connsiteY95" fmla="*/ 736007 h 738331"/>
                <a:gd name="connsiteX96" fmla="*/ 935084 w 2912392"/>
                <a:gd name="connsiteY96" fmla="*/ 736767 h 738331"/>
                <a:gd name="connsiteX97" fmla="*/ 944824 w 2912392"/>
                <a:gd name="connsiteY97" fmla="*/ 737377 h 738331"/>
                <a:gd name="connsiteX98" fmla="*/ 954564 w 2912392"/>
                <a:gd name="connsiteY98" fmla="*/ 737824 h 738331"/>
                <a:gd name="connsiteX99" fmla="*/ 964305 w 2912392"/>
                <a:gd name="connsiteY99" fmla="*/ 738137 h 738331"/>
                <a:gd name="connsiteX100" fmla="*/ 974045 w 2912392"/>
                <a:gd name="connsiteY100" fmla="*/ 738301 h 738331"/>
                <a:gd name="connsiteX101" fmla="*/ 983786 w 2912392"/>
                <a:gd name="connsiteY101" fmla="*/ 738331 h 738331"/>
                <a:gd name="connsiteX102" fmla="*/ 993522 w 2912392"/>
                <a:gd name="connsiteY102" fmla="*/ 738227 h 738331"/>
                <a:gd name="connsiteX103" fmla="*/ 1003266 w 2912392"/>
                <a:gd name="connsiteY103" fmla="*/ 737988 h 738331"/>
                <a:gd name="connsiteX104" fmla="*/ 1013010 w 2912392"/>
                <a:gd name="connsiteY104" fmla="*/ 737616 h 738331"/>
                <a:gd name="connsiteX105" fmla="*/ 1022754 w 2912392"/>
                <a:gd name="connsiteY105" fmla="*/ 737124 h 738331"/>
                <a:gd name="connsiteX106" fmla="*/ 1032483 w 2912392"/>
                <a:gd name="connsiteY106" fmla="*/ 736513 h 738331"/>
                <a:gd name="connsiteX107" fmla="*/ 1042227 w 2912392"/>
                <a:gd name="connsiteY107" fmla="*/ 735783 h 738331"/>
                <a:gd name="connsiteX108" fmla="*/ 1051971 w 2912392"/>
                <a:gd name="connsiteY108" fmla="*/ 734934 h 738331"/>
                <a:gd name="connsiteX109" fmla="*/ 1061715 w 2912392"/>
                <a:gd name="connsiteY109" fmla="*/ 733980 h 738331"/>
                <a:gd name="connsiteX110" fmla="*/ 1071444 w 2912392"/>
                <a:gd name="connsiteY110" fmla="*/ 732923 h 738331"/>
                <a:gd name="connsiteX111" fmla="*/ 1081188 w 2912392"/>
                <a:gd name="connsiteY111" fmla="*/ 731746 h 738331"/>
                <a:gd name="connsiteX112" fmla="*/ 1090932 w 2912392"/>
                <a:gd name="connsiteY112" fmla="*/ 730479 h 738331"/>
                <a:gd name="connsiteX113" fmla="*/ 1100676 w 2912392"/>
                <a:gd name="connsiteY113" fmla="*/ 729123 h 738331"/>
                <a:gd name="connsiteX114" fmla="*/ 1110405 w 2912392"/>
                <a:gd name="connsiteY114" fmla="*/ 727663 h 738331"/>
                <a:gd name="connsiteX115" fmla="*/ 1120149 w 2912392"/>
                <a:gd name="connsiteY115" fmla="*/ 726129 h 738331"/>
                <a:gd name="connsiteX116" fmla="*/ 1129893 w 2912392"/>
                <a:gd name="connsiteY116" fmla="*/ 724505 h 738331"/>
                <a:gd name="connsiteX117" fmla="*/ 1139637 w 2912392"/>
                <a:gd name="connsiteY117" fmla="*/ 722791 h 738331"/>
                <a:gd name="connsiteX118" fmla="*/ 1149381 w 2912392"/>
                <a:gd name="connsiteY118" fmla="*/ 720989 h 738331"/>
                <a:gd name="connsiteX119" fmla="*/ 1159110 w 2912392"/>
                <a:gd name="connsiteY119" fmla="*/ 719126 h 738331"/>
                <a:gd name="connsiteX120" fmla="*/ 1168854 w 2912392"/>
                <a:gd name="connsiteY120" fmla="*/ 717189 h 738331"/>
                <a:gd name="connsiteX121" fmla="*/ 1178598 w 2912392"/>
                <a:gd name="connsiteY121" fmla="*/ 715178 h 738331"/>
                <a:gd name="connsiteX122" fmla="*/ 1188341 w 2912392"/>
                <a:gd name="connsiteY122" fmla="*/ 713092 h 738331"/>
                <a:gd name="connsiteX123" fmla="*/ 1198070 w 2912392"/>
                <a:gd name="connsiteY123" fmla="*/ 710932 h 738331"/>
                <a:gd name="connsiteX124" fmla="*/ 1207814 w 2912392"/>
                <a:gd name="connsiteY124" fmla="*/ 708727 h 738331"/>
                <a:gd name="connsiteX125" fmla="*/ 1217558 w 2912392"/>
                <a:gd name="connsiteY125" fmla="*/ 706447 h 738331"/>
                <a:gd name="connsiteX126" fmla="*/ 1227302 w 2912392"/>
                <a:gd name="connsiteY126" fmla="*/ 704108 h 738331"/>
                <a:gd name="connsiteX127" fmla="*/ 1237031 w 2912392"/>
                <a:gd name="connsiteY127" fmla="*/ 701709 h 738331"/>
                <a:gd name="connsiteX128" fmla="*/ 1246775 w 2912392"/>
                <a:gd name="connsiteY128" fmla="*/ 699266 h 738331"/>
                <a:gd name="connsiteX129" fmla="*/ 1256519 w 2912392"/>
                <a:gd name="connsiteY129" fmla="*/ 696748 h 738331"/>
                <a:gd name="connsiteX130" fmla="*/ 1266263 w 2912392"/>
                <a:gd name="connsiteY130" fmla="*/ 694200 h 738331"/>
                <a:gd name="connsiteX131" fmla="*/ 1276007 w 2912392"/>
                <a:gd name="connsiteY131" fmla="*/ 691578 h 738331"/>
                <a:gd name="connsiteX132" fmla="*/ 1285736 w 2912392"/>
                <a:gd name="connsiteY132" fmla="*/ 688911 h 738331"/>
                <a:gd name="connsiteX133" fmla="*/ 1295480 w 2912392"/>
                <a:gd name="connsiteY133" fmla="*/ 686200 h 738331"/>
                <a:gd name="connsiteX134" fmla="*/ 1305224 w 2912392"/>
                <a:gd name="connsiteY134" fmla="*/ 683428 h 738331"/>
                <a:gd name="connsiteX135" fmla="*/ 1314968 w 2912392"/>
                <a:gd name="connsiteY135" fmla="*/ 680612 h 738331"/>
                <a:gd name="connsiteX136" fmla="*/ 1324697 w 2912392"/>
                <a:gd name="connsiteY136" fmla="*/ 677737 h 738331"/>
                <a:gd name="connsiteX137" fmla="*/ 1334441 w 2912392"/>
                <a:gd name="connsiteY137" fmla="*/ 674832 h 738331"/>
                <a:gd name="connsiteX138" fmla="*/ 1344185 w 2912392"/>
                <a:gd name="connsiteY138" fmla="*/ 671867 h 738331"/>
                <a:gd name="connsiteX139" fmla="*/ 1353929 w 2912392"/>
                <a:gd name="connsiteY139" fmla="*/ 668857 h 738331"/>
                <a:gd name="connsiteX140" fmla="*/ 1363658 w 2912392"/>
                <a:gd name="connsiteY140" fmla="*/ 665788 h 738331"/>
                <a:gd name="connsiteX141" fmla="*/ 1373402 w 2912392"/>
                <a:gd name="connsiteY141" fmla="*/ 662689 h 738331"/>
                <a:gd name="connsiteX142" fmla="*/ 1383146 w 2912392"/>
                <a:gd name="connsiteY142" fmla="*/ 659530 h 738331"/>
                <a:gd name="connsiteX143" fmla="*/ 1392890 w 2912392"/>
                <a:gd name="connsiteY143" fmla="*/ 656327 h 738331"/>
                <a:gd name="connsiteX144" fmla="*/ 1402619 w 2912392"/>
                <a:gd name="connsiteY144" fmla="*/ 653079 h 738331"/>
                <a:gd name="connsiteX145" fmla="*/ 1412363 w 2912392"/>
                <a:gd name="connsiteY145" fmla="*/ 649771 h 738331"/>
                <a:gd name="connsiteX146" fmla="*/ 1422106 w 2912392"/>
                <a:gd name="connsiteY146" fmla="*/ 646434 h 738331"/>
                <a:gd name="connsiteX147" fmla="*/ 1431850 w 2912392"/>
                <a:gd name="connsiteY147" fmla="*/ 643037 h 738331"/>
                <a:gd name="connsiteX148" fmla="*/ 1441594 w 2912392"/>
                <a:gd name="connsiteY148" fmla="*/ 639595 h 738331"/>
                <a:gd name="connsiteX149" fmla="*/ 1451323 w 2912392"/>
                <a:gd name="connsiteY149" fmla="*/ 636094 h 738331"/>
                <a:gd name="connsiteX150" fmla="*/ 1461067 w 2912392"/>
                <a:gd name="connsiteY150" fmla="*/ 632548 h 738331"/>
                <a:gd name="connsiteX151" fmla="*/ 1470811 w 2912392"/>
                <a:gd name="connsiteY151" fmla="*/ 628958 h 738331"/>
                <a:gd name="connsiteX152" fmla="*/ 1480555 w 2912392"/>
                <a:gd name="connsiteY152" fmla="*/ 625322 h 738331"/>
                <a:gd name="connsiteX153" fmla="*/ 1490284 w 2912392"/>
                <a:gd name="connsiteY153" fmla="*/ 621627 h 738331"/>
                <a:gd name="connsiteX154" fmla="*/ 1500028 w 2912392"/>
                <a:gd name="connsiteY154" fmla="*/ 617888 h 738331"/>
                <a:gd name="connsiteX155" fmla="*/ 1509772 w 2912392"/>
                <a:gd name="connsiteY155" fmla="*/ 614099 h 738331"/>
                <a:gd name="connsiteX156" fmla="*/ 1519516 w 2912392"/>
                <a:gd name="connsiteY156" fmla="*/ 610259 h 738331"/>
                <a:gd name="connsiteX157" fmla="*/ 1529245 w 2912392"/>
                <a:gd name="connsiteY157" fmla="*/ 606371 h 738331"/>
                <a:gd name="connsiteX158" fmla="*/ 1538989 w 2912392"/>
                <a:gd name="connsiteY158" fmla="*/ 602433 h 738331"/>
                <a:gd name="connsiteX159" fmla="*/ 1548733 w 2912392"/>
                <a:gd name="connsiteY159" fmla="*/ 598446 h 738331"/>
                <a:gd name="connsiteX160" fmla="*/ 1558477 w 2912392"/>
                <a:gd name="connsiteY160" fmla="*/ 594410 h 738331"/>
                <a:gd name="connsiteX161" fmla="*/ 1568221 w 2912392"/>
                <a:gd name="connsiteY161" fmla="*/ 590327 h 738331"/>
                <a:gd name="connsiteX162" fmla="*/ 1577950 w 2912392"/>
                <a:gd name="connsiteY162" fmla="*/ 586197 h 738331"/>
                <a:gd name="connsiteX163" fmla="*/ 1587694 w 2912392"/>
                <a:gd name="connsiteY163" fmla="*/ 582020 h 738331"/>
                <a:gd name="connsiteX164" fmla="*/ 1597438 w 2912392"/>
                <a:gd name="connsiteY164" fmla="*/ 577797 h 738331"/>
                <a:gd name="connsiteX165" fmla="*/ 1607182 w 2912392"/>
                <a:gd name="connsiteY165" fmla="*/ 573532 h 738331"/>
                <a:gd name="connsiteX166" fmla="*/ 1616911 w 2912392"/>
                <a:gd name="connsiteY166" fmla="*/ 569222 h 738331"/>
                <a:gd name="connsiteX167" fmla="*/ 1626655 w 2912392"/>
                <a:gd name="connsiteY167" fmla="*/ 564868 h 738331"/>
                <a:gd name="connsiteX168" fmla="*/ 1636399 w 2912392"/>
                <a:gd name="connsiteY168" fmla="*/ 560476 h 738331"/>
                <a:gd name="connsiteX169" fmla="*/ 1646142 w 2912392"/>
                <a:gd name="connsiteY169" fmla="*/ 556042 h 738331"/>
                <a:gd name="connsiteX170" fmla="*/ 1655872 w 2912392"/>
                <a:gd name="connsiteY170" fmla="*/ 551572 h 738331"/>
                <a:gd name="connsiteX171" fmla="*/ 1665616 w 2912392"/>
                <a:gd name="connsiteY171" fmla="*/ 547065 h 738331"/>
                <a:gd name="connsiteX172" fmla="*/ 1675359 w 2912392"/>
                <a:gd name="connsiteY172" fmla="*/ 542524 h 738331"/>
                <a:gd name="connsiteX173" fmla="*/ 1685103 w 2912392"/>
                <a:gd name="connsiteY173" fmla="*/ 537952 h 738331"/>
                <a:gd name="connsiteX174" fmla="*/ 1694832 w 2912392"/>
                <a:gd name="connsiteY174" fmla="*/ 533348 h 738331"/>
                <a:gd name="connsiteX175" fmla="*/ 1704576 w 2912392"/>
                <a:gd name="connsiteY175" fmla="*/ 528716 h 738331"/>
                <a:gd name="connsiteX176" fmla="*/ 1714320 w 2912392"/>
                <a:gd name="connsiteY176" fmla="*/ 524058 h 738331"/>
                <a:gd name="connsiteX177" fmla="*/ 1724064 w 2912392"/>
                <a:gd name="connsiteY177" fmla="*/ 519377 h 738331"/>
                <a:gd name="connsiteX178" fmla="*/ 1733808 w 2912392"/>
                <a:gd name="connsiteY178" fmla="*/ 514675 h 738331"/>
                <a:gd name="connsiteX179" fmla="*/ 1743537 w 2912392"/>
                <a:gd name="connsiteY179" fmla="*/ 509955 h 738331"/>
                <a:gd name="connsiteX180" fmla="*/ 1753281 w 2912392"/>
                <a:gd name="connsiteY180" fmla="*/ 505217 h 738331"/>
                <a:gd name="connsiteX181" fmla="*/ 1763025 w 2912392"/>
                <a:gd name="connsiteY181" fmla="*/ 500467 h 738331"/>
                <a:gd name="connsiteX182" fmla="*/ 1772769 w 2912392"/>
                <a:gd name="connsiteY182" fmla="*/ 495706 h 738331"/>
                <a:gd name="connsiteX183" fmla="*/ 1782498 w 2912392"/>
                <a:gd name="connsiteY183" fmla="*/ 490936 h 738331"/>
                <a:gd name="connsiteX184" fmla="*/ 1792242 w 2912392"/>
                <a:gd name="connsiteY184" fmla="*/ 486161 h 738331"/>
                <a:gd name="connsiteX185" fmla="*/ 1801986 w 2912392"/>
                <a:gd name="connsiteY185" fmla="*/ 481383 h 738331"/>
                <a:gd name="connsiteX186" fmla="*/ 1811730 w 2912392"/>
                <a:gd name="connsiteY186" fmla="*/ 476606 h 738331"/>
                <a:gd name="connsiteX187" fmla="*/ 1821459 w 2912392"/>
                <a:gd name="connsiteY187" fmla="*/ 471833 h 738331"/>
                <a:gd name="connsiteX188" fmla="*/ 1831203 w 2912392"/>
                <a:gd name="connsiteY188" fmla="*/ 467065 h 738331"/>
                <a:gd name="connsiteX189" fmla="*/ 1840947 w 2912392"/>
                <a:gd name="connsiteY189" fmla="*/ 462305 h 738331"/>
                <a:gd name="connsiteX190" fmla="*/ 1850691 w 2912392"/>
                <a:gd name="connsiteY190" fmla="*/ 457557 h 738331"/>
                <a:gd name="connsiteX191" fmla="*/ 1860435 w 2912392"/>
                <a:gd name="connsiteY191" fmla="*/ 452823 h 738331"/>
                <a:gd name="connsiteX192" fmla="*/ 1870164 w 2912392"/>
                <a:gd name="connsiteY192" fmla="*/ 448106 h 738331"/>
                <a:gd name="connsiteX193" fmla="*/ 1879908 w 2912392"/>
                <a:gd name="connsiteY193" fmla="*/ 443409 h 738331"/>
                <a:gd name="connsiteX194" fmla="*/ 1889652 w 2912392"/>
                <a:gd name="connsiteY194" fmla="*/ 438732 h 738331"/>
                <a:gd name="connsiteX195" fmla="*/ 1899395 w 2912392"/>
                <a:gd name="connsiteY195" fmla="*/ 434080 h 738331"/>
                <a:gd name="connsiteX196" fmla="*/ 1909124 w 2912392"/>
                <a:gd name="connsiteY196" fmla="*/ 429456 h 738331"/>
                <a:gd name="connsiteX197" fmla="*/ 1918868 w 2912392"/>
                <a:gd name="connsiteY197" fmla="*/ 424861 h 738331"/>
                <a:gd name="connsiteX198" fmla="*/ 1928612 w 2912392"/>
                <a:gd name="connsiteY198" fmla="*/ 420296 h 738331"/>
                <a:gd name="connsiteX199" fmla="*/ 1938356 w 2912392"/>
                <a:gd name="connsiteY199" fmla="*/ 415765 h 738331"/>
                <a:gd name="connsiteX200" fmla="*/ 1948085 w 2912392"/>
                <a:gd name="connsiteY200" fmla="*/ 411270 h 738331"/>
                <a:gd name="connsiteX201" fmla="*/ 1957829 w 2912392"/>
                <a:gd name="connsiteY201" fmla="*/ 406812 h 738331"/>
                <a:gd name="connsiteX202" fmla="*/ 1967573 w 2912392"/>
                <a:gd name="connsiteY202" fmla="*/ 402392 h 738331"/>
                <a:gd name="connsiteX203" fmla="*/ 1977317 w 2912392"/>
                <a:gd name="connsiteY203" fmla="*/ 398014 h 738331"/>
                <a:gd name="connsiteX204" fmla="*/ 1987046 w 2912392"/>
                <a:gd name="connsiteY204" fmla="*/ 393677 h 738331"/>
                <a:gd name="connsiteX205" fmla="*/ 1996790 w 2912392"/>
                <a:gd name="connsiteY205" fmla="*/ 389383 h 738331"/>
                <a:gd name="connsiteX206" fmla="*/ 2006534 w 2912392"/>
                <a:gd name="connsiteY206" fmla="*/ 385136 h 738331"/>
                <a:gd name="connsiteX207" fmla="*/ 2016278 w 2912392"/>
                <a:gd name="connsiteY207" fmla="*/ 380931 h 738331"/>
                <a:gd name="connsiteX208" fmla="*/ 2026022 w 2912392"/>
                <a:gd name="connsiteY208" fmla="*/ 376774 h 738331"/>
                <a:gd name="connsiteX209" fmla="*/ 2035751 w 2912392"/>
                <a:gd name="connsiteY209" fmla="*/ 372664 h 738331"/>
                <a:gd name="connsiteX210" fmla="*/ 2045495 w 2912392"/>
                <a:gd name="connsiteY210" fmla="*/ 368601 h 738331"/>
                <a:gd name="connsiteX211" fmla="*/ 2055239 w 2912392"/>
                <a:gd name="connsiteY211" fmla="*/ 364586 h 738331"/>
                <a:gd name="connsiteX212" fmla="*/ 2064983 w 2912392"/>
                <a:gd name="connsiteY212" fmla="*/ 360618 h 738331"/>
                <a:gd name="connsiteX213" fmla="*/ 2074712 w 2912392"/>
                <a:gd name="connsiteY213" fmla="*/ 356698 h 738331"/>
                <a:gd name="connsiteX214" fmla="*/ 2084456 w 2912392"/>
                <a:gd name="connsiteY214" fmla="*/ 352826 h 738331"/>
                <a:gd name="connsiteX215" fmla="*/ 2094200 w 2912392"/>
                <a:gd name="connsiteY215" fmla="*/ 349001 h 738331"/>
                <a:gd name="connsiteX216" fmla="*/ 2103944 w 2912392"/>
                <a:gd name="connsiteY216" fmla="*/ 345223 h 738331"/>
                <a:gd name="connsiteX217" fmla="*/ 2113673 w 2912392"/>
                <a:gd name="connsiteY217" fmla="*/ 341489 h 738331"/>
                <a:gd name="connsiteX218" fmla="*/ 2123417 w 2912392"/>
                <a:gd name="connsiteY218" fmla="*/ 337802 h 738331"/>
                <a:gd name="connsiteX219" fmla="*/ 2133161 w 2912392"/>
                <a:gd name="connsiteY219" fmla="*/ 334157 h 738331"/>
                <a:gd name="connsiteX220" fmla="*/ 2142905 w 2912392"/>
                <a:gd name="connsiteY220" fmla="*/ 330556 h 738331"/>
                <a:gd name="connsiteX221" fmla="*/ 2152649 w 2912392"/>
                <a:gd name="connsiteY221" fmla="*/ 326995 h 738331"/>
                <a:gd name="connsiteX222" fmla="*/ 2162377 w 2912392"/>
                <a:gd name="connsiteY222" fmla="*/ 323475 h 738331"/>
                <a:gd name="connsiteX223" fmla="*/ 2172121 w 2912392"/>
                <a:gd name="connsiteY223" fmla="*/ 319991 h 738331"/>
                <a:gd name="connsiteX224" fmla="*/ 2181865 w 2912392"/>
                <a:gd name="connsiteY224" fmla="*/ 316542 h 738331"/>
                <a:gd name="connsiteX225" fmla="*/ 2191609 w 2912392"/>
                <a:gd name="connsiteY225" fmla="*/ 313129 h 738331"/>
                <a:gd name="connsiteX226" fmla="*/ 2201338 w 2912392"/>
                <a:gd name="connsiteY226" fmla="*/ 309747 h 738331"/>
                <a:gd name="connsiteX227" fmla="*/ 2211082 w 2912392"/>
                <a:gd name="connsiteY227" fmla="*/ 306393 h 738331"/>
                <a:gd name="connsiteX228" fmla="*/ 2220826 w 2912392"/>
                <a:gd name="connsiteY228" fmla="*/ 303066 h 738331"/>
                <a:gd name="connsiteX229" fmla="*/ 2230570 w 2912392"/>
                <a:gd name="connsiteY229" fmla="*/ 299763 h 738331"/>
                <a:gd name="connsiteX230" fmla="*/ 2240299 w 2912392"/>
                <a:gd name="connsiteY230" fmla="*/ 296481 h 738331"/>
                <a:gd name="connsiteX231" fmla="*/ 2250043 w 2912392"/>
                <a:gd name="connsiteY231" fmla="*/ 293218 h 738331"/>
                <a:gd name="connsiteX232" fmla="*/ 2259787 w 2912392"/>
                <a:gd name="connsiteY232" fmla="*/ 289968 h 738331"/>
                <a:gd name="connsiteX233" fmla="*/ 2269531 w 2912392"/>
                <a:gd name="connsiteY233" fmla="*/ 286732 h 738331"/>
                <a:gd name="connsiteX234" fmla="*/ 2279260 w 2912392"/>
                <a:gd name="connsiteY234" fmla="*/ 283507 h 738331"/>
                <a:gd name="connsiteX235" fmla="*/ 2289004 w 2912392"/>
                <a:gd name="connsiteY235" fmla="*/ 280286 h 738331"/>
                <a:gd name="connsiteX236" fmla="*/ 2298748 w 2912392"/>
                <a:gd name="connsiteY236" fmla="*/ 277066 h 738331"/>
                <a:gd name="connsiteX237" fmla="*/ 2308492 w 2912392"/>
                <a:gd name="connsiteY237" fmla="*/ 273848 h 738331"/>
                <a:gd name="connsiteX238" fmla="*/ 2318236 w 2912392"/>
                <a:gd name="connsiteY238" fmla="*/ 270624 h 738331"/>
                <a:gd name="connsiteX239" fmla="*/ 2327965 w 2912392"/>
                <a:gd name="connsiteY239" fmla="*/ 267392 h 738331"/>
                <a:gd name="connsiteX240" fmla="*/ 2337709 w 2912392"/>
                <a:gd name="connsiteY240" fmla="*/ 264150 h 738331"/>
                <a:gd name="connsiteX241" fmla="*/ 2347453 w 2912392"/>
                <a:gd name="connsiteY241" fmla="*/ 260892 h 738331"/>
                <a:gd name="connsiteX242" fmla="*/ 2357197 w 2912392"/>
                <a:gd name="connsiteY242" fmla="*/ 257617 h 738331"/>
                <a:gd name="connsiteX243" fmla="*/ 2366926 w 2912392"/>
                <a:gd name="connsiteY243" fmla="*/ 254318 h 738331"/>
                <a:gd name="connsiteX244" fmla="*/ 2376670 w 2912392"/>
                <a:gd name="connsiteY244" fmla="*/ 250996 h 738331"/>
                <a:gd name="connsiteX245" fmla="*/ 2386413 w 2912392"/>
                <a:gd name="connsiteY245" fmla="*/ 247643 h 738331"/>
                <a:gd name="connsiteX246" fmla="*/ 2396157 w 2912392"/>
                <a:gd name="connsiteY246" fmla="*/ 244260 h 738331"/>
                <a:gd name="connsiteX247" fmla="*/ 2405886 w 2912392"/>
                <a:gd name="connsiteY247" fmla="*/ 240841 h 738331"/>
                <a:gd name="connsiteX248" fmla="*/ 2415630 w 2912392"/>
                <a:gd name="connsiteY248" fmla="*/ 237383 h 738331"/>
                <a:gd name="connsiteX249" fmla="*/ 2425374 w 2912392"/>
                <a:gd name="connsiteY249" fmla="*/ 233883 h 738331"/>
                <a:gd name="connsiteX250" fmla="*/ 2435118 w 2912392"/>
                <a:gd name="connsiteY250" fmla="*/ 230337 h 738331"/>
                <a:gd name="connsiteX251" fmla="*/ 2444862 w 2912392"/>
                <a:gd name="connsiteY251" fmla="*/ 226743 h 738331"/>
                <a:gd name="connsiteX252" fmla="*/ 2454591 w 2912392"/>
                <a:gd name="connsiteY252" fmla="*/ 223099 h 738331"/>
                <a:gd name="connsiteX253" fmla="*/ 2464335 w 2912392"/>
                <a:gd name="connsiteY253" fmla="*/ 219401 h 738331"/>
                <a:gd name="connsiteX254" fmla="*/ 2474079 w 2912392"/>
                <a:gd name="connsiteY254" fmla="*/ 215646 h 738331"/>
                <a:gd name="connsiteX255" fmla="*/ 2483823 w 2912392"/>
                <a:gd name="connsiteY255" fmla="*/ 211834 h 738331"/>
                <a:gd name="connsiteX256" fmla="*/ 2493552 w 2912392"/>
                <a:gd name="connsiteY256" fmla="*/ 207960 h 738331"/>
                <a:gd name="connsiteX257" fmla="*/ 2503296 w 2912392"/>
                <a:gd name="connsiteY257" fmla="*/ 204022 h 738331"/>
                <a:gd name="connsiteX258" fmla="*/ 2513040 w 2912392"/>
                <a:gd name="connsiteY258" fmla="*/ 200022 h 738331"/>
                <a:gd name="connsiteX259" fmla="*/ 2522784 w 2912392"/>
                <a:gd name="connsiteY259" fmla="*/ 195954 h 738331"/>
                <a:gd name="connsiteX260" fmla="*/ 2532513 w 2912392"/>
                <a:gd name="connsiteY260" fmla="*/ 191820 h 738331"/>
                <a:gd name="connsiteX261" fmla="*/ 2542257 w 2912392"/>
                <a:gd name="connsiteY261" fmla="*/ 187617 h 738331"/>
                <a:gd name="connsiteX262" fmla="*/ 2552001 w 2912392"/>
                <a:gd name="connsiteY262" fmla="*/ 183344 h 738331"/>
                <a:gd name="connsiteX263" fmla="*/ 2561745 w 2912392"/>
                <a:gd name="connsiteY263" fmla="*/ 179002 h 738331"/>
                <a:gd name="connsiteX264" fmla="*/ 2571474 w 2912392"/>
                <a:gd name="connsiteY264" fmla="*/ 174591 h 738331"/>
                <a:gd name="connsiteX265" fmla="*/ 2581218 w 2912392"/>
                <a:gd name="connsiteY265" fmla="*/ 170109 h 738331"/>
                <a:gd name="connsiteX266" fmla="*/ 2590962 w 2912392"/>
                <a:gd name="connsiteY266" fmla="*/ 165557 h 738331"/>
                <a:gd name="connsiteX267" fmla="*/ 2600705 w 2912392"/>
                <a:gd name="connsiteY267" fmla="*/ 160939 h 738331"/>
                <a:gd name="connsiteX268" fmla="*/ 2610449 w 2912392"/>
                <a:gd name="connsiteY268" fmla="*/ 156252 h 738331"/>
                <a:gd name="connsiteX269" fmla="*/ 2620178 w 2912392"/>
                <a:gd name="connsiteY269" fmla="*/ 151497 h 738331"/>
                <a:gd name="connsiteX270" fmla="*/ 2629922 w 2912392"/>
                <a:gd name="connsiteY270" fmla="*/ 146680 h 738331"/>
                <a:gd name="connsiteX271" fmla="*/ 2639666 w 2912392"/>
                <a:gd name="connsiteY271" fmla="*/ 141801 h 738331"/>
                <a:gd name="connsiteX272" fmla="*/ 2649410 w 2912392"/>
                <a:gd name="connsiteY272" fmla="*/ 136862 h 738331"/>
                <a:gd name="connsiteX273" fmla="*/ 2659139 w 2912392"/>
                <a:gd name="connsiteY273" fmla="*/ 131865 h 738331"/>
                <a:gd name="connsiteX274" fmla="*/ 2668883 w 2912392"/>
                <a:gd name="connsiteY274" fmla="*/ 126816 h 738331"/>
                <a:gd name="connsiteX275" fmla="*/ 2678627 w 2912392"/>
                <a:gd name="connsiteY275" fmla="*/ 121717 h 738331"/>
                <a:gd name="connsiteX276" fmla="*/ 2688371 w 2912392"/>
                <a:gd name="connsiteY276" fmla="*/ 116571 h 738331"/>
                <a:gd name="connsiteX277" fmla="*/ 2698100 w 2912392"/>
                <a:gd name="connsiteY277" fmla="*/ 111385 h 738331"/>
                <a:gd name="connsiteX278" fmla="*/ 2707844 w 2912392"/>
                <a:gd name="connsiteY278" fmla="*/ 106161 h 738331"/>
                <a:gd name="connsiteX279" fmla="*/ 2717588 w 2912392"/>
                <a:gd name="connsiteY279" fmla="*/ 100906 h 738331"/>
                <a:gd name="connsiteX280" fmla="*/ 2727332 w 2912392"/>
                <a:gd name="connsiteY280" fmla="*/ 95626 h 738331"/>
                <a:gd name="connsiteX281" fmla="*/ 2737076 w 2912392"/>
                <a:gd name="connsiteY281" fmla="*/ 90325 h 738331"/>
                <a:gd name="connsiteX282" fmla="*/ 2746805 w 2912392"/>
                <a:gd name="connsiteY282" fmla="*/ 85009 h 738331"/>
                <a:gd name="connsiteX283" fmla="*/ 2756549 w 2912392"/>
                <a:gd name="connsiteY283" fmla="*/ 79687 h 738331"/>
                <a:gd name="connsiteX284" fmla="*/ 2766293 w 2912392"/>
                <a:gd name="connsiteY284" fmla="*/ 74364 h 738331"/>
                <a:gd name="connsiteX285" fmla="*/ 2776037 w 2912392"/>
                <a:gd name="connsiteY285" fmla="*/ 69048 h 738331"/>
                <a:gd name="connsiteX286" fmla="*/ 2785766 w 2912392"/>
                <a:gd name="connsiteY286" fmla="*/ 63745 h 738331"/>
                <a:gd name="connsiteX287" fmla="*/ 2795510 w 2912392"/>
                <a:gd name="connsiteY287" fmla="*/ 58465 h 738331"/>
                <a:gd name="connsiteX288" fmla="*/ 2805254 w 2912392"/>
                <a:gd name="connsiteY288" fmla="*/ 53216 h 738331"/>
                <a:gd name="connsiteX289" fmla="*/ 2814998 w 2912392"/>
                <a:gd name="connsiteY289" fmla="*/ 48004 h 738331"/>
                <a:gd name="connsiteX290" fmla="*/ 2824727 w 2912392"/>
                <a:gd name="connsiteY290" fmla="*/ 42839 h 738331"/>
                <a:gd name="connsiteX291" fmla="*/ 2834471 w 2912392"/>
                <a:gd name="connsiteY291" fmla="*/ 37732 h 738331"/>
                <a:gd name="connsiteX292" fmla="*/ 2844215 w 2912392"/>
                <a:gd name="connsiteY292" fmla="*/ 32688 h 738331"/>
                <a:gd name="connsiteX293" fmla="*/ 2853958 w 2912392"/>
                <a:gd name="connsiteY293" fmla="*/ 27720 h 738331"/>
                <a:gd name="connsiteX294" fmla="*/ 2863687 w 2912392"/>
                <a:gd name="connsiteY294" fmla="*/ 22834 h 738331"/>
                <a:gd name="connsiteX295" fmla="*/ 2873431 w 2912392"/>
                <a:gd name="connsiteY295" fmla="*/ 18043 h 738331"/>
                <a:gd name="connsiteX296" fmla="*/ 2883175 w 2912392"/>
                <a:gd name="connsiteY296" fmla="*/ 13354 h 738331"/>
                <a:gd name="connsiteX297" fmla="*/ 2892919 w 2912392"/>
                <a:gd name="connsiteY297" fmla="*/ 8777 h 738331"/>
                <a:gd name="connsiteX298" fmla="*/ 2902663 w 2912392"/>
                <a:gd name="connsiteY298" fmla="*/ 4322 h 738331"/>
                <a:gd name="connsiteX299" fmla="*/ 2912392 w 2912392"/>
                <a:gd name="connsiteY299" fmla="*/ 0 h 738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38331">
                  <a:moveTo>
                    <a:pt x="0" y="410680"/>
                  </a:moveTo>
                  <a:lnTo>
                    <a:pt x="9739" y="408369"/>
                  </a:lnTo>
                  <a:lnTo>
                    <a:pt x="19480" y="406197"/>
                  </a:lnTo>
                  <a:lnTo>
                    <a:pt x="29221" y="404177"/>
                  </a:lnTo>
                  <a:lnTo>
                    <a:pt x="38961" y="402317"/>
                  </a:lnTo>
                  <a:lnTo>
                    <a:pt x="48702" y="400629"/>
                  </a:lnTo>
                  <a:lnTo>
                    <a:pt x="58443" y="399121"/>
                  </a:lnTo>
                  <a:lnTo>
                    <a:pt x="68182" y="397806"/>
                  </a:lnTo>
                  <a:lnTo>
                    <a:pt x="77923" y="396687"/>
                  </a:lnTo>
                  <a:lnTo>
                    <a:pt x="87664" y="395777"/>
                  </a:lnTo>
                  <a:lnTo>
                    <a:pt x="97404" y="395078"/>
                  </a:lnTo>
                  <a:lnTo>
                    <a:pt x="107145" y="394601"/>
                  </a:lnTo>
                  <a:lnTo>
                    <a:pt x="116886" y="394349"/>
                  </a:lnTo>
                  <a:lnTo>
                    <a:pt x="126625" y="394328"/>
                  </a:lnTo>
                  <a:lnTo>
                    <a:pt x="136366" y="394544"/>
                  </a:lnTo>
                  <a:lnTo>
                    <a:pt x="146107" y="394999"/>
                  </a:lnTo>
                  <a:lnTo>
                    <a:pt x="155846" y="395696"/>
                  </a:lnTo>
                  <a:lnTo>
                    <a:pt x="165587" y="396638"/>
                  </a:lnTo>
                  <a:lnTo>
                    <a:pt x="175328" y="397827"/>
                  </a:lnTo>
                  <a:lnTo>
                    <a:pt x="185068" y="399261"/>
                  </a:lnTo>
                  <a:lnTo>
                    <a:pt x="194809" y="400945"/>
                  </a:lnTo>
                  <a:lnTo>
                    <a:pt x="204550" y="402874"/>
                  </a:lnTo>
                  <a:lnTo>
                    <a:pt x="214289" y="405051"/>
                  </a:lnTo>
                  <a:lnTo>
                    <a:pt x="224030" y="407471"/>
                  </a:lnTo>
                  <a:lnTo>
                    <a:pt x="233771" y="410132"/>
                  </a:lnTo>
                  <a:lnTo>
                    <a:pt x="243510" y="413030"/>
                  </a:lnTo>
                  <a:lnTo>
                    <a:pt x="253251" y="416164"/>
                  </a:lnTo>
                  <a:lnTo>
                    <a:pt x="262992" y="419527"/>
                  </a:lnTo>
                  <a:lnTo>
                    <a:pt x="272732" y="423116"/>
                  </a:lnTo>
                  <a:lnTo>
                    <a:pt x="282473" y="426924"/>
                  </a:lnTo>
                  <a:lnTo>
                    <a:pt x="292214" y="430946"/>
                  </a:lnTo>
                  <a:lnTo>
                    <a:pt x="301953" y="435174"/>
                  </a:lnTo>
                  <a:lnTo>
                    <a:pt x="311694" y="439602"/>
                  </a:lnTo>
                  <a:lnTo>
                    <a:pt x="321435" y="444222"/>
                  </a:lnTo>
                  <a:lnTo>
                    <a:pt x="331175" y="449027"/>
                  </a:lnTo>
                  <a:lnTo>
                    <a:pt x="340916" y="454009"/>
                  </a:lnTo>
                  <a:lnTo>
                    <a:pt x="350656" y="459157"/>
                  </a:lnTo>
                  <a:lnTo>
                    <a:pt x="360396" y="464464"/>
                  </a:lnTo>
                  <a:lnTo>
                    <a:pt x="370137" y="469918"/>
                  </a:lnTo>
                  <a:lnTo>
                    <a:pt x="379878" y="475514"/>
                  </a:lnTo>
                  <a:lnTo>
                    <a:pt x="389617" y="481239"/>
                  </a:lnTo>
                  <a:lnTo>
                    <a:pt x="399358" y="487082"/>
                  </a:lnTo>
                  <a:lnTo>
                    <a:pt x="409099" y="493036"/>
                  </a:lnTo>
                  <a:lnTo>
                    <a:pt x="418839" y="499088"/>
                  </a:lnTo>
                  <a:lnTo>
                    <a:pt x="428580" y="505229"/>
                  </a:lnTo>
                  <a:lnTo>
                    <a:pt x="438321" y="511448"/>
                  </a:lnTo>
                  <a:lnTo>
                    <a:pt x="448060" y="517734"/>
                  </a:lnTo>
                  <a:lnTo>
                    <a:pt x="457801" y="524078"/>
                  </a:lnTo>
                  <a:lnTo>
                    <a:pt x="467542" y="530466"/>
                  </a:lnTo>
                  <a:lnTo>
                    <a:pt x="477281" y="536891"/>
                  </a:lnTo>
                  <a:lnTo>
                    <a:pt x="487022" y="543341"/>
                  </a:lnTo>
                  <a:lnTo>
                    <a:pt x="496763" y="549805"/>
                  </a:lnTo>
                  <a:lnTo>
                    <a:pt x="506503" y="556276"/>
                  </a:lnTo>
                  <a:lnTo>
                    <a:pt x="516244" y="562739"/>
                  </a:lnTo>
                  <a:lnTo>
                    <a:pt x="525985" y="569186"/>
                  </a:lnTo>
                  <a:lnTo>
                    <a:pt x="535724" y="575609"/>
                  </a:lnTo>
                  <a:lnTo>
                    <a:pt x="545465" y="581996"/>
                  </a:lnTo>
                  <a:lnTo>
                    <a:pt x="555206" y="588338"/>
                  </a:lnTo>
                  <a:lnTo>
                    <a:pt x="564946" y="594627"/>
                  </a:lnTo>
                  <a:lnTo>
                    <a:pt x="574687" y="600854"/>
                  </a:lnTo>
                  <a:lnTo>
                    <a:pt x="584428" y="607010"/>
                  </a:lnTo>
                  <a:lnTo>
                    <a:pt x="594167" y="613086"/>
                  </a:lnTo>
                  <a:lnTo>
                    <a:pt x="603908" y="619080"/>
                  </a:lnTo>
                  <a:lnTo>
                    <a:pt x="613649" y="624965"/>
                  </a:lnTo>
                  <a:lnTo>
                    <a:pt x="623388" y="630760"/>
                  </a:lnTo>
                  <a:lnTo>
                    <a:pt x="633129" y="636437"/>
                  </a:lnTo>
                  <a:lnTo>
                    <a:pt x="642870" y="642009"/>
                  </a:lnTo>
                  <a:lnTo>
                    <a:pt x="652610" y="647447"/>
                  </a:lnTo>
                  <a:lnTo>
                    <a:pt x="662351" y="652766"/>
                  </a:lnTo>
                  <a:lnTo>
                    <a:pt x="672092" y="657951"/>
                  </a:lnTo>
                  <a:lnTo>
                    <a:pt x="681831" y="662987"/>
                  </a:lnTo>
                  <a:lnTo>
                    <a:pt x="691572" y="667889"/>
                  </a:lnTo>
                  <a:lnTo>
                    <a:pt x="701313" y="672641"/>
                  </a:lnTo>
                  <a:lnTo>
                    <a:pt x="711052" y="677230"/>
                  </a:lnTo>
                  <a:lnTo>
                    <a:pt x="720793" y="681670"/>
                  </a:lnTo>
                  <a:lnTo>
                    <a:pt x="730534" y="685961"/>
                  </a:lnTo>
                  <a:lnTo>
                    <a:pt x="740274" y="690073"/>
                  </a:lnTo>
                  <a:lnTo>
                    <a:pt x="750015" y="694036"/>
                  </a:lnTo>
                  <a:lnTo>
                    <a:pt x="759756" y="697821"/>
                  </a:lnTo>
                  <a:lnTo>
                    <a:pt x="769495" y="701441"/>
                  </a:lnTo>
                  <a:lnTo>
                    <a:pt x="779236" y="704883"/>
                  </a:lnTo>
                  <a:lnTo>
                    <a:pt x="788977" y="708161"/>
                  </a:lnTo>
                  <a:lnTo>
                    <a:pt x="798717" y="711260"/>
                  </a:lnTo>
                  <a:lnTo>
                    <a:pt x="808458" y="714180"/>
                  </a:lnTo>
                  <a:lnTo>
                    <a:pt x="818199" y="716936"/>
                  </a:lnTo>
                  <a:lnTo>
                    <a:pt x="827938" y="719514"/>
                  </a:lnTo>
                  <a:lnTo>
                    <a:pt x="837679" y="721927"/>
                  </a:lnTo>
                  <a:lnTo>
                    <a:pt x="847420" y="724162"/>
                  </a:lnTo>
                  <a:lnTo>
                    <a:pt x="857159" y="726233"/>
                  </a:lnTo>
                  <a:lnTo>
                    <a:pt x="866900" y="728125"/>
                  </a:lnTo>
                  <a:lnTo>
                    <a:pt x="876641" y="729839"/>
                  </a:lnTo>
                  <a:lnTo>
                    <a:pt x="886381" y="731403"/>
                  </a:lnTo>
                  <a:lnTo>
                    <a:pt x="896122" y="732803"/>
                  </a:lnTo>
                  <a:lnTo>
                    <a:pt x="905863" y="734025"/>
                  </a:lnTo>
                  <a:lnTo>
                    <a:pt x="915602" y="735098"/>
                  </a:lnTo>
                  <a:lnTo>
                    <a:pt x="925343" y="736007"/>
                  </a:lnTo>
                  <a:lnTo>
                    <a:pt x="935084" y="736767"/>
                  </a:lnTo>
                  <a:lnTo>
                    <a:pt x="944824" y="737377"/>
                  </a:lnTo>
                  <a:lnTo>
                    <a:pt x="954564" y="737824"/>
                  </a:lnTo>
                  <a:lnTo>
                    <a:pt x="964305" y="738137"/>
                  </a:lnTo>
                  <a:lnTo>
                    <a:pt x="974045" y="738301"/>
                  </a:lnTo>
                  <a:lnTo>
                    <a:pt x="983786" y="738331"/>
                  </a:lnTo>
                  <a:lnTo>
                    <a:pt x="993522" y="738227"/>
                  </a:lnTo>
                  <a:lnTo>
                    <a:pt x="1003266" y="737988"/>
                  </a:lnTo>
                  <a:lnTo>
                    <a:pt x="1013010" y="737616"/>
                  </a:lnTo>
                  <a:lnTo>
                    <a:pt x="1022754" y="737124"/>
                  </a:lnTo>
                  <a:lnTo>
                    <a:pt x="1032483" y="736513"/>
                  </a:lnTo>
                  <a:lnTo>
                    <a:pt x="1042227" y="735783"/>
                  </a:lnTo>
                  <a:lnTo>
                    <a:pt x="1051971" y="734934"/>
                  </a:lnTo>
                  <a:lnTo>
                    <a:pt x="1061715" y="733980"/>
                  </a:lnTo>
                  <a:lnTo>
                    <a:pt x="1071444" y="732923"/>
                  </a:lnTo>
                  <a:lnTo>
                    <a:pt x="1081188" y="731746"/>
                  </a:lnTo>
                  <a:lnTo>
                    <a:pt x="1090932" y="730479"/>
                  </a:lnTo>
                  <a:lnTo>
                    <a:pt x="1100676" y="729123"/>
                  </a:lnTo>
                  <a:lnTo>
                    <a:pt x="1110405" y="727663"/>
                  </a:lnTo>
                  <a:lnTo>
                    <a:pt x="1120149" y="726129"/>
                  </a:lnTo>
                  <a:lnTo>
                    <a:pt x="1129893" y="724505"/>
                  </a:lnTo>
                  <a:lnTo>
                    <a:pt x="1139637" y="722791"/>
                  </a:lnTo>
                  <a:lnTo>
                    <a:pt x="1149381" y="720989"/>
                  </a:lnTo>
                  <a:lnTo>
                    <a:pt x="1159110" y="719126"/>
                  </a:lnTo>
                  <a:lnTo>
                    <a:pt x="1168854" y="717189"/>
                  </a:lnTo>
                  <a:lnTo>
                    <a:pt x="1178598" y="715178"/>
                  </a:lnTo>
                  <a:lnTo>
                    <a:pt x="1188341" y="713092"/>
                  </a:lnTo>
                  <a:lnTo>
                    <a:pt x="1198070" y="710932"/>
                  </a:lnTo>
                  <a:lnTo>
                    <a:pt x="1207814" y="708727"/>
                  </a:lnTo>
                  <a:lnTo>
                    <a:pt x="1217558" y="706447"/>
                  </a:lnTo>
                  <a:lnTo>
                    <a:pt x="1227302" y="704108"/>
                  </a:lnTo>
                  <a:lnTo>
                    <a:pt x="1237031" y="701709"/>
                  </a:lnTo>
                  <a:lnTo>
                    <a:pt x="1246775" y="699266"/>
                  </a:lnTo>
                  <a:lnTo>
                    <a:pt x="1256519" y="696748"/>
                  </a:lnTo>
                  <a:lnTo>
                    <a:pt x="1266263" y="694200"/>
                  </a:lnTo>
                  <a:lnTo>
                    <a:pt x="1276007" y="691578"/>
                  </a:lnTo>
                  <a:lnTo>
                    <a:pt x="1285736" y="688911"/>
                  </a:lnTo>
                  <a:lnTo>
                    <a:pt x="1295480" y="686200"/>
                  </a:lnTo>
                  <a:lnTo>
                    <a:pt x="1305224" y="683428"/>
                  </a:lnTo>
                  <a:lnTo>
                    <a:pt x="1314968" y="680612"/>
                  </a:lnTo>
                  <a:lnTo>
                    <a:pt x="1324697" y="677737"/>
                  </a:lnTo>
                  <a:lnTo>
                    <a:pt x="1334441" y="674832"/>
                  </a:lnTo>
                  <a:lnTo>
                    <a:pt x="1344185" y="671867"/>
                  </a:lnTo>
                  <a:lnTo>
                    <a:pt x="1353929" y="668857"/>
                  </a:lnTo>
                  <a:lnTo>
                    <a:pt x="1363658" y="665788"/>
                  </a:lnTo>
                  <a:lnTo>
                    <a:pt x="1373402" y="662689"/>
                  </a:lnTo>
                  <a:lnTo>
                    <a:pt x="1383146" y="659530"/>
                  </a:lnTo>
                  <a:lnTo>
                    <a:pt x="1392890" y="656327"/>
                  </a:lnTo>
                  <a:lnTo>
                    <a:pt x="1402619" y="653079"/>
                  </a:lnTo>
                  <a:lnTo>
                    <a:pt x="1412363" y="649771"/>
                  </a:lnTo>
                  <a:lnTo>
                    <a:pt x="1422106" y="646434"/>
                  </a:lnTo>
                  <a:lnTo>
                    <a:pt x="1431850" y="643037"/>
                  </a:lnTo>
                  <a:lnTo>
                    <a:pt x="1441594" y="639595"/>
                  </a:lnTo>
                  <a:lnTo>
                    <a:pt x="1451323" y="636094"/>
                  </a:lnTo>
                  <a:lnTo>
                    <a:pt x="1461067" y="632548"/>
                  </a:lnTo>
                  <a:lnTo>
                    <a:pt x="1470811" y="628958"/>
                  </a:lnTo>
                  <a:lnTo>
                    <a:pt x="1480555" y="625322"/>
                  </a:lnTo>
                  <a:lnTo>
                    <a:pt x="1490284" y="621627"/>
                  </a:lnTo>
                  <a:lnTo>
                    <a:pt x="1500028" y="617888"/>
                  </a:lnTo>
                  <a:lnTo>
                    <a:pt x="1509772" y="614099"/>
                  </a:lnTo>
                  <a:lnTo>
                    <a:pt x="1519516" y="610259"/>
                  </a:lnTo>
                  <a:lnTo>
                    <a:pt x="1529245" y="606371"/>
                  </a:lnTo>
                  <a:lnTo>
                    <a:pt x="1538989" y="602433"/>
                  </a:lnTo>
                  <a:lnTo>
                    <a:pt x="1548733" y="598446"/>
                  </a:lnTo>
                  <a:lnTo>
                    <a:pt x="1558477" y="594410"/>
                  </a:lnTo>
                  <a:lnTo>
                    <a:pt x="1568221" y="590327"/>
                  </a:lnTo>
                  <a:lnTo>
                    <a:pt x="1577950" y="586197"/>
                  </a:lnTo>
                  <a:lnTo>
                    <a:pt x="1587694" y="582020"/>
                  </a:lnTo>
                  <a:lnTo>
                    <a:pt x="1597438" y="577797"/>
                  </a:lnTo>
                  <a:lnTo>
                    <a:pt x="1607182" y="573532"/>
                  </a:lnTo>
                  <a:lnTo>
                    <a:pt x="1616911" y="569222"/>
                  </a:lnTo>
                  <a:lnTo>
                    <a:pt x="1626655" y="564868"/>
                  </a:lnTo>
                  <a:lnTo>
                    <a:pt x="1636399" y="560476"/>
                  </a:lnTo>
                  <a:lnTo>
                    <a:pt x="1646142" y="556042"/>
                  </a:lnTo>
                  <a:lnTo>
                    <a:pt x="1655872" y="551572"/>
                  </a:lnTo>
                  <a:lnTo>
                    <a:pt x="1665616" y="547065"/>
                  </a:lnTo>
                  <a:lnTo>
                    <a:pt x="1675359" y="542524"/>
                  </a:lnTo>
                  <a:lnTo>
                    <a:pt x="1685103" y="537952"/>
                  </a:lnTo>
                  <a:lnTo>
                    <a:pt x="1694832" y="533348"/>
                  </a:lnTo>
                  <a:lnTo>
                    <a:pt x="1704576" y="528716"/>
                  </a:lnTo>
                  <a:lnTo>
                    <a:pt x="1714320" y="524058"/>
                  </a:lnTo>
                  <a:lnTo>
                    <a:pt x="1724064" y="519377"/>
                  </a:lnTo>
                  <a:lnTo>
                    <a:pt x="1733808" y="514675"/>
                  </a:lnTo>
                  <a:lnTo>
                    <a:pt x="1743537" y="509955"/>
                  </a:lnTo>
                  <a:lnTo>
                    <a:pt x="1753281" y="505217"/>
                  </a:lnTo>
                  <a:lnTo>
                    <a:pt x="1763025" y="500467"/>
                  </a:lnTo>
                  <a:lnTo>
                    <a:pt x="1772769" y="495706"/>
                  </a:lnTo>
                  <a:lnTo>
                    <a:pt x="1782498" y="490936"/>
                  </a:lnTo>
                  <a:lnTo>
                    <a:pt x="1792242" y="486161"/>
                  </a:lnTo>
                  <a:lnTo>
                    <a:pt x="1801986" y="481383"/>
                  </a:lnTo>
                  <a:lnTo>
                    <a:pt x="1811730" y="476606"/>
                  </a:lnTo>
                  <a:lnTo>
                    <a:pt x="1821459" y="471833"/>
                  </a:lnTo>
                  <a:lnTo>
                    <a:pt x="1831203" y="467065"/>
                  </a:lnTo>
                  <a:lnTo>
                    <a:pt x="1840947" y="462305"/>
                  </a:lnTo>
                  <a:lnTo>
                    <a:pt x="1850691" y="457557"/>
                  </a:lnTo>
                  <a:lnTo>
                    <a:pt x="1860435" y="452823"/>
                  </a:lnTo>
                  <a:lnTo>
                    <a:pt x="1870164" y="448106"/>
                  </a:lnTo>
                  <a:lnTo>
                    <a:pt x="1879908" y="443409"/>
                  </a:lnTo>
                  <a:lnTo>
                    <a:pt x="1889652" y="438732"/>
                  </a:lnTo>
                  <a:lnTo>
                    <a:pt x="1899395" y="434080"/>
                  </a:lnTo>
                  <a:lnTo>
                    <a:pt x="1909124" y="429456"/>
                  </a:lnTo>
                  <a:lnTo>
                    <a:pt x="1918868" y="424861"/>
                  </a:lnTo>
                  <a:lnTo>
                    <a:pt x="1928612" y="420296"/>
                  </a:lnTo>
                  <a:lnTo>
                    <a:pt x="1938356" y="415765"/>
                  </a:lnTo>
                  <a:lnTo>
                    <a:pt x="1948085" y="411270"/>
                  </a:lnTo>
                  <a:lnTo>
                    <a:pt x="1957829" y="406812"/>
                  </a:lnTo>
                  <a:lnTo>
                    <a:pt x="1967573" y="402392"/>
                  </a:lnTo>
                  <a:lnTo>
                    <a:pt x="1977317" y="398014"/>
                  </a:lnTo>
                  <a:lnTo>
                    <a:pt x="1987046" y="393677"/>
                  </a:lnTo>
                  <a:lnTo>
                    <a:pt x="1996790" y="389383"/>
                  </a:lnTo>
                  <a:lnTo>
                    <a:pt x="2006534" y="385136"/>
                  </a:lnTo>
                  <a:lnTo>
                    <a:pt x="2016278" y="380931"/>
                  </a:lnTo>
                  <a:lnTo>
                    <a:pt x="2026022" y="376774"/>
                  </a:lnTo>
                  <a:lnTo>
                    <a:pt x="2035751" y="372664"/>
                  </a:lnTo>
                  <a:lnTo>
                    <a:pt x="2045495" y="368601"/>
                  </a:lnTo>
                  <a:lnTo>
                    <a:pt x="2055239" y="364586"/>
                  </a:lnTo>
                  <a:lnTo>
                    <a:pt x="2064983" y="360618"/>
                  </a:lnTo>
                  <a:lnTo>
                    <a:pt x="2074712" y="356698"/>
                  </a:lnTo>
                  <a:lnTo>
                    <a:pt x="2084456" y="352826"/>
                  </a:lnTo>
                  <a:lnTo>
                    <a:pt x="2094200" y="349001"/>
                  </a:lnTo>
                  <a:lnTo>
                    <a:pt x="2103944" y="345223"/>
                  </a:lnTo>
                  <a:lnTo>
                    <a:pt x="2113673" y="341489"/>
                  </a:lnTo>
                  <a:lnTo>
                    <a:pt x="2123417" y="337802"/>
                  </a:lnTo>
                  <a:lnTo>
                    <a:pt x="2133161" y="334157"/>
                  </a:lnTo>
                  <a:lnTo>
                    <a:pt x="2142905" y="330556"/>
                  </a:lnTo>
                  <a:lnTo>
                    <a:pt x="2152649" y="326995"/>
                  </a:lnTo>
                  <a:lnTo>
                    <a:pt x="2162377" y="323475"/>
                  </a:lnTo>
                  <a:lnTo>
                    <a:pt x="2172121" y="319991"/>
                  </a:lnTo>
                  <a:lnTo>
                    <a:pt x="2181865" y="316542"/>
                  </a:lnTo>
                  <a:lnTo>
                    <a:pt x="2191609" y="313129"/>
                  </a:lnTo>
                  <a:lnTo>
                    <a:pt x="2201338" y="309747"/>
                  </a:lnTo>
                  <a:lnTo>
                    <a:pt x="2211082" y="306393"/>
                  </a:lnTo>
                  <a:lnTo>
                    <a:pt x="2220826" y="303066"/>
                  </a:lnTo>
                  <a:lnTo>
                    <a:pt x="2230570" y="299763"/>
                  </a:lnTo>
                  <a:lnTo>
                    <a:pt x="2240299" y="296481"/>
                  </a:lnTo>
                  <a:lnTo>
                    <a:pt x="2250043" y="293218"/>
                  </a:lnTo>
                  <a:lnTo>
                    <a:pt x="2259787" y="289968"/>
                  </a:lnTo>
                  <a:lnTo>
                    <a:pt x="2269531" y="286732"/>
                  </a:lnTo>
                  <a:lnTo>
                    <a:pt x="2279260" y="283507"/>
                  </a:lnTo>
                  <a:lnTo>
                    <a:pt x="2289004" y="280286"/>
                  </a:lnTo>
                  <a:lnTo>
                    <a:pt x="2298748" y="277066"/>
                  </a:lnTo>
                  <a:lnTo>
                    <a:pt x="2308492" y="273848"/>
                  </a:lnTo>
                  <a:lnTo>
                    <a:pt x="2318236" y="270624"/>
                  </a:lnTo>
                  <a:lnTo>
                    <a:pt x="2327965" y="267392"/>
                  </a:lnTo>
                  <a:lnTo>
                    <a:pt x="2337709" y="264150"/>
                  </a:lnTo>
                  <a:lnTo>
                    <a:pt x="2347453" y="260892"/>
                  </a:lnTo>
                  <a:lnTo>
                    <a:pt x="2357197" y="257617"/>
                  </a:lnTo>
                  <a:lnTo>
                    <a:pt x="2366926" y="254318"/>
                  </a:lnTo>
                  <a:lnTo>
                    <a:pt x="2376670" y="250996"/>
                  </a:lnTo>
                  <a:lnTo>
                    <a:pt x="2386413" y="247643"/>
                  </a:lnTo>
                  <a:lnTo>
                    <a:pt x="2396157" y="244260"/>
                  </a:lnTo>
                  <a:lnTo>
                    <a:pt x="2405886" y="240841"/>
                  </a:lnTo>
                  <a:lnTo>
                    <a:pt x="2415630" y="237383"/>
                  </a:lnTo>
                  <a:lnTo>
                    <a:pt x="2425374" y="233883"/>
                  </a:lnTo>
                  <a:lnTo>
                    <a:pt x="2435118" y="230337"/>
                  </a:lnTo>
                  <a:lnTo>
                    <a:pt x="2444862" y="226743"/>
                  </a:lnTo>
                  <a:lnTo>
                    <a:pt x="2454591" y="223099"/>
                  </a:lnTo>
                  <a:lnTo>
                    <a:pt x="2464335" y="219401"/>
                  </a:lnTo>
                  <a:lnTo>
                    <a:pt x="2474079" y="215646"/>
                  </a:lnTo>
                  <a:lnTo>
                    <a:pt x="2483823" y="211834"/>
                  </a:lnTo>
                  <a:lnTo>
                    <a:pt x="2493552" y="207960"/>
                  </a:lnTo>
                  <a:lnTo>
                    <a:pt x="2503296" y="204022"/>
                  </a:lnTo>
                  <a:lnTo>
                    <a:pt x="2513040" y="200022"/>
                  </a:lnTo>
                  <a:lnTo>
                    <a:pt x="2522784" y="195954"/>
                  </a:lnTo>
                  <a:lnTo>
                    <a:pt x="2532513" y="191820"/>
                  </a:lnTo>
                  <a:lnTo>
                    <a:pt x="2542257" y="187617"/>
                  </a:lnTo>
                  <a:lnTo>
                    <a:pt x="2552001" y="183344"/>
                  </a:lnTo>
                  <a:lnTo>
                    <a:pt x="2561745" y="179002"/>
                  </a:lnTo>
                  <a:lnTo>
                    <a:pt x="2571474" y="174591"/>
                  </a:lnTo>
                  <a:lnTo>
                    <a:pt x="2581218" y="170109"/>
                  </a:lnTo>
                  <a:lnTo>
                    <a:pt x="2590962" y="165557"/>
                  </a:lnTo>
                  <a:lnTo>
                    <a:pt x="2600705" y="160939"/>
                  </a:lnTo>
                  <a:lnTo>
                    <a:pt x="2610449" y="156252"/>
                  </a:lnTo>
                  <a:lnTo>
                    <a:pt x="2620178" y="151497"/>
                  </a:lnTo>
                  <a:lnTo>
                    <a:pt x="2629922" y="146680"/>
                  </a:lnTo>
                  <a:lnTo>
                    <a:pt x="2639666" y="141801"/>
                  </a:lnTo>
                  <a:lnTo>
                    <a:pt x="2649410" y="136862"/>
                  </a:lnTo>
                  <a:lnTo>
                    <a:pt x="2659139" y="131865"/>
                  </a:lnTo>
                  <a:lnTo>
                    <a:pt x="2668883" y="126816"/>
                  </a:lnTo>
                  <a:lnTo>
                    <a:pt x="2678627" y="121717"/>
                  </a:lnTo>
                  <a:lnTo>
                    <a:pt x="2688371" y="116571"/>
                  </a:lnTo>
                  <a:lnTo>
                    <a:pt x="2698100" y="111385"/>
                  </a:lnTo>
                  <a:lnTo>
                    <a:pt x="2707844" y="106161"/>
                  </a:lnTo>
                  <a:lnTo>
                    <a:pt x="2717588" y="100906"/>
                  </a:lnTo>
                  <a:lnTo>
                    <a:pt x="2727332" y="95626"/>
                  </a:lnTo>
                  <a:lnTo>
                    <a:pt x="2737076" y="90325"/>
                  </a:lnTo>
                  <a:lnTo>
                    <a:pt x="2746805" y="85009"/>
                  </a:lnTo>
                  <a:lnTo>
                    <a:pt x="2756549" y="79687"/>
                  </a:lnTo>
                  <a:lnTo>
                    <a:pt x="2766293" y="74364"/>
                  </a:lnTo>
                  <a:lnTo>
                    <a:pt x="2776037" y="69048"/>
                  </a:lnTo>
                  <a:lnTo>
                    <a:pt x="2785766" y="63745"/>
                  </a:lnTo>
                  <a:lnTo>
                    <a:pt x="2795510" y="58465"/>
                  </a:lnTo>
                  <a:lnTo>
                    <a:pt x="2805254" y="53216"/>
                  </a:lnTo>
                  <a:lnTo>
                    <a:pt x="2814998" y="48004"/>
                  </a:lnTo>
                  <a:lnTo>
                    <a:pt x="2824727" y="42839"/>
                  </a:lnTo>
                  <a:lnTo>
                    <a:pt x="2834471" y="37732"/>
                  </a:lnTo>
                  <a:lnTo>
                    <a:pt x="2844215" y="32688"/>
                  </a:lnTo>
                  <a:lnTo>
                    <a:pt x="2853958" y="27720"/>
                  </a:lnTo>
                  <a:lnTo>
                    <a:pt x="2863687" y="22834"/>
                  </a:lnTo>
                  <a:lnTo>
                    <a:pt x="2873431" y="18043"/>
                  </a:lnTo>
                  <a:lnTo>
                    <a:pt x="2883175" y="13354"/>
                  </a:lnTo>
                  <a:lnTo>
                    <a:pt x="2892919" y="8777"/>
                  </a:lnTo>
                  <a:lnTo>
                    <a:pt x="2902663" y="4322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8" name="Freeform 777">
              <a:extLst>
                <a:ext uri="{FF2B5EF4-FFF2-40B4-BE49-F238E27FC236}">
                  <a16:creationId xmlns:a16="http://schemas.microsoft.com/office/drawing/2014/main" id="{435F3E1D-F686-654F-2857-ADDB6BC1BAE5}"/>
                </a:ext>
              </a:extLst>
            </p:cNvPr>
            <p:cNvSpPr/>
            <p:nvPr/>
          </p:nvSpPr>
          <p:spPr>
            <a:xfrm>
              <a:off x="576446" y="2853007"/>
              <a:ext cx="2912392" cy="630395"/>
            </a:xfrm>
            <a:custGeom>
              <a:avLst/>
              <a:gdLst>
                <a:gd name="connsiteX0" fmla="*/ 0 w 2912392"/>
                <a:gd name="connsiteY0" fmla="*/ 379735 h 630395"/>
                <a:gd name="connsiteX1" fmla="*/ 9739 w 2912392"/>
                <a:gd name="connsiteY1" fmla="*/ 369499 h 630395"/>
                <a:gd name="connsiteX2" fmla="*/ 19480 w 2912392"/>
                <a:gd name="connsiteY2" fmla="*/ 359277 h 630395"/>
                <a:gd name="connsiteX3" fmla="*/ 29221 w 2912392"/>
                <a:gd name="connsiteY3" fmla="*/ 349077 h 630395"/>
                <a:gd name="connsiteX4" fmla="*/ 38961 w 2912392"/>
                <a:gd name="connsiteY4" fmla="*/ 338910 h 630395"/>
                <a:gd name="connsiteX5" fmla="*/ 48702 w 2912392"/>
                <a:gd name="connsiteY5" fmla="*/ 328789 h 630395"/>
                <a:gd name="connsiteX6" fmla="*/ 58443 w 2912392"/>
                <a:gd name="connsiteY6" fmla="*/ 318722 h 630395"/>
                <a:gd name="connsiteX7" fmla="*/ 68182 w 2912392"/>
                <a:gd name="connsiteY7" fmla="*/ 308722 h 630395"/>
                <a:gd name="connsiteX8" fmla="*/ 77923 w 2912392"/>
                <a:gd name="connsiteY8" fmla="*/ 298795 h 630395"/>
                <a:gd name="connsiteX9" fmla="*/ 87664 w 2912392"/>
                <a:gd name="connsiteY9" fmla="*/ 288955 h 630395"/>
                <a:gd name="connsiteX10" fmla="*/ 97404 w 2912392"/>
                <a:gd name="connsiteY10" fmla="*/ 279208 h 630395"/>
                <a:gd name="connsiteX11" fmla="*/ 107145 w 2912392"/>
                <a:gd name="connsiteY11" fmla="*/ 269567 h 630395"/>
                <a:gd name="connsiteX12" fmla="*/ 116886 w 2912392"/>
                <a:gd name="connsiteY12" fmla="*/ 260038 h 630395"/>
                <a:gd name="connsiteX13" fmla="*/ 126625 w 2912392"/>
                <a:gd name="connsiteY13" fmla="*/ 250631 h 630395"/>
                <a:gd name="connsiteX14" fmla="*/ 136366 w 2912392"/>
                <a:gd name="connsiteY14" fmla="*/ 241353 h 630395"/>
                <a:gd name="connsiteX15" fmla="*/ 146107 w 2912392"/>
                <a:gd name="connsiteY15" fmla="*/ 232214 h 630395"/>
                <a:gd name="connsiteX16" fmla="*/ 155846 w 2912392"/>
                <a:gd name="connsiteY16" fmla="*/ 223220 h 630395"/>
                <a:gd name="connsiteX17" fmla="*/ 165587 w 2912392"/>
                <a:gd name="connsiteY17" fmla="*/ 214378 h 630395"/>
                <a:gd name="connsiteX18" fmla="*/ 175328 w 2912392"/>
                <a:gd name="connsiteY18" fmla="*/ 205697 h 630395"/>
                <a:gd name="connsiteX19" fmla="*/ 185068 w 2912392"/>
                <a:gd name="connsiteY19" fmla="*/ 197179 h 630395"/>
                <a:gd name="connsiteX20" fmla="*/ 194809 w 2912392"/>
                <a:gd name="connsiteY20" fmla="*/ 188834 h 630395"/>
                <a:gd name="connsiteX21" fmla="*/ 204550 w 2912392"/>
                <a:gd name="connsiteY21" fmla="*/ 180665 h 630395"/>
                <a:gd name="connsiteX22" fmla="*/ 214289 w 2912392"/>
                <a:gd name="connsiteY22" fmla="*/ 172678 h 630395"/>
                <a:gd name="connsiteX23" fmla="*/ 224030 w 2912392"/>
                <a:gd name="connsiteY23" fmla="*/ 164878 h 630395"/>
                <a:gd name="connsiteX24" fmla="*/ 233771 w 2912392"/>
                <a:gd name="connsiteY24" fmla="*/ 157266 h 630395"/>
                <a:gd name="connsiteX25" fmla="*/ 243510 w 2912392"/>
                <a:gd name="connsiteY25" fmla="*/ 149849 h 630395"/>
                <a:gd name="connsiteX26" fmla="*/ 253251 w 2912392"/>
                <a:gd name="connsiteY26" fmla="*/ 142629 h 630395"/>
                <a:gd name="connsiteX27" fmla="*/ 262992 w 2912392"/>
                <a:gd name="connsiteY27" fmla="*/ 135609 h 630395"/>
                <a:gd name="connsiteX28" fmla="*/ 272732 w 2912392"/>
                <a:gd name="connsiteY28" fmla="*/ 128791 h 630395"/>
                <a:gd name="connsiteX29" fmla="*/ 282473 w 2912392"/>
                <a:gd name="connsiteY29" fmla="*/ 122176 h 630395"/>
                <a:gd name="connsiteX30" fmla="*/ 292214 w 2912392"/>
                <a:gd name="connsiteY30" fmla="*/ 115765 h 630395"/>
                <a:gd name="connsiteX31" fmla="*/ 301953 w 2912392"/>
                <a:gd name="connsiteY31" fmla="*/ 109560 h 630395"/>
                <a:gd name="connsiteX32" fmla="*/ 311694 w 2912392"/>
                <a:gd name="connsiteY32" fmla="*/ 103561 h 630395"/>
                <a:gd name="connsiteX33" fmla="*/ 321435 w 2912392"/>
                <a:gd name="connsiteY33" fmla="*/ 97767 h 630395"/>
                <a:gd name="connsiteX34" fmla="*/ 331175 w 2912392"/>
                <a:gd name="connsiteY34" fmla="*/ 92180 h 630395"/>
                <a:gd name="connsiteX35" fmla="*/ 340916 w 2912392"/>
                <a:gd name="connsiteY35" fmla="*/ 86797 h 630395"/>
                <a:gd name="connsiteX36" fmla="*/ 350656 w 2912392"/>
                <a:gd name="connsiteY36" fmla="*/ 81617 h 630395"/>
                <a:gd name="connsiteX37" fmla="*/ 360396 w 2912392"/>
                <a:gd name="connsiteY37" fmla="*/ 76639 h 630395"/>
                <a:gd name="connsiteX38" fmla="*/ 370137 w 2912392"/>
                <a:gd name="connsiteY38" fmla="*/ 71861 h 630395"/>
                <a:gd name="connsiteX39" fmla="*/ 379878 w 2912392"/>
                <a:gd name="connsiteY39" fmla="*/ 67279 h 630395"/>
                <a:gd name="connsiteX40" fmla="*/ 389617 w 2912392"/>
                <a:gd name="connsiteY40" fmla="*/ 62895 h 630395"/>
                <a:gd name="connsiteX41" fmla="*/ 399358 w 2912392"/>
                <a:gd name="connsiteY41" fmla="*/ 58701 h 630395"/>
                <a:gd name="connsiteX42" fmla="*/ 409099 w 2912392"/>
                <a:gd name="connsiteY42" fmla="*/ 54694 h 630395"/>
                <a:gd name="connsiteX43" fmla="*/ 418839 w 2912392"/>
                <a:gd name="connsiteY43" fmla="*/ 50874 h 630395"/>
                <a:gd name="connsiteX44" fmla="*/ 428580 w 2912392"/>
                <a:gd name="connsiteY44" fmla="*/ 47236 h 630395"/>
                <a:gd name="connsiteX45" fmla="*/ 438321 w 2912392"/>
                <a:gd name="connsiteY45" fmla="*/ 43776 h 630395"/>
                <a:gd name="connsiteX46" fmla="*/ 448060 w 2912392"/>
                <a:gd name="connsiteY46" fmla="*/ 40488 h 630395"/>
                <a:gd name="connsiteX47" fmla="*/ 457801 w 2912392"/>
                <a:gd name="connsiteY47" fmla="*/ 37370 h 630395"/>
                <a:gd name="connsiteX48" fmla="*/ 467542 w 2912392"/>
                <a:gd name="connsiteY48" fmla="*/ 34417 h 630395"/>
                <a:gd name="connsiteX49" fmla="*/ 477281 w 2912392"/>
                <a:gd name="connsiteY49" fmla="*/ 31623 h 630395"/>
                <a:gd name="connsiteX50" fmla="*/ 487022 w 2912392"/>
                <a:gd name="connsiteY50" fmla="*/ 28986 h 630395"/>
                <a:gd name="connsiteX51" fmla="*/ 496763 w 2912392"/>
                <a:gd name="connsiteY51" fmla="*/ 26498 h 630395"/>
                <a:gd name="connsiteX52" fmla="*/ 506503 w 2912392"/>
                <a:gd name="connsiteY52" fmla="*/ 24156 h 630395"/>
                <a:gd name="connsiteX53" fmla="*/ 516244 w 2912392"/>
                <a:gd name="connsiteY53" fmla="*/ 21955 h 630395"/>
                <a:gd name="connsiteX54" fmla="*/ 525985 w 2912392"/>
                <a:gd name="connsiteY54" fmla="*/ 19892 h 630395"/>
                <a:gd name="connsiteX55" fmla="*/ 535724 w 2912392"/>
                <a:gd name="connsiteY55" fmla="*/ 17958 h 630395"/>
                <a:gd name="connsiteX56" fmla="*/ 545465 w 2912392"/>
                <a:gd name="connsiteY56" fmla="*/ 16151 h 630395"/>
                <a:gd name="connsiteX57" fmla="*/ 555206 w 2912392"/>
                <a:gd name="connsiteY57" fmla="*/ 14465 h 630395"/>
                <a:gd name="connsiteX58" fmla="*/ 564946 w 2912392"/>
                <a:gd name="connsiteY58" fmla="*/ 12895 h 630395"/>
                <a:gd name="connsiteX59" fmla="*/ 574687 w 2912392"/>
                <a:gd name="connsiteY59" fmla="*/ 11438 h 630395"/>
                <a:gd name="connsiteX60" fmla="*/ 584428 w 2912392"/>
                <a:gd name="connsiteY60" fmla="*/ 10090 h 630395"/>
                <a:gd name="connsiteX61" fmla="*/ 594167 w 2912392"/>
                <a:gd name="connsiteY61" fmla="*/ 8843 h 630395"/>
                <a:gd name="connsiteX62" fmla="*/ 603908 w 2912392"/>
                <a:gd name="connsiteY62" fmla="*/ 7694 h 630395"/>
                <a:gd name="connsiteX63" fmla="*/ 613649 w 2912392"/>
                <a:gd name="connsiteY63" fmla="*/ 6640 h 630395"/>
                <a:gd name="connsiteX64" fmla="*/ 623388 w 2912392"/>
                <a:gd name="connsiteY64" fmla="*/ 5678 h 630395"/>
                <a:gd name="connsiteX65" fmla="*/ 633129 w 2912392"/>
                <a:gd name="connsiteY65" fmla="*/ 4802 h 630395"/>
                <a:gd name="connsiteX66" fmla="*/ 642870 w 2912392"/>
                <a:gd name="connsiteY66" fmla="*/ 4011 h 630395"/>
                <a:gd name="connsiteX67" fmla="*/ 652610 w 2912392"/>
                <a:gd name="connsiteY67" fmla="*/ 3297 h 630395"/>
                <a:gd name="connsiteX68" fmla="*/ 662351 w 2912392"/>
                <a:gd name="connsiteY68" fmla="*/ 2662 h 630395"/>
                <a:gd name="connsiteX69" fmla="*/ 672092 w 2912392"/>
                <a:gd name="connsiteY69" fmla="*/ 2101 h 630395"/>
                <a:gd name="connsiteX70" fmla="*/ 681831 w 2912392"/>
                <a:gd name="connsiteY70" fmla="*/ 1609 h 630395"/>
                <a:gd name="connsiteX71" fmla="*/ 691572 w 2912392"/>
                <a:gd name="connsiteY71" fmla="*/ 1187 h 630395"/>
                <a:gd name="connsiteX72" fmla="*/ 701313 w 2912392"/>
                <a:gd name="connsiteY72" fmla="*/ 833 h 630395"/>
                <a:gd name="connsiteX73" fmla="*/ 711052 w 2912392"/>
                <a:gd name="connsiteY73" fmla="*/ 542 h 630395"/>
                <a:gd name="connsiteX74" fmla="*/ 720793 w 2912392"/>
                <a:gd name="connsiteY74" fmla="*/ 316 h 630395"/>
                <a:gd name="connsiteX75" fmla="*/ 730534 w 2912392"/>
                <a:gd name="connsiteY75" fmla="*/ 150 h 630395"/>
                <a:gd name="connsiteX76" fmla="*/ 740274 w 2912392"/>
                <a:gd name="connsiteY76" fmla="*/ 46 h 630395"/>
                <a:gd name="connsiteX77" fmla="*/ 750015 w 2912392"/>
                <a:gd name="connsiteY77" fmla="*/ 0 h 630395"/>
                <a:gd name="connsiteX78" fmla="*/ 759756 w 2912392"/>
                <a:gd name="connsiteY78" fmla="*/ 15 h 630395"/>
                <a:gd name="connsiteX79" fmla="*/ 769495 w 2912392"/>
                <a:gd name="connsiteY79" fmla="*/ 88 h 630395"/>
                <a:gd name="connsiteX80" fmla="*/ 779236 w 2912392"/>
                <a:gd name="connsiteY80" fmla="*/ 219 h 630395"/>
                <a:gd name="connsiteX81" fmla="*/ 788977 w 2912392"/>
                <a:gd name="connsiteY81" fmla="*/ 408 h 630395"/>
                <a:gd name="connsiteX82" fmla="*/ 798717 w 2912392"/>
                <a:gd name="connsiteY82" fmla="*/ 657 h 630395"/>
                <a:gd name="connsiteX83" fmla="*/ 808458 w 2912392"/>
                <a:gd name="connsiteY83" fmla="*/ 965 h 630395"/>
                <a:gd name="connsiteX84" fmla="*/ 818199 w 2912392"/>
                <a:gd name="connsiteY84" fmla="*/ 1335 h 630395"/>
                <a:gd name="connsiteX85" fmla="*/ 827938 w 2912392"/>
                <a:gd name="connsiteY85" fmla="*/ 1766 h 630395"/>
                <a:gd name="connsiteX86" fmla="*/ 837679 w 2912392"/>
                <a:gd name="connsiteY86" fmla="*/ 2257 h 630395"/>
                <a:gd name="connsiteX87" fmla="*/ 847420 w 2912392"/>
                <a:gd name="connsiteY87" fmla="*/ 2813 h 630395"/>
                <a:gd name="connsiteX88" fmla="*/ 857159 w 2912392"/>
                <a:gd name="connsiteY88" fmla="*/ 3434 h 630395"/>
                <a:gd name="connsiteX89" fmla="*/ 866900 w 2912392"/>
                <a:gd name="connsiteY89" fmla="*/ 4123 h 630395"/>
                <a:gd name="connsiteX90" fmla="*/ 876641 w 2912392"/>
                <a:gd name="connsiteY90" fmla="*/ 4879 h 630395"/>
                <a:gd name="connsiteX91" fmla="*/ 886381 w 2912392"/>
                <a:gd name="connsiteY91" fmla="*/ 5708 h 630395"/>
                <a:gd name="connsiteX92" fmla="*/ 896122 w 2912392"/>
                <a:gd name="connsiteY92" fmla="*/ 6606 h 630395"/>
                <a:gd name="connsiteX93" fmla="*/ 905863 w 2912392"/>
                <a:gd name="connsiteY93" fmla="*/ 7581 h 630395"/>
                <a:gd name="connsiteX94" fmla="*/ 915602 w 2912392"/>
                <a:gd name="connsiteY94" fmla="*/ 8631 h 630395"/>
                <a:gd name="connsiteX95" fmla="*/ 925343 w 2912392"/>
                <a:gd name="connsiteY95" fmla="*/ 9760 h 630395"/>
                <a:gd name="connsiteX96" fmla="*/ 935084 w 2912392"/>
                <a:gd name="connsiteY96" fmla="*/ 10970 h 630395"/>
                <a:gd name="connsiteX97" fmla="*/ 944824 w 2912392"/>
                <a:gd name="connsiteY97" fmla="*/ 12262 h 630395"/>
                <a:gd name="connsiteX98" fmla="*/ 954564 w 2912392"/>
                <a:gd name="connsiteY98" fmla="*/ 13640 h 630395"/>
                <a:gd name="connsiteX99" fmla="*/ 964305 w 2912392"/>
                <a:gd name="connsiteY99" fmla="*/ 15106 h 630395"/>
                <a:gd name="connsiteX100" fmla="*/ 974045 w 2912392"/>
                <a:gd name="connsiteY100" fmla="*/ 16660 h 630395"/>
                <a:gd name="connsiteX101" fmla="*/ 983786 w 2912392"/>
                <a:gd name="connsiteY101" fmla="*/ 18306 h 630395"/>
                <a:gd name="connsiteX102" fmla="*/ 993522 w 2912392"/>
                <a:gd name="connsiteY102" fmla="*/ 20045 h 630395"/>
                <a:gd name="connsiteX103" fmla="*/ 1003266 w 2912392"/>
                <a:gd name="connsiteY103" fmla="*/ 21881 h 630395"/>
                <a:gd name="connsiteX104" fmla="*/ 1013010 w 2912392"/>
                <a:gd name="connsiteY104" fmla="*/ 23813 h 630395"/>
                <a:gd name="connsiteX105" fmla="*/ 1022754 w 2912392"/>
                <a:gd name="connsiteY105" fmla="*/ 25842 h 630395"/>
                <a:gd name="connsiteX106" fmla="*/ 1032483 w 2912392"/>
                <a:gd name="connsiteY106" fmla="*/ 27974 h 630395"/>
                <a:gd name="connsiteX107" fmla="*/ 1042227 w 2912392"/>
                <a:gd name="connsiteY107" fmla="*/ 30206 h 630395"/>
                <a:gd name="connsiteX108" fmla="*/ 1051971 w 2912392"/>
                <a:gd name="connsiteY108" fmla="*/ 32542 h 630395"/>
                <a:gd name="connsiteX109" fmla="*/ 1061715 w 2912392"/>
                <a:gd name="connsiteY109" fmla="*/ 34981 h 630395"/>
                <a:gd name="connsiteX110" fmla="*/ 1071444 w 2912392"/>
                <a:gd name="connsiteY110" fmla="*/ 37526 h 630395"/>
                <a:gd name="connsiteX111" fmla="*/ 1081188 w 2912392"/>
                <a:gd name="connsiteY111" fmla="*/ 40177 h 630395"/>
                <a:gd name="connsiteX112" fmla="*/ 1090932 w 2912392"/>
                <a:gd name="connsiteY112" fmla="*/ 42933 h 630395"/>
                <a:gd name="connsiteX113" fmla="*/ 1100676 w 2912392"/>
                <a:gd name="connsiteY113" fmla="*/ 45797 h 630395"/>
                <a:gd name="connsiteX114" fmla="*/ 1110405 w 2912392"/>
                <a:gd name="connsiteY114" fmla="*/ 48766 h 630395"/>
                <a:gd name="connsiteX115" fmla="*/ 1120149 w 2912392"/>
                <a:gd name="connsiteY115" fmla="*/ 51843 h 630395"/>
                <a:gd name="connsiteX116" fmla="*/ 1129893 w 2912392"/>
                <a:gd name="connsiteY116" fmla="*/ 55025 h 630395"/>
                <a:gd name="connsiteX117" fmla="*/ 1139637 w 2912392"/>
                <a:gd name="connsiteY117" fmla="*/ 58315 h 630395"/>
                <a:gd name="connsiteX118" fmla="*/ 1149381 w 2912392"/>
                <a:gd name="connsiteY118" fmla="*/ 61709 h 630395"/>
                <a:gd name="connsiteX119" fmla="*/ 1159110 w 2912392"/>
                <a:gd name="connsiteY119" fmla="*/ 65207 h 630395"/>
                <a:gd name="connsiteX120" fmla="*/ 1168854 w 2912392"/>
                <a:gd name="connsiteY120" fmla="*/ 68809 h 630395"/>
                <a:gd name="connsiteX121" fmla="*/ 1178598 w 2912392"/>
                <a:gd name="connsiteY121" fmla="*/ 72515 h 630395"/>
                <a:gd name="connsiteX122" fmla="*/ 1188341 w 2912392"/>
                <a:gd name="connsiteY122" fmla="*/ 76320 h 630395"/>
                <a:gd name="connsiteX123" fmla="*/ 1198070 w 2912392"/>
                <a:gd name="connsiteY123" fmla="*/ 80225 h 630395"/>
                <a:gd name="connsiteX124" fmla="*/ 1207814 w 2912392"/>
                <a:gd name="connsiteY124" fmla="*/ 84227 h 630395"/>
                <a:gd name="connsiteX125" fmla="*/ 1217558 w 2912392"/>
                <a:gd name="connsiteY125" fmla="*/ 88326 h 630395"/>
                <a:gd name="connsiteX126" fmla="*/ 1227302 w 2912392"/>
                <a:gd name="connsiteY126" fmla="*/ 92517 h 630395"/>
                <a:gd name="connsiteX127" fmla="*/ 1237031 w 2912392"/>
                <a:gd name="connsiteY127" fmla="*/ 96800 h 630395"/>
                <a:gd name="connsiteX128" fmla="*/ 1246775 w 2912392"/>
                <a:gd name="connsiteY128" fmla="*/ 101172 h 630395"/>
                <a:gd name="connsiteX129" fmla="*/ 1256519 w 2912392"/>
                <a:gd name="connsiteY129" fmla="*/ 105631 h 630395"/>
                <a:gd name="connsiteX130" fmla="*/ 1266263 w 2912392"/>
                <a:gd name="connsiteY130" fmla="*/ 110172 h 630395"/>
                <a:gd name="connsiteX131" fmla="*/ 1276007 w 2912392"/>
                <a:gd name="connsiteY131" fmla="*/ 114795 h 630395"/>
                <a:gd name="connsiteX132" fmla="*/ 1285736 w 2912392"/>
                <a:gd name="connsiteY132" fmla="*/ 119497 h 630395"/>
                <a:gd name="connsiteX133" fmla="*/ 1295480 w 2912392"/>
                <a:gd name="connsiteY133" fmla="*/ 124275 h 630395"/>
                <a:gd name="connsiteX134" fmla="*/ 1305224 w 2912392"/>
                <a:gd name="connsiteY134" fmla="*/ 129126 h 630395"/>
                <a:gd name="connsiteX135" fmla="*/ 1314968 w 2912392"/>
                <a:gd name="connsiteY135" fmla="*/ 134046 h 630395"/>
                <a:gd name="connsiteX136" fmla="*/ 1324697 w 2912392"/>
                <a:gd name="connsiteY136" fmla="*/ 139034 h 630395"/>
                <a:gd name="connsiteX137" fmla="*/ 1334441 w 2912392"/>
                <a:gd name="connsiteY137" fmla="*/ 144087 h 630395"/>
                <a:gd name="connsiteX138" fmla="*/ 1344185 w 2912392"/>
                <a:gd name="connsiteY138" fmla="*/ 149198 h 630395"/>
                <a:gd name="connsiteX139" fmla="*/ 1353929 w 2912392"/>
                <a:gd name="connsiteY139" fmla="*/ 154370 h 630395"/>
                <a:gd name="connsiteX140" fmla="*/ 1363658 w 2912392"/>
                <a:gd name="connsiteY140" fmla="*/ 159598 h 630395"/>
                <a:gd name="connsiteX141" fmla="*/ 1373402 w 2912392"/>
                <a:gd name="connsiteY141" fmla="*/ 164878 h 630395"/>
                <a:gd name="connsiteX142" fmla="*/ 1383146 w 2912392"/>
                <a:gd name="connsiteY142" fmla="*/ 170207 h 630395"/>
                <a:gd name="connsiteX143" fmla="*/ 1392890 w 2912392"/>
                <a:gd name="connsiteY143" fmla="*/ 175585 h 630395"/>
                <a:gd name="connsiteX144" fmla="*/ 1402619 w 2912392"/>
                <a:gd name="connsiteY144" fmla="*/ 181008 h 630395"/>
                <a:gd name="connsiteX145" fmla="*/ 1412363 w 2912392"/>
                <a:gd name="connsiteY145" fmla="*/ 186473 h 630395"/>
                <a:gd name="connsiteX146" fmla="*/ 1422106 w 2912392"/>
                <a:gd name="connsiteY146" fmla="*/ 191978 h 630395"/>
                <a:gd name="connsiteX147" fmla="*/ 1431850 w 2912392"/>
                <a:gd name="connsiteY147" fmla="*/ 197520 h 630395"/>
                <a:gd name="connsiteX148" fmla="*/ 1441594 w 2912392"/>
                <a:gd name="connsiteY148" fmla="*/ 203100 h 630395"/>
                <a:gd name="connsiteX149" fmla="*/ 1451323 w 2912392"/>
                <a:gd name="connsiteY149" fmla="*/ 208712 h 630395"/>
                <a:gd name="connsiteX150" fmla="*/ 1461067 w 2912392"/>
                <a:gd name="connsiteY150" fmla="*/ 214358 h 630395"/>
                <a:gd name="connsiteX151" fmla="*/ 1470811 w 2912392"/>
                <a:gd name="connsiteY151" fmla="*/ 220033 h 630395"/>
                <a:gd name="connsiteX152" fmla="*/ 1480555 w 2912392"/>
                <a:gd name="connsiteY152" fmla="*/ 225737 h 630395"/>
                <a:gd name="connsiteX153" fmla="*/ 1490284 w 2912392"/>
                <a:gd name="connsiteY153" fmla="*/ 231471 h 630395"/>
                <a:gd name="connsiteX154" fmla="*/ 1500028 w 2912392"/>
                <a:gd name="connsiteY154" fmla="*/ 237229 h 630395"/>
                <a:gd name="connsiteX155" fmla="*/ 1509772 w 2912392"/>
                <a:gd name="connsiteY155" fmla="*/ 243013 h 630395"/>
                <a:gd name="connsiteX156" fmla="*/ 1519516 w 2912392"/>
                <a:gd name="connsiteY156" fmla="*/ 248820 h 630395"/>
                <a:gd name="connsiteX157" fmla="*/ 1529245 w 2912392"/>
                <a:gd name="connsiteY157" fmla="*/ 254652 h 630395"/>
                <a:gd name="connsiteX158" fmla="*/ 1538989 w 2912392"/>
                <a:gd name="connsiteY158" fmla="*/ 260507 h 630395"/>
                <a:gd name="connsiteX159" fmla="*/ 1548733 w 2912392"/>
                <a:gd name="connsiteY159" fmla="*/ 266385 h 630395"/>
                <a:gd name="connsiteX160" fmla="*/ 1558477 w 2912392"/>
                <a:gd name="connsiteY160" fmla="*/ 272283 h 630395"/>
                <a:gd name="connsiteX161" fmla="*/ 1568221 w 2912392"/>
                <a:gd name="connsiteY161" fmla="*/ 278204 h 630395"/>
                <a:gd name="connsiteX162" fmla="*/ 1577950 w 2912392"/>
                <a:gd name="connsiteY162" fmla="*/ 284147 h 630395"/>
                <a:gd name="connsiteX163" fmla="*/ 1587694 w 2912392"/>
                <a:gd name="connsiteY163" fmla="*/ 290111 h 630395"/>
                <a:gd name="connsiteX164" fmla="*/ 1597438 w 2912392"/>
                <a:gd name="connsiteY164" fmla="*/ 296096 h 630395"/>
                <a:gd name="connsiteX165" fmla="*/ 1607182 w 2912392"/>
                <a:gd name="connsiteY165" fmla="*/ 302102 h 630395"/>
                <a:gd name="connsiteX166" fmla="*/ 1616911 w 2912392"/>
                <a:gd name="connsiteY166" fmla="*/ 308130 h 630395"/>
                <a:gd name="connsiteX167" fmla="*/ 1626655 w 2912392"/>
                <a:gd name="connsiteY167" fmla="*/ 314181 h 630395"/>
                <a:gd name="connsiteX168" fmla="*/ 1636399 w 2912392"/>
                <a:gd name="connsiteY168" fmla="*/ 320251 h 630395"/>
                <a:gd name="connsiteX169" fmla="*/ 1646142 w 2912392"/>
                <a:gd name="connsiteY169" fmla="*/ 326344 h 630395"/>
                <a:gd name="connsiteX170" fmla="*/ 1655872 w 2912392"/>
                <a:gd name="connsiteY170" fmla="*/ 332459 h 630395"/>
                <a:gd name="connsiteX171" fmla="*/ 1665616 w 2912392"/>
                <a:gd name="connsiteY171" fmla="*/ 338596 h 630395"/>
                <a:gd name="connsiteX172" fmla="*/ 1675359 w 2912392"/>
                <a:gd name="connsiteY172" fmla="*/ 344754 h 630395"/>
                <a:gd name="connsiteX173" fmla="*/ 1685103 w 2912392"/>
                <a:gd name="connsiteY173" fmla="*/ 350934 h 630395"/>
                <a:gd name="connsiteX174" fmla="*/ 1694832 w 2912392"/>
                <a:gd name="connsiteY174" fmla="*/ 357135 h 630395"/>
                <a:gd name="connsiteX175" fmla="*/ 1704576 w 2912392"/>
                <a:gd name="connsiteY175" fmla="*/ 363356 h 630395"/>
                <a:gd name="connsiteX176" fmla="*/ 1714320 w 2912392"/>
                <a:gd name="connsiteY176" fmla="*/ 369599 h 630395"/>
                <a:gd name="connsiteX177" fmla="*/ 1724064 w 2912392"/>
                <a:gd name="connsiteY177" fmla="*/ 375863 h 630395"/>
                <a:gd name="connsiteX178" fmla="*/ 1733808 w 2912392"/>
                <a:gd name="connsiteY178" fmla="*/ 382145 h 630395"/>
                <a:gd name="connsiteX179" fmla="*/ 1743537 w 2912392"/>
                <a:gd name="connsiteY179" fmla="*/ 388445 h 630395"/>
                <a:gd name="connsiteX180" fmla="*/ 1753281 w 2912392"/>
                <a:gd name="connsiteY180" fmla="*/ 394763 h 630395"/>
                <a:gd name="connsiteX181" fmla="*/ 1763025 w 2912392"/>
                <a:gd name="connsiteY181" fmla="*/ 401095 h 630395"/>
                <a:gd name="connsiteX182" fmla="*/ 1772769 w 2912392"/>
                <a:gd name="connsiteY182" fmla="*/ 407442 h 630395"/>
                <a:gd name="connsiteX183" fmla="*/ 1782498 w 2912392"/>
                <a:gd name="connsiteY183" fmla="*/ 413801 h 630395"/>
                <a:gd name="connsiteX184" fmla="*/ 1792242 w 2912392"/>
                <a:gd name="connsiteY184" fmla="*/ 420169 h 630395"/>
                <a:gd name="connsiteX185" fmla="*/ 1801986 w 2912392"/>
                <a:gd name="connsiteY185" fmla="*/ 426546 h 630395"/>
                <a:gd name="connsiteX186" fmla="*/ 1811730 w 2912392"/>
                <a:gd name="connsiteY186" fmla="*/ 432926 h 630395"/>
                <a:gd name="connsiteX187" fmla="*/ 1821459 w 2912392"/>
                <a:gd name="connsiteY187" fmla="*/ 439307 h 630395"/>
                <a:gd name="connsiteX188" fmla="*/ 1831203 w 2912392"/>
                <a:gd name="connsiteY188" fmla="*/ 445687 h 630395"/>
                <a:gd name="connsiteX189" fmla="*/ 1840947 w 2912392"/>
                <a:gd name="connsiteY189" fmla="*/ 452060 h 630395"/>
                <a:gd name="connsiteX190" fmla="*/ 1850691 w 2912392"/>
                <a:gd name="connsiteY190" fmla="*/ 458425 h 630395"/>
                <a:gd name="connsiteX191" fmla="*/ 1860435 w 2912392"/>
                <a:gd name="connsiteY191" fmla="*/ 464775 h 630395"/>
                <a:gd name="connsiteX192" fmla="*/ 1870164 w 2912392"/>
                <a:gd name="connsiteY192" fmla="*/ 471107 h 630395"/>
                <a:gd name="connsiteX193" fmla="*/ 1879908 w 2912392"/>
                <a:gd name="connsiteY193" fmla="*/ 477416 h 630395"/>
                <a:gd name="connsiteX194" fmla="*/ 1889652 w 2912392"/>
                <a:gd name="connsiteY194" fmla="*/ 483694 h 630395"/>
                <a:gd name="connsiteX195" fmla="*/ 1899395 w 2912392"/>
                <a:gd name="connsiteY195" fmla="*/ 489938 h 630395"/>
                <a:gd name="connsiteX196" fmla="*/ 1909124 w 2912392"/>
                <a:gd name="connsiteY196" fmla="*/ 496144 h 630395"/>
                <a:gd name="connsiteX197" fmla="*/ 1918868 w 2912392"/>
                <a:gd name="connsiteY197" fmla="*/ 502301 h 630395"/>
                <a:gd name="connsiteX198" fmla="*/ 1928612 w 2912392"/>
                <a:gd name="connsiteY198" fmla="*/ 508405 h 630395"/>
                <a:gd name="connsiteX199" fmla="*/ 1938356 w 2912392"/>
                <a:gd name="connsiteY199" fmla="*/ 514450 h 630395"/>
                <a:gd name="connsiteX200" fmla="*/ 1948085 w 2912392"/>
                <a:gd name="connsiteY200" fmla="*/ 520429 h 630395"/>
                <a:gd name="connsiteX201" fmla="*/ 1957829 w 2912392"/>
                <a:gd name="connsiteY201" fmla="*/ 526332 h 630395"/>
                <a:gd name="connsiteX202" fmla="*/ 1967573 w 2912392"/>
                <a:gd name="connsiteY202" fmla="*/ 532156 h 630395"/>
                <a:gd name="connsiteX203" fmla="*/ 1977317 w 2912392"/>
                <a:gd name="connsiteY203" fmla="*/ 537889 h 630395"/>
                <a:gd name="connsiteX204" fmla="*/ 1987046 w 2912392"/>
                <a:gd name="connsiteY204" fmla="*/ 543525 h 630395"/>
                <a:gd name="connsiteX205" fmla="*/ 1996790 w 2912392"/>
                <a:gd name="connsiteY205" fmla="*/ 549057 h 630395"/>
                <a:gd name="connsiteX206" fmla="*/ 2006534 w 2912392"/>
                <a:gd name="connsiteY206" fmla="*/ 554476 h 630395"/>
                <a:gd name="connsiteX207" fmla="*/ 2016278 w 2912392"/>
                <a:gd name="connsiteY207" fmla="*/ 559774 h 630395"/>
                <a:gd name="connsiteX208" fmla="*/ 2026022 w 2912392"/>
                <a:gd name="connsiteY208" fmla="*/ 564943 h 630395"/>
                <a:gd name="connsiteX209" fmla="*/ 2035751 w 2912392"/>
                <a:gd name="connsiteY209" fmla="*/ 569972 h 630395"/>
                <a:gd name="connsiteX210" fmla="*/ 2045495 w 2912392"/>
                <a:gd name="connsiteY210" fmla="*/ 574858 h 630395"/>
                <a:gd name="connsiteX211" fmla="*/ 2055239 w 2912392"/>
                <a:gd name="connsiteY211" fmla="*/ 579587 h 630395"/>
                <a:gd name="connsiteX212" fmla="*/ 2064983 w 2912392"/>
                <a:gd name="connsiteY212" fmla="*/ 584153 h 630395"/>
                <a:gd name="connsiteX213" fmla="*/ 2074712 w 2912392"/>
                <a:gd name="connsiteY213" fmla="*/ 588550 h 630395"/>
                <a:gd name="connsiteX214" fmla="*/ 2084456 w 2912392"/>
                <a:gd name="connsiteY214" fmla="*/ 592768 h 630395"/>
                <a:gd name="connsiteX215" fmla="*/ 2094200 w 2912392"/>
                <a:gd name="connsiteY215" fmla="*/ 596797 h 630395"/>
                <a:gd name="connsiteX216" fmla="*/ 2103944 w 2912392"/>
                <a:gd name="connsiteY216" fmla="*/ 600633 h 630395"/>
                <a:gd name="connsiteX217" fmla="*/ 2113673 w 2912392"/>
                <a:gd name="connsiteY217" fmla="*/ 604265 h 630395"/>
                <a:gd name="connsiteX218" fmla="*/ 2123417 w 2912392"/>
                <a:gd name="connsiteY218" fmla="*/ 607688 h 630395"/>
                <a:gd name="connsiteX219" fmla="*/ 2133161 w 2912392"/>
                <a:gd name="connsiteY219" fmla="*/ 610894 h 630395"/>
                <a:gd name="connsiteX220" fmla="*/ 2142905 w 2912392"/>
                <a:gd name="connsiteY220" fmla="*/ 613877 h 630395"/>
                <a:gd name="connsiteX221" fmla="*/ 2152649 w 2912392"/>
                <a:gd name="connsiteY221" fmla="*/ 616630 h 630395"/>
                <a:gd name="connsiteX222" fmla="*/ 2162377 w 2912392"/>
                <a:gd name="connsiteY222" fmla="*/ 619147 h 630395"/>
                <a:gd name="connsiteX223" fmla="*/ 2172121 w 2912392"/>
                <a:gd name="connsiteY223" fmla="*/ 621422 h 630395"/>
                <a:gd name="connsiteX224" fmla="*/ 2181865 w 2912392"/>
                <a:gd name="connsiteY224" fmla="*/ 623449 h 630395"/>
                <a:gd name="connsiteX225" fmla="*/ 2191609 w 2912392"/>
                <a:gd name="connsiteY225" fmla="*/ 625227 h 630395"/>
                <a:gd name="connsiteX226" fmla="*/ 2201338 w 2912392"/>
                <a:gd name="connsiteY226" fmla="*/ 626747 h 630395"/>
                <a:gd name="connsiteX227" fmla="*/ 2211082 w 2912392"/>
                <a:gd name="connsiteY227" fmla="*/ 628007 h 630395"/>
                <a:gd name="connsiteX228" fmla="*/ 2220826 w 2912392"/>
                <a:gd name="connsiteY228" fmla="*/ 629005 h 630395"/>
                <a:gd name="connsiteX229" fmla="*/ 2230570 w 2912392"/>
                <a:gd name="connsiteY229" fmla="*/ 629737 h 630395"/>
                <a:gd name="connsiteX230" fmla="*/ 2240299 w 2912392"/>
                <a:gd name="connsiteY230" fmla="*/ 630202 h 630395"/>
                <a:gd name="connsiteX231" fmla="*/ 2250043 w 2912392"/>
                <a:gd name="connsiteY231" fmla="*/ 630395 h 630395"/>
                <a:gd name="connsiteX232" fmla="*/ 2259787 w 2912392"/>
                <a:gd name="connsiteY232" fmla="*/ 630319 h 630395"/>
                <a:gd name="connsiteX233" fmla="*/ 2269531 w 2912392"/>
                <a:gd name="connsiteY233" fmla="*/ 629974 h 630395"/>
                <a:gd name="connsiteX234" fmla="*/ 2279260 w 2912392"/>
                <a:gd name="connsiteY234" fmla="*/ 629357 h 630395"/>
                <a:gd name="connsiteX235" fmla="*/ 2289004 w 2912392"/>
                <a:gd name="connsiteY235" fmla="*/ 628469 h 630395"/>
                <a:gd name="connsiteX236" fmla="*/ 2298748 w 2912392"/>
                <a:gd name="connsiteY236" fmla="*/ 627314 h 630395"/>
                <a:gd name="connsiteX237" fmla="*/ 2308492 w 2912392"/>
                <a:gd name="connsiteY237" fmla="*/ 625894 h 630395"/>
                <a:gd name="connsiteX238" fmla="*/ 2318236 w 2912392"/>
                <a:gd name="connsiteY238" fmla="*/ 624211 h 630395"/>
                <a:gd name="connsiteX239" fmla="*/ 2327965 w 2912392"/>
                <a:gd name="connsiteY239" fmla="*/ 622268 h 630395"/>
                <a:gd name="connsiteX240" fmla="*/ 2337709 w 2912392"/>
                <a:gd name="connsiteY240" fmla="*/ 620070 h 630395"/>
                <a:gd name="connsiteX241" fmla="*/ 2347453 w 2912392"/>
                <a:gd name="connsiteY241" fmla="*/ 617622 h 630395"/>
                <a:gd name="connsiteX242" fmla="*/ 2357197 w 2912392"/>
                <a:gd name="connsiteY242" fmla="*/ 614930 h 630395"/>
                <a:gd name="connsiteX243" fmla="*/ 2366926 w 2912392"/>
                <a:gd name="connsiteY243" fmla="*/ 611998 h 630395"/>
                <a:gd name="connsiteX244" fmla="*/ 2376670 w 2912392"/>
                <a:gd name="connsiteY244" fmla="*/ 608833 h 630395"/>
                <a:gd name="connsiteX245" fmla="*/ 2386413 w 2912392"/>
                <a:gd name="connsiteY245" fmla="*/ 605445 h 630395"/>
                <a:gd name="connsiteX246" fmla="*/ 2396157 w 2912392"/>
                <a:gd name="connsiteY246" fmla="*/ 601840 h 630395"/>
                <a:gd name="connsiteX247" fmla="*/ 2405886 w 2912392"/>
                <a:gd name="connsiteY247" fmla="*/ 598026 h 630395"/>
                <a:gd name="connsiteX248" fmla="*/ 2415630 w 2912392"/>
                <a:gd name="connsiteY248" fmla="*/ 594012 h 630395"/>
                <a:gd name="connsiteX249" fmla="*/ 2425374 w 2912392"/>
                <a:gd name="connsiteY249" fmla="*/ 589809 h 630395"/>
                <a:gd name="connsiteX250" fmla="*/ 2435118 w 2912392"/>
                <a:gd name="connsiteY250" fmla="*/ 585426 h 630395"/>
                <a:gd name="connsiteX251" fmla="*/ 2444862 w 2912392"/>
                <a:gd name="connsiteY251" fmla="*/ 580874 h 630395"/>
                <a:gd name="connsiteX252" fmla="*/ 2454591 w 2912392"/>
                <a:gd name="connsiteY252" fmla="*/ 576164 h 630395"/>
                <a:gd name="connsiteX253" fmla="*/ 2464335 w 2912392"/>
                <a:gd name="connsiteY253" fmla="*/ 571306 h 630395"/>
                <a:gd name="connsiteX254" fmla="*/ 2474079 w 2912392"/>
                <a:gd name="connsiteY254" fmla="*/ 566313 h 630395"/>
                <a:gd name="connsiteX255" fmla="*/ 2483823 w 2912392"/>
                <a:gd name="connsiteY255" fmla="*/ 561198 h 630395"/>
                <a:gd name="connsiteX256" fmla="*/ 2493552 w 2912392"/>
                <a:gd name="connsiteY256" fmla="*/ 555972 h 630395"/>
                <a:gd name="connsiteX257" fmla="*/ 2503296 w 2912392"/>
                <a:gd name="connsiteY257" fmla="*/ 550649 h 630395"/>
                <a:gd name="connsiteX258" fmla="*/ 2513040 w 2912392"/>
                <a:gd name="connsiteY258" fmla="*/ 545239 h 630395"/>
                <a:gd name="connsiteX259" fmla="*/ 2522784 w 2912392"/>
                <a:gd name="connsiteY259" fmla="*/ 539759 h 630395"/>
                <a:gd name="connsiteX260" fmla="*/ 2532513 w 2912392"/>
                <a:gd name="connsiteY260" fmla="*/ 534219 h 630395"/>
                <a:gd name="connsiteX261" fmla="*/ 2542257 w 2912392"/>
                <a:gd name="connsiteY261" fmla="*/ 528635 h 630395"/>
                <a:gd name="connsiteX262" fmla="*/ 2552001 w 2912392"/>
                <a:gd name="connsiteY262" fmla="*/ 523018 h 630395"/>
                <a:gd name="connsiteX263" fmla="*/ 2561745 w 2912392"/>
                <a:gd name="connsiteY263" fmla="*/ 517385 h 630395"/>
                <a:gd name="connsiteX264" fmla="*/ 2571474 w 2912392"/>
                <a:gd name="connsiteY264" fmla="*/ 511746 h 630395"/>
                <a:gd name="connsiteX265" fmla="*/ 2581218 w 2912392"/>
                <a:gd name="connsiteY265" fmla="*/ 506117 h 630395"/>
                <a:gd name="connsiteX266" fmla="*/ 2590962 w 2912392"/>
                <a:gd name="connsiteY266" fmla="*/ 500509 h 630395"/>
                <a:gd name="connsiteX267" fmla="*/ 2600705 w 2912392"/>
                <a:gd name="connsiteY267" fmla="*/ 494938 h 630395"/>
                <a:gd name="connsiteX268" fmla="*/ 2610449 w 2912392"/>
                <a:gd name="connsiteY268" fmla="*/ 489415 h 630395"/>
                <a:gd name="connsiteX269" fmla="*/ 2620178 w 2912392"/>
                <a:gd name="connsiteY269" fmla="*/ 483955 h 630395"/>
                <a:gd name="connsiteX270" fmla="*/ 2629922 w 2912392"/>
                <a:gd name="connsiteY270" fmla="*/ 478569 h 630395"/>
                <a:gd name="connsiteX271" fmla="*/ 2639666 w 2912392"/>
                <a:gd name="connsiteY271" fmla="*/ 473271 h 630395"/>
                <a:gd name="connsiteX272" fmla="*/ 2649410 w 2912392"/>
                <a:gd name="connsiteY272" fmla="*/ 468069 h 630395"/>
                <a:gd name="connsiteX273" fmla="*/ 2659139 w 2912392"/>
                <a:gd name="connsiteY273" fmla="*/ 462981 h 630395"/>
                <a:gd name="connsiteX274" fmla="*/ 2668883 w 2912392"/>
                <a:gd name="connsiteY274" fmla="*/ 458014 h 630395"/>
                <a:gd name="connsiteX275" fmla="*/ 2678627 w 2912392"/>
                <a:gd name="connsiteY275" fmla="*/ 453179 h 630395"/>
                <a:gd name="connsiteX276" fmla="*/ 2688371 w 2912392"/>
                <a:gd name="connsiteY276" fmla="*/ 448489 h 630395"/>
                <a:gd name="connsiteX277" fmla="*/ 2698100 w 2912392"/>
                <a:gd name="connsiteY277" fmla="*/ 443951 h 630395"/>
                <a:gd name="connsiteX278" fmla="*/ 2707844 w 2912392"/>
                <a:gd name="connsiteY278" fmla="*/ 439577 h 630395"/>
                <a:gd name="connsiteX279" fmla="*/ 2717588 w 2912392"/>
                <a:gd name="connsiteY279" fmla="*/ 435375 h 630395"/>
                <a:gd name="connsiteX280" fmla="*/ 2727332 w 2912392"/>
                <a:gd name="connsiteY280" fmla="*/ 431352 h 630395"/>
                <a:gd name="connsiteX281" fmla="*/ 2737076 w 2912392"/>
                <a:gd name="connsiteY281" fmla="*/ 427517 h 630395"/>
                <a:gd name="connsiteX282" fmla="*/ 2746805 w 2912392"/>
                <a:gd name="connsiteY282" fmla="*/ 423878 h 630395"/>
                <a:gd name="connsiteX283" fmla="*/ 2756549 w 2912392"/>
                <a:gd name="connsiteY283" fmla="*/ 420439 h 630395"/>
                <a:gd name="connsiteX284" fmla="*/ 2766293 w 2912392"/>
                <a:gd name="connsiteY284" fmla="*/ 417206 h 630395"/>
                <a:gd name="connsiteX285" fmla="*/ 2776037 w 2912392"/>
                <a:gd name="connsiteY285" fmla="*/ 414187 h 630395"/>
                <a:gd name="connsiteX286" fmla="*/ 2785766 w 2912392"/>
                <a:gd name="connsiteY286" fmla="*/ 411383 h 630395"/>
                <a:gd name="connsiteX287" fmla="*/ 2795510 w 2912392"/>
                <a:gd name="connsiteY287" fmla="*/ 408800 h 630395"/>
                <a:gd name="connsiteX288" fmla="*/ 2805254 w 2912392"/>
                <a:gd name="connsiteY288" fmla="*/ 406441 h 630395"/>
                <a:gd name="connsiteX289" fmla="*/ 2814998 w 2912392"/>
                <a:gd name="connsiteY289" fmla="*/ 404306 h 630395"/>
                <a:gd name="connsiteX290" fmla="*/ 2824727 w 2912392"/>
                <a:gd name="connsiteY290" fmla="*/ 402399 h 630395"/>
                <a:gd name="connsiteX291" fmla="*/ 2834471 w 2912392"/>
                <a:gd name="connsiteY291" fmla="*/ 400720 h 630395"/>
                <a:gd name="connsiteX292" fmla="*/ 2844215 w 2912392"/>
                <a:gd name="connsiteY292" fmla="*/ 399269 h 630395"/>
                <a:gd name="connsiteX293" fmla="*/ 2853958 w 2912392"/>
                <a:gd name="connsiteY293" fmla="*/ 398044 h 630395"/>
                <a:gd name="connsiteX294" fmla="*/ 2863687 w 2912392"/>
                <a:gd name="connsiteY294" fmla="*/ 397047 h 630395"/>
                <a:gd name="connsiteX295" fmla="*/ 2873431 w 2912392"/>
                <a:gd name="connsiteY295" fmla="*/ 396274 h 630395"/>
                <a:gd name="connsiteX296" fmla="*/ 2883175 w 2912392"/>
                <a:gd name="connsiteY296" fmla="*/ 395721 h 630395"/>
                <a:gd name="connsiteX297" fmla="*/ 2892919 w 2912392"/>
                <a:gd name="connsiteY297" fmla="*/ 395388 h 630395"/>
                <a:gd name="connsiteX298" fmla="*/ 2902663 w 2912392"/>
                <a:gd name="connsiteY298" fmla="*/ 395269 h 630395"/>
                <a:gd name="connsiteX299" fmla="*/ 2912392 w 2912392"/>
                <a:gd name="connsiteY299" fmla="*/ 395358 h 630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30395">
                  <a:moveTo>
                    <a:pt x="0" y="379735"/>
                  </a:moveTo>
                  <a:lnTo>
                    <a:pt x="9739" y="369499"/>
                  </a:lnTo>
                  <a:lnTo>
                    <a:pt x="19480" y="359277"/>
                  </a:lnTo>
                  <a:lnTo>
                    <a:pt x="29221" y="349077"/>
                  </a:lnTo>
                  <a:lnTo>
                    <a:pt x="38961" y="338910"/>
                  </a:lnTo>
                  <a:lnTo>
                    <a:pt x="48702" y="328789"/>
                  </a:lnTo>
                  <a:lnTo>
                    <a:pt x="58443" y="318722"/>
                  </a:lnTo>
                  <a:lnTo>
                    <a:pt x="68182" y="308722"/>
                  </a:lnTo>
                  <a:lnTo>
                    <a:pt x="77923" y="298795"/>
                  </a:lnTo>
                  <a:lnTo>
                    <a:pt x="87664" y="288955"/>
                  </a:lnTo>
                  <a:lnTo>
                    <a:pt x="97404" y="279208"/>
                  </a:lnTo>
                  <a:lnTo>
                    <a:pt x="107145" y="269567"/>
                  </a:lnTo>
                  <a:lnTo>
                    <a:pt x="116886" y="260038"/>
                  </a:lnTo>
                  <a:lnTo>
                    <a:pt x="126625" y="250631"/>
                  </a:lnTo>
                  <a:lnTo>
                    <a:pt x="136366" y="241353"/>
                  </a:lnTo>
                  <a:lnTo>
                    <a:pt x="146107" y="232214"/>
                  </a:lnTo>
                  <a:lnTo>
                    <a:pt x="155846" y="223220"/>
                  </a:lnTo>
                  <a:lnTo>
                    <a:pt x="165587" y="214378"/>
                  </a:lnTo>
                  <a:lnTo>
                    <a:pt x="175328" y="205697"/>
                  </a:lnTo>
                  <a:lnTo>
                    <a:pt x="185068" y="197179"/>
                  </a:lnTo>
                  <a:lnTo>
                    <a:pt x="194809" y="188834"/>
                  </a:lnTo>
                  <a:lnTo>
                    <a:pt x="204550" y="180665"/>
                  </a:lnTo>
                  <a:lnTo>
                    <a:pt x="214289" y="172678"/>
                  </a:lnTo>
                  <a:lnTo>
                    <a:pt x="224030" y="164878"/>
                  </a:lnTo>
                  <a:lnTo>
                    <a:pt x="233771" y="157266"/>
                  </a:lnTo>
                  <a:lnTo>
                    <a:pt x="243510" y="149849"/>
                  </a:lnTo>
                  <a:lnTo>
                    <a:pt x="253251" y="142629"/>
                  </a:lnTo>
                  <a:lnTo>
                    <a:pt x="262992" y="135609"/>
                  </a:lnTo>
                  <a:lnTo>
                    <a:pt x="272732" y="128791"/>
                  </a:lnTo>
                  <a:lnTo>
                    <a:pt x="282473" y="122176"/>
                  </a:lnTo>
                  <a:lnTo>
                    <a:pt x="292214" y="115765"/>
                  </a:lnTo>
                  <a:lnTo>
                    <a:pt x="301953" y="109560"/>
                  </a:lnTo>
                  <a:lnTo>
                    <a:pt x="311694" y="103561"/>
                  </a:lnTo>
                  <a:lnTo>
                    <a:pt x="321435" y="97767"/>
                  </a:lnTo>
                  <a:lnTo>
                    <a:pt x="331175" y="92180"/>
                  </a:lnTo>
                  <a:lnTo>
                    <a:pt x="340916" y="86797"/>
                  </a:lnTo>
                  <a:lnTo>
                    <a:pt x="350656" y="81617"/>
                  </a:lnTo>
                  <a:lnTo>
                    <a:pt x="360396" y="76639"/>
                  </a:lnTo>
                  <a:lnTo>
                    <a:pt x="370137" y="71861"/>
                  </a:lnTo>
                  <a:lnTo>
                    <a:pt x="379878" y="67279"/>
                  </a:lnTo>
                  <a:lnTo>
                    <a:pt x="389617" y="62895"/>
                  </a:lnTo>
                  <a:lnTo>
                    <a:pt x="399358" y="58701"/>
                  </a:lnTo>
                  <a:lnTo>
                    <a:pt x="409099" y="54694"/>
                  </a:lnTo>
                  <a:lnTo>
                    <a:pt x="418839" y="50874"/>
                  </a:lnTo>
                  <a:lnTo>
                    <a:pt x="428580" y="47236"/>
                  </a:lnTo>
                  <a:lnTo>
                    <a:pt x="438321" y="43776"/>
                  </a:lnTo>
                  <a:lnTo>
                    <a:pt x="448060" y="40488"/>
                  </a:lnTo>
                  <a:lnTo>
                    <a:pt x="457801" y="37370"/>
                  </a:lnTo>
                  <a:lnTo>
                    <a:pt x="467542" y="34417"/>
                  </a:lnTo>
                  <a:lnTo>
                    <a:pt x="477281" y="31623"/>
                  </a:lnTo>
                  <a:lnTo>
                    <a:pt x="487022" y="28986"/>
                  </a:lnTo>
                  <a:lnTo>
                    <a:pt x="496763" y="26498"/>
                  </a:lnTo>
                  <a:lnTo>
                    <a:pt x="506503" y="24156"/>
                  </a:lnTo>
                  <a:lnTo>
                    <a:pt x="516244" y="21955"/>
                  </a:lnTo>
                  <a:lnTo>
                    <a:pt x="525985" y="19892"/>
                  </a:lnTo>
                  <a:lnTo>
                    <a:pt x="535724" y="17958"/>
                  </a:lnTo>
                  <a:lnTo>
                    <a:pt x="545465" y="16151"/>
                  </a:lnTo>
                  <a:lnTo>
                    <a:pt x="555206" y="14465"/>
                  </a:lnTo>
                  <a:lnTo>
                    <a:pt x="564946" y="12895"/>
                  </a:lnTo>
                  <a:lnTo>
                    <a:pt x="574687" y="11438"/>
                  </a:lnTo>
                  <a:lnTo>
                    <a:pt x="584428" y="10090"/>
                  </a:lnTo>
                  <a:lnTo>
                    <a:pt x="594167" y="8843"/>
                  </a:lnTo>
                  <a:lnTo>
                    <a:pt x="603908" y="7694"/>
                  </a:lnTo>
                  <a:lnTo>
                    <a:pt x="613649" y="6640"/>
                  </a:lnTo>
                  <a:lnTo>
                    <a:pt x="623388" y="5678"/>
                  </a:lnTo>
                  <a:lnTo>
                    <a:pt x="633129" y="4802"/>
                  </a:lnTo>
                  <a:lnTo>
                    <a:pt x="642870" y="4011"/>
                  </a:lnTo>
                  <a:lnTo>
                    <a:pt x="652610" y="3297"/>
                  </a:lnTo>
                  <a:lnTo>
                    <a:pt x="662351" y="2662"/>
                  </a:lnTo>
                  <a:lnTo>
                    <a:pt x="672092" y="2101"/>
                  </a:lnTo>
                  <a:lnTo>
                    <a:pt x="681831" y="1609"/>
                  </a:lnTo>
                  <a:lnTo>
                    <a:pt x="691572" y="1187"/>
                  </a:lnTo>
                  <a:lnTo>
                    <a:pt x="701313" y="833"/>
                  </a:lnTo>
                  <a:lnTo>
                    <a:pt x="711052" y="542"/>
                  </a:lnTo>
                  <a:lnTo>
                    <a:pt x="720793" y="316"/>
                  </a:lnTo>
                  <a:lnTo>
                    <a:pt x="730534" y="150"/>
                  </a:lnTo>
                  <a:lnTo>
                    <a:pt x="740274" y="46"/>
                  </a:lnTo>
                  <a:lnTo>
                    <a:pt x="750015" y="0"/>
                  </a:lnTo>
                  <a:lnTo>
                    <a:pt x="759756" y="15"/>
                  </a:lnTo>
                  <a:lnTo>
                    <a:pt x="769495" y="88"/>
                  </a:lnTo>
                  <a:lnTo>
                    <a:pt x="779236" y="219"/>
                  </a:lnTo>
                  <a:lnTo>
                    <a:pt x="788977" y="408"/>
                  </a:lnTo>
                  <a:lnTo>
                    <a:pt x="798717" y="657"/>
                  </a:lnTo>
                  <a:lnTo>
                    <a:pt x="808458" y="965"/>
                  </a:lnTo>
                  <a:lnTo>
                    <a:pt x="818199" y="1335"/>
                  </a:lnTo>
                  <a:lnTo>
                    <a:pt x="827938" y="1766"/>
                  </a:lnTo>
                  <a:lnTo>
                    <a:pt x="837679" y="2257"/>
                  </a:lnTo>
                  <a:lnTo>
                    <a:pt x="847420" y="2813"/>
                  </a:lnTo>
                  <a:lnTo>
                    <a:pt x="857159" y="3434"/>
                  </a:lnTo>
                  <a:lnTo>
                    <a:pt x="866900" y="4123"/>
                  </a:lnTo>
                  <a:lnTo>
                    <a:pt x="876641" y="4879"/>
                  </a:lnTo>
                  <a:lnTo>
                    <a:pt x="886381" y="5708"/>
                  </a:lnTo>
                  <a:lnTo>
                    <a:pt x="896122" y="6606"/>
                  </a:lnTo>
                  <a:lnTo>
                    <a:pt x="905863" y="7581"/>
                  </a:lnTo>
                  <a:lnTo>
                    <a:pt x="915602" y="8631"/>
                  </a:lnTo>
                  <a:lnTo>
                    <a:pt x="925343" y="9760"/>
                  </a:lnTo>
                  <a:lnTo>
                    <a:pt x="935084" y="10970"/>
                  </a:lnTo>
                  <a:lnTo>
                    <a:pt x="944824" y="12262"/>
                  </a:lnTo>
                  <a:lnTo>
                    <a:pt x="954564" y="13640"/>
                  </a:lnTo>
                  <a:lnTo>
                    <a:pt x="964305" y="15106"/>
                  </a:lnTo>
                  <a:lnTo>
                    <a:pt x="974045" y="16660"/>
                  </a:lnTo>
                  <a:lnTo>
                    <a:pt x="983786" y="18306"/>
                  </a:lnTo>
                  <a:lnTo>
                    <a:pt x="993522" y="20045"/>
                  </a:lnTo>
                  <a:lnTo>
                    <a:pt x="1003266" y="21881"/>
                  </a:lnTo>
                  <a:lnTo>
                    <a:pt x="1013010" y="23813"/>
                  </a:lnTo>
                  <a:lnTo>
                    <a:pt x="1022754" y="25842"/>
                  </a:lnTo>
                  <a:lnTo>
                    <a:pt x="1032483" y="27974"/>
                  </a:lnTo>
                  <a:lnTo>
                    <a:pt x="1042227" y="30206"/>
                  </a:lnTo>
                  <a:lnTo>
                    <a:pt x="1051971" y="32542"/>
                  </a:lnTo>
                  <a:lnTo>
                    <a:pt x="1061715" y="34981"/>
                  </a:lnTo>
                  <a:lnTo>
                    <a:pt x="1071444" y="37526"/>
                  </a:lnTo>
                  <a:lnTo>
                    <a:pt x="1081188" y="40177"/>
                  </a:lnTo>
                  <a:lnTo>
                    <a:pt x="1090932" y="42933"/>
                  </a:lnTo>
                  <a:lnTo>
                    <a:pt x="1100676" y="45797"/>
                  </a:lnTo>
                  <a:lnTo>
                    <a:pt x="1110405" y="48766"/>
                  </a:lnTo>
                  <a:lnTo>
                    <a:pt x="1120149" y="51843"/>
                  </a:lnTo>
                  <a:lnTo>
                    <a:pt x="1129893" y="55025"/>
                  </a:lnTo>
                  <a:lnTo>
                    <a:pt x="1139637" y="58315"/>
                  </a:lnTo>
                  <a:lnTo>
                    <a:pt x="1149381" y="61709"/>
                  </a:lnTo>
                  <a:lnTo>
                    <a:pt x="1159110" y="65207"/>
                  </a:lnTo>
                  <a:lnTo>
                    <a:pt x="1168854" y="68809"/>
                  </a:lnTo>
                  <a:lnTo>
                    <a:pt x="1178598" y="72515"/>
                  </a:lnTo>
                  <a:lnTo>
                    <a:pt x="1188341" y="76320"/>
                  </a:lnTo>
                  <a:lnTo>
                    <a:pt x="1198070" y="80225"/>
                  </a:lnTo>
                  <a:lnTo>
                    <a:pt x="1207814" y="84227"/>
                  </a:lnTo>
                  <a:lnTo>
                    <a:pt x="1217558" y="88326"/>
                  </a:lnTo>
                  <a:lnTo>
                    <a:pt x="1227302" y="92517"/>
                  </a:lnTo>
                  <a:lnTo>
                    <a:pt x="1237031" y="96800"/>
                  </a:lnTo>
                  <a:lnTo>
                    <a:pt x="1246775" y="101172"/>
                  </a:lnTo>
                  <a:lnTo>
                    <a:pt x="1256519" y="105631"/>
                  </a:lnTo>
                  <a:lnTo>
                    <a:pt x="1266263" y="110172"/>
                  </a:lnTo>
                  <a:lnTo>
                    <a:pt x="1276007" y="114795"/>
                  </a:lnTo>
                  <a:lnTo>
                    <a:pt x="1285736" y="119497"/>
                  </a:lnTo>
                  <a:lnTo>
                    <a:pt x="1295480" y="124275"/>
                  </a:lnTo>
                  <a:lnTo>
                    <a:pt x="1305224" y="129126"/>
                  </a:lnTo>
                  <a:lnTo>
                    <a:pt x="1314968" y="134046"/>
                  </a:lnTo>
                  <a:lnTo>
                    <a:pt x="1324697" y="139034"/>
                  </a:lnTo>
                  <a:lnTo>
                    <a:pt x="1334441" y="144087"/>
                  </a:lnTo>
                  <a:lnTo>
                    <a:pt x="1344185" y="149198"/>
                  </a:lnTo>
                  <a:lnTo>
                    <a:pt x="1353929" y="154370"/>
                  </a:lnTo>
                  <a:lnTo>
                    <a:pt x="1363658" y="159598"/>
                  </a:lnTo>
                  <a:lnTo>
                    <a:pt x="1373402" y="164878"/>
                  </a:lnTo>
                  <a:lnTo>
                    <a:pt x="1383146" y="170207"/>
                  </a:lnTo>
                  <a:lnTo>
                    <a:pt x="1392890" y="175585"/>
                  </a:lnTo>
                  <a:lnTo>
                    <a:pt x="1402619" y="181008"/>
                  </a:lnTo>
                  <a:lnTo>
                    <a:pt x="1412363" y="186473"/>
                  </a:lnTo>
                  <a:lnTo>
                    <a:pt x="1422106" y="191978"/>
                  </a:lnTo>
                  <a:lnTo>
                    <a:pt x="1431850" y="197520"/>
                  </a:lnTo>
                  <a:lnTo>
                    <a:pt x="1441594" y="203100"/>
                  </a:lnTo>
                  <a:lnTo>
                    <a:pt x="1451323" y="208712"/>
                  </a:lnTo>
                  <a:lnTo>
                    <a:pt x="1461067" y="214358"/>
                  </a:lnTo>
                  <a:lnTo>
                    <a:pt x="1470811" y="220033"/>
                  </a:lnTo>
                  <a:lnTo>
                    <a:pt x="1480555" y="225737"/>
                  </a:lnTo>
                  <a:lnTo>
                    <a:pt x="1490284" y="231471"/>
                  </a:lnTo>
                  <a:lnTo>
                    <a:pt x="1500028" y="237229"/>
                  </a:lnTo>
                  <a:lnTo>
                    <a:pt x="1509772" y="243013"/>
                  </a:lnTo>
                  <a:lnTo>
                    <a:pt x="1519516" y="248820"/>
                  </a:lnTo>
                  <a:lnTo>
                    <a:pt x="1529245" y="254652"/>
                  </a:lnTo>
                  <a:lnTo>
                    <a:pt x="1538989" y="260507"/>
                  </a:lnTo>
                  <a:lnTo>
                    <a:pt x="1548733" y="266385"/>
                  </a:lnTo>
                  <a:lnTo>
                    <a:pt x="1558477" y="272283"/>
                  </a:lnTo>
                  <a:lnTo>
                    <a:pt x="1568221" y="278204"/>
                  </a:lnTo>
                  <a:lnTo>
                    <a:pt x="1577950" y="284147"/>
                  </a:lnTo>
                  <a:lnTo>
                    <a:pt x="1587694" y="290111"/>
                  </a:lnTo>
                  <a:lnTo>
                    <a:pt x="1597438" y="296096"/>
                  </a:lnTo>
                  <a:lnTo>
                    <a:pt x="1607182" y="302102"/>
                  </a:lnTo>
                  <a:lnTo>
                    <a:pt x="1616911" y="308130"/>
                  </a:lnTo>
                  <a:lnTo>
                    <a:pt x="1626655" y="314181"/>
                  </a:lnTo>
                  <a:lnTo>
                    <a:pt x="1636399" y="320251"/>
                  </a:lnTo>
                  <a:lnTo>
                    <a:pt x="1646142" y="326344"/>
                  </a:lnTo>
                  <a:lnTo>
                    <a:pt x="1655872" y="332459"/>
                  </a:lnTo>
                  <a:lnTo>
                    <a:pt x="1665616" y="338596"/>
                  </a:lnTo>
                  <a:lnTo>
                    <a:pt x="1675359" y="344754"/>
                  </a:lnTo>
                  <a:lnTo>
                    <a:pt x="1685103" y="350934"/>
                  </a:lnTo>
                  <a:lnTo>
                    <a:pt x="1694832" y="357135"/>
                  </a:lnTo>
                  <a:lnTo>
                    <a:pt x="1704576" y="363356"/>
                  </a:lnTo>
                  <a:lnTo>
                    <a:pt x="1714320" y="369599"/>
                  </a:lnTo>
                  <a:lnTo>
                    <a:pt x="1724064" y="375863"/>
                  </a:lnTo>
                  <a:lnTo>
                    <a:pt x="1733808" y="382145"/>
                  </a:lnTo>
                  <a:lnTo>
                    <a:pt x="1743537" y="388445"/>
                  </a:lnTo>
                  <a:lnTo>
                    <a:pt x="1753281" y="394763"/>
                  </a:lnTo>
                  <a:lnTo>
                    <a:pt x="1763025" y="401095"/>
                  </a:lnTo>
                  <a:lnTo>
                    <a:pt x="1772769" y="407442"/>
                  </a:lnTo>
                  <a:lnTo>
                    <a:pt x="1782498" y="413801"/>
                  </a:lnTo>
                  <a:lnTo>
                    <a:pt x="1792242" y="420169"/>
                  </a:lnTo>
                  <a:lnTo>
                    <a:pt x="1801986" y="426546"/>
                  </a:lnTo>
                  <a:lnTo>
                    <a:pt x="1811730" y="432926"/>
                  </a:lnTo>
                  <a:lnTo>
                    <a:pt x="1821459" y="439307"/>
                  </a:lnTo>
                  <a:lnTo>
                    <a:pt x="1831203" y="445687"/>
                  </a:lnTo>
                  <a:lnTo>
                    <a:pt x="1840947" y="452060"/>
                  </a:lnTo>
                  <a:lnTo>
                    <a:pt x="1850691" y="458425"/>
                  </a:lnTo>
                  <a:lnTo>
                    <a:pt x="1860435" y="464775"/>
                  </a:lnTo>
                  <a:lnTo>
                    <a:pt x="1870164" y="471107"/>
                  </a:lnTo>
                  <a:lnTo>
                    <a:pt x="1879908" y="477416"/>
                  </a:lnTo>
                  <a:lnTo>
                    <a:pt x="1889652" y="483694"/>
                  </a:lnTo>
                  <a:lnTo>
                    <a:pt x="1899395" y="489938"/>
                  </a:lnTo>
                  <a:lnTo>
                    <a:pt x="1909124" y="496144"/>
                  </a:lnTo>
                  <a:lnTo>
                    <a:pt x="1918868" y="502301"/>
                  </a:lnTo>
                  <a:lnTo>
                    <a:pt x="1928612" y="508405"/>
                  </a:lnTo>
                  <a:lnTo>
                    <a:pt x="1938356" y="514450"/>
                  </a:lnTo>
                  <a:lnTo>
                    <a:pt x="1948085" y="520429"/>
                  </a:lnTo>
                  <a:lnTo>
                    <a:pt x="1957829" y="526332"/>
                  </a:lnTo>
                  <a:lnTo>
                    <a:pt x="1967573" y="532156"/>
                  </a:lnTo>
                  <a:lnTo>
                    <a:pt x="1977317" y="537889"/>
                  </a:lnTo>
                  <a:lnTo>
                    <a:pt x="1987046" y="543525"/>
                  </a:lnTo>
                  <a:lnTo>
                    <a:pt x="1996790" y="549057"/>
                  </a:lnTo>
                  <a:lnTo>
                    <a:pt x="2006534" y="554476"/>
                  </a:lnTo>
                  <a:lnTo>
                    <a:pt x="2016278" y="559774"/>
                  </a:lnTo>
                  <a:lnTo>
                    <a:pt x="2026022" y="564943"/>
                  </a:lnTo>
                  <a:lnTo>
                    <a:pt x="2035751" y="569972"/>
                  </a:lnTo>
                  <a:lnTo>
                    <a:pt x="2045495" y="574858"/>
                  </a:lnTo>
                  <a:lnTo>
                    <a:pt x="2055239" y="579587"/>
                  </a:lnTo>
                  <a:lnTo>
                    <a:pt x="2064983" y="584153"/>
                  </a:lnTo>
                  <a:lnTo>
                    <a:pt x="2074712" y="588550"/>
                  </a:lnTo>
                  <a:lnTo>
                    <a:pt x="2084456" y="592768"/>
                  </a:lnTo>
                  <a:lnTo>
                    <a:pt x="2094200" y="596797"/>
                  </a:lnTo>
                  <a:lnTo>
                    <a:pt x="2103944" y="600633"/>
                  </a:lnTo>
                  <a:lnTo>
                    <a:pt x="2113673" y="604265"/>
                  </a:lnTo>
                  <a:lnTo>
                    <a:pt x="2123417" y="607688"/>
                  </a:lnTo>
                  <a:lnTo>
                    <a:pt x="2133161" y="610894"/>
                  </a:lnTo>
                  <a:lnTo>
                    <a:pt x="2142905" y="613877"/>
                  </a:lnTo>
                  <a:lnTo>
                    <a:pt x="2152649" y="616630"/>
                  </a:lnTo>
                  <a:lnTo>
                    <a:pt x="2162377" y="619147"/>
                  </a:lnTo>
                  <a:lnTo>
                    <a:pt x="2172121" y="621422"/>
                  </a:lnTo>
                  <a:lnTo>
                    <a:pt x="2181865" y="623449"/>
                  </a:lnTo>
                  <a:lnTo>
                    <a:pt x="2191609" y="625227"/>
                  </a:lnTo>
                  <a:lnTo>
                    <a:pt x="2201338" y="626747"/>
                  </a:lnTo>
                  <a:lnTo>
                    <a:pt x="2211082" y="628007"/>
                  </a:lnTo>
                  <a:lnTo>
                    <a:pt x="2220826" y="629005"/>
                  </a:lnTo>
                  <a:lnTo>
                    <a:pt x="2230570" y="629737"/>
                  </a:lnTo>
                  <a:lnTo>
                    <a:pt x="2240299" y="630202"/>
                  </a:lnTo>
                  <a:lnTo>
                    <a:pt x="2250043" y="630395"/>
                  </a:lnTo>
                  <a:lnTo>
                    <a:pt x="2259787" y="630319"/>
                  </a:lnTo>
                  <a:lnTo>
                    <a:pt x="2269531" y="629974"/>
                  </a:lnTo>
                  <a:lnTo>
                    <a:pt x="2279260" y="629357"/>
                  </a:lnTo>
                  <a:lnTo>
                    <a:pt x="2289004" y="628469"/>
                  </a:lnTo>
                  <a:lnTo>
                    <a:pt x="2298748" y="627314"/>
                  </a:lnTo>
                  <a:lnTo>
                    <a:pt x="2308492" y="625894"/>
                  </a:lnTo>
                  <a:lnTo>
                    <a:pt x="2318236" y="624211"/>
                  </a:lnTo>
                  <a:lnTo>
                    <a:pt x="2327965" y="622268"/>
                  </a:lnTo>
                  <a:lnTo>
                    <a:pt x="2337709" y="620070"/>
                  </a:lnTo>
                  <a:lnTo>
                    <a:pt x="2347453" y="617622"/>
                  </a:lnTo>
                  <a:lnTo>
                    <a:pt x="2357197" y="614930"/>
                  </a:lnTo>
                  <a:lnTo>
                    <a:pt x="2366926" y="611998"/>
                  </a:lnTo>
                  <a:lnTo>
                    <a:pt x="2376670" y="608833"/>
                  </a:lnTo>
                  <a:lnTo>
                    <a:pt x="2386413" y="605445"/>
                  </a:lnTo>
                  <a:lnTo>
                    <a:pt x="2396157" y="601840"/>
                  </a:lnTo>
                  <a:lnTo>
                    <a:pt x="2405886" y="598026"/>
                  </a:lnTo>
                  <a:lnTo>
                    <a:pt x="2415630" y="594012"/>
                  </a:lnTo>
                  <a:lnTo>
                    <a:pt x="2425374" y="589809"/>
                  </a:lnTo>
                  <a:lnTo>
                    <a:pt x="2435118" y="585426"/>
                  </a:lnTo>
                  <a:lnTo>
                    <a:pt x="2444862" y="580874"/>
                  </a:lnTo>
                  <a:lnTo>
                    <a:pt x="2454591" y="576164"/>
                  </a:lnTo>
                  <a:lnTo>
                    <a:pt x="2464335" y="571306"/>
                  </a:lnTo>
                  <a:lnTo>
                    <a:pt x="2474079" y="566313"/>
                  </a:lnTo>
                  <a:lnTo>
                    <a:pt x="2483823" y="561198"/>
                  </a:lnTo>
                  <a:lnTo>
                    <a:pt x="2493552" y="555972"/>
                  </a:lnTo>
                  <a:lnTo>
                    <a:pt x="2503296" y="550649"/>
                  </a:lnTo>
                  <a:lnTo>
                    <a:pt x="2513040" y="545239"/>
                  </a:lnTo>
                  <a:lnTo>
                    <a:pt x="2522784" y="539759"/>
                  </a:lnTo>
                  <a:lnTo>
                    <a:pt x="2532513" y="534219"/>
                  </a:lnTo>
                  <a:lnTo>
                    <a:pt x="2542257" y="528635"/>
                  </a:lnTo>
                  <a:lnTo>
                    <a:pt x="2552001" y="523018"/>
                  </a:lnTo>
                  <a:lnTo>
                    <a:pt x="2561745" y="517385"/>
                  </a:lnTo>
                  <a:lnTo>
                    <a:pt x="2571474" y="511746"/>
                  </a:lnTo>
                  <a:lnTo>
                    <a:pt x="2581218" y="506117"/>
                  </a:lnTo>
                  <a:lnTo>
                    <a:pt x="2590962" y="500509"/>
                  </a:lnTo>
                  <a:lnTo>
                    <a:pt x="2600705" y="494938"/>
                  </a:lnTo>
                  <a:lnTo>
                    <a:pt x="2610449" y="489415"/>
                  </a:lnTo>
                  <a:lnTo>
                    <a:pt x="2620178" y="483955"/>
                  </a:lnTo>
                  <a:lnTo>
                    <a:pt x="2629922" y="478569"/>
                  </a:lnTo>
                  <a:lnTo>
                    <a:pt x="2639666" y="473271"/>
                  </a:lnTo>
                  <a:lnTo>
                    <a:pt x="2649410" y="468069"/>
                  </a:lnTo>
                  <a:lnTo>
                    <a:pt x="2659139" y="462981"/>
                  </a:lnTo>
                  <a:lnTo>
                    <a:pt x="2668883" y="458014"/>
                  </a:lnTo>
                  <a:lnTo>
                    <a:pt x="2678627" y="453179"/>
                  </a:lnTo>
                  <a:lnTo>
                    <a:pt x="2688371" y="448489"/>
                  </a:lnTo>
                  <a:lnTo>
                    <a:pt x="2698100" y="443951"/>
                  </a:lnTo>
                  <a:lnTo>
                    <a:pt x="2707844" y="439577"/>
                  </a:lnTo>
                  <a:lnTo>
                    <a:pt x="2717588" y="435375"/>
                  </a:lnTo>
                  <a:lnTo>
                    <a:pt x="2727332" y="431352"/>
                  </a:lnTo>
                  <a:lnTo>
                    <a:pt x="2737076" y="427517"/>
                  </a:lnTo>
                  <a:lnTo>
                    <a:pt x="2746805" y="423878"/>
                  </a:lnTo>
                  <a:lnTo>
                    <a:pt x="2756549" y="420439"/>
                  </a:lnTo>
                  <a:lnTo>
                    <a:pt x="2766293" y="417206"/>
                  </a:lnTo>
                  <a:lnTo>
                    <a:pt x="2776037" y="414187"/>
                  </a:lnTo>
                  <a:lnTo>
                    <a:pt x="2785766" y="411383"/>
                  </a:lnTo>
                  <a:lnTo>
                    <a:pt x="2795510" y="408800"/>
                  </a:lnTo>
                  <a:lnTo>
                    <a:pt x="2805254" y="406441"/>
                  </a:lnTo>
                  <a:lnTo>
                    <a:pt x="2814998" y="404306"/>
                  </a:lnTo>
                  <a:lnTo>
                    <a:pt x="2824727" y="402399"/>
                  </a:lnTo>
                  <a:lnTo>
                    <a:pt x="2834471" y="400720"/>
                  </a:lnTo>
                  <a:lnTo>
                    <a:pt x="2844215" y="399269"/>
                  </a:lnTo>
                  <a:lnTo>
                    <a:pt x="2853958" y="398044"/>
                  </a:lnTo>
                  <a:lnTo>
                    <a:pt x="2863687" y="397047"/>
                  </a:lnTo>
                  <a:lnTo>
                    <a:pt x="2873431" y="396274"/>
                  </a:lnTo>
                  <a:lnTo>
                    <a:pt x="2883175" y="395721"/>
                  </a:lnTo>
                  <a:lnTo>
                    <a:pt x="2892919" y="395388"/>
                  </a:lnTo>
                  <a:lnTo>
                    <a:pt x="2902663" y="395269"/>
                  </a:lnTo>
                  <a:lnTo>
                    <a:pt x="2912392" y="39535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9" name="Freeform 778">
              <a:extLst>
                <a:ext uri="{FF2B5EF4-FFF2-40B4-BE49-F238E27FC236}">
                  <a16:creationId xmlns:a16="http://schemas.microsoft.com/office/drawing/2014/main" id="{39739248-99BC-4E1C-EBD9-758A8892D87D}"/>
                </a:ext>
              </a:extLst>
            </p:cNvPr>
            <p:cNvSpPr/>
            <p:nvPr/>
          </p:nvSpPr>
          <p:spPr>
            <a:xfrm>
              <a:off x="576446" y="3395489"/>
              <a:ext cx="2912392" cy="335115"/>
            </a:xfrm>
            <a:custGeom>
              <a:avLst/>
              <a:gdLst>
                <a:gd name="connsiteX0" fmla="*/ 0 w 2912392"/>
                <a:gd name="connsiteY0" fmla="*/ 135462 h 335115"/>
                <a:gd name="connsiteX1" fmla="*/ 9739 w 2912392"/>
                <a:gd name="connsiteY1" fmla="*/ 131127 h 335115"/>
                <a:gd name="connsiteX2" fmla="*/ 19480 w 2912392"/>
                <a:gd name="connsiteY2" fmla="*/ 126817 h 335115"/>
                <a:gd name="connsiteX3" fmla="*/ 29221 w 2912392"/>
                <a:gd name="connsiteY3" fmla="*/ 122532 h 335115"/>
                <a:gd name="connsiteX4" fmla="*/ 38961 w 2912392"/>
                <a:gd name="connsiteY4" fmla="*/ 118277 h 335115"/>
                <a:gd name="connsiteX5" fmla="*/ 48702 w 2912392"/>
                <a:gd name="connsiteY5" fmla="*/ 114056 h 335115"/>
                <a:gd name="connsiteX6" fmla="*/ 58443 w 2912392"/>
                <a:gd name="connsiteY6" fmla="*/ 109870 h 335115"/>
                <a:gd name="connsiteX7" fmla="*/ 68182 w 2912392"/>
                <a:gd name="connsiteY7" fmla="*/ 105723 h 335115"/>
                <a:gd name="connsiteX8" fmla="*/ 77923 w 2912392"/>
                <a:gd name="connsiteY8" fmla="*/ 101620 h 335115"/>
                <a:gd name="connsiteX9" fmla="*/ 87664 w 2912392"/>
                <a:gd name="connsiteY9" fmla="*/ 97562 h 335115"/>
                <a:gd name="connsiteX10" fmla="*/ 97404 w 2912392"/>
                <a:gd name="connsiteY10" fmla="*/ 93554 h 335115"/>
                <a:gd name="connsiteX11" fmla="*/ 107145 w 2912392"/>
                <a:gd name="connsiteY11" fmla="*/ 89598 h 335115"/>
                <a:gd name="connsiteX12" fmla="*/ 116886 w 2912392"/>
                <a:gd name="connsiteY12" fmla="*/ 85697 h 335115"/>
                <a:gd name="connsiteX13" fmla="*/ 126625 w 2912392"/>
                <a:gd name="connsiteY13" fmla="*/ 81858 h 335115"/>
                <a:gd name="connsiteX14" fmla="*/ 136366 w 2912392"/>
                <a:gd name="connsiteY14" fmla="*/ 78080 h 335115"/>
                <a:gd name="connsiteX15" fmla="*/ 146107 w 2912392"/>
                <a:gd name="connsiteY15" fmla="*/ 74367 h 335115"/>
                <a:gd name="connsiteX16" fmla="*/ 155846 w 2912392"/>
                <a:gd name="connsiteY16" fmla="*/ 70724 h 335115"/>
                <a:gd name="connsiteX17" fmla="*/ 165587 w 2912392"/>
                <a:gd name="connsiteY17" fmla="*/ 67153 h 335115"/>
                <a:gd name="connsiteX18" fmla="*/ 175328 w 2912392"/>
                <a:gd name="connsiteY18" fmla="*/ 63656 h 335115"/>
                <a:gd name="connsiteX19" fmla="*/ 185068 w 2912392"/>
                <a:gd name="connsiteY19" fmla="*/ 60237 h 335115"/>
                <a:gd name="connsiteX20" fmla="*/ 194809 w 2912392"/>
                <a:gd name="connsiteY20" fmla="*/ 56898 h 335115"/>
                <a:gd name="connsiteX21" fmla="*/ 204550 w 2912392"/>
                <a:gd name="connsiteY21" fmla="*/ 53642 h 335115"/>
                <a:gd name="connsiteX22" fmla="*/ 214289 w 2912392"/>
                <a:gd name="connsiteY22" fmla="*/ 50473 h 335115"/>
                <a:gd name="connsiteX23" fmla="*/ 224030 w 2912392"/>
                <a:gd name="connsiteY23" fmla="*/ 47391 h 335115"/>
                <a:gd name="connsiteX24" fmla="*/ 233771 w 2912392"/>
                <a:gd name="connsiteY24" fmla="*/ 44400 h 335115"/>
                <a:gd name="connsiteX25" fmla="*/ 243510 w 2912392"/>
                <a:gd name="connsiteY25" fmla="*/ 41501 h 335115"/>
                <a:gd name="connsiteX26" fmla="*/ 253251 w 2912392"/>
                <a:gd name="connsiteY26" fmla="*/ 38697 h 335115"/>
                <a:gd name="connsiteX27" fmla="*/ 262992 w 2912392"/>
                <a:gd name="connsiteY27" fmla="*/ 35989 h 335115"/>
                <a:gd name="connsiteX28" fmla="*/ 272732 w 2912392"/>
                <a:gd name="connsiteY28" fmla="*/ 33378 h 335115"/>
                <a:gd name="connsiteX29" fmla="*/ 282473 w 2912392"/>
                <a:gd name="connsiteY29" fmla="*/ 30866 h 335115"/>
                <a:gd name="connsiteX30" fmla="*/ 292214 w 2912392"/>
                <a:gd name="connsiteY30" fmla="*/ 28456 h 335115"/>
                <a:gd name="connsiteX31" fmla="*/ 301953 w 2912392"/>
                <a:gd name="connsiteY31" fmla="*/ 26146 h 335115"/>
                <a:gd name="connsiteX32" fmla="*/ 311694 w 2912392"/>
                <a:gd name="connsiteY32" fmla="*/ 23938 h 335115"/>
                <a:gd name="connsiteX33" fmla="*/ 321435 w 2912392"/>
                <a:gd name="connsiteY33" fmla="*/ 21833 h 335115"/>
                <a:gd name="connsiteX34" fmla="*/ 331175 w 2912392"/>
                <a:gd name="connsiteY34" fmla="*/ 19831 h 335115"/>
                <a:gd name="connsiteX35" fmla="*/ 340916 w 2912392"/>
                <a:gd name="connsiteY35" fmla="*/ 17931 h 335115"/>
                <a:gd name="connsiteX36" fmla="*/ 350656 w 2912392"/>
                <a:gd name="connsiteY36" fmla="*/ 16136 h 335115"/>
                <a:gd name="connsiteX37" fmla="*/ 360396 w 2912392"/>
                <a:gd name="connsiteY37" fmla="*/ 14442 h 335115"/>
                <a:gd name="connsiteX38" fmla="*/ 370137 w 2912392"/>
                <a:gd name="connsiteY38" fmla="*/ 12850 h 335115"/>
                <a:gd name="connsiteX39" fmla="*/ 379878 w 2912392"/>
                <a:gd name="connsiteY39" fmla="*/ 11362 h 335115"/>
                <a:gd name="connsiteX40" fmla="*/ 389617 w 2912392"/>
                <a:gd name="connsiteY40" fmla="*/ 9973 h 335115"/>
                <a:gd name="connsiteX41" fmla="*/ 399358 w 2912392"/>
                <a:gd name="connsiteY41" fmla="*/ 8683 h 335115"/>
                <a:gd name="connsiteX42" fmla="*/ 409099 w 2912392"/>
                <a:gd name="connsiteY42" fmla="*/ 7493 h 335115"/>
                <a:gd name="connsiteX43" fmla="*/ 418839 w 2912392"/>
                <a:gd name="connsiteY43" fmla="*/ 6398 h 335115"/>
                <a:gd name="connsiteX44" fmla="*/ 428580 w 2912392"/>
                <a:gd name="connsiteY44" fmla="*/ 5399 h 335115"/>
                <a:gd name="connsiteX45" fmla="*/ 438321 w 2912392"/>
                <a:gd name="connsiteY45" fmla="*/ 4494 h 335115"/>
                <a:gd name="connsiteX46" fmla="*/ 448060 w 2912392"/>
                <a:gd name="connsiteY46" fmla="*/ 3679 h 335115"/>
                <a:gd name="connsiteX47" fmla="*/ 457801 w 2912392"/>
                <a:gd name="connsiteY47" fmla="*/ 2952 h 335115"/>
                <a:gd name="connsiteX48" fmla="*/ 467542 w 2912392"/>
                <a:gd name="connsiteY48" fmla="*/ 2312 h 335115"/>
                <a:gd name="connsiteX49" fmla="*/ 477281 w 2912392"/>
                <a:gd name="connsiteY49" fmla="*/ 1757 h 335115"/>
                <a:gd name="connsiteX50" fmla="*/ 487022 w 2912392"/>
                <a:gd name="connsiteY50" fmla="*/ 1283 h 335115"/>
                <a:gd name="connsiteX51" fmla="*/ 496763 w 2912392"/>
                <a:gd name="connsiteY51" fmla="*/ 888 h 335115"/>
                <a:gd name="connsiteX52" fmla="*/ 506503 w 2912392"/>
                <a:gd name="connsiteY52" fmla="*/ 569 h 335115"/>
                <a:gd name="connsiteX53" fmla="*/ 516244 w 2912392"/>
                <a:gd name="connsiteY53" fmla="*/ 325 h 335115"/>
                <a:gd name="connsiteX54" fmla="*/ 525985 w 2912392"/>
                <a:gd name="connsiteY54" fmla="*/ 149 h 335115"/>
                <a:gd name="connsiteX55" fmla="*/ 535724 w 2912392"/>
                <a:gd name="connsiteY55" fmla="*/ 42 h 335115"/>
                <a:gd name="connsiteX56" fmla="*/ 545465 w 2912392"/>
                <a:gd name="connsiteY56" fmla="*/ 0 h 335115"/>
                <a:gd name="connsiteX57" fmla="*/ 555206 w 2912392"/>
                <a:gd name="connsiteY57" fmla="*/ 19 h 335115"/>
                <a:gd name="connsiteX58" fmla="*/ 564946 w 2912392"/>
                <a:gd name="connsiteY58" fmla="*/ 97 h 335115"/>
                <a:gd name="connsiteX59" fmla="*/ 574687 w 2912392"/>
                <a:gd name="connsiteY59" fmla="*/ 232 h 335115"/>
                <a:gd name="connsiteX60" fmla="*/ 584428 w 2912392"/>
                <a:gd name="connsiteY60" fmla="*/ 420 h 335115"/>
                <a:gd name="connsiteX61" fmla="*/ 594167 w 2912392"/>
                <a:gd name="connsiteY61" fmla="*/ 659 h 335115"/>
                <a:gd name="connsiteX62" fmla="*/ 603908 w 2912392"/>
                <a:gd name="connsiteY62" fmla="*/ 945 h 335115"/>
                <a:gd name="connsiteX63" fmla="*/ 613649 w 2912392"/>
                <a:gd name="connsiteY63" fmla="*/ 1277 h 335115"/>
                <a:gd name="connsiteX64" fmla="*/ 623388 w 2912392"/>
                <a:gd name="connsiteY64" fmla="*/ 1651 h 335115"/>
                <a:gd name="connsiteX65" fmla="*/ 633129 w 2912392"/>
                <a:gd name="connsiteY65" fmla="*/ 2067 h 335115"/>
                <a:gd name="connsiteX66" fmla="*/ 642870 w 2912392"/>
                <a:gd name="connsiteY66" fmla="*/ 2522 h 335115"/>
                <a:gd name="connsiteX67" fmla="*/ 652610 w 2912392"/>
                <a:gd name="connsiteY67" fmla="*/ 3014 h 335115"/>
                <a:gd name="connsiteX68" fmla="*/ 662351 w 2912392"/>
                <a:gd name="connsiteY68" fmla="*/ 3540 h 335115"/>
                <a:gd name="connsiteX69" fmla="*/ 672092 w 2912392"/>
                <a:gd name="connsiteY69" fmla="*/ 4102 h 335115"/>
                <a:gd name="connsiteX70" fmla="*/ 681831 w 2912392"/>
                <a:gd name="connsiteY70" fmla="*/ 4695 h 335115"/>
                <a:gd name="connsiteX71" fmla="*/ 691572 w 2912392"/>
                <a:gd name="connsiteY71" fmla="*/ 5319 h 335115"/>
                <a:gd name="connsiteX72" fmla="*/ 701313 w 2912392"/>
                <a:gd name="connsiteY72" fmla="*/ 5975 h 335115"/>
                <a:gd name="connsiteX73" fmla="*/ 711052 w 2912392"/>
                <a:gd name="connsiteY73" fmla="*/ 6660 h 335115"/>
                <a:gd name="connsiteX74" fmla="*/ 720793 w 2912392"/>
                <a:gd name="connsiteY74" fmla="*/ 7375 h 335115"/>
                <a:gd name="connsiteX75" fmla="*/ 730534 w 2912392"/>
                <a:gd name="connsiteY75" fmla="*/ 8119 h 335115"/>
                <a:gd name="connsiteX76" fmla="*/ 740274 w 2912392"/>
                <a:gd name="connsiteY76" fmla="*/ 8893 h 335115"/>
                <a:gd name="connsiteX77" fmla="*/ 750015 w 2912392"/>
                <a:gd name="connsiteY77" fmla="*/ 9698 h 335115"/>
                <a:gd name="connsiteX78" fmla="*/ 759756 w 2912392"/>
                <a:gd name="connsiteY78" fmla="*/ 10534 h 335115"/>
                <a:gd name="connsiteX79" fmla="*/ 769495 w 2912392"/>
                <a:gd name="connsiteY79" fmla="*/ 11401 h 335115"/>
                <a:gd name="connsiteX80" fmla="*/ 779236 w 2912392"/>
                <a:gd name="connsiteY80" fmla="*/ 12302 h 335115"/>
                <a:gd name="connsiteX81" fmla="*/ 788977 w 2912392"/>
                <a:gd name="connsiteY81" fmla="*/ 13236 h 335115"/>
                <a:gd name="connsiteX82" fmla="*/ 798717 w 2912392"/>
                <a:gd name="connsiteY82" fmla="*/ 14208 h 335115"/>
                <a:gd name="connsiteX83" fmla="*/ 808458 w 2912392"/>
                <a:gd name="connsiteY83" fmla="*/ 15218 h 335115"/>
                <a:gd name="connsiteX84" fmla="*/ 818199 w 2912392"/>
                <a:gd name="connsiteY84" fmla="*/ 16268 h 335115"/>
                <a:gd name="connsiteX85" fmla="*/ 827938 w 2912392"/>
                <a:gd name="connsiteY85" fmla="*/ 17362 h 335115"/>
                <a:gd name="connsiteX86" fmla="*/ 837679 w 2912392"/>
                <a:gd name="connsiteY86" fmla="*/ 18500 h 335115"/>
                <a:gd name="connsiteX87" fmla="*/ 847420 w 2912392"/>
                <a:gd name="connsiteY87" fmla="*/ 19687 h 335115"/>
                <a:gd name="connsiteX88" fmla="*/ 857159 w 2912392"/>
                <a:gd name="connsiteY88" fmla="*/ 20926 h 335115"/>
                <a:gd name="connsiteX89" fmla="*/ 866900 w 2912392"/>
                <a:gd name="connsiteY89" fmla="*/ 22217 h 335115"/>
                <a:gd name="connsiteX90" fmla="*/ 876641 w 2912392"/>
                <a:gd name="connsiteY90" fmla="*/ 23569 h 335115"/>
                <a:gd name="connsiteX91" fmla="*/ 886381 w 2912392"/>
                <a:gd name="connsiteY91" fmla="*/ 24980 h 335115"/>
                <a:gd name="connsiteX92" fmla="*/ 896122 w 2912392"/>
                <a:gd name="connsiteY92" fmla="*/ 26456 h 335115"/>
                <a:gd name="connsiteX93" fmla="*/ 905863 w 2912392"/>
                <a:gd name="connsiteY93" fmla="*/ 28001 h 335115"/>
                <a:gd name="connsiteX94" fmla="*/ 915602 w 2912392"/>
                <a:gd name="connsiteY94" fmla="*/ 29618 h 335115"/>
                <a:gd name="connsiteX95" fmla="*/ 925343 w 2912392"/>
                <a:gd name="connsiteY95" fmla="*/ 31310 h 335115"/>
                <a:gd name="connsiteX96" fmla="*/ 935084 w 2912392"/>
                <a:gd name="connsiteY96" fmla="*/ 33083 h 335115"/>
                <a:gd name="connsiteX97" fmla="*/ 944824 w 2912392"/>
                <a:gd name="connsiteY97" fmla="*/ 34938 h 335115"/>
                <a:gd name="connsiteX98" fmla="*/ 954564 w 2912392"/>
                <a:gd name="connsiteY98" fmla="*/ 36879 h 335115"/>
                <a:gd name="connsiteX99" fmla="*/ 964305 w 2912392"/>
                <a:gd name="connsiteY99" fmla="*/ 38912 h 335115"/>
                <a:gd name="connsiteX100" fmla="*/ 974045 w 2912392"/>
                <a:gd name="connsiteY100" fmla="*/ 41038 h 335115"/>
                <a:gd name="connsiteX101" fmla="*/ 983786 w 2912392"/>
                <a:gd name="connsiteY101" fmla="*/ 43262 h 335115"/>
                <a:gd name="connsiteX102" fmla="*/ 993522 w 2912392"/>
                <a:gd name="connsiteY102" fmla="*/ 45586 h 335115"/>
                <a:gd name="connsiteX103" fmla="*/ 1003266 w 2912392"/>
                <a:gd name="connsiteY103" fmla="*/ 48015 h 335115"/>
                <a:gd name="connsiteX104" fmla="*/ 1013010 w 2912392"/>
                <a:gd name="connsiteY104" fmla="*/ 50551 h 335115"/>
                <a:gd name="connsiteX105" fmla="*/ 1022754 w 2912392"/>
                <a:gd name="connsiteY105" fmla="*/ 53195 h 335115"/>
                <a:gd name="connsiteX106" fmla="*/ 1032483 w 2912392"/>
                <a:gd name="connsiteY106" fmla="*/ 55953 h 335115"/>
                <a:gd name="connsiteX107" fmla="*/ 1042227 w 2912392"/>
                <a:gd name="connsiteY107" fmla="*/ 58824 h 335115"/>
                <a:gd name="connsiteX108" fmla="*/ 1051971 w 2912392"/>
                <a:gd name="connsiteY108" fmla="*/ 61813 h 335115"/>
                <a:gd name="connsiteX109" fmla="*/ 1061715 w 2912392"/>
                <a:gd name="connsiteY109" fmla="*/ 64919 h 335115"/>
                <a:gd name="connsiteX110" fmla="*/ 1071444 w 2912392"/>
                <a:gd name="connsiteY110" fmla="*/ 68145 h 335115"/>
                <a:gd name="connsiteX111" fmla="*/ 1081188 w 2912392"/>
                <a:gd name="connsiteY111" fmla="*/ 71491 h 335115"/>
                <a:gd name="connsiteX112" fmla="*/ 1090932 w 2912392"/>
                <a:gd name="connsiteY112" fmla="*/ 74958 h 335115"/>
                <a:gd name="connsiteX113" fmla="*/ 1100676 w 2912392"/>
                <a:gd name="connsiteY113" fmla="*/ 78547 h 335115"/>
                <a:gd name="connsiteX114" fmla="*/ 1110405 w 2912392"/>
                <a:gd name="connsiteY114" fmla="*/ 82259 h 335115"/>
                <a:gd name="connsiteX115" fmla="*/ 1120149 w 2912392"/>
                <a:gd name="connsiteY115" fmla="*/ 86091 h 335115"/>
                <a:gd name="connsiteX116" fmla="*/ 1129893 w 2912392"/>
                <a:gd name="connsiteY116" fmla="*/ 90044 h 335115"/>
                <a:gd name="connsiteX117" fmla="*/ 1139637 w 2912392"/>
                <a:gd name="connsiteY117" fmla="*/ 94114 h 335115"/>
                <a:gd name="connsiteX118" fmla="*/ 1149381 w 2912392"/>
                <a:gd name="connsiteY118" fmla="*/ 98303 h 335115"/>
                <a:gd name="connsiteX119" fmla="*/ 1159110 w 2912392"/>
                <a:gd name="connsiteY119" fmla="*/ 102608 h 335115"/>
                <a:gd name="connsiteX120" fmla="*/ 1168854 w 2912392"/>
                <a:gd name="connsiteY120" fmla="*/ 107025 h 335115"/>
                <a:gd name="connsiteX121" fmla="*/ 1178598 w 2912392"/>
                <a:gd name="connsiteY121" fmla="*/ 111552 h 335115"/>
                <a:gd name="connsiteX122" fmla="*/ 1188341 w 2912392"/>
                <a:gd name="connsiteY122" fmla="*/ 116185 h 335115"/>
                <a:gd name="connsiteX123" fmla="*/ 1198070 w 2912392"/>
                <a:gd name="connsiteY123" fmla="*/ 120922 h 335115"/>
                <a:gd name="connsiteX124" fmla="*/ 1207814 w 2912392"/>
                <a:gd name="connsiteY124" fmla="*/ 125756 h 335115"/>
                <a:gd name="connsiteX125" fmla="*/ 1217558 w 2912392"/>
                <a:gd name="connsiteY125" fmla="*/ 130685 h 335115"/>
                <a:gd name="connsiteX126" fmla="*/ 1227302 w 2912392"/>
                <a:gd name="connsiteY126" fmla="*/ 135701 h 335115"/>
                <a:gd name="connsiteX127" fmla="*/ 1237031 w 2912392"/>
                <a:gd name="connsiteY127" fmla="*/ 140803 h 335115"/>
                <a:gd name="connsiteX128" fmla="*/ 1246775 w 2912392"/>
                <a:gd name="connsiteY128" fmla="*/ 145980 h 335115"/>
                <a:gd name="connsiteX129" fmla="*/ 1256519 w 2912392"/>
                <a:gd name="connsiteY129" fmla="*/ 151229 h 335115"/>
                <a:gd name="connsiteX130" fmla="*/ 1266263 w 2912392"/>
                <a:gd name="connsiteY130" fmla="*/ 156544 h 335115"/>
                <a:gd name="connsiteX131" fmla="*/ 1276007 w 2912392"/>
                <a:gd name="connsiteY131" fmla="*/ 161915 h 335115"/>
                <a:gd name="connsiteX132" fmla="*/ 1285736 w 2912392"/>
                <a:gd name="connsiteY132" fmla="*/ 167336 h 335115"/>
                <a:gd name="connsiteX133" fmla="*/ 1295480 w 2912392"/>
                <a:gd name="connsiteY133" fmla="*/ 172801 h 335115"/>
                <a:gd name="connsiteX134" fmla="*/ 1305224 w 2912392"/>
                <a:gd name="connsiteY134" fmla="*/ 178302 h 335115"/>
                <a:gd name="connsiteX135" fmla="*/ 1314968 w 2912392"/>
                <a:gd name="connsiteY135" fmla="*/ 183828 h 335115"/>
                <a:gd name="connsiteX136" fmla="*/ 1324697 w 2912392"/>
                <a:gd name="connsiteY136" fmla="*/ 189375 h 335115"/>
                <a:gd name="connsiteX137" fmla="*/ 1334441 w 2912392"/>
                <a:gd name="connsiteY137" fmla="*/ 194931 h 335115"/>
                <a:gd name="connsiteX138" fmla="*/ 1344185 w 2912392"/>
                <a:gd name="connsiteY138" fmla="*/ 200488 h 335115"/>
                <a:gd name="connsiteX139" fmla="*/ 1353929 w 2912392"/>
                <a:gd name="connsiteY139" fmla="*/ 206038 h 335115"/>
                <a:gd name="connsiteX140" fmla="*/ 1363658 w 2912392"/>
                <a:gd name="connsiteY140" fmla="*/ 211573 h 335115"/>
                <a:gd name="connsiteX141" fmla="*/ 1373402 w 2912392"/>
                <a:gd name="connsiteY141" fmla="*/ 217081 h 335115"/>
                <a:gd name="connsiteX142" fmla="*/ 1383146 w 2912392"/>
                <a:gd name="connsiteY142" fmla="*/ 222555 h 335115"/>
                <a:gd name="connsiteX143" fmla="*/ 1392890 w 2912392"/>
                <a:gd name="connsiteY143" fmla="*/ 227986 h 335115"/>
                <a:gd name="connsiteX144" fmla="*/ 1402619 w 2912392"/>
                <a:gd name="connsiteY144" fmla="*/ 233364 h 335115"/>
                <a:gd name="connsiteX145" fmla="*/ 1412363 w 2912392"/>
                <a:gd name="connsiteY145" fmla="*/ 238680 h 335115"/>
                <a:gd name="connsiteX146" fmla="*/ 1422106 w 2912392"/>
                <a:gd name="connsiteY146" fmla="*/ 243926 h 335115"/>
                <a:gd name="connsiteX147" fmla="*/ 1431850 w 2912392"/>
                <a:gd name="connsiteY147" fmla="*/ 249093 h 335115"/>
                <a:gd name="connsiteX148" fmla="*/ 1441594 w 2912392"/>
                <a:gd name="connsiteY148" fmla="*/ 254171 h 335115"/>
                <a:gd name="connsiteX149" fmla="*/ 1451323 w 2912392"/>
                <a:gd name="connsiteY149" fmla="*/ 259151 h 335115"/>
                <a:gd name="connsiteX150" fmla="*/ 1461067 w 2912392"/>
                <a:gd name="connsiteY150" fmla="*/ 264026 h 335115"/>
                <a:gd name="connsiteX151" fmla="*/ 1470811 w 2912392"/>
                <a:gd name="connsiteY151" fmla="*/ 268788 h 335115"/>
                <a:gd name="connsiteX152" fmla="*/ 1480555 w 2912392"/>
                <a:gd name="connsiteY152" fmla="*/ 273429 h 335115"/>
                <a:gd name="connsiteX153" fmla="*/ 1490284 w 2912392"/>
                <a:gd name="connsiteY153" fmla="*/ 277939 h 335115"/>
                <a:gd name="connsiteX154" fmla="*/ 1500028 w 2912392"/>
                <a:gd name="connsiteY154" fmla="*/ 282315 h 335115"/>
                <a:gd name="connsiteX155" fmla="*/ 1509772 w 2912392"/>
                <a:gd name="connsiteY155" fmla="*/ 286546 h 335115"/>
                <a:gd name="connsiteX156" fmla="*/ 1519516 w 2912392"/>
                <a:gd name="connsiteY156" fmla="*/ 290627 h 335115"/>
                <a:gd name="connsiteX157" fmla="*/ 1529245 w 2912392"/>
                <a:gd name="connsiteY157" fmla="*/ 294553 h 335115"/>
                <a:gd name="connsiteX158" fmla="*/ 1538989 w 2912392"/>
                <a:gd name="connsiteY158" fmla="*/ 298316 h 335115"/>
                <a:gd name="connsiteX159" fmla="*/ 1548733 w 2912392"/>
                <a:gd name="connsiteY159" fmla="*/ 301913 h 335115"/>
                <a:gd name="connsiteX160" fmla="*/ 1558477 w 2912392"/>
                <a:gd name="connsiteY160" fmla="*/ 305337 h 335115"/>
                <a:gd name="connsiteX161" fmla="*/ 1568221 w 2912392"/>
                <a:gd name="connsiteY161" fmla="*/ 308585 h 335115"/>
                <a:gd name="connsiteX162" fmla="*/ 1577950 w 2912392"/>
                <a:gd name="connsiteY162" fmla="*/ 311652 h 335115"/>
                <a:gd name="connsiteX163" fmla="*/ 1587694 w 2912392"/>
                <a:gd name="connsiteY163" fmla="*/ 314535 h 335115"/>
                <a:gd name="connsiteX164" fmla="*/ 1597438 w 2912392"/>
                <a:gd name="connsiteY164" fmla="*/ 317232 h 335115"/>
                <a:gd name="connsiteX165" fmla="*/ 1607182 w 2912392"/>
                <a:gd name="connsiteY165" fmla="*/ 319741 h 335115"/>
                <a:gd name="connsiteX166" fmla="*/ 1616911 w 2912392"/>
                <a:gd name="connsiteY166" fmla="*/ 322058 h 335115"/>
                <a:gd name="connsiteX167" fmla="*/ 1626655 w 2912392"/>
                <a:gd name="connsiteY167" fmla="*/ 324184 h 335115"/>
                <a:gd name="connsiteX168" fmla="*/ 1636399 w 2912392"/>
                <a:gd name="connsiteY168" fmla="*/ 326118 h 335115"/>
                <a:gd name="connsiteX169" fmla="*/ 1646142 w 2912392"/>
                <a:gd name="connsiteY169" fmla="*/ 327858 h 335115"/>
                <a:gd name="connsiteX170" fmla="*/ 1655872 w 2912392"/>
                <a:gd name="connsiteY170" fmla="*/ 329406 h 335115"/>
                <a:gd name="connsiteX171" fmla="*/ 1665616 w 2912392"/>
                <a:gd name="connsiteY171" fmla="*/ 330763 h 335115"/>
                <a:gd name="connsiteX172" fmla="*/ 1675359 w 2912392"/>
                <a:gd name="connsiteY172" fmla="*/ 331931 h 335115"/>
                <a:gd name="connsiteX173" fmla="*/ 1685103 w 2912392"/>
                <a:gd name="connsiteY173" fmla="*/ 332912 h 335115"/>
                <a:gd name="connsiteX174" fmla="*/ 1694832 w 2912392"/>
                <a:gd name="connsiteY174" fmla="*/ 333707 h 335115"/>
                <a:gd name="connsiteX175" fmla="*/ 1704576 w 2912392"/>
                <a:gd name="connsiteY175" fmla="*/ 334323 h 335115"/>
                <a:gd name="connsiteX176" fmla="*/ 1714320 w 2912392"/>
                <a:gd name="connsiteY176" fmla="*/ 334759 h 335115"/>
                <a:gd name="connsiteX177" fmla="*/ 1724064 w 2912392"/>
                <a:gd name="connsiteY177" fmla="*/ 335021 h 335115"/>
                <a:gd name="connsiteX178" fmla="*/ 1733808 w 2912392"/>
                <a:gd name="connsiteY178" fmla="*/ 335115 h 335115"/>
                <a:gd name="connsiteX179" fmla="*/ 1743537 w 2912392"/>
                <a:gd name="connsiteY179" fmla="*/ 335045 h 335115"/>
                <a:gd name="connsiteX180" fmla="*/ 1753281 w 2912392"/>
                <a:gd name="connsiteY180" fmla="*/ 334819 h 335115"/>
                <a:gd name="connsiteX181" fmla="*/ 1763025 w 2912392"/>
                <a:gd name="connsiteY181" fmla="*/ 334439 h 335115"/>
                <a:gd name="connsiteX182" fmla="*/ 1772769 w 2912392"/>
                <a:gd name="connsiteY182" fmla="*/ 333913 h 335115"/>
                <a:gd name="connsiteX183" fmla="*/ 1782498 w 2912392"/>
                <a:gd name="connsiteY183" fmla="*/ 333249 h 335115"/>
                <a:gd name="connsiteX184" fmla="*/ 1792242 w 2912392"/>
                <a:gd name="connsiteY184" fmla="*/ 332453 h 335115"/>
                <a:gd name="connsiteX185" fmla="*/ 1801986 w 2912392"/>
                <a:gd name="connsiteY185" fmla="*/ 331534 h 335115"/>
                <a:gd name="connsiteX186" fmla="*/ 1811730 w 2912392"/>
                <a:gd name="connsiteY186" fmla="*/ 330497 h 335115"/>
                <a:gd name="connsiteX187" fmla="*/ 1821459 w 2912392"/>
                <a:gd name="connsiteY187" fmla="*/ 329351 h 335115"/>
                <a:gd name="connsiteX188" fmla="*/ 1831203 w 2912392"/>
                <a:gd name="connsiteY188" fmla="*/ 328107 h 335115"/>
                <a:gd name="connsiteX189" fmla="*/ 1840947 w 2912392"/>
                <a:gd name="connsiteY189" fmla="*/ 326769 h 335115"/>
                <a:gd name="connsiteX190" fmla="*/ 1850691 w 2912392"/>
                <a:gd name="connsiteY190" fmla="*/ 325349 h 335115"/>
                <a:gd name="connsiteX191" fmla="*/ 1860435 w 2912392"/>
                <a:gd name="connsiteY191" fmla="*/ 323855 h 335115"/>
                <a:gd name="connsiteX192" fmla="*/ 1870164 w 2912392"/>
                <a:gd name="connsiteY192" fmla="*/ 322295 h 335115"/>
                <a:gd name="connsiteX193" fmla="*/ 1879908 w 2912392"/>
                <a:gd name="connsiteY193" fmla="*/ 320678 h 335115"/>
                <a:gd name="connsiteX194" fmla="*/ 1889652 w 2912392"/>
                <a:gd name="connsiteY194" fmla="*/ 319014 h 335115"/>
                <a:gd name="connsiteX195" fmla="*/ 1899395 w 2912392"/>
                <a:gd name="connsiteY195" fmla="*/ 317310 h 335115"/>
                <a:gd name="connsiteX196" fmla="*/ 1909124 w 2912392"/>
                <a:gd name="connsiteY196" fmla="*/ 315575 h 335115"/>
                <a:gd name="connsiteX197" fmla="*/ 1918868 w 2912392"/>
                <a:gd name="connsiteY197" fmla="*/ 313820 h 335115"/>
                <a:gd name="connsiteX198" fmla="*/ 1928612 w 2912392"/>
                <a:gd name="connsiteY198" fmla="*/ 312052 h 335115"/>
                <a:gd name="connsiteX199" fmla="*/ 1938356 w 2912392"/>
                <a:gd name="connsiteY199" fmla="*/ 310279 h 335115"/>
                <a:gd name="connsiteX200" fmla="*/ 1948085 w 2912392"/>
                <a:gd name="connsiteY200" fmla="*/ 308509 h 335115"/>
                <a:gd name="connsiteX201" fmla="*/ 1957829 w 2912392"/>
                <a:gd name="connsiteY201" fmla="*/ 306752 h 335115"/>
                <a:gd name="connsiteX202" fmla="*/ 1967573 w 2912392"/>
                <a:gd name="connsiteY202" fmla="*/ 305015 h 335115"/>
                <a:gd name="connsiteX203" fmla="*/ 1977317 w 2912392"/>
                <a:gd name="connsiteY203" fmla="*/ 303305 h 335115"/>
                <a:gd name="connsiteX204" fmla="*/ 1987046 w 2912392"/>
                <a:gd name="connsiteY204" fmla="*/ 301628 h 335115"/>
                <a:gd name="connsiteX205" fmla="*/ 1996790 w 2912392"/>
                <a:gd name="connsiteY205" fmla="*/ 299994 h 335115"/>
                <a:gd name="connsiteX206" fmla="*/ 2006534 w 2912392"/>
                <a:gd name="connsiteY206" fmla="*/ 298407 h 335115"/>
                <a:gd name="connsiteX207" fmla="*/ 2016278 w 2912392"/>
                <a:gd name="connsiteY207" fmla="*/ 296876 h 335115"/>
                <a:gd name="connsiteX208" fmla="*/ 2026022 w 2912392"/>
                <a:gd name="connsiteY208" fmla="*/ 295402 h 335115"/>
                <a:gd name="connsiteX209" fmla="*/ 2035751 w 2912392"/>
                <a:gd name="connsiteY209" fmla="*/ 293994 h 335115"/>
                <a:gd name="connsiteX210" fmla="*/ 2045495 w 2912392"/>
                <a:gd name="connsiteY210" fmla="*/ 292658 h 335115"/>
                <a:gd name="connsiteX211" fmla="*/ 2055239 w 2912392"/>
                <a:gd name="connsiteY211" fmla="*/ 291394 h 335115"/>
                <a:gd name="connsiteX212" fmla="*/ 2064983 w 2912392"/>
                <a:gd name="connsiteY212" fmla="*/ 290210 h 335115"/>
                <a:gd name="connsiteX213" fmla="*/ 2074712 w 2912392"/>
                <a:gd name="connsiteY213" fmla="*/ 289107 h 335115"/>
                <a:gd name="connsiteX214" fmla="*/ 2084456 w 2912392"/>
                <a:gd name="connsiteY214" fmla="*/ 288090 h 335115"/>
                <a:gd name="connsiteX215" fmla="*/ 2094200 w 2912392"/>
                <a:gd name="connsiteY215" fmla="*/ 287160 h 335115"/>
                <a:gd name="connsiteX216" fmla="*/ 2103944 w 2912392"/>
                <a:gd name="connsiteY216" fmla="*/ 286320 h 335115"/>
                <a:gd name="connsiteX217" fmla="*/ 2113673 w 2912392"/>
                <a:gd name="connsiteY217" fmla="*/ 285572 h 335115"/>
                <a:gd name="connsiteX218" fmla="*/ 2123417 w 2912392"/>
                <a:gd name="connsiteY218" fmla="*/ 284915 h 335115"/>
                <a:gd name="connsiteX219" fmla="*/ 2133161 w 2912392"/>
                <a:gd name="connsiteY219" fmla="*/ 284350 h 335115"/>
                <a:gd name="connsiteX220" fmla="*/ 2142905 w 2912392"/>
                <a:gd name="connsiteY220" fmla="*/ 283878 h 335115"/>
                <a:gd name="connsiteX221" fmla="*/ 2152649 w 2912392"/>
                <a:gd name="connsiteY221" fmla="*/ 283499 h 335115"/>
                <a:gd name="connsiteX222" fmla="*/ 2162377 w 2912392"/>
                <a:gd name="connsiteY222" fmla="*/ 283210 h 335115"/>
                <a:gd name="connsiteX223" fmla="*/ 2172121 w 2912392"/>
                <a:gd name="connsiteY223" fmla="*/ 283012 h 335115"/>
                <a:gd name="connsiteX224" fmla="*/ 2181865 w 2912392"/>
                <a:gd name="connsiteY224" fmla="*/ 282902 h 335115"/>
                <a:gd name="connsiteX225" fmla="*/ 2191609 w 2912392"/>
                <a:gd name="connsiteY225" fmla="*/ 282877 h 335115"/>
                <a:gd name="connsiteX226" fmla="*/ 2201338 w 2912392"/>
                <a:gd name="connsiteY226" fmla="*/ 282933 h 335115"/>
                <a:gd name="connsiteX227" fmla="*/ 2211082 w 2912392"/>
                <a:gd name="connsiteY227" fmla="*/ 283072 h 335115"/>
                <a:gd name="connsiteX228" fmla="*/ 2220826 w 2912392"/>
                <a:gd name="connsiteY228" fmla="*/ 283285 h 335115"/>
                <a:gd name="connsiteX229" fmla="*/ 2230570 w 2912392"/>
                <a:gd name="connsiteY229" fmla="*/ 283571 h 335115"/>
                <a:gd name="connsiteX230" fmla="*/ 2240299 w 2912392"/>
                <a:gd name="connsiteY230" fmla="*/ 283924 h 335115"/>
                <a:gd name="connsiteX231" fmla="*/ 2250043 w 2912392"/>
                <a:gd name="connsiteY231" fmla="*/ 284341 h 335115"/>
                <a:gd name="connsiteX232" fmla="*/ 2259787 w 2912392"/>
                <a:gd name="connsiteY232" fmla="*/ 284818 h 335115"/>
                <a:gd name="connsiteX233" fmla="*/ 2269531 w 2912392"/>
                <a:gd name="connsiteY233" fmla="*/ 285347 h 335115"/>
                <a:gd name="connsiteX234" fmla="*/ 2279260 w 2912392"/>
                <a:gd name="connsiteY234" fmla="*/ 285925 h 335115"/>
                <a:gd name="connsiteX235" fmla="*/ 2289004 w 2912392"/>
                <a:gd name="connsiteY235" fmla="*/ 286545 h 335115"/>
                <a:gd name="connsiteX236" fmla="*/ 2298748 w 2912392"/>
                <a:gd name="connsiteY236" fmla="*/ 287202 h 335115"/>
                <a:gd name="connsiteX237" fmla="*/ 2308492 w 2912392"/>
                <a:gd name="connsiteY237" fmla="*/ 287890 h 335115"/>
                <a:gd name="connsiteX238" fmla="*/ 2318236 w 2912392"/>
                <a:gd name="connsiteY238" fmla="*/ 288604 h 335115"/>
                <a:gd name="connsiteX239" fmla="*/ 2327965 w 2912392"/>
                <a:gd name="connsiteY239" fmla="*/ 289337 h 335115"/>
                <a:gd name="connsiteX240" fmla="*/ 2337709 w 2912392"/>
                <a:gd name="connsiteY240" fmla="*/ 290083 h 335115"/>
                <a:gd name="connsiteX241" fmla="*/ 2347453 w 2912392"/>
                <a:gd name="connsiteY241" fmla="*/ 290836 h 335115"/>
                <a:gd name="connsiteX242" fmla="*/ 2357197 w 2912392"/>
                <a:gd name="connsiteY242" fmla="*/ 291591 h 335115"/>
                <a:gd name="connsiteX243" fmla="*/ 2366926 w 2912392"/>
                <a:gd name="connsiteY243" fmla="*/ 292340 h 335115"/>
                <a:gd name="connsiteX244" fmla="*/ 2376670 w 2912392"/>
                <a:gd name="connsiteY244" fmla="*/ 293081 h 335115"/>
                <a:gd name="connsiteX245" fmla="*/ 2386413 w 2912392"/>
                <a:gd name="connsiteY245" fmla="*/ 293803 h 335115"/>
                <a:gd name="connsiteX246" fmla="*/ 2396157 w 2912392"/>
                <a:gd name="connsiteY246" fmla="*/ 294505 h 335115"/>
                <a:gd name="connsiteX247" fmla="*/ 2405886 w 2912392"/>
                <a:gd name="connsiteY247" fmla="*/ 295179 h 335115"/>
                <a:gd name="connsiteX248" fmla="*/ 2415630 w 2912392"/>
                <a:gd name="connsiteY248" fmla="*/ 295821 h 335115"/>
                <a:gd name="connsiteX249" fmla="*/ 2425374 w 2912392"/>
                <a:gd name="connsiteY249" fmla="*/ 296426 h 335115"/>
                <a:gd name="connsiteX250" fmla="*/ 2435118 w 2912392"/>
                <a:gd name="connsiteY250" fmla="*/ 296989 h 335115"/>
                <a:gd name="connsiteX251" fmla="*/ 2444862 w 2912392"/>
                <a:gd name="connsiteY251" fmla="*/ 297507 h 335115"/>
                <a:gd name="connsiteX252" fmla="*/ 2454591 w 2912392"/>
                <a:gd name="connsiteY252" fmla="*/ 297974 h 335115"/>
                <a:gd name="connsiteX253" fmla="*/ 2464335 w 2912392"/>
                <a:gd name="connsiteY253" fmla="*/ 298388 h 335115"/>
                <a:gd name="connsiteX254" fmla="*/ 2474079 w 2912392"/>
                <a:gd name="connsiteY254" fmla="*/ 298744 h 335115"/>
                <a:gd name="connsiteX255" fmla="*/ 2483823 w 2912392"/>
                <a:gd name="connsiteY255" fmla="*/ 299041 h 335115"/>
                <a:gd name="connsiteX256" fmla="*/ 2493552 w 2912392"/>
                <a:gd name="connsiteY256" fmla="*/ 299276 h 335115"/>
                <a:gd name="connsiteX257" fmla="*/ 2503296 w 2912392"/>
                <a:gd name="connsiteY257" fmla="*/ 299446 h 335115"/>
                <a:gd name="connsiteX258" fmla="*/ 2513040 w 2912392"/>
                <a:gd name="connsiteY258" fmla="*/ 299550 h 335115"/>
                <a:gd name="connsiteX259" fmla="*/ 2522784 w 2912392"/>
                <a:gd name="connsiteY259" fmla="*/ 299589 h 335115"/>
                <a:gd name="connsiteX260" fmla="*/ 2532513 w 2912392"/>
                <a:gd name="connsiteY260" fmla="*/ 299557 h 335115"/>
                <a:gd name="connsiteX261" fmla="*/ 2542257 w 2912392"/>
                <a:gd name="connsiteY261" fmla="*/ 299459 h 335115"/>
                <a:gd name="connsiteX262" fmla="*/ 2552001 w 2912392"/>
                <a:gd name="connsiteY262" fmla="*/ 299294 h 335115"/>
                <a:gd name="connsiteX263" fmla="*/ 2561745 w 2912392"/>
                <a:gd name="connsiteY263" fmla="*/ 299060 h 335115"/>
                <a:gd name="connsiteX264" fmla="*/ 2571474 w 2912392"/>
                <a:gd name="connsiteY264" fmla="*/ 298762 h 335115"/>
                <a:gd name="connsiteX265" fmla="*/ 2581218 w 2912392"/>
                <a:gd name="connsiteY265" fmla="*/ 298398 h 335115"/>
                <a:gd name="connsiteX266" fmla="*/ 2590962 w 2912392"/>
                <a:gd name="connsiteY266" fmla="*/ 297974 h 335115"/>
                <a:gd name="connsiteX267" fmla="*/ 2600705 w 2912392"/>
                <a:gd name="connsiteY267" fmla="*/ 297488 h 335115"/>
                <a:gd name="connsiteX268" fmla="*/ 2610449 w 2912392"/>
                <a:gd name="connsiteY268" fmla="*/ 296947 h 335115"/>
                <a:gd name="connsiteX269" fmla="*/ 2620178 w 2912392"/>
                <a:gd name="connsiteY269" fmla="*/ 296353 h 335115"/>
                <a:gd name="connsiteX270" fmla="*/ 2629922 w 2912392"/>
                <a:gd name="connsiteY270" fmla="*/ 295709 h 335115"/>
                <a:gd name="connsiteX271" fmla="*/ 2639666 w 2912392"/>
                <a:gd name="connsiteY271" fmla="*/ 295019 h 335115"/>
                <a:gd name="connsiteX272" fmla="*/ 2649410 w 2912392"/>
                <a:gd name="connsiteY272" fmla="*/ 294291 h 335115"/>
                <a:gd name="connsiteX273" fmla="*/ 2659139 w 2912392"/>
                <a:gd name="connsiteY273" fmla="*/ 293526 h 335115"/>
                <a:gd name="connsiteX274" fmla="*/ 2668883 w 2912392"/>
                <a:gd name="connsiteY274" fmla="*/ 292734 h 335115"/>
                <a:gd name="connsiteX275" fmla="*/ 2678627 w 2912392"/>
                <a:gd name="connsiteY275" fmla="*/ 291916 h 335115"/>
                <a:gd name="connsiteX276" fmla="*/ 2688371 w 2912392"/>
                <a:gd name="connsiteY276" fmla="*/ 291080 h 335115"/>
                <a:gd name="connsiteX277" fmla="*/ 2698100 w 2912392"/>
                <a:gd name="connsiteY277" fmla="*/ 290232 h 335115"/>
                <a:gd name="connsiteX278" fmla="*/ 2707844 w 2912392"/>
                <a:gd name="connsiteY278" fmla="*/ 289381 h 335115"/>
                <a:gd name="connsiteX279" fmla="*/ 2717588 w 2912392"/>
                <a:gd name="connsiteY279" fmla="*/ 288531 h 335115"/>
                <a:gd name="connsiteX280" fmla="*/ 2727332 w 2912392"/>
                <a:gd name="connsiteY280" fmla="*/ 287690 h 335115"/>
                <a:gd name="connsiteX281" fmla="*/ 2737076 w 2912392"/>
                <a:gd name="connsiteY281" fmla="*/ 286865 h 335115"/>
                <a:gd name="connsiteX282" fmla="*/ 2746805 w 2912392"/>
                <a:gd name="connsiteY282" fmla="*/ 286063 h 335115"/>
                <a:gd name="connsiteX283" fmla="*/ 2756549 w 2912392"/>
                <a:gd name="connsiteY283" fmla="*/ 285293 h 335115"/>
                <a:gd name="connsiteX284" fmla="*/ 2766293 w 2912392"/>
                <a:gd name="connsiteY284" fmla="*/ 284562 h 335115"/>
                <a:gd name="connsiteX285" fmla="*/ 2776037 w 2912392"/>
                <a:gd name="connsiteY285" fmla="*/ 283875 h 335115"/>
                <a:gd name="connsiteX286" fmla="*/ 2785766 w 2912392"/>
                <a:gd name="connsiteY286" fmla="*/ 283243 h 335115"/>
                <a:gd name="connsiteX287" fmla="*/ 2795510 w 2912392"/>
                <a:gd name="connsiteY287" fmla="*/ 282671 h 335115"/>
                <a:gd name="connsiteX288" fmla="*/ 2805254 w 2912392"/>
                <a:gd name="connsiteY288" fmla="*/ 282169 h 335115"/>
                <a:gd name="connsiteX289" fmla="*/ 2814998 w 2912392"/>
                <a:gd name="connsiteY289" fmla="*/ 281741 h 335115"/>
                <a:gd name="connsiteX290" fmla="*/ 2824727 w 2912392"/>
                <a:gd name="connsiteY290" fmla="*/ 281399 h 335115"/>
                <a:gd name="connsiteX291" fmla="*/ 2834471 w 2912392"/>
                <a:gd name="connsiteY291" fmla="*/ 281145 h 335115"/>
                <a:gd name="connsiteX292" fmla="*/ 2844215 w 2912392"/>
                <a:gd name="connsiteY292" fmla="*/ 280989 h 335115"/>
                <a:gd name="connsiteX293" fmla="*/ 2853958 w 2912392"/>
                <a:gd name="connsiteY293" fmla="*/ 280935 h 335115"/>
                <a:gd name="connsiteX294" fmla="*/ 2863687 w 2912392"/>
                <a:gd name="connsiteY294" fmla="*/ 280993 h 335115"/>
                <a:gd name="connsiteX295" fmla="*/ 2873431 w 2912392"/>
                <a:gd name="connsiteY295" fmla="*/ 281166 h 335115"/>
                <a:gd name="connsiteX296" fmla="*/ 2883175 w 2912392"/>
                <a:gd name="connsiteY296" fmla="*/ 281461 h 335115"/>
                <a:gd name="connsiteX297" fmla="*/ 2892919 w 2912392"/>
                <a:gd name="connsiteY297" fmla="*/ 281883 h 335115"/>
                <a:gd name="connsiteX298" fmla="*/ 2902663 w 2912392"/>
                <a:gd name="connsiteY298" fmla="*/ 282437 h 335115"/>
                <a:gd name="connsiteX299" fmla="*/ 2912392 w 2912392"/>
                <a:gd name="connsiteY299" fmla="*/ 283128 h 335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35115">
                  <a:moveTo>
                    <a:pt x="0" y="135462"/>
                  </a:moveTo>
                  <a:lnTo>
                    <a:pt x="9739" y="131127"/>
                  </a:lnTo>
                  <a:lnTo>
                    <a:pt x="19480" y="126817"/>
                  </a:lnTo>
                  <a:lnTo>
                    <a:pt x="29221" y="122532"/>
                  </a:lnTo>
                  <a:lnTo>
                    <a:pt x="38961" y="118277"/>
                  </a:lnTo>
                  <a:lnTo>
                    <a:pt x="48702" y="114056"/>
                  </a:lnTo>
                  <a:lnTo>
                    <a:pt x="58443" y="109870"/>
                  </a:lnTo>
                  <a:lnTo>
                    <a:pt x="68182" y="105723"/>
                  </a:lnTo>
                  <a:lnTo>
                    <a:pt x="77923" y="101620"/>
                  </a:lnTo>
                  <a:lnTo>
                    <a:pt x="87664" y="97562"/>
                  </a:lnTo>
                  <a:lnTo>
                    <a:pt x="97404" y="93554"/>
                  </a:lnTo>
                  <a:lnTo>
                    <a:pt x="107145" y="89598"/>
                  </a:lnTo>
                  <a:lnTo>
                    <a:pt x="116886" y="85697"/>
                  </a:lnTo>
                  <a:lnTo>
                    <a:pt x="126625" y="81858"/>
                  </a:lnTo>
                  <a:lnTo>
                    <a:pt x="136366" y="78080"/>
                  </a:lnTo>
                  <a:lnTo>
                    <a:pt x="146107" y="74367"/>
                  </a:lnTo>
                  <a:lnTo>
                    <a:pt x="155846" y="70724"/>
                  </a:lnTo>
                  <a:lnTo>
                    <a:pt x="165587" y="67153"/>
                  </a:lnTo>
                  <a:lnTo>
                    <a:pt x="175328" y="63656"/>
                  </a:lnTo>
                  <a:lnTo>
                    <a:pt x="185068" y="60237"/>
                  </a:lnTo>
                  <a:lnTo>
                    <a:pt x="194809" y="56898"/>
                  </a:lnTo>
                  <a:lnTo>
                    <a:pt x="204550" y="53642"/>
                  </a:lnTo>
                  <a:lnTo>
                    <a:pt x="214289" y="50473"/>
                  </a:lnTo>
                  <a:lnTo>
                    <a:pt x="224030" y="47391"/>
                  </a:lnTo>
                  <a:lnTo>
                    <a:pt x="233771" y="44400"/>
                  </a:lnTo>
                  <a:lnTo>
                    <a:pt x="243510" y="41501"/>
                  </a:lnTo>
                  <a:lnTo>
                    <a:pt x="253251" y="38697"/>
                  </a:lnTo>
                  <a:lnTo>
                    <a:pt x="262992" y="35989"/>
                  </a:lnTo>
                  <a:lnTo>
                    <a:pt x="272732" y="33378"/>
                  </a:lnTo>
                  <a:lnTo>
                    <a:pt x="282473" y="30866"/>
                  </a:lnTo>
                  <a:lnTo>
                    <a:pt x="292214" y="28456"/>
                  </a:lnTo>
                  <a:lnTo>
                    <a:pt x="301953" y="26146"/>
                  </a:lnTo>
                  <a:lnTo>
                    <a:pt x="311694" y="23938"/>
                  </a:lnTo>
                  <a:lnTo>
                    <a:pt x="321435" y="21833"/>
                  </a:lnTo>
                  <a:lnTo>
                    <a:pt x="331175" y="19831"/>
                  </a:lnTo>
                  <a:lnTo>
                    <a:pt x="340916" y="17931"/>
                  </a:lnTo>
                  <a:lnTo>
                    <a:pt x="350656" y="16136"/>
                  </a:lnTo>
                  <a:lnTo>
                    <a:pt x="360396" y="14442"/>
                  </a:lnTo>
                  <a:lnTo>
                    <a:pt x="370137" y="12850"/>
                  </a:lnTo>
                  <a:lnTo>
                    <a:pt x="379878" y="11362"/>
                  </a:lnTo>
                  <a:lnTo>
                    <a:pt x="389617" y="9973"/>
                  </a:lnTo>
                  <a:lnTo>
                    <a:pt x="399358" y="8683"/>
                  </a:lnTo>
                  <a:lnTo>
                    <a:pt x="409099" y="7493"/>
                  </a:lnTo>
                  <a:lnTo>
                    <a:pt x="418839" y="6398"/>
                  </a:lnTo>
                  <a:lnTo>
                    <a:pt x="428580" y="5399"/>
                  </a:lnTo>
                  <a:lnTo>
                    <a:pt x="438321" y="4494"/>
                  </a:lnTo>
                  <a:lnTo>
                    <a:pt x="448060" y="3679"/>
                  </a:lnTo>
                  <a:lnTo>
                    <a:pt x="457801" y="2952"/>
                  </a:lnTo>
                  <a:lnTo>
                    <a:pt x="467542" y="2312"/>
                  </a:lnTo>
                  <a:lnTo>
                    <a:pt x="477281" y="1757"/>
                  </a:lnTo>
                  <a:lnTo>
                    <a:pt x="487022" y="1283"/>
                  </a:lnTo>
                  <a:lnTo>
                    <a:pt x="496763" y="888"/>
                  </a:lnTo>
                  <a:lnTo>
                    <a:pt x="506503" y="569"/>
                  </a:lnTo>
                  <a:lnTo>
                    <a:pt x="516244" y="325"/>
                  </a:lnTo>
                  <a:lnTo>
                    <a:pt x="525985" y="149"/>
                  </a:lnTo>
                  <a:lnTo>
                    <a:pt x="535724" y="42"/>
                  </a:lnTo>
                  <a:lnTo>
                    <a:pt x="545465" y="0"/>
                  </a:lnTo>
                  <a:lnTo>
                    <a:pt x="555206" y="19"/>
                  </a:lnTo>
                  <a:lnTo>
                    <a:pt x="564946" y="97"/>
                  </a:lnTo>
                  <a:lnTo>
                    <a:pt x="574687" y="232"/>
                  </a:lnTo>
                  <a:lnTo>
                    <a:pt x="584428" y="420"/>
                  </a:lnTo>
                  <a:lnTo>
                    <a:pt x="594167" y="659"/>
                  </a:lnTo>
                  <a:lnTo>
                    <a:pt x="603908" y="945"/>
                  </a:lnTo>
                  <a:lnTo>
                    <a:pt x="613649" y="1277"/>
                  </a:lnTo>
                  <a:lnTo>
                    <a:pt x="623388" y="1651"/>
                  </a:lnTo>
                  <a:lnTo>
                    <a:pt x="633129" y="2067"/>
                  </a:lnTo>
                  <a:lnTo>
                    <a:pt x="642870" y="2522"/>
                  </a:lnTo>
                  <a:lnTo>
                    <a:pt x="652610" y="3014"/>
                  </a:lnTo>
                  <a:lnTo>
                    <a:pt x="662351" y="3540"/>
                  </a:lnTo>
                  <a:lnTo>
                    <a:pt x="672092" y="4102"/>
                  </a:lnTo>
                  <a:lnTo>
                    <a:pt x="681831" y="4695"/>
                  </a:lnTo>
                  <a:lnTo>
                    <a:pt x="691572" y="5319"/>
                  </a:lnTo>
                  <a:lnTo>
                    <a:pt x="701313" y="5975"/>
                  </a:lnTo>
                  <a:lnTo>
                    <a:pt x="711052" y="6660"/>
                  </a:lnTo>
                  <a:lnTo>
                    <a:pt x="720793" y="7375"/>
                  </a:lnTo>
                  <a:lnTo>
                    <a:pt x="730534" y="8119"/>
                  </a:lnTo>
                  <a:lnTo>
                    <a:pt x="740274" y="8893"/>
                  </a:lnTo>
                  <a:lnTo>
                    <a:pt x="750015" y="9698"/>
                  </a:lnTo>
                  <a:lnTo>
                    <a:pt x="759756" y="10534"/>
                  </a:lnTo>
                  <a:lnTo>
                    <a:pt x="769495" y="11401"/>
                  </a:lnTo>
                  <a:lnTo>
                    <a:pt x="779236" y="12302"/>
                  </a:lnTo>
                  <a:lnTo>
                    <a:pt x="788977" y="13236"/>
                  </a:lnTo>
                  <a:lnTo>
                    <a:pt x="798717" y="14208"/>
                  </a:lnTo>
                  <a:lnTo>
                    <a:pt x="808458" y="15218"/>
                  </a:lnTo>
                  <a:lnTo>
                    <a:pt x="818199" y="16268"/>
                  </a:lnTo>
                  <a:lnTo>
                    <a:pt x="827938" y="17362"/>
                  </a:lnTo>
                  <a:lnTo>
                    <a:pt x="837679" y="18500"/>
                  </a:lnTo>
                  <a:lnTo>
                    <a:pt x="847420" y="19687"/>
                  </a:lnTo>
                  <a:lnTo>
                    <a:pt x="857159" y="20926"/>
                  </a:lnTo>
                  <a:lnTo>
                    <a:pt x="866900" y="22217"/>
                  </a:lnTo>
                  <a:lnTo>
                    <a:pt x="876641" y="23569"/>
                  </a:lnTo>
                  <a:lnTo>
                    <a:pt x="886381" y="24980"/>
                  </a:lnTo>
                  <a:lnTo>
                    <a:pt x="896122" y="26456"/>
                  </a:lnTo>
                  <a:lnTo>
                    <a:pt x="905863" y="28001"/>
                  </a:lnTo>
                  <a:lnTo>
                    <a:pt x="915602" y="29618"/>
                  </a:lnTo>
                  <a:lnTo>
                    <a:pt x="925343" y="31310"/>
                  </a:lnTo>
                  <a:lnTo>
                    <a:pt x="935084" y="33083"/>
                  </a:lnTo>
                  <a:lnTo>
                    <a:pt x="944824" y="34938"/>
                  </a:lnTo>
                  <a:lnTo>
                    <a:pt x="954564" y="36879"/>
                  </a:lnTo>
                  <a:lnTo>
                    <a:pt x="964305" y="38912"/>
                  </a:lnTo>
                  <a:lnTo>
                    <a:pt x="974045" y="41038"/>
                  </a:lnTo>
                  <a:lnTo>
                    <a:pt x="983786" y="43262"/>
                  </a:lnTo>
                  <a:lnTo>
                    <a:pt x="993522" y="45586"/>
                  </a:lnTo>
                  <a:lnTo>
                    <a:pt x="1003266" y="48015"/>
                  </a:lnTo>
                  <a:lnTo>
                    <a:pt x="1013010" y="50551"/>
                  </a:lnTo>
                  <a:lnTo>
                    <a:pt x="1022754" y="53195"/>
                  </a:lnTo>
                  <a:lnTo>
                    <a:pt x="1032483" y="55953"/>
                  </a:lnTo>
                  <a:lnTo>
                    <a:pt x="1042227" y="58824"/>
                  </a:lnTo>
                  <a:lnTo>
                    <a:pt x="1051971" y="61813"/>
                  </a:lnTo>
                  <a:lnTo>
                    <a:pt x="1061715" y="64919"/>
                  </a:lnTo>
                  <a:lnTo>
                    <a:pt x="1071444" y="68145"/>
                  </a:lnTo>
                  <a:lnTo>
                    <a:pt x="1081188" y="71491"/>
                  </a:lnTo>
                  <a:lnTo>
                    <a:pt x="1090932" y="74958"/>
                  </a:lnTo>
                  <a:lnTo>
                    <a:pt x="1100676" y="78547"/>
                  </a:lnTo>
                  <a:lnTo>
                    <a:pt x="1110405" y="82259"/>
                  </a:lnTo>
                  <a:lnTo>
                    <a:pt x="1120149" y="86091"/>
                  </a:lnTo>
                  <a:lnTo>
                    <a:pt x="1129893" y="90044"/>
                  </a:lnTo>
                  <a:lnTo>
                    <a:pt x="1139637" y="94114"/>
                  </a:lnTo>
                  <a:lnTo>
                    <a:pt x="1149381" y="98303"/>
                  </a:lnTo>
                  <a:lnTo>
                    <a:pt x="1159110" y="102608"/>
                  </a:lnTo>
                  <a:lnTo>
                    <a:pt x="1168854" y="107025"/>
                  </a:lnTo>
                  <a:lnTo>
                    <a:pt x="1178598" y="111552"/>
                  </a:lnTo>
                  <a:lnTo>
                    <a:pt x="1188341" y="116185"/>
                  </a:lnTo>
                  <a:lnTo>
                    <a:pt x="1198070" y="120922"/>
                  </a:lnTo>
                  <a:lnTo>
                    <a:pt x="1207814" y="125756"/>
                  </a:lnTo>
                  <a:lnTo>
                    <a:pt x="1217558" y="130685"/>
                  </a:lnTo>
                  <a:lnTo>
                    <a:pt x="1227302" y="135701"/>
                  </a:lnTo>
                  <a:lnTo>
                    <a:pt x="1237031" y="140803"/>
                  </a:lnTo>
                  <a:lnTo>
                    <a:pt x="1246775" y="145980"/>
                  </a:lnTo>
                  <a:lnTo>
                    <a:pt x="1256519" y="151229"/>
                  </a:lnTo>
                  <a:lnTo>
                    <a:pt x="1266263" y="156544"/>
                  </a:lnTo>
                  <a:lnTo>
                    <a:pt x="1276007" y="161915"/>
                  </a:lnTo>
                  <a:lnTo>
                    <a:pt x="1285736" y="167336"/>
                  </a:lnTo>
                  <a:lnTo>
                    <a:pt x="1295480" y="172801"/>
                  </a:lnTo>
                  <a:lnTo>
                    <a:pt x="1305224" y="178302"/>
                  </a:lnTo>
                  <a:lnTo>
                    <a:pt x="1314968" y="183828"/>
                  </a:lnTo>
                  <a:lnTo>
                    <a:pt x="1324697" y="189375"/>
                  </a:lnTo>
                  <a:lnTo>
                    <a:pt x="1334441" y="194931"/>
                  </a:lnTo>
                  <a:lnTo>
                    <a:pt x="1344185" y="200488"/>
                  </a:lnTo>
                  <a:lnTo>
                    <a:pt x="1353929" y="206038"/>
                  </a:lnTo>
                  <a:lnTo>
                    <a:pt x="1363658" y="211573"/>
                  </a:lnTo>
                  <a:lnTo>
                    <a:pt x="1373402" y="217081"/>
                  </a:lnTo>
                  <a:lnTo>
                    <a:pt x="1383146" y="222555"/>
                  </a:lnTo>
                  <a:lnTo>
                    <a:pt x="1392890" y="227986"/>
                  </a:lnTo>
                  <a:lnTo>
                    <a:pt x="1402619" y="233364"/>
                  </a:lnTo>
                  <a:lnTo>
                    <a:pt x="1412363" y="238680"/>
                  </a:lnTo>
                  <a:lnTo>
                    <a:pt x="1422106" y="243926"/>
                  </a:lnTo>
                  <a:lnTo>
                    <a:pt x="1431850" y="249093"/>
                  </a:lnTo>
                  <a:lnTo>
                    <a:pt x="1441594" y="254171"/>
                  </a:lnTo>
                  <a:lnTo>
                    <a:pt x="1451323" y="259151"/>
                  </a:lnTo>
                  <a:lnTo>
                    <a:pt x="1461067" y="264026"/>
                  </a:lnTo>
                  <a:lnTo>
                    <a:pt x="1470811" y="268788"/>
                  </a:lnTo>
                  <a:lnTo>
                    <a:pt x="1480555" y="273429"/>
                  </a:lnTo>
                  <a:lnTo>
                    <a:pt x="1490284" y="277939"/>
                  </a:lnTo>
                  <a:lnTo>
                    <a:pt x="1500028" y="282315"/>
                  </a:lnTo>
                  <a:lnTo>
                    <a:pt x="1509772" y="286546"/>
                  </a:lnTo>
                  <a:lnTo>
                    <a:pt x="1519516" y="290627"/>
                  </a:lnTo>
                  <a:lnTo>
                    <a:pt x="1529245" y="294553"/>
                  </a:lnTo>
                  <a:lnTo>
                    <a:pt x="1538989" y="298316"/>
                  </a:lnTo>
                  <a:lnTo>
                    <a:pt x="1548733" y="301913"/>
                  </a:lnTo>
                  <a:lnTo>
                    <a:pt x="1558477" y="305337"/>
                  </a:lnTo>
                  <a:lnTo>
                    <a:pt x="1568221" y="308585"/>
                  </a:lnTo>
                  <a:lnTo>
                    <a:pt x="1577950" y="311652"/>
                  </a:lnTo>
                  <a:lnTo>
                    <a:pt x="1587694" y="314535"/>
                  </a:lnTo>
                  <a:lnTo>
                    <a:pt x="1597438" y="317232"/>
                  </a:lnTo>
                  <a:lnTo>
                    <a:pt x="1607182" y="319741"/>
                  </a:lnTo>
                  <a:lnTo>
                    <a:pt x="1616911" y="322058"/>
                  </a:lnTo>
                  <a:lnTo>
                    <a:pt x="1626655" y="324184"/>
                  </a:lnTo>
                  <a:lnTo>
                    <a:pt x="1636399" y="326118"/>
                  </a:lnTo>
                  <a:lnTo>
                    <a:pt x="1646142" y="327858"/>
                  </a:lnTo>
                  <a:lnTo>
                    <a:pt x="1655872" y="329406"/>
                  </a:lnTo>
                  <a:lnTo>
                    <a:pt x="1665616" y="330763"/>
                  </a:lnTo>
                  <a:lnTo>
                    <a:pt x="1675359" y="331931"/>
                  </a:lnTo>
                  <a:lnTo>
                    <a:pt x="1685103" y="332912"/>
                  </a:lnTo>
                  <a:lnTo>
                    <a:pt x="1694832" y="333707"/>
                  </a:lnTo>
                  <a:lnTo>
                    <a:pt x="1704576" y="334323"/>
                  </a:lnTo>
                  <a:lnTo>
                    <a:pt x="1714320" y="334759"/>
                  </a:lnTo>
                  <a:lnTo>
                    <a:pt x="1724064" y="335021"/>
                  </a:lnTo>
                  <a:lnTo>
                    <a:pt x="1733808" y="335115"/>
                  </a:lnTo>
                  <a:lnTo>
                    <a:pt x="1743537" y="335045"/>
                  </a:lnTo>
                  <a:lnTo>
                    <a:pt x="1753281" y="334819"/>
                  </a:lnTo>
                  <a:lnTo>
                    <a:pt x="1763025" y="334439"/>
                  </a:lnTo>
                  <a:lnTo>
                    <a:pt x="1772769" y="333913"/>
                  </a:lnTo>
                  <a:lnTo>
                    <a:pt x="1782498" y="333249"/>
                  </a:lnTo>
                  <a:lnTo>
                    <a:pt x="1792242" y="332453"/>
                  </a:lnTo>
                  <a:lnTo>
                    <a:pt x="1801986" y="331534"/>
                  </a:lnTo>
                  <a:lnTo>
                    <a:pt x="1811730" y="330497"/>
                  </a:lnTo>
                  <a:lnTo>
                    <a:pt x="1821459" y="329351"/>
                  </a:lnTo>
                  <a:lnTo>
                    <a:pt x="1831203" y="328107"/>
                  </a:lnTo>
                  <a:lnTo>
                    <a:pt x="1840947" y="326769"/>
                  </a:lnTo>
                  <a:lnTo>
                    <a:pt x="1850691" y="325349"/>
                  </a:lnTo>
                  <a:lnTo>
                    <a:pt x="1860435" y="323855"/>
                  </a:lnTo>
                  <a:lnTo>
                    <a:pt x="1870164" y="322295"/>
                  </a:lnTo>
                  <a:lnTo>
                    <a:pt x="1879908" y="320678"/>
                  </a:lnTo>
                  <a:lnTo>
                    <a:pt x="1889652" y="319014"/>
                  </a:lnTo>
                  <a:lnTo>
                    <a:pt x="1899395" y="317310"/>
                  </a:lnTo>
                  <a:lnTo>
                    <a:pt x="1909124" y="315575"/>
                  </a:lnTo>
                  <a:lnTo>
                    <a:pt x="1918868" y="313820"/>
                  </a:lnTo>
                  <a:lnTo>
                    <a:pt x="1928612" y="312052"/>
                  </a:lnTo>
                  <a:lnTo>
                    <a:pt x="1938356" y="310279"/>
                  </a:lnTo>
                  <a:lnTo>
                    <a:pt x="1948085" y="308509"/>
                  </a:lnTo>
                  <a:lnTo>
                    <a:pt x="1957829" y="306752"/>
                  </a:lnTo>
                  <a:lnTo>
                    <a:pt x="1967573" y="305015"/>
                  </a:lnTo>
                  <a:lnTo>
                    <a:pt x="1977317" y="303305"/>
                  </a:lnTo>
                  <a:lnTo>
                    <a:pt x="1987046" y="301628"/>
                  </a:lnTo>
                  <a:lnTo>
                    <a:pt x="1996790" y="299994"/>
                  </a:lnTo>
                  <a:lnTo>
                    <a:pt x="2006534" y="298407"/>
                  </a:lnTo>
                  <a:lnTo>
                    <a:pt x="2016278" y="296876"/>
                  </a:lnTo>
                  <a:lnTo>
                    <a:pt x="2026022" y="295402"/>
                  </a:lnTo>
                  <a:lnTo>
                    <a:pt x="2035751" y="293994"/>
                  </a:lnTo>
                  <a:lnTo>
                    <a:pt x="2045495" y="292658"/>
                  </a:lnTo>
                  <a:lnTo>
                    <a:pt x="2055239" y="291394"/>
                  </a:lnTo>
                  <a:lnTo>
                    <a:pt x="2064983" y="290210"/>
                  </a:lnTo>
                  <a:lnTo>
                    <a:pt x="2074712" y="289107"/>
                  </a:lnTo>
                  <a:lnTo>
                    <a:pt x="2084456" y="288090"/>
                  </a:lnTo>
                  <a:lnTo>
                    <a:pt x="2094200" y="287160"/>
                  </a:lnTo>
                  <a:lnTo>
                    <a:pt x="2103944" y="286320"/>
                  </a:lnTo>
                  <a:lnTo>
                    <a:pt x="2113673" y="285572"/>
                  </a:lnTo>
                  <a:lnTo>
                    <a:pt x="2123417" y="284915"/>
                  </a:lnTo>
                  <a:lnTo>
                    <a:pt x="2133161" y="284350"/>
                  </a:lnTo>
                  <a:lnTo>
                    <a:pt x="2142905" y="283878"/>
                  </a:lnTo>
                  <a:lnTo>
                    <a:pt x="2152649" y="283499"/>
                  </a:lnTo>
                  <a:lnTo>
                    <a:pt x="2162377" y="283210"/>
                  </a:lnTo>
                  <a:lnTo>
                    <a:pt x="2172121" y="283012"/>
                  </a:lnTo>
                  <a:lnTo>
                    <a:pt x="2181865" y="282902"/>
                  </a:lnTo>
                  <a:lnTo>
                    <a:pt x="2191609" y="282877"/>
                  </a:lnTo>
                  <a:lnTo>
                    <a:pt x="2201338" y="282933"/>
                  </a:lnTo>
                  <a:lnTo>
                    <a:pt x="2211082" y="283072"/>
                  </a:lnTo>
                  <a:lnTo>
                    <a:pt x="2220826" y="283285"/>
                  </a:lnTo>
                  <a:lnTo>
                    <a:pt x="2230570" y="283571"/>
                  </a:lnTo>
                  <a:lnTo>
                    <a:pt x="2240299" y="283924"/>
                  </a:lnTo>
                  <a:lnTo>
                    <a:pt x="2250043" y="284341"/>
                  </a:lnTo>
                  <a:lnTo>
                    <a:pt x="2259787" y="284818"/>
                  </a:lnTo>
                  <a:lnTo>
                    <a:pt x="2269531" y="285347"/>
                  </a:lnTo>
                  <a:lnTo>
                    <a:pt x="2279260" y="285925"/>
                  </a:lnTo>
                  <a:lnTo>
                    <a:pt x="2289004" y="286545"/>
                  </a:lnTo>
                  <a:lnTo>
                    <a:pt x="2298748" y="287202"/>
                  </a:lnTo>
                  <a:lnTo>
                    <a:pt x="2308492" y="287890"/>
                  </a:lnTo>
                  <a:lnTo>
                    <a:pt x="2318236" y="288604"/>
                  </a:lnTo>
                  <a:lnTo>
                    <a:pt x="2327965" y="289337"/>
                  </a:lnTo>
                  <a:lnTo>
                    <a:pt x="2337709" y="290083"/>
                  </a:lnTo>
                  <a:lnTo>
                    <a:pt x="2347453" y="290836"/>
                  </a:lnTo>
                  <a:lnTo>
                    <a:pt x="2357197" y="291591"/>
                  </a:lnTo>
                  <a:lnTo>
                    <a:pt x="2366926" y="292340"/>
                  </a:lnTo>
                  <a:lnTo>
                    <a:pt x="2376670" y="293081"/>
                  </a:lnTo>
                  <a:lnTo>
                    <a:pt x="2386413" y="293803"/>
                  </a:lnTo>
                  <a:lnTo>
                    <a:pt x="2396157" y="294505"/>
                  </a:lnTo>
                  <a:lnTo>
                    <a:pt x="2405886" y="295179"/>
                  </a:lnTo>
                  <a:lnTo>
                    <a:pt x="2415630" y="295821"/>
                  </a:lnTo>
                  <a:lnTo>
                    <a:pt x="2425374" y="296426"/>
                  </a:lnTo>
                  <a:lnTo>
                    <a:pt x="2435118" y="296989"/>
                  </a:lnTo>
                  <a:lnTo>
                    <a:pt x="2444862" y="297507"/>
                  </a:lnTo>
                  <a:lnTo>
                    <a:pt x="2454591" y="297974"/>
                  </a:lnTo>
                  <a:lnTo>
                    <a:pt x="2464335" y="298388"/>
                  </a:lnTo>
                  <a:lnTo>
                    <a:pt x="2474079" y="298744"/>
                  </a:lnTo>
                  <a:lnTo>
                    <a:pt x="2483823" y="299041"/>
                  </a:lnTo>
                  <a:lnTo>
                    <a:pt x="2493552" y="299276"/>
                  </a:lnTo>
                  <a:lnTo>
                    <a:pt x="2503296" y="299446"/>
                  </a:lnTo>
                  <a:lnTo>
                    <a:pt x="2513040" y="299550"/>
                  </a:lnTo>
                  <a:lnTo>
                    <a:pt x="2522784" y="299589"/>
                  </a:lnTo>
                  <a:lnTo>
                    <a:pt x="2532513" y="299557"/>
                  </a:lnTo>
                  <a:lnTo>
                    <a:pt x="2542257" y="299459"/>
                  </a:lnTo>
                  <a:lnTo>
                    <a:pt x="2552001" y="299294"/>
                  </a:lnTo>
                  <a:lnTo>
                    <a:pt x="2561745" y="299060"/>
                  </a:lnTo>
                  <a:lnTo>
                    <a:pt x="2571474" y="298762"/>
                  </a:lnTo>
                  <a:lnTo>
                    <a:pt x="2581218" y="298398"/>
                  </a:lnTo>
                  <a:lnTo>
                    <a:pt x="2590962" y="297974"/>
                  </a:lnTo>
                  <a:lnTo>
                    <a:pt x="2600705" y="297488"/>
                  </a:lnTo>
                  <a:lnTo>
                    <a:pt x="2610449" y="296947"/>
                  </a:lnTo>
                  <a:lnTo>
                    <a:pt x="2620178" y="296353"/>
                  </a:lnTo>
                  <a:lnTo>
                    <a:pt x="2629922" y="295709"/>
                  </a:lnTo>
                  <a:lnTo>
                    <a:pt x="2639666" y="295019"/>
                  </a:lnTo>
                  <a:lnTo>
                    <a:pt x="2649410" y="294291"/>
                  </a:lnTo>
                  <a:lnTo>
                    <a:pt x="2659139" y="293526"/>
                  </a:lnTo>
                  <a:lnTo>
                    <a:pt x="2668883" y="292734"/>
                  </a:lnTo>
                  <a:lnTo>
                    <a:pt x="2678627" y="291916"/>
                  </a:lnTo>
                  <a:lnTo>
                    <a:pt x="2688371" y="291080"/>
                  </a:lnTo>
                  <a:lnTo>
                    <a:pt x="2698100" y="290232"/>
                  </a:lnTo>
                  <a:lnTo>
                    <a:pt x="2707844" y="289381"/>
                  </a:lnTo>
                  <a:lnTo>
                    <a:pt x="2717588" y="288531"/>
                  </a:lnTo>
                  <a:lnTo>
                    <a:pt x="2727332" y="287690"/>
                  </a:lnTo>
                  <a:lnTo>
                    <a:pt x="2737076" y="286865"/>
                  </a:lnTo>
                  <a:lnTo>
                    <a:pt x="2746805" y="286063"/>
                  </a:lnTo>
                  <a:lnTo>
                    <a:pt x="2756549" y="285293"/>
                  </a:lnTo>
                  <a:lnTo>
                    <a:pt x="2766293" y="284562"/>
                  </a:lnTo>
                  <a:lnTo>
                    <a:pt x="2776037" y="283875"/>
                  </a:lnTo>
                  <a:lnTo>
                    <a:pt x="2785766" y="283243"/>
                  </a:lnTo>
                  <a:lnTo>
                    <a:pt x="2795510" y="282671"/>
                  </a:lnTo>
                  <a:lnTo>
                    <a:pt x="2805254" y="282169"/>
                  </a:lnTo>
                  <a:lnTo>
                    <a:pt x="2814998" y="281741"/>
                  </a:lnTo>
                  <a:lnTo>
                    <a:pt x="2824727" y="281399"/>
                  </a:lnTo>
                  <a:lnTo>
                    <a:pt x="2834471" y="281145"/>
                  </a:lnTo>
                  <a:lnTo>
                    <a:pt x="2844215" y="280989"/>
                  </a:lnTo>
                  <a:lnTo>
                    <a:pt x="2853958" y="280935"/>
                  </a:lnTo>
                  <a:lnTo>
                    <a:pt x="2863687" y="280993"/>
                  </a:lnTo>
                  <a:lnTo>
                    <a:pt x="2873431" y="281166"/>
                  </a:lnTo>
                  <a:lnTo>
                    <a:pt x="2883175" y="281461"/>
                  </a:lnTo>
                  <a:lnTo>
                    <a:pt x="2892919" y="281883"/>
                  </a:lnTo>
                  <a:lnTo>
                    <a:pt x="2902663" y="282437"/>
                  </a:lnTo>
                  <a:lnTo>
                    <a:pt x="2912392" y="28312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0" name="Freeform 779">
              <a:extLst>
                <a:ext uri="{FF2B5EF4-FFF2-40B4-BE49-F238E27FC236}">
                  <a16:creationId xmlns:a16="http://schemas.microsoft.com/office/drawing/2014/main" id="{DDA7C1A4-D017-9789-2A90-6591DBA690BE}"/>
                </a:ext>
              </a:extLst>
            </p:cNvPr>
            <p:cNvSpPr/>
            <p:nvPr/>
          </p:nvSpPr>
          <p:spPr>
            <a:xfrm>
              <a:off x="576446" y="3301521"/>
              <a:ext cx="2912392" cy="465903"/>
            </a:xfrm>
            <a:custGeom>
              <a:avLst/>
              <a:gdLst>
                <a:gd name="connsiteX0" fmla="*/ 0 w 2912392"/>
                <a:gd name="connsiteY0" fmla="*/ 387113 h 465903"/>
                <a:gd name="connsiteX1" fmla="*/ 9739 w 2912392"/>
                <a:gd name="connsiteY1" fmla="*/ 389202 h 465903"/>
                <a:gd name="connsiteX2" fmla="*/ 19480 w 2912392"/>
                <a:gd name="connsiteY2" fmla="*/ 391177 h 465903"/>
                <a:gd name="connsiteX3" fmla="*/ 29221 w 2912392"/>
                <a:gd name="connsiteY3" fmla="*/ 393034 h 465903"/>
                <a:gd name="connsiteX4" fmla="*/ 38961 w 2912392"/>
                <a:gd name="connsiteY4" fmla="*/ 394768 h 465903"/>
                <a:gd name="connsiteX5" fmla="*/ 48702 w 2912392"/>
                <a:gd name="connsiteY5" fmla="*/ 396377 h 465903"/>
                <a:gd name="connsiteX6" fmla="*/ 58443 w 2912392"/>
                <a:gd name="connsiteY6" fmla="*/ 397858 h 465903"/>
                <a:gd name="connsiteX7" fmla="*/ 68182 w 2912392"/>
                <a:gd name="connsiteY7" fmla="*/ 399205 h 465903"/>
                <a:gd name="connsiteX8" fmla="*/ 77923 w 2912392"/>
                <a:gd name="connsiteY8" fmla="*/ 400416 h 465903"/>
                <a:gd name="connsiteX9" fmla="*/ 87664 w 2912392"/>
                <a:gd name="connsiteY9" fmla="*/ 401487 h 465903"/>
                <a:gd name="connsiteX10" fmla="*/ 97404 w 2912392"/>
                <a:gd name="connsiteY10" fmla="*/ 402416 h 465903"/>
                <a:gd name="connsiteX11" fmla="*/ 107145 w 2912392"/>
                <a:gd name="connsiteY11" fmla="*/ 403198 h 465903"/>
                <a:gd name="connsiteX12" fmla="*/ 116886 w 2912392"/>
                <a:gd name="connsiteY12" fmla="*/ 403831 h 465903"/>
                <a:gd name="connsiteX13" fmla="*/ 126625 w 2912392"/>
                <a:gd name="connsiteY13" fmla="*/ 404312 h 465903"/>
                <a:gd name="connsiteX14" fmla="*/ 136366 w 2912392"/>
                <a:gd name="connsiteY14" fmla="*/ 404638 h 465903"/>
                <a:gd name="connsiteX15" fmla="*/ 146107 w 2912392"/>
                <a:gd name="connsiteY15" fmla="*/ 404807 h 465903"/>
                <a:gd name="connsiteX16" fmla="*/ 155846 w 2912392"/>
                <a:gd name="connsiteY16" fmla="*/ 404816 h 465903"/>
                <a:gd name="connsiteX17" fmla="*/ 165587 w 2912392"/>
                <a:gd name="connsiteY17" fmla="*/ 404664 h 465903"/>
                <a:gd name="connsiteX18" fmla="*/ 175328 w 2912392"/>
                <a:gd name="connsiteY18" fmla="*/ 404348 h 465903"/>
                <a:gd name="connsiteX19" fmla="*/ 185068 w 2912392"/>
                <a:gd name="connsiteY19" fmla="*/ 403868 h 465903"/>
                <a:gd name="connsiteX20" fmla="*/ 194809 w 2912392"/>
                <a:gd name="connsiteY20" fmla="*/ 403223 h 465903"/>
                <a:gd name="connsiteX21" fmla="*/ 204550 w 2912392"/>
                <a:gd name="connsiteY21" fmla="*/ 402410 h 465903"/>
                <a:gd name="connsiteX22" fmla="*/ 214289 w 2912392"/>
                <a:gd name="connsiteY22" fmla="*/ 401431 h 465903"/>
                <a:gd name="connsiteX23" fmla="*/ 224030 w 2912392"/>
                <a:gd name="connsiteY23" fmla="*/ 400284 h 465903"/>
                <a:gd name="connsiteX24" fmla="*/ 233771 w 2912392"/>
                <a:gd name="connsiteY24" fmla="*/ 398969 h 465903"/>
                <a:gd name="connsiteX25" fmla="*/ 243510 w 2912392"/>
                <a:gd name="connsiteY25" fmla="*/ 397488 h 465903"/>
                <a:gd name="connsiteX26" fmla="*/ 253251 w 2912392"/>
                <a:gd name="connsiteY26" fmla="*/ 395842 h 465903"/>
                <a:gd name="connsiteX27" fmla="*/ 262992 w 2912392"/>
                <a:gd name="connsiteY27" fmla="*/ 394032 h 465903"/>
                <a:gd name="connsiteX28" fmla="*/ 272732 w 2912392"/>
                <a:gd name="connsiteY28" fmla="*/ 392059 h 465903"/>
                <a:gd name="connsiteX29" fmla="*/ 282473 w 2912392"/>
                <a:gd name="connsiteY29" fmla="*/ 389926 h 465903"/>
                <a:gd name="connsiteX30" fmla="*/ 292214 w 2912392"/>
                <a:gd name="connsiteY30" fmla="*/ 387633 h 465903"/>
                <a:gd name="connsiteX31" fmla="*/ 301953 w 2912392"/>
                <a:gd name="connsiteY31" fmla="*/ 385186 h 465903"/>
                <a:gd name="connsiteX32" fmla="*/ 311694 w 2912392"/>
                <a:gd name="connsiteY32" fmla="*/ 382586 h 465903"/>
                <a:gd name="connsiteX33" fmla="*/ 321435 w 2912392"/>
                <a:gd name="connsiteY33" fmla="*/ 379838 h 465903"/>
                <a:gd name="connsiteX34" fmla="*/ 331175 w 2912392"/>
                <a:gd name="connsiteY34" fmla="*/ 376944 h 465903"/>
                <a:gd name="connsiteX35" fmla="*/ 340916 w 2912392"/>
                <a:gd name="connsiteY35" fmla="*/ 373909 h 465903"/>
                <a:gd name="connsiteX36" fmla="*/ 350656 w 2912392"/>
                <a:gd name="connsiteY36" fmla="*/ 370739 h 465903"/>
                <a:gd name="connsiteX37" fmla="*/ 360396 w 2912392"/>
                <a:gd name="connsiteY37" fmla="*/ 367437 h 465903"/>
                <a:gd name="connsiteX38" fmla="*/ 370137 w 2912392"/>
                <a:gd name="connsiteY38" fmla="*/ 364009 h 465903"/>
                <a:gd name="connsiteX39" fmla="*/ 379878 w 2912392"/>
                <a:gd name="connsiteY39" fmla="*/ 360460 h 465903"/>
                <a:gd name="connsiteX40" fmla="*/ 389617 w 2912392"/>
                <a:gd name="connsiteY40" fmla="*/ 356795 h 465903"/>
                <a:gd name="connsiteX41" fmla="*/ 399358 w 2912392"/>
                <a:gd name="connsiteY41" fmla="*/ 353022 h 465903"/>
                <a:gd name="connsiteX42" fmla="*/ 409099 w 2912392"/>
                <a:gd name="connsiteY42" fmla="*/ 349146 h 465903"/>
                <a:gd name="connsiteX43" fmla="*/ 418839 w 2912392"/>
                <a:gd name="connsiteY43" fmla="*/ 345172 h 465903"/>
                <a:gd name="connsiteX44" fmla="*/ 428580 w 2912392"/>
                <a:gd name="connsiteY44" fmla="*/ 341111 h 465903"/>
                <a:gd name="connsiteX45" fmla="*/ 438321 w 2912392"/>
                <a:gd name="connsiteY45" fmla="*/ 336964 h 465903"/>
                <a:gd name="connsiteX46" fmla="*/ 448060 w 2912392"/>
                <a:gd name="connsiteY46" fmla="*/ 332742 h 465903"/>
                <a:gd name="connsiteX47" fmla="*/ 457801 w 2912392"/>
                <a:gd name="connsiteY47" fmla="*/ 328453 h 465903"/>
                <a:gd name="connsiteX48" fmla="*/ 467542 w 2912392"/>
                <a:gd name="connsiteY48" fmla="*/ 324099 h 465903"/>
                <a:gd name="connsiteX49" fmla="*/ 477281 w 2912392"/>
                <a:gd name="connsiteY49" fmla="*/ 319693 h 465903"/>
                <a:gd name="connsiteX50" fmla="*/ 487022 w 2912392"/>
                <a:gd name="connsiteY50" fmla="*/ 315240 h 465903"/>
                <a:gd name="connsiteX51" fmla="*/ 496763 w 2912392"/>
                <a:gd name="connsiteY51" fmla="*/ 310747 h 465903"/>
                <a:gd name="connsiteX52" fmla="*/ 506503 w 2912392"/>
                <a:gd name="connsiteY52" fmla="*/ 306222 h 465903"/>
                <a:gd name="connsiteX53" fmla="*/ 516244 w 2912392"/>
                <a:gd name="connsiteY53" fmla="*/ 301672 h 465903"/>
                <a:gd name="connsiteX54" fmla="*/ 525985 w 2912392"/>
                <a:gd name="connsiteY54" fmla="*/ 297105 h 465903"/>
                <a:gd name="connsiteX55" fmla="*/ 535724 w 2912392"/>
                <a:gd name="connsiteY55" fmla="*/ 292530 h 465903"/>
                <a:gd name="connsiteX56" fmla="*/ 545465 w 2912392"/>
                <a:gd name="connsiteY56" fmla="*/ 287951 h 465903"/>
                <a:gd name="connsiteX57" fmla="*/ 555206 w 2912392"/>
                <a:gd name="connsiteY57" fmla="*/ 283379 h 465903"/>
                <a:gd name="connsiteX58" fmla="*/ 564946 w 2912392"/>
                <a:gd name="connsiteY58" fmla="*/ 278818 h 465903"/>
                <a:gd name="connsiteX59" fmla="*/ 574687 w 2912392"/>
                <a:gd name="connsiteY59" fmla="*/ 274277 h 465903"/>
                <a:gd name="connsiteX60" fmla="*/ 584428 w 2912392"/>
                <a:gd name="connsiteY60" fmla="*/ 269763 h 465903"/>
                <a:gd name="connsiteX61" fmla="*/ 594167 w 2912392"/>
                <a:gd name="connsiteY61" fmla="*/ 265282 h 465903"/>
                <a:gd name="connsiteX62" fmla="*/ 603908 w 2912392"/>
                <a:gd name="connsiteY62" fmla="*/ 260842 h 465903"/>
                <a:gd name="connsiteX63" fmla="*/ 613649 w 2912392"/>
                <a:gd name="connsiteY63" fmla="*/ 256450 h 465903"/>
                <a:gd name="connsiteX64" fmla="*/ 623388 w 2912392"/>
                <a:gd name="connsiteY64" fmla="*/ 252110 h 465903"/>
                <a:gd name="connsiteX65" fmla="*/ 633129 w 2912392"/>
                <a:gd name="connsiteY65" fmla="*/ 247830 h 465903"/>
                <a:gd name="connsiteX66" fmla="*/ 642870 w 2912392"/>
                <a:gd name="connsiteY66" fmla="*/ 243616 h 465903"/>
                <a:gd name="connsiteX67" fmla="*/ 652610 w 2912392"/>
                <a:gd name="connsiteY67" fmla="*/ 239474 h 465903"/>
                <a:gd name="connsiteX68" fmla="*/ 662351 w 2912392"/>
                <a:gd name="connsiteY68" fmla="*/ 235408 h 465903"/>
                <a:gd name="connsiteX69" fmla="*/ 672092 w 2912392"/>
                <a:gd name="connsiteY69" fmla="*/ 231427 h 465903"/>
                <a:gd name="connsiteX70" fmla="*/ 681831 w 2912392"/>
                <a:gd name="connsiteY70" fmla="*/ 227533 h 465903"/>
                <a:gd name="connsiteX71" fmla="*/ 691572 w 2912392"/>
                <a:gd name="connsiteY71" fmla="*/ 223732 h 465903"/>
                <a:gd name="connsiteX72" fmla="*/ 701313 w 2912392"/>
                <a:gd name="connsiteY72" fmla="*/ 220030 h 465903"/>
                <a:gd name="connsiteX73" fmla="*/ 711052 w 2912392"/>
                <a:gd name="connsiteY73" fmla="*/ 216429 h 465903"/>
                <a:gd name="connsiteX74" fmla="*/ 720793 w 2912392"/>
                <a:gd name="connsiteY74" fmla="*/ 212936 h 465903"/>
                <a:gd name="connsiteX75" fmla="*/ 730534 w 2912392"/>
                <a:gd name="connsiteY75" fmla="*/ 209554 h 465903"/>
                <a:gd name="connsiteX76" fmla="*/ 740274 w 2912392"/>
                <a:gd name="connsiteY76" fmla="*/ 206288 h 465903"/>
                <a:gd name="connsiteX77" fmla="*/ 750015 w 2912392"/>
                <a:gd name="connsiteY77" fmla="*/ 203142 h 465903"/>
                <a:gd name="connsiteX78" fmla="*/ 759756 w 2912392"/>
                <a:gd name="connsiteY78" fmla="*/ 200117 h 465903"/>
                <a:gd name="connsiteX79" fmla="*/ 769495 w 2912392"/>
                <a:gd name="connsiteY79" fmla="*/ 197221 h 465903"/>
                <a:gd name="connsiteX80" fmla="*/ 779236 w 2912392"/>
                <a:gd name="connsiteY80" fmla="*/ 194453 h 465903"/>
                <a:gd name="connsiteX81" fmla="*/ 788977 w 2912392"/>
                <a:gd name="connsiteY81" fmla="*/ 191817 h 465903"/>
                <a:gd name="connsiteX82" fmla="*/ 798717 w 2912392"/>
                <a:gd name="connsiteY82" fmla="*/ 189318 h 465903"/>
                <a:gd name="connsiteX83" fmla="*/ 808458 w 2912392"/>
                <a:gd name="connsiteY83" fmla="*/ 186957 h 465903"/>
                <a:gd name="connsiteX84" fmla="*/ 818199 w 2912392"/>
                <a:gd name="connsiteY84" fmla="*/ 184738 h 465903"/>
                <a:gd name="connsiteX85" fmla="*/ 827938 w 2912392"/>
                <a:gd name="connsiteY85" fmla="*/ 182663 h 465903"/>
                <a:gd name="connsiteX86" fmla="*/ 837679 w 2912392"/>
                <a:gd name="connsiteY86" fmla="*/ 180732 h 465903"/>
                <a:gd name="connsiteX87" fmla="*/ 847420 w 2912392"/>
                <a:gd name="connsiteY87" fmla="*/ 178952 h 465903"/>
                <a:gd name="connsiteX88" fmla="*/ 857159 w 2912392"/>
                <a:gd name="connsiteY88" fmla="*/ 177320 h 465903"/>
                <a:gd name="connsiteX89" fmla="*/ 866900 w 2912392"/>
                <a:gd name="connsiteY89" fmla="*/ 175841 h 465903"/>
                <a:gd name="connsiteX90" fmla="*/ 876641 w 2912392"/>
                <a:gd name="connsiteY90" fmla="*/ 174516 h 465903"/>
                <a:gd name="connsiteX91" fmla="*/ 886381 w 2912392"/>
                <a:gd name="connsiteY91" fmla="*/ 173348 h 465903"/>
                <a:gd name="connsiteX92" fmla="*/ 896122 w 2912392"/>
                <a:gd name="connsiteY92" fmla="*/ 172337 h 465903"/>
                <a:gd name="connsiteX93" fmla="*/ 905863 w 2912392"/>
                <a:gd name="connsiteY93" fmla="*/ 171486 h 465903"/>
                <a:gd name="connsiteX94" fmla="*/ 915602 w 2912392"/>
                <a:gd name="connsiteY94" fmla="*/ 170794 h 465903"/>
                <a:gd name="connsiteX95" fmla="*/ 925343 w 2912392"/>
                <a:gd name="connsiteY95" fmla="*/ 170267 h 465903"/>
                <a:gd name="connsiteX96" fmla="*/ 935084 w 2912392"/>
                <a:gd name="connsiteY96" fmla="*/ 169902 h 465903"/>
                <a:gd name="connsiteX97" fmla="*/ 944824 w 2912392"/>
                <a:gd name="connsiteY97" fmla="*/ 169702 h 465903"/>
                <a:gd name="connsiteX98" fmla="*/ 954564 w 2912392"/>
                <a:gd name="connsiteY98" fmla="*/ 169668 h 465903"/>
                <a:gd name="connsiteX99" fmla="*/ 964305 w 2912392"/>
                <a:gd name="connsiteY99" fmla="*/ 169802 h 465903"/>
                <a:gd name="connsiteX100" fmla="*/ 974045 w 2912392"/>
                <a:gd name="connsiteY100" fmla="*/ 170103 h 465903"/>
                <a:gd name="connsiteX101" fmla="*/ 983786 w 2912392"/>
                <a:gd name="connsiteY101" fmla="*/ 170574 h 465903"/>
                <a:gd name="connsiteX102" fmla="*/ 993522 w 2912392"/>
                <a:gd name="connsiteY102" fmla="*/ 171215 h 465903"/>
                <a:gd name="connsiteX103" fmla="*/ 1003266 w 2912392"/>
                <a:gd name="connsiteY103" fmla="*/ 172027 h 465903"/>
                <a:gd name="connsiteX104" fmla="*/ 1013010 w 2912392"/>
                <a:gd name="connsiteY104" fmla="*/ 173010 h 465903"/>
                <a:gd name="connsiteX105" fmla="*/ 1022754 w 2912392"/>
                <a:gd name="connsiteY105" fmla="*/ 174165 h 465903"/>
                <a:gd name="connsiteX106" fmla="*/ 1032483 w 2912392"/>
                <a:gd name="connsiteY106" fmla="*/ 175492 h 465903"/>
                <a:gd name="connsiteX107" fmla="*/ 1042227 w 2912392"/>
                <a:gd name="connsiteY107" fmla="*/ 176991 h 465903"/>
                <a:gd name="connsiteX108" fmla="*/ 1051971 w 2912392"/>
                <a:gd name="connsiteY108" fmla="*/ 178664 h 465903"/>
                <a:gd name="connsiteX109" fmla="*/ 1061715 w 2912392"/>
                <a:gd name="connsiteY109" fmla="*/ 180510 h 465903"/>
                <a:gd name="connsiteX110" fmla="*/ 1071444 w 2912392"/>
                <a:gd name="connsiteY110" fmla="*/ 182529 h 465903"/>
                <a:gd name="connsiteX111" fmla="*/ 1081188 w 2912392"/>
                <a:gd name="connsiteY111" fmla="*/ 184721 h 465903"/>
                <a:gd name="connsiteX112" fmla="*/ 1090932 w 2912392"/>
                <a:gd name="connsiteY112" fmla="*/ 187084 h 465903"/>
                <a:gd name="connsiteX113" fmla="*/ 1100676 w 2912392"/>
                <a:gd name="connsiteY113" fmla="*/ 189619 h 465903"/>
                <a:gd name="connsiteX114" fmla="*/ 1110405 w 2912392"/>
                <a:gd name="connsiteY114" fmla="*/ 192325 h 465903"/>
                <a:gd name="connsiteX115" fmla="*/ 1120149 w 2912392"/>
                <a:gd name="connsiteY115" fmla="*/ 195199 h 465903"/>
                <a:gd name="connsiteX116" fmla="*/ 1129893 w 2912392"/>
                <a:gd name="connsiteY116" fmla="*/ 198243 h 465903"/>
                <a:gd name="connsiteX117" fmla="*/ 1139637 w 2912392"/>
                <a:gd name="connsiteY117" fmla="*/ 201452 h 465903"/>
                <a:gd name="connsiteX118" fmla="*/ 1149381 w 2912392"/>
                <a:gd name="connsiteY118" fmla="*/ 204828 h 465903"/>
                <a:gd name="connsiteX119" fmla="*/ 1159110 w 2912392"/>
                <a:gd name="connsiteY119" fmla="*/ 208365 h 465903"/>
                <a:gd name="connsiteX120" fmla="*/ 1168854 w 2912392"/>
                <a:gd name="connsiteY120" fmla="*/ 212065 h 465903"/>
                <a:gd name="connsiteX121" fmla="*/ 1178598 w 2912392"/>
                <a:gd name="connsiteY121" fmla="*/ 215921 h 465903"/>
                <a:gd name="connsiteX122" fmla="*/ 1188341 w 2912392"/>
                <a:gd name="connsiteY122" fmla="*/ 219933 h 465903"/>
                <a:gd name="connsiteX123" fmla="*/ 1198070 w 2912392"/>
                <a:gd name="connsiteY123" fmla="*/ 224096 h 465903"/>
                <a:gd name="connsiteX124" fmla="*/ 1207814 w 2912392"/>
                <a:gd name="connsiteY124" fmla="*/ 228407 h 465903"/>
                <a:gd name="connsiteX125" fmla="*/ 1217558 w 2912392"/>
                <a:gd name="connsiteY125" fmla="*/ 232862 h 465903"/>
                <a:gd name="connsiteX126" fmla="*/ 1227302 w 2912392"/>
                <a:gd name="connsiteY126" fmla="*/ 237457 h 465903"/>
                <a:gd name="connsiteX127" fmla="*/ 1237031 w 2912392"/>
                <a:gd name="connsiteY127" fmla="*/ 242189 h 465903"/>
                <a:gd name="connsiteX128" fmla="*/ 1246775 w 2912392"/>
                <a:gd name="connsiteY128" fmla="*/ 247049 h 465903"/>
                <a:gd name="connsiteX129" fmla="*/ 1256519 w 2912392"/>
                <a:gd name="connsiteY129" fmla="*/ 252036 h 465903"/>
                <a:gd name="connsiteX130" fmla="*/ 1266263 w 2912392"/>
                <a:gd name="connsiteY130" fmla="*/ 257142 h 465903"/>
                <a:gd name="connsiteX131" fmla="*/ 1276007 w 2912392"/>
                <a:gd name="connsiteY131" fmla="*/ 262359 h 465903"/>
                <a:gd name="connsiteX132" fmla="*/ 1285736 w 2912392"/>
                <a:gd name="connsiteY132" fmla="*/ 267684 h 465903"/>
                <a:gd name="connsiteX133" fmla="*/ 1295480 w 2912392"/>
                <a:gd name="connsiteY133" fmla="*/ 273110 h 465903"/>
                <a:gd name="connsiteX134" fmla="*/ 1305224 w 2912392"/>
                <a:gd name="connsiteY134" fmla="*/ 278627 h 465903"/>
                <a:gd name="connsiteX135" fmla="*/ 1314968 w 2912392"/>
                <a:gd name="connsiteY135" fmla="*/ 284231 h 465903"/>
                <a:gd name="connsiteX136" fmla="*/ 1324697 w 2912392"/>
                <a:gd name="connsiteY136" fmla="*/ 289910 h 465903"/>
                <a:gd name="connsiteX137" fmla="*/ 1334441 w 2912392"/>
                <a:gd name="connsiteY137" fmla="*/ 295660 h 465903"/>
                <a:gd name="connsiteX138" fmla="*/ 1344185 w 2912392"/>
                <a:gd name="connsiteY138" fmla="*/ 301469 h 465903"/>
                <a:gd name="connsiteX139" fmla="*/ 1353929 w 2912392"/>
                <a:gd name="connsiteY139" fmla="*/ 307330 h 465903"/>
                <a:gd name="connsiteX140" fmla="*/ 1363658 w 2912392"/>
                <a:gd name="connsiteY140" fmla="*/ 313233 h 465903"/>
                <a:gd name="connsiteX141" fmla="*/ 1373402 w 2912392"/>
                <a:gd name="connsiteY141" fmla="*/ 319169 h 465903"/>
                <a:gd name="connsiteX142" fmla="*/ 1383146 w 2912392"/>
                <a:gd name="connsiteY142" fmla="*/ 325129 h 465903"/>
                <a:gd name="connsiteX143" fmla="*/ 1392890 w 2912392"/>
                <a:gd name="connsiteY143" fmla="*/ 331100 h 465903"/>
                <a:gd name="connsiteX144" fmla="*/ 1402619 w 2912392"/>
                <a:gd name="connsiteY144" fmla="*/ 337075 h 465903"/>
                <a:gd name="connsiteX145" fmla="*/ 1412363 w 2912392"/>
                <a:gd name="connsiteY145" fmla="*/ 343042 h 465903"/>
                <a:gd name="connsiteX146" fmla="*/ 1422106 w 2912392"/>
                <a:gd name="connsiteY146" fmla="*/ 348989 h 465903"/>
                <a:gd name="connsiteX147" fmla="*/ 1431850 w 2912392"/>
                <a:gd name="connsiteY147" fmla="*/ 354907 h 465903"/>
                <a:gd name="connsiteX148" fmla="*/ 1441594 w 2912392"/>
                <a:gd name="connsiteY148" fmla="*/ 360786 h 465903"/>
                <a:gd name="connsiteX149" fmla="*/ 1451323 w 2912392"/>
                <a:gd name="connsiteY149" fmla="*/ 366612 h 465903"/>
                <a:gd name="connsiteX150" fmla="*/ 1461067 w 2912392"/>
                <a:gd name="connsiteY150" fmla="*/ 372375 h 465903"/>
                <a:gd name="connsiteX151" fmla="*/ 1470811 w 2912392"/>
                <a:gd name="connsiteY151" fmla="*/ 378065 h 465903"/>
                <a:gd name="connsiteX152" fmla="*/ 1480555 w 2912392"/>
                <a:gd name="connsiteY152" fmla="*/ 383667 h 465903"/>
                <a:gd name="connsiteX153" fmla="*/ 1490284 w 2912392"/>
                <a:gd name="connsiteY153" fmla="*/ 389173 h 465903"/>
                <a:gd name="connsiteX154" fmla="*/ 1500028 w 2912392"/>
                <a:gd name="connsiteY154" fmla="*/ 394573 h 465903"/>
                <a:gd name="connsiteX155" fmla="*/ 1509772 w 2912392"/>
                <a:gd name="connsiteY155" fmla="*/ 399851 h 465903"/>
                <a:gd name="connsiteX156" fmla="*/ 1519516 w 2912392"/>
                <a:gd name="connsiteY156" fmla="*/ 404999 h 465903"/>
                <a:gd name="connsiteX157" fmla="*/ 1529245 w 2912392"/>
                <a:gd name="connsiteY157" fmla="*/ 410007 h 465903"/>
                <a:gd name="connsiteX158" fmla="*/ 1538989 w 2912392"/>
                <a:gd name="connsiteY158" fmla="*/ 414861 h 465903"/>
                <a:gd name="connsiteX159" fmla="*/ 1548733 w 2912392"/>
                <a:gd name="connsiteY159" fmla="*/ 419552 h 465903"/>
                <a:gd name="connsiteX160" fmla="*/ 1558477 w 2912392"/>
                <a:gd name="connsiteY160" fmla="*/ 424070 h 465903"/>
                <a:gd name="connsiteX161" fmla="*/ 1568221 w 2912392"/>
                <a:gd name="connsiteY161" fmla="*/ 428404 h 465903"/>
                <a:gd name="connsiteX162" fmla="*/ 1577950 w 2912392"/>
                <a:gd name="connsiteY162" fmla="*/ 432544 h 465903"/>
                <a:gd name="connsiteX163" fmla="*/ 1587694 w 2912392"/>
                <a:gd name="connsiteY163" fmla="*/ 436482 h 465903"/>
                <a:gd name="connsiteX164" fmla="*/ 1597438 w 2912392"/>
                <a:gd name="connsiteY164" fmla="*/ 440207 h 465903"/>
                <a:gd name="connsiteX165" fmla="*/ 1607182 w 2912392"/>
                <a:gd name="connsiteY165" fmla="*/ 443710 h 465903"/>
                <a:gd name="connsiteX166" fmla="*/ 1616911 w 2912392"/>
                <a:gd name="connsiteY166" fmla="*/ 446984 h 465903"/>
                <a:gd name="connsiteX167" fmla="*/ 1626655 w 2912392"/>
                <a:gd name="connsiteY167" fmla="*/ 450019 h 465903"/>
                <a:gd name="connsiteX168" fmla="*/ 1636399 w 2912392"/>
                <a:gd name="connsiteY168" fmla="*/ 452810 h 465903"/>
                <a:gd name="connsiteX169" fmla="*/ 1646142 w 2912392"/>
                <a:gd name="connsiteY169" fmla="*/ 455347 h 465903"/>
                <a:gd name="connsiteX170" fmla="*/ 1655872 w 2912392"/>
                <a:gd name="connsiteY170" fmla="*/ 457627 h 465903"/>
                <a:gd name="connsiteX171" fmla="*/ 1665616 w 2912392"/>
                <a:gd name="connsiteY171" fmla="*/ 459640 h 465903"/>
                <a:gd name="connsiteX172" fmla="*/ 1675359 w 2912392"/>
                <a:gd name="connsiteY172" fmla="*/ 461381 h 465903"/>
                <a:gd name="connsiteX173" fmla="*/ 1685103 w 2912392"/>
                <a:gd name="connsiteY173" fmla="*/ 462847 h 465903"/>
                <a:gd name="connsiteX174" fmla="*/ 1694832 w 2912392"/>
                <a:gd name="connsiteY174" fmla="*/ 464033 h 465903"/>
                <a:gd name="connsiteX175" fmla="*/ 1704576 w 2912392"/>
                <a:gd name="connsiteY175" fmla="*/ 464935 h 465903"/>
                <a:gd name="connsiteX176" fmla="*/ 1714320 w 2912392"/>
                <a:gd name="connsiteY176" fmla="*/ 465549 h 465903"/>
                <a:gd name="connsiteX177" fmla="*/ 1724064 w 2912392"/>
                <a:gd name="connsiteY177" fmla="*/ 465872 h 465903"/>
                <a:gd name="connsiteX178" fmla="*/ 1733808 w 2912392"/>
                <a:gd name="connsiteY178" fmla="*/ 465903 h 465903"/>
                <a:gd name="connsiteX179" fmla="*/ 1743537 w 2912392"/>
                <a:gd name="connsiteY179" fmla="*/ 465641 h 465903"/>
                <a:gd name="connsiteX180" fmla="*/ 1753281 w 2912392"/>
                <a:gd name="connsiteY180" fmla="*/ 465082 h 465903"/>
                <a:gd name="connsiteX181" fmla="*/ 1763025 w 2912392"/>
                <a:gd name="connsiteY181" fmla="*/ 464230 h 465903"/>
                <a:gd name="connsiteX182" fmla="*/ 1772769 w 2912392"/>
                <a:gd name="connsiteY182" fmla="*/ 463083 h 465903"/>
                <a:gd name="connsiteX183" fmla="*/ 1782498 w 2912392"/>
                <a:gd name="connsiteY183" fmla="*/ 461641 h 465903"/>
                <a:gd name="connsiteX184" fmla="*/ 1792242 w 2912392"/>
                <a:gd name="connsiteY184" fmla="*/ 459908 h 465903"/>
                <a:gd name="connsiteX185" fmla="*/ 1801986 w 2912392"/>
                <a:gd name="connsiteY185" fmla="*/ 457884 h 465903"/>
                <a:gd name="connsiteX186" fmla="*/ 1811730 w 2912392"/>
                <a:gd name="connsiteY186" fmla="*/ 455575 h 465903"/>
                <a:gd name="connsiteX187" fmla="*/ 1821459 w 2912392"/>
                <a:gd name="connsiteY187" fmla="*/ 452980 h 465903"/>
                <a:gd name="connsiteX188" fmla="*/ 1831203 w 2912392"/>
                <a:gd name="connsiteY188" fmla="*/ 450106 h 465903"/>
                <a:gd name="connsiteX189" fmla="*/ 1840947 w 2912392"/>
                <a:gd name="connsiteY189" fmla="*/ 446958 h 465903"/>
                <a:gd name="connsiteX190" fmla="*/ 1850691 w 2912392"/>
                <a:gd name="connsiteY190" fmla="*/ 443537 h 465903"/>
                <a:gd name="connsiteX191" fmla="*/ 1860435 w 2912392"/>
                <a:gd name="connsiteY191" fmla="*/ 439854 h 465903"/>
                <a:gd name="connsiteX192" fmla="*/ 1870164 w 2912392"/>
                <a:gd name="connsiteY192" fmla="*/ 435910 h 465903"/>
                <a:gd name="connsiteX193" fmla="*/ 1879908 w 2912392"/>
                <a:gd name="connsiteY193" fmla="*/ 431714 h 465903"/>
                <a:gd name="connsiteX194" fmla="*/ 1889652 w 2912392"/>
                <a:gd name="connsiteY194" fmla="*/ 427274 h 465903"/>
                <a:gd name="connsiteX195" fmla="*/ 1899395 w 2912392"/>
                <a:gd name="connsiteY195" fmla="*/ 422596 h 465903"/>
                <a:gd name="connsiteX196" fmla="*/ 1909124 w 2912392"/>
                <a:gd name="connsiteY196" fmla="*/ 417690 h 465903"/>
                <a:gd name="connsiteX197" fmla="*/ 1918868 w 2912392"/>
                <a:gd name="connsiteY197" fmla="*/ 412560 h 465903"/>
                <a:gd name="connsiteX198" fmla="*/ 1928612 w 2912392"/>
                <a:gd name="connsiteY198" fmla="*/ 407219 h 465903"/>
                <a:gd name="connsiteX199" fmla="*/ 1938356 w 2912392"/>
                <a:gd name="connsiteY199" fmla="*/ 401674 h 465903"/>
                <a:gd name="connsiteX200" fmla="*/ 1948085 w 2912392"/>
                <a:gd name="connsiteY200" fmla="*/ 395935 h 465903"/>
                <a:gd name="connsiteX201" fmla="*/ 1957829 w 2912392"/>
                <a:gd name="connsiteY201" fmla="*/ 390009 h 465903"/>
                <a:gd name="connsiteX202" fmla="*/ 1967573 w 2912392"/>
                <a:gd name="connsiteY202" fmla="*/ 383911 h 465903"/>
                <a:gd name="connsiteX203" fmla="*/ 1977317 w 2912392"/>
                <a:gd name="connsiteY203" fmla="*/ 377648 h 465903"/>
                <a:gd name="connsiteX204" fmla="*/ 1987046 w 2912392"/>
                <a:gd name="connsiteY204" fmla="*/ 371229 h 465903"/>
                <a:gd name="connsiteX205" fmla="*/ 1996790 w 2912392"/>
                <a:gd name="connsiteY205" fmla="*/ 364666 h 465903"/>
                <a:gd name="connsiteX206" fmla="*/ 2006534 w 2912392"/>
                <a:gd name="connsiteY206" fmla="*/ 357970 h 465903"/>
                <a:gd name="connsiteX207" fmla="*/ 2016278 w 2912392"/>
                <a:gd name="connsiteY207" fmla="*/ 351153 h 465903"/>
                <a:gd name="connsiteX208" fmla="*/ 2026022 w 2912392"/>
                <a:gd name="connsiteY208" fmla="*/ 344225 h 465903"/>
                <a:gd name="connsiteX209" fmla="*/ 2035751 w 2912392"/>
                <a:gd name="connsiteY209" fmla="*/ 337194 h 465903"/>
                <a:gd name="connsiteX210" fmla="*/ 2045495 w 2912392"/>
                <a:gd name="connsiteY210" fmla="*/ 330074 h 465903"/>
                <a:gd name="connsiteX211" fmla="*/ 2055239 w 2912392"/>
                <a:gd name="connsiteY211" fmla="*/ 322876 h 465903"/>
                <a:gd name="connsiteX212" fmla="*/ 2064983 w 2912392"/>
                <a:gd name="connsiteY212" fmla="*/ 315610 h 465903"/>
                <a:gd name="connsiteX213" fmla="*/ 2074712 w 2912392"/>
                <a:gd name="connsiteY213" fmla="*/ 308287 h 465903"/>
                <a:gd name="connsiteX214" fmla="*/ 2084456 w 2912392"/>
                <a:gd name="connsiteY214" fmla="*/ 300916 h 465903"/>
                <a:gd name="connsiteX215" fmla="*/ 2094200 w 2912392"/>
                <a:gd name="connsiteY215" fmla="*/ 293511 h 465903"/>
                <a:gd name="connsiteX216" fmla="*/ 2103944 w 2912392"/>
                <a:gd name="connsiteY216" fmla="*/ 286083 h 465903"/>
                <a:gd name="connsiteX217" fmla="*/ 2113673 w 2912392"/>
                <a:gd name="connsiteY217" fmla="*/ 278638 h 465903"/>
                <a:gd name="connsiteX218" fmla="*/ 2123417 w 2912392"/>
                <a:gd name="connsiteY218" fmla="*/ 271190 h 465903"/>
                <a:gd name="connsiteX219" fmla="*/ 2133161 w 2912392"/>
                <a:gd name="connsiteY219" fmla="*/ 263746 h 465903"/>
                <a:gd name="connsiteX220" fmla="*/ 2142905 w 2912392"/>
                <a:gd name="connsiteY220" fmla="*/ 256319 h 465903"/>
                <a:gd name="connsiteX221" fmla="*/ 2152649 w 2912392"/>
                <a:gd name="connsiteY221" fmla="*/ 248916 h 465903"/>
                <a:gd name="connsiteX222" fmla="*/ 2162377 w 2912392"/>
                <a:gd name="connsiteY222" fmla="*/ 241547 h 465903"/>
                <a:gd name="connsiteX223" fmla="*/ 2172121 w 2912392"/>
                <a:gd name="connsiteY223" fmla="*/ 234222 h 465903"/>
                <a:gd name="connsiteX224" fmla="*/ 2181865 w 2912392"/>
                <a:gd name="connsiteY224" fmla="*/ 226949 h 465903"/>
                <a:gd name="connsiteX225" fmla="*/ 2191609 w 2912392"/>
                <a:gd name="connsiteY225" fmla="*/ 219735 h 465903"/>
                <a:gd name="connsiteX226" fmla="*/ 2201338 w 2912392"/>
                <a:gd name="connsiteY226" fmla="*/ 212591 h 465903"/>
                <a:gd name="connsiteX227" fmla="*/ 2211082 w 2912392"/>
                <a:gd name="connsiteY227" fmla="*/ 205521 h 465903"/>
                <a:gd name="connsiteX228" fmla="*/ 2220826 w 2912392"/>
                <a:gd name="connsiteY228" fmla="*/ 198533 h 465903"/>
                <a:gd name="connsiteX229" fmla="*/ 2230570 w 2912392"/>
                <a:gd name="connsiteY229" fmla="*/ 191637 h 465903"/>
                <a:gd name="connsiteX230" fmla="*/ 2240299 w 2912392"/>
                <a:gd name="connsiteY230" fmla="*/ 184837 h 465903"/>
                <a:gd name="connsiteX231" fmla="*/ 2250043 w 2912392"/>
                <a:gd name="connsiteY231" fmla="*/ 178138 h 465903"/>
                <a:gd name="connsiteX232" fmla="*/ 2259787 w 2912392"/>
                <a:gd name="connsiteY232" fmla="*/ 171548 h 465903"/>
                <a:gd name="connsiteX233" fmla="*/ 2269531 w 2912392"/>
                <a:gd name="connsiteY233" fmla="*/ 165073 h 465903"/>
                <a:gd name="connsiteX234" fmla="*/ 2279260 w 2912392"/>
                <a:gd name="connsiteY234" fmla="*/ 158714 h 465903"/>
                <a:gd name="connsiteX235" fmla="*/ 2289004 w 2912392"/>
                <a:gd name="connsiteY235" fmla="*/ 152479 h 465903"/>
                <a:gd name="connsiteX236" fmla="*/ 2298748 w 2912392"/>
                <a:gd name="connsiteY236" fmla="*/ 146371 h 465903"/>
                <a:gd name="connsiteX237" fmla="*/ 2308492 w 2912392"/>
                <a:gd name="connsiteY237" fmla="*/ 140392 h 465903"/>
                <a:gd name="connsiteX238" fmla="*/ 2318236 w 2912392"/>
                <a:gd name="connsiteY238" fmla="*/ 134548 h 465903"/>
                <a:gd name="connsiteX239" fmla="*/ 2327965 w 2912392"/>
                <a:gd name="connsiteY239" fmla="*/ 128839 h 465903"/>
                <a:gd name="connsiteX240" fmla="*/ 2337709 w 2912392"/>
                <a:gd name="connsiteY240" fmla="*/ 123270 h 465903"/>
                <a:gd name="connsiteX241" fmla="*/ 2347453 w 2912392"/>
                <a:gd name="connsiteY241" fmla="*/ 117841 h 465903"/>
                <a:gd name="connsiteX242" fmla="*/ 2357197 w 2912392"/>
                <a:gd name="connsiteY242" fmla="*/ 112554 h 465903"/>
                <a:gd name="connsiteX243" fmla="*/ 2366926 w 2912392"/>
                <a:gd name="connsiteY243" fmla="*/ 107411 h 465903"/>
                <a:gd name="connsiteX244" fmla="*/ 2376670 w 2912392"/>
                <a:gd name="connsiteY244" fmla="*/ 102413 h 465903"/>
                <a:gd name="connsiteX245" fmla="*/ 2386413 w 2912392"/>
                <a:gd name="connsiteY245" fmla="*/ 97560 h 465903"/>
                <a:gd name="connsiteX246" fmla="*/ 2396157 w 2912392"/>
                <a:gd name="connsiteY246" fmla="*/ 92850 h 465903"/>
                <a:gd name="connsiteX247" fmla="*/ 2405886 w 2912392"/>
                <a:gd name="connsiteY247" fmla="*/ 88287 h 465903"/>
                <a:gd name="connsiteX248" fmla="*/ 2415630 w 2912392"/>
                <a:gd name="connsiteY248" fmla="*/ 83868 h 465903"/>
                <a:gd name="connsiteX249" fmla="*/ 2425374 w 2912392"/>
                <a:gd name="connsiteY249" fmla="*/ 79592 h 465903"/>
                <a:gd name="connsiteX250" fmla="*/ 2435118 w 2912392"/>
                <a:gd name="connsiteY250" fmla="*/ 75457 h 465903"/>
                <a:gd name="connsiteX251" fmla="*/ 2444862 w 2912392"/>
                <a:gd name="connsiteY251" fmla="*/ 71464 h 465903"/>
                <a:gd name="connsiteX252" fmla="*/ 2454591 w 2912392"/>
                <a:gd name="connsiteY252" fmla="*/ 67610 h 465903"/>
                <a:gd name="connsiteX253" fmla="*/ 2464335 w 2912392"/>
                <a:gd name="connsiteY253" fmla="*/ 63894 h 465903"/>
                <a:gd name="connsiteX254" fmla="*/ 2474079 w 2912392"/>
                <a:gd name="connsiteY254" fmla="*/ 60313 h 465903"/>
                <a:gd name="connsiteX255" fmla="*/ 2483823 w 2912392"/>
                <a:gd name="connsiteY255" fmla="*/ 56865 h 465903"/>
                <a:gd name="connsiteX256" fmla="*/ 2493552 w 2912392"/>
                <a:gd name="connsiteY256" fmla="*/ 53547 h 465903"/>
                <a:gd name="connsiteX257" fmla="*/ 2503296 w 2912392"/>
                <a:gd name="connsiteY257" fmla="*/ 50359 h 465903"/>
                <a:gd name="connsiteX258" fmla="*/ 2513040 w 2912392"/>
                <a:gd name="connsiteY258" fmla="*/ 47294 h 465903"/>
                <a:gd name="connsiteX259" fmla="*/ 2522784 w 2912392"/>
                <a:gd name="connsiteY259" fmla="*/ 44353 h 465903"/>
                <a:gd name="connsiteX260" fmla="*/ 2532513 w 2912392"/>
                <a:gd name="connsiteY260" fmla="*/ 41529 h 465903"/>
                <a:gd name="connsiteX261" fmla="*/ 2542257 w 2912392"/>
                <a:gd name="connsiteY261" fmla="*/ 38825 h 465903"/>
                <a:gd name="connsiteX262" fmla="*/ 2552001 w 2912392"/>
                <a:gd name="connsiteY262" fmla="*/ 36233 h 465903"/>
                <a:gd name="connsiteX263" fmla="*/ 2561745 w 2912392"/>
                <a:gd name="connsiteY263" fmla="*/ 33752 h 465903"/>
                <a:gd name="connsiteX264" fmla="*/ 2571474 w 2912392"/>
                <a:gd name="connsiteY264" fmla="*/ 31377 h 465903"/>
                <a:gd name="connsiteX265" fmla="*/ 2581218 w 2912392"/>
                <a:gd name="connsiteY265" fmla="*/ 29110 h 465903"/>
                <a:gd name="connsiteX266" fmla="*/ 2590962 w 2912392"/>
                <a:gd name="connsiteY266" fmla="*/ 26942 h 465903"/>
                <a:gd name="connsiteX267" fmla="*/ 2600705 w 2912392"/>
                <a:gd name="connsiteY267" fmla="*/ 24874 h 465903"/>
                <a:gd name="connsiteX268" fmla="*/ 2610449 w 2912392"/>
                <a:gd name="connsiteY268" fmla="*/ 22901 h 465903"/>
                <a:gd name="connsiteX269" fmla="*/ 2620178 w 2912392"/>
                <a:gd name="connsiteY269" fmla="*/ 21023 h 465903"/>
                <a:gd name="connsiteX270" fmla="*/ 2629922 w 2912392"/>
                <a:gd name="connsiteY270" fmla="*/ 19235 h 465903"/>
                <a:gd name="connsiteX271" fmla="*/ 2639666 w 2912392"/>
                <a:gd name="connsiteY271" fmla="*/ 17536 h 465903"/>
                <a:gd name="connsiteX272" fmla="*/ 2649410 w 2912392"/>
                <a:gd name="connsiteY272" fmla="*/ 15923 h 465903"/>
                <a:gd name="connsiteX273" fmla="*/ 2659139 w 2912392"/>
                <a:gd name="connsiteY273" fmla="*/ 14394 h 465903"/>
                <a:gd name="connsiteX274" fmla="*/ 2668883 w 2912392"/>
                <a:gd name="connsiteY274" fmla="*/ 12947 h 465903"/>
                <a:gd name="connsiteX275" fmla="*/ 2678627 w 2912392"/>
                <a:gd name="connsiteY275" fmla="*/ 11580 h 465903"/>
                <a:gd name="connsiteX276" fmla="*/ 2688371 w 2912392"/>
                <a:gd name="connsiteY276" fmla="*/ 10292 h 465903"/>
                <a:gd name="connsiteX277" fmla="*/ 2698100 w 2912392"/>
                <a:gd name="connsiteY277" fmla="*/ 9082 h 465903"/>
                <a:gd name="connsiteX278" fmla="*/ 2707844 w 2912392"/>
                <a:gd name="connsiteY278" fmla="*/ 7950 h 465903"/>
                <a:gd name="connsiteX279" fmla="*/ 2717588 w 2912392"/>
                <a:gd name="connsiteY279" fmla="*/ 6892 h 465903"/>
                <a:gd name="connsiteX280" fmla="*/ 2727332 w 2912392"/>
                <a:gd name="connsiteY280" fmla="*/ 5909 h 465903"/>
                <a:gd name="connsiteX281" fmla="*/ 2737076 w 2912392"/>
                <a:gd name="connsiteY281" fmla="*/ 5000 h 465903"/>
                <a:gd name="connsiteX282" fmla="*/ 2746805 w 2912392"/>
                <a:gd name="connsiteY282" fmla="*/ 4166 h 465903"/>
                <a:gd name="connsiteX283" fmla="*/ 2756549 w 2912392"/>
                <a:gd name="connsiteY283" fmla="*/ 3406 h 465903"/>
                <a:gd name="connsiteX284" fmla="*/ 2766293 w 2912392"/>
                <a:gd name="connsiteY284" fmla="*/ 2719 h 465903"/>
                <a:gd name="connsiteX285" fmla="*/ 2776037 w 2912392"/>
                <a:gd name="connsiteY285" fmla="*/ 2108 h 465903"/>
                <a:gd name="connsiteX286" fmla="*/ 2785766 w 2912392"/>
                <a:gd name="connsiteY286" fmla="*/ 1572 h 465903"/>
                <a:gd name="connsiteX287" fmla="*/ 2795510 w 2912392"/>
                <a:gd name="connsiteY287" fmla="*/ 1113 h 465903"/>
                <a:gd name="connsiteX288" fmla="*/ 2805254 w 2912392"/>
                <a:gd name="connsiteY288" fmla="*/ 730 h 465903"/>
                <a:gd name="connsiteX289" fmla="*/ 2814998 w 2912392"/>
                <a:gd name="connsiteY289" fmla="*/ 426 h 465903"/>
                <a:gd name="connsiteX290" fmla="*/ 2824727 w 2912392"/>
                <a:gd name="connsiteY290" fmla="*/ 203 h 465903"/>
                <a:gd name="connsiteX291" fmla="*/ 2834471 w 2912392"/>
                <a:gd name="connsiteY291" fmla="*/ 60 h 465903"/>
                <a:gd name="connsiteX292" fmla="*/ 2844215 w 2912392"/>
                <a:gd name="connsiteY292" fmla="*/ 0 h 465903"/>
                <a:gd name="connsiteX293" fmla="*/ 2853958 w 2912392"/>
                <a:gd name="connsiteY293" fmla="*/ 24 h 465903"/>
                <a:gd name="connsiteX294" fmla="*/ 2863687 w 2912392"/>
                <a:gd name="connsiteY294" fmla="*/ 137 h 465903"/>
                <a:gd name="connsiteX295" fmla="*/ 2873431 w 2912392"/>
                <a:gd name="connsiteY295" fmla="*/ 337 h 465903"/>
                <a:gd name="connsiteX296" fmla="*/ 2883175 w 2912392"/>
                <a:gd name="connsiteY296" fmla="*/ 629 h 465903"/>
                <a:gd name="connsiteX297" fmla="*/ 2892919 w 2912392"/>
                <a:gd name="connsiteY297" fmla="*/ 1013 h 465903"/>
                <a:gd name="connsiteX298" fmla="*/ 2902663 w 2912392"/>
                <a:gd name="connsiteY298" fmla="*/ 1493 h 465903"/>
                <a:gd name="connsiteX299" fmla="*/ 2912392 w 2912392"/>
                <a:gd name="connsiteY299" fmla="*/ 2071 h 46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65903">
                  <a:moveTo>
                    <a:pt x="0" y="387113"/>
                  </a:moveTo>
                  <a:lnTo>
                    <a:pt x="9739" y="389202"/>
                  </a:lnTo>
                  <a:lnTo>
                    <a:pt x="19480" y="391177"/>
                  </a:lnTo>
                  <a:lnTo>
                    <a:pt x="29221" y="393034"/>
                  </a:lnTo>
                  <a:lnTo>
                    <a:pt x="38961" y="394768"/>
                  </a:lnTo>
                  <a:lnTo>
                    <a:pt x="48702" y="396377"/>
                  </a:lnTo>
                  <a:lnTo>
                    <a:pt x="58443" y="397858"/>
                  </a:lnTo>
                  <a:lnTo>
                    <a:pt x="68182" y="399205"/>
                  </a:lnTo>
                  <a:lnTo>
                    <a:pt x="77923" y="400416"/>
                  </a:lnTo>
                  <a:lnTo>
                    <a:pt x="87664" y="401487"/>
                  </a:lnTo>
                  <a:lnTo>
                    <a:pt x="97404" y="402416"/>
                  </a:lnTo>
                  <a:lnTo>
                    <a:pt x="107145" y="403198"/>
                  </a:lnTo>
                  <a:lnTo>
                    <a:pt x="116886" y="403831"/>
                  </a:lnTo>
                  <a:lnTo>
                    <a:pt x="126625" y="404312"/>
                  </a:lnTo>
                  <a:lnTo>
                    <a:pt x="136366" y="404638"/>
                  </a:lnTo>
                  <a:lnTo>
                    <a:pt x="146107" y="404807"/>
                  </a:lnTo>
                  <a:lnTo>
                    <a:pt x="155846" y="404816"/>
                  </a:lnTo>
                  <a:lnTo>
                    <a:pt x="165587" y="404664"/>
                  </a:lnTo>
                  <a:lnTo>
                    <a:pt x="175328" y="404348"/>
                  </a:lnTo>
                  <a:lnTo>
                    <a:pt x="185068" y="403868"/>
                  </a:lnTo>
                  <a:lnTo>
                    <a:pt x="194809" y="403223"/>
                  </a:lnTo>
                  <a:lnTo>
                    <a:pt x="204550" y="402410"/>
                  </a:lnTo>
                  <a:lnTo>
                    <a:pt x="214289" y="401431"/>
                  </a:lnTo>
                  <a:lnTo>
                    <a:pt x="224030" y="400284"/>
                  </a:lnTo>
                  <a:lnTo>
                    <a:pt x="233771" y="398969"/>
                  </a:lnTo>
                  <a:lnTo>
                    <a:pt x="243510" y="397488"/>
                  </a:lnTo>
                  <a:lnTo>
                    <a:pt x="253251" y="395842"/>
                  </a:lnTo>
                  <a:lnTo>
                    <a:pt x="262992" y="394032"/>
                  </a:lnTo>
                  <a:lnTo>
                    <a:pt x="272732" y="392059"/>
                  </a:lnTo>
                  <a:lnTo>
                    <a:pt x="282473" y="389926"/>
                  </a:lnTo>
                  <a:lnTo>
                    <a:pt x="292214" y="387633"/>
                  </a:lnTo>
                  <a:lnTo>
                    <a:pt x="301953" y="385186"/>
                  </a:lnTo>
                  <a:lnTo>
                    <a:pt x="311694" y="382586"/>
                  </a:lnTo>
                  <a:lnTo>
                    <a:pt x="321435" y="379838"/>
                  </a:lnTo>
                  <a:lnTo>
                    <a:pt x="331175" y="376944"/>
                  </a:lnTo>
                  <a:lnTo>
                    <a:pt x="340916" y="373909"/>
                  </a:lnTo>
                  <a:lnTo>
                    <a:pt x="350656" y="370739"/>
                  </a:lnTo>
                  <a:lnTo>
                    <a:pt x="360396" y="367437"/>
                  </a:lnTo>
                  <a:lnTo>
                    <a:pt x="370137" y="364009"/>
                  </a:lnTo>
                  <a:lnTo>
                    <a:pt x="379878" y="360460"/>
                  </a:lnTo>
                  <a:lnTo>
                    <a:pt x="389617" y="356795"/>
                  </a:lnTo>
                  <a:lnTo>
                    <a:pt x="399358" y="353022"/>
                  </a:lnTo>
                  <a:lnTo>
                    <a:pt x="409099" y="349146"/>
                  </a:lnTo>
                  <a:lnTo>
                    <a:pt x="418839" y="345172"/>
                  </a:lnTo>
                  <a:lnTo>
                    <a:pt x="428580" y="341111"/>
                  </a:lnTo>
                  <a:lnTo>
                    <a:pt x="438321" y="336964"/>
                  </a:lnTo>
                  <a:lnTo>
                    <a:pt x="448060" y="332742"/>
                  </a:lnTo>
                  <a:lnTo>
                    <a:pt x="457801" y="328453"/>
                  </a:lnTo>
                  <a:lnTo>
                    <a:pt x="467542" y="324099"/>
                  </a:lnTo>
                  <a:lnTo>
                    <a:pt x="477281" y="319693"/>
                  </a:lnTo>
                  <a:lnTo>
                    <a:pt x="487022" y="315240"/>
                  </a:lnTo>
                  <a:lnTo>
                    <a:pt x="496763" y="310747"/>
                  </a:lnTo>
                  <a:lnTo>
                    <a:pt x="506503" y="306222"/>
                  </a:lnTo>
                  <a:lnTo>
                    <a:pt x="516244" y="301672"/>
                  </a:lnTo>
                  <a:lnTo>
                    <a:pt x="525985" y="297105"/>
                  </a:lnTo>
                  <a:lnTo>
                    <a:pt x="535724" y="292530"/>
                  </a:lnTo>
                  <a:lnTo>
                    <a:pt x="545465" y="287951"/>
                  </a:lnTo>
                  <a:lnTo>
                    <a:pt x="555206" y="283379"/>
                  </a:lnTo>
                  <a:lnTo>
                    <a:pt x="564946" y="278818"/>
                  </a:lnTo>
                  <a:lnTo>
                    <a:pt x="574687" y="274277"/>
                  </a:lnTo>
                  <a:lnTo>
                    <a:pt x="584428" y="269763"/>
                  </a:lnTo>
                  <a:lnTo>
                    <a:pt x="594167" y="265282"/>
                  </a:lnTo>
                  <a:lnTo>
                    <a:pt x="603908" y="260842"/>
                  </a:lnTo>
                  <a:lnTo>
                    <a:pt x="613649" y="256450"/>
                  </a:lnTo>
                  <a:lnTo>
                    <a:pt x="623388" y="252110"/>
                  </a:lnTo>
                  <a:lnTo>
                    <a:pt x="633129" y="247830"/>
                  </a:lnTo>
                  <a:lnTo>
                    <a:pt x="642870" y="243616"/>
                  </a:lnTo>
                  <a:lnTo>
                    <a:pt x="652610" y="239474"/>
                  </a:lnTo>
                  <a:lnTo>
                    <a:pt x="662351" y="235408"/>
                  </a:lnTo>
                  <a:lnTo>
                    <a:pt x="672092" y="231427"/>
                  </a:lnTo>
                  <a:lnTo>
                    <a:pt x="681831" y="227533"/>
                  </a:lnTo>
                  <a:lnTo>
                    <a:pt x="691572" y="223732"/>
                  </a:lnTo>
                  <a:lnTo>
                    <a:pt x="701313" y="220030"/>
                  </a:lnTo>
                  <a:lnTo>
                    <a:pt x="711052" y="216429"/>
                  </a:lnTo>
                  <a:lnTo>
                    <a:pt x="720793" y="212936"/>
                  </a:lnTo>
                  <a:lnTo>
                    <a:pt x="730534" y="209554"/>
                  </a:lnTo>
                  <a:lnTo>
                    <a:pt x="740274" y="206288"/>
                  </a:lnTo>
                  <a:lnTo>
                    <a:pt x="750015" y="203142"/>
                  </a:lnTo>
                  <a:lnTo>
                    <a:pt x="759756" y="200117"/>
                  </a:lnTo>
                  <a:lnTo>
                    <a:pt x="769495" y="197221"/>
                  </a:lnTo>
                  <a:lnTo>
                    <a:pt x="779236" y="194453"/>
                  </a:lnTo>
                  <a:lnTo>
                    <a:pt x="788977" y="191817"/>
                  </a:lnTo>
                  <a:lnTo>
                    <a:pt x="798717" y="189318"/>
                  </a:lnTo>
                  <a:lnTo>
                    <a:pt x="808458" y="186957"/>
                  </a:lnTo>
                  <a:lnTo>
                    <a:pt x="818199" y="184738"/>
                  </a:lnTo>
                  <a:lnTo>
                    <a:pt x="827938" y="182663"/>
                  </a:lnTo>
                  <a:lnTo>
                    <a:pt x="837679" y="180732"/>
                  </a:lnTo>
                  <a:lnTo>
                    <a:pt x="847420" y="178952"/>
                  </a:lnTo>
                  <a:lnTo>
                    <a:pt x="857159" y="177320"/>
                  </a:lnTo>
                  <a:lnTo>
                    <a:pt x="866900" y="175841"/>
                  </a:lnTo>
                  <a:lnTo>
                    <a:pt x="876641" y="174516"/>
                  </a:lnTo>
                  <a:lnTo>
                    <a:pt x="886381" y="173348"/>
                  </a:lnTo>
                  <a:lnTo>
                    <a:pt x="896122" y="172337"/>
                  </a:lnTo>
                  <a:lnTo>
                    <a:pt x="905863" y="171486"/>
                  </a:lnTo>
                  <a:lnTo>
                    <a:pt x="915602" y="170794"/>
                  </a:lnTo>
                  <a:lnTo>
                    <a:pt x="925343" y="170267"/>
                  </a:lnTo>
                  <a:lnTo>
                    <a:pt x="935084" y="169902"/>
                  </a:lnTo>
                  <a:lnTo>
                    <a:pt x="944824" y="169702"/>
                  </a:lnTo>
                  <a:lnTo>
                    <a:pt x="954564" y="169668"/>
                  </a:lnTo>
                  <a:lnTo>
                    <a:pt x="964305" y="169802"/>
                  </a:lnTo>
                  <a:lnTo>
                    <a:pt x="974045" y="170103"/>
                  </a:lnTo>
                  <a:lnTo>
                    <a:pt x="983786" y="170574"/>
                  </a:lnTo>
                  <a:lnTo>
                    <a:pt x="993522" y="171215"/>
                  </a:lnTo>
                  <a:lnTo>
                    <a:pt x="1003266" y="172027"/>
                  </a:lnTo>
                  <a:lnTo>
                    <a:pt x="1013010" y="173010"/>
                  </a:lnTo>
                  <a:lnTo>
                    <a:pt x="1022754" y="174165"/>
                  </a:lnTo>
                  <a:lnTo>
                    <a:pt x="1032483" y="175492"/>
                  </a:lnTo>
                  <a:lnTo>
                    <a:pt x="1042227" y="176991"/>
                  </a:lnTo>
                  <a:lnTo>
                    <a:pt x="1051971" y="178664"/>
                  </a:lnTo>
                  <a:lnTo>
                    <a:pt x="1061715" y="180510"/>
                  </a:lnTo>
                  <a:lnTo>
                    <a:pt x="1071444" y="182529"/>
                  </a:lnTo>
                  <a:lnTo>
                    <a:pt x="1081188" y="184721"/>
                  </a:lnTo>
                  <a:lnTo>
                    <a:pt x="1090932" y="187084"/>
                  </a:lnTo>
                  <a:lnTo>
                    <a:pt x="1100676" y="189619"/>
                  </a:lnTo>
                  <a:lnTo>
                    <a:pt x="1110405" y="192325"/>
                  </a:lnTo>
                  <a:lnTo>
                    <a:pt x="1120149" y="195199"/>
                  </a:lnTo>
                  <a:lnTo>
                    <a:pt x="1129893" y="198243"/>
                  </a:lnTo>
                  <a:lnTo>
                    <a:pt x="1139637" y="201452"/>
                  </a:lnTo>
                  <a:lnTo>
                    <a:pt x="1149381" y="204828"/>
                  </a:lnTo>
                  <a:lnTo>
                    <a:pt x="1159110" y="208365"/>
                  </a:lnTo>
                  <a:lnTo>
                    <a:pt x="1168854" y="212065"/>
                  </a:lnTo>
                  <a:lnTo>
                    <a:pt x="1178598" y="215921"/>
                  </a:lnTo>
                  <a:lnTo>
                    <a:pt x="1188341" y="219933"/>
                  </a:lnTo>
                  <a:lnTo>
                    <a:pt x="1198070" y="224096"/>
                  </a:lnTo>
                  <a:lnTo>
                    <a:pt x="1207814" y="228407"/>
                  </a:lnTo>
                  <a:lnTo>
                    <a:pt x="1217558" y="232862"/>
                  </a:lnTo>
                  <a:lnTo>
                    <a:pt x="1227302" y="237457"/>
                  </a:lnTo>
                  <a:lnTo>
                    <a:pt x="1237031" y="242189"/>
                  </a:lnTo>
                  <a:lnTo>
                    <a:pt x="1246775" y="247049"/>
                  </a:lnTo>
                  <a:lnTo>
                    <a:pt x="1256519" y="252036"/>
                  </a:lnTo>
                  <a:lnTo>
                    <a:pt x="1266263" y="257142"/>
                  </a:lnTo>
                  <a:lnTo>
                    <a:pt x="1276007" y="262359"/>
                  </a:lnTo>
                  <a:lnTo>
                    <a:pt x="1285736" y="267684"/>
                  </a:lnTo>
                  <a:lnTo>
                    <a:pt x="1295480" y="273110"/>
                  </a:lnTo>
                  <a:lnTo>
                    <a:pt x="1305224" y="278627"/>
                  </a:lnTo>
                  <a:lnTo>
                    <a:pt x="1314968" y="284231"/>
                  </a:lnTo>
                  <a:lnTo>
                    <a:pt x="1324697" y="289910"/>
                  </a:lnTo>
                  <a:lnTo>
                    <a:pt x="1334441" y="295660"/>
                  </a:lnTo>
                  <a:lnTo>
                    <a:pt x="1344185" y="301469"/>
                  </a:lnTo>
                  <a:lnTo>
                    <a:pt x="1353929" y="307330"/>
                  </a:lnTo>
                  <a:lnTo>
                    <a:pt x="1363658" y="313233"/>
                  </a:lnTo>
                  <a:lnTo>
                    <a:pt x="1373402" y="319169"/>
                  </a:lnTo>
                  <a:lnTo>
                    <a:pt x="1383146" y="325129"/>
                  </a:lnTo>
                  <a:lnTo>
                    <a:pt x="1392890" y="331100"/>
                  </a:lnTo>
                  <a:lnTo>
                    <a:pt x="1402619" y="337075"/>
                  </a:lnTo>
                  <a:lnTo>
                    <a:pt x="1412363" y="343042"/>
                  </a:lnTo>
                  <a:lnTo>
                    <a:pt x="1422106" y="348989"/>
                  </a:lnTo>
                  <a:lnTo>
                    <a:pt x="1431850" y="354907"/>
                  </a:lnTo>
                  <a:lnTo>
                    <a:pt x="1441594" y="360786"/>
                  </a:lnTo>
                  <a:lnTo>
                    <a:pt x="1451323" y="366612"/>
                  </a:lnTo>
                  <a:lnTo>
                    <a:pt x="1461067" y="372375"/>
                  </a:lnTo>
                  <a:lnTo>
                    <a:pt x="1470811" y="378065"/>
                  </a:lnTo>
                  <a:lnTo>
                    <a:pt x="1480555" y="383667"/>
                  </a:lnTo>
                  <a:lnTo>
                    <a:pt x="1490284" y="389173"/>
                  </a:lnTo>
                  <a:lnTo>
                    <a:pt x="1500028" y="394573"/>
                  </a:lnTo>
                  <a:lnTo>
                    <a:pt x="1509772" y="399851"/>
                  </a:lnTo>
                  <a:lnTo>
                    <a:pt x="1519516" y="404999"/>
                  </a:lnTo>
                  <a:lnTo>
                    <a:pt x="1529245" y="410007"/>
                  </a:lnTo>
                  <a:lnTo>
                    <a:pt x="1538989" y="414861"/>
                  </a:lnTo>
                  <a:lnTo>
                    <a:pt x="1548733" y="419552"/>
                  </a:lnTo>
                  <a:lnTo>
                    <a:pt x="1558477" y="424070"/>
                  </a:lnTo>
                  <a:lnTo>
                    <a:pt x="1568221" y="428404"/>
                  </a:lnTo>
                  <a:lnTo>
                    <a:pt x="1577950" y="432544"/>
                  </a:lnTo>
                  <a:lnTo>
                    <a:pt x="1587694" y="436482"/>
                  </a:lnTo>
                  <a:lnTo>
                    <a:pt x="1597438" y="440207"/>
                  </a:lnTo>
                  <a:lnTo>
                    <a:pt x="1607182" y="443710"/>
                  </a:lnTo>
                  <a:lnTo>
                    <a:pt x="1616911" y="446984"/>
                  </a:lnTo>
                  <a:lnTo>
                    <a:pt x="1626655" y="450019"/>
                  </a:lnTo>
                  <a:lnTo>
                    <a:pt x="1636399" y="452810"/>
                  </a:lnTo>
                  <a:lnTo>
                    <a:pt x="1646142" y="455347"/>
                  </a:lnTo>
                  <a:lnTo>
                    <a:pt x="1655872" y="457627"/>
                  </a:lnTo>
                  <a:lnTo>
                    <a:pt x="1665616" y="459640"/>
                  </a:lnTo>
                  <a:lnTo>
                    <a:pt x="1675359" y="461381"/>
                  </a:lnTo>
                  <a:lnTo>
                    <a:pt x="1685103" y="462847"/>
                  </a:lnTo>
                  <a:lnTo>
                    <a:pt x="1694832" y="464033"/>
                  </a:lnTo>
                  <a:lnTo>
                    <a:pt x="1704576" y="464935"/>
                  </a:lnTo>
                  <a:lnTo>
                    <a:pt x="1714320" y="465549"/>
                  </a:lnTo>
                  <a:lnTo>
                    <a:pt x="1724064" y="465872"/>
                  </a:lnTo>
                  <a:lnTo>
                    <a:pt x="1733808" y="465903"/>
                  </a:lnTo>
                  <a:lnTo>
                    <a:pt x="1743537" y="465641"/>
                  </a:lnTo>
                  <a:lnTo>
                    <a:pt x="1753281" y="465082"/>
                  </a:lnTo>
                  <a:lnTo>
                    <a:pt x="1763025" y="464230"/>
                  </a:lnTo>
                  <a:lnTo>
                    <a:pt x="1772769" y="463083"/>
                  </a:lnTo>
                  <a:lnTo>
                    <a:pt x="1782498" y="461641"/>
                  </a:lnTo>
                  <a:lnTo>
                    <a:pt x="1792242" y="459908"/>
                  </a:lnTo>
                  <a:lnTo>
                    <a:pt x="1801986" y="457884"/>
                  </a:lnTo>
                  <a:lnTo>
                    <a:pt x="1811730" y="455575"/>
                  </a:lnTo>
                  <a:lnTo>
                    <a:pt x="1821459" y="452980"/>
                  </a:lnTo>
                  <a:lnTo>
                    <a:pt x="1831203" y="450106"/>
                  </a:lnTo>
                  <a:lnTo>
                    <a:pt x="1840947" y="446958"/>
                  </a:lnTo>
                  <a:lnTo>
                    <a:pt x="1850691" y="443537"/>
                  </a:lnTo>
                  <a:lnTo>
                    <a:pt x="1860435" y="439854"/>
                  </a:lnTo>
                  <a:lnTo>
                    <a:pt x="1870164" y="435910"/>
                  </a:lnTo>
                  <a:lnTo>
                    <a:pt x="1879908" y="431714"/>
                  </a:lnTo>
                  <a:lnTo>
                    <a:pt x="1889652" y="427274"/>
                  </a:lnTo>
                  <a:lnTo>
                    <a:pt x="1899395" y="422596"/>
                  </a:lnTo>
                  <a:lnTo>
                    <a:pt x="1909124" y="417690"/>
                  </a:lnTo>
                  <a:lnTo>
                    <a:pt x="1918868" y="412560"/>
                  </a:lnTo>
                  <a:lnTo>
                    <a:pt x="1928612" y="407219"/>
                  </a:lnTo>
                  <a:lnTo>
                    <a:pt x="1938356" y="401674"/>
                  </a:lnTo>
                  <a:lnTo>
                    <a:pt x="1948085" y="395935"/>
                  </a:lnTo>
                  <a:lnTo>
                    <a:pt x="1957829" y="390009"/>
                  </a:lnTo>
                  <a:lnTo>
                    <a:pt x="1967573" y="383911"/>
                  </a:lnTo>
                  <a:lnTo>
                    <a:pt x="1977317" y="377648"/>
                  </a:lnTo>
                  <a:lnTo>
                    <a:pt x="1987046" y="371229"/>
                  </a:lnTo>
                  <a:lnTo>
                    <a:pt x="1996790" y="364666"/>
                  </a:lnTo>
                  <a:lnTo>
                    <a:pt x="2006534" y="357970"/>
                  </a:lnTo>
                  <a:lnTo>
                    <a:pt x="2016278" y="351153"/>
                  </a:lnTo>
                  <a:lnTo>
                    <a:pt x="2026022" y="344225"/>
                  </a:lnTo>
                  <a:lnTo>
                    <a:pt x="2035751" y="337194"/>
                  </a:lnTo>
                  <a:lnTo>
                    <a:pt x="2045495" y="330074"/>
                  </a:lnTo>
                  <a:lnTo>
                    <a:pt x="2055239" y="322876"/>
                  </a:lnTo>
                  <a:lnTo>
                    <a:pt x="2064983" y="315610"/>
                  </a:lnTo>
                  <a:lnTo>
                    <a:pt x="2074712" y="308287"/>
                  </a:lnTo>
                  <a:lnTo>
                    <a:pt x="2084456" y="300916"/>
                  </a:lnTo>
                  <a:lnTo>
                    <a:pt x="2094200" y="293511"/>
                  </a:lnTo>
                  <a:lnTo>
                    <a:pt x="2103944" y="286083"/>
                  </a:lnTo>
                  <a:lnTo>
                    <a:pt x="2113673" y="278638"/>
                  </a:lnTo>
                  <a:lnTo>
                    <a:pt x="2123417" y="271190"/>
                  </a:lnTo>
                  <a:lnTo>
                    <a:pt x="2133161" y="263746"/>
                  </a:lnTo>
                  <a:lnTo>
                    <a:pt x="2142905" y="256319"/>
                  </a:lnTo>
                  <a:lnTo>
                    <a:pt x="2152649" y="248916"/>
                  </a:lnTo>
                  <a:lnTo>
                    <a:pt x="2162377" y="241547"/>
                  </a:lnTo>
                  <a:lnTo>
                    <a:pt x="2172121" y="234222"/>
                  </a:lnTo>
                  <a:lnTo>
                    <a:pt x="2181865" y="226949"/>
                  </a:lnTo>
                  <a:lnTo>
                    <a:pt x="2191609" y="219735"/>
                  </a:lnTo>
                  <a:lnTo>
                    <a:pt x="2201338" y="212591"/>
                  </a:lnTo>
                  <a:lnTo>
                    <a:pt x="2211082" y="205521"/>
                  </a:lnTo>
                  <a:lnTo>
                    <a:pt x="2220826" y="198533"/>
                  </a:lnTo>
                  <a:lnTo>
                    <a:pt x="2230570" y="191637"/>
                  </a:lnTo>
                  <a:lnTo>
                    <a:pt x="2240299" y="184837"/>
                  </a:lnTo>
                  <a:lnTo>
                    <a:pt x="2250043" y="178138"/>
                  </a:lnTo>
                  <a:lnTo>
                    <a:pt x="2259787" y="171548"/>
                  </a:lnTo>
                  <a:lnTo>
                    <a:pt x="2269531" y="165073"/>
                  </a:lnTo>
                  <a:lnTo>
                    <a:pt x="2279260" y="158714"/>
                  </a:lnTo>
                  <a:lnTo>
                    <a:pt x="2289004" y="152479"/>
                  </a:lnTo>
                  <a:lnTo>
                    <a:pt x="2298748" y="146371"/>
                  </a:lnTo>
                  <a:lnTo>
                    <a:pt x="2308492" y="140392"/>
                  </a:lnTo>
                  <a:lnTo>
                    <a:pt x="2318236" y="134548"/>
                  </a:lnTo>
                  <a:lnTo>
                    <a:pt x="2327965" y="128839"/>
                  </a:lnTo>
                  <a:lnTo>
                    <a:pt x="2337709" y="123270"/>
                  </a:lnTo>
                  <a:lnTo>
                    <a:pt x="2347453" y="117841"/>
                  </a:lnTo>
                  <a:lnTo>
                    <a:pt x="2357197" y="112554"/>
                  </a:lnTo>
                  <a:lnTo>
                    <a:pt x="2366926" y="107411"/>
                  </a:lnTo>
                  <a:lnTo>
                    <a:pt x="2376670" y="102413"/>
                  </a:lnTo>
                  <a:lnTo>
                    <a:pt x="2386413" y="97560"/>
                  </a:lnTo>
                  <a:lnTo>
                    <a:pt x="2396157" y="92850"/>
                  </a:lnTo>
                  <a:lnTo>
                    <a:pt x="2405886" y="88287"/>
                  </a:lnTo>
                  <a:lnTo>
                    <a:pt x="2415630" y="83868"/>
                  </a:lnTo>
                  <a:lnTo>
                    <a:pt x="2425374" y="79592"/>
                  </a:lnTo>
                  <a:lnTo>
                    <a:pt x="2435118" y="75457"/>
                  </a:lnTo>
                  <a:lnTo>
                    <a:pt x="2444862" y="71464"/>
                  </a:lnTo>
                  <a:lnTo>
                    <a:pt x="2454591" y="67610"/>
                  </a:lnTo>
                  <a:lnTo>
                    <a:pt x="2464335" y="63894"/>
                  </a:lnTo>
                  <a:lnTo>
                    <a:pt x="2474079" y="60313"/>
                  </a:lnTo>
                  <a:lnTo>
                    <a:pt x="2483823" y="56865"/>
                  </a:lnTo>
                  <a:lnTo>
                    <a:pt x="2493552" y="53547"/>
                  </a:lnTo>
                  <a:lnTo>
                    <a:pt x="2503296" y="50359"/>
                  </a:lnTo>
                  <a:lnTo>
                    <a:pt x="2513040" y="47294"/>
                  </a:lnTo>
                  <a:lnTo>
                    <a:pt x="2522784" y="44353"/>
                  </a:lnTo>
                  <a:lnTo>
                    <a:pt x="2532513" y="41529"/>
                  </a:lnTo>
                  <a:lnTo>
                    <a:pt x="2542257" y="38825"/>
                  </a:lnTo>
                  <a:lnTo>
                    <a:pt x="2552001" y="36233"/>
                  </a:lnTo>
                  <a:lnTo>
                    <a:pt x="2561745" y="33752"/>
                  </a:lnTo>
                  <a:lnTo>
                    <a:pt x="2571474" y="31377"/>
                  </a:lnTo>
                  <a:lnTo>
                    <a:pt x="2581218" y="29110"/>
                  </a:lnTo>
                  <a:lnTo>
                    <a:pt x="2590962" y="26942"/>
                  </a:lnTo>
                  <a:lnTo>
                    <a:pt x="2600705" y="24874"/>
                  </a:lnTo>
                  <a:lnTo>
                    <a:pt x="2610449" y="22901"/>
                  </a:lnTo>
                  <a:lnTo>
                    <a:pt x="2620178" y="21023"/>
                  </a:lnTo>
                  <a:lnTo>
                    <a:pt x="2629922" y="19235"/>
                  </a:lnTo>
                  <a:lnTo>
                    <a:pt x="2639666" y="17536"/>
                  </a:lnTo>
                  <a:lnTo>
                    <a:pt x="2649410" y="15923"/>
                  </a:lnTo>
                  <a:lnTo>
                    <a:pt x="2659139" y="14394"/>
                  </a:lnTo>
                  <a:lnTo>
                    <a:pt x="2668883" y="12947"/>
                  </a:lnTo>
                  <a:lnTo>
                    <a:pt x="2678627" y="11580"/>
                  </a:lnTo>
                  <a:lnTo>
                    <a:pt x="2688371" y="10292"/>
                  </a:lnTo>
                  <a:lnTo>
                    <a:pt x="2698100" y="9082"/>
                  </a:lnTo>
                  <a:lnTo>
                    <a:pt x="2707844" y="7950"/>
                  </a:lnTo>
                  <a:lnTo>
                    <a:pt x="2717588" y="6892"/>
                  </a:lnTo>
                  <a:lnTo>
                    <a:pt x="2727332" y="5909"/>
                  </a:lnTo>
                  <a:lnTo>
                    <a:pt x="2737076" y="5000"/>
                  </a:lnTo>
                  <a:lnTo>
                    <a:pt x="2746805" y="4166"/>
                  </a:lnTo>
                  <a:lnTo>
                    <a:pt x="2756549" y="3406"/>
                  </a:lnTo>
                  <a:lnTo>
                    <a:pt x="2766293" y="2719"/>
                  </a:lnTo>
                  <a:lnTo>
                    <a:pt x="2776037" y="2108"/>
                  </a:lnTo>
                  <a:lnTo>
                    <a:pt x="2785766" y="1572"/>
                  </a:lnTo>
                  <a:lnTo>
                    <a:pt x="2795510" y="1113"/>
                  </a:lnTo>
                  <a:lnTo>
                    <a:pt x="2805254" y="730"/>
                  </a:lnTo>
                  <a:lnTo>
                    <a:pt x="2814998" y="426"/>
                  </a:lnTo>
                  <a:lnTo>
                    <a:pt x="2824727" y="203"/>
                  </a:lnTo>
                  <a:lnTo>
                    <a:pt x="2834471" y="60"/>
                  </a:lnTo>
                  <a:lnTo>
                    <a:pt x="2844215" y="0"/>
                  </a:lnTo>
                  <a:lnTo>
                    <a:pt x="2853958" y="24"/>
                  </a:lnTo>
                  <a:lnTo>
                    <a:pt x="2863687" y="137"/>
                  </a:lnTo>
                  <a:lnTo>
                    <a:pt x="2873431" y="337"/>
                  </a:lnTo>
                  <a:lnTo>
                    <a:pt x="2883175" y="629"/>
                  </a:lnTo>
                  <a:lnTo>
                    <a:pt x="2892919" y="1013"/>
                  </a:lnTo>
                  <a:lnTo>
                    <a:pt x="2902663" y="1493"/>
                  </a:lnTo>
                  <a:lnTo>
                    <a:pt x="2912392" y="207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1" name="Freeform 780">
              <a:extLst>
                <a:ext uri="{FF2B5EF4-FFF2-40B4-BE49-F238E27FC236}">
                  <a16:creationId xmlns:a16="http://schemas.microsoft.com/office/drawing/2014/main" id="{39EDDCD6-F03A-FF98-7FBB-3E99EBBB3ED2}"/>
                </a:ext>
              </a:extLst>
            </p:cNvPr>
            <p:cNvSpPr/>
            <p:nvPr/>
          </p:nvSpPr>
          <p:spPr>
            <a:xfrm>
              <a:off x="576446" y="3409348"/>
              <a:ext cx="2912392" cy="518563"/>
            </a:xfrm>
            <a:custGeom>
              <a:avLst/>
              <a:gdLst>
                <a:gd name="connsiteX0" fmla="*/ 0 w 2912392"/>
                <a:gd name="connsiteY0" fmla="*/ 518563 h 518563"/>
                <a:gd name="connsiteX1" fmla="*/ 9739 w 2912392"/>
                <a:gd name="connsiteY1" fmla="*/ 513918 h 518563"/>
                <a:gd name="connsiteX2" fmla="*/ 19480 w 2912392"/>
                <a:gd name="connsiteY2" fmla="*/ 509319 h 518563"/>
                <a:gd name="connsiteX3" fmla="*/ 29221 w 2912392"/>
                <a:gd name="connsiteY3" fmla="*/ 504776 h 518563"/>
                <a:gd name="connsiteX4" fmla="*/ 38961 w 2912392"/>
                <a:gd name="connsiteY4" fmla="*/ 500300 h 518563"/>
                <a:gd name="connsiteX5" fmla="*/ 48702 w 2912392"/>
                <a:gd name="connsiteY5" fmla="*/ 495899 h 518563"/>
                <a:gd name="connsiteX6" fmla="*/ 58443 w 2912392"/>
                <a:gd name="connsiteY6" fmla="*/ 491581 h 518563"/>
                <a:gd name="connsiteX7" fmla="*/ 68182 w 2912392"/>
                <a:gd name="connsiteY7" fmla="*/ 487355 h 518563"/>
                <a:gd name="connsiteX8" fmla="*/ 77923 w 2912392"/>
                <a:gd name="connsiteY8" fmla="*/ 483226 h 518563"/>
                <a:gd name="connsiteX9" fmla="*/ 87664 w 2912392"/>
                <a:gd name="connsiteY9" fmla="*/ 479202 h 518563"/>
                <a:gd name="connsiteX10" fmla="*/ 97404 w 2912392"/>
                <a:gd name="connsiteY10" fmla="*/ 475289 h 518563"/>
                <a:gd name="connsiteX11" fmla="*/ 107145 w 2912392"/>
                <a:gd name="connsiteY11" fmla="*/ 471496 h 518563"/>
                <a:gd name="connsiteX12" fmla="*/ 116886 w 2912392"/>
                <a:gd name="connsiteY12" fmla="*/ 467824 h 518563"/>
                <a:gd name="connsiteX13" fmla="*/ 126625 w 2912392"/>
                <a:gd name="connsiteY13" fmla="*/ 464279 h 518563"/>
                <a:gd name="connsiteX14" fmla="*/ 136366 w 2912392"/>
                <a:gd name="connsiteY14" fmla="*/ 460866 h 518563"/>
                <a:gd name="connsiteX15" fmla="*/ 146107 w 2912392"/>
                <a:gd name="connsiteY15" fmla="*/ 457588 h 518563"/>
                <a:gd name="connsiteX16" fmla="*/ 155846 w 2912392"/>
                <a:gd name="connsiteY16" fmla="*/ 454450 h 518563"/>
                <a:gd name="connsiteX17" fmla="*/ 165587 w 2912392"/>
                <a:gd name="connsiteY17" fmla="*/ 451453 h 518563"/>
                <a:gd name="connsiteX18" fmla="*/ 175328 w 2912392"/>
                <a:gd name="connsiteY18" fmla="*/ 448599 h 518563"/>
                <a:gd name="connsiteX19" fmla="*/ 185068 w 2912392"/>
                <a:gd name="connsiteY19" fmla="*/ 445891 h 518563"/>
                <a:gd name="connsiteX20" fmla="*/ 194809 w 2912392"/>
                <a:gd name="connsiteY20" fmla="*/ 443328 h 518563"/>
                <a:gd name="connsiteX21" fmla="*/ 204550 w 2912392"/>
                <a:gd name="connsiteY21" fmla="*/ 440915 h 518563"/>
                <a:gd name="connsiteX22" fmla="*/ 214289 w 2912392"/>
                <a:gd name="connsiteY22" fmla="*/ 438648 h 518563"/>
                <a:gd name="connsiteX23" fmla="*/ 224030 w 2912392"/>
                <a:gd name="connsiteY23" fmla="*/ 436530 h 518563"/>
                <a:gd name="connsiteX24" fmla="*/ 233771 w 2912392"/>
                <a:gd name="connsiteY24" fmla="*/ 434559 h 518563"/>
                <a:gd name="connsiteX25" fmla="*/ 243510 w 2912392"/>
                <a:gd name="connsiteY25" fmla="*/ 432733 h 518563"/>
                <a:gd name="connsiteX26" fmla="*/ 253251 w 2912392"/>
                <a:gd name="connsiteY26" fmla="*/ 431054 h 518563"/>
                <a:gd name="connsiteX27" fmla="*/ 262992 w 2912392"/>
                <a:gd name="connsiteY27" fmla="*/ 429518 h 518563"/>
                <a:gd name="connsiteX28" fmla="*/ 272732 w 2912392"/>
                <a:gd name="connsiteY28" fmla="*/ 428125 h 518563"/>
                <a:gd name="connsiteX29" fmla="*/ 282473 w 2912392"/>
                <a:gd name="connsiteY29" fmla="*/ 426871 h 518563"/>
                <a:gd name="connsiteX30" fmla="*/ 292214 w 2912392"/>
                <a:gd name="connsiteY30" fmla="*/ 425752 h 518563"/>
                <a:gd name="connsiteX31" fmla="*/ 301953 w 2912392"/>
                <a:gd name="connsiteY31" fmla="*/ 424768 h 518563"/>
                <a:gd name="connsiteX32" fmla="*/ 311694 w 2912392"/>
                <a:gd name="connsiteY32" fmla="*/ 423916 h 518563"/>
                <a:gd name="connsiteX33" fmla="*/ 321435 w 2912392"/>
                <a:gd name="connsiteY33" fmla="*/ 423191 h 518563"/>
                <a:gd name="connsiteX34" fmla="*/ 331175 w 2912392"/>
                <a:gd name="connsiteY34" fmla="*/ 422589 h 518563"/>
                <a:gd name="connsiteX35" fmla="*/ 340916 w 2912392"/>
                <a:gd name="connsiteY35" fmla="*/ 422109 h 518563"/>
                <a:gd name="connsiteX36" fmla="*/ 350656 w 2912392"/>
                <a:gd name="connsiteY36" fmla="*/ 421744 h 518563"/>
                <a:gd name="connsiteX37" fmla="*/ 360396 w 2912392"/>
                <a:gd name="connsiteY37" fmla="*/ 421491 h 518563"/>
                <a:gd name="connsiteX38" fmla="*/ 370137 w 2912392"/>
                <a:gd name="connsiteY38" fmla="*/ 421345 h 518563"/>
                <a:gd name="connsiteX39" fmla="*/ 379878 w 2912392"/>
                <a:gd name="connsiteY39" fmla="*/ 421303 h 518563"/>
                <a:gd name="connsiteX40" fmla="*/ 389617 w 2912392"/>
                <a:gd name="connsiteY40" fmla="*/ 421360 h 518563"/>
                <a:gd name="connsiteX41" fmla="*/ 399358 w 2912392"/>
                <a:gd name="connsiteY41" fmla="*/ 421512 h 518563"/>
                <a:gd name="connsiteX42" fmla="*/ 409099 w 2912392"/>
                <a:gd name="connsiteY42" fmla="*/ 421751 h 518563"/>
                <a:gd name="connsiteX43" fmla="*/ 418839 w 2912392"/>
                <a:gd name="connsiteY43" fmla="*/ 422076 h 518563"/>
                <a:gd name="connsiteX44" fmla="*/ 428580 w 2912392"/>
                <a:gd name="connsiteY44" fmla="*/ 422482 h 518563"/>
                <a:gd name="connsiteX45" fmla="*/ 438321 w 2912392"/>
                <a:gd name="connsiteY45" fmla="*/ 422961 h 518563"/>
                <a:gd name="connsiteX46" fmla="*/ 448060 w 2912392"/>
                <a:gd name="connsiteY46" fmla="*/ 423512 h 518563"/>
                <a:gd name="connsiteX47" fmla="*/ 457801 w 2912392"/>
                <a:gd name="connsiteY47" fmla="*/ 424128 h 518563"/>
                <a:gd name="connsiteX48" fmla="*/ 467542 w 2912392"/>
                <a:gd name="connsiteY48" fmla="*/ 424803 h 518563"/>
                <a:gd name="connsiteX49" fmla="*/ 477281 w 2912392"/>
                <a:gd name="connsiteY49" fmla="*/ 425534 h 518563"/>
                <a:gd name="connsiteX50" fmla="*/ 487022 w 2912392"/>
                <a:gd name="connsiteY50" fmla="*/ 426315 h 518563"/>
                <a:gd name="connsiteX51" fmla="*/ 496763 w 2912392"/>
                <a:gd name="connsiteY51" fmla="*/ 427142 h 518563"/>
                <a:gd name="connsiteX52" fmla="*/ 506503 w 2912392"/>
                <a:gd name="connsiteY52" fmla="*/ 428011 h 518563"/>
                <a:gd name="connsiteX53" fmla="*/ 516244 w 2912392"/>
                <a:gd name="connsiteY53" fmla="*/ 428915 h 518563"/>
                <a:gd name="connsiteX54" fmla="*/ 525985 w 2912392"/>
                <a:gd name="connsiteY54" fmla="*/ 429851 h 518563"/>
                <a:gd name="connsiteX55" fmla="*/ 535724 w 2912392"/>
                <a:gd name="connsiteY55" fmla="*/ 430813 h 518563"/>
                <a:gd name="connsiteX56" fmla="*/ 545465 w 2912392"/>
                <a:gd name="connsiteY56" fmla="*/ 431796 h 518563"/>
                <a:gd name="connsiteX57" fmla="*/ 555206 w 2912392"/>
                <a:gd name="connsiteY57" fmla="*/ 432798 h 518563"/>
                <a:gd name="connsiteX58" fmla="*/ 564946 w 2912392"/>
                <a:gd name="connsiteY58" fmla="*/ 433812 h 518563"/>
                <a:gd name="connsiteX59" fmla="*/ 574687 w 2912392"/>
                <a:gd name="connsiteY59" fmla="*/ 434836 h 518563"/>
                <a:gd name="connsiteX60" fmla="*/ 584428 w 2912392"/>
                <a:gd name="connsiteY60" fmla="*/ 435862 h 518563"/>
                <a:gd name="connsiteX61" fmla="*/ 594167 w 2912392"/>
                <a:gd name="connsiteY61" fmla="*/ 436890 h 518563"/>
                <a:gd name="connsiteX62" fmla="*/ 603908 w 2912392"/>
                <a:gd name="connsiteY62" fmla="*/ 437912 h 518563"/>
                <a:gd name="connsiteX63" fmla="*/ 613649 w 2912392"/>
                <a:gd name="connsiteY63" fmla="*/ 438926 h 518563"/>
                <a:gd name="connsiteX64" fmla="*/ 623388 w 2912392"/>
                <a:gd name="connsiteY64" fmla="*/ 439927 h 518563"/>
                <a:gd name="connsiteX65" fmla="*/ 633129 w 2912392"/>
                <a:gd name="connsiteY65" fmla="*/ 440910 h 518563"/>
                <a:gd name="connsiteX66" fmla="*/ 642870 w 2912392"/>
                <a:gd name="connsiteY66" fmla="*/ 441874 h 518563"/>
                <a:gd name="connsiteX67" fmla="*/ 652610 w 2912392"/>
                <a:gd name="connsiteY67" fmla="*/ 442811 h 518563"/>
                <a:gd name="connsiteX68" fmla="*/ 662351 w 2912392"/>
                <a:gd name="connsiteY68" fmla="*/ 443721 h 518563"/>
                <a:gd name="connsiteX69" fmla="*/ 672092 w 2912392"/>
                <a:gd name="connsiteY69" fmla="*/ 444598 h 518563"/>
                <a:gd name="connsiteX70" fmla="*/ 681831 w 2912392"/>
                <a:gd name="connsiteY70" fmla="*/ 445438 h 518563"/>
                <a:gd name="connsiteX71" fmla="*/ 691572 w 2912392"/>
                <a:gd name="connsiteY71" fmla="*/ 446239 h 518563"/>
                <a:gd name="connsiteX72" fmla="*/ 701313 w 2912392"/>
                <a:gd name="connsiteY72" fmla="*/ 446996 h 518563"/>
                <a:gd name="connsiteX73" fmla="*/ 711052 w 2912392"/>
                <a:gd name="connsiteY73" fmla="*/ 447705 h 518563"/>
                <a:gd name="connsiteX74" fmla="*/ 720793 w 2912392"/>
                <a:gd name="connsiteY74" fmla="*/ 448364 h 518563"/>
                <a:gd name="connsiteX75" fmla="*/ 730534 w 2912392"/>
                <a:gd name="connsiteY75" fmla="*/ 448969 h 518563"/>
                <a:gd name="connsiteX76" fmla="*/ 740274 w 2912392"/>
                <a:gd name="connsiteY76" fmla="*/ 449516 h 518563"/>
                <a:gd name="connsiteX77" fmla="*/ 750015 w 2912392"/>
                <a:gd name="connsiteY77" fmla="*/ 450001 h 518563"/>
                <a:gd name="connsiteX78" fmla="*/ 759756 w 2912392"/>
                <a:gd name="connsiteY78" fmla="*/ 450423 h 518563"/>
                <a:gd name="connsiteX79" fmla="*/ 769495 w 2912392"/>
                <a:gd name="connsiteY79" fmla="*/ 450778 h 518563"/>
                <a:gd name="connsiteX80" fmla="*/ 779236 w 2912392"/>
                <a:gd name="connsiteY80" fmla="*/ 451062 h 518563"/>
                <a:gd name="connsiteX81" fmla="*/ 788977 w 2912392"/>
                <a:gd name="connsiteY81" fmla="*/ 451272 h 518563"/>
                <a:gd name="connsiteX82" fmla="*/ 798717 w 2912392"/>
                <a:gd name="connsiteY82" fmla="*/ 451405 h 518563"/>
                <a:gd name="connsiteX83" fmla="*/ 808458 w 2912392"/>
                <a:gd name="connsiteY83" fmla="*/ 451460 h 518563"/>
                <a:gd name="connsiteX84" fmla="*/ 818199 w 2912392"/>
                <a:gd name="connsiteY84" fmla="*/ 451430 h 518563"/>
                <a:gd name="connsiteX85" fmla="*/ 827938 w 2912392"/>
                <a:gd name="connsiteY85" fmla="*/ 451317 h 518563"/>
                <a:gd name="connsiteX86" fmla="*/ 837679 w 2912392"/>
                <a:gd name="connsiteY86" fmla="*/ 451116 h 518563"/>
                <a:gd name="connsiteX87" fmla="*/ 847420 w 2912392"/>
                <a:gd name="connsiteY87" fmla="*/ 450824 h 518563"/>
                <a:gd name="connsiteX88" fmla="*/ 857159 w 2912392"/>
                <a:gd name="connsiteY88" fmla="*/ 450439 h 518563"/>
                <a:gd name="connsiteX89" fmla="*/ 866900 w 2912392"/>
                <a:gd name="connsiteY89" fmla="*/ 449960 h 518563"/>
                <a:gd name="connsiteX90" fmla="*/ 876641 w 2912392"/>
                <a:gd name="connsiteY90" fmla="*/ 449383 h 518563"/>
                <a:gd name="connsiteX91" fmla="*/ 886381 w 2912392"/>
                <a:gd name="connsiteY91" fmla="*/ 448707 h 518563"/>
                <a:gd name="connsiteX92" fmla="*/ 896122 w 2912392"/>
                <a:gd name="connsiteY92" fmla="*/ 447929 h 518563"/>
                <a:gd name="connsiteX93" fmla="*/ 905863 w 2912392"/>
                <a:gd name="connsiteY93" fmla="*/ 447048 h 518563"/>
                <a:gd name="connsiteX94" fmla="*/ 915602 w 2912392"/>
                <a:gd name="connsiteY94" fmla="*/ 446062 h 518563"/>
                <a:gd name="connsiteX95" fmla="*/ 925343 w 2912392"/>
                <a:gd name="connsiteY95" fmla="*/ 444970 h 518563"/>
                <a:gd name="connsiteX96" fmla="*/ 935084 w 2912392"/>
                <a:gd name="connsiteY96" fmla="*/ 443771 h 518563"/>
                <a:gd name="connsiteX97" fmla="*/ 944824 w 2912392"/>
                <a:gd name="connsiteY97" fmla="*/ 442461 h 518563"/>
                <a:gd name="connsiteX98" fmla="*/ 954564 w 2912392"/>
                <a:gd name="connsiteY98" fmla="*/ 441043 h 518563"/>
                <a:gd name="connsiteX99" fmla="*/ 964305 w 2912392"/>
                <a:gd name="connsiteY99" fmla="*/ 439513 h 518563"/>
                <a:gd name="connsiteX100" fmla="*/ 974045 w 2912392"/>
                <a:gd name="connsiteY100" fmla="*/ 437872 h 518563"/>
                <a:gd name="connsiteX101" fmla="*/ 983786 w 2912392"/>
                <a:gd name="connsiteY101" fmla="*/ 436120 h 518563"/>
                <a:gd name="connsiteX102" fmla="*/ 993522 w 2912392"/>
                <a:gd name="connsiteY102" fmla="*/ 434255 h 518563"/>
                <a:gd name="connsiteX103" fmla="*/ 1003266 w 2912392"/>
                <a:gd name="connsiteY103" fmla="*/ 432279 h 518563"/>
                <a:gd name="connsiteX104" fmla="*/ 1013010 w 2912392"/>
                <a:gd name="connsiteY104" fmla="*/ 430190 h 518563"/>
                <a:gd name="connsiteX105" fmla="*/ 1022754 w 2912392"/>
                <a:gd name="connsiteY105" fmla="*/ 427991 h 518563"/>
                <a:gd name="connsiteX106" fmla="*/ 1032483 w 2912392"/>
                <a:gd name="connsiteY106" fmla="*/ 425682 h 518563"/>
                <a:gd name="connsiteX107" fmla="*/ 1042227 w 2912392"/>
                <a:gd name="connsiteY107" fmla="*/ 423261 h 518563"/>
                <a:gd name="connsiteX108" fmla="*/ 1051971 w 2912392"/>
                <a:gd name="connsiteY108" fmla="*/ 420734 h 518563"/>
                <a:gd name="connsiteX109" fmla="*/ 1061715 w 2912392"/>
                <a:gd name="connsiteY109" fmla="*/ 418098 h 518563"/>
                <a:gd name="connsiteX110" fmla="*/ 1071444 w 2912392"/>
                <a:gd name="connsiteY110" fmla="*/ 415357 h 518563"/>
                <a:gd name="connsiteX111" fmla="*/ 1081188 w 2912392"/>
                <a:gd name="connsiteY111" fmla="*/ 412513 h 518563"/>
                <a:gd name="connsiteX112" fmla="*/ 1090932 w 2912392"/>
                <a:gd name="connsiteY112" fmla="*/ 409566 h 518563"/>
                <a:gd name="connsiteX113" fmla="*/ 1100676 w 2912392"/>
                <a:gd name="connsiteY113" fmla="*/ 406520 h 518563"/>
                <a:gd name="connsiteX114" fmla="*/ 1110405 w 2912392"/>
                <a:gd name="connsiteY114" fmla="*/ 403378 h 518563"/>
                <a:gd name="connsiteX115" fmla="*/ 1120149 w 2912392"/>
                <a:gd name="connsiteY115" fmla="*/ 400142 h 518563"/>
                <a:gd name="connsiteX116" fmla="*/ 1129893 w 2912392"/>
                <a:gd name="connsiteY116" fmla="*/ 396815 h 518563"/>
                <a:gd name="connsiteX117" fmla="*/ 1139637 w 2912392"/>
                <a:gd name="connsiteY117" fmla="*/ 393402 h 518563"/>
                <a:gd name="connsiteX118" fmla="*/ 1149381 w 2912392"/>
                <a:gd name="connsiteY118" fmla="*/ 389903 h 518563"/>
                <a:gd name="connsiteX119" fmla="*/ 1159110 w 2912392"/>
                <a:gd name="connsiteY119" fmla="*/ 386325 h 518563"/>
                <a:gd name="connsiteX120" fmla="*/ 1168854 w 2912392"/>
                <a:gd name="connsiteY120" fmla="*/ 382668 h 518563"/>
                <a:gd name="connsiteX121" fmla="*/ 1178598 w 2912392"/>
                <a:gd name="connsiteY121" fmla="*/ 378942 h 518563"/>
                <a:gd name="connsiteX122" fmla="*/ 1188341 w 2912392"/>
                <a:gd name="connsiteY122" fmla="*/ 375147 h 518563"/>
                <a:gd name="connsiteX123" fmla="*/ 1198070 w 2912392"/>
                <a:gd name="connsiteY123" fmla="*/ 371289 h 518563"/>
                <a:gd name="connsiteX124" fmla="*/ 1207814 w 2912392"/>
                <a:gd name="connsiteY124" fmla="*/ 367372 h 518563"/>
                <a:gd name="connsiteX125" fmla="*/ 1217558 w 2912392"/>
                <a:gd name="connsiteY125" fmla="*/ 363400 h 518563"/>
                <a:gd name="connsiteX126" fmla="*/ 1227302 w 2912392"/>
                <a:gd name="connsiteY126" fmla="*/ 359380 h 518563"/>
                <a:gd name="connsiteX127" fmla="*/ 1237031 w 2912392"/>
                <a:gd name="connsiteY127" fmla="*/ 355317 h 518563"/>
                <a:gd name="connsiteX128" fmla="*/ 1246775 w 2912392"/>
                <a:gd name="connsiteY128" fmla="*/ 351215 h 518563"/>
                <a:gd name="connsiteX129" fmla="*/ 1256519 w 2912392"/>
                <a:gd name="connsiteY129" fmla="*/ 347079 h 518563"/>
                <a:gd name="connsiteX130" fmla="*/ 1266263 w 2912392"/>
                <a:gd name="connsiteY130" fmla="*/ 342916 h 518563"/>
                <a:gd name="connsiteX131" fmla="*/ 1276007 w 2912392"/>
                <a:gd name="connsiteY131" fmla="*/ 338731 h 518563"/>
                <a:gd name="connsiteX132" fmla="*/ 1285736 w 2912392"/>
                <a:gd name="connsiteY132" fmla="*/ 334530 h 518563"/>
                <a:gd name="connsiteX133" fmla="*/ 1295480 w 2912392"/>
                <a:gd name="connsiteY133" fmla="*/ 330318 h 518563"/>
                <a:gd name="connsiteX134" fmla="*/ 1305224 w 2912392"/>
                <a:gd name="connsiteY134" fmla="*/ 326101 h 518563"/>
                <a:gd name="connsiteX135" fmla="*/ 1314968 w 2912392"/>
                <a:gd name="connsiteY135" fmla="*/ 321885 h 518563"/>
                <a:gd name="connsiteX136" fmla="*/ 1324697 w 2912392"/>
                <a:gd name="connsiteY136" fmla="*/ 317676 h 518563"/>
                <a:gd name="connsiteX137" fmla="*/ 1334441 w 2912392"/>
                <a:gd name="connsiteY137" fmla="*/ 313478 h 518563"/>
                <a:gd name="connsiteX138" fmla="*/ 1344185 w 2912392"/>
                <a:gd name="connsiteY138" fmla="*/ 309298 h 518563"/>
                <a:gd name="connsiteX139" fmla="*/ 1353929 w 2912392"/>
                <a:gd name="connsiteY139" fmla="*/ 305143 h 518563"/>
                <a:gd name="connsiteX140" fmla="*/ 1363658 w 2912392"/>
                <a:gd name="connsiteY140" fmla="*/ 301016 h 518563"/>
                <a:gd name="connsiteX141" fmla="*/ 1373402 w 2912392"/>
                <a:gd name="connsiteY141" fmla="*/ 296925 h 518563"/>
                <a:gd name="connsiteX142" fmla="*/ 1383146 w 2912392"/>
                <a:gd name="connsiteY142" fmla="*/ 292874 h 518563"/>
                <a:gd name="connsiteX143" fmla="*/ 1392890 w 2912392"/>
                <a:gd name="connsiteY143" fmla="*/ 288869 h 518563"/>
                <a:gd name="connsiteX144" fmla="*/ 1402619 w 2912392"/>
                <a:gd name="connsiteY144" fmla="*/ 284916 h 518563"/>
                <a:gd name="connsiteX145" fmla="*/ 1412363 w 2912392"/>
                <a:gd name="connsiteY145" fmla="*/ 281019 h 518563"/>
                <a:gd name="connsiteX146" fmla="*/ 1422106 w 2912392"/>
                <a:gd name="connsiteY146" fmla="*/ 277182 h 518563"/>
                <a:gd name="connsiteX147" fmla="*/ 1431850 w 2912392"/>
                <a:gd name="connsiteY147" fmla="*/ 273413 h 518563"/>
                <a:gd name="connsiteX148" fmla="*/ 1441594 w 2912392"/>
                <a:gd name="connsiteY148" fmla="*/ 269715 h 518563"/>
                <a:gd name="connsiteX149" fmla="*/ 1451323 w 2912392"/>
                <a:gd name="connsiteY149" fmla="*/ 266093 h 518563"/>
                <a:gd name="connsiteX150" fmla="*/ 1461067 w 2912392"/>
                <a:gd name="connsiteY150" fmla="*/ 262550 h 518563"/>
                <a:gd name="connsiteX151" fmla="*/ 1470811 w 2912392"/>
                <a:gd name="connsiteY151" fmla="*/ 259092 h 518563"/>
                <a:gd name="connsiteX152" fmla="*/ 1480555 w 2912392"/>
                <a:gd name="connsiteY152" fmla="*/ 255723 h 518563"/>
                <a:gd name="connsiteX153" fmla="*/ 1490284 w 2912392"/>
                <a:gd name="connsiteY153" fmla="*/ 252447 h 518563"/>
                <a:gd name="connsiteX154" fmla="*/ 1500028 w 2912392"/>
                <a:gd name="connsiteY154" fmla="*/ 249264 h 518563"/>
                <a:gd name="connsiteX155" fmla="*/ 1509772 w 2912392"/>
                <a:gd name="connsiteY155" fmla="*/ 246183 h 518563"/>
                <a:gd name="connsiteX156" fmla="*/ 1519516 w 2912392"/>
                <a:gd name="connsiteY156" fmla="*/ 243205 h 518563"/>
                <a:gd name="connsiteX157" fmla="*/ 1529245 w 2912392"/>
                <a:gd name="connsiteY157" fmla="*/ 240331 h 518563"/>
                <a:gd name="connsiteX158" fmla="*/ 1538989 w 2912392"/>
                <a:gd name="connsiteY158" fmla="*/ 237566 h 518563"/>
                <a:gd name="connsiteX159" fmla="*/ 1548733 w 2912392"/>
                <a:gd name="connsiteY159" fmla="*/ 234912 h 518563"/>
                <a:gd name="connsiteX160" fmla="*/ 1558477 w 2912392"/>
                <a:gd name="connsiteY160" fmla="*/ 232370 h 518563"/>
                <a:gd name="connsiteX161" fmla="*/ 1568221 w 2912392"/>
                <a:gd name="connsiteY161" fmla="*/ 229943 h 518563"/>
                <a:gd name="connsiteX162" fmla="*/ 1577950 w 2912392"/>
                <a:gd name="connsiteY162" fmla="*/ 227634 h 518563"/>
                <a:gd name="connsiteX163" fmla="*/ 1587694 w 2912392"/>
                <a:gd name="connsiteY163" fmla="*/ 225442 h 518563"/>
                <a:gd name="connsiteX164" fmla="*/ 1597438 w 2912392"/>
                <a:gd name="connsiteY164" fmla="*/ 223370 h 518563"/>
                <a:gd name="connsiteX165" fmla="*/ 1607182 w 2912392"/>
                <a:gd name="connsiteY165" fmla="*/ 221418 h 518563"/>
                <a:gd name="connsiteX166" fmla="*/ 1616911 w 2912392"/>
                <a:gd name="connsiteY166" fmla="*/ 219587 h 518563"/>
                <a:gd name="connsiteX167" fmla="*/ 1626655 w 2912392"/>
                <a:gd name="connsiteY167" fmla="*/ 217878 h 518563"/>
                <a:gd name="connsiteX168" fmla="*/ 1636399 w 2912392"/>
                <a:gd name="connsiteY168" fmla="*/ 216291 h 518563"/>
                <a:gd name="connsiteX169" fmla="*/ 1646142 w 2912392"/>
                <a:gd name="connsiteY169" fmla="*/ 214825 h 518563"/>
                <a:gd name="connsiteX170" fmla="*/ 1655872 w 2912392"/>
                <a:gd name="connsiteY170" fmla="*/ 213482 h 518563"/>
                <a:gd name="connsiteX171" fmla="*/ 1665616 w 2912392"/>
                <a:gd name="connsiteY171" fmla="*/ 212258 h 518563"/>
                <a:gd name="connsiteX172" fmla="*/ 1675359 w 2912392"/>
                <a:gd name="connsiteY172" fmla="*/ 211154 h 518563"/>
                <a:gd name="connsiteX173" fmla="*/ 1685103 w 2912392"/>
                <a:gd name="connsiteY173" fmla="*/ 210169 h 518563"/>
                <a:gd name="connsiteX174" fmla="*/ 1694832 w 2912392"/>
                <a:gd name="connsiteY174" fmla="*/ 209302 h 518563"/>
                <a:gd name="connsiteX175" fmla="*/ 1704576 w 2912392"/>
                <a:gd name="connsiteY175" fmla="*/ 208551 h 518563"/>
                <a:gd name="connsiteX176" fmla="*/ 1714320 w 2912392"/>
                <a:gd name="connsiteY176" fmla="*/ 207915 h 518563"/>
                <a:gd name="connsiteX177" fmla="*/ 1724064 w 2912392"/>
                <a:gd name="connsiteY177" fmla="*/ 207389 h 518563"/>
                <a:gd name="connsiteX178" fmla="*/ 1733808 w 2912392"/>
                <a:gd name="connsiteY178" fmla="*/ 206975 h 518563"/>
                <a:gd name="connsiteX179" fmla="*/ 1743537 w 2912392"/>
                <a:gd name="connsiteY179" fmla="*/ 206667 h 518563"/>
                <a:gd name="connsiteX180" fmla="*/ 1753281 w 2912392"/>
                <a:gd name="connsiteY180" fmla="*/ 206463 h 518563"/>
                <a:gd name="connsiteX181" fmla="*/ 1763025 w 2912392"/>
                <a:gd name="connsiteY181" fmla="*/ 206360 h 518563"/>
                <a:gd name="connsiteX182" fmla="*/ 1772769 w 2912392"/>
                <a:gd name="connsiteY182" fmla="*/ 206355 h 518563"/>
                <a:gd name="connsiteX183" fmla="*/ 1782498 w 2912392"/>
                <a:gd name="connsiteY183" fmla="*/ 206445 h 518563"/>
                <a:gd name="connsiteX184" fmla="*/ 1792242 w 2912392"/>
                <a:gd name="connsiteY184" fmla="*/ 206625 h 518563"/>
                <a:gd name="connsiteX185" fmla="*/ 1801986 w 2912392"/>
                <a:gd name="connsiteY185" fmla="*/ 206893 h 518563"/>
                <a:gd name="connsiteX186" fmla="*/ 1811730 w 2912392"/>
                <a:gd name="connsiteY186" fmla="*/ 207243 h 518563"/>
                <a:gd name="connsiteX187" fmla="*/ 1821459 w 2912392"/>
                <a:gd name="connsiteY187" fmla="*/ 207671 h 518563"/>
                <a:gd name="connsiteX188" fmla="*/ 1831203 w 2912392"/>
                <a:gd name="connsiteY188" fmla="*/ 208173 h 518563"/>
                <a:gd name="connsiteX189" fmla="*/ 1840947 w 2912392"/>
                <a:gd name="connsiteY189" fmla="*/ 208744 h 518563"/>
                <a:gd name="connsiteX190" fmla="*/ 1850691 w 2912392"/>
                <a:gd name="connsiteY190" fmla="*/ 209377 h 518563"/>
                <a:gd name="connsiteX191" fmla="*/ 1860435 w 2912392"/>
                <a:gd name="connsiteY191" fmla="*/ 210070 h 518563"/>
                <a:gd name="connsiteX192" fmla="*/ 1870164 w 2912392"/>
                <a:gd name="connsiteY192" fmla="*/ 210816 h 518563"/>
                <a:gd name="connsiteX193" fmla="*/ 1879908 w 2912392"/>
                <a:gd name="connsiteY193" fmla="*/ 211610 h 518563"/>
                <a:gd name="connsiteX194" fmla="*/ 1889652 w 2912392"/>
                <a:gd name="connsiteY194" fmla="*/ 212445 h 518563"/>
                <a:gd name="connsiteX195" fmla="*/ 1899395 w 2912392"/>
                <a:gd name="connsiteY195" fmla="*/ 213318 h 518563"/>
                <a:gd name="connsiteX196" fmla="*/ 1909124 w 2912392"/>
                <a:gd name="connsiteY196" fmla="*/ 214219 h 518563"/>
                <a:gd name="connsiteX197" fmla="*/ 1918868 w 2912392"/>
                <a:gd name="connsiteY197" fmla="*/ 215146 h 518563"/>
                <a:gd name="connsiteX198" fmla="*/ 1928612 w 2912392"/>
                <a:gd name="connsiteY198" fmla="*/ 216089 h 518563"/>
                <a:gd name="connsiteX199" fmla="*/ 1938356 w 2912392"/>
                <a:gd name="connsiteY199" fmla="*/ 217044 h 518563"/>
                <a:gd name="connsiteX200" fmla="*/ 1948085 w 2912392"/>
                <a:gd name="connsiteY200" fmla="*/ 218003 h 518563"/>
                <a:gd name="connsiteX201" fmla="*/ 1957829 w 2912392"/>
                <a:gd name="connsiteY201" fmla="*/ 218961 h 518563"/>
                <a:gd name="connsiteX202" fmla="*/ 1967573 w 2912392"/>
                <a:gd name="connsiteY202" fmla="*/ 219910 h 518563"/>
                <a:gd name="connsiteX203" fmla="*/ 1977317 w 2912392"/>
                <a:gd name="connsiteY203" fmla="*/ 220845 h 518563"/>
                <a:gd name="connsiteX204" fmla="*/ 1987046 w 2912392"/>
                <a:gd name="connsiteY204" fmla="*/ 221756 h 518563"/>
                <a:gd name="connsiteX205" fmla="*/ 1996790 w 2912392"/>
                <a:gd name="connsiteY205" fmla="*/ 222640 h 518563"/>
                <a:gd name="connsiteX206" fmla="*/ 2006534 w 2912392"/>
                <a:gd name="connsiteY206" fmla="*/ 223486 h 518563"/>
                <a:gd name="connsiteX207" fmla="*/ 2016278 w 2912392"/>
                <a:gd name="connsiteY207" fmla="*/ 224291 h 518563"/>
                <a:gd name="connsiteX208" fmla="*/ 2026022 w 2912392"/>
                <a:gd name="connsiteY208" fmla="*/ 225046 h 518563"/>
                <a:gd name="connsiteX209" fmla="*/ 2035751 w 2912392"/>
                <a:gd name="connsiteY209" fmla="*/ 225746 h 518563"/>
                <a:gd name="connsiteX210" fmla="*/ 2045495 w 2912392"/>
                <a:gd name="connsiteY210" fmla="*/ 226381 h 518563"/>
                <a:gd name="connsiteX211" fmla="*/ 2055239 w 2912392"/>
                <a:gd name="connsiteY211" fmla="*/ 226947 h 518563"/>
                <a:gd name="connsiteX212" fmla="*/ 2064983 w 2912392"/>
                <a:gd name="connsiteY212" fmla="*/ 227437 h 518563"/>
                <a:gd name="connsiteX213" fmla="*/ 2074712 w 2912392"/>
                <a:gd name="connsiteY213" fmla="*/ 227846 h 518563"/>
                <a:gd name="connsiteX214" fmla="*/ 2084456 w 2912392"/>
                <a:gd name="connsiteY214" fmla="*/ 228163 h 518563"/>
                <a:gd name="connsiteX215" fmla="*/ 2094200 w 2912392"/>
                <a:gd name="connsiteY215" fmla="*/ 228385 h 518563"/>
                <a:gd name="connsiteX216" fmla="*/ 2103944 w 2912392"/>
                <a:gd name="connsiteY216" fmla="*/ 228507 h 518563"/>
                <a:gd name="connsiteX217" fmla="*/ 2113673 w 2912392"/>
                <a:gd name="connsiteY217" fmla="*/ 228521 h 518563"/>
                <a:gd name="connsiteX218" fmla="*/ 2123417 w 2912392"/>
                <a:gd name="connsiteY218" fmla="*/ 228421 h 518563"/>
                <a:gd name="connsiteX219" fmla="*/ 2133161 w 2912392"/>
                <a:gd name="connsiteY219" fmla="*/ 228203 h 518563"/>
                <a:gd name="connsiteX220" fmla="*/ 2142905 w 2912392"/>
                <a:gd name="connsiteY220" fmla="*/ 227862 h 518563"/>
                <a:gd name="connsiteX221" fmla="*/ 2152649 w 2912392"/>
                <a:gd name="connsiteY221" fmla="*/ 227393 h 518563"/>
                <a:gd name="connsiteX222" fmla="*/ 2162377 w 2912392"/>
                <a:gd name="connsiteY222" fmla="*/ 226791 h 518563"/>
                <a:gd name="connsiteX223" fmla="*/ 2172121 w 2912392"/>
                <a:gd name="connsiteY223" fmla="*/ 226050 h 518563"/>
                <a:gd name="connsiteX224" fmla="*/ 2181865 w 2912392"/>
                <a:gd name="connsiteY224" fmla="*/ 225170 h 518563"/>
                <a:gd name="connsiteX225" fmla="*/ 2191609 w 2912392"/>
                <a:gd name="connsiteY225" fmla="*/ 224143 h 518563"/>
                <a:gd name="connsiteX226" fmla="*/ 2201338 w 2912392"/>
                <a:gd name="connsiteY226" fmla="*/ 222969 h 518563"/>
                <a:gd name="connsiteX227" fmla="*/ 2211082 w 2912392"/>
                <a:gd name="connsiteY227" fmla="*/ 221645 h 518563"/>
                <a:gd name="connsiteX228" fmla="*/ 2220826 w 2912392"/>
                <a:gd name="connsiteY228" fmla="*/ 220167 h 518563"/>
                <a:gd name="connsiteX229" fmla="*/ 2230570 w 2912392"/>
                <a:gd name="connsiteY229" fmla="*/ 218532 h 518563"/>
                <a:gd name="connsiteX230" fmla="*/ 2240299 w 2912392"/>
                <a:gd name="connsiteY230" fmla="*/ 216741 h 518563"/>
                <a:gd name="connsiteX231" fmla="*/ 2250043 w 2912392"/>
                <a:gd name="connsiteY231" fmla="*/ 214793 h 518563"/>
                <a:gd name="connsiteX232" fmla="*/ 2259787 w 2912392"/>
                <a:gd name="connsiteY232" fmla="*/ 212685 h 518563"/>
                <a:gd name="connsiteX233" fmla="*/ 2269531 w 2912392"/>
                <a:gd name="connsiteY233" fmla="*/ 210418 h 518563"/>
                <a:gd name="connsiteX234" fmla="*/ 2279260 w 2912392"/>
                <a:gd name="connsiteY234" fmla="*/ 207991 h 518563"/>
                <a:gd name="connsiteX235" fmla="*/ 2289004 w 2912392"/>
                <a:gd name="connsiteY235" fmla="*/ 205408 h 518563"/>
                <a:gd name="connsiteX236" fmla="*/ 2298748 w 2912392"/>
                <a:gd name="connsiteY236" fmla="*/ 202666 h 518563"/>
                <a:gd name="connsiteX237" fmla="*/ 2308492 w 2912392"/>
                <a:gd name="connsiteY237" fmla="*/ 199769 h 518563"/>
                <a:gd name="connsiteX238" fmla="*/ 2318236 w 2912392"/>
                <a:gd name="connsiteY238" fmla="*/ 196719 h 518563"/>
                <a:gd name="connsiteX239" fmla="*/ 2327965 w 2912392"/>
                <a:gd name="connsiteY239" fmla="*/ 193518 h 518563"/>
                <a:gd name="connsiteX240" fmla="*/ 2337709 w 2912392"/>
                <a:gd name="connsiteY240" fmla="*/ 190171 h 518563"/>
                <a:gd name="connsiteX241" fmla="*/ 2347453 w 2912392"/>
                <a:gd name="connsiteY241" fmla="*/ 186678 h 518563"/>
                <a:gd name="connsiteX242" fmla="*/ 2357197 w 2912392"/>
                <a:gd name="connsiteY242" fmla="*/ 183046 h 518563"/>
                <a:gd name="connsiteX243" fmla="*/ 2366926 w 2912392"/>
                <a:gd name="connsiteY243" fmla="*/ 179279 h 518563"/>
                <a:gd name="connsiteX244" fmla="*/ 2376670 w 2912392"/>
                <a:gd name="connsiteY244" fmla="*/ 175382 h 518563"/>
                <a:gd name="connsiteX245" fmla="*/ 2386413 w 2912392"/>
                <a:gd name="connsiteY245" fmla="*/ 171359 h 518563"/>
                <a:gd name="connsiteX246" fmla="*/ 2396157 w 2912392"/>
                <a:gd name="connsiteY246" fmla="*/ 167219 h 518563"/>
                <a:gd name="connsiteX247" fmla="*/ 2405886 w 2912392"/>
                <a:gd name="connsiteY247" fmla="*/ 162965 h 518563"/>
                <a:gd name="connsiteX248" fmla="*/ 2415630 w 2912392"/>
                <a:gd name="connsiteY248" fmla="*/ 158606 h 518563"/>
                <a:gd name="connsiteX249" fmla="*/ 2425374 w 2912392"/>
                <a:gd name="connsiteY249" fmla="*/ 154148 h 518563"/>
                <a:gd name="connsiteX250" fmla="*/ 2435118 w 2912392"/>
                <a:gd name="connsiteY250" fmla="*/ 149601 h 518563"/>
                <a:gd name="connsiteX251" fmla="*/ 2444862 w 2912392"/>
                <a:gd name="connsiteY251" fmla="*/ 144969 h 518563"/>
                <a:gd name="connsiteX252" fmla="*/ 2454591 w 2912392"/>
                <a:gd name="connsiteY252" fmla="*/ 140262 h 518563"/>
                <a:gd name="connsiteX253" fmla="*/ 2464335 w 2912392"/>
                <a:gd name="connsiteY253" fmla="*/ 135490 h 518563"/>
                <a:gd name="connsiteX254" fmla="*/ 2474079 w 2912392"/>
                <a:gd name="connsiteY254" fmla="*/ 130660 h 518563"/>
                <a:gd name="connsiteX255" fmla="*/ 2483823 w 2912392"/>
                <a:gd name="connsiteY255" fmla="*/ 125782 h 518563"/>
                <a:gd name="connsiteX256" fmla="*/ 2493552 w 2912392"/>
                <a:gd name="connsiteY256" fmla="*/ 120865 h 518563"/>
                <a:gd name="connsiteX257" fmla="*/ 2503296 w 2912392"/>
                <a:gd name="connsiteY257" fmla="*/ 115919 h 518563"/>
                <a:gd name="connsiteX258" fmla="*/ 2513040 w 2912392"/>
                <a:gd name="connsiteY258" fmla="*/ 110954 h 518563"/>
                <a:gd name="connsiteX259" fmla="*/ 2522784 w 2912392"/>
                <a:gd name="connsiteY259" fmla="*/ 105979 h 518563"/>
                <a:gd name="connsiteX260" fmla="*/ 2532513 w 2912392"/>
                <a:gd name="connsiteY260" fmla="*/ 101005 h 518563"/>
                <a:gd name="connsiteX261" fmla="*/ 2542257 w 2912392"/>
                <a:gd name="connsiteY261" fmla="*/ 96042 h 518563"/>
                <a:gd name="connsiteX262" fmla="*/ 2552001 w 2912392"/>
                <a:gd name="connsiteY262" fmla="*/ 91100 h 518563"/>
                <a:gd name="connsiteX263" fmla="*/ 2561745 w 2912392"/>
                <a:gd name="connsiteY263" fmla="*/ 86191 h 518563"/>
                <a:gd name="connsiteX264" fmla="*/ 2571474 w 2912392"/>
                <a:gd name="connsiteY264" fmla="*/ 81323 h 518563"/>
                <a:gd name="connsiteX265" fmla="*/ 2581218 w 2912392"/>
                <a:gd name="connsiteY265" fmla="*/ 76508 h 518563"/>
                <a:gd name="connsiteX266" fmla="*/ 2590962 w 2912392"/>
                <a:gd name="connsiteY266" fmla="*/ 71756 h 518563"/>
                <a:gd name="connsiteX267" fmla="*/ 2600705 w 2912392"/>
                <a:gd name="connsiteY267" fmla="*/ 67077 h 518563"/>
                <a:gd name="connsiteX268" fmla="*/ 2610449 w 2912392"/>
                <a:gd name="connsiteY268" fmla="*/ 62482 h 518563"/>
                <a:gd name="connsiteX269" fmla="*/ 2620178 w 2912392"/>
                <a:gd name="connsiteY269" fmla="*/ 57981 h 518563"/>
                <a:gd name="connsiteX270" fmla="*/ 2629922 w 2912392"/>
                <a:gd name="connsiteY270" fmla="*/ 53583 h 518563"/>
                <a:gd name="connsiteX271" fmla="*/ 2639666 w 2912392"/>
                <a:gd name="connsiteY271" fmla="*/ 49299 h 518563"/>
                <a:gd name="connsiteX272" fmla="*/ 2649410 w 2912392"/>
                <a:gd name="connsiteY272" fmla="*/ 45138 h 518563"/>
                <a:gd name="connsiteX273" fmla="*/ 2659139 w 2912392"/>
                <a:gd name="connsiteY273" fmla="*/ 41109 h 518563"/>
                <a:gd name="connsiteX274" fmla="*/ 2668883 w 2912392"/>
                <a:gd name="connsiteY274" fmla="*/ 37224 h 518563"/>
                <a:gd name="connsiteX275" fmla="*/ 2678627 w 2912392"/>
                <a:gd name="connsiteY275" fmla="*/ 33488 h 518563"/>
                <a:gd name="connsiteX276" fmla="*/ 2688371 w 2912392"/>
                <a:gd name="connsiteY276" fmla="*/ 29911 h 518563"/>
                <a:gd name="connsiteX277" fmla="*/ 2698100 w 2912392"/>
                <a:gd name="connsiteY277" fmla="*/ 26502 h 518563"/>
                <a:gd name="connsiteX278" fmla="*/ 2707844 w 2912392"/>
                <a:gd name="connsiteY278" fmla="*/ 23269 h 518563"/>
                <a:gd name="connsiteX279" fmla="*/ 2717588 w 2912392"/>
                <a:gd name="connsiteY279" fmla="*/ 20221 h 518563"/>
                <a:gd name="connsiteX280" fmla="*/ 2727332 w 2912392"/>
                <a:gd name="connsiteY280" fmla="*/ 17362 h 518563"/>
                <a:gd name="connsiteX281" fmla="*/ 2737076 w 2912392"/>
                <a:gd name="connsiteY281" fmla="*/ 14699 h 518563"/>
                <a:gd name="connsiteX282" fmla="*/ 2746805 w 2912392"/>
                <a:gd name="connsiteY282" fmla="*/ 12242 h 518563"/>
                <a:gd name="connsiteX283" fmla="*/ 2756549 w 2912392"/>
                <a:gd name="connsiteY283" fmla="*/ 9994 h 518563"/>
                <a:gd name="connsiteX284" fmla="*/ 2766293 w 2912392"/>
                <a:gd name="connsiteY284" fmla="*/ 7964 h 518563"/>
                <a:gd name="connsiteX285" fmla="*/ 2776037 w 2912392"/>
                <a:gd name="connsiteY285" fmla="*/ 6152 h 518563"/>
                <a:gd name="connsiteX286" fmla="*/ 2785766 w 2912392"/>
                <a:gd name="connsiteY286" fmla="*/ 4567 h 518563"/>
                <a:gd name="connsiteX287" fmla="*/ 2795510 w 2912392"/>
                <a:gd name="connsiteY287" fmla="*/ 3212 h 518563"/>
                <a:gd name="connsiteX288" fmla="*/ 2805254 w 2912392"/>
                <a:gd name="connsiteY288" fmla="*/ 2090 h 518563"/>
                <a:gd name="connsiteX289" fmla="*/ 2814998 w 2912392"/>
                <a:gd name="connsiteY289" fmla="*/ 1205 h 518563"/>
                <a:gd name="connsiteX290" fmla="*/ 2824727 w 2912392"/>
                <a:gd name="connsiteY290" fmla="*/ 562 h 518563"/>
                <a:gd name="connsiteX291" fmla="*/ 2834471 w 2912392"/>
                <a:gd name="connsiteY291" fmla="*/ 158 h 518563"/>
                <a:gd name="connsiteX292" fmla="*/ 2844215 w 2912392"/>
                <a:gd name="connsiteY292" fmla="*/ 0 h 518563"/>
                <a:gd name="connsiteX293" fmla="*/ 2853958 w 2912392"/>
                <a:gd name="connsiteY293" fmla="*/ 86 h 518563"/>
                <a:gd name="connsiteX294" fmla="*/ 2863687 w 2912392"/>
                <a:gd name="connsiteY294" fmla="*/ 420 h 518563"/>
                <a:gd name="connsiteX295" fmla="*/ 2873431 w 2912392"/>
                <a:gd name="connsiteY295" fmla="*/ 998 h 518563"/>
                <a:gd name="connsiteX296" fmla="*/ 2883175 w 2912392"/>
                <a:gd name="connsiteY296" fmla="*/ 1825 h 518563"/>
                <a:gd name="connsiteX297" fmla="*/ 2892919 w 2912392"/>
                <a:gd name="connsiteY297" fmla="*/ 2896 h 518563"/>
                <a:gd name="connsiteX298" fmla="*/ 2902663 w 2912392"/>
                <a:gd name="connsiteY298" fmla="*/ 4212 h 518563"/>
                <a:gd name="connsiteX299" fmla="*/ 2912392 w 2912392"/>
                <a:gd name="connsiteY299" fmla="*/ 5770 h 51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18563">
                  <a:moveTo>
                    <a:pt x="0" y="518563"/>
                  </a:moveTo>
                  <a:lnTo>
                    <a:pt x="9739" y="513918"/>
                  </a:lnTo>
                  <a:lnTo>
                    <a:pt x="19480" y="509319"/>
                  </a:lnTo>
                  <a:lnTo>
                    <a:pt x="29221" y="504776"/>
                  </a:lnTo>
                  <a:lnTo>
                    <a:pt x="38961" y="500300"/>
                  </a:lnTo>
                  <a:lnTo>
                    <a:pt x="48702" y="495899"/>
                  </a:lnTo>
                  <a:lnTo>
                    <a:pt x="58443" y="491581"/>
                  </a:lnTo>
                  <a:lnTo>
                    <a:pt x="68182" y="487355"/>
                  </a:lnTo>
                  <a:lnTo>
                    <a:pt x="77923" y="483226"/>
                  </a:lnTo>
                  <a:lnTo>
                    <a:pt x="87664" y="479202"/>
                  </a:lnTo>
                  <a:lnTo>
                    <a:pt x="97404" y="475289"/>
                  </a:lnTo>
                  <a:lnTo>
                    <a:pt x="107145" y="471496"/>
                  </a:lnTo>
                  <a:lnTo>
                    <a:pt x="116886" y="467824"/>
                  </a:lnTo>
                  <a:lnTo>
                    <a:pt x="126625" y="464279"/>
                  </a:lnTo>
                  <a:lnTo>
                    <a:pt x="136366" y="460866"/>
                  </a:lnTo>
                  <a:lnTo>
                    <a:pt x="146107" y="457588"/>
                  </a:lnTo>
                  <a:lnTo>
                    <a:pt x="155846" y="454450"/>
                  </a:lnTo>
                  <a:lnTo>
                    <a:pt x="165587" y="451453"/>
                  </a:lnTo>
                  <a:lnTo>
                    <a:pt x="175328" y="448599"/>
                  </a:lnTo>
                  <a:lnTo>
                    <a:pt x="185068" y="445891"/>
                  </a:lnTo>
                  <a:lnTo>
                    <a:pt x="194809" y="443328"/>
                  </a:lnTo>
                  <a:lnTo>
                    <a:pt x="204550" y="440915"/>
                  </a:lnTo>
                  <a:lnTo>
                    <a:pt x="214289" y="438648"/>
                  </a:lnTo>
                  <a:lnTo>
                    <a:pt x="224030" y="436530"/>
                  </a:lnTo>
                  <a:lnTo>
                    <a:pt x="233771" y="434559"/>
                  </a:lnTo>
                  <a:lnTo>
                    <a:pt x="243510" y="432733"/>
                  </a:lnTo>
                  <a:lnTo>
                    <a:pt x="253251" y="431054"/>
                  </a:lnTo>
                  <a:lnTo>
                    <a:pt x="262992" y="429518"/>
                  </a:lnTo>
                  <a:lnTo>
                    <a:pt x="272732" y="428125"/>
                  </a:lnTo>
                  <a:lnTo>
                    <a:pt x="282473" y="426871"/>
                  </a:lnTo>
                  <a:lnTo>
                    <a:pt x="292214" y="425752"/>
                  </a:lnTo>
                  <a:lnTo>
                    <a:pt x="301953" y="424768"/>
                  </a:lnTo>
                  <a:lnTo>
                    <a:pt x="311694" y="423916"/>
                  </a:lnTo>
                  <a:lnTo>
                    <a:pt x="321435" y="423191"/>
                  </a:lnTo>
                  <a:lnTo>
                    <a:pt x="331175" y="422589"/>
                  </a:lnTo>
                  <a:lnTo>
                    <a:pt x="340916" y="422109"/>
                  </a:lnTo>
                  <a:lnTo>
                    <a:pt x="350656" y="421744"/>
                  </a:lnTo>
                  <a:lnTo>
                    <a:pt x="360396" y="421491"/>
                  </a:lnTo>
                  <a:lnTo>
                    <a:pt x="370137" y="421345"/>
                  </a:lnTo>
                  <a:lnTo>
                    <a:pt x="379878" y="421303"/>
                  </a:lnTo>
                  <a:lnTo>
                    <a:pt x="389617" y="421360"/>
                  </a:lnTo>
                  <a:lnTo>
                    <a:pt x="399358" y="421512"/>
                  </a:lnTo>
                  <a:lnTo>
                    <a:pt x="409099" y="421751"/>
                  </a:lnTo>
                  <a:lnTo>
                    <a:pt x="418839" y="422076"/>
                  </a:lnTo>
                  <a:lnTo>
                    <a:pt x="428580" y="422482"/>
                  </a:lnTo>
                  <a:lnTo>
                    <a:pt x="438321" y="422961"/>
                  </a:lnTo>
                  <a:lnTo>
                    <a:pt x="448060" y="423512"/>
                  </a:lnTo>
                  <a:lnTo>
                    <a:pt x="457801" y="424128"/>
                  </a:lnTo>
                  <a:lnTo>
                    <a:pt x="467542" y="424803"/>
                  </a:lnTo>
                  <a:lnTo>
                    <a:pt x="477281" y="425534"/>
                  </a:lnTo>
                  <a:lnTo>
                    <a:pt x="487022" y="426315"/>
                  </a:lnTo>
                  <a:lnTo>
                    <a:pt x="496763" y="427142"/>
                  </a:lnTo>
                  <a:lnTo>
                    <a:pt x="506503" y="428011"/>
                  </a:lnTo>
                  <a:lnTo>
                    <a:pt x="516244" y="428915"/>
                  </a:lnTo>
                  <a:lnTo>
                    <a:pt x="525985" y="429851"/>
                  </a:lnTo>
                  <a:lnTo>
                    <a:pt x="535724" y="430813"/>
                  </a:lnTo>
                  <a:lnTo>
                    <a:pt x="545465" y="431796"/>
                  </a:lnTo>
                  <a:lnTo>
                    <a:pt x="555206" y="432798"/>
                  </a:lnTo>
                  <a:lnTo>
                    <a:pt x="564946" y="433812"/>
                  </a:lnTo>
                  <a:lnTo>
                    <a:pt x="574687" y="434836"/>
                  </a:lnTo>
                  <a:lnTo>
                    <a:pt x="584428" y="435862"/>
                  </a:lnTo>
                  <a:lnTo>
                    <a:pt x="594167" y="436890"/>
                  </a:lnTo>
                  <a:lnTo>
                    <a:pt x="603908" y="437912"/>
                  </a:lnTo>
                  <a:lnTo>
                    <a:pt x="613649" y="438926"/>
                  </a:lnTo>
                  <a:lnTo>
                    <a:pt x="623388" y="439927"/>
                  </a:lnTo>
                  <a:lnTo>
                    <a:pt x="633129" y="440910"/>
                  </a:lnTo>
                  <a:lnTo>
                    <a:pt x="642870" y="441874"/>
                  </a:lnTo>
                  <a:lnTo>
                    <a:pt x="652610" y="442811"/>
                  </a:lnTo>
                  <a:lnTo>
                    <a:pt x="662351" y="443721"/>
                  </a:lnTo>
                  <a:lnTo>
                    <a:pt x="672092" y="444598"/>
                  </a:lnTo>
                  <a:lnTo>
                    <a:pt x="681831" y="445438"/>
                  </a:lnTo>
                  <a:lnTo>
                    <a:pt x="691572" y="446239"/>
                  </a:lnTo>
                  <a:lnTo>
                    <a:pt x="701313" y="446996"/>
                  </a:lnTo>
                  <a:lnTo>
                    <a:pt x="711052" y="447705"/>
                  </a:lnTo>
                  <a:lnTo>
                    <a:pt x="720793" y="448364"/>
                  </a:lnTo>
                  <a:lnTo>
                    <a:pt x="730534" y="448969"/>
                  </a:lnTo>
                  <a:lnTo>
                    <a:pt x="740274" y="449516"/>
                  </a:lnTo>
                  <a:lnTo>
                    <a:pt x="750015" y="450001"/>
                  </a:lnTo>
                  <a:lnTo>
                    <a:pt x="759756" y="450423"/>
                  </a:lnTo>
                  <a:lnTo>
                    <a:pt x="769495" y="450778"/>
                  </a:lnTo>
                  <a:lnTo>
                    <a:pt x="779236" y="451062"/>
                  </a:lnTo>
                  <a:lnTo>
                    <a:pt x="788977" y="451272"/>
                  </a:lnTo>
                  <a:lnTo>
                    <a:pt x="798717" y="451405"/>
                  </a:lnTo>
                  <a:lnTo>
                    <a:pt x="808458" y="451460"/>
                  </a:lnTo>
                  <a:lnTo>
                    <a:pt x="818199" y="451430"/>
                  </a:lnTo>
                  <a:lnTo>
                    <a:pt x="827938" y="451317"/>
                  </a:lnTo>
                  <a:lnTo>
                    <a:pt x="837679" y="451116"/>
                  </a:lnTo>
                  <a:lnTo>
                    <a:pt x="847420" y="450824"/>
                  </a:lnTo>
                  <a:lnTo>
                    <a:pt x="857159" y="450439"/>
                  </a:lnTo>
                  <a:lnTo>
                    <a:pt x="866900" y="449960"/>
                  </a:lnTo>
                  <a:lnTo>
                    <a:pt x="876641" y="449383"/>
                  </a:lnTo>
                  <a:lnTo>
                    <a:pt x="886381" y="448707"/>
                  </a:lnTo>
                  <a:lnTo>
                    <a:pt x="896122" y="447929"/>
                  </a:lnTo>
                  <a:lnTo>
                    <a:pt x="905863" y="447048"/>
                  </a:lnTo>
                  <a:lnTo>
                    <a:pt x="915602" y="446062"/>
                  </a:lnTo>
                  <a:lnTo>
                    <a:pt x="925343" y="444970"/>
                  </a:lnTo>
                  <a:lnTo>
                    <a:pt x="935084" y="443771"/>
                  </a:lnTo>
                  <a:lnTo>
                    <a:pt x="944824" y="442461"/>
                  </a:lnTo>
                  <a:lnTo>
                    <a:pt x="954564" y="441043"/>
                  </a:lnTo>
                  <a:lnTo>
                    <a:pt x="964305" y="439513"/>
                  </a:lnTo>
                  <a:lnTo>
                    <a:pt x="974045" y="437872"/>
                  </a:lnTo>
                  <a:lnTo>
                    <a:pt x="983786" y="436120"/>
                  </a:lnTo>
                  <a:lnTo>
                    <a:pt x="993522" y="434255"/>
                  </a:lnTo>
                  <a:lnTo>
                    <a:pt x="1003266" y="432279"/>
                  </a:lnTo>
                  <a:lnTo>
                    <a:pt x="1013010" y="430190"/>
                  </a:lnTo>
                  <a:lnTo>
                    <a:pt x="1022754" y="427991"/>
                  </a:lnTo>
                  <a:lnTo>
                    <a:pt x="1032483" y="425682"/>
                  </a:lnTo>
                  <a:lnTo>
                    <a:pt x="1042227" y="423261"/>
                  </a:lnTo>
                  <a:lnTo>
                    <a:pt x="1051971" y="420734"/>
                  </a:lnTo>
                  <a:lnTo>
                    <a:pt x="1061715" y="418098"/>
                  </a:lnTo>
                  <a:lnTo>
                    <a:pt x="1071444" y="415357"/>
                  </a:lnTo>
                  <a:lnTo>
                    <a:pt x="1081188" y="412513"/>
                  </a:lnTo>
                  <a:lnTo>
                    <a:pt x="1090932" y="409566"/>
                  </a:lnTo>
                  <a:lnTo>
                    <a:pt x="1100676" y="406520"/>
                  </a:lnTo>
                  <a:lnTo>
                    <a:pt x="1110405" y="403378"/>
                  </a:lnTo>
                  <a:lnTo>
                    <a:pt x="1120149" y="400142"/>
                  </a:lnTo>
                  <a:lnTo>
                    <a:pt x="1129893" y="396815"/>
                  </a:lnTo>
                  <a:lnTo>
                    <a:pt x="1139637" y="393402"/>
                  </a:lnTo>
                  <a:lnTo>
                    <a:pt x="1149381" y="389903"/>
                  </a:lnTo>
                  <a:lnTo>
                    <a:pt x="1159110" y="386325"/>
                  </a:lnTo>
                  <a:lnTo>
                    <a:pt x="1168854" y="382668"/>
                  </a:lnTo>
                  <a:lnTo>
                    <a:pt x="1178598" y="378942"/>
                  </a:lnTo>
                  <a:lnTo>
                    <a:pt x="1188341" y="375147"/>
                  </a:lnTo>
                  <a:lnTo>
                    <a:pt x="1198070" y="371289"/>
                  </a:lnTo>
                  <a:lnTo>
                    <a:pt x="1207814" y="367372"/>
                  </a:lnTo>
                  <a:lnTo>
                    <a:pt x="1217558" y="363400"/>
                  </a:lnTo>
                  <a:lnTo>
                    <a:pt x="1227302" y="359380"/>
                  </a:lnTo>
                  <a:lnTo>
                    <a:pt x="1237031" y="355317"/>
                  </a:lnTo>
                  <a:lnTo>
                    <a:pt x="1246775" y="351215"/>
                  </a:lnTo>
                  <a:lnTo>
                    <a:pt x="1256519" y="347079"/>
                  </a:lnTo>
                  <a:lnTo>
                    <a:pt x="1266263" y="342916"/>
                  </a:lnTo>
                  <a:lnTo>
                    <a:pt x="1276007" y="338731"/>
                  </a:lnTo>
                  <a:lnTo>
                    <a:pt x="1285736" y="334530"/>
                  </a:lnTo>
                  <a:lnTo>
                    <a:pt x="1295480" y="330318"/>
                  </a:lnTo>
                  <a:lnTo>
                    <a:pt x="1305224" y="326101"/>
                  </a:lnTo>
                  <a:lnTo>
                    <a:pt x="1314968" y="321885"/>
                  </a:lnTo>
                  <a:lnTo>
                    <a:pt x="1324697" y="317676"/>
                  </a:lnTo>
                  <a:lnTo>
                    <a:pt x="1334441" y="313478"/>
                  </a:lnTo>
                  <a:lnTo>
                    <a:pt x="1344185" y="309298"/>
                  </a:lnTo>
                  <a:lnTo>
                    <a:pt x="1353929" y="305143"/>
                  </a:lnTo>
                  <a:lnTo>
                    <a:pt x="1363658" y="301016"/>
                  </a:lnTo>
                  <a:lnTo>
                    <a:pt x="1373402" y="296925"/>
                  </a:lnTo>
                  <a:lnTo>
                    <a:pt x="1383146" y="292874"/>
                  </a:lnTo>
                  <a:lnTo>
                    <a:pt x="1392890" y="288869"/>
                  </a:lnTo>
                  <a:lnTo>
                    <a:pt x="1402619" y="284916"/>
                  </a:lnTo>
                  <a:lnTo>
                    <a:pt x="1412363" y="281019"/>
                  </a:lnTo>
                  <a:lnTo>
                    <a:pt x="1422106" y="277182"/>
                  </a:lnTo>
                  <a:lnTo>
                    <a:pt x="1431850" y="273413"/>
                  </a:lnTo>
                  <a:lnTo>
                    <a:pt x="1441594" y="269715"/>
                  </a:lnTo>
                  <a:lnTo>
                    <a:pt x="1451323" y="266093"/>
                  </a:lnTo>
                  <a:lnTo>
                    <a:pt x="1461067" y="262550"/>
                  </a:lnTo>
                  <a:lnTo>
                    <a:pt x="1470811" y="259092"/>
                  </a:lnTo>
                  <a:lnTo>
                    <a:pt x="1480555" y="255723"/>
                  </a:lnTo>
                  <a:lnTo>
                    <a:pt x="1490284" y="252447"/>
                  </a:lnTo>
                  <a:lnTo>
                    <a:pt x="1500028" y="249264"/>
                  </a:lnTo>
                  <a:lnTo>
                    <a:pt x="1509772" y="246183"/>
                  </a:lnTo>
                  <a:lnTo>
                    <a:pt x="1519516" y="243205"/>
                  </a:lnTo>
                  <a:lnTo>
                    <a:pt x="1529245" y="240331"/>
                  </a:lnTo>
                  <a:lnTo>
                    <a:pt x="1538989" y="237566"/>
                  </a:lnTo>
                  <a:lnTo>
                    <a:pt x="1548733" y="234912"/>
                  </a:lnTo>
                  <a:lnTo>
                    <a:pt x="1558477" y="232370"/>
                  </a:lnTo>
                  <a:lnTo>
                    <a:pt x="1568221" y="229943"/>
                  </a:lnTo>
                  <a:lnTo>
                    <a:pt x="1577950" y="227634"/>
                  </a:lnTo>
                  <a:lnTo>
                    <a:pt x="1587694" y="225442"/>
                  </a:lnTo>
                  <a:lnTo>
                    <a:pt x="1597438" y="223370"/>
                  </a:lnTo>
                  <a:lnTo>
                    <a:pt x="1607182" y="221418"/>
                  </a:lnTo>
                  <a:lnTo>
                    <a:pt x="1616911" y="219587"/>
                  </a:lnTo>
                  <a:lnTo>
                    <a:pt x="1626655" y="217878"/>
                  </a:lnTo>
                  <a:lnTo>
                    <a:pt x="1636399" y="216291"/>
                  </a:lnTo>
                  <a:lnTo>
                    <a:pt x="1646142" y="214825"/>
                  </a:lnTo>
                  <a:lnTo>
                    <a:pt x="1655872" y="213482"/>
                  </a:lnTo>
                  <a:lnTo>
                    <a:pt x="1665616" y="212258"/>
                  </a:lnTo>
                  <a:lnTo>
                    <a:pt x="1675359" y="211154"/>
                  </a:lnTo>
                  <a:lnTo>
                    <a:pt x="1685103" y="210169"/>
                  </a:lnTo>
                  <a:lnTo>
                    <a:pt x="1694832" y="209302"/>
                  </a:lnTo>
                  <a:lnTo>
                    <a:pt x="1704576" y="208551"/>
                  </a:lnTo>
                  <a:lnTo>
                    <a:pt x="1714320" y="207915"/>
                  </a:lnTo>
                  <a:lnTo>
                    <a:pt x="1724064" y="207389"/>
                  </a:lnTo>
                  <a:lnTo>
                    <a:pt x="1733808" y="206975"/>
                  </a:lnTo>
                  <a:lnTo>
                    <a:pt x="1743537" y="206667"/>
                  </a:lnTo>
                  <a:lnTo>
                    <a:pt x="1753281" y="206463"/>
                  </a:lnTo>
                  <a:lnTo>
                    <a:pt x="1763025" y="206360"/>
                  </a:lnTo>
                  <a:lnTo>
                    <a:pt x="1772769" y="206355"/>
                  </a:lnTo>
                  <a:lnTo>
                    <a:pt x="1782498" y="206445"/>
                  </a:lnTo>
                  <a:lnTo>
                    <a:pt x="1792242" y="206625"/>
                  </a:lnTo>
                  <a:lnTo>
                    <a:pt x="1801986" y="206893"/>
                  </a:lnTo>
                  <a:lnTo>
                    <a:pt x="1811730" y="207243"/>
                  </a:lnTo>
                  <a:lnTo>
                    <a:pt x="1821459" y="207671"/>
                  </a:lnTo>
                  <a:lnTo>
                    <a:pt x="1831203" y="208173"/>
                  </a:lnTo>
                  <a:lnTo>
                    <a:pt x="1840947" y="208744"/>
                  </a:lnTo>
                  <a:lnTo>
                    <a:pt x="1850691" y="209377"/>
                  </a:lnTo>
                  <a:lnTo>
                    <a:pt x="1860435" y="210070"/>
                  </a:lnTo>
                  <a:lnTo>
                    <a:pt x="1870164" y="210816"/>
                  </a:lnTo>
                  <a:lnTo>
                    <a:pt x="1879908" y="211610"/>
                  </a:lnTo>
                  <a:lnTo>
                    <a:pt x="1889652" y="212445"/>
                  </a:lnTo>
                  <a:lnTo>
                    <a:pt x="1899395" y="213318"/>
                  </a:lnTo>
                  <a:lnTo>
                    <a:pt x="1909124" y="214219"/>
                  </a:lnTo>
                  <a:lnTo>
                    <a:pt x="1918868" y="215146"/>
                  </a:lnTo>
                  <a:lnTo>
                    <a:pt x="1928612" y="216089"/>
                  </a:lnTo>
                  <a:lnTo>
                    <a:pt x="1938356" y="217044"/>
                  </a:lnTo>
                  <a:lnTo>
                    <a:pt x="1948085" y="218003"/>
                  </a:lnTo>
                  <a:lnTo>
                    <a:pt x="1957829" y="218961"/>
                  </a:lnTo>
                  <a:lnTo>
                    <a:pt x="1967573" y="219910"/>
                  </a:lnTo>
                  <a:lnTo>
                    <a:pt x="1977317" y="220845"/>
                  </a:lnTo>
                  <a:lnTo>
                    <a:pt x="1987046" y="221756"/>
                  </a:lnTo>
                  <a:lnTo>
                    <a:pt x="1996790" y="222640"/>
                  </a:lnTo>
                  <a:lnTo>
                    <a:pt x="2006534" y="223486"/>
                  </a:lnTo>
                  <a:lnTo>
                    <a:pt x="2016278" y="224291"/>
                  </a:lnTo>
                  <a:lnTo>
                    <a:pt x="2026022" y="225046"/>
                  </a:lnTo>
                  <a:lnTo>
                    <a:pt x="2035751" y="225746"/>
                  </a:lnTo>
                  <a:lnTo>
                    <a:pt x="2045495" y="226381"/>
                  </a:lnTo>
                  <a:lnTo>
                    <a:pt x="2055239" y="226947"/>
                  </a:lnTo>
                  <a:lnTo>
                    <a:pt x="2064983" y="227437"/>
                  </a:lnTo>
                  <a:lnTo>
                    <a:pt x="2074712" y="227846"/>
                  </a:lnTo>
                  <a:lnTo>
                    <a:pt x="2084456" y="228163"/>
                  </a:lnTo>
                  <a:lnTo>
                    <a:pt x="2094200" y="228385"/>
                  </a:lnTo>
                  <a:lnTo>
                    <a:pt x="2103944" y="228507"/>
                  </a:lnTo>
                  <a:lnTo>
                    <a:pt x="2113673" y="228521"/>
                  </a:lnTo>
                  <a:lnTo>
                    <a:pt x="2123417" y="228421"/>
                  </a:lnTo>
                  <a:lnTo>
                    <a:pt x="2133161" y="228203"/>
                  </a:lnTo>
                  <a:lnTo>
                    <a:pt x="2142905" y="227862"/>
                  </a:lnTo>
                  <a:lnTo>
                    <a:pt x="2152649" y="227393"/>
                  </a:lnTo>
                  <a:lnTo>
                    <a:pt x="2162377" y="226791"/>
                  </a:lnTo>
                  <a:lnTo>
                    <a:pt x="2172121" y="226050"/>
                  </a:lnTo>
                  <a:lnTo>
                    <a:pt x="2181865" y="225170"/>
                  </a:lnTo>
                  <a:lnTo>
                    <a:pt x="2191609" y="224143"/>
                  </a:lnTo>
                  <a:lnTo>
                    <a:pt x="2201338" y="222969"/>
                  </a:lnTo>
                  <a:lnTo>
                    <a:pt x="2211082" y="221645"/>
                  </a:lnTo>
                  <a:lnTo>
                    <a:pt x="2220826" y="220167"/>
                  </a:lnTo>
                  <a:lnTo>
                    <a:pt x="2230570" y="218532"/>
                  </a:lnTo>
                  <a:lnTo>
                    <a:pt x="2240299" y="216741"/>
                  </a:lnTo>
                  <a:lnTo>
                    <a:pt x="2250043" y="214793"/>
                  </a:lnTo>
                  <a:lnTo>
                    <a:pt x="2259787" y="212685"/>
                  </a:lnTo>
                  <a:lnTo>
                    <a:pt x="2269531" y="210418"/>
                  </a:lnTo>
                  <a:lnTo>
                    <a:pt x="2279260" y="207991"/>
                  </a:lnTo>
                  <a:lnTo>
                    <a:pt x="2289004" y="205408"/>
                  </a:lnTo>
                  <a:lnTo>
                    <a:pt x="2298748" y="202666"/>
                  </a:lnTo>
                  <a:lnTo>
                    <a:pt x="2308492" y="199769"/>
                  </a:lnTo>
                  <a:lnTo>
                    <a:pt x="2318236" y="196719"/>
                  </a:lnTo>
                  <a:lnTo>
                    <a:pt x="2327965" y="193518"/>
                  </a:lnTo>
                  <a:lnTo>
                    <a:pt x="2337709" y="190171"/>
                  </a:lnTo>
                  <a:lnTo>
                    <a:pt x="2347453" y="186678"/>
                  </a:lnTo>
                  <a:lnTo>
                    <a:pt x="2357197" y="183046"/>
                  </a:lnTo>
                  <a:lnTo>
                    <a:pt x="2366926" y="179279"/>
                  </a:lnTo>
                  <a:lnTo>
                    <a:pt x="2376670" y="175382"/>
                  </a:lnTo>
                  <a:lnTo>
                    <a:pt x="2386413" y="171359"/>
                  </a:lnTo>
                  <a:lnTo>
                    <a:pt x="2396157" y="167219"/>
                  </a:lnTo>
                  <a:lnTo>
                    <a:pt x="2405886" y="162965"/>
                  </a:lnTo>
                  <a:lnTo>
                    <a:pt x="2415630" y="158606"/>
                  </a:lnTo>
                  <a:lnTo>
                    <a:pt x="2425374" y="154148"/>
                  </a:lnTo>
                  <a:lnTo>
                    <a:pt x="2435118" y="149601"/>
                  </a:lnTo>
                  <a:lnTo>
                    <a:pt x="2444862" y="144969"/>
                  </a:lnTo>
                  <a:lnTo>
                    <a:pt x="2454591" y="140262"/>
                  </a:lnTo>
                  <a:lnTo>
                    <a:pt x="2464335" y="135490"/>
                  </a:lnTo>
                  <a:lnTo>
                    <a:pt x="2474079" y="130660"/>
                  </a:lnTo>
                  <a:lnTo>
                    <a:pt x="2483823" y="125782"/>
                  </a:lnTo>
                  <a:lnTo>
                    <a:pt x="2493552" y="120865"/>
                  </a:lnTo>
                  <a:lnTo>
                    <a:pt x="2503296" y="115919"/>
                  </a:lnTo>
                  <a:lnTo>
                    <a:pt x="2513040" y="110954"/>
                  </a:lnTo>
                  <a:lnTo>
                    <a:pt x="2522784" y="105979"/>
                  </a:lnTo>
                  <a:lnTo>
                    <a:pt x="2532513" y="101005"/>
                  </a:lnTo>
                  <a:lnTo>
                    <a:pt x="2542257" y="96042"/>
                  </a:lnTo>
                  <a:lnTo>
                    <a:pt x="2552001" y="91100"/>
                  </a:lnTo>
                  <a:lnTo>
                    <a:pt x="2561745" y="86191"/>
                  </a:lnTo>
                  <a:lnTo>
                    <a:pt x="2571474" y="81323"/>
                  </a:lnTo>
                  <a:lnTo>
                    <a:pt x="2581218" y="76508"/>
                  </a:lnTo>
                  <a:lnTo>
                    <a:pt x="2590962" y="71756"/>
                  </a:lnTo>
                  <a:lnTo>
                    <a:pt x="2600705" y="67077"/>
                  </a:lnTo>
                  <a:lnTo>
                    <a:pt x="2610449" y="62482"/>
                  </a:lnTo>
                  <a:lnTo>
                    <a:pt x="2620178" y="57981"/>
                  </a:lnTo>
                  <a:lnTo>
                    <a:pt x="2629922" y="53583"/>
                  </a:lnTo>
                  <a:lnTo>
                    <a:pt x="2639666" y="49299"/>
                  </a:lnTo>
                  <a:lnTo>
                    <a:pt x="2649410" y="45138"/>
                  </a:lnTo>
                  <a:lnTo>
                    <a:pt x="2659139" y="41109"/>
                  </a:lnTo>
                  <a:lnTo>
                    <a:pt x="2668883" y="37224"/>
                  </a:lnTo>
                  <a:lnTo>
                    <a:pt x="2678627" y="33488"/>
                  </a:lnTo>
                  <a:lnTo>
                    <a:pt x="2688371" y="29911"/>
                  </a:lnTo>
                  <a:lnTo>
                    <a:pt x="2698100" y="26502"/>
                  </a:lnTo>
                  <a:lnTo>
                    <a:pt x="2707844" y="23269"/>
                  </a:lnTo>
                  <a:lnTo>
                    <a:pt x="2717588" y="20221"/>
                  </a:lnTo>
                  <a:lnTo>
                    <a:pt x="2727332" y="17362"/>
                  </a:lnTo>
                  <a:lnTo>
                    <a:pt x="2737076" y="14699"/>
                  </a:lnTo>
                  <a:lnTo>
                    <a:pt x="2746805" y="12242"/>
                  </a:lnTo>
                  <a:lnTo>
                    <a:pt x="2756549" y="9994"/>
                  </a:lnTo>
                  <a:lnTo>
                    <a:pt x="2766293" y="7964"/>
                  </a:lnTo>
                  <a:lnTo>
                    <a:pt x="2776037" y="6152"/>
                  </a:lnTo>
                  <a:lnTo>
                    <a:pt x="2785766" y="4567"/>
                  </a:lnTo>
                  <a:lnTo>
                    <a:pt x="2795510" y="3212"/>
                  </a:lnTo>
                  <a:lnTo>
                    <a:pt x="2805254" y="2090"/>
                  </a:lnTo>
                  <a:lnTo>
                    <a:pt x="2814998" y="1205"/>
                  </a:lnTo>
                  <a:lnTo>
                    <a:pt x="2824727" y="562"/>
                  </a:lnTo>
                  <a:lnTo>
                    <a:pt x="2834471" y="158"/>
                  </a:lnTo>
                  <a:lnTo>
                    <a:pt x="2844215" y="0"/>
                  </a:lnTo>
                  <a:lnTo>
                    <a:pt x="2853958" y="86"/>
                  </a:lnTo>
                  <a:lnTo>
                    <a:pt x="2863687" y="420"/>
                  </a:lnTo>
                  <a:lnTo>
                    <a:pt x="2873431" y="998"/>
                  </a:lnTo>
                  <a:lnTo>
                    <a:pt x="2883175" y="1825"/>
                  </a:lnTo>
                  <a:lnTo>
                    <a:pt x="2892919" y="2896"/>
                  </a:lnTo>
                  <a:lnTo>
                    <a:pt x="2902663" y="4212"/>
                  </a:lnTo>
                  <a:lnTo>
                    <a:pt x="2912392" y="577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2" name="Freeform 781">
              <a:extLst>
                <a:ext uri="{FF2B5EF4-FFF2-40B4-BE49-F238E27FC236}">
                  <a16:creationId xmlns:a16="http://schemas.microsoft.com/office/drawing/2014/main" id="{9C17227B-5236-5596-C2E3-A8793D570E6D}"/>
                </a:ext>
              </a:extLst>
            </p:cNvPr>
            <p:cNvSpPr/>
            <p:nvPr/>
          </p:nvSpPr>
          <p:spPr>
            <a:xfrm>
              <a:off x="576446" y="3200773"/>
              <a:ext cx="2912392" cy="448241"/>
            </a:xfrm>
            <a:custGeom>
              <a:avLst/>
              <a:gdLst>
                <a:gd name="connsiteX0" fmla="*/ 0 w 2912392"/>
                <a:gd name="connsiteY0" fmla="*/ 41757 h 448241"/>
                <a:gd name="connsiteX1" fmla="*/ 9739 w 2912392"/>
                <a:gd name="connsiteY1" fmla="*/ 40166 h 448241"/>
                <a:gd name="connsiteX2" fmla="*/ 19480 w 2912392"/>
                <a:gd name="connsiteY2" fmla="*/ 38816 h 448241"/>
                <a:gd name="connsiteX3" fmla="*/ 29221 w 2912392"/>
                <a:gd name="connsiteY3" fmla="*/ 37703 h 448241"/>
                <a:gd name="connsiteX4" fmla="*/ 38961 w 2912392"/>
                <a:gd name="connsiteY4" fmla="*/ 36815 h 448241"/>
                <a:gd name="connsiteX5" fmla="*/ 48702 w 2912392"/>
                <a:gd name="connsiteY5" fmla="*/ 36146 h 448241"/>
                <a:gd name="connsiteX6" fmla="*/ 58443 w 2912392"/>
                <a:gd name="connsiteY6" fmla="*/ 35686 h 448241"/>
                <a:gd name="connsiteX7" fmla="*/ 68182 w 2912392"/>
                <a:gd name="connsiteY7" fmla="*/ 35427 h 448241"/>
                <a:gd name="connsiteX8" fmla="*/ 77923 w 2912392"/>
                <a:gd name="connsiteY8" fmla="*/ 35358 h 448241"/>
                <a:gd name="connsiteX9" fmla="*/ 87664 w 2912392"/>
                <a:gd name="connsiteY9" fmla="*/ 35470 h 448241"/>
                <a:gd name="connsiteX10" fmla="*/ 97404 w 2912392"/>
                <a:gd name="connsiteY10" fmla="*/ 35755 h 448241"/>
                <a:gd name="connsiteX11" fmla="*/ 107145 w 2912392"/>
                <a:gd name="connsiteY11" fmla="*/ 36203 h 448241"/>
                <a:gd name="connsiteX12" fmla="*/ 116886 w 2912392"/>
                <a:gd name="connsiteY12" fmla="*/ 36803 h 448241"/>
                <a:gd name="connsiteX13" fmla="*/ 126625 w 2912392"/>
                <a:gd name="connsiteY13" fmla="*/ 37548 h 448241"/>
                <a:gd name="connsiteX14" fmla="*/ 136366 w 2912392"/>
                <a:gd name="connsiteY14" fmla="*/ 38427 h 448241"/>
                <a:gd name="connsiteX15" fmla="*/ 146107 w 2912392"/>
                <a:gd name="connsiteY15" fmla="*/ 39433 h 448241"/>
                <a:gd name="connsiteX16" fmla="*/ 155846 w 2912392"/>
                <a:gd name="connsiteY16" fmla="*/ 40555 h 448241"/>
                <a:gd name="connsiteX17" fmla="*/ 165587 w 2912392"/>
                <a:gd name="connsiteY17" fmla="*/ 41784 h 448241"/>
                <a:gd name="connsiteX18" fmla="*/ 175328 w 2912392"/>
                <a:gd name="connsiteY18" fmla="*/ 43115 h 448241"/>
                <a:gd name="connsiteX19" fmla="*/ 185068 w 2912392"/>
                <a:gd name="connsiteY19" fmla="*/ 44535 h 448241"/>
                <a:gd name="connsiteX20" fmla="*/ 194809 w 2912392"/>
                <a:gd name="connsiteY20" fmla="*/ 46039 h 448241"/>
                <a:gd name="connsiteX21" fmla="*/ 204550 w 2912392"/>
                <a:gd name="connsiteY21" fmla="*/ 47619 h 448241"/>
                <a:gd name="connsiteX22" fmla="*/ 214289 w 2912392"/>
                <a:gd name="connsiteY22" fmla="*/ 49266 h 448241"/>
                <a:gd name="connsiteX23" fmla="*/ 224030 w 2912392"/>
                <a:gd name="connsiteY23" fmla="*/ 50977 h 448241"/>
                <a:gd name="connsiteX24" fmla="*/ 233771 w 2912392"/>
                <a:gd name="connsiteY24" fmla="*/ 52742 h 448241"/>
                <a:gd name="connsiteX25" fmla="*/ 243510 w 2912392"/>
                <a:gd name="connsiteY25" fmla="*/ 54556 h 448241"/>
                <a:gd name="connsiteX26" fmla="*/ 253251 w 2912392"/>
                <a:gd name="connsiteY26" fmla="*/ 56413 h 448241"/>
                <a:gd name="connsiteX27" fmla="*/ 262992 w 2912392"/>
                <a:gd name="connsiteY27" fmla="*/ 58309 h 448241"/>
                <a:gd name="connsiteX28" fmla="*/ 272732 w 2912392"/>
                <a:gd name="connsiteY28" fmla="*/ 60238 h 448241"/>
                <a:gd name="connsiteX29" fmla="*/ 282473 w 2912392"/>
                <a:gd name="connsiteY29" fmla="*/ 62196 h 448241"/>
                <a:gd name="connsiteX30" fmla="*/ 292214 w 2912392"/>
                <a:gd name="connsiteY30" fmla="*/ 64179 h 448241"/>
                <a:gd name="connsiteX31" fmla="*/ 301953 w 2912392"/>
                <a:gd name="connsiteY31" fmla="*/ 66184 h 448241"/>
                <a:gd name="connsiteX32" fmla="*/ 311694 w 2912392"/>
                <a:gd name="connsiteY32" fmla="*/ 68208 h 448241"/>
                <a:gd name="connsiteX33" fmla="*/ 321435 w 2912392"/>
                <a:gd name="connsiteY33" fmla="*/ 70249 h 448241"/>
                <a:gd name="connsiteX34" fmla="*/ 331175 w 2912392"/>
                <a:gd name="connsiteY34" fmla="*/ 72302 h 448241"/>
                <a:gd name="connsiteX35" fmla="*/ 340916 w 2912392"/>
                <a:gd name="connsiteY35" fmla="*/ 74368 h 448241"/>
                <a:gd name="connsiteX36" fmla="*/ 350656 w 2912392"/>
                <a:gd name="connsiteY36" fmla="*/ 76447 h 448241"/>
                <a:gd name="connsiteX37" fmla="*/ 360396 w 2912392"/>
                <a:gd name="connsiteY37" fmla="*/ 78535 h 448241"/>
                <a:gd name="connsiteX38" fmla="*/ 370137 w 2912392"/>
                <a:gd name="connsiteY38" fmla="*/ 80635 h 448241"/>
                <a:gd name="connsiteX39" fmla="*/ 379878 w 2912392"/>
                <a:gd name="connsiteY39" fmla="*/ 82743 h 448241"/>
                <a:gd name="connsiteX40" fmla="*/ 389617 w 2912392"/>
                <a:gd name="connsiteY40" fmla="*/ 84862 h 448241"/>
                <a:gd name="connsiteX41" fmla="*/ 399358 w 2912392"/>
                <a:gd name="connsiteY41" fmla="*/ 86992 h 448241"/>
                <a:gd name="connsiteX42" fmla="*/ 409099 w 2912392"/>
                <a:gd name="connsiteY42" fmla="*/ 89133 h 448241"/>
                <a:gd name="connsiteX43" fmla="*/ 418839 w 2912392"/>
                <a:gd name="connsiteY43" fmla="*/ 91288 h 448241"/>
                <a:gd name="connsiteX44" fmla="*/ 428580 w 2912392"/>
                <a:gd name="connsiteY44" fmla="*/ 93457 h 448241"/>
                <a:gd name="connsiteX45" fmla="*/ 438321 w 2912392"/>
                <a:gd name="connsiteY45" fmla="*/ 95642 h 448241"/>
                <a:gd name="connsiteX46" fmla="*/ 448060 w 2912392"/>
                <a:gd name="connsiteY46" fmla="*/ 97846 h 448241"/>
                <a:gd name="connsiteX47" fmla="*/ 457801 w 2912392"/>
                <a:gd name="connsiteY47" fmla="*/ 100071 h 448241"/>
                <a:gd name="connsiteX48" fmla="*/ 467542 w 2912392"/>
                <a:gd name="connsiteY48" fmla="*/ 102316 h 448241"/>
                <a:gd name="connsiteX49" fmla="*/ 477281 w 2912392"/>
                <a:gd name="connsiteY49" fmla="*/ 104586 h 448241"/>
                <a:gd name="connsiteX50" fmla="*/ 487022 w 2912392"/>
                <a:gd name="connsiteY50" fmla="*/ 106884 h 448241"/>
                <a:gd name="connsiteX51" fmla="*/ 496763 w 2912392"/>
                <a:gd name="connsiteY51" fmla="*/ 109211 h 448241"/>
                <a:gd name="connsiteX52" fmla="*/ 506503 w 2912392"/>
                <a:gd name="connsiteY52" fmla="*/ 111569 h 448241"/>
                <a:gd name="connsiteX53" fmla="*/ 516244 w 2912392"/>
                <a:gd name="connsiteY53" fmla="*/ 113962 h 448241"/>
                <a:gd name="connsiteX54" fmla="*/ 525985 w 2912392"/>
                <a:gd name="connsiteY54" fmla="*/ 116392 h 448241"/>
                <a:gd name="connsiteX55" fmla="*/ 535724 w 2912392"/>
                <a:gd name="connsiteY55" fmla="*/ 118861 h 448241"/>
                <a:gd name="connsiteX56" fmla="*/ 545465 w 2912392"/>
                <a:gd name="connsiteY56" fmla="*/ 121372 h 448241"/>
                <a:gd name="connsiteX57" fmla="*/ 555206 w 2912392"/>
                <a:gd name="connsiteY57" fmla="*/ 123925 h 448241"/>
                <a:gd name="connsiteX58" fmla="*/ 564946 w 2912392"/>
                <a:gd name="connsiteY58" fmla="*/ 126524 h 448241"/>
                <a:gd name="connsiteX59" fmla="*/ 574687 w 2912392"/>
                <a:gd name="connsiteY59" fmla="*/ 129171 h 448241"/>
                <a:gd name="connsiteX60" fmla="*/ 584428 w 2912392"/>
                <a:gd name="connsiteY60" fmla="*/ 131866 h 448241"/>
                <a:gd name="connsiteX61" fmla="*/ 594167 w 2912392"/>
                <a:gd name="connsiteY61" fmla="*/ 134612 h 448241"/>
                <a:gd name="connsiteX62" fmla="*/ 603908 w 2912392"/>
                <a:gd name="connsiteY62" fmla="*/ 137410 h 448241"/>
                <a:gd name="connsiteX63" fmla="*/ 613649 w 2912392"/>
                <a:gd name="connsiteY63" fmla="*/ 140260 h 448241"/>
                <a:gd name="connsiteX64" fmla="*/ 623388 w 2912392"/>
                <a:gd name="connsiteY64" fmla="*/ 143164 h 448241"/>
                <a:gd name="connsiteX65" fmla="*/ 633129 w 2912392"/>
                <a:gd name="connsiteY65" fmla="*/ 146122 h 448241"/>
                <a:gd name="connsiteX66" fmla="*/ 642870 w 2912392"/>
                <a:gd name="connsiteY66" fmla="*/ 149133 h 448241"/>
                <a:gd name="connsiteX67" fmla="*/ 652610 w 2912392"/>
                <a:gd name="connsiteY67" fmla="*/ 152199 h 448241"/>
                <a:gd name="connsiteX68" fmla="*/ 662351 w 2912392"/>
                <a:gd name="connsiteY68" fmla="*/ 155320 h 448241"/>
                <a:gd name="connsiteX69" fmla="*/ 672092 w 2912392"/>
                <a:gd name="connsiteY69" fmla="*/ 158494 h 448241"/>
                <a:gd name="connsiteX70" fmla="*/ 681831 w 2912392"/>
                <a:gd name="connsiteY70" fmla="*/ 161720 h 448241"/>
                <a:gd name="connsiteX71" fmla="*/ 691572 w 2912392"/>
                <a:gd name="connsiteY71" fmla="*/ 164997 h 448241"/>
                <a:gd name="connsiteX72" fmla="*/ 701313 w 2912392"/>
                <a:gd name="connsiteY72" fmla="*/ 168326 h 448241"/>
                <a:gd name="connsiteX73" fmla="*/ 711052 w 2912392"/>
                <a:gd name="connsiteY73" fmla="*/ 171702 h 448241"/>
                <a:gd name="connsiteX74" fmla="*/ 720793 w 2912392"/>
                <a:gd name="connsiteY74" fmla="*/ 175124 h 448241"/>
                <a:gd name="connsiteX75" fmla="*/ 730534 w 2912392"/>
                <a:gd name="connsiteY75" fmla="*/ 178591 h 448241"/>
                <a:gd name="connsiteX76" fmla="*/ 740274 w 2912392"/>
                <a:gd name="connsiteY76" fmla="*/ 182100 h 448241"/>
                <a:gd name="connsiteX77" fmla="*/ 750015 w 2912392"/>
                <a:gd name="connsiteY77" fmla="*/ 185649 h 448241"/>
                <a:gd name="connsiteX78" fmla="*/ 759756 w 2912392"/>
                <a:gd name="connsiteY78" fmla="*/ 189233 h 448241"/>
                <a:gd name="connsiteX79" fmla="*/ 769495 w 2912392"/>
                <a:gd name="connsiteY79" fmla="*/ 192852 h 448241"/>
                <a:gd name="connsiteX80" fmla="*/ 779236 w 2912392"/>
                <a:gd name="connsiteY80" fmla="*/ 196503 h 448241"/>
                <a:gd name="connsiteX81" fmla="*/ 788977 w 2912392"/>
                <a:gd name="connsiteY81" fmla="*/ 200180 h 448241"/>
                <a:gd name="connsiteX82" fmla="*/ 798717 w 2912392"/>
                <a:gd name="connsiteY82" fmla="*/ 203881 h 448241"/>
                <a:gd name="connsiteX83" fmla="*/ 808458 w 2912392"/>
                <a:gd name="connsiteY83" fmla="*/ 207602 h 448241"/>
                <a:gd name="connsiteX84" fmla="*/ 818199 w 2912392"/>
                <a:gd name="connsiteY84" fmla="*/ 211341 h 448241"/>
                <a:gd name="connsiteX85" fmla="*/ 827938 w 2912392"/>
                <a:gd name="connsiteY85" fmla="*/ 215092 h 448241"/>
                <a:gd name="connsiteX86" fmla="*/ 837679 w 2912392"/>
                <a:gd name="connsiteY86" fmla="*/ 218853 h 448241"/>
                <a:gd name="connsiteX87" fmla="*/ 847420 w 2912392"/>
                <a:gd name="connsiteY87" fmla="*/ 222621 h 448241"/>
                <a:gd name="connsiteX88" fmla="*/ 857159 w 2912392"/>
                <a:gd name="connsiteY88" fmla="*/ 226390 h 448241"/>
                <a:gd name="connsiteX89" fmla="*/ 866900 w 2912392"/>
                <a:gd name="connsiteY89" fmla="*/ 230158 h 448241"/>
                <a:gd name="connsiteX90" fmla="*/ 876641 w 2912392"/>
                <a:gd name="connsiteY90" fmla="*/ 233921 h 448241"/>
                <a:gd name="connsiteX91" fmla="*/ 886381 w 2912392"/>
                <a:gd name="connsiteY91" fmla="*/ 237677 h 448241"/>
                <a:gd name="connsiteX92" fmla="*/ 896122 w 2912392"/>
                <a:gd name="connsiteY92" fmla="*/ 241420 h 448241"/>
                <a:gd name="connsiteX93" fmla="*/ 905863 w 2912392"/>
                <a:gd name="connsiteY93" fmla="*/ 245149 h 448241"/>
                <a:gd name="connsiteX94" fmla="*/ 915602 w 2912392"/>
                <a:gd name="connsiteY94" fmla="*/ 248861 h 448241"/>
                <a:gd name="connsiteX95" fmla="*/ 925343 w 2912392"/>
                <a:gd name="connsiteY95" fmla="*/ 252551 h 448241"/>
                <a:gd name="connsiteX96" fmla="*/ 935084 w 2912392"/>
                <a:gd name="connsiteY96" fmla="*/ 256218 h 448241"/>
                <a:gd name="connsiteX97" fmla="*/ 944824 w 2912392"/>
                <a:gd name="connsiteY97" fmla="*/ 259858 h 448241"/>
                <a:gd name="connsiteX98" fmla="*/ 954564 w 2912392"/>
                <a:gd name="connsiteY98" fmla="*/ 263471 h 448241"/>
                <a:gd name="connsiteX99" fmla="*/ 964305 w 2912392"/>
                <a:gd name="connsiteY99" fmla="*/ 267052 h 448241"/>
                <a:gd name="connsiteX100" fmla="*/ 974045 w 2912392"/>
                <a:gd name="connsiteY100" fmla="*/ 270601 h 448241"/>
                <a:gd name="connsiteX101" fmla="*/ 983786 w 2912392"/>
                <a:gd name="connsiteY101" fmla="*/ 274117 h 448241"/>
                <a:gd name="connsiteX102" fmla="*/ 993522 w 2912392"/>
                <a:gd name="connsiteY102" fmla="*/ 277598 h 448241"/>
                <a:gd name="connsiteX103" fmla="*/ 1003266 w 2912392"/>
                <a:gd name="connsiteY103" fmla="*/ 281043 h 448241"/>
                <a:gd name="connsiteX104" fmla="*/ 1013010 w 2912392"/>
                <a:gd name="connsiteY104" fmla="*/ 284448 h 448241"/>
                <a:gd name="connsiteX105" fmla="*/ 1022754 w 2912392"/>
                <a:gd name="connsiteY105" fmla="*/ 287819 h 448241"/>
                <a:gd name="connsiteX106" fmla="*/ 1032483 w 2912392"/>
                <a:gd name="connsiteY106" fmla="*/ 291148 h 448241"/>
                <a:gd name="connsiteX107" fmla="*/ 1042227 w 2912392"/>
                <a:gd name="connsiteY107" fmla="*/ 294441 h 448241"/>
                <a:gd name="connsiteX108" fmla="*/ 1051971 w 2912392"/>
                <a:gd name="connsiteY108" fmla="*/ 297697 h 448241"/>
                <a:gd name="connsiteX109" fmla="*/ 1061715 w 2912392"/>
                <a:gd name="connsiteY109" fmla="*/ 300915 h 448241"/>
                <a:gd name="connsiteX110" fmla="*/ 1071444 w 2912392"/>
                <a:gd name="connsiteY110" fmla="*/ 304094 h 448241"/>
                <a:gd name="connsiteX111" fmla="*/ 1081188 w 2912392"/>
                <a:gd name="connsiteY111" fmla="*/ 307239 h 448241"/>
                <a:gd name="connsiteX112" fmla="*/ 1090932 w 2912392"/>
                <a:gd name="connsiteY112" fmla="*/ 310349 h 448241"/>
                <a:gd name="connsiteX113" fmla="*/ 1100676 w 2912392"/>
                <a:gd name="connsiteY113" fmla="*/ 313425 h 448241"/>
                <a:gd name="connsiteX114" fmla="*/ 1110405 w 2912392"/>
                <a:gd name="connsiteY114" fmla="*/ 316471 h 448241"/>
                <a:gd name="connsiteX115" fmla="*/ 1120149 w 2912392"/>
                <a:gd name="connsiteY115" fmla="*/ 319485 h 448241"/>
                <a:gd name="connsiteX116" fmla="*/ 1129893 w 2912392"/>
                <a:gd name="connsiteY116" fmla="*/ 322469 h 448241"/>
                <a:gd name="connsiteX117" fmla="*/ 1139637 w 2912392"/>
                <a:gd name="connsiteY117" fmla="*/ 325428 h 448241"/>
                <a:gd name="connsiteX118" fmla="*/ 1149381 w 2912392"/>
                <a:gd name="connsiteY118" fmla="*/ 328362 h 448241"/>
                <a:gd name="connsiteX119" fmla="*/ 1159110 w 2912392"/>
                <a:gd name="connsiteY119" fmla="*/ 331273 h 448241"/>
                <a:gd name="connsiteX120" fmla="*/ 1168854 w 2912392"/>
                <a:gd name="connsiteY120" fmla="*/ 334165 h 448241"/>
                <a:gd name="connsiteX121" fmla="*/ 1178598 w 2912392"/>
                <a:gd name="connsiteY121" fmla="*/ 337037 h 448241"/>
                <a:gd name="connsiteX122" fmla="*/ 1188341 w 2912392"/>
                <a:gd name="connsiteY122" fmla="*/ 339893 h 448241"/>
                <a:gd name="connsiteX123" fmla="*/ 1198070 w 2912392"/>
                <a:gd name="connsiteY123" fmla="*/ 342735 h 448241"/>
                <a:gd name="connsiteX124" fmla="*/ 1207814 w 2912392"/>
                <a:gd name="connsiteY124" fmla="*/ 345564 h 448241"/>
                <a:gd name="connsiteX125" fmla="*/ 1217558 w 2912392"/>
                <a:gd name="connsiteY125" fmla="*/ 348384 h 448241"/>
                <a:gd name="connsiteX126" fmla="*/ 1227302 w 2912392"/>
                <a:gd name="connsiteY126" fmla="*/ 351196 h 448241"/>
                <a:gd name="connsiteX127" fmla="*/ 1237031 w 2912392"/>
                <a:gd name="connsiteY127" fmla="*/ 354001 h 448241"/>
                <a:gd name="connsiteX128" fmla="*/ 1246775 w 2912392"/>
                <a:gd name="connsiteY128" fmla="*/ 356802 h 448241"/>
                <a:gd name="connsiteX129" fmla="*/ 1256519 w 2912392"/>
                <a:gd name="connsiteY129" fmla="*/ 359599 h 448241"/>
                <a:gd name="connsiteX130" fmla="*/ 1266263 w 2912392"/>
                <a:gd name="connsiteY130" fmla="*/ 362394 h 448241"/>
                <a:gd name="connsiteX131" fmla="*/ 1276007 w 2912392"/>
                <a:gd name="connsiteY131" fmla="*/ 365186 h 448241"/>
                <a:gd name="connsiteX132" fmla="*/ 1285736 w 2912392"/>
                <a:gd name="connsiteY132" fmla="*/ 367979 h 448241"/>
                <a:gd name="connsiteX133" fmla="*/ 1295480 w 2912392"/>
                <a:gd name="connsiteY133" fmla="*/ 370772 h 448241"/>
                <a:gd name="connsiteX134" fmla="*/ 1305224 w 2912392"/>
                <a:gd name="connsiteY134" fmla="*/ 373565 h 448241"/>
                <a:gd name="connsiteX135" fmla="*/ 1314968 w 2912392"/>
                <a:gd name="connsiteY135" fmla="*/ 376357 h 448241"/>
                <a:gd name="connsiteX136" fmla="*/ 1324697 w 2912392"/>
                <a:gd name="connsiteY136" fmla="*/ 379149 h 448241"/>
                <a:gd name="connsiteX137" fmla="*/ 1334441 w 2912392"/>
                <a:gd name="connsiteY137" fmla="*/ 381940 h 448241"/>
                <a:gd name="connsiteX138" fmla="*/ 1344185 w 2912392"/>
                <a:gd name="connsiteY138" fmla="*/ 384727 h 448241"/>
                <a:gd name="connsiteX139" fmla="*/ 1353929 w 2912392"/>
                <a:gd name="connsiteY139" fmla="*/ 387512 h 448241"/>
                <a:gd name="connsiteX140" fmla="*/ 1363658 w 2912392"/>
                <a:gd name="connsiteY140" fmla="*/ 390291 h 448241"/>
                <a:gd name="connsiteX141" fmla="*/ 1373402 w 2912392"/>
                <a:gd name="connsiteY141" fmla="*/ 393060 h 448241"/>
                <a:gd name="connsiteX142" fmla="*/ 1383146 w 2912392"/>
                <a:gd name="connsiteY142" fmla="*/ 395821 h 448241"/>
                <a:gd name="connsiteX143" fmla="*/ 1392890 w 2912392"/>
                <a:gd name="connsiteY143" fmla="*/ 398567 h 448241"/>
                <a:gd name="connsiteX144" fmla="*/ 1402619 w 2912392"/>
                <a:gd name="connsiteY144" fmla="*/ 401295 h 448241"/>
                <a:gd name="connsiteX145" fmla="*/ 1412363 w 2912392"/>
                <a:gd name="connsiteY145" fmla="*/ 404004 h 448241"/>
                <a:gd name="connsiteX146" fmla="*/ 1422106 w 2912392"/>
                <a:gd name="connsiteY146" fmla="*/ 406687 h 448241"/>
                <a:gd name="connsiteX147" fmla="*/ 1431850 w 2912392"/>
                <a:gd name="connsiteY147" fmla="*/ 409342 h 448241"/>
                <a:gd name="connsiteX148" fmla="*/ 1441594 w 2912392"/>
                <a:gd name="connsiteY148" fmla="*/ 411961 h 448241"/>
                <a:gd name="connsiteX149" fmla="*/ 1451323 w 2912392"/>
                <a:gd name="connsiteY149" fmla="*/ 414542 h 448241"/>
                <a:gd name="connsiteX150" fmla="*/ 1461067 w 2912392"/>
                <a:gd name="connsiteY150" fmla="*/ 417079 h 448241"/>
                <a:gd name="connsiteX151" fmla="*/ 1470811 w 2912392"/>
                <a:gd name="connsiteY151" fmla="*/ 419564 h 448241"/>
                <a:gd name="connsiteX152" fmla="*/ 1480555 w 2912392"/>
                <a:gd name="connsiteY152" fmla="*/ 421994 h 448241"/>
                <a:gd name="connsiteX153" fmla="*/ 1490284 w 2912392"/>
                <a:gd name="connsiteY153" fmla="*/ 424362 h 448241"/>
                <a:gd name="connsiteX154" fmla="*/ 1500028 w 2912392"/>
                <a:gd name="connsiteY154" fmla="*/ 426659 h 448241"/>
                <a:gd name="connsiteX155" fmla="*/ 1509772 w 2912392"/>
                <a:gd name="connsiteY155" fmla="*/ 428882 h 448241"/>
                <a:gd name="connsiteX156" fmla="*/ 1519516 w 2912392"/>
                <a:gd name="connsiteY156" fmla="*/ 431020 h 448241"/>
                <a:gd name="connsiteX157" fmla="*/ 1529245 w 2912392"/>
                <a:gd name="connsiteY157" fmla="*/ 433070 h 448241"/>
                <a:gd name="connsiteX158" fmla="*/ 1538989 w 2912392"/>
                <a:gd name="connsiteY158" fmla="*/ 435022 h 448241"/>
                <a:gd name="connsiteX159" fmla="*/ 1548733 w 2912392"/>
                <a:gd name="connsiteY159" fmla="*/ 436871 h 448241"/>
                <a:gd name="connsiteX160" fmla="*/ 1558477 w 2912392"/>
                <a:gd name="connsiteY160" fmla="*/ 438607 h 448241"/>
                <a:gd name="connsiteX161" fmla="*/ 1568221 w 2912392"/>
                <a:gd name="connsiteY161" fmla="*/ 440223 h 448241"/>
                <a:gd name="connsiteX162" fmla="*/ 1577950 w 2912392"/>
                <a:gd name="connsiteY162" fmla="*/ 441715 h 448241"/>
                <a:gd name="connsiteX163" fmla="*/ 1587694 w 2912392"/>
                <a:gd name="connsiteY163" fmla="*/ 443070 h 448241"/>
                <a:gd name="connsiteX164" fmla="*/ 1597438 w 2912392"/>
                <a:gd name="connsiteY164" fmla="*/ 444286 h 448241"/>
                <a:gd name="connsiteX165" fmla="*/ 1607182 w 2912392"/>
                <a:gd name="connsiteY165" fmla="*/ 445351 h 448241"/>
                <a:gd name="connsiteX166" fmla="*/ 1616911 w 2912392"/>
                <a:gd name="connsiteY166" fmla="*/ 446262 h 448241"/>
                <a:gd name="connsiteX167" fmla="*/ 1626655 w 2912392"/>
                <a:gd name="connsiteY167" fmla="*/ 447010 h 448241"/>
                <a:gd name="connsiteX168" fmla="*/ 1636399 w 2912392"/>
                <a:gd name="connsiteY168" fmla="*/ 447588 h 448241"/>
                <a:gd name="connsiteX169" fmla="*/ 1646142 w 2912392"/>
                <a:gd name="connsiteY169" fmla="*/ 447990 h 448241"/>
                <a:gd name="connsiteX170" fmla="*/ 1655872 w 2912392"/>
                <a:gd name="connsiteY170" fmla="*/ 448211 h 448241"/>
                <a:gd name="connsiteX171" fmla="*/ 1665616 w 2912392"/>
                <a:gd name="connsiteY171" fmla="*/ 448242 h 448241"/>
                <a:gd name="connsiteX172" fmla="*/ 1675359 w 2912392"/>
                <a:gd name="connsiteY172" fmla="*/ 448078 h 448241"/>
                <a:gd name="connsiteX173" fmla="*/ 1685103 w 2912392"/>
                <a:gd name="connsiteY173" fmla="*/ 447716 h 448241"/>
                <a:gd name="connsiteX174" fmla="*/ 1694832 w 2912392"/>
                <a:gd name="connsiteY174" fmla="*/ 447148 h 448241"/>
                <a:gd name="connsiteX175" fmla="*/ 1704576 w 2912392"/>
                <a:gd name="connsiteY175" fmla="*/ 446370 h 448241"/>
                <a:gd name="connsiteX176" fmla="*/ 1714320 w 2912392"/>
                <a:gd name="connsiteY176" fmla="*/ 445380 h 448241"/>
                <a:gd name="connsiteX177" fmla="*/ 1724064 w 2912392"/>
                <a:gd name="connsiteY177" fmla="*/ 444173 h 448241"/>
                <a:gd name="connsiteX178" fmla="*/ 1733808 w 2912392"/>
                <a:gd name="connsiteY178" fmla="*/ 442744 h 448241"/>
                <a:gd name="connsiteX179" fmla="*/ 1743537 w 2912392"/>
                <a:gd name="connsiteY179" fmla="*/ 441092 h 448241"/>
                <a:gd name="connsiteX180" fmla="*/ 1753281 w 2912392"/>
                <a:gd name="connsiteY180" fmla="*/ 439213 h 448241"/>
                <a:gd name="connsiteX181" fmla="*/ 1763025 w 2912392"/>
                <a:gd name="connsiteY181" fmla="*/ 437108 h 448241"/>
                <a:gd name="connsiteX182" fmla="*/ 1772769 w 2912392"/>
                <a:gd name="connsiteY182" fmla="*/ 434772 h 448241"/>
                <a:gd name="connsiteX183" fmla="*/ 1782498 w 2912392"/>
                <a:gd name="connsiteY183" fmla="*/ 432208 h 448241"/>
                <a:gd name="connsiteX184" fmla="*/ 1792242 w 2912392"/>
                <a:gd name="connsiteY184" fmla="*/ 429411 h 448241"/>
                <a:gd name="connsiteX185" fmla="*/ 1801986 w 2912392"/>
                <a:gd name="connsiteY185" fmla="*/ 426385 h 448241"/>
                <a:gd name="connsiteX186" fmla="*/ 1811730 w 2912392"/>
                <a:gd name="connsiteY186" fmla="*/ 423130 h 448241"/>
                <a:gd name="connsiteX187" fmla="*/ 1821459 w 2912392"/>
                <a:gd name="connsiteY187" fmla="*/ 419648 h 448241"/>
                <a:gd name="connsiteX188" fmla="*/ 1831203 w 2912392"/>
                <a:gd name="connsiteY188" fmla="*/ 415938 h 448241"/>
                <a:gd name="connsiteX189" fmla="*/ 1840947 w 2912392"/>
                <a:gd name="connsiteY189" fmla="*/ 412004 h 448241"/>
                <a:gd name="connsiteX190" fmla="*/ 1850691 w 2912392"/>
                <a:gd name="connsiteY190" fmla="*/ 407851 h 448241"/>
                <a:gd name="connsiteX191" fmla="*/ 1860435 w 2912392"/>
                <a:gd name="connsiteY191" fmla="*/ 403479 h 448241"/>
                <a:gd name="connsiteX192" fmla="*/ 1870164 w 2912392"/>
                <a:gd name="connsiteY192" fmla="*/ 398895 h 448241"/>
                <a:gd name="connsiteX193" fmla="*/ 1879908 w 2912392"/>
                <a:gd name="connsiteY193" fmla="*/ 394100 h 448241"/>
                <a:gd name="connsiteX194" fmla="*/ 1889652 w 2912392"/>
                <a:gd name="connsiteY194" fmla="*/ 389103 h 448241"/>
                <a:gd name="connsiteX195" fmla="*/ 1899395 w 2912392"/>
                <a:gd name="connsiteY195" fmla="*/ 383906 h 448241"/>
                <a:gd name="connsiteX196" fmla="*/ 1909124 w 2912392"/>
                <a:gd name="connsiteY196" fmla="*/ 378518 h 448241"/>
                <a:gd name="connsiteX197" fmla="*/ 1918868 w 2912392"/>
                <a:gd name="connsiteY197" fmla="*/ 372944 h 448241"/>
                <a:gd name="connsiteX198" fmla="*/ 1928612 w 2912392"/>
                <a:gd name="connsiteY198" fmla="*/ 367190 h 448241"/>
                <a:gd name="connsiteX199" fmla="*/ 1938356 w 2912392"/>
                <a:gd name="connsiteY199" fmla="*/ 361263 h 448241"/>
                <a:gd name="connsiteX200" fmla="*/ 1948085 w 2912392"/>
                <a:gd name="connsiteY200" fmla="*/ 355172 h 448241"/>
                <a:gd name="connsiteX201" fmla="*/ 1957829 w 2912392"/>
                <a:gd name="connsiteY201" fmla="*/ 348924 h 448241"/>
                <a:gd name="connsiteX202" fmla="*/ 1967573 w 2912392"/>
                <a:gd name="connsiteY202" fmla="*/ 342528 h 448241"/>
                <a:gd name="connsiteX203" fmla="*/ 1977317 w 2912392"/>
                <a:gd name="connsiteY203" fmla="*/ 335991 h 448241"/>
                <a:gd name="connsiteX204" fmla="*/ 1987046 w 2912392"/>
                <a:gd name="connsiteY204" fmla="*/ 329324 h 448241"/>
                <a:gd name="connsiteX205" fmla="*/ 1996790 w 2912392"/>
                <a:gd name="connsiteY205" fmla="*/ 322536 h 448241"/>
                <a:gd name="connsiteX206" fmla="*/ 2006534 w 2912392"/>
                <a:gd name="connsiteY206" fmla="*/ 315633 h 448241"/>
                <a:gd name="connsiteX207" fmla="*/ 2016278 w 2912392"/>
                <a:gd name="connsiteY207" fmla="*/ 308628 h 448241"/>
                <a:gd name="connsiteX208" fmla="*/ 2026022 w 2912392"/>
                <a:gd name="connsiteY208" fmla="*/ 301530 h 448241"/>
                <a:gd name="connsiteX209" fmla="*/ 2035751 w 2912392"/>
                <a:gd name="connsiteY209" fmla="*/ 294347 h 448241"/>
                <a:gd name="connsiteX210" fmla="*/ 2045495 w 2912392"/>
                <a:gd name="connsiteY210" fmla="*/ 287090 h 448241"/>
                <a:gd name="connsiteX211" fmla="*/ 2055239 w 2912392"/>
                <a:gd name="connsiteY211" fmla="*/ 279770 h 448241"/>
                <a:gd name="connsiteX212" fmla="*/ 2064983 w 2912392"/>
                <a:gd name="connsiteY212" fmla="*/ 272395 h 448241"/>
                <a:gd name="connsiteX213" fmla="*/ 2074712 w 2912392"/>
                <a:gd name="connsiteY213" fmla="*/ 264977 h 448241"/>
                <a:gd name="connsiteX214" fmla="*/ 2084456 w 2912392"/>
                <a:gd name="connsiteY214" fmla="*/ 257526 h 448241"/>
                <a:gd name="connsiteX215" fmla="*/ 2094200 w 2912392"/>
                <a:gd name="connsiteY215" fmla="*/ 250050 h 448241"/>
                <a:gd name="connsiteX216" fmla="*/ 2103944 w 2912392"/>
                <a:gd name="connsiteY216" fmla="*/ 242560 h 448241"/>
                <a:gd name="connsiteX217" fmla="*/ 2113673 w 2912392"/>
                <a:gd name="connsiteY217" fmla="*/ 235066 h 448241"/>
                <a:gd name="connsiteX218" fmla="*/ 2123417 w 2912392"/>
                <a:gd name="connsiteY218" fmla="*/ 227577 h 448241"/>
                <a:gd name="connsiteX219" fmla="*/ 2133161 w 2912392"/>
                <a:gd name="connsiteY219" fmla="*/ 220104 h 448241"/>
                <a:gd name="connsiteX220" fmla="*/ 2142905 w 2912392"/>
                <a:gd name="connsiteY220" fmla="*/ 212658 h 448241"/>
                <a:gd name="connsiteX221" fmla="*/ 2152649 w 2912392"/>
                <a:gd name="connsiteY221" fmla="*/ 205242 h 448241"/>
                <a:gd name="connsiteX222" fmla="*/ 2162377 w 2912392"/>
                <a:gd name="connsiteY222" fmla="*/ 197872 h 448241"/>
                <a:gd name="connsiteX223" fmla="*/ 2172121 w 2912392"/>
                <a:gd name="connsiteY223" fmla="*/ 190553 h 448241"/>
                <a:gd name="connsiteX224" fmla="*/ 2181865 w 2912392"/>
                <a:gd name="connsiteY224" fmla="*/ 183296 h 448241"/>
                <a:gd name="connsiteX225" fmla="*/ 2191609 w 2912392"/>
                <a:gd name="connsiteY225" fmla="*/ 176107 h 448241"/>
                <a:gd name="connsiteX226" fmla="*/ 2201338 w 2912392"/>
                <a:gd name="connsiteY226" fmla="*/ 168996 h 448241"/>
                <a:gd name="connsiteX227" fmla="*/ 2211082 w 2912392"/>
                <a:gd name="connsiteY227" fmla="*/ 161970 h 448241"/>
                <a:gd name="connsiteX228" fmla="*/ 2220826 w 2912392"/>
                <a:gd name="connsiteY228" fmla="*/ 155036 h 448241"/>
                <a:gd name="connsiteX229" fmla="*/ 2230570 w 2912392"/>
                <a:gd name="connsiteY229" fmla="*/ 148203 h 448241"/>
                <a:gd name="connsiteX230" fmla="*/ 2240299 w 2912392"/>
                <a:gd name="connsiteY230" fmla="*/ 141476 h 448241"/>
                <a:gd name="connsiteX231" fmla="*/ 2250043 w 2912392"/>
                <a:gd name="connsiteY231" fmla="*/ 134863 h 448241"/>
                <a:gd name="connsiteX232" fmla="*/ 2259787 w 2912392"/>
                <a:gd name="connsiteY232" fmla="*/ 128370 h 448241"/>
                <a:gd name="connsiteX233" fmla="*/ 2269531 w 2912392"/>
                <a:gd name="connsiteY233" fmla="*/ 122002 h 448241"/>
                <a:gd name="connsiteX234" fmla="*/ 2279260 w 2912392"/>
                <a:gd name="connsiteY234" fmla="*/ 115765 h 448241"/>
                <a:gd name="connsiteX235" fmla="*/ 2289004 w 2912392"/>
                <a:gd name="connsiteY235" fmla="*/ 109665 h 448241"/>
                <a:gd name="connsiteX236" fmla="*/ 2298748 w 2912392"/>
                <a:gd name="connsiteY236" fmla="*/ 103709 h 448241"/>
                <a:gd name="connsiteX237" fmla="*/ 2308492 w 2912392"/>
                <a:gd name="connsiteY237" fmla="*/ 97897 h 448241"/>
                <a:gd name="connsiteX238" fmla="*/ 2318236 w 2912392"/>
                <a:gd name="connsiteY238" fmla="*/ 92237 h 448241"/>
                <a:gd name="connsiteX239" fmla="*/ 2327965 w 2912392"/>
                <a:gd name="connsiteY239" fmla="*/ 86730 h 448241"/>
                <a:gd name="connsiteX240" fmla="*/ 2337709 w 2912392"/>
                <a:gd name="connsiteY240" fmla="*/ 81381 h 448241"/>
                <a:gd name="connsiteX241" fmla="*/ 2347453 w 2912392"/>
                <a:gd name="connsiteY241" fmla="*/ 76193 h 448241"/>
                <a:gd name="connsiteX242" fmla="*/ 2357197 w 2912392"/>
                <a:gd name="connsiteY242" fmla="*/ 71171 h 448241"/>
                <a:gd name="connsiteX243" fmla="*/ 2366926 w 2912392"/>
                <a:gd name="connsiteY243" fmla="*/ 66315 h 448241"/>
                <a:gd name="connsiteX244" fmla="*/ 2376670 w 2912392"/>
                <a:gd name="connsiteY244" fmla="*/ 61628 h 448241"/>
                <a:gd name="connsiteX245" fmla="*/ 2386413 w 2912392"/>
                <a:gd name="connsiteY245" fmla="*/ 57112 h 448241"/>
                <a:gd name="connsiteX246" fmla="*/ 2396157 w 2912392"/>
                <a:gd name="connsiteY246" fmla="*/ 52769 h 448241"/>
                <a:gd name="connsiteX247" fmla="*/ 2405886 w 2912392"/>
                <a:gd name="connsiteY247" fmla="*/ 48600 h 448241"/>
                <a:gd name="connsiteX248" fmla="*/ 2415630 w 2912392"/>
                <a:gd name="connsiteY248" fmla="*/ 44608 h 448241"/>
                <a:gd name="connsiteX249" fmla="*/ 2425374 w 2912392"/>
                <a:gd name="connsiteY249" fmla="*/ 40789 h 448241"/>
                <a:gd name="connsiteX250" fmla="*/ 2435118 w 2912392"/>
                <a:gd name="connsiteY250" fmla="*/ 37148 h 448241"/>
                <a:gd name="connsiteX251" fmla="*/ 2444862 w 2912392"/>
                <a:gd name="connsiteY251" fmla="*/ 33684 h 448241"/>
                <a:gd name="connsiteX252" fmla="*/ 2454591 w 2912392"/>
                <a:gd name="connsiteY252" fmla="*/ 30395 h 448241"/>
                <a:gd name="connsiteX253" fmla="*/ 2464335 w 2912392"/>
                <a:gd name="connsiteY253" fmla="*/ 27284 h 448241"/>
                <a:gd name="connsiteX254" fmla="*/ 2474079 w 2912392"/>
                <a:gd name="connsiteY254" fmla="*/ 24349 h 448241"/>
                <a:gd name="connsiteX255" fmla="*/ 2483823 w 2912392"/>
                <a:gd name="connsiteY255" fmla="*/ 21590 h 448241"/>
                <a:gd name="connsiteX256" fmla="*/ 2493552 w 2912392"/>
                <a:gd name="connsiteY256" fmla="*/ 19005 h 448241"/>
                <a:gd name="connsiteX257" fmla="*/ 2503296 w 2912392"/>
                <a:gd name="connsiteY257" fmla="*/ 16593 h 448241"/>
                <a:gd name="connsiteX258" fmla="*/ 2513040 w 2912392"/>
                <a:gd name="connsiteY258" fmla="*/ 14354 h 448241"/>
                <a:gd name="connsiteX259" fmla="*/ 2522784 w 2912392"/>
                <a:gd name="connsiteY259" fmla="*/ 12286 h 448241"/>
                <a:gd name="connsiteX260" fmla="*/ 2532513 w 2912392"/>
                <a:gd name="connsiteY260" fmla="*/ 10385 h 448241"/>
                <a:gd name="connsiteX261" fmla="*/ 2542257 w 2912392"/>
                <a:gd name="connsiteY261" fmla="*/ 8653 h 448241"/>
                <a:gd name="connsiteX262" fmla="*/ 2552001 w 2912392"/>
                <a:gd name="connsiteY262" fmla="*/ 7086 h 448241"/>
                <a:gd name="connsiteX263" fmla="*/ 2561745 w 2912392"/>
                <a:gd name="connsiteY263" fmla="*/ 5682 h 448241"/>
                <a:gd name="connsiteX264" fmla="*/ 2571474 w 2912392"/>
                <a:gd name="connsiteY264" fmla="*/ 4440 h 448241"/>
                <a:gd name="connsiteX265" fmla="*/ 2581218 w 2912392"/>
                <a:gd name="connsiteY265" fmla="*/ 3355 h 448241"/>
                <a:gd name="connsiteX266" fmla="*/ 2590962 w 2912392"/>
                <a:gd name="connsiteY266" fmla="*/ 2428 h 448241"/>
                <a:gd name="connsiteX267" fmla="*/ 2600705 w 2912392"/>
                <a:gd name="connsiteY267" fmla="*/ 1654 h 448241"/>
                <a:gd name="connsiteX268" fmla="*/ 2610449 w 2912392"/>
                <a:gd name="connsiteY268" fmla="*/ 1032 h 448241"/>
                <a:gd name="connsiteX269" fmla="*/ 2620178 w 2912392"/>
                <a:gd name="connsiteY269" fmla="*/ 557 h 448241"/>
                <a:gd name="connsiteX270" fmla="*/ 2629922 w 2912392"/>
                <a:gd name="connsiteY270" fmla="*/ 229 h 448241"/>
                <a:gd name="connsiteX271" fmla="*/ 2639666 w 2912392"/>
                <a:gd name="connsiteY271" fmla="*/ 45 h 448241"/>
                <a:gd name="connsiteX272" fmla="*/ 2649410 w 2912392"/>
                <a:gd name="connsiteY272" fmla="*/ 0 h 448241"/>
                <a:gd name="connsiteX273" fmla="*/ 2659139 w 2912392"/>
                <a:gd name="connsiteY273" fmla="*/ 92 h 448241"/>
                <a:gd name="connsiteX274" fmla="*/ 2668883 w 2912392"/>
                <a:gd name="connsiteY274" fmla="*/ 319 h 448241"/>
                <a:gd name="connsiteX275" fmla="*/ 2678627 w 2912392"/>
                <a:gd name="connsiteY275" fmla="*/ 678 h 448241"/>
                <a:gd name="connsiteX276" fmla="*/ 2688371 w 2912392"/>
                <a:gd name="connsiteY276" fmla="*/ 1164 h 448241"/>
                <a:gd name="connsiteX277" fmla="*/ 2698100 w 2912392"/>
                <a:gd name="connsiteY277" fmla="*/ 1776 h 448241"/>
                <a:gd name="connsiteX278" fmla="*/ 2707844 w 2912392"/>
                <a:gd name="connsiteY278" fmla="*/ 2510 h 448241"/>
                <a:gd name="connsiteX279" fmla="*/ 2717588 w 2912392"/>
                <a:gd name="connsiteY279" fmla="*/ 3364 h 448241"/>
                <a:gd name="connsiteX280" fmla="*/ 2727332 w 2912392"/>
                <a:gd name="connsiteY280" fmla="*/ 4334 h 448241"/>
                <a:gd name="connsiteX281" fmla="*/ 2737076 w 2912392"/>
                <a:gd name="connsiteY281" fmla="*/ 5417 h 448241"/>
                <a:gd name="connsiteX282" fmla="*/ 2746805 w 2912392"/>
                <a:gd name="connsiteY282" fmla="*/ 6612 h 448241"/>
                <a:gd name="connsiteX283" fmla="*/ 2756549 w 2912392"/>
                <a:gd name="connsiteY283" fmla="*/ 7914 h 448241"/>
                <a:gd name="connsiteX284" fmla="*/ 2766293 w 2912392"/>
                <a:gd name="connsiteY284" fmla="*/ 9322 h 448241"/>
                <a:gd name="connsiteX285" fmla="*/ 2776037 w 2912392"/>
                <a:gd name="connsiteY285" fmla="*/ 10832 h 448241"/>
                <a:gd name="connsiteX286" fmla="*/ 2785766 w 2912392"/>
                <a:gd name="connsiteY286" fmla="*/ 12441 h 448241"/>
                <a:gd name="connsiteX287" fmla="*/ 2795510 w 2912392"/>
                <a:gd name="connsiteY287" fmla="*/ 14147 h 448241"/>
                <a:gd name="connsiteX288" fmla="*/ 2805254 w 2912392"/>
                <a:gd name="connsiteY288" fmla="*/ 15946 h 448241"/>
                <a:gd name="connsiteX289" fmla="*/ 2814998 w 2912392"/>
                <a:gd name="connsiteY289" fmla="*/ 17839 h 448241"/>
                <a:gd name="connsiteX290" fmla="*/ 2824727 w 2912392"/>
                <a:gd name="connsiteY290" fmla="*/ 19820 h 448241"/>
                <a:gd name="connsiteX291" fmla="*/ 2834471 w 2912392"/>
                <a:gd name="connsiteY291" fmla="*/ 21890 h 448241"/>
                <a:gd name="connsiteX292" fmla="*/ 2844215 w 2912392"/>
                <a:gd name="connsiteY292" fmla="*/ 24042 h 448241"/>
                <a:gd name="connsiteX293" fmla="*/ 2853958 w 2912392"/>
                <a:gd name="connsiteY293" fmla="*/ 26280 h 448241"/>
                <a:gd name="connsiteX294" fmla="*/ 2863687 w 2912392"/>
                <a:gd name="connsiteY294" fmla="*/ 28599 h 448241"/>
                <a:gd name="connsiteX295" fmla="*/ 2873431 w 2912392"/>
                <a:gd name="connsiteY295" fmla="*/ 30996 h 448241"/>
                <a:gd name="connsiteX296" fmla="*/ 2883175 w 2912392"/>
                <a:gd name="connsiteY296" fmla="*/ 33471 h 448241"/>
                <a:gd name="connsiteX297" fmla="*/ 2892919 w 2912392"/>
                <a:gd name="connsiteY297" fmla="*/ 36021 h 448241"/>
                <a:gd name="connsiteX298" fmla="*/ 2902663 w 2912392"/>
                <a:gd name="connsiteY298" fmla="*/ 38646 h 448241"/>
                <a:gd name="connsiteX299" fmla="*/ 2912392 w 2912392"/>
                <a:gd name="connsiteY299" fmla="*/ 41345 h 4482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48241">
                  <a:moveTo>
                    <a:pt x="0" y="41757"/>
                  </a:moveTo>
                  <a:lnTo>
                    <a:pt x="9739" y="40166"/>
                  </a:lnTo>
                  <a:lnTo>
                    <a:pt x="19480" y="38816"/>
                  </a:lnTo>
                  <a:lnTo>
                    <a:pt x="29221" y="37703"/>
                  </a:lnTo>
                  <a:lnTo>
                    <a:pt x="38961" y="36815"/>
                  </a:lnTo>
                  <a:lnTo>
                    <a:pt x="48702" y="36146"/>
                  </a:lnTo>
                  <a:lnTo>
                    <a:pt x="58443" y="35686"/>
                  </a:lnTo>
                  <a:lnTo>
                    <a:pt x="68182" y="35427"/>
                  </a:lnTo>
                  <a:lnTo>
                    <a:pt x="77923" y="35358"/>
                  </a:lnTo>
                  <a:lnTo>
                    <a:pt x="87664" y="35470"/>
                  </a:lnTo>
                  <a:lnTo>
                    <a:pt x="97404" y="35755"/>
                  </a:lnTo>
                  <a:lnTo>
                    <a:pt x="107145" y="36203"/>
                  </a:lnTo>
                  <a:lnTo>
                    <a:pt x="116886" y="36803"/>
                  </a:lnTo>
                  <a:lnTo>
                    <a:pt x="126625" y="37548"/>
                  </a:lnTo>
                  <a:lnTo>
                    <a:pt x="136366" y="38427"/>
                  </a:lnTo>
                  <a:lnTo>
                    <a:pt x="146107" y="39433"/>
                  </a:lnTo>
                  <a:lnTo>
                    <a:pt x="155846" y="40555"/>
                  </a:lnTo>
                  <a:lnTo>
                    <a:pt x="165587" y="41784"/>
                  </a:lnTo>
                  <a:lnTo>
                    <a:pt x="175328" y="43115"/>
                  </a:lnTo>
                  <a:lnTo>
                    <a:pt x="185068" y="44535"/>
                  </a:lnTo>
                  <a:lnTo>
                    <a:pt x="194809" y="46039"/>
                  </a:lnTo>
                  <a:lnTo>
                    <a:pt x="204550" y="47619"/>
                  </a:lnTo>
                  <a:lnTo>
                    <a:pt x="214289" y="49266"/>
                  </a:lnTo>
                  <a:lnTo>
                    <a:pt x="224030" y="50977"/>
                  </a:lnTo>
                  <a:lnTo>
                    <a:pt x="233771" y="52742"/>
                  </a:lnTo>
                  <a:lnTo>
                    <a:pt x="243510" y="54556"/>
                  </a:lnTo>
                  <a:lnTo>
                    <a:pt x="253251" y="56413"/>
                  </a:lnTo>
                  <a:lnTo>
                    <a:pt x="262992" y="58309"/>
                  </a:lnTo>
                  <a:lnTo>
                    <a:pt x="272732" y="60238"/>
                  </a:lnTo>
                  <a:lnTo>
                    <a:pt x="282473" y="62196"/>
                  </a:lnTo>
                  <a:lnTo>
                    <a:pt x="292214" y="64179"/>
                  </a:lnTo>
                  <a:lnTo>
                    <a:pt x="301953" y="66184"/>
                  </a:lnTo>
                  <a:lnTo>
                    <a:pt x="311694" y="68208"/>
                  </a:lnTo>
                  <a:lnTo>
                    <a:pt x="321435" y="70249"/>
                  </a:lnTo>
                  <a:lnTo>
                    <a:pt x="331175" y="72302"/>
                  </a:lnTo>
                  <a:lnTo>
                    <a:pt x="340916" y="74368"/>
                  </a:lnTo>
                  <a:lnTo>
                    <a:pt x="350656" y="76447"/>
                  </a:lnTo>
                  <a:lnTo>
                    <a:pt x="360396" y="78535"/>
                  </a:lnTo>
                  <a:lnTo>
                    <a:pt x="370137" y="80635"/>
                  </a:lnTo>
                  <a:lnTo>
                    <a:pt x="379878" y="82743"/>
                  </a:lnTo>
                  <a:lnTo>
                    <a:pt x="389617" y="84862"/>
                  </a:lnTo>
                  <a:lnTo>
                    <a:pt x="399358" y="86992"/>
                  </a:lnTo>
                  <a:lnTo>
                    <a:pt x="409099" y="89133"/>
                  </a:lnTo>
                  <a:lnTo>
                    <a:pt x="418839" y="91288"/>
                  </a:lnTo>
                  <a:lnTo>
                    <a:pt x="428580" y="93457"/>
                  </a:lnTo>
                  <a:lnTo>
                    <a:pt x="438321" y="95642"/>
                  </a:lnTo>
                  <a:lnTo>
                    <a:pt x="448060" y="97846"/>
                  </a:lnTo>
                  <a:lnTo>
                    <a:pt x="457801" y="100071"/>
                  </a:lnTo>
                  <a:lnTo>
                    <a:pt x="467542" y="102316"/>
                  </a:lnTo>
                  <a:lnTo>
                    <a:pt x="477281" y="104586"/>
                  </a:lnTo>
                  <a:lnTo>
                    <a:pt x="487022" y="106884"/>
                  </a:lnTo>
                  <a:lnTo>
                    <a:pt x="496763" y="109211"/>
                  </a:lnTo>
                  <a:lnTo>
                    <a:pt x="506503" y="111569"/>
                  </a:lnTo>
                  <a:lnTo>
                    <a:pt x="516244" y="113962"/>
                  </a:lnTo>
                  <a:lnTo>
                    <a:pt x="525985" y="116392"/>
                  </a:lnTo>
                  <a:lnTo>
                    <a:pt x="535724" y="118861"/>
                  </a:lnTo>
                  <a:lnTo>
                    <a:pt x="545465" y="121372"/>
                  </a:lnTo>
                  <a:lnTo>
                    <a:pt x="555206" y="123925"/>
                  </a:lnTo>
                  <a:lnTo>
                    <a:pt x="564946" y="126524"/>
                  </a:lnTo>
                  <a:lnTo>
                    <a:pt x="574687" y="129171"/>
                  </a:lnTo>
                  <a:lnTo>
                    <a:pt x="584428" y="131866"/>
                  </a:lnTo>
                  <a:lnTo>
                    <a:pt x="594167" y="134612"/>
                  </a:lnTo>
                  <a:lnTo>
                    <a:pt x="603908" y="137410"/>
                  </a:lnTo>
                  <a:lnTo>
                    <a:pt x="613649" y="140260"/>
                  </a:lnTo>
                  <a:lnTo>
                    <a:pt x="623388" y="143164"/>
                  </a:lnTo>
                  <a:lnTo>
                    <a:pt x="633129" y="146122"/>
                  </a:lnTo>
                  <a:lnTo>
                    <a:pt x="642870" y="149133"/>
                  </a:lnTo>
                  <a:lnTo>
                    <a:pt x="652610" y="152199"/>
                  </a:lnTo>
                  <a:lnTo>
                    <a:pt x="662351" y="155320"/>
                  </a:lnTo>
                  <a:lnTo>
                    <a:pt x="672092" y="158494"/>
                  </a:lnTo>
                  <a:lnTo>
                    <a:pt x="681831" y="161720"/>
                  </a:lnTo>
                  <a:lnTo>
                    <a:pt x="691572" y="164997"/>
                  </a:lnTo>
                  <a:lnTo>
                    <a:pt x="701313" y="168326"/>
                  </a:lnTo>
                  <a:lnTo>
                    <a:pt x="711052" y="171702"/>
                  </a:lnTo>
                  <a:lnTo>
                    <a:pt x="720793" y="175124"/>
                  </a:lnTo>
                  <a:lnTo>
                    <a:pt x="730534" y="178591"/>
                  </a:lnTo>
                  <a:lnTo>
                    <a:pt x="740274" y="182100"/>
                  </a:lnTo>
                  <a:lnTo>
                    <a:pt x="750015" y="185649"/>
                  </a:lnTo>
                  <a:lnTo>
                    <a:pt x="759756" y="189233"/>
                  </a:lnTo>
                  <a:lnTo>
                    <a:pt x="769495" y="192852"/>
                  </a:lnTo>
                  <a:lnTo>
                    <a:pt x="779236" y="196503"/>
                  </a:lnTo>
                  <a:lnTo>
                    <a:pt x="788977" y="200180"/>
                  </a:lnTo>
                  <a:lnTo>
                    <a:pt x="798717" y="203881"/>
                  </a:lnTo>
                  <a:lnTo>
                    <a:pt x="808458" y="207602"/>
                  </a:lnTo>
                  <a:lnTo>
                    <a:pt x="818199" y="211341"/>
                  </a:lnTo>
                  <a:lnTo>
                    <a:pt x="827938" y="215092"/>
                  </a:lnTo>
                  <a:lnTo>
                    <a:pt x="837679" y="218853"/>
                  </a:lnTo>
                  <a:lnTo>
                    <a:pt x="847420" y="222621"/>
                  </a:lnTo>
                  <a:lnTo>
                    <a:pt x="857159" y="226390"/>
                  </a:lnTo>
                  <a:lnTo>
                    <a:pt x="866900" y="230158"/>
                  </a:lnTo>
                  <a:lnTo>
                    <a:pt x="876641" y="233921"/>
                  </a:lnTo>
                  <a:lnTo>
                    <a:pt x="886381" y="237677"/>
                  </a:lnTo>
                  <a:lnTo>
                    <a:pt x="896122" y="241420"/>
                  </a:lnTo>
                  <a:lnTo>
                    <a:pt x="905863" y="245149"/>
                  </a:lnTo>
                  <a:lnTo>
                    <a:pt x="915602" y="248861"/>
                  </a:lnTo>
                  <a:lnTo>
                    <a:pt x="925343" y="252551"/>
                  </a:lnTo>
                  <a:lnTo>
                    <a:pt x="935084" y="256218"/>
                  </a:lnTo>
                  <a:lnTo>
                    <a:pt x="944824" y="259858"/>
                  </a:lnTo>
                  <a:lnTo>
                    <a:pt x="954564" y="263471"/>
                  </a:lnTo>
                  <a:lnTo>
                    <a:pt x="964305" y="267052"/>
                  </a:lnTo>
                  <a:lnTo>
                    <a:pt x="974045" y="270601"/>
                  </a:lnTo>
                  <a:lnTo>
                    <a:pt x="983786" y="274117"/>
                  </a:lnTo>
                  <a:lnTo>
                    <a:pt x="993522" y="277598"/>
                  </a:lnTo>
                  <a:lnTo>
                    <a:pt x="1003266" y="281043"/>
                  </a:lnTo>
                  <a:lnTo>
                    <a:pt x="1013010" y="284448"/>
                  </a:lnTo>
                  <a:lnTo>
                    <a:pt x="1022754" y="287819"/>
                  </a:lnTo>
                  <a:lnTo>
                    <a:pt x="1032483" y="291148"/>
                  </a:lnTo>
                  <a:lnTo>
                    <a:pt x="1042227" y="294441"/>
                  </a:lnTo>
                  <a:lnTo>
                    <a:pt x="1051971" y="297697"/>
                  </a:lnTo>
                  <a:lnTo>
                    <a:pt x="1061715" y="300915"/>
                  </a:lnTo>
                  <a:lnTo>
                    <a:pt x="1071444" y="304094"/>
                  </a:lnTo>
                  <a:lnTo>
                    <a:pt x="1081188" y="307239"/>
                  </a:lnTo>
                  <a:lnTo>
                    <a:pt x="1090932" y="310349"/>
                  </a:lnTo>
                  <a:lnTo>
                    <a:pt x="1100676" y="313425"/>
                  </a:lnTo>
                  <a:lnTo>
                    <a:pt x="1110405" y="316471"/>
                  </a:lnTo>
                  <a:lnTo>
                    <a:pt x="1120149" y="319485"/>
                  </a:lnTo>
                  <a:lnTo>
                    <a:pt x="1129893" y="322469"/>
                  </a:lnTo>
                  <a:lnTo>
                    <a:pt x="1139637" y="325428"/>
                  </a:lnTo>
                  <a:lnTo>
                    <a:pt x="1149381" y="328362"/>
                  </a:lnTo>
                  <a:lnTo>
                    <a:pt x="1159110" y="331273"/>
                  </a:lnTo>
                  <a:lnTo>
                    <a:pt x="1168854" y="334165"/>
                  </a:lnTo>
                  <a:lnTo>
                    <a:pt x="1178598" y="337037"/>
                  </a:lnTo>
                  <a:lnTo>
                    <a:pt x="1188341" y="339893"/>
                  </a:lnTo>
                  <a:lnTo>
                    <a:pt x="1198070" y="342735"/>
                  </a:lnTo>
                  <a:lnTo>
                    <a:pt x="1207814" y="345564"/>
                  </a:lnTo>
                  <a:lnTo>
                    <a:pt x="1217558" y="348384"/>
                  </a:lnTo>
                  <a:lnTo>
                    <a:pt x="1227302" y="351196"/>
                  </a:lnTo>
                  <a:lnTo>
                    <a:pt x="1237031" y="354001"/>
                  </a:lnTo>
                  <a:lnTo>
                    <a:pt x="1246775" y="356802"/>
                  </a:lnTo>
                  <a:lnTo>
                    <a:pt x="1256519" y="359599"/>
                  </a:lnTo>
                  <a:lnTo>
                    <a:pt x="1266263" y="362394"/>
                  </a:lnTo>
                  <a:lnTo>
                    <a:pt x="1276007" y="365186"/>
                  </a:lnTo>
                  <a:lnTo>
                    <a:pt x="1285736" y="367979"/>
                  </a:lnTo>
                  <a:lnTo>
                    <a:pt x="1295480" y="370772"/>
                  </a:lnTo>
                  <a:lnTo>
                    <a:pt x="1305224" y="373565"/>
                  </a:lnTo>
                  <a:lnTo>
                    <a:pt x="1314968" y="376357"/>
                  </a:lnTo>
                  <a:lnTo>
                    <a:pt x="1324697" y="379149"/>
                  </a:lnTo>
                  <a:lnTo>
                    <a:pt x="1334441" y="381940"/>
                  </a:lnTo>
                  <a:lnTo>
                    <a:pt x="1344185" y="384727"/>
                  </a:lnTo>
                  <a:lnTo>
                    <a:pt x="1353929" y="387512"/>
                  </a:lnTo>
                  <a:lnTo>
                    <a:pt x="1363658" y="390291"/>
                  </a:lnTo>
                  <a:lnTo>
                    <a:pt x="1373402" y="393060"/>
                  </a:lnTo>
                  <a:lnTo>
                    <a:pt x="1383146" y="395821"/>
                  </a:lnTo>
                  <a:lnTo>
                    <a:pt x="1392890" y="398567"/>
                  </a:lnTo>
                  <a:lnTo>
                    <a:pt x="1402619" y="401295"/>
                  </a:lnTo>
                  <a:lnTo>
                    <a:pt x="1412363" y="404004"/>
                  </a:lnTo>
                  <a:lnTo>
                    <a:pt x="1422106" y="406687"/>
                  </a:lnTo>
                  <a:lnTo>
                    <a:pt x="1431850" y="409342"/>
                  </a:lnTo>
                  <a:lnTo>
                    <a:pt x="1441594" y="411961"/>
                  </a:lnTo>
                  <a:lnTo>
                    <a:pt x="1451323" y="414542"/>
                  </a:lnTo>
                  <a:lnTo>
                    <a:pt x="1461067" y="417079"/>
                  </a:lnTo>
                  <a:lnTo>
                    <a:pt x="1470811" y="419564"/>
                  </a:lnTo>
                  <a:lnTo>
                    <a:pt x="1480555" y="421994"/>
                  </a:lnTo>
                  <a:lnTo>
                    <a:pt x="1490284" y="424362"/>
                  </a:lnTo>
                  <a:lnTo>
                    <a:pt x="1500028" y="426659"/>
                  </a:lnTo>
                  <a:lnTo>
                    <a:pt x="1509772" y="428882"/>
                  </a:lnTo>
                  <a:lnTo>
                    <a:pt x="1519516" y="431020"/>
                  </a:lnTo>
                  <a:lnTo>
                    <a:pt x="1529245" y="433070"/>
                  </a:lnTo>
                  <a:lnTo>
                    <a:pt x="1538989" y="435022"/>
                  </a:lnTo>
                  <a:lnTo>
                    <a:pt x="1548733" y="436871"/>
                  </a:lnTo>
                  <a:lnTo>
                    <a:pt x="1558477" y="438607"/>
                  </a:lnTo>
                  <a:lnTo>
                    <a:pt x="1568221" y="440223"/>
                  </a:lnTo>
                  <a:lnTo>
                    <a:pt x="1577950" y="441715"/>
                  </a:lnTo>
                  <a:lnTo>
                    <a:pt x="1587694" y="443070"/>
                  </a:lnTo>
                  <a:lnTo>
                    <a:pt x="1597438" y="444286"/>
                  </a:lnTo>
                  <a:lnTo>
                    <a:pt x="1607182" y="445351"/>
                  </a:lnTo>
                  <a:lnTo>
                    <a:pt x="1616911" y="446262"/>
                  </a:lnTo>
                  <a:lnTo>
                    <a:pt x="1626655" y="447010"/>
                  </a:lnTo>
                  <a:lnTo>
                    <a:pt x="1636399" y="447588"/>
                  </a:lnTo>
                  <a:lnTo>
                    <a:pt x="1646142" y="447990"/>
                  </a:lnTo>
                  <a:lnTo>
                    <a:pt x="1655872" y="448211"/>
                  </a:lnTo>
                  <a:lnTo>
                    <a:pt x="1665616" y="448242"/>
                  </a:lnTo>
                  <a:lnTo>
                    <a:pt x="1675359" y="448078"/>
                  </a:lnTo>
                  <a:lnTo>
                    <a:pt x="1685103" y="447716"/>
                  </a:lnTo>
                  <a:lnTo>
                    <a:pt x="1694832" y="447148"/>
                  </a:lnTo>
                  <a:lnTo>
                    <a:pt x="1704576" y="446370"/>
                  </a:lnTo>
                  <a:lnTo>
                    <a:pt x="1714320" y="445380"/>
                  </a:lnTo>
                  <a:lnTo>
                    <a:pt x="1724064" y="444173"/>
                  </a:lnTo>
                  <a:lnTo>
                    <a:pt x="1733808" y="442744"/>
                  </a:lnTo>
                  <a:lnTo>
                    <a:pt x="1743537" y="441092"/>
                  </a:lnTo>
                  <a:lnTo>
                    <a:pt x="1753281" y="439213"/>
                  </a:lnTo>
                  <a:lnTo>
                    <a:pt x="1763025" y="437108"/>
                  </a:lnTo>
                  <a:lnTo>
                    <a:pt x="1772769" y="434772"/>
                  </a:lnTo>
                  <a:lnTo>
                    <a:pt x="1782498" y="432208"/>
                  </a:lnTo>
                  <a:lnTo>
                    <a:pt x="1792242" y="429411"/>
                  </a:lnTo>
                  <a:lnTo>
                    <a:pt x="1801986" y="426385"/>
                  </a:lnTo>
                  <a:lnTo>
                    <a:pt x="1811730" y="423130"/>
                  </a:lnTo>
                  <a:lnTo>
                    <a:pt x="1821459" y="419648"/>
                  </a:lnTo>
                  <a:lnTo>
                    <a:pt x="1831203" y="415938"/>
                  </a:lnTo>
                  <a:lnTo>
                    <a:pt x="1840947" y="412004"/>
                  </a:lnTo>
                  <a:lnTo>
                    <a:pt x="1850691" y="407851"/>
                  </a:lnTo>
                  <a:lnTo>
                    <a:pt x="1860435" y="403479"/>
                  </a:lnTo>
                  <a:lnTo>
                    <a:pt x="1870164" y="398895"/>
                  </a:lnTo>
                  <a:lnTo>
                    <a:pt x="1879908" y="394100"/>
                  </a:lnTo>
                  <a:lnTo>
                    <a:pt x="1889652" y="389103"/>
                  </a:lnTo>
                  <a:lnTo>
                    <a:pt x="1899395" y="383906"/>
                  </a:lnTo>
                  <a:lnTo>
                    <a:pt x="1909124" y="378518"/>
                  </a:lnTo>
                  <a:lnTo>
                    <a:pt x="1918868" y="372944"/>
                  </a:lnTo>
                  <a:lnTo>
                    <a:pt x="1928612" y="367190"/>
                  </a:lnTo>
                  <a:lnTo>
                    <a:pt x="1938356" y="361263"/>
                  </a:lnTo>
                  <a:lnTo>
                    <a:pt x="1948085" y="355172"/>
                  </a:lnTo>
                  <a:lnTo>
                    <a:pt x="1957829" y="348924"/>
                  </a:lnTo>
                  <a:lnTo>
                    <a:pt x="1967573" y="342528"/>
                  </a:lnTo>
                  <a:lnTo>
                    <a:pt x="1977317" y="335991"/>
                  </a:lnTo>
                  <a:lnTo>
                    <a:pt x="1987046" y="329324"/>
                  </a:lnTo>
                  <a:lnTo>
                    <a:pt x="1996790" y="322536"/>
                  </a:lnTo>
                  <a:lnTo>
                    <a:pt x="2006534" y="315633"/>
                  </a:lnTo>
                  <a:lnTo>
                    <a:pt x="2016278" y="308628"/>
                  </a:lnTo>
                  <a:lnTo>
                    <a:pt x="2026022" y="301530"/>
                  </a:lnTo>
                  <a:lnTo>
                    <a:pt x="2035751" y="294347"/>
                  </a:lnTo>
                  <a:lnTo>
                    <a:pt x="2045495" y="287090"/>
                  </a:lnTo>
                  <a:lnTo>
                    <a:pt x="2055239" y="279770"/>
                  </a:lnTo>
                  <a:lnTo>
                    <a:pt x="2064983" y="272395"/>
                  </a:lnTo>
                  <a:lnTo>
                    <a:pt x="2074712" y="264977"/>
                  </a:lnTo>
                  <a:lnTo>
                    <a:pt x="2084456" y="257526"/>
                  </a:lnTo>
                  <a:lnTo>
                    <a:pt x="2094200" y="250050"/>
                  </a:lnTo>
                  <a:lnTo>
                    <a:pt x="2103944" y="242560"/>
                  </a:lnTo>
                  <a:lnTo>
                    <a:pt x="2113673" y="235066"/>
                  </a:lnTo>
                  <a:lnTo>
                    <a:pt x="2123417" y="227577"/>
                  </a:lnTo>
                  <a:lnTo>
                    <a:pt x="2133161" y="220104"/>
                  </a:lnTo>
                  <a:lnTo>
                    <a:pt x="2142905" y="212658"/>
                  </a:lnTo>
                  <a:lnTo>
                    <a:pt x="2152649" y="205242"/>
                  </a:lnTo>
                  <a:lnTo>
                    <a:pt x="2162377" y="197872"/>
                  </a:lnTo>
                  <a:lnTo>
                    <a:pt x="2172121" y="190553"/>
                  </a:lnTo>
                  <a:lnTo>
                    <a:pt x="2181865" y="183296"/>
                  </a:lnTo>
                  <a:lnTo>
                    <a:pt x="2191609" y="176107"/>
                  </a:lnTo>
                  <a:lnTo>
                    <a:pt x="2201338" y="168996"/>
                  </a:lnTo>
                  <a:lnTo>
                    <a:pt x="2211082" y="161970"/>
                  </a:lnTo>
                  <a:lnTo>
                    <a:pt x="2220826" y="155036"/>
                  </a:lnTo>
                  <a:lnTo>
                    <a:pt x="2230570" y="148203"/>
                  </a:lnTo>
                  <a:lnTo>
                    <a:pt x="2240299" y="141476"/>
                  </a:lnTo>
                  <a:lnTo>
                    <a:pt x="2250043" y="134863"/>
                  </a:lnTo>
                  <a:lnTo>
                    <a:pt x="2259787" y="128370"/>
                  </a:lnTo>
                  <a:lnTo>
                    <a:pt x="2269531" y="122002"/>
                  </a:lnTo>
                  <a:lnTo>
                    <a:pt x="2279260" y="115765"/>
                  </a:lnTo>
                  <a:lnTo>
                    <a:pt x="2289004" y="109665"/>
                  </a:lnTo>
                  <a:lnTo>
                    <a:pt x="2298748" y="103709"/>
                  </a:lnTo>
                  <a:lnTo>
                    <a:pt x="2308492" y="97897"/>
                  </a:lnTo>
                  <a:lnTo>
                    <a:pt x="2318236" y="92237"/>
                  </a:lnTo>
                  <a:lnTo>
                    <a:pt x="2327965" y="86730"/>
                  </a:lnTo>
                  <a:lnTo>
                    <a:pt x="2337709" y="81381"/>
                  </a:lnTo>
                  <a:lnTo>
                    <a:pt x="2347453" y="76193"/>
                  </a:lnTo>
                  <a:lnTo>
                    <a:pt x="2357197" y="71171"/>
                  </a:lnTo>
                  <a:lnTo>
                    <a:pt x="2366926" y="66315"/>
                  </a:lnTo>
                  <a:lnTo>
                    <a:pt x="2376670" y="61628"/>
                  </a:lnTo>
                  <a:lnTo>
                    <a:pt x="2386413" y="57112"/>
                  </a:lnTo>
                  <a:lnTo>
                    <a:pt x="2396157" y="52769"/>
                  </a:lnTo>
                  <a:lnTo>
                    <a:pt x="2405886" y="48600"/>
                  </a:lnTo>
                  <a:lnTo>
                    <a:pt x="2415630" y="44608"/>
                  </a:lnTo>
                  <a:lnTo>
                    <a:pt x="2425374" y="40789"/>
                  </a:lnTo>
                  <a:lnTo>
                    <a:pt x="2435118" y="37148"/>
                  </a:lnTo>
                  <a:lnTo>
                    <a:pt x="2444862" y="33684"/>
                  </a:lnTo>
                  <a:lnTo>
                    <a:pt x="2454591" y="30395"/>
                  </a:lnTo>
                  <a:lnTo>
                    <a:pt x="2464335" y="27284"/>
                  </a:lnTo>
                  <a:lnTo>
                    <a:pt x="2474079" y="24349"/>
                  </a:lnTo>
                  <a:lnTo>
                    <a:pt x="2483823" y="21590"/>
                  </a:lnTo>
                  <a:lnTo>
                    <a:pt x="2493552" y="19005"/>
                  </a:lnTo>
                  <a:lnTo>
                    <a:pt x="2503296" y="16593"/>
                  </a:lnTo>
                  <a:lnTo>
                    <a:pt x="2513040" y="14354"/>
                  </a:lnTo>
                  <a:lnTo>
                    <a:pt x="2522784" y="12286"/>
                  </a:lnTo>
                  <a:lnTo>
                    <a:pt x="2532513" y="10385"/>
                  </a:lnTo>
                  <a:lnTo>
                    <a:pt x="2542257" y="8653"/>
                  </a:lnTo>
                  <a:lnTo>
                    <a:pt x="2552001" y="7086"/>
                  </a:lnTo>
                  <a:lnTo>
                    <a:pt x="2561745" y="5682"/>
                  </a:lnTo>
                  <a:lnTo>
                    <a:pt x="2571474" y="4440"/>
                  </a:lnTo>
                  <a:lnTo>
                    <a:pt x="2581218" y="3355"/>
                  </a:lnTo>
                  <a:lnTo>
                    <a:pt x="2590962" y="2428"/>
                  </a:lnTo>
                  <a:lnTo>
                    <a:pt x="2600705" y="1654"/>
                  </a:lnTo>
                  <a:lnTo>
                    <a:pt x="2610449" y="1032"/>
                  </a:lnTo>
                  <a:lnTo>
                    <a:pt x="2620178" y="557"/>
                  </a:lnTo>
                  <a:lnTo>
                    <a:pt x="2629922" y="229"/>
                  </a:lnTo>
                  <a:lnTo>
                    <a:pt x="2639666" y="45"/>
                  </a:lnTo>
                  <a:lnTo>
                    <a:pt x="2649410" y="0"/>
                  </a:lnTo>
                  <a:lnTo>
                    <a:pt x="2659139" y="92"/>
                  </a:lnTo>
                  <a:lnTo>
                    <a:pt x="2668883" y="319"/>
                  </a:lnTo>
                  <a:lnTo>
                    <a:pt x="2678627" y="678"/>
                  </a:lnTo>
                  <a:lnTo>
                    <a:pt x="2688371" y="1164"/>
                  </a:lnTo>
                  <a:lnTo>
                    <a:pt x="2698100" y="1776"/>
                  </a:lnTo>
                  <a:lnTo>
                    <a:pt x="2707844" y="2510"/>
                  </a:lnTo>
                  <a:lnTo>
                    <a:pt x="2717588" y="3364"/>
                  </a:lnTo>
                  <a:lnTo>
                    <a:pt x="2727332" y="4334"/>
                  </a:lnTo>
                  <a:lnTo>
                    <a:pt x="2737076" y="5417"/>
                  </a:lnTo>
                  <a:lnTo>
                    <a:pt x="2746805" y="6612"/>
                  </a:lnTo>
                  <a:lnTo>
                    <a:pt x="2756549" y="7914"/>
                  </a:lnTo>
                  <a:lnTo>
                    <a:pt x="2766293" y="9322"/>
                  </a:lnTo>
                  <a:lnTo>
                    <a:pt x="2776037" y="10832"/>
                  </a:lnTo>
                  <a:lnTo>
                    <a:pt x="2785766" y="12441"/>
                  </a:lnTo>
                  <a:lnTo>
                    <a:pt x="2795510" y="14147"/>
                  </a:lnTo>
                  <a:lnTo>
                    <a:pt x="2805254" y="15946"/>
                  </a:lnTo>
                  <a:lnTo>
                    <a:pt x="2814998" y="17839"/>
                  </a:lnTo>
                  <a:lnTo>
                    <a:pt x="2824727" y="19820"/>
                  </a:lnTo>
                  <a:lnTo>
                    <a:pt x="2834471" y="21890"/>
                  </a:lnTo>
                  <a:lnTo>
                    <a:pt x="2844215" y="24042"/>
                  </a:lnTo>
                  <a:lnTo>
                    <a:pt x="2853958" y="26280"/>
                  </a:lnTo>
                  <a:lnTo>
                    <a:pt x="2863687" y="28599"/>
                  </a:lnTo>
                  <a:lnTo>
                    <a:pt x="2873431" y="30996"/>
                  </a:lnTo>
                  <a:lnTo>
                    <a:pt x="2883175" y="33471"/>
                  </a:lnTo>
                  <a:lnTo>
                    <a:pt x="2892919" y="36021"/>
                  </a:lnTo>
                  <a:lnTo>
                    <a:pt x="2902663" y="38646"/>
                  </a:lnTo>
                  <a:lnTo>
                    <a:pt x="2912392" y="4134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3" name="Freeform 782">
              <a:extLst>
                <a:ext uri="{FF2B5EF4-FFF2-40B4-BE49-F238E27FC236}">
                  <a16:creationId xmlns:a16="http://schemas.microsoft.com/office/drawing/2014/main" id="{9FEA89E1-473D-8629-BE04-B0E66C9023E0}"/>
                </a:ext>
              </a:extLst>
            </p:cNvPr>
            <p:cNvSpPr/>
            <p:nvPr/>
          </p:nvSpPr>
          <p:spPr>
            <a:xfrm>
              <a:off x="576446" y="3083397"/>
              <a:ext cx="2912392" cy="655315"/>
            </a:xfrm>
            <a:custGeom>
              <a:avLst/>
              <a:gdLst>
                <a:gd name="connsiteX0" fmla="*/ 0 w 2912392"/>
                <a:gd name="connsiteY0" fmla="*/ 632971 h 655315"/>
                <a:gd name="connsiteX1" fmla="*/ 9739 w 2912392"/>
                <a:gd name="connsiteY1" fmla="*/ 635677 h 655315"/>
                <a:gd name="connsiteX2" fmla="*/ 19480 w 2912392"/>
                <a:gd name="connsiteY2" fmla="*/ 638213 h 655315"/>
                <a:gd name="connsiteX3" fmla="*/ 29221 w 2912392"/>
                <a:gd name="connsiteY3" fmla="*/ 640579 h 655315"/>
                <a:gd name="connsiteX4" fmla="*/ 38961 w 2912392"/>
                <a:gd name="connsiteY4" fmla="*/ 642772 h 655315"/>
                <a:gd name="connsiteX5" fmla="*/ 48702 w 2912392"/>
                <a:gd name="connsiteY5" fmla="*/ 644792 h 655315"/>
                <a:gd name="connsiteX6" fmla="*/ 58443 w 2912392"/>
                <a:gd name="connsiteY6" fmla="*/ 646640 h 655315"/>
                <a:gd name="connsiteX7" fmla="*/ 68182 w 2912392"/>
                <a:gd name="connsiteY7" fmla="*/ 648311 h 655315"/>
                <a:gd name="connsiteX8" fmla="*/ 77923 w 2912392"/>
                <a:gd name="connsiteY8" fmla="*/ 649806 h 655315"/>
                <a:gd name="connsiteX9" fmla="*/ 87664 w 2912392"/>
                <a:gd name="connsiteY9" fmla="*/ 651124 h 655315"/>
                <a:gd name="connsiteX10" fmla="*/ 97404 w 2912392"/>
                <a:gd name="connsiteY10" fmla="*/ 652264 h 655315"/>
                <a:gd name="connsiteX11" fmla="*/ 107145 w 2912392"/>
                <a:gd name="connsiteY11" fmla="*/ 653227 h 655315"/>
                <a:gd name="connsiteX12" fmla="*/ 116886 w 2912392"/>
                <a:gd name="connsiteY12" fmla="*/ 654007 h 655315"/>
                <a:gd name="connsiteX13" fmla="*/ 126625 w 2912392"/>
                <a:gd name="connsiteY13" fmla="*/ 654608 h 655315"/>
                <a:gd name="connsiteX14" fmla="*/ 136366 w 2912392"/>
                <a:gd name="connsiteY14" fmla="*/ 655026 h 655315"/>
                <a:gd name="connsiteX15" fmla="*/ 146107 w 2912392"/>
                <a:gd name="connsiteY15" fmla="*/ 655263 h 655315"/>
                <a:gd name="connsiteX16" fmla="*/ 155846 w 2912392"/>
                <a:gd name="connsiteY16" fmla="*/ 655315 h 655315"/>
                <a:gd name="connsiteX17" fmla="*/ 165587 w 2912392"/>
                <a:gd name="connsiteY17" fmla="*/ 655184 h 655315"/>
                <a:gd name="connsiteX18" fmla="*/ 175328 w 2912392"/>
                <a:gd name="connsiteY18" fmla="*/ 654868 h 655315"/>
                <a:gd name="connsiteX19" fmla="*/ 185068 w 2912392"/>
                <a:gd name="connsiteY19" fmla="*/ 654366 h 655315"/>
                <a:gd name="connsiteX20" fmla="*/ 194809 w 2912392"/>
                <a:gd name="connsiteY20" fmla="*/ 653678 h 655315"/>
                <a:gd name="connsiteX21" fmla="*/ 204550 w 2912392"/>
                <a:gd name="connsiteY21" fmla="*/ 652803 h 655315"/>
                <a:gd name="connsiteX22" fmla="*/ 214289 w 2912392"/>
                <a:gd name="connsiteY22" fmla="*/ 651740 h 655315"/>
                <a:gd name="connsiteX23" fmla="*/ 224030 w 2912392"/>
                <a:gd name="connsiteY23" fmla="*/ 650490 h 655315"/>
                <a:gd name="connsiteX24" fmla="*/ 233771 w 2912392"/>
                <a:gd name="connsiteY24" fmla="*/ 649049 h 655315"/>
                <a:gd name="connsiteX25" fmla="*/ 243510 w 2912392"/>
                <a:gd name="connsiteY25" fmla="*/ 647420 h 655315"/>
                <a:gd name="connsiteX26" fmla="*/ 253251 w 2912392"/>
                <a:gd name="connsiteY26" fmla="*/ 645601 h 655315"/>
                <a:gd name="connsiteX27" fmla="*/ 262992 w 2912392"/>
                <a:gd name="connsiteY27" fmla="*/ 643593 h 655315"/>
                <a:gd name="connsiteX28" fmla="*/ 272732 w 2912392"/>
                <a:gd name="connsiteY28" fmla="*/ 641394 h 655315"/>
                <a:gd name="connsiteX29" fmla="*/ 282473 w 2912392"/>
                <a:gd name="connsiteY29" fmla="*/ 639005 h 655315"/>
                <a:gd name="connsiteX30" fmla="*/ 292214 w 2912392"/>
                <a:gd name="connsiteY30" fmla="*/ 636425 h 655315"/>
                <a:gd name="connsiteX31" fmla="*/ 301953 w 2912392"/>
                <a:gd name="connsiteY31" fmla="*/ 633655 h 655315"/>
                <a:gd name="connsiteX32" fmla="*/ 311694 w 2912392"/>
                <a:gd name="connsiteY32" fmla="*/ 630695 h 655315"/>
                <a:gd name="connsiteX33" fmla="*/ 321435 w 2912392"/>
                <a:gd name="connsiteY33" fmla="*/ 627545 h 655315"/>
                <a:gd name="connsiteX34" fmla="*/ 331175 w 2912392"/>
                <a:gd name="connsiteY34" fmla="*/ 624206 h 655315"/>
                <a:gd name="connsiteX35" fmla="*/ 340916 w 2912392"/>
                <a:gd name="connsiteY35" fmla="*/ 620678 h 655315"/>
                <a:gd name="connsiteX36" fmla="*/ 350656 w 2912392"/>
                <a:gd name="connsiteY36" fmla="*/ 616962 h 655315"/>
                <a:gd name="connsiteX37" fmla="*/ 360396 w 2912392"/>
                <a:gd name="connsiteY37" fmla="*/ 613060 h 655315"/>
                <a:gd name="connsiteX38" fmla="*/ 370137 w 2912392"/>
                <a:gd name="connsiteY38" fmla="*/ 608972 h 655315"/>
                <a:gd name="connsiteX39" fmla="*/ 379878 w 2912392"/>
                <a:gd name="connsiteY39" fmla="*/ 604699 h 655315"/>
                <a:gd name="connsiteX40" fmla="*/ 389617 w 2912392"/>
                <a:gd name="connsiteY40" fmla="*/ 600243 h 655315"/>
                <a:gd name="connsiteX41" fmla="*/ 399358 w 2912392"/>
                <a:gd name="connsiteY41" fmla="*/ 595606 h 655315"/>
                <a:gd name="connsiteX42" fmla="*/ 409099 w 2912392"/>
                <a:gd name="connsiteY42" fmla="*/ 590789 h 655315"/>
                <a:gd name="connsiteX43" fmla="*/ 418839 w 2912392"/>
                <a:gd name="connsiteY43" fmla="*/ 585797 h 655315"/>
                <a:gd name="connsiteX44" fmla="*/ 428580 w 2912392"/>
                <a:gd name="connsiteY44" fmla="*/ 580630 h 655315"/>
                <a:gd name="connsiteX45" fmla="*/ 438321 w 2912392"/>
                <a:gd name="connsiteY45" fmla="*/ 575291 h 655315"/>
                <a:gd name="connsiteX46" fmla="*/ 448060 w 2912392"/>
                <a:gd name="connsiteY46" fmla="*/ 569783 h 655315"/>
                <a:gd name="connsiteX47" fmla="*/ 457801 w 2912392"/>
                <a:gd name="connsiteY47" fmla="*/ 564110 h 655315"/>
                <a:gd name="connsiteX48" fmla="*/ 467542 w 2912392"/>
                <a:gd name="connsiteY48" fmla="*/ 558274 h 655315"/>
                <a:gd name="connsiteX49" fmla="*/ 477281 w 2912392"/>
                <a:gd name="connsiteY49" fmla="*/ 552280 h 655315"/>
                <a:gd name="connsiteX50" fmla="*/ 487022 w 2912392"/>
                <a:gd name="connsiteY50" fmla="*/ 546133 h 655315"/>
                <a:gd name="connsiteX51" fmla="*/ 496763 w 2912392"/>
                <a:gd name="connsiteY51" fmla="*/ 539835 h 655315"/>
                <a:gd name="connsiteX52" fmla="*/ 506503 w 2912392"/>
                <a:gd name="connsiteY52" fmla="*/ 533391 h 655315"/>
                <a:gd name="connsiteX53" fmla="*/ 516244 w 2912392"/>
                <a:gd name="connsiteY53" fmla="*/ 526809 h 655315"/>
                <a:gd name="connsiteX54" fmla="*/ 525985 w 2912392"/>
                <a:gd name="connsiteY54" fmla="*/ 520089 h 655315"/>
                <a:gd name="connsiteX55" fmla="*/ 535724 w 2912392"/>
                <a:gd name="connsiteY55" fmla="*/ 513242 h 655315"/>
                <a:gd name="connsiteX56" fmla="*/ 545465 w 2912392"/>
                <a:gd name="connsiteY56" fmla="*/ 506269 h 655315"/>
                <a:gd name="connsiteX57" fmla="*/ 555206 w 2912392"/>
                <a:gd name="connsiteY57" fmla="*/ 499178 h 655315"/>
                <a:gd name="connsiteX58" fmla="*/ 564946 w 2912392"/>
                <a:gd name="connsiteY58" fmla="*/ 491976 h 655315"/>
                <a:gd name="connsiteX59" fmla="*/ 574687 w 2912392"/>
                <a:gd name="connsiteY59" fmla="*/ 484670 h 655315"/>
                <a:gd name="connsiteX60" fmla="*/ 584428 w 2912392"/>
                <a:gd name="connsiteY60" fmla="*/ 477265 h 655315"/>
                <a:gd name="connsiteX61" fmla="*/ 594167 w 2912392"/>
                <a:gd name="connsiteY61" fmla="*/ 469768 h 655315"/>
                <a:gd name="connsiteX62" fmla="*/ 603908 w 2912392"/>
                <a:gd name="connsiteY62" fmla="*/ 462189 h 655315"/>
                <a:gd name="connsiteX63" fmla="*/ 613649 w 2912392"/>
                <a:gd name="connsiteY63" fmla="*/ 454532 h 655315"/>
                <a:gd name="connsiteX64" fmla="*/ 623388 w 2912392"/>
                <a:gd name="connsiteY64" fmla="*/ 446808 h 655315"/>
                <a:gd name="connsiteX65" fmla="*/ 633129 w 2912392"/>
                <a:gd name="connsiteY65" fmla="*/ 439025 h 655315"/>
                <a:gd name="connsiteX66" fmla="*/ 642870 w 2912392"/>
                <a:gd name="connsiteY66" fmla="*/ 431190 h 655315"/>
                <a:gd name="connsiteX67" fmla="*/ 652610 w 2912392"/>
                <a:gd name="connsiteY67" fmla="*/ 423311 h 655315"/>
                <a:gd name="connsiteX68" fmla="*/ 662351 w 2912392"/>
                <a:gd name="connsiteY68" fmla="*/ 415399 h 655315"/>
                <a:gd name="connsiteX69" fmla="*/ 672092 w 2912392"/>
                <a:gd name="connsiteY69" fmla="*/ 407460 h 655315"/>
                <a:gd name="connsiteX70" fmla="*/ 681831 w 2912392"/>
                <a:gd name="connsiteY70" fmla="*/ 399507 h 655315"/>
                <a:gd name="connsiteX71" fmla="*/ 691572 w 2912392"/>
                <a:gd name="connsiteY71" fmla="*/ 391545 h 655315"/>
                <a:gd name="connsiteX72" fmla="*/ 701313 w 2912392"/>
                <a:gd name="connsiteY72" fmla="*/ 383588 h 655315"/>
                <a:gd name="connsiteX73" fmla="*/ 711052 w 2912392"/>
                <a:gd name="connsiteY73" fmla="*/ 375641 h 655315"/>
                <a:gd name="connsiteX74" fmla="*/ 720793 w 2912392"/>
                <a:gd name="connsiteY74" fmla="*/ 367716 h 655315"/>
                <a:gd name="connsiteX75" fmla="*/ 730534 w 2912392"/>
                <a:gd name="connsiteY75" fmla="*/ 359824 h 655315"/>
                <a:gd name="connsiteX76" fmla="*/ 740274 w 2912392"/>
                <a:gd name="connsiteY76" fmla="*/ 351972 h 655315"/>
                <a:gd name="connsiteX77" fmla="*/ 750015 w 2912392"/>
                <a:gd name="connsiteY77" fmla="*/ 344171 h 655315"/>
                <a:gd name="connsiteX78" fmla="*/ 759756 w 2912392"/>
                <a:gd name="connsiteY78" fmla="*/ 336432 h 655315"/>
                <a:gd name="connsiteX79" fmla="*/ 769495 w 2912392"/>
                <a:gd name="connsiteY79" fmla="*/ 328765 h 655315"/>
                <a:gd name="connsiteX80" fmla="*/ 779236 w 2912392"/>
                <a:gd name="connsiteY80" fmla="*/ 321179 h 655315"/>
                <a:gd name="connsiteX81" fmla="*/ 788977 w 2912392"/>
                <a:gd name="connsiteY81" fmla="*/ 313685 h 655315"/>
                <a:gd name="connsiteX82" fmla="*/ 798717 w 2912392"/>
                <a:gd name="connsiteY82" fmla="*/ 306290 h 655315"/>
                <a:gd name="connsiteX83" fmla="*/ 808458 w 2912392"/>
                <a:gd name="connsiteY83" fmla="*/ 299008 h 655315"/>
                <a:gd name="connsiteX84" fmla="*/ 818199 w 2912392"/>
                <a:gd name="connsiteY84" fmla="*/ 291846 h 655315"/>
                <a:gd name="connsiteX85" fmla="*/ 827938 w 2912392"/>
                <a:gd name="connsiteY85" fmla="*/ 284813 h 655315"/>
                <a:gd name="connsiteX86" fmla="*/ 837679 w 2912392"/>
                <a:gd name="connsiteY86" fmla="*/ 277923 h 655315"/>
                <a:gd name="connsiteX87" fmla="*/ 847420 w 2912392"/>
                <a:gd name="connsiteY87" fmla="*/ 271179 h 655315"/>
                <a:gd name="connsiteX88" fmla="*/ 857159 w 2912392"/>
                <a:gd name="connsiteY88" fmla="*/ 264597 h 655315"/>
                <a:gd name="connsiteX89" fmla="*/ 866900 w 2912392"/>
                <a:gd name="connsiteY89" fmla="*/ 258182 h 655315"/>
                <a:gd name="connsiteX90" fmla="*/ 876641 w 2912392"/>
                <a:gd name="connsiteY90" fmla="*/ 251942 h 655315"/>
                <a:gd name="connsiteX91" fmla="*/ 886381 w 2912392"/>
                <a:gd name="connsiteY91" fmla="*/ 245888 h 655315"/>
                <a:gd name="connsiteX92" fmla="*/ 896122 w 2912392"/>
                <a:gd name="connsiteY92" fmla="*/ 240029 h 655315"/>
                <a:gd name="connsiteX93" fmla="*/ 905863 w 2912392"/>
                <a:gd name="connsiteY93" fmla="*/ 234370 h 655315"/>
                <a:gd name="connsiteX94" fmla="*/ 915602 w 2912392"/>
                <a:gd name="connsiteY94" fmla="*/ 228921 h 655315"/>
                <a:gd name="connsiteX95" fmla="*/ 925343 w 2912392"/>
                <a:gd name="connsiteY95" fmla="*/ 223690 h 655315"/>
                <a:gd name="connsiteX96" fmla="*/ 935084 w 2912392"/>
                <a:gd name="connsiteY96" fmla="*/ 218684 h 655315"/>
                <a:gd name="connsiteX97" fmla="*/ 944824 w 2912392"/>
                <a:gd name="connsiteY97" fmla="*/ 213908 h 655315"/>
                <a:gd name="connsiteX98" fmla="*/ 954564 w 2912392"/>
                <a:gd name="connsiteY98" fmla="*/ 209369 h 655315"/>
                <a:gd name="connsiteX99" fmla="*/ 964305 w 2912392"/>
                <a:gd name="connsiteY99" fmla="*/ 205076 h 655315"/>
                <a:gd name="connsiteX100" fmla="*/ 974045 w 2912392"/>
                <a:gd name="connsiteY100" fmla="*/ 201032 h 655315"/>
                <a:gd name="connsiteX101" fmla="*/ 983786 w 2912392"/>
                <a:gd name="connsiteY101" fmla="*/ 197242 h 655315"/>
                <a:gd name="connsiteX102" fmla="*/ 993522 w 2912392"/>
                <a:gd name="connsiteY102" fmla="*/ 193714 h 655315"/>
                <a:gd name="connsiteX103" fmla="*/ 1003266 w 2912392"/>
                <a:gd name="connsiteY103" fmla="*/ 190448 h 655315"/>
                <a:gd name="connsiteX104" fmla="*/ 1013010 w 2912392"/>
                <a:gd name="connsiteY104" fmla="*/ 187452 h 655315"/>
                <a:gd name="connsiteX105" fmla="*/ 1022754 w 2912392"/>
                <a:gd name="connsiteY105" fmla="*/ 184727 h 655315"/>
                <a:gd name="connsiteX106" fmla="*/ 1032483 w 2912392"/>
                <a:gd name="connsiteY106" fmla="*/ 182277 h 655315"/>
                <a:gd name="connsiteX107" fmla="*/ 1042227 w 2912392"/>
                <a:gd name="connsiteY107" fmla="*/ 180106 h 655315"/>
                <a:gd name="connsiteX108" fmla="*/ 1051971 w 2912392"/>
                <a:gd name="connsiteY108" fmla="*/ 178214 h 655315"/>
                <a:gd name="connsiteX109" fmla="*/ 1061715 w 2912392"/>
                <a:gd name="connsiteY109" fmla="*/ 176605 h 655315"/>
                <a:gd name="connsiteX110" fmla="*/ 1071444 w 2912392"/>
                <a:gd name="connsiteY110" fmla="*/ 175278 h 655315"/>
                <a:gd name="connsiteX111" fmla="*/ 1081188 w 2912392"/>
                <a:gd name="connsiteY111" fmla="*/ 174235 h 655315"/>
                <a:gd name="connsiteX112" fmla="*/ 1090932 w 2912392"/>
                <a:gd name="connsiteY112" fmla="*/ 173476 h 655315"/>
                <a:gd name="connsiteX113" fmla="*/ 1100676 w 2912392"/>
                <a:gd name="connsiteY113" fmla="*/ 173000 h 655315"/>
                <a:gd name="connsiteX114" fmla="*/ 1110405 w 2912392"/>
                <a:gd name="connsiteY114" fmla="*/ 172806 h 655315"/>
                <a:gd name="connsiteX115" fmla="*/ 1120149 w 2912392"/>
                <a:gd name="connsiteY115" fmla="*/ 172895 h 655315"/>
                <a:gd name="connsiteX116" fmla="*/ 1129893 w 2912392"/>
                <a:gd name="connsiteY116" fmla="*/ 173262 h 655315"/>
                <a:gd name="connsiteX117" fmla="*/ 1139637 w 2912392"/>
                <a:gd name="connsiteY117" fmla="*/ 173907 h 655315"/>
                <a:gd name="connsiteX118" fmla="*/ 1149381 w 2912392"/>
                <a:gd name="connsiteY118" fmla="*/ 174828 h 655315"/>
                <a:gd name="connsiteX119" fmla="*/ 1159110 w 2912392"/>
                <a:gd name="connsiteY119" fmla="*/ 176018 h 655315"/>
                <a:gd name="connsiteX120" fmla="*/ 1168854 w 2912392"/>
                <a:gd name="connsiteY120" fmla="*/ 177477 h 655315"/>
                <a:gd name="connsiteX121" fmla="*/ 1178598 w 2912392"/>
                <a:gd name="connsiteY121" fmla="*/ 179197 h 655315"/>
                <a:gd name="connsiteX122" fmla="*/ 1188341 w 2912392"/>
                <a:gd name="connsiteY122" fmla="*/ 181178 h 655315"/>
                <a:gd name="connsiteX123" fmla="*/ 1198070 w 2912392"/>
                <a:gd name="connsiteY123" fmla="*/ 183411 h 655315"/>
                <a:gd name="connsiteX124" fmla="*/ 1207814 w 2912392"/>
                <a:gd name="connsiteY124" fmla="*/ 185893 h 655315"/>
                <a:gd name="connsiteX125" fmla="*/ 1217558 w 2912392"/>
                <a:gd name="connsiteY125" fmla="*/ 188617 h 655315"/>
                <a:gd name="connsiteX126" fmla="*/ 1227302 w 2912392"/>
                <a:gd name="connsiteY126" fmla="*/ 191576 h 655315"/>
                <a:gd name="connsiteX127" fmla="*/ 1237031 w 2912392"/>
                <a:gd name="connsiteY127" fmla="*/ 194762 h 655315"/>
                <a:gd name="connsiteX128" fmla="*/ 1246775 w 2912392"/>
                <a:gd name="connsiteY128" fmla="*/ 198173 h 655315"/>
                <a:gd name="connsiteX129" fmla="*/ 1256519 w 2912392"/>
                <a:gd name="connsiteY129" fmla="*/ 201796 h 655315"/>
                <a:gd name="connsiteX130" fmla="*/ 1266263 w 2912392"/>
                <a:gd name="connsiteY130" fmla="*/ 205627 h 655315"/>
                <a:gd name="connsiteX131" fmla="*/ 1276007 w 2912392"/>
                <a:gd name="connsiteY131" fmla="*/ 209656 h 655315"/>
                <a:gd name="connsiteX132" fmla="*/ 1285736 w 2912392"/>
                <a:gd name="connsiteY132" fmla="*/ 213873 h 655315"/>
                <a:gd name="connsiteX133" fmla="*/ 1295480 w 2912392"/>
                <a:gd name="connsiteY133" fmla="*/ 218273 h 655315"/>
                <a:gd name="connsiteX134" fmla="*/ 1305224 w 2912392"/>
                <a:gd name="connsiteY134" fmla="*/ 222846 h 655315"/>
                <a:gd name="connsiteX135" fmla="*/ 1314968 w 2912392"/>
                <a:gd name="connsiteY135" fmla="*/ 227580 h 655315"/>
                <a:gd name="connsiteX136" fmla="*/ 1324697 w 2912392"/>
                <a:gd name="connsiteY136" fmla="*/ 232469 h 655315"/>
                <a:gd name="connsiteX137" fmla="*/ 1334441 w 2912392"/>
                <a:gd name="connsiteY137" fmla="*/ 237502 h 655315"/>
                <a:gd name="connsiteX138" fmla="*/ 1344185 w 2912392"/>
                <a:gd name="connsiteY138" fmla="*/ 242667 h 655315"/>
                <a:gd name="connsiteX139" fmla="*/ 1353929 w 2912392"/>
                <a:gd name="connsiteY139" fmla="*/ 247959 h 655315"/>
                <a:gd name="connsiteX140" fmla="*/ 1363658 w 2912392"/>
                <a:gd name="connsiteY140" fmla="*/ 253365 h 655315"/>
                <a:gd name="connsiteX141" fmla="*/ 1373402 w 2912392"/>
                <a:gd name="connsiteY141" fmla="*/ 258874 h 655315"/>
                <a:gd name="connsiteX142" fmla="*/ 1383146 w 2912392"/>
                <a:gd name="connsiteY142" fmla="*/ 264478 h 655315"/>
                <a:gd name="connsiteX143" fmla="*/ 1392890 w 2912392"/>
                <a:gd name="connsiteY143" fmla="*/ 270166 h 655315"/>
                <a:gd name="connsiteX144" fmla="*/ 1402619 w 2912392"/>
                <a:gd name="connsiteY144" fmla="*/ 275928 h 655315"/>
                <a:gd name="connsiteX145" fmla="*/ 1412363 w 2912392"/>
                <a:gd name="connsiteY145" fmla="*/ 281752 h 655315"/>
                <a:gd name="connsiteX146" fmla="*/ 1422106 w 2912392"/>
                <a:gd name="connsiteY146" fmla="*/ 287631 h 655315"/>
                <a:gd name="connsiteX147" fmla="*/ 1431850 w 2912392"/>
                <a:gd name="connsiteY147" fmla="*/ 293550 h 655315"/>
                <a:gd name="connsiteX148" fmla="*/ 1441594 w 2912392"/>
                <a:gd name="connsiteY148" fmla="*/ 299504 h 655315"/>
                <a:gd name="connsiteX149" fmla="*/ 1451323 w 2912392"/>
                <a:gd name="connsiteY149" fmla="*/ 305481 h 655315"/>
                <a:gd name="connsiteX150" fmla="*/ 1461067 w 2912392"/>
                <a:gd name="connsiteY150" fmla="*/ 311469 h 655315"/>
                <a:gd name="connsiteX151" fmla="*/ 1470811 w 2912392"/>
                <a:gd name="connsiteY151" fmla="*/ 317462 h 655315"/>
                <a:gd name="connsiteX152" fmla="*/ 1480555 w 2912392"/>
                <a:gd name="connsiteY152" fmla="*/ 323446 h 655315"/>
                <a:gd name="connsiteX153" fmla="*/ 1490284 w 2912392"/>
                <a:gd name="connsiteY153" fmla="*/ 329415 h 655315"/>
                <a:gd name="connsiteX154" fmla="*/ 1500028 w 2912392"/>
                <a:gd name="connsiteY154" fmla="*/ 335358 h 655315"/>
                <a:gd name="connsiteX155" fmla="*/ 1509772 w 2912392"/>
                <a:gd name="connsiteY155" fmla="*/ 341267 h 655315"/>
                <a:gd name="connsiteX156" fmla="*/ 1519516 w 2912392"/>
                <a:gd name="connsiteY156" fmla="*/ 347131 h 655315"/>
                <a:gd name="connsiteX157" fmla="*/ 1529245 w 2912392"/>
                <a:gd name="connsiteY157" fmla="*/ 352942 h 655315"/>
                <a:gd name="connsiteX158" fmla="*/ 1538989 w 2912392"/>
                <a:gd name="connsiteY158" fmla="*/ 358693 h 655315"/>
                <a:gd name="connsiteX159" fmla="*/ 1548733 w 2912392"/>
                <a:gd name="connsiteY159" fmla="*/ 364374 h 655315"/>
                <a:gd name="connsiteX160" fmla="*/ 1558477 w 2912392"/>
                <a:gd name="connsiteY160" fmla="*/ 369979 h 655315"/>
                <a:gd name="connsiteX161" fmla="*/ 1568221 w 2912392"/>
                <a:gd name="connsiteY161" fmla="*/ 375498 h 655315"/>
                <a:gd name="connsiteX162" fmla="*/ 1577950 w 2912392"/>
                <a:gd name="connsiteY162" fmla="*/ 380924 h 655315"/>
                <a:gd name="connsiteX163" fmla="*/ 1587694 w 2912392"/>
                <a:gd name="connsiteY163" fmla="*/ 386250 h 655315"/>
                <a:gd name="connsiteX164" fmla="*/ 1597438 w 2912392"/>
                <a:gd name="connsiteY164" fmla="*/ 391471 h 655315"/>
                <a:gd name="connsiteX165" fmla="*/ 1607182 w 2912392"/>
                <a:gd name="connsiteY165" fmla="*/ 396577 h 655315"/>
                <a:gd name="connsiteX166" fmla="*/ 1616911 w 2912392"/>
                <a:gd name="connsiteY166" fmla="*/ 401565 h 655315"/>
                <a:gd name="connsiteX167" fmla="*/ 1626655 w 2912392"/>
                <a:gd name="connsiteY167" fmla="*/ 406426 h 655315"/>
                <a:gd name="connsiteX168" fmla="*/ 1636399 w 2912392"/>
                <a:gd name="connsiteY168" fmla="*/ 411157 h 655315"/>
                <a:gd name="connsiteX169" fmla="*/ 1646142 w 2912392"/>
                <a:gd name="connsiteY169" fmla="*/ 415752 h 655315"/>
                <a:gd name="connsiteX170" fmla="*/ 1655872 w 2912392"/>
                <a:gd name="connsiteY170" fmla="*/ 420205 h 655315"/>
                <a:gd name="connsiteX171" fmla="*/ 1665616 w 2912392"/>
                <a:gd name="connsiteY171" fmla="*/ 424512 h 655315"/>
                <a:gd name="connsiteX172" fmla="*/ 1675359 w 2912392"/>
                <a:gd name="connsiteY172" fmla="*/ 428669 h 655315"/>
                <a:gd name="connsiteX173" fmla="*/ 1685103 w 2912392"/>
                <a:gd name="connsiteY173" fmla="*/ 432671 h 655315"/>
                <a:gd name="connsiteX174" fmla="*/ 1694832 w 2912392"/>
                <a:gd name="connsiteY174" fmla="*/ 436515 h 655315"/>
                <a:gd name="connsiteX175" fmla="*/ 1704576 w 2912392"/>
                <a:gd name="connsiteY175" fmla="*/ 440198 h 655315"/>
                <a:gd name="connsiteX176" fmla="*/ 1714320 w 2912392"/>
                <a:gd name="connsiteY176" fmla="*/ 443717 h 655315"/>
                <a:gd name="connsiteX177" fmla="*/ 1724064 w 2912392"/>
                <a:gd name="connsiteY177" fmla="*/ 447068 h 655315"/>
                <a:gd name="connsiteX178" fmla="*/ 1733808 w 2912392"/>
                <a:gd name="connsiteY178" fmla="*/ 450249 h 655315"/>
                <a:gd name="connsiteX179" fmla="*/ 1743537 w 2912392"/>
                <a:gd name="connsiteY179" fmla="*/ 453258 h 655315"/>
                <a:gd name="connsiteX180" fmla="*/ 1753281 w 2912392"/>
                <a:gd name="connsiteY180" fmla="*/ 456094 h 655315"/>
                <a:gd name="connsiteX181" fmla="*/ 1763025 w 2912392"/>
                <a:gd name="connsiteY181" fmla="*/ 458753 h 655315"/>
                <a:gd name="connsiteX182" fmla="*/ 1772769 w 2912392"/>
                <a:gd name="connsiteY182" fmla="*/ 461237 h 655315"/>
                <a:gd name="connsiteX183" fmla="*/ 1782498 w 2912392"/>
                <a:gd name="connsiteY183" fmla="*/ 463542 h 655315"/>
                <a:gd name="connsiteX184" fmla="*/ 1792242 w 2912392"/>
                <a:gd name="connsiteY184" fmla="*/ 465669 h 655315"/>
                <a:gd name="connsiteX185" fmla="*/ 1801986 w 2912392"/>
                <a:gd name="connsiteY185" fmla="*/ 467616 h 655315"/>
                <a:gd name="connsiteX186" fmla="*/ 1811730 w 2912392"/>
                <a:gd name="connsiteY186" fmla="*/ 469385 h 655315"/>
                <a:gd name="connsiteX187" fmla="*/ 1821459 w 2912392"/>
                <a:gd name="connsiteY187" fmla="*/ 470975 h 655315"/>
                <a:gd name="connsiteX188" fmla="*/ 1831203 w 2912392"/>
                <a:gd name="connsiteY188" fmla="*/ 472386 h 655315"/>
                <a:gd name="connsiteX189" fmla="*/ 1840947 w 2912392"/>
                <a:gd name="connsiteY189" fmla="*/ 473616 h 655315"/>
                <a:gd name="connsiteX190" fmla="*/ 1850691 w 2912392"/>
                <a:gd name="connsiteY190" fmla="*/ 474671 h 655315"/>
                <a:gd name="connsiteX191" fmla="*/ 1860435 w 2912392"/>
                <a:gd name="connsiteY191" fmla="*/ 475547 h 655315"/>
                <a:gd name="connsiteX192" fmla="*/ 1870164 w 2912392"/>
                <a:gd name="connsiteY192" fmla="*/ 476247 h 655315"/>
                <a:gd name="connsiteX193" fmla="*/ 1879908 w 2912392"/>
                <a:gd name="connsiteY193" fmla="*/ 476773 h 655315"/>
                <a:gd name="connsiteX194" fmla="*/ 1889652 w 2912392"/>
                <a:gd name="connsiteY194" fmla="*/ 477125 h 655315"/>
                <a:gd name="connsiteX195" fmla="*/ 1899395 w 2912392"/>
                <a:gd name="connsiteY195" fmla="*/ 477305 h 655315"/>
                <a:gd name="connsiteX196" fmla="*/ 1909124 w 2912392"/>
                <a:gd name="connsiteY196" fmla="*/ 477314 h 655315"/>
                <a:gd name="connsiteX197" fmla="*/ 1918868 w 2912392"/>
                <a:gd name="connsiteY197" fmla="*/ 477155 h 655315"/>
                <a:gd name="connsiteX198" fmla="*/ 1928612 w 2912392"/>
                <a:gd name="connsiteY198" fmla="*/ 476829 h 655315"/>
                <a:gd name="connsiteX199" fmla="*/ 1938356 w 2912392"/>
                <a:gd name="connsiteY199" fmla="*/ 476337 h 655315"/>
                <a:gd name="connsiteX200" fmla="*/ 1948085 w 2912392"/>
                <a:gd name="connsiteY200" fmla="*/ 475684 h 655315"/>
                <a:gd name="connsiteX201" fmla="*/ 1957829 w 2912392"/>
                <a:gd name="connsiteY201" fmla="*/ 474869 h 655315"/>
                <a:gd name="connsiteX202" fmla="*/ 1967573 w 2912392"/>
                <a:gd name="connsiteY202" fmla="*/ 473898 h 655315"/>
                <a:gd name="connsiteX203" fmla="*/ 1977317 w 2912392"/>
                <a:gd name="connsiteY203" fmla="*/ 472768 h 655315"/>
                <a:gd name="connsiteX204" fmla="*/ 1987046 w 2912392"/>
                <a:gd name="connsiteY204" fmla="*/ 471487 h 655315"/>
                <a:gd name="connsiteX205" fmla="*/ 1996790 w 2912392"/>
                <a:gd name="connsiteY205" fmla="*/ 470054 h 655315"/>
                <a:gd name="connsiteX206" fmla="*/ 2006534 w 2912392"/>
                <a:gd name="connsiteY206" fmla="*/ 468472 h 655315"/>
                <a:gd name="connsiteX207" fmla="*/ 2016278 w 2912392"/>
                <a:gd name="connsiteY207" fmla="*/ 466743 h 655315"/>
                <a:gd name="connsiteX208" fmla="*/ 2026022 w 2912392"/>
                <a:gd name="connsiteY208" fmla="*/ 464872 h 655315"/>
                <a:gd name="connsiteX209" fmla="*/ 2035751 w 2912392"/>
                <a:gd name="connsiteY209" fmla="*/ 462858 h 655315"/>
                <a:gd name="connsiteX210" fmla="*/ 2045495 w 2912392"/>
                <a:gd name="connsiteY210" fmla="*/ 460705 h 655315"/>
                <a:gd name="connsiteX211" fmla="*/ 2055239 w 2912392"/>
                <a:gd name="connsiteY211" fmla="*/ 458416 h 655315"/>
                <a:gd name="connsiteX212" fmla="*/ 2064983 w 2912392"/>
                <a:gd name="connsiteY212" fmla="*/ 455992 h 655315"/>
                <a:gd name="connsiteX213" fmla="*/ 2074712 w 2912392"/>
                <a:gd name="connsiteY213" fmla="*/ 453437 h 655315"/>
                <a:gd name="connsiteX214" fmla="*/ 2084456 w 2912392"/>
                <a:gd name="connsiteY214" fmla="*/ 450752 h 655315"/>
                <a:gd name="connsiteX215" fmla="*/ 2094200 w 2912392"/>
                <a:gd name="connsiteY215" fmla="*/ 447939 h 655315"/>
                <a:gd name="connsiteX216" fmla="*/ 2103944 w 2912392"/>
                <a:gd name="connsiteY216" fmla="*/ 445003 h 655315"/>
                <a:gd name="connsiteX217" fmla="*/ 2113673 w 2912392"/>
                <a:gd name="connsiteY217" fmla="*/ 441941 h 655315"/>
                <a:gd name="connsiteX218" fmla="*/ 2123417 w 2912392"/>
                <a:gd name="connsiteY218" fmla="*/ 438760 h 655315"/>
                <a:gd name="connsiteX219" fmla="*/ 2133161 w 2912392"/>
                <a:gd name="connsiteY219" fmla="*/ 435458 h 655315"/>
                <a:gd name="connsiteX220" fmla="*/ 2142905 w 2912392"/>
                <a:gd name="connsiteY220" fmla="*/ 432041 h 655315"/>
                <a:gd name="connsiteX221" fmla="*/ 2152649 w 2912392"/>
                <a:gd name="connsiteY221" fmla="*/ 428508 h 655315"/>
                <a:gd name="connsiteX222" fmla="*/ 2162377 w 2912392"/>
                <a:gd name="connsiteY222" fmla="*/ 424861 h 655315"/>
                <a:gd name="connsiteX223" fmla="*/ 2172121 w 2912392"/>
                <a:gd name="connsiteY223" fmla="*/ 421102 h 655315"/>
                <a:gd name="connsiteX224" fmla="*/ 2181865 w 2912392"/>
                <a:gd name="connsiteY224" fmla="*/ 417233 h 655315"/>
                <a:gd name="connsiteX225" fmla="*/ 2191609 w 2912392"/>
                <a:gd name="connsiteY225" fmla="*/ 413255 h 655315"/>
                <a:gd name="connsiteX226" fmla="*/ 2201338 w 2912392"/>
                <a:gd name="connsiteY226" fmla="*/ 409169 h 655315"/>
                <a:gd name="connsiteX227" fmla="*/ 2211082 w 2912392"/>
                <a:gd name="connsiteY227" fmla="*/ 404978 h 655315"/>
                <a:gd name="connsiteX228" fmla="*/ 2220826 w 2912392"/>
                <a:gd name="connsiteY228" fmla="*/ 400681 h 655315"/>
                <a:gd name="connsiteX229" fmla="*/ 2230570 w 2912392"/>
                <a:gd name="connsiteY229" fmla="*/ 396282 h 655315"/>
                <a:gd name="connsiteX230" fmla="*/ 2240299 w 2912392"/>
                <a:gd name="connsiteY230" fmla="*/ 391779 h 655315"/>
                <a:gd name="connsiteX231" fmla="*/ 2250043 w 2912392"/>
                <a:gd name="connsiteY231" fmla="*/ 387177 h 655315"/>
                <a:gd name="connsiteX232" fmla="*/ 2259787 w 2912392"/>
                <a:gd name="connsiteY232" fmla="*/ 382473 h 655315"/>
                <a:gd name="connsiteX233" fmla="*/ 2269531 w 2912392"/>
                <a:gd name="connsiteY233" fmla="*/ 377670 h 655315"/>
                <a:gd name="connsiteX234" fmla="*/ 2279260 w 2912392"/>
                <a:gd name="connsiteY234" fmla="*/ 372768 h 655315"/>
                <a:gd name="connsiteX235" fmla="*/ 2289004 w 2912392"/>
                <a:gd name="connsiteY235" fmla="*/ 367769 h 655315"/>
                <a:gd name="connsiteX236" fmla="*/ 2298748 w 2912392"/>
                <a:gd name="connsiteY236" fmla="*/ 362674 h 655315"/>
                <a:gd name="connsiteX237" fmla="*/ 2308492 w 2912392"/>
                <a:gd name="connsiteY237" fmla="*/ 357485 h 655315"/>
                <a:gd name="connsiteX238" fmla="*/ 2318236 w 2912392"/>
                <a:gd name="connsiteY238" fmla="*/ 352199 h 655315"/>
                <a:gd name="connsiteX239" fmla="*/ 2327965 w 2912392"/>
                <a:gd name="connsiteY239" fmla="*/ 346821 h 655315"/>
                <a:gd name="connsiteX240" fmla="*/ 2337709 w 2912392"/>
                <a:gd name="connsiteY240" fmla="*/ 341351 h 655315"/>
                <a:gd name="connsiteX241" fmla="*/ 2347453 w 2912392"/>
                <a:gd name="connsiteY241" fmla="*/ 335789 h 655315"/>
                <a:gd name="connsiteX242" fmla="*/ 2357197 w 2912392"/>
                <a:gd name="connsiteY242" fmla="*/ 330136 h 655315"/>
                <a:gd name="connsiteX243" fmla="*/ 2366926 w 2912392"/>
                <a:gd name="connsiteY243" fmla="*/ 324396 h 655315"/>
                <a:gd name="connsiteX244" fmla="*/ 2376670 w 2912392"/>
                <a:gd name="connsiteY244" fmla="*/ 318567 h 655315"/>
                <a:gd name="connsiteX245" fmla="*/ 2386413 w 2912392"/>
                <a:gd name="connsiteY245" fmla="*/ 312654 h 655315"/>
                <a:gd name="connsiteX246" fmla="*/ 2396157 w 2912392"/>
                <a:gd name="connsiteY246" fmla="*/ 306654 h 655315"/>
                <a:gd name="connsiteX247" fmla="*/ 2405886 w 2912392"/>
                <a:gd name="connsiteY247" fmla="*/ 300574 h 655315"/>
                <a:gd name="connsiteX248" fmla="*/ 2415630 w 2912392"/>
                <a:gd name="connsiteY248" fmla="*/ 294411 h 655315"/>
                <a:gd name="connsiteX249" fmla="*/ 2425374 w 2912392"/>
                <a:gd name="connsiteY249" fmla="*/ 288172 h 655315"/>
                <a:gd name="connsiteX250" fmla="*/ 2435118 w 2912392"/>
                <a:gd name="connsiteY250" fmla="*/ 281854 h 655315"/>
                <a:gd name="connsiteX251" fmla="*/ 2444862 w 2912392"/>
                <a:gd name="connsiteY251" fmla="*/ 275464 h 655315"/>
                <a:gd name="connsiteX252" fmla="*/ 2454591 w 2912392"/>
                <a:gd name="connsiteY252" fmla="*/ 269003 h 655315"/>
                <a:gd name="connsiteX253" fmla="*/ 2464335 w 2912392"/>
                <a:gd name="connsiteY253" fmla="*/ 262474 h 655315"/>
                <a:gd name="connsiteX254" fmla="*/ 2474079 w 2912392"/>
                <a:gd name="connsiteY254" fmla="*/ 255880 h 655315"/>
                <a:gd name="connsiteX255" fmla="*/ 2483823 w 2912392"/>
                <a:gd name="connsiteY255" fmla="*/ 249224 h 655315"/>
                <a:gd name="connsiteX256" fmla="*/ 2493552 w 2912392"/>
                <a:gd name="connsiteY256" fmla="*/ 242512 h 655315"/>
                <a:gd name="connsiteX257" fmla="*/ 2503296 w 2912392"/>
                <a:gd name="connsiteY257" fmla="*/ 235747 h 655315"/>
                <a:gd name="connsiteX258" fmla="*/ 2513040 w 2912392"/>
                <a:gd name="connsiteY258" fmla="*/ 228932 h 655315"/>
                <a:gd name="connsiteX259" fmla="*/ 2522784 w 2912392"/>
                <a:gd name="connsiteY259" fmla="*/ 222072 h 655315"/>
                <a:gd name="connsiteX260" fmla="*/ 2532513 w 2912392"/>
                <a:gd name="connsiteY260" fmla="*/ 215174 h 655315"/>
                <a:gd name="connsiteX261" fmla="*/ 2542257 w 2912392"/>
                <a:gd name="connsiteY261" fmla="*/ 208243 h 655315"/>
                <a:gd name="connsiteX262" fmla="*/ 2552001 w 2912392"/>
                <a:gd name="connsiteY262" fmla="*/ 201282 h 655315"/>
                <a:gd name="connsiteX263" fmla="*/ 2561745 w 2912392"/>
                <a:gd name="connsiteY263" fmla="*/ 194301 h 655315"/>
                <a:gd name="connsiteX264" fmla="*/ 2571474 w 2912392"/>
                <a:gd name="connsiteY264" fmla="*/ 187303 h 655315"/>
                <a:gd name="connsiteX265" fmla="*/ 2581218 w 2912392"/>
                <a:gd name="connsiteY265" fmla="*/ 180294 h 655315"/>
                <a:gd name="connsiteX266" fmla="*/ 2590962 w 2912392"/>
                <a:gd name="connsiteY266" fmla="*/ 173286 h 655315"/>
                <a:gd name="connsiteX267" fmla="*/ 2600705 w 2912392"/>
                <a:gd name="connsiteY267" fmla="*/ 166280 h 655315"/>
                <a:gd name="connsiteX268" fmla="*/ 2610449 w 2912392"/>
                <a:gd name="connsiteY268" fmla="*/ 159288 h 655315"/>
                <a:gd name="connsiteX269" fmla="*/ 2620178 w 2912392"/>
                <a:gd name="connsiteY269" fmla="*/ 152317 h 655315"/>
                <a:gd name="connsiteX270" fmla="*/ 2629922 w 2912392"/>
                <a:gd name="connsiteY270" fmla="*/ 145374 h 655315"/>
                <a:gd name="connsiteX271" fmla="*/ 2639666 w 2912392"/>
                <a:gd name="connsiteY271" fmla="*/ 138470 h 655315"/>
                <a:gd name="connsiteX272" fmla="*/ 2649410 w 2912392"/>
                <a:gd name="connsiteY272" fmla="*/ 131610 h 655315"/>
                <a:gd name="connsiteX273" fmla="*/ 2659139 w 2912392"/>
                <a:gd name="connsiteY273" fmla="*/ 124807 h 655315"/>
                <a:gd name="connsiteX274" fmla="*/ 2668883 w 2912392"/>
                <a:gd name="connsiteY274" fmla="*/ 118068 h 655315"/>
                <a:gd name="connsiteX275" fmla="*/ 2678627 w 2912392"/>
                <a:gd name="connsiteY275" fmla="*/ 111404 h 655315"/>
                <a:gd name="connsiteX276" fmla="*/ 2688371 w 2912392"/>
                <a:gd name="connsiteY276" fmla="*/ 104823 h 655315"/>
                <a:gd name="connsiteX277" fmla="*/ 2698100 w 2912392"/>
                <a:gd name="connsiteY277" fmla="*/ 98336 h 655315"/>
                <a:gd name="connsiteX278" fmla="*/ 2707844 w 2912392"/>
                <a:gd name="connsiteY278" fmla="*/ 91952 h 655315"/>
                <a:gd name="connsiteX279" fmla="*/ 2717588 w 2912392"/>
                <a:gd name="connsiteY279" fmla="*/ 85684 h 655315"/>
                <a:gd name="connsiteX280" fmla="*/ 2727332 w 2912392"/>
                <a:gd name="connsiteY280" fmla="*/ 79540 h 655315"/>
                <a:gd name="connsiteX281" fmla="*/ 2737076 w 2912392"/>
                <a:gd name="connsiteY281" fmla="*/ 73531 h 655315"/>
                <a:gd name="connsiteX282" fmla="*/ 2746805 w 2912392"/>
                <a:gd name="connsiteY282" fmla="*/ 67667 h 655315"/>
                <a:gd name="connsiteX283" fmla="*/ 2756549 w 2912392"/>
                <a:gd name="connsiteY283" fmla="*/ 61959 h 655315"/>
                <a:gd name="connsiteX284" fmla="*/ 2766293 w 2912392"/>
                <a:gd name="connsiteY284" fmla="*/ 56418 h 655315"/>
                <a:gd name="connsiteX285" fmla="*/ 2776037 w 2912392"/>
                <a:gd name="connsiteY285" fmla="*/ 51054 h 655315"/>
                <a:gd name="connsiteX286" fmla="*/ 2785766 w 2912392"/>
                <a:gd name="connsiteY286" fmla="*/ 45877 h 655315"/>
                <a:gd name="connsiteX287" fmla="*/ 2795510 w 2912392"/>
                <a:gd name="connsiteY287" fmla="*/ 40899 h 655315"/>
                <a:gd name="connsiteX288" fmla="*/ 2805254 w 2912392"/>
                <a:gd name="connsiteY288" fmla="*/ 36127 h 655315"/>
                <a:gd name="connsiteX289" fmla="*/ 2814998 w 2912392"/>
                <a:gd name="connsiteY289" fmla="*/ 31574 h 655315"/>
                <a:gd name="connsiteX290" fmla="*/ 2824727 w 2912392"/>
                <a:gd name="connsiteY290" fmla="*/ 27247 h 655315"/>
                <a:gd name="connsiteX291" fmla="*/ 2834471 w 2912392"/>
                <a:gd name="connsiteY291" fmla="*/ 23159 h 655315"/>
                <a:gd name="connsiteX292" fmla="*/ 2844215 w 2912392"/>
                <a:gd name="connsiteY292" fmla="*/ 19315 h 655315"/>
                <a:gd name="connsiteX293" fmla="*/ 2853958 w 2912392"/>
                <a:gd name="connsiteY293" fmla="*/ 15727 h 655315"/>
                <a:gd name="connsiteX294" fmla="*/ 2863687 w 2912392"/>
                <a:gd name="connsiteY294" fmla="*/ 12402 h 655315"/>
                <a:gd name="connsiteX295" fmla="*/ 2873431 w 2912392"/>
                <a:gd name="connsiteY295" fmla="*/ 9349 h 655315"/>
                <a:gd name="connsiteX296" fmla="*/ 2883175 w 2912392"/>
                <a:gd name="connsiteY296" fmla="*/ 6575 h 655315"/>
                <a:gd name="connsiteX297" fmla="*/ 2892919 w 2912392"/>
                <a:gd name="connsiteY297" fmla="*/ 4088 h 655315"/>
                <a:gd name="connsiteX298" fmla="*/ 2902663 w 2912392"/>
                <a:gd name="connsiteY298" fmla="*/ 1894 h 655315"/>
                <a:gd name="connsiteX299" fmla="*/ 2912392 w 2912392"/>
                <a:gd name="connsiteY299" fmla="*/ 0 h 655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55315">
                  <a:moveTo>
                    <a:pt x="0" y="632971"/>
                  </a:moveTo>
                  <a:lnTo>
                    <a:pt x="9739" y="635677"/>
                  </a:lnTo>
                  <a:lnTo>
                    <a:pt x="19480" y="638213"/>
                  </a:lnTo>
                  <a:lnTo>
                    <a:pt x="29221" y="640579"/>
                  </a:lnTo>
                  <a:lnTo>
                    <a:pt x="38961" y="642772"/>
                  </a:lnTo>
                  <a:lnTo>
                    <a:pt x="48702" y="644792"/>
                  </a:lnTo>
                  <a:lnTo>
                    <a:pt x="58443" y="646640"/>
                  </a:lnTo>
                  <a:lnTo>
                    <a:pt x="68182" y="648311"/>
                  </a:lnTo>
                  <a:lnTo>
                    <a:pt x="77923" y="649806"/>
                  </a:lnTo>
                  <a:lnTo>
                    <a:pt x="87664" y="651124"/>
                  </a:lnTo>
                  <a:lnTo>
                    <a:pt x="97404" y="652264"/>
                  </a:lnTo>
                  <a:lnTo>
                    <a:pt x="107145" y="653227"/>
                  </a:lnTo>
                  <a:lnTo>
                    <a:pt x="116886" y="654007"/>
                  </a:lnTo>
                  <a:lnTo>
                    <a:pt x="126625" y="654608"/>
                  </a:lnTo>
                  <a:lnTo>
                    <a:pt x="136366" y="655026"/>
                  </a:lnTo>
                  <a:lnTo>
                    <a:pt x="146107" y="655263"/>
                  </a:lnTo>
                  <a:lnTo>
                    <a:pt x="155846" y="655315"/>
                  </a:lnTo>
                  <a:lnTo>
                    <a:pt x="165587" y="655184"/>
                  </a:lnTo>
                  <a:lnTo>
                    <a:pt x="175328" y="654868"/>
                  </a:lnTo>
                  <a:lnTo>
                    <a:pt x="185068" y="654366"/>
                  </a:lnTo>
                  <a:lnTo>
                    <a:pt x="194809" y="653678"/>
                  </a:lnTo>
                  <a:lnTo>
                    <a:pt x="204550" y="652803"/>
                  </a:lnTo>
                  <a:lnTo>
                    <a:pt x="214289" y="651740"/>
                  </a:lnTo>
                  <a:lnTo>
                    <a:pt x="224030" y="650490"/>
                  </a:lnTo>
                  <a:lnTo>
                    <a:pt x="233771" y="649049"/>
                  </a:lnTo>
                  <a:lnTo>
                    <a:pt x="243510" y="647420"/>
                  </a:lnTo>
                  <a:lnTo>
                    <a:pt x="253251" y="645601"/>
                  </a:lnTo>
                  <a:lnTo>
                    <a:pt x="262992" y="643593"/>
                  </a:lnTo>
                  <a:lnTo>
                    <a:pt x="272732" y="641394"/>
                  </a:lnTo>
                  <a:lnTo>
                    <a:pt x="282473" y="639005"/>
                  </a:lnTo>
                  <a:lnTo>
                    <a:pt x="292214" y="636425"/>
                  </a:lnTo>
                  <a:lnTo>
                    <a:pt x="301953" y="633655"/>
                  </a:lnTo>
                  <a:lnTo>
                    <a:pt x="311694" y="630695"/>
                  </a:lnTo>
                  <a:lnTo>
                    <a:pt x="321435" y="627545"/>
                  </a:lnTo>
                  <a:lnTo>
                    <a:pt x="331175" y="624206"/>
                  </a:lnTo>
                  <a:lnTo>
                    <a:pt x="340916" y="620678"/>
                  </a:lnTo>
                  <a:lnTo>
                    <a:pt x="350656" y="616962"/>
                  </a:lnTo>
                  <a:lnTo>
                    <a:pt x="360396" y="613060"/>
                  </a:lnTo>
                  <a:lnTo>
                    <a:pt x="370137" y="608972"/>
                  </a:lnTo>
                  <a:lnTo>
                    <a:pt x="379878" y="604699"/>
                  </a:lnTo>
                  <a:lnTo>
                    <a:pt x="389617" y="600243"/>
                  </a:lnTo>
                  <a:lnTo>
                    <a:pt x="399358" y="595606"/>
                  </a:lnTo>
                  <a:lnTo>
                    <a:pt x="409099" y="590789"/>
                  </a:lnTo>
                  <a:lnTo>
                    <a:pt x="418839" y="585797"/>
                  </a:lnTo>
                  <a:lnTo>
                    <a:pt x="428580" y="580630"/>
                  </a:lnTo>
                  <a:lnTo>
                    <a:pt x="438321" y="575291"/>
                  </a:lnTo>
                  <a:lnTo>
                    <a:pt x="448060" y="569783"/>
                  </a:lnTo>
                  <a:lnTo>
                    <a:pt x="457801" y="564110"/>
                  </a:lnTo>
                  <a:lnTo>
                    <a:pt x="467542" y="558274"/>
                  </a:lnTo>
                  <a:lnTo>
                    <a:pt x="477281" y="552280"/>
                  </a:lnTo>
                  <a:lnTo>
                    <a:pt x="487022" y="546133"/>
                  </a:lnTo>
                  <a:lnTo>
                    <a:pt x="496763" y="539835"/>
                  </a:lnTo>
                  <a:lnTo>
                    <a:pt x="506503" y="533391"/>
                  </a:lnTo>
                  <a:lnTo>
                    <a:pt x="516244" y="526809"/>
                  </a:lnTo>
                  <a:lnTo>
                    <a:pt x="525985" y="520089"/>
                  </a:lnTo>
                  <a:lnTo>
                    <a:pt x="535724" y="513242"/>
                  </a:lnTo>
                  <a:lnTo>
                    <a:pt x="545465" y="506269"/>
                  </a:lnTo>
                  <a:lnTo>
                    <a:pt x="555206" y="499178"/>
                  </a:lnTo>
                  <a:lnTo>
                    <a:pt x="564946" y="491976"/>
                  </a:lnTo>
                  <a:lnTo>
                    <a:pt x="574687" y="484670"/>
                  </a:lnTo>
                  <a:lnTo>
                    <a:pt x="584428" y="477265"/>
                  </a:lnTo>
                  <a:lnTo>
                    <a:pt x="594167" y="469768"/>
                  </a:lnTo>
                  <a:lnTo>
                    <a:pt x="603908" y="462189"/>
                  </a:lnTo>
                  <a:lnTo>
                    <a:pt x="613649" y="454532"/>
                  </a:lnTo>
                  <a:lnTo>
                    <a:pt x="623388" y="446808"/>
                  </a:lnTo>
                  <a:lnTo>
                    <a:pt x="633129" y="439025"/>
                  </a:lnTo>
                  <a:lnTo>
                    <a:pt x="642870" y="431190"/>
                  </a:lnTo>
                  <a:lnTo>
                    <a:pt x="652610" y="423311"/>
                  </a:lnTo>
                  <a:lnTo>
                    <a:pt x="662351" y="415399"/>
                  </a:lnTo>
                  <a:lnTo>
                    <a:pt x="672092" y="407460"/>
                  </a:lnTo>
                  <a:lnTo>
                    <a:pt x="681831" y="399507"/>
                  </a:lnTo>
                  <a:lnTo>
                    <a:pt x="691572" y="391545"/>
                  </a:lnTo>
                  <a:lnTo>
                    <a:pt x="701313" y="383588"/>
                  </a:lnTo>
                  <a:lnTo>
                    <a:pt x="711052" y="375641"/>
                  </a:lnTo>
                  <a:lnTo>
                    <a:pt x="720793" y="367716"/>
                  </a:lnTo>
                  <a:lnTo>
                    <a:pt x="730534" y="359824"/>
                  </a:lnTo>
                  <a:lnTo>
                    <a:pt x="740274" y="351972"/>
                  </a:lnTo>
                  <a:lnTo>
                    <a:pt x="750015" y="344171"/>
                  </a:lnTo>
                  <a:lnTo>
                    <a:pt x="759756" y="336432"/>
                  </a:lnTo>
                  <a:lnTo>
                    <a:pt x="769495" y="328765"/>
                  </a:lnTo>
                  <a:lnTo>
                    <a:pt x="779236" y="321179"/>
                  </a:lnTo>
                  <a:lnTo>
                    <a:pt x="788977" y="313685"/>
                  </a:lnTo>
                  <a:lnTo>
                    <a:pt x="798717" y="306290"/>
                  </a:lnTo>
                  <a:lnTo>
                    <a:pt x="808458" y="299008"/>
                  </a:lnTo>
                  <a:lnTo>
                    <a:pt x="818199" y="291846"/>
                  </a:lnTo>
                  <a:lnTo>
                    <a:pt x="827938" y="284813"/>
                  </a:lnTo>
                  <a:lnTo>
                    <a:pt x="837679" y="277923"/>
                  </a:lnTo>
                  <a:lnTo>
                    <a:pt x="847420" y="271179"/>
                  </a:lnTo>
                  <a:lnTo>
                    <a:pt x="857159" y="264597"/>
                  </a:lnTo>
                  <a:lnTo>
                    <a:pt x="866900" y="258182"/>
                  </a:lnTo>
                  <a:lnTo>
                    <a:pt x="876641" y="251942"/>
                  </a:lnTo>
                  <a:lnTo>
                    <a:pt x="886381" y="245888"/>
                  </a:lnTo>
                  <a:lnTo>
                    <a:pt x="896122" y="240029"/>
                  </a:lnTo>
                  <a:lnTo>
                    <a:pt x="905863" y="234370"/>
                  </a:lnTo>
                  <a:lnTo>
                    <a:pt x="915602" y="228921"/>
                  </a:lnTo>
                  <a:lnTo>
                    <a:pt x="925343" y="223690"/>
                  </a:lnTo>
                  <a:lnTo>
                    <a:pt x="935084" y="218684"/>
                  </a:lnTo>
                  <a:lnTo>
                    <a:pt x="944824" y="213908"/>
                  </a:lnTo>
                  <a:lnTo>
                    <a:pt x="954564" y="209369"/>
                  </a:lnTo>
                  <a:lnTo>
                    <a:pt x="964305" y="205076"/>
                  </a:lnTo>
                  <a:lnTo>
                    <a:pt x="974045" y="201032"/>
                  </a:lnTo>
                  <a:lnTo>
                    <a:pt x="983786" y="197242"/>
                  </a:lnTo>
                  <a:lnTo>
                    <a:pt x="993522" y="193714"/>
                  </a:lnTo>
                  <a:lnTo>
                    <a:pt x="1003266" y="190448"/>
                  </a:lnTo>
                  <a:lnTo>
                    <a:pt x="1013010" y="187452"/>
                  </a:lnTo>
                  <a:lnTo>
                    <a:pt x="1022754" y="184727"/>
                  </a:lnTo>
                  <a:lnTo>
                    <a:pt x="1032483" y="182277"/>
                  </a:lnTo>
                  <a:lnTo>
                    <a:pt x="1042227" y="180106"/>
                  </a:lnTo>
                  <a:lnTo>
                    <a:pt x="1051971" y="178214"/>
                  </a:lnTo>
                  <a:lnTo>
                    <a:pt x="1061715" y="176605"/>
                  </a:lnTo>
                  <a:lnTo>
                    <a:pt x="1071444" y="175278"/>
                  </a:lnTo>
                  <a:lnTo>
                    <a:pt x="1081188" y="174235"/>
                  </a:lnTo>
                  <a:lnTo>
                    <a:pt x="1090932" y="173476"/>
                  </a:lnTo>
                  <a:lnTo>
                    <a:pt x="1100676" y="173000"/>
                  </a:lnTo>
                  <a:lnTo>
                    <a:pt x="1110405" y="172806"/>
                  </a:lnTo>
                  <a:lnTo>
                    <a:pt x="1120149" y="172895"/>
                  </a:lnTo>
                  <a:lnTo>
                    <a:pt x="1129893" y="173262"/>
                  </a:lnTo>
                  <a:lnTo>
                    <a:pt x="1139637" y="173907"/>
                  </a:lnTo>
                  <a:lnTo>
                    <a:pt x="1149381" y="174828"/>
                  </a:lnTo>
                  <a:lnTo>
                    <a:pt x="1159110" y="176018"/>
                  </a:lnTo>
                  <a:lnTo>
                    <a:pt x="1168854" y="177477"/>
                  </a:lnTo>
                  <a:lnTo>
                    <a:pt x="1178598" y="179197"/>
                  </a:lnTo>
                  <a:lnTo>
                    <a:pt x="1188341" y="181178"/>
                  </a:lnTo>
                  <a:lnTo>
                    <a:pt x="1198070" y="183411"/>
                  </a:lnTo>
                  <a:lnTo>
                    <a:pt x="1207814" y="185893"/>
                  </a:lnTo>
                  <a:lnTo>
                    <a:pt x="1217558" y="188617"/>
                  </a:lnTo>
                  <a:lnTo>
                    <a:pt x="1227302" y="191576"/>
                  </a:lnTo>
                  <a:lnTo>
                    <a:pt x="1237031" y="194762"/>
                  </a:lnTo>
                  <a:lnTo>
                    <a:pt x="1246775" y="198173"/>
                  </a:lnTo>
                  <a:lnTo>
                    <a:pt x="1256519" y="201796"/>
                  </a:lnTo>
                  <a:lnTo>
                    <a:pt x="1266263" y="205627"/>
                  </a:lnTo>
                  <a:lnTo>
                    <a:pt x="1276007" y="209656"/>
                  </a:lnTo>
                  <a:lnTo>
                    <a:pt x="1285736" y="213873"/>
                  </a:lnTo>
                  <a:lnTo>
                    <a:pt x="1295480" y="218273"/>
                  </a:lnTo>
                  <a:lnTo>
                    <a:pt x="1305224" y="222846"/>
                  </a:lnTo>
                  <a:lnTo>
                    <a:pt x="1314968" y="227580"/>
                  </a:lnTo>
                  <a:lnTo>
                    <a:pt x="1324697" y="232469"/>
                  </a:lnTo>
                  <a:lnTo>
                    <a:pt x="1334441" y="237502"/>
                  </a:lnTo>
                  <a:lnTo>
                    <a:pt x="1344185" y="242667"/>
                  </a:lnTo>
                  <a:lnTo>
                    <a:pt x="1353929" y="247959"/>
                  </a:lnTo>
                  <a:lnTo>
                    <a:pt x="1363658" y="253365"/>
                  </a:lnTo>
                  <a:lnTo>
                    <a:pt x="1373402" y="258874"/>
                  </a:lnTo>
                  <a:lnTo>
                    <a:pt x="1383146" y="264478"/>
                  </a:lnTo>
                  <a:lnTo>
                    <a:pt x="1392890" y="270166"/>
                  </a:lnTo>
                  <a:lnTo>
                    <a:pt x="1402619" y="275928"/>
                  </a:lnTo>
                  <a:lnTo>
                    <a:pt x="1412363" y="281752"/>
                  </a:lnTo>
                  <a:lnTo>
                    <a:pt x="1422106" y="287631"/>
                  </a:lnTo>
                  <a:lnTo>
                    <a:pt x="1431850" y="293550"/>
                  </a:lnTo>
                  <a:lnTo>
                    <a:pt x="1441594" y="299504"/>
                  </a:lnTo>
                  <a:lnTo>
                    <a:pt x="1451323" y="305481"/>
                  </a:lnTo>
                  <a:lnTo>
                    <a:pt x="1461067" y="311469"/>
                  </a:lnTo>
                  <a:lnTo>
                    <a:pt x="1470811" y="317462"/>
                  </a:lnTo>
                  <a:lnTo>
                    <a:pt x="1480555" y="323446"/>
                  </a:lnTo>
                  <a:lnTo>
                    <a:pt x="1490284" y="329415"/>
                  </a:lnTo>
                  <a:lnTo>
                    <a:pt x="1500028" y="335358"/>
                  </a:lnTo>
                  <a:lnTo>
                    <a:pt x="1509772" y="341267"/>
                  </a:lnTo>
                  <a:lnTo>
                    <a:pt x="1519516" y="347131"/>
                  </a:lnTo>
                  <a:lnTo>
                    <a:pt x="1529245" y="352942"/>
                  </a:lnTo>
                  <a:lnTo>
                    <a:pt x="1538989" y="358693"/>
                  </a:lnTo>
                  <a:lnTo>
                    <a:pt x="1548733" y="364374"/>
                  </a:lnTo>
                  <a:lnTo>
                    <a:pt x="1558477" y="369979"/>
                  </a:lnTo>
                  <a:lnTo>
                    <a:pt x="1568221" y="375498"/>
                  </a:lnTo>
                  <a:lnTo>
                    <a:pt x="1577950" y="380924"/>
                  </a:lnTo>
                  <a:lnTo>
                    <a:pt x="1587694" y="386250"/>
                  </a:lnTo>
                  <a:lnTo>
                    <a:pt x="1597438" y="391471"/>
                  </a:lnTo>
                  <a:lnTo>
                    <a:pt x="1607182" y="396577"/>
                  </a:lnTo>
                  <a:lnTo>
                    <a:pt x="1616911" y="401565"/>
                  </a:lnTo>
                  <a:lnTo>
                    <a:pt x="1626655" y="406426"/>
                  </a:lnTo>
                  <a:lnTo>
                    <a:pt x="1636399" y="411157"/>
                  </a:lnTo>
                  <a:lnTo>
                    <a:pt x="1646142" y="415752"/>
                  </a:lnTo>
                  <a:lnTo>
                    <a:pt x="1655872" y="420205"/>
                  </a:lnTo>
                  <a:lnTo>
                    <a:pt x="1665616" y="424512"/>
                  </a:lnTo>
                  <a:lnTo>
                    <a:pt x="1675359" y="428669"/>
                  </a:lnTo>
                  <a:lnTo>
                    <a:pt x="1685103" y="432671"/>
                  </a:lnTo>
                  <a:lnTo>
                    <a:pt x="1694832" y="436515"/>
                  </a:lnTo>
                  <a:lnTo>
                    <a:pt x="1704576" y="440198"/>
                  </a:lnTo>
                  <a:lnTo>
                    <a:pt x="1714320" y="443717"/>
                  </a:lnTo>
                  <a:lnTo>
                    <a:pt x="1724064" y="447068"/>
                  </a:lnTo>
                  <a:lnTo>
                    <a:pt x="1733808" y="450249"/>
                  </a:lnTo>
                  <a:lnTo>
                    <a:pt x="1743537" y="453258"/>
                  </a:lnTo>
                  <a:lnTo>
                    <a:pt x="1753281" y="456094"/>
                  </a:lnTo>
                  <a:lnTo>
                    <a:pt x="1763025" y="458753"/>
                  </a:lnTo>
                  <a:lnTo>
                    <a:pt x="1772769" y="461237"/>
                  </a:lnTo>
                  <a:lnTo>
                    <a:pt x="1782498" y="463542"/>
                  </a:lnTo>
                  <a:lnTo>
                    <a:pt x="1792242" y="465669"/>
                  </a:lnTo>
                  <a:lnTo>
                    <a:pt x="1801986" y="467616"/>
                  </a:lnTo>
                  <a:lnTo>
                    <a:pt x="1811730" y="469385"/>
                  </a:lnTo>
                  <a:lnTo>
                    <a:pt x="1821459" y="470975"/>
                  </a:lnTo>
                  <a:lnTo>
                    <a:pt x="1831203" y="472386"/>
                  </a:lnTo>
                  <a:lnTo>
                    <a:pt x="1840947" y="473616"/>
                  </a:lnTo>
                  <a:lnTo>
                    <a:pt x="1850691" y="474671"/>
                  </a:lnTo>
                  <a:lnTo>
                    <a:pt x="1860435" y="475547"/>
                  </a:lnTo>
                  <a:lnTo>
                    <a:pt x="1870164" y="476247"/>
                  </a:lnTo>
                  <a:lnTo>
                    <a:pt x="1879908" y="476773"/>
                  </a:lnTo>
                  <a:lnTo>
                    <a:pt x="1889652" y="477125"/>
                  </a:lnTo>
                  <a:lnTo>
                    <a:pt x="1899395" y="477305"/>
                  </a:lnTo>
                  <a:lnTo>
                    <a:pt x="1909124" y="477314"/>
                  </a:lnTo>
                  <a:lnTo>
                    <a:pt x="1918868" y="477155"/>
                  </a:lnTo>
                  <a:lnTo>
                    <a:pt x="1928612" y="476829"/>
                  </a:lnTo>
                  <a:lnTo>
                    <a:pt x="1938356" y="476337"/>
                  </a:lnTo>
                  <a:lnTo>
                    <a:pt x="1948085" y="475684"/>
                  </a:lnTo>
                  <a:lnTo>
                    <a:pt x="1957829" y="474869"/>
                  </a:lnTo>
                  <a:lnTo>
                    <a:pt x="1967573" y="473898"/>
                  </a:lnTo>
                  <a:lnTo>
                    <a:pt x="1977317" y="472768"/>
                  </a:lnTo>
                  <a:lnTo>
                    <a:pt x="1987046" y="471487"/>
                  </a:lnTo>
                  <a:lnTo>
                    <a:pt x="1996790" y="470054"/>
                  </a:lnTo>
                  <a:lnTo>
                    <a:pt x="2006534" y="468472"/>
                  </a:lnTo>
                  <a:lnTo>
                    <a:pt x="2016278" y="466743"/>
                  </a:lnTo>
                  <a:lnTo>
                    <a:pt x="2026022" y="464872"/>
                  </a:lnTo>
                  <a:lnTo>
                    <a:pt x="2035751" y="462858"/>
                  </a:lnTo>
                  <a:lnTo>
                    <a:pt x="2045495" y="460705"/>
                  </a:lnTo>
                  <a:lnTo>
                    <a:pt x="2055239" y="458416"/>
                  </a:lnTo>
                  <a:lnTo>
                    <a:pt x="2064983" y="455992"/>
                  </a:lnTo>
                  <a:lnTo>
                    <a:pt x="2074712" y="453437"/>
                  </a:lnTo>
                  <a:lnTo>
                    <a:pt x="2084456" y="450752"/>
                  </a:lnTo>
                  <a:lnTo>
                    <a:pt x="2094200" y="447939"/>
                  </a:lnTo>
                  <a:lnTo>
                    <a:pt x="2103944" y="445003"/>
                  </a:lnTo>
                  <a:lnTo>
                    <a:pt x="2113673" y="441941"/>
                  </a:lnTo>
                  <a:lnTo>
                    <a:pt x="2123417" y="438760"/>
                  </a:lnTo>
                  <a:lnTo>
                    <a:pt x="2133161" y="435458"/>
                  </a:lnTo>
                  <a:lnTo>
                    <a:pt x="2142905" y="432041"/>
                  </a:lnTo>
                  <a:lnTo>
                    <a:pt x="2152649" y="428508"/>
                  </a:lnTo>
                  <a:lnTo>
                    <a:pt x="2162377" y="424861"/>
                  </a:lnTo>
                  <a:lnTo>
                    <a:pt x="2172121" y="421102"/>
                  </a:lnTo>
                  <a:lnTo>
                    <a:pt x="2181865" y="417233"/>
                  </a:lnTo>
                  <a:lnTo>
                    <a:pt x="2191609" y="413255"/>
                  </a:lnTo>
                  <a:lnTo>
                    <a:pt x="2201338" y="409169"/>
                  </a:lnTo>
                  <a:lnTo>
                    <a:pt x="2211082" y="404978"/>
                  </a:lnTo>
                  <a:lnTo>
                    <a:pt x="2220826" y="400681"/>
                  </a:lnTo>
                  <a:lnTo>
                    <a:pt x="2230570" y="396282"/>
                  </a:lnTo>
                  <a:lnTo>
                    <a:pt x="2240299" y="391779"/>
                  </a:lnTo>
                  <a:lnTo>
                    <a:pt x="2250043" y="387177"/>
                  </a:lnTo>
                  <a:lnTo>
                    <a:pt x="2259787" y="382473"/>
                  </a:lnTo>
                  <a:lnTo>
                    <a:pt x="2269531" y="377670"/>
                  </a:lnTo>
                  <a:lnTo>
                    <a:pt x="2279260" y="372768"/>
                  </a:lnTo>
                  <a:lnTo>
                    <a:pt x="2289004" y="367769"/>
                  </a:lnTo>
                  <a:lnTo>
                    <a:pt x="2298748" y="362674"/>
                  </a:lnTo>
                  <a:lnTo>
                    <a:pt x="2308492" y="357485"/>
                  </a:lnTo>
                  <a:lnTo>
                    <a:pt x="2318236" y="352199"/>
                  </a:lnTo>
                  <a:lnTo>
                    <a:pt x="2327965" y="346821"/>
                  </a:lnTo>
                  <a:lnTo>
                    <a:pt x="2337709" y="341351"/>
                  </a:lnTo>
                  <a:lnTo>
                    <a:pt x="2347453" y="335789"/>
                  </a:lnTo>
                  <a:lnTo>
                    <a:pt x="2357197" y="330136"/>
                  </a:lnTo>
                  <a:lnTo>
                    <a:pt x="2366926" y="324396"/>
                  </a:lnTo>
                  <a:lnTo>
                    <a:pt x="2376670" y="318567"/>
                  </a:lnTo>
                  <a:lnTo>
                    <a:pt x="2386413" y="312654"/>
                  </a:lnTo>
                  <a:lnTo>
                    <a:pt x="2396157" y="306654"/>
                  </a:lnTo>
                  <a:lnTo>
                    <a:pt x="2405886" y="300574"/>
                  </a:lnTo>
                  <a:lnTo>
                    <a:pt x="2415630" y="294411"/>
                  </a:lnTo>
                  <a:lnTo>
                    <a:pt x="2425374" y="288172"/>
                  </a:lnTo>
                  <a:lnTo>
                    <a:pt x="2435118" y="281854"/>
                  </a:lnTo>
                  <a:lnTo>
                    <a:pt x="2444862" y="275464"/>
                  </a:lnTo>
                  <a:lnTo>
                    <a:pt x="2454591" y="269003"/>
                  </a:lnTo>
                  <a:lnTo>
                    <a:pt x="2464335" y="262474"/>
                  </a:lnTo>
                  <a:lnTo>
                    <a:pt x="2474079" y="255880"/>
                  </a:lnTo>
                  <a:lnTo>
                    <a:pt x="2483823" y="249224"/>
                  </a:lnTo>
                  <a:lnTo>
                    <a:pt x="2493552" y="242512"/>
                  </a:lnTo>
                  <a:lnTo>
                    <a:pt x="2503296" y="235747"/>
                  </a:lnTo>
                  <a:lnTo>
                    <a:pt x="2513040" y="228932"/>
                  </a:lnTo>
                  <a:lnTo>
                    <a:pt x="2522784" y="222072"/>
                  </a:lnTo>
                  <a:lnTo>
                    <a:pt x="2532513" y="215174"/>
                  </a:lnTo>
                  <a:lnTo>
                    <a:pt x="2542257" y="208243"/>
                  </a:lnTo>
                  <a:lnTo>
                    <a:pt x="2552001" y="201282"/>
                  </a:lnTo>
                  <a:lnTo>
                    <a:pt x="2561745" y="194301"/>
                  </a:lnTo>
                  <a:lnTo>
                    <a:pt x="2571474" y="187303"/>
                  </a:lnTo>
                  <a:lnTo>
                    <a:pt x="2581218" y="180294"/>
                  </a:lnTo>
                  <a:lnTo>
                    <a:pt x="2590962" y="173286"/>
                  </a:lnTo>
                  <a:lnTo>
                    <a:pt x="2600705" y="166280"/>
                  </a:lnTo>
                  <a:lnTo>
                    <a:pt x="2610449" y="159288"/>
                  </a:lnTo>
                  <a:lnTo>
                    <a:pt x="2620178" y="152317"/>
                  </a:lnTo>
                  <a:lnTo>
                    <a:pt x="2629922" y="145374"/>
                  </a:lnTo>
                  <a:lnTo>
                    <a:pt x="2639666" y="138470"/>
                  </a:lnTo>
                  <a:lnTo>
                    <a:pt x="2649410" y="131610"/>
                  </a:lnTo>
                  <a:lnTo>
                    <a:pt x="2659139" y="124807"/>
                  </a:lnTo>
                  <a:lnTo>
                    <a:pt x="2668883" y="118068"/>
                  </a:lnTo>
                  <a:lnTo>
                    <a:pt x="2678627" y="111404"/>
                  </a:lnTo>
                  <a:lnTo>
                    <a:pt x="2688371" y="104823"/>
                  </a:lnTo>
                  <a:lnTo>
                    <a:pt x="2698100" y="98336"/>
                  </a:lnTo>
                  <a:lnTo>
                    <a:pt x="2707844" y="91952"/>
                  </a:lnTo>
                  <a:lnTo>
                    <a:pt x="2717588" y="85684"/>
                  </a:lnTo>
                  <a:lnTo>
                    <a:pt x="2727332" y="79540"/>
                  </a:lnTo>
                  <a:lnTo>
                    <a:pt x="2737076" y="73531"/>
                  </a:lnTo>
                  <a:lnTo>
                    <a:pt x="2746805" y="67667"/>
                  </a:lnTo>
                  <a:lnTo>
                    <a:pt x="2756549" y="61959"/>
                  </a:lnTo>
                  <a:lnTo>
                    <a:pt x="2766293" y="56418"/>
                  </a:lnTo>
                  <a:lnTo>
                    <a:pt x="2776037" y="51054"/>
                  </a:lnTo>
                  <a:lnTo>
                    <a:pt x="2785766" y="45877"/>
                  </a:lnTo>
                  <a:lnTo>
                    <a:pt x="2795510" y="40899"/>
                  </a:lnTo>
                  <a:lnTo>
                    <a:pt x="2805254" y="36127"/>
                  </a:lnTo>
                  <a:lnTo>
                    <a:pt x="2814998" y="31574"/>
                  </a:lnTo>
                  <a:lnTo>
                    <a:pt x="2824727" y="27247"/>
                  </a:lnTo>
                  <a:lnTo>
                    <a:pt x="2834471" y="23159"/>
                  </a:lnTo>
                  <a:lnTo>
                    <a:pt x="2844215" y="19315"/>
                  </a:lnTo>
                  <a:lnTo>
                    <a:pt x="2853958" y="15727"/>
                  </a:lnTo>
                  <a:lnTo>
                    <a:pt x="2863687" y="12402"/>
                  </a:lnTo>
                  <a:lnTo>
                    <a:pt x="2873431" y="9349"/>
                  </a:lnTo>
                  <a:lnTo>
                    <a:pt x="2883175" y="6575"/>
                  </a:lnTo>
                  <a:lnTo>
                    <a:pt x="2892919" y="4088"/>
                  </a:lnTo>
                  <a:lnTo>
                    <a:pt x="2902663" y="1894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4" name="Freeform 783">
              <a:extLst>
                <a:ext uri="{FF2B5EF4-FFF2-40B4-BE49-F238E27FC236}">
                  <a16:creationId xmlns:a16="http://schemas.microsoft.com/office/drawing/2014/main" id="{0669DB1C-96ED-6CD7-F85B-29F6CD3195BA}"/>
                </a:ext>
              </a:extLst>
            </p:cNvPr>
            <p:cNvSpPr/>
            <p:nvPr/>
          </p:nvSpPr>
          <p:spPr>
            <a:xfrm>
              <a:off x="576446" y="3254658"/>
              <a:ext cx="2912392" cy="632457"/>
            </a:xfrm>
            <a:custGeom>
              <a:avLst/>
              <a:gdLst>
                <a:gd name="connsiteX0" fmla="*/ 0 w 2912392"/>
                <a:gd name="connsiteY0" fmla="*/ 0 h 632457"/>
                <a:gd name="connsiteX1" fmla="*/ 9739 w 2912392"/>
                <a:gd name="connsiteY1" fmla="*/ 8775 h 632457"/>
                <a:gd name="connsiteX2" fmla="*/ 19480 w 2912392"/>
                <a:gd name="connsiteY2" fmla="*/ 17593 h 632457"/>
                <a:gd name="connsiteX3" fmla="*/ 29221 w 2912392"/>
                <a:gd name="connsiteY3" fmla="*/ 26449 h 632457"/>
                <a:gd name="connsiteX4" fmla="*/ 38961 w 2912392"/>
                <a:gd name="connsiteY4" fmla="*/ 35336 h 632457"/>
                <a:gd name="connsiteX5" fmla="*/ 48702 w 2912392"/>
                <a:gd name="connsiteY5" fmla="*/ 44250 h 632457"/>
                <a:gd name="connsiteX6" fmla="*/ 58443 w 2912392"/>
                <a:gd name="connsiteY6" fmla="*/ 53186 h 632457"/>
                <a:gd name="connsiteX7" fmla="*/ 68182 w 2912392"/>
                <a:gd name="connsiteY7" fmla="*/ 62138 h 632457"/>
                <a:gd name="connsiteX8" fmla="*/ 77923 w 2912392"/>
                <a:gd name="connsiteY8" fmla="*/ 71101 h 632457"/>
                <a:gd name="connsiteX9" fmla="*/ 87664 w 2912392"/>
                <a:gd name="connsiteY9" fmla="*/ 80072 h 632457"/>
                <a:gd name="connsiteX10" fmla="*/ 97404 w 2912392"/>
                <a:gd name="connsiteY10" fmla="*/ 89044 h 632457"/>
                <a:gd name="connsiteX11" fmla="*/ 107145 w 2912392"/>
                <a:gd name="connsiteY11" fmla="*/ 98016 h 632457"/>
                <a:gd name="connsiteX12" fmla="*/ 116886 w 2912392"/>
                <a:gd name="connsiteY12" fmla="*/ 106981 h 632457"/>
                <a:gd name="connsiteX13" fmla="*/ 126625 w 2912392"/>
                <a:gd name="connsiteY13" fmla="*/ 115936 h 632457"/>
                <a:gd name="connsiteX14" fmla="*/ 136366 w 2912392"/>
                <a:gd name="connsiteY14" fmla="*/ 124879 h 632457"/>
                <a:gd name="connsiteX15" fmla="*/ 146107 w 2912392"/>
                <a:gd name="connsiteY15" fmla="*/ 133805 h 632457"/>
                <a:gd name="connsiteX16" fmla="*/ 155846 w 2912392"/>
                <a:gd name="connsiteY16" fmla="*/ 142710 h 632457"/>
                <a:gd name="connsiteX17" fmla="*/ 165587 w 2912392"/>
                <a:gd name="connsiteY17" fmla="*/ 151591 h 632457"/>
                <a:gd name="connsiteX18" fmla="*/ 175328 w 2912392"/>
                <a:gd name="connsiteY18" fmla="*/ 160447 h 632457"/>
                <a:gd name="connsiteX19" fmla="*/ 185068 w 2912392"/>
                <a:gd name="connsiteY19" fmla="*/ 169275 h 632457"/>
                <a:gd name="connsiteX20" fmla="*/ 194809 w 2912392"/>
                <a:gd name="connsiteY20" fmla="*/ 178071 h 632457"/>
                <a:gd name="connsiteX21" fmla="*/ 204550 w 2912392"/>
                <a:gd name="connsiteY21" fmla="*/ 186833 h 632457"/>
                <a:gd name="connsiteX22" fmla="*/ 214289 w 2912392"/>
                <a:gd name="connsiteY22" fmla="*/ 195560 h 632457"/>
                <a:gd name="connsiteX23" fmla="*/ 224030 w 2912392"/>
                <a:gd name="connsiteY23" fmla="*/ 204249 h 632457"/>
                <a:gd name="connsiteX24" fmla="*/ 233771 w 2912392"/>
                <a:gd name="connsiteY24" fmla="*/ 212897 h 632457"/>
                <a:gd name="connsiteX25" fmla="*/ 243510 w 2912392"/>
                <a:gd name="connsiteY25" fmla="*/ 221505 h 632457"/>
                <a:gd name="connsiteX26" fmla="*/ 253251 w 2912392"/>
                <a:gd name="connsiteY26" fmla="*/ 230070 h 632457"/>
                <a:gd name="connsiteX27" fmla="*/ 262992 w 2912392"/>
                <a:gd name="connsiteY27" fmla="*/ 238591 h 632457"/>
                <a:gd name="connsiteX28" fmla="*/ 272732 w 2912392"/>
                <a:gd name="connsiteY28" fmla="*/ 247065 h 632457"/>
                <a:gd name="connsiteX29" fmla="*/ 282473 w 2912392"/>
                <a:gd name="connsiteY29" fmla="*/ 255494 h 632457"/>
                <a:gd name="connsiteX30" fmla="*/ 292214 w 2912392"/>
                <a:gd name="connsiteY30" fmla="*/ 263873 h 632457"/>
                <a:gd name="connsiteX31" fmla="*/ 301953 w 2912392"/>
                <a:gd name="connsiteY31" fmla="*/ 272204 h 632457"/>
                <a:gd name="connsiteX32" fmla="*/ 311694 w 2912392"/>
                <a:gd name="connsiteY32" fmla="*/ 280485 h 632457"/>
                <a:gd name="connsiteX33" fmla="*/ 321435 w 2912392"/>
                <a:gd name="connsiteY33" fmla="*/ 288715 h 632457"/>
                <a:gd name="connsiteX34" fmla="*/ 331175 w 2912392"/>
                <a:gd name="connsiteY34" fmla="*/ 296893 h 632457"/>
                <a:gd name="connsiteX35" fmla="*/ 340916 w 2912392"/>
                <a:gd name="connsiteY35" fmla="*/ 305018 h 632457"/>
                <a:gd name="connsiteX36" fmla="*/ 350656 w 2912392"/>
                <a:gd name="connsiteY36" fmla="*/ 313089 h 632457"/>
                <a:gd name="connsiteX37" fmla="*/ 360396 w 2912392"/>
                <a:gd name="connsiteY37" fmla="*/ 321106 h 632457"/>
                <a:gd name="connsiteX38" fmla="*/ 370137 w 2912392"/>
                <a:gd name="connsiteY38" fmla="*/ 329066 h 632457"/>
                <a:gd name="connsiteX39" fmla="*/ 379878 w 2912392"/>
                <a:gd name="connsiteY39" fmla="*/ 336970 h 632457"/>
                <a:gd name="connsiteX40" fmla="*/ 389617 w 2912392"/>
                <a:gd name="connsiteY40" fmla="*/ 344818 h 632457"/>
                <a:gd name="connsiteX41" fmla="*/ 399358 w 2912392"/>
                <a:gd name="connsiteY41" fmla="*/ 352607 h 632457"/>
                <a:gd name="connsiteX42" fmla="*/ 409099 w 2912392"/>
                <a:gd name="connsiteY42" fmla="*/ 360335 h 632457"/>
                <a:gd name="connsiteX43" fmla="*/ 418839 w 2912392"/>
                <a:gd name="connsiteY43" fmla="*/ 368003 h 632457"/>
                <a:gd name="connsiteX44" fmla="*/ 428580 w 2912392"/>
                <a:gd name="connsiteY44" fmla="*/ 375609 h 632457"/>
                <a:gd name="connsiteX45" fmla="*/ 438321 w 2912392"/>
                <a:gd name="connsiteY45" fmla="*/ 383153 h 632457"/>
                <a:gd name="connsiteX46" fmla="*/ 448060 w 2912392"/>
                <a:gd name="connsiteY46" fmla="*/ 390630 h 632457"/>
                <a:gd name="connsiteX47" fmla="*/ 457801 w 2912392"/>
                <a:gd name="connsiteY47" fmla="*/ 398044 h 632457"/>
                <a:gd name="connsiteX48" fmla="*/ 467542 w 2912392"/>
                <a:gd name="connsiteY48" fmla="*/ 405389 h 632457"/>
                <a:gd name="connsiteX49" fmla="*/ 477281 w 2912392"/>
                <a:gd name="connsiteY49" fmla="*/ 412665 h 632457"/>
                <a:gd name="connsiteX50" fmla="*/ 487022 w 2912392"/>
                <a:gd name="connsiteY50" fmla="*/ 419871 h 632457"/>
                <a:gd name="connsiteX51" fmla="*/ 496763 w 2912392"/>
                <a:gd name="connsiteY51" fmla="*/ 427003 h 632457"/>
                <a:gd name="connsiteX52" fmla="*/ 506503 w 2912392"/>
                <a:gd name="connsiteY52" fmla="*/ 434061 h 632457"/>
                <a:gd name="connsiteX53" fmla="*/ 516244 w 2912392"/>
                <a:gd name="connsiteY53" fmla="*/ 441044 h 632457"/>
                <a:gd name="connsiteX54" fmla="*/ 525985 w 2912392"/>
                <a:gd name="connsiteY54" fmla="*/ 447947 h 632457"/>
                <a:gd name="connsiteX55" fmla="*/ 535724 w 2912392"/>
                <a:gd name="connsiteY55" fmla="*/ 454769 h 632457"/>
                <a:gd name="connsiteX56" fmla="*/ 545465 w 2912392"/>
                <a:gd name="connsiteY56" fmla="*/ 461508 h 632457"/>
                <a:gd name="connsiteX57" fmla="*/ 555206 w 2912392"/>
                <a:gd name="connsiteY57" fmla="*/ 468162 h 632457"/>
                <a:gd name="connsiteX58" fmla="*/ 564946 w 2912392"/>
                <a:gd name="connsiteY58" fmla="*/ 474728 h 632457"/>
                <a:gd name="connsiteX59" fmla="*/ 574687 w 2912392"/>
                <a:gd name="connsiteY59" fmla="*/ 481204 h 632457"/>
                <a:gd name="connsiteX60" fmla="*/ 584428 w 2912392"/>
                <a:gd name="connsiteY60" fmla="*/ 487587 h 632457"/>
                <a:gd name="connsiteX61" fmla="*/ 594167 w 2912392"/>
                <a:gd name="connsiteY61" fmla="*/ 493873 h 632457"/>
                <a:gd name="connsiteX62" fmla="*/ 603908 w 2912392"/>
                <a:gd name="connsiteY62" fmla="*/ 500060 h 632457"/>
                <a:gd name="connsiteX63" fmla="*/ 613649 w 2912392"/>
                <a:gd name="connsiteY63" fmla="*/ 506147 h 632457"/>
                <a:gd name="connsiteX64" fmla="*/ 623388 w 2912392"/>
                <a:gd name="connsiteY64" fmla="*/ 512129 h 632457"/>
                <a:gd name="connsiteX65" fmla="*/ 633129 w 2912392"/>
                <a:gd name="connsiteY65" fmla="*/ 518005 h 632457"/>
                <a:gd name="connsiteX66" fmla="*/ 642870 w 2912392"/>
                <a:gd name="connsiteY66" fmla="*/ 523769 h 632457"/>
                <a:gd name="connsiteX67" fmla="*/ 652610 w 2912392"/>
                <a:gd name="connsiteY67" fmla="*/ 529420 h 632457"/>
                <a:gd name="connsiteX68" fmla="*/ 662351 w 2912392"/>
                <a:gd name="connsiteY68" fmla="*/ 534955 h 632457"/>
                <a:gd name="connsiteX69" fmla="*/ 672092 w 2912392"/>
                <a:gd name="connsiteY69" fmla="*/ 540370 h 632457"/>
                <a:gd name="connsiteX70" fmla="*/ 681831 w 2912392"/>
                <a:gd name="connsiteY70" fmla="*/ 545662 h 632457"/>
                <a:gd name="connsiteX71" fmla="*/ 691572 w 2912392"/>
                <a:gd name="connsiteY71" fmla="*/ 550829 h 632457"/>
                <a:gd name="connsiteX72" fmla="*/ 701313 w 2912392"/>
                <a:gd name="connsiteY72" fmla="*/ 555868 h 632457"/>
                <a:gd name="connsiteX73" fmla="*/ 711052 w 2912392"/>
                <a:gd name="connsiteY73" fmla="*/ 560772 h 632457"/>
                <a:gd name="connsiteX74" fmla="*/ 720793 w 2912392"/>
                <a:gd name="connsiteY74" fmla="*/ 565543 h 632457"/>
                <a:gd name="connsiteX75" fmla="*/ 730534 w 2912392"/>
                <a:gd name="connsiteY75" fmla="*/ 570175 h 632457"/>
                <a:gd name="connsiteX76" fmla="*/ 740274 w 2912392"/>
                <a:gd name="connsiteY76" fmla="*/ 574666 h 632457"/>
                <a:gd name="connsiteX77" fmla="*/ 750015 w 2912392"/>
                <a:gd name="connsiteY77" fmla="*/ 579010 h 632457"/>
                <a:gd name="connsiteX78" fmla="*/ 759756 w 2912392"/>
                <a:gd name="connsiteY78" fmla="*/ 583209 h 632457"/>
                <a:gd name="connsiteX79" fmla="*/ 769495 w 2912392"/>
                <a:gd name="connsiteY79" fmla="*/ 587255 h 632457"/>
                <a:gd name="connsiteX80" fmla="*/ 779236 w 2912392"/>
                <a:gd name="connsiteY80" fmla="*/ 591148 h 632457"/>
                <a:gd name="connsiteX81" fmla="*/ 788977 w 2912392"/>
                <a:gd name="connsiteY81" fmla="*/ 594884 h 632457"/>
                <a:gd name="connsiteX82" fmla="*/ 798717 w 2912392"/>
                <a:gd name="connsiteY82" fmla="*/ 598459 h 632457"/>
                <a:gd name="connsiteX83" fmla="*/ 808458 w 2912392"/>
                <a:gd name="connsiteY83" fmla="*/ 601873 h 632457"/>
                <a:gd name="connsiteX84" fmla="*/ 818199 w 2912392"/>
                <a:gd name="connsiteY84" fmla="*/ 605119 h 632457"/>
                <a:gd name="connsiteX85" fmla="*/ 827938 w 2912392"/>
                <a:gd name="connsiteY85" fmla="*/ 608199 h 632457"/>
                <a:gd name="connsiteX86" fmla="*/ 837679 w 2912392"/>
                <a:gd name="connsiteY86" fmla="*/ 611106 h 632457"/>
                <a:gd name="connsiteX87" fmla="*/ 847420 w 2912392"/>
                <a:gd name="connsiteY87" fmla="*/ 613838 h 632457"/>
                <a:gd name="connsiteX88" fmla="*/ 857159 w 2912392"/>
                <a:gd name="connsiteY88" fmla="*/ 616395 h 632457"/>
                <a:gd name="connsiteX89" fmla="*/ 866900 w 2912392"/>
                <a:gd name="connsiteY89" fmla="*/ 618771 h 632457"/>
                <a:gd name="connsiteX90" fmla="*/ 876641 w 2912392"/>
                <a:gd name="connsiteY90" fmla="*/ 620967 h 632457"/>
                <a:gd name="connsiteX91" fmla="*/ 886381 w 2912392"/>
                <a:gd name="connsiteY91" fmla="*/ 622977 h 632457"/>
                <a:gd name="connsiteX92" fmla="*/ 896122 w 2912392"/>
                <a:gd name="connsiteY92" fmla="*/ 624801 h 632457"/>
                <a:gd name="connsiteX93" fmla="*/ 905863 w 2912392"/>
                <a:gd name="connsiteY93" fmla="*/ 626435 h 632457"/>
                <a:gd name="connsiteX94" fmla="*/ 915602 w 2912392"/>
                <a:gd name="connsiteY94" fmla="*/ 627879 h 632457"/>
                <a:gd name="connsiteX95" fmla="*/ 925343 w 2912392"/>
                <a:gd name="connsiteY95" fmla="*/ 629129 h 632457"/>
                <a:gd name="connsiteX96" fmla="*/ 935084 w 2912392"/>
                <a:gd name="connsiteY96" fmla="*/ 630184 h 632457"/>
                <a:gd name="connsiteX97" fmla="*/ 944824 w 2912392"/>
                <a:gd name="connsiteY97" fmla="*/ 631040 h 632457"/>
                <a:gd name="connsiteX98" fmla="*/ 954564 w 2912392"/>
                <a:gd name="connsiteY98" fmla="*/ 631697 h 632457"/>
                <a:gd name="connsiteX99" fmla="*/ 964305 w 2912392"/>
                <a:gd name="connsiteY99" fmla="*/ 632155 h 632457"/>
                <a:gd name="connsiteX100" fmla="*/ 974045 w 2912392"/>
                <a:gd name="connsiteY100" fmla="*/ 632408 h 632457"/>
                <a:gd name="connsiteX101" fmla="*/ 983786 w 2912392"/>
                <a:gd name="connsiteY101" fmla="*/ 632457 h 632457"/>
                <a:gd name="connsiteX102" fmla="*/ 993522 w 2912392"/>
                <a:gd name="connsiteY102" fmla="*/ 632302 h 632457"/>
                <a:gd name="connsiteX103" fmla="*/ 1003266 w 2912392"/>
                <a:gd name="connsiteY103" fmla="*/ 631939 h 632457"/>
                <a:gd name="connsiteX104" fmla="*/ 1013010 w 2912392"/>
                <a:gd name="connsiteY104" fmla="*/ 631370 h 632457"/>
                <a:gd name="connsiteX105" fmla="*/ 1022754 w 2912392"/>
                <a:gd name="connsiteY105" fmla="*/ 630591 h 632457"/>
                <a:gd name="connsiteX106" fmla="*/ 1032483 w 2912392"/>
                <a:gd name="connsiteY106" fmla="*/ 629601 h 632457"/>
                <a:gd name="connsiteX107" fmla="*/ 1042227 w 2912392"/>
                <a:gd name="connsiteY107" fmla="*/ 628402 h 632457"/>
                <a:gd name="connsiteX108" fmla="*/ 1051971 w 2912392"/>
                <a:gd name="connsiteY108" fmla="*/ 626992 h 632457"/>
                <a:gd name="connsiteX109" fmla="*/ 1061715 w 2912392"/>
                <a:gd name="connsiteY109" fmla="*/ 625371 h 632457"/>
                <a:gd name="connsiteX110" fmla="*/ 1071444 w 2912392"/>
                <a:gd name="connsiteY110" fmla="*/ 623539 h 632457"/>
                <a:gd name="connsiteX111" fmla="*/ 1081188 w 2912392"/>
                <a:gd name="connsiteY111" fmla="*/ 621496 h 632457"/>
                <a:gd name="connsiteX112" fmla="*/ 1090932 w 2912392"/>
                <a:gd name="connsiteY112" fmla="*/ 619242 h 632457"/>
                <a:gd name="connsiteX113" fmla="*/ 1100676 w 2912392"/>
                <a:gd name="connsiteY113" fmla="*/ 616779 h 632457"/>
                <a:gd name="connsiteX114" fmla="*/ 1110405 w 2912392"/>
                <a:gd name="connsiteY114" fmla="*/ 614106 h 632457"/>
                <a:gd name="connsiteX115" fmla="*/ 1120149 w 2912392"/>
                <a:gd name="connsiteY115" fmla="*/ 611225 h 632457"/>
                <a:gd name="connsiteX116" fmla="*/ 1129893 w 2912392"/>
                <a:gd name="connsiteY116" fmla="*/ 608136 h 632457"/>
                <a:gd name="connsiteX117" fmla="*/ 1139637 w 2912392"/>
                <a:gd name="connsiteY117" fmla="*/ 604842 h 632457"/>
                <a:gd name="connsiteX118" fmla="*/ 1149381 w 2912392"/>
                <a:gd name="connsiteY118" fmla="*/ 601344 h 632457"/>
                <a:gd name="connsiteX119" fmla="*/ 1159110 w 2912392"/>
                <a:gd name="connsiteY119" fmla="*/ 597643 h 632457"/>
                <a:gd name="connsiteX120" fmla="*/ 1168854 w 2912392"/>
                <a:gd name="connsiteY120" fmla="*/ 593744 h 632457"/>
                <a:gd name="connsiteX121" fmla="*/ 1178598 w 2912392"/>
                <a:gd name="connsiteY121" fmla="*/ 589648 h 632457"/>
                <a:gd name="connsiteX122" fmla="*/ 1188341 w 2912392"/>
                <a:gd name="connsiteY122" fmla="*/ 585359 h 632457"/>
                <a:gd name="connsiteX123" fmla="*/ 1198070 w 2912392"/>
                <a:gd name="connsiteY123" fmla="*/ 580877 h 632457"/>
                <a:gd name="connsiteX124" fmla="*/ 1207814 w 2912392"/>
                <a:gd name="connsiteY124" fmla="*/ 576209 h 632457"/>
                <a:gd name="connsiteX125" fmla="*/ 1217558 w 2912392"/>
                <a:gd name="connsiteY125" fmla="*/ 571358 h 632457"/>
                <a:gd name="connsiteX126" fmla="*/ 1227302 w 2912392"/>
                <a:gd name="connsiteY126" fmla="*/ 566328 h 632457"/>
                <a:gd name="connsiteX127" fmla="*/ 1237031 w 2912392"/>
                <a:gd name="connsiteY127" fmla="*/ 561124 h 632457"/>
                <a:gd name="connsiteX128" fmla="*/ 1246775 w 2912392"/>
                <a:gd name="connsiteY128" fmla="*/ 555748 h 632457"/>
                <a:gd name="connsiteX129" fmla="*/ 1256519 w 2912392"/>
                <a:gd name="connsiteY129" fmla="*/ 550210 h 632457"/>
                <a:gd name="connsiteX130" fmla="*/ 1266263 w 2912392"/>
                <a:gd name="connsiteY130" fmla="*/ 544512 h 632457"/>
                <a:gd name="connsiteX131" fmla="*/ 1276007 w 2912392"/>
                <a:gd name="connsiteY131" fmla="*/ 538661 h 632457"/>
                <a:gd name="connsiteX132" fmla="*/ 1285736 w 2912392"/>
                <a:gd name="connsiteY132" fmla="*/ 532664 h 632457"/>
                <a:gd name="connsiteX133" fmla="*/ 1295480 w 2912392"/>
                <a:gd name="connsiteY133" fmla="*/ 526526 h 632457"/>
                <a:gd name="connsiteX134" fmla="*/ 1305224 w 2912392"/>
                <a:gd name="connsiteY134" fmla="*/ 520253 h 632457"/>
                <a:gd name="connsiteX135" fmla="*/ 1314968 w 2912392"/>
                <a:gd name="connsiteY135" fmla="*/ 513855 h 632457"/>
                <a:gd name="connsiteX136" fmla="*/ 1324697 w 2912392"/>
                <a:gd name="connsiteY136" fmla="*/ 507339 h 632457"/>
                <a:gd name="connsiteX137" fmla="*/ 1334441 w 2912392"/>
                <a:gd name="connsiteY137" fmla="*/ 500712 h 632457"/>
                <a:gd name="connsiteX138" fmla="*/ 1344185 w 2912392"/>
                <a:gd name="connsiteY138" fmla="*/ 493982 h 632457"/>
                <a:gd name="connsiteX139" fmla="*/ 1353929 w 2912392"/>
                <a:gd name="connsiteY139" fmla="*/ 487158 h 632457"/>
                <a:gd name="connsiteX140" fmla="*/ 1363658 w 2912392"/>
                <a:gd name="connsiteY140" fmla="*/ 480249 h 632457"/>
                <a:gd name="connsiteX141" fmla="*/ 1373402 w 2912392"/>
                <a:gd name="connsiteY141" fmla="*/ 473263 h 632457"/>
                <a:gd name="connsiteX142" fmla="*/ 1383146 w 2912392"/>
                <a:gd name="connsiteY142" fmla="*/ 466211 h 632457"/>
                <a:gd name="connsiteX143" fmla="*/ 1392890 w 2912392"/>
                <a:gd name="connsiteY143" fmla="*/ 459103 h 632457"/>
                <a:gd name="connsiteX144" fmla="*/ 1402619 w 2912392"/>
                <a:gd name="connsiteY144" fmla="*/ 451947 h 632457"/>
                <a:gd name="connsiteX145" fmla="*/ 1412363 w 2912392"/>
                <a:gd name="connsiteY145" fmla="*/ 444755 h 632457"/>
                <a:gd name="connsiteX146" fmla="*/ 1422106 w 2912392"/>
                <a:gd name="connsiteY146" fmla="*/ 437535 h 632457"/>
                <a:gd name="connsiteX147" fmla="*/ 1431850 w 2912392"/>
                <a:gd name="connsiteY147" fmla="*/ 430300 h 632457"/>
                <a:gd name="connsiteX148" fmla="*/ 1441594 w 2912392"/>
                <a:gd name="connsiteY148" fmla="*/ 423061 h 632457"/>
                <a:gd name="connsiteX149" fmla="*/ 1451323 w 2912392"/>
                <a:gd name="connsiteY149" fmla="*/ 415826 h 632457"/>
                <a:gd name="connsiteX150" fmla="*/ 1461067 w 2912392"/>
                <a:gd name="connsiteY150" fmla="*/ 408609 h 632457"/>
                <a:gd name="connsiteX151" fmla="*/ 1470811 w 2912392"/>
                <a:gd name="connsiteY151" fmla="*/ 401420 h 632457"/>
                <a:gd name="connsiteX152" fmla="*/ 1480555 w 2912392"/>
                <a:gd name="connsiteY152" fmla="*/ 394272 h 632457"/>
                <a:gd name="connsiteX153" fmla="*/ 1490284 w 2912392"/>
                <a:gd name="connsiteY153" fmla="*/ 387174 h 632457"/>
                <a:gd name="connsiteX154" fmla="*/ 1500028 w 2912392"/>
                <a:gd name="connsiteY154" fmla="*/ 380137 h 632457"/>
                <a:gd name="connsiteX155" fmla="*/ 1509772 w 2912392"/>
                <a:gd name="connsiteY155" fmla="*/ 373176 h 632457"/>
                <a:gd name="connsiteX156" fmla="*/ 1519516 w 2912392"/>
                <a:gd name="connsiteY156" fmla="*/ 366300 h 632457"/>
                <a:gd name="connsiteX157" fmla="*/ 1529245 w 2912392"/>
                <a:gd name="connsiteY157" fmla="*/ 359523 h 632457"/>
                <a:gd name="connsiteX158" fmla="*/ 1538989 w 2912392"/>
                <a:gd name="connsiteY158" fmla="*/ 352854 h 632457"/>
                <a:gd name="connsiteX159" fmla="*/ 1548733 w 2912392"/>
                <a:gd name="connsiteY159" fmla="*/ 346304 h 632457"/>
                <a:gd name="connsiteX160" fmla="*/ 1558477 w 2912392"/>
                <a:gd name="connsiteY160" fmla="*/ 339887 h 632457"/>
                <a:gd name="connsiteX161" fmla="*/ 1568221 w 2912392"/>
                <a:gd name="connsiteY161" fmla="*/ 333615 h 632457"/>
                <a:gd name="connsiteX162" fmla="*/ 1577950 w 2912392"/>
                <a:gd name="connsiteY162" fmla="*/ 327495 h 632457"/>
                <a:gd name="connsiteX163" fmla="*/ 1587694 w 2912392"/>
                <a:gd name="connsiteY163" fmla="*/ 321541 h 632457"/>
                <a:gd name="connsiteX164" fmla="*/ 1597438 w 2912392"/>
                <a:gd name="connsiteY164" fmla="*/ 315763 h 632457"/>
                <a:gd name="connsiteX165" fmla="*/ 1607182 w 2912392"/>
                <a:gd name="connsiteY165" fmla="*/ 310173 h 632457"/>
                <a:gd name="connsiteX166" fmla="*/ 1616911 w 2912392"/>
                <a:gd name="connsiteY166" fmla="*/ 304780 h 632457"/>
                <a:gd name="connsiteX167" fmla="*/ 1626655 w 2912392"/>
                <a:gd name="connsiteY167" fmla="*/ 299593 h 632457"/>
                <a:gd name="connsiteX168" fmla="*/ 1636399 w 2912392"/>
                <a:gd name="connsiteY168" fmla="*/ 294624 h 632457"/>
                <a:gd name="connsiteX169" fmla="*/ 1646142 w 2912392"/>
                <a:gd name="connsiteY169" fmla="*/ 289882 h 632457"/>
                <a:gd name="connsiteX170" fmla="*/ 1655872 w 2912392"/>
                <a:gd name="connsiteY170" fmla="*/ 285377 h 632457"/>
                <a:gd name="connsiteX171" fmla="*/ 1665616 w 2912392"/>
                <a:gd name="connsiteY171" fmla="*/ 281115 h 632457"/>
                <a:gd name="connsiteX172" fmla="*/ 1675359 w 2912392"/>
                <a:gd name="connsiteY172" fmla="*/ 277108 h 632457"/>
                <a:gd name="connsiteX173" fmla="*/ 1685103 w 2912392"/>
                <a:gd name="connsiteY173" fmla="*/ 273362 h 632457"/>
                <a:gd name="connsiteX174" fmla="*/ 1694832 w 2912392"/>
                <a:gd name="connsiteY174" fmla="*/ 269886 h 632457"/>
                <a:gd name="connsiteX175" fmla="*/ 1704576 w 2912392"/>
                <a:gd name="connsiteY175" fmla="*/ 266686 h 632457"/>
                <a:gd name="connsiteX176" fmla="*/ 1714320 w 2912392"/>
                <a:gd name="connsiteY176" fmla="*/ 263770 h 632457"/>
                <a:gd name="connsiteX177" fmla="*/ 1724064 w 2912392"/>
                <a:gd name="connsiteY177" fmla="*/ 261143 h 632457"/>
                <a:gd name="connsiteX178" fmla="*/ 1733808 w 2912392"/>
                <a:gd name="connsiteY178" fmla="*/ 258813 h 632457"/>
                <a:gd name="connsiteX179" fmla="*/ 1743537 w 2912392"/>
                <a:gd name="connsiteY179" fmla="*/ 256782 h 632457"/>
                <a:gd name="connsiteX180" fmla="*/ 1753281 w 2912392"/>
                <a:gd name="connsiteY180" fmla="*/ 255059 h 632457"/>
                <a:gd name="connsiteX181" fmla="*/ 1763025 w 2912392"/>
                <a:gd name="connsiteY181" fmla="*/ 253643 h 632457"/>
                <a:gd name="connsiteX182" fmla="*/ 1772769 w 2912392"/>
                <a:gd name="connsiteY182" fmla="*/ 252544 h 632457"/>
                <a:gd name="connsiteX183" fmla="*/ 1782498 w 2912392"/>
                <a:gd name="connsiteY183" fmla="*/ 251760 h 632457"/>
                <a:gd name="connsiteX184" fmla="*/ 1792242 w 2912392"/>
                <a:gd name="connsiteY184" fmla="*/ 251295 h 632457"/>
                <a:gd name="connsiteX185" fmla="*/ 1801986 w 2912392"/>
                <a:gd name="connsiteY185" fmla="*/ 251154 h 632457"/>
                <a:gd name="connsiteX186" fmla="*/ 1811730 w 2912392"/>
                <a:gd name="connsiteY186" fmla="*/ 251334 h 632457"/>
                <a:gd name="connsiteX187" fmla="*/ 1821459 w 2912392"/>
                <a:gd name="connsiteY187" fmla="*/ 251837 h 632457"/>
                <a:gd name="connsiteX188" fmla="*/ 1831203 w 2912392"/>
                <a:gd name="connsiteY188" fmla="*/ 252666 h 632457"/>
                <a:gd name="connsiteX189" fmla="*/ 1840947 w 2912392"/>
                <a:gd name="connsiteY189" fmla="*/ 253819 h 632457"/>
                <a:gd name="connsiteX190" fmla="*/ 1850691 w 2912392"/>
                <a:gd name="connsiteY190" fmla="*/ 255293 h 632457"/>
                <a:gd name="connsiteX191" fmla="*/ 1860435 w 2912392"/>
                <a:gd name="connsiteY191" fmla="*/ 257089 h 632457"/>
                <a:gd name="connsiteX192" fmla="*/ 1870164 w 2912392"/>
                <a:gd name="connsiteY192" fmla="*/ 259204 h 632457"/>
                <a:gd name="connsiteX193" fmla="*/ 1879908 w 2912392"/>
                <a:gd name="connsiteY193" fmla="*/ 261634 h 632457"/>
                <a:gd name="connsiteX194" fmla="*/ 1889652 w 2912392"/>
                <a:gd name="connsiteY194" fmla="*/ 264376 h 632457"/>
                <a:gd name="connsiteX195" fmla="*/ 1899395 w 2912392"/>
                <a:gd name="connsiteY195" fmla="*/ 267429 h 632457"/>
                <a:gd name="connsiteX196" fmla="*/ 1909124 w 2912392"/>
                <a:gd name="connsiteY196" fmla="*/ 270785 h 632457"/>
                <a:gd name="connsiteX197" fmla="*/ 1918868 w 2912392"/>
                <a:gd name="connsiteY197" fmla="*/ 274439 h 632457"/>
                <a:gd name="connsiteX198" fmla="*/ 1928612 w 2912392"/>
                <a:gd name="connsiteY198" fmla="*/ 278386 h 632457"/>
                <a:gd name="connsiteX199" fmla="*/ 1938356 w 2912392"/>
                <a:gd name="connsiteY199" fmla="*/ 282620 h 632457"/>
                <a:gd name="connsiteX200" fmla="*/ 1948085 w 2912392"/>
                <a:gd name="connsiteY200" fmla="*/ 287132 h 632457"/>
                <a:gd name="connsiteX201" fmla="*/ 1957829 w 2912392"/>
                <a:gd name="connsiteY201" fmla="*/ 291917 h 632457"/>
                <a:gd name="connsiteX202" fmla="*/ 1967573 w 2912392"/>
                <a:gd name="connsiteY202" fmla="*/ 296965 h 632457"/>
                <a:gd name="connsiteX203" fmla="*/ 1977317 w 2912392"/>
                <a:gd name="connsiteY203" fmla="*/ 302269 h 632457"/>
                <a:gd name="connsiteX204" fmla="*/ 1987046 w 2912392"/>
                <a:gd name="connsiteY204" fmla="*/ 307817 h 632457"/>
                <a:gd name="connsiteX205" fmla="*/ 1996790 w 2912392"/>
                <a:gd name="connsiteY205" fmla="*/ 313604 h 632457"/>
                <a:gd name="connsiteX206" fmla="*/ 2006534 w 2912392"/>
                <a:gd name="connsiteY206" fmla="*/ 319614 h 632457"/>
                <a:gd name="connsiteX207" fmla="*/ 2016278 w 2912392"/>
                <a:gd name="connsiteY207" fmla="*/ 325842 h 632457"/>
                <a:gd name="connsiteX208" fmla="*/ 2026022 w 2912392"/>
                <a:gd name="connsiteY208" fmla="*/ 332273 h 632457"/>
                <a:gd name="connsiteX209" fmla="*/ 2035751 w 2912392"/>
                <a:gd name="connsiteY209" fmla="*/ 338897 h 632457"/>
                <a:gd name="connsiteX210" fmla="*/ 2045495 w 2912392"/>
                <a:gd name="connsiteY210" fmla="*/ 345700 h 632457"/>
                <a:gd name="connsiteX211" fmla="*/ 2055239 w 2912392"/>
                <a:gd name="connsiteY211" fmla="*/ 352672 h 632457"/>
                <a:gd name="connsiteX212" fmla="*/ 2064983 w 2912392"/>
                <a:gd name="connsiteY212" fmla="*/ 359800 h 632457"/>
                <a:gd name="connsiteX213" fmla="*/ 2074712 w 2912392"/>
                <a:gd name="connsiteY213" fmla="*/ 367071 h 632457"/>
                <a:gd name="connsiteX214" fmla="*/ 2084456 w 2912392"/>
                <a:gd name="connsiteY214" fmla="*/ 374470 h 632457"/>
                <a:gd name="connsiteX215" fmla="*/ 2094200 w 2912392"/>
                <a:gd name="connsiteY215" fmla="*/ 381985 h 632457"/>
                <a:gd name="connsiteX216" fmla="*/ 2103944 w 2912392"/>
                <a:gd name="connsiteY216" fmla="*/ 389599 h 632457"/>
                <a:gd name="connsiteX217" fmla="*/ 2113673 w 2912392"/>
                <a:gd name="connsiteY217" fmla="*/ 397302 h 632457"/>
                <a:gd name="connsiteX218" fmla="*/ 2123417 w 2912392"/>
                <a:gd name="connsiteY218" fmla="*/ 405077 h 632457"/>
                <a:gd name="connsiteX219" fmla="*/ 2133161 w 2912392"/>
                <a:gd name="connsiteY219" fmla="*/ 412907 h 632457"/>
                <a:gd name="connsiteX220" fmla="*/ 2142905 w 2912392"/>
                <a:gd name="connsiteY220" fmla="*/ 420783 h 632457"/>
                <a:gd name="connsiteX221" fmla="*/ 2152649 w 2912392"/>
                <a:gd name="connsiteY221" fmla="*/ 428685 h 632457"/>
                <a:gd name="connsiteX222" fmla="*/ 2162377 w 2912392"/>
                <a:gd name="connsiteY222" fmla="*/ 436600 h 632457"/>
                <a:gd name="connsiteX223" fmla="*/ 2172121 w 2912392"/>
                <a:gd name="connsiteY223" fmla="*/ 444511 h 632457"/>
                <a:gd name="connsiteX224" fmla="*/ 2181865 w 2912392"/>
                <a:gd name="connsiteY224" fmla="*/ 452406 h 632457"/>
                <a:gd name="connsiteX225" fmla="*/ 2191609 w 2912392"/>
                <a:gd name="connsiteY225" fmla="*/ 460265 h 632457"/>
                <a:gd name="connsiteX226" fmla="*/ 2201338 w 2912392"/>
                <a:gd name="connsiteY226" fmla="*/ 468077 h 632457"/>
                <a:gd name="connsiteX227" fmla="*/ 2211082 w 2912392"/>
                <a:gd name="connsiteY227" fmla="*/ 475824 h 632457"/>
                <a:gd name="connsiteX228" fmla="*/ 2220826 w 2912392"/>
                <a:gd name="connsiteY228" fmla="*/ 483491 h 632457"/>
                <a:gd name="connsiteX229" fmla="*/ 2230570 w 2912392"/>
                <a:gd name="connsiteY229" fmla="*/ 491064 h 632457"/>
                <a:gd name="connsiteX230" fmla="*/ 2240299 w 2912392"/>
                <a:gd name="connsiteY230" fmla="*/ 498529 h 632457"/>
                <a:gd name="connsiteX231" fmla="*/ 2250043 w 2912392"/>
                <a:gd name="connsiteY231" fmla="*/ 505868 h 632457"/>
                <a:gd name="connsiteX232" fmla="*/ 2259787 w 2912392"/>
                <a:gd name="connsiteY232" fmla="*/ 513067 h 632457"/>
                <a:gd name="connsiteX233" fmla="*/ 2269531 w 2912392"/>
                <a:gd name="connsiteY233" fmla="*/ 520113 h 632457"/>
                <a:gd name="connsiteX234" fmla="*/ 2279260 w 2912392"/>
                <a:gd name="connsiteY234" fmla="*/ 526990 h 632457"/>
                <a:gd name="connsiteX235" fmla="*/ 2289004 w 2912392"/>
                <a:gd name="connsiteY235" fmla="*/ 533686 h 632457"/>
                <a:gd name="connsiteX236" fmla="*/ 2298748 w 2912392"/>
                <a:gd name="connsiteY236" fmla="*/ 540185 h 632457"/>
                <a:gd name="connsiteX237" fmla="*/ 2308492 w 2912392"/>
                <a:gd name="connsiteY237" fmla="*/ 546475 h 632457"/>
                <a:gd name="connsiteX238" fmla="*/ 2318236 w 2912392"/>
                <a:gd name="connsiteY238" fmla="*/ 552544 h 632457"/>
                <a:gd name="connsiteX239" fmla="*/ 2327965 w 2912392"/>
                <a:gd name="connsiteY239" fmla="*/ 558377 h 632457"/>
                <a:gd name="connsiteX240" fmla="*/ 2337709 w 2912392"/>
                <a:gd name="connsiteY240" fmla="*/ 563962 h 632457"/>
                <a:gd name="connsiteX241" fmla="*/ 2347453 w 2912392"/>
                <a:gd name="connsiteY241" fmla="*/ 569289 h 632457"/>
                <a:gd name="connsiteX242" fmla="*/ 2357197 w 2912392"/>
                <a:gd name="connsiteY242" fmla="*/ 574345 h 632457"/>
                <a:gd name="connsiteX243" fmla="*/ 2366926 w 2912392"/>
                <a:gd name="connsiteY243" fmla="*/ 579120 h 632457"/>
                <a:gd name="connsiteX244" fmla="*/ 2376670 w 2912392"/>
                <a:gd name="connsiteY244" fmla="*/ 583602 h 632457"/>
                <a:gd name="connsiteX245" fmla="*/ 2386413 w 2912392"/>
                <a:gd name="connsiteY245" fmla="*/ 587784 h 632457"/>
                <a:gd name="connsiteX246" fmla="*/ 2396157 w 2912392"/>
                <a:gd name="connsiteY246" fmla="*/ 591653 h 632457"/>
                <a:gd name="connsiteX247" fmla="*/ 2405886 w 2912392"/>
                <a:gd name="connsiteY247" fmla="*/ 595204 h 632457"/>
                <a:gd name="connsiteX248" fmla="*/ 2415630 w 2912392"/>
                <a:gd name="connsiteY248" fmla="*/ 598425 h 632457"/>
                <a:gd name="connsiteX249" fmla="*/ 2425374 w 2912392"/>
                <a:gd name="connsiteY249" fmla="*/ 601311 h 632457"/>
                <a:gd name="connsiteX250" fmla="*/ 2435118 w 2912392"/>
                <a:gd name="connsiteY250" fmla="*/ 603854 h 632457"/>
                <a:gd name="connsiteX251" fmla="*/ 2444862 w 2912392"/>
                <a:gd name="connsiteY251" fmla="*/ 606047 h 632457"/>
                <a:gd name="connsiteX252" fmla="*/ 2454591 w 2912392"/>
                <a:gd name="connsiteY252" fmla="*/ 607887 h 632457"/>
                <a:gd name="connsiteX253" fmla="*/ 2464335 w 2912392"/>
                <a:gd name="connsiteY253" fmla="*/ 609365 h 632457"/>
                <a:gd name="connsiteX254" fmla="*/ 2474079 w 2912392"/>
                <a:gd name="connsiteY254" fmla="*/ 610480 h 632457"/>
                <a:gd name="connsiteX255" fmla="*/ 2483823 w 2912392"/>
                <a:gd name="connsiteY255" fmla="*/ 611225 h 632457"/>
                <a:gd name="connsiteX256" fmla="*/ 2493552 w 2912392"/>
                <a:gd name="connsiteY256" fmla="*/ 611599 h 632457"/>
                <a:gd name="connsiteX257" fmla="*/ 2503296 w 2912392"/>
                <a:gd name="connsiteY257" fmla="*/ 611599 h 632457"/>
                <a:gd name="connsiteX258" fmla="*/ 2513040 w 2912392"/>
                <a:gd name="connsiteY258" fmla="*/ 611223 h 632457"/>
                <a:gd name="connsiteX259" fmla="*/ 2522784 w 2912392"/>
                <a:gd name="connsiteY259" fmla="*/ 610471 h 632457"/>
                <a:gd name="connsiteX260" fmla="*/ 2532513 w 2912392"/>
                <a:gd name="connsiteY260" fmla="*/ 609342 h 632457"/>
                <a:gd name="connsiteX261" fmla="*/ 2542257 w 2912392"/>
                <a:gd name="connsiteY261" fmla="*/ 607834 h 632457"/>
                <a:gd name="connsiteX262" fmla="*/ 2552001 w 2912392"/>
                <a:gd name="connsiteY262" fmla="*/ 605951 h 632457"/>
                <a:gd name="connsiteX263" fmla="*/ 2561745 w 2912392"/>
                <a:gd name="connsiteY263" fmla="*/ 603693 h 632457"/>
                <a:gd name="connsiteX264" fmla="*/ 2571474 w 2912392"/>
                <a:gd name="connsiteY264" fmla="*/ 601064 h 632457"/>
                <a:gd name="connsiteX265" fmla="*/ 2581218 w 2912392"/>
                <a:gd name="connsiteY265" fmla="*/ 598065 h 632457"/>
                <a:gd name="connsiteX266" fmla="*/ 2590962 w 2912392"/>
                <a:gd name="connsiteY266" fmla="*/ 594700 h 632457"/>
                <a:gd name="connsiteX267" fmla="*/ 2600705 w 2912392"/>
                <a:gd name="connsiteY267" fmla="*/ 590974 h 632457"/>
                <a:gd name="connsiteX268" fmla="*/ 2610449 w 2912392"/>
                <a:gd name="connsiteY268" fmla="*/ 586890 h 632457"/>
                <a:gd name="connsiteX269" fmla="*/ 2620178 w 2912392"/>
                <a:gd name="connsiteY269" fmla="*/ 582456 h 632457"/>
                <a:gd name="connsiteX270" fmla="*/ 2629922 w 2912392"/>
                <a:gd name="connsiteY270" fmla="*/ 577677 h 632457"/>
                <a:gd name="connsiteX271" fmla="*/ 2639666 w 2912392"/>
                <a:gd name="connsiteY271" fmla="*/ 572559 h 632457"/>
                <a:gd name="connsiteX272" fmla="*/ 2649410 w 2912392"/>
                <a:gd name="connsiteY272" fmla="*/ 567109 h 632457"/>
                <a:gd name="connsiteX273" fmla="*/ 2659139 w 2912392"/>
                <a:gd name="connsiteY273" fmla="*/ 561336 h 632457"/>
                <a:gd name="connsiteX274" fmla="*/ 2668883 w 2912392"/>
                <a:gd name="connsiteY274" fmla="*/ 555248 h 632457"/>
                <a:gd name="connsiteX275" fmla="*/ 2678627 w 2912392"/>
                <a:gd name="connsiteY275" fmla="*/ 548853 h 632457"/>
                <a:gd name="connsiteX276" fmla="*/ 2688371 w 2912392"/>
                <a:gd name="connsiteY276" fmla="*/ 542161 h 632457"/>
                <a:gd name="connsiteX277" fmla="*/ 2698100 w 2912392"/>
                <a:gd name="connsiteY277" fmla="*/ 535180 h 632457"/>
                <a:gd name="connsiteX278" fmla="*/ 2707844 w 2912392"/>
                <a:gd name="connsiteY278" fmla="*/ 527923 h 632457"/>
                <a:gd name="connsiteX279" fmla="*/ 2717588 w 2912392"/>
                <a:gd name="connsiteY279" fmla="*/ 520399 h 632457"/>
                <a:gd name="connsiteX280" fmla="*/ 2727332 w 2912392"/>
                <a:gd name="connsiteY280" fmla="*/ 512617 h 632457"/>
                <a:gd name="connsiteX281" fmla="*/ 2737076 w 2912392"/>
                <a:gd name="connsiteY281" fmla="*/ 504593 h 632457"/>
                <a:gd name="connsiteX282" fmla="*/ 2746805 w 2912392"/>
                <a:gd name="connsiteY282" fmla="*/ 496334 h 632457"/>
                <a:gd name="connsiteX283" fmla="*/ 2756549 w 2912392"/>
                <a:gd name="connsiteY283" fmla="*/ 487854 h 632457"/>
                <a:gd name="connsiteX284" fmla="*/ 2766293 w 2912392"/>
                <a:gd name="connsiteY284" fmla="*/ 479166 h 632457"/>
                <a:gd name="connsiteX285" fmla="*/ 2776037 w 2912392"/>
                <a:gd name="connsiteY285" fmla="*/ 470280 h 632457"/>
                <a:gd name="connsiteX286" fmla="*/ 2785766 w 2912392"/>
                <a:gd name="connsiteY286" fmla="*/ 461211 h 632457"/>
                <a:gd name="connsiteX287" fmla="*/ 2795510 w 2912392"/>
                <a:gd name="connsiteY287" fmla="*/ 451971 h 632457"/>
                <a:gd name="connsiteX288" fmla="*/ 2805254 w 2912392"/>
                <a:gd name="connsiteY288" fmla="*/ 442573 h 632457"/>
                <a:gd name="connsiteX289" fmla="*/ 2814998 w 2912392"/>
                <a:gd name="connsiteY289" fmla="*/ 433030 h 632457"/>
                <a:gd name="connsiteX290" fmla="*/ 2824727 w 2912392"/>
                <a:gd name="connsiteY290" fmla="*/ 423356 h 632457"/>
                <a:gd name="connsiteX291" fmla="*/ 2834471 w 2912392"/>
                <a:gd name="connsiteY291" fmla="*/ 413564 h 632457"/>
                <a:gd name="connsiteX292" fmla="*/ 2844215 w 2912392"/>
                <a:gd name="connsiteY292" fmla="*/ 403669 h 632457"/>
                <a:gd name="connsiteX293" fmla="*/ 2853958 w 2912392"/>
                <a:gd name="connsiteY293" fmla="*/ 393680 h 632457"/>
                <a:gd name="connsiteX294" fmla="*/ 2863687 w 2912392"/>
                <a:gd name="connsiteY294" fmla="*/ 383616 h 632457"/>
                <a:gd name="connsiteX295" fmla="*/ 2873431 w 2912392"/>
                <a:gd name="connsiteY295" fmla="*/ 373486 h 632457"/>
                <a:gd name="connsiteX296" fmla="*/ 2883175 w 2912392"/>
                <a:gd name="connsiteY296" fmla="*/ 363307 h 632457"/>
                <a:gd name="connsiteX297" fmla="*/ 2892919 w 2912392"/>
                <a:gd name="connsiteY297" fmla="*/ 353091 h 632457"/>
                <a:gd name="connsiteX298" fmla="*/ 2902663 w 2912392"/>
                <a:gd name="connsiteY298" fmla="*/ 342852 h 632457"/>
                <a:gd name="connsiteX299" fmla="*/ 2912392 w 2912392"/>
                <a:gd name="connsiteY299" fmla="*/ 332602 h 6324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32457">
                  <a:moveTo>
                    <a:pt x="0" y="0"/>
                  </a:moveTo>
                  <a:lnTo>
                    <a:pt x="9739" y="8775"/>
                  </a:lnTo>
                  <a:lnTo>
                    <a:pt x="19480" y="17593"/>
                  </a:lnTo>
                  <a:lnTo>
                    <a:pt x="29221" y="26449"/>
                  </a:lnTo>
                  <a:lnTo>
                    <a:pt x="38961" y="35336"/>
                  </a:lnTo>
                  <a:lnTo>
                    <a:pt x="48702" y="44250"/>
                  </a:lnTo>
                  <a:lnTo>
                    <a:pt x="58443" y="53186"/>
                  </a:lnTo>
                  <a:lnTo>
                    <a:pt x="68182" y="62138"/>
                  </a:lnTo>
                  <a:lnTo>
                    <a:pt x="77923" y="71101"/>
                  </a:lnTo>
                  <a:lnTo>
                    <a:pt x="87664" y="80072"/>
                  </a:lnTo>
                  <a:lnTo>
                    <a:pt x="97404" y="89044"/>
                  </a:lnTo>
                  <a:lnTo>
                    <a:pt x="107145" y="98016"/>
                  </a:lnTo>
                  <a:lnTo>
                    <a:pt x="116886" y="106981"/>
                  </a:lnTo>
                  <a:lnTo>
                    <a:pt x="126625" y="115936"/>
                  </a:lnTo>
                  <a:lnTo>
                    <a:pt x="136366" y="124879"/>
                  </a:lnTo>
                  <a:lnTo>
                    <a:pt x="146107" y="133805"/>
                  </a:lnTo>
                  <a:lnTo>
                    <a:pt x="155846" y="142710"/>
                  </a:lnTo>
                  <a:lnTo>
                    <a:pt x="165587" y="151591"/>
                  </a:lnTo>
                  <a:lnTo>
                    <a:pt x="175328" y="160447"/>
                  </a:lnTo>
                  <a:lnTo>
                    <a:pt x="185068" y="169275"/>
                  </a:lnTo>
                  <a:lnTo>
                    <a:pt x="194809" y="178071"/>
                  </a:lnTo>
                  <a:lnTo>
                    <a:pt x="204550" y="186833"/>
                  </a:lnTo>
                  <a:lnTo>
                    <a:pt x="214289" y="195560"/>
                  </a:lnTo>
                  <a:lnTo>
                    <a:pt x="224030" y="204249"/>
                  </a:lnTo>
                  <a:lnTo>
                    <a:pt x="233771" y="212897"/>
                  </a:lnTo>
                  <a:lnTo>
                    <a:pt x="243510" y="221505"/>
                  </a:lnTo>
                  <a:lnTo>
                    <a:pt x="253251" y="230070"/>
                  </a:lnTo>
                  <a:lnTo>
                    <a:pt x="262992" y="238591"/>
                  </a:lnTo>
                  <a:lnTo>
                    <a:pt x="272732" y="247065"/>
                  </a:lnTo>
                  <a:lnTo>
                    <a:pt x="282473" y="255494"/>
                  </a:lnTo>
                  <a:lnTo>
                    <a:pt x="292214" y="263873"/>
                  </a:lnTo>
                  <a:lnTo>
                    <a:pt x="301953" y="272204"/>
                  </a:lnTo>
                  <a:lnTo>
                    <a:pt x="311694" y="280485"/>
                  </a:lnTo>
                  <a:lnTo>
                    <a:pt x="321435" y="288715"/>
                  </a:lnTo>
                  <a:lnTo>
                    <a:pt x="331175" y="296893"/>
                  </a:lnTo>
                  <a:lnTo>
                    <a:pt x="340916" y="305018"/>
                  </a:lnTo>
                  <a:lnTo>
                    <a:pt x="350656" y="313089"/>
                  </a:lnTo>
                  <a:lnTo>
                    <a:pt x="360396" y="321106"/>
                  </a:lnTo>
                  <a:lnTo>
                    <a:pt x="370137" y="329066"/>
                  </a:lnTo>
                  <a:lnTo>
                    <a:pt x="379878" y="336970"/>
                  </a:lnTo>
                  <a:lnTo>
                    <a:pt x="389617" y="344818"/>
                  </a:lnTo>
                  <a:lnTo>
                    <a:pt x="399358" y="352607"/>
                  </a:lnTo>
                  <a:lnTo>
                    <a:pt x="409099" y="360335"/>
                  </a:lnTo>
                  <a:lnTo>
                    <a:pt x="418839" y="368003"/>
                  </a:lnTo>
                  <a:lnTo>
                    <a:pt x="428580" y="375609"/>
                  </a:lnTo>
                  <a:lnTo>
                    <a:pt x="438321" y="383153"/>
                  </a:lnTo>
                  <a:lnTo>
                    <a:pt x="448060" y="390630"/>
                  </a:lnTo>
                  <a:lnTo>
                    <a:pt x="457801" y="398044"/>
                  </a:lnTo>
                  <a:lnTo>
                    <a:pt x="467542" y="405389"/>
                  </a:lnTo>
                  <a:lnTo>
                    <a:pt x="477281" y="412665"/>
                  </a:lnTo>
                  <a:lnTo>
                    <a:pt x="487022" y="419871"/>
                  </a:lnTo>
                  <a:lnTo>
                    <a:pt x="496763" y="427003"/>
                  </a:lnTo>
                  <a:lnTo>
                    <a:pt x="506503" y="434061"/>
                  </a:lnTo>
                  <a:lnTo>
                    <a:pt x="516244" y="441044"/>
                  </a:lnTo>
                  <a:lnTo>
                    <a:pt x="525985" y="447947"/>
                  </a:lnTo>
                  <a:lnTo>
                    <a:pt x="535724" y="454769"/>
                  </a:lnTo>
                  <a:lnTo>
                    <a:pt x="545465" y="461508"/>
                  </a:lnTo>
                  <a:lnTo>
                    <a:pt x="555206" y="468162"/>
                  </a:lnTo>
                  <a:lnTo>
                    <a:pt x="564946" y="474728"/>
                  </a:lnTo>
                  <a:lnTo>
                    <a:pt x="574687" y="481204"/>
                  </a:lnTo>
                  <a:lnTo>
                    <a:pt x="584428" y="487587"/>
                  </a:lnTo>
                  <a:lnTo>
                    <a:pt x="594167" y="493873"/>
                  </a:lnTo>
                  <a:lnTo>
                    <a:pt x="603908" y="500060"/>
                  </a:lnTo>
                  <a:lnTo>
                    <a:pt x="613649" y="506147"/>
                  </a:lnTo>
                  <a:lnTo>
                    <a:pt x="623388" y="512129"/>
                  </a:lnTo>
                  <a:lnTo>
                    <a:pt x="633129" y="518005"/>
                  </a:lnTo>
                  <a:lnTo>
                    <a:pt x="642870" y="523769"/>
                  </a:lnTo>
                  <a:lnTo>
                    <a:pt x="652610" y="529420"/>
                  </a:lnTo>
                  <a:lnTo>
                    <a:pt x="662351" y="534955"/>
                  </a:lnTo>
                  <a:lnTo>
                    <a:pt x="672092" y="540370"/>
                  </a:lnTo>
                  <a:lnTo>
                    <a:pt x="681831" y="545662"/>
                  </a:lnTo>
                  <a:lnTo>
                    <a:pt x="691572" y="550829"/>
                  </a:lnTo>
                  <a:lnTo>
                    <a:pt x="701313" y="555868"/>
                  </a:lnTo>
                  <a:lnTo>
                    <a:pt x="711052" y="560772"/>
                  </a:lnTo>
                  <a:lnTo>
                    <a:pt x="720793" y="565543"/>
                  </a:lnTo>
                  <a:lnTo>
                    <a:pt x="730534" y="570175"/>
                  </a:lnTo>
                  <a:lnTo>
                    <a:pt x="740274" y="574666"/>
                  </a:lnTo>
                  <a:lnTo>
                    <a:pt x="750015" y="579010"/>
                  </a:lnTo>
                  <a:lnTo>
                    <a:pt x="759756" y="583209"/>
                  </a:lnTo>
                  <a:lnTo>
                    <a:pt x="769495" y="587255"/>
                  </a:lnTo>
                  <a:lnTo>
                    <a:pt x="779236" y="591148"/>
                  </a:lnTo>
                  <a:lnTo>
                    <a:pt x="788977" y="594884"/>
                  </a:lnTo>
                  <a:lnTo>
                    <a:pt x="798717" y="598459"/>
                  </a:lnTo>
                  <a:lnTo>
                    <a:pt x="808458" y="601873"/>
                  </a:lnTo>
                  <a:lnTo>
                    <a:pt x="818199" y="605119"/>
                  </a:lnTo>
                  <a:lnTo>
                    <a:pt x="827938" y="608199"/>
                  </a:lnTo>
                  <a:lnTo>
                    <a:pt x="837679" y="611106"/>
                  </a:lnTo>
                  <a:lnTo>
                    <a:pt x="847420" y="613838"/>
                  </a:lnTo>
                  <a:lnTo>
                    <a:pt x="857159" y="616395"/>
                  </a:lnTo>
                  <a:lnTo>
                    <a:pt x="866900" y="618771"/>
                  </a:lnTo>
                  <a:lnTo>
                    <a:pt x="876641" y="620967"/>
                  </a:lnTo>
                  <a:lnTo>
                    <a:pt x="886381" y="622977"/>
                  </a:lnTo>
                  <a:lnTo>
                    <a:pt x="896122" y="624801"/>
                  </a:lnTo>
                  <a:lnTo>
                    <a:pt x="905863" y="626435"/>
                  </a:lnTo>
                  <a:lnTo>
                    <a:pt x="915602" y="627879"/>
                  </a:lnTo>
                  <a:lnTo>
                    <a:pt x="925343" y="629129"/>
                  </a:lnTo>
                  <a:lnTo>
                    <a:pt x="935084" y="630184"/>
                  </a:lnTo>
                  <a:lnTo>
                    <a:pt x="944824" y="631040"/>
                  </a:lnTo>
                  <a:lnTo>
                    <a:pt x="954564" y="631697"/>
                  </a:lnTo>
                  <a:lnTo>
                    <a:pt x="964305" y="632155"/>
                  </a:lnTo>
                  <a:lnTo>
                    <a:pt x="974045" y="632408"/>
                  </a:lnTo>
                  <a:lnTo>
                    <a:pt x="983786" y="632457"/>
                  </a:lnTo>
                  <a:lnTo>
                    <a:pt x="993522" y="632302"/>
                  </a:lnTo>
                  <a:lnTo>
                    <a:pt x="1003266" y="631939"/>
                  </a:lnTo>
                  <a:lnTo>
                    <a:pt x="1013010" y="631370"/>
                  </a:lnTo>
                  <a:lnTo>
                    <a:pt x="1022754" y="630591"/>
                  </a:lnTo>
                  <a:lnTo>
                    <a:pt x="1032483" y="629601"/>
                  </a:lnTo>
                  <a:lnTo>
                    <a:pt x="1042227" y="628402"/>
                  </a:lnTo>
                  <a:lnTo>
                    <a:pt x="1051971" y="626992"/>
                  </a:lnTo>
                  <a:lnTo>
                    <a:pt x="1061715" y="625371"/>
                  </a:lnTo>
                  <a:lnTo>
                    <a:pt x="1071444" y="623539"/>
                  </a:lnTo>
                  <a:lnTo>
                    <a:pt x="1081188" y="621496"/>
                  </a:lnTo>
                  <a:lnTo>
                    <a:pt x="1090932" y="619242"/>
                  </a:lnTo>
                  <a:lnTo>
                    <a:pt x="1100676" y="616779"/>
                  </a:lnTo>
                  <a:lnTo>
                    <a:pt x="1110405" y="614106"/>
                  </a:lnTo>
                  <a:lnTo>
                    <a:pt x="1120149" y="611225"/>
                  </a:lnTo>
                  <a:lnTo>
                    <a:pt x="1129893" y="608136"/>
                  </a:lnTo>
                  <a:lnTo>
                    <a:pt x="1139637" y="604842"/>
                  </a:lnTo>
                  <a:lnTo>
                    <a:pt x="1149381" y="601344"/>
                  </a:lnTo>
                  <a:lnTo>
                    <a:pt x="1159110" y="597643"/>
                  </a:lnTo>
                  <a:lnTo>
                    <a:pt x="1168854" y="593744"/>
                  </a:lnTo>
                  <a:lnTo>
                    <a:pt x="1178598" y="589648"/>
                  </a:lnTo>
                  <a:lnTo>
                    <a:pt x="1188341" y="585359"/>
                  </a:lnTo>
                  <a:lnTo>
                    <a:pt x="1198070" y="580877"/>
                  </a:lnTo>
                  <a:lnTo>
                    <a:pt x="1207814" y="576209"/>
                  </a:lnTo>
                  <a:lnTo>
                    <a:pt x="1217558" y="571358"/>
                  </a:lnTo>
                  <a:lnTo>
                    <a:pt x="1227302" y="566328"/>
                  </a:lnTo>
                  <a:lnTo>
                    <a:pt x="1237031" y="561124"/>
                  </a:lnTo>
                  <a:lnTo>
                    <a:pt x="1246775" y="555748"/>
                  </a:lnTo>
                  <a:lnTo>
                    <a:pt x="1256519" y="550210"/>
                  </a:lnTo>
                  <a:lnTo>
                    <a:pt x="1266263" y="544512"/>
                  </a:lnTo>
                  <a:lnTo>
                    <a:pt x="1276007" y="538661"/>
                  </a:lnTo>
                  <a:lnTo>
                    <a:pt x="1285736" y="532664"/>
                  </a:lnTo>
                  <a:lnTo>
                    <a:pt x="1295480" y="526526"/>
                  </a:lnTo>
                  <a:lnTo>
                    <a:pt x="1305224" y="520253"/>
                  </a:lnTo>
                  <a:lnTo>
                    <a:pt x="1314968" y="513855"/>
                  </a:lnTo>
                  <a:lnTo>
                    <a:pt x="1324697" y="507339"/>
                  </a:lnTo>
                  <a:lnTo>
                    <a:pt x="1334441" y="500712"/>
                  </a:lnTo>
                  <a:lnTo>
                    <a:pt x="1344185" y="493982"/>
                  </a:lnTo>
                  <a:lnTo>
                    <a:pt x="1353929" y="487158"/>
                  </a:lnTo>
                  <a:lnTo>
                    <a:pt x="1363658" y="480249"/>
                  </a:lnTo>
                  <a:lnTo>
                    <a:pt x="1373402" y="473263"/>
                  </a:lnTo>
                  <a:lnTo>
                    <a:pt x="1383146" y="466211"/>
                  </a:lnTo>
                  <a:lnTo>
                    <a:pt x="1392890" y="459103"/>
                  </a:lnTo>
                  <a:lnTo>
                    <a:pt x="1402619" y="451947"/>
                  </a:lnTo>
                  <a:lnTo>
                    <a:pt x="1412363" y="444755"/>
                  </a:lnTo>
                  <a:lnTo>
                    <a:pt x="1422106" y="437535"/>
                  </a:lnTo>
                  <a:lnTo>
                    <a:pt x="1431850" y="430300"/>
                  </a:lnTo>
                  <a:lnTo>
                    <a:pt x="1441594" y="423061"/>
                  </a:lnTo>
                  <a:lnTo>
                    <a:pt x="1451323" y="415826"/>
                  </a:lnTo>
                  <a:lnTo>
                    <a:pt x="1461067" y="408609"/>
                  </a:lnTo>
                  <a:lnTo>
                    <a:pt x="1470811" y="401420"/>
                  </a:lnTo>
                  <a:lnTo>
                    <a:pt x="1480555" y="394272"/>
                  </a:lnTo>
                  <a:lnTo>
                    <a:pt x="1490284" y="387174"/>
                  </a:lnTo>
                  <a:lnTo>
                    <a:pt x="1500028" y="380137"/>
                  </a:lnTo>
                  <a:lnTo>
                    <a:pt x="1509772" y="373176"/>
                  </a:lnTo>
                  <a:lnTo>
                    <a:pt x="1519516" y="366300"/>
                  </a:lnTo>
                  <a:lnTo>
                    <a:pt x="1529245" y="359523"/>
                  </a:lnTo>
                  <a:lnTo>
                    <a:pt x="1538989" y="352854"/>
                  </a:lnTo>
                  <a:lnTo>
                    <a:pt x="1548733" y="346304"/>
                  </a:lnTo>
                  <a:lnTo>
                    <a:pt x="1558477" y="339887"/>
                  </a:lnTo>
                  <a:lnTo>
                    <a:pt x="1568221" y="333615"/>
                  </a:lnTo>
                  <a:lnTo>
                    <a:pt x="1577950" y="327495"/>
                  </a:lnTo>
                  <a:lnTo>
                    <a:pt x="1587694" y="321541"/>
                  </a:lnTo>
                  <a:lnTo>
                    <a:pt x="1597438" y="315763"/>
                  </a:lnTo>
                  <a:lnTo>
                    <a:pt x="1607182" y="310173"/>
                  </a:lnTo>
                  <a:lnTo>
                    <a:pt x="1616911" y="304780"/>
                  </a:lnTo>
                  <a:lnTo>
                    <a:pt x="1626655" y="299593"/>
                  </a:lnTo>
                  <a:lnTo>
                    <a:pt x="1636399" y="294624"/>
                  </a:lnTo>
                  <a:lnTo>
                    <a:pt x="1646142" y="289882"/>
                  </a:lnTo>
                  <a:lnTo>
                    <a:pt x="1655872" y="285377"/>
                  </a:lnTo>
                  <a:lnTo>
                    <a:pt x="1665616" y="281115"/>
                  </a:lnTo>
                  <a:lnTo>
                    <a:pt x="1675359" y="277108"/>
                  </a:lnTo>
                  <a:lnTo>
                    <a:pt x="1685103" y="273362"/>
                  </a:lnTo>
                  <a:lnTo>
                    <a:pt x="1694832" y="269886"/>
                  </a:lnTo>
                  <a:lnTo>
                    <a:pt x="1704576" y="266686"/>
                  </a:lnTo>
                  <a:lnTo>
                    <a:pt x="1714320" y="263770"/>
                  </a:lnTo>
                  <a:lnTo>
                    <a:pt x="1724064" y="261143"/>
                  </a:lnTo>
                  <a:lnTo>
                    <a:pt x="1733808" y="258813"/>
                  </a:lnTo>
                  <a:lnTo>
                    <a:pt x="1743537" y="256782"/>
                  </a:lnTo>
                  <a:lnTo>
                    <a:pt x="1753281" y="255059"/>
                  </a:lnTo>
                  <a:lnTo>
                    <a:pt x="1763025" y="253643"/>
                  </a:lnTo>
                  <a:lnTo>
                    <a:pt x="1772769" y="252544"/>
                  </a:lnTo>
                  <a:lnTo>
                    <a:pt x="1782498" y="251760"/>
                  </a:lnTo>
                  <a:lnTo>
                    <a:pt x="1792242" y="251295"/>
                  </a:lnTo>
                  <a:lnTo>
                    <a:pt x="1801986" y="251154"/>
                  </a:lnTo>
                  <a:lnTo>
                    <a:pt x="1811730" y="251334"/>
                  </a:lnTo>
                  <a:lnTo>
                    <a:pt x="1821459" y="251837"/>
                  </a:lnTo>
                  <a:lnTo>
                    <a:pt x="1831203" y="252666"/>
                  </a:lnTo>
                  <a:lnTo>
                    <a:pt x="1840947" y="253819"/>
                  </a:lnTo>
                  <a:lnTo>
                    <a:pt x="1850691" y="255293"/>
                  </a:lnTo>
                  <a:lnTo>
                    <a:pt x="1860435" y="257089"/>
                  </a:lnTo>
                  <a:lnTo>
                    <a:pt x="1870164" y="259204"/>
                  </a:lnTo>
                  <a:lnTo>
                    <a:pt x="1879908" y="261634"/>
                  </a:lnTo>
                  <a:lnTo>
                    <a:pt x="1889652" y="264376"/>
                  </a:lnTo>
                  <a:lnTo>
                    <a:pt x="1899395" y="267429"/>
                  </a:lnTo>
                  <a:lnTo>
                    <a:pt x="1909124" y="270785"/>
                  </a:lnTo>
                  <a:lnTo>
                    <a:pt x="1918868" y="274439"/>
                  </a:lnTo>
                  <a:lnTo>
                    <a:pt x="1928612" y="278386"/>
                  </a:lnTo>
                  <a:lnTo>
                    <a:pt x="1938356" y="282620"/>
                  </a:lnTo>
                  <a:lnTo>
                    <a:pt x="1948085" y="287132"/>
                  </a:lnTo>
                  <a:lnTo>
                    <a:pt x="1957829" y="291917"/>
                  </a:lnTo>
                  <a:lnTo>
                    <a:pt x="1967573" y="296965"/>
                  </a:lnTo>
                  <a:lnTo>
                    <a:pt x="1977317" y="302269"/>
                  </a:lnTo>
                  <a:lnTo>
                    <a:pt x="1987046" y="307817"/>
                  </a:lnTo>
                  <a:lnTo>
                    <a:pt x="1996790" y="313604"/>
                  </a:lnTo>
                  <a:lnTo>
                    <a:pt x="2006534" y="319614"/>
                  </a:lnTo>
                  <a:lnTo>
                    <a:pt x="2016278" y="325842"/>
                  </a:lnTo>
                  <a:lnTo>
                    <a:pt x="2026022" y="332273"/>
                  </a:lnTo>
                  <a:lnTo>
                    <a:pt x="2035751" y="338897"/>
                  </a:lnTo>
                  <a:lnTo>
                    <a:pt x="2045495" y="345700"/>
                  </a:lnTo>
                  <a:lnTo>
                    <a:pt x="2055239" y="352672"/>
                  </a:lnTo>
                  <a:lnTo>
                    <a:pt x="2064983" y="359800"/>
                  </a:lnTo>
                  <a:lnTo>
                    <a:pt x="2074712" y="367071"/>
                  </a:lnTo>
                  <a:lnTo>
                    <a:pt x="2084456" y="374470"/>
                  </a:lnTo>
                  <a:lnTo>
                    <a:pt x="2094200" y="381985"/>
                  </a:lnTo>
                  <a:lnTo>
                    <a:pt x="2103944" y="389599"/>
                  </a:lnTo>
                  <a:lnTo>
                    <a:pt x="2113673" y="397302"/>
                  </a:lnTo>
                  <a:lnTo>
                    <a:pt x="2123417" y="405077"/>
                  </a:lnTo>
                  <a:lnTo>
                    <a:pt x="2133161" y="412907"/>
                  </a:lnTo>
                  <a:lnTo>
                    <a:pt x="2142905" y="420783"/>
                  </a:lnTo>
                  <a:lnTo>
                    <a:pt x="2152649" y="428685"/>
                  </a:lnTo>
                  <a:lnTo>
                    <a:pt x="2162377" y="436600"/>
                  </a:lnTo>
                  <a:lnTo>
                    <a:pt x="2172121" y="444511"/>
                  </a:lnTo>
                  <a:lnTo>
                    <a:pt x="2181865" y="452406"/>
                  </a:lnTo>
                  <a:lnTo>
                    <a:pt x="2191609" y="460265"/>
                  </a:lnTo>
                  <a:lnTo>
                    <a:pt x="2201338" y="468077"/>
                  </a:lnTo>
                  <a:lnTo>
                    <a:pt x="2211082" y="475824"/>
                  </a:lnTo>
                  <a:lnTo>
                    <a:pt x="2220826" y="483491"/>
                  </a:lnTo>
                  <a:lnTo>
                    <a:pt x="2230570" y="491064"/>
                  </a:lnTo>
                  <a:lnTo>
                    <a:pt x="2240299" y="498529"/>
                  </a:lnTo>
                  <a:lnTo>
                    <a:pt x="2250043" y="505868"/>
                  </a:lnTo>
                  <a:lnTo>
                    <a:pt x="2259787" y="513067"/>
                  </a:lnTo>
                  <a:lnTo>
                    <a:pt x="2269531" y="520113"/>
                  </a:lnTo>
                  <a:lnTo>
                    <a:pt x="2279260" y="526990"/>
                  </a:lnTo>
                  <a:lnTo>
                    <a:pt x="2289004" y="533686"/>
                  </a:lnTo>
                  <a:lnTo>
                    <a:pt x="2298748" y="540185"/>
                  </a:lnTo>
                  <a:lnTo>
                    <a:pt x="2308492" y="546475"/>
                  </a:lnTo>
                  <a:lnTo>
                    <a:pt x="2318236" y="552544"/>
                  </a:lnTo>
                  <a:lnTo>
                    <a:pt x="2327965" y="558377"/>
                  </a:lnTo>
                  <a:lnTo>
                    <a:pt x="2337709" y="563962"/>
                  </a:lnTo>
                  <a:lnTo>
                    <a:pt x="2347453" y="569289"/>
                  </a:lnTo>
                  <a:lnTo>
                    <a:pt x="2357197" y="574345"/>
                  </a:lnTo>
                  <a:lnTo>
                    <a:pt x="2366926" y="579120"/>
                  </a:lnTo>
                  <a:lnTo>
                    <a:pt x="2376670" y="583602"/>
                  </a:lnTo>
                  <a:lnTo>
                    <a:pt x="2386413" y="587784"/>
                  </a:lnTo>
                  <a:lnTo>
                    <a:pt x="2396157" y="591653"/>
                  </a:lnTo>
                  <a:lnTo>
                    <a:pt x="2405886" y="595204"/>
                  </a:lnTo>
                  <a:lnTo>
                    <a:pt x="2415630" y="598425"/>
                  </a:lnTo>
                  <a:lnTo>
                    <a:pt x="2425374" y="601311"/>
                  </a:lnTo>
                  <a:lnTo>
                    <a:pt x="2435118" y="603854"/>
                  </a:lnTo>
                  <a:lnTo>
                    <a:pt x="2444862" y="606047"/>
                  </a:lnTo>
                  <a:lnTo>
                    <a:pt x="2454591" y="607887"/>
                  </a:lnTo>
                  <a:lnTo>
                    <a:pt x="2464335" y="609365"/>
                  </a:lnTo>
                  <a:lnTo>
                    <a:pt x="2474079" y="610480"/>
                  </a:lnTo>
                  <a:lnTo>
                    <a:pt x="2483823" y="611225"/>
                  </a:lnTo>
                  <a:lnTo>
                    <a:pt x="2493552" y="611599"/>
                  </a:lnTo>
                  <a:lnTo>
                    <a:pt x="2503296" y="611599"/>
                  </a:lnTo>
                  <a:lnTo>
                    <a:pt x="2513040" y="611223"/>
                  </a:lnTo>
                  <a:lnTo>
                    <a:pt x="2522784" y="610471"/>
                  </a:lnTo>
                  <a:lnTo>
                    <a:pt x="2532513" y="609342"/>
                  </a:lnTo>
                  <a:lnTo>
                    <a:pt x="2542257" y="607834"/>
                  </a:lnTo>
                  <a:lnTo>
                    <a:pt x="2552001" y="605951"/>
                  </a:lnTo>
                  <a:lnTo>
                    <a:pt x="2561745" y="603693"/>
                  </a:lnTo>
                  <a:lnTo>
                    <a:pt x="2571474" y="601064"/>
                  </a:lnTo>
                  <a:lnTo>
                    <a:pt x="2581218" y="598065"/>
                  </a:lnTo>
                  <a:lnTo>
                    <a:pt x="2590962" y="594700"/>
                  </a:lnTo>
                  <a:lnTo>
                    <a:pt x="2600705" y="590974"/>
                  </a:lnTo>
                  <a:lnTo>
                    <a:pt x="2610449" y="586890"/>
                  </a:lnTo>
                  <a:lnTo>
                    <a:pt x="2620178" y="582456"/>
                  </a:lnTo>
                  <a:lnTo>
                    <a:pt x="2629922" y="577677"/>
                  </a:lnTo>
                  <a:lnTo>
                    <a:pt x="2639666" y="572559"/>
                  </a:lnTo>
                  <a:lnTo>
                    <a:pt x="2649410" y="567109"/>
                  </a:lnTo>
                  <a:lnTo>
                    <a:pt x="2659139" y="561336"/>
                  </a:lnTo>
                  <a:lnTo>
                    <a:pt x="2668883" y="555248"/>
                  </a:lnTo>
                  <a:lnTo>
                    <a:pt x="2678627" y="548853"/>
                  </a:lnTo>
                  <a:lnTo>
                    <a:pt x="2688371" y="542161"/>
                  </a:lnTo>
                  <a:lnTo>
                    <a:pt x="2698100" y="535180"/>
                  </a:lnTo>
                  <a:lnTo>
                    <a:pt x="2707844" y="527923"/>
                  </a:lnTo>
                  <a:lnTo>
                    <a:pt x="2717588" y="520399"/>
                  </a:lnTo>
                  <a:lnTo>
                    <a:pt x="2727332" y="512617"/>
                  </a:lnTo>
                  <a:lnTo>
                    <a:pt x="2737076" y="504593"/>
                  </a:lnTo>
                  <a:lnTo>
                    <a:pt x="2746805" y="496334"/>
                  </a:lnTo>
                  <a:lnTo>
                    <a:pt x="2756549" y="487854"/>
                  </a:lnTo>
                  <a:lnTo>
                    <a:pt x="2766293" y="479166"/>
                  </a:lnTo>
                  <a:lnTo>
                    <a:pt x="2776037" y="470280"/>
                  </a:lnTo>
                  <a:lnTo>
                    <a:pt x="2785766" y="461211"/>
                  </a:lnTo>
                  <a:lnTo>
                    <a:pt x="2795510" y="451971"/>
                  </a:lnTo>
                  <a:lnTo>
                    <a:pt x="2805254" y="442573"/>
                  </a:lnTo>
                  <a:lnTo>
                    <a:pt x="2814998" y="433030"/>
                  </a:lnTo>
                  <a:lnTo>
                    <a:pt x="2824727" y="423356"/>
                  </a:lnTo>
                  <a:lnTo>
                    <a:pt x="2834471" y="413564"/>
                  </a:lnTo>
                  <a:lnTo>
                    <a:pt x="2844215" y="403669"/>
                  </a:lnTo>
                  <a:lnTo>
                    <a:pt x="2853958" y="393680"/>
                  </a:lnTo>
                  <a:lnTo>
                    <a:pt x="2863687" y="383616"/>
                  </a:lnTo>
                  <a:lnTo>
                    <a:pt x="2873431" y="373486"/>
                  </a:lnTo>
                  <a:lnTo>
                    <a:pt x="2883175" y="363307"/>
                  </a:lnTo>
                  <a:lnTo>
                    <a:pt x="2892919" y="353091"/>
                  </a:lnTo>
                  <a:lnTo>
                    <a:pt x="2902663" y="342852"/>
                  </a:lnTo>
                  <a:lnTo>
                    <a:pt x="2912392" y="33260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5" name="Freeform 784">
              <a:extLst>
                <a:ext uri="{FF2B5EF4-FFF2-40B4-BE49-F238E27FC236}">
                  <a16:creationId xmlns:a16="http://schemas.microsoft.com/office/drawing/2014/main" id="{5227E223-A019-286E-B58C-ED9A5CD9ED77}"/>
                </a:ext>
              </a:extLst>
            </p:cNvPr>
            <p:cNvSpPr/>
            <p:nvPr/>
          </p:nvSpPr>
          <p:spPr>
            <a:xfrm>
              <a:off x="576446" y="3182973"/>
              <a:ext cx="2912392" cy="808160"/>
            </a:xfrm>
            <a:custGeom>
              <a:avLst/>
              <a:gdLst>
                <a:gd name="connsiteX0" fmla="*/ 0 w 2912392"/>
                <a:gd name="connsiteY0" fmla="*/ 808161 h 808160"/>
                <a:gd name="connsiteX1" fmla="*/ 9739 w 2912392"/>
                <a:gd name="connsiteY1" fmla="*/ 806929 h 808160"/>
                <a:gd name="connsiteX2" fmla="*/ 19480 w 2912392"/>
                <a:gd name="connsiteY2" fmla="*/ 805618 h 808160"/>
                <a:gd name="connsiteX3" fmla="*/ 29221 w 2912392"/>
                <a:gd name="connsiteY3" fmla="*/ 804225 h 808160"/>
                <a:gd name="connsiteX4" fmla="*/ 38961 w 2912392"/>
                <a:gd name="connsiteY4" fmla="*/ 802754 h 808160"/>
                <a:gd name="connsiteX5" fmla="*/ 48702 w 2912392"/>
                <a:gd name="connsiteY5" fmla="*/ 801206 h 808160"/>
                <a:gd name="connsiteX6" fmla="*/ 58443 w 2912392"/>
                <a:gd name="connsiteY6" fmla="*/ 799584 h 808160"/>
                <a:gd name="connsiteX7" fmla="*/ 68182 w 2912392"/>
                <a:gd name="connsiteY7" fmla="*/ 797885 h 808160"/>
                <a:gd name="connsiteX8" fmla="*/ 77923 w 2912392"/>
                <a:gd name="connsiteY8" fmla="*/ 796114 h 808160"/>
                <a:gd name="connsiteX9" fmla="*/ 87664 w 2912392"/>
                <a:gd name="connsiteY9" fmla="*/ 794272 h 808160"/>
                <a:gd name="connsiteX10" fmla="*/ 97404 w 2912392"/>
                <a:gd name="connsiteY10" fmla="*/ 792361 h 808160"/>
                <a:gd name="connsiteX11" fmla="*/ 107145 w 2912392"/>
                <a:gd name="connsiteY11" fmla="*/ 790379 h 808160"/>
                <a:gd name="connsiteX12" fmla="*/ 116886 w 2912392"/>
                <a:gd name="connsiteY12" fmla="*/ 788332 h 808160"/>
                <a:gd name="connsiteX13" fmla="*/ 126625 w 2912392"/>
                <a:gd name="connsiteY13" fmla="*/ 786219 h 808160"/>
                <a:gd name="connsiteX14" fmla="*/ 136366 w 2912392"/>
                <a:gd name="connsiteY14" fmla="*/ 784043 h 808160"/>
                <a:gd name="connsiteX15" fmla="*/ 146107 w 2912392"/>
                <a:gd name="connsiteY15" fmla="*/ 781805 h 808160"/>
                <a:gd name="connsiteX16" fmla="*/ 155846 w 2912392"/>
                <a:gd name="connsiteY16" fmla="*/ 779504 h 808160"/>
                <a:gd name="connsiteX17" fmla="*/ 165587 w 2912392"/>
                <a:gd name="connsiteY17" fmla="*/ 777144 h 808160"/>
                <a:gd name="connsiteX18" fmla="*/ 175328 w 2912392"/>
                <a:gd name="connsiteY18" fmla="*/ 774728 h 808160"/>
                <a:gd name="connsiteX19" fmla="*/ 185068 w 2912392"/>
                <a:gd name="connsiteY19" fmla="*/ 772251 h 808160"/>
                <a:gd name="connsiteX20" fmla="*/ 194809 w 2912392"/>
                <a:gd name="connsiteY20" fmla="*/ 769722 h 808160"/>
                <a:gd name="connsiteX21" fmla="*/ 204550 w 2912392"/>
                <a:gd name="connsiteY21" fmla="*/ 767135 h 808160"/>
                <a:gd name="connsiteX22" fmla="*/ 214289 w 2912392"/>
                <a:gd name="connsiteY22" fmla="*/ 764495 h 808160"/>
                <a:gd name="connsiteX23" fmla="*/ 224030 w 2912392"/>
                <a:gd name="connsiteY23" fmla="*/ 761803 h 808160"/>
                <a:gd name="connsiteX24" fmla="*/ 233771 w 2912392"/>
                <a:gd name="connsiteY24" fmla="*/ 759057 h 808160"/>
                <a:gd name="connsiteX25" fmla="*/ 243510 w 2912392"/>
                <a:gd name="connsiteY25" fmla="*/ 756260 h 808160"/>
                <a:gd name="connsiteX26" fmla="*/ 253251 w 2912392"/>
                <a:gd name="connsiteY26" fmla="*/ 753412 h 808160"/>
                <a:gd name="connsiteX27" fmla="*/ 262992 w 2912392"/>
                <a:gd name="connsiteY27" fmla="*/ 750514 h 808160"/>
                <a:gd name="connsiteX28" fmla="*/ 272732 w 2912392"/>
                <a:gd name="connsiteY28" fmla="*/ 747564 h 808160"/>
                <a:gd name="connsiteX29" fmla="*/ 282473 w 2912392"/>
                <a:gd name="connsiteY29" fmla="*/ 744565 h 808160"/>
                <a:gd name="connsiteX30" fmla="*/ 292214 w 2912392"/>
                <a:gd name="connsiteY30" fmla="*/ 741516 h 808160"/>
                <a:gd name="connsiteX31" fmla="*/ 301953 w 2912392"/>
                <a:gd name="connsiteY31" fmla="*/ 738416 h 808160"/>
                <a:gd name="connsiteX32" fmla="*/ 311694 w 2912392"/>
                <a:gd name="connsiteY32" fmla="*/ 735268 h 808160"/>
                <a:gd name="connsiteX33" fmla="*/ 321435 w 2912392"/>
                <a:gd name="connsiteY33" fmla="*/ 732067 h 808160"/>
                <a:gd name="connsiteX34" fmla="*/ 331175 w 2912392"/>
                <a:gd name="connsiteY34" fmla="*/ 728818 h 808160"/>
                <a:gd name="connsiteX35" fmla="*/ 340916 w 2912392"/>
                <a:gd name="connsiteY35" fmla="*/ 725518 h 808160"/>
                <a:gd name="connsiteX36" fmla="*/ 350656 w 2912392"/>
                <a:gd name="connsiteY36" fmla="*/ 722166 h 808160"/>
                <a:gd name="connsiteX37" fmla="*/ 360396 w 2912392"/>
                <a:gd name="connsiteY37" fmla="*/ 718763 h 808160"/>
                <a:gd name="connsiteX38" fmla="*/ 370137 w 2912392"/>
                <a:gd name="connsiteY38" fmla="*/ 715308 h 808160"/>
                <a:gd name="connsiteX39" fmla="*/ 379878 w 2912392"/>
                <a:gd name="connsiteY39" fmla="*/ 711800 h 808160"/>
                <a:gd name="connsiteX40" fmla="*/ 389617 w 2912392"/>
                <a:gd name="connsiteY40" fmla="*/ 708240 h 808160"/>
                <a:gd name="connsiteX41" fmla="*/ 399358 w 2912392"/>
                <a:gd name="connsiteY41" fmla="*/ 704625 h 808160"/>
                <a:gd name="connsiteX42" fmla="*/ 409099 w 2912392"/>
                <a:gd name="connsiteY42" fmla="*/ 700958 h 808160"/>
                <a:gd name="connsiteX43" fmla="*/ 418839 w 2912392"/>
                <a:gd name="connsiteY43" fmla="*/ 697235 h 808160"/>
                <a:gd name="connsiteX44" fmla="*/ 428580 w 2912392"/>
                <a:gd name="connsiteY44" fmla="*/ 693458 h 808160"/>
                <a:gd name="connsiteX45" fmla="*/ 438321 w 2912392"/>
                <a:gd name="connsiteY45" fmla="*/ 689626 h 808160"/>
                <a:gd name="connsiteX46" fmla="*/ 448060 w 2912392"/>
                <a:gd name="connsiteY46" fmla="*/ 685741 h 808160"/>
                <a:gd name="connsiteX47" fmla="*/ 457801 w 2912392"/>
                <a:gd name="connsiteY47" fmla="*/ 681798 h 808160"/>
                <a:gd name="connsiteX48" fmla="*/ 467542 w 2912392"/>
                <a:gd name="connsiteY48" fmla="*/ 677801 h 808160"/>
                <a:gd name="connsiteX49" fmla="*/ 477281 w 2912392"/>
                <a:gd name="connsiteY49" fmla="*/ 673750 h 808160"/>
                <a:gd name="connsiteX50" fmla="*/ 487022 w 2912392"/>
                <a:gd name="connsiteY50" fmla="*/ 669644 h 808160"/>
                <a:gd name="connsiteX51" fmla="*/ 496763 w 2912392"/>
                <a:gd name="connsiteY51" fmla="*/ 665485 h 808160"/>
                <a:gd name="connsiteX52" fmla="*/ 506503 w 2912392"/>
                <a:gd name="connsiteY52" fmla="*/ 661273 h 808160"/>
                <a:gd name="connsiteX53" fmla="*/ 516244 w 2912392"/>
                <a:gd name="connsiteY53" fmla="*/ 657009 h 808160"/>
                <a:gd name="connsiteX54" fmla="*/ 525985 w 2912392"/>
                <a:gd name="connsiteY54" fmla="*/ 652696 h 808160"/>
                <a:gd name="connsiteX55" fmla="*/ 535724 w 2912392"/>
                <a:gd name="connsiteY55" fmla="*/ 648334 h 808160"/>
                <a:gd name="connsiteX56" fmla="*/ 545465 w 2912392"/>
                <a:gd name="connsiteY56" fmla="*/ 643925 h 808160"/>
                <a:gd name="connsiteX57" fmla="*/ 555206 w 2912392"/>
                <a:gd name="connsiteY57" fmla="*/ 639472 h 808160"/>
                <a:gd name="connsiteX58" fmla="*/ 564946 w 2912392"/>
                <a:gd name="connsiteY58" fmla="*/ 634977 h 808160"/>
                <a:gd name="connsiteX59" fmla="*/ 574687 w 2912392"/>
                <a:gd name="connsiteY59" fmla="*/ 630444 h 808160"/>
                <a:gd name="connsiteX60" fmla="*/ 584428 w 2912392"/>
                <a:gd name="connsiteY60" fmla="*/ 625875 h 808160"/>
                <a:gd name="connsiteX61" fmla="*/ 594167 w 2912392"/>
                <a:gd name="connsiteY61" fmla="*/ 621276 h 808160"/>
                <a:gd name="connsiteX62" fmla="*/ 603908 w 2912392"/>
                <a:gd name="connsiteY62" fmla="*/ 616648 h 808160"/>
                <a:gd name="connsiteX63" fmla="*/ 613649 w 2912392"/>
                <a:gd name="connsiteY63" fmla="*/ 611997 h 808160"/>
                <a:gd name="connsiteX64" fmla="*/ 623388 w 2912392"/>
                <a:gd name="connsiteY64" fmla="*/ 607327 h 808160"/>
                <a:gd name="connsiteX65" fmla="*/ 633129 w 2912392"/>
                <a:gd name="connsiteY65" fmla="*/ 602646 h 808160"/>
                <a:gd name="connsiteX66" fmla="*/ 642870 w 2912392"/>
                <a:gd name="connsiteY66" fmla="*/ 597956 h 808160"/>
                <a:gd name="connsiteX67" fmla="*/ 652610 w 2912392"/>
                <a:gd name="connsiteY67" fmla="*/ 593264 h 808160"/>
                <a:gd name="connsiteX68" fmla="*/ 662351 w 2912392"/>
                <a:gd name="connsiteY68" fmla="*/ 588577 h 808160"/>
                <a:gd name="connsiteX69" fmla="*/ 672092 w 2912392"/>
                <a:gd name="connsiteY69" fmla="*/ 583902 h 808160"/>
                <a:gd name="connsiteX70" fmla="*/ 681831 w 2912392"/>
                <a:gd name="connsiteY70" fmla="*/ 579244 h 808160"/>
                <a:gd name="connsiteX71" fmla="*/ 691572 w 2912392"/>
                <a:gd name="connsiteY71" fmla="*/ 574612 h 808160"/>
                <a:gd name="connsiteX72" fmla="*/ 701313 w 2912392"/>
                <a:gd name="connsiteY72" fmla="*/ 570014 h 808160"/>
                <a:gd name="connsiteX73" fmla="*/ 711052 w 2912392"/>
                <a:gd name="connsiteY73" fmla="*/ 565458 h 808160"/>
                <a:gd name="connsiteX74" fmla="*/ 720793 w 2912392"/>
                <a:gd name="connsiteY74" fmla="*/ 560953 h 808160"/>
                <a:gd name="connsiteX75" fmla="*/ 730534 w 2912392"/>
                <a:gd name="connsiteY75" fmla="*/ 556504 h 808160"/>
                <a:gd name="connsiteX76" fmla="*/ 740274 w 2912392"/>
                <a:gd name="connsiteY76" fmla="*/ 552125 h 808160"/>
                <a:gd name="connsiteX77" fmla="*/ 750015 w 2912392"/>
                <a:gd name="connsiteY77" fmla="*/ 547821 h 808160"/>
                <a:gd name="connsiteX78" fmla="*/ 759756 w 2912392"/>
                <a:gd name="connsiteY78" fmla="*/ 543603 h 808160"/>
                <a:gd name="connsiteX79" fmla="*/ 769495 w 2912392"/>
                <a:gd name="connsiteY79" fmla="*/ 539480 h 808160"/>
                <a:gd name="connsiteX80" fmla="*/ 779236 w 2912392"/>
                <a:gd name="connsiteY80" fmla="*/ 535463 h 808160"/>
                <a:gd name="connsiteX81" fmla="*/ 788977 w 2912392"/>
                <a:gd name="connsiteY81" fmla="*/ 531561 h 808160"/>
                <a:gd name="connsiteX82" fmla="*/ 798717 w 2912392"/>
                <a:gd name="connsiteY82" fmla="*/ 527783 h 808160"/>
                <a:gd name="connsiteX83" fmla="*/ 808458 w 2912392"/>
                <a:gd name="connsiteY83" fmla="*/ 524139 h 808160"/>
                <a:gd name="connsiteX84" fmla="*/ 818199 w 2912392"/>
                <a:gd name="connsiteY84" fmla="*/ 520639 h 808160"/>
                <a:gd name="connsiteX85" fmla="*/ 827938 w 2912392"/>
                <a:gd name="connsiteY85" fmla="*/ 517294 h 808160"/>
                <a:gd name="connsiteX86" fmla="*/ 837679 w 2912392"/>
                <a:gd name="connsiteY86" fmla="*/ 514112 h 808160"/>
                <a:gd name="connsiteX87" fmla="*/ 847420 w 2912392"/>
                <a:gd name="connsiteY87" fmla="*/ 511102 h 808160"/>
                <a:gd name="connsiteX88" fmla="*/ 857159 w 2912392"/>
                <a:gd name="connsiteY88" fmla="*/ 508276 h 808160"/>
                <a:gd name="connsiteX89" fmla="*/ 866900 w 2912392"/>
                <a:gd name="connsiteY89" fmla="*/ 505642 h 808160"/>
                <a:gd name="connsiteX90" fmla="*/ 876641 w 2912392"/>
                <a:gd name="connsiteY90" fmla="*/ 503207 h 808160"/>
                <a:gd name="connsiteX91" fmla="*/ 886381 w 2912392"/>
                <a:gd name="connsiteY91" fmla="*/ 500983 h 808160"/>
                <a:gd name="connsiteX92" fmla="*/ 896122 w 2912392"/>
                <a:gd name="connsiteY92" fmla="*/ 498976 h 808160"/>
                <a:gd name="connsiteX93" fmla="*/ 905863 w 2912392"/>
                <a:gd name="connsiteY93" fmla="*/ 497194 h 808160"/>
                <a:gd name="connsiteX94" fmla="*/ 915602 w 2912392"/>
                <a:gd name="connsiteY94" fmla="*/ 495644 h 808160"/>
                <a:gd name="connsiteX95" fmla="*/ 925343 w 2912392"/>
                <a:gd name="connsiteY95" fmla="*/ 494336 h 808160"/>
                <a:gd name="connsiteX96" fmla="*/ 935084 w 2912392"/>
                <a:gd name="connsiteY96" fmla="*/ 493274 h 808160"/>
                <a:gd name="connsiteX97" fmla="*/ 944824 w 2912392"/>
                <a:gd name="connsiteY97" fmla="*/ 492465 h 808160"/>
                <a:gd name="connsiteX98" fmla="*/ 954564 w 2912392"/>
                <a:gd name="connsiteY98" fmla="*/ 491914 h 808160"/>
                <a:gd name="connsiteX99" fmla="*/ 964305 w 2912392"/>
                <a:gd name="connsiteY99" fmla="*/ 491626 h 808160"/>
                <a:gd name="connsiteX100" fmla="*/ 974045 w 2912392"/>
                <a:gd name="connsiteY100" fmla="*/ 491604 h 808160"/>
                <a:gd name="connsiteX101" fmla="*/ 983786 w 2912392"/>
                <a:gd name="connsiteY101" fmla="*/ 491854 h 808160"/>
                <a:gd name="connsiteX102" fmla="*/ 993522 w 2912392"/>
                <a:gd name="connsiteY102" fmla="*/ 492377 h 808160"/>
                <a:gd name="connsiteX103" fmla="*/ 1003266 w 2912392"/>
                <a:gd name="connsiteY103" fmla="*/ 493174 h 808160"/>
                <a:gd name="connsiteX104" fmla="*/ 1013010 w 2912392"/>
                <a:gd name="connsiteY104" fmla="*/ 494250 h 808160"/>
                <a:gd name="connsiteX105" fmla="*/ 1022754 w 2912392"/>
                <a:gd name="connsiteY105" fmla="*/ 495601 h 808160"/>
                <a:gd name="connsiteX106" fmla="*/ 1032483 w 2912392"/>
                <a:gd name="connsiteY106" fmla="*/ 497231 h 808160"/>
                <a:gd name="connsiteX107" fmla="*/ 1042227 w 2912392"/>
                <a:gd name="connsiteY107" fmla="*/ 499135 h 808160"/>
                <a:gd name="connsiteX108" fmla="*/ 1051971 w 2912392"/>
                <a:gd name="connsiteY108" fmla="*/ 501315 h 808160"/>
                <a:gd name="connsiteX109" fmla="*/ 1061715 w 2912392"/>
                <a:gd name="connsiteY109" fmla="*/ 503764 h 808160"/>
                <a:gd name="connsiteX110" fmla="*/ 1071444 w 2912392"/>
                <a:gd name="connsiteY110" fmla="*/ 506483 h 808160"/>
                <a:gd name="connsiteX111" fmla="*/ 1081188 w 2912392"/>
                <a:gd name="connsiteY111" fmla="*/ 509463 h 808160"/>
                <a:gd name="connsiteX112" fmla="*/ 1090932 w 2912392"/>
                <a:gd name="connsiteY112" fmla="*/ 512702 h 808160"/>
                <a:gd name="connsiteX113" fmla="*/ 1100676 w 2912392"/>
                <a:gd name="connsiteY113" fmla="*/ 516193 h 808160"/>
                <a:gd name="connsiteX114" fmla="*/ 1110405 w 2912392"/>
                <a:gd name="connsiteY114" fmla="*/ 519928 h 808160"/>
                <a:gd name="connsiteX115" fmla="*/ 1120149 w 2912392"/>
                <a:gd name="connsiteY115" fmla="*/ 523900 h 808160"/>
                <a:gd name="connsiteX116" fmla="*/ 1129893 w 2912392"/>
                <a:gd name="connsiteY116" fmla="*/ 528102 h 808160"/>
                <a:gd name="connsiteX117" fmla="*/ 1139637 w 2912392"/>
                <a:gd name="connsiteY117" fmla="*/ 532521 h 808160"/>
                <a:gd name="connsiteX118" fmla="*/ 1149381 w 2912392"/>
                <a:gd name="connsiteY118" fmla="*/ 537147 h 808160"/>
                <a:gd name="connsiteX119" fmla="*/ 1159110 w 2912392"/>
                <a:gd name="connsiteY119" fmla="*/ 541971 h 808160"/>
                <a:gd name="connsiteX120" fmla="*/ 1168854 w 2912392"/>
                <a:gd name="connsiteY120" fmla="*/ 546982 h 808160"/>
                <a:gd name="connsiteX121" fmla="*/ 1178598 w 2912392"/>
                <a:gd name="connsiteY121" fmla="*/ 552164 h 808160"/>
                <a:gd name="connsiteX122" fmla="*/ 1188341 w 2912392"/>
                <a:gd name="connsiteY122" fmla="*/ 557507 h 808160"/>
                <a:gd name="connsiteX123" fmla="*/ 1198070 w 2912392"/>
                <a:gd name="connsiteY123" fmla="*/ 562994 h 808160"/>
                <a:gd name="connsiteX124" fmla="*/ 1207814 w 2912392"/>
                <a:gd name="connsiteY124" fmla="*/ 568614 h 808160"/>
                <a:gd name="connsiteX125" fmla="*/ 1217558 w 2912392"/>
                <a:gd name="connsiteY125" fmla="*/ 574348 h 808160"/>
                <a:gd name="connsiteX126" fmla="*/ 1227302 w 2912392"/>
                <a:gd name="connsiteY126" fmla="*/ 580183 h 808160"/>
                <a:gd name="connsiteX127" fmla="*/ 1237031 w 2912392"/>
                <a:gd name="connsiteY127" fmla="*/ 586101 h 808160"/>
                <a:gd name="connsiteX128" fmla="*/ 1246775 w 2912392"/>
                <a:gd name="connsiteY128" fmla="*/ 592087 h 808160"/>
                <a:gd name="connsiteX129" fmla="*/ 1256519 w 2912392"/>
                <a:gd name="connsiteY129" fmla="*/ 598123 h 808160"/>
                <a:gd name="connsiteX130" fmla="*/ 1266263 w 2912392"/>
                <a:gd name="connsiteY130" fmla="*/ 604191 h 808160"/>
                <a:gd name="connsiteX131" fmla="*/ 1276007 w 2912392"/>
                <a:gd name="connsiteY131" fmla="*/ 610274 h 808160"/>
                <a:gd name="connsiteX132" fmla="*/ 1285736 w 2912392"/>
                <a:gd name="connsiteY132" fmla="*/ 616355 h 808160"/>
                <a:gd name="connsiteX133" fmla="*/ 1295480 w 2912392"/>
                <a:gd name="connsiteY133" fmla="*/ 622412 h 808160"/>
                <a:gd name="connsiteX134" fmla="*/ 1305224 w 2912392"/>
                <a:gd name="connsiteY134" fmla="*/ 628430 h 808160"/>
                <a:gd name="connsiteX135" fmla="*/ 1314968 w 2912392"/>
                <a:gd name="connsiteY135" fmla="*/ 634390 h 808160"/>
                <a:gd name="connsiteX136" fmla="*/ 1324697 w 2912392"/>
                <a:gd name="connsiteY136" fmla="*/ 640272 h 808160"/>
                <a:gd name="connsiteX137" fmla="*/ 1334441 w 2912392"/>
                <a:gd name="connsiteY137" fmla="*/ 646057 h 808160"/>
                <a:gd name="connsiteX138" fmla="*/ 1344185 w 2912392"/>
                <a:gd name="connsiteY138" fmla="*/ 651728 h 808160"/>
                <a:gd name="connsiteX139" fmla="*/ 1353929 w 2912392"/>
                <a:gd name="connsiteY139" fmla="*/ 657264 h 808160"/>
                <a:gd name="connsiteX140" fmla="*/ 1363658 w 2912392"/>
                <a:gd name="connsiteY140" fmla="*/ 662650 h 808160"/>
                <a:gd name="connsiteX141" fmla="*/ 1373402 w 2912392"/>
                <a:gd name="connsiteY141" fmla="*/ 667865 h 808160"/>
                <a:gd name="connsiteX142" fmla="*/ 1383146 w 2912392"/>
                <a:gd name="connsiteY142" fmla="*/ 672893 h 808160"/>
                <a:gd name="connsiteX143" fmla="*/ 1392890 w 2912392"/>
                <a:gd name="connsiteY143" fmla="*/ 677714 h 808160"/>
                <a:gd name="connsiteX144" fmla="*/ 1402619 w 2912392"/>
                <a:gd name="connsiteY144" fmla="*/ 682314 h 808160"/>
                <a:gd name="connsiteX145" fmla="*/ 1412363 w 2912392"/>
                <a:gd name="connsiteY145" fmla="*/ 686673 h 808160"/>
                <a:gd name="connsiteX146" fmla="*/ 1422106 w 2912392"/>
                <a:gd name="connsiteY146" fmla="*/ 690776 h 808160"/>
                <a:gd name="connsiteX147" fmla="*/ 1431850 w 2912392"/>
                <a:gd name="connsiteY147" fmla="*/ 694607 h 808160"/>
                <a:gd name="connsiteX148" fmla="*/ 1441594 w 2912392"/>
                <a:gd name="connsiteY148" fmla="*/ 698151 h 808160"/>
                <a:gd name="connsiteX149" fmla="*/ 1451323 w 2912392"/>
                <a:gd name="connsiteY149" fmla="*/ 701395 h 808160"/>
                <a:gd name="connsiteX150" fmla="*/ 1461067 w 2912392"/>
                <a:gd name="connsiteY150" fmla="*/ 704321 h 808160"/>
                <a:gd name="connsiteX151" fmla="*/ 1470811 w 2912392"/>
                <a:gd name="connsiteY151" fmla="*/ 706919 h 808160"/>
                <a:gd name="connsiteX152" fmla="*/ 1480555 w 2912392"/>
                <a:gd name="connsiteY152" fmla="*/ 709175 h 808160"/>
                <a:gd name="connsiteX153" fmla="*/ 1490284 w 2912392"/>
                <a:gd name="connsiteY153" fmla="*/ 711076 h 808160"/>
                <a:gd name="connsiteX154" fmla="*/ 1500028 w 2912392"/>
                <a:gd name="connsiteY154" fmla="*/ 712614 h 808160"/>
                <a:gd name="connsiteX155" fmla="*/ 1509772 w 2912392"/>
                <a:gd name="connsiteY155" fmla="*/ 713776 h 808160"/>
                <a:gd name="connsiteX156" fmla="*/ 1519516 w 2912392"/>
                <a:gd name="connsiteY156" fmla="*/ 714554 h 808160"/>
                <a:gd name="connsiteX157" fmla="*/ 1529245 w 2912392"/>
                <a:gd name="connsiteY157" fmla="*/ 714938 h 808160"/>
                <a:gd name="connsiteX158" fmla="*/ 1538989 w 2912392"/>
                <a:gd name="connsiteY158" fmla="*/ 714922 h 808160"/>
                <a:gd name="connsiteX159" fmla="*/ 1548733 w 2912392"/>
                <a:gd name="connsiteY159" fmla="*/ 714499 h 808160"/>
                <a:gd name="connsiteX160" fmla="*/ 1558477 w 2912392"/>
                <a:gd name="connsiteY160" fmla="*/ 713661 h 808160"/>
                <a:gd name="connsiteX161" fmla="*/ 1568221 w 2912392"/>
                <a:gd name="connsiteY161" fmla="*/ 712407 h 808160"/>
                <a:gd name="connsiteX162" fmla="*/ 1577950 w 2912392"/>
                <a:gd name="connsiteY162" fmla="*/ 710729 h 808160"/>
                <a:gd name="connsiteX163" fmla="*/ 1587694 w 2912392"/>
                <a:gd name="connsiteY163" fmla="*/ 708627 h 808160"/>
                <a:gd name="connsiteX164" fmla="*/ 1597438 w 2912392"/>
                <a:gd name="connsiteY164" fmla="*/ 706099 h 808160"/>
                <a:gd name="connsiteX165" fmla="*/ 1607182 w 2912392"/>
                <a:gd name="connsiteY165" fmla="*/ 703141 h 808160"/>
                <a:gd name="connsiteX166" fmla="*/ 1616911 w 2912392"/>
                <a:gd name="connsiteY166" fmla="*/ 699756 h 808160"/>
                <a:gd name="connsiteX167" fmla="*/ 1626655 w 2912392"/>
                <a:gd name="connsiteY167" fmla="*/ 695943 h 808160"/>
                <a:gd name="connsiteX168" fmla="*/ 1636399 w 2912392"/>
                <a:gd name="connsiteY168" fmla="*/ 691705 h 808160"/>
                <a:gd name="connsiteX169" fmla="*/ 1646142 w 2912392"/>
                <a:gd name="connsiteY169" fmla="*/ 687044 h 808160"/>
                <a:gd name="connsiteX170" fmla="*/ 1655872 w 2912392"/>
                <a:gd name="connsiteY170" fmla="*/ 681965 h 808160"/>
                <a:gd name="connsiteX171" fmla="*/ 1665616 w 2912392"/>
                <a:gd name="connsiteY171" fmla="*/ 676470 h 808160"/>
                <a:gd name="connsiteX172" fmla="*/ 1675359 w 2912392"/>
                <a:gd name="connsiteY172" fmla="*/ 670567 h 808160"/>
                <a:gd name="connsiteX173" fmla="*/ 1685103 w 2912392"/>
                <a:gd name="connsiteY173" fmla="*/ 664261 h 808160"/>
                <a:gd name="connsiteX174" fmla="*/ 1694832 w 2912392"/>
                <a:gd name="connsiteY174" fmla="*/ 657561 h 808160"/>
                <a:gd name="connsiteX175" fmla="*/ 1704576 w 2912392"/>
                <a:gd name="connsiteY175" fmla="*/ 650472 h 808160"/>
                <a:gd name="connsiteX176" fmla="*/ 1714320 w 2912392"/>
                <a:gd name="connsiteY176" fmla="*/ 643004 h 808160"/>
                <a:gd name="connsiteX177" fmla="*/ 1724064 w 2912392"/>
                <a:gd name="connsiteY177" fmla="*/ 635167 h 808160"/>
                <a:gd name="connsiteX178" fmla="*/ 1733808 w 2912392"/>
                <a:gd name="connsiteY178" fmla="*/ 626972 h 808160"/>
                <a:gd name="connsiteX179" fmla="*/ 1743537 w 2912392"/>
                <a:gd name="connsiteY179" fmla="*/ 618428 h 808160"/>
                <a:gd name="connsiteX180" fmla="*/ 1753281 w 2912392"/>
                <a:gd name="connsiteY180" fmla="*/ 609549 h 808160"/>
                <a:gd name="connsiteX181" fmla="*/ 1763025 w 2912392"/>
                <a:gd name="connsiteY181" fmla="*/ 600346 h 808160"/>
                <a:gd name="connsiteX182" fmla="*/ 1772769 w 2912392"/>
                <a:gd name="connsiteY182" fmla="*/ 590831 h 808160"/>
                <a:gd name="connsiteX183" fmla="*/ 1782498 w 2912392"/>
                <a:gd name="connsiteY183" fmla="*/ 581019 h 808160"/>
                <a:gd name="connsiteX184" fmla="*/ 1792242 w 2912392"/>
                <a:gd name="connsiteY184" fmla="*/ 570923 h 808160"/>
                <a:gd name="connsiteX185" fmla="*/ 1801986 w 2912392"/>
                <a:gd name="connsiteY185" fmla="*/ 560556 h 808160"/>
                <a:gd name="connsiteX186" fmla="*/ 1811730 w 2912392"/>
                <a:gd name="connsiteY186" fmla="*/ 549936 h 808160"/>
                <a:gd name="connsiteX187" fmla="*/ 1821459 w 2912392"/>
                <a:gd name="connsiteY187" fmla="*/ 539076 h 808160"/>
                <a:gd name="connsiteX188" fmla="*/ 1831203 w 2912392"/>
                <a:gd name="connsiteY188" fmla="*/ 527993 h 808160"/>
                <a:gd name="connsiteX189" fmla="*/ 1840947 w 2912392"/>
                <a:gd name="connsiteY189" fmla="*/ 516701 h 808160"/>
                <a:gd name="connsiteX190" fmla="*/ 1850691 w 2912392"/>
                <a:gd name="connsiteY190" fmla="*/ 505219 h 808160"/>
                <a:gd name="connsiteX191" fmla="*/ 1860435 w 2912392"/>
                <a:gd name="connsiteY191" fmla="*/ 493559 h 808160"/>
                <a:gd name="connsiteX192" fmla="*/ 1870164 w 2912392"/>
                <a:gd name="connsiteY192" fmla="*/ 481741 h 808160"/>
                <a:gd name="connsiteX193" fmla="*/ 1879908 w 2912392"/>
                <a:gd name="connsiteY193" fmla="*/ 469780 h 808160"/>
                <a:gd name="connsiteX194" fmla="*/ 1889652 w 2912392"/>
                <a:gd name="connsiteY194" fmla="*/ 457694 h 808160"/>
                <a:gd name="connsiteX195" fmla="*/ 1899395 w 2912392"/>
                <a:gd name="connsiteY195" fmla="*/ 445499 h 808160"/>
                <a:gd name="connsiteX196" fmla="*/ 1909124 w 2912392"/>
                <a:gd name="connsiteY196" fmla="*/ 433212 h 808160"/>
                <a:gd name="connsiteX197" fmla="*/ 1918868 w 2912392"/>
                <a:gd name="connsiteY197" fmla="*/ 420850 h 808160"/>
                <a:gd name="connsiteX198" fmla="*/ 1928612 w 2912392"/>
                <a:gd name="connsiteY198" fmla="*/ 408430 h 808160"/>
                <a:gd name="connsiteX199" fmla="*/ 1938356 w 2912392"/>
                <a:gd name="connsiteY199" fmla="*/ 395967 h 808160"/>
                <a:gd name="connsiteX200" fmla="*/ 1948085 w 2912392"/>
                <a:gd name="connsiteY200" fmla="*/ 383480 h 808160"/>
                <a:gd name="connsiteX201" fmla="*/ 1957829 w 2912392"/>
                <a:gd name="connsiteY201" fmla="*/ 370985 h 808160"/>
                <a:gd name="connsiteX202" fmla="*/ 1967573 w 2912392"/>
                <a:gd name="connsiteY202" fmla="*/ 358498 h 808160"/>
                <a:gd name="connsiteX203" fmla="*/ 1977317 w 2912392"/>
                <a:gd name="connsiteY203" fmla="*/ 346033 h 808160"/>
                <a:gd name="connsiteX204" fmla="*/ 1987046 w 2912392"/>
                <a:gd name="connsiteY204" fmla="*/ 333609 h 808160"/>
                <a:gd name="connsiteX205" fmla="*/ 1996790 w 2912392"/>
                <a:gd name="connsiteY205" fmla="*/ 321240 h 808160"/>
                <a:gd name="connsiteX206" fmla="*/ 2006534 w 2912392"/>
                <a:gd name="connsiteY206" fmla="*/ 308941 h 808160"/>
                <a:gd name="connsiteX207" fmla="*/ 2016278 w 2912392"/>
                <a:gd name="connsiteY207" fmla="*/ 296728 h 808160"/>
                <a:gd name="connsiteX208" fmla="*/ 2026022 w 2912392"/>
                <a:gd name="connsiteY208" fmla="*/ 284615 h 808160"/>
                <a:gd name="connsiteX209" fmla="*/ 2035751 w 2912392"/>
                <a:gd name="connsiteY209" fmla="*/ 272617 h 808160"/>
                <a:gd name="connsiteX210" fmla="*/ 2045495 w 2912392"/>
                <a:gd name="connsiteY210" fmla="*/ 260746 h 808160"/>
                <a:gd name="connsiteX211" fmla="*/ 2055239 w 2912392"/>
                <a:gd name="connsiteY211" fmla="*/ 249017 h 808160"/>
                <a:gd name="connsiteX212" fmla="*/ 2064983 w 2912392"/>
                <a:gd name="connsiteY212" fmla="*/ 237445 h 808160"/>
                <a:gd name="connsiteX213" fmla="*/ 2074712 w 2912392"/>
                <a:gd name="connsiteY213" fmla="*/ 226038 h 808160"/>
                <a:gd name="connsiteX214" fmla="*/ 2084456 w 2912392"/>
                <a:gd name="connsiteY214" fmla="*/ 214814 h 808160"/>
                <a:gd name="connsiteX215" fmla="*/ 2094200 w 2912392"/>
                <a:gd name="connsiteY215" fmla="*/ 203781 h 808160"/>
                <a:gd name="connsiteX216" fmla="*/ 2103944 w 2912392"/>
                <a:gd name="connsiteY216" fmla="*/ 192952 h 808160"/>
                <a:gd name="connsiteX217" fmla="*/ 2113673 w 2912392"/>
                <a:gd name="connsiteY217" fmla="*/ 182337 h 808160"/>
                <a:gd name="connsiteX218" fmla="*/ 2123417 w 2912392"/>
                <a:gd name="connsiteY218" fmla="*/ 171948 h 808160"/>
                <a:gd name="connsiteX219" fmla="*/ 2133161 w 2912392"/>
                <a:gd name="connsiteY219" fmla="*/ 161794 h 808160"/>
                <a:gd name="connsiteX220" fmla="*/ 2142905 w 2912392"/>
                <a:gd name="connsiteY220" fmla="*/ 151885 h 808160"/>
                <a:gd name="connsiteX221" fmla="*/ 2152649 w 2912392"/>
                <a:gd name="connsiteY221" fmla="*/ 142232 h 808160"/>
                <a:gd name="connsiteX222" fmla="*/ 2162377 w 2912392"/>
                <a:gd name="connsiteY222" fmla="*/ 132841 h 808160"/>
                <a:gd name="connsiteX223" fmla="*/ 2172121 w 2912392"/>
                <a:gd name="connsiteY223" fmla="*/ 123721 h 808160"/>
                <a:gd name="connsiteX224" fmla="*/ 2181865 w 2912392"/>
                <a:gd name="connsiteY224" fmla="*/ 114882 h 808160"/>
                <a:gd name="connsiteX225" fmla="*/ 2191609 w 2912392"/>
                <a:gd name="connsiteY225" fmla="*/ 106331 h 808160"/>
                <a:gd name="connsiteX226" fmla="*/ 2201338 w 2912392"/>
                <a:gd name="connsiteY226" fmla="*/ 98073 h 808160"/>
                <a:gd name="connsiteX227" fmla="*/ 2211082 w 2912392"/>
                <a:gd name="connsiteY227" fmla="*/ 90117 h 808160"/>
                <a:gd name="connsiteX228" fmla="*/ 2220826 w 2912392"/>
                <a:gd name="connsiteY228" fmla="*/ 82467 h 808160"/>
                <a:gd name="connsiteX229" fmla="*/ 2230570 w 2912392"/>
                <a:gd name="connsiteY229" fmla="*/ 75133 h 808160"/>
                <a:gd name="connsiteX230" fmla="*/ 2240299 w 2912392"/>
                <a:gd name="connsiteY230" fmla="*/ 68115 h 808160"/>
                <a:gd name="connsiteX231" fmla="*/ 2250043 w 2912392"/>
                <a:gd name="connsiteY231" fmla="*/ 61423 h 808160"/>
                <a:gd name="connsiteX232" fmla="*/ 2259787 w 2912392"/>
                <a:gd name="connsiteY232" fmla="*/ 55058 h 808160"/>
                <a:gd name="connsiteX233" fmla="*/ 2269531 w 2912392"/>
                <a:gd name="connsiteY233" fmla="*/ 49025 h 808160"/>
                <a:gd name="connsiteX234" fmla="*/ 2279260 w 2912392"/>
                <a:gd name="connsiteY234" fmla="*/ 43331 h 808160"/>
                <a:gd name="connsiteX235" fmla="*/ 2289004 w 2912392"/>
                <a:gd name="connsiteY235" fmla="*/ 37976 h 808160"/>
                <a:gd name="connsiteX236" fmla="*/ 2298748 w 2912392"/>
                <a:gd name="connsiteY236" fmla="*/ 32965 h 808160"/>
                <a:gd name="connsiteX237" fmla="*/ 2308492 w 2912392"/>
                <a:gd name="connsiteY237" fmla="*/ 28302 h 808160"/>
                <a:gd name="connsiteX238" fmla="*/ 2318236 w 2912392"/>
                <a:gd name="connsiteY238" fmla="*/ 23987 h 808160"/>
                <a:gd name="connsiteX239" fmla="*/ 2327965 w 2912392"/>
                <a:gd name="connsiteY239" fmla="*/ 20024 h 808160"/>
                <a:gd name="connsiteX240" fmla="*/ 2337709 w 2912392"/>
                <a:gd name="connsiteY240" fmla="*/ 16416 h 808160"/>
                <a:gd name="connsiteX241" fmla="*/ 2347453 w 2912392"/>
                <a:gd name="connsiteY241" fmla="*/ 13162 h 808160"/>
                <a:gd name="connsiteX242" fmla="*/ 2357197 w 2912392"/>
                <a:gd name="connsiteY242" fmla="*/ 10264 h 808160"/>
                <a:gd name="connsiteX243" fmla="*/ 2366926 w 2912392"/>
                <a:gd name="connsiteY243" fmla="*/ 7724 h 808160"/>
                <a:gd name="connsiteX244" fmla="*/ 2376670 w 2912392"/>
                <a:gd name="connsiteY244" fmla="*/ 5544 h 808160"/>
                <a:gd name="connsiteX245" fmla="*/ 2386413 w 2912392"/>
                <a:gd name="connsiteY245" fmla="*/ 3722 h 808160"/>
                <a:gd name="connsiteX246" fmla="*/ 2396157 w 2912392"/>
                <a:gd name="connsiteY246" fmla="*/ 2259 h 808160"/>
                <a:gd name="connsiteX247" fmla="*/ 2405886 w 2912392"/>
                <a:gd name="connsiteY247" fmla="*/ 1156 h 808160"/>
                <a:gd name="connsiteX248" fmla="*/ 2415630 w 2912392"/>
                <a:gd name="connsiteY248" fmla="*/ 413 h 808160"/>
                <a:gd name="connsiteX249" fmla="*/ 2425374 w 2912392"/>
                <a:gd name="connsiteY249" fmla="*/ 27 h 808160"/>
                <a:gd name="connsiteX250" fmla="*/ 2435118 w 2912392"/>
                <a:gd name="connsiteY250" fmla="*/ 0 h 808160"/>
                <a:gd name="connsiteX251" fmla="*/ 2444862 w 2912392"/>
                <a:gd name="connsiteY251" fmla="*/ 329 h 808160"/>
                <a:gd name="connsiteX252" fmla="*/ 2454591 w 2912392"/>
                <a:gd name="connsiteY252" fmla="*/ 1015 h 808160"/>
                <a:gd name="connsiteX253" fmla="*/ 2464335 w 2912392"/>
                <a:gd name="connsiteY253" fmla="*/ 2055 h 808160"/>
                <a:gd name="connsiteX254" fmla="*/ 2474079 w 2912392"/>
                <a:gd name="connsiteY254" fmla="*/ 3448 h 808160"/>
                <a:gd name="connsiteX255" fmla="*/ 2483823 w 2912392"/>
                <a:gd name="connsiteY255" fmla="*/ 5191 h 808160"/>
                <a:gd name="connsiteX256" fmla="*/ 2493552 w 2912392"/>
                <a:gd name="connsiteY256" fmla="*/ 7281 h 808160"/>
                <a:gd name="connsiteX257" fmla="*/ 2503296 w 2912392"/>
                <a:gd name="connsiteY257" fmla="*/ 9719 h 808160"/>
                <a:gd name="connsiteX258" fmla="*/ 2513040 w 2912392"/>
                <a:gd name="connsiteY258" fmla="*/ 12500 h 808160"/>
                <a:gd name="connsiteX259" fmla="*/ 2522784 w 2912392"/>
                <a:gd name="connsiteY259" fmla="*/ 15622 h 808160"/>
                <a:gd name="connsiteX260" fmla="*/ 2532513 w 2912392"/>
                <a:gd name="connsiteY260" fmla="*/ 19080 h 808160"/>
                <a:gd name="connsiteX261" fmla="*/ 2542257 w 2912392"/>
                <a:gd name="connsiteY261" fmla="*/ 22873 h 808160"/>
                <a:gd name="connsiteX262" fmla="*/ 2552001 w 2912392"/>
                <a:gd name="connsiteY262" fmla="*/ 26995 h 808160"/>
                <a:gd name="connsiteX263" fmla="*/ 2561745 w 2912392"/>
                <a:gd name="connsiteY263" fmla="*/ 31446 h 808160"/>
                <a:gd name="connsiteX264" fmla="*/ 2571474 w 2912392"/>
                <a:gd name="connsiteY264" fmla="*/ 36218 h 808160"/>
                <a:gd name="connsiteX265" fmla="*/ 2581218 w 2912392"/>
                <a:gd name="connsiteY265" fmla="*/ 41307 h 808160"/>
                <a:gd name="connsiteX266" fmla="*/ 2590962 w 2912392"/>
                <a:gd name="connsiteY266" fmla="*/ 46713 h 808160"/>
                <a:gd name="connsiteX267" fmla="*/ 2600705 w 2912392"/>
                <a:gd name="connsiteY267" fmla="*/ 52427 h 808160"/>
                <a:gd name="connsiteX268" fmla="*/ 2610449 w 2912392"/>
                <a:gd name="connsiteY268" fmla="*/ 58443 h 808160"/>
                <a:gd name="connsiteX269" fmla="*/ 2620178 w 2912392"/>
                <a:gd name="connsiteY269" fmla="*/ 64760 h 808160"/>
                <a:gd name="connsiteX270" fmla="*/ 2629922 w 2912392"/>
                <a:gd name="connsiteY270" fmla="*/ 71369 h 808160"/>
                <a:gd name="connsiteX271" fmla="*/ 2639666 w 2912392"/>
                <a:gd name="connsiteY271" fmla="*/ 78267 h 808160"/>
                <a:gd name="connsiteX272" fmla="*/ 2649410 w 2912392"/>
                <a:gd name="connsiteY272" fmla="*/ 85446 h 808160"/>
                <a:gd name="connsiteX273" fmla="*/ 2659139 w 2912392"/>
                <a:gd name="connsiteY273" fmla="*/ 92901 h 808160"/>
                <a:gd name="connsiteX274" fmla="*/ 2668883 w 2912392"/>
                <a:gd name="connsiteY274" fmla="*/ 100626 h 808160"/>
                <a:gd name="connsiteX275" fmla="*/ 2678627 w 2912392"/>
                <a:gd name="connsiteY275" fmla="*/ 108614 h 808160"/>
                <a:gd name="connsiteX276" fmla="*/ 2688371 w 2912392"/>
                <a:gd name="connsiteY276" fmla="*/ 116857 h 808160"/>
                <a:gd name="connsiteX277" fmla="*/ 2698100 w 2912392"/>
                <a:gd name="connsiteY277" fmla="*/ 125350 h 808160"/>
                <a:gd name="connsiteX278" fmla="*/ 2707844 w 2912392"/>
                <a:gd name="connsiteY278" fmla="*/ 134083 h 808160"/>
                <a:gd name="connsiteX279" fmla="*/ 2717588 w 2912392"/>
                <a:gd name="connsiteY279" fmla="*/ 143054 h 808160"/>
                <a:gd name="connsiteX280" fmla="*/ 2727332 w 2912392"/>
                <a:gd name="connsiteY280" fmla="*/ 152250 h 808160"/>
                <a:gd name="connsiteX281" fmla="*/ 2737076 w 2912392"/>
                <a:gd name="connsiteY281" fmla="*/ 161666 h 808160"/>
                <a:gd name="connsiteX282" fmla="*/ 2746805 w 2912392"/>
                <a:gd name="connsiteY282" fmla="*/ 171294 h 808160"/>
                <a:gd name="connsiteX283" fmla="*/ 2756549 w 2912392"/>
                <a:gd name="connsiteY283" fmla="*/ 181124 h 808160"/>
                <a:gd name="connsiteX284" fmla="*/ 2766293 w 2912392"/>
                <a:gd name="connsiteY284" fmla="*/ 191151 h 808160"/>
                <a:gd name="connsiteX285" fmla="*/ 2776037 w 2912392"/>
                <a:gd name="connsiteY285" fmla="*/ 201364 h 808160"/>
                <a:gd name="connsiteX286" fmla="*/ 2785766 w 2912392"/>
                <a:gd name="connsiteY286" fmla="*/ 211756 h 808160"/>
                <a:gd name="connsiteX287" fmla="*/ 2795510 w 2912392"/>
                <a:gd name="connsiteY287" fmla="*/ 222318 h 808160"/>
                <a:gd name="connsiteX288" fmla="*/ 2805254 w 2912392"/>
                <a:gd name="connsiteY288" fmla="*/ 233041 h 808160"/>
                <a:gd name="connsiteX289" fmla="*/ 2814998 w 2912392"/>
                <a:gd name="connsiteY289" fmla="*/ 243916 h 808160"/>
                <a:gd name="connsiteX290" fmla="*/ 2824727 w 2912392"/>
                <a:gd name="connsiteY290" fmla="*/ 254935 h 808160"/>
                <a:gd name="connsiteX291" fmla="*/ 2834471 w 2912392"/>
                <a:gd name="connsiteY291" fmla="*/ 266088 h 808160"/>
                <a:gd name="connsiteX292" fmla="*/ 2844215 w 2912392"/>
                <a:gd name="connsiteY292" fmla="*/ 277367 h 808160"/>
                <a:gd name="connsiteX293" fmla="*/ 2853958 w 2912392"/>
                <a:gd name="connsiteY293" fmla="*/ 288762 h 808160"/>
                <a:gd name="connsiteX294" fmla="*/ 2863687 w 2912392"/>
                <a:gd name="connsiteY294" fmla="*/ 300264 h 808160"/>
                <a:gd name="connsiteX295" fmla="*/ 2873431 w 2912392"/>
                <a:gd name="connsiteY295" fmla="*/ 311864 h 808160"/>
                <a:gd name="connsiteX296" fmla="*/ 2883175 w 2912392"/>
                <a:gd name="connsiteY296" fmla="*/ 323554 h 808160"/>
                <a:gd name="connsiteX297" fmla="*/ 2892919 w 2912392"/>
                <a:gd name="connsiteY297" fmla="*/ 335322 h 808160"/>
                <a:gd name="connsiteX298" fmla="*/ 2902663 w 2912392"/>
                <a:gd name="connsiteY298" fmla="*/ 347163 h 808160"/>
                <a:gd name="connsiteX299" fmla="*/ 2912392 w 2912392"/>
                <a:gd name="connsiteY299" fmla="*/ 359062 h 80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08160">
                  <a:moveTo>
                    <a:pt x="0" y="808161"/>
                  </a:moveTo>
                  <a:lnTo>
                    <a:pt x="9739" y="806929"/>
                  </a:lnTo>
                  <a:lnTo>
                    <a:pt x="19480" y="805618"/>
                  </a:lnTo>
                  <a:lnTo>
                    <a:pt x="29221" y="804225"/>
                  </a:lnTo>
                  <a:lnTo>
                    <a:pt x="38961" y="802754"/>
                  </a:lnTo>
                  <a:lnTo>
                    <a:pt x="48702" y="801206"/>
                  </a:lnTo>
                  <a:lnTo>
                    <a:pt x="58443" y="799584"/>
                  </a:lnTo>
                  <a:lnTo>
                    <a:pt x="68182" y="797885"/>
                  </a:lnTo>
                  <a:lnTo>
                    <a:pt x="77923" y="796114"/>
                  </a:lnTo>
                  <a:lnTo>
                    <a:pt x="87664" y="794272"/>
                  </a:lnTo>
                  <a:lnTo>
                    <a:pt x="97404" y="792361"/>
                  </a:lnTo>
                  <a:lnTo>
                    <a:pt x="107145" y="790379"/>
                  </a:lnTo>
                  <a:lnTo>
                    <a:pt x="116886" y="788332"/>
                  </a:lnTo>
                  <a:lnTo>
                    <a:pt x="126625" y="786219"/>
                  </a:lnTo>
                  <a:lnTo>
                    <a:pt x="136366" y="784043"/>
                  </a:lnTo>
                  <a:lnTo>
                    <a:pt x="146107" y="781805"/>
                  </a:lnTo>
                  <a:lnTo>
                    <a:pt x="155846" y="779504"/>
                  </a:lnTo>
                  <a:lnTo>
                    <a:pt x="165587" y="777144"/>
                  </a:lnTo>
                  <a:lnTo>
                    <a:pt x="175328" y="774728"/>
                  </a:lnTo>
                  <a:lnTo>
                    <a:pt x="185068" y="772251"/>
                  </a:lnTo>
                  <a:lnTo>
                    <a:pt x="194809" y="769722"/>
                  </a:lnTo>
                  <a:lnTo>
                    <a:pt x="204550" y="767135"/>
                  </a:lnTo>
                  <a:lnTo>
                    <a:pt x="214289" y="764495"/>
                  </a:lnTo>
                  <a:lnTo>
                    <a:pt x="224030" y="761803"/>
                  </a:lnTo>
                  <a:lnTo>
                    <a:pt x="233771" y="759057"/>
                  </a:lnTo>
                  <a:lnTo>
                    <a:pt x="243510" y="756260"/>
                  </a:lnTo>
                  <a:lnTo>
                    <a:pt x="253251" y="753412"/>
                  </a:lnTo>
                  <a:lnTo>
                    <a:pt x="262992" y="750514"/>
                  </a:lnTo>
                  <a:lnTo>
                    <a:pt x="272732" y="747564"/>
                  </a:lnTo>
                  <a:lnTo>
                    <a:pt x="282473" y="744565"/>
                  </a:lnTo>
                  <a:lnTo>
                    <a:pt x="292214" y="741516"/>
                  </a:lnTo>
                  <a:lnTo>
                    <a:pt x="301953" y="738416"/>
                  </a:lnTo>
                  <a:lnTo>
                    <a:pt x="311694" y="735268"/>
                  </a:lnTo>
                  <a:lnTo>
                    <a:pt x="321435" y="732067"/>
                  </a:lnTo>
                  <a:lnTo>
                    <a:pt x="331175" y="728818"/>
                  </a:lnTo>
                  <a:lnTo>
                    <a:pt x="340916" y="725518"/>
                  </a:lnTo>
                  <a:lnTo>
                    <a:pt x="350656" y="722166"/>
                  </a:lnTo>
                  <a:lnTo>
                    <a:pt x="360396" y="718763"/>
                  </a:lnTo>
                  <a:lnTo>
                    <a:pt x="370137" y="715308"/>
                  </a:lnTo>
                  <a:lnTo>
                    <a:pt x="379878" y="711800"/>
                  </a:lnTo>
                  <a:lnTo>
                    <a:pt x="389617" y="708240"/>
                  </a:lnTo>
                  <a:lnTo>
                    <a:pt x="399358" y="704625"/>
                  </a:lnTo>
                  <a:lnTo>
                    <a:pt x="409099" y="700958"/>
                  </a:lnTo>
                  <a:lnTo>
                    <a:pt x="418839" y="697235"/>
                  </a:lnTo>
                  <a:lnTo>
                    <a:pt x="428580" y="693458"/>
                  </a:lnTo>
                  <a:lnTo>
                    <a:pt x="438321" y="689626"/>
                  </a:lnTo>
                  <a:lnTo>
                    <a:pt x="448060" y="685741"/>
                  </a:lnTo>
                  <a:lnTo>
                    <a:pt x="457801" y="681798"/>
                  </a:lnTo>
                  <a:lnTo>
                    <a:pt x="467542" y="677801"/>
                  </a:lnTo>
                  <a:lnTo>
                    <a:pt x="477281" y="673750"/>
                  </a:lnTo>
                  <a:lnTo>
                    <a:pt x="487022" y="669644"/>
                  </a:lnTo>
                  <a:lnTo>
                    <a:pt x="496763" y="665485"/>
                  </a:lnTo>
                  <a:lnTo>
                    <a:pt x="506503" y="661273"/>
                  </a:lnTo>
                  <a:lnTo>
                    <a:pt x="516244" y="657009"/>
                  </a:lnTo>
                  <a:lnTo>
                    <a:pt x="525985" y="652696"/>
                  </a:lnTo>
                  <a:lnTo>
                    <a:pt x="535724" y="648334"/>
                  </a:lnTo>
                  <a:lnTo>
                    <a:pt x="545465" y="643925"/>
                  </a:lnTo>
                  <a:lnTo>
                    <a:pt x="555206" y="639472"/>
                  </a:lnTo>
                  <a:lnTo>
                    <a:pt x="564946" y="634977"/>
                  </a:lnTo>
                  <a:lnTo>
                    <a:pt x="574687" y="630444"/>
                  </a:lnTo>
                  <a:lnTo>
                    <a:pt x="584428" y="625875"/>
                  </a:lnTo>
                  <a:lnTo>
                    <a:pt x="594167" y="621276"/>
                  </a:lnTo>
                  <a:lnTo>
                    <a:pt x="603908" y="616648"/>
                  </a:lnTo>
                  <a:lnTo>
                    <a:pt x="613649" y="611997"/>
                  </a:lnTo>
                  <a:lnTo>
                    <a:pt x="623388" y="607327"/>
                  </a:lnTo>
                  <a:lnTo>
                    <a:pt x="633129" y="602646"/>
                  </a:lnTo>
                  <a:lnTo>
                    <a:pt x="642870" y="597956"/>
                  </a:lnTo>
                  <a:lnTo>
                    <a:pt x="652610" y="593264"/>
                  </a:lnTo>
                  <a:lnTo>
                    <a:pt x="662351" y="588577"/>
                  </a:lnTo>
                  <a:lnTo>
                    <a:pt x="672092" y="583902"/>
                  </a:lnTo>
                  <a:lnTo>
                    <a:pt x="681831" y="579244"/>
                  </a:lnTo>
                  <a:lnTo>
                    <a:pt x="691572" y="574612"/>
                  </a:lnTo>
                  <a:lnTo>
                    <a:pt x="701313" y="570014"/>
                  </a:lnTo>
                  <a:lnTo>
                    <a:pt x="711052" y="565458"/>
                  </a:lnTo>
                  <a:lnTo>
                    <a:pt x="720793" y="560953"/>
                  </a:lnTo>
                  <a:lnTo>
                    <a:pt x="730534" y="556504"/>
                  </a:lnTo>
                  <a:lnTo>
                    <a:pt x="740274" y="552125"/>
                  </a:lnTo>
                  <a:lnTo>
                    <a:pt x="750015" y="547821"/>
                  </a:lnTo>
                  <a:lnTo>
                    <a:pt x="759756" y="543603"/>
                  </a:lnTo>
                  <a:lnTo>
                    <a:pt x="769495" y="539480"/>
                  </a:lnTo>
                  <a:lnTo>
                    <a:pt x="779236" y="535463"/>
                  </a:lnTo>
                  <a:lnTo>
                    <a:pt x="788977" y="531561"/>
                  </a:lnTo>
                  <a:lnTo>
                    <a:pt x="798717" y="527783"/>
                  </a:lnTo>
                  <a:lnTo>
                    <a:pt x="808458" y="524139"/>
                  </a:lnTo>
                  <a:lnTo>
                    <a:pt x="818199" y="520639"/>
                  </a:lnTo>
                  <a:lnTo>
                    <a:pt x="827938" y="517294"/>
                  </a:lnTo>
                  <a:lnTo>
                    <a:pt x="837679" y="514112"/>
                  </a:lnTo>
                  <a:lnTo>
                    <a:pt x="847420" y="511102"/>
                  </a:lnTo>
                  <a:lnTo>
                    <a:pt x="857159" y="508276"/>
                  </a:lnTo>
                  <a:lnTo>
                    <a:pt x="866900" y="505642"/>
                  </a:lnTo>
                  <a:lnTo>
                    <a:pt x="876641" y="503207"/>
                  </a:lnTo>
                  <a:lnTo>
                    <a:pt x="886381" y="500983"/>
                  </a:lnTo>
                  <a:lnTo>
                    <a:pt x="896122" y="498976"/>
                  </a:lnTo>
                  <a:lnTo>
                    <a:pt x="905863" y="497194"/>
                  </a:lnTo>
                  <a:lnTo>
                    <a:pt x="915602" y="495644"/>
                  </a:lnTo>
                  <a:lnTo>
                    <a:pt x="925343" y="494336"/>
                  </a:lnTo>
                  <a:lnTo>
                    <a:pt x="935084" y="493274"/>
                  </a:lnTo>
                  <a:lnTo>
                    <a:pt x="944824" y="492465"/>
                  </a:lnTo>
                  <a:lnTo>
                    <a:pt x="954564" y="491914"/>
                  </a:lnTo>
                  <a:lnTo>
                    <a:pt x="964305" y="491626"/>
                  </a:lnTo>
                  <a:lnTo>
                    <a:pt x="974045" y="491604"/>
                  </a:lnTo>
                  <a:lnTo>
                    <a:pt x="983786" y="491854"/>
                  </a:lnTo>
                  <a:lnTo>
                    <a:pt x="993522" y="492377"/>
                  </a:lnTo>
                  <a:lnTo>
                    <a:pt x="1003266" y="493174"/>
                  </a:lnTo>
                  <a:lnTo>
                    <a:pt x="1013010" y="494250"/>
                  </a:lnTo>
                  <a:lnTo>
                    <a:pt x="1022754" y="495601"/>
                  </a:lnTo>
                  <a:lnTo>
                    <a:pt x="1032483" y="497231"/>
                  </a:lnTo>
                  <a:lnTo>
                    <a:pt x="1042227" y="499135"/>
                  </a:lnTo>
                  <a:lnTo>
                    <a:pt x="1051971" y="501315"/>
                  </a:lnTo>
                  <a:lnTo>
                    <a:pt x="1061715" y="503764"/>
                  </a:lnTo>
                  <a:lnTo>
                    <a:pt x="1071444" y="506483"/>
                  </a:lnTo>
                  <a:lnTo>
                    <a:pt x="1081188" y="509463"/>
                  </a:lnTo>
                  <a:lnTo>
                    <a:pt x="1090932" y="512702"/>
                  </a:lnTo>
                  <a:lnTo>
                    <a:pt x="1100676" y="516193"/>
                  </a:lnTo>
                  <a:lnTo>
                    <a:pt x="1110405" y="519928"/>
                  </a:lnTo>
                  <a:lnTo>
                    <a:pt x="1120149" y="523900"/>
                  </a:lnTo>
                  <a:lnTo>
                    <a:pt x="1129893" y="528102"/>
                  </a:lnTo>
                  <a:lnTo>
                    <a:pt x="1139637" y="532521"/>
                  </a:lnTo>
                  <a:lnTo>
                    <a:pt x="1149381" y="537147"/>
                  </a:lnTo>
                  <a:lnTo>
                    <a:pt x="1159110" y="541971"/>
                  </a:lnTo>
                  <a:lnTo>
                    <a:pt x="1168854" y="546982"/>
                  </a:lnTo>
                  <a:lnTo>
                    <a:pt x="1178598" y="552164"/>
                  </a:lnTo>
                  <a:lnTo>
                    <a:pt x="1188341" y="557507"/>
                  </a:lnTo>
                  <a:lnTo>
                    <a:pt x="1198070" y="562994"/>
                  </a:lnTo>
                  <a:lnTo>
                    <a:pt x="1207814" y="568614"/>
                  </a:lnTo>
                  <a:lnTo>
                    <a:pt x="1217558" y="574348"/>
                  </a:lnTo>
                  <a:lnTo>
                    <a:pt x="1227302" y="580183"/>
                  </a:lnTo>
                  <a:lnTo>
                    <a:pt x="1237031" y="586101"/>
                  </a:lnTo>
                  <a:lnTo>
                    <a:pt x="1246775" y="592087"/>
                  </a:lnTo>
                  <a:lnTo>
                    <a:pt x="1256519" y="598123"/>
                  </a:lnTo>
                  <a:lnTo>
                    <a:pt x="1266263" y="604191"/>
                  </a:lnTo>
                  <a:lnTo>
                    <a:pt x="1276007" y="610274"/>
                  </a:lnTo>
                  <a:lnTo>
                    <a:pt x="1285736" y="616355"/>
                  </a:lnTo>
                  <a:lnTo>
                    <a:pt x="1295480" y="622412"/>
                  </a:lnTo>
                  <a:lnTo>
                    <a:pt x="1305224" y="628430"/>
                  </a:lnTo>
                  <a:lnTo>
                    <a:pt x="1314968" y="634390"/>
                  </a:lnTo>
                  <a:lnTo>
                    <a:pt x="1324697" y="640272"/>
                  </a:lnTo>
                  <a:lnTo>
                    <a:pt x="1334441" y="646057"/>
                  </a:lnTo>
                  <a:lnTo>
                    <a:pt x="1344185" y="651728"/>
                  </a:lnTo>
                  <a:lnTo>
                    <a:pt x="1353929" y="657264"/>
                  </a:lnTo>
                  <a:lnTo>
                    <a:pt x="1363658" y="662650"/>
                  </a:lnTo>
                  <a:lnTo>
                    <a:pt x="1373402" y="667865"/>
                  </a:lnTo>
                  <a:lnTo>
                    <a:pt x="1383146" y="672893"/>
                  </a:lnTo>
                  <a:lnTo>
                    <a:pt x="1392890" y="677714"/>
                  </a:lnTo>
                  <a:lnTo>
                    <a:pt x="1402619" y="682314"/>
                  </a:lnTo>
                  <a:lnTo>
                    <a:pt x="1412363" y="686673"/>
                  </a:lnTo>
                  <a:lnTo>
                    <a:pt x="1422106" y="690776"/>
                  </a:lnTo>
                  <a:lnTo>
                    <a:pt x="1431850" y="694607"/>
                  </a:lnTo>
                  <a:lnTo>
                    <a:pt x="1441594" y="698151"/>
                  </a:lnTo>
                  <a:lnTo>
                    <a:pt x="1451323" y="701395"/>
                  </a:lnTo>
                  <a:lnTo>
                    <a:pt x="1461067" y="704321"/>
                  </a:lnTo>
                  <a:lnTo>
                    <a:pt x="1470811" y="706919"/>
                  </a:lnTo>
                  <a:lnTo>
                    <a:pt x="1480555" y="709175"/>
                  </a:lnTo>
                  <a:lnTo>
                    <a:pt x="1490284" y="711076"/>
                  </a:lnTo>
                  <a:lnTo>
                    <a:pt x="1500028" y="712614"/>
                  </a:lnTo>
                  <a:lnTo>
                    <a:pt x="1509772" y="713776"/>
                  </a:lnTo>
                  <a:lnTo>
                    <a:pt x="1519516" y="714554"/>
                  </a:lnTo>
                  <a:lnTo>
                    <a:pt x="1529245" y="714938"/>
                  </a:lnTo>
                  <a:lnTo>
                    <a:pt x="1538989" y="714922"/>
                  </a:lnTo>
                  <a:lnTo>
                    <a:pt x="1548733" y="714499"/>
                  </a:lnTo>
                  <a:lnTo>
                    <a:pt x="1558477" y="713661"/>
                  </a:lnTo>
                  <a:lnTo>
                    <a:pt x="1568221" y="712407"/>
                  </a:lnTo>
                  <a:lnTo>
                    <a:pt x="1577950" y="710729"/>
                  </a:lnTo>
                  <a:lnTo>
                    <a:pt x="1587694" y="708627"/>
                  </a:lnTo>
                  <a:lnTo>
                    <a:pt x="1597438" y="706099"/>
                  </a:lnTo>
                  <a:lnTo>
                    <a:pt x="1607182" y="703141"/>
                  </a:lnTo>
                  <a:lnTo>
                    <a:pt x="1616911" y="699756"/>
                  </a:lnTo>
                  <a:lnTo>
                    <a:pt x="1626655" y="695943"/>
                  </a:lnTo>
                  <a:lnTo>
                    <a:pt x="1636399" y="691705"/>
                  </a:lnTo>
                  <a:lnTo>
                    <a:pt x="1646142" y="687044"/>
                  </a:lnTo>
                  <a:lnTo>
                    <a:pt x="1655872" y="681965"/>
                  </a:lnTo>
                  <a:lnTo>
                    <a:pt x="1665616" y="676470"/>
                  </a:lnTo>
                  <a:lnTo>
                    <a:pt x="1675359" y="670567"/>
                  </a:lnTo>
                  <a:lnTo>
                    <a:pt x="1685103" y="664261"/>
                  </a:lnTo>
                  <a:lnTo>
                    <a:pt x="1694832" y="657561"/>
                  </a:lnTo>
                  <a:lnTo>
                    <a:pt x="1704576" y="650472"/>
                  </a:lnTo>
                  <a:lnTo>
                    <a:pt x="1714320" y="643004"/>
                  </a:lnTo>
                  <a:lnTo>
                    <a:pt x="1724064" y="635167"/>
                  </a:lnTo>
                  <a:lnTo>
                    <a:pt x="1733808" y="626972"/>
                  </a:lnTo>
                  <a:lnTo>
                    <a:pt x="1743537" y="618428"/>
                  </a:lnTo>
                  <a:lnTo>
                    <a:pt x="1753281" y="609549"/>
                  </a:lnTo>
                  <a:lnTo>
                    <a:pt x="1763025" y="600346"/>
                  </a:lnTo>
                  <a:lnTo>
                    <a:pt x="1772769" y="590831"/>
                  </a:lnTo>
                  <a:lnTo>
                    <a:pt x="1782498" y="581019"/>
                  </a:lnTo>
                  <a:lnTo>
                    <a:pt x="1792242" y="570923"/>
                  </a:lnTo>
                  <a:lnTo>
                    <a:pt x="1801986" y="560556"/>
                  </a:lnTo>
                  <a:lnTo>
                    <a:pt x="1811730" y="549936"/>
                  </a:lnTo>
                  <a:lnTo>
                    <a:pt x="1821459" y="539076"/>
                  </a:lnTo>
                  <a:lnTo>
                    <a:pt x="1831203" y="527993"/>
                  </a:lnTo>
                  <a:lnTo>
                    <a:pt x="1840947" y="516701"/>
                  </a:lnTo>
                  <a:lnTo>
                    <a:pt x="1850691" y="505219"/>
                  </a:lnTo>
                  <a:lnTo>
                    <a:pt x="1860435" y="493559"/>
                  </a:lnTo>
                  <a:lnTo>
                    <a:pt x="1870164" y="481741"/>
                  </a:lnTo>
                  <a:lnTo>
                    <a:pt x="1879908" y="469780"/>
                  </a:lnTo>
                  <a:lnTo>
                    <a:pt x="1889652" y="457694"/>
                  </a:lnTo>
                  <a:lnTo>
                    <a:pt x="1899395" y="445499"/>
                  </a:lnTo>
                  <a:lnTo>
                    <a:pt x="1909124" y="433212"/>
                  </a:lnTo>
                  <a:lnTo>
                    <a:pt x="1918868" y="420850"/>
                  </a:lnTo>
                  <a:lnTo>
                    <a:pt x="1928612" y="408430"/>
                  </a:lnTo>
                  <a:lnTo>
                    <a:pt x="1938356" y="395967"/>
                  </a:lnTo>
                  <a:lnTo>
                    <a:pt x="1948085" y="383480"/>
                  </a:lnTo>
                  <a:lnTo>
                    <a:pt x="1957829" y="370985"/>
                  </a:lnTo>
                  <a:lnTo>
                    <a:pt x="1967573" y="358498"/>
                  </a:lnTo>
                  <a:lnTo>
                    <a:pt x="1977317" y="346033"/>
                  </a:lnTo>
                  <a:lnTo>
                    <a:pt x="1987046" y="333609"/>
                  </a:lnTo>
                  <a:lnTo>
                    <a:pt x="1996790" y="321240"/>
                  </a:lnTo>
                  <a:lnTo>
                    <a:pt x="2006534" y="308941"/>
                  </a:lnTo>
                  <a:lnTo>
                    <a:pt x="2016278" y="296728"/>
                  </a:lnTo>
                  <a:lnTo>
                    <a:pt x="2026022" y="284615"/>
                  </a:lnTo>
                  <a:lnTo>
                    <a:pt x="2035751" y="272617"/>
                  </a:lnTo>
                  <a:lnTo>
                    <a:pt x="2045495" y="260746"/>
                  </a:lnTo>
                  <a:lnTo>
                    <a:pt x="2055239" y="249017"/>
                  </a:lnTo>
                  <a:lnTo>
                    <a:pt x="2064983" y="237445"/>
                  </a:lnTo>
                  <a:lnTo>
                    <a:pt x="2074712" y="226038"/>
                  </a:lnTo>
                  <a:lnTo>
                    <a:pt x="2084456" y="214814"/>
                  </a:lnTo>
                  <a:lnTo>
                    <a:pt x="2094200" y="203781"/>
                  </a:lnTo>
                  <a:lnTo>
                    <a:pt x="2103944" y="192952"/>
                  </a:lnTo>
                  <a:lnTo>
                    <a:pt x="2113673" y="182337"/>
                  </a:lnTo>
                  <a:lnTo>
                    <a:pt x="2123417" y="171948"/>
                  </a:lnTo>
                  <a:lnTo>
                    <a:pt x="2133161" y="161794"/>
                  </a:lnTo>
                  <a:lnTo>
                    <a:pt x="2142905" y="151885"/>
                  </a:lnTo>
                  <a:lnTo>
                    <a:pt x="2152649" y="142232"/>
                  </a:lnTo>
                  <a:lnTo>
                    <a:pt x="2162377" y="132841"/>
                  </a:lnTo>
                  <a:lnTo>
                    <a:pt x="2172121" y="123721"/>
                  </a:lnTo>
                  <a:lnTo>
                    <a:pt x="2181865" y="114882"/>
                  </a:lnTo>
                  <a:lnTo>
                    <a:pt x="2191609" y="106331"/>
                  </a:lnTo>
                  <a:lnTo>
                    <a:pt x="2201338" y="98073"/>
                  </a:lnTo>
                  <a:lnTo>
                    <a:pt x="2211082" y="90117"/>
                  </a:lnTo>
                  <a:lnTo>
                    <a:pt x="2220826" y="82467"/>
                  </a:lnTo>
                  <a:lnTo>
                    <a:pt x="2230570" y="75133"/>
                  </a:lnTo>
                  <a:lnTo>
                    <a:pt x="2240299" y="68115"/>
                  </a:lnTo>
                  <a:lnTo>
                    <a:pt x="2250043" y="61423"/>
                  </a:lnTo>
                  <a:lnTo>
                    <a:pt x="2259787" y="55058"/>
                  </a:lnTo>
                  <a:lnTo>
                    <a:pt x="2269531" y="49025"/>
                  </a:lnTo>
                  <a:lnTo>
                    <a:pt x="2279260" y="43331"/>
                  </a:lnTo>
                  <a:lnTo>
                    <a:pt x="2289004" y="37976"/>
                  </a:lnTo>
                  <a:lnTo>
                    <a:pt x="2298748" y="32965"/>
                  </a:lnTo>
                  <a:lnTo>
                    <a:pt x="2308492" y="28302"/>
                  </a:lnTo>
                  <a:lnTo>
                    <a:pt x="2318236" y="23987"/>
                  </a:lnTo>
                  <a:lnTo>
                    <a:pt x="2327965" y="20024"/>
                  </a:lnTo>
                  <a:lnTo>
                    <a:pt x="2337709" y="16416"/>
                  </a:lnTo>
                  <a:lnTo>
                    <a:pt x="2347453" y="13162"/>
                  </a:lnTo>
                  <a:lnTo>
                    <a:pt x="2357197" y="10264"/>
                  </a:lnTo>
                  <a:lnTo>
                    <a:pt x="2366926" y="7724"/>
                  </a:lnTo>
                  <a:lnTo>
                    <a:pt x="2376670" y="5544"/>
                  </a:lnTo>
                  <a:lnTo>
                    <a:pt x="2386413" y="3722"/>
                  </a:lnTo>
                  <a:lnTo>
                    <a:pt x="2396157" y="2259"/>
                  </a:lnTo>
                  <a:lnTo>
                    <a:pt x="2405886" y="1156"/>
                  </a:lnTo>
                  <a:lnTo>
                    <a:pt x="2415630" y="413"/>
                  </a:lnTo>
                  <a:lnTo>
                    <a:pt x="2425374" y="27"/>
                  </a:lnTo>
                  <a:lnTo>
                    <a:pt x="2435118" y="0"/>
                  </a:lnTo>
                  <a:lnTo>
                    <a:pt x="2444862" y="329"/>
                  </a:lnTo>
                  <a:lnTo>
                    <a:pt x="2454591" y="1015"/>
                  </a:lnTo>
                  <a:lnTo>
                    <a:pt x="2464335" y="2055"/>
                  </a:lnTo>
                  <a:lnTo>
                    <a:pt x="2474079" y="3448"/>
                  </a:lnTo>
                  <a:lnTo>
                    <a:pt x="2483823" y="5191"/>
                  </a:lnTo>
                  <a:lnTo>
                    <a:pt x="2493552" y="7281"/>
                  </a:lnTo>
                  <a:lnTo>
                    <a:pt x="2503296" y="9719"/>
                  </a:lnTo>
                  <a:lnTo>
                    <a:pt x="2513040" y="12500"/>
                  </a:lnTo>
                  <a:lnTo>
                    <a:pt x="2522784" y="15622"/>
                  </a:lnTo>
                  <a:lnTo>
                    <a:pt x="2532513" y="19080"/>
                  </a:lnTo>
                  <a:lnTo>
                    <a:pt x="2542257" y="22873"/>
                  </a:lnTo>
                  <a:lnTo>
                    <a:pt x="2552001" y="26995"/>
                  </a:lnTo>
                  <a:lnTo>
                    <a:pt x="2561745" y="31446"/>
                  </a:lnTo>
                  <a:lnTo>
                    <a:pt x="2571474" y="36218"/>
                  </a:lnTo>
                  <a:lnTo>
                    <a:pt x="2581218" y="41307"/>
                  </a:lnTo>
                  <a:lnTo>
                    <a:pt x="2590962" y="46713"/>
                  </a:lnTo>
                  <a:lnTo>
                    <a:pt x="2600705" y="52427"/>
                  </a:lnTo>
                  <a:lnTo>
                    <a:pt x="2610449" y="58443"/>
                  </a:lnTo>
                  <a:lnTo>
                    <a:pt x="2620178" y="64760"/>
                  </a:lnTo>
                  <a:lnTo>
                    <a:pt x="2629922" y="71369"/>
                  </a:lnTo>
                  <a:lnTo>
                    <a:pt x="2639666" y="78267"/>
                  </a:lnTo>
                  <a:lnTo>
                    <a:pt x="2649410" y="85446"/>
                  </a:lnTo>
                  <a:lnTo>
                    <a:pt x="2659139" y="92901"/>
                  </a:lnTo>
                  <a:lnTo>
                    <a:pt x="2668883" y="100626"/>
                  </a:lnTo>
                  <a:lnTo>
                    <a:pt x="2678627" y="108614"/>
                  </a:lnTo>
                  <a:lnTo>
                    <a:pt x="2688371" y="116857"/>
                  </a:lnTo>
                  <a:lnTo>
                    <a:pt x="2698100" y="125350"/>
                  </a:lnTo>
                  <a:lnTo>
                    <a:pt x="2707844" y="134083"/>
                  </a:lnTo>
                  <a:lnTo>
                    <a:pt x="2717588" y="143054"/>
                  </a:lnTo>
                  <a:lnTo>
                    <a:pt x="2727332" y="152250"/>
                  </a:lnTo>
                  <a:lnTo>
                    <a:pt x="2737076" y="161666"/>
                  </a:lnTo>
                  <a:lnTo>
                    <a:pt x="2746805" y="171294"/>
                  </a:lnTo>
                  <a:lnTo>
                    <a:pt x="2756549" y="181124"/>
                  </a:lnTo>
                  <a:lnTo>
                    <a:pt x="2766293" y="191151"/>
                  </a:lnTo>
                  <a:lnTo>
                    <a:pt x="2776037" y="201364"/>
                  </a:lnTo>
                  <a:lnTo>
                    <a:pt x="2785766" y="211756"/>
                  </a:lnTo>
                  <a:lnTo>
                    <a:pt x="2795510" y="222318"/>
                  </a:lnTo>
                  <a:lnTo>
                    <a:pt x="2805254" y="233041"/>
                  </a:lnTo>
                  <a:lnTo>
                    <a:pt x="2814998" y="243916"/>
                  </a:lnTo>
                  <a:lnTo>
                    <a:pt x="2824727" y="254935"/>
                  </a:lnTo>
                  <a:lnTo>
                    <a:pt x="2834471" y="266088"/>
                  </a:lnTo>
                  <a:lnTo>
                    <a:pt x="2844215" y="277367"/>
                  </a:lnTo>
                  <a:lnTo>
                    <a:pt x="2853958" y="288762"/>
                  </a:lnTo>
                  <a:lnTo>
                    <a:pt x="2863687" y="300264"/>
                  </a:lnTo>
                  <a:lnTo>
                    <a:pt x="2873431" y="311864"/>
                  </a:lnTo>
                  <a:lnTo>
                    <a:pt x="2883175" y="323554"/>
                  </a:lnTo>
                  <a:lnTo>
                    <a:pt x="2892919" y="335322"/>
                  </a:lnTo>
                  <a:lnTo>
                    <a:pt x="2902663" y="347163"/>
                  </a:lnTo>
                  <a:lnTo>
                    <a:pt x="2912392" y="35906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6" name="Freeform 785">
              <a:extLst>
                <a:ext uri="{FF2B5EF4-FFF2-40B4-BE49-F238E27FC236}">
                  <a16:creationId xmlns:a16="http://schemas.microsoft.com/office/drawing/2014/main" id="{04ABE16F-60A4-9033-BA3E-C34736797B8B}"/>
                </a:ext>
              </a:extLst>
            </p:cNvPr>
            <p:cNvSpPr/>
            <p:nvPr/>
          </p:nvSpPr>
          <p:spPr>
            <a:xfrm>
              <a:off x="576446" y="3016983"/>
              <a:ext cx="2912392" cy="675787"/>
            </a:xfrm>
            <a:custGeom>
              <a:avLst/>
              <a:gdLst>
                <a:gd name="connsiteX0" fmla="*/ 0 w 2912392"/>
                <a:gd name="connsiteY0" fmla="*/ 652920 h 675787"/>
                <a:gd name="connsiteX1" fmla="*/ 9739 w 2912392"/>
                <a:gd name="connsiteY1" fmla="*/ 655622 h 675787"/>
                <a:gd name="connsiteX2" fmla="*/ 19480 w 2912392"/>
                <a:gd name="connsiteY2" fmla="*/ 658203 h 675787"/>
                <a:gd name="connsiteX3" fmla="*/ 29221 w 2912392"/>
                <a:gd name="connsiteY3" fmla="*/ 660651 h 675787"/>
                <a:gd name="connsiteX4" fmla="*/ 38961 w 2912392"/>
                <a:gd name="connsiteY4" fmla="*/ 662956 h 675787"/>
                <a:gd name="connsiteX5" fmla="*/ 48702 w 2912392"/>
                <a:gd name="connsiteY5" fmla="*/ 665104 h 675787"/>
                <a:gd name="connsiteX6" fmla="*/ 58443 w 2912392"/>
                <a:gd name="connsiteY6" fmla="*/ 667086 h 675787"/>
                <a:gd name="connsiteX7" fmla="*/ 68182 w 2912392"/>
                <a:gd name="connsiteY7" fmla="*/ 668888 h 675787"/>
                <a:gd name="connsiteX8" fmla="*/ 77923 w 2912392"/>
                <a:gd name="connsiteY8" fmla="*/ 670505 h 675787"/>
                <a:gd name="connsiteX9" fmla="*/ 87664 w 2912392"/>
                <a:gd name="connsiteY9" fmla="*/ 671923 h 675787"/>
                <a:gd name="connsiteX10" fmla="*/ 97404 w 2912392"/>
                <a:gd name="connsiteY10" fmla="*/ 673135 h 675787"/>
                <a:gd name="connsiteX11" fmla="*/ 107145 w 2912392"/>
                <a:gd name="connsiteY11" fmla="*/ 674130 h 675787"/>
                <a:gd name="connsiteX12" fmla="*/ 116886 w 2912392"/>
                <a:gd name="connsiteY12" fmla="*/ 674900 h 675787"/>
                <a:gd name="connsiteX13" fmla="*/ 126625 w 2912392"/>
                <a:gd name="connsiteY13" fmla="*/ 675438 h 675787"/>
                <a:gd name="connsiteX14" fmla="*/ 136366 w 2912392"/>
                <a:gd name="connsiteY14" fmla="*/ 675736 h 675787"/>
                <a:gd name="connsiteX15" fmla="*/ 146107 w 2912392"/>
                <a:gd name="connsiteY15" fmla="*/ 675788 h 675787"/>
                <a:gd name="connsiteX16" fmla="*/ 155846 w 2912392"/>
                <a:gd name="connsiteY16" fmla="*/ 675585 h 675787"/>
                <a:gd name="connsiteX17" fmla="*/ 165587 w 2912392"/>
                <a:gd name="connsiteY17" fmla="*/ 675125 h 675787"/>
                <a:gd name="connsiteX18" fmla="*/ 175328 w 2912392"/>
                <a:gd name="connsiteY18" fmla="*/ 674399 h 675787"/>
                <a:gd name="connsiteX19" fmla="*/ 185068 w 2912392"/>
                <a:gd name="connsiteY19" fmla="*/ 673406 h 675787"/>
                <a:gd name="connsiteX20" fmla="*/ 194809 w 2912392"/>
                <a:gd name="connsiteY20" fmla="*/ 672138 h 675787"/>
                <a:gd name="connsiteX21" fmla="*/ 204550 w 2912392"/>
                <a:gd name="connsiteY21" fmla="*/ 670594 h 675787"/>
                <a:gd name="connsiteX22" fmla="*/ 214289 w 2912392"/>
                <a:gd name="connsiteY22" fmla="*/ 668772 h 675787"/>
                <a:gd name="connsiteX23" fmla="*/ 224030 w 2912392"/>
                <a:gd name="connsiteY23" fmla="*/ 666668 h 675787"/>
                <a:gd name="connsiteX24" fmla="*/ 233771 w 2912392"/>
                <a:gd name="connsiteY24" fmla="*/ 664282 h 675787"/>
                <a:gd name="connsiteX25" fmla="*/ 243510 w 2912392"/>
                <a:gd name="connsiteY25" fmla="*/ 661612 h 675787"/>
                <a:gd name="connsiteX26" fmla="*/ 253251 w 2912392"/>
                <a:gd name="connsiteY26" fmla="*/ 658656 h 675787"/>
                <a:gd name="connsiteX27" fmla="*/ 262992 w 2912392"/>
                <a:gd name="connsiteY27" fmla="*/ 655417 h 675787"/>
                <a:gd name="connsiteX28" fmla="*/ 272732 w 2912392"/>
                <a:gd name="connsiteY28" fmla="*/ 651895 h 675787"/>
                <a:gd name="connsiteX29" fmla="*/ 282473 w 2912392"/>
                <a:gd name="connsiteY29" fmla="*/ 648089 h 675787"/>
                <a:gd name="connsiteX30" fmla="*/ 292214 w 2912392"/>
                <a:gd name="connsiteY30" fmla="*/ 644004 h 675787"/>
                <a:gd name="connsiteX31" fmla="*/ 301953 w 2912392"/>
                <a:gd name="connsiteY31" fmla="*/ 639642 h 675787"/>
                <a:gd name="connsiteX32" fmla="*/ 311694 w 2912392"/>
                <a:gd name="connsiteY32" fmla="*/ 635004 h 675787"/>
                <a:gd name="connsiteX33" fmla="*/ 321435 w 2912392"/>
                <a:gd name="connsiteY33" fmla="*/ 630094 h 675787"/>
                <a:gd name="connsiteX34" fmla="*/ 331175 w 2912392"/>
                <a:gd name="connsiteY34" fmla="*/ 624918 h 675787"/>
                <a:gd name="connsiteX35" fmla="*/ 340916 w 2912392"/>
                <a:gd name="connsiteY35" fmla="*/ 619477 h 675787"/>
                <a:gd name="connsiteX36" fmla="*/ 350656 w 2912392"/>
                <a:gd name="connsiteY36" fmla="*/ 613780 h 675787"/>
                <a:gd name="connsiteX37" fmla="*/ 360396 w 2912392"/>
                <a:gd name="connsiteY37" fmla="*/ 607829 h 675787"/>
                <a:gd name="connsiteX38" fmla="*/ 370137 w 2912392"/>
                <a:gd name="connsiteY38" fmla="*/ 601631 h 675787"/>
                <a:gd name="connsiteX39" fmla="*/ 379878 w 2912392"/>
                <a:gd name="connsiteY39" fmla="*/ 595192 h 675787"/>
                <a:gd name="connsiteX40" fmla="*/ 389617 w 2912392"/>
                <a:gd name="connsiteY40" fmla="*/ 588517 h 675787"/>
                <a:gd name="connsiteX41" fmla="*/ 399358 w 2912392"/>
                <a:gd name="connsiteY41" fmla="*/ 581616 h 675787"/>
                <a:gd name="connsiteX42" fmla="*/ 409099 w 2912392"/>
                <a:gd name="connsiteY42" fmla="*/ 574493 h 675787"/>
                <a:gd name="connsiteX43" fmla="*/ 418839 w 2912392"/>
                <a:gd name="connsiteY43" fmla="*/ 567158 h 675787"/>
                <a:gd name="connsiteX44" fmla="*/ 428580 w 2912392"/>
                <a:gd name="connsiteY44" fmla="*/ 559616 h 675787"/>
                <a:gd name="connsiteX45" fmla="*/ 438321 w 2912392"/>
                <a:gd name="connsiteY45" fmla="*/ 551878 h 675787"/>
                <a:gd name="connsiteX46" fmla="*/ 448060 w 2912392"/>
                <a:gd name="connsiteY46" fmla="*/ 543950 h 675787"/>
                <a:gd name="connsiteX47" fmla="*/ 457801 w 2912392"/>
                <a:gd name="connsiteY47" fmla="*/ 535840 h 675787"/>
                <a:gd name="connsiteX48" fmla="*/ 467542 w 2912392"/>
                <a:gd name="connsiteY48" fmla="*/ 527558 h 675787"/>
                <a:gd name="connsiteX49" fmla="*/ 477281 w 2912392"/>
                <a:gd name="connsiteY49" fmla="*/ 519113 h 675787"/>
                <a:gd name="connsiteX50" fmla="*/ 487022 w 2912392"/>
                <a:gd name="connsiteY50" fmla="*/ 510514 h 675787"/>
                <a:gd name="connsiteX51" fmla="*/ 496763 w 2912392"/>
                <a:gd name="connsiteY51" fmla="*/ 501766 h 675787"/>
                <a:gd name="connsiteX52" fmla="*/ 506503 w 2912392"/>
                <a:gd name="connsiteY52" fmla="*/ 492884 h 675787"/>
                <a:gd name="connsiteX53" fmla="*/ 516244 w 2912392"/>
                <a:gd name="connsiteY53" fmla="*/ 483873 h 675787"/>
                <a:gd name="connsiteX54" fmla="*/ 525985 w 2912392"/>
                <a:gd name="connsiteY54" fmla="*/ 474743 h 675787"/>
                <a:gd name="connsiteX55" fmla="*/ 535724 w 2912392"/>
                <a:gd name="connsiteY55" fmla="*/ 465504 h 675787"/>
                <a:gd name="connsiteX56" fmla="*/ 545465 w 2912392"/>
                <a:gd name="connsiteY56" fmla="*/ 456164 h 675787"/>
                <a:gd name="connsiteX57" fmla="*/ 555206 w 2912392"/>
                <a:gd name="connsiteY57" fmla="*/ 446733 h 675787"/>
                <a:gd name="connsiteX58" fmla="*/ 564946 w 2912392"/>
                <a:gd name="connsiteY58" fmla="*/ 437220 h 675787"/>
                <a:gd name="connsiteX59" fmla="*/ 574687 w 2912392"/>
                <a:gd name="connsiteY59" fmla="*/ 427635 h 675787"/>
                <a:gd name="connsiteX60" fmla="*/ 584428 w 2912392"/>
                <a:gd name="connsiteY60" fmla="*/ 417985 h 675787"/>
                <a:gd name="connsiteX61" fmla="*/ 594167 w 2912392"/>
                <a:gd name="connsiteY61" fmla="*/ 408281 h 675787"/>
                <a:gd name="connsiteX62" fmla="*/ 603908 w 2912392"/>
                <a:gd name="connsiteY62" fmla="*/ 398533 h 675787"/>
                <a:gd name="connsiteX63" fmla="*/ 613649 w 2912392"/>
                <a:gd name="connsiteY63" fmla="*/ 388746 h 675787"/>
                <a:gd name="connsiteX64" fmla="*/ 623388 w 2912392"/>
                <a:gd name="connsiteY64" fmla="*/ 378930 h 675787"/>
                <a:gd name="connsiteX65" fmla="*/ 633129 w 2912392"/>
                <a:gd name="connsiteY65" fmla="*/ 369097 h 675787"/>
                <a:gd name="connsiteX66" fmla="*/ 642870 w 2912392"/>
                <a:gd name="connsiteY66" fmla="*/ 359252 h 675787"/>
                <a:gd name="connsiteX67" fmla="*/ 652610 w 2912392"/>
                <a:gd name="connsiteY67" fmla="*/ 349403 h 675787"/>
                <a:gd name="connsiteX68" fmla="*/ 662351 w 2912392"/>
                <a:gd name="connsiteY68" fmla="*/ 339561 h 675787"/>
                <a:gd name="connsiteX69" fmla="*/ 672092 w 2912392"/>
                <a:gd name="connsiteY69" fmla="*/ 329734 h 675787"/>
                <a:gd name="connsiteX70" fmla="*/ 681831 w 2912392"/>
                <a:gd name="connsiteY70" fmla="*/ 319927 h 675787"/>
                <a:gd name="connsiteX71" fmla="*/ 691572 w 2912392"/>
                <a:gd name="connsiteY71" fmla="*/ 310151 h 675787"/>
                <a:gd name="connsiteX72" fmla="*/ 701313 w 2912392"/>
                <a:gd name="connsiteY72" fmla="*/ 300413 h 675787"/>
                <a:gd name="connsiteX73" fmla="*/ 711052 w 2912392"/>
                <a:gd name="connsiteY73" fmla="*/ 290719 h 675787"/>
                <a:gd name="connsiteX74" fmla="*/ 720793 w 2912392"/>
                <a:gd name="connsiteY74" fmla="*/ 281078 h 675787"/>
                <a:gd name="connsiteX75" fmla="*/ 730534 w 2912392"/>
                <a:gd name="connsiteY75" fmla="*/ 271498 h 675787"/>
                <a:gd name="connsiteX76" fmla="*/ 740274 w 2912392"/>
                <a:gd name="connsiteY76" fmla="*/ 261985 h 675787"/>
                <a:gd name="connsiteX77" fmla="*/ 750015 w 2912392"/>
                <a:gd name="connsiteY77" fmla="*/ 252545 h 675787"/>
                <a:gd name="connsiteX78" fmla="*/ 759756 w 2912392"/>
                <a:gd name="connsiteY78" fmla="*/ 243189 h 675787"/>
                <a:gd name="connsiteX79" fmla="*/ 769495 w 2912392"/>
                <a:gd name="connsiteY79" fmla="*/ 233920 h 675787"/>
                <a:gd name="connsiteX80" fmla="*/ 779236 w 2912392"/>
                <a:gd name="connsiteY80" fmla="*/ 224747 h 675787"/>
                <a:gd name="connsiteX81" fmla="*/ 788977 w 2912392"/>
                <a:gd name="connsiteY81" fmla="*/ 215675 h 675787"/>
                <a:gd name="connsiteX82" fmla="*/ 798717 w 2912392"/>
                <a:gd name="connsiteY82" fmla="*/ 206710 h 675787"/>
                <a:gd name="connsiteX83" fmla="*/ 808458 w 2912392"/>
                <a:gd name="connsiteY83" fmla="*/ 197861 h 675787"/>
                <a:gd name="connsiteX84" fmla="*/ 818199 w 2912392"/>
                <a:gd name="connsiteY84" fmla="*/ 189132 h 675787"/>
                <a:gd name="connsiteX85" fmla="*/ 827938 w 2912392"/>
                <a:gd name="connsiteY85" fmla="*/ 180531 h 675787"/>
                <a:gd name="connsiteX86" fmla="*/ 837679 w 2912392"/>
                <a:gd name="connsiteY86" fmla="*/ 172062 h 675787"/>
                <a:gd name="connsiteX87" fmla="*/ 847420 w 2912392"/>
                <a:gd name="connsiteY87" fmla="*/ 163734 h 675787"/>
                <a:gd name="connsiteX88" fmla="*/ 857159 w 2912392"/>
                <a:gd name="connsiteY88" fmla="*/ 155550 h 675787"/>
                <a:gd name="connsiteX89" fmla="*/ 866900 w 2912392"/>
                <a:gd name="connsiteY89" fmla="*/ 147516 h 675787"/>
                <a:gd name="connsiteX90" fmla="*/ 876641 w 2912392"/>
                <a:gd name="connsiteY90" fmla="*/ 139639 h 675787"/>
                <a:gd name="connsiteX91" fmla="*/ 886381 w 2912392"/>
                <a:gd name="connsiteY91" fmla="*/ 131925 h 675787"/>
                <a:gd name="connsiteX92" fmla="*/ 896122 w 2912392"/>
                <a:gd name="connsiteY92" fmla="*/ 124378 h 675787"/>
                <a:gd name="connsiteX93" fmla="*/ 905863 w 2912392"/>
                <a:gd name="connsiteY93" fmla="*/ 117005 h 675787"/>
                <a:gd name="connsiteX94" fmla="*/ 915602 w 2912392"/>
                <a:gd name="connsiteY94" fmla="*/ 109811 h 675787"/>
                <a:gd name="connsiteX95" fmla="*/ 925343 w 2912392"/>
                <a:gd name="connsiteY95" fmla="*/ 102800 h 675787"/>
                <a:gd name="connsiteX96" fmla="*/ 935084 w 2912392"/>
                <a:gd name="connsiteY96" fmla="*/ 95979 h 675787"/>
                <a:gd name="connsiteX97" fmla="*/ 944824 w 2912392"/>
                <a:gd name="connsiteY97" fmla="*/ 89354 h 675787"/>
                <a:gd name="connsiteX98" fmla="*/ 954564 w 2912392"/>
                <a:gd name="connsiteY98" fmla="*/ 82928 h 675787"/>
                <a:gd name="connsiteX99" fmla="*/ 964305 w 2912392"/>
                <a:gd name="connsiteY99" fmla="*/ 76706 h 675787"/>
                <a:gd name="connsiteX100" fmla="*/ 974045 w 2912392"/>
                <a:gd name="connsiteY100" fmla="*/ 70694 h 675787"/>
                <a:gd name="connsiteX101" fmla="*/ 983786 w 2912392"/>
                <a:gd name="connsiteY101" fmla="*/ 64899 h 675787"/>
                <a:gd name="connsiteX102" fmla="*/ 993522 w 2912392"/>
                <a:gd name="connsiteY102" fmla="*/ 59320 h 675787"/>
                <a:gd name="connsiteX103" fmla="*/ 1003266 w 2912392"/>
                <a:gd name="connsiteY103" fmla="*/ 53967 h 675787"/>
                <a:gd name="connsiteX104" fmla="*/ 1013010 w 2912392"/>
                <a:gd name="connsiteY104" fmla="*/ 48843 h 675787"/>
                <a:gd name="connsiteX105" fmla="*/ 1022754 w 2912392"/>
                <a:gd name="connsiteY105" fmla="*/ 43952 h 675787"/>
                <a:gd name="connsiteX106" fmla="*/ 1032483 w 2912392"/>
                <a:gd name="connsiteY106" fmla="*/ 39299 h 675787"/>
                <a:gd name="connsiteX107" fmla="*/ 1042227 w 2912392"/>
                <a:gd name="connsiteY107" fmla="*/ 34887 h 675787"/>
                <a:gd name="connsiteX108" fmla="*/ 1051971 w 2912392"/>
                <a:gd name="connsiteY108" fmla="*/ 30722 h 675787"/>
                <a:gd name="connsiteX109" fmla="*/ 1061715 w 2912392"/>
                <a:gd name="connsiteY109" fmla="*/ 26806 h 675787"/>
                <a:gd name="connsiteX110" fmla="*/ 1071444 w 2912392"/>
                <a:gd name="connsiteY110" fmla="*/ 23144 h 675787"/>
                <a:gd name="connsiteX111" fmla="*/ 1081188 w 2912392"/>
                <a:gd name="connsiteY111" fmla="*/ 19740 h 675787"/>
                <a:gd name="connsiteX112" fmla="*/ 1090932 w 2912392"/>
                <a:gd name="connsiteY112" fmla="*/ 16594 h 675787"/>
                <a:gd name="connsiteX113" fmla="*/ 1100676 w 2912392"/>
                <a:gd name="connsiteY113" fmla="*/ 13715 h 675787"/>
                <a:gd name="connsiteX114" fmla="*/ 1110405 w 2912392"/>
                <a:gd name="connsiteY114" fmla="*/ 11103 h 675787"/>
                <a:gd name="connsiteX115" fmla="*/ 1120149 w 2912392"/>
                <a:gd name="connsiteY115" fmla="*/ 8759 h 675787"/>
                <a:gd name="connsiteX116" fmla="*/ 1129893 w 2912392"/>
                <a:gd name="connsiteY116" fmla="*/ 6690 h 675787"/>
                <a:gd name="connsiteX117" fmla="*/ 1139637 w 2912392"/>
                <a:gd name="connsiteY117" fmla="*/ 4894 h 675787"/>
                <a:gd name="connsiteX118" fmla="*/ 1149381 w 2912392"/>
                <a:gd name="connsiteY118" fmla="*/ 3376 h 675787"/>
                <a:gd name="connsiteX119" fmla="*/ 1159110 w 2912392"/>
                <a:gd name="connsiteY119" fmla="*/ 2137 h 675787"/>
                <a:gd name="connsiteX120" fmla="*/ 1168854 w 2912392"/>
                <a:gd name="connsiteY120" fmla="*/ 1179 h 675787"/>
                <a:gd name="connsiteX121" fmla="*/ 1178598 w 2912392"/>
                <a:gd name="connsiteY121" fmla="*/ 502 h 675787"/>
                <a:gd name="connsiteX122" fmla="*/ 1188341 w 2912392"/>
                <a:gd name="connsiteY122" fmla="*/ 109 h 675787"/>
                <a:gd name="connsiteX123" fmla="*/ 1198070 w 2912392"/>
                <a:gd name="connsiteY123" fmla="*/ 0 h 675787"/>
                <a:gd name="connsiteX124" fmla="*/ 1207814 w 2912392"/>
                <a:gd name="connsiteY124" fmla="*/ 174 h 675787"/>
                <a:gd name="connsiteX125" fmla="*/ 1217558 w 2912392"/>
                <a:gd name="connsiteY125" fmla="*/ 633 h 675787"/>
                <a:gd name="connsiteX126" fmla="*/ 1227302 w 2912392"/>
                <a:gd name="connsiteY126" fmla="*/ 1377 h 675787"/>
                <a:gd name="connsiteX127" fmla="*/ 1237031 w 2912392"/>
                <a:gd name="connsiteY127" fmla="*/ 2403 h 675787"/>
                <a:gd name="connsiteX128" fmla="*/ 1246775 w 2912392"/>
                <a:gd name="connsiteY128" fmla="*/ 3713 h 675787"/>
                <a:gd name="connsiteX129" fmla="*/ 1256519 w 2912392"/>
                <a:gd name="connsiteY129" fmla="*/ 5303 h 675787"/>
                <a:gd name="connsiteX130" fmla="*/ 1266263 w 2912392"/>
                <a:gd name="connsiteY130" fmla="*/ 7174 h 675787"/>
                <a:gd name="connsiteX131" fmla="*/ 1276007 w 2912392"/>
                <a:gd name="connsiteY131" fmla="*/ 9321 h 675787"/>
                <a:gd name="connsiteX132" fmla="*/ 1285736 w 2912392"/>
                <a:gd name="connsiteY132" fmla="*/ 11745 h 675787"/>
                <a:gd name="connsiteX133" fmla="*/ 1295480 w 2912392"/>
                <a:gd name="connsiteY133" fmla="*/ 14440 h 675787"/>
                <a:gd name="connsiteX134" fmla="*/ 1305224 w 2912392"/>
                <a:gd name="connsiteY134" fmla="*/ 17405 h 675787"/>
                <a:gd name="connsiteX135" fmla="*/ 1314968 w 2912392"/>
                <a:gd name="connsiteY135" fmla="*/ 20635 h 675787"/>
                <a:gd name="connsiteX136" fmla="*/ 1324697 w 2912392"/>
                <a:gd name="connsiteY136" fmla="*/ 24129 h 675787"/>
                <a:gd name="connsiteX137" fmla="*/ 1334441 w 2912392"/>
                <a:gd name="connsiteY137" fmla="*/ 27879 h 675787"/>
                <a:gd name="connsiteX138" fmla="*/ 1344185 w 2912392"/>
                <a:gd name="connsiteY138" fmla="*/ 31884 h 675787"/>
                <a:gd name="connsiteX139" fmla="*/ 1353929 w 2912392"/>
                <a:gd name="connsiteY139" fmla="*/ 36136 h 675787"/>
                <a:gd name="connsiteX140" fmla="*/ 1363658 w 2912392"/>
                <a:gd name="connsiteY140" fmla="*/ 40631 h 675787"/>
                <a:gd name="connsiteX141" fmla="*/ 1373402 w 2912392"/>
                <a:gd name="connsiteY141" fmla="*/ 45363 h 675787"/>
                <a:gd name="connsiteX142" fmla="*/ 1383146 w 2912392"/>
                <a:gd name="connsiteY142" fmla="*/ 50326 h 675787"/>
                <a:gd name="connsiteX143" fmla="*/ 1392890 w 2912392"/>
                <a:gd name="connsiteY143" fmla="*/ 55515 h 675787"/>
                <a:gd name="connsiteX144" fmla="*/ 1402619 w 2912392"/>
                <a:gd name="connsiteY144" fmla="*/ 60922 h 675787"/>
                <a:gd name="connsiteX145" fmla="*/ 1412363 w 2912392"/>
                <a:gd name="connsiteY145" fmla="*/ 66539 h 675787"/>
                <a:gd name="connsiteX146" fmla="*/ 1422106 w 2912392"/>
                <a:gd name="connsiteY146" fmla="*/ 72361 h 675787"/>
                <a:gd name="connsiteX147" fmla="*/ 1431850 w 2912392"/>
                <a:gd name="connsiteY147" fmla="*/ 78379 h 675787"/>
                <a:gd name="connsiteX148" fmla="*/ 1441594 w 2912392"/>
                <a:gd name="connsiteY148" fmla="*/ 84586 h 675787"/>
                <a:gd name="connsiteX149" fmla="*/ 1451323 w 2912392"/>
                <a:gd name="connsiteY149" fmla="*/ 90972 h 675787"/>
                <a:gd name="connsiteX150" fmla="*/ 1461067 w 2912392"/>
                <a:gd name="connsiteY150" fmla="*/ 97532 h 675787"/>
                <a:gd name="connsiteX151" fmla="*/ 1470811 w 2912392"/>
                <a:gd name="connsiteY151" fmla="*/ 104254 h 675787"/>
                <a:gd name="connsiteX152" fmla="*/ 1480555 w 2912392"/>
                <a:gd name="connsiteY152" fmla="*/ 111132 h 675787"/>
                <a:gd name="connsiteX153" fmla="*/ 1490284 w 2912392"/>
                <a:gd name="connsiteY153" fmla="*/ 118155 h 675787"/>
                <a:gd name="connsiteX154" fmla="*/ 1500028 w 2912392"/>
                <a:gd name="connsiteY154" fmla="*/ 125315 h 675787"/>
                <a:gd name="connsiteX155" fmla="*/ 1509772 w 2912392"/>
                <a:gd name="connsiteY155" fmla="*/ 132604 h 675787"/>
                <a:gd name="connsiteX156" fmla="*/ 1519516 w 2912392"/>
                <a:gd name="connsiteY156" fmla="*/ 140010 h 675787"/>
                <a:gd name="connsiteX157" fmla="*/ 1529245 w 2912392"/>
                <a:gd name="connsiteY157" fmla="*/ 147525 h 675787"/>
                <a:gd name="connsiteX158" fmla="*/ 1538989 w 2912392"/>
                <a:gd name="connsiteY158" fmla="*/ 155140 h 675787"/>
                <a:gd name="connsiteX159" fmla="*/ 1548733 w 2912392"/>
                <a:gd name="connsiteY159" fmla="*/ 162846 h 675787"/>
                <a:gd name="connsiteX160" fmla="*/ 1558477 w 2912392"/>
                <a:gd name="connsiteY160" fmla="*/ 170631 h 675787"/>
                <a:gd name="connsiteX161" fmla="*/ 1568221 w 2912392"/>
                <a:gd name="connsiteY161" fmla="*/ 178485 h 675787"/>
                <a:gd name="connsiteX162" fmla="*/ 1577950 w 2912392"/>
                <a:gd name="connsiteY162" fmla="*/ 186403 h 675787"/>
                <a:gd name="connsiteX163" fmla="*/ 1587694 w 2912392"/>
                <a:gd name="connsiteY163" fmla="*/ 194371 h 675787"/>
                <a:gd name="connsiteX164" fmla="*/ 1597438 w 2912392"/>
                <a:gd name="connsiteY164" fmla="*/ 202380 h 675787"/>
                <a:gd name="connsiteX165" fmla="*/ 1607182 w 2912392"/>
                <a:gd name="connsiteY165" fmla="*/ 210423 h 675787"/>
                <a:gd name="connsiteX166" fmla="*/ 1616911 w 2912392"/>
                <a:gd name="connsiteY166" fmla="*/ 218489 h 675787"/>
                <a:gd name="connsiteX167" fmla="*/ 1626655 w 2912392"/>
                <a:gd name="connsiteY167" fmla="*/ 226569 h 675787"/>
                <a:gd name="connsiteX168" fmla="*/ 1636399 w 2912392"/>
                <a:gd name="connsiteY168" fmla="*/ 234653 h 675787"/>
                <a:gd name="connsiteX169" fmla="*/ 1646142 w 2912392"/>
                <a:gd name="connsiteY169" fmla="*/ 242734 h 675787"/>
                <a:gd name="connsiteX170" fmla="*/ 1655872 w 2912392"/>
                <a:gd name="connsiteY170" fmla="*/ 250802 h 675787"/>
                <a:gd name="connsiteX171" fmla="*/ 1665616 w 2912392"/>
                <a:gd name="connsiteY171" fmla="*/ 258849 h 675787"/>
                <a:gd name="connsiteX172" fmla="*/ 1675359 w 2912392"/>
                <a:gd name="connsiteY172" fmla="*/ 266866 h 675787"/>
                <a:gd name="connsiteX173" fmla="*/ 1685103 w 2912392"/>
                <a:gd name="connsiteY173" fmla="*/ 274846 h 675787"/>
                <a:gd name="connsiteX174" fmla="*/ 1694832 w 2912392"/>
                <a:gd name="connsiteY174" fmla="*/ 282780 h 675787"/>
                <a:gd name="connsiteX175" fmla="*/ 1704576 w 2912392"/>
                <a:gd name="connsiteY175" fmla="*/ 290661 h 675787"/>
                <a:gd name="connsiteX176" fmla="*/ 1714320 w 2912392"/>
                <a:gd name="connsiteY176" fmla="*/ 298482 h 675787"/>
                <a:gd name="connsiteX177" fmla="*/ 1724064 w 2912392"/>
                <a:gd name="connsiteY177" fmla="*/ 306234 h 675787"/>
                <a:gd name="connsiteX178" fmla="*/ 1733808 w 2912392"/>
                <a:gd name="connsiteY178" fmla="*/ 313913 h 675787"/>
                <a:gd name="connsiteX179" fmla="*/ 1743537 w 2912392"/>
                <a:gd name="connsiteY179" fmla="*/ 321510 h 675787"/>
                <a:gd name="connsiteX180" fmla="*/ 1753281 w 2912392"/>
                <a:gd name="connsiteY180" fmla="*/ 329020 h 675787"/>
                <a:gd name="connsiteX181" fmla="*/ 1763025 w 2912392"/>
                <a:gd name="connsiteY181" fmla="*/ 336438 h 675787"/>
                <a:gd name="connsiteX182" fmla="*/ 1772769 w 2912392"/>
                <a:gd name="connsiteY182" fmla="*/ 343758 h 675787"/>
                <a:gd name="connsiteX183" fmla="*/ 1782498 w 2912392"/>
                <a:gd name="connsiteY183" fmla="*/ 350975 h 675787"/>
                <a:gd name="connsiteX184" fmla="*/ 1792242 w 2912392"/>
                <a:gd name="connsiteY184" fmla="*/ 358084 h 675787"/>
                <a:gd name="connsiteX185" fmla="*/ 1801986 w 2912392"/>
                <a:gd name="connsiteY185" fmla="*/ 365080 h 675787"/>
                <a:gd name="connsiteX186" fmla="*/ 1811730 w 2912392"/>
                <a:gd name="connsiteY186" fmla="*/ 371959 h 675787"/>
                <a:gd name="connsiteX187" fmla="*/ 1821459 w 2912392"/>
                <a:gd name="connsiteY187" fmla="*/ 378719 h 675787"/>
                <a:gd name="connsiteX188" fmla="*/ 1831203 w 2912392"/>
                <a:gd name="connsiteY188" fmla="*/ 385355 h 675787"/>
                <a:gd name="connsiteX189" fmla="*/ 1840947 w 2912392"/>
                <a:gd name="connsiteY189" fmla="*/ 391864 h 675787"/>
                <a:gd name="connsiteX190" fmla="*/ 1850691 w 2912392"/>
                <a:gd name="connsiteY190" fmla="*/ 398244 h 675787"/>
                <a:gd name="connsiteX191" fmla="*/ 1860435 w 2912392"/>
                <a:gd name="connsiteY191" fmla="*/ 404492 h 675787"/>
                <a:gd name="connsiteX192" fmla="*/ 1870164 w 2912392"/>
                <a:gd name="connsiteY192" fmla="*/ 410607 h 675787"/>
                <a:gd name="connsiteX193" fmla="*/ 1879908 w 2912392"/>
                <a:gd name="connsiteY193" fmla="*/ 416586 h 675787"/>
                <a:gd name="connsiteX194" fmla="*/ 1889652 w 2912392"/>
                <a:gd name="connsiteY194" fmla="*/ 422429 h 675787"/>
                <a:gd name="connsiteX195" fmla="*/ 1899395 w 2912392"/>
                <a:gd name="connsiteY195" fmla="*/ 428136 h 675787"/>
                <a:gd name="connsiteX196" fmla="*/ 1909124 w 2912392"/>
                <a:gd name="connsiteY196" fmla="*/ 433703 h 675787"/>
                <a:gd name="connsiteX197" fmla="*/ 1918868 w 2912392"/>
                <a:gd name="connsiteY197" fmla="*/ 439134 h 675787"/>
                <a:gd name="connsiteX198" fmla="*/ 1928612 w 2912392"/>
                <a:gd name="connsiteY198" fmla="*/ 444425 h 675787"/>
                <a:gd name="connsiteX199" fmla="*/ 1938356 w 2912392"/>
                <a:gd name="connsiteY199" fmla="*/ 449578 h 675787"/>
                <a:gd name="connsiteX200" fmla="*/ 1948085 w 2912392"/>
                <a:gd name="connsiteY200" fmla="*/ 454595 h 675787"/>
                <a:gd name="connsiteX201" fmla="*/ 1957829 w 2912392"/>
                <a:gd name="connsiteY201" fmla="*/ 459474 h 675787"/>
                <a:gd name="connsiteX202" fmla="*/ 1967573 w 2912392"/>
                <a:gd name="connsiteY202" fmla="*/ 464218 h 675787"/>
                <a:gd name="connsiteX203" fmla="*/ 1977317 w 2912392"/>
                <a:gd name="connsiteY203" fmla="*/ 468828 h 675787"/>
                <a:gd name="connsiteX204" fmla="*/ 1987046 w 2912392"/>
                <a:gd name="connsiteY204" fmla="*/ 473305 h 675787"/>
                <a:gd name="connsiteX205" fmla="*/ 1996790 w 2912392"/>
                <a:gd name="connsiteY205" fmla="*/ 477652 h 675787"/>
                <a:gd name="connsiteX206" fmla="*/ 2006534 w 2912392"/>
                <a:gd name="connsiteY206" fmla="*/ 481870 h 675787"/>
                <a:gd name="connsiteX207" fmla="*/ 2016278 w 2912392"/>
                <a:gd name="connsiteY207" fmla="*/ 485962 h 675787"/>
                <a:gd name="connsiteX208" fmla="*/ 2026022 w 2912392"/>
                <a:gd name="connsiteY208" fmla="*/ 489929 h 675787"/>
                <a:gd name="connsiteX209" fmla="*/ 2035751 w 2912392"/>
                <a:gd name="connsiteY209" fmla="*/ 493775 h 675787"/>
                <a:gd name="connsiteX210" fmla="*/ 2045495 w 2912392"/>
                <a:gd name="connsiteY210" fmla="*/ 497501 h 675787"/>
                <a:gd name="connsiteX211" fmla="*/ 2055239 w 2912392"/>
                <a:gd name="connsiteY211" fmla="*/ 501111 h 675787"/>
                <a:gd name="connsiteX212" fmla="*/ 2064983 w 2912392"/>
                <a:gd name="connsiteY212" fmla="*/ 504606 h 675787"/>
                <a:gd name="connsiteX213" fmla="*/ 2074712 w 2912392"/>
                <a:gd name="connsiteY213" fmla="*/ 507993 h 675787"/>
                <a:gd name="connsiteX214" fmla="*/ 2084456 w 2912392"/>
                <a:gd name="connsiteY214" fmla="*/ 511270 h 675787"/>
                <a:gd name="connsiteX215" fmla="*/ 2094200 w 2912392"/>
                <a:gd name="connsiteY215" fmla="*/ 514442 h 675787"/>
                <a:gd name="connsiteX216" fmla="*/ 2103944 w 2912392"/>
                <a:gd name="connsiteY216" fmla="*/ 517515 h 675787"/>
                <a:gd name="connsiteX217" fmla="*/ 2113673 w 2912392"/>
                <a:gd name="connsiteY217" fmla="*/ 520487 h 675787"/>
                <a:gd name="connsiteX218" fmla="*/ 2123417 w 2912392"/>
                <a:gd name="connsiteY218" fmla="*/ 523363 h 675787"/>
                <a:gd name="connsiteX219" fmla="*/ 2133161 w 2912392"/>
                <a:gd name="connsiteY219" fmla="*/ 526147 h 675787"/>
                <a:gd name="connsiteX220" fmla="*/ 2142905 w 2912392"/>
                <a:gd name="connsiteY220" fmla="*/ 528841 h 675787"/>
                <a:gd name="connsiteX221" fmla="*/ 2152649 w 2912392"/>
                <a:gd name="connsiteY221" fmla="*/ 531447 h 675787"/>
                <a:gd name="connsiteX222" fmla="*/ 2162377 w 2912392"/>
                <a:gd name="connsiteY222" fmla="*/ 533969 h 675787"/>
                <a:gd name="connsiteX223" fmla="*/ 2172121 w 2912392"/>
                <a:gd name="connsiteY223" fmla="*/ 536410 h 675787"/>
                <a:gd name="connsiteX224" fmla="*/ 2181865 w 2912392"/>
                <a:gd name="connsiteY224" fmla="*/ 538771 h 675787"/>
                <a:gd name="connsiteX225" fmla="*/ 2191609 w 2912392"/>
                <a:gd name="connsiteY225" fmla="*/ 541057 h 675787"/>
                <a:gd name="connsiteX226" fmla="*/ 2201338 w 2912392"/>
                <a:gd name="connsiteY226" fmla="*/ 543266 h 675787"/>
                <a:gd name="connsiteX227" fmla="*/ 2211082 w 2912392"/>
                <a:gd name="connsiteY227" fmla="*/ 545403 h 675787"/>
                <a:gd name="connsiteX228" fmla="*/ 2220826 w 2912392"/>
                <a:gd name="connsiteY228" fmla="*/ 547471 h 675787"/>
                <a:gd name="connsiteX229" fmla="*/ 2230570 w 2912392"/>
                <a:gd name="connsiteY229" fmla="*/ 549467 h 675787"/>
                <a:gd name="connsiteX230" fmla="*/ 2240299 w 2912392"/>
                <a:gd name="connsiteY230" fmla="*/ 551398 h 675787"/>
                <a:gd name="connsiteX231" fmla="*/ 2250043 w 2912392"/>
                <a:gd name="connsiteY231" fmla="*/ 553262 h 675787"/>
                <a:gd name="connsiteX232" fmla="*/ 2259787 w 2912392"/>
                <a:gd name="connsiteY232" fmla="*/ 555060 h 675787"/>
                <a:gd name="connsiteX233" fmla="*/ 2269531 w 2912392"/>
                <a:gd name="connsiteY233" fmla="*/ 556793 h 675787"/>
                <a:gd name="connsiteX234" fmla="*/ 2279260 w 2912392"/>
                <a:gd name="connsiteY234" fmla="*/ 558463 h 675787"/>
                <a:gd name="connsiteX235" fmla="*/ 2289004 w 2912392"/>
                <a:gd name="connsiteY235" fmla="*/ 560069 h 675787"/>
                <a:gd name="connsiteX236" fmla="*/ 2298748 w 2912392"/>
                <a:gd name="connsiteY236" fmla="*/ 561611 h 675787"/>
                <a:gd name="connsiteX237" fmla="*/ 2308492 w 2912392"/>
                <a:gd name="connsiteY237" fmla="*/ 563088 h 675787"/>
                <a:gd name="connsiteX238" fmla="*/ 2318236 w 2912392"/>
                <a:gd name="connsiteY238" fmla="*/ 564502 h 675787"/>
                <a:gd name="connsiteX239" fmla="*/ 2327965 w 2912392"/>
                <a:gd name="connsiteY239" fmla="*/ 565848 h 675787"/>
                <a:gd name="connsiteX240" fmla="*/ 2337709 w 2912392"/>
                <a:gd name="connsiteY240" fmla="*/ 567130 h 675787"/>
                <a:gd name="connsiteX241" fmla="*/ 2347453 w 2912392"/>
                <a:gd name="connsiteY241" fmla="*/ 568343 h 675787"/>
                <a:gd name="connsiteX242" fmla="*/ 2357197 w 2912392"/>
                <a:gd name="connsiteY242" fmla="*/ 569485 h 675787"/>
                <a:gd name="connsiteX243" fmla="*/ 2366926 w 2912392"/>
                <a:gd name="connsiteY243" fmla="*/ 570557 h 675787"/>
                <a:gd name="connsiteX244" fmla="*/ 2376670 w 2912392"/>
                <a:gd name="connsiteY244" fmla="*/ 571555 h 675787"/>
                <a:gd name="connsiteX245" fmla="*/ 2386413 w 2912392"/>
                <a:gd name="connsiteY245" fmla="*/ 572476 h 675787"/>
                <a:gd name="connsiteX246" fmla="*/ 2396157 w 2912392"/>
                <a:gd name="connsiteY246" fmla="*/ 573317 h 675787"/>
                <a:gd name="connsiteX247" fmla="*/ 2405886 w 2912392"/>
                <a:gd name="connsiteY247" fmla="*/ 574079 h 675787"/>
                <a:gd name="connsiteX248" fmla="*/ 2415630 w 2912392"/>
                <a:gd name="connsiteY248" fmla="*/ 574754 h 675787"/>
                <a:gd name="connsiteX249" fmla="*/ 2425374 w 2912392"/>
                <a:gd name="connsiteY249" fmla="*/ 575339 h 675787"/>
                <a:gd name="connsiteX250" fmla="*/ 2435118 w 2912392"/>
                <a:gd name="connsiteY250" fmla="*/ 575832 h 675787"/>
                <a:gd name="connsiteX251" fmla="*/ 2444862 w 2912392"/>
                <a:gd name="connsiteY251" fmla="*/ 576230 h 675787"/>
                <a:gd name="connsiteX252" fmla="*/ 2454591 w 2912392"/>
                <a:gd name="connsiteY252" fmla="*/ 576527 h 675787"/>
                <a:gd name="connsiteX253" fmla="*/ 2464335 w 2912392"/>
                <a:gd name="connsiteY253" fmla="*/ 576720 h 675787"/>
                <a:gd name="connsiteX254" fmla="*/ 2474079 w 2912392"/>
                <a:gd name="connsiteY254" fmla="*/ 576804 h 675787"/>
                <a:gd name="connsiteX255" fmla="*/ 2483823 w 2912392"/>
                <a:gd name="connsiteY255" fmla="*/ 576772 h 675787"/>
                <a:gd name="connsiteX256" fmla="*/ 2493552 w 2912392"/>
                <a:gd name="connsiteY256" fmla="*/ 576625 h 675787"/>
                <a:gd name="connsiteX257" fmla="*/ 2503296 w 2912392"/>
                <a:gd name="connsiteY257" fmla="*/ 576354 h 675787"/>
                <a:gd name="connsiteX258" fmla="*/ 2513040 w 2912392"/>
                <a:gd name="connsiteY258" fmla="*/ 575954 h 675787"/>
                <a:gd name="connsiteX259" fmla="*/ 2522784 w 2912392"/>
                <a:gd name="connsiteY259" fmla="*/ 575423 h 675787"/>
                <a:gd name="connsiteX260" fmla="*/ 2532513 w 2912392"/>
                <a:gd name="connsiteY260" fmla="*/ 574754 h 675787"/>
                <a:gd name="connsiteX261" fmla="*/ 2542257 w 2912392"/>
                <a:gd name="connsiteY261" fmla="*/ 573942 h 675787"/>
                <a:gd name="connsiteX262" fmla="*/ 2552001 w 2912392"/>
                <a:gd name="connsiteY262" fmla="*/ 572982 h 675787"/>
                <a:gd name="connsiteX263" fmla="*/ 2561745 w 2912392"/>
                <a:gd name="connsiteY263" fmla="*/ 571871 h 675787"/>
                <a:gd name="connsiteX264" fmla="*/ 2571474 w 2912392"/>
                <a:gd name="connsiteY264" fmla="*/ 570601 h 675787"/>
                <a:gd name="connsiteX265" fmla="*/ 2581218 w 2912392"/>
                <a:gd name="connsiteY265" fmla="*/ 569171 h 675787"/>
                <a:gd name="connsiteX266" fmla="*/ 2590962 w 2912392"/>
                <a:gd name="connsiteY266" fmla="*/ 567572 h 675787"/>
                <a:gd name="connsiteX267" fmla="*/ 2600705 w 2912392"/>
                <a:gd name="connsiteY267" fmla="*/ 565804 h 675787"/>
                <a:gd name="connsiteX268" fmla="*/ 2610449 w 2912392"/>
                <a:gd name="connsiteY268" fmla="*/ 563861 h 675787"/>
                <a:gd name="connsiteX269" fmla="*/ 2620178 w 2912392"/>
                <a:gd name="connsiteY269" fmla="*/ 561738 h 675787"/>
                <a:gd name="connsiteX270" fmla="*/ 2629922 w 2912392"/>
                <a:gd name="connsiteY270" fmla="*/ 559430 h 675787"/>
                <a:gd name="connsiteX271" fmla="*/ 2639666 w 2912392"/>
                <a:gd name="connsiteY271" fmla="*/ 556937 h 675787"/>
                <a:gd name="connsiteX272" fmla="*/ 2649410 w 2912392"/>
                <a:gd name="connsiteY272" fmla="*/ 554253 h 675787"/>
                <a:gd name="connsiteX273" fmla="*/ 2659139 w 2912392"/>
                <a:gd name="connsiteY273" fmla="*/ 551374 h 675787"/>
                <a:gd name="connsiteX274" fmla="*/ 2668883 w 2912392"/>
                <a:gd name="connsiteY274" fmla="*/ 548300 h 675787"/>
                <a:gd name="connsiteX275" fmla="*/ 2678627 w 2912392"/>
                <a:gd name="connsiteY275" fmla="*/ 545026 h 675787"/>
                <a:gd name="connsiteX276" fmla="*/ 2688371 w 2912392"/>
                <a:gd name="connsiteY276" fmla="*/ 541551 h 675787"/>
                <a:gd name="connsiteX277" fmla="*/ 2698100 w 2912392"/>
                <a:gd name="connsiteY277" fmla="*/ 537874 h 675787"/>
                <a:gd name="connsiteX278" fmla="*/ 2707844 w 2912392"/>
                <a:gd name="connsiteY278" fmla="*/ 533991 h 675787"/>
                <a:gd name="connsiteX279" fmla="*/ 2717588 w 2912392"/>
                <a:gd name="connsiteY279" fmla="*/ 529905 h 675787"/>
                <a:gd name="connsiteX280" fmla="*/ 2727332 w 2912392"/>
                <a:gd name="connsiteY280" fmla="*/ 525612 h 675787"/>
                <a:gd name="connsiteX281" fmla="*/ 2737076 w 2912392"/>
                <a:gd name="connsiteY281" fmla="*/ 521113 h 675787"/>
                <a:gd name="connsiteX282" fmla="*/ 2746805 w 2912392"/>
                <a:gd name="connsiteY282" fmla="*/ 516409 h 675787"/>
                <a:gd name="connsiteX283" fmla="*/ 2756549 w 2912392"/>
                <a:gd name="connsiteY283" fmla="*/ 511500 h 675787"/>
                <a:gd name="connsiteX284" fmla="*/ 2766293 w 2912392"/>
                <a:gd name="connsiteY284" fmla="*/ 506388 h 675787"/>
                <a:gd name="connsiteX285" fmla="*/ 2776037 w 2912392"/>
                <a:gd name="connsiteY285" fmla="*/ 501075 h 675787"/>
                <a:gd name="connsiteX286" fmla="*/ 2785766 w 2912392"/>
                <a:gd name="connsiteY286" fmla="*/ 495561 h 675787"/>
                <a:gd name="connsiteX287" fmla="*/ 2795510 w 2912392"/>
                <a:gd name="connsiteY287" fmla="*/ 489852 h 675787"/>
                <a:gd name="connsiteX288" fmla="*/ 2805254 w 2912392"/>
                <a:gd name="connsiteY288" fmla="*/ 483950 h 675787"/>
                <a:gd name="connsiteX289" fmla="*/ 2814998 w 2912392"/>
                <a:gd name="connsiteY289" fmla="*/ 477860 h 675787"/>
                <a:gd name="connsiteX290" fmla="*/ 2824727 w 2912392"/>
                <a:gd name="connsiteY290" fmla="*/ 471583 h 675787"/>
                <a:gd name="connsiteX291" fmla="*/ 2834471 w 2912392"/>
                <a:gd name="connsiteY291" fmla="*/ 465127 h 675787"/>
                <a:gd name="connsiteX292" fmla="*/ 2844215 w 2912392"/>
                <a:gd name="connsiteY292" fmla="*/ 458497 h 675787"/>
                <a:gd name="connsiteX293" fmla="*/ 2853958 w 2912392"/>
                <a:gd name="connsiteY293" fmla="*/ 451698 h 675787"/>
                <a:gd name="connsiteX294" fmla="*/ 2863687 w 2912392"/>
                <a:gd name="connsiteY294" fmla="*/ 444738 h 675787"/>
                <a:gd name="connsiteX295" fmla="*/ 2873431 w 2912392"/>
                <a:gd name="connsiteY295" fmla="*/ 437620 h 675787"/>
                <a:gd name="connsiteX296" fmla="*/ 2883175 w 2912392"/>
                <a:gd name="connsiteY296" fmla="*/ 430357 h 675787"/>
                <a:gd name="connsiteX297" fmla="*/ 2892919 w 2912392"/>
                <a:gd name="connsiteY297" fmla="*/ 422954 h 675787"/>
                <a:gd name="connsiteX298" fmla="*/ 2902663 w 2912392"/>
                <a:gd name="connsiteY298" fmla="*/ 415418 h 675787"/>
                <a:gd name="connsiteX299" fmla="*/ 2912392 w 2912392"/>
                <a:gd name="connsiteY299" fmla="*/ 407760 h 675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75787">
                  <a:moveTo>
                    <a:pt x="0" y="652920"/>
                  </a:moveTo>
                  <a:lnTo>
                    <a:pt x="9739" y="655622"/>
                  </a:lnTo>
                  <a:lnTo>
                    <a:pt x="19480" y="658203"/>
                  </a:lnTo>
                  <a:lnTo>
                    <a:pt x="29221" y="660651"/>
                  </a:lnTo>
                  <a:lnTo>
                    <a:pt x="38961" y="662956"/>
                  </a:lnTo>
                  <a:lnTo>
                    <a:pt x="48702" y="665104"/>
                  </a:lnTo>
                  <a:lnTo>
                    <a:pt x="58443" y="667086"/>
                  </a:lnTo>
                  <a:lnTo>
                    <a:pt x="68182" y="668888"/>
                  </a:lnTo>
                  <a:lnTo>
                    <a:pt x="77923" y="670505"/>
                  </a:lnTo>
                  <a:lnTo>
                    <a:pt x="87664" y="671923"/>
                  </a:lnTo>
                  <a:lnTo>
                    <a:pt x="97404" y="673135"/>
                  </a:lnTo>
                  <a:lnTo>
                    <a:pt x="107145" y="674130"/>
                  </a:lnTo>
                  <a:lnTo>
                    <a:pt x="116886" y="674900"/>
                  </a:lnTo>
                  <a:lnTo>
                    <a:pt x="126625" y="675438"/>
                  </a:lnTo>
                  <a:lnTo>
                    <a:pt x="136366" y="675736"/>
                  </a:lnTo>
                  <a:lnTo>
                    <a:pt x="146107" y="675788"/>
                  </a:lnTo>
                  <a:lnTo>
                    <a:pt x="155846" y="675585"/>
                  </a:lnTo>
                  <a:lnTo>
                    <a:pt x="165587" y="675125"/>
                  </a:lnTo>
                  <a:lnTo>
                    <a:pt x="175328" y="674399"/>
                  </a:lnTo>
                  <a:lnTo>
                    <a:pt x="185068" y="673406"/>
                  </a:lnTo>
                  <a:lnTo>
                    <a:pt x="194809" y="672138"/>
                  </a:lnTo>
                  <a:lnTo>
                    <a:pt x="204550" y="670594"/>
                  </a:lnTo>
                  <a:lnTo>
                    <a:pt x="214289" y="668772"/>
                  </a:lnTo>
                  <a:lnTo>
                    <a:pt x="224030" y="666668"/>
                  </a:lnTo>
                  <a:lnTo>
                    <a:pt x="233771" y="664282"/>
                  </a:lnTo>
                  <a:lnTo>
                    <a:pt x="243510" y="661612"/>
                  </a:lnTo>
                  <a:lnTo>
                    <a:pt x="253251" y="658656"/>
                  </a:lnTo>
                  <a:lnTo>
                    <a:pt x="262992" y="655417"/>
                  </a:lnTo>
                  <a:lnTo>
                    <a:pt x="272732" y="651895"/>
                  </a:lnTo>
                  <a:lnTo>
                    <a:pt x="282473" y="648089"/>
                  </a:lnTo>
                  <a:lnTo>
                    <a:pt x="292214" y="644004"/>
                  </a:lnTo>
                  <a:lnTo>
                    <a:pt x="301953" y="639642"/>
                  </a:lnTo>
                  <a:lnTo>
                    <a:pt x="311694" y="635004"/>
                  </a:lnTo>
                  <a:lnTo>
                    <a:pt x="321435" y="630094"/>
                  </a:lnTo>
                  <a:lnTo>
                    <a:pt x="331175" y="624918"/>
                  </a:lnTo>
                  <a:lnTo>
                    <a:pt x="340916" y="619477"/>
                  </a:lnTo>
                  <a:lnTo>
                    <a:pt x="350656" y="613780"/>
                  </a:lnTo>
                  <a:lnTo>
                    <a:pt x="360396" y="607829"/>
                  </a:lnTo>
                  <a:lnTo>
                    <a:pt x="370137" y="601631"/>
                  </a:lnTo>
                  <a:lnTo>
                    <a:pt x="379878" y="595192"/>
                  </a:lnTo>
                  <a:lnTo>
                    <a:pt x="389617" y="588517"/>
                  </a:lnTo>
                  <a:lnTo>
                    <a:pt x="399358" y="581616"/>
                  </a:lnTo>
                  <a:lnTo>
                    <a:pt x="409099" y="574493"/>
                  </a:lnTo>
                  <a:lnTo>
                    <a:pt x="418839" y="567158"/>
                  </a:lnTo>
                  <a:lnTo>
                    <a:pt x="428580" y="559616"/>
                  </a:lnTo>
                  <a:lnTo>
                    <a:pt x="438321" y="551878"/>
                  </a:lnTo>
                  <a:lnTo>
                    <a:pt x="448060" y="543950"/>
                  </a:lnTo>
                  <a:lnTo>
                    <a:pt x="457801" y="535840"/>
                  </a:lnTo>
                  <a:lnTo>
                    <a:pt x="467542" y="527558"/>
                  </a:lnTo>
                  <a:lnTo>
                    <a:pt x="477281" y="519113"/>
                  </a:lnTo>
                  <a:lnTo>
                    <a:pt x="487022" y="510514"/>
                  </a:lnTo>
                  <a:lnTo>
                    <a:pt x="496763" y="501766"/>
                  </a:lnTo>
                  <a:lnTo>
                    <a:pt x="506503" y="492884"/>
                  </a:lnTo>
                  <a:lnTo>
                    <a:pt x="516244" y="483873"/>
                  </a:lnTo>
                  <a:lnTo>
                    <a:pt x="525985" y="474743"/>
                  </a:lnTo>
                  <a:lnTo>
                    <a:pt x="535724" y="465504"/>
                  </a:lnTo>
                  <a:lnTo>
                    <a:pt x="545465" y="456164"/>
                  </a:lnTo>
                  <a:lnTo>
                    <a:pt x="555206" y="446733"/>
                  </a:lnTo>
                  <a:lnTo>
                    <a:pt x="564946" y="437220"/>
                  </a:lnTo>
                  <a:lnTo>
                    <a:pt x="574687" y="427635"/>
                  </a:lnTo>
                  <a:lnTo>
                    <a:pt x="584428" y="417985"/>
                  </a:lnTo>
                  <a:lnTo>
                    <a:pt x="594167" y="408281"/>
                  </a:lnTo>
                  <a:lnTo>
                    <a:pt x="603908" y="398533"/>
                  </a:lnTo>
                  <a:lnTo>
                    <a:pt x="613649" y="388746"/>
                  </a:lnTo>
                  <a:lnTo>
                    <a:pt x="623388" y="378930"/>
                  </a:lnTo>
                  <a:lnTo>
                    <a:pt x="633129" y="369097"/>
                  </a:lnTo>
                  <a:lnTo>
                    <a:pt x="642870" y="359252"/>
                  </a:lnTo>
                  <a:lnTo>
                    <a:pt x="652610" y="349403"/>
                  </a:lnTo>
                  <a:lnTo>
                    <a:pt x="662351" y="339561"/>
                  </a:lnTo>
                  <a:lnTo>
                    <a:pt x="672092" y="329734"/>
                  </a:lnTo>
                  <a:lnTo>
                    <a:pt x="681831" y="319927"/>
                  </a:lnTo>
                  <a:lnTo>
                    <a:pt x="691572" y="310151"/>
                  </a:lnTo>
                  <a:lnTo>
                    <a:pt x="701313" y="300413"/>
                  </a:lnTo>
                  <a:lnTo>
                    <a:pt x="711052" y="290719"/>
                  </a:lnTo>
                  <a:lnTo>
                    <a:pt x="720793" y="281078"/>
                  </a:lnTo>
                  <a:lnTo>
                    <a:pt x="730534" y="271498"/>
                  </a:lnTo>
                  <a:lnTo>
                    <a:pt x="740274" y="261985"/>
                  </a:lnTo>
                  <a:lnTo>
                    <a:pt x="750015" y="252545"/>
                  </a:lnTo>
                  <a:lnTo>
                    <a:pt x="759756" y="243189"/>
                  </a:lnTo>
                  <a:lnTo>
                    <a:pt x="769495" y="233920"/>
                  </a:lnTo>
                  <a:lnTo>
                    <a:pt x="779236" y="224747"/>
                  </a:lnTo>
                  <a:lnTo>
                    <a:pt x="788977" y="215675"/>
                  </a:lnTo>
                  <a:lnTo>
                    <a:pt x="798717" y="206710"/>
                  </a:lnTo>
                  <a:lnTo>
                    <a:pt x="808458" y="197861"/>
                  </a:lnTo>
                  <a:lnTo>
                    <a:pt x="818199" y="189132"/>
                  </a:lnTo>
                  <a:lnTo>
                    <a:pt x="827938" y="180531"/>
                  </a:lnTo>
                  <a:lnTo>
                    <a:pt x="837679" y="172062"/>
                  </a:lnTo>
                  <a:lnTo>
                    <a:pt x="847420" y="163734"/>
                  </a:lnTo>
                  <a:lnTo>
                    <a:pt x="857159" y="155550"/>
                  </a:lnTo>
                  <a:lnTo>
                    <a:pt x="866900" y="147516"/>
                  </a:lnTo>
                  <a:lnTo>
                    <a:pt x="876641" y="139639"/>
                  </a:lnTo>
                  <a:lnTo>
                    <a:pt x="886381" y="131925"/>
                  </a:lnTo>
                  <a:lnTo>
                    <a:pt x="896122" y="124378"/>
                  </a:lnTo>
                  <a:lnTo>
                    <a:pt x="905863" y="117005"/>
                  </a:lnTo>
                  <a:lnTo>
                    <a:pt x="915602" y="109811"/>
                  </a:lnTo>
                  <a:lnTo>
                    <a:pt x="925343" y="102800"/>
                  </a:lnTo>
                  <a:lnTo>
                    <a:pt x="935084" y="95979"/>
                  </a:lnTo>
                  <a:lnTo>
                    <a:pt x="944824" y="89354"/>
                  </a:lnTo>
                  <a:lnTo>
                    <a:pt x="954564" y="82928"/>
                  </a:lnTo>
                  <a:lnTo>
                    <a:pt x="964305" y="76706"/>
                  </a:lnTo>
                  <a:lnTo>
                    <a:pt x="974045" y="70694"/>
                  </a:lnTo>
                  <a:lnTo>
                    <a:pt x="983786" y="64899"/>
                  </a:lnTo>
                  <a:lnTo>
                    <a:pt x="993522" y="59320"/>
                  </a:lnTo>
                  <a:lnTo>
                    <a:pt x="1003266" y="53967"/>
                  </a:lnTo>
                  <a:lnTo>
                    <a:pt x="1013010" y="48843"/>
                  </a:lnTo>
                  <a:lnTo>
                    <a:pt x="1022754" y="43952"/>
                  </a:lnTo>
                  <a:lnTo>
                    <a:pt x="1032483" y="39299"/>
                  </a:lnTo>
                  <a:lnTo>
                    <a:pt x="1042227" y="34887"/>
                  </a:lnTo>
                  <a:lnTo>
                    <a:pt x="1051971" y="30722"/>
                  </a:lnTo>
                  <a:lnTo>
                    <a:pt x="1061715" y="26806"/>
                  </a:lnTo>
                  <a:lnTo>
                    <a:pt x="1071444" y="23144"/>
                  </a:lnTo>
                  <a:lnTo>
                    <a:pt x="1081188" y="19740"/>
                  </a:lnTo>
                  <a:lnTo>
                    <a:pt x="1090932" y="16594"/>
                  </a:lnTo>
                  <a:lnTo>
                    <a:pt x="1100676" y="13715"/>
                  </a:lnTo>
                  <a:lnTo>
                    <a:pt x="1110405" y="11103"/>
                  </a:lnTo>
                  <a:lnTo>
                    <a:pt x="1120149" y="8759"/>
                  </a:lnTo>
                  <a:lnTo>
                    <a:pt x="1129893" y="6690"/>
                  </a:lnTo>
                  <a:lnTo>
                    <a:pt x="1139637" y="4894"/>
                  </a:lnTo>
                  <a:lnTo>
                    <a:pt x="1149381" y="3376"/>
                  </a:lnTo>
                  <a:lnTo>
                    <a:pt x="1159110" y="2137"/>
                  </a:lnTo>
                  <a:lnTo>
                    <a:pt x="1168854" y="1179"/>
                  </a:lnTo>
                  <a:lnTo>
                    <a:pt x="1178598" y="502"/>
                  </a:lnTo>
                  <a:lnTo>
                    <a:pt x="1188341" y="109"/>
                  </a:lnTo>
                  <a:lnTo>
                    <a:pt x="1198070" y="0"/>
                  </a:lnTo>
                  <a:lnTo>
                    <a:pt x="1207814" y="174"/>
                  </a:lnTo>
                  <a:lnTo>
                    <a:pt x="1217558" y="633"/>
                  </a:lnTo>
                  <a:lnTo>
                    <a:pt x="1227302" y="1377"/>
                  </a:lnTo>
                  <a:lnTo>
                    <a:pt x="1237031" y="2403"/>
                  </a:lnTo>
                  <a:lnTo>
                    <a:pt x="1246775" y="3713"/>
                  </a:lnTo>
                  <a:lnTo>
                    <a:pt x="1256519" y="5303"/>
                  </a:lnTo>
                  <a:lnTo>
                    <a:pt x="1266263" y="7174"/>
                  </a:lnTo>
                  <a:lnTo>
                    <a:pt x="1276007" y="9321"/>
                  </a:lnTo>
                  <a:lnTo>
                    <a:pt x="1285736" y="11745"/>
                  </a:lnTo>
                  <a:lnTo>
                    <a:pt x="1295480" y="14440"/>
                  </a:lnTo>
                  <a:lnTo>
                    <a:pt x="1305224" y="17405"/>
                  </a:lnTo>
                  <a:lnTo>
                    <a:pt x="1314968" y="20635"/>
                  </a:lnTo>
                  <a:lnTo>
                    <a:pt x="1324697" y="24129"/>
                  </a:lnTo>
                  <a:lnTo>
                    <a:pt x="1334441" y="27879"/>
                  </a:lnTo>
                  <a:lnTo>
                    <a:pt x="1344185" y="31884"/>
                  </a:lnTo>
                  <a:lnTo>
                    <a:pt x="1353929" y="36136"/>
                  </a:lnTo>
                  <a:lnTo>
                    <a:pt x="1363658" y="40631"/>
                  </a:lnTo>
                  <a:lnTo>
                    <a:pt x="1373402" y="45363"/>
                  </a:lnTo>
                  <a:lnTo>
                    <a:pt x="1383146" y="50326"/>
                  </a:lnTo>
                  <a:lnTo>
                    <a:pt x="1392890" y="55515"/>
                  </a:lnTo>
                  <a:lnTo>
                    <a:pt x="1402619" y="60922"/>
                  </a:lnTo>
                  <a:lnTo>
                    <a:pt x="1412363" y="66539"/>
                  </a:lnTo>
                  <a:lnTo>
                    <a:pt x="1422106" y="72361"/>
                  </a:lnTo>
                  <a:lnTo>
                    <a:pt x="1431850" y="78379"/>
                  </a:lnTo>
                  <a:lnTo>
                    <a:pt x="1441594" y="84586"/>
                  </a:lnTo>
                  <a:lnTo>
                    <a:pt x="1451323" y="90972"/>
                  </a:lnTo>
                  <a:lnTo>
                    <a:pt x="1461067" y="97532"/>
                  </a:lnTo>
                  <a:lnTo>
                    <a:pt x="1470811" y="104254"/>
                  </a:lnTo>
                  <a:lnTo>
                    <a:pt x="1480555" y="111132"/>
                  </a:lnTo>
                  <a:lnTo>
                    <a:pt x="1490284" y="118155"/>
                  </a:lnTo>
                  <a:lnTo>
                    <a:pt x="1500028" y="125315"/>
                  </a:lnTo>
                  <a:lnTo>
                    <a:pt x="1509772" y="132604"/>
                  </a:lnTo>
                  <a:lnTo>
                    <a:pt x="1519516" y="140010"/>
                  </a:lnTo>
                  <a:lnTo>
                    <a:pt x="1529245" y="147525"/>
                  </a:lnTo>
                  <a:lnTo>
                    <a:pt x="1538989" y="155140"/>
                  </a:lnTo>
                  <a:lnTo>
                    <a:pt x="1548733" y="162846"/>
                  </a:lnTo>
                  <a:lnTo>
                    <a:pt x="1558477" y="170631"/>
                  </a:lnTo>
                  <a:lnTo>
                    <a:pt x="1568221" y="178485"/>
                  </a:lnTo>
                  <a:lnTo>
                    <a:pt x="1577950" y="186403"/>
                  </a:lnTo>
                  <a:lnTo>
                    <a:pt x="1587694" y="194371"/>
                  </a:lnTo>
                  <a:lnTo>
                    <a:pt x="1597438" y="202380"/>
                  </a:lnTo>
                  <a:lnTo>
                    <a:pt x="1607182" y="210423"/>
                  </a:lnTo>
                  <a:lnTo>
                    <a:pt x="1616911" y="218489"/>
                  </a:lnTo>
                  <a:lnTo>
                    <a:pt x="1626655" y="226569"/>
                  </a:lnTo>
                  <a:lnTo>
                    <a:pt x="1636399" y="234653"/>
                  </a:lnTo>
                  <a:lnTo>
                    <a:pt x="1646142" y="242734"/>
                  </a:lnTo>
                  <a:lnTo>
                    <a:pt x="1655872" y="250802"/>
                  </a:lnTo>
                  <a:lnTo>
                    <a:pt x="1665616" y="258849"/>
                  </a:lnTo>
                  <a:lnTo>
                    <a:pt x="1675359" y="266866"/>
                  </a:lnTo>
                  <a:lnTo>
                    <a:pt x="1685103" y="274846"/>
                  </a:lnTo>
                  <a:lnTo>
                    <a:pt x="1694832" y="282780"/>
                  </a:lnTo>
                  <a:lnTo>
                    <a:pt x="1704576" y="290661"/>
                  </a:lnTo>
                  <a:lnTo>
                    <a:pt x="1714320" y="298482"/>
                  </a:lnTo>
                  <a:lnTo>
                    <a:pt x="1724064" y="306234"/>
                  </a:lnTo>
                  <a:lnTo>
                    <a:pt x="1733808" y="313913"/>
                  </a:lnTo>
                  <a:lnTo>
                    <a:pt x="1743537" y="321510"/>
                  </a:lnTo>
                  <a:lnTo>
                    <a:pt x="1753281" y="329020"/>
                  </a:lnTo>
                  <a:lnTo>
                    <a:pt x="1763025" y="336438"/>
                  </a:lnTo>
                  <a:lnTo>
                    <a:pt x="1772769" y="343758"/>
                  </a:lnTo>
                  <a:lnTo>
                    <a:pt x="1782498" y="350975"/>
                  </a:lnTo>
                  <a:lnTo>
                    <a:pt x="1792242" y="358084"/>
                  </a:lnTo>
                  <a:lnTo>
                    <a:pt x="1801986" y="365080"/>
                  </a:lnTo>
                  <a:lnTo>
                    <a:pt x="1811730" y="371959"/>
                  </a:lnTo>
                  <a:lnTo>
                    <a:pt x="1821459" y="378719"/>
                  </a:lnTo>
                  <a:lnTo>
                    <a:pt x="1831203" y="385355"/>
                  </a:lnTo>
                  <a:lnTo>
                    <a:pt x="1840947" y="391864"/>
                  </a:lnTo>
                  <a:lnTo>
                    <a:pt x="1850691" y="398244"/>
                  </a:lnTo>
                  <a:lnTo>
                    <a:pt x="1860435" y="404492"/>
                  </a:lnTo>
                  <a:lnTo>
                    <a:pt x="1870164" y="410607"/>
                  </a:lnTo>
                  <a:lnTo>
                    <a:pt x="1879908" y="416586"/>
                  </a:lnTo>
                  <a:lnTo>
                    <a:pt x="1889652" y="422429"/>
                  </a:lnTo>
                  <a:lnTo>
                    <a:pt x="1899395" y="428136"/>
                  </a:lnTo>
                  <a:lnTo>
                    <a:pt x="1909124" y="433703"/>
                  </a:lnTo>
                  <a:lnTo>
                    <a:pt x="1918868" y="439134"/>
                  </a:lnTo>
                  <a:lnTo>
                    <a:pt x="1928612" y="444425"/>
                  </a:lnTo>
                  <a:lnTo>
                    <a:pt x="1938356" y="449578"/>
                  </a:lnTo>
                  <a:lnTo>
                    <a:pt x="1948085" y="454595"/>
                  </a:lnTo>
                  <a:lnTo>
                    <a:pt x="1957829" y="459474"/>
                  </a:lnTo>
                  <a:lnTo>
                    <a:pt x="1967573" y="464218"/>
                  </a:lnTo>
                  <a:lnTo>
                    <a:pt x="1977317" y="468828"/>
                  </a:lnTo>
                  <a:lnTo>
                    <a:pt x="1987046" y="473305"/>
                  </a:lnTo>
                  <a:lnTo>
                    <a:pt x="1996790" y="477652"/>
                  </a:lnTo>
                  <a:lnTo>
                    <a:pt x="2006534" y="481870"/>
                  </a:lnTo>
                  <a:lnTo>
                    <a:pt x="2016278" y="485962"/>
                  </a:lnTo>
                  <a:lnTo>
                    <a:pt x="2026022" y="489929"/>
                  </a:lnTo>
                  <a:lnTo>
                    <a:pt x="2035751" y="493775"/>
                  </a:lnTo>
                  <a:lnTo>
                    <a:pt x="2045495" y="497501"/>
                  </a:lnTo>
                  <a:lnTo>
                    <a:pt x="2055239" y="501111"/>
                  </a:lnTo>
                  <a:lnTo>
                    <a:pt x="2064983" y="504606"/>
                  </a:lnTo>
                  <a:lnTo>
                    <a:pt x="2074712" y="507993"/>
                  </a:lnTo>
                  <a:lnTo>
                    <a:pt x="2084456" y="511270"/>
                  </a:lnTo>
                  <a:lnTo>
                    <a:pt x="2094200" y="514442"/>
                  </a:lnTo>
                  <a:lnTo>
                    <a:pt x="2103944" y="517515"/>
                  </a:lnTo>
                  <a:lnTo>
                    <a:pt x="2113673" y="520487"/>
                  </a:lnTo>
                  <a:lnTo>
                    <a:pt x="2123417" y="523363"/>
                  </a:lnTo>
                  <a:lnTo>
                    <a:pt x="2133161" y="526147"/>
                  </a:lnTo>
                  <a:lnTo>
                    <a:pt x="2142905" y="528841"/>
                  </a:lnTo>
                  <a:lnTo>
                    <a:pt x="2152649" y="531447"/>
                  </a:lnTo>
                  <a:lnTo>
                    <a:pt x="2162377" y="533969"/>
                  </a:lnTo>
                  <a:lnTo>
                    <a:pt x="2172121" y="536410"/>
                  </a:lnTo>
                  <a:lnTo>
                    <a:pt x="2181865" y="538771"/>
                  </a:lnTo>
                  <a:lnTo>
                    <a:pt x="2191609" y="541057"/>
                  </a:lnTo>
                  <a:lnTo>
                    <a:pt x="2201338" y="543266"/>
                  </a:lnTo>
                  <a:lnTo>
                    <a:pt x="2211082" y="545403"/>
                  </a:lnTo>
                  <a:lnTo>
                    <a:pt x="2220826" y="547471"/>
                  </a:lnTo>
                  <a:lnTo>
                    <a:pt x="2230570" y="549467"/>
                  </a:lnTo>
                  <a:lnTo>
                    <a:pt x="2240299" y="551398"/>
                  </a:lnTo>
                  <a:lnTo>
                    <a:pt x="2250043" y="553262"/>
                  </a:lnTo>
                  <a:lnTo>
                    <a:pt x="2259787" y="555060"/>
                  </a:lnTo>
                  <a:lnTo>
                    <a:pt x="2269531" y="556793"/>
                  </a:lnTo>
                  <a:lnTo>
                    <a:pt x="2279260" y="558463"/>
                  </a:lnTo>
                  <a:lnTo>
                    <a:pt x="2289004" y="560069"/>
                  </a:lnTo>
                  <a:lnTo>
                    <a:pt x="2298748" y="561611"/>
                  </a:lnTo>
                  <a:lnTo>
                    <a:pt x="2308492" y="563088"/>
                  </a:lnTo>
                  <a:lnTo>
                    <a:pt x="2318236" y="564502"/>
                  </a:lnTo>
                  <a:lnTo>
                    <a:pt x="2327965" y="565848"/>
                  </a:lnTo>
                  <a:lnTo>
                    <a:pt x="2337709" y="567130"/>
                  </a:lnTo>
                  <a:lnTo>
                    <a:pt x="2347453" y="568343"/>
                  </a:lnTo>
                  <a:lnTo>
                    <a:pt x="2357197" y="569485"/>
                  </a:lnTo>
                  <a:lnTo>
                    <a:pt x="2366926" y="570557"/>
                  </a:lnTo>
                  <a:lnTo>
                    <a:pt x="2376670" y="571555"/>
                  </a:lnTo>
                  <a:lnTo>
                    <a:pt x="2386413" y="572476"/>
                  </a:lnTo>
                  <a:lnTo>
                    <a:pt x="2396157" y="573317"/>
                  </a:lnTo>
                  <a:lnTo>
                    <a:pt x="2405886" y="574079"/>
                  </a:lnTo>
                  <a:lnTo>
                    <a:pt x="2415630" y="574754"/>
                  </a:lnTo>
                  <a:lnTo>
                    <a:pt x="2425374" y="575339"/>
                  </a:lnTo>
                  <a:lnTo>
                    <a:pt x="2435118" y="575832"/>
                  </a:lnTo>
                  <a:lnTo>
                    <a:pt x="2444862" y="576230"/>
                  </a:lnTo>
                  <a:lnTo>
                    <a:pt x="2454591" y="576527"/>
                  </a:lnTo>
                  <a:lnTo>
                    <a:pt x="2464335" y="576720"/>
                  </a:lnTo>
                  <a:lnTo>
                    <a:pt x="2474079" y="576804"/>
                  </a:lnTo>
                  <a:lnTo>
                    <a:pt x="2483823" y="576772"/>
                  </a:lnTo>
                  <a:lnTo>
                    <a:pt x="2493552" y="576625"/>
                  </a:lnTo>
                  <a:lnTo>
                    <a:pt x="2503296" y="576354"/>
                  </a:lnTo>
                  <a:lnTo>
                    <a:pt x="2513040" y="575954"/>
                  </a:lnTo>
                  <a:lnTo>
                    <a:pt x="2522784" y="575423"/>
                  </a:lnTo>
                  <a:lnTo>
                    <a:pt x="2532513" y="574754"/>
                  </a:lnTo>
                  <a:lnTo>
                    <a:pt x="2542257" y="573942"/>
                  </a:lnTo>
                  <a:lnTo>
                    <a:pt x="2552001" y="572982"/>
                  </a:lnTo>
                  <a:lnTo>
                    <a:pt x="2561745" y="571871"/>
                  </a:lnTo>
                  <a:lnTo>
                    <a:pt x="2571474" y="570601"/>
                  </a:lnTo>
                  <a:lnTo>
                    <a:pt x="2581218" y="569171"/>
                  </a:lnTo>
                  <a:lnTo>
                    <a:pt x="2590962" y="567572"/>
                  </a:lnTo>
                  <a:lnTo>
                    <a:pt x="2600705" y="565804"/>
                  </a:lnTo>
                  <a:lnTo>
                    <a:pt x="2610449" y="563861"/>
                  </a:lnTo>
                  <a:lnTo>
                    <a:pt x="2620178" y="561738"/>
                  </a:lnTo>
                  <a:lnTo>
                    <a:pt x="2629922" y="559430"/>
                  </a:lnTo>
                  <a:lnTo>
                    <a:pt x="2639666" y="556937"/>
                  </a:lnTo>
                  <a:lnTo>
                    <a:pt x="2649410" y="554253"/>
                  </a:lnTo>
                  <a:lnTo>
                    <a:pt x="2659139" y="551374"/>
                  </a:lnTo>
                  <a:lnTo>
                    <a:pt x="2668883" y="548300"/>
                  </a:lnTo>
                  <a:lnTo>
                    <a:pt x="2678627" y="545026"/>
                  </a:lnTo>
                  <a:lnTo>
                    <a:pt x="2688371" y="541551"/>
                  </a:lnTo>
                  <a:lnTo>
                    <a:pt x="2698100" y="537874"/>
                  </a:lnTo>
                  <a:lnTo>
                    <a:pt x="2707844" y="533991"/>
                  </a:lnTo>
                  <a:lnTo>
                    <a:pt x="2717588" y="529905"/>
                  </a:lnTo>
                  <a:lnTo>
                    <a:pt x="2727332" y="525612"/>
                  </a:lnTo>
                  <a:lnTo>
                    <a:pt x="2737076" y="521113"/>
                  </a:lnTo>
                  <a:lnTo>
                    <a:pt x="2746805" y="516409"/>
                  </a:lnTo>
                  <a:lnTo>
                    <a:pt x="2756549" y="511500"/>
                  </a:lnTo>
                  <a:lnTo>
                    <a:pt x="2766293" y="506388"/>
                  </a:lnTo>
                  <a:lnTo>
                    <a:pt x="2776037" y="501075"/>
                  </a:lnTo>
                  <a:lnTo>
                    <a:pt x="2785766" y="495561"/>
                  </a:lnTo>
                  <a:lnTo>
                    <a:pt x="2795510" y="489852"/>
                  </a:lnTo>
                  <a:lnTo>
                    <a:pt x="2805254" y="483950"/>
                  </a:lnTo>
                  <a:lnTo>
                    <a:pt x="2814998" y="477860"/>
                  </a:lnTo>
                  <a:lnTo>
                    <a:pt x="2824727" y="471583"/>
                  </a:lnTo>
                  <a:lnTo>
                    <a:pt x="2834471" y="465127"/>
                  </a:lnTo>
                  <a:lnTo>
                    <a:pt x="2844215" y="458497"/>
                  </a:lnTo>
                  <a:lnTo>
                    <a:pt x="2853958" y="451698"/>
                  </a:lnTo>
                  <a:lnTo>
                    <a:pt x="2863687" y="444738"/>
                  </a:lnTo>
                  <a:lnTo>
                    <a:pt x="2873431" y="437620"/>
                  </a:lnTo>
                  <a:lnTo>
                    <a:pt x="2883175" y="430357"/>
                  </a:lnTo>
                  <a:lnTo>
                    <a:pt x="2892919" y="422954"/>
                  </a:lnTo>
                  <a:lnTo>
                    <a:pt x="2902663" y="415418"/>
                  </a:lnTo>
                  <a:lnTo>
                    <a:pt x="2912392" y="40776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7" name="Freeform 786">
              <a:extLst>
                <a:ext uri="{FF2B5EF4-FFF2-40B4-BE49-F238E27FC236}">
                  <a16:creationId xmlns:a16="http://schemas.microsoft.com/office/drawing/2014/main" id="{6C50E3AF-DEE7-A250-8AFD-EAF297D6ED34}"/>
                </a:ext>
              </a:extLst>
            </p:cNvPr>
            <p:cNvSpPr/>
            <p:nvPr/>
          </p:nvSpPr>
          <p:spPr>
            <a:xfrm>
              <a:off x="576446" y="3235729"/>
              <a:ext cx="2912392" cy="616046"/>
            </a:xfrm>
            <a:custGeom>
              <a:avLst/>
              <a:gdLst>
                <a:gd name="connsiteX0" fmla="*/ 0 w 2912392"/>
                <a:gd name="connsiteY0" fmla="*/ 616046 h 616046"/>
                <a:gd name="connsiteX1" fmla="*/ 9739 w 2912392"/>
                <a:gd name="connsiteY1" fmla="*/ 610356 h 616046"/>
                <a:gd name="connsiteX2" fmla="*/ 19480 w 2912392"/>
                <a:gd name="connsiteY2" fmla="*/ 604339 h 616046"/>
                <a:gd name="connsiteX3" fmla="*/ 29221 w 2912392"/>
                <a:gd name="connsiteY3" fmla="*/ 598006 h 616046"/>
                <a:gd name="connsiteX4" fmla="*/ 38961 w 2912392"/>
                <a:gd name="connsiteY4" fmla="*/ 591373 h 616046"/>
                <a:gd name="connsiteX5" fmla="*/ 48702 w 2912392"/>
                <a:gd name="connsiteY5" fmla="*/ 584456 h 616046"/>
                <a:gd name="connsiteX6" fmla="*/ 58443 w 2912392"/>
                <a:gd name="connsiteY6" fmla="*/ 577269 h 616046"/>
                <a:gd name="connsiteX7" fmla="*/ 68182 w 2912392"/>
                <a:gd name="connsiteY7" fmla="*/ 569830 h 616046"/>
                <a:gd name="connsiteX8" fmla="*/ 77923 w 2912392"/>
                <a:gd name="connsiteY8" fmla="*/ 562153 h 616046"/>
                <a:gd name="connsiteX9" fmla="*/ 87664 w 2912392"/>
                <a:gd name="connsiteY9" fmla="*/ 554257 h 616046"/>
                <a:gd name="connsiteX10" fmla="*/ 97404 w 2912392"/>
                <a:gd name="connsiteY10" fmla="*/ 546159 h 616046"/>
                <a:gd name="connsiteX11" fmla="*/ 107145 w 2912392"/>
                <a:gd name="connsiteY11" fmla="*/ 537877 h 616046"/>
                <a:gd name="connsiteX12" fmla="*/ 116886 w 2912392"/>
                <a:gd name="connsiteY12" fmla="*/ 529428 h 616046"/>
                <a:gd name="connsiteX13" fmla="*/ 126625 w 2912392"/>
                <a:gd name="connsiteY13" fmla="*/ 520830 h 616046"/>
                <a:gd name="connsiteX14" fmla="*/ 136366 w 2912392"/>
                <a:gd name="connsiteY14" fmla="*/ 512102 h 616046"/>
                <a:gd name="connsiteX15" fmla="*/ 146107 w 2912392"/>
                <a:gd name="connsiteY15" fmla="*/ 503261 h 616046"/>
                <a:gd name="connsiteX16" fmla="*/ 155846 w 2912392"/>
                <a:gd name="connsiteY16" fmla="*/ 494327 h 616046"/>
                <a:gd name="connsiteX17" fmla="*/ 165587 w 2912392"/>
                <a:gd name="connsiteY17" fmla="*/ 485318 h 616046"/>
                <a:gd name="connsiteX18" fmla="*/ 175328 w 2912392"/>
                <a:gd name="connsiteY18" fmla="*/ 476250 h 616046"/>
                <a:gd name="connsiteX19" fmla="*/ 185068 w 2912392"/>
                <a:gd name="connsiteY19" fmla="*/ 467146 h 616046"/>
                <a:gd name="connsiteX20" fmla="*/ 194809 w 2912392"/>
                <a:gd name="connsiteY20" fmla="*/ 458019 h 616046"/>
                <a:gd name="connsiteX21" fmla="*/ 204550 w 2912392"/>
                <a:gd name="connsiteY21" fmla="*/ 448891 h 616046"/>
                <a:gd name="connsiteX22" fmla="*/ 214289 w 2912392"/>
                <a:gd name="connsiteY22" fmla="*/ 439778 h 616046"/>
                <a:gd name="connsiteX23" fmla="*/ 224030 w 2912392"/>
                <a:gd name="connsiteY23" fmla="*/ 430700 h 616046"/>
                <a:gd name="connsiteX24" fmla="*/ 233771 w 2912392"/>
                <a:gd name="connsiteY24" fmla="*/ 421671 h 616046"/>
                <a:gd name="connsiteX25" fmla="*/ 243510 w 2912392"/>
                <a:gd name="connsiteY25" fmla="*/ 412711 h 616046"/>
                <a:gd name="connsiteX26" fmla="*/ 253251 w 2912392"/>
                <a:gd name="connsiteY26" fmla="*/ 403834 h 616046"/>
                <a:gd name="connsiteX27" fmla="*/ 262992 w 2912392"/>
                <a:gd name="connsiteY27" fmla="*/ 395060 h 616046"/>
                <a:gd name="connsiteX28" fmla="*/ 272732 w 2912392"/>
                <a:gd name="connsiteY28" fmla="*/ 386404 h 616046"/>
                <a:gd name="connsiteX29" fmla="*/ 282473 w 2912392"/>
                <a:gd name="connsiteY29" fmla="*/ 377878 h 616046"/>
                <a:gd name="connsiteX30" fmla="*/ 292214 w 2912392"/>
                <a:gd name="connsiteY30" fmla="*/ 369502 h 616046"/>
                <a:gd name="connsiteX31" fmla="*/ 301953 w 2912392"/>
                <a:gd name="connsiteY31" fmla="*/ 361288 h 616046"/>
                <a:gd name="connsiteX32" fmla="*/ 311694 w 2912392"/>
                <a:gd name="connsiteY32" fmla="*/ 353252 h 616046"/>
                <a:gd name="connsiteX33" fmla="*/ 321435 w 2912392"/>
                <a:gd name="connsiteY33" fmla="*/ 345406 h 616046"/>
                <a:gd name="connsiteX34" fmla="*/ 331175 w 2912392"/>
                <a:gd name="connsiteY34" fmla="*/ 337763 h 616046"/>
                <a:gd name="connsiteX35" fmla="*/ 340916 w 2912392"/>
                <a:gd name="connsiteY35" fmla="*/ 330336 h 616046"/>
                <a:gd name="connsiteX36" fmla="*/ 350656 w 2912392"/>
                <a:gd name="connsiteY36" fmla="*/ 323135 h 616046"/>
                <a:gd name="connsiteX37" fmla="*/ 360396 w 2912392"/>
                <a:gd name="connsiteY37" fmla="*/ 316174 h 616046"/>
                <a:gd name="connsiteX38" fmla="*/ 370137 w 2912392"/>
                <a:gd name="connsiteY38" fmla="*/ 309462 h 616046"/>
                <a:gd name="connsiteX39" fmla="*/ 379878 w 2912392"/>
                <a:gd name="connsiteY39" fmla="*/ 303008 h 616046"/>
                <a:gd name="connsiteX40" fmla="*/ 389617 w 2912392"/>
                <a:gd name="connsiteY40" fmla="*/ 296823 h 616046"/>
                <a:gd name="connsiteX41" fmla="*/ 399358 w 2912392"/>
                <a:gd name="connsiteY41" fmla="*/ 290913 h 616046"/>
                <a:gd name="connsiteX42" fmla="*/ 409099 w 2912392"/>
                <a:gd name="connsiteY42" fmla="*/ 285289 h 616046"/>
                <a:gd name="connsiteX43" fmla="*/ 418839 w 2912392"/>
                <a:gd name="connsiteY43" fmla="*/ 279953 h 616046"/>
                <a:gd name="connsiteX44" fmla="*/ 428580 w 2912392"/>
                <a:gd name="connsiteY44" fmla="*/ 274916 h 616046"/>
                <a:gd name="connsiteX45" fmla="*/ 438321 w 2912392"/>
                <a:gd name="connsiteY45" fmla="*/ 270181 h 616046"/>
                <a:gd name="connsiteX46" fmla="*/ 448060 w 2912392"/>
                <a:gd name="connsiteY46" fmla="*/ 265753 h 616046"/>
                <a:gd name="connsiteX47" fmla="*/ 457801 w 2912392"/>
                <a:gd name="connsiteY47" fmla="*/ 261638 h 616046"/>
                <a:gd name="connsiteX48" fmla="*/ 467542 w 2912392"/>
                <a:gd name="connsiteY48" fmla="*/ 257836 h 616046"/>
                <a:gd name="connsiteX49" fmla="*/ 477281 w 2912392"/>
                <a:gd name="connsiteY49" fmla="*/ 254351 h 616046"/>
                <a:gd name="connsiteX50" fmla="*/ 487022 w 2912392"/>
                <a:gd name="connsiteY50" fmla="*/ 251186 h 616046"/>
                <a:gd name="connsiteX51" fmla="*/ 496763 w 2912392"/>
                <a:gd name="connsiteY51" fmla="*/ 248341 h 616046"/>
                <a:gd name="connsiteX52" fmla="*/ 506503 w 2912392"/>
                <a:gd name="connsiteY52" fmla="*/ 245815 h 616046"/>
                <a:gd name="connsiteX53" fmla="*/ 516244 w 2912392"/>
                <a:gd name="connsiteY53" fmla="*/ 243610 h 616046"/>
                <a:gd name="connsiteX54" fmla="*/ 525985 w 2912392"/>
                <a:gd name="connsiteY54" fmla="*/ 241724 h 616046"/>
                <a:gd name="connsiteX55" fmla="*/ 535724 w 2912392"/>
                <a:gd name="connsiteY55" fmla="*/ 240157 h 616046"/>
                <a:gd name="connsiteX56" fmla="*/ 545465 w 2912392"/>
                <a:gd name="connsiteY56" fmla="*/ 238904 h 616046"/>
                <a:gd name="connsiteX57" fmla="*/ 555206 w 2912392"/>
                <a:gd name="connsiteY57" fmla="*/ 237964 h 616046"/>
                <a:gd name="connsiteX58" fmla="*/ 564946 w 2912392"/>
                <a:gd name="connsiteY58" fmla="*/ 237333 h 616046"/>
                <a:gd name="connsiteX59" fmla="*/ 574687 w 2912392"/>
                <a:gd name="connsiteY59" fmla="*/ 237007 h 616046"/>
                <a:gd name="connsiteX60" fmla="*/ 584428 w 2912392"/>
                <a:gd name="connsiteY60" fmla="*/ 236980 h 616046"/>
                <a:gd name="connsiteX61" fmla="*/ 594167 w 2912392"/>
                <a:gd name="connsiteY61" fmla="*/ 237250 h 616046"/>
                <a:gd name="connsiteX62" fmla="*/ 603908 w 2912392"/>
                <a:gd name="connsiteY62" fmla="*/ 237807 h 616046"/>
                <a:gd name="connsiteX63" fmla="*/ 613649 w 2912392"/>
                <a:gd name="connsiteY63" fmla="*/ 238649 h 616046"/>
                <a:gd name="connsiteX64" fmla="*/ 623388 w 2912392"/>
                <a:gd name="connsiteY64" fmla="*/ 239766 h 616046"/>
                <a:gd name="connsiteX65" fmla="*/ 633129 w 2912392"/>
                <a:gd name="connsiteY65" fmla="*/ 241153 h 616046"/>
                <a:gd name="connsiteX66" fmla="*/ 642870 w 2912392"/>
                <a:gd name="connsiteY66" fmla="*/ 242801 h 616046"/>
                <a:gd name="connsiteX67" fmla="*/ 652610 w 2912392"/>
                <a:gd name="connsiteY67" fmla="*/ 244702 h 616046"/>
                <a:gd name="connsiteX68" fmla="*/ 662351 w 2912392"/>
                <a:gd name="connsiteY68" fmla="*/ 246849 h 616046"/>
                <a:gd name="connsiteX69" fmla="*/ 672092 w 2912392"/>
                <a:gd name="connsiteY69" fmla="*/ 249233 h 616046"/>
                <a:gd name="connsiteX70" fmla="*/ 681831 w 2912392"/>
                <a:gd name="connsiteY70" fmla="*/ 251845 h 616046"/>
                <a:gd name="connsiteX71" fmla="*/ 691572 w 2912392"/>
                <a:gd name="connsiteY71" fmla="*/ 254676 h 616046"/>
                <a:gd name="connsiteX72" fmla="*/ 701313 w 2912392"/>
                <a:gd name="connsiteY72" fmla="*/ 257714 h 616046"/>
                <a:gd name="connsiteX73" fmla="*/ 711052 w 2912392"/>
                <a:gd name="connsiteY73" fmla="*/ 260953 h 616046"/>
                <a:gd name="connsiteX74" fmla="*/ 720793 w 2912392"/>
                <a:gd name="connsiteY74" fmla="*/ 264379 h 616046"/>
                <a:gd name="connsiteX75" fmla="*/ 730534 w 2912392"/>
                <a:gd name="connsiteY75" fmla="*/ 267987 h 616046"/>
                <a:gd name="connsiteX76" fmla="*/ 740274 w 2912392"/>
                <a:gd name="connsiteY76" fmla="*/ 271762 h 616046"/>
                <a:gd name="connsiteX77" fmla="*/ 750015 w 2912392"/>
                <a:gd name="connsiteY77" fmla="*/ 275697 h 616046"/>
                <a:gd name="connsiteX78" fmla="*/ 759756 w 2912392"/>
                <a:gd name="connsiteY78" fmla="*/ 279779 h 616046"/>
                <a:gd name="connsiteX79" fmla="*/ 769495 w 2912392"/>
                <a:gd name="connsiteY79" fmla="*/ 284000 h 616046"/>
                <a:gd name="connsiteX80" fmla="*/ 779236 w 2912392"/>
                <a:gd name="connsiteY80" fmla="*/ 288348 h 616046"/>
                <a:gd name="connsiteX81" fmla="*/ 788977 w 2912392"/>
                <a:gd name="connsiteY81" fmla="*/ 292813 h 616046"/>
                <a:gd name="connsiteX82" fmla="*/ 798717 w 2912392"/>
                <a:gd name="connsiteY82" fmla="*/ 297384 h 616046"/>
                <a:gd name="connsiteX83" fmla="*/ 808458 w 2912392"/>
                <a:gd name="connsiteY83" fmla="*/ 302052 h 616046"/>
                <a:gd name="connsiteX84" fmla="*/ 818199 w 2912392"/>
                <a:gd name="connsiteY84" fmla="*/ 306803 h 616046"/>
                <a:gd name="connsiteX85" fmla="*/ 827938 w 2912392"/>
                <a:gd name="connsiteY85" fmla="*/ 311630 h 616046"/>
                <a:gd name="connsiteX86" fmla="*/ 837679 w 2912392"/>
                <a:gd name="connsiteY86" fmla="*/ 316523 h 616046"/>
                <a:gd name="connsiteX87" fmla="*/ 847420 w 2912392"/>
                <a:gd name="connsiteY87" fmla="*/ 321471 h 616046"/>
                <a:gd name="connsiteX88" fmla="*/ 857159 w 2912392"/>
                <a:gd name="connsiteY88" fmla="*/ 326462 h 616046"/>
                <a:gd name="connsiteX89" fmla="*/ 866900 w 2912392"/>
                <a:gd name="connsiteY89" fmla="*/ 331489 h 616046"/>
                <a:gd name="connsiteX90" fmla="*/ 876641 w 2912392"/>
                <a:gd name="connsiteY90" fmla="*/ 336541 h 616046"/>
                <a:gd name="connsiteX91" fmla="*/ 886381 w 2912392"/>
                <a:gd name="connsiteY91" fmla="*/ 341610 h 616046"/>
                <a:gd name="connsiteX92" fmla="*/ 896122 w 2912392"/>
                <a:gd name="connsiteY92" fmla="*/ 346684 h 616046"/>
                <a:gd name="connsiteX93" fmla="*/ 905863 w 2912392"/>
                <a:gd name="connsiteY93" fmla="*/ 351756 h 616046"/>
                <a:gd name="connsiteX94" fmla="*/ 915602 w 2912392"/>
                <a:gd name="connsiteY94" fmla="*/ 356817 h 616046"/>
                <a:gd name="connsiteX95" fmla="*/ 925343 w 2912392"/>
                <a:gd name="connsiteY95" fmla="*/ 361859 h 616046"/>
                <a:gd name="connsiteX96" fmla="*/ 935084 w 2912392"/>
                <a:gd name="connsiteY96" fmla="*/ 366871 h 616046"/>
                <a:gd name="connsiteX97" fmla="*/ 944824 w 2912392"/>
                <a:gd name="connsiteY97" fmla="*/ 371847 h 616046"/>
                <a:gd name="connsiteX98" fmla="*/ 954564 w 2912392"/>
                <a:gd name="connsiteY98" fmla="*/ 376780 h 616046"/>
                <a:gd name="connsiteX99" fmla="*/ 964305 w 2912392"/>
                <a:gd name="connsiteY99" fmla="*/ 381661 h 616046"/>
                <a:gd name="connsiteX100" fmla="*/ 974045 w 2912392"/>
                <a:gd name="connsiteY100" fmla="*/ 386483 h 616046"/>
                <a:gd name="connsiteX101" fmla="*/ 983786 w 2912392"/>
                <a:gd name="connsiteY101" fmla="*/ 391237 h 616046"/>
                <a:gd name="connsiteX102" fmla="*/ 993522 w 2912392"/>
                <a:gd name="connsiteY102" fmla="*/ 395920 h 616046"/>
                <a:gd name="connsiteX103" fmla="*/ 1003266 w 2912392"/>
                <a:gd name="connsiteY103" fmla="*/ 400523 h 616046"/>
                <a:gd name="connsiteX104" fmla="*/ 1013010 w 2912392"/>
                <a:gd name="connsiteY104" fmla="*/ 405042 h 616046"/>
                <a:gd name="connsiteX105" fmla="*/ 1022754 w 2912392"/>
                <a:gd name="connsiteY105" fmla="*/ 409469 h 616046"/>
                <a:gd name="connsiteX106" fmla="*/ 1032483 w 2912392"/>
                <a:gd name="connsiteY106" fmla="*/ 413798 h 616046"/>
                <a:gd name="connsiteX107" fmla="*/ 1042227 w 2912392"/>
                <a:gd name="connsiteY107" fmla="*/ 418027 h 616046"/>
                <a:gd name="connsiteX108" fmla="*/ 1051971 w 2912392"/>
                <a:gd name="connsiteY108" fmla="*/ 422148 h 616046"/>
                <a:gd name="connsiteX109" fmla="*/ 1061715 w 2912392"/>
                <a:gd name="connsiteY109" fmla="*/ 426157 h 616046"/>
                <a:gd name="connsiteX110" fmla="*/ 1071444 w 2912392"/>
                <a:gd name="connsiteY110" fmla="*/ 430050 h 616046"/>
                <a:gd name="connsiteX111" fmla="*/ 1081188 w 2912392"/>
                <a:gd name="connsiteY111" fmla="*/ 433824 h 616046"/>
                <a:gd name="connsiteX112" fmla="*/ 1090932 w 2912392"/>
                <a:gd name="connsiteY112" fmla="*/ 437474 h 616046"/>
                <a:gd name="connsiteX113" fmla="*/ 1100676 w 2912392"/>
                <a:gd name="connsiteY113" fmla="*/ 440996 h 616046"/>
                <a:gd name="connsiteX114" fmla="*/ 1110405 w 2912392"/>
                <a:gd name="connsiteY114" fmla="*/ 444389 h 616046"/>
                <a:gd name="connsiteX115" fmla="*/ 1120149 w 2912392"/>
                <a:gd name="connsiteY115" fmla="*/ 447649 h 616046"/>
                <a:gd name="connsiteX116" fmla="*/ 1129893 w 2912392"/>
                <a:gd name="connsiteY116" fmla="*/ 450772 h 616046"/>
                <a:gd name="connsiteX117" fmla="*/ 1139637 w 2912392"/>
                <a:gd name="connsiteY117" fmla="*/ 453757 h 616046"/>
                <a:gd name="connsiteX118" fmla="*/ 1149381 w 2912392"/>
                <a:gd name="connsiteY118" fmla="*/ 456603 h 616046"/>
                <a:gd name="connsiteX119" fmla="*/ 1159110 w 2912392"/>
                <a:gd name="connsiteY119" fmla="*/ 459307 h 616046"/>
                <a:gd name="connsiteX120" fmla="*/ 1168854 w 2912392"/>
                <a:gd name="connsiteY120" fmla="*/ 461868 h 616046"/>
                <a:gd name="connsiteX121" fmla="*/ 1178598 w 2912392"/>
                <a:gd name="connsiteY121" fmla="*/ 464285 h 616046"/>
                <a:gd name="connsiteX122" fmla="*/ 1188341 w 2912392"/>
                <a:gd name="connsiteY122" fmla="*/ 466556 h 616046"/>
                <a:gd name="connsiteX123" fmla="*/ 1198070 w 2912392"/>
                <a:gd name="connsiteY123" fmla="*/ 468682 h 616046"/>
                <a:gd name="connsiteX124" fmla="*/ 1207814 w 2912392"/>
                <a:gd name="connsiteY124" fmla="*/ 470660 h 616046"/>
                <a:gd name="connsiteX125" fmla="*/ 1217558 w 2912392"/>
                <a:gd name="connsiteY125" fmla="*/ 472494 h 616046"/>
                <a:gd name="connsiteX126" fmla="*/ 1227302 w 2912392"/>
                <a:gd name="connsiteY126" fmla="*/ 474181 h 616046"/>
                <a:gd name="connsiteX127" fmla="*/ 1237031 w 2912392"/>
                <a:gd name="connsiteY127" fmla="*/ 475722 h 616046"/>
                <a:gd name="connsiteX128" fmla="*/ 1246775 w 2912392"/>
                <a:gd name="connsiteY128" fmla="*/ 477119 h 616046"/>
                <a:gd name="connsiteX129" fmla="*/ 1256519 w 2912392"/>
                <a:gd name="connsiteY129" fmla="*/ 478371 h 616046"/>
                <a:gd name="connsiteX130" fmla="*/ 1266263 w 2912392"/>
                <a:gd name="connsiteY130" fmla="*/ 479479 h 616046"/>
                <a:gd name="connsiteX131" fmla="*/ 1276007 w 2912392"/>
                <a:gd name="connsiteY131" fmla="*/ 480446 h 616046"/>
                <a:gd name="connsiteX132" fmla="*/ 1285736 w 2912392"/>
                <a:gd name="connsiteY132" fmla="*/ 481271 h 616046"/>
                <a:gd name="connsiteX133" fmla="*/ 1295480 w 2912392"/>
                <a:gd name="connsiteY133" fmla="*/ 481958 h 616046"/>
                <a:gd name="connsiteX134" fmla="*/ 1305224 w 2912392"/>
                <a:gd name="connsiteY134" fmla="*/ 482509 h 616046"/>
                <a:gd name="connsiteX135" fmla="*/ 1314968 w 2912392"/>
                <a:gd name="connsiteY135" fmla="*/ 482925 h 616046"/>
                <a:gd name="connsiteX136" fmla="*/ 1324697 w 2912392"/>
                <a:gd name="connsiteY136" fmla="*/ 483208 h 616046"/>
                <a:gd name="connsiteX137" fmla="*/ 1334441 w 2912392"/>
                <a:gd name="connsiteY137" fmla="*/ 483360 h 616046"/>
                <a:gd name="connsiteX138" fmla="*/ 1344185 w 2912392"/>
                <a:gd name="connsiteY138" fmla="*/ 483386 h 616046"/>
                <a:gd name="connsiteX139" fmla="*/ 1353929 w 2912392"/>
                <a:gd name="connsiteY139" fmla="*/ 483287 h 616046"/>
                <a:gd name="connsiteX140" fmla="*/ 1363658 w 2912392"/>
                <a:gd name="connsiteY140" fmla="*/ 483065 h 616046"/>
                <a:gd name="connsiteX141" fmla="*/ 1373402 w 2912392"/>
                <a:gd name="connsiteY141" fmla="*/ 482724 h 616046"/>
                <a:gd name="connsiteX142" fmla="*/ 1383146 w 2912392"/>
                <a:gd name="connsiteY142" fmla="*/ 482268 h 616046"/>
                <a:gd name="connsiteX143" fmla="*/ 1392890 w 2912392"/>
                <a:gd name="connsiteY143" fmla="*/ 481698 h 616046"/>
                <a:gd name="connsiteX144" fmla="*/ 1402619 w 2912392"/>
                <a:gd name="connsiteY144" fmla="*/ 481020 h 616046"/>
                <a:gd name="connsiteX145" fmla="*/ 1412363 w 2912392"/>
                <a:gd name="connsiteY145" fmla="*/ 480234 h 616046"/>
                <a:gd name="connsiteX146" fmla="*/ 1422106 w 2912392"/>
                <a:gd name="connsiteY146" fmla="*/ 479346 h 616046"/>
                <a:gd name="connsiteX147" fmla="*/ 1431850 w 2912392"/>
                <a:gd name="connsiteY147" fmla="*/ 478360 h 616046"/>
                <a:gd name="connsiteX148" fmla="*/ 1441594 w 2912392"/>
                <a:gd name="connsiteY148" fmla="*/ 477278 h 616046"/>
                <a:gd name="connsiteX149" fmla="*/ 1451323 w 2912392"/>
                <a:gd name="connsiteY149" fmla="*/ 476104 h 616046"/>
                <a:gd name="connsiteX150" fmla="*/ 1461067 w 2912392"/>
                <a:gd name="connsiteY150" fmla="*/ 474842 h 616046"/>
                <a:gd name="connsiteX151" fmla="*/ 1470811 w 2912392"/>
                <a:gd name="connsiteY151" fmla="*/ 473496 h 616046"/>
                <a:gd name="connsiteX152" fmla="*/ 1480555 w 2912392"/>
                <a:gd name="connsiteY152" fmla="*/ 472068 h 616046"/>
                <a:gd name="connsiteX153" fmla="*/ 1490284 w 2912392"/>
                <a:gd name="connsiteY153" fmla="*/ 470563 h 616046"/>
                <a:gd name="connsiteX154" fmla="*/ 1500028 w 2912392"/>
                <a:gd name="connsiteY154" fmla="*/ 468984 h 616046"/>
                <a:gd name="connsiteX155" fmla="*/ 1509772 w 2912392"/>
                <a:gd name="connsiteY155" fmla="*/ 467336 h 616046"/>
                <a:gd name="connsiteX156" fmla="*/ 1519516 w 2912392"/>
                <a:gd name="connsiteY156" fmla="*/ 465622 h 616046"/>
                <a:gd name="connsiteX157" fmla="*/ 1529245 w 2912392"/>
                <a:gd name="connsiteY157" fmla="*/ 463844 h 616046"/>
                <a:gd name="connsiteX158" fmla="*/ 1538989 w 2912392"/>
                <a:gd name="connsiteY158" fmla="*/ 462007 h 616046"/>
                <a:gd name="connsiteX159" fmla="*/ 1548733 w 2912392"/>
                <a:gd name="connsiteY159" fmla="*/ 460113 h 616046"/>
                <a:gd name="connsiteX160" fmla="*/ 1558477 w 2912392"/>
                <a:gd name="connsiteY160" fmla="*/ 458168 h 616046"/>
                <a:gd name="connsiteX161" fmla="*/ 1568221 w 2912392"/>
                <a:gd name="connsiteY161" fmla="*/ 456171 h 616046"/>
                <a:gd name="connsiteX162" fmla="*/ 1577950 w 2912392"/>
                <a:gd name="connsiteY162" fmla="*/ 454130 h 616046"/>
                <a:gd name="connsiteX163" fmla="*/ 1587694 w 2912392"/>
                <a:gd name="connsiteY163" fmla="*/ 452044 h 616046"/>
                <a:gd name="connsiteX164" fmla="*/ 1597438 w 2912392"/>
                <a:gd name="connsiteY164" fmla="*/ 449918 h 616046"/>
                <a:gd name="connsiteX165" fmla="*/ 1607182 w 2912392"/>
                <a:gd name="connsiteY165" fmla="*/ 447755 h 616046"/>
                <a:gd name="connsiteX166" fmla="*/ 1616911 w 2912392"/>
                <a:gd name="connsiteY166" fmla="*/ 445554 h 616046"/>
                <a:gd name="connsiteX167" fmla="*/ 1626655 w 2912392"/>
                <a:gd name="connsiteY167" fmla="*/ 443322 h 616046"/>
                <a:gd name="connsiteX168" fmla="*/ 1636399 w 2912392"/>
                <a:gd name="connsiteY168" fmla="*/ 441061 h 616046"/>
                <a:gd name="connsiteX169" fmla="*/ 1646142 w 2912392"/>
                <a:gd name="connsiteY169" fmla="*/ 438771 h 616046"/>
                <a:gd name="connsiteX170" fmla="*/ 1655872 w 2912392"/>
                <a:gd name="connsiteY170" fmla="*/ 436454 h 616046"/>
                <a:gd name="connsiteX171" fmla="*/ 1665616 w 2912392"/>
                <a:gd name="connsiteY171" fmla="*/ 434113 h 616046"/>
                <a:gd name="connsiteX172" fmla="*/ 1675359 w 2912392"/>
                <a:gd name="connsiteY172" fmla="*/ 431749 h 616046"/>
                <a:gd name="connsiteX173" fmla="*/ 1685103 w 2912392"/>
                <a:gd name="connsiteY173" fmla="*/ 429365 h 616046"/>
                <a:gd name="connsiteX174" fmla="*/ 1694832 w 2912392"/>
                <a:gd name="connsiteY174" fmla="*/ 426960 h 616046"/>
                <a:gd name="connsiteX175" fmla="*/ 1704576 w 2912392"/>
                <a:gd name="connsiteY175" fmla="*/ 424538 h 616046"/>
                <a:gd name="connsiteX176" fmla="*/ 1714320 w 2912392"/>
                <a:gd name="connsiteY176" fmla="*/ 422099 h 616046"/>
                <a:gd name="connsiteX177" fmla="*/ 1724064 w 2912392"/>
                <a:gd name="connsiteY177" fmla="*/ 419642 h 616046"/>
                <a:gd name="connsiteX178" fmla="*/ 1733808 w 2912392"/>
                <a:gd name="connsiteY178" fmla="*/ 417170 h 616046"/>
                <a:gd name="connsiteX179" fmla="*/ 1743537 w 2912392"/>
                <a:gd name="connsiteY179" fmla="*/ 414683 h 616046"/>
                <a:gd name="connsiteX180" fmla="*/ 1753281 w 2912392"/>
                <a:gd name="connsiteY180" fmla="*/ 412182 h 616046"/>
                <a:gd name="connsiteX181" fmla="*/ 1763025 w 2912392"/>
                <a:gd name="connsiteY181" fmla="*/ 409667 h 616046"/>
                <a:gd name="connsiteX182" fmla="*/ 1772769 w 2912392"/>
                <a:gd name="connsiteY182" fmla="*/ 407137 h 616046"/>
                <a:gd name="connsiteX183" fmla="*/ 1782498 w 2912392"/>
                <a:gd name="connsiteY183" fmla="*/ 404592 h 616046"/>
                <a:gd name="connsiteX184" fmla="*/ 1792242 w 2912392"/>
                <a:gd name="connsiteY184" fmla="*/ 402034 h 616046"/>
                <a:gd name="connsiteX185" fmla="*/ 1801986 w 2912392"/>
                <a:gd name="connsiteY185" fmla="*/ 399461 h 616046"/>
                <a:gd name="connsiteX186" fmla="*/ 1811730 w 2912392"/>
                <a:gd name="connsiteY186" fmla="*/ 396873 h 616046"/>
                <a:gd name="connsiteX187" fmla="*/ 1821459 w 2912392"/>
                <a:gd name="connsiteY187" fmla="*/ 394270 h 616046"/>
                <a:gd name="connsiteX188" fmla="*/ 1831203 w 2912392"/>
                <a:gd name="connsiteY188" fmla="*/ 391651 h 616046"/>
                <a:gd name="connsiteX189" fmla="*/ 1840947 w 2912392"/>
                <a:gd name="connsiteY189" fmla="*/ 389014 h 616046"/>
                <a:gd name="connsiteX190" fmla="*/ 1850691 w 2912392"/>
                <a:gd name="connsiteY190" fmla="*/ 386360 h 616046"/>
                <a:gd name="connsiteX191" fmla="*/ 1860435 w 2912392"/>
                <a:gd name="connsiteY191" fmla="*/ 383689 h 616046"/>
                <a:gd name="connsiteX192" fmla="*/ 1870164 w 2912392"/>
                <a:gd name="connsiteY192" fmla="*/ 380997 h 616046"/>
                <a:gd name="connsiteX193" fmla="*/ 1879908 w 2912392"/>
                <a:gd name="connsiteY193" fmla="*/ 378284 h 616046"/>
                <a:gd name="connsiteX194" fmla="*/ 1889652 w 2912392"/>
                <a:gd name="connsiteY194" fmla="*/ 375550 h 616046"/>
                <a:gd name="connsiteX195" fmla="*/ 1899395 w 2912392"/>
                <a:gd name="connsiteY195" fmla="*/ 372793 h 616046"/>
                <a:gd name="connsiteX196" fmla="*/ 1909124 w 2912392"/>
                <a:gd name="connsiteY196" fmla="*/ 370012 h 616046"/>
                <a:gd name="connsiteX197" fmla="*/ 1918868 w 2912392"/>
                <a:gd name="connsiteY197" fmla="*/ 367206 h 616046"/>
                <a:gd name="connsiteX198" fmla="*/ 1928612 w 2912392"/>
                <a:gd name="connsiteY198" fmla="*/ 364372 h 616046"/>
                <a:gd name="connsiteX199" fmla="*/ 1938356 w 2912392"/>
                <a:gd name="connsiteY199" fmla="*/ 361512 h 616046"/>
                <a:gd name="connsiteX200" fmla="*/ 1948085 w 2912392"/>
                <a:gd name="connsiteY200" fmla="*/ 358623 h 616046"/>
                <a:gd name="connsiteX201" fmla="*/ 1957829 w 2912392"/>
                <a:gd name="connsiteY201" fmla="*/ 355701 h 616046"/>
                <a:gd name="connsiteX202" fmla="*/ 1967573 w 2912392"/>
                <a:gd name="connsiteY202" fmla="*/ 352750 h 616046"/>
                <a:gd name="connsiteX203" fmla="*/ 1977317 w 2912392"/>
                <a:gd name="connsiteY203" fmla="*/ 349764 h 616046"/>
                <a:gd name="connsiteX204" fmla="*/ 1987046 w 2912392"/>
                <a:gd name="connsiteY204" fmla="*/ 346744 h 616046"/>
                <a:gd name="connsiteX205" fmla="*/ 1996790 w 2912392"/>
                <a:gd name="connsiteY205" fmla="*/ 343688 h 616046"/>
                <a:gd name="connsiteX206" fmla="*/ 2006534 w 2912392"/>
                <a:gd name="connsiteY206" fmla="*/ 340594 h 616046"/>
                <a:gd name="connsiteX207" fmla="*/ 2016278 w 2912392"/>
                <a:gd name="connsiteY207" fmla="*/ 337463 h 616046"/>
                <a:gd name="connsiteX208" fmla="*/ 2026022 w 2912392"/>
                <a:gd name="connsiteY208" fmla="*/ 334291 h 616046"/>
                <a:gd name="connsiteX209" fmla="*/ 2035751 w 2912392"/>
                <a:gd name="connsiteY209" fmla="*/ 331081 h 616046"/>
                <a:gd name="connsiteX210" fmla="*/ 2045495 w 2912392"/>
                <a:gd name="connsiteY210" fmla="*/ 327827 h 616046"/>
                <a:gd name="connsiteX211" fmla="*/ 2055239 w 2912392"/>
                <a:gd name="connsiteY211" fmla="*/ 324531 h 616046"/>
                <a:gd name="connsiteX212" fmla="*/ 2064983 w 2912392"/>
                <a:gd name="connsiteY212" fmla="*/ 321191 h 616046"/>
                <a:gd name="connsiteX213" fmla="*/ 2074712 w 2912392"/>
                <a:gd name="connsiteY213" fmla="*/ 317806 h 616046"/>
                <a:gd name="connsiteX214" fmla="*/ 2084456 w 2912392"/>
                <a:gd name="connsiteY214" fmla="*/ 314375 h 616046"/>
                <a:gd name="connsiteX215" fmla="*/ 2094200 w 2912392"/>
                <a:gd name="connsiteY215" fmla="*/ 310897 h 616046"/>
                <a:gd name="connsiteX216" fmla="*/ 2103944 w 2912392"/>
                <a:gd name="connsiteY216" fmla="*/ 307372 h 616046"/>
                <a:gd name="connsiteX217" fmla="*/ 2113673 w 2912392"/>
                <a:gd name="connsiteY217" fmla="*/ 303799 h 616046"/>
                <a:gd name="connsiteX218" fmla="*/ 2123417 w 2912392"/>
                <a:gd name="connsiteY218" fmla="*/ 300177 h 616046"/>
                <a:gd name="connsiteX219" fmla="*/ 2133161 w 2912392"/>
                <a:gd name="connsiteY219" fmla="*/ 296506 h 616046"/>
                <a:gd name="connsiteX220" fmla="*/ 2142905 w 2912392"/>
                <a:gd name="connsiteY220" fmla="*/ 292784 h 616046"/>
                <a:gd name="connsiteX221" fmla="*/ 2152649 w 2912392"/>
                <a:gd name="connsiteY221" fmla="*/ 289013 h 616046"/>
                <a:gd name="connsiteX222" fmla="*/ 2162377 w 2912392"/>
                <a:gd name="connsiteY222" fmla="*/ 285192 h 616046"/>
                <a:gd name="connsiteX223" fmla="*/ 2172121 w 2912392"/>
                <a:gd name="connsiteY223" fmla="*/ 281320 h 616046"/>
                <a:gd name="connsiteX224" fmla="*/ 2181865 w 2912392"/>
                <a:gd name="connsiteY224" fmla="*/ 277397 h 616046"/>
                <a:gd name="connsiteX225" fmla="*/ 2191609 w 2912392"/>
                <a:gd name="connsiteY225" fmla="*/ 273423 h 616046"/>
                <a:gd name="connsiteX226" fmla="*/ 2201338 w 2912392"/>
                <a:gd name="connsiteY226" fmla="*/ 269397 h 616046"/>
                <a:gd name="connsiteX227" fmla="*/ 2211082 w 2912392"/>
                <a:gd name="connsiteY227" fmla="*/ 265323 h 616046"/>
                <a:gd name="connsiteX228" fmla="*/ 2220826 w 2912392"/>
                <a:gd name="connsiteY228" fmla="*/ 261196 h 616046"/>
                <a:gd name="connsiteX229" fmla="*/ 2230570 w 2912392"/>
                <a:gd name="connsiteY229" fmla="*/ 257019 h 616046"/>
                <a:gd name="connsiteX230" fmla="*/ 2240299 w 2912392"/>
                <a:gd name="connsiteY230" fmla="*/ 252793 h 616046"/>
                <a:gd name="connsiteX231" fmla="*/ 2250043 w 2912392"/>
                <a:gd name="connsiteY231" fmla="*/ 248517 h 616046"/>
                <a:gd name="connsiteX232" fmla="*/ 2259787 w 2912392"/>
                <a:gd name="connsiteY232" fmla="*/ 244191 h 616046"/>
                <a:gd name="connsiteX233" fmla="*/ 2269531 w 2912392"/>
                <a:gd name="connsiteY233" fmla="*/ 239818 h 616046"/>
                <a:gd name="connsiteX234" fmla="*/ 2279260 w 2912392"/>
                <a:gd name="connsiteY234" fmla="*/ 235398 h 616046"/>
                <a:gd name="connsiteX235" fmla="*/ 2289004 w 2912392"/>
                <a:gd name="connsiteY235" fmla="*/ 230931 h 616046"/>
                <a:gd name="connsiteX236" fmla="*/ 2298748 w 2912392"/>
                <a:gd name="connsiteY236" fmla="*/ 226420 h 616046"/>
                <a:gd name="connsiteX237" fmla="*/ 2308492 w 2912392"/>
                <a:gd name="connsiteY237" fmla="*/ 221864 h 616046"/>
                <a:gd name="connsiteX238" fmla="*/ 2318236 w 2912392"/>
                <a:gd name="connsiteY238" fmla="*/ 217264 h 616046"/>
                <a:gd name="connsiteX239" fmla="*/ 2327965 w 2912392"/>
                <a:gd name="connsiteY239" fmla="*/ 212623 h 616046"/>
                <a:gd name="connsiteX240" fmla="*/ 2337709 w 2912392"/>
                <a:gd name="connsiteY240" fmla="*/ 207944 h 616046"/>
                <a:gd name="connsiteX241" fmla="*/ 2347453 w 2912392"/>
                <a:gd name="connsiteY241" fmla="*/ 203227 h 616046"/>
                <a:gd name="connsiteX242" fmla="*/ 2357197 w 2912392"/>
                <a:gd name="connsiteY242" fmla="*/ 198472 h 616046"/>
                <a:gd name="connsiteX243" fmla="*/ 2366926 w 2912392"/>
                <a:gd name="connsiteY243" fmla="*/ 193684 h 616046"/>
                <a:gd name="connsiteX244" fmla="*/ 2376670 w 2912392"/>
                <a:gd name="connsiteY244" fmla="*/ 188864 h 616046"/>
                <a:gd name="connsiteX245" fmla="*/ 2386413 w 2912392"/>
                <a:gd name="connsiteY245" fmla="*/ 184013 h 616046"/>
                <a:gd name="connsiteX246" fmla="*/ 2396157 w 2912392"/>
                <a:gd name="connsiteY246" fmla="*/ 179136 h 616046"/>
                <a:gd name="connsiteX247" fmla="*/ 2405886 w 2912392"/>
                <a:gd name="connsiteY247" fmla="*/ 174235 h 616046"/>
                <a:gd name="connsiteX248" fmla="*/ 2415630 w 2912392"/>
                <a:gd name="connsiteY248" fmla="*/ 169312 h 616046"/>
                <a:gd name="connsiteX249" fmla="*/ 2425374 w 2912392"/>
                <a:gd name="connsiteY249" fmla="*/ 164372 h 616046"/>
                <a:gd name="connsiteX250" fmla="*/ 2435118 w 2912392"/>
                <a:gd name="connsiteY250" fmla="*/ 159415 h 616046"/>
                <a:gd name="connsiteX251" fmla="*/ 2444862 w 2912392"/>
                <a:gd name="connsiteY251" fmla="*/ 154446 h 616046"/>
                <a:gd name="connsiteX252" fmla="*/ 2454591 w 2912392"/>
                <a:gd name="connsiteY252" fmla="*/ 149468 h 616046"/>
                <a:gd name="connsiteX253" fmla="*/ 2464335 w 2912392"/>
                <a:gd name="connsiteY253" fmla="*/ 144486 h 616046"/>
                <a:gd name="connsiteX254" fmla="*/ 2474079 w 2912392"/>
                <a:gd name="connsiteY254" fmla="*/ 139504 h 616046"/>
                <a:gd name="connsiteX255" fmla="*/ 2483823 w 2912392"/>
                <a:gd name="connsiteY255" fmla="*/ 134524 h 616046"/>
                <a:gd name="connsiteX256" fmla="*/ 2493552 w 2912392"/>
                <a:gd name="connsiteY256" fmla="*/ 129553 h 616046"/>
                <a:gd name="connsiteX257" fmla="*/ 2503296 w 2912392"/>
                <a:gd name="connsiteY257" fmla="*/ 124594 h 616046"/>
                <a:gd name="connsiteX258" fmla="*/ 2513040 w 2912392"/>
                <a:gd name="connsiteY258" fmla="*/ 119651 h 616046"/>
                <a:gd name="connsiteX259" fmla="*/ 2522784 w 2912392"/>
                <a:gd name="connsiteY259" fmla="*/ 114730 h 616046"/>
                <a:gd name="connsiteX260" fmla="*/ 2532513 w 2912392"/>
                <a:gd name="connsiteY260" fmla="*/ 109835 h 616046"/>
                <a:gd name="connsiteX261" fmla="*/ 2542257 w 2912392"/>
                <a:gd name="connsiteY261" fmla="*/ 104974 h 616046"/>
                <a:gd name="connsiteX262" fmla="*/ 2552001 w 2912392"/>
                <a:gd name="connsiteY262" fmla="*/ 100148 h 616046"/>
                <a:gd name="connsiteX263" fmla="*/ 2561745 w 2912392"/>
                <a:gd name="connsiteY263" fmla="*/ 95365 h 616046"/>
                <a:gd name="connsiteX264" fmla="*/ 2571474 w 2912392"/>
                <a:gd name="connsiteY264" fmla="*/ 90632 h 616046"/>
                <a:gd name="connsiteX265" fmla="*/ 2581218 w 2912392"/>
                <a:gd name="connsiteY265" fmla="*/ 85952 h 616046"/>
                <a:gd name="connsiteX266" fmla="*/ 2590962 w 2912392"/>
                <a:gd name="connsiteY266" fmla="*/ 81332 h 616046"/>
                <a:gd name="connsiteX267" fmla="*/ 2600705 w 2912392"/>
                <a:gd name="connsiteY267" fmla="*/ 76777 h 616046"/>
                <a:gd name="connsiteX268" fmla="*/ 2610449 w 2912392"/>
                <a:gd name="connsiteY268" fmla="*/ 72296 h 616046"/>
                <a:gd name="connsiteX269" fmla="*/ 2620178 w 2912392"/>
                <a:gd name="connsiteY269" fmla="*/ 67892 h 616046"/>
                <a:gd name="connsiteX270" fmla="*/ 2629922 w 2912392"/>
                <a:gd name="connsiteY270" fmla="*/ 63571 h 616046"/>
                <a:gd name="connsiteX271" fmla="*/ 2639666 w 2912392"/>
                <a:gd name="connsiteY271" fmla="*/ 59343 h 616046"/>
                <a:gd name="connsiteX272" fmla="*/ 2649410 w 2912392"/>
                <a:gd name="connsiteY272" fmla="*/ 55211 h 616046"/>
                <a:gd name="connsiteX273" fmla="*/ 2659139 w 2912392"/>
                <a:gd name="connsiteY273" fmla="*/ 51183 h 616046"/>
                <a:gd name="connsiteX274" fmla="*/ 2668883 w 2912392"/>
                <a:gd name="connsiteY274" fmla="*/ 47264 h 616046"/>
                <a:gd name="connsiteX275" fmla="*/ 2678627 w 2912392"/>
                <a:gd name="connsiteY275" fmla="*/ 43460 h 616046"/>
                <a:gd name="connsiteX276" fmla="*/ 2688371 w 2912392"/>
                <a:gd name="connsiteY276" fmla="*/ 39780 h 616046"/>
                <a:gd name="connsiteX277" fmla="*/ 2698100 w 2912392"/>
                <a:gd name="connsiteY277" fmla="*/ 36228 h 616046"/>
                <a:gd name="connsiteX278" fmla="*/ 2707844 w 2912392"/>
                <a:gd name="connsiteY278" fmla="*/ 32811 h 616046"/>
                <a:gd name="connsiteX279" fmla="*/ 2717588 w 2912392"/>
                <a:gd name="connsiteY279" fmla="*/ 29533 h 616046"/>
                <a:gd name="connsiteX280" fmla="*/ 2727332 w 2912392"/>
                <a:gd name="connsiteY280" fmla="*/ 26401 h 616046"/>
                <a:gd name="connsiteX281" fmla="*/ 2737076 w 2912392"/>
                <a:gd name="connsiteY281" fmla="*/ 23421 h 616046"/>
                <a:gd name="connsiteX282" fmla="*/ 2746805 w 2912392"/>
                <a:gd name="connsiteY282" fmla="*/ 20599 h 616046"/>
                <a:gd name="connsiteX283" fmla="*/ 2756549 w 2912392"/>
                <a:gd name="connsiteY283" fmla="*/ 17940 h 616046"/>
                <a:gd name="connsiteX284" fmla="*/ 2766293 w 2912392"/>
                <a:gd name="connsiteY284" fmla="*/ 15447 h 616046"/>
                <a:gd name="connsiteX285" fmla="*/ 2776037 w 2912392"/>
                <a:gd name="connsiteY285" fmla="*/ 13127 h 616046"/>
                <a:gd name="connsiteX286" fmla="*/ 2785766 w 2912392"/>
                <a:gd name="connsiteY286" fmla="*/ 10985 h 616046"/>
                <a:gd name="connsiteX287" fmla="*/ 2795510 w 2912392"/>
                <a:gd name="connsiteY287" fmla="*/ 9023 h 616046"/>
                <a:gd name="connsiteX288" fmla="*/ 2805254 w 2912392"/>
                <a:gd name="connsiteY288" fmla="*/ 7245 h 616046"/>
                <a:gd name="connsiteX289" fmla="*/ 2814998 w 2912392"/>
                <a:gd name="connsiteY289" fmla="*/ 5656 h 616046"/>
                <a:gd name="connsiteX290" fmla="*/ 2824727 w 2912392"/>
                <a:gd name="connsiteY290" fmla="*/ 4257 h 616046"/>
                <a:gd name="connsiteX291" fmla="*/ 2834471 w 2912392"/>
                <a:gd name="connsiteY291" fmla="*/ 3053 h 616046"/>
                <a:gd name="connsiteX292" fmla="*/ 2844215 w 2912392"/>
                <a:gd name="connsiteY292" fmla="*/ 2046 h 616046"/>
                <a:gd name="connsiteX293" fmla="*/ 2853958 w 2912392"/>
                <a:gd name="connsiteY293" fmla="*/ 1237 h 616046"/>
                <a:gd name="connsiteX294" fmla="*/ 2863687 w 2912392"/>
                <a:gd name="connsiteY294" fmla="*/ 626 h 616046"/>
                <a:gd name="connsiteX295" fmla="*/ 2873431 w 2912392"/>
                <a:gd name="connsiteY295" fmla="*/ 216 h 616046"/>
                <a:gd name="connsiteX296" fmla="*/ 2883175 w 2912392"/>
                <a:gd name="connsiteY296" fmla="*/ 7 h 616046"/>
                <a:gd name="connsiteX297" fmla="*/ 2892919 w 2912392"/>
                <a:gd name="connsiteY297" fmla="*/ 0 h 616046"/>
                <a:gd name="connsiteX298" fmla="*/ 2902663 w 2912392"/>
                <a:gd name="connsiteY298" fmla="*/ 194 h 616046"/>
                <a:gd name="connsiteX299" fmla="*/ 2912392 w 2912392"/>
                <a:gd name="connsiteY299" fmla="*/ 587 h 616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16046">
                  <a:moveTo>
                    <a:pt x="0" y="616046"/>
                  </a:moveTo>
                  <a:lnTo>
                    <a:pt x="9739" y="610356"/>
                  </a:lnTo>
                  <a:lnTo>
                    <a:pt x="19480" y="604339"/>
                  </a:lnTo>
                  <a:lnTo>
                    <a:pt x="29221" y="598006"/>
                  </a:lnTo>
                  <a:lnTo>
                    <a:pt x="38961" y="591373"/>
                  </a:lnTo>
                  <a:lnTo>
                    <a:pt x="48702" y="584456"/>
                  </a:lnTo>
                  <a:lnTo>
                    <a:pt x="58443" y="577269"/>
                  </a:lnTo>
                  <a:lnTo>
                    <a:pt x="68182" y="569830"/>
                  </a:lnTo>
                  <a:lnTo>
                    <a:pt x="77923" y="562153"/>
                  </a:lnTo>
                  <a:lnTo>
                    <a:pt x="87664" y="554257"/>
                  </a:lnTo>
                  <a:lnTo>
                    <a:pt x="97404" y="546159"/>
                  </a:lnTo>
                  <a:lnTo>
                    <a:pt x="107145" y="537877"/>
                  </a:lnTo>
                  <a:lnTo>
                    <a:pt x="116886" y="529428"/>
                  </a:lnTo>
                  <a:lnTo>
                    <a:pt x="126625" y="520830"/>
                  </a:lnTo>
                  <a:lnTo>
                    <a:pt x="136366" y="512102"/>
                  </a:lnTo>
                  <a:lnTo>
                    <a:pt x="146107" y="503261"/>
                  </a:lnTo>
                  <a:lnTo>
                    <a:pt x="155846" y="494327"/>
                  </a:lnTo>
                  <a:lnTo>
                    <a:pt x="165587" y="485318"/>
                  </a:lnTo>
                  <a:lnTo>
                    <a:pt x="175328" y="476250"/>
                  </a:lnTo>
                  <a:lnTo>
                    <a:pt x="185068" y="467146"/>
                  </a:lnTo>
                  <a:lnTo>
                    <a:pt x="194809" y="458019"/>
                  </a:lnTo>
                  <a:lnTo>
                    <a:pt x="204550" y="448891"/>
                  </a:lnTo>
                  <a:lnTo>
                    <a:pt x="214289" y="439778"/>
                  </a:lnTo>
                  <a:lnTo>
                    <a:pt x="224030" y="430700"/>
                  </a:lnTo>
                  <a:lnTo>
                    <a:pt x="233771" y="421671"/>
                  </a:lnTo>
                  <a:lnTo>
                    <a:pt x="243510" y="412711"/>
                  </a:lnTo>
                  <a:lnTo>
                    <a:pt x="253251" y="403834"/>
                  </a:lnTo>
                  <a:lnTo>
                    <a:pt x="262992" y="395060"/>
                  </a:lnTo>
                  <a:lnTo>
                    <a:pt x="272732" y="386404"/>
                  </a:lnTo>
                  <a:lnTo>
                    <a:pt x="282473" y="377878"/>
                  </a:lnTo>
                  <a:lnTo>
                    <a:pt x="292214" y="369502"/>
                  </a:lnTo>
                  <a:lnTo>
                    <a:pt x="301953" y="361288"/>
                  </a:lnTo>
                  <a:lnTo>
                    <a:pt x="311694" y="353252"/>
                  </a:lnTo>
                  <a:lnTo>
                    <a:pt x="321435" y="345406"/>
                  </a:lnTo>
                  <a:lnTo>
                    <a:pt x="331175" y="337763"/>
                  </a:lnTo>
                  <a:lnTo>
                    <a:pt x="340916" y="330336"/>
                  </a:lnTo>
                  <a:lnTo>
                    <a:pt x="350656" y="323135"/>
                  </a:lnTo>
                  <a:lnTo>
                    <a:pt x="360396" y="316174"/>
                  </a:lnTo>
                  <a:lnTo>
                    <a:pt x="370137" y="309462"/>
                  </a:lnTo>
                  <a:lnTo>
                    <a:pt x="379878" y="303008"/>
                  </a:lnTo>
                  <a:lnTo>
                    <a:pt x="389617" y="296823"/>
                  </a:lnTo>
                  <a:lnTo>
                    <a:pt x="399358" y="290913"/>
                  </a:lnTo>
                  <a:lnTo>
                    <a:pt x="409099" y="285289"/>
                  </a:lnTo>
                  <a:lnTo>
                    <a:pt x="418839" y="279953"/>
                  </a:lnTo>
                  <a:lnTo>
                    <a:pt x="428580" y="274916"/>
                  </a:lnTo>
                  <a:lnTo>
                    <a:pt x="438321" y="270181"/>
                  </a:lnTo>
                  <a:lnTo>
                    <a:pt x="448060" y="265753"/>
                  </a:lnTo>
                  <a:lnTo>
                    <a:pt x="457801" y="261638"/>
                  </a:lnTo>
                  <a:lnTo>
                    <a:pt x="467542" y="257836"/>
                  </a:lnTo>
                  <a:lnTo>
                    <a:pt x="477281" y="254351"/>
                  </a:lnTo>
                  <a:lnTo>
                    <a:pt x="487022" y="251186"/>
                  </a:lnTo>
                  <a:lnTo>
                    <a:pt x="496763" y="248341"/>
                  </a:lnTo>
                  <a:lnTo>
                    <a:pt x="506503" y="245815"/>
                  </a:lnTo>
                  <a:lnTo>
                    <a:pt x="516244" y="243610"/>
                  </a:lnTo>
                  <a:lnTo>
                    <a:pt x="525985" y="241724"/>
                  </a:lnTo>
                  <a:lnTo>
                    <a:pt x="535724" y="240157"/>
                  </a:lnTo>
                  <a:lnTo>
                    <a:pt x="545465" y="238904"/>
                  </a:lnTo>
                  <a:lnTo>
                    <a:pt x="555206" y="237964"/>
                  </a:lnTo>
                  <a:lnTo>
                    <a:pt x="564946" y="237333"/>
                  </a:lnTo>
                  <a:lnTo>
                    <a:pt x="574687" y="237007"/>
                  </a:lnTo>
                  <a:lnTo>
                    <a:pt x="584428" y="236980"/>
                  </a:lnTo>
                  <a:lnTo>
                    <a:pt x="594167" y="237250"/>
                  </a:lnTo>
                  <a:lnTo>
                    <a:pt x="603908" y="237807"/>
                  </a:lnTo>
                  <a:lnTo>
                    <a:pt x="613649" y="238649"/>
                  </a:lnTo>
                  <a:lnTo>
                    <a:pt x="623388" y="239766"/>
                  </a:lnTo>
                  <a:lnTo>
                    <a:pt x="633129" y="241153"/>
                  </a:lnTo>
                  <a:lnTo>
                    <a:pt x="642870" y="242801"/>
                  </a:lnTo>
                  <a:lnTo>
                    <a:pt x="652610" y="244702"/>
                  </a:lnTo>
                  <a:lnTo>
                    <a:pt x="662351" y="246849"/>
                  </a:lnTo>
                  <a:lnTo>
                    <a:pt x="672092" y="249233"/>
                  </a:lnTo>
                  <a:lnTo>
                    <a:pt x="681831" y="251845"/>
                  </a:lnTo>
                  <a:lnTo>
                    <a:pt x="691572" y="254676"/>
                  </a:lnTo>
                  <a:lnTo>
                    <a:pt x="701313" y="257714"/>
                  </a:lnTo>
                  <a:lnTo>
                    <a:pt x="711052" y="260953"/>
                  </a:lnTo>
                  <a:lnTo>
                    <a:pt x="720793" y="264379"/>
                  </a:lnTo>
                  <a:lnTo>
                    <a:pt x="730534" y="267987"/>
                  </a:lnTo>
                  <a:lnTo>
                    <a:pt x="740274" y="271762"/>
                  </a:lnTo>
                  <a:lnTo>
                    <a:pt x="750015" y="275697"/>
                  </a:lnTo>
                  <a:lnTo>
                    <a:pt x="759756" y="279779"/>
                  </a:lnTo>
                  <a:lnTo>
                    <a:pt x="769495" y="284000"/>
                  </a:lnTo>
                  <a:lnTo>
                    <a:pt x="779236" y="288348"/>
                  </a:lnTo>
                  <a:lnTo>
                    <a:pt x="788977" y="292813"/>
                  </a:lnTo>
                  <a:lnTo>
                    <a:pt x="798717" y="297384"/>
                  </a:lnTo>
                  <a:lnTo>
                    <a:pt x="808458" y="302052"/>
                  </a:lnTo>
                  <a:lnTo>
                    <a:pt x="818199" y="306803"/>
                  </a:lnTo>
                  <a:lnTo>
                    <a:pt x="827938" y="311630"/>
                  </a:lnTo>
                  <a:lnTo>
                    <a:pt x="837679" y="316523"/>
                  </a:lnTo>
                  <a:lnTo>
                    <a:pt x="847420" y="321471"/>
                  </a:lnTo>
                  <a:lnTo>
                    <a:pt x="857159" y="326462"/>
                  </a:lnTo>
                  <a:lnTo>
                    <a:pt x="866900" y="331489"/>
                  </a:lnTo>
                  <a:lnTo>
                    <a:pt x="876641" y="336541"/>
                  </a:lnTo>
                  <a:lnTo>
                    <a:pt x="886381" y="341610"/>
                  </a:lnTo>
                  <a:lnTo>
                    <a:pt x="896122" y="346684"/>
                  </a:lnTo>
                  <a:lnTo>
                    <a:pt x="905863" y="351756"/>
                  </a:lnTo>
                  <a:lnTo>
                    <a:pt x="915602" y="356817"/>
                  </a:lnTo>
                  <a:lnTo>
                    <a:pt x="925343" y="361859"/>
                  </a:lnTo>
                  <a:lnTo>
                    <a:pt x="935084" y="366871"/>
                  </a:lnTo>
                  <a:lnTo>
                    <a:pt x="944824" y="371847"/>
                  </a:lnTo>
                  <a:lnTo>
                    <a:pt x="954564" y="376780"/>
                  </a:lnTo>
                  <a:lnTo>
                    <a:pt x="964305" y="381661"/>
                  </a:lnTo>
                  <a:lnTo>
                    <a:pt x="974045" y="386483"/>
                  </a:lnTo>
                  <a:lnTo>
                    <a:pt x="983786" y="391237"/>
                  </a:lnTo>
                  <a:lnTo>
                    <a:pt x="993522" y="395920"/>
                  </a:lnTo>
                  <a:lnTo>
                    <a:pt x="1003266" y="400523"/>
                  </a:lnTo>
                  <a:lnTo>
                    <a:pt x="1013010" y="405042"/>
                  </a:lnTo>
                  <a:lnTo>
                    <a:pt x="1022754" y="409469"/>
                  </a:lnTo>
                  <a:lnTo>
                    <a:pt x="1032483" y="413798"/>
                  </a:lnTo>
                  <a:lnTo>
                    <a:pt x="1042227" y="418027"/>
                  </a:lnTo>
                  <a:lnTo>
                    <a:pt x="1051971" y="422148"/>
                  </a:lnTo>
                  <a:lnTo>
                    <a:pt x="1061715" y="426157"/>
                  </a:lnTo>
                  <a:lnTo>
                    <a:pt x="1071444" y="430050"/>
                  </a:lnTo>
                  <a:lnTo>
                    <a:pt x="1081188" y="433824"/>
                  </a:lnTo>
                  <a:lnTo>
                    <a:pt x="1090932" y="437474"/>
                  </a:lnTo>
                  <a:lnTo>
                    <a:pt x="1100676" y="440996"/>
                  </a:lnTo>
                  <a:lnTo>
                    <a:pt x="1110405" y="444389"/>
                  </a:lnTo>
                  <a:lnTo>
                    <a:pt x="1120149" y="447649"/>
                  </a:lnTo>
                  <a:lnTo>
                    <a:pt x="1129893" y="450772"/>
                  </a:lnTo>
                  <a:lnTo>
                    <a:pt x="1139637" y="453757"/>
                  </a:lnTo>
                  <a:lnTo>
                    <a:pt x="1149381" y="456603"/>
                  </a:lnTo>
                  <a:lnTo>
                    <a:pt x="1159110" y="459307"/>
                  </a:lnTo>
                  <a:lnTo>
                    <a:pt x="1168854" y="461868"/>
                  </a:lnTo>
                  <a:lnTo>
                    <a:pt x="1178598" y="464285"/>
                  </a:lnTo>
                  <a:lnTo>
                    <a:pt x="1188341" y="466556"/>
                  </a:lnTo>
                  <a:lnTo>
                    <a:pt x="1198070" y="468682"/>
                  </a:lnTo>
                  <a:lnTo>
                    <a:pt x="1207814" y="470660"/>
                  </a:lnTo>
                  <a:lnTo>
                    <a:pt x="1217558" y="472494"/>
                  </a:lnTo>
                  <a:lnTo>
                    <a:pt x="1227302" y="474181"/>
                  </a:lnTo>
                  <a:lnTo>
                    <a:pt x="1237031" y="475722"/>
                  </a:lnTo>
                  <a:lnTo>
                    <a:pt x="1246775" y="477119"/>
                  </a:lnTo>
                  <a:lnTo>
                    <a:pt x="1256519" y="478371"/>
                  </a:lnTo>
                  <a:lnTo>
                    <a:pt x="1266263" y="479479"/>
                  </a:lnTo>
                  <a:lnTo>
                    <a:pt x="1276007" y="480446"/>
                  </a:lnTo>
                  <a:lnTo>
                    <a:pt x="1285736" y="481271"/>
                  </a:lnTo>
                  <a:lnTo>
                    <a:pt x="1295480" y="481958"/>
                  </a:lnTo>
                  <a:lnTo>
                    <a:pt x="1305224" y="482509"/>
                  </a:lnTo>
                  <a:lnTo>
                    <a:pt x="1314968" y="482925"/>
                  </a:lnTo>
                  <a:lnTo>
                    <a:pt x="1324697" y="483208"/>
                  </a:lnTo>
                  <a:lnTo>
                    <a:pt x="1334441" y="483360"/>
                  </a:lnTo>
                  <a:lnTo>
                    <a:pt x="1344185" y="483386"/>
                  </a:lnTo>
                  <a:lnTo>
                    <a:pt x="1353929" y="483287"/>
                  </a:lnTo>
                  <a:lnTo>
                    <a:pt x="1363658" y="483065"/>
                  </a:lnTo>
                  <a:lnTo>
                    <a:pt x="1373402" y="482724"/>
                  </a:lnTo>
                  <a:lnTo>
                    <a:pt x="1383146" y="482268"/>
                  </a:lnTo>
                  <a:lnTo>
                    <a:pt x="1392890" y="481698"/>
                  </a:lnTo>
                  <a:lnTo>
                    <a:pt x="1402619" y="481020"/>
                  </a:lnTo>
                  <a:lnTo>
                    <a:pt x="1412363" y="480234"/>
                  </a:lnTo>
                  <a:lnTo>
                    <a:pt x="1422106" y="479346"/>
                  </a:lnTo>
                  <a:lnTo>
                    <a:pt x="1431850" y="478360"/>
                  </a:lnTo>
                  <a:lnTo>
                    <a:pt x="1441594" y="477278"/>
                  </a:lnTo>
                  <a:lnTo>
                    <a:pt x="1451323" y="476104"/>
                  </a:lnTo>
                  <a:lnTo>
                    <a:pt x="1461067" y="474842"/>
                  </a:lnTo>
                  <a:lnTo>
                    <a:pt x="1470811" y="473496"/>
                  </a:lnTo>
                  <a:lnTo>
                    <a:pt x="1480555" y="472068"/>
                  </a:lnTo>
                  <a:lnTo>
                    <a:pt x="1490284" y="470563"/>
                  </a:lnTo>
                  <a:lnTo>
                    <a:pt x="1500028" y="468984"/>
                  </a:lnTo>
                  <a:lnTo>
                    <a:pt x="1509772" y="467336"/>
                  </a:lnTo>
                  <a:lnTo>
                    <a:pt x="1519516" y="465622"/>
                  </a:lnTo>
                  <a:lnTo>
                    <a:pt x="1529245" y="463844"/>
                  </a:lnTo>
                  <a:lnTo>
                    <a:pt x="1538989" y="462007"/>
                  </a:lnTo>
                  <a:lnTo>
                    <a:pt x="1548733" y="460113"/>
                  </a:lnTo>
                  <a:lnTo>
                    <a:pt x="1558477" y="458168"/>
                  </a:lnTo>
                  <a:lnTo>
                    <a:pt x="1568221" y="456171"/>
                  </a:lnTo>
                  <a:lnTo>
                    <a:pt x="1577950" y="454130"/>
                  </a:lnTo>
                  <a:lnTo>
                    <a:pt x="1587694" y="452044"/>
                  </a:lnTo>
                  <a:lnTo>
                    <a:pt x="1597438" y="449918"/>
                  </a:lnTo>
                  <a:lnTo>
                    <a:pt x="1607182" y="447755"/>
                  </a:lnTo>
                  <a:lnTo>
                    <a:pt x="1616911" y="445554"/>
                  </a:lnTo>
                  <a:lnTo>
                    <a:pt x="1626655" y="443322"/>
                  </a:lnTo>
                  <a:lnTo>
                    <a:pt x="1636399" y="441061"/>
                  </a:lnTo>
                  <a:lnTo>
                    <a:pt x="1646142" y="438771"/>
                  </a:lnTo>
                  <a:lnTo>
                    <a:pt x="1655872" y="436454"/>
                  </a:lnTo>
                  <a:lnTo>
                    <a:pt x="1665616" y="434113"/>
                  </a:lnTo>
                  <a:lnTo>
                    <a:pt x="1675359" y="431749"/>
                  </a:lnTo>
                  <a:lnTo>
                    <a:pt x="1685103" y="429365"/>
                  </a:lnTo>
                  <a:lnTo>
                    <a:pt x="1694832" y="426960"/>
                  </a:lnTo>
                  <a:lnTo>
                    <a:pt x="1704576" y="424538"/>
                  </a:lnTo>
                  <a:lnTo>
                    <a:pt x="1714320" y="422099"/>
                  </a:lnTo>
                  <a:lnTo>
                    <a:pt x="1724064" y="419642"/>
                  </a:lnTo>
                  <a:lnTo>
                    <a:pt x="1733808" y="417170"/>
                  </a:lnTo>
                  <a:lnTo>
                    <a:pt x="1743537" y="414683"/>
                  </a:lnTo>
                  <a:lnTo>
                    <a:pt x="1753281" y="412182"/>
                  </a:lnTo>
                  <a:lnTo>
                    <a:pt x="1763025" y="409667"/>
                  </a:lnTo>
                  <a:lnTo>
                    <a:pt x="1772769" y="407137"/>
                  </a:lnTo>
                  <a:lnTo>
                    <a:pt x="1782498" y="404592"/>
                  </a:lnTo>
                  <a:lnTo>
                    <a:pt x="1792242" y="402034"/>
                  </a:lnTo>
                  <a:lnTo>
                    <a:pt x="1801986" y="399461"/>
                  </a:lnTo>
                  <a:lnTo>
                    <a:pt x="1811730" y="396873"/>
                  </a:lnTo>
                  <a:lnTo>
                    <a:pt x="1821459" y="394270"/>
                  </a:lnTo>
                  <a:lnTo>
                    <a:pt x="1831203" y="391651"/>
                  </a:lnTo>
                  <a:lnTo>
                    <a:pt x="1840947" y="389014"/>
                  </a:lnTo>
                  <a:lnTo>
                    <a:pt x="1850691" y="386360"/>
                  </a:lnTo>
                  <a:lnTo>
                    <a:pt x="1860435" y="383689"/>
                  </a:lnTo>
                  <a:lnTo>
                    <a:pt x="1870164" y="380997"/>
                  </a:lnTo>
                  <a:lnTo>
                    <a:pt x="1879908" y="378284"/>
                  </a:lnTo>
                  <a:lnTo>
                    <a:pt x="1889652" y="375550"/>
                  </a:lnTo>
                  <a:lnTo>
                    <a:pt x="1899395" y="372793"/>
                  </a:lnTo>
                  <a:lnTo>
                    <a:pt x="1909124" y="370012"/>
                  </a:lnTo>
                  <a:lnTo>
                    <a:pt x="1918868" y="367206"/>
                  </a:lnTo>
                  <a:lnTo>
                    <a:pt x="1928612" y="364372"/>
                  </a:lnTo>
                  <a:lnTo>
                    <a:pt x="1938356" y="361512"/>
                  </a:lnTo>
                  <a:lnTo>
                    <a:pt x="1948085" y="358623"/>
                  </a:lnTo>
                  <a:lnTo>
                    <a:pt x="1957829" y="355701"/>
                  </a:lnTo>
                  <a:lnTo>
                    <a:pt x="1967573" y="352750"/>
                  </a:lnTo>
                  <a:lnTo>
                    <a:pt x="1977317" y="349764"/>
                  </a:lnTo>
                  <a:lnTo>
                    <a:pt x="1987046" y="346744"/>
                  </a:lnTo>
                  <a:lnTo>
                    <a:pt x="1996790" y="343688"/>
                  </a:lnTo>
                  <a:lnTo>
                    <a:pt x="2006534" y="340594"/>
                  </a:lnTo>
                  <a:lnTo>
                    <a:pt x="2016278" y="337463"/>
                  </a:lnTo>
                  <a:lnTo>
                    <a:pt x="2026022" y="334291"/>
                  </a:lnTo>
                  <a:lnTo>
                    <a:pt x="2035751" y="331081"/>
                  </a:lnTo>
                  <a:lnTo>
                    <a:pt x="2045495" y="327827"/>
                  </a:lnTo>
                  <a:lnTo>
                    <a:pt x="2055239" y="324531"/>
                  </a:lnTo>
                  <a:lnTo>
                    <a:pt x="2064983" y="321191"/>
                  </a:lnTo>
                  <a:lnTo>
                    <a:pt x="2074712" y="317806"/>
                  </a:lnTo>
                  <a:lnTo>
                    <a:pt x="2084456" y="314375"/>
                  </a:lnTo>
                  <a:lnTo>
                    <a:pt x="2094200" y="310897"/>
                  </a:lnTo>
                  <a:lnTo>
                    <a:pt x="2103944" y="307372"/>
                  </a:lnTo>
                  <a:lnTo>
                    <a:pt x="2113673" y="303799"/>
                  </a:lnTo>
                  <a:lnTo>
                    <a:pt x="2123417" y="300177"/>
                  </a:lnTo>
                  <a:lnTo>
                    <a:pt x="2133161" y="296506"/>
                  </a:lnTo>
                  <a:lnTo>
                    <a:pt x="2142905" y="292784"/>
                  </a:lnTo>
                  <a:lnTo>
                    <a:pt x="2152649" y="289013"/>
                  </a:lnTo>
                  <a:lnTo>
                    <a:pt x="2162377" y="285192"/>
                  </a:lnTo>
                  <a:lnTo>
                    <a:pt x="2172121" y="281320"/>
                  </a:lnTo>
                  <a:lnTo>
                    <a:pt x="2181865" y="277397"/>
                  </a:lnTo>
                  <a:lnTo>
                    <a:pt x="2191609" y="273423"/>
                  </a:lnTo>
                  <a:lnTo>
                    <a:pt x="2201338" y="269397"/>
                  </a:lnTo>
                  <a:lnTo>
                    <a:pt x="2211082" y="265323"/>
                  </a:lnTo>
                  <a:lnTo>
                    <a:pt x="2220826" y="261196"/>
                  </a:lnTo>
                  <a:lnTo>
                    <a:pt x="2230570" y="257019"/>
                  </a:lnTo>
                  <a:lnTo>
                    <a:pt x="2240299" y="252793"/>
                  </a:lnTo>
                  <a:lnTo>
                    <a:pt x="2250043" y="248517"/>
                  </a:lnTo>
                  <a:lnTo>
                    <a:pt x="2259787" y="244191"/>
                  </a:lnTo>
                  <a:lnTo>
                    <a:pt x="2269531" y="239818"/>
                  </a:lnTo>
                  <a:lnTo>
                    <a:pt x="2279260" y="235398"/>
                  </a:lnTo>
                  <a:lnTo>
                    <a:pt x="2289004" y="230931"/>
                  </a:lnTo>
                  <a:lnTo>
                    <a:pt x="2298748" y="226420"/>
                  </a:lnTo>
                  <a:lnTo>
                    <a:pt x="2308492" y="221864"/>
                  </a:lnTo>
                  <a:lnTo>
                    <a:pt x="2318236" y="217264"/>
                  </a:lnTo>
                  <a:lnTo>
                    <a:pt x="2327965" y="212623"/>
                  </a:lnTo>
                  <a:lnTo>
                    <a:pt x="2337709" y="207944"/>
                  </a:lnTo>
                  <a:lnTo>
                    <a:pt x="2347453" y="203227"/>
                  </a:lnTo>
                  <a:lnTo>
                    <a:pt x="2357197" y="198472"/>
                  </a:lnTo>
                  <a:lnTo>
                    <a:pt x="2366926" y="193684"/>
                  </a:lnTo>
                  <a:lnTo>
                    <a:pt x="2376670" y="188864"/>
                  </a:lnTo>
                  <a:lnTo>
                    <a:pt x="2386413" y="184013"/>
                  </a:lnTo>
                  <a:lnTo>
                    <a:pt x="2396157" y="179136"/>
                  </a:lnTo>
                  <a:lnTo>
                    <a:pt x="2405886" y="174235"/>
                  </a:lnTo>
                  <a:lnTo>
                    <a:pt x="2415630" y="169312"/>
                  </a:lnTo>
                  <a:lnTo>
                    <a:pt x="2425374" y="164372"/>
                  </a:lnTo>
                  <a:lnTo>
                    <a:pt x="2435118" y="159415"/>
                  </a:lnTo>
                  <a:lnTo>
                    <a:pt x="2444862" y="154446"/>
                  </a:lnTo>
                  <a:lnTo>
                    <a:pt x="2454591" y="149468"/>
                  </a:lnTo>
                  <a:lnTo>
                    <a:pt x="2464335" y="144486"/>
                  </a:lnTo>
                  <a:lnTo>
                    <a:pt x="2474079" y="139504"/>
                  </a:lnTo>
                  <a:lnTo>
                    <a:pt x="2483823" y="134524"/>
                  </a:lnTo>
                  <a:lnTo>
                    <a:pt x="2493552" y="129553"/>
                  </a:lnTo>
                  <a:lnTo>
                    <a:pt x="2503296" y="124594"/>
                  </a:lnTo>
                  <a:lnTo>
                    <a:pt x="2513040" y="119651"/>
                  </a:lnTo>
                  <a:lnTo>
                    <a:pt x="2522784" y="114730"/>
                  </a:lnTo>
                  <a:lnTo>
                    <a:pt x="2532513" y="109835"/>
                  </a:lnTo>
                  <a:lnTo>
                    <a:pt x="2542257" y="104974"/>
                  </a:lnTo>
                  <a:lnTo>
                    <a:pt x="2552001" y="100148"/>
                  </a:lnTo>
                  <a:lnTo>
                    <a:pt x="2561745" y="95365"/>
                  </a:lnTo>
                  <a:lnTo>
                    <a:pt x="2571474" y="90632"/>
                  </a:lnTo>
                  <a:lnTo>
                    <a:pt x="2581218" y="85952"/>
                  </a:lnTo>
                  <a:lnTo>
                    <a:pt x="2590962" y="81332"/>
                  </a:lnTo>
                  <a:lnTo>
                    <a:pt x="2600705" y="76777"/>
                  </a:lnTo>
                  <a:lnTo>
                    <a:pt x="2610449" y="72296"/>
                  </a:lnTo>
                  <a:lnTo>
                    <a:pt x="2620178" y="67892"/>
                  </a:lnTo>
                  <a:lnTo>
                    <a:pt x="2629922" y="63571"/>
                  </a:lnTo>
                  <a:lnTo>
                    <a:pt x="2639666" y="59343"/>
                  </a:lnTo>
                  <a:lnTo>
                    <a:pt x="2649410" y="55211"/>
                  </a:lnTo>
                  <a:lnTo>
                    <a:pt x="2659139" y="51183"/>
                  </a:lnTo>
                  <a:lnTo>
                    <a:pt x="2668883" y="47264"/>
                  </a:lnTo>
                  <a:lnTo>
                    <a:pt x="2678627" y="43460"/>
                  </a:lnTo>
                  <a:lnTo>
                    <a:pt x="2688371" y="39780"/>
                  </a:lnTo>
                  <a:lnTo>
                    <a:pt x="2698100" y="36228"/>
                  </a:lnTo>
                  <a:lnTo>
                    <a:pt x="2707844" y="32811"/>
                  </a:lnTo>
                  <a:lnTo>
                    <a:pt x="2717588" y="29533"/>
                  </a:lnTo>
                  <a:lnTo>
                    <a:pt x="2727332" y="26401"/>
                  </a:lnTo>
                  <a:lnTo>
                    <a:pt x="2737076" y="23421"/>
                  </a:lnTo>
                  <a:lnTo>
                    <a:pt x="2746805" y="20599"/>
                  </a:lnTo>
                  <a:lnTo>
                    <a:pt x="2756549" y="17940"/>
                  </a:lnTo>
                  <a:lnTo>
                    <a:pt x="2766293" y="15447"/>
                  </a:lnTo>
                  <a:lnTo>
                    <a:pt x="2776037" y="13127"/>
                  </a:lnTo>
                  <a:lnTo>
                    <a:pt x="2785766" y="10985"/>
                  </a:lnTo>
                  <a:lnTo>
                    <a:pt x="2795510" y="9023"/>
                  </a:lnTo>
                  <a:lnTo>
                    <a:pt x="2805254" y="7245"/>
                  </a:lnTo>
                  <a:lnTo>
                    <a:pt x="2814998" y="5656"/>
                  </a:lnTo>
                  <a:lnTo>
                    <a:pt x="2824727" y="4257"/>
                  </a:lnTo>
                  <a:lnTo>
                    <a:pt x="2834471" y="3053"/>
                  </a:lnTo>
                  <a:lnTo>
                    <a:pt x="2844215" y="2046"/>
                  </a:lnTo>
                  <a:lnTo>
                    <a:pt x="2853958" y="1237"/>
                  </a:lnTo>
                  <a:lnTo>
                    <a:pt x="2863687" y="626"/>
                  </a:lnTo>
                  <a:lnTo>
                    <a:pt x="2873431" y="216"/>
                  </a:lnTo>
                  <a:lnTo>
                    <a:pt x="2883175" y="7"/>
                  </a:lnTo>
                  <a:lnTo>
                    <a:pt x="2892919" y="0"/>
                  </a:lnTo>
                  <a:lnTo>
                    <a:pt x="2902663" y="194"/>
                  </a:lnTo>
                  <a:lnTo>
                    <a:pt x="2912392" y="58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8" name="Freeform 787">
              <a:extLst>
                <a:ext uri="{FF2B5EF4-FFF2-40B4-BE49-F238E27FC236}">
                  <a16:creationId xmlns:a16="http://schemas.microsoft.com/office/drawing/2014/main" id="{827BA8A9-6CCF-0B16-5EC7-45A6064CEC94}"/>
                </a:ext>
              </a:extLst>
            </p:cNvPr>
            <p:cNvSpPr/>
            <p:nvPr/>
          </p:nvSpPr>
          <p:spPr>
            <a:xfrm>
              <a:off x="576446" y="3070718"/>
              <a:ext cx="2912392" cy="813274"/>
            </a:xfrm>
            <a:custGeom>
              <a:avLst/>
              <a:gdLst>
                <a:gd name="connsiteX0" fmla="*/ 0 w 2912392"/>
                <a:gd name="connsiteY0" fmla="*/ 0 h 813274"/>
                <a:gd name="connsiteX1" fmla="*/ 9739 w 2912392"/>
                <a:gd name="connsiteY1" fmla="*/ 7253 h 813274"/>
                <a:gd name="connsiteX2" fmla="*/ 19480 w 2912392"/>
                <a:gd name="connsiteY2" fmla="*/ 14799 h 813274"/>
                <a:gd name="connsiteX3" fmla="*/ 29221 w 2912392"/>
                <a:gd name="connsiteY3" fmla="*/ 22632 h 813274"/>
                <a:gd name="connsiteX4" fmla="*/ 38961 w 2912392"/>
                <a:gd name="connsiteY4" fmla="*/ 30743 h 813274"/>
                <a:gd name="connsiteX5" fmla="*/ 48702 w 2912392"/>
                <a:gd name="connsiteY5" fmla="*/ 39125 h 813274"/>
                <a:gd name="connsiteX6" fmla="*/ 58443 w 2912392"/>
                <a:gd name="connsiteY6" fmla="*/ 47769 h 813274"/>
                <a:gd name="connsiteX7" fmla="*/ 68182 w 2912392"/>
                <a:gd name="connsiteY7" fmla="*/ 56665 h 813274"/>
                <a:gd name="connsiteX8" fmla="*/ 77923 w 2912392"/>
                <a:gd name="connsiteY8" fmla="*/ 65804 h 813274"/>
                <a:gd name="connsiteX9" fmla="*/ 87664 w 2912392"/>
                <a:gd name="connsiteY9" fmla="*/ 75176 h 813274"/>
                <a:gd name="connsiteX10" fmla="*/ 97404 w 2912392"/>
                <a:gd name="connsiteY10" fmla="*/ 84771 h 813274"/>
                <a:gd name="connsiteX11" fmla="*/ 107145 w 2912392"/>
                <a:gd name="connsiteY11" fmla="*/ 94577 h 813274"/>
                <a:gd name="connsiteX12" fmla="*/ 116886 w 2912392"/>
                <a:gd name="connsiteY12" fmla="*/ 104585 h 813274"/>
                <a:gd name="connsiteX13" fmla="*/ 126625 w 2912392"/>
                <a:gd name="connsiteY13" fmla="*/ 114782 h 813274"/>
                <a:gd name="connsiteX14" fmla="*/ 136366 w 2912392"/>
                <a:gd name="connsiteY14" fmla="*/ 125157 h 813274"/>
                <a:gd name="connsiteX15" fmla="*/ 146107 w 2912392"/>
                <a:gd name="connsiteY15" fmla="*/ 135700 h 813274"/>
                <a:gd name="connsiteX16" fmla="*/ 155846 w 2912392"/>
                <a:gd name="connsiteY16" fmla="*/ 146396 h 813274"/>
                <a:gd name="connsiteX17" fmla="*/ 165587 w 2912392"/>
                <a:gd name="connsiteY17" fmla="*/ 157235 h 813274"/>
                <a:gd name="connsiteX18" fmla="*/ 175328 w 2912392"/>
                <a:gd name="connsiteY18" fmla="*/ 168205 h 813274"/>
                <a:gd name="connsiteX19" fmla="*/ 185068 w 2912392"/>
                <a:gd name="connsiteY19" fmla="*/ 179291 h 813274"/>
                <a:gd name="connsiteX20" fmla="*/ 194809 w 2912392"/>
                <a:gd name="connsiteY20" fmla="*/ 190483 h 813274"/>
                <a:gd name="connsiteX21" fmla="*/ 204550 w 2912392"/>
                <a:gd name="connsiteY21" fmla="*/ 201766 h 813274"/>
                <a:gd name="connsiteX22" fmla="*/ 214289 w 2912392"/>
                <a:gd name="connsiteY22" fmla="*/ 213130 h 813274"/>
                <a:gd name="connsiteX23" fmla="*/ 224030 w 2912392"/>
                <a:gd name="connsiteY23" fmla="*/ 224560 h 813274"/>
                <a:gd name="connsiteX24" fmla="*/ 233771 w 2912392"/>
                <a:gd name="connsiteY24" fmla="*/ 236045 h 813274"/>
                <a:gd name="connsiteX25" fmla="*/ 243510 w 2912392"/>
                <a:gd name="connsiteY25" fmla="*/ 247570 h 813274"/>
                <a:gd name="connsiteX26" fmla="*/ 253251 w 2912392"/>
                <a:gd name="connsiteY26" fmla="*/ 259125 h 813274"/>
                <a:gd name="connsiteX27" fmla="*/ 262992 w 2912392"/>
                <a:gd name="connsiteY27" fmla="*/ 270694 h 813274"/>
                <a:gd name="connsiteX28" fmla="*/ 272732 w 2912392"/>
                <a:gd name="connsiteY28" fmla="*/ 282266 h 813274"/>
                <a:gd name="connsiteX29" fmla="*/ 282473 w 2912392"/>
                <a:gd name="connsiteY29" fmla="*/ 293829 h 813274"/>
                <a:gd name="connsiteX30" fmla="*/ 292214 w 2912392"/>
                <a:gd name="connsiteY30" fmla="*/ 305370 h 813274"/>
                <a:gd name="connsiteX31" fmla="*/ 301953 w 2912392"/>
                <a:gd name="connsiteY31" fmla="*/ 316878 h 813274"/>
                <a:gd name="connsiteX32" fmla="*/ 311694 w 2912392"/>
                <a:gd name="connsiteY32" fmla="*/ 328339 h 813274"/>
                <a:gd name="connsiteX33" fmla="*/ 321435 w 2912392"/>
                <a:gd name="connsiteY33" fmla="*/ 339743 h 813274"/>
                <a:gd name="connsiteX34" fmla="*/ 331175 w 2912392"/>
                <a:gd name="connsiteY34" fmla="*/ 351077 h 813274"/>
                <a:gd name="connsiteX35" fmla="*/ 340916 w 2912392"/>
                <a:gd name="connsiteY35" fmla="*/ 362331 h 813274"/>
                <a:gd name="connsiteX36" fmla="*/ 350656 w 2912392"/>
                <a:gd name="connsiteY36" fmla="*/ 373494 h 813274"/>
                <a:gd name="connsiteX37" fmla="*/ 360396 w 2912392"/>
                <a:gd name="connsiteY37" fmla="*/ 384555 h 813274"/>
                <a:gd name="connsiteX38" fmla="*/ 370137 w 2912392"/>
                <a:gd name="connsiteY38" fmla="*/ 395504 h 813274"/>
                <a:gd name="connsiteX39" fmla="*/ 379878 w 2912392"/>
                <a:gd name="connsiteY39" fmla="*/ 406330 h 813274"/>
                <a:gd name="connsiteX40" fmla="*/ 389617 w 2912392"/>
                <a:gd name="connsiteY40" fmla="*/ 417023 h 813274"/>
                <a:gd name="connsiteX41" fmla="*/ 399358 w 2912392"/>
                <a:gd name="connsiteY41" fmla="*/ 427575 h 813274"/>
                <a:gd name="connsiteX42" fmla="*/ 409099 w 2912392"/>
                <a:gd name="connsiteY42" fmla="*/ 437978 h 813274"/>
                <a:gd name="connsiteX43" fmla="*/ 418839 w 2912392"/>
                <a:gd name="connsiteY43" fmla="*/ 448222 h 813274"/>
                <a:gd name="connsiteX44" fmla="*/ 428580 w 2912392"/>
                <a:gd name="connsiteY44" fmla="*/ 458299 h 813274"/>
                <a:gd name="connsiteX45" fmla="*/ 438321 w 2912392"/>
                <a:gd name="connsiteY45" fmla="*/ 468202 h 813274"/>
                <a:gd name="connsiteX46" fmla="*/ 448060 w 2912392"/>
                <a:gd name="connsiteY46" fmla="*/ 477924 h 813274"/>
                <a:gd name="connsiteX47" fmla="*/ 457801 w 2912392"/>
                <a:gd name="connsiteY47" fmla="*/ 487457 h 813274"/>
                <a:gd name="connsiteX48" fmla="*/ 467542 w 2912392"/>
                <a:gd name="connsiteY48" fmla="*/ 496796 h 813274"/>
                <a:gd name="connsiteX49" fmla="*/ 477281 w 2912392"/>
                <a:gd name="connsiteY49" fmla="*/ 505935 h 813274"/>
                <a:gd name="connsiteX50" fmla="*/ 487022 w 2912392"/>
                <a:gd name="connsiteY50" fmla="*/ 514870 h 813274"/>
                <a:gd name="connsiteX51" fmla="*/ 496763 w 2912392"/>
                <a:gd name="connsiteY51" fmla="*/ 523593 h 813274"/>
                <a:gd name="connsiteX52" fmla="*/ 506503 w 2912392"/>
                <a:gd name="connsiteY52" fmla="*/ 532102 h 813274"/>
                <a:gd name="connsiteX53" fmla="*/ 516244 w 2912392"/>
                <a:gd name="connsiteY53" fmla="*/ 540394 h 813274"/>
                <a:gd name="connsiteX54" fmla="*/ 525985 w 2912392"/>
                <a:gd name="connsiteY54" fmla="*/ 548463 h 813274"/>
                <a:gd name="connsiteX55" fmla="*/ 535724 w 2912392"/>
                <a:gd name="connsiteY55" fmla="*/ 556307 h 813274"/>
                <a:gd name="connsiteX56" fmla="*/ 545465 w 2912392"/>
                <a:gd name="connsiteY56" fmla="*/ 563923 h 813274"/>
                <a:gd name="connsiteX57" fmla="*/ 555206 w 2912392"/>
                <a:gd name="connsiteY57" fmla="*/ 571313 h 813274"/>
                <a:gd name="connsiteX58" fmla="*/ 564946 w 2912392"/>
                <a:gd name="connsiteY58" fmla="*/ 578471 h 813274"/>
                <a:gd name="connsiteX59" fmla="*/ 574687 w 2912392"/>
                <a:gd name="connsiteY59" fmla="*/ 585397 h 813274"/>
                <a:gd name="connsiteX60" fmla="*/ 584428 w 2912392"/>
                <a:gd name="connsiteY60" fmla="*/ 592091 h 813274"/>
                <a:gd name="connsiteX61" fmla="*/ 594167 w 2912392"/>
                <a:gd name="connsiteY61" fmla="*/ 598555 h 813274"/>
                <a:gd name="connsiteX62" fmla="*/ 603908 w 2912392"/>
                <a:gd name="connsiteY62" fmla="*/ 604785 h 813274"/>
                <a:gd name="connsiteX63" fmla="*/ 613649 w 2912392"/>
                <a:gd name="connsiteY63" fmla="*/ 610785 h 813274"/>
                <a:gd name="connsiteX64" fmla="*/ 623388 w 2912392"/>
                <a:gd name="connsiteY64" fmla="*/ 616556 h 813274"/>
                <a:gd name="connsiteX65" fmla="*/ 633129 w 2912392"/>
                <a:gd name="connsiteY65" fmla="*/ 622097 h 813274"/>
                <a:gd name="connsiteX66" fmla="*/ 642870 w 2912392"/>
                <a:gd name="connsiteY66" fmla="*/ 627411 h 813274"/>
                <a:gd name="connsiteX67" fmla="*/ 652610 w 2912392"/>
                <a:gd name="connsiteY67" fmla="*/ 632502 h 813274"/>
                <a:gd name="connsiteX68" fmla="*/ 662351 w 2912392"/>
                <a:gd name="connsiteY68" fmla="*/ 637371 h 813274"/>
                <a:gd name="connsiteX69" fmla="*/ 672092 w 2912392"/>
                <a:gd name="connsiteY69" fmla="*/ 642021 h 813274"/>
                <a:gd name="connsiteX70" fmla="*/ 681831 w 2912392"/>
                <a:gd name="connsiteY70" fmla="*/ 646456 h 813274"/>
                <a:gd name="connsiteX71" fmla="*/ 691572 w 2912392"/>
                <a:gd name="connsiteY71" fmla="*/ 650679 h 813274"/>
                <a:gd name="connsiteX72" fmla="*/ 701313 w 2912392"/>
                <a:gd name="connsiteY72" fmla="*/ 654694 h 813274"/>
                <a:gd name="connsiteX73" fmla="*/ 711052 w 2912392"/>
                <a:gd name="connsiteY73" fmla="*/ 658505 h 813274"/>
                <a:gd name="connsiteX74" fmla="*/ 720793 w 2912392"/>
                <a:gd name="connsiteY74" fmla="*/ 662115 h 813274"/>
                <a:gd name="connsiteX75" fmla="*/ 730534 w 2912392"/>
                <a:gd name="connsiteY75" fmla="*/ 665532 h 813274"/>
                <a:gd name="connsiteX76" fmla="*/ 740274 w 2912392"/>
                <a:gd name="connsiteY76" fmla="*/ 668756 h 813274"/>
                <a:gd name="connsiteX77" fmla="*/ 750015 w 2912392"/>
                <a:gd name="connsiteY77" fmla="*/ 671795 h 813274"/>
                <a:gd name="connsiteX78" fmla="*/ 759756 w 2912392"/>
                <a:gd name="connsiteY78" fmla="*/ 674654 h 813274"/>
                <a:gd name="connsiteX79" fmla="*/ 769495 w 2912392"/>
                <a:gd name="connsiteY79" fmla="*/ 677336 h 813274"/>
                <a:gd name="connsiteX80" fmla="*/ 779236 w 2912392"/>
                <a:gd name="connsiteY80" fmla="*/ 679848 h 813274"/>
                <a:gd name="connsiteX81" fmla="*/ 788977 w 2912392"/>
                <a:gd name="connsiteY81" fmla="*/ 682195 h 813274"/>
                <a:gd name="connsiteX82" fmla="*/ 798717 w 2912392"/>
                <a:gd name="connsiteY82" fmla="*/ 684382 h 813274"/>
                <a:gd name="connsiteX83" fmla="*/ 808458 w 2912392"/>
                <a:gd name="connsiteY83" fmla="*/ 686414 h 813274"/>
                <a:gd name="connsiteX84" fmla="*/ 818199 w 2912392"/>
                <a:gd name="connsiteY84" fmla="*/ 688297 h 813274"/>
                <a:gd name="connsiteX85" fmla="*/ 827938 w 2912392"/>
                <a:gd name="connsiteY85" fmla="*/ 690036 h 813274"/>
                <a:gd name="connsiteX86" fmla="*/ 837679 w 2912392"/>
                <a:gd name="connsiteY86" fmla="*/ 691638 h 813274"/>
                <a:gd name="connsiteX87" fmla="*/ 847420 w 2912392"/>
                <a:gd name="connsiteY87" fmla="*/ 693105 h 813274"/>
                <a:gd name="connsiteX88" fmla="*/ 857159 w 2912392"/>
                <a:gd name="connsiteY88" fmla="*/ 694446 h 813274"/>
                <a:gd name="connsiteX89" fmla="*/ 866900 w 2912392"/>
                <a:gd name="connsiteY89" fmla="*/ 695665 h 813274"/>
                <a:gd name="connsiteX90" fmla="*/ 876641 w 2912392"/>
                <a:gd name="connsiteY90" fmla="*/ 696764 h 813274"/>
                <a:gd name="connsiteX91" fmla="*/ 886381 w 2912392"/>
                <a:gd name="connsiteY91" fmla="*/ 697754 h 813274"/>
                <a:gd name="connsiteX92" fmla="*/ 896122 w 2912392"/>
                <a:gd name="connsiteY92" fmla="*/ 698634 h 813274"/>
                <a:gd name="connsiteX93" fmla="*/ 905863 w 2912392"/>
                <a:gd name="connsiteY93" fmla="*/ 699413 h 813274"/>
                <a:gd name="connsiteX94" fmla="*/ 915602 w 2912392"/>
                <a:gd name="connsiteY94" fmla="*/ 700094 h 813274"/>
                <a:gd name="connsiteX95" fmla="*/ 925343 w 2912392"/>
                <a:gd name="connsiteY95" fmla="*/ 700681 h 813274"/>
                <a:gd name="connsiteX96" fmla="*/ 935084 w 2912392"/>
                <a:gd name="connsiteY96" fmla="*/ 701179 h 813274"/>
                <a:gd name="connsiteX97" fmla="*/ 944824 w 2912392"/>
                <a:gd name="connsiteY97" fmla="*/ 701593 h 813274"/>
                <a:gd name="connsiteX98" fmla="*/ 954564 w 2912392"/>
                <a:gd name="connsiteY98" fmla="*/ 701925 h 813274"/>
                <a:gd name="connsiteX99" fmla="*/ 964305 w 2912392"/>
                <a:gd name="connsiteY99" fmla="*/ 702180 h 813274"/>
                <a:gd name="connsiteX100" fmla="*/ 974045 w 2912392"/>
                <a:gd name="connsiteY100" fmla="*/ 702363 h 813274"/>
                <a:gd name="connsiteX101" fmla="*/ 983786 w 2912392"/>
                <a:gd name="connsiteY101" fmla="*/ 702475 h 813274"/>
                <a:gd name="connsiteX102" fmla="*/ 993522 w 2912392"/>
                <a:gd name="connsiteY102" fmla="*/ 702520 h 813274"/>
                <a:gd name="connsiteX103" fmla="*/ 1003266 w 2912392"/>
                <a:gd name="connsiteY103" fmla="*/ 702502 h 813274"/>
                <a:gd name="connsiteX104" fmla="*/ 1013010 w 2912392"/>
                <a:gd name="connsiteY104" fmla="*/ 702423 h 813274"/>
                <a:gd name="connsiteX105" fmla="*/ 1022754 w 2912392"/>
                <a:gd name="connsiteY105" fmla="*/ 702284 h 813274"/>
                <a:gd name="connsiteX106" fmla="*/ 1032483 w 2912392"/>
                <a:gd name="connsiteY106" fmla="*/ 702092 h 813274"/>
                <a:gd name="connsiteX107" fmla="*/ 1042227 w 2912392"/>
                <a:gd name="connsiteY107" fmla="*/ 701845 h 813274"/>
                <a:gd name="connsiteX108" fmla="*/ 1051971 w 2912392"/>
                <a:gd name="connsiteY108" fmla="*/ 701547 h 813274"/>
                <a:gd name="connsiteX109" fmla="*/ 1061715 w 2912392"/>
                <a:gd name="connsiteY109" fmla="*/ 701200 h 813274"/>
                <a:gd name="connsiteX110" fmla="*/ 1071444 w 2912392"/>
                <a:gd name="connsiteY110" fmla="*/ 700805 h 813274"/>
                <a:gd name="connsiteX111" fmla="*/ 1081188 w 2912392"/>
                <a:gd name="connsiteY111" fmla="*/ 700364 h 813274"/>
                <a:gd name="connsiteX112" fmla="*/ 1090932 w 2912392"/>
                <a:gd name="connsiteY112" fmla="*/ 699878 h 813274"/>
                <a:gd name="connsiteX113" fmla="*/ 1100676 w 2912392"/>
                <a:gd name="connsiteY113" fmla="*/ 699349 h 813274"/>
                <a:gd name="connsiteX114" fmla="*/ 1110405 w 2912392"/>
                <a:gd name="connsiteY114" fmla="*/ 698779 h 813274"/>
                <a:gd name="connsiteX115" fmla="*/ 1120149 w 2912392"/>
                <a:gd name="connsiteY115" fmla="*/ 698166 h 813274"/>
                <a:gd name="connsiteX116" fmla="*/ 1129893 w 2912392"/>
                <a:gd name="connsiteY116" fmla="*/ 697514 h 813274"/>
                <a:gd name="connsiteX117" fmla="*/ 1139637 w 2912392"/>
                <a:gd name="connsiteY117" fmla="*/ 696822 h 813274"/>
                <a:gd name="connsiteX118" fmla="*/ 1149381 w 2912392"/>
                <a:gd name="connsiteY118" fmla="*/ 696094 h 813274"/>
                <a:gd name="connsiteX119" fmla="*/ 1159110 w 2912392"/>
                <a:gd name="connsiteY119" fmla="*/ 695327 h 813274"/>
                <a:gd name="connsiteX120" fmla="*/ 1168854 w 2912392"/>
                <a:gd name="connsiteY120" fmla="*/ 694524 h 813274"/>
                <a:gd name="connsiteX121" fmla="*/ 1178598 w 2912392"/>
                <a:gd name="connsiteY121" fmla="*/ 693683 h 813274"/>
                <a:gd name="connsiteX122" fmla="*/ 1188341 w 2912392"/>
                <a:gd name="connsiteY122" fmla="*/ 692807 h 813274"/>
                <a:gd name="connsiteX123" fmla="*/ 1198070 w 2912392"/>
                <a:gd name="connsiteY123" fmla="*/ 691898 h 813274"/>
                <a:gd name="connsiteX124" fmla="*/ 1207814 w 2912392"/>
                <a:gd name="connsiteY124" fmla="*/ 690954 h 813274"/>
                <a:gd name="connsiteX125" fmla="*/ 1217558 w 2912392"/>
                <a:gd name="connsiteY125" fmla="*/ 689976 h 813274"/>
                <a:gd name="connsiteX126" fmla="*/ 1227302 w 2912392"/>
                <a:gd name="connsiteY126" fmla="*/ 688965 h 813274"/>
                <a:gd name="connsiteX127" fmla="*/ 1237031 w 2912392"/>
                <a:gd name="connsiteY127" fmla="*/ 687923 h 813274"/>
                <a:gd name="connsiteX128" fmla="*/ 1246775 w 2912392"/>
                <a:gd name="connsiteY128" fmla="*/ 686851 h 813274"/>
                <a:gd name="connsiteX129" fmla="*/ 1256519 w 2912392"/>
                <a:gd name="connsiteY129" fmla="*/ 685746 h 813274"/>
                <a:gd name="connsiteX130" fmla="*/ 1266263 w 2912392"/>
                <a:gd name="connsiteY130" fmla="*/ 684616 h 813274"/>
                <a:gd name="connsiteX131" fmla="*/ 1276007 w 2912392"/>
                <a:gd name="connsiteY131" fmla="*/ 683457 h 813274"/>
                <a:gd name="connsiteX132" fmla="*/ 1285736 w 2912392"/>
                <a:gd name="connsiteY132" fmla="*/ 682271 h 813274"/>
                <a:gd name="connsiteX133" fmla="*/ 1295480 w 2912392"/>
                <a:gd name="connsiteY133" fmla="*/ 681061 h 813274"/>
                <a:gd name="connsiteX134" fmla="*/ 1305224 w 2912392"/>
                <a:gd name="connsiteY134" fmla="*/ 679827 h 813274"/>
                <a:gd name="connsiteX135" fmla="*/ 1314968 w 2912392"/>
                <a:gd name="connsiteY135" fmla="*/ 678573 h 813274"/>
                <a:gd name="connsiteX136" fmla="*/ 1324697 w 2912392"/>
                <a:gd name="connsiteY136" fmla="*/ 677299 h 813274"/>
                <a:gd name="connsiteX137" fmla="*/ 1334441 w 2912392"/>
                <a:gd name="connsiteY137" fmla="*/ 676007 h 813274"/>
                <a:gd name="connsiteX138" fmla="*/ 1344185 w 2912392"/>
                <a:gd name="connsiteY138" fmla="*/ 674702 h 813274"/>
                <a:gd name="connsiteX139" fmla="*/ 1353929 w 2912392"/>
                <a:gd name="connsiteY139" fmla="*/ 673383 h 813274"/>
                <a:gd name="connsiteX140" fmla="*/ 1363658 w 2912392"/>
                <a:gd name="connsiteY140" fmla="*/ 672056 h 813274"/>
                <a:gd name="connsiteX141" fmla="*/ 1373402 w 2912392"/>
                <a:gd name="connsiteY141" fmla="*/ 670722 h 813274"/>
                <a:gd name="connsiteX142" fmla="*/ 1383146 w 2912392"/>
                <a:gd name="connsiteY142" fmla="*/ 669384 h 813274"/>
                <a:gd name="connsiteX143" fmla="*/ 1392890 w 2912392"/>
                <a:gd name="connsiteY143" fmla="*/ 668047 h 813274"/>
                <a:gd name="connsiteX144" fmla="*/ 1402619 w 2912392"/>
                <a:gd name="connsiteY144" fmla="*/ 666712 h 813274"/>
                <a:gd name="connsiteX145" fmla="*/ 1412363 w 2912392"/>
                <a:gd name="connsiteY145" fmla="*/ 665384 h 813274"/>
                <a:gd name="connsiteX146" fmla="*/ 1422106 w 2912392"/>
                <a:gd name="connsiteY146" fmla="*/ 664067 h 813274"/>
                <a:gd name="connsiteX147" fmla="*/ 1431850 w 2912392"/>
                <a:gd name="connsiteY147" fmla="*/ 662763 h 813274"/>
                <a:gd name="connsiteX148" fmla="*/ 1441594 w 2912392"/>
                <a:gd name="connsiteY148" fmla="*/ 661481 h 813274"/>
                <a:gd name="connsiteX149" fmla="*/ 1451323 w 2912392"/>
                <a:gd name="connsiteY149" fmla="*/ 660220 h 813274"/>
                <a:gd name="connsiteX150" fmla="*/ 1461067 w 2912392"/>
                <a:gd name="connsiteY150" fmla="*/ 658986 h 813274"/>
                <a:gd name="connsiteX151" fmla="*/ 1470811 w 2912392"/>
                <a:gd name="connsiteY151" fmla="*/ 657787 h 813274"/>
                <a:gd name="connsiteX152" fmla="*/ 1480555 w 2912392"/>
                <a:gd name="connsiteY152" fmla="*/ 656623 h 813274"/>
                <a:gd name="connsiteX153" fmla="*/ 1490284 w 2912392"/>
                <a:gd name="connsiteY153" fmla="*/ 655502 h 813274"/>
                <a:gd name="connsiteX154" fmla="*/ 1500028 w 2912392"/>
                <a:gd name="connsiteY154" fmla="*/ 654426 h 813274"/>
                <a:gd name="connsiteX155" fmla="*/ 1509772 w 2912392"/>
                <a:gd name="connsiteY155" fmla="*/ 653402 h 813274"/>
                <a:gd name="connsiteX156" fmla="*/ 1519516 w 2912392"/>
                <a:gd name="connsiteY156" fmla="*/ 652435 h 813274"/>
                <a:gd name="connsiteX157" fmla="*/ 1529245 w 2912392"/>
                <a:gd name="connsiteY157" fmla="*/ 651531 h 813274"/>
                <a:gd name="connsiteX158" fmla="*/ 1538989 w 2912392"/>
                <a:gd name="connsiteY158" fmla="*/ 650692 h 813274"/>
                <a:gd name="connsiteX159" fmla="*/ 1548733 w 2912392"/>
                <a:gd name="connsiteY159" fmla="*/ 649925 h 813274"/>
                <a:gd name="connsiteX160" fmla="*/ 1558477 w 2912392"/>
                <a:gd name="connsiteY160" fmla="*/ 649235 h 813274"/>
                <a:gd name="connsiteX161" fmla="*/ 1568221 w 2912392"/>
                <a:gd name="connsiteY161" fmla="*/ 648626 h 813274"/>
                <a:gd name="connsiteX162" fmla="*/ 1577950 w 2912392"/>
                <a:gd name="connsiteY162" fmla="*/ 648104 h 813274"/>
                <a:gd name="connsiteX163" fmla="*/ 1587694 w 2912392"/>
                <a:gd name="connsiteY163" fmla="*/ 647672 h 813274"/>
                <a:gd name="connsiteX164" fmla="*/ 1597438 w 2912392"/>
                <a:gd name="connsiteY164" fmla="*/ 647337 h 813274"/>
                <a:gd name="connsiteX165" fmla="*/ 1607182 w 2912392"/>
                <a:gd name="connsiteY165" fmla="*/ 647102 h 813274"/>
                <a:gd name="connsiteX166" fmla="*/ 1616911 w 2912392"/>
                <a:gd name="connsiteY166" fmla="*/ 646970 h 813274"/>
                <a:gd name="connsiteX167" fmla="*/ 1626655 w 2912392"/>
                <a:gd name="connsiteY167" fmla="*/ 646948 h 813274"/>
                <a:gd name="connsiteX168" fmla="*/ 1636399 w 2912392"/>
                <a:gd name="connsiteY168" fmla="*/ 647037 h 813274"/>
                <a:gd name="connsiteX169" fmla="*/ 1646142 w 2912392"/>
                <a:gd name="connsiteY169" fmla="*/ 647243 h 813274"/>
                <a:gd name="connsiteX170" fmla="*/ 1655872 w 2912392"/>
                <a:gd name="connsiteY170" fmla="*/ 647568 h 813274"/>
                <a:gd name="connsiteX171" fmla="*/ 1665616 w 2912392"/>
                <a:gd name="connsiteY171" fmla="*/ 648015 h 813274"/>
                <a:gd name="connsiteX172" fmla="*/ 1675359 w 2912392"/>
                <a:gd name="connsiteY172" fmla="*/ 648587 h 813274"/>
                <a:gd name="connsiteX173" fmla="*/ 1685103 w 2912392"/>
                <a:gd name="connsiteY173" fmla="*/ 649287 h 813274"/>
                <a:gd name="connsiteX174" fmla="*/ 1694832 w 2912392"/>
                <a:gd name="connsiteY174" fmla="*/ 650117 h 813274"/>
                <a:gd name="connsiteX175" fmla="*/ 1704576 w 2912392"/>
                <a:gd name="connsiteY175" fmla="*/ 651078 h 813274"/>
                <a:gd name="connsiteX176" fmla="*/ 1714320 w 2912392"/>
                <a:gd name="connsiteY176" fmla="*/ 652172 h 813274"/>
                <a:gd name="connsiteX177" fmla="*/ 1724064 w 2912392"/>
                <a:gd name="connsiteY177" fmla="*/ 653399 h 813274"/>
                <a:gd name="connsiteX178" fmla="*/ 1733808 w 2912392"/>
                <a:gd name="connsiteY178" fmla="*/ 654761 h 813274"/>
                <a:gd name="connsiteX179" fmla="*/ 1743537 w 2912392"/>
                <a:gd name="connsiteY179" fmla="*/ 656258 h 813274"/>
                <a:gd name="connsiteX180" fmla="*/ 1753281 w 2912392"/>
                <a:gd name="connsiteY180" fmla="*/ 657888 h 813274"/>
                <a:gd name="connsiteX181" fmla="*/ 1763025 w 2912392"/>
                <a:gd name="connsiteY181" fmla="*/ 659654 h 813274"/>
                <a:gd name="connsiteX182" fmla="*/ 1772769 w 2912392"/>
                <a:gd name="connsiteY182" fmla="*/ 661551 h 813274"/>
                <a:gd name="connsiteX183" fmla="*/ 1782498 w 2912392"/>
                <a:gd name="connsiteY183" fmla="*/ 663580 h 813274"/>
                <a:gd name="connsiteX184" fmla="*/ 1792242 w 2912392"/>
                <a:gd name="connsiteY184" fmla="*/ 665737 h 813274"/>
                <a:gd name="connsiteX185" fmla="*/ 1801986 w 2912392"/>
                <a:gd name="connsiteY185" fmla="*/ 668021 h 813274"/>
                <a:gd name="connsiteX186" fmla="*/ 1811730 w 2912392"/>
                <a:gd name="connsiteY186" fmla="*/ 670430 h 813274"/>
                <a:gd name="connsiteX187" fmla="*/ 1821459 w 2912392"/>
                <a:gd name="connsiteY187" fmla="*/ 672960 h 813274"/>
                <a:gd name="connsiteX188" fmla="*/ 1831203 w 2912392"/>
                <a:gd name="connsiteY188" fmla="*/ 675608 h 813274"/>
                <a:gd name="connsiteX189" fmla="*/ 1840947 w 2912392"/>
                <a:gd name="connsiteY189" fmla="*/ 678367 h 813274"/>
                <a:gd name="connsiteX190" fmla="*/ 1850691 w 2912392"/>
                <a:gd name="connsiteY190" fmla="*/ 681237 h 813274"/>
                <a:gd name="connsiteX191" fmla="*/ 1860435 w 2912392"/>
                <a:gd name="connsiteY191" fmla="*/ 684210 h 813274"/>
                <a:gd name="connsiteX192" fmla="*/ 1870164 w 2912392"/>
                <a:gd name="connsiteY192" fmla="*/ 687283 h 813274"/>
                <a:gd name="connsiteX193" fmla="*/ 1879908 w 2912392"/>
                <a:gd name="connsiteY193" fmla="*/ 690449 h 813274"/>
                <a:gd name="connsiteX194" fmla="*/ 1889652 w 2912392"/>
                <a:gd name="connsiteY194" fmla="*/ 693701 h 813274"/>
                <a:gd name="connsiteX195" fmla="*/ 1899395 w 2912392"/>
                <a:gd name="connsiteY195" fmla="*/ 697035 h 813274"/>
                <a:gd name="connsiteX196" fmla="*/ 1909124 w 2912392"/>
                <a:gd name="connsiteY196" fmla="*/ 700446 h 813274"/>
                <a:gd name="connsiteX197" fmla="*/ 1918868 w 2912392"/>
                <a:gd name="connsiteY197" fmla="*/ 703923 h 813274"/>
                <a:gd name="connsiteX198" fmla="*/ 1928612 w 2912392"/>
                <a:gd name="connsiteY198" fmla="*/ 707462 h 813274"/>
                <a:gd name="connsiteX199" fmla="*/ 1938356 w 2912392"/>
                <a:gd name="connsiteY199" fmla="*/ 711054 h 813274"/>
                <a:gd name="connsiteX200" fmla="*/ 1948085 w 2912392"/>
                <a:gd name="connsiteY200" fmla="*/ 714692 h 813274"/>
                <a:gd name="connsiteX201" fmla="*/ 1957829 w 2912392"/>
                <a:gd name="connsiteY201" fmla="*/ 718369 h 813274"/>
                <a:gd name="connsiteX202" fmla="*/ 1967573 w 2912392"/>
                <a:gd name="connsiteY202" fmla="*/ 722076 h 813274"/>
                <a:gd name="connsiteX203" fmla="*/ 1977317 w 2912392"/>
                <a:gd name="connsiteY203" fmla="*/ 725807 h 813274"/>
                <a:gd name="connsiteX204" fmla="*/ 1987046 w 2912392"/>
                <a:gd name="connsiteY204" fmla="*/ 729553 h 813274"/>
                <a:gd name="connsiteX205" fmla="*/ 1996790 w 2912392"/>
                <a:gd name="connsiteY205" fmla="*/ 733304 h 813274"/>
                <a:gd name="connsiteX206" fmla="*/ 2006534 w 2912392"/>
                <a:gd name="connsiteY206" fmla="*/ 737053 h 813274"/>
                <a:gd name="connsiteX207" fmla="*/ 2016278 w 2912392"/>
                <a:gd name="connsiteY207" fmla="*/ 740794 h 813274"/>
                <a:gd name="connsiteX208" fmla="*/ 2026022 w 2912392"/>
                <a:gd name="connsiteY208" fmla="*/ 744516 h 813274"/>
                <a:gd name="connsiteX209" fmla="*/ 2035751 w 2912392"/>
                <a:gd name="connsiteY209" fmla="*/ 748211 h 813274"/>
                <a:gd name="connsiteX210" fmla="*/ 2045495 w 2912392"/>
                <a:gd name="connsiteY210" fmla="*/ 751871 h 813274"/>
                <a:gd name="connsiteX211" fmla="*/ 2055239 w 2912392"/>
                <a:gd name="connsiteY211" fmla="*/ 755489 h 813274"/>
                <a:gd name="connsiteX212" fmla="*/ 2064983 w 2912392"/>
                <a:gd name="connsiteY212" fmla="*/ 759057 h 813274"/>
                <a:gd name="connsiteX213" fmla="*/ 2074712 w 2912392"/>
                <a:gd name="connsiteY213" fmla="*/ 762566 h 813274"/>
                <a:gd name="connsiteX214" fmla="*/ 2084456 w 2912392"/>
                <a:gd name="connsiteY214" fmla="*/ 766007 h 813274"/>
                <a:gd name="connsiteX215" fmla="*/ 2094200 w 2912392"/>
                <a:gd name="connsiteY215" fmla="*/ 769376 h 813274"/>
                <a:gd name="connsiteX216" fmla="*/ 2103944 w 2912392"/>
                <a:gd name="connsiteY216" fmla="*/ 772664 h 813274"/>
                <a:gd name="connsiteX217" fmla="*/ 2113673 w 2912392"/>
                <a:gd name="connsiteY217" fmla="*/ 775864 h 813274"/>
                <a:gd name="connsiteX218" fmla="*/ 2123417 w 2912392"/>
                <a:gd name="connsiteY218" fmla="*/ 778968 h 813274"/>
                <a:gd name="connsiteX219" fmla="*/ 2133161 w 2912392"/>
                <a:gd name="connsiteY219" fmla="*/ 781972 h 813274"/>
                <a:gd name="connsiteX220" fmla="*/ 2142905 w 2912392"/>
                <a:gd name="connsiteY220" fmla="*/ 784866 h 813274"/>
                <a:gd name="connsiteX221" fmla="*/ 2152649 w 2912392"/>
                <a:gd name="connsiteY221" fmla="*/ 787647 h 813274"/>
                <a:gd name="connsiteX222" fmla="*/ 2162377 w 2912392"/>
                <a:gd name="connsiteY222" fmla="*/ 790308 h 813274"/>
                <a:gd name="connsiteX223" fmla="*/ 2172121 w 2912392"/>
                <a:gd name="connsiteY223" fmla="*/ 792843 h 813274"/>
                <a:gd name="connsiteX224" fmla="*/ 2181865 w 2912392"/>
                <a:gd name="connsiteY224" fmla="*/ 795250 h 813274"/>
                <a:gd name="connsiteX225" fmla="*/ 2191609 w 2912392"/>
                <a:gd name="connsiteY225" fmla="*/ 797520 h 813274"/>
                <a:gd name="connsiteX226" fmla="*/ 2201338 w 2912392"/>
                <a:gd name="connsiteY226" fmla="*/ 799651 h 813274"/>
                <a:gd name="connsiteX227" fmla="*/ 2211082 w 2912392"/>
                <a:gd name="connsiteY227" fmla="*/ 801638 h 813274"/>
                <a:gd name="connsiteX228" fmla="*/ 2220826 w 2912392"/>
                <a:gd name="connsiteY228" fmla="*/ 803477 h 813274"/>
                <a:gd name="connsiteX229" fmla="*/ 2230570 w 2912392"/>
                <a:gd name="connsiteY229" fmla="*/ 805166 h 813274"/>
                <a:gd name="connsiteX230" fmla="*/ 2240299 w 2912392"/>
                <a:gd name="connsiteY230" fmla="*/ 806701 h 813274"/>
                <a:gd name="connsiteX231" fmla="*/ 2250043 w 2912392"/>
                <a:gd name="connsiteY231" fmla="*/ 808081 h 813274"/>
                <a:gd name="connsiteX232" fmla="*/ 2259787 w 2912392"/>
                <a:gd name="connsiteY232" fmla="*/ 809301 h 813274"/>
                <a:gd name="connsiteX233" fmla="*/ 2269531 w 2912392"/>
                <a:gd name="connsiteY233" fmla="*/ 810360 h 813274"/>
                <a:gd name="connsiteX234" fmla="*/ 2279260 w 2912392"/>
                <a:gd name="connsiteY234" fmla="*/ 811257 h 813274"/>
                <a:gd name="connsiteX235" fmla="*/ 2289004 w 2912392"/>
                <a:gd name="connsiteY235" fmla="*/ 811990 h 813274"/>
                <a:gd name="connsiteX236" fmla="*/ 2298748 w 2912392"/>
                <a:gd name="connsiteY236" fmla="*/ 812559 h 813274"/>
                <a:gd name="connsiteX237" fmla="*/ 2308492 w 2912392"/>
                <a:gd name="connsiteY237" fmla="*/ 812963 h 813274"/>
                <a:gd name="connsiteX238" fmla="*/ 2318236 w 2912392"/>
                <a:gd name="connsiteY238" fmla="*/ 813201 h 813274"/>
                <a:gd name="connsiteX239" fmla="*/ 2327965 w 2912392"/>
                <a:gd name="connsiteY239" fmla="*/ 813274 h 813274"/>
                <a:gd name="connsiteX240" fmla="*/ 2337709 w 2912392"/>
                <a:gd name="connsiteY240" fmla="*/ 813183 h 813274"/>
                <a:gd name="connsiteX241" fmla="*/ 2347453 w 2912392"/>
                <a:gd name="connsiteY241" fmla="*/ 812927 h 813274"/>
                <a:gd name="connsiteX242" fmla="*/ 2357197 w 2912392"/>
                <a:gd name="connsiteY242" fmla="*/ 812509 h 813274"/>
                <a:gd name="connsiteX243" fmla="*/ 2366926 w 2912392"/>
                <a:gd name="connsiteY243" fmla="*/ 811926 h 813274"/>
                <a:gd name="connsiteX244" fmla="*/ 2376670 w 2912392"/>
                <a:gd name="connsiteY244" fmla="*/ 811184 h 813274"/>
                <a:gd name="connsiteX245" fmla="*/ 2386413 w 2912392"/>
                <a:gd name="connsiteY245" fmla="*/ 810281 h 813274"/>
                <a:gd name="connsiteX246" fmla="*/ 2396157 w 2912392"/>
                <a:gd name="connsiteY246" fmla="*/ 809222 h 813274"/>
                <a:gd name="connsiteX247" fmla="*/ 2405886 w 2912392"/>
                <a:gd name="connsiteY247" fmla="*/ 808008 h 813274"/>
                <a:gd name="connsiteX248" fmla="*/ 2415630 w 2912392"/>
                <a:gd name="connsiteY248" fmla="*/ 806640 h 813274"/>
                <a:gd name="connsiteX249" fmla="*/ 2425374 w 2912392"/>
                <a:gd name="connsiteY249" fmla="*/ 805122 h 813274"/>
                <a:gd name="connsiteX250" fmla="*/ 2435118 w 2912392"/>
                <a:gd name="connsiteY250" fmla="*/ 803454 h 813274"/>
                <a:gd name="connsiteX251" fmla="*/ 2444862 w 2912392"/>
                <a:gd name="connsiteY251" fmla="*/ 801644 h 813274"/>
                <a:gd name="connsiteX252" fmla="*/ 2454591 w 2912392"/>
                <a:gd name="connsiteY252" fmla="*/ 799689 h 813274"/>
                <a:gd name="connsiteX253" fmla="*/ 2464335 w 2912392"/>
                <a:gd name="connsiteY253" fmla="*/ 797596 h 813274"/>
                <a:gd name="connsiteX254" fmla="*/ 2474079 w 2912392"/>
                <a:gd name="connsiteY254" fmla="*/ 795367 h 813274"/>
                <a:gd name="connsiteX255" fmla="*/ 2483823 w 2912392"/>
                <a:gd name="connsiteY255" fmla="*/ 793006 h 813274"/>
                <a:gd name="connsiteX256" fmla="*/ 2493552 w 2912392"/>
                <a:gd name="connsiteY256" fmla="*/ 790515 h 813274"/>
                <a:gd name="connsiteX257" fmla="*/ 2503296 w 2912392"/>
                <a:gd name="connsiteY257" fmla="*/ 787897 h 813274"/>
                <a:gd name="connsiteX258" fmla="*/ 2513040 w 2912392"/>
                <a:gd name="connsiteY258" fmla="*/ 785157 h 813274"/>
                <a:gd name="connsiteX259" fmla="*/ 2522784 w 2912392"/>
                <a:gd name="connsiteY259" fmla="*/ 782299 h 813274"/>
                <a:gd name="connsiteX260" fmla="*/ 2532513 w 2912392"/>
                <a:gd name="connsiteY260" fmla="*/ 779326 h 813274"/>
                <a:gd name="connsiteX261" fmla="*/ 2542257 w 2912392"/>
                <a:gd name="connsiteY261" fmla="*/ 776238 h 813274"/>
                <a:gd name="connsiteX262" fmla="*/ 2552001 w 2912392"/>
                <a:gd name="connsiteY262" fmla="*/ 773046 h 813274"/>
                <a:gd name="connsiteX263" fmla="*/ 2561745 w 2912392"/>
                <a:gd name="connsiteY263" fmla="*/ 769748 h 813274"/>
                <a:gd name="connsiteX264" fmla="*/ 2571474 w 2912392"/>
                <a:gd name="connsiteY264" fmla="*/ 766350 h 813274"/>
                <a:gd name="connsiteX265" fmla="*/ 2581218 w 2912392"/>
                <a:gd name="connsiteY265" fmla="*/ 762856 h 813274"/>
                <a:gd name="connsiteX266" fmla="*/ 2590962 w 2912392"/>
                <a:gd name="connsiteY266" fmla="*/ 759269 h 813274"/>
                <a:gd name="connsiteX267" fmla="*/ 2600705 w 2912392"/>
                <a:gd name="connsiteY267" fmla="*/ 755591 h 813274"/>
                <a:gd name="connsiteX268" fmla="*/ 2610449 w 2912392"/>
                <a:gd name="connsiteY268" fmla="*/ 751831 h 813274"/>
                <a:gd name="connsiteX269" fmla="*/ 2620178 w 2912392"/>
                <a:gd name="connsiteY269" fmla="*/ 747988 h 813274"/>
                <a:gd name="connsiteX270" fmla="*/ 2629922 w 2912392"/>
                <a:gd name="connsiteY270" fmla="*/ 744069 h 813274"/>
                <a:gd name="connsiteX271" fmla="*/ 2639666 w 2912392"/>
                <a:gd name="connsiteY271" fmla="*/ 740076 h 813274"/>
                <a:gd name="connsiteX272" fmla="*/ 2649410 w 2912392"/>
                <a:gd name="connsiteY272" fmla="*/ 736014 h 813274"/>
                <a:gd name="connsiteX273" fmla="*/ 2659139 w 2912392"/>
                <a:gd name="connsiteY273" fmla="*/ 731886 h 813274"/>
                <a:gd name="connsiteX274" fmla="*/ 2668883 w 2912392"/>
                <a:gd name="connsiteY274" fmla="*/ 727696 h 813274"/>
                <a:gd name="connsiteX275" fmla="*/ 2678627 w 2912392"/>
                <a:gd name="connsiteY275" fmla="*/ 723450 h 813274"/>
                <a:gd name="connsiteX276" fmla="*/ 2688371 w 2912392"/>
                <a:gd name="connsiteY276" fmla="*/ 719149 h 813274"/>
                <a:gd name="connsiteX277" fmla="*/ 2698100 w 2912392"/>
                <a:gd name="connsiteY277" fmla="*/ 714799 h 813274"/>
                <a:gd name="connsiteX278" fmla="*/ 2707844 w 2912392"/>
                <a:gd name="connsiteY278" fmla="*/ 710404 h 813274"/>
                <a:gd name="connsiteX279" fmla="*/ 2717588 w 2912392"/>
                <a:gd name="connsiteY279" fmla="*/ 705967 h 813274"/>
                <a:gd name="connsiteX280" fmla="*/ 2727332 w 2912392"/>
                <a:gd name="connsiteY280" fmla="*/ 701495 h 813274"/>
                <a:gd name="connsiteX281" fmla="*/ 2737076 w 2912392"/>
                <a:gd name="connsiteY281" fmla="*/ 696988 h 813274"/>
                <a:gd name="connsiteX282" fmla="*/ 2746805 w 2912392"/>
                <a:gd name="connsiteY282" fmla="*/ 692453 h 813274"/>
                <a:gd name="connsiteX283" fmla="*/ 2756549 w 2912392"/>
                <a:gd name="connsiteY283" fmla="*/ 687893 h 813274"/>
                <a:gd name="connsiteX284" fmla="*/ 2766293 w 2912392"/>
                <a:gd name="connsiteY284" fmla="*/ 683313 h 813274"/>
                <a:gd name="connsiteX285" fmla="*/ 2776037 w 2912392"/>
                <a:gd name="connsiteY285" fmla="*/ 678719 h 813274"/>
                <a:gd name="connsiteX286" fmla="*/ 2785766 w 2912392"/>
                <a:gd name="connsiteY286" fmla="*/ 674112 h 813274"/>
                <a:gd name="connsiteX287" fmla="*/ 2795510 w 2912392"/>
                <a:gd name="connsiteY287" fmla="*/ 669499 h 813274"/>
                <a:gd name="connsiteX288" fmla="*/ 2805254 w 2912392"/>
                <a:gd name="connsiteY288" fmla="*/ 664883 h 813274"/>
                <a:gd name="connsiteX289" fmla="*/ 2814998 w 2912392"/>
                <a:gd name="connsiteY289" fmla="*/ 660272 h 813274"/>
                <a:gd name="connsiteX290" fmla="*/ 2824727 w 2912392"/>
                <a:gd name="connsiteY290" fmla="*/ 655667 h 813274"/>
                <a:gd name="connsiteX291" fmla="*/ 2834471 w 2912392"/>
                <a:gd name="connsiteY291" fmla="*/ 651075 h 813274"/>
                <a:gd name="connsiteX292" fmla="*/ 2844215 w 2912392"/>
                <a:gd name="connsiteY292" fmla="*/ 646501 h 813274"/>
                <a:gd name="connsiteX293" fmla="*/ 2853958 w 2912392"/>
                <a:gd name="connsiteY293" fmla="*/ 641948 h 813274"/>
                <a:gd name="connsiteX294" fmla="*/ 2863687 w 2912392"/>
                <a:gd name="connsiteY294" fmla="*/ 637423 h 813274"/>
                <a:gd name="connsiteX295" fmla="*/ 2873431 w 2912392"/>
                <a:gd name="connsiteY295" fmla="*/ 632930 h 813274"/>
                <a:gd name="connsiteX296" fmla="*/ 2883175 w 2912392"/>
                <a:gd name="connsiteY296" fmla="*/ 628475 h 813274"/>
                <a:gd name="connsiteX297" fmla="*/ 2892919 w 2912392"/>
                <a:gd name="connsiteY297" fmla="*/ 624063 h 813274"/>
                <a:gd name="connsiteX298" fmla="*/ 2902663 w 2912392"/>
                <a:gd name="connsiteY298" fmla="*/ 619699 h 813274"/>
                <a:gd name="connsiteX299" fmla="*/ 2912392 w 2912392"/>
                <a:gd name="connsiteY299" fmla="*/ 615391 h 8132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13274">
                  <a:moveTo>
                    <a:pt x="0" y="0"/>
                  </a:moveTo>
                  <a:lnTo>
                    <a:pt x="9739" y="7253"/>
                  </a:lnTo>
                  <a:lnTo>
                    <a:pt x="19480" y="14799"/>
                  </a:lnTo>
                  <a:lnTo>
                    <a:pt x="29221" y="22632"/>
                  </a:lnTo>
                  <a:lnTo>
                    <a:pt x="38961" y="30743"/>
                  </a:lnTo>
                  <a:lnTo>
                    <a:pt x="48702" y="39125"/>
                  </a:lnTo>
                  <a:lnTo>
                    <a:pt x="58443" y="47769"/>
                  </a:lnTo>
                  <a:lnTo>
                    <a:pt x="68182" y="56665"/>
                  </a:lnTo>
                  <a:lnTo>
                    <a:pt x="77923" y="65804"/>
                  </a:lnTo>
                  <a:lnTo>
                    <a:pt x="87664" y="75176"/>
                  </a:lnTo>
                  <a:lnTo>
                    <a:pt x="97404" y="84771"/>
                  </a:lnTo>
                  <a:lnTo>
                    <a:pt x="107145" y="94577"/>
                  </a:lnTo>
                  <a:lnTo>
                    <a:pt x="116886" y="104585"/>
                  </a:lnTo>
                  <a:lnTo>
                    <a:pt x="126625" y="114782"/>
                  </a:lnTo>
                  <a:lnTo>
                    <a:pt x="136366" y="125157"/>
                  </a:lnTo>
                  <a:lnTo>
                    <a:pt x="146107" y="135700"/>
                  </a:lnTo>
                  <a:lnTo>
                    <a:pt x="155846" y="146396"/>
                  </a:lnTo>
                  <a:lnTo>
                    <a:pt x="165587" y="157235"/>
                  </a:lnTo>
                  <a:lnTo>
                    <a:pt x="175328" y="168205"/>
                  </a:lnTo>
                  <a:lnTo>
                    <a:pt x="185068" y="179291"/>
                  </a:lnTo>
                  <a:lnTo>
                    <a:pt x="194809" y="190483"/>
                  </a:lnTo>
                  <a:lnTo>
                    <a:pt x="204550" y="201766"/>
                  </a:lnTo>
                  <a:lnTo>
                    <a:pt x="214289" y="213130"/>
                  </a:lnTo>
                  <a:lnTo>
                    <a:pt x="224030" y="224560"/>
                  </a:lnTo>
                  <a:lnTo>
                    <a:pt x="233771" y="236045"/>
                  </a:lnTo>
                  <a:lnTo>
                    <a:pt x="243510" y="247570"/>
                  </a:lnTo>
                  <a:lnTo>
                    <a:pt x="253251" y="259125"/>
                  </a:lnTo>
                  <a:lnTo>
                    <a:pt x="262992" y="270694"/>
                  </a:lnTo>
                  <a:lnTo>
                    <a:pt x="272732" y="282266"/>
                  </a:lnTo>
                  <a:lnTo>
                    <a:pt x="282473" y="293829"/>
                  </a:lnTo>
                  <a:lnTo>
                    <a:pt x="292214" y="305370"/>
                  </a:lnTo>
                  <a:lnTo>
                    <a:pt x="301953" y="316878"/>
                  </a:lnTo>
                  <a:lnTo>
                    <a:pt x="311694" y="328339"/>
                  </a:lnTo>
                  <a:lnTo>
                    <a:pt x="321435" y="339743"/>
                  </a:lnTo>
                  <a:lnTo>
                    <a:pt x="331175" y="351077"/>
                  </a:lnTo>
                  <a:lnTo>
                    <a:pt x="340916" y="362331"/>
                  </a:lnTo>
                  <a:lnTo>
                    <a:pt x="350656" y="373494"/>
                  </a:lnTo>
                  <a:lnTo>
                    <a:pt x="360396" y="384555"/>
                  </a:lnTo>
                  <a:lnTo>
                    <a:pt x="370137" y="395504"/>
                  </a:lnTo>
                  <a:lnTo>
                    <a:pt x="379878" y="406330"/>
                  </a:lnTo>
                  <a:lnTo>
                    <a:pt x="389617" y="417023"/>
                  </a:lnTo>
                  <a:lnTo>
                    <a:pt x="399358" y="427575"/>
                  </a:lnTo>
                  <a:lnTo>
                    <a:pt x="409099" y="437978"/>
                  </a:lnTo>
                  <a:lnTo>
                    <a:pt x="418839" y="448222"/>
                  </a:lnTo>
                  <a:lnTo>
                    <a:pt x="428580" y="458299"/>
                  </a:lnTo>
                  <a:lnTo>
                    <a:pt x="438321" y="468202"/>
                  </a:lnTo>
                  <a:lnTo>
                    <a:pt x="448060" y="477924"/>
                  </a:lnTo>
                  <a:lnTo>
                    <a:pt x="457801" y="487457"/>
                  </a:lnTo>
                  <a:lnTo>
                    <a:pt x="467542" y="496796"/>
                  </a:lnTo>
                  <a:lnTo>
                    <a:pt x="477281" y="505935"/>
                  </a:lnTo>
                  <a:lnTo>
                    <a:pt x="487022" y="514870"/>
                  </a:lnTo>
                  <a:lnTo>
                    <a:pt x="496763" y="523593"/>
                  </a:lnTo>
                  <a:lnTo>
                    <a:pt x="506503" y="532102"/>
                  </a:lnTo>
                  <a:lnTo>
                    <a:pt x="516244" y="540394"/>
                  </a:lnTo>
                  <a:lnTo>
                    <a:pt x="525985" y="548463"/>
                  </a:lnTo>
                  <a:lnTo>
                    <a:pt x="535724" y="556307"/>
                  </a:lnTo>
                  <a:lnTo>
                    <a:pt x="545465" y="563923"/>
                  </a:lnTo>
                  <a:lnTo>
                    <a:pt x="555206" y="571313"/>
                  </a:lnTo>
                  <a:lnTo>
                    <a:pt x="564946" y="578471"/>
                  </a:lnTo>
                  <a:lnTo>
                    <a:pt x="574687" y="585397"/>
                  </a:lnTo>
                  <a:lnTo>
                    <a:pt x="584428" y="592091"/>
                  </a:lnTo>
                  <a:lnTo>
                    <a:pt x="594167" y="598555"/>
                  </a:lnTo>
                  <a:lnTo>
                    <a:pt x="603908" y="604785"/>
                  </a:lnTo>
                  <a:lnTo>
                    <a:pt x="613649" y="610785"/>
                  </a:lnTo>
                  <a:lnTo>
                    <a:pt x="623388" y="616556"/>
                  </a:lnTo>
                  <a:lnTo>
                    <a:pt x="633129" y="622097"/>
                  </a:lnTo>
                  <a:lnTo>
                    <a:pt x="642870" y="627411"/>
                  </a:lnTo>
                  <a:lnTo>
                    <a:pt x="652610" y="632502"/>
                  </a:lnTo>
                  <a:lnTo>
                    <a:pt x="662351" y="637371"/>
                  </a:lnTo>
                  <a:lnTo>
                    <a:pt x="672092" y="642021"/>
                  </a:lnTo>
                  <a:lnTo>
                    <a:pt x="681831" y="646456"/>
                  </a:lnTo>
                  <a:lnTo>
                    <a:pt x="691572" y="650679"/>
                  </a:lnTo>
                  <a:lnTo>
                    <a:pt x="701313" y="654694"/>
                  </a:lnTo>
                  <a:lnTo>
                    <a:pt x="711052" y="658505"/>
                  </a:lnTo>
                  <a:lnTo>
                    <a:pt x="720793" y="662115"/>
                  </a:lnTo>
                  <a:lnTo>
                    <a:pt x="730534" y="665532"/>
                  </a:lnTo>
                  <a:lnTo>
                    <a:pt x="740274" y="668756"/>
                  </a:lnTo>
                  <a:lnTo>
                    <a:pt x="750015" y="671795"/>
                  </a:lnTo>
                  <a:lnTo>
                    <a:pt x="759756" y="674654"/>
                  </a:lnTo>
                  <a:lnTo>
                    <a:pt x="769495" y="677336"/>
                  </a:lnTo>
                  <a:lnTo>
                    <a:pt x="779236" y="679848"/>
                  </a:lnTo>
                  <a:lnTo>
                    <a:pt x="788977" y="682195"/>
                  </a:lnTo>
                  <a:lnTo>
                    <a:pt x="798717" y="684382"/>
                  </a:lnTo>
                  <a:lnTo>
                    <a:pt x="808458" y="686414"/>
                  </a:lnTo>
                  <a:lnTo>
                    <a:pt x="818199" y="688297"/>
                  </a:lnTo>
                  <a:lnTo>
                    <a:pt x="827938" y="690036"/>
                  </a:lnTo>
                  <a:lnTo>
                    <a:pt x="837679" y="691638"/>
                  </a:lnTo>
                  <a:lnTo>
                    <a:pt x="847420" y="693105"/>
                  </a:lnTo>
                  <a:lnTo>
                    <a:pt x="857159" y="694446"/>
                  </a:lnTo>
                  <a:lnTo>
                    <a:pt x="866900" y="695665"/>
                  </a:lnTo>
                  <a:lnTo>
                    <a:pt x="876641" y="696764"/>
                  </a:lnTo>
                  <a:lnTo>
                    <a:pt x="886381" y="697754"/>
                  </a:lnTo>
                  <a:lnTo>
                    <a:pt x="896122" y="698634"/>
                  </a:lnTo>
                  <a:lnTo>
                    <a:pt x="905863" y="699413"/>
                  </a:lnTo>
                  <a:lnTo>
                    <a:pt x="915602" y="700094"/>
                  </a:lnTo>
                  <a:lnTo>
                    <a:pt x="925343" y="700681"/>
                  </a:lnTo>
                  <a:lnTo>
                    <a:pt x="935084" y="701179"/>
                  </a:lnTo>
                  <a:lnTo>
                    <a:pt x="944824" y="701593"/>
                  </a:lnTo>
                  <a:lnTo>
                    <a:pt x="954564" y="701925"/>
                  </a:lnTo>
                  <a:lnTo>
                    <a:pt x="964305" y="702180"/>
                  </a:lnTo>
                  <a:lnTo>
                    <a:pt x="974045" y="702363"/>
                  </a:lnTo>
                  <a:lnTo>
                    <a:pt x="983786" y="702475"/>
                  </a:lnTo>
                  <a:lnTo>
                    <a:pt x="993522" y="702520"/>
                  </a:lnTo>
                  <a:lnTo>
                    <a:pt x="1003266" y="702502"/>
                  </a:lnTo>
                  <a:lnTo>
                    <a:pt x="1013010" y="702423"/>
                  </a:lnTo>
                  <a:lnTo>
                    <a:pt x="1022754" y="702284"/>
                  </a:lnTo>
                  <a:lnTo>
                    <a:pt x="1032483" y="702092"/>
                  </a:lnTo>
                  <a:lnTo>
                    <a:pt x="1042227" y="701845"/>
                  </a:lnTo>
                  <a:lnTo>
                    <a:pt x="1051971" y="701547"/>
                  </a:lnTo>
                  <a:lnTo>
                    <a:pt x="1061715" y="701200"/>
                  </a:lnTo>
                  <a:lnTo>
                    <a:pt x="1071444" y="700805"/>
                  </a:lnTo>
                  <a:lnTo>
                    <a:pt x="1081188" y="700364"/>
                  </a:lnTo>
                  <a:lnTo>
                    <a:pt x="1090932" y="699878"/>
                  </a:lnTo>
                  <a:lnTo>
                    <a:pt x="1100676" y="699349"/>
                  </a:lnTo>
                  <a:lnTo>
                    <a:pt x="1110405" y="698779"/>
                  </a:lnTo>
                  <a:lnTo>
                    <a:pt x="1120149" y="698166"/>
                  </a:lnTo>
                  <a:lnTo>
                    <a:pt x="1129893" y="697514"/>
                  </a:lnTo>
                  <a:lnTo>
                    <a:pt x="1139637" y="696822"/>
                  </a:lnTo>
                  <a:lnTo>
                    <a:pt x="1149381" y="696094"/>
                  </a:lnTo>
                  <a:lnTo>
                    <a:pt x="1159110" y="695327"/>
                  </a:lnTo>
                  <a:lnTo>
                    <a:pt x="1168854" y="694524"/>
                  </a:lnTo>
                  <a:lnTo>
                    <a:pt x="1178598" y="693683"/>
                  </a:lnTo>
                  <a:lnTo>
                    <a:pt x="1188341" y="692807"/>
                  </a:lnTo>
                  <a:lnTo>
                    <a:pt x="1198070" y="691898"/>
                  </a:lnTo>
                  <a:lnTo>
                    <a:pt x="1207814" y="690954"/>
                  </a:lnTo>
                  <a:lnTo>
                    <a:pt x="1217558" y="689976"/>
                  </a:lnTo>
                  <a:lnTo>
                    <a:pt x="1227302" y="688965"/>
                  </a:lnTo>
                  <a:lnTo>
                    <a:pt x="1237031" y="687923"/>
                  </a:lnTo>
                  <a:lnTo>
                    <a:pt x="1246775" y="686851"/>
                  </a:lnTo>
                  <a:lnTo>
                    <a:pt x="1256519" y="685746"/>
                  </a:lnTo>
                  <a:lnTo>
                    <a:pt x="1266263" y="684616"/>
                  </a:lnTo>
                  <a:lnTo>
                    <a:pt x="1276007" y="683457"/>
                  </a:lnTo>
                  <a:lnTo>
                    <a:pt x="1285736" y="682271"/>
                  </a:lnTo>
                  <a:lnTo>
                    <a:pt x="1295480" y="681061"/>
                  </a:lnTo>
                  <a:lnTo>
                    <a:pt x="1305224" y="679827"/>
                  </a:lnTo>
                  <a:lnTo>
                    <a:pt x="1314968" y="678573"/>
                  </a:lnTo>
                  <a:lnTo>
                    <a:pt x="1324697" y="677299"/>
                  </a:lnTo>
                  <a:lnTo>
                    <a:pt x="1334441" y="676007"/>
                  </a:lnTo>
                  <a:lnTo>
                    <a:pt x="1344185" y="674702"/>
                  </a:lnTo>
                  <a:lnTo>
                    <a:pt x="1353929" y="673383"/>
                  </a:lnTo>
                  <a:lnTo>
                    <a:pt x="1363658" y="672056"/>
                  </a:lnTo>
                  <a:lnTo>
                    <a:pt x="1373402" y="670722"/>
                  </a:lnTo>
                  <a:lnTo>
                    <a:pt x="1383146" y="669384"/>
                  </a:lnTo>
                  <a:lnTo>
                    <a:pt x="1392890" y="668047"/>
                  </a:lnTo>
                  <a:lnTo>
                    <a:pt x="1402619" y="666712"/>
                  </a:lnTo>
                  <a:lnTo>
                    <a:pt x="1412363" y="665384"/>
                  </a:lnTo>
                  <a:lnTo>
                    <a:pt x="1422106" y="664067"/>
                  </a:lnTo>
                  <a:lnTo>
                    <a:pt x="1431850" y="662763"/>
                  </a:lnTo>
                  <a:lnTo>
                    <a:pt x="1441594" y="661481"/>
                  </a:lnTo>
                  <a:lnTo>
                    <a:pt x="1451323" y="660220"/>
                  </a:lnTo>
                  <a:lnTo>
                    <a:pt x="1461067" y="658986"/>
                  </a:lnTo>
                  <a:lnTo>
                    <a:pt x="1470811" y="657787"/>
                  </a:lnTo>
                  <a:lnTo>
                    <a:pt x="1480555" y="656623"/>
                  </a:lnTo>
                  <a:lnTo>
                    <a:pt x="1490284" y="655502"/>
                  </a:lnTo>
                  <a:lnTo>
                    <a:pt x="1500028" y="654426"/>
                  </a:lnTo>
                  <a:lnTo>
                    <a:pt x="1509772" y="653402"/>
                  </a:lnTo>
                  <a:lnTo>
                    <a:pt x="1519516" y="652435"/>
                  </a:lnTo>
                  <a:lnTo>
                    <a:pt x="1529245" y="651531"/>
                  </a:lnTo>
                  <a:lnTo>
                    <a:pt x="1538989" y="650692"/>
                  </a:lnTo>
                  <a:lnTo>
                    <a:pt x="1548733" y="649925"/>
                  </a:lnTo>
                  <a:lnTo>
                    <a:pt x="1558477" y="649235"/>
                  </a:lnTo>
                  <a:lnTo>
                    <a:pt x="1568221" y="648626"/>
                  </a:lnTo>
                  <a:lnTo>
                    <a:pt x="1577950" y="648104"/>
                  </a:lnTo>
                  <a:lnTo>
                    <a:pt x="1587694" y="647672"/>
                  </a:lnTo>
                  <a:lnTo>
                    <a:pt x="1597438" y="647337"/>
                  </a:lnTo>
                  <a:lnTo>
                    <a:pt x="1607182" y="647102"/>
                  </a:lnTo>
                  <a:lnTo>
                    <a:pt x="1616911" y="646970"/>
                  </a:lnTo>
                  <a:lnTo>
                    <a:pt x="1626655" y="646948"/>
                  </a:lnTo>
                  <a:lnTo>
                    <a:pt x="1636399" y="647037"/>
                  </a:lnTo>
                  <a:lnTo>
                    <a:pt x="1646142" y="647243"/>
                  </a:lnTo>
                  <a:lnTo>
                    <a:pt x="1655872" y="647568"/>
                  </a:lnTo>
                  <a:lnTo>
                    <a:pt x="1665616" y="648015"/>
                  </a:lnTo>
                  <a:lnTo>
                    <a:pt x="1675359" y="648587"/>
                  </a:lnTo>
                  <a:lnTo>
                    <a:pt x="1685103" y="649287"/>
                  </a:lnTo>
                  <a:lnTo>
                    <a:pt x="1694832" y="650117"/>
                  </a:lnTo>
                  <a:lnTo>
                    <a:pt x="1704576" y="651078"/>
                  </a:lnTo>
                  <a:lnTo>
                    <a:pt x="1714320" y="652172"/>
                  </a:lnTo>
                  <a:lnTo>
                    <a:pt x="1724064" y="653399"/>
                  </a:lnTo>
                  <a:lnTo>
                    <a:pt x="1733808" y="654761"/>
                  </a:lnTo>
                  <a:lnTo>
                    <a:pt x="1743537" y="656258"/>
                  </a:lnTo>
                  <a:lnTo>
                    <a:pt x="1753281" y="657888"/>
                  </a:lnTo>
                  <a:lnTo>
                    <a:pt x="1763025" y="659654"/>
                  </a:lnTo>
                  <a:lnTo>
                    <a:pt x="1772769" y="661551"/>
                  </a:lnTo>
                  <a:lnTo>
                    <a:pt x="1782498" y="663580"/>
                  </a:lnTo>
                  <a:lnTo>
                    <a:pt x="1792242" y="665737"/>
                  </a:lnTo>
                  <a:lnTo>
                    <a:pt x="1801986" y="668021"/>
                  </a:lnTo>
                  <a:lnTo>
                    <a:pt x="1811730" y="670430"/>
                  </a:lnTo>
                  <a:lnTo>
                    <a:pt x="1821459" y="672960"/>
                  </a:lnTo>
                  <a:lnTo>
                    <a:pt x="1831203" y="675608"/>
                  </a:lnTo>
                  <a:lnTo>
                    <a:pt x="1840947" y="678367"/>
                  </a:lnTo>
                  <a:lnTo>
                    <a:pt x="1850691" y="681237"/>
                  </a:lnTo>
                  <a:lnTo>
                    <a:pt x="1860435" y="684210"/>
                  </a:lnTo>
                  <a:lnTo>
                    <a:pt x="1870164" y="687283"/>
                  </a:lnTo>
                  <a:lnTo>
                    <a:pt x="1879908" y="690449"/>
                  </a:lnTo>
                  <a:lnTo>
                    <a:pt x="1889652" y="693701"/>
                  </a:lnTo>
                  <a:lnTo>
                    <a:pt x="1899395" y="697035"/>
                  </a:lnTo>
                  <a:lnTo>
                    <a:pt x="1909124" y="700446"/>
                  </a:lnTo>
                  <a:lnTo>
                    <a:pt x="1918868" y="703923"/>
                  </a:lnTo>
                  <a:lnTo>
                    <a:pt x="1928612" y="707462"/>
                  </a:lnTo>
                  <a:lnTo>
                    <a:pt x="1938356" y="711054"/>
                  </a:lnTo>
                  <a:lnTo>
                    <a:pt x="1948085" y="714692"/>
                  </a:lnTo>
                  <a:lnTo>
                    <a:pt x="1957829" y="718369"/>
                  </a:lnTo>
                  <a:lnTo>
                    <a:pt x="1967573" y="722076"/>
                  </a:lnTo>
                  <a:lnTo>
                    <a:pt x="1977317" y="725807"/>
                  </a:lnTo>
                  <a:lnTo>
                    <a:pt x="1987046" y="729553"/>
                  </a:lnTo>
                  <a:lnTo>
                    <a:pt x="1996790" y="733304"/>
                  </a:lnTo>
                  <a:lnTo>
                    <a:pt x="2006534" y="737053"/>
                  </a:lnTo>
                  <a:lnTo>
                    <a:pt x="2016278" y="740794"/>
                  </a:lnTo>
                  <a:lnTo>
                    <a:pt x="2026022" y="744516"/>
                  </a:lnTo>
                  <a:lnTo>
                    <a:pt x="2035751" y="748211"/>
                  </a:lnTo>
                  <a:lnTo>
                    <a:pt x="2045495" y="751871"/>
                  </a:lnTo>
                  <a:lnTo>
                    <a:pt x="2055239" y="755489"/>
                  </a:lnTo>
                  <a:lnTo>
                    <a:pt x="2064983" y="759057"/>
                  </a:lnTo>
                  <a:lnTo>
                    <a:pt x="2074712" y="762566"/>
                  </a:lnTo>
                  <a:lnTo>
                    <a:pt x="2084456" y="766007"/>
                  </a:lnTo>
                  <a:lnTo>
                    <a:pt x="2094200" y="769376"/>
                  </a:lnTo>
                  <a:lnTo>
                    <a:pt x="2103944" y="772664"/>
                  </a:lnTo>
                  <a:lnTo>
                    <a:pt x="2113673" y="775864"/>
                  </a:lnTo>
                  <a:lnTo>
                    <a:pt x="2123417" y="778968"/>
                  </a:lnTo>
                  <a:lnTo>
                    <a:pt x="2133161" y="781972"/>
                  </a:lnTo>
                  <a:lnTo>
                    <a:pt x="2142905" y="784866"/>
                  </a:lnTo>
                  <a:lnTo>
                    <a:pt x="2152649" y="787647"/>
                  </a:lnTo>
                  <a:lnTo>
                    <a:pt x="2162377" y="790308"/>
                  </a:lnTo>
                  <a:lnTo>
                    <a:pt x="2172121" y="792843"/>
                  </a:lnTo>
                  <a:lnTo>
                    <a:pt x="2181865" y="795250"/>
                  </a:lnTo>
                  <a:lnTo>
                    <a:pt x="2191609" y="797520"/>
                  </a:lnTo>
                  <a:lnTo>
                    <a:pt x="2201338" y="799651"/>
                  </a:lnTo>
                  <a:lnTo>
                    <a:pt x="2211082" y="801638"/>
                  </a:lnTo>
                  <a:lnTo>
                    <a:pt x="2220826" y="803477"/>
                  </a:lnTo>
                  <a:lnTo>
                    <a:pt x="2230570" y="805166"/>
                  </a:lnTo>
                  <a:lnTo>
                    <a:pt x="2240299" y="806701"/>
                  </a:lnTo>
                  <a:lnTo>
                    <a:pt x="2250043" y="808081"/>
                  </a:lnTo>
                  <a:lnTo>
                    <a:pt x="2259787" y="809301"/>
                  </a:lnTo>
                  <a:lnTo>
                    <a:pt x="2269531" y="810360"/>
                  </a:lnTo>
                  <a:lnTo>
                    <a:pt x="2279260" y="811257"/>
                  </a:lnTo>
                  <a:lnTo>
                    <a:pt x="2289004" y="811990"/>
                  </a:lnTo>
                  <a:lnTo>
                    <a:pt x="2298748" y="812559"/>
                  </a:lnTo>
                  <a:lnTo>
                    <a:pt x="2308492" y="812963"/>
                  </a:lnTo>
                  <a:lnTo>
                    <a:pt x="2318236" y="813201"/>
                  </a:lnTo>
                  <a:lnTo>
                    <a:pt x="2327965" y="813274"/>
                  </a:lnTo>
                  <a:lnTo>
                    <a:pt x="2337709" y="813183"/>
                  </a:lnTo>
                  <a:lnTo>
                    <a:pt x="2347453" y="812927"/>
                  </a:lnTo>
                  <a:lnTo>
                    <a:pt x="2357197" y="812509"/>
                  </a:lnTo>
                  <a:lnTo>
                    <a:pt x="2366926" y="811926"/>
                  </a:lnTo>
                  <a:lnTo>
                    <a:pt x="2376670" y="811184"/>
                  </a:lnTo>
                  <a:lnTo>
                    <a:pt x="2386413" y="810281"/>
                  </a:lnTo>
                  <a:lnTo>
                    <a:pt x="2396157" y="809222"/>
                  </a:lnTo>
                  <a:lnTo>
                    <a:pt x="2405886" y="808008"/>
                  </a:lnTo>
                  <a:lnTo>
                    <a:pt x="2415630" y="806640"/>
                  </a:lnTo>
                  <a:lnTo>
                    <a:pt x="2425374" y="805122"/>
                  </a:lnTo>
                  <a:lnTo>
                    <a:pt x="2435118" y="803454"/>
                  </a:lnTo>
                  <a:lnTo>
                    <a:pt x="2444862" y="801644"/>
                  </a:lnTo>
                  <a:lnTo>
                    <a:pt x="2454591" y="799689"/>
                  </a:lnTo>
                  <a:lnTo>
                    <a:pt x="2464335" y="797596"/>
                  </a:lnTo>
                  <a:lnTo>
                    <a:pt x="2474079" y="795367"/>
                  </a:lnTo>
                  <a:lnTo>
                    <a:pt x="2483823" y="793006"/>
                  </a:lnTo>
                  <a:lnTo>
                    <a:pt x="2493552" y="790515"/>
                  </a:lnTo>
                  <a:lnTo>
                    <a:pt x="2503296" y="787897"/>
                  </a:lnTo>
                  <a:lnTo>
                    <a:pt x="2513040" y="785157"/>
                  </a:lnTo>
                  <a:lnTo>
                    <a:pt x="2522784" y="782299"/>
                  </a:lnTo>
                  <a:lnTo>
                    <a:pt x="2532513" y="779326"/>
                  </a:lnTo>
                  <a:lnTo>
                    <a:pt x="2542257" y="776238"/>
                  </a:lnTo>
                  <a:lnTo>
                    <a:pt x="2552001" y="773046"/>
                  </a:lnTo>
                  <a:lnTo>
                    <a:pt x="2561745" y="769748"/>
                  </a:lnTo>
                  <a:lnTo>
                    <a:pt x="2571474" y="766350"/>
                  </a:lnTo>
                  <a:lnTo>
                    <a:pt x="2581218" y="762856"/>
                  </a:lnTo>
                  <a:lnTo>
                    <a:pt x="2590962" y="759269"/>
                  </a:lnTo>
                  <a:lnTo>
                    <a:pt x="2600705" y="755591"/>
                  </a:lnTo>
                  <a:lnTo>
                    <a:pt x="2610449" y="751831"/>
                  </a:lnTo>
                  <a:lnTo>
                    <a:pt x="2620178" y="747988"/>
                  </a:lnTo>
                  <a:lnTo>
                    <a:pt x="2629922" y="744069"/>
                  </a:lnTo>
                  <a:lnTo>
                    <a:pt x="2639666" y="740076"/>
                  </a:lnTo>
                  <a:lnTo>
                    <a:pt x="2649410" y="736014"/>
                  </a:lnTo>
                  <a:lnTo>
                    <a:pt x="2659139" y="731886"/>
                  </a:lnTo>
                  <a:lnTo>
                    <a:pt x="2668883" y="727696"/>
                  </a:lnTo>
                  <a:lnTo>
                    <a:pt x="2678627" y="723450"/>
                  </a:lnTo>
                  <a:lnTo>
                    <a:pt x="2688371" y="719149"/>
                  </a:lnTo>
                  <a:lnTo>
                    <a:pt x="2698100" y="714799"/>
                  </a:lnTo>
                  <a:lnTo>
                    <a:pt x="2707844" y="710404"/>
                  </a:lnTo>
                  <a:lnTo>
                    <a:pt x="2717588" y="705967"/>
                  </a:lnTo>
                  <a:lnTo>
                    <a:pt x="2727332" y="701495"/>
                  </a:lnTo>
                  <a:lnTo>
                    <a:pt x="2737076" y="696988"/>
                  </a:lnTo>
                  <a:lnTo>
                    <a:pt x="2746805" y="692453"/>
                  </a:lnTo>
                  <a:lnTo>
                    <a:pt x="2756549" y="687893"/>
                  </a:lnTo>
                  <a:lnTo>
                    <a:pt x="2766293" y="683313"/>
                  </a:lnTo>
                  <a:lnTo>
                    <a:pt x="2776037" y="678719"/>
                  </a:lnTo>
                  <a:lnTo>
                    <a:pt x="2785766" y="674112"/>
                  </a:lnTo>
                  <a:lnTo>
                    <a:pt x="2795510" y="669499"/>
                  </a:lnTo>
                  <a:lnTo>
                    <a:pt x="2805254" y="664883"/>
                  </a:lnTo>
                  <a:lnTo>
                    <a:pt x="2814998" y="660272"/>
                  </a:lnTo>
                  <a:lnTo>
                    <a:pt x="2824727" y="655667"/>
                  </a:lnTo>
                  <a:lnTo>
                    <a:pt x="2834471" y="651075"/>
                  </a:lnTo>
                  <a:lnTo>
                    <a:pt x="2844215" y="646501"/>
                  </a:lnTo>
                  <a:lnTo>
                    <a:pt x="2853958" y="641948"/>
                  </a:lnTo>
                  <a:lnTo>
                    <a:pt x="2863687" y="637423"/>
                  </a:lnTo>
                  <a:lnTo>
                    <a:pt x="2873431" y="632930"/>
                  </a:lnTo>
                  <a:lnTo>
                    <a:pt x="2883175" y="628475"/>
                  </a:lnTo>
                  <a:lnTo>
                    <a:pt x="2892919" y="624063"/>
                  </a:lnTo>
                  <a:lnTo>
                    <a:pt x="2902663" y="619699"/>
                  </a:lnTo>
                  <a:lnTo>
                    <a:pt x="2912392" y="61539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9" name="Freeform 788">
              <a:extLst>
                <a:ext uri="{FF2B5EF4-FFF2-40B4-BE49-F238E27FC236}">
                  <a16:creationId xmlns:a16="http://schemas.microsoft.com/office/drawing/2014/main" id="{0AA68259-70DF-706D-C8F6-2A54511B4D81}"/>
                </a:ext>
              </a:extLst>
            </p:cNvPr>
            <p:cNvSpPr/>
            <p:nvPr/>
          </p:nvSpPr>
          <p:spPr>
            <a:xfrm>
              <a:off x="576446" y="2907875"/>
              <a:ext cx="2912392" cy="554242"/>
            </a:xfrm>
            <a:custGeom>
              <a:avLst/>
              <a:gdLst>
                <a:gd name="connsiteX0" fmla="*/ 0 w 2912392"/>
                <a:gd name="connsiteY0" fmla="*/ 270268 h 554242"/>
                <a:gd name="connsiteX1" fmla="*/ 9739 w 2912392"/>
                <a:gd name="connsiteY1" fmla="*/ 264318 h 554242"/>
                <a:gd name="connsiteX2" fmla="*/ 19480 w 2912392"/>
                <a:gd name="connsiteY2" fmla="*/ 258429 h 554242"/>
                <a:gd name="connsiteX3" fmla="*/ 29221 w 2912392"/>
                <a:gd name="connsiteY3" fmla="*/ 252608 h 554242"/>
                <a:gd name="connsiteX4" fmla="*/ 38961 w 2912392"/>
                <a:gd name="connsiteY4" fmla="*/ 246860 h 554242"/>
                <a:gd name="connsiteX5" fmla="*/ 48702 w 2912392"/>
                <a:gd name="connsiteY5" fmla="*/ 241195 h 554242"/>
                <a:gd name="connsiteX6" fmla="*/ 58443 w 2912392"/>
                <a:gd name="connsiteY6" fmla="*/ 235617 h 554242"/>
                <a:gd name="connsiteX7" fmla="*/ 68182 w 2912392"/>
                <a:gd name="connsiteY7" fmla="*/ 230133 h 554242"/>
                <a:gd name="connsiteX8" fmla="*/ 77923 w 2912392"/>
                <a:gd name="connsiteY8" fmla="*/ 224750 h 554242"/>
                <a:gd name="connsiteX9" fmla="*/ 87664 w 2912392"/>
                <a:gd name="connsiteY9" fmla="*/ 219472 h 554242"/>
                <a:gd name="connsiteX10" fmla="*/ 97404 w 2912392"/>
                <a:gd name="connsiteY10" fmla="*/ 214307 h 554242"/>
                <a:gd name="connsiteX11" fmla="*/ 107145 w 2912392"/>
                <a:gd name="connsiteY11" fmla="*/ 209261 h 554242"/>
                <a:gd name="connsiteX12" fmla="*/ 116886 w 2912392"/>
                <a:gd name="connsiteY12" fmla="*/ 204338 h 554242"/>
                <a:gd name="connsiteX13" fmla="*/ 126625 w 2912392"/>
                <a:gd name="connsiteY13" fmla="*/ 199544 h 554242"/>
                <a:gd name="connsiteX14" fmla="*/ 136366 w 2912392"/>
                <a:gd name="connsiteY14" fmla="*/ 194883 h 554242"/>
                <a:gd name="connsiteX15" fmla="*/ 146107 w 2912392"/>
                <a:gd name="connsiteY15" fmla="*/ 190361 h 554242"/>
                <a:gd name="connsiteX16" fmla="*/ 155846 w 2912392"/>
                <a:gd name="connsiteY16" fmla="*/ 185984 h 554242"/>
                <a:gd name="connsiteX17" fmla="*/ 165587 w 2912392"/>
                <a:gd name="connsiteY17" fmla="*/ 181754 h 554242"/>
                <a:gd name="connsiteX18" fmla="*/ 175328 w 2912392"/>
                <a:gd name="connsiteY18" fmla="*/ 177678 h 554242"/>
                <a:gd name="connsiteX19" fmla="*/ 185068 w 2912392"/>
                <a:gd name="connsiteY19" fmla="*/ 173758 h 554242"/>
                <a:gd name="connsiteX20" fmla="*/ 194809 w 2912392"/>
                <a:gd name="connsiteY20" fmla="*/ 169999 h 554242"/>
                <a:gd name="connsiteX21" fmla="*/ 204550 w 2912392"/>
                <a:gd name="connsiteY21" fmla="*/ 166405 h 554242"/>
                <a:gd name="connsiteX22" fmla="*/ 214289 w 2912392"/>
                <a:gd name="connsiteY22" fmla="*/ 162981 h 554242"/>
                <a:gd name="connsiteX23" fmla="*/ 224030 w 2912392"/>
                <a:gd name="connsiteY23" fmla="*/ 159731 h 554242"/>
                <a:gd name="connsiteX24" fmla="*/ 233771 w 2912392"/>
                <a:gd name="connsiteY24" fmla="*/ 156655 h 554242"/>
                <a:gd name="connsiteX25" fmla="*/ 243510 w 2912392"/>
                <a:gd name="connsiteY25" fmla="*/ 153759 h 554242"/>
                <a:gd name="connsiteX26" fmla="*/ 253251 w 2912392"/>
                <a:gd name="connsiteY26" fmla="*/ 151046 h 554242"/>
                <a:gd name="connsiteX27" fmla="*/ 262992 w 2912392"/>
                <a:gd name="connsiteY27" fmla="*/ 148519 h 554242"/>
                <a:gd name="connsiteX28" fmla="*/ 272732 w 2912392"/>
                <a:gd name="connsiteY28" fmla="*/ 146181 h 554242"/>
                <a:gd name="connsiteX29" fmla="*/ 282473 w 2912392"/>
                <a:gd name="connsiteY29" fmla="*/ 144036 h 554242"/>
                <a:gd name="connsiteX30" fmla="*/ 292214 w 2912392"/>
                <a:gd name="connsiteY30" fmla="*/ 142086 h 554242"/>
                <a:gd name="connsiteX31" fmla="*/ 301953 w 2912392"/>
                <a:gd name="connsiteY31" fmla="*/ 140331 h 554242"/>
                <a:gd name="connsiteX32" fmla="*/ 311694 w 2912392"/>
                <a:gd name="connsiteY32" fmla="*/ 138777 h 554242"/>
                <a:gd name="connsiteX33" fmla="*/ 321435 w 2912392"/>
                <a:gd name="connsiteY33" fmla="*/ 137425 h 554242"/>
                <a:gd name="connsiteX34" fmla="*/ 331175 w 2912392"/>
                <a:gd name="connsiteY34" fmla="*/ 136277 h 554242"/>
                <a:gd name="connsiteX35" fmla="*/ 340916 w 2912392"/>
                <a:gd name="connsiteY35" fmla="*/ 135335 h 554242"/>
                <a:gd name="connsiteX36" fmla="*/ 350656 w 2912392"/>
                <a:gd name="connsiteY36" fmla="*/ 134600 h 554242"/>
                <a:gd name="connsiteX37" fmla="*/ 360396 w 2912392"/>
                <a:gd name="connsiteY37" fmla="*/ 134076 h 554242"/>
                <a:gd name="connsiteX38" fmla="*/ 370137 w 2912392"/>
                <a:gd name="connsiteY38" fmla="*/ 133765 h 554242"/>
                <a:gd name="connsiteX39" fmla="*/ 379878 w 2912392"/>
                <a:gd name="connsiteY39" fmla="*/ 133665 h 554242"/>
                <a:gd name="connsiteX40" fmla="*/ 389617 w 2912392"/>
                <a:gd name="connsiteY40" fmla="*/ 133779 h 554242"/>
                <a:gd name="connsiteX41" fmla="*/ 399358 w 2912392"/>
                <a:gd name="connsiteY41" fmla="*/ 134110 h 554242"/>
                <a:gd name="connsiteX42" fmla="*/ 409099 w 2912392"/>
                <a:gd name="connsiteY42" fmla="*/ 134656 h 554242"/>
                <a:gd name="connsiteX43" fmla="*/ 418839 w 2912392"/>
                <a:gd name="connsiteY43" fmla="*/ 135420 h 554242"/>
                <a:gd name="connsiteX44" fmla="*/ 428580 w 2912392"/>
                <a:gd name="connsiteY44" fmla="*/ 136402 h 554242"/>
                <a:gd name="connsiteX45" fmla="*/ 438321 w 2912392"/>
                <a:gd name="connsiteY45" fmla="*/ 137601 h 554242"/>
                <a:gd name="connsiteX46" fmla="*/ 448060 w 2912392"/>
                <a:gd name="connsiteY46" fmla="*/ 139019 h 554242"/>
                <a:gd name="connsiteX47" fmla="*/ 457801 w 2912392"/>
                <a:gd name="connsiteY47" fmla="*/ 140657 h 554242"/>
                <a:gd name="connsiteX48" fmla="*/ 467542 w 2912392"/>
                <a:gd name="connsiteY48" fmla="*/ 142512 h 554242"/>
                <a:gd name="connsiteX49" fmla="*/ 477281 w 2912392"/>
                <a:gd name="connsiteY49" fmla="*/ 144586 h 554242"/>
                <a:gd name="connsiteX50" fmla="*/ 487022 w 2912392"/>
                <a:gd name="connsiteY50" fmla="*/ 146876 h 554242"/>
                <a:gd name="connsiteX51" fmla="*/ 496763 w 2912392"/>
                <a:gd name="connsiteY51" fmla="*/ 149383 h 554242"/>
                <a:gd name="connsiteX52" fmla="*/ 506503 w 2912392"/>
                <a:gd name="connsiteY52" fmla="*/ 152105 h 554242"/>
                <a:gd name="connsiteX53" fmla="*/ 516244 w 2912392"/>
                <a:gd name="connsiteY53" fmla="*/ 155042 h 554242"/>
                <a:gd name="connsiteX54" fmla="*/ 525985 w 2912392"/>
                <a:gd name="connsiteY54" fmla="*/ 158191 h 554242"/>
                <a:gd name="connsiteX55" fmla="*/ 535724 w 2912392"/>
                <a:gd name="connsiteY55" fmla="*/ 161551 h 554242"/>
                <a:gd name="connsiteX56" fmla="*/ 545465 w 2912392"/>
                <a:gd name="connsiteY56" fmla="*/ 165119 h 554242"/>
                <a:gd name="connsiteX57" fmla="*/ 555206 w 2912392"/>
                <a:gd name="connsiteY57" fmla="*/ 168893 h 554242"/>
                <a:gd name="connsiteX58" fmla="*/ 564946 w 2912392"/>
                <a:gd name="connsiteY58" fmla="*/ 172871 h 554242"/>
                <a:gd name="connsiteX59" fmla="*/ 574687 w 2912392"/>
                <a:gd name="connsiteY59" fmla="*/ 177049 h 554242"/>
                <a:gd name="connsiteX60" fmla="*/ 584428 w 2912392"/>
                <a:gd name="connsiteY60" fmla="*/ 181425 h 554242"/>
                <a:gd name="connsiteX61" fmla="*/ 594167 w 2912392"/>
                <a:gd name="connsiteY61" fmla="*/ 185993 h 554242"/>
                <a:gd name="connsiteX62" fmla="*/ 603908 w 2912392"/>
                <a:gd name="connsiteY62" fmla="*/ 190750 h 554242"/>
                <a:gd name="connsiteX63" fmla="*/ 613649 w 2912392"/>
                <a:gd name="connsiteY63" fmla="*/ 195694 h 554242"/>
                <a:gd name="connsiteX64" fmla="*/ 623388 w 2912392"/>
                <a:gd name="connsiteY64" fmla="*/ 200817 h 554242"/>
                <a:gd name="connsiteX65" fmla="*/ 633129 w 2912392"/>
                <a:gd name="connsiteY65" fmla="*/ 206118 h 554242"/>
                <a:gd name="connsiteX66" fmla="*/ 642870 w 2912392"/>
                <a:gd name="connsiteY66" fmla="*/ 211589 h 554242"/>
                <a:gd name="connsiteX67" fmla="*/ 652610 w 2912392"/>
                <a:gd name="connsiteY67" fmla="*/ 217226 h 554242"/>
                <a:gd name="connsiteX68" fmla="*/ 662351 w 2912392"/>
                <a:gd name="connsiteY68" fmla="*/ 223021 h 554242"/>
                <a:gd name="connsiteX69" fmla="*/ 672092 w 2912392"/>
                <a:gd name="connsiteY69" fmla="*/ 228971 h 554242"/>
                <a:gd name="connsiteX70" fmla="*/ 681831 w 2912392"/>
                <a:gd name="connsiteY70" fmla="*/ 235067 h 554242"/>
                <a:gd name="connsiteX71" fmla="*/ 691572 w 2912392"/>
                <a:gd name="connsiteY71" fmla="*/ 241304 h 554242"/>
                <a:gd name="connsiteX72" fmla="*/ 701313 w 2912392"/>
                <a:gd name="connsiteY72" fmla="*/ 247675 h 554242"/>
                <a:gd name="connsiteX73" fmla="*/ 711052 w 2912392"/>
                <a:gd name="connsiteY73" fmla="*/ 254172 h 554242"/>
                <a:gd name="connsiteX74" fmla="*/ 720793 w 2912392"/>
                <a:gd name="connsiteY74" fmla="*/ 260787 h 554242"/>
                <a:gd name="connsiteX75" fmla="*/ 730534 w 2912392"/>
                <a:gd name="connsiteY75" fmla="*/ 267514 h 554242"/>
                <a:gd name="connsiteX76" fmla="*/ 740274 w 2912392"/>
                <a:gd name="connsiteY76" fmla="*/ 274344 h 554242"/>
                <a:gd name="connsiteX77" fmla="*/ 750015 w 2912392"/>
                <a:gd name="connsiteY77" fmla="*/ 281269 h 554242"/>
                <a:gd name="connsiteX78" fmla="*/ 759756 w 2912392"/>
                <a:gd name="connsiteY78" fmla="*/ 288279 h 554242"/>
                <a:gd name="connsiteX79" fmla="*/ 769495 w 2912392"/>
                <a:gd name="connsiteY79" fmla="*/ 295368 h 554242"/>
                <a:gd name="connsiteX80" fmla="*/ 779236 w 2912392"/>
                <a:gd name="connsiteY80" fmla="*/ 302525 h 554242"/>
                <a:gd name="connsiteX81" fmla="*/ 788977 w 2912392"/>
                <a:gd name="connsiteY81" fmla="*/ 309742 h 554242"/>
                <a:gd name="connsiteX82" fmla="*/ 798717 w 2912392"/>
                <a:gd name="connsiteY82" fmla="*/ 317010 h 554242"/>
                <a:gd name="connsiteX83" fmla="*/ 808458 w 2912392"/>
                <a:gd name="connsiteY83" fmla="*/ 324318 h 554242"/>
                <a:gd name="connsiteX84" fmla="*/ 818199 w 2912392"/>
                <a:gd name="connsiteY84" fmla="*/ 331659 h 554242"/>
                <a:gd name="connsiteX85" fmla="*/ 827938 w 2912392"/>
                <a:gd name="connsiteY85" fmla="*/ 339022 h 554242"/>
                <a:gd name="connsiteX86" fmla="*/ 837679 w 2912392"/>
                <a:gd name="connsiteY86" fmla="*/ 346395 h 554242"/>
                <a:gd name="connsiteX87" fmla="*/ 847420 w 2912392"/>
                <a:gd name="connsiteY87" fmla="*/ 353773 h 554242"/>
                <a:gd name="connsiteX88" fmla="*/ 857159 w 2912392"/>
                <a:gd name="connsiteY88" fmla="*/ 361144 h 554242"/>
                <a:gd name="connsiteX89" fmla="*/ 866900 w 2912392"/>
                <a:gd name="connsiteY89" fmla="*/ 368497 h 554242"/>
                <a:gd name="connsiteX90" fmla="*/ 876641 w 2912392"/>
                <a:gd name="connsiteY90" fmla="*/ 375824 h 554242"/>
                <a:gd name="connsiteX91" fmla="*/ 886381 w 2912392"/>
                <a:gd name="connsiteY91" fmla="*/ 383114 h 554242"/>
                <a:gd name="connsiteX92" fmla="*/ 896122 w 2912392"/>
                <a:gd name="connsiteY92" fmla="*/ 390358 h 554242"/>
                <a:gd name="connsiteX93" fmla="*/ 905863 w 2912392"/>
                <a:gd name="connsiteY93" fmla="*/ 397545 h 554242"/>
                <a:gd name="connsiteX94" fmla="*/ 915602 w 2912392"/>
                <a:gd name="connsiteY94" fmla="*/ 404667 h 554242"/>
                <a:gd name="connsiteX95" fmla="*/ 925343 w 2912392"/>
                <a:gd name="connsiteY95" fmla="*/ 411715 h 554242"/>
                <a:gd name="connsiteX96" fmla="*/ 935084 w 2912392"/>
                <a:gd name="connsiteY96" fmla="*/ 418678 h 554242"/>
                <a:gd name="connsiteX97" fmla="*/ 944824 w 2912392"/>
                <a:gd name="connsiteY97" fmla="*/ 425548 h 554242"/>
                <a:gd name="connsiteX98" fmla="*/ 954564 w 2912392"/>
                <a:gd name="connsiteY98" fmla="*/ 432313 h 554242"/>
                <a:gd name="connsiteX99" fmla="*/ 964305 w 2912392"/>
                <a:gd name="connsiteY99" fmla="*/ 438969 h 554242"/>
                <a:gd name="connsiteX100" fmla="*/ 974045 w 2912392"/>
                <a:gd name="connsiteY100" fmla="*/ 445505 h 554242"/>
                <a:gd name="connsiteX101" fmla="*/ 983786 w 2912392"/>
                <a:gd name="connsiteY101" fmla="*/ 451911 h 554242"/>
                <a:gd name="connsiteX102" fmla="*/ 993522 w 2912392"/>
                <a:gd name="connsiteY102" fmla="*/ 458181 h 554242"/>
                <a:gd name="connsiteX103" fmla="*/ 1003266 w 2912392"/>
                <a:gd name="connsiteY103" fmla="*/ 464306 h 554242"/>
                <a:gd name="connsiteX104" fmla="*/ 1013010 w 2912392"/>
                <a:gd name="connsiteY104" fmla="*/ 470279 h 554242"/>
                <a:gd name="connsiteX105" fmla="*/ 1022754 w 2912392"/>
                <a:gd name="connsiteY105" fmla="*/ 476093 h 554242"/>
                <a:gd name="connsiteX106" fmla="*/ 1032483 w 2912392"/>
                <a:gd name="connsiteY106" fmla="*/ 481738 h 554242"/>
                <a:gd name="connsiteX107" fmla="*/ 1042227 w 2912392"/>
                <a:gd name="connsiteY107" fmla="*/ 487210 h 554242"/>
                <a:gd name="connsiteX108" fmla="*/ 1051971 w 2912392"/>
                <a:gd name="connsiteY108" fmla="*/ 492502 h 554242"/>
                <a:gd name="connsiteX109" fmla="*/ 1061715 w 2912392"/>
                <a:gd name="connsiteY109" fmla="*/ 497608 h 554242"/>
                <a:gd name="connsiteX110" fmla="*/ 1071444 w 2912392"/>
                <a:gd name="connsiteY110" fmla="*/ 502522 h 554242"/>
                <a:gd name="connsiteX111" fmla="*/ 1081188 w 2912392"/>
                <a:gd name="connsiteY111" fmla="*/ 507236 h 554242"/>
                <a:gd name="connsiteX112" fmla="*/ 1090932 w 2912392"/>
                <a:gd name="connsiteY112" fmla="*/ 511749 h 554242"/>
                <a:gd name="connsiteX113" fmla="*/ 1100676 w 2912392"/>
                <a:gd name="connsiteY113" fmla="*/ 516052 h 554242"/>
                <a:gd name="connsiteX114" fmla="*/ 1110405 w 2912392"/>
                <a:gd name="connsiteY114" fmla="*/ 520143 h 554242"/>
                <a:gd name="connsiteX115" fmla="*/ 1120149 w 2912392"/>
                <a:gd name="connsiteY115" fmla="*/ 524017 h 554242"/>
                <a:gd name="connsiteX116" fmla="*/ 1129893 w 2912392"/>
                <a:gd name="connsiteY116" fmla="*/ 527670 h 554242"/>
                <a:gd name="connsiteX117" fmla="*/ 1139637 w 2912392"/>
                <a:gd name="connsiteY117" fmla="*/ 531100 h 554242"/>
                <a:gd name="connsiteX118" fmla="*/ 1149381 w 2912392"/>
                <a:gd name="connsiteY118" fmla="*/ 534300 h 554242"/>
                <a:gd name="connsiteX119" fmla="*/ 1159110 w 2912392"/>
                <a:gd name="connsiteY119" fmla="*/ 537271 h 554242"/>
                <a:gd name="connsiteX120" fmla="*/ 1168854 w 2912392"/>
                <a:gd name="connsiteY120" fmla="*/ 540008 h 554242"/>
                <a:gd name="connsiteX121" fmla="*/ 1178598 w 2912392"/>
                <a:gd name="connsiteY121" fmla="*/ 542509 h 554242"/>
                <a:gd name="connsiteX122" fmla="*/ 1188341 w 2912392"/>
                <a:gd name="connsiteY122" fmla="*/ 544772 h 554242"/>
                <a:gd name="connsiteX123" fmla="*/ 1198070 w 2912392"/>
                <a:gd name="connsiteY123" fmla="*/ 546796 h 554242"/>
                <a:gd name="connsiteX124" fmla="*/ 1207814 w 2912392"/>
                <a:gd name="connsiteY124" fmla="*/ 548579 h 554242"/>
                <a:gd name="connsiteX125" fmla="*/ 1217558 w 2912392"/>
                <a:gd name="connsiteY125" fmla="*/ 550120 h 554242"/>
                <a:gd name="connsiteX126" fmla="*/ 1227302 w 2912392"/>
                <a:gd name="connsiteY126" fmla="*/ 551417 h 554242"/>
                <a:gd name="connsiteX127" fmla="*/ 1237031 w 2912392"/>
                <a:gd name="connsiteY127" fmla="*/ 552471 h 554242"/>
                <a:gd name="connsiteX128" fmla="*/ 1246775 w 2912392"/>
                <a:gd name="connsiteY128" fmla="*/ 553281 h 554242"/>
                <a:gd name="connsiteX129" fmla="*/ 1256519 w 2912392"/>
                <a:gd name="connsiteY129" fmla="*/ 553846 h 554242"/>
                <a:gd name="connsiteX130" fmla="*/ 1266263 w 2912392"/>
                <a:gd name="connsiteY130" fmla="*/ 554166 h 554242"/>
                <a:gd name="connsiteX131" fmla="*/ 1276007 w 2912392"/>
                <a:gd name="connsiteY131" fmla="*/ 554242 h 554242"/>
                <a:gd name="connsiteX132" fmla="*/ 1285736 w 2912392"/>
                <a:gd name="connsiteY132" fmla="*/ 554074 h 554242"/>
                <a:gd name="connsiteX133" fmla="*/ 1295480 w 2912392"/>
                <a:gd name="connsiteY133" fmla="*/ 553661 h 554242"/>
                <a:gd name="connsiteX134" fmla="*/ 1305224 w 2912392"/>
                <a:gd name="connsiteY134" fmla="*/ 553007 h 554242"/>
                <a:gd name="connsiteX135" fmla="*/ 1314968 w 2912392"/>
                <a:gd name="connsiteY135" fmla="*/ 552110 h 554242"/>
                <a:gd name="connsiteX136" fmla="*/ 1324697 w 2912392"/>
                <a:gd name="connsiteY136" fmla="*/ 550972 h 554242"/>
                <a:gd name="connsiteX137" fmla="*/ 1334441 w 2912392"/>
                <a:gd name="connsiteY137" fmla="*/ 549595 h 554242"/>
                <a:gd name="connsiteX138" fmla="*/ 1344185 w 2912392"/>
                <a:gd name="connsiteY138" fmla="*/ 547979 h 554242"/>
                <a:gd name="connsiteX139" fmla="*/ 1353929 w 2912392"/>
                <a:gd name="connsiteY139" fmla="*/ 546125 h 554242"/>
                <a:gd name="connsiteX140" fmla="*/ 1363658 w 2912392"/>
                <a:gd name="connsiteY140" fmla="*/ 544036 h 554242"/>
                <a:gd name="connsiteX141" fmla="*/ 1373402 w 2912392"/>
                <a:gd name="connsiteY141" fmla="*/ 541715 h 554242"/>
                <a:gd name="connsiteX142" fmla="*/ 1383146 w 2912392"/>
                <a:gd name="connsiteY142" fmla="*/ 539160 h 554242"/>
                <a:gd name="connsiteX143" fmla="*/ 1392890 w 2912392"/>
                <a:gd name="connsiteY143" fmla="*/ 536375 h 554242"/>
                <a:gd name="connsiteX144" fmla="*/ 1402619 w 2912392"/>
                <a:gd name="connsiteY144" fmla="*/ 533363 h 554242"/>
                <a:gd name="connsiteX145" fmla="*/ 1412363 w 2912392"/>
                <a:gd name="connsiteY145" fmla="*/ 530125 h 554242"/>
                <a:gd name="connsiteX146" fmla="*/ 1422106 w 2912392"/>
                <a:gd name="connsiteY146" fmla="*/ 526661 h 554242"/>
                <a:gd name="connsiteX147" fmla="*/ 1431850 w 2912392"/>
                <a:gd name="connsiteY147" fmla="*/ 522978 h 554242"/>
                <a:gd name="connsiteX148" fmla="*/ 1441594 w 2912392"/>
                <a:gd name="connsiteY148" fmla="*/ 519075 h 554242"/>
                <a:gd name="connsiteX149" fmla="*/ 1451323 w 2912392"/>
                <a:gd name="connsiteY149" fmla="*/ 514954 h 554242"/>
                <a:gd name="connsiteX150" fmla="*/ 1461067 w 2912392"/>
                <a:gd name="connsiteY150" fmla="*/ 510619 h 554242"/>
                <a:gd name="connsiteX151" fmla="*/ 1470811 w 2912392"/>
                <a:gd name="connsiteY151" fmla="*/ 506074 h 554242"/>
                <a:gd name="connsiteX152" fmla="*/ 1480555 w 2912392"/>
                <a:gd name="connsiteY152" fmla="*/ 501319 h 554242"/>
                <a:gd name="connsiteX153" fmla="*/ 1490284 w 2912392"/>
                <a:gd name="connsiteY153" fmla="*/ 496360 h 554242"/>
                <a:gd name="connsiteX154" fmla="*/ 1500028 w 2912392"/>
                <a:gd name="connsiteY154" fmla="*/ 491197 h 554242"/>
                <a:gd name="connsiteX155" fmla="*/ 1509772 w 2912392"/>
                <a:gd name="connsiteY155" fmla="*/ 485836 h 554242"/>
                <a:gd name="connsiteX156" fmla="*/ 1519516 w 2912392"/>
                <a:gd name="connsiteY156" fmla="*/ 480278 h 554242"/>
                <a:gd name="connsiteX157" fmla="*/ 1529245 w 2912392"/>
                <a:gd name="connsiteY157" fmla="*/ 474528 h 554242"/>
                <a:gd name="connsiteX158" fmla="*/ 1538989 w 2912392"/>
                <a:gd name="connsiteY158" fmla="*/ 468588 h 554242"/>
                <a:gd name="connsiteX159" fmla="*/ 1548733 w 2912392"/>
                <a:gd name="connsiteY159" fmla="*/ 462464 h 554242"/>
                <a:gd name="connsiteX160" fmla="*/ 1558477 w 2912392"/>
                <a:gd name="connsiteY160" fmla="*/ 456159 h 554242"/>
                <a:gd name="connsiteX161" fmla="*/ 1568221 w 2912392"/>
                <a:gd name="connsiteY161" fmla="*/ 449677 h 554242"/>
                <a:gd name="connsiteX162" fmla="*/ 1577950 w 2912392"/>
                <a:gd name="connsiteY162" fmla="*/ 443021 h 554242"/>
                <a:gd name="connsiteX163" fmla="*/ 1587694 w 2912392"/>
                <a:gd name="connsiteY163" fmla="*/ 436197 h 554242"/>
                <a:gd name="connsiteX164" fmla="*/ 1597438 w 2912392"/>
                <a:gd name="connsiteY164" fmla="*/ 429210 h 554242"/>
                <a:gd name="connsiteX165" fmla="*/ 1607182 w 2912392"/>
                <a:gd name="connsiteY165" fmla="*/ 422066 h 554242"/>
                <a:gd name="connsiteX166" fmla="*/ 1616911 w 2912392"/>
                <a:gd name="connsiteY166" fmla="*/ 414767 h 554242"/>
                <a:gd name="connsiteX167" fmla="*/ 1626655 w 2912392"/>
                <a:gd name="connsiteY167" fmla="*/ 407320 h 554242"/>
                <a:gd name="connsiteX168" fmla="*/ 1636399 w 2912392"/>
                <a:gd name="connsiteY168" fmla="*/ 399731 h 554242"/>
                <a:gd name="connsiteX169" fmla="*/ 1646142 w 2912392"/>
                <a:gd name="connsiteY169" fmla="*/ 392006 h 554242"/>
                <a:gd name="connsiteX170" fmla="*/ 1655872 w 2912392"/>
                <a:gd name="connsiteY170" fmla="*/ 384149 h 554242"/>
                <a:gd name="connsiteX171" fmla="*/ 1665616 w 2912392"/>
                <a:gd name="connsiteY171" fmla="*/ 376168 h 554242"/>
                <a:gd name="connsiteX172" fmla="*/ 1675359 w 2912392"/>
                <a:gd name="connsiteY172" fmla="*/ 368070 h 554242"/>
                <a:gd name="connsiteX173" fmla="*/ 1685103 w 2912392"/>
                <a:gd name="connsiteY173" fmla="*/ 359863 h 554242"/>
                <a:gd name="connsiteX174" fmla="*/ 1694832 w 2912392"/>
                <a:gd name="connsiteY174" fmla="*/ 351550 h 554242"/>
                <a:gd name="connsiteX175" fmla="*/ 1704576 w 2912392"/>
                <a:gd name="connsiteY175" fmla="*/ 343141 h 554242"/>
                <a:gd name="connsiteX176" fmla="*/ 1714320 w 2912392"/>
                <a:gd name="connsiteY176" fmla="*/ 334645 h 554242"/>
                <a:gd name="connsiteX177" fmla="*/ 1724064 w 2912392"/>
                <a:gd name="connsiteY177" fmla="*/ 326067 h 554242"/>
                <a:gd name="connsiteX178" fmla="*/ 1733808 w 2912392"/>
                <a:gd name="connsiteY178" fmla="*/ 317417 h 554242"/>
                <a:gd name="connsiteX179" fmla="*/ 1743537 w 2912392"/>
                <a:gd name="connsiteY179" fmla="*/ 308701 h 554242"/>
                <a:gd name="connsiteX180" fmla="*/ 1753281 w 2912392"/>
                <a:gd name="connsiteY180" fmla="*/ 299930 h 554242"/>
                <a:gd name="connsiteX181" fmla="*/ 1763025 w 2912392"/>
                <a:gd name="connsiteY181" fmla="*/ 291111 h 554242"/>
                <a:gd name="connsiteX182" fmla="*/ 1772769 w 2912392"/>
                <a:gd name="connsiteY182" fmla="*/ 282255 h 554242"/>
                <a:gd name="connsiteX183" fmla="*/ 1782498 w 2912392"/>
                <a:gd name="connsiteY183" fmla="*/ 273369 h 554242"/>
                <a:gd name="connsiteX184" fmla="*/ 1792242 w 2912392"/>
                <a:gd name="connsiteY184" fmla="*/ 264466 h 554242"/>
                <a:gd name="connsiteX185" fmla="*/ 1801986 w 2912392"/>
                <a:gd name="connsiteY185" fmla="*/ 255550 h 554242"/>
                <a:gd name="connsiteX186" fmla="*/ 1811730 w 2912392"/>
                <a:gd name="connsiteY186" fmla="*/ 246635 h 554242"/>
                <a:gd name="connsiteX187" fmla="*/ 1821459 w 2912392"/>
                <a:gd name="connsiteY187" fmla="*/ 237730 h 554242"/>
                <a:gd name="connsiteX188" fmla="*/ 1831203 w 2912392"/>
                <a:gd name="connsiteY188" fmla="*/ 228845 h 554242"/>
                <a:gd name="connsiteX189" fmla="*/ 1840947 w 2912392"/>
                <a:gd name="connsiteY189" fmla="*/ 219989 h 554242"/>
                <a:gd name="connsiteX190" fmla="*/ 1850691 w 2912392"/>
                <a:gd name="connsiteY190" fmla="*/ 211175 h 554242"/>
                <a:gd name="connsiteX191" fmla="*/ 1860435 w 2912392"/>
                <a:gd name="connsiteY191" fmla="*/ 202410 h 554242"/>
                <a:gd name="connsiteX192" fmla="*/ 1870164 w 2912392"/>
                <a:gd name="connsiteY192" fmla="*/ 193708 h 554242"/>
                <a:gd name="connsiteX193" fmla="*/ 1879908 w 2912392"/>
                <a:gd name="connsiteY193" fmla="*/ 185075 h 554242"/>
                <a:gd name="connsiteX194" fmla="*/ 1889652 w 2912392"/>
                <a:gd name="connsiteY194" fmla="*/ 176526 h 554242"/>
                <a:gd name="connsiteX195" fmla="*/ 1899395 w 2912392"/>
                <a:gd name="connsiteY195" fmla="*/ 168069 h 554242"/>
                <a:gd name="connsiteX196" fmla="*/ 1909124 w 2912392"/>
                <a:gd name="connsiteY196" fmla="*/ 159717 h 554242"/>
                <a:gd name="connsiteX197" fmla="*/ 1918868 w 2912392"/>
                <a:gd name="connsiteY197" fmla="*/ 151478 h 554242"/>
                <a:gd name="connsiteX198" fmla="*/ 1928612 w 2912392"/>
                <a:gd name="connsiteY198" fmla="*/ 143363 h 554242"/>
                <a:gd name="connsiteX199" fmla="*/ 1938356 w 2912392"/>
                <a:gd name="connsiteY199" fmla="*/ 135381 h 554242"/>
                <a:gd name="connsiteX200" fmla="*/ 1948085 w 2912392"/>
                <a:gd name="connsiteY200" fmla="*/ 127546 h 554242"/>
                <a:gd name="connsiteX201" fmla="*/ 1957829 w 2912392"/>
                <a:gd name="connsiteY201" fmla="*/ 119864 h 554242"/>
                <a:gd name="connsiteX202" fmla="*/ 1967573 w 2912392"/>
                <a:gd name="connsiteY202" fmla="*/ 112347 h 554242"/>
                <a:gd name="connsiteX203" fmla="*/ 1977317 w 2912392"/>
                <a:gd name="connsiteY203" fmla="*/ 105005 h 554242"/>
                <a:gd name="connsiteX204" fmla="*/ 1987046 w 2912392"/>
                <a:gd name="connsiteY204" fmla="*/ 97848 h 554242"/>
                <a:gd name="connsiteX205" fmla="*/ 1996790 w 2912392"/>
                <a:gd name="connsiteY205" fmla="*/ 90884 h 554242"/>
                <a:gd name="connsiteX206" fmla="*/ 2006534 w 2912392"/>
                <a:gd name="connsiteY206" fmla="*/ 84121 h 554242"/>
                <a:gd name="connsiteX207" fmla="*/ 2016278 w 2912392"/>
                <a:gd name="connsiteY207" fmla="*/ 77572 h 554242"/>
                <a:gd name="connsiteX208" fmla="*/ 2026022 w 2912392"/>
                <a:gd name="connsiteY208" fmla="*/ 71241 h 554242"/>
                <a:gd name="connsiteX209" fmla="*/ 2035751 w 2912392"/>
                <a:gd name="connsiteY209" fmla="*/ 65138 h 554242"/>
                <a:gd name="connsiteX210" fmla="*/ 2045495 w 2912392"/>
                <a:gd name="connsiteY210" fmla="*/ 59271 h 554242"/>
                <a:gd name="connsiteX211" fmla="*/ 2055239 w 2912392"/>
                <a:gd name="connsiteY211" fmla="*/ 53648 h 554242"/>
                <a:gd name="connsiteX212" fmla="*/ 2064983 w 2912392"/>
                <a:gd name="connsiteY212" fmla="*/ 48277 h 554242"/>
                <a:gd name="connsiteX213" fmla="*/ 2074712 w 2912392"/>
                <a:gd name="connsiteY213" fmla="*/ 43161 h 554242"/>
                <a:gd name="connsiteX214" fmla="*/ 2084456 w 2912392"/>
                <a:gd name="connsiteY214" fmla="*/ 38310 h 554242"/>
                <a:gd name="connsiteX215" fmla="*/ 2094200 w 2912392"/>
                <a:gd name="connsiteY215" fmla="*/ 33730 h 554242"/>
                <a:gd name="connsiteX216" fmla="*/ 2103944 w 2912392"/>
                <a:gd name="connsiteY216" fmla="*/ 29423 h 554242"/>
                <a:gd name="connsiteX217" fmla="*/ 2113673 w 2912392"/>
                <a:gd name="connsiteY217" fmla="*/ 25397 h 554242"/>
                <a:gd name="connsiteX218" fmla="*/ 2123417 w 2912392"/>
                <a:gd name="connsiteY218" fmla="*/ 21657 h 554242"/>
                <a:gd name="connsiteX219" fmla="*/ 2133161 w 2912392"/>
                <a:gd name="connsiteY219" fmla="*/ 18205 h 554242"/>
                <a:gd name="connsiteX220" fmla="*/ 2142905 w 2912392"/>
                <a:gd name="connsiteY220" fmla="*/ 15045 h 554242"/>
                <a:gd name="connsiteX221" fmla="*/ 2152649 w 2912392"/>
                <a:gd name="connsiteY221" fmla="*/ 12183 h 554242"/>
                <a:gd name="connsiteX222" fmla="*/ 2162377 w 2912392"/>
                <a:gd name="connsiteY222" fmla="*/ 9617 h 554242"/>
                <a:gd name="connsiteX223" fmla="*/ 2172121 w 2912392"/>
                <a:gd name="connsiteY223" fmla="*/ 7354 h 554242"/>
                <a:gd name="connsiteX224" fmla="*/ 2181865 w 2912392"/>
                <a:gd name="connsiteY224" fmla="*/ 5392 h 554242"/>
                <a:gd name="connsiteX225" fmla="*/ 2191609 w 2912392"/>
                <a:gd name="connsiteY225" fmla="*/ 3734 h 554242"/>
                <a:gd name="connsiteX226" fmla="*/ 2201338 w 2912392"/>
                <a:gd name="connsiteY226" fmla="*/ 2379 h 554242"/>
                <a:gd name="connsiteX227" fmla="*/ 2211082 w 2912392"/>
                <a:gd name="connsiteY227" fmla="*/ 1330 h 554242"/>
                <a:gd name="connsiteX228" fmla="*/ 2220826 w 2912392"/>
                <a:gd name="connsiteY228" fmla="*/ 584 h 554242"/>
                <a:gd name="connsiteX229" fmla="*/ 2230570 w 2912392"/>
                <a:gd name="connsiteY229" fmla="*/ 142 h 554242"/>
                <a:gd name="connsiteX230" fmla="*/ 2240299 w 2912392"/>
                <a:gd name="connsiteY230" fmla="*/ 0 h 554242"/>
                <a:gd name="connsiteX231" fmla="*/ 2250043 w 2912392"/>
                <a:gd name="connsiteY231" fmla="*/ 158 h 554242"/>
                <a:gd name="connsiteX232" fmla="*/ 2259787 w 2912392"/>
                <a:gd name="connsiteY232" fmla="*/ 612 h 554242"/>
                <a:gd name="connsiteX233" fmla="*/ 2269531 w 2912392"/>
                <a:gd name="connsiteY233" fmla="*/ 1363 h 554242"/>
                <a:gd name="connsiteX234" fmla="*/ 2279260 w 2912392"/>
                <a:gd name="connsiteY234" fmla="*/ 2403 h 554242"/>
                <a:gd name="connsiteX235" fmla="*/ 2289004 w 2912392"/>
                <a:gd name="connsiteY235" fmla="*/ 3731 h 554242"/>
                <a:gd name="connsiteX236" fmla="*/ 2298748 w 2912392"/>
                <a:gd name="connsiteY236" fmla="*/ 5341 h 554242"/>
                <a:gd name="connsiteX237" fmla="*/ 2308492 w 2912392"/>
                <a:gd name="connsiteY237" fmla="*/ 7230 h 554242"/>
                <a:gd name="connsiteX238" fmla="*/ 2318236 w 2912392"/>
                <a:gd name="connsiteY238" fmla="*/ 9392 h 554242"/>
                <a:gd name="connsiteX239" fmla="*/ 2327965 w 2912392"/>
                <a:gd name="connsiteY239" fmla="*/ 11821 h 554242"/>
                <a:gd name="connsiteX240" fmla="*/ 2337709 w 2912392"/>
                <a:gd name="connsiteY240" fmla="*/ 14510 h 554242"/>
                <a:gd name="connsiteX241" fmla="*/ 2347453 w 2912392"/>
                <a:gd name="connsiteY241" fmla="*/ 17456 h 554242"/>
                <a:gd name="connsiteX242" fmla="*/ 2357197 w 2912392"/>
                <a:gd name="connsiteY242" fmla="*/ 20650 h 554242"/>
                <a:gd name="connsiteX243" fmla="*/ 2366926 w 2912392"/>
                <a:gd name="connsiteY243" fmla="*/ 24084 h 554242"/>
                <a:gd name="connsiteX244" fmla="*/ 2376670 w 2912392"/>
                <a:gd name="connsiteY244" fmla="*/ 27752 h 554242"/>
                <a:gd name="connsiteX245" fmla="*/ 2386413 w 2912392"/>
                <a:gd name="connsiteY245" fmla="*/ 31647 h 554242"/>
                <a:gd name="connsiteX246" fmla="*/ 2396157 w 2912392"/>
                <a:gd name="connsiteY246" fmla="*/ 35759 h 554242"/>
                <a:gd name="connsiteX247" fmla="*/ 2405886 w 2912392"/>
                <a:gd name="connsiteY247" fmla="*/ 40080 h 554242"/>
                <a:gd name="connsiteX248" fmla="*/ 2415630 w 2912392"/>
                <a:gd name="connsiteY248" fmla="*/ 44603 h 554242"/>
                <a:gd name="connsiteX249" fmla="*/ 2425374 w 2912392"/>
                <a:gd name="connsiteY249" fmla="*/ 49319 h 554242"/>
                <a:gd name="connsiteX250" fmla="*/ 2435118 w 2912392"/>
                <a:gd name="connsiteY250" fmla="*/ 54217 h 554242"/>
                <a:gd name="connsiteX251" fmla="*/ 2444862 w 2912392"/>
                <a:gd name="connsiteY251" fmla="*/ 59289 h 554242"/>
                <a:gd name="connsiteX252" fmla="*/ 2454591 w 2912392"/>
                <a:gd name="connsiteY252" fmla="*/ 64527 h 554242"/>
                <a:gd name="connsiteX253" fmla="*/ 2464335 w 2912392"/>
                <a:gd name="connsiteY253" fmla="*/ 69919 h 554242"/>
                <a:gd name="connsiteX254" fmla="*/ 2474079 w 2912392"/>
                <a:gd name="connsiteY254" fmla="*/ 75459 h 554242"/>
                <a:gd name="connsiteX255" fmla="*/ 2483823 w 2912392"/>
                <a:gd name="connsiteY255" fmla="*/ 81134 h 554242"/>
                <a:gd name="connsiteX256" fmla="*/ 2493552 w 2912392"/>
                <a:gd name="connsiteY256" fmla="*/ 86936 h 554242"/>
                <a:gd name="connsiteX257" fmla="*/ 2503296 w 2912392"/>
                <a:gd name="connsiteY257" fmla="*/ 92853 h 554242"/>
                <a:gd name="connsiteX258" fmla="*/ 2513040 w 2912392"/>
                <a:gd name="connsiteY258" fmla="*/ 98879 h 554242"/>
                <a:gd name="connsiteX259" fmla="*/ 2522784 w 2912392"/>
                <a:gd name="connsiteY259" fmla="*/ 105001 h 554242"/>
                <a:gd name="connsiteX260" fmla="*/ 2532513 w 2912392"/>
                <a:gd name="connsiteY260" fmla="*/ 111210 h 554242"/>
                <a:gd name="connsiteX261" fmla="*/ 2542257 w 2912392"/>
                <a:gd name="connsiteY261" fmla="*/ 117499 h 554242"/>
                <a:gd name="connsiteX262" fmla="*/ 2552001 w 2912392"/>
                <a:gd name="connsiteY262" fmla="*/ 123854 h 554242"/>
                <a:gd name="connsiteX263" fmla="*/ 2561745 w 2912392"/>
                <a:gd name="connsiteY263" fmla="*/ 130269 h 554242"/>
                <a:gd name="connsiteX264" fmla="*/ 2571474 w 2912392"/>
                <a:gd name="connsiteY264" fmla="*/ 136732 h 554242"/>
                <a:gd name="connsiteX265" fmla="*/ 2581218 w 2912392"/>
                <a:gd name="connsiteY265" fmla="*/ 143236 h 554242"/>
                <a:gd name="connsiteX266" fmla="*/ 2590962 w 2912392"/>
                <a:gd name="connsiteY266" fmla="*/ 149771 h 554242"/>
                <a:gd name="connsiteX267" fmla="*/ 2600705 w 2912392"/>
                <a:gd name="connsiteY267" fmla="*/ 156328 h 554242"/>
                <a:gd name="connsiteX268" fmla="*/ 2610449 w 2912392"/>
                <a:gd name="connsiteY268" fmla="*/ 162897 h 554242"/>
                <a:gd name="connsiteX269" fmla="*/ 2620178 w 2912392"/>
                <a:gd name="connsiteY269" fmla="*/ 169471 h 554242"/>
                <a:gd name="connsiteX270" fmla="*/ 2629922 w 2912392"/>
                <a:gd name="connsiteY270" fmla="*/ 176042 h 554242"/>
                <a:gd name="connsiteX271" fmla="*/ 2639666 w 2912392"/>
                <a:gd name="connsiteY271" fmla="*/ 182602 h 554242"/>
                <a:gd name="connsiteX272" fmla="*/ 2649410 w 2912392"/>
                <a:gd name="connsiteY272" fmla="*/ 189143 h 554242"/>
                <a:gd name="connsiteX273" fmla="*/ 2659139 w 2912392"/>
                <a:gd name="connsiteY273" fmla="*/ 195655 h 554242"/>
                <a:gd name="connsiteX274" fmla="*/ 2668883 w 2912392"/>
                <a:gd name="connsiteY274" fmla="*/ 202135 h 554242"/>
                <a:gd name="connsiteX275" fmla="*/ 2678627 w 2912392"/>
                <a:gd name="connsiteY275" fmla="*/ 208574 h 554242"/>
                <a:gd name="connsiteX276" fmla="*/ 2688371 w 2912392"/>
                <a:gd name="connsiteY276" fmla="*/ 214964 h 554242"/>
                <a:gd name="connsiteX277" fmla="*/ 2698100 w 2912392"/>
                <a:gd name="connsiteY277" fmla="*/ 221302 h 554242"/>
                <a:gd name="connsiteX278" fmla="*/ 2707844 w 2912392"/>
                <a:gd name="connsiteY278" fmla="*/ 227580 h 554242"/>
                <a:gd name="connsiteX279" fmla="*/ 2717588 w 2912392"/>
                <a:gd name="connsiteY279" fmla="*/ 233793 h 554242"/>
                <a:gd name="connsiteX280" fmla="*/ 2727332 w 2912392"/>
                <a:gd name="connsiteY280" fmla="*/ 239936 h 554242"/>
                <a:gd name="connsiteX281" fmla="*/ 2737076 w 2912392"/>
                <a:gd name="connsiteY281" fmla="*/ 246005 h 554242"/>
                <a:gd name="connsiteX282" fmla="*/ 2746805 w 2912392"/>
                <a:gd name="connsiteY282" fmla="*/ 251992 h 554242"/>
                <a:gd name="connsiteX283" fmla="*/ 2756549 w 2912392"/>
                <a:gd name="connsiteY283" fmla="*/ 257898 h 554242"/>
                <a:gd name="connsiteX284" fmla="*/ 2766293 w 2912392"/>
                <a:gd name="connsiteY284" fmla="*/ 263715 h 554242"/>
                <a:gd name="connsiteX285" fmla="*/ 2776037 w 2912392"/>
                <a:gd name="connsiteY285" fmla="*/ 269442 h 554242"/>
                <a:gd name="connsiteX286" fmla="*/ 2785766 w 2912392"/>
                <a:gd name="connsiteY286" fmla="*/ 275077 h 554242"/>
                <a:gd name="connsiteX287" fmla="*/ 2795510 w 2912392"/>
                <a:gd name="connsiteY287" fmla="*/ 280613 h 554242"/>
                <a:gd name="connsiteX288" fmla="*/ 2805254 w 2912392"/>
                <a:gd name="connsiteY288" fmla="*/ 286053 h 554242"/>
                <a:gd name="connsiteX289" fmla="*/ 2814998 w 2912392"/>
                <a:gd name="connsiteY289" fmla="*/ 291393 h 554242"/>
                <a:gd name="connsiteX290" fmla="*/ 2824727 w 2912392"/>
                <a:gd name="connsiteY290" fmla="*/ 296630 h 554242"/>
                <a:gd name="connsiteX291" fmla="*/ 2834471 w 2912392"/>
                <a:gd name="connsiteY291" fmla="*/ 301765 h 554242"/>
                <a:gd name="connsiteX292" fmla="*/ 2844215 w 2912392"/>
                <a:gd name="connsiteY292" fmla="*/ 306797 h 554242"/>
                <a:gd name="connsiteX293" fmla="*/ 2853958 w 2912392"/>
                <a:gd name="connsiteY293" fmla="*/ 311725 h 554242"/>
                <a:gd name="connsiteX294" fmla="*/ 2863687 w 2912392"/>
                <a:gd name="connsiteY294" fmla="*/ 316550 h 554242"/>
                <a:gd name="connsiteX295" fmla="*/ 2873431 w 2912392"/>
                <a:gd name="connsiteY295" fmla="*/ 321270 h 554242"/>
                <a:gd name="connsiteX296" fmla="*/ 2883175 w 2912392"/>
                <a:gd name="connsiteY296" fmla="*/ 325888 h 554242"/>
                <a:gd name="connsiteX297" fmla="*/ 2892919 w 2912392"/>
                <a:gd name="connsiteY297" fmla="*/ 330406 h 554242"/>
                <a:gd name="connsiteX298" fmla="*/ 2902663 w 2912392"/>
                <a:gd name="connsiteY298" fmla="*/ 334822 h 554242"/>
                <a:gd name="connsiteX299" fmla="*/ 2912392 w 2912392"/>
                <a:gd name="connsiteY299" fmla="*/ 339140 h 5542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54242">
                  <a:moveTo>
                    <a:pt x="0" y="270268"/>
                  </a:moveTo>
                  <a:lnTo>
                    <a:pt x="9739" y="264318"/>
                  </a:lnTo>
                  <a:lnTo>
                    <a:pt x="19480" y="258429"/>
                  </a:lnTo>
                  <a:lnTo>
                    <a:pt x="29221" y="252608"/>
                  </a:lnTo>
                  <a:lnTo>
                    <a:pt x="38961" y="246860"/>
                  </a:lnTo>
                  <a:lnTo>
                    <a:pt x="48702" y="241195"/>
                  </a:lnTo>
                  <a:lnTo>
                    <a:pt x="58443" y="235617"/>
                  </a:lnTo>
                  <a:lnTo>
                    <a:pt x="68182" y="230133"/>
                  </a:lnTo>
                  <a:lnTo>
                    <a:pt x="77923" y="224750"/>
                  </a:lnTo>
                  <a:lnTo>
                    <a:pt x="87664" y="219472"/>
                  </a:lnTo>
                  <a:lnTo>
                    <a:pt x="97404" y="214307"/>
                  </a:lnTo>
                  <a:lnTo>
                    <a:pt x="107145" y="209261"/>
                  </a:lnTo>
                  <a:lnTo>
                    <a:pt x="116886" y="204338"/>
                  </a:lnTo>
                  <a:lnTo>
                    <a:pt x="126625" y="199544"/>
                  </a:lnTo>
                  <a:lnTo>
                    <a:pt x="136366" y="194883"/>
                  </a:lnTo>
                  <a:lnTo>
                    <a:pt x="146107" y="190361"/>
                  </a:lnTo>
                  <a:lnTo>
                    <a:pt x="155846" y="185984"/>
                  </a:lnTo>
                  <a:lnTo>
                    <a:pt x="165587" y="181754"/>
                  </a:lnTo>
                  <a:lnTo>
                    <a:pt x="175328" y="177678"/>
                  </a:lnTo>
                  <a:lnTo>
                    <a:pt x="185068" y="173758"/>
                  </a:lnTo>
                  <a:lnTo>
                    <a:pt x="194809" y="169999"/>
                  </a:lnTo>
                  <a:lnTo>
                    <a:pt x="204550" y="166405"/>
                  </a:lnTo>
                  <a:lnTo>
                    <a:pt x="214289" y="162981"/>
                  </a:lnTo>
                  <a:lnTo>
                    <a:pt x="224030" y="159731"/>
                  </a:lnTo>
                  <a:lnTo>
                    <a:pt x="233771" y="156655"/>
                  </a:lnTo>
                  <a:lnTo>
                    <a:pt x="243510" y="153759"/>
                  </a:lnTo>
                  <a:lnTo>
                    <a:pt x="253251" y="151046"/>
                  </a:lnTo>
                  <a:lnTo>
                    <a:pt x="262992" y="148519"/>
                  </a:lnTo>
                  <a:lnTo>
                    <a:pt x="272732" y="146181"/>
                  </a:lnTo>
                  <a:lnTo>
                    <a:pt x="282473" y="144036"/>
                  </a:lnTo>
                  <a:lnTo>
                    <a:pt x="292214" y="142086"/>
                  </a:lnTo>
                  <a:lnTo>
                    <a:pt x="301953" y="140331"/>
                  </a:lnTo>
                  <a:lnTo>
                    <a:pt x="311694" y="138777"/>
                  </a:lnTo>
                  <a:lnTo>
                    <a:pt x="321435" y="137425"/>
                  </a:lnTo>
                  <a:lnTo>
                    <a:pt x="331175" y="136277"/>
                  </a:lnTo>
                  <a:lnTo>
                    <a:pt x="340916" y="135335"/>
                  </a:lnTo>
                  <a:lnTo>
                    <a:pt x="350656" y="134600"/>
                  </a:lnTo>
                  <a:lnTo>
                    <a:pt x="360396" y="134076"/>
                  </a:lnTo>
                  <a:lnTo>
                    <a:pt x="370137" y="133765"/>
                  </a:lnTo>
                  <a:lnTo>
                    <a:pt x="379878" y="133665"/>
                  </a:lnTo>
                  <a:lnTo>
                    <a:pt x="389617" y="133779"/>
                  </a:lnTo>
                  <a:lnTo>
                    <a:pt x="399358" y="134110"/>
                  </a:lnTo>
                  <a:lnTo>
                    <a:pt x="409099" y="134656"/>
                  </a:lnTo>
                  <a:lnTo>
                    <a:pt x="418839" y="135420"/>
                  </a:lnTo>
                  <a:lnTo>
                    <a:pt x="428580" y="136402"/>
                  </a:lnTo>
                  <a:lnTo>
                    <a:pt x="438321" y="137601"/>
                  </a:lnTo>
                  <a:lnTo>
                    <a:pt x="448060" y="139019"/>
                  </a:lnTo>
                  <a:lnTo>
                    <a:pt x="457801" y="140657"/>
                  </a:lnTo>
                  <a:lnTo>
                    <a:pt x="467542" y="142512"/>
                  </a:lnTo>
                  <a:lnTo>
                    <a:pt x="477281" y="144586"/>
                  </a:lnTo>
                  <a:lnTo>
                    <a:pt x="487022" y="146876"/>
                  </a:lnTo>
                  <a:lnTo>
                    <a:pt x="496763" y="149383"/>
                  </a:lnTo>
                  <a:lnTo>
                    <a:pt x="506503" y="152105"/>
                  </a:lnTo>
                  <a:lnTo>
                    <a:pt x="516244" y="155042"/>
                  </a:lnTo>
                  <a:lnTo>
                    <a:pt x="525985" y="158191"/>
                  </a:lnTo>
                  <a:lnTo>
                    <a:pt x="535724" y="161551"/>
                  </a:lnTo>
                  <a:lnTo>
                    <a:pt x="545465" y="165119"/>
                  </a:lnTo>
                  <a:lnTo>
                    <a:pt x="555206" y="168893"/>
                  </a:lnTo>
                  <a:lnTo>
                    <a:pt x="564946" y="172871"/>
                  </a:lnTo>
                  <a:lnTo>
                    <a:pt x="574687" y="177049"/>
                  </a:lnTo>
                  <a:lnTo>
                    <a:pt x="584428" y="181425"/>
                  </a:lnTo>
                  <a:lnTo>
                    <a:pt x="594167" y="185993"/>
                  </a:lnTo>
                  <a:lnTo>
                    <a:pt x="603908" y="190750"/>
                  </a:lnTo>
                  <a:lnTo>
                    <a:pt x="613649" y="195694"/>
                  </a:lnTo>
                  <a:lnTo>
                    <a:pt x="623388" y="200817"/>
                  </a:lnTo>
                  <a:lnTo>
                    <a:pt x="633129" y="206118"/>
                  </a:lnTo>
                  <a:lnTo>
                    <a:pt x="642870" y="211589"/>
                  </a:lnTo>
                  <a:lnTo>
                    <a:pt x="652610" y="217226"/>
                  </a:lnTo>
                  <a:lnTo>
                    <a:pt x="662351" y="223021"/>
                  </a:lnTo>
                  <a:lnTo>
                    <a:pt x="672092" y="228971"/>
                  </a:lnTo>
                  <a:lnTo>
                    <a:pt x="681831" y="235067"/>
                  </a:lnTo>
                  <a:lnTo>
                    <a:pt x="691572" y="241304"/>
                  </a:lnTo>
                  <a:lnTo>
                    <a:pt x="701313" y="247675"/>
                  </a:lnTo>
                  <a:lnTo>
                    <a:pt x="711052" y="254172"/>
                  </a:lnTo>
                  <a:lnTo>
                    <a:pt x="720793" y="260787"/>
                  </a:lnTo>
                  <a:lnTo>
                    <a:pt x="730534" y="267514"/>
                  </a:lnTo>
                  <a:lnTo>
                    <a:pt x="740274" y="274344"/>
                  </a:lnTo>
                  <a:lnTo>
                    <a:pt x="750015" y="281269"/>
                  </a:lnTo>
                  <a:lnTo>
                    <a:pt x="759756" y="288279"/>
                  </a:lnTo>
                  <a:lnTo>
                    <a:pt x="769495" y="295368"/>
                  </a:lnTo>
                  <a:lnTo>
                    <a:pt x="779236" y="302525"/>
                  </a:lnTo>
                  <a:lnTo>
                    <a:pt x="788977" y="309742"/>
                  </a:lnTo>
                  <a:lnTo>
                    <a:pt x="798717" y="317010"/>
                  </a:lnTo>
                  <a:lnTo>
                    <a:pt x="808458" y="324318"/>
                  </a:lnTo>
                  <a:lnTo>
                    <a:pt x="818199" y="331659"/>
                  </a:lnTo>
                  <a:lnTo>
                    <a:pt x="827938" y="339022"/>
                  </a:lnTo>
                  <a:lnTo>
                    <a:pt x="837679" y="346395"/>
                  </a:lnTo>
                  <a:lnTo>
                    <a:pt x="847420" y="353773"/>
                  </a:lnTo>
                  <a:lnTo>
                    <a:pt x="857159" y="361144"/>
                  </a:lnTo>
                  <a:lnTo>
                    <a:pt x="866900" y="368497"/>
                  </a:lnTo>
                  <a:lnTo>
                    <a:pt x="876641" y="375824"/>
                  </a:lnTo>
                  <a:lnTo>
                    <a:pt x="886381" y="383114"/>
                  </a:lnTo>
                  <a:lnTo>
                    <a:pt x="896122" y="390358"/>
                  </a:lnTo>
                  <a:lnTo>
                    <a:pt x="905863" y="397545"/>
                  </a:lnTo>
                  <a:lnTo>
                    <a:pt x="915602" y="404667"/>
                  </a:lnTo>
                  <a:lnTo>
                    <a:pt x="925343" y="411715"/>
                  </a:lnTo>
                  <a:lnTo>
                    <a:pt x="935084" y="418678"/>
                  </a:lnTo>
                  <a:lnTo>
                    <a:pt x="944824" y="425548"/>
                  </a:lnTo>
                  <a:lnTo>
                    <a:pt x="954564" y="432313"/>
                  </a:lnTo>
                  <a:lnTo>
                    <a:pt x="964305" y="438969"/>
                  </a:lnTo>
                  <a:lnTo>
                    <a:pt x="974045" y="445505"/>
                  </a:lnTo>
                  <a:lnTo>
                    <a:pt x="983786" y="451911"/>
                  </a:lnTo>
                  <a:lnTo>
                    <a:pt x="993522" y="458181"/>
                  </a:lnTo>
                  <a:lnTo>
                    <a:pt x="1003266" y="464306"/>
                  </a:lnTo>
                  <a:lnTo>
                    <a:pt x="1013010" y="470279"/>
                  </a:lnTo>
                  <a:lnTo>
                    <a:pt x="1022754" y="476093"/>
                  </a:lnTo>
                  <a:lnTo>
                    <a:pt x="1032483" y="481738"/>
                  </a:lnTo>
                  <a:lnTo>
                    <a:pt x="1042227" y="487210"/>
                  </a:lnTo>
                  <a:lnTo>
                    <a:pt x="1051971" y="492502"/>
                  </a:lnTo>
                  <a:lnTo>
                    <a:pt x="1061715" y="497608"/>
                  </a:lnTo>
                  <a:lnTo>
                    <a:pt x="1071444" y="502522"/>
                  </a:lnTo>
                  <a:lnTo>
                    <a:pt x="1081188" y="507236"/>
                  </a:lnTo>
                  <a:lnTo>
                    <a:pt x="1090932" y="511749"/>
                  </a:lnTo>
                  <a:lnTo>
                    <a:pt x="1100676" y="516052"/>
                  </a:lnTo>
                  <a:lnTo>
                    <a:pt x="1110405" y="520143"/>
                  </a:lnTo>
                  <a:lnTo>
                    <a:pt x="1120149" y="524017"/>
                  </a:lnTo>
                  <a:lnTo>
                    <a:pt x="1129893" y="527670"/>
                  </a:lnTo>
                  <a:lnTo>
                    <a:pt x="1139637" y="531100"/>
                  </a:lnTo>
                  <a:lnTo>
                    <a:pt x="1149381" y="534300"/>
                  </a:lnTo>
                  <a:lnTo>
                    <a:pt x="1159110" y="537271"/>
                  </a:lnTo>
                  <a:lnTo>
                    <a:pt x="1168854" y="540008"/>
                  </a:lnTo>
                  <a:lnTo>
                    <a:pt x="1178598" y="542509"/>
                  </a:lnTo>
                  <a:lnTo>
                    <a:pt x="1188341" y="544772"/>
                  </a:lnTo>
                  <a:lnTo>
                    <a:pt x="1198070" y="546796"/>
                  </a:lnTo>
                  <a:lnTo>
                    <a:pt x="1207814" y="548579"/>
                  </a:lnTo>
                  <a:lnTo>
                    <a:pt x="1217558" y="550120"/>
                  </a:lnTo>
                  <a:lnTo>
                    <a:pt x="1227302" y="551417"/>
                  </a:lnTo>
                  <a:lnTo>
                    <a:pt x="1237031" y="552471"/>
                  </a:lnTo>
                  <a:lnTo>
                    <a:pt x="1246775" y="553281"/>
                  </a:lnTo>
                  <a:lnTo>
                    <a:pt x="1256519" y="553846"/>
                  </a:lnTo>
                  <a:lnTo>
                    <a:pt x="1266263" y="554166"/>
                  </a:lnTo>
                  <a:lnTo>
                    <a:pt x="1276007" y="554242"/>
                  </a:lnTo>
                  <a:lnTo>
                    <a:pt x="1285736" y="554074"/>
                  </a:lnTo>
                  <a:lnTo>
                    <a:pt x="1295480" y="553661"/>
                  </a:lnTo>
                  <a:lnTo>
                    <a:pt x="1305224" y="553007"/>
                  </a:lnTo>
                  <a:lnTo>
                    <a:pt x="1314968" y="552110"/>
                  </a:lnTo>
                  <a:lnTo>
                    <a:pt x="1324697" y="550972"/>
                  </a:lnTo>
                  <a:lnTo>
                    <a:pt x="1334441" y="549595"/>
                  </a:lnTo>
                  <a:lnTo>
                    <a:pt x="1344185" y="547979"/>
                  </a:lnTo>
                  <a:lnTo>
                    <a:pt x="1353929" y="546125"/>
                  </a:lnTo>
                  <a:lnTo>
                    <a:pt x="1363658" y="544036"/>
                  </a:lnTo>
                  <a:lnTo>
                    <a:pt x="1373402" y="541715"/>
                  </a:lnTo>
                  <a:lnTo>
                    <a:pt x="1383146" y="539160"/>
                  </a:lnTo>
                  <a:lnTo>
                    <a:pt x="1392890" y="536375"/>
                  </a:lnTo>
                  <a:lnTo>
                    <a:pt x="1402619" y="533363"/>
                  </a:lnTo>
                  <a:lnTo>
                    <a:pt x="1412363" y="530125"/>
                  </a:lnTo>
                  <a:lnTo>
                    <a:pt x="1422106" y="526661"/>
                  </a:lnTo>
                  <a:lnTo>
                    <a:pt x="1431850" y="522978"/>
                  </a:lnTo>
                  <a:lnTo>
                    <a:pt x="1441594" y="519075"/>
                  </a:lnTo>
                  <a:lnTo>
                    <a:pt x="1451323" y="514954"/>
                  </a:lnTo>
                  <a:lnTo>
                    <a:pt x="1461067" y="510619"/>
                  </a:lnTo>
                  <a:lnTo>
                    <a:pt x="1470811" y="506074"/>
                  </a:lnTo>
                  <a:lnTo>
                    <a:pt x="1480555" y="501319"/>
                  </a:lnTo>
                  <a:lnTo>
                    <a:pt x="1490284" y="496360"/>
                  </a:lnTo>
                  <a:lnTo>
                    <a:pt x="1500028" y="491197"/>
                  </a:lnTo>
                  <a:lnTo>
                    <a:pt x="1509772" y="485836"/>
                  </a:lnTo>
                  <a:lnTo>
                    <a:pt x="1519516" y="480278"/>
                  </a:lnTo>
                  <a:lnTo>
                    <a:pt x="1529245" y="474528"/>
                  </a:lnTo>
                  <a:lnTo>
                    <a:pt x="1538989" y="468588"/>
                  </a:lnTo>
                  <a:lnTo>
                    <a:pt x="1548733" y="462464"/>
                  </a:lnTo>
                  <a:lnTo>
                    <a:pt x="1558477" y="456159"/>
                  </a:lnTo>
                  <a:lnTo>
                    <a:pt x="1568221" y="449677"/>
                  </a:lnTo>
                  <a:lnTo>
                    <a:pt x="1577950" y="443021"/>
                  </a:lnTo>
                  <a:lnTo>
                    <a:pt x="1587694" y="436197"/>
                  </a:lnTo>
                  <a:lnTo>
                    <a:pt x="1597438" y="429210"/>
                  </a:lnTo>
                  <a:lnTo>
                    <a:pt x="1607182" y="422066"/>
                  </a:lnTo>
                  <a:lnTo>
                    <a:pt x="1616911" y="414767"/>
                  </a:lnTo>
                  <a:lnTo>
                    <a:pt x="1626655" y="407320"/>
                  </a:lnTo>
                  <a:lnTo>
                    <a:pt x="1636399" y="399731"/>
                  </a:lnTo>
                  <a:lnTo>
                    <a:pt x="1646142" y="392006"/>
                  </a:lnTo>
                  <a:lnTo>
                    <a:pt x="1655872" y="384149"/>
                  </a:lnTo>
                  <a:lnTo>
                    <a:pt x="1665616" y="376168"/>
                  </a:lnTo>
                  <a:lnTo>
                    <a:pt x="1675359" y="368070"/>
                  </a:lnTo>
                  <a:lnTo>
                    <a:pt x="1685103" y="359863"/>
                  </a:lnTo>
                  <a:lnTo>
                    <a:pt x="1694832" y="351550"/>
                  </a:lnTo>
                  <a:lnTo>
                    <a:pt x="1704576" y="343141"/>
                  </a:lnTo>
                  <a:lnTo>
                    <a:pt x="1714320" y="334645"/>
                  </a:lnTo>
                  <a:lnTo>
                    <a:pt x="1724064" y="326067"/>
                  </a:lnTo>
                  <a:lnTo>
                    <a:pt x="1733808" y="317417"/>
                  </a:lnTo>
                  <a:lnTo>
                    <a:pt x="1743537" y="308701"/>
                  </a:lnTo>
                  <a:lnTo>
                    <a:pt x="1753281" y="299930"/>
                  </a:lnTo>
                  <a:lnTo>
                    <a:pt x="1763025" y="291111"/>
                  </a:lnTo>
                  <a:lnTo>
                    <a:pt x="1772769" y="282255"/>
                  </a:lnTo>
                  <a:lnTo>
                    <a:pt x="1782498" y="273369"/>
                  </a:lnTo>
                  <a:lnTo>
                    <a:pt x="1792242" y="264466"/>
                  </a:lnTo>
                  <a:lnTo>
                    <a:pt x="1801986" y="255550"/>
                  </a:lnTo>
                  <a:lnTo>
                    <a:pt x="1811730" y="246635"/>
                  </a:lnTo>
                  <a:lnTo>
                    <a:pt x="1821459" y="237730"/>
                  </a:lnTo>
                  <a:lnTo>
                    <a:pt x="1831203" y="228845"/>
                  </a:lnTo>
                  <a:lnTo>
                    <a:pt x="1840947" y="219989"/>
                  </a:lnTo>
                  <a:lnTo>
                    <a:pt x="1850691" y="211175"/>
                  </a:lnTo>
                  <a:lnTo>
                    <a:pt x="1860435" y="202410"/>
                  </a:lnTo>
                  <a:lnTo>
                    <a:pt x="1870164" y="193708"/>
                  </a:lnTo>
                  <a:lnTo>
                    <a:pt x="1879908" y="185075"/>
                  </a:lnTo>
                  <a:lnTo>
                    <a:pt x="1889652" y="176526"/>
                  </a:lnTo>
                  <a:lnTo>
                    <a:pt x="1899395" y="168069"/>
                  </a:lnTo>
                  <a:lnTo>
                    <a:pt x="1909124" y="159717"/>
                  </a:lnTo>
                  <a:lnTo>
                    <a:pt x="1918868" y="151478"/>
                  </a:lnTo>
                  <a:lnTo>
                    <a:pt x="1928612" y="143363"/>
                  </a:lnTo>
                  <a:lnTo>
                    <a:pt x="1938356" y="135381"/>
                  </a:lnTo>
                  <a:lnTo>
                    <a:pt x="1948085" y="127546"/>
                  </a:lnTo>
                  <a:lnTo>
                    <a:pt x="1957829" y="119864"/>
                  </a:lnTo>
                  <a:lnTo>
                    <a:pt x="1967573" y="112347"/>
                  </a:lnTo>
                  <a:lnTo>
                    <a:pt x="1977317" y="105005"/>
                  </a:lnTo>
                  <a:lnTo>
                    <a:pt x="1987046" y="97848"/>
                  </a:lnTo>
                  <a:lnTo>
                    <a:pt x="1996790" y="90884"/>
                  </a:lnTo>
                  <a:lnTo>
                    <a:pt x="2006534" y="84121"/>
                  </a:lnTo>
                  <a:lnTo>
                    <a:pt x="2016278" y="77572"/>
                  </a:lnTo>
                  <a:lnTo>
                    <a:pt x="2026022" y="71241"/>
                  </a:lnTo>
                  <a:lnTo>
                    <a:pt x="2035751" y="65138"/>
                  </a:lnTo>
                  <a:lnTo>
                    <a:pt x="2045495" y="59271"/>
                  </a:lnTo>
                  <a:lnTo>
                    <a:pt x="2055239" y="53648"/>
                  </a:lnTo>
                  <a:lnTo>
                    <a:pt x="2064983" y="48277"/>
                  </a:lnTo>
                  <a:lnTo>
                    <a:pt x="2074712" y="43161"/>
                  </a:lnTo>
                  <a:lnTo>
                    <a:pt x="2084456" y="38310"/>
                  </a:lnTo>
                  <a:lnTo>
                    <a:pt x="2094200" y="33730"/>
                  </a:lnTo>
                  <a:lnTo>
                    <a:pt x="2103944" y="29423"/>
                  </a:lnTo>
                  <a:lnTo>
                    <a:pt x="2113673" y="25397"/>
                  </a:lnTo>
                  <a:lnTo>
                    <a:pt x="2123417" y="21657"/>
                  </a:lnTo>
                  <a:lnTo>
                    <a:pt x="2133161" y="18205"/>
                  </a:lnTo>
                  <a:lnTo>
                    <a:pt x="2142905" y="15045"/>
                  </a:lnTo>
                  <a:lnTo>
                    <a:pt x="2152649" y="12183"/>
                  </a:lnTo>
                  <a:lnTo>
                    <a:pt x="2162377" y="9617"/>
                  </a:lnTo>
                  <a:lnTo>
                    <a:pt x="2172121" y="7354"/>
                  </a:lnTo>
                  <a:lnTo>
                    <a:pt x="2181865" y="5392"/>
                  </a:lnTo>
                  <a:lnTo>
                    <a:pt x="2191609" y="3734"/>
                  </a:lnTo>
                  <a:lnTo>
                    <a:pt x="2201338" y="2379"/>
                  </a:lnTo>
                  <a:lnTo>
                    <a:pt x="2211082" y="1330"/>
                  </a:lnTo>
                  <a:lnTo>
                    <a:pt x="2220826" y="584"/>
                  </a:lnTo>
                  <a:lnTo>
                    <a:pt x="2230570" y="142"/>
                  </a:lnTo>
                  <a:lnTo>
                    <a:pt x="2240299" y="0"/>
                  </a:lnTo>
                  <a:lnTo>
                    <a:pt x="2250043" y="158"/>
                  </a:lnTo>
                  <a:lnTo>
                    <a:pt x="2259787" y="612"/>
                  </a:lnTo>
                  <a:lnTo>
                    <a:pt x="2269531" y="1363"/>
                  </a:lnTo>
                  <a:lnTo>
                    <a:pt x="2279260" y="2403"/>
                  </a:lnTo>
                  <a:lnTo>
                    <a:pt x="2289004" y="3731"/>
                  </a:lnTo>
                  <a:lnTo>
                    <a:pt x="2298748" y="5341"/>
                  </a:lnTo>
                  <a:lnTo>
                    <a:pt x="2308492" y="7230"/>
                  </a:lnTo>
                  <a:lnTo>
                    <a:pt x="2318236" y="9392"/>
                  </a:lnTo>
                  <a:lnTo>
                    <a:pt x="2327965" y="11821"/>
                  </a:lnTo>
                  <a:lnTo>
                    <a:pt x="2337709" y="14510"/>
                  </a:lnTo>
                  <a:lnTo>
                    <a:pt x="2347453" y="17456"/>
                  </a:lnTo>
                  <a:lnTo>
                    <a:pt x="2357197" y="20650"/>
                  </a:lnTo>
                  <a:lnTo>
                    <a:pt x="2366926" y="24084"/>
                  </a:lnTo>
                  <a:lnTo>
                    <a:pt x="2376670" y="27752"/>
                  </a:lnTo>
                  <a:lnTo>
                    <a:pt x="2386413" y="31647"/>
                  </a:lnTo>
                  <a:lnTo>
                    <a:pt x="2396157" y="35759"/>
                  </a:lnTo>
                  <a:lnTo>
                    <a:pt x="2405886" y="40080"/>
                  </a:lnTo>
                  <a:lnTo>
                    <a:pt x="2415630" y="44603"/>
                  </a:lnTo>
                  <a:lnTo>
                    <a:pt x="2425374" y="49319"/>
                  </a:lnTo>
                  <a:lnTo>
                    <a:pt x="2435118" y="54217"/>
                  </a:lnTo>
                  <a:lnTo>
                    <a:pt x="2444862" y="59289"/>
                  </a:lnTo>
                  <a:lnTo>
                    <a:pt x="2454591" y="64527"/>
                  </a:lnTo>
                  <a:lnTo>
                    <a:pt x="2464335" y="69919"/>
                  </a:lnTo>
                  <a:lnTo>
                    <a:pt x="2474079" y="75459"/>
                  </a:lnTo>
                  <a:lnTo>
                    <a:pt x="2483823" y="81134"/>
                  </a:lnTo>
                  <a:lnTo>
                    <a:pt x="2493552" y="86936"/>
                  </a:lnTo>
                  <a:lnTo>
                    <a:pt x="2503296" y="92853"/>
                  </a:lnTo>
                  <a:lnTo>
                    <a:pt x="2513040" y="98879"/>
                  </a:lnTo>
                  <a:lnTo>
                    <a:pt x="2522784" y="105001"/>
                  </a:lnTo>
                  <a:lnTo>
                    <a:pt x="2532513" y="111210"/>
                  </a:lnTo>
                  <a:lnTo>
                    <a:pt x="2542257" y="117499"/>
                  </a:lnTo>
                  <a:lnTo>
                    <a:pt x="2552001" y="123854"/>
                  </a:lnTo>
                  <a:lnTo>
                    <a:pt x="2561745" y="130269"/>
                  </a:lnTo>
                  <a:lnTo>
                    <a:pt x="2571474" y="136732"/>
                  </a:lnTo>
                  <a:lnTo>
                    <a:pt x="2581218" y="143236"/>
                  </a:lnTo>
                  <a:lnTo>
                    <a:pt x="2590962" y="149771"/>
                  </a:lnTo>
                  <a:lnTo>
                    <a:pt x="2600705" y="156328"/>
                  </a:lnTo>
                  <a:lnTo>
                    <a:pt x="2610449" y="162897"/>
                  </a:lnTo>
                  <a:lnTo>
                    <a:pt x="2620178" y="169471"/>
                  </a:lnTo>
                  <a:lnTo>
                    <a:pt x="2629922" y="176042"/>
                  </a:lnTo>
                  <a:lnTo>
                    <a:pt x="2639666" y="182602"/>
                  </a:lnTo>
                  <a:lnTo>
                    <a:pt x="2649410" y="189143"/>
                  </a:lnTo>
                  <a:lnTo>
                    <a:pt x="2659139" y="195655"/>
                  </a:lnTo>
                  <a:lnTo>
                    <a:pt x="2668883" y="202135"/>
                  </a:lnTo>
                  <a:lnTo>
                    <a:pt x="2678627" y="208574"/>
                  </a:lnTo>
                  <a:lnTo>
                    <a:pt x="2688371" y="214964"/>
                  </a:lnTo>
                  <a:lnTo>
                    <a:pt x="2698100" y="221302"/>
                  </a:lnTo>
                  <a:lnTo>
                    <a:pt x="2707844" y="227580"/>
                  </a:lnTo>
                  <a:lnTo>
                    <a:pt x="2717588" y="233793"/>
                  </a:lnTo>
                  <a:lnTo>
                    <a:pt x="2727332" y="239936"/>
                  </a:lnTo>
                  <a:lnTo>
                    <a:pt x="2737076" y="246005"/>
                  </a:lnTo>
                  <a:lnTo>
                    <a:pt x="2746805" y="251992"/>
                  </a:lnTo>
                  <a:lnTo>
                    <a:pt x="2756549" y="257898"/>
                  </a:lnTo>
                  <a:lnTo>
                    <a:pt x="2766293" y="263715"/>
                  </a:lnTo>
                  <a:lnTo>
                    <a:pt x="2776037" y="269442"/>
                  </a:lnTo>
                  <a:lnTo>
                    <a:pt x="2785766" y="275077"/>
                  </a:lnTo>
                  <a:lnTo>
                    <a:pt x="2795510" y="280613"/>
                  </a:lnTo>
                  <a:lnTo>
                    <a:pt x="2805254" y="286053"/>
                  </a:lnTo>
                  <a:lnTo>
                    <a:pt x="2814998" y="291393"/>
                  </a:lnTo>
                  <a:lnTo>
                    <a:pt x="2824727" y="296630"/>
                  </a:lnTo>
                  <a:lnTo>
                    <a:pt x="2834471" y="301765"/>
                  </a:lnTo>
                  <a:lnTo>
                    <a:pt x="2844215" y="306797"/>
                  </a:lnTo>
                  <a:lnTo>
                    <a:pt x="2853958" y="311725"/>
                  </a:lnTo>
                  <a:lnTo>
                    <a:pt x="2863687" y="316550"/>
                  </a:lnTo>
                  <a:lnTo>
                    <a:pt x="2873431" y="321270"/>
                  </a:lnTo>
                  <a:lnTo>
                    <a:pt x="2883175" y="325888"/>
                  </a:lnTo>
                  <a:lnTo>
                    <a:pt x="2892919" y="330406"/>
                  </a:lnTo>
                  <a:lnTo>
                    <a:pt x="2902663" y="334822"/>
                  </a:lnTo>
                  <a:lnTo>
                    <a:pt x="2912392" y="33914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0" name="Freeform 789">
              <a:extLst>
                <a:ext uri="{FF2B5EF4-FFF2-40B4-BE49-F238E27FC236}">
                  <a16:creationId xmlns:a16="http://schemas.microsoft.com/office/drawing/2014/main" id="{FDCDC483-7083-FE2C-10E0-9CFE8F3821DC}"/>
                </a:ext>
              </a:extLst>
            </p:cNvPr>
            <p:cNvSpPr/>
            <p:nvPr/>
          </p:nvSpPr>
          <p:spPr>
            <a:xfrm>
              <a:off x="576446" y="3386527"/>
              <a:ext cx="2912392" cy="484354"/>
            </a:xfrm>
            <a:custGeom>
              <a:avLst/>
              <a:gdLst>
                <a:gd name="connsiteX0" fmla="*/ 0 w 2912392"/>
                <a:gd name="connsiteY0" fmla="*/ 484354 h 484354"/>
                <a:gd name="connsiteX1" fmla="*/ 9739 w 2912392"/>
                <a:gd name="connsiteY1" fmla="*/ 482274 h 484354"/>
                <a:gd name="connsiteX2" fmla="*/ 19480 w 2912392"/>
                <a:gd name="connsiteY2" fmla="*/ 480023 h 484354"/>
                <a:gd name="connsiteX3" fmla="*/ 29221 w 2912392"/>
                <a:gd name="connsiteY3" fmla="*/ 477609 h 484354"/>
                <a:gd name="connsiteX4" fmla="*/ 38961 w 2912392"/>
                <a:gd name="connsiteY4" fmla="*/ 475039 h 484354"/>
                <a:gd name="connsiteX5" fmla="*/ 48702 w 2912392"/>
                <a:gd name="connsiteY5" fmla="*/ 472323 h 484354"/>
                <a:gd name="connsiteX6" fmla="*/ 58443 w 2912392"/>
                <a:gd name="connsiteY6" fmla="*/ 469471 h 484354"/>
                <a:gd name="connsiteX7" fmla="*/ 68182 w 2912392"/>
                <a:gd name="connsiteY7" fmla="*/ 466493 h 484354"/>
                <a:gd name="connsiteX8" fmla="*/ 77923 w 2912392"/>
                <a:gd name="connsiteY8" fmla="*/ 463399 h 484354"/>
                <a:gd name="connsiteX9" fmla="*/ 87664 w 2912392"/>
                <a:gd name="connsiteY9" fmla="*/ 460195 h 484354"/>
                <a:gd name="connsiteX10" fmla="*/ 97404 w 2912392"/>
                <a:gd name="connsiteY10" fmla="*/ 456897 h 484354"/>
                <a:gd name="connsiteX11" fmla="*/ 107145 w 2912392"/>
                <a:gd name="connsiteY11" fmla="*/ 453510 h 484354"/>
                <a:gd name="connsiteX12" fmla="*/ 116886 w 2912392"/>
                <a:gd name="connsiteY12" fmla="*/ 450048 h 484354"/>
                <a:gd name="connsiteX13" fmla="*/ 126625 w 2912392"/>
                <a:gd name="connsiteY13" fmla="*/ 446518 h 484354"/>
                <a:gd name="connsiteX14" fmla="*/ 136366 w 2912392"/>
                <a:gd name="connsiteY14" fmla="*/ 442933 h 484354"/>
                <a:gd name="connsiteX15" fmla="*/ 146107 w 2912392"/>
                <a:gd name="connsiteY15" fmla="*/ 439301 h 484354"/>
                <a:gd name="connsiteX16" fmla="*/ 155846 w 2912392"/>
                <a:gd name="connsiteY16" fmla="*/ 435633 h 484354"/>
                <a:gd name="connsiteX17" fmla="*/ 165587 w 2912392"/>
                <a:gd name="connsiteY17" fmla="*/ 431938 h 484354"/>
                <a:gd name="connsiteX18" fmla="*/ 175328 w 2912392"/>
                <a:gd name="connsiteY18" fmla="*/ 428227 h 484354"/>
                <a:gd name="connsiteX19" fmla="*/ 185068 w 2912392"/>
                <a:gd name="connsiteY19" fmla="*/ 424509 h 484354"/>
                <a:gd name="connsiteX20" fmla="*/ 194809 w 2912392"/>
                <a:gd name="connsiteY20" fmla="*/ 420793 h 484354"/>
                <a:gd name="connsiteX21" fmla="*/ 204550 w 2912392"/>
                <a:gd name="connsiteY21" fmla="*/ 417088 h 484354"/>
                <a:gd name="connsiteX22" fmla="*/ 214289 w 2912392"/>
                <a:gd name="connsiteY22" fmla="*/ 413404 h 484354"/>
                <a:gd name="connsiteX23" fmla="*/ 224030 w 2912392"/>
                <a:gd name="connsiteY23" fmla="*/ 409747 h 484354"/>
                <a:gd name="connsiteX24" fmla="*/ 233771 w 2912392"/>
                <a:gd name="connsiteY24" fmla="*/ 406128 h 484354"/>
                <a:gd name="connsiteX25" fmla="*/ 243510 w 2912392"/>
                <a:gd name="connsiteY25" fmla="*/ 402554 h 484354"/>
                <a:gd name="connsiteX26" fmla="*/ 253251 w 2912392"/>
                <a:gd name="connsiteY26" fmla="*/ 399032 h 484354"/>
                <a:gd name="connsiteX27" fmla="*/ 262992 w 2912392"/>
                <a:gd name="connsiteY27" fmla="*/ 395570 h 484354"/>
                <a:gd name="connsiteX28" fmla="*/ 272732 w 2912392"/>
                <a:gd name="connsiteY28" fmla="*/ 392176 h 484354"/>
                <a:gd name="connsiteX29" fmla="*/ 282473 w 2912392"/>
                <a:gd name="connsiteY29" fmla="*/ 388853 h 484354"/>
                <a:gd name="connsiteX30" fmla="*/ 292214 w 2912392"/>
                <a:gd name="connsiteY30" fmla="*/ 385611 h 484354"/>
                <a:gd name="connsiteX31" fmla="*/ 301953 w 2912392"/>
                <a:gd name="connsiteY31" fmla="*/ 382452 h 484354"/>
                <a:gd name="connsiteX32" fmla="*/ 311694 w 2912392"/>
                <a:gd name="connsiteY32" fmla="*/ 379386 h 484354"/>
                <a:gd name="connsiteX33" fmla="*/ 321435 w 2912392"/>
                <a:gd name="connsiteY33" fmla="*/ 376414 h 484354"/>
                <a:gd name="connsiteX34" fmla="*/ 331175 w 2912392"/>
                <a:gd name="connsiteY34" fmla="*/ 373543 h 484354"/>
                <a:gd name="connsiteX35" fmla="*/ 340916 w 2912392"/>
                <a:gd name="connsiteY35" fmla="*/ 370775 h 484354"/>
                <a:gd name="connsiteX36" fmla="*/ 350656 w 2912392"/>
                <a:gd name="connsiteY36" fmla="*/ 368115 h 484354"/>
                <a:gd name="connsiteX37" fmla="*/ 360396 w 2912392"/>
                <a:gd name="connsiteY37" fmla="*/ 365567 h 484354"/>
                <a:gd name="connsiteX38" fmla="*/ 370137 w 2912392"/>
                <a:gd name="connsiteY38" fmla="*/ 363133 h 484354"/>
                <a:gd name="connsiteX39" fmla="*/ 379878 w 2912392"/>
                <a:gd name="connsiteY39" fmla="*/ 360816 h 484354"/>
                <a:gd name="connsiteX40" fmla="*/ 389617 w 2912392"/>
                <a:gd name="connsiteY40" fmla="*/ 358619 h 484354"/>
                <a:gd name="connsiteX41" fmla="*/ 399358 w 2912392"/>
                <a:gd name="connsiteY41" fmla="*/ 356540 h 484354"/>
                <a:gd name="connsiteX42" fmla="*/ 409099 w 2912392"/>
                <a:gd name="connsiteY42" fmla="*/ 354585 h 484354"/>
                <a:gd name="connsiteX43" fmla="*/ 418839 w 2912392"/>
                <a:gd name="connsiteY43" fmla="*/ 352754 h 484354"/>
                <a:gd name="connsiteX44" fmla="*/ 428580 w 2912392"/>
                <a:gd name="connsiteY44" fmla="*/ 351045 h 484354"/>
                <a:gd name="connsiteX45" fmla="*/ 438321 w 2912392"/>
                <a:gd name="connsiteY45" fmla="*/ 349463 h 484354"/>
                <a:gd name="connsiteX46" fmla="*/ 448060 w 2912392"/>
                <a:gd name="connsiteY46" fmla="*/ 348003 h 484354"/>
                <a:gd name="connsiteX47" fmla="*/ 457801 w 2912392"/>
                <a:gd name="connsiteY47" fmla="*/ 346670 h 484354"/>
                <a:gd name="connsiteX48" fmla="*/ 467542 w 2912392"/>
                <a:gd name="connsiteY48" fmla="*/ 345458 h 484354"/>
                <a:gd name="connsiteX49" fmla="*/ 477281 w 2912392"/>
                <a:gd name="connsiteY49" fmla="*/ 344372 h 484354"/>
                <a:gd name="connsiteX50" fmla="*/ 487022 w 2912392"/>
                <a:gd name="connsiteY50" fmla="*/ 343407 h 484354"/>
                <a:gd name="connsiteX51" fmla="*/ 496763 w 2912392"/>
                <a:gd name="connsiteY51" fmla="*/ 342562 h 484354"/>
                <a:gd name="connsiteX52" fmla="*/ 506503 w 2912392"/>
                <a:gd name="connsiteY52" fmla="*/ 341836 h 484354"/>
                <a:gd name="connsiteX53" fmla="*/ 516244 w 2912392"/>
                <a:gd name="connsiteY53" fmla="*/ 341228 h 484354"/>
                <a:gd name="connsiteX54" fmla="*/ 525985 w 2912392"/>
                <a:gd name="connsiteY54" fmla="*/ 340737 h 484354"/>
                <a:gd name="connsiteX55" fmla="*/ 535724 w 2912392"/>
                <a:gd name="connsiteY55" fmla="*/ 340358 h 484354"/>
                <a:gd name="connsiteX56" fmla="*/ 545465 w 2912392"/>
                <a:gd name="connsiteY56" fmla="*/ 340090 h 484354"/>
                <a:gd name="connsiteX57" fmla="*/ 555206 w 2912392"/>
                <a:gd name="connsiteY57" fmla="*/ 339931 h 484354"/>
                <a:gd name="connsiteX58" fmla="*/ 564946 w 2912392"/>
                <a:gd name="connsiteY58" fmla="*/ 339879 h 484354"/>
                <a:gd name="connsiteX59" fmla="*/ 574687 w 2912392"/>
                <a:gd name="connsiteY59" fmla="*/ 339928 h 484354"/>
                <a:gd name="connsiteX60" fmla="*/ 584428 w 2912392"/>
                <a:gd name="connsiteY60" fmla="*/ 340078 h 484354"/>
                <a:gd name="connsiteX61" fmla="*/ 594167 w 2912392"/>
                <a:gd name="connsiteY61" fmla="*/ 340326 h 484354"/>
                <a:gd name="connsiteX62" fmla="*/ 603908 w 2912392"/>
                <a:gd name="connsiteY62" fmla="*/ 340667 h 484354"/>
                <a:gd name="connsiteX63" fmla="*/ 613649 w 2912392"/>
                <a:gd name="connsiteY63" fmla="*/ 341099 h 484354"/>
                <a:gd name="connsiteX64" fmla="*/ 623388 w 2912392"/>
                <a:gd name="connsiteY64" fmla="*/ 341617 h 484354"/>
                <a:gd name="connsiteX65" fmla="*/ 633129 w 2912392"/>
                <a:gd name="connsiteY65" fmla="*/ 342221 h 484354"/>
                <a:gd name="connsiteX66" fmla="*/ 642870 w 2912392"/>
                <a:gd name="connsiteY66" fmla="*/ 342903 h 484354"/>
                <a:gd name="connsiteX67" fmla="*/ 652610 w 2912392"/>
                <a:gd name="connsiteY67" fmla="*/ 343661 h 484354"/>
                <a:gd name="connsiteX68" fmla="*/ 662351 w 2912392"/>
                <a:gd name="connsiteY68" fmla="*/ 344493 h 484354"/>
                <a:gd name="connsiteX69" fmla="*/ 672092 w 2912392"/>
                <a:gd name="connsiteY69" fmla="*/ 345393 h 484354"/>
                <a:gd name="connsiteX70" fmla="*/ 681831 w 2912392"/>
                <a:gd name="connsiteY70" fmla="*/ 346357 h 484354"/>
                <a:gd name="connsiteX71" fmla="*/ 691572 w 2912392"/>
                <a:gd name="connsiteY71" fmla="*/ 347382 h 484354"/>
                <a:gd name="connsiteX72" fmla="*/ 701313 w 2912392"/>
                <a:gd name="connsiteY72" fmla="*/ 348462 h 484354"/>
                <a:gd name="connsiteX73" fmla="*/ 711052 w 2912392"/>
                <a:gd name="connsiteY73" fmla="*/ 349596 h 484354"/>
                <a:gd name="connsiteX74" fmla="*/ 720793 w 2912392"/>
                <a:gd name="connsiteY74" fmla="*/ 350776 h 484354"/>
                <a:gd name="connsiteX75" fmla="*/ 730534 w 2912392"/>
                <a:gd name="connsiteY75" fmla="*/ 351999 h 484354"/>
                <a:gd name="connsiteX76" fmla="*/ 740274 w 2912392"/>
                <a:gd name="connsiteY76" fmla="*/ 353262 h 484354"/>
                <a:gd name="connsiteX77" fmla="*/ 750015 w 2912392"/>
                <a:gd name="connsiteY77" fmla="*/ 354559 h 484354"/>
                <a:gd name="connsiteX78" fmla="*/ 759756 w 2912392"/>
                <a:gd name="connsiteY78" fmla="*/ 355883 h 484354"/>
                <a:gd name="connsiteX79" fmla="*/ 769495 w 2912392"/>
                <a:gd name="connsiteY79" fmla="*/ 357233 h 484354"/>
                <a:gd name="connsiteX80" fmla="*/ 779236 w 2912392"/>
                <a:gd name="connsiteY80" fmla="*/ 358602 h 484354"/>
                <a:gd name="connsiteX81" fmla="*/ 788977 w 2912392"/>
                <a:gd name="connsiteY81" fmla="*/ 359986 h 484354"/>
                <a:gd name="connsiteX82" fmla="*/ 798717 w 2912392"/>
                <a:gd name="connsiteY82" fmla="*/ 361379 h 484354"/>
                <a:gd name="connsiteX83" fmla="*/ 808458 w 2912392"/>
                <a:gd name="connsiteY83" fmla="*/ 362775 h 484354"/>
                <a:gd name="connsiteX84" fmla="*/ 818199 w 2912392"/>
                <a:gd name="connsiteY84" fmla="*/ 364171 h 484354"/>
                <a:gd name="connsiteX85" fmla="*/ 827938 w 2912392"/>
                <a:gd name="connsiteY85" fmla="*/ 365560 h 484354"/>
                <a:gd name="connsiteX86" fmla="*/ 837679 w 2912392"/>
                <a:gd name="connsiteY86" fmla="*/ 366935 h 484354"/>
                <a:gd name="connsiteX87" fmla="*/ 847420 w 2912392"/>
                <a:gd name="connsiteY87" fmla="*/ 368292 h 484354"/>
                <a:gd name="connsiteX88" fmla="*/ 857159 w 2912392"/>
                <a:gd name="connsiteY88" fmla="*/ 369626 h 484354"/>
                <a:gd name="connsiteX89" fmla="*/ 866900 w 2912392"/>
                <a:gd name="connsiteY89" fmla="*/ 370930 h 484354"/>
                <a:gd name="connsiteX90" fmla="*/ 876641 w 2912392"/>
                <a:gd name="connsiteY90" fmla="*/ 372196 h 484354"/>
                <a:gd name="connsiteX91" fmla="*/ 886381 w 2912392"/>
                <a:gd name="connsiteY91" fmla="*/ 373421 h 484354"/>
                <a:gd name="connsiteX92" fmla="*/ 896122 w 2912392"/>
                <a:gd name="connsiteY92" fmla="*/ 374596 h 484354"/>
                <a:gd name="connsiteX93" fmla="*/ 905863 w 2912392"/>
                <a:gd name="connsiteY93" fmla="*/ 375718 h 484354"/>
                <a:gd name="connsiteX94" fmla="*/ 915602 w 2912392"/>
                <a:gd name="connsiteY94" fmla="*/ 376779 h 484354"/>
                <a:gd name="connsiteX95" fmla="*/ 925343 w 2912392"/>
                <a:gd name="connsiteY95" fmla="*/ 377771 h 484354"/>
                <a:gd name="connsiteX96" fmla="*/ 935084 w 2912392"/>
                <a:gd name="connsiteY96" fmla="*/ 378689 h 484354"/>
                <a:gd name="connsiteX97" fmla="*/ 944824 w 2912392"/>
                <a:gd name="connsiteY97" fmla="*/ 379526 h 484354"/>
                <a:gd name="connsiteX98" fmla="*/ 954564 w 2912392"/>
                <a:gd name="connsiteY98" fmla="*/ 380277 h 484354"/>
                <a:gd name="connsiteX99" fmla="*/ 964305 w 2912392"/>
                <a:gd name="connsiteY99" fmla="*/ 380934 h 484354"/>
                <a:gd name="connsiteX100" fmla="*/ 974045 w 2912392"/>
                <a:gd name="connsiteY100" fmla="*/ 381490 h 484354"/>
                <a:gd name="connsiteX101" fmla="*/ 983786 w 2912392"/>
                <a:gd name="connsiteY101" fmla="*/ 381938 h 484354"/>
                <a:gd name="connsiteX102" fmla="*/ 993522 w 2912392"/>
                <a:gd name="connsiteY102" fmla="*/ 382274 h 484354"/>
                <a:gd name="connsiteX103" fmla="*/ 1003266 w 2912392"/>
                <a:gd name="connsiteY103" fmla="*/ 382488 h 484354"/>
                <a:gd name="connsiteX104" fmla="*/ 1013010 w 2912392"/>
                <a:gd name="connsiteY104" fmla="*/ 382576 h 484354"/>
                <a:gd name="connsiteX105" fmla="*/ 1022754 w 2912392"/>
                <a:gd name="connsiteY105" fmla="*/ 382531 h 484354"/>
                <a:gd name="connsiteX106" fmla="*/ 1032483 w 2912392"/>
                <a:gd name="connsiteY106" fmla="*/ 382348 h 484354"/>
                <a:gd name="connsiteX107" fmla="*/ 1042227 w 2912392"/>
                <a:gd name="connsiteY107" fmla="*/ 382019 h 484354"/>
                <a:gd name="connsiteX108" fmla="*/ 1051971 w 2912392"/>
                <a:gd name="connsiteY108" fmla="*/ 381538 h 484354"/>
                <a:gd name="connsiteX109" fmla="*/ 1061715 w 2912392"/>
                <a:gd name="connsiteY109" fmla="*/ 380901 h 484354"/>
                <a:gd name="connsiteX110" fmla="*/ 1071444 w 2912392"/>
                <a:gd name="connsiteY110" fmla="*/ 380101 h 484354"/>
                <a:gd name="connsiteX111" fmla="*/ 1081188 w 2912392"/>
                <a:gd name="connsiteY111" fmla="*/ 379133 h 484354"/>
                <a:gd name="connsiteX112" fmla="*/ 1090932 w 2912392"/>
                <a:gd name="connsiteY112" fmla="*/ 377992 h 484354"/>
                <a:gd name="connsiteX113" fmla="*/ 1100676 w 2912392"/>
                <a:gd name="connsiteY113" fmla="*/ 376675 h 484354"/>
                <a:gd name="connsiteX114" fmla="*/ 1110405 w 2912392"/>
                <a:gd name="connsiteY114" fmla="*/ 375173 h 484354"/>
                <a:gd name="connsiteX115" fmla="*/ 1120149 w 2912392"/>
                <a:gd name="connsiteY115" fmla="*/ 373486 h 484354"/>
                <a:gd name="connsiteX116" fmla="*/ 1129893 w 2912392"/>
                <a:gd name="connsiteY116" fmla="*/ 371609 h 484354"/>
                <a:gd name="connsiteX117" fmla="*/ 1139637 w 2912392"/>
                <a:gd name="connsiteY117" fmla="*/ 369538 h 484354"/>
                <a:gd name="connsiteX118" fmla="*/ 1149381 w 2912392"/>
                <a:gd name="connsiteY118" fmla="*/ 367270 h 484354"/>
                <a:gd name="connsiteX119" fmla="*/ 1159110 w 2912392"/>
                <a:gd name="connsiteY119" fmla="*/ 364803 h 484354"/>
                <a:gd name="connsiteX120" fmla="*/ 1168854 w 2912392"/>
                <a:gd name="connsiteY120" fmla="*/ 362135 h 484354"/>
                <a:gd name="connsiteX121" fmla="*/ 1178598 w 2912392"/>
                <a:gd name="connsiteY121" fmla="*/ 359264 h 484354"/>
                <a:gd name="connsiteX122" fmla="*/ 1188341 w 2912392"/>
                <a:gd name="connsiteY122" fmla="*/ 356187 h 484354"/>
                <a:gd name="connsiteX123" fmla="*/ 1198070 w 2912392"/>
                <a:gd name="connsiteY123" fmla="*/ 352905 h 484354"/>
                <a:gd name="connsiteX124" fmla="*/ 1207814 w 2912392"/>
                <a:gd name="connsiteY124" fmla="*/ 349417 h 484354"/>
                <a:gd name="connsiteX125" fmla="*/ 1217558 w 2912392"/>
                <a:gd name="connsiteY125" fmla="*/ 345722 h 484354"/>
                <a:gd name="connsiteX126" fmla="*/ 1227302 w 2912392"/>
                <a:gd name="connsiteY126" fmla="*/ 341824 h 484354"/>
                <a:gd name="connsiteX127" fmla="*/ 1237031 w 2912392"/>
                <a:gd name="connsiteY127" fmla="*/ 337721 h 484354"/>
                <a:gd name="connsiteX128" fmla="*/ 1246775 w 2912392"/>
                <a:gd name="connsiteY128" fmla="*/ 333418 h 484354"/>
                <a:gd name="connsiteX129" fmla="*/ 1256519 w 2912392"/>
                <a:gd name="connsiteY129" fmla="*/ 328914 h 484354"/>
                <a:gd name="connsiteX130" fmla="*/ 1266263 w 2912392"/>
                <a:gd name="connsiteY130" fmla="*/ 324214 h 484354"/>
                <a:gd name="connsiteX131" fmla="*/ 1276007 w 2912392"/>
                <a:gd name="connsiteY131" fmla="*/ 319319 h 484354"/>
                <a:gd name="connsiteX132" fmla="*/ 1285736 w 2912392"/>
                <a:gd name="connsiteY132" fmla="*/ 314236 h 484354"/>
                <a:gd name="connsiteX133" fmla="*/ 1295480 w 2912392"/>
                <a:gd name="connsiteY133" fmla="*/ 308969 h 484354"/>
                <a:gd name="connsiteX134" fmla="*/ 1305224 w 2912392"/>
                <a:gd name="connsiteY134" fmla="*/ 303521 h 484354"/>
                <a:gd name="connsiteX135" fmla="*/ 1314968 w 2912392"/>
                <a:gd name="connsiteY135" fmla="*/ 297899 h 484354"/>
                <a:gd name="connsiteX136" fmla="*/ 1324697 w 2912392"/>
                <a:gd name="connsiteY136" fmla="*/ 292109 h 484354"/>
                <a:gd name="connsiteX137" fmla="*/ 1334441 w 2912392"/>
                <a:gd name="connsiteY137" fmla="*/ 286157 h 484354"/>
                <a:gd name="connsiteX138" fmla="*/ 1344185 w 2912392"/>
                <a:gd name="connsiteY138" fmla="*/ 280053 h 484354"/>
                <a:gd name="connsiteX139" fmla="*/ 1353929 w 2912392"/>
                <a:gd name="connsiteY139" fmla="*/ 273802 h 484354"/>
                <a:gd name="connsiteX140" fmla="*/ 1363658 w 2912392"/>
                <a:gd name="connsiteY140" fmla="*/ 267411 h 484354"/>
                <a:gd name="connsiteX141" fmla="*/ 1373402 w 2912392"/>
                <a:gd name="connsiteY141" fmla="*/ 260890 h 484354"/>
                <a:gd name="connsiteX142" fmla="*/ 1383146 w 2912392"/>
                <a:gd name="connsiteY142" fmla="*/ 254250 h 484354"/>
                <a:gd name="connsiteX143" fmla="*/ 1392890 w 2912392"/>
                <a:gd name="connsiteY143" fmla="*/ 247497 h 484354"/>
                <a:gd name="connsiteX144" fmla="*/ 1402619 w 2912392"/>
                <a:gd name="connsiteY144" fmla="*/ 240644 h 484354"/>
                <a:gd name="connsiteX145" fmla="*/ 1412363 w 2912392"/>
                <a:gd name="connsiteY145" fmla="*/ 233699 h 484354"/>
                <a:gd name="connsiteX146" fmla="*/ 1422106 w 2912392"/>
                <a:gd name="connsiteY146" fmla="*/ 226673 h 484354"/>
                <a:gd name="connsiteX147" fmla="*/ 1431850 w 2912392"/>
                <a:gd name="connsiteY147" fmla="*/ 219577 h 484354"/>
                <a:gd name="connsiteX148" fmla="*/ 1441594 w 2912392"/>
                <a:gd name="connsiteY148" fmla="*/ 212421 h 484354"/>
                <a:gd name="connsiteX149" fmla="*/ 1451323 w 2912392"/>
                <a:gd name="connsiteY149" fmla="*/ 205219 h 484354"/>
                <a:gd name="connsiteX150" fmla="*/ 1461067 w 2912392"/>
                <a:gd name="connsiteY150" fmla="*/ 197979 h 484354"/>
                <a:gd name="connsiteX151" fmla="*/ 1470811 w 2912392"/>
                <a:gd name="connsiteY151" fmla="*/ 190716 h 484354"/>
                <a:gd name="connsiteX152" fmla="*/ 1480555 w 2912392"/>
                <a:gd name="connsiteY152" fmla="*/ 183439 h 484354"/>
                <a:gd name="connsiteX153" fmla="*/ 1490284 w 2912392"/>
                <a:gd name="connsiteY153" fmla="*/ 176163 h 484354"/>
                <a:gd name="connsiteX154" fmla="*/ 1500028 w 2912392"/>
                <a:gd name="connsiteY154" fmla="*/ 168896 h 484354"/>
                <a:gd name="connsiteX155" fmla="*/ 1509772 w 2912392"/>
                <a:gd name="connsiteY155" fmla="*/ 161654 h 484354"/>
                <a:gd name="connsiteX156" fmla="*/ 1519516 w 2912392"/>
                <a:gd name="connsiteY156" fmla="*/ 154447 h 484354"/>
                <a:gd name="connsiteX157" fmla="*/ 1529245 w 2912392"/>
                <a:gd name="connsiteY157" fmla="*/ 147287 h 484354"/>
                <a:gd name="connsiteX158" fmla="*/ 1538989 w 2912392"/>
                <a:gd name="connsiteY158" fmla="*/ 140188 h 484354"/>
                <a:gd name="connsiteX159" fmla="*/ 1548733 w 2912392"/>
                <a:gd name="connsiteY159" fmla="*/ 133158 h 484354"/>
                <a:gd name="connsiteX160" fmla="*/ 1558477 w 2912392"/>
                <a:gd name="connsiteY160" fmla="*/ 126212 h 484354"/>
                <a:gd name="connsiteX161" fmla="*/ 1568221 w 2912392"/>
                <a:gd name="connsiteY161" fmla="*/ 119360 h 484354"/>
                <a:gd name="connsiteX162" fmla="*/ 1577950 w 2912392"/>
                <a:gd name="connsiteY162" fmla="*/ 112614 h 484354"/>
                <a:gd name="connsiteX163" fmla="*/ 1587694 w 2912392"/>
                <a:gd name="connsiteY163" fmla="*/ 105985 h 484354"/>
                <a:gd name="connsiteX164" fmla="*/ 1597438 w 2912392"/>
                <a:gd name="connsiteY164" fmla="*/ 99484 h 484354"/>
                <a:gd name="connsiteX165" fmla="*/ 1607182 w 2912392"/>
                <a:gd name="connsiteY165" fmla="*/ 93120 h 484354"/>
                <a:gd name="connsiteX166" fmla="*/ 1616911 w 2912392"/>
                <a:gd name="connsiteY166" fmla="*/ 86906 h 484354"/>
                <a:gd name="connsiteX167" fmla="*/ 1626655 w 2912392"/>
                <a:gd name="connsiteY167" fmla="*/ 80849 h 484354"/>
                <a:gd name="connsiteX168" fmla="*/ 1636399 w 2912392"/>
                <a:gd name="connsiteY168" fmla="*/ 74960 h 484354"/>
                <a:gd name="connsiteX169" fmla="*/ 1646142 w 2912392"/>
                <a:gd name="connsiteY169" fmla="*/ 69248 h 484354"/>
                <a:gd name="connsiteX170" fmla="*/ 1655872 w 2912392"/>
                <a:gd name="connsiteY170" fmla="*/ 63722 h 484354"/>
                <a:gd name="connsiteX171" fmla="*/ 1665616 w 2912392"/>
                <a:gd name="connsiteY171" fmla="*/ 58388 h 484354"/>
                <a:gd name="connsiteX172" fmla="*/ 1675359 w 2912392"/>
                <a:gd name="connsiteY172" fmla="*/ 53255 h 484354"/>
                <a:gd name="connsiteX173" fmla="*/ 1685103 w 2912392"/>
                <a:gd name="connsiteY173" fmla="*/ 48331 h 484354"/>
                <a:gd name="connsiteX174" fmla="*/ 1694832 w 2912392"/>
                <a:gd name="connsiteY174" fmla="*/ 43623 h 484354"/>
                <a:gd name="connsiteX175" fmla="*/ 1704576 w 2912392"/>
                <a:gd name="connsiteY175" fmla="*/ 39135 h 484354"/>
                <a:gd name="connsiteX176" fmla="*/ 1714320 w 2912392"/>
                <a:gd name="connsiteY176" fmla="*/ 34874 h 484354"/>
                <a:gd name="connsiteX177" fmla="*/ 1724064 w 2912392"/>
                <a:gd name="connsiteY177" fmla="*/ 30847 h 484354"/>
                <a:gd name="connsiteX178" fmla="*/ 1733808 w 2912392"/>
                <a:gd name="connsiteY178" fmla="*/ 27054 h 484354"/>
                <a:gd name="connsiteX179" fmla="*/ 1743537 w 2912392"/>
                <a:gd name="connsiteY179" fmla="*/ 23503 h 484354"/>
                <a:gd name="connsiteX180" fmla="*/ 1753281 w 2912392"/>
                <a:gd name="connsiteY180" fmla="*/ 20196 h 484354"/>
                <a:gd name="connsiteX181" fmla="*/ 1763025 w 2912392"/>
                <a:gd name="connsiteY181" fmla="*/ 17137 h 484354"/>
                <a:gd name="connsiteX182" fmla="*/ 1772769 w 2912392"/>
                <a:gd name="connsiteY182" fmla="*/ 14325 h 484354"/>
                <a:gd name="connsiteX183" fmla="*/ 1782498 w 2912392"/>
                <a:gd name="connsiteY183" fmla="*/ 11766 h 484354"/>
                <a:gd name="connsiteX184" fmla="*/ 1792242 w 2912392"/>
                <a:gd name="connsiteY184" fmla="*/ 9459 h 484354"/>
                <a:gd name="connsiteX185" fmla="*/ 1801986 w 2912392"/>
                <a:gd name="connsiteY185" fmla="*/ 7405 h 484354"/>
                <a:gd name="connsiteX186" fmla="*/ 1811730 w 2912392"/>
                <a:gd name="connsiteY186" fmla="*/ 5605 h 484354"/>
                <a:gd name="connsiteX187" fmla="*/ 1821459 w 2912392"/>
                <a:gd name="connsiteY187" fmla="*/ 4057 h 484354"/>
                <a:gd name="connsiteX188" fmla="*/ 1831203 w 2912392"/>
                <a:gd name="connsiteY188" fmla="*/ 2762 h 484354"/>
                <a:gd name="connsiteX189" fmla="*/ 1840947 w 2912392"/>
                <a:gd name="connsiteY189" fmla="*/ 1718 h 484354"/>
                <a:gd name="connsiteX190" fmla="*/ 1850691 w 2912392"/>
                <a:gd name="connsiteY190" fmla="*/ 921 h 484354"/>
                <a:gd name="connsiteX191" fmla="*/ 1860435 w 2912392"/>
                <a:gd name="connsiteY191" fmla="*/ 371 h 484354"/>
                <a:gd name="connsiteX192" fmla="*/ 1870164 w 2912392"/>
                <a:gd name="connsiteY192" fmla="*/ 66 h 484354"/>
                <a:gd name="connsiteX193" fmla="*/ 1879908 w 2912392"/>
                <a:gd name="connsiteY193" fmla="*/ 0 h 484354"/>
                <a:gd name="connsiteX194" fmla="*/ 1889652 w 2912392"/>
                <a:gd name="connsiteY194" fmla="*/ 170 h 484354"/>
                <a:gd name="connsiteX195" fmla="*/ 1899395 w 2912392"/>
                <a:gd name="connsiteY195" fmla="*/ 572 h 484354"/>
                <a:gd name="connsiteX196" fmla="*/ 1909124 w 2912392"/>
                <a:gd name="connsiteY196" fmla="*/ 1202 h 484354"/>
                <a:gd name="connsiteX197" fmla="*/ 1918868 w 2912392"/>
                <a:gd name="connsiteY197" fmla="*/ 2056 h 484354"/>
                <a:gd name="connsiteX198" fmla="*/ 1928612 w 2912392"/>
                <a:gd name="connsiteY198" fmla="*/ 3126 h 484354"/>
                <a:gd name="connsiteX199" fmla="*/ 1938356 w 2912392"/>
                <a:gd name="connsiteY199" fmla="*/ 4409 h 484354"/>
                <a:gd name="connsiteX200" fmla="*/ 1948085 w 2912392"/>
                <a:gd name="connsiteY200" fmla="*/ 5897 h 484354"/>
                <a:gd name="connsiteX201" fmla="*/ 1957829 w 2912392"/>
                <a:gd name="connsiteY201" fmla="*/ 7585 h 484354"/>
                <a:gd name="connsiteX202" fmla="*/ 1967573 w 2912392"/>
                <a:gd name="connsiteY202" fmla="*/ 9465 h 484354"/>
                <a:gd name="connsiteX203" fmla="*/ 1977317 w 2912392"/>
                <a:gd name="connsiteY203" fmla="*/ 11532 h 484354"/>
                <a:gd name="connsiteX204" fmla="*/ 1987046 w 2912392"/>
                <a:gd name="connsiteY204" fmla="*/ 13779 h 484354"/>
                <a:gd name="connsiteX205" fmla="*/ 1996790 w 2912392"/>
                <a:gd name="connsiteY205" fmla="*/ 16198 h 484354"/>
                <a:gd name="connsiteX206" fmla="*/ 2006534 w 2912392"/>
                <a:gd name="connsiteY206" fmla="*/ 18780 h 484354"/>
                <a:gd name="connsiteX207" fmla="*/ 2016278 w 2912392"/>
                <a:gd name="connsiteY207" fmla="*/ 21522 h 484354"/>
                <a:gd name="connsiteX208" fmla="*/ 2026022 w 2912392"/>
                <a:gd name="connsiteY208" fmla="*/ 24411 h 484354"/>
                <a:gd name="connsiteX209" fmla="*/ 2035751 w 2912392"/>
                <a:gd name="connsiteY209" fmla="*/ 27442 h 484354"/>
                <a:gd name="connsiteX210" fmla="*/ 2045495 w 2912392"/>
                <a:gd name="connsiteY210" fmla="*/ 30607 h 484354"/>
                <a:gd name="connsiteX211" fmla="*/ 2055239 w 2912392"/>
                <a:gd name="connsiteY211" fmla="*/ 33897 h 484354"/>
                <a:gd name="connsiteX212" fmla="*/ 2064983 w 2912392"/>
                <a:gd name="connsiteY212" fmla="*/ 37306 h 484354"/>
                <a:gd name="connsiteX213" fmla="*/ 2074712 w 2912392"/>
                <a:gd name="connsiteY213" fmla="*/ 40823 h 484354"/>
                <a:gd name="connsiteX214" fmla="*/ 2084456 w 2912392"/>
                <a:gd name="connsiteY214" fmla="*/ 44442 h 484354"/>
                <a:gd name="connsiteX215" fmla="*/ 2094200 w 2912392"/>
                <a:gd name="connsiteY215" fmla="*/ 48154 h 484354"/>
                <a:gd name="connsiteX216" fmla="*/ 2103944 w 2912392"/>
                <a:gd name="connsiteY216" fmla="*/ 51950 h 484354"/>
                <a:gd name="connsiteX217" fmla="*/ 2113673 w 2912392"/>
                <a:gd name="connsiteY217" fmla="*/ 55824 h 484354"/>
                <a:gd name="connsiteX218" fmla="*/ 2123417 w 2912392"/>
                <a:gd name="connsiteY218" fmla="*/ 59767 h 484354"/>
                <a:gd name="connsiteX219" fmla="*/ 2133161 w 2912392"/>
                <a:gd name="connsiteY219" fmla="*/ 63769 h 484354"/>
                <a:gd name="connsiteX220" fmla="*/ 2142905 w 2912392"/>
                <a:gd name="connsiteY220" fmla="*/ 67826 h 484354"/>
                <a:gd name="connsiteX221" fmla="*/ 2152649 w 2912392"/>
                <a:gd name="connsiteY221" fmla="*/ 71926 h 484354"/>
                <a:gd name="connsiteX222" fmla="*/ 2162377 w 2912392"/>
                <a:gd name="connsiteY222" fmla="*/ 76065 h 484354"/>
                <a:gd name="connsiteX223" fmla="*/ 2172121 w 2912392"/>
                <a:gd name="connsiteY223" fmla="*/ 80233 h 484354"/>
                <a:gd name="connsiteX224" fmla="*/ 2181865 w 2912392"/>
                <a:gd name="connsiteY224" fmla="*/ 84422 h 484354"/>
                <a:gd name="connsiteX225" fmla="*/ 2191609 w 2912392"/>
                <a:gd name="connsiteY225" fmla="*/ 88627 h 484354"/>
                <a:gd name="connsiteX226" fmla="*/ 2201338 w 2912392"/>
                <a:gd name="connsiteY226" fmla="*/ 92837 h 484354"/>
                <a:gd name="connsiteX227" fmla="*/ 2211082 w 2912392"/>
                <a:gd name="connsiteY227" fmla="*/ 97049 h 484354"/>
                <a:gd name="connsiteX228" fmla="*/ 2220826 w 2912392"/>
                <a:gd name="connsiteY228" fmla="*/ 101255 h 484354"/>
                <a:gd name="connsiteX229" fmla="*/ 2230570 w 2912392"/>
                <a:gd name="connsiteY229" fmla="*/ 105446 h 484354"/>
                <a:gd name="connsiteX230" fmla="*/ 2240299 w 2912392"/>
                <a:gd name="connsiteY230" fmla="*/ 109618 h 484354"/>
                <a:gd name="connsiteX231" fmla="*/ 2250043 w 2912392"/>
                <a:gd name="connsiteY231" fmla="*/ 113763 h 484354"/>
                <a:gd name="connsiteX232" fmla="*/ 2259787 w 2912392"/>
                <a:gd name="connsiteY232" fmla="*/ 117875 h 484354"/>
                <a:gd name="connsiteX233" fmla="*/ 2269531 w 2912392"/>
                <a:gd name="connsiteY233" fmla="*/ 121948 h 484354"/>
                <a:gd name="connsiteX234" fmla="*/ 2279260 w 2912392"/>
                <a:gd name="connsiteY234" fmla="*/ 125978 h 484354"/>
                <a:gd name="connsiteX235" fmla="*/ 2289004 w 2912392"/>
                <a:gd name="connsiteY235" fmla="*/ 129956 h 484354"/>
                <a:gd name="connsiteX236" fmla="*/ 2298748 w 2912392"/>
                <a:gd name="connsiteY236" fmla="*/ 133881 h 484354"/>
                <a:gd name="connsiteX237" fmla="*/ 2308492 w 2912392"/>
                <a:gd name="connsiteY237" fmla="*/ 137743 h 484354"/>
                <a:gd name="connsiteX238" fmla="*/ 2318236 w 2912392"/>
                <a:gd name="connsiteY238" fmla="*/ 141540 h 484354"/>
                <a:gd name="connsiteX239" fmla="*/ 2327965 w 2912392"/>
                <a:gd name="connsiteY239" fmla="*/ 145267 h 484354"/>
                <a:gd name="connsiteX240" fmla="*/ 2337709 w 2912392"/>
                <a:gd name="connsiteY240" fmla="*/ 148920 h 484354"/>
                <a:gd name="connsiteX241" fmla="*/ 2347453 w 2912392"/>
                <a:gd name="connsiteY241" fmla="*/ 152493 h 484354"/>
                <a:gd name="connsiteX242" fmla="*/ 2357197 w 2912392"/>
                <a:gd name="connsiteY242" fmla="*/ 155982 h 484354"/>
                <a:gd name="connsiteX243" fmla="*/ 2366926 w 2912392"/>
                <a:gd name="connsiteY243" fmla="*/ 159385 h 484354"/>
                <a:gd name="connsiteX244" fmla="*/ 2376670 w 2912392"/>
                <a:gd name="connsiteY244" fmla="*/ 162697 h 484354"/>
                <a:gd name="connsiteX245" fmla="*/ 2386413 w 2912392"/>
                <a:gd name="connsiteY245" fmla="*/ 165915 h 484354"/>
                <a:gd name="connsiteX246" fmla="*/ 2396157 w 2912392"/>
                <a:gd name="connsiteY246" fmla="*/ 169036 h 484354"/>
                <a:gd name="connsiteX247" fmla="*/ 2405886 w 2912392"/>
                <a:gd name="connsiteY247" fmla="*/ 172056 h 484354"/>
                <a:gd name="connsiteX248" fmla="*/ 2415630 w 2912392"/>
                <a:gd name="connsiteY248" fmla="*/ 174977 h 484354"/>
                <a:gd name="connsiteX249" fmla="*/ 2425374 w 2912392"/>
                <a:gd name="connsiteY249" fmla="*/ 177790 h 484354"/>
                <a:gd name="connsiteX250" fmla="*/ 2435118 w 2912392"/>
                <a:gd name="connsiteY250" fmla="*/ 180497 h 484354"/>
                <a:gd name="connsiteX251" fmla="*/ 2444862 w 2912392"/>
                <a:gd name="connsiteY251" fmla="*/ 183095 h 484354"/>
                <a:gd name="connsiteX252" fmla="*/ 2454591 w 2912392"/>
                <a:gd name="connsiteY252" fmla="*/ 185583 h 484354"/>
                <a:gd name="connsiteX253" fmla="*/ 2464335 w 2912392"/>
                <a:gd name="connsiteY253" fmla="*/ 187960 h 484354"/>
                <a:gd name="connsiteX254" fmla="*/ 2474079 w 2912392"/>
                <a:gd name="connsiteY254" fmla="*/ 190221 h 484354"/>
                <a:gd name="connsiteX255" fmla="*/ 2483823 w 2912392"/>
                <a:gd name="connsiteY255" fmla="*/ 192370 h 484354"/>
                <a:gd name="connsiteX256" fmla="*/ 2493552 w 2912392"/>
                <a:gd name="connsiteY256" fmla="*/ 194403 h 484354"/>
                <a:gd name="connsiteX257" fmla="*/ 2503296 w 2912392"/>
                <a:gd name="connsiteY257" fmla="*/ 196322 h 484354"/>
                <a:gd name="connsiteX258" fmla="*/ 2513040 w 2912392"/>
                <a:gd name="connsiteY258" fmla="*/ 198125 h 484354"/>
                <a:gd name="connsiteX259" fmla="*/ 2522784 w 2912392"/>
                <a:gd name="connsiteY259" fmla="*/ 199812 h 484354"/>
                <a:gd name="connsiteX260" fmla="*/ 2532513 w 2912392"/>
                <a:gd name="connsiteY260" fmla="*/ 201384 h 484354"/>
                <a:gd name="connsiteX261" fmla="*/ 2542257 w 2912392"/>
                <a:gd name="connsiteY261" fmla="*/ 202841 h 484354"/>
                <a:gd name="connsiteX262" fmla="*/ 2552001 w 2912392"/>
                <a:gd name="connsiteY262" fmla="*/ 204183 h 484354"/>
                <a:gd name="connsiteX263" fmla="*/ 2561745 w 2912392"/>
                <a:gd name="connsiteY263" fmla="*/ 205411 h 484354"/>
                <a:gd name="connsiteX264" fmla="*/ 2571474 w 2912392"/>
                <a:gd name="connsiteY264" fmla="*/ 206528 h 484354"/>
                <a:gd name="connsiteX265" fmla="*/ 2581218 w 2912392"/>
                <a:gd name="connsiteY265" fmla="*/ 207532 h 484354"/>
                <a:gd name="connsiteX266" fmla="*/ 2590962 w 2912392"/>
                <a:gd name="connsiteY266" fmla="*/ 208428 h 484354"/>
                <a:gd name="connsiteX267" fmla="*/ 2600705 w 2912392"/>
                <a:gd name="connsiteY267" fmla="*/ 209214 h 484354"/>
                <a:gd name="connsiteX268" fmla="*/ 2610449 w 2912392"/>
                <a:gd name="connsiteY268" fmla="*/ 209894 h 484354"/>
                <a:gd name="connsiteX269" fmla="*/ 2620178 w 2912392"/>
                <a:gd name="connsiteY269" fmla="*/ 210470 h 484354"/>
                <a:gd name="connsiteX270" fmla="*/ 2629922 w 2912392"/>
                <a:gd name="connsiteY270" fmla="*/ 210944 h 484354"/>
                <a:gd name="connsiteX271" fmla="*/ 2639666 w 2912392"/>
                <a:gd name="connsiteY271" fmla="*/ 211318 h 484354"/>
                <a:gd name="connsiteX272" fmla="*/ 2649410 w 2912392"/>
                <a:gd name="connsiteY272" fmla="*/ 211595 h 484354"/>
                <a:gd name="connsiteX273" fmla="*/ 2659139 w 2912392"/>
                <a:gd name="connsiteY273" fmla="*/ 211779 h 484354"/>
                <a:gd name="connsiteX274" fmla="*/ 2668883 w 2912392"/>
                <a:gd name="connsiteY274" fmla="*/ 211870 h 484354"/>
                <a:gd name="connsiteX275" fmla="*/ 2678627 w 2912392"/>
                <a:gd name="connsiteY275" fmla="*/ 211871 h 484354"/>
                <a:gd name="connsiteX276" fmla="*/ 2688371 w 2912392"/>
                <a:gd name="connsiteY276" fmla="*/ 211788 h 484354"/>
                <a:gd name="connsiteX277" fmla="*/ 2698100 w 2912392"/>
                <a:gd name="connsiteY277" fmla="*/ 211622 h 484354"/>
                <a:gd name="connsiteX278" fmla="*/ 2707844 w 2912392"/>
                <a:gd name="connsiteY278" fmla="*/ 211378 h 484354"/>
                <a:gd name="connsiteX279" fmla="*/ 2717588 w 2912392"/>
                <a:gd name="connsiteY279" fmla="*/ 211057 h 484354"/>
                <a:gd name="connsiteX280" fmla="*/ 2727332 w 2912392"/>
                <a:gd name="connsiteY280" fmla="*/ 210667 h 484354"/>
                <a:gd name="connsiteX281" fmla="*/ 2737076 w 2912392"/>
                <a:gd name="connsiteY281" fmla="*/ 210208 h 484354"/>
                <a:gd name="connsiteX282" fmla="*/ 2746805 w 2912392"/>
                <a:gd name="connsiteY282" fmla="*/ 209684 h 484354"/>
                <a:gd name="connsiteX283" fmla="*/ 2756549 w 2912392"/>
                <a:gd name="connsiteY283" fmla="*/ 209101 h 484354"/>
                <a:gd name="connsiteX284" fmla="*/ 2766293 w 2912392"/>
                <a:gd name="connsiteY284" fmla="*/ 208461 h 484354"/>
                <a:gd name="connsiteX285" fmla="*/ 2776037 w 2912392"/>
                <a:gd name="connsiteY285" fmla="*/ 207769 h 484354"/>
                <a:gd name="connsiteX286" fmla="*/ 2785766 w 2912392"/>
                <a:gd name="connsiteY286" fmla="*/ 207029 h 484354"/>
                <a:gd name="connsiteX287" fmla="*/ 2795510 w 2912392"/>
                <a:gd name="connsiteY287" fmla="*/ 206245 h 484354"/>
                <a:gd name="connsiteX288" fmla="*/ 2805254 w 2912392"/>
                <a:gd name="connsiteY288" fmla="*/ 205423 h 484354"/>
                <a:gd name="connsiteX289" fmla="*/ 2814998 w 2912392"/>
                <a:gd name="connsiteY289" fmla="*/ 204565 h 484354"/>
                <a:gd name="connsiteX290" fmla="*/ 2824727 w 2912392"/>
                <a:gd name="connsiteY290" fmla="*/ 203675 h 484354"/>
                <a:gd name="connsiteX291" fmla="*/ 2834471 w 2912392"/>
                <a:gd name="connsiteY291" fmla="*/ 202757 h 484354"/>
                <a:gd name="connsiteX292" fmla="*/ 2844215 w 2912392"/>
                <a:gd name="connsiteY292" fmla="*/ 201819 h 484354"/>
                <a:gd name="connsiteX293" fmla="*/ 2853958 w 2912392"/>
                <a:gd name="connsiteY293" fmla="*/ 200862 h 484354"/>
                <a:gd name="connsiteX294" fmla="*/ 2863687 w 2912392"/>
                <a:gd name="connsiteY294" fmla="*/ 199892 h 484354"/>
                <a:gd name="connsiteX295" fmla="*/ 2873431 w 2912392"/>
                <a:gd name="connsiteY295" fmla="*/ 198912 h 484354"/>
                <a:gd name="connsiteX296" fmla="*/ 2883175 w 2912392"/>
                <a:gd name="connsiteY296" fmla="*/ 197926 h 484354"/>
                <a:gd name="connsiteX297" fmla="*/ 2892919 w 2912392"/>
                <a:gd name="connsiteY297" fmla="*/ 196939 h 484354"/>
                <a:gd name="connsiteX298" fmla="*/ 2902663 w 2912392"/>
                <a:gd name="connsiteY298" fmla="*/ 195956 h 484354"/>
                <a:gd name="connsiteX299" fmla="*/ 2912392 w 2912392"/>
                <a:gd name="connsiteY299" fmla="*/ 194982 h 484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84354">
                  <a:moveTo>
                    <a:pt x="0" y="484354"/>
                  </a:moveTo>
                  <a:lnTo>
                    <a:pt x="9739" y="482274"/>
                  </a:lnTo>
                  <a:lnTo>
                    <a:pt x="19480" y="480023"/>
                  </a:lnTo>
                  <a:lnTo>
                    <a:pt x="29221" y="477609"/>
                  </a:lnTo>
                  <a:lnTo>
                    <a:pt x="38961" y="475039"/>
                  </a:lnTo>
                  <a:lnTo>
                    <a:pt x="48702" y="472323"/>
                  </a:lnTo>
                  <a:lnTo>
                    <a:pt x="58443" y="469471"/>
                  </a:lnTo>
                  <a:lnTo>
                    <a:pt x="68182" y="466493"/>
                  </a:lnTo>
                  <a:lnTo>
                    <a:pt x="77923" y="463399"/>
                  </a:lnTo>
                  <a:lnTo>
                    <a:pt x="87664" y="460195"/>
                  </a:lnTo>
                  <a:lnTo>
                    <a:pt x="97404" y="456897"/>
                  </a:lnTo>
                  <a:lnTo>
                    <a:pt x="107145" y="453510"/>
                  </a:lnTo>
                  <a:lnTo>
                    <a:pt x="116886" y="450048"/>
                  </a:lnTo>
                  <a:lnTo>
                    <a:pt x="126625" y="446518"/>
                  </a:lnTo>
                  <a:lnTo>
                    <a:pt x="136366" y="442933"/>
                  </a:lnTo>
                  <a:lnTo>
                    <a:pt x="146107" y="439301"/>
                  </a:lnTo>
                  <a:lnTo>
                    <a:pt x="155846" y="435633"/>
                  </a:lnTo>
                  <a:lnTo>
                    <a:pt x="165587" y="431938"/>
                  </a:lnTo>
                  <a:lnTo>
                    <a:pt x="175328" y="428227"/>
                  </a:lnTo>
                  <a:lnTo>
                    <a:pt x="185068" y="424509"/>
                  </a:lnTo>
                  <a:lnTo>
                    <a:pt x="194809" y="420793"/>
                  </a:lnTo>
                  <a:lnTo>
                    <a:pt x="204550" y="417088"/>
                  </a:lnTo>
                  <a:lnTo>
                    <a:pt x="214289" y="413404"/>
                  </a:lnTo>
                  <a:lnTo>
                    <a:pt x="224030" y="409747"/>
                  </a:lnTo>
                  <a:lnTo>
                    <a:pt x="233771" y="406128"/>
                  </a:lnTo>
                  <a:lnTo>
                    <a:pt x="243510" y="402554"/>
                  </a:lnTo>
                  <a:lnTo>
                    <a:pt x="253251" y="399032"/>
                  </a:lnTo>
                  <a:lnTo>
                    <a:pt x="262992" y="395570"/>
                  </a:lnTo>
                  <a:lnTo>
                    <a:pt x="272732" y="392176"/>
                  </a:lnTo>
                  <a:lnTo>
                    <a:pt x="282473" y="388853"/>
                  </a:lnTo>
                  <a:lnTo>
                    <a:pt x="292214" y="385611"/>
                  </a:lnTo>
                  <a:lnTo>
                    <a:pt x="301953" y="382452"/>
                  </a:lnTo>
                  <a:lnTo>
                    <a:pt x="311694" y="379386"/>
                  </a:lnTo>
                  <a:lnTo>
                    <a:pt x="321435" y="376414"/>
                  </a:lnTo>
                  <a:lnTo>
                    <a:pt x="331175" y="373543"/>
                  </a:lnTo>
                  <a:lnTo>
                    <a:pt x="340916" y="370775"/>
                  </a:lnTo>
                  <a:lnTo>
                    <a:pt x="350656" y="368115"/>
                  </a:lnTo>
                  <a:lnTo>
                    <a:pt x="360396" y="365567"/>
                  </a:lnTo>
                  <a:lnTo>
                    <a:pt x="370137" y="363133"/>
                  </a:lnTo>
                  <a:lnTo>
                    <a:pt x="379878" y="360816"/>
                  </a:lnTo>
                  <a:lnTo>
                    <a:pt x="389617" y="358619"/>
                  </a:lnTo>
                  <a:lnTo>
                    <a:pt x="399358" y="356540"/>
                  </a:lnTo>
                  <a:lnTo>
                    <a:pt x="409099" y="354585"/>
                  </a:lnTo>
                  <a:lnTo>
                    <a:pt x="418839" y="352754"/>
                  </a:lnTo>
                  <a:lnTo>
                    <a:pt x="428580" y="351045"/>
                  </a:lnTo>
                  <a:lnTo>
                    <a:pt x="438321" y="349463"/>
                  </a:lnTo>
                  <a:lnTo>
                    <a:pt x="448060" y="348003"/>
                  </a:lnTo>
                  <a:lnTo>
                    <a:pt x="457801" y="346670"/>
                  </a:lnTo>
                  <a:lnTo>
                    <a:pt x="467542" y="345458"/>
                  </a:lnTo>
                  <a:lnTo>
                    <a:pt x="477281" y="344372"/>
                  </a:lnTo>
                  <a:lnTo>
                    <a:pt x="487022" y="343407"/>
                  </a:lnTo>
                  <a:lnTo>
                    <a:pt x="496763" y="342562"/>
                  </a:lnTo>
                  <a:lnTo>
                    <a:pt x="506503" y="341836"/>
                  </a:lnTo>
                  <a:lnTo>
                    <a:pt x="516244" y="341228"/>
                  </a:lnTo>
                  <a:lnTo>
                    <a:pt x="525985" y="340737"/>
                  </a:lnTo>
                  <a:lnTo>
                    <a:pt x="535724" y="340358"/>
                  </a:lnTo>
                  <a:lnTo>
                    <a:pt x="545465" y="340090"/>
                  </a:lnTo>
                  <a:lnTo>
                    <a:pt x="555206" y="339931"/>
                  </a:lnTo>
                  <a:lnTo>
                    <a:pt x="564946" y="339879"/>
                  </a:lnTo>
                  <a:lnTo>
                    <a:pt x="574687" y="339928"/>
                  </a:lnTo>
                  <a:lnTo>
                    <a:pt x="584428" y="340078"/>
                  </a:lnTo>
                  <a:lnTo>
                    <a:pt x="594167" y="340326"/>
                  </a:lnTo>
                  <a:lnTo>
                    <a:pt x="603908" y="340667"/>
                  </a:lnTo>
                  <a:lnTo>
                    <a:pt x="613649" y="341099"/>
                  </a:lnTo>
                  <a:lnTo>
                    <a:pt x="623388" y="341617"/>
                  </a:lnTo>
                  <a:lnTo>
                    <a:pt x="633129" y="342221"/>
                  </a:lnTo>
                  <a:lnTo>
                    <a:pt x="642870" y="342903"/>
                  </a:lnTo>
                  <a:lnTo>
                    <a:pt x="652610" y="343661"/>
                  </a:lnTo>
                  <a:lnTo>
                    <a:pt x="662351" y="344493"/>
                  </a:lnTo>
                  <a:lnTo>
                    <a:pt x="672092" y="345393"/>
                  </a:lnTo>
                  <a:lnTo>
                    <a:pt x="681831" y="346357"/>
                  </a:lnTo>
                  <a:lnTo>
                    <a:pt x="691572" y="347382"/>
                  </a:lnTo>
                  <a:lnTo>
                    <a:pt x="701313" y="348462"/>
                  </a:lnTo>
                  <a:lnTo>
                    <a:pt x="711052" y="349596"/>
                  </a:lnTo>
                  <a:lnTo>
                    <a:pt x="720793" y="350776"/>
                  </a:lnTo>
                  <a:lnTo>
                    <a:pt x="730534" y="351999"/>
                  </a:lnTo>
                  <a:lnTo>
                    <a:pt x="740274" y="353262"/>
                  </a:lnTo>
                  <a:lnTo>
                    <a:pt x="750015" y="354559"/>
                  </a:lnTo>
                  <a:lnTo>
                    <a:pt x="759756" y="355883"/>
                  </a:lnTo>
                  <a:lnTo>
                    <a:pt x="769495" y="357233"/>
                  </a:lnTo>
                  <a:lnTo>
                    <a:pt x="779236" y="358602"/>
                  </a:lnTo>
                  <a:lnTo>
                    <a:pt x="788977" y="359986"/>
                  </a:lnTo>
                  <a:lnTo>
                    <a:pt x="798717" y="361379"/>
                  </a:lnTo>
                  <a:lnTo>
                    <a:pt x="808458" y="362775"/>
                  </a:lnTo>
                  <a:lnTo>
                    <a:pt x="818199" y="364171"/>
                  </a:lnTo>
                  <a:lnTo>
                    <a:pt x="827938" y="365560"/>
                  </a:lnTo>
                  <a:lnTo>
                    <a:pt x="837679" y="366935"/>
                  </a:lnTo>
                  <a:lnTo>
                    <a:pt x="847420" y="368292"/>
                  </a:lnTo>
                  <a:lnTo>
                    <a:pt x="857159" y="369626"/>
                  </a:lnTo>
                  <a:lnTo>
                    <a:pt x="866900" y="370930"/>
                  </a:lnTo>
                  <a:lnTo>
                    <a:pt x="876641" y="372196"/>
                  </a:lnTo>
                  <a:lnTo>
                    <a:pt x="886381" y="373421"/>
                  </a:lnTo>
                  <a:lnTo>
                    <a:pt x="896122" y="374596"/>
                  </a:lnTo>
                  <a:lnTo>
                    <a:pt x="905863" y="375718"/>
                  </a:lnTo>
                  <a:lnTo>
                    <a:pt x="915602" y="376779"/>
                  </a:lnTo>
                  <a:lnTo>
                    <a:pt x="925343" y="377771"/>
                  </a:lnTo>
                  <a:lnTo>
                    <a:pt x="935084" y="378689"/>
                  </a:lnTo>
                  <a:lnTo>
                    <a:pt x="944824" y="379526"/>
                  </a:lnTo>
                  <a:lnTo>
                    <a:pt x="954564" y="380277"/>
                  </a:lnTo>
                  <a:lnTo>
                    <a:pt x="964305" y="380934"/>
                  </a:lnTo>
                  <a:lnTo>
                    <a:pt x="974045" y="381490"/>
                  </a:lnTo>
                  <a:lnTo>
                    <a:pt x="983786" y="381938"/>
                  </a:lnTo>
                  <a:lnTo>
                    <a:pt x="993522" y="382274"/>
                  </a:lnTo>
                  <a:lnTo>
                    <a:pt x="1003266" y="382488"/>
                  </a:lnTo>
                  <a:lnTo>
                    <a:pt x="1013010" y="382576"/>
                  </a:lnTo>
                  <a:lnTo>
                    <a:pt x="1022754" y="382531"/>
                  </a:lnTo>
                  <a:lnTo>
                    <a:pt x="1032483" y="382348"/>
                  </a:lnTo>
                  <a:lnTo>
                    <a:pt x="1042227" y="382019"/>
                  </a:lnTo>
                  <a:lnTo>
                    <a:pt x="1051971" y="381538"/>
                  </a:lnTo>
                  <a:lnTo>
                    <a:pt x="1061715" y="380901"/>
                  </a:lnTo>
                  <a:lnTo>
                    <a:pt x="1071444" y="380101"/>
                  </a:lnTo>
                  <a:lnTo>
                    <a:pt x="1081188" y="379133"/>
                  </a:lnTo>
                  <a:lnTo>
                    <a:pt x="1090932" y="377992"/>
                  </a:lnTo>
                  <a:lnTo>
                    <a:pt x="1100676" y="376675"/>
                  </a:lnTo>
                  <a:lnTo>
                    <a:pt x="1110405" y="375173"/>
                  </a:lnTo>
                  <a:lnTo>
                    <a:pt x="1120149" y="373486"/>
                  </a:lnTo>
                  <a:lnTo>
                    <a:pt x="1129893" y="371609"/>
                  </a:lnTo>
                  <a:lnTo>
                    <a:pt x="1139637" y="369538"/>
                  </a:lnTo>
                  <a:lnTo>
                    <a:pt x="1149381" y="367270"/>
                  </a:lnTo>
                  <a:lnTo>
                    <a:pt x="1159110" y="364803"/>
                  </a:lnTo>
                  <a:lnTo>
                    <a:pt x="1168854" y="362135"/>
                  </a:lnTo>
                  <a:lnTo>
                    <a:pt x="1178598" y="359264"/>
                  </a:lnTo>
                  <a:lnTo>
                    <a:pt x="1188341" y="356187"/>
                  </a:lnTo>
                  <a:lnTo>
                    <a:pt x="1198070" y="352905"/>
                  </a:lnTo>
                  <a:lnTo>
                    <a:pt x="1207814" y="349417"/>
                  </a:lnTo>
                  <a:lnTo>
                    <a:pt x="1217558" y="345722"/>
                  </a:lnTo>
                  <a:lnTo>
                    <a:pt x="1227302" y="341824"/>
                  </a:lnTo>
                  <a:lnTo>
                    <a:pt x="1237031" y="337721"/>
                  </a:lnTo>
                  <a:lnTo>
                    <a:pt x="1246775" y="333418"/>
                  </a:lnTo>
                  <a:lnTo>
                    <a:pt x="1256519" y="328914"/>
                  </a:lnTo>
                  <a:lnTo>
                    <a:pt x="1266263" y="324214"/>
                  </a:lnTo>
                  <a:lnTo>
                    <a:pt x="1276007" y="319319"/>
                  </a:lnTo>
                  <a:lnTo>
                    <a:pt x="1285736" y="314236"/>
                  </a:lnTo>
                  <a:lnTo>
                    <a:pt x="1295480" y="308969"/>
                  </a:lnTo>
                  <a:lnTo>
                    <a:pt x="1305224" y="303521"/>
                  </a:lnTo>
                  <a:lnTo>
                    <a:pt x="1314968" y="297899"/>
                  </a:lnTo>
                  <a:lnTo>
                    <a:pt x="1324697" y="292109"/>
                  </a:lnTo>
                  <a:lnTo>
                    <a:pt x="1334441" y="286157"/>
                  </a:lnTo>
                  <a:lnTo>
                    <a:pt x="1344185" y="280053"/>
                  </a:lnTo>
                  <a:lnTo>
                    <a:pt x="1353929" y="273802"/>
                  </a:lnTo>
                  <a:lnTo>
                    <a:pt x="1363658" y="267411"/>
                  </a:lnTo>
                  <a:lnTo>
                    <a:pt x="1373402" y="260890"/>
                  </a:lnTo>
                  <a:lnTo>
                    <a:pt x="1383146" y="254250"/>
                  </a:lnTo>
                  <a:lnTo>
                    <a:pt x="1392890" y="247497"/>
                  </a:lnTo>
                  <a:lnTo>
                    <a:pt x="1402619" y="240644"/>
                  </a:lnTo>
                  <a:lnTo>
                    <a:pt x="1412363" y="233699"/>
                  </a:lnTo>
                  <a:lnTo>
                    <a:pt x="1422106" y="226673"/>
                  </a:lnTo>
                  <a:lnTo>
                    <a:pt x="1431850" y="219577"/>
                  </a:lnTo>
                  <a:lnTo>
                    <a:pt x="1441594" y="212421"/>
                  </a:lnTo>
                  <a:lnTo>
                    <a:pt x="1451323" y="205219"/>
                  </a:lnTo>
                  <a:lnTo>
                    <a:pt x="1461067" y="197979"/>
                  </a:lnTo>
                  <a:lnTo>
                    <a:pt x="1470811" y="190716"/>
                  </a:lnTo>
                  <a:lnTo>
                    <a:pt x="1480555" y="183439"/>
                  </a:lnTo>
                  <a:lnTo>
                    <a:pt x="1490284" y="176163"/>
                  </a:lnTo>
                  <a:lnTo>
                    <a:pt x="1500028" y="168896"/>
                  </a:lnTo>
                  <a:lnTo>
                    <a:pt x="1509772" y="161654"/>
                  </a:lnTo>
                  <a:lnTo>
                    <a:pt x="1519516" y="154447"/>
                  </a:lnTo>
                  <a:lnTo>
                    <a:pt x="1529245" y="147287"/>
                  </a:lnTo>
                  <a:lnTo>
                    <a:pt x="1538989" y="140188"/>
                  </a:lnTo>
                  <a:lnTo>
                    <a:pt x="1548733" y="133158"/>
                  </a:lnTo>
                  <a:lnTo>
                    <a:pt x="1558477" y="126212"/>
                  </a:lnTo>
                  <a:lnTo>
                    <a:pt x="1568221" y="119360"/>
                  </a:lnTo>
                  <a:lnTo>
                    <a:pt x="1577950" y="112614"/>
                  </a:lnTo>
                  <a:lnTo>
                    <a:pt x="1587694" y="105985"/>
                  </a:lnTo>
                  <a:lnTo>
                    <a:pt x="1597438" y="99484"/>
                  </a:lnTo>
                  <a:lnTo>
                    <a:pt x="1607182" y="93120"/>
                  </a:lnTo>
                  <a:lnTo>
                    <a:pt x="1616911" y="86906"/>
                  </a:lnTo>
                  <a:lnTo>
                    <a:pt x="1626655" y="80849"/>
                  </a:lnTo>
                  <a:lnTo>
                    <a:pt x="1636399" y="74960"/>
                  </a:lnTo>
                  <a:lnTo>
                    <a:pt x="1646142" y="69248"/>
                  </a:lnTo>
                  <a:lnTo>
                    <a:pt x="1655872" y="63722"/>
                  </a:lnTo>
                  <a:lnTo>
                    <a:pt x="1665616" y="58388"/>
                  </a:lnTo>
                  <a:lnTo>
                    <a:pt x="1675359" y="53255"/>
                  </a:lnTo>
                  <a:lnTo>
                    <a:pt x="1685103" y="48331"/>
                  </a:lnTo>
                  <a:lnTo>
                    <a:pt x="1694832" y="43623"/>
                  </a:lnTo>
                  <a:lnTo>
                    <a:pt x="1704576" y="39135"/>
                  </a:lnTo>
                  <a:lnTo>
                    <a:pt x="1714320" y="34874"/>
                  </a:lnTo>
                  <a:lnTo>
                    <a:pt x="1724064" y="30847"/>
                  </a:lnTo>
                  <a:lnTo>
                    <a:pt x="1733808" y="27054"/>
                  </a:lnTo>
                  <a:lnTo>
                    <a:pt x="1743537" y="23503"/>
                  </a:lnTo>
                  <a:lnTo>
                    <a:pt x="1753281" y="20196"/>
                  </a:lnTo>
                  <a:lnTo>
                    <a:pt x="1763025" y="17137"/>
                  </a:lnTo>
                  <a:lnTo>
                    <a:pt x="1772769" y="14325"/>
                  </a:lnTo>
                  <a:lnTo>
                    <a:pt x="1782498" y="11766"/>
                  </a:lnTo>
                  <a:lnTo>
                    <a:pt x="1792242" y="9459"/>
                  </a:lnTo>
                  <a:lnTo>
                    <a:pt x="1801986" y="7405"/>
                  </a:lnTo>
                  <a:lnTo>
                    <a:pt x="1811730" y="5605"/>
                  </a:lnTo>
                  <a:lnTo>
                    <a:pt x="1821459" y="4057"/>
                  </a:lnTo>
                  <a:lnTo>
                    <a:pt x="1831203" y="2762"/>
                  </a:lnTo>
                  <a:lnTo>
                    <a:pt x="1840947" y="1718"/>
                  </a:lnTo>
                  <a:lnTo>
                    <a:pt x="1850691" y="921"/>
                  </a:lnTo>
                  <a:lnTo>
                    <a:pt x="1860435" y="371"/>
                  </a:lnTo>
                  <a:lnTo>
                    <a:pt x="1870164" y="66"/>
                  </a:lnTo>
                  <a:lnTo>
                    <a:pt x="1879908" y="0"/>
                  </a:lnTo>
                  <a:lnTo>
                    <a:pt x="1889652" y="170"/>
                  </a:lnTo>
                  <a:lnTo>
                    <a:pt x="1899395" y="572"/>
                  </a:lnTo>
                  <a:lnTo>
                    <a:pt x="1909124" y="1202"/>
                  </a:lnTo>
                  <a:lnTo>
                    <a:pt x="1918868" y="2056"/>
                  </a:lnTo>
                  <a:lnTo>
                    <a:pt x="1928612" y="3126"/>
                  </a:lnTo>
                  <a:lnTo>
                    <a:pt x="1938356" y="4409"/>
                  </a:lnTo>
                  <a:lnTo>
                    <a:pt x="1948085" y="5897"/>
                  </a:lnTo>
                  <a:lnTo>
                    <a:pt x="1957829" y="7585"/>
                  </a:lnTo>
                  <a:lnTo>
                    <a:pt x="1967573" y="9465"/>
                  </a:lnTo>
                  <a:lnTo>
                    <a:pt x="1977317" y="11532"/>
                  </a:lnTo>
                  <a:lnTo>
                    <a:pt x="1987046" y="13779"/>
                  </a:lnTo>
                  <a:lnTo>
                    <a:pt x="1996790" y="16198"/>
                  </a:lnTo>
                  <a:lnTo>
                    <a:pt x="2006534" y="18780"/>
                  </a:lnTo>
                  <a:lnTo>
                    <a:pt x="2016278" y="21522"/>
                  </a:lnTo>
                  <a:lnTo>
                    <a:pt x="2026022" y="24411"/>
                  </a:lnTo>
                  <a:lnTo>
                    <a:pt x="2035751" y="27442"/>
                  </a:lnTo>
                  <a:lnTo>
                    <a:pt x="2045495" y="30607"/>
                  </a:lnTo>
                  <a:lnTo>
                    <a:pt x="2055239" y="33897"/>
                  </a:lnTo>
                  <a:lnTo>
                    <a:pt x="2064983" y="37306"/>
                  </a:lnTo>
                  <a:lnTo>
                    <a:pt x="2074712" y="40823"/>
                  </a:lnTo>
                  <a:lnTo>
                    <a:pt x="2084456" y="44442"/>
                  </a:lnTo>
                  <a:lnTo>
                    <a:pt x="2094200" y="48154"/>
                  </a:lnTo>
                  <a:lnTo>
                    <a:pt x="2103944" y="51950"/>
                  </a:lnTo>
                  <a:lnTo>
                    <a:pt x="2113673" y="55824"/>
                  </a:lnTo>
                  <a:lnTo>
                    <a:pt x="2123417" y="59767"/>
                  </a:lnTo>
                  <a:lnTo>
                    <a:pt x="2133161" y="63769"/>
                  </a:lnTo>
                  <a:lnTo>
                    <a:pt x="2142905" y="67826"/>
                  </a:lnTo>
                  <a:lnTo>
                    <a:pt x="2152649" y="71926"/>
                  </a:lnTo>
                  <a:lnTo>
                    <a:pt x="2162377" y="76065"/>
                  </a:lnTo>
                  <a:lnTo>
                    <a:pt x="2172121" y="80233"/>
                  </a:lnTo>
                  <a:lnTo>
                    <a:pt x="2181865" y="84422"/>
                  </a:lnTo>
                  <a:lnTo>
                    <a:pt x="2191609" y="88627"/>
                  </a:lnTo>
                  <a:lnTo>
                    <a:pt x="2201338" y="92837"/>
                  </a:lnTo>
                  <a:lnTo>
                    <a:pt x="2211082" y="97049"/>
                  </a:lnTo>
                  <a:lnTo>
                    <a:pt x="2220826" y="101255"/>
                  </a:lnTo>
                  <a:lnTo>
                    <a:pt x="2230570" y="105446"/>
                  </a:lnTo>
                  <a:lnTo>
                    <a:pt x="2240299" y="109618"/>
                  </a:lnTo>
                  <a:lnTo>
                    <a:pt x="2250043" y="113763"/>
                  </a:lnTo>
                  <a:lnTo>
                    <a:pt x="2259787" y="117875"/>
                  </a:lnTo>
                  <a:lnTo>
                    <a:pt x="2269531" y="121948"/>
                  </a:lnTo>
                  <a:lnTo>
                    <a:pt x="2279260" y="125978"/>
                  </a:lnTo>
                  <a:lnTo>
                    <a:pt x="2289004" y="129956"/>
                  </a:lnTo>
                  <a:lnTo>
                    <a:pt x="2298748" y="133881"/>
                  </a:lnTo>
                  <a:lnTo>
                    <a:pt x="2308492" y="137743"/>
                  </a:lnTo>
                  <a:lnTo>
                    <a:pt x="2318236" y="141540"/>
                  </a:lnTo>
                  <a:lnTo>
                    <a:pt x="2327965" y="145267"/>
                  </a:lnTo>
                  <a:lnTo>
                    <a:pt x="2337709" y="148920"/>
                  </a:lnTo>
                  <a:lnTo>
                    <a:pt x="2347453" y="152493"/>
                  </a:lnTo>
                  <a:lnTo>
                    <a:pt x="2357197" y="155982"/>
                  </a:lnTo>
                  <a:lnTo>
                    <a:pt x="2366926" y="159385"/>
                  </a:lnTo>
                  <a:lnTo>
                    <a:pt x="2376670" y="162697"/>
                  </a:lnTo>
                  <a:lnTo>
                    <a:pt x="2386413" y="165915"/>
                  </a:lnTo>
                  <a:lnTo>
                    <a:pt x="2396157" y="169036"/>
                  </a:lnTo>
                  <a:lnTo>
                    <a:pt x="2405886" y="172056"/>
                  </a:lnTo>
                  <a:lnTo>
                    <a:pt x="2415630" y="174977"/>
                  </a:lnTo>
                  <a:lnTo>
                    <a:pt x="2425374" y="177790"/>
                  </a:lnTo>
                  <a:lnTo>
                    <a:pt x="2435118" y="180497"/>
                  </a:lnTo>
                  <a:lnTo>
                    <a:pt x="2444862" y="183095"/>
                  </a:lnTo>
                  <a:lnTo>
                    <a:pt x="2454591" y="185583"/>
                  </a:lnTo>
                  <a:lnTo>
                    <a:pt x="2464335" y="187960"/>
                  </a:lnTo>
                  <a:lnTo>
                    <a:pt x="2474079" y="190221"/>
                  </a:lnTo>
                  <a:lnTo>
                    <a:pt x="2483823" y="192370"/>
                  </a:lnTo>
                  <a:lnTo>
                    <a:pt x="2493552" y="194403"/>
                  </a:lnTo>
                  <a:lnTo>
                    <a:pt x="2503296" y="196322"/>
                  </a:lnTo>
                  <a:lnTo>
                    <a:pt x="2513040" y="198125"/>
                  </a:lnTo>
                  <a:lnTo>
                    <a:pt x="2522784" y="199812"/>
                  </a:lnTo>
                  <a:lnTo>
                    <a:pt x="2532513" y="201384"/>
                  </a:lnTo>
                  <a:lnTo>
                    <a:pt x="2542257" y="202841"/>
                  </a:lnTo>
                  <a:lnTo>
                    <a:pt x="2552001" y="204183"/>
                  </a:lnTo>
                  <a:lnTo>
                    <a:pt x="2561745" y="205411"/>
                  </a:lnTo>
                  <a:lnTo>
                    <a:pt x="2571474" y="206528"/>
                  </a:lnTo>
                  <a:lnTo>
                    <a:pt x="2581218" y="207532"/>
                  </a:lnTo>
                  <a:lnTo>
                    <a:pt x="2590962" y="208428"/>
                  </a:lnTo>
                  <a:lnTo>
                    <a:pt x="2600705" y="209214"/>
                  </a:lnTo>
                  <a:lnTo>
                    <a:pt x="2610449" y="209894"/>
                  </a:lnTo>
                  <a:lnTo>
                    <a:pt x="2620178" y="210470"/>
                  </a:lnTo>
                  <a:lnTo>
                    <a:pt x="2629922" y="210944"/>
                  </a:lnTo>
                  <a:lnTo>
                    <a:pt x="2639666" y="211318"/>
                  </a:lnTo>
                  <a:lnTo>
                    <a:pt x="2649410" y="211595"/>
                  </a:lnTo>
                  <a:lnTo>
                    <a:pt x="2659139" y="211779"/>
                  </a:lnTo>
                  <a:lnTo>
                    <a:pt x="2668883" y="211870"/>
                  </a:lnTo>
                  <a:lnTo>
                    <a:pt x="2678627" y="211871"/>
                  </a:lnTo>
                  <a:lnTo>
                    <a:pt x="2688371" y="211788"/>
                  </a:lnTo>
                  <a:lnTo>
                    <a:pt x="2698100" y="211622"/>
                  </a:lnTo>
                  <a:lnTo>
                    <a:pt x="2707844" y="211378"/>
                  </a:lnTo>
                  <a:lnTo>
                    <a:pt x="2717588" y="211057"/>
                  </a:lnTo>
                  <a:lnTo>
                    <a:pt x="2727332" y="210667"/>
                  </a:lnTo>
                  <a:lnTo>
                    <a:pt x="2737076" y="210208"/>
                  </a:lnTo>
                  <a:lnTo>
                    <a:pt x="2746805" y="209684"/>
                  </a:lnTo>
                  <a:lnTo>
                    <a:pt x="2756549" y="209101"/>
                  </a:lnTo>
                  <a:lnTo>
                    <a:pt x="2766293" y="208461"/>
                  </a:lnTo>
                  <a:lnTo>
                    <a:pt x="2776037" y="207769"/>
                  </a:lnTo>
                  <a:lnTo>
                    <a:pt x="2785766" y="207029"/>
                  </a:lnTo>
                  <a:lnTo>
                    <a:pt x="2795510" y="206245"/>
                  </a:lnTo>
                  <a:lnTo>
                    <a:pt x="2805254" y="205423"/>
                  </a:lnTo>
                  <a:lnTo>
                    <a:pt x="2814998" y="204565"/>
                  </a:lnTo>
                  <a:lnTo>
                    <a:pt x="2824727" y="203675"/>
                  </a:lnTo>
                  <a:lnTo>
                    <a:pt x="2834471" y="202757"/>
                  </a:lnTo>
                  <a:lnTo>
                    <a:pt x="2844215" y="201819"/>
                  </a:lnTo>
                  <a:lnTo>
                    <a:pt x="2853958" y="200862"/>
                  </a:lnTo>
                  <a:lnTo>
                    <a:pt x="2863687" y="199892"/>
                  </a:lnTo>
                  <a:lnTo>
                    <a:pt x="2873431" y="198912"/>
                  </a:lnTo>
                  <a:lnTo>
                    <a:pt x="2883175" y="197926"/>
                  </a:lnTo>
                  <a:lnTo>
                    <a:pt x="2892919" y="196939"/>
                  </a:lnTo>
                  <a:lnTo>
                    <a:pt x="2902663" y="195956"/>
                  </a:lnTo>
                  <a:lnTo>
                    <a:pt x="2912392" y="19498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1" name="Freeform 790">
              <a:extLst>
                <a:ext uri="{FF2B5EF4-FFF2-40B4-BE49-F238E27FC236}">
                  <a16:creationId xmlns:a16="http://schemas.microsoft.com/office/drawing/2014/main" id="{DA74E3F9-9134-A2AC-C17E-E74BA6E73144}"/>
                </a:ext>
              </a:extLst>
            </p:cNvPr>
            <p:cNvSpPr/>
            <p:nvPr/>
          </p:nvSpPr>
          <p:spPr>
            <a:xfrm>
              <a:off x="576446" y="3271018"/>
              <a:ext cx="2912392" cy="598793"/>
            </a:xfrm>
            <a:custGeom>
              <a:avLst/>
              <a:gdLst>
                <a:gd name="connsiteX0" fmla="*/ 0 w 2912392"/>
                <a:gd name="connsiteY0" fmla="*/ 117723 h 598793"/>
                <a:gd name="connsiteX1" fmla="*/ 9739 w 2912392"/>
                <a:gd name="connsiteY1" fmla="*/ 116181 h 598793"/>
                <a:gd name="connsiteX2" fmla="*/ 19480 w 2912392"/>
                <a:gd name="connsiteY2" fmla="*/ 114680 h 598793"/>
                <a:gd name="connsiteX3" fmla="*/ 29221 w 2912392"/>
                <a:gd name="connsiteY3" fmla="*/ 113222 h 598793"/>
                <a:gd name="connsiteX4" fmla="*/ 38961 w 2912392"/>
                <a:gd name="connsiteY4" fmla="*/ 111806 h 598793"/>
                <a:gd name="connsiteX5" fmla="*/ 48702 w 2912392"/>
                <a:gd name="connsiteY5" fmla="*/ 110433 h 598793"/>
                <a:gd name="connsiteX6" fmla="*/ 58443 w 2912392"/>
                <a:gd name="connsiteY6" fmla="*/ 109104 h 598793"/>
                <a:gd name="connsiteX7" fmla="*/ 68182 w 2912392"/>
                <a:gd name="connsiteY7" fmla="*/ 107820 h 598793"/>
                <a:gd name="connsiteX8" fmla="*/ 77923 w 2912392"/>
                <a:gd name="connsiteY8" fmla="*/ 106581 h 598793"/>
                <a:gd name="connsiteX9" fmla="*/ 87664 w 2912392"/>
                <a:gd name="connsiteY9" fmla="*/ 105388 h 598793"/>
                <a:gd name="connsiteX10" fmla="*/ 97404 w 2912392"/>
                <a:gd name="connsiteY10" fmla="*/ 104244 h 598793"/>
                <a:gd name="connsiteX11" fmla="*/ 107145 w 2912392"/>
                <a:gd name="connsiteY11" fmla="*/ 103146 h 598793"/>
                <a:gd name="connsiteX12" fmla="*/ 116886 w 2912392"/>
                <a:gd name="connsiteY12" fmla="*/ 102098 h 598793"/>
                <a:gd name="connsiteX13" fmla="*/ 126625 w 2912392"/>
                <a:gd name="connsiteY13" fmla="*/ 101099 h 598793"/>
                <a:gd name="connsiteX14" fmla="*/ 136366 w 2912392"/>
                <a:gd name="connsiteY14" fmla="*/ 100150 h 598793"/>
                <a:gd name="connsiteX15" fmla="*/ 146107 w 2912392"/>
                <a:gd name="connsiteY15" fmla="*/ 99250 h 598793"/>
                <a:gd name="connsiteX16" fmla="*/ 155846 w 2912392"/>
                <a:gd name="connsiteY16" fmla="*/ 98402 h 598793"/>
                <a:gd name="connsiteX17" fmla="*/ 165587 w 2912392"/>
                <a:gd name="connsiteY17" fmla="*/ 97606 h 598793"/>
                <a:gd name="connsiteX18" fmla="*/ 175328 w 2912392"/>
                <a:gd name="connsiteY18" fmla="*/ 96863 h 598793"/>
                <a:gd name="connsiteX19" fmla="*/ 185068 w 2912392"/>
                <a:gd name="connsiteY19" fmla="*/ 96171 h 598793"/>
                <a:gd name="connsiteX20" fmla="*/ 194809 w 2912392"/>
                <a:gd name="connsiteY20" fmla="*/ 95534 h 598793"/>
                <a:gd name="connsiteX21" fmla="*/ 204550 w 2912392"/>
                <a:gd name="connsiteY21" fmla="*/ 94950 h 598793"/>
                <a:gd name="connsiteX22" fmla="*/ 214289 w 2912392"/>
                <a:gd name="connsiteY22" fmla="*/ 94421 h 598793"/>
                <a:gd name="connsiteX23" fmla="*/ 224030 w 2912392"/>
                <a:gd name="connsiteY23" fmla="*/ 93946 h 598793"/>
                <a:gd name="connsiteX24" fmla="*/ 233771 w 2912392"/>
                <a:gd name="connsiteY24" fmla="*/ 93525 h 598793"/>
                <a:gd name="connsiteX25" fmla="*/ 243510 w 2912392"/>
                <a:gd name="connsiteY25" fmla="*/ 93159 h 598793"/>
                <a:gd name="connsiteX26" fmla="*/ 253251 w 2912392"/>
                <a:gd name="connsiteY26" fmla="*/ 92848 h 598793"/>
                <a:gd name="connsiteX27" fmla="*/ 262992 w 2912392"/>
                <a:gd name="connsiteY27" fmla="*/ 92593 h 598793"/>
                <a:gd name="connsiteX28" fmla="*/ 272732 w 2912392"/>
                <a:gd name="connsiteY28" fmla="*/ 92392 h 598793"/>
                <a:gd name="connsiteX29" fmla="*/ 282473 w 2912392"/>
                <a:gd name="connsiteY29" fmla="*/ 92246 h 598793"/>
                <a:gd name="connsiteX30" fmla="*/ 292214 w 2912392"/>
                <a:gd name="connsiteY30" fmla="*/ 92155 h 598793"/>
                <a:gd name="connsiteX31" fmla="*/ 301953 w 2912392"/>
                <a:gd name="connsiteY31" fmla="*/ 92119 h 598793"/>
                <a:gd name="connsiteX32" fmla="*/ 311694 w 2912392"/>
                <a:gd name="connsiteY32" fmla="*/ 92137 h 598793"/>
                <a:gd name="connsiteX33" fmla="*/ 321435 w 2912392"/>
                <a:gd name="connsiteY33" fmla="*/ 92208 h 598793"/>
                <a:gd name="connsiteX34" fmla="*/ 331175 w 2912392"/>
                <a:gd name="connsiteY34" fmla="*/ 92332 h 598793"/>
                <a:gd name="connsiteX35" fmla="*/ 340916 w 2912392"/>
                <a:gd name="connsiteY35" fmla="*/ 92509 h 598793"/>
                <a:gd name="connsiteX36" fmla="*/ 350656 w 2912392"/>
                <a:gd name="connsiteY36" fmla="*/ 92737 h 598793"/>
                <a:gd name="connsiteX37" fmla="*/ 360396 w 2912392"/>
                <a:gd name="connsiteY37" fmla="*/ 93017 h 598793"/>
                <a:gd name="connsiteX38" fmla="*/ 370137 w 2912392"/>
                <a:gd name="connsiteY38" fmla="*/ 93347 h 598793"/>
                <a:gd name="connsiteX39" fmla="*/ 379878 w 2912392"/>
                <a:gd name="connsiteY39" fmla="*/ 93724 h 598793"/>
                <a:gd name="connsiteX40" fmla="*/ 389617 w 2912392"/>
                <a:gd name="connsiteY40" fmla="*/ 94148 h 598793"/>
                <a:gd name="connsiteX41" fmla="*/ 399358 w 2912392"/>
                <a:gd name="connsiteY41" fmla="*/ 94619 h 598793"/>
                <a:gd name="connsiteX42" fmla="*/ 409099 w 2912392"/>
                <a:gd name="connsiteY42" fmla="*/ 95134 h 598793"/>
                <a:gd name="connsiteX43" fmla="*/ 418839 w 2912392"/>
                <a:gd name="connsiteY43" fmla="*/ 95692 h 598793"/>
                <a:gd name="connsiteX44" fmla="*/ 428580 w 2912392"/>
                <a:gd name="connsiteY44" fmla="*/ 96291 h 598793"/>
                <a:gd name="connsiteX45" fmla="*/ 438321 w 2912392"/>
                <a:gd name="connsiteY45" fmla="*/ 96928 h 598793"/>
                <a:gd name="connsiteX46" fmla="*/ 448060 w 2912392"/>
                <a:gd name="connsiteY46" fmla="*/ 97603 h 598793"/>
                <a:gd name="connsiteX47" fmla="*/ 457801 w 2912392"/>
                <a:gd name="connsiteY47" fmla="*/ 98312 h 598793"/>
                <a:gd name="connsiteX48" fmla="*/ 467542 w 2912392"/>
                <a:gd name="connsiteY48" fmla="*/ 99054 h 598793"/>
                <a:gd name="connsiteX49" fmla="*/ 477281 w 2912392"/>
                <a:gd name="connsiteY49" fmla="*/ 99826 h 598793"/>
                <a:gd name="connsiteX50" fmla="*/ 487022 w 2912392"/>
                <a:gd name="connsiteY50" fmla="*/ 100626 h 598793"/>
                <a:gd name="connsiteX51" fmla="*/ 496763 w 2912392"/>
                <a:gd name="connsiteY51" fmla="*/ 101450 h 598793"/>
                <a:gd name="connsiteX52" fmla="*/ 506503 w 2912392"/>
                <a:gd name="connsiteY52" fmla="*/ 102298 h 598793"/>
                <a:gd name="connsiteX53" fmla="*/ 516244 w 2912392"/>
                <a:gd name="connsiteY53" fmla="*/ 103164 h 598793"/>
                <a:gd name="connsiteX54" fmla="*/ 525985 w 2912392"/>
                <a:gd name="connsiteY54" fmla="*/ 104047 h 598793"/>
                <a:gd name="connsiteX55" fmla="*/ 535724 w 2912392"/>
                <a:gd name="connsiteY55" fmla="*/ 104942 h 598793"/>
                <a:gd name="connsiteX56" fmla="*/ 545465 w 2912392"/>
                <a:gd name="connsiteY56" fmla="*/ 105850 h 598793"/>
                <a:gd name="connsiteX57" fmla="*/ 555206 w 2912392"/>
                <a:gd name="connsiteY57" fmla="*/ 106763 h 598793"/>
                <a:gd name="connsiteX58" fmla="*/ 564946 w 2912392"/>
                <a:gd name="connsiteY58" fmla="*/ 107681 h 598793"/>
                <a:gd name="connsiteX59" fmla="*/ 574687 w 2912392"/>
                <a:gd name="connsiteY59" fmla="*/ 108599 h 598793"/>
                <a:gd name="connsiteX60" fmla="*/ 584428 w 2912392"/>
                <a:gd name="connsiteY60" fmla="*/ 109515 h 598793"/>
                <a:gd name="connsiteX61" fmla="*/ 594167 w 2912392"/>
                <a:gd name="connsiteY61" fmla="*/ 110424 h 598793"/>
                <a:gd name="connsiteX62" fmla="*/ 603908 w 2912392"/>
                <a:gd name="connsiteY62" fmla="*/ 111324 h 598793"/>
                <a:gd name="connsiteX63" fmla="*/ 613649 w 2912392"/>
                <a:gd name="connsiteY63" fmla="*/ 112212 h 598793"/>
                <a:gd name="connsiteX64" fmla="*/ 623388 w 2912392"/>
                <a:gd name="connsiteY64" fmla="*/ 113082 h 598793"/>
                <a:gd name="connsiteX65" fmla="*/ 633129 w 2912392"/>
                <a:gd name="connsiteY65" fmla="*/ 113934 h 598793"/>
                <a:gd name="connsiteX66" fmla="*/ 642870 w 2912392"/>
                <a:gd name="connsiteY66" fmla="*/ 114762 h 598793"/>
                <a:gd name="connsiteX67" fmla="*/ 652610 w 2912392"/>
                <a:gd name="connsiteY67" fmla="*/ 115564 h 598793"/>
                <a:gd name="connsiteX68" fmla="*/ 662351 w 2912392"/>
                <a:gd name="connsiteY68" fmla="*/ 116337 h 598793"/>
                <a:gd name="connsiteX69" fmla="*/ 672092 w 2912392"/>
                <a:gd name="connsiteY69" fmla="*/ 117078 h 598793"/>
                <a:gd name="connsiteX70" fmla="*/ 681831 w 2912392"/>
                <a:gd name="connsiteY70" fmla="*/ 117782 h 598793"/>
                <a:gd name="connsiteX71" fmla="*/ 691572 w 2912392"/>
                <a:gd name="connsiteY71" fmla="*/ 118448 h 598793"/>
                <a:gd name="connsiteX72" fmla="*/ 701313 w 2912392"/>
                <a:gd name="connsiteY72" fmla="*/ 119074 h 598793"/>
                <a:gd name="connsiteX73" fmla="*/ 711052 w 2912392"/>
                <a:gd name="connsiteY73" fmla="*/ 119657 h 598793"/>
                <a:gd name="connsiteX74" fmla="*/ 720793 w 2912392"/>
                <a:gd name="connsiteY74" fmla="*/ 120192 h 598793"/>
                <a:gd name="connsiteX75" fmla="*/ 730534 w 2912392"/>
                <a:gd name="connsiteY75" fmla="*/ 120677 h 598793"/>
                <a:gd name="connsiteX76" fmla="*/ 740274 w 2912392"/>
                <a:gd name="connsiteY76" fmla="*/ 121114 h 598793"/>
                <a:gd name="connsiteX77" fmla="*/ 750015 w 2912392"/>
                <a:gd name="connsiteY77" fmla="*/ 121497 h 598793"/>
                <a:gd name="connsiteX78" fmla="*/ 759756 w 2912392"/>
                <a:gd name="connsiteY78" fmla="*/ 121826 h 598793"/>
                <a:gd name="connsiteX79" fmla="*/ 769495 w 2912392"/>
                <a:gd name="connsiteY79" fmla="*/ 122099 h 598793"/>
                <a:gd name="connsiteX80" fmla="*/ 779236 w 2912392"/>
                <a:gd name="connsiteY80" fmla="*/ 122316 h 598793"/>
                <a:gd name="connsiteX81" fmla="*/ 788977 w 2912392"/>
                <a:gd name="connsiteY81" fmla="*/ 122474 h 598793"/>
                <a:gd name="connsiteX82" fmla="*/ 798717 w 2912392"/>
                <a:gd name="connsiteY82" fmla="*/ 122574 h 598793"/>
                <a:gd name="connsiteX83" fmla="*/ 808458 w 2912392"/>
                <a:gd name="connsiteY83" fmla="*/ 122614 h 598793"/>
                <a:gd name="connsiteX84" fmla="*/ 818199 w 2912392"/>
                <a:gd name="connsiteY84" fmla="*/ 122596 h 598793"/>
                <a:gd name="connsiteX85" fmla="*/ 827938 w 2912392"/>
                <a:gd name="connsiteY85" fmla="*/ 122519 h 598793"/>
                <a:gd name="connsiteX86" fmla="*/ 837679 w 2912392"/>
                <a:gd name="connsiteY86" fmla="*/ 122385 h 598793"/>
                <a:gd name="connsiteX87" fmla="*/ 847420 w 2912392"/>
                <a:gd name="connsiteY87" fmla="*/ 122193 h 598793"/>
                <a:gd name="connsiteX88" fmla="*/ 857159 w 2912392"/>
                <a:gd name="connsiteY88" fmla="*/ 121944 h 598793"/>
                <a:gd name="connsiteX89" fmla="*/ 866900 w 2912392"/>
                <a:gd name="connsiteY89" fmla="*/ 121640 h 598793"/>
                <a:gd name="connsiteX90" fmla="*/ 876641 w 2912392"/>
                <a:gd name="connsiteY90" fmla="*/ 121285 h 598793"/>
                <a:gd name="connsiteX91" fmla="*/ 886381 w 2912392"/>
                <a:gd name="connsiteY91" fmla="*/ 120878 h 598793"/>
                <a:gd name="connsiteX92" fmla="*/ 896122 w 2912392"/>
                <a:gd name="connsiteY92" fmla="*/ 120424 h 598793"/>
                <a:gd name="connsiteX93" fmla="*/ 905863 w 2912392"/>
                <a:gd name="connsiteY93" fmla="*/ 119926 h 598793"/>
                <a:gd name="connsiteX94" fmla="*/ 915602 w 2912392"/>
                <a:gd name="connsiteY94" fmla="*/ 119386 h 598793"/>
                <a:gd name="connsiteX95" fmla="*/ 925343 w 2912392"/>
                <a:gd name="connsiteY95" fmla="*/ 118808 h 598793"/>
                <a:gd name="connsiteX96" fmla="*/ 935084 w 2912392"/>
                <a:gd name="connsiteY96" fmla="*/ 118195 h 598793"/>
                <a:gd name="connsiteX97" fmla="*/ 944824 w 2912392"/>
                <a:gd name="connsiteY97" fmla="*/ 117555 h 598793"/>
                <a:gd name="connsiteX98" fmla="*/ 954564 w 2912392"/>
                <a:gd name="connsiteY98" fmla="*/ 116887 h 598793"/>
                <a:gd name="connsiteX99" fmla="*/ 964305 w 2912392"/>
                <a:gd name="connsiteY99" fmla="*/ 116202 h 598793"/>
                <a:gd name="connsiteX100" fmla="*/ 974045 w 2912392"/>
                <a:gd name="connsiteY100" fmla="*/ 115500 h 598793"/>
                <a:gd name="connsiteX101" fmla="*/ 983786 w 2912392"/>
                <a:gd name="connsiteY101" fmla="*/ 114791 h 598793"/>
                <a:gd name="connsiteX102" fmla="*/ 993522 w 2912392"/>
                <a:gd name="connsiteY102" fmla="*/ 114077 h 598793"/>
                <a:gd name="connsiteX103" fmla="*/ 1003266 w 2912392"/>
                <a:gd name="connsiteY103" fmla="*/ 113368 h 598793"/>
                <a:gd name="connsiteX104" fmla="*/ 1013010 w 2912392"/>
                <a:gd name="connsiteY104" fmla="*/ 112669 h 598793"/>
                <a:gd name="connsiteX105" fmla="*/ 1022754 w 2912392"/>
                <a:gd name="connsiteY105" fmla="*/ 111985 h 598793"/>
                <a:gd name="connsiteX106" fmla="*/ 1032483 w 2912392"/>
                <a:gd name="connsiteY106" fmla="*/ 111325 h 598793"/>
                <a:gd name="connsiteX107" fmla="*/ 1042227 w 2912392"/>
                <a:gd name="connsiteY107" fmla="*/ 110695 h 598793"/>
                <a:gd name="connsiteX108" fmla="*/ 1051971 w 2912392"/>
                <a:gd name="connsiteY108" fmla="*/ 110103 h 598793"/>
                <a:gd name="connsiteX109" fmla="*/ 1061715 w 2912392"/>
                <a:gd name="connsiteY109" fmla="*/ 109557 h 598793"/>
                <a:gd name="connsiteX110" fmla="*/ 1071444 w 2912392"/>
                <a:gd name="connsiteY110" fmla="*/ 109064 h 598793"/>
                <a:gd name="connsiteX111" fmla="*/ 1081188 w 2912392"/>
                <a:gd name="connsiteY111" fmla="*/ 108630 h 598793"/>
                <a:gd name="connsiteX112" fmla="*/ 1090932 w 2912392"/>
                <a:gd name="connsiteY112" fmla="*/ 108266 h 598793"/>
                <a:gd name="connsiteX113" fmla="*/ 1100676 w 2912392"/>
                <a:gd name="connsiteY113" fmla="*/ 107979 h 598793"/>
                <a:gd name="connsiteX114" fmla="*/ 1110405 w 2912392"/>
                <a:gd name="connsiteY114" fmla="*/ 107776 h 598793"/>
                <a:gd name="connsiteX115" fmla="*/ 1120149 w 2912392"/>
                <a:gd name="connsiteY115" fmla="*/ 107666 h 598793"/>
                <a:gd name="connsiteX116" fmla="*/ 1129893 w 2912392"/>
                <a:gd name="connsiteY116" fmla="*/ 107657 h 598793"/>
                <a:gd name="connsiteX117" fmla="*/ 1139637 w 2912392"/>
                <a:gd name="connsiteY117" fmla="*/ 107757 h 598793"/>
                <a:gd name="connsiteX118" fmla="*/ 1149381 w 2912392"/>
                <a:gd name="connsiteY118" fmla="*/ 107973 h 598793"/>
                <a:gd name="connsiteX119" fmla="*/ 1159110 w 2912392"/>
                <a:gd name="connsiteY119" fmla="*/ 108314 h 598793"/>
                <a:gd name="connsiteX120" fmla="*/ 1168854 w 2912392"/>
                <a:gd name="connsiteY120" fmla="*/ 108788 h 598793"/>
                <a:gd name="connsiteX121" fmla="*/ 1178598 w 2912392"/>
                <a:gd name="connsiteY121" fmla="*/ 109400 h 598793"/>
                <a:gd name="connsiteX122" fmla="*/ 1188341 w 2912392"/>
                <a:gd name="connsiteY122" fmla="*/ 110162 h 598793"/>
                <a:gd name="connsiteX123" fmla="*/ 1198070 w 2912392"/>
                <a:gd name="connsiteY123" fmla="*/ 111076 h 598793"/>
                <a:gd name="connsiteX124" fmla="*/ 1207814 w 2912392"/>
                <a:gd name="connsiteY124" fmla="*/ 112154 h 598793"/>
                <a:gd name="connsiteX125" fmla="*/ 1217558 w 2912392"/>
                <a:gd name="connsiteY125" fmla="*/ 113399 h 598793"/>
                <a:gd name="connsiteX126" fmla="*/ 1227302 w 2912392"/>
                <a:gd name="connsiteY126" fmla="*/ 114819 h 598793"/>
                <a:gd name="connsiteX127" fmla="*/ 1237031 w 2912392"/>
                <a:gd name="connsiteY127" fmla="*/ 116421 h 598793"/>
                <a:gd name="connsiteX128" fmla="*/ 1246775 w 2912392"/>
                <a:gd name="connsiteY128" fmla="*/ 118210 h 598793"/>
                <a:gd name="connsiteX129" fmla="*/ 1256519 w 2912392"/>
                <a:gd name="connsiteY129" fmla="*/ 120192 h 598793"/>
                <a:gd name="connsiteX130" fmla="*/ 1266263 w 2912392"/>
                <a:gd name="connsiteY130" fmla="*/ 122370 h 598793"/>
                <a:gd name="connsiteX131" fmla="*/ 1276007 w 2912392"/>
                <a:gd name="connsiteY131" fmla="*/ 124752 h 598793"/>
                <a:gd name="connsiteX132" fmla="*/ 1285736 w 2912392"/>
                <a:gd name="connsiteY132" fmla="*/ 127342 h 598793"/>
                <a:gd name="connsiteX133" fmla="*/ 1295480 w 2912392"/>
                <a:gd name="connsiteY133" fmla="*/ 130141 h 598793"/>
                <a:gd name="connsiteX134" fmla="*/ 1305224 w 2912392"/>
                <a:gd name="connsiteY134" fmla="*/ 133155 h 598793"/>
                <a:gd name="connsiteX135" fmla="*/ 1314968 w 2912392"/>
                <a:gd name="connsiteY135" fmla="*/ 136387 h 598793"/>
                <a:gd name="connsiteX136" fmla="*/ 1324697 w 2912392"/>
                <a:gd name="connsiteY136" fmla="*/ 139839 h 598793"/>
                <a:gd name="connsiteX137" fmla="*/ 1334441 w 2912392"/>
                <a:gd name="connsiteY137" fmla="*/ 143513 h 598793"/>
                <a:gd name="connsiteX138" fmla="*/ 1344185 w 2912392"/>
                <a:gd name="connsiteY138" fmla="*/ 147412 h 598793"/>
                <a:gd name="connsiteX139" fmla="*/ 1353929 w 2912392"/>
                <a:gd name="connsiteY139" fmla="*/ 151535 h 598793"/>
                <a:gd name="connsiteX140" fmla="*/ 1363658 w 2912392"/>
                <a:gd name="connsiteY140" fmla="*/ 155882 h 598793"/>
                <a:gd name="connsiteX141" fmla="*/ 1373402 w 2912392"/>
                <a:gd name="connsiteY141" fmla="*/ 160456 h 598793"/>
                <a:gd name="connsiteX142" fmla="*/ 1383146 w 2912392"/>
                <a:gd name="connsiteY142" fmla="*/ 165254 h 598793"/>
                <a:gd name="connsiteX143" fmla="*/ 1392890 w 2912392"/>
                <a:gd name="connsiteY143" fmla="*/ 170276 h 598793"/>
                <a:gd name="connsiteX144" fmla="*/ 1402619 w 2912392"/>
                <a:gd name="connsiteY144" fmla="*/ 175520 h 598793"/>
                <a:gd name="connsiteX145" fmla="*/ 1412363 w 2912392"/>
                <a:gd name="connsiteY145" fmla="*/ 180985 h 598793"/>
                <a:gd name="connsiteX146" fmla="*/ 1422106 w 2912392"/>
                <a:gd name="connsiteY146" fmla="*/ 186666 h 598793"/>
                <a:gd name="connsiteX147" fmla="*/ 1431850 w 2912392"/>
                <a:gd name="connsiteY147" fmla="*/ 192562 h 598793"/>
                <a:gd name="connsiteX148" fmla="*/ 1441594 w 2912392"/>
                <a:gd name="connsiteY148" fmla="*/ 198667 h 598793"/>
                <a:gd name="connsiteX149" fmla="*/ 1451323 w 2912392"/>
                <a:gd name="connsiteY149" fmla="*/ 204980 h 598793"/>
                <a:gd name="connsiteX150" fmla="*/ 1461067 w 2912392"/>
                <a:gd name="connsiteY150" fmla="*/ 211493 h 598793"/>
                <a:gd name="connsiteX151" fmla="*/ 1470811 w 2912392"/>
                <a:gd name="connsiteY151" fmla="*/ 218202 h 598793"/>
                <a:gd name="connsiteX152" fmla="*/ 1480555 w 2912392"/>
                <a:gd name="connsiteY152" fmla="*/ 225101 h 598793"/>
                <a:gd name="connsiteX153" fmla="*/ 1490284 w 2912392"/>
                <a:gd name="connsiteY153" fmla="*/ 232183 h 598793"/>
                <a:gd name="connsiteX154" fmla="*/ 1500028 w 2912392"/>
                <a:gd name="connsiteY154" fmla="*/ 239443 h 598793"/>
                <a:gd name="connsiteX155" fmla="*/ 1509772 w 2912392"/>
                <a:gd name="connsiteY155" fmla="*/ 246870 h 598793"/>
                <a:gd name="connsiteX156" fmla="*/ 1519516 w 2912392"/>
                <a:gd name="connsiteY156" fmla="*/ 254461 h 598793"/>
                <a:gd name="connsiteX157" fmla="*/ 1529245 w 2912392"/>
                <a:gd name="connsiteY157" fmla="*/ 262204 h 598793"/>
                <a:gd name="connsiteX158" fmla="*/ 1538989 w 2912392"/>
                <a:gd name="connsiteY158" fmla="*/ 270093 h 598793"/>
                <a:gd name="connsiteX159" fmla="*/ 1548733 w 2912392"/>
                <a:gd name="connsiteY159" fmla="*/ 278116 h 598793"/>
                <a:gd name="connsiteX160" fmla="*/ 1558477 w 2912392"/>
                <a:gd name="connsiteY160" fmla="*/ 286266 h 598793"/>
                <a:gd name="connsiteX161" fmla="*/ 1568221 w 2912392"/>
                <a:gd name="connsiteY161" fmla="*/ 294532 h 598793"/>
                <a:gd name="connsiteX162" fmla="*/ 1577950 w 2912392"/>
                <a:gd name="connsiteY162" fmla="*/ 302904 h 598793"/>
                <a:gd name="connsiteX163" fmla="*/ 1587694 w 2912392"/>
                <a:gd name="connsiteY163" fmla="*/ 311372 h 598793"/>
                <a:gd name="connsiteX164" fmla="*/ 1597438 w 2912392"/>
                <a:gd name="connsiteY164" fmla="*/ 319924 h 598793"/>
                <a:gd name="connsiteX165" fmla="*/ 1607182 w 2912392"/>
                <a:gd name="connsiteY165" fmla="*/ 328551 h 598793"/>
                <a:gd name="connsiteX166" fmla="*/ 1616911 w 2912392"/>
                <a:gd name="connsiteY166" fmla="*/ 337238 h 598793"/>
                <a:gd name="connsiteX167" fmla="*/ 1626655 w 2912392"/>
                <a:gd name="connsiteY167" fmla="*/ 345977 h 598793"/>
                <a:gd name="connsiteX168" fmla="*/ 1636399 w 2912392"/>
                <a:gd name="connsiteY168" fmla="*/ 354754 h 598793"/>
                <a:gd name="connsiteX169" fmla="*/ 1646142 w 2912392"/>
                <a:gd name="connsiteY169" fmla="*/ 363557 h 598793"/>
                <a:gd name="connsiteX170" fmla="*/ 1655872 w 2912392"/>
                <a:gd name="connsiteY170" fmla="*/ 372375 h 598793"/>
                <a:gd name="connsiteX171" fmla="*/ 1665616 w 2912392"/>
                <a:gd name="connsiteY171" fmla="*/ 381193 h 598793"/>
                <a:gd name="connsiteX172" fmla="*/ 1675359 w 2912392"/>
                <a:gd name="connsiteY172" fmla="*/ 390002 h 598793"/>
                <a:gd name="connsiteX173" fmla="*/ 1685103 w 2912392"/>
                <a:gd name="connsiteY173" fmla="*/ 398786 h 598793"/>
                <a:gd name="connsiteX174" fmla="*/ 1694832 w 2912392"/>
                <a:gd name="connsiteY174" fmla="*/ 407533 h 598793"/>
                <a:gd name="connsiteX175" fmla="*/ 1704576 w 2912392"/>
                <a:gd name="connsiteY175" fmla="*/ 416233 h 598793"/>
                <a:gd name="connsiteX176" fmla="*/ 1714320 w 2912392"/>
                <a:gd name="connsiteY176" fmla="*/ 424870 h 598793"/>
                <a:gd name="connsiteX177" fmla="*/ 1724064 w 2912392"/>
                <a:gd name="connsiteY177" fmla="*/ 433431 h 598793"/>
                <a:gd name="connsiteX178" fmla="*/ 1733808 w 2912392"/>
                <a:gd name="connsiteY178" fmla="*/ 441905 h 598793"/>
                <a:gd name="connsiteX179" fmla="*/ 1743537 w 2912392"/>
                <a:gd name="connsiteY179" fmla="*/ 450279 h 598793"/>
                <a:gd name="connsiteX180" fmla="*/ 1753281 w 2912392"/>
                <a:gd name="connsiteY180" fmla="*/ 458538 h 598793"/>
                <a:gd name="connsiteX181" fmla="*/ 1763025 w 2912392"/>
                <a:gd name="connsiteY181" fmla="*/ 466673 h 598793"/>
                <a:gd name="connsiteX182" fmla="*/ 1772769 w 2912392"/>
                <a:gd name="connsiteY182" fmla="*/ 474668 h 598793"/>
                <a:gd name="connsiteX183" fmla="*/ 1782498 w 2912392"/>
                <a:gd name="connsiteY183" fmla="*/ 482512 h 598793"/>
                <a:gd name="connsiteX184" fmla="*/ 1792242 w 2912392"/>
                <a:gd name="connsiteY184" fmla="*/ 490193 h 598793"/>
                <a:gd name="connsiteX185" fmla="*/ 1801986 w 2912392"/>
                <a:gd name="connsiteY185" fmla="*/ 497698 h 598793"/>
                <a:gd name="connsiteX186" fmla="*/ 1811730 w 2912392"/>
                <a:gd name="connsiteY186" fmla="*/ 505014 h 598793"/>
                <a:gd name="connsiteX187" fmla="*/ 1821459 w 2912392"/>
                <a:gd name="connsiteY187" fmla="*/ 512133 h 598793"/>
                <a:gd name="connsiteX188" fmla="*/ 1831203 w 2912392"/>
                <a:gd name="connsiteY188" fmla="*/ 519040 h 598793"/>
                <a:gd name="connsiteX189" fmla="*/ 1840947 w 2912392"/>
                <a:gd name="connsiteY189" fmla="*/ 525726 h 598793"/>
                <a:gd name="connsiteX190" fmla="*/ 1850691 w 2912392"/>
                <a:gd name="connsiteY190" fmla="*/ 532178 h 598793"/>
                <a:gd name="connsiteX191" fmla="*/ 1860435 w 2912392"/>
                <a:gd name="connsiteY191" fmla="*/ 538387 h 598793"/>
                <a:gd name="connsiteX192" fmla="*/ 1870164 w 2912392"/>
                <a:gd name="connsiteY192" fmla="*/ 544342 h 598793"/>
                <a:gd name="connsiteX193" fmla="*/ 1879908 w 2912392"/>
                <a:gd name="connsiteY193" fmla="*/ 550035 h 598793"/>
                <a:gd name="connsiteX194" fmla="*/ 1889652 w 2912392"/>
                <a:gd name="connsiteY194" fmla="*/ 555452 h 598793"/>
                <a:gd name="connsiteX195" fmla="*/ 1899395 w 2912392"/>
                <a:gd name="connsiteY195" fmla="*/ 560588 h 598793"/>
                <a:gd name="connsiteX196" fmla="*/ 1909124 w 2912392"/>
                <a:gd name="connsiteY196" fmla="*/ 565431 h 598793"/>
                <a:gd name="connsiteX197" fmla="*/ 1918868 w 2912392"/>
                <a:gd name="connsiteY197" fmla="*/ 569975 h 598793"/>
                <a:gd name="connsiteX198" fmla="*/ 1928612 w 2912392"/>
                <a:gd name="connsiteY198" fmla="*/ 574213 h 598793"/>
                <a:gd name="connsiteX199" fmla="*/ 1938356 w 2912392"/>
                <a:gd name="connsiteY199" fmla="*/ 578134 h 598793"/>
                <a:gd name="connsiteX200" fmla="*/ 1948085 w 2912392"/>
                <a:gd name="connsiteY200" fmla="*/ 581732 h 598793"/>
                <a:gd name="connsiteX201" fmla="*/ 1957829 w 2912392"/>
                <a:gd name="connsiteY201" fmla="*/ 585003 h 598793"/>
                <a:gd name="connsiteX202" fmla="*/ 1967573 w 2912392"/>
                <a:gd name="connsiteY202" fmla="*/ 587936 h 598793"/>
                <a:gd name="connsiteX203" fmla="*/ 1977317 w 2912392"/>
                <a:gd name="connsiteY203" fmla="*/ 590532 h 598793"/>
                <a:gd name="connsiteX204" fmla="*/ 1987046 w 2912392"/>
                <a:gd name="connsiteY204" fmla="*/ 592780 h 598793"/>
                <a:gd name="connsiteX205" fmla="*/ 1996790 w 2912392"/>
                <a:gd name="connsiteY205" fmla="*/ 594676 h 598793"/>
                <a:gd name="connsiteX206" fmla="*/ 2006534 w 2912392"/>
                <a:gd name="connsiteY206" fmla="*/ 596221 h 598793"/>
                <a:gd name="connsiteX207" fmla="*/ 2016278 w 2912392"/>
                <a:gd name="connsiteY207" fmla="*/ 597407 h 598793"/>
                <a:gd name="connsiteX208" fmla="*/ 2026022 w 2912392"/>
                <a:gd name="connsiteY208" fmla="*/ 598233 h 598793"/>
                <a:gd name="connsiteX209" fmla="*/ 2035751 w 2912392"/>
                <a:gd name="connsiteY209" fmla="*/ 598695 h 598793"/>
                <a:gd name="connsiteX210" fmla="*/ 2045495 w 2912392"/>
                <a:gd name="connsiteY210" fmla="*/ 598793 h 598793"/>
                <a:gd name="connsiteX211" fmla="*/ 2055239 w 2912392"/>
                <a:gd name="connsiteY211" fmla="*/ 598526 h 598793"/>
                <a:gd name="connsiteX212" fmla="*/ 2064983 w 2912392"/>
                <a:gd name="connsiteY212" fmla="*/ 597892 h 598793"/>
                <a:gd name="connsiteX213" fmla="*/ 2074712 w 2912392"/>
                <a:gd name="connsiteY213" fmla="*/ 596892 h 598793"/>
                <a:gd name="connsiteX214" fmla="*/ 2084456 w 2912392"/>
                <a:gd name="connsiteY214" fmla="*/ 595526 h 598793"/>
                <a:gd name="connsiteX215" fmla="*/ 2094200 w 2912392"/>
                <a:gd name="connsiteY215" fmla="*/ 593796 h 598793"/>
                <a:gd name="connsiteX216" fmla="*/ 2103944 w 2912392"/>
                <a:gd name="connsiteY216" fmla="*/ 591703 h 598793"/>
                <a:gd name="connsiteX217" fmla="*/ 2113673 w 2912392"/>
                <a:gd name="connsiteY217" fmla="*/ 589249 h 598793"/>
                <a:gd name="connsiteX218" fmla="*/ 2123417 w 2912392"/>
                <a:gd name="connsiteY218" fmla="*/ 586439 h 598793"/>
                <a:gd name="connsiteX219" fmla="*/ 2133161 w 2912392"/>
                <a:gd name="connsiteY219" fmla="*/ 583274 h 598793"/>
                <a:gd name="connsiteX220" fmla="*/ 2142905 w 2912392"/>
                <a:gd name="connsiteY220" fmla="*/ 579761 h 598793"/>
                <a:gd name="connsiteX221" fmla="*/ 2152649 w 2912392"/>
                <a:gd name="connsiteY221" fmla="*/ 575902 h 598793"/>
                <a:gd name="connsiteX222" fmla="*/ 2162377 w 2912392"/>
                <a:gd name="connsiteY222" fmla="*/ 571705 h 598793"/>
                <a:gd name="connsiteX223" fmla="*/ 2172121 w 2912392"/>
                <a:gd name="connsiteY223" fmla="*/ 567173 h 598793"/>
                <a:gd name="connsiteX224" fmla="*/ 2181865 w 2912392"/>
                <a:gd name="connsiteY224" fmla="*/ 562314 h 598793"/>
                <a:gd name="connsiteX225" fmla="*/ 2191609 w 2912392"/>
                <a:gd name="connsiteY225" fmla="*/ 557135 h 598793"/>
                <a:gd name="connsiteX226" fmla="*/ 2201338 w 2912392"/>
                <a:gd name="connsiteY226" fmla="*/ 551644 h 598793"/>
                <a:gd name="connsiteX227" fmla="*/ 2211082 w 2912392"/>
                <a:gd name="connsiteY227" fmla="*/ 545847 h 598793"/>
                <a:gd name="connsiteX228" fmla="*/ 2220826 w 2912392"/>
                <a:gd name="connsiteY228" fmla="*/ 539753 h 598793"/>
                <a:gd name="connsiteX229" fmla="*/ 2230570 w 2912392"/>
                <a:gd name="connsiteY229" fmla="*/ 533372 h 598793"/>
                <a:gd name="connsiteX230" fmla="*/ 2240299 w 2912392"/>
                <a:gd name="connsiteY230" fmla="*/ 526712 h 598793"/>
                <a:gd name="connsiteX231" fmla="*/ 2250043 w 2912392"/>
                <a:gd name="connsiteY231" fmla="*/ 519784 h 598793"/>
                <a:gd name="connsiteX232" fmla="*/ 2259787 w 2912392"/>
                <a:gd name="connsiteY232" fmla="*/ 512596 h 598793"/>
                <a:gd name="connsiteX233" fmla="*/ 2269531 w 2912392"/>
                <a:gd name="connsiteY233" fmla="*/ 505162 h 598793"/>
                <a:gd name="connsiteX234" fmla="*/ 2279260 w 2912392"/>
                <a:gd name="connsiteY234" fmla="*/ 497490 h 598793"/>
                <a:gd name="connsiteX235" fmla="*/ 2289004 w 2912392"/>
                <a:gd name="connsiteY235" fmla="*/ 489594 h 598793"/>
                <a:gd name="connsiteX236" fmla="*/ 2298748 w 2912392"/>
                <a:gd name="connsiteY236" fmla="*/ 481482 h 598793"/>
                <a:gd name="connsiteX237" fmla="*/ 2308492 w 2912392"/>
                <a:gd name="connsiteY237" fmla="*/ 473168 h 598793"/>
                <a:gd name="connsiteX238" fmla="*/ 2318236 w 2912392"/>
                <a:gd name="connsiteY238" fmla="*/ 464663 h 598793"/>
                <a:gd name="connsiteX239" fmla="*/ 2327965 w 2912392"/>
                <a:gd name="connsiteY239" fmla="*/ 455982 h 598793"/>
                <a:gd name="connsiteX240" fmla="*/ 2337709 w 2912392"/>
                <a:gd name="connsiteY240" fmla="*/ 447133 h 598793"/>
                <a:gd name="connsiteX241" fmla="*/ 2347453 w 2912392"/>
                <a:gd name="connsiteY241" fmla="*/ 438133 h 598793"/>
                <a:gd name="connsiteX242" fmla="*/ 2357197 w 2912392"/>
                <a:gd name="connsiteY242" fmla="*/ 428991 h 598793"/>
                <a:gd name="connsiteX243" fmla="*/ 2366926 w 2912392"/>
                <a:gd name="connsiteY243" fmla="*/ 419722 h 598793"/>
                <a:gd name="connsiteX244" fmla="*/ 2376670 w 2912392"/>
                <a:gd name="connsiteY244" fmla="*/ 410340 h 598793"/>
                <a:gd name="connsiteX245" fmla="*/ 2386413 w 2912392"/>
                <a:gd name="connsiteY245" fmla="*/ 400856 h 598793"/>
                <a:gd name="connsiteX246" fmla="*/ 2396157 w 2912392"/>
                <a:gd name="connsiteY246" fmla="*/ 391283 h 598793"/>
                <a:gd name="connsiteX247" fmla="*/ 2405886 w 2912392"/>
                <a:gd name="connsiteY247" fmla="*/ 381634 h 598793"/>
                <a:gd name="connsiteX248" fmla="*/ 2415630 w 2912392"/>
                <a:gd name="connsiteY248" fmla="*/ 371923 h 598793"/>
                <a:gd name="connsiteX249" fmla="*/ 2425374 w 2912392"/>
                <a:gd name="connsiteY249" fmla="*/ 362162 h 598793"/>
                <a:gd name="connsiteX250" fmla="*/ 2435118 w 2912392"/>
                <a:gd name="connsiteY250" fmla="*/ 352364 h 598793"/>
                <a:gd name="connsiteX251" fmla="*/ 2444862 w 2912392"/>
                <a:gd name="connsiteY251" fmla="*/ 342541 h 598793"/>
                <a:gd name="connsiteX252" fmla="*/ 2454591 w 2912392"/>
                <a:gd name="connsiteY252" fmla="*/ 332706 h 598793"/>
                <a:gd name="connsiteX253" fmla="*/ 2464335 w 2912392"/>
                <a:gd name="connsiteY253" fmla="*/ 322871 h 598793"/>
                <a:gd name="connsiteX254" fmla="*/ 2474079 w 2912392"/>
                <a:gd name="connsiteY254" fmla="*/ 313047 h 598793"/>
                <a:gd name="connsiteX255" fmla="*/ 2483823 w 2912392"/>
                <a:gd name="connsiteY255" fmla="*/ 303248 h 598793"/>
                <a:gd name="connsiteX256" fmla="*/ 2493552 w 2912392"/>
                <a:gd name="connsiteY256" fmla="*/ 293483 h 598793"/>
                <a:gd name="connsiteX257" fmla="*/ 2503296 w 2912392"/>
                <a:gd name="connsiteY257" fmla="*/ 283763 h 598793"/>
                <a:gd name="connsiteX258" fmla="*/ 2513040 w 2912392"/>
                <a:gd name="connsiteY258" fmla="*/ 274101 h 598793"/>
                <a:gd name="connsiteX259" fmla="*/ 2522784 w 2912392"/>
                <a:gd name="connsiteY259" fmla="*/ 264506 h 598793"/>
                <a:gd name="connsiteX260" fmla="*/ 2532513 w 2912392"/>
                <a:gd name="connsiteY260" fmla="*/ 254987 h 598793"/>
                <a:gd name="connsiteX261" fmla="*/ 2542257 w 2912392"/>
                <a:gd name="connsiteY261" fmla="*/ 245556 h 598793"/>
                <a:gd name="connsiteX262" fmla="*/ 2552001 w 2912392"/>
                <a:gd name="connsiteY262" fmla="*/ 236220 h 598793"/>
                <a:gd name="connsiteX263" fmla="*/ 2561745 w 2912392"/>
                <a:gd name="connsiteY263" fmla="*/ 226990 h 598793"/>
                <a:gd name="connsiteX264" fmla="*/ 2571474 w 2912392"/>
                <a:gd name="connsiteY264" fmla="*/ 217872 h 598793"/>
                <a:gd name="connsiteX265" fmla="*/ 2581218 w 2912392"/>
                <a:gd name="connsiteY265" fmla="*/ 208875 h 598793"/>
                <a:gd name="connsiteX266" fmla="*/ 2590962 w 2912392"/>
                <a:gd name="connsiteY266" fmla="*/ 200007 h 598793"/>
                <a:gd name="connsiteX267" fmla="*/ 2600705 w 2912392"/>
                <a:gd name="connsiteY267" fmla="*/ 191273 h 598793"/>
                <a:gd name="connsiteX268" fmla="*/ 2610449 w 2912392"/>
                <a:gd name="connsiteY268" fmla="*/ 182682 h 598793"/>
                <a:gd name="connsiteX269" fmla="*/ 2620178 w 2912392"/>
                <a:gd name="connsiteY269" fmla="*/ 174238 h 598793"/>
                <a:gd name="connsiteX270" fmla="*/ 2629922 w 2912392"/>
                <a:gd name="connsiteY270" fmla="*/ 165948 h 598793"/>
                <a:gd name="connsiteX271" fmla="*/ 2639666 w 2912392"/>
                <a:gd name="connsiteY271" fmla="*/ 157816 h 598793"/>
                <a:gd name="connsiteX272" fmla="*/ 2649410 w 2912392"/>
                <a:gd name="connsiteY272" fmla="*/ 149845 h 598793"/>
                <a:gd name="connsiteX273" fmla="*/ 2659139 w 2912392"/>
                <a:gd name="connsiteY273" fmla="*/ 142042 h 598793"/>
                <a:gd name="connsiteX274" fmla="*/ 2668883 w 2912392"/>
                <a:gd name="connsiteY274" fmla="*/ 134410 h 598793"/>
                <a:gd name="connsiteX275" fmla="*/ 2678627 w 2912392"/>
                <a:gd name="connsiteY275" fmla="*/ 126950 h 598793"/>
                <a:gd name="connsiteX276" fmla="*/ 2688371 w 2912392"/>
                <a:gd name="connsiteY276" fmla="*/ 119666 h 598793"/>
                <a:gd name="connsiteX277" fmla="*/ 2698100 w 2912392"/>
                <a:gd name="connsiteY277" fmla="*/ 112559 h 598793"/>
                <a:gd name="connsiteX278" fmla="*/ 2707844 w 2912392"/>
                <a:gd name="connsiteY278" fmla="*/ 105631 h 598793"/>
                <a:gd name="connsiteX279" fmla="*/ 2717588 w 2912392"/>
                <a:gd name="connsiteY279" fmla="*/ 98883 h 598793"/>
                <a:gd name="connsiteX280" fmla="*/ 2727332 w 2912392"/>
                <a:gd name="connsiteY280" fmla="*/ 92317 h 598793"/>
                <a:gd name="connsiteX281" fmla="*/ 2737076 w 2912392"/>
                <a:gd name="connsiteY281" fmla="*/ 85931 h 598793"/>
                <a:gd name="connsiteX282" fmla="*/ 2746805 w 2912392"/>
                <a:gd name="connsiteY282" fmla="*/ 79727 h 598793"/>
                <a:gd name="connsiteX283" fmla="*/ 2756549 w 2912392"/>
                <a:gd name="connsiteY283" fmla="*/ 73704 h 598793"/>
                <a:gd name="connsiteX284" fmla="*/ 2766293 w 2912392"/>
                <a:gd name="connsiteY284" fmla="*/ 67859 h 598793"/>
                <a:gd name="connsiteX285" fmla="*/ 2776037 w 2912392"/>
                <a:gd name="connsiteY285" fmla="*/ 62191 h 598793"/>
                <a:gd name="connsiteX286" fmla="*/ 2785766 w 2912392"/>
                <a:gd name="connsiteY286" fmla="*/ 56701 h 598793"/>
                <a:gd name="connsiteX287" fmla="*/ 2795510 w 2912392"/>
                <a:gd name="connsiteY287" fmla="*/ 51384 h 598793"/>
                <a:gd name="connsiteX288" fmla="*/ 2805254 w 2912392"/>
                <a:gd name="connsiteY288" fmla="*/ 46239 h 598793"/>
                <a:gd name="connsiteX289" fmla="*/ 2814998 w 2912392"/>
                <a:gd name="connsiteY289" fmla="*/ 41263 h 598793"/>
                <a:gd name="connsiteX290" fmla="*/ 2824727 w 2912392"/>
                <a:gd name="connsiteY290" fmla="*/ 36452 h 598793"/>
                <a:gd name="connsiteX291" fmla="*/ 2834471 w 2912392"/>
                <a:gd name="connsiteY291" fmla="*/ 31803 h 598793"/>
                <a:gd name="connsiteX292" fmla="*/ 2844215 w 2912392"/>
                <a:gd name="connsiteY292" fmla="*/ 27314 h 598793"/>
                <a:gd name="connsiteX293" fmla="*/ 2853958 w 2912392"/>
                <a:gd name="connsiteY293" fmla="*/ 22980 h 598793"/>
                <a:gd name="connsiteX294" fmla="*/ 2863687 w 2912392"/>
                <a:gd name="connsiteY294" fmla="*/ 18797 h 598793"/>
                <a:gd name="connsiteX295" fmla="*/ 2873431 w 2912392"/>
                <a:gd name="connsiteY295" fmla="*/ 14762 h 598793"/>
                <a:gd name="connsiteX296" fmla="*/ 2883175 w 2912392"/>
                <a:gd name="connsiteY296" fmla="*/ 10869 h 598793"/>
                <a:gd name="connsiteX297" fmla="*/ 2892919 w 2912392"/>
                <a:gd name="connsiteY297" fmla="*/ 7114 h 598793"/>
                <a:gd name="connsiteX298" fmla="*/ 2902663 w 2912392"/>
                <a:gd name="connsiteY298" fmla="*/ 3492 h 598793"/>
                <a:gd name="connsiteX299" fmla="*/ 2912392 w 2912392"/>
                <a:gd name="connsiteY299" fmla="*/ 0 h 5987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98793">
                  <a:moveTo>
                    <a:pt x="0" y="117723"/>
                  </a:moveTo>
                  <a:lnTo>
                    <a:pt x="9739" y="116181"/>
                  </a:lnTo>
                  <a:lnTo>
                    <a:pt x="19480" y="114680"/>
                  </a:lnTo>
                  <a:lnTo>
                    <a:pt x="29221" y="113222"/>
                  </a:lnTo>
                  <a:lnTo>
                    <a:pt x="38961" y="111806"/>
                  </a:lnTo>
                  <a:lnTo>
                    <a:pt x="48702" y="110433"/>
                  </a:lnTo>
                  <a:lnTo>
                    <a:pt x="58443" y="109104"/>
                  </a:lnTo>
                  <a:lnTo>
                    <a:pt x="68182" y="107820"/>
                  </a:lnTo>
                  <a:lnTo>
                    <a:pt x="77923" y="106581"/>
                  </a:lnTo>
                  <a:lnTo>
                    <a:pt x="87664" y="105388"/>
                  </a:lnTo>
                  <a:lnTo>
                    <a:pt x="97404" y="104244"/>
                  </a:lnTo>
                  <a:lnTo>
                    <a:pt x="107145" y="103146"/>
                  </a:lnTo>
                  <a:lnTo>
                    <a:pt x="116886" y="102098"/>
                  </a:lnTo>
                  <a:lnTo>
                    <a:pt x="126625" y="101099"/>
                  </a:lnTo>
                  <a:lnTo>
                    <a:pt x="136366" y="100150"/>
                  </a:lnTo>
                  <a:lnTo>
                    <a:pt x="146107" y="99250"/>
                  </a:lnTo>
                  <a:lnTo>
                    <a:pt x="155846" y="98402"/>
                  </a:lnTo>
                  <a:lnTo>
                    <a:pt x="165587" y="97606"/>
                  </a:lnTo>
                  <a:lnTo>
                    <a:pt x="175328" y="96863"/>
                  </a:lnTo>
                  <a:lnTo>
                    <a:pt x="185068" y="96171"/>
                  </a:lnTo>
                  <a:lnTo>
                    <a:pt x="194809" y="95534"/>
                  </a:lnTo>
                  <a:lnTo>
                    <a:pt x="204550" y="94950"/>
                  </a:lnTo>
                  <a:lnTo>
                    <a:pt x="214289" y="94421"/>
                  </a:lnTo>
                  <a:lnTo>
                    <a:pt x="224030" y="93946"/>
                  </a:lnTo>
                  <a:lnTo>
                    <a:pt x="233771" y="93525"/>
                  </a:lnTo>
                  <a:lnTo>
                    <a:pt x="243510" y="93159"/>
                  </a:lnTo>
                  <a:lnTo>
                    <a:pt x="253251" y="92848"/>
                  </a:lnTo>
                  <a:lnTo>
                    <a:pt x="262992" y="92593"/>
                  </a:lnTo>
                  <a:lnTo>
                    <a:pt x="272732" y="92392"/>
                  </a:lnTo>
                  <a:lnTo>
                    <a:pt x="282473" y="92246"/>
                  </a:lnTo>
                  <a:lnTo>
                    <a:pt x="292214" y="92155"/>
                  </a:lnTo>
                  <a:lnTo>
                    <a:pt x="301953" y="92119"/>
                  </a:lnTo>
                  <a:lnTo>
                    <a:pt x="311694" y="92137"/>
                  </a:lnTo>
                  <a:lnTo>
                    <a:pt x="321435" y="92208"/>
                  </a:lnTo>
                  <a:lnTo>
                    <a:pt x="331175" y="92332"/>
                  </a:lnTo>
                  <a:lnTo>
                    <a:pt x="340916" y="92509"/>
                  </a:lnTo>
                  <a:lnTo>
                    <a:pt x="350656" y="92737"/>
                  </a:lnTo>
                  <a:lnTo>
                    <a:pt x="360396" y="93017"/>
                  </a:lnTo>
                  <a:lnTo>
                    <a:pt x="370137" y="93347"/>
                  </a:lnTo>
                  <a:lnTo>
                    <a:pt x="379878" y="93724"/>
                  </a:lnTo>
                  <a:lnTo>
                    <a:pt x="389617" y="94148"/>
                  </a:lnTo>
                  <a:lnTo>
                    <a:pt x="399358" y="94619"/>
                  </a:lnTo>
                  <a:lnTo>
                    <a:pt x="409099" y="95134"/>
                  </a:lnTo>
                  <a:lnTo>
                    <a:pt x="418839" y="95692"/>
                  </a:lnTo>
                  <a:lnTo>
                    <a:pt x="428580" y="96291"/>
                  </a:lnTo>
                  <a:lnTo>
                    <a:pt x="438321" y="96928"/>
                  </a:lnTo>
                  <a:lnTo>
                    <a:pt x="448060" y="97603"/>
                  </a:lnTo>
                  <a:lnTo>
                    <a:pt x="457801" y="98312"/>
                  </a:lnTo>
                  <a:lnTo>
                    <a:pt x="467542" y="99054"/>
                  </a:lnTo>
                  <a:lnTo>
                    <a:pt x="477281" y="99826"/>
                  </a:lnTo>
                  <a:lnTo>
                    <a:pt x="487022" y="100626"/>
                  </a:lnTo>
                  <a:lnTo>
                    <a:pt x="496763" y="101450"/>
                  </a:lnTo>
                  <a:lnTo>
                    <a:pt x="506503" y="102298"/>
                  </a:lnTo>
                  <a:lnTo>
                    <a:pt x="516244" y="103164"/>
                  </a:lnTo>
                  <a:lnTo>
                    <a:pt x="525985" y="104047"/>
                  </a:lnTo>
                  <a:lnTo>
                    <a:pt x="535724" y="104942"/>
                  </a:lnTo>
                  <a:lnTo>
                    <a:pt x="545465" y="105850"/>
                  </a:lnTo>
                  <a:lnTo>
                    <a:pt x="555206" y="106763"/>
                  </a:lnTo>
                  <a:lnTo>
                    <a:pt x="564946" y="107681"/>
                  </a:lnTo>
                  <a:lnTo>
                    <a:pt x="574687" y="108599"/>
                  </a:lnTo>
                  <a:lnTo>
                    <a:pt x="584428" y="109515"/>
                  </a:lnTo>
                  <a:lnTo>
                    <a:pt x="594167" y="110424"/>
                  </a:lnTo>
                  <a:lnTo>
                    <a:pt x="603908" y="111324"/>
                  </a:lnTo>
                  <a:lnTo>
                    <a:pt x="613649" y="112212"/>
                  </a:lnTo>
                  <a:lnTo>
                    <a:pt x="623388" y="113082"/>
                  </a:lnTo>
                  <a:lnTo>
                    <a:pt x="633129" y="113934"/>
                  </a:lnTo>
                  <a:lnTo>
                    <a:pt x="642870" y="114762"/>
                  </a:lnTo>
                  <a:lnTo>
                    <a:pt x="652610" y="115564"/>
                  </a:lnTo>
                  <a:lnTo>
                    <a:pt x="662351" y="116337"/>
                  </a:lnTo>
                  <a:lnTo>
                    <a:pt x="672092" y="117078"/>
                  </a:lnTo>
                  <a:lnTo>
                    <a:pt x="681831" y="117782"/>
                  </a:lnTo>
                  <a:lnTo>
                    <a:pt x="691572" y="118448"/>
                  </a:lnTo>
                  <a:lnTo>
                    <a:pt x="701313" y="119074"/>
                  </a:lnTo>
                  <a:lnTo>
                    <a:pt x="711052" y="119657"/>
                  </a:lnTo>
                  <a:lnTo>
                    <a:pt x="720793" y="120192"/>
                  </a:lnTo>
                  <a:lnTo>
                    <a:pt x="730534" y="120677"/>
                  </a:lnTo>
                  <a:lnTo>
                    <a:pt x="740274" y="121114"/>
                  </a:lnTo>
                  <a:lnTo>
                    <a:pt x="750015" y="121497"/>
                  </a:lnTo>
                  <a:lnTo>
                    <a:pt x="759756" y="121826"/>
                  </a:lnTo>
                  <a:lnTo>
                    <a:pt x="769495" y="122099"/>
                  </a:lnTo>
                  <a:lnTo>
                    <a:pt x="779236" y="122316"/>
                  </a:lnTo>
                  <a:lnTo>
                    <a:pt x="788977" y="122474"/>
                  </a:lnTo>
                  <a:lnTo>
                    <a:pt x="798717" y="122574"/>
                  </a:lnTo>
                  <a:lnTo>
                    <a:pt x="808458" y="122614"/>
                  </a:lnTo>
                  <a:lnTo>
                    <a:pt x="818199" y="122596"/>
                  </a:lnTo>
                  <a:lnTo>
                    <a:pt x="827938" y="122519"/>
                  </a:lnTo>
                  <a:lnTo>
                    <a:pt x="837679" y="122385"/>
                  </a:lnTo>
                  <a:lnTo>
                    <a:pt x="847420" y="122193"/>
                  </a:lnTo>
                  <a:lnTo>
                    <a:pt x="857159" y="121944"/>
                  </a:lnTo>
                  <a:lnTo>
                    <a:pt x="866900" y="121640"/>
                  </a:lnTo>
                  <a:lnTo>
                    <a:pt x="876641" y="121285"/>
                  </a:lnTo>
                  <a:lnTo>
                    <a:pt x="886381" y="120878"/>
                  </a:lnTo>
                  <a:lnTo>
                    <a:pt x="896122" y="120424"/>
                  </a:lnTo>
                  <a:lnTo>
                    <a:pt x="905863" y="119926"/>
                  </a:lnTo>
                  <a:lnTo>
                    <a:pt x="915602" y="119386"/>
                  </a:lnTo>
                  <a:lnTo>
                    <a:pt x="925343" y="118808"/>
                  </a:lnTo>
                  <a:lnTo>
                    <a:pt x="935084" y="118195"/>
                  </a:lnTo>
                  <a:lnTo>
                    <a:pt x="944824" y="117555"/>
                  </a:lnTo>
                  <a:lnTo>
                    <a:pt x="954564" y="116887"/>
                  </a:lnTo>
                  <a:lnTo>
                    <a:pt x="964305" y="116202"/>
                  </a:lnTo>
                  <a:lnTo>
                    <a:pt x="974045" y="115500"/>
                  </a:lnTo>
                  <a:lnTo>
                    <a:pt x="983786" y="114791"/>
                  </a:lnTo>
                  <a:lnTo>
                    <a:pt x="993522" y="114077"/>
                  </a:lnTo>
                  <a:lnTo>
                    <a:pt x="1003266" y="113368"/>
                  </a:lnTo>
                  <a:lnTo>
                    <a:pt x="1013010" y="112669"/>
                  </a:lnTo>
                  <a:lnTo>
                    <a:pt x="1022754" y="111985"/>
                  </a:lnTo>
                  <a:lnTo>
                    <a:pt x="1032483" y="111325"/>
                  </a:lnTo>
                  <a:lnTo>
                    <a:pt x="1042227" y="110695"/>
                  </a:lnTo>
                  <a:lnTo>
                    <a:pt x="1051971" y="110103"/>
                  </a:lnTo>
                  <a:lnTo>
                    <a:pt x="1061715" y="109557"/>
                  </a:lnTo>
                  <a:lnTo>
                    <a:pt x="1071444" y="109064"/>
                  </a:lnTo>
                  <a:lnTo>
                    <a:pt x="1081188" y="108630"/>
                  </a:lnTo>
                  <a:lnTo>
                    <a:pt x="1090932" y="108266"/>
                  </a:lnTo>
                  <a:lnTo>
                    <a:pt x="1100676" y="107979"/>
                  </a:lnTo>
                  <a:lnTo>
                    <a:pt x="1110405" y="107776"/>
                  </a:lnTo>
                  <a:lnTo>
                    <a:pt x="1120149" y="107666"/>
                  </a:lnTo>
                  <a:lnTo>
                    <a:pt x="1129893" y="107657"/>
                  </a:lnTo>
                  <a:lnTo>
                    <a:pt x="1139637" y="107757"/>
                  </a:lnTo>
                  <a:lnTo>
                    <a:pt x="1149381" y="107973"/>
                  </a:lnTo>
                  <a:lnTo>
                    <a:pt x="1159110" y="108314"/>
                  </a:lnTo>
                  <a:lnTo>
                    <a:pt x="1168854" y="108788"/>
                  </a:lnTo>
                  <a:lnTo>
                    <a:pt x="1178598" y="109400"/>
                  </a:lnTo>
                  <a:lnTo>
                    <a:pt x="1188341" y="110162"/>
                  </a:lnTo>
                  <a:lnTo>
                    <a:pt x="1198070" y="111076"/>
                  </a:lnTo>
                  <a:lnTo>
                    <a:pt x="1207814" y="112154"/>
                  </a:lnTo>
                  <a:lnTo>
                    <a:pt x="1217558" y="113399"/>
                  </a:lnTo>
                  <a:lnTo>
                    <a:pt x="1227302" y="114819"/>
                  </a:lnTo>
                  <a:lnTo>
                    <a:pt x="1237031" y="116421"/>
                  </a:lnTo>
                  <a:lnTo>
                    <a:pt x="1246775" y="118210"/>
                  </a:lnTo>
                  <a:lnTo>
                    <a:pt x="1256519" y="120192"/>
                  </a:lnTo>
                  <a:lnTo>
                    <a:pt x="1266263" y="122370"/>
                  </a:lnTo>
                  <a:lnTo>
                    <a:pt x="1276007" y="124752"/>
                  </a:lnTo>
                  <a:lnTo>
                    <a:pt x="1285736" y="127342"/>
                  </a:lnTo>
                  <a:lnTo>
                    <a:pt x="1295480" y="130141"/>
                  </a:lnTo>
                  <a:lnTo>
                    <a:pt x="1305224" y="133155"/>
                  </a:lnTo>
                  <a:lnTo>
                    <a:pt x="1314968" y="136387"/>
                  </a:lnTo>
                  <a:lnTo>
                    <a:pt x="1324697" y="139839"/>
                  </a:lnTo>
                  <a:lnTo>
                    <a:pt x="1334441" y="143513"/>
                  </a:lnTo>
                  <a:lnTo>
                    <a:pt x="1344185" y="147412"/>
                  </a:lnTo>
                  <a:lnTo>
                    <a:pt x="1353929" y="151535"/>
                  </a:lnTo>
                  <a:lnTo>
                    <a:pt x="1363658" y="155882"/>
                  </a:lnTo>
                  <a:lnTo>
                    <a:pt x="1373402" y="160456"/>
                  </a:lnTo>
                  <a:lnTo>
                    <a:pt x="1383146" y="165254"/>
                  </a:lnTo>
                  <a:lnTo>
                    <a:pt x="1392890" y="170276"/>
                  </a:lnTo>
                  <a:lnTo>
                    <a:pt x="1402619" y="175520"/>
                  </a:lnTo>
                  <a:lnTo>
                    <a:pt x="1412363" y="180985"/>
                  </a:lnTo>
                  <a:lnTo>
                    <a:pt x="1422106" y="186666"/>
                  </a:lnTo>
                  <a:lnTo>
                    <a:pt x="1431850" y="192562"/>
                  </a:lnTo>
                  <a:lnTo>
                    <a:pt x="1441594" y="198667"/>
                  </a:lnTo>
                  <a:lnTo>
                    <a:pt x="1451323" y="204980"/>
                  </a:lnTo>
                  <a:lnTo>
                    <a:pt x="1461067" y="211493"/>
                  </a:lnTo>
                  <a:lnTo>
                    <a:pt x="1470811" y="218202"/>
                  </a:lnTo>
                  <a:lnTo>
                    <a:pt x="1480555" y="225101"/>
                  </a:lnTo>
                  <a:lnTo>
                    <a:pt x="1490284" y="232183"/>
                  </a:lnTo>
                  <a:lnTo>
                    <a:pt x="1500028" y="239443"/>
                  </a:lnTo>
                  <a:lnTo>
                    <a:pt x="1509772" y="246870"/>
                  </a:lnTo>
                  <a:lnTo>
                    <a:pt x="1519516" y="254461"/>
                  </a:lnTo>
                  <a:lnTo>
                    <a:pt x="1529245" y="262204"/>
                  </a:lnTo>
                  <a:lnTo>
                    <a:pt x="1538989" y="270093"/>
                  </a:lnTo>
                  <a:lnTo>
                    <a:pt x="1548733" y="278116"/>
                  </a:lnTo>
                  <a:lnTo>
                    <a:pt x="1558477" y="286266"/>
                  </a:lnTo>
                  <a:lnTo>
                    <a:pt x="1568221" y="294532"/>
                  </a:lnTo>
                  <a:lnTo>
                    <a:pt x="1577950" y="302904"/>
                  </a:lnTo>
                  <a:lnTo>
                    <a:pt x="1587694" y="311372"/>
                  </a:lnTo>
                  <a:lnTo>
                    <a:pt x="1597438" y="319924"/>
                  </a:lnTo>
                  <a:lnTo>
                    <a:pt x="1607182" y="328551"/>
                  </a:lnTo>
                  <a:lnTo>
                    <a:pt x="1616911" y="337238"/>
                  </a:lnTo>
                  <a:lnTo>
                    <a:pt x="1626655" y="345977"/>
                  </a:lnTo>
                  <a:lnTo>
                    <a:pt x="1636399" y="354754"/>
                  </a:lnTo>
                  <a:lnTo>
                    <a:pt x="1646142" y="363557"/>
                  </a:lnTo>
                  <a:lnTo>
                    <a:pt x="1655872" y="372375"/>
                  </a:lnTo>
                  <a:lnTo>
                    <a:pt x="1665616" y="381193"/>
                  </a:lnTo>
                  <a:lnTo>
                    <a:pt x="1675359" y="390002"/>
                  </a:lnTo>
                  <a:lnTo>
                    <a:pt x="1685103" y="398786"/>
                  </a:lnTo>
                  <a:lnTo>
                    <a:pt x="1694832" y="407533"/>
                  </a:lnTo>
                  <a:lnTo>
                    <a:pt x="1704576" y="416233"/>
                  </a:lnTo>
                  <a:lnTo>
                    <a:pt x="1714320" y="424870"/>
                  </a:lnTo>
                  <a:lnTo>
                    <a:pt x="1724064" y="433431"/>
                  </a:lnTo>
                  <a:lnTo>
                    <a:pt x="1733808" y="441905"/>
                  </a:lnTo>
                  <a:lnTo>
                    <a:pt x="1743537" y="450279"/>
                  </a:lnTo>
                  <a:lnTo>
                    <a:pt x="1753281" y="458538"/>
                  </a:lnTo>
                  <a:lnTo>
                    <a:pt x="1763025" y="466673"/>
                  </a:lnTo>
                  <a:lnTo>
                    <a:pt x="1772769" y="474668"/>
                  </a:lnTo>
                  <a:lnTo>
                    <a:pt x="1782498" y="482512"/>
                  </a:lnTo>
                  <a:lnTo>
                    <a:pt x="1792242" y="490193"/>
                  </a:lnTo>
                  <a:lnTo>
                    <a:pt x="1801986" y="497698"/>
                  </a:lnTo>
                  <a:lnTo>
                    <a:pt x="1811730" y="505014"/>
                  </a:lnTo>
                  <a:lnTo>
                    <a:pt x="1821459" y="512133"/>
                  </a:lnTo>
                  <a:lnTo>
                    <a:pt x="1831203" y="519040"/>
                  </a:lnTo>
                  <a:lnTo>
                    <a:pt x="1840947" y="525726"/>
                  </a:lnTo>
                  <a:lnTo>
                    <a:pt x="1850691" y="532178"/>
                  </a:lnTo>
                  <a:lnTo>
                    <a:pt x="1860435" y="538387"/>
                  </a:lnTo>
                  <a:lnTo>
                    <a:pt x="1870164" y="544342"/>
                  </a:lnTo>
                  <a:lnTo>
                    <a:pt x="1879908" y="550035"/>
                  </a:lnTo>
                  <a:lnTo>
                    <a:pt x="1889652" y="555452"/>
                  </a:lnTo>
                  <a:lnTo>
                    <a:pt x="1899395" y="560588"/>
                  </a:lnTo>
                  <a:lnTo>
                    <a:pt x="1909124" y="565431"/>
                  </a:lnTo>
                  <a:lnTo>
                    <a:pt x="1918868" y="569975"/>
                  </a:lnTo>
                  <a:lnTo>
                    <a:pt x="1928612" y="574213"/>
                  </a:lnTo>
                  <a:lnTo>
                    <a:pt x="1938356" y="578134"/>
                  </a:lnTo>
                  <a:lnTo>
                    <a:pt x="1948085" y="581732"/>
                  </a:lnTo>
                  <a:lnTo>
                    <a:pt x="1957829" y="585003"/>
                  </a:lnTo>
                  <a:lnTo>
                    <a:pt x="1967573" y="587936"/>
                  </a:lnTo>
                  <a:lnTo>
                    <a:pt x="1977317" y="590532"/>
                  </a:lnTo>
                  <a:lnTo>
                    <a:pt x="1987046" y="592780"/>
                  </a:lnTo>
                  <a:lnTo>
                    <a:pt x="1996790" y="594676"/>
                  </a:lnTo>
                  <a:lnTo>
                    <a:pt x="2006534" y="596221"/>
                  </a:lnTo>
                  <a:lnTo>
                    <a:pt x="2016278" y="597407"/>
                  </a:lnTo>
                  <a:lnTo>
                    <a:pt x="2026022" y="598233"/>
                  </a:lnTo>
                  <a:lnTo>
                    <a:pt x="2035751" y="598695"/>
                  </a:lnTo>
                  <a:lnTo>
                    <a:pt x="2045495" y="598793"/>
                  </a:lnTo>
                  <a:lnTo>
                    <a:pt x="2055239" y="598526"/>
                  </a:lnTo>
                  <a:lnTo>
                    <a:pt x="2064983" y="597892"/>
                  </a:lnTo>
                  <a:lnTo>
                    <a:pt x="2074712" y="596892"/>
                  </a:lnTo>
                  <a:lnTo>
                    <a:pt x="2084456" y="595526"/>
                  </a:lnTo>
                  <a:lnTo>
                    <a:pt x="2094200" y="593796"/>
                  </a:lnTo>
                  <a:lnTo>
                    <a:pt x="2103944" y="591703"/>
                  </a:lnTo>
                  <a:lnTo>
                    <a:pt x="2113673" y="589249"/>
                  </a:lnTo>
                  <a:lnTo>
                    <a:pt x="2123417" y="586439"/>
                  </a:lnTo>
                  <a:lnTo>
                    <a:pt x="2133161" y="583274"/>
                  </a:lnTo>
                  <a:lnTo>
                    <a:pt x="2142905" y="579761"/>
                  </a:lnTo>
                  <a:lnTo>
                    <a:pt x="2152649" y="575902"/>
                  </a:lnTo>
                  <a:lnTo>
                    <a:pt x="2162377" y="571705"/>
                  </a:lnTo>
                  <a:lnTo>
                    <a:pt x="2172121" y="567173"/>
                  </a:lnTo>
                  <a:lnTo>
                    <a:pt x="2181865" y="562314"/>
                  </a:lnTo>
                  <a:lnTo>
                    <a:pt x="2191609" y="557135"/>
                  </a:lnTo>
                  <a:lnTo>
                    <a:pt x="2201338" y="551644"/>
                  </a:lnTo>
                  <a:lnTo>
                    <a:pt x="2211082" y="545847"/>
                  </a:lnTo>
                  <a:lnTo>
                    <a:pt x="2220826" y="539753"/>
                  </a:lnTo>
                  <a:lnTo>
                    <a:pt x="2230570" y="533372"/>
                  </a:lnTo>
                  <a:lnTo>
                    <a:pt x="2240299" y="526712"/>
                  </a:lnTo>
                  <a:lnTo>
                    <a:pt x="2250043" y="519784"/>
                  </a:lnTo>
                  <a:lnTo>
                    <a:pt x="2259787" y="512596"/>
                  </a:lnTo>
                  <a:lnTo>
                    <a:pt x="2269531" y="505162"/>
                  </a:lnTo>
                  <a:lnTo>
                    <a:pt x="2279260" y="497490"/>
                  </a:lnTo>
                  <a:lnTo>
                    <a:pt x="2289004" y="489594"/>
                  </a:lnTo>
                  <a:lnTo>
                    <a:pt x="2298748" y="481482"/>
                  </a:lnTo>
                  <a:lnTo>
                    <a:pt x="2308492" y="473168"/>
                  </a:lnTo>
                  <a:lnTo>
                    <a:pt x="2318236" y="464663"/>
                  </a:lnTo>
                  <a:lnTo>
                    <a:pt x="2327965" y="455982"/>
                  </a:lnTo>
                  <a:lnTo>
                    <a:pt x="2337709" y="447133"/>
                  </a:lnTo>
                  <a:lnTo>
                    <a:pt x="2347453" y="438133"/>
                  </a:lnTo>
                  <a:lnTo>
                    <a:pt x="2357197" y="428991"/>
                  </a:lnTo>
                  <a:lnTo>
                    <a:pt x="2366926" y="419722"/>
                  </a:lnTo>
                  <a:lnTo>
                    <a:pt x="2376670" y="410340"/>
                  </a:lnTo>
                  <a:lnTo>
                    <a:pt x="2386413" y="400856"/>
                  </a:lnTo>
                  <a:lnTo>
                    <a:pt x="2396157" y="391283"/>
                  </a:lnTo>
                  <a:lnTo>
                    <a:pt x="2405886" y="381634"/>
                  </a:lnTo>
                  <a:lnTo>
                    <a:pt x="2415630" y="371923"/>
                  </a:lnTo>
                  <a:lnTo>
                    <a:pt x="2425374" y="362162"/>
                  </a:lnTo>
                  <a:lnTo>
                    <a:pt x="2435118" y="352364"/>
                  </a:lnTo>
                  <a:lnTo>
                    <a:pt x="2444862" y="342541"/>
                  </a:lnTo>
                  <a:lnTo>
                    <a:pt x="2454591" y="332706"/>
                  </a:lnTo>
                  <a:lnTo>
                    <a:pt x="2464335" y="322871"/>
                  </a:lnTo>
                  <a:lnTo>
                    <a:pt x="2474079" y="313047"/>
                  </a:lnTo>
                  <a:lnTo>
                    <a:pt x="2483823" y="303248"/>
                  </a:lnTo>
                  <a:lnTo>
                    <a:pt x="2493552" y="293483"/>
                  </a:lnTo>
                  <a:lnTo>
                    <a:pt x="2503296" y="283763"/>
                  </a:lnTo>
                  <a:lnTo>
                    <a:pt x="2513040" y="274101"/>
                  </a:lnTo>
                  <a:lnTo>
                    <a:pt x="2522784" y="264506"/>
                  </a:lnTo>
                  <a:lnTo>
                    <a:pt x="2532513" y="254987"/>
                  </a:lnTo>
                  <a:lnTo>
                    <a:pt x="2542257" y="245556"/>
                  </a:lnTo>
                  <a:lnTo>
                    <a:pt x="2552001" y="236220"/>
                  </a:lnTo>
                  <a:lnTo>
                    <a:pt x="2561745" y="226990"/>
                  </a:lnTo>
                  <a:lnTo>
                    <a:pt x="2571474" y="217872"/>
                  </a:lnTo>
                  <a:lnTo>
                    <a:pt x="2581218" y="208875"/>
                  </a:lnTo>
                  <a:lnTo>
                    <a:pt x="2590962" y="200007"/>
                  </a:lnTo>
                  <a:lnTo>
                    <a:pt x="2600705" y="191273"/>
                  </a:lnTo>
                  <a:lnTo>
                    <a:pt x="2610449" y="182682"/>
                  </a:lnTo>
                  <a:lnTo>
                    <a:pt x="2620178" y="174238"/>
                  </a:lnTo>
                  <a:lnTo>
                    <a:pt x="2629922" y="165948"/>
                  </a:lnTo>
                  <a:lnTo>
                    <a:pt x="2639666" y="157816"/>
                  </a:lnTo>
                  <a:lnTo>
                    <a:pt x="2649410" y="149845"/>
                  </a:lnTo>
                  <a:lnTo>
                    <a:pt x="2659139" y="142042"/>
                  </a:lnTo>
                  <a:lnTo>
                    <a:pt x="2668883" y="134410"/>
                  </a:lnTo>
                  <a:lnTo>
                    <a:pt x="2678627" y="126950"/>
                  </a:lnTo>
                  <a:lnTo>
                    <a:pt x="2688371" y="119666"/>
                  </a:lnTo>
                  <a:lnTo>
                    <a:pt x="2698100" y="112559"/>
                  </a:lnTo>
                  <a:lnTo>
                    <a:pt x="2707844" y="105631"/>
                  </a:lnTo>
                  <a:lnTo>
                    <a:pt x="2717588" y="98883"/>
                  </a:lnTo>
                  <a:lnTo>
                    <a:pt x="2727332" y="92317"/>
                  </a:lnTo>
                  <a:lnTo>
                    <a:pt x="2737076" y="85931"/>
                  </a:lnTo>
                  <a:lnTo>
                    <a:pt x="2746805" y="79727"/>
                  </a:lnTo>
                  <a:lnTo>
                    <a:pt x="2756549" y="73704"/>
                  </a:lnTo>
                  <a:lnTo>
                    <a:pt x="2766293" y="67859"/>
                  </a:lnTo>
                  <a:lnTo>
                    <a:pt x="2776037" y="62191"/>
                  </a:lnTo>
                  <a:lnTo>
                    <a:pt x="2785766" y="56701"/>
                  </a:lnTo>
                  <a:lnTo>
                    <a:pt x="2795510" y="51384"/>
                  </a:lnTo>
                  <a:lnTo>
                    <a:pt x="2805254" y="46239"/>
                  </a:lnTo>
                  <a:lnTo>
                    <a:pt x="2814998" y="41263"/>
                  </a:lnTo>
                  <a:lnTo>
                    <a:pt x="2824727" y="36452"/>
                  </a:lnTo>
                  <a:lnTo>
                    <a:pt x="2834471" y="31803"/>
                  </a:lnTo>
                  <a:lnTo>
                    <a:pt x="2844215" y="27314"/>
                  </a:lnTo>
                  <a:lnTo>
                    <a:pt x="2853958" y="22980"/>
                  </a:lnTo>
                  <a:lnTo>
                    <a:pt x="2863687" y="18797"/>
                  </a:lnTo>
                  <a:lnTo>
                    <a:pt x="2873431" y="14762"/>
                  </a:lnTo>
                  <a:lnTo>
                    <a:pt x="2883175" y="10869"/>
                  </a:lnTo>
                  <a:lnTo>
                    <a:pt x="2892919" y="7114"/>
                  </a:lnTo>
                  <a:lnTo>
                    <a:pt x="2902663" y="3492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2" name="Freeform 791">
              <a:extLst>
                <a:ext uri="{FF2B5EF4-FFF2-40B4-BE49-F238E27FC236}">
                  <a16:creationId xmlns:a16="http://schemas.microsoft.com/office/drawing/2014/main" id="{31169427-3641-8A77-DD1D-34063984DC74}"/>
                </a:ext>
              </a:extLst>
            </p:cNvPr>
            <p:cNvSpPr/>
            <p:nvPr/>
          </p:nvSpPr>
          <p:spPr>
            <a:xfrm>
              <a:off x="576446" y="3137354"/>
              <a:ext cx="2912392" cy="628284"/>
            </a:xfrm>
            <a:custGeom>
              <a:avLst/>
              <a:gdLst>
                <a:gd name="connsiteX0" fmla="*/ 0 w 2912392"/>
                <a:gd name="connsiteY0" fmla="*/ 66934 h 628284"/>
                <a:gd name="connsiteX1" fmla="*/ 9739 w 2912392"/>
                <a:gd name="connsiteY1" fmla="*/ 60602 h 628284"/>
                <a:gd name="connsiteX2" fmla="*/ 19480 w 2912392"/>
                <a:gd name="connsiteY2" fmla="*/ 54550 h 628284"/>
                <a:gd name="connsiteX3" fmla="*/ 29221 w 2912392"/>
                <a:gd name="connsiteY3" fmla="*/ 48787 h 628284"/>
                <a:gd name="connsiteX4" fmla="*/ 38961 w 2912392"/>
                <a:gd name="connsiteY4" fmla="*/ 43319 h 628284"/>
                <a:gd name="connsiteX5" fmla="*/ 48702 w 2912392"/>
                <a:gd name="connsiteY5" fmla="*/ 38155 h 628284"/>
                <a:gd name="connsiteX6" fmla="*/ 58443 w 2912392"/>
                <a:gd name="connsiteY6" fmla="*/ 33299 h 628284"/>
                <a:gd name="connsiteX7" fmla="*/ 68182 w 2912392"/>
                <a:gd name="connsiteY7" fmla="*/ 28760 h 628284"/>
                <a:gd name="connsiteX8" fmla="*/ 77923 w 2912392"/>
                <a:gd name="connsiteY8" fmla="*/ 24540 h 628284"/>
                <a:gd name="connsiteX9" fmla="*/ 87664 w 2912392"/>
                <a:gd name="connsiteY9" fmla="*/ 20646 h 628284"/>
                <a:gd name="connsiteX10" fmla="*/ 97404 w 2912392"/>
                <a:gd name="connsiteY10" fmla="*/ 17080 h 628284"/>
                <a:gd name="connsiteX11" fmla="*/ 107145 w 2912392"/>
                <a:gd name="connsiteY11" fmla="*/ 13847 h 628284"/>
                <a:gd name="connsiteX12" fmla="*/ 116886 w 2912392"/>
                <a:gd name="connsiteY12" fmla="*/ 10951 h 628284"/>
                <a:gd name="connsiteX13" fmla="*/ 126625 w 2912392"/>
                <a:gd name="connsiteY13" fmla="*/ 8391 h 628284"/>
                <a:gd name="connsiteX14" fmla="*/ 136366 w 2912392"/>
                <a:gd name="connsiteY14" fmla="*/ 6171 h 628284"/>
                <a:gd name="connsiteX15" fmla="*/ 146107 w 2912392"/>
                <a:gd name="connsiteY15" fmla="*/ 4292 h 628284"/>
                <a:gd name="connsiteX16" fmla="*/ 155846 w 2912392"/>
                <a:gd name="connsiteY16" fmla="*/ 2755 h 628284"/>
                <a:gd name="connsiteX17" fmla="*/ 165587 w 2912392"/>
                <a:gd name="connsiteY17" fmla="*/ 1558 h 628284"/>
                <a:gd name="connsiteX18" fmla="*/ 175328 w 2912392"/>
                <a:gd name="connsiteY18" fmla="*/ 700 h 628284"/>
                <a:gd name="connsiteX19" fmla="*/ 185068 w 2912392"/>
                <a:gd name="connsiteY19" fmla="*/ 182 h 628284"/>
                <a:gd name="connsiteX20" fmla="*/ 194809 w 2912392"/>
                <a:gd name="connsiteY20" fmla="*/ 0 h 628284"/>
                <a:gd name="connsiteX21" fmla="*/ 204550 w 2912392"/>
                <a:gd name="connsiteY21" fmla="*/ 152 h 628284"/>
                <a:gd name="connsiteX22" fmla="*/ 214289 w 2912392"/>
                <a:gd name="connsiteY22" fmla="*/ 633 h 628284"/>
                <a:gd name="connsiteX23" fmla="*/ 224030 w 2912392"/>
                <a:gd name="connsiteY23" fmla="*/ 1441 h 628284"/>
                <a:gd name="connsiteX24" fmla="*/ 233771 w 2912392"/>
                <a:gd name="connsiteY24" fmla="*/ 2572 h 628284"/>
                <a:gd name="connsiteX25" fmla="*/ 243510 w 2912392"/>
                <a:gd name="connsiteY25" fmla="*/ 4018 h 628284"/>
                <a:gd name="connsiteX26" fmla="*/ 253251 w 2912392"/>
                <a:gd name="connsiteY26" fmla="*/ 5778 h 628284"/>
                <a:gd name="connsiteX27" fmla="*/ 262992 w 2912392"/>
                <a:gd name="connsiteY27" fmla="*/ 7841 h 628284"/>
                <a:gd name="connsiteX28" fmla="*/ 272732 w 2912392"/>
                <a:gd name="connsiteY28" fmla="*/ 10203 h 628284"/>
                <a:gd name="connsiteX29" fmla="*/ 282473 w 2912392"/>
                <a:gd name="connsiteY29" fmla="*/ 12858 h 628284"/>
                <a:gd name="connsiteX30" fmla="*/ 292214 w 2912392"/>
                <a:gd name="connsiteY30" fmla="*/ 15794 h 628284"/>
                <a:gd name="connsiteX31" fmla="*/ 301953 w 2912392"/>
                <a:gd name="connsiteY31" fmla="*/ 19008 h 628284"/>
                <a:gd name="connsiteX32" fmla="*/ 311694 w 2912392"/>
                <a:gd name="connsiteY32" fmla="*/ 22490 h 628284"/>
                <a:gd name="connsiteX33" fmla="*/ 321435 w 2912392"/>
                <a:gd name="connsiteY33" fmla="*/ 26230 h 628284"/>
                <a:gd name="connsiteX34" fmla="*/ 331175 w 2912392"/>
                <a:gd name="connsiteY34" fmla="*/ 30218 h 628284"/>
                <a:gd name="connsiteX35" fmla="*/ 340916 w 2912392"/>
                <a:gd name="connsiteY35" fmla="*/ 34446 h 628284"/>
                <a:gd name="connsiteX36" fmla="*/ 350656 w 2912392"/>
                <a:gd name="connsiteY36" fmla="*/ 38906 h 628284"/>
                <a:gd name="connsiteX37" fmla="*/ 360396 w 2912392"/>
                <a:gd name="connsiteY37" fmla="*/ 43584 h 628284"/>
                <a:gd name="connsiteX38" fmla="*/ 370137 w 2912392"/>
                <a:gd name="connsiteY38" fmla="*/ 48471 h 628284"/>
                <a:gd name="connsiteX39" fmla="*/ 379878 w 2912392"/>
                <a:gd name="connsiteY39" fmla="*/ 53557 h 628284"/>
                <a:gd name="connsiteX40" fmla="*/ 389617 w 2912392"/>
                <a:gd name="connsiteY40" fmla="*/ 58832 h 628284"/>
                <a:gd name="connsiteX41" fmla="*/ 399358 w 2912392"/>
                <a:gd name="connsiteY41" fmla="*/ 64283 h 628284"/>
                <a:gd name="connsiteX42" fmla="*/ 409099 w 2912392"/>
                <a:gd name="connsiteY42" fmla="*/ 69900 h 628284"/>
                <a:gd name="connsiteX43" fmla="*/ 418839 w 2912392"/>
                <a:gd name="connsiteY43" fmla="*/ 75672 h 628284"/>
                <a:gd name="connsiteX44" fmla="*/ 428580 w 2912392"/>
                <a:gd name="connsiteY44" fmla="*/ 81587 h 628284"/>
                <a:gd name="connsiteX45" fmla="*/ 438321 w 2912392"/>
                <a:gd name="connsiteY45" fmla="*/ 87633 h 628284"/>
                <a:gd name="connsiteX46" fmla="*/ 448060 w 2912392"/>
                <a:gd name="connsiteY46" fmla="*/ 93801 h 628284"/>
                <a:gd name="connsiteX47" fmla="*/ 457801 w 2912392"/>
                <a:gd name="connsiteY47" fmla="*/ 100076 h 628284"/>
                <a:gd name="connsiteX48" fmla="*/ 467542 w 2912392"/>
                <a:gd name="connsiteY48" fmla="*/ 106452 h 628284"/>
                <a:gd name="connsiteX49" fmla="*/ 477281 w 2912392"/>
                <a:gd name="connsiteY49" fmla="*/ 112913 h 628284"/>
                <a:gd name="connsiteX50" fmla="*/ 487022 w 2912392"/>
                <a:gd name="connsiteY50" fmla="*/ 119450 h 628284"/>
                <a:gd name="connsiteX51" fmla="*/ 496763 w 2912392"/>
                <a:gd name="connsiteY51" fmla="*/ 126051 h 628284"/>
                <a:gd name="connsiteX52" fmla="*/ 506503 w 2912392"/>
                <a:gd name="connsiteY52" fmla="*/ 132707 h 628284"/>
                <a:gd name="connsiteX53" fmla="*/ 516244 w 2912392"/>
                <a:gd name="connsiteY53" fmla="*/ 139405 h 628284"/>
                <a:gd name="connsiteX54" fmla="*/ 525985 w 2912392"/>
                <a:gd name="connsiteY54" fmla="*/ 146137 h 628284"/>
                <a:gd name="connsiteX55" fmla="*/ 535724 w 2912392"/>
                <a:gd name="connsiteY55" fmla="*/ 152889 h 628284"/>
                <a:gd name="connsiteX56" fmla="*/ 545465 w 2912392"/>
                <a:gd name="connsiteY56" fmla="*/ 159654 h 628284"/>
                <a:gd name="connsiteX57" fmla="*/ 555206 w 2912392"/>
                <a:gd name="connsiteY57" fmla="*/ 166423 h 628284"/>
                <a:gd name="connsiteX58" fmla="*/ 564946 w 2912392"/>
                <a:gd name="connsiteY58" fmla="*/ 173184 h 628284"/>
                <a:gd name="connsiteX59" fmla="*/ 574687 w 2912392"/>
                <a:gd name="connsiteY59" fmla="*/ 179929 h 628284"/>
                <a:gd name="connsiteX60" fmla="*/ 584428 w 2912392"/>
                <a:gd name="connsiteY60" fmla="*/ 186648 h 628284"/>
                <a:gd name="connsiteX61" fmla="*/ 594167 w 2912392"/>
                <a:gd name="connsiteY61" fmla="*/ 193335 h 628284"/>
                <a:gd name="connsiteX62" fmla="*/ 603908 w 2912392"/>
                <a:gd name="connsiteY62" fmla="*/ 199979 h 628284"/>
                <a:gd name="connsiteX63" fmla="*/ 613649 w 2912392"/>
                <a:gd name="connsiteY63" fmla="*/ 206573 h 628284"/>
                <a:gd name="connsiteX64" fmla="*/ 623388 w 2912392"/>
                <a:gd name="connsiteY64" fmla="*/ 213109 h 628284"/>
                <a:gd name="connsiteX65" fmla="*/ 633129 w 2912392"/>
                <a:gd name="connsiteY65" fmla="*/ 219580 h 628284"/>
                <a:gd name="connsiteX66" fmla="*/ 642870 w 2912392"/>
                <a:gd name="connsiteY66" fmla="*/ 225980 h 628284"/>
                <a:gd name="connsiteX67" fmla="*/ 652610 w 2912392"/>
                <a:gd name="connsiteY67" fmla="*/ 232300 h 628284"/>
                <a:gd name="connsiteX68" fmla="*/ 662351 w 2912392"/>
                <a:gd name="connsiteY68" fmla="*/ 238539 h 628284"/>
                <a:gd name="connsiteX69" fmla="*/ 672092 w 2912392"/>
                <a:gd name="connsiteY69" fmla="*/ 244686 h 628284"/>
                <a:gd name="connsiteX70" fmla="*/ 681831 w 2912392"/>
                <a:gd name="connsiteY70" fmla="*/ 250736 h 628284"/>
                <a:gd name="connsiteX71" fmla="*/ 691572 w 2912392"/>
                <a:gd name="connsiteY71" fmla="*/ 256687 h 628284"/>
                <a:gd name="connsiteX72" fmla="*/ 701313 w 2912392"/>
                <a:gd name="connsiteY72" fmla="*/ 262533 h 628284"/>
                <a:gd name="connsiteX73" fmla="*/ 711052 w 2912392"/>
                <a:gd name="connsiteY73" fmla="*/ 268270 h 628284"/>
                <a:gd name="connsiteX74" fmla="*/ 720793 w 2912392"/>
                <a:gd name="connsiteY74" fmla="*/ 273892 h 628284"/>
                <a:gd name="connsiteX75" fmla="*/ 730534 w 2912392"/>
                <a:gd name="connsiteY75" fmla="*/ 279398 h 628284"/>
                <a:gd name="connsiteX76" fmla="*/ 740274 w 2912392"/>
                <a:gd name="connsiteY76" fmla="*/ 284784 h 628284"/>
                <a:gd name="connsiteX77" fmla="*/ 750015 w 2912392"/>
                <a:gd name="connsiteY77" fmla="*/ 290046 h 628284"/>
                <a:gd name="connsiteX78" fmla="*/ 759756 w 2912392"/>
                <a:gd name="connsiteY78" fmla="*/ 295183 h 628284"/>
                <a:gd name="connsiteX79" fmla="*/ 769495 w 2912392"/>
                <a:gd name="connsiteY79" fmla="*/ 300192 h 628284"/>
                <a:gd name="connsiteX80" fmla="*/ 779236 w 2912392"/>
                <a:gd name="connsiteY80" fmla="*/ 305072 h 628284"/>
                <a:gd name="connsiteX81" fmla="*/ 788977 w 2912392"/>
                <a:gd name="connsiteY81" fmla="*/ 309818 h 628284"/>
                <a:gd name="connsiteX82" fmla="*/ 798717 w 2912392"/>
                <a:gd name="connsiteY82" fmla="*/ 314434 h 628284"/>
                <a:gd name="connsiteX83" fmla="*/ 808458 w 2912392"/>
                <a:gd name="connsiteY83" fmla="*/ 318914 h 628284"/>
                <a:gd name="connsiteX84" fmla="*/ 818199 w 2912392"/>
                <a:gd name="connsiteY84" fmla="*/ 323262 h 628284"/>
                <a:gd name="connsiteX85" fmla="*/ 827938 w 2912392"/>
                <a:gd name="connsiteY85" fmla="*/ 327474 h 628284"/>
                <a:gd name="connsiteX86" fmla="*/ 837679 w 2912392"/>
                <a:gd name="connsiteY86" fmla="*/ 331550 h 628284"/>
                <a:gd name="connsiteX87" fmla="*/ 847420 w 2912392"/>
                <a:gd name="connsiteY87" fmla="*/ 335491 h 628284"/>
                <a:gd name="connsiteX88" fmla="*/ 857159 w 2912392"/>
                <a:gd name="connsiteY88" fmla="*/ 339298 h 628284"/>
                <a:gd name="connsiteX89" fmla="*/ 866900 w 2912392"/>
                <a:gd name="connsiteY89" fmla="*/ 342969 h 628284"/>
                <a:gd name="connsiteX90" fmla="*/ 876641 w 2912392"/>
                <a:gd name="connsiteY90" fmla="*/ 346506 h 628284"/>
                <a:gd name="connsiteX91" fmla="*/ 886381 w 2912392"/>
                <a:gd name="connsiteY91" fmla="*/ 349910 h 628284"/>
                <a:gd name="connsiteX92" fmla="*/ 896122 w 2912392"/>
                <a:gd name="connsiteY92" fmla="*/ 353183 h 628284"/>
                <a:gd name="connsiteX93" fmla="*/ 905863 w 2912392"/>
                <a:gd name="connsiteY93" fmla="*/ 356324 h 628284"/>
                <a:gd name="connsiteX94" fmla="*/ 915602 w 2912392"/>
                <a:gd name="connsiteY94" fmla="*/ 359337 h 628284"/>
                <a:gd name="connsiteX95" fmla="*/ 925343 w 2912392"/>
                <a:gd name="connsiteY95" fmla="*/ 362220 h 628284"/>
                <a:gd name="connsiteX96" fmla="*/ 935084 w 2912392"/>
                <a:gd name="connsiteY96" fmla="*/ 364976 h 628284"/>
                <a:gd name="connsiteX97" fmla="*/ 944824 w 2912392"/>
                <a:gd name="connsiteY97" fmla="*/ 367607 h 628284"/>
                <a:gd name="connsiteX98" fmla="*/ 954564 w 2912392"/>
                <a:gd name="connsiteY98" fmla="*/ 370116 h 628284"/>
                <a:gd name="connsiteX99" fmla="*/ 964305 w 2912392"/>
                <a:gd name="connsiteY99" fmla="*/ 372503 h 628284"/>
                <a:gd name="connsiteX100" fmla="*/ 974045 w 2912392"/>
                <a:gd name="connsiteY100" fmla="*/ 374770 h 628284"/>
                <a:gd name="connsiteX101" fmla="*/ 983786 w 2912392"/>
                <a:gd name="connsiteY101" fmla="*/ 376922 h 628284"/>
                <a:gd name="connsiteX102" fmla="*/ 993522 w 2912392"/>
                <a:gd name="connsiteY102" fmla="*/ 378957 h 628284"/>
                <a:gd name="connsiteX103" fmla="*/ 1003266 w 2912392"/>
                <a:gd name="connsiteY103" fmla="*/ 380881 h 628284"/>
                <a:gd name="connsiteX104" fmla="*/ 1013010 w 2912392"/>
                <a:gd name="connsiteY104" fmla="*/ 382692 h 628284"/>
                <a:gd name="connsiteX105" fmla="*/ 1022754 w 2912392"/>
                <a:gd name="connsiteY105" fmla="*/ 384397 h 628284"/>
                <a:gd name="connsiteX106" fmla="*/ 1032483 w 2912392"/>
                <a:gd name="connsiteY106" fmla="*/ 385995 h 628284"/>
                <a:gd name="connsiteX107" fmla="*/ 1042227 w 2912392"/>
                <a:gd name="connsiteY107" fmla="*/ 387491 h 628284"/>
                <a:gd name="connsiteX108" fmla="*/ 1051971 w 2912392"/>
                <a:gd name="connsiteY108" fmla="*/ 388886 h 628284"/>
                <a:gd name="connsiteX109" fmla="*/ 1061715 w 2912392"/>
                <a:gd name="connsiteY109" fmla="*/ 390182 h 628284"/>
                <a:gd name="connsiteX110" fmla="*/ 1071444 w 2912392"/>
                <a:gd name="connsiteY110" fmla="*/ 391383 h 628284"/>
                <a:gd name="connsiteX111" fmla="*/ 1081188 w 2912392"/>
                <a:gd name="connsiteY111" fmla="*/ 392491 h 628284"/>
                <a:gd name="connsiteX112" fmla="*/ 1090932 w 2912392"/>
                <a:gd name="connsiteY112" fmla="*/ 393510 h 628284"/>
                <a:gd name="connsiteX113" fmla="*/ 1100676 w 2912392"/>
                <a:gd name="connsiteY113" fmla="*/ 394440 h 628284"/>
                <a:gd name="connsiteX114" fmla="*/ 1110405 w 2912392"/>
                <a:gd name="connsiteY114" fmla="*/ 395286 h 628284"/>
                <a:gd name="connsiteX115" fmla="*/ 1120149 w 2912392"/>
                <a:gd name="connsiteY115" fmla="*/ 396051 h 628284"/>
                <a:gd name="connsiteX116" fmla="*/ 1129893 w 2912392"/>
                <a:gd name="connsiteY116" fmla="*/ 396736 h 628284"/>
                <a:gd name="connsiteX117" fmla="*/ 1139637 w 2912392"/>
                <a:gd name="connsiteY117" fmla="*/ 397345 h 628284"/>
                <a:gd name="connsiteX118" fmla="*/ 1149381 w 2912392"/>
                <a:gd name="connsiteY118" fmla="*/ 397882 h 628284"/>
                <a:gd name="connsiteX119" fmla="*/ 1159110 w 2912392"/>
                <a:gd name="connsiteY119" fmla="*/ 398347 h 628284"/>
                <a:gd name="connsiteX120" fmla="*/ 1168854 w 2912392"/>
                <a:gd name="connsiteY120" fmla="*/ 398746 h 628284"/>
                <a:gd name="connsiteX121" fmla="*/ 1178598 w 2912392"/>
                <a:gd name="connsiteY121" fmla="*/ 399080 h 628284"/>
                <a:gd name="connsiteX122" fmla="*/ 1188341 w 2912392"/>
                <a:gd name="connsiteY122" fmla="*/ 399352 h 628284"/>
                <a:gd name="connsiteX123" fmla="*/ 1198070 w 2912392"/>
                <a:gd name="connsiteY123" fmla="*/ 399567 h 628284"/>
                <a:gd name="connsiteX124" fmla="*/ 1207814 w 2912392"/>
                <a:gd name="connsiteY124" fmla="*/ 399726 h 628284"/>
                <a:gd name="connsiteX125" fmla="*/ 1217558 w 2912392"/>
                <a:gd name="connsiteY125" fmla="*/ 399835 h 628284"/>
                <a:gd name="connsiteX126" fmla="*/ 1227302 w 2912392"/>
                <a:gd name="connsiteY126" fmla="*/ 399893 h 628284"/>
                <a:gd name="connsiteX127" fmla="*/ 1237031 w 2912392"/>
                <a:gd name="connsiteY127" fmla="*/ 399907 h 628284"/>
                <a:gd name="connsiteX128" fmla="*/ 1246775 w 2912392"/>
                <a:gd name="connsiteY128" fmla="*/ 399877 h 628284"/>
                <a:gd name="connsiteX129" fmla="*/ 1256519 w 2912392"/>
                <a:gd name="connsiteY129" fmla="*/ 399808 h 628284"/>
                <a:gd name="connsiteX130" fmla="*/ 1266263 w 2912392"/>
                <a:gd name="connsiteY130" fmla="*/ 399704 h 628284"/>
                <a:gd name="connsiteX131" fmla="*/ 1276007 w 2912392"/>
                <a:gd name="connsiteY131" fmla="*/ 399567 h 628284"/>
                <a:gd name="connsiteX132" fmla="*/ 1285736 w 2912392"/>
                <a:gd name="connsiteY132" fmla="*/ 399402 h 628284"/>
                <a:gd name="connsiteX133" fmla="*/ 1295480 w 2912392"/>
                <a:gd name="connsiteY133" fmla="*/ 399209 h 628284"/>
                <a:gd name="connsiteX134" fmla="*/ 1305224 w 2912392"/>
                <a:gd name="connsiteY134" fmla="*/ 398993 h 628284"/>
                <a:gd name="connsiteX135" fmla="*/ 1314968 w 2912392"/>
                <a:gd name="connsiteY135" fmla="*/ 398759 h 628284"/>
                <a:gd name="connsiteX136" fmla="*/ 1324697 w 2912392"/>
                <a:gd name="connsiteY136" fmla="*/ 398509 h 628284"/>
                <a:gd name="connsiteX137" fmla="*/ 1334441 w 2912392"/>
                <a:gd name="connsiteY137" fmla="*/ 398245 h 628284"/>
                <a:gd name="connsiteX138" fmla="*/ 1344185 w 2912392"/>
                <a:gd name="connsiteY138" fmla="*/ 397971 h 628284"/>
                <a:gd name="connsiteX139" fmla="*/ 1353929 w 2912392"/>
                <a:gd name="connsiteY139" fmla="*/ 397693 h 628284"/>
                <a:gd name="connsiteX140" fmla="*/ 1363658 w 2912392"/>
                <a:gd name="connsiteY140" fmla="*/ 397409 h 628284"/>
                <a:gd name="connsiteX141" fmla="*/ 1373402 w 2912392"/>
                <a:gd name="connsiteY141" fmla="*/ 397126 h 628284"/>
                <a:gd name="connsiteX142" fmla="*/ 1383146 w 2912392"/>
                <a:gd name="connsiteY142" fmla="*/ 396846 h 628284"/>
                <a:gd name="connsiteX143" fmla="*/ 1392890 w 2912392"/>
                <a:gd name="connsiteY143" fmla="*/ 396574 h 628284"/>
                <a:gd name="connsiteX144" fmla="*/ 1402619 w 2912392"/>
                <a:gd name="connsiteY144" fmla="*/ 396310 h 628284"/>
                <a:gd name="connsiteX145" fmla="*/ 1412363 w 2912392"/>
                <a:gd name="connsiteY145" fmla="*/ 396057 h 628284"/>
                <a:gd name="connsiteX146" fmla="*/ 1422106 w 2912392"/>
                <a:gd name="connsiteY146" fmla="*/ 395820 h 628284"/>
                <a:gd name="connsiteX147" fmla="*/ 1431850 w 2912392"/>
                <a:gd name="connsiteY147" fmla="*/ 395599 h 628284"/>
                <a:gd name="connsiteX148" fmla="*/ 1441594 w 2912392"/>
                <a:gd name="connsiteY148" fmla="*/ 395400 h 628284"/>
                <a:gd name="connsiteX149" fmla="*/ 1451323 w 2912392"/>
                <a:gd name="connsiteY149" fmla="*/ 395222 h 628284"/>
                <a:gd name="connsiteX150" fmla="*/ 1461067 w 2912392"/>
                <a:gd name="connsiteY150" fmla="*/ 395070 h 628284"/>
                <a:gd name="connsiteX151" fmla="*/ 1470811 w 2912392"/>
                <a:gd name="connsiteY151" fmla="*/ 394947 h 628284"/>
                <a:gd name="connsiteX152" fmla="*/ 1480555 w 2912392"/>
                <a:gd name="connsiteY152" fmla="*/ 394851 h 628284"/>
                <a:gd name="connsiteX153" fmla="*/ 1490284 w 2912392"/>
                <a:gd name="connsiteY153" fmla="*/ 394787 h 628284"/>
                <a:gd name="connsiteX154" fmla="*/ 1500028 w 2912392"/>
                <a:gd name="connsiteY154" fmla="*/ 394756 h 628284"/>
                <a:gd name="connsiteX155" fmla="*/ 1509772 w 2912392"/>
                <a:gd name="connsiteY155" fmla="*/ 394760 h 628284"/>
                <a:gd name="connsiteX156" fmla="*/ 1519516 w 2912392"/>
                <a:gd name="connsiteY156" fmla="*/ 394801 h 628284"/>
                <a:gd name="connsiteX157" fmla="*/ 1529245 w 2912392"/>
                <a:gd name="connsiteY157" fmla="*/ 394878 h 628284"/>
                <a:gd name="connsiteX158" fmla="*/ 1538989 w 2912392"/>
                <a:gd name="connsiteY158" fmla="*/ 394996 h 628284"/>
                <a:gd name="connsiteX159" fmla="*/ 1548733 w 2912392"/>
                <a:gd name="connsiteY159" fmla="*/ 395151 h 628284"/>
                <a:gd name="connsiteX160" fmla="*/ 1558477 w 2912392"/>
                <a:gd name="connsiteY160" fmla="*/ 395347 h 628284"/>
                <a:gd name="connsiteX161" fmla="*/ 1568221 w 2912392"/>
                <a:gd name="connsiteY161" fmla="*/ 395584 h 628284"/>
                <a:gd name="connsiteX162" fmla="*/ 1577950 w 2912392"/>
                <a:gd name="connsiteY162" fmla="*/ 395861 h 628284"/>
                <a:gd name="connsiteX163" fmla="*/ 1587694 w 2912392"/>
                <a:gd name="connsiteY163" fmla="*/ 396182 h 628284"/>
                <a:gd name="connsiteX164" fmla="*/ 1597438 w 2912392"/>
                <a:gd name="connsiteY164" fmla="*/ 396541 h 628284"/>
                <a:gd name="connsiteX165" fmla="*/ 1607182 w 2912392"/>
                <a:gd name="connsiteY165" fmla="*/ 396942 h 628284"/>
                <a:gd name="connsiteX166" fmla="*/ 1616911 w 2912392"/>
                <a:gd name="connsiteY166" fmla="*/ 397383 h 628284"/>
                <a:gd name="connsiteX167" fmla="*/ 1626655 w 2912392"/>
                <a:gd name="connsiteY167" fmla="*/ 397864 h 628284"/>
                <a:gd name="connsiteX168" fmla="*/ 1636399 w 2912392"/>
                <a:gd name="connsiteY168" fmla="*/ 398384 h 628284"/>
                <a:gd name="connsiteX169" fmla="*/ 1646142 w 2912392"/>
                <a:gd name="connsiteY169" fmla="*/ 398941 h 628284"/>
                <a:gd name="connsiteX170" fmla="*/ 1655872 w 2912392"/>
                <a:gd name="connsiteY170" fmla="*/ 399534 h 628284"/>
                <a:gd name="connsiteX171" fmla="*/ 1665616 w 2912392"/>
                <a:gd name="connsiteY171" fmla="*/ 400163 h 628284"/>
                <a:gd name="connsiteX172" fmla="*/ 1675359 w 2912392"/>
                <a:gd name="connsiteY172" fmla="*/ 400826 h 628284"/>
                <a:gd name="connsiteX173" fmla="*/ 1685103 w 2912392"/>
                <a:gd name="connsiteY173" fmla="*/ 401519 h 628284"/>
                <a:gd name="connsiteX174" fmla="*/ 1694832 w 2912392"/>
                <a:gd name="connsiteY174" fmla="*/ 402243 h 628284"/>
                <a:gd name="connsiteX175" fmla="*/ 1704576 w 2912392"/>
                <a:gd name="connsiteY175" fmla="*/ 402995 h 628284"/>
                <a:gd name="connsiteX176" fmla="*/ 1714320 w 2912392"/>
                <a:gd name="connsiteY176" fmla="*/ 403773 h 628284"/>
                <a:gd name="connsiteX177" fmla="*/ 1724064 w 2912392"/>
                <a:gd name="connsiteY177" fmla="*/ 404574 h 628284"/>
                <a:gd name="connsiteX178" fmla="*/ 1733808 w 2912392"/>
                <a:gd name="connsiteY178" fmla="*/ 405397 h 628284"/>
                <a:gd name="connsiteX179" fmla="*/ 1743537 w 2912392"/>
                <a:gd name="connsiteY179" fmla="*/ 406237 h 628284"/>
                <a:gd name="connsiteX180" fmla="*/ 1753281 w 2912392"/>
                <a:gd name="connsiteY180" fmla="*/ 407095 h 628284"/>
                <a:gd name="connsiteX181" fmla="*/ 1763025 w 2912392"/>
                <a:gd name="connsiteY181" fmla="*/ 407968 h 628284"/>
                <a:gd name="connsiteX182" fmla="*/ 1772769 w 2912392"/>
                <a:gd name="connsiteY182" fmla="*/ 408852 h 628284"/>
                <a:gd name="connsiteX183" fmla="*/ 1782498 w 2912392"/>
                <a:gd name="connsiteY183" fmla="*/ 409744 h 628284"/>
                <a:gd name="connsiteX184" fmla="*/ 1792242 w 2912392"/>
                <a:gd name="connsiteY184" fmla="*/ 410643 h 628284"/>
                <a:gd name="connsiteX185" fmla="*/ 1801986 w 2912392"/>
                <a:gd name="connsiteY185" fmla="*/ 411546 h 628284"/>
                <a:gd name="connsiteX186" fmla="*/ 1811730 w 2912392"/>
                <a:gd name="connsiteY186" fmla="*/ 412451 h 628284"/>
                <a:gd name="connsiteX187" fmla="*/ 1821459 w 2912392"/>
                <a:gd name="connsiteY187" fmla="*/ 413356 h 628284"/>
                <a:gd name="connsiteX188" fmla="*/ 1831203 w 2912392"/>
                <a:gd name="connsiteY188" fmla="*/ 414256 h 628284"/>
                <a:gd name="connsiteX189" fmla="*/ 1840947 w 2912392"/>
                <a:gd name="connsiteY189" fmla="*/ 415151 h 628284"/>
                <a:gd name="connsiteX190" fmla="*/ 1850691 w 2912392"/>
                <a:gd name="connsiteY190" fmla="*/ 416041 h 628284"/>
                <a:gd name="connsiteX191" fmla="*/ 1860435 w 2912392"/>
                <a:gd name="connsiteY191" fmla="*/ 416920 h 628284"/>
                <a:gd name="connsiteX192" fmla="*/ 1870164 w 2912392"/>
                <a:gd name="connsiteY192" fmla="*/ 417787 h 628284"/>
                <a:gd name="connsiteX193" fmla="*/ 1879908 w 2912392"/>
                <a:gd name="connsiteY193" fmla="*/ 418642 h 628284"/>
                <a:gd name="connsiteX194" fmla="*/ 1889652 w 2912392"/>
                <a:gd name="connsiteY194" fmla="*/ 419484 h 628284"/>
                <a:gd name="connsiteX195" fmla="*/ 1899395 w 2912392"/>
                <a:gd name="connsiteY195" fmla="*/ 420309 h 628284"/>
                <a:gd name="connsiteX196" fmla="*/ 1909124 w 2912392"/>
                <a:gd name="connsiteY196" fmla="*/ 421118 h 628284"/>
                <a:gd name="connsiteX197" fmla="*/ 1918868 w 2912392"/>
                <a:gd name="connsiteY197" fmla="*/ 421909 h 628284"/>
                <a:gd name="connsiteX198" fmla="*/ 1928612 w 2912392"/>
                <a:gd name="connsiteY198" fmla="*/ 422681 h 628284"/>
                <a:gd name="connsiteX199" fmla="*/ 1938356 w 2912392"/>
                <a:gd name="connsiteY199" fmla="*/ 423436 h 628284"/>
                <a:gd name="connsiteX200" fmla="*/ 1948085 w 2912392"/>
                <a:gd name="connsiteY200" fmla="*/ 424171 h 628284"/>
                <a:gd name="connsiteX201" fmla="*/ 1957829 w 2912392"/>
                <a:gd name="connsiteY201" fmla="*/ 424888 h 628284"/>
                <a:gd name="connsiteX202" fmla="*/ 1967573 w 2912392"/>
                <a:gd name="connsiteY202" fmla="*/ 425586 h 628284"/>
                <a:gd name="connsiteX203" fmla="*/ 1977317 w 2912392"/>
                <a:gd name="connsiteY203" fmla="*/ 426266 h 628284"/>
                <a:gd name="connsiteX204" fmla="*/ 1987046 w 2912392"/>
                <a:gd name="connsiteY204" fmla="*/ 426929 h 628284"/>
                <a:gd name="connsiteX205" fmla="*/ 1996790 w 2912392"/>
                <a:gd name="connsiteY205" fmla="*/ 427575 h 628284"/>
                <a:gd name="connsiteX206" fmla="*/ 2006534 w 2912392"/>
                <a:gd name="connsiteY206" fmla="*/ 428207 h 628284"/>
                <a:gd name="connsiteX207" fmla="*/ 2016278 w 2912392"/>
                <a:gd name="connsiteY207" fmla="*/ 428824 h 628284"/>
                <a:gd name="connsiteX208" fmla="*/ 2026022 w 2912392"/>
                <a:gd name="connsiteY208" fmla="*/ 429430 h 628284"/>
                <a:gd name="connsiteX209" fmla="*/ 2035751 w 2912392"/>
                <a:gd name="connsiteY209" fmla="*/ 430026 h 628284"/>
                <a:gd name="connsiteX210" fmla="*/ 2045495 w 2912392"/>
                <a:gd name="connsiteY210" fmla="*/ 430615 h 628284"/>
                <a:gd name="connsiteX211" fmla="*/ 2055239 w 2912392"/>
                <a:gd name="connsiteY211" fmla="*/ 431199 h 628284"/>
                <a:gd name="connsiteX212" fmla="*/ 2064983 w 2912392"/>
                <a:gd name="connsiteY212" fmla="*/ 431780 h 628284"/>
                <a:gd name="connsiteX213" fmla="*/ 2074712 w 2912392"/>
                <a:gd name="connsiteY213" fmla="*/ 432361 h 628284"/>
                <a:gd name="connsiteX214" fmla="*/ 2084456 w 2912392"/>
                <a:gd name="connsiteY214" fmla="*/ 432947 h 628284"/>
                <a:gd name="connsiteX215" fmla="*/ 2094200 w 2912392"/>
                <a:gd name="connsiteY215" fmla="*/ 433536 h 628284"/>
                <a:gd name="connsiteX216" fmla="*/ 2103944 w 2912392"/>
                <a:gd name="connsiteY216" fmla="*/ 434137 h 628284"/>
                <a:gd name="connsiteX217" fmla="*/ 2113673 w 2912392"/>
                <a:gd name="connsiteY217" fmla="*/ 434751 h 628284"/>
                <a:gd name="connsiteX218" fmla="*/ 2123417 w 2912392"/>
                <a:gd name="connsiteY218" fmla="*/ 435383 h 628284"/>
                <a:gd name="connsiteX219" fmla="*/ 2133161 w 2912392"/>
                <a:gd name="connsiteY219" fmla="*/ 436034 h 628284"/>
                <a:gd name="connsiteX220" fmla="*/ 2142905 w 2912392"/>
                <a:gd name="connsiteY220" fmla="*/ 436709 h 628284"/>
                <a:gd name="connsiteX221" fmla="*/ 2152649 w 2912392"/>
                <a:gd name="connsiteY221" fmla="*/ 437410 h 628284"/>
                <a:gd name="connsiteX222" fmla="*/ 2162377 w 2912392"/>
                <a:gd name="connsiteY222" fmla="*/ 438146 h 628284"/>
                <a:gd name="connsiteX223" fmla="*/ 2172121 w 2912392"/>
                <a:gd name="connsiteY223" fmla="*/ 438917 h 628284"/>
                <a:gd name="connsiteX224" fmla="*/ 2181865 w 2912392"/>
                <a:gd name="connsiteY224" fmla="*/ 439726 h 628284"/>
                <a:gd name="connsiteX225" fmla="*/ 2191609 w 2912392"/>
                <a:gd name="connsiteY225" fmla="*/ 440578 h 628284"/>
                <a:gd name="connsiteX226" fmla="*/ 2201338 w 2912392"/>
                <a:gd name="connsiteY226" fmla="*/ 441478 h 628284"/>
                <a:gd name="connsiteX227" fmla="*/ 2211082 w 2912392"/>
                <a:gd name="connsiteY227" fmla="*/ 442428 h 628284"/>
                <a:gd name="connsiteX228" fmla="*/ 2220826 w 2912392"/>
                <a:gd name="connsiteY228" fmla="*/ 443432 h 628284"/>
                <a:gd name="connsiteX229" fmla="*/ 2230570 w 2912392"/>
                <a:gd name="connsiteY229" fmla="*/ 444493 h 628284"/>
                <a:gd name="connsiteX230" fmla="*/ 2240299 w 2912392"/>
                <a:gd name="connsiteY230" fmla="*/ 445617 h 628284"/>
                <a:gd name="connsiteX231" fmla="*/ 2250043 w 2912392"/>
                <a:gd name="connsiteY231" fmla="*/ 446804 h 628284"/>
                <a:gd name="connsiteX232" fmla="*/ 2259787 w 2912392"/>
                <a:gd name="connsiteY232" fmla="*/ 448057 h 628284"/>
                <a:gd name="connsiteX233" fmla="*/ 2269531 w 2912392"/>
                <a:gd name="connsiteY233" fmla="*/ 449382 h 628284"/>
                <a:gd name="connsiteX234" fmla="*/ 2279260 w 2912392"/>
                <a:gd name="connsiteY234" fmla="*/ 450778 h 628284"/>
                <a:gd name="connsiteX235" fmla="*/ 2289004 w 2912392"/>
                <a:gd name="connsiteY235" fmla="*/ 452248 h 628284"/>
                <a:gd name="connsiteX236" fmla="*/ 2298748 w 2912392"/>
                <a:gd name="connsiteY236" fmla="*/ 453796 h 628284"/>
                <a:gd name="connsiteX237" fmla="*/ 2308492 w 2912392"/>
                <a:gd name="connsiteY237" fmla="*/ 455423 h 628284"/>
                <a:gd name="connsiteX238" fmla="*/ 2318236 w 2912392"/>
                <a:gd name="connsiteY238" fmla="*/ 457131 h 628284"/>
                <a:gd name="connsiteX239" fmla="*/ 2327965 w 2912392"/>
                <a:gd name="connsiteY239" fmla="*/ 458920 h 628284"/>
                <a:gd name="connsiteX240" fmla="*/ 2337709 w 2912392"/>
                <a:gd name="connsiteY240" fmla="*/ 460791 h 628284"/>
                <a:gd name="connsiteX241" fmla="*/ 2347453 w 2912392"/>
                <a:gd name="connsiteY241" fmla="*/ 462746 h 628284"/>
                <a:gd name="connsiteX242" fmla="*/ 2357197 w 2912392"/>
                <a:gd name="connsiteY242" fmla="*/ 464784 h 628284"/>
                <a:gd name="connsiteX243" fmla="*/ 2366926 w 2912392"/>
                <a:gd name="connsiteY243" fmla="*/ 466907 h 628284"/>
                <a:gd name="connsiteX244" fmla="*/ 2376670 w 2912392"/>
                <a:gd name="connsiteY244" fmla="*/ 469114 h 628284"/>
                <a:gd name="connsiteX245" fmla="*/ 2386413 w 2912392"/>
                <a:gd name="connsiteY245" fmla="*/ 471404 h 628284"/>
                <a:gd name="connsiteX246" fmla="*/ 2396157 w 2912392"/>
                <a:gd name="connsiteY246" fmla="*/ 473776 h 628284"/>
                <a:gd name="connsiteX247" fmla="*/ 2405886 w 2912392"/>
                <a:gd name="connsiteY247" fmla="*/ 476230 h 628284"/>
                <a:gd name="connsiteX248" fmla="*/ 2415630 w 2912392"/>
                <a:gd name="connsiteY248" fmla="*/ 478764 h 628284"/>
                <a:gd name="connsiteX249" fmla="*/ 2425374 w 2912392"/>
                <a:gd name="connsiteY249" fmla="*/ 481374 h 628284"/>
                <a:gd name="connsiteX250" fmla="*/ 2435118 w 2912392"/>
                <a:gd name="connsiteY250" fmla="*/ 484062 h 628284"/>
                <a:gd name="connsiteX251" fmla="*/ 2444862 w 2912392"/>
                <a:gd name="connsiteY251" fmla="*/ 486823 h 628284"/>
                <a:gd name="connsiteX252" fmla="*/ 2454591 w 2912392"/>
                <a:gd name="connsiteY252" fmla="*/ 489655 h 628284"/>
                <a:gd name="connsiteX253" fmla="*/ 2464335 w 2912392"/>
                <a:gd name="connsiteY253" fmla="*/ 492554 h 628284"/>
                <a:gd name="connsiteX254" fmla="*/ 2474079 w 2912392"/>
                <a:gd name="connsiteY254" fmla="*/ 495519 h 628284"/>
                <a:gd name="connsiteX255" fmla="*/ 2483823 w 2912392"/>
                <a:gd name="connsiteY255" fmla="*/ 498545 h 628284"/>
                <a:gd name="connsiteX256" fmla="*/ 2493552 w 2912392"/>
                <a:gd name="connsiteY256" fmla="*/ 501629 h 628284"/>
                <a:gd name="connsiteX257" fmla="*/ 2503296 w 2912392"/>
                <a:gd name="connsiteY257" fmla="*/ 504767 h 628284"/>
                <a:gd name="connsiteX258" fmla="*/ 2513040 w 2912392"/>
                <a:gd name="connsiteY258" fmla="*/ 507954 h 628284"/>
                <a:gd name="connsiteX259" fmla="*/ 2522784 w 2912392"/>
                <a:gd name="connsiteY259" fmla="*/ 511187 h 628284"/>
                <a:gd name="connsiteX260" fmla="*/ 2532513 w 2912392"/>
                <a:gd name="connsiteY260" fmla="*/ 514462 h 628284"/>
                <a:gd name="connsiteX261" fmla="*/ 2542257 w 2912392"/>
                <a:gd name="connsiteY261" fmla="*/ 517772 h 628284"/>
                <a:gd name="connsiteX262" fmla="*/ 2552001 w 2912392"/>
                <a:gd name="connsiteY262" fmla="*/ 521116 h 628284"/>
                <a:gd name="connsiteX263" fmla="*/ 2561745 w 2912392"/>
                <a:gd name="connsiteY263" fmla="*/ 524486 h 628284"/>
                <a:gd name="connsiteX264" fmla="*/ 2571474 w 2912392"/>
                <a:gd name="connsiteY264" fmla="*/ 527878 h 628284"/>
                <a:gd name="connsiteX265" fmla="*/ 2581218 w 2912392"/>
                <a:gd name="connsiteY265" fmla="*/ 531289 h 628284"/>
                <a:gd name="connsiteX266" fmla="*/ 2590962 w 2912392"/>
                <a:gd name="connsiteY266" fmla="*/ 534711 h 628284"/>
                <a:gd name="connsiteX267" fmla="*/ 2600705 w 2912392"/>
                <a:gd name="connsiteY267" fmla="*/ 538141 h 628284"/>
                <a:gd name="connsiteX268" fmla="*/ 2610449 w 2912392"/>
                <a:gd name="connsiteY268" fmla="*/ 541573 h 628284"/>
                <a:gd name="connsiteX269" fmla="*/ 2620178 w 2912392"/>
                <a:gd name="connsiteY269" fmla="*/ 545003 h 628284"/>
                <a:gd name="connsiteX270" fmla="*/ 2629922 w 2912392"/>
                <a:gd name="connsiteY270" fmla="*/ 548427 h 628284"/>
                <a:gd name="connsiteX271" fmla="*/ 2639666 w 2912392"/>
                <a:gd name="connsiteY271" fmla="*/ 551839 h 628284"/>
                <a:gd name="connsiteX272" fmla="*/ 2649410 w 2912392"/>
                <a:gd name="connsiteY272" fmla="*/ 555233 h 628284"/>
                <a:gd name="connsiteX273" fmla="*/ 2659139 w 2912392"/>
                <a:gd name="connsiteY273" fmla="*/ 558606 h 628284"/>
                <a:gd name="connsiteX274" fmla="*/ 2668883 w 2912392"/>
                <a:gd name="connsiteY274" fmla="*/ 561954 h 628284"/>
                <a:gd name="connsiteX275" fmla="*/ 2678627 w 2912392"/>
                <a:gd name="connsiteY275" fmla="*/ 565272 h 628284"/>
                <a:gd name="connsiteX276" fmla="*/ 2688371 w 2912392"/>
                <a:gd name="connsiteY276" fmla="*/ 568554 h 628284"/>
                <a:gd name="connsiteX277" fmla="*/ 2698100 w 2912392"/>
                <a:gd name="connsiteY277" fmla="*/ 571801 h 628284"/>
                <a:gd name="connsiteX278" fmla="*/ 2707844 w 2912392"/>
                <a:gd name="connsiteY278" fmla="*/ 575002 h 628284"/>
                <a:gd name="connsiteX279" fmla="*/ 2717588 w 2912392"/>
                <a:gd name="connsiteY279" fmla="*/ 578161 h 628284"/>
                <a:gd name="connsiteX280" fmla="*/ 2727332 w 2912392"/>
                <a:gd name="connsiteY280" fmla="*/ 581269 h 628284"/>
                <a:gd name="connsiteX281" fmla="*/ 2737076 w 2912392"/>
                <a:gd name="connsiteY281" fmla="*/ 584325 h 628284"/>
                <a:gd name="connsiteX282" fmla="*/ 2746805 w 2912392"/>
                <a:gd name="connsiteY282" fmla="*/ 587325 h 628284"/>
                <a:gd name="connsiteX283" fmla="*/ 2756549 w 2912392"/>
                <a:gd name="connsiteY283" fmla="*/ 590269 h 628284"/>
                <a:gd name="connsiteX284" fmla="*/ 2766293 w 2912392"/>
                <a:gd name="connsiteY284" fmla="*/ 593152 h 628284"/>
                <a:gd name="connsiteX285" fmla="*/ 2776037 w 2912392"/>
                <a:gd name="connsiteY285" fmla="*/ 595973 h 628284"/>
                <a:gd name="connsiteX286" fmla="*/ 2785766 w 2912392"/>
                <a:gd name="connsiteY286" fmla="*/ 598729 h 628284"/>
                <a:gd name="connsiteX287" fmla="*/ 2795510 w 2912392"/>
                <a:gd name="connsiteY287" fmla="*/ 601420 h 628284"/>
                <a:gd name="connsiteX288" fmla="*/ 2805254 w 2912392"/>
                <a:gd name="connsiteY288" fmla="*/ 604042 h 628284"/>
                <a:gd name="connsiteX289" fmla="*/ 2814998 w 2912392"/>
                <a:gd name="connsiteY289" fmla="*/ 606596 h 628284"/>
                <a:gd name="connsiteX290" fmla="*/ 2824727 w 2912392"/>
                <a:gd name="connsiteY290" fmla="*/ 609081 h 628284"/>
                <a:gd name="connsiteX291" fmla="*/ 2834471 w 2912392"/>
                <a:gd name="connsiteY291" fmla="*/ 611494 h 628284"/>
                <a:gd name="connsiteX292" fmla="*/ 2844215 w 2912392"/>
                <a:gd name="connsiteY292" fmla="*/ 613838 h 628284"/>
                <a:gd name="connsiteX293" fmla="*/ 2853958 w 2912392"/>
                <a:gd name="connsiteY293" fmla="*/ 616112 h 628284"/>
                <a:gd name="connsiteX294" fmla="*/ 2863687 w 2912392"/>
                <a:gd name="connsiteY294" fmla="*/ 618314 h 628284"/>
                <a:gd name="connsiteX295" fmla="*/ 2873431 w 2912392"/>
                <a:gd name="connsiteY295" fmla="*/ 620446 h 628284"/>
                <a:gd name="connsiteX296" fmla="*/ 2883175 w 2912392"/>
                <a:gd name="connsiteY296" fmla="*/ 622509 h 628284"/>
                <a:gd name="connsiteX297" fmla="*/ 2892919 w 2912392"/>
                <a:gd name="connsiteY297" fmla="*/ 624501 h 628284"/>
                <a:gd name="connsiteX298" fmla="*/ 2902663 w 2912392"/>
                <a:gd name="connsiteY298" fmla="*/ 626426 h 628284"/>
                <a:gd name="connsiteX299" fmla="*/ 2912392 w 2912392"/>
                <a:gd name="connsiteY299" fmla="*/ 628284 h 628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28284">
                  <a:moveTo>
                    <a:pt x="0" y="66934"/>
                  </a:moveTo>
                  <a:lnTo>
                    <a:pt x="9739" y="60602"/>
                  </a:lnTo>
                  <a:lnTo>
                    <a:pt x="19480" y="54550"/>
                  </a:lnTo>
                  <a:lnTo>
                    <a:pt x="29221" y="48787"/>
                  </a:lnTo>
                  <a:lnTo>
                    <a:pt x="38961" y="43319"/>
                  </a:lnTo>
                  <a:lnTo>
                    <a:pt x="48702" y="38155"/>
                  </a:lnTo>
                  <a:lnTo>
                    <a:pt x="58443" y="33299"/>
                  </a:lnTo>
                  <a:lnTo>
                    <a:pt x="68182" y="28760"/>
                  </a:lnTo>
                  <a:lnTo>
                    <a:pt x="77923" y="24540"/>
                  </a:lnTo>
                  <a:lnTo>
                    <a:pt x="87664" y="20646"/>
                  </a:lnTo>
                  <a:lnTo>
                    <a:pt x="97404" y="17080"/>
                  </a:lnTo>
                  <a:lnTo>
                    <a:pt x="107145" y="13847"/>
                  </a:lnTo>
                  <a:lnTo>
                    <a:pt x="116886" y="10951"/>
                  </a:lnTo>
                  <a:lnTo>
                    <a:pt x="126625" y="8391"/>
                  </a:lnTo>
                  <a:lnTo>
                    <a:pt x="136366" y="6171"/>
                  </a:lnTo>
                  <a:lnTo>
                    <a:pt x="146107" y="4292"/>
                  </a:lnTo>
                  <a:lnTo>
                    <a:pt x="155846" y="2755"/>
                  </a:lnTo>
                  <a:lnTo>
                    <a:pt x="165587" y="1558"/>
                  </a:lnTo>
                  <a:lnTo>
                    <a:pt x="175328" y="700"/>
                  </a:lnTo>
                  <a:lnTo>
                    <a:pt x="185068" y="182"/>
                  </a:lnTo>
                  <a:lnTo>
                    <a:pt x="194809" y="0"/>
                  </a:lnTo>
                  <a:lnTo>
                    <a:pt x="204550" y="152"/>
                  </a:lnTo>
                  <a:lnTo>
                    <a:pt x="214289" y="633"/>
                  </a:lnTo>
                  <a:lnTo>
                    <a:pt x="224030" y="1441"/>
                  </a:lnTo>
                  <a:lnTo>
                    <a:pt x="233771" y="2572"/>
                  </a:lnTo>
                  <a:lnTo>
                    <a:pt x="243510" y="4018"/>
                  </a:lnTo>
                  <a:lnTo>
                    <a:pt x="253251" y="5778"/>
                  </a:lnTo>
                  <a:lnTo>
                    <a:pt x="262992" y="7841"/>
                  </a:lnTo>
                  <a:lnTo>
                    <a:pt x="272732" y="10203"/>
                  </a:lnTo>
                  <a:lnTo>
                    <a:pt x="282473" y="12858"/>
                  </a:lnTo>
                  <a:lnTo>
                    <a:pt x="292214" y="15794"/>
                  </a:lnTo>
                  <a:lnTo>
                    <a:pt x="301953" y="19008"/>
                  </a:lnTo>
                  <a:lnTo>
                    <a:pt x="311694" y="22490"/>
                  </a:lnTo>
                  <a:lnTo>
                    <a:pt x="321435" y="26230"/>
                  </a:lnTo>
                  <a:lnTo>
                    <a:pt x="331175" y="30218"/>
                  </a:lnTo>
                  <a:lnTo>
                    <a:pt x="340916" y="34446"/>
                  </a:lnTo>
                  <a:lnTo>
                    <a:pt x="350656" y="38906"/>
                  </a:lnTo>
                  <a:lnTo>
                    <a:pt x="360396" y="43584"/>
                  </a:lnTo>
                  <a:lnTo>
                    <a:pt x="370137" y="48471"/>
                  </a:lnTo>
                  <a:lnTo>
                    <a:pt x="379878" y="53557"/>
                  </a:lnTo>
                  <a:lnTo>
                    <a:pt x="389617" y="58832"/>
                  </a:lnTo>
                  <a:lnTo>
                    <a:pt x="399358" y="64283"/>
                  </a:lnTo>
                  <a:lnTo>
                    <a:pt x="409099" y="69900"/>
                  </a:lnTo>
                  <a:lnTo>
                    <a:pt x="418839" y="75672"/>
                  </a:lnTo>
                  <a:lnTo>
                    <a:pt x="428580" y="81587"/>
                  </a:lnTo>
                  <a:lnTo>
                    <a:pt x="438321" y="87633"/>
                  </a:lnTo>
                  <a:lnTo>
                    <a:pt x="448060" y="93801"/>
                  </a:lnTo>
                  <a:lnTo>
                    <a:pt x="457801" y="100076"/>
                  </a:lnTo>
                  <a:lnTo>
                    <a:pt x="467542" y="106452"/>
                  </a:lnTo>
                  <a:lnTo>
                    <a:pt x="477281" y="112913"/>
                  </a:lnTo>
                  <a:lnTo>
                    <a:pt x="487022" y="119450"/>
                  </a:lnTo>
                  <a:lnTo>
                    <a:pt x="496763" y="126051"/>
                  </a:lnTo>
                  <a:lnTo>
                    <a:pt x="506503" y="132707"/>
                  </a:lnTo>
                  <a:lnTo>
                    <a:pt x="516244" y="139405"/>
                  </a:lnTo>
                  <a:lnTo>
                    <a:pt x="525985" y="146137"/>
                  </a:lnTo>
                  <a:lnTo>
                    <a:pt x="535724" y="152889"/>
                  </a:lnTo>
                  <a:lnTo>
                    <a:pt x="545465" y="159654"/>
                  </a:lnTo>
                  <a:lnTo>
                    <a:pt x="555206" y="166423"/>
                  </a:lnTo>
                  <a:lnTo>
                    <a:pt x="564946" y="173184"/>
                  </a:lnTo>
                  <a:lnTo>
                    <a:pt x="574687" y="179929"/>
                  </a:lnTo>
                  <a:lnTo>
                    <a:pt x="584428" y="186648"/>
                  </a:lnTo>
                  <a:lnTo>
                    <a:pt x="594167" y="193335"/>
                  </a:lnTo>
                  <a:lnTo>
                    <a:pt x="603908" y="199979"/>
                  </a:lnTo>
                  <a:lnTo>
                    <a:pt x="613649" y="206573"/>
                  </a:lnTo>
                  <a:lnTo>
                    <a:pt x="623388" y="213109"/>
                  </a:lnTo>
                  <a:lnTo>
                    <a:pt x="633129" y="219580"/>
                  </a:lnTo>
                  <a:lnTo>
                    <a:pt x="642870" y="225980"/>
                  </a:lnTo>
                  <a:lnTo>
                    <a:pt x="652610" y="232300"/>
                  </a:lnTo>
                  <a:lnTo>
                    <a:pt x="662351" y="238539"/>
                  </a:lnTo>
                  <a:lnTo>
                    <a:pt x="672092" y="244686"/>
                  </a:lnTo>
                  <a:lnTo>
                    <a:pt x="681831" y="250736"/>
                  </a:lnTo>
                  <a:lnTo>
                    <a:pt x="691572" y="256687"/>
                  </a:lnTo>
                  <a:lnTo>
                    <a:pt x="701313" y="262533"/>
                  </a:lnTo>
                  <a:lnTo>
                    <a:pt x="711052" y="268270"/>
                  </a:lnTo>
                  <a:lnTo>
                    <a:pt x="720793" y="273892"/>
                  </a:lnTo>
                  <a:lnTo>
                    <a:pt x="730534" y="279398"/>
                  </a:lnTo>
                  <a:lnTo>
                    <a:pt x="740274" y="284784"/>
                  </a:lnTo>
                  <a:lnTo>
                    <a:pt x="750015" y="290046"/>
                  </a:lnTo>
                  <a:lnTo>
                    <a:pt x="759756" y="295183"/>
                  </a:lnTo>
                  <a:lnTo>
                    <a:pt x="769495" y="300192"/>
                  </a:lnTo>
                  <a:lnTo>
                    <a:pt x="779236" y="305072"/>
                  </a:lnTo>
                  <a:lnTo>
                    <a:pt x="788977" y="309818"/>
                  </a:lnTo>
                  <a:lnTo>
                    <a:pt x="798717" y="314434"/>
                  </a:lnTo>
                  <a:lnTo>
                    <a:pt x="808458" y="318914"/>
                  </a:lnTo>
                  <a:lnTo>
                    <a:pt x="818199" y="323262"/>
                  </a:lnTo>
                  <a:lnTo>
                    <a:pt x="827938" y="327474"/>
                  </a:lnTo>
                  <a:lnTo>
                    <a:pt x="837679" y="331550"/>
                  </a:lnTo>
                  <a:lnTo>
                    <a:pt x="847420" y="335491"/>
                  </a:lnTo>
                  <a:lnTo>
                    <a:pt x="857159" y="339298"/>
                  </a:lnTo>
                  <a:lnTo>
                    <a:pt x="866900" y="342969"/>
                  </a:lnTo>
                  <a:lnTo>
                    <a:pt x="876641" y="346506"/>
                  </a:lnTo>
                  <a:lnTo>
                    <a:pt x="886381" y="349910"/>
                  </a:lnTo>
                  <a:lnTo>
                    <a:pt x="896122" y="353183"/>
                  </a:lnTo>
                  <a:lnTo>
                    <a:pt x="905863" y="356324"/>
                  </a:lnTo>
                  <a:lnTo>
                    <a:pt x="915602" y="359337"/>
                  </a:lnTo>
                  <a:lnTo>
                    <a:pt x="925343" y="362220"/>
                  </a:lnTo>
                  <a:lnTo>
                    <a:pt x="935084" y="364976"/>
                  </a:lnTo>
                  <a:lnTo>
                    <a:pt x="944824" y="367607"/>
                  </a:lnTo>
                  <a:lnTo>
                    <a:pt x="954564" y="370116"/>
                  </a:lnTo>
                  <a:lnTo>
                    <a:pt x="964305" y="372503"/>
                  </a:lnTo>
                  <a:lnTo>
                    <a:pt x="974045" y="374770"/>
                  </a:lnTo>
                  <a:lnTo>
                    <a:pt x="983786" y="376922"/>
                  </a:lnTo>
                  <a:lnTo>
                    <a:pt x="993522" y="378957"/>
                  </a:lnTo>
                  <a:lnTo>
                    <a:pt x="1003266" y="380881"/>
                  </a:lnTo>
                  <a:lnTo>
                    <a:pt x="1013010" y="382692"/>
                  </a:lnTo>
                  <a:lnTo>
                    <a:pt x="1022754" y="384397"/>
                  </a:lnTo>
                  <a:lnTo>
                    <a:pt x="1032483" y="385995"/>
                  </a:lnTo>
                  <a:lnTo>
                    <a:pt x="1042227" y="387491"/>
                  </a:lnTo>
                  <a:lnTo>
                    <a:pt x="1051971" y="388886"/>
                  </a:lnTo>
                  <a:lnTo>
                    <a:pt x="1061715" y="390182"/>
                  </a:lnTo>
                  <a:lnTo>
                    <a:pt x="1071444" y="391383"/>
                  </a:lnTo>
                  <a:lnTo>
                    <a:pt x="1081188" y="392491"/>
                  </a:lnTo>
                  <a:lnTo>
                    <a:pt x="1090932" y="393510"/>
                  </a:lnTo>
                  <a:lnTo>
                    <a:pt x="1100676" y="394440"/>
                  </a:lnTo>
                  <a:lnTo>
                    <a:pt x="1110405" y="395286"/>
                  </a:lnTo>
                  <a:lnTo>
                    <a:pt x="1120149" y="396051"/>
                  </a:lnTo>
                  <a:lnTo>
                    <a:pt x="1129893" y="396736"/>
                  </a:lnTo>
                  <a:lnTo>
                    <a:pt x="1139637" y="397345"/>
                  </a:lnTo>
                  <a:lnTo>
                    <a:pt x="1149381" y="397882"/>
                  </a:lnTo>
                  <a:lnTo>
                    <a:pt x="1159110" y="398347"/>
                  </a:lnTo>
                  <a:lnTo>
                    <a:pt x="1168854" y="398746"/>
                  </a:lnTo>
                  <a:lnTo>
                    <a:pt x="1178598" y="399080"/>
                  </a:lnTo>
                  <a:lnTo>
                    <a:pt x="1188341" y="399352"/>
                  </a:lnTo>
                  <a:lnTo>
                    <a:pt x="1198070" y="399567"/>
                  </a:lnTo>
                  <a:lnTo>
                    <a:pt x="1207814" y="399726"/>
                  </a:lnTo>
                  <a:lnTo>
                    <a:pt x="1217558" y="399835"/>
                  </a:lnTo>
                  <a:lnTo>
                    <a:pt x="1227302" y="399893"/>
                  </a:lnTo>
                  <a:lnTo>
                    <a:pt x="1237031" y="399907"/>
                  </a:lnTo>
                  <a:lnTo>
                    <a:pt x="1246775" y="399877"/>
                  </a:lnTo>
                  <a:lnTo>
                    <a:pt x="1256519" y="399808"/>
                  </a:lnTo>
                  <a:lnTo>
                    <a:pt x="1266263" y="399704"/>
                  </a:lnTo>
                  <a:lnTo>
                    <a:pt x="1276007" y="399567"/>
                  </a:lnTo>
                  <a:lnTo>
                    <a:pt x="1285736" y="399402"/>
                  </a:lnTo>
                  <a:lnTo>
                    <a:pt x="1295480" y="399209"/>
                  </a:lnTo>
                  <a:lnTo>
                    <a:pt x="1305224" y="398993"/>
                  </a:lnTo>
                  <a:lnTo>
                    <a:pt x="1314968" y="398759"/>
                  </a:lnTo>
                  <a:lnTo>
                    <a:pt x="1324697" y="398509"/>
                  </a:lnTo>
                  <a:lnTo>
                    <a:pt x="1334441" y="398245"/>
                  </a:lnTo>
                  <a:lnTo>
                    <a:pt x="1344185" y="397971"/>
                  </a:lnTo>
                  <a:lnTo>
                    <a:pt x="1353929" y="397693"/>
                  </a:lnTo>
                  <a:lnTo>
                    <a:pt x="1363658" y="397409"/>
                  </a:lnTo>
                  <a:lnTo>
                    <a:pt x="1373402" y="397126"/>
                  </a:lnTo>
                  <a:lnTo>
                    <a:pt x="1383146" y="396846"/>
                  </a:lnTo>
                  <a:lnTo>
                    <a:pt x="1392890" y="396574"/>
                  </a:lnTo>
                  <a:lnTo>
                    <a:pt x="1402619" y="396310"/>
                  </a:lnTo>
                  <a:lnTo>
                    <a:pt x="1412363" y="396057"/>
                  </a:lnTo>
                  <a:lnTo>
                    <a:pt x="1422106" y="395820"/>
                  </a:lnTo>
                  <a:lnTo>
                    <a:pt x="1431850" y="395599"/>
                  </a:lnTo>
                  <a:lnTo>
                    <a:pt x="1441594" y="395400"/>
                  </a:lnTo>
                  <a:lnTo>
                    <a:pt x="1451323" y="395222"/>
                  </a:lnTo>
                  <a:lnTo>
                    <a:pt x="1461067" y="395070"/>
                  </a:lnTo>
                  <a:lnTo>
                    <a:pt x="1470811" y="394947"/>
                  </a:lnTo>
                  <a:lnTo>
                    <a:pt x="1480555" y="394851"/>
                  </a:lnTo>
                  <a:lnTo>
                    <a:pt x="1490284" y="394787"/>
                  </a:lnTo>
                  <a:lnTo>
                    <a:pt x="1500028" y="394756"/>
                  </a:lnTo>
                  <a:lnTo>
                    <a:pt x="1509772" y="394760"/>
                  </a:lnTo>
                  <a:lnTo>
                    <a:pt x="1519516" y="394801"/>
                  </a:lnTo>
                  <a:lnTo>
                    <a:pt x="1529245" y="394878"/>
                  </a:lnTo>
                  <a:lnTo>
                    <a:pt x="1538989" y="394996"/>
                  </a:lnTo>
                  <a:lnTo>
                    <a:pt x="1548733" y="395151"/>
                  </a:lnTo>
                  <a:lnTo>
                    <a:pt x="1558477" y="395347"/>
                  </a:lnTo>
                  <a:lnTo>
                    <a:pt x="1568221" y="395584"/>
                  </a:lnTo>
                  <a:lnTo>
                    <a:pt x="1577950" y="395861"/>
                  </a:lnTo>
                  <a:lnTo>
                    <a:pt x="1587694" y="396182"/>
                  </a:lnTo>
                  <a:lnTo>
                    <a:pt x="1597438" y="396541"/>
                  </a:lnTo>
                  <a:lnTo>
                    <a:pt x="1607182" y="396942"/>
                  </a:lnTo>
                  <a:lnTo>
                    <a:pt x="1616911" y="397383"/>
                  </a:lnTo>
                  <a:lnTo>
                    <a:pt x="1626655" y="397864"/>
                  </a:lnTo>
                  <a:lnTo>
                    <a:pt x="1636399" y="398384"/>
                  </a:lnTo>
                  <a:lnTo>
                    <a:pt x="1646142" y="398941"/>
                  </a:lnTo>
                  <a:lnTo>
                    <a:pt x="1655872" y="399534"/>
                  </a:lnTo>
                  <a:lnTo>
                    <a:pt x="1665616" y="400163"/>
                  </a:lnTo>
                  <a:lnTo>
                    <a:pt x="1675359" y="400826"/>
                  </a:lnTo>
                  <a:lnTo>
                    <a:pt x="1685103" y="401519"/>
                  </a:lnTo>
                  <a:lnTo>
                    <a:pt x="1694832" y="402243"/>
                  </a:lnTo>
                  <a:lnTo>
                    <a:pt x="1704576" y="402995"/>
                  </a:lnTo>
                  <a:lnTo>
                    <a:pt x="1714320" y="403773"/>
                  </a:lnTo>
                  <a:lnTo>
                    <a:pt x="1724064" y="404574"/>
                  </a:lnTo>
                  <a:lnTo>
                    <a:pt x="1733808" y="405397"/>
                  </a:lnTo>
                  <a:lnTo>
                    <a:pt x="1743537" y="406237"/>
                  </a:lnTo>
                  <a:lnTo>
                    <a:pt x="1753281" y="407095"/>
                  </a:lnTo>
                  <a:lnTo>
                    <a:pt x="1763025" y="407968"/>
                  </a:lnTo>
                  <a:lnTo>
                    <a:pt x="1772769" y="408852"/>
                  </a:lnTo>
                  <a:lnTo>
                    <a:pt x="1782498" y="409744"/>
                  </a:lnTo>
                  <a:lnTo>
                    <a:pt x="1792242" y="410643"/>
                  </a:lnTo>
                  <a:lnTo>
                    <a:pt x="1801986" y="411546"/>
                  </a:lnTo>
                  <a:lnTo>
                    <a:pt x="1811730" y="412451"/>
                  </a:lnTo>
                  <a:lnTo>
                    <a:pt x="1821459" y="413356"/>
                  </a:lnTo>
                  <a:lnTo>
                    <a:pt x="1831203" y="414256"/>
                  </a:lnTo>
                  <a:lnTo>
                    <a:pt x="1840947" y="415151"/>
                  </a:lnTo>
                  <a:lnTo>
                    <a:pt x="1850691" y="416041"/>
                  </a:lnTo>
                  <a:lnTo>
                    <a:pt x="1860435" y="416920"/>
                  </a:lnTo>
                  <a:lnTo>
                    <a:pt x="1870164" y="417787"/>
                  </a:lnTo>
                  <a:lnTo>
                    <a:pt x="1879908" y="418642"/>
                  </a:lnTo>
                  <a:lnTo>
                    <a:pt x="1889652" y="419484"/>
                  </a:lnTo>
                  <a:lnTo>
                    <a:pt x="1899395" y="420309"/>
                  </a:lnTo>
                  <a:lnTo>
                    <a:pt x="1909124" y="421118"/>
                  </a:lnTo>
                  <a:lnTo>
                    <a:pt x="1918868" y="421909"/>
                  </a:lnTo>
                  <a:lnTo>
                    <a:pt x="1928612" y="422681"/>
                  </a:lnTo>
                  <a:lnTo>
                    <a:pt x="1938356" y="423436"/>
                  </a:lnTo>
                  <a:lnTo>
                    <a:pt x="1948085" y="424171"/>
                  </a:lnTo>
                  <a:lnTo>
                    <a:pt x="1957829" y="424888"/>
                  </a:lnTo>
                  <a:lnTo>
                    <a:pt x="1967573" y="425586"/>
                  </a:lnTo>
                  <a:lnTo>
                    <a:pt x="1977317" y="426266"/>
                  </a:lnTo>
                  <a:lnTo>
                    <a:pt x="1987046" y="426929"/>
                  </a:lnTo>
                  <a:lnTo>
                    <a:pt x="1996790" y="427575"/>
                  </a:lnTo>
                  <a:lnTo>
                    <a:pt x="2006534" y="428207"/>
                  </a:lnTo>
                  <a:lnTo>
                    <a:pt x="2016278" y="428824"/>
                  </a:lnTo>
                  <a:lnTo>
                    <a:pt x="2026022" y="429430"/>
                  </a:lnTo>
                  <a:lnTo>
                    <a:pt x="2035751" y="430026"/>
                  </a:lnTo>
                  <a:lnTo>
                    <a:pt x="2045495" y="430615"/>
                  </a:lnTo>
                  <a:lnTo>
                    <a:pt x="2055239" y="431199"/>
                  </a:lnTo>
                  <a:lnTo>
                    <a:pt x="2064983" y="431780"/>
                  </a:lnTo>
                  <a:lnTo>
                    <a:pt x="2074712" y="432361"/>
                  </a:lnTo>
                  <a:lnTo>
                    <a:pt x="2084456" y="432947"/>
                  </a:lnTo>
                  <a:lnTo>
                    <a:pt x="2094200" y="433536"/>
                  </a:lnTo>
                  <a:lnTo>
                    <a:pt x="2103944" y="434137"/>
                  </a:lnTo>
                  <a:lnTo>
                    <a:pt x="2113673" y="434751"/>
                  </a:lnTo>
                  <a:lnTo>
                    <a:pt x="2123417" y="435383"/>
                  </a:lnTo>
                  <a:lnTo>
                    <a:pt x="2133161" y="436034"/>
                  </a:lnTo>
                  <a:lnTo>
                    <a:pt x="2142905" y="436709"/>
                  </a:lnTo>
                  <a:lnTo>
                    <a:pt x="2152649" y="437410"/>
                  </a:lnTo>
                  <a:lnTo>
                    <a:pt x="2162377" y="438146"/>
                  </a:lnTo>
                  <a:lnTo>
                    <a:pt x="2172121" y="438917"/>
                  </a:lnTo>
                  <a:lnTo>
                    <a:pt x="2181865" y="439726"/>
                  </a:lnTo>
                  <a:lnTo>
                    <a:pt x="2191609" y="440578"/>
                  </a:lnTo>
                  <a:lnTo>
                    <a:pt x="2201338" y="441478"/>
                  </a:lnTo>
                  <a:lnTo>
                    <a:pt x="2211082" y="442428"/>
                  </a:lnTo>
                  <a:lnTo>
                    <a:pt x="2220826" y="443432"/>
                  </a:lnTo>
                  <a:lnTo>
                    <a:pt x="2230570" y="444493"/>
                  </a:lnTo>
                  <a:lnTo>
                    <a:pt x="2240299" y="445617"/>
                  </a:lnTo>
                  <a:lnTo>
                    <a:pt x="2250043" y="446804"/>
                  </a:lnTo>
                  <a:lnTo>
                    <a:pt x="2259787" y="448057"/>
                  </a:lnTo>
                  <a:lnTo>
                    <a:pt x="2269531" y="449382"/>
                  </a:lnTo>
                  <a:lnTo>
                    <a:pt x="2279260" y="450778"/>
                  </a:lnTo>
                  <a:lnTo>
                    <a:pt x="2289004" y="452248"/>
                  </a:lnTo>
                  <a:lnTo>
                    <a:pt x="2298748" y="453796"/>
                  </a:lnTo>
                  <a:lnTo>
                    <a:pt x="2308492" y="455423"/>
                  </a:lnTo>
                  <a:lnTo>
                    <a:pt x="2318236" y="457131"/>
                  </a:lnTo>
                  <a:lnTo>
                    <a:pt x="2327965" y="458920"/>
                  </a:lnTo>
                  <a:lnTo>
                    <a:pt x="2337709" y="460791"/>
                  </a:lnTo>
                  <a:lnTo>
                    <a:pt x="2347453" y="462746"/>
                  </a:lnTo>
                  <a:lnTo>
                    <a:pt x="2357197" y="464784"/>
                  </a:lnTo>
                  <a:lnTo>
                    <a:pt x="2366926" y="466907"/>
                  </a:lnTo>
                  <a:lnTo>
                    <a:pt x="2376670" y="469114"/>
                  </a:lnTo>
                  <a:lnTo>
                    <a:pt x="2386413" y="471404"/>
                  </a:lnTo>
                  <a:lnTo>
                    <a:pt x="2396157" y="473776"/>
                  </a:lnTo>
                  <a:lnTo>
                    <a:pt x="2405886" y="476230"/>
                  </a:lnTo>
                  <a:lnTo>
                    <a:pt x="2415630" y="478764"/>
                  </a:lnTo>
                  <a:lnTo>
                    <a:pt x="2425374" y="481374"/>
                  </a:lnTo>
                  <a:lnTo>
                    <a:pt x="2435118" y="484062"/>
                  </a:lnTo>
                  <a:lnTo>
                    <a:pt x="2444862" y="486823"/>
                  </a:lnTo>
                  <a:lnTo>
                    <a:pt x="2454591" y="489655"/>
                  </a:lnTo>
                  <a:lnTo>
                    <a:pt x="2464335" y="492554"/>
                  </a:lnTo>
                  <a:lnTo>
                    <a:pt x="2474079" y="495519"/>
                  </a:lnTo>
                  <a:lnTo>
                    <a:pt x="2483823" y="498545"/>
                  </a:lnTo>
                  <a:lnTo>
                    <a:pt x="2493552" y="501629"/>
                  </a:lnTo>
                  <a:lnTo>
                    <a:pt x="2503296" y="504767"/>
                  </a:lnTo>
                  <a:lnTo>
                    <a:pt x="2513040" y="507954"/>
                  </a:lnTo>
                  <a:lnTo>
                    <a:pt x="2522784" y="511187"/>
                  </a:lnTo>
                  <a:lnTo>
                    <a:pt x="2532513" y="514462"/>
                  </a:lnTo>
                  <a:lnTo>
                    <a:pt x="2542257" y="517772"/>
                  </a:lnTo>
                  <a:lnTo>
                    <a:pt x="2552001" y="521116"/>
                  </a:lnTo>
                  <a:lnTo>
                    <a:pt x="2561745" y="524486"/>
                  </a:lnTo>
                  <a:lnTo>
                    <a:pt x="2571474" y="527878"/>
                  </a:lnTo>
                  <a:lnTo>
                    <a:pt x="2581218" y="531289"/>
                  </a:lnTo>
                  <a:lnTo>
                    <a:pt x="2590962" y="534711"/>
                  </a:lnTo>
                  <a:lnTo>
                    <a:pt x="2600705" y="538141"/>
                  </a:lnTo>
                  <a:lnTo>
                    <a:pt x="2610449" y="541573"/>
                  </a:lnTo>
                  <a:lnTo>
                    <a:pt x="2620178" y="545003"/>
                  </a:lnTo>
                  <a:lnTo>
                    <a:pt x="2629922" y="548427"/>
                  </a:lnTo>
                  <a:lnTo>
                    <a:pt x="2639666" y="551839"/>
                  </a:lnTo>
                  <a:lnTo>
                    <a:pt x="2649410" y="555233"/>
                  </a:lnTo>
                  <a:lnTo>
                    <a:pt x="2659139" y="558606"/>
                  </a:lnTo>
                  <a:lnTo>
                    <a:pt x="2668883" y="561954"/>
                  </a:lnTo>
                  <a:lnTo>
                    <a:pt x="2678627" y="565272"/>
                  </a:lnTo>
                  <a:lnTo>
                    <a:pt x="2688371" y="568554"/>
                  </a:lnTo>
                  <a:lnTo>
                    <a:pt x="2698100" y="571801"/>
                  </a:lnTo>
                  <a:lnTo>
                    <a:pt x="2707844" y="575002"/>
                  </a:lnTo>
                  <a:lnTo>
                    <a:pt x="2717588" y="578161"/>
                  </a:lnTo>
                  <a:lnTo>
                    <a:pt x="2727332" y="581269"/>
                  </a:lnTo>
                  <a:lnTo>
                    <a:pt x="2737076" y="584325"/>
                  </a:lnTo>
                  <a:lnTo>
                    <a:pt x="2746805" y="587325"/>
                  </a:lnTo>
                  <a:lnTo>
                    <a:pt x="2756549" y="590269"/>
                  </a:lnTo>
                  <a:lnTo>
                    <a:pt x="2766293" y="593152"/>
                  </a:lnTo>
                  <a:lnTo>
                    <a:pt x="2776037" y="595973"/>
                  </a:lnTo>
                  <a:lnTo>
                    <a:pt x="2785766" y="598729"/>
                  </a:lnTo>
                  <a:lnTo>
                    <a:pt x="2795510" y="601420"/>
                  </a:lnTo>
                  <a:lnTo>
                    <a:pt x="2805254" y="604042"/>
                  </a:lnTo>
                  <a:lnTo>
                    <a:pt x="2814998" y="606596"/>
                  </a:lnTo>
                  <a:lnTo>
                    <a:pt x="2824727" y="609081"/>
                  </a:lnTo>
                  <a:lnTo>
                    <a:pt x="2834471" y="611494"/>
                  </a:lnTo>
                  <a:lnTo>
                    <a:pt x="2844215" y="613838"/>
                  </a:lnTo>
                  <a:lnTo>
                    <a:pt x="2853958" y="616112"/>
                  </a:lnTo>
                  <a:lnTo>
                    <a:pt x="2863687" y="618314"/>
                  </a:lnTo>
                  <a:lnTo>
                    <a:pt x="2873431" y="620446"/>
                  </a:lnTo>
                  <a:lnTo>
                    <a:pt x="2883175" y="622509"/>
                  </a:lnTo>
                  <a:lnTo>
                    <a:pt x="2892919" y="624501"/>
                  </a:lnTo>
                  <a:lnTo>
                    <a:pt x="2902663" y="626426"/>
                  </a:lnTo>
                  <a:lnTo>
                    <a:pt x="2912392" y="62828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3" name="Freeform 792">
              <a:extLst>
                <a:ext uri="{FF2B5EF4-FFF2-40B4-BE49-F238E27FC236}">
                  <a16:creationId xmlns:a16="http://schemas.microsoft.com/office/drawing/2014/main" id="{995E1324-D012-7D27-B9D1-B66F6FBCE430}"/>
                </a:ext>
              </a:extLst>
            </p:cNvPr>
            <p:cNvSpPr/>
            <p:nvPr/>
          </p:nvSpPr>
          <p:spPr>
            <a:xfrm>
              <a:off x="576446" y="2855009"/>
              <a:ext cx="2912392" cy="894128"/>
            </a:xfrm>
            <a:custGeom>
              <a:avLst/>
              <a:gdLst>
                <a:gd name="connsiteX0" fmla="*/ 0 w 2912392"/>
                <a:gd name="connsiteY0" fmla="*/ 250736 h 894128"/>
                <a:gd name="connsiteX1" fmla="*/ 9739 w 2912392"/>
                <a:gd name="connsiteY1" fmla="*/ 239418 h 894128"/>
                <a:gd name="connsiteX2" fmla="*/ 19480 w 2912392"/>
                <a:gd name="connsiteY2" fmla="*/ 228287 h 894128"/>
                <a:gd name="connsiteX3" fmla="*/ 29221 w 2912392"/>
                <a:gd name="connsiteY3" fmla="*/ 217354 h 894128"/>
                <a:gd name="connsiteX4" fmla="*/ 38961 w 2912392"/>
                <a:gd name="connsiteY4" fmla="*/ 206628 h 894128"/>
                <a:gd name="connsiteX5" fmla="*/ 48702 w 2912392"/>
                <a:gd name="connsiteY5" fmla="*/ 196117 h 894128"/>
                <a:gd name="connsiteX6" fmla="*/ 58443 w 2912392"/>
                <a:gd name="connsiteY6" fmla="*/ 185831 h 894128"/>
                <a:gd name="connsiteX7" fmla="*/ 68182 w 2912392"/>
                <a:gd name="connsiteY7" fmla="*/ 175777 h 894128"/>
                <a:gd name="connsiteX8" fmla="*/ 77923 w 2912392"/>
                <a:gd name="connsiteY8" fmla="*/ 165963 h 894128"/>
                <a:gd name="connsiteX9" fmla="*/ 87664 w 2912392"/>
                <a:gd name="connsiteY9" fmla="*/ 156395 h 894128"/>
                <a:gd name="connsiteX10" fmla="*/ 97404 w 2912392"/>
                <a:gd name="connsiteY10" fmla="*/ 147080 h 894128"/>
                <a:gd name="connsiteX11" fmla="*/ 107145 w 2912392"/>
                <a:gd name="connsiteY11" fmla="*/ 138026 h 894128"/>
                <a:gd name="connsiteX12" fmla="*/ 116886 w 2912392"/>
                <a:gd name="connsiteY12" fmla="*/ 129235 h 894128"/>
                <a:gd name="connsiteX13" fmla="*/ 126625 w 2912392"/>
                <a:gd name="connsiteY13" fmla="*/ 120718 h 894128"/>
                <a:gd name="connsiteX14" fmla="*/ 136366 w 2912392"/>
                <a:gd name="connsiteY14" fmla="*/ 112475 h 894128"/>
                <a:gd name="connsiteX15" fmla="*/ 146107 w 2912392"/>
                <a:gd name="connsiteY15" fmla="*/ 104515 h 894128"/>
                <a:gd name="connsiteX16" fmla="*/ 155846 w 2912392"/>
                <a:gd name="connsiteY16" fmla="*/ 96837 h 894128"/>
                <a:gd name="connsiteX17" fmla="*/ 165587 w 2912392"/>
                <a:gd name="connsiteY17" fmla="*/ 89448 h 894128"/>
                <a:gd name="connsiteX18" fmla="*/ 175328 w 2912392"/>
                <a:gd name="connsiteY18" fmla="*/ 82351 h 894128"/>
                <a:gd name="connsiteX19" fmla="*/ 185068 w 2912392"/>
                <a:gd name="connsiteY19" fmla="*/ 75547 h 894128"/>
                <a:gd name="connsiteX20" fmla="*/ 194809 w 2912392"/>
                <a:gd name="connsiteY20" fmla="*/ 69039 h 894128"/>
                <a:gd name="connsiteX21" fmla="*/ 204550 w 2912392"/>
                <a:gd name="connsiteY21" fmla="*/ 62829 h 894128"/>
                <a:gd name="connsiteX22" fmla="*/ 214289 w 2912392"/>
                <a:gd name="connsiteY22" fmla="*/ 56917 h 894128"/>
                <a:gd name="connsiteX23" fmla="*/ 224030 w 2912392"/>
                <a:gd name="connsiteY23" fmla="*/ 51306 h 894128"/>
                <a:gd name="connsiteX24" fmla="*/ 233771 w 2912392"/>
                <a:gd name="connsiteY24" fmla="*/ 45996 h 894128"/>
                <a:gd name="connsiteX25" fmla="*/ 243510 w 2912392"/>
                <a:gd name="connsiteY25" fmla="*/ 40986 h 894128"/>
                <a:gd name="connsiteX26" fmla="*/ 253251 w 2912392"/>
                <a:gd name="connsiteY26" fmla="*/ 36275 h 894128"/>
                <a:gd name="connsiteX27" fmla="*/ 262992 w 2912392"/>
                <a:gd name="connsiteY27" fmla="*/ 31864 h 894128"/>
                <a:gd name="connsiteX28" fmla="*/ 272732 w 2912392"/>
                <a:gd name="connsiteY28" fmla="*/ 27751 h 894128"/>
                <a:gd name="connsiteX29" fmla="*/ 282473 w 2912392"/>
                <a:gd name="connsiteY29" fmla="*/ 23934 h 894128"/>
                <a:gd name="connsiteX30" fmla="*/ 292214 w 2912392"/>
                <a:gd name="connsiteY30" fmla="*/ 20410 h 894128"/>
                <a:gd name="connsiteX31" fmla="*/ 301953 w 2912392"/>
                <a:gd name="connsiteY31" fmla="*/ 17180 h 894128"/>
                <a:gd name="connsiteX32" fmla="*/ 311694 w 2912392"/>
                <a:gd name="connsiteY32" fmla="*/ 14239 h 894128"/>
                <a:gd name="connsiteX33" fmla="*/ 321435 w 2912392"/>
                <a:gd name="connsiteY33" fmla="*/ 11584 h 894128"/>
                <a:gd name="connsiteX34" fmla="*/ 331175 w 2912392"/>
                <a:gd name="connsiteY34" fmla="*/ 9214 h 894128"/>
                <a:gd name="connsiteX35" fmla="*/ 340916 w 2912392"/>
                <a:gd name="connsiteY35" fmla="*/ 7122 h 894128"/>
                <a:gd name="connsiteX36" fmla="*/ 350656 w 2912392"/>
                <a:gd name="connsiteY36" fmla="*/ 5308 h 894128"/>
                <a:gd name="connsiteX37" fmla="*/ 360396 w 2912392"/>
                <a:gd name="connsiteY37" fmla="*/ 3766 h 894128"/>
                <a:gd name="connsiteX38" fmla="*/ 370137 w 2912392"/>
                <a:gd name="connsiteY38" fmla="*/ 2494 h 894128"/>
                <a:gd name="connsiteX39" fmla="*/ 379878 w 2912392"/>
                <a:gd name="connsiteY39" fmla="*/ 1484 h 894128"/>
                <a:gd name="connsiteX40" fmla="*/ 389617 w 2912392"/>
                <a:gd name="connsiteY40" fmla="*/ 736 h 894128"/>
                <a:gd name="connsiteX41" fmla="*/ 399358 w 2912392"/>
                <a:gd name="connsiteY41" fmla="*/ 243 h 894128"/>
                <a:gd name="connsiteX42" fmla="*/ 409099 w 2912392"/>
                <a:gd name="connsiteY42" fmla="*/ 0 h 894128"/>
                <a:gd name="connsiteX43" fmla="*/ 418839 w 2912392"/>
                <a:gd name="connsiteY43" fmla="*/ 3 h 894128"/>
                <a:gd name="connsiteX44" fmla="*/ 428580 w 2912392"/>
                <a:gd name="connsiteY44" fmla="*/ 249 h 894128"/>
                <a:gd name="connsiteX45" fmla="*/ 438321 w 2912392"/>
                <a:gd name="connsiteY45" fmla="*/ 730 h 894128"/>
                <a:gd name="connsiteX46" fmla="*/ 448060 w 2912392"/>
                <a:gd name="connsiteY46" fmla="*/ 1442 h 894128"/>
                <a:gd name="connsiteX47" fmla="*/ 457801 w 2912392"/>
                <a:gd name="connsiteY47" fmla="*/ 2382 h 894128"/>
                <a:gd name="connsiteX48" fmla="*/ 467542 w 2912392"/>
                <a:gd name="connsiteY48" fmla="*/ 3544 h 894128"/>
                <a:gd name="connsiteX49" fmla="*/ 477281 w 2912392"/>
                <a:gd name="connsiteY49" fmla="*/ 4923 h 894128"/>
                <a:gd name="connsiteX50" fmla="*/ 487022 w 2912392"/>
                <a:gd name="connsiteY50" fmla="*/ 6514 h 894128"/>
                <a:gd name="connsiteX51" fmla="*/ 496763 w 2912392"/>
                <a:gd name="connsiteY51" fmla="*/ 8312 h 894128"/>
                <a:gd name="connsiteX52" fmla="*/ 506503 w 2912392"/>
                <a:gd name="connsiteY52" fmla="*/ 10315 h 894128"/>
                <a:gd name="connsiteX53" fmla="*/ 516244 w 2912392"/>
                <a:gd name="connsiteY53" fmla="*/ 12515 h 894128"/>
                <a:gd name="connsiteX54" fmla="*/ 525985 w 2912392"/>
                <a:gd name="connsiteY54" fmla="*/ 14911 h 894128"/>
                <a:gd name="connsiteX55" fmla="*/ 535724 w 2912392"/>
                <a:gd name="connsiteY55" fmla="*/ 17494 h 894128"/>
                <a:gd name="connsiteX56" fmla="*/ 545465 w 2912392"/>
                <a:gd name="connsiteY56" fmla="*/ 20266 h 894128"/>
                <a:gd name="connsiteX57" fmla="*/ 555206 w 2912392"/>
                <a:gd name="connsiteY57" fmla="*/ 23219 h 894128"/>
                <a:gd name="connsiteX58" fmla="*/ 564946 w 2912392"/>
                <a:gd name="connsiteY58" fmla="*/ 26350 h 894128"/>
                <a:gd name="connsiteX59" fmla="*/ 574687 w 2912392"/>
                <a:gd name="connsiteY59" fmla="*/ 29656 h 894128"/>
                <a:gd name="connsiteX60" fmla="*/ 584428 w 2912392"/>
                <a:gd name="connsiteY60" fmla="*/ 33132 h 894128"/>
                <a:gd name="connsiteX61" fmla="*/ 594167 w 2912392"/>
                <a:gd name="connsiteY61" fmla="*/ 36778 h 894128"/>
                <a:gd name="connsiteX62" fmla="*/ 603908 w 2912392"/>
                <a:gd name="connsiteY62" fmla="*/ 40589 h 894128"/>
                <a:gd name="connsiteX63" fmla="*/ 613649 w 2912392"/>
                <a:gd name="connsiteY63" fmla="*/ 44561 h 894128"/>
                <a:gd name="connsiteX64" fmla="*/ 623388 w 2912392"/>
                <a:gd name="connsiteY64" fmla="*/ 48694 h 894128"/>
                <a:gd name="connsiteX65" fmla="*/ 633129 w 2912392"/>
                <a:gd name="connsiteY65" fmla="*/ 52985 h 894128"/>
                <a:gd name="connsiteX66" fmla="*/ 642870 w 2912392"/>
                <a:gd name="connsiteY66" fmla="*/ 57431 h 894128"/>
                <a:gd name="connsiteX67" fmla="*/ 652610 w 2912392"/>
                <a:gd name="connsiteY67" fmla="*/ 62030 h 894128"/>
                <a:gd name="connsiteX68" fmla="*/ 662351 w 2912392"/>
                <a:gd name="connsiteY68" fmla="*/ 66782 h 894128"/>
                <a:gd name="connsiteX69" fmla="*/ 672092 w 2912392"/>
                <a:gd name="connsiteY69" fmla="*/ 71685 h 894128"/>
                <a:gd name="connsiteX70" fmla="*/ 681831 w 2912392"/>
                <a:gd name="connsiteY70" fmla="*/ 76736 h 894128"/>
                <a:gd name="connsiteX71" fmla="*/ 691572 w 2912392"/>
                <a:gd name="connsiteY71" fmla="*/ 81935 h 894128"/>
                <a:gd name="connsiteX72" fmla="*/ 701313 w 2912392"/>
                <a:gd name="connsiteY72" fmla="*/ 87284 h 894128"/>
                <a:gd name="connsiteX73" fmla="*/ 711052 w 2912392"/>
                <a:gd name="connsiteY73" fmla="*/ 92779 h 894128"/>
                <a:gd name="connsiteX74" fmla="*/ 720793 w 2912392"/>
                <a:gd name="connsiteY74" fmla="*/ 98420 h 894128"/>
                <a:gd name="connsiteX75" fmla="*/ 730534 w 2912392"/>
                <a:gd name="connsiteY75" fmla="*/ 104206 h 894128"/>
                <a:gd name="connsiteX76" fmla="*/ 740274 w 2912392"/>
                <a:gd name="connsiteY76" fmla="*/ 110141 h 894128"/>
                <a:gd name="connsiteX77" fmla="*/ 750015 w 2912392"/>
                <a:gd name="connsiteY77" fmla="*/ 116222 h 894128"/>
                <a:gd name="connsiteX78" fmla="*/ 759756 w 2912392"/>
                <a:gd name="connsiteY78" fmla="*/ 122449 h 894128"/>
                <a:gd name="connsiteX79" fmla="*/ 769495 w 2912392"/>
                <a:gd name="connsiteY79" fmla="*/ 128824 h 894128"/>
                <a:gd name="connsiteX80" fmla="*/ 779236 w 2912392"/>
                <a:gd name="connsiteY80" fmla="*/ 135347 h 894128"/>
                <a:gd name="connsiteX81" fmla="*/ 788977 w 2912392"/>
                <a:gd name="connsiteY81" fmla="*/ 142017 h 894128"/>
                <a:gd name="connsiteX82" fmla="*/ 798717 w 2912392"/>
                <a:gd name="connsiteY82" fmla="*/ 148838 h 894128"/>
                <a:gd name="connsiteX83" fmla="*/ 808458 w 2912392"/>
                <a:gd name="connsiteY83" fmla="*/ 155808 h 894128"/>
                <a:gd name="connsiteX84" fmla="*/ 818199 w 2912392"/>
                <a:gd name="connsiteY84" fmla="*/ 162929 h 894128"/>
                <a:gd name="connsiteX85" fmla="*/ 827938 w 2912392"/>
                <a:gd name="connsiteY85" fmla="*/ 170201 h 894128"/>
                <a:gd name="connsiteX86" fmla="*/ 837679 w 2912392"/>
                <a:gd name="connsiteY86" fmla="*/ 177627 h 894128"/>
                <a:gd name="connsiteX87" fmla="*/ 847420 w 2912392"/>
                <a:gd name="connsiteY87" fmla="*/ 185206 h 894128"/>
                <a:gd name="connsiteX88" fmla="*/ 857159 w 2912392"/>
                <a:gd name="connsiteY88" fmla="*/ 192940 h 894128"/>
                <a:gd name="connsiteX89" fmla="*/ 866900 w 2912392"/>
                <a:gd name="connsiteY89" fmla="*/ 200829 h 894128"/>
                <a:gd name="connsiteX90" fmla="*/ 876641 w 2912392"/>
                <a:gd name="connsiteY90" fmla="*/ 208873 h 894128"/>
                <a:gd name="connsiteX91" fmla="*/ 886381 w 2912392"/>
                <a:gd name="connsiteY91" fmla="*/ 217077 h 894128"/>
                <a:gd name="connsiteX92" fmla="*/ 896122 w 2912392"/>
                <a:gd name="connsiteY92" fmla="*/ 225435 h 894128"/>
                <a:gd name="connsiteX93" fmla="*/ 905863 w 2912392"/>
                <a:gd name="connsiteY93" fmla="*/ 233953 h 894128"/>
                <a:gd name="connsiteX94" fmla="*/ 915602 w 2912392"/>
                <a:gd name="connsiteY94" fmla="*/ 242628 h 894128"/>
                <a:gd name="connsiteX95" fmla="*/ 925343 w 2912392"/>
                <a:gd name="connsiteY95" fmla="*/ 251462 h 894128"/>
                <a:gd name="connsiteX96" fmla="*/ 935084 w 2912392"/>
                <a:gd name="connsiteY96" fmla="*/ 260455 h 894128"/>
                <a:gd name="connsiteX97" fmla="*/ 944824 w 2912392"/>
                <a:gd name="connsiteY97" fmla="*/ 269605 h 894128"/>
                <a:gd name="connsiteX98" fmla="*/ 954564 w 2912392"/>
                <a:gd name="connsiteY98" fmla="*/ 278912 h 894128"/>
                <a:gd name="connsiteX99" fmla="*/ 964305 w 2912392"/>
                <a:gd name="connsiteY99" fmla="*/ 288376 h 894128"/>
                <a:gd name="connsiteX100" fmla="*/ 974045 w 2912392"/>
                <a:gd name="connsiteY100" fmla="*/ 297995 h 894128"/>
                <a:gd name="connsiteX101" fmla="*/ 983786 w 2912392"/>
                <a:gd name="connsiteY101" fmla="*/ 307768 h 894128"/>
                <a:gd name="connsiteX102" fmla="*/ 993522 w 2912392"/>
                <a:gd name="connsiteY102" fmla="*/ 317694 h 894128"/>
                <a:gd name="connsiteX103" fmla="*/ 1003266 w 2912392"/>
                <a:gd name="connsiteY103" fmla="*/ 327770 h 894128"/>
                <a:gd name="connsiteX104" fmla="*/ 1013010 w 2912392"/>
                <a:gd name="connsiteY104" fmla="*/ 337994 h 894128"/>
                <a:gd name="connsiteX105" fmla="*/ 1022754 w 2912392"/>
                <a:gd name="connsiteY105" fmla="*/ 348362 h 894128"/>
                <a:gd name="connsiteX106" fmla="*/ 1032483 w 2912392"/>
                <a:gd name="connsiteY106" fmla="*/ 358873 h 894128"/>
                <a:gd name="connsiteX107" fmla="*/ 1042227 w 2912392"/>
                <a:gd name="connsiteY107" fmla="*/ 369522 h 894128"/>
                <a:gd name="connsiteX108" fmla="*/ 1051971 w 2912392"/>
                <a:gd name="connsiteY108" fmla="*/ 380304 h 894128"/>
                <a:gd name="connsiteX109" fmla="*/ 1061715 w 2912392"/>
                <a:gd name="connsiteY109" fmla="*/ 391216 h 894128"/>
                <a:gd name="connsiteX110" fmla="*/ 1071444 w 2912392"/>
                <a:gd name="connsiteY110" fmla="*/ 402253 h 894128"/>
                <a:gd name="connsiteX111" fmla="*/ 1081188 w 2912392"/>
                <a:gd name="connsiteY111" fmla="*/ 413409 h 894128"/>
                <a:gd name="connsiteX112" fmla="*/ 1090932 w 2912392"/>
                <a:gd name="connsiteY112" fmla="*/ 424679 h 894128"/>
                <a:gd name="connsiteX113" fmla="*/ 1100676 w 2912392"/>
                <a:gd name="connsiteY113" fmla="*/ 436056 h 894128"/>
                <a:gd name="connsiteX114" fmla="*/ 1110405 w 2912392"/>
                <a:gd name="connsiteY114" fmla="*/ 447533 h 894128"/>
                <a:gd name="connsiteX115" fmla="*/ 1120149 w 2912392"/>
                <a:gd name="connsiteY115" fmla="*/ 459103 h 894128"/>
                <a:gd name="connsiteX116" fmla="*/ 1129893 w 2912392"/>
                <a:gd name="connsiteY116" fmla="*/ 470757 h 894128"/>
                <a:gd name="connsiteX117" fmla="*/ 1139637 w 2912392"/>
                <a:gd name="connsiteY117" fmla="*/ 482489 h 894128"/>
                <a:gd name="connsiteX118" fmla="*/ 1149381 w 2912392"/>
                <a:gd name="connsiteY118" fmla="*/ 494289 h 894128"/>
                <a:gd name="connsiteX119" fmla="*/ 1159110 w 2912392"/>
                <a:gd name="connsiteY119" fmla="*/ 506148 h 894128"/>
                <a:gd name="connsiteX120" fmla="*/ 1168854 w 2912392"/>
                <a:gd name="connsiteY120" fmla="*/ 518056 h 894128"/>
                <a:gd name="connsiteX121" fmla="*/ 1178598 w 2912392"/>
                <a:gd name="connsiteY121" fmla="*/ 530003 h 894128"/>
                <a:gd name="connsiteX122" fmla="*/ 1188341 w 2912392"/>
                <a:gd name="connsiteY122" fmla="*/ 541979 h 894128"/>
                <a:gd name="connsiteX123" fmla="*/ 1198070 w 2912392"/>
                <a:gd name="connsiteY123" fmla="*/ 553971 h 894128"/>
                <a:gd name="connsiteX124" fmla="*/ 1207814 w 2912392"/>
                <a:gd name="connsiteY124" fmla="*/ 565969 h 894128"/>
                <a:gd name="connsiteX125" fmla="*/ 1217558 w 2912392"/>
                <a:gd name="connsiteY125" fmla="*/ 577963 h 894128"/>
                <a:gd name="connsiteX126" fmla="*/ 1227302 w 2912392"/>
                <a:gd name="connsiteY126" fmla="*/ 589937 h 894128"/>
                <a:gd name="connsiteX127" fmla="*/ 1237031 w 2912392"/>
                <a:gd name="connsiteY127" fmla="*/ 601880 h 894128"/>
                <a:gd name="connsiteX128" fmla="*/ 1246775 w 2912392"/>
                <a:gd name="connsiteY128" fmla="*/ 613780 h 894128"/>
                <a:gd name="connsiteX129" fmla="*/ 1256519 w 2912392"/>
                <a:gd name="connsiteY129" fmla="*/ 625622 h 894128"/>
                <a:gd name="connsiteX130" fmla="*/ 1266263 w 2912392"/>
                <a:gd name="connsiteY130" fmla="*/ 637393 h 894128"/>
                <a:gd name="connsiteX131" fmla="*/ 1276007 w 2912392"/>
                <a:gd name="connsiteY131" fmla="*/ 649079 h 894128"/>
                <a:gd name="connsiteX132" fmla="*/ 1285736 w 2912392"/>
                <a:gd name="connsiteY132" fmla="*/ 660667 h 894128"/>
                <a:gd name="connsiteX133" fmla="*/ 1295480 w 2912392"/>
                <a:gd name="connsiteY133" fmla="*/ 672139 h 894128"/>
                <a:gd name="connsiteX134" fmla="*/ 1305224 w 2912392"/>
                <a:gd name="connsiteY134" fmla="*/ 683485 h 894128"/>
                <a:gd name="connsiteX135" fmla="*/ 1314968 w 2912392"/>
                <a:gd name="connsiteY135" fmla="*/ 694687 h 894128"/>
                <a:gd name="connsiteX136" fmla="*/ 1324697 w 2912392"/>
                <a:gd name="connsiteY136" fmla="*/ 705730 h 894128"/>
                <a:gd name="connsiteX137" fmla="*/ 1334441 w 2912392"/>
                <a:gd name="connsiteY137" fmla="*/ 716602 h 894128"/>
                <a:gd name="connsiteX138" fmla="*/ 1344185 w 2912392"/>
                <a:gd name="connsiteY138" fmla="*/ 727285 h 894128"/>
                <a:gd name="connsiteX139" fmla="*/ 1353929 w 2912392"/>
                <a:gd name="connsiteY139" fmla="*/ 737765 h 894128"/>
                <a:gd name="connsiteX140" fmla="*/ 1363658 w 2912392"/>
                <a:gd name="connsiteY140" fmla="*/ 748026 h 894128"/>
                <a:gd name="connsiteX141" fmla="*/ 1373402 w 2912392"/>
                <a:gd name="connsiteY141" fmla="*/ 758053 h 894128"/>
                <a:gd name="connsiteX142" fmla="*/ 1383146 w 2912392"/>
                <a:gd name="connsiteY142" fmla="*/ 767832 h 894128"/>
                <a:gd name="connsiteX143" fmla="*/ 1392890 w 2912392"/>
                <a:gd name="connsiteY143" fmla="*/ 777348 h 894128"/>
                <a:gd name="connsiteX144" fmla="*/ 1402619 w 2912392"/>
                <a:gd name="connsiteY144" fmla="*/ 786586 h 894128"/>
                <a:gd name="connsiteX145" fmla="*/ 1412363 w 2912392"/>
                <a:gd name="connsiteY145" fmla="*/ 795531 h 894128"/>
                <a:gd name="connsiteX146" fmla="*/ 1422106 w 2912392"/>
                <a:gd name="connsiteY146" fmla="*/ 804170 h 894128"/>
                <a:gd name="connsiteX147" fmla="*/ 1431850 w 2912392"/>
                <a:gd name="connsiteY147" fmla="*/ 812486 h 894128"/>
                <a:gd name="connsiteX148" fmla="*/ 1441594 w 2912392"/>
                <a:gd name="connsiteY148" fmla="*/ 820469 h 894128"/>
                <a:gd name="connsiteX149" fmla="*/ 1451323 w 2912392"/>
                <a:gd name="connsiteY149" fmla="*/ 828105 h 894128"/>
                <a:gd name="connsiteX150" fmla="*/ 1461067 w 2912392"/>
                <a:gd name="connsiteY150" fmla="*/ 835378 h 894128"/>
                <a:gd name="connsiteX151" fmla="*/ 1470811 w 2912392"/>
                <a:gd name="connsiteY151" fmla="*/ 842278 h 894128"/>
                <a:gd name="connsiteX152" fmla="*/ 1480555 w 2912392"/>
                <a:gd name="connsiteY152" fmla="*/ 848794 h 894128"/>
                <a:gd name="connsiteX153" fmla="*/ 1490284 w 2912392"/>
                <a:gd name="connsiteY153" fmla="*/ 854911 h 894128"/>
                <a:gd name="connsiteX154" fmla="*/ 1500028 w 2912392"/>
                <a:gd name="connsiteY154" fmla="*/ 860622 h 894128"/>
                <a:gd name="connsiteX155" fmla="*/ 1509772 w 2912392"/>
                <a:gd name="connsiteY155" fmla="*/ 865912 h 894128"/>
                <a:gd name="connsiteX156" fmla="*/ 1519516 w 2912392"/>
                <a:gd name="connsiteY156" fmla="*/ 870774 h 894128"/>
                <a:gd name="connsiteX157" fmla="*/ 1529245 w 2912392"/>
                <a:gd name="connsiteY157" fmla="*/ 875199 h 894128"/>
                <a:gd name="connsiteX158" fmla="*/ 1538989 w 2912392"/>
                <a:gd name="connsiteY158" fmla="*/ 879177 h 894128"/>
                <a:gd name="connsiteX159" fmla="*/ 1548733 w 2912392"/>
                <a:gd name="connsiteY159" fmla="*/ 882701 h 894128"/>
                <a:gd name="connsiteX160" fmla="*/ 1558477 w 2912392"/>
                <a:gd name="connsiteY160" fmla="*/ 885762 h 894128"/>
                <a:gd name="connsiteX161" fmla="*/ 1568221 w 2912392"/>
                <a:gd name="connsiteY161" fmla="*/ 888356 h 894128"/>
                <a:gd name="connsiteX162" fmla="*/ 1577950 w 2912392"/>
                <a:gd name="connsiteY162" fmla="*/ 890476 h 894128"/>
                <a:gd name="connsiteX163" fmla="*/ 1587694 w 2912392"/>
                <a:gd name="connsiteY163" fmla="*/ 892117 h 894128"/>
                <a:gd name="connsiteX164" fmla="*/ 1597438 w 2912392"/>
                <a:gd name="connsiteY164" fmla="*/ 893274 h 894128"/>
                <a:gd name="connsiteX165" fmla="*/ 1607182 w 2912392"/>
                <a:gd name="connsiteY165" fmla="*/ 893946 h 894128"/>
                <a:gd name="connsiteX166" fmla="*/ 1616911 w 2912392"/>
                <a:gd name="connsiteY166" fmla="*/ 894128 h 894128"/>
                <a:gd name="connsiteX167" fmla="*/ 1626655 w 2912392"/>
                <a:gd name="connsiteY167" fmla="*/ 893820 h 894128"/>
                <a:gd name="connsiteX168" fmla="*/ 1636399 w 2912392"/>
                <a:gd name="connsiteY168" fmla="*/ 893021 h 894128"/>
                <a:gd name="connsiteX169" fmla="*/ 1646142 w 2912392"/>
                <a:gd name="connsiteY169" fmla="*/ 891729 h 894128"/>
                <a:gd name="connsiteX170" fmla="*/ 1655872 w 2912392"/>
                <a:gd name="connsiteY170" fmla="*/ 889947 h 894128"/>
                <a:gd name="connsiteX171" fmla="*/ 1665616 w 2912392"/>
                <a:gd name="connsiteY171" fmla="*/ 887675 h 894128"/>
                <a:gd name="connsiteX172" fmla="*/ 1675359 w 2912392"/>
                <a:gd name="connsiteY172" fmla="*/ 884918 h 894128"/>
                <a:gd name="connsiteX173" fmla="*/ 1685103 w 2912392"/>
                <a:gd name="connsiteY173" fmla="*/ 881679 h 894128"/>
                <a:gd name="connsiteX174" fmla="*/ 1694832 w 2912392"/>
                <a:gd name="connsiteY174" fmla="*/ 877958 h 894128"/>
                <a:gd name="connsiteX175" fmla="*/ 1704576 w 2912392"/>
                <a:gd name="connsiteY175" fmla="*/ 873767 h 894128"/>
                <a:gd name="connsiteX176" fmla="*/ 1714320 w 2912392"/>
                <a:gd name="connsiteY176" fmla="*/ 869107 h 894128"/>
                <a:gd name="connsiteX177" fmla="*/ 1724064 w 2912392"/>
                <a:gd name="connsiteY177" fmla="*/ 863986 h 894128"/>
                <a:gd name="connsiteX178" fmla="*/ 1733808 w 2912392"/>
                <a:gd name="connsiteY178" fmla="*/ 858414 h 894128"/>
                <a:gd name="connsiteX179" fmla="*/ 1743537 w 2912392"/>
                <a:gd name="connsiteY179" fmla="*/ 852398 h 894128"/>
                <a:gd name="connsiteX180" fmla="*/ 1753281 w 2912392"/>
                <a:gd name="connsiteY180" fmla="*/ 845945 h 894128"/>
                <a:gd name="connsiteX181" fmla="*/ 1763025 w 2912392"/>
                <a:gd name="connsiteY181" fmla="*/ 839069 h 894128"/>
                <a:gd name="connsiteX182" fmla="*/ 1772769 w 2912392"/>
                <a:gd name="connsiteY182" fmla="*/ 831779 h 894128"/>
                <a:gd name="connsiteX183" fmla="*/ 1782498 w 2912392"/>
                <a:gd name="connsiteY183" fmla="*/ 824088 h 894128"/>
                <a:gd name="connsiteX184" fmla="*/ 1792242 w 2912392"/>
                <a:gd name="connsiteY184" fmla="*/ 816005 h 894128"/>
                <a:gd name="connsiteX185" fmla="*/ 1801986 w 2912392"/>
                <a:gd name="connsiteY185" fmla="*/ 807549 h 894128"/>
                <a:gd name="connsiteX186" fmla="*/ 1811730 w 2912392"/>
                <a:gd name="connsiteY186" fmla="*/ 798727 h 894128"/>
                <a:gd name="connsiteX187" fmla="*/ 1821459 w 2912392"/>
                <a:gd name="connsiteY187" fmla="*/ 789558 h 894128"/>
                <a:gd name="connsiteX188" fmla="*/ 1831203 w 2912392"/>
                <a:gd name="connsiteY188" fmla="*/ 780057 h 894128"/>
                <a:gd name="connsiteX189" fmla="*/ 1840947 w 2912392"/>
                <a:gd name="connsiteY189" fmla="*/ 770237 h 894128"/>
                <a:gd name="connsiteX190" fmla="*/ 1850691 w 2912392"/>
                <a:gd name="connsiteY190" fmla="*/ 760116 h 894128"/>
                <a:gd name="connsiteX191" fmla="*/ 1860435 w 2912392"/>
                <a:gd name="connsiteY191" fmla="*/ 749711 h 894128"/>
                <a:gd name="connsiteX192" fmla="*/ 1870164 w 2912392"/>
                <a:gd name="connsiteY192" fmla="*/ 739039 h 894128"/>
                <a:gd name="connsiteX193" fmla="*/ 1879908 w 2912392"/>
                <a:gd name="connsiteY193" fmla="*/ 728116 h 894128"/>
                <a:gd name="connsiteX194" fmla="*/ 1889652 w 2912392"/>
                <a:gd name="connsiteY194" fmla="*/ 716961 h 894128"/>
                <a:gd name="connsiteX195" fmla="*/ 1899395 w 2912392"/>
                <a:gd name="connsiteY195" fmla="*/ 705593 h 894128"/>
                <a:gd name="connsiteX196" fmla="*/ 1909124 w 2912392"/>
                <a:gd name="connsiteY196" fmla="*/ 694030 h 894128"/>
                <a:gd name="connsiteX197" fmla="*/ 1918868 w 2912392"/>
                <a:gd name="connsiteY197" fmla="*/ 682293 h 894128"/>
                <a:gd name="connsiteX198" fmla="*/ 1928612 w 2912392"/>
                <a:gd name="connsiteY198" fmla="*/ 670398 h 894128"/>
                <a:gd name="connsiteX199" fmla="*/ 1938356 w 2912392"/>
                <a:gd name="connsiteY199" fmla="*/ 658367 h 894128"/>
                <a:gd name="connsiteX200" fmla="*/ 1948085 w 2912392"/>
                <a:gd name="connsiteY200" fmla="*/ 646218 h 894128"/>
                <a:gd name="connsiteX201" fmla="*/ 1957829 w 2912392"/>
                <a:gd name="connsiteY201" fmla="*/ 633971 h 894128"/>
                <a:gd name="connsiteX202" fmla="*/ 1967573 w 2912392"/>
                <a:gd name="connsiteY202" fmla="*/ 621648 h 894128"/>
                <a:gd name="connsiteX203" fmla="*/ 1977317 w 2912392"/>
                <a:gd name="connsiteY203" fmla="*/ 609266 h 894128"/>
                <a:gd name="connsiteX204" fmla="*/ 1987046 w 2912392"/>
                <a:gd name="connsiteY204" fmla="*/ 596846 h 894128"/>
                <a:gd name="connsiteX205" fmla="*/ 1996790 w 2912392"/>
                <a:gd name="connsiteY205" fmla="*/ 584408 h 894128"/>
                <a:gd name="connsiteX206" fmla="*/ 2006534 w 2912392"/>
                <a:gd name="connsiteY206" fmla="*/ 571972 h 894128"/>
                <a:gd name="connsiteX207" fmla="*/ 2016278 w 2912392"/>
                <a:gd name="connsiteY207" fmla="*/ 559558 h 894128"/>
                <a:gd name="connsiteX208" fmla="*/ 2026022 w 2912392"/>
                <a:gd name="connsiteY208" fmla="*/ 547183 h 894128"/>
                <a:gd name="connsiteX209" fmla="*/ 2035751 w 2912392"/>
                <a:gd name="connsiteY209" fmla="*/ 534869 h 894128"/>
                <a:gd name="connsiteX210" fmla="*/ 2045495 w 2912392"/>
                <a:gd name="connsiteY210" fmla="*/ 522632 h 894128"/>
                <a:gd name="connsiteX211" fmla="*/ 2055239 w 2912392"/>
                <a:gd name="connsiteY211" fmla="*/ 510494 h 894128"/>
                <a:gd name="connsiteX212" fmla="*/ 2064983 w 2912392"/>
                <a:gd name="connsiteY212" fmla="*/ 498471 h 894128"/>
                <a:gd name="connsiteX213" fmla="*/ 2074712 w 2912392"/>
                <a:gd name="connsiteY213" fmla="*/ 486580 h 894128"/>
                <a:gd name="connsiteX214" fmla="*/ 2084456 w 2912392"/>
                <a:gd name="connsiteY214" fmla="*/ 474842 h 894128"/>
                <a:gd name="connsiteX215" fmla="*/ 2094200 w 2912392"/>
                <a:gd name="connsiteY215" fmla="*/ 463270 h 894128"/>
                <a:gd name="connsiteX216" fmla="*/ 2103944 w 2912392"/>
                <a:gd name="connsiteY216" fmla="*/ 451885 h 894128"/>
                <a:gd name="connsiteX217" fmla="*/ 2113673 w 2912392"/>
                <a:gd name="connsiteY217" fmla="*/ 440698 h 894128"/>
                <a:gd name="connsiteX218" fmla="*/ 2123417 w 2912392"/>
                <a:gd name="connsiteY218" fmla="*/ 429728 h 894128"/>
                <a:gd name="connsiteX219" fmla="*/ 2133161 w 2912392"/>
                <a:gd name="connsiteY219" fmla="*/ 418989 h 894128"/>
                <a:gd name="connsiteX220" fmla="*/ 2142905 w 2912392"/>
                <a:gd name="connsiteY220" fmla="*/ 408494 h 894128"/>
                <a:gd name="connsiteX221" fmla="*/ 2152649 w 2912392"/>
                <a:gd name="connsiteY221" fmla="*/ 398260 h 894128"/>
                <a:gd name="connsiteX222" fmla="*/ 2162377 w 2912392"/>
                <a:gd name="connsiteY222" fmla="*/ 388296 h 894128"/>
                <a:gd name="connsiteX223" fmla="*/ 2172121 w 2912392"/>
                <a:gd name="connsiteY223" fmla="*/ 378617 h 894128"/>
                <a:gd name="connsiteX224" fmla="*/ 2181865 w 2912392"/>
                <a:gd name="connsiteY224" fmla="*/ 369234 h 894128"/>
                <a:gd name="connsiteX225" fmla="*/ 2191609 w 2912392"/>
                <a:gd name="connsiteY225" fmla="*/ 360156 h 894128"/>
                <a:gd name="connsiteX226" fmla="*/ 2201338 w 2912392"/>
                <a:gd name="connsiteY226" fmla="*/ 351397 h 894128"/>
                <a:gd name="connsiteX227" fmla="*/ 2211082 w 2912392"/>
                <a:gd name="connsiteY227" fmla="*/ 342963 h 894128"/>
                <a:gd name="connsiteX228" fmla="*/ 2220826 w 2912392"/>
                <a:gd name="connsiteY228" fmla="*/ 334864 h 894128"/>
                <a:gd name="connsiteX229" fmla="*/ 2230570 w 2912392"/>
                <a:gd name="connsiteY229" fmla="*/ 327106 h 894128"/>
                <a:gd name="connsiteX230" fmla="*/ 2240299 w 2912392"/>
                <a:gd name="connsiteY230" fmla="*/ 319699 h 894128"/>
                <a:gd name="connsiteX231" fmla="*/ 2250043 w 2912392"/>
                <a:gd name="connsiteY231" fmla="*/ 312648 h 894128"/>
                <a:gd name="connsiteX232" fmla="*/ 2259787 w 2912392"/>
                <a:gd name="connsiteY232" fmla="*/ 305957 h 894128"/>
                <a:gd name="connsiteX233" fmla="*/ 2269531 w 2912392"/>
                <a:gd name="connsiteY233" fmla="*/ 299633 h 894128"/>
                <a:gd name="connsiteX234" fmla="*/ 2279260 w 2912392"/>
                <a:gd name="connsiteY234" fmla="*/ 293678 h 894128"/>
                <a:gd name="connsiteX235" fmla="*/ 2289004 w 2912392"/>
                <a:gd name="connsiteY235" fmla="*/ 288096 h 894128"/>
                <a:gd name="connsiteX236" fmla="*/ 2298748 w 2912392"/>
                <a:gd name="connsiteY236" fmla="*/ 282890 h 894128"/>
                <a:gd name="connsiteX237" fmla="*/ 2308492 w 2912392"/>
                <a:gd name="connsiteY237" fmla="*/ 278058 h 894128"/>
                <a:gd name="connsiteX238" fmla="*/ 2318236 w 2912392"/>
                <a:gd name="connsiteY238" fmla="*/ 273605 h 894128"/>
                <a:gd name="connsiteX239" fmla="*/ 2327965 w 2912392"/>
                <a:gd name="connsiteY239" fmla="*/ 269527 h 894128"/>
                <a:gd name="connsiteX240" fmla="*/ 2337709 w 2912392"/>
                <a:gd name="connsiteY240" fmla="*/ 265826 h 894128"/>
                <a:gd name="connsiteX241" fmla="*/ 2347453 w 2912392"/>
                <a:gd name="connsiteY241" fmla="*/ 262498 h 894128"/>
                <a:gd name="connsiteX242" fmla="*/ 2357197 w 2912392"/>
                <a:gd name="connsiteY242" fmla="*/ 259542 h 894128"/>
                <a:gd name="connsiteX243" fmla="*/ 2366926 w 2912392"/>
                <a:gd name="connsiteY243" fmla="*/ 256955 h 894128"/>
                <a:gd name="connsiteX244" fmla="*/ 2376670 w 2912392"/>
                <a:gd name="connsiteY244" fmla="*/ 254731 h 894128"/>
                <a:gd name="connsiteX245" fmla="*/ 2386413 w 2912392"/>
                <a:gd name="connsiteY245" fmla="*/ 252868 h 894128"/>
                <a:gd name="connsiteX246" fmla="*/ 2396157 w 2912392"/>
                <a:gd name="connsiteY246" fmla="*/ 251359 h 894128"/>
                <a:gd name="connsiteX247" fmla="*/ 2405886 w 2912392"/>
                <a:gd name="connsiteY247" fmla="*/ 250199 h 894128"/>
                <a:gd name="connsiteX248" fmla="*/ 2415630 w 2912392"/>
                <a:gd name="connsiteY248" fmla="*/ 249379 h 894128"/>
                <a:gd name="connsiteX249" fmla="*/ 2425374 w 2912392"/>
                <a:gd name="connsiteY249" fmla="*/ 248895 h 894128"/>
                <a:gd name="connsiteX250" fmla="*/ 2435118 w 2912392"/>
                <a:gd name="connsiteY250" fmla="*/ 248737 h 894128"/>
                <a:gd name="connsiteX251" fmla="*/ 2444862 w 2912392"/>
                <a:gd name="connsiteY251" fmla="*/ 248898 h 894128"/>
                <a:gd name="connsiteX252" fmla="*/ 2454591 w 2912392"/>
                <a:gd name="connsiteY252" fmla="*/ 249369 h 894128"/>
                <a:gd name="connsiteX253" fmla="*/ 2464335 w 2912392"/>
                <a:gd name="connsiteY253" fmla="*/ 250139 h 894128"/>
                <a:gd name="connsiteX254" fmla="*/ 2474079 w 2912392"/>
                <a:gd name="connsiteY254" fmla="*/ 251200 h 894128"/>
                <a:gd name="connsiteX255" fmla="*/ 2483823 w 2912392"/>
                <a:gd name="connsiteY255" fmla="*/ 252541 h 894128"/>
                <a:gd name="connsiteX256" fmla="*/ 2493552 w 2912392"/>
                <a:gd name="connsiteY256" fmla="*/ 254150 h 894128"/>
                <a:gd name="connsiteX257" fmla="*/ 2503296 w 2912392"/>
                <a:gd name="connsiteY257" fmla="*/ 256017 h 894128"/>
                <a:gd name="connsiteX258" fmla="*/ 2513040 w 2912392"/>
                <a:gd name="connsiteY258" fmla="*/ 258131 h 894128"/>
                <a:gd name="connsiteX259" fmla="*/ 2522784 w 2912392"/>
                <a:gd name="connsiteY259" fmla="*/ 260479 h 894128"/>
                <a:gd name="connsiteX260" fmla="*/ 2532513 w 2912392"/>
                <a:gd name="connsiteY260" fmla="*/ 263050 h 894128"/>
                <a:gd name="connsiteX261" fmla="*/ 2542257 w 2912392"/>
                <a:gd name="connsiteY261" fmla="*/ 265831 h 894128"/>
                <a:gd name="connsiteX262" fmla="*/ 2552001 w 2912392"/>
                <a:gd name="connsiteY262" fmla="*/ 268807 h 894128"/>
                <a:gd name="connsiteX263" fmla="*/ 2561745 w 2912392"/>
                <a:gd name="connsiteY263" fmla="*/ 271969 h 894128"/>
                <a:gd name="connsiteX264" fmla="*/ 2571474 w 2912392"/>
                <a:gd name="connsiteY264" fmla="*/ 275302 h 894128"/>
                <a:gd name="connsiteX265" fmla="*/ 2581218 w 2912392"/>
                <a:gd name="connsiteY265" fmla="*/ 278794 h 894128"/>
                <a:gd name="connsiteX266" fmla="*/ 2590962 w 2912392"/>
                <a:gd name="connsiteY266" fmla="*/ 282430 h 894128"/>
                <a:gd name="connsiteX267" fmla="*/ 2600705 w 2912392"/>
                <a:gd name="connsiteY267" fmla="*/ 286196 h 894128"/>
                <a:gd name="connsiteX268" fmla="*/ 2610449 w 2912392"/>
                <a:gd name="connsiteY268" fmla="*/ 290082 h 894128"/>
                <a:gd name="connsiteX269" fmla="*/ 2620178 w 2912392"/>
                <a:gd name="connsiteY269" fmla="*/ 294070 h 894128"/>
                <a:gd name="connsiteX270" fmla="*/ 2629922 w 2912392"/>
                <a:gd name="connsiteY270" fmla="*/ 298149 h 894128"/>
                <a:gd name="connsiteX271" fmla="*/ 2639666 w 2912392"/>
                <a:gd name="connsiteY271" fmla="*/ 302308 h 894128"/>
                <a:gd name="connsiteX272" fmla="*/ 2649410 w 2912392"/>
                <a:gd name="connsiteY272" fmla="*/ 306529 h 894128"/>
                <a:gd name="connsiteX273" fmla="*/ 2659139 w 2912392"/>
                <a:gd name="connsiteY273" fmla="*/ 310800 h 894128"/>
                <a:gd name="connsiteX274" fmla="*/ 2668883 w 2912392"/>
                <a:gd name="connsiteY274" fmla="*/ 315109 h 894128"/>
                <a:gd name="connsiteX275" fmla="*/ 2678627 w 2912392"/>
                <a:gd name="connsiteY275" fmla="*/ 319442 h 894128"/>
                <a:gd name="connsiteX276" fmla="*/ 2688371 w 2912392"/>
                <a:gd name="connsiteY276" fmla="*/ 323786 h 894128"/>
                <a:gd name="connsiteX277" fmla="*/ 2698100 w 2912392"/>
                <a:gd name="connsiteY277" fmla="*/ 328131 h 894128"/>
                <a:gd name="connsiteX278" fmla="*/ 2707844 w 2912392"/>
                <a:gd name="connsiteY278" fmla="*/ 332460 h 894128"/>
                <a:gd name="connsiteX279" fmla="*/ 2717588 w 2912392"/>
                <a:gd name="connsiteY279" fmla="*/ 336763 h 894128"/>
                <a:gd name="connsiteX280" fmla="*/ 2727332 w 2912392"/>
                <a:gd name="connsiteY280" fmla="*/ 341029 h 894128"/>
                <a:gd name="connsiteX281" fmla="*/ 2737076 w 2912392"/>
                <a:gd name="connsiteY281" fmla="*/ 345245 h 894128"/>
                <a:gd name="connsiteX282" fmla="*/ 2746805 w 2912392"/>
                <a:gd name="connsiteY282" fmla="*/ 349399 h 894128"/>
                <a:gd name="connsiteX283" fmla="*/ 2756549 w 2912392"/>
                <a:gd name="connsiteY283" fmla="*/ 353481 h 894128"/>
                <a:gd name="connsiteX284" fmla="*/ 2766293 w 2912392"/>
                <a:gd name="connsiteY284" fmla="*/ 357480 h 894128"/>
                <a:gd name="connsiteX285" fmla="*/ 2776037 w 2912392"/>
                <a:gd name="connsiteY285" fmla="*/ 361387 h 894128"/>
                <a:gd name="connsiteX286" fmla="*/ 2785766 w 2912392"/>
                <a:gd name="connsiteY286" fmla="*/ 365189 h 894128"/>
                <a:gd name="connsiteX287" fmla="*/ 2795510 w 2912392"/>
                <a:gd name="connsiteY287" fmla="*/ 368878 h 894128"/>
                <a:gd name="connsiteX288" fmla="*/ 2805254 w 2912392"/>
                <a:gd name="connsiteY288" fmla="*/ 372445 h 894128"/>
                <a:gd name="connsiteX289" fmla="*/ 2814998 w 2912392"/>
                <a:gd name="connsiteY289" fmla="*/ 375882 h 894128"/>
                <a:gd name="connsiteX290" fmla="*/ 2824727 w 2912392"/>
                <a:gd name="connsiteY290" fmla="*/ 379178 h 894128"/>
                <a:gd name="connsiteX291" fmla="*/ 2834471 w 2912392"/>
                <a:gd name="connsiteY291" fmla="*/ 382327 h 894128"/>
                <a:gd name="connsiteX292" fmla="*/ 2844215 w 2912392"/>
                <a:gd name="connsiteY292" fmla="*/ 385322 h 894128"/>
                <a:gd name="connsiteX293" fmla="*/ 2853958 w 2912392"/>
                <a:gd name="connsiteY293" fmla="*/ 388154 h 894128"/>
                <a:gd name="connsiteX294" fmla="*/ 2863687 w 2912392"/>
                <a:gd name="connsiteY294" fmla="*/ 390818 h 894128"/>
                <a:gd name="connsiteX295" fmla="*/ 2873431 w 2912392"/>
                <a:gd name="connsiteY295" fmla="*/ 393309 h 894128"/>
                <a:gd name="connsiteX296" fmla="*/ 2883175 w 2912392"/>
                <a:gd name="connsiteY296" fmla="*/ 395620 h 894128"/>
                <a:gd name="connsiteX297" fmla="*/ 2892919 w 2912392"/>
                <a:gd name="connsiteY297" fmla="*/ 397745 h 894128"/>
                <a:gd name="connsiteX298" fmla="*/ 2902663 w 2912392"/>
                <a:gd name="connsiteY298" fmla="*/ 399682 h 894128"/>
                <a:gd name="connsiteX299" fmla="*/ 2912392 w 2912392"/>
                <a:gd name="connsiteY299" fmla="*/ 401425 h 8941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94128">
                  <a:moveTo>
                    <a:pt x="0" y="250736"/>
                  </a:moveTo>
                  <a:lnTo>
                    <a:pt x="9739" y="239418"/>
                  </a:lnTo>
                  <a:lnTo>
                    <a:pt x="19480" y="228287"/>
                  </a:lnTo>
                  <a:lnTo>
                    <a:pt x="29221" y="217354"/>
                  </a:lnTo>
                  <a:lnTo>
                    <a:pt x="38961" y="206628"/>
                  </a:lnTo>
                  <a:lnTo>
                    <a:pt x="48702" y="196117"/>
                  </a:lnTo>
                  <a:lnTo>
                    <a:pt x="58443" y="185831"/>
                  </a:lnTo>
                  <a:lnTo>
                    <a:pt x="68182" y="175777"/>
                  </a:lnTo>
                  <a:lnTo>
                    <a:pt x="77923" y="165963"/>
                  </a:lnTo>
                  <a:lnTo>
                    <a:pt x="87664" y="156395"/>
                  </a:lnTo>
                  <a:lnTo>
                    <a:pt x="97404" y="147080"/>
                  </a:lnTo>
                  <a:lnTo>
                    <a:pt x="107145" y="138026"/>
                  </a:lnTo>
                  <a:lnTo>
                    <a:pt x="116886" y="129235"/>
                  </a:lnTo>
                  <a:lnTo>
                    <a:pt x="126625" y="120718"/>
                  </a:lnTo>
                  <a:lnTo>
                    <a:pt x="136366" y="112475"/>
                  </a:lnTo>
                  <a:lnTo>
                    <a:pt x="146107" y="104515"/>
                  </a:lnTo>
                  <a:lnTo>
                    <a:pt x="155846" y="96837"/>
                  </a:lnTo>
                  <a:lnTo>
                    <a:pt x="165587" y="89448"/>
                  </a:lnTo>
                  <a:lnTo>
                    <a:pt x="175328" y="82351"/>
                  </a:lnTo>
                  <a:lnTo>
                    <a:pt x="185068" y="75547"/>
                  </a:lnTo>
                  <a:lnTo>
                    <a:pt x="194809" y="69039"/>
                  </a:lnTo>
                  <a:lnTo>
                    <a:pt x="204550" y="62829"/>
                  </a:lnTo>
                  <a:lnTo>
                    <a:pt x="214289" y="56917"/>
                  </a:lnTo>
                  <a:lnTo>
                    <a:pt x="224030" y="51306"/>
                  </a:lnTo>
                  <a:lnTo>
                    <a:pt x="233771" y="45996"/>
                  </a:lnTo>
                  <a:lnTo>
                    <a:pt x="243510" y="40986"/>
                  </a:lnTo>
                  <a:lnTo>
                    <a:pt x="253251" y="36275"/>
                  </a:lnTo>
                  <a:lnTo>
                    <a:pt x="262992" y="31864"/>
                  </a:lnTo>
                  <a:lnTo>
                    <a:pt x="272732" y="27751"/>
                  </a:lnTo>
                  <a:lnTo>
                    <a:pt x="282473" y="23934"/>
                  </a:lnTo>
                  <a:lnTo>
                    <a:pt x="292214" y="20410"/>
                  </a:lnTo>
                  <a:lnTo>
                    <a:pt x="301953" y="17180"/>
                  </a:lnTo>
                  <a:lnTo>
                    <a:pt x="311694" y="14239"/>
                  </a:lnTo>
                  <a:lnTo>
                    <a:pt x="321435" y="11584"/>
                  </a:lnTo>
                  <a:lnTo>
                    <a:pt x="331175" y="9214"/>
                  </a:lnTo>
                  <a:lnTo>
                    <a:pt x="340916" y="7122"/>
                  </a:lnTo>
                  <a:lnTo>
                    <a:pt x="350656" y="5308"/>
                  </a:lnTo>
                  <a:lnTo>
                    <a:pt x="360396" y="3766"/>
                  </a:lnTo>
                  <a:lnTo>
                    <a:pt x="370137" y="2494"/>
                  </a:lnTo>
                  <a:lnTo>
                    <a:pt x="379878" y="1484"/>
                  </a:lnTo>
                  <a:lnTo>
                    <a:pt x="389617" y="736"/>
                  </a:lnTo>
                  <a:lnTo>
                    <a:pt x="399358" y="243"/>
                  </a:lnTo>
                  <a:lnTo>
                    <a:pt x="409099" y="0"/>
                  </a:lnTo>
                  <a:lnTo>
                    <a:pt x="418839" y="3"/>
                  </a:lnTo>
                  <a:lnTo>
                    <a:pt x="428580" y="249"/>
                  </a:lnTo>
                  <a:lnTo>
                    <a:pt x="438321" y="730"/>
                  </a:lnTo>
                  <a:lnTo>
                    <a:pt x="448060" y="1442"/>
                  </a:lnTo>
                  <a:lnTo>
                    <a:pt x="457801" y="2382"/>
                  </a:lnTo>
                  <a:lnTo>
                    <a:pt x="467542" y="3544"/>
                  </a:lnTo>
                  <a:lnTo>
                    <a:pt x="477281" y="4923"/>
                  </a:lnTo>
                  <a:lnTo>
                    <a:pt x="487022" y="6514"/>
                  </a:lnTo>
                  <a:lnTo>
                    <a:pt x="496763" y="8312"/>
                  </a:lnTo>
                  <a:lnTo>
                    <a:pt x="506503" y="10315"/>
                  </a:lnTo>
                  <a:lnTo>
                    <a:pt x="516244" y="12515"/>
                  </a:lnTo>
                  <a:lnTo>
                    <a:pt x="525985" y="14911"/>
                  </a:lnTo>
                  <a:lnTo>
                    <a:pt x="535724" y="17494"/>
                  </a:lnTo>
                  <a:lnTo>
                    <a:pt x="545465" y="20266"/>
                  </a:lnTo>
                  <a:lnTo>
                    <a:pt x="555206" y="23219"/>
                  </a:lnTo>
                  <a:lnTo>
                    <a:pt x="564946" y="26350"/>
                  </a:lnTo>
                  <a:lnTo>
                    <a:pt x="574687" y="29656"/>
                  </a:lnTo>
                  <a:lnTo>
                    <a:pt x="584428" y="33132"/>
                  </a:lnTo>
                  <a:lnTo>
                    <a:pt x="594167" y="36778"/>
                  </a:lnTo>
                  <a:lnTo>
                    <a:pt x="603908" y="40589"/>
                  </a:lnTo>
                  <a:lnTo>
                    <a:pt x="613649" y="44561"/>
                  </a:lnTo>
                  <a:lnTo>
                    <a:pt x="623388" y="48694"/>
                  </a:lnTo>
                  <a:lnTo>
                    <a:pt x="633129" y="52985"/>
                  </a:lnTo>
                  <a:lnTo>
                    <a:pt x="642870" y="57431"/>
                  </a:lnTo>
                  <a:lnTo>
                    <a:pt x="652610" y="62030"/>
                  </a:lnTo>
                  <a:lnTo>
                    <a:pt x="662351" y="66782"/>
                  </a:lnTo>
                  <a:lnTo>
                    <a:pt x="672092" y="71685"/>
                  </a:lnTo>
                  <a:lnTo>
                    <a:pt x="681831" y="76736"/>
                  </a:lnTo>
                  <a:lnTo>
                    <a:pt x="691572" y="81935"/>
                  </a:lnTo>
                  <a:lnTo>
                    <a:pt x="701313" y="87284"/>
                  </a:lnTo>
                  <a:lnTo>
                    <a:pt x="711052" y="92779"/>
                  </a:lnTo>
                  <a:lnTo>
                    <a:pt x="720793" y="98420"/>
                  </a:lnTo>
                  <a:lnTo>
                    <a:pt x="730534" y="104206"/>
                  </a:lnTo>
                  <a:lnTo>
                    <a:pt x="740274" y="110141"/>
                  </a:lnTo>
                  <a:lnTo>
                    <a:pt x="750015" y="116222"/>
                  </a:lnTo>
                  <a:lnTo>
                    <a:pt x="759756" y="122449"/>
                  </a:lnTo>
                  <a:lnTo>
                    <a:pt x="769495" y="128824"/>
                  </a:lnTo>
                  <a:lnTo>
                    <a:pt x="779236" y="135347"/>
                  </a:lnTo>
                  <a:lnTo>
                    <a:pt x="788977" y="142017"/>
                  </a:lnTo>
                  <a:lnTo>
                    <a:pt x="798717" y="148838"/>
                  </a:lnTo>
                  <a:lnTo>
                    <a:pt x="808458" y="155808"/>
                  </a:lnTo>
                  <a:lnTo>
                    <a:pt x="818199" y="162929"/>
                  </a:lnTo>
                  <a:lnTo>
                    <a:pt x="827938" y="170201"/>
                  </a:lnTo>
                  <a:lnTo>
                    <a:pt x="837679" y="177627"/>
                  </a:lnTo>
                  <a:lnTo>
                    <a:pt x="847420" y="185206"/>
                  </a:lnTo>
                  <a:lnTo>
                    <a:pt x="857159" y="192940"/>
                  </a:lnTo>
                  <a:lnTo>
                    <a:pt x="866900" y="200829"/>
                  </a:lnTo>
                  <a:lnTo>
                    <a:pt x="876641" y="208873"/>
                  </a:lnTo>
                  <a:lnTo>
                    <a:pt x="886381" y="217077"/>
                  </a:lnTo>
                  <a:lnTo>
                    <a:pt x="896122" y="225435"/>
                  </a:lnTo>
                  <a:lnTo>
                    <a:pt x="905863" y="233953"/>
                  </a:lnTo>
                  <a:lnTo>
                    <a:pt x="915602" y="242628"/>
                  </a:lnTo>
                  <a:lnTo>
                    <a:pt x="925343" y="251462"/>
                  </a:lnTo>
                  <a:lnTo>
                    <a:pt x="935084" y="260455"/>
                  </a:lnTo>
                  <a:lnTo>
                    <a:pt x="944824" y="269605"/>
                  </a:lnTo>
                  <a:lnTo>
                    <a:pt x="954564" y="278912"/>
                  </a:lnTo>
                  <a:lnTo>
                    <a:pt x="964305" y="288376"/>
                  </a:lnTo>
                  <a:lnTo>
                    <a:pt x="974045" y="297995"/>
                  </a:lnTo>
                  <a:lnTo>
                    <a:pt x="983786" y="307768"/>
                  </a:lnTo>
                  <a:lnTo>
                    <a:pt x="993522" y="317694"/>
                  </a:lnTo>
                  <a:lnTo>
                    <a:pt x="1003266" y="327770"/>
                  </a:lnTo>
                  <a:lnTo>
                    <a:pt x="1013010" y="337994"/>
                  </a:lnTo>
                  <a:lnTo>
                    <a:pt x="1022754" y="348362"/>
                  </a:lnTo>
                  <a:lnTo>
                    <a:pt x="1032483" y="358873"/>
                  </a:lnTo>
                  <a:lnTo>
                    <a:pt x="1042227" y="369522"/>
                  </a:lnTo>
                  <a:lnTo>
                    <a:pt x="1051971" y="380304"/>
                  </a:lnTo>
                  <a:lnTo>
                    <a:pt x="1061715" y="391216"/>
                  </a:lnTo>
                  <a:lnTo>
                    <a:pt x="1071444" y="402253"/>
                  </a:lnTo>
                  <a:lnTo>
                    <a:pt x="1081188" y="413409"/>
                  </a:lnTo>
                  <a:lnTo>
                    <a:pt x="1090932" y="424679"/>
                  </a:lnTo>
                  <a:lnTo>
                    <a:pt x="1100676" y="436056"/>
                  </a:lnTo>
                  <a:lnTo>
                    <a:pt x="1110405" y="447533"/>
                  </a:lnTo>
                  <a:lnTo>
                    <a:pt x="1120149" y="459103"/>
                  </a:lnTo>
                  <a:lnTo>
                    <a:pt x="1129893" y="470757"/>
                  </a:lnTo>
                  <a:lnTo>
                    <a:pt x="1139637" y="482489"/>
                  </a:lnTo>
                  <a:lnTo>
                    <a:pt x="1149381" y="494289"/>
                  </a:lnTo>
                  <a:lnTo>
                    <a:pt x="1159110" y="506148"/>
                  </a:lnTo>
                  <a:lnTo>
                    <a:pt x="1168854" y="518056"/>
                  </a:lnTo>
                  <a:lnTo>
                    <a:pt x="1178598" y="530003"/>
                  </a:lnTo>
                  <a:lnTo>
                    <a:pt x="1188341" y="541979"/>
                  </a:lnTo>
                  <a:lnTo>
                    <a:pt x="1198070" y="553971"/>
                  </a:lnTo>
                  <a:lnTo>
                    <a:pt x="1207814" y="565969"/>
                  </a:lnTo>
                  <a:lnTo>
                    <a:pt x="1217558" y="577963"/>
                  </a:lnTo>
                  <a:lnTo>
                    <a:pt x="1227302" y="589937"/>
                  </a:lnTo>
                  <a:lnTo>
                    <a:pt x="1237031" y="601880"/>
                  </a:lnTo>
                  <a:lnTo>
                    <a:pt x="1246775" y="613780"/>
                  </a:lnTo>
                  <a:lnTo>
                    <a:pt x="1256519" y="625622"/>
                  </a:lnTo>
                  <a:lnTo>
                    <a:pt x="1266263" y="637393"/>
                  </a:lnTo>
                  <a:lnTo>
                    <a:pt x="1276007" y="649079"/>
                  </a:lnTo>
                  <a:lnTo>
                    <a:pt x="1285736" y="660667"/>
                  </a:lnTo>
                  <a:lnTo>
                    <a:pt x="1295480" y="672139"/>
                  </a:lnTo>
                  <a:lnTo>
                    <a:pt x="1305224" y="683485"/>
                  </a:lnTo>
                  <a:lnTo>
                    <a:pt x="1314968" y="694687"/>
                  </a:lnTo>
                  <a:lnTo>
                    <a:pt x="1324697" y="705730"/>
                  </a:lnTo>
                  <a:lnTo>
                    <a:pt x="1334441" y="716602"/>
                  </a:lnTo>
                  <a:lnTo>
                    <a:pt x="1344185" y="727285"/>
                  </a:lnTo>
                  <a:lnTo>
                    <a:pt x="1353929" y="737765"/>
                  </a:lnTo>
                  <a:lnTo>
                    <a:pt x="1363658" y="748026"/>
                  </a:lnTo>
                  <a:lnTo>
                    <a:pt x="1373402" y="758053"/>
                  </a:lnTo>
                  <a:lnTo>
                    <a:pt x="1383146" y="767832"/>
                  </a:lnTo>
                  <a:lnTo>
                    <a:pt x="1392890" y="777348"/>
                  </a:lnTo>
                  <a:lnTo>
                    <a:pt x="1402619" y="786586"/>
                  </a:lnTo>
                  <a:lnTo>
                    <a:pt x="1412363" y="795531"/>
                  </a:lnTo>
                  <a:lnTo>
                    <a:pt x="1422106" y="804170"/>
                  </a:lnTo>
                  <a:lnTo>
                    <a:pt x="1431850" y="812486"/>
                  </a:lnTo>
                  <a:lnTo>
                    <a:pt x="1441594" y="820469"/>
                  </a:lnTo>
                  <a:lnTo>
                    <a:pt x="1451323" y="828105"/>
                  </a:lnTo>
                  <a:lnTo>
                    <a:pt x="1461067" y="835378"/>
                  </a:lnTo>
                  <a:lnTo>
                    <a:pt x="1470811" y="842278"/>
                  </a:lnTo>
                  <a:lnTo>
                    <a:pt x="1480555" y="848794"/>
                  </a:lnTo>
                  <a:lnTo>
                    <a:pt x="1490284" y="854911"/>
                  </a:lnTo>
                  <a:lnTo>
                    <a:pt x="1500028" y="860622"/>
                  </a:lnTo>
                  <a:lnTo>
                    <a:pt x="1509772" y="865912"/>
                  </a:lnTo>
                  <a:lnTo>
                    <a:pt x="1519516" y="870774"/>
                  </a:lnTo>
                  <a:lnTo>
                    <a:pt x="1529245" y="875199"/>
                  </a:lnTo>
                  <a:lnTo>
                    <a:pt x="1538989" y="879177"/>
                  </a:lnTo>
                  <a:lnTo>
                    <a:pt x="1548733" y="882701"/>
                  </a:lnTo>
                  <a:lnTo>
                    <a:pt x="1558477" y="885762"/>
                  </a:lnTo>
                  <a:lnTo>
                    <a:pt x="1568221" y="888356"/>
                  </a:lnTo>
                  <a:lnTo>
                    <a:pt x="1577950" y="890476"/>
                  </a:lnTo>
                  <a:lnTo>
                    <a:pt x="1587694" y="892117"/>
                  </a:lnTo>
                  <a:lnTo>
                    <a:pt x="1597438" y="893274"/>
                  </a:lnTo>
                  <a:lnTo>
                    <a:pt x="1607182" y="893946"/>
                  </a:lnTo>
                  <a:lnTo>
                    <a:pt x="1616911" y="894128"/>
                  </a:lnTo>
                  <a:lnTo>
                    <a:pt x="1626655" y="893820"/>
                  </a:lnTo>
                  <a:lnTo>
                    <a:pt x="1636399" y="893021"/>
                  </a:lnTo>
                  <a:lnTo>
                    <a:pt x="1646142" y="891729"/>
                  </a:lnTo>
                  <a:lnTo>
                    <a:pt x="1655872" y="889947"/>
                  </a:lnTo>
                  <a:lnTo>
                    <a:pt x="1665616" y="887675"/>
                  </a:lnTo>
                  <a:lnTo>
                    <a:pt x="1675359" y="884918"/>
                  </a:lnTo>
                  <a:lnTo>
                    <a:pt x="1685103" y="881679"/>
                  </a:lnTo>
                  <a:lnTo>
                    <a:pt x="1694832" y="877958"/>
                  </a:lnTo>
                  <a:lnTo>
                    <a:pt x="1704576" y="873767"/>
                  </a:lnTo>
                  <a:lnTo>
                    <a:pt x="1714320" y="869107"/>
                  </a:lnTo>
                  <a:lnTo>
                    <a:pt x="1724064" y="863986"/>
                  </a:lnTo>
                  <a:lnTo>
                    <a:pt x="1733808" y="858414"/>
                  </a:lnTo>
                  <a:lnTo>
                    <a:pt x="1743537" y="852398"/>
                  </a:lnTo>
                  <a:lnTo>
                    <a:pt x="1753281" y="845945"/>
                  </a:lnTo>
                  <a:lnTo>
                    <a:pt x="1763025" y="839069"/>
                  </a:lnTo>
                  <a:lnTo>
                    <a:pt x="1772769" y="831779"/>
                  </a:lnTo>
                  <a:lnTo>
                    <a:pt x="1782498" y="824088"/>
                  </a:lnTo>
                  <a:lnTo>
                    <a:pt x="1792242" y="816005"/>
                  </a:lnTo>
                  <a:lnTo>
                    <a:pt x="1801986" y="807549"/>
                  </a:lnTo>
                  <a:lnTo>
                    <a:pt x="1811730" y="798727"/>
                  </a:lnTo>
                  <a:lnTo>
                    <a:pt x="1821459" y="789558"/>
                  </a:lnTo>
                  <a:lnTo>
                    <a:pt x="1831203" y="780057"/>
                  </a:lnTo>
                  <a:lnTo>
                    <a:pt x="1840947" y="770237"/>
                  </a:lnTo>
                  <a:lnTo>
                    <a:pt x="1850691" y="760116"/>
                  </a:lnTo>
                  <a:lnTo>
                    <a:pt x="1860435" y="749711"/>
                  </a:lnTo>
                  <a:lnTo>
                    <a:pt x="1870164" y="739039"/>
                  </a:lnTo>
                  <a:lnTo>
                    <a:pt x="1879908" y="728116"/>
                  </a:lnTo>
                  <a:lnTo>
                    <a:pt x="1889652" y="716961"/>
                  </a:lnTo>
                  <a:lnTo>
                    <a:pt x="1899395" y="705593"/>
                  </a:lnTo>
                  <a:lnTo>
                    <a:pt x="1909124" y="694030"/>
                  </a:lnTo>
                  <a:lnTo>
                    <a:pt x="1918868" y="682293"/>
                  </a:lnTo>
                  <a:lnTo>
                    <a:pt x="1928612" y="670398"/>
                  </a:lnTo>
                  <a:lnTo>
                    <a:pt x="1938356" y="658367"/>
                  </a:lnTo>
                  <a:lnTo>
                    <a:pt x="1948085" y="646218"/>
                  </a:lnTo>
                  <a:lnTo>
                    <a:pt x="1957829" y="633971"/>
                  </a:lnTo>
                  <a:lnTo>
                    <a:pt x="1967573" y="621648"/>
                  </a:lnTo>
                  <a:lnTo>
                    <a:pt x="1977317" y="609266"/>
                  </a:lnTo>
                  <a:lnTo>
                    <a:pt x="1987046" y="596846"/>
                  </a:lnTo>
                  <a:lnTo>
                    <a:pt x="1996790" y="584408"/>
                  </a:lnTo>
                  <a:lnTo>
                    <a:pt x="2006534" y="571972"/>
                  </a:lnTo>
                  <a:lnTo>
                    <a:pt x="2016278" y="559558"/>
                  </a:lnTo>
                  <a:lnTo>
                    <a:pt x="2026022" y="547183"/>
                  </a:lnTo>
                  <a:lnTo>
                    <a:pt x="2035751" y="534869"/>
                  </a:lnTo>
                  <a:lnTo>
                    <a:pt x="2045495" y="522632"/>
                  </a:lnTo>
                  <a:lnTo>
                    <a:pt x="2055239" y="510494"/>
                  </a:lnTo>
                  <a:lnTo>
                    <a:pt x="2064983" y="498471"/>
                  </a:lnTo>
                  <a:lnTo>
                    <a:pt x="2074712" y="486580"/>
                  </a:lnTo>
                  <a:lnTo>
                    <a:pt x="2084456" y="474842"/>
                  </a:lnTo>
                  <a:lnTo>
                    <a:pt x="2094200" y="463270"/>
                  </a:lnTo>
                  <a:lnTo>
                    <a:pt x="2103944" y="451885"/>
                  </a:lnTo>
                  <a:lnTo>
                    <a:pt x="2113673" y="440698"/>
                  </a:lnTo>
                  <a:lnTo>
                    <a:pt x="2123417" y="429728"/>
                  </a:lnTo>
                  <a:lnTo>
                    <a:pt x="2133161" y="418989"/>
                  </a:lnTo>
                  <a:lnTo>
                    <a:pt x="2142905" y="408494"/>
                  </a:lnTo>
                  <a:lnTo>
                    <a:pt x="2152649" y="398260"/>
                  </a:lnTo>
                  <a:lnTo>
                    <a:pt x="2162377" y="388296"/>
                  </a:lnTo>
                  <a:lnTo>
                    <a:pt x="2172121" y="378617"/>
                  </a:lnTo>
                  <a:lnTo>
                    <a:pt x="2181865" y="369234"/>
                  </a:lnTo>
                  <a:lnTo>
                    <a:pt x="2191609" y="360156"/>
                  </a:lnTo>
                  <a:lnTo>
                    <a:pt x="2201338" y="351397"/>
                  </a:lnTo>
                  <a:lnTo>
                    <a:pt x="2211082" y="342963"/>
                  </a:lnTo>
                  <a:lnTo>
                    <a:pt x="2220826" y="334864"/>
                  </a:lnTo>
                  <a:lnTo>
                    <a:pt x="2230570" y="327106"/>
                  </a:lnTo>
                  <a:lnTo>
                    <a:pt x="2240299" y="319699"/>
                  </a:lnTo>
                  <a:lnTo>
                    <a:pt x="2250043" y="312648"/>
                  </a:lnTo>
                  <a:lnTo>
                    <a:pt x="2259787" y="305957"/>
                  </a:lnTo>
                  <a:lnTo>
                    <a:pt x="2269531" y="299633"/>
                  </a:lnTo>
                  <a:lnTo>
                    <a:pt x="2279260" y="293678"/>
                  </a:lnTo>
                  <a:lnTo>
                    <a:pt x="2289004" y="288096"/>
                  </a:lnTo>
                  <a:lnTo>
                    <a:pt x="2298748" y="282890"/>
                  </a:lnTo>
                  <a:lnTo>
                    <a:pt x="2308492" y="278058"/>
                  </a:lnTo>
                  <a:lnTo>
                    <a:pt x="2318236" y="273605"/>
                  </a:lnTo>
                  <a:lnTo>
                    <a:pt x="2327965" y="269527"/>
                  </a:lnTo>
                  <a:lnTo>
                    <a:pt x="2337709" y="265826"/>
                  </a:lnTo>
                  <a:lnTo>
                    <a:pt x="2347453" y="262498"/>
                  </a:lnTo>
                  <a:lnTo>
                    <a:pt x="2357197" y="259542"/>
                  </a:lnTo>
                  <a:lnTo>
                    <a:pt x="2366926" y="256955"/>
                  </a:lnTo>
                  <a:lnTo>
                    <a:pt x="2376670" y="254731"/>
                  </a:lnTo>
                  <a:lnTo>
                    <a:pt x="2386413" y="252868"/>
                  </a:lnTo>
                  <a:lnTo>
                    <a:pt x="2396157" y="251359"/>
                  </a:lnTo>
                  <a:lnTo>
                    <a:pt x="2405886" y="250199"/>
                  </a:lnTo>
                  <a:lnTo>
                    <a:pt x="2415630" y="249379"/>
                  </a:lnTo>
                  <a:lnTo>
                    <a:pt x="2425374" y="248895"/>
                  </a:lnTo>
                  <a:lnTo>
                    <a:pt x="2435118" y="248737"/>
                  </a:lnTo>
                  <a:lnTo>
                    <a:pt x="2444862" y="248898"/>
                  </a:lnTo>
                  <a:lnTo>
                    <a:pt x="2454591" y="249369"/>
                  </a:lnTo>
                  <a:lnTo>
                    <a:pt x="2464335" y="250139"/>
                  </a:lnTo>
                  <a:lnTo>
                    <a:pt x="2474079" y="251200"/>
                  </a:lnTo>
                  <a:lnTo>
                    <a:pt x="2483823" y="252541"/>
                  </a:lnTo>
                  <a:lnTo>
                    <a:pt x="2493552" y="254150"/>
                  </a:lnTo>
                  <a:lnTo>
                    <a:pt x="2503296" y="256017"/>
                  </a:lnTo>
                  <a:lnTo>
                    <a:pt x="2513040" y="258131"/>
                  </a:lnTo>
                  <a:lnTo>
                    <a:pt x="2522784" y="260479"/>
                  </a:lnTo>
                  <a:lnTo>
                    <a:pt x="2532513" y="263050"/>
                  </a:lnTo>
                  <a:lnTo>
                    <a:pt x="2542257" y="265831"/>
                  </a:lnTo>
                  <a:lnTo>
                    <a:pt x="2552001" y="268807"/>
                  </a:lnTo>
                  <a:lnTo>
                    <a:pt x="2561745" y="271969"/>
                  </a:lnTo>
                  <a:lnTo>
                    <a:pt x="2571474" y="275302"/>
                  </a:lnTo>
                  <a:lnTo>
                    <a:pt x="2581218" y="278794"/>
                  </a:lnTo>
                  <a:lnTo>
                    <a:pt x="2590962" y="282430"/>
                  </a:lnTo>
                  <a:lnTo>
                    <a:pt x="2600705" y="286196"/>
                  </a:lnTo>
                  <a:lnTo>
                    <a:pt x="2610449" y="290082"/>
                  </a:lnTo>
                  <a:lnTo>
                    <a:pt x="2620178" y="294070"/>
                  </a:lnTo>
                  <a:lnTo>
                    <a:pt x="2629922" y="298149"/>
                  </a:lnTo>
                  <a:lnTo>
                    <a:pt x="2639666" y="302308"/>
                  </a:lnTo>
                  <a:lnTo>
                    <a:pt x="2649410" y="306529"/>
                  </a:lnTo>
                  <a:lnTo>
                    <a:pt x="2659139" y="310800"/>
                  </a:lnTo>
                  <a:lnTo>
                    <a:pt x="2668883" y="315109"/>
                  </a:lnTo>
                  <a:lnTo>
                    <a:pt x="2678627" y="319442"/>
                  </a:lnTo>
                  <a:lnTo>
                    <a:pt x="2688371" y="323786"/>
                  </a:lnTo>
                  <a:lnTo>
                    <a:pt x="2698100" y="328131"/>
                  </a:lnTo>
                  <a:lnTo>
                    <a:pt x="2707844" y="332460"/>
                  </a:lnTo>
                  <a:lnTo>
                    <a:pt x="2717588" y="336763"/>
                  </a:lnTo>
                  <a:lnTo>
                    <a:pt x="2727332" y="341029"/>
                  </a:lnTo>
                  <a:lnTo>
                    <a:pt x="2737076" y="345245"/>
                  </a:lnTo>
                  <a:lnTo>
                    <a:pt x="2746805" y="349399"/>
                  </a:lnTo>
                  <a:lnTo>
                    <a:pt x="2756549" y="353481"/>
                  </a:lnTo>
                  <a:lnTo>
                    <a:pt x="2766293" y="357480"/>
                  </a:lnTo>
                  <a:lnTo>
                    <a:pt x="2776037" y="361387"/>
                  </a:lnTo>
                  <a:lnTo>
                    <a:pt x="2785766" y="365189"/>
                  </a:lnTo>
                  <a:lnTo>
                    <a:pt x="2795510" y="368878"/>
                  </a:lnTo>
                  <a:lnTo>
                    <a:pt x="2805254" y="372445"/>
                  </a:lnTo>
                  <a:lnTo>
                    <a:pt x="2814998" y="375882"/>
                  </a:lnTo>
                  <a:lnTo>
                    <a:pt x="2824727" y="379178"/>
                  </a:lnTo>
                  <a:lnTo>
                    <a:pt x="2834471" y="382327"/>
                  </a:lnTo>
                  <a:lnTo>
                    <a:pt x="2844215" y="385322"/>
                  </a:lnTo>
                  <a:lnTo>
                    <a:pt x="2853958" y="388154"/>
                  </a:lnTo>
                  <a:lnTo>
                    <a:pt x="2863687" y="390818"/>
                  </a:lnTo>
                  <a:lnTo>
                    <a:pt x="2873431" y="393309"/>
                  </a:lnTo>
                  <a:lnTo>
                    <a:pt x="2883175" y="395620"/>
                  </a:lnTo>
                  <a:lnTo>
                    <a:pt x="2892919" y="397745"/>
                  </a:lnTo>
                  <a:lnTo>
                    <a:pt x="2902663" y="399682"/>
                  </a:lnTo>
                  <a:lnTo>
                    <a:pt x="2912392" y="40142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4" name="Freeform 793">
              <a:extLst>
                <a:ext uri="{FF2B5EF4-FFF2-40B4-BE49-F238E27FC236}">
                  <a16:creationId xmlns:a16="http://schemas.microsoft.com/office/drawing/2014/main" id="{FBDC0B69-831B-2ABA-96E3-DB734D75375A}"/>
                </a:ext>
              </a:extLst>
            </p:cNvPr>
            <p:cNvSpPr/>
            <p:nvPr/>
          </p:nvSpPr>
          <p:spPr>
            <a:xfrm>
              <a:off x="576446" y="3027299"/>
              <a:ext cx="2912392" cy="834380"/>
            </a:xfrm>
            <a:custGeom>
              <a:avLst/>
              <a:gdLst>
                <a:gd name="connsiteX0" fmla="*/ 0 w 2912392"/>
                <a:gd name="connsiteY0" fmla="*/ 487148 h 834380"/>
                <a:gd name="connsiteX1" fmla="*/ 9739 w 2912392"/>
                <a:gd name="connsiteY1" fmla="*/ 484138 h 834380"/>
                <a:gd name="connsiteX2" fmla="*/ 19480 w 2912392"/>
                <a:gd name="connsiteY2" fmla="*/ 480991 h 834380"/>
                <a:gd name="connsiteX3" fmla="*/ 29221 w 2912392"/>
                <a:gd name="connsiteY3" fmla="*/ 477713 h 834380"/>
                <a:gd name="connsiteX4" fmla="*/ 38961 w 2912392"/>
                <a:gd name="connsiteY4" fmla="*/ 474311 h 834380"/>
                <a:gd name="connsiteX5" fmla="*/ 48702 w 2912392"/>
                <a:gd name="connsiteY5" fmla="*/ 470790 h 834380"/>
                <a:gd name="connsiteX6" fmla="*/ 58443 w 2912392"/>
                <a:gd name="connsiteY6" fmla="*/ 467161 h 834380"/>
                <a:gd name="connsiteX7" fmla="*/ 68182 w 2912392"/>
                <a:gd name="connsiteY7" fmla="*/ 463427 h 834380"/>
                <a:gd name="connsiteX8" fmla="*/ 77923 w 2912392"/>
                <a:gd name="connsiteY8" fmla="*/ 459596 h 834380"/>
                <a:gd name="connsiteX9" fmla="*/ 87664 w 2912392"/>
                <a:gd name="connsiteY9" fmla="*/ 455678 h 834380"/>
                <a:gd name="connsiteX10" fmla="*/ 97404 w 2912392"/>
                <a:gd name="connsiteY10" fmla="*/ 451676 h 834380"/>
                <a:gd name="connsiteX11" fmla="*/ 107145 w 2912392"/>
                <a:gd name="connsiteY11" fmla="*/ 447600 h 834380"/>
                <a:gd name="connsiteX12" fmla="*/ 116886 w 2912392"/>
                <a:gd name="connsiteY12" fmla="*/ 443455 h 834380"/>
                <a:gd name="connsiteX13" fmla="*/ 126625 w 2912392"/>
                <a:gd name="connsiteY13" fmla="*/ 439247 h 834380"/>
                <a:gd name="connsiteX14" fmla="*/ 136366 w 2912392"/>
                <a:gd name="connsiteY14" fmla="*/ 434986 h 834380"/>
                <a:gd name="connsiteX15" fmla="*/ 146107 w 2912392"/>
                <a:gd name="connsiteY15" fmla="*/ 430676 h 834380"/>
                <a:gd name="connsiteX16" fmla="*/ 155846 w 2912392"/>
                <a:gd name="connsiteY16" fmla="*/ 426322 h 834380"/>
                <a:gd name="connsiteX17" fmla="*/ 165587 w 2912392"/>
                <a:gd name="connsiteY17" fmla="*/ 421933 h 834380"/>
                <a:gd name="connsiteX18" fmla="*/ 175328 w 2912392"/>
                <a:gd name="connsiteY18" fmla="*/ 417514 h 834380"/>
                <a:gd name="connsiteX19" fmla="*/ 185068 w 2912392"/>
                <a:gd name="connsiteY19" fmla="*/ 413068 h 834380"/>
                <a:gd name="connsiteX20" fmla="*/ 194809 w 2912392"/>
                <a:gd name="connsiteY20" fmla="*/ 408605 h 834380"/>
                <a:gd name="connsiteX21" fmla="*/ 204550 w 2912392"/>
                <a:gd name="connsiteY21" fmla="*/ 404124 h 834380"/>
                <a:gd name="connsiteX22" fmla="*/ 214289 w 2912392"/>
                <a:gd name="connsiteY22" fmla="*/ 399635 h 834380"/>
                <a:gd name="connsiteX23" fmla="*/ 224030 w 2912392"/>
                <a:gd name="connsiteY23" fmla="*/ 395142 h 834380"/>
                <a:gd name="connsiteX24" fmla="*/ 233771 w 2912392"/>
                <a:gd name="connsiteY24" fmla="*/ 390647 h 834380"/>
                <a:gd name="connsiteX25" fmla="*/ 243510 w 2912392"/>
                <a:gd name="connsiteY25" fmla="*/ 386153 h 834380"/>
                <a:gd name="connsiteX26" fmla="*/ 253251 w 2912392"/>
                <a:gd name="connsiteY26" fmla="*/ 381667 h 834380"/>
                <a:gd name="connsiteX27" fmla="*/ 262992 w 2912392"/>
                <a:gd name="connsiteY27" fmla="*/ 377192 h 834380"/>
                <a:gd name="connsiteX28" fmla="*/ 272732 w 2912392"/>
                <a:gd name="connsiteY28" fmla="*/ 372729 h 834380"/>
                <a:gd name="connsiteX29" fmla="*/ 282473 w 2912392"/>
                <a:gd name="connsiteY29" fmla="*/ 368281 h 834380"/>
                <a:gd name="connsiteX30" fmla="*/ 292214 w 2912392"/>
                <a:gd name="connsiteY30" fmla="*/ 363851 h 834380"/>
                <a:gd name="connsiteX31" fmla="*/ 301953 w 2912392"/>
                <a:gd name="connsiteY31" fmla="*/ 359441 h 834380"/>
                <a:gd name="connsiteX32" fmla="*/ 311694 w 2912392"/>
                <a:gd name="connsiteY32" fmla="*/ 355053 h 834380"/>
                <a:gd name="connsiteX33" fmla="*/ 321435 w 2912392"/>
                <a:gd name="connsiteY33" fmla="*/ 350688 h 834380"/>
                <a:gd name="connsiteX34" fmla="*/ 331175 w 2912392"/>
                <a:gd name="connsiteY34" fmla="*/ 346346 h 834380"/>
                <a:gd name="connsiteX35" fmla="*/ 340916 w 2912392"/>
                <a:gd name="connsiteY35" fmla="*/ 342030 h 834380"/>
                <a:gd name="connsiteX36" fmla="*/ 350656 w 2912392"/>
                <a:gd name="connsiteY36" fmla="*/ 337739 h 834380"/>
                <a:gd name="connsiteX37" fmla="*/ 360396 w 2912392"/>
                <a:gd name="connsiteY37" fmla="*/ 333474 h 834380"/>
                <a:gd name="connsiteX38" fmla="*/ 370137 w 2912392"/>
                <a:gd name="connsiteY38" fmla="*/ 329233 h 834380"/>
                <a:gd name="connsiteX39" fmla="*/ 379878 w 2912392"/>
                <a:gd name="connsiteY39" fmla="*/ 325018 h 834380"/>
                <a:gd name="connsiteX40" fmla="*/ 389617 w 2912392"/>
                <a:gd name="connsiteY40" fmla="*/ 320827 h 834380"/>
                <a:gd name="connsiteX41" fmla="*/ 399358 w 2912392"/>
                <a:gd name="connsiteY41" fmla="*/ 316660 h 834380"/>
                <a:gd name="connsiteX42" fmla="*/ 409099 w 2912392"/>
                <a:gd name="connsiteY42" fmla="*/ 312515 h 834380"/>
                <a:gd name="connsiteX43" fmla="*/ 418839 w 2912392"/>
                <a:gd name="connsiteY43" fmla="*/ 308393 h 834380"/>
                <a:gd name="connsiteX44" fmla="*/ 428580 w 2912392"/>
                <a:gd name="connsiteY44" fmla="*/ 304288 h 834380"/>
                <a:gd name="connsiteX45" fmla="*/ 438321 w 2912392"/>
                <a:gd name="connsiteY45" fmla="*/ 300201 h 834380"/>
                <a:gd name="connsiteX46" fmla="*/ 448060 w 2912392"/>
                <a:gd name="connsiteY46" fmla="*/ 296132 h 834380"/>
                <a:gd name="connsiteX47" fmla="*/ 457801 w 2912392"/>
                <a:gd name="connsiteY47" fmla="*/ 292075 h 834380"/>
                <a:gd name="connsiteX48" fmla="*/ 467542 w 2912392"/>
                <a:gd name="connsiteY48" fmla="*/ 288030 h 834380"/>
                <a:gd name="connsiteX49" fmla="*/ 477281 w 2912392"/>
                <a:gd name="connsiteY49" fmla="*/ 283995 h 834380"/>
                <a:gd name="connsiteX50" fmla="*/ 487022 w 2912392"/>
                <a:gd name="connsiteY50" fmla="*/ 279967 h 834380"/>
                <a:gd name="connsiteX51" fmla="*/ 496763 w 2912392"/>
                <a:gd name="connsiteY51" fmla="*/ 275943 h 834380"/>
                <a:gd name="connsiteX52" fmla="*/ 506503 w 2912392"/>
                <a:gd name="connsiteY52" fmla="*/ 271921 h 834380"/>
                <a:gd name="connsiteX53" fmla="*/ 516244 w 2912392"/>
                <a:gd name="connsiteY53" fmla="*/ 267899 h 834380"/>
                <a:gd name="connsiteX54" fmla="*/ 525985 w 2912392"/>
                <a:gd name="connsiteY54" fmla="*/ 263873 h 834380"/>
                <a:gd name="connsiteX55" fmla="*/ 535724 w 2912392"/>
                <a:gd name="connsiteY55" fmla="*/ 259843 h 834380"/>
                <a:gd name="connsiteX56" fmla="*/ 545465 w 2912392"/>
                <a:gd name="connsiteY56" fmla="*/ 255804 h 834380"/>
                <a:gd name="connsiteX57" fmla="*/ 555206 w 2912392"/>
                <a:gd name="connsiteY57" fmla="*/ 251753 h 834380"/>
                <a:gd name="connsiteX58" fmla="*/ 564946 w 2912392"/>
                <a:gd name="connsiteY58" fmla="*/ 247690 h 834380"/>
                <a:gd name="connsiteX59" fmla="*/ 574687 w 2912392"/>
                <a:gd name="connsiteY59" fmla="*/ 243610 h 834380"/>
                <a:gd name="connsiteX60" fmla="*/ 584428 w 2912392"/>
                <a:gd name="connsiteY60" fmla="*/ 239515 h 834380"/>
                <a:gd name="connsiteX61" fmla="*/ 594167 w 2912392"/>
                <a:gd name="connsiteY61" fmla="*/ 235398 h 834380"/>
                <a:gd name="connsiteX62" fmla="*/ 603908 w 2912392"/>
                <a:gd name="connsiteY62" fmla="*/ 231259 h 834380"/>
                <a:gd name="connsiteX63" fmla="*/ 613649 w 2912392"/>
                <a:gd name="connsiteY63" fmla="*/ 227096 h 834380"/>
                <a:gd name="connsiteX64" fmla="*/ 623388 w 2912392"/>
                <a:gd name="connsiteY64" fmla="*/ 222908 h 834380"/>
                <a:gd name="connsiteX65" fmla="*/ 633129 w 2912392"/>
                <a:gd name="connsiteY65" fmla="*/ 218693 h 834380"/>
                <a:gd name="connsiteX66" fmla="*/ 642870 w 2912392"/>
                <a:gd name="connsiteY66" fmla="*/ 214451 h 834380"/>
                <a:gd name="connsiteX67" fmla="*/ 652610 w 2912392"/>
                <a:gd name="connsiteY67" fmla="*/ 210178 h 834380"/>
                <a:gd name="connsiteX68" fmla="*/ 662351 w 2912392"/>
                <a:gd name="connsiteY68" fmla="*/ 205876 h 834380"/>
                <a:gd name="connsiteX69" fmla="*/ 672092 w 2912392"/>
                <a:gd name="connsiteY69" fmla="*/ 201542 h 834380"/>
                <a:gd name="connsiteX70" fmla="*/ 681831 w 2912392"/>
                <a:gd name="connsiteY70" fmla="*/ 197178 h 834380"/>
                <a:gd name="connsiteX71" fmla="*/ 691572 w 2912392"/>
                <a:gd name="connsiteY71" fmla="*/ 192782 h 834380"/>
                <a:gd name="connsiteX72" fmla="*/ 701313 w 2912392"/>
                <a:gd name="connsiteY72" fmla="*/ 188356 h 834380"/>
                <a:gd name="connsiteX73" fmla="*/ 711052 w 2912392"/>
                <a:gd name="connsiteY73" fmla="*/ 183898 h 834380"/>
                <a:gd name="connsiteX74" fmla="*/ 720793 w 2912392"/>
                <a:gd name="connsiteY74" fmla="*/ 179411 h 834380"/>
                <a:gd name="connsiteX75" fmla="*/ 730534 w 2912392"/>
                <a:gd name="connsiteY75" fmla="*/ 174896 h 834380"/>
                <a:gd name="connsiteX76" fmla="*/ 740274 w 2912392"/>
                <a:gd name="connsiteY76" fmla="*/ 170352 h 834380"/>
                <a:gd name="connsiteX77" fmla="*/ 750015 w 2912392"/>
                <a:gd name="connsiteY77" fmla="*/ 165784 h 834380"/>
                <a:gd name="connsiteX78" fmla="*/ 759756 w 2912392"/>
                <a:gd name="connsiteY78" fmla="*/ 161192 h 834380"/>
                <a:gd name="connsiteX79" fmla="*/ 769495 w 2912392"/>
                <a:gd name="connsiteY79" fmla="*/ 156578 h 834380"/>
                <a:gd name="connsiteX80" fmla="*/ 779236 w 2912392"/>
                <a:gd name="connsiteY80" fmla="*/ 151944 h 834380"/>
                <a:gd name="connsiteX81" fmla="*/ 788977 w 2912392"/>
                <a:gd name="connsiteY81" fmla="*/ 147296 h 834380"/>
                <a:gd name="connsiteX82" fmla="*/ 798717 w 2912392"/>
                <a:gd name="connsiteY82" fmla="*/ 142634 h 834380"/>
                <a:gd name="connsiteX83" fmla="*/ 808458 w 2912392"/>
                <a:gd name="connsiteY83" fmla="*/ 137963 h 834380"/>
                <a:gd name="connsiteX84" fmla="*/ 818199 w 2912392"/>
                <a:gd name="connsiteY84" fmla="*/ 133285 h 834380"/>
                <a:gd name="connsiteX85" fmla="*/ 827938 w 2912392"/>
                <a:gd name="connsiteY85" fmla="*/ 128607 h 834380"/>
                <a:gd name="connsiteX86" fmla="*/ 837679 w 2912392"/>
                <a:gd name="connsiteY86" fmla="*/ 123928 h 834380"/>
                <a:gd name="connsiteX87" fmla="*/ 847420 w 2912392"/>
                <a:gd name="connsiteY87" fmla="*/ 119259 h 834380"/>
                <a:gd name="connsiteX88" fmla="*/ 857159 w 2912392"/>
                <a:gd name="connsiteY88" fmla="*/ 114600 h 834380"/>
                <a:gd name="connsiteX89" fmla="*/ 866900 w 2912392"/>
                <a:gd name="connsiteY89" fmla="*/ 109956 h 834380"/>
                <a:gd name="connsiteX90" fmla="*/ 876641 w 2912392"/>
                <a:gd name="connsiteY90" fmla="*/ 105336 h 834380"/>
                <a:gd name="connsiteX91" fmla="*/ 886381 w 2912392"/>
                <a:gd name="connsiteY91" fmla="*/ 100741 h 834380"/>
                <a:gd name="connsiteX92" fmla="*/ 896122 w 2912392"/>
                <a:gd name="connsiteY92" fmla="*/ 96177 h 834380"/>
                <a:gd name="connsiteX93" fmla="*/ 905863 w 2912392"/>
                <a:gd name="connsiteY93" fmla="*/ 91653 h 834380"/>
                <a:gd name="connsiteX94" fmla="*/ 915602 w 2912392"/>
                <a:gd name="connsiteY94" fmla="*/ 87171 h 834380"/>
                <a:gd name="connsiteX95" fmla="*/ 925343 w 2912392"/>
                <a:gd name="connsiteY95" fmla="*/ 82740 h 834380"/>
                <a:gd name="connsiteX96" fmla="*/ 935084 w 2912392"/>
                <a:gd name="connsiteY96" fmla="*/ 78363 h 834380"/>
                <a:gd name="connsiteX97" fmla="*/ 944824 w 2912392"/>
                <a:gd name="connsiteY97" fmla="*/ 74048 h 834380"/>
                <a:gd name="connsiteX98" fmla="*/ 954564 w 2912392"/>
                <a:gd name="connsiteY98" fmla="*/ 69799 h 834380"/>
                <a:gd name="connsiteX99" fmla="*/ 964305 w 2912392"/>
                <a:gd name="connsiteY99" fmla="*/ 65624 h 834380"/>
                <a:gd name="connsiteX100" fmla="*/ 974045 w 2912392"/>
                <a:gd name="connsiteY100" fmla="*/ 61530 h 834380"/>
                <a:gd name="connsiteX101" fmla="*/ 983786 w 2912392"/>
                <a:gd name="connsiteY101" fmla="*/ 57520 h 834380"/>
                <a:gd name="connsiteX102" fmla="*/ 993522 w 2912392"/>
                <a:gd name="connsiteY102" fmla="*/ 53602 h 834380"/>
                <a:gd name="connsiteX103" fmla="*/ 1003266 w 2912392"/>
                <a:gd name="connsiteY103" fmla="*/ 49783 h 834380"/>
                <a:gd name="connsiteX104" fmla="*/ 1013010 w 2912392"/>
                <a:gd name="connsiteY104" fmla="*/ 46066 h 834380"/>
                <a:gd name="connsiteX105" fmla="*/ 1022754 w 2912392"/>
                <a:gd name="connsiteY105" fmla="*/ 42461 h 834380"/>
                <a:gd name="connsiteX106" fmla="*/ 1032483 w 2912392"/>
                <a:gd name="connsiteY106" fmla="*/ 38968 h 834380"/>
                <a:gd name="connsiteX107" fmla="*/ 1042227 w 2912392"/>
                <a:gd name="connsiteY107" fmla="*/ 35598 h 834380"/>
                <a:gd name="connsiteX108" fmla="*/ 1051971 w 2912392"/>
                <a:gd name="connsiteY108" fmla="*/ 32353 h 834380"/>
                <a:gd name="connsiteX109" fmla="*/ 1061715 w 2912392"/>
                <a:gd name="connsiteY109" fmla="*/ 29239 h 834380"/>
                <a:gd name="connsiteX110" fmla="*/ 1071444 w 2912392"/>
                <a:gd name="connsiteY110" fmla="*/ 26262 h 834380"/>
                <a:gd name="connsiteX111" fmla="*/ 1081188 w 2912392"/>
                <a:gd name="connsiteY111" fmla="*/ 23427 h 834380"/>
                <a:gd name="connsiteX112" fmla="*/ 1090932 w 2912392"/>
                <a:gd name="connsiteY112" fmla="*/ 20736 h 834380"/>
                <a:gd name="connsiteX113" fmla="*/ 1100676 w 2912392"/>
                <a:gd name="connsiteY113" fmla="*/ 18195 h 834380"/>
                <a:gd name="connsiteX114" fmla="*/ 1110405 w 2912392"/>
                <a:gd name="connsiteY114" fmla="*/ 15808 h 834380"/>
                <a:gd name="connsiteX115" fmla="*/ 1120149 w 2912392"/>
                <a:gd name="connsiteY115" fmla="*/ 13579 h 834380"/>
                <a:gd name="connsiteX116" fmla="*/ 1129893 w 2912392"/>
                <a:gd name="connsiteY116" fmla="*/ 11509 h 834380"/>
                <a:gd name="connsiteX117" fmla="*/ 1139637 w 2912392"/>
                <a:gd name="connsiteY117" fmla="*/ 9605 h 834380"/>
                <a:gd name="connsiteX118" fmla="*/ 1149381 w 2912392"/>
                <a:gd name="connsiteY118" fmla="*/ 7867 h 834380"/>
                <a:gd name="connsiteX119" fmla="*/ 1159110 w 2912392"/>
                <a:gd name="connsiteY119" fmla="*/ 6298 h 834380"/>
                <a:gd name="connsiteX120" fmla="*/ 1168854 w 2912392"/>
                <a:gd name="connsiteY120" fmla="*/ 4899 h 834380"/>
                <a:gd name="connsiteX121" fmla="*/ 1178598 w 2912392"/>
                <a:gd name="connsiteY121" fmla="*/ 3674 h 834380"/>
                <a:gd name="connsiteX122" fmla="*/ 1188341 w 2912392"/>
                <a:gd name="connsiteY122" fmla="*/ 2622 h 834380"/>
                <a:gd name="connsiteX123" fmla="*/ 1198070 w 2912392"/>
                <a:gd name="connsiteY123" fmla="*/ 1746 h 834380"/>
                <a:gd name="connsiteX124" fmla="*/ 1207814 w 2912392"/>
                <a:gd name="connsiteY124" fmla="*/ 1046 h 834380"/>
                <a:gd name="connsiteX125" fmla="*/ 1217558 w 2912392"/>
                <a:gd name="connsiteY125" fmla="*/ 521 h 834380"/>
                <a:gd name="connsiteX126" fmla="*/ 1227302 w 2912392"/>
                <a:gd name="connsiteY126" fmla="*/ 173 h 834380"/>
                <a:gd name="connsiteX127" fmla="*/ 1237031 w 2912392"/>
                <a:gd name="connsiteY127" fmla="*/ 0 h 834380"/>
                <a:gd name="connsiteX128" fmla="*/ 1246775 w 2912392"/>
                <a:gd name="connsiteY128" fmla="*/ 2 h 834380"/>
                <a:gd name="connsiteX129" fmla="*/ 1256519 w 2912392"/>
                <a:gd name="connsiteY129" fmla="*/ 177 h 834380"/>
                <a:gd name="connsiteX130" fmla="*/ 1266263 w 2912392"/>
                <a:gd name="connsiteY130" fmla="*/ 524 h 834380"/>
                <a:gd name="connsiteX131" fmla="*/ 1276007 w 2912392"/>
                <a:gd name="connsiteY131" fmla="*/ 1041 h 834380"/>
                <a:gd name="connsiteX132" fmla="*/ 1285736 w 2912392"/>
                <a:gd name="connsiteY132" fmla="*/ 1728 h 834380"/>
                <a:gd name="connsiteX133" fmla="*/ 1295480 w 2912392"/>
                <a:gd name="connsiteY133" fmla="*/ 2580 h 834380"/>
                <a:gd name="connsiteX134" fmla="*/ 1305224 w 2912392"/>
                <a:gd name="connsiteY134" fmla="*/ 3595 h 834380"/>
                <a:gd name="connsiteX135" fmla="*/ 1314968 w 2912392"/>
                <a:gd name="connsiteY135" fmla="*/ 4771 h 834380"/>
                <a:gd name="connsiteX136" fmla="*/ 1324697 w 2912392"/>
                <a:gd name="connsiteY136" fmla="*/ 6103 h 834380"/>
                <a:gd name="connsiteX137" fmla="*/ 1334441 w 2912392"/>
                <a:gd name="connsiteY137" fmla="*/ 7588 h 834380"/>
                <a:gd name="connsiteX138" fmla="*/ 1344185 w 2912392"/>
                <a:gd name="connsiteY138" fmla="*/ 9222 h 834380"/>
                <a:gd name="connsiteX139" fmla="*/ 1353929 w 2912392"/>
                <a:gd name="connsiteY139" fmla="*/ 11003 h 834380"/>
                <a:gd name="connsiteX140" fmla="*/ 1363658 w 2912392"/>
                <a:gd name="connsiteY140" fmla="*/ 12925 h 834380"/>
                <a:gd name="connsiteX141" fmla="*/ 1373402 w 2912392"/>
                <a:gd name="connsiteY141" fmla="*/ 14985 h 834380"/>
                <a:gd name="connsiteX142" fmla="*/ 1383146 w 2912392"/>
                <a:gd name="connsiteY142" fmla="*/ 17177 h 834380"/>
                <a:gd name="connsiteX143" fmla="*/ 1392890 w 2912392"/>
                <a:gd name="connsiteY143" fmla="*/ 19497 h 834380"/>
                <a:gd name="connsiteX144" fmla="*/ 1402619 w 2912392"/>
                <a:gd name="connsiteY144" fmla="*/ 21939 h 834380"/>
                <a:gd name="connsiteX145" fmla="*/ 1412363 w 2912392"/>
                <a:gd name="connsiteY145" fmla="*/ 24500 h 834380"/>
                <a:gd name="connsiteX146" fmla="*/ 1422106 w 2912392"/>
                <a:gd name="connsiteY146" fmla="*/ 27174 h 834380"/>
                <a:gd name="connsiteX147" fmla="*/ 1431850 w 2912392"/>
                <a:gd name="connsiteY147" fmla="*/ 29956 h 834380"/>
                <a:gd name="connsiteX148" fmla="*/ 1441594 w 2912392"/>
                <a:gd name="connsiteY148" fmla="*/ 32842 h 834380"/>
                <a:gd name="connsiteX149" fmla="*/ 1451323 w 2912392"/>
                <a:gd name="connsiteY149" fmla="*/ 35825 h 834380"/>
                <a:gd name="connsiteX150" fmla="*/ 1461067 w 2912392"/>
                <a:gd name="connsiteY150" fmla="*/ 38901 h 834380"/>
                <a:gd name="connsiteX151" fmla="*/ 1470811 w 2912392"/>
                <a:gd name="connsiteY151" fmla="*/ 42064 h 834380"/>
                <a:gd name="connsiteX152" fmla="*/ 1480555 w 2912392"/>
                <a:gd name="connsiteY152" fmla="*/ 45311 h 834380"/>
                <a:gd name="connsiteX153" fmla="*/ 1490284 w 2912392"/>
                <a:gd name="connsiteY153" fmla="*/ 48633 h 834380"/>
                <a:gd name="connsiteX154" fmla="*/ 1500028 w 2912392"/>
                <a:gd name="connsiteY154" fmla="*/ 52029 h 834380"/>
                <a:gd name="connsiteX155" fmla="*/ 1509772 w 2912392"/>
                <a:gd name="connsiteY155" fmla="*/ 55491 h 834380"/>
                <a:gd name="connsiteX156" fmla="*/ 1519516 w 2912392"/>
                <a:gd name="connsiteY156" fmla="*/ 59015 h 834380"/>
                <a:gd name="connsiteX157" fmla="*/ 1529245 w 2912392"/>
                <a:gd name="connsiteY157" fmla="*/ 62597 h 834380"/>
                <a:gd name="connsiteX158" fmla="*/ 1538989 w 2912392"/>
                <a:gd name="connsiteY158" fmla="*/ 66230 h 834380"/>
                <a:gd name="connsiteX159" fmla="*/ 1548733 w 2912392"/>
                <a:gd name="connsiteY159" fmla="*/ 69912 h 834380"/>
                <a:gd name="connsiteX160" fmla="*/ 1558477 w 2912392"/>
                <a:gd name="connsiteY160" fmla="*/ 73637 h 834380"/>
                <a:gd name="connsiteX161" fmla="*/ 1568221 w 2912392"/>
                <a:gd name="connsiteY161" fmla="*/ 77400 h 834380"/>
                <a:gd name="connsiteX162" fmla="*/ 1577950 w 2912392"/>
                <a:gd name="connsiteY162" fmla="*/ 81198 h 834380"/>
                <a:gd name="connsiteX163" fmla="*/ 1587694 w 2912392"/>
                <a:gd name="connsiteY163" fmla="*/ 85027 h 834380"/>
                <a:gd name="connsiteX164" fmla="*/ 1597438 w 2912392"/>
                <a:gd name="connsiteY164" fmla="*/ 88881 h 834380"/>
                <a:gd name="connsiteX165" fmla="*/ 1607182 w 2912392"/>
                <a:gd name="connsiteY165" fmla="*/ 92758 h 834380"/>
                <a:gd name="connsiteX166" fmla="*/ 1616911 w 2912392"/>
                <a:gd name="connsiteY166" fmla="*/ 96653 h 834380"/>
                <a:gd name="connsiteX167" fmla="*/ 1626655 w 2912392"/>
                <a:gd name="connsiteY167" fmla="*/ 100564 h 834380"/>
                <a:gd name="connsiteX168" fmla="*/ 1636399 w 2912392"/>
                <a:gd name="connsiteY168" fmla="*/ 104485 h 834380"/>
                <a:gd name="connsiteX169" fmla="*/ 1646142 w 2912392"/>
                <a:gd name="connsiteY169" fmla="*/ 108415 h 834380"/>
                <a:gd name="connsiteX170" fmla="*/ 1655872 w 2912392"/>
                <a:gd name="connsiteY170" fmla="*/ 112352 h 834380"/>
                <a:gd name="connsiteX171" fmla="*/ 1665616 w 2912392"/>
                <a:gd name="connsiteY171" fmla="*/ 116290 h 834380"/>
                <a:gd name="connsiteX172" fmla="*/ 1675359 w 2912392"/>
                <a:gd name="connsiteY172" fmla="*/ 120226 h 834380"/>
                <a:gd name="connsiteX173" fmla="*/ 1685103 w 2912392"/>
                <a:gd name="connsiteY173" fmla="*/ 124159 h 834380"/>
                <a:gd name="connsiteX174" fmla="*/ 1694832 w 2912392"/>
                <a:gd name="connsiteY174" fmla="*/ 128088 h 834380"/>
                <a:gd name="connsiteX175" fmla="*/ 1704576 w 2912392"/>
                <a:gd name="connsiteY175" fmla="*/ 132008 h 834380"/>
                <a:gd name="connsiteX176" fmla="*/ 1714320 w 2912392"/>
                <a:gd name="connsiteY176" fmla="*/ 135916 h 834380"/>
                <a:gd name="connsiteX177" fmla="*/ 1724064 w 2912392"/>
                <a:gd name="connsiteY177" fmla="*/ 139814 h 834380"/>
                <a:gd name="connsiteX178" fmla="*/ 1733808 w 2912392"/>
                <a:gd name="connsiteY178" fmla="*/ 143696 h 834380"/>
                <a:gd name="connsiteX179" fmla="*/ 1743537 w 2912392"/>
                <a:gd name="connsiteY179" fmla="*/ 147561 h 834380"/>
                <a:gd name="connsiteX180" fmla="*/ 1753281 w 2912392"/>
                <a:gd name="connsiteY180" fmla="*/ 151409 h 834380"/>
                <a:gd name="connsiteX181" fmla="*/ 1763025 w 2912392"/>
                <a:gd name="connsiteY181" fmla="*/ 155238 h 834380"/>
                <a:gd name="connsiteX182" fmla="*/ 1772769 w 2912392"/>
                <a:gd name="connsiteY182" fmla="*/ 159047 h 834380"/>
                <a:gd name="connsiteX183" fmla="*/ 1782498 w 2912392"/>
                <a:gd name="connsiteY183" fmla="*/ 162831 h 834380"/>
                <a:gd name="connsiteX184" fmla="*/ 1792242 w 2912392"/>
                <a:gd name="connsiteY184" fmla="*/ 166593 h 834380"/>
                <a:gd name="connsiteX185" fmla="*/ 1801986 w 2912392"/>
                <a:gd name="connsiteY185" fmla="*/ 170331 h 834380"/>
                <a:gd name="connsiteX186" fmla="*/ 1811730 w 2912392"/>
                <a:gd name="connsiteY186" fmla="*/ 174042 h 834380"/>
                <a:gd name="connsiteX187" fmla="*/ 1821459 w 2912392"/>
                <a:gd name="connsiteY187" fmla="*/ 177728 h 834380"/>
                <a:gd name="connsiteX188" fmla="*/ 1831203 w 2912392"/>
                <a:gd name="connsiteY188" fmla="*/ 181386 h 834380"/>
                <a:gd name="connsiteX189" fmla="*/ 1840947 w 2912392"/>
                <a:gd name="connsiteY189" fmla="*/ 185017 h 834380"/>
                <a:gd name="connsiteX190" fmla="*/ 1850691 w 2912392"/>
                <a:gd name="connsiteY190" fmla="*/ 188620 h 834380"/>
                <a:gd name="connsiteX191" fmla="*/ 1860435 w 2912392"/>
                <a:gd name="connsiteY191" fmla="*/ 192194 h 834380"/>
                <a:gd name="connsiteX192" fmla="*/ 1870164 w 2912392"/>
                <a:gd name="connsiteY192" fmla="*/ 195740 h 834380"/>
                <a:gd name="connsiteX193" fmla="*/ 1879908 w 2912392"/>
                <a:gd name="connsiteY193" fmla="*/ 199256 h 834380"/>
                <a:gd name="connsiteX194" fmla="*/ 1889652 w 2912392"/>
                <a:gd name="connsiteY194" fmla="*/ 202742 h 834380"/>
                <a:gd name="connsiteX195" fmla="*/ 1899395 w 2912392"/>
                <a:gd name="connsiteY195" fmla="*/ 206202 h 834380"/>
                <a:gd name="connsiteX196" fmla="*/ 1909124 w 2912392"/>
                <a:gd name="connsiteY196" fmla="*/ 209632 h 834380"/>
                <a:gd name="connsiteX197" fmla="*/ 1918868 w 2912392"/>
                <a:gd name="connsiteY197" fmla="*/ 213035 h 834380"/>
                <a:gd name="connsiteX198" fmla="*/ 1928612 w 2912392"/>
                <a:gd name="connsiteY198" fmla="*/ 216409 h 834380"/>
                <a:gd name="connsiteX199" fmla="*/ 1938356 w 2912392"/>
                <a:gd name="connsiteY199" fmla="*/ 219757 h 834380"/>
                <a:gd name="connsiteX200" fmla="*/ 1948085 w 2912392"/>
                <a:gd name="connsiteY200" fmla="*/ 223078 h 834380"/>
                <a:gd name="connsiteX201" fmla="*/ 1957829 w 2912392"/>
                <a:gd name="connsiteY201" fmla="*/ 226375 h 834380"/>
                <a:gd name="connsiteX202" fmla="*/ 1967573 w 2912392"/>
                <a:gd name="connsiteY202" fmla="*/ 229648 h 834380"/>
                <a:gd name="connsiteX203" fmla="*/ 1977317 w 2912392"/>
                <a:gd name="connsiteY203" fmla="*/ 232899 h 834380"/>
                <a:gd name="connsiteX204" fmla="*/ 1987046 w 2912392"/>
                <a:gd name="connsiteY204" fmla="*/ 236129 h 834380"/>
                <a:gd name="connsiteX205" fmla="*/ 1996790 w 2912392"/>
                <a:gd name="connsiteY205" fmla="*/ 239340 h 834380"/>
                <a:gd name="connsiteX206" fmla="*/ 2006534 w 2912392"/>
                <a:gd name="connsiteY206" fmla="*/ 242535 h 834380"/>
                <a:gd name="connsiteX207" fmla="*/ 2016278 w 2912392"/>
                <a:gd name="connsiteY207" fmla="*/ 245714 h 834380"/>
                <a:gd name="connsiteX208" fmla="*/ 2026022 w 2912392"/>
                <a:gd name="connsiteY208" fmla="*/ 248880 h 834380"/>
                <a:gd name="connsiteX209" fmla="*/ 2035751 w 2912392"/>
                <a:gd name="connsiteY209" fmla="*/ 252037 h 834380"/>
                <a:gd name="connsiteX210" fmla="*/ 2045495 w 2912392"/>
                <a:gd name="connsiteY210" fmla="*/ 255187 h 834380"/>
                <a:gd name="connsiteX211" fmla="*/ 2055239 w 2912392"/>
                <a:gd name="connsiteY211" fmla="*/ 258332 h 834380"/>
                <a:gd name="connsiteX212" fmla="*/ 2064983 w 2912392"/>
                <a:gd name="connsiteY212" fmla="*/ 261477 h 834380"/>
                <a:gd name="connsiteX213" fmla="*/ 2074712 w 2912392"/>
                <a:gd name="connsiteY213" fmla="*/ 264624 h 834380"/>
                <a:gd name="connsiteX214" fmla="*/ 2084456 w 2912392"/>
                <a:gd name="connsiteY214" fmla="*/ 267778 h 834380"/>
                <a:gd name="connsiteX215" fmla="*/ 2094200 w 2912392"/>
                <a:gd name="connsiteY215" fmla="*/ 270941 h 834380"/>
                <a:gd name="connsiteX216" fmla="*/ 2103944 w 2912392"/>
                <a:gd name="connsiteY216" fmla="*/ 274119 h 834380"/>
                <a:gd name="connsiteX217" fmla="*/ 2113673 w 2912392"/>
                <a:gd name="connsiteY217" fmla="*/ 277315 h 834380"/>
                <a:gd name="connsiteX218" fmla="*/ 2123417 w 2912392"/>
                <a:gd name="connsiteY218" fmla="*/ 280534 h 834380"/>
                <a:gd name="connsiteX219" fmla="*/ 2133161 w 2912392"/>
                <a:gd name="connsiteY219" fmla="*/ 283782 h 834380"/>
                <a:gd name="connsiteX220" fmla="*/ 2142905 w 2912392"/>
                <a:gd name="connsiteY220" fmla="*/ 287063 h 834380"/>
                <a:gd name="connsiteX221" fmla="*/ 2152649 w 2912392"/>
                <a:gd name="connsiteY221" fmla="*/ 290383 h 834380"/>
                <a:gd name="connsiteX222" fmla="*/ 2162377 w 2912392"/>
                <a:gd name="connsiteY222" fmla="*/ 293745 h 834380"/>
                <a:gd name="connsiteX223" fmla="*/ 2172121 w 2912392"/>
                <a:gd name="connsiteY223" fmla="*/ 297156 h 834380"/>
                <a:gd name="connsiteX224" fmla="*/ 2181865 w 2912392"/>
                <a:gd name="connsiteY224" fmla="*/ 300623 h 834380"/>
                <a:gd name="connsiteX225" fmla="*/ 2191609 w 2912392"/>
                <a:gd name="connsiteY225" fmla="*/ 304149 h 834380"/>
                <a:gd name="connsiteX226" fmla="*/ 2201338 w 2912392"/>
                <a:gd name="connsiteY226" fmla="*/ 307742 h 834380"/>
                <a:gd name="connsiteX227" fmla="*/ 2211082 w 2912392"/>
                <a:gd name="connsiteY227" fmla="*/ 311407 h 834380"/>
                <a:gd name="connsiteX228" fmla="*/ 2220826 w 2912392"/>
                <a:gd name="connsiteY228" fmla="*/ 315151 h 834380"/>
                <a:gd name="connsiteX229" fmla="*/ 2230570 w 2912392"/>
                <a:gd name="connsiteY229" fmla="*/ 318978 h 834380"/>
                <a:gd name="connsiteX230" fmla="*/ 2240299 w 2912392"/>
                <a:gd name="connsiteY230" fmla="*/ 322897 h 834380"/>
                <a:gd name="connsiteX231" fmla="*/ 2250043 w 2912392"/>
                <a:gd name="connsiteY231" fmla="*/ 326913 h 834380"/>
                <a:gd name="connsiteX232" fmla="*/ 2259787 w 2912392"/>
                <a:gd name="connsiteY232" fmla="*/ 331032 h 834380"/>
                <a:gd name="connsiteX233" fmla="*/ 2269531 w 2912392"/>
                <a:gd name="connsiteY233" fmla="*/ 335258 h 834380"/>
                <a:gd name="connsiteX234" fmla="*/ 2279260 w 2912392"/>
                <a:gd name="connsiteY234" fmla="*/ 339600 h 834380"/>
                <a:gd name="connsiteX235" fmla="*/ 2289004 w 2912392"/>
                <a:gd name="connsiteY235" fmla="*/ 344064 h 834380"/>
                <a:gd name="connsiteX236" fmla="*/ 2298748 w 2912392"/>
                <a:gd name="connsiteY236" fmla="*/ 348653 h 834380"/>
                <a:gd name="connsiteX237" fmla="*/ 2308492 w 2912392"/>
                <a:gd name="connsiteY237" fmla="*/ 353374 h 834380"/>
                <a:gd name="connsiteX238" fmla="*/ 2318236 w 2912392"/>
                <a:gd name="connsiteY238" fmla="*/ 358233 h 834380"/>
                <a:gd name="connsiteX239" fmla="*/ 2327965 w 2912392"/>
                <a:gd name="connsiteY239" fmla="*/ 363234 h 834380"/>
                <a:gd name="connsiteX240" fmla="*/ 2337709 w 2912392"/>
                <a:gd name="connsiteY240" fmla="*/ 368383 h 834380"/>
                <a:gd name="connsiteX241" fmla="*/ 2347453 w 2912392"/>
                <a:gd name="connsiteY241" fmla="*/ 373683 h 834380"/>
                <a:gd name="connsiteX242" fmla="*/ 2357197 w 2912392"/>
                <a:gd name="connsiteY242" fmla="*/ 379139 h 834380"/>
                <a:gd name="connsiteX243" fmla="*/ 2366926 w 2912392"/>
                <a:gd name="connsiteY243" fmla="*/ 384754 h 834380"/>
                <a:gd name="connsiteX244" fmla="*/ 2376670 w 2912392"/>
                <a:gd name="connsiteY244" fmla="*/ 390534 h 834380"/>
                <a:gd name="connsiteX245" fmla="*/ 2386413 w 2912392"/>
                <a:gd name="connsiteY245" fmla="*/ 396480 h 834380"/>
                <a:gd name="connsiteX246" fmla="*/ 2396157 w 2912392"/>
                <a:gd name="connsiteY246" fmla="*/ 402593 h 834380"/>
                <a:gd name="connsiteX247" fmla="*/ 2405886 w 2912392"/>
                <a:gd name="connsiteY247" fmla="*/ 408877 h 834380"/>
                <a:gd name="connsiteX248" fmla="*/ 2415630 w 2912392"/>
                <a:gd name="connsiteY248" fmla="*/ 415334 h 834380"/>
                <a:gd name="connsiteX249" fmla="*/ 2425374 w 2912392"/>
                <a:gd name="connsiteY249" fmla="*/ 421963 h 834380"/>
                <a:gd name="connsiteX250" fmla="*/ 2435118 w 2912392"/>
                <a:gd name="connsiteY250" fmla="*/ 428767 h 834380"/>
                <a:gd name="connsiteX251" fmla="*/ 2444862 w 2912392"/>
                <a:gd name="connsiteY251" fmla="*/ 435745 h 834380"/>
                <a:gd name="connsiteX252" fmla="*/ 2454591 w 2912392"/>
                <a:gd name="connsiteY252" fmla="*/ 442893 h 834380"/>
                <a:gd name="connsiteX253" fmla="*/ 2464335 w 2912392"/>
                <a:gd name="connsiteY253" fmla="*/ 450214 h 834380"/>
                <a:gd name="connsiteX254" fmla="*/ 2474079 w 2912392"/>
                <a:gd name="connsiteY254" fmla="*/ 457704 h 834380"/>
                <a:gd name="connsiteX255" fmla="*/ 2483823 w 2912392"/>
                <a:gd name="connsiteY255" fmla="*/ 465362 h 834380"/>
                <a:gd name="connsiteX256" fmla="*/ 2493552 w 2912392"/>
                <a:gd name="connsiteY256" fmla="*/ 473183 h 834380"/>
                <a:gd name="connsiteX257" fmla="*/ 2503296 w 2912392"/>
                <a:gd name="connsiteY257" fmla="*/ 481163 h 834380"/>
                <a:gd name="connsiteX258" fmla="*/ 2513040 w 2912392"/>
                <a:gd name="connsiteY258" fmla="*/ 489299 h 834380"/>
                <a:gd name="connsiteX259" fmla="*/ 2522784 w 2912392"/>
                <a:gd name="connsiteY259" fmla="*/ 497584 h 834380"/>
                <a:gd name="connsiteX260" fmla="*/ 2532513 w 2912392"/>
                <a:gd name="connsiteY260" fmla="*/ 506014 h 834380"/>
                <a:gd name="connsiteX261" fmla="*/ 2542257 w 2912392"/>
                <a:gd name="connsiteY261" fmla="*/ 514581 h 834380"/>
                <a:gd name="connsiteX262" fmla="*/ 2552001 w 2912392"/>
                <a:gd name="connsiteY262" fmla="*/ 523278 h 834380"/>
                <a:gd name="connsiteX263" fmla="*/ 2561745 w 2912392"/>
                <a:gd name="connsiteY263" fmla="*/ 532098 h 834380"/>
                <a:gd name="connsiteX264" fmla="*/ 2571474 w 2912392"/>
                <a:gd name="connsiteY264" fmla="*/ 541031 h 834380"/>
                <a:gd name="connsiteX265" fmla="*/ 2581218 w 2912392"/>
                <a:gd name="connsiteY265" fmla="*/ 550072 h 834380"/>
                <a:gd name="connsiteX266" fmla="*/ 2590962 w 2912392"/>
                <a:gd name="connsiteY266" fmla="*/ 559206 h 834380"/>
                <a:gd name="connsiteX267" fmla="*/ 2600705 w 2912392"/>
                <a:gd name="connsiteY267" fmla="*/ 568427 h 834380"/>
                <a:gd name="connsiteX268" fmla="*/ 2610449 w 2912392"/>
                <a:gd name="connsiteY268" fmla="*/ 577724 h 834380"/>
                <a:gd name="connsiteX269" fmla="*/ 2620178 w 2912392"/>
                <a:gd name="connsiteY269" fmla="*/ 587085 h 834380"/>
                <a:gd name="connsiteX270" fmla="*/ 2629922 w 2912392"/>
                <a:gd name="connsiteY270" fmla="*/ 596499 h 834380"/>
                <a:gd name="connsiteX271" fmla="*/ 2639666 w 2912392"/>
                <a:gd name="connsiteY271" fmla="*/ 605952 h 834380"/>
                <a:gd name="connsiteX272" fmla="*/ 2649410 w 2912392"/>
                <a:gd name="connsiteY272" fmla="*/ 615435 h 834380"/>
                <a:gd name="connsiteX273" fmla="*/ 2659139 w 2912392"/>
                <a:gd name="connsiteY273" fmla="*/ 624933 h 834380"/>
                <a:gd name="connsiteX274" fmla="*/ 2668883 w 2912392"/>
                <a:gd name="connsiteY274" fmla="*/ 634434 h 834380"/>
                <a:gd name="connsiteX275" fmla="*/ 2678627 w 2912392"/>
                <a:gd name="connsiteY275" fmla="*/ 643925 h 834380"/>
                <a:gd name="connsiteX276" fmla="*/ 2688371 w 2912392"/>
                <a:gd name="connsiteY276" fmla="*/ 653393 h 834380"/>
                <a:gd name="connsiteX277" fmla="*/ 2698100 w 2912392"/>
                <a:gd name="connsiteY277" fmla="*/ 662823 h 834380"/>
                <a:gd name="connsiteX278" fmla="*/ 2707844 w 2912392"/>
                <a:gd name="connsiteY278" fmla="*/ 672202 h 834380"/>
                <a:gd name="connsiteX279" fmla="*/ 2717588 w 2912392"/>
                <a:gd name="connsiteY279" fmla="*/ 681515 h 834380"/>
                <a:gd name="connsiteX280" fmla="*/ 2727332 w 2912392"/>
                <a:gd name="connsiteY280" fmla="*/ 690751 h 834380"/>
                <a:gd name="connsiteX281" fmla="*/ 2737076 w 2912392"/>
                <a:gd name="connsiteY281" fmla="*/ 699895 h 834380"/>
                <a:gd name="connsiteX282" fmla="*/ 2746805 w 2912392"/>
                <a:gd name="connsiteY282" fmla="*/ 708932 h 834380"/>
                <a:gd name="connsiteX283" fmla="*/ 2756549 w 2912392"/>
                <a:gd name="connsiteY283" fmla="*/ 717849 h 834380"/>
                <a:gd name="connsiteX284" fmla="*/ 2766293 w 2912392"/>
                <a:gd name="connsiteY284" fmla="*/ 726635 h 834380"/>
                <a:gd name="connsiteX285" fmla="*/ 2776037 w 2912392"/>
                <a:gd name="connsiteY285" fmla="*/ 735274 h 834380"/>
                <a:gd name="connsiteX286" fmla="*/ 2785766 w 2912392"/>
                <a:gd name="connsiteY286" fmla="*/ 743753 h 834380"/>
                <a:gd name="connsiteX287" fmla="*/ 2795510 w 2912392"/>
                <a:gd name="connsiteY287" fmla="*/ 752060 h 834380"/>
                <a:gd name="connsiteX288" fmla="*/ 2805254 w 2912392"/>
                <a:gd name="connsiteY288" fmla="*/ 760183 h 834380"/>
                <a:gd name="connsiteX289" fmla="*/ 2814998 w 2912392"/>
                <a:gd name="connsiteY289" fmla="*/ 768113 h 834380"/>
                <a:gd name="connsiteX290" fmla="*/ 2824727 w 2912392"/>
                <a:gd name="connsiteY290" fmla="*/ 775833 h 834380"/>
                <a:gd name="connsiteX291" fmla="*/ 2834471 w 2912392"/>
                <a:gd name="connsiteY291" fmla="*/ 783335 h 834380"/>
                <a:gd name="connsiteX292" fmla="*/ 2844215 w 2912392"/>
                <a:gd name="connsiteY292" fmla="*/ 790609 h 834380"/>
                <a:gd name="connsiteX293" fmla="*/ 2853958 w 2912392"/>
                <a:gd name="connsiteY293" fmla="*/ 797644 h 834380"/>
                <a:gd name="connsiteX294" fmla="*/ 2863687 w 2912392"/>
                <a:gd name="connsiteY294" fmla="*/ 804432 h 834380"/>
                <a:gd name="connsiteX295" fmla="*/ 2873431 w 2912392"/>
                <a:gd name="connsiteY295" fmla="*/ 810965 h 834380"/>
                <a:gd name="connsiteX296" fmla="*/ 2883175 w 2912392"/>
                <a:gd name="connsiteY296" fmla="*/ 817231 h 834380"/>
                <a:gd name="connsiteX297" fmla="*/ 2892919 w 2912392"/>
                <a:gd name="connsiteY297" fmla="*/ 823228 h 834380"/>
                <a:gd name="connsiteX298" fmla="*/ 2902663 w 2912392"/>
                <a:gd name="connsiteY298" fmla="*/ 828945 h 834380"/>
                <a:gd name="connsiteX299" fmla="*/ 2912392 w 2912392"/>
                <a:gd name="connsiteY299" fmla="*/ 834380 h 834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34380">
                  <a:moveTo>
                    <a:pt x="0" y="487148"/>
                  </a:moveTo>
                  <a:lnTo>
                    <a:pt x="9739" y="484138"/>
                  </a:lnTo>
                  <a:lnTo>
                    <a:pt x="19480" y="480991"/>
                  </a:lnTo>
                  <a:lnTo>
                    <a:pt x="29221" y="477713"/>
                  </a:lnTo>
                  <a:lnTo>
                    <a:pt x="38961" y="474311"/>
                  </a:lnTo>
                  <a:lnTo>
                    <a:pt x="48702" y="470790"/>
                  </a:lnTo>
                  <a:lnTo>
                    <a:pt x="58443" y="467161"/>
                  </a:lnTo>
                  <a:lnTo>
                    <a:pt x="68182" y="463427"/>
                  </a:lnTo>
                  <a:lnTo>
                    <a:pt x="77923" y="459596"/>
                  </a:lnTo>
                  <a:lnTo>
                    <a:pt x="87664" y="455678"/>
                  </a:lnTo>
                  <a:lnTo>
                    <a:pt x="97404" y="451676"/>
                  </a:lnTo>
                  <a:lnTo>
                    <a:pt x="107145" y="447600"/>
                  </a:lnTo>
                  <a:lnTo>
                    <a:pt x="116886" y="443455"/>
                  </a:lnTo>
                  <a:lnTo>
                    <a:pt x="126625" y="439247"/>
                  </a:lnTo>
                  <a:lnTo>
                    <a:pt x="136366" y="434986"/>
                  </a:lnTo>
                  <a:lnTo>
                    <a:pt x="146107" y="430676"/>
                  </a:lnTo>
                  <a:lnTo>
                    <a:pt x="155846" y="426322"/>
                  </a:lnTo>
                  <a:lnTo>
                    <a:pt x="165587" y="421933"/>
                  </a:lnTo>
                  <a:lnTo>
                    <a:pt x="175328" y="417514"/>
                  </a:lnTo>
                  <a:lnTo>
                    <a:pt x="185068" y="413068"/>
                  </a:lnTo>
                  <a:lnTo>
                    <a:pt x="194809" y="408605"/>
                  </a:lnTo>
                  <a:lnTo>
                    <a:pt x="204550" y="404124"/>
                  </a:lnTo>
                  <a:lnTo>
                    <a:pt x="214289" y="399635"/>
                  </a:lnTo>
                  <a:lnTo>
                    <a:pt x="224030" y="395142"/>
                  </a:lnTo>
                  <a:lnTo>
                    <a:pt x="233771" y="390647"/>
                  </a:lnTo>
                  <a:lnTo>
                    <a:pt x="243510" y="386153"/>
                  </a:lnTo>
                  <a:lnTo>
                    <a:pt x="253251" y="381667"/>
                  </a:lnTo>
                  <a:lnTo>
                    <a:pt x="262992" y="377192"/>
                  </a:lnTo>
                  <a:lnTo>
                    <a:pt x="272732" y="372729"/>
                  </a:lnTo>
                  <a:lnTo>
                    <a:pt x="282473" y="368281"/>
                  </a:lnTo>
                  <a:lnTo>
                    <a:pt x="292214" y="363851"/>
                  </a:lnTo>
                  <a:lnTo>
                    <a:pt x="301953" y="359441"/>
                  </a:lnTo>
                  <a:lnTo>
                    <a:pt x="311694" y="355053"/>
                  </a:lnTo>
                  <a:lnTo>
                    <a:pt x="321435" y="350688"/>
                  </a:lnTo>
                  <a:lnTo>
                    <a:pt x="331175" y="346346"/>
                  </a:lnTo>
                  <a:lnTo>
                    <a:pt x="340916" y="342030"/>
                  </a:lnTo>
                  <a:lnTo>
                    <a:pt x="350656" y="337739"/>
                  </a:lnTo>
                  <a:lnTo>
                    <a:pt x="360396" y="333474"/>
                  </a:lnTo>
                  <a:lnTo>
                    <a:pt x="370137" y="329233"/>
                  </a:lnTo>
                  <a:lnTo>
                    <a:pt x="379878" y="325018"/>
                  </a:lnTo>
                  <a:lnTo>
                    <a:pt x="389617" y="320827"/>
                  </a:lnTo>
                  <a:lnTo>
                    <a:pt x="399358" y="316660"/>
                  </a:lnTo>
                  <a:lnTo>
                    <a:pt x="409099" y="312515"/>
                  </a:lnTo>
                  <a:lnTo>
                    <a:pt x="418839" y="308393"/>
                  </a:lnTo>
                  <a:lnTo>
                    <a:pt x="428580" y="304288"/>
                  </a:lnTo>
                  <a:lnTo>
                    <a:pt x="438321" y="300201"/>
                  </a:lnTo>
                  <a:lnTo>
                    <a:pt x="448060" y="296132"/>
                  </a:lnTo>
                  <a:lnTo>
                    <a:pt x="457801" y="292075"/>
                  </a:lnTo>
                  <a:lnTo>
                    <a:pt x="467542" y="288030"/>
                  </a:lnTo>
                  <a:lnTo>
                    <a:pt x="477281" y="283995"/>
                  </a:lnTo>
                  <a:lnTo>
                    <a:pt x="487022" y="279967"/>
                  </a:lnTo>
                  <a:lnTo>
                    <a:pt x="496763" y="275943"/>
                  </a:lnTo>
                  <a:lnTo>
                    <a:pt x="506503" y="271921"/>
                  </a:lnTo>
                  <a:lnTo>
                    <a:pt x="516244" y="267899"/>
                  </a:lnTo>
                  <a:lnTo>
                    <a:pt x="525985" y="263873"/>
                  </a:lnTo>
                  <a:lnTo>
                    <a:pt x="535724" y="259843"/>
                  </a:lnTo>
                  <a:lnTo>
                    <a:pt x="545465" y="255804"/>
                  </a:lnTo>
                  <a:lnTo>
                    <a:pt x="555206" y="251753"/>
                  </a:lnTo>
                  <a:lnTo>
                    <a:pt x="564946" y="247690"/>
                  </a:lnTo>
                  <a:lnTo>
                    <a:pt x="574687" y="243610"/>
                  </a:lnTo>
                  <a:lnTo>
                    <a:pt x="584428" y="239515"/>
                  </a:lnTo>
                  <a:lnTo>
                    <a:pt x="594167" y="235398"/>
                  </a:lnTo>
                  <a:lnTo>
                    <a:pt x="603908" y="231259"/>
                  </a:lnTo>
                  <a:lnTo>
                    <a:pt x="613649" y="227096"/>
                  </a:lnTo>
                  <a:lnTo>
                    <a:pt x="623388" y="222908"/>
                  </a:lnTo>
                  <a:lnTo>
                    <a:pt x="633129" y="218693"/>
                  </a:lnTo>
                  <a:lnTo>
                    <a:pt x="642870" y="214451"/>
                  </a:lnTo>
                  <a:lnTo>
                    <a:pt x="652610" y="210178"/>
                  </a:lnTo>
                  <a:lnTo>
                    <a:pt x="662351" y="205876"/>
                  </a:lnTo>
                  <a:lnTo>
                    <a:pt x="672092" y="201542"/>
                  </a:lnTo>
                  <a:lnTo>
                    <a:pt x="681831" y="197178"/>
                  </a:lnTo>
                  <a:lnTo>
                    <a:pt x="691572" y="192782"/>
                  </a:lnTo>
                  <a:lnTo>
                    <a:pt x="701313" y="188356"/>
                  </a:lnTo>
                  <a:lnTo>
                    <a:pt x="711052" y="183898"/>
                  </a:lnTo>
                  <a:lnTo>
                    <a:pt x="720793" y="179411"/>
                  </a:lnTo>
                  <a:lnTo>
                    <a:pt x="730534" y="174896"/>
                  </a:lnTo>
                  <a:lnTo>
                    <a:pt x="740274" y="170352"/>
                  </a:lnTo>
                  <a:lnTo>
                    <a:pt x="750015" y="165784"/>
                  </a:lnTo>
                  <a:lnTo>
                    <a:pt x="759756" y="161192"/>
                  </a:lnTo>
                  <a:lnTo>
                    <a:pt x="769495" y="156578"/>
                  </a:lnTo>
                  <a:lnTo>
                    <a:pt x="779236" y="151944"/>
                  </a:lnTo>
                  <a:lnTo>
                    <a:pt x="788977" y="147296"/>
                  </a:lnTo>
                  <a:lnTo>
                    <a:pt x="798717" y="142634"/>
                  </a:lnTo>
                  <a:lnTo>
                    <a:pt x="808458" y="137963"/>
                  </a:lnTo>
                  <a:lnTo>
                    <a:pt x="818199" y="133285"/>
                  </a:lnTo>
                  <a:lnTo>
                    <a:pt x="827938" y="128607"/>
                  </a:lnTo>
                  <a:lnTo>
                    <a:pt x="837679" y="123928"/>
                  </a:lnTo>
                  <a:lnTo>
                    <a:pt x="847420" y="119259"/>
                  </a:lnTo>
                  <a:lnTo>
                    <a:pt x="857159" y="114600"/>
                  </a:lnTo>
                  <a:lnTo>
                    <a:pt x="866900" y="109956"/>
                  </a:lnTo>
                  <a:lnTo>
                    <a:pt x="876641" y="105336"/>
                  </a:lnTo>
                  <a:lnTo>
                    <a:pt x="886381" y="100741"/>
                  </a:lnTo>
                  <a:lnTo>
                    <a:pt x="896122" y="96177"/>
                  </a:lnTo>
                  <a:lnTo>
                    <a:pt x="905863" y="91653"/>
                  </a:lnTo>
                  <a:lnTo>
                    <a:pt x="915602" y="87171"/>
                  </a:lnTo>
                  <a:lnTo>
                    <a:pt x="925343" y="82740"/>
                  </a:lnTo>
                  <a:lnTo>
                    <a:pt x="935084" y="78363"/>
                  </a:lnTo>
                  <a:lnTo>
                    <a:pt x="944824" y="74048"/>
                  </a:lnTo>
                  <a:lnTo>
                    <a:pt x="954564" y="69799"/>
                  </a:lnTo>
                  <a:lnTo>
                    <a:pt x="964305" y="65624"/>
                  </a:lnTo>
                  <a:lnTo>
                    <a:pt x="974045" y="61530"/>
                  </a:lnTo>
                  <a:lnTo>
                    <a:pt x="983786" y="57520"/>
                  </a:lnTo>
                  <a:lnTo>
                    <a:pt x="993522" y="53602"/>
                  </a:lnTo>
                  <a:lnTo>
                    <a:pt x="1003266" y="49783"/>
                  </a:lnTo>
                  <a:lnTo>
                    <a:pt x="1013010" y="46066"/>
                  </a:lnTo>
                  <a:lnTo>
                    <a:pt x="1022754" y="42461"/>
                  </a:lnTo>
                  <a:lnTo>
                    <a:pt x="1032483" y="38968"/>
                  </a:lnTo>
                  <a:lnTo>
                    <a:pt x="1042227" y="35598"/>
                  </a:lnTo>
                  <a:lnTo>
                    <a:pt x="1051971" y="32353"/>
                  </a:lnTo>
                  <a:lnTo>
                    <a:pt x="1061715" y="29239"/>
                  </a:lnTo>
                  <a:lnTo>
                    <a:pt x="1071444" y="26262"/>
                  </a:lnTo>
                  <a:lnTo>
                    <a:pt x="1081188" y="23427"/>
                  </a:lnTo>
                  <a:lnTo>
                    <a:pt x="1090932" y="20736"/>
                  </a:lnTo>
                  <a:lnTo>
                    <a:pt x="1100676" y="18195"/>
                  </a:lnTo>
                  <a:lnTo>
                    <a:pt x="1110405" y="15808"/>
                  </a:lnTo>
                  <a:lnTo>
                    <a:pt x="1120149" y="13579"/>
                  </a:lnTo>
                  <a:lnTo>
                    <a:pt x="1129893" y="11509"/>
                  </a:lnTo>
                  <a:lnTo>
                    <a:pt x="1139637" y="9605"/>
                  </a:lnTo>
                  <a:lnTo>
                    <a:pt x="1149381" y="7867"/>
                  </a:lnTo>
                  <a:lnTo>
                    <a:pt x="1159110" y="6298"/>
                  </a:lnTo>
                  <a:lnTo>
                    <a:pt x="1168854" y="4899"/>
                  </a:lnTo>
                  <a:lnTo>
                    <a:pt x="1178598" y="3674"/>
                  </a:lnTo>
                  <a:lnTo>
                    <a:pt x="1188341" y="2622"/>
                  </a:lnTo>
                  <a:lnTo>
                    <a:pt x="1198070" y="1746"/>
                  </a:lnTo>
                  <a:lnTo>
                    <a:pt x="1207814" y="1046"/>
                  </a:lnTo>
                  <a:lnTo>
                    <a:pt x="1217558" y="521"/>
                  </a:lnTo>
                  <a:lnTo>
                    <a:pt x="1227302" y="173"/>
                  </a:lnTo>
                  <a:lnTo>
                    <a:pt x="1237031" y="0"/>
                  </a:lnTo>
                  <a:lnTo>
                    <a:pt x="1246775" y="2"/>
                  </a:lnTo>
                  <a:lnTo>
                    <a:pt x="1256519" y="177"/>
                  </a:lnTo>
                  <a:lnTo>
                    <a:pt x="1266263" y="524"/>
                  </a:lnTo>
                  <a:lnTo>
                    <a:pt x="1276007" y="1041"/>
                  </a:lnTo>
                  <a:lnTo>
                    <a:pt x="1285736" y="1728"/>
                  </a:lnTo>
                  <a:lnTo>
                    <a:pt x="1295480" y="2580"/>
                  </a:lnTo>
                  <a:lnTo>
                    <a:pt x="1305224" y="3595"/>
                  </a:lnTo>
                  <a:lnTo>
                    <a:pt x="1314968" y="4771"/>
                  </a:lnTo>
                  <a:lnTo>
                    <a:pt x="1324697" y="6103"/>
                  </a:lnTo>
                  <a:lnTo>
                    <a:pt x="1334441" y="7588"/>
                  </a:lnTo>
                  <a:lnTo>
                    <a:pt x="1344185" y="9222"/>
                  </a:lnTo>
                  <a:lnTo>
                    <a:pt x="1353929" y="11003"/>
                  </a:lnTo>
                  <a:lnTo>
                    <a:pt x="1363658" y="12925"/>
                  </a:lnTo>
                  <a:lnTo>
                    <a:pt x="1373402" y="14985"/>
                  </a:lnTo>
                  <a:lnTo>
                    <a:pt x="1383146" y="17177"/>
                  </a:lnTo>
                  <a:lnTo>
                    <a:pt x="1392890" y="19497"/>
                  </a:lnTo>
                  <a:lnTo>
                    <a:pt x="1402619" y="21939"/>
                  </a:lnTo>
                  <a:lnTo>
                    <a:pt x="1412363" y="24500"/>
                  </a:lnTo>
                  <a:lnTo>
                    <a:pt x="1422106" y="27174"/>
                  </a:lnTo>
                  <a:lnTo>
                    <a:pt x="1431850" y="29956"/>
                  </a:lnTo>
                  <a:lnTo>
                    <a:pt x="1441594" y="32842"/>
                  </a:lnTo>
                  <a:lnTo>
                    <a:pt x="1451323" y="35825"/>
                  </a:lnTo>
                  <a:lnTo>
                    <a:pt x="1461067" y="38901"/>
                  </a:lnTo>
                  <a:lnTo>
                    <a:pt x="1470811" y="42064"/>
                  </a:lnTo>
                  <a:lnTo>
                    <a:pt x="1480555" y="45311"/>
                  </a:lnTo>
                  <a:lnTo>
                    <a:pt x="1490284" y="48633"/>
                  </a:lnTo>
                  <a:lnTo>
                    <a:pt x="1500028" y="52029"/>
                  </a:lnTo>
                  <a:lnTo>
                    <a:pt x="1509772" y="55491"/>
                  </a:lnTo>
                  <a:lnTo>
                    <a:pt x="1519516" y="59015"/>
                  </a:lnTo>
                  <a:lnTo>
                    <a:pt x="1529245" y="62597"/>
                  </a:lnTo>
                  <a:lnTo>
                    <a:pt x="1538989" y="66230"/>
                  </a:lnTo>
                  <a:lnTo>
                    <a:pt x="1548733" y="69912"/>
                  </a:lnTo>
                  <a:lnTo>
                    <a:pt x="1558477" y="73637"/>
                  </a:lnTo>
                  <a:lnTo>
                    <a:pt x="1568221" y="77400"/>
                  </a:lnTo>
                  <a:lnTo>
                    <a:pt x="1577950" y="81198"/>
                  </a:lnTo>
                  <a:lnTo>
                    <a:pt x="1587694" y="85027"/>
                  </a:lnTo>
                  <a:lnTo>
                    <a:pt x="1597438" y="88881"/>
                  </a:lnTo>
                  <a:lnTo>
                    <a:pt x="1607182" y="92758"/>
                  </a:lnTo>
                  <a:lnTo>
                    <a:pt x="1616911" y="96653"/>
                  </a:lnTo>
                  <a:lnTo>
                    <a:pt x="1626655" y="100564"/>
                  </a:lnTo>
                  <a:lnTo>
                    <a:pt x="1636399" y="104485"/>
                  </a:lnTo>
                  <a:lnTo>
                    <a:pt x="1646142" y="108415"/>
                  </a:lnTo>
                  <a:lnTo>
                    <a:pt x="1655872" y="112352"/>
                  </a:lnTo>
                  <a:lnTo>
                    <a:pt x="1665616" y="116290"/>
                  </a:lnTo>
                  <a:lnTo>
                    <a:pt x="1675359" y="120226"/>
                  </a:lnTo>
                  <a:lnTo>
                    <a:pt x="1685103" y="124159"/>
                  </a:lnTo>
                  <a:lnTo>
                    <a:pt x="1694832" y="128088"/>
                  </a:lnTo>
                  <a:lnTo>
                    <a:pt x="1704576" y="132008"/>
                  </a:lnTo>
                  <a:lnTo>
                    <a:pt x="1714320" y="135916"/>
                  </a:lnTo>
                  <a:lnTo>
                    <a:pt x="1724064" y="139814"/>
                  </a:lnTo>
                  <a:lnTo>
                    <a:pt x="1733808" y="143696"/>
                  </a:lnTo>
                  <a:lnTo>
                    <a:pt x="1743537" y="147561"/>
                  </a:lnTo>
                  <a:lnTo>
                    <a:pt x="1753281" y="151409"/>
                  </a:lnTo>
                  <a:lnTo>
                    <a:pt x="1763025" y="155238"/>
                  </a:lnTo>
                  <a:lnTo>
                    <a:pt x="1772769" y="159047"/>
                  </a:lnTo>
                  <a:lnTo>
                    <a:pt x="1782498" y="162831"/>
                  </a:lnTo>
                  <a:lnTo>
                    <a:pt x="1792242" y="166593"/>
                  </a:lnTo>
                  <a:lnTo>
                    <a:pt x="1801986" y="170331"/>
                  </a:lnTo>
                  <a:lnTo>
                    <a:pt x="1811730" y="174042"/>
                  </a:lnTo>
                  <a:lnTo>
                    <a:pt x="1821459" y="177728"/>
                  </a:lnTo>
                  <a:lnTo>
                    <a:pt x="1831203" y="181386"/>
                  </a:lnTo>
                  <a:lnTo>
                    <a:pt x="1840947" y="185017"/>
                  </a:lnTo>
                  <a:lnTo>
                    <a:pt x="1850691" y="188620"/>
                  </a:lnTo>
                  <a:lnTo>
                    <a:pt x="1860435" y="192194"/>
                  </a:lnTo>
                  <a:lnTo>
                    <a:pt x="1870164" y="195740"/>
                  </a:lnTo>
                  <a:lnTo>
                    <a:pt x="1879908" y="199256"/>
                  </a:lnTo>
                  <a:lnTo>
                    <a:pt x="1889652" y="202742"/>
                  </a:lnTo>
                  <a:lnTo>
                    <a:pt x="1899395" y="206202"/>
                  </a:lnTo>
                  <a:lnTo>
                    <a:pt x="1909124" y="209632"/>
                  </a:lnTo>
                  <a:lnTo>
                    <a:pt x="1918868" y="213035"/>
                  </a:lnTo>
                  <a:lnTo>
                    <a:pt x="1928612" y="216409"/>
                  </a:lnTo>
                  <a:lnTo>
                    <a:pt x="1938356" y="219757"/>
                  </a:lnTo>
                  <a:lnTo>
                    <a:pt x="1948085" y="223078"/>
                  </a:lnTo>
                  <a:lnTo>
                    <a:pt x="1957829" y="226375"/>
                  </a:lnTo>
                  <a:lnTo>
                    <a:pt x="1967573" y="229648"/>
                  </a:lnTo>
                  <a:lnTo>
                    <a:pt x="1977317" y="232899"/>
                  </a:lnTo>
                  <a:lnTo>
                    <a:pt x="1987046" y="236129"/>
                  </a:lnTo>
                  <a:lnTo>
                    <a:pt x="1996790" y="239340"/>
                  </a:lnTo>
                  <a:lnTo>
                    <a:pt x="2006534" y="242535"/>
                  </a:lnTo>
                  <a:lnTo>
                    <a:pt x="2016278" y="245714"/>
                  </a:lnTo>
                  <a:lnTo>
                    <a:pt x="2026022" y="248880"/>
                  </a:lnTo>
                  <a:lnTo>
                    <a:pt x="2035751" y="252037"/>
                  </a:lnTo>
                  <a:lnTo>
                    <a:pt x="2045495" y="255187"/>
                  </a:lnTo>
                  <a:lnTo>
                    <a:pt x="2055239" y="258332"/>
                  </a:lnTo>
                  <a:lnTo>
                    <a:pt x="2064983" y="261477"/>
                  </a:lnTo>
                  <a:lnTo>
                    <a:pt x="2074712" y="264624"/>
                  </a:lnTo>
                  <a:lnTo>
                    <a:pt x="2084456" y="267778"/>
                  </a:lnTo>
                  <a:lnTo>
                    <a:pt x="2094200" y="270941"/>
                  </a:lnTo>
                  <a:lnTo>
                    <a:pt x="2103944" y="274119"/>
                  </a:lnTo>
                  <a:lnTo>
                    <a:pt x="2113673" y="277315"/>
                  </a:lnTo>
                  <a:lnTo>
                    <a:pt x="2123417" y="280534"/>
                  </a:lnTo>
                  <a:lnTo>
                    <a:pt x="2133161" y="283782"/>
                  </a:lnTo>
                  <a:lnTo>
                    <a:pt x="2142905" y="287063"/>
                  </a:lnTo>
                  <a:lnTo>
                    <a:pt x="2152649" y="290383"/>
                  </a:lnTo>
                  <a:lnTo>
                    <a:pt x="2162377" y="293745"/>
                  </a:lnTo>
                  <a:lnTo>
                    <a:pt x="2172121" y="297156"/>
                  </a:lnTo>
                  <a:lnTo>
                    <a:pt x="2181865" y="300623"/>
                  </a:lnTo>
                  <a:lnTo>
                    <a:pt x="2191609" y="304149"/>
                  </a:lnTo>
                  <a:lnTo>
                    <a:pt x="2201338" y="307742"/>
                  </a:lnTo>
                  <a:lnTo>
                    <a:pt x="2211082" y="311407"/>
                  </a:lnTo>
                  <a:lnTo>
                    <a:pt x="2220826" y="315151"/>
                  </a:lnTo>
                  <a:lnTo>
                    <a:pt x="2230570" y="318978"/>
                  </a:lnTo>
                  <a:lnTo>
                    <a:pt x="2240299" y="322897"/>
                  </a:lnTo>
                  <a:lnTo>
                    <a:pt x="2250043" y="326913"/>
                  </a:lnTo>
                  <a:lnTo>
                    <a:pt x="2259787" y="331032"/>
                  </a:lnTo>
                  <a:lnTo>
                    <a:pt x="2269531" y="335258"/>
                  </a:lnTo>
                  <a:lnTo>
                    <a:pt x="2279260" y="339600"/>
                  </a:lnTo>
                  <a:lnTo>
                    <a:pt x="2289004" y="344064"/>
                  </a:lnTo>
                  <a:lnTo>
                    <a:pt x="2298748" y="348653"/>
                  </a:lnTo>
                  <a:lnTo>
                    <a:pt x="2308492" y="353374"/>
                  </a:lnTo>
                  <a:lnTo>
                    <a:pt x="2318236" y="358233"/>
                  </a:lnTo>
                  <a:lnTo>
                    <a:pt x="2327965" y="363234"/>
                  </a:lnTo>
                  <a:lnTo>
                    <a:pt x="2337709" y="368383"/>
                  </a:lnTo>
                  <a:lnTo>
                    <a:pt x="2347453" y="373683"/>
                  </a:lnTo>
                  <a:lnTo>
                    <a:pt x="2357197" y="379139"/>
                  </a:lnTo>
                  <a:lnTo>
                    <a:pt x="2366926" y="384754"/>
                  </a:lnTo>
                  <a:lnTo>
                    <a:pt x="2376670" y="390534"/>
                  </a:lnTo>
                  <a:lnTo>
                    <a:pt x="2386413" y="396480"/>
                  </a:lnTo>
                  <a:lnTo>
                    <a:pt x="2396157" y="402593"/>
                  </a:lnTo>
                  <a:lnTo>
                    <a:pt x="2405886" y="408877"/>
                  </a:lnTo>
                  <a:lnTo>
                    <a:pt x="2415630" y="415334"/>
                  </a:lnTo>
                  <a:lnTo>
                    <a:pt x="2425374" y="421963"/>
                  </a:lnTo>
                  <a:lnTo>
                    <a:pt x="2435118" y="428767"/>
                  </a:lnTo>
                  <a:lnTo>
                    <a:pt x="2444862" y="435745"/>
                  </a:lnTo>
                  <a:lnTo>
                    <a:pt x="2454591" y="442893"/>
                  </a:lnTo>
                  <a:lnTo>
                    <a:pt x="2464335" y="450214"/>
                  </a:lnTo>
                  <a:lnTo>
                    <a:pt x="2474079" y="457704"/>
                  </a:lnTo>
                  <a:lnTo>
                    <a:pt x="2483823" y="465362"/>
                  </a:lnTo>
                  <a:lnTo>
                    <a:pt x="2493552" y="473183"/>
                  </a:lnTo>
                  <a:lnTo>
                    <a:pt x="2503296" y="481163"/>
                  </a:lnTo>
                  <a:lnTo>
                    <a:pt x="2513040" y="489299"/>
                  </a:lnTo>
                  <a:lnTo>
                    <a:pt x="2522784" y="497584"/>
                  </a:lnTo>
                  <a:lnTo>
                    <a:pt x="2532513" y="506014"/>
                  </a:lnTo>
                  <a:lnTo>
                    <a:pt x="2542257" y="514581"/>
                  </a:lnTo>
                  <a:lnTo>
                    <a:pt x="2552001" y="523278"/>
                  </a:lnTo>
                  <a:lnTo>
                    <a:pt x="2561745" y="532098"/>
                  </a:lnTo>
                  <a:lnTo>
                    <a:pt x="2571474" y="541031"/>
                  </a:lnTo>
                  <a:lnTo>
                    <a:pt x="2581218" y="550072"/>
                  </a:lnTo>
                  <a:lnTo>
                    <a:pt x="2590962" y="559206"/>
                  </a:lnTo>
                  <a:lnTo>
                    <a:pt x="2600705" y="568427"/>
                  </a:lnTo>
                  <a:lnTo>
                    <a:pt x="2610449" y="577724"/>
                  </a:lnTo>
                  <a:lnTo>
                    <a:pt x="2620178" y="587085"/>
                  </a:lnTo>
                  <a:lnTo>
                    <a:pt x="2629922" y="596499"/>
                  </a:lnTo>
                  <a:lnTo>
                    <a:pt x="2639666" y="605952"/>
                  </a:lnTo>
                  <a:lnTo>
                    <a:pt x="2649410" y="615435"/>
                  </a:lnTo>
                  <a:lnTo>
                    <a:pt x="2659139" y="624933"/>
                  </a:lnTo>
                  <a:lnTo>
                    <a:pt x="2668883" y="634434"/>
                  </a:lnTo>
                  <a:lnTo>
                    <a:pt x="2678627" y="643925"/>
                  </a:lnTo>
                  <a:lnTo>
                    <a:pt x="2688371" y="653393"/>
                  </a:lnTo>
                  <a:lnTo>
                    <a:pt x="2698100" y="662823"/>
                  </a:lnTo>
                  <a:lnTo>
                    <a:pt x="2707844" y="672202"/>
                  </a:lnTo>
                  <a:lnTo>
                    <a:pt x="2717588" y="681515"/>
                  </a:lnTo>
                  <a:lnTo>
                    <a:pt x="2727332" y="690751"/>
                  </a:lnTo>
                  <a:lnTo>
                    <a:pt x="2737076" y="699895"/>
                  </a:lnTo>
                  <a:lnTo>
                    <a:pt x="2746805" y="708932"/>
                  </a:lnTo>
                  <a:lnTo>
                    <a:pt x="2756549" y="717849"/>
                  </a:lnTo>
                  <a:lnTo>
                    <a:pt x="2766293" y="726635"/>
                  </a:lnTo>
                  <a:lnTo>
                    <a:pt x="2776037" y="735274"/>
                  </a:lnTo>
                  <a:lnTo>
                    <a:pt x="2785766" y="743753"/>
                  </a:lnTo>
                  <a:lnTo>
                    <a:pt x="2795510" y="752060"/>
                  </a:lnTo>
                  <a:lnTo>
                    <a:pt x="2805254" y="760183"/>
                  </a:lnTo>
                  <a:lnTo>
                    <a:pt x="2814998" y="768113"/>
                  </a:lnTo>
                  <a:lnTo>
                    <a:pt x="2824727" y="775833"/>
                  </a:lnTo>
                  <a:lnTo>
                    <a:pt x="2834471" y="783335"/>
                  </a:lnTo>
                  <a:lnTo>
                    <a:pt x="2844215" y="790609"/>
                  </a:lnTo>
                  <a:lnTo>
                    <a:pt x="2853958" y="797644"/>
                  </a:lnTo>
                  <a:lnTo>
                    <a:pt x="2863687" y="804432"/>
                  </a:lnTo>
                  <a:lnTo>
                    <a:pt x="2873431" y="810965"/>
                  </a:lnTo>
                  <a:lnTo>
                    <a:pt x="2883175" y="817231"/>
                  </a:lnTo>
                  <a:lnTo>
                    <a:pt x="2892919" y="823228"/>
                  </a:lnTo>
                  <a:lnTo>
                    <a:pt x="2902663" y="828945"/>
                  </a:lnTo>
                  <a:lnTo>
                    <a:pt x="2912392" y="83438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5" name="Freeform 794">
              <a:extLst>
                <a:ext uri="{FF2B5EF4-FFF2-40B4-BE49-F238E27FC236}">
                  <a16:creationId xmlns:a16="http://schemas.microsoft.com/office/drawing/2014/main" id="{999CBAE1-04B0-0ACA-8568-52A8DE533F5D}"/>
                </a:ext>
              </a:extLst>
            </p:cNvPr>
            <p:cNvSpPr/>
            <p:nvPr/>
          </p:nvSpPr>
          <p:spPr>
            <a:xfrm>
              <a:off x="576446" y="3000074"/>
              <a:ext cx="2912392" cy="881042"/>
            </a:xfrm>
            <a:custGeom>
              <a:avLst/>
              <a:gdLst>
                <a:gd name="connsiteX0" fmla="*/ 0 w 2912392"/>
                <a:gd name="connsiteY0" fmla="*/ 733931 h 881042"/>
                <a:gd name="connsiteX1" fmla="*/ 9739 w 2912392"/>
                <a:gd name="connsiteY1" fmla="*/ 734785 h 881042"/>
                <a:gd name="connsiteX2" fmla="*/ 19480 w 2912392"/>
                <a:gd name="connsiteY2" fmla="*/ 735736 h 881042"/>
                <a:gd name="connsiteX3" fmla="*/ 29221 w 2912392"/>
                <a:gd name="connsiteY3" fmla="*/ 736784 h 881042"/>
                <a:gd name="connsiteX4" fmla="*/ 38961 w 2912392"/>
                <a:gd name="connsiteY4" fmla="*/ 737935 h 881042"/>
                <a:gd name="connsiteX5" fmla="*/ 48702 w 2912392"/>
                <a:gd name="connsiteY5" fmla="*/ 739185 h 881042"/>
                <a:gd name="connsiteX6" fmla="*/ 58443 w 2912392"/>
                <a:gd name="connsiteY6" fmla="*/ 740535 h 881042"/>
                <a:gd name="connsiteX7" fmla="*/ 68182 w 2912392"/>
                <a:gd name="connsiteY7" fmla="*/ 741986 h 881042"/>
                <a:gd name="connsiteX8" fmla="*/ 77923 w 2912392"/>
                <a:gd name="connsiteY8" fmla="*/ 743537 h 881042"/>
                <a:gd name="connsiteX9" fmla="*/ 87664 w 2912392"/>
                <a:gd name="connsiteY9" fmla="*/ 745189 h 881042"/>
                <a:gd name="connsiteX10" fmla="*/ 97404 w 2912392"/>
                <a:gd name="connsiteY10" fmla="*/ 746941 h 881042"/>
                <a:gd name="connsiteX11" fmla="*/ 107145 w 2912392"/>
                <a:gd name="connsiteY11" fmla="*/ 748792 h 881042"/>
                <a:gd name="connsiteX12" fmla="*/ 116886 w 2912392"/>
                <a:gd name="connsiteY12" fmla="*/ 750740 h 881042"/>
                <a:gd name="connsiteX13" fmla="*/ 126625 w 2912392"/>
                <a:gd name="connsiteY13" fmla="*/ 752784 h 881042"/>
                <a:gd name="connsiteX14" fmla="*/ 136366 w 2912392"/>
                <a:gd name="connsiteY14" fmla="*/ 754924 h 881042"/>
                <a:gd name="connsiteX15" fmla="*/ 146107 w 2912392"/>
                <a:gd name="connsiteY15" fmla="*/ 757157 h 881042"/>
                <a:gd name="connsiteX16" fmla="*/ 155846 w 2912392"/>
                <a:gd name="connsiteY16" fmla="*/ 759482 h 881042"/>
                <a:gd name="connsiteX17" fmla="*/ 165587 w 2912392"/>
                <a:gd name="connsiteY17" fmla="*/ 761894 h 881042"/>
                <a:gd name="connsiteX18" fmla="*/ 175328 w 2912392"/>
                <a:gd name="connsiteY18" fmla="*/ 764394 h 881042"/>
                <a:gd name="connsiteX19" fmla="*/ 185068 w 2912392"/>
                <a:gd name="connsiteY19" fmla="*/ 766976 h 881042"/>
                <a:gd name="connsiteX20" fmla="*/ 194809 w 2912392"/>
                <a:gd name="connsiteY20" fmla="*/ 769637 h 881042"/>
                <a:gd name="connsiteX21" fmla="*/ 204550 w 2912392"/>
                <a:gd name="connsiteY21" fmla="*/ 772375 h 881042"/>
                <a:gd name="connsiteX22" fmla="*/ 214289 w 2912392"/>
                <a:gd name="connsiteY22" fmla="*/ 775187 h 881042"/>
                <a:gd name="connsiteX23" fmla="*/ 224030 w 2912392"/>
                <a:gd name="connsiteY23" fmla="*/ 778068 h 881042"/>
                <a:gd name="connsiteX24" fmla="*/ 233771 w 2912392"/>
                <a:gd name="connsiteY24" fmla="*/ 781012 h 881042"/>
                <a:gd name="connsiteX25" fmla="*/ 243510 w 2912392"/>
                <a:gd name="connsiteY25" fmla="*/ 784017 h 881042"/>
                <a:gd name="connsiteX26" fmla="*/ 253251 w 2912392"/>
                <a:gd name="connsiteY26" fmla="*/ 787079 h 881042"/>
                <a:gd name="connsiteX27" fmla="*/ 262992 w 2912392"/>
                <a:gd name="connsiteY27" fmla="*/ 790190 h 881042"/>
                <a:gd name="connsiteX28" fmla="*/ 272732 w 2912392"/>
                <a:gd name="connsiteY28" fmla="*/ 793345 h 881042"/>
                <a:gd name="connsiteX29" fmla="*/ 282473 w 2912392"/>
                <a:gd name="connsiteY29" fmla="*/ 796541 h 881042"/>
                <a:gd name="connsiteX30" fmla="*/ 292214 w 2912392"/>
                <a:gd name="connsiteY30" fmla="*/ 799771 h 881042"/>
                <a:gd name="connsiteX31" fmla="*/ 301953 w 2912392"/>
                <a:gd name="connsiteY31" fmla="*/ 803028 h 881042"/>
                <a:gd name="connsiteX32" fmla="*/ 311694 w 2912392"/>
                <a:gd name="connsiteY32" fmla="*/ 806308 h 881042"/>
                <a:gd name="connsiteX33" fmla="*/ 321435 w 2912392"/>
                <a:gd name="connsiteY33" fmla="*/ 809603 h 881042"/>
                <a:gd name="connsiteX34" fmla="*/ 331175 w 2912392"/>
                <a:gd name="connsiteY34" fmla="*/ 812908 h 881042"/>
                <a:gd name="connsiteX35" fmla="*/ 340916 w 2912392"/>
                <a:gd name="connsiteY35" fmla="*/ 816214 h 881042"/>
                <a:gd name="connsiteX36" fmla="*/ 350656 w 2912392"/>
                <a:gd name="connsiteY36" fmla="*/ 819517 h 881042"/>
                <a:gd name="connsiteX37" fmla="*/ 360396 w 2912392"/>
                <a:gd name="connsiteY37" fmla="*/ 822807 h 881042"/>
                <a:gd name="connsiteX38" fmla="*/ 370137 w 2912392"/>
                <a:gd name="connsiteY38" fmla="*/ 826079 h 881042"/>
                <a:gd name="connsiteX39" fmla="*/ 379878 w 2912392"/>
                <a:gd name="connsiteY39" fmla="*/ 829325 h 881042"/>
                <a:gd name="connsiteX40" fmla="*/ 389617 w 2912392"/>
                <a:gd name="connsiteY40" fmla="*/ 832539 h 881042"/>
                <a:gd name="connsiteX41" fmla="*/ 399358 w 2912392"/>
                <a:gd name="connsiteY41" fmla="*/ 835712 h 881042"/>
                <a:gd name="connsiteX42" fmla="*/ 409099 w 2912392"/>
                <a:gd name="connsiteY42" fmla="*/ 838837 h 881042"/>
                <a:gd name="connsiteX43" fmla="*/ 418839 w 2912392"/>
                <a:gd name="connsiteY43" fmla="*/ 841906 h 881042"/>
                <a:gd name="connsiteX44" fmla="*/ 428580 w 2912392"/>
                <a:gd name="connsiteY44" fmla="*/ 844912 h 881042"/>
                <a:gd name="connsiteX45" fmla="*/ 438321 w 2912392"/>
                <a:gd name="connsiteY45" fmla="*/ 847849 h 881042"/>
                <a:gd name="connsiteX46" fmla="*/ 448060 w 2912392"/>
                <a:gd name="connsiteY46" fmla="*/ 850707 h 881042"/>
                <a:gd name="connsiteX47" fmla="*/ 457801 w 2912392"/>
                <a:gd name="connsiteY47" fmla="*/ 853479 h 881042"/>
                <a:gd name="connsiteX48" fmla="*/ 467542 w 2912392"/>
                <a:gd name="connsiteY48" fmla="*/ 856160 h 881042"/>
                <a:gd name="connsiteX49" fmla="*/ 477281 w 2912392"/>
                <a:gd name="connsiteY49" fmla="*/ 858739 h 881042"/>
                <a:gd name="connsiteX50" fmla="*/ 487022 w 2912392"/>
                <a:gd name="connsiteY50" fmla="*/ 861212 h 881042"/>
                <a:gd name="connsiteX51" fmla="*/ 496763 w 2912392"/>
                <a:gd name="connsiteY51" fmla="*/ 863569 h 881042"/>
                <a:gd name="connsiteX52" fmla="*/ 506503 w 2912392"/>
                <a:gd name="connsiteY52" fmla="*/ 865807 h 881042"/>
                <a:gd name="connsiteX53" fmla="*/ 516244 w 2912392"/>
                <a:gd name="connsiteY53" fmla="*/ 867915 h 881042"/>
                <a:gd name="connsiteX54" fmla="*/ 525985 w 2912392"/>
                <a:gd name="connsiteY54" fmla="*/ 869888 h 881042"/>
                <a:gd name="connsiteX55" fmla="*/ 535724 w 2912392"/>
                <a:gd name="connsiteY55" fmla="*/ 871720 h 881042"/>
                <a:gd name="connsiteX56" fmla="*/ 545465 w 2912392"/>
                <a:gd name="connsiteY56" fmla="*/ 873405 h 881042"/>
                <a:gd name="connsiteX57" fmla="*/ 555206 w 2912392"/>
                <a:gd name="connsiteY57" fmla="*/ 874937 h 881042"/>
                <a:gd name="connsiteX58" fmla="*/ 564946 w 2912392"/>
                <a:gd name="connsiteY58" fmla="*/ 876309 h 881042"/>
                <a:gd name="connsiteX59" fmla="*/ 574687 w 2912392"/>
                <a:gd name="connsiteY59" fmla="*/ 877517 h 881042"/>
                <a:gd name="connsiteX60" fmla="*/ 584428 w 2912392"/>
                <a:gd name="connsiteY60" fmla="*/ 878556 h 881042"/>
                <a:gd name="connsiteX61" fmla="*/ 594167 w 2912392"/>
                <a:gd name="connsiteY61" fmla="*/ 879418 h 881042"/>
                <a:gd name="connsiteX62" fmla="*/ 603908 w 2912392"/>
                <a:gd name="connsiteY62" fmla="*/ 880104 h 881042"/>
                <a:gd name="connsiteX63" fmla="*/ 613649 w 2912392"/>
                <a:gd name="connsiteY63" fmla="*/ 880604 h 881042"/>
                <a:gd name="connsiteX64" fmla="*/ 623388 w 2912392"/>
                <a:gd name="connsiteY64" fmla="*/ 880919 h 881042"/>
                <a:gd name="connsiteX65" fmla="*/ 633129 w 2912392"/>
                <a:gd name="connsiteY65" fmla="*/ 881042 h 881042"/>
                <a:gd name="connsiteX66" fmla="*/ 642870 w 2912392"/>
                <a:gd name="connsiteY66" fmla="*/ 880972 h 881042"/>
                <a:gd name="connsiteX67" fmla="*/ 652610 w 2912392"/>
                <a:gd name="connsiteY67" fmla="*/ 880706 h 881042"/>
                <a:gd name="connsiteX68" fmla="*/ 662351 w 2912392"/>
                <a:gd name="connsiteY68" fmla="*/ 880239 h 881042"/>
                <a:gd name="connsiteX69" fmla="*/ 672092 w 2912392"/>
                <a:gd name="connsiteY69" fmla="*/ 879573 h 881042"/>
                <a:gd name="connsiteX70" fmla="*/ 681831 w 2912392"/>
                <a:gd name="connsiteY70" fmla="*/ 878705 h 881042"/>
                <a:gd name="connsiteX71" fmla="*/ 691572 w 2912392"/>
                <a:gd name="connsiteY71" fmla="*/ 877632 h 881042"/>
                <a:gd name="connsiteX72" fmla="*/ 701313 w 2912392"/>
                <a:gd name="connsiteY72" fmla="*/ 876355 h 881042"/>
                <a:gd name="connsiteX73" fmla="*/ 711052 w 2912392"/>
                <a:gd name="connsiteY73" fmla="*/ 874874 h 881042"/>
                <a:gd name="connsiteX74" fmla="*/ 720793 w 2912392"/>
                <a:gd name="connsiteY74" fmla="*/ 873189 h 881042"/>
                <a:gd name="connsiteX75" fmla="*/ 730534 w 2912392"/>
                <a:gd name="connsiteY75" fmla="*/ 871300 h 881042"/>
                <a:gd name="connsiteX76" fmla="*/ 740274 w 2912392"/>
                <a:gd name="connsiteY76" fmla="*/ 869207 h 881042"/>
                <a:gd name="connsiteX77" fmla="*/ 750015 w 2912392"/>
                <a:gd name="connsiteY77" fmla="*/ 866912 h 881042"/>
                <a:gd name="connsiteX78" fmla="*/ 759756 w 2912392"/>
                <a:gd name="connsiteY78" fmla="*/ 864417 h 881042"/>
                <a:gd name="connsiteX79" fmla="*/ 769495 w 2912392"/>
                <a:gd name="connsiteY79" fmla="*/ 861723 h 881042"/>
                <a:gd name="connsiteX80" fmla="*/ 779236 w 2912392"/>
                <a:gd name="connsiteY80" fmla="*/ 858834 h 881042"/>
                <a:gd name="connsiteX81" fmla="*/ 788977 w 2912392"/>
                <a:gd name="connsiteY81" fmla="*/ 855753 h 881042"/>
                <a:gd name="connsiteX82" fmla="*/ 798717 w 2912392"/>
                <a:gd name="connsiteY82" fmla="*/ 852481 h 881042"/>
                <a:gd name="connsiteX83" fmla="*/ 808458 w 2912392"/>
                <a:gd name="connsiteY83" fmla="*/ 849023 h 881042"/>
                <a:gd name="connsiteX84" fmla="*/ 818199 w 2912392"/>
                <a:gd name="connsiteY84" fmla="*/ 845382 h 881042"/>
                <a:gd name="connsiteX85" fmla="*/ 827938 w 2912392"/>
                <a:gd name="connsiteY85" fmla="*/ 841563 h 881042"/>
                <a:gd name="connsiteX86" fmla="*/ 837679 w 2912392"/>
                <a:gd name="connsiteY86" fmla="*/ 837572 h 881042"/>
                <a:gd name="connsiteX87" fmla="*/ 847420 w 2912392"/>
                <a:gd name="connsiteY87" fmla="*/ 833409 h 881042"/>
                <a:gd name="connsiteX88" fmla="*/ 857159 w 2912392"/>
                <a:gd name="connsiteY88" fmla="*/ 829084 h 881042"/>
                <a:gd name="connsiteX89" fmla="*/ 866900 w 2912392"/>
                <a:gd name="connsiteY89" fmla="*/ 824601 h 881042"/>
                <a:gd name="connsiteX90" fmla="*/ 876641 w 2912392"/>
                <a:gd name="connsiteY90" fmla="*/ 819962 h 881042"/>
                <a:gd name="connsiteX91" fmla="*/ 886381 w 2912392"/>
                <a:gd name="connsiteY91" fmla="*/ 815178 h 881042"/>
                <a:gd name="connsiteX92" fmla="*/ 896122 w 2912392"/>
                <a:gd name="connsiteY92" fmla="*/ 810253 h 881042"/>
                <a:gd name="connsiteX93" fmla="*/ 905863 w 2912392"/>
                <a:gd name="connsiteY93" fmla="*/ 805192 h 881042"/>
                <a:gd name="connsiteX94" fmla="*/ 915602 w 2912392"/>
                <a:gd name="connsiteY94" fmla="*/ 800002 h 881042"/>
                <a:gd name="connsiteX95" fmla="*/ 925343 w 2912392"/>
                <a:gd name="connsiteY95" fmla="*/ 794691 h 881042"/>
                <a:gd name="connsiteX96" fmla="*/ 935084 w 2912392"/>
                <a:gd name="connsiteY96" fmla="*/ 789263 h 881042"/>
                <a:gd name="connsiteX97" fmla="*/ 944824 w 2912392"/>
                <a:gd name="connsiteY97" fmla="*/ 783727 h 881042"/>
                <a:gd name="connsiteX98" fmla="*/ 954564 w 2912392"/>
                <a:gd name="connsiteY98" fmla="*/ 778089 h 881042"/>
                <a:gd name="connsiteX99" fmla="*/ 964305 w 2912392"/>
                <a:gd name="connsiteY99" fmla="*/ 772354 h 881042"/>
                <a:gd name="connsiteX100" fmla="*/ 974045 w 2912392"/>
                <a:gd name="connsiteY100" fmla="*/ 766532 h 881042"/>
                <a:gd name="connsiteX101" fmla="*/ 983786 w 2912392"/>
                <a:gd name="connsiteY101" fmla="*/ 760629 h 881042"/>
                <a:gd name="connsiteX102" fmla="*/ 993522 w 2912392"/>
                <a:gd name="connsiteY102" fmla="*/ 754651 h 881042"/>
                <a:gd name="connsiteX103" fmla="*/ 1003266 w 2912392"/>
                <a:gd name="connsiteY103" fmla="*/ 748605 h 881042"/>
                <a:gd name="connsiteX104" fmla="*/ 1013010 w 2912392"/>
                <a:gd name="connsiteY104" fmla="*/ 742500 h 881042"/>
                <a:gd name="connsiteX105" fmla="*/ 1022754 w 2912392"/>
                <a:gd name="connsiteY105" fmla="*/ 736340 h 881042"/>
                <a:gd name="connsiteX106" fmla="*/ 1032483 w 2912392"/>
                <a:gd name="connsiteY106" fmla="*/ 730134 h 881042"/>
                <a:gd name="connsiteX107" fmla="*/ 1042227 w 2912392"/>
                <a:gd name="connsiteY107" fmla="*/ 723888 h 881042"/>
                <a:gd name="connsiteX108" fmla="*/ 1051971 w 2912392"/>
                <a:gd name="connsiteY108" fmla="*/ 717608 h 881042"/>
                <a:gd name="connsiteX109" fmla="*/ 1061715 w 2912392"/>
                <a:gd name="connsiteY109" fmla="*/ 711303 h 881042"/>
                <a:gd name="connsiteX110" fmla="*/ 1071444 w 2912392"/>
                <a:gd name="connsiteY110" fmla="*/ 704975 h 881042"/>
                <a:gd name="connsiteX111" fmla="*/ 1081188 w 2912392"/>
                <a:gd name="connsiteY111" fmla="*/ 698636 h 881042"/>
                <a:gd name="connsiteX112" fmla="*/ 1090932 w 2912392"/>
                <a:gd name="connsiteY112" fmla="*/ 692287 h 881042"/>
                <a:gd name="connsiteX113" fmla="*/ 1100676 w 2912392"/>
                <a:gd name="connsiteY113" fmla="*/ 685937 h 881042"/>
                <a:gd name="connsiteX114" fmla="*/ 1110405 w 2912392"/>
                <a:gd name="connsiteY114" fmla="*/ 679590 h 881042"/>
                <a:gd name="connsiteX115" fmla="*/ 1120149 w 2912392"/>
                <a:gd name="connsiteY115" fmla="*/ 673254 h 881042"/>
                <a:gd name="connsiteX116" fmla="*/ 1129893 w 2912392"/>
                <a:gd name="connsiteY116" fmla="*/ 666934 h 881042"/>
                <a:gd name="connsiteX117" fmla="*/ 1139637 w 2912392"/>
                <a:gd name="connsiteY117" fmla="*/ 660633 h 881042"/>
                <a:gd name="connsiteX118" fmla="*/ 1149381 w 2912392"/>
                <a:gd name="connsiteY118" fmla="*/ 654357 h 881042"/>
                <a:gd name="connsiteX119" fmla="*/ 1159110 w 2912392"/>
                <a:gd name="connsiteY119" fmla="*/ 648113 h 881042"/>
                <a:gd name="connsiteX120" fmla="*/ 1168854 w 2912392"/>
                <a:gd name="connsiteY120" fmla="*/ 641903 h 881042"/>
                <a:gd name="connsiteX121" fmla="*/ 1178598 w 2912392"/>
                <a:gd name="connsiteY121" fmla="*/ 635734 h 881042"/>
                <a:gd name="connsiteX122" fmla="*/ 1188341 w 2912392"/>
                <a:gd name="connsiteY122" fmla="*/ 629607 h 881042"/>
                <a:gd name="connsiteX123" fmla="*/ 1198070 w 2912392"/>
                <a:gd name="connsiteY123" fmla="*/ 623530 h 881042"/>
                <a:gd name="connsiteX124" fmla="*/ 1207814 w 2912392"/>
                <a:gd name="connsiteY124" fmla="*/ 617503 h 881042"/>
                <a:gd name="connsiteX125" fmla="*/ 1217558 w 2912392"/>
                <a:gd name="connsiteY125" fmla="*/ 611532 h 881042"/>
                <a:gd name="connsiteX126" fmla="*/ 1227302 w 2912392"/>
                <a:gd name="connsiteY126" fmla="*/ 605620 h 881042"/>
                <a:gd name="connsiteX127" fmla="*/ 1237031 w 2912392"/>
                <a:gd name="connsiteY127" fmla="*/ 599767 h 881042"/>
                <a:gd name="connsiteX128" fmla="*/ 1246775 w 2912392"/>
                <a:gd name="connsiteY128" fmla="*/ 593981 h 881042"/>
                <a:gd name="connsiteX129" fmla="*/ 1256519 w 2912392"/>
                <a:gd name="connsiteY129" fmla="*/ 588261 h 881042"/>
                <a:gd name="connsiteX130" fmla="*/ 1266263 w 2912392"/>
                <a:gd name="connsiteY130" fmla="*/ 582611 h 881042"/>
                <a:gd name="connsiteX131" fmla="*/ 1276007 w 2912392"/>
                <a:gd name="connsiteY131" fmla="*/ 577033 h 881042"/>
                <a:gd name="connsiteX132" fmla="*/ 1285736 w 2912392"/>
                <a:gd name="connsiteY132" fmla="*/ 571528 h 881042"/>
                <a:gd name="connsiteX133" fmla="*/ 1295480 w 2912392"/>
                <a:gd name="connsiteY133" fmla="*/ 566099 h 881042"/>
                <a:gd name="connsiteX134" fmla="*/ 1305224 w 2912392"/>
                <a:gd name="connsiteY134" fmla="*/ 560746 h 881042"/>
                <a:gd name="connsiteX135" fmla="*/ 1314968 w 2912392"/>
                <a:gd name="connsiteY135" fmla="*/ 555471 h 881042"/>
                <a:gd name="connsiteX136" fmla="*/ 1324697 w 2912392"/>
                <a:gd name="connsiteY136" fmla="*/ 550276 h 881042"/>
                <a:gd name="connsiteX137" fmla="*/ 1334441 w 2912392"/>
                <a:gd name="connsiteY137" fmla="*/ 545161 h 881042"/>
                <a:gd name="connsiteX138" fmla="*/ 1344185 w 2912392"/>
                <a:gd name="connsiteY138" fmla="*/ 540127 h 881042"/>
                <a:gd name="connsiteX139" fmla="*/ 1353929 w 2912392"/>
                <a:gd name="connsiteY139" fmla="*/ 535173 h 881042"/>
                <a:gd name="connsiteX140" fmla="*/ 1363658 w 2912392"/>
                <a:gd name="connsiteY140" fmla="*/ 530303 h 881042"/>
                <a:gd name="connsiteX141" fmla="*/ 1373402 w 2912392"/>
                <a:gd name="connsiteY141" fmla="*/ 525512 h 881042"/>
                <a:gd name="connsiteX142" fmla="*/ 1383146 w 2912392"/>
                <a:gd name="connsiteY142" fmla="*/ 520803 h 881042"/>
                <a:gd name="connsiteX143" fmla="*/ 1392890 w 2912392"/>
                <a:gd name="connsiteY143" fmla="*/ 516177 h 881042"/>
                <a:gd name="connsiteX144" fmla="*/ 1402619 w 2912392"/>
                <a:gd name="connsiteY144" fmla="*/ 511630 h 881042"/>
                <a:gd name="connsiteX145" fmla="*/ 1412363 w 2912392"/>
                <a:gd name="connsiteY145" fmla="*/ 507163 h 881042"/>
                <a:gd name="connsiteX146" fmla="*/ 1422106 w 2912392"/>
                <a:gd name="connsiteY146" fmla="*/ 502777 h 881042"/>
                <a:gd name="connsiteX147" fmla="*/ 1431850 w 2912392"/>
                <a:gd name="connsiteY147" fmla="*/ 498468 h 881042"/>
                <a:gd name="connsiteX148" fmla="*/ 1441594 w 2912392"/>
                <a:gd name="connsiteY148" fmla="*/ 494236 h 881042"/>
                <a:gd name="connsiteX149" fmla="*/ 1451323 w 2912392"/>
                <a:gd name="connsiteY149" fmla="*/ 490081 h 881042"/>
                <a:gd name="connsiteX150" fmla="*/ 1461067 w 2912392"/>
                <a:gd name="connsiteY150" fmla="*/ 485999 h 881042"/>
                <a:gd name="connsiteX151" fmla="*/ 1470811 w 2912392"/>
                <a:gd name="connsiteY151" fmla="*/ 481991 h 881042"/>
                <a:gd name="connsiteX152" fmla="*/ 1480555 w 2912392"/>
                <a:gd name="connsiteY152" fmla="*/ 478055 h 881042"/>
                <a:gd name="connsiteX153" fmla="*/ 1490284 w 2912392"/>
                <a:gd name="connsiteY153" fmla="*/ 474188 h 881042"/>
                <a:gd name="connsiteX154" fmla="*/ 1500028 w 2912392"/>
                <a:gd name="connsiteY154" fmla="*/ 470388 h 881042"/>
                <a:gd name="connsiteX155" fmla="*/ 1509772 w 2912392"/>
                <a:gd name="connsiteY155" fmla="*/ 466654 h 881042"/>
                <a:gd name="connsiteX156" fmla="*/ 1519516 w 2912392"/>
                <a:gd name="connsiteY156" fmla="*/ 462983 h 881042"/>
                <a:gd name="connsiteX157" fmla="*/ 1529245 w 2912392"/>
                <a:gd name="connsiteY157" fmla="*/ 459373 h 881042"/>
                <a:gd name="connsiteX158" fmla="*/ 1538989 w 2912392"/>
                <a:gd name="connsiteY158" fmla="*/ 455822 h 881042"/>
                <a:gd name="connsiteX159" fmla="*/ 1548733 w 2912392"/>
                <a:gd name="connsiteY159" fmla="*/ 452327 h 881042"/>
                <a:gd name="connsiteX160" fmla="*/ 1558477 w 2912392"/>
                <a:gd name="connsiteY160" fmla="*/ 448887 h 881042"/>
                <a:gd name="connsiteX161" fmla="*/ 1568221 w 2912392"/>
                <a:gd name="connsiteY161" fmla="*/ 445496 h 881042"/>
                <a:gd name="connsiteX162" fmla="*/ 1577950 w 2912392"/>
                <a:gd name="connsiteY162" fmla="*/ 442154 h 881042"/>
                <a:gd name="connsiteX163" fmla="*/ 1587694 w 2912392"/>
                <a:gd name="connsiteY163" fmla="*/ 438857 h 881042"/>
                <a:gd name="connsiteX164" fmla="*/ 1597438 w 2912392"/>
                <a:gd name="connsiteY164" fmla="*/ 435603 h 881042"/>
                <a:gd name="connsiteX165" fmla="*/ 1607182 w 2912392"/>
                <a:gd name="connsiteY165" fmla="*/ 432389 h 881042"/>
                <a:gd name="connsiteX166" fmla="*/ 1616911 w 2912392"/>
                <a:gd name="connsiteY166" fmla="*/ 429211 h 881042"/>
                <a:gd name="connsiteX167" fmla="*/ 1626655 w 2912392"/>
                <a:gd name="connsiteY167" fmla="*/ 426068 h 881042"/>
                <a:gd name="connsiteX168" fmla="*/ 1636399 w 2912392"/>
                <a:gd name="connsiteY168" fmla="*/ 422955 h 881042"/>
                <a:gd name="connsiteX169" fmla="*/ 1646142 w 2912392"/>
                <a:gd name="connsiteY169" fmla="*/ 419870 h 881042"/>
                <a:gd name="connsiteX170" fmla="*/ 1655872 w 2912392"/>
                <a:gd name="connsiteY170" fmla="*/ 416809 h 881042"/>
                <a:gd name="connsiteX171" fmla="*/ 1665616 w 2912392"/>
                <a:gd name="connsiteY171" fmla="*/ 413769 h 881042"/>
                <a:gd name="connsiteX172" fmla="*/ 1675359 w 2912392"/>
                <a:gd name="connsiteY172" fmla="*/ 410747 h 881042"/>
                <a:gd name="connsiteX173" fmla="*/ 1685103 w 2912392"/>
                <a:gd name="connsiteY173" fmla="*/ 407742 h 881042"/>
                <a:gd name="connsiteX174" fmla="*/ 1694832 w 2912392"/>
                <a:gd name="connsiteY174" fmla="*/ 404747 h 881042"/>
                <a:gd name="connsiteX175" fmla="*/ 1704576 w 2912392"/>
                <a:gd name="connsiteY175" fmla="*/ 401761 h 881042"/>
                <a:gd name="connsiteX176" fmla="*/ 1714320 w 2912392"/>
                <a:gd name="connsiteY176" fmla="*/ 398782 h 881042"/>
                <a:gd name="connsiteX177" fmla="*/ 1724064 w 2912392"/>
                <a:gd name="connsiteY177" fmla="*/ 395803 h 881042"/>
                <a:gd name="connsiteX178" fmla="*/ 1733808 w 2912392"/>
                <a:gd name="connsiteY178" fmla="*/ 392825 h 881042"/>
                <a:gd name="connsiteX179" fmla="*/ 1743537 w 2912392"/>
                <a:gd name="connsiteY179" fmla="*/ 389844 h 881042"/>
                <a:gd name="connsiteX180" fmla="*/ 1753281 w 2912392"/>
                <a:gd name="connsiteY180" fmla="*/ 386857 h 881042"/>
                <a:gd name="connsiteX181" fmla="*/ 1763025 w 2912392"/>
                <a:gd name="connsiteY181" fmla="*/ 383859 h 881042"/>
                <a:gd name="connsiteX182" fmla="*/ 1772769 w 2912392"/>
                <a:gd name="connsiteY182" fmla="*/ 380848 h 881042"/>
                <a:gd name="connsiteX183" fmla="*/ 1782498 w 2912392"/>
                <a:gd name="connsiteY183" fmla="*/ 377823 h 881042"/>
                <a:gd name="connsiteX184" fmla="*/ 1792242 w 2912392"/>
                <a:gd name="connsiteY184" fmla="*/ 374779 h 881042"/>
                <a:gd name="connsiteX185" fmla="*/ 1801986 w 2912392"/>
                <a:gd name="connsiteY185" fmla="*/ 371715 h 881042"/>
                <a:gd name="connsiteX186" fmla="*/ 1811730 w 2912392"/>
                <a:gd name="connsiteY186" fmla="*/ 368626 h 881042"/>
                <a:gd name="connsiteX187" fmla="*/ 1821459 w 2912392"/>
                <a:gd name="connsiteY187" fmla="*/ 365512 h 881042"/>
                <a:gd name="connsiteX188" fmla="*/ 1831203 w 2912392"/>
                <a:gd name="connsiteY188" fmla="*/ 362370 h 881042"/>
                <a:gd name="connsiteX189" fmla="*/ 1840947 w 2912392"/>
                <a:gd name="connsiteY189" fmla="*/ 359197 h 881042"/>
                <a:gd name="connsiteX190" fmla="*/ 1850691 w 2912392"/>
                <a:gd name="connsiteY190" fmla="*/ 355990 h 881042"/>
                <a:gd name="connsiteX191" fmla="*/ 1860435 w 2912392"/>
                <a:gd name="connsiteY191" fmla="*/ 352747 h 881042"/>
                <a:gd name="connsiteX192" fmla="*/ 1870164 w 2912392"/>
                <a:gd name="connsiteY192" fmla="*/ 349468 h 881042"/>
                <a:gd name="connsiteX193" fmla="*/ 1879908 w 2912392"/>
                <a:gd name="connsiteY193" fmla="*/ 346148 h 881042"/>
                <a:gd name="connsiteX194" fmla="*/ 1889652 w 2912392"/>
                <a:gd name="connsiteY194" fmla="*/ 342787 h 881042"/>
                <a:gd name="connsiteX195" fmla="*/ 1899395 w 2912392"/>
                <a:gd name="connsiteY195" fmla="*/ 339382 h 881042"/>
                <a:gd name="connsiteX196" fmla="*/ 1909124 w 2912392"/>
                <a:gd name="connsiteY196" fmla="*/ 335933 h 881042"/>
                <a:gd name="connsiteX197" fmla="*/ 1918868 w 2912392"/>
                <a:gd name="connsiteY197" fmla="*/ 332436 h 881042"/>
                <a:gd name="connsiteX198" fmla="*/ 1928612 w 2912392"/>
                <a:gd name="connsiteY198" fmla="*/ 328892 h 881042"/>
                <a:gd name="connsiteX199" fmla="*/ 1938356 w 2912392"/>
                <a:gd name="connsiteY199" fmla="*/ 325298 h 881042"/>
                <a:gd name="connsiteX200" fmla="*/ 1948085 w 2912392"/>
                <a:gd name="connsiteY200" fmla="*/ 321654 h 881042"/>
                <a:gd name="connsiteX201" fmla="*/ 1957829 w 2912392"/>
                <a:gd name="connsiteY201" fmla="*/ 317958 h 881042"/>
                <a:gd name="connsiteX202" fmla="*/ 1967573 w 2912392"/>
                <a:gd name="connsiteY202" fmla="*/ 314208 h 881042"/>
                <a:gd name="connsiteX203" fmla="*/ 1977317 w 2912392"/>
                <a:gd name="connsiteY203" fmla="*/ 310405 h 881042"/>
                <a:gd name="connsiteX204" fmla="*/ 1987046 w 2912392"/>
                <a:gd name="connsiteY204" fmla="*/ 306548 h 881042"/>
                <a:gd name="connsiteX205" fmla="*/ 1996790 w 2912392"/>
                <a:gd name="connsiteY205" fmla="*/ 302636 h 881042"/>
                <a:gd name="connsiteX206" fmla="*/ 2006534 w 2912392"/>
                <a:gd name="connsiteY206" fmla="*/ 298667 h 881042"/>
                <a:gd name="connsiteX207" fmla="*/ 2016278 w 2912392"/>
                <a:gd name="connsiteY207" fmla="*/ 294642 h 881042"/>
                <a:gd name="connsiteX208" fmla="*/ 2026022 w 2912392"/>
                <a:gd name="connsiteY208" fmla="*/ 290563 h 881042"/>
                <a:gd name="connsiteX209" fmla="*/ 2035751 w 2912392"/>
                <a:gd name="connsiteY209" fmla="*/ 286426 h 881042"/>
                <a:gd name="connsiteX210" fmla="*/ 2045495 w 2912392"/>
                <a:gd name="connsiteY210" fmla="*/ 282233 h 881042"/>
                <a:gd name="connsiteX211" fmla="*/ 2055239 w 2912392"/>
                <a:gd name="connsiteY211" fmla="*/ 277984 h 881042"/>
                <a:gd name="connsiteX212" fmla="*/ 2064983 w 2912392"/>
                <a:gd name="connsiteY212" fmla="*/ 273678 h 881042"/>
                <a:gd name="connsiteX213" fmla="*/ 2074712 w 2912392"/>
                <a:gd name="connsiteY213" fmla="*/ 269318 h 881042"/>
                <a:gd name="connsiteX214" fmla="*/ 2084456 w 2912392"/>
                <a:gd name="connsiteY214" fmla="*/ 264902 h 881042"/>
                <a:gd name="connsiteX215" fmla="*/ 2094200 w 2912392"/>
                <a:gd name="connsiteY215" fmla="*/ 260433 h 881042"/>
                <a:gd name="connsiteX216" fmla="*/ 2103944 w 2912392"/>
                <a:gd name="connsiteY216" fmla="*/ 255909 h 881042"/>
                <a:gd name="connsiteX217" fmla="*/ 2113673 w 2912392"/>
                <a:gd name="connsiteY217" fmla="*/ 251334 h 881042"/>
                <a:gd name="connsiteX218" fmla="*/ 2123417 w 2912392"/>
                <a:gd name="connsiteY218" fmla="*/ 246706 h 881042"/>
                <a:gd name="connsiteX219" fmla="*/ 2133161 w 2912392"/>
                <a:gd name="connsiteY219" fmla="*/ 242030 h 881042"/>
                <a:gd name="connsiteX220" fmla="*/ 2142905 w 2912392"/>
                <a:gd name="connsiteY220" fmla="*/ 237304 h 881042"/>
                <a:gd name="connsiteX221" fmla="*/ 2152649 w 2912392"/>
                <a:gd name="connsiteY221" fmla="*/ 232530 h 881042"/>
                <a:gd name="connsiteX222" fmla="*/ 2162377 w 2912392"/>
                <a:gd name="connsiteY222" fmla="*/ 227710 h 881042"/>
                <a:gd name="connsiteX223" fmla="*/ 2172121 w 2912392"/>
                <a:gd name="connsiteY223" fmla="*/ 222847 h 881042"/>
                <a:gd name="connsiteX224" fmla="*/ 2181865 w 2912392"/>
                <a:gd name="connsiteY224" fmla="*/ 217942 h 881042"/>
                <a:gd name="connsiteX225" fmla="*/ 2191609 w 2912392"/>
                <a:gd name="connsiteY225" fmla="*/ 212999 h 881042"/>
                <a:gd name="connsiteX226" fmla="*/ 2201338 w 2912392"/>
                <a:gd name="connsiteY226" fmla="*/ 208017 h 881042"/>
                <a:gd name="connsiteX227" fmla="*/ 2211082 w 2912392"/>
                <a:gd name="connsiteY227" fmla="*/ 203000 h 881042"/>
                <a:gd name="connsiteX228" fmla="*/ 2220826 w 2912392"/>
                <a:gd name="connsiteY228" fmla="*/ 197951 h 881042"/>
                <a:gd name="connsiteX229" fmla="*/ 2230570 w 2912392"/>
                <a:gd name="connsiteY229" fmla="*/ 192872 h 881042"/>
                <a:gd name="connsiteX230" fmla="*/ 2240299 w 2912392"/>
                <a:gd name="connsiteY230" fmla="*/ 187766 h 881042"/>
                <a:gd name="connsiteX231" fmla="*/ 2250043 w 2912392"/>
                <a:gd name="connsiteY231" fmla="*/ 182636 h 881042"/>
                <a:gd name="connsiteX232" fmla="*/ 2259787 w 2912392"/>
                <a:gd name="connsiteY232" fmla="*/ 177487 h 881042"/>
                <a:gd name="connsiteX233" fmla="*/ 2269531 w 2912392"/>
                <a:gd name="connsiteY233" fmla="*/ 172320 h 881042"/>
                <a:gd name="connsiteX234" fmla="*/ 2279260 w 2912392"/>
                <a:gd name="connsiteY234" fmla="*/ 167141 h 881042"/>
                <a:gd name="connsiteX235" fmla="*/ 2289004 w 2912392"/>
                <a:gd name="connsiteY235" fmla="*/ 161952 h 881042"/>
                <a:gd name="connsiteX236" fmla="*/ 2298748 w 2912392"/>
                <a:gd name="connsiteY236" fmla="*/ 156757 h 881042"/>
                <a:gd name="connsiteX237" fmla="*/ 2308492 w 2912392"/>
                <a:gd name="connsiteY237" fmla="*/ 151561 h 881042"/>
                <a:gd name="connsiteX238" fmla="*/ 2318236 w 2912392"/>
                <a:gd name="connsiteY238" fmla="*/ 146368 h 881042"/>
                <a:gd name="connsiteX239" fmla="*/ 2327965 w 2912392"/>
                <a:gd name="connsiteY239" fmla="*/ 141180 h 881042"/>
                <a:gd name="connsiteX240" fmla="*/ 2337709 w 2912392"/>
                <a:gd name="connsiteY240" fmla="*/ 136005 h 881042"/>
                <a:gd name="connsiteX241" fmla="*/ 2347453 w 2912392"/>
                <a:gd name="connsiteY241" fmla="*/ 130847 h 881042"/>
                <a:gd name="connsiteX242" fmla="*/ 2357197 w 2912392"/>
                <a:gd name="connsiteY242" fmla="*/ 125710 h 881042"/>
                <a:gd name="connsiteX243" fmla="*/ 2366926 w 2912392"/>
                <a:gd name="connsiteY243" fmla="*/ 120600 h 881042"/>
                <a:gd name="connsiteX244" fmla="*/ 2376670 w 2912392"/>
                <a:gd name="connsiteY244" fmla="*/ 115521 h 881042"/>
                <a:gd name="connsiteX245" fmla="*/ 2386413 w 2912392"/>
                <a:gd name="connsiteY245" fmla="*/ 110479 h 881042"/>
                <a:gd name="connsiteX246" fmla="*/ 2396157 w 2912392"/>
                <a:gd name="connsiteY246" fmla="*/ 105477 h 881042"/>
                <a:gd name="connsiteX247" fmla="*/ 2405886 w 2912392"/>
                <a:gd name="connsiteY247" fmla="*/ 100526 h 881042"/>
                <a:gd name="connsiteX248" fmla="*/ 2415630 w 2912392"/>
                <a:gd name="connsiteY248" fmla="*/ 95626 h 881042"/>
                <a:gd name="connsiteX249" fmla="*/ 2425374 w 2912392"/>
                <a:gd name="connsiteY249" fmla="*/ 90787 h 881042"/>
                <a:gd name="connsiteX250" fmla="*/ 2435118 w 2912392"/>
                <a:gd name="connsiteY250" fmla="*/ 86012 h 881042"/>
                <a:gd name="connsiteX251" fmla="*/ 2444862 w 2912392"/>
                <a:gd name="connsiteY251" fmla="*/ 81307 h 881042"/>
                <a:gd name="connsiteX252" fmla="*/ 2454591 w 2912392"/>
                <a:gd name="connsiteY252" fmla="*/ 76679 h 881042"/>
                <a:gd name="connsiteX253" fmla="*/ 2464335 w 2912392"/>
                <a:gd name="connsiteY253" fmla="*/ 72133 h 881042"/>
                <a:gd name="connsiteX254" fmla="*/ 2474079 w 2912392"/>
                <a:gd name="connsiteY254" fmla="*/ 67677 h 881042"/>
                <a:gd name="connsiteX255" fmla="*/ 2483823 w 2912392"/>
                <a:gd name="connsiteY255" fmla="*/ 63315 h 881042"/>
                <a:gd name="connsiteX256" fmla="*/ 2493552 w 2912392"/>
                <a:gd name="connsiteY256" fmla="*/ 59052 h 881042"/>
                <a:gd name="connsiteX257" fmla="*/ 2503296 w 2912392"/>
                <a:gd name="connsiteY257" fmla="*/ 54897 h 881042"/>
                <a:gd name="connsiteX258" fmla="*/ 2513040 w 2912392"/>
                <a:gd name="connsiteY258" fmla="*/ 50855 h 881042"/>
                <a:gd name="connsiteX259" fmla="*/ 2522784 w 2912392"/>
                <a:gd name="connsiteY259" fmla="*/ 46929 h 881042"/>
                <a:gd name="connsiteX260" fmla="*/ 2532513 w 2912392"/>
                <a:gd name="connsiteY260" fmla="*/ 43128 h 881042"/>
                <a:gd name="connsiteX261" fmla="*/ 2542257 w 2912392"/>
                <a:gd name="connsiteY261" fmla="*/ 39456 h 881042"/>
                <a:gd name="connsiteX262" fmla="*/ 2552001 w 2912392"/>
                <a:gd name="connsiteY262" fmla="*/ 35918 h 881042"/>
                <a:gd name="connsiteX263" fmla="*/ 2561745 w 2912392"/>
                <a:gd name="connsiteY263" fmla="*/ 32522 h 881042"/>
                <a:gd name="connsiteX264" fmla="*/ 2571474 w 2912392"/>
                <a:gd name="connsiteY264" fmla="*/ 29269 h 881042"/>
                <a:gd name="connsiteX265" fmla="*/ 2581218 w 2912392"/>
                <a:gd name="connsiteY265" fmla="*/ 26169 h 881042"/>
                <a:gd name="connsiteX266" fmla="*/ 2590962 w 2912392"/>
                <a:gd name="connsiteY266" fmla="*/ 23223 h 881042"/>
                <a:gd name="connsiteX267" fmla="*/ 2600705 w 2912392"/>
                <a:gd name="connsiteY267" fmla="*/ 20435 h 881042"/>
                <a:gd name="connsiteX268" fmla="*/ 2610449 w 2912392"/>
                <a:gd name="connsiteY268" fmla="*/ 17813 h 881042"/>
                <a:gd name="connsiteX269" fmla="*/ 2620178 w 2912392"/>
                <a:gd name="connsiteY269" fmla="*/ 15359 h 881042"/>
                <a:gd name="connsiteX270" fmla="*/ 2629922 w 2912392"/>
                <a:gd name="connsiteY270" fmla="*/ 13077 h 881042"/>
                <a:gd name="connsiteX271" fmla="*/ 2639666 w 2912392"/>
                <a:gd name="connsiteY271" fmla="*/ 10970 h 881042"/>
                <a:gd name="connsiteX272" fmla="*/ 2649410 w 2912392"/>
                <a:gd name="connsiteY272" fmla="*/ 9041 h 881042"/>
                <a:gd name="connsiteX273" fmla="*/ 2659139 w 2912392"/>
                <a:gd name="connsiteY273" fmla="*/ 7293 h 881042"/>
                <a:gd name="connsiteX274" fmla="*/ 2668883 w 2912392"/>
                <a:gd name="connsiteY274" fmla="*/ 5730 h 881042"/>
                <a:gd name="connsiteX275" fmla="*/ 2678627 w 2912392"/>
                <a:gd name="connsiteY275" fmla="*/ 4352 h 881042"/>
                <a:gd name="connsiteX276" fmla="*/ 2688371 w 2912392"/>
                <a:gd name="connsiteY276" fmla="*/ 3160 h 881042"/>
                <a:gd name="connsiteX277" fmla="*/ 2698100 w 2912392"/>
                <a:gd name="connsiteY277" fmla="*/ 2159 h 881042"/>
                <a:gd name="connsiteX278" fmla="*/ 2707844 w 2912392"/>
                <a:gd name="connsiteY278" fmla="*/ 1347 h 881042"/>
                <a:gd name="connsiteX279" fmla="*/ 2717588 w 2912392"/>
                <a:gd name="connsiteY279" fmla="*/ 726 h 881042"/>
                <a:gd name="connsiteX280" fmla="*/ 2727332 w 2912392"/>
                <a:gd name="connsiteY280" fmla="*/ 294 h 881042"/>
                <a:gd name="connsiteX281" fmla="*/ 2737076 w 2912392"/>
                <a:gd name="connsiteY281" fmla="*/ 52 h 881042"/>
                <a:gd name="connsiteX282" fmla="*/ 2746805 w 2912392"/>
                <a:gd name="connsiteY282" fmla="*/ 0 h 881042"/>
                <a:gd name="connsiteX283" fmla="*/ 2756549 w 2912392"/>
                <a:gd name="connsiteY283" fmla="*/ 137 h 881042"/>
                <a:gd name="connsiteX284" fmla="*/ 2766293 w 2912392"/>
                <a:gd name="connsiteY284" fmla="*/ 460 h 881042"/>
                <a:gd name="connsiteX285" fmla="*/ 2776037 w 2912392"/>
                <a:gd name="connsiteY285" fmla="*/ 970 h 881042"/>
                <a:gd name="connsiteX286" fmla="*/ 2785766 w 2912392"/>
                <a:gd name="connsiteY286" fmla="*/ 1660 h 881042"/>
                <a:gd name="connsiteX287" fmla="*/ 2795510 w 2912392"/>
                <a:gd name="connsiteY287" fmla="*/ 2531 h 881042"/>
                <a:gd name="connsiteX288" fmla="*/ 2805254 w 2912392"/>
                <a:gd name="connsiteY288" fmla="*/ 3579 h 881042"/>
                <a:gd name="connsiteX289" fmla="*/ 2814998 w 2912392"/>
                <a:gd name="connsiteY289" fmla="*/ 4800 h 881042"/>
                <a:gd name="connsiteX290" fmla="*/ 2824727 w 2912392"/>
                <a:gd name="connsiteY290" fmla="*/ 6191 h 881042"/>
                <a:gd name="connsiteX291" fmla="*/ 2834471 w 2912392"/>
                <a:gd name="connsiteY291" fmla="*/ 7746 h 881042"/>
                <a:gd name="connsiteX292" fmla="*/ 2844215 w 2912392"/>
                <a:gd name="connsiteY292" fmla="*/ 9461 h 881042"/>
                <a:gd name="connsiteX293" fmla="*/ 2853958 w 2912392"/>
                <a:gd name="connsiteY293" fmla="*/ 11334 h 881042"/>
                <a:gd name="connsiteX294" fmla="*/ 2863687 w 2912392"/>
                <a:gd name="connsiteY294" fmla="*/ 13355 h 881042"/>
                <a:gd name="connsiteX295" fmla="*/ 2873431 w 2912392"/>
                <a:gd name="connsiteY295" fmla="*/ 15522 h 881042"/>
                <a:gd name="connsiteX296" fmla="*/ 2883175 w 2912392"/>
                <a:gd name="connsiteY296" fmla="*/ 17827 h 881042"/>
                <a:gd name="connsiteX297" fmla="*/ 2892919 w 2912392"/>
                <a:gd name="connsiteY297" fmla="*/ 20266 h 881042"/>
                <a:gd name="connsiteX298" fmla="*/ 2902663 w 2912392"/>
                <a:gd name="connsiteY298" fmla="*/ 22831 h 881042"/>
                <a:gd name="connsiteX299" fmla="*/ 2912392 w 2912392"/>
                <a:gd name="connsiteY299" fmla="*/ 25518 h 881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81042">
                  <a:moveTo>
                    <a:pt x="0" y="733931"/>
                  </a:moveTo>
                  <a:lnTo>
                    <a:pt x="9739" y="734785"/>
                  </a:lnTo>
                  <a:lnTo>
                    <a:pt x="19480" y="735736"/>
                  </a:lnTo>
                  <a:lnTo>
                    <a:pt x="29221" y="736784"/>
                  </a:lnTo>
                  <a:lnTo>
                    <a:pt x="38961" y="737935"/>
                  </a:lnTo>
                  <a:lnTo>
                    <a:pt x="48702" y="739185"/>
                  </a:lnTo>
                  <a:lnTo>
                    <a:pt x="58443" y="740535"/>
                  </a:lnTo>
                  <a:lnTo>
                    <a:pt x="68182" y="741986"/>
                  </a:lnTo>
                  <a:lnTo>
                    <a:pt x="77923" y="743537"/>
                  </a:lnTo>
                  <a:lnTo>
                    <a:pt x="87664" y="745189"/>
                  </a:lnTo>
                  <a:lnTo>
                    <a:pt x="97404" y="746941"/>
                  </a:lnTo>
                  <a:lnTo>
                    <a:pt x="107145" y="748792"/>
                  </a:lnTo>
                  <a:lnTo>
                    <a:pt x="116886" y="750740"/>
                  </a:lnTo>
                  <a:lnTo>
                    <a:pt x="126625" y="752784"/>
                  </a:lnTo>
                  <a:lnTo>
                    <a:pt x="136366" y="754924"/>
                  </a:lnTo>
                  <a:lnTo>
                    <a:pt x="146107" y="757157"/>
                  </a:lnTo>
                  <a:lnTo>
                    <a:pt x="155846" y="759482"/>
                  </a:lnTo>
                  <a:lnTo>
                    <a:pt x="165587" y="761894"/>
                  </a:lnTo>
                  <a:lnTo>
                    <a:pt x="175328" y="764394"/>
                  </a:lnTo>
                  <a:lnTo>
                    <a:pt x="185068" y="766976"/>
                  </a:lnTo>
                  <a:lnTo>
                    <a:pt x="194809" y="769637"/>
                  </a:lnTo>
                  <a:lnTo>
                    <a:pt x="204550" y="772375"/>
                  </a:lnTo>
                  <a:lnTo>
                    <a:pt x="214289" y="775187"/>
                  </a:lnTo>
                  <a:lnTo>
                    <a:pt x="224030" y="778068"/>
                  </a:lnTo>
                  <a:lnTo>
                    <a:pt x="233771" y="781012"/>
                  </a:lnTo>
                  <a:lnTo>
                    <a:pt x="243510" y="784017"/>
                  </a:lnTo>
                  <a:lnTo>
                    <a:pt x="253251" y="787079"/>
                  </a:lnTo>
                  <a:lnTo>
                    <a:pt x="262992" y="790190"/>
                  </a:lnTo>
                  <a:lnTo>
                    <a:pt x="272732" y="793345"/>
                  </a:lnTo>
                  <a:lnTo>
                    <a:pt x="282473" y="796541"/>
                  </a:lnTo>
                  <a:lnTo>
                    <a:pt x="292214" y="799771"/>
                  </a:lnTo>
                  <a:lnTo>
                    <a:pt x="301953" y="803028"/>
                  </a:lnTo>
                  <a:lnTo>
                    <a:pt x="311694" y="806308"/>
                  </a:lnTo>
                  <a:lnTo>
                    <a:pt x="321435" y="809603"/>
                  </a:lnTo>
                  <a:lnTo>
                    <a:pt x="331175" y="812908"/>
                  </a:lnTo>
                  <a:lnTo>
                    <a:pt x="340916" y="816214"/>
                  </a:lnTo>
                  <a:lnTo>
                    <a:pt x="350656" y="819517"/>
                  </a:lnTo>
                  <a:lnTo>
                    <a:pt x="360396" y="822807"/>
                  </a:lnTo>
                  <a:lnTo>
                    <a:pt x="370137" y="826079"/>
                  </a:lnTo>
                  <a:lnTo>
                    <a:pt x="379878" y="829325"/>
                  </a:lnTo>
                  <a:lnTo>
                    <a:pt x="389617" y="832539"/>
                  </a:lnTo>
                  <a:lnTo>
                    <a:pt x="399358" y="835712"/>
                  </a:lnTo>
                  <a:lnTo>
                    <a:pt x="409099" y="838837"/>
                  </a:lnTo>
                  <a:lnTo>
                    <a:pt x="418839" y="841906"/>
                  </a:lnTo>
                  <a:lnTo>
                    <a:pt x="428580" y="844912"/>
                  </a:lnTo>
                  <a:lnTo>
                    <a:pt x="438321" y="847849"/>
                  </a:lnTo>
                  <a:lnTo>
                    <a:pt x="448060" y="850707"/>
                  </a:lnTo>
                  <a:lnTo>
                    <a:pt x="457801" y="853479"/>
                  </a:lnTo>
                  <a:lnTo>
                    <a:pt x="467542" y="856160"/>
                  </a:lnTo>
                  <a:lnTo>
                    <a:pt x="477281" y="858739"/>
                  </a:lnTo>
                  <a:lnTo>
                    <a:pt x="487022" y="861212"/>
                  </a:lnTo>
                  <a:lnTo>
                    <a:pt x="496763" y="863569"/>
                  </a:lnTo>
                  <a:lnTo>
                    <a:pt x="506503" y="865807"/>
                  </a:lnTo>
                  <a:lnTo>
                    <a:pt x="516244" y="867915"/>
                  </a:lnTo>
                  <a:lnTo>
                    <a:pt x="525985" y="869888"/>
                  </a:lnTo>
                  <a:lnTo>
                    <a:pt x="535724" y="871720"/>
                  </a:lnTo>
                  <a:lnTo>
                    <a:pt x="545465" y="873405"/>
                  </a:lnTo>
                  <a:lnTo>
                    <a:pt x="555206" y="874937"/>
                  </a:lnTo>
                  <a:lnTo>
                    <a:pt x="564946" y="876309"/>
                  </a:lnTo>
                  <a:lnTo>
                    <a:pt x="574687" y="877517"/>
                  </a:lnTo>
                  <a:lnTo>
                    <a:pt x="584428" y="878556"/>
                  </a:lnTo>
                  <a:lnTo>
                    <a:pt x="594167" y="879418"/>
                  </a:lnTo>
                  <a:lnTo>
                    <a:pt x="603908" y="880104"/>
                  </a:lnTo>
                  <a:lnTo>
                    <a:pt x="613649" y="880604"/>
                  </a:lnTo>
                  <a:lnTo>
                    <a:pt x="623388" y="880919"/>
                  </a:lnTo>
                  <a:lnTo>
                    <a:pt x="633129" y="881042"/>
                  </a:lnTo>
                  <a:lnTo>
                    <a:pt x="642870" y="880972"/>
                  </a:lnTo>
                  <a:lnTo>
                    <a:pt x="652610" y="880706"/>
                  </a:lnTo>
                  <a:lnTo>
                    <a:pt x="662351" y="880239"/>
                  </a:lnTo>
                  <a:lnTo>
                    <a:pt x="672092" y="879573"/>
                  </a:lnTo>
                  <a:lnTo>
                    <a:pt x="681831" y="878705"/>
                  </a:lnTo>
                  <a:lnTo>
                    <a:pt x="691572" y="877632"/>
                  </a:lnTo>
                  <a:lnTo>
                    <a:pt x="701313" y="876355"/>
                  </a:lnTo>
                  <a:lnTo>
                    <a:pt x="711052" y="874874"/>
                  </a:lnTo>
                  <a:lnTo>
                    <a:pt x="720793" y="873189"/>
                  </a:lnTo>
                  <a:lnTo>
                    <a:pt x="730534" y="871300"/>
                  </a:lnTo>
                  <a:lnTo>
                    <a:pt x="740274" y="869207"/>
                  </a:lnTo>
                  <a:lnTo>
                    <a:pt x="750015" y="866912"/>
                  </a:lnTo>
                  <a:lnTo>
                    <a:pt x="759756" y="864417"/>
                  </a:lnTo>
                  <a:lnTo>
                    <a:pt x="769495" y="861723"/>
                  </a:lnTo>
                  <a:lnTo>
                    <a:pt x="779236" y="858834"/>
                  </a:lnTo>
                  <a:lnTo>
                    <a:pt x="788977" y="855753"/>
                  </a:lnTo>
                  <a:lnTo>
                    <a:pt x="798717" y="852481"/>
                  </a:lnTo>
                  <a:lnTo>
                    <a:pt x="808458" y="849023"/>
                  </a:lnTo>
                  <a:lnTo>
                    <a:pt x="818199" y="845382"/>
                  </a:lnTo>
                  <a:lnTo>
                    <a:pt x="827938" y="841563"/>
                  </a:lnTo>
                  <a:lnTo>
                    <a:pt x="837679" y="837572"/>
                  </a:lnTo>
                  <a:lnTo>
                    <a:pt x="847420" y="833409"/>
                  </a:lnTo>
                  <a:lnTo>
                    <a:pt x="857159" y="829084"/>
                  </a:lnTo>
                  <a:lnTo>
                    <a:pt x="866900" y="824601"/>
                  </a:lnTo>
                  <a:lnTo>
                    <a:pt x="876641" y="819962"/>
                  </a:lnTo>
                  <a:lnTo>
                    <a:pt x="886381" y="815178"/>
                  </a:lnTo>
                  <a:lnTo>
                    <a:pt x="896122" y="810253"/>
                  </a:lnTo>
                  <a:lnTo>
                    <a:pt x="905863" y="805192"/>
                  </a:lnTo>
                  <a:lnTo>
                    <a:pt x="915602" y="800002"/>
                  </a:lnTo>
                  <a:lnTo>
                    <a:pt x="925343" y="794691"/>
                  </a:lnTo>
                  <a:lnTo>
                    <a:pt x="935084" y="789263"/>
                  </a:lnTo>
                  <a:lnTo>
                    <a:pt x="944824" y="783727"/>
                  </a:lnTo>
                  <a:lnTo>
                    <a:pt x="954564" y="778089"/>
                  </a:lnTo>
                  <a:lnTo>
                    <a:pt x="964305" y="772354"/>
                  </a:lnTo>
                  <a:lnTo>
                    <a:pt x="974045" y="766532"/>
                  </a:lnTo>
                  <a:lnTo>
                    <a:pt x="983786" y="760629"/>
                  </a:lnTo>
                  <a:lnTo>
                    <a:pt x="993522" y="754651"/>
                  </a:lnTo>
                  <a:lnTo>
                    <a:pt x="1003266" y="748605"/>
                  </a:lnTo>
                  <a:lnTo>
                    <a:pt x="1013010" y="742500"/>
                  </a:lnTo>
                  <a:lnTo>
                    <a:pt x="1022754" y="736340"/>
                  </a:lnTo>
                  <a:lnTo>
                    <a:pt x="1032483" y="730134"/>
                  </a:lnTo>
                  <a:lnTo>
                    <a:pt x="1042227" y="723888"/>
                  </a:lnTo>
                  <a:lnTo>
                    <a:pt x="1051971" y="717608"/>
                  </a:lnTo>
                  <a:lnTo>
                    <a:pt x="1061715" y="711303"/>
                  </a:lnTo>
                  <a:lnTo>
                    <a:pt x="1071444" y="704975"/>
                  </a:lnTo>
                  <a:lnTo>
                    <a:pt x="1081188" y="698636"/>
                  </a:lnTo>
                  <a:lnTo>
                    <a:pt x="1090932" y="692287"/>
                  </a:lnTo>
                  <a:lnTo>
                    <a:pt x="1100676" y="685937"/>
                  </a:lnTo>
                  <a:lnTo>
                    <a:pt x="1110405" y="679590"/>
                  </a:lnTo>
                  <a:lnTo>
                    <a:pt x="1120149" y="673254"/>
                  </a:lnTo>
                  <a:lnTo>
                    <a:pt x="1129893" y="666934"/>
                  </a:lnTo>
                  <a:lnTo>
                    <a:pt x="1139637" y="660633"/>
                  </a:lnTo>
                  <a:lnTo>
                    <a:pt x="1149381" y="654357"/>
                  </a:lnTo>
                  <a:lnTo>
                    <a:pt x="1159110" y="648113"/>
                  </a:lnTo>
                  <a:lnTo>
                    <a:pt x="1168854" y="641903"/>
                  </a:lnTo>
                  <a:lnTo>
                    <a:pt x="1178598" y="635734"/>
                  </a:lnTo>
                  <a:lnTo>
                    <a:pt x="1188341" y="629607"/>
                  </a:lnTo>
                  <a:lnTo>
                    <a:pt x="1198070" y="623530"/>
                  </a:lnTo>
                  <a:lnTo>
                    <a:pt x="1207814" y="617503"/>
                  </a:lnTo>
                  <a:lnTo>
                    <a:pt x="1217558" y="611532"/>
                  </a:lnTo>
                  <a:lnTo>
                    <a:pt x="1227302" y="605620"/>
                  </a:lnTo>
                  <a:lnTo>
                    <a:pt x="1237031" y="599767"/>
                  </a:lnTo>
                  <a:lnTo>
                    <a:pt x="1246775" y="593981"/>
                  </a:lnTo>
                  <a:lnTo>
                    <a:pt x="1256519" y="588261"/>
                  </a:lnTo>
                  <a:lnTo>
                    <a:pt x="1266263" y="582611"/>
                  </a:lnTo>
                  <a:lnTo>
                    <a:pt x="1276007" y="577033"/>
                  </a:lnTo>
                  <a:lnTo>
                    <a:pt x="1285736" y="571528"/>
                  </a:lnTo>
                  <a:lnTo>
                    <a:pt x="1295480" y="566099"/>
                  </a:lnTo>
                  <a:lnTo>
                    <a:pt x="1305224" y="560746"/>
                  </a:lnTo>
                  <a:lnTo>
                    <a:pt x="1314968" y="555471"/>
                  </a:lnTo>
                  <a:lnTo>
                    <a:pt x="1324697" y="550276"/>
                  </a:lnTo>
                  <a:lnTo>
                    <a:pt x="1334441" y="545161"/>
                  </a:lnTo>
                  <a:lnTo>
                    <a:pt x="1344185" y="540127"/>
                  </a:lnTo>
                  <a:lnTo>
                    <a:pt x="1353929" y="535173"/>
                  </a:lnTo>
                  <a:lnTo>
                    <a:pt x="1363658" y="530303"/>
                  </a:lnTo>
                  <a:lnTo>
                    <a:pt x="1373402" y="525512"/>
                  </a:lnTo>
                  <a:lnTo>
                    <a:pt x="1383146" y="520803"/>
                  </a:lnTo>
                  <a:lnTo>
                    <a:pt x="1392890" y="516177"/>
                  </a:lnTo>
                  <a:lnTo>
                    <a:pt x="1402619" y="511630"/>
                  </a:lnTo>
                  <a:lnTo>
                    <a:pt x="1412363" y="507163"/>
                  </a:lnTo>
                  <a:lnTo>
                    <a:pt x="1422106" y="502777"/>
                  </a:lnTo>
                  <a:lnTo>
                    <a:pt x="1431850" y="498468"/>
                  </a:lnTo>
                  <a:lnTo>
                    <a:pt x="1441594" y="494236"/>
                  </a:lnTo>
                  <a:lnTo>
                    <a:pt x="1451323" y="490081"/>
                  </a:lnTo>
                  <a:lnTo>
                    <a:pt x="1461067" y="485999"/>
                  </a:lnTo>
                  <a:lnTo>
                    <a:pt x="1470811" y="481991"/>
                  </a:lnTo>
                  <a:lnTo>
                    <a:pt x="1480555" y="478055"/>
                  </a:lnTo>
                  <a:lnTo>
                    <a:pt x="1490284" y="474188"/>
                  </a:lnTo>
                  <a:lnTo>
                    <a:pt x="1500028" y="470388"/>
                  </a:lnTo>
                  <a:lnTo>
                    <a:pt x="1509772" y="466654"/>
                  </a:lnTo>
                  <a:lnTo>
                    <a:pt x="1519516" y="462983"/>
                  </a:lnTo>
                  <a:lnTo>
                    <a:pt x="1529245" y="459373"/>
                  </a:lnTo>
                  <a:lnTo>
                    <a:pt x="1538989" y="455822"/>
                  </a:lnTo>
                  <a:lnTo>
                    <a:pt x="1548733" y="452327"/>
                  </a:lnTo>
                  <a:lnTo>
                    <a:pt x="1558477" y="448887"/>
                  </a:lnTo>
                  <a:lnTo>
                    <a:pt x="1568221" y="445496"/>
                  </a:lnTo>
                  <a:lnTo>
                    <a:pt x="1577950" y="442154"/>
                  </a:lnTo>
                  <a:lnTo>
                    <a:pt x="1587694" y="438857"/>
                  </a:lnTo>
                  <a:lnTo>
                    <a:pt x="1597438" y="435603"/>
                  </a:lnTo>
                  <a:lnTo>
                    <a:pt x="1607182" y="432389"/>
                  </a:lnTo>
                  <a:lnTo>
                    <a:pt x="1616911" y="429211"/>
                  </a:lnTo>
                  <a:lnTo>
                    <a:pt x="1626655" y="426068"/>
                  </a:lnTo>
                  <a:lnTo>
                    <a:pt x="1636399" y="422955"/>
                  </a:lnTo>
                  <a:lnTo>
                    <a:pt x="1646142" y="419870"/>
                  </a:lnTo>
                  <a:lnTo>
                    <a:pt x="1655872" y="416809"/>
                  </a:lnTo>
                  <a:lnTo>
                    <a:pt x="1665616" y="413769"/>
                  </a:lnTo>
                  <a:lnTo>
                    <a:pt x="1675359" y="410747"/>
                  </a:lnTo>
                  <a:lnTo>
                    <a:pt x="1685103" y="407742"/>
                  </a:lnTo>
                  <a:lnTo>
                    <a:pt x="1694832" y="404747"/>
                  </a:lnTo>
                  <a:lnTo>
                    <a:pt x="1704576" y="401761"/>
                  </a:lnTo>
                  <a:lnTo>
                    <a:pt x="1714320" y="398782"/>
                  </a:lnTo>
                  <a:lnTo>
                    <a:pt x="1724064" y="395803"/>
                  </a:lnTo>
                  <a:lnTo>
                    <a:pt x="1733808" y="392825"/>
                  </a:lnTo>
                  <a:lnTo>
                    <a:pt x="1743537" y="389844"/>
                  </a:lnTo>
                  <a:lnTo>
                    <a:pt x="1753281" y="386857"/>
                  </a:lnTo>
                  <a:lnTo>
                    <a:pt x="1763025" y="383859"/>
                  </a:lnTo>
                  <a:lnTo>
                    <a:pt x="1772769" y="380848"/>
                  </a:lnTo>
                  <a:lnTo>
                    <a:pt x="1782498" y="377823"/>
                  </a:lnTo>
                  <a:lnTo>
                    <a:pt x="1792242" y="374779"/>
                  </a:lnTo>
                  <a:lnTo>
                    <a:pt x="1801986" y="371715"/>
                  </a:lnTo>
                  <a:lnTo>
                    <a:pt x="1811730" y="368626"/>
                  </a:lnTo>
                  <a:lnTo>
                    <a:pt x="1821459" y="365512"/>
                  </a:lnTo>
                  <a:lnTo>
                    <a:pt x="1831203" y="362370"/>
                  </a:lnTo>
                  <a:lnTo>
                    <a:pt x="1840947" y="359197"/>
                  </a:lnTo>
                  <a:lnTo>
                    <a:pt x="1850691" y="355990"/>
                  </a:lnTo>
                  <a:lnTo>
                    <a:pt x="1860435" y="352747"/>
                  </a:lnTo>
                  <a:lnTo>
                    <a:pt x="1870164" y="349468"/>
                  </a:lnTo>
                  <a:lnTo>
                    <a:pt x="1879908" y="346148"/>
                  </a:lnTo>
                  <a:lnTo>
                    <a:pt x="1889652" y="342787"/>
                  </a:lnTo>
                  <a:lnTo>
                    <a:pt x="1899395" y="339382"/>
                  </a:lnTo>
                  <a:lnTo>
                    <a:pt x="1909124" y="335933"/>
                  </a:lnTo>
                  <a:lnTo>
                    <a:pt x="1918868" y="332436"/>
                  </a:lnTo>
                  <a:lnTo>
                    <a:pt x="1928612" y="328892"/>
                  </a:lnTo>
                  <a:lnTo>
                    <a:pt x="1938356" y="325298"/>
                  </a:lnTo>
                  <a:lnTo>
                    <a:pt x="1948085" y="321654"/>
                  </a:lnTo>
                  <a:lnTo>
                    <a:pt x="1957829" y="317958"/>
                  </a:lnTo>
                  <a:lnTo>
                    <a:pt x="1967573" y="314208"/>
                  </a:lnTo>
                  <a:lnTo>
                    <a:pt x="1977317" y="310405"/>
                  </a:lnTo>
                  <a:lnTo>
                    <a:pt x="1987046" y="306548"/>
                  </a:lnTo>
                  <a:lnTo>
                    <a:pt x="1996790" y="302636"/>
                  </a:lnTo>
                  <a:lnTo>
                    <a:pt x="2006534" y="298667"/>
                  </a:lnTo>
                  <a:lnTo>
                    <a:pt x="2016278" y="294642"/>
                  </a:lnTo>
                  <a:lnTo>
                    <a:pt x="2026022" y="290563"/>
                  </a:lnTo>
                  <a:lnTo>
                    <a:pt x="2035751" y="286426"/>
                  </a:lnTo>
                  <a:lnTo>
                    <a:pt x="2045495" y="282233"/>
                  </a:lnTo>
                  <a:lnTo>
                    <a:pt x="2055239" y="277984"/>
                  </a:lnTo>
                  <a:lnTo>
                    <a:pt x="2064983" y="273678"/>
                  </a:lnTo>
                  <a:lnTo>
                    <a:pt x="2074712" y="269318"/>
                  </a:lnTo>
                  <a:lnTo>
                    <a:pt x="2084456" y="264902"/>
                  </a:lnTo>
                  <a:lnTo>
                    <a:pt x="2094200" y="260433"/>
                  </a:lnTo>
                  <a:lnTo>
                    <a:pt x="2103944" y="255909"/>
                  </a:lnTo>
                  <a:lnTo>
                    <a:pt x="2113673" y="251334"/>
                  </a:lnTo>
                  <a:lnTo>
                    <a:pt x="2123417" y="246706"/>
                  </a:lnTo>
                  <a:lnTo>
                    <a:pt x="2133161" y="242030"/>
                  </a:lnTo>
                  <a:lnTo>
                    <a:pt x="2142905" y="237304"/>
                  </a:lnTo>
                  <a:lnTo>
                    <a:pt x="2152649" y="232530"/>
                  </a:lnTo>
                  <a:lnTo>
                    <a:pt x="2162377" y="227710"/>
                  </a:lnTo>
                  <a:lnTo>
                    <a:pt x="2172121" y="222847"/>
                  </a:lnTo>
                  <a:lnTo>
                    <a:pt x="2181865" y="217942"/>
                  </a:lnTo>
                  <a:lnTo>
                    <a:pt x="2191609" y="212999"/>
                  </a:lnTo>
                  <a:lnTo>
                    <a:pt x="2201338" y="208017"/>
                  </a:lnTo>
                  <a:lnTo>
                    <a:pt x="2211082" y="203000"/>
                  </a:lnTo>
                  <a:lnTo>
                    <a:pt x="2220826" y="197951"/>
                  </a:lnTo>
                  <a:lnTo>
                    <a:pt x="2230570" y="192872"/>
                  </a:lnTo>
                  <a:lnTo>
                    <a:pt x="2240299" y="187766"/>
                  </a:lnTo>
                  <a:lnTo>
                    <a:pt x="2250043" y="182636"/>
                  </a:lnTo>
                  <a:lnTo>
                    <a:pt x="2259787" y="177487"/>
                  </a:lnTo>
                  <a:lnTo>
                    <a:pt x="2269531" y="172320"/>
                  </a:lnTo>
                  <a:lnTo>
                    <a:pt x="2279260" y="167141"/>
                  </a:lnTo>
                  <a:lnTo>
                    <a:pt x="2289004" y="161952"/>
                  </a:lnTo>
                  <a:lnTo>
                    <a:pt x="2298748" y="156757"/>
                  </a:lnTo>
                  <a:lnTo>
                    <a:pt x="2308492" y="151561"/>
                  </a:lnTo>
                  <a:lnTo>
                    <a:pt x="2318236" y="146368"/>
                  </a:lnTo>
                  <a:lnTo>
                    <a:pt x="2327965" y="141180"/>
                  </a:lnTo>
                  <a:lnTo>
                    <a:pt x="2337709" y="136005"/>
                  </a:lnTo>
                  <a:lnTo>
                    <a:pt x="2347453" y="130847"/>
                  </a:lnTo>
                  <a:lnTo>
                    <a:pt x="2357197" y="125710"/>
                  </a:lnTo>
                  <a:lnTo>
                    <a:pt x="2366926" y="120600"/>
                  </a:lnTo>
                  <a:lnTo>
                    <a:pt x="2376670" y="115521"/>
                  </a:lnTo>
                  <a:lnTo>
                    <a:pt x="2386413" y="110479"/>
                  </a:lnTo>
                  <a:lnTo>
                    <a:pt x="2396157" y="105477"/>
                  </a:lnTo>
                  <a:lnTo>
                    <a:pt x="2405886" y="100526"/>
                  </a:lnTo>
                  <a:lnTo>
                    <a:pt x="2415630" y="95626"/>
                  </a:lnTo>
                  <a:lnTo>
                    <a:pt x="2425374" y="90787"/>
                  </a:lnTo>
                  <a:lnTo>
                    <a:pt x="2435118" y="86012"/>
                  </a:lnTo>
                  <a:lnTo>
                    <a:pt x="2444862" y="81307"/>
                  </a:lnTo>
                  <a:lnTo>
                    <a:pt x="2454591" y="76679"/>
                  </a:lnTo>
                  <a:lnTo>
                    <a:pt x="2464335" y="72133"/>
                  </a:lnTo>
                  <a:lnTo>
                    <a:pt x="2474079" y="67677"/>
                  </a:lnTo>
                  <a:lnTo>
                    <a:pt x="2483823" y="63315"/>
                  </a:lnTo>
                  <a:lnTo>
                    <a:pt x="2493552" y="59052"/>
                  </a:lnTo>
                  <a:lnTo>
                    <a:pt x="2503296" y="54897"/>
                  </a:lnTo>
                  <a:lnTo>
                    <a:pt x="2513040" y="50855"/>
                  </a:lnTo>
                  <a:lnTo>
                    <a:pt x="2522784" y="46929"/>
                  </a:lnTo>
                  <a:lnTo>
                    <a:pt x="2532513" y="43128"/>
                  </a:lnTo>
                  <a:lnTo>
                    <a:pt x="2542257" y="39456"/>
                  </a:lnTo>
                  <a:lnTo>
                    <a:pt x="2552001" y="35918"/>
                  </a:lnTo>
                  <a:lnTo>
                    <a:pt x="2561745" y="32522"/>
                  </a:lnTo>
                  <a:lnTo>
                    <a:pt x="2571474" y="29269"/>
                  </a:lnTo>
                  <a:lnTo>
                    <a:pt x="2581218" y="26169"/>
                  </a:lnTo>
                  <a:lnTo>
                    <a:pt x="2590962" y="23223"/>
                  </a:lnTo>
                  <a:lnTo>
                    <a:pt x="2600705" y="20435"/>
                  </a:lnTo>
                  <a:lnTo>
                    <a:pt x="2610449" y="17813"/>
                  </a:lnTo>
                  <a:lnTo>
                    <a:pt x="2620178" y="15359"/>
                  </a:lnTo>
                  <a:lnTo>
                    <a:pt x="2629922" y="13077"/>
                  </a:lnTo>
                  <a:lnTo>
                    <a:pt x="2639666" y="10970"/>
                  </a:lnTo>
                  <a:lnTo>
                    <a:pt x="2649410" y="9041"/>
                  </a:lnTo>
                  <a:lnTo>
                    <a:pt x="2659139" y="7293"/>
                  </a:lnTo>
                  <a:lnTo>
                    <a:pt x="2668883" y="5730"/>
                  </a:lnTo>
                  <a:lnTo>
                    <a:pt x="2678627" y="4352"/>
                  </a:lnTo>
                  <a:lnTo>
                    <a:pt x="2688371" y="3160"/>
                  </a:lnTo>
                  <a:lnTo>
                    <a:pt x="2698100" y="2159"/>
                  </a:lnTo>
                  <a:lnTo>
                    <a:pt x="2707844" y="1347"/>
                  </a:lnTo>
                  <a:lnTo>
                    <a:pt x="2717588" y="726"/>
                  </a:lnTo>
                  <a:lnTo>
                    <a:pt x="2727332" y="294"/>
                  </a:lnTo>
                  <a:lnTo>
                    <a:pt x="2737076" y="52"/>
                  </a:lnTo>
                  <a:lnTo>
                    <a:pt x="2746805" y="0"/>
                  </a:lnTo>
                  <a:lnTo>
                    <a:pt x="2756549" y="137"/>
                  </a:lnTo>
                  <a:lnTo>
                    <a:pt x="2766293" y="460"/>
                  </a:lnTo>
                  <a:lnTo>
                    <a:pt x="2776037" y="970"/>
                  </a:lnTo>
                  <a:lnTo>
                    <a:pt x="2785766" y="1660"/>
                  </a:lnTo>
                  <a:lnTo>
                    <a:pt x="2795510" y="2531"/>
                  </a:lnTo>
                  <a:lnTo>
                    <a:pt x="2805254" y="3579"/>
                  </a:lnTo>
                  <a:lnTo>
                    <a:pt x="2814998" y="4800"/>
                  </a:lnTo>
                  <a:lnTo>
                    <a:pt x="2824727" y="6191"/>
                  </a:lnTo>
                  <a:lnTo>
                    <a:pt x="2834471" y="7746"/>
                  </a:lnTo>
                  <a:lnTo>
                    <a:pt x="2844215" y="9461"/>
                  </a:lnTo>
                  <a:lnTo>
                    <a:pt x="2853958" y="11334"/>
                  </a:lnTo>
                  <a:lnTo>
                    <a:pt x="2863687" y="13355"/>
                  </a:lnTo>
                  <a:lnTo>
                    <a:pt x="2873431" y="15522"/>
                  </a:lnTo>
                  <a:lnTo>
                    <a:pt x="2883175" y="17827"/>
                  </a:lnTo>
                  <a:lnTo>
                    <a:pt x="2892919" y="20266"/>
                  </a:lnTo>
                  <a:lnTo>
                    <a:pt x="2902663" y="22831"/>
                  </a:lnTo>
                  <a:lnTo>
                    <a:pt x="2912392" y="2551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6" name="Freeform 795">
              <a:extLst>
                <a:ext uri="{FF2B5EF4-FFF2-40B4-BE49-F238E27FC236}">
                  <a16:creationId xmlns:a16="http://schemas.microsoft.com/office/drawing/2014/main" id="{A2AFCBAC-3CF9-7354-74FF-9EACB439BFC7}"/>
                </a:ext>
              </a:extLst>
            </p:cNvPr>
            <p:cNvSpPr/>
            <p:nvPr/>
          </p:nvSpPr>
          <p:spPr>
            <a:xfrm>
              <a:off x="576446" y="3205566"/>
              <a:ext cx="2912392" cy="781964"/>
            </a:xfrm>
            <a:custGeom>
              <a:avLst/>
              <a:gdLst>
                <a:gd name="connsiteX0" fmla="*/ 0 w 2912392"/>
                <a:gd name="connsiteY0" fmla="*/ 502102 h 781964"/>
                <a:gd name="connsiteX1" fmla="*/ 9739 w 2912392"/>
                <a:gd name="connsiteY1" fmla="*/ 499822 h 781964"/>
                <a:gd name="connsiteX2" fmla="*/ 19480 w 2912392"/>
                <a:gd name="connsiteY2" fmla="*/ 497626 h 781964"/>
                <a:gd name="connsiteX3" fmla="*/ 29221 w 2912392"/>
                <a:gd name="connsiteY3" fmla="*/ 495509 h 781964"/>
                <a:gd name="connsiteX4" fmla="*/ 38961 w 2912392"/>
                <a:gd name="connsiteY4" fmla="*/ 493465 h 781964"/>
                <a:gd name="connsiteX5" fmla="*/ 48702 w 2912392"/>
                <a:gd name="connsiteY5" fmla="*/ 491486 h 781964"/>
                <a:gd name="connsiteX6" fmla="*/ 58443 w 2912392"/>
                <a:gd name="connsiteY6" fmla="*/ 489567 h 781964"/>
                <a:gd name="connsiteX7" fmla="*/ 68182 w 2912392"/>
                <a:gd name="connsiteY7" fmla="*/ 487699 h 781964"/>
                <a:gd name="connsiteX8" fmla="*/ 77923 w 2912392"/>
                <a:gd name="connsiteY8" fmla="*/ 485877 h 781964"/>
                <a:gd name="connsiteX9" fmla="*/ 87664 w 2912392"/>
                <a:gd name="connsiteY9" fmla="*/ 484092 h 781964"/>
                <a:gd name="connsiteX10" fmla="*/ 97404 w 2912392"/>
                <a:gd name="connsiteY10" fmla="*/ 482337 h 781964"/>
                <a:gd name="connsiteX11" fmla="*/ 107145 w 2912392"/>
                <a:gd name="connsiteY11" fmla="*/ 480602 h 781964"/>
                <a:gd name="connsiteX12" fmla="*/ 116886 w 2912392"/>
                <a:gd name="connsiteY12" fmla="*/ 478883 h 781964"/>
                <a:gd name="connsiteX13" fmla="*/ 126625 w 2912392"/>
                <a:gd name="connsiteY13" fmla="*/ 477167 h 781964"/>
                <a:gd name="connsiteX14" fmla="*/ 136366 w 2912392"/>
                <a:gd name="connsiteY14" fmla="*/ 475449 h 781964"/>
                <a:gd name="connsiteX15" fmla="*/ 146107 w 2912392"/>
                <a:gd name="connsiteY15" fmla="*/ 473719 h 781964"/>
                <a:gd name="connsiteX16" fmla="*/ 155846 w 2912392"/>
                <a:gd name="connsiteY16" fmla="*/ 471970 h 781964"/>
                <a:gd name="connsiteX17" fmla="*/ 165587 w 2912392"/>
                <a:gd name="connsiteY17" fmla="*/ 470194 h 781964"/>
                <a:gd name="connsiteX18" fmla="*/ 175328 w 2912392"/>
                <a:gd name="connsiteY18" fmla="*/ 468381 h 781964"/>
                <a:gd name="connsiteX19" fmla="*/ 185068 w 2912392"/>
                <a:gd name="connsiteY19" fmla="*/ 466524 h 781964"/>
                <a:gd name="connsiteX20" fmla="*/ 194809 w 2912392"/>
                <a:gd name="connsiteY20" fmla="*/ 464617 h 781964"/>
                <a:gd name="connsiteX21" fmla="*/ 204550 w 2912392"/>
                <a:gd name="connsiteY21" fmla="*/ 462649 h 781964"/>
                <a:gd name="connsiteX22" fmla="*/ 214289 w 2912392"/>
                <a:gd name="connsiteY22" fmla="*/ 460615 h 781964"/>
                <a:gd name="connsiteX23" fmla="*/ 224030 w 2912392"/>
                <a:gd name="connsiteY23" fmla="*/ 458507 h 781964"/>
                <a:gd name="connsiteX24" fmla="*/ 233771 w 2912392"/>
                <a:gd name="connsiteY24" fmla="*/ 456319 h 781964"/>
                <a:gd name="connsiteX25" fmla="*/ 243510 w 2912392"/>
                <a:gd name="connsiteY25" fmla="*/ 454043 h 781964"/>
                <a:gd name="connsiteX26" fmla="*/ 253251 w 2912392"/>
                <a:gd name="connsiteY26" fmla="*/ 451673 h 781964"/>
                <a:gd name="connsiteX27" fmla="*/ 262992 w 2912392"/>
                <a:gd name="connsiteY27" fmla="*/ 449206 h 781964"/>
                <a:gd name="connsiteX28" fmla="*/ 272732 w 2912392"/>
                <a:gd name="connsiteY28" fmla="*/ 446631 h 781964"/>
                <a:gd name="connsiteX29" fmla="*/ 282473 w 2912392"/>
                <a:gd name="connsiteY29" fmla="*/ 443949 h 781964"/>
                <a:gd name="connsiteX30" fmla="*/ 292214 w 2912392"/>
                <a:gd name="connsiteY30" fmla="*/ 441151 h 781964"/>
                <a:gd name="connsiteX31" fmla="*/ 301953 w 2912392"/>
                <a:gd name="connsiteY31" fmla="*/ 438234 h 781964"/>
                <a:gd name="connsiteX32" fmla="*/ 311694 w 2912392"/>
                <a:gd name="connsiteY32" fmla="*/ 435196 h 781964"/>
                <a:gd name="connsiteX33" fmla="*/ 321435 w 2912392"/>
                <a:gd name="connsiteY33" fmla="*/ 432032 h 781964"/>
                <a:gd name="connsiteX34" fmla="*/ 331175 w 2912392"/>
                <a:gd name="connsiteY34" fmla="*/ 428739 h 781964"/>
                <a:gd name="connsiteX35" fmla="*/ 340916 w 2912392"/>
                <a:gd name="connsiteY35" fmla="*/ 425314 h 781964"/>
                <a:gd name="connsiteX36" fmla="*/ 350656 w 2912392"/>
                <a:gd name="connsiteY36" fmla="*/ 421757 h 781964"/>
                <a:gd name="connsiteX37" fmla="*/ 360396 w 2912392"/>
                <a:gd name="connsiteY37" fmla="*/ 418065 h 781964"/>
                <a:gd name="connsiteX38" fmla="*/ 370137 w 2912392"/>
                <a:gd name="connsiteY38" fmla="*/ 414239 h 781964"/>
                <a:gd name="connsiteX39" fmla="*/ 379878 w 2912392"/>
                <a:gd name="connsiteY39" fmla="*/ 410276 h 781964"/>
                <a:gd name="connsiteX40" fmla="*/ 389617 w 2912392"/>
                <a:gd name="connsiteY40" fmla="*/ 406178 h 781964"/>
                <a:gd name="connsiteX41" fmla="*/ 399358 w 2912392"/>
                <a:gd name="connsiteY41" fmla="*/ 401943 h 781964"/>
                <a:gd name="connsiteX42" fmla="*/ 409099 w 2912392"/>
                <a:gd name="connsiteY42" fmla="*/ 397575 h 781964"/>
                <a:gd name="connsiteX43" fmla="*/ 418839 w 2912392"/>
                <a:gd name="connsiteY43" fmla="*/ 393072 h 781964"/>
                <a:gd name="connsiteX44" fmla="*/ 428580 w 2912392"/>
                <a:gd name="connsiteY44" fmla="*/ 388439 h 781964"/>
                <a:gd name="connsiteX45" fmla="*/ 438321 w 2912392"/>
                <a:gd name="connsiteY45" fmla="*/ 383674 h 781964"/>
                <a:gd name="connsiteX46" fmla="*/ 448060 w 2912392"/>
                <a:gd name="connsiteY46" fmla="*/ 378784 h 781964"/>
                <a:gd name="connsiteX47" fmla="*/ 457801 w 2912392"/>
                <a:gd name="connsiteY47" fmla="*/ 373771 h 781964"/>
                <a:gd name="connsiteX48" fmla="*/ 467542 w 2912392"/>
                <a:gd name="connsiteY48" fmla="*/ 368635 h 781964"/>
                <a:gd name="connsiteX49" fmla="*/ 477281 w 2912392"/>
                <a:gd name="connsiteY49" fmla="*/ 363382 h 781964"/>
                <a:gd name="connsiteX50" fmla="*/ 487022 w 2912392"/>
                <a:gd name="connsiteY50" fmla="*/ 358017 h 781964"/>
                <a:gd name="connsiteX51" fmla="*/ 496763 w 2912392"/>
                <a:gd name="connsiteY51" fmla="*/ 352541 h 781964"/>
                <a:gd name="connsiteX52" fmla="*/ 506503 w 2912392"/>
                <a:gd name="connsiteY52" fmla="*/ 346962 h 781964"/>
                <a:gd name="connsiteX53" fmla="*/ 516244 w 2912392"/>
                <a:gd name="connsiteY53" fmla="*/ 341282 h 781964"/>
                <a:gd name="connsiteX54" fmla="*/ 525985 w 2912392"/>
                <a:gd name="connsiteY54" fmla="*/ 335509 h 781964"/>
                <a:gd name="connsiteX55" fmla="*/ 535724 w 2912392"/>
                <a:gd name="connsiteY55" fmla="*/ 329644 h 781964"/>
                <a:gd name="connsiteX56" fmla="*/ 545465 w 2912392"/>
                <a:gd name="connsiteY56" fmla="*/ 323695 h 781964"/>
                <a:gd name="connsiteX57" fmla="*/ 555206 w 2912392"/>
                <a:gd name="connsiteY57" fmla="*/ 317669 h 781964"/>
                <a:gd name="connsiteX58" fmla="*/ 564946 w 2912392"/>
                <a:gd name="connsiteY58" fmla="*/ 311569 h 781964"/>
                <a:gd name="connsiteX59" fmla="*/ 574687 w 2912392"/>
                <a:gd name="connsiteY59" fmla="*/ 305402 h 781964"/>
                <a:gd name="connsiteX60" fmla="*/ 584428 w 2912392"/>
                <a:gd name="connsiteY60" fmla="*/ 299175 h 781964"/>
                <a:gd name="connsiteX61" fmla="*/ 594167 w 2912392"/>
                <a:gd name="connsiteY61" fmla="*/ 292892 h 781964"/>
                <a:gd name="connsiteX62" fmla="*/ 603908 w 2912392"/>
                <a:gd name="connsiteY62" fmla="*/ 286560 h 781964"/>
                <a:gd name="connsiteX63" fmla="*/ 613649 w 2912392"/>
                <a:gd name="connsiteY63" fmla="*/ 280184 h 781964"/>
                <a:gd name="connsiteX64" fmla="*/ 623388 w 2912392"/>
                <a:gd name="connsiteY64" fmla="*/ 273773 h 781964"/>
                <a:gd name="connsiteX65" fmla="*/ 633129 w 2912392"/>
                <a:gd name="connsiteY65" fmla="*/ 267331 h 781964"/>
                <a:gd name="connsiteX66" fmla="*/ 642870 w 2912392"/>
                <a:gd name="connsiteY66" fmla="*/ 260865 h 781964"/>
                <a:gd name="connsiteX67" fmla="*/ 652610 w 2912392"/>
                <a:gd name="connsiteY67" fmla="*/ 254381 h 781964"/>
                <a:gd name="connsiteX68" fmla="*/ 662351 w 2912392"/>
                <a:gd name="connsiteY68" fmla="*/ 247883 h 781964"/>
                <a:gd name="connsiteX69" fmla="*/ 672092 w 2912392"/>
                <a:gd name="connsiteY69" fmla="*/ 241381 h 781964"/>
                <a:gd name="connsiteX70" fmla="*/ 681831 w 2912392"/>
                <a:gd name="connsiteY70" fmla="*/ 234878 h 781964"/>
                <a:gd name="connsiteX71" fmla="*/ 691572 w 2912392"/>
                <a:gd name="connsiteY71" fmla="*/ 228381 h 781964"/>
                <a:gd name="connsiteX72" fmla="*/ 701313 w 2912392"/>
                <a:gd name="connsiteY72" fmla="*/ 221895 h 781964"/>
                <a:gd name="connsiteX73" fmla="*/ 711052 w 2912392"/>
                <a:gd name="connsiteY73" fmla="*/ 215427 h 781964"/>
                <a:gd name="connsiteX74" fmla="*/ 720793 w 2912392"/>
                <a:gd name="connsiteY74" fmla="*/ 208982 h 781964"/>
                <a:gd name="connsiteX75" fmla="*/ 730534 w 2912392"/>
                <a:gd name="connsiteY75" fmla="*/ 202565 h 781964"/>
                <a:gd name="connsiteX76" fmla="*/ 740274 w 2912392"/>
                <a:gd name="connsiteY76" fmla="*/ 196182 h 781964"/>
                <a:gd name="connsiteX77" fmla="*/ 750015 w 2912392"/>
                <a:gd name="connsiteY77" fmla="*/ 189837 h 781964"/>
                <a:gd name="connsiteX78" fmla="*/ 759756 w 2912392"/>
                <a:gd name="connsiteY78" fmla="*/ 183536 h 781964"/>
                <a:gd name="connsiteX79" fmla="*/ 769495 w 2912392"/>
                <a:gd name="connsiteY79" fmla="*/ 177285 h 781964"/>
                <a:gd name="connsiteX80" fmla="*/ 779236 w 2912392"/>
                <a:gd name="connsiteY80" fmla="*/ 171086 h 781964"/>
                <a:gd name="connsiteX81" fmla="*/ 788977 w 2912392"/>
                <a:gd name="connsiteY81" fmla="*/ 164945 h 781964"/>
                <a:gd name="connsiteX82" fmla="*/ 798717 w 2912392"/>
                <a:gd name="connsiteY82" fmla="*/ 158868 h 781964"/>
                <a:gd name="connsiteX83" fmla="*/ 808458 w 2912392"/>
                <a:gd name="connsiteY83" fmla="*/ 152856 h 781964"/>
                <a:gd name="connsiteX84" fmla="*/ 818199 w 2912392"/>
                <a:gd name="connsiteY84" fmla="*/ 146916 h 781964"/>
                <a:gd name="connsiteX85" fmla="*/ 827938 w 2912392"/>
                <a:gd name="connsiteY85" fmla="*/ 141050 h 781964"/>
                <a:gd name="connsiteX86" fmla="*/ 837679 w 2912392"/>
                <a:gd name="connsiteY86" fmla="*/ 135265 h 781964"/>
                <a:gd name="connsiteX87" fmla="*/ 847420 w 2912392"/>
                <a:gd name="connsiteY87" fmla="*/ 129560 h 781964"/>
                <a:gd name="connsiteX88" fmla="*/ 857159 w 2912392"/>
                <a:gd name="connsiteY88" fmla="*/ 123943 h 781964"/>
                <a:gd name="connsiteX89" fmla="*/ 866900 w 2912392"/>
                <a:gd name="connsiteY89" fmla="*/ 118414 h 781964"/>
                <a:gd name="connsiteX90" fmla="*/ 876641 w 2912392"/>
                <a:gd name="connsiteY90" fmla="*/ 112979 h 781964"/>
                <a:gd name="connsiteX91" fmla="*/ 886381 w 2912392"/>
                <a:gd name="connsiteY91" fmla="*/ 107639 h 781964"/>
                <a:gd name="connsiteX92" fmla="*/ 896122 w 2912392"/>
                <a:gd name="connsiteY92" fmla="*/ 102399 h 781964"/>
                <a:gd name="connsiteX93" fmla="*/ 905863 w 2912392"/>
                <a:gd name="connsiteY93" fmla="*/ 97261 h 781964"/>
                <a:gd name="connsiteX94" fmla="*/ 915602 w 2912392"/>
                <a:gd name="connsiteY94" fmla="*/ 92228 h 781964"/>
                <a:gd name="connsiteX95" fmla="*/ 925343 w 2912392"/>
                <a:gd name="connsiteY95" fmla="*/ 87301 h 781964"/>
                <a:gd name="connsiteX96" fmla="*/ 935084 w 2912392"/>
                <a:gd name="connsiteY96" fmla="*/ 82485 h 781964"/>
                <a:gd name="connsiteX97" fmla="*/ 944824 w 2912392"/>
                <a:gd name="connsiteY97" fmla="*/ 77783 h 781964"/>
                <a:gd name="connsiteX98" fmla="*/ 954564 w 2912392"/>
                <a:gd name="connsiteY98" fmla="*/ 73194 h 781964"/>
                <a:gd name="connsiteX99" fmla="*/ 964305 w 2912392"/>
                <a:gd name="connsiteY99" fmla="*/ 68725 h 781964"/>
                <a:gd name="connsiteX100" fmla="*/ 974045 w 2912392"/>
                <a:gd name="connsiteY100" fmla="*/ 64374 h 781964"/>
                <a:gd name="connsiteX101" fmla="*/ 983786 w 2912392"/>
                <a:gd name="connsiteY101" fmla="*/ 60146 h 781964"/>
                <a:gd name="connsiteX102" fmla="*/ 993522 w 2912392"/>
                <a:gd name="connsiteY102" fmla="*/ 56043 h 781964"/>
                <a:gd name="connsiteX103" fmla="*/ 1003266 w 2912392"/>
                <a:gd name="connsiteY103" fmla="*/ 52066 h 781964"/>
                <a:gd name="connsiteX104" fmla="*/ 1013010 w 2912392"/>
                <a:gd name="connsiteY104" fmla="*/ 48218 h 781964"/>
                <a:gd name="connsiteX105" fmla="*/ 1022754 w 2912392"/>
                <a:gd name="connsiteY105" fmla="*/ 44500 h 781964"/>
                <a:gd name="connsiteX106" fmla="*/ 1032483 w 2912392"/>
                <a:gd name="connsiteY106" fmla="*/ 40916 h 781964"/>
                <a:gd name="connsiteX107" fmla="*/ 1042227 w 2912392"/>
                <a:gd name="connsiteY107" fmla="*/ 37466 h 781964"/>
                <a:gd name="connsiteX108" fmla="*/ 1051971 w 2912392"/>
                <a:gd name="connsiteY108" fmla="*/ 34154 h 781964"/>
                <a:gd name="connsiteX109" fmla="*/ 1061715 w 2912392"/>
                <a:gd name="connsiteY109" fmla="*/ 30981 h 781964"/>
                <a:gd name="connsiteX110" fmla="*/ 1071444 w 2912392"/>
                <a:gd name="connsiteY110" fmla="*/ 27949 h 781964"/>
                <a:gd name="connsiteX111" fmla="*/ 1081188 w 2912392"/>
                <a:gd name="connsiteY111" fmla="*/ 25060 h 781964"/>
                <a:gd name="connsiteX112" fmla="*/ 1090932 w 2912392"/>
                <a:gd name="connsiteY112" fmla="*/ 22317 h 781964"/>
                <a:gd name="connsiteX113" fmla="*/ 1100676 w 2912392"/>
                <a:gd name="connsiteY113" fmla="*/ 19722 h 781964"/>
                <a:gd name="connsiteX114" fmla="*/ 1110405 w 2912392"/>
                <a:gd name="connsiteY114" fmla="*/ 17275 h 781964"/>
                <a:gd name="connsiteX115" fmla="*/ 1120149 w 2912392"/>
                <a:gd name="connsiteY115" fmla="*/ 14981 h 781964"/>
                <a:gd name="connsiteX116" fmla="*/ 1129893 w 2912392"/>
                <a:gd name="connsiteY116" fmla="*/ 12840 h 781964"/>
                <a:gd name="connsiteX117" fmla="*/ 1139637 w 2912392"/>
                <a:gd name="connsiteY117" fmla="*/ 10855 h 781964"/>
                <a:gd name="connsiteX118" fmla="*/ 1149381 w 2912392"/>
                <a:gd name="connsiteY118" fmla="*/ 9029 h 781964"/>
                <a:gd name="connsiteX119" fmla="*/ 1159110 w 2912392"/>
                <a:gd name="connsiteY119" fmla="*/ 7363 h 781964"/>
                <a:gd name="connsiteX120" fmla="*/ 1168854 w 2912392"/>
                <a:gd name="connsiteY120" fmla="*/ 5861 h 781964"/>
                <a:gd name="connsiteX121" fmla="*/ 1178598 w 2912392"/>
                <a:gd name="connsiteY121" fmla="*/ 4525 h 781964"/>
                <a:gd name="connsiteX122" fmla="*/ 1188341 w 2912392"/>
                <a:gd name="connsiteY122" fmla="*/ 3355 h 781964"/>
                <a:gd name="connsiteX123" fmla="*/ 1198070 w 2912392"/>
                <a:gd name="connsiteY123" fmla="*/ 2356 h 781964"/>
                <a:gd name="connsiteX124" fmla="*/ 1207814 w 2912392"/>
                <a:gd name="connsiteY124" fmla="*/ 1529 h 781964"/>
                <a:gd name="connsiteX125" fmla="*/ 1217558 w 2912392"/>
                <a:gd name="connsiteY125" fmla="*/ 878 h 781964"/>
                <a:gd name="connsiteX126" fmla="*/ 1227302 w 2912392"/>
                <a:gd name="connsiteY126" fmla="*/ 404 h 781964"/>
                <a:gd name="connsiteX127" fmla="*/ 1237031 w 2912392"/>
                <a:gd name="connsiteY127" fmla="*/ 110 h 781964"/>
                <a:gd name="connsiteX128" fmla="*/ 1246775 w 2912392"/>
                <a:gd name="connsiteY128" fmla="*/ 0 h 781964"/>
                <a:gd name="connsiteX129" fmla="*/ 1256519 w 2912392"/>
                <a:gd name="connsiteY129" fmla="*/ 76 h 781964"/>
                <a:gd name="connsiteX130" fmla="*/ 1266263 w 2912392"/>
                <a:gd name="connsiteY130" fmla="*/ 340 h 781964"/>
                <a:gd name="connsiteX131" fmla="*/ 1276007 w 2912392"/>
                <a:gd name="connsiteY131" fmla="*/ 794 h 781964"/>
                <a:gd name="connsiteX132" fmla="*/ 1285736 w 2912392"/>
                <a:gd name="connsiteY132" fmla="*/ 1442 h 781964"/>
                <a:gd name="connsiteX133" fmla="*/ 1295480 w 2912392"/>
                <a:gd name="connsiteY133" fmla="*/ 2287 h 781964"/>
                <a:gd name="connsiteX134" fmla="*/ 1305224 w 2912392"/>
                <a:gd name="connsiteY134" fmla="*/ 3331 h 781964"/>
                <a:gd name="connsiteX135" fmla="*/ 1314968 w 2912392"/>
                <a:gd name="connsiteY135" fmla="*/ 4577 h 781964"/>
                <a:gd name="connsiteX136" fmla="*/ 1324697 w 2912392"/>
                <a:gd name="connsiteY136" fmla="*/ 6027 h 781964"/>
                <a:gd name="connsiteX137" fmla="*/ 1334441 w 2912392"/>
                <a:gd name="connsiteY137" fmla="*/ 7683 h 781964"/>
                <a:gd name="connsiteX138" fmla="*/ 1344185 w 2912392"/>
                <a:gd name="connsiteY138" fmla="*/ 9550 h 781964"/>
                <a:gd name="connsiteX139" fmla="*/ 1353929 w 2912392"/>
                <a:gd name="connsiteY139" fmla="*/ 11630 h 781964"/>
                <a:gd name="connsiteX140" fmla="*/ 1363658 w 2912392"/>
                <a:gd name="connsiteY140" fmla="*/ 13923 h 781964"/>
                <a:gd name="connsiteX141" fmla="*/ 1373402 w 2912392"/>
                <a:gd name="connsiteY141" fmla="*/ 16435 h 781964"/>
                <a:gd name="connsiteX142" fmla="*/ 1383146 w 2912392"/>
                <a:gd name="connsiteY142" fmla="*/ 19165 h 781964"/>
                <a:gd name="connsiteX143" fmla="*/ 1392890 w 2912392"/>
                <a:gd name="connsiteY143" fmla="*/ 22118 h 781964"/>
                <a:gd name="connsiteX144" fmla="*/ 1402619 w 2912392"/>
                <a:gd name="connsiteY144" fmla="*/ 25293 h 781964"/>
                <a:gd name="connsiteX145" fmla="*/ 1412363 w 2912392"/>
                <a:gd name="connsiteY145" fmla="*/ 28694 h 781964"/>
                <a:gd name="connsiteX146" fmla="*/ 1422106 w 2912392"/>
                <a:gd name="connsiteY146" fmla="*/ 32323 h 781964"/>
                <a:gd name="connsiteX147" fmla="*/ 1431850 w 2912392"/>
                <a:gd name="connsiteY147" fmla="*/ 36182 h 781964"/>
                <a:gd name="connsiteX148" fmla="*/ 1441594 w 2912392"/>
                <a:gd name="connsiteY148" fmla="*/ 40272 h 781964"/>
                <a:gd name="connsiteX149" fmla="*/ 1451323 w 2912392"/>
                <a:gd name="connsiteY149" fmla="*/ 44594 h 781964"/>
                <a:gd name="connsiteX150" fmla="*/ 1461067 w 2912392"/>
                <a:gd name="connsiteY150" fmla="*/ 49149 h 781964"/>
                <a:gd name="connsiteX151" fmla="*/ 1470811 w 2912392"/>
                <a:gd name="connsiteY151" fmla="*/ 53939 h 781964"/>
                <a:gd name="connsiteX152" fmla="*/ 1480555 w 2912392"/>
                <a:gd name="connsiteY152" fmla="*/ 58963 h 781964"/>
                <a:gd name="connsiteX153" fmla="*/ 1490284 w 2912392"/>
                <a:gd name="connsiteY153" fmla="*/ 64222 h 781964"/>
                <a:gd name="connsiteX154" fmla="*/ 1500028 w 2912392"/>
                <a:gd name="connsiteY154" fmla="*/ 69718 h 781964"/>
                <a:gd name="connsiteX155" fmla="*/ 1509772 w 2912392"/>
                <a:gd name="connsiteY155" fmla="*/ 75448 h 781964"/>
                <a:gd name="connsiteX156" fmla="*/ 1519516 w 2912392"/>
                <a:gd name="connsiteY156" fmla="*/ 81416 h 781964"/>
                <a:gd name="connsiteX157" fmla="*/ 1529245 w 2912392"/>
                <a:gd name="connsiteY157" fmla="*/ 87616 h 781964"/>
                <a:gd name="connsiteX158" fmla="*/ 1538989 w 2912392"/>
                <a:gd name="connsiteY158" fmla="*/ 94050 h 781964"/>
                <a:gd name="connsiteX159" fmla="*/ 1548733 w 2912392"/>
                <a:gd name="connsiteY159" fmla="*/ 100717 h 781964"/>
                <a:gd name="connsiteX160" fmla="*/ 1558477 w 2912392"/>
                <a:gd name="connsiteY160" fmla="*/ 107614 h 781964"/>
                <a:gd name="connsiteX161" fmla="*/ 1568221 w 2912392"/>
                <a:gd name="connsiteY161" fmla="*/ 114740 h 781964"/>
                <a:gd name="connsiteX162" fmla="*/ 1577950 w 2912392"/>
                <a:gd name="connsiteY162" fmla="*/ 122091 h 781964"/>
                <a:gd name="connsiteX163" fmla="*/ 1587694 w 2912392"/>
                <a:gd name="connsiteY163" fmla="*/ 129666 h 781964"/>
                <a:gd name="connsiteX164" fmla="*/ 1597438 w 2912392"/>
                <a:gd name="connsiteY164" fmla="*/ 137462 h 781964"/>
                <a:gd name="connsiteX165" fmla="*/ 1607182 w 2912392"/>
                <a:gd name="connsiteY165" fmla="*/ 145474 h 781964"/>
                <a:gd name="connsiteX166" fmla="*/ 1616911 w 2912392"/>
                <a:gd name="connsiteY166" fmla="*/ 153699 h 781964"/>
                <a:gd name="connsiteX167" fmla="*/ 1626655 w 2912392"/>
                <a:gd name="connsiteY167" fmla="*/ 162132 h 781964"/>
                <a:gd name="connsiteX168" fmla="*/ 1636399 w 2912392"/>
                <a:gd name="connsiteY168" fmla="*/ 170771 h 781964"/>
                <a:gd name="connsiteX169" fmla="*/ 1646142 w 2912392"/>
                <a:gd name="connsiteY169" fmla="*/ 179607 h 781964"/>
                <a:gd name="connsiteX170" fmla="*/ 1655872 w 2912392"/>
                <a:gd name="connsiteY170" fmla="*/ 188636 h 781964"/>
                <a:gd name="connsiteX171" fmla="*/ 1665616 w 2912392"/>
                <a:gd name="connsiteY171" fmla="*/ 197853 h 781964"/>
                <a:gd name="connsiteX172" fmla="*/ 1675359 w 2912392"/>
                <a:gd name="connsiteY172" fmla="*/ 207249 h 781964"/>
                <a:gd name="connsiteX173" fmla="*/ 1685103 w 2912392"/>
                <a:gd name="connsiteY173" fmla="*/ 216820 h 781964"/>
                <a:gd name="connsiteX174" fmla="*/ 1694832 w 2912392"/>
                <a:gd name="connsiteY174" fmla="*/ 226558 h 781964"/>
                <a:gd name="connsiteX175" fmla="*/ 1704576 w 2912392"/>
                <a:gd name="connsiteY175" fmla="*/ 236454 h 781964"/>
                <a:gd name="connsiteX176" fmla="*/ 1714320 w 2912392"/>
                <a:gd name="connsiteY176" fmla="*/ 246502 h 781964"/>
                <a:gd name="connsiteX177" fmla="*/ 1724064 w 2912392"/>
                <a:gd name="connsiteY177" fmla="*/ 256693 h 781964"/>
                <a:gd name="connsiteX178" fmla="*/ 1733808 w 2912392"/>
                <a:gd name="connsiteY178" fmla="*/ 267018 h 781964"/>
                <a:gd name="connsiteX179" fmla="*/ 1743537 w 2912392"/>
                <a:gd name="connsiteY179" fmla="*/ 277468 h 781964"/>
                <a:gd name="connsiteX180" fmla="*/ 1753281 w 2912392"/>
                <a:gd name="connsiteY180" fmla="*/ 288033 h 781964"/>
                <a:gd name="connsiteX181" fmla="*/ 1763025 w 2912392"/>
                <a:gd name="connsiteY181" fmla="*/ 298705 h 781964"/>
                <a:gd name="connsiteX182" fmla="*/ 1772769 w 2912392"/>
                <a:gd name="connsiteY182" fmla="*/ 309471 h 781964"/>
                <a:gd name="connsiteX183" fmla="*/ 1782498 w 2912392"/>
                <a:gd name="connsiteY183" fmla="*/ 320324 h 781964"/>
                <a:gd name="connsiteX184" fmla="*/ 1792242 w 2912392"/>
                <a:gd name="connsiteY184" fmla="*/ 331251 h 781964"/>
                <a:gd name="connsiteX185" fmla="*/ 1801986 w 2912392"/>
                <a:gd name="connsiteY185" fmla="*/ 342242 h 781964"/>
                <a:gd name="connsiteX186" fmla="*/ 1811730 w 2912392"/>
                <a:gd name="connsiteY186" fmla="*/ 353286 h 781964"/>
                <a:gd name="connsiteX187" fmla="*/ 1821459 w 2912392"/>
                <a:gd name="connsiteY187" fmla="*/ 364371 h 781964"/>
                <a:gd name="connsiteX188" fmla="*/ 1831203 w 2912392"/>
                <a:gd name="connsiteY188" fmla="*/ 375486 h 781964"/>
                <a:gd name="connsiteX189" fmla="*/ 1840947 w 2912392"/>
                <a:gd name="connsiteY189" fmla="*/ 386618 h 781964"/>
                <a:gd name="connsiteX190" fmla="*/ 1850691 w 2912392"/>
                <a:gd name="connsiteY190" fmla="*/ 397758 h 781964"/>
                <a:gd name="connsiteX191" fmla="*/ 1860435 w 2912392"/>
                <a:gd name="connsiteY191" fmla="*/ 408894 h 781964"/>
                <a:gd name="connsiteX192" fmla="*/ 1870164 w 2912392"/>
                <a:gd name="connsiteY192" fmla="*/ 420011 h 781964"/>
                <a:gd name="connsiteX193" fmla="*/ 1879908 w 2912392"/>
                <a:gd name="connsiteY193" fmla="*/ 431099 h 781964"/>
                <a:gd name="connsiteX194" fmla="*/ 1889652 w 2912392"/>
                <a:gd name="connsiteY194" fmla="*/ 442147 h 781964"/>
                <a:gd name="connsiteX195" fmla="*/ 1899395 w 2912392"/>
                <a:gd name="connsiteY195" fmla="*/ 453142 h 781964"/>
                <a:gd name="connsiteX196" fmla="*/ 1909124 w 2912392"/>
                <a:gd name="connsiteY196" fmla="*/ 464072 h 781964"/>
                <a:gd name="connsiteX197" fmla="*/ 1918868 w 2912392"/>
                <a:gd name="connsiteY197" fmla="*/ 474924 h 781964"/>
                <a:gd name="connsiteX198" fmla="*/ 1928612 w 2912392"/>
                <a:gd name="connsiteY198" fmla="*/ 485690 h 781964"/>
                <a:gd name="connsiteX199" fmla="*/ 1938356 w 2912392"/>
                <a:gd name="connsiteY199" fmla="*/ 496357 h 781964"/>
                <a:gd name="connsiteX200" fmla="*/ 1948085 w 2912392"/>
                <a:gd name="connsiteY200" fmla="*/ 506911 h 781964"/>
                <a:gd name="connsiteX201" fmla="*/ 1957829 w 2912392"/>
                <a:gd name="connsiteY201" fmla="*/ 517345 h 781964"/>
                <a:gd name="connsiteX202" fmla="*/ 1967573 w 2912392"/>
                <a:gd name="connsiteY202" fmla="*/ 527644 h 781964"/>
                <a:gd name="connsiteX203" fmla="*/ 1977317 w 2912392"/>
                <a:gd name="connsiteY203" fmla="*/ 537803 h 781964"/>
                <a:gd name="connsiteX204" fmla="*/ 1987046 w 2912392"/>
                <a:gd name="connsiteY204" fmla="*/ 547807 h 781964"/>
                <a:gd name="connsiteX205" fmla="*/ 1996790 w 2912392"/>
                <a:gd name="connsiteY205" fmla="*/ 557648 h 781964"/>
                <a:gd name="connsiteX206" fmla="*/ 2006534 w 2912392"/>
                <a:gd name="connsiteY206" fmla="*/ 567316 h 781964"/>
                <a:gd name="connsiteX207" fmla="*/ 2016278 w 2912392"/>
                <a:gd name="connsiteY207" fmla="*/ 576804 h 781964"/>
                <a:gd name="connsiteX208" fmla="*/ 2026022 w 2912392"/>
                <a:gd name="connsiteY208" fmla="*/ 586099 h 781964"/>
                <a:gd name="connsiteX209" fmla="*/ 2035751 w 2912392"/>
                <a:gd name="connsiteY209" fmla="*/ 595197 h 781964"/>
                <a:gd name="connsiteX210" fmla="*/ 2045495 w 2912392"/>
                <a:gd name="connsiteY210" fmla="*/ 604088 h 781964"/>
                <a:gd name="connsiteX211" fmla="*/ 2055239 w 2912392"/>
                <a:gd name="connsiteY211" fmla="*/ 612765 h 781964"/>
                <a:gd name="connsiteX212" fmla="*/ 2064983 w 2912392"/>
                <a:gd name="connsiteY212" fmla="*/ 621222 h 781964"/>
                <a:gd name="connsiteX213" fmla="*/ 2074712 w 2912392"/>
                <a:gd name="connsiteY213" fmla="*/ 629452 h 781964"/>
                <a:gd name="connsiteX214" fmla="*/ 2084456 w 2912392"/>
                <a:gd name="connsiteY214" fmla="*/ 637450 h 781964"/>
                <a:gd name="connsiteX215" fmla="*/ 2094200 w 2912392"/>
                <a:gd name="connsiteY215" fmla="*/ 645209 h 781964"/>
                <a:gd name="connsiteX216" fmla="*/ 2103944 w 2912392"/>
                <a:gd name="connsiteY216" fmla="*/ 652727 h 781964"/>
                <a:gd name="connsiteX217" fmla="*/ 2113673 w 2912392"/>
                <a:gd name="connsiteY217" fmla="*/ 659998 h 781964"/>
                <a:gd name="connsiteX218" fmla="*/ 2123417 w 2912392"/>
                <a:gd name="connsiteY218" fmla="*/ 667020 h 781964"/>
                <a:gd name="connsiteX219" fmla="*/ 2133161 w 2912392"/>
                <a:gd name="connsiteY219" fmla="*/ 673787 h 781964"/>
                <a:gd name="connsiteX220" fmla="*/ 2142905 w 2912392"/>
                <a:gd name="connsiteY220" fmla="*/ 680301 h 781964"/>
                <a:gd name="connsiteX221" fmla="*/ 2152649 w 2912392"/>
                <a:gd name="connsiteY221" fmla="*/ 686557 h 781964"/>
                <a:gd name="connsiteX222" fmla="*/ 2162377 w 2912392"/>
                <a:gd name="connsiteY222" fmla="*/ 692555 h 781964"/>
                <a:gd name="connsiteX223" fmla="*/ 2172121 w 2912392"/>
                <a:gd name="connsiteY223" fmla="*/ 698294 h 781964"/>
                <a:gd name="connsiteX224" fmla="*/ 2181865 w 2912392"/>
                <a:gd name="connsiteY224" fmla="*/ 703776 h 781964"/>
                <a:gd name="connsiteX225" fmla="*/ 2191609 w 2912392"/>
                <a:gd name="connsiteY225" fmla="*/ 708998 h 781964"/>
                <a:gd name="connsiteX226" fmla="*/ 2201338 w 2912392"/>
                <a:gd name="connsiteY226" fmla="*/ 713964 h 781964"/>
                <a:gd name="connsiteX227" fmla="*/ 2211082 w 2912392"/>
                <a:gd name="connsiteY227" fmla="*/ 718675 h 781964"/>
                <a:gd name="connsiteX228" fmla="*/ 2220826 w 2912392"/>
                <a:gd name="connsiteY228" fmla="*/ 723133 h 781964"/>
                <a:gd name="connsiteX229" fmla="*/ 2230570 w 2912392"/>
                <a:gd name="connsiteY229" fmla="*/ 727340 h 781964"/>
                <a:gd name="connsiteX230" fmla="*/ 2240299 w 2912392"/>
                <a:gd name="connsiteY230" fmla="*/ 731300 h 781964"/>
                <a:gd name="connsiteX231" fmla="*/ 2250043 w 2912392"/>
                <a:gd name="connsiteY231" fmla="*/ 735017 h 781964"/>
                <a:gd name="connsiteX232" fmla="*/ 2259787 w 2912392"/>
                <a:gd name="connsiteY232" fmla="*/ 738495 h 781964"/>
                <a:gd name="connsiteX233" fmla="*/ 2269531 w 2912392"/>
                <a:gd name="connsiteY233" fmla="*/ 741738 h 781964"/>
                <a:gd name="connsiteX234" fmla="*/ 2279260 w 2912392"/>
                <a:gd name="connsiteY234" fmla="*/ 744754 h 781964"/>
                <a:gd name="connsiteX235" fmla="*/ 2289004 w 2912392"/>
                <a:gd name="connsiteY235" fmla="*/ 747545 h 781964"/>
                <a:gd name="connsiteX236" fmla="*/ 2298748 w 2912392"/>
                <a:gd name="connsiteY236" fmla="*/ 750118 h 781964"/>
                <a:gd name="connsiteX237" fmla="*/ 2308492 w 2912392"/>
                <a:gd name="connsiteY237" fmla="*/ 752479 h 781964"/>
                <a:gd name="connsiteX238" fmla="*/ 2318236 w 2912392"/>
                <a:gd name="connsiteY238" fmla="*/ 754635 h 781964"/>
                <a:gd name="connsiteX239" fmla="*/ 2327965 w 2912392"/>
                <a:gd name="connsiteY239" fmla="*/ 756594 h 781964"/>
                <a:gd name="connsiteX240" fmla="*/ 2337709 w 2912392"/>
                <a:gd name="connsiteY240" fmla="*/ 758361 h 781964"/>
                <a:gd name="connsiteX241" fmla="*/ 2347453 w 2912392"/>
                <a:gd name="connsiteY241" fmla="*/ 759946 h 781964"/>
                <a:gd name="connsiteX242" fmla="*/ 2357197 w 2912392"/>
                <a:gd name="connsiteY242" fmla="*/ 761354 h 781964"/>
                <a:gd name="connsiteX243" fmla="*/ 2366926 w 2912392"/>
                <a:gd name="connsiteY243" fmla="*/ 762595 h 781964"/>
                <a:gd name="connsiteX244" fmla="*/ 2376670 w 2912392"/>
                <a:gd name="connsiteY244" fmla="*/ 763677 h 781964"/>
                <a:gd name="connsiteX245" fmla="*/ 2386413 w 2912392"/>
                <a:gd name="connsiteY245" fmla="*/ 764607 h 781964"/>
                <a:gd name="connsiteX246" fmla="*/ 2396157 w 2912392"/>
                <a:gd name="connsiteY246" fmla="*/ 765393 h 781964"/>
                <a:gd name="connsiteX247" fmla="*/ 2405886 w 2912392"/>
                <a:gd name="connsiteY247" fmla="*/ 766045 h 781964"/>
                <a:gd name="connsiteX248" fmla="*/ 2415630 w 2912392"/>
                <a:gd name="connsiteY248" fmla="*/ 766571 h 781964"/>
                <a:gd name="connsiteX249" fmla="*/ 2425374 w 2912392"/>
                <a:gd name="connsiteY249" fmla="*/ 766977 h 781964"/>
                <a:gd name="connsiteX250" fmla="*/ 2435118 w 2912392"/>
                <a:gd name="connsiteY250" fmla="*/ 767277 h 781964"/>
                <a:gd name="connsiteX251" fmla="*/ 2444862 w 2912392"/>
                <a:gd name="connsiteY251" fmla="*/ 767475 h 781964"/>
                <a:gd name="connsiteX252" fmla="*/ 2454591 w 2912392"/>
                <a:gd name="connsiteY252" fmla="*/ 767581 h 781964"/>
                <a:gd name="connsiteX253" fmla="*/ 2464335 w 2912392"/>
                <a:gd name="connsiteY253" fmla="*/ 767603 h 781964"/>
                <a:gd name="connsiteX254" fmla="*/ 2474079 w 2912392"/>
                <a:gd name="connsiteY254" fmla="*/ 767551 h 781964"/>
                <a:gd name="connsiteX255" fmla="*/ 2483823 w 2912392"/>
                <a:gd name="connsiteY255" fmla="*/ 767430 h 781964"/>
                <a:gd name="connsiteX256" fmla="*/ 2493552 w 2912392"/>
                <a:gd name="connsiteY256" fmla="*/ 767253 h 781964"/>
                <a:gd name="connsiteX257" fmla="*/ 2503296 w 2912392"/>
                <a:gd name="connsiteY257" fmla="*/ 767023 h 781964"/>
                <a:gd name="connsiteX258" fmla="*/ 2513040 w 2912392"/>
                <a:gd name="connsiteY258" fmla="*/ 766752 h 781964"/>
                <a:gd name="connsiteX259" fmla="*/ 2522784 w 2912392"/>
                <a:gd name="connsiteY259" fmla="*/ 766445 h 781964"/>
                <a:gd name="connsiteX260" fmla="*/ 2532513 w 2912392"/>
                <a:gd name="connsiteY260" fmla="*/ 766112 h 781964"/>
                <a:gd name="connsiteX261" fmla="*/ 2542257 w 2912392"/>
                <a:gd name="connsiteY261" fmla="*/ 765757 h 781964"/>
                <a:gd name="connsiteX262" fmla="*/ 2552001 w 2912392"/>
                <a:gd name="connsiteY262" fmla="*/ 765389 h 781964"/>
                <a:gd name="connsiteX263" fmla="*/ 2561745 w 2912392"/>
                <a:gd name="connsiteY263" fmla="*/ 765015 h 781964"/>
                <a:gd name="connsiteX264" fmla="*/ 2571474 w 2912392"/>
                <a:gd name="connsiteY264" fmla="*/ 764641 h 781964"/>
                <a:gd name="connsiteX265" fmla="*/ 2581218 w 2912392"/>
                <a:gd name="connsiteY265" fmla="*/ 764275 h 781964"/>
                <a:gd name="connsiteX266" fmla="*/ 2590962 w 2912392"/>
                <a:gd name="connsiteY266" fmla="*/ 763920 h 781964"/>
                <a:gd name="connsiteX267" fmla="*/ 2600705 w 2912392"/>
                <a:gd name="connsiteY267" fmla="*/ 763585 h 781964"/>
                <a:gd name="connsiteX268" fmla="*/ 2610449 w 2912392"/>
                <a:gd name="connsiteY268" fmla="*/ 763272 h 781964"/>
                <a:gd name="connsiteX269" fmla="*/ 2620178 w 2912392"/>
                <a:gd name="connsiteY269" fmla="*/ 762990 h 781964"/>
                <a:gd name="connsiteX270" fmla="*/ 2629922 w 2912392"/>
                <a:gd name="connsiteY270" fmla="*/ 762743 h 781964"/>
                <a:gd name="connsiteX271" fmla="*/ 2639666 w 2912392"/>
                <a:gd name="connsiteY271" fmla="*/ 762533 h 781964"/>
                <a:gd name="connsiteX272" fmla="*/ 2649410 w 2912392"/>
                <a:gd name="connsiteY272" fmla="*/ 762367 h 781964"/>
                <a:gd name="connsiteX273" fmla="*/ 2659139 w 2912392"/>
                <a:gd name="connsiteY273" fmla="*/ 762250 h 781964"/>
                <a:gd name="connsiteX274" fmla="*/ 2668883 w 2912392"/>
                <a:gd name="connsiteY274" fmla="*/ 762183 h 781964"/>
                <a:gd name="connsiteX275" fmla="*/ 2678627 w 2912392"/>
                <a:gd name="connsiteY275" fmla="*/ 762169 h 781964"/>
                <a:gd name="connsiteX276" fmla="*/ 2688371 w 2912392"/>
                <a:gd name="connsiteY276" fmla="*/ 762214 h 781964"/>
                <a:gd name="connsiteX277" fmla="*/ 2698100 w 2912392"/>
                <a:gd name="connsiteY277" fmla="*/ 762320 h 781964"/>
                <a:gd name="connsiteX278" fmla="*/ 2707844 w 2912392"/>
                <a:gd name="connsiteY278" fmla="*/ 762488 h 781964"/>
                <a:gd name="connsiteX279" fmla="*/ 2717588 w 2912392"/>
                <a:gd name="connsiteY279" fmla="*/ 762722 h 781964"/>
                <a:gd name="connsiteX280" fmla="*/ 2727332 w 2912392"/>
                <a:gd name="connsiteY280" fmla="*/ 763023 h 781964"/>
                <a:gd name="connsiteX281" fmla="*/ 2737076 w 2912392"/>
                <a:gd name="connsiteY281" fmla="*/ 763393 h 781964"/>
                <a:gd name="connsiteX282" fmla="*/ 2746805 w 2912392"/>
                <a:gd name="connsiteY282" fmla="*/ 763832 h 781964"/>
                <a:gd name="connsiteX283" fmla="*/ 2756549 w 2912392"/>
                <a:gd name="connsiteY283" fmla="*/ 764343 h 781964"/>
                <a:gd name="connsiteX284" fmla="*/ 2766293 w 2912392"/>
                <a:gd name="connsiteY284" fmla="*/ 764926 h 781964"/>
                <a:gd name="connsiteX285" fmla="*/ 2776037 w 2912392"/>
                <a:gd name="connsiteY285" fmla="*/ 765581 h 781964"/>
                <a:gd name="connsiteX286" fmla="*/ 2785766 w 2912392"/>
                <a:gd name="connsiteY286" fmla="*/ 766308 h 781964"/>
                <a:gd name="connsiteX287" fmla="*/ 2795510 w 2912392"/>
                <a:gd name="connsiteY287" fmla="*/ 767108 h 781964"/>
                <a:gd name="connsiteX288" fmla="*/ 2805254 w 2912392"/>
                <a:gd name="connsiteY288" fmla="*/ 767980 h 781964"/>
                <a:gd name="connsiteX289" fmla="*/ 2814998 w 2912392"/>
                <a:gd name="connsiteY289" fmla="*/ 768923 h 781964"/>
                <a:gd name="connsiteX290" fmla="*/ 2824727 w 2912392"/>
                <a:gd name="connsiteY290" fmla="*/ 769936 h 781964"/>
                <a:gd name="connsiteX291" fmla="*/ 2834471 w 2912392"/>
                <a:gd name="connsiteY291" fmla="*/ 771019 h 781964"/>
                <a:gd name="connsiteX292" fmla="*/ 2844215 w 2912392"/>
                <a:gd name="connsiteY292" fmla="*/ 772170 h 781964"/>
                <a:gd name="connsiteX293" fmla="*/ 2853958 w 2912392"/>
                <a:gd name="connsiteY293" fmla="*/ 773387 h 781964"/>
                <a:gd name="connsiteX294" fmla="*/ 2863687 w 2912392"/>
                <a:gd name="connsiteY294" fmla="*/ 774670 h 781964"/>
                <a:gd name="connsiteX295" fmla="*/ 2873431 w 2912392"/>
                <a:gd name="connsiteY295" fmla="*/ 776014 h 781964"/>
                <a:gd name="connsiteX296" fmla="*/ 2883175 w 2912392"/>
                <a:gd name="connsiteY296" fmla="*/ 777417 h 781964"/>
                <a:gd name="connsiteX297" fmla="*/ 2892919 w 2912392"/>
                <a:gd name="connsiteY297" fmla="*/ 778879 h 781964"/>
                <a:gd name="connsiteX298" fmla="*/ 2902663 w 2912392"/>
                <a:gd name="connsiteY298" fmla="*/ 780395 h 781964"/>
                <a:gd name="connsiteX299" fmla="*/ 2912392 w 2912392"/>
                <a:gd name="connsiteY299" fmla="*/ 781964 h 781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81964">
                  <a:moveTo>
                    <a:pt x="0" y="502102"/>
                  </a:moveTo>
                  <a:lnTo>
                    <a:pt x="9739" y="499822"/>
                  </a:lnTo>
                  <a:lnTo>
                    <a:pt x="19480" y="497626"/>
                  </a:lnTo>
                  <a:lnTo>
                    <a:pt x="29221" y="495509"/>
                  </a:lnTo>
                  <a:lnTo>
                    <a:pt x="38961" y="493465"/>
                  </a:lnTo>
                  <a:lnTo>
                    <a:pt x="48702" y="491486"/>
                  </a:lnTo>
                  <a:lnTo>
                    <a:pt x="58443" y="489567"/>
                  </a:lnTo>
                  <a:lnTo>
                    <a:pt x="68182" y="487699"/>
                  </a:lnTo>
                  <a:lnTo>
                    <a:pt x="77923" y="485877"/>
                  </a:lnTo>
                  <a:lnTo>
                    <a:pt x="87664" y="484092"/>
                  </a:lnTo>
                  <a:lnTo>
                    <a:pt x="97404" y="482337"/>
                  </a:lnTo>
                  <a:lnTo>
                    <a:pt x="107145" y="480602"/>
                  </a:lnTo>
                  <a:lnTo>
                    <a:pt x="116886" y="478883"/>
                  </a:lnTo>
                  <a:lnTo>
                    <a:pt x="126625" y="477167"/>
                  </a:lnTo>
                  <a:lnTo>
                    <a:pt x="136366" y="475449"/>
                  </a:lnTo>
                  <a:lnTo>
                    <a:pt x="146107" y="473719"/>
                  </a:lnTo>
                  <a:lnTo>
                    <a:pt x="155846" y="471970"/>
                  </a:lnTo>
                  <a:lnTo>
                    <a:pt x="165587" y="470194"/>
                  </a:lnTo>
                  <a:lnTo>
                    <a:pt x="175328" y="468381"/>
                  </a:lnTo>
                  <a:lnTo>
                    <a:pt x="185068" y="466524"/>
                  </a:lnTo>
                  <a:lnTo>
                    <a:pt x="194809" y="464617"/>
                  </a:lnTo>
                  <a:lnTo>
                    <a:pt x="204550" y="462649"/>
                  </a:lnTo>
                  <a:lnTo>
                    <a:pt x="214289" y="460615"/>
                  </a:lnTo>
                  <a:lnTo>
                    <a:pt x="224030" y="458507"/>
                  </a:lnTo>
                  <a:lnTo>
                    <a:pt x="233771" y="456319"/>
                  </a:lnTo>
                  <a:lnTo>
                    <a:pt x="243510" y="454043"/>
                  </a:lnTo>
                  <a:lnTo>
                    <a:pt x="253251" y="451673"/>
                  </a:lnTo>
                  <a:lnTo>
                    <a:pt x="262992" y="449206"/>
                  </a:lnTo>
                  <a:lnTo>
                    <a:pt x="272732" y="446631"/>
                  </a:lnTo>
                  <a:lnTo>
                    <a:pt x="282473" y="443949"/>
                  </a:lnTo>
                  <a:lnTo>
                    <a:pt x="292214" y="441151"/>
                  </a:lnTo>
                  <a:lnTo>
                    <a:pt x="301953" y="438234"/>
                  </a:lnTo>
                  <a:lnTo>
                    <a:pt x="311694" y="435196"/>
                  </a:lnTo>
                  <a:lnTo>
                    <a:pt x="321435" y="432032"/>
                  </a:lnTo>
                  <a:lnTo>
                    <a:pt x="331175" y="428739"/>
                  </a:lnTo>
                  <a:lnTo>
                    <a:pt x="340916" y="425314"/>
                  </a:lnTo>
                  <a:lnTo>
                    <a:pt x="350656" y="421757"/>
                  </a:lnTo>
                  <a:lnTo>
                    <a:pt x="360396" y="418065"/>
                  </a:lnTo>
                  <a:lnTo>
                    <a:pt x="370137" y="414239"/>
                  </a:lnTo>
                  <a:lnTo>
                    <a:pt x="379878" y="410276"/>
                  </a:lnTo>
                  <a:lnTo>
                    <a:pt x="389617" y="406178"/>
                  </a:lnTo>
                  <a:lnTo>
                    <a:pt x="399358" y="401943"/>
                  </a:lnTo>
                  <a:lnTo>
                    <a:pt x="409099" y="397575"/>
                  </a:lnTo>
                  <a:lnTo>
                    <a:pt x="418839" y="393072"/>
                  </a:lnTo>
                  <a:lnTo>
                    <a:pt x="428580" y="388439"/>
                  </a:lnTo>
                  <a:lnTo>
                    <a:pt x="438321" y="383674"/>
                  </a:lnTo>
                  <a:lnTo>
                    <a:pt x="448060" y="378784"/>
                  </a:lnTo>
                  <a:lnTo>
                    <a:pt x="457801" y="373771"/>
                  </a:lnTo>
                  <a:lnTo>
                    <a:pt x="467542" y="368635"/>
                  </a:lnTo>
                  <a:lnTo>
                    <a:pt x="477281" y="363382"/>
                  </a:lnTo>
                  <a:lnTo>
                    <a:pt x="487022" y="358017"/>
                  </a:lnTo>
                  <a:lnTo>
                    <a:pt x="496763" y="352541"/>
                  </a:lnTo>
                  <a:lnTo>
                    <a:pt x="506503" y="346962"/>
                  </a:lnTo>
                  <a:lnTo>
                    <a:pt x="516244" y="341282"/>
                  </a:lnTo>
                  <a:lnTo>
                    <a:pt x="525985" y="335509"/>
                  </a:lnTo>
                  <a:lnTo>
                    <a:pt x="535724" y="329644"/>
                  </a:lnTo>
                  <a:lnTo>
                    <a:pt x="545465" y="323695"/>
                  </a:lnTo>
                  <a:lnTo>
                    <a:pt x="555206" y="317669"/>
                  </a:lnTo>
                  <a:lnTo>
                    <a:pt x="564946" y="311569"/>
                  </a:lnTo>
                  <a:lnTo>
                    <a:pt x="574687" y="305402"/>
                  </a:lnTo>
                  <a:lnTo>
                    <a:pt x="584428" y="299175"/>
                  </a:lnTo>
                  <a:lnTo>
                    <a:pt x="594167" y="292892"/>
                  </a:lnTo>
                  <a:lnTo>
                    <a:pt x="603908" y="286560"/>
                  </a:lnTo>
                  <a:lnTo>
                    <a:pt x="613649" y="280184"/>
                  </a:lnTo>
                  <a:lnTo>
                    <a:pt x="623388" y="273773"/>
                  </a:lnTo>
                  <a:lnTo>
                    <a:pt x="633129" y="267331"/>
                  </a:lnTo>
                  <a:lnTo>
                    <a:pt x="642870" y="260865"/>
                  </a:lnTo>
                  <a:lnTo>
                    <a:pt x="652610" y="254381"/>
                  </a:lnTo>
                  <a:lnTo>
                    <a:pt x="662351" y="247883"/>
                  </a:lnTo>
                  <a:lnTo>
                    <a:pt x="672092" y="241381"/>
                  </a:lnTo>
                  <a:lnTo>
                    <a:pt x="681831" y="234878"/>
                  </a:lnTo>
                  <a:lnTo>
                    <a:pt x="691572" y="228381"/>
                  </a:lnTo>
                  <a:lnTo>
                    <a:pt x="701313" y="221895"/>
                  </a:lnTo>
                  <a:lnTo>
                    <a:pt x="711052" y="215427"/>
                  </a:lnTo>
                  <a:lnTo>
                    <a:pt x="720793" y="208982"/>
                  </a:lnTo>
                  <a:lnTo>
                    <a:pt x="730534" y="202565"/>
                  </a:lnTo>
                  <a:lnTo>
                    <a:pt x="740274" y="196182"/>
                  </a:lnTo>
                  <a:lnTo>
                    <a:pt x="750015" y="189837"/>
                  </a:lnTo>
                  <a:lnTo>
                    <a:pt x="759756" y="183536"/>
                  </a:lnTo>
                  <a:lnTo>
                    <a:pt x="769495" y="177285"/>
                  </a:lnTo>
                  <a:lnTo>
                    <a:pt x="779236" y="171086"/>
                  </a:lnTo>
                  <a:lnTo>
                    <a:pt x="788977" y="164945"/>
                  </a:lnTo>
                  <a:lnTo>
                    <a:pt x="798717" y="158868"/>
                  </a:lnTo>
                  <a:lnTo>
                    <a:pt x="808458" y="152856"/>
                  </a:lnTo>
                  <a:lnTo>
                    <a:pt x="818199" y="146916"/>
                  </a:lnTo>
                  <a:lnTo>
                    <a:pt x="827938" y="141050"/>
                  </a:lnTo>
                  <a:lnTo>
                    <a:pt x="837679" y="135265"/>
                  </a:lnTo>
                  <a:lnTo>
                    <a:pt x="847420" y="129560"/>
                  </a:lnTo>
                  <a:lnTo>
                    <a:pt x="857159" y="123943"/>
                  </a:lnTo>
                  <a:lnTo>
                    <a:pt x="866900" y="118414"/>
                  </a:lnTo>
                  <a:lnTo>
                    <a:pt x="876641" y="112979"/>
                  </a:lnTo>
                  <a:lnTo>
                    <a:pt x="886381" y="107639"/>
                  </a:lnTo>
                  <a:lnTo>
                    <a:pt x="896122" y="102399"/>
                  </a:lnTo>
                  <a:lnTo>
                    <a:pt x="905863" y="97261"/>
                  </a:lnTo>
                  <a:lnTo>
                    <a:pt x="915602" y="92228"/>
                  </a:lnTo>
                  <a:lnTo>
                    <a:pt x="925343" y="87301"/>
                  </a:lnTo>
                  <a:lnTo>
                    <a:pt x="935084" y="82485"/>
                  </a:lnTo>
                  <a:lnTo>
                    <a:pt x="944824" y="77783"/>
                  </a:lnTo>
                  <a:lnTo>
                    <a:pt x="954564" y="73194"/>
                  </a:lnTo>
                  <a:lnTo>
                    <a:pt x="964305" y="68725"/>
                  </a:lnTo>
                  <a:lnTo>
                    <a:pt x="974045" y="64374"/>
                  </a:lnTo>
                  <a:lnTo>
                    <a:pt x="983786" y="60146"/>
                  </a:lnTo>
                  <a:lnTo>
                    <a:pt x="993522" y="56043"/>
                  </a:lnTo>
                  <a:lnTo>
                    <a:pt x="1003266" y="52066"/>
                  </a:lnTo>
                  <a:lnTo>
                    <a:pt x="1013010" y="48218"/>
                  </a:lnTo>
                  <a:lnTo>
                    <a:pt x="1022754" y="44500"/>
                  </a:lnTo>
                  <a:lnTo>
                    <a:pt x="1032483" y="40916"/>
                  </a:lnTo>
                  <a:lnTo>
                    <a:pt x="1042227" y="37466"/>
                  </a:lnTo>
                  <a:lnTo>
                    <a:pt x="1051971" y="34154"/>
                  </a:lnTo>
                  <a:lnTo>
                    <a:pt x="1061715" y="30981"/>
                  </a:lnTo>
                  <a:lnTo>
                    <a:pt x="1071444" y="27949"/>
                  </a:lnTo>
                  <a:lnTo>
                    <a:pt x="1081188" y="25060"/>
                  </a:lnTo>
                  <a:lnTo>
                    <a:pt x="1090932" y="22317"/>
                  </a:lnTo>
                  <a:lnTo>
                    <a:pt x="1100676" y="19722"/>
                  </a:lnTo>
                  <a:lnTo>
                    <a:pt x="1110405" y="17275"/>
                  </a:lnTo>
                  <a:lnTo>
                    <a:pt x="1120149" y="14981"/>
                  </a:lnTo>
                  <a:lnTo>
                    <a:pt x="1129893" y="12840"/>
                  </a:lnTo>
                  <a:lnTo>
                    <a:pt x="1139637" y="10855"/>
                  </a:lnTo>
                  <a:lnTo>
                    <a:pt x="1149381" y="9029"/>
                  </a:lnTo>
                  <a:lnTo>
                    <a:pt x="1159110" y="7363"/>
                  </a:lnTo>
                  <a:lnTo>
                    <a:pt x="1168854" y="5861"/>
                  </a:lnTo>
                  <a:lnTo>
                    <a:pt x="1178598" y="4525"/>
                  </a:lnTo>
                  <a:lnTo>
                    <a:pt x="1188341" y="3355"/>
                  </a:lnTo>
                  <a:lnTo>
                    <a:pt x="1198070" y="2356"/>
                  </a:lnTo>
                  <a:lnTo>
                    <a:pt x="1207814" y="1529"/>
                  </a:lnTo>
                  <a:lnTo>
                    <a:pt x="1217558" y="878"/>
                  </a:lnTo>
                  <a:lnTo>
                    <a:pt x="1227302" y="404"/>
                  </a:lnTo>
                  <a:lnTo>
                    <a:pt x="1237031" y="110"/>
                  </a:lnTo>
                  <a:lnTo>
                    <a:pt x="1246775" y="0"/>
                  </a:lnTo>
                  <a:lnTo>
                    <a:pt x="1256519" y="76"/>
                  </a:lnTo>
                  <a:lnTo>
                    <a:pt x="1266263" y="340"/>
                  </a:lnTo>
                  <a:lnTo>
                    <a:pt x="1276007" y="794"/>
                  </a:lnTo>
                  <a:lnTo>
                    <a:pt x="1285736" y="1442"/>
                  </a:lnTo>
                  <a:lnTo>
                    <a:pt x="1295480" y="2287"/>
                  </a:lnTo>
                  <a:lnTo>
                    <a:pt x="1305224" y="3331"/>
                  </a:lnTo>
                  <a:lnTo>
                    <a:pt x="1314968" y="4577"/>
                  </a:lnTo>
                  <a:lnTo>
                    <a:pt x="1324697" y="6027"/>
                  </a:lnTo>
                  <a:lnTo>
                    <a:pt x="1334441" y="7683"/>
                  </a:lnTo>
                  <a:lnTo>
                    <a:pt x="1344185" y="9550"/>
                  </a:lnTo>
                  <a:lnTo>
                    <a:pt x="1353929" y="11630"/>
                  </a:lnTo>
                  <a:lnTo>
                    <a:pt x="1363658" y="13923"/>
                  </a:lnTo>
                  <a:lnTo>
                    <a:pt x="1373402" y="16435"/>
                  </a:lnTo>
                  <a:lnTo>
                    <a:pt x="1383146" y="19165"/>
                  </a:lnTo>
                  <a:lnTo>
                    <a:pt x="1392890" y="22118"/>
                  </a:lnTo>
                  <a:lnTo>
                    <a:pt x="1402619" y="25293"/>
                  </a:lnTo>
                  <a:lnTo>
                    <a:pt x="1412363" y="28694"/>
                  </a:lnTo>
                  <a:lnTo>
                    <a:pt x="1422106" y="32323"/>
                  </a:lnTo>
                  <a:lnTo>
                    <a:pt x="1431850" y="36182"/>
                  </a:lnTo>
                  <a:lnTo>
                    <a:pt x="1441594" y="40272"/>
                  </a:lnTo>
                  <a:lnTo>
                    <a:pt x="1451323" y="44594"/>
                  </a:lnTo>
                  <a:lnTo>
                    <a:pt x="1461067" y="49149"/>
                  </a:lnTo>
                  <a:lnTo>
                    <a:pt x="1470811" y="53939"/>
                  </a:lnTo>
                  <a:lnTo>
                    <a:pt x="1480555" y="58963"/>
                  </a:lnTo>
                  <a:lnTo>
                    <a:pt x="1490284" y="64222"/>
                  </a:lnTo>
                  <a:lnTo>
                    <a:pt x="1500028" y="69718"/>
                  </a:lnTo>
                  <a:lnTo>
                    <a:pt x="1509772" y="75448"/>
                  </a:lnTo>
                  <a:lnTo>
                    <a:pt x="1519516" y="81416"/>
                  </a:lnTo>
                  <a:lnTo>
                    <a:pt x="1529245" y="87616"/>
                  </a:lnTo>
                  <a:lnTo>
                    <a:pt x="1538989" y="94050"/>
                  </a:lnTo>
                  <a:lnTo>
                    <a:pt x="1548733" y="100717"/>
                  </a:lnTo>
                  <a:lnTo>
                    <a:pt x="1558477" y="107614"/>
                  </a:lnTo>
                  <a:lnTo>
                    <a:pt x="1568221" y="114740"/>
                  </a:lnTo>
                  <a:lnTo>
                    <a:pt x="1577950" y="122091"/>
                  </a:lnTo>
                  <a:lnTo>
                    <a:pt x="1587694" y="129666"/>
                  </a:lnTo>
                  <a:lnTo>
                    <a:pt x="1597438" y="137462"/>
                  </a:lnTo>
                  <a:lnTo>
                    <a:pt x="1607182" y="145474"/>
                  </a:lnTo>
                  <a:lnTo>
                    <a:pt x="1616911" y="153699"/>
                  </a:lnTo>
                  <a:lnTo>
                    <a:pt x="1626655" y="162132"/>
                  </a:lnTo>
                  <a:lnTo>
                    <a:pt x="1636399" y="170771"/>
                  </a:lnTo>
                  <a:lnTo>
                    <a:pt x="1646142" y="179607"/>
                  </a:lnTo>
                  <a:lnTo>
                    <a:pt x="1655872" y="188636"/>
                  </a:lnTo>
                  <a:lnTo>
                    <a:pt x="1665616" y="197853"/>
                  </a:lnTo>
                  <a:lnTo>
                    <a:pt x="1675359" y="207249"/>
                  </a:lnTo>
                  <a:lnTo>
                    <a:pt x="1685103" y="216820"/>
                  </a:lnTo>
                  <a:lnTo>
                    <a:pt x="1694832" y="226558"/>
                  </a:lnTo>
                  <a:lnTo>
                    <a:pt x="1704576" y="236454"/>
                  </a:lnTo>
                  <a:lnTo>
                    <a:pt x="1714320" y="246502"/>
                  </a:lnTo>
                  <a:lnTo>
                    <a:pt x="1724064" y="256693"/>
                  </a:lnTo>
                  <a:lnTo>
                    <a:pt x="1733808" y="267018"/>
                  </a:lnTo>
                  <a:lnTo>
                    <a:pt x="1743537" y="277468"/>
                  </a:lnTo>
                  <a:lnTo>
                    <a:pt x="1753281" y="288033"/>
                  </a:lnTo>
                  <a:lnTo>
                    <a:pt x="1763025" y="298705"/>
                  </a:lnTo>
                  <a:lnTo>
                    <a:pt x="1772769" y="309471"/>
                  </a:lnTo>
                  <a:lnTo>
                    <a:pt x="1782498" y="320324"/>
                  </a:lnTo>
                  <a:lnTo>
                    <a:pt x="1792242" y="331251"/>
                  </a:lnTo>
                  <a:lnTo>
                    <a:pt x="1801986" y="342242"/>
                  </a:lnTo>
                  <a:lnTo>
                    <a:pt x="1811730" y="353286"/>
                  </a:lnTo>
                  <a:lnTo>
                    <a:pt x="1821459" y="364371"/>
                  </a:lnTo>
                  <a:lnTo>
                    <a:pt x="1831203" y="375486"/>
                  </a:lnTo>
                  <a:lnTo>
                    <a:pt x="1840947" y="386618"/>
                  </a:lnTo>
                  <a:lnTo>
                    <a:pt x="1850691" y="397758"/>
                  </a:lnTo>
                  <a:lnTo>
                    <a:pt x="1860435" y="408894"/>
                  </a:lnTo>
                  <a:lnTo>
                    <a:pt x="1870164" y="420011"/>
                  </a:lnTo>
                  <a:lnTo>
                    <a:pt x="1879908" y="431099"/>
                  </a:lnTo>
                  <a:lnTo>
                    <a:pt x="1889652" y="442147"/>
                  </a:lnTo>
                  <a:lnTo>
                    <a:pt x="1899395" y="453142"/>
                  </a:lnTo>
                  <a:lnTo>
                    <a:pt x="1909124" y="464072"/>
                  </a:lnTo>
                  <a:lnTo>
                    <a:pt x="1918868" y="474924"/>
                  </a:lnTo>
                  <a:lnTo>
                    <a:pt x="1928612" y="485690"/>
                  </a:lnTo>
                  <a:lnTo>
                    <a:pt x="1938356" y="496357"/>
                  </a:lnTo>
                  <a:lnTo>
                    <a:pt x="1948085" y="506911"/>
                  </a:lnTo>
                  <a:lnTo>
                    <a:pt x="1957829" y="517345"/>
                  </a:lnTo>
                  <a:lnTo>
                    <a:pt x="1967573" y="527644"/>
                  </a:lnTo>
                  <a:lnTo>
                    <a:pt x="1977317" y="537803"/>
                  </a:lnTo>
                  <a:lnTo>
                    <a:pt x="1987046" y="547807"/>
                  </a:lnTo>
                  <a:lnTo>
                    <a:pt x="1996790" y="557648"/>
                  </a:lnTo>
                  <a:lnTo>
                    <a:pt x="2006534" y="567316"/>
                  </a:lnTo>
                  <a:lnTo>
                    <a:pt x="2016278" y="576804"/>
                  </a:lnTo>
                  <a:lnTo>
                    <a:pt x="2026022" y="586099"/>
                  </a:lnTo>
                  <a:lnTo>
                    <a:pt x="2035751" y="595197"/>
                  </a:lnTo>
                  <a:lnTo>
                    <a:pt x="2045495" y="604088"/>
                  </a:lnTo>
                  <a:lnTo>
                    <a:pt x="2055239" y="612765"/>
                  </a:lnTo>
                  <a:lnTo>
                    <a:pt x="2064983" y="621222"/>
                  </a:lnTo>
                  <a:lnTo>
                    <a:pt x="2074712" y="629452"/>
                  </a:lnTo>
                  <a:lnTo>
                    <a:pt x="2084456" y="637450"/>
                  </a:lnTo>
                  <a:lnTo>
                    <a:pt x="2094200" y="645209"/>
                  </a:lnTo>
                  <a:lnTo>
                    <a:pt x="2103944" y="652727"/>
                  </a:lnTo>
                  <a:lnTo>
                    <a:pt x="2113673" y="659998"/>
                  </a:lnTo>
                  <a:lnTo>
                    <a:pt x="2123417" y="667020"/>
                  </a:lnTo>
                  <a:lnTo>
                    <a:pt x="2133161" y="673787"/>
                  </a:lnTo>
                  <a:lnTo>
                    <a:pt x="2142905" y="680301"/>
                  </a:lnTo>
                  <a:lnTo>
                    <a:pt x="2152649" y="686557"/>
                  </a:lnTo>
                  <a:lnTo>
                    <a:pt x="2162377" y="692555"/>
                  </a:lnTo>
                  <a:lnTo>
                    <a:pt x="2172121" y="698294"/>
                  </a:lnTo>
                  <a:lnTo>
                    <a:pt x="2181865" y="703776"/>
                  </a:lnTo>
                  <a:lnTo>
                    <a:pt x="2191609" y="708998"/>
                  </a:lnTo>
                  <a:lnTo>
                    <a:pt x="2201338" y="713964"/>
                  </a:lnTo>
                  <a:lnTo>
                    <a:pt x="2211082" y="718675"/>
                  </a:lnTo>
                  <a:lnTo>
                    <a:pt x="2220826" y="723133"/>
                  </a:lnTo>
                  <a:lnTo>
                    <a:pt x="2230570" y="727340"/>
                  </a:lnTo>
                  <a:lnTo>
                    <a:pt x="2240299" y="731300"/>
                  </a:lnTo>
                  <a:lnTo>
                    <a:pt x="2250043" y="735017"/>
                  </a:lnTo>
                  <a:lnTo>
                    <a:pt x="2259787" y="738495"/>
                  </a:lnTo>
                  <a:lnTo>
                    <a:pt x="2269531" y="741738"/>
                  </a:lnTo>
                  <a:lnTo>
                    <a:pt x="2279260" y="744754"/>
                  </a:lnTo>
                  <a:lnTo>
                    <a:pt x="2289004" y="747545"/>
                  </a:lnTo>
                  <a:lnTo>
                    <a:pt x="2298748" y="750118"/>
                  </a:lnTo>
                  <a:lnTo>
                    <a:pt x="2308492" y="752479"/>
                  </a:lnTo>
                  <a:lnTo>
                    <a:pt x="2318236" y="754635"/>
                  </a:lnTo>
                  <a:lnTo>
                    <a:pt x="2327965" y="756594"/>
                  </a:lnTo>
                  <a:lnTo>
                    <a:pt x="2337709" y="758361"/>
                  </a:lnTo>
                  <a:lnTo>
                    <a:pt x="2347453" y="759946"/>
                  </a:lnTo>
                  <a:lnTo>
                    <a:pt x="2357197" y="761354"/>
                  </a:lnTo>
                  <a:lnTo>
                    <a:pt x="2366926" y="762595"/>
                  </a:lnTo>
                  <a:lnTo>
                    <a:pt x="2376670" y="763677"/>
                  </a:lnTo>
                  <a:lnTo>
                    <a:pt x="2386413" y="764607"/>
                  </a:lnTo>
                  <a:lnTo>
                    <a:pt x="2396157" y="765393"/>
                  </a:lnTo>
                  <a:lnTo>
                    <a:pt x="2405886" y="766045"/>
                  </a:lnTo>
                  <a:lnTo>
                    <a:pt x="2415630" y="766571"/>
                  </a:lnTo>
                  <a:lnTo>
                    <a:pt x="2425374" y="766977"/>
                  </a:lnTo>
                  <a:lnTo>
                    <a:pt x="2435118" y="767277"/>
                  </a:lnTo>
                  <a:lnTo>
                    <a:pt x="2444862" y="767475"/>
                  </a:lnTo>
                  <a:lnTo>
                    <a:pt x="2454591" y="767581"/>
                  </a:lnTo>
                  <a:lnTo>
                    <a:pt x="2464335" y="767603"/>
                  </a:lnTo>
                  <a:lnTo>
                    <a:pt x="2474079" y="767551"/>
                  </a:lnTo>
                  <a:lnTo>
                    <a:pt x="2483823" y="767430"/>
                  </a:lnTo>
                  <a:lnTo>
                    <a:pt x="2493552" y="767253"/>
                  </a:lnTo>
                  <a:lnTo>
                    <a:pt x="2503296" y="767023"/>
                  </a:lnTo>
                  <a:lnTo>
                    <a:pt x="2513040" y="766752"/>
                  </a:lnTo>
                  <a:lnTo>
                    <a:pt x="2522784" y="766445"/>
                  </a:lnTo>
                  <a:lnTo>
                    <a:pt x="2532513" y="766112"/>
                  </a:lnTo>
                  <a:lnTo>
                    <a:pt x="2542257" y="765757"/>
                  </a:lnTo>
                  <a:lnTo>
                    <a:pt x="2552001" y="765389"/>
                  </a:lnTo>
                  <a:lnTo>
                    <a:pt x="2561745" y="765015"/>
                  </a:lnTo>
                  <a:lnTo>
                    <a:pt x="2571474" y="764641"/>
                  </a:lnTo>
                  <a:lnTo>
                    <a:pt x="2581218" y="764275"/>
                  </a:lnTo>
                  <a:lnTo>
                    <a:pt x="2590962" y="763920"/>
                  </a:lnTo>
                  <a:lnTo>
                    <a:pt x="2600705" y="763585"/>
                  </a:lnTo>
                  <a:lnTo>
                    <a:pt x="2610449" y="763272"/>
                  </a:lnTo>
                  <a:lnTo>
                    <a:pt x="2620178" y="762990"/>
                  </a:lnTo>
                  <a:lnTo>
                    <a:pt x="2629922" y="762743"/>
                  </a:lnTo>
                  <a:lnTo>
                    <a:pt x="2639666" y="762533"/>
                  </a:lnTo>
                  <a:lnTo>
                    <a:pt x="2649410" y="762367"/>
                  </a:lnTo>
                  <a:lnTo>
                    <a:pt x="2659139" y="762250"/>
                  </a:lnTo>
                  <a:lnTo>
                    <a:pt x="2668883" y="762183"/>
                  </a:lnTo>
                  <a:lnTo>
                    <a:pt x="2678627" y="762169"/>
                  </a:lnTo>
                  <a:lnTo>
                    <a:pt x="2688371" y="762214"/>
                  </a:lnTo>
                  <a:lnTo>
                    <a:pt x="2698100" y="762320"/>
                  </a:lnTo>
                  <a:lnTo>
                    <a:pt x="2707844" y="762488"/>
                  </a:lnTo>
                  <a:lnTo>
                    <a:pt x="2717588" y="762722"/>
                  </a:lnTo>
                  <a:lnTo>
                    <a:pt x="2727332" y="763023"/>
                  </a:lnTo>
                  <a:lnTo>
                    <a:pt x="2737076" y="763393"/>
                  </a:lnTo>
                  <a:lnTo>
                    <a:pt x="2746805" y="763832"/>
                  </a:lnTo>
                  <a:lnTo>
                    <a:pt x="2756549" y="764343"/>
                  </a:lnTo>
                  <a:lnTo>
                    <a:pt x="2766293" y="764926"/>
                  </a:lnTo>
                  <a:lnTo>
                    <a:pt x="2776037" y="765581"/>
                  </a:lnTo>
                  <a:lnTo>
                    <a:pt x="2785766" y="766308"/>
                  </a:lnTo>
                  <a:lnTo>
                    <a:pt x="2795510" y="767108"/>
                  </a:lnTo>
                  <a:lnTo>
                    <a:pt x="2805254" y="767980"/>
                  </a:lnTo>
                  <a:lnTo>
                    <a:pt x="2814998" y="768923"/>
                  </a:lnTo>
                  <a:lnTo>
                    <a:pt x="2824727" y="769936"/>
                  </a:lnTo>
                  <a:lnTo>
                    <a:pt x="2834471" y="771019"/>
                  </a:lnTo>
                  <a:lnTo>
                    <a:pt x="2844215" y="772170"/>
                  </a:lnTo>
                  <a:lnTo>
                    <a:pt x="2853958" y="773387"/>
                  </a:lnTo>
                  <a:lnTo>
                    <a:pt x="2863687" y="774670"/>
                  </a:lnTo>
                  <a:lnTo>
                    <a:pt x="2873431" y="776014"/>
                  </a:lnTo>
                  <a:lnTo>
                    <a:pt x="2883175" y="777417"/>
                  </a:lnTo>
                  <a:lnTo>
                    <a:pt x="2892919" y="778879"/>
                  </a:lnTo>
                  <a:lnTo>
                    <a:pt x="2902663" y="780395"/>
                  </a:lnTo>
                  <a:lnTo>
                    <a:pt x="2912392" y="78196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7" name="Freeform 796">
              <a:extLst>
                <a:ext uri="{FF2B5EF4-FFF2-40B4-BE49-F238E27FC236}">
                  <a16:creationId xmlns:a16="http://schemas.microsoft.com/office/drawing/2014/main" id="{D5276AE5-BA40-8FA6-B864-E32BF5602EF9}"/>
                </a:ext>
              </a:extLst>
            </p:cNvPr>
            <p:cNvSpPr/>
            <p:nvPr/>
          </p:nvSpPr>
          <p:spPr>
            <a:xfrm>
              <a:off x="576446" y="3431558"/>
              <a:ext cx="2912392" cy="444111"/>
            </a:xfrm>
            <a:custGeom>
              <a:avLst/>
              <a:gdLst>
                <a:gd name="connsiteX0" fmla="*/ 0 w 2912392"/>
                <a:gd name="connsiteY0" fmla="*/ 351302 h 444111"/>
                <a:gd name="connsiteX1" fmla="*/ 9739 w 2912392"/>
                <a:gd name="connsiteY1" fmla="*/ 353662 h 444111"/>
                <a:gd name="connsiteX2" fmla="*/ 19480 w 2912392"/>
                <a:gd name="connsiteY2" fmla="*/ 356118 h 444111"/>
                <a:gd name="connsiteX3" fmla="*/ 29221 w 2912392"/>
                <a:gd name="connsiteY3" fmla="*/ 358665 h 444111"/>
                <a:gd name="connsiteX4" fmla="*/ 38961 w 2912392"/>
                <a:gd name="connsiteY4" fmla="*/ 361290 h 444111"/>
                <a:gd name="connsiteX5" fmla="*/ 48702 w 2912392"/>
                <a:gd name="connsiteY5" fmla="*/ 363988 h 444111"/>
                <a:gd name="connsiteX6" fmla="*/ 58443 w 2912392"/>
                <a:gd name="connsiteY6" fmla="*/ 366750 h 444111"/>
                <a:gd name="connsiteX7" fmla="*/ 68182 w 2912392"/>
                <a:gd name="connsiteY7" fmla="*/ 369566 h 444111"/>
                <a:gd name="connsiteX8" fmla="*/ 77923 w 2912392"/>
                <a:gd name="connsiteY8" fmla="*/ 372430 h 444111"/>
                <a:gd name="connsiteX9" fmla="*/ 87664 w 2912392"/>
                <a:gd name="connsiteY9" fmla="*/ 375332 h 444111"/>
                <a:gd name="connsiteX10" fmla="*/ 97404 w 2912392"/>
                <a:gd name="connsiteY10" fmla="*/ 378263 h 444111"/>
                <a:gd name="connsiteX11" fmla="*/ 107145 w 2912392"/>
                <a:gd name="connsiteY11" fmla="*/ 381214 h 444111"/>
                <a:gd name="connsiteX12" fmla="*/ 116886 w 2912392"/>
                <a:gd name="connsiteY12" fmla="*/ 384178 h 444111"/>
                <a:gd name="connsiteX13" fmla="*/ 126625 w 2912392"/>
                <a:gd name="connsiteY13" fmla="*/ 387144 h 444111"/>
                <a:gd name="connsiteX14" fmla="*/ 136366 w 2912392"/>
                <a:gd name="connsiteY14" fmla="*/ 390108 h 444111"/>
                <a:gd name="connsiteX15" fmla="*/ 146107 w 2912392"/>
                <a:gd name="connsiteY15" fmla="*/ 393057 h 444111"/>
                <a:gd name="connsiteX16" fmla="*/ 155846 w 2912392"/>
                <a:gd name="connsiteY16" fmla="*/ 395987 h 444111"/>
                <a:gd name="connsiteX17" fmla="*/ 165587 w 2912392"/>
                <a:gd name="connsiteY17" fmla="*/ 398886 h 444111"/>
                <a:gd name="connsiteX18" fmla="*/ 175328 w 2912392"/>
                <a:gd name="connsiteY18" fmla="*/ 401750 h 444111"/>
                <a:gd name="connsiteX19" fmla="*/ 185068 w 2912392"/>
                <a:gd name="connsiteY19" fmla="*/ 404568 h 444111"/>
                <a:gd name="connsiteX20" fmla="*/ 194809 w 2912392"/>
                <a:gd name="connsiteY20" fmla="*/ 407337 h 444111"/>
                <a:gd name="connsiteX21" fmla="*/ 204550 w 2912392"/>
                <a:gd name="connsiteY21" fmla="*/ 410047 h 444111"/>
                <a:gd name="connsiteX22" fmla="*/ 214289 w 2912392"/>
                <a:gd name="connsiteY22" fmla="*/ 412691 h 444111"/>
                <a:gd name="connsiteX23" fmla="*/ 224030 w 2912392"/>
                <a:gd name="connsiteY23" fmla="*/ 415264 h 444111"/>
                <a:gd name="connsiteX24" fmla="*/ 233771 w 2912392"/>
                <a:gd name="connsiteY24" fmla="*/ 417759 h 444111"/>
                <a:gd name="connsiteX25" fmla="*/ 243510 w 2912392"/>
                <a:gd name="connsiteY25" fmla="*/ 420169 h 444111"/>
                <a:gd name="connsiteX26" fmla="*/ 253251 w 2912392"/>
                <a:gd name="connsiteY26" fmla="*/ 422489 h 444111"/>
                <a:gd name="connsiteX27" fmla="*/ 262992 w 2912392"/>
                <a:gd name="connsiteY27" fmla="*/ 424715 h 444111"/>
                <a:gd name="connsiteX28" fmla="*/ 272732 w 2912392"/>
                <a:gd name="connsiteY28" fmla="*/ 426839 h 444111"/>
                <a:gd name="connsiteX29" fmla="*/ 282473 w 2912392"/>
                <a:gd name="connsiteY29" fmla="*/ 428858 h 444111"/>
                <a:gd name="connsiteX30" fmla="*/ 292214 w 2912392"/>
                <a:gd name="connsiteY30" fmla="*/ 430767 h 444111"/>
                <a:gd name="connsiteX31" fmla="*/ 301953 w 2912392"/>
                <a:gd name="connsiteY31" fmla="*/ 432562 h 444111"/>
                <a:gd name="connsiteX32" fmla="*/ 311694 w 2912392"/>
                <a:gd name="connsiteY32" fmla="*/ 434240 h 444111"/>
                <a:gd name="connsiteX33" fmla="*/ 321435 w 2912392"/>
                <a:gd name="connsiteY33" fmla="*/ 435794 h 444111"/>
                <a:gd name="connsiteX34" fmla="*/ 331175 w 2912392"/>
                <a:gd name="connsiteY34" fmla="*/ 437224 h 444111"/>
                <a:gd name="connsiteX35" fmla="*/ 340916 w 2912392"/>
                <a:gd name="connsiteY35" fmla="*/ 438526 h 444111"/>
                <a:gd name="connsiteX36" fmla="*/ 350656 w 2912392"/>
                <a:gd name="connsiteY36" fmla="*/ 439697 h 444111"/>
                <a:gd name="connsiteX37" fmla="*/ 360396 w 2912392"/>
                <a:gd name="connsiteY37" fmla="*/ 440734 h 444111"/>
                <a:gd name="connsiteX38" fmla="*/ 370137 w 2912392"/>
                <a:gd name="connsiteY38" fmla="*/ 441636 h 444111"/>
                <a:gd name="connsiteX39" fmla="*/ 379878 w 2912392"/>
                <a:gd name="connsiteY39" fmla="*/ 442400 h 444111"/>
                <a:gd name="connsiteX40" fmla="*/ 389617 w 2912392"/>
                <a:gd name="connsiteY40" fmla="*/ 443026 h 444111"/>
                <a:gd name="connsiteX41" fmla="*/ 399358 w 2912392"/>
                <a:gd name="connsiteY41" fmla="*/ 443510 h 444111"/>
                <a:gd name="connsiteX42" fmla="*/ 409099 w 2912392"/>
                <a:gd name="connsiteY42" fmla="*/ 443853 h 444111"/>
                <a:gd name="connsiteX43" fmla="*/ 418839 w 2912392"/>
                <a:gd name="connsiteY43" fmla="*/ 444054 h 444111"/>
                <a:gd name="connsiteX44" fmla="*/ 428580 w 2912392"/>
                <a:gd name="connsiteY44" fmla="*/ 444112 h 444111"/>
                <a:gd name="connsiteX45" fmla="*/ 438321 w 2912392"/>
                <a:gd name="connsiteY45" fmla="*/ 444025 h 444111"/>
                <a:gd name="connsiteX46" fmla="*/ 448060 w 2912392"/>
                <a:gd name="connsiteY46" fmla="*/ 443798 h 444111"/>
                <a:gd name="connsiteX47" fmla="*/ 457801 w 2912392"/>
                <a:gd name="connsiteY47" fmla="*/ 443425 h 444111"/>
                <a:gd name="connsiteX48" fmla="*/ 467542 w 2912392"/>
                <a:gd name="connsiteY48" fmla="*/ 442910 h 444111"/>
                <a:gd name="connsiteX49" fmla="*/ 477281 w 2912392"/>
                <a:gd name="connsiteY49" fmla="*/ 442253 h 444111"/>
                <a:gd name="connsiteX50" fmla="*/ 487022 w 2912392"/>
                <a:gd name="connsiteY50" fmla="*/ 441455 h 444111"/>
                <a:gd name="connsiteX51" fmla="*/ 496763 w 2912392"/>
                <a:gd name="connsiteY51" fmla="*/ 440517 h 444111"/>
                <a:gd name="connsiteX52" fmla="*/ 506503 w 2912392"/>
                <a:gd name="connsiteY52" fmla="*/ 439438 h 444111"/>
                <a:gd name="connsiteX53" fmla="*/ 516244 w 2912392"/>
                <a:gd name="connsiteY53" fmla="*/ 438224 h 444111"/>
                <a:gd name="connsiteX54" fmla="*/ 525985 w 2912392"/>
                <a:gd name="connsiteY54" fmla="*/ 436872 h 444111"/>
                <a:gd name="connsiteX55" fmla="*/ 535724 w 2912392"/>
                <a:gd name="connsiteY55" fmla="*/ 435387 h 444111"/>
                <a:gd name="connsiteX56" fmla="*/ 545465 w 2912392"/>
                <a:gd name="connsiteY56" fmla="*/ 433771 h 444111"/>
                <a:gd name="connsiteX57" fmla="*/ 555206 w 2912392"/>
                <a:gd name="connsiteY57" fmla="*/ 432024 h 444111"/>
                <a:gd name="connsiteX58" fmla="*/ 564946 w 2912392"/>
                <a:gd name="connsiteY58" fmla="*/ 430150 h 444111"/>
                <a:gd name="connsiteX59" fmla="*/ 574687 w 2912392"/>
                <a:gd name="connsiteY59" fmla="*/ 428152 h 444111"/>
                <a:gd name="connsiteX60" fmla="*/ 584428 w 2912392"/>
                <a:gd name="connsiteY60" fmla="*/ 426032 h 444111"/>
                <a:gd name="connsiteX61" fmla="*/ 594167 w 2912392"/>
                <a:gd name="connsiteY61" fmla="*/ 423793 h 444111"/>
                <a:gd name="connsiteX62" fmla="*/ 603908 w 2912392"/>
                <a:gd name="connsiteY62" fmla="*/ 421437 h 444111"/>
                <a:gd name="connsiteX63" fmla="*/ 613649 w 2912392"/>
                <a:gd name="connsiteY63" fmla="*/ 418970 h 444111"/>
                <a:gd name="connsiteX64" fmla="*/ 623388 w 2912392"/>
                <a:gd name="connsiteY64" fmla="*/ 416392 h 444111"/>
                <a:gd name="connsiteX65" fmla="*/ 633129 w 2912392"/>
                <a:gd name="connsiteY65" fmla="*/ 413710 h 444111"/>
                <a:gd name="connsiteX66" fmla="*/ 642870 w 2912392"/>
                <a:gd name="connsiteY66" fmla="*/ 410926 h 444111"/>
                <a:gd name="connsiteX67" fmla="*/ 652610 w 2912392"/>
                <a:gd name="connsiteY67" fmla="*/ 408043 h 444111"/>
                <a:gd name="connsiteX68" fmla="*/ 662351 w 2912392"/>
                <a:gd name="connsiteY68" fmla="*/ 405066 h 444111"/>
                <a:gd name="connsiteX69" fmla="*/ 672092 w 2912392"/>
                <a:gd name="connsiteY69" fmla="*/ 401998 h 444111"/>
                <a:gd name="connsiteX70" fmla="*/ 681831 w 2912392"/>
                <a:gd name="connsiteY70" fmla="*/ 398846 h 444111"/>
                <a:gd name="connsiteX71" fmla="*/ 691572 w 2912392"/>
                <a:gd name="connsiteY71" fmla="*/ 395611 h 444111"/>
                <a:gd name="connsiteX72" fmla="*/ 701313 w 2912392"/>
                <a:gd name="connsiteY72" fmla="*/ 392301 h 444111"/>
                <a:gd name="connsiteX73" fmla="*/ 711052 w 2912392"/>
                <a:gd name="connsiteY73" fmla="*/ 388917 h 444111"/>
                <a:gd name="connsiteX74" fmla="*/ 720793 w 2912392"/>
                <a:gd name="connsiteY74" fmla="*/ 385465 h 444111"/>
                <a:gd name="connsiteX75" fmla="*/ 730534 w 2912392"/>
                <a:gd name="connsiteY75" fmla="*/ 381950 h 444111"/>
                <a:gd name="connsiteX76" fmla="*/ 740274 w 2912392"/>
                <a:gd name="connsiteY76" fmla="*/ 378378 h 444111"/>
                <a:gd name="connsiteX77" fmla="*/ 750015 w 2912392"/>
                <a:gd name="connsiteY77" fmla="*/ 374753 h 444111"/>
                <a:gd name="connsiteX78" fmla="*/ 759756 w 2912392"/>
                <a:gd name="connsiteY78" fmla="*/ 371079 h 444111"/>
                <a:gd name="connsiteX79" fmla="*/ 769495 w 2912392"/>
                <a:gd name="connsiteY79" fmla="*/ 367361 h 444111"/>
                <a:gd name="connsiteX80" fmla="*/ 779236 w 2912392"/>
                <a:gd name="connsiteY80" fmla="*/ 363605 h 444111"/>
                <a:gd name="connsiteX81" fmla="*/ 788977 w 2912392"/>
                <a:gd name="connsiteY81" fmla="*/ 359816 h 444111"/>
                <a:gd name="connsiteX82" fmla="*/ 798717 w 2912392"/>
                <a:gd name="connsiteY82" fmla="*/ 356001 h 444111"/>
                <a:gd name="connsiteX83" fmla="*/ 808458 w 2912392"/>
                <a:gd name="connsiteY83" fmla="*/ 352161 h 444111"/>
                <a:gd name="connsiteX84" fmla="*/ 818199 w 2912392"/>
                <a:gd name="connsiteY84" fmla="*/ 348305 h 444111"/>
                <a:gd name="connsiteX85" fmla="*/ 827938 w 2912392"/>
                <a:gd name="connsiteY85" fmla="*/ 344436 h 444111"/>
                <a:gd name="connsiteX86" fmla="*/ 837679 w 2912392"/>
                <a:gd name="connsiteY86" fmla="*/ 340561 h 444111"/>
                <a:gd name="connsiteX87" fmla="*/ 847420 w 2912392"/>
                <a:gd name="connsiteY87" fmla="*/ 336684 h 444111"/>
                <a:gd name="connsiteX88" fmla="*/ 857159 w 2912392"/>
                <a:gd name="connsiteY88" fmla="*/ 332811 h 444111"/>
                <a:gd name="connsiteX89" fmla="*/ 866900 w 2912392"/>
                <a:gd name="connsiteY89" fmla="*/ 328946 h 444111"/>
                <a:gd name="connsiteX90" fmla="*/ 876641 w 2912392"/>
                <a:gd name="connsiteY90" fmla="*/ 325093 h 444111"/>
                <a:gd name="connsiteX91" fmla="*/ 886381 w 2912392"/>
                <a:gd name="connsiteY91" fmla="*/ 321261 h 444111"/>
                <a:gd name="connsiteX92" fmla="*/ 896122 w 2912392"/>
                <a:gd name="connsiteY92" fmla="*/ 317450 h 444111"/>
                <a:gd name="connsiteX93" fmla="*/ 905863 w 2912392"/>
                <a:gd name="connsiteY93" fmla="*/ 313668 h 444111"/>
                <a:gd name="connsiteX94" fmla="*/ 915602 w 2912392"/>
                <a:gd name="connsiteY94" fmla="*/ 309918 h 444111"/>
                <a:gd name="connsiteX95" fmla="*/ 925343 w 2912392"/>
                <a:gd name="connsiteY95" fmla="*/ 306207 h 444111"/>
                <a:gd name="connsiteX96" fmla="*/ 935084 w 2912392"/>
                <a:gd name="connsiteY96" fmla="*/ 302536 h 444111"/>
                <a:gd name="connsiteX97" fmla="*/ 944824 w 2912392"/>
                <a:gd name="connsiteY97" fmla="*/ 298912 h 444111"/>
                <a:gd name="connsiteX98" fmla="*/ 954564 w 2912392"/>
                <a:gd name="connsiteY98" fmla="*/ 295337 h 444111"/>
                <a:gd name="connsiteX99" fmla="*/ 964305 w 2912392"/>
                <a:gd name="connsiteY99" fmla="*/ 291816 h 444111"/>
                <a:gd name="connsiteX100" fmla="*/ 974045 w 2912392"/>
                <a:gd name="connsiteY100" fmla="*/ 288352 h 444111"/>
                <a:gd name="connsiteX101" fmla="*/ 983786 w 2912392"/>
                <a:gd name="connsiteY101" fmla="*/ 284950 h 444111"/>
                <a:gd name="connsiteX102" fmla="*/ 993522 w 2912392"/>
                <a:gd name="connsiteY102" fmla="*/ 281612 h 444111"/>
                <a:gd name="connsiteX103" fmla="*/ 1003266 w 2912392"/>
                <a:gd name="connsiteY103" fmla="*/ 278340 h 444111"/>
                <a:gd name="connsiteX104" fmla="*/ 1013010 w 2912392"/>
                <a:gd name="connsiteY104" fmla="*/ 275138 h 444111"/>
                <a:gd name="connsiteX105" fmla="*/ 1022754 w 2912392"/>
                <a:gd name="connsiteY105" fmla="*/ 272009 h 444111"/>
                <a:gd name="connsiteX106" fmla="*/ 1032483 w 2912392"/>
                <a:gd name="connsiteY106" fmla="*/ 268955 h 444111"/>
                <a:gd name="connsiteX107" fmla="*/ 1042227 w 2912392"/>
                <a:gd name="connsiteY107" fmla="*/ 265978 h 444111"/>
                <a:gd name="connsiteX108" fmla="*/ 1051971 w 2912392"/>
                <a:gd name="connsiteY108" fmla="*/ 263079 h 444111"/>
                <a:gd name="connsiteX109" fmla="*/ 1061715 w 2912392"/>
                <a:gd name="connsiteY109" fmla="*/ 260258 h 444111"/>
                <a:gd name="connsiteX110" fmla="*/ 1071444 w 2912392"/>
                <a:gd name="connsiteY110" fmla="*/ 257520 h 444111"/>
                <a:gd name="connsiteX111" fmla="*/ 1081188 w 2912392"/>
                <a:gd name="connsiteY111" fmla="*/ 254864 h 444111"/>
                <a:gd name="connsiteX112" fmla="*/ 1090932 w 2912392"/>
                <a:gd name="connsiteY112" fmla="*/ 252287 h 444111"/>
                <a:gd name="connsiteX113" fmla="*/ 1100676 w 2912392"/>
                <a:gd name="connsiteY113" fmla="*/ 249795 h 444111"/>
                <a:gd name="connsiteX114" fmla="*/ 1110405 w 2912392"/>
                <a:gd name="connsiteY114" fmla="*/ 247384 h 444111"/>
                <a:gd name="connsiteX115" fmla="*/ 1120149 w 2912392"/>
                <a:gd name="connsiteY115" fmla="*/ 245054 h 444111"/>
                <a:gd name="connsiteX116" fmla="*/ 1129893 w 2912392"/>
                <a:gd name="connsiteY116" fmla="*/ 242806 h 444111"/>
                <a:gd name="connsiteX117" fmla="*/ 1139637 w 2912392"/>
                <a:gd name="connsiteY117" fmla="*/ 240638 h 444111"/>
                <a:gd name="connsiteX118" fmla="*/ 1149381 w 2912392"/>
                <a:gd name="connsiteY118" fmla="*/ 238548 h 444111"/>
                <a:gd name="connsiteX119" fmla="*/ 1159110 w 2912392"/>
                <a:gd name="connsiteY119" fmla="*/ 236533 h 444111"/>
                <a:gd name="connsiteX120" fmla="*/ 1168854 w 2912392"/>
                <a:gd name="connsiteY120" fmla="*/ 234593 h 444111"/>
                <a:gd name="connsiteX121" fmla="*/ 1178598 w 2912392"/>
                <a:gd name="connsiteY121" fmla="*/ 232727 h 444111"/>
                <a:gd name="connsiteX122" fmla="*/ 1188341 w 2912392"/>
                <a:gd name="connsiteY122" fmla="*/ 230928 h 444111"/>
                <a:gd name="connsiteX123" fmla="*/ 1198070 w 2912392"/>
                <a:gd name="connsiteY123" fmla="*/ 229196 h 444111"/>
                <a:gd name="connsiteX124" fmla="*/ 1207814 w 2912392"/>
                <a:gd name="connsiteY124" fmla="*/ 227527 h 444111"/>
                <a:gd name="connsiteX125" fmla="*/ 1217558 w 2912392"/>
                <a:gd name="connsiteY125" fmla="*/ 225918 h 444111"/>
                <a:gd name="connsiteX126" fmla="*/ 1227302 w 2912392"/>
                <a:gd name="connsiteY126" fmla="*/ 224364 h 444111"/>
                <a:gd name="connsiteX127" fmla="*/ 1237031 w 2912392"/>
                <a:gd name="connsiteY127" fmla="*/ 222862 h 444111"/>
                <a:gd name="connsiteX128" fmla="*/ 1246775 w 2912392"/>
                <a:gd name="connsiteY128" fmla="*/ 221406 h 444111"/>
                <a:gd name="connsiteX129" fmla="*/ 1256519 w 2912392"/>
                <a:gd name="connsiteY129" fmla="*/ 219994 h 444111"/>
                <a:gd name="connsiteX130" fmla="*/ 1266263 w 2912392"/>
                <a:gd name="connsiteY130" fmla="*/ 218620 h 444111"/>
                <a:gd name="connsiteX131" fmla="*/ 1276007 w 2912392"/>
                <a:gd name="connsiteY131" fmla="*/ 217278 h 444111"/>
                <a:gd name="connsiteX132" fmla="*/ 1285736 w 2912392"/>
                <a:gd name="connsiteY132" fmla="*/ 215965 h 444111"/>
                <a:gd name="connsiteX133" fmla="*/ 1295480 w 2912392"/>
                <a:gd name="connsiteY133" fmla="*/ 214673 h 444111"/>
                <a:gd name="connsiteX134" fmla="*/ 1305224 w 2912392"/>
                <a:gd name="connsiteY134" fmla="*/ 213400 h 444111"/>
                <a:gd name="connsiteX135" fmla="*/ 1314968 w 2912392"/>
                <a:gd name="connsiteY135" fmla="*/ 212138 h 444111"/>
                <a:gd name="connsiteX136" fmla="*/ 1324697 w 2912392"/>
                <a:gd name="connsiteY136" fmla="*/ 210880 h 444111"/>
                <a:gd name="connsiteX137" fmla="*/ 1334441 w 2912392"/>
                <a:gd name="connsiteY137" fmla="*/ 209624 h 444111"/>
                <a:gd name="connsiteX138" fmla="*/ 1344185 w 2912392"/>
                <a:gd name="connsiteY138" fmla="*/ 208362 h 444111"/>
                <a:gd name="connsiteX139" fmla="*/ 1353929 w 2912392"/>
                <a:gd name="connsiteY139" fmla="*/ 207088 h 444111"/>
                <a:gd name="connsiteX140" fmla="*/ 1363658 w 2912392"/>
                <a:gd name="connsiteY140" fmla="*/ 205797 h 444111"/>
                <a:gd name="connsiteX141" fmla="*/ 1373402 w 2912392"/>
                <a:gd name="connsiteY141" fmla="*/ 204483 h 444111"/>
                <a:gd name="connsiteX142" fmla="*/ 1383146 w 2912392"/>
                <a:gd name="connsiteY142" fmla="*/ 203140 h 444111"/>
                <a:gd name="connsiteX143" fmla="*/ 1392890 w 2912392"/>
                <a:gd name="connsiteY143" fmla="*/ 201762 h 444111"/>
                <a:gd name="connsiteX144" fmla="*/ 1402619 w 2912392"/>
                <a:gd name="connsiteY144" fmla="*/ 200344 h 444111"/>
                <a:gd name="connsiteX145" fmla="*/ 1412363 w 2912392"/>
                <a:gd name="connsiteY145" fmla="*/ 198881 h 444111"/>
                <a:gd name="connsiteX146" fmla="*/ 1422106 w 2912392"/>
                <a:gd name="connsiteY146" fmla="*/ 197365 h 444111"/>
                <a:gd name="connsiteX147" fmla="*/ 1431850 w 2912392"/>
                <a:gd name="connsiteY147" fmla="*/ 195795 h 444111"/>
                <a:gd name="connsiteX148" fmla="*/ 1441594 w 2912392"/>
                <a:gd name="connsiteY148" fmla="*/ 194164 h 444111"/>
                <a:gd name="connsiteX149" fmla="*/ 1451323 w 2912392"/>
                <a:gd name="connsiteY149" fmla="*/ 192465 h 444111"/>
                <a:gd name="connsiteX150" fmla="*/ 1461067 w 2912392"/>
                <a:gd name="connsiteY150" fmla="*/ 190697 h 444111"/>
                <a:gd name="connsiteX151" fmla="*/ 1470811 w 2912392"/>
                <a:gd name="connsiteY151" fmla="*/ 188854 h 444111"/>
                <a:gd name="connsiteX152" fmla="*/ 1480555 w 2912392"/>
                <a:gd name="connsiteY152" fmla="*/ 186932 h 444111"/>
                <a:gd name="connsiteX153" fmla="*/ 1490284 w 2912392"/>
                <a:gd name="connsiteY153" fmla="*/ 184926 h 444111"/>
                <a:gd name="connsiteX154" fmla="*/ 1500028 w 2912392"/>
                <a:gd name="connsiteY154" fmla="*/ 182836 h 444111"/>
                <a:gd name="connsiteX155" fmla="*/ 1509772 w 2912392"/>
                <a:gd name="connsiteY155" fmla="*/ 180658 h 444111"/>
                <a:gd name="connsiteX156" fmla="*/ 1519516 w 2912392"/>
                <a:gd name="connsiteY156" fmla="*/ 178387 h 444111"/>
                <a:gd name="connsiteX157" fmla="*/ 1529245 w 2912392"/>
                <a:gd name="connsiteY157" fmla="*/ 176023 h 444111"/>
                <a:gd name="connsiteX158" fmla="*/ 1538989 w 2912392"/>
                <a:gd name="connsiteY158" fmla="*/ 173563 h 444111"/>
                <a:gd name="connsiteX159" fmla="*/ 1548733 w 2912392"/>
                <a:gd name="connsiteY159" fmla="*/ 171006 h 444111"/>
                <a:gd name="connsiteX160" fmla="*/ 1558477 w 2912392"/>
                <a:gd name="connsiteY160" fmla="*/ 168350 h 444111"/>
                <a:gd name="connsiteX161" fmla="*/ 1568221 w 2912392"/>
                <a:gd name="connsiteY161" fmla="*/ 165596 h 444111"/>
                <a:gd name="connsiteX162" fmla="*/ 1577950 w 2912392"/>
                <a:gd name="connsiteY162" fmla="*/ 162743 h 444111"/>
                <a:gd name="connsiteX163" fmla="*/ 1587694 w 2912392"/>
                <a:gd name="connsiteY163" fmla="*/ 159792 h 444111"/>
                <a:gd name="connsiteX164" fmla="*/ 1597438 w 2912392"/>
                <a:gd name="connsiteY164" fmla="*/ 156742 h 444111"/>
                <a:gd name="connsiteX165" fmla="*/ 1607182 w 2912392"/>
                <a:gd name="connsiteY165" fmla="*/ 153595 h 444111"/>
                <a:gd name="connsiteX166" fmla="*/ 1616911 w 2912392"/>
                <a:gd name="connsiteY166" fmla="*/ 150355 h 444111"/>
                <a:gd name="connsiteX167" fmla="*/ 1626655 w 2912392"/>
                <a:gd name="connsiteY167" fmla="*/ 147020 h 444111"/>
                <a:gd name="connsiteX168" fmla="*/ 1636399 w 2912392"/>
                <a:gd name="connsiteY168" fmla="*/ 143595 h 444111"/>
                <a:gd name="connsiteX169" fmla="*/ 1646142 w 2912392"/>
                <a:gd name="connsiteY169" fmla="*/ 140082 h 444111"/>
                <a:gd name="connsiteX170" fmla="*/ 1655872 w 2912392"/>
                <a:gd name="connsiteY170" fmla="*/ 136487 h 444111"/>
                <a:gd name="connsiteX171" fmla="*/ 1665616 w 2912392"/>
                <a:gd name="connsiteY171" fmla="*/ 132810 h 444111"/>
                <a:gd name="connsiteX172" fmla="*/ 1675359 w 2912392"/>
                <a:gd name="connsiteY172" fmla="*/ 129058 h 444111"/>
                <a:gd name="connsiteX173" fmla="*/ 1685103 w 2912392"/>
                <a:gd name="connsiteY173" fmla="*/ 125236 h 444111"/>
                <a:gd name="connsiteX174" fmla="*/ 1694832 w 2912392"/>
                <a:gd name="connsiteY174" fmla="*/ 121348 h 444111"/>
                <a:gd name="connsiteX175" fmla="*/ 1704576 w 2912392"/>
                <a:gd name="connsiteY175" fmla="*/ 117401 h 444111"/>
                <a:gd name="connsiteX176" fmla="*/ 1714320 w 2912392"/>
                <a:gd name="connsiteY176" fmla="*/ 113399 h 444111"/>
                <a:gd name="connsiteX177" fmla="*/ 1724064 w 2912392"/>
                <a:gd name="connsiteY177" fmla="*/ 109351 h 444111"/>
                <a:gd name="connsiteX178" fmla="*/ 1733808 w 2912392"/>
                <a:gd name="connsiteY178" fmla="*/ 105261 h 444111"/>
                <a:gd name="connsiteX179" fmla="*/ 1743537 w 2912392"/>
                <a:gd name="connsiteY179" fmla="*/ 101139 h 444111"/>
                <a:gd name="connsiteX180" fmla="*/ 1753281 w 2912392"/>
                <a:gd name="connsiteY180" fmla="*/ 96989 h 444111"/>
                <a:gd name="connsiteX181" fmla="*/ 1763025 w 2912392"/>
                <a:gd name="connsiteY181" fmla="*/ 92822 h 444111"/>
                <a:gd name="connsiteX182" fmla="*/ 1772769 w 2912392"/>
                <a:gd name="connsiteY182" fmla="*/ 88644 h 444111"/>
                <a:gd name="connsiteX183" fmla="*/ 1782498 w 2912392"/>
                <a:gd name="connsiteY183" fmla="*/ 84464 h 444111"/>
                <a:gd name="connsiteX184" fmla="*/ 1792242 w 2912392"/>
                <a:gd name="connsiteY184" fmla="*/ 80291 h 444111"/>
                <a:gd name="connsiteX185" fmla="*/ 1801986 w 2912392"/>
                <a:gd name="connsiteY185" fmla="*/ 76131 h 444111"/>
                <a:gd name="connsiteX186" fmla="*/ 1811730 w 2912392"/>
                <a:gd name="connsiteY186" fmla="*/ 71995 h 444111"/>
                <a:gd name="connsiteX187" fmla="*/ 1821459 w 2912392"/>
                <a:gd name="connsiteY187" fmla="*/ 67892 h 444111"/>
                <a:gd name="connsiteX188" fmla="*/ 1831203 w 2912392"/>
                <a:gd name="connsiteY188" fmla="*/ 63830 h 444111"/>
                <a:gd name="connsiteX189" fmla="*/ 1840947 w 2912392"/>
                <a:gd name="connsiteY189" fmla="*/ 59819 h 444111"/>
                <a:gd name="connsiteX190" fmla="*/ 1850691 w 2912392"/>
                <a:gd name="connsiteY190" fmla="*/ 55867 h 444111"/>
                <a:gd name="connsiteX191" fmla="*/ 1860435 w 2912392"/>
                <a:gd name="connsiteY191" fmla="*/ 51984 h 444111"/>
                <a:gd name="connsiteX192" fmla="*/ 1870164 w 2912392"/>
                <a:gd name="connsiteY192" fmla="*/ 48177 h 444111"/>
                <a:gd name="connsiteX193" fmla="*/ 1879908 w 2912392"/>
                <a:gd name="connsiteY193" fmla="*/ 44459 h 444111"/>
                <a:gd name="connsiteX194" fmla="*/ 1889652 w 2912392"/>
                <a:gd name="connsiteY194" fmla="*/ 40835 h 444111"/>
                <a:gd name="connsiteX195" fmla="*/ 1899395 w 2912392"/>
                <a:gd name="connsiteY195" fmla="*/ 37316 h 444111"/>
                <a:gd name="connsiteX196" fmla="*/ 1909124 w 2912392"/>
                <a:gd name="connsiteY196" fmla="*/ 33909 h 444111"/>
                <a:gd name="connsiteX197" fmla="*/ 1918868 w 2912392"/>
                <a:gd name="connsiteY197" fmla="*/ 30623 h 444111"/>
                <a:gd name="connsiteX198" fmla="*/ 1928612 w 2912392"/>
                <a:gd name="connsiteY198" fmla="*/ 27468 h 444111"/>
                <a:gd name="connsiteX199" fmla="*/ 1938356 w 2912392"/>
                <a:gd name="connsiteY199" fmla="*/ 24449 h 444111"/>
                <a:gd name="connsiteX200" fmla="*/ 1948085 w 2912392"/>
                <a:gd name="connsiteY200" fmla="*/ 21577 h 444111"/>
                <a:gd name="connsiteX201" fmla="*/ 1957829 w 2912392"/>
                <a:gd name="connsiteY201" fmla="*/ 18856 h 444111"/>
                <a:gd name="connsiteX202" fmla="*/ 1967573 w 2912392"/>
                <a:gd name="connsiteY202" fmla="*/ 16295 h 444111"/>
                <a:gd name="connsiteX203" fmla="*/ 1977317 w 2912392"/>
                <a:gd name="connsiteY203" fmla="*/ 13899 h 444111"/>
                <a:gd name="connsiteX204" fmla="*/ 1987046 w 2912392"/>
                <a:gd name="connsiteY204" fmla="*/ 11678 h 444111"/>
                <a:gd name="connsiteX205" fmla="*/ 1996790 w 2912392"/>
                <a:gd name="connsiteY205" fmla="*/ 9634 h 444111"/>
                <a:gd name="connsiteX206" fmla="*/ 2006534 w 2912392"/>
                <a:gd name="connsiteY206" fmla="*/ 7776 h 444111"/>
                <a:gd name="connsiteX207" fmla="*/ 2016278 w 2912392"/>
                <a:gd name="connsiteY207" fmla="*/ 6106 h 444111"/>
                <a:gd name="connsiteX208" fmla="*/ 2026022 w 2912392"/>
                <a:gd name="connsiteY208" fmla="*/ 4629 h 444111"/>
                <a:gd name="connsiteX209" fmla="*/ 2035751 w 2912392"/>
                <a:gd name="connsiteY209" fmla="*/ 3349 h 444111"/>
                <a:gd name="connsiteX210" fmla="*/ 2045495 w 2912392"/>
                <a:gd name="connsiteY210" fmla="*/ 2274 h 444111"/>
                <a:gd name="connsiteX211" fmla="*/ 2055239 w 2912392"/>
                <a:gd name="connsiteY211" fmla="*/ 1401 h 444111"/>
                <a:gd name="connsiteX212" fmla="*/ 2064983 w 2912392"/>
                <a:gd name="connsiteY212" fmla="*/ 735 h 444111"/>
                <a:gd name="connsiteX213" fmla="*/ 2074712 w 2912392"/>
                <a:gd name="connsiteY213" fmla="*/ 279 h 444111"/>
                <a:gd name="connsiteX214" fmla="*/ 2084456 w 2912392"/>
                <a:gd name="connsiteY214" fmla="*/ 33 h 444111"/>
                <a:gd name="connsiteX215" fmla="*/ 2094200 w 2912392"/>
                <a:gd name="connsiteY215" fmla="*/ 0 h 444111"/>
                <a:gd name="connsiteX216" fmla="*/ 2103944 w 2912392"/>
                <a:gd name="connsiteY216" fmla="*/ 177 h 444111"/>
                <a:gd name="connsiteX217" fmla="*/ 2113673 w 2912392"/>
                <a:gd name="connsiteY217" fmla="*/ 568 h 444111"/>
                <a:gd name="connsiteX218" fmla="*/ 2123417 w 2912392"/>
                <a:gd name="connsiteY218" fmla="*/ 1168 h 444111"/>
                <a:gd name="connsiteX219" fmla="*/ 2133161 w 2912392"/>
                <a:gd name="connsiteY219" fmla="*/ 1980 h 444111"/>
                <a:gd name="connsiteX220" fmla="*/ 2142905 w 2912392"/>
                <a:gd name="connsiteY220" fmla="*/ 2998 h 444111"/>
                <a:gd name="connsiteX221" fmla="*/ 2152649 w 2912392"/>
                <a:gd name="connsiteY221" fmla="*/ 4222 h 444111"/>
                <a:gd name="connsiteX222" fmla="*/ 2162377 w 2912392"/>
                <a:gd name="connsiteY222" fmla="*/ 5648 h 444111"/>
                <a:gd name="connsiteX223" fmla="*/ 2172121 w 2912392"/>
                <a:gd name="connsiteY223" fmla="*/ 7274 h 444111"/>
                <a:gd name="connsiteX224" fmla="*/ 2181865 w 2912392"/>
                <a:gd name="connsiteY224" fmla="*/ 9094 h 444111"/>
                <a:gd name="connsiteX225" fmla="*/ 2191609 w 2912392"/>
                <a:gd name="connsiteY225" fmla="*/ 11104 h 444111"/>
                <a:gd name="connsiteX226" fmla="*/ 2201338 w 2912392"/>
                <a:gd name="connsiteY226" fmla="*/ 13299 h 444111"/>
                <a:gd name="connsiteX227" fmla="*/ 2211082 w 2912392"/>
                <a:gd name="connsiteY227" fmla="*/ 15674 h 444111"/>
                <a:gd name="connsiteX228" fmla="*/ 2220826 w 2912392"/>
                <a:gd name="connsiteY228" fmla="*/ 18222 h 444111"/>
                <a:gd name="connsiteX229" fmla="*/ 2230570 w 2912392"/>
                <a:gd name="connsiteY229" fmla="*/ 20935 h 444111"/>
                <a:gd name="connsiteX230" fmla="*/ 2240299 w 2912392"/>
                <a:gd name="connsiteY230" fmla="*/ 23809 h 444111"/>
                <a:gd name="connsiteX231" fmla="*/ 2250043 w 2912392"/>
                <a:gd name="connsiteY231" fmla="*/ 26833 h 444111"/>
                <a:gd name="connsiteX232" fmla="*/ 2259787 w 2912392"/>
                <a:gd name="connsiteY232" fmla="*/ 30002 h 444111"/>
                <a:gd name="connsiteX233" fmla="*/ 2269531 w 2912392"/>
                <a:gd name="connsiteY233" fmla="*/ 33307 h 444111"/>
                <a:gd name="connsiteX234" fmla="*/ 2279260 w 2912392"/>
                <a:gd name="connsiteY234" fmla="*/ 36738 h 444111"/>
                <a:gd name="connsiteX235" fmla="*/ 2289004 w 2912392"/>
                <a:gd name="connsiteY235" fmla="*/ 40287 h 444111"/>
                <a:gd name="connsiteX236" fmla="*/ 2298748 w 2912392"/>
                <a:gd name="connsiteY236" fmla="*/ 43945 h 444111"/>
                <a:gd name="connsiteX237" fmla="*/ 2308492 w 2912392"/>
                <a:gd name="connsiteY237" fmla="*/ 47699 h 444111"/>
                <a:gd name="connsiteX238" fmla="*/ 2318236 w 2912392"/>
                <a:gd name="connsiteY238" fmla="*/ 51543 h 444111"/>
                <a:gd name="connsiteX239" fmla="*/ 2327965 w 2912392"/>
                <a:gd name="connsiteY239" fmla="*/ 55465 h 444111"/>
                <a:gd name="connsiteX240" fmla="*/ 2337709 w 2912392"/>
                <a:gd name="connsiteY240" fmla="*/ 59454 h 444111"/>
                <a:gd name="connsiteX241" fmla="*/ 2347453 w 2912392"/>
                <a:gd name="connsiteY241" fmla="*/ 63501 h 444111"/>
                <a:gd name="connsiteX242" fmla="*/ 2357197 w 2912392"/>
                <a:gd name="connsiteY242" fmla="*/ 67594 h 444111"/>
                <a:gd name="connsiteX243" fmla="*/ 2366926 w 2912392"/>
                <a:gd name="connsiteY243" fmla="*/ 71721 h 444111"/>
                <a:gd name="connsiteX244" fmla="*/ 2376670 w 2912392"/>
                <a:gd name="connsiteY244" fmla="*/ 75873 h 444111"/>
                <a:gd name="connsiteX245" fmla="*/ 2386413 w 2912392"/>
                <a:gd name="connsiteY245" fmla="*/ 80036 h 444111"/>
                <a:gd name="connsiteX246" fmla="*/ 2396157 w 2912392"/>
                <a:gd name="connsiteY246" fmla="*/ 84202 h 444111"/>
                <a:gd name="connsiteX247" fmla="*/ 2405886 w 2912392"/>
                <a:gd name="connsiteY247" fmla="*/ 88358 h 444111"/>
                <a:gd name="connsiteX248" fmla="*/ 2415630 w 2912392"/>
                <a:gd name="connsiteY248" fmla="*/ 92493 h 444111"/>
                <a:gd name="connsiteX249" fmla="*/ 2425374 w 2912392"/>
                <a:gd name="connsiteY249" fmla="*/ 96596 h 444111"/>
                <a:gd name="connsiteX250" fmla="*/ 2435118 w 2912392"/>
                <a:gd name="connsiteY250" fmla="*/ 100658 h 444111"/>
                <a:gd name="connsiteX251" fmla="*/ 2444862 w 2912392"/>
                <a:gd name="connsiteY251" fmla="*/ 104662 h 444111"/>
                <a:gd name="connsiteX252" fmla="*/ 2454591 w 2912392"/>
                <a:gd name="connsiteY252" fmla="*/ 108603 h 444111"/>
                <a:gd name="connsiteX253" fmla="*/ 2464335 w 2912392"/>
                <a:gd name="connsiteY253" fmla="*/ 112469 h 444111"/>
                <a:gd name="connsiteX254" fmla="*/ 2474079 w 2912392"/>
                <a:gd name="connsiteY254" fmla="*/ 116249 h 444111"/>
                <a:gd name="connsiteX255" fmla="*/ 2483823 w 2912392"/>
                <a:gd name="connsiteY255" fmla="*/ 119932 h 444111"/>
                <a:gd name="connsiteX256" fmla="*/ 2493552 w 2912392"/>
                <a:gd name="connsiteY256" fmla="*/ 123510 h 444111"/>
                <a:gd name="connsiteX257" fmla="*/ 2503296 w 2912392"/>
                <a:gd name="connsiteY257" fmla="*/ 126971 h 444111"/>
                <a:gd name="connsiteX258" fmla="*/ 2513040 w 2912392"/>
                <a:gd name="connsiteY258" fmla="*/ 130308 h 444111"/>
                <a:gd name="connsiteX259" fmla="*/ 2522784 w 2912392"/>
                <a:gd name="connsiteY259" fmla="*/ 133510 h 444111"/>
                <a:gd name="connsiteX260" fmla="*/ 2532513 w 2912392"/>
                <a:gd name="connsiteY260" fmla="*/ 136570 h 444111"/>
                <a:gd name="connsiteX261" fmla="*/ 2542257 w 2912392"/>
                <a:gd name="connsiteY261" fmla="*/ 139478 h 444111"/>
                <a:gd name="connsiteX262" fmla="*/ 2552001 w 2912392"/>
                <a:gd name="connsiteY262" fmla="*/ 142229 h 444111"/>
                <a:gd name="connsiteX263" fmla="*/ 2561745 w 2912392"/>
                <a:gd name="connsiteY263" fmla="*/ 144812 h 444111"/>
                <a:gd name="connsiteX264" fmla="*/ 2571474 w 2912392"/>
                <a:gd name="connsiteY264" fmla="*/ 147224 h 444111"/>
                <a:gd name="connsiteX265" fmla="*/ 2581218 w 2912392"/>
                <a:gd name="connsiteY265" fmla="*/ 149455 h 444111"/>
                <a:gd name="connsiteX266" fmla="*/ 2590962 w 2912392"/>
                <a:gd name="connsiteY266" fmla="*/ 151502 h 444111"/>
                <a:gd name="connsiteX267" fmla="*/ 2600705 w 2912392"/>
                <a:gd name="connsiteY267" fmla="*/ 153358 h 444111"/>
                <a:gd name="connsiteX268" fmla="*/ 2610449 w 2912392"/>
                <a:gd name="connsiteY268" fmla="*/ 155018 h 444111"/>
                <a:gd name="connsiteX269" fmla="*/ 2620178 w 2912392"/>
                <a:gd name="connsiteY269" fmla="*/ 156480 h 444111"/>
                <a:gd name="connsiteX270" fmla="*/ 2629922 w 2912392"/>
                <a:gd name="connsiteY270" fmla="*/ 157736 h 444111"/>
                <a:gd name="connsiteX271" fmla="*/ 2639666 w 2912392"/>
                <a:gd name="connsiteY271" fmla="*/ 158786 h 444111"/>
                <a:gd name="connsiteX272" fmla="*/ 2649410 w 2912392"/>
                <a:gd name="connsiteY272" fmla="*/ 159628 h 444111"/>
                <a:gd name="connsiteX273" fmla="*/ 2659139 w 2912392"/>
                <a:gd name="connsiteY273" fmla="*/ 160256 h 444111"/>
                <a:gd name="connsiteX274" fmla="*/ 2668883 w 2912392"/>
                <a:gd name="connsiteY274" fmla="*/ 160674 h 444111"/>
                <a:gd name="connsiteX275" fmla="*/ 2678627 w 2912392"/>
                <a:gd name="connsiteY275" fmla="*/ 160876 h 444111"/>
                <a:gd name="connsiteX276" fmla="*/ 2688371 w 2912392"/>
                <a:gd name="connsiteY276" fmla="*/ 160864 h 444111"/>
                <a:gd name="connsiteX277" fmla="*/ 2698100 w 2912392"/>
                <a:gd name="connsiteY277" fmla="*/ 160639 h 444111"/>
                <a:gd name="connsiteX278" fmla="*/ 2707844 w 2912392"/>
                <a:gd name="connsiteY278" fmla="*/ 160201 h 444111"/>
                <a:gd name="connsiteX279" fmla="*/ 2717588 w 2912392"/>
                <a:gd name="connsiteY279" fmla="*/ 159553 h 444111"/>
                <a:gd name="connsiteX280" fmla="*/ 2727332 w 2912392"/>
                <a:gd name="connsiteY280" fmla="*/ 158694 h 444111"/>
                <a:gd name="connsiteX281" fmla="*/ 2737076 w 2912392"/>
                <a:gd name="connsiteY281" fmla="*/ 157628 h 444111"/>
                <a:gd name="connsiteX282" fmla="*/ 2746805 w 2912392"/>
                <a:gd name="connsiteY282" fmla="*/ 156359 h 444111"/>
                <a:gd name="connsiteX283" fmla="*/ 2756549 w 2912392"/>
                <a:gd name="connsiteY283" fmla="*/ 154890 h 444111"/>
                <a:gd name="connsiteX284" fmla="*/ 2766293 w 2912392"/>
                <a:gd name="connsiteY284" fmla="*/ 153224 h 444111"/>
                <a:gd name="connsiteX285" fmla="*/ 2776037 w 2912392"/>
                <a:gd name="connsiteY285" fmla="*/ 151368 h 444111"/>
                <a:gd name="connsiteX286" fmla="*/ 2785766 w 2912392"/>
                <a:gd name="connsiteY286" fmla="*/ 149327 h 444111"/>
                <a:gd name="connsiteX287" fmla="*/ 2795510 w 2912392"/>
                <a:gd name="connsiteY287" fmla="*/ 147104 h 444111"/>
                <a:gd name="connsiteX288" fmla="*/ 2805254 w 2912392"/>
                <a:gd name="connsiteY288" fmla="*/ 144706 h 444111"/>
                <a:gd name="connsiteX289" fmla="*/ 2814998 w 2912392"/>
                <a:gd name="connsiteY289" fmla="*/ 142141 h 444111"/>
                <a:gd name="connsiteX290" fmla="*/ 2824727 w 2912392"/>
                <a:gd name="connsiteY290" fmla="*/ 139416 h 444111"/>
                <a:gd name="connsiteX291" fmla="*/ 2834471 w 2912392"/>
                <a:gd name="connsiteY291" fmla="*/ 136536 h 444111"/>
                <a:gd name="connsiteX292" fmla="*/ 2844215 w 2912392"/>
                <a:gd name="connsiteY292" fmla="*/ 133510 h 444111"/>
                <a:gd name="connsiteX293" fmla="*/ 2853958 w 2912392"/>
                <a:gd name="connsiteY293" fmla="*/ 130345 h 444111"/>
                <a:gd name="connsiteX294" fmla="*/ 2863687 w 2912392"/>
                <a:gd name="connsiteY294" fmla="*/ 127050 h 444111"/>
                <a:gd name="connsiteX295" fmla="*/ 2873431 w 2912392"/>
                <a:gd name="connsiteY295" fmla="*/ 123633 h 444111"/>
                <a:gd name="connsiteX296" fmla="*/ 2883175 w 2912392"/>
                <a:gd name="connsiteY296" fmla="*/ 120104 h 444111"/>
                <a:gd name="connsiteX297" fmla="*/ 2892919 w 2912392"/>
                <a:gd name="connsiteY297" fmla="*/ 116470 h 444111"/>
                <a:gd name="connsiteX298" fmla="*/ 2902663 w 2912392"/>
                <a:gd name="connsiteY298" fmla="*/ 112741 h 444111"/>
                <a:gd name="connsiteX299" fmla="*/ 2912392 w 2912392"/>
                <a:gd name="connsiteY299" fmla="*/ 108927 h 444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44111">
                  <a:moveTo>
                    <a:pt x="0" y="351302"/>
                  </a:moveTo>
                  <a:lnTo>
                    <a:pt x="9739" y="353662"/>
                  </a:lnTo>
                  <a:lnTo>
                    <a:pt x="19480" y="356118"/>
                  </a:lnTo>
                  <a:lnTo>
                    <a:pt x="29221" y="358665"/>
                  </a:lnTo>
                  <a:lnTo>
                    <a:pt x="38961" y="361290"/>
                  </a:lnTo>
                  <a:lnTo>
                    <a:pt x="48702" y="363988"/>
                  </a:lnTo>
                  <a:lnTo>
                    <a:pt x="58443" y="366750"/>
                  </a:lnTo>
                  <a:lnTo>
                    <a:pt x="68182" y="369566"/>
                  </a:lnTo>
                  <a:lnTo>
                    <a:pt x="77923" y="372430"/>
                  </a:lnTo>
                  <a:lnTo>
                    <a:pt x="87664" y="375332"/>
                  </a:lnTo>
                  <a:lnTo>
                    <a:pt x="97404" y="378263"/>
                  </a:lnTo>
                  <a:lnTo>
                    <a:pt x="107145" y="381214"/>
                  </a:lnTo>
                  <a:lnTo>
                    <a:pt x="116886" y="384178"/>
                  </a:lnTo>
                  <a:lnTo>
                    <a:pt x="126625" y="387144"/>
                  </a:lnTo>
                  <a:lnTo>
                    <a:pt x="136366" y="390108"/>
                  </a:lnTo>
                  <a:lnTo>
                    <a:pt x="146107" y="393057"/>
                  </a:lnTo>
                  <a:lnTo>
                    <a:pt x="155846" y="395987"/>
                  </a:lnTo>
                  <a:lnTo>
                    <a:pt x="165587" y="398886"/>
                  </a:lnTo>
                  <a:lnTo>
                    <a:pt x="175328" y="401750"/>
                  </a:lnTo>
                  <a:lnTo>
                    <a:pt x="185068" y="404568"/>
                  </a:lnTo>
                  <a:lnTo>
                    <a:pt x="194809" y="407337"/>
                  </a:lnTo>
                  <a:lnTo>
                    <a:pt x="204550" y="410047"/>
                  </a:lnTo>
                  <a:lnTo>
                    <a:pt x="214289" y="412691"/>
                  </a:lnTo>
                  <a:lnTo>
                    <a:pt x="224030" y="415264"/>
                  </a:lnTo>
                  <a:lnTo>
                    <a:pt x="233771" y="417759"/>
                  </a:lnTo>
                  <a:lnTo>
                    <a:pt x="243510" y="420169"/>
                  </a:lnTo>
                  <a:lnTo>
                    <a:pt x="253251" y="422489"/>
                  </a:lnTo>
                  <a:lnTo>
                    <a:pt x="262992" y="424715"/>
                  </a:lnTo>
                  <a:lnTo>
                    <a:pt x="272732" y="426839"/>
                  </a:lnTo>
                  <a:lnTo>
                    <a:pt x="282473" y="428858"/>
                  </a:lnTo>
                  <a:lnTo>
                    <a:pt x="292214" y="430767"/>
                  </a:lnTo>
                  <a:lnTo>
                    <a:pt x="301953" y="432562"/>
                  </a:lnTo>
                  <a:lnTo>
                    <a:pt x="311694" y="434240"/>
                  </a:lnTo>
                  <a:lnTo>
                    <a:pt x="321435" y="435794"/>
                  </a:lnTo>
                  <a:lnTo>
                    <a:pt x="331175" y="437224"/>
                  </a:lnTo>
                  <a:lnTo>
                    <a:pt x="340916" y="438526"/>
                  </a:lnTo>
                  <a:lnTo>
                    <a:pt x="350656" y="439697"/>
                  </a:lnTo>
                  <a:lnTo>
                    <a:pt x="360396" y="440734"/>
                  </a:lnTo>
                  <a:lnTo>
                    <a:pt x="370137" y="441636"/>
                  </a:lnTo>
                  <a:lnTo>
                    <a:pt x="379878" y="442400"/>
                  </a:lnTo>
                  <a:lnTo>
                    <a:pt x="389617" y="443026"/>
                  </a:lnTo>
                  <a:lnTo>
                    <a:pt x="399358" y="443510"/>
                  </a:lnTo>
                  <a:lnTo>
                    <a:pt x="409099" y="443853"/>
                  </a:lnTo>
                  <a:lnTo>
                    <a:pt x="418839" y="444054"/>
                  </a:lnTo>
                  <a:lnTo>
                    <a:pt x="428580" y="444112"/>
                  </a:lnTo>
                  <a:lnTo>
                    <a:pt x="438321" y="444025"/>
                  </a:lnTo>
                  <a:lnTo>
                    <a:pt x="448060" y="443798"/>
                  </a:lnTo>
                  <a:lnTo>
                    <a:pt x="457801" y="443425"/>
                  </a:lnTo>
                  <a:lnTo>
                    <a:pt x="467542" y="442910"/>
                  </a:lnTo>
                  <a:lnTo>
                    <a:pt x="477281" y="442253"/>
                  </a:lnTo>
                  <a:lnTo>
                    <a:pt x="487022" y="441455"/>
                  </a:lnTo>
                  <a:lnTo>
                    <a:pt x="496763" y="440517"/>
                  </a:lnTo>
                  <a:lnTo>
                    <a:pt x="506503" y="439438"/>
                  </a:lnTo>
                  <a:lnTo>
                    <a:pt x="516244" y="438224"/>
                  </a:lnTo>
                  <a:lnTo>
                    <a:pt x="525985" y="436872"/>
                  </a:lnTo>
                  <a:lnTo>
                    <a:pt x="535724" y="435387"/>
                  </a:lnTo>
                  <a:lnTo>
                    <a:pt x="545465" y="433771"/>
                  </a:lnTo>
                  <a:lnTo>
                    <a:pt x="555206" y="432024"/>
                  </a:lnTo>
                  <a:lnTo>
                    <a:pt x="564946" y="430150"/>
                  </a:lnTo>
                  <a:lnTo>
                    <a:pt x="574687" y="428152"/>
                  </a:lnTo>
                  <a:lnTo>
                    <a:pt x="584428" y="426032"/>
                  </a:lnTo>
                  <a:lnTo>
                    <a:pt x="594167" y="423793"/>
                  </a:lnTo>
                  <a:lnTo>
                    <a:pt x="603908" y="421437"/>
                  </a:lnTo>
                  <a:lnTo>
                    <a:pt x="613649" y="418970"/>
                  </a:lnTo>
                  <a:lnTo>
                    <a:pt x="623388" y="416392"/>
                  </a:lnTo>
                  <a:lnTo>
                    <a:pt x="633129" y="413710"/>
                  </a:lnTo>
                  <a:lnTo>
                    <a:pt x="642870" y="410926"/>
                  </a:lnTo>
                  <a:lnTo>
                    <a:pt x="652610" y="408043"/>
                  </a:lnTo>
                  <a:lnTo>
                    <a:pt x="662351" y="405066"/>
                  </a:lnTo>
                  <a:lnTo>
                    <a:pt x="672092" y="401998"/>
                  </a:lnTo>
                  <a:lnTo>
                    <a:pt x="681831" y="398846"/>
                  </a:lnTo>
                  <a:lnTo>
                    <a:pt x="691572" y="395611"/>
                  </a:lnTo>
                  <a:lnTo>
                    <a:pt x="701313" y="392301"/>
                  </a:lnTo>
                  <a:lnTo>
                    <a:pt x="711052" y="388917"/>
                  </a:lnTo>
                  <a:lnTo>
                    <a:pt x="720793" y="385465"/>
                  </a:lnTo>
                  <a:lnTo>
                    <a:pt x="730534" y="381950"/>
                  </a:lnTo>
                  <a:lnTo>
                    <a:pt x="740274" y="378378"/>
                  </a:lnTo>
                  <a:lnTo>
                    <a:pt x="750015" y="374753"/>
                  </a:lnTo>
                  <a:lnTo>
                    <a:pt x="759756" y="371079"/>
                  </a:lnTo>
                  <a:lnTo>
                    <a:pt x="769495" y="367361"/>
                  </a:lnTo>
                  <a:lnTo>
                    <a:pt x="779236" y="363605"/>
                  </a:lnTo>
                  <a:lnTo>
                    <a:pt x="788977" y="359816"/>
                  </a:lnTo>
                  <a:lnTo>
                    <a:pt x="798717" y="356001"/>
                  </a:lnTo>
                  <a:lnTo>
                    <a:pt x="808458" y="352161"/>
                  </a:lnTo>
                  <a:lnTo>
                    <a:pt x="818199" y="348305"/>
                  </a:lnTo>
                  <a:lnTo>
                    <a:pt x="827938" y="344436"/>
                  </a:lnTo>
                  <a:lnTo>
                    <a:pt x="837679" y="340561"/>
                  </a:lnTo>
                  <a:lnTo>
                    <a:pt x="847420" y="336684"/>
                  </a:lnTo>
                  <a:lnTo>
                    <a:pt x="857159" y="332811"/>
                  </a:lnTo>
                  <a:lnTo>
                    <a:pt x="866900" y="328946"/>
                  </a:lnTo>
                  <a:lnTo>
                    <a:pt x="876641" y="325093"/>
                  </a:lnTo>
                  <a:lnTo>
                    <a:pt x="886381" y="321261"/>
                  </a:lnTo>
                  <a:lnTo>
                    <a:pt x="896122" y="317450"/>
                  </a:lnTo>
                  <a:lnTo>
                    <a:pt x="905863" y="313668"/>
                  </a:lnTo>
                  <a:lnTo>
                    <a:pt x="915602" y="309918"/>
                  </a:lnTo>
                  <a:lnTo>
                    <a:pt x="925343" y="306207"/>
                  </a:lnTo>
                  <a:lnTo>
                    <a:pt x="935084" y="302536"/>
                  </a:lnTo>
                  <a:lnTo>
                    <a:pt x="944824" y="298912"/>
                  </a:lnTo>
                  <a:lnTo>
                    <a:pt x="954564" y="295337"/>
                  </a:lnTo>
                  <a:lnTo>
                    <a:pt x="964305" y="291816"/>
                  </a:lnTo>
                  <a:lnTo>
                    <a:pt x="974045" y="288352"/>
                  </a:lnTo>
                  <a:lnTo>
                    <a:pt x="983786" y="284950"/>
                  </a:lnTo>
                  <a:lnTo>
                    <a:pt x="993522" y="281612"/>
                  </a:lnTo>
                  <a:lnTo>
                    <a:pt x="1003266" y="278340"/>
                  </a:lnTo>
                  <a:lnTo>
                    <a:pt x="1013010" y="275138"/>
                  </a:lnTo>
                  <a:lnTo>
                    <a:pt x="1022754" y="272009"/>
                  </a:lnTo>
                  <a:lnTo>
                    <a:pt x="1032483" y="268955"/>
                  </a:lnTo>
                  <a:lnTo>
                    <a:pt x="1042227" y="265978"/>
                  </a:lnTo>
                  <a:lnTo>
                    <a:pt x="1051971" y="263079"/>
                  </a:lnTo>
                  <a:lnTo>
                    <a:pt x="1061715" y="260258"/>
                  </a:lnTo>
                  <a:lnTo>
                    <a:pt x="1071444" y="257520"/>
                  </a:lnTo>
                  <a:lnTo>
                    <a:pt x="1081188" y="254864"/>
                  </a:lnTo>
                  <a:lnTo>
                    <a:pt x="1090932" y="252287"/>
                  </a:lnTo>
                  <a:lnTo>
                    <a:pt x="1100676" y="249795"/>
                  </a:lnTo>
                  <a:lnTo>
                    <a:pt x="1110405" y="247384"/>
                  </a:lnTo>
                  <a:lnTo>
                    <a:pt x="1120149" y="245054"/>
                  </a:lnTo>
                  <a:lnTo>
                    <a:pt x="1129893" y="242806"/>
                  </a:lnTo>
                  <a:lnTo>
                    <a:pt x="1139637" y="240638"/>
                  </a:lnTo>
                  <a:lnTo>
                    <a:pt x="1149381" y="238548"/>
                  </a:lnTo>
                  <a:lnTo>
                    <a:pt x="1159110" y="236533"/>
                  </a:lnTo>
                  <a:lnTo>
                    <a:pt x="1168854" y="234593"/>
                  </a:lnTo>
                  <a:lnTo>
                    <a:pt x="1178598" y="232727"/>
                  </a:lnTo>
                  <a:lnTo>
                    <a:pt x="1188341" y="230928"/>
                  </a:lnTo>
                  <a:lnTo>
                    <a:pt x="1198070" y="229196"/>
                  </a:lnTo>
                  <a:lnTo>
                    <a:pt x="1207814" y="227527"/>
                  </a:lnTo>
                  <a:lnTo>
                    <a:pt x="1217558" y="225918"/>
                  </a:lnTo>
                  <a:lnTo>
                    <a:pt x="1227302" y="224364"/>
                  </a:lnTo>
                  <a:lnTo>
                    <a:pt x="1237031" y="222862"/>
                  </a:lnTo>
                  <a:lnTo>
                    <a:pt x="1246775" y="221406"/>
                  </a:lnTo>
                  <a:lnTo>
                    <a:pt x="1256519" y="219994"/>
                  </a:lnTo>
                  <a:lnTo>
                    <a:pt x="1266263" y="218620"/>
                  </a:lnTo>
                  <a:lnTo>
                    <a:pt x="1276007" y="217278"/>
                  </a:lnTo>
                  <a:lnTo>
                    <a:pt x="1285736" y="215965"/>
                  </a:lnTo>
                  <a:lnTo>
                    <a:pt x="1295480" y="214673"/>
                  </a:lnTo>
                  <a:lnTo>
                    <a:pt x="1305224" y="213400"/>
                  </a:lnTo>
                  <a:lnTo>
                    <a:pt x="1314968" y="212138"/>
                  </a:lnTo>
                  <a:lnTo>
                    <a:pt x="1324697" y="210880"/>
                  </a:lnTo>
                  <a:lnTo>
                    <a:pt x="1334441" y="209624"/>
                  </a:lnTo>
                  <a:lnTo>
                    <a:pt x="1344185" y="208362"/>
                  </a:lnTo>
                  <a:lnTo>
                    <a:pt x="1353929" y="207088"/>
                  </a:lnTo>
                  <a:lnTo>
                    <a:pt x="1363658" y="205797"/>
                  </a:lnTo>
                  <a:lnTo>
                    <a:pt x="1373402" y="204483"/>
                  </a:lnTo>
                  <a:lnTo>
                    <a:pt x="1383146" y="203140"/>
                  </a:lnTo>
                  <a:lnTo>
                    <a:pt x="1392890" y="201762"/>
                  </a:lnTo>
                  <a:lnTo>
                    <a:pt x="1402619" y="200344"/>
                  </a:lnTo>
                  <a:lnTo>
                    <a:pt x="1412363" y="198881"/>
                  </a:lnTo>
                  <a:lnTo>
                    <a:pt x="1422106" y="197365"/>
                  </a:lnTo>
                  <a:lnTo>
                    <a:pt x="1431850" y="195795"/>
                  </a:lnTo>
                  <a:lnTo>
                    <a:pt x="1441594" y="194164"/>
                  </a:lnTo>
                  <a:lnTo>
                    <a:pt x="1451323" y="192465"/>
                  </a:lnTo>
                  <a:lnTo>
                    <a:pt x="1461067" y="190697"/>
                  </a:lnTo>
                  <a:lnTo>
                    <a:pt x="1470811" y="188854"/>
                  </a:lnTo>
                  <a:lnTo>
                    <a:pt x="1480555" y="186932"/>
                  </a:lnTo>
                  <a:lnTo>
                    <a:pt x="1490284" y="184926"/>
                  </a:lnTo>
                  <a:lnTo>
                    <a:pt x="1500028" y="182836"/>
                  </a:lnTo>
                  <a:lnTo>
                    <a:pt x="1509772" y="180658"/>
                  </a:lnTo>
                  <a:lnTo>
                    <a:pt x="1519516" y="178387"/>
                  </a:lnTo>
                  <a:lnTo>
                    <a:pt x="1529245" y="176023"/>
                  </a:lnTo>
                  <a:lnTo>
                    <a:pt x="1538989" y="173563"/>
                  </a:lnTo>
                  <a:lnTo>
                    <a:pt x="1548733" y="171006"/>
                  </a:lnTo>
                  <a:lnTo>
                    <a:pt x="1558477" y="168350"/>
                  </a:lnTo>
                  <a:lnTo>
                    <a:pt x="1568221" y="165596"/>
                  </a:lnTo>
                  <a:lnTo>
                    <a:pt x="1577950" y="162743"/>
                  </a:lnTo>
                  <a:lnTo>
                    <a:pt x="1587694" y="159792"/>
                  </a:lnTo>
                  <a:lnTo>
                    <a:pt x="1597438" y="156742"/>
                  </a:lnTo>
                  <a:lnTo>
                    <a:pt x="1607182" y="153595"/>
                  </a:lnTo>
                  <a:lnTo>
                    <a:pt x="1616911" y="150355"/>
                  </a:lnTo>
                  <a:lnTo>
                    <a:pt x="1626655" y="147020"/>
                  </a:lnTo>
                  <a:lnTo>
                    <a:pt x="1636399" y="143595"/>
                  </a:lnTo>
                  <a:lnTo>
                    <a:pt x="1646142" y="140082"/>
                  </a:lnTo>
                  <a:lnTo>
                    <a:pt x="1655872" y="136487"/>
                  </a:lnTo>
                  <a:lnTo>
                    <a:pt x="1665616" y="132810"/>
                  </a:lnTo>
                  <a:lnTo>
                    <a:pt x="1675359" y="129058"/>
                  </a:lnTo>
                  <a:lnTo>
                    <a:pt x="1685103" y="125236"/>
                  </a:lnTo>
                  <a:lnTo>
                    <a:pt x="1694832" y="121348"/>
                  </a:lnTo>
                  <a:lnTo>
                    <a:pt x="1704576" y="117401"/>
                  </a:lnTo>
                  <a:lnTo>
                    <a:pt x="1714320" y="113399"/>
                  </a:lnTo>
                  <a:lnTo>
                    <a:pt x="1724064" y="109351"/>
                  </a:lnTo>
                  <a:lnTo>
                    <a:pt x="1733808" y="105261"/>
                  </a:lnTo>
                  <a:lnTo>
                    <a:pt x="1743537" y="101139"/>
                  </a:lnTo>
                  <a:lnTo>
                    <a:pt x="1753281" y="96989"/>
                  </a:lnTo>
                  <a:lnTo>
                    <a:pt x="1763025" y="92822"/>
                  </a:lnTo>
                  <a:lnTo>
                    <a:pt x="1772769" y="88644"/>
                  </a:lnTo>
                  <a:lnTo>
                    <a:pt x="1782498" y="84464"/>
                  </a:lnTo>
                  <a:lnTo>
                    <a:pt x="1792242" y="80291"/>
                  </a:lnTo>
                  <a:lnTo>
                    <a:pt x="1801986" y="76131"/>
                  </a:lnTo>
                  <a:lnTo>
                    <a:pt x="1811730" y="71995"/>
                  </a:lnTo>
                  <a:lnTo>
                    <a:pt x="1821459" y="67892"/>
                  </a:lnTo>
                  <a:lnTo>
                    <a:pt x="1831203" y="63830"/>
                  </a:lnTo>
                  <a:lnTo>
                    <a:pt x="1840947" y="59819"/>
                  </a:lnTo>
                  <a:lnTo>
                    <a:pt x="1850691" y="55867"/>
                  </a:lnTo>
                  <a:lnTo>
                    <a:pt x="1860435" y="51984"/>
                  </a:lnTo>
                  <a:lnTo>
                    <a:pt x="1870164" y="48177"/>
                  </a:lnTo>
                  <a:lnTo>
                    <a:pt x="1879908" y="44459"/>
                  </a:lnTo>
                  <a:lnTo>
                    <a:pt x="1889652" y="40835"/>
                  </a:lnTo>
                  <a:lnTo>
                    <a:pt x="1899395" y="37316"/>
                  </a:lnTo>
                  <a:lnTo>
                    <a:pt x="1909124" y="33909"/>
                  </a:lnTo>
                  <a:lnTo>
                    <a:pt x="1918868" y="30623"/>
                  </a:lnTo>
                  <a:lnTo>
                    <a:pt x="1928612" y="27468"/>
                  </a:lnTo>
                  <a:lnTo>
                    <a:pt x="1938356" y="24449"/>
                  </a:lnTo>
                  <a:lnTo>
                    <a:pt x="1948085" y="21577"/>
                  </a:lnTo>
                  <a:lnTo>
                    <a:pt x="1957829" y="18856"/>
                  </a:lnTo>
                  <a:lnTo>
                    <a:pt x="1967573" y="16295"/>
                  </a:lnTo>
                  <a:lnTo>
                    <a:pt x="1977317" y="13899"/>
                  </a:lnTo>
                  <a:lnTo>
                    <a:pt x="1987046" y="11678"/>
                  </a:lnTo>
                  <a:lnTo>
                    <a:pt x="1996790" y="9634"/>
                  </a:lnTo>
                  <a:lnTo>
                    <a:pt x="2006534" y="7776"/>
                  </a:lnTo>
                  <a:lnTo>
                    <a:pt x="2016278" y="6106"/>
                  </a:lnTo>
                  <a:lnTo>
                    <a:pt x="2026022" y="4629"/>
                  </a:lnTo>
                  <a:lnTo>
                    <a:pt x="2035751" y="3349"/>
                  </a:lnTo>
                  <a:lnTo>
                    <a:pt x="2045495" y="2274"/>
                  </a:lnTo>
                  <a:lnTo>
                    <a:pt x="2055239" y="1401"/>
                  </a:lnTo>
                  <a:lnTo>
                    <a:pt x="2064983" y="735"/>
                  </a:lnTo>
                  <a:lnTo>
                    <a:pt x="2074712" y="279"/>
                  </a:lnTo>
                  <a:lnTo>
                    <a:pt x="2084456" y="33"/>
                  </a:lnTo>
                  <a:lnTo>
                    <a:pt x="2094200" y="0"/>
                  </a:lnTo>
                  <a:lnTo>
                    <a:pt x="2103944" y="177"/>
                  </a:lnTo>
                  <a:lnTo>
                    <a:pt x="2113673" y="568"/>
                  </a:lnTo>
                  <a:lnTo>
                    <a:pt x="2123417" y="1168"/>
                  </a:lnTo>
                  <a:lnTo>
                    <a:pt x="2133161" y="1980"/>
                  </a:lnTo>
                  <a:lnTo>
                    <a:pt x="2142905" y="2998"/>
                  </a:lnTo>
                  <a:lnTo>
                    <a:pt x="2152649" y="4222"/>
                  </a:lnTo>
                  <a:lnTo>
                    <a:pt x="2162377" y="5648"/>
                  </a:lnTo>
                  <a:lnTo>
                    <a:pt x="2172121" y="7274"/>
                  </a:lnTo>
                  <a:lnTo>
                    <a:pt x="2181865" y="9094"/>
                  </a:lnTo>
                  <a:lnTo>
                    <a:pt x="2191609" y="11104"/>
                  </a:lnTo>
                  <a:lnTo>
                    <a:pt x="2201338" y="13299"/>
                  </a:lnTo>
                  <a:lnTo>
                    <a:pt x="2211082" y="15674"/>
                  </a:lnTo>
                  <a:lnTo>
                    <a:pt x="2220826" y="18222"/>
                  </a:lnTo>
                  <a:lnTo>
                    <a:pt x="2230570" y="20935"/>
                  </a:lnTo>
                  <a:lnTo>
                    <a:pt x="2240299" y="23809"/>
                  </a:lnTo>
                  <a:lnTo>
                    <a:pt x="2250043" y="26833"/>
                  </a:lnTo>
                  <a:lnTo>
                    <a:pt x="2259787" y="30002"/>
                  </a:lnTo>
                  <a:lnTo>
                    <a:pt x="2269531" y="33307"/>
                  </a:lnTo>
                  <a:lnTo>
                    <a:pt x="2279260" y="36738"/>
                  </a:lnTo>
                  <a:lnTo>
                    <a:pt x="2289004" y="40287"/>
                  </a:lnTo>
                  <a:lnTo>
                    <a:pt x="2298748" y="43945"/>
                  </a:lnTo>
                  <a:lnTo>
                    <a:pt x="2308492" y="47699"/>
                  </a:lnTo>
                  <a:lnTo>
                    <a:pt x="2318236" y="51543"/>
                  </a:lnTo>
                  <a:lnTo>
                    <a:pt x="2327965" y="55465"/>
                  </a:lnTo>
                  <a:lnTo>
                    <a:pt x="2337709" y="59454"/>
                  </a:lnTo>
                  <a:lnTo>
                    <a:pt x="2347453" y="63501"/>
                  </a:lnTo>
                  <a:lnTo>
                    <a:pt x="2357197" y="67594"/>
                  </a:lnTo>
                  <a:lnTo>
                    <a:pt x="2366926" y="71721"/>
                  </a:lnTo>
                  <a:lnTo>
                    <a:pt x="2376670" y="75873"/>
                  </a:lnTo>
                  <a:lnTo>
                    <a:pt x="2386413" y="80036"/>
                  </a:lnTo>
                  <a:lnTo>
                    <a:pt x="2396157" y="84202"/>
                  </a:lnTo>
                  <a:lnTo>
                    <a:pt x="2405886" y="88358"/>
                  </a:lnTo>
                  <a:lnTo>
                    <a:pt x="2415630" y="92493"/>
                  </a:lnTo>
                  <a:lnTo>
                    <a:pt x="2425374" y="96596"/>
                  </a:lnTo>
                  <a:lnTo>
                    <a:pt x="2435118" y="100658"/>
                  </a:lnTo>
                  <a:lnTo>
                    <a:pt x="2444862" y="104662"/>
                  </a:lnTo>
                  <a:lnTo>
                    <a:pt x="2454591" y="108603"/>
                  </a:lnTo>
                  <a:lnTo>
                    <a:pt x="2464335" y="112469"/>
                  </a:lnTo>
                  <a:lnTo>
                    <a:pt x="2474079" y="116249"/>
                  </a:lnTo>
                  <a:lnTo>
                    <a:pt x="2483823" y="119932"/>
                  </a:lnTo>
                  <a:lnTo>
                    <a:pt x="2493552" y="123510"/>
                  </a:lnTo>
                  <a:lnTo>
                    <a:pt x="2503296" y="126971"/>
                  </a:lnTo>
                  <a:lnTo>
                    <a:pt x="2513040" y="130308"/>
                  </a:lnTo>
                  <a:lnTo>
                    <a:pt x="2522784" y="133510"/>
                  </a:lnTo>
                  <a:lnTo>
                    <a:pt x="2532513" y="136570"/>
                  </a:lnTo>
                  <a:lnTo>
                    <a:pt x="2542257" y="139478"/>
                  </a:lnTo>
                  <a:lnTo>
                    <a:pt x="2552001" y="142229"/>
                  </a:lnTo>
                  <a:lnTo>
                    <a:pt x="2561745" y="144812"/>
                  </a:lnTo>
                  <a:lnTo>
                    <a:pt x="2571474" y="147224"/>
                  </a:lnTo>
                  <a:lnTo>
                    <a:pt x="2581218" y="149455"/>
                  </a:lnTo>
                  <a:lnTo>
                    <a:pt x="2590962" y="151502"/>
                  </a:lnTo>
                  <a:lnTo>
                    <a:pt x="2600705" y="153358"/>
                  </a:lnTo>
                  <a:lnTo>
                    <a:pt x="2610449" y="155018"/>
                  </a:lnTo>
                  <a:lnTo>
                    <a:pt x="2620178" y="156480"/>
                  </a:lnTo>
                  <a:lnTo>
                    <a:pt x="2629922" y="157736"/>
                  </a:lnTo>
                  <a:lnTo>
                    <a:pt x="2639666" y="158786"/>
                  </a:lnTo>
                  <a:lnTo>
                    <a:pt x="2649410" y="159628"/>
                  </a:lnTo>
                  <a:lnTo>
                    <a:pt x="2659139" y="160256"/>
                  </a:lnTo>
                  <a:lnTo>
                    <a:pt x="2668883" y="160674"/>
                  </a:lnTo>
                  <a:lnTo>
                    <a:pt x="2678627" y="160876"/>
                  </a:lnTo>
                  <a:lnTo>
                    <a:pt x="2688371" y="160864"/>
                  </a:lnTo>
                  <a:lnTo>
                    <a:pt x="2698100" y="160639"/>
                  </a:lnTo>
                  <a:lnTo>
                    <a:pt x="2707844" y="160201"/>
                  </a:lnTo>
                  <a:lnTo>
                    <a:pt x="2717588" y="159553"/>
                  </a:lnTo>
                  <a:lnTo>
                    <a:pt x="2727332" y="158694"/>
                  </a:lnTo>
                  <a:lnTo>
                    <a:pt x="2737076" y="157628"/>
                  </a:lnTo>
                  <a:lnTo>
                    <a:pt x="2746805" y="156359"/>
                  </a:lnTo>
                  <a:lnTo>
                    <a:pt x="2756549" y="154890"/>
                  </a:lnTo>
                  <a:lnTo>
                    <a:pt x="2766293" y="153224"/>
                  </a:lnTo>
                  <a:lnTo>
                    <a:pt x="2776037" y="151368"/>
                  </a:lnTo>
                  <a:lnTo>
                    <a:pt x="2785766" y="149327"/>
                  </a:lnTo>
                  <a:lnTo>
                    <a:pt x="2795510" y="147104"/>
                  </a:lnTo>
                  <a:lnTo>
                    <a:pt x="2805254" y="144706"/>
                  </a:lnTo>
                  <a:lnTo>
                    <a:pt x="2814998" y="142141"/>
                  </a:lnTo>
                  <a:lnTo>
                    <a:pt x="2824727" y="139416"/>
                  </a:lnTo>
                  <a:lnTo>
                    <a:pt x="2834471" y="136536"/>
                  </a:lnTo>
                  <a:lnTo>
                    <a:pt x="2844215" y="133510"/>
                  </a:lnTo>
                  <a:lnTo>
                    <a:pt x="2853958" y="130345"/>
                  </a:lnTo>
                  <a:lnTo>
                    <a:pt x="2863687" y="127050"/>
                  </a:lnTo>
                  <a:lnTo>
                    <a:pt x="2873431" y="123633"/>
                  </a:lnTo>
                  <a:lnTo>
                    <a:pt x="2883175" y="120104"/>
                  </a:lnTo>
                  <a:lnTo>
                    <a:pt x="2892919" y="116470"/>
                  </a:lnTo>
                  <a:lnTo>
                    <a:pt x="2902663" y="112741"/>
                  </a:lnTo>
                  <a:lnTo>
                    <a:pt x="2912392" y="10892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8" name="Freeform 797">
              <a:extLst>
                <a:ext uri="{FF2B5EF4-FFF2-40B4-BE49-F238E27FC236}">
                  <a16:creationId xmlns:a16="http://schemas.microsoft.com/office/drawing/2014/main" id="{622A26AD-F9FD-867E-144D-2E56E4E91A59}"/>
                </a:ext>
              </a:extLst>
            </p:cNvPr>
            <p:cNvSpPr/>
            <p:nvPr/>
          </p:nvSpPr>
          <p:spPr>
            <a:xfrm>
              <a:off x="576446" y="3486535"/>
              <a:ext cx="2912392" cy="467813"/>
            </a:xfrm>
            <a:custGeom>
              <a:avLst/>
              <a:gdLst>
                <a:gd name="connsiteX0" fmla="*/ 0 w 2912392"/>
                <a:gd name="connsiteY0" fmla="*/ 82287 h 467813"/>
                <a:gd name="connsiteX1" fmla="*/ 9739 w 2912392"/>
                <a:gd name="connsiteY1" fmla="*/ 78248 h 467813"/>
                <a:gd name="connsiteX2" fmla="*/ 19480 w 2912392"/>
                <a:gd name="connsiteY2" fmla="*/ 74265 h 467813"/>
                <a:gd name="connsiteX3" fmla="*/ 29221 w 2912392"/>
                <a:gd name="connsiteY3" fmla="*/ 70343 h 467813"/>
                <a:gd name="connsiteX4" fmla="*/ 38961 w 2912392"/>
                <a:gd name="connsiteY4" fmla="*/ 66484 h 467813"/>
                <a:gd name="connsiteX5" fmla="*/ 48702 w 2912392"/>
                <a:gd name="connsiteY5" fmla="*/ 62695 h 467813"/>
                <a:gd name="connsiteX6" fmla="*/ 58443 w 2912392"/>
                <a:gd name="connsiteY6" fmla="*/ 58979 h 467813"/>
                <a:gd name="connsiteX7" fmla="*/ 68182 w 2912392"/>
                <a:gd name="connsiteY7" fmla="*/ 55342 h 467813"/>
                <a:gd name="connsiteX8" fmla="*/ 77923 w 2912392"/>
                <a:gd name="connsiteY8" fmla="*/ 51787 h 467813"/>
                <a:gd name="connsiteX9" fmla="*/ 87664 w 2912392"/>
                <a:gd name="connsiteY9" fmla="*/ 48320 h 467813"/>
                <a:gd name="connsiteX10" fmla="*/ 97404 w 2912392"/>
                <a:gd name="connsiteY10" fmla="*/ 44944 h 467813"/>
                <a:gd name="connsiteX11" fmla="*/ 107145 w 2912392"/>
                <a:gd name="connsiteY11" fmla="*/ 41662 h 467813"/>
                <a:gd name="connsiteX12" fmla="*/ 116886 w 2912392"/>
                <a:gd name="connsiteY12" fmla="*/ 38478 h 467813"/>
                <a:gd name="connsiteX13" fmla="*/ 126625 w 2912392"/>
                <a:gd name="connsiteY13" fmla="*/ 35397 h 467813"/>
                <a:gd name="connsiteX14" fmla="*/ 136366 w 2912392"/>
                <a:gd name="connsiteY14" fmla="*/ 32420 h 467813"/>
                <a:gd name="connsiteX15" fmla="*/ 146107 w 2912392"/>
                <a:gd name="connsiteY15" fmla="*/ 29555 h 467813"/>
                <a:gd name="connsiteX16" fmla="*/ 155846 w 2912392"/>
                <a:gd name="connsiteY16" fmla="*/ 26802 h 467813"/>
                <a:gd name="connsiteX17" fmla="*/ 165587 w 2912392"/>
                <a:gd name="connsiteY17" fmla="*/ 24163 h 467813"/>
                <a:gd name="connsiteX18" fmla="*/ 175328 w 2912392"/>
                <a:gd name="connsiteY18" fmla="*/ 21645 h 467813"/>
                <a:gd name="connsiteX19" fmla="*/ 185068 w 2912392"/>
                <a:gd name="connsiteY19" fmla="*/ 19251 h 467813"/>
                <a:gd name="connsiteX20" fmla="*/ 194809 w 2912392"/>
                <a:gd name="connsiteY20" fmla="*/ 16980 h 467813"/>
                <a:gd name="connsiteX21" fmla="*/ 204550 w 2912392"/>
                <a:gd name="connsiteY21" fmla="*/ 14841 h 467813"/>
                <a:gd name="connsiteX22" fmla="*/ 214289 w 2912392"/>
                <a:gd name="connsiteY22" fmla="*/ 12832 h 467813"/>
                <a:gd name="connsiteX23" fmla="*/ 224030 w 2912392"/>
                <a:gd name="connsiteY23" fmla="*/ 10958 h 467813"/>
                <a:gd name="connsiteX24" fmla="*/ 233771 w 2912392"/>
                <a:gd name="connsiteY24" fmla="*/ 9222 h 467813"/>
                <a:gd name="connsiteX25" fmla="*/ 243510 w 2912392"/>
                <a:gd name="connsiteY25" fmla="*/ 7628 h 467813"/>
                <a:gd name="connsiteX26" fmla="*/ 253251 w 2912392"/>
                <a:gd name="connsiteY26" fmla="*/ 6177 h 467813"/>
                <a:gd name="connsiteX27" fmla="*/ 262992 w 2912392"/>
                <a:gd name="connsiteY27" fmla="*/ 4872 h 467813"/>
                <a:gd name="connsiteX28" fmla="*/ 272732 w 2912392"/>
                <a:gd name="connsiteY28" fmla="*/ 3716 h 467813"/>
                <a:gd name="connsiteX29" fmla="*/ 282473 w 2912392"/>
                <a:gd name="connsiteY29" fmla="*/ 2712 h 467813"/>
                <a:gd name="connsiteX30" fmla="*/ 292214 w 2912392"/>
                <a:gd name="connsiteY30" fmla="*/ 1861 h 467813"/>
                <a:gd name="connsiteX31" fmla="*/ 301953 w 2912392"/>
                <a:gd name="connsiteY31" fmla="*/ 1167 h 467813"/>
                <a:gd name="connsiteX32" fmla="*/ 311694 w 2912392"/>
                <a:gd name="connsiteY32" fmla="*/ 632 h 467813"/>
                <a:gd name="connsiteX33" fmla="*/ 321435 w 2912392"/>
                <a:gd name="connsiteY33" fmla="*/ 258 h 467813"/>
                <a:gd name="connsiteX34" fmla="*/ 331175 w 2912392"/>
                <a:gd name="connsiteY34" fmla="*/ 46 h 467813"/>
                <a:gd name="connsiteX35" fmla="*/ 340916 w 2912392"/>
                <a:gd name="connsiteY35" fmla="*/ 0 h 467813"/>
                <a:gd name="connsiteX36" fmla="*/ 350656 w 2912392"/>
                <a:gd name="connsiteY36" fmla="*/ 121 h 467813"/>
                <a:gd name="connsiteX37" fmla="*/ 360396 w 2912392"/>
                <a:gd name="connsiteY37" fmla="*/ 410 h 467813"/>
                <a:gd name="connsiteX38" fmla="*/ 370137 w 2912392"/>
                <a:gd name="connsiteY38" fmla="*/ 870 h 467813"/>
                <a:gd name="connsiteX39" fmla="*/ 379878 w 2912392"/>
                <a:gd name="connsiteY39" fmla="*/ 1500 h 467813"/>
                <a:gd name="connsiteX40" fmla="*/ 389617 w 2912392"/>
                <a:gd name="connsiteY40" fmla="*/ 2305 h 467813"/>
                <a:gd name="connsiteX41" fmla="*/ 399358 w 2912392"/>
                <a:gd name="connsiteY41" fmla="*/ 3284 h 467813"/>
                <a:gd name="connsiteX42" fmla="*/ 409099 w 2912392"/>
                <a:gd name="connsiteY42" fmla="*/ 4437 h 467813"/>
                <a:gd name="connsiteX43" fmla="*/ 418839 w 2912392"/>
                <a:gd name="connsiteY43" fmla="*/ 5766 h 467813"/>
                <a:gd name="connsiteX44" fmla="*/ 428580 w 2912392"/>
                <a:gd name="connsiteY44" fmla="*/ 7271 h 467813"/>
                <a:gd name="connsiteX45" fmla="*/ 438321 w 2912392"/>
                <a:gd name="connsiteY45" fmla="*/ 8953 h 467813"/>
                <a:gd name="connsiteX46" fmla="*/ 448060 w 2912392"/>
                <a:gd name="connsiteY46" fmla="*/ 10811 h 467813"/>
                <a:gd name="connsiteX47" fmla="*/ 457801 w 2912392"/>
                <a:gd name="connsiteY47" fmla="*/ 12846 h 467813"/>
                <a:gd name="connsiteX48" fmla="*/ 467542 w 2912392"/>
                <a:gd name="connsiteY48" fmla="*/ 15057 h 467813"/>
                <a:gd name="connsiteX49" fmla="*/ 477281 w 2912392"/>
                <a:gd name="connsiteY49" fmla="*/ 17444 h 467813"/>
                <a:gd name="connsiteX50" fmla="*/ 487022 w 2912392"/>
                <a:gd name="connsiteY50" fmla="*/ 20006 h 467813"/>
                <a:gd name="connsiteX51" fmla="*/ 496763 w 2912392"/>
                <a:gd name="connsiteY51" fmla="*/ 22742 h 467813"/>
                <a:gd name="connsiteX52" fmla="*/ 506503 w 2912392"/>
                <a:gd name="connsiteY52" fmla="*/ 25652 h 467813"/>
                <a:gd name="connsiteX53" fmla="*/ 516244 w 2912392"/>
                <a:gd name="connsiteY53" fmla="*/ 28731 h 467813"/>
                <a:gd name="connsiteX54" fmla="*/ 525985 w 2912392"/>
                <a:gd name="connsiteY54" fmla="*/ 31981 h 467813"/>
                <a:gd name="connsiteX55" fmla="*/ 535724 w 2912392"/>
                <a:gd name="connsiteY55" fmla="*/ 35397 h 467813"/>
                <a:gd name="connsiteX56" fmla="*/ 545465 w 2912392"/>
                <a:gd name="connsiteY56" fmla="*/ 38980 h 467813"/>
                <a:gd name="connsiteX57" fmla="*/ 555206 w 2912392"/>
                <a:gd name="connsiteY57" fmla="*/ 42724 h 467813"/>
                <a:gd name="connsiteX58" fmla="*/ 564946 w 2912392"/>
                <a:gd name="connsiteY58" fmla="*/ 46629 h 467813"/>
                <a:gd name="connsiteX59" fmla="*/ 574687 w 2912392"/>
                <a:gd name="connsiteY59" fmla="*/ 50691 h 467813"/>
                <a:gd name="connsiteX60" fmla="*/ 584428 w 2912392"/>
                <a:gd name="connsiteY60" fmla="*/ 54906 h 467813"/>
                <a:gd name="connsiteX61" fmla="*/ 594167 w 2912392"/>
                <a:gd name="connsiteY61" fmla="*/ 59271 h 467813"/>
                <a:gd name="connsiteX62" fmla="*/ 603908 w 2912392"/>
                <a:gd name="connsiteY62" fmla="*/ 63783 h 467813"/>
                <a:gd name="connsiteX63" fmla="*/ 613649 w 2912392"/>
                <a:gd name="connsiteY63" fmla="*/ 68435 h 467813"/>
                <a:gd name="connsiteX64" fmla="*/ 623388 w 2912392"/>
                <a:gd name="connsiteY64" fmla="*/ 73229 h 467813"/>
                <a:gd name="connsiteX65" fmla="*/ 633129 w 2912392"/>
                <a:gd name="connsiteY65" fmla="*/ 78156 h 467813"/>
                <a:gd name="connsiteX66" fmla="*/ 642870 w 2912392"/>
                <a:gd name="connsiteY66" fmla="*/ 83211 h 467813"/>
                <a:gd name="connsiteX67" fmla="*/ 652610 w 2912392"/>
                <a:gd name="connsiteY67" fmla="*/ 88391 h 467813"/>
                <a:gd name="connsiteX68" fmla="*/ 662351 w 2912392"/>
                <a:gd name="connsiteY68" fmla="*/ 93691 h 467813"/>
                <a:gd name="connsiteX69" fmla="*/ 672092 w 2912392"/>
                <a:gd name="connsiteY69" fmla="*/ 99107 h 467813"/>
                <a:gd name="connsiteX70" fmla="*/ 681831 w 2912392"/>
                <a:gd name="connsiteY70" fmla="*/ 104630 h 467813"/>
                <a:gd name="connsiteX71" fmla="*/ 691572 w 2912392"/>
                <a:gd name="connsiteY71" fmla="*/ 110257 h 467813"/>
                <a:gd name="connsiteX72" fmla="*/ 701313 w 2912392"/>
                <a:gd name="connsiteY72" fmla="*/ 115984 h 467813"/>
                <a:gd name="connsiteX73" fmla="*/ 711052 w 2912392"/>
                <a:gd name="connsiteY73" fmla="*/ 121802 h 467813"/>
                <a:gd name="connsiteX74" fmla="*/ 720793 w 2912392"/>
                <a:gd name="connsiteY74" fmla="*/ 127708 h 467813"/>
                <a:gd name="connsiteX75" fmla="*/ 730534 w 2912392"/>
                <a:gd name="connsiteY75" fmla="*/ 133695 h 467813"/>
                <a:gd name="connsiteX76" fmla="*/ 740274 w 2912392"/>
                <a:gd name="connsiteY76" fmla="*/ 139755 h 467813"/>
                <a:gd name="connsiteX77" fmla="*/ 750015 w 2912392"/>
                <a:gd name="connsiteY77" fmla="*/ 145886 h 467813"/>
                <a:gd name="connsiteX78" fmla="*/ 759756 w 2912392"/>
                <a:gd name="connsiteY78" fmla="*/ 152078 h 467813"/>
                <a:gd name="connsiteX79" fmla="*/ 769495 w 2912392"/>
                <a:gd name="connsiteY79" fmla="*/ 158329 h 467813"/>
                <a:gd name="connsiteX80" fmla="*/ 779236 w 2912392"/>
                <a:gd name="connsiteY80" fmla="*/ 164629 h 467813"/>
                <a:gd name="connsiteX81" fmla="*/ 788977 w 2912392"/>
                <a:gd name="connsiteY81" fmla="*/ 170975 h 467813"/>
                <a:gd name="connsiteX82" fmla="*/ 798717 w 2912392"/>
                <a:gd name="connsiteY82" fmla="*/ 177357 h 467813"/>
                <a:gd name="connsiteX83" fmla="*/ 808458 w 2912392"/>
                <a:gd name="connsiteY83" fmla="*/ 183773 h 467813"/>
                <a:gd name="connsiteX84" fmla="*/ 818199 w 2912392"/>
                <a:gd name="connsiteY84" fmla="*/ 190214 h 467813"/>
                <a:gd name="connsiteX85" fmla="*/ 827938 w 2912392"/>
                <a:gd name="connsiteY85" fmla="*/ 196675 h 467813"/>
                <a:gd name="connsiteX86" fmla="*/ 837679 w 2912392"/>
                <a:gd name="connsiteY86" fmla="*/ 203151 h 467813"/>
                <a:gd name="connsiteX87" fmla="*/ 847420 w 2912392"/>
                <a:gd name="connsiteY87" fmla="*/ 209635 h 467813"/>
                <a:gd name="connsiteX88" fmla="*/ 857159 w 2912392"/>
                <a:gd name="connsiteY88" fmla="*/ 216120 h 467813"/>
                <a:gd name="connsiteX89" fmla="*/ 866900 w 2912392"/>
                <a:gd name="connsiteY89" fmla="*/ 222603 h 467813"/>
                <a:gd name="connsiteX90" fmla="*/ 876641 w 2912392"/>
                <a:gd name="connsiteY90" fmla="*/ 229075 h 467813"/>
                <a:gd name="connsiteX91" fmla="*/ 886381 w 2912392"/>
                <a:gd name="connsiteY91" fmla="*/ 235533 h 467813"/>
                <a:gd name="connsiteX92" fmla="*/ 896122 w 2912392"/>
                <a:gd name="connsiteY92" fmla="*/ 241971 h 467813"/>
                <a:gd name="connsiteX93" fmla="*/ 905863 w 2912392"/>
                <a:gd name="connsiteY93" fmla="*/ 248382 h 467813"/>
                <a:gd name="connsiteX94" fmla="*/ 915602 w 2912392"/>
                <a:gd name="connsiteY94" fmla="*/ 254765 h 467813"/>
                <a:gd name="connsiteX95" fmla="*/ 925343 w 2912392"/>
                <a:gd name="connsiteY95" fmla="*/ 261111 h 467813"/>
                <a:gd name="connsiteX96" fmla="*/ 935084 w 2912392"/>
                <a:gd name="connsiteY96" fmla="*/ 267416 h 467813"/>
                <a:gd name="connsiteX97" fmla="*/ 944824 w 2912392"/>
                <a:gd name="connsiteY97" fmla="*/ 273676 h 467813"/>
                <a:gd name="connsiteX98" fmla="*/ 954564 w 2912392"/>
                <a:gd name="connsiteY98" fmla="*/ 279885 h 467813"/>
                <a:gd name="connsiteX99" fmla="*/ 964305 w 2912392"/>
                <a:gd name="connsiteY99" fmla="*/ 286041 h 467813"/>
                <a:gd name="connsiteX100" fmla="*/ 974045 w 2912392"/>
                <a:gd name="connsiteY100" fmla="*/ 292138 h 467813"/>
                <a:gd name="connsiteX101" fmla="*/ 983786 w 2912392"/>
                <a:gd name="connsiteY101" fmla="*/ 298172 h 467813"/>
                <a:gd name="connsiteX102" fmla="*/ 993522 w 2912392"/>
                <a:gd name="connsiteY102" fmla="*/ 304140 h 467813"/>
                <a:gd name="connsiteX103" fmla="*/ 1003266 w 2912392"/>
                <a:gd name="connsiteY103" fmla="*/ 310037 h 467813"/>
                <a:gd name="connsiteX104" fmla="*/ 1013010 w 2912392"/>
                <a:gd name="connsiteY104" fmla="*/ 315860 h 467813"/>
                <a:gd name="connsiteX105" fmla="*/ 1022754 w 2912392"/>
                <a:gd name="connsiteY105" fmla="*/ 321605 h 467813"/>
                <a:gd name="connsiteX106" fmla="*/ 1032483 w 2912392"/>
                <a:gd name="connsiteY106" fmla="*/ 327270 h 467813"/>
                <a:gd name="connsiteX107" fmla="*/ 1042227 w 2912392"/>
                <a:gd name="connsiteY107" fmla="*/ 332851 h 467813"/>
                <a:gd name="connsiteX108" fmla="*/ 1051971 w 2912392"/>
                <a:gd name="connsiteY108" fmla="*/ 338345 h 467813"/>
                <a:gd name="connsiteX109" fmla="*/ 1061715 w 2912392"/>
                <a:gd name="connsiteY109" fmla="*/ 343749 h 467813"/>
                <a:gd name="connsiteX110" fmla="*/ 1071444 w 2912392"/>
                <a:gd name="connsiteY110" fmla="*/ 349061 h 467813"/>
                <a:gd name="connsiteX111" fmla="*/ 1081188 w 2912392"/>
                <a:gd name="connsiteY111" fmla="*/ 354277 h 467813"/>
                <a:gd name="connsiteX112" fmla="*/ 1090932 w 2912392"/>
                <a:gd name="connsiteY112" fmla="*/ 359396 h 467813"/>
                <a:gd name="connsiteX113" fmla="*/ 1100676 w 2912392"/>
                <a:gd name="connsiteY113" fmla="*/ 364416 h 467813"/>
                <a:gd name="connsiteX114" fmla="*/ 1110405 w 2912392"/>
                <a:gd name="connsiteY114" fmla="*/ 369334 h 467813"/>
                <a:gd name="connsiteX115" fmla="*/ 1120149 w 2912392"/>
                <a:gd name="connsiteY115" fmla="*/ 374148 h 467813"/>
                <a:gd name="connsiteX116" fmla="*/ 1129893 w 2912392"/>
                <a:gd name="connsiteY116" fmla="*/ 378856 h 467813"/>
                <a:gd name="connsiteX117" fmla="*/ 1139637 w 2912392"/>
                <a:gd name="connsiteY117" fmla="*/ 383457 h 467813"/>
                <a:gd name="connsiteX118" fmla="*/ 1149381 w 2912392"/>
                <a:gd name="connsiteY118" fmla="*/ 387947 h 467813"/>
                <a:gd name="connsiteX119" fmla="*/ 1159110 w 2912392"/>
                <a:gd name="connsiteY119" fmla="*/ 392327 h 467813"/>
                <a:gd name="connsiteX120" fmla="*/ 1168854 w 2912392"/>
                <a:gd name="connsiteY120" fmla="*/ 396596 h 467813"/>
                <a:gd name="connsiteX121" fmla="*/ 1178598 w 2912392"/>
                <a:gd name="connsiteY121" fmla="*/ 400750 h 467813"/>
                <a:gd name="connsiteX122" fmla="*/ 1188341 w 2912392"/>
                <a:gd name="connsiteY122" fmla="*/ 404789 h 467813"/>
                <a:gd name="connsiteX123" fmla="*/ 1198070 w 2912392"/>
                <a:gd name="connsiteY123" fmla="*/ 408710 h 467813"/>
                <a:gd name="connsiteX124" fmla="*/ 1207814 w 2912392"/>
                <a:gd name="connsiteY124" fmla="*/ 412516 h 467813"/>
                <a:gd name="connsiteX125" fmla="*/ 1217558 w 2912392"/>
                <a:gd name="connsiteY125" fmla="*/ 416200 h 467813"/>
                <a:gd name="connsiteX126" fmla="*/ 1227302 w 2912392"/>
                <a:gd name="connsiteY126" fmla="*/ 419765 h 467813"/>
                <a:gd name="connsiteX127" fmla="*/ 1237031 w 2912392"/>
                <a:gd name="connsiteY127" fmla="*/ 423210 h 467813"/>
                <a:gd name="connsiteX128" fmla="*/ 1246775 w 2912392"/>
                <a:gd name="connsiteY128" fmla="*/ 426533 h 467813"/>
                <a:gd name="connsiteX129" fmla="*/ 1256519 w 2912392"/>
                <a:gd name="connsiteY129" fmla="*/ 429731 h 467813"/>
                <a:gd name="connsiteX130" fmla="*/ 1266263 w 2912392"/>
                <a:gd name="connsiteY130" fmla="*/ 432807 h 467813"/>
                <a:gd name="connsiteX131" fmla="*/ 1276007 w 2912392"/>
                <a:gd name="connsiteY131" fmla="*/ 435756 h 467813"/>
                <a:gd name="connsiteX132" fmla="*/ 1285736 w 2912392"/>
                <a:gd name="connsiteY132" fmla="*/ 438581 h 467813"/>
                <a:gd name="connsiteX133" fmla="*/ 1295480 w 2912392"/>
                <a:gd name="connsiteY133" fmla="*/ 441280 h 467813"/>
                <a:gd name="connsiteX134" fmla="*/ 1305224 w 2912392"/>
                <a:gd name="connsiteY134" fmla="*/ 443851 h 467813"/>
                <a:gd name="connsiteX135" fmla="*/ 1314968 w 2912392"/>
                <a:gd name="connsiteY135" fmla="*/ 446293 h 467813"/>
                <a:gd name="connsiteX136" fmla="*/ 1324697 w 2912392"/>
                <a:gd name="connsiteY136" fmla="*/ 448607 h 467813"/>
                <a:gd name="connsiteX137" fmla="*/ 1334441 w 2912392"/>
                <a:gd name="connsiteY137" fmla="*/ 450793 h 467813"/>
                <a:gd name="connsiteX138" fmla="*/ 1344185 w 2912392"/>
                <a:gd name="connsiteY138" fmla="*/ 452847 h 467813"/>
                <a:gd name="connsiteX139" fmla="*/ 1353929 w 2912392"/>
                <a:gd name="connsiteY139" fmla="*/ 454772 h 467813"/>
                <a:gd name="connsiteX140" fmla="*/ 1363658 w 2912392"/>
                <a:gd name="connsiteY140" fmla="*/ 456566 h 467813"/>
                <a:gd name="connsiteX141" fmla="*/ 1373402 w 2912392"/>
                <a:gd name="connsiteY141" fmla="*/ 458227 h 467813"/>
                <a:gd name="connsiteX142" fmla="*/ 1383146 w 2912392"/>
                <a:gd name="connsiteY142" fmla="*/ 459757 h 467813"/>
                <a:gd name="connsiteX143" fmla="*/ 1392890 w 2912392"/>
                <a:gd name="connsiteY143" fmla="*/ 461155 h 467813"/>
                <a:gd name="connsiteX144" fmla="*/ 1402619 w 2912392"/>
                <a:gd name="connsiteY144" fmla="*/ 462420 h 467813"/>
                <a:gd name="connsiteX145" fmla="*/ 1412363 w 2912392"/>
                <a:gd name="connsiteY145" fmla="*/ 463552 h 467813"/>
                <a:gd name="connsiteX146" fmla="*/ 1422106 w 2912392"/>
                <a:gd name="connsiteY146" fmla="*/ 464550 h 467813"/>
                <a:gd name="connsiteX147" fmla="*/ 1431850 w 2912392"/>
                <a:gd name="connsiteY147" fmla="*/ 465417 h 467813"/>
                <a:gd name="connsiteX148" fmla="*/ 1441594 w 2912392"/>
                <a:gd name="connsiteY148" fmla="*/ 466149 h 467813"/>
                <a:gd name="connsiteX149" fmla="*/ 1451323 w 2912392"/>
                <a:gd name="connsiteY149" fmla="*/ 466748 h 467813"/>
                <a:gd name="connsiteX150" fmla="*/ 1461067 w 2912392"/>
                <a:gd name="connsiteY150" fmla="*/ 467214 h 467813"/>
                <a:gd name="connsiteX151" fmla="*/ 1470811 w 2912392"/>
                <a:gd name="connsiteY151" fmla="*/ 467546 h 467813"/>
                <a:gd name="connsiteX152" fmla="*/ 1480555 w 2912392"/>
                <a:gd name="connsiteY152" fmla="*/ 467746 h 467813"/>
                <a:gd name="connsiteX153" fmla="*/ 1490284 w 2912392"/>
                <a:gd name="connsiteY153" fmla="*/ 467813 h 467813"/>
                <a:gd name="connsiteX154" fmla="*/ 1500028 w 2912392"/>
                <a:gd name="connsiteY154" fmla="*/ 467749 h 467813"/>
                <a:gd name="connsiteX155" fmla="*/ 1509772 w 2912392"/>
                <a:gd name="connsiteY155" fmla="*/ 467552 h 467813"/>
                <a:gd name="connsiteX156" fmla="*/ 1519516 w 2912392"/>
                <a:gd name="connsiteY156" fmla="*/ 467226 h 467813"/>
                <a:gd name="connsiteX157" fmla="*/ 1529245 w 2912392"/>
                <a:gd name="connsiteY157" fmla="*/ 466769 h 467813"/>
                <a:gd name="connsiteX158" fmla="*/ 1538989 w 2912392"/>
                <a:gd name="connsiteY158" fmla="*/ 466183 h 467813"/>
                <a:gd name="connsiteX159" fmla="*/ 1548733 w 2912392"/>
                <a:gd name="connsiteY159" fmla="*/ 465468 h 467813"/>
                <a:gd name="connsiteX160" fmla="*/ 1558477 w 2912392"/>
                <a:gd name="connsiteY160" fmla="*/ 464628 h 467813"/>
                <a:gd name="connsiteX161" fmla="*/ 1568221 w 2912392"/>
                <a:gd name="connsiteY161" fmla="*/ 463661 h 467813"/>
                <a:gd name="connsiteX162" fmla="*/ 1577950 w 2912392"/>
                <a:gd name="connsiteY162" fmla="*/ 462569 h 467813"/>
                <a:gd name="connsiteX163" fmla="*/ 1587694 w 2912392"/>
                <a:gd name="connsiteY163" fmla="*/ 461354 h 467813"/>
                <a:gd name="connsiteX164" fmla="*/ 1597438 w 2912392"/>
                <a:gd name="connsiteY164" fmla="*/ 460018 h 467813"/>
                <a:gd name="connsiteX165" fmla="*/ 1607182 w 2912392"/>
                <a:gd name="connsiteY165" fmla="*/ 458562 h 467813"/>
                <a:gd name="connsiteX166" fmla="*/ 1616911 w 2912392"/>
                <a:gd name="connsiteY166" fmla="*/ 456988 h 467813"/>
                <a:gd name="connsiteX167" fmla="*/ 1626655 w 2912392"/>
                <a:gd name="connsiteY167" fmla="*/ 455298 h 467813"/>
                <a:gd name="connsiteX168" fmla="*/ 1636399 w 2912392"/>
                <a:gd name="connsiteY168" fmla="*/ 453495 h 467813"/>
                <a:gd name="connsiteX169" fmla="*/ 1646142 w 2912392"/>
                <a:gd name="connsiteY169" fmla="*/ 451579 h 467813"/>
                <a:gd name="connsiteX170" fmla="*/ 1655872 w 2912392"/>
                <a:gd name="connsiteY170" fmla="*/ 449554 h 467813"/>
                <a:gd name="connsiteX171" fmla="*/ 1665616 w 2912392"/>
                <a:gd name="connsiteY171" fmla="*/ 447422 h 467813"/>
                <a:gd name="connsiteX172" fmla="*/ 1675359 w 2912392"/>
                <a:gd name="connsiteY172" fmla="*/ 445186 h 467813"/>
                <a:gd name="connsiteX173" fmla="*/ 1685103 w 2912392"/>
                <a:gd name="connsiteY173" fmla="*/ 442847 h 467813"/>
                <a:gd name="connsiteX174" fmla="*/ 1694832 w 2912392"/>
                <a:gd name="connsiteY174" fmla="*/ 440409 h 467813"/>
                <a:gd name="connsiteX175" fmla="*/ 1704576 w 2912392"/>
                <a:gd name="connsiteY175" fmla="*/ 437875 h 467813"/>
                <a:gd name="connsiteX176" fmla="*/ 1714320 w 2912392"/>
                <a:gd name="connsiteY176" fmla="*/ 435245 h 467813"/>
                <a:gd name="connsiteX177" fmla="*/ 1724064 w 2912392"/>
                <a:gd name="connsiteY177" fmla="*/ 432526 h 467813"/>
                <a:gd name="connsiteX178" fmla="*/ 1733808 w 2912392"/>
                <a:gd name="connsiteY178" fmla="*/ 429718 h 467813"/>
                <a:gd name="connsiteX179" fmla="*/ 1743537 w 2912392"/>
                <a:gd name="connsiteY179" fmla="*/ 426826 h 467813"/>
                <a:gd name="connsiteX180" fmla="*/ 1753281 w 2912392"/>
                <a:gd name="connsiteY180" fmla="*/ 423851 h 467813"/>
                <a:gd name="connsiteX181" fmla="*/ 1763025 w 2912392"/>
                <a:gd name="connsiteY181" fmla="*/ 420798 h 467813"/>
                <a:gd name="connsiteX182" fmla="*/ 1772769 w 2912392"/>
                <a:gd name="connsiteY182" fmla="*/ 417668 h 467813"/>
                <a:gd name="connsiteX183" fmla="*/ 1782498 w 2912392"/>
                <a:gd name="connsiteY183" fmla="*/ 414464 h 467813"/>
                <a:gd name="connsiteX184" fmla="*/ 1792242 w 2912392"/>
                <a:gd name="connsiteY184" fmla="*/ 411193 h 467813"/>
                <a:gd name="connsiteX185" fmla="*/ 1801986 w 2912392"/>
                <a:gd name="connsiteY185" fmla="*/ 407854 h 467813"/>
                <a:gd name="connsiteX186" fmla="*/ 1811730 w 2912392"/>
                <a:gd name="connsiteY186" fmla="*/ 404451 h 467813"/>
                <a:gd name="connsiteX187" fmla="*/ 1821459 w 2912392"/>
                <a:gd name="connsiteY187" fmla="*/ 400988 h 467813"/>
                <a:gd name="connsiteX188" fmla="*/ 1831203 w 2912392"/>
                <a:gd name="connsiteY188" fmla="*/ 397468 h 467813"/>
                <a:gd name="connsiteX189" fmla="*/ 1840947 w 2912392"/>
                <a:gd name="connsiteY189" fmla="*/ 393893 h 467813"/>
                <a:gd name="connsiteX190" fmla="*/ 1850691 w 2912392"/>
                <a:gd name="connsiteY190" fmla="*/ 390267 h 467813"/>
                <a:gd name="connsiteX191" fmla="*/ 1860435 w 2912392"/>
                <a:gd name="connsiteY191" fmla="*/ 386593 h 467813"/>
                <a:gd name="connsiteX192" fmla="*/ 1870164 w 2912392"/>
                <a:gd name="connsiteY192" fmla="*/ 382871 h 467813"/>
                <a:gd name="connsiteX193" fmla="*/ 1879908 w 2912392"/>
                <a:gd name="connsiteY193" fmla="*/ 379108 h 467813"/>
                <a:gd name="connsiteX194" fmla="*/ 1889652 w 2912392"/>
                <a:gd name="connsiteY194" fmla="*/ 375304 h 467813"/>
                <a:gd name="connsiteX195" fmla="*/ 1899395 w 2912392"/>
                <a:gd name="connsiteY195" fmla="*/ 371463 h 467813"/>
                <a:gd name="connsiteX196" fmla="*/ 1909124 w 2912392"/>
                <a:gd name="connsiteY196" fmla="*/ 367586 h 467813"/>
                <a:gd name="connsiteX197" fmla="*/ 1918868 w 2912392"/>
                <a:gd name="connsiteY197" fmla="*/ 363678 h 467813"/>
                <a:gd name="connsiteX198" fmla="*/ 1928612 w 2912392"/>
                <a:gd name="connsiteY198" fmla="*/ 359739 h 467813"/>
                <a:gd name="connsiteX199" fmla="*/ 1938356 w 2912392"/>
                <a:gd name="connsiteY199" fmla="*/ 355771 h 467813"/>
                <a:gd name="connsiteX200" fmla="*/ 1948085 w 2912392"/>
                <a:gd name="connsiteY200" fmla="*/ 351778 h 467813"/>
                <a:gd name="connsiteX201" fmla="*/ 1957829 w 2912392"/>
                <a:gd name="connsiteY201" fmla="*/ 347762 h 467813"/>
                <a:gd name="connsiteX202" fmla="*/ 1967573 w 2912392"/>
                <a:gd name="connsiteY202" fmla="*/ 343723 h 467813"/>
                <a:gd name="connsiteX203" fmla="*/ 1977317 w 2912392"/>
                <a:gd name="connsiteY203" fmla="*/ 339664 h 467813"/>
                <a:gd name="connsiteX204" fmla="*/ 1987046 w 2912392"/>
                <a:gd name="connsiteY204" fmla="*/ 335588 h 467813"/>
                <a:gd name="connsiteX205" fmla="*/ 1996790 w 2912392"/>
                <a:gd name="connsiteY205" fmla="*/ 331495 h 467813"/>
                <a:gd name="connsiteX206" fmla="*/ 2006534 w 2912392"/>
                <a:gd name="connsiteY206" fmla="*/ 327387 h 467813"/>
                <a:gd name="connsiteX207" fmla="*/ 2016278 w 2912392"/>
                <a:gd name="connsiteY207" fmla="*/ 323266 h 467813"/>
                <a:gd name="connsiteX208" fmla="*/ 2026022 w 2912392"/>
                <a:gd name="connsiteY208" fmla="*/ 319133 h 467813"/>
                <a:gd name="connsiteX209" fmla="*/ 2035751 w 2912392"/>
                <a:gd name="connsiteY209" fmla="*/ 314990 h 467813"/>
                <a:gd name="connsiteX210" fmla="*/ 2045495 w 2912392"/>
                <a:gd name="connsiteY210" fmla="*/ 310837 h 467813"/>
                <a:gd name="connsiteX211" fmla="*/ 2055239 w 2912392"/>
                <a:gd name="connsiteY211" fmla="*/ 306676 h 467813"/>
                <a:gd name="connsiteX212" fmla="*/ 2064983 w 2912392"/>
                <a:gd name="connsiteY212" fmla="*/ 302509 h 467813"/>
                <a:gd name="connsiteX213" fmla="*/ 2074712 w 2912392"/>
                <a:gd name="connsiteY213" fmla="*/ 298336 h 467813"/>
                <a:gd name="connsiteX214" fmla="*/ 2084456 w 2912392"/>
                <a:gd name="connsiteY214" fmla="*/ 294158 h 467813"/>
                <a:gd name="connsiteX215" fmla="*/ 2094200 w 2912392"/>
                <a:gd name="connsiteY215" fmla="*/ 289977 h 467813"/>
                <a:gd name="connsiteX216" fmla="*/ 2103944 w 2912392"/>
                <a:gd name="connsiteY216" fmla="*/ 285794 h 467813"/>
                <a:gd name="connsiteX217" fmla="*/ 2113673 w 2912392"/>
                <a:gd name="connsiteY217" fmla="*/ 281607 h 467813"/>
                <a:gd name="connsiteX218" fmla="*/ 2123417 w 2912392"/>
                <a:gd name="connsiteY218" fmla="*/ 277422 h 467813"/>
                <a:gd name="connsiteX219" fmla="*/ 2133161 w 2912392"/>
                <a:gd name="connsiteY219" fmla="*/ 273235 h 467813"/>
                <a:gd name="connsiteX220" fmla="*/ 2142905 w 2912392"/>
                <a:gd name="connsiteY220" fmla="*/ 269052 h 467813"/>
                <a:gd name="connsiteX221" fmla="*/ 2152649 w 2912392"/>
                <a:gd name="connsiteY221" fmla="*/ 264870 h 467813"/>
                <a:gd name="connsiteX222" fmla="*/ 2162377 w 2912392"/>
                <a:gd name="connsiteY222" fmla="*/ 260692 h 467813"/>
                <a:gd name="connsiteX223" fmla="*/ 2172121 w 2912392"/>
                <a:gd name="connsiteY223" fmla="*/ 256519 h 467813"/>
                <a:gd name="connsiteX224" fmla="*/ 2181865 w 2912392"/>
                <a:gd name="connsiteY224" fmla="*/ 252350 h 467813"/>
                <a:gd name="connsiteX225" fmla="*/ 2191609 w 2912392"/>
                <a:gd name="connsiteY225" fmla="*/ 248190 h 467813"/>
                <a:gd name="connsiteX226" fmla="*/ 2201338 w 2912392"/>
                <a:gd name="connsiteY226" fmla="*/ 244038 h 467813"/>
                <a:gd name="connsiteX227" fmla="*/ 2211082 w 2912392"/>
                <a:gd name="connsiteY227" fmla="*/ 239894 h 467813"/>
                <a:gd name="connsiteX228" fmla="*/ 2220826 w 2912392"/>
                <a:gd name="connsiteY228" fmla="*/ 235764 h 467813"/>
                <a:gd name="connsiteX229" fmla="*/ 2230570 w 2912392"/>
                <a:gd name="connsiteY229" fmla="*/ 231646 h 467813"/>
                <a:gd name="connsiteX230" fmla="*/ 2240299 w 2912392"/>
                <a:gd name="connsiteY230" fmla="*/ 227543 h 467813"/>
                <a:gd name="connsiteX231" fmla="*/ 2250043 w 2912392"/>
                <a:gd name="connsiteY231" fmla="*/ 223455 h 467813"/>
                <a:gd name="connsiteX232" fmla="*/ 2259787 w 2912392"/>
                <a:gd name="connsiteY232" fmla="*/ 219388 h 467813"/>
                <a:gd name="connsiteX233" fmla="*/ 2269531 w 2912392"/>
                <a:gd name="connsiteY233" fmla="*/ 215339 h 467813"/>
                <a:gd name="connsiteX234" fmla="*/ 2279260 w 2912392"/>
                <a:gd name="connsiteY234" fmla="*/ 211314 h 467813"/>
                <a:gd name="connsiteX235" fmla="*/ 2289004 w 2912392"/>
                <a:gd name="connsiteY235" fmla="*/ 207313 h 467813"/>
                <a:gd name="connsiteX236" fmla="*/ 2298748 w 2912392"/>
                <a:gd name="connsiteY236" fmla="*/ 203340 h 467813"/>
                <a:gd name="connsiteX237" fmla="*/ 2308492 w 2912392"/>
                <a:gd name="connsiteY237" fmla="*/ 199398 h 467813"/>
                <a:gd name="connsiteX238" fmla="*/ 2318236 w 2912392"/>
                <a:gd name="connsiteY238" fmla="*/ 195487 h 467813"/>
                <a:gd name="connsiteX239" fmla="*/ 2327965 w 2912392"/>
                <a:gd name="connsiteY239" fmla="*/ 191613 h 467813"/>
                <a:gd name="connsiteX240" fmla="*/ 2337709 w 2912392"/>
                <a:gd name="connsiteY240" fmla="*/ 187776 h 467813"/>
                <a:gd name="connsiteX241" fmla="*/ 2347453 w 2912392"/>
                <a:gd name="connsiteY241" fmla="*/ 183982 h 467813"/>
                <a:gd name="connsiteX242" fmla="*/ 2357197 w 2912392"/>
                <a:gd name="connsiteY242" fmla="*/ 180233 h 467813"/>
                <a:gd name="connsiteX243" fmla="*/ 2366926 w 2912392"/>
                <a:gd name="connsiteY243" fmla="*/ 176532 h 467813"/>
                <a:gd name="connsiteX244" fmla="*/ 2376670 w 2912392"/>
                <a:gd name="connsiteY244" fmla="*/ 172883 h 467813"/>
                <a:gd name="connsiteX245" fmla="*/ 2386413 w 2912392"/>
                <a:gd name="connsiteY245" fmla="*/ 169291 h 467813"/>
                <a:gd name="connsiteX246" fmla="*/ 2396157 w 2912392"/>
                <a:gd name="connsiteY246" fmla="*/ 165757 h 467813"/>
                <a:gd name="connsiteX247" fmla="*/ 2405886 w 2912392"/>
                <a:gd name="connsiteY247" fmla="*/ 162286 h 467813"/>
                <a:gd name="connsiteX248" fmla="*/ 2415630 w 2912392"/>
                <a:gd name="connsiteY248" fmla="*/ 158881 h 467813"/>
                <a:gd name="connsiteX249" fmla="*/ 2425374 w 2912392"/>
                <a:gd name="connsiteY249" fmla="*/ 155548 h 467813"/>
                <a:gd name="connsiteX250" fmla="*/ 2435118 w 2912392"/>
                <a:gd name="connsiteY250" fmla="*/ 152290 h 467813"/>
                <a:gd name="connsiteX251" fmla="*/ 2444862 w 2912392"/>
                <a:gd name="connsiteY251" fmla="*/ 149109 h 467813"/>
                <a:gd name="connsiteX252" fmla="*/ 2454591 w 2912392"/>
                <a:gd name="connsiteY252" fmla="*/ 146013 h 467813"/>
                <a:gd name="connsiteX253" fmla="*/ 2464335 w 2912392"/>
                <a:gd name="connsiteY253" fmla="*/ 143003 h 467813"/>
                <a:gd name="connsiteX254" fmla="*/ 2474079 w 2912392"/>
                <a:gd name="connsiteY254" fmla="*/ 140085 h 467813"/>
                <a:gd name="connsiteX255" fmla="*/ 2483823 w 2912392"/>
                <a:gd name="connsiteY255" fmla="*/ 137261 h 467813"/>
                <a:gd name="connsiteX256" fmla="*/ 2493552 w 2912392"/>
                <a:gd name="connsiteY256" fmla="*/ 134538 h 467813"/>
                <a:gd name="connsiteX257" fmla="*/ 2503296 w 2912392"/>
                <a:gd name="connsiteY257" fmla="*/ 131917 h 467813"/>
                <a:gd name="connsiteX258" fmla="*/ 2513040 w 2912392"/>
                <a:gd name="connsiteY258" fmla="*/ 129404 h 467813"/>
                <a:gd name="connsiteX259" fmla="*/ 2522784 w 2912392"/>
                <a:gd name="connsiteY259" fmla="*/ 127002 h 467813"/>
                <a:gd name="connsiteX260" fmla="*/ 2532513 w 2912392"/>
                <a:gd name="connsiteY260" fmla="*/ 124715 h 467813"/>
                <a:gd name="connsiteX261" fmla="*/ 2542257 w 2912392"/>
                <a:gd name="connsiteY261" fmla="*/ 122547 h 467813"/>
                <a:gd name="connsiteX262" fmla="*/ 2552001 w 2912392"/>
                <a:gd name="connsiteY262" fmla="*/ 120500 h 467813"/>
                <a:gd name="connsiteX263" fmla="*/ 2561745 w 2912392"/>
                <a:gd name="connsiteY263" fmla="*/ 118581 h 467813"/>
                <a:gd name="connsiteX264" fmla="*/ 2571474 w 2912392"/>
                <a:gd name="connsiteY264" fmla="*/ 116789 h 467813"/>
                <a:gd name="connsiteX265" fmla="*/ 2581218 w 2912392"/>
                <a:gd name="connsiteY265" fmla="*/ 115130 h 467813"/>
                <a:gd name="connsiteX266" fmla="*/ 2590962 w 2912392"/>
                <a:gd name="connsiteY266" fmla="*/ 113606 h 467813"/>
                <a:gd name="connsiteX267" fmla="*/ 2600705 w 2912392"/>
                <a:gd name="connsiteY267" fmla="*/ 112219 h 467813"/>
                <a:gd name="connsiteX268" fmla="*/ 2610449 w 2912392"/>
                <a:gd name="connsiteY268" fmla="*/ 110972 h 467813"/>
                <a:gd name="connsiteX269" fmla="*/ 2620178 w 2912392"/>
                <a:gd name="connsiteY269" fmla="*/ 109868 h 467813"/>
                <a:gd name="connsiteX270" fmla="*/ 2629922 w 2912392"/>
                <a:gd name="connsiteY270" fmla="*/ 108909 h 467813"/>
                <a:gd name="connsiteX271" fmla="*/ 2639666 w 2912392"/>
                <a:gd name="connsiteY271" fmla="*/ 108094 h 467813"/>
                <a:gd name="connsiteX272" fmla="*/ 2649410 w 2912392"/>
                <a:gd name="connsiteY272" fmla="*/ 107428 h 467813"/>
                <a:gd name="connsiteX273" fmla="*/ 2659139 w 2912392"/>
                <a:gd name="connsiteY273" fmla="*/ 106911 h 467813"/>
                <a:gd name="connsiteX274" fmla="*/ 2668883 w 2912392"/>
                <a:gd name="connsiteY274" fmla="*/ 106541 h 467813"/>
                <a:gd name="connsiteX275" fmla="*/ 2678627 w 2912392"/>
                <a:gd name="connsiteY275" fmla="*/ 106324 h 467813"/>
                <a:gd name="connsiteX276" fmla="*/ 2688371 w 2912392"/>
                <a:gd name="connsiteY276" fmla="*/ 106255 h 467813"/>
                <a:gd name="connsiteX277" fmla="*/ 2698100 w 2912392"/>
                <a:gd name="connsiteY277" fmla="*/ 106337 h 467813"/>
                <a:gd name="connsiteX278" fmla="*/ 2707844 w 2912392"/>
                <a:gd name="connsiteY278" fmla="*/ 106569 h 467813"/>
                <a:gd name="connsiteX279" fmla="*/ 2717588 w 2912392"/>
                <a:gd name="connsiteY279" fmla="*/ 106951 h 467813"/>
                <a:gd name="connsiteX280" fmla="*/ 2727332 w 2912392"/>
                <a:gd name="connsiteY280" fmla="*/ 107478 h 467813"/>
                <a:gd name="connsiteX281" fmla="*/ 2737076 w 2912392"/>
                <a:gd name="connsiteY281" fmla="*/ 108153 h 467813"/>
                <a:gd name="connsiteX282" fmla="*/ 2746805 w 2912392"/>
                <a:gd name="connsiteY282" fmla="*/ 108973 h 467813"/>
                <a:gd name="connsiteX283" fmla="*/ 2756549 w 2912392"/>
                <a:gd name="connsiteY283" fmla="*/ 109935 h 467813"/>
                <a:gd name="connsiteX284" fmla="*/ 2766293 w 2912392"/>
                <a:gd name="connsiteY284" fmla="*/ 111036 h 467813"/>
                <a:gd name="connsiteX285" fmla="*/ 2776037 w 2912392"/>
                <a:gd name="connsiteY285" fmla="*/ 112276 h 467813"/>
                <a:gd name="connsiteX286" fmla="*/ 2785766 w 2912392"/>
                <a:gd name="connsiteY286" fmla="*/ 113648 h 467813"/>
                <a:gd name="connsiteX287" fmla="*/ 2795510 w 2912392"/>
                <a:gd name="connsiteY287" fmla="*/ 115150 h 467813"/>
                <a:gd name="connsiteX288" fmla="*/ 2805254 w 2912392"/>
                <a:gd name="connsiteY288" fmla="*/ 116778 h 467813"/>
                <a:gd name="connsiteX289" fmla="*/ 2814998 w 2912392"/>
                <a:gd name="connsiteY289" fmla="*/ 118530 h 467813"/>
                <a:gd name="connsiteX290" fmla="*/ 2824727 w 2912392"/>
                <a:gd name="connsiteY290" fmla="*/ 120399 h 467813"/>
                <a:gd name="connsiteX291" fmla="*/ 2834471 w 2912392"/>
                <a:gd name="connsiteY291" fmla="*/ 122379 h 467813"/>
                <a:gd name="connsiteX292" fmla="*/ 2844215 w 2912392"/>
                <a:gd name="connsiteY292" fmla="*/ 124468 h 467813"/>
                <a:gd name="connsiteX293" fmla="*/ 2853958 w 2912392"/>
                <a:gd name="connsiteY293" fmla="*/ 126656 h 467813"/>
                <a:gd name="connsiteX294" fmla="*/ 2863687 w 2912392"/>
                <a:gd name="connsiteY294" fmla="*/ 128943 h 467813"/>
                <a:gd name="connsiteX295" fmla="*/ 2873431 w 2912392"/>
                <a:gd name="connsiteY295" fmla="*/ 131320 h 467813"/>
                <a:gd name="connsiteX296" fmla="*/ 2883175 w 2912392"/>
                <a:gd name="connsiteY296" fmla="*/ 133779 h 467813"/>
                <a:gd name="connsiteX297" fmla="*/ 2892919 w 2912392"/>
                <a:gd name="connsiteY297" fmla="*/ 136315 h 467813"/>
                <a:gd name="connsiteX298" fmla="*/ 2902663 w 2912392"/>
                <a:gd name="connsiteY298" fmla="*/ 138923 h 467813"/>
                <a:gd name="connsiteX299" fmla="*/ 2912392 w 2912392"/>
                <a:gd name="connsiteY299" fmla="*/ 141592 h 467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67813">
                  <a:moveTo>
                    <a:pt x="0" y="82287"/>
                  </a:moveTo>
                  <a:lnTo>
                    <a:pt x="9739" y="78248"/>
                  </a:lnTo>
                  <a:lnTo>
                    <a:pt x="19480" y="74265"/>
                  </a:lnTo>
                  <a:lnTo>
                    <a:pt x="29221" y="70343"/>
                  </a:lnTo>
                  <a:lnTo>
                    <a:pt x="38961" y="66484"/>
                  </a:lnTo>
                  <a:lnTo>
                    <a:pt x="48702" y="62695"/>
                  </a:lnTo>
                  <a:lnTo>
                    <a:pt x="58443" y="58979"/>
                  </a:lnTo>
                  <a:lnTo>
                    <a:pt x="68182" y="55342"/>
                  </a:lnTo>
                  <a:lnTo>
                    <a:pt x="77923" y="51787"/>
                  </a:lnTo>
                  <a:lnTo>
                    <a:pt x="87664" y="48320"/>
                  </a:lnTo>
                  <a:lnTo>
                    <a:pt x="97404" y="44944"/>
                  </a:lnTo>
                  <a:lnTo>
                    <a:pt x="107145" y="41662"/>
                  </a:lnTo>
                  <a:lnTo>
                    <a:pt x="116886" y="38478"/>
                  </a:lnTo>
                  <a:lnTo>
                    <a:pt x="126625" y="35397"/>
                  </a:lnTo>
                  <a:lnTo>
                    <a:pt x="136366" y="32420"/>
                  </a:lnTo>
                  <a:lnTo>
                    <a:pt x="146107" y="29555"/>
                  </a:lnTo>
                  <a:lnTo>
                    <a:pt x="155846" y="26802"/>
                  </a:lnTo>
                  <a:lnTo>
                    <a:pt x="165587" y="24163"/>
                  </a:lnTo>
                  <a:lnTo>
                    <a:pt x="175328" y="21645"/>
                  </a:lnTo>
                  <a:lnTo>
                    <a:pt x="185068" y="19251"/>
                  </a:lnTo>
                  <a:lnTo>
                    <a:pt x="194809" y="16980"/>
                  </a:lnTo>
                  <a:lnTo>
                    <a:pt x="204550" y="14841"/>
                  </a:lnTo>
                  <a:lnTo>
                    <a:pt x="214289" y="12832"/>
                  </a:lnTo>
                  <a:lnTo>
                    <a:pt x="224030" y="10958"/>
                  </a:lnTo>
                  <a:lnTo>
                    <a:pt x="233771" y="9222"/>
                  </a:lnTo>
                  <a:lnTo>
                    <a:pt x="243510" y="7628"/>
                  </a:lnTo>
                  <a:lnTo>
                    <a:pt x="253251" y="6177"/>
                  </a:lnTo>
                  <a:lnTo>
                    <a:pt x="262992" y="4872"/>
                  </a:lnTo>
                  <a:lnTo>
                    <a:pt x="272732" y="3716"/>
                  </a:lnTo>
                  <a:lnTo>
                    <a:pt x="282473" y="2712"/>
                  </a:lnTo>
                  <a:lnTo>
                    <a:pt x="292214" y="1861"/>
                  </a:lnTo>
                  <a:lnTo>
                    <a:pt x="301953" y="1167"/>
                  </a:lnTo>
                  <a:lnTo>
                    <a:pt x="311694" y="632"/>
                  </a:lnTo>
                  <a:lnTo>
                    <a:pt x="321435" y="258"/>
                  </a:lnTo>
                  <a:lnTo>
                    <a:pt x="331175" y="46"/>
                  </a:lnTo>
                  <a:lnTo>
                    <a:pt x="340916" y="0"/>
                  </a:lnTo>
                  <a:lnTo>
                    <a:pt x="350656" y="121"/>
                  </a:lnTo>
                  <a:lnTo>
                    <a:pt x="360396" y="410"/>
                  </a:lnTo>
                  <a:lnTo>
                    <a:pt x="370137" y="870"/>
                  </a:lnTo>
                  <a:lnTo>
                    <a:pt x="379878" y="1500"/>
                  </a:lnTo>
                  <a:lnTo>
                    <a:pt x="389617" y="2305"/>
                  </a:lnTo>
                  <a:lnTo>
                    <a:pt x="399358" y="3284"/>
                  </a:lnTo>
                  <a:lnTo>
                    <a:pt x="409099" y="4437"/>
                  </a:lnTo>
                  <a:lnTo>
                    <a:pt x="418839" y="5766"/>
                  </a:lnTo>
                  <a:lnTo>
                    <a:pt x="428580" y="7271"/>
                  </a:lnTo>
                  <a:lnTo>
                    <a:pt x="438321" y="8953"/>
                  </a:lnTo>
                  <a:lnTo>
                    <a:pt x="448060" y="10811"/>
                  </a:lnTo>
                  <a:lnTo>
                    <a:pt x="457801" y="12846"/>
                  </a:lnTo>
                  <a:lnTo>
                    <a:pt x="467542" y="15057"/>
                  </a:lnTo>
                  <a:lnTo>
                    <a:pt x="477281" y="17444"/>
                  </a:lnTo>
                  <a:lnTo>
                    <a:pt x="487022" y="20006"/>
                  </a:lnTo>
                  <a:lnTo>
                    <a:pt x="496763" y="22742"/>
                  </a:lnTo>
                  <a:lnTo>
                    <a:pt x="506503" y="25652"/>
                  </a:lnTo>
                  <a:lnTo>
                    <a:pt x="516244" y="28731"/>
                  </a:lnTo>
                  <a:lnTo>
                    <a:pt x="525985" y="31981"/>
                  </a:lnTo>
                  <a:lnTo>
                    <a:pt x="535724" y="35397"/>
                  </a:lnTo>
                  <a:lnTo>
                    <a:pt x="545465" y="38980"/>
                  </a:lnTo>
                  <a:lnTo>
                    <a:pt x="555206" y="42724"/>
                  </a:lnTo>
                  <a:lnTo>
                    <a:pt x="564946" y="46629"/>
                  </a:lnTo>
                  <a:lnTo>
                    <a:pt x="574687" y="50691"/>
                  </a:lnTo>
                  <a:lnTo>
                    <a:pt x="584428" y="54906"/>
                  </a:lnTo>
                  <a:lnTo>
                    <a:pt x="594167" y="59271"/>
                  </a:lnTo>
                  <a:lnTo>
                    <a:pt x="603908" y="63783"/>
                  </a:lnTo>
                  <a:lnTo>
                    <a:pt x="613649" y="68435"/>
                  </a:lnTo>
                  <a:lnTo>
                    <a:pt x="623388" y="73229"/>
                  </a:lnTo>
                  <a:lnTo>
                    <a:pt x="633129" y="78156"/>
                  </a:lnTo>
                  <a:lnTo>
                    <a:pt x="642870" y="83211"/>
                  </a:lnTo>
                  <a:lnTo>
                    <a:pt x="652610" y="88391"/>
                  </a:lnTo>
                  <a:lnTo>
                    <a:pt x="662351" y="93691"/>
                  </a:lnTo>
                  <a:lnTo>
                    <a:pt x="672092" y="99107"/>
                  </a:lnTo>
                  <a:lnTo>
                    <a:pt x="681831" y="104630"/>
                  </a:lnTo>
                  <a:lnTo>
                    <a:pt x="691572" y="110257"/>
                  </a:lnTo>
                  <a:lnTo>
                    <a:pt x="701313" y="115984"/>
                  </a:lnTo>
                  <a:lnTo>
                    <a:pt x="711052" y="121802"/>
                  </a:lnTo>
                  <a:lnTo>
                    <a:pt x="720793" y="127708"/>
                  </a:lnTo>
                  <a:lnTo>
                    <a:pt x="730534" y="133695"/>
                  </a:lnTo>
                  <a:lnTo>
                    <a:pt x="740274" y="139755"/>
                  </a:lnTo>
                  <a:lnTo>
                    <a:pt x="750015" y="145886"/>
                  </a:lnTo>
                  <a:lnTo>
                    <a:pt x="759756" y="152078"/>
                  </a:lnTo>
                  <a:lnTo>
                    <a:pt x="769495" y="158329"/>
                  </a:lnTo>
                  <a:lnTo>
                    <a:pt x="779236" y="164629"/>
                  </a:lnTo>
                  <a:lnTo>
                    <a:pt x="788977" y="170975"/>
                  </a:lnTo>
                  <a:lnTo>
                    <a:pt x="798717" y="177357"/>
                  </a:lnTo>
                  <a:lnTo>
                    <a:pt x="808458" y="183773"/>
                  </a:lnTo>
                  <a:lnTo>
                    <a:pt x="818199" y="190214"/>
                  </a:lnTo>
                  <a:lnTo>
                    <a:pt x="827938" y="196675"/>
                  </a:lnTo>
                  <a:lnTo>
                    <a:pt x="837679" y="203151"/>
                  </a:lnTo>
                  <a:lnTo>
                    <a:pt x="847420" y="209635"/>
                  </a:lnTo>
                  <a:lnTo>
                    <a:pt x="857159" y="216120"/>
                  </a:lnTo>
                  <a:lnTo>
                    <a:pt x="866900" y="222603"/>
                  </a:lnTo>
                  <a:lnTo>
                    <a:pt x="876641" y="229075"/>
                  </a:lnTo>
                  <a:lnTo>
                    <a:pt x="886381" y="235533"/>
                  </a:lnTo>
                  <a:lnTo>
                    <a:pt x="896122" y="241971"/>
                  </a:lnTo>
                  <a:lnTo>
                    <a:pt x="905863" y="248382"/>
                  </a:lnTo>
                  <a:lnTo>
                    <a:pt x="915602" y="254765"/>
                  </a:lnTo>
                  <a:lnTo>
                    <a:pt x="925343" y="261111"/>
                  </a:lnTo>
                  <a:lnTo>
                    <a:pt x="935084" y="267416"/>
                  </a:lnTo>
                  <a:lnTo>
                    <a:pt x="944824" y="273676"/>
                  </a:lnTo>
                  <a:lnTo>
                    <a:pt x="954564" y="279885"/>
                  </a:lnTo>
                  <a:lnTo>
                    <a:pt x="964305" y="286041"/>
                  </a:lnTo>
                  <a:lnTo>
                    <a:pt x="974045" y="292138"/>
                  </a:lnTo>
                  <a:lnTo>
                    <a:pt x="983786" y="298172"/>
                  </a:lnTo>
                  <a:lnTo>
                    <a:pt x="993522" y="304140"/>
                  </a:lnTo>
                  <a:lnTo>
                    <a:pt x="1003266" y="310037"/>
                  </a:lnTo>
                  <a:lnTo>
                    <a:pt x="1013010" y="315860"/>
                  </a:lnTo>
                  <a:lnTo>
                    <a:pt x="1022754" y="321605"/>
                  </a:lnTo>
                  <a:lnTo>
                    <a:pt x="1032483" y="327270"/>
                  </a:lnTo>
                  <a:lnTo>
                    <a:pt x="1042227" y="332851"/>
                  </a:lnTo>
                  <a:lnTo>
                    <a:pt x="1051971" y="338345"/>
                  </a:lnTo>
                  <a:lnTo>
                    <a:pt x="1061715" y="343749"/>
                  </a:lnTo>
                  <a:lnTo>
                    <a:pt x="1071444" y="349061"/>
                  </a:lnTo>
                  <a:lnTo>
                    <a:pt x="1081188" y="354277"/>
                  </a:lnTo>
                  <a:lnTo>
                    <a:pt x="1090932" y="359396"/>
                  </a:lnTo>
                  <a:lnTo>
                    <a:pt x="1100676" y="364416"/>
                  </a:lnTo>
                  <a:lnTo>
                    <a:pt x="1110405" y="369334"/>
                  </a:lnTo>
                  <a:lnTo>
                    <a:pt x="1120149" y="374148"/>
                  </a:lnTo>
                  <a:lnTo>
                    <a:pt x="1129893" y="378856"/>
                  </a:lnTo>
                  <a:lnTo>
                    <a:pt x="1139637" y="383457"/>
                  </a:lnTo>
                  <a:lnTo>
                    <a:pt x="1149381" y="387947"/>
                  </a:lnTo>
                  <a:lnTo>
                    <a:pt x="1159110" y="392327"/>
                  </a:lnTo>
                  <a:lnTo>
                    <a:pt x="1168854" y="396596"/>
                  </a:lnTo>
                  <a:lnTo>
                    <a:pt x="1178598" y="400750"/>
                  </a:lnTo>
                  <a:lnTo>
                    <a:pt x="1188341" y="404789"/>
                  </a:lnTo>
                  <a:lnTo>
                    <a:pt x="1198070" y="408710"/>
                  </a:lnTo>
                  <a:lnTo>
                    <a:pt x="1207814" y="412516"/>
                  </a:lnTo>
                  <a:lnTo>
                    <a:pt x="1217558" y="416200"/>
                  </a:lnTo>
                  <a:lnTo>
                    <a:pt x="1227302" y="419765"/>
                  </a:lnTo>
                  <a:lnTo>
                    <a:pt x="1237031" y="423210"/>
                  </a:lnTo>
                  <a:lnTo>
                    <a:pt x="1246775" y="426533"/>
                  </a:lnTo>
                  <a:lnTo>
                    <a:pt x="1256519" y="429731"/>
                  </a:lnTo>
                  <a:lnTo>
                    <a:pt x="1266263" y="432807"/>
                  </a:lnTo>
                  <a:lnTo>
                    <a:pt x="1276007" y="435756"/>
                  </a:lnTo>
                  <a:lnTo>
                    <a:pt x="1285736" y="438581"/>
                  </a:lnTo>
                  <a:lnTo>
                    <a:pt x="1295480" y="441280"/>
                  </a:lnTo>
                  <a:lnTo>
                    <a:pt x="1305224" y="443851"/>
                  </a:lnTo>
                  <a:lnTo>
                    <a:pt x="1314968" y="446293"/>
                  </a:lnTo>
                  <a:lnTo>
                    <a:pt x="1324697" y="448607"/>
                  </a:lnTo>
                  <a:lnTo>
                    <a:pt x="1334441" y="450793"/>
                  </a:lnTo>
                  <a:lnTo>
                    <a:pt x="1344185" y="452847"/>
                  </a:lnTo>
                  <a:lnTo>
                    <a:pt x="1353929" y="454772"/>
                  </a:lnTo>
                  <a:lnTo>
                    <a:pt x="1363658" y="456566"/>
                  </a:lnTo>
                  <a:lnTo>
                    <a:pt x="1373402" y="458227"/>
                  </a:lnTo>
                  <a:lnTo>
                    <a:pt x="1383146" y="459757"/>
                  </a:lnTo>
                  <a:lnTo>
                    <a:pt x="1392890" y="461155"/>
                  </a:lnTo>
                  <a:lnTo>
                    <a:pt x="1402619" y="462420"/>
                  </a:lnTo>
                  <a:lnTo>
                    <a:pt x="1412363" y="463552"/>
                  </a:lnTo>
                  <a:lnTo>
                    <a:pt x="1422106" y="464550"/>
                  </a:lnTo>
                  <a:lnTo>
                    <a:pt x="1431850" y="465417"/>
                  </a:lnTo>
                  <a:lnTo>
                    <a:pt x="1441594" y="466149"/>
                  </a:lnTo>
                  <a:lnTo>
                    <a:pt x="1451323" y="466748"/>
                  </a:lnTo>
                  <a:lnTo>
                    <a:pt x="1461067" y="467214"/>
                  </a:lnTo>
                  <a:lnTo>
                    <a:pt x="1470811" y="467546"/>
                  </a:lnTo>
                  <a:lnTo>
                    <a:pt x="1480555" y="467746"/>
                  </a:lnTo>
                  <a:lnTo>
                    <a:pt x="1490284" y="467813"/>
                  </a:lnTo>
                  <a:lnTo>
                    <a:pt x="1500028" y="467749"/>
                  </a:lnTo>
                  <a:lnTo>
                    <a:pt x="1509772" y="467552"/>
                  </a:lnTo>
                  <a:lnTo>
                    <a:pt x="1519516" y="467226"/>
                  </a:lnTo>
                  <a:lnTo>
                    <a:pt x="1529245" y="466769"/>
                  </a:lnTo>
                  <a:lnTo>
                    <a:pt x="1538989" y="466183"/>
                  </a:lnTo>
                  <a:lnTo>
                    <a:pt x="1548733" y="465468"/>
                  </a:lnTo>
                  <a:lnTo>
                    <a:pt x="1558477" y="464628"/>
                  </a:lnTo>
                  <a:lnTo>
                    <a:pt x="1568221" y="463661"/>
                  </a:lnTo>
                  <a:lnTo>
                    <a:pt x="1577950" y="462569"/>
                  </a:lnTo>
                  <a:lnTo>
                    <a:pt x="1587694" y="461354"/>
                  </a:lnTo>
                  <a:lnTo>
                    <a:pt x="1597438" y="460018"/>
                  </a:lnTo>
                  <a:lnTo>
                    <a:pt x="1607182" y="458562"/>
                  </a:lnTo>
                  <a:lnTo>
                    <a:pt x="1616911" y="456988"/>
                  </a:lnTo>
                  <a:lnTo>
                    <a:pt x="1626655" y="455298"/>
                  </a:lnTo>
                  <a:lnTo>
                    <a:pt x="1636399" y="453495"/>
                  </a:lnTo>
                  <a:lnTo>
                    <a:pt x="1646142" y="451579"/>
                  </a:lnTo>
                  <a:lnTo>
                    <a:pt x="1655872" y="449554"/>
                  </a:lnTo>
                  <a:lnTo>
                    <a:pt x="1665616" y="447422"/>
                  </a:lnTo>
                  <a:lnTo>
                    <a:pt x="1675359" y="445186"/>
                  </a:lnTo>
                  <a:lnTo>
                    <a:pt x="1685103" y="442847"/>
                  </a:lnTo>
                  <a:lnTo>
                    <a:pt x="1694832" y="440409"/>
                  </a:lnTo>
                  <a:lnTo>
                    <a:pt x="1704576" y="437875"/>
                  </a:lnTo>
                  <a:lnTo>
                    <a:pt x="1714320" y="435245"/>
                  </a:lnTo>
                  <a:lnTo>
                    <a:pt x="1724064" y="432526"/>
                  </a:lnTo>
                  <a:lnTo>
                    <a:pt x="1733808" y="429718"/>
                  </a:lnTo>
                  <a:lnTo>
                    <a:pt x="1743537" y="426826"/>
                  </a:lnTo>
                  <a:lnTo>
                    <a:pt x="1753281" y="423851"/>
                  </a:lnTo>
                  <a:lnTo>
                    <a:pt x="1763025" y="420798"/>
                  </a:lnTo>
                  <a:lnTo>
                    <a:pt x="1772769" y="417668"/>
                  </a:lnTo>
                  <a:lnTo>
                    <a:pt x="1782498" y="414464"/>
                  </a:lnTo>
                  <a:lnTo>
                    <a:pt x="1792242" y="411193"/>
                  </a:lnTo>
                  <a:lnTo>
                    <a:pt x="1801986" y="407854"/>
                  </a:lnTo>
                  <a:lnTo>
                    <a:pt x="1811730" y="404451"/>
                  </a:lnTo>
                  <a:lnTo>
                    <a:pt x="1821459" y="400988"/>
                  </a:lnTo>
                  <a:lnTo>
                    <a:pt x="1831203" y="397468"/>
                  </a:lnTo>
                  <a:lnTo>
                    <a:pt x="1840947" y="393893"/>
                  </a:lnTo>
                  <a:lnTo>
                    <a:pt x="1850691" y="390267"/>
                  </a:lnTo>
                  <a:lnTo>
                    <a:pt x="1860435" y="386593"/>
                  </a:lnTo>
                  <a:lnTo>
                    <a:pt x="1870164" y="382871"/>
                  </a:lnTo>
                  <a:lnTo>
                    <a:pt x="1879908" y="379108"/>
                  </a:lnTo>
                  <a:lnTo>
                    <a:pt x="1889652" y="375304"/>
                  </a:lnTo>
                  <a:lnTo>
                    <a:pt x="1899395" y="371463"/>
                  </a:lnTo>
                  <a:lnTo>
                    <a:pt x="1909124" y="367586"/>
                  </a:lnTo>
                  <a:lnTo>
                    <a:pt x="1918868" y="363678"/>
                  </a:lnTo>
                  <a:lnTo>
                    <a:pt x="1928612" y="359739"/>
                  </a:lnTo>
                  <a:lnTo>
                    <a:pt x="1938356" y="355771"/>
                  </a:lnTo>
                  <a:lnTo>
                    <a:pt x="1948085" y="351778"/>
                  </a:lnTo>
                  <a:lnTo>
                    <a:pt x="1957829" y="347762"/>
                  </a:lnTo>
                  <a:lnTo>
                    <a:pt x="1967573" y="343723"/>
                  </a:lnTo>
                  <a:lnTo>
                    <a:pt x="1977317" y="339664"/>
                  </a:lnTo>
                  <a:lnTo>
                    <a:pt x="1987046" y="335588"/>
                  </a:lnTo>
                  <a:lnTo>
                    <a:pt x="1996790" y="331495"/>
                  </a:lnTo>
                  <a:lnTo>
                    <a:pt x="2006534" y="327387"/>
                  </a:lnTo>
                  <a:lnTo>
                    <a:pt x="2016278" y="323266"/>
                  </a:lnTo>
                  <a:lnTo>
                    <a:pt x="2026022" y="319133"/>
                  </a:lnTo>
                  <a:lnTo>
                    <a:pt x="2035751" y="314990"/>
                  </a:lnTo>
                  <a:lnTo>
                    <a:pt x="2045495" y="310837"/>
                  </a:lnTo>
                  <a:lnTo>
                    <a:pt x="2055239" y="306676"/>
                  </a:lnTo>
                  <a:lnTo>
                    <a:pt x="2064983" y="302509"/>
                  </a:lnTo>
                  <a:lnTo>
                    <a:pt x="2074712" y="298336"/>
                  </a:lnTo>
                  <a:lnTo>
                    <a:pt x="2084456" y="294158"/>
                  </a:lnTo>
                  <a:lnTo>
                    <a:pt x="2094200" y="289977"/>
                  </a:lnTo>
                  <a:lnTo>
                    <a:pt x="2103944" y="285794"/>
                  </a:lnTo>
                  <a:lnTo>
                    <a:pt x="2113673" y="281607"/>
                  </a:lnTo>
                  <a:lnTo>
                    <a:pt x="2123417" y="277422"/>
                  </a:lnTo>
                  <a:lnTo>
                    <a:pt x="2133161" y="273235"/>
                  </a:lnTo>
                  <a:lnTo>
                    <a:pt x="2142905" y="269052"/>
                  </a:lnTo>
                  <a:lnTo>
                    <a:pt x="2152649" y="264870"/>
                  </a:lnTo>
                  <a:lnTo>
                    <a:pt x="2162377" y="260692"/>
                  </a:lnTo>
                  <a:lnTo>
                    <a:pt x="2172121" y="256519"/>
                  </a:lnTo>
                  <a:lnTo>
                    <a:pt x="2181865" y="252350"/>
                  </a:lnTo>
                  <a:lnTo>
                    <a:pt x="2191609" y="248190"/>
                  </a:lnTo>
                  <a:lnTo>
                    <a:pt x="2201338" y="244038"/>
                  </a:lnTo>
                  <a:lnTo>
                    <a:pt x="2211082" y="239894"/>
                  </a:lnTo>
                  <a:lnTo>
                    <a:pt x="2220826" y="235764"/>
                  </a:lnTo>
                  <a:lnTo>
                    <a:pt x="2230570" y="231646"/>
                  </a:lnTo>
                  <a:lnTo>
                    <a:pt x="2240299" y="227543"/>
                  </a:lnTo>
                  <a:lnTo>
                    <a:pt x="2250043" y="223455"/>
                  </a:lnTo>
                  <a:lnTo>
                    <a:pt x="2259787" y="219388"/>
                  </a:lnTo>
                  <a:lnTo>
                    <a:pt x="2269531" y="215339"/>
                  </a:lnTo>
                  <a:lnTo>
                    <a:pt x="2279260" y="211314"/>
                  </a:lnTo>
                  <a:lnTo>
                    <a:pt x="2289004" y="207313"/>
                  </a:lnTo>
                  <a:lnTo>
                    <a:pt x="2298748" y="203340"/>
                  </a:lnTo>
                  <a:lnTo>
                    <a:pt x="2308492" y="199398"/>
                  </a:lnTo>
                  <a:lnTo>
                    <a:pt x="2318236" y="195487"/>
                  </a:lnTo>
                  <a:lnTo>
                    <a:pt x="2327965" y="191613"/>
                  </a:lnTo>
                  <a:lnTo>
                    <a:pt x="2337709" y="187776"/>
                  </a:lnTo>
                  <a:lnTo>
                    <a:pt x="2347453" y="183982"/>
                  </a:lnTo>
                  <a:lnTo>
                    <a:pt x="2357197" y="180233"/>
                  </a:lnTo>
                  <a:lnTo>
                    <a:pt x="2366926" y="176532"/>
                  </a:lnTo>
                  <a:lnTo>
                    <a:pt x="2376670" y="172883"/>
                  </a:lnTo>
                  <a:lnTo>
                    <a:pt x="2386413" y="169291"/>
                  </a:lnTo>
                  <a:lnTo>
                    <a:pt x="2396157" y="165757"/>
                  </a:lnTo>
                  <a:lnTo>
                    <a:pt x="2405886" y="162286"/>
                  </a:lnTo>
                  <a:lnTo>
                    <a:pt x="2415630" y="158881"/>
                  </a:lnTo>
                  <a:lnTo>
                    <a:pt x="2425374" y="155548"/>
                  </a:lnTo>
                  <a:lnTo>
                    <a:pt x="2435118" y="152290"/>
                  </a:lnTo>
                  <a:lnTo>
                    <a:pt x="2444862" y="149109"/>
                  </a:lnTo>
                  <a:lnTo>
                    <a:pt x="2454591" y="146013"/>
                  </a:lnTo>
                  <a:lnTo>
                    <a:pt x="2464335" y="143003"/>
                  </a:lnTo>
                  <a:lnTo>
                    <a:pt x="2474079" y="140085"/>
                  </a:lnTo>
                  <a:lnTo>
                    <a:pt x="2483823" y="137261"/>
                  </a:lnTo>
                  <a:lnTo>
                    <a:pt x="2493552" y="134538"/>
                  </a:lnTo>
                  <a:lnTo>
                    <a:pt x="2503296" y="131917"/>
                  </a:lnTo>
                  <a:lnTo>
                    <a:pt x="2513040" y="129404"/>
                  </a:lnTo>
                  <a:lnTo>
                    <a:pt x="2522784" y="127002"/>
                  </a:lnTo>
                  <a:lnTo>
                    <a:pt x="2532513" y="124715"/>
                  </a:lnTo>
                  <a:lnTo>
                    <a:pt x="2542257" y="122547"/>
                  </a:lnTo>
                  <a:lnTo>
                    <a:pt x="2552001" y="120500"/>
                  </a:lnTo>
                  <a:lnTo>
                    <a:pt x="2561745" y="118581"/>
                  </a:lnTo>
                  <a:lnTo>
                    <a:pt x="2571474" y="116789"/>
                  </a:lnTo>
                  <a:lnTo>
                    <a:pt x="2581218" y="115130"/>
                  </a:lnTo>
                  <a:lnTo>
                    <a:pt x="2590962" y="113606"/>
                  </a:lnTo>
                  <a:lnTo>
                    <a:pt x="2600705" y="112219"/>
                  </a:lnTo>
                  <a:lnTo>
                    <a:pt x="2610449" y="110972"/>
                  </a:lnTo>
                  <a:lnTo>
                    <a:pt x="2620178" y="109868"/>
                  </a:lnTo>
                  <a:lnTo>
                    <a:pt x="2629922" y="108909"/>
                  </a:lnTo>
                  <a:lnTo>
                    <a:pt x="2639666" y="108094"/>
                  </a:lnTo>
                  <a:lnTo>
                    <a:pt x="2649410" y="107428"/>
                  </a:lnTo>
                  <a:lnTo>
                    <a:pt x="2659139" y="106911"/>
                  </a:lnTo>
                  <a:lnTo>
                    <a:pt x="2668883" y="106541"/>
                  </a:lnTo>
                  <a:lnTo>
                    <a:pt x="2678627" y="106324"/>
                  </a:lnTo>
                  <a:lnTo>
                    <a:pt x="2688371" y="106255"/>
                  </a:lnTo>
                  <a:lnTo>
                    <a:pt x="2698100" y="106337"/>
                  </a:lnTo>
                  <a:lnTo>
                    <a:pt x="2707844" y="106569"/>
                  </a:lnTo>
                  <a:lnTo>
                    <a:pt x="2717588" y="106951"/>
                  </a:lnTo>
                  <a:lnTo>
                    <a:pt x="2727332" y="107478"/>
                  </a:lnTo>
                  <a:lnTo>
                    <a:pt x="2737076" y="108153"/>
                  </a:lnTo>
                  <a:lnTo>
                    <a:pt x="2746805" y="108973"/>
                  </a:lnTo>
                  <a:lnTo>
                    <a:pt x="2756549" y="109935"/>
                  </a:lnTo>
                  <a:lnTo>
                    <a:pt x="2766293" y="111036"/>
                  </a:lnTo>
                  <a:lnTo>
                    <a:pt x="2776037" y="112276"/>
                  </a:lnTo>
                  <a:lnTo>
                    <a:pt x="2785766" y="113648"/>
                  </a:lnTo>
                  <a:lnTo>
                    <a:pt x="2795510" y="115150"/>
                  </a:lnTo>
                  <a:lnTo>
                    <a:pt x="2805254" y="116778"/>
                  </a:lnTo>
                  <a:lnTo>
                    <a:pt x="2814998" y="118530"/>
                  </a:lnTo>
                  <a:lnTo>
                    <a:pt x="2824727" y="120399"/>
                  </a:lnTo>
                  <a:lnTo>
                    <a:pt x="2834471" y="122379"/>
                  </a:lnTo>
                  <a:lnTo>
                    <a:pt x="2844215" y="124468"/>
                  </a:lnTo>
                  <a:lnTo>
                    <a:pt x="2853958" y="126656"/>
                  </a:lnTo>
                  <a:lnTo>
                    <a:pt x="2863687" y="128943"/>
                  </a:lnTo>
                  <a:lnTo>
                    <a:pt x="2873431" y="131320"/>
                  </a:lnTo>
                  <a:lnTo>
                    <a:pt x="2883175" y="133779"/>
                  </a:lnTo>
                  <a:lnTo>
                    <a:pt x="2892919" y="136315"/>
                  </a:lnTo>
                  <a:lnTo>
                    <a:pt x="2902663" y="138923"/>
                  </a:lnTo>
                  <a:lnTo>
                    <a:pt x="2912392" y="14159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9" name="Freeform 798">
              <a:extLst>
                <a:ext uri="{FF2B5EF4-FFF2-40B4-BE49-F238E27FC236}">
                  <a16:creationId xmlns:a16="http://schemas.microsoft.com/office/drawing/2014/main" id="{C1191885-4667-0919-F72E-C7A4B49C623C}"/>
                </a:ext>
              </a:extLst>
            </p:cNvPr>
            <p:cNvSpPr/>
            <p:nvPr/>
          </p:nvSpPr>
          <p:spPr>
            <a:xfrm>
              <a:off x="576446" y="2998132"/>
              <a:ext cx="2912392" cy="911598"/>
            </a:xfrm>
            <a:custGeom>
              <a:avLst/>
              <a:gdLst>
                <a:gd name="connsiteX0" fmla="*/ 0 w 2912392"/>
                <a:gd name="connsiteY0" fmla="*/ 868304 h 911598"/>
                <a:gd name="connsiteX1" fmla="*/ 9739 w 2912392"/>
                <a:gd name="connsiteY1" fmla="*/ 871635 h 911598"/>
                <a:gd name="connsiteX2" fmla="*/ 19480 w 2912392"/>
                <a:gd name="connsiteY2" fmla="*/ 874892 h 911598"/>
                <a:gd name="connsiteX3" fmla="*/ 29221 w 2912392"/>
                <a:gd name="connsiteY3" fmla="*/ 878061 h 911598"/>
                <a:gd name="connsiteX4" fmla="*/ 38961 w 2912392"/>
                <a:gd name="connsiteY4" fmla="*/ 881133 h 911598"/>
                <a:gd name="connsiteX5" fmla="*/ 48702 w 2912392"/>
                <a:gd name="connsiteY5" fmla="*/ 884100 h 911598"/>
                <a:gd name="connsiteX6" fmla="*/ 58443 w 2912392"/>
                <a:gd name="connsiteY6" fmla="*/ 886951 h 911598"/>
                <a:gd name="connsiteX7" fmla="*/ 68182 w 2912392"/>
                <a:gd name="connsiteY7" fmla="*/ 889679 h 911598"/>
                <a:gd name="connsiteX8" fmla="*/ 77923 w 2912392"/>
                <a:gd name="connsiteY8" fmla="*/ 892276 h 911598"/>
                <a:gd name="connsiteX9" fmla="*/ 87664 w 2912392"/>
                <a:gd name="connsiteY9" fmla="*/ 894733 h 911598"/>
                <a:gd name="connsiteX10" fmla="*/ 97404 w 2912392"/>
                <a:gd name="connsiteY10" fmla="*/ 897045 h 911598"/>
                <a:gd name="connsiteX11" fmla="*/ 107145 w 2912392"/>
                <a:gd name="connsiteY11" fmla="*/ 899204 h 911598"/>
                <a:gd name="connsiteX12" fmla="*/ 116886 w 2912392"/>
                <a:gd name="connsiteY12" fmla="*/ 901204 h 911598"/>
                <a:gd name="connsiteX13" fmla="*/ 126625 w 2912392"/>
                <a:gd name="connsiteY13" fmla="*/ 903041 h 911598"/>
                <a:gd name="connsiteX14" fmla="*/ 136366 w 2912392"/>
                <a:gd name="connsiteY14" fmla="*/ 904708 h 911598"/>
                <a:gd name="connsiteX15" fmla="*/ 146107 w 2912392"/>
                <a:gd name="connsiteY15" fmla="*/ 906202 h 911598"/>
                <a:gd name="connsiteX16" fmla="*/ 155846 w 2912392"/>
                <a:gd name="connsiteY16" fmla="*/ 907519 h 911598"/>
                <a:gd name="connsiteX17" fmla="*/ 165587 w 2912392"/>
                <a:gd name="connsiteY17" fmla="*/ 908658 h 911598"/>
                <a:gd name="connsiteX18" fmla="*/ 175328 w 2912392"/>
                <a:gd name="connsiteY18" fmla="*/ 909613 h 911598"/>
                <a:gd name="connsiteX19" fmla="*/ 185068 w 2912392"/>
                <a:gd name="connsiteY19" fmla="*/ 910383 h 911598"/>
                <a:gd name="connsiteX20" fmla="*/ 194809 w 2912392"/>
                <a:gd name="connsiteY20" fmla="*/ 910968 h 911598"/>
                <a:gd name="connsiteX21" fmla="*/ 204550 w 2912392"/>
                <a:gd name="connsiteY21" fmla="*/ 911365 h 911598"/>
                <a:gd name="connsiteX22" fmla="*/ 214289 w 2912392"/>
                <a:gd name="connsiteY22" fmla="*/ 911576 h 911598"/>
                <a:gd name="connsiteX23" fmla="*/ 224030 w 2912392"/>
                <a:gd name="connsiteY23" fmla="*/ 911599 h 911598"/>
                <a:gd name="connsiteX24" fmla="*/ 233771 w 2912392"/>
                <a:gd name="connsiteY24" fmla="*/ 911435 h 911598"/>
                <a:gd name="connsiteX25" fmla="*/ 243510 w 2912392"/>
                <a:gd name="connsiteY25" fmla="*/ 911086 h 911598"/>
                <a:gd name="connsiteX26" fmla="*/ 253251 w 2912392"/>
                <a:gd name="connsiteY26" fmla="*/ 910554 h 911598"/>
                <a:gd name="connsiteX27" fmla="*/ 262992 w 2912392"/>
                <a:gd name="connsiteY27" fmla="*/ 909839 h 911598"/>
                <a:gd name="connsiteX28" fmla="*/ 272732 w 2912392"/>
                <a:gd name="connsiteY28" fmla="*/ 908947 h 911598"/>
                <a:gd name="connsiteX29" fmla="*/ 282473 w 2912392"/>
                <a:gd name="connsiteY29" fmla="*/ 907877 h 911598"/>
                <a:gd name="connsiteX30" fmla="*/ 292214 w 2912392"/>
                <a:gd name="connsiteY30" fmla="*/ 906633 h 911598"/>
                <a:gd name="connsiteX31" fmla="*/ 301953 w 2912392"/>
                <a:gd name="connsiteY31" fmla="*/ 905220 h 911598"/>
                <a:gd name="connsiteX32" fmla="*/ 311694 w 2912392"/>
                <a:gd name="connsiteY32" fmla="*/ 903641 h 911598"/>
                <a:gd name="connsiteX33" fmla="*/ 321435 w 2912392"/>
                <a:gd name="connsiteY33" fmla="*/ 901902 h 911598"/>
                <a:gd name="connsiteX34" fmla="*/ 331175 w 2912392"/>
                <a:gd name="connsiteY34" fmla="*/ 900004 h 911598"/>
                <a:gd name="connsiteX35" fmla="*/ 340916 w 2912392"/>
                <a:gd name="connsiteY35" fmla="*/ 897954 h 911598"/>
                <a:gd name="connsiteX36" fmla="*/ 350656 w 2912392"/>
                <a:gd name="connsiteY36" fmla="*/ 895758 h 911598"/>
                <a:gd name="connsiteX37" fmla="*/ 360396 w 2912392"/>
                <a:gd name="connsiteY37" fmla="*/ 893417 h 911598"/>
                <a:gd name="connsiteX38" fmla="*/ 370137 w 2912392"/>
                <a:gd name="connsiteY38" fmla="*/ 890940 h 911598"/>
                <a:gd name="connsiteX39" fmla="*/ 379878 w 2912392"/>
                <a:gd name="connsiteY39" fmla="*/ 888329 h 911598"/>
                <a:gd name="connsiteX40" fmla="*/ 389617 w 2912392"/>
                <a:gd name="connsiteY40" fmla="*/ 885593 h 911598"/>
                <a:gd name="connsiteX41" fmla="*/ 399358 w 2912392"/>
                <a:gd name="connsiteY41" fmla="*/ 882732 h 911598"/>
                <a:gd name="connsiteX42" fmla="*/ 409099 w 2912392"/>
                <a:gd name="connsiteY42" fmla="*/ 879755 h 911598"/>
                <a:gd name="connsiteX43" fmla="*/ 418839 w 2912392"/>
                <a:gd name="connsiteY43" fmla="*/ 876668 h 911598"/>
                <a:gd name="connsiteX44" fmla="*/ 428580 w 2912392"/>
                <a:gd name="connsiteY44" fmla="*/ 873474 h 911598"/>
                <a:gd name="connsiteX45" fmla="*/ 438321 w 2912392"/>
                <a:gd name="connsiteY45" fmla="*/ 870177 h 911598"/>
                <a:gd name="connsiteX46" fmla="*/ 448060 w 2912392"/>
                <a:gd name="connsiteY46" fmla="*/ 866784 h 911598"/>
                <a:gd name="connsiteX47" fmla="*/ 457801 w 2912392"/>
                <a:gd name="connsiteY47" fmla="*/ 863299 h 911598"/>
                <a:gd name="connsiteX48" fmla="*/ 467542 w 2912392"/>
                <a:gd name="connsiteY48" fmla="*/ 859726 h 911598"/>
                <a:gd name="connsiteX49" fmla="*/ 477281 w 2912392"/>
                <a:gd name="connsiteY49" fmla="*/ 856070 h 911598"/>
                <a:gd name="connsiteX50" fmla="*/ 487022 w 2912392"/>
                <a:gd name="connsiteY50" fmla="*/ 852334 h 911598"/>
                <a:gd name="connsiteX51" fmla="*/ 496763 w 2912392"/>
                <a:gd name="connsiteY51" fmla="*/ 848522 h 911598"/>
                <a:gd name="connsiteX52" fmla="*/ 506503 w 2912392"/>
                <a:gd name="connsiteY52" fmla="*/ 844638 h 911598"/>
                <a:gd name="connsiteX53" fmla="*/ 516244 w 2912392"/>
                <a:gd name="connsiteY53" fmla="*/ 840686 h 911598"/>
                <a:gd name="connsiteX54" fmla="*/ 525985 w 2912392"/>
                <a:gd name="connsiteY54" fmla="*/ 836666 h 911598"/>
                <a:gd name="connsiteX55" fmla="*/ 535724 w 2912392"/>
                <a:gd name="connsiteY55" fmla="*/ 832583 h 911598"/>
                <a:gd name="connsiteX56" fmla="*/ 545465 w 2912392"/>
                <a:gd name="connsiteY56" fmla="*/ 828437 h 911598"/>
                <a:gd name="connsiteX57" fmla="*/ 555206 w 2912392"/>
                <a:gd name="connsiteY57" fmla="*/ 824233 h 911598"/>
                <a:gd name="connsiteX58" fmla="*/ 564946 w 2912392"/>
                <a:gd name="connsiteY58" fmla="*/ 819967 h 911598"/>
                <a:gd name="connsiteX59" fmla="*/ 574687 w 2912392"/>
                <a:gd name="connsiteY59" fmla="*/ 815645 h 911598"/>
                <a:gd name="connsiteX60" fmla="*/ 584428 w 2912392"/>
                <a:gd name="connsiteY60" fmla="*/ 811264 h 911598"/>
                <a:gd name="connsiteX61" fmla="*/ 594167 w 2912392"/>
                <a:gd name="connsiteY61" fmla="*/ 806828 h 911598"/>
                <a:gd name="connsiteX62" fmla="*/ 603908 w 2912392"/>
                <a:gd name="connsiteY62" fmla="*/ 802333 h 911598"/>
                <a:gd name="connsiteX63" fmla="*/ 613649 w 2912392"/>
                <a:gd name="connsiteY63" fmla="*/ 797779 h 911598"/>
                <a:gd name="connsiteX64" fmla="*/ 623388 w 2912392"/>
                <a:gd name="connsiteY64" fmla="*/ 793167 h 911598"/>
                <a:gd name="connsiteX65" fmla="*/ 633129 w 2912392"/>
                <a:gd name="connsiteY65" fmla="*/ 788494 h 911598"/>
                <a:gd name="connsiteX66" fmla="*/ 642870 w 2912392"/>
                <a:gd name="connsiteY66" fmla="*/ 783759 h 911598"/>
                <a:gd name="connsiteX67" fmla="*/ 652610 w 2912392"/>
                <a:gd name="connsiteY67" fmla="*/ 778960 h 911598"/>
                <a:gd name="connsiteX68" fmla="*/ 662351 w 2912392"/>
                <a:gd name="connsiteY68" fmla="*/ 774094 h 911598"/>
                <a:gd name="connsiteX69" fmla="*/ 672092 w 2912392"/>
                <a:gd name="connsiteY69" fmla="*/ 769158 h 911598"/>
                <a:gd name="connsiteX70" fmla="*/ 681831 w 2912392"/>
                <a:gd name="connsiteY70" fmla="*/ 764149 h 911598"/>
                <a:gd name="connsiteX71" fmla="*/ 691572 w 2912392"/>
                <a:gd name="connsiteY71" fmla="*/ 759066 h 911598"/>
                <a:gd name="connsiteX72" fmla="*/ 701313 w 2912392"/>
                <a:gd name="connsiteY72" fmla="*/ 753902 h 911598"/>
                <a:gd name="connsiteX73" fmla="*/ 711052 w 2912392"/>
                <a:gd name="connsiteY73" fmla="*/ 748654 h 911598"/>
                <a:gd name="connsiteX74" fmla="*/ 720793 w 2912392"/>
                <a:gd name="connsiteY74" fmla="*/ 743319 h 911598"/>
                <a:gd name="connsiteX75" fmla="*/ 730534 w 2912392"/>
                <a:gd name="connsiteY75" fmla="*/ 737893 h 911598"/>
                <a:gd name="connsiteX76" fmla="*/ 740274 w 2912392"/>
                <a:gd name="connsiteY76" fmla="*/ 732370 h 911598"/>
                <a:gd name="connsiteX77" fmla="*/ 750015 w 2912392"/>
                <a:gd name="connsiteY77" fmla="*/ 726745 h 911598"/>
                <a:gd name="connsiteX78" fmla="*/ 759756 w 2912392"/>
                <a:gd name="connsiteY78" fmla="*/ 721017 h 911598"/>
                <a:gd name="connsiteX79" fmla="*/ 769495 w 2912392"/>
                <a:gd name="connsiteY79" fmla="*/ 715177 h 911598"/>
                <a:gd name="connsiteX80" fmla="*/ 779236 w 2912392"/>
                <a:gd name="connsiteY80" fmla="*/ 709223 h 911598"/>
                <a:gd name="connsiteX81" fmla="*/ 788977 w 2912392"/>
                <a:gd name="connsiteY81" fmla="*/ 703148 h 911598"/>
                <a:gd name="connsiteX82" fmla="*/ 798717 w 2912392"/>
                <a:gd name="connsiteY82" fmla="*/ 696949 h 911598"/>
                <a:gd name="connsiteX83" fmla="*/ 808458 w 2912392"/>
                <a:gd name="connsiteY83" fmla="*/ 690621 h 911598"/>
                <a:gd name="connsiteX84" fmla="*/ 818199 w 2912392"/>
                <a:gd name="connsiteY84" fmla="*/ 684160 h 911598"/>
                <a:gd name="connsiteX85" fmla="*/ 827938 w 2912392"/>
                <a:gd name="connsiteY85" fmla="*/ 677559 h 911598"/>
                <a:gd name="connsiteX86" fmla="*/ 837679 w 2912392"/>
                <a:gd name="connsiteY86" fmla="*/ 670816 h 911598"/>
                <a:gd name="connsiteX87" fmla="*/ 847420 w 2912392"/>
                <a:gd name="connsiteY87" fmla="*/ 663927 h 911598"/>
                <a:gd name="connsiteX88" fmla="*/ 857159 w 2912392"/>
                <a:gd name="connsiteY88" fmla="*/ 656887 h 911598"/>
                <a:gd name="connsiteX89" fmla="*/ 866900 w 2912392"/>
                <a:gd name="connsiteY89" fmla="*/ 649692 h 911598"/>
                <a:gd name="connsiteX90" fmla="*/ 876641 w 2912392"/>
                <a:gd name="connsiteY90" fmla="*/ 642340 h 911598"/>
                <a:gd name="connsiteX91" fmla="*/ 886381 w 2912392"/>
                <a:gd name="connsiteY91" fmla="*/ 634828 h 911598"/>
                <a:gd name="connsiteX92" fmla="*/ 896122 w 2912392"/>
                <a:gd name="connsiteY92" fmla="*/ 627150 h 911598"/>
                <a:gd name="connsiteX93" fmla="*/ 905863 w 2912392"/>
                <a:gd name="connsiteY93" fmla="*/ 619309 h 911598"/>
                <a:gd name="connsiteX94" fmla="*/ 915602 w 2912392"/>
                <a:gd name="connsiteY94" fmla="*/ 611299 h 911598"/>
                <a:gd name="connsiteX95" fmla="*/ 925343 w 2912392"/>
                <a:gd name="connsiteY95" fmla="*/ 603120 h 911598"/>
                <a:gd name="connsiteX96" fmla="*/ 935084 w 2912392"/>
                <a:gd name="connsiteY96" fmla="*/ 594772 h 911598"/>
                <a:gd name="connsiteX97" fmla="*/ 944824 w 2912392"/>
                <a:gd name="connsiteY97" fmla="*/ 586251 h 911598"/>
                <a:gd name="connsiteX98" fmla="*/ 954564 w 2912392"/>
                <a:gd name="connsiteY98" fmla="*/ 577561 h 911598"/>
                <a:gd name="connsiteX99" fmla="*/ 964305 w 2912392"/>
                <a:gd name="connsiteY99" fmla="*/ 568700 h 911598"/>
                <a:gd name="connsiteX100" fmla="*/ 974045 w 2912392"/>
                <a:gd name="connsiteY100" fmla="*/ 559668 h 911598"/>
                <a:gd name="connsiteX101" fmla="*/ 983786 w 2912392"/>
                <a:gd name="connsiteY101" fmla="*/ 550471 h 911598"/>
                <a:gd name="connsiteX102" fmla="*/ 993522 w 2912392"/>
                <a:gd name="connsiteY102" fmla="*/ 541106 h 911598"/>
                <a:gd name="connsiteX103" fmla="*/ 1003266 w 2912392"/>
                <a:gd name="connsiteY103" fmla="*/ 531579 h 911598"/>
                <a:gd name="connsiteX104" fmla="*/ 1013010 w 2912392"/>
                <a:gd name="connsiteY104" fmla="*/ 521892 h 911598"/>
                <a:gd name="connsiteX105" fmla="*/ 1022754 w 2912392"/>
                <a:gd name="connsiteY105" fmla="*/ 512047 h 911598"/>
                <a:gd name="connsiteX106" fmla="*/ 1032483 w 2912392"/>
                <a:gd name="connsiteY106" fmla="*/ 502052 h 911598"/>
                <a:gd name="connsiteX107" fmla="*/ 1042227 w 2912392"/>
                <a:gd name="connsiteY107" fmla="*/ 491909 h 911598"/>
                <a:gd name="connsiteX108" fmla="*/ 1051971 w 2912392"/>
                <a:gd name="connsiteY108" fmla="*/ 481626 h 911598"/>
                <a:gd name="connsiteX109" fmla="*/ 1061715 w 2912392"/>
                <a:gd name="connsiteY109" fmla="*/ 471206 h 911598"/>
                <a:gd name="connsiteX110" fmla="*/ 1071444 w 2912392"/>
                <a:gd name="connsiteY110" fmla="*/ 460659 h 911598"/>
                <a:gd name="connsiteX111" fmla="*/ 1081188 w 2912392"/>
                <a:gd name="connsiteY111" fmla="*/ 449989 h 911598"/>
                <a:gd name="connsiteX112" fmla="*/ 1090932 w 2912392"/>
                <a:gd name="connsiteY112" fmla="*/ 439207 h 911598"/>
                <a:gd name="connsiteX113" fmla="*/ 1100676 w 2912392"/>
                <a:gd name="connsiteY113" fmla="*/ 428319 h 911598"/>
                <a:gd name="connsiteX114" fmla="*/ 1110405 w 2912392"/>
                <a:gd name="connsiteY114" fmla="*/ 417335 h 911598"/>
                <a:gd name="connsiteX115" fmla="*/ 1120149 w 2912392"/>
                <a:gd name="connsiteY115" fmla="*/ 406264 h 911598"/>
                <a:gd name="connsiteX116" fmla="*/ 1129893 w 2912392"/>
                <a:gd name="connsiteY116" fmla="*/ 395115 h 911598"/>
                <a:gd name="connsiteX117" fmla="*/ 1139637 w 2912392"/>
                <a:gd name="connsiteY117" fmla="*/ 383901 h 911598"/>
                <a:gd name="connsiteX118" fmla="*/ 1149381 w 2912392"/>
                <a:gd name="connsiteY118" fmla="*/ 372630 h 911598"/>
                <a:gd name="connsiteX119" fmla="*/ 1159110 w 2912392"/>
                <a:gd name="connsiteY119" fmla="*/ 361314 h 911598"/>
                <a:gd name="connsiteX120" fmla="*/ 1168854 w 2912392"/>
                <a:gd name="connsiteY120" fmla="*/ 349965 h 911598"/>
                <a:gd name="connsiteX121" fmla="*/ 1178598 w 2912392"/>
                <a:gd name="connsiteY121" fmla="*/ 338594 h 911598"/>
                <a:gd name="connsiteX122" fmla="*/ 1188341 w 2912392"/>
                <a:gd name="connsiteY122" fmla="*/ 327214 h 911598"/>
                <a:gd name="connsiteX123" fmla="*/ 1198070 w 2912392"/>
                <a:gd name="connsiteY123" fmla="*/ 315839 h 911598"/>
                <a:gd name="connsiteX124" fmla="*/ 1207814 w 2912392"/>
                <a:gd name="connsiteY124" fmla="*/ 304479 h 911598"/>
                <a:gd name="connsiteX125" fmla="*/ 1217558 w 2912392"/>
                <a:gd name="connsiteY125" fmla="*/ 293148 h 911598"/>
                <a:gd name="connsiteX126" fmla="*/ 1227302 w 2912392"/>
                <a:gd name="connsiteY126" fmla="*/ 281859 h 911598"/>
                <a:gd name="connsiteX127" fmla="*/ 1237031 w 2912392"/>
                <a:gd name="connsiteY127" fmla="*/ 270627 h 911598"/>
                <a:gd name="connsiteX128" fmla="*/ 1246775 w 2912392"/>
                <a:gd name="connsiteY128" fmla="*/ 259463 h 911598"/>
                <a:gd name="connsiteX129" fmla="*/ 1256519 w 2912392"/>
                <a:gd name="connsiteY129" fmla="*/ 248382 h 911598"/>
                <a:gd name="connsiteX130" fmla="*/ 1266263 w 2912392"/>
                <a:gd name="connsiteY130" fmla="*/ 237399 h 911598"/>
                <a:gd name="connsiteX131" fmla="*/ 1276007 w 2912392"/>
                <a:gd name="connsiteY131" fmla="*/ 226524 h 911598"/>
                <a:gd name="connsiteX132" fmla="*/ 1285736 w 2912392"/>
                <a:gd name="connsiteY132" fmla="*/ 215775 h 911598"/>
                <a:gd name="connsiteX133" fmla="*/ 1295480 w 2912392"/>
                <a:gd name="connsiteY133" fmla="*/ 205160 h 911598"/>
                <a:gd name="connsiteX134" fmla="*/ 1305224 w 2912392"/>
                <a:gd name="connsiteY134" fmla="*/ 194697 h 911598"/>
                <a:gd name="connsiteX135" fmla="*/ 1314968 w 2912392"/>
                <a:gd name="connsiteY135" fmla="*/ 184397 h 911598"/>
                <a:gd name="connsiteX136" fmla="*/ 1324697 w 2912392"/>
                <a:gd name="connsiteY136" fmla="*/ 174275 h 911598"/>
                <a:gd name="connsiteX137" fmla="*/ 1334441 w 2912392"/>
                <a:gd name="connsiteY137" fmla="*/ 164340 h 911598"/>
                <a:gd name="connsiteX138" fmla="*/ 1344185 w 2912392"/>
                <a:gd name="connsiteY138" fmla="*/ 154608 h 911598"/>
                <a:gd name="connsiteX139" fmla="*/ 1353929 w 2912392"/>
                <a:gd name="connsiteY139" fmla="*/ 145091 h 911598"/>
                <a:gd name="connsiteX140" fmla="*/ 1363658 w 2912392"/>
                <a:gd name="connsiteY140" fmla="*/ 135800 h 911598"/>
                <a:gd name="connsiteX141" fmla="*/ 1373402 w 2912392"/>
                <a:gd name="connsiteY141" fmla="*/ 126744 h 911598"/>
                <a:gd name="connsiteX142" fmla="*/ 1383146 w 2912392"/>
                <a:gd name="connsiteY142" fmla="*/ 117939 h 911598"/>
                <a:gd name="connsiteX143" fmla="*/ 1392890 w 2912392"/>
                <a:gd name="connsiteY143" fmla="*/ 109393 h 911598"/>
                <a:gd name="connsiteX144" fmla="*/ 1402619 w 2912392"/>
                <a:gd name="connsiteY144" fmla="*/ 101116 h 911598"/>
                <a:gd name="connsiteX145" fmla="*/ 1412363 w 2912392"/>
                <a:gd name="connsiteY145" fmla="*/ 93119 h 911598"/>
                <a:gd name="connsiteX146" fmla="*/ 1422106 w 2912392"/>
                <a:gd name="connsiteY146" fmla="*/ 85410 h 911598"/>
                <a:gd name="connsiteX147" fmla="*/ 1431850 w 2912392"/>
                <a:gd name="connsiteY147" fmla="*/ 77998 h 911598"/>
                <a:gd name="connsiteX148" fmla="*/ 1441594 w 2912392"/>
                <a:gd name="connsiteY148" fmla="*/ 70891 h 911598"/>
                <a:gd name="connsiteX149" fmla="*/ 1451323 w 2912392"/>
                <a:gd name="connsiteY149" fmla="*/ 64097 h 911598"/>
                <a:gd name="connsiteX150" fmla="*/ 1461067 w 2912392"/>
                <a:gd name="connsiteY150" fmla="*/ 57623 h 911598"/>
                <a:gd name="connsiteX151" fmla="*/ 1470811 w 2912392"/>
                <a:gd name="connsiteY151" fmla="*/ 51476 h 911598"/>
                <a:gd name="connsiteX152" fmla="*/ 1480555 w 2912392"/>
                <a:gd name="connsiteY152" fmla="*/ 45661 h 911598"/>
                <a:gd name="connsiteX153" fmla="*/ 1490284 w 2912392"/>
                <a:gd name="connsiteY153" fmla="*/ 40183 h 911598"/>
                <a:gd name="connsiteX154" fmla="*/ 1500028 w 2912392"/>
                <a:gd name="connsiteY154" fmla="*/ 35047 h 911598"/>
                <a:gd name="connsiteX155" fmla="*/ 1509772 w 2912392"/>
                <a:gd name="connsiteY155" fmla="*/ 30257 h 911598"/>
                <a:gd name="connsiteX156" fmla="*/ 1519516 w 2912392"/>
                <a:gd name="connsiteY156" fmla="*/ 25814 h 911598"/>
                <a:gd name="connsiteX157" fmla="*/ 1529245 w 2912392"/>
                <a:gd name="connsiteY157" fmla="*/ 21724 h 911598"/>
                <a:gd name="connsiteX158" fmla="*/ 1538989 w 2912392"/>
                <a:gd name="connsiteY158" fmla="*/ 17986 h 911598"/>
                <a:gd name="connsiteX159" fmla="*/ 1548733 w 2912392"/>
                <a:gd name="connsiteY159" fmla="*/ 14604 h 911598"/>
                <a:gd name="connsiteX160" fmla="*/ 1558477 w 2912392"/>
                <a:gd name="connsiteY160" fmla="*/ 11576 h 911598"/>
                <a:gd name="connsiteX161" fmla="*/ 1568221 w 2912392"/>
                <a:gd name="connsiteY161" fmla="*/ 8904 h 911598"/>
                <a:gd name="connsiteX162" fmla="*/ 1577950 w 2912392"/>
                <a:gd name="connsiteY162" fmla="*/ 6585 h 911598"/>
                <a:gd name="connsiteX163" fmla="*/ 1587694 w 2912392"/>
                <a:gd name="connsiteY163" fmla="*/ 4619 h 911598"/>
                <a:gd name="connsiteX164" fmla="*/ 1597438 w 2912392"/>
                <a:gd name="connsiteY164" fmla="*/ 3005 h 911598"/>
                <a:gd name="connsiteX165" fmla="*/ 1607182 w 2912392"/>
                <a:gd name="connsiteY165" fmla="*/ 1739 h 911598"/>
                <a:gd name="connsiteX166" fmla="*/ 1616911 w 2912392"/>
                <a:gd name="connsiteY166" fmla="*/ 819 h 911598"/>
                <a:gd name="connsiteX167" fmla="*/ 1626655 w 2912392"/>
                <a:gd name="connsiteY167" fmla="*/ 241 h 911598"/>
                <a:gd name="connsiteX168" fmla="*/ 1636399 w 2912392"/>
                <a:gd name="connsiteY168" fmla="*/ 0 h 911598"/>
                <a:gd name="connsiteX169" fmla="*/ 1646142 w 2912392"/>
                <a:gd name="connsiteY169" fmla="*/ 92 h 911598"/>
                <a:gd name="connsiteX170" fmla="*/ 1655872 w 2912392"/>
                <a:gd name="connsiteY170" fmla="*/ 511 h 911598"/>
                <a:gd name="connsiteX171" fmla="*/ 1665616 w 2912392"/>
                <a:gd name="connsiteY171" fmla="*/ 1253 h 911598"/>
                <a:gd name="connsiteX172" fmla="*/ 1675359 w 2912392"/>
                <a:gd name="connsiteY172" fmla="*/ 2309 h 911598"/>
                <a:gd name="connsiteX173" fmla="*/ 1685103 w 2912392"/>
                <a:gd name="connsiteY173" fmla="*/ 3674 h 911598"/>
                <a:gd name="connsiteX174" fmla="*/ 1694832 w 2912392"/>
                <a:gd name="connsiteY174" fmla="*/ 5340 h 911598"/>
                <a:gd name="connsiteX175" fmla="*/ 1704576 w 2912392"/>
                <a:gd name="connsiteY175" fmla="*/ 7299 h 911598"/>
                <a:gd name="connsiteX176" fmla="*/ 1714320 w 2912392"/>
                <a:gd name="connsiteY176" fmla="*/ 9546 h 911598"/>
                <a:gd name="connsiteX177" fmla="*/ 1724064 w 2912392"/>
                <a:gd name="connsiteY177" fmla="*/ 12068 h 911598"/>
                <a:gd name="connsiteX178" fmla="*/ 1733808 w 2912392"/>
                <a:gd name="connsiteY178" fmla="*/ 14860 h 911598"/>
                <a:gd name="connsiteX179" fmla="*/ 1743537 w 2912392"/>
                <a:gd name="connsiteY179" fmla="*/ 17910 h 911598"/>
                <a:gd name="connsiteX180" fmla="*/ 1753281 w 2912392"/>
                <a:gd name="connsiteY180" fmla="*/ 21212 h 911598"/>
                <a:gd name="connsiteX181" fmla="*/ 1763025 w 2912392"/>
                <a:gd name="connsiteY181" fmla="*/ 24753 h 911598"/>
                <a:gd name="connsiteX182" fmla="*/ 1772769 w 2912392"/>
                <a:gd name="connsiteY182" fmla="*/ 28526 h 911598"/>
                <a:gd name="connsiteX183" fmla="*/ 1782498 w 2912392"/>
                <a:gd name="connsiteY183" fmla="*/ 32519 h 911598"/>
                <a:gd name="connsiteX184" fmla="*/ 1792242 w 2912392"/>
                <a:gd name="connsiteY184" fmla="*/ 36720 h 911598"/>
                <a:gd name="connsiteX185" fmla="*/ 1801986 w 2912392"/>
                <a:gd name="connsiteY185" fmla="*/ 41123 h 911598"/>
                <a:gd name="connsiteX186" fmla="*/ 1811730 w 2912392"/>
                <a:gd name="connsiteY186" fmla="*/ 45715 h 911598"/>
                <a:gd name="connsiteX187" fmla="*/ 1821459 w 2912392"/>
                <a:gd name="connsiteY187" fmla="*/ 50484 h 911598"/>
                <a:gd name="connsiteX188" fmla="*/ 1831203 w 2912392"/>
                <a:gd name="connsiteY188" fmla="*/ 55420 h 911598"/>
                <a:gd name="connsiteX189" fmla="*/ 1840947 w 2912392"/>
                <a:gd name="connsiteY189" fmla="*/ 60514 h 911598"/>
                <a:gd name="connsiteX190" fmla="*/ 1850691 w 2912392"/>
                <a:gd name="connsiteY190" fmla="*/ 65751 h 911598"/>
                <a:gd name="connsiteX191" fmla="*/ 1860435 w 2912392"/>
                <a:gd name="connsiteY191" fmla="*/ 71123 h 911598"/>
                <a:gd name="connsiteX192" fmla="*/ 1870164 w 2912392"/>
                <a:gd name="connsiteY192" fmla="*/ 76618 h 911598"/>
                <a:gd name="connsiteX193" fmla="*/ 1879908 w 2912392"/>
                <a:gd name="connsiteY193" fmla="*/ 82224 h 911598"/>
                <a:gd name="connsiteX194" fmla="*/ 1889652 w 2912392"/>
                <a:gd name="connsiteY194" fmla="*/ 87931 h 911598"/>
                <a:gd name="connsiteX195" fmla="*/ 1899395 w 2912392"/>
                <a:gd name="connsiteY195" fmla="*/ 93726 h 911598"/>
                <a:gd name="connsiteX196" fmla="*/ 1909124 w 2912392"/>
                <a:gd name="connsiteY196" fmla="*/ 99601 h 911598"/>
                <a:gd name="connsiteX197" fmla="*/ 1918868 w 2912392"/>
                <a:gd name="connsiteY197" fmla="*/ 105543 h 911598"/>
                <a:gd name="connsiteX198" fmla="*/ 1928612 w 2912392"/>
                <a:gd name="connsiteY198" fmla="*/ 111541 h 911598"/>
                <a:gd name="connsiteX199" fmla="*/ 1938356 w 2912392"/>
                <a:gd name="connsiteY199" fmla="*/ 117584 h 911598"/>
                <a:gd name="connsiteX200" fmla="*/ 1948085 w 2912392"/>
                <a:gd name="connsiteY200" fmla="*/ 123663 h 911598"/>
                <a:gd name="connsiteX201" fmla="*/ 1957829 w 2912392"/>
                <a:gd name="connsiteY201" fmla="*/ 129764 h 911598"/>
                <a:gd name="connsiteX202" fmla="*/ 1967573 w 2912392"/>
                <a:gd name="connsiteY202" fmla="*/ 135882 h 911598"/>
                <a:gd name="connsiteX203" fmla="*/ 1977317 w 2912392"/>
                <a:gd name="connsiteY203" fmla="*/ 142001 h 911598"/>
                <a:gd name="connsiteX204" fmla="*/ 1987046 w 2912392"/>
                <a:gd name="connsiteY204" fmla="*/ 148115 h 911598"/>
                <a:gd name="connsiteX205" fmla="*/ 1996790 w 2912392"/>
                <a:gd name="connsiteY205" fmla="*/ 154213 h 911598"/>
                <a:gd name="connsiteX206" fmla="*/ 2006534 w 2912392"/>
                <a:gd name="connsiteY206" fmla="*/ 160285 h 911598"/>
                <a:gd name="connsiteX207" fmla="*/ 2016278 w 2912392"/>
                <a:gd name="connsiteY207" fmla="*/ 166322 h 911598"/>
                <a:gd name="connsiteX208" fmla="*/ 2026022 w 2912392"/>
                <a:gd name="connsiteY208" fmla="*/ 172314 h 911598"/>
                <a:gd name="connsiteX209" fmla="*/ 2035751 w 2912392"/>
                <a:gd name="connsiteY209" fmla="*/ 178254 h 911598"/>
                <a:gd name="connsiteX210" fmla="*/ 2045495 w 2912392"/>
                <a:gd name="connsiteY210" fmla="*/ 184134 h 911598"/>
                <a:gd name="connsiteX211" fmla="*/ 2055239 w 2912392"/>
                <a:gd name="connsiteY211" fmla="*/ 189943 h 911598"/>
                <a:gd name="connsiteX212" fmla="*/ 2064983 w 2912392"/>
                <a:gd name="connsiteY212" fmla="*/ 195674 h 911598"/>
                <a:gd name="connsiteX213" fmla="*/ 2074712 w 2912392"/>
                <a:gd name="connsiteY213" fmla="*/ 201319 h 911598"/>
                <a:gd name="connsiteX214" fmla="*/ 2084456 w 2912392"/>
                <a:gd name="connsiteY214" fmla="*/ 206874 h 911598"/>
                <a:gd name="connsiteX215" fmla="*/ 2094200 w 2912392"/>
                <a:gd name="connsiteY215" fmla="*/ 212330 h 911598"/>
                <a:gd name="connsiteX216" fmla="*/ 2103944 w 2912392"/>
                <a:gd name="connsiteY216" fmla="*/ 217680 h 911598"/>
                <a:gd name="connsiteX217" fmla="*/ 2113673 w 2912392"/>
                <a:gd name="connsiteY217" fmla="*/ 222917 h 911598"/>
                <a:gd name="connsiteX218" fmla="*/ 2123417 w 2912392"/>
                <a:gd name="connsiteY218" fmla="*/ 228039 h 911598"/>
                <a:gd name="connsiteX219" fmla="*/ 2133161 w 2912392"/>
                <a:gd name="connsiteY219" fmla="*/ 233038 h 911598"/>
                <a:gd name="connsiteX220" fmla="*/ 2142905 w 2912392"/>
                <a:gd name="connsiteY220" fmla="*/ 237910 h 911598"/>
                <a:gd name="connsiteX221" fmla="*/ 2152649 w 2912392"/>
                <a:gd name="connsiteY221" fmla="*/ 242649 h 911598"/>
                <a:gd name="connsiteX222" fmla="*/ 2162377 w 2912392"/>
                <a:gd name="connsiteY222" fmla="*/ 247255 h 911598"/>
                <a:gd name="connsiteX223" fmla="*/ 2172121 w 2912392"/>
                <a:gd name="connsiteY223" fmla="*/ 251720 h 911598"/>
                <a:gd name="connsiteX224" fmla="*/ 2181865 w 2912392"/>
                <a:gd name="connsiteY224" fmla="*/ 256045 h 911598"/>
                <a:gd name="connsiteX225" fmla="*/ 2191609 w 2912392"/>
                <a:gd name="connsiteY225" fmla="*/ 260224 h 911598"/>
                <a:gd name="connsiteX226" fmla="*/ 2201338 w 2912392"/>
                <a:gd name="connsiteY226" fmla="*/ 264259 h 911598"/>
                <a:gd name="connsiteX227" fmla="*/ 2211082 w 2912392"/>
                <a:gd name="connsiteY227" fmla="*/ 268144 h 911598"/>
                <a:gd name="connsiteX228" fmla="*/ 2220826 w 2912392"/>
                <a:gd name="connsiteY228" fmla="*/ 271883 h 911598"/>
                <a:gd name="connsiteX229" fmla="*/ 2230570 w 2912392"/>
                <a:gd name="connsiteY229" fmla="*/ 275472 h 911598"/>
                <a:gd name="connsiteX230" fmla="*/ 2240299 w 2912392"/>
                <a:gd name="connsiteY230" fmla="*/ 278912 h 911598"/>
                <a:gd name="connsiteX231" fmla="*/ 2250043 w 2912392"/>
                <a:gd name="connsiteY231" fmla="*/ 282205 h 911598"/>
                <a:gd name="connsiteX232" fmla="*/ 2259787 w 2912392"/>
                <a:gd name="connsiteY232" fmla="*/ 285350 h 911598"/>
                <a:gd name="connsiteX233" fmla="*/ 2269531 w 2912392"/>
                <a:gd name="connsiteY233" fmla="*/ 288349 h 911598"/>
                <a:gd name="connsiteX234" fmla="*/ 2279260 w 2912392"/>
                <a:gd name="connsiteY234" fmla="*/ 291205 h 911598"/>
                <a:gd name="connsiteX235" fmla="*/ 2289004 w 2912392"/>
                <a:gd name="connsiteY235" fmla="*/ 293923 h 911598"/>
                <a:gd name="connsiteX236" fmla="*/ 2298748 w 2912392"/>
                <a:gd name="connsiteY236" fmla="*/ 296502 h 911598"/>
                <a:gd name="connsiteX237" fmla="*/ 2308492 w 2912392"/>
                <a:gd name="connsiteY237" fmla="*/ 298947 h 911598"/>
                <a:gd name="connsiteX238" fmla="*/ 2318236 w 2912392"/>
                <a:gd name="connsiteY238" fmla="*/ 301263 h 911598"/>
                <a:gd name="connsiteX239" fmla="*/ 2327965 w 2912392"/>
                <a:gd name="connsiteY239" fmla="*/ 303457 h 911598"/>
                <a:gd name="connsiteX240" fmla="*/ 2337709 w 2912392"/>
                <a:gd name="connsiteY240" fmla="*/ 305530 h 911598"/>
                <a:gd name="connsiteX241" fmla="*/ 2347453 w 2912392"/>
                <a:gd name="connsiteY241" fmla="*/ 307490 h 911598"/>
                <a:gd name="connsiteX242" fmla="*/ 2357197 w 2912392"/>
                <a:gd name="connsiteY242" fmla="*/ 309343 h 911598"/>
                <a:gd name="connsiteX243" fmla="*/ 2366926 w 2912392"/>
                <a:gd name="connsiteY243" fmla="*/ 311097 h 911598"/>
                <a:gd name="connsiteX244" fmla="*/ 2376670 w 2912392"/>
                <a:gd name="connsiteY244" fmla="*/ 312756 h 911598"/>
                <a:gd name="connsiteX245" fmla="*/ 2386413 w 2912392"/>
                <a:gd name="connsiteY245" fmla="*/ 314330 h 911598"/>
                <a:gd name="connsiteX246" fmla="*/ 2396157 w 2912392"/>
                <a:gd name="connsiteY246" fmla="*/ 315826 h 911598"/>
                <a:gd name="connsiteX247" fmla="*/ 2405886 w 2912392"/>
                <a:gd name="connsiteY247" fmla="*/ 317251 h 911598"/>
                <a:gd name="connsiteX248" fmla="*/ 2415630 w 2912392"/>
                <a:gd name="connsiteY248" fmla="*/ 318616 h 911598"/>
                <a:gd name="connsiteX249" fmla="*/ 2425374 w 2912392"/>
                <a:gd name="connsiteY249" fmla="*/ 319929 h 911598"/>
                <a:gd name="connsiteX250" fmla="*/ 2435118 w 2912392"/>
                <a:gd name="connsiteY250" fmla="*/ 321200 h 911598"/>
                <a:gd name="connsiteX251" fmla="*/ 2444862 w 2912392"/>
                <a:gd name="connsiteY251" fmla="*/ 322436 h 911598"/>
                <a:gd name="connsiteX252" fmla="*/ 2454591 w 2912392"/>
                <a:gd name="connsiteY252" fmla="*/ 323649 h 911598"/>
                <a:gd name="connsiteX253" fmla="*/ 2464335 w 2912392"/>
                <a:gd name="connsiteY253" fmla="*/ 324847 h 911598"/>
                <a:gd name="connsiteX254" fmla="*/ 2474079 w 2912392"/>
                <a:gd name="connsiteY254" fmla="*/ 326042 h 911598"/>
                <a:gd name="connsiteX255" fmla="*/ 2483823 w 2912392"/>
                <a:gd name="connsiteY255" fmla="*/ 327244 h 911598"/>
                <a:gd name="connsiteX256" fmla="*/ 2493552 w 2912392"/>
                <a:gd name="connsiteY256" fmla="*/ 328463 h 911598"/>
                <a:gd name="connsiteX257" fmla="*/ 2503296 w 2912392"/>
                <a:gd name="connsiteY257" fmla="*/ 329709 h 911598"/>
                <a:gd name="connsiteX258" fmla="*/ 2513040 w 2912392"/>
                <a:gd name="connsiteY258" fmla="*/ 330993 h 911598"/>
                <a:gd name="connsiteX259" fmla="*/ 2522784 w 2912392"/>
                <a:gd name="connsiteY259" fmla="*/ 332325 h 911598"/>
                <a:gd name="connsiteX260" fmla="*/ 2532513 w 2912392"/>
                <a:gd name="connsiteY260" fmla="*/ 333715 h 911598"/>
                <a:gd name="connsiteX261" fmla="*/ 2542257 w 2912392"/>
                <a:gd name="connsiteY261" fmla="*/ 335175 h 911598"/>
                <a:gd name="connsiteX262" fmla="*/ 2552001 w 2912392"/>
                <a:gd name="connsiteY262" fmla="*/ 336714 h 911598"/>
                <a:gd name="connsiteX263" fmla="*/ 2561745 w 2912392"/>
                <a:gd name="connsiteY263" fmla="*/ 338344 h 911598"/>
                <a:gd name="connsiteX264" fmla="*/ 2571474 w 2912392"/>
                <a:gd name="connsiteY264" fmla="*/ 340072 h 911598"/>
                <a:gd name="connsiteX265" fmla="*/ 2581218 w 2912392"/>
                <a:gd name="connsiteY265" fmla="*/ 341911 h 911598"/>
                <a:gd name="connsiteX266" fmla="*/ 2590962 w 2912392"/>
                <a:gd name="connsiteY266" fmla="*/ 343867 h 911598"/>
                <a:gd name="connsiteX267" fmla="*/ 2600705 w 2912392"/>
                <a:gd name="connsiteY267" fmla="*/ 345953 h 911598"/>
                <a:gd name="connsiteX268" fmla="*/ 2610449 w 2912392"/>
                <a:gd name="connsiteY268" fmla="*/ 348176 h 911598"/>
                <a:gd name="connsiteX269" fmla="*/ 2620178 w 2912392"/>
                <a:gd name="connsiteY269" fmla="*/ 350545 h 911598"/>
                <a:gd name="connsiteX270" fmla="*/ 2629922 w 2912392"/>
                <a:gd name="connsiteY270" fmla="*/ 353069 h 911598"/>
                <a:gd name="connsiteX271" fmla="*/ 2639666 w 2912392"/>
                <a:gd name="connsiteY271" fmla="*/ 355755 h 911598"/>
                <a:gd name="connsiteX272" fmla="*/ 2649410 w 2912392"/>
                <a:gd name="connsiteY272" fmla="*/ 358611 h 911598"/>
                <a:gd name="connsiteX273" fmla="*/ 2659139 w 2912392"/>
                <a:gd name="connsiteY273" fmla="*/ 361643 h 911598"/>
                <a:gd name="connsiteX274" fmla="*/ 2668883 w 2912392"/>
                <a:gd name="connsiteY274" fmla="*/ 364860 h 911598"/>
                <a:gd name="connsiteX275" fmla="*/ 2678627 w 2912392"/>
                <a:gd name="connsiteY275" fmla="*/ 368267 h 911598"/>
                <a:gd name="connsiteX276" fmla="*/ 2688371 w 2912392"/>
                <a:gd name="connsiteY276" fmla="*/ 371870 h 911598"/>
                <a:gd name="connsiteX277" fmla="*/ 2698100 w 2912392"/>
                <a:gd name="connsiteY277" fmla="*/ 375673 h 911598"/>
                <a:gd name="connsiteX278" fmla="*/ 2707844 w 2912392"/>
                <a:gd name="connsiteY278" fmla="*/ 379683 h 911598"/>
                <a:gd name="connsiteX279" fmla="*/ 2717588 w 2912392"/>
                <a:gd name="connsiteY279" fmla="*/ 383902 h 911598"/>
                <a:gd name="connsiteX280" fmla="*/ 2727332 w 2912392"/>
                <a:gd name="connsiteY280" fmla="*/ 388335 h 911598"/>
                <a:gd name="connsiteX281" fmla="*/ 2737076 w 2912392"/>
                <a:gd name="connsiteY281" fmla="*/ 392984 h 911598"/>
                <a:gd name="connsiteX282" fmla="*/ 2746805 w 2912392"/>
                <a:gd name="connsiteY282" fmla="*/ 397853 h 911598"/>
                <a:gd name="connsiteX283" fmla="*/ 2756549 w 2912392"/>
                <a:gd name="connsiteY283" fmla="*/ 402941 h 911598"/>
                <a:gd name="connsiteX284" fmla="*/ 2766293 w 2912392"/>
                <a:gd name="connsiteY284" fmla="*/ 408254 h 911598"/>
                <a:gd name="connsiteX285" fmla="*/ 2776037 w 2912392"/>
                <a:gd name="connsiteY285" fmla="*/ 413788 h 911598"/>
                <a:gd name="connsiteX286" fmla="*/ 2785766 w 2912392"/>
                <a:gd name="connsiteY286" fmla="*/ 419546 h 911598"/>
                <a:gd name="connsiteX287" fmla="*/ 2795510 w 2912392"/>
                <a:gd name="connsiteY287" fmla="*/ 425528 h 911598"/>
                <a:gd name="connsiteX288" fmla="*/ 2805254 w 2912392"/>
                <a:gd name="connsiteY288" fmla="*/ 431731 h 911598"/>
                <a:gd name="connsiteX289" fmla="*/ 2814998 w 2912392"/>
                <a:gd name="connsiteY289" fmla="*/ 438155 h 911598"/>
                <a:gd name="connsiteX290" fmla="*/ 2824727 w 2912392"/>
                <a:gd name="connsiteY290" fmla="*/ 444799 h 911598"/>
                <a:gd name="connsiteX291" fmla="*/ 2834471 w 2912392"/>
                <a:gd name="connsiteY291" fmla="*/ 451658 h 911598"/>
                <a:gd name="connsiteX292" fmla="*/ 2844215 w 2912392"/>
                <a:gd name="connsiteY292" fmla="*/ 458731 h 911598"/>
                <a:gd name="connsiteX293" fmla="*/ 2853958 w 2912392"/>
                <a:gd name="connsiteY293" fmla="*/ 466013 h 911598"/>
                <a:gd name="connsiteX294" fmla="*/ 2863687 w 2912392"/>
                <a:gd name="connsiteY294" fmla="*/ 473502 h 911598"/>
                <a:gd name="connsiteX295" fmla="*/ 2873431 w 2912392"/>
                <a:gd name="connsiteY295" fmla="*/ 481191 h 911598"/>
                <a:gd name="connsiteX296" fmla="*/ 2883175 w 2912392"/>
                <a:gd name="connsiteY296" fmla="*/ 489077 h 911598"/>
                <a:gd name="connsiteX297" fmla="*/ 2892919 w 2912392"/>
                <a:gd name="connsiteY297" fmla="*/ 497155 h 911598"/>
                <a:gd name="connsiteX298" fmla="*/ 2902663 w 2912392"/>
                <a:gd name="connsiteY298" fmla="*/ 505418 h 911598"/>
                <a:gd name="connsiteX299" fmla="*/ 2912392 w 2912392"/>
                <a:gd name="connsiteY299" fmla="*/ 513861 h 91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911598">
                  <a:moveTo>
                    <a:pt x="0" y="868304"/>
                  </a:moveTo>
                  <a:lnTo>
                    <a:pt x="9739" y="871635"/>
                  </a:lnTo>
                  <a:lnTo>
                    <a:pt x="19480" y="874892"/>
                  </a:lnTo>
                  <a:lnTo>
                    <a:pt x="29221" y="878061"/>
                  </a:lnTo>
                  <a:lnTo>
                    <a:pt x="38961" y="881133"/>
                  </a:lnTo>
                  <a:lnTo>
                    <a:pt x="48702" y="884100"/>
                  </a:lnTo>
                  <a:lnTo>
                    <a:pt x="58443" y="886951"/>
                  </a:lnTo>
                  <a:lnTo>
                    <a:pt x="68182" y="889679"/>
                  </a:lnTo>
                  <a:lnTo>
                    <a:pt x="77923" y="892276"/>
                  </a:lnTo>
                  <a:lnTo>
                    <a:pt x="87664" y="894733"/>
                  </a:lnTo>
                  <a:lnTo>
                    <a:pt x="97404" y="897045"/>
                  </a:lnTo>
                  <a:lnTo>
                    <a:pt x="107145" y="899204"/>
                  </a:lnTo>
                  <a:lnTo>
                    <a:pt x="116886" y="901204"/>
                  </a:lnTo>
                  <a:lnTo>
                    <a:pt x="126625" y="903041"/>
                  </a:lnTo>
                  <a:lnTo>
                    <a:pt x="136366" y="904708"/>
                  </a:lnTo>
                  <a:lnTo>
                    <a:pt x="146107" y="906202"/>
                  </a:lnTo>
                  <a:lnTo>
                    <a:pt x="155846" y="907519"/>
                  </a:lnTo>
                  <a:lnTo>
                    <a:pt x="165587" y="908658"/>
                  </a:lnTo>
                  <a:lnTo>
                    <a:pt x="175328" y="909613"/>
                  </a:lnTo>
                  <a:lnTo>
                    <a:pt x="185068" y="910383"/>
                  </a:lnTo>
                  <a:lnTo>
                    <a:pt x="194809" y="910968"/>
                  </a:lnTo>
                  <a:lnTo>
                    <a:pt x="204550" y="911365"/>
                  </a:lnTo>
                  <a:lnTo>
                    <a:pt x="214289" y="911576"/>
                  </a:lnTo>
                  <a:lnTo>
                    <a:pt x="224030" y="911599"/>
                  </a:lnTo>
                  <a:lnTo>
                    <a:pt x="233771" y="911435"/>
                  </a:lnTo>
                  <a:lnTo>
                    <a:pt x="243510" y="911086"/>
                  </a:lnTo>
                  <a:lnTo>
                    <a:pt x="253251" y="910554"/>
                  </a:lnTo>
                  <a:lnTo>
                    <a:pt x="262992" y="909839"/>
                  </a:lnTo>
                  <a:lnTo>
                    <a:pt x="272732" y="908947"/>
                  </a:lnTo>
                  <a:lnTo>
                    <a:pt x="282473" y="907877"/>
                  </a:lnTo>
                  <a:lnTo>
                    <a:pt x="292214" y="906633"/>
                  </a:lnTo>
                  <a:lnTo>
                    <a:pt x="301953" y="905220"/>
                  </a:lnTo>
                  <a:lnTo>
                    <a:pt x="311694" y="903641"/>
                  </a:lnTo>
                  <a:lnTo>
                    <a:pt x="321435" y="901902"/>
                  </a:lnTo>
                  <a:lnTo>
                    <a:pt x="331175" y="900004"/>
                  </a:lnTo>
                  <a:lnTo>
                    <a:pt x="340916" y="897954"/>
                  </a:lnTo>
                  <a:lnTo>
                    <a:pt x="350656" y="895758"/>
                  </a:lnTo>
                  <a:lnTo>
                    <a:pt x="360396" y="893417"/>
                  </a:lnTo>
                  <a:lnTo>
                    <a:pt x="370137" y="890940"/>
                  </a:lnTo>
                  <a:lnTo>
                    <a:pt x="379878" y="888329"/>
                  </a:lnTo>
                  <a:lnTo>
                    <a:pt x="389617" y="885593"/>
                  </a:lnTo>
                  <a:lnTo>
                    <a:pt x="399358" y="882732"/>
                  </a:lnTo>
                  <a:lnTo>
                    <a:pt x="409099" y="879755"/>
                  </a:lnTo>
                  <a:lnTo>
                    <a:pt x="418839" y="876668"/>
                  </a:lnTo>
                  <a:lnTo>
                    <a:pt x="428580" y="873474"/>
                  </a:lnTo>
                  <a:lnTo>
                    <a:pt x="438321" y="870177"/>
                  </a:lnTo>
                  <a:lnTo>
                    <a:pt x="448060" y="866784"/>
                  </a:lnTo>
                  <a:lnTo>
                    <a:pt x="457801" y="863299"/>
                  </a:lnTo>
                  <a:lnTo>
                    <a:pt x="467542" y="859726"/>
                  </a:lnTo>
                  <a:lnTo>
                    <a:pt x="477281" y="856070"/>
                  </a:lnTo>
                  <a:lnTo>
                    <a:pt x="487022" y="852334"/>
                  </a:lnTo>
                  <a:lnTo>
                    <a:pt x="496763" y="848522"/>
                  </a:lnTo>
                  <a:lnTo>
                    <a:pt x="506503" y="844638"/>
                  </a:lnTo>
                  <a:lnTo>
                    <a:pt x="516244" y="840686"/>
                  </a:lnTo>
                  <a:lnTo>
                    <a:pt x="525985" y="836666"/>
                  </a:lnTo>
                  <a:lnTo>
                    <a:pt x="535724" y="832583"/>
                  </a:lnTo>
                  <a:lnTo>
                    <a:pt x="545465" y="828437"/>
                  </a:lnTo>
                  <a:lnTo>
                    <a:pt x="555206" y="824233"/>
                  </a:lnTo>
                  <a:lnTo>
                    <a:pt x="564946" y="819967"/>
                  </a:lnTo>
                  <a:lnTo>
                    <a:pt x="574687" y="815645"/>
                  </a:lnTo>
                  <a:lnTo>
                    <a:pt x="584428" y="811264"/>
                  </a:lnTo>
                  <a:lnTo>
                    <a:pt x="594167" y="806828"/>
                  </a:lnTo>
                  <a:lnTo>
                    <a:pt x="603908" y="802333"/>
                  </a:lnTo>
                  <a:lnTo>
                    <a:pt x="613649" y="797779"/>
                  </a:lnTo>
                  <a:lnTo>
                    <a:pt x="623388" y="793167"/>
                  </a:lnTo>
                  <a:lnTo>
                    <a:pt x="633129" y="788494"/>
                  </a:lnTo>
                  <a:lnTo>
                    <a:pt x="642870" y="783759"/>
                  </a:lnTo>
                  <a:lnTo>
                    <a:pt x="652610" y="778960"/>
                  </a:lnTo>
                  <a:lnTo>
                    <a:pt x="662351" y="774094"/>
                  </a:lnTo>
                  <a:lnTo>
                    <a:pt x="672092" y="769158"/>
                  </a:lnTo>
                  <a:lnTo>
                    <a:pt x="681831" y="764149"/>
                  </a:lnTo>
                  <a:lnTo>
                    <a:pt x="691572" y="759066"/>
                  </a:lnTo>
                  <a:lnTo>
                    <a:pt x="701313" y="753902"/>
                  </a:lnTo>
                  <a:lnTo>
                    <a:pt x="711052" y="748654"/>
                  </a:lnTo>
                  <a:lnTo>
                    <a:pt x="720793" y="743319"/>
                  </a:lnTo>
                  <a:lnTo>
                    <a:pt x="730534" y="737893"/>
                  </a:lnTo>
                  <a:lnTo>
                    <a:pt x="740274" y="732370"/>
                  </a:lnTo>
                  <a:lnTo>
                    <a:pt x="750015" y="726745"/>
                  </a:lnTo>
                  <a:lnTo>
                    <a:pt x="759756" y="721017"/>
                  </a:lnTo>
                  <a:lnTo>
                    <a:pt x="769495" y="715177"/>
                  </a:lnTo>
                  <a:lnTo>
                    <a:pt x="779236" y="709223"/>
                  </a:lnTo>
                  <a:lnTo>
                    <a:pt x="788977" y="703148"/>
                  </a:lnTo>
                  <a:lnTo>
                    <a:pt x="798717" y="696949"/>
                  </a:lnTo>
                  <a:lnTo>
                    <a:pt x="808458" y="690621"/>
                  </a:lnTo>
                  <a:lnTo>
                    <a:pt x="818199" y="684160"/>
                  </a:lnTo>
                  <a:lnTo>
                    <a:pt x="827938" y="677559"/>
                  </a:lnTo>
                  <a:lnTo>
                    <a:pt x="837679" y="670816"/>
                  </a:lnTo>
                  <a:lnTo>
                    <a:pt x="847420" y="663927"/>
                  </a:lnTo>
                  <a:lnTo>
                    <a:pt x="857159" y="656887"/>
                  </a:lnTo>
                  <a:lnTo>
                    <a:pt x="866900" y="649692"/>
                  </a:lnTo>
                  <a:lnTo>
                    <a:pt x="876641" y="642340"/>
                  </a:lnTo>
                  <a:lnTo>
                    <a:pt x="886381" y="634828"/>
                  </a:lnTo>
                  <a:lnTo>
                    <a:pt x="896122" y="627150"/>
                  </a:lnTo>
                  <a:lnTo>
                    <a:pt x="905863" y="619309"/>
                  </a:lnTo>
                  <a:lnTo>
                    <a:pt x="915602" y="611299"/>
                  </a:lnTo>
                  <a:lnTo>
                    <a:pt x="925343" y="603120"/>
                  </a:lnTo>
                  <a:lnTo>
                    <a:pt x="935084" y="594772"/>
                  </a:lnTo>
                  <a:lnTo>
                    <a:pt x="944824" y="586251"/>
                  </a:lnTo>
                  <a:lnTo>
                    <a:pt x="954564" y="577561"/>
                  </a:lnTo>
                  <a:lnTo>
                    <a:pt x="964305" y="568700"/>
                  </a:lnTo>
                  <a:lnTo>
                    <a:pt x="974045" y="559668"/>
                  </a:lnTo>
                  <a:lnTo>
                    <a:pt x="983786" y="550471"/>
                  </a:lnTo>
                  <a:lnTo>
                    <a:pt x="993522" y="541106"/>
                  </a:lnTo>
                  <a:lnTo>
                    <a:pt x="1003266" y="531579"/>
                  </a:lnTo>
                  <a:lnTo>
                    <a:pt x="1013010" y="521892"/>
                  </a:lnTo>
                  <a:lnTo>
                    <a:pt x="1022754" y="512047"/>
                  </a:lnTo>
                  <a:lnTo>
                    <a:pt x="1032483" y="502052"/>
                  </a:lnTo>
                  <a:lnTo>
                    <a:pt x="1042227" y="491909"/>
                  </a:lnTo>
                  <a:lnTo>
                    <a:pt x="1051971" y="481626"/>
                  </a:lnTo>
                  <a:lnTo>
                    <a:pt x="1061715" y="471206"/>
                  </a:lnTo>
                  <a:lnTo>
                    <a:pt x="1071444" y="460659"/>
                  </a:lnTo>
                  <a:lnTo>
                    <a:pt x="1081188" y="449989"/>
                  </a:lnTo>
                  <a:lnTo>
                    <a:pt x="1090932" y="439207"/>
                  </a:lnTo>
                  <a:lnTo>
                    <a:pt x="1100676" y="428319"/>
                  </a:lnTo>
                  <a:lnTo>
                    <a:pt x="1110405" y="417335"/>
                  </a:lnTo>
                  <a:lnTo>
                    <a:pt x="1120149" y="406264"/>
                  </a:lnTo>
                  <a:lnTo>
                    <a:pt x="1129893" y="395115"/>
                  </a:lnTo>
                  <a:lnTo>
                    <a:pt x="1139637" y="383901"/>
                  </a:lnTo>
                  <a:lnTo>
                    <a:pt x="1149381" y="372630"/>
                  </a:lnTo>
                  <a:lnTo>
                    <a:pt x="1159110" y="361314"/>
                  </a:lnTo>
                  <a:lnTo>
                    <a:pt x="1168854" y="349965"/>
                  </a:lnTo>
                  <a:lnTo>
                    <a:pt x="1178598" y="338594"/>
                  </a:lnTo>
                  <a:lnTo>
                    <a:pt x="1188341" y="327214"/>
                  </a:lnTo>
                  <a:lnTo>
                    <a:pt x="1198070" y="315839"/>
                  </a:lnTo>
                  <a:lnTo>
                    <a:pt x="1207814" y="304479"/>
                  </a:lnTo>
                  <a:lnTo>
                    <a:pt x="1217558" y="293148"/>
                  </a:lnTo>
                  <a:lnTo>
                    <a:pt x="1227302" y="281859"/>
                  </a:lnTo>
                  <a:lnTo>
                    <a:pt x="1237031" y="270627"/>
                  </a:lnTo>
                  <a:lnTo>
                    <a:pt x="1246775" y="259463"/>
                  </a:lnTo>
                  <a:lnTo>
                    <a:pt x="1256519" y="248382"/>
                  </a:lnTo>
                  <a:lnTo>
                    <a:pt x="1266263" y="237399"/>
                  </a:lnTo>
                  <a:lnTo>
                    <a:pt x="1276007" y="226524"/>
                  </a:lnTo>
                  <a:lnTo>
                    <a:pt x="1285736" y="215775"/>
                  </a:lnTo>
                  <a:lnTo>
                    <a:pt x="1295480" y="205160"/>
                  </a:lnTo>
                  <a:lnTo>
                    <a:pt x="1305224" y="194697"/>
                  </a:lnTo>
                  <a:lnTo>
                    <a:pt x="1314968" y="184397"/>
                  </a:lnTo>
                  <a:lnTo>
                    <a:pt x="1324697" y="174275"/>
                  </a:lnTo>
                  <a:lnTo>
                    <a:pt x="1334441" y="164340"/>
                  </a:lnTo>
                  <a:lnTo>
                    <a:pt x="1344185" y="154608"/>
                  </a:lnTo>
                  <a:lnTo>
                    <a:pt x="1353929" y="145091"/>
                  </a:lnTo>
                  <a:lnTo>
                    <a:pt x="1363658" y="135800"/>
                  </a:lnTo>
                  <a:lnTo>
                    <a:pt x="1373402" y="126744"/>
                  </a:lnTo>
                  <a:lnTo>
                    <a:pt x="1383146" y="117939"/>
                  </a:lnTo>
                  <a:lnTo>
                    <a:pt x="1392890" y="109393"/>
                  </a:lnTo>
                  <a:lnTo>
                    <a:pt x="1402619" y="101116"/>
                  </a:lnTo>
                  <a:lnTo>
                    <a:pt x="1412363" y="93119"/>
                  </a:lnTo>
                  <a:lnTo>
                    <a:pt x="1422106" y="85410"/>
                  </a:lnTo>
                  <a:lnTo>
                    <a:pt x="1431850" y="77998"/>
                  </a:lnTo>
                  <a:lnTo>
                    <a:pt x="1441594" y="70891"/>
                  </a:lnTo>
                  <a:lnTo>
                    <a:pt x="1451323" y="64097"/>
                  </a:lnTo>
                  <a:lnTo>
                    <a:pt x="1461067" y="57623"/>
                  </a:lnTo>
                  <a:lnTo>
                    <a:pt x="1470811" y="51476"/>
                  </a:lnTo>
                  <a:lnTo>
                    <a:pt x="1480555" y="45661"/>
                  </a:lnTo>
                  <a:lnTo>
                    <a:pt x="1490284" y="40183"/>
                  </a:lnTo>
                  <a:lnTo>
                    <a:pt x="1500028" y="35047"/>
                  </a:lnTo>
                  <a:lnTo>
                    <a:pt x="1509772" y="30257"/>
                  </a:lnTo>
                  <a:lnTo>
                    <a:pt x="1519516" y="25814"/>
                  </a:lnTo>
                  <a:lnTo>
                    <a:pt x="1529245" y="21724"/>
                  </a:lnTo>
                  <a:lnTo>
                    <a:pt x="1538989" y="17986"/>
                  </a:lnTo>
                  <a:lnTo>
                    <a:pt x="1548733" y="14604"/>
                  </a:lnTo>
                  <a:lnTo>
                    <a:pt x="1558477" y="11576"/>
                  </a:lnTo>
                  <a:lnTo>
                    <a:pt x="1568221" y="8904"/>
                  </a:lnTo>
                  <a:lnTo>
                    <a:pt x="1577950" y="6585"/>
                  </a:lnTo>
                  <a:lnTo>
                    <a:pt x="1587694" y="4619"/>
                  </a:lnTo>
                  <a:lnTo>
                    <a:pt x="1597438" y="3005"/>
                  </a:lnTo>
                  <a:lnTo>
                    <a:pt x="1607182" y="1739"/>
                  </a:lnTo>
                  <a:lnTo>
                    <a:pt x="1616911" y="819"/>
                  </a:lnTo>
                  <a:lnTo>
                    <a:pt x="1626655" y="241"/>
                  </a:lnTo>
                  <a:lnTo>
                    <a:pt x="1636399" y="0"/>
                  </a:lnTo>
                  <a:lnTo>
                    <a:pt x="1646142" y="92"/>
                  </a:lnTo>
                  <a:lnTo>
                    <a:pt x="1655872" y="511"/>
                  </a:lnTo>
                  <a:lnTo>
                    <a:pt x="1665616" y="1253"/>
                  </a:lnTo>
                  <a:lnTo>
                    <a:pt x="1675359" y="2309"/>
                  </a:lnTo>
                  <a:lnTo>
                    <a:pt x="1685103" y="3674"/>
                  </a:lnTo>
                  <a:lnTo>
                    <a:pt x="1694832" y="5340"/>
                  </a:lnTo>
                  <a:lnTo>
                    <a:pt x="1704576" y="7299"/>
                  </a:lnTo>
                  <a:lnTo>
                    <a:pt x="1714320" y="9546"/>
                  </a:lnTo>
                  <a:lnTo>
                    <a:pt x="1724064" y="12068"/>
                  </a:lnTo>
                  <a:lnTo>
                    <a:pt x="1733808" y="14860"/>
                  </a:lnTo>
                  <a:lnTo>
                    <a:pt x="1743537" y="17910"/>
                  </a:lnTo>
                  <a:lnTo>
                    <a:pt x="1753281" y="21212"/>
                  </a:lnTo>
                  <a:lnTo>
                    <a:pt x="1763025" y="24753"/>
                  </a:lnTo>
                  <a:lnTo>
                    <a:pt x="1772769" y="28526"/>
                  </a:lnTo>
                  <a:lnTo>
                    <a:pt x="1782498" y="32519"/>
                  </a:lnTo>
                  <a:lnTo>
                    <a:pt x="1792242" y="36720"/>
                  </a:lnTo>
                  <a:lnTo>
                    <a:pt x="1801986" y="41123"/>
                  </a:lnTo>
                  <a:lnTo>
                    <a:pt x="1811730" y="45715"/>
                  </a:lnTo>
                  <a:lnTo>
                    <a:pt x="1821459" y="50484"/>
                  </a:lnTo>
                  <a:lnTo>
                    <a:pt x="1831203" y="55420"/>
                  </a:lnTo>
                  <a:lnTo>
                    <a:pt x="1840947" y="60514"/>
                  </a:lnTo>
                  <a:lnTo>
                    <a:pt x="1850691" y="65751"/>
                  </a:lnTo>
                  <a:lnTo>
                    <a:pt x="1860435" y="71123"/>
                  </a:lnTo>
                  <a:lnTo>
                    <a:pt x="1870164" y="76618"/>
                  </a:lnTo>
                  <a:lnTo>
                    <a:pt x="1879908" y="82224"/>
                  </a:lnTo>
                  <a:lnTo>
                    <a:pt x="1889652" y="87931"/>
                  </a:lnTo>
                  <a:lnTo>
                    <a:pt x="1899395" y="93726"/>
                  </a:lnTo>
                  <a:lnTo>
                    <a:pt x="1909124" y="99601"/>
                  </a:lnTo>
                  <a:lnTo>
                    <a:pt x="1918868" y="105543"/>
                  </a:lnTo>
                  <a:lnTo>
                    <a:pt x="1928612" y="111541"/>
                  </a:lnTo>
                  <a:lnTo>
                    <a:pt x="1938356" y="117584"/>
                  </a:lnTo>
                  <a:lnTo>
                    <a:pt x="1948085" y="123663"/>
                  </a:lnTo>
                  <a:lnTo>
                    <a:pt x="1957829" y="129764"/>
                  </a:lnTo>
                  <a:lnTo>
                    <a:pt x="1967573" y="135882"/>
                  </a:lnTo>
                  <a:lnTo>
                    <a:pt x="1977317" y="142001"/>
                  </a:lnTo>
                  <a:lnTo>
                    <a:pt x="1987046" y="148115"/>
                  </a:lnTo>
                  <a:lnTo>
                    <a:pt x="1996790" y="154213"/>
                  </a:lnTo>
                  <a:lnTo>
                    <a:pt x="2006534" y="160285"/>
                  </a:lnTo>
                  <a:lnTo>
                    <a:pt x="2016278" y="166322"/>
                  </a:lnTo>
                  <a:lnTo>
                    <a:pt x="2026022" y="172314"/>
                  </a:lnTo>
                  <a:lnTo>
                    <a:pt x="2035751" y="178254"/>
                  </a:lnTo>
                  <a:lnTo>
                    <a:pt x="2045495" y="184134"/>
                  </a:lnTo>
                  <a:lnTo>
                    <a:pt x="2055239" y="189943"/>
                  </a:lnTo>
                  <a:lnTo>
                    <a:pt x="2064983" y="195674"/>
                  </a:lnTo>
                  <a:lnTo>
                    <a:pt x="2074712" y="201319"/>
                  </a:lnTo>
                  <a:lnTo>
                    <a:pt x="2084456" y="206874"/>
                  </a:lnTo>
                  <a:lnTo>
                    <a:pt x="2094200" y="212330"/>
                  </a:lnTo>
                  <a:lnTo>
                    <a:pt x="2103944" y="217680"/>
                  </a:lnTo>
                  <a:lnTo>
                    <a:pt x="2113673" y="222917"/>
                  </a:lnTo>
                  <a:lnTo>
                    <a:pt x="2123417" y="228039"/>
                  </a:lnTo>
                  <a:lnTo>
                    <a:pt x="2133161" y="233038"/>
                  </a:lnTo>
                  <a:lnTo>
                    <a:pt x="2142905" y="237910"/>
                  </a:lnTo>
                  <a:lnTo>
                    <a:pt x="2152649" y="242649"/>
                  </a:lnTo>
                  <a:lnTo>
                    <a:pt x="2162377" y="247255"/>
                  </a:lnTo>
                  <a:lnTo>
                    <a:pt x="2172121" y="251720"/>
                  </a:lnTo>
                  <a:lnTo>
                    <a:pt x="2181865" y="256045"/>
                  </a:lnTo>
                  <a:lnTo>
                    <a:pt x="2191609" y="260224"/>
                  </a:lnTo>
                  <a:lnTo>
                    <a:pt x="2201338" y="264259"/>
                  </a:lnTo>
                  <a:lnTo>
                    <a:pt x="2211082" y="268144"/>
                  </a:lnTo>
                  <a:lnTo>
                    <a:pt x="2220826" y="271883"/>
                  </a:lnTo>
                  <a:lnTo>
                    <a:pt x="2230570" y="275472"/>
                  </a:lnTo>
                  <a:lnTo>
                    <a:pt x="2240299" y="278912"/>
                  </a:lnTo>
                  <a:lnTo>
                    <a:pt x="2250043" y="282205"/>
                  </a:lnTo>
                  <a:lnTo>
                    <a:pt x="2259787" y="285350"/>
                  </a:lnTo>
                  <a:lnTo>
                    <a:pt x="2269531" y="288349"/>
                  </a:lnTo>
                  <a:lnTo>
                    <a:pt x="2279260" y="291205"/>
                  </a:lnTo>
                  <a:lnTo>
                    <a:pt x="2289004" y="293923"/>
                  </a:lnTo>
                  <a:lnTo>
                    <a:pt x="2298748" y="296502"/>
                  </a:lnTo>
                  <a:lnTo>
                    <a:pt x="2308492" y="298947"/>
                  </a:lnTo>
                  <a:lnTo>
                    <a:pt x="2318236" y="301263"/>
                  </a:lnTo>
                  <a:lnTo>
                    <a:pt x="2327965" y="303457"/>
                  </a:lnTo>
                  <a:lnTo>
                    <a:pt x="2337709" y="305530"/>
                  </a:lnTo>
                  <a:lnTo>
                    <a:pt x="2347453" y="307490"/>
                  </a:lnTo>
                  <a:lnTo>
                    <a:pt x="2357197" y="309343"/>
                  </a:lnTo>
                  <a:lnTo>
                    <a:pt x="2366926" y="311097"/>
                  </a:lnTo>
                  <a:lnTo>
                    <a:pt x="2376670" y="312756"/>
                  </a:lnTo>
                  <a:lnTo>
                    <a:pt x="2386413" y="314330"/>
                  </a:lnTo>
                  <a:lnTo>
                    <a:pt x="2396157" y="315826"/>
                  </a:lnTo>
                  <a:lnTo>
                    <a:pt x="2405886" y="317251"/>
                  </a:lnTo>
                  <a:lnTo>
                    <a:pt x="2415630" y="318616"/>
                  </a:lnTo>
                  <a:lnTo>
                    <a:pt x="2425374" y="319929"/>
                  </a:lnTo>
                  <a:lnTo>
                    <a:pt x="2435118" y="321200"/>
                  </a:lnTo>
                  <a:lnTo>
                    <a:pt x="2444862" y="322436"/>
                  </a:lnTo>
                  <a:lnTo>
                    <a:pt x="2454591" y="323649"/>
                  </a:lnTo>
                  <a:lnTo>
                    <a:pt x="2464335" y="324847"/>
                  </a:lnTo>
                  <a:lnTo>
                    <a:pt x="2474079" y="326042"/>
                  </a:lnTo>
                  <a:lnTo>
                    <a:pt x="2483823" y="327244"/>
                  </a:lnTo>
                  <a:lnTo>
                    <a:pt x="2493552" y="328463"/>
                  </a:lnTo>
                  <a:lnTo>
                    <a:pt x="2503296" y="329709"/>
                  </a:lnTo>
                  <a:lnTo>
                    <a:pt x="2513040" y="330993"/>
                  </a:lnTo>
                  <a:lnTo>
                    <a:pt x="2522784" y="332325"/>
                  </a:lnTo>
                  <a:lnTo>
                    <a:pt x="2532513" y="333715"/>
                  </a:lnTo>
                  <a:lnTo>
                    <a:pt x="2542257" y="335175"/>
                  </a:lnTo>
                  <a:lnTo>
                    <a:pt x="2552001" y="336714"/>
                  </a:lnTo>
                  <a:lnTo>
                    <a:pt x="2561745" y="338344"/>
                  </a:lnTo>
                  <a:lnTo>
                    <a:pt x="2571474" y="340072"/>
                  </a:lnTo>
                  <a:lnTo>
                    <a:pt x="2581218" y="341911"/>
                  </a:lnTo>
                  <a:lnTo>
                    <a:pt x="2590962" y="343867"/>
                  </a:lnTo>
                  <a:lnTo>
                    <a:pt x="2600705" y="345953"/>
                  </a:lnTo>
                  <a:lnTo>
                    <a:pt x="2610449" y="348176"/>
                  </a:lnTo>
                  <a:lnTo>
                    <a:pt x="2620178" y="350545"/>
                  </a:lnTo>
                  <a:lnTo>
                    <a:pt x="2629922" y="353069"/>
                  </a:lnTo>
                  <a:lnTo>
                    <a:pt x="2639666" y="355755"/>
                  </a:lnTo>
                  <a:lnTo>
                    <a:pt x="2649410" y="358611"/>
                  </a:lnTo>
                  <a:lnTo>
                    <a:pt x="2659139" y="361643"/>
                  </a:lnTo>
                  <a:lnTo>
                    <a:pt x="2668883" y="364860"/>
                  </a:lnTo>
                  <a:lnTo>
                    <a:pt x="2678627" y="368267"/>
                  </a:lnTo>
                  <a:lnTo>
                    <a:pt x="2688371" y="371870"/>
                  </a:lnTo>
                  <a:lnTo>
                    <a:pt x="2698100" y="375673"/>
                  </a:lnTo>
                  <a:lnTo>
                    <a:pt x="2707844" y="379683"/>
                  </a:lnTo>
                  <a:lnTo>
                    <a:pt x="2717588" y="383902"/>
                  </a:lnTo>
                  <a:lnTo>
                    <a:pt x="2727332" y="388335"/>
                  </a:lnTo>
                  <a:lnTo>
                    <a:pt x="2737076" y="392984"/>
                  </a:lnTo>
                  <a:lnTo>
                    <a:pt x="2746805" y="397853"/>
                  </a:lnTo>
                  <a:lnTo>
                    <a:pt x="2756549" y="402941"/>
                  </a:lnTo>
                  <a:lnTo>
                    <a:pt x="2766293" y="408254"/>
                  </a:lnTo>
                  <a:lnTo>
                    <a:pt x="2776037" y="413788"/>
                  </a:lnTo>
                  <a:lnTo>
                    <a:pt x="2785766" y="419546"/>
                  </a:lnTo>
                  <a:lnTo>
                    <a:pt x="2795510" y="425528"/>
                  </a:lnTo>
                  <a:lnTo>
                    <a:pt x="2805254" y="431731"/>
                  </a:lnTo>
                  <a:lnTo>
                    <a:pt x="2814998" y="438155"/>
                  </a:lnTo>
                  <a:lnTo>
                    <a:pt x="2824727" y="444799"/>
                  </a:lnTo>
                  <a:lnTo>
                    <a:pt x="2834471" y="451658"/>
                  </a:lnTo>
                  <a:lnTo>
                    <a:pt x="2844215" y="458731"/>
                  </a:lnTo>
                  <a:lnTo>
                    <a:pt x="2853958" y="466013"/>
                  </a:lnTo>
                  <a:lnTo>
                    <a:pt x="2863687" y="473502"/>
                  </a:lnTo>
                  <a:lnTo>
                    <a:pt x="2873431" y="481191"/>
                  </a:lnTo>
                  <a:lnTo>
                    <a:pt x="2883175" y="489077"/>
                  </a:lnTo>
                  <a:lnTo>
                    <a:pt x="2892919" y="497155"/>
                  </a:lnTo>
                  <a:lnTo>
                    <a:pt x="2902663" y="505418"/>
                  </a:lnTo>
                  <a:lnTo>
                    <a:pt x="2912392" y="51386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0" name="Freeform 799">
              <a:extLst>
                <a:ext uri="{FF2B5EF4-FFF2-40B4-BE49-F238E27FC236}">
                  <a16:creationId xmlns:a16="http://schemas.microsoft.com/office/drawing/2014/main" id="{8AEDE08F-E113-1475-4733-3EE2AE475523}"/>
                </a:ext>
              </a:extLst>
            </p:cNvPr>
            <p:cNvSpPr/>
            <p:nvPr/>
          </p:nvSpPr>
          <p:spPr>
            <a:xfrm>
              <a:off x="576446" y="3255790"/>
              <a:ext cx="2912392" cy="843523"/>
            </a:xfrm>
            <a:custGeom>
              <a:avLst/>
              <a:gdLst>
                <a:gd name="connsiteX0" fmla="*/ 0 w 2912392"/>
                <a:gd name="connsiteY0" fmla="*/ 116133 h 843523"/>
                <a:gd name="connsiteX1" fmla="*/ 9739 w 2912392"/>
                <a:gd name="connsiteY1" fmla="*/ 121538 h 843523"/>
                <a:gd name="connsiteX2" fmla="*/ 19480 w 2912392"/>
                <a:gd name="connsiteY2" fmla="*/ 127155 h 843523"/>
                <a:gd name="connsiteX3" fmla="*/ 29221 w 2912392"/>
                <a:gd name="connsiteY3" fmla="*/ 132987 h 843523"/>
                <a:gd name="connsiteX4" fmla="*/ 38961 w 2912392"/>
                <a:gd name="connsiteY4" fmla="*/ 139033 h 843523"/>
                <a:gd name="connsiteX5" fmla="*/ 48702 w 2912392"/>
                <a:gd name="connsiteY5" fmla="*/ 145298 h 843523"/>
                <a:gd name="connsiteX6" fmla="*/ 58443 w 2912392"/>
                <a:gd name="connsiteY6" fmla="*/ 151782 h 843523"/>
                <a:gd name="connsiteX7" fmla="*/ 68182 w 2912392"/>
                <a:gd name="connsiteY7" fmla="*/ 158486 h 843523"/>
                <a:gd name="connsiteX8" fmla="*/ 77923 w 2912392"/>
                <a:gd name="connsiteY8" fmla="*/ 165413 h 843523"/>
                <a:gd name="connsiteX9" fmla="*/ 87664 w 2912392"/>
                <a:gd name="connsiteY9" fmla="*/ 172563 h 843523"/>
                <a:gd name="connsiteX10" fmla="*/ 97404 w 2912392"/>
                <a:gd name="connsiteY10" fmla="*/ 179933 h 843523"/>
                <a:gd name="connsiteX11" fmla="*/ 107145 w 2912392"/>
                <a:gd name="connsiteY11" fmla="*/ 187527 h 843523"/>
                <a:gd name="connsiteX12" fmla="*/ 116886 w 2912392"/>
                <a:gd name="connsiteY12" fmla="*/ 195342 h 843523"/>
                <a:gd name="connsiteX13" fmla="*/ 126625 w 2912392"/>
                <a:gd name="connsiteY13" fmla="*/ 203379 h 843523"/>
                <a:gd name="connsiteX14" fmla="*/ 136366 w 2912392"/>
                <a:gd name="connsiteY14" fmla="*/ 211636 h 843523"/>
                <a:gd name="connsiteX15" fmla="*/ 146107 w 2912392"/>
                <a:gd name="connsiteY15" fmla="*/ 220109 h 843523"/>
                <a:gd name="connsiteX16" fmla="*/ 155846 w 2912392"/>
                <a:gd name="connsiteY16" fmla="*/ 228798 h 843523"/>
                <a:gd name="connsiteX17" fmla="*/ 165587 w 2912392"/>
                <a:gd name="connsiteY17" fmla="*/ 237700 h 843523"/>
                <a:gd name="connsiteX18" fmla="*/ 175328 w 2912392"/>
                <a:gd name="connsiteY18" fmla="*/ 246812 h 843523"/>
                <a:gd name="connsiteX19" fmla="*/ 185068 w 2912392"/>
                <a:gd name="connsiteY19" fmla="*/ 256130 h 843523"/>
                <a:gd name="connsiteX20" fmla="*/ 194809 w 2912392"/>
                <a:gd name="connsiteY20" fmla="*/ 265650 h 843523"/>
                <a:gd name="connsiteX21" fmla="*/ 204550 w 2912392"/>
                <a:gd name="connsiteY21" fmla="*/ 275367 h 843523"/>
                <a:gd name="connsiteX22" fmla="*/ 214289 w 2912392"/>
                <a:gd name="connsiteY22" fmla="*/ 285277 h 843523"/>
                <a:gd name="connsiteX23" fmla="*/ 224030 w 2912392"/>
                <a:gd name="connsiteY23" fmla="*/ 295372 h 843523"/>
                <a:gd name="connsiteX24" fmla="*/ 233771 w 2912392"/>
                <a:gd name="connsiteY24" fmla="*/ 305648 h 843523"/>
                <a:gd name="connsiteX25" fmla="*/ 243510 w 2912392"/>
                <a:gd name="connsiteY25" fmla="*/ 316100 h 843523"/>
                <a:gd name="connsiteX26" fmla="*/ 253251 w 2912392"/>
                <a:gd name="connsiteY26" fmla="*/ 326717 h 843523"/>
                <a:gd name="connsiteX27" fmla="*/ 262992 w 2912392"/>
                <a:gd name="connsiteY27" fmla="*/ 337495 h 843523"/>
                <a:gd name="connsiteX28" fmla="*/ 272732 w 2912392"/>
                <a:gd name="connsiteY28" fmla="*/ 348423 h 843523"/>
                <a:gd name="connsiteX29" fmla="*/ 282473 w 2912392"/>
                <a:gd name="connsiteY29" fmla="*/ 359496 h 843523"/>
                <a:gd name="connsiteX30" fmla="*/ 292214 w 2912392"/>
                <a:gd name="connsiteY30" fmla="*/ 370702 h 843523"/>
                <a:gd name="connsiteX31" fmla="*/ 301953 w 2912392"/>
                <a:gd name="connsiteY31" fmla="*/ 382034 h 843523"/>
                <a:gd name="connsiteX32" fmla="*/ 311694 w 2912392"/>
                <a:gd name="connsiteY32" fmla="*/ 393481 h 843523"/>
                <a:gd name="connsiteX33" fmla="*/ 321435 w 2912392"/>
                <a:gd name="connsiteY33" fmla="*/ 405032 h 843523"/>
                <a:gd name="connsiteX34" fmla="*/ 331175 w 2912392"/>
                <a:gd name="connsiteY34" fmla="*/ 416678 h 843523"/>
                <a:gd name="connsiteX35" fmla="*/ 340916 w 2912392"/>
                <a:gd name="connsiteY35" fmla="*/ 428408 h 843523"/>
                <a:gd name="connsiteX36" fmla="*/ 350656 w 2912392"/>
                <a:gd name="connsiteY36" fmla="*/ 440210 h 843523"/>
                <a:gd name="connsiteX37" fmla="*/ 360396 w 2912392"/>
                <a:gd name="connsiteY37" fmla="*/ 452072 h 843523"/>
                <a:gd name="connsiteX38" fmla="*/ 370137 w 2912392"/>
                <a:gd name="connsiteY38" fmla="*/ 463984 h 843523"/>
                <a:gd name="connsiteX39" fmla="*/ 379878 w 2912392"/>
                <a:gd name="connsiteY39" fmla="*/ 475932 h 843523"/>
                <a:gd name="connsiteX40" fmla="*/ 389617 w 2912392"/>
                <a:gd name="connsiteY40" fmla="*/ 487903 h 843523"/>
                <a:gd name="connsiteX41" fmla="*/ 399358 w 2912392"/>
                <a:gd name="connsiteY41" fmla="*/ 499885 h 843523"/>
                <a:gd name="connsiteX42" fmla="*/ 409099 w 2912392"/>
                <a:gd name="connsiteY42" fmla="*/ 511865 h 843523"/>
                <a:gd name="connsiteX43" fmla="*/ 418839 w 2912392"/>
                <a:gd name="connsiteY43" fmla="*/ 523830 h 843523"/>
                <a:gd name="connsiteX44" fmla="*/ 428580 w 2912392"/>
                <a:gd name="connsiteY44" fmla="*/ 535767 h 843523"/>
                <a:gd name="connsiteX45" fmla="*/ 438321 w 2912392"/>
                <a:gd name="connsiteY45" fmla="*/ 547661 h 843523"/>
                <a:gd name="connsiteX46" fmla="*/ 448060 w 2912392"/>
                <a:gd name="connsiteY46" fmla="*/ 559500 h 843523"/>
                <a:gd name="connsiteX47" fmla="*/ 457801 w 2912392"/>
                <a:gd name="connsiteY47" fmla="*/ 571267 h 843523"/>
                <a:gd name="connsiteX48" fmla="*/ 467542 w 2912392"/>
                <a:gd name="connsiteY48" fmla="*/ 582952 h 843523"/>
                <a:gd name="connsiteX49" fmla="*/ 477281 w 2912392"/>
                <a:gd name="connsiteY49" fmla="*/ 594541 h 843523"/>
                <a:gd name="connsiteX50" fmla="*/ 487022 w 2912392"/>
                <a:gd name="connsiteY50" fmla="*/ 606016 h 843523"/>
                <a:gd name="connsiteX51" fmla="*/ 496763 w 2912392"/>
                <a:gd name="connsiteY51" fmla="*/ 617366 h 843523"/>
                <a:gd name="connsiteX52" fmla="*/ 506503 w 2912392"/>
                <a:gd name="connsiteY52" fmla="*/ 628578 h 843523"/>
                <a:gd name="connsiteX53" fmla="*/ 516244 w 2912392"/>
                <a:gd name="connsiteY53" fmla="*/ 639637 h 843523"/>
                <a:gd name="connsiteX54" fmla="*/ 525985 w 2912392"/>
                <a:gd name="connsiteY54" fmla="*/ 650528 h 843523"/>
                <a:gd name="connsiteX55" fmla="*/ 535724 w 2912392"/>
                <a:gd name="connsiteY55" fmla="*/ 661239 h 843523"/>
                <a:gd name="connsiteX56" fmla="*/ 545465 w 2912392"/>
                <a:gd name="connsiteY56" fmla="*/ 671758 h 843523"/>
                <a:gd name="connsiteX57" fmla="*/ 555206 w 2912392"/>
                <a:gd name="connsiteY57" fmla="*/ 682068 h 843523"/>
                <a:gd name="connsiteX58" fmla="*/ 564946 w 2912392"/>
                <a:gd name="connsiteY58" fmla="*/ 692159 h 843523"/>
                <a:gd name="connsiteX59" fmla="*/ 574687 w 2912392"/>
                <a:gd name="connsiteY59" fmla="*/ 702018 h 843523"/>
                <a:gd name="connsiteX60" fmla="*/ 584428 w 2912392"/>
                <a:gd name="connsiteY60" fmla="*/ 711630 h 843523"/>
                <a:gd name="connsiteX61" fmla="*/ 594167 w 2912392"/>
                <a:gd name="connsiteY61" fmla="*/ 720987 h 843523"/>
                <a:gd name="connsiteX62" fmla="*/ 603908 w 2912392"/>
                <a:gd name="connsiteY62" fmla="*/ 730072 h 843523"/>
                <a:gd name="connsiteX63" fmla="*/ 613649 w 2912392"/>
                <a:gd name="connsiteY63" fmla="*/ 738878 h 843523"/>
                <a:gd name="connsiteX64" fmla="*/ 623388 w 2912392"/>
                <a:gd name="connsiteY64" fmla="*/ 747391 h 843523"/>
                <a:gd name="connsiteX65" fmla="*/ 633129 w 2912392"/>
                <a:gd name="connsiteY65" fmla="*/ 755600 h 843523"/>
                <a:gd name="connsiteX66" fmla="*/ 642870 w 2912392"/>
                <a:gd name="connsiteY66" fmla="*/ 763501 h 843523"/>
                <a:gd name="connsiteX67" fmla="*/ 652610 w 2912392"/>
                <a:gd name="connsiteY67" fmla="*/ 771070 h 843523"/>
                <a:gd name="connsiteX68" fmla="*/ 662351 w 2912392"/>
                <a:gd name="connsiteY68" fmla="*/ 778311 h 843523"/>
                <a:gd name="connsiteX69" fmla="*/ 672092 w 2912392"/>
                <a:gd name="connsiteY69" fmla="*/ 785209 h 843523"/>
                <a:gd name="connsiteX70" fmla="*/ 681831 w 2912392"/>
                <a:gd name="connsiteY70" fmla="*/ 791750 h 843523"/>
                <a:gd name="connsiteX71" fmla="*/ 691572 w 2912392"/>
                <a:gd name="connsiteY71" fmla="*/ 797933 h 843523"/>
                <a:gd name="connsiteX72" fmla="*/ 701313 w 2912392"/>
                <a:gd name="connsiteY72" fmla="*/ 803758 h 843523"/>
                <a:gd name="connsiteX73" fmla="*/ 711052 w 2912392"/>
                <a:gd name="connsiteY73" fmla="*/ 809196 h 843523"/>
                <a:gd name="connsiteX74" fmla="*/ 720793 w 2912392"/>
                <a:gd name="connsiteY74" fmla="*/ 814262 h 843523"/>
                <a:gd name="connsiteX75" fmla="*/ 730534 w 2912392"/>
                <a:gd name="connsiteY75" fmla="*/ 818940 h 843523"/>
                <a:gd name="connsiteX76" fmla="*/ 740274 w 2912392"/>
                <a:gd name="connsiteY76" fmla="*/ 823216 h 843523"/>
                <a:gd name="connsiteX77" fmla="*/ 750015 w 2912392"/>
                <a:gd name="connsiteY77" fmla="*/ 827105 h 843523"/>
                <a:gd name="connsiteX78" fmla="*/ 759756 w 2912392"/>
                <a:gd name="connsiteY78" fmla="*/ 830577 h 843523"/>
                <a:gd name="connsiteX79" fmla="*/ 769495 w 2912392"/>
                <a:gd name="connsiteY79" fmla="*/ 833661 h 843523"/>
                <a:gd name="connsiteX80" fmla="*/ 779236 w 2912392"/>
                <a:gd name="connsiteY80" fmla="*/ 836313 h 843523"/>
                <a:gd name="connsiteX81" fmla="*/ 788977 w 2912392"/>
                <a:gd name="connsiteY81" fmla="*/ 838562 h 843523"/>
                <a:gd name="connsiteX82" fmla="*/ 798717 w 2912392"/>
                <a:gd name="connsiteY82" fmla="*/ 840395 h 843523"/>
                <a:gd name="connsiteX83" fmla="*/ 808458 w 2912392"/>
                <a:gd name="connsiteY83" fmla="*/ 841810 h 843523"/>
                <a:gd name="connsiteX84" fmla="*/ 818199 w 2912392"/>
                <a:gd name="connsiteY84" fmla="*/ 842794 h 843523"/>
                <a:gd name="connsiteX85" fmla="*/ 827938 w 2912392"/>
                <a:gd name="connsiteY85" fmla="*/ 843375 h 843523"/>
                <a:gd name="connsiteX86" fmla="*/ 837679 w 2912392"/>
                <a:gd name="connsiteY86" fmla="*/ 843524 h 843523"/>
                <a:gd name="connsiteX87" fmla="*/ 847420 w 2912392"/>
                <a:gd name="connsiteY87" fmla="*/ 843241 h 843523"/>
                <a:gd name="connsiteX88" fmla="*/ 857159 w 2912392"/>
                <a:gd name="connsiteY88" fmla="*/ 842555 h 843523"/>
                <a:gd name="connsiteX89" fmla="*/ 866900 w 2912392"/>
                <a:gd name="connsiteY89" fmla="*/ 841453 h 843523"/>
                <a:gd name="connsiteX90" fmla="*/ 876641 w 2912392"/>
                <a:gd name="connsiteY90" fmla="*/ 839918 h 843523"/>
                <a:gd name="connsiteX91" fmla="*/ 886381 w 2912392"/>
                <a:gd name="connsiteY91" fmla="*/ 837981 h 843523"/>
                <a:gd name="connsiteX92" fmla="*/ 896122 w 2912392"/>
                <a:gd name="connsiteY92" fmla="*/ 835612 h 843523"/>
                <a:gd name="connsiteX93" fmla="*/ 905863 w 2912392"/>
                <a:gd name="connsiteY93" fmla="*/ 832856 h 843523"/>
                <a:gd name="connsiteX94" fmla="*/ 915602 w 2912392"/>
                <a:gd name="connsiteY94" fmla="*/ 829683 h 843523"/>
                <a:gd name="connsiteX95" fmla="*/ 925343 w 2912392"/>
                <a:gd name="connsiteY95" fmla="*/ 826107 h 843523"/>
                <a:gd name="connsiteX96" fmla="*/ 935084 w 2912392"/>
                <a:gd name="connsiteY96" fmla="*/ 822144 h 843523"/>
                <a:gd name="connsiteX97" fmla="*/ 944824 w 2912392"/>
                <a:gd name="connsiteY97" fmla="*/ 817778 h 843523"/>
                <a:gd name="connsiteX98" fmla="*/ 954564 w 2912392"/>
                <a:gd name="connsiteY98" fmla="*/ 813026 h 843523"/>
                <a:gd name="connsiteX99" fmla="*/ 964305 w 2912392"/>
                <a:gd name="connsiteY99" fmla="*/ 807900 h 843523"/>
                <a:gd name="connsiteX100" fmla="*/ 974045 w 2912392"/>
                <a:gd name="connsiteY100" fmla="*/ 802388 h 843523"/>
                <a:gd name="connsiteX101" fmla="*/ 983786 w 2912392"/>
                <a:gd name="connsiteY101" fmla="*/ 796517 h 843523"/>
                <a:gd name="connsiteX102" fmla="*/ 993522 w 2912392"/>
                <a:gd name="connsiteY102" fmla="*/ 790275 h 843523"/>
                <a:gd name="connsiteX103" fmla="*/ 1003266 w 2912392"/>
                <a:gd name="connsiteY103" fmla="*/ 783689 h 843523"/>
                <a:gd name="connsiteX104" fmla="*/ 1013010 w 2912392"/>
                <a:gd name="connsiteY104" fmla="*/ 776746 h 843523"/>
                <a:gd name="connsiteX105" fmla="*/ 1022754 w 2912392"/>
                <a:gd name="connsiteY105" fmla="*/ 769476 h 843523"/>
                <a:gd name="connsiteX106" fmla="*/ 1032483 w 2912392"/>
                <a:gd name="connsiteY106" fmla="*/ 761862 h 843523"/>
                <a:gd name="connsiteX107" fmla="*/ 1042227 w 2912392"/>
                <a:gd name="connsiteY107" fmla="*/ 753933 h 843523"/>
                <a:gd name="connsiteX108" fmla="*/ 1051971 w 2912392"/>
                <a:gd name="connsiteY108" fmla="*/ 745690 h 843523"/>
                <a:gd name="connsiteX109" fmla="*/ 1061715 w 2912392"/>
                <a:gd name="connsiteY109" fmla="*/ 737140 h 843523"/>
                <a:gd name="connsiteX110" fmla="*/ 1071444 w 2912392"/>
                <a:gd name="connsiteY110" fmla="*/ 728298 h 843523"/>
                <a:gd name="connsiteX111" fmla="*/ 1081188 w 2912392"/>
                <a:gd name="connsiteY111" fmla="*/ 719168 h 843523"/>
                <a:gd name="connsiteX112" fmla="*/ 1090932 w 2912392"/>
                <a:gd name="connsiteY112" fmla="*/ 709762 h 843523"/>
                <a:gd name="connsiteX113" fmla="*/ 1100676 w 2912392"/>
                <a:gd name="connsiteY113" fmla="*/ 700090 h 843523"/>
                <a:gd name="connsiteX114" fmla="*/ 1110405 w 2912392"/>
                <a:gd name="connsiteY114" fmla="*/ 690161 h 843523"/>
                <a:gd name="connsiteX115" fmla="*/ 1120149 w 2912392"/>
                <a:gd name="connsiteY115" fmla="*/ 679988 h 843523"/>
                <a:gd name="connsiteX116" fmla="*/ 1129893 w 2912392"/>
                <a:gd name="connsiteY116" fmla="*/ 669578 h 843523"/>
                <a:gd name="connsiteX117" fmla="*/ 1139637 w 2912392"/>
                <a:gd name="connsiteY117" fmla="*/ 658943 h 843523"/>
                <a:gd name="connsiteX118" fmla="*/ 1149381 w 2912392"/>
                <a:gd name="connsiteY118" fmla="*/ 648094 h 843523"/>
                <a:gd name="connsiteX119" fmla="*/ 1159110 w 2912392"/>
                <a:gd name="connsiteY119" fmla="*/ 637042 h 843523"/>
                <a:gd name="connsiteX120" fmla="*/ 1168854 w 2912392"/>
                <a:gd name="connsiteY120" fmla="*/ 625796 h 843523"/>
                <a:gd name="connsiteX121" fmla="*/ 1178598 w 2912392"/>
                <a:gd name="connsiteY121" fmla="*/ 614370 h 843523"/>
                <a:gd name="connsiteX122" fmla="*/ 1188341 w 2912392"/>
                <a:gd name="connsiteY122" fmla="*/ 602774 h 843523"/>
                <a:gd name="connsiteX123" fmla="*/ 1198070 w 2912392"/>
                <a:gd name="connsiteY123" fmla="*/ 591019 h 843523"/>
                <a:gd name="connsiteX124" fmla="*/ 1207814 w 2912392"/>
                <a:gd name="connsiteY124" fmla="*/ 579116 h 843523"/>
                <a:gd name="connsiteX125" fmla="*/ 1217558 w 2912392"/>
                <a:gd name="connsiteY125" fmla="*/ 567078 h 843523"/>
                <a:gd name="connsiteX126" fmla="*/ 1227302 w 2912392"/>
                <a:gd name="connsiteY126" fmla="*/ 554914 h 843523"/>
                <a:gd name="connsiteX127" fmla="*/ 1237031 w 2912392"/>
                <a:gd name="connsiteY127" fmla="*/ 542637 h 843523"/>
                <a:gd name="connsiteX128" fmla="*/ 1246775 w 2912392"/>
                <a:gd name="connsiteY128" fmla="*/ 530259 h 843523"/>
                <a:gd name="connsiteX129" fmla="*/ 1256519 w 2912392"/>
                <a:gd name="connsiteY129" fmla="*/ 517790 h 843523"/>
                <a:gd name="connsiteX130" fmla="*/ 1266263 w 2912392"/>
                <a:gd name="connsiteY130" fmla="*/ 505244 h 843523"/>
                <a:gd name="connsiteX131" fmla="*/ 1276007 w 2912392"/>
                <a:gd name="connsiteY131" fmla="*/ 492630 h 843523"/>
                <a:gd name="connsiteX132" fmla="*/ 1285736 w 2912392"/>
                <a:gd name="connsiteY132" fmla="*/ 479960 h 843523"/>
                <a:gd name="connsiteX133" fmla="*/ 1295480 w 2912392"/>
                <a:gd name="connsiteY133" fmla="*/ 467248 h 843523"/>
                <a:gd name="connsiteX134" fmla="*/ 1305224 w 2912392"/>
                <a:gd name="connsiteY134" fmla="*/ 454504 h 843523"/>
                <a:gd name="connsiteX135" fmla="*/ 1314968 w 2912392"/>
                <a:gd name="connsiteY135" fmla="*/ 441738 h 843523"/>
                <a:gd name="connsiteX136" fmla="*/ 1324697 w 2912392"/>
                <a:gd name="connsiteY136" fmla="*/ 428964 h 843523"/>
                <a:gd name="connsiteX137" fmla="*/ 1334441 w 2912392"/>
                <a:gd name="connsiteY137" fmla="*/ 416193 h 843523"/>
                <a:gd name="connsiteX138" fmla="*/ 1344185 w 2912392"/>
                <a:gd name="connsiteY138" fmla="*/ 403435 h 843523"/>
                <a:gd name="connsiteX139" fmla="*/ 1353929 w 2912392"/>
                <a:gd name="connsiteY139" fmla="*/ 390702 h 843523"/>
                <a:gd name="connsiteX140" fmla="*/ 1363658 w 2912392"/>
                <a:gd name="connsiteY140" fmla="*/ 378007 h 843523"/>
                <a:gd name="connsiteX141" fmla="*/ 1373402 w 2912392"/>
                <a:gd name="connsiteY141" fmla="*/ 365359 h 843523"/>
                <a:gd name="connsiteX142" fmla="*/ 1383146 w 2912392"/>
                <a:gd name="connsiteY142" fmla="*/ 352771 h 843523"/>
                <a:gd name="connsiteX143" fmla="*/ 1392890 w 2912392"/>
                <a:gd name="connsiteY143" fmla="*/ 340252 h 843523"/>
                <a:gd name="connsiteX144" fmla="*/ 1402619 w 2912392"/>
                <a:gd name="connsiteY144" fmla="*/ 327815 h 843523"/>
                <a:gd name="connsiteX145" fmla="*/ 1412363 w 2912392"/>
                <a:gd name="connsiteY145" fmla="*/ 315471 h 843523"/>
                <a:gd name="connsiteX146" fmla="*/ 1422106 w 2912392"/>
                <a:gd name="connsiteY146" fmla="*/ 303230 h 843523"/>
                <a:gd name="connsiteX147" fmla="*/ 1431850 w 2912392"/>
                <a:gd name="connsiteY147" fmla="*/ 291104 h 843523"/>
                <a:gd name="connsiteX148" fmla="*/ 1441594 w 2912392"/>
                <a:gd name="connsiteY148" fmla="*/ 279101 h 843523"/>
                <a:gd name="connsiteX149" fmla="*/ 1451323 w 2912392"/>
                <a:gd name="connsiteY149" fmla="*/ 267234 h 843523"/>
                <a:gd name="connsiteX150" fmla="*/ 1461067 w 2912392"/>
                <a:gd name="connsiteY150" fmla="*/ 255512 h 843523"/>
                <a:gd name="connsiteX151" fmla="*/ 1470811 w 2912392"/>
                <a:gd name="connsiteY151" fmla="*/ 243945 h 843523"/>
                <a:gd name="connsiteX152" fmla="*/ 1480555 w 2912392"/>
                <a:gd name="connsiteY152" fmla="*/ 232546 h 843523"/>
                <a:gd name="connsiteX153" fmla="*/ 1490284 w 2912392"/>
                <a:gd name="connsiteY153" fmla="*/ 221321 h 843523"/>
                <a:gd name="connsiteX154" fmla="*/ 1500028 w 2912392"/>
                <a:gd name="connsiteY154" fmla="*/ 210283 h 843523"/>
                <a:gd name="connsiteX155" fmla="*/ 1509772 w 2912392"/>
                <a:gd name="connsiteY155" fmla="*/ 199439 h 843523"/>
                <a:gd name="connsiteX156" fmla="*/ 1519516 w 2912392"/>
                <a:gd name="connsiteY156" fmla="*/ 188800 h 843523"/>
                <a:gd name="connsiteX157" fmla="*/ 1529245 w 2912392"/>
                <a:gd name="connsiteY157" fmla="*/ 178374 h 843523"/>
                <a:gd name="connsiteX158" fmla="*/ 1538989 w 2912392"/>
                <a:gd name="connsiteY158" fmla="*/ 168171 h 843523"/>
                <a:gd name="connsiteX159" fmla="*/ 1548733 w 2912392"/>
                <a:gd name="connsiteY159" fmla="*/ 158200 h 843523"/>
                <a:gd name="connsiteX160" fmla="*/ 1558477 w 2912392"/>
                <a:gd name="connsiteY160" fmla="*/ 148470 h 843523"/>
                <a:gd name="connsiteX161" fmla="*/ 1568221 w 2912392"/>
                <a:gd name="connsiteY161" fmla="*/ 138987 h 843523"/>
                <a:gd name="connsiteX162" fmla="*/ 1577950 w 2912392"/>
                <a:gd name="connsiteY162" fmla="*/ 129763 h 843523"/>
                <a:gd name="connsiteX163" fmla="*/ 1587694 w 2912392"/>
                <a:gd name="connsiteY163" fmla="*/ 120801 h 843523"/>
                <a:gd name="connsiteX164" fmla="*/ 1597438 w 2912392"/>
                <a:gd name="connsiteY164" fmla="*/ 112113 h 843523"/>
                <a:gd name="connsiteX165" fmla="*/ 1607182 w 2912392"/>
                <a:gd name="connsiteY165" fmla="*/ 103706 h 843523"/>
                <a:gd name="connsiteX166" fmla="*/ 1616911 w 2912392"/>
                <a:gd name="connsiteY166" fmla="*/ 95584 h 843523"/>
                <a:gd name="connsiteX167" fmla="*/ 1626655 w 2912392"/>
                <a:gd name="connsiteY167" fmla="*/ 87756 h 843523"/>
                <a:gd name="connsiteX168" fmla="*/ 1636399 w 2912392"/>
                <a:gd name="connsiteY168" fmla="*/ 80231 h 843523"/>
                <a:gd name="connsiteX169" fmla="*/ 1646142 w 2912392"/>
                <a:gd name="connsiteY169" fmla="*/ 73011 h 843523"/>
                <a:gd name="connsiteX170" fmla="*/ 1655872 w 2912392"/>
                <a:gd name="connsiteY170" fmla="*/ 66104 h 843523"/>
                <a:gd name="connsiteX171" fmla="*/ 1665616 w 2912392"/>
                <a:gd name="connsiteY171" fmla="*/ 59515 h 843523"/>
                <a:gd name="connsiteX172" fmla="*/ 1675359 w 2912392"/>
                <a:gd name="connsiteY172" fmla="*/ 53252 h 843523"/>
                <a:gd name="connsiteX173" fmla="*/ 1685103 w 2912392"/>
                <a:gd name="connsiteY173" fmla="*/ 47318 h 843523"/>
                <a:gd name="connsiteX174" fmla="*/ 1694832 w 2912392"/>
                <a:gd name="connsiteY174" fmla="*/ 41717 h 843523"/>
                <a:gd name="connsiteX175" fmla="*/ 1704576 w 2912392"/>
                <a:gd name="connsiteY175" fmla="*/ 36455 h 843523"/>
                <a:gd name="connsiteX176" fmla="*/ 1714320 w 2912392"/>
                <a:gd name="connsiteY176" fmla="*/ 31535 h 843523"/>
                <a:gd name="connsiteX177" fmla="*/ 1724064 w 2912392"/>
                <a:gd name="connsiteY177" fmla="*/ 26961 h 843523"/>
                <a:gd name="connsiteX178" fmla="*/ 1733808 w 2912392"/>
                <a:gd name="connsiteY178" fmla="*/ 22739 h 843523"/>
                <a:gd name="connsiteX179" fmla="*/ 1743537 w 2912392"/>
                <a:gd name="connsiteY179" fmla="*/ 18868 h 843523"/>
                <a:gd name="connsiteX180" fmla="*/ 1753281 w 2912392"/>
                <a:gd name="connsiteY180" fmla="*/ 15353 h 843523"/>
                <a:gd name="connsiteX181" fmla="*/ 1763025 w 2912392"/>
                <a:gd name="connsiteY181" fmla="*/ 12198 h 843523"/>
                <a:gd name="connsiteX182" fmla="*/ 1772769 w 2912392"/>
                <a:gd name="connsiteY182" fmla="*/ 9401 h 843523"/>
                <a:gd name="connsiteX183" fmla="*/ 1782498 w 2912392"/>
                <a:gd name="connsiteY183" fmla="*/ 6967 h 843523"/>
                <a:gd name="connsiteX184" fmla="*/ 1792242 w 2912392"/>
                <a:gd name="connsiteY184" fmla="*/ 4896 h 843523"/>
                <a:gd name="connsiteX185" fmla="*/ 1801986 w 2912392"/>
                <a:gd name="connsiteY185" fmla="*/ 3187 h 843523"/>
                <a:gd name="connsiteX186" fmla="*/ 1811730 w 2912392"/>
                <a:gd name="connsiteY186" fmla="*/ 1844 h 843523"/>
                <a:gd name="connsiteX187" fmla="*/ 1821459 w 2912392"/>
                <a:gd name="connsiteY187" fmla="*/ 866 h 843523"/>
                <a:gd name="connsiteX188" fmla="*/ 1831203 w 2912392"/>
                <a:gd name="connsiteY188" fmla="*/ 252 h 843523"/>
                <a:gd name="connsiteX189" fmla="*/ 1840947 w 2912392"/>
                <a:gd name="connsiteY189" fmla="*/ 0 h 843523"/>
                <a:gd name="connsiteX190" fmla="*/ 1850691 w 2912392"/>
                <a:gd name="connsiteY190" fmla="*/ 112 h 843523"/>
                <a:gd name="connsiteX191" fmla="*/ 1860435 w 2912392"/>
                <a:gd name="connsiteY191" fmla="*/ 585 h 843523"/>
                <a:gd name="connsiteX192" fmla="*/ 1870164 w 2912392"/>
                <a:gd name="connsiteY192" fmla="*/ 1418 h 843523"/>
                <a:gd name="connsiteX193" fmla="*/ 1879908 w 2912392"/>
                <a:gd name="connsiteY193" fmla="*/ 2607 h 843523"/>
                <a:gd name="connsiteX194" fmla="*/ 1889652 w 2912392"/>
                <a:gd name="connsiteY194" fmla="*/ 4152 h 843523"/>
                <a:gd name="connsiteX195" fmla="*/ 1899395 w 2912392"/>
                <a:gd name="connsiteY195" fmla="*/ 6049 h 843523"/>
                <a:gd name="connsiteX196" fmla="*/ 1909124 w 2912392"/>
                <a:gd name="connsiteY196" fmla="*/ 8293 h 843523"/>
                <a:gd name="connsiteX197" fmla="*/ 1918868 w 2912392"/>
                <a:gd name="connsiteY197" fmla="*/ 10882 h 843523"/>
                <a:gd name="connsiteX198" fmla="*/ 1928612 w 2912392"/>
                <a:gd name="connsiteY198" fmla="*/ 13811 h 843523"/>
                <a:gd name="connsiteX199" fmla="*/ 1938356 w 2912392"/>
                <a:gd name="connsiteY199" fmla="*/ 17077 h 843523"/>
                <a:gd name="connsiteX200" fmla="*/ 1948085 w 2912392"/>
                <a:gd name="connsiteY200" fmla="*/ 20674 h 843523"/>
                <a:gd name="connsiteX201" fmla="*/ 1957829 w 2912392"/>
                <a:gd name="connsiteY201" fmla="*/ 24597 h 843523"/>
                <a:gd name="connsiteX202" fmla="*/ 1967573 w 2912392"/>
                <a:gd name="connsiteY202" fmla="*/ 28840 h 843523"/>
                <a:gd name="connsiteX203" fmla="*/ 1977317 w 2912392"/>
                <a:gd name="connsiteY203" fmla="*/ 33398 h 843523"/>
                <a:gd name="connsiteX204" fmla="*/ 1987046 w 2912392"/>
                <a:gd name="connsiteY204" fmla="*/ 38264 h 843523"/>
                <a:gd name="connsiteX205" fmla="*/ 1996790 w 2912392"/>
                <a:gd name="connsiteY205" fmla="*/ 43430 h 843523"/>
                <a:gd name="connsiteX206" fmla="*/ 2006534 w 2912392"/>
                <a:gd name="connsiteY206" fmla="*/ 48891 h 843523"/>
                <a:gd name="connsiteX207" fmla="*/ 2016278 w 2912392"/>
                <a:gd name="connsiteY207" fmla="*/ 54641 h 843523"/>
                <a:gd name="connsiteX208" fmla="*/ 2026022 w 2912392"/>
                <a:gd name="connsiteY208" fmla="*/ 60669 h 843523"/>
                <a:gd name="connsiteX209" fmla="*/ 2035751 w 2912392"/>
                <a:gd name="connsiteY209" fmla="*/ 66968 h 843523"/>
                <a:gd name="connsiteX210" fmla="*/ 2045495 w 2912392"/>
                <a:gd name="connsiteY210" fmla="*/ 73531 h 843523"/>
                <a:gd name="connsiteX211" fmla="*/ 2055239 w 2912392"/>
                <a:gd name="connsiteY211" fmla="*/ 80347 h 843523"/>
                <a:gd name="connsiteX212" fmla="*/ 2064983 w 2912392"/>
                <a:gd name="connsiteY212" fmla="*/ 87411 h 843523"/>
                <a:gd name="connsiteX213" fmla="*/ 2074712 w 2912392"/>
                <a:gd name="connsiteY213" fmla="*/ 94708 h 843523"/>
                <a:gd name="connsiteX214" fmla="*/ 2084456 w 2912392"/>
                <a:gd name="connsiteY214" fmla="*/ 102235 h 843523"/>
                <a:gd name="connsiteX215" fmla="*/ 2094200 w 2912392"/>
                <a:gd name="connsiteY215" fmla="*/ 109977 h 843523"/>
                <a:gd name="connsiteX216" fmla="*/ 2103944 w 2912392"/>
                <a:gd name="connsiteY216" fmla="*/ 117927 h 843523"/>
                <a:gd name="connsiteX217" fmla="*/ 2113673 w 2912392"/>
                <a:gd name="connsiteY217" fmla="*/ 126074 h 843523"/>
                <a:gd name="connsiteX218" fmla="*/ 2123417 w 2912392"/>
                <a:gd name="connsiteY218" fmla="*/ 134407 h 843523"/>
                <a:gd name="connsiteX219" fmla="*/ 2133161 w 2912392"/>
                <a:gd name="connsiteY219" fmla="*/ 142914 h 843523"/>
                <a:gd name="connsiteX220" fmla="*/ 2142905 w 2912392"/>
                <a:gd name="connsiteY220" fmla="*/ 151587 h 843523"/>
                <a:gd name="connsiteX221" fmla="*/ 2152649 w 2912392"/>
                <a:gd name="connsiteY221" fmla="*/ 160413 h 843523"/>
                <a:gd name="connsiteX222" fmla="*/ 2162377 w 2912392"/>
                <a:gd name="connsiteY222" fmla="*/ 169381 h 843523"/>
                <a:gd name="connsiteX223" fmla="*/ 2172121 w 2912392"/>
                <a:gd name="connsiteY223" fmla="*/ 178479 h 843523"/>
                <a:gd name="connsiteX224" fmla="*/ 2181865 w 2912392"/>
                <a:gd name="connsiteY224" fmla="*/ 187696 h 843523"/>
                <a:gd name="connsiteX225" fmla="*/ 2191609 w 2912392"/>
                <a:gd name="connsiteY225" fmla="*/ 197020 h 843523"/>
                <a:gd name="connsiteX226" fmla="*/ 2201338 w 2912392"/>
                <a:gd name="connsiteY226" fmla="*/ 206439 h 843523"/>
                <a:gd name="connsiteX227" fmla="*/ 2211082 w 2912392"/>
                <a:gd name="connsiteY227" fmla="*/ 215941 h 843523"/>
                <a:gd name="connsiteX228" fmla="*/ 2220826 w 2912392"/>
                <a:gd name="connsiteY228" fmla="*/ 225514 h 843523"/>
                <a:gd name="connsiteX229" fmla="*/ 2230570 w 2912392"/>
                <a:gd name="connsiteY229" fmla="*/ 235145 h 843523"/>
                <a:gd name="connsiteX230" fmla="*/ 2240299 w 2912392"/>
                <a:gd name="connsiteY230" fmla="*/ 244823 h 843523"/>
                <a:gd name="connsiteX231" fmla="*/ 2250043 w 2912392"/>
                <a:gd name="connsiteY231" fmla="*/ 254534 h 843523"/>
                <a:gd name="connsiteX232" fmla="*/ 2259787 w 2912392"/>
                <a:gd name="connsiteY232" fmla="*/ 264268 h 843523"/>
                <a:gd name="connsiteX233" fmla="*/ 2269531 w 2912392"/>
                <a:gd name="connsiteY233" fmla="*/ 274010 h 843523"/>
                <a:gd name="connsiteX234" fmla="*/ 2279260 w 2912392"/>
                <a:gd name="connsiteY234" fmla="*/ 283750 h 843523"/>
                <a:gd name="connsiteX235" fmla="*/ 2289004 w 2912392"/>
                <a:gd name="connsiteY235" fmla="*/ 293474 h 843523"/>
                <a:gd name="connsiteX236" fmla="*/ 2298748 w 2912392"/>
                <a:gd name="connsiteY236" fmla="*/ 303170 h 843523"/>
                <a:gd name="connsiteX237" fmla="*/ 2308492 w 2912392"/>
                <a:gd name="connsiteY237" fmla="*/ 312828 h 843523"/>
                <a:gd name="connsiteX238" fmla="*/ 2318236 w 2912392"/>
                <a:gd name="connsiteY238" fmla="*/ 322433 h 843523"/>
                <a:gd name="connsiteX239" fmla="*/ 2327965 w 2912392"/>
                <a:gd name="connsiteY239" fmla="*/ 331973 h 843523"/>
                <a:gd name="connsiteX240" fmla="*/ 2337709 w 2912392"/>
                <a:gd name="connsiteY240" fmla="*/ 341440 h 843523"/>
                <a:gd name="connsiteX241" fmla="*/ 2347453 w 2912392"/>
                <a:gd name="connsiteY241" fmla="*/ 350817 h 843523"/>
                <a:gd name="connsiteX242" fmla="*/ 2357197 w 2912392"/>
                <a:gd name="connsiteY242" fmla="*/ 360098 h 843523"/>
                <a:gd name="connsiteX243" fmla="*/ 2366926 w 2912392"/>
                <a:gd name="connsiteY243" fmla="*/ 369267 h 843523"/>
                <a:gd name="connsiteX244" fmla="*/ 2376670 w 2912392"/>
                <a:gd name="connsiteY244" fmla="*/ 378315 h 843523"/>
                <a:gd name="connsiteX245" fmla="*/ 2386413 w 2912392"/>
                <a:gd name="connsiteY245" fmla="*/ 387232 h 843523"/>
                <a:gd name="connsiteX246" fmla="*/ 2396157 w 2912392"/>
                <a:gd name="connsiteY246" fmla="*/ 396006 h 843523"/>
                <a:gd name="connsiteX247" fmla="*/ 2405886 w 2912392"/>
                <a:gd name="connsiteY247" fmla="*/ 404627 h 843523"/>
                <a:gd name="connsiteX248" fmla="*/ 2415630 w 2912392"/>
                <a:gd name="connsiteY248" fmla="*/ 413085 h 843523"/>
                <a:gd name="connsiteX249" fmla="*/ 2425374 w 2912392"/>
                <a:gd name="connsiteY249" fmla="*/ 421371 h 843523"/>
                <a:gd name="connsiteX250" fmla="*/ 2435118 w 2912392"/>
                <a:gd name="connsiteY250" fmla="*/ 429475 h 843523"/>
                <a:gd name="connsiteX251" fmla="*/ 2444862 w 2912392"/>
                <a:gd name="connsiteY251" fmla="*/ 437388 h 843523"/>
                <a:gd name="connsiteX252" fmla="*/ 2454591 w 2912392"/>
                <a:gd name="connsiteY252" fmla="*/ 445101 h 843523"/>
                <a:gd name="connsiteX253" fmla="*/ 2464335 w 2912392"/>
                <a:gd name="connsiteY253" fmla="*/ 452607 h 843523"/>
                <a:gd name="connsiteX254" fmla="*/ 2474079 w 2912392"/>
                <a:gd name="connsiteY254" fmla="*/ 459897 h 843523"/>
                <a:gd name="connsiteX255" fmla="*/ 2483823 w 2912392"/>
                <a:gd name="connsiteY255" fmla="*/ 466965 h 843523"/>
                <a:gd name="connsiteX256" fmla="*/ 2493552 w 2912392"/>
                <a:gd name="connsiteY256" fmla="*/ 473803 h 843523"/>
                <a:gd name="connsiteX257" fmla="*/ 2503296 w 2912392"/>
                <a:gd name="connsiteY257" fmla="*/ 480403 h 843523"/>
                <a:gd name="connsiteX258" fmla="*/ 2513040 w 2912392"/>
                <a:gd name="connsiteY258" fmla="*/ 486762 h 843523"/>
                <a:gd name="connsiteX259" fmla="*/ 2522784 w 2912392"/>
                <a:gd name="connsiteY259" fmla="*/ 492872 h 843523"/>
                <a:gd name="connsiteX260" fmla="*/ 2532513 w 2912392"/>
                <a:gd name="connsiteY260" fmla="*/ 498728 h 843523"/>
                <a:gd name="connsiteX261" fmla="*/ 2542257 w 2912392"/>
                <a:gd name="connsiteY261" fmla="*/ 504328 h 843523"/>
                <a:gd name="connsiteX262" fmla="*/ 2552001 w 2912392"/>
                <a:gd name="connsiteY262" fmla="*/ 509664 h 843523"/>
                <a:gd name="connsiteX263" fmla="*/ 2561745 w 2912392"/>
                <a:gd name="connsiteY263" fmla="*/ 514736 h 843523"/>
                <a:gd name="connsiteX264" fmla="*/ 2571474 w 2912392"/>
                <a:gd name="connsiteY264" fmla="*/ 519539 h 843523"/>
                <a:gd name="connsiteX265" fmla="*/ 2581218 w 2912392"/>
                <a:gd name="connsiteY265" fmla="*/ 524072 h 843523"/>
                <a:gd name="connsiteX266" fmla="*/ 2590962 w 2912392"/>
                <a:gd name="connsiteY266" fmla="*/ 528330 h 843523"/>
                <a:gd name="connsiteX267" fmla="*/ 2600705 w 2912392"/>
                <a:gd name="connsiteY267" fmla="*/ 532314 h 843523"/>
                <a:gd name="connsiteX268" fmla="*/ 2610449 w 2912392"/>
                <a:gd name="connsiteY268" fmla="*/ 536022 h 843523"/>
                <a:gd name="connsiteX269" fmla="*/ 2620178 w 2912392"/>
                <a:gd name="connsiteY269" fmla="*/ 539453 h 843523"/>
                <a:gd name="connsiteX270" fmla="*/ 2629922 w 2912392"/>
                <a:gd name="connsiteY270" fmla="*/ 542609 h 843523"/>
                <a:gd name="connsiteX271" fmla="*/ 2639666 w 2912392"/>
                <a:gd name="connsiteY271" fmla="*/ 545490 h 843523"/>
                <a:gd name="connsiteX272" fmla="*/ 2649410 w 2912392"/>
                <a:gd name="connsiteY272" fmla="*/ 548096 h 843523"/>
                <a:gd name="connsiteX273" fmla="*/ 2659139 w 2912392"/>
                <a:gd name="connsiteY273" fmla="*/ 550431 h 843523"/>
                <a:gd name="connsiteX274" fmla="*/ 2668883 w 2912392"/>
                <a:gd name="connsiteY274" fmla="*/ 552494 h 843523"/>
                <a:gd name="connsiteX275" fmla="*/ 2678627 w 2912392"/>
                <a:gd name="connsiteY275" fmla="*/ 554290 h 843523"/>
                <a:gd name="connsiteX276" fmla="*/ 2688371 w 2912392"/>
                <a:gd name="connsiteY276" fmla="*/ 555821 h 843523"/>
                <a:gd name="connsiteX277" fmla="*/ 2698100 w 2912392"/>
                <a:gd name="connsiteY277" fmla="*/ 557091 h 843523"/>
                <a:gd name="connsiteX278" fmla="*/ 2707844 w 2912392"/>
                <a:gd name="connsiteY278" fmla="*/ 558105 h 843523"/>
                <a:gd name="connsiteX279" fmla="*/ 2717588 w 2912392"/>
                <a:gd name="connsiteY279" fmla="*/ 558867 h 843523"/>
                <a:gd name="connsiteX280" fmla="*/ 2727332 w 2912392"/>
                <a:gd name="connsiteY280" fmla="*/ 559381 h 843523"/>
                <a:gd name="connsiteX281" fmla="*/ 2737076 w 2912392"/>
                <a:gd name="connsiteY281" fmla="*/ 559653 h 843523"/>
                <a:gd name="connsiteX282" fmla="*/ 2746805 w 2912392"/>
                <a:gd name="connsiteY282" fmla="*/ 559689 h 843523"/>
                <a:gd name="connsiteX283" fmla="*/ 2756549 w 2912392"/>
                <a:gd name="connsiteY283" fmla="*/ 559497 h 843523"/>
                <a:gd name="connsiteX284" fmla="*/ 2766293 w 2912392"/>
                <a:gd name="connsiteY284" fmla="*/ 559081 h 843523"/>
                <a:gd name="connsiteX285" fmla="*/ 2776037 w 2912392"/>
                <a:gd name="connsiteY285" fmla="*/ 558450 h 843523"/>
                <a:gd name="connsiteX286" fmla="*/ 2785766 w 2912392"/>
                <a:gd name="connsiteY286" fmla="*/ 557609 h 843523"/>
                <a:gd name="connsiteX287" fmla="*/ 2795510 w 2912392"/>
                <a:gd name="connsiteY287" fmla="*/ 556568 h 843523"/>
                <a:gd name="connsiteX288" fmla="*/ 2805254 w 2912392"/>
                <a:gd name="connsiteY288" fmla="*/ 555333 h 843523"/>
                <a:gd name="connsiteX289" fmla="*/ 2814998 w 2912392"/>
                <a:gd name="connsiteY289" fmla="*/ 553913 h 843523"/>
                <a:gd name="connsiteX290" fmla="*/ 2824727 w 2912392"/>
                <a:gd name="connsiteY290" fmla="*/ 552317 h 843523"/>
                <a:gd name="connsiteX291" fmla="*/ 2834471 w 2912392"/>
                <a:gd name="connsiteY291" fmla="*/ 550555 h 843523"/>
                <a:gd name="connsiteX292" fmla="*/ 2844215 w 2912392"/>
                <a:gd name="connsiteY292" fmla="*/ 548633 h 843523"/>
                <a:gd name="connsiteX293" fmla="*/ 2853958 w 2912392"/>
                <a:gd name="connsiteY293" fmla="*/ 546560 h 843523"/>
                <a:gd name="connsiteX294" fmla="*/ 2863687 w 2912392"/>
                <a:gd name="connsiteY294" fmla="*/ 544348 h 843523"/>
                <a:gd name="connsiteX295" fmla="*/ 2873431 w 2912392"/>
                <a:gd name="connsiteY295" fmla="*/ 542004 h 843523"/>
                <a:gd name="connsiteX296" fmla="*/ 2883175 w 2912392"/>
                <a:gd name="connsiteY296" fmla="*/ 539537 h 843523"/>
                <a:gd name="connsiteX297" fmla="*/ 2892919 w 2912392"/>
                <a:gd name="connsiteY297" fmla="*/ 536959 h 843523"/>
                <a:gd name="connsiteX298" fmla="*/ 2902663 w 2912392"/>
                <a:gd name="connsiteY298" fmla="*/ 534277 h 843523"/>
                <a:gd name="connsiteX299" fmla="*/ 2912392 w 2912392"/>
                <a:gd name="connsiteY299" fmla="*/ 531503 h 843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43523">
                  <a:moveTo>
                    <a:pt x="0" y="116133"/>
                  </a:moveTo>
                  <a:lnTo>
                    <a:pt x="9739" y="121538"/>
                  </a:lnTo>
                  <a:lnTo>
                    <a:pt x="19480" y="127155"/>
                  </a:lnTo>
                  <a:lnTo>
                    <a:pt x="29221" y="132987"/>
                  </a:lnTo>
                  <a:lnTo>
                    <a:pt x="38961" y="139033"/>
                  </a:lnTo>
                  <a:lnTo>
                    <a:pt x="48702" y="145298"/>
                  </a:lnTo>
                  <a:lnTo>
                    <a:pt x="58443" y="151782"/>
                  </a:lnTo>
                  <a:lnTo>
                    <a:pt x="68182" y="158486"/>
                  </a:lnTo>
                  <a:lnTo>
                    <a:pt x="77923" y="165413"/>
                  </a:lnTo>
                  <a:lnTo>
                    <a:pt x="87664" y="172563"/>
                  </a:lnTo>
                  <a:lnTo>
                    <a:pt x="97404" y="179933"/>
                  </a:lnTo>
                  <a:lnTo>
                    <a:pt x="107145" y="187527"/>
                  </a:lnTo>
                  <a:lnTo>
                    <a:pt x="116886" y="195342"/>
                  </a:lnTo>
                  <a:lnTo>
                    <a:pt x="126625" y="203379"/>
                  </a:lnTo>
                  <a:lnTo>
                    <a:pt x="136366" y="211636"/>
                  </a:lnTo>
                  <a:lnTo>
                    <a:pt x="146107" y="220109"/>
                  </a:lnTo>
                  <a:lnTo>
                    <a:pt x="155846" y="228798"/>
                  </a:lnTo>
                  <a:lnTo>
                    <a:pt x="165587" y="237700"/>
                  </a:lnTo>
                  <a:lnTo>
                    <a:pt x="175328" y="246812"/>
                  </a:lnTo>
                  <a:lnTo>
                    <a:pt x="185068" y="256130"/>
                  </a:lnTo>
                  <a:lnTo>
                    <a:pt x="194809" y="265650"/>
                  </a:lnTo>
                  <a:lnTo>
                    <a:pt x="204550" y="275367"/>
                  </a:lnTo>
                  <a:lnTo>
                    <a:pt x="214289" y="285277"/>
                  </a:lnTo>
                  <a:lnTo>
                    <a:pt x="224030" y="295372"/>
                  </a:lnTo>
                  <a:lnTo>
                    <a:pt x="233771" y="305648"/>
                  </a:lnTo>
                  <a:lnTo>
                    <a:pt x="243510" y="316100"/>
                  </a:lnTo>
                  <a:lnTo>
                    <a:pt x="253251" y="326717"/>
                  </a:lnTo>
                  <a:lnTo>
                    <a:pt x="262992" y="337495"/>
                  </a:lnTo>
                  <a:lnTo>
                    <a:pt x="272732" y="348423"/>
                  </a:lnTo>
                  <a:lnTo>
                    <a:pt x="282473" y="359496"/>
                  </a:lnTo>
                  <a:lnTo>
                    <a:pt x="292214" y="370702"/>
                  </a:lnTo>
                  <a:lnTo>
                    <a:pt x="301953" y="382034"/>
                  </a:lnTo>
                  <a:lnTo>
                    <a:pt x="311694" y="393481"/>
                  </a:lnTo>
                  <a:lnTo>
                    <a:pt x="321435" y="405032"/>
                  </a:lnTo>
                  <a:lnTo>
                    <a:pt x="331175" y="416678"/>
                  </a:lnTo>
                  <a:lnTo>
                    <a:pt x="340916" y="428408"/>
                  </a:lnTo>
                  <a:lnTo>
                    <a:pt x="350656" y="440210"/>
                  </a:lnTo>
                  <a:lnTo>
                    <a:pt x="360396" y="452072"/>
                  </a:lnTo>
                  <a:lnTo>
                    <a:pt x="370137" y="463984"/>
                  </a:lnTo>
                  <a:lnTo>
                    <a:pt x="379878" y="475932"/>
                  </a:lnTo>
                  <a:lnTo>
                    <a:pt x="389617" y="487903"/>
                  </a:lnTo>
                  <a:lnTo>
                    <a:pt x="399358" y="499885"/>
                  </a:lnTo>
                  <a:lnTo>
                    <a:pt x="409099" y="511865"/>
                  </a:lnTo>
                  <a:lnTo>
                    <a:pt x="418839" y="523830"/>
                  </a:lnTo>
                  <a:lnTo>
                    <a:pt x="428580" y="535767"/>
                  </a:lnTo>
                  <a:lnTo>
                    <a:pt x="438321" y="547661"/>
                  </a:lnTo>
                  <a:lnTo>
                    <a:pt x="448060" y="559500"/>
                  </a:lnTo>
                  <a:lnTo>
                    <a:pt x="457801" y="571267"/>
                  </a:lnTo>
                  <a:lnTo>
                    <a:pt x="467542" y="582952"/>
                  </a:lnTo>
                  <a:lnTo>
                    <a:pt x="477281" y="594541"/>
                  </a:lnTo>
                  <a:lnTo>
                    <a:pt x="487022" y="606016"/>
                  </a:lnTo>
                  <a:lnTo>
                    <a:pt x="496763" y="617366"/>
                  </a:lnTo>
                  <a:lnTo>
                    <a:pt x="506503" y="628578"/>
                  </a:lnTo>
                  <a:lnTo>
                    <a:pt x="516244" y="639637"/>
                  </a:lnTo>
                  <a:lnTo>
                    <a:pt x="525985" y="650528"/>
                  </a:lnTo>
                  <a:lnTo>
                    <a:pt x="535724" y="661239"/>
                  </a:lnTo>
                  <a:lnTo>
                    <a:pt x="545465" y="671758"/>
                  </a:lnTo>
                  <a:lnTo>
                    <a:pt x="555206" y="682068"/>
                  </a:lnTo>
                  <a:lnTo>
                    <a:pt x="564946" y="692159"/>
                  </a:lnTo>
                  <a:lnTo>
                    <a:pt x="574687" y="702018"/>
                  </a:lnTo>
                  <a:lnTo>
                    <a:pt x="584428" y="711630"/>
                  </a:lnTo>
                  <a:lnTo>
                    <a:pt x="594167" y="720987"/>
                  </a:lnTo>
                  <a:lnTo>
                    <a:pt x="603908" y="730072"/>
                  </a:lnTo>
                  <a:lnTo>
                    <a:pt x="613649" y="738878"/>
                  </a:lnTo>
                  <a:lnTo>
                    <a:pt x="623388" y="747391"/>
                  </a:lnTo>
                  <a:lnTo>
                    <a:pt x="633129" y="755600"/>
                  </a:lnTo>
                  <a:lnTo>
                    <a:pt x="642870" y="763501"/>
                  </a:lnTo>
                  <a:lnTo>
                    <a:pt x="652610" y="771070"/>
                  </a:lnTo>
                  <a:lnTo>
                    <a:pt x="662351" y="778311"/>
                  </a:lnTo>
                  <a:lnTo>
                    <a:pt x="672092" y="785209"/>
                  </a:lnTo>
                  <a:lnTo>
                    <a:pt x="681831" y="791750"/>
                  </a:lnTo>
                  <a:lnTo>
                    <a:pt x="691572" y="797933"/>
                  </a:lnTo>
                  <a:lnTo>
                    <a:pt x="701313" y="803758"/>
                  </a:lnTo>
                  <a:lnTo>
                    <a:pt x="711052" y="809196"/>
                  </a:lnTo>
                  <a:lnTo>
                    <a:pt x="720793" y="814262"/>
                  </a:lnTo>
                  <a:lnTo>
                    <a:pt x="730534" y="818940"/>
                  </a:lnTo>
                  <a:lnTo>
                    <a:pt x="740274" y="823216"/>
                  </a:lnTo>
                  <a:lnTo>
                    <a:pt x="750015" y="827105"/>
                  </a:lnTo>
                  <a:lnTo>
                    <a:pt x="759756" y="830577"/>
                  </a:lnTo>
                  <a:lnTo>
                    <a:pt x="769495" y="833661"/>
                  </a:lnTo>
                  <a:lnTo>
                    <a:pt x="779236" y="836313"/>
                  </a:lnTo>
                  <a:lnTo>
                    <a:pt x="788977" y="838562"/>
                  </a:lnTo>
                  <a:lnTo>
                    <a:pt x="798717" y="840395"/>
                  </a:lnTo>
                  <a:lnTo>
                    <a:pt x="808458" y="841810"/>
                  </a:lnTo>
                  <a:lnTo>
                    <a:pt x="818199" y="842794"/>
                  </a:lnTo>
                  <a:lnTo>
                    <a:pt x="827938" y="843375"/>
                  </a:lnTo>
                  <a:lnTo>
                    <a:pt x="837679" y="843524"/>
                  </a:lnTo>
                  <a:lnTo>
                    <a:pt x="847420" y="843241"/>
                  </a:lnTo>
                  <a:lnTo>
                    <a:pt x="857159" y="842555"/>
                  </a:lnTo>
                  <a:lnTo>
                    <a:pt x="866900" y="841453"/>
                  </a:lnTo>
                  <a:lnTo>
                    <a:pt x="876641" y="839918"/>
                  </a:lnTo>
                  <a:lnTo>
                    <a:pt x="886381" y="837981"/>
                  </a:lnTo>
                  <a:lnTo>
                    <a:pt x="896122" y="835612"/>
                  </a:lnTo>
                  <a:lnTo>
                    <a:pt x="905863" y="832856"/>
                  </a:lnTo>
                  <a:lnTo>
                    <a:pt x="915602" y="829683"/>
                  </a:lnTo>
                  <a:lnTo>
                    <a:pt x="925343" y="826107"/>
                  </a:lnTo>
                  <a:lnTo>
                    <a:pt x="935084" y="822144"/>
                  </a:lnTo>
                  <a:lnTo>
                    <a:pt x="944824" y="817778"/>
                  </a:lnTo>
                  <a:lnTo>
                    <a:pt x="954564" y="813026"/>
                  </a:lnTo>
                  <a:lnTo>
                    <a:pt x="964305" y="807900"/>
                  </a:lnTo>
                  <a:lnTo>
                    <a:pt x="974045" y="802388"/>
                  </a:lnTo>
                  <a:lnTo>
                    <a:pt x="983786" y="796517"/>
                  </a:lnTo>
                  <a:lnTo>
                    <a:pt x="993522" y="790275"/>
                  </a:lnTo>
                  <a:lnTo>
                    <a:pt x="1003266" y="783689"/>
                  </a:lnTo>
                  <a:lnTo>
                    <a:pt x="1013010" y="776746"/>
                  </a:lnTo>
                  <a:lnTo>
                    <a:pt x="1022754" y="769476"/>
                  </a:lnTo>
                  <a:lnTo>
                    <a:pt x="1032483" y="761862"/>
                  </a:lnTo>
                  <a:lnTo>
                    <a:pt x="1042227" y="753933"/>
                  </a:lnTo>
                  <a:lnTo>
                    <a:pt x="1051971" y="745690"/>
                  </a:lnTo>
                  <a:lnTo>
                    <a:pt x="1061715" y="737140"/>
                  </a:lnTo>
                  <a:lnTo>
                    <a:pt x="1071444" y="728298"/>
                  </a:lnTo>
                  <a:lnTo>
                    <a:pt x="1081188" y="719168"/>
                  </a:lnTo>
                  <a:lnTo>
                    <a:pt x="1090932" y="709762"/>
                  </a:lnTo>
                  <a:lnTo>
                    <a:pt x="1100676" y="700090"/>
                  </a:lnTo>
                  <a:lnTo>
                    <a:pt x="1110405" y="690161"/>
                  </a:lnTo>
                  <a:lnTo>
                    <a:pt x="1120149" y="679988"/>
                  </a:lnTo>
                  <a:lnTo>
                    <a:pt x="1129893" y="669578"/>
                  </a:lnTo>
                  <a:lnTo>
                    <a:pt x="1139637" y="658943"/>
                  </a:lnTo>
                  <a:lnTo>
                    <a:pt x="1149381" y="648094"/>
                  </a:lnTo>
                  <a:lnTo>
                    <a:pt x="1159110" y="637042"/>
                  </a:lnTo>
                  <a:lnTo>
                    <a:pt x="1168854" y="625796"/>
                  </a:lnTo>
                  <a:lnTo>
                    <a:pt x="1178598" y="614370"/>
                  </a:lnTo>
                  <a:lnTo>
                    <a:pt x="1188341" y="602774"/>
                  </a:lnTo>
                  <a:lnTo>
                    <a:pt x="1198070" y="591019"/>
                  </a:lnTo>
                  <a:lnTo>
                    <a:pt x="1207814" y="579116"/>
                  </a:lnTo>
                  <a:lnTo>
                    <a:pt x="1217558" y="567078"/>
                  </a:lnTo>
                  <a:lnTo>
                    <a:pt x="1227302" y="554914"/>
                  </a:lnTo>
                  <a:lnTo>
                    <a:pt x="1237031" y="542637"/>
                  </a:lnTo>
                  <a:lnTo>
                    <a:pt x="1246775" y="530259"/>
                  </a:lnTo>
                  <a:lnTo>
                    <a:pt x="1256519" y="517790"/>
                  </a:lnTo>
                  <a:lnTo>
                    <a:pt x="1266263" y="505244"/>
                  </a:lnTo>
                  <a:lnTo>
                    <a:pt x="1276007" y="492630"/>
                  </a:lnTo>
                  <a:lnTo>
                    <a:pt x="1285736" y="479960"/>
                  </a:lnTo>
                  <a:lnTo>
                    <a:pt x="1295480" y="467248"/>
                  </a:lnTo>
                  <a:lnTo>
                    <a:pt x="1305224" y="454504"/>
                  </a:lnTo>
                  <a:lnTo>
                    <a:pt x="1314968" y="441738"/>
                  </a:lnTo>
                  <a:lnTo>
                    <a:pt x="1324697" y="428964"/>
                  </a:lnTo>
                  <a:lnTo>
                    <a:pt x="1334441" y="416193"/>
                  </a:lnTo>
                  <a:lnTo>
                    <a:pt x="1344185" y="403435"/>
                  </a:lnTo>
                  <a:lnTo>
                    <a:pt x="1353929" y="390702"/>
                  </a:lnTo>
                  <a:lnTo>
                    <a:pt x="1363658" y="378007"/>
                  </a:lnTo>
                  <a:lnTo>
                    <a:pt x="1373402" y="365359"/>
                  </a:lnTo>
                  <a:lnTo>
                    <a:pt x="1383146" y="352771"/>
                  </a:lnTo>
                  <a:lnTo>
                    <a:pt x="1392890" y="340252"/>
                  </a:lnTo>
                  <a:lnTo>
                    <a:pt x="1402619" y="327815"/>
                  </a:lnTo>
                  <a:lnTo>
                    <a:pt x="1412363" y="315471"/>
                  </a:lnTo>
                  <a:lnTo>
                    <a:pt x="1422106" y="303230"/>
                  </a:lnTo>
                  <a:lnTo>
                    <a:pt x="1431850" y="291104"/>
                  </a:lnTo>
                  <a:lnTo>
                    <a:pt x="1441594" y="279101"/>
                  </a:lnTo>
                  <a:lnTo>
                    <a:pt x="1451323" y="267234"/>
                  </a:lnTo>
                  <a:lnTo>
                    <a:pt x="1461067" y="255512"/>
                  </a:lnTo>
                  <a:lnTo>
                    <a:pt x="1470811" y="243945"/>
                  </a:lnTo>
                  <a:lnTo>
                    <a:pt x="1480555" y="232546"/>
                  </a:lnTo>
                  <a:lnTo>
                    <a:pt x="1490284" y="221321"/>
                  </a:lnTo>
                  <a:lnTo>
                    <a:pt x="1500028" y="210283"/>
                  </a:lnTo>
                  <a:lnTo>
                    <a:pt x="1509772" y="199439"/>
                  </a:lnTo>
                  <a:lnTo>
                    <a:pt x="1519516" y="188800"/>
                  </a:lnTo>
                  <a:lnTo>
                    <a:pt x="1529245" y="178374"/>
                  </a:lnTo>
                  <a:lnTo>
                    <a:pt x="1538989" y="168171"/>
                  </a:lnTo>
                  <a:lnTo>
                    <a:pt x="1548733" y="158200"/>
                  </a:lnTo>
                  <a:lnTo>
                    <a:pt x="1558477" y="148470"/>
                  </a:lnTo>
                  <a:lnTo>
                    <a:pt x="1568221" y="138987"/>
                  </a:lnTo>
                  <a:lnTo>
                    <a:pt x="1577950" y="129763"/>
                  </a:lnTo>
                  <a:lnTo>
                    <a:pt x="1587694" y="120801"/>
                  </a:lnTo>
                  <a:lnTo>
                    <a:pt x="1597438" y="112113"/>
                  </a:lnTo>
                  <a:lnTo>
                    <a:pt x="1607182" y="103706"/>
                  </a:lnTo>
                  <a:lnTo>
                    <a:pt x="1616911" y="95584"/>
                  </a:lnTo>
                  <a:lnTo>
                    <a:pt x="1626655" y="87756"/>
                  </a:lnTo>
                  <a:lnTo>
                    <a:pt x="1636399" y="80231"/>
                  </a:lnTo>
                  <a:lnTo>
                    <a:pt x="1646142" y="73011"/>
                  </a:lnTo>
                  <a:lnTo>
                    <a:pt x="1655872" y="66104"/>
                  </a:lnTo>
                  <a:lnTo>
                    <a:pt x="1665616" y="59515"/>
                  </a:lnTo>
                  <a:lnTo>
                    <a:pt x="1675359" y="53252"/>
                  </a:lnTo>
                  <a:lnTo>
                    <a:pt x="1685103" y="47318"/>
                  </a:lnTo>
                  <a:lnTo>
                    <a:pt x="1694832" y="41717"/>
                  </a:lnTo>
                  <a:lnTo>
                    <a:pt x="1704576" y="36455"/>
                  </a:lnTo>
                  <a:lnTo>
                    <a:pt x="1714320" y="31535"/>
                  </a:lnTo>
                  <a:lnTo>
                    <a:pt x="1724064" y="26961"/>
                  </a:lnTo>
                  <a:lnTo>
                    <a:pt x="1733808" y="22739"/>
                  </a:lnTo>
                  <a:lnTo>
                    <a:pt x="1743537" y="18868"/>
                  </a:lnTo>
                  <a:lnTo>
                    <a:pt x="1753281" y="15353"/>
                  </a:lnTo>
                  <a:lnTo>
                    <a:pt x="1763025" y="12198"/>
                  </a:lnTo>
                  <a:lnTo>
                    <a:pt x="1772769" y="9401"/>
                  </a:lnTo>
                  <a:lnTo>
                    <a:pt x="1782498" y="6967"/>
                  </a:lnTo>
                  <a:lnTo>
                    <a:pt x="1792242" y="4896"/>
                  </a:lnTo>
                  <a:lnTo>
                    <a:pt x="1801986" y="3187"/>
                  </a:lnTo>
                  <a:lnTo>
                    <a:pt x="1811730" y="1844"/>
                  </a:lnTo>
                  <a:lnTo>
                    <a:pt x="1821459" y="866"/>
                  </a:lnTo>
                  <a:lnTo>
                    <a:pt x="1831203" y="252"/>
                  </a:lnTo>
                  <a:lnTo>
                    <a:pt x="1840947" y="0"/>
                  </a:lnTo>
                  <a:lnTo>
                    <a:pt x="1850691" y="112"/>
                  </a:lnTo>
                  <a:lnTo>
                    <a:pt x="1860435" y="585"/>
                  </a:lnTo>
                  <a:lnTo>
                    <a:pt x="1870164" y="1418"/>
                  </a:lnTo>
                  <a:lnTo>
                    <a:pt x="1879908" y="2607"/>
                  </a:lnTo>
                  <a:lnTo>
                    <a:pt x="1889652" y="4152"/>
                  </a:lnTo>
                  <a:lnTo>
                    <a:pt x="1899395" y="6049"/>
                  </a:lnTo>
                  <a:lnTo>
                    <a:pt x="1909124" y="8293"/>
                  </a:lnTo>
                  <a:lnTo>
                    <a:pt x="1918868" y="10882"/>
                  </a:lnTo>
                  <a:lnTo>
                    <a:pt x="1928612" y="13811"/>
                  </a:lnTo>
                  <a:lnTo>
                    <a:pt x="1938356" y="17077"/>
                  </a:lnTo>
                  <a:lnTo>
                    <a:pt x="1948085" y="20674"/>
                  </a:lnTo>
                  <a:lnTo>
                    <a:pt x="1957829" y="24597"/>
                  </a:lnTo>
                  <a:lnTo>
                    <a:pt x="1967573" y="28840"/>
                  </a:lnTo>
                  <a:lnTo>
                    <a:pt x="1977317" y="33398"/>
                  </a:lnTo>
                  <a:lnTo>
                    <a:pt x="1987046" y="38264"/>
                  </a:lnTo>
                  <a:lnTo>
                    <a:pt x="1996790" y="43430"/>
                  </a:lnTo>
                  <a:lnTo>
                    <a:pt x="2006534" y="48891"/>
                  </a:lnTo>
                  <a:lnTo>
                    <a:pt x="2016278" y="54641"/>
                  </a:lnTo>
                  <a:lnTo>
                    <a:pt x="2026022" y="60669"/>
                  </a:lnTo>
                  <a:lnTo>
                    <a:pt x="2035751" y="66968"/>
                  </a:lnTo>
                  <a:lnTo>
                    <a:pt x="2045495" y="73531"/>
                  </a:lnTo>
                  <a:lnTo>
                    <a:pt x="2055239" y="80347"/>
                  </a:lnTo>
                  <a:lnTo>
                    <a:pt x="2064983" y="87411"/>
                  </a:lnTo>
                  <a:lnTo>
                    <a:pt x="2074712" y="94708"/>
                  </a:lnTo>
                  <a:lnTo>
                    <a:pt x="2084456" y="102235"/>
                  </a:lnTo>
                  <a:lnTo>
                    <a:pt x="2094200" y="109977"/>
                  </a:lnTo>
                  <a:lnTo>
                    <a:pt x="2103944" y="117927"/>
                  </a:lnTo>
                  <a:lnTo>
                    <a:pt x="2113673" y="126074"/>
                  </a:lnTo>
                  <a:lnTo>
                    <a:pt x="2123417" y="134407"/>
                  </a:lnTo>
                  <a:lnTo>
                    <a:pt x="2133161" y="142914"/>
                  </a:lnTo>
                  <a:lnTo>
                    <a:pt x="2142905" y="151587"/>
                  </a:lnTo>
                  <a:lnTo>
                    <a:pt x="2152649" y="160413"/>
                  </a:lnTo>
                  <a:lnTo>
                    <a:pt x="2162377" y="169381"/>
                  </a:lnTo>
                  <a:lnTo>
                    <a:pt x="2172121" y="178479"/>
                  </a:lnTo>
                  <a:lnTo>
                    <a:pt x="2181865" y="187696"/>
                  </a:lnTo>
                  <a:lnTo>
                    <a:pt x="2191609" y="197020"/>
                  </a:lnTo>
                  <a:lnTo>
                    <a:pt x="2201338" y="206439"/>
                  </a:lnTo>
                  <a:lnTo>
                    <a:pt x="2211082" y="215941"/>
                  </a:lnTo>
                  <a:lnTo>
                    <a:pt x="2220826" y="225514"/>
                  </a:lnTo>
                  <a:lnTo>
                    <a:pt x="2230570" y="235145"/>
                  </a:lnTo>
                  <a:lnTo>
                    <a:pt x="2240299" y="244823"/>
                  </a:lnTo>
                  <a:lnTo>
                    <a:pt x="2250043" y="254534"/>
                  </a:lnTo>
                  <a:lnTo>
                    <a:pt x="2259787" y="264268"/>
                  </a:lnTo>
                  <a:lnTo>
                    <a:pt x="2269531" y="274010"/>
                  </a:lnTo>
                  <a:lnTo>
                    <a:pt x="2279260" y="283750"/>
                  </a:lnTo>
                  <a:lnTo>
                    <a:pt x="2289004" y="293474"/>
                  </a:lnTo>
                  <a:lnTo>
                    <a:pt x="2298748" y="303170"/>
                  </a:lnTo>
                  <a:lnTo>
                    <a:pt x="2308492" y="312828"/>
                  </a:lnTo>
                  <a:lnTo>
                    <a:pt x="2318236" y="322433"/>
                  </a:lnTo>
                  <a:lnTo>
                    <a:pt x="2327965" y="331973"/>
                  </a:lnTo>
                  <a:lnTo>
                    <a:pt x="2337709" y="341440"/>
                  </a:lnTo>
                  <a:lnTo>
                    <a:pt x="2347453" y="350817"/>
                  </a:lnTo>
                  <a:lnTo>
                    <a:pt x="2357197" y="360098"/>
                  </a:lnTo>
                  <a:lnTo>
                    <a:pt x="2366926" y="369267"/>
                  </a:lnTo>
                  <a:lnTo>
                    <a:pt x="2376670" y="378315"/>
                  </a:lnTo>
                  <a:lnTo>
                    <a:pt x="2386413" y="387232"/>
                  </a:lnTo>
                  <a:lnTo>
                    <a:pt x="2396157" y="396006"/>
                  </a:lnTo>
                  <a:lnTo>
                    <a:pt x="2405886" y="404627"/>
                  </a:lnTo>
                  <a:lnTo>
                    <a:pt x="2415630" y="413085"/>
                  </a:lnTo>
                  <a:lnTo>
                    <a:pt x="2425374" y="421371"/>
                  </a:lnTo>
                  <a:lnTo>
                    <a:pt x="2435118" y="429475"/>
                  </a:lnTo>
                  <a:lnTo>
                    <a:pt x="2444862" y="437388"/>
                  </a:lnTo>
                  <a:lnTo>
                    <a:pt x="2454591" y="445101"/>
                  </a:lnTo>
                  <a:lnTo>
                    <a:pt x="2464335" y="452607"/>
                  </a:lnTo>
                  <a:lnTo>
                    <a:pt x="2474079" y="459897"/>
                  </a:lnTo>
                  <a:lnTo>
                    <a:pt x="2483823" y="466965"/>
                  </a:lnTo>
                  <a:lnTo>
                    <a:pt x="2493552" y="473803"/>
                  </a:lnTo>
                  <a:lnTo>
                    <a:pt x="2503296" y="480403"/>
                  </a:lnTo>
                  <a:lnTo>
                    <a:pt x="2513040" y="486762"/>
                  </a:lnTo>
                  <a:lnTo>
                    <a:pt x="2522784" y="492872"/>
                  </a:lnTo>
                  <a:lnTo>
                    <a:pt x="2532513" y="498728"/>
                  </a:lnTo>
                  <a:lnTo>
                    <a:pt x="2542257" y="504328"/>
                  </a:lnTo>
                  <a:lnTo>
                    <a:pt x="2552001" y="509664"/>
                  </a:lnTo>
                  <a:lnTo>
                    <a:pt x="2561745" y="514736"/>
                  </a:lnTo>
                  <a:lnTo>
                    <a:pt x="2571474" y="519539"/>
                  </a:lnTo>
                  <a:lnTo>
                    <a:pt x="2581218" y="524072"/>
                  </a:lnTo>
                  <a:lnTo>
                    <a:pt x="2590962" y="528330"/>
                  </a:lnTo>
                  <a:lnTo>
                    <a:pt x="2600705" y="532314"/>
                  </a:lnTo>
                  <a:lnTo>
                    <a:pt x="2610449" y="536022"/>
                  </a:lnTo>
                  <a:lnTo>
                    <a:pt x="2620178" y="539453"/>
                  </a:lnTo>
                  <a:lnTo>
                    <a:pt x="2629922" y="542609"/>
                  </a:lnTo>
                  <a:lnTo>
                    <a:pt x="2639666" y="545490"/>
                  </a:lnTo>
                  <a:lnTo>
                    <a:pt x="2649410" y="548096"/>
                  </a:lnTo>
                  <a:lnTo>
                    <a:pt x="2659139" y="550431"/>
                  </a:lnTo>
                  <a:lnTo>
                    <a:pt x="2668883" y="552494"/>
                  </a:lnTo>
                  <a:lnTo>
                    <a:pt x="2678627" y="554290"/>
                  </a:lnTo>
                  <a:lnTo>
                    <a:pt x="2688371" y="555821"/>
                  </a:lnTo>
                  <a:lnTo>
                    <a:pt x="2698100" y="557091"/>
                  </a:lnTo>
                  <a:lnTo>
                    <a:pt x="2707844" y="558105"/>
                  </a:lnTo>
                  <a:lnTo>
                    <a:pt x="2717588" y="558867"/>
                  </a:lnTo>
                  <a:lnTo>
                    <a:pt x="2727332" y="559381"/>
                  </a:lnTo>
                  <a:lnTo>
                    <a:pt x="2737076" y="559653"/>
                  </a:lnTo>
                  <a:lnTo>
                    <a:pt x="2746805" y="559689"/>
                  </a:lnTo>
                  <a:lnTo>
                    <a:pt x="2756549" y="559497"/>
                  </a:lnTo>
                  <a:lnTo>
                    <a:pt x="2766293" y="559081"/>
                  </a:lnTo>
                  <a:lnTo>
                    <a:pt x="2776037" y="558450"/>
                  </a:lnTo>
                  <a:lnTo>
                    <a:pt x="2785766" y="557609"/>
                  </a:lnTo>
                  <a:lnTo>
                    <a:pt x="2795510" y="556568"/>
                  </a:lnTo>
                  <a:lnTo>
                    <a:pt x="2805254" y="555333"/>
                  </a:lnTo>
                  <a:lnTo>
                    <a:pt x="2814998" y="553913"/>
                  </a:lnTo>
                  <a:lnTo>
                    <a:pt x="2824727" y="552317"/>
                  </a:lnTo>
                  <a:lnTo>
                    <a:pt x="2834471" y="550555"/>
                  </a:lnTo>
                  <a:lnTo>
                    <a:pt x="2844215" y="548633"/>
                  </a:lnTo>
                  <a:lnTo>
                    <a:pt x="2853958" y="546560"/>
                  </a:lnTo>
                  <a:lnTo>
                    <a:pt x="2863687" y="544348"/>
                  </a:lnTo>
                  <a:lnTo>
                    <a:pt x="2873431" y="542004"/>
                  </a:lnTo>
                  <a:lnTo>
                    <a:pt x="2883175" y="539537"/>
                  </a:lnTo>
                  <a:lnTo>
                    <a:pt x="2892919" y="536959"/>
                  </a:lnTo>
                  <a:lnTo>
                    <a:pt x="2902663" y="534277"/>
                  </a:lnTo>
                  <a:lnTo>
                    <a:pt x="2912392" y="53150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1" name="Freeform 800">
              <a:extLst>
                <a:ext uri="{FF2B5EF4-FFF2-40B4-BE49-F238E27FC236}">
                  <a16:creationId xmlns:a16="http://schemas.microsoft.com/office/drawing/2014/main" id="{B6E3FD6F-94AB-7F27-BEB6-AFB75C906BED}"/>
                </a:ext>
              </a:extLst>
            </p:cNvPr>
            <p:cNvSpPr/>
            <p:nvPr/>
          </p:nvSpPr>
          <p:spPr>
            <a:xfrm>
              <a:off x="576446" y="3374295"/>
              <a:ext cx="2912392" cy="553726"/>
            </a:xfrm>
            <a:custGeom>
              <a:avLst/>
              <a:gdLst>
                <a:gd name="connsiteX0" fmla="*/ 0 w 2912392"/>
                <a:gd name="connsiteY0" fmla="*/ 320541 h 553726"/>
                <a:gd name="connsiteX1" fmla="*/ 9739 w 2912392"/>
                <a:gd name="connsiteY1" fmla="*/ 321492 h 553726"/>
                <a:gd name="connsiteX2" fmla="*/ 19480 w 2912392"/>
                <a:gd name="connsiteY2" fmla="*/ 322433 h 553726"/>
                <a:gd name="connsiteX3" fmla="*/ 29221 w 2912392"/>
                <a:gd name="connsiteY3" fmla="*/ 323364 h 553726"/>
                <a:gd name="connsiteX4" fmla="*/ 38961 w 2912392"/>
                <a:gd name="connsiteY4" fmla="*/ 324279 h 553726"/>
                <a:gd name="connsiteX5" fmla="*/ 48702 w 2912392"/>
                <a:gd name="connsiteY5" fmla="*/ 325179 h 553726"/>
                <a:gd name="connsiteX6" fmla="*/ 58443 w 2912392"/>
                <a:gd name="connsiteY6" fmla="*/ 326057 h 553726"/>
                <a:gd name="connsiteX7" fmla="*/ 68182 w 2912392"/>
                <a:gd name="connsiteY7" fmla="*/ 326910 h 553726"/>
                <a:gd name="connsiteX8" fmla="*/ 77923 w 2912392"/>
                <a:gd name="connsiteY8" fmla="*/ 327737 h 553726"/>
                <a:gd name="connsiteX9" fmla="*/ 87664 w 2912392"/>
                <a:gd name="connsiteY9" fmla="*/ 328534 h 553726"/>
                <a:gd name="connsiteX10" fmla="*/ 97404 w 2912392"/>
                <a:gd name="connsiteY10" fmla="*/ 329299 h 553726"/>
                <a:gd name="connsiteX11" fmla="*/ 107145 w 2912392"/>
                <a:gd name="connsiteY11" fmla="*/ 330027 h 553726"/>
                <a:gd name="connsiteX12" fmla="*/ 116886 w 2912392"/>
                <a:gd name="connsiteY12" fmla="*/ 330717 h 553726"/>
                <a:gd name="connsiteX13" fmla="*/ 126625 w 2912392"/>
                <a:gd name="connsiteY13" fmla="*/ 331364 h 553726"/>
                <a:gd name="connsiteX14" fmla="*/ 136366 w 2912392"/>
                <a:gd name="connsiteY14" fmla="*/ 331967 h 553726"/>
                <a:gd name="connsiteX15" fmla="*/ 146107 w 2912392"/>
                <a:gd name="connsiteY15" fmla="*/ 332523 h 553726"/>
                <a:gd name="connsiteX16" fmla="*/ 155846 w 2912392"/>
                <a:gd name="connsiteY16" fmla="*/ 333029 h 553726"/>
                <a:gd name="connsiteX17" fmla="*/ 165587 w 2912392"/>
                <a:gd name="connsiteY17" fmla="*/ 333484 h 553726"/>
                <a:gd name="connsiteX18" fmla="*/ 175328 w 2912392"/>
                <a:gd name="connsiteY18" fmla="*/ 333883 h 553726"/>
                <a:gd name="connsiteX19" fmla="*/ 185068 w 2912392"/>
                <a:gd name="connsiteY19" fmla="*/ 334226 h 553726"/>
                <a:gd name="connsiteX20" fmla="*/ 194809 w 2912392"/>
                <a:gd name="connsiteY20" fmla="*/ 334509 h 553726"/>
                <a:gd name="connsiteX21" fmla="*/ 204550 w 2912392"/>
                <a:gd name="connsiteY21" fmla="*/ 334731 h 553726"/>
                <a:gd name="connsiteX22" fmla="*/ 214289 w 2912392"/>
                <a:gd name="connsiteY22" fmla="*/ 334890 h 553726"/>
                <a:gd name="connsiteX23" fmla="*/ 224030 w 2912392"/>
                <a:gd name="connsiteY23" fmla="*/ 334984 h 553726"/>
                <a:gd name="connsiteX24" fmla="*/ 233771 w 2912392"/>
                <a:gd name="connsiteY24" fmla="*/ 335012 h 553726"/>
                <a:gd name="connsiteX25" fmla="*/ 243510 w 2912392"/>
                <a:gd name="connsiteY25" fmla="*/ 334974 h 553726"/>
                <a:gd name="connsiteX26" fmla="*/ 253251 w 2912392"/>
                <a:gd name="connsiteY26" fmla="*/ 334865 h 553726"/>
                <a:gd name="connsiteX27" fmla="*/ 262992 w 2912392"/>
                <a:gd name="connsiteY27" fmla="*/ 334686 h 553726"/>
                <a:gd name="connsiteX28" fmla="*/ 272732 w 2912392"/>
                <a:gd name="connsiteY28" fmla="*/ 334436 h 553726"/>
                <a:gd name="connsiteX29" fmla="*/ 282473 w 2912392"/>
                <a:gd name="connsiteY29" fmla="*/ 334113 h 553726"/>
                <a:gd name="connsiteX30" fmla="*/ 292214 w 2912392"/>
                <a:gd name="connsiteY30" fmla="*/ 333718 h 553726"/>
                <a:gd name="connsiteX31" fmla="*/ 301953 w 2912392"/>
                <a:gd name="connsiteY31" fmla="*/ 333250 h 553726"/>
                <a:gd name="connsiteX32" fmla="*/ 311694 w 2912392"/>
                <a:gd name="connsiteY32" fmla="*/ 332709 h 553726"/>
                <a:gd name="connsiteX33" fmla="*/ 321435 w 2912392"/>
                <a:gd name="connsiteY33" fmla="*/ 332094 h 553726"/>
                <a:gd name="connsiteX34" fmla="*/ 331175 w 2912392"/>
                <a:gd name="connsiteY34" fmla="*/ 331407 h 553726"/>
                <a:gd name="connsiteX35" fmla="*/ 340916 w 2912392"/>
                <a:gd name="connsiteY35" fmla="*/ 330647 h 553726"/>
                <a:gd name="connsiteX36" fmla="*/ 350656 w 2912392"/>
                <a:gd name="connsiteY36" fmla="*/ 329814 h 553726"/>
                <a:gd name="connsiteX37" fmla="*/ 360396 w 2912392"/>
                <a:gd name="connsiteY37" fmla="*/ 328910 h 553726"/>
                <a:gd name="connsiteX38" fmla="*/ 370137 w 2912392"/>
                <a:gd name="connsiteY38" fmla="*/ 327935 h 553726"/>
                <a:gd name="connsiteX39" fmla="*/ 379878 w 2912392"/>
                <a:gd name="connsiteY39" fmla="*/ 326893 h 553726"/>
                <a:gd name="connsiteX40" fmla="*/ 389617 w 2912392"/>
                <a:gd name="connsiteY40" fmla="*/ 325783 h 553726"/>
                <a:gd name="connsiteX41" fmla="*/ 399358 w 2912392"/>
                <a:gd name="connsiteY41" fmla="*/ 324606 h 553726"/>
                <a:gd name="connsiteX42" fmla="*/ 409099 w 2912392"/>
                <a:gd name="connsiteY42" fmla="*/ 323364 h 553726"/>
                <a:gd name="connsiteX43" fmla="*/ 418839 w 2912392"/>
                <a:gd name="connsiteY43" fmla="*/ 322062 h 553726"/>
                <a:gd name="connsiteX44" fmla="*/ 428580 w 2912392"/>
                <a:gd name="connsiteY44" fmla="*/ 320701 h 553726"/>
                <a:gd name="connsiteX45" fmla="*/ 438321 w 2912392"/>
                <a:gd name="connsiteY45" fmla="*/ 319281 h 553726"/>
                <a:gd name="connsiteX46" fmla="*/ 448060 w 2912392"/>
                <a:gd name="connsiteY46" fmla="*/ 317807 h 553726"/>
                <a:gd name="connsiteX47" fmla="*/ 457801 w 2912392"/>
                <a:gd name="connsiteY47" fmla="*/ 316282 h 553726"/>
                <a:gd name="connsiteX48" fmla="*/ 467542 w 2912392"/>
                <a:gd name="connsiteY48" fmla="*/ 314708 h 553726"/>
                <a:gd name="connsiteX49" fmla="*/ 477281 w 2912392"/>
                <a:gd name="connsiteY49" fmla="*/ 313090 h 553726"/>
                <a:gd name="connsiteX50" fmla="*/ 487022 w 2912392"/>
                <a:gd name="connsiteY50" fmla="*/ 311430 h 553726"/>
                <a:gd name="connsiteX51" fmla="*/ 496763 w 2912392"/>
                <a:gd name="connsiteY51" fmla="*/ 309733 h 553726"/>
                <a:gd name="connsiteX52" fmla="*/ 506503 w 2912392"/>
                <a:gd name="connsiteY52" fmla="*/ 308002 h 553726"/>
                <a:gd name="connsiteX53" fmla="*/ 516244 w 2912392"/>
                <a:gd name="connsiteY53" fmla="*/ 306243 h 553726"/>
                <a:gd name="connsiteX54" fmla="*/ 525985 w 2912392"/>
                <a:gd name="connsiteY54" fmla="*/ 304456 h 553726"/>
                <a:gd name="connsiteX55" fmla="*/ 535724 w 2912392"/>
                <a:gd name="connsiteY55" fmla="*/ 302649 h 553726"/>
                <a:gd name="connsiteX56" fmla="*/ 545465 w 2912392"/>
                <a:gd name="connsiteY56" fmla="*/ 300825 h 553726"/>
                <a:gd name="connsiteX57" fmla="*/ 555206 w 2912392"/>
                <a:gd name="connsiteY57" fmla="*/ 298990 h 553726"/>
                <a:gd name="connsiteX58" fmla="*/ 564946 w 2912392"/>
                <a:gd name="connsiteY58" fmla="*/ 297147 h 553726"/>
                <a:gd name="connsiteX59" fmla="*/ 574687 w 2912392"/>
                <a:gd name="connsiteY59" fmla="*/ 295301 h 553726"/>
                <a:gd name="connsiteX60" fmla="*/ 584428 w 2912392"/>
                <a:gd name="connsiteY60" fmla="*/ 293458 h 553726"/>
                <a:gd name="connsiteX61" fmla="*/ 594167 w 2912392"/>
                <a:gd name="connsiteY61" fmla="*/ 291621 h 553726"/>
                <a:gd name="connsiteX62" fmla="*/ 603908 w 2912392"/>
                <a:gd name="connsiteY62" fmla="*/ 289797 h 553726"/>
                <a:gd name="connsiteX63" fmla="*/ 613649 w 2912392"/>
                <a:gd name="connsiteY63" fmla="*/ 287990 h 553726"/>
                <a:gd name="connsiteX64" fmla="*/ 623388 w 2912392"/>
                <a:gd name="connsiteY64" fmla="*/ 286203 h 553726"/>
                <a:gd name="connsiteX65" fmla="*/ 633129 w 2912392"/>
                <a:gd name="connsiteY65" fmla="*/ 284445 h 553726"/>
                <a:gd name="connsiteX66" fmla="*/ 642870 w 2912392"/>
                <a:gd name="connsiteY66" fmla="*/ 282717 h 553726"/>
                <a:gd name="connsiteX67" fmla="*/ 652610 w 2912392"/>
                <a:gd name="connsiteY67" fmla="*/ 281028 h 553726"/>
                <a:gd name="connsiteX68" fmla="*/ 662351 w 2912392"/>
                <a:gd name="connsiteY68" fmla="*/ 279377 h 553726"/>
                <a:gd name="connsiteX69" fmla="*/ 672092 w 2912392"/>
                <a:gd name="connsiteY69" fmla="*/ 277774 h 553726"/>
                <a:gd name="connsiteX70" fmla="*/ 681831 w 2912392"/>
                <a:gd name="connsiteY70" fmla="*/ 276220 h 553726"/>
                <a:gd name="connsiteX71" fmla="*/ 691572 w 2912392"/>
                <a:gd name="connsiteY71" fmla="*/ 274721 h 553726"/>
                <a:gd name="connsiteX72" fmla="*/ 701313 w 2912392"/>
                <a:gd name="connsiteY72" fmla="*/ 273280 h 553726"/>
                <a:gd name="connsiteX73" fmla="*/ 711052 w 2912392"/>
                <a:gd name="connsiteY73" fmla="*/ 271902 h 553726"/>
                <a:gd name="connsiteX74" fmla="*/ 720793 w 2912392"/>
                <a:gd name="connsiteY74" fmla="*/ 270589 h 553726"/>
                <a:gd name="connsiteX75" fmla="*/ 730534 w 2912392"/>
                <a:gd name="connsiteY75" fmla="*/ 269347 h 553726"/>
                <a:gd name="connsiteX76" fmla="*/ 740274 w 2912392"/>
                <a:gd name="connsiteY76" fmla="*/ 268177 h 553726"/>
                <a:gd name="connsiteX77" fmla="*/ 750015 w 2912392"/>
                <a:gd name="connsiteY77" fmla="*/ 267084 h 553726"/>
                <a:gd name="connsiteX78" fmla="*/ 759756 w 2912392"/>
                <a:gd name="connsiteY78" fmla="*/ 266069 h 553726"/>
                <a:gd name="connsiteX79" fmla="*/ 769495 w 2912392"/>
                <a:gd name="connsiteY79" fmla="*/ 265135 h 553726"/>
                <a:gd name="connsiteX80" fmla="*/ 779236 w 2912392"/>
                <a:gd name="connsiteY80" fmla="*/ 264283 h 553726"/>
                <a:gd name="connsiteX81" fmla="*/ 788977 w 2912392"/>
                <a:gd name="connsiteY81" fmla="*/ 263515 h 553726"/>
                <a:gd name="connsiteX82" fmla="*/ 798717 w 2912392"/>
                <a:gd name="connsiteY82" fmla="*/ 262833 h 553726"/>
                <a:gd name="connsiteX83" fmla="*/ 808458 w 2912392"/>
                <a:gd name="connsiteY83" fmla="*/ 262237 h 553726"/>
                <a:gd name="connsiteX84" fmla="*/ 818199 w 2912392"/>
                <a:gd name="connsiteY84" fmla="*/ 261727 h 553726"/>
                <a:gd name="connsiteX85" fmla="*/ 827938 w 2912392"/>
                <a:gd name="connsiteY85" fmla="*/ 261306 h 553726"/>
                <a:gd name="connsiteX86" fmla="*/ 837679 w 2912392"/>
                <a:gd name="connsiteY86" fmla="*/ 260971 h 553726"/>
                <a:gd name="connsiteX87" fmla="*/ 847420 w 2912392"/>
                <a:gd name="connsiteY87" fmla="*/ 260720 h 553726"/>
                <a:gd name="connsiteX88" fmla="*/ 857159 w 2912392"/>
                <a:gd name="connsiteY88" fmla="*/ 260553 h 553726"/>
                <a:gd name="connsiteX89" fmla="*/ 866900 w 2912392"/>
                <a:gd name="connsiteY89" fmla="*/ 260471 h 553726"/>
                <a:gd name="connsiteX90" fmla="*/ 876641 w 2912392"/>
                <a:gd name="connsiteY90" fmla="*/ 260468 h 553726"/>
                <a:gd name="connsiteX91" fmla="*/ 886381 w 2912392"/>
                <a:gd name="connsiteY91" fmla="*/ 260543 h 553726"/>
                <a:gd name="connsiteX92" fmla="*/ 896122 w 2912392"/>
                <a:gd name="connsiteY92" fmla="*/ 260692 h 553726"/>
                <a:gd name="connsiteX93" fmla="*/ 905863 w 2912392"/>
                <a:gd name="connsiteY93" fmla="*/ 260912 h 553726"/>
                <a:gd name="connsiteX94" fmla="*/ 915602 w 2912392"/>
                <a:gd name="connsiteY94" fmla="*/ 261200 h 553726"/>
                <a:gd name="connsiteX95" fmla="*/ 925343 w 2912392"/>
                <a:gd name="connsiteY95" fmla="*/ 261552 h 553726"/>
                <a:gd name="connsiteX96" fmla="*/ 935084 w 2912392"/>
                <a:gd name="connsiteY96" fmla="*/ 261960 h 553726"/>
                <a:gd name="connsiteX97" fmla="*/ 944824 w 2912392"/>
                <a:gd name="connsiteY97" fmla="*/ 262420 h 553726"/>
                <a:gd name="connsiteX98" fmla="*/ 954564 w 2912392"/>
                <a:gd name="connsiteY98" fmla="*/ 262928 h 553726"/>
                <a:gd name="connsiteX99" fmla="*/ 964305 w 2912392"/>
                <a:gd name="connsiteY99" fmla="*/ 263477 h 553726"/>
                <a:gd name="connsiteX100" fmla="*/ 974045 w 2912392"/>
                <a:gd name="connsiteY100" fmla="*/ 264061 h 553726"/>
                <a:gd name="connsiteX101" fmla="*/ 983786 w 2912392"/>
                <a:gd name="connsiteY101" fmla="*/ 264671 h 553726"/>
                <a:gd name="connsiteX102" fmla="*/ 993522 w 2912392"/>
                <a:gd name="connsiteY102" fmla="*/ 265303 h 553726"/>
                <a:gd name="connsiteX103" fmla="*/ 1003266 w 2912392"/>
                <a:gd name="connsiteY103" fmla="*/ 265947 h 553726"/>
                <a:gd name="connsiteX104" fmla="*/ 1013010 w 2912392"/>
                <a:gd name="connsiteY104" fmla="*/ 266596 h 553726"/>
                <a:gd name="connsiteX105" fmla="*/ 1022754 w 2912392"/>
                <a:gd name="connsiteY105" fmla="*/ 267243 h 553726"/>
                <a:gd name="connsiteX106" fmla="*/ 1032483 w 2912392"/>
                <a:gd name="connsiteY106" fmla="*/ 267879 h 553726"/>
                <a:gd name="connsiteX107" fmla="*/ 1042227 w 2912392"/>
                <a:gd name="connsiteY107" fmla="*/ 268494 h 553726"/>
                <a:gd name="connsiteX108" fmla="*/ 1051971 w 2912392"/>
                <a:gd name="connsiteY108" fmla="*/ 269083 h 553726"/>
                <a:gd name="connsiteX109" fmla="*/ 1061715 w 2912392"/>
                <a:gd name="connsiteY109" fmla="*/ 269633 h 553726"/>
                <a:gd name="connsiteX110" fmla="*/ 1071444 w 2912392"/>
                <a:gd name="connsiteY110" fmla="*/ 270138 h 553726"/>
                <a:gd name="connsiteX111" fmla="*/ 1081188 w 2912392"/>
                <a:gd name="connsiteY111" fmla="*/ 270588 h 553726"/>
                <a:gd name="connsiteX112" fmla="*/ 1090932 w 2912392"/>
                <a:gd name="connsiteY112" fmla="*/ 270974 h 553726"/>
                <a:gd name="connsiteX113" fmla="*/ 1100676 w 2912392"/>
                <a:gd name="connsiteY113" fmla="*/ 271287 h 553726"/>
                <a:gd name="connsiteX114" fmla="*/ 1110405 w 2912392"/>
                <a:gd name="connsiteY114" fmla="*/ 271516 h 553726"/>
                <a:gd name="connsiteX115" fmla="*/ 1120149 w 2912392"/>
                <a:gd name="connsiteY115" fmla="*/ 271656 h 553726"/>
                <a:gd name="connsiteX116" fmla="*/ 1129893 w 2912392"/>
                <a:gd name="connsiteY116" fmla="*/ 271695 h 553726"/>
                <a:gd name="connsiteX117" fmla="*/ 1139637 w 2912392"/>
                <a:gd name="connsiteY117" fmla="*/ 271626 h 553726"/>
                <a:gd name="connsiteX118" fmla="*/ 1149381 w 2912392"/>
                <a:gd name="connsiteY118" fmla="*/ 271440 h 553726"/>
                <a:gd name="connsiteX119" fmla="*/ 1159110 w 2912392"/>
                <a:gd name="connsiteY119" fmla="*/ 271129 h 553726"/>
                <a:gd name="connsiteX120" fmla="*/ 1168854 w 2912392"/>
                <a:gd name="connsiteY120" fmla="*/ 270683 h 553726"/>
                <a:gd name="connsiteX121" fmla="*/ 1178598 w 2912392"/>
                <a:gd name="connsiteY121" fmla="*/ 270096 h 553726"/>
                <a:gd name="connsiteX122" fmla="*/ 1188341 w 2912392"/>
                <a:gd name="connsiteY122" fmla="*/ 269362 h 553726"/>
                <a:gd name="connsiteX123" fmla="*/ 1198070 w 2912392"/>
                <a:gd name="connsiteY123" fmla="*/ 268471 h 553726"/>
                <a:gd name="connsiteX124" fmla="*/ 1207814 w 2912392"/>
                <a:gd name="connsiteY124" fmla="*/ 267416 h 553726"/>
                <a:gd name="connsiteX125" fmla="*/ 1217558 w 2912392"/>
                <a:gd name="connsiteY125" fmla="*/ 266194 h 553726"/>
                <a:gd name="connsiteX126" fmla="*/ 1227302 w 2912392"/>
                <a:gd name="connsiteY126" fmla="*/ 264797 h 553726"/>
                <a:gd name="connsiteX127" fmla="*/ 1237031 w 2912392"/>
                <a:gd name="connsiteY127" fmla="*/ 263220 h 553726"/>
                <a:gd name="connsiteX128" fmla="*/ 1246775 w 2912392"/>
                <a:gd name="connsiteY128" fmla="*/ 261459 h 553726"/>
                <a:gd name="connsiteX129" fmla="*/ 1256519 w 2912392"/>
                <a:gd name="connsiteY129" fmla="*/ 259510 h 553726"/>
                <a:gd name="connsiteX130" fmla="*/ 1266263 w 2912392"/>
                <a:gd name="connsiteY130" fmla="*/ 257369 h 553726"/>
                <a:gd name="connsiteX131" fmla="*/ 1276007 w 2912392"/>
                <a:gd name="connsiteY131" fmla="*/ 255032 h 553726"/>
                <a:gd name="connsiteX132" fmla="*/ 1285736 w 2912392"/>
                <a:gd name="connsiteY132" fmla="*/ 252497 h 553726"/>
                <a:gd name="connsiteX133" fmla="*/ 1295480 w 2912392"/>
                <a:gd name="connsiteY133" fmla="*/ 249765 h 553726"/>
                <a:gd name="connsiteX134" fmla="*/ 1305224 w 2912392"/>
                <a:gd name="connsiteY134" fmla="*/ 246831 h 553726"/>
                <a:gd name="connsiteX135" fmla="*/ 1314968 w 2912392"/>
                <a:gd name="connsiteY135" fmla="*/ 243697 h 553726"/>
                <a:gd name="connsiteX136" fmla="*/ 1324697 w 2912392"/>
                <a:gd name="connsiteY136" fmla="*/ 240364 h 553726"/>
                <a:gd name="connsiteX137" fmla="*/ 1334441 w 2912392"/>
                <a:gd name="connsiteY137" fmla="*/ 236830 h 553726"/>
                <a:gd name="connsiteX138" fmla="*/ 1344185 w 2912392"/>
                <a:gd name="connsiteY138" fmla="*/ 233100 h 553726"/>
                <a:gd name="connsiteX139" fmla="*/ 1353929 w 2912392"/>
                <a:gd name="connsiteY139" fmla="*/ 229176 h 553726"/>
                <a:gd name="connsiteX140" fmla="*/ 1363658 w 2912392"/>
                <a:gd name="connsiteY140" fmla="*/ 225060 h 553726"/>
                <a:gd name="connsiteX141" fmla="*/ 1373402 w 2912392"/>
                <a:gd name="connsiteY141" fmla="*/ 220755 h 553726"/>
                <a:gd name="connsiteX142" fmla="*/ 1383146 w 2912392"/>
                <a:gd name="connsiteY142" fmla="*/ 216269 h 553726"/>
                <a:gd name="connsiteX143" fmla="*/ 1392890 w 2912392"/>
                <a:gd name="connsiteY143" fmla="*/ 211607 h 553726"/>
                <a:gd name="connsiteX144" fmla="*/ 1402619 w 2912392"/>
                <a:gd name="connsiteY144" fmla="*/ 206772 h 553726"/>
                <a:gd name="connsiteX145" fmla="*/ 1412363 w 2912392"/>
                <a:gd name="connsiteY145" fmla="*/ 201774 h 553726"/>
                <a:gd name="connsiteX146" fmla="*/ 1422106 w 2912392"/>
                <a:gd name="connsiteY146" fmla="*/ 196619 h 553726"/>
                <a:gd name="connsiteX147" fmla="*/ 1431850 w 2912392"/>
                <a:gd name="connsiteY147" fmla="*/ 191315 h 553726"/>
                <a:gd name="connsiteX148" fmla="*/ 1441594 w 2912392"/>
                <a:gd name="connsiteY148" fmla="*/ 185872 h 553726"/>
                <a:gd name="connsiteX149" fmla="*/ 1451323 w 2912392"/>
                <a:gd name="connsiteY149" fmla="*/ 180300 h 553726"/>
                <a:gd name="connsiteX150" fmla="*/ 1461067 w 2912392"/>
                <a:gd name="connsiteY150" fmla="*/ 174607 h 553726"/>
                <a:gd name="connsiteX151" fmla="*/ 1470811 w 2912392"/>
                <a:gd name="connsiteY151" fmla="*/ 168805 h 553726"/>
                <a:gd name="connsiteX152" fmla="*/ 1480555 w 2912392"/>
                <a:gd name="connsiteY152" fmla="*/ 162905 h 553726"/>
                <a:gd name="connsiteX153" fmla="*/ 1490284 w 2912392"/>
                <a:gd name="connsiteY153" fmla="*/ 156919 h 553726"/>
                <a:gd name="connsiteX154" fmla="*/ 1500028 w 2912392"/>
                <a:gd name="connsiteY154" fmla="*/ 150860 h 553726"/>
                <a:gd name="connsiteX155" fmla="*/ 1509772 w 2912392"/>
                <a:gd name="connsiteY155" fmla="*/ 144739 h 553726"/>
                <a:gd name="connsiteX156" fmla="*/ 1519516 w 2912392"/>
                <a:gd name="connsiteY156" fmla="*/ 138569 h 553726"/>
                <a:gd name="connsiteX157" fmla="*/ 1529245 w 2912392"/>
                <a:gd name="connsiteY157" fmla="*/ 132367 h 553726"/>
                <a:gd name="connsiteX158" fmla="*/ 1538989 w 2912392"/>
                <a:gd name="connsiteY158" fmla="*/ 126142 h 553726"/>
                <a:gd name="connsiteX159" fmla="*/ 1548733 w 2912392"/>
                <a:gd name="connsiteY159" fmla="*/ 119911 h 553726"/>
                <a:gd name="connsiteX160" fmla="*/ 1558477 w 2912392"/>
                <a:gd name="connsiteY160" fmla="*/ 113690 h 553726"/>
                <a:gd name="connsiteX161" fmla="*/ 1568221 w 2912392"/>
                <a:gd name="connsiteY161" fmla="*/ 107490 h 553726"/>
                <a:gd name="connsiteX162" fmla="*/ 1577950 w 2912392"/>
                <a:gd name="connsiteY162" fmla="*/ 101326 h 553726"/>
                <a:gd name="connsiteX163" fmla="*/ 1587694 w 2912392"/>
                <a:gd name="connsiteY163" fmla="*/ 95216 h 553726"/>
                <a:gd name="connsiteX164" fmla="*/ 1597438 w 2912392"/>
                <a:gd name="connsiteY164" fmla="*/ 89173 h 553726"/>
                <a:gd name="connsiteX165" fmla="*/ 1607182 w 2912392"/>
                <a:gd name="connsiteY165" fmla="*/ 83214 h 553726"/>
                <a:gd name="connsiteX166" fmla="*/ 1616911 w 2912392"/>
                <a:gd name="connsiteY166" fmla="*/ 77350 h 553726"/>
                <a:gd name="connsiteX167" fmla="*/ 1626655 w 2912392"/>
                <a:gd name="connsiteY167" fmla="*/ 71599 h 553726"/>
                <a:gd name="connsiteX168" fmla="*/ 1636399 w 2912392"/>
                <a:gd name="connsiteY168" fmla="*/ 65976 h 553726"/>
                <a:gd name="connsiteX169" fmla="*/ 1646142 w 2912392"/>
                <a:gd name="connsiteY169" fmla="*/ 60493 h 553726"/>
                <a:gd name="connsiteX170" fmla="*/ 1655872 w 2912392"/>
                <a:gd name="connsiteY170" fmla="*/ 55168 h 553726"/>
                <a:gd name="connsiteX171" fmla="*/ 1665616 w 2912392"/>
                <a:gd name="connsiteY171" fmla="*/ 50011 h 553726"/>
                <a:gd name="connsiteX172" fmla="*/ 1675359 w 2912392"/>
                <a:gd name="connsiteY172" fmla="*/ 45041 h 553726"/>
                <a:gd name="connsiteX173" fmla="*/ 1685103 w 2912392"/>
                <a:gd name="connsiteY173" fmla="*/ 40267 h 553726"/>
                <a:gd name="connsiteX174" fmla="*/ 1694832 w 2912392"/>
                <a:gd name="connsiteY174" fmla="*/ 35707 h 553726"/>
                <a:gd name="connsiteX175" fmla="*/ 1704576 w 2912392"/>
                <a:gd name="connsiteY175" fmla="*/ 31368 h 553726"/>
                <a:gd name="connsiteX176" fmla="*/ 1714320 w 2912392"/>
                <a:gd name="connsiteY176" fmla="*/ 27267 h 553726"/>
                <a:gd name="connsiteX177" fmla="*/ 1724064 w 2912392"/>
                <a:gd name="connsiteY177" fmla="*/ 23414 h 553726"/>
                <a:gd name="connsiteX178" fmla="*/ 1733808 w 2912392"/>
                <a:gd name="connsiteY178" fmla="*/ 19820 h 553726"/>
                <a:gd name="connsiteX179" fmla="*/ 1743537 w 2912392"/>
                <a:gd name="connsiteY179" fmla="*/ 16496 h 553726"/>
                <a:gd name="connsiteX180" fmla="*/ 1753281 w 2912392"/>
                <a:gd name="connsiteY180" fmla="*/ 13452 h 553726"/>
                <a:gd name="connsiteX181" fmla="*/ 1763025 w 2912392"/>
                <a:gd name="connsiteY181" fmla="*/ 10697 h 553726"/>
                <a:gd name="connsiteX182" fmla="*/ 1772769 w 2912392"/>
                <a:gd name="connsiteY182" fmla="*/ 8242 h 553726"/>
                <a:gd name="connsiteX183" fmla="*/ 1782498 w 2912392"/>
                <a:gd name="connsiteY183" fmla="*/ 6094 h 553726"/>
                <a:gd name="connsiteX184" fmla="*/ 1792242 w 2912392"/>
                <a:gd name="connsiteY184" fmla="*/ 4258 h 553726"/>
                <a:gd name="connsiteX185" fmla="*/ 1801986 w 2912392"/>
                <a:gd name="connsiteY185" fmla="*/ 2744 h 553726"/>
                <a:gd name="connsiteX186" fmla="*/ 1811730 w 2912392"/>
                <a:gd name="connsiteY186" fmla="*/ 1557 h 553726"/>
                <a:gd name="connsiteX187" fmla="*/ 1821459 w 2912392"/>
                <a:gd name="connsiteY187" fmla="*/ 700 h 553726"/>
                <a:gd name="connsiteX188" fmla="*/ 1831203 w 2912392"/>
                <a:gd name="connsiteY188" fmla="*/ 180 h 553726"/>
                <a:gd name="connsiteX189" fmla="*/ 1840947 w 2912392"/>
                <a:gd name="connsiteY189" fmla="*/ 0 h 553726"/>
                <a:gd name="connsiteX190" fmla="*/ 1850691 w 2912392"/>
                <a:gd name="connsiteY190" fmla="*/ 162 h 553726"/>
                <a:gd name="connsiteX191" fmla="*/ 1860435 w 2912392"/>
                <a:gd name="connsiteY191" fmla="*/ 669 h 553726"/>
                <a:gd name="connsiteX192" fmla="*/ 1870164 w 2912392"/>
                <a:gd name="connsiteY192" fmla="*/ 1521 h 553726"/>
                <a:gd name="connsiteX193" fmla="*/ 1879908 w 2912392"/>
                <a:gd name="connsiteY193" fmla="*/ 2718 h 553726"/>
                <a:gd name="connsiteX194" fmla="*/ 1889652 w 2912392"/>
                <a:gd name="connsiteY194" fmla="*/ 4261 h 553726"/>
                <a:gd name="connsiteX195" fmla="*/ 1899395 w 2912392"/>
                <a:gd name="connsiteY195" fmla="*/ 6147 h 553726"/>
                <a:gd name="connsiteX196" fmla="*/ 1909124 w 2912392"/>
                <a:gd name="connsiteY196" fmla="*/ 8376 h 553726"/>
                <a:gd name="connsiteX197" fmla="*/ 1918868 w 2912392"/>
                <a:gd name="connsiteY197" fmla="*/ 10943 h 553726"/>
                <a:gd name="connsiteX198" fmla="*/ 1928612 w 2912392"/>
                <a:gd name="connsiteY198" fmla="*/ 13847 h 553726"/>
                <a:gd name="connsiteX199" fmla="*/ 1938356 w 2912392"/>
                <a:gd name="connsiteY199" fmla="*/ 17080 h 553726"/>
                <a:gd name="connsiteX200" fmla="*/ 1948085 w 2912392"/>
                <a:gd name="connsiteY200" fmla="*/ 20640 h 553726"/>
                <a:gd name="connsiteX201" fmla="*/ 1957829 w 2912392"/>
                <a:gd name="connsiteY201" fmla="*/ 24519 h 553726"/>
                <a:gd name="connsiteX202" fmla="*/ 1967573 w 2912392"/>
                <a:gd name="connsiteY202" fmla="*/ 28712 h 553726"/>
                <a:gd name="connsiteX203" fmla="*/ 1977317 w 2912392"/>
                <a:gd name="connsiteY203" fmla="*/ 33211 h 553726"/>
                <a:gd name="connsiteX204" fmla="*/ 1987046 w 2912392"/>
                <a:gd name="connsiteY204" fmla="*/ 38007 h 553726"/>
                <a:gd name="connsiteX205" fmla="*/ 1996790 w 2912392"/>
                <a:gd name="connsiteY205" fmla="*/ 43094 h 553726"/>
                <a:gd name="connsiteX206" fmla="*/ 2006534 w 2912392"/>
                <a:gd name="connsiteY206" fmla="*/ 48460 h 553726"/>
                <a:gd name="connsiteX207" fmla="*/ 2016278 w 2912392"/>
                <a:gd name="connsiteY207" fmla="*/ 54098 h 553726"/>
                <a:gd name="connsiteX208" fmla="*/ 2026022 w 2912392"/>
                <a:gd name="connsiteY208" fmla="*/ 59997 h 553726"/>
                <a:gd name="connsiteX209" fmla="*/ 2035751 w 2912392"/>
                <a:gd name="connsiteY209" fmla="*/ 66146 h 553726"/>
                <a:gd name="connsiteX210" fmla="*/ 2045495 w 2912392"/>
                <a:gd name="connsiteY210" fmla="*/ 72533 h 553726"/>
                <a:gd name="connsiteX211" fmla="*/ 2055239 w 2912392"/>
                <a:gd name="connsiteY211" fmla="*/ 79148 h 553726"/>
                <a:gd name="connsiteX212" fmla="*/ 2064983 w 2912392"/>
                <a:gd name="connsiteY212" fmla="*/ 85978 h 553726"/>
                <a:gd name="connsiteX213" fmla="*/ 2074712 w 2912392"/>
                <a:gd name="connsiteY213" fmla="*/ 93010 h 553726"/>
                <a:gd name="connsiteX214" fmla="*/ 2084456 w 2912392"/>
                <a:gd name="connsiteY214" fmla="*/ 100233 h 553726"/>
                <a:gd name="connsiteX215" fmla="*/ 2094200 w 2912392"/>
                <a:gd name="connsiteY215" fmla="*/ 107635 h 553726"/>
                <a:gd name="connsiteX216" fmla="*/ 2103944 w 2912392"/>
                <a:gd name="connsiteY216" fmla="*/ 115200 h 553726"/>
                <a:gd name="connsiteX217" fmla="*/ 2113673 w 2912392"/>
                <a:gd name="connsiteY217" fmla="*/ 122918 h 553726"/>
                <a:gd name="connsiteX218" fmla="*/ 2123417 w 2912392"/>
                <a:gd name="connsiteY218" fmla="*/ 130774 h 553726"/>
                <a:gd name="connsiteX219" fmla="*/ 2133161 w 2912392"/>
                <a:gd name="connsiteY219" fmla="*/ 138754 h 553726"/>
                <a:gd name="connsiteX220" fmla="*/ 2142905 w 2912392"/>
                <a:gd name="connsiteY220" fmla="*/ 146846 h 553726"/>
                <a:gd name="connsiteX221" fmla="*/ 2152649 w 2912392"/>
                <a:gd name="connsiteY221" fmla="*/ 155036 h 553726"/>
                <a:gd name="connsiteX222" fmla="*/ 2162377 w 2912392"/>
                <a:gd name="connsiteY222" fmla="*/ 163309 h 553726"/>
                <a:gd name="connsiteX223" fmla="*/ 2172121 w 2912392"/>
                <a:gd name="connsiteY223" fmla="*/ 171654 h 553726"/>
                <a:gd name="connsiteX224" fmla="*/ 2181865 w 2912392"/>
                <a:gd name="connsiteY224" fmla="*/ 180057 h 553726"/>
                <a:gd name="connsiteX225" fmla="*/ 2191609 w 2912392"/>
                <a:gd name="connsiteY225" fmla="*/ 188505 h 553726"/>
                <a:gd name="connsiteX226" fmla="*/ 2201338 w 2912392"/>
                <a:gd name="connsiteY226" fmla="*/ 196984 h 553726"/>
                <a:gd name="connsiteX227" fmla="*/ 2211082 w 2912392"/>
                <a:gd name="connsiteY227" fmla="*/ 205481 h 553726"/>
                <a:gd name="connsiteX228" fmla="*/ 2220826 w 2912392"/>
                <a:gd name="connsiteY228" fmla="*/ 213985 h 553726"/>
                <a:gd name="connsiteX229" fmla="*/ 2230570 w 2912392"/>
                <a:gd name="connsiteY229" fmla="*/ 222484 h 553726"/>
                <a:gd name="connsiteX230" fmla="*/ 2240299 w 2912392"/>
                <a:gd name="connsiteY230" fmla="*/ 230965 h 553726"/>
                <a:gd name="connsiteX231" fmla="*/ 2250043 w 2912392"/>
                <a:gd name="connsiteY231" fmla="*/ 239416 h 553726"/>
                <a:gd name="connsiteX232" fmla="*/ 2259787 w 2912392"/>
                <a:gd name="connsiteY232" fmla="*/ 247828 h 553726"/>
                <a:gd name="connsiteX233" fmla="*/ 2269531 w 2912392"/>
                <a:gd name="connsiteY233" fmla="*/ 256189 h 553726"/>
                <a:gd name="connsiteX234" fmla="*/ 2279260 w 2912392"/>
                <a:gd name="connsiteY234" fmla="*/ 264488 h 553726"/>
                <a:gd name="connsiteX235" fmla="*/ 2289004 w 2912392"/>
                <a:gd name="connsiteY235" fmla="*/ 272717 h 553726"/>
                <a:gd name="connsiteX236" fmla="*/ 2298748 w 2912392"/>
                <a:gd name="connsiteY236" fmla="*/ 280864 h 553726"/>
                <a:gd name="connsiteX237" fmla="*/ 2308492 w 2912392"/>
                <a:gd name="connsiteY237" fmla="*/ 288922 h 553726"/>
                <a:gd name="connsiteX238" fmla="*/ 2318236 w 2912392"/>
                <a:gd name="connsiteY238" fmla="*/ 296883 h 553726"/>
                <a:gd name="connsiteX239" fmla="*/ 2327965 w 2912392"/>
                <a:gd name="connsiteY239" fmla="*/ 304736 h 553726"/>
                <a:gd name="connsiteX240" fmla="*/ 2337709 w 2912392"/>
                <a:gd name="connsiteY240" fmla="*/ 312478 h 553726"/>
                <a:gd name="connsiteX241" fmla="*/ 2347453 w 2912392"/>
                <a:gd name="connsiteY241" fmla="*/ 320100 h 553726"/>
                <a:gd name="connsiteX242" fmla="*/ 2357197 w 2912392"/>
                <a:gd name="connsiteY242" fmla="*/ 327596 h 553726"/>
                <a:gd name="connsiteX243" fmla="*/ 2366926 w 2912392"/>
                <a:gd name="connsiteY243" fmla="*/ 334959 h 553726"/>
                <a:gd name="connsiteX244" fmla="*/ 2376670 w 2912392"/>
                <a:gd name="connsiteY244" fmla="*/ 342186 h 553726"/>
                <a:gd name="connsiteX245" fmla="*/ 2386413 w 2912392"/>
                <a:gd name="connsiteY245" fmla="*/ 349271 h 553726"/>
                <a:gd name="connsiteX246" fmla="*/ 2396157 w 2912392"/>
                <a:gd name="connsiteY246" fmla="*/ 356211 h 553726"/>
                <a:gd name="connsiteX247" fmla="*/ 2405886 w 2912392"/>
                <a:gd name="connsiteY247" fmla="*/ 363002 h 553726"/>
                <a:gd name="connsiteX248" fmla="*/ 2415630 w 2912392"/>
                <a:gd name="connsiteY248" fmla="*/ 369642 h 553726"/>
                <a:gd name="connsiteX249" fmla="*/ 2425374 w 2912392"/>
                <a:gd name="connsiteY249" fmla="*/ 376126 h 553726"/>
                <a:gd name="connsiteX250" fmla="*/ 2435118 w 2912392"/>
                <a:gd name="connsiteY250" fmla="*/ 382455 h 553726"/>
                <a:gd name="connsiteX251" fmla="*/ 2444862 w 2912392"/>
                <a:gd name="connsiteY251" fmla="*/ 388627 h 553726"/>
                <a:gd name="connsiteX252" fmla="*/ 2454591 w 2912392"/>
                <a:gd name="connsiteY252" fmla="*/ 394641 h 553726"/>
                <a:gd name="connsiteX253" fmla="*/ 2464335 w 2912392"/>
                <a:gd name="connsiteY253" fmla="*/ 400497 h 553726"/>
                <a:gd name="connsiteX254" fmla="*/ 2474079 w 2912392"/>
                <a:gd name="connsiteY254" fmla="*/ 406194 h 553726"/>
                <a:gd name="connsiteX255" fmla="*/ 2483823 w 2912392"/>
                <a:gd name="connsiteY255" fmla="*/ 411733 h 553726"/>
                <a:gd name="connsiteX256" fmla="*/ 2493552 w 2912392"/>
                <a:gd name="connsiteY256" fmla="*/ 417116 h 553726"/>
                <a:gd name="connsiteX257" fmla="*/ 2503296 w 2912392"/>
                <a:gd name="connsiteY257" fmla="*/ 422346 h 553726"/>
                <a:gd name="connsiteX258" fmla="*/ 2513040 w 2912392"/>
                <a:gd name="connsiteY258" fmla="*/ 427422 h 553726"/>
                <a:gd name="connsiteX259" fmla="*/ 2522784 w 2912392"/>
                <a:gd name="connsiteY259" fmla="*/ 432348 h 553726"/>
                <a:gd name="connsiteX260" fmla="*/ 2532513 w 2912392"/>
                <a:gd name="connsiteY260" fmla="*/ 437127 h 553726"/>
                <a:gd name="connsiteX261" fmla="*/ 2542257 w 2912392"/>
                <a:gd name="connsiteY261" fmla="*/ 441761 h 553726"/>
                <a:gd name="connsiteX262" fmla="*/ 2552001 w 2912392"/>
                <a:gd name="connsiteY262" fmla="*/ 446253 h 553726"/>
                <a:gd name="connsiteX263" fmla="*/ 2561745 w 2912392"/>
                <a:gd name="connsiteY263" fmla="*/ 450608 h 553726"/>
                <a:gd name="connsiteX264" fmla="*/ 2571474 w 2912392"/>
                <a:gd name="connsiteY264" fmla="*/ 454829 h 553726"/>
                <a:gd name="connsiteX265" fmla="*/ 2581218 w 2912392"/>
                <a:gd name="connsiteY265" fmla="*/ 458921 h 553726"/>
                <a:gd name="connsiteX266" fmla="*/ 2590962 w 2912392"/>
                <a:gd name="connsiteY266" fmla="*/ 462887 h 553726"/>
                <a:gd name="connsiteX267" fmla="*/ 2600705 w 2912392"/>
                <a:gd name="connsiteY267" fmla="*/ 466733 h 553726"/>
                <a:gd name="connsiteX268" fmla="*/ 2610449 w 2912392"/>
                <a:gd name="connsiteY268" fmla="*/ 470464 h 553726"/>
                <a:gd name="connsiteX269" fmla="*/ 2620178 w 2912392"/>
                <a:gd name="connsiteY269" fmla="*/ 474083 h 553726"/>
                <a:gd name="connsiteX270" fmla="*/ 2629922 w 2912392"/>
                <a:gd name="connsiteY270" fmla="*/ 477596 h 553726"/>
                <a:gd name="connsiteX271" fmla="*/ 2639666 w 2912392"/>
                <a:gd name="connsiteY271" fmla="*/ 481008 h 553726"/>
                <a:gd name="connsiteX272" fmla="*/ 2649410 w 2912392"/>
                <a:gd name="connsiteY272" fmla="*/ 484323 h 553726"/>
                <a:gd name="connsiteX273" fmla="*/ 2659139 w 2912392"/>
                <a:gd name="connsiteY273" fmla="*/ 487548 h 553726"/>
                <a:gd name="connsiteX274" fmla="*/ 2668883 w 2912392"/>
                <a:gd name="connsiteY274" fmla="*/ 490686 h 553726"/>
                <a:gd name="connsiteX275" fmla="*/ 2678627 w 2912392"/>
                <a:gd name="connsiteY275" fmla="*/ 493745 h 553726"/>
                <a:gd name="connsiteX276" fmla="*/ 2688371 w 2912392"/>
                <a:gd name="connsiteY276" fmla="*/ 496726 h 553726"/>
                <a:gd name="connsiteX277" fmla="*/ 2698100 w 2912392"/>
                <a:gd name="connsiteY277" fmla="*/ 499637 h 553726"/>
                <a:gd name="connsiteX278" fmla="*/ 2707844 w 2912392"/>
                <a:gd name="connsiteY278" fmla="*/ 502482 h 553726"/>
                <a:gd name="connsiteX279" fmla="*/ 2717588 w 2912392"/>
                <a:gd name="connsiteY279" fmla="*/ 505265 h 553726"/>
                <a:gd name="connsiteX280" fmla="*/ 2727332 w 2912392"/>
                <a:gd name="connsiteY280" fmla="*/ 507991 h 553726"/>
                <a:gd name="connsiteX281" fmla="*/ 2737076 w 2912392"/>
                <a:gd name="connsiteY281" fmla="*/ 510666 h 553726"/>
                <a:gd name="connsiteX282" fmla="*/ 2746805 w 2912392"/>
                <a:gd name="connsiteY282" fmla="*/ 513291 h 553726"/>
                <a:gd name="connsiteX283" fmla="*/ 2756549 w 2912392"/>
                <a:gd name="connsiteY283" fmla="*/ 515873 h 553726"/>
                <a:gd name="connsiteX284" fmla="*/ 2766293 w 2912392"/>
                <a:gd name="connsiteY284" fmla="*/ 518415 h 553726"/>
                <a:gd name="connsiteX285" fmla="*/ 2776037 w 2912392"/>
                <a:gd name="connsiteY285" fmla="*/ 520921 h 553726"/>
                <a:gd name="connsiteX286" fmla="*/ 2785766 w 2912392"/>
                <a:gd name="connsiteY286" fmla="*/ 523392 h 553726"/>
                <a:gd name="connsiteX287" fmla="*/ 2795510 w 2912392"/>
                <a:gd name="connsiteY287" fmla="*/ 525836 h 553726"/>
                <a:gd name="connsiteX288" fmla="*/ 2805254 w 2912392"/>
                <a:gd name="connsiteY288" fmla="*/ 528252 h 553726"/>
                <a:gd name="connsiteX289" fmla="*/ 2814998 w 2912392"/>
                <a:gd name="connsiteY289" fmla="*/ 530645 h 553726"/>
                <a:gd name="connsiteX290" fmla="*/ 2824727 w 2912392"/>
                <a:gd name="connsiteY290" fmla="*/ 533019 h 553726"/>
                <a:gd name="connsiteX291" fmla="*/ 2834471 w 2912392"/>
                <a:gd name="connsiteY291" fmla="*/ 535371 h 553726"/>
                <a:gd name="connsiteX292" fmla="*/ 2844215 w 2912392"/>
                <a:gd name="connsiteY292" fmla="*/ 537709 h 553726"/>
                <a:gd name="connsiteX293" fmla="*/ 2853958 w 2912392"/>
                <a:gd name="connsiteY293" fmla="*/ 540030 h 553726"/>
                <a:gd name="connsiteX294" fmla="*/ 2863687 w 2912392"/>
                <a:gd name="connsiteY294" fmla="*/ 542339 h 553726"/>
                <a:gd name="connsiteX295" fmla="*/ 2873431 w 2912392"/>
                <a:gd name="connsiteY295" fmla="*/ 544637 h 553726"/>
                <a:gd name="connsiteX296" fmla="*/ 2883175 w 2912392"/>
                <a:gd name="connsiteY296" fmla="*/ 546924 h 553726"/>
                <a:gd name="connsiteX297" fmla="*/ 2892919 w 2912392"/>
                <a:gd name="connsiteY297" fmla="*/ 549200 h 553726"/>
                <a:gd name="connsiteX298" fmla="*/ 2902663 w 2912392"/>
                <a:gd name="connsiteY298" fmla="*/ 551468 h 553726"/>
                <a:gd name="connsiteX299" fmla="*/ 2912392 w 2912392"/>
                <a:gd name="connsiteY299" fmla="*/ 553727 h 553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53726">
                  <a:moveTo>
                    <a:pt x="0" y="320541"/>
                  </a:moveTo>
                  <a:lnTo>
                    <a:pt x="9739" y="321492"/>
                  </a:lnTo>
                  <a:lnTo>
                    <a:pt x="19480" y="322433"/>
                  </a:lnTo>
                  <a:lnTo>
                    <a:pt x="29221" y="323364"/>
                  </a:lnTo>
                  <a:lnTo>
                    <a:pt x="38961" y="324279"/>
                  </a:lnTo>
                  <a:lnTo>
                    <a:pt x="48702" y="325179"/>
                  </a:lnTo>
                  <a:lnTo>
                    <a:pt x="58443" y="326057"/>
                  </a:lnTo>
                  <a:lnTo>
                    <a:pt x="68182" y="326910"/>
                  </a:lnTo>
                  <a:lnTo>
                    <a:pt x="77923" y="327737"/>
                  </a:lnTo>
                  <a:lnTo>
                    <a:pt x="87664" y="328534"/>
                  </a:lnTo>
                  <a:lnTo>
                    <a:pt x="97404" y="329299"/>
                  </a:lnTo>
                  <a:lnTo>
                    <a:pt x="107145" y="330027"/>
                  </a:lnTo>
                  <a:lnTo>
                    <a:pt x="116886" y="330717"/>
                  </a:lnTo>
                  <a:lnTo>
                    <a:pt x="126625" y="331364"/>
                  </a:lnTo>
                  <a:lnTo>
                    <a:pt x="136366" y="331967"/>
                  </a:lnTo>
                  <a:lnTo>
                    <a:pt x="146107" y="332523"/>
                  </a:lnTo>
                  <a:lnTo>
                    <a:pt x="155846" y="333029"/>
                  </a:lnTo>
                  <a:lnTo>
                    <a:pt x="165587" y="333484"/>
                  </a:lnTo>
                  <a:lnTo>
                    <a:pt x="175328" y="333883"/>
                  </a:lnTo>
                  <a:lnTo>
                    <a:pt x="185068" y="334226"/>
                  </a:lnTo>
                  <a:lnTo>
                    <a:pt x="194809" y="334509"/>
                  </a:lnTo>
                  <a:lnTo>
                    <a:pt x="204550" y="334731"/>
                  </a:lnTo>
                  <a:lnTo>
                    <a:pt x="214289" y="334890"/>
                  </a:lnTo>
                  <a:lnTo>
                    <a:pt x="224030" y="334984"/>
                  </a:lnTo>
                  <a:lnTo>
                    <a:pt x="233771" y="335012"/>
                  </a:lnTo>
                  <a:lnTo>
                    <a:pt x="243510" y="334974"/>
                  </a:lnTo>
                  <a:lnTo>
                    <a:pt x="253251" y="334865"/>
                  </a:lnTo>
                  <a:lnTo>
                    <a:pt x="262992" y="334686"/>
                  </a:lnTo>
                  <a:lnTo>
                    <a:pt x="272732" y="334436"/>
                  </a:lnTo>
                  <a:lnTo>
                    <a:pt x="282473" y="334113"/>
                  </a:lnTo>
                  <a:lnTo>
                    <a:pt x="292214" y="333718"/>
                  </a:lnTo>
                  <a:lnTo>
                    <a:pt x="301953" y="333250"/>
                  </a:lnTo>
                  <a:lnTo>
                    <a:pt x="311694" y="332709"/>
                  </a:lnTo>
                  <a:lnTo>
                    <a:pt x="321435" y="332094"/>
                  </a:lnTo>
                  <a:lnTo>
                    <a:pt x="331175" y="331407"/>
                  </a:lnTo>
                  <a:lnTo>
                    <a:pt x="340916" y="330647"/>
                  </a:lnTo>
                  <a:lnTo>
                    <a:pt x="350656" y="329814"/>
                  </a:lnTo>
                  <a:lnTo>
                    <a:pt x="360396" y="328910"/>
                  </a:lnTo>
                  <a:lnTo>
                    <a:pt x="370137" y="327935"/>
                  </a:lnTo>
                  <a:lnTo>
                    <a:pt x="379878" y="326893"/>
                  </a:lnTo>
                  <a:lnTo>
                    <a:pt x="389617" y="325783"/>
                  </a:lnTo>
                  <a:lnTo>
                    <a:pt x="399358" y="324606"/>
                  </a:lnTo>
                  <a:lnTo>
                    <a:pt x="409099" y="323364"/>
                  </a:lnTo>
                  <a:lnTo>
                    <a:pt x="418839" y="322062"/>
                  </a:lnTo>
                  <a:lnTo>
                    <a:pt x="428580" y="320701"/>
                  </a:lnTo>
                  <a:lnTo>
                    <a:pt x="438321" y="319281"/>
                  </a:lnTo>
                  <a:lnTo>
                    <a:pt x="448060" y="317807"/>
                  </a:lnTo>
                  <a:lnTo>
                    <a:pt x="457801" y="316282"/>
                  </a:lnTo>
                  <a:lnTo>
                    <a:pt x="467542" y="314708"/>
                  </a:lnTo>
                  <a:lnTo>
                    <a:pt x="477281" y="313090"/>
                  </a:lnTo>
                  <a:lnTo>
                    <a:pt x="487022" y="311430"/>
                  </a:lnTo>
                  <a:lnTo>
                    <a:pt x="496763" y="309733"/>
                  </a:lnTo>
                  <a:lnTo>
                    <a:pt x="506503" y="308002"/>
                  </a:lnTo>
                  <a:lnTo>
                    <a:pt x="516244" y="306243"/>
                  </a:lnTo>
                  <a:lnTo>
                    <a:pt x="525985" y="304456"/>
                  </a:lnTo>
                  <a:lnTo>
                    <a:pt x="535724" y="302649"/>
                  </a:lnTo>
                  <a:lnTo>
                    <a:pt x="545465" y="300825"/>
                  </a:lnTo>
                  <a:lnTo>
                    <a:pt x="555206" y="298990"/>
                  </a:lnTo>
                  <a:lnTo>
                    <a:pt x="564946" y="297147"/>
                  </a:lnTo>
                  <a:lnTo>
                    <a:pt x="574687" y="295301"/>
                  </a:lnTo>
                  <a:lnTo>
                    <a:pt x="584428" y="293458"/>
                  </a:lnTo>
                  <a:lnTo>
                    <a:pt x="594167" y="291621"/>
                  </a:lnTo>
                  <a:lnTo>
                    <a:pt x="603908" y="289797"/>
                  </a:lnTo>
                  <a:lnTo>
                    <a:pt x="613649" y="287990"/>
                  </a:lnTo>
                  <a:lnTo>
                    <a:pt x="623388" y="286203"/>
                  </a:lnTo>
                  <a:lnTo>
                    <a:pt x="633129" y="284445"/>
                  </a:lnTo>
                  <a:lnTo>
                    <a:pt x="642870" y="282717"/>
                  </a:lnTo>
                  <a:lnTo>
                    <a:pt x="652610" y="281028"/>
                  </a:lnTo>
                  <a:lnTo>
                    <a:pt x="662351" y="279377"/>
                  </a:lnTo>
                  <a:lnTo>
                    <a:pt x="672092" y="277774"/>
                  </a:lnTo>
                  <a:lnTo>
                    <a:pt x="681831" y="276220"/>
                  </a:lnTo>
                  <a:lnTo>
                    <a:pt x="691572" y="274721"/>
                  </a:lnTo>
                  <a:lnTo>
                    <a:pt x="701313" y="273280"/>
                  </a:lnTo>
                  <a:lnTo>
                    <a:pt x="711052" y="271902"/>
                  </a:lnTo>
                  <a:lnTo>
                    <a:pt x="720793" y="270589"/>
                  </a:lnTo>
                  <a:lnTo>
                    <a:pt x="730534" y="269347"/>
                  </a:lnTo>
                  <a:lnTo>
                    <a:pt x="740274" y="268177"/>
                  </a:lnTo>
                  <a:lnTo>
                    <a:pt x="750015" y="267084"/>
                  </a:lnTo>
                  <a:lnTo>
                    <a:pt x="759756" y="266069"/>
                  </a:lnTo>
                  <a:lnTo>
                    <a:pt x="769495" y="265135"/>
                  </a:lnTo>
                  <a:lnTo>
                    <a:pt x="779236" y="264283"/>
                  </a:lnTo>
                  <a:lnTo>
                    <a:pt x="788977" y="263515"/>
                  </a:lnTo>
                  <a:lnTo>
                    <a:pt x="798717" y="262833"/>
                  </a:lnTo>
                  <a:lnTo>
                    <a:pt x="808458" y="262237"/>
                  </a:lnTo>
                  <a:lnTo>
                    <a:pt x="818199" y="261727"/>
                  </a:lnTo>
                  <a:lnTo>
                    <a:pt x="827938" y="261306"/>
                  </a:lnTo>
                  <a:lnTo>
                    <a:pt x="837679" y="260971"/>
                  </a:lnTo>
                  <a:lnTo>
                    <a:pt x="847420" y="260720"/>
                  </a:lnTo>
                  <a:lnTo>
                    <a:pt x="857159" y="260553"/>
                  </a:lnTo>
                  <a:lnTo>
                    <a:pt x="866900" y="260471"/>
                  </a:lnTo>
                  <a:lnTo>
                    <a:pt x="876641" y="260468"/>
                  </a:lnTo>
                  <a:lnTo>
                    <a:pt x="886381" y="260543"/>
                  </a:lnTo>
                  <a:lnTo>
                    <a:pt x="896122" y="260692"/>
                  </a:lnTo>
                  <a:lnTo>
                    <a:pt x="905863" y="260912"/>
                  </a:lnTo>
                  <a:lnTo>
                    <a:pt x="915602" y="261200"/>
                  </a:lnTo>
                  <a:lnTo>
                    <a:pt x="925343" y="261552"/>
                  </a:lnTo>
                  <a:lnTo>
                    <a:pt x="935084" y="261960"/>
                  </a:lnTo>
                  <a:lnTo>
                    <a:pt x="944824" y="262420"/>
                  </a:lnTo>
                  <a:lnTo>
                    <a:pt x="954564" y="262928"/>
                  </a:lnTo>
                  <a:lnTo>
                    <a:pt x="964305" y="263477"/>
                  </a:lnTo>
                  <a:lnTo>
                    <a:pt x="974045" y="264061"/>
                  </a:lnTo>
                  <a:lnTo>
                    <a:pt x="983786" y="264671"/>
                  </a:lnTo>
                  <a:lnTo>
                    <a:pt x="993522" y="265303"/>
                  </a:lnTo>
                  <a:lnTo>
                    <a:pt x="1003266" y="265947"/>
                  </a:lnTo>
                  <a:lnTo>
                    <a:pt x="1013010" y="266596"/>
                  </a:lnTo>
                  <a:lnTo>
                    <a:pt x="1022754" y="267243"/>
                  </a:lnTo>
                  <a:lnTo>
                    <a:pt x="1032483" y="267879"/>
                  </a:lnTo>
                  <a:lnTo>
                    <a:pt x="1042227" y="268494"/>
                  </a:lnTo>
                  <a:lnTo>
                    <a:pt x="1051971" y="269083"/>
                  </a:lnTo>
                  <a:lnTo>
                    <a:pt x="1061715" y="269633"/>
                  </a:lnTo>
                  <a:lnTo>
                    <a:pt x="1071444" y="270138"/>
                  </a:lnTo>
                  <a:lnTo>
                    <a:pt x="1081188" y="270588"/>
                  </a:lnTo>
                  <a:lnTo>
                    <a:pt x="1090932" y="270974"/>
                  </a:lnTo>
                  <a:lnTo>
                    <a:pt x="1100676" y="271287"/>
                  </a:lnTo>
                  <a:lnTo>
                    <a:pt x="1110405" y="271516"/>
                  </a:lnTo>
                  <a:lnTo>
                    <a:pt x="1120149" y="271656"/>
                  </a:lnTo>
                  <a:lnTo>
                    <a:pt x="1129893" y="271695"/>
                  </a:lnTo>
                  <a:lnTo>
                    <a:pt x="1139637" y="271626"/>
                  </a:lnTo>
                  <a:lnTo>
                    <a:pt x="1149381" y="271440"/>
                  </a:lnTo>
                  <a:lnTo>
                    <a:pt x="1159110" y="271129"/>
                  </a:lnTo>
                  <a:lnTo>
                    <a:pt x="1168854" y="270683"/>
                  </a:lnTo>
                  <a:lnTo>
                    <a:pt x="1178598" y="270096"/>
                  </a:lnTo>
                  <a:lnTo>
                    <a:pt x="1188341" y="269362"/>
                  </a:lnTo>
                  <a:lnTo>
                    <a:pt x="1198070" y="268471"/>
                  </a:lnTo>
                  <a:lnTo>
                    <a:pt x="1207814" y="267416"/>
                  </a:lnTo>
                  <a:lnTo>
                    <a:pt x="1217558" y="266194"/>
                  </a:lnTo>
                  <a:lnTo>
                    <a:pt x="1227302" y="264797"/>
                  </a:lnTo>
                  <a:lnTo>
                    <a:pt x="1237031" y="263220"/>
                  </a:lnTo>
                  <a:lnTo>
                    <a:pt x="1246775" y="261459"/>
                  </a:lnTo>
                  <a:lnTo>
                    <a:pt x="1256519" y="259510"/>
                  </a:lnTo>
                  <a:lnTo>
                    <a:pt x="1266263" y="257369"/>
                  </a:lnTo>
                  <a:lnTo>
                    <a:pt x="1276007" y="255032"/>
                  </a:lnTo>
                  <a:lnTo>
                    <a:pt x="1285736" y="252497"/>
                  </a:lnTo>
                  <a:lnTo>
                    <a:pt x="1295480" y="249765"/>
                  </a:lnTo>
                  <a:lnTo>
                    <a:pt x="1305224" y="246831"/>
                  </a:lnTo>
                  <a:lnTo>
                    <a:pt x="1314968" y="243697"/>
                  </a:lnTo>
                  <a:lnTo>
                    <a:pt x="1324697" y="240364"/>
                  </a:lnTo>
                  <a:lnTo>
                    <a:pt x="1334441" y="236830"/>
                  </a:lnTo>
                  <a:lnTo>
                    <a:pt x="1344185" y="233100"/>
                  </a:lnTo>
                  <a:lnTo>
                    <a:pt x="1353929" y="229176"/>
                  </a:lnTo>
                  <a:lnTo>
                    <a:pt x="1363658" y="225060"/>
                  </a:lnTo>
                  <a:lnTo>
                    <a:pt x="1373402" y="220755"/>
                  </a:lnTo>
                  <a:lnTo>
                    <a:pt x="1383146" y="216269"/>
                  </a:lnTo>
                  <a:lnTo>
                    <a:pt x="1392890" y="211607"/>
                  </a:lnTo>
                  <a:lnTo>
                    <a:pt x="1402619" y="206772"/>
                  </a:lnTo>
                  <a:lnTo>
                    <a:pt x="1412363" y="201774"/>
                  </a:lnTo>
                  <a:lnTo>
                    <a:pt x="1422106" y="196619"/>
                  </a:lnTo>
                  <a:lnTo>
                    <a:pt x="1431850" y="191315"/>
                  </a:lnTo>
                  <a:lnTo>
                    <a:pt x="1441594" y="185872"/>
                  </a:lnTo>
                  <a:lnTo>
                    <a:pt x="1451323" y="180300"/>
                  </a:lnTo>
                  <a:lnTo>
                    <a:pt x="1461067" y="174607"/>
                  </a:lnTo>
                  <a:lnTo>
                    <a:pt x="1470811" y="168805"/>
                  </a:lnTo>
                  <a:lnTo>
                    <a:pt x="1480555" y="162905"/>
                  </a:lnTo>
                  <a:lnTo>
                    <a:pt x="1490284" y="156919"/>
                  </a:lnTo>
                  <a:lnTo>
                    <a:pt x="1500028" y="150860"/>
                  </a:lnTo>
                  <a:lnTo>
                    <a:pt x="1509772" y="144739"/>
                  </a:lnTo>
                  <a:lnTo>
                    <a:pt x="1519516" y="138569"/>
                  </a:lnTo>
                  <a:lnTo>
                    <a:pt x="1529245" y="132367"/>
                  </a:lnTo>
                  <a:lnTo>
                    <a:pt x="1538989" y="126142"/>
                  </a:lnTo>
                  <a:lnTo>
                    <a:pt x="1548733" y="119911"/>
                  </a:lnTo>
                  <a:lnTo>
                    <a:pt x="1558477" y="113690"/>
                  </a:lnTo>
                  <a:lnTo>
                    <a:pt x="1568221" y="107490"/>
                  </a:lnTo>
                  <a:lnTo>
                    <a:pt x="1577950" y="101326"/>
                  </a:lnTo>
                  <a:lnTo>
                    <a:pt x="1587694" y="95216"/>
                  </a:lnTo>
                  <a:lnTo>
                    <a:pt x="1597438" y="89173"/>
                  </a:lnTo>
                  <a:lnTo>
                    <a:pt x="1607182" y="83214"/>
                  </a:lnTo>
                  <a:lnTo>
                    <a:pt x="1616911" y="77350"/>
                  </a:lnTo>
                  <a:lnTo>
                    <a:pt x="1626655" y="71599"/>
                  </a:lnTo>
                  <a:lnTo>
                    <a:pt x="1636399" y="65976"/>
                  </a:lnTo>
                  <a:lnTo>
                    <a:pt x="1646142" y="60493"/>
                  </a:lnTo>
                  <a:lnTo>
                    <a:pt x="1655872" y="55168"/>
                  </a:lnTo>
                  <a:lnTo>
                    <a:pt x="1665616" y="50011"/>
                  </a:lnTo>
                  <a:lnTo>
                    <a:pt x="1675359" y="45041"/>
                  </a:lnTo>
                  <a:lnTo>
                    <a:pt x="1685103" y="40267"/>
                  </a:lnTo>
                  <a:lnTo>
                    <a:pt x="1694832" y="35707"/>
                  </a:lnTo>
                  <a:lnTo>
                    <a:pt x="1704576" y="31368"/>
                  </a:lnTo>
                  <a:lnTo>
                    <a:pt x="1714320" y="27267"/>
                  </a:lnTo>
                  <a:lnTo>
                    <a:pt x="1724064" y="23414"/>
                  </a:lnTo>
                  <a:lnTo>
                    <a:pt x="1733808" y="19820"/>
                  </a:lnTo>
                  <a:lnTo>
                    <a:pt x="1743537" y="16496"/>
                  </a:lnTo>
                  <a:lnTo>
                    <a:pt x="1753281" y="13452"/>
                  </a:lnTo>
                  <a:lnTo>
                    <a:pt x="1763025" y="10697"/>
                  </a:lnTo>
                  <a:lnTo>
                    <a:pt x="1772769" y="8242"/>
                  </a:lnTo>
                  <a:lnTo>
                    <a:pt x="1782498" y="6094"/>
                  </a:lnTo>
                  <a:lnTo>
                    <a:pt x="1792242" y="4258"/>
                  </a:lnTo>
                  <a:lnTo>
                    <a:pt x="1801986" y="2744"/>
                  </a:lnTo>
                  <a:lnTo>
                    <a:pt x="1811730" y="1557"/>
                  </a:lnTo>
                  <a:lnTo>
                    <a:pt x="1821459" y="700"/>
                  </a:lnTo>
                  <a:lnTo>
                    <a:pt x="1831203" y="180"/>
                  </a:lnTo>
                  <a:lnTo>
                    <a:pt x="1840947" y="0"/>
                  </a:lnTo>
                  <a:lnTo>
                    <a:pt x="1850691" y="162"/>
                  </a:lnTo>
                  <a:lnTo>
                    <a:pt x="1860435" y="669"/>
                  </a:lnTo>
                  <a:lnTo>
                    <a:pt x="1870164" y="1521"/>
                  </a:lnTo>
                  <a:lnTo>
                    <a:pt x="1879908" y="2718"/>
                  </a:lnTo>
                  <a:lnTo>
                    <a:pt x="1889652" y="4261"/>
                  </a:lnTo>
                  <a:lnTo>
                    <a:pt x="1899395" y="6147"/>
                  </a:lnTo>
                  <a:lnTo>
                    <a:pt x="1909124" y="8376"/>
                  </a:lnTo>
                  <a:lnTo>
                    <a:pt x="1918868" y="10943"/>
                  </a:lnTo>
                  <a:lnTo>
                    <a:pt x="1928612" y="13847"/>
                  </a:lnTo>
                  <a:lnTo>
                    <a:pt x="1938356" y="17080"/>
                  </a:lnTo>
                  <a:lnTo>
                    <a:pt x="1948085" y="20640"/>
                  </a:lnTo>
                  <a:lnTo>
                    <a:pt x="1957829" y="24519"/>
                  </a:lnTo>
                  <a:lnTo>
                    <a:pt x="1967573" y="28712"/>
                  </a:lnTo>
                  <a:lnTo>
                    <a:pt x="1977317" y="33211"/>
                  </a:lnTo>
                  <a:lnTo>
                    <a:pt x="1987046" y="38007"/>
                  </a:lnTo>
                  <a:lnTo>
                    <a:pt x="1996790" y="43094"/>
                  </a:lnTo>
                  <a:lnTo>
                    <a:pt x="2006534" y="48460"/>
                  </a:lnTo>
                  <a:lnTo>
                    <a:pt x="2016278" y="54098"/>
                  </a:lnTo>
                  <a:lnTo>
                    <a:pt x="2026022" y="59997"/>
                  </a:lnTo>
                  <a:lnTo>
                    <a:pt x="2035751" y="66146"/>
                  </a:lnTo>
                  <a:lnTo>
                    <a:pt x="2045495" y="72533"/>
                  </a:lnTo>
                  <a:lnTo>
                    <a:pt x="2055239" y="79148"/>
                  </a:lnTo>
                  <a:lnTo>
                    <a:pt x="2064983" y="85978"/>
                  </a:lnTo>
                  <a:lnTo>
                    <a:pt x="2074712" y="93010"/>
                  </a:lnTo>
                  <a:lnTo>
                    <a:pt x="2084456" y="100233"/>
                  </a:lnTo>
                  <a:lnTo>
                    <a:pt x="2094200" y="107635"/>
                  </a:lnTo>
                  <a:lnTo>
                    <a:pt x="2103944" y="115200"/>
                  </a:lnTo>
                  <a:lnTo>
                    <a:pt x="2113673" y="122918"/>
                  </a:lnTo>
                  <a:lnTo>
                    <a:pt x="2123417" y="130774"/>
                  </a:lnTo>
                  <a:lnTo>
                    <a:pt x="2133161" y="138754"/>
                  </a:lnTo>
                  <a:lnTo>
                    <a:pt x="2142905" y="146846"/>
                  </a:lnTo>
                  <a:lnTo>
                    <a:pt x="2152649" y="155036"/>
                  </a:lnTo>
                  <a:lnTo>
                    <a:pt x="2162377" y="163309"/>
                  </a:lnTo>
                  <a:lnTo>
                    <a:pt x="2172121" y="171654"/>
                  </a:lnTo>
                  <a:lnTo>
                    <a:pt x="2181865" y="180057"/>
                  </a:lnTo>
                  <a:lnTo>
                    <a:pt x="2191609" y="188505"/>
                  </a:lnTo>
                  <a:lnTo>
                    <a:pt x="2201338" y="196984"/>
                  </a:lnTo>
                  <a:lnTo>
                    <a:pt x="2211082" y="205481"/>
                  </a:lnTo>
                  <a:lnTo>
                    <a:pt x="2220826" y="213985"/>
                  </a:lnTo>
                  <a:lnTo>
                    <a:pt x="2230570" y="222484"/>
                  </a:lnTo>
                  <a:lnTo>
                    <a:pt x="2240299" y="230965"/>
                  </a:lnTo>
                  <a:lnTo>
                    <a:pt x="2250043" y="239416"/>
                  </a:lnTo>
                  <a:lnTo>
                    <a:pt x="2259787" y="247828"/>
                  </a:lnTo>
                  <a:lnTo>
                    <a:pt x="2269531" y="256189"/>
                  </a:lnTo>
                  <a:lnTo>
                    <a:pt x="2279260" y="264488"/>
                  </a:lnTo>
                  <a:lnTo>
                    <a:pt x="2289004" y="272717"/>
                  </a:lnTo>
                  <a:lnTo>
                    <a:pt x="2298748" y="280864"/>
                  </a:lnTo>
                  <a:lnTo>
                    <a:pt x="2308492" y="288922"/>
                  </a:lnTo>
                  <a:lnTo>
                    <a:pt x="2318236" y="296883"/>
                  </a:lnTo>
                  <a:lnTo>
                    <a:pt x="2327965" y="304736"/>
                  </a:lnTo>
                  <a:lnTo>
                    <a:pt x="2337709" y="312478"/>
                  </a:lnTo>
                  <a:lnTo>
                    <a:pt x="2347453" y="320100"/>
                  </a:lnTo>
                  <a:lnTo>
                    <a:pt x="2357197" y="327596"/>
                  </a:lnTo>
                  <a:lnTo>
                    <a:pt x="2366926" y="334959"/>
                  </a:lnTo>
                  <a:lnTo>
                    <a:pt x="2376670" y="342186"/>
                  </a:lnTo>
                  <a:lnTo>
                    <a:pt x="2386413" y="349271"/>
                  </a:lnTo>
                  <a:lnTo>
                    <a:pt x="2396157" y="356211"/>
                  </a:lnTo>
                  <a:lnTo>
                    <a:pt x="2405886" y="363002"/>
                  </a:lnTo>
                  <a:lnTo>
                    <a:pt x="2415630" y="369642"/>
                  </a:lnTo>
                  <a:lnTo>
                    <a:pt x="2425374" y="376126"/>
                  </a:lnTo>
                  <a:lnTo>
                    <a:pt x="2435118" y="382455"/>
                  </a:lnTo>
                  <a:lnTo>
                    <a:pt x="2444862" y="388627"/>
                  </a:lnTo>
                  <a:lnTo>
                    <a:pt x="2454591" y="394641"/>
                  </a:lnTo>
                  <a:lnTo>
                    <a:pt x="2464335" y="400497"/>
                  </a:lnTo>
                  <a:lnTo>
                    <a:pt x="2474079" y="406194"/>
                  </a:lnTo>
                  <a:lnTo>
                    <a:pt x="2483823" y="411733"/>
                  </a:lnTo>
                  <a:lnTo>
                    <a:pt x="2493552" y="417116"/>
                  </a:lnTo>
                  <a:lnTo>
                    <a:pt x="2503296" y="422346"/>
                  </a:lnTo>
                  <a:lnTo>
                    <a:pt x="2513040" y="427422"/>
                  </a:lnTo>
                  <a:lnTo>
                    <a:pt x="2522784" y="432348"/>
                  </a:lnTo>
                  <a:lnTo>
                    <a:pt x="2532513" y="437127"/>
                  </a:lnTo>
                  <a:lnTo>
                    <a:pt x="2542257" y="441761"/>
                  </a:lnTo>
                  <a:lnTo>
                    <a:pt x="2552001" y="446253"/>
                  </a:lnTo>
                  <a:lnTo>
                    <a:pt x="2561745" y="450608"/>
                  </a:lnTo>
                  <a:lnTo>
                    <a:pt x="2571474" y="454829"/>
                  </a:lnTo>
                  <a:lnTo>
                    <a:pt x="2581218" y="458921"/>
                  </a:lnTo>
                  <a:lnTo>
                    <a:pt x="2590962" y="462887"/>
                  </a:lnTo>
                  <a:lnTo>
                    <a:pt x="2600705" y="466733"/>
                  </a:lnTo>
                  <a:lnTo>
                    <a:pt x="2610449" y="470464"/>
                  </a:lnTo>
                  <a:lnTo>
                    <a:pt x="2620178" y="474083"/>
                  </a:lnTo>
                  <a:lnTo>
                    <a:pt x="2629922" y="477596"/>
                  </a:lnTo>
                  <a:lnTo>
                    <a:pt x="2639666" y="481008"/>
                  </a:lnTo>
                  <a:lnTo>
                    <a:pt x="2649410" y="484323"/>
                  </a:lnTo>
                  <a:lnTo>
                    <a:pt x="2659139" y="487548"/>
                  </a:lnTo>
                  <a:lnTo>
                    <a:pt x="2668883" y="490686"/>
                  </a:lnTo>
                  <a:lnTo>
                    <a:pt x="2678627" y="493745"/>
                  </a:lnTo>
                  <a:lnTo>
                    <a:pt x="2688371" y="496726"/>
                  </a:lnTo>
                  <a:lnTo>
                    <a:pt x="2698100" y="499637"/>
                  </a:lnTo>
                  <a:lnTo>
                    <a:pt x="2707844" y="502482"/>
                  </a:lnTo>
                  <a:lnTo>
                    <a:pt x="2717588" y="505265"/>
                  </a:lnTo>
                  <a:lnTo>
                    <a:pt x="2727332" y="507991"/>
                  </a:lnTo>
                  <a:lnTo>
                    <a:pt x="2737076" y="510666"/>
                  </a:lnTo>
                  <a:lnTo>
                    <a:pt x="2746805" y="513291"/>
                  </a:lnTo>
                  <a:lnTo>
                    <a:pt x="2756549" y="515873"/>
                  </a:lnTo>
                  <a:lnTo>
                    <a:pt x="2766293" y="518415"/>
                  </a:lnTo>
                  <a:lnTo>
                    <a:pt x="2776037" y="520921"/>
                  </a:lnTo>
                  <a:lnTo>
                    <a:pt x="2785766" y="523392"/>
                  </a:lnTo>
                  <a:lnTo>
                    <a:pt x="2795510" y="525836"/>
                  </a:lnTo>
                  <a:lnTo>
                    <a:pt x="2805254" y="528252"/>
                  </a:lnTo>
                  <a:lnTo>
                    <a:pt x="2814998" y="530645"/>
                  </a:lnTo>
                  <a:lnTo>
                    <a:pt x="2824727" y="533019"/>
                  </a:lnTo>
                  <a:lnTo>
                    <a:pt x="2834471" y="535371"/>
                  </a:lnTo>
                  <a:lnTo>
                    <a:pt x="2844215" y="537709"/>
                  </a:lnTo>
                  <a:lnTo>
                    <a:pt x="2853958" y="540030"/>
                  </a:lnTo>
                  <a:lnTo>
                    <a:pt x="2863687" y="542339"/>
                  </a:lnTo>
                  <a:lnTo>
                    <a:pt x="2873431" y="544637"/>
                  </a:lnTo>
                  <a:lnTo>
                    <a:pt x="2883175" y="546924"/>
                  </a:lnTo>
                  <a:lnTo>
                    <a:pt x="2892919" y="549200"/>
                  </a:lnTo>
                  <a:lnTo>
                    <a:pt x="2902663" y="551468"/>
                  </a:lnTo>
                  <a:lnTo>
                    <a:pt x="2912392" y="55372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2" name="Freeform 801">
              <a:extLst>
                <a:ext uri="{FF2B5EF4-FFF2-40B4-BE49-F238E27FC236}">
                  <a16:creationId xmlns:a16="http://schemas.microsoft.com/office/drawing/2014/main" id="{842A2F26-CE10-D94B-3F45-5A0133B5F206}"/>
                </a:ext>
              </a:extLst>
            </p:cNvPr>
            <p:cNvSpPr/>
            <p:nvPr/>
          </p:nvSpPr>
          <p:spPr>
            <a:xfrm>
              <a:off x="576446" y="3016876"/>
              <a:ext cx="2912392" cy="821246"/>
            </a:xfrm>
            <a:custGeom>
              <a:avLst/>
              <a:gdLst>
                <a:gd name="connsiteX0" fmla="*/ 0 w 2912392"/>
                <a:gd name="connsiteY0" fmla="*/ 472694 h 821246"/>
                <a:gd name="connsiteX1" fmla="*/ 9739 w 2912392"/>
                <a:gd name="connsiteY1" fmla="*/ 471457 h 821246"/>
                <a:gd name="connsiteX2" fmla="*/ 19480 w 2912392"/>
                <a:gd name="connsiteY2" fmla="*/ 470319 h 821246"/>
                <a:gd name="connsiteX3" fmla="*/ 29221 w 2912392"/>
                <a:gd name="connsiteY3" fmla="*/ 469284 h 821246"/>
                <a:gd name="connsiteX4" fmla="*/ 38961 w 2912392"/>
                <a:gd name="connsiteY4" fmla="*/ 468354 h 821246"/>
                <a:gd name="connsiteX5" fmla="*/ 48702 w 2912392"/>
                <a:gd name="connsiteY5" fmla="*/ 467533 h 821246"/>
                <a:gd name="connsiteX6" fmla="*/ 58443 w 2912392"/>
                <a:gd name="connsiteY6" fmla="*/ 466822 h 821246"/>
                <a:gd name="connsiteX7" fmla="*/ 68182 w 2912392"/>
                <a:gd name="connsiteY7" fmla="*/ 466226 h 821246"/>
                <a:gd name="connsiteX8" fmla="*/ 77923 w 2912392"/>
                <a:gd name="connsiteY8" fmla="*/ 465744 h 821246"/>
                <a:gd name="connsiteX9" fmla="*/ 87664 w 2912392"/>
                <a:gd name="connsiteY9" fmla="*/ 465377 h 821246"/>
                <a:gd name="connsiteX10" fmla="*/ 97404 w 2912392"/>
                <a:gd name="connsiteY10" fmla="*/ 465131 h 821246"/>
                <a:gd name="connsiteX11" fmla="*/ 107145 w 2912392"/>
                <a:gd name="connsiteY11" fmla="*/ 465003 h 821246"/>
                <a:gd name="connsiteX12" fmla="*/ 116886 w 2912392"/>
                <a:gd name="connsiteY12" fmla="*/ 464996 h 821246"/>
                <a:gd name="connsiteX13" fmla="*/ 126625 w 2912392"/>
                <a:gd name="connsiteY13" fmla="*/ 465110 h 821246"/>
                <a:gd name="connsiteX14" fmla="*/ 136366 w 2912392"/>
                <a:gd name="connsiteY14" fmla="*/ 465347 h 821246"/>
                <a:gd name="connsiteX15" fmla="*/ 146107 w 2912392"/>
                <a:gd name="connsiteY15" fmla="*/ 465706 h 821246"/>
                <a:gd name="connsiteX16" fmla="*/ 155846 w 2912392"/>
                <a:gd name="connsiteY16" fmla="*/ 466188 h 821246"/>
                <a:gd name="connsiteX17" fmla="*/ 165587 w 2912392"/>
                <a:gd name="connsiteY17" fmla="*/ 466791 h 821246"/>
                <a:gd name="connsiteX18" fmla="*/ 175328 w 2912392"/>
                <a:gd name="connsiteY18" fmla="*/ 467518 h 821246"/>
                <a:gd name="connsiteX19" fmla="*/ 185068 w 2912392"/>
                <a:gd name="connsiteY19" fmla="*/ 468364 h 821246"/>
                <a:gd name="connsiteX20" fmla="*/ 194809 w 2912392"/>
                <a:gd name="connsiteY20" fmla="*/ 469331 h 821246"/>
                <a:gd name="connsiteX21" fmla="*/ 204550 w 2912392"/>
                <a:gd name="connsiteY21" fmla="*/ 470419 h 821246"/>
                <a:gd name="connsiteX22" fmla="*/ 214289 w 2912392"/>
                <a:gd name="connsiteY22" fmla="*/ 471623 h 821246"/>
                <a:gd name="connsiteX23" fmla="*/ 224030 w 2912392"/>
                <a:gd name="connsiteY23" fmla="*/ 472943 h 821246"/>
                <a:gd name="connsiteX24" fmla="*/ 233771 w 2912392"/>
                <a:gd name="connsiteY24" fmla="*/ 474378 h 821246"/>
                <a:gd name="connsiteX25" fmla="*/ 243510 w 2912392"/>
                <a:gd name="connsiteY25" fmla="*/ 475926 h 821246"/>
                <a:gd name="connsiteX26" fmla="*/ 253251 w 2912392"/>
                <a:gd name="connsiteY26" fmla="*/ 477584 h 821246"/>
                <a:gd name="connsiteX27" fmla="*/ 262992 w 2912392"/>
                <a:gd name="connsiteY27" fmla="*/ 479349 h 821246"/>
                <a:gd name="connsiteX28" fmla="*/ 272732 w 2912392"/>
                <a:gd name="connsiteY28" fmla="*/ 481219 h 821246"/>
                <a:gd name="connsiteX29" fmla="*/ 282473 w 2912392"/>
                <a:gd name="connsiteY29" fmla="*/ 483193 h 821246"/>
                <a:gd name="connsiteX30" fmla="*/ 292214 w 2912392"/>
                <a:gd name="connsiteY30" fmla="*/ 485266 h 821246"/>
                <a:gd name="connsiteX31" fmla="*/ 301953 w 2912392"/>
                <a:gd name="connsiteY31" fmla="*/ 487435 h 821246"/>
                <a:gd name="connsiteX32" fmla="*/ 311694 w 2912392"/>
                <a:gd name="connsiteY32" fmla="*/ 489697 h 821246"/>
                <a:gd name="connsiteX33" fmla="*/ 321435 w 2912392"/>
                <a:gd name="connsiteY33" fmla="*/ 492051 h 821246"/>
                <a:gd name="connsiteX34" fmla="*/ 331175 w 2912392"/>
                <a:gd name="connsiteY34" fmla="*/ 494490 h 821246"/>
                <a:gd name="connsiteX35" fmla="*/ 340916 w 2912392"/>
                <a:gd name="connsiteY35" fmla="*/ 497012 h 821246"/>
                <a:gd name="connsiteX36" fmla="*/ 350656 w 2912392"/>
                <a:gd name="connsiteY36" fmla="*/ 499615 h 821246"/>
                <a:gd name="connsiteX37" fmla="*/ 360396 w 2912392"/>
                <a:gd name="connsiteY37" fmla="*/ 502294 h 821246"/>
                <a:gd name="connsiteX38" fmla="*/ 370137 w 2912392"/>
                <a:gd name="connsiteY38" fmla="*/ 505044 h 821246"/>
                <a:gd name="connsiteX39" fmla="*/ 379878 w 2912392"/>
                <a:gd name="connsiteY39" fmla="*/ 507865 h 821246"/>
                <a:gd name="connsiteX40" fmla="*/ 389617 w 2912392"/>
                <a:gd name="connsiteY40" fmla="*/ 510749 h 821246"/>
                <a:gd name="connsiteX41" fmla="*/ 399358 w 2912392"/>
                <a:gd name="connsiteY41" fmla="*/ 513695 h 821246"/>
                <a:gd name="connsiteX42" fmla="*/ 409099 w 2912392"/>
                <a:gd name="connsiteY42" fmla="*/ 516698 h 821246"/>
                <a:gd name="connsiteX43" fmla="*/ 418839 w 2912392"/>
                <a:gd name="connsiteY43" fmla="*/ 519757 h 821246"/>
                <a:gd name="connsiteX44" fmla="*/ 428580 w 2912392"/>
                <a:gd name="connsiteY44" fmla="*/ 522865 h 821246"/>
                <a:gd name="connsiteX45" fmla="*/ 438321 w 2912392"/>
                <a:gd name="connsiteY45" fmla="*/ 526019 h 821246"/>
                <a:gd name="connsiteX46" fmla="*/ 448060 w 2912392"/>
                <a:gd name="connsiteY46" fmla="*/ 529218 h 821246"/>
                <a:gd name="connsiteX47" fmla="*/ 457801 w 2912392"/>
                <a:gd name="connsiteY47" fmla="*/ 532455 h 821246"/>
                <a:gd name="connsiteX48" fmla="*/ 467542 w 2912392"/>
                <a:gd name="connsiteY48" fmla="*/ 535729 h 821246"/>
                <a:gd name="connsiteX49" fmla="*/ 477281 w 2912392"/>
                <a:gd name="connsiteY49" fmla="*/ 539036 h 821246"/>
                <a:gd name="connsiteX50" fmla="*/ 487022 w 2912392"/>
                <a:gd name="connsiteY50" fmla="*/ 542374 h 821246"/>
                <a:gd name="connsiteX51" fmla="*/ 496763 w 2912392"/>
                <a:gd name="connsiteY51" fmla="*/ 545738 h 821246"/>
                <a:gd name="connsiteX52" fmla="*/ 506503 w 2912392"/>
                <a:gd name="connsiteY52" fmla="*/ 549126 h 821246"/>
                <a:gd name="connsiteX53" fmla="*/ 516244 w 2912392"/>
                <a:gd name="connsiteY53" fmla="*/ 552536 h 821246"/>
                <a:gd name="connsiteX54" fmla="*/ 525985 w 2912392"/>
                <a:gd name="connsiteY54" fmla="*/ 555964 h 821246"/>
                <a:gd name="connsiteX55" fmla="*/ 535724 w 2912392"/>
                <a:gd name="connsiteY55" fmla="*/ 559408 h 821246"/>
                <a:gd name="connsiteX56" fmla="*/ 545465 w 2912392"/>
                <a:gd name="connsiteY56" fmla="*/ 562866 h 821246"/>
                <a:gd name="connsiteX57" fmla="*/ 555206 w 2912392"/>
                <a:gd name="connsiteY57" fmla="*/ 566334 h 821246"/>
                <a:gd name="connsiteX58" fmla="*/ 564946 w 2912392"/>
                <a:gd name="connsiteY58" fmla="*/ 569813 h 821246"/>
                <a:gd name="connsiteX59" fmla="*/ 574687 w 2912392"/>
                <a:gd name="connsiteY59" fmla="*/ 573298 h 821246"/>
                <a:gd name="connsiteX60" fmla="*/ 584428 w 2912392"/>
                <a:gd name="connsiteY60" fmla="*/ 576790 h 821246"/>
                <a:gd name="connsiteX61" fmla="*/ 594167 w 2912392"/>
                <a:gd name="connsiteY61" fmla="*/ 580286 h 821246"/>
                <a:gd name="connsiteX62" fmla="*/ 603908 w 2912392"/>
                <a:gd name="connsiteY62" fmla="*/ 583782 h 821246"/>
                <a:gd name="connsiteX63" fmla="*/ 613649 w 2912392"/>
                <a:gd name="connsiteY63" fmla="*/ 587282 h 821246"/>
                <a:gd name="connsiteX64" fmla="*/ 623388 w 2912392"/>
                <a:gd name="connsiteY64" fmla="*/ 590782 h 821246"/>
                <a:gd name="connsiteX65" fmla="*/ 633129 w 2912392"/>
                <a:gd name="connsiteY65" fmla="*/ 594282 h 821246"/>
                <a:gd name="connsiteX66" fmla="*/ 642870 w 2912392"/>
                <a:gd name="connsiteY66" fmla="*/ 597778 h 821246"/>
                <a:gd name="connsiteX67" fmla="*/ 652610 w 2912392"/>
                <a:gd name="connsiteY67" fmla="*/ 601274 h 821246"/>
                <a:gd name="connsiteX68" fmla="*/ 662351 w 2912392"/>
                <a:gd name="connsiteY68" fmla="*/ 604766 h 821246"/>
                <a:gd name="connsiteX69" fmla="*/ 672092 w 2912392"/>
                <a:gd name="connsiteY69" fmla="*/ 608255 h 821246"/>
                <a:gd name="connsiteX70" fmla="*/ 681831 w 2912392"/>
                <a:gd name="connsiteY70" fmla="*/ 611742 h 821246"/>
                <a:gd name="connsiteX71" fmla="*/ 691572 w 2912392"/>
                <a:gd name="connsiteY71" fmla="*/ 615225 h 821246"/>
                <a:gd name="connsiteX72" fmla="*/ 701313 w 2912392"/>
                <a:gd name="connsiteY72" fmla="*/ 618704 h 821246"/>
                <a:gd name="connsiteX73" fmla="*/ 711052 w 2912392"/>
                <a:gd name="connsiteY73" fmla="*/ 622180 h 821246"/>
                <a:gd name="connsiteX74" fmla="*/ 720793 w 2912392"/>
                <a:gd name="connsiteY74" fmla="*/ 625653 h 821246"/>
                <a:gd name="connsiteX75" fmla="*/ 730534 w 2912392"/>
                <a:gd name="connsiteY75" fmla="*/ 629123 h 821246"/>
                <a:gd name="connsiteX76" fmla="*/ 740274 w 2912392"/>
                <a:gd name="connsiteY76" fmla="*/ 632591 h 821246"/>
                <a:gd name="connsiteX77" fmla="*/ 750015 w 2912392"/>
                <a:gd name="connsiteY77" fmla="*/ 636057 h 821246"/>
                <a:gd name="connsiteX78" fmla="*/ 759756 w 2912392"/>
                <a:gd name="connsiteY78" fmla="*/ 639521 h 821246"/>
                <a:gd name="connsiteX79" fmla="*/ 769495 w 2912392"/>
                <a:gd name="connsiteY79" fmla="*/ 642985 h 821246"/>
                <a:gd name="connsiteX80" fmla="*/ 779236 w 2912392"/>
                <a:gd name="connsiteY80" fmla="*/ 646447 h 821246"/>
                <a:gd name="connsiteX81" fmla="*/ 788977 w 2912392"/>
                <a:gd name="connsiteY81" fmla="*/ 649911 h 821246"/>
                <a:gd name="connsiteX82" fmla="*/ 798717 w 2912392"/>
                <a:gd name="connsiteY82" fmla="*/ 653377 h 821246"/>
                <a:gd name="connsiteX83" fmla="*/ 808458 w 2912392"/>
                <a:gd name="connsiteY83" fmla="*/ 656842 h 821246"/>
                <a:gd name="connsiteX84" fmla="*/ 818199 w 2912392"/>
                <a:gd name="connsiteY84" fmla="*/ 660311 h 821246"/>
                <a:gd name="connsiteX85" fmla="*/ 827938 w 2912392"/>
                <a:gd name="connsiteY85" fmla="*/ 663782 h 821246"/>
                <a:gd name="connsiteX86" fmla="*/ 837679 w 2912392"/>
                <a:gd name="connsiteY86" fmla="*/ 667258 h 821246"/>
                <a:gd name="connsiteX87" fmla="*/ 847420 w 2912392"/>
                <a:gd name="connsiteY87" fmla="*/ 670737 h 821246"/>
                <a:gd name="connsiteX88" fmla="*/ 857159 w 2912392"/>
                <a:gd name="connsiteY88" fmla="*/ 674222 h 821246"/>
                <a:gd name="connsiteX89" fmla="*/ 866900 w 2912392"/>
                <a:gd name="connsiteY89" fmla="*/ 677710 h 821246"/>
                <a:gd name="connsiteX90" fmla="*/ 876641 w 2912392"/>
                <a:gd name="connsiteY90" fmla="*/ 681205 h 821246"/>
                <a:gd name="connsiteX91" fmla="*/ 886381 w 2912392"/>
                <a:gd name="connsiteY91" fmla="*/ 684705 h 821246"/>
                <a:gd name="connsiteX92" fmla="*/ 896122 w 2912392"/>
                <a:gd name="connsiteY92" fmla="*/ 688211 h 821246"/>
                <a:gd name="connsiteX93" fmla="*/ 905863 w 2912392"/>
                <a:gd name="connsiteY93" fmla="*/ 691723 h 821246"/>
                <a:gd name="connsiteX94" fmla="*/ 915602 w 2912392"/>
                <a:gd name="connsiteY94" fmla="*/ 695240 h 821246"/>
                <a:gd name="connsiteX95" fmla="*/ 925343 w 2912392"/>
                <a:gd name="connsiteY95" fmla="*/ 698764 h 821246"/>
                <a:gd name="connsiteX96" fmla="*/ 935084 w 2912392"/>
                <a:gd name="connsiteY96" fmla="*/ 702292 h 821246"/>
                <a:gd name="connsiteX97" fmla="*/ 944824 w 2912392"/>
                <a:gd name="connsiteY97" fmla="*/ 705824 h 821246"/>
                <a:gd name="connsiteX98" fmla="*/ 954564 w 2912392"/>
                <a:gd name="connsiteY98" fmla="*/ 709360 h 821246"/>
                <a:gd name="connsiteX99" fmla="*/ 964305 w 2912392"/>
                <a:gd name="connsiteY99" fmla="*/ 712900 h 821246"/>
                <a:gd name="connsiteX100" fmla="*/ 974045 w 2912392"/>
                <a:gd name="connsiteY100" fmla="*/ 716441 h 821246"/>
                <a:gd name="connsiteX101" fmla="*/ 983786 w 2912392"/>
                <a:gd name="connsiteY101" fmla="*/ 719983 h 821246"/>
                <a:gd name="connsiteX102" fmla="*/ 993522 w 2912392"/>
                <a:gd name="connsiteY102" fmla="*/ 723524 h 821246"/>
                <a:gd name="connsiteX103" fmla="*/ 1003266 w 2912392"/>
                <a:gd name="connsiteY103" fmla="*/ 727063 h 821246"/>
                <a:gd name="connsiteX104" fmla="*/ 1013010 w 2912392"/>
                <a:gd name="connsiteY104" fmla="*/ 730597 h 821246"/>
                <a:gd name="connsiteX105" fmla="*/ 1022754 w 2912392"/>
                <a:gd name="connsiteY105" fmla="*/ 734124 h 821246"/>
                <a:gd name="connsiteX106" fmla="*/ 1032483 w 2912392"/>
                <a:gd name="connsiteY106" fmla="*/ 737643 h 821246"/>
                <a:gd name="connsiteX107" fmla="*/ 1042227 w 2912392"/>
                <a:gd name="connsiteY107" fmla="*/ 741150 h 821246"/>
                <a:gd name="connsiteX108" fmla="*/ 1051971 w 2912392"/>
                <a:gd name="connsiteY108" fmla="*/ 744642 h 821246"/>
                <a:gd name="connsiteX109" fmla="*/ 1061715 w 2912392"/>
                <a:gd name="connsiteY109" fmla="*/ 748117 h 821246"/>
                <a:gd name="connsiteX110" fmla="*/ 1071444 w 2912392"/>
                <a:gd name="connsiteY110" fmla="*/ 751570 h 821246"/>
                <a:gd name="connsiteX111" fmla="*/ 1081188 w 2912392"/>
                <a:gd name="connsiteY111" fmla="*/ 755001 h 821246"/>
                <a:gd name="connsiteX112" fmla="*/ 1090932 w 2912392"/>
                <a:gd name="connsiteY112" fmla="*/ 758403 h 821246"/>
                <a:gd name="connsiteX113" fmla="*/ 1100676 w 2912392"/>
                <a:gd name="connsiteY113" fmla="*/ 761773 h 821246"/>
                <a:gd name="connsiteX114" fmla="*/ 1110405 w 2912392"/>
                <a:gd name="connsiteY114" fmla="*/ 765107 h 821246"/>
                <a:gd name="connsiteX115" fmla="*/ 1120149 w 2912392"/>
                <a:gd name="connsiteY115" fmla="*/ 768402 h 821246"/>
                <a:gd name="connsiteX116" fmla="*/ 1129893 w 2912392"/>
                <a:gd name="connsiteY116" fmla="*/ 771650 h 821246"/>
                <a:gd name="connsiteX117" fmla="*/ 1139637 w 2912392"/>
                <a:gd name="connsiteY117" fmla="*/ 774847 h 821246"/>
                <a:gd name="connsiteX118" fmla="*/ 1149381 w 2912392"/>
                <a:gd name="connsiteY118" fmla="*/ 777991 h 821246"/>
                <a:gd name="connsiteX119" fmla="*/ 1159110 w 2912392"/>
                <a:gd name="connsiteY119" fmla="*/ 781073 h 821246"/>
                <a:gd name="connsiteX120" fmla="*/ 1168854 w 2912392"/>
                <a:gd name="connsiteY120" fmla="*/ 784090 h 821246"/>
                <a:gd name="connsiteX121" fmla="*/ 1178598 w 2912392"/>
                <a:gd name="connsiteY121" fmla="*/ 787036 h 821246"/>
                <a:gd name="connsiteX122" fmla="*/ 1188341 w 2912392"/>
                <a:gd name="connsiteY122" fmla="*/ 789904 h 821246"/>
                <a:gd name="connsiteX123" fmla="*/ 1198070 w 2912392"/>
                <a:gd name="connsiteY123" fmla="*/ 792688 h 821246"/>
                <a:gd name="connsiteX124" fmla="*/ 1207814 w 2912392"/>
                <a:gd name="connsiteY124" fmla="*/ 795384 h 821246"/>
                <a:gd name="connsiteX125" fmla="*/ 1217558 w 2912392"/>
                <a:gd name="connsiteY125" fmla="*/ 797984 h 821246"/>
                <a:gd name="connsiteX126" fmla="*/ 1227302 w 2912392"/>
                <a:gd name="connsiteY126" fmla="*/ 800482 h 821246"/>
                <a:gd name="connsiteX127" fmla="*/ 1237031 w 2912392"/>
                <a:gd name="connsiteY127" fmla="*/ 802872 h 821246"/>
                <a:gd name="connsiteX128" fmla="*/ 1246775 w 2912392"/>
                <a:gd name="connsiteY128" fmla="*/ 805147 h 821246"/>
                <a:gd name="connsiteX129" fmla="*/ 1256519 w 2912392"/>
                <a:gd name="connsiteY129" fmla="*/ 807300 h 821246"/>
                <a:gd name="connsiteX130" fmla="*/ 1266263 w 2912392"/>
                <a:gd name="connsiteY130" fmla="*/ 809325 h 821246"/>
                <a:gd name="connsiteX131" fmla="*/ 1276007 w 2912392"/>
                <a:gd name="connsiteY131" fmla="*/ 811215 h 821246"/>
                <a:gd name="connsiteX132" fmla="*/ 1285736 w 2912392"/>
                <a:gd name="connsiteY132" fmla="*/ 812963 h 821246"/>
                <a:gd name="connsiteX133" fmla="*/ 1295480 w 2912392"/>
                <a:gd name="connsiteY133" fmla="*/ 814565 h 821246"/>
                <a:gd name="connsiteX134" fmla="*/ 1305224 w 2912392"/>
                <a:gd name="connsiteY134" fmla="*/ 816010 h 821246"/>
                <a:gd name="connsiteX135" fmla="*/ 1314968 w 2912392"/>
                <a:gd name="connsiteY135" fmla="*/ 817294 h 821246"/>
                <a:gd name="connsiteX136" fmla="*/ 1324697 w 2912392"/>
                <a:gd name="connsiteY136" fmla="*/ 818410 h 821246"/>
                <a:gd name="connsiteX137" fmla="*/ 1334441 w 2912392"/>
                <a:gd name="connsiteY137" fmla="*/ 819352 h 821246"/>
                <a:gd name="connsiteX138" fmla="*/ 1344185 w 2912392"/>
                <a:gd name="connsiteY138" fmla="*/ 820113 h 821246"/>
                <a:gd name="connsiteX139" fmla="*/ 1353929 w 2912392"/>
                <a:gd name="connsiteY139" fmla="*/ 820687 h 821246"/>
                <a:gd name="connsiteX140" fmla="*/ 1363658 w 2912392"/>
                <a:gd name="connsiteY140" fmla="*/ 821066 h 821246"/>
                <a:gd name="connsiteX141" fmla="*/ 1373402 w 2912392"/>
                <a:gd name="connsiteY141" fmla="*/ 821247 h 821246"/>
                <a:gd name="connsiteX142" fmla="*/ 1383146 w 2912392"/>
                <a:gd name="connsiteY142" fmla="*/ 821223 h 821246"/>
                <a:gd name="connsiteX143" fmla="*/ 1392890 w 2912392"/>
                <a:gd name="connsiteY143" fmla="*/ 820988 h 821246"/>
                <a:gd name="connsiteX144" fmla="*/ 1402619 w 2912392"/>
                <a:gd name="connsiteY144" fmla="*/ 820538 h 821246"/>
                <a:gd name="connsiteX145" fmla="*/ 1412363 w 2912392"/>
                <a:gd name="connsiteY145" fmla="*/ 819866 h 821246"/>
                <a:gd name="connsiteX146" fmla="*/ 1422106 w 2912392"/>
                <a:gd name="connsiteY146" fmla="*/ 818967 h 821246"/>
                <a:gd name="connsiteX147" fmla="*/ 1431850 w 2912392"/>
                <a:gd name="connsiteY147" fmla="*/ 817839 h 821246"/>
                <a:gd name="connsiteX148" fmla="*/ 1441594 w 2912392"/>
                <a:gd name="connsiteY148" fmla="*/ 816476 h 821246"/>
                <a:gd name="connsiteX149" fmla="*/ 1451323 w 2912392"/>
                <a:gd name="connsiteY149" fmla="*/ 814874 h 821246"/>
                <a:gd name="connsiteX150" fmla="*/ 1461067 w 2912392"/>
                <a:gd name="connsiteY150" fmla="*/ 813030 h 821246"/>
                <a:gd name="connsiteX151" fmla="*/ 1470811 w 2912392"/>
                <a:gd name="connsiteY151" fmla="*/ 810940 h 821246"/>
                <a:gd name="connsiteX152" fmla="*/ 1480555 w 2912392"/>
                <a:gd name="connsiteY152" fmla="*/ 808600 h 821246"/>
                <a:gd name="connsiteX153" fmla="*/ 1490284 w 2912392"/>
                <a:gd name="connsiteY153" fmla="*/ 806010 h 821246"/>
                <a:gd name="connsiteX154" fmla="*/ 1500028 w 2912392"/>
                <a:gd name="connsiteY154" fmla="*/ 803165 h 821246"/>
                <a:gd name="connsiteX155" fmla="*/ 1509772 w 2912392"/>
                <a:gd name="connsiteY155" fmla="*/ 800065 h 821246"/>
                <a:gd name="connsiteX156" fmla="*/ 1519516 w 2912392"/>
                <a:gd name="connsiteY156" fmla="*/ 796707 h 821246"/>
                <a:gd name="connsiteX157" fmla="*/ 1529245 w 2912392"/>
                <a:gd name="connsiteY157" fmla="*/ 793091 h 821246"/>
                <a:gd name="connsiteX158" fmla="*/ 1538989 w 2912392"/>
                <a:gd name="connsiteY158" fmla="*/ 789217 h 821246"/>
                <a:gd name="connsiteX159" fmla="*/ 1548733 w 2912392"/>
                <a:gd name="connsiteY159" fmla="*/ 785082 h 821246"/>
                <a:gd name="connsiteX160" fmla="*/ 1558477 w 2912392"/>
                <a:gd name="connsiteY160" fmla="*/ 780689 h 821246"/>
                <a:gd name="connsiteX161" fmla="*/ 1568221 w 2912392"/>
                <a:gd name="connsiteY161" fmla="*/ 776036 h 821246"/>
                <a:gd name="connsiteX162" fmla="*/ 1577950 w 2912392"/>
                <a:gd name="connsiteY162" fmla="*/ 771125 h 821246"/>
                <a:gd name="connsiteX163" fmla="*/ 1587694 w 2912392"/>
                <a:gd name="connsiteY163" fmla="*/ 765960 h 821246"/>
                <a:gd name="connsiteX164" fmla="*/ 1597438 w 2912392"/>
                <a:gd name="connsiteY164" fmla="*/ 760538 h 821246"/>
                <a:gd name="connsiteX165" fmla="*/ 1607182 w 2912392"/>
                <a:gd name="connsiteY165" fmla="*/ 754864 h 821246"/>
                <a:gd name="connsiteX166" fmla="*/ 1616911 w 2912392"/>
                <a:gd name="connsiteY166" fmla="*/ 748941 h 821246"/>
                <a:gd name="connsiteX167" fmla="*/ 1626655 w 2912392"/>
                <a:gd name="connsiteY167" fmla="*/ 742769 h 821246"/>
                <a:gd name="connsiteX168" fmla="*/ 1636399 w 2912392"/>
                <a:gd name="connsiteY168" fmla="*/ 736355 h 821246"/>
                <a:gd name="connsiteX169" fmla="*/ 1646142 w 2912392"/>
                <a:gd name="connsiteY169" fmla="*/ 729701 h 821246"/>
                <a:gd name="connsiteX170" fmla="*/ 1655872 w 2912392"/>
                <a:gd name="connsiteY170" fmla="*/ 722812 h 821246"/>
                <a:gd name="connsiteX171" fmla="*/ 1665616 w 2912392"/>
                <a:gd name="connsiteY171" fmla="*/ 715690 h 821246"/>
                <a:gd name="connsiteX172" fmla="*/ 1675359 w 2912392"/>
                <a:gd name="connsiteY172" fmla="*/ 708344 h 821246"/>
                <a:gd name="connsiteX173" fmla="*/ 1685103 w 2912392"/>
                <a:gd name="connsiteY173" fmla="*/ 700777 h 821246"/>
                <a:gd name="connsiteX174" fmla="*/ 1694832 w 2912392"/>
                <a:gd name="connsiteY174" fmla="*/ 692993 h 821246"/>
                <a:gd name="connsiteX175" fmla="*/ 1704576 w 2912392"/>
                <a:gd name="connsiteY175" fmla="*/ 685002 h 821246"/>
                <a:gd name="connsiteX176" fmla="*/ 1714320 w 2912392"/>
                <a:gd name="connsiteY176" fmla="*/ 676806 h 821246"/>
                <a:gd name="connsiteX177" fmla="*/ 1724064 w 2912392"/>
                <a:gd name="connsiteY177" fmla="*/ 668413 h 821246"/>
                <a:gd name="connsiteX178" fmla="*/ 1733808 w 2912392"/>
                <a:gd name="connsiteY178" fmla="*/ 659831 h 821246"/>
                <a:gd name="connsiteX179" fmla="*/ 1743537 w 2912392"/>
                <a:gd name="connsiteY179" fmla="*/ 651068 h 821246"/>
                <a:gd name="connsiteX180" fmla="*/ 1753281 w 2912392"/>
                <a:gd name="connsiteY180" fmla="*/ 642127 h 821246"/>
                <a:gd name="connsiteX181" fmla="*/ 1763025 w 2912392"/>
                <a:gd name="connsiteY181" fmla="*/ 633019 h 821246"/>
                <a:gd name="connsiteX182" fmla="*/ 1772769 w 2912392"/>
                <a:gd name="connsiteY182" fmla="*/ 623750 h 821246"/>
                <a:gd name="connsiteX183" fmla="*/ 1782498 w 2912392"/>
                <a:gd name="connsiteY183" fmla="*/ 614331 h 821246"/>
                <a:gd name="connsiteX184" fmla="*/ 1792242 w 2912392"/>
                <a:gd name="connsiteY184" fmla="*/ 604766 h 821246"/>
                <a:gd name="connsiteX185" fmla="*/ 1801986 w 2912392"/>
                <a:gd name="connsiteY185" fmla="*/ 595067 h 821246"/>
                <a:gd name="connsiteX186" fmla="*/ 1811730 w 2912392"/>
                <a:gd name="connsiteY186" fmla="*/ 585239 h 821246"/>
                <a:gd name="connsiteX187" fmla="*/ 1821459 w 2912392"/>
                <a:gd name="connsiteY187" fmla="*/ 575293 h 821246"/>
                <a:gd name="connsiteX188" fmla="*/ 1831203 w 2912392"/>
                <a:gd name="connsiteY188" fmla="*/ 565236 h 821246"/>
                <a:gd name="connsiteX189" fmla="*/ 1840947 w 2912392"/>
                <a:gd name="connsiteY189" fmla="*/ 555078 h 821246"/>
                <a:gd name="connsiteX190" fmla="*/ 1850691 w 2912392"/>
                <a:gd name="connsiteY190" fmla="*/ 544826 h 821246"/>
                <a:gd name="connsiteX191" fmla="*/ 1860435 w 2912392"/>
                <a:gd name="connsiteY191" fmla="*/ 534491 h 821246"/>
                <a:gd name="connsiteX192" fmla="*/ 1870164 w 2912392"/>
                <a:gd name="connsiteY192" fmla="*/ 524081 h 821246"/>
                <a:gd name="connsiteX193" fmla="*/ 1879908 w 2912392"/>
                <a:gd name="connsiteY193" fmla="*/ 513604 h 821246"/>
                <a:gd name="connsiteX194" fmla="*/ 1889652 w 2912392"/>
                <a:gd name="connsiteY194" fmla="*/ 503069 h 821246"/>
                <a:gd name="connsiteX195" fmla="*/ 1899395 w 2912392"/>
                <a:gd name="connsiteY195" fmla="*/ 492484 h 821246"/>
                <a:gd name="connsiteX196" fmla="*/ 1909124 w 2912392"/>
                <a:gd name="connsiteY196" fmla="*/ 481860 h 821246"/>
                <a:gd name="connsiteX197" fmla="*/ 1918868 w 2912392"/>
                <a:gd name="connsiteY197" fmla="*/ 471204 h 821246"/>
                <a:gd name="connsiteX198" fmla="*/ 1928612 w 2912392"/>
                <a:gd name="connsiteY198" fmla="*/ 460525 h 821246"/>
                <a:gd name="connsiteX199" fmla="*/ 1938356 w 2912392"/>
                <a:gd name="connsiteY199" fmla="*/ 449830 h 821246"/>
                <a:gd name="connsiteX200" fmla="*/ 1948085 w 2912392"/>
                <a:gd name="connsiteY200" fmla="*/ 439130 h 821246"/>
                <a:gd name="connsiteX201" fmla="*/ 1957829 w 2912392"/>
                <a:gd name="connsiteY201" fmla="*/ 428429 h 821246"/>
                <a:gd name="connsiteX202" fmla="*/ 1967573 w 2912392"/>
                <a:gd name="connsiteY202" fmla="*/ 417739 h 821246"/>
                <a:gd name="connsiteX203" fmla="*/ 1977317 w 2912392"/>
                <a:gd name="connsiteY203" fmla="*/ 407067 h 821246"/>
                <a:gd name="connsiteX204" fmla="*/ 1987046 w 2912392"/>
                <a:gd name="connsiteY204" fmla="*/ 396420 h 821246"/>
                <a:gd name="connsiteX205" fmla="*/ 1996790 w 2912392"/>
                <a:gd name="connsiteY205" fmla="*/ 385805 h 821246"/>
                <a:gd name="connsiteX206" fmla="*/ 2006534 w 2912392"/>
                <a:gd name="connsiteY206" fmla="*/ 375229 h 821246"/>
                <a:gd name="connsiteX207" fmla="*/ 2016278 w 2912392"/>
                <a:gd name="connsiteY207" fmla="*/ 364702 h 821246"/>
                <a:gd name="connsiteX208" fmla="*/ 2026022 w 2912392"/>
                <a:gd name="connsiteY208" fmla="*/ 354228 h 821246"/>
                <a:gd name="connsiteX209" fmla="*/ 2035751 w 2912392"/>
                <a:gd name="connsiteY209" fmla="*/ 343815 h 821246"/>
                <a:gd name="connsiteX210" fmla="*/ 2045495 w 2912392"/>
                <a:gd name="connsiteY210" fmla="*/ 333469 h 821246"/>
                <a:gd name="connsiteX211" fmla="*/ 2055239 w 2912392"/>
                <a:gd name="connsiteY211" fmla="*/ 323196 h 821246"/>
                <a:gd name="connsiteX212" fmla="*/ 2064983 w 2912392"/>
                <a:gd name="connsiteY212" fmla="*/ 313004 h 821246"/>
                <a:gd name="connsiteX213" fmla="*/ 2074712 w 2912392"/>
                <a:gd name="connsiteY213" fmla="*/ 302896 h 821246"/>
                <a:gd name="connsiteX214" fmla="*/ 2084456 w 2912392"/>
                <a:gd name="connsiteY214" fmla="*/ 292881 h 821246"/>
                <a:gd name="connsiteX215" fmla="*/ 2094200 w 2912392"/>
                <a:gd name="connsiteY215" fmla="*/ 282963 h 821246"/>
                <a:gd name="connsiteX216" fmla="*/ 2103944 w 2912392"/>
                <a:gd name="connsiteY216" fmla="*/ 273146 h 821246"/>
                <a:gd name="connsiteX217" fmla="*/ 2113673 w 2912392"/>
                <a:gd name="connsiteY217" fmla="*/ 263438 h 821246"/>
                <a:gd name="connsiteX218" fmla="*/ 2123417 w 2912392"/>
                <a:gd name="connsiteY218" fmla="*/ 253841 h 821246"/>
                <a:gd name="connsiteX219" fmla="*/ 2133161 w 2912392"/>
                <a:gd name="connsiteY219" fmla="*/ 244361 h 821246"/>
                <a:gd name="connsiteX220" fmla="*/ 2142905 w 2912392"/>
                <a:gd name="connsiteY220" fmla="*/ 235003 h 821246"/>
                <a:gd name="connsiteX221" fmla="*/ 2152649 w 2912392"/>
                <a:gd name="connsiteY221" fmla="*/ 225772 h 821246"/>
                <a:gd name="connsiteX222" fmla="*/ 2162377 w 2912392"/>
                <a:gd name="connsiteY222" fmla="*/ 216671 h 821246"/>
                <a:gd name="connsiteX223" fmla="*/ 2172121 w 2912392"/>
                <a:gd name="connsiteY223" fmla="*/ 207704 h 821246"/>
                <a:gd name="connsiteX224" fmla="*/ 2181865 w 2912392"/>
                <a:gd name="connsiteY224" fmla="*/ 198876 h 821246"/>
                <a:gd name="connsiteX225" fmla="*/ 2191609 w 2912392"/>
                <a:gd name="connsiteY225" fmla="*/ 190190 h 821246"/>
                <a:gd name="connsiteX226" fmla="*/ 2201338 w 2912392"/>
                <a:gd name="connsiteY226" fmla="*/ 181648 h 821246"/>
                <a:gd name="connsiteX227" fmla="*/ 2211082 w 2912392"/>
                <a:gd name="connsiteY227" fmla="*/ 173259 h 821246"/>
                <a:gd name="connsiteX228" fmla="*/ 2220826 w 2912392"/>
                <a:gd name="connsiteY228" fmla="*/ 165021 h 821246"/>
                <a:gd name="connsiteX229" fmla="*/ 2230570 w 2912392"/>
                <a:gd name="connsiteY229" fmla="*/ 156941 h 821246"/>
                <a:gd name="connsiteX230" fmla="*/ 2240299 w 2912392"/>
                <a:gd name="connsiteY230" fmla="*/ 149020 h 821246"/>
                <a:gd name="connsiteX231" fmla="*/ 2250043 w 2912392"/>
                <a:gd name="connsiteY231" fmla="*/ 141263 h 821246"/>
                <a:gd name="connsiteX232" fmla="*/ 2259787 w 2912392"/>
                <a:gd name="connsiteY232" fmla="*/ 133672 h 821246"/>
                <a:gd name="connsiteX233" fmla="*/ 2269531 w 2912392"/>
                <a:gd name="connsiteY233" fmla="*/ 126253 h 821246"/>
                <a:gd name="connsiteX234" fmla="*/ 2279260 w 2912392"/>
                <a:gd name="connsiteY234" fmla="*/ 119006 h 821246"/>
                <a:gd name="connsiteX235" fmla="*/ 2289004 w 2912392"/>
                <a:gd name="connsiteY235" fmla="*/ 111935 h 821246"/>
                <a:gd name="connsiteX236" fmla="*/ 2298748 w 2912392"/>
                <a:gd name="connsiteY236" fmla="*/ 105045 h 821246"/>
                <a:gd name="connsiteX237" fmla="*/ 2308492 w 2912392"/>
                <a:gd name="connsiteY237" fmla="*/ 98338 h 821246"/>
                <a:gd name="connsiteX238" fmla="*/ 2318236 w 2912392"/>
                <a:gd name="connsiteY238" fmla="*/ 91816 h 821246"/>
                <a:gd name="connsiteX239" fmla="*/ 2327965 w 2912392"/>
                <a:gd name="connsiteY239" fmla="*/ 85486 h 821246"/>
                <a:gd name="connsiteX240" fmla="*/ 2337709 w 2912392"/>
                <a:gd name="connsiteY240" fmla="*/ 79348 h 821246"/>
                <a:gd name="connsiteX241" fmla="*/ 2347453 w 2912392"/>
                <a:gd name="connsiteY241" fmla="*/ 73407 h 821246"/>
                <a:gd name="connsiteX242" fmla="*/ 2357197 w 2912392"/>
                <a:gd name="connsiteY242" fmla="*/ 67667 h 821246"/>
                <a:gd name="connsiteX243" fmla="*/ 2366926 w 2912392"/>
                <a:gd name="connsiteY243" fmla="*/ 62130 h 821246"/>
                <a:gd name="connsiteX244" fmla="*/ 2376670 w 2912392"/>
                <a:gd name="connsiteY244" fmla="*/ 56801 h 821246"/>
                <a:gd name="connsiteX245" fmla="*/ 2386413 w 2912392"/>
                <a:gd name="connsiteY245" fmla="*/ 51683 h 821246"/>
                <a:gd name="connsiteX246" fmla="*/ 2396157 w 2912392"/>
                <a:gd name="connsiteY246" fmla="*/ 46781 h 821246"/>
                <a:gd name="connsiteX247" fmla="*/ 2405886 w 2912392"/>
                <a:gd name="connsiteY247" fmla="*/ 42097 h 821246"/>
                <a:gd name="connsiteX248" fmla="*/ 2415630 w 2912392"/>
                <a:gd name="connsiteY248" fmla="*/ 37636 h 821246"/>
                <a:gd name="connsiteX249" fmla="*/ 2425374 w 2912392"/>
                <a:gd name="connsiteY249" fmla="*/ 33404 h 821246"/>
                <a:gd name="connsiteX250" fmla="*/ 2435118 w 2912392"/>
                <a:gd name="connsiteY250" fmla="*/ 29400 h 821246"/>
                <a:gd name="connsiteX251" fmla="*/ 2444862 w 2912392"/>
                <a:gd name="connsiteY251" fmla="*/ 25634 h 821246"/>
                <a:gd name="connsiteX252" fmla="*/ 2454591 w 2912392"/>
                <a:gd name="connsiteY252" fmla="*/ 22106 h 821246"/>
                <a:gd name="connsiteX253" fmla="*/ 2464335 w 2912392"/>
                <a:gd name="connsiteY253" fmla="*/ 18822 h 821246"/>
                <a:gd name="connsiteX254" fmla="*/ 2474079 w 2912392"/>
                <a:gd name="connsiteY254" fmla="*/ 15787 h 821246"/>
                <a:gd name="connsiteX255" fmla="*/ 2483823 w 2912392"/>
                <a:gd name="connsiteY255" fmla="*/ 13004 h 821246"/>
                <a:gd name="connsiteX256" fmla="*/ 2493552 w 2912392"/>
                <a:gd name="connsiteY256" fmla="*/ 10477 h 821246"/>
                <a:gd name="connsiteX257" fmla="*/ 2503296 w 2912392"/>
                <a:gd name="connsiteY257" fmla="*/ 8212 h 821246"/>
                <a:gd name="connsiteX258" fmla="*/ 2513040 w 2912392"/>
                <a:gd name="connsiteY258" fmla="*/ 6213 h 821246"/>
                <a:gd name="connsiteX259" fmla="*/ 2522784 w 2912392"/>
                <a:gd name="connsiteY259" fmla="*/ 4483 h 821246"/>
                <a:gd name="connsiteX260" fmla="*/ 2532513 w 2912392"/>
                <a:gd name="connsiteY260" fmla="*/ 3026 h 821246"/>
                <a:gd name="connsiteX261" fmla="*/ 2542257 w 2912392"/>
                <a:gd name="connsiteY261" fmla="*/ 1849 h 821246"/>
                <a:gd name="connsiteX262" fmla="*/ 2552001 w 2912392"/>
                <a:gd name="connsiteY262" fmla="*/ 954 h 821246"/>
                <a:gd name="connsiteX263" fmla="*/ 2561745 w 2912392"/>
                <a:gd name="connsiteY263" fmla="*/ 344 h 821246"/>
                <a:gd name="connsiteX264" fmla="*/ 2571474 w 2912392"/>
                <a:gd name="connsiteY264" fmla="*/ 25 h 821246"/>
                <a:gd name="connsiteX265" fmla="*/ 2581218 w 2912392"/>
                <a:gd name="connsiteY265" fmla="*/ 0 h 821246"/>
                <a:gd name="connsiteX266" fmla="*/ 2590962 w 2912392"/>
                <a:gd name="connsiteY266" fmla="*/ 271 h 821246"/>
                <a:gd name="connsiteX267" fmla="*/ 2600705 w 2912392"/>
                <a:gd name="connsiteY267" fmla="*/ 845 h 821246"/>
                <a:gd name="connsiteX268" fmla="*/ 2610449 w 2912392"/>
                <a:gd name="connsiteY268" fmla="*/ 1721 h 821246"/>
                <a:gd name="connsiteX269" fmla="*/ 2620178 w 2912392"/>
                <a:gd name="connsiteY269" fmla="*/ 2905 h 821246"/>
                <a:gd name="connsiteX270" fmla="*/ 2629922 w 2912392"/>
                <a:gd name="connsiteY270" fmla="*/ 4398 h 821246"/>
                <a:gd name="connsiteX271" fmla="*/ 2639666 w 2912392"/>
                <a:gd name="connsiteY271" fmla="*/ 6202 h 821246"/>
                <a:gd name="connsiteX272" fmla="*/ 2649410 w 2912392"/>
                <a:gd name="connsiteY272" fmla="*/ 8321 h 821246"/>
                <a:gd name="connsiteX273" fmla="*/ 2659139 w 2912392"/>
                <a:gd name="connsiteY273" fmla="*/ 10756 h 821246"/>
                <a:gd name="connsiteX274" fmla="*/ 2668883 w 2912392"/>
                <a:gd name="connsiteY274" fmla="*/ 13507 h 821246"/>
                <a:gd name="connsiteX275" fmla="*/ 2678627 w 2912392"/>
                <a:gd name="connsiteY275" fmla="*/ 16577 h 821246"/>
                <a:gd name="connsiteX276" fmla="*/ 2688371 w 2912392"/>
                <a:gd name="connsiteY276" fmla="*/ 19966 h 821246"/>
                <a:gd name="connsiteX277" fmla="*/ 2698100 w 2912392"/>
                <a:gd name="connsiteY277" fmla="*/ 23673 h 821246"/>
                <a:gd name="connsiteX278" fmla="*/ 2707844 w 2912392"/>
                <a:gd name="connsiteY278" fmla="*/ 27699 h 821246"/>
                <a:gd name="connsiteX279" fmla="*/ 2717588 w 2912392"/>
                <a:gd name="connsiteY279" fmla="*/ 32043 h 821246"/>
                <a:gd name="connsiteX280" fmla="*/ 2727332 w 2912392"/>
                <a:gd name="connsiteY280" fmla="*/ 36704 h 821246"/>
                <a:gd name="connsiteX281" fmla="*/ 2737076 w 2912392"/>
                <a:gd name="connsiteY281" fmla="*/ 41681 h 821246"/>
                <a:gd name="connsiteX282" fmla="*/ 2746805 w 2912392"/>
                <a:gd name="connsiteY282" fmla="*/ 46972 h 821246"/>
                <a:gd name="connsiteX283" fmla="*/ 2756549 w 2912392"/>
                <a:gd name="connsiteY283" fmla="*/ 52574 h 821246"/>
                <a:gd name="connsiteX284" fmla="*/ 2766293 w 2912392"/>
                <a:gd name="connsiteY284" fmla="*/ 58483 h 821246"/>
                <a:gd name="connsiteX285" fmla="*/ 2776037 w 2912392"/>
                <a:gd name="connsiteY285" fmla="*/ 64697 h 821246"/>
                <a:gd name="connsiteX286" fmla="*/ 2785766 w 2912392"/>
                <a:gd name="connsiteY286" fmla="*/ 71213 h 821246"/>
                <a:gd name="connsiteX287" fmla="*/ 2795510 w 2912392"/>
                <a:gd name="connsiteY287" fmla="*/ 78025 h 821246"/>
                <a:gd name="connsiteX288" fmla="*/ 2805254 w 2912392"/>
                <a:gd name="connsiteY288" fmla="*/ 85127 h 821246"/>
                <a:gd name="connsiteX289" fmla="*/ 2814998 w 2912392"/>
                <a:gd name="connsiteY289" fmla="*/ 92515 h 821246"/>
                <a:gd name="connsiteX290" fmla="*/ 2824727 w 2912392"/>
                <a:gd name="connsiteY290" fmla="*/ 100184 h 821246"/>
                <a:gd name="connsiteX291" fmla="*/ 2834471 w 2912392"/>
                <a:gd name="connsiteY291" fmla="*/ 108125 h 821246"/>
                <a:gd name="connsiteX292" fmla="*/ 2844215 w 2912392"/>
                <a:gd name="connsiteY292" fmla="*/ 116333 h 821246"/>
                <a:gd name="connsiteX293" fmla="*/ 2853958 w 2912392"/>
                <a:gd name="connsiteY293" fmla="*/ 124798 h 821246"/>
                <a:gd name="connsiteX294" fmla="*/ 2863687 w 2912392"/>
                <a:gd name="connsiteY294" fmla="*/ 133514 h 821246"/>
                <a:gd name="connsiteX295" fmla="*/ 2873431 w 2912392"/>
                <a:gd name="connsiteY295" fmla="*/ 142472 h 821246"/>
                <a:gd name="connsiteX296" fmla="*/ 2883175 w 2912392"/>
                <a:gd name="connsiteY296" fmla="*/ 151663 h 821246"/>
                <a:gd name="connsiteX297" fmla="*/ 2892919 w 2912392"/>
                <a:gd name="connsiteY297" fmla="*/ 161077 h 821246"/>
                <a:gd name="connsiteX298" fmla="*/ 2902663 w 2912392"/>
                <a:gd name="connsiteY298" fmla="*/ 170707 h 821246"/>
                <a:gd name="connsiteX299" fmla="*/ 2912392 w 2912392"/>
                <a:gd name="connsiteY299" fmla="*/ 180538 h 821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21246">
                  <a:moveTo>
                    <a:pt x="0" y="472694"/>
                  </a:moveTo>
                  <a:lnTo>
                    <a:pt x="9739" y="471457"/>
                  </a:lnTo>
                  <a:lnTo>
                    <a:pt x="19480" y="470319"/>
                  </a:lnTo>
                  <a:lnTo>
                    <a:pt x="29221" y="469284"/>
                  </a:lnTo>
                  <a:lnTo>
                    <a:pt x="38961" y="468354"/>
                  </a:lnTo>
                  <a:lnTo>
                    <a:pt x="48702" y="467533"/>
                  </a:lnTo>
                  <a:lnTo>
                    <a:pt x="58443" y="466822"/>
                  </a:lnTo>
                  <a:lnTo>
                    <a:pt x="68182" y="466226"/>
                  </a:lnTo>
                  <a:lnTo>
                    <a:pt x="77923" y="465744"/>
                  </a:lnTo>
                  <a:lnTo>
                    <a:pt x="87664" y="465377"/>
                  </a:lnTo>
                  <a:lnTo>
                    <a:pt x="97404" y="465131"/>
                  </a:lnTo>
                  <a:lnTo>
                    <a:pt x="107145" y="465003"/>
                  </a:lnTo>
                  <a:lnTo>
                    <a:pt x="116886" y="464996"/>
                  </a:lnTo>
                  <a:lnTo>
                    <a:pt x="126625" y="465110"/>
                  </a:lnTo>
                  <a:lnTo>
                    <a:pt x="136366" y="465347"/>
                  </a:lnTo>
                  <a:lnTo>
                    <a:pt x="146107" y="465706"/>
                  </a:lnTo>
                  <a:lnTo>
                    <a:pt x="155846" y="466188"/>
                  </a:lnTo>
                  <a:lnTo>
                    <a:pt x="165587" y="466791"/>
                  </a:lnTo>
                  <a:lnTo>
                    <a:pt x="175328" y="467518"/>
                  </a:lnTo>
                  <a:lnTo>
                    <a:pt x="185068" y="468364"/>
                  </a:lnTo>
                  <a:lnTo>
                    <a:pt x="194809" y="469331"/>
                  </a:lnTo>
                  <a:lnTo>
                    <a:pt x="204550" y="470419"/>
                  </a:lnTo>
                  <a:lnTo>
                    <a:pt x="214289" y="471623"/>
                  </a:lnTo>
                  <a:lnTo>
                    <a:pt x="224030" y="472943"/>
                  </a:lnTo>
                  <a:lnTo>
                    <a:pt x="233771" y="474378"/>
                  </a:lnTo>
                  <a:lnTo>
                    <a:pt x="243510" y="475926"/>
                  </a:lnTo>
                  <a:lnTo>
                    <a:pt x="253251" y="477584"/>
                  </a:lnTo>
                  <a:lnTo>
                    <a:pt x="262992" y="479349"/>
                  </a:lnTo>
                  <a:lnTo>
                    <a:pt x="272732" y="481219"/>
                  </a:lnTo>
                  <a:lnTo>
                    <a:pt x="282473" y="483193"/>
                  </a:lnTo>
                  <a:lnTo>
                    <a:pt x="292214" y="485266"/>
                  </a:lnTo>
                  <a:lnTo>
                    <a:pt x="301953" y="487435"/>
                  </a:lnTo>
                  <a:lnTo>
                    <a:pt x="311694" y="489697"/>
                  </a:lnTo>
                  <a:lnTo>
                    <a:pt x="321435" y="492051"/>
                  </a:lnTo>
                  <a:lnTo>
                    <a:pt x="331175" y="494490"/>
                  </a:lnTo>
                  <a:lnTo>
                    <a:pt x="340916" y="497012"/>
                  </a:lnTo>
                  <a:lnTo>
                    <a:pt x="350656" y="499615"/>
                  </a:lnTo>
                  <a:lnTo>
                    <a:pt x="360396" y="502294"/>
                  </a:lnTo>
                  <a:lnTo>
                    <a:pt x="370137" y="505044"/>
                  </a:lnTo>
                  <a:lnTo>
                    <a:pt x="379878" y="507865"/>
                  </a:lnTo>
                  <a:lnTo>
                    <a:pt x="389617" y="510749"/>
                  </a:lnTo>
                  <a:lnTo>
                    <a:pt x="399358" y="513695"/>
                  </a:lnTo>
                  <a:lnTo>
                    <a:pt x="409099" y="516698"/>
                  </a:lnTo>
                  <a:lnTo>
                    <a:pt x="418839" y="519757"/>
                  </a:lnTo>
                  <a:lnTo>
                    <a:pt x="428580" y="522865"/>
                  </a:lnTo>
                  <a:lnTo>
                    <a:pt x="438321" y="526019"/>
                  </a:lnTo>
                  <a:lnTo>
                    <a:pt x="448060" y="529218"/>
                  </a:lnTo>
                  <a:lnTo>
                    <a:pt x="457801" y="532455"/>
                  </a:lnTo>
                  <a:lnTo>
                    <a:pt x="467542" y="535729"/>
                  </a:lnTo>
                  <a:lnTo>
                    <a:pt x="477281" y="539036"/>
                  </a:lnTo>
                  <a:lnTo>
                    <a:pt x="487022" y="542374"/>
                  </a:lnTo>
                  <a:lnTo>
                    <a:pt x="496763" y="545738"/>
                  </a:lnTo>
                  <a:lnTo>
                    <a:pt x="506503" y="549126"/>
                  </a:lnTo>
                  <a:lnTo>
                    <a:pt x="516244" y="552536"/>
                  </a:lnTo>
                  <a:lnTo>
                    <a:pt x="525985" y="555964"/>
                  </a:lnTo>
                  <a:lnTo>
                    <a:pt x="535724" y="559408"/>
                  </a:lnTo>
                  <a:lnTo>
                    <a:pt x="545465" y="562866"/>
                  </a:lnTo>
                  <a:lnTo>
                    <a:pt x="555206" y="566334"/>
                  </a:lnTo>
                  <a:lnTo>
                    <a:pt x="564946" y="569813"/>
                  </a:lnTo>
                  <a:lnTo>
                    <a:pt x="574687" y="573298"/>
                  </a:lnTo>
                  <a:lnTo>
                    <a:pt x="584428" y="576790"/>
                  </a:lnTo>
                  <a:lnTo>
                    <a:pt x="594167" y="580286"/>
                  </a:lnTo>
                  <a:lnTo>
                    <a:pt x="603908" y="583782"/>
                  </a:lnTo>
                  <a:lnTo>
                    <a:pt x="613649" y="587282"/>
                  </a:lnTo>
                  <a:lnTo>
                    <a:pt x="623388" y="590782"/>
                  </a:lnTo>
                  <a:lnTo>
                    <a:pt x="633129" y="594282"/>
                  </a:lnTo>
                  <a:lnTo>
                    <a:pt x="642870" y="597778"/>
                  </a:lnTo>
                  <a:lnTo>
                    <a:pt x="652610" y="601274"/>
                  </a:lnTo>
                  <a:lnTo>
                    <a:pt x="662351" y="604766"/>
                  </a:lnTo>
                  <a:lnTo>
                    <a:pt x="672092" y="608255"/>
                  </a:lnTo>
                  <a:lnTo>
                    <a:pt x="681831" y="611742"/>
                  </a:lnTo>
                  <a:lnTo>
                    <a:pt x="691572" y="615225"/>
                  </a:lnTo>
                  <a:lnTo>
                    <a:pt x="701313" y="618704"/>
                  </a:lnTo>
                  <a:lnTo>
                    <a:pt x="711052" y="622180"/>
                  </a:lnTo>
                  <a:lnTo>
                    <a:pt x="720793" y="625653"/>
                  </a:lnTo>
                  <a:lnTo>
                    <a:pt x="730534" y="629123"/>
                  </a:lnTo>
                  <a:lnTo>
                    <a:pt x="740274" y="632591"/>
                  </a:lnTo>
                  <a:lnTo>
                    <a:pt x="750015" y="636057"/>
                  </a:lnTo>
                  <a:lnTo>
                    <a:pt x="759756" y="639521"/>
                  </a:lnTo>
                  <a:lnTo>
                    <a:pt x="769495" y="642985"/>
                  </a:lnTo>
                  <a:lnTo>
                    <a:pt x="779236" y="646447"/>
                  </a:lnTo>
                  <a:lnTo>
                    <a:pt x="788977" y="649911"/>
                  </a:lnTo>
                  <a:lnTo>
                    <a:pt x="798717" y="653377"/>
                  </a:lnTo>
                  <a:lnTo>
                    <a:pt x="808458" y="656842"/>
                  </a:lnTo>
                  <a:lnTo>
                    <a:pt x="818199" y="660311"/>
                  </a:lnTo>
                  <a:lnTo>
                    <a:pt x="827938" y="663782"/>
                  </a:lnTo>
                  <a:lnTo>
                    <a:pt x="837679" y="667258"/>
                  </a:lnTo>
                  <a:lnTo>
                    <a:pt x="847420" y="670737"/>
                  </a:lnTo>
                  <a:lnTo>
                    <a:pt x="857159" y="674222"/>
                  </a:lnTo>
                  <a:lnTo>
                    <a:pt x="866900" y="677710"/>
                  </a:lnTo>
                  <a:lnTo>
                    <a:pt x="876641" y="681205"/>
                  </a:lnTo>
                  <a:lnTo>
                    <a:pt x="886381" y="684705"/>
                  </a:lnTo>
                  <a:lnTo>
                    <a:pt x="896122" y="688211"/>
                  </a:lnTo>
                  <a:lnTo>
                    <a:pt x="905863" y="691723"/>
                  </a:lnTo>
                  <a:lnTo>
                    <a:pt x="915602" y="695240"/>
                  </a:lnTo>
                  <a:lnTo>
                    <a:pt x="925343" y="698764"/>
                  </a:lnTo>
                  <a:lnTo>
                    <a:pt x="935084" y="702292"/>
                  </a:lnTo>
                  <a:lnTo>
                    <a:pt x="944824" y="705824"/>
                  </a:lnTo>
                  <a:lnTo>
                    <a:pt x="954564" y="709360"/>
                  </a:lnTo>
                  <a:lnTo>
                    <a:pt x="964305" y="712900"/>
                  </a:lnTo>
                  <a:lnTo>
                    <a:pt x="974045" y="716441"/>
                  </a:lnTo>
                  <a:lnTo>
                    <a:pt x="983786" y="719983"/>
                  </a:lnTo>
                  <a:lnTo>
                    <a:pt x="993522" y="723524"/>
                  </a:lnTo>
                  <a:lnTo>
                    <a:pt x="1003266" y="727063"/>
                  </a:lnTo>
                  <a:lnTo>
                    <a:pt x="1013010" y="730597"/>
                  </a:lnTo>
                  <a:lnTo>
                    <a:pt x="1022754" y="734124"/>
                  </a:lnTo>
                  <a:lnTo>
                    <a:pt x="1032483" y="737643"/>
                  </a:lnTo>
                  <a:lnTo>
                    <a:pt x="1042227" y="741150"/>
                  </a:lnTo>
                  <a:lnTo>
                    <a:pt x="1051971" y="744642"/>
                  </a:lnTo>
                  <a:lnTo>
                    <a:pt x="1061715" y="748117"/>
                  </a:lnTo>
                  <a:lnTo>
                    <a:pt x="1071444" y="751570"/>
                  </a:lnTo>
                  <a:lnTo>
                    <a:pt x="1081188" y="755001"/>
                  </a:lnTo>
                  <a:lnTo>
                    <a:pt x="1090932" y="758403"/>
                  </a:lnTo>
                  <a:lnTo>
                    <a:pt x="1100676" y="761773"/>
                  </a:lnTo>
                  <a:lnTo>
                    <a:pt x="1110405" y="765107"/>
                  </a:lnTo>
                  <a:lnTo>
                    <a:pt x="1120149" y="768402"/>
                  </a:lnTo>
                  <a:lnTo>
                    <a:pt x="1129893" y="771650"/>
                  </a:lnTo>
                  <a:lnTo>
                    <a:pt x="1139637" y="774847"/>
                  </a:lnTo>
                  <a:lnTo>
                    <a:pt x="1149381" y="777991"/>
                  </a:lnTo>
                  <a:lnTo>
                    <a:pt x="1159110" y="781073"/>
                  </a:lnTo>
                  <a:lnTo>
                    <a:pt x="1168854" y="784090"/>
                  </a:lnTo>
                  <a:lnTo>
                    <a:pt x="1178598" y="787036"/>
                  </a:lnTo>
                  <a:lnTo>
                    <a:pt x="1188341" y="789904"/>
                  </a:lnTo>
                  <a:lnTo>
                    <a:pt x="1198070" y="792688"/>
                  </a:lnTo>
                  <a:lnTo>
                    <a:pt x="1207814" y="795384"/>
                  </a:lnTo>
                  <a:lnTo>
                    <a:pt x="1217558" y="797984"/>
                  </a:lnTo>
                  <a:lnTo>
                    <a:pt x="1227302" y="800482"/>
                  </a:lnTo>
                  <a:lnTo>
                    <a:pt x="1237031" y="802872"/>
                  </a:lnTo>
                  <a:lnTo>
                    <a:pt x="1246775" y="805147"/>
                  </a:lnTo>
                  <a:lnTo>
                    <a:pt x="1256519" y="807300"/>
                  </a:lnTo>
                  <a:lnTo>
                    <a:pt x="1266263" y="809325"/>
                  </a:lnTo>
                  <a:lnTo>
                    <a:pt x="1276007" y="811215"/>
                  </a:lnTo>
                  <a:lnTo>
                    <a:pt x="1285736" y="812963"/>
                  </a:lnTo>
                  <a:lnTo>
                    <a:pt x="1295480" y="814565"/>
                  </a:lnTo>
                  <a:lnTo>
                    <a:pt x="1305224" y="816010"/>
                  </a:lnTo>
                  <a:lnTo>
                    <a:pt x="1314968" y="817294"/>
                  </a:lnTo>
                  <a:lnTo>
                    <a:pt x="1324697" y="818410"/>
                  </a:lnTo>
                  <a:lnTo>
                    <a:pt x="1334441" y="819352"/>
                  </a:lnTo>
                  <a:lnTo>
                    <a:pt x="1344185" y="820113"/>
                  </a:lnTo>
                  <a:lnTo>
                    <a:pt x="1353929" y="820687"/>
                  </a:lnTo>
                  <a:lnTo>
                    <a:pt x="1363658" y="821066"/>
                  </a:lnTo>
                  <a:lnTo>
                    <a:pt x="1373402" y="821247"/>
                  </a:lnTo>
                  <a:lnTo>
                    <a:pt x="1383146" y="821223"/>
                  </a:lnTo>
                  <a:lnTo>
                    <a:pt x="1392890" y="820988"/>
                  </a:lnTo>
                  <a:lnTo>
                    <a:pt x="1402619" y="820538"/>
                  </a:lnTo>
                  <a:lnTo>
                    <a:pt x="1412363" y="819866"/>
                  </a:lnTo>
                  <a:lnTo>
                    <a:pt x="1422106" y="818967"/>
                  </a:lnTo>
                  <a:lnTo>
                    <a:pt x="1431850" y="817839"/>
                  </a:lnTo>
                  <a:lnTo>
                    <a:pt x="1441594" y="816476"/>
                  </a:lnTo>
                  <a:lnTo>
                    <a:pt x="1451323" y="814874"/>
                  </a:lnTo>
                  <a:lnTo>
                    <a:pt x="1461067" y="813030"/>
                  </a:lnTo>
                  <a:lnTo>
                    <a:pt x="1470811" y="810940"/>
                  </a:lnTo>
                  <a:lnTo>
                    <a:pt x="1480555" y="808600"/>
                  </a:lnTo>
                  <a:lnTo>
                    <a:pt x="1490284" y="806010"/>
                  </a:lnTo>
                  <a:lnTo>
                    <a:pt x="1500028" y="803165"/>
                  </a:lnTo>
                  <a:lnTo>
                    <a:pt x="1509772" y="800065"/>
                  </a:lnTo>
                  <a:lnTo>
                    <a:pt x="1519516" y="796707"/>
                  </a:lnTo>
                  <a:lnTo>
                    <a:pt x="1529245" y="793091"/>
                  </a:lnTo>
                  <a:lnTo>
                    <a:pt x="1538989" y="789217"/>
                  </a:lnTo>
                  <a:lnTo>
                    <a:pt x="1548733" y="785082"/>
                  </a:lnTo>
                  <a:lnTo>
                    <a:pt x="1558477" y="780689"/>
                  </a:lnTo>
                  <a:lnTo>
                    <a:pt x="1568221" y="776036"/>
                  </a:lnTo>
                  <a:lnTo>
                    <a:pt x="1577950" y="771125"/>
                  </a:lnTo>
                  <a:lnTo>
                    <a:pt x="1587694" y="765960"/>
                  </a:lnTo>
                  <a:lnTo>
                    <a:pt x="1597438" y="760538"/>
                  </a:lnTo>
                  <a:lnTo>
                    <a:pt x="1607182" y="754864"/>
                  </a:lnTo>
                  <a:lnTo>
                    <a:pt x="1616911" y="748941"/>
                  </a:lnTo>
                  <a:lnTo>
                    <a:pt x="1626655" y="742769"/>
                  </a:lnTo>
                  <a:lnTo>
                    <a:pt x="1636399" y="736355"/>
                  </a:lnTo>
                  <a:lnTo>
                    <a:pt x="1646142" y="729701"/>
                  </a:lnTo>
                  <a:lnTo>
                    <a:pt x="1655872" y="722812"/>
                  </a:lnTo>
                  <a:lnTo>
                    <a:pt x="1665616" y="715690"/>
                  </a:lnTo>
                  <a:lnTo>
                    <a:pt x="1675359" y="708344"/>
                  </a:lnTo>
                  <a:lnTo>
                    <a:pt x="1685103" y="700777"/>
                  </a:lnTo>
                  <a:lnTo>
                    <a:pt x="1694832" y="692993"/>
                  </a:lnTo>
                  <a:lnTo>
                    <a:pt x="1704576" y="685002"/>
                  </a:lnTo>
                  <a:lnTo>
                    <a:pt x="1714320" y="676806"/>
                  </a:lnTo>
                  <a:lnTo>
                    <a:pt x="1724064" y="668413"/>
                  </a:lnTo>
                  <a:lnTo>
                    <a:pt x="1733808" y="659831"/>
                  </a:lnTo>
                  <a:lnTo>
                    <a:pt x="1743537" y="651068"/>
                  </a:lnTo>
                  <a:lnTo>
                    <a:pt x="1753281" y="642127"/>
                  </a:lnTo>
                  <a:lnTo>
                    <a:pt x="1763025" y="633019"/>
                  </a:lnTo>
                  <a:lnTo>
                    <a:pt x="1772769" y="623750"/>
                  </a:lnTo>
                  <a:lnTo>
                    <a:pt x="1782498" y="614331"/>
                  </a:lnTo>
                  <a:lnTo>
                    <a:pt x="1792242" y="604766"/>
                  </a:lnTo>
                  <a:lnTo>
                    <a:pt x="1801986" y="595067"/>
                  </a:lnTo>
                  <a:lnTo>
                    <a:pt x="1811730" y="585239"/>
                  </a:lnTo>
                  <a:lnTo>
                    <a:pt x="1821459" y="575293"/>
                  </a:lnTo>
                  <a:lnTo>
                    <a:pt x="1831203" y="565236"/>
                  </a:lnTo>
                  <a:lnTo>
                    <a:pt x="1840947" y="555078"/>
                  </a:lnTo>
                  <a:lnTo>
                    <a:pt x="1850691" y="544826"/>
                  </a:lnTo>
                  <a:lnTo>
                    <a:pt x="1860435" y="534491"/>
                  </a:lnTo>
                  <a:lnTo>
                    <a:pt x="1870164" y="524081"/>
                  </a:lnTo>
                  <a:lnTo>
                    <a:pt x="1879908" y="513604"/>
                  </a:lnTo>
                  <a:lnTo>
                    <a:pt x="1889652" y="503069"/>
                  </a:lnTo>
                  <a:lnTo>
                    <a:pt x="1899395" y="492484"/>
                  </a:lnTo>
                  <a:lnTo>
                    <a:pt x="1909124" y="481860"/>
                  </a:lnTo>
                  <a:lnTo>
                    <a:pt x="1918868" y="471204"/>
                  </a:lnTo>
                  <a:lnTo>
                    <a:pt x="1928612" y="460525"/>
                  </a:lnTo>
                  <a:lnTo>
                    <a:pt x="1938356" y="449830"/>
                  </a:lnTo>
                  <a:lnTo>
                    <a:pt x="1948085" y="439130"/>
                  </a:lnTo>
                  <a:lnTo>
                    <a:pt x="1957829" y="428429"/>
                  </a:lnTo>
                  <a:lnTo>
                    <a:pt x="1967573" y="417739"/>
                  </a:lnTo>
                  <a:lnTo>
                    <a:pt x="1977317" y="407067"/>
                  </a:lnTo>
                  <a:lnTo>
                    <a:pt x="1987046" y="396420"/>
                  </a:lnTo>
                  <a:lnTo>
                    <a:pt x="1996790" y="385805"/>
                  </a:lnTo>
                  <a:lnTo>
                    <a:pt x="2006534" y="375229"/>
                  </a:lnTo>
                  <a:lnTo>
                    <a:pt x="2016278" y="364702"/>
                  </a:lnTo>
                  <a:lnTo>
                    <a:pt x="2026022" y="354228"/>
                  </a:lnTo>
                  <a:lnTo>
                    <a:pt x="2035751" y="343815"/>
                  </a:lnTo>
                  <a:lnTo>
                    <a:pt x="2045495" y="333469"/>
                  </a:lnTo>
                  <a:lnTo>
                    <a:pt x="2055239" y="323196"/>
                  </a:lnTo>
                  <a:lnTo>
                    <a:pt x="2064983" y="313004"/>
                  </a:lnTo>
                  <a:lnTo>
                    <a:pt x="2074712" y="302896"/>
                  </a:lnTo>
                  <a:lnTo>
                    <a:pt x="2084456" y="292881"/>
                  </a:lnTo>
                  <a:lnTo>
                    <a:pt x="2094200" y="282963"/>
                  </a:lnTo>
                  <a:lnTo>
                    <a:pt x="2103944" y="273146"/>
                  </a:lnTo>
                  <a:lnTo>
                    <a:pt x="2113673" y="263438"/>
                  </a:lnTo>
                  <a:lnTo>
                    <a:pt x="2123417" y="253841"/>
                  </a:lnTo>
                  <a:lnTo>
                    <a:pt x="2133161" y="244361"/>
                  </a:lnTo>
                  <a:lnTo>
                    <a:pt x="2142905" y="235003"/>
                  </a:lnTo>
                  <a:lnTo>
                    <a:pt x="2152649" y="225772"/>
                  </a:lnTo>
                  <a:lnTo>
                    <a:pt x="2162377" y="216671"/>
                  </a:lnTo>
                  <a:lnTo>
                    <a:pt x="2172121" y="207704"/>
                  </a:lnTo>
                  <a:lnTo>
                    <a:pt x="2181865" y="198876"/>
                  </a:lnTo>
                  <a:lnTo>
                    <a:pt x="2191609" y="190190"/>
                  </a:lnTo>
                  <a:lnTo>
                    <a:pt x="2201338" y="181648"/>
                  </a:lnTo>
                  <a:lnTo>
                    <a:pt x="2211082" y="173259"/>
                  </a:lnTo>
                  <a:lnTo>
                    <a:pt x="2220826" y="165021"/>
                  </a:lnTo>
                  <a:lnTo>
                    <a:pt x="2230570" y="156941"/>
                  </a:lnTo>
                  <a:lnTo>
                    <a:pt x="2240299" y="149020"/>
                  </a:lnTo>
                  <a:lnTo>
                    <a:pt x="2250043" y="141263"/>
                  </a:lnTo>
                  <a:lnTo>
                    <a:pt x="2259787" y="133672"/>
                  </a:lnTo>
                  <a:lnTo>
                    <a:pt x="2269531" y="126253"/>
                  </a:lnTo>
                  <a:lnTo>
                    <a:pt x="2279260" y="119006"/>
                  </a:lnTo>
                  <a:lnTo>
                    <a:pt x="2289004" y="111935"/>
                  </a:lnTo>
                  <a:lnTo>
                    <a:pt x="2298748" y="105045"/>
                  </a:lnTo>
                  <a:lnTo>
                    <a:pt x="2308492" y="98338"/>
                  </a:lnTo>
                  <a:lnTo>
                    <a:pt x="2318236" y="91816"/>
                  </a:lnTo>
                  <a:lnTo>
                    <a:pt x="2327965" y="85486"/>
                  </a:lnTo>
                  <a:lnTo>
                    <a:pt x="2337709" y="79348"/>
                  </a:lnTo>
                  <a:lnTo>
                    <a:pt x="2347453" y="73407"/>
                  </a:lnTo>
                  <a:lnTo>
                    <a:pt x="2357197" y="67667"/>
                  </a:lnTo>
                  <a:lnTo>
                    <a:pt x="2366926" y="62130"/>
                  </a:lnTo>
                  <a:lnTo>
                    <a:pt x="2376670" y="56801"/>
                  </a:lnTo>
                  <a:lnTo>
                    <a:pt x="2386413" y="51683"/>
                  </a:lnTo>
                  <a:lnTo>
                    <a:pt x="2396157" y="46781"/>
                  </a:lnTo>
                  <a:lnTo>
                    <a:pt x="2405886" y="42097"/>
                  </a:lnTo>
                  <a:lnTo>
                    <a:pt x="2415630" y="37636"/>
                  </a:lnTo>
                  <a:lnTo>
                    <a:pt x="2425374" y="33404"/>
                  </a:lnTo>
                  <a:lnTo>
                    <a:pt x="2435118" y="29400"/>
                  </a:lnTo>
                  <a:lnTo>
                    <a:pt x="2444862" y="25634"/>
                  </a:lnTo>
                  <a:lnTo>
                    <a:pt x="2454591" y="22106"/>
                  </a:lnTo>
                  <a:lnTo>
                    <a:pt x="2464335" y="18822"/>
                  </a:lnTo>
                  <a:lnTo>
                    <a:pt x="2474079" y="15787"/>
                  </a:lnTo>
                  <a:lnTo>
                    <a:pt x="2483823" y="13004"/>
                  </a:lnTo>
                  <a:lnTo>
                    <a:pt x="2493552" y="10477"/>
                  </a:lnTo>
                  <a:lnTo>
                    <a:pt x="2503296" y="8212"/>
                  </a:lnTo>
                  <a:lnTo>
                    <a:pt x="2513040" y="6213"/>
                  </a:lnTo>
                  <a:lnTo>
                    <a:pt x="2522784" y="4483"/>
                  </a:lnTo>
                  <a:lnTo>
                    <a:pt x="2532513" y="3026"/>
                  </a:lnTo>
                  <a:lnTo>
                    <a:pt x="2542257" y="1849"/>
                  </a:lnTo>
                  <a:lnTo>
                    <a:pt x="2552001" y="954"/>
                  </a:lnTo>
                  <a:lnTo>
                    <a:pt x="2561745" y="344"/>
                  </a:lnTo>
                  <a:lnTo>
                    <a:pt x="2571474" y="25"/>
                  </a:lnTo>
                  <a:lnTo>
                    <a:pt x="2581218" y="0"/>
                  </a:lnTo>
                  <a:lnTo>
                    <a:pt x="2590962" y="271"/>
                  </a:lnTo>
                  <a:lnTo>
                    <a:pt x="2600705" y="845"/>
                  </a:lnTo>
                  <a:lnTo>
                    <a:pt x="2610449" y="1721"/>
                  </a:lnTo>
                  <a:lnTo>
                    <a:pt x="2620178" y="2905"/>
                  </a:lnTo>
                  <a:lnTo>
                    <a:pt x="2629922" y="4398"/>
                  </a:lnTo>
                  <a:lnTo>
                    <a:pt x="2639666" y="6202"/>
                  </a:lnTo>
                  <a:lnTo>
                    <a:pt x="2649410" y="8321"/>
                  </a:lnTo>
                  <a:lnTo>
                    <a:pt x="2659139" y="10756"/>
                  </a:lnTo>
                  <a:lnTo>
                    <a:pt x="2668883" y="13507"/>
                  </a:lnTo>
                  <a:lnTo>
                    <a:pt x="2678627" y="16577"/>
                  </a:lnTo>
                  <a:lnTo>
                    <a:pt x="2688371" y="19966"/>
                  </a:lnTo>
                  <a:lnTo>
                    <a:pt x="2698100" y="23673"/>
                  </a:lnTo>
                  <a:lnTo>
                    <a:pt x="2707844" y="27699"/>
                  </a:lnTo>
                  <a:lnTo>
                    <a:pt x="2717588" y="32043"/>
                  </a:lnTo>
                  <a:lnTo>
                    <a:pt x="2727332" y="36704"/>
                  </a:lnTo>
                  <a:lnTo>
                    <a:pt x="2737076" y="41681"/>
                  </a:lnTo>
                  <a:lnTo>
                    <a:pt x="2746805" y="46972"/>
                  </a:lnTo>
                  <a:lnTo>
                    <a:pt x="2756549" y="52574"/>
                  </a:lnTo>
                  <a:lnTo>
                    <a:pt x="2766293" y="58483"/>
                  </a:lnTo>
                  <a:lnTo>
                    <a:pt x="2776037" y="64697"/>
                  </a:lnTo>
                  <a:lnTo>
                    <a:pt x="2785766" y="71213"/>
                  </a:lnTo>
                  <a:lnTo>
                    <a:pt x="2795510" y="78025"/>
                  </a:lnTo>
                  <a:lnTo>
                    <a:pt x="2805254" y="85127"/>
                  </a:lnTo>
                  <a:lnTo>
                    <a:pt x="2814998" y="92515"/>
                  </a:lnTo>
                  <a:lnTo>
                    <a:pt x="2824727" y="100184"/>
                  </a:lnTo>
                  <a:lnTo>
                    <a:pt x="2834471" y="108125"/>
                  </a:lnTo>
                  <a:lnTo>
                    <a:pt x="2844215" y="116333"/>
                  </a:lnTo>
                  <a:lnTo>
                    <a:pt x="2853958" y="124798"/>
                  </a:lnTo>
                  <a:lnTo>
                    <a:pt x="2863687" y="133514"/>
                  </a:lnTo>
                  <a:lnTo>
                    <a:pt x="2873431" y="142472"/>
                  </a:lnTo>
                  <a:lnTo>
                    <a:pt x="2883175" y="151663"/>
                  </a:lnTo>
                  <a:lnTo>
                    <a:pt x="2892919" y="161077"/>
                  </a:lnTo>
                  <a:lnTo>
                    <a:pt x="2902663" y="170707"/>
                  </a:lnTo>
                  <a:lnTo>
                    <a:pt x="2912392" y="18053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3" name="Freeform 802">
              <a:extLst>
                <a:ext uri="{FF2B5EF4-FFF2-40B4-BE49-F238E27FC236}">
                  <a16:creationId xmlns:a16="http://schemas.microsoft.com/office/drawing/2014/main" id="{9FD64F99-BF7F-1CEF-3661-8C3A96321DA9}"/>
                </a:ext>
              </a:extLst>
            </p:cNvPr>
            <p:cNvSpPr/>
            <p:nvPr/>
          </p:nvSpPr>
          <p:spPr>
            <a:xfrm>
              <a:off x="576446" y="2973811"/>
              <a:ext cx="2912392" cy="804848"/>
            </a:xfrm>
            <a:custGeom>
              <a:avLst/>
              <a:gdLst>
                <a:gd name="connsiteX0" fmla="*/ 0 w 2912392"/>
                <a:gd name="connsiteY0" fmla="*/ 503252 h 804848"/>
                <a:gd name="connsiteX1" fmla="*/ 9739 w 2912392"/>
                <a:gd name="connsiteY1" fmla="*/ 498846 h 804848"/>
                <a:gd name="connsiteX2" fmla="*/ 19480 w 2912392"/>
                <a:gd name="connsiteY2" fmla="*/ 494290 h 804848"/>
                <a:gd name="connsiteX3" fmla="*/ 29221 w 2912392"/>
                <a:gd name="connsiteY3" fmla="*/ 489584 h 804848"/>
                <a:gd name="connsiteX4" fmla="*/ 38961 w 2912392"/>
                <a:gd name="connsiteY4" fmla="*/ 484728 h 804848"/>
                <a:gd name="connsiteX5" fmla="*/ 48702 w 2912392"/>
                <a:gd name="connsiteY5" fmla="*/ 479726 h 804848"/>
                <a:gd name="connsiteX6" fmla="*/ 58443 w 2912392"/>
                <a:gd name="connsiteY6" fmla="*/ 474577 h 804848"/>
                <a:gd name="connsiteX7" fmla="*/ 68182 w 2912392"/>
                <a:gd name="connsiteY7" fmla="*/ 469285 h 804848"/>
                <a:gd name="connsiteX8" fmla="*/ 77923 w 2912392"/>
                <a:gd name="connsiteY8" fmla="*/ 463852 h 804848"/>
                <a:gd name="connsiteX9" fmla="*/ 87664 w 2912392"/>
                <a:gd name="connsiteY9" fmla="*/ 458279 h 804848"/>
                <a:gd name="connsiteX10" fmla="*/ 97404 w 2912392"/>
                <a:gd name="connsiteY10" fmla="*/ 452573 h 804848"/>
                <a:gd name="connsiteX11" fmla="*/ 107145 w 2912392"/>
                <a:gd name="connsiteY11" fmla="*/ 446736 h 804848"/>
                <a:gd name="connsiteX12" fmla="*/ 116886 w 2912392"/>
                <a:gd name="connsiteY12" fmla="*/ 440771 h 804848"/>
                <a:gd name="connsiteX13" fmla="*/ 126625 w 2912392"/>
                <a:gd name="connsiteY13" fmla="*/ 434685 h 804848"/>
                <a:gd name="connsiteX14" fmla="*/ 136366 w 2912392"/>
                <a:gd name="connsiteY14" fmla="*/ 428483 h 804848"/>
                <a:gd name="connsiteX15" fmla="*/ 146107 w 2912392"/>
                <a:gd name="connsiteY15" fmla="*/ 422170 h 804848"/>
                <a:gd name="connsiteX16" fmla="*/ 155846 w 2912392"/>
                <a:gd name="connsiteY16" fmla="*/ 415750 h 804848"/>
                <a:gd name="connsiteX17" fmla="*/ 165587 w 2912392"/>
                <a:gd name="connsiteY17" fmla="*/ 409232 h 804848"/>
                <a:gd name="connsiteX18" fmla="*/ 175328 w 2912392"/>
                <a:gd name="connsiteY18" fmla="*/ 402620 h 804848"/>
                <a:gd name="connsiteX19" fmla="*/ 185068 w 2912392"/>
                <a:gd name="connsiteY19" fmla="*/ 395920 h 804848"/>
                <a:gd name="connsiteX20" fmla="*/ 194809 w 2912392"/>
                <a:gd name="connsiteY20" fmla="*/ 389141 h 804848"/>
                <a:gd name="connsiteX21" fmla="*/ 204550 w 2912392"/>
                <a:gd name="connsiteY21" fmla="*/ 382289 h 804848"/>
                <a:gd name="connsiteX22" fmla="*/ 214289 w 2912392"/>
                <a:gd name="connsiteY22" fmla="*/ 375371 h 804848"/>
                <a:gd name="connsiteX23" fmla="*/ 224030 w 2912392"/>
                <a:gd name="connsiteY23" fmla="*/ 368394 h 804848"/>
                <a:gd name="connsiteX24" fmla="*/ 233771 w 2912392"/>
                <a:gd name="connsiteY24" fmla="*/ 361366 h 804848"/>
                <a:gd name="connsiteX25" fmla="*/ 243510 w 2912392"/>
                <a:gd name="connsiteY25" fmla="*/ 354295 h 804848"/>
                <a:gd name="connsiteX26" fmla="*/ 253251 w 2912392"/>
                <a:gd name="connsiteY26" fmla="*/ 347187 h 804848"/>
                <a:gd name="connsiteX27" fmla="*/ 262992 w 2912392"/>
                <a:gd name="connsiteY27" fmla="*/ 340050 h 804848"/>
                <a:gd name="connsiteX28" fmla="*/ 272732 w 2912392"/>
                <a:gd name="connsiteY28" fmla="*/ 332891 h 804848"/>
                <a:gd name="connsiteX29" fmla="*/ 282473 w 2912392"/>
                <a:gd name="connsiteY29" fmla="*/ 325720 h 804848"/>
                <a:gd name="connsiteX30" fmla="*/ 292214 w 2912392"/>
                <a:gd name="connsiteY30" fmla="*/ 318542 h 804848"/>
                <a:gd name="connsiteX31" fmla="*/ 301953 w 2912392"/>
                <a:gd name="connsiteY31" fmla="*/ 311365 h 804848"/>
                <a:gd name="connsiteX32" fmla="*/ 311694 w 2912392"/>
                <a:gd name="connsiteY32" fmla="*/ 304195 h 804848"/>
                <a:gd name="connsiteX33" fmla="*/ 321435 w 2912392"/>
                <a:gd name="connsiteY33" fmla="*/ 297042 h 804848"/>
                <a:gd name="connsiteX34" fmla="*/ 331175 w 2912392"/>
                <a:gd name="connsiteY34" fmla="*/ 289912 h 804848"/>
                <a:gd name="connsiteX35" fmla="*/ 340916 w 2912392"/>
                <a:gd name="connsiteY35" fmla="*/ 282809 h 804848"/>
                <a:gd name="connsiteX36" fmla="*/ 350656 w 2912392"/>
                <a:gd name="connsiteY36" fmla="*/ 275743 h 804848"/>
                <a:gd name="connsiteX37" fmla="*/ 360396 w 2912392"/>
                <a:gd name="connsiteY37" fmla="*/ 268718 h 804848"/>
                <a:gd name="connsiteX38" fmla="*/ 370137 w 2912392"/>
                <a:gd name="connsiteY38" fmla="*/ 261741 h 804848"/>
                <a:gd name="connsiteX39" fmla="*/ 379878 w 2912392"/>
                <a:gd name="connsiteY39" fmla="*/ 254817 h 804848"/>
                <a:gd name="connsiteX40" fmla="*/ 389617 w 2912392"/>
                <a:gd name="connsiteY40" fmla="*/ 247953 h 804848"/>
                <a:gd name="connsiteX41" fmla="*/ 399358 w 2912392"/>
                <a:gd name="connsiteY41" fmla="*/ 241153 h 804848"/>
                <a:gd name="connsiteX42" fmla="*/ 409099 w 2912392"/>
                <a:gd name="connsiteY42" fmla="*/ 234424 h 804848"/>
                <a:gd name="connsiteX43" fmla="*/ 418839 w 2912392"/>
                <a:gd name="connsiteY43" fmla="*/ 227767 h 804848"/>
                <a:gd name="connsiteX44" fmla="*/ 428580 w 2912392"/>
                <a:gd name="connsiteY44" fmla="*/ 221187 h 804848"/>
                <a:gd name="connsiteX45" fmla="*/ 438321 w 2912392"/>
                <a:gd name="connsiteY45" fmla="*/ 214691 h 804848"/>
                <a:gd name="connsiteX46" fmla="*/ 448060 w 2912392"/>
                <a:gd name="connsiteY46" fmla="*/ 208279 h 804848"/>
                <a:gd name="connsiteX47" fmla="*/ 457801 w 2912392"/>
                <a:gd name="connsiteY47" fmla="*/ 201956 h 804848"/>
                <a:gd name="connsiteX48" fmla="*/ 467542 w 2912392"/>
                <a:gd name="connsiteY48" fmla="*/ 195725 h 804848"/>
                <a:gd name="connsiteX49" fmla="*/ 477281 w 2912392"/>
                <a:gd name="connsiteY49" fmla="*/ 189588 h 804848"/>
                <a:gd name="connsiteX50" fmla="*/ 487022 w 2912392"/>
                <a:gd name="connsiteY50" fmla="*/ 183548 h 804848"/>
                <a:gd name="connsiteX51" fmla="*/ 496763 w 2912392"/>
                <a:gd name="connsiteY51" fmla="*/ 177605 h 804848"/>
                <a:gd name="connsiteX52" fmla="*/ 506503 w 2912392"/>
                <a:gd name="connsiteY52" fmla="*/ 171763 h 804848"/>
                <a:gd name="connsiteX53" fmla="*/ 516244 w 2912392"/>
                <a:gd name="connsiteY53" fmla="*/ 166021 h 804848"/>
                <a:gd name="connsiteX54" fmla="*/ 525985 w 2912392"/>
                <a:gd name="connsiteY54" fmla="*/ 160382 h 804848"/>
                <a:gd name="connsiteX55" fmla="*/ 535724 w 2912392"/>
                <a:gd name="connsiteY55" fmla="*/ 154844 h 804848"/>
                <a:gd name="connsiteX56" fmla="*/ 545465 w 2912392"/>
                <a:gd name="connsiteY56" fmla="*/ 149410 h 804848"/>
                <a:gd name="connsiteX57" fmla="*/ 555206 w 2912392"/>
                <a:gd name="connsiteY57" fmla="*/ 144079 h 804848"/>
                <a:gd name="connsiteX58" fmla="*/ 564946 w 2912392"/>
                <a:gd name="connsiteY58" fmla="*/ 138851 h 804848"/>
                <a:gd name="connsiteX59" fmla="*/ 574687 w 2912392"/>
                <a:gd name="connsiteY59" fmla="*/ 133726 h 804848"/>
                <a:gd name="connsiteX60" fmla="*/ 584428 w 2912392"/>
                <a:gd name="connsiteY60" fmla="*/ 128702 h 804848"/>
                <a:gd name="connsiteX61" fmla="*/ 594167 w 2912392"/>
                <a:gd name="connsiteY61" fmla="*/ 123781 h 804848"/>
                <a:gd name="connsiteX62" fmla="*/ 603908 w 2912392"/>
                <a:gd name="connsiteY62" fmla="*/ 118958 h 804848"/>
                <a:gd name="connsiteX63" fmla="*/ 613649 w 2912392"/>
                <a:gd name="connsiteY63" fmla="*/ 114235 h 804848"/>
                <a:gd name="connsiteX64" fmla="*/ 623388 w 2912392"/>
                <a:gd name="connsiteY64" fmla="*/ 109610 h 804848"/>
                <a:gd name="connsiteX65" fmla="*/ 633129 w 2912392"/>
                <a:gd name="connsiteY65" fmla="*/ 105083 h 804848"/>
                <a:gd name="connsiteX66" fmla="*/ 642870 w 2912392"/>
                <a:gd name="connsiteY66" fmla="*/ 100650 h 804848"/>
                <a:gd name="connsiteX67" fmla="*/ 652610 w 2912392"/>
                <a:gd name="connsiteY67" fmla="*/ 96311 h 804848"/>
                <a:gd name="connsiteX68" fmla="*/ 662351 w 2912392"/>
                <a:gd name="connsiteY68" fmla="*/ 92065 h 804848"/>
                <a:gd name="connsiteX69" fmla="*/ 672092 w 2912392"/>
                <a:gd name="connsiteY69" fmla="*/ 87910 h 804848"/>
                <a:gd name="connsiteX70" fmla="*/ 681831 w 2912392"/>
                <a:gd name="connsiteY70" fmla="*/ 83844 h 804848"/>
                <a:gd name="connsiteX71" fmla="*/ 691572 w 2912392"/>
                <a:gd name="connsiteY71" fmla="*/ 79868 h 804848"/>
                <a:gd name="connsiteX72" fmla="*/ 701313 w 2912392"/>
                <a:gd name="connsiteY72" fmla="*/ 75976 h 804848"/>
                <a:gd name="connsiteX73" fmla="*/ 711052 w 2912392"/>
                <a:gd name="connsiteY73" fmla="*/ 72172 h 804848"/>
                <a:gd name="connsiteX74" fmla="*/ 720793 w 2912392"/>
                <a:gd name="connsiteY74" fmla="*/ 68452 h 804848"/>
                <a:gd name="connsiteX75" fmla="*/ 730534 w 2912392"/>
                <a:gd name="connsiteY75" fmla="*/ 64815 h 804848"/>
                <a:gd name="connsiteX76" fmla="*/ 740274 w 2912392"/>
                <a:gd name="connsiteY76" fmla="*/ 61262 h 804848"/>
                <a:gd name="connsiteX77" fmla="*/ 750015 w 2912392"/>
                <a:gd name="connsiteY77" fmla="*/ 57792 h 804848"/>
                <a:gd name="connsiteX78" fmla="*/ 759756 w 2912392"/>
                <a:gd name="connsiteY78" fmla="*/ 54402 h 804848"/>
                <a:gd name="connsiteX79" fmla="*/ 769495 w 2912392"/>
                <a:gd name="connsiteY79" fmla="*/ 51096 h 804848"/>
                <a:gd name="connsiteX80" fmla="*/ 779236 w 2912392"/>
                <a:gd name="connsiteY80" fmla="*/ 47870 h 804848"/>
                <a:gd name="connsiteX81" fmla="*/ 788977 w 2912392"/>
                <a:gd name="connsiteY81" fmla="*/ 44727 h 804848"/>
                <a:gd name="connsiteX82" fmla="*/ 798717 w 2912392"/>
                <a:gd name="connsiteY82" fmla="*/ 41668 h 804848"/>
                <a:gd name="connsiteX83" fmla="*/ 808458 w 2912392"/>
                <a:gd name="connsiteY83" fmla="*/ 38691 h 804848"/>
                <a:gd name="connsiteX84" fmla="*/ 818199 w 2912392"/>
                <a:gd name="connsiteY84" fmla="*/ 35799 h 804848"/>
                <a:gd name="connsiteX85" fmla="*/ 827938 w 2912392"/>
                <a:gd name="connsiteY85" fmla="*/ 32995 h 804848"/>
                <a:gd name="connsiteX86" fmla="*/ 837679 w 2912392"/>
                <a:gd name="connsiteY86" fmla="*/ 30279 h 804848"/>
                <a:gd name="connsiteX87" fmla="*/ 847420 w 2912392"/>
                <a:gd name="connsiteY87" fmla="*/ 27653 h 804848"/>
                <a:gd name="connsiteX88" fmla="*/ 857159 w 2912392"/>
                <a:gd name="connsiteY88" fmla="*/ 25120 h 804848"/>
                <a:gd name="connsiteX89" fmla="*/ 866900 w 2912392"/>
                <a:gd name="connsiteY89" fmla="*/ 22682 h 804848"/>
                <a:gd name="connsiteX90" fmla="*/ 876641 w 2912392"/>
                <a:gd name="connsiteY90" fmla="*/ 20343 h 804848"/>
                <a:gd name="connsiteX91" fmla="*/ 886381 w 2912392"/>
                <a:gd name="connsiteY91" fmla="*/ 18105 h 804848"/>
                <a:gd name="connsiteX92" fmla="*/ 896122 w 2912392"/>
                <a:gd name="connsiteY92" fmla="*/ 15975 h 804848"/>
                <a:gd name="connsiteX93" fmla="*/ 905863 w 2912392"/>
                <a:gd name="connsiteY93" fmla="*/ 13953 h 804848"/>
                <a:gd name="connsiteX94" fmla="*/ 915602 w 2912392"/>
                <a:gd name="connsiteY94" fmla="*/ 12046 h 804848"/>
                <a:gd name="connsiteX95" fmla="*/ 925343 w 2912392"/>
                <a:gd name="connsiteY95" fmla="*/ 10258 h 804848"/>
                <a:gd name="connsiteX96" fmla="*/ 935084 w 2912392"/>
                <a:gd name="connsiteY96" fmla="*/ 8594 h 804848"/>
                <a:gd name="connsiteX97" fmla="*/ 944824 w 2912392"/>
                <a:gd name="connsiteY97" fmla="*/ 7058 h 804848"/>
                <a:gd name="connsiteX98" fmla="*/ 954564 w 2912392"/>
                <a:gd name="connsiteY98" fmla="*/ 5656 h 804848"/>
                <a:gd name="connsiteX99" fmla="*/ 964305 w 2912392"/>
                <a:gd name="connsiteY99" fmla="*/ 4395 h 804848"/>
                <a:gd name="connsiteX100" fmla="*/ 974045 w 2912392"/>
                <a:gd name="connsiteY100" fmla="*/ 3279 h 804848"/>
                <a:gd name="connsiteX101" fmla="*/ 983786 w 2912392"/>
                <a:gd name="connsiteY101" fmla="*/ 2315 h 804848"/>
                <a:gd name="connsiteX102" fmla="*/ 993522 w 2912392"/>
                <a:gd name="connsiteY102" fmla="*/ 1509 h 804848"/>
                <a:gd name="connsiteX103" fmla="*/ 1003266 w 2912392"/>
                <a:gd name="connsiteY103" fmla="*/ 869 h 804848"/>
                <a:gd name="connsiteX104" fmla="*/ 1013010 w 2912392"/>
                <a:gd name="connsiteY104" fmla="*/ 399 h 804848"/>
                <a:gd name="connsiteX105" fmla="*/ 1022754 w 2912392"/>
                <a:gd name="connsiteY105" fmla="*/ 107 h 804848"/>
                <a:gd name="connsiteX106" fmla="*/ 1032483 w 2912392"/>
                <a:gd name="connsiteY106" fmla="*/ 0 h 804848"/>
                <a:gd name="connsiteX107" fmla="*/ 1042227 w 2912392"/>
                <a:gd name="connsiteY107" fmla="*/ 83 h 804848"/>
                <a:gd name="connsiteX108" fmla="*/ 1051971 w 2912392"/>
                <a:gd name="connsiteY108" fmla="*/ 365 h 804848"/>
                <a:gd name="connsiteX109" fmla="*/ 1061715 w 2912392"/>
                <a:gd name="connsiteY109" fmla="*/ 851 h 804848"/>
                <a:gd name="connsiteX110" fmla="*/ 1071444 w 2912392"/>
                <a:gd name="connsiteY110" fmla="*/ 1550 h 804848"/>
                <a:gd name="connsiteX111" fmla="*/ 1081188 w 2912392"/>
                <a:gd name="connsiteY111" fmla="*/ 2466 h 804848"/>
                <a:gd name="connsiteX112" fmla="*/ 1090932 w 2912392"/>
                <a:gd name="connsiteY112" fmla="*/ 3606 h 804848"/>
                <a:gd name="connsiteX113" fmla="*/ 1100676 w 2912392"/>
                <a:gd name="connsiteY113" fmla="*/ 4978 h 804848"/>
                <a:gd name="connsiteX114" fmla="*/ 1110405 w 2912392"/>
                <a:gd name="connsiteY114" fmla="*/ 6588 h 804848"/>
                <a:gd name="connsiteX115" fmla="*/ 1120149 w 2912392"/>
                <a:gd name="connsiteY115" fmla="*/ 8442 h 804848"/>
                <a:gd name="connsiteX116" fmla="*/ 1129893 w 2912392"/>
                <a:gd name="connsiteY116" fmla="*/ 10546 h 804848"/>
                <a:gd name="connsiteX117" fmla="*/ 1139637 w 2912392"/>
                <a:gd name="connsiteY117" fmla="*/ 12904 h 804848"/>
                <a:gd name="connsiteX118" fmla="*/ 1149381 w 2912392"/>
                <a:gd name="connsiteY118" fmla="*/ 15523 h 804848"/>
                <a:gd name="connsiteX119" fmla="*/ 1159110 w 2912392"/>
                <a:gd name="connsiteY119" fmla="*/ 18408 h 804848"/>
                <a:gd name="connsiteX120" fmla="*/ 1168854 w 2912392"/>
                <a:gd name="connsiteY120" fmla="*/ 21563 h 804848"/>
                <a:gd name="connsiteX121" fmla="*/ 1178598 w 2912392"/>
                <a:gd name="connsiteY121" fmla="*/ 24995 h 804848"/>
                <a:gd name="connsiteX122" fmla="*/ 1188341 w 2912392"/>
                <a:gd name="connsiteY122" fmla="*/ 28704 h 804848"/>
                <a:gd name="connsiteX123" fmla="*/ 1198070 w 2912392"/>
                <a:gd name="connsiteY123" fmla="*/ 32697 h 804848"/>
                <a:gd name="connsiteX124" fmla="*/ 1207814 w 2912392"/>
                <a:gd name="connsiteY124" fmla="*/ 36976 h 804848"/>
                <a:gd name="connsiteX125" fmla="*/ 1217558 w 2912392"/>
                <a:gd name="connsiteY125" fmla="*/ 41543 h 804848"/>
                <a:gd name="connsiteX126" fmla="*/ 1227302 w 2912392"/>
                <a:gd name="connsiteY126" fmla="*/ 46403 h 804848"/>
                <a:gd name="connsiteX127" fmla="*/ 1237031 w 2912392"/>
                <a:gd name="connsiteY127" fmla="*/ 51555 h 804848"/>
                <a:gd name="connsiteX128" fmla="*/ 1246775 w 2912392"/>
                <a:gd name="connsiteY128" fmla="*/ 57001 h 804848"/>
                <a:gd name="connsiteX129" fmla="*/ 1256519 w 2912392"/>
                <a:gd name="connsiteY129" fmla="*/ 62744 h 804848"/>
                <a:gd name="connsiteX130" fmla="*/ 1266263 w 2912392"/>
                <a:gd name="connsiteY130" fmla="*/ 68781 h 804848"/>
                <a:gd name="connsiteX131" fmla="*/ 1276007 w 2912392"/>
                <a:gd name="connsiteY131" fmla="*/ 75115 h 804848"/>
                <a:gd name="connsiteX132" fmla="*/ 1285736 w 2912392"/>
                <a:gd name="connsiteY132" fmla="*/ 81745 h 804848"/>
                <a:gd name="connsiteX133" fmla="*/ 1295480 w 2912392"/>
                <a:gd name="connsiteY133" fmla="*/ 88667 h 804848"/>
                <a:gd name="connsiteX134" fmla="*/ 1305224 w 2912392"/>
                <a:gd name="connsiteY134" fmla="*/ 95882 h 804848"/>
                <a:gd name="connsiteX135" fmla="*/ 1314968 w 2912392"/>
                <a:gd name="connsiteY135" fmla="*/ 103386 h 804848"/>
                <a:gd name="connsiteX136" fmla="*/ 1324697 w 2912392"/>
                <a:gd name="connsiteY136" fmla="*/ 111178 h 804848"/>
                <a:gd name="connsiteX137" fmla="*/ 1334441 w 2912392"/>
                <a:gd name="connsiteY137" fmla="*/ 119253 h 804848"/>
                <a:gd name="connsiteX138" fmla="*/ 1344185 w 2912392"/>
                <a:gd name="connsiteY138" fmla="*/ 127607 h 804848"/>
                <a:gd name="connsiteX139" fmla="*/ 1353929 w 2912392"/>
                <a:gd name="connsiteY139" fmla="*/ 136235 h 804848"/>
                <a:gd name="connsiteX140" fmla="*/ 1363658 w 2912392"/>
                <a:gd name="connsiteY140" fmla="*/ 145134 h 804848"/>
                <a:gd name="connsiteX141" fmla="*/ 1373402 w 2912392"/>
                <a:gd name="connsiteY141" fmla="*/ 154297 h 804848"/>
                <a:gd name="connsiteX142" fmla="*/ 1383146 w 2912392"/>
                <a:gd name="connsiteY142" fmla="*/ 163717 h 804848"/>
                <a:gd name="connsiteX143" fmla="*/ 1392890 w 2912392"/>
                <a:gd name="connsiteY143" fmla="*/ 173390 h 804848"/>
                <a:gd name="connsiteX144" fmla="*/ 1402619 w 2912392"/>
                <a:gd name="connsiteY144" fmla="*/ 183307 h 804848"/>
                <a:gd name="connsiteX145" fmla="*/ 1412363 w 2912392"/>
                <a:gd name="connsiteY145" fmla="*/ 193459 h 804848"/>
                <a:gd name="connsiteX146" fmla="*/ 1422106 w 2912392"/>
                <a:gd name="connsiteY146" fmla="*/ 203840 h 804848"/>
                <a:gd name="connsiteX147" fmla="*/ 1431850 w 2912392"/>
                <a:gd name="connsiteY147" fmla="*/ 214441 h 804848"/>
                <a:gd name="connsiteX148" fmla="*/ 1441594 w 2912392"/>
                <a:gd name="connsiteY148" fmla="*/ 225252 h 804848"/>
                <a:gd name="connsiteX149" fmla="*/ 1451323 w 2912392"/>
                <a:gd name="connsiteY149" fmla="*/ 236264 h 804848"/>
                <a:gd name="connsiteX150" fmla="*/ 1461067 w 2912392"/>
                <a:gd name="connsiteY150" fmla="*/ 247466 h 804848"/>
                <a:gd name="connsiteX151" fmla="*/ 1470811 w 2912392"/>
                <a:gd name="connsiteY151" fmla="*/ 258849 h 804848"/>
                <a:gd name="connsiteX152" fmla="*/ 1480555 w 2912392"/>
                <a:gd name="connsiteY152" fmla="*/ 270403 h 804848"/>
                <a:gd name="connsiteX153" fmla="*/ 1490284 w 2912392"/>
                <a:gd name="connsiteY153" fmla="*/ 282115 h 804848"/>
                <a:gd name="connsiteX154" fmla="*/ 1500028 w 2912392"/>
                <a:gd name="connsiteY154" fmla="*/ 293973 h 804848"/>
                <a:gd name="connsiteX155" fmla="*/ 1509772 w 2912392"/>
                <a:gd name="connsiteY155" fmla="*/ 305968 h 804848"/>
                <a:gd name="connsiteX156" fmla="*/ 1519516 w 2912392"/>
                <a:gd name="connsiteY156" fmla="*/ 318087 h 804848"/>
                <a:gd name="connsiteX157" fmla="*/ 1529245 w 2912392"/>
                <a:gd name="connsiteY157" fmla="*/ 330316 h 804848"/>
                <a:gd name="connsiteX158" fmla="*/ 1538989 w 2912392"/>
                <a:gd name="connsiteY158" fmla="*/ 342645 h 804848"/>
                <a:gd name="connsiteX159" fmla="*/ 1548733 w 2912392"/>
                <a:gd name="connsiteY159" fmla="*/ 355059 h 804848"/>
                <a:gd name="connsiteX160" fmla="*/ 1558477 w 2912392"/>
                <a:gd name="connsiteY160" fmla="*/ 367546 h 804848"/>
                <a:gd name="connsiteX161" fmla="*/ 1568221 w 2912392"/>
                <a:gd name="connsiteY161" fmla="*/ 380092 h 804848"/>
                <a:gd name="connsiteX162" fmla="*/ 1577950 w 2912392"/>
                <a:gd name="connsiteY162" fmla="*/ 392685 h 804848"/>
                <a:gd name="connsiteX163" fmla="*/ 1587694 w 2912392"/>
                <a:gd name="connsiteY163" fmla="*/ 405312 h 804848"/>
                <a:gd name="connsiteX164" fmla="*/ 1597438 w 2912392"/>
                <a:gd name="connsiteY164" fmla="*/ 417957 h 804848"/>
                <a:gd name="connsiteX165" fmla="*/ 1607182 w 2912392"/>
                <a:gd name="connsiteY165" fmla="*/ 430606 h 804848"/>
                <a:gd name="connsiteX166" fmla="*/ 1616911 w 2912392"/>
                <a:gd name="connsiteY166" fmla="*/ 443249 h 804848"/>
                <a:gd name="connsiteX167" fmla="*/ 1626655 w 2912392"/>
                <a:gd name="connsiteY167" fmla="*/ 455869 h 804848"/>
                <a:gd name="connsiteX168" fmla="*/ 1636399 w 2912392"/>
                <a:gd name="connsiteY168" fmla="*/ 468454 h 804848"/>
                <a:gd name="connsiteX169" fmla="*/ 1646142 w 2912392"/>
                <a:gd name="connsiteY169" fmla="*/ 480988 h 804848"/>
                <a:gd name="connsiteX170" fmla="*/ 1655872 w 2912392"/>
                <a:gd name="connsiteY170" fmla="*/ 493459 h 804848"/>
                <a:gd name="connsiteX171" fmla="*/ 1665616 w 2912392"/>
                <a:gd name="connsiteY171" fmla="*/ 505853 h 804848"/>
                <a:gd name="connsiteX172" fmla="*/ 1675359 w 2912392"/>
                <a:gd name="connsiteY172" fmla="*/ 518157 h 804848"/>
                <a:gd name="connsiteX173" fmla="*/ 1685103 w 2912392"/>
                <a:gd name="connsiteY173" fmla="*/ 530355 h 804848"/>
                <a:gd name="connsiteX174" fmla="*/ 1694832 w 2912392"/>
                <a:gd name="connsiteY174" fmla="*/ 542436 h 804848"/>
                <a:gd name="connsiteX175" fmla="*/ 1704576 w 2912392"/>
                <a:gd name="connsiteY175" fmla="*/ 554385 h 804848"/>
                <a:gd name="connsiteX176" fmla="*/ 1714320 w 2912392"/>
                <a:gd name="connsiteY176" fmla="*/ 566190 h 804848"/>
                <a:gd name="connsiteX177" fmla="*/ 1724064 w 2912392"/>
                <a:gd name="connsiteY177" fmla="*/ 577836 h 804848"/>
                <a:gd name="connsiteX178" fmla="*/ 1733808 w 2912392"/>
                <a:gd name="connsiteY178" fmla="*/ 589313 h 804848"/>
                <a:gd name="connsiteX179" fmla="*/ 1743537 w 2912392"/>
                <a:gd name="connsiteY179" fmla="*/ 600605 h 804848"/>
                <a:gd name="connsiteX180" fmla="*/ 1753281 w 2912392"/>
                <a:gd name="connsiteY180" fmla="*/ 611702 h 804848"/>
                <a:gd name="connsiteX181" fmla="*/ 1763025 w 2912392"/>
                <a:gd name="connsiteY181" fmla="*/ 622591 h 804848"/>
                <a:gd name="connsiteX182" fmla="*/ 1772769 w 2912392"/>
                <a:gd name="connsiteY182" fmla="*/ 633259 h 804848"/>
                <a:gd name="connsiteX183" fmla="*/ 1782498 w 2912392"/>
                <a:gd name="connsiteY183" fmla="*/ 643694 h 804848"/>
                <a:gd name="connsiteX184" fmla="*/ 1792242 w 2912392"/>
                <a:gd name="connsiteY184" fmla="*/ 653886 h 804848"/>
                <a:gd name="connsiteX185" fmla="*/ 1801986 w 2912392"/>
                <a:gd name="connsiteY185" fmla="*/ 663824 h 804848"/>
                <a:gd name="connsiteX186" fmla="*/ 1811730 w 2912392"/>
                <a:gd name="connsiteY186" fmla="*/ 673497 h 804848"/>
                <a:gd name="connsiteX187" fmla="*/ 1821459 w 2912392"/>
                <a:gd name="connsiteY187" fmla="*/ 682890 h 804848"/>
                <a:gd name="connsiteX188" fmla="*/ 1831203 w 2912392"/>
                <a:gd name="connsiteY188" fmla="*/ 692000 h 804848"/>
                <a:gd name="connsiteX189" fmla="*/ 1840947 w 2912392"/>
                <a:gd name="connsiteY189" fmla="*/ 700811 h 804848"/>
                <a:gd name="connsiteX190" fmla="*/ 1850691 w 2912392"/>
                <a:gd name="connsiteY190" fmla="*/ 709317 h 804848"/>
                <a:gd name="connsiteX191" fmla="*/ 1860435 w 2912392"/>
                <a:gd name="connsiteY191" fmla="*/ 717507 h 804848"/>
                <a:gd name="connsiteX192" fmla="*/ 1870164 w 2912392"/>
                <a:gd name="connsiteY192" fmla="*/ 725372 h 804848"/>
                <a:gd name="connsiteX193" fmla="*/ 1879908 w 2912392"/>
                <a:gd name="connsiteY193" fmla="*/ 732905 h 804848"/>
                <a:gd name="connsiteX194" fmla="*/ 1889652 w 2912392"/>
                <a:gd name="connsiteY194" fmla="*/ 740097 h 804848"/>
                <a:gd name="connsiteX195" fmla="*/ 1899395 w 2912392"/>
                <a:gd name="connsiteY195" fmla="*/ 746941 h 804848"/>
                <a:gd name="connsiteX196" fmla="*/ 1909124 w 2912392"/>
                <a:gd name="connsiteY196" fmla="*/ 753428 h 804848"/>
                <a:gd name="connsiteX197" fmla="*/ 1918868 w 2912392"/>
                <a:gd name="connsiteY197" fmla="*/ 759555 h 804848"/>
                <a:gd name="connsiteX198" fmla="*/ 1928612 w 2912392"/>
                <a:gd name="connsiteY198" fmla="*/ 765312 h 804848"/>
                <a:gd name="connsiteX199" fmla="*/ 1938356 w 2912392"/>
                <a:gd name="connsiteY199" fmla="*/ 770695 h 804848"/>
                <a:gd name="connsiteX200" fmla="*/ 1948085 w 2912392"/>
                <a:gd name="connsiteY200" fmla="*/ 775698 h 804848"/>
                <a:gd name="connsiteX201" fmla="*/ 1957829 w 2912392"/>
                <a:gd name="connsiteY201" fmla="*/ 780316 h 804848"/>
                <a:gd name="connsiteX202" fmla="*/ 1967573 w 2912392"/>
                <a:gd name="connsiteY202" fmla="*/ 784545 h 804848"/>
                <a:gd name="connsiteX203" fmla="*/ 1977317 w 2912392"/>
                <a:gd name="connsiteY203" fmla="*/ 788381 h 804848"/>
                <a:gd name="connsiteX204" fmla="*/ 1987046 w 2912392"/>
                <a:gd name="connsiteY204" fmla="*/ 791823 h 804848"/>
                <a:gd name="connsiteX205" fmla="*/ 1996790 w 2912392"/>
                <a:gd name="connsiteY205" fmla="*/ 794864 h 804848"/>
                <a:gd name="connsiteX206" fmla="*/ 2006534 w 2912392"/>
                <a:gd name="connsiteY206" fmla="*/ 797504 h 804848"/>
                <a:gd name="connsiteX207" fmla="*/ 2016278 w 2912392"/>
                <a:gd name="connsiteY207" fmla="*/ 799740 h 804848"/>
                <a:gd name="connsiteX208" fmla="*/ 2026022 w 2912392"/>
                <a:gd name="connsiteY208" fmla="*/ 801573 h 804848"/>
                <a:gd name="connsiteX209" fmla="*/ 2035751 w 2912392"/>
                <a:gd name="connsiteY209" fmla="*/ 802999 h 804848"/>
                <a:gd name="connsiteX210" fmla="*/ 2045495 w 2912392"/>
                <a:gd name="connsiteY210" fmla="*/ 804021 h 804848"/>
                <a:gd name="connsiteX211" fmla="*/ 2055239 w 2912392"/>
                <a:gd name="connsiteY211" fmla="*/ 804636 h 804848"/>
                <a:gd name="connsiteX212" fmla="*/ 2064983 w 2912392"/>
                <a:gd name="connsiteY212" fmla="*/ 804849 h 804848"/>
                <a:gd name="connsiteX213" fmla="*/ 2074712 w 2912392"/>
                <a:gd name="connsiteY213" fmla="*/ 804658 h 804848"/>
                <a:gd name="connsiteX214" fmla="*/ 2084456 w 2912392"/>
                <a:gd name="connsiteY214" fmla="*/ 804067 h 804848"/>
                <a:gd name="connsiteX215" fmla="*/ 2094200 w 2912392"/>
                <a:gd name="connsiteY215" fmla="*/ 803077 h 804848"/>
                <a:gd name="connsiteX216" fmla="*/ 2103944 w 2912392"/>
                <a:gd name="connsiteY216" fmla="*/ 801692 h 804848"/>
                <a:gd name="connsiteX217" fmla="*/ 2113673 w 2912392"/>
                <a:gd name="connsiteY217" fmla="*/ 799916 h 804848"/>
                <a:gd name="connsiteX218" fmla="*/ 2123417 w 2912392"/>
                <a:gd name="connsiteY218" fmla="*/ 797751 h 804848"/>
                <a:gd name="connsiteX219" fmla="*/ 2133161 w 2912392"/>
                <a:gd name="connsiteY219" fmla="*/ 795205 h 804848"/>
                <a:gd name="connsiteX220" fmla="*/ 2142905 w 2912392"/>
                <a:gd name="connsiteY220" fmla="*/ 792282 h 804848"/>
                <a:gd name="connsiteX221" fmla="*/ 2152649 w 2912392"/>
                <a:gd name="connsiteY221" fmla="*/ 788986 h 804848"/>
                <a:gd name="connsiteX222" fmla="*/ 2162377 w 2912392"/>
                <a:gd name="connsiteY222" fmla="*/ 785324 h 804848"/>
                <a:gd name="connsiteX223" fmla="*/ 2172121 w 2912392"/>
                <a:gd name="connsiteY223" fmla="*/ 781304 h 804848"/>
                <a:gd name="connsiteX224" fmla="*/ 2181865 w 2912392"/>
                <a:gd name="connsiteY224" fmla="*/ 776934 h 804848"/>
                <a:gd name="connsiteX225" fmla="*/ 2191609 w 2912392"/>
                <a:gd name="connsiteY225" fmla="*/ 772219 h 804848"/>
                <a:gd name="connsiteX226" fmla="*/ 2201338 w 2912392"/>
                <a:gd name="connsiteY226" fmla="*/ 767169 h 804848"/>
                <a:gd name="connsiteX227" fmla="*/ 2211082 w 2912392"/>
                <a:gd name="connsiteY227" fmla="*/ 761794 h 804848"/>
                <a:gd name="connsiteX228" fmla="*/ 2220826 w 2912392"/>
                <a:gd name="connsiteY228" fmla="*/ 756099 h 804848"/>
                <a:gd name="connsiteX229" fmla="*/ 2230570 w 2912392"/>
                <a:gd name="connsiteY229" fmla="*/ 750098 h 804848"/>
                <a:gd name="connsiteX230" fmla="*/ 2240299 w 2912392"/>
                <a:gd name="connsiteY230" fmla="*/ 743800 h 804848"/>
                <a:gd name="connsiteX231" fmla="*/ 2250043 w 2912392"/>
                <a:gd name="connsiteY231" fmla="*/ 737214 h 804848"/>
                <a:gd name="connsiteX232" fmla="*/ 2259787 w 2912392"/>
                <a:gd name="connsiteY232" fmla="*/ 730351 h 804848"/>
                <a:gd name="connsiteX233" fmla="*/ 2269531 w 2912392"/>
                <a:gd name="connsiteY233" fmla="*/ 723225 h 804848"/>
                <a:gd name="connsiteX234" fmla="*/ 2279260 w 2912392"/>
                <a:gd name="connsiteY234" fmla="*/ 715844 h 804848"/>
                <a:gd name="connsiteX235" fmla="*/ 2289004 w 2912392"/>
                <a:gd name="connsiteY235" fmla="*/ 708222 h 804848"/>
                <a:gd name="connsiteX236" fmla="*/ 2298748 w 2912392"/>
                <a:gd name="connsiteY236" fmla="*/ 700371 h 804848"/>
                <a:gd name="connsiteX237" fmla="*/ 2308492 w 2912392"/>
                <a:gd name="connsiteY237" fmla="*/ 692304 h 804848"/>
                <a:gd name="connsiteX238" fmla="*/ 2318236 w 2912392"/>
                <a:gd name="connsiteY238" fmla="*/ 684032 h 804848"/>
                <a:gd name="connsiteX239" fmla="*/ 2327965 w 2912392"/>
                <a:gd name="connsiteY239" fmla="*/ 675570 h 804848"/>
                <a:gd name="connsiteX240" fmla="*/ 2337709 w 2912392"/>
                <a:gd name="connsiteY240" fmla="*/ 666932 h 804848"/>
                <a:gd name="connsiteX241" fmla="*/ 2347453 w 2912392"/>
                <a:gd name="connsiteY241" fmla="*/ 658128 h 804848"/>
                <a:gd name="connsiteX242" fmla="*/ 2357197 w 2912392"/>
                <a:gd name="connsiteY242" fmla="*/ 649175 h 804848"/>
                <a:gd name="connsiteX243" fmla="*/ 2366926 w 2912392"/>
                <a:gd name="connsiteY243" fmla="*/ 640087 h 804848"/>
                <a:gd name="connsiteX244" fmla="*/ 2376670 w 2912392"/>
                <a:gd name="connsiteY244" fmla="*/ 630877 h 804848"/>
                <a:gd name="connsiteX245" fmla="*/ 2386413 w 2912392"/>
                <a:gd name="connsiteY245" fmla="*/ 621559 h 804848"/>
                <a:gd name="connsiteX246" fmla="*/ 2396157 w 2912392"/>
                <a:gd name="connsiteY246" fmla="*/ 612147 h 804848"/>
                <a:gd name="connsiteX247" fmla="*/ 2405886 w 2912392"/>
                <a:gd name="connsiteY247" fmla="*/ 602655 h 804848"/>
                <a:gd name="connsiteX248" fmla="*/ 2415630 w 2912392"/>
                <a:gd name="connsiteY248" fmla="*/ 593100 h 804848"/>
                <a:gd name="connsiteX249" fmla="*/ 2425374 w 2912392"/>
                <a:gd name="connsiteY249" fmla="*/ 583493 h 804848"/>
                <a:gd name="connsiteX250" fmla="*/ 2435118 w 2912392"/>
                <a:gd name="connsiteY250" fmla="*/ 573851 h 804848"/>
                <a:gd name="connsiteX251" fmla="*/ 2444862 w 2912392"/>
                <a:gd name="connsiteY251" fmla="*/ 564187 h 804848"/>
                <a:gd name="connsiteX252" fmla="*/ 2454591 w 2912392"/>
                <a:gd name="connsiteY252" fmla="*/ 554516 h 804848"/>
                <a:gd name="connsiteX253" fmla="*/ 2464335 w 2912392"/>
                <a:gd name="connsiteY253" fmla="*/ 544851 h 804848"/>
                <a:gd name="connsiteX254" fmla="*/ 2474079 w 2912392"/>
                <a:gd name="connsiteY254" fmla="*/ 535209 h 804848"/>
                <a:gd name="connsiteX255" fmla="*/ 2483823 w 2912392"/>
                <a:gd name="connsiteY255" fmla="*/ 525600 h 804848"/>
                <a:gd name="connsiteX256" fmla="*/ 2493552 w 2912392"/>
                <a:gd name="connsiteY256" fmla="*/ 516041 h 804848"/>
                <a:gd name="connsiteX257" fmla="*/ 2503296 w 2912392"/>
                <a:gd name="connsiteY257" fmla="*/ 506546 h 804848"/>
                <a:gd name="connsiteX258" fmla="*/ 2513040 w 2912392"/>
                <a:gd name="connsiteY258" fmla="*/ 497125 h 804848"/>
                <a:gd name="connsiteX259" fmla="*/ 2522784 w 2912392"/>
                <a:gd name="connsiteY259" fmla="*/ 487796 h 804848"/>
                <a:gd name="connsiteX260" fmla="*/ 2532513 w 2912392"/>
                <a:gd name="connsiteY260" fmla="*/ 478569 h 804848"/>
                <a:gd name="connsiteX261" fmla="*/ 2542257 w 2912392"/>
                <a:gd name="connsiteY261" fmla="*/ 469458 h 804848"/>
                <a:gd name="connsiteX262" fmla="*/ 2552001 w 2912392"/>
                <a:gd name="connsiteY262" fmla="*/ 460474 h 804848"/>
                <a:gd name="connsiteX263" fmla="*/ 2561745 w 2912392"/>
                <a:gd name="connsiteY263" fmla="*/ 451631 h 804848"/>
                <a:gd name="connsiteX264" fmla="*/ 2571474 w 2912392"/>
                <a:gd name="connsiteY264" fmla="*/ 442942 h 804848"/>
                <a:gd name="connsiteX265" fmla="*/ 2581218 w 2912392"/>
                <a:gd name="connsiteY265" fmla="*/ 434417 h 804848"/>
                <a:gd name="connsiteX266" fmla="*/ 2590962 w 2912392"/>
                <a:gd name="connsiteY266" fmla="*/ 426066 h 804848"/>
                <a:gd name="connsiteX267" fmla="*/ 2600705 w 2912392"/>
                <a:gd name="connsiteY267" fmla="*/ 417904 h 804848"/>
                <a:gd name="connsiteX268" fmla="*/ 2610449 w 2912392"/>
                <a:gd name="connsiteY268" fmla="*/ 409940 h 804848"/>
                <a:gd name="connsiteX269" fmla="*/ 2620178 w 2912392"/>
                <a:gd name="connsiteY269" fmla="*/ 402182 h 804848"/>
                <a:gd name="connsiteX270" fmla="*/ 2629922 w 2912392"/>
                <a:gd name="connsiteY270" fmla="*/ 394643 h 804848"/>
                <a:gd name="connsiteX271" fmla="*/ 2639666 w 2912392"/>
                <a:gd name="connsiteY271" fmla="*/ 387332 h 804848"/>
                <a:gd name="connsiteX272" fmla="*/ 2649410 w 2912392"/>
                <a:gd name="connsiteY272" fmla="*/ 380256 h 804848"/>
                <a:gd name="connsiteX273" fmla="*/ 2659139 w 2912392"/>
                <a:gd name="connsiteY273" fmla="*/ 373427 h 804848"/>
                <a:gd name="connsiteX274" fmla="*/ 2668883 w 2912392"/>
                <a:gd name="connsiteY274" fmla="*/ 366850 h 804848"/>
                <a:gd name="connsiteX275" fmla="*/ 2678627 w 2912392"/>
                <a:gd name="connsiteY275" fmla="*/ 360536 h 804848"/>
                <a:gd name="connsiteX276" fmla="*/ 2688371 w 2912392"/>
                <a:gd name="connsiteY276" fmla="*/ 354490 h 804848"/>
                <a:gd name="connsiteX277" fmla="*/ 2698100 w 2912392"/>
                <a:gd name="connsiteY277" fmla="*/ 348720 h 804848"/>
                <a:gd name="connsiteX278" fmla="*/ 2707844 w 2912392"/>
                <a:gd name="connsiteY278" fmla="*/ 343232 h 804848"/>
                <a:gd name="connsiteX279" fmla="*/ 2717588 w 2912392"/>
                <a:gd name="connsiteY279" fmla="*/ 338034 h 804848"/>
                <a:gd name="connsiteX280" fmla="*/ 2727332 w 2912392"/>
                <a:gd name="connsiteY280" fmla="*/ 333129 h 804848"/>
                <a:gd name="connsiteX281" fmla="*/ 2737076 w 2912392"/>
                <a:gd name="connsiteY281" fmla="*/ 328524 h 804848"/>
                <a:gd name="connsiteX282" fmla="*/ 2746805 w 2912392"/>
                <a:gd name="connsiteY282" fmla="*/ 324223 h 804848"/>
                <a:gd name="connsiteX283" fmla="*/ 2756549 w 2912392"/>
                <a:gd name="connsiteY283" fmla="*/ 320228 h 804848"/>
                <a:gd name="connsiteX284" fmla="*/ 2766293 w 2912392"/>
                <a:gd name="connsiteY284" fmla="*/ 316547 h 804848"/>
                <a:gd name="connsiteX285" fmla="*/ 2776037 w 2912392"/>
                <a:gd name="connsiteY285" fmla="*/ 313181 h 804848"/>
                <a:gd name="connsiteX286" fmla="*/ 2785766 w 2912392"/>
                <a:gd name="connsiteY286" fmla="*/ 310131 h 804848"/>
                <a:gd name="connsiteX287" fmla="*/ 2795510 w 2912392"/>
                <a:gd name="connsiteY287" fmla="*/ 307403 h 804848"/>
                <a:gd name="connsiteX288" fmla="*/ 2805254 w 2912392"/>
                <a:gd name="connsiteY288" fmla="*/ 304996 h 804848"/>
                <a:gd name="connsiteX289" fmla="*/ 2814998 w 2912392"/>
                <a:gd name="connsiteY289" fmla="*/ 302913 h 804848"/>
                <a:gd name="connsiteX290" fmla="*/ 2824727 w 2912392"/>
                <a:gd name="connsiteY290" fmla="*/ 301153 h 804848"/>
                <a:gd name="connsiteX291" fmla="*/ 2834471 w 2912392"/>
                <a:gd name="connsiteY291" fmla="*/ 299717 h 804848"/>
                <a:gd name="connsiteX292" fmla="*/ 2844215 w 2912392"/>
                <a:gd name="connsiteY292" fmla="*/ 298607 h 804848"/>
                <a:gd name="connsiteX293" fmla="*/ 2853958 w 2912392"/>
                <a:gd name="connsiteY293" fmla="*/ 297819 h 804848"/>
                <a:gd name="connsiteX294" fmla="*/ 2863687 w 2912392"/>
                <a:gd name="connsiteY294" fmla="*/ 297354 h 804848"/>
                <a:gd name="connsiteX295" fmla="*/ 2873431 w 2912392"/>
                <a:gd name="connsiteY295" fmla="*/ 297211 h 804848"/>
                <a:gd name="connsiteX296" fmla="*/ 2883175 w 2912392"/>
                <a:gd name="connsiteY296" fmla="*/ 297385 h 804848"/>
                <a:gd name="connsiteX297" fmla="*/ 2892919 w 2912392"/>
                <a:gd name="connsiteY297" fmla="*/ 297877 h 804848"/>
                <a:gd name="connsiteX298" fmla="*/ 2902663 w 2912392"/>
                <a:gd name="connsiteY298" fmla="*/ 298683 h 804848"/>
                <a:gd name="connsiteX299" fmla="*/ 2912392 w 2912392"/>
                <a:gd name="connsiteY299" fmla="*/ 299799 h 804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04848">
                  <a:moveTo>
                    <a:pt x="0" y="503252"/>
                  </a:moveTo>
                  <a:lnTo>
                    <a:pt x="9739" y="498846"/>
                  </a:lnTo>
                  <a:lnTo>
                    <a:pt x="19480" y="494290"/>
                  </a:lnTo>
                  <a:lnTo>
                    <a:pt x="29221" y="489584"/>
                  </a:lnTo>
                  <a:lnTo>
                    <a:pt x="38961" y="484728"/>
                  </a:lnTo>
                  <a:lnTo>
                    <a:pt x="48702" y="479726"/>
                  </a:lnTo>
                  <a:lnTo>
                    <a:pt x="58443" y="474577"/>
                  </a:lnTo>
                  <a:lnTo>
                    <a:pt x="68182" y="469285"/>
                  </a:lnTo>
                  <a:lnTo>
                    <a:pt x="77923" y="463852"/>
                  </a:lnTo>
                  <a:lnTo>
                    <a:pt x="87664" y="458279"/>
                  </a:lnTo>
                  <a:lnTo>
                    <a:pt x="97404" y="452573"/>
                  </a:lnTo>
                  <a:lnTo>
                    <a:pt x="107145" y="446736"/>
                  </a:lnTo>
                  <a:lnTo>
                    <a:pt x="116886" y="440771"/>
                  </a:lnTo>
                  <a:lnTo>
                    <a:pt x="126625" y="434685"/>
                  </a:lnTo>
                  <a:lnTo>
                    <a:pt x="136366" y="428483"/>
                  </a:lnTo>
                  <a:lnTo>
                    <a:pt x="146107" y="422170"/>
                  </a:lnTo>
                  <a:lnTo>
                    <a:pt x="155846" y="415750"/>
                  </a:lnTo>
                  <a:lnTo>
                    <a:pt x="165587" y="409232"/>
                  </a:lnTo>
                  <a:lnTo>
                    <a:pt x="175328" y="402620"/>
                  </a:lnTo>
                  <a:lnTo>
                    <a:pt x="185068" y="395920"/>
                  </a:lnTo>
                  <a:lnTo>
                    <a:pt x="194809" y="389141"/>
                  </a:lnTo>
                  <a:lnTo>
                    <a:pt x="204550" y="382289"/>
                  </a:lnTo>
                  <a:lnTo>
                    <a:pt x="214289" y="375371"/>
                  </a:lnTo>
                  <a:lnTo>
                    <a:pt x="224030" y="368394"/>
                  </a:lnTo>
                  <a:lnTo>
                    <a:pt x="233771" y="361366"/>
                  </a:lnTo>
                  <a:lnTo>
                    <a:pt x="243510" y="354295"/>
                  </a:lnTo>
                  <a:lnTo>
                    <a:pt x="253251" y="347187"/>
                  </a:lnTo>
                  <a:lnTo>
                    <a:pt x="262992" y="340050"/>
                  </a:lnTo>
                  <a:lnTo>
                    <a:pt x="272732" y="332891"/>
                  </a:lnTo>
                  <a:lnTo>
                    <a:pt x="282473" y="325720"/>
                  </a:lnTo>
                  <a:lnTo>
                    <a:pt x="292214" y="318542"/>
                  </a:lnTo>
                  <a:lnTo>
                    <a:pt x="301953" y="311365"/>
                  </a:lnTo>
                  <a:lnTo>
                    <a:pt x="311694" y="304195"/>
                  </a:lnTo>
                  <a:lnTo>
                    <a:pt x="321435" y="297042"/>
                  </a:lnTo>
                  <a:lnTo>
                    <a:pt x="331175" y="289912"/>
                  </a:lnTo>
                  <a:lnTo>
                    <a:pt x="340916" y="282809"/>
                  </a:lnTo>
                  <a:lnTo>
                    <a:pt x="350656" y="275743"/>
                  </a:lnTo>
                  <a:lnTo>
                    <a:pt x="360396" y="268718"/>
                  </a:lnTo>
                  <a:lnTo>
                    <a:pt x="370137" y="261741"/>
                  </a:lnTo>
                  <a:lnTo>
                    <a:pt x="379878" y="254817"/>
                  </a:lnTo>
                  <a:lnTo>
                    <a:pt x="389617" y="247953"/>
                  </a:lnTo>
                  <a:lnTo>
                    <a:pt x="399358" y="241153"/>
                  </a:lnTo>
                  <a:lnTo>
                    <a:pt x="409099" y="234424"/>
                  </a:lnTo>
                  <a:lnTo>
                    <a:pt x="418839" y="227767"/>
                  </a:lnTo>
                  <a:lnTo>
                    <a:pt x="428580" y="221187"/>
                  </a:lnTo>
                  <a:lnTo>
                    <a:pt x="438321" y="214691"/>
                  </a:lnTo>
                  <a:lnTo>
                    <a:pt x="448060" y="208279"/>
                  </a:lnTo>
                  <a:lnTo>
                    <a:pt x="457801" y="201956"/>
                  </a:lnTo>
                  <a:lnTo>
                    <a:pt x="467542" y="195725"/>
                  </a:lnTo>
                  <a:lnTo>
                    <a:pt x="477281" y="189588"/>
                  </a:lnTo>
                  <a:lnTo>
                    <a:pt x="487022" y="183548"/>
                  </a:lnTo>
                  <a:lnTo>
                    <a:pt x="496763" y="177605"/>
                  </a:lnTo>
                  <a:lnTo>
                    <a:pt x="506503" y="171763"/>
                  </a:lnTo>
                  <a:lnTo>
                    <a:pt x="516244" y="166021"/>
                  </a:lnTo>
                  <a:lnTo>
                    <a:pt x="525985" y="160382"/>
                  </a:lnTo>
                  <a:lnTo>
                    <a:pt x="535724" y="154844"/>
                  </a:lnTo>
                  <a:lnTo>
                    <a:pt x="545465" y="149410"/>
                  </a:lnTo>
                  <a:lnTo>
                    <a:pt x="555206" y="144079"/>
                  </a:lnTo>
                  <a:lnTo>
                    <a:pt x="564946" y="138851"/>
                  </a:lnTo>
                  <a:lnTo>
                    <a:pt x="574687" y="133726"/>
                  </a:lnTo>
                  <a:lnTo>
                    <a:pt x="584428" y="128702"/>
                  </a:lnTo>
                  <a:lnTo>
                    <a:pt x="594167" y="123781"/>
                  </a:lnTo>
                  <a:lnTo>
                    <a:pt x="603908" y="118958"/>
                  </a:lnTo>
                  <a:lnTo>
                    <a:pt x="613649" y="114235"/>
                  </a:lnTo>
                  <a:lnTo>
                    <a:pt x="623388" y="109610"/>
                  </a:lnTo>
                  <a:lnTo>
                    <a:pt x="633129" y="105083"/>
                  </a:lnTo>
                  <a:lnTo>
                    <a:pt x="642870" y="100650"/>
                  </a:lnTo>
                  <a:lnTo>
                    <a:pt x="652610" y="96311"/>
                  </a:lnTo>
                  <a:lnTo>
                    <a:pt x="662351" y="92065"/>
                  </a:lnTo>
                  <a:lnTo>
                    <a:pt x="672092" y="87910"/>
                  </a:lnTo>
                  <a:lnTo>
                    <a:pt x="681831" y="83844"/>
                  </a:lnTo>
                  <a:lnTo>
                    <a:pt x="691572" y="79868"/>
                  </a:lnTo>
                  <a:lnTo>
                    <a:pt x="701313" y="75976"/>
                  </a:lnTo>
                  <a:lnTo>
                    <a:pt x="711052" y="72172"/>
                  </a:lnTo>
                  <a:lnTo>
                    <a:pt x="720793" y="68452"/>
                  </a:lnTo>
                  <a:lnTo>
                    <a:pt x="730534" y="64815"/>
                  </a:lnTo>
                  <a:lnTo>
                    <a:pt x="740274" y="61262"/>
                  </a:lnTo>
                  <a:lnTo>
                    <a:pt x="750015" y="57792"/>
                  </a:lnTo>
                  <a:lnTo>
                    <a:pt x="759756" y="54402"/>
                  </a:lnTo>
                  <a:lnTo>
                    <a:pt x="769495" y="51096"/>
                  </a:lnTo>
                  <a:lnTo>
                    <a:pt x="779236" y="47870"/>
                  </a:lnTo>
                  <a:lnTo>
                    <a:pt x="788977" y="44727"/>
                  </a:lnTo>
                  <a:lnTo>
                    <a:pt x="798717" y="41668"/>
                  </a:lnTo>
                  <a:lnTo>
                    <a:pt x="808458" y="38691"/>
                  </a:lnTo>
                  <a:lnTo>
                    <a:pt x="818199" y="35799"/>
                  </a:lnTo>
                  <a:lnTo>
                    <a:pt x="827938" y="32995"/>
                  </a:lnTo>
                  <a:lnTo>
                    <a:pt x="837679" y="30279"/>
                  </a:lnTo>
                  <a:lnTo>
                    <a:pt x="847420" y="27653"/>
                  </a:lnTo>
                  <a:lnTo>
                    <a:pt x="857159" y="25120"/>
                  </a:lnTo>
                  <a:lnTo>
                    <a:pt x="866900" y="22682"/>
                  </a:lnTo>
                  <a:lnTo>
                    <a:pt x="876641" y="20343"/>
                  </a:lnTo>
                  <a:lnTo>
                    <a:pt x="886381" y="18105"/>
                  </a:lnTo>
                  <a:lnTo>
                    <a:pt x="896122" y="15975"/>
                  </a:lnTo>
                  <a:lnTo>
                    <a:pt x="905863" y="13953"/>
                  </a:lnTo>
                  <a:lnTo>
                    <a:pt x="915602" y="12046"/>
                  </a:lnTo>
                  <a:lnTo>
                    <a:pt x="925343" y="10258"/>
                  </a:lnTo>
                  <a:lnTo>
                    <a:pt x="935084" y="8594"/>
                  </a:lnTo>
                  <a:lnTo>
                    <a:pt x="944824" y="7058"/>
                  </a:lnTo>
                  <a:lnTo>
                    <a:pt x="954564" y="5656"/>
                  </a:lnTo>
                  <a:lnTo>
                    <a:pt x="964305" y="4395"/>
                  </a:lnTo>
                  <a:lnTo>
                    <a:pt x="974045" y="3279"/>
                  </a:lnTo>
                  <a:lnTo>
                    <a:pt x="983786" y="2315"/>
                  </a:lnTo>
                  <a:lnTo>
                    <a:pt x="993522" y="1509"/>
                  </a:lnTo>
                  <a:lnTo>
                    <a:pt x="1003266" y="869"/>
                  </a:lnTo>
                  <a:lnTo>
                    <a:pt x="1013010" y="399"/>
                  </a:lnTo>
                  <a:lnTo>
                    <a:pt x="1022754" y="107"/>
                  </a:lnTo>
                  <a:lnTo>
                    <a:pt x="1032483" y="0"/>
                  </a:lnTo>
                  <a:lnTo>
                    <a:pt x="1042227" y="83"/>
                  </a:lnTo>
                  <a:lnTo>
                    <a:pt x="1051971" y="365"/>
                  </a:lnTo>
                  <a:lnTo>
                    <a:pt x="1061715" y="851"/>
                  </a:lnTo>
                  <a:lnTo>
                    <a:pt x="1071444" y="1550"/>
                  </a:lnTo>
                  <a:lnTo>
                    <a:pt x="1081188" y="2466"/>
                  </a:lnTo>
                  <a:lnTo>
                    <a:pt x="1090932" y="3606"/>
                  </a:lnTo>
                  <a:lnTo>
                    <a:pt x="1100676" y="4978"/>
                  </a:lnTo>
                  <a:lnTo>
                    <a:pt x="1110405" y="6588"/>
                  </a:lnTo>
                  <a:lnTo>
                    <a:pt x="1120149" y="8442"/>
                  </a:lnTo>
                  <a:lnTo>
                    <a:pt x="1129893" y="10546"/>
                  </a:lnTo>
                  <a:lnTo>
                    <a:pt x="1139637" y="12904"/>
                  </a:lnTo>
                  <a:lnTo>
                    <a:pt x="1149381" y="15523"/>
                  </a:lnTo>
                  <a:lnTo>
                    <a:pt x="1159110" y="18408"/>
                  </a:lnTo>
                  <a:lnTo>
                    <a:pt x="1168854" y="21563"/>
                  </a:lnTo>
                  <a:lnTo>
                    <a:pt x="1178598" y="24995"/>
                  </a:lnTo>
                  <a:lnTo>
                    <a:pt x="1188341" y="28704"/>
                  </a:lnTo>
                  <a:lnTo>
                    <a:pt x="1198070" y="32697"/>
                  </a:lnTo>
                  <a:lnTo>
                    <a:pt x="1207814" y="36976"/>
                  </a:lnTo>
                  <a:lnTo>
                    <a:pt x="1217558" y="41543"/>
                  </a:lnTo>
                  <a:lnTo>
                    <a:pt x="1227302" y="46403"/>
                  </a:lnTo>
                  <a:lnTo>
                    <a:pt x="1237031" y="51555"/>
                  </a:lnTo>
                  <a:lnTo>
                    <a:pt x="1246775" y="57001"/>
                  </a:lnTo>
                  <a:lnTo>
                    <a:pt x="1256519" y="62744"/>
                  </a:lnTo>
                  <a:lnTo>
                    <a:pt x="1266263" y="68781"/>
                  </a:lnTo>
                  <a:lnTo>
                    <a:pt x="1276007" y="75115"/>
                  </a:lnTo>
                  <a:lnTo>
                    <a:pt x="1285736" y="81745"/>
                  </a:lnTo>
                  <a:lnTo>
                    <a:pt x="1295480" y="88667"/>
                  </a:lnTo>
                  <a:lnTo>
                    <a:pt x="1305224" y="95882"/>
                  </a:lnTo>
                  <a:lnTo>
                    <a:pt x="1314968" y="103386"/>
                  </a:lnTo>
                  <a:lnTo>
                    <a:pt x="1324697" y="111178"/>
                  </a:lnTo>
                  <a:lnTo>
                    <a:pt x="1334441" y="119253"/>
                  </a:lnTo>
                  <a:lnTo>
                    <a:pt x="1344185" y="127607"/>
                  </a:lnTo>
                  <a:lnTo>
                    <a:pt x="1353929" y="136235"/>
                  </a:lnTo>
                  <a:lnTo>
                    <a:pt x="1363658" y="145134"/>
                  </a:lnTo>
                  <a:lnTo>
                    <a:pt x="1373402" y="154297"/>
                  </a:lnTo>
                  <a:lnTo>
                    <a:pt x="1383146" y="163717"/>
                  </a:lnTo>
                  <a:lnTo>
                    <a:pt x="1392890" y="173390"/>
                  </a:lnTo>
                  <a:lnTo>
                    <a:pt x="1402619" y="183307"/>
                  </a:lnTo>
                  <a:lnTo>
                    <a:pt x="1412363" y="193459"/>
                  </a:lnTo>
                  <a:lnTo>
                    <a:pt x="1422106" y="203840"/>
                  </a:lnTo>
                  <a:lnTo>
                    <a:pt x="1431850" y="214441"/>
                  </a:lnTo>
                  <a:lnTo>
                    <a:pt x="1441594" y="225252"/>
                  </a:lnTo>
                  <a:lnTo>
                    <a:pt x="1451323" y="236264"/>
                  </a:lnTo>
                  <a:lnTo>
                    <a:pt x="1461067" y="247466"/>
                  </a:lnTo>
                  <a:lnTo>
                    <a:pt x="1470811" y="258849"/>
                  </a:lnTo>
                  <a:lnTo>
                    <a:pt x="1480555" y="270403"/>
                  </a:lnTo>
                  <a:lnTo>
                    <a:pt x="1490284" y="282115"/>
                  </a:lnTo>
                  <a:lnTo>
                    <a:pt x="1500028" y="293973"/>
                  </a:lnTo>
                  <a:lnTo>
                    <a:pt x="1509772" y="305968"/>
                  </a:lnTo>
                  <a:lnTo>
                    <a:pt x="1519516" y="318087"/>
                  </a:lnTo>
                  <a:lnTo>
                    <a:pt x="1529245" y="330316"/>
                  </a:lnTo>
                  <a:lnTo>
                    <a:pt x="1538989" y="342645"/>
                  </a:lnTo>
                  <a:lnTo>
                    <a:pt x="1548733" y="355059"/>
                  </a:lnTo>
                  <a:lnTo>
                    <a:pt x="1558477" y="367546"/>
                  </a:lnTo>
                  <a:lnTo>
                    <a:pt x="1568221" y="380092"/>
                  </a:lnTo>
                  <a:lnTo>
                    <a:pt x="1577950" y="392685"/>
                  </a:lnTo>
                  <a:lnTo>
                    <a:pt x="1587694" y="405312"/>
                  </a:lnTo>
                  <a:lnTo>
                    <a:pt x="1597438" y="417957"/>
                  </a:lnTo>
                  <a:lnTo>
                    <a:pt x="1607182" y="430606"/>
                  </a:lnTo>
                  <a:lnTo>
                    <a:pt x="1616911" y="443249"/>
                  </a:lnTo>
                  <a:lnTo>
                    <a:pt x="1626655" y="455869"/>
                  </a:lnTo>
                  <a:lnTo>
                    <a:pt x="1636399" y="468454"/>
                  </a:lnTo>
                  <a:lnTo>
                    <a:pt x="1646142" y="480988"/>
                  </a:lnTo>
                  <a:lnTo>
                    <a:pt x="1655872" y="493459"/>
                  </a:lnTo>
                  <a:lnTo>
                    <a:pt x="1665616" y="505853"/>
                  </a:lnTo>
                  <a:lnTo>
                    <a:pt x="1675359" y="518157"/>
                  </a:lnTo>
                  <a:lnTo>
                    <a:pt x="1685103" y="530355"/>
                  </a:lnTo>
                  <a:lnTo>
                    <a:pt x="1694832" y="542436"/>
                  </a:lnTo>
                  <a:lnTo>
                    <a:pt x="1704576" y="554385"/>
                  </a:lnTo>
                  <a:lnTo>
                    <a:pt x="1714320" y="566190"/>
                  </a:lnTo>
                  <a:lnTo>
                    <a:pt x="1724064" y="577836"/>
                  </a:lnTo>
                  <a:lnTo>
                    <a:pt x="1733808" y="589313"/>
                  </a:lnTo>
                  <a:lnTo>
                    <a:pt x="1743537" y="600605"/>
                  </a:lnTo>
                  <a:lnTo>
                    <a:pt x="1753281" y="611702"/>
                  </a:lnTo>
                  <a:lnTo>
                    <a:pt x="1763025" y="622591"/>
                  </a:lnTo>
                  <a:lnTo>
                    <a:pt x="1772769" y="633259"/>
                  </a:lnTo>
                  <a:lnTo>
                    <a:pt x="1782498" y="643694"/>
                  </a:lnTo>
                  <a:lnTo>
                    <a:pt x="1792242" y="653886"/>
                  </a:lnTo>
                  <a:lnTo>
                    <a:pt x="1801986" y="663824"/>
                  </a:lnTo>
                  <a:lnTo>
                    <a:pt x="1811730" y="673497"/>
                  </a:lnTo>
                  <a:lnTo>
                    <a:pt x="1821459" y="682890"/>
                  </a:lnTo>
                  <a:lnTo>
                    <a:pt x="1831203" y="692000"/>
                  </a:lnTo>
                  <a:lnTo>
                    <a:pt x="1840947" y="700811"/>
                  </a:lnTo>
                  <a:lnTo>
                    <a:pt x="1850691" y="709317"/>
                  </a:lnTo>
                  <a:lnTo>
                    <a:pt x="1860435" y="717507"/>
                  </a:lnTo>
                  <a:lnTo>
                    <a:pt x="1870164" y="725372"/>
                  </a:lnTo>
                  <a:lnTo>
                    <a:pt x="1879908" y="732905"/>
                  </a:lnTo>
                  <a:lnTo>
                    <a:pt x="1889652" y="740097"/>
                  </a:lnTo>
                  <a:lnTo>
                    <a:pt x="1899395" y="746941"/>
                  </a:lnTo>
                  <a:lnTo>
                    <a:pt x="1909124" y="753428"/>
                  </a:lnTo>
                  <a:lnTo>
                    <a:pt x="1918868" y="759555"/>
                  </a:lnTo>
                  <a:lnTo>
                    <a:pt x="1928612" y="765312"/>
                  </a:lnTo>
                  <a:lnTo>
                    <a:pt x="1938356" y="770695"/>
                  </a:lnTo>
                  <a:lnTo>
                    <a:pt x="1948085" y="775698"/>
                  </a:lnTo>
                  <a:lnTo>
                    <a:pt x="1957829" y="780316"/>
                  </a:lnTo>
                  <a:lnTo>
                    <a:pt x="1967573" y="784545"/>
                  </a:lnTo>
                  <a:lnTo>
                    <a:pt x="1977317" y="788381"/>
                  </a:lnTo>
                  <a:lnTo>
                    <a:pt x="1987046" y="791823"/>
                  </a:lnTo>
                  <a:lnTo>
                    <a:pt x="1996790" y="794864"/>
                  </a:lnTo>
                  <a:lnTo>
                    <a:pt x="2006534" y="797504"/>
                  </a:lnTo>
                  <a:lnTo>
                    <a:pt x="2016278" y="799740"/>
                  </a:lnTo>
                  <a:lnTo>
                    <a:pt x="2026022" y="801573"/>
                  </a:lnTo>
                  <a:lnTo>
                    <a:pt x="2035751" y="802999"/>
                  </a:lnTo>
                  <a:lnTo>
                    <a:pt x="2045495" y="804021"/>
                  </a:lnTo>
                  <a:lnTo>
                    <a:pt x="2055239" y="804636"/>
                  </a:lnTo>
                  <a:lnTo>
                    <a:pt x="2064983" y="804849"/>
                  </a:lnTo>
                  <a:lnTo>
                    <a:pt x="2074712" y="804658"/>
                  </a:lnTo>
                  <a:lnTo>
                    <a:pt x="2084456" y="804067"/>
                  </a:lnTo>
                  <a:lnTo>
                    <a:pt x="2094200" y="803077"/>
                  </a:lnTo>
                  <a:lnTo>
                    <a:pt x="2103944" y="801692"/>
                  </a:lnTo>
                  <a:lnTo>
                    <a:pt x="2113673" y="799916"/>
                  </a:lnTo>
                  <a:lnTo>
                    <a:pt x="2123417" y="797751"/>
                  </a:lnTo>
                  <a:lnTo>
                    <a:pt x="2133161" y="795205"/>
                  </a:lnTo>
                  <a:lnTo>
                    <a:pt x="2142905" y="792282"/>
                  </a:lnTo>
                  <a:lnTo>
                    <a:pt x="2152649" y="788986"/>
                  </a:lnTo>
                  <a:lnTo>
                    <a:pt x="2162377" y="785324"/>
                  </a:lnTo>
                  <a:lnTo>
                    <a:pt x="2172121" y="781304"/>
                  </a:lnTo>
                  <a:lnTo>
                    <a:pt x="2181865" y="776934"/>
                  </a:lnTo>
                  <a:lnTo>
                    <a:pt x="2191609" y="772219"/>
                  </a:lnTo>
                  <a:lnTo>
                    <a:pt x="2201338" y="767169"/>
                  </a:lnTo>
                  <a:lnTo>
                    <a:pt x="2211082" y="761794"/>
                  </a:lnTo>
                  <a:lnTo>
                    <a:pt x="2220826" y="756099"/>
                  </a:lnTo>
                  <a:lnTo>
                    <a:pt x="2230570" y="750098"/>
                  </a:lnTo>
                  <a:lnTo>
                    <a:pt x="2240299" y="743800"/>
                  </a:lnTo>
                  <a:lnTo>
                    <a:pt x="2250043" y="737214"/>
                  </a:lnTo>
                  <a:lnTo>
                    <a:pt x="2259787" y="730351"/>
                  </a:lnTo>
                  <a:lnTo>
                    <a:pt x="2269531" y="723225"/>
                  </a:lnTo>
                  <a:lnTo>
                    <a:pt x="2279260" y="715844"/>
                  </a:lnTo>
                  <a:lnTo>
                    <a:pt x="2289004" y="708222"/>
                  </a:lnTo>
                  <a:lnTo>
                    <a:pt x="2298748" y="700371"/>
                  </a:lnTo>
                  <a:lnTo>
                    <a:pt x="2308492" y="692304"/>
                  </a:lnTo>
                  <a:lnTo>
                    <a:pt x="2318236" y="684032"/>
                  </a:lnTo>
                  <a:lnTo>
                    <a:pt x="2327965" y="675570"/>
                  </a:lnTo>
                  <a:lnTo>
                    <a:pt x="2337709" y="666932"/>
                  </a:lnTo>
                  <a:lnTo>
                    <a:pt x="2347453" y="658128"/>
                  </a:lnTo>
                  <a:lnTo>
                    <a:pt x="2357197" y="649175"/>
                  </a:lnTo>
                  <a:lnTo>
                    <a:pt x="2366926" y="640087"/>
                  </a:lnTo>
                  <a:lnTo>
                    <a:pt x="2376670" y="630877"/>
                  </a:lnTo>
                  <a:lnTo>
                    <a:pt x="2386413" y="621559"/>
                  </a:lnTo>
                  <a:lnTo>
                    <a:pt x="2396157" y="612147"/>
                  </a:lnTo>
                  <a:lnTo>
                    <a:pt x="2405886" y="602655"/>
                  </a:lnTo>
                  <a:lnTo>
                    <a:pt x="2415630" y="593100"/>
                  </a:lnTo>
                  <a:lnTo>
                    <a:pt x="2425374" y="583493"/>
                  </a:lnTo>
                  <a:lnTo>
                    <a:pt x="2435118" y="573851"/>
                  </a:lnTo>
                  <a:lnTo>
                    <a:pt x="2444862" y="564187"/>
                  </a:lnTo>
                  <a:lnTo>
                    <a:pt x="2454591" y="554516"/>
                  </a:lnTo>
                  <a:lnTo>
                    <a:pt x="2464335" y="544851"/>
                  </a:lnTo>
                  <a:lnTo>
                    <a:pt x="2474079" y="535209"/>
                  </a:lnTo>
                  <a:lnTo>
                    <a:pt x="2483823" y="525600"/>
                  </a:lnTo>
                  <a:lnTo>
                    <a:pt x="2493552" y="516041"/>
                  </a:lnTo>
                  <a:lnTo>
                    <a:pt x="2503296" y="506546"/>
                  </a:lnTo>
                  <a:lnTo>
                    <a:pt x="2513040" y="497125"/>
                  </a:lnTo>
                  <a:lnTo>
                    <a:pt x="2522784" y="487796"/>
                  </a:lnTo>
                  <a:lnTo>
                    <a:pt x="2532513" y="478569"/>
                  </a:lnTo>
                  <a:lnTo>
                    <a:pt x="2542257" y="469458"/>
                  </a:lnTo>
                  <a:lnTo>
                    <a:pt x="2552001" y="460474"/>
                  </a:lnTo>
                  <a:lnTo>
                    <a:pt x="2561745" y="451631"/>
                  </a:lnTo>
                  <a:lnTo>
                    <a:pt x="2571474" y="442942"/>
                  </a:lnTo>
                  <a:lnTo>
                    <a:pt x="2581218" y="434417"/>
                  </a:lnTo>
                  <a:lnTo>
                    <a:pt x="2590962" y="426066"/>
                  </a:lnTo>
                  <a:lnTo>
                    <a:pt x="2600705" y="417904"/>
                  </a:lnTo>
                  <a:lnTo>
                    <a:pt x="2610449" y="409940"/>
                  </a:lnTo>
                  <a:lnTo>
                    <a:pt x="2620178" y="402182"/>
                  </a:lnTo>
                  <a:lnTo>
                    <a:pt x="2629922" y="394643"/>
                  </a:lnTo>
                  <a:lnTo>
                    <a:pt x="2639666" y="387332"/>
                  </a:lnTo>
                  <a:lnTo>
                    <a:pt x="2649410" y="380256"/>
                  </a:lnTo>
                  <a:lnTo>
                    <a:pt x="2659139" y="373427"/>
                  </a:lnTo>
                  <a:lnTo>
                    <a:pt x="2668883" y="366850"/>
                  </a:lnTo>
                  <a:lnTo>
                    <a:pt x="2678627" y="360536"/>
                  </a:lnTo>
                  <a:lnTo>
                    <a:pt x="2688371" y="354490"/>
                  </a:lnTo>
                  <a:lnTo>
                    <a:pt x="2698100" y="348720"/>
                  </a:lnTo>
                  <a:lnTo>
                    <a:pt x="2707844" y="343232"/>
                  </a:lnTo>
                  <a:lnTo>
                    <a:pt x="2717588" y="338034"/>
                  </a:lnTo>
                  <a:lnTo>
                    <a:pt x="2727332" y="333129"/>
                  </a:lnTo>
                  <a:lnTo>
                    <a:pt x="2737076" y="328524"/>
                  </a:lnTo>
                  <a:lnTo>
                    <a:pt x="2746805" y="324223"/>
                  </a:lnTo>
                  <a:lnTo>
                    <a:pt x="2756549" y="320228"/>
                  </a:lnTo>
                  <a:lnTo>
                    <a:pt x="2766293" y="316547"/>
                  </a:lnTo>
                  <a:lnTo>
                    <a:pt x="2776037" y="313181"/>
                  </a:lnTo>
                  <a:lnTo>
                    <a:pt x="2785766" y="310131"/>
                  </a:lnTo>
                  <a:lnTo>
                    <a:pt x="2795510" y="307403"/>
                  </a:lnTo>
                  <a:lnTo>
                    <a:pt x="2805254" y="304996"/>
                  </a:lnTo>
                  <a:lnTo>
                    <a:pt x="2814998" y="302913"/>
                  </a:lnTo>
                  <a:lnTo>
                    <a:pt x="2824727" y="301153"/>
                  </a:lnTo>
                  <a:lnTo>
                    <a:pt x="2834471" y="299717"/>
                  </a:lnTo>
                  <a:lnTo>
                    <a:pt x="2844215" y="298607"/>
                  </a:lnTo>
                  <a:lnTo>
                    <a:pt x="2853958" y="297819"/>
                  </a:lnTo>
                  <a:lnTo>
                    <a:pt x="2863687" y="297354"/>
                  </a:lnTo>
                  <a:lnTo>
                    <a:pt x="2873431" y="297211"/>
                  </a:lnTo>
                  <a:lnTo>
                    <a:pt x="2883175" y="297385"/>
                  </a:lnTo>
                  <a:lnTo>
                    <a:pt x="2892919" y="297877"/>
                  </a:lnTo>
                  <a:lnTo>
                    <a:pt x="2902663" y="298683"/>
                  </a:lnTo>
                  <a:lnTo>
                    <a:pt x="2912392" y="29979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4" name="Freeform 803">
              <a:extLst>
                <a:ext uri="{FF2B5EF4-FFF2-40B4-BE49-F238E27FC236}">
                  <a16:creationId xmlns:a16="http://schemas.microsoft.com/office/drawing/2014/main" id="{C12D5AEA-9027-D18C-CC1F-20CD0C2C7BB8}"/>
                </a:ext>
              </a:extLst>
            </p:cNvPr>
            <p:cNvSpPr/>
            <p:nvPr/>
          </p:nvSpPr>
          <p:spPr>
            <a:xfrm>
              <a:off x="576446" y="2764039"/>
              <a:ext cx="2912392" cy="1212678"/>
            </a:xfrm>
            <a:custGeom>
              <a:avLst/>
              <a:gdLst>
                <a:gd name="connsiteX0" fmla="*/ 0 w 2912392"/>
                <a:gd name="connsiteY0" fmla="*/ 1212679 h 1212678"/>
                <a:gd name="connsiteX1" fmla="*/ 9739 w 2912392"/>
                <a:gd name="connsiteY1" fmla="*/ 1209768 h 1212678"/>
                <a:gd name="connsiteX2" fmla="*/ 19480 w 2912392"/>
                <a:gd name="connsiteY2" fmla="*/ 1206601 h 1212678"/>
                <a:gd name="connsiteX3" fmla="*/ 29221 w 2912392"/>
                <a:gd name="connsiteY3" fmla="*/ 1203188 h 1212678"/>
                <a:gd name="connsiteX4" fmla="*/ 38961 w 2912392"/>
                <a:gd name="connsiteY4" fmla="*/ 1199532 h 1212678"/>
                <a:gd name="connsiteX5" fmla="*/ 48702 w 2912392"/>
                <a:gd name="connsiteY5" fmla="*/ 1195642 h 1212678"/>
                <a:gd name="connsiteX6" fmla="*/ 58443 w 2912392"/>
                <a:gd name="connsiteY6" fmla="*/ 1191522 h 1212678"/>
                <a:gd name="connsiteX7" fmla="*/ 68182 w 2912392"/>
                <a:gd name="connsiteY7" fmla="*/ 1187184 h 1212678"/>
                <a:gd name="connsiteX8" fmla="*/ 77923 w 2912392"/>
                <a:gd name="connsiteY8" fmla="*/ 1182632 h 1212678"/>
                <a:gd name="connsiteX9" fmla="*/ 87664 w 2912392"/>
                <a:gd name="connsiteY9" fmla="*/ 1177876 h 1212678"/>
                <a:gd name="connsiteX10" fmla="*/ 97404 w 2912392"/>
                <a:gd name="connsiteY10" fmla="*/ 1172925 h 1212678"/>
                <a:gd name="connsiteX11" fmla="*/ 107145 w 2912392"/>
                <a:gd name="connsiteY11" fmla="*/ 1167787 h 1212678"/>
                <a:gd name="connsiteX12" fmla="*/ 116886 w 2912392"/>
                <a:gd name="connsiteY12" fmla="*/ 1162472 h 1212678"/>
                <a:gd name="connsiteX13" fmla="*/ 126625 w 2912392"/>
                <a:gd name="connsiteY13" fmla="*/ 1156989 h 1212678"/>
                <a:gd name="connsiteX14" fmla="*/ 136366 w 2912392"/>
                <a:gd name="connsiteY14" fmla="*/ 1151350 h 1212678"/>
                <a:gd name="connsiteX15" fmla="*/ 146107 w 2912392"/>
                <a:gd name="connsiteY15" fmla="*/ 1145563 h 1212678"/>
                <a:gd name="connsiteX16" fmla="*/ 155846 w 2912392"/>
                <a:gd name="connsiteY16" fmla="*/ 1139641 h 1212678"/>
                <a:gd name="connsiteX17" fmla="*/ 165587 w 2912392"/>
                <a:gd name="connsiteY17" fmla="*/ 1133592 h 1212678"/>
                <a:gd name="connsiteX18" fmla="*/ 175328 w 2912392"/>
                <a:gd name="connsiteY18" fmla="*/ 1127430 h 1212678"/>
                <a:gd name="connsiteX19" fmla="*/ 185068 w 2912392"/>
                <a:gd name="connsiteY19" fmla="*/ 1121165 h 1212678"/>
                <a:gd name="connsiteX20" fmla="*/ 194809 w 2912392"/>
                <a:gd name="connsiteY20" fmla="*/ 1114807 h 1212678"/>
                <a:gd name="connsiteX21" fmla="*/ 204550 w 2912392"/>
                <a:gd name="connsiteY21" fmla="*/ 1108373 h 1212678"/>
                <a:gd name="connsiteX22" fmla="*/ 214289 w 2912392"/>
                <a:gd name="connsiteY22" fmla="*/ 1101869 h 1212678"/>
                <a:gd name="connsiteX23" fmla="*/ 224030 w 2912392"/>
                <a:gd name="connsiteY23" fmla="*/ 1095311 h 1212678"/>
                <a:gd name="connsiteX24" fmla="*/ 233771 w 2912392"/>
                <a:gd name="connsiteY24" fmla="*/ 1088709 h 1212678"/>
                <a:gd name="connsiteX25" fmla="*/ 243510 w 2912392"/>
                <a:gd name="connsiteY25" fmla="*/ 1082077 h 1212678"/>
                <a:gd name="connsiteX26" fmla="*/ 253251 w 2912392"/>
                <a:gd name="connsiteY26" fmla="*/ 1075426 h 1212678"/>
                <a:gd name="connsiteX27" fmla="*/ 262992 w 2912392"/>
                <a:gd name="connsiteY27" fmla="*/ 1068771 h 1212678"/>
                <a:gd name="connsiteX28" fmla="*/ 272732 w 2912392"/>
                <a:gd name="connsiteY28" fmla="*/ 1062122 h 1212678"/>
                <a:gd name="connsiteX29" fmla="*/ 282473 w 2912392"/>
                <a:gd name="connsiteY29" fmla="*/ 1055492 h 1212678"/>
                <a:gd name="connsiteX30" fmla="*/ 292214 w 2912392"/>
                <a:gd name="connsiteY30" fmla="*/ 1048893 h 1212678"/>
                <a:gd name="connsiteX31" fmla="*/ 301953 w 2912392"/>
                <a:gd name="connsiteY31" fmla="*/ 1042339 h 1212678"/>
                <a:gd name="connsiteX32" fmla="*/ 311694 w 2912392"/>
                <a:gd name="connsiteY32" fmla="*/ 1035840 h 1212678"/>
                <a:gd name="connsiteX33" fmla="*/ 321435 w 2912392"/>
                <a:gd name="connsiteY33" fmla="*/ 1029408 h 1212678"/>
                <a:gd name="connsiteX34" fmla="*/ 331175 w 2912392"/>
                <a:gd name="connsiteY34" fmla="*/ 1023055 h 1212678"/>
                <a:gd name="connsiteX35" fmla="*/ 340916 w 2912392"/>
                <a:gd name="connsiteY35" fmla="*/ 1016793 h 1212678"/>
                <a:gd name="connsiteX36" fmla="*/ 350656 w 2912392"/>
                <a:gd name="connsiteY36" fmla="*/ 1010634 h 1212678"/>
                <a:gd name="connsiteX37" fmla="*/ 360396 w 2912392"/>
                <a:gd name="connsiteY37" fmla="*/ 1004586 h 1212678"/>
                <a:gd name="connsiteX38" fmla="*/ 370137 w 2912392"/>
                <a:gd name="connsiteY38" fmla="*/ 998661 h 1212678"/>
                <a:gd name="connsiteX39" fmla="*/ 379878 w 2912392"/>
                <a:gd name="connsiteY39" fmla="*/ 992870 h 1212678"/>
                <a:gd name="connsiteX40" fmla="*/ 389617 w 2912392"/>
                <a:gd name="connsiteY40" fmla="*/ 987221 h 1212678"/>
                <a:gd name="connsiteX41" fmla="*/ 399358 w 2912392"/>
                <a:gd name="connsiteY41" fmla="*/ 981725 h 1212678"/>
                <a:gd name="connsiteX42" fmla="*/ 409099 w 2912392"/>
                <a:gd name="connsiteY42" fmla="*/ 976390 h 1212678"/>
                <a:gd name="connsiteX43" fmla="*/ 418839 w 2912392"/>
                <a:gd name="connsiteY43" fmla="*/ 971223 h 1212678"/>
                <a:gd name="connsiteX44" fmla="*/ 428580 w 2912392"/>
                <a:gd name="connsiteY44" fmla="*/ 966233 h 1212678"/>
                <a:gd name="connsiteX45" fmla="*/ 438321 w 2912392"/>
                <a:gd name="connsiteY45" fmla="*/ 961427 h 1212678"/>
                <a:gd name="connsiteX46" fmla="*/ 448060 w 2912392"/>
                <a:gd name="connsiteY46" fmla="*/ 956811 h 1212678"/>
                <a:gd name="connsiteX47" fmla="*/ 457801 w 2912392"/>
                <a:gd name="connsiteY47" fmla="*/ 952392 h 1212678"/>
                <a:gd name="connsiteX48" fmla="*/ 467542 w 2912392"/>
                <a:gd name="connsiteY48" fmla="*/ 948173 h 1212678"/>
                <a:gd name="connsiteX49" fmla="*/ 477281 w 2912392"/>
                <a:gd name="connsiteY49" fmla="*/ 944160 h 1212678"/>
                <a:gd name="connsiteX50" fmla="*/ 487022 w 2912392"/>
                <a:gd name="connsiteY50" fmla="*/ 940358 h 1212678"/>
                <a:gd name="connsiteX51" fmla="*/ 496763 w 2912392"/>
                <a:gd name="connsiteY51" fmla="*/ 936767 h 1212678"/>
                <a:gd name="connsiteX52" fmla="*/ 506503 w 2912392"/>
                <a:gd name="connsiteY52" fmla="*/ 933394 h 1212678"/>
                <a:gd name="connsiteX53" fmla="*/ 516244 w 2912392"/>
                <a:gd name="connsiteY53" fmla="*/ 930237 h 1212678"/>
                <a:gd name="connsiteX54" fmla="*/ 525985 w 2912392"/>
                <a:gd name="connsiteY54" fmla="*/ 927299 h 1212678"/>
                <a:gd name="connsiteX55" fmla="*/ 535724 w 2912392"/>
                <a:gd name="connsiteY55" fmla="*/ 924579 h 1212678"/>
                <a:gd name="connsiteX56" fmla="*/ 545465 w 2912392"/>
                <a:gd name="connsiteY56" fmla="*/ 922077 h 1212678"/>
                <a:gd name="connsiteX57" fmla="*/ 555206 w 2912392"/>
                <a:gd name="connsiteY57" fmla="*/ 919792 h 1212678"/>
                <a:gd name="connsiteX58" fmla="*/ 564946 w 2912392"/>
                <a:gd name="connsiteY58" fmla="*/ 917722 h 1212678"/>
                <a:gd name="connsiteX59" fmla="*/ 574687 w 2912392"/>
                <a:gd name="connsiteY59" fmla="*/ 915866 h 1212678"/>
                <a:gd name="connsiteX60" fmla="*/ 584428 w 2912392"/>
                <a:gd name="connsiteY60" fmla="*/ 914218 h 1212678"/>
                <a:gd name="connsiteX61" fmla="*/ 594167 w 2912392"/>
                <a:gd name="connsiteY61" fmla="*/ 912774 h 1212678"/>
                <a:gd name="connsiteX62" fmla="*/ 603908 w 2912392"/>
                <a:gd name="connsiteY62" fmla="*/ 911532 h 1212678"/>
                <a:gd name="connsiteX63" fmla="*/ 613649 w 2912392"/>
                <a:gd name="connsiteY63" fmla="*/ 910483 h 1212678"/>
                <a:gd name="connsiteX64" fmla="*/ 623388 w 2912392"/>
                <a:gd name="connsiteY64" fmla="*/ 909622 h 1212678"/>
                <a:gd name="connsiteX65" fmla="*/ 633129 w 2912392"/>
                <a:gd name="connsiteY65" fmla="*/ 908944 h 1212678"/>
                <a:gd name="connsiteX66" fmla="*/ 642870 w 2912392"/>
                <a:gd name="connsiteY66" fmla="*/ 908439 h 1212678"/>
                <a:gd name="connsiteX67" fmla="*/ 652610 w 2912392"/>
                <a:gd name="connsiteY67" fmla="*/ 908099 h 1212678"/>
                <a:gd name="connsiteX68" fmla="*/ 662351 w 2912392"/>
                <a:gd name="connsiteY68" fmla="*/ 907917 h 1212678"/>
                <a:gd name="connsiteX69" fmla="*/ 672092 w 2912392"/>
                <a:gd name="connsiteY69" fmla="*/ 907881 h 1212678"/>
                <a:gd name="connsiteX70" fmla="*/ 681831 w 2912392"/>
                <a:gd name="connsiteY70" fmla="*/ 907984 h 1212678"/>
                <a:gd name="connsiteX71" fmla="*/ 691572 w 2912392"/>
                <a:gd name="connsiteY71" fmla="*/ 908214 h 1212678"/>
                <a:gd name="connsiteX72" fmla="*/ 701313 w 2912392"/>
                <a:gd name="connsiteY72" fmla="*/ 908559 h 1212678"/>
                <a:gd name="connsiteX73" fmla="*/ 711052 w 2912392"/>
                <a:gd name="connsiteY73" fmla="*/ 909011 h 1212678"/>
                <a:gd name="connsiteX74" fmla="*/ 720793 w 2912392"/>
                <a:gd name="connsiteY74" fmla="*/ 909553 h 1212678"/>
                <a:gd name="connsiteX75" fmla="*/ 730534 w 2912392"/>
                <a:gd name="connsiteY75" fmla="*/ 910176 h 1212678"/>
                <a:gd name="connsiteX76" fmla="*/ 740274 w 2912392"/>
                <a:gd name="connsiteY76" fmla="*/ 910867 h 1212678"/>
                <a:gd name="connsiteX77" fmla="*/ 750015 w 2912392"/>
                <a:gd name="connsiteY77" fmla="*/ 911614 h 1212678"/>
                <a:gd name="connsiteX78" fmla="*/ 759756 w 2912392"/>
                <a:gd name="connsiteY78" fmla="*/ 912400 h 1212678"/>
                <a:gd name="connsiteX79" fmla="*/ 769495 w 2912392"/>
                <a:gd name="connsiteY79" fmla="*/ 913215 h 1212678"/>
                <a:gd name="connsiteX80" fmla="*/ 779236 w 2912392"/>
                <a:gd name="connsiteY80" fmla="*/ 914044 h 1212678"/>
                <a:gd name="connsiteX81" fmla="*/ 788977 w 2912392"/>
                <a:gd name="connsiteY81" fmla="*/ 914871 h 1212678"/>
                <a:gd name="connsiteX82" fmla="*/ 798717 w 2912392"/>
                <a:gd name="connsiteY82" fmla="*/ 915685 h 1212678"/>
                <a:gd name="connsiteX83" fmla="*/ 808458 w 2912392"/>
                <a:gd name="connsiteY83" fmla="*/ 916471 h 1212678"/>
                <a:gd name="connsiteX84" fmla="*/ 818199 w 2912392"/>
                <a:gd name="connsiteY84" fmla="*/ 917213 h 1212678"/>
                <a:gd name="connsiteX85" fmla="*/ 827938 w 2912392"/>
                <a:gd name="connsiteY85" fmla="*/ 917896 h 1212678"/>
                <a:gd name="connsiteX86" fmla="*/ 837679 w 2912392"/>
                <a:gd name="connsiteY86" fmla="*/ 918509 h 1212678"/>
                <a:gd name="connsiteX87" fmla="*/ 847420 w 2912392"/>
                <a:gd name="connsiteY87" fmla="*/ 919035 h 1212678"/>
                <a:gd name="connsiteX88" fmla="*/ 857159 w 2912392"/>
                <a:gd name="connsiteY88" fmla="*/ 919459 h 1212678"/>
                <a:gd name="connsiteX89" fmla="*/ 866900 w 2912392"/>
                <a:gd name="connsiteY89" fmla="*/ 919769 h 1212678"/>
                <a:gd name="connsiteX90" fmla="*/ 876641 w 2912392"/>
                <a:gd name="connsiteY90" fmla="*/ 919950 h 1212678"/>
                <a:gd name="connsiteX91" fmla="*/ 886381 w 2912392"/>
                <a:gd name="connsiteY91" fmla="*/ 919987 h 1212678"/>
                <a:gd name="connsiteX92" fmla="*/ 896122 w 2912392"/>
                <a:gd name="connsiteY92" fmla="*/ 919866 h 1212678"/>
                <a:gd name="connsiteX93" fmla="*/ 905863 w 2912392"/>
                <a:gd name="connsiteY93" fmla="*/ 919576 h 1212678"/>
                <a:gd name="connsiteX94" fmla="*/ 915602 w 2912392"/>
                <a:gd name="connsiteY94" fmla="*/ 919100 h 1212678"/>
                <a:gd name="connsiteX95" fmla="*/ 925343 w 2912392"/>
                <a:gd name="connsiteY95" fmla="*/ 918428 h 1212678"/>
                <a:gd name="connsiteX96" fmla="*/ 935084 w 2912392"/>
                <a:gd name="connsiteY96" fmla="*/ 917548 h 1212678"/>
                <a:gd name="connsiteX97" fmla="*/ 944824 w 2912392"/>
                <a:gd name="connsiteY97" fmla="*/ 916444 h 1212678"/>
                <a:gd name="connsiteX98" fmla="*/ 954564 w 2912392"/>
                <a:gd name="connsiteY98" fmla="*/ 915107 h 1212678"/>
                <a:gd name="connsiteX99" fmla="*/ 964305 w 2912392"/>
                <a:gd name="connsiteY99" fmla="*/ 913525 h 1212678"/>
                <a:gd name="connsiteX100" fmla="*/ 974045 w 2912392"/>
                <a:gd name="connsiteY100" fmla="*/ 911688 h 1212678"/>
                <a:gd name="connsiteX101" fmla="*/ 983786 w 2912392"/>
                <a:gd name="connsiteY101" fmla="*/ 909583 h 1212678"/>
                <a:gd name="connsiteX102" fmla="*/ 993522 w 2912392"/>
                <a:gd name="connsiteY102" fmla="*/ 907200 h 1212678"/>
                <a:gd name="connsiteX103" fmla="*/ 1003266 w 2912392"/>
                <a:gd name="connsiteY103" fmla="*/ 904534 h 1212678"/>
                <a:gd name="connsiteX104" fmla="*/ 1013010 w 2912392"/>
                <a:gd name="connsiteY104" fmla="*/ 901570 h 1212678"/>
                <a:gd name="connsiteX105" fmla="*/ 1022754 w 2912392"/>
                <a:gd name="connsiteY105" fmla="*/ 898303 h 1212678"/>
                <a:gd name="connsiteX106" fmla="*/ 1032483 w 2912392"/>
                <a:gd name="connsiteY106" fmla="*/ 894724 h 1212678"/>
                <a:gd name="connsiteX107" fmla="*/ 1042227 w 2912392"/>
                <a:gd name="connsiteY107" fmla="*/ 890827 h 1212678"/>
                <a:gd name="connsiteX108" fmla="*/ 1051971 w 2912392"/>
                <a:gd name="connsiteY108" fmla="*/ 886604 h 1212678"/>
                <a:gd name="connsiteX109" fmla="*/ 1061715 w 2912392"/>
                <a:gd name="connsiteY109" fmla="*/ 882050 h 1212678"/>
                <a:gd name="connsiteX110" fmla="*/ 1071444 w 2912392"/>
                <a:gd name="connsiteY110" fmla="*/ 877160 h 1212678"/>
                <a:gd name="connsiteX111" fmla="*/ 1081188 w 2912392"/>
                <a:gd name="connsiteY111" fmla="*/ 871927 h 1212678"/>
                <a:gd name="connsiteX112" fmla="*/ 1090932 w 2912392"/>
                <a:gd name="connsiteY112" fmla="*/ 866350 h 1212678"/>
                <a:gd name="connsiteX113" fmla="*/ 1100676 w 2912392"/>
                <a:gd name="connsiteY113" fmla="*/ 860427 h 1212678"/>
                <a:gd name="connsiteX114" fmla="*/ 1110405 w 2912392"/>
                <a:gd name="connsiteY114" fmla="*/ 854150 h 1212678"/>
                <a:gd name="connsiteX115" fmla="*/ 1120149 w 2912392"/>
                <a:gd name="connsiteY115" fmla="*/ 847521 h 1212678"/>
                <a:gd name="connsiteX116" fmla="*/ 1129893 w 2912392"/>
                <a:gd name="connsiteY116" fmla="*/ 840539 h 1212678"/>
                <a:gd name="connsiteX117" fmla="*/ 1139637 w 2912392"/>
                <a:gd name="connsiteY117" fmla="*/ 833203 h 1212678"/>
                <a:gd name="connsiteX118" fmla="*/ 1149381 w 2912392"/>
                <a:gd name="connsiteY118" fmla="*/ 825514 h 1212678"/>
                <a:gd name="connsiteX119" fmla="*/ 1159110 w 2912392"/>
                <a:gd name="connsiteY119" fmla="*/ 817471 h 1212678"/>
                <a:gd name="connsiteX120" fmla="*/ 1168854 w 2912392"/>
                <a:gd name="connsiteY120" fmla="*/ 809077 h 1212678"/>
                <a:gd name="connsiteX121" fmla="*/ 1178598 w 2912392"/>
                <a:gd name="connsiteY121" fmla="*/ 800337 h 1212678"/>
                <a:gd name="connsiteX122" fmla="*/ 1188341 w 2912392"/>
                <a:gd name="connsiteY122" fmla="*/ 791252 h 1212678"/>
                <a:gd name="connsiteX123" fmla="*/ 1198070 w 2912392"/>
                <a:gd name="connsiteY123" fmla="*/ 781826 h 1212678"/>
                <a:gd name="connsiteX124" fmla="*/ 1207814 w 2912392"/>
                <a:gd name="connsiteY124" fmla="*/ 772064 h 1212678"/>
                <a:gd name="connsiteX125" fmla="*/ 1217558 w 2912392"/>
                <a:gd name="connsiteY125" fmla="*/ 761973 h 1212678"/>
                <a:gd name="connsiteX126" fmla="*/ 1227302 w 2912392"/>
                <a:gd name="connsiteY126" fmla="*/ 751557 h 1212678"/>
                <a:gd name="connsiteX127" fmla="*/ 1237031 w 2912392"/>
                <a:gd name="connsiteY127" fmla="*/ 740825 h 1212678"/>
                <a:gd name="connsiteX128" fmla="*/ 1246775 w 2912392"/>
                <a:gd name="connsiteY128" fmla="*/ 729783 h 1212678"/>
                <a:gd name="connsiteX129" fmla="*/ 1256519 w 2912392"/>
                <a:gd name="connsiteY129" fmla="*/ 718442 h 1212678"/>
                <a:gd name="connsiteX130" fmla="*/ 1266263 w 2912392"/>
                <a:gd name="connsiteY130" fmla="*/ 706809 h 1212678"/>
                <a:gd name="connsiteX131" fmla="*/ 1276007 w 2912392"/>
                <a:gd name="connsiteY131" fmla="*/ 694894 h 1212678"/>
                <a:gd name="connsiteX132" fmla="*/ 1285736 w 2912392"/>
                <a:gd name="connsiteY132" fmla="*/ 682709 h 1212678"/>
                <a:gd name="connsiteX133" fmla="*/ 1295480 w 2912392"/>
                <a:gd name="connsiteY133" fmla="*/ 670263 h 1212678"/>
                <a:gd name="connsiteX134" fmla="*/ 1305224 w 2912392"/>
                <a:gd name="connsiteY134" fmla="*/ 657568 h 1212678"/>
                <a:gd name="connsiteX135" fmla="*/ 1314968 w 2912392"/>
                <a:gd name="connsiteY135" fmla="*/ 644637 h 1212678"/>
                <a:gd name="connsiteX136" fmla="*/ 1324697 w 2912392"/>
                <a:gd name="connsiteY136" fmla="*/ 631483 h 1212678"/>
                <a:gd name="connsiteX137" fmla="*/ 1334441 w 2912392"/>
                <a:gd name="connsiteY137" fmla="*/ 618117 h 1212678"/>
                <a:gd name="connsiteX138" fmla="*/ 1344185 w 2912392"/>
                <a:gd name="connsiteY138" fmla="*/ 604556 h 1212678"/>
                <a:gd name="connsiteX139" fmla="*/ 1353929 w 2912392"/>
                <a:gd name="connsiteY139" fmla="*/ 590813 h 1212678"/>
                <a:gd name="connsiteX140" fmla="*/ 1363658 w 2912392"/>
                <a:gd name="connsiteY140" fmla="*/ 576904 h 1212678"/>
                <a:gd name="connsiteX141" fmla="*/ 1373402 w 2912392"/>
                <a:gd name="connsiteY141" fmla="*/ 562840 h 1212678"/>
                <a:gd name="connsiteX142" fmla="*/ 1383146 w 2912392"/>
                <a:gd name="connsiteY142" fmla="*/ 548642 h 1212678"/>
                <a:gd name="connsiteX143" fmla="*/ 1392890 w 2912392"/>
                <a:gd name="connsiteY143" fmla="*/ 534322 h 1212678"/>
                <a:gd name="connsiteX144" fmla="*/ 1402619 w 2912392"/>
                <a:gd name="connsiteY144" fmla="*/ 519898 h 1212678"/>
                <a:gd name="connsiteX145" fmla="*/ 1412363 w 2912392"/>
                <a:gd name="connsiteY145" fmla="*/ 505387 h 1212678"/>
                <a:gd name="connsiteX146" fmla="*/ 1422106 w 2912392"/>
                <a:gd name="connsiteY146" fmla="*/ 490805 h 1212678"/>
                <a:gd name="connsiteX147" fmla="*/ 1431850 w 2912392"/>
                <a:gd name="connsiteY147" fmla="*/ 476170 h 1212678"/>
                <a:gd name="connsiteX148" fmla="*/ 1441594 w 2912392"/>
                <a:gd name="connsiteY148" fmla="*/ 461497 h 1212678"/>
                <a:gd name="connsiteX149" fmla="*/ 1451323 w 2912392"/>
                <a:gd name="connsiteY149" fmla="*/ 446806 h 1212678"/>
                <a:gd name="connsiteX150" fmla="*/ 1461067 w 2912392"/>
                <a:gd name="connsiteY150" fmla="*/ 432114 h 1212678"/>
                <a:gd name="connsiteX151" fmla="*/ 1470811 w 2912392"/>
                <a:gd name="connsiteY151" fmla="*/ 417437 h 1212678"/>
                <a:gd name="connsiteX152" fmla="*/ 1480555 w 2912392"/>
                <a:gd name="connsiteY152" fmla="*/ 402792 h 1212678"/>
                <a:gd name="connsiteX153" fmla="*/ 1490284 w 2912392"/>
                <a:gd name="connsiteY153" fmla="*/ 388200 h 1212678"/>
                <a:gd name="connsiteX154" fmla="*/ 1500028 w 2912392"/>
                <a:gd name="connsiteY154" fmla="*/ 373677 h 1212678"/>
                <a:gd name="connsiteX155" fmla="*/ 1509772 w 2912392"/>
                <a:gd name="connsiteY155" fmla="*/ 359238 h 1212678"/>
                <a:gd name="connsiteX156" fmla="*/ 1519516 w 2912392"/>
                <a:gd name="connsiteY156" fmla="*/ 344904 h 1212678"/>
                <a:gd name="connsiteX157" fmla="*/ 1529245 w 2912392"/>
                <a:gd name="connsiteY157" fmla="*/ 330689 h 1212678"/>
                <a:gd name="connsiteX158" fmla="*/ 1538989 w 2912392"/>
                <a:gd name="connsiteY158" fmla="*/ 316611 h 1212678"/>
                <a:gd name="connsiteX159" fmla="*/ 1548733 w 2912392"/>
                <a:gd name="connsiteY159" fmla="*/ 302688 h 1212678"/>
                <a:gd name="connsiteX160" fmla="*/ 1558477 w 2912392"/>
                <a:gd name="connsiteY160" fmla="*/ 288934 h 1212678"/>
                <a:gd name="connsiteX161" fmla="*/ 1568221 w 2912392"/>
                <a:gd name="connsiteY161" fmla="*/ 275366 h 1212678"/>
                <a:gd name="connsiteX162" fmla="*/ 1577950 w 2912392"/>
                <a:gd name="connsiteY162" fmla="*/ 262000 h 1212678"/>
                <a:gd name="connsiteX163" fmla="*/ 1587694 w 2912392"/>
                <a:gd name="connsiteY163" fmla="*/ 248850 h 1212678"/>
                <a:gd name="connsiteX164" fmla="*/ 1597438 w 2912392"/>
                <a:gd name="connsiteY164" fmla="*/ 235933 h 1212678"/>
                <a:gd name="connsiteX165" fmla="*/ 1607182 w 2912392"/>
                <a:gd name="connsiteY165" fmla="*/ 223261 h 1212678"/>
                <a:gd name="connsiteX166" fmla="*/ 1616911 w 2912392"/>
                <a:gd name="connsiteY166" fmla="*/ 210849 h 1212678"/>
                <a:gd name="connsiteX167" fmla="*/ 1626655 w 2912392"/>
                <a:gd name="connsiteY167" fmla="*/ 198711 h 1212678"/>
                <a:gd name="connsiteX168" fmla="*/ 1636399 w 2912392"/>
                <a:gd name="connsiteY168" fmla="*/ 186857 h 1212678"/>
                <a:gd name="connsiteX169" fmla="*/ 1646142 w 2912392"/>
                <a:gd name="connsiteY169" fmla="*/ 175303 h 1212678"/>
                <a:gd name="connsiteX170" fmla="*/ 1655872 w 2912392"/>
                <a:gd name="connsiteY170" fmla="*/ 164057 h 1212678"/>
                <a:gd name="connsiteX171" fmla="*/ 1665616 w 2912392"/>
                <a:gd name="connsiteY171" fmla="*/ 153133 h 1212678"/>
                <a:gd name="connsiteX172" fmla="*/ 1675359 w 2912392"/>
                <a:gd name="connsiteY172" fmla="*/ 142540 h 1212678"/>
                <a:gd name="connsiteX173" fmla="*/ 1685103 w 2912392"/>
                <a:gd name="connsiteY173" fmla="*/ 132287 h 1212678"/>
                <a:gd name="connsiteX174" fmla="*/ 1694832 w 2912392"/>
                <a:gd name="connsiteY174" fmla="*/ 122382 h 1212678"/>
                <a:gd name="connsiteX175" fmla="*/ 1704576 w 2912392"/>
                <a:gd name="connsiteY175" fmla="*/ 112836 h 1212678"/>
                <a:gd name="connsiteX176" fmla="*/ 1714320 w 2912392"/>
                <a:gd name="connsiteY176" fmla="*/ 103655 h 1212678"/>
                <a:gd name="connsiteX177" fmla="*/ 1724064 w 2912392"/>
                <a:gd name="connsiteY177" fmla="*/ 94847 h 1212678"/>
                <a:gd name="connsiteX178" fmla="*/ 1733808 w 2912392"/>
                <a:gd name="connsiteY178" fmla="*/ 86416 h 1212678"/>
                <a:gd name="connsiteX179" fmla="*/ 1743537 w 2912392"/>
                <a:gd name="connsiteY179" fmla="*/ 78369 h 1212678"/>
                <a:gd name="connsiteX180" fmla="*/ 1753281 w 2912392"/>
                <a:gd name="connsiteY180" fmla="*/ 70711 h 1212678"/>
                <a:gd name="connsiteX181" fmla="*/ 1763025 w 2912392"/>
                <a:gd name="connsiteY181" fmla="*/ 63443 h 1212678"/>
                <a:gd name="connsiteX182" fmla="*/ 1772769 w 2912392"/>
                <a:gd name="connsiteY182" fmla="*/ 56571 h 1212678"/>
                <a:gd name="connsiteX183" fmla="*/ 1782498 w 2912392"/>
                <a:gd name="connsiteY183" fmla="*/ 50098 h 1212678"/>
                <a:gd name="connsiteX184" fmla="*/ 1792242 w 2912392"/>
                <a:gd name="connsiteY184" fmla="*/ 44023 h 1212678"/>
                <a:gd name="connsiteX185" fmla="*/ 1801986 w 2912392"/>
                <a:gd name="connsiteY185" fmla="*/ 38351 h 1212678"/>
                <a:gd name="connsiteX186" fmla="*/ 1811730 w 2912392"/>
                <a:gd name="connsiteY186" fmla="*/ 33079 h 1212678"/>
                <a:gd name="connsiteX187" fmla="*/ 1821459 w 2912392"/>
                <a:gd name="connsiteY187" fmla="*/ 28207 h 1212678"/>
                <a:gd name="connsiteX188" fmla="*/ 1831203 w 2912392"/>
                <a:gd name="connsiteY188" fmla="*/ 23734 h 1212678"/>
                <a:gd name="connsiteX189" fmla="*/ 1840947 w 2912392"/>
                <a:gd name="connsiteY189" fmla="*/ 19659 h 1212678"/>
                <a:gd name="connsiteX190" fmla="*/ 1850691 w 2912392"/>
                <a:gd name="connsiteY190" fmla="*/ 15981 h 1212678"/>
                <a:gd name="connsiteX191" fmla="*/ 1860435 w 2912392"/>
                <a:gd name="connsiteY191" fmla="*/ 12694 h 1212678"/>
                <a:gd name="connsiteX192" fmla="*/ 1870164 w 2912392"/>
                <a:gd name="connsiteY192" fmla="*/ 9796 h 1212678"/>
                <a:gd name="connsiteX193" fmla="*/ 1879908 w 2912392"/>
                <a:gd name="connsiteY193" fmla="*/ 7284 h 1212678"/>
                <a:gd name="connsiteX194" fmla="*/ 1889652 w 2912392"/>
                <a:gd name="connsiteY194" fmla="*/ 5152 h 1212678"/>
                <a:gd name="connsiteX195" fmla="*/ 1899395 w 2912392"/>
                <a:gd name="connsiteY195" fmla="*/ 3395 h 1212678"/>
                <a:gd name="connsiteX196" fmla="*/ 1909124 w 2912392"/>
                <a:gd name="connsiteY196" fmla="*/ 2008 h 1212678"/>
                <a:gd name="connsiteX197" fmla="*/ 1918868 w 2912392"/>
                <a:gd name="connsiteY197" fmla="*/ 985 h 1212678"/>
                <a:gd name="connsiteX198" fmla="*/ 1928612 w 2912392"/>
                <a:gd name="connsiteY198" fmla="*/ 317 h 1212678"/>
                <a:gd name="connsiteX199" fmla="*/ 1938356 w 2912392"/>
                <a:gd name="connsiteY199" fmla="*/ 0 h 1212678"/>
                <a:gd name="connsiteX200" fmla="*/ 1948085 w 2912392"/>
                <a:gd name="connsiteY200" fmla="*/ 25 h 1212678"/>
                <a:gd name="connsiteX201" fmla="*/ 1957829 w 2912392"/>
                <a:gd name="connsiteY201" fmla="*/ 384 h 1212678"/>
                <a:gd name="connsiteX202" fmla="*/ 1967573 w 2912392"/>
                <a:gd name="connsiteY202" fmla="*/ 1071 h 1212678"/>
                <a:gd name="connsiteX203" fmla="*/ 1977317 w 2912392"/>
                <a:gd name="connsiteY203" fmla="*/ 2077 h 1212678"/>
                <a:gd name="connsiteX204" fmla="*/ 1987046 w 2912392"/>
                <a:gd name="connsiteY204" fmla="*/ 3392 h 1212678"/>
                <a:gd name="connsiteX205" fmla="*/ 1996790 w 2912392"/>
                <a:gd name="connsiteY205" fmla="*/ 5009 h 1212678"/>
                <a:gd name="connsiteX206" fmla="*/ 2006534 w 2912392"/>
                <a:gd name="connsiteY206" fmla="*/ 6918 h 1212678"/>
                <a:gd name="connsiteX207" fmla="*/ 2016278 w 2912392"/>
                <a:gd name="connsiteY207" fmla="*/ 9109 h 1212678"/>
                <a:gd name="connsiteX208" fmla="*/ 2026022 w 2912392"/>
                <a:gd name="connsiteY208" fmla="*/ 11576 h 1212678"/>
                <a:gd name="connsiteX209" fmla="*/ 2035751 w 2912392"/>
                <a:gd name="connsiteY209" fmla="*/ 14306 h 1212678"/>
                <a:gd name="connsiteX210" fmla="*/ 2045495 w 2912392"/>
                <a:gd name="connsiteY210" fmla="*/ 17293 h 1212678"/>
                <a:gd name="connsiteX211" fmla="*/ 2055239 w 2912392"/>
                <a:gd name="connsiteY211" fmla="*/ 20525 h 1212678"/>
                <a:gd name="connsiteX212" fmla="*/ 2064983 w 2912392"/>
                <a:gd name="connsiteY212" fmla="*/ 23993 h 1212678"/>
                <a:gd name="connsiteX213" fmla="*/ 2074712 w 2912392"/>
                <a:gd name="connsiteY213" fmla="*/ 27690 h 1212678"/>
                <a:gd name="connsiteX214" fmla="*/ 2084456 w 2912392"/>
                <a:gd name="connsiteY214" fmla="*/ 31604 h 1212678"/>
                <a:gd name="connsiteX215" fmla="*/ 2094200 w 2912392"/>
                <a:gd name="connsiteY215" fmla="*/ 35725 h 1212678"/>
                <a:gd name="connsiteX216" fmla="*/ 2103944 w 2912392"/>
                <a:gd name="connsiteY216" fmla="*/ 40047 h 1212678"/>
                <a:gd name="connsiteX217" fmla="*/ 2113673 w 2912392"/>
                <a:gd name="connsiteY217" fmla="*/ 44558 h 1212678"/>
                <a:gd name="connsiteX218" fmla="*/ 2123417 w 2912392"/>
                <a:gd name="connsiteY218" fmla="*/ 49253 h 1212678"/>
                <a:gd name="connsiteX219" fmla="*/ 2133161 w 2912392"/>
                <a:gd name="connsiteY219" fmla="*/ 54119 h 1212678"/>
                <a:gd name="connsiteX220" fmla="*/ 2142905 w 2912392"/>
                <a:gd name="connsiteY220" fmla="*/ 59149 h 1212678"/>
                <a:gd name="connsiteX221" fmla="*/ 2152649 w 2912392"/>
                <a:gd name="connsiteY221" fmla="*/ 64334 h 1212678"/>
                <a:gd name="connsiteX222" fmla="*/ 2162377 w 2912392"/>
                <a:gd name="connsiteY222" fmla="*/ 69668 h 1212678"/>
                <a:gd name="connsiteX223" fmla="*/ 2172121 w 2912392"/>
                <a:gd name="connsiteY223" fmla="*/ 75140 h 1212678"/>
                <a:gd name="connsiteX224" fmla="*/ 2181865 w 2912392"/>
                <a:gd name="connsiteY224" fmla="*/ 80744 h 1212678"/>
                <a:gd name="connsiteX225" fmla="*/ 2191609 w 2912392"/>
                <a:gd name="connsiteY225" fmla="*/ 86472 h 1212678"/>
                <a:gd name="connsiteX226" fmla="*/ 2201338 w 2912392"/>
                <a:gd name="connsiteY226" fmla="*/ 92316 h 1212678"/>
                <a:gd name="connsiteX227" fmla="*/ 2211082 w 2912392"/>
                <a:gd name="connsiteY227" fmla="*/ 98269 h 1212678"/>
                <a:gd name="connsiteX228" fmla="*/ 2220826 w 2912392"/>
                <a:gd name="connsiteY228" fmla="*/ 104326 h 1212678"/>
                <a:gd name="connsiteX229" fmla="*/ 2230570 w 2912392"/>
                <a:gd name="connsiteY229" fmla="*/ 110477 h 1212678"/>
                <a:gd name="connsiteX230" fmla="*/ 2240299 w 2912392"/>
                <a:gd name="connsiteY230" fmla="*/ 116720 h 1212678"/>
                <a:gd name="connsiteX231" fmla="*/ 2250043 w 2912392"/>
                <a:gd name="connsiteY231" fmla="*/ 123043 h 1212678"/>
                <a:gd name="connsiteX232" fmla="*/ 2259787 w 2912392"/>
                <a:gd name="connsiteY232" fmla="*/ 129445 h 1212678"/>
                <a:gd name="connsiteX233" fmla="*/ 2269531 w 2912392"/>
                <a:gd name="connsiteY233" fmla="*/ 135917 h 1212678"/>
                <a:gd name="connsiteX234" fmla="*/ 2279260 w 2912392"/>
                <a:gd name="connsiteY234" fmla="*/ 142455 h 1212678"/>
                <a:gd name="connsiteX235" fmla="*/ 2289004 w 2912392"/>
                <a:gd name="connsiteY235" fmla="*/ 149054 h 1212678"/>
                <a:gd name="connsiteX236" fmla="*/ 2298748 w 2912392"/>
                <a:gd name="connsiteY236" fmla="*/ 155706 h 1212678"/>
                <a:gd name="connsiteX237" fmla="*/ 2308492 w 2912392"/>
                <a:gd name="connsiteY237" fmla="*/ 162408 h 1212678"/>
                <a:gd name="connsiteX238" fmla="*/ 2318236 w 2912392"/>
                <a:gd name="connsiteY238" fmla="*/ 169156 h 1212678"/>
                <a:gd name="connsiteX239" fmla="*/ 2327965 w 2912392"/>
                <a:gd name="connsiteY239" fmla="*/ 175942 h 1212678"/>
                <a:gd name="connsiteX240" fmla="*/ 2337709 w 2912392"/>
                <a:gd name="connsiteY240" fmla="*/ 182764 h 1212678"/>
                <a:gd name="connsiteX241" fmla="*/ 2347453 w 2912392"/>
                <a:gd name="connsiteY241" fmla="*/ 189616 h 1212678"/>
                <a:gd name="connsiteX242" fmla="*/ 2357197 w 2912392"/>
                <a:gd name="connsiteY242" fmla="*/ 196495 h 1212678"/>
                <a:gd name="connsiteX243" fmla="*/ 2366926 w 2912392"/>
                <a:gd name="connsiteY243" fmla="*/ 203393 h 1212678"/>
                <a:gd name="connsiteX244" fmla="*/ 2376670 w 2912392"/>
                <a:gd name="connsiteY244" fmla="*/ 210311 h 1212678"/>
                <a:gd name="connsiteX245" fmla="*/ 2386413 w 2912392"/>
                <a:gd name="connsiteY245" fmla="*/ 217241 h 1212678"/>
                <a:gd name="connsiteX246" fmla="*/ 2396157 w 2912392"/>
                <a:gd name="connsiteY246" fmla="*/ 224178 h 1212678"/>
                <a:gd name="connsiteX247" fmla="*/ 2405886 w 2912392"/>
                <a:gd name="connsiteY247" fmla="*/ 231119 h 1212678"/>
                <a:gd name="connsiteX248" fmla="*/ 2415630 w 2912392"/>
                <a:gd name="connsiteY248" fmla="*/ 238059 h 1212678"/>
                <a:gd name="connsiteX249" fmla="*/ 2425374 w 2912392"/>
                <a:gd name="connsiteY249" fmla="*/ 244994 h 1212678"/>
                <a:gd name="connsiteX250" fmla="*/ 2435118 w 2912392"/>
                <a:gd name="connsiteY250" fmla="*/ 251921 h 1212678"/>
                <a:gd name="connsiteX251" fmla="*/ 2444862 w 2912392"/>
                <a:gd name="connsiteY251" fmla="*/ 258833 h 1212678"/>
                <a:gd name="connsiteX252" fmla="*/ 2454591 w 2912392"/>
                <a:gd name="connsiteY252" fmla="*/ 265726 h 1212678"/>
                <a:gd name="connsiteX253" fmla="*/ 2464335 w 2912392"/>
                <a:gd name="connsiteY253" fmla="*/ 272596 h 1212678"/>
                <a:gd name="connsiteX254" fmla="*/ 2474079 w 2912392"/>
                <a:gd name="connsiteY254" fmla="*/ 279438 h 1212678"/>
                <a:gd name="connsiteX255" fmla="*/ 2483823 w 2912392"/>
                <a:gd name="connsiteY255" fmla="*/ 286247 h 1212678"/>
                <a:gd name="connsiteX256" fmla="*/ 2493552 w 2912392"/>
                <a:gd name="connsiteY256" fmla="*/ 293017 h 1212678"/>
                <a:gd name="connsiteX257" fmla="*/ 2503296 w 2912392"/>
                <a:gd name="connsiteY257" fmla="*/ 299744 h 1212678"/>
                <a:gd name="connsiteX258" fmla="*/ 2513040 w 2912392"/>
                <a:gd name="connsiteY258" fmla="*/ 306421 h 1212678"/>
                <a:gd name="connsiteX259" fmla="*/ 2522784 w 2912392"/>
                <a:gd name="connsiteY259" fmla="*/ 313045 h 1212678"/>
                <a:gd name="connsiteX260" fmla="*/ 2532513 w 2912392"/>
                <a:gd name="connsiteY260" fmla="*/ 319610 h 1212678"/>
                <a:gd name="connsiteX261" fmla="*/ 2542257 w 2912392"/>
                <a:gd name="connsiteY261" fmla="*/ 326109 h 1212678"/>
                <a:gd name="connsiteX262" fmla="*/ 2552001 w 2912392"/>
                <a:gd name="connsiteY262" fmla="*/ 332538 h 1212678"/>
                <a:gd name="connsiteX263" fmla="*/ 2561745 w 2912392"/>
                <a:gd name="connsiteY263" fmla="*/ 338889 h 1212678"/>
                <a:gd name="connsiteX264" fmla="*/ 2571474 w 2912392"/>
                <a:gd name="connsiteY264" fmla="*/ 345157 h 1212678"/>
                <a:gd name="connsiteX265" fmla="*/ 2581218 w 2912392"/>
                <a:gd name="connsiteY265" fmla="*/ 351337 h 1212678"/>
                <a:gd name="connsiteX266" fmla="*/ 2590962 w 2912392"/>
                <a:gd name="connsiteY266" fmla="*/ 357422 h 1212678"/>
                <a:gd name="connsiteX267" fmla="*/ 2600705 w 2912392"/>
                <a:gd name="connsiteY267" fmla="*/ 363404 h 1212678"/>
                <a:gd name="connsiteX268" fmla="*/ 2610449 w 2912392"/>
                <a:gd name="connsiteY268" fmla="*/ 369280 h 1212678"/>
                <a:gd name="connsiteX269" fmla="*/ 2620178 w 2912392"/>
                <a:gd name="connsiteY269" fmla="*/ 375042 h 1212678"/>
                <a:gd name="connsiteX270" fmla="*/ 2629922 w 2912392"/>
                <a:gd name="connsiteY270" fmla="*/ 380682 h 1212678"/>
                <a:gd name="connsiteX271" fmla="*/ 2639666 w 2912392"/>
                <a:gd name="connsiteY271" fmla="*/ 386196 h 1212678"/>
                <a:gd name="connsiteX272" fmla="*/ 2649410 w 2912392"/>
                <a:gd name="connsiteY272" fmla="*/ 391577 h 1212678"/>
                <a:gd name="connsiteX273" fmla="*/ 2659139 w 2912392"/>
                <a:gd name="connsiteY273" fmla="*/ 396819 h 1212678"/>
                <a:gd name="connsiteX274" fmla="*/ 2668883 w 2912392"/>
                <a:gd name="connsiteY274" fmla="*/ 401915 h 1212678"/>
                <a:gd name="connsiteX275" fmla="*/ 2678627 w 2912392"/>
                <a:gd name="connsiteY275" fmla="*/ 406858 h 1212678"/>
                <a:gd name="connsiteX276" fmla="*/ 2688371 w 2912392"/>
                <a:gd name="connsiteY276" fmla="*/ 411645 h 1212678"/>
                <a:gd name="connsiteX277" fmla="*/ 2698100 w 2912392"/>
                <a:gd name="connsiteY277" fmla="*/ 416269 h 1212678"/>
                <a:gd name="connsiteX278" fmla="*/ 2707844 w 2912392"/>
                <a:gd name="connsiteY278" fmla="*/ 420722 h 1212678"/>
                <a:gd name="connsiteX279" fmla="*/ 2717588 w 2912392"/>
                <a:gd name="connsiteY279" fmla="*/ 425001 h 1212678"/>
                <a:gd name="connsiteX280" fmla="*/ 2727332 w 2912392"/>
                <a:gd name="connsiteY280" fmla="*/ 429100 h 1212678"/>
                <a:gd name="connsiteX281" fmla="*/ 2737076 w 2912392"/>
                <a:gd name="connsiteY281" fmla="*/ 433012 h 1212678"/>
                <a:gd name="connsiteX282" fmla="*/ 2746805 w 2912392"/>
                <a:gd name="connsiteY282" fmla="*/ 436735 h 1212678"/>
                <a:gd name="connsiteX283" fmla="*/ 2756549 w 2912392"/>
                <a:gd name="connsiteY283" fmla="*/ 440265 h 1212678"/>
                <a:gd name="connsiteX284" fmla="*/ 2766293 w 2912392"/>
                <a:gd name="connsiteY284" fmla="*/ 443595 h 1212678"/>
                <a:gd name="connsiteX285" fmla="*/ 2776037 w 2912392"/>
                <a:gd name="connsiteY285" fmla="*/ 446724 h 1212678"/>
                <a:gd name="connsiteX286" fmla="*/ 2785766 w 2912392"/>
                <a:gd name="connsiteY286" fmla="*/ 449645 h 1212678"/>
                <a:gd name="connsiteX287" fmla="*/ 2795510 w 2912392"/>
                <a:gd name="connsiteY287" fmla="*/ 452360 h 1212678"/>
                <a:gd name="connsiteX288" fmla="*/ 2805254 w 2912392"/>
                <a:gd name="connsiteY288" fmla="*/ 454863 h 1212678"/>
                <a:gd name="connsiteX289" fmla="*/ 2814998 w 2912392"/>
                <a:gd name="connsiteY289" fmla="*/ 457153 h 1212678"/>
                <a:gd name="connsiteX290" fmla="*/ 2824727 w 2912392"/>
                <a:gd name="connsiteY290" fmla="*/ 459228 h 1212678"/>
                <a:gd name="connsiteX291" fmla="*/ 2834471 w 2912392"/>
                <a:gd name="connsiteY291" fmla="*/ 461088 h 1212678"/>
                <a:gd name="connsiteX292" fmla="*/ 2844215 w 2912392"/>
                <a:gd name="connsiteY292" fmla="*/ 462731 h 1212678"/>
                <a:gd name="connsiteX293" fmla="*/ 2853958 w 2912392"/>
                <a:gd name="connsiteY293" fmla="*/ 464157 h 1212678"/>
                <a:gd name="connsiteX294" fmla="*/ 2863687 w 2912392"/>
                <a:gd name="connsiteY294" fmla="*/ 465367 h 1212678"/>
                <a:gd name="connsiteX295" fmla="*/ 2873431 w 2912392"/>
                <a:gd name="connsiteY295" fmla="*/ 466360 h 1212678"/>
                <a:gd name="connsiteX296" fmla="*/ 2883175 w 2912392"/>
                <a:gd name="connsiteY296" fmla="*/ 467141 h 1212678"/>
                <a:gd name="connsiteX297" fmla="*/ 2892919 w 2912392"/>
                <a:gd name="connsiteY297" fmla="*/ 467709 h 1212678"/>
                <a:gd name="connsiteX298" fmla="*/ 2902663 w 2912392"/>
                <a:gd name="connsiteY298" fmla="*/ 468068 h 1212678"/>
                <a:gd name="connsiteX299" fmla="*/ 2912392 w 2912392"/>
                <a:gd name="connsiteY299" fmla="*/ 468221 h 1212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1212678">
                  <a:moveTo>
                    <a:pt x="0" y="1212679"/>
                  </a:moveTo>
                  <a:lnTo>
                    <a:pt x="9739" y="1209768"/>
                  </a:lnTo>
                  <a:lnTo>
                    <a:pt x="19480" y="1206601"/>
                  </a:lnTo>
                  <a:lnTo>
                    <a:pt x="29221" y="1203188"/>
                  </a:lnTo>
                  <a:lnTo>
                    <a:pt x="38961" y="1199532"/>
                  </a:lnTo>
                  <a:lnTo>
                    <a:pt x="48702" y="1195642"/>
                  </a:lnTo>
                  <a:lnTo>
                    <a:pt x="58443" y="1191522"/>
                  </a:lnTo>
                  <a:lnTo>
                    <a:pt x="68182" y="1187184"/>
                  </a:lnTo>
                  <a:lnTo>
                    <a:pt x="77923" y="1182632"/>
                  </a:lnTo>
                  <a:lnTo>
                    <a:pt x="87664" y="1177876"/>
                  </a:lnTo>
                  <a:lnTo>
                    <a:pt x="97404" y="1172925"/>
                  </a:lnTo>
                  <a:lnTo>
                    <a:pt x="107145" y="1167787"/>
                  </a:lnTo>
                  <a:lnTo>
                    <a:pt x="116886" y="1162472"/>
                  </a:lnTo>
                  <a:lnTo>
                    <a:pt x="126625" y="1156989"/>
                  </a:lnTo>
                  <a:lnTo>
                    <a:pt x="136366" y="1151350"/>
                  </a:lnTo>
                  <a:lnTo>
                    <a:pt x="146107" y="1145563"/>
                  </a:lnTo>
                  <a:lnTo>
                    <a:pt x="155846" y="1139641"/>
                  </a:lnTo>
                  <a:lnTo>
                    <a:pt x="165587" y="1133592"/>
                  </a:lnTo>
                  <a:lnTo>
                    <a:pt x="175328" y="1127430"/>
                  </a:lnTo>
                  <a:lnTo>
                    <a:pt x="185068" y="1121165"/>
                  </a:lnTo>
                  <a:lnTo>
                    <a:pt x="194809" y="1114807"/>
                  </a:lnTo>
                  <a:lnTo>
                    <a:pt x="204550" y="1108373"/>
                  </a:lnTo>
                  <a:lnTo>
                    <a:pt x="214289" y="1101869"/>
                  </a:lnTo>
                  <a:lnTo>
                    <a:pt x="224030" y="1095311"/>
                  </a:lnTo>
                  <a:lnTo>
                    <a:pt x="233771" y="1088709"/>
                  </a:lnTo>
                  <a:lnTo>
                    <a:pt x="243510" y="1082077"/>
                  </a:lnTo>
                  <a:lnTo>
                    <a:pt x="253251" y="1075426"/>
                  </a:lnTo>
                  <a:lnTo>
                    <a:pt x="262992" y="1068771"/>
                  </a:lnTo>
                  <a:lnTo>
                    <a:pt x="272732" y="1062122"/>
                  </a:lnTo>
                  <a:lnTo>
                    <a:pt x="282473" y="1055492"/>
                  </a:lnTo>
                  <a:lnTo>
                    <a:pt x="292214" y="1048893"/>
                  </a:lnTo>
                  <a:lnTo>
                    <a:pt x="301953" y="1042339"/>
                  </a:lnTo>
                  <a:lnTo>
                    <a:pt x="311694" y="1035840"/>
                  </a:lnTo>
                  <a:lnTo>
                    <a:pt x="321435" y="1029408"/>
                  </a:lnTo>
                  <a:lnTo>
                    <a:pt x="331175" y="1023055"/>
                  </a:lnTo>
                  <a:lnTo>
                    <a:pt x="340916" y="1016793"/>
                  </a:lnTo>
                  <a:lnTo>
                    <a:pt x="350656" y="1010634"/>
                  </a:lnTo>
                  <a:lnTo>
                    <a:pt x="360396" y="1004586"/>
                  </a:lnTo>
                  <a:lnTo>
                    <a:pt x="370137" y="998661"/>
                  </a:lnTo>
                  <a:lnTo>
                    <a:pt x="379878" y="992870"/>
                  </a:lnTo>
                  <a:lnTo>
                    <a:pt x="389617" y="987221"/>
                  </a:lnTo>
                  <a:lnTo>
                    <a:pt x="399358" y="981725"/>
                  </a:lnTo>
                  <a:lnTo>
                    <a:pt x="409099" y="976390"/>
                  </a:lnTo>
                  <a:lnTo>
                    <a:pt x="418839" y="971223"/>
                  </a:lnTo>
                  <a:lnTo>
                    <a:pt x="428580" y="966233"/>
                  </a:lnTo>
                  <a:lnTo>
                    <a:pt x="438321" y="961427"/>
                  </a:lnTo>
                  <a:lnTo>
                    <a:pt x="448060" y="956811"/>
                  </a:lnTo>
                  <a:lnTo>
                    <a:pt x="457801" y="952392"/>
                  </a:lnTo>
                  <a:lnTo>
                    <a:pt x="467542" y="948173"/>
                  </a:lnTo>
                  <a:lnTo>
                    <a:pt x="477281" y="944160"/>
                  </a:lnTo>
                  <a:lnTo>
                    <a:pt x="487022" y="940358"/>
                  </a:lnTo>
                  <a:lnTo>
                    <a:pt x="496763" y="936767"/>
                  </a:lnTo>
                  <a:lnTo>
                    <a:pt x="506503" y="933394"/>
                  </a:lnTo>
                  <a:lnTo>
                    <a:pt x="516244" y="930237"/>
                  </a:lnTo>
                  <a:lnTo>
                    <a:pt x="525985" y="927299"/>
                  </a:lnTo>
                  <a:lnTo>
                    <a:pt x="535724" y="924579"/>
                  </a:lnTo>
                  <a:lnTo>
                    <a:pt x="545465" y="922077"/>
                  </a:lnTo>
                  <a:lnTo>
                    <a:pt x="555206" y="919792"/>
                  </a:lnTo>
                  <a:lnTo>
                    <a:pt x="564946" y="917722"/>
                  </a:lnTo>
                  <a:lnTo>
                    <a:pt x="574687" y="915866"/>
                  </a:lnTo>
                  <a:lnTo>
                    <a:pt x="584428" y="914218"/>
                  </a:lnTo>
                  <a:lnTo>
                    <a:pt x="594167" y="912774"/>
                  </a:lnTo>
                  <a:lnTo>
                    <a:pt x="603908" y="911532"/>
                  </a:lnTo>
                  <a:lnTo>
                    <a:pt x="613649" y="910483"/>
                  </a:lnTo>
                  <a:lnTo>
                    <a:pt x="623388" y="909622"/>
                  </a:lnTo>
                  <a:lnTo>
                    <a:pt x="633129" y="908944"/>
                  </a:lnTo>
                  <a:lnTo>
                    <a:pt x="642870" y="908439"/>
                  </a:lnTo>
                  <a:lnTo>
                    <a:pt x="652610" y="908099"/>
                  </a:lnTo>
                  <a:lnTo>
                    <a:pt x="662351" y="907917"/>
                  </a:lnTo>
                  <a:lnTo>
                    <a:pt x="672092" y="907881"/>
                  </a:lnTo>
                  <a:lnTo>
                    <a:pt x="681831" y="907984"/>
                  </a:lnTo>
                  <a:lnTo>
                    <a:pt x="691572" y="908214"/>
                  </a:lnTo>
                  <a:lnTo>
                    <a:pt x="701313" y="908559"/>
                  </a:lnTo>
                  <a:lnTo>
                    <a:pt x="711052" y="909011"/>
                  </a:lnTo>
                  <a:lnTo>
                    <a:pt x="720793" y="909553"/>
                  </a:lnTo>
                  <a:lnTo>
                    <a:pt x="730534" y="910176"/>
                  </a:lnTo>
                  <a:lnTo>
                    <a:pt x="740274" y="910867"/>
                  </a:lnTo>
                  <a:lnTo>
                    <a:pt x="750015" y="911614"/>
                  </a:lnTo>
                  <a:lnTo>
                    <a:pt x="759756" y="912400"/>
                  </a:lnTo>
                  <a:lnTo>
                    <a:pt x="769495" y="913215"/>
                  </a:lnTo>
                  <a:lnTo>
                    <a:pt x="779236" y="914044"/>
                  </a:lnTo>
                  <a:lnTo>
                    <a:pt x="788977" y="914871"/>
                  </a:lnTo>
                  <a:lnTo>
                    <a:pt x="798717" y="915685"/>
                  </a:lnTo>
                  <a:lnTo>
                    <a:pt x="808458" y="916471"/>
                  </a:lnTo>
                  <a:lnTo>
                    <a:pt x="818199" y="917213"/>
                  </a:lnTo>
                  <a:lnTo>
                    <a:pt x="827938" y="917896"/>
                  </a:lnTo>
                  <a:lnTo>
                    <a:pt x="837679" y="918509"/>
                  </a:lnTo>
                  <a:lnTo>
                    <a:pt x="847420" y="919035"/>
                  </a:lnTo>
                  <a:lnTo>
                    <a:pt x="857159" y="919459"/>
                  </a:lnTo>
                  <a:lnTo>
                    <a:pt x="866900" y="919769"/>
                  </a:lnTo>
                  <a:lnTo>
                    <a:pt x="876641" y="919950"/>
                  </a:lnTo>
                  <a:lnTo>
                    <a:pt x="886381" y="919987"/>
                  </a:lnTo>
                  <a:lnTo>
                    <a:pt x="896122" y="919866"/>
                  </a:lnTo>
                  <a:lnTo>
                    <a:pt x="905863" y="919576"/>
                  </a:lnTo>
                  <a:lnTo>
                    <a:pt x="915602" y="919100"/>
                  </a:lnTo>
                  <a:lnTo>
                    <a:pt x="925343" y="918428"/>
                  </a:lnTo>
                  <a:lnTo>
                    <a:pt x="935084" y="917548"/>
                  </a:lnTo>
                  <a:lnTo>
                    <a:pt x="944824" y="916444"/>
                  </a:lnTo>
                  <a:lnTo>
                    <a:pt x="954564" y="915107"/>
                  </a:lnTo>
                  <a:lnTo>
                    <a:pt x="964305" y="913525"/>
                  </a:lnTo>
                  <a:lnTo>
                    <a:pt x="974045" y="911688"/>
                  </a:lnTo>
                  <a:lnTo>
                    <a:pt x="983786" y="909583"/>
                  </a:lnTo>
                  <a:lnTo>
                    <a:pt x="993522" y="907200"/>
                  </a:lnTo>
                  <a:lnTo>
                    <a:pt x="1003266" y="904534"/>
                  </a:lnTo>
                  <a:lnTo>
                    <a:pt x="1013010" y="901570"/>
                  </a:lnTo>
                  <a:lnTo>
                    <a:pt x="1022754" y="898303"/>
                  </a:lnTo>
                  <a:lnTo>
                    <a:pt x="1032483" y="894724"/>
                  </a:lnTo>
                  <a:lnTo>
                    <a:pt x="1042227" y="890827"/>
                  </a:lnTo>
                  <a:lnTo>
                    <a:pt x="1051971" y="886604"/>
                  </a:lnTo>
                  <a:lnTo>
                    <a:pt x="1061715" y="882050"/>
                  </a:lnTo>
                  <a:lnTo>
                    <a:pt x="1071444" y="877160"/>
                  </a:lnTo>
                  <a:lnTo>
                    <a:pt x="1081188" y="871927"/>
                  </a:lnTo>
                  <a:lnTo>
                    <a:pt x="1090932" y="866350"/>
                  </a:lnTo>
                  <a:lnTo>
                    <a:pt x="1100676" y="860427"/>
                  </a:lnTo>
                  <a:lnTo>
                    <a:pt x="1110405" y="854150"/>
                  </a:lnTo>
                  <a:lnTo>
                    <a:pt x="1120149" y="847521"/>
                  </a:lnTo>
                  <a:lnTo>
                    <a:pt x="1129893" y="840539"/>
                  </a:lnTo>
                  <a:lnTo>
                    <a:pt x="1139637" y="833203"/>
                  </a:lnTo>
                  <a:lnTo>
                    <a:pt x="1149381" y="825514"/>
                  </a:lnTo>
                  <a:lnTo>
                    <a:pt x="1159110" y="817471"/>
                  </a:lnTo>
                  <a:lnTo>
                    <a:pt x="1168854" y="809077"/>
                  </a:lnTo>
                  <a:lnTo>
                    <a:pt x="1178598" y="800337"/>
                  </a:lnTo>
                  <a:lnTo>
                    <a:pt x="1188341" y="791252"/>
                  </a:lnTo>
                  <a:lnTo>
                    <a:pt x="1198070" y="781826"/>
                  </a:lnTo>
                  <a:lnTo>
                    <a:pt x="1207814" y="772064"/>
                  </a:lnTo>
                  <a:lnTo>
                    <a:pt x="1217558" y="761973"/>
                  </a:lnTo>
                  <a:lnTo>
                    <a:pt x="1227302" y="751557"/>
                  </a:lnTo>
                  <a:lnTo>
                    <a:pt x="1237031" y="740825"/>
                  </a:lnTo>
                  <a:lnTo>
                    <a:pt x="1246775" y="729783"/>
                  </a:lnTo>
                  <a:lnTo>
                    <a:pt x="1256519" y="718442"/>
                  </a:lnTo>
                  <a:lnTo>
                    <a:pt x="1266263" y="706809"/>
                  </a:lnTo>
                  <a:lnTo>
                    <a:pt x="1276007" y="694894"/>
                  </a:lnTo>
                  <a:lnTo>
                    <a:pt x="1285736" y="682709"/>
                  </a:lnTo>
                  <a:lnTo>
                    <a:pt x="1295480" y="670263"/>
                  </a:lnTo>
                  <a:lnTo>
                    <a:pt x="1305224" y="657568"/>
                  </a:lnTo>
                  <a:lnTo>
                    <a:pt x="1314968" y="644637"/>
                  </a:lnTo>
                  <a:lnTo>
                    <a:pt x="1324697" y="631483"/>
                  </a:lnTo>
                  <a:lnTo>
                    <a:pt x="1334441" y="618117"/>
                  </a:lnTo>
                  <a:lnTo>
                    <a:pt x="1344185" y="604556"/>
                  </a:lnTo>
                  <a:lnTo>
                    <a:pt x="1353929" y="590813"/>
                  </a:lnTo>
                  <a:lnTo>
                    <a:pt x="1363658" y="576904"/>
                  </a:lnTo>
                  <a:lnTo>
                    <a:pt x="1373402" y="562840"/>
                  </a:lnTo>
                  <a:lnTo>
                    <a:pt x="1383146" y="548642"/>
                  </a:lnTo>
                  <a:lnTo>
                    <a:pt x="1392890" y="534322"/>
                  </a:lnTo>
                  <a:lnTo>
                    <a:pt x="1402619" y="519898"/>
                  </a:lnTo>
                  <a:lnTo>
                    <a:pt x="1412363" y="505387"/>
                  </a:lnTo>
                  <a:lnTo>
                    <a:pt x="1422106" y="490805"/>
                  </a:lnTo>
                  <a:lnTo>
                    <a:pt x="1431850" y="476170"/>
                  </a:lnTo>
                  <a:lnTo>
                    <a:pt x="1441594" y="461497"/>
                  </a:lnTo>
                  <a:lnTo>
                    <a:pt x="1451323" y="446806"/>
                  </a:lnTo>
                  <a:lnTo>
                    <a:pt x="1461067" y="432114"/>
                  </a:lnTo>
                  <a:lnTo>
                    <a:pt x="1470811" y="417437"/>
                  </a:lnTo>
                  <a:lnTo>
                    <a:pt x="1480555" y="402792"/>
                  </a:lnTo>
                  <a:lnTo>
                    <a:pt x="1490284" y="388200"/>
                  </a:lnTo>
                  <a:lnTo>
                    <a:pt x="1500028" y="373677"/>
                  </a:lnTo>
                  <a:lnTo>
                    <a:pt x="1509772" y="359238"/>
                  </a:lnTo>
                  <a:lnTo>
                    <a:pt x="1519516" y="344904"/>
                  </a:lnTo>
                  <a:lnTo>
                    <a:pt x="1529245" y="330689"/>
                  </a:lnTo>
                  <a:lnTo>
                    <a:pt x="1538989" y="316611"/>
                  </a:lnTo>
                  <a:lnTo>
                    <a:pt x="1548733" y="302688"/>
                  </a:lnTo>
                  <a:lnTo>
                    <a:pt x="1558477" y="288934"/>
                  </a:lnTo>
                  <a:lnTo>
                    <a:pt x="1568221" y="275366"/>
                  </a:lnTo>
                  <a:lnTo>
                    <a:pt x="1577950" y="262000"/>
                  </a:lnTo>
                  <a:lnTo>
                    <a:pt x="1587694" y="248850"/>
                  </a:lnTo>
                  <a:lnTo>
                    <a:pt x="1597438" y="235933"/>
                  </a:lnTo>
                  <a:lnTo>
                    <a:pt x="1607182" y="223261"/>
                  </a:lnTo>
                  <a:lnTo>
                    <a:pt x="1616911" y="210849"/>
                  </a:lnTo>
                  <a:lnTo>
                    <a:pt x="1626655" y="198711"/>
                  </a:lnTo>
                  <a:lnTo>
                    <a:pt x="1636399" y="186857"/>
                  </a:lnTo>
                  <a:lnTo>
                    <a:pt x="1646142" y="175303"/>
                  </a:lnTo>
                  <a:lnTo>
                    <a:pt x="1655872" y="164057"/>
                  </a:lnTo>
                  <a:lnTo>
                    <a:pt x="1665616" y="153133"/>
                  </a:lnTo>
                  <a:lnTo>
                    <a:pt x="1675359" y="142540"/>
                  </a:lnTo>
                  <a:lnTo>
                    <a:pt x="1685103" y="132287"/>
                  </a:lnTo>
                  <a:lnTo>
                    <a:pt x="1694832" y="122382"/>
                  </a:lnTo>
                  <a:lnTo>
                    <a:pt x="1704576" y="112836"/>
                  </a:lnTo>
                  <a:lnTo>
                    <a:pt x="1714320" y="103655"/>
                  </a:lnTo>
                  <a:lnTo>
                    <a:pt x="1724064" y="94847"/>
                  </a:lnTo>
                  <a:lnTo>
                    <a:pt x="1733808" y="86416"/>
                  </a:lnTo>
                  <a:lnTo>
                    <a:pt x="1743537" y="78369"/>
                  </a:lnTo>
                  <a:lnTo>
                    <a:pt x="1753281" y="70711"/>
                  </a:lnTo>
                  <a:lnTo>
                    <a:pt x="1763025" y="63443"/>
                  </a:lnTo>
                  <a:lnTo>
                    <a:pt x="1772769" y="56571"/>
                  </a:lnTo>
                  <a:lnTo>
                    <a:pt x="1782498" y="50098"/>
                  </a:lnTo>
                  <a:lnTo>
                    <a:pt x="1792242" y="44023"/>
                  </a:lnTo>
                  <a:lnTo>
                    <a:pt x="1801986" y="38351"/>
                  </a:lnTo>
                  <a:lnTo>
                    <a:pt x="1811730" y="33079"/>
                  </a:lnTo>
                  <a:lnTo>
                    <a:pt x="1821459" y="28207"/>
                  </a:lnTo>
                  <a:lnTo>
                    <a:pt x="1831203" y="23734"/>
                  </a:lnTo>
                  <a:lnTo>
                    <a:pt x="1840947" y="19659"/>
                  </a:lnTo>
                  <a:lnTo>
                    <a:pt x="1850691" y="15981"/>
                  </a:lnTo>
                  <a:lnTo>
                    <a:pt x="1860435" y="12694"/>
                  </a:lnTo>
                  <a:lnTo>
                    <a:pt x="1870164" y="9796"/>
                  </a:lnTo>
                  <a:lnTo>
                    <a:pt x="1879908" y="7284"/>
                  </a:lnTo>
                  <a:lnTo>
                    <a:pt x="1889652" y="5152"/>
                  </a:lnTo>
                  <a:lnTo>
                    <a:pt x="1899395" y="3395"/>
                  </a:lnTo>
                  <a:lnTo>
                    <a:pt x="1909124" y="2008"/>
                  </a:lnTo>
                  <a:lnTo>
                    <a:pt x="1918868" y="985"/>
                  </a:lnTo>
                  <a:lnTo>
                    <a:pt x="1928612" y="317"/>
                  </a:lnTo>
                  <a:lnTo>
                    <a:pt x="1938356" y="0"/>
                  </a:lnTo>
                  <a:lnTo>
                    <a:pt x="1948085" y="25"/>
                  </a:lnTo>
                  <a:lnTo>
                    <a:pt x="1957829" y="384"/>
                  </a:lnTo>
                  <a:lnTo>
                    <a:pt x="1967573" y="1071"/>
                  </a:lnTo>
                  <a:lnTo>
                    <a:pt x="1977317" y="2077"/>
                  </a:lnTo>
                  <a:lnTo>
                    <a:pt x="1987046" y="3392"/>
                  </a:lnTo>
                  <a:lnTo>
                    <a:pt x="1996790" y="5009"/>
                  </a:lnTo>
                  <a:lnTo>
                    <a:pt x="2006534" y="6918"/>
                  </a:lnTo>
                  <a:lnTo>
                    <a:pt x="2016278" y="9109"/>
                  </a:lnTo>
                  <a:lnTo>
                    <a:pt x="2026022" y="11576"/>
                  </a:lnTo>
                  <a:lnTo>
                    <a:pt x="2035751" y="14306"/>
                  </a:lnTo>
                  <a:lnTo>
                    <a:pt x="2045495" y="17293"/>
                  </a:lnTo>
                  <a:lnTo>
                    <a:pt x="2055239" y="20525"/>
                  </a:lnTo>
                  <a:lnTo>
                    <a:pt x="2064983" y="23993"/>
                  </a:lnTo>
                  <a:lnTo>
                    <a:pt x="2074712" y="27690"/>
                  </a:lnTo>
                  <a:lnTo>
                    <a:pt x="2084456" y="31604"/>
                  </a:lnTo>
                  <a:lnTo>
                    <a:pt x="2094200" y="35725"/>
                  </a:lnTo>
                  <a:lnTo>
                    <a:pt x="2103944" y="40047"/>
                  </a:lnTo>
                  <a:lnTo>
                    <a:pt x="2113673" y="44558"/>
                  </a:lnTo>
                  <a:lnTo>
                    <a:pt x="2123417" y="49253"/>
                  </a:lnTo>
                  <a:lnTo>
                    <a:pt x="2133161" y="54119"/>
                  </a:lnTo>
                  <a:lnTo>
                    <a:pt x="2142905" y="59149"/>
                  </a:lnTo>
                  <a:lnTo>
                    <a:pt x="2152649" y="64334"/>
                  </a:lnTo>
                  <a:lnTo>
                    <a:pt x="2162377" y="69668"/>
                  </a:lnTo>
                  <a:lnTo>
                    <a:pt x="2172121" y="75140"/>
                  </a:lnTo>
                  <a:lnTo>
                    <a:pt x="2181865" y="80744"/>
                  </a:lnTo>
                  <a:lnTo>
                    <a:pt x="2191609" y="86472"/>
                  </a:lnTo>
                  <a:lnTo>
                    <a:pt x="2201338" y="92316"/>
                  </a:lnTo>
                  <a:lnTo>
                    <a:pt x="2211082" y="98269"/>
                  </a:lnTo>
                  <a:lnTo>
                    <a:pt x="2220826" y="104326"/>
                  </a:lnTo>
                  <a:lnTo>
                    <a:pt x="2230570" y="110477"/>
                  </a:lnTo>
                  <a:lnTo>
                    <a:pt x="2240299" y="116720"/>
                  </a:lnTo>
                  <a:lnTo>
                    <a:pt x="2250043" y="123043"/>
                  </a:lnTo>
                  <a:lnTo>
                    <a:pt x="2259787" y="129445"/>
                  </a:lnTo>
                  <a:lnTo>
                    <a:pt x="2269531" y="135917"/>
                  </a:lnTo>
                  <a:lnTo>
                    <a:pt x="2279260" y="142455"/>
                  </a:lnTo>
                  <a:lnTo>
                    <a:pt x="2289004" y="149054"/>
                  </a:lnTo>
                  <a:lnTo>
                    <a:pt x="2298748" y="155706"/>
                  </a:lnTo>
                  <a:lnTo>
                    <a:pt x="2308492" y="162408"/>
                  </a:lnTo>
                  <a:lnTo>
                    <a:pt x="2318236" y="169156"/>
                  </a:lnTo>
                  <a:lnTo>
                    <a:pt x="2327965" y="175942"/>
                  </a:lnTo>
                  <a:lnTo>
                    <a:pt x="2337709" y="182764"/>
                  </a:lnTo>
                  <a:lnTo>
                    <a:pt x="2347453" y="189616"/>
                  </a:lnTo>
                  <a:lnTo>
                    <a:pt x="2357197" y="196495"/>
                  </a:lnTo>
                  <a:lnTo>
                    <a:pt x="2366926" y="203393"/>
                  </a:lnTo>
                  <a:lnTo>
                    <a:pt x="2376670" y="210311"/>
                  </a:lnTo>
                  <a:lnTo>
                    <a:pt x="2386413" y="217241"/>
                  </a:lnTo>
                  <a:lnTo>
                    <a:pt x="2396157" y="224178"/>
                  </a:lnTo>
                  <a:lnTo>
                    <a:pt x="2405886" y="231119"/>
                  </a:lnTo>
                  <a:lnTo>
                    <a:pt x="2415630" y="238059"/>
                  </a:lnTo>
                  <a:lnTo>
                    <a:pt x="2425374" y="244994"/>
                  </a:lnTo>
                  <a:lnTo>
                    <a:pt x="2435118" y="251921"/>
                  </a:lnTo>
                  <a:lnTo>
                    <a:pt x="2444862" y="258833"/>
                  </a:lnTo>
                  <a:lnTo>
                    <a:pt x="2454591" y="265726"/>
                  </a:lnTo>
                  <a:lnTo>
                    <a:pt x="2464335" y="272596"/>
                  </a:lnTo>
                  <a:lnTo>
                    <a:pt x="2474079" y="279438"/>
                  </a:lnTo>
                  <a:lnTo>
                    <a:pt x="2483823" y="286247"/>
                  </a:lnTo>
                  <a:lnTo>
                    <a:pt x="2493552" y="293017"/>
                  </a:lnTo>
                  <a:lnTo>
                    <a:pt x="2503296" y="299744"/>
                  </a:lnTo>
                  <a:lnTo>
                    <a:pt x="2513040" y="306421"/>
                  </a:lnTo>
                  <a:lnTo>
                    <a:pt x="2522784" y="313045"/>
                  </a:lnTo>
                  <a:lnTo>
                    <a:pt x="2532513" y="319610"/>
                  </a:lnTo>
                  <a:lnTo>
                    <a:pt x="2542257" y="326109"/>
                  </a:lnTo>
                  <a:lnTo>
                    <a:pt x="2552001" y="332538"/>
                  </a:lnTo>
                  <a:lnTo>
                    <a:pt x="2561745" y="338889"/>
                  </a:lnTo>
                  <a:lnTo>
                    <a:pt x="2571474" y="345157"/>
                  </a:lnTo>
                  <a:lnTo>
                    <a:pt x="2581218" y="351337"/>
                  </a:lnTo>
                  <a:lnTo>
                    <a:pt x="2590962" y="357422"/>
                  </a:lnTo>
                  <a:lnTo>
                    <a:pt x="2600705" y="363404"/>
                  </a:lnTo>
                  <a:lnTo>
                    <a:pt x="2610449" y="369280"/>
                  </a:lnTo>
                  <a:lnTo>
                    <a:pt x="2620178" y="375042"/>
                  </a:lnTo>
                  <a:lnTo>
                    <a:pt x="2629922" y="380682"/>
                  </a:lnTo>
                  <a:lnTo>
                    <a:pt x="2639666" y="386196"/>
                  </a:lnTo>
                  <a:lnTo>
                    <a:pt x="2649410" y="391577"/>
                  </a:lnTo>
                  <a:lnTo>
                    <a:pt x="2659139" y="396819"/>
                  </a:lnTo>
                  <a:lnTo>
                    <a:pt x="2668883" y="401915"/>
                  </a:lnTo>
                  <a:lnTo>
                    <a:pt x="2678627" y="406858"/>
                  </a:lnTo>
                  <a:lnTo>
                    <a:pt x="2688371" y="411645"/>
                  </a:lnTo>
                  <a:lnTo>
                    <a:pt x="2698100" y="416269"/>
                  </a:lnTo>
                  <a:lnTo>
                    <a:pt x="2707844" y="420722"/>
                  </a:lnTo>
                  <a:lnTo>
                    <a:pt x="2717588" y="425001"/>
                  </a:lnTo>
                  <a:lnTo>
                    <a:pt x="2727332" y="429100"/>
                  </a:lnTo>
                  <a:lnTo>
                    <a:pt x="2737076" y="433012"/>
                  </a:lnTo>
                  <a:lnTo>
                    <a:pt x="2746805" y="436735"/>
                  </a:lnTo>
                  <a:lnTo>
                    <a:pt x="2756549" y="440265"/>
                  </a:lnTo>
                  <a:lnTo>
                    <a:pt x="2766293" y="443595"/>
                  </a:lnTo>
                  <a:lnTo>
                    <a:pt x="2776037" y="446724"/>
                  </a:lnTo>
                  <a:lnTo>
                    <a:pt x="2785766" y="449645"/>
                  </a:lnTo>
                  <a:lnTo>
                    <a:pt x="2795510" y="452360"/>
                  </a:lnTo>
                  <a:lnTo>
                    <a:pt x="2805254" y="454863"/>
                  </a:lnTo>
                  <a:lnTo>
                    <a:pt x="2814998" y="457153"/>
                  </a:lnTo>
                  <a:lnTo>
                    <a:pt x="2824727" y="459228"/>
                  </a:lnTo>
                  <a:lnTo>
                    <a:pt x="2834471" y="461088"/>
                  </a:lnTo>
                  <a:lnTo>
                    <a:pt x="2844215" y="462731"/>
                  </a:lnTo>
                  <a:lnTo>
                    <a:pt x="2853958" y="464157"/>
                  </a:lnTo>
                  <a:lnTo>
                    <a:pt x="2863687" y="465367"/>
                  </a:lnTo>
                  <a:lnTo>
                    <a:pt x="2873431" y="466360"/>
                  </a:lnTo>
                  <a:lnTo>
                    <a:pt x="2883175" y="467141"/>
                  </a:lnTo>
                  <a:lnTo>
                    <a:pt x="2892919" y="467709"/>
                  </a:lnTo>
                  <a:lnTo>
                    <a:pt x="2902663" y="468068"/>
                  </a:lnTo>
                  <a:lnTo>
                    <a:pt x="2912392" y="46822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5" name="Freeform 804">
              <a:extLst>
                <a:ext uri="{FF2B5EF4-FFF2-40B4-BE49-F238E27FC236}">
                  <a16:creationId xmlns:a16="http://schemas.microsoft.com/office/drawing/2014/main" id="{B079FFFB-6952-C611-1523-7A8A3312CFA7}"/>
                </a:ext>
              </a:extLst>
            </p:cNvPr>
            <p:cNvSpPr/>
            <p:nvPr/>
          </p:nvSpPr>
          <p:spPr>
            <a:xfrm>
              <a:off x="576446" y="3436831"/>
              <a:ext cx="2912392" cy="571968"/>
            </a:xfrm>
            <a:custGeom>
              <a:avLst/>
              <a:gdLst>
                <a:gd name="connsiteX0" fmla="*/ 0 w 2912392"/>
                <a:gd name="connsiteY0" fmla="*/ 421018 h 571968"/>
                <a:gd name="connsiteX1" fmla="*/ 9739 w 2912392"/>
                <a:gd name="connsiteY1" fmla="*/ 421899 h 571968"/>
                <a:gd name="connsiteX2" fmla="*/ 19480 w 2912392"/>
                <a:gd name="connsiteY2" fmla="*/ 422710 h 571968"/>
                <a:gd name="connsiteX3" fmla="*/ 29221 w 2912392"/>
                <a:gd name="connsiteY3" fmla="*/ 423454 h 571968"/>
                <a:gd name="connsiteX4" fmla="*/ 38961 w 2912392"/>
                <a:gd name="connsiteY4" fmla="*/ 424135 h 571968"/>
                <a:gd name="connsiteX5" fmla="*/ 48702 w 2912392"/>
                <a:gd name="connsiteY5" fmla="*/ 424752 h 571968"/>
                <a:gd name="connsiteX6" fmla="*/ 58443 w 2912392"/>
                <a:gd name="connsiteY6" fmla="*/ 425309 h 571968"/>
                <a:gd name="connsiteX7" fmla="*/ 68182 w 2912392"/>
                <a:gd name="connsiteY7" fmla="*/ 425810 h 571968"/>
                <a:gd name="connsiteX8" fmla="*/ 77923 w 2912392"/>
                <a:gd name="connsiteY8" fmla="*/ 426258 h 571968"/>
                <a:gd name="connsiteX9" fmla="*/ 87664 w 2912392"/>
                <a:gd name="connsiteY9" fmla="*/ 426655 h 571968"/>
                <a:gd name="connsiteX10" fmla="*/ 97404 w 2912392"/>
                <a:gd name="connsiteY10" fmla="*/ 427006 h 571968"/>
                <a:gd name="connsiteX11" fmla="*/ 107145 w 2912392"/>
                <a:gd name="connsiteY11" fmla="*/ 427315 h 571968"/>
                <a:gd name="connsiteX12" fmla="*/ 116886 w 2912392"/>
                <a:gd name="connsiteY12" fmla="*/ 427587 h 571968"/>
                <a:gd name="connsiteX13" fmla="*/ 126625 w 2912392"/>
                <a:gd name="connsiteY13" fmla="*/ 427827 h 571968"/>
                <a:gd name="connsiteX14" fmla="*/ 136366 w 2912392"/>
                <a:gd name="connsiteY14" fmla="*/ 428040 h 571968"/>
                <a:gd name="connsiteX15" fmla="*/ 146107 w 2912392"/>
                <a:gd name="connsiteY15" fmla="*/ 428230 h 571968"/>
                <a:gd name="connsiteX16" fmla="*/ 155846 w 2912392"/>
                <a:gd name="connsiteY16" fmla="*/ 428404 h 571968"/>
                <a:gd name="connsiteX17" fmla="*/ 165587 w 2912392"/>
                <a:gd name="connsiteY17" fmla="*/ 428566 h 571968"/>
                <a:gd name="connsiteX18" fmla="*/ 175328 w 2912392"/>
                <a:gd name="connsiteY18" fmla="*/ 428724 h 571968"/>
                <a:gd name="connsiteX19" fmla="*/ 185068 w 2912392"/>
                <a:gd name="connsiteY19" fmla="*/ 428882 h 571968"/>
                <a:gd name="connsiteX20" fmla="*/ 194809 w 2912392"/>
                <a:gd name="connsiteY20" fmla="*/ 429046 h 571968"/>
                <a:gd name="connsiteX21" fmla="*/ 204550 w 2912392"/>
                <a:gd name="connsiteY21" fmla="*/ 429223 h 571968"/>
                <a:gd name="connsiteX22" fmla="*/ 214289 w 2912392"/>
                <a:gd name="connsiteY22" fmla="*/ 429419 h 571968"/>
                <a:gd name="connsiteX23" fmla="*/ 224030 w 2912392"/>
                <a:gd name="connsiteY23" fmla="*/ 429640 h 571968"/>
                <a:gd name="connsiteX24" fmla="*/ 233771 w 2912392"/>
                <a:gd name="connsiteY24" fmla="*/ 429892 h 571968"/>
                <a:gd name="connsiteX25" fmla="*/ 243510 w 2912392"/>
                <a:gd name="connsiteY25" fmla="*/ 430181 h 571968"/>
                <a:gd name="connsiteX26" fmla="*/ 253251 w 2912392"/>
                <a:gd name="connsiteY26" fmla="*/ 430514 h 571968"/>
                <a:gd name="connsiteX27" fmla="*/ 262992 w 2912392"/>
                <a:gd name="connsiteY27" fmla="*/ 430895 h 571968"/>
                <a:gd name="connsiteX28" fmla="*/ 272732 w 2912392"/>
                <a:gd name="connsiteY28" fmla="*/ 431330 h 571968"/>
                <a:gd name="connsiteX29" fmla="*/ 282473 w 2912392"/>
                <a:gd name="connsiteY29" fmla="*/ 431826 h 571968"/>
                <a:gd name="connsiteX30" fmla="*/ 292214 w 2912392"/>
                <a:gd name="connsiteY30" fmla="*/ 432389 h 571968"/>
                <a:gd name="connsiteX31" fmla="*/ 301953 w 2912392"/>
                <a:gd name="connsiteY31" fmla="*/ 433021 h 571968"/>
                <a:gd name="connsiteX32" fmla="*/ 311694 w 2912392"/>
                <a:gd name="connsiteY32" fmla="*/ 433730 h 571968"/>
                <a:gd name="connsiteX33" fmla="*/ 321435 w 2912392"/>
                <a:gd name="connsiteY33" fmla="*/ 434518 h 571968"/>
                <a:gd name="connsiteX34" fmla="*/ 331175 w 2912392"/>
                <a:gd name="connsiteY34" fmla="*/ 435391 h 571968"/>
                <a:gd name="connsiteX35" fmla="*/ 340916 w 2912392"/>
                <a:gd name="connsiteY35" fmla="*/ 436354 h 571968"/>
                <a:gd name="connsiteX36" fmla="*/ 350656 w 2912392"/>
                <a:gd name="connsiteY36" fmla="*/ 437409 h 571968"/>
                <a:gd name="connsiteX37" fmla="*/ 360396 w 2912392"/>
                <a:gd name="connsiteY37" fmla="*/ 438559 h 571968"/>
                <a:gd name="connsiteX38" fmla="*/ 370137 w 2912392"/>
                <a:gd name="connsiteY38" fmla="*/ 439808 h 571968"/>
                <a:gd name="connsiteX39" fmla="*/ 379878 w 2912392"/>
                <a:gd name="connsiteY39" fmla="*/ 441157 h 571968"/>
                <a:gd name="connsiteX40" fmla="*/ 389617 w 2912392"/>
                <a:gd name="connsiteY40" fmla="*/ 442610 h 571968"/>
                <a:gd name="connsiteX41" fmla="*/ 399358 w 2912392"/>
                <a:gd name="connsiteY41" fmla="*/ 444167 h 571968"/>
                <a:gd name="connsiteX42" fmla="*/ 409099 w 2912392"/>
                <a:gd name="connsiteY42" fmla="*/ 445831 h 571968"/>
                <a:gd name="connsiteX43" fmla="*/ 418839 w 2912392"/>
                <a:gd name="connsiteY43" fmla="*/ 447600 h 571968"/>
                <a:gd name="connsiteX44" fmla="*/ 428580 w 2912392"/>
                <a:gd name="connsiteY44" fmla="*/ 449477 h 571968"/>
                <a:gd name="connsiteX45" fmla="*/ 438321 w 2912392"/>
                <a:gd name="connsiteY45" fmla="*/ 451460 h 571968"/>
                <a:gd name="connsiteX46" fmla="*/ 448060 w 2912392"/>
                <a:gd name="connsiteY46" fmla="*/ 453547 h 571968"/>
                <a:gd name="connsiteX47" fmla="*/ 457801 w 2912392"/>
                <a:gd name="connsiteY47" fmla="*/ 455741 h 571968"/>
                <a:gd name="connsiteX48" fmla="*/ 467542 w 2912392"/>
                <a:gd name="connsiteY48" fmla="*/ 458036 h 571968"/>
                <a:gd name="connsiteX49" fmla="*/ 477281 w 2912392"/>
                <a:gd name="connsiteY49" fmla="*/ 460432 h 571968"/>
                <a:gd name="connsiteX50" fmla="*/ 487022 w 2912392"/>
                <a:gd name="connsiteY50" fmla="*/ 462925 h 571968"/>
                <a:gd name="connsiteX51" fmla="*/ 496763 w 2912392"/>
                <a:gd name="connsiteY51" fmla="*/ 465513 h 571968"/>
                <a:gd name="connsiteX52" fmla="*/ 506503 w 2912392"/>
                <a:gd name="connsiteY52" fmla="*/ 468192 h 571968"/>
                <a:gd name="connsiteX53" fmla="*/ 516244 w 2912392"/>
                <a:gd name="connsiteY53" fmla="*/ 470958 h 571968"/>
                <a:gd name="connsiteX54" fmla="*/ 525985 w 2912392"/>
                <a:gd name="connsiteY54" fmla="*/ 473806 h 571968"/>
                <a:gd name="connsiteX55" fmla="*/ 535724 w 2912392"/>
                <a:gd name="connsiteY55" fmla="*/ 476730 h 571968"/>
                <a:gd name="connsiteX56" fmla="*/ 545465 w 2912392"/>
                <a:gd name="connsiteY56" fmla="*/ 479728 h 571968"/>
                <a:gd name="connsiteX57" fmla="*/ 555206 w 2912392"/>
                <a:gd name="connsiteY57" fmla="*/ 482791 h 571968"/>
                <a:gd name="connsiteX58" fmla="*/ 564946 w 2912392"/>
                <a:gd name="connsiteY58" fmla="*/ 485912 h 571968"/>
                <a:gd name="connsiteX59" fmla="*/ 574687 w 2912392"/>
                <a:gd name="connsiteY59" fmla="*/ 489089 h 571968"/>
                <a:gd name="connsiteX60" fmla="*/ 584428 w 2912392"/>
                <a:gd name="connsiteY60" fmla="*/ 492312 h 571968"/>
                <a:gd name="connsiteX61" fmla="*/ 594167 w 2912392"/>
                <a:gd name="connsiteY61" fmla="*/ 495573 h 571968"/>
                <a:gd name="connsiteX62" fmla="*/ 603908 w 2912392"/>
                <a:gd name="connsiteY62" fmla="*/ 498867 h 571968"/>
                <a:gd name="connsiteX63" fmla="*/ 613649 w 2912392"/>
                <a:gd name="connsiteY63" fmla="*/ 502184 h 571968"/>
                <a:gd name="connsiteX64" fmla="*/ 623388 w 2912392"/>
                <a:gd name="connsiteY64" fmla="*/ 505518 h 571968"/>
                <a:gd name="connsiteX65" fmla="*/ 633129 w 2912392"/>
                <a:gd name="connsiteY65" fmla="*/ 508860 h 571968"/>
                <a:gd name="connsiteX66" fmla="*/ 642870 w 2912392"/>
                <a:gd name="connsiteY66" fmla="*/ 512200 h 571968"/>
                <a:gd name="connsiteX67" fmla="*/ 652610 w 2912392"/>
                <a:gd name="connsiteY67" fmla="*/ 515533 h 571968"/>
                <a:gd name="connsiteX68" fmla="*/ 662351 w 2912392"/>
                <a:gd name="connsiteY68" fmla="*/ 518848 h 571968"/>
                <a:gd name="connsiteX69" fmla="*/ 672092 w 2912392"/>
                <a:gd name="connsiteY69" fmla="*/ 522136 h 571968"/>
                <a:gd name="connsiteX70" fmla="*/ 681831 w 2912392"/>
                <a:gd name="connsiteY70" fmla="*/ 525390 h 571968"/>
                <a:gd name="connsiteX71" fmla="*/ 691572 w 2912392"/>
                <a:gd name="connsiteY71" fmla="*/ 528601 h 571968"/>
                <a:gd name="connsiteX72" fmla="*/ 701313 w 2912392"/>
                <a:gd name="connsiteY72" fmla="*/ 531760 h 571968"/>
                <a:gd name="connsiteX73" fmla="*/ 711052 w 2912392"/>
                <a:gd name="connsiteY73" fmla="*/ 534856 h 571968"/>
                <a:gd name="connsiteX74" fmla="*/ 720793 w 2912392"/>
                <a:gd name="connsiteY74" fmla="*/ 537883 h 571968"/>
                <a:gd name="connsiteX75" fmla="*/ 730534 w 2912392"/>
                <a:gd name="connsiteY75" fmla="*/ 540833 h 571968"/>
                <a:gd name="connsiteX76" fmla="*/ 740274 w 2912392"/>
                <a:gd name="connsiteY76" fmla="*/ 543695 h 571968"/>
                <a:gd name="connsiteX77" fmla="*/ 750015 w 2912392"/>
                <a:gd name="connsiteY77" fmla="*/ 546462 h 571968"/>
                <a:gd name="connsiteX78" fmla="*/ 759756 w 2912392"/>
                <a:gd name="connsiteY78" fmla="*/ 549124 h 571968"/>
                <a:gd name="connsiteX79" fmla="*/ 769495 w 2912392"/>
                <a:gd name="connsiteY79" fmla="*/ 551677 h 571968"/>
                <a:gd name="connsiteX80" fmla="*/ 779236 w 2912392"/>
                <a:gd name="connsiteY80" fmla="*/ 554110 h 571968"/>
                <a:gd name="connsiteX81" fmla="*/ 788977 w 2912392"/>
                <a:gd name="connsiteY81" fmla="*/ 556416 h 571968"/>
                <a:gd name="connsiteX82" fmla="*/ 798717 w 2912392"/>
                <a:gd name="connsiteY82" fmla="*/ 558590 h 571968"/>
                <a:gd name="connsiteX83" fmla="*/ 808458 w 2912392"/>
                <a:gd name="connsiteY83" fmla="*/ 560620 h 571968"/>
                <a:gd name="connsiteX84" fmla="*/ 818199 w 2912392"/>
                <a:gd name="connsiteY84" fmla="*/ 562504 h 571968"/>
                <a:gd name="connsiteX85" fmla="*/ 827938 w 2912392"/>
                <a:gd name="connsiteY85" fmla="*/ 564233 h 571968"/>
                <a:gd name="connsiteX86" fmla="*/ 837679 w 2912392"/>
                <a:gd name="connsiteY86" fmla="*/ 565804 h 571968"/>
                <a:gd name="connsiteX87" fmla="*/ 847420 w 2912392"/>
                <a:gd name="connsiteY87" fmla="*/ 567206 h 571968"/>
                <a:gd name="connsiteX88" fmla="*/ 857159 w 2912392"/>
                <a:gd name="connsiteY88" fmla="*/ 568438 h 571968"/>
                <a:gd name="connsiteX89" fmla="*/ 866900 w 2912392"/>
                <a:gd name="connsiteY89" fmla="*/ 569493 h 571968"/>
                <a:gd name="connsiteX90" fmla="*/ 876641 w 2912392"/>
                <a:gd name="connsiteY90" fmla="*/ 570367 h 571968"/>
                <a:gd name="connsiteX91" fmla="*/ 886381 w 2912392"/>
                <a:gd name="connsiteY91" fmla="*/ 571056 h 571968"/>
                <a:gd name="connsiteX92" fmla="*/ 896122 w 2912392"/>
                <a:gd name="connsiteY92" fmla="*/ 571553 h 571968"/>
                <a:gd name="connsiteX93" fmla="*/ 905863 w 2912392"/>
                <a:gd name="connsiteY93" fmla="*/ 571859 h 571968"/>
                <a:gd name="connsiteX94" fmla="*/ 915602 w 2912392"/>
                <a:gd name="connsiteY94" fmla="*/ 571969 h 571968"/>
                <a:gd name="connsiteX95" fmla="*/ 925343 w 2912392"/>
                <a:gd name="connsiteY95" fmla="*/ 571878 h 571968"/>
                <a:gd name="connsiteX96" fmla="*/ 935084 w 2912392"/>
                <a:gd name="connsiteY96" fmla="*/ 571588 h 571968"/>
                <a:gd name="connsiteX97" fmla="*/ 944824 w 2912392"/>
                <a:gd name="connsiteY97" fmla="*/ 571093 h 571968"/>
                <a:gd name="connsiteX98" fmla="*/ 954564 w 2912392"/>
                <a:gd name="connsiteY98" fmla="*/ 570393 h 571968"/>
                <a:gd name="connsiteX99" fmla="*/ 964305 w 2912392"/>
                <a:gd name="connsiteY99" fmla="*/ 569485 h 571968"/>
                <a:gd name="connsiteX100" fmla="*/ 974045 w 2912392"/>
                <a:gd name="connsiteY100" fmla="*/ 568372 h 571968"/>
                <a:gd name="connsiteX101" fmla="*/ 983786 w 2912392"/>
                <a:gd name="connsiteY101" fmla="*/ 567051 h 571968"/>
                <a:gd name="connsiteX102" fmla="*/ 993522 w 2912392"/>
                <a:gd name="connsiteY102" fmla="*/ 565522 h 571968"/>
                <a:gd name="connsiteX103" fmla="*/ 1003266 w 2912392"/>
                <a:gd name="connsiteY103" fmla="*/ 563785 h 571968"/>
                <a:gd name="connsiteX104" fmla="*/ 1013010 w 2912392"/>
                <a:gd name="connsiteY104" fmla="*/ 561842 h 571968"/>
                <a:gd name="connsiteX105" fmla="*/ 1022754 w 2912392"/>
                <a:gd name="connsiteY105" fmla="*/ 559694 h 571968"/>
                <a:gd name="connsiteX106" fmla="*/ 1032483 w 2912392"/>
                <a:gd name="connsiteY106" fmla="*/ 557340 h 571968"/>
                <a:gd name="connsiteX107" fmla="*/ 1042227 w 2912392"/>
                <a:gd name="connsiteY107" fmla="*/ 554783 h 571968"/>
                <a:gd name="connsiteX108" fmla="*/ 1051971 w 2912392"/>
                <a:gd name="connsiteY108" fmla="*/ 552027 h 571968"/>
                <a:gd name="connsiteX109" fmla="*/ 1061715 w 2912392"/>
                <a:gd name="connsiteY109" fmla="*/ 549071 h 571968"/>
                <a:gd name="connsiteX110" fmla="*/ 1071444 w 2912392"/>
                <a:gd name="connsiteY110" fmla="*/ 545918 h 571968"/>
                <a:gd name="connsiteX111" fmla="*/ 1081188 w 2912392"/>
                <a:gd name="connsiteY111" fmla="*/ 542575 h 571968"/>
                <a:gd name="connsiteX112" fmla="*/ 1090932 w 2912392"/>
                <a:gd name="connsiteY112" fmla="*/ 539039 h 571968"/>
                <a:gd name="connsiteX113" fmla="*/ 1100676 w 2912392"/>
                <a:gd name="connsiteY113" fmla="*/ 535319 h 571968"/>
                <a:gd name="connsiteX114" fmla="*/ 1110405 w 2912392"/>
                <a:gd name="connsiteY114" fmla="*/ 531417 h 571968"/>
                <a:gd name="connsiteX115" fmla="*/ 1120149 w 2912392"/>
                <a:gd name="connsiteY115" fmla="*/ 527335 h 571968"/>
                <a:gd name="connsiteX116" fmla="*/ 1129893 w 2912392"/>
                <a:gd name="connsiteY116" fmla="*/ 523078 h 571968"/>
                <a:gd name="connsiteX117" fmla="*/ 1139637 w 2912392"/>
                <a:gd name="connsiteY117" fmla="*/ 518653 h 571968"/>
                <a:gd name="connsiteX118" fmla="*/ 1149381 w 2912392"/>
                <a:gd name="connsiteY118" fmla="*/ 514061 h 571968"/>
                <a:gd name="connsiteX119" fmla="*/ 1159110 w 2912392"/>
                <a:gd name="connsiteY119" fmla="*/ 509310 h 571968"/>
                <a:gd name="connsiteX120" fmla="*/ 1168854 w 2912392"/>
                <a:gd name="connsiteY120" fmla="*/ 504402 h 571968"/>
                <a:gd name="connsiteX121" fmla="*/ 1178598 w 2912392"/>
                <a:gd name="connsiteY121" fmla="*/ 499345 h 571968"/>
                <a:gd name="connsiteX122" fmla="*/ 1188341 w 2912392"/>
                <a:gd name="connsiteY122" fmla="*/ 494143 h 571968"/>
                <a:gd name="connsiteX123" fmla="*/ 1198070 w 2912392"/>
                <a:gd name="connsiteY123" fmla="*/ 488801 h 571968"/>
                <a:gd name="connsiteX124" fmla="*/ 1207814 w 2912392"/>
                <a:gd name="connsiteY124" fmla="*/ 483326 h 571968"/>
                <a:gd name="connsiteX125" fmla="*/ 1217558 w 2912392"/>
                <a:gd name="connsiteY125" fmla="*/ 477723 h 571968"/>
                <a:gd name="connsiteX126" fmla="*/ 1227302 w 2912392"/>
                <a:gd name="connsiteY126" fmla="*/ 471997 h 571968"/>
                <a:gd name="connsiteX127" fmla="*/ 1237031 w 2912392"/>
                <a:gd name="connsiteY127" fmla="*/ 466155 h 571968"/>
                <a:gd name="connsiteX128" fmla="*/ 1246775 w 2912392"/>
                <a:gd name="connsiteY128" fmla="*/ 460201 h 571968"/>
                <a:gd name="connsiteX129" fmla="*/ 1256519 w 2912392"/>
                <a:gd name="connsiteY129" fmla="*/ 454145 h 571968"/>
                <a:gd name="connsiteX130" fmla="*/ 1266263 w 2912392"/>
                <a:gd name="connsiteY130" fmla="*/ 447992 h 571968"/>
                <a:gd name="connsiteX131" fmla="*/ 1276007 w 2912392"/>
                <a:gd name="connsiteY131" fmla="*/ 441744 h 571968"/>
                <a:gd name="connsiteX132" fmla="*/ 1285736 w 2912392"/>
                <a:gd name="connsiteY132" fmla="*/ 435412 h 571968"/>
                <a:gd name="connsiteX133" fmla="*/ 1295480 w 2912392"/>
                <a:gd name="connsiteY133" fmla="*/ 429001 h 571968"/>
                <a:gd name="connsiteX134" fmla="*/ 1305224 w 2912392"/>
                <a:gd name="connsiteY134" fmla="*/ 422516 h 571968"/>
                <a:gd name="connsiteX135" fmla="*/ 1314968 w 2912392"/>
                <a:gd name="connsiteY135" fmla="*/ 415965 h 571968"/>
                <a:gd name="connsiteX136" fmla="*/ 1324697 w 2912392"/>
                <a:gd name="connsiteY136" fmla="*/ 409353 h 571968"/>
                <a:gd name="connsiteX137" fmla="*/ 1334441 w 2912392"/>
                <a:gd name="connsiteY137" fmla="*/ 402685 h 571968"/>
                <a:gd name="connsiteX138" fmla="*/ 1344185 w 2912392"/>
                <a:gd name="connsiteY138" fmla="*/ 395969 h 571968"/>
                <a:gd name="connsiteX139" fmla="*/ 1353929 w 2912392"/>
                <a:gd name="connsiteY139" fmla="*/ 389211 h 571968"/>
                <a:gd name="connsiteX140" fmla="*/ 1363658 w 2912392"/>
                <a:gd name="connsiteY140" fmla="*/ 382417 h 571968"/>
                <a:gd name="connsiteX141" fmla="*/ 1373402 w 2912392"/>
                <a:gd name="connsiteY141" fmla="*/ 375590 h 571968"/>
                <a:gd name="connsiteX142" fmla="*/ 1383146 w 2912392"/>
                <a:gd name="connsiteY142" fmla="*/ 368741 h 571968"/>
                <a:gd name="connsiteX143" fmla="*/ 1392890 w 2912392"/>
                <a:gd name="connsiteY143" fmla="*/ 361871 h 571968"/>
                <a:gd name="connsiteX144" fmla="*/ 1402619 w 2912392"/>
                <a:gd name="connsiteY144" fmla="*/ 354988 h 571968"/>
                <a:gd name="connsiteX145" fmla="*/ 1412363 w 2912392"/>
                <a:gd name="connsiteY145" fmla="*/ 348097 h 571968"/>
                <a:gd name="connsiteX146" fmla="*/ 1422106 w 2912392"/>
                <a:gd name="connsiteY146" fmla="*/ 341203 h 571968"/>
                <a:gd name="connsiteX147" fmla="*/ 1431850 w 2912392"/>
                <a:gd name="connsiteY147" fmla="*/ 334312 h 571968"/>
                <a:gd name="connsiteX148" fmla="*/ 1441594 w 2912392"/>
                <a:gd name="connsiteY148" fmla="*/ 327429 h 571968"/>
                <a:gd name="connsiteX149" fmla="*/ 1451323 w 2912392"/>
                <a:gd name="connsiteY149" fmla="*/ 320558 h 571968"/>
                <a:gd name="connsiteX150" fmla="*/ 1461067 w 2912392"/>
                <a:gd name="connsiteY150" fmla="*/ 313704 h 571968"/>
                <a:gd name="connsiteX151" fmla="*/ 1470811 w 2912392"/>
                <a:gd name="connsiteY151" fmla="*/ 306871 h 571968"/>
                <a:gd name="connsiteX152" fmla="*/ 1480555 w 2912392"/>
                <a:gd name="connsiteY152" fmla="*/ 300066 h 571968"/>
                <a:gd name="connsiteX153" fmla="*/ 1490284 w 2912392"/>
                <a:gd name="connsiteY153" fmla="*/ 293290 h 571968"/>
                <a:gd name="connsiteX154" fmla="*/ 1500028 w 2912392"/>
                <a:gd name="connsiteY154" fmla="*/ 286548 h 571968"/>
                <a:gd name="connsiteX155" fmla="*/ 1509772 w 2912392"/>
                <a:gd name="connsiteY155" fmla="*/ 279843 h 571968"/>
                <a:gd name="connsiteX156" fmla="*/ 1519516 w 2912392"/>
                <a:gd name="connsiteY156" fmla="*/ 273182 h 571968"/>
                <a:gd name="connsiteX157" fmla="*/ 1529245 w 2912392"/>
                <a:gd name="connsiteY157" fmla="*/ 266565 h 571968"/>
                <a:gd name="connsiteX158" fmla="*/ 1538989 w 2912392"/>
                <a:gd name="connsiteY158" fmla="*/ 259996 h 571968"/>
                <a:gd name="connsiteX159" fmla="*/ 1548733 w 2912392"/>
                <a:gd name="connsiteY159" fmla="*/ 253479 h 571968"/>
                <a:gd name="connsiteX160" fmla="*/ 1558477 w 2912392"/>
                <a:gd name="connsiteY160" fmla="*/ 247018 h 571968"/>
                <a:gd name="connsiteX161" fmla="*/ 1568221 w 2912392"/>
                <a:gd name="connsiteY161" fmla="*/ 240611 h 571968"/>
                <a:gd name="connsiteX162" fmla="*/ 1577950 w 2912392"/>
                <a:gd name="connsiteY162" fmla="*/ 234264 h 571968"/>
                <a:gd name="connsiteX163" fmla="*/ 1587694 w 2912392"/>
                <a:gd name="connsiteY163" fmla="*/ 227978 h 571968"/>
                <a:gd name="connsiteX164" fmla="*/ 1597438 w 2912392"/>
                <a:gd name="connsiteY164" fmla="*/ 221756 h 571968"/>
                <a:gd name="connsiteX165" fmla="*/ 1607182 w 2912392"/>
                <a:gd name="connsiteY165" fmla="*/ 215600 h 571968"/>
                <a:gd name="connsiteX166" fmla="*/ 1616911 w 2912392"/>
                <a:gd name="connsiteY166" fmla="*/ 209509 h 571968"/>
                <a:gd name="connsiteX167" fmla="*/ 1626655 w 2912392"/>
                <a:gd name="connsiteY167" fmla="*/ 203489 h 571968"/>
                <a:gd name="connsiteX168" fmla="*/ 1636399 w 2912392"/>
                <a:gd name="connsiteY168" fmla="*/ 197537 h 571968"/>
                <a:gd name="connsiteX169" fmla="*/ 1646142 w 2912392"/>
                <a:gd name="connsiteY169" fmla="*/ 191656 h 571968"/>
                <a:gd name="connsiteX170" fmla="*/ 1655872 w 2912392"/>
                <a:gd name="connsiteY170" fmla="*/ 185847 h 571968"/>
                <a:gd name="connsiteX171" fmla="*/ 1665616 w 2912392"/>
                <a:gd name="connsiteY171" fmla="*/ 180112 h 571968"/>
                <a:gd name="connsiteX172" fmla="*/ 1675359 w 2912392"/>
                <a:gd name="connsiteY172" fmla="*/ 174449 h 571968"/>
                <a:gd name="connsiteX173" fmla="*/ 1685103 w 2912392"/>
                <a:gd name="connsiteY173" fmla="*/ 168861 h 571968"/>
                <a:gd name="connsiteX174" fmla="*/ 1694832 w 2912392"/>
                <a:gd name="connsiteY174" fmla="*/ 163348 h 571968"/>
                <a:gd name="connsiteX175" fmla="*/ 1704576 w 2912392"/>
                <a:gd name="connsiteY175" fmla="*/ 157910 h 571968"/>
                <a:gd name="connsiteX176" fmla="*/ 1714320 w 2912392"/>
                <a:gd name="connsiteY176" fmla="*/ 152548 h 571968"/>
                <a:gd name="connsiteX177" fmla="*/ 1724064 w 2912392"/>
                <a:gd name="connsiteY177" fmla="*/ 147260 h 571968"/>
                <a:gd name="connsiteX178" fmla="*/ 1733808 w 2912392"/>
                <a:gd name="connsiteY178" fmla="*/ 142050 h 571968"/>
                <a:gd name="connsiteX179" fmla="*/ 1743537 w 2912392"/>
                <a:gd name="connsiteY179" fmla="*/ 136916 h 571968"/>
                <a:gd name="connsiteX180" fmla="*/ 1753281 w 2912392"/>
                <a:gd name="connsiteY180" fmla="*/ 131858 h 571968"/>
                <a:gd name="connsiteX181" fmla="*/ 1763025 w 2912392"/>
                <a:gd name="connsiteY181" fmla="*/ 126877 h 571968"/>
                <a:gd name="connsiteX182" fmla="*/ 1772769 w 2912392"/>
                <a:gd name="connsiteY182" fmla="*/ 121972 h 571968"/>
                <a:gd name="connsiteX183" fmla="*/ 1782498 w 2912392"/>
                <a:gd name="connsiteY183" fmla="*/ 117146 h 571968"/>
                <a:gd name="connsiteX184" fmla="*/ 1792242 w 2912392"/>
                <a:gd name="connsiteY184" fmla="*/ 112395 h 571968"/>
                <a:gd name="connsiteX185" fmla="*/ 1801986 w 2912392"/>
                <a:gd name="connsiteY185" fmla="*/ 107724 h 571968"/>
                <a:gd name="connsiteX186" fmla="*/ 1811730 w 2912392"/>
                <a:gd name="connsiteY186" fmla="*/ 103129 h 571968"/>
                <a:gd name="connsiteX187" fmla="*/ 1821459 w 2912392"/>
                <a:gd name="connsiteY187" fmla="*/ 98613 h 571968"/>
                <a:gd name="connsiteX188" fmla="*/ 1831203 w 2912392"/>
                <a:gd name="connsiteY188" fmla="*/ 94176 h 571968"/>
                <a:gd name="connsiteX189" fmla="*/ 1840947 w 2912392"/>
                <a:gd name="connsiteY189" fmla="*/ 89819 h 571968"/>
                <a:gd name="connsiteX190" fmla="*/ 1850691 w 2912392"/>
                <a:gd name="connsiteY190" fmla="*/ 85540 h 571968"/>
                <a:gd name="connsiteX191" fmla="*/ 1860435 w 2912392"/>
                <a:gd name="connsiteY191" fmla="*/ 81342 h 571968"/>
                <a:gd name="connsiteX192" fmla="*/ 1870164 w 2912392"/>
                <a:gd name="connsiteY192" fmla="*/ 77227 h 571968"/>
                <a:gd name="connsiteX193" fmla="*/ 1879908 w 2912392"/>
                <a:gd name="connsiteY193" fmla="*/ 73196 h 571968"/>
                <a:gd name="connsiteX194" fmla="*/ 1889652 w 2912392"/>
                <a:gd name="connsiteY194" fmla="*/ 69248 h 571968"/>
                <a:gd name="connsiteX195" fmla="*/ 1899395 w 2912392"/>
                <a:gd name="connsiteY195" fmla="*/ 65384 h 571968"/>
                <a:gd name="connsiteX196" fmla="*/ 1909124 w 2912392"/>
                <a:gd name="connsiteY196" fmla="*/ 61607 h 571968"/>
                <a:gd name="connsiteX197" fmla="*/ 1918868 w 2912392"/>
                <a:gd name="connsiteY197" fmla="*/ 57918 h 571968"/>
                <a:gd name="connsiteX198" fmla="*/ 1928612 w 2912392"/>
                <a:gd name="connsiteY198" fmla="*/ 54320 h 571968"/>
                <a:gd name="connsiteX199" fmla="*/ 1938356 w 2912392"/>
                <a:gd name="connsiteY199" fmla="*/ 50813 h 571968"/>
                <a:gd name="connsiteX200" fmla="*/ 1948085 w 2912392"/>
                <a:gd name="connsiteY200" fmla="*/ 47400 h 571968"/>
                <a:gd name="connsiteX201" fmla="*/ 1957829 w 2912392"/>
                <a:gd name="connsiteY201" fmla="*/ 44083 h 571968"/>
                <a:gd name="connsiteX202" fmla="*/ 1967573 w 2912392"/>
                <a:gd name="connsiteY202" fmla="*/ 40863 h 571968"/>
                <a:gd name="connsiteX203" fmla="*/ 1977317 w 2912392"/>
                <a:gd name="connsiteY203" fmla="*/ 37745 h 571968"/>
                <a:gd name="connsiteX204" fmla="*/ 1987046 w 2912392"/>
                <a:gd name="connsiteY204" fmla="*/ 34730 h 571968"/>
                <a:gd name="connsiteX205" fmla="*/ 1996790 w 2912392"/>
                <a:gd name="connsiteY205" fmla="*/ 31820 h 571968"/>
                <a:gd name="connsiteX206" fmla="*/ 2006534 w 2912392"/>
                <a:gd name="connsiteY206" fmla="*/ 29017 h 571968"/>
                <a:gd name="connsiteX207" fmla="*/ 2016278 w 2912392"/>
                <a:gd name="connsiteY207" fmla="*/ 26327 h 571968"/>
                <a:gd name="connsiteX208" fmla="*/ 2026022 w 2912392"/>
                <a:gd name="connsiteY208" fmla="*/ 23751 h 571968"/>
                <a:gd name="connsiteX209" fmla="*/ 2035751 w 2912392"/>
                <a:gd name="connsiteY209" fmla="*/ 21289 h 571968"/>
                <a:gd name="connsiteX210" fmla="*/ 2045495 w 2912392"/>
                <a:gd name="connsiteY210" fmla="*/ 18949 h 571968"/>
                <a:gd name="connsiteX211" fmla="*/ 2055239 w 2912392"/>
                <a:gd name="connsiteY211" fmla="*/ 16730 h 571968"/>
                <a:gd name="connsiteX212" fmla="*/ 2064983 w 2912392"/>
                <a:gd name="connsiteY212" fmla="*/ 14638 h 571968"/>
                <a:gd name="connsiteX213" fmla="*/ 2074712 w 2912392"/>
                <a:gd name="connsiteY213" fmla="*/ 12673 h 571968"/>
                <a:gd name="connsiteX214" fmla="*/ 2084456 w 2912392"/>
                <a:gd name="connsiteY214" fmla="*/ 10841 h 571968"/>
                <a:gd name="connsiteX215" fmla="*/ 2094200 w 2912392"/>
                <a:gd name="connsiteY215" fmla="*/ 9141 h 571968"/>
                <a:gd name="connsiteX216" fmla="*/ 2103944 w 2912392"/>
                <a:gd name="connsiteY216" fmla="*/ 7579 h 571968"/>
                <a:gd name="connsiteX217" fmla="*/ 2113673 w 2912392"/>
                <a:gd name="connsiteY217" fmla="*/ 6156 h 571968"/>
                <a:gd name="connsiteX218" fmla="*/ 2123417 w 2912392"/>
                <a:gd name="connsiteY218" fmla="*/ 4875 h 571968"/>
                <a:gd name="connsiteX219" fmla="*/ 2133161 w 2912392"/>
                <a:gd name="connsiteY219" fmla="*/ 3738 h 571968"/>
                <a:gd name="connsiteX220" fmla="*/ 2142905 w 2912392"/>
                <a:gd name="connsiteY220" fmla="*/ 2749 h 571968"/>
                <a:gd name="connsiteX221" fmla="*/ 2152649 w 2912392"/>
                <a:gd name="connsiteY221" fmla="*/ 1909 h 571968"/>
                <a:gd name="connsiteX222" fmla="*/ 2162377 w 2912392"/>
                <a:gd name="connsiteY222" fmla="*/ 1220 h 571968"/>
                <a:gd name="connsiteX223" fmla="*/ 2172121 w 2912392"/>
                <a:gd name="connsiteY223" fmla="*/ 682 h 571968"/>
                <a:gd name="connsiteX224" fmla="*/ 2181865 w 2912392"/>
                <a:gd name="connsiteY224" fmla="*/ 300 h 571968"/>
                <a:gd name="connsiteX225" fmla="*/ 2191609 w 2912392"/>
                <a:gd name="connsiteY225" fmla="*/ 72 h 571968"/>
                <a:gd name="connsiteX226" fmla="*/ 2201338 w 2912392"/>
                <a:gd name="connsiteY226" fmla="*/ 0 h 571968"/>
                <a:gd name="connsiteX227" fmla="*/ 2211082 w 2912392"/>
                <a:gd name="connsiteY227" fmla="*/ 86 h 571968"/>
                <a:gd name="connsiteX228" fmla="*/ 2220826 w 2912392"/>
                <a:gd name="connsiteY228" fmla="*/ 329 h 571968"/>
                <a:gd name="connsiteX229" fmla="*/ 2230570 w 2912392"/>
                <a:gd name="connsiteY229" fmla="*/ 729 h 571968"/>
                <a:gd name="connsiteX230" fmla="*/ 2240299 w 2912392"/>
                <a:gd name="connsiteY230" fmla="*/ 1287 h 571968"/>
                <a:gd name="connsiteX231" fmla="*/ 2250043 w 2912392"/>
                <a:gd name="connsiteY231" fmla="*/ 2001 h 571968"/>
                <a:gd name="connsiteX232" fmla="*/ 2259787 w 2912392"/>
                <a:gd name="connsiteY232" fmla="*/ 2871 h 571968"/>
                <a:gd name="connsiteX233" fmla="*/ 2269531 w 2912392"/>
                <a:gd name="connsiteY233" fmla="*/ 3896 h 571968"/>
                <a:gd name="connsiteX234" fmla="*/ 2279260 w 2912392"/>
                <a:gd name="connsiteY234" fmla="*/ 5073 h 571968"/>
                <a:gd name="connsiteX235" fmla="*/ 2289004 w 2912392"/>
                <a:gd name="connsiteY235" fmla="*/ 6402 h 571968"/>
                <a:gd name="connsiteX236" fmla="*/ 2298748 w 2912392"/>
                <a:gd name="connsiteY236" fmla="*/ 7880 h 571968"/>
                <a:gd name="connsiteX237" fmla="*/ 2308492 w 2912392"/>
                <a:gd name="connsiteY237" fmla="*/ 9503 h 571968"/>
                <a:gd name="connsiteX238" fmla="*/ 2318236 w 2912392"/>
                <a:gd name="connsiteY238" fmla="*/ 11270 h 571968"/>
                <a:gd name="connsiteX239" fmla="*/ 2327965 w 2912392"/>
                <a:gd name="connsiteY239" fmla="*/ 13177 h 571968"/>
                <a:gd name="connsiteX240" fmla="*/ 2337709 w 2912392"/>
                <a:gd name="connsiteY240" fmla="*/ 15218 h 571968"/>
                <a:gd name="connsiteX241" fmla="*/ 2347453 w 2912392"/>
                <a:gd name="connsiteY241" fmla="*/ 17393 h 571968"/>
                <a:gd name="connsiteX242" fmla="*/ 2357197 w 2912392"/>
                <a:gd name="connsiteY242" fmla="*/ 19695 h 571968"/>
                <a:gd name="connsiteX243" fmla="*/ 2366926 w 2912392"/>
                <a:gd name="connsiteY243" fmla="*/ 22119 h 571968"/>
                <a:gd name="connsiteX244" fmla="*/ 2376670 w 2912392"/>
                <a:gd name="connsiteY244" fmla="*/ 24662 h 571968"/>
                <a:gd name="connsiteX245" fmla="*/ 2386413 w 2912392"/>
                <a:gd name="connsiteY245" fmla="*/ 27317 h 571968"/>
                <a:gd name="connsiteX246" fmla="*/ 2396157 w 2912392"/>
                <a:gd name="connsiteY246" fmla="*/ 30078 h 571968"/>
                <a:gd name="connsiteX247" fmla="*/ 2405886 w 2912392"/>
                <a:gd name="connsiteY247" fmla="*/ 32940 h 571968"/>
                <a:gd name="connsiteX248" fmla="*/ 2415630 w 2912392"/>
                <a:gd name="connsiteY248" fmla="*/ 35898 h 571968"/>
                <a:gd name="connsiteX249" fmla="*/ 2425374 w 2912392"/>
                <a:gd name="connsiteY249" fmla="*/ 38943 h 571968"/>
                <a:gd name="connsiteX250" fmla="*/ 2435118 w 2912392"/>
                <a:gd name="connsiteY250" fmla="*/ 42070 h 571968"/>
                <a:gd name="connsiteX251" fmla="*/ 2444862 w 2912392"/>
                <a:gd name="connsiteY251" fmla="*/ 45271 h 571968"/>
                <a:gd name="connsiteX252" fmla="*/ 2454591 w 2912392"/>
                <a:gd name="connsiteY252" fmla="*/ 48541 h 571968"/>
                <a:gd name="connsiteX253" fmla="*/ 2464335 w 2912392"/>
                <a:gd name="connsiteY253" fmla="*/ 51871 h 571968"/>
                <a:gd name="connsiteX254" fmla="*/ 2474079 w 2912392"/>
                <a:gd name="connsiteY254" fmla="*/ 55254 h 571968"/>
                <a:gd name="connsiteX255" fmla="*/ 2483823 w 2912392"/>
                <a:gd name="connsiteY255" fmla="*/ 58683 h 571968"/>
                <a:gd name="connsiteX256" fmla="*/ 2493552 w 2912392"/>
                <a:gd name="connsiteY256" fmla="*/ 62151 h 571968"/>
                <a:gd name="connsiteX257" fmla="*/ 2503296 w 2912392"/>
                <a:gd name="connsiteY257" fmla="*/ 65649 h 571968"/>
                <a:gd name="connsiteX258" fmla="*/ 2513040 w 2912392"/>
                <a:gd name="connsiteY258" fmla="*/ 69172 h 571968"/>
                <a:gd name="connsiteX259" fmla="*/ 2522784 w 2912392"/>
                <a:gd name="connsiteY259" fmla="*/ 72709 h 571968"/>
                <a:gd name="connsiteX260" fmla="*/ 2532513 w 2912392"/>
                <a:gd name="connsiteY260" fmla="*/ 76255 h 571968"/>
                <a:gd name="connsiteX261" fmla="*/ 2542257 w 2912392"/>
                <a:gd name="connsiteY261" fmla="*/ 79802 h 571968"/>
                <a:gd name="connsiteX262" fmla="*/ 2552001 w 2912392"/>
                <a:gd name="connsiteY262" fmla="*/ 83342 h 571968"/>
                <a:gd name="connsiteX263" fmla="*/ 2561745 w 2912392"/>
                <a:gd name="connsiteY263" fmla="*/ 86869 h 571968"/>
                <a:gd name="connsiteX264" fmla="*/ 2571474 w 2912392"/>
                <a:gd name="connsiteY264" fmla="*/ 90374 h 571968"/>
                <a:gd name="connsiteX265" fmla="*/ 2581218 w 2912392"/>
                <a:gd name="connsiteY265" fmla="*/ 93852 h 571968"/>
                <a:gd name="connsiteX266" fmla="*/ 2590962 w 2912392"/>
                <a:gd name="connsiteY266" fmla="*/ 97295 h 571968"/>
                <a:gd name="connsiteX267" fmla="*/ 2600705 w 2912392"/>
                <a:gd name="connsiteY267" fmla="*/ 100695 h 571968"/>
                <a:gd name="connsiteX268" fmla="*/ 2610449 w 2912392"/>
                <a:gd name="connsiteY268" fmla="*/ 104049 h 571968"/>
                <a:gd name="connsiteX269" fmla="*/ 2620178 w 2912392"/>
                <a:gd name="connsiteY269" fmla="*/ 107347 h 571968"/>
                <a:gd name="connsiteX270" fmla="*/ 2629922 w 2912392"/>
                <a:gd name="connsiteY270" fmla="*/ 110586 h 571968"/>
                <a:gd name="connsiteX271" fmla="*/ 2639666 w 2912392"/>
                <a:gd name="connsiteY271" fmla="*/ 113760 h 571968"/>
                <a:gd name="connsiteX272" fmla="*/ 2649410 w 2912392"/>
                <a:gd name="connsiteY272" fmla="*/ 116862 h 571968"/>
                <a:gd name="connsiteX273" fmla="*/ 2659139 w 2912392"/>
                <a:gd name="connsiteY273" fmla="*/ 119889 h 571968"/>
                <a:gd name="connsiteX274" fmla="*/ 2668883 w 2912392"/>
                <a:gd name="connsiteY274" fmla="*/ 122835 h 571968"/>
                <a:gd name="connsiteX275" fmla="*/ 2678627 w 2912392"/>
                <a:gd name="connsiteY275" fmla="*/ 125695 h 571968"/>
                <a:gd name="connsiteX276" fmla="*/ 2688371 w 2912392"/>
                <a:gd name="connsiteY276" fmla="*/ 128468 h 571968"/>
                <a:gd name="connsiteX277" fmla="*/ 2698100 w 2912392"/>
                <a:gd name="connsiteY277" fmla="*/ 131147 h 571968"/>
                <a:gd name="connsiteX278" fmla="*/ 2707844 w 2912392"/>
                <a:gd name="connsiteY278" fmla="*/ 133732 h 571968"/>
                <a:gd name="connsiteX279" fmla="*/ 2717588 w 2912392"/>
                <a:gd name="connsiteY279" fmla="*/ 136217 h 571968"/>
                <a:gd name="connsiteX280" fmla="*/ 2727332 w 2912392"/>
                <a:gd name="connsiteY280" fmla="*/ 138602 h 571968"/>
                <a:gd name="connsiteX281" fmla="*/ 2737076 w 2912392"/>
                <a:gd name="connsiteY281" fmla="*/ 140885 h 571968"/>
                <a:gd name="connsiteX282" fmla="*/ 2746805 w 2912392"/>
                <a:gd name="connsiteY282" fmla="*/ 143063 h 571968"/>
                <a:gd name="connsiteX283" fmla="*/ 2756549 w 2912392"/>
                <a:gd name="connsiteY283" fmla="*/ 145135 h 571968"/>
                <a:gd name="connsiteX284" fmla="*/ 2766293 w 2912392"/>
                <a:gd name="connsiteY284" fmla="*/ 147101 h 571968"/>
                <a:gd name="connsiteX285" fmla="*/ 2776037 w 2912392"/>
                <a:gd name="connsiteY285" fmla="*/ 148962 h 571968"/>
                <a:gd name="connsiteX286" fmla="*/ 2785766 w 2912392"/>
                <a:gd name="connsiteY286" fmla="*/ 150715 h 571968"/>
                <a:gd name="connsiteX287" fmla="*/ 2795510 w 2912392"/>
                <a:gd name="connsiteY287" fmla="*/ 152361 h 571968"/>
                <a:gd name="connsiteX288" fmla="*/ 2805254 w 2912392"/>
                <a:gd name="connsiteY288" fmla="*/ 153904 h 571968"/>
                <a:gd name="connsiteX289" fmla="*/ 2814998 w 2912392"/>
                <a:gd name="connsiteY289" fmla="*/ 155343 h 571968"/>
                <a:gd name="connsiteX290" fmla="*/ 2824727 w 2912392"/>
                <a:gd name="connsiteY290" fmla="*/ 156679 h 571968"/>
                <a:gd name="connsiteX291" fmla="*/ 2834471 w 2912392"/>
                <a:gd name="connsiteY291" fmla="*/ 157917 h 571968"/>
                <a:gd name="connsiteX292" fmla="*/ 2844215 w 2912392"/>
                <a:gd name="connsiteY292" fmla="*/ 159056 h 571968"/>
                <a:gd name="connsiteX293" fmla="*/ 2853958 w 2912392"/>
                <a:gd name="connsiteY293" fmla="*/ 160101 h 571968"/>
                <a:gd name="connsiteX294" fmla="*/ 2863687 w 2912392"/>
                <a:gd name="connsiteY294" fmla="*/ 161055 h 571968"/>
                <a:gd name="connsiteX295" fmla="*/ 2873431 w 2912392"/>
                <a:gd name="connsiteY295" fmla="*/ 161921 h 571968"/>
                <a:gd name="connsiteX296" fmla="*/ 2883175 w 2912392"/>
                <a:gd name="connsiteY296" fmla="*/ 162701 h 571968"/>
                <a:gd name="connsiteX297" fmla="*/ 2892919 w 2912392"/>
                <a:gd name="connsiteY297" fmla="*/ 163405 h 571968"/>
                <a:gd name="connsiteX298" fmla="*/ 2902663 w 2912392"/>
                <a:gd name="connsiteY298" fmla="*/ 164030 h 571968"/>
                <a:gd name="connsiteX299" fmla="*/ 2912392 w 2912392"/>
                <a:gd name="connsiteY299" fmla="*/ 164586 h 571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71968">
                  <a:moveTo>
                    <a:pt x="0" y="421018"/>
                  </a:moveTo>
                  <a:lnTo>
                    <a:pt x="9739" y="421899"/>
                  </a:lnTo>
                  <a:lnTo>
                    <a:pt x="19480" y="422710"/>
                  </a:lnTo>
                  <a:lnTo>
                    <a:pt x="29221" y="423454"/>
                  </a:lnTo>
                  <a:lnTo>
                    <a:pt x="38961" y="424135"/>
                  </a:lnTo>
                  <a:lnTo>
                    <a:pt x="48702" y="424752"/>
                  </a:lnTo>
                  <a:lnTo>
                    <a:pt x="58443" y="425309"/>
                  </a:lnTo>
                  <a:lnTo>
                    <a:pt x="68182" y="425810"/>
                  </a:lnTo>
                  <a:lnTo>
                    <a:pt x="77923" y="426258"/>
                  </a:lnTo>
                  <a:lnTo>
                    <a:pt x="87664" y="426655"/>
                  </a:lnTo>
                  <a:lnTo>
                    <a:pt x="97404" y="427006"/>
                  </a:lnTo>
                  <a:lnTo>
                    <a:pt x="107145" y="427315"/>
                  </a:lnTo>
                  <a:lnTo>
                    <a:pt x="116886" y="427587"/>
                  </a:lnTo>
                  <a:lnTo>
                    <a:pt x="126625" y="427827"/>
                  </a:lnTo>
                  <a:lnTo>
                    <a:pt x="136366" y="428040"/>
                  </a:lnTo>
                  <a:lnTo>
                    <a:pt x="146107" y="428230"/>
                  </a:lnTo>
                  <a:lnTo>
                    <a:pt x="155846" y="428404"/>
                  </a:lnTo>
                  <a:lnTo>
                    <a:pt x="165587" y="428566"/>
                  </a:lnTo>
                  <a:lnTo>
                    <a:pt x="175328" y="428724"/>
                  </a:lnTo>
                  <a:lnTo>
                    <a:pt x="185068" y="428882"/>
                  </a:lnTo>
                  <a:lnTo>
                    <a:pt x="194809" y="429046"/>
                  </a:lnTo>
                  <a:lnTo>
                    <a:pt x="204550" y="429223"/>
                  </a:lnTo>
                  <a:lnTo>
                    <a:pt x="214289" y="429419"/>
                  </a:lnTo>
                  <a:lnTo>
                    <a:pt x="224030" y="429640"/>
                  </a:lnTo>
                  <a:lnTo>
                    <a:pt x="233771" y="429892"/>
                  </a:lnTo>
                  <a:lnTo>
                    <a:pt x="243510" y="430181"/>
                  </a:lnTo>
                  <a:lnTo>
                    <a:pt x="253251" y="430514"/>
                  </a:lnTo>
                  <a:lnTo>
                    <a:pt x="262992" y="430895"/>
                  </a:lnTo>
                  <a:lnTo>
                    <a:pt x="272732" y="431330"/>
                  </a:lnTo>
                  <a:lnTo>
                    <a:pt x="282473" y="431826"/>
                  </a:lnTo>
                  <a:lnTo>
                    <a:pt x="292214" y="432389"/>
                  </a:lnTo>
                  <a:lnTo>
                    <a:pt x="301953" y="433021"/>
                  </a:lnTo>
                  <a:lnTo>
                    <a:pt x="311694" y="433730"/>
                  </a:lnTo>
                  <a:lnTo>
                    <a:pt x="321435" y="434518"/>
                  </a:lnTo>
                  <a:lnTo>
                    <a:pt x="331175" y="435391"/>
                  </a:lnTo>
                  <a:lnTo>
                    <a:pt x="340916" y="436354"/>
                  </a:lnTo>
                  <a:lnTo>
                    <a:pt x="350656" y="437409"/>
                  </a:lnTo>
                  <a:lnTo>
                    <a:pt x="360396" y="438559"/>
                  </a:lnTo>
                  <a:lnTo>
                    <a:pt x="370137" y="439808"/>
                  </a:lnTo>
                  <a:lnTo>
                    <a:pt x="379878" y="441157"/>
                  </a:lnTo>
                  <a:lnTo>
                    <a:pt x="389617" y="442610"/>
                  </a:lnTo>
                  <a:lnTo>
                    <a:pt x="399358" y="444167"/>
                  </a:lnTo>
                  <a:lnTo>
                    <a:pt x="409099" y="445831"/>
                  </a:lnTo>
                  <a:lnTo>
                    <a:pt x="418839" y="447600"/>
                  </a:lnTo>
                  <a:lnTo>
                    <a:pt x="428580" y="449477"/>
                  </a:lnTo>
                  <a:lnTo>
                    <a:pt x="438321" y="451460"/>
                  </a:lnTo>
                  <a:lnTo>
                    <a:pt x="448060" y="453547"/>
                  </a:lnTo>
                  <a:lnTo>
                    <a:pt x="457801" y="455741"/>
                  </a:lnTo>
                  <a:lnTo>
                    <a:pt x="467542" y="458036"/>
                  </a:lnTo>
                  <a:lnTo>
                    <a:pt x="477281" y="460432"/>
                  </a:lnTo>
                  <a:lnTo>
                    <a:pt x="487022" y="462925"/>
                  </a:lnTo>
                  <a:lnTo>
                    <a:pt x="496763" y="465513"/>
                  </a:lnTo>
                  <a:lnTo>
                    <a:pt x="506503" y="468192"/>
                  </a:lnTo>
                  <a:lnTo>
                    <a:pt x="516244" y="470958"/>
                  </a:lnTo>
                  <a:lnTo>
                    <a:pt x="525985" y="473806"/>
                  </a:lnTo>
                  <a:lnTo>
                    <a:pt x="535724" y="476730"/>
                  </a:lnTo>
                  <a:lnTo>
                    <a:pt x="545465" y="479728"/>
                  </a:lnTo>
                  <a:lnTo>
                    <a:pt x="555206" y="482791"/>
                  </a:lnTo>
                  <a:lnTo>
                    <a:pt x="564946" y="485912"/>
                  </a:lnTo>
                  <a:lnTo>
                    <a:pt x="574687" y="489089"/>
                  </a:lnTo>
                  <a:lnTo>
                    <a:pt x="584428" y="492312"/>
                  </a:lnTo>
                  <a:lnTo>
                    <a:pt x="594167" y="495573"/>
                  </a:lnTo>
                  <a:lnTo>
                    <a:pt x="603908" y="498867"/>
                  </a:lnTo>
                  <a:lnTo>
                    <a:pt x="613649" y="502184"/>
                  </a:lnTo>
                  <a:lnTo>
                    <a:pt x="623388" y="505518"/>
                  </a:lnTo>
                  <a:lnTo>
                    <a:pt x="633129" y="508860"/>
                  </a:lnTo>
                  <a:lnTo>
                    <a:pt x="642870" y="512200"/>
                  </a:lnTo>
                  <a:lnTo>
                    <a:pt x="652610" y="515533"/>
                  </a:lnTo>
                  <a:lnTo>
                    <a:pt x="662351" y="518848"/>
                  </a:lnTo>
                  <a:lnTo>
                    <a:pt x="672092" y="522136"/>
                  </a:lnTo>
                  <a:lnTo>
                    <a:pt x="681831" y="525390"/>
                  </a:lnTo>
                  <a:lnTo>
                    <a:pt x="691572" y="528601"/>
                  </a:lnTo>
                  <a:lnTo>
                    <a:pt x="701313" y="531760"/>
                  </a:lnTo>
                  <a:lnTo>
                    <a:pt x="711052" y="534856"/>
                  </a:lnTo>
                  <a:lnTo>
                    <a:pt x="720793" y="537883"/>
                  </a:lnTo>
                  <a:lnTo>
                    <a:pt x="730534" y="540833"/>
                  </a:lnTo>
                  <a:lnTo>
                    <a:pt x="740274" y="543695"/>
                  </a:lnTo>
                  <a:lnTo>
                    <a:pt x="750015" y="546462"/>
                  </a:lnTo>
                  <a:lnTo>
                    <a:pt x="759756" y="549124"/>
                  </a:lnTo>
                  <a:lnTo>
                    <a:pt x="769495" y="551677"/>
                  </a:lnTo>
                  <a:lnTo>
                    <a:pt x="779236" y="554110"/>
                  </a:lnTo>
                  <a:lnTo>
                    <a:pt x="788977" y="556416"/>
                  </a:lnTo>
                  <a:lnTo>
                    <a:pt x="798717" y="558590"/>
                  </a:lnTo>
                  <a:lnTo>
                    <a:pt x="808458" y="560620"/>
                  </a:lnTo>
                  <a:lnTo>
                    <a:pt x="818199" y="562504"/>
                  </a:lnTo>
                  <a:lnTo>
                    <a:pt x="827938" y="564233"/>
                  </a:lnTo>
                  <a:lnTo>
                    <a:pt x="837679" y="565804"/>
                  </a:lnTo>
                  <a:lnTo>
                    <a:pt x="847420" y="567206"/>
                  </a:lnTo>
                  <a:lnTo>
                    <a:pt x="857159" y="568438"/>
                  </a:lnTo>
                  <a:lnTo>
                    <a:pt x="866900" y="569493"/>
                  </a:lnTo>
                  <a:lnTo>
                    <a:pt x="876641" y="570367"/>
                  </a:lnTo>
                  <a:lnTo>
                    <a:pt x="886381" y="571056"/>
                  </a:lnTo>
                  <a:lnTo>
                    <a:pt x="896122" y="571553"/>
                  </a:lnTo>
                  <a:lnTo>
                    <a:pt x="905863" y="571859"/>
                  </a:lnTo>
                  <a:lnTo>
                    <a:pt x="915602" y="571969"/>
                  </a:lnTo>
                  <a:lnTo>
                    <a:pt x="925343" y="571878"/>
                  </a:lnTo>
                  <a:lnTo>
                    <a:pt x="935084" y="571588"/>
                  </a:lnTo>
                  <a:lnTo>
                    <a:pt x="944824" y="571093"/>
                  </a:lnTo>
                  <a:lnTo>
                    <a:pt x="954564" y="570393"/>
                  </a:lnTo>
                  <a:lnTo>
                    <a:pt x="964305" y="569485"/>
                  </a:lnTo>
                  <a:lnTo>
                    <a:pt x="974045" y="568372"/>
                  </a:lnTo>
                  <a:lnTo>
                    <a:pt x="983786" y="567051"/>
                  </a:lnTo>
                  <a:lnTo>
                    <a:pt x="993522" y="565522"/>
                  </a:lnTo>
                  <a:lnTo>
                    <a:pt x="1003266" y="563785"/>
                  </a:lnTo>
                  <a:lnTo>
                    <a:pt x="1013010" y="561842"/>
                  </a:lnTo>
                  <a:lnTo>
                    <a:pt x="1022754" y="559694"/>
                  </a:lnTo>
                  <a:lnTo>
                    <a:pt x="1032483" y="557340"/>
                  </a:lnTo>
                  <a:lnTo>
                    <a:pt x="1042227" y="554783"/>
                  </a:lnTo>
                  <a:lnTo>
                    <a:pt x="1051971" y="552027"/>
                  </a:lnTo>
                  <a:lnTo>
                    <a:pt x="1061715" y="549071"/>
                  </a:lnTo>
                  <a:lnTo>
                    <a:pt x="1071444" y="545918"/>
                  </a:lnTo>
                  <a:lnTo>
                    <a:pt x="1081188" y="542575"/>
                  </a:lnTo>
                  <a:lnTo>
                    <a:pt x="1090932" y="539039"/>
                  </a:lnTo>
                  <a:lnTo>
                    <a:pt x="1100676" y="535319"/>
                  </a:lnTo>
                  <a:lnTo>
                    <a:pt x="1110405" y="531417"/>
                  </a:lnTo>
                  <a:lnTo>
                    <a:pt x="1120149" y="527335"/>
                  </a:lnTo>
                  <a:lnTo>
                    <a:pt x="1129893" y="523078"/>
                  </a:lnTo>
                  <a:lnTo>
                    <a:pt x="1139637" y="518653"/>
                  </a:lnTo>
                  <a:lnTo>
                    <a:pt x="1149381" y="514061"/>
                  </a:lnTo>
                  <a:lnTo>
                    <a:pt x="1159110" y="509310"/>
                  </a:lnTo>
                  <a:lnTo>
                    <a:pt x="1168854" y="504402"/>
                  </a:lnTo>
                  <a:lnTo>
                    <a:pt x="1178598" y="499345"/>
                  </a:lnTo>
                  <a:lnTo>
                    <a:pt x="1188341" y="494143"/>
                  </a:lnTo>
                  <a:lnTo>
                    <a:pt x="1198070" y="488801"/>
                  </a:lnTo>
                  <a:lnTo>
                    <a:pt x="1207814" y="483326"/>
                  </a:lnTo>
                  <a:lnTo>
                    <a:pt x="1217558" y="477723"/>
                  </a:lnTo>
                  <a:lnTo>
                    <a:pt x="1227302" y="471997"/>
                  </a:lnTo>
                  <a:lnTo>
                    <a:pt x="1237031" y="466155"/>
                  </a:lnTo>
                  <a:lnTo>
                    <a:pt x="1246775" y="460201"/>
                  </a:lnTo>
                  <a:lnTo>
                    <a:pt x="1256519" y="454145"/>
                  </a:lnTo>
                  <a:lnTo>
                    <a:pt x="1266263" y="447992"/>
                  </a:lnTo>
                  <a:lnTo>
                    <a:pt x="1276007" y="441744"/>
                  </a:lnTo>
                  <a:lnTo>
                    <a:pt x="1285736" y="435412"/>
                  </a:lnTo>
                  <a:lnTo>
                    <a:pt x="1295480" y="429001"/>
                  </a:lnTo>
                  <a:lnTo>
                    <a:pt x="1305224" y="422516"/>
                  </a:lnTo>
                  <a:lnTo>
                    <a:pt x="1314968" y="415965"/>
                  </a:lnTo>
                  <a:lnTo>
                    <a:pt x="1324697" y="409353"/>
                  </a:lnTo>
                  <a:lnTo>
                    <a:pt x="1334441" y="402685"/>
                  </a:lnTo>
                  <a:lnTo>
                    <a:pt x="1344185" y="395969"/>
                  </a:lnTo>
                  <a:lnTo>
                    <a:pt x="1353929" y="389211"/>
                  </a:lnTo>
                  <a:lnTo>
                    <a:pt x="1363658" y="382417"/>
                  </a:lnTo>
                  <a:lnTo>
                    <a:pt x="1373402" y="375590"/>
                  </a:lnTo>
                  <a:lnTo>
                    <a:pt x="1383146" y="368741"/>
                  </a:lnTo>
                  <a:lnTo>
                    <a:pt x="1392890" y="361871"/>
                  </a:lnTo>
                  <a:lnTo>
                    <a:pt x="1402619" y="354988"/>
                  </a:lnTo>
                  <a:lnTo>
                    <a:pt x="1412363" y="348097"/>
                  </a:lnTo>
                  <a:lnTo>
                    <a:pt x="1422106" y="341203"/>
                  </a:lnTo>
                  <a:lnTo>
                    <a:pt x="1431850" y="334312"/>
                  </a:lnTo>
                  <a:lnTo>
                    <a:pt x="1441594" y="327429"/>
                  </a:lnTo>
                  <a:lnTo>
                    <a:pt x="1451323" y="320558"/>
                  </a:lnTo>
                  <a:lnTo>
                    <a:pt x="1461067" y="313704"/>
                  </a:lnTo>
                  <a:lnTo>
                    <a:pt x="1470811" y="306871"/>
                  </a:lnTo>
                  <a:lnTo>
                    <a:pt x="1480555" y="300066"/>
                  </a:lnTo>
                  <a:lnTo>
                    <a:pt x="1490284" y="293290"/>
                  </a:lnTo>
                  <a:lnTo>
                    <a:pt x="1500028" y="286548"/>
                  </a:lnTo>
                  <a:lnTo>
                    <a:pt x="1509772" y="279843"/>
                  </a:lnTo>
                  <a:lnTo>
                    <a:pt x="1519516" y="273182"/>
                  </a:lnTo>
                  <a:lnTo>
                    <a:pt x="1529245" y="266565"/>
                  </a:lnTo>
                  <a:lnTo>
                    <a:pt x="1538989" y="259996"/>
                  </a:lnTo>
                  <a:lnTo>
                    <a:pt x="1548733" y="253479"/>
                  </a:lnTo>
                  <a:lnTo>
                    <a:pt x="1558477" y="247018"/>
                  </a:lnTo>
                  <a:lnTo>
                    <a:pt x="1568221" y="240611"/>
                  </a:lnTo>
                  <a:lnTo>
                    <a:pt x="1577950" y="234264"/>
                  </a:lnTo>
                  <a:lnTo>
                    <a:pt x="1587694" y="227978"/>
                  </a:lnTo>
                  <a:lnTo>
                    <a:pt x="1597438" y="221756"/>
                  </a:lnTo>
                  <a:lnTo>
                    <a:pt x="1607182" y="215600"/>
                  </a:lnTo>
                  <a:lnTo>
                    <a:pt x="1616911" y="209509"/>
                  </a:lnTo>
                  <a:lnTo>
                    <a:pt x="1626655" y="203489"/>
                  </a:lnTo>
                  <a:lnTo>
                    <a:pt x="1636399" y="197537"/>
                  </a:lnTo>
                  <a:lnTo>
                    <a:pt x="1646142" y="191656"/>
                  </a:lnTo>
                  <a:lnTo>
                    <a:pt x="1655872" y="185847"/>
                  </a:lnTo>
                  <a:lnTo>
                    <a:pt x="1665616" y="180112"/>
                  </a:lnTo>
                  <a:lnTo>
                    <a:pt x="1675359" y="174449"/>
                  </a:lnTo>
                  <a:lnTo>
                    <a:pt x="1685103" y="168861"/>
                  </a:lnTo>
                  <a:lnTo>
                    <a:pt x="1694832" y="163348"/>
                  </a:lnTo>
                  <a:lnTo>
                    <a:pt x="1704576" y="157910"/>
                  </a:lnTo>
                  <a:lnTo>
                    <a:pt x="1714320" y="152548"/>
                  </a:lnTo>
                  <a:lnTo>
                    <a:pt x="1724064" y="147260"/>
                  </a:lnTo>
                  <a:lnTo>
                    <a:pt x="1733808" y="142050"/>
                  </a:lnTo>
                  <a:lnTo>
                    <a:pt x="1743537" y="136916"/>
                  </a:lnTo>
                  <a:lnTo>
                    <a:pt x="1753281" y="131858"/>
                  </a:lnTo>
                  <a:lnTo>
                    <a:pt x="1763025" y="126877"/>
                  </a:lnTo>
                  <a:lnTo>
                    <a:pt x="1772769" y="121972"/>
                  </a:lnTo>
                  <a:lnTo>
                    <a:pt x="1782498" y="117146"/>
                  </a:lnTo>
                  <a:lnTo>
                    <a:pt x="1792242" y="112395"/>
                  </a:lnTo>
                  <a:lnTo>
                    <a:pt x="1801986" y="107724"/>
                  </a:lnTo>
                  <a:lnTo>
                    <a:pt x="1811730" y="103129"/>
                  </a:lnTo>
                  <a:lnTo>
                    <a:pt x="1821459" y="98613"/>
                  </a:lnTo>
                  <a:lnTo>
                    <a:pt x="1831203" y="94176"/>
                  </a:lnTo>
                  <a:lnTo>
                    <a:pt x="1840947" y="89819"/>
                  </a:lnTo>
                  <a:lnTo>
                    <a:pt x="1850691" y="85540"/>
                  </a:lnTo>
                  <a:lnTo>
                    <a:pt x="1860435" y="81342"/>
                  </a:lnTo>
                  <a:lnTo>
                    <a:pt x="1870164" y="77227"/>
                  </a:lnTo>
                  <a:lnTo>
                    <a:pt x="1879908" y="73196"/>
                  </a:lnTo>
                  <a:lnTo>
                    <a:pt x="1889652" y="69248"/>
                  </a:lnTo>
                  <a:lnTo>
                    <a:pt x="1899395" y="65384"/>
                  </a:lnTo>
                  <a:lnTo>
                    <a:pt x="1909124" y="61607"/>
                  </a:lnTo>
                  <a:lnTo>
                    <a:pt x="1918868" y="57918"/>
                  </a:lnTo>
                  <a:lnTo>
                    <a:pt x="1928612" y="54320"/>
                  </a:lnTo>
                  <a:lnTo>
                    <a:pt x="1938356" y="50813"/>
                  </a:lnTo>
                  <a:lnTo>
                    <a:pt x="1948085" y="47400"/>
                  </a:lnTo>
                  <a:lnTo>
                    <a:pt x="1957829" y="44083"/>
                  </a:lnTo>
                  <a:lnTo>
                    <a:pt x="1967573" y="40863"/>
                  </a:lnTo>
                  <a:lnTo>
                    <a:pt x="1977317" y="37745"/>
                  </a:lnTo>
                  <a:lnTo>
                    <a:pt x="1987046" y="34730"/>
                  </a:lnTo>
                  <a:lnTo>
                    <a:pt x="1996790" y="31820"/>
                  </a:lnTo>
                  <a:lnTo>
                    <a:pt x="2006534" y="29017"/>
                  </a:lnTo>
                  <a:lnTo>
                    <a:pt x="2016278" y="26327"/>
                  </a:lnTo>
                  <a:lnTo>
                    <a:pt x="2026022" y="23751"/>
                  </a:lnTo>
                  <a:lnTo>
                    <a:pt x="2035751" y="21289"/>
                  </a:lnTo>
                  <a:lnTo>
                    <a:pt x="2045495" y="18949"/>
                  </a:lnTo>
                  <a:lnTo>
                    <a:pt x="2055239" y="16730"/>
                  </a:lnTo>
                  <a:lnTo>
                    <a:pt x="2064983" y="14638"/>
                  </a:lnTo>
                  <a:lnTo>
                    <a:pt x="2074712" y="12673"/>
                  </a:lnTo>
                  <a:lnTo>
                    <a:pt x="2084456" y="10841"/>
                  </a:lnTo>
                  <a:lnTo>
                    <a:pt x="2094200" y="9141"/>
                  </a:lnTo>
                  <a:lnTo>
                    <a:pt x="2103944" y="7579"/>
                  </a:lnTo>
                  <a:lnTo>
                    <a:pt x="2113673" y="6156"/>
                  </a:lnTo>
                  <a:lnTo>
                    <a:pt x="2123417" y="4875"/>
                  </a:lnTo>
                  <a:lnTo>
                    <a:pt x="2133161" y="3738"/>
                  </a:lnTo>
                  <a:lnTo>
                    <a:pt x="2142905" y="2749"/>
                  </a:lnTo>
                  <a:lnTo>
                    <a:pt x="2152649" y="1909"/>
                  </a:lnTo>
                  <a:lnTo>
                    <a:pt x="2162377" y="1220"/>
                  </a:lnTo>
                  <a:lnTo>
                    <a:pt x="2172121" y="682"/>
                  </a:lnTo>
                  <a:lnTo>
                    <a:pt x="2181865" y="300"/>
                  </a:lnTo>
                  <a:lnTo>
                    <a:pt x="2191609" y="72"/>
                  </a:lnTo>
                  <a:lnTo>
                    <a:pt x="2201338" y="0"/>
                  </a:lnTo>
                  <a:lnTo>
                    <a:pt x="2211082" y="86"/>
                  </a:lnTo>
                  <a:lnTo>
                    <a:pt x="2220826" y="329"/>
                  </a:lnTo>
                  <a:lnTo>
                    <a:pt x="2230570" y="729"/>
                  </a:lnTo>
                  <a:lnTo>
                    <a:pt x="2240299" y="1287"/>
                  </a:lnTo>
                  <a:lnTo>
                    <a:pt x="2250043" y="2001"/>
                  </a:lnTo>
                  <a:lnTo>
                    <a:pt x="2259787" y="2871"/>
                  </a:lnTo>
                  <a:lnTo>
                    <a:pt x="2269531" y="3896"/>
                  </a:lnTo>
                  <a:lnTo>
                    <a:pt x="2279260" y="5073"/>
                  </a:lnTo>
                  <a:lnTo>
                    <a:pt x="2289004" y="6402"/>
                  </a:lnTo>
                  <a:lnTo>
                    <a:pt x="2298748" y="7880"/>
                  </a:lnTo>
                  <a:lnTo>
                    <a:pt x="2308492" y="9503"/>
                  </a:lnTo>
                  <a:lnTo>
                    <a:pt x="2318236" y="11270"/>
                  </a:lnTo>
                  <a:lnTo>
                    <a:pt x="2327965" y="13177"/>
                  </a:lnTo>
                  <a:lnTo>
                    <a:pt x="2337709" y="15218"/>
                  </a:lnTo>
                  <a:lnTo>
                    <a:pt x="2347453" y="17393"/>
                  </a:lnTo>
                  <a:lnTo>
                    <a:pt x="2357197" y="19695"/>
                  </a:lnTo>
                  <a:lnTo>
                    <a:pt x="2366926" y="22119"/>
                  </a:lnTo>
                  <a:lnTo>
                    <a:pt x="2376670" y="24662"/>
                  </a:lnTo>
                  <a:lnTo>
                    <a:pt x="2386413" y="27317"/>
                  </a:lnTo>
                  <a:lnTo>
                    <a:pt x="2396157" y="30078"/>
                  </a:lnTo>
                  <a:lnTo>
                    <a:pt x="2405886" y="32940"/>
                  </a:lnTo>
                  <a:lnTo>
                    <a:pt x="2415630" y="35898"/>
                  </a:lnTo>
                  <a:lnTo>
                    <a:pt x="2425374" y="38943"/>
                  </a:lnTo>
                  <a:lnTo>
                    <a:pt x="2435118" y="42070"/>
                  </a:lnTo>
                  <a:lnTo>
                    <a:pt x="2444862" y="45271"/>
                  </a:lnTo>
                  <a:lnTo>
                    <a:pt x="2454591" y="48541"/>
                  </a:lnTo>
                  <a:lnTo>
                    <a:pt x="2464335" y="51871"/>
                  </a:lnTo>
                  <a:lnTo>
                    <a:pt x="2474079" y="55254"/>
                  </a:lnTo>
                  <a:lnTo>
                    <a:pt x="2483823" y="58683"/>
                  </a:lnTo>
                  <a:lnTo>
                    <a:pt x="2493552" y="62151"/>
                  </a:lnTo>
                  <a:lnTo>
                    <a:pt x="2503296" y="65649"/>
                  </a:lnTo>
                  <a:lnTo>
                    <a:pt x="2513040" y="69172"/>
                  </a:lnTo>
                  <a:lnTo>
                    <a:pt x="2522784" y="72709"/>
                  </a:lnTo>
                  <a:lnTo>
                    <a:pt x="2532513" y="76255"/>
                  </a:lnTo>
                  <a:lnTo>
                    <a:pt x="2542257" y="79802"/>
                  </a:lnTo>
                  <a:lnTo>
                    <a:pt x="2552001" y="83342"/>
                  </a:lnTo>
                  <a:lnTo>
                    <a:pt x="2561745" y="86869"/>
                  </a:lnTo>
                  <a:lnTo>
                    <a:pt x="2571474" y="90374"/>
                  </a:lnTo>
                  <a:lnTo>
                    <a:pt x="2581218" y="93852"/>
                  </a:lnTo>
                  <a:lnTo>
                    <a:pt x="2590962" y="97295"/>
                  </a:lnTo>
                  <a:lnTo>
                    <a:pt x="2600705" y="100695"/>
                  </a:lnTo>
                  <a:lnTo>
                    <a:pt x="2610449" y="104049"/>
                  </a:lnTo>
                  <a:lnTo>
                    <a:pt x="2620178" y="107347"/>
                  </a:lnTo>
                  <a:lnTo>
                    <a:pt x="2629922" y="110586"/>
                  </a:lnTo>
                  <a:lnTo>
                    <a:pt x="2639666" y="113760"/>
                  </a:lnTo>
                  <a:lnTo>
                    <a:pt x="2649410" y="116862"/>
                  </a:lnTo>
                  <a:lnTo>
                    <a:pt x="2659139" y="119889"/>
                  </a:lnTo>
                  <a:lnTo>
                    <a:pt x="2668883" y="122835"/>
                  </a:lnTo>
                  <a:lnTo>
                    <a:pt x="2678627" y="125695"/>
                  </a:lnTo>
                  <a:lnTo>
                    <a:pt x="2688371" y="128468"/>
                  </a:lnTo>
                  <a:lnTo>
                    <a:pt x="2698100" y="131147"/>
                  </a:lnTo>
                  <a:lnTo>
                    <a:pt x="2707844" y="133732"/>
                  </a:lnTo>
                  <a:lnTo>
                    <a:pt x="2717588" y="136217"/>
                  </a:lnTo>
                  <a:lnTo>
                    <a:pt x="2727332" y="138602"/>
                  </a:lnTo>
                  <a:lnTo>
                    <a:pt x="2737076" y="140885"/>
                  </a:lnTo>
                  <a:lnTo>
                    <a:pt x="2746805" y="143063"/>
                  </a:lnTo>
                  <a:lnTo>
                    <a:pt x="2756549" y="145135"/>
                  </a:lnTo>
                  <a:lnTo>
                    <a:pt x="2766293" y="147101"/>
                  </a:lnTo>
                  <a:lnTo>
                    <a:pt x="2776037" y="148962"/>
                  </a:lnTo>
                  <a:lnTo>
                    <a:pt x="2785766" y="150715"/>
                  </a:lnTo>
                  <a:lnTo>
                    <a:pt x="2795510" y="152361"/>
                  </a:lnTo>
                  <a:lnTo>
                    <a:pt x="2805254" y="153904"/>
                  </a:lnTo>
                  <a:lnTo>
                    <a:pt x="2814998" y="155343"/>
                  </a:lnTo>
                  <a:lnTo>
                    <a:pt x="2824727" y="156679"/>
                  </a:lnTo>
                  <a:lnTo>
                    <a:pt x="2834471" y="157917"/>
                  </a:lnTo>
                  <a:lnTo>
                    <a:pt x="2844215" y="159056"/>
                  </a:lnTo>
                  <a:lnTo>
                    <a:pt x="2853958" y="160101"/>
                  </a:lnTo>
                  <a:lnTo>
                    <a:pt x="2863687" y="161055"/>
                  </a:lnTo>
                  <a:lnTo>
                    <a:pt x="2873431" y="161921"/>
                  </a:lnTo>
                  <a:lnTo>
                    <a:pt x="2883175" y="162701"/>
                  </a:lnTo>
                  <a:lnTo>
                    <a:pt x="2892919" y="163405"/>
                  </a:lnTo>
                  <a:lnTo>
                    <a:pt x="2902663" y="164030"/>
                  </a:lnTo>
                  <a:lnTo>
                    <a:pt x="2912392" y="16458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6" name="Freeform 805">
              <a:extLst>
                <a:ext uri="{FF2B5EF4-FFF2-40B4-BE49-F238E27FC236}">
                  <a16:creationId xmlns:a16="http://schemas.microsoft.com/office/drawing/2014/main" id="{2242CD16-2952-118A-E42F-96D0B0A40463}"/>
                </a:ext>
              </a:extLst>
            </p:cNvPr>
            <p:cNvSpPr/>
            <p:nvPr/>
          </p:nvSpPr>
          <p:spPr>
            <a:xfrm>
              <a:off x="576446" y="3177155"/>
              <a:ext cx="2912392" cy="649407"/>
            </a:xfrm>
            <a:custGeom>
              <a:avLst/>
              <a:gdLst>
                <a:gd name="connsiteX0" fmla="*/ 0 w 2912392"/>
                <a:gd name="connsiteY0" fmla="*/ 347233 h 649407"/>
                <a:gd name="connsiteX1" fmla="*/ 9739 w 2912392"/>
                <a:gd name="connsiteY1" fmla="*/ 348882 h 649407"/>
                <a:gd name="connsiteX2" fmla="*/ 19480 w 2912392"/>
                <a:gd name="connsiteY2" fmla="*/ 350604 h 649407"/>
                <a:gd name="connsiteX3" fmla="*/ 29221 w 2912392"/>
                <a:gd name="connsiteY3" fmla="*/ 352400 h 649407"/>
                <a:gd name="connsiteX4" fmla="*/ 38961 w 2912392"/>
                <a:gd name="connsiteY4" fmla="*/ 354267 h 649407"/>
                <a:gd name="connsiteX5" fmla="*/ 48702 w 2912392"/>
                <a:gd name="connsiteY5" fmla="*/ 356202 h 649407"/>
                <a:gd name="connsiteX6" fmla="*/ 58443 w 2912392"/>
                <a:gd name="connsiteY6" fmla="*/ 358203 h 649407"/>
                <a:gd name="connsiteX7" fmla="*/ 68182 w 2912392"/>
                <a:gd name="connsiteY7" fmla="*/ 360269 h 649407"/>
                <a:gd name="connsiteX8" fmla="*/ 77923 w 2912392"/>
                <a:gd name="connsiteY8" fmla="*/ 362395 h 649407"/>
                <a:gd name="connsiteX9" fmla="*/ 87664 w 2912392"/>
                <a:gd name="connsiteY9" fmla="*/ 364583 h 649407"/>
                <a:gd name="connsiteX10" fmla="*/ 97404 w 2912392"/>
                <a:gd name="connsiteY10" fmla="*/ 366825 h 649407"/>
                <a:gd name="connsiteX11" fmla="*/ 107145 w 2912392"/>
                <a:gd name="connsiteY11" fmla="*/ 369122 h 649407"/>
                <a:gd name="connsiteX12" fmla="*/ 116886 w 2912392"/>
                <a:gd name="connsiteY12" fmla="*/ 371470 h 649407"/>
                <a:gd name="connsiteX13" fmla="*/ 126625 w 2912392"/>
                <a:gd name="connsiteY13" fmla="*/ 373866 h 649407"/>
                <a:gd name="connsiteX14" fmla="*/ 136366 w 2912392"/>
                <a:gd name="connsiteY14" fmla="*/ 376308 h 649407"/>
                <a:gd name="connsiteX15" fmla="*/ 146107 w 2912392"/>
                <a:gd name="connsiteY15" fmla="*/ 378792 h 649407"/>
                <a:gd name="connsiteX16" fmla="*/ 155846 w 2912392"/>
                <a:gd name="connsiteY16" fmla="*/ 381316 h 649407"/>
                <a:gd name="connsiteX17" fmla="*/ 165587 w 2912392"/>
                <a:gd name="connsiteY17" fmla="*/ 383877 h 649407"/>
                <a:gd name="connsiteX18" fmla="*/ 175328 w 2912392"/>
                <a:gd name="connsiteY18" fmla="*/ 386469 h 649407"/>
                <a:gd name="connsiteX19" fmla="*/ 185068 w 2912392"/>
                <a:gd name="connsiteY19" fmla="*/ 389093 h 649407"/>
                <a:gd name="connsiteX20" fmla="*/ 194809 w 2912392"/>
                <a:gd name="connsiteY20" fmla="*/ 391743 h 649407"/>
                <a:gd name="connsiteX21" fmla="*/ 204550 w 2912392"/>
                <a:gd name="connsiteY21" fmla="*/ 394418 h 649407"/>
                <a:gd name="connsiteX22" fmla="*/ 214289 w 2912392"/>
                <a:gd name="connsiteY22" fmla="*/ 397111 h 649407"/>
                <a:gd name="connsiteX23" fmla="*/ 224030 w 2912392"/>
                <a:gd name="connsiteY23" fmla="*/ 399823 h 649407"/>
                <a:gd name="connsiteX24" fmla="*/ 233771 w 2912392"/>
                <a:gd name="connsiteY24" fmla="*/ 402547 h 649407"/>
                <a:gd name="connsiteX25" fmla="*/ 243510 w 2912392"/>
                <a:gd name="connsiteY25" fmla="*/ 405281 h 649407"/>
                <a:gd name="connsiteX26" fmla="*/ 253251 w 2912392"/>
                <a:gd name="connsiteY26" fmla="*/ 408021 h 649407"/>
                <a:gd name="connsiteX27" fmla="*/ 262992 w 2912392"/>
                <a:gd name="connsiteY27" fmla="*/ 410762 h 649407"/>
                <a:gd name="connsiteX28" fmla="*/ 272732 w 2912392"/>
                <a:gd name="connsiteY28" fmla="*/ 413503 h 649407"/>
                <a:gd name="connsiteX29" fmla="*/ 282473 w 2912392"/>
                <a:gd name="connsiteY29" fmla="*/ 416240 h 649407"/>
                <a:gd name="connsiteX30" fmla="*/ 292214 w 2912392"/>
                <a:gd name="connsiteY30" fmla="*/ 418968 h 649407"/>
                <a:gd name="connsiteX31" fmla="*/ 301953 w 2912392"/>
                <a:gd name="connsiteY31" fmla="*/ 421683 h 649407"/>
                <a:gd name="connsiteX32" fmla="*/ 311694 w 2912392"/>
                <a:gd name="connsiteY32" fmla="*/ 424383 h 649407"/>
                <a:gd name="connsiteX33" fmla="*/ 321435 w 2912392"/>
                <a:gd name="connsiteY33" fmla="*/ 427061 h 649407"/>
                <a:gd name="connsiteX34" fmla="*/ 331175 w 2912392"/>
                <a:gd name="connsiteY34" fmla="*/ 429716 h 649407"/>
                <a:gd name="connsiteX35" fmla="*/ 340916 w 2912392"/>
                <a:gd name="connsiteY35" fmla="*/ 432343 h 649407"/>
                <a:gd name="connsiteX36" fmla="*/ 350656 w 2912392"/>
                <a:gd name="connsiteY36" fmla="*/ 434939 h 649407"/>
                <a:gd name="connsiteX37" fmla="*/ 360396 w 2912392"/>
                <a:gd name="connsiteY37" fmla="*/ 437497 h 649407"/>
                <a:gd name="connsiteX38" fmla="*/ 370137 w 2912392"/>
                <a:gd name="connsiteY38" fmla="*/ 440015 h 649407"/>
                <a:gd name="connsiteX39" fmla="*/ 379878 w 2912392"/>
                <a:gd name="connsiteY39" fmla="*/ 442489 h 649407"/>
                <a:gd name="connsiteX40" fmla="*/ 389617 w 2912392"/>
                <a:gd name="connsiteY40" fmla="*/ 444915 h 649407"/>
                <a:gd name="connsiteX41" fmla="*/ 399358 w 2912392"/>
                <a:gd name="connsiteY41" fmla="*/ 447287 h 649407"/>
                <a:gd name="connsiteX42" fmla="*/ 409099 w 2912392"/>
                <a:gd name="connsiteY42" fmla="*/ 449604 h 649407"/>
                <a:gd name="connsiteX43" fmla="*/ 418839 w 2912392"/>
                <a:gd name="connsiteY43" fmla="*/ 451858 h 649407"/>
                <a:gd name="connsiteX44" fmla="*/ 428580 w 2912392"/>
                <a:gd name="connsiteY44" fmla="*/ 454048 h 649407"/>
                <a:gd name="connsiteX45" fmla="*/ 438321 w 2912392"/>
                <a:gd name="connsiteY45" fmla="*/ 456168 h 649407"/>
                <a:gd name="connsiteX46" fmla="*/ 448060 w 2912392"/>
                <a:gd name="connsiteY46" fmla="*/ 458214 h 649407"/>
                <a:gd name="connsiteX47" fmla="*/ 457801 w 2912392"/>
                <a:gd name="connsiteY47" fmla="*/ 460180 h 649407"/>
                <a:gd name="connsiteX48" fmla="*/ 467542 w 2912392"/>
                <a:gd name="connsiteY48" fmla="*/ 462067 h 649407"/>
                <a:gd name="connsiteX49" fmla="*/ 477281 w 2912392"/>
                <a:gd name="connsiteY49" fmla="*/ 463865 h 649407"/>
                <a:gd name="connsiteX50" fmla="*/ 487022 w 2912392"/>
                <a:gd name="connsiteY50" fmla="*/ 465572 h 649407"/>
                <a:gd name="connsiteX51" fmla="*/ 496763 w 2912392"/>
                <a:gd name="connsiteY51" fmla="*/ 467184 h 649407"/>
                <a:gd name="connsiteX52" fmla="*/ 506503 w 2912392"/>
                <a:gd name="connsiteY52" fmla="*/ 468697 h 649407"/>
                <a:gd name="connsiteX53" fmla="*/ 516244 w 2912392"/>
                <a:gd name="connsiteY53" fmla="*/ 470106 h 649407"/>
                <a:gd name="connsiteX54" fmla="*/ 525985 w 2912392"/>
                <a:gd name="connsiteY54" fmla="*/ 471408 h 649407"/>
                <a:gd name="connsiteX55" fmla="*/ 535724 w 2912392"/>
                <a:gd name="connsiteY55" fmla="*/ 472597 h 649407"/>
                <a:gd name="connsiteX56" fmla="*/ 545465 w 2912392"/>
                <a:gd name="connsiteY56" fmla="*/ 473670 h 649407"/>
                <a:gd name="connsiteX57" fmla="*/ 555206 w 2912392"/>
                <a:gd name="connsiteY57" fmla="*/ 474623 h 649407"/>
                <a:gd name="connsiteX58" fmla="*/ 564946 w 2912392"/>
                <a:gd name="connsiteY58" fmla="*/ 475455 h 649407"/>
                <a:gd name="connsiteX59" fmla="*/ 574687 w 2912392"/>
                <a:gd name="connsiteY59" fmla="*/ 476157 h 649407"/>
                <a:gd name="connsiteX60" fmla="*/ 584428 w 2912392"/>
                <a:gd name="connsiteY60" fmla="*/ 476727 h 649407"/>
                <a:gd name="connsiteX61" fmla="*/ 594167 w 2912392"/>
                <a:gd name="connsiteY61" fmla="*/ 477164 h 649407"/>
                <a:gd name="connsiteX62" fmla="*/ 603908 w 2912392"/>
                <a:gd name="connsiteY62" fmla="*/ 477462 h 649407"/>
                <a:gd name="connsiteX63" fmla="*/ 613649 w 2912392"/>
                <a:gd name="connsiteY63" fmla="*/ 477618 h 649407"/>
                <a:gd name="connsiteX64" fmla="*/ 623388 w 2912392"/>
                <a:gd name="connsiteY64" fmla="*/ 477629 h 649407"/>
                <a:gd name="connsiteX65" fmla="*/ 633129 w 2912392"/>
                <a:gd name="connsiteY65" fmla="*/ 477491 h 649407"/>
                <a:gd name="connsiteX66" fmla="*/ 642870 w 2912392"/>
                <a:gd name="connsiteY66" fmla="*/ 477204 h 649407"/>
                <a:gd name="connsiteX67" fmla="*/ 652610 w 2912392"/>
                <a:gd name="connsiteY67" fmla="*/ 476761 h 649407"/>
                <a:gd name="connsiteX68" fmla="*/ 662351 w 2912392"/>
                <a:gd name="connsiteY68" fmla="*/ 476164 h 649407"/>
                <a:gd name="connsiteX69" fmla="*/ 672092 w 2912392"/>
                <a:gd name="connsiteY69" fmla="*/ 475407 h 649407"/>
                <a:gd name="connsiteX70" fmla="*/ 681831 w 2912392"/>
                <a:gd name="connsiteY70" fmla="*/ 474489 h 649407"/>
                <a:gd name="connsiteX71" fmla="*/ 691572 w 2912392"/>
                <a:gd name="connsiteY71" fmla="*/ 473409 h 649407"/>
                <a:gd name="connsiteX72" fmla="*/ 701313 w 2912392"/>
                <a:gd name="connsiteY72" fmla="*/ 472164 h 649407"/>
                <a:gd name="connsiteX73" fmla="*/ 711052 w 2912392"/>
                <a:gd name="connsiteY73" fmla="*/ 470753 h 649407"/>
                <a:gd name="connsiteX74" fmla="*/ 720793 w 2912392"/>
                <a:gd name="connsiteY74" fmla="*/ 469173 h 649407"/>
                <a:gd name="connsiteX75" fmla="*/ 730534 w 2912392"/>
                <a:gd name="connsiteY75" fmla="*/ 467426 h 649407"/>
                <a:gd name="connsiteX76" fmla="*/ 740274 w 2912392"/>
                <a:gd name="connsiteY76" fmla="*/ 465508 h 649407"/>
                <a:gd name="connsiteX77" fmla="*/ 750015 w 2912392"/>
                <a:gd name="connsiteY77" fmla="*/ 463421 h 649407"/>
                <a:gd name="connsiteX78" fmla="*/ 759756 w 2912392"/>
                <a:gd name="connsiteY78" fmla="*/ 461164 h 649407"/>
                <a:gd name="connsiteX79" fmla="*/ 769495 w 2912392"/>
                <a:gd name="connsiteY79" fmla="*/ 458735 h 649407"/>
                <a:gd name="connsiteX80" fmla="*/ 779236 w 2912392"/>
                <a:gd name="connsiteY80" fmla="*/ 456137 h 649407"/>
                <a:gd name="connsiteX81" fmla="*/ 788977 w 2912392"/>
                <a:gd name="connsiteY81" fmla="*/ 453370 h 649407"/>
                <a:gd name="connsiteX82" fmla="*/ 798717 w 2912392"/>
                <a:gd name="connsiteY82" fmla="*/ 450432 h 649407"/>
                <a:gd name="connsiteX83" fmla="*/ 808458 w 2912392"/>
                <a:gd name="connsiteY83" fmla="*/ 447329 h 649407"/>
                <a:gd name="connsiteX84" fmla="*/ 818199 w 2912392"/>
                <a:gd name="connsiteY84" fmla="*/ 444057 h 649407"/>
                <a:gd name="connsiteX85" fmla="*/ 827938 w 2912392"/>
                <a:gd name="connsiteY85" fmla="*/ 440621 h 649407"/>
                <a:gd name="connsiteX86" fmla="*/ 837679 w 2912392"/>
                <a:gd name="connsiteY86" fmla="*/ 437021 h 649407"/>
                <a:gd name="connsiteX87" fmla="*/ 847420 w 2912392"/>
                <a:gd name="connsiteY87" fmla="*/ 433262 h 649407"/>
                <a:gd name="connsiteX88" fmla="*/ 857159 w 2912392"/>
                <a:gd name="connsiteY88" fmla="*/ 429344 h 649407"/>
                <a:gd name="connsiteX89" fmla="*/ 866900 w 2912392"/>
                <a:gd name="connsiteY89" fmla="*/ 425271 h 649407"/>
                <a:gd name="connsiteX90" fmla="*/ 876641 w 2912392"/>
                <a:gd name="connsiteY90" fmla="*/ 421044 h 649407"/>
                <a:gd name="connsiteX91" fmla="*/ 886381 w 2912392"/>
                <a:gd name="connsiteY91" fmla="*/ 416668 h 649407"/>
                <a:gd name="connsiteX92" fmla="*/ 896122 w 2912392"/>
                <a:gd name="connsiteY92" fmla="*/ 412148 h 649407"/>
                <a:gd name="connsiteX93" fmla="*/ 905863 w 2912392"/>
                <a:gd name="connsiteY93" fmla="*/ 407484 h 649407"/>
                <a:gd name="connsiteX94" fmla="*/ 915602 w 2912392"/>
                <a:gd name="connsiteY94" fmla="*/ 402684 h 649407"/>
                <a:gd name="connsiteX95" fmla="*/ 925343 w 2912392"/>
                <a:gd name="connsiteY95" fmla="*/ 397749 h 649407"/>
                <a:gd name="connsiteX96" fmla="*/ 935084 w 2912392"/>
                <a:gd name="connsiteY96" fmla="*/ 392687 h 649407"/>
                <a:gd name="connsiteX97" fmla="*/ 944824 w 2912392"/>
                <a:gd name="connsiteY97" fmla="*/ 387499 h 649407"/>
                <a:gd name="connsiteX98" fmla="*/ 954564 w 2912392"/>
                <a:gd name="connsiteY98" fmla="*/ 382192 h 649407"/>
                <a:gd name="connsiteX99" fmla="*/ 964305 w 2912392"/>
                <a:gd name="connsiteY99" fmla="*/ 376771 h 649407"/>
                <a:gd name="connsiteX100" fmla="*/ 974045 w 2912392"/>
                <a:gd name="connsiteY100" fmla="*/ 371241 h 649407"/>
                <a:gd name="connsiteX101" fmla="*/ 983786 w 2912392"/>
                <a:gd name="connsiteY101" fmla="*/ 365609 h 649407"/>
                <a:gd name="connsiteX102" fmla="*/ 993522 w 2912392"/>
                <a:gd name="connsiteY102" fmla="*/ 359877 h 649407"/>
                <a:gd name="connsiteX103" fmla="*/ 1003266 w 2912392"/>
                <a:gd name="connsiteY103" fmla="*/ 354055 h 649407"/>
                <a:gd name="connsiteX104" fmla="*/ 1013010 w 2912392"/>
                <a:gd name="connsiteY104" fmla="*/ 348148 h 649407"/>
                <a:gd name="connsiteX105" fmla="*/ 1022754 w 2912392"/>
                <a:gd name="connsiteY105" fmla="*/ 342160 h 649407"/>
                <a:gd name="connsiteX106" fmla="*/ 1032483 w 2912392"/>
                <a:gd name="connsiteY106" fmla="*/ 336097 h 649407"/>
                <a:gd name="connsiteX107" fmla="*/ 1042227 w 2912392"/>
                <a:gd name="connsiteY107" fmla="*/ 329968 h 649407"/>
                <a:gd name="connsiteX108" fmla="*/ 1051971 w 2912392"/>
                <a:gd name="connsiteY108" fmla="*/ 323777 h 649407"/>
                <a:gd name="connsiteX109" fmla="*/ 1061715 w 2912392"/>
                <a:gd name="connsiteY109" fmla="*/ 317533 h 649407"/>
                <a:gd name="connsiteX110" fmla="*/ 1071444 w 2912392"/>
                <a:gd name="connsiteY110" fmla="*/ 311238 h 649407"/>
                <a:gd name="connsiteX111" fmla="*/ 1081188 w 2912392"/>
                <a:gd name="connsiteY111" fmla="*/ 304902 h 649407"/>
                <a:gd name="connsiteX112" fmla="*/ 1090932 w 2912392"/>
                <a:gd name="connsiteY112" fmla="*/ 298531 h 649407"/>
                <a:gd name="connsiteX113" fmla="*/ 1100676 w 2912392"/>
                <a:gd name="connsiteY113" fmla="*/ 292129 h 649407"/>
                <a:gd name="connsiteX114" fmla="*/ 1110405 w 2912392"/>
                <a:gd name="connsiteY114" fmla="*/ 285704 h 649407"/>
                <a:gd name="connsiteX115" fmla="*/ 1120149 w 2912392"/>
                <a:gd name="connsiteY115" fmla="*/ 279262 h 649407"/>
                <a:gd name="connsiteX116" fmla="*/ 1129893 w 2912392"/>
                <a:gd name="connsiteY116" fmla="*/ 272811 h 649407"/>
                <a:gd name="connsiteX117" fmla="*/ 1139637 w 2912392"/>
                <a:gd name="connsiteY117" fmla="*/ 266354 h 649407"/>
                <a:gd name="connsiteX118" fmla="*/ 1149381 w 2912392"/>
                <a:gd name="connsiteY118" fmla="*/ 259898 h 649407"/>
                <a:gd name="connsiteX119" fmla="*/ 1159110 w 2912392"/>
                <a:gd name="connsiteY119" fmla="*/ 253450 h 649407"/>
                <a:gd name="connsiteX120" fmla="*/ 1168854 w 2912392"/>
                <a:gd name="connsiteY120" fmla="*/ 247013 h 649407"/>
                <a:gd name="connsiteX121" fmla="*/ 1178598 w 2912392"/>
                <a:gd name="connsiteY121" fmla="*/ 240596 h 649407"/>
                <a:gd name="connsiteX122" fmla="*/ 1188341 w 2912392"/>
                <a:gd name="connsiteY122" fmla="*/ 234203 h 649407"/>
                <a:gd name="connsiteX123" fmla="*/ 1198070 w 2912392"/>
                <a:gd name="connsiteY123" fmla="*/ 227840 h 649407"/>
                <a:gd name="connsiteX124" fmla="*/ 1207814 w 2912392"/>
                <a:gd name="connsiteY124" fmla="*/ 221511 h 649407"/>
                <a:gd name="connsiteX125" fmla="*/ 1217558 w 2912392"/>
                <a:gd name="connsiteY125" fmla="*/ 215222 h 649407"/>
                <a:gd name="connsiteX126" fmla="*/ 1227302 w 2912392"/>
                <a:gd name="connsiteY126" fmla="*/ 208976 h 649407"/>
                <a:gd name="connsiteX127" fmla="*/ 1237031 w 2912392"/>
                <a:gd name="connsiteY127" fmla="*/ 202780 h 649407"/>
                <a:gd name="connsiteX128" fmla="*/ 1246775 w 2912392"/>
                <a:gd name="connsiteY128" fmla="*/ 196637 h 649407"/>
                <a:gd name="connsiteX129" fmla="*/ 1256519 w 2912392"/>
                <a:gd name="connsiteY129" fmla="*/ 190552 h 649407"/>
                <a:gd name="connsiteX130" fmla="*/ 1266263 w 2912392"/>
                <a:gd name="connsiteY130" fmla="*/ 184527 h 649407"/>
                <a:gd name="connsiteX131" fmla="*/ 1276007 w 2912392"/>
                <a:gd name="connsiteY131" fmla="*/ 178569 h 649407"/>
                <a:gd name="connsiteX132" fmla="*/ 1285736 w 2912392"/>
                <a:gd name="connsiteY132" fmla="*/ 172678 h 649407"/>
                <a:gd name="connsiteX133" fmla="*/ 1295480 w 2912392"/>
                <a:gd name="connsiteY133" fmla="*/ 166860 h 649407"/>
                <a:gd name="connsiteX134" fmla="*/ 1305224 w 2912392"/>
                <a:gd name="connsiteY134" fmla="*/ 161118 h 649407"/>
                <a:gd name="connsiteX135" fmla="*/ 1314968 w 2912392"/>
                <a:gd name="connsiteY135" fmla="*/ 155453 h 649407"/>
                <a:gd name="connsiteX136" fmla="*/ 1324697 w 2912392"/>
                <a:gd name="connsiteY136" fmla="*/ 149869 h 649407"/>
                <a:gd name="connsiteX137" fmla="*/ 1334441 w 2912392"/>
                <a:gd name="connsiteY137" fmla="*/ 144368 h 649407"/>
                <a:gd name="connsiteX138" fmla="*/ 1344185 w 2912392"/>
                <a:gd name="connsiteY138" fmla="*/ 138954 h 649407"/>
                <a:gd name="connsiteX139" fmla="*/ 1353929 w 2912392"/>
                <a:gd name="connsiteY139" fmla="*/ 133627 h 649407"/>
                <a:gd name="connsiteX140" fmla="*/ 1363658 w 2912392"/>
                <a:gd name="connsiteY140" fmla="*/ 128390 h 649407"/>
                <a:gd name="connsiteX141" fmla="*/ 1373402 w 2912392"/>
                <a:gd name="connsiteY141" fmla="*/ 123244 h 649407"/>
                <a:gd name="connsiteX142" fmla="*/ 1383146 w 2912392"/>
                <a:gd name="connsiteY142" fmla="*/ 118192 h 649407"/>
                <a:gd name="connsiteX143" fmla="*/ 1392890 w 2912392"/>
                <a:gd name="connsiteY143" fmla="*/ 113235 h 649407"/>
                <a:gd name="connsiteX144" fmla="*/ 1402619 w 2912392"/>
                <a:gd name="connsiteY144" fmla="*/ 108372 h 649407"/>
                <a:gd name="connsiteX145" fmla="*/ 1412363 w 2912392"/>
                <a:gd name="connsiteY145" fmla="*/ 103608 h 649407"/>
                <a:gd name="connsiteX146" fmla="*/ 1422106 w 2912392"/>
                <a:gd name="connsiteY146" fmla="*/ 98940 h 649407"/>
                <a:gd name="connsiteX147" fmla="*/ 1431850 w 2912392"/>
                <a:gd name="connsiteY147" fmla="*/ 94372 h 649407"/>
                <a:gd name="connsiteX148" fmla="*/ 1441594 w 2912392"/>
                <a:gd name="connsiteY148" fmla="*/ 89903 h 649407"/>
                <a:gd name="connsiteX149" fmla="*/ 1451323 w 2912392"/>
                <a:gd name="connsiteY149" fmla="*/ 85535 h 649407"/>
                <a:gd name="connsiteX150" fmla="*/ 1461067 w 2912392"/>
                <a:gd name="connsiteY150" fmla="*/ 81268 h 649407"/>
                <a:gd name="connsiteX151" fmla="*/ 1470811 w 2912392"/>
                <a:gd name="connsiteY151" fmla="*/ 77101 h 649407"/>
                <a:gd name="connsiteX152" fmla="*/ 1480555 w 2912392"/>
                <a:gd name="connsiteY152" fmla="*/ 73038 h 649407"/>
                <a:gd name="connsiteX153" fmla="*/ 1490284 w 2912392"/>
                <a:gd name="connsiteY153" fmla="*/ 69075 h 649407"/>
                <a:gd name="connsiteX154" fmla="*/ 1500028 w 2912392"/>
                <a:gd name="connsiteY154" fmla="*/ 65216 h 649407"/>
                <a:gd name="connsiteX155" fmla="*/ 1509772 w 2912392"/>
                <a:gd name="connsiteY155" fmla="*/ 61460 h 649407"/>
                <a:gd name="connsiteX156" fmla="*/ 1519516 w 2912392"/>
                <a:gd name="connsiteY156" fmla="*/ 57807 h 649407"/>
                <a:gd name="connsiteX157" fmla="*/ 1529245 w 2912392"/>
                <a:gd name="connsiteY157" fmla="*/ 54258 h 649407"/>
                <a:gd name="connsiteX158" fmla="*/ 1538989 w 2912392"/>
                <a:gd name="connsiteY158" fmla="*/ 50813 h 649407"/>
                <a:gd name="connsiteX159" fmla="*/ 1548733 w 2912392"/>
                <a:gd name="connsiteY159" fmla="*/ 47473 h 649407"/>
                <a:gd name="connsiteX160" fmla="*/ 1558477 w 2912392"/>
                <a:gd name="connsiteY160" fmla="*/ 44238 h 649407"/>
                <a:gd name="connsiteX161" fmla="*/ 1568221 w 2912392"/>
                <a:gd name="connsiteY161" fmla="*/ 41108 h 649407"/>
                <a:gd name="connsiteX162" fmla="*/ 1577950 w 2912392"/>
                <a:gd name="connsiteY162" fmla="*/ 38083 h 649407"/>
                <a:gd name="connsiteX163" fmla="*/ 1587694 w 2912392"/>
                <a:gd name="connsiteY163" fmla="*/ 35166 h 649407"/>
                <a:gd name="connsiteX164" fmla="*/ 1597438 w 2912392"/>
                <a:gd name="connsiteY164" fmla="*/ 32356 h 649407"/>
                <a:gd name="connsiteX165" fmla="*/ 1607182 w 2912392"/>
                <a:gd name="connsiteY165" fmla="*/ 29653 h 649407"/>
                <a:gd name="connsiteX166" fmla="*/ 1616911 w 2912392"/>
                <a:gd name="connsiteY166" fmla="*/ 27060 h 649407"/>
                <a:gd name="connsiteX167" fmla="*/ 1626655 w 2912392"/>
                <a:gd name="connsiteY167" fmla="*/ 24576 h 649407"/>
                <a:gd name="connsiteX168" fmla="*/ 1636399 w 2912392"/>
                <a:gd name="connsiteY168" fmla="*/ 22202 h 649407"/>
                <a:gd name="connsiteX169" fmla="*/ 1646142 w 2912392"/>
                <a:gd name="connsiteY169" fmla="*/ 19941 h 649407"/>
                <a:gd name="connsiteX170" fmla="*/ 1655872 w 2912392"/>
                <a:gd name="connsiteY170" fmla="*/ 17791 h 649407"/>
                <a:gd name="connsiteX171" fmla="*/ 1665616 w 2912392"/>
                <a:gd name="connsiteY171" fmla="*/ 15756 h 649407"/>
                <a:gd name="connsiteX172" fmla="*/ 1675359 w 2912392"/>
                <a:gd name="connsiteY172" fmla="*/ 13837 h 649407"/>
                <a:gd name="connsiteX173" fmla="*/ 1685103 w 2912392"/>
                <a:gd name="connsiteY173" fmla="*/ 12034 h 649407"/>
                <a:gd name="connsiteX174" fmla="*/ 1694832 w 2912392"/>
                <a:gd name="connsiteY174" fmla="*/ 10349 h 649407"/>
                <a:gd name="connsiteX175" fmla="*/ 1704576 w 2912392"/>
                <a:gd name="connsiteY175" fmla="*/ 8783 h 649407"/>
                <a:gd name="connsiteX176" fmla="*/ 1714320 w 2912392"/>
                <a:gd name="connsiteY176" fmla="*/ 7339 h 649407"/>
                <a:gd name="connsiteX177" fmla="*/ 1724064 w 2912392"/>
                <a:gd name="connsiteY177" fmla="*/ 6019 h 649407"/>
                <a:gd name="connsiteX178" fmla="*/ 1733808 w 2912392"/>
                <a:gd name="connsiteY178" fmla="*/ 4824 h 649407"/>
                <a:gd name="connsiteX179" fmla="*/ 1743537 w 2912392"/>
                <a:gd name="connsiteY179" fmla="*/ 3756 h 649407"/>
                <a:gd name="connsiteX180" fmla="*/ 1753281 w 2912392"/>
                <a:gd name="connsiteY180" fmla="*/ 2817 h 649407"/>
                <a:gd name="connsiteX181" fmla="*/ 1763025 w 2912392"/>
                <a:gd name="connsiteY181" fmla="*/ 2008 h 649407"/>
                <a:gd name="connsiteX182" fmla="*/ 1772769 w 2912392"/>
                <a:gd name="connsiteY182" fmla="*/ 1332 h 649407"/>
                <a:gd name="connsiteX183" fmla="*/ 1782498 w 2912392"/>
                <a:gd name="connsiteY183" fmla="*/ 793 h 649407"/>
                <a:gd name="connsiteX184" fmla="*/ 1792242 w 2912392"/>
                <a:gd name="connsiteY184" fmla="*/ 387 h 649407"/>
                <a:gd name="connsiteX185" fmla="*/ 1801986 w 2912392"/>
                <a:gd name="connsiteY185" fmla="*/ 124 h 649407"/>
                <a:gd name="connsiteX186" fmla="*/ 1811730 w 2912392"/>
                <a:gd name="connsiteY186" fmla="*/ 0 h 649407"/>
                <a:gd name="connsiteX187" fmla="*/ 1821459 w 2912392"/>
                <a:gd name="connsiteY187" fmla="*/ 19 h 649407"/>
                <a:gd name="connsiteX188" fmla="*/ 1831203 w 2912392"/>
                <a:gd name="connsiteY188" fmla="*/ 183 h 649407"/>
                <a:gd name="connsiteX189" fmla="*/ 1840947 w 2912392"/>
                <a:gd name="connsiteY189" fmla="*/ 496 h 649407"/>
                <a:gd name="connsiteX190" fmla="*/ 1850691 w 2912392"/>
                <a:gd name="connsiteY190" fmla="*/ 957 h 649407"/>
                <a:gd name="connsiteX191" fmla="*/ 1860435 w 2912392"/>
                <a:gd name="connsiteY191" fmla="*/ 1569 h 649407"/>
                <a:gd name="connsiteX192" fmla="*/ 1870164 w 2912392"/>
                <a:gd name="connsiteY192" fmla="*/ 2333 h 649407"/>
                <a:gd name="connsiteX193" fmla="*/ 1879908 w 2912392"/>
                <a:gd name="connsiteY193" fmla="*/ 3252 h 649407"/>
                <a:gd name="connsiteX194" fmla="*/ 1889652 w 2912392"/>
                <a:gd name="connsiteY194" fmla="*/ 4328 h 649407"/>
                <a:gd name="connsiteX195" fmla="*/ 1899395 w 2912392"/>
                <a:gd name="connsiteY195" fmla="*/ 5562 h 649407"/>
                <a:gd name="connsiteX196" fmla="*/ 1909124 w 2912392"/>
                <a:gd name="connsiteY196" fmla="*/ 6955 h 649407"/>
                <a:gd name="connsiteX197" fmla="*/ 1918868 w 2912392"/>
                <a:gd name="connsiteY197" fmla="*/ 8509 h 649407"/>
                <a:gd name="connsiteX198" fmla="*/ 1928612 w 2912392"/>
                <a:gd name="connsiteY198" fmla="*/ 10224 h 649407"/>
                <a:gd name="connsiteX199" fmla="*/ 1938356 w 2912392"/>
                <a:gd name="connsiteY199" fmla="*/ 12101 h 649407"/>
                <a:gd name="connsiteX200" fmla="*/ 1948085 w 2912392"/>
                <a:gd name="connsiteY200" fmla="*/ 14144 h 649407"/>
                <a:gd name="connsiteX201" fmla="*/ 1957829 w 2912392"/>
                <a:gd name="connsiteY201" fmla="*/ 16349 h 649407"/>
                <a:gd name="connsiteX202" fmla="*/ 1967573 w 2912392"/>
                <a:gd name="connsiteY202" fmla="*/ 18721 h 649407"/>
                <a:gd name="connsiteX203" fmla="*/ 1977317 w 2912392"/>
                <a:gd name="connsiteY203" fmla="*/ 21256 h 649407"/>
                <a:gd name="connsiteX204" fmla="*/ 1987046 w 2912392"/>
                <a:gd name="connsiteY204" fmla="*/ 23959 h 649407"/>
                <a:gd name="connsiteX205" fmla="*/ 1996790 w 2912392"/>
                <a:gd name="connsiteY205" fmla="*/ 26827 h 649407"/>
                <a:gd name="connsiteX206" fmla="*/ 2006534 w 2912392"/>
                <a:gd name="connsiteY206" fmla="*/ 29861 h 649407"/>
                <a:gd name="connsiteX207" fmla="*/ 2016278 w 2912392"/>
                <a:gd name="connsiteY207" fmla="*/ 33058 h 649407"/>
                <a:gd name="connsiteX208" fmla="*/ 2026022 w 2912392"/>
                <a:gd name="connsiteY208" fmla="*/ 36422 h 649407"/>
                <a:gd name="connsiteX209" fmla="*/ 2035751 w 2912392"/>
                <a:gd name="connsiteY209" fmla="*/ 39949 h 649407"/>
                <a:gd name="connsiteX210" fmla="*/ 2045495 w 2912392"/>
                <a:gd name="connsiteY210" fmla="*/ 43641 h 649407"/>
                <a:gd name="connsiteX211" fmla="*/ 2055239 w 2912392"/>
                <a:gd name="connsiteY211" fmla="*/ 47494 h 649407"/>
                <a:gd name="connsiteX212" fmla="*/ 2064983 w 2912392"/>
                <a:gd name="connsiteY212" fmla="*/ 51506 h 649407"/>
                <a:gd name="connsiteX213" fmla="*/ 2074712 w 2912392"/>
                <a:gd name="connsiteY213" fmla="*/ 55679 h 649407"/>
                <a:gd name="connsiteX214" fmla="*/ 2084456 w 2912392"/>
                <a:gd name="connsiteY214" fmla="*/ 60010 h 649407"/>
                <a:gd name="connsiteX215" fmla="*/ 2094200 w 2912392"/>
                <a:gd name="connsiteY215" fmla="*/ 64498 h 649407"/>
                <a:gd name="connsiteX216" fmla="*/ 2103944 w 2912392"/>
                <a:gd name="connsiteY216" fmla="*/ 69139 h 649407"/>
                <a:gd name="connsiteX217" fmla="*/ 2113673 w 2912392"/>
                <a:gd name="connsiteY217" fmla="*/ 73932 h 649407"/>
                <a:gd name="connsiteX218" fmla="*/ 2123417 w 2912392"/>
                <a:gd name="connsiteY218" fmla="*/ 78874 h 649407"/>
                <a:gd name="connsiteX219" fmla="*/ 2133161 w 2912392"/>
                <a:gd name="connsiteY219" fmla="*/ 83963 h 649407"/>
                <a:gd name="connsiteX220" fmla="*/ 2142905 w 2912392"/>
                <a:gd name="connsiteY220" fmla="*/ 89196 h 649407"/>
                <a:gd name="connsiteX221" fmla="*/ 2152649 w 2912392"/>
                <a:gd name="connsiteY221" fmla="*/ 94571 h 649407"/>
                <a:gd name="connsiteX222" fmla="*/ 2162377 w 2912392"/>
                <a:gd name="connsiteY222" fmla="*/ 100085 h 649407"/>
                <a:gd name="connsiteX223" fmla="*/ 2172121 w 2912392"/>
                <a:gd name="connsiteY223" fmla="*/ 105735 h 649407"/>
                <a:gd name="connsiteX224" fmla="*/ 2181865 w 2912392"/>
                <a:gd name="connsiteY224" fmla="*/ 111517 h 649407"/>
                <a:gd name="connsiteX225" fmla="*/ 2191609 w 2912392"/>
                <a:gd name="connsiteY225" fmla="*/ 117429 h 649407"/>
                <a:gd name="connsiteX226" fmla="*/ 2201338 w 2912392"/>
                <a:gd name="connsiteY226" fmla="*/ 123466 h 649407"/>
                <a:gd name="connsiteX227" fmla="*/ 2211082 w 2912392"/>
                <a:gd name="connsiteY227" fmla="*/ 129626 h 649407"/>
                <a:gd name="connsiteX228" fmla="*/ 2220826 w 2912392"/>
                <a:gd name="connsiteY228" fmla="*/ 135904 h 649407"/>
                <a:gd name="connsiteX229" fmla="*/ 2230570 w 2912392"/>
                <a:gd name="connsiteY229" fmla="*/ 142297 h 649407"/>
                <a:gd name="connsiteX230" fmla="*/ 2240299 w 2912392"/>
                <a:gd name="connsiteY230" fmla="*/ 148802 h 649407"/>
                <a:gd name="connsiteX231" fmla="*/ 2250043 w 2912392"/>
                <a:gd name="connsiteY231" fmla="*/ 155414 h 649407"/>
                <a:gd name="connsiteX232" fmla="*/ 2259787 w 2912392"/>
                <a:gd name="connsiteY232" fmla="*/ 162131 h 649407"/>
                <a:gd name="connsiteX233" fmla="*/ 2269531 w 2912392"/>
                <a:gd name="connsiteY233" fmla="*/ 168946 h 649407"/>
                <a:gd name="connsiteX234" fmla="*/ 2279260 w 2912392"/>
                <a:gd name="connsiteY234" fmla="*/ 175857 h 649407"/>
                <a:gd name="connsiteX235" fmla="*/ 2289004 w 2912392"/>
                <a:gd name="connsiteY235" fmla="*/ 182860 h 649407"/>
                <a:gd name="connsiteX236" fmla="*/ 2298748 w 2912392"/>
                <a:gd name="connsiteY236" fmla="*/ 189950 h 649407"/>
                <a:gd name="connsiteX237" fmla="*/ 2308492 w 2912392"/>
                <a:gd name="connsiteY237" fmla="*/ 197124 h 649407"/>
                <a:gd name="connsiteX238" fmla="*/ 2318236 w 2912392"/>
                <a:gd name="connsiteY238" fmla="*/ 204378 h 649407"/>
                <a:gd name="connsiteX239" fmla="*/ 2327965 w 2912392"/>
                <a:gd name="connsiteY239" fmla="*/ 211709 h 649407"/>
                <a:gd name="connsiteX240" fmla="*/ 2337709 w 2912392"/>
                <a:gd name="connsiteY240" fmla="*/ 219110 h 649407"/>
                <a:gd name="connsiteX241" fmla="*/ 2347453 w 2912392"/>
                <a:gd name="connsiteY241" fmla="*/ 226579 h 649407"/>
                <a:gd name="connsiteX242" fmla="*/ 2357197 w 2912392"/>
                <a:gd name="connsiteY242" fmla="*/ 234112 h 649407"/>
                <a:gd name="connsiteX243" fmla="*/ 2366926 w 2912392"/>
                <a:gd name="connsiteY243" fmla="*/ 241703 h 649407"/>
                <a:gd name="connsiteX244" fmla="*/ 2376670 w 2912392"/>
                <a:gd name="connsiteY244" fmla="*/ 249351 h 649407"/>
                <a:gd name="connsiteX245" fmla="*/ 2386413 w 2912392"/>
                <a:gd name="connsiteY245" fmla="*/ 257051 h 649407"/>
                <a:gd name="connsiteX246" fmla="*/ 2396157 w 2912392"/>
                <a:gd name="connsiteY246" fmla="*/ 264798 h 649407"/>
                <a:gd name="connsiteX247" fmla="*/ 2405886 w 2912392"/>
                <a:gd name="connsiteY247" fmla="*/ 272589 h 649407"/>
                <a:gd name="connsiteX248" fmla="*/ 2415630 w 2912392"/>
                <a:gd name="connsiteY248" fmla="*/ 280420 h 649407"/>
                <a:gd name="connsiteX249" fmla="*/ 2425374 w 2912392"/>
                <a:gd name="connsiteY249" fmla="*/ 288286 h 649407"/>
                <a:gd name="connsiteX250" fmla="*/ 2435118 w 2912392"/>
                <a:gd name="connsiteY250" fmla="*/ 296186 h 649407"/>
                <a:gd name="connsiteX251" fmla="*/ 2444862 w 2912392"/>
                <a:gd name="connsiteY251" fmla="*/ 304114 h 649407"/>
                <a:gd name="connsiteX252" fmla="*/ 2454591 w 2912392"/>
                <a:gd name="connsiteY252" fmla="*/ 312067 h 649407"/>
                <a:gd name="connsiteX253" fmla="*/ 2464335 w 2912392"/>
                <a:gd name="connsiteY253" fmla="*/ 320039 h 649407"/>
                <a:gd name="connsiteX254" fmla="*/ 2474079 w 2912392"/>
                <a:gd name="connsiteY254" fmla="*/ 328031 h 649407"/>
                <a:gd name="connsiteX255" fmla="*/ 2483823 w 2912392"/>
                <a:gd name="connsiteY255" fmla="*/ 336035 h 649407"/>
                <a:gd name="connsiteX256" fmla="*/ 2493552 w 2912392"/>
                <a:gd name="connsiteY256" fmla="*/ 344050 h 649407"/>
                <a:gd name="connsiteX257" fmla="*/ 2503296 w 2912392"/>
                <a:gd name="connsiteY257" fmla="*/ 352072 h 649407"/>
                <a:gd name="connsiteX258" fmla="*/ 2513040 w 2912392"/>
                <a:gd name="connsiteY258" fmla="*/ 360096 h 649407"/>
                <a:gd name="connsiteX259" fmla="*/ 2522784 w 2912392"/>
                <a:gd name="connsiteY259" fmla="*/ 368120 h 649407"/>
                <a:gd name="connsiteX260" fmla="*/ 2532513 w 2912392"/>
                <a:gd name="connsiteY260" fmla="*/ 376140 h 649407"/>
                <a:gd name="connsiteX261" fmla="*/ 2542257 w 2912392"/>
                <a:gd name="connsiteY261" fmla="*/ 384152 h 649407"/>
                <a:gd name="connsiteX262" fmla="*/ 2552001 w 2912392"/>
                <a:gd name="connsiteY262" fmla="*/ 392155 h 649407"/>
                <a:gd name="connsiteX263" fmla="*/ 2561745 w 2912392"/>
                <a:gd name="connsiteY263" fmla="*/ 400142 h 649407"/>
                <a:gd name="connsiteX264" fmla="*/ 2571474 w 2912392"/>
                <a:gd name="connsiteY264" fmla="*/ 408111 h 649407"/>
                <a:gd name="connsiteX265" fmla="*/ 2581218 w 2912392"/>
                <a:gd name="connsiteY265" fmla="*/ 416060 h 649407"/>
                <a:gd name="connsiteX266" fmla="*/ 2590962 w 2912392"/>
                <a:gd name="connsiteY266" fmla="*/ 423983 h 649407"/>
                <a:gd name="connsiteX267" fmla="*/ 2600705 w 2912392"/>
                <a:gd name="connsiteY267" fmla="*/ 431878 h 649407"/>
                <a:gd name="connsiteX268" fmla="*/ 2610449 w 2912392"/>
                <a:gd name="connsiteY268" fmla="*/ 439743 h 649407"/>
                <a:gd name="connsiteX269" fmla="*/ 2620178 w 2912392"/>
                <a:gd name="connsiteY269" fmla="*/ 447573 h 649407"/>
                <a:gd name="connsiteX270" fmla="*/ 2629922 w 2912392"/>
                <a:gd name="connsiteY270" fmla="*/ 455364 h 649407"/>
                <a:gd name="connsiteX271" fmla="*/ 2639666 w 2912392"/>
                <a:gd name="connsiteY271" fmla="*/ 463114 h 649407"/>
                <a:gd name="connsiteX272" fmla="*/ 2649410 w 2912392"/>
                <a:gd name="connsiteY272" fmla="*/ 470818 h 649407"/>
                <a:gd name="connsiteX273" fmla="*/ 2659139 w 2912392"/>
                <a:gd name="connsiteY273" fmla="*/ 478475 h 649407"/>
                <a:gd name="connsiteX274" fmla="*/ 2668883 w 2912392"/>
                <a:gd name="connsiteY274" fmla="*/ 486079 h 649407"/>
                <a:gd name="connsiteX275" fmla="*/ 2678627 w 2912392"/>
                <a:gd name="connsiteY275" fmla="*/ 493629 h 649407"/>
                <a:gd name="connsiteX276" fmla="*/ 2688371 w 2912392"/>
                <a:gd name="connsiteY276" fmla="*/ 501120 h 649407"/>
                <a:gd name="connsiteX277" fmla="*/ 2698100 w 2912392"/>
                <a:gd name="connsiteY277" fmla="*/ 508548 h 649407"/>
                <a:gd name="connsiteX278" fmla="*/ 2707844 w 2912392"/>
                <a:gd name="connsiteY278" fmla="*/ 515913 h 649407"/>
                <a:gd name="connsiteX279" fmla="*/ 2717588 w 2912392"/>
                <a:gd name="connsiteY279" fmla="*/ 523208 h 649407"/>
                <a:gd name="connsiteX280" fmla="*/ 2727332 w 2912392"/>
                <a:gd name="connsiteY280" fmla="*/ 530429 h 649407"/>
                <a:gd name="connsiteX281" fmla="*/ 2737076 w 2912392"/>
                <a:gd name="connsiteY281" fmla="*/ 537576 h 649407"/>
                <a:gd name="connsiteX282" fmla="*/ 2746805 w 2912392"/>
                <a:gd name="connsiteY282" fmla="*/ 544643 h 649407"/>
                <a:gd name="connsiteX283" fmla="*/ 2756549 w 2912392"/>
                <a:gd name="connsiteY283" fmla="*/ 551627 h 649407"/>
                <a:gd name="connsiteX284" fmla="*/ 2766293 w 2912392"/>
                <a:gd name="connsiteY284" fmla="*/ 558527 h 649407"/>
                <a:gd name="connsiteX285" fmla="*/ 2776037 w 2912392"/>
                <a:gd name="connsiteY285" fmla="*/ 565336 h 649407"/>
                <a:gd name="connsiteX286" fmla="*/ 2785766 w 2912392"/>
                <a:gd name="connsiteY286" fmla="*/ 572052 h 649407"/>
                <a:gd name="connsiteX287" fmla="*/ 2795510 w 2912392"/>
                <a:gd name="connsiteY287" fmla="*/ 578672 h 649407"/>
                <a:gd name="connsiteX288" fmla="*/ 2805254 w 2912392"/>
                <a:gd name="connsiteY288" fmla="*/ 585192 h 649407"/>
                <a:gd name="connsiteX289" fmla="*/ 2814998 w 2912392"/>
                <a:gd name="connsiteY289" fmla="*/ 591609 h 649407"/>
                <a:gd name="connsiteX290" fmla="*/ 2824727 w 2912392"/>
                <a:gd name="connsiteY290" fmla="*/ 597920 h 649407"/>
                <a:gd name="connsiteX291" fmla="*/ 2834471 w 2912392"/>
                <a:gd name="connsiteY291" fmla="*/ 604121 h 649407"/>
                <a:gd name="connsiteX292" fmla="*/ 2844215 w 2912392"/>
                <a:gd name="connsiteY292" fmla="*/ 610210 h 649407"/>
                <a:gd name="connsiteX293" fmla="*/ 2853958 w 2912392"/>
                <a:gd name="connsiteY293" fmla="*/ 616182 h 649407"/>
                <a:gd name="connsiteX294" fmla="*/ 2863687 w 2912392"/>
                <a:gd name="connsiteY294" fmla="*/ 622035 h 649407"/>
                <a:gd name="connsiteX295" fmla="*/ 2873431 w 2912392"/>
                <a:gd name="connsiteY295" fmla="*/ 627766 h 649407"/>
                <a:gd name="connsiteX296" fmla="*/ 2883175 w 2912392"/>
                <a:gd name="connsiteY296" fmla="*/ 633372 h 649407"/>
                <a:gd name="connsiteX297" fmla="*/ 2892919 w 2912392"/>
                <a:gd name="connsiteY297" fmla="*/ 638849 h 649407"/>
                <a:gd name="connsiteX298" fmla="*/ 2902663 w 2912392"/>
                <a:gd name="connsiteY298" fmla="*/ 644195 h 649407"/>
                <a:gd name="connsiteX299" fmla="*/ 2912392 w 2912392"/>
                <a:gd name="connsiteY299" fmla="*/ 649408 h 64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49407">
                  <a:moveTo>
                    <a:pt x="0" y="347233"/>
                  </a:moveTo>
                  <a:lnTo>
                    <a:pt x="9739" y="348882"/>
                  </a:lnTo>
                  <a:lnTo>
                    <a:pt x="19480" y="350604"/>
                  </a:lnTo>
                  <a:lnTo>
                    <a:pt x="29221" y="352400"/>
                  </a:lnTo>
                  <a:lnTo>
                    <a:pt x="38961" y="354267"/>
                  </a:lnTo>
                  <a:lnTo>
                    <a:pt x="48702" y="356202"/>
                  </a:lnTo>
                  <a:lnTo>
                    <a:pt x="58443" y="358203"/>
                  </a:lnTo>
                  <a:lnTo>
                    <a:pt x="68182" y="360269"/>
                  </a:lnTo>
                  <a:lnTo>
                    <a:pt x="77923" y="362395"/>
                  </a:lnTo>
                  <a:lnTo>
                    <a:pt x="87664" y="364583"/>
                  </a:lnTo>
                  <a:lnTo>
                    <a:pt x="97404" y="366825"/>
                  </a:lnTo>
                  <a:lnTo>
                    <a:pt x="107145" y="369122"/>
                  </a:lnTo>
                  <a:lnTo>
                    <a:pt x="116886" y="371470"/>
                  </a:lnTo>
                  <a:lnTo>
                    <a:pt x="126625" y="373866"/>
                  </a:lnTo>
                  <a:lnTo>
                    <a:pt x="136366" y="376308"/>
                  </a:lnTo>
                  <a:lnTo>
                    <a:pt x="146107" y="378792"/>
                  </a:lnTo>
                  <a:lnTo>
                    <a:pt x="155846" y="381316"/>
                  </a:lnTo>
                  <a:lnTo>
                    <a:pt x="165587" y="383877"/>
                  </a:lnTo>
                  <a:lnTo>
                    <a:pt x="175328" y="386469"/>
                  </a:lnTo>
                  <a:lnTo>
                    <a:pt x="185068" y="389093"/>
                  </a:lnTo>
                  <a:lnTo>
                    <a:pt x="194809" y="391743"/>
                  </a:lnTo>
                  <a:lnTo>
                    <a:pt x="204550" y="394418"/>
                  </a:lnTo>
                  <a:lnTo>
                    <a:pt x="214289" y="397111"/>
                  </a:lnTo>
                  <a:lnTo>
                    <a:pt x="224030" y="399823"/>
                  </a:lnTo>
                  <a:lnTo>
                    <a:pt x="233771" y="402547"/>
                  </a:lnTo>
                  <a:lnTo>
                    <a:pt x="243510" y="405281"/>
                  </a:lnTo>
                  <a:lnTo>
                    <a:pt x="253251" y="408021"/>
                  </a:lnTo>
                  <a:lnTo>
                    <a:pt x="262992" y="410762"/>
                  </a:lnTo>
                  <a:lnTo>
                    <a:pt x="272732" y="413503"/>
                  </a:lnTo>
                  <a:lnTo>
                    <a:pt x="282473" y="416240"/>
                  </a:lnTo>
                  <a:lnTo>
                    <a:pt x="292214" y="418968"/>
                  </a:lnTo>
                  <a:lnTo>
                    <a:pt x="301953" y="421683"/>
                  </a:lnTo>
                  <a:lnTo>
                    <a:pt x="311694" y="424383"/>
                  </a:lnTo>
                  <a:lnTo>
                    <a:pt x="321435" y="427061"/>
                  </a:lnTo>
                  <a:lnTo>
                    <a:pt x="331175" y="429716"/>
                  </a:lnTo>
                  <a:lnTo>
                    <a:pt x="340916" y="432343"/>
                  </a:lnTo>
                  <a:lnTo>
                    <a:pt x="350656" y="434939"/>
                  </a:lnTo>
                  <a:lnTo>
                    <a:pt x="360396" y="437497"/>
                  </a:lnTo>
                  <a:lnTo>
                    <a:pt x="370137" y="440015"/>
                  </a:lnTo>
                  <a:lnTo>
                    <a:pt x="379878" y="442489"/>
                  </a:lnTo>
                  <a:lnTo>
                    <a:pt x="389617" y="444915"/>
                  </a:lnTo>
                  <a:lnTo>
                    <a:pt x="399358" y="447287"/>
                  </a:lnTo>
                  <a:lnTo>
                    <a:pt x="409099" y="449604"/>
                  </a:lnTo>
                  <a:lnTo>
                    <a:pt x="418839" y="451858"/>
                  </a:lnTo>
                  <a:lnTo>
                    <a:pt x="428580" y="454048"/>
                  </a:lnTo>
                  <a:lnTo>
                    <a:pt x="438321" y="456168"/>
                  </a:lnTo>
                  <a:lnTo>
                    <a:pt x="448060" y="458214"/>
                  </a:lnTo>
                  <a:lnTo>
                    <a:pt x="457801" y="460180"/>
                  </a:lnTo>
                  <a:lnTo>
                    <a:pt x="467542" y="462067"/>
                  </a:lnTo>
                  <a:lnTo>
                    <a:pt x="477281" y="463865"/>
                  </a:lnTo>
                  <a:lnTo>
                    <a:pt x="487022" y="465572"/>
                  </a:lnTo>
                  <a:lnTo>
                    <a:pt x="496763" y="467184"/>
                  </a:lnTo>
                  <a:lnTo>
                    <a:pt x="506503" y="468697"/>
                  </a:lnTo>
                  <a:lnTo>
                    <a:pt x="516244" y="470106"/>
                  </a:lnTo>
                  <a:lnTo>
                    <a:pt x="525985" y="471408"/>
                  </a:lnTo>
                  <a:lnTo>
                    <a:pt x="535724" y="472597"/>
                  </a:lnTo>
                  <a:lnTo>
                    <a:pt x="545465" y="473670"/>
                  </a:lnTo>
                  <a:lnTo>
                    <a:pt x="555206" y="474623"/>
                  </a:lnTo>
                  <a:lnTo>
                    <a:pt x="564946" y="475455"/>
                  </a:lnTo>
                  <a:lnTo>
                    <a:pt x="574687" y="476157"/>
                  </a:lnTo>
                  <a:lnTo>
                    <a:pt x="584428" y="476727"/>
                  </a:lnTo>
                  <a:lnTo>
                    <a:pt x="594167" y="477164"/>
                  </a:lnTo>
                  <a:lnTo>
                    <a:pt x="603908" y="477462"/>
                  </a:lnTo>
                  <a:lnTo>
                    <a:pt x="613649" y="477618"/>
                  </a:lnTo>
                  <a:lnTo>
                    <a:pt x="623388" y="477629"/>
                  </a:lnTo>
                  <a:lnTo>
                    <a:pt x="633129" y="477491"/>
                  </a:lnTo>
                  <a:lnTo>
                    <a:pt x="642870" y="477204"/>
                  </a:lnTo>
                  <a:lnTo>
                    <a:pt x="652610" y="476761"/>
                  </a:lnTo>
                  <a:lnTo>
                    <a:pt x="662351" y="476164"/>
                  </a:lnTo>
                  <a:lnTo>
                    <a:pt x="672092" y="475407"/>
                  </a:lnTo>
                  <a:lnTo>
                    <a:pt x="681831" y="474489"/>
                  </a:lnTo>
                  <a:lnTo>
                    <a:pt x="691572" y="473409"/>
                  </a:lnTo>
                  <a:lnTo>
                    <a:pt x="701313" y="472164"/>
                  </a:lnTo>
                  <a:lnTo>
                    <a:pt x="711052" y="470753"/>
                  </a:lnTo>
                  <a:lnTo>
                    <a:pt x="720793" y="469173"/>
                  </a:lnTo>
                  <a:lnTo>
                    <a:pt x="730534" y="467426"/>
                  </a:lnTo>
                  <a:lnTo>
                    <a:pt x="740274" y="465508"/>
                  </a:lnTo>
                  <a:lnTo>
                    <a:pt x="750015" y="463421"/>
                  </a:lnTo>
                  <a:lnTo>
                    <a:pt x="759756" y="461164"/>
                  </a:lnTo>
                  <a:lnTo>
                    <a:pt x="769495" y="458735"/>
                  </a:lnTo>
                  <a:lnTo>
                    <a:pt x="779236" y="456137"/>
                  </a:lnTo>
                  <a:lnTo>
                    <a:pt x="788977" y="453370"/>
                  </a:lnTo>
                  <a:lnTo>
                    <a:pt x="798717" y="450432"/>
                  </a:lnTo>
                  <a:lnTo>
                    <a:pt x="808458" y="447329"/>
                  </a:lnTo>
                  <a:lnTo>
                    <a:pt x="818199" y="444057"/>
                  </a:lnTo>
                  <a:lnTo>
                    <a:pt x="827938" y="440621"/>
                  </a:lnTo>
                  <a:lnTo>
                    <a:pt x="837679" y="437021"/>
                  </a:lnTo>
                  <a:lnTo>
                    <a:pt x="847420" y="433262"/>
                  </a:lnTo>
                  <a:lnTo>
                    <a:pt x="857159" y="429344"/>
                  </a:lnTo>
                  <a:lnTo>
                    <a:pt x="866900" y="425271"/>
                  </a:lnTo>
                  <a:lnTo>
                    <a:pt x="876641" y="421044"/>
                  </a:lnTo>
                  <a:lnTo>
                    <a:pt x="886381" y="416668"/>
                  </a:lnTo>
                  <a:lnTo>
                    <a:pt x="896122" y="412148"/>
                  </a:lnTo>
                  <a:lnTo>
                    <a:pt x="905863" y="407484"/>
                  </a:lnTo>
                  <a:lnTo>
                    <a:pt x="915602" y="402684"/>
                  </a:lnTo>
                  <a:lnTo>
                    <a:pt x="925343" y="397749"/>
                  </a:lnTo>
                  <a:lnTo>
                    <a:pt x="935084" y="392687"/>
                  </a:lnTo>
                  <a:lnTo>
                    <a:pt x="944824" y="387499"/>
                  </a:lnTo>
                  <a:lnTo>
                    <a:pt x="954564" y="382192"/>
                  </a:lnTo>
                  <a:lnTo>
                    <a:pt x="964305" y="376771"/>
                  </a:lnTo>
                  <a:lnTo>
                    <a:pt x="974045" y="371241"/>
                  </a:lnTo>
                  <a:lnTo>
                    <a:pt x="983786" y="365609"/>
                  </a:lnTo>
                  <a:lnTo>
                    <a:pt x="993522" y="359877"/>
                  </a:lnTo>
                  <a:lnTo>
                    <a:pt x="1003266" y="354055"/>
                  </a:lnTo>
                  <a:lnTo>
                    <a:pt x="1013010" y="348148"/>
                  </a:lnTo>
                  <a:lnTo>
                    <a:pt x="1022754" y="342160"/>
                  </a:lnTo>
                  <a:lnTo>
                    <a:pt x="1032483" y="336097"/>
                  </a:lnTo>
                  <a:lnTo>
                    <a:pt x="1042227" y="329968"/>
                  </a:lnTo>
                  <a:lnTo>
                    <a:pt x="1051971" y="323777"/>
                  </a:lnTo>
                  <a:lnTo>
                    <a:pt x="1061715" y="317533"/>
                  </a:lnTo>
                  <a:lnTo>
                    <a:pt x="1071444" y="311238"/>
                  </a:lnTo>
                  <a:lnTo>
                    <a:pt x="1081188" y="304902"/>
                  </a:lnTo>
                  <a:lnTo>
                    <a:pt x="1090932" y="298531"/>
                  </a:lnTo>
                  <a:lnTo>
                    <a:pt x="1100676" y="292129"/>
                  </a:lnTo>
                  <a:lnTo>
                    <a:pt x="1110405" y="285704"/>
                  </a:lnTo>
                  <a:lnTo>
                    <a:pt x="1120149" y="279262"/>
                  </a:lnTo>
                  <a:lnTo>
                    <a:pt x="1129893" y="272811"/>
                  </a:lnTo>
                  <a:lnTo>
                    <a:pt x="1139637" y="266354"/>
                  </a:lnTo>
                  <a:lnTo>
                    <a:pt x="1149381" y="259898"/>
                  </a:lnTo>
                  <a:lnTo>
                    <a:pt x="1159110" y="253450"/>
                  </a:lnTo>
                  <a:lnTo>
                    <a:pt x="1168854" y="247013"/>
                  </a:lnTo>
                  <a:lnTo>
                    <a:pt x="1178598" y="240596"/>
                  </a:lnTo>
                  <a:lnTo>
                    <a:pt x="1188341" y="234203"/>
                  </a:lnTo>
                  <a:lnTo>
                    <a:pt x="1198070" y="227840"/>
                  </a:lnTo>
                  <a:lnTo>
                    <a:pt x="1207814" y="221511"/>
                  </a:lnTo>
                  <a:lnTo>
                    <a:pt x="1217558" y="215222"/>
                  </a:lnTo>
                  <a:lnTo>
                    <a:pt x="1227302" y="208976"/>
                  </a:lnTo>
                  <a:lnTo>
                    <a:pt x="1237031" y="202780"/>
                  </a:lnTo>
                  <a:lnTo>
                    <a:pt x="1246775" y="196637"/>
                  </a:lnTo>
                  <a:lnTo>
                    <a:pt x="1256519" y="190552"/>
                  </a:lnTo>
                  <a:lnTo>
                    <a:pt x="1266263" y="184527"/>
                  </a:lnTo>
                  <a:lnTo>
                    <a:pt x="1276007" y="178569"/>
                  </a:lnTo>
                  <a:lnTo>
                    <a:pt x="1285736" y="172678"/>
                  </a:lnTo>
                  <a:lnTo>
                    <a:pt x="1295480" y="166860"/>
                  </a:lnTo>
                  <a:lnTo>
                    <a:pt x="1305224" y="161118"/>
                  </a:lnTo>
                  <a:lnTo>
                    <a:pt x="1314968" y="155453"/>
                  </a:lnTo>
                  <a:lnTo>
                    <a:pt x="1324697" y="149869"/>
                  </a:lnTo>
                  <a:lnTo>
                    <a:pt x="1334441" y="144368"/>
                  </a:lnTo>
                  <a:lnTo>
                    <a:pt x="1344185" y="138954"/>
                  </a:lnTo>
                  <a:lnTo>
                    <a:pt x="1353929" y="133627"/>
                  </a:lnTo>
                  <a:lnTo>
                    <a:pt x="1363658" y="128390"/>
                  </a:lnTo>
                  <a:lnTo>
                    <a:pt x="1373402" y="123244"/>
                  </a:lnTo>
                  <a:lnTo>
                    <a:pt x="1383146" y="118192"/>
                  </a:lnTo>
                  <a:lnTo>
                    <a:pt x="1392890" y="113235"/>
                  </a:lnTo>
                  <a:lnTo>
                    <a:pt x="1402619" y="108372"/>
                  </a:lnTo>
                  <a:lnTo>
                    <a:pt x="1412363" y="103608"/>
                  </a:lnTo>
                  <a:lnTo>
                    <a:pt x="1422106" y="98940"/>
                  </a:lnTo>
                  <a:lnTo>
                    <a:pt x="1431850" y="94372"/>
                  </a:lnTo>
                  <a:lnTo>
                    <a:pt x="1441594" y="89903"/>
                  </a:lnTo>
                  <a:lnTo>
                    <a:pt x="1451323" y="85535"/>
                  </a:lnTo>
                  <a:lnTo>
                    <a:pt x="1461067" y="81268"/>
                  </a:lnTo>
                  <a:lnTo>
                    <a:pt x="1470811" y="77101"/>
                  </a:lnTo>
                  <a:lnTo>
                    <a:pt x="1480555" y="73038"/>
                  </a:lnTo>
                  <a:lnTo>
                    <a:pt x="1490284" y="69075"/>
                  </a:lnTo>
                  <a:lnTo>
                    <a:pt x="1500028" y="65216"/>
                  </a:lnTo>
                  <a:lnTo>
                    <a:pt x="1509772" y="61460"/>
                  </a:lnTo>
                  <a:lnTo>
                    <a:pt x="1519516" y="57807"/>
                  </a:lnTo>
                  <a:lnTo>
                    <a:pt x="1529245" y="54258"/>
                  </a:lnTo>
                  <a:lnTo>
                    <a:pt x="1538989" y="50813"/>
                  </a:lnTo>
                  <a:lnTo>
                    <a:pt x="1548733" y="47473"/>
                  </a:lnTo>
                  <a:lnTo>
                    <a:pt x="1558477" y="44238"/>
                  </a:lnTo>
                  <a:lnTo>
                    <a:pt x="1568221" y="41108"/>
                  </a:lnTo>
                  <a:lnTo>
                    <a:pt x="1577950" y="38083"/>
                  </a:lnTo>
                  <a:lnTo>
                    <a:pt x="1587694" y="35166"/>
                  </a:lnTo>
                  <a:lnTo>
                    <a:pt x="1597438" y="32356"/>
                  </a:lnTo>
                  <a:lnTo>
                    <a:pt x="1607182" y="29653"/>
                  </a:lnTo>
                  <a:lnTo>
                    <a:pt x="1616911" y="27060"/>
                  </a:lnTo>
                  <a:lnTo>
                    <a:pt x="1626655" y="24576"/>
                  </a:lnTo>
                  <a:lnTo>
                    <a:pt x="1636399" y="22202"/>
                  </a:lnTo>
                  <a:lnTo>
                    <a:pt x="1646142" y="19941"/>
                  </a:lnTo>
                  <a:lnTo>
                    <a:pt x="1655872" y="17791"/>
                  </a:lnTo>
                  <a:lnTo>
                    <a:pt x="1665616" y="15756"/>
                  </a:lnTo>
                  <a:lnTo>
                    <a:pt x="1675359" y="13837"/>
                  </a:lnTo>
                  <a:lnTo>
                    <a:pt x="1685103" y="12034"/>
                  </a:lnTo>
                  <a:lnTo>
                    <a:pt x="1694832" y="10349"/>
                  </a:lnTo>
                  <a:lnTo>
                    <a:pt x="1704576" y="8783"/>
                  </a:lnTo>
                  <a:lnTo>
                    <a:pt x="1714320" y="7339"/>
                  </a:lnTo>
                  <a:lnTo>
                    <a:pt x="1724064" y="6019"/>
                  </a:lnTo>
                  <a:lnTo>
                    <a:pt x="1733808" y="4824"/>
                  </a:lnTo>
                  <a:lnTo>
                    <a:pt x="1743537" y="3756"/>
                  </a:lnTo>
                  <a:lnTo>
                    <a:pt x="1753281" y="2817"/>
                  </a:lnTo>
                  <a:lnTo>
                    <a:pt x="1763025" y="2008"/>
                  </a:lnTo>
                  <a:lnTo>
                    <a:pt x="1772769" y="1332"/>
                  </a:lnTo>
                  <a:lnTo>
                    <a:pt x="1782498" y="793"/>
                  </a:lnTo>
                  <a:lnTo>
                    <a:pt x="1792242" y="387"/>
                  </a:lnTo>
                  <a:lnTo>
                    <a:pt x="1801986" y="124"/>
                  </a:lnTo>
                  <a:lnTo>
                    <a:pt x="1811730" y="0"/>
                  </a:lnTo>
                  <a:lnTo>
                    <a:pt x="1821459" y="19"/>
                  </a:lnTo>
                  <a:lnTo>
                    <a:pt x="1831203" y="183"/>
                  </a:lnTo>
                  <a:lnTo>
                    <a:pt x="1840947" y="496"/>
                  </a:lnTo>
                  <a:lnTo>
                    <a:pt x="1850691" y="957"/>
                  </a:lnTo>
                  <a:lnTo>
                    <a:pt x="1860435" y="1569"/>
                  </a:lnTo>
                  <a:lnTo>
                    <a:pt x="1870164" y="2333"/>
                  </a:lnTo>
                  <a:lnTo>
                    <a:pt x="1879908" y="3252"/>
                  </a:lnTo>
                  <a:lnTo>
                    <a:pt x="1889652" y="4328"/>
                  </a:lnTo>
                  <a:lnTo>
                    <a:pt x="1899395" y="5562"/>
                  </a:lnTo>
                  <a:lnTo>
                    <a:pt x="1909124" y="6955"/>
                  </a:lnTo>
                  <a:lnTo>
                    <a:pt x="1918868" y="8509"/>
                  </a:lnTo>
                  <a:lnTo>
                    <a:pt x="1928612" y="10224"/>
                  </a:lnTo>
                  <a:lnTo>
                    <a:pt x="1938356" y="12101"/>
                  </a:lnTo>
                  <a:lnTo>
                    <a:pt x="1948085" y="14144"/>
                  </a:lnTo>
                  <a:lnTo>
                    <a:pt x="1957829" y="16349"/>
                  </a:lnTo>
                  <a:lnTo>
                    <a:pt x="1967573" y="18721"/>
                  </a:lnTo>
                  <a:lnTo>
                    <a:pt x="1977317" y="21256"/>
                  </a:lnTo>
                  <a:lnTo>
                    <a:pt x="1987046" y="23959"/>
                  </a:lnTo>
                  <a:lnTo>
                    <a:pt x="1996790" y="26827"/>
                  </a:lnTo>
                  <a:lnTo>
                    <a:pt x="2006534" y="29861"/>
                  </a:lnTo>
                  <a:lnTo>
                    <a:pt x="2016278" y="33058"/>
                  </a:lnTo>
                  <a:lnTo>
                    <a:pt x="2026022" y="36422"/>
                  </a:lnTo>
                  <a:lnTo>
                    <a:pt x="2035751" y="39949"/>
                  </a:lnTo>
                  <a:lnTo>
                    <a:pt x="2045495" y="43641"/>
                  </a:lnTo>
                  <a:lnTo>
                    <a:pt x="2055239" y="47494"/>
                  </a:lnTo>
                  <a:lnTo>
                    <a:pt x="2064983" y="51506"/>
                  </a:lnTo>
                  <a:lnTo>
                    <a:pt x="2074712" y="55679"/>
                  </a:lnTo>
                  <a:lnTo>
                    <a:pt x="2084456" y="60010"/>
                  </a:lnTo>
                  <a:lnTo>
                    <a:pt x="2094200" y="64498"/>
                  </a:lnTo>
                  <a:lnTo>
                    <a:pt x="2103944" y="69139"/>
                  </a:lnTo>
                  <a:lnTo>
                    <a:pt x="2113673" y="73932"/>
                  </a:lnTo>
                  <a:lnTo>
                    <a:pt x="2123417" y="78874"/>
                  </a:lnTo>
                  <a:lnTo>
                    <a:pt x="2133161" y="83963"/>
                  </a:lnTo>
                  <a:lnTo>
                    <a:pt x="2142905" y="89196"/>
                  </a:lnTo>
                  <a:lnTo>
                    <a:pt x="2152649" y="94571"/>
                  </a:lnTo>
                  <a:lnTo>
                    <a:pt x="2162377" y="100085"/>
                  </a:lnTo>
                  <a:lnTo>
                    <a:pt x="2172121" y="105735"/>
                  </a:lnTo>
                  <a:lnTo>
                    <a:pt x="2181865" y="111517"/>
                  </a:lnTo>
                  <a:lnTo>
                    <a:pt x="2191609" y="117429"/>
                  </a:lnTo>
                  <a:lnTo>
                    <a:pt x="2201338" y="123466"/>
                  </a:lnTo>
                  <a:lnTo>
                    <a:pt x="2211082" y="129626"/>
                  </a:lnTo>
                  <a:lnTo>
                    <a:pt x="2220826" y="135904"/>
                  </a:lnTo>
                  <a:lnTo>
                    <a:pt x="2230570" y="142297"/>
                  </a:lnTo>
                  <a:lnTo>
                    <a:pt x="2240299" y="148802"/>
                  </a:lnTo>
                  <a:lnTo>
                    <a:pt x="2250043" y="155414"/>
                  </a:lnTo>
                  <a:lnTo>
                    <a:pt x="2259787" y="162131"/>
                  </a:lnTo>
                  <a:lnTo>
                    <a:pt x="2269531" y="168946"/>
                  </a:lnTo>
                  <a:lnTo>
                    <a:pt x="2279260" y="175857"/>
                  </a:lnTo>
                  <a:lnTo>
                    <a:pt x="2289004" y="182860"/>
                  </a:lnTo>
                  <a:lnTo>
                    <a:pt x="2298748" y="189950"/>
                  </a:lnTo>
                  <a:lnTo>
                    <a:pt x="2308492" y="197124"/>
                  </a:lnTo>
                  <a:lnTo>
                    <a:pt x="2318236" y="204378"/>
                  </a:lnTo>
                  <a:lnTo>
                    <a:pt x="2327965" y="211709"/>
                  </a:lnTo>
                  <a:lnTo>
                    <a:pt x="2337709" y="219110"/>
                  </a:lnTo>
                  <a:lnTo>
                    <a:pt x="2347453" y="226579"/>
                  </a:lnTo>
                  <a:lnTo>
                    <a:pt x="2357197" y="234112"/>
                  </a:lnTo>
                  <a:lnTo>
                    <a:pt x="2366926" y="241703"/>
                  </a:lnTo>
                  <a:lnTo>
                    <a:pt x="2376670" y="249351"/>
                  </a:lnTo>
                  <a:lnTo>
                    <a:pt x="2386413" y="257051"/>
                  </a:lnTo>
                  <a:lnTo>
                    <a:pt x="2396157" y="264798"/>
                  </a:lnTo>
                  <a:lnTo>
                    <a:pt x="2405886" y="272589"/>
                  </a:lnTo>
                  <a:lnTo>
                    <a:pt x="2415630" y="280420"/>
                  </a:lnTo>
                  <a:lnTo>
                    <a:pt x="2425374" y="288286"/>
                  </a:lnTo>
                  <a:lnTo>
                    <a:pt x="2435118" y="296186"/>
                  </a:lnTo>
                  <a:lnTo>
                    <a:pt x="2444862" y="304114"/>
                  </a:lnTo>
                  <a:lnTo>
                    <a:pt x="2454591" y="312067"/>
                  </a:lnTo>
                  <a:lnTo>
                    <a:pt x="2464335" y="320039"/>
                  </a:lnTo>
                  <a:lnTo>
                    <a:pt x="2474079" y="328031"/>
                  </a:lnTo>
                  <a:lnTo>
                    <a:pt x="2483823" y="336035"/>
                  </a:lnTo>
                  <a:lnTo>
                    <a:pt x="2493552" y="344050"/>
                  </a:lnTo>
                  <a:lnTo>
                    <a:pt x="2503296" y="352072"/>
                  </a:lnTo>
                  <a:lnTo>
                    <a:pt x="2513040" y="360096"/>
                  </a:lnTo>
                  <a:lnTo>
                    <a:pt x="2522784" y="368120"/>
                  </a:lnTo>
                  <a:lnTo>
                    <a:pt x="2532513" y="376140"/>
                  </a:lnTo>
                  <a:lnTo>
                    <a:pt x="2542257" y="384152"/>
                  </a:lnTo>
                  <a:lnTo>
                    <a:pt x="2552001" y="392155"/>
                  </a:lnTo>
                  <a:lnTo>
                    <a:pt x="2561745" y="400142"/>
                  </a:lnTo>
                  <a:lnTo>
                    <a:pt x="2571474" y="408111"/>
                  </a:lnTo>
                  <a:lnTo>
                    <a:pt x="2581218" y="416060"/>
                  </a:lnTo>
                  <a:lnTo>
                    <a:pt x="2590962" y="423983"/>
                  </a:lnTo>
                  <a:lnTo>
                    <a:pt x="2600705" y="431878"/>
                  </a:lnTo>
                  <a:lnTo>
                    <a:pt x="2610449" y="439743"/>
                  </a:lnTo>
                  <a:lnTo>
                    <a:pt x="2620178" y="447573"/>
                  </a:lnTo>
                  <a:lnTo>
                    <a:pt x="2629922" y="455364"/>
                  </a:lnTo>
                  <a:lnTo>
                    <a:pt x="2639666" y="463114"/>
                  </a:lnTo>
                  <a:lnTo>
                    <a:pt x="2649410" y="470818"/>
                  </a:lnTo>
                  <a:lnTo>
                    <a:pt x="2659139" y="478475"/>
                  </a:lnTo>
                  <a:lnTo>
                    <a:pt x="2668883" y="486079"/>
                  </a:lnTo>
                  <a:lnTo>
                    <a:pt x="2678627" y="493629"/>
                  </a:lnTo>
                  <a:lnTo>
                    <a:pt x="2688371" y="501120"/>
                  </a:lnTo>
                  <a:lnTo>
                    <a:pt x="2698100" y="508548"/>
                  </a:lnTo>
                  <a:lnTo>
                    <a:pt x="2707844" y="515913"/>
                  </a:lnTo>
                  <a:lnTo>
                    <a:pt x="2717588" y="523208"/>
                  </a:lnTo>
                  <a:lnTo>
                    <a:pt x="2727332" y="530429"/>
                  </a:lnTo>
                  <a:lnTo>
                    <a:pt x="2737076" y="537576"/>
                  </a:lnTo>
                  <a:lnTo>
                    <a:pt x="2746805" y="544643"/>
                  </a:lnTo>
                  <a:lnTo>
                    <a:pt x="2756549" y="551627"/>
                  </a:lnTo>
                  <a:lnTo>
                    <a:pt x="2766293" y="558527"/>
                  </a:lnTo>
                  <a:lnTo>
                    <a:pt x="2776037" y="565336"/>
                  </a:lnTo>
                  <a:lnTo>
                    <a:pt x="2785766" y="572052"/>
                  </a:lnTo>
                  <a:lnTo>
                    <a:pt x="2795510" y="578672"/>
                  </a:lnTo>
                  <a:lnTo>
                    <a:pt x="2805254" y="585192"/>
                  </a:lnTo>
                  <a:lnTo>
                    <a:pt x="2814998" y="591609"/>
                  </a:lnTo>
                  <a:lnTo>
                    <a:pt x="2824727" y="597920"/>
                  </a:lnTo>
                  <a:lnTo>
                    <a:pt x="2834471" y="604121"/>
                  </a:lnTo>
                  <a:lnTo>
                    <a:pt x="2844215" y="610210"/>
                  </a:lnTo>
                  <a:lnTo>
                    <a:pt x="2853958" y="616182"/>
                  </a:lnTo>
                  <a:lnTo>
                    <a:pt x="2863687" y="622035"/>
                  </a:lnTo>
                  <a:lnTo>
                    <a:pt x="2873431" y="627766"/>
                  </a:lnTo>
                  <a:lnTo>
                    <a:pt x="2883175" y="633372"/>
                  </a:lnTo>
                  <a:lnTo>
                    <a:pt x="2892919" y="638849"/>
                  </a:lnTo>
                  <a:lnTo>
                    <a:pt x="2902663" y="644195"/>
                  </a:lnTo>
                  <a:lnTo>
                    <a:pt x="2912392" y="64940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7" name="Freeform 806">
              <a:extLst>
                <a:ext uri="{FF2B5EF4-FFF2-40B4-BE49-F238E27FC236}">
                  <a16:creationId xmlns:a16="http://schemas.microsoft.com/office/drawing/2014/main" id="{F02E4B7E-62FB-EDC1-A9E1-C7478237CAF0}"/>
                </a:ext>
              </a:extLst>
            </p:cNvPr>
            <p:cNvSpPr/>
            <p:nvPr/>
          </p:nvSpPr>
          <p:spPr>
            <a:xfrm>
              <a:off x="576446" y="3275993"/>
              <a:ext cx="2912392" cy="567669"/>
            </a:xfrm>
            <a:custGeom>
              <a:avLst/>
              <a:gdLst>
                <a:gd name="connsiteX0" fmla="*/ 0 w 2912392"/>
                <a:gd name="connsiteY0" fmla="*/ 270475 h 567669"/>
                <a:gd name="connsiteX1" fmla="*/ 9739 w 2912392"/>
                <a:gd name="connsiteY1" fmla="*/ 271781 h 567669"/>
                <a:gd name="connsiteX2" fmla="*/ 19480 w 2912392"/>
                <a:gd name="connsiteY2" fmla="*/ 273145 h 567669"/>
                <a:gd name="connsiteX3" fmla="*/ 29221 w 2912392"/>
                <a:gd name="connsiteY3" fmla="*/ 274558 h 567669"/>
                <a:gd name="connsiteX4" fmla="*/ 38961 w 2912392"/>
                <a:gd name="connsiteY4" fmla="*/ 276023 h 567669"/>
                <a:gd name="connsiteX5" fmla="*/ 48702 w 2912392"/>
                <a:gd name="connsiteY5" fmla="*/ 277537 h 567669"/>
                <a:gd name="connsiteX6" fmla="*/ 58443 w 2912392"/>
                <a:gd name="connsiteY6" fmla="*/ 279097 h 567669"/>
                <a:gd name="connsiteX7" fmla="*/ 68182 w 2912392"/>
                <a:gd name="connsiteY7" fmla="*/ 280700 h 567669"/>
                <a:gd name="connsiteX8" fmla="*/ 77923 w 2912392"/>
                <a:gd name="connsiteY8" fmla="*/ 282343 h 567669"/>
                <a:gd name="connsiteX9" fmla="*/ 87664 w 2912392"/>
                <a:gd name="connsiteY9" fmla="*/ 284025 h 567669"/>
                <a:gd name="connsiteX10" fmla="*/ 97404 w 2912392"/>
                <a:gd name="connsiteY10" fmla="*/ 285743 h 567669"/>
                <a:gd name="connsiteX11" fmla="*/ 107145 w 2912392"/>
                <a:gd name="connsiteY11" fmla="*/ 287495 h 567669"/>
                <a:gd name="connsiteX12" fmla="*/ 116886 w 2912392"/>
                <a:gd name="connsiteY12" fmla="*/ 289276 h 567669"/>
                <a:gd name="connsiteX13" fmla="*/ 126625 w 2912392"/>
                <a:gd name="connsiteY13" fmla="*/ 291084 h 567669"/>
                <a:gd name="connsiteX14" fmla="*/ 136366 w 2912392"/>
                <a:gd name="connsiteY14" fmla="*/ 292915 h 567669"/>
                <a:gd name="connsiteX15" fmla="*/ 146107 w 2912392"/>
                <a:gd name="connsiteY15" fmla="*/ 294769 h 567669"/>
                <a:gd name="connsiteX16" fmla="*/ 155846 w 2912392"/>
                <a:gd name="connsiteY16" fmla="*/ 296639 h 567669"/>
                <a:gd name="connsiteX17" fmla="*/ 165587 w 2912392"/>
                <a:gd name="connsiteY17" fmla="*/ 298523 h 567669"/>
                <a:gd name="connsiteX18" fmla="*/ 175328 w 2912392"/>
                <a:gd name="connsiteY18" fmla="*/ 300419 h 567669"/>
                <a:gd name="connsiteX19" fmla="*/ 185068 w 2912392"/>
                <a:gd name="connsiteY19" fmla="*/ 302323 h 567669"/>
                <a:gd name="connsiteX20" fmla="*/ 194809 w 2912392"/>
                <a:gd name="connsiteY20" fmla="*/ 304228 h 567669"/>
                <a:gd name="connsiteX21" fmla="*/ 204550 w 2912392"/>
                <a:gd name="connsiteY21" fmla="*/ 306137 h 567669"/>
                <a:gd name="connsiteX22" fmla="*/ 214289 w 2912392"/>
                <a:gd name="connsiteY22" fmla="*/ 308039 h 567669"/>
                <a:gd name="connsiteX23" fmla="*/ 224030 w 2912392"/>
                <a:gd name="connsiteY23" fmla="*/ 309938 h 567669"/>
                <a:gd name="connsiteX24" fmla="*/ 233771 w 2912392"/>
                <a:gd name="connsiteY24" fmla="*/ 311824 h 567669"/>
                <a:gd name="connsiteX25" fmla="*/ 243510 w 2912392"/>
                <a:gd name="connsiteY25" fmla="*/ 313695 h 567669"/>
                <a:gd name="connsiteX26" fmla="*/ 253251 w 2912392"/>
                <a:gd name="connsiteY26" fmla="*/ 315549 h 567669"/>
                <a:gd name="connsiteX27" fmla="*/ 262992 w 2912392"/>
                <a:gd name="connsiteY27" fmla="*/ 317380 h 567669"/>
                <a:gd name="connsiteX28" fmla="*/ 272732 w 2912392"/>
                <a:gd name="connsiteY28" fmla="*/ 319185 h 567669"/>
                <a:gd name="connsiteX29" fmla="*/ 282473 w 2912392"/>
                <a:gd name="connsiteY29" fmla="*/ 320960 h 567669"/>
                <a:gd name="connsiteX30" fmla="*/ 292214 w 2912392"/>
                <a:gd name="connsiteY30" fmla="*/ 322702 h 567669"/>
                <a:gd name="connsiteX31" fmla="*/ 301953 w 2912392"/>
                <a:gd name="connsiteY31" fmla="*/ 324404 h 567669"/>
                <a:gd name="connsiteX32" fmla="*/ 311694 w 2912392"/>
                <a:gd name="connsiteY32" fmla="*/ 326064 h 567669"/>
                <a:gd name="connsiteX33" fmla="*/ 321435 w 2912392"/>
                <a:gd name="connsiteY33" fmla="*/ 327678 h 567669"/>
                <a:gd name="connsiteX34" fmla="*/ 331175 w 2912392"/>
                <a:gd name="connsiteY34" fmla="*/ 329242 h 567669"/>
                <a:gd name="connsiteX35" fmla="*/ 340916 w 2912392"/>
                <a:gd name="connsiteY35" fmla="*/ 330751 h 567669"/>
                <a:gd name="connsiteX36" fmla="*/ 350656 w 2912392"/>
                <a:gd name="connsiteY36" fmla="*/ 332201 h 567669"/>
                <a:gd name="connsiteX37" fmla="*/ 360396 w 2912392"/>
                <a:gd name="connsiteY37" fmla="*/ 333588 h 567669"/>
                <a:gd name="connsiteX38" fmla="*/ 370137 w 2912392"/>
                <a:gd name="connsiteY38" fmla="*/ 334910 h 567669"/>
                <a:gd name="connsiteX39" fmla="*/ 379878 w 2912392"/>
                <a:gd name="connsiteY39" fmla="*/ 336158 h 567669"/>
                <a:gd name="connsiteX40" fmla="*/ 389617 w 2912392"/>
                <a:gd name="connsiteY40" fmla="*/ 337332 h 567669"/>
                <a:gd name="connsiteX41" fmla="*/ 399358 w 2912392"/>
                <a:gd name="connsiteY41" fmla="*/ 338427 h 567669"/>
                <a:gd name="connsiteX42" fmla="*/ 409099 w 2912392"/>
                <a:gd name="connsiteY42" fmla="*/ 339438 h 567669"/>
                <a:gd name="connsiteX43" fmla="*/ 418839 w 2912392"/>
                <a:gd name="connsiteY43" fmla="*/ 340361 h 567669"/>
                <a:gd name="connsiteX44" fmla="*/ 428580 w 2912392"/>
                <a:gd name="connsiteY44" fmla="*/ 341191 h 567669"/>
                <a:gd name="connsiteX45" fmla="*/ 438321 w 2912392"/>
                <a:gd name="connsiteY45" fmla="*/ 341927 h 567669"/>
                <a:gd name="connsiteX46" fmla="*/ 448060 w 2912392"/>
                <a:gd name="connsiteY46" fmla="*/ 342562 h 567669"/>
                <a:gd name="connsiteX47" fmla="*/ 457801 w 2912392"/>
                <a:gd name="connsiteY47" fmla="*/ 343092 h 567669"/>
                <a:gd name="connsiteX48" fmla="*/ 467542 w 2912392"/>
                <a:gd name="connsiteY48" fmla="*/ 343515 h 567669"/>
                <a:gd name="connsiteX49" fmla="*/ 477281 w 2912392"/>
                <a:gd name="connsiteY49" fmla="*/ 343825 h 567669"/>
                <a:gd name="connsiteX50" fmla="*/ 487022 w 2912392"/>
                <a:gd name="connsiteY50" fmla="*/ 344020 h 567669"/>
                <a:gd name="connsiteX51" fmla="*/ 496763 w 2912392"/>
                <a:gd name="connsiteY51" fmla="*/ 344096 h 567669"/>
                <a:gd name="connsiteX52" fmla="*/ 506503 w 2912392"/>
                <a:gd name="connsiteY52" fmla="*/ 344047 h 567669"/>
                <a:gd name="connsiteX53" fmla="*/ 516244 w 2912392"/>
                <a:gd name="connsiteY53" fmla="*/ 343873 h 567669"/>
                <a:gd name="connsiteX54" fmla="*/ 525985 w 2912392"/>
                <a:gd name="connsiteY54" fmla="*/ 343567 h 567669"/>
                <a:gd name="connsiteX55" fmla="*/ 535724 w 2912392"/>
                <a:gd name="connsiteY55" fmla="*/ 343128 h 567669"/>
                <a:gd name="connsiteX56" fmla="*/ 545465 w 2912392"/>
                <a:gd name="connsiteY56" fmla="*/ 342550 h 567669"/>
                <a:gd name="connsiteX57" fmla="*/ 555206 w 2912392"/>
                <a:gd name="connsiteY57" fmla="*/ 341833 h 567669"/>
                <a:gd name="connsiteX58" fmla="*/ 564946 w 2912392"/>
                <a:gd name="connsiteY58" fmla="*/ 340972 h 567669"/>
                <a:gd name="connsiteX59" fmla="*/ 574687 w 2912392"/>
                <a:gd name="connsiteY59" fmla="*/ 339964 h 567669"/>
                <a:gd name="connsiteX60" fmla="*/ 584428 w 2912392"/>
                <a:gd name="connsiteY60" fmla="*/ 338806 h 567669"/>
                <a:gd name="connsiteX61" fmla="*/ 594167 w 2912392"/>
                <a:gd name="connsiteY61" fmla="*/ 337496 h 567669"/>
                <a:gd name="connsiteX62" fmla="*/ 603908 w 2912392"/>
                <a:gd name="connsiteY62" fmla="*/ 336033 h 567669"/>
                <a:gd name="connsiteX63" fmla="*/ 613649 w 2912392"/>
                <a:gd name="connsiteY63" fmla="*/ 334411 h 567669"/>
                <a:gd name="connsiteX64" fmla="*/ 623388 w 2912392"/>
                <a:gd name="connsiteY64" fmla="*/ 332632 h 567669"/>
                <a:gd name="connsiteX65" fmla="*/ 633129 w 2912392"/>
                <a:gd name="connsiteY65" fmla="*/ 330690 h 567669"/>
                <a:gd name="connsiteX66" fmla="*/ 642870 w 2912392"/>
                <a:gd name="connsiteY66" fmla="*/ 328587 h 567669"/>
                <a:gd name="connsiteX67" fmla="*/ 652610 w 2912392"/>
                <a:gd name="connsiteY67" fmla="*/ 326319 h 567669"/>
                <a:gd name="connsiteX68" fmla="*/ 662351 w 2912392"/>
                <a:gd name="connsiteY68" fmla="*/ 323886 h 567669"/>
                <a:gd name="connsiteX69" fmla="*/ 672092 w 2912392"/>
                <a:gd name="connsiteY69" fmla="*/ 321286 h 567669"/>
                <a:gd name="connsiteX70" fmla="*/ 681831 w 2912392"/>
                <a:gd name="connsiteY70" fmla="*/ 318519 h 567669"/>
                <a:gd name="connsiteX71" fmla="*/ 691572 w 2912392"/>
                <a:gd name="connsiteY71" fmla="*/ 315586 h 567669"/>
                <a:gd name="connsiteX72" fmla="*/ 701313 w 2912392"/>
                <a:gd name="connsiteY72" fmla="*/ 312485 h 567669"/>
                <a:gd name="connsiteX73" fmla="*/ 711052 w 2912392"/>
                <a:gd name="connsiteY73" fmla="*/ 309216 h 567669"/>
                <a:gd name="connsiteX74" fmla="*/ 720793 w 2912392"/>
                <a:gd name="connsiteY74" fmla="*/ 305781 h 567669"/>
                <a:gd name="connsiteX75" fmla="*/ 730534 w 2912392"/>
                <a:gd name="connsiteY75" fmla="*/ 302180 h 567669"/>
                <a:gd name="connsiteX76" fmla="*/ 740274 w 2912392"/>
                <a:gd name="connsiteY76" fmla="*/ 298412 h 567669"/>
                <a:gd name="connsiteX77" fmla="*/ 750015 w 2912392"/>
                <a:gd name="connsiteY77" fmla="*/ 294481 h 567669"/>
                <a:gd name="connsiteX78" fmla="*/ 759756 w 2912392"/>
                <a:gd name="connsiteY78" fmla="*/ 290390 h 567669"/>
                <a:gd name="connsiteX79" fmla="*/ 769495 w 2912392"/>
                <a:gd name="connsiteY79" fmla="*/ 286138 h 567669"/>
                <a:gd name="connsiteX80" fmla="*/ 779236 w 2912392"/>
                <a:gd name="connsiteY80" fmla="*/ 281729 h 567669"/>
                <a:gd name="connsiteX81" fmla="*/ 788977 w 2912392"/>
                <a:gd name="connsiteY81" fmla="*/ 277166 h 567669"/>
                <a:gd name="connsiteX82" fmla="*/ 798717 w 2912392"/>
                <a:gd name="connsiteY82" fmla="*/ 272452 h 567669"/>
                <a:gd name="connsiteX83" fmla="*/ 808458 w 2912392"/>
                <a:gd name="connsiteY83" fmla="*/ 267590 h 567669"/>
                <a:gd name="connsiteX84" fmla="*/ 818199 w 2912392"/>
                <a:gd name="connsiteY84" fmla="*/ 262586 h 567669"/>
                <a:gd name="connsiteX85" fmla="*/ 827938 w 2912392"/>
                <a:gd name="connsiteY85" fmla="*/ 257441 h 567669"/>
                <a:gd name="connsiteX86" fmla="*/ 837679 w 2912392"/>
                <a:gd name="connsiteY86" fmla="*/ 252162 h 567669"/>
                <a:gd name="connsiteX87" fmla="*/ 847420 w 2912392"/>
                <a:gd name="connsiteY87" fmla="*/ 246755 h 567669"/>
                <a:gd name="connsiteX88" fmla="*/ 857159 w 2912392"/>
                <a:gd name="connsiteY88" fmla="*/ 241223 h 567669"/>
                <a:gd name="connsiteX89" fmla="*/ 866900 w 2912392"/>
                <a:gd name="connsiteY89" fmla="*/ 235575 h 567669"/>
                <a:gd name="connsiteX90" fmla="*/ 876641 w 2912392"/>
                <a:gd name="connsiteY90" fmla="*/ 229815 h 567669"/>
                <a:gd name="connsiteX91" fmla="*/ 886381 w 2912392"/>
                <a:gd name="connsiteY91" fmla="*/ 223950 h 567669"/>
                <a:gd name="connsiteX92" fmla="*/ 896122 w 2912392"/>
                <a:gd name="connsiteY92" fmla="*/ 217987 h 567669"/>
                <a:gd name="connsiteX93" fmla="*/ 905863 w 2912392"/>
                <a:gd name="connsiteY93" fmla="*/ 211932 h 567669"/>
                <a:gd name="connsiteX94" fmla="*/ 915602 w 2912392"/>
                <a:gd name="connsiteY94" fmla="*/ 205797 h 567669"/>
                <a:gd name="connsiteX95" fmla="*/ 925343 w 2912392"/>
                <a:gd name="connsiteY95" fmla="*/ 199585 h 567669"/>
                <a:gd name="connsiteX96" fmla="*/ 935084 w 2912392"/>
                <a:gd name="connsiteY96" fmla="*/ 193307 h 567669"/>
                <a:gd name="connsiteX97" fmla="*/ 944824 w 2912392"/>
                <a:gd name="connsiteY97" fmla="*/ 186972 h 567669"/>
                <a:gd name="connsiteX98" fmla="*/ 954564 w 2912392"/>
                <a:gd name="connsiteY98" fmla="*/ 180588 h 567669"/>
                <a:gd name="connsiteX99" fmla="*/ 964305 w 2912392"/>
                <a:gd name="connsiteY99" fmla="*/ 174163 h 567669"/>
                <a:gd name="connsiteX100" fmla="*/ 974045 w 2912392"/>
                <a:gd name="connsiteY100" fmla="*/ 167709 h 567669"/>
                <a:gd name="connsiteX101" fmla="*/ 983786 w 2912392"/>
                <a:gd name="connsiteY101" fmla="*/ 161234 h 567669"/>
                <a:gd name="connsiteX102" fmla="*/ 993522 w 2912392"/>
                <a:gd name="connsiteY102" fmla="*/ 154748 h 567669"/>
                <a:gd name="connsiteX103" fmla="*/ 1003266 w 2912392"/>
                <a:gd name="connsiteY103" fmla="*/ 148261 h 567669"/>
                <a:gd name="connsiteX104" fmla="*/ 1013010 w 2912392"/>
                <a:gd name="connsiteY104" fmla="*/ 141786 h 567669"/>
                <a:gd name="connsiteX105" fmla="*/ 1022754 w 2912392"/>
                <a:gd name="connsiteY105" fmla="*/ 135329 h 567669"/>
                <a:gd name="connsiteX106" fmla="*/ 1032483 w 2912392"/>
                <a:gd name="connsiteY106" fmla="*/ 128904 h 567669"/>
                <a:gd name="connsiteX107" fmla="*/ 1042227 w 2912392"/>
                <a:gd name="connsiteY107" fmla="*/ 122520 h 567669"/>
                <a:gd name="connsiteX108" fmla="*/ 1051971 w 2912392"/>
                <a:gd name="connsiteY108" fmla="*/ 116188 h 567669"/>
                <a:gd name="connsiteX109" fmla="*/ 1061715 w 2912392"/>
                <a:gd name="connsiteY109" fmla="*/ 109920 h 567669"/>
                <a:gd name="connsiteX110" fmla="*/ 1071444 w 2912392"/>
                <a:gd name="connsiteY110" fmla="*/ 103725 h 567669"/>
                <a:gd name="connsiteX111" fmla="*/ 1081188 w 2912392"/>
                <a:gd name="connsiteY111" fmla="*/ 97615 h 567669"/>
                <a:gd name="connsiteX112" fmla="*/ 1090932 w 2912392"/>
                <a:gd name="connsiteY112" fmla="*/ 91602 h 567669"/>
                <a:gd name="connsiteX113" fmla="*/ 1100676 w 2912392"/>
                <a:gd name="connsiteY113" fmla="*/ 85694 h 567669"/>
                <a:gd name="connsiteX114" fmla="*/ 1110405 w 2912392"/>
                <a:gd name="connsiteY114" fmla="*/ 79903 h 567669"/>
                <a:gd name="connsiteX115" fmla="*/ 1120149 w 2912392"/>
                <a:gd name="connsiteY115" fmla="*/ 74240 h 567669"/>
                <a:gd name="connsiteX116" fmla="*/ 1129893 w 2912392"/>
                <a:gd name="connsiteY116" fmla="*/ 68716 h 567669"/>
                <a:gd name="connsiteX117" fmla="*/ 1139637 w 2912392"/>
                <a:gd name="connsiteY117" fmla="*/ 63338 h 567669"/>
                <a:gd name="connsiteX118" fmla="*/ 1149381 w 2912392"/>
                <a:gd name="connsiteY118" fmla="*/ 58122 h 567669"/>
                <a:gd name="connsiteX119" fmla="*/ 1159110 w 2912392"/>
                <a:gd name="connsiteY119" fmla="*/ 53073 h 567669"/>
                <a:gd name="connsiteX120" fmla="*/ 1168854 w 2912392"/>
                <a:gd name="connsiteY120" fmla="*/ 48203 h 567669"/>
                <a:gd name="connsiteX121" fmla="*/ 1178598 w 2912392"/>
                <a:gd name="connsiteY121" fmla="*/ 43520 h 567669"/>
                <a:gd name="connsiteX122" fmla="*/ 1188341 w 2912392"/>
                <a:gd name="connsiteY122" fmla="*/ 39034 h 567669"/>
                <a:gd name="connsiteX123" fmla="*/ 1198070 w 2912392"/>
                <a:gd name="connsiteY123" fmla="*/ 34753 h 567669"/>
                <a:gd name="connsiteX124" fmla="*/ 1207814 w 2912392"/>
                <a:gd name="connsiteY124" fmla="*/ 30687 h 567669"/>
                <a:gd name="connsiteX125" fmla="*/ 1217558 w 2912392"/>
                <a:gd name="connsiteY125" fmla="*/ 26843 h 567669"/>
                <a:gd name="connsiteX126" fmla="*/ 1227302 w 2912392"/>
                <a:gd name="connsiteY126" fmla="*/ 23230 h 567669"/>
                <a:gd name="connsiteX127" fmla="*/ 1237031 w 2912392"/>
                <a:gd name="connsiteY127" fmla="*/ 19854 h 567669"/>
                <a:gd name="connsiteX128" fmla="*/ 1246775 w 2912392"/>
                <a:gd name="connsiteY128" fmla="*/ 16724 h 567669"/>
                <a:gd name="connsiteX129" fmla="*/ 1256519 w 2912392"/>
                <a:gd name="connsiteY129" fmla="*/ 13844 h 567669"/>
                <a:gd name="connsiteX130" fmla="*/ 1266263 w 2912392"/>
                <a:gd name="connsiteY130" fmla="*/ 11223 h 567669"/>
                <a:gd name="connsiteX131" fmla="*/ 1276007 w 2912392"/>
                <a:gd name="connsiteY131" fmla="*/ 8865 h 567669"/>
                <a:gd name="connsiteX132" fmla="*/ 1285736 w 2912392"/>
                <a:gd name="connsiteY132" fmla="*/ 6775 h 567669"/>
                <a:gd name="connsiteX133" fmla="*/ 1295480 w 2912392"/>
                <a:gd name="connsiteY133" fmla="*/ 4957 h 567669"/>
                <a:gd name="connsiteX134" fmla="*/ 1305224 w 2912392"/>
                <a:gd name="connsiteY134" fmla="*/ 3418 h 567669"/>
                <a:gd name="connsiteX135" fmla="*/ 1314968 w 2912392"/>
                <a:gd name="connsiteY135" fmla="*/ 2160 h 567669"/>
                <a:gd name="connsiteX136" fmla="*/ 1324697 w 2912392"/>
                <a:gd name="connsiteY136" fmla="*/ 1186 h 567669"/>
                <a:gd name="connsiteX137" fmla="*/ 1334441 w 2912392"/>
                <a:gd name="connsiteY137" fmla="*/ 501 h 567669"/>
                <a:gd name="connsiteX138" fmla="*/ 1344185 w 2912392"/>
                <a:gd name="connsiteY138" fmla="*/ 104 h 567669"/>
                <a:gd name="connsiteX139" fmla="*/ 1353929 w 2912392"/>
                <a:gd name="connsiteY139" fmla="*/ 0 h 567669"/>
                <a:gd name="connsiteX140" fmla="*/ 1363658 w 2912392"/>
                <a:gd name="connsiteY140" fmla="*/ 188 h 567669"/>
                <a:gd name="connsiteX141" fmla="*/ 1373402 w 2912392"/>
                <a:gd name="connsiteY141" fmla="*/ 669 h 567669"/>
                <a:gd name="connsiteX142" fmla="*/ 1383146 w 2912392"/>
                <a:gd name="connsiteY142" fmla="*/ 1444 h 567669"/>
                <a:gd name="connsiteX143" fmla="*/ 1392890 w 2912392"/>
                <a:gd name="connsiteY143" fmla="*/ 2512 h 567669"/>
                <a:gd name="connsiteX144" fmla="*/ 1402619 w 2912392"/>
                <a:gd name="connsiteY144" fmla="*/ 3874 h 567669"/>
                <a:gd name="connsiteX145" fmla="*/ 1412363 w 2912392"/>
                <a:gd name="connsiteY145" fmla="*/ 5525 h 567669"/>
                <a:gd name="connsiteX146" fmla="*/ 1422106 w 2912392"/>
                <a:gd name="connsiteY146" fmla="*/ 7466 h 567669"/>
                <a:gd name="connsiteX147" fmla="*/ 1431850 w 2912392"/>
                <a:gd name="connsiteY147" fmla="*/ 9695 h 567669"/>
                <a:gd name="connsiteX148" fmla="*/ 1441594 w 2912392"/>
                <a:gd name="connsiteY148" fmla="*/ 12207 h 567669"/>
                <a:gd name="connsiteX149" fmla="*/ 1451323 w 2912392"/>
                <a:gd name="connsiteY149" fmla="*/ 15000 h 567669"/>
                <a:gd name="connsiteX150" fmla="*/ 1461067 w 2912392"/>
                <a:gd name="connsiteY150" fmla="*/ 18071 h 567669"/>
                <a:gd name="connsiteX151" fmla="*/ 1470811 w 2912392"/>
                <a:gd name="connsiteY151" fmla="*/ 21414 h 567669"/>
                <a:gd name="connsiteX152" fmla="*/ 1480555 w 2912392"/>
                <a:gd name="connsiteY152" fmla="*/ 25027 h 567669"/>
                <a:gd name="connsiteX153" fmla="*/ 1490284 w 2912392"/>
                <a:gd name="connsiteY153" fmla="*/ 28903 h 567669"/>
                <a:gd name="connsiteX154" fmla="*/ 1500028 w 2912392"/>
                <a:gd name="connsiteY154" fmla="*/ 33034 h 567669"/>
                <a:gd name="connsiteX155" fmla="*/ 1509772 w 2912392"/>
                <a:gd name="connsiteY155" fmla="*/ 37419 h 567669"/>
                <a:gd name="connsiteX156" fmla="*/ 1519516 w 2912392"/>
                <a:gd name="connsiteY156" fmla="*/ 42049 h 567669"/>
                <a:gd name="connsiteX157" fmla="*/ 1529245 w 2912392"/>
                <a:gd name="connsiteY157" fmla="*/ 46918 h 567669"/>
                <a:gd name="connsiteX158" fmla="*/ 1538989 w 2912392"/>
                <a:gd name="connsiteY158" fmla="*/ 52020 h 567669"/>
                <a:gd name="connsiteX159" fmla="*/ 1548733 w 2912392"/>
                <a:gd name="connsiteY159" fmla="*/ 57346 h 567669"/>
                <a:gd name="connsiteX160" fmla="*/ 1558477 w 2912392"/>
                <a:gd name="connsiteY160" fmla="*/ 62887 h 567669"/>
                <a:gd name="connsiteX161" fmla="*/ 1568221 w 2912392"/>
                <a:gd name="connsiteY161" fmla="*/ 68640 h 567669"/>
                <a:gd name="connsiteX162" fmla="*/ 1577950 w 2912392"/>
                <a:gd name="connsiteY162" fmla="*/ 74592 h 567669"/>
                <a:gd name="connsiteX163" fmla="*/ 1587694 w 2912392"/>
                <a:gd name="connsiteY163" fmla="*/ 80735 h 567669"/>
                <a:gd name="connsiteX164" fmla="*/ 1597438 w 2912392"/>
                <a:gd name="connsiteY164" fmla="*/ 87062 h 567669"/>
                <a:gd name="connsiteX165" fmla="*/ 1607182 w 2912392"/>
                <a:gd name="connsiteY165" fmla="*/ 93564 h 567669"/>
                <a:gd name="connsiteX166" fmla="*/ 1616911 w 2912392"/>
                <a:gd name="connsiteY166" fmla="*/ 100231 h 567669"/>
                <a:gd name="connsiteX167" fmla="*/ 1626655 w 2912392"/>
                <a:gd name="connsiteY167" fmla="*/ 107054 h 567669"/>
                <a:gd name="connsiteX168" fmla="*/ 1636399 w 2912392"/>
                <a:gd name="connsiteY168" fmla="*/ 114023 h 567669"/>
                <a:gd name="connsiteX169" fmla="*/ 1646142 w 2912392"/>
                <a:gd name="connsiteY169" fmla="*/ 121129 h 567669"/>
                <a:gd name="connsiteX170" fmla="*/ 1655872 w 2912392"/>
                <a:gd name="connsiteY170" fmla="*/ 128361 h 567669"/>
                <a:gd name="connsiteX171" fmla="*/ 1665616 w 2912392"/>
                <a:gd name="connsiteY171" fmla="*/ 135709 h 567669"/>
                <a:gd name="connsiteX172" fmla="*/ 1675359 w 2912392"/>
                <a:gd name="connsiteY172" fmla="*/ 143164 h 567669"/>
                <a:gd name="connsiteX173" fmla="*/ 1685103 w 2912392"/>
                <a:gd name="connsiteY173" fmla="*/ 150717 h 567669"/>
                <a:gd name="connsiteX174" fmla="*/ 1694832 w 2912392"/>
                <a:gd name="connsiteY174" fmla="*/ 158355 h 567669"/>
                <a:gd name="connsiteX175" fmla="*/ 1704576 w 2912392"/>
                <a:gd name="connsiteY175" fmla="*/ 166070 h 567669"/>
                <a:gd name="connsiteX176" fmla="*/ 1714320 w 2912392"/>
                <a:gd name="connsiteY176" fmla="*/ 173850 h 567669"/>
                <a:gd name="connsiteX177" fmla="*/ 1724064 w 2912392"/>
                <a:gd name="connsiteY177" fmla="*/ 181686 h 567669"/>
                <a:gd name="connsiteX178" fmla="*/ 1733808 w 2912392"/>
                <a:gd name="connsiteY178" fmla="*/ 189567 h 567669"/>
                <a:gd name="connsiteX179" fmla="*/ 1743537 w 2912392"/>
                <a:gd name="connsiteY179" fmla="*/ 197485 h 567669"/>
                <a:gd name="connsiteX180" fmla="*/ 1753281 w 2912392"/>
                <a:gd name="connsiteY180" fmla="*/ 205427 h 567669"/>
                <a:gd name="connsiteX181" fmla="*/ 1763025 w 2912392"/>
                <a:gd name="connsiteY181" fmla="*/ 213386 h 567669"/>
                <a:gd name="connsiteX182" fmla="*/ 1772769 w 2912392"/>
                <a:gd name="connsiteY182" fmla="*/ 221350 h 567669"/>
                <a:gd name="connsiteX183" fmla="*/ 1782498 w 2912392"/>
                <a:gd name="connsiteY183" fmla="*/ 229309 h 567669"/>
                <a:gd name="connsiteX184" fmla="*/ 1792242 w 2912392"/>
                <a:gd name="connsiteY184" fmla="*/ 237254 h 567669"/>
                <a:gd name="connsiteX185" fmla="*/ 1801986 w 2912392"/>
                <a:gd name="connsiteY185" fmla="*/ 245176 h 567669"/>
                <a:gd name="connsiteX186" fmla="*/ 1811730 w 2912392"/>
                <a:gd name="connsiteY186" fmla="*/ 253065 h 567669"/>
                <a:gd name="connsiteX187" fmla="*/ 1821459 w 2912392"/>
                <a:gd name="connsiteY187" fmla="*/ 260912 h 567669"/>
                <a:gd name="connsiteX188" fmla="*/ 1831203 w 2912392"/>
                <a:gd name="connsiteY188" fmla="*/ 268709 h 567669"/>
                <a:gd name="connsiteX189" fmla="*/ 1840947 w 2912392"/>
                <a:gd name="connsiteY189" fmla="*/ 276446 h 567669"/>
                <a:gd name="connsiteX190" fmla="*/ 1850691 w 2912392"/>
                <a:gd name="connsiteY190" fmla="*/ 284115 h 567669"/>
                <a:gd name="connsiteX191" fmla="*/ 1860435 w 2912392"/>
                <a:gd name="connsiteY191" fmla="*/ 291707 h 567669"/>
                <a:gd name="connsiteX192" fmla="*/ 1870164 w 2912392"/>
                <a:gd name="connsiteY192" fmla="*/ 299216 h 567669"/>
                <a:gd name="connsiteX193" fmla="*/ 1879908 w 2912392"/>
                <a:gd name="connsiteY193" fmla="*/ 306633 h 567669"/>
                <a:gd name="connsiteX194" fmla="*/ 1889652 w 2912392"/>
                <a:gd name="connsiteY194" fmla="*/ 313951 h 567669"/>
                <a:gd name="connsiteX195" fmla="*/ 1899395 w 2912392"/>
                <a:gd name="connsiteY195" fmla="*/ 321161 h 567669"/>
                <a:gd name="connsiteX196" fmla="*/ 1909124 w 2912392"/>
                <a:gd name="connsiteY196" fmla="*/ 328259 h 567669"/>
                <a:gd name="connsiteX197" fmla="*/ 1918868 w 2912392"/>
                <a:gd name="connsiteY197" fmla="*/ 335238 h 567669"/>
                <a:gd name="connsiteX198" fmla="*/ 1928612 w 2912392"/>
                <a:gd name="connsiteY198" fmla="*/ 342090 h 567669"/>
                <a:gd name="connsiteX199" fmla="*/ 1938356 w 2912392"/>
                <a:gd name="connsiteY199" fmla="*/ 348811 h 567669"/>
                <a:gd name="connsiteX200" fmla="*/ 1948085 w 2912392"/>
                <a:gd name="connsiteY200" fmla="*/ 355394 h 567669"/>
                <a:gd name="connsiteX201" fmla="*/ 1957829 w 2912392"/>
                <a:gd name="connsiteY201" fmla="*/ 361835 h 567669"/>
                <a:gd name="connsiteX202" fmla="*/ 1967573 w 2912392"/>
                <a:gd name="connsiteY202" fmla="*/ 368130 h 567669"/>
                <a:gd name="connsiteX203" fmla="*/ 1977317 w 2912392"/>
                <a:gd name="connsiteY203" fmla="*/ 374273 h 567669"/>
                <a:gd name="connsiteX204" fmla="*/ 1987046 w 2912392"/>
                <a:gd name="connsiteY204" fmla="*/ 380262 h 567669"/>
                <a:gd name="connsiteX205" fmla="*/ 1996790 w 2912392"/>
                <a:gd name="connsiteY205" fmla="*/ 386091 h 567669"/>
                <a:gd name="connsiteX206" fmla="*/ 2006534 w 2912392"/>
                <a:gd name="connsiteY206" fmla="*/ 391760 h 567669"/>
                <a:gd name="connsiteX207" fmla="*/ 2016278 w 2912392"/>
                <a:gd name="connsiteY207" fmla="*/ 397262 h 567669"/>
                <a:gd name="connsiteX208" fmla="*/ 2026022 w 2912392"/>
                <a:gd name="connsiteY208" fmla="*/ 402599 h 567669"/>
                <a:gd name="connsiteX209" fmla="*/ 2035751 w 2912392"/>
                <a:gd name="connsiteY209" fmla="*/ 407767 h 567669"/>
                <a:gd name="connsiteX210" fmla="*/ 2045495 w 2912392"/>
                <a:gd name="connsiteY210" fmla="*/ 412764 h 567669"/>
                <a:gd name="connsiteX211" fmla="*/ 2055239 w 2912392"/>
                <a:gd name="connsiteY211" fmla="*/ 417590 h 567669"/>
                <a:gd name="connsiteX212" fmla="*/ 2064983 w 2912392"/>
                <a:gd name="connsiteY212" fmla="*/ 422245 h 567669"/>
                <a:gd name="connsiteX213" fmla="*/ 2074712 w 2912392"/>
                <a:gd name="connsiteY213" fmla="*/ 426726 h 567669"/>
                <a:gd name="connsiteX214" fmla="*/ 2084456 w 2912392"/>
                <a:gd name="connsiteY214" fmla="*/ 431035 h 567669"/>
                <a:gd name="connsiteX215" fmla="*/ 2094200 w 2912392"/>
                <a:gd name="connsiteY215" fmla="*/ 435172 h 567669"/>
                <a:gd name="connsiteX216" fmla="*/ 2103944 w 2912392"/>
                <a:gd name="connsiteY216" fmla="*/ 439139 h 567669"/>
                <a:gd name="connsiteX217" fmla="*/ 2113673 w 2912392"/>
                <a:gd name="connsiteY217" fmla="*/ 442935 h 567669"/>
                <a:gd name="connsiteX218" fmla="*/ 2123417 w 2912392"/>
                <a:gd name="connsiteY218" fmla="*/ 446564 h 567669"/>
                <a:gd name="connsiteX219" fmla="*/ 2133161 w 2912392"/>
                <a:gd name="connsiteY219" fmla="*/ 450027 h 567669"/>
                <a:gd name="connsiteX220" fmla="*/ 2142905 w 2912392"/>
                <a:gd name="connsiteY220" fmla="*/ 453325 h 567669"/>
                <a:gd name="connsiteX221" fmla="*/ 2152649 w 2912392"/>
                <a:gd name="connsiteY221" fmla="*/ 456465 h 567669"/>
                <a:gd name="connsiteX222" fmla="*/ 2162377 w 2912392"/>
                <a:gd name="connsiteY222" fmla="*/ 459446 h 567669"/>
                <a:gd name="connsiteX223" fmla="*/ 2172121 w 2912392"/>
                <a:gd name="connsiteY223" fmla="*/ 462272 h 567669"/>
                <a:gd name="connsiteX224" fmla="*/ 2181865 w 2912392"/>
                <a:gd name="connsiteY224" fmla="*/ 464948 h 567669"/>
                <a:gd name="connsiteX225" fmla="*/ 2191609 w 2912392"/>
                <a:gd name="connsiteY225" fmla="*/ 467478 h 567669"/>
                <a:gd name="connsiteX226" fmla="*/ 2201338 w 2912392"/>
                <a:gd name="connsiteY226" fmla="*/ 469865 h 567669"/>
                <a:gd name="connsiteX227" fmla="*/ 2211082 w 2912392"/>
                <a:gd name="connsiteY227" fmla="*/ 472114 h 567669"/>
                <a:gd name="connsiteX228" fmla="*/ 2220826 w 2912392"/>
                <a:gd name="connsiteY228" fmla="*/ 474232 h 567669"/>
                <a:gd name="connsiteX229" fmla="*/ 2230570 w 2912392"/>
                <a:gd name="connsiteY229" fmla="*/ 476222 h 567669"/>
                <a:gd name="connsiteX230" fmla="*/ 2240299 w 2912392"/>
                <a:gd name="connsiteY230" fmla="*/ 478090 h 567669"/>
                <a:gd name="connsiteX231" fmla="*/ 2250043 w 2912392"/>
                <a:gd name="connsiteY231" fmla="*/ 479841 h 567669"/>
                <a:gd name="connsiteX232" fmla="*/ 2259787 w 2912392"/>
                <a:gd name="connsiteY232" fmla="*/ 481481 h 567669"/>
                <a:gd name="connsiteX233" fmla="*/ 2269531 w 2912392"/>
                <a:gd name="connsiteY233" fmla="*/ 483018 h 567669"/>
                <a:gd name="connsiteX234" fmla="*/ 2279260 w 2912392"/>
                <a:gd name="connsiteY234" fmla="*/ 484454 h 567669"/>
                <a:gd name="connsiteX235" fmla="*/ 2289004 w 2912392"/>
                <a:gd name="connsiteY235" fmla="*/ 485798 h 567669"/>
                <a:gd name="connsiteX236" fmla="*/ 2298748 w 2912392"/>
                <a:gd name="connsiteY236" fmla="*/ 487054 h 567669"/>
                <a:gd name="connsiteX237" fmla="*/ 2308492 w 2912392"/>
                <a:gd name="connsiteY237" fmla="*/ 488231 h 567669"/>
                <a:gd name="connsiteX238" fmla="*/ 2318236 w 2912392"/>
                <a:gd name="connsiteY238" fmla="*/ 489335 h 567669"/>
                <a:gd name="connsiteX239" fmla="*/ 2327965 w 2912392"/>
                <a:gd name="connsiteY239" fmla="*/ 490370 h 567669"/>
                <a:gd name="connsiteX240" fmla="*/ 2337709 w 2912392"/>
                <a:gd name="connsiteY240" fmla="*/ 491345 h 567669"/>
                <a:gd name="connsiteX241" fmla="*/ 2347453 w 2912392"/>
                <a:gd name="connsiteY241" fmla="*/ 492265 h 567669"/>
                <a:gd name="connsiteX242" fmla="*/ 2357197 w 2912392"/>
                <a:gd name="connsiteY242" fmla="*/ 493138 h 567669"/>
                <a:gd name="connsiteX243" fmla="*/ 2366926 w 2912392"/>
                <a:gd name="connsiteY243" fmla="*/ 493968 h 567669"/>
                <a:gd name="connsiteX244" fmla="*/ 2376670 w 2912392"/>
                <a:gd name="connsiteY244" fmla="*/ 494762 h 567669"/>
                <a:gd name="connsiteX245" fmla="*/ 2386413 w 2912392"/>
                <a:gd name="connsiteY245" fmla="*/ 495528 h 567669"/>
                <a:gd name="connsiteX246" fmla="*/ 2396157 w 2912392"/>
                <a:gd name="connsiteY246" fmla="*/ 496270 h 567669"/>
                <a:gd name="connsiteX247" fmla="*/ 2405886 w 2912392"/>
                <a:gd name="connsiteY247" fmla="*/ 496994 h 567669"/>
                <a:gd name="connsiteX248" fmla="*/ 2415630 w 2912392"/>
                <a:gd name="connsiteY248" fmla="*/ 497708 h 567669"/>
                <a:gd name="connsiteX249" fmla="*/ 2425374 w 2912392"/>
                <a:gd name="connsiteY249" fmla="*/ 498414 h 567669"/>
                <a:gd name="connsiteX250" fmla="*/ 2435118 w 2912392"/>
                <a:gd name="connsiteY250" fmla="*/ 499120 h 567669"/>
                <a:gd name="connsiteX251" fmla="*/ 2444862 w 2912392"/>
                <a:gd name="connsiteY251" fmla="*/ 499830 h 567669"/>
                <a:gd name="connsiteX252" fmla="*/ 2454591 w 2912392"/>
                <a:gd name="connsiteY252" fmla="*/ 500549 h 567669"/>
                <a:gd name="connsiteX253" fmla="*/ 2464335 w 2912392"/>
                <a:gd name="connsiteY253" fmla="*/ 501282 h 567669"/>
                <a:gd name="connsiteX254" fmla="*/ 2474079 w 2912392"/>
                <a:gd name="connsiteY254" fmla="*/ 502033 h 567669"/>
                <a:gd name="connsiteX255" fmla="*/ 2483823 w 2912392"/>
                <a:gd name="connsiteY255" fmla="*/ 502806 h 567669"/>
                <a:gd name="connsiteX256" fmla="*/ 2493552 w 2912392"/>
                <a:gd name="connsiteY256" fmla="*/ 503605 h 567669"/>
                <a:gd name="connsiteX257" fmla="*/ 2503296 w 2912392"/>
                <a:gd name="connsiteY257" fmla="*/ 504435 h 567669"/>
                <a:gd name="connsiteX258" fmla="*/ 2513040 w 2912392"/>
                <a:gd name="connsiteY258" fmla="*/ 505296 h 567669"/>
                <a:gd name="connsiteX259" fmla="*/ 2522784 w 2912392"/>
                <a:gd name="connsiteY259" fmla="*/ 506194 h 567669"/>
                <a:gd name="connsiteX260" fmla="*/ 2532513 w 2912392"/>
                <a:gd name="connsiteY260" fmla="*/ 507130 h 567669"/>
                <a:gd name="connsiteX261" fmla="*/ 2542257 w 2912392"/>
                <a:gd name="connsiteY261" fmla="*/ 508106 h 567669"/>
                <a:gd name="connsiteX262" fmla="*/ 2552001 w 2912392"/>
                <a:gd name="connsiteY262" fmla="*/ 509125 h 567669"/>
                <a:gd name="connsiteX263" fmla="*/ 2561745 w 2912392"/>
                <a:gd name="connsiteY263" fmla="*/ 510187 h 567669"/>
                <a:gd name="connsiteX264" fmla="*/ 2571474 w 2912392"/>
                <a:gd name="connsiteY264" fmla="*/ 511294 h 567669"/>
                <a:gd name="connsiteX265" fmla="*/ 2581218 w 2912392"/>
                <a:gd name="connsiteY265" fmla="*/ 512449 h 567669"/>
                <a:gd name="connsiteX266" fmla="*/ 2590962 w 2912392"/>
                <a:gd name="connsiteY266" fmla="*/ 513650 h 567669"/>
                <a:gd name="connsiteX267" fmla="*/ 2600705 w 2912392"/>
                <a:gd name="connsiteY267" fmla="*/ 514897 h 567669"/>
                <a:gd name="connsiteX268" fmla="*/ 2610449 w 2912392"/>
                <a:gd name="connsiteY268" fmla="*/ 516192 h 567669"/>
                <a:gd name="connsiteX269" fmla="*/ 2620178 w 2912392"/>
                <a:gd name="connsiteY269" fmla="*/ 517531 h 567669"/>
                <a:gd name="connsiteX270" fmla="*/ 2629922 w 2912392"/>
                <a:gd name="connsiteY270" fmla="*/ 518918 h 567669"/>
                <a:gd name="connsiteX271" fmla="*/ 2639666 w 2912392"/>
                <a:gd name="connsiteY271" fmla="*/ 520348 h 567669"/>
                <a:gd name="connsiteX272" fmla="*/ 2649410 w 2912392"/>
                <a:gd name="connsiteY272" fmla="*/ 521822 h 567669"/>
                <a:gd name="connsiteX273" fmla="*/ 2659139 w 2912392"/>
                <a:gd name="connsiteY273" fmla="*/ 523337 h 567669"/>
                <a:gd name="connsiteX274" fmla="*/ 2668883 w 2912392"/>
                <a:gd name="connsiteY274" fmla="*/ 524893 h 567669"/>
                <a:gd name="connsiteX275" fmla="*/ 2678627 w 2912392"/>
                <a:gd name="connsiteY275" fmla="*/ 526485 h 567669"/>
                <a:gd name="connsiteX276" fmla="*/ 2688371 w 2912392"/>
                <a:gd name="connsiteY276" fmla="*/ 528112 h 567669"/>
                <a:gd name="connsiteX277" fmla="*/ 2698100 w 2912392"/>
                <a:gd name="connsiteY277" fmla="*/ 529773 h 567669"/>
                <a:gd name="connsiteX278" fmla="*/ 2707844 w 2912392"/>
                <a:gd name="connsiteY278" fmla="*/ 531463 h 567669"/>
                <a:gd name="connsiteX279" fmla="*/ 2717588 w 2912392"/>
                <a:gd name="connsiteY279" fmla="*/ 533181 h 567669"/>
                <a:gd name="connsiteX280" fmla="*/ 2727332 w 2912392"/>
                <a:gd name="connsiteY280" fmla="*/ 534921 h 567669"/>
                <a:gd name="connsiteX281" fmla="*/ 2737076 w 2912392"/>
                <a:gd name="connsiteY281" fmla="*/ 536682 h 567669"/>
                <a:gd name="connsiteX282" fmla="*/ 2746805 w 2912392"/>
                <a:gd name="connsiteY282" fmla="*/ 538460 h 567669"/>
                <a:gd name="connsiteX283" fmla="*/ 2756549 w 2912392"/>
                <a:gd name="connsiteY283" fmla="*/ 540252 h 567669"/>
                <a:gd name="connsiteX284" fmla="*/ 2766293 w 2912392"/>
                <a:gd name="connsiteY284" fmla="*/ 542052 h 567669"/>
                <a:gd name="connsiteX285" fmla="*/ 2776037 w 2912392"/>
                <a:gd name="connsiteY285" fmla="*/ 543859 h 567669"/>
                <a:gd name="connsiteX286" fmla="*/ 2785766 w 2912392"/>
                <a:gd name="connsiteY286" fmla="*/ 545668 h 567669"/>
                <a:gd name="connsiteX287" fmla="*/ 2795510 w 2912392"/>
                <a:gd name="connsiteY287" fmla="*/ 547475 h 567669"/>
                <a:gd name="connsiteX288" fmla="*/ 2805254 w 2912392"/>
                <a:gd name="connsiteY288" fmla="*/ 549276 h 567669"/>
                <a:gd name="connsiteX289" fmla="*/ 2814998 w 2912392"/>
                <a:gd name="connsiteY289" fmla="*/ 551069 h 567669"/>
                <a:gd name="connsiteX290" fmla="*/ 2824727 w 2912392"/>
                <a:gd name="connsiteY290" fmla="*/ 552848 h 567669"/>
                <a:gd name="connsiteX291" fmla="*/ 2834471 w 2912392"/>
                <a:gd name="connsiteY291" fmla="*/ 554609 h 567669"/>
                <a:gd name="connsiteX292" fmla="*/ 2844215 w 2912392"/>
                <a:gd name="connsiteY292" fmla="*/ 556350 h 567669"/>
                <a:gd name="connsiteX293" fmla="*/ 2853958 w 2912392"/>
                <a:gd name="connsiteY293" fmla="*/ 558068 h 567669"/>
                <a:gd name="connsiteX294" fmla="*/ 2863687 w 2912392"/>
                <a:gd name="connsiteY294" fmla="*/ 559756 h 567669"/>
                <a:gd name="connsiteX295" fmla="*/ 2873431 w 2912392"/>
                <a:gd name="connsiteY295" fmla="*/ 561414 h 567669"/>
                <a:gd name="connsiteX296" fmla="*/ 2883175 w 2912392"/>
                <a:gd name="connsiteY296" fmla="*/ 563037 h 567669"/>
                <a:gd name="connsiteX297" fmla="*/ 2892919 w 2912392"/>
                <a:gd name="connsiteY297" fmla="*/ 564624 h 567669"/>
                <a:gd name="connsiteX298" fmla="*/ 2902663 w 2912392"/>
                <a:gd name="connsiteY298" fmla="*/ 566169 h 567669"/>
                <a:gd name="connsiteX299" fmla="*/ 2912392 w 2912392"/>
                <a:gd name="connsiteY299" fmla="*/ 567669 h 567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67669">
                  <a:moveTo>
                    <a:pt x="0" y="270475"/>
                  </a:moveTo>
                  <a:lnTo>
                    <a:pt x="9739" y="271781"/>
                  </a:lnTo>
                  <a:lnTo>
                    <a:pt x="19480" y="273145"/>
                  </a:lnTo>
                  <a:lnTo>
                    <a:pt x="29221" y="274558"/>
                  </a:lnTo>
                  <a:lnTo>
                    <a:pt x="38961" y="276023"/>
                  </a:lnTo>
                  <a:lnTo>
                    <a:pt x="48702" y="277537"/>
                  </a:lnTo>
                  <a:lnTo>
                    <a:pt x="58443" y="279097"/>
                  </a:lnTo>
                  <a:lnTo>
                    <a:pt x="68182" y="280700"/>
                  </a:lnTo>
                  <a:lnTo>
                    <a:pt x="77923" y="282343"/>
                  </a:lnTo>
                  <a:lnTo>
                    <a:pt x="87664" y="284025"/>
                  </a:lnTo>
                  <a:lnTo>
                    <a:pt x="97404" y="285743"/>
                  </a:lnTo>
                  <a:lnTo>
                    <a:pt x="107145" y="287495"/>
                  </a:lnTo>
                  <a:lnTo>
                    <a:pt x="116886" y="289276"/>
                  </a:lnTo>
                  <a:lnTo>
                    <a:pt x="126625" y="291084"/>
                  </a:lnTo>
                  <a:lnTo>
                    <a:pt x="136366" y="292915"/>
                  </a:lnTo>
                  <a:lnTo>
                    <a:pt x="146107" y="294769"/>
                  </a:lnTo>
                  <a:lnTo>
                    <a:pt x="155846" y="296639"/>
                  </a:lnTo>
                  <a:lnTo>
                    <a:pt x="165587" y="298523"/>
                  </a:lnTo>
                  <a:lnTo>
                    <a:pt x="175328" y="300419"/>
                  </a:lnTo>
                  <a:lnTo>
                    <a:pt x="185068" y="302323"/>
                  </a:lnTo>
                  <a:lnTo>
                    <a:pt x="194809" y="304228"/>
                  </a:lnTo>
                  <a:lnTo>
                    <a:pt x="204550" y="306137"/>
                  </a:lnTo>
                  <a:lnTo>
                    <a:pt x="214289" y="308039"/>
                  </a:lnTo>
                  <a:lnTo>
                    <a:pt x="224030" y="309938"/>
                  </a:lnTo>
                  <a:lnTo>
                    <a:pt x="233771" y="311824"/>
                  </a:lnTo>
                  <a:lnTo>
                    <a:pt x="243510" y="313695"/>
                  </a:lnTo>
                  <a:lnTo>
                    <a:pt x="253251" y="315549"/>
                  </a:lnTo>
                  <a:lnTo>
                    <a:pt x="262992" y="317380"/>
                  </a:lnTo>
                  <a:lnTo>
                    <a:pt x="272732" y="319185"/>
                  </a:lnTo>
                  <a:lnTo>
                    <a:pt x="282473" y="320960"/>
                  </a:lnTo>
                  <a:lnTo>
                    <a:pt x="292214" y="322702"/>
                  </a:lnTo>
                  <a:lnTo>
                    <a:pt x="301953" y="324404"/>
                  </a:lnTo>
                  <a:lnTo>
                    <a:pt x="311694" y="326064"/>
                  </a:lnTo>
                  <a:lnTo>
                    <a:pt x="321435" y="327678"/>
                  </a:lnTo>
                  <a:lnTo>
                    <a:pt x="331175" y="329242"/>
                  </a:lnTo>
                  <a:lnTo>
                    <a:pt x="340916" y="330751"/>
                  </a:lnTo>
                  <a:lnTo>
                    <a:pt x="350656" y="332201"/>
                  </a:lnTo>
                  <a:lnTo>
                    <a:pt x="360396" y="333588"/>
                  </a:lnTo>
                  <a:lnTo>
                    <a:pt x="370137" y="334910"/>
                  </a:lnTo>
                  <a:lnTo>
                    <a:pt x="379878" y="336158"/>
                  </a:lnTo>
                  <a:lnTo>
                    <a:pt x="389617" y="337332"/>
                  </a:lnTo>
                  <a:lnTo>
                    <a:pt x="399358" y="338427"/>
                  </a:lnTo>
                  <a:lnTo>
                    <a:pt x="409099" y="339438"/>
                  </a:lnTo>
                  <a:lnTo>
                    <a:pt x="418839" y="340361"/>
                  </a:lnTo>
                  <a:lnTo>
                    <a:pt x="428580" y="341191"/>
                  </a:lnTo>
                  <a:lnTo>
                    <a:pt x="438321" y="341927"/>
                  </a:lnTo>
                  <a:lnTo>
                    <a:pt x="448060" y="342562"/>
                  </a:lnTo>
                  <a:lnTo>
                    <a:pt x="457801" y="343092"/>
                  </a:lnTo>
                  <a:lnTo>
                    <a:pt x="467542" y="343515"/>
                  </a:lnTo>
                  <a:lnTo>
                    <a:pt x="477281" y="343825"/>
                  </a:lnTo>
                  <a:lnTo>
                    <a:pt x="487022" y="344020"/>
                  </a:lnTo>
                  <a:lnTo>
                    <a:pt x="496763" y="344096"/>
                  </a:lnTo>
                  <a:lnTo>
                    <a:pt x="506503" y="344047"/>
                  </a:lnTo>
                  <a:lnTo>
                    <a:pt x="516244" y="343873"/>
                  </a:lnTo>
                  <a:lnTo>
                    <a:pt x="525985" y="343567"/>
                  </a:lnTo>
                  <a:lnTo>
                    <a:pt x="535724" y="343128"/>
                  </a:lnTo>
                  <a:lnTo>
                    <a:pt x="545465" y="342550"/>
                  </a:lnTo>
                  <a:lnTo>
                    <a:pt x="555206" y="341833"/>
                  </a:lnTo>
                  <a:lnTo>
                    <a:pt x="564946" y="340972"/>
                  </a:lnTo>
                  <a:lnTo>
                    <a:pt x="574687" y="339964"/>
                  </a:lnTo>
                  <a:lnTo>
                    <a:pt x="584428" y="338806"/>
                  </a:lnTo>
                  <a:lnTo>
                    <a:pt x="594167" y="337496"/>
                  </a:lnTo>
                  <a:lnTo>
                    <a:pt x="603908" y="336033"/>
                  </a:lnTo>
                  <a:lnTo>
                    <a:pt x="613649" y="334411"/>
                  </a:lnTo>
                  <a:lnTo>
                    <a:pt x="623388" y="332632"/>
                  </a:lnTo>
                  <a:lnTo>
                    <a:pt x="633129" y="330690"/>
                  </a:lnTo>
                  <a:lnTo>
                    <a:pt x="642870" y="328587"/>
                  </a:lnTo>
                  <a:lnTo>
                    <a:pt x="652610" y="326319"/>
                  </a:lnTo>
                  <a:lnTo>
                    <a:pt x="662351" y="323886"/>
                  </a:lnTo>
                  <a:lnTo>
                    <a:pt x="672092" y="321286"/>
                  </a:lnTo>
                  <a:lnTo>
                    <a:pt x="681831" y="318519"/>
                  </a:lnTo>
                  <a:lnTo>
                    <a:pt x="691572" y="315586"/>
                  </a:lnTo>
                  <a:lnTo>
                    <a:pt x="701313" y="312485"/>
                  </a:lnTo>
                  <a:lnTo>
                    <a:pt x="711052" y="309216"/>
                  </a:lnTo>
                  <a:lnTo>
                    <a:pt x="720793" y="305781"/>
                  </a:lnTo>
                  <a:lnTo>
                    <a:pt x="730534" y="302180"/>
                  </a:lnTo>
                  <a:lnTo>
                    <a:pt x="740274" y="298412"/>
                  </a:lnTo>
                  <a:lnTo>
                    <a:pt x="750015" y="294481"/>
                  </a:lnTo>
                  <a:lnTo>
                    <a:pt x="759756" y="290390"/>
                  </a:lnTo>
                  <a:lnTo>
                    <a:pt x="769495" y="286138"/>
                  </a:lnTo>
                  <a:lnTo>
                    <a:pt x="779236" y="281729"/>
                  </a:lnTo>
                  <a:lnTo>
                    <a:pt x="788977" y="277166"/>
                  </a:lnTo>
                  <a:lnTo>
                    <a:pt x="798717" y="272452"/>
                  </a:lnTo>
                  <a:lnTo>
                    <a:pt x="808458" y="267590"/>
                  </a:lnTo>
                  <a:lnTo>
                    <a:pt x="818199" y="262586"/>
                  </a:lnTo>
                  <a:lnTo>
                    <a:pt x="827938" y="257441"/>
                  </a:lnTo>
                  <a:lnTo>
                    <a:pt x="837679" y="252162"/>
                  </a:lnTo>
                  <a:lnTo>
                    <a:pt x="847420" y="246755"/>
                  </a:lnTo>
                  <a:lnTo>
                    <a:pt x="857159" y="241223"/>
                  </a:lnTo>
                  <a:lnTo>
                    <a:pt x="866900" y="235575"/>
                  </a:lnTo>
                  <a:lnTo>
                    <a:pt x="876641" y="229815"/>
                  </a:lnTo>
                  <a:lnTo>
                    <a:pt x="886381" y="223950"/>
                  </a:lnTo>
                  <a:lnTo>
                    <a:pt x="896122" y="217987"/>
                  </a:lnTo>
                  <a:lnTo>
                    <a:pt x="905863" y="211932"/>
                  </a:lnTo>
                  <a:lnTo>
                    <a:pt x="915602" y="205797"/>
                  </a:lnTo>
                  <a:lnTo>
                    <a:pt x="925343" y="199585"/>
                  </a:lnTo>
                  <a:lnTo>
                    <a:pt x="935084" y="193307"/>
                  </a:lnTo>
                  <a:lnTo>
                    <a:pt x="944824" y="186972"/>
                  </a:lnTo>
                  <a:lnTo>
                    <a:pt x="954564" y="180588"/>
                  </a:lnTo>
                  <a:lnTo>
                    <a:pt x="964305" y="174163"/>
                  </a:lnTo>
                  <a:lnTo>
                    <a:pt x="974045" y="167709"/>
                  </a:lnTo>
                  <a:lnTo>
                    <a:pt x="983786" y="161234"/>
                  </a:lnTo>
                  <a:lnTo>
                    <a:pt x="993522" y="154748"/>
                  </a:lnTo>
                  <a:lnTo>
                    <a:pt x="1003266" y="148261"/>
                  </a:lnTo>
                  <a:lnTo>
                    <a:pt x="1013010" y="141786"/>
                  </a:lnTo>
                  <a:lnTo>
                    <a:pt x="1022754" y="135329"/>
                  </a:lnTo>
                  <a:lnTo>
                    <a:pt x="1032483" y="128904"/>
                  </a:lnTo>
                  <a:lnTo>
                    <a:pt x="1042227" y="122520"/>
                  </a:lnTo>
                  <a:lnTo>
                    <a:pt x="1051971" y="116188"/>
                  </a:lnTo>
                  <a:lnTo>
                    <a:pt x="1061715" y="109920"/>
                  </a:lnTo>
                  <a:lnTo>
                    <a:pt x="1071444" y="103725"/>
                  </a:lnTo>
                  <a:lnTo>
                    <a:pt x="1081188" y="97615"/>
                  </a:lnTo>
                  <a:lnTo>
                    <a:pt x="1090932" y="91602"/>
                  </a:lnTo>
                  <a:lnTo>
                    <a:pt x="1100676" y="85694"/>
                  </a:lnTo>
                  <a:lnTo>
                    <a:pt x="1110405" y="79903"/>
                  </a:lnTo>
                  <a:lnTo>
                    <a:pt x="1120149" y="74240"/>
                  </a:lnTo>
                  <a:lnTo>
                    <a:pt x="1129893" y="68716"/>
                  </a:lnTo>
                  <a:lnTo>
                    <a:pt x="1139637" y="63338"/>
                  </a:lnTo>
                  <a:lnTo>
                    <a:pt x="1149381" y="58122"/>
                  </a:lnTo>
                  <a:lnTo>
                    <a:pt x="1159110" y="53073"/>
                  </a:lnTo>
                  <a:lnTo>
                    <a:pt x="1168854" y="48203"/>
                  </a:lnTo>
                  <a:lnTo>
                    <a:pt x="1178598" y="43520"/>
                  </a:lnTo>
                  <a:lnTo>
                    <a:pt x="1188341" y="39034"/>
                  </a:lnTo>
                  <a:lnTo>
                    <a:pt x="1198070" y="34753"/>
                  </a:lnTo>
                  <a:lnTo>
                    <a:pt x="1207814" y="30687"/>
                  </a:lnTo>
                  <a:lnTo>
                    <a:pt x="1217558" y="26843"/>
                  </a:lnTo>
                  <a:lnTo>
                    <a:pt x="1227302" y="23230"/>
                  </a:lnTo>
                  <a:lnTo>
                    <a:pt x="1237031" y="19854"/>
                  </a:lnTo>
                  <a:lnTo>
                    <a:pt x="1246775" y="16724"/>
                  </a:lnTo>
                  <a:lnTo>
                    <a:pt x="1256519" y="13844"/>
                  </a:lnTo>
                  <a:lnTo>
                    <a:pt x="1266263" y="11223"/>
                  </a:lnTo>
                  <a:lnTo>
                    <a:pt x="1276007" y="8865"/>
                  </a:lnTo>
                  <a:lnTo>
                    <a:pt x="1285736" y="6775"/>
                  </a:lnTo>
                  <a:lnTo>
                    <a:pt x="1295480" y="4957"/>
                  </a:lnTo>
                  <a:lnTo>
                    <a:pt x="1305224" y="3418"/>
                  </a:lnTo>
                  <a:lnTo>
                    <a:pt x="1314968" y="2160"/>
                  </a:lnTo>
                  <a:lnTo>
                    <a:pt x="1324697" y="1186"/>
                  </a:lnTo>
                  <a:lnTo>
                    <a:pt x="1334441" y="501"/>
                  </a:lnTo>
                  <a:lnTo>
                    <a:pt x="1344185" y="104"/>
                  </a:lnTo>
                  <a:lnTo>
                    <a:pt x="1353929" y="0"/>
                  </a:lnTo>
                  <a:lnTo>
                    <a:pt x="1363658" y="188"/>
                  </a:lnTo>
                  <a:lnTo>
                    <a:pt x="1373402" y="669"/>
                  </a:lnTo>
                  <a:lnTo>
                    <a:pt x="1383146" y="1444"/>
                  </a:lnTo>
                  <a:lnTo>
                    <a:pt x="1392890" y="2512"/>
                  </a:lnTo>
                  <a:lnTo>
                    <a:pt x="1402619" y="3874"/>
                  </a:lnTo>
                  <a:lnTo>
                    <a:pt x="1412363" y="5525"/>
                  </a:lnTo>
                  <a:lnTo>
                    <a:pt x="1422106" y="7466"/>
                  </a:lnTo>
                  <a:lnTo>
                    <a:pt x="1431850" y="9695"/>
                  </a:lnTo>
                  <a:lnTo>
                    <a:pt x="1441594" y="12207"/>
                  </a:lnTo>
                  <a:lnTo>
                    <a:pt x="1451323" y="15000"/>
                  </a:lnTo>
                  <a:lnTo>
                    <a:pt x="1461067" y="18071"/>
                  </a:lnTo>
                  <a:lnTo>
                    <a:pt x="1470811" y="21414"/>
                  </a:lnTo>
                  <a:lnTo>
                    <a:pt x="1480555" y="25027"/>
                  </a:lnTo>
                  <a:lnTo>
                    <a:pt x="1490284" y="28903"/>
                  </a:lnTo>
                  <a:lnTo>
                    <a:pt x="1500028" y="33034"/>
                  </a:lnTo>
                  <a:lnTo>
                    <a:pt x="1509772" y="37419"/>
                  </a:lnTo>
                  <a:lnTo>
                    <a:pt x="1519516" y="42049"/>
                  </a:lnTo>
                  <a:lnTo>
                    <a:pt x="1529245" y="46918"/>
                  </a:lnTo>
                  <a:lnTo>
                    <a:pt x="1538989" y="52020"/>
                  </a:lnTo>
                  <a:lnTo>
                    <a:pt x="1548733" y="57346"/>
                  </a:lnTo>
                  <a:lnTo>
                    <a:pt x="1558477" y="62887"/>
                  </a:lnTo>
                  <a:lnTo>
                    <a:pt x="1568221" y="68640"/>
                  </a:lnTo>
                  <a:lnTo>
                    <a:pt x="1577950" y="74592"/>
                  </a:lnTo>
                  <a:lnTo>
                    <a:pt x="1587694" y="80735"/>
                  </a:lnTo>
                  <a:lnTo>
                    <a:pt x="1597438" y="87062"/>
                  </a:lnTo>
                  <a:lnTo>
                    <a:pt x="1607182" y="93564"/>
                  </a:lnTo>
                  <a:lnTo>
                    <a:pt x="1616911" y="100231"/>
                  </a:lnTo>
                  <a:lnTo>
                    <a:pt x="1626655" y="107054"/>
                  </a:lnTo>
                  <a:lnTo>
                    <a:pt x="1636399" y="114023"/>
                  </a:lnTo>
                  <a:lnTo>
                    <a:pt x="1646142" y="121129"/>
                  </a:lnTo>
                  <a:lnTo>
                    <a:pt x="1655872" y="128361"/>
                  </a:lnTo>
                  <a:lnTo>
                    <a:pt x="1665616" y="135709"/>
                  </a:lnTo>
                  <a:lnTo>
                    <a:pt x="1675359" y="143164"/>
                  </a:lnTo>
                  <a:lnTo>
                    <a:pt x="1685103" y="150717"/>
                  </a:lnTo>
                  <a:lnTo>
                    <a:pt x="1694832" y="158355"/>
                  </a:lnTo>
                  <a:lnTo>
                    <a:pt x="1704576" y="166070"/>
                  </a:lnTo>
                  <a:lnTo>
                    <a:pt x="1714320" y="173850"/>
                  </a:lnTo>
                  <a:lnTo>
                    <a:pt x="1724064" y="181686"/>
                  </a:lnTo>
                  <a:lnTo>
                    <a:pt x="1733808" y="189567"/>
                  </a:lnTo>
                  <a:lnTo>
                    <a:pt x="1743537" y="197485"/>
                  </a:lnTo>
                  <a:lnTo>
                    <a:pt x="1753281" y="205427"/>
                  </a:lnTo>
                  <a:lnTo>
                    <a:pt x="1763025" y="213386"/>
                  </a:lnTo>
                  <a:lnTo>
                    <a:pt x="1772769" y="221350"/>
                  </a:lnTo>
                  <a:lnTo>
                    <a:pt x="1782498" y="229309"/>
                  </a:lnTo>
                  <a:lnTo>
                    <a:pt x="1792242" y="237254"/>
                  </a:lnTo>
                  <a:lnTo>
                    <a:pt x="1801986" y="245176"/>
                  </a:lnTo>
                  <a:lnTo>
                    <a:pt x="1811730" y="253065"/>
                  </a:lnTo>
                  <a:lnTo>
                    <a:pt x="1821459" y="260912"/>
                  </a:lnTo>
                  <a:lnTo>
                    <a:pt x="1831203" y="268709"/>
                  </a:lnTo>
                  <a:lnTo>
                    <a:pt x="1840947" y="276446"/>
                  </a:lnTo>
                  <a:lnTo>
                    <a:pt x="1850691" y="284115"/>
                  </a:lnTo>
                  <a:lnTo>
                    <a:pt x="1860435" y="291707"/>
                  </a:lnTo>
                  <a:lnTo>
                    <a:pt x="1870164" y="299216"/>
                  </a:lnTo>
                  <a:lnTo>
                    <a:pt x="1879908" y="306633"/>
                  </a:lnTo>
                  <a:lnTo>
                    <a:pt x="1889652" y="313951"/>
                  </a:lnTo>
                  <a:lnTo>
                    <a:pt x="1899395" y="321161"/>
                  </a:lnTo>
                  <a:lnTo>
                    <a:pt x="1909124" y="328259"/>
                  </a:lnTo>
                  <a:lnTo>
                    <a:pt x="1918868" y="335238"/>
                  </a:lnTo>
                  <a:lnTo>
                    <a:pt x="1928612" y="342090"/>
                  </a:lnTo>
                  <a:lnTo>
                    <a:pt x="1938356" y="348811"/>
                  </a:lnTo>
                  <a:lnTo>
                    <a:pt x="1948085" y="355394"/>
                  </a:lnTo>
                  <a:lnTo>
                    <a:pt x="1957829" y="361835"/>
                  </a:lnTo>
                  <a:lnTo>
                    <a:pt x="1967573" y="368130"/>
                  </a:lnTo>
                  <a:lnTo>
                    <a:pt x="1977317" y="374273"/>
                  </a:lnTo>
                  <a:lnTo>
                    <a:pt x="1987046" y="380262"/>
                  </a:lnTo>
                  <a:lnTo>
                    <a:pt x="1996790" y="386091"/>
                  </a:lnTo>
                  <a:lnTo>
                    <a:pt x="2006534" y="391760"/>
                  </a:lnTo>
                  <a:lnTo>
                    <a:pt x="2016278" y="397262"/>
                  </a:lnTo>
                  <a:lnTo>
                    <a:pt x="2026022" y="402599"/>
                  </a:lnTo>
                  <a:lnTo>
                    <a:pt x="2035751" y="407767"/>
                  </a:lnTo>
                  <a:lnTo>
                    <a:pt x="2045495" y="412764"/>
                  </a:lnTo>
                  <a:lnTo>
                    <a:pt x="2055239" y="417590"/>
                  </a:lnTo>
                  <a:lnTo>
                    <a:pt x="2064983" y="422245"/>
                  </a:lnTo>
                  <a:lnTo>
                    <a:pt x="2074712" y="426726"/>
                  </a:lnTo>
                  <a:lnTo>
                    <a:pt x="2084456" y="431035"/>
                  </a:lnTo>
                  <a:lnTo>
                    <a:pt x="2094200" y="435172"/>
                  </a:lnTo>
                  <a:lnTo>
                    <a:pt x="2103944" y="439139"/>
                  </a:lnTo>
                  <a:lnTo>
                    <a:pt x="2113673" y="442935"/>
                  </a:lnTo>
                  <a:lnTo>
                    <a:pt x="2123417" y="446564"/>
                  </a:lnTo>
                  <a:lnTo>
                    <a:pt x="2133161" y="450027"/>
                  </a:lnTo>
                  <a:lnTo>
                    <a:pt x="2142905" y="453325"/>
                  </a:lnTo>
                  <a:lnTo>
                    <a:pt x="2152649" y="456465"/>
                  </a:lnTo>
                  <a:lnTo>
                    <a:pt x="2162377" y="459446"/>
                  </a:lnTo>
                  <a:lnTo>
                    <a:pt x="2172121" y="462272"/>
                  </a:lnTo>
                  <a:lnTo>
                    <a:pt x="2181865" y="464948"/>
                  </a:lnTo>
                  <a:lnTo>
                    <a:pt x="2191609" y="467478"/>
                  </a:lnTo>
                  <a:lnTo>
                    <a:pt x="2201338" y="469865"/>
                  </a:lnTo>
                  <a:lnTo>
                    <a:pt x="2211082" y="472114"/>
                  </a:lnTo>
                  <a:lnTo>
                    <a:pt x="2220826" y="474232"/>
                  </a:lnTo>
                  <a:lnTo>
                    <a:pt x="2230570" y="476222"/>
                  </a:lnTo>
                  <a:lnTo>
                    <a:pt x="2240299" y="478090"/>
                  </a:lnTo>
                  <a:lnTo>
                    <a:pt x="2250043" y="479841"/>
                  </a:lnTo>
                  <a:lnTo>
                    <a:pt x="2259787" y="481481"/>
                  </a:lnTo>
                  <a:lnTo>
                    <a:pt x="2269531" y="483018"/>
                  </a:lnTo>
                  <a:lnTo>
                    <a:pt x="2279260" y="484454"/>
                  </a:lnTo>
                  <a:lnTo>
                    <a:pt x="2289004" y="485798"/>
                  </a:lnTo>
                  <a:lnTo>
                    <a:pt x="2298748" y="487054"/>
                  </a:lnTo>
                  <a:lnTo>
                    <a:pt x="2308492" y="488231"/>
                  </a:lnTo>
                  <a:lnTo>
                    <a:pt x="2318236" y="489335"/>
                  </a:lnTo>
                  <a:lnTo>
                    <a:pt x="2327965" y="490370"/>
                  </a:lnTo>
                  <a:lnTo>
                    <a:pt x="2337709" y="491345"/>
                  </a:lnTo>
                  <a:lnTo>
                    <a:pt x="2347453" y="492265"/>
                  </a:lnTo>
                  <a:lnTo>
                    <a:pt x="2357197" y="493138"/>
                  </a:lnTo>
                  <a:lnTo>
                    <a:pt x="2366926" y="493968"/>
                  </a:lnTo>
                  <a:lnTo>
                    <a:pt x="2376670" y="494762"/>
                  </a:lnTo>
                  <a:lnTo>
                    <a:pt x="2386413" y="495528"/>
                  </a:lnTo>
                  <a:lnTo>
                    <a:pt x="2396157" y="496270"/>
                  </a:lnTo>
                  <a:lnTo>
                    <a:pt x="2405886" y="496994"/>
                  </a:lnTo>
                  <a:lnTo>
                    <a:pt x="2415630" y="497708"/>
                  </a:lnTo>
                  <a:lnTo>
                    <a:pt x="2425374" y="498414"/>
                  </a:lnTo>
                  <a:lnTo>
                    <a:pt x="2435118" y="499120"/>
                  </a:lnTo>
                  <a:lnTo>
                    <a:pt x="2444862" y="499830"/>
                  </a:lnTo>
                  <a:lnTo>
                    <a:pt x="2454591" y="500549"/>
                  </a:lnTo>
                  <a:lnTo>
                    <a:pt x="2464335" y="501282"/>
                  </a:lnTo>
                  <a:lnTo>
                    <a:pt x="2474079" y="502033"/>
                  </a:lnTo>
                  <a:lnTo>
                    <a:pt x="2483823" y="502806"/>
                  </a:lnTo>
                  <a:lnTo>
                    <a:pt x="2493552" y="503605"/>
                  </a:lnTo>
                  <a:lnTo>
                    <a:pt x="2503296" y="504435"/>
                  </a:lnTo>
                  <a:lnTo>
                    <a:pt x="2513040" y="505296"/>
                  </a:lnTo>
                  <a:lnTo>
                    <a:pt x="2522784" y="506194"/>
                  </a:lnTo>
                  <a:lnTo>
                    <a:pt x="2532513" y="507130"/>
                  </a:lnTo>
                  <a:lnTo>
                    <a:pt x="2542257" y="508106"/>
                  </a:lnTo>
                  <a:lnTo>
                    <a:pt x="2552001" y="509125"/>
                  </a:lnTo>
                  <a:lnTo>
                    <a:pt x="2561745" y="510187"/>
                  </a:lnTo>
                  <a:lnTo>
                    <a:pt x="2571474" y="511294"/>
                  </a:lnTo>
                  <a:lnTo>
                    <a:pt x="2581218" y="512449"/>
                  </a:lnTo>
                  <a:lnTo>
                    <a:pt x="2590962" y="513650"/>
                  </a:lnTo>
                  <a:lnTo>
                    <a:pt x="2600705" y="514897"/>
                  </a:lnTo>
                  <a:lnTo>
                    <a:pt x="2610449" y="516192"/>
                  </a:lnTo>
                  <a:lnTo>
                    <a:pt x="2620178" y="517531"/>
                  </a:lnTo>
                  <a:lnTo>
                    <a:pt x="2629922" y="518918"/>
                  </a:lnTo>
                  <a:lnTo>
                    <a:pt x="2639666" y="520348"/>
                  </a:lnTo>
                  <a:lnTo>
                    <a:pt x="2649410" y="521822"/>
                  </a:lnTo>
                  <a:lnTo>
                    <a:pt x="2659139" y="523337"/>
                  </a:lnTo>
                  <a:lnTo>
                    <a:pt x="2668883" y="524893"/>
                  </a:lnTo>
                  <a:lnTo>
                    <a:pt x="2678627" y="526485"/>
                  </a:lnTo>
                  <a:lnTo>
                    <a:pt x="2688371" y="528112"/>
                  </a:lnTo>
                  <a:lnTo>
                    <a:pt x="2698100" y="529773"/>
                  </a:lnTo>
                  <a:lnTo>
                    <a:pt x="2707844" y="531463"/>
                  </a:lnTo>
                  <a:lnTo>
                    <a:pt x="2717588" y="533181"/>
                  </a:lnTo>
                  <a:lnTo>
                    <a:pt x="2727332" y="534921"/>
                  </a:lnTo>
                  <a:lnTo>
                    <a:pt x="2737076" y="536682"/>
                  </a:lnTo>
                  <a:lnTo>
                    <a:pt x="2746805" y="538460"/>
                  </a:lnTo>
                  <a:lnTo>
                    <a:pt x="2756549" y="540252"/>
                  </a:lnTo>
                  <a:lnTo>
                    <a:pt x="2766293" y="542052"/>
                  </a:lnTo>
                  <a:lnTo>
                    <a:pt x="2776037" y="543859"/>
                  </a:lnTo>
                  <a:lnTo>
                    <a:pt x="2785766" y="545668"/>
                  </a:lnTo>
                  <a:lnTo>
                    <a:pt x="2795510" y="547475"/>
                  </a:lnTo>
                  <a:lnTo>
                    <a:pt x="2805254" y="549276"/>
                  </a:lnTo>
                  <a:lnTo>
                    <a:pt x="2814998" y="551069"/>
                  </a:lnTo>
                  <a:lnTo>
                    <a:pt x="2824727" y="552848"/>
                  </a:lnTo>
                  <a:lnTo>
                    <a:pt x="2834471" y="554609"/>
                  </a:lnTo>
                  <a:lnTo>
                    <a:pt x="2844215" y="556350"/>
                  </a:lnTo>
                  <a:lnTo>
                    <a:pt x="2853958" y="558068"/>
                  </a:lnTo>
                  <a:lnTo>
                    <a:pt x="2863687" y="559756"/>
                  </a:lnTo>
                  <a:lnTo>
                    <a:pt x="2873431" y="561414"/>
                  </a:lnTo>
                  <a:lnTo>
                    <a:pt x="2883175" y="563037"/>
                  </a:lnTo>
                  <a:lnTo>
                    <a:pt x="2892919" y="564624"/>
                  </a:lnTo>
                  <a:lnTo>
                    <a:pt x="2902663" y="566169"/>
                  </a:lnTo>
                  <a:lnTo>
                    <a:pt x="2912392" y="56766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8" name="Freeform 807">
              <a:extLst>
                <a:ext uri="{FF2B5EF4-FFF2-40B4-BE49-F238E27FC236}">
                  <a16:creationId xmlns:a16="http://schemas.microsoft.com/office/drawing/2014/main" id="{7E45D89B-B254-5BB6-4C46-63461841FE4B}"/>
                </a:ext>
              </a:extLst>
            </p:cNvPr>
            <p:cNvSpPr/>
            <p:nvPr/>
          </p:nvSpPr>
          <p:spPr>
            <a:xfrm>
              <a:off x="576446" y="2881528"/>
              <a:ext cx="2912392" cy="806435"/>
            </a:xfrm>
            <a:custGeom>
              <a:avLst/>
              <a:gdLst>
                <a:gd name="connsiteX0" fmla="*/ 0 w 2912392"/>
                <a:gd name="connsiteY0" fmla="*/ 671108 h 806435"/>
                <a:gd name="connsiteX1" fmla="*/ 9739 w 2912392"/>
                <a:gd name="connsiteY1" fmla="*/ 674839 h 806435"/>
                <a:gd name="connsiteX2" fmla="*/ 19480 w 2912392"/>
                <a:gd name="connsiteY2" fmla="*/ 678513 h 806435"/>
                <a:gd name="connsiteX3" fmla="*/ 29221 w 2912392"/>
                <a:gd name="connsiteY3" fmla="*/ 682129 h 806435"/>
                <a:gd name="connsiteX4" fmla="*/ 38961 w 2912392"/>
                <a:gd name="connsiteY4" fmla="*/ 685688 h 806435"/>
                <a:gd name="connsiteX5" fmla="*/ 48702 w 2912392"/>
                <a:gd name="connsiteY5" fmla="*/ 689191 h 806435"/>
                <a:gd name="connsiteX6" fmla="*/ 58443 w 2912392"/>
                <a:gd name="connsiteY6" fmla="*/ 692637 h 806435"/>
                <a:gd name="connsiteX7" fmla="*/ 68182 w 2912392"/>
                <a:gd name="connsiteY7" fmla="*/ 696027 h 806435"/>
                <a:gd name="connsiteX8" fmla="*/ 77923 w 2912392"/>
                <a:gd name="connsiteY8" fmla="*/ 699360 h 806435"/>
                <a:gd name="connsiteX9" fmla="*/ 87664 w 2912392"/>
                <a:gd name="connsiteY9" fmla="*/ 702636 h 806435"/>
                <a:gd name="connsiteX10" fmla="*/ 97404 w 2912392"/>
                <a:gd name="connsiteY10" fmla="*/ 705857 h 806435"/>
                <a:gd name="connsiteX11" fmla="*/ 107145 w 2912392"/>
                <a:gd name="connsiteY11" fmla="*/ 709023 h 806435"/>
                <a:gd name="connsiteX12" fmla="*/ 116886 w 2912392"/>
                <a:gd name="connsiteY12" fmla="*/ 712134 h 806435"/>
                <a:gd name="connsiteX13" fmla="*/ 126625 w 2912392"/>
                <a:gd name="connsiteY13" fmla="*/ 715190 h 806435"/>
                <a:gd name="connsiteX14" fmla="*/ 136366 w 2912392"/>
                <a:gd name="connsiteY14" fmla="*/ 718192 h 806435"/>
                <a:gd name="connsiteX15" fmla="*/ 146107 w 2912392"/>
                <a:gd name="connsiteY15" fmla="*/ 721138 h 806435"/>
                <a:gd name="connsiteX16" fmla="*/ 155846 w 2912392"/>
                <a:gd name="connsiteY16" fmla="*/ 724029 h 806435"/>
                <a:gd name="connsiteX17" fmla="*/ 165587 w 2912392"/>
                <a:gd name="connsiteY17" fmla="*/ 726866 h 806435"/>
                <a:gd name="connsiteX18" fmla="*/ 175328 w 2912392"/>
                <a:gd name="connsiteY18" fmla="*/ 729648 h 806435"/>
                <a:gd name="connsiteX19" fmla="*/ 185068 w 2912392"/>
                <a:gd name="connsiteY19" fmla="*/ 732373 h 806435"/>
                <a:gd name="connsiteX20" fmla="*/ 194809 w 2912392"/>
                <a:gd name="connsiteY20" fmla="*/ 735041 h 806435"/>
                <a:gd name="connsiteX21" fmla="*/ 204550 w 2912392"/>
                <a:gd name="connsiteY21" fmla="*/ 737653 h 806435"/>
                <a:gd name="connsiteX22" fmla="*/ 214289 w 2912392"/>
                <a:gd name="connsiteY22" fmla="*/ 740207 h 806435"/>
                <a:gd name="connsiteX23" fmla="*/ 224030 w 2912392"/>
                <a:gd name="connsiteY23" fmla="*/ 742699 h 806435"/>
                <a:gd name="connsiteX24" fmla="*/ 233771 w 2912392"/>
                <a:gd name="connsiteY24" fmla="*/ 745132 h 806435"/>
                <a:gd name="connsiteX25" fmla="*/ 243510 w 2912392"/>
                <a:gd name="connsiteY25" fmla="*/ 747501 h 806435"/>
                <a:gd name="connsiteX26" fmla="*/ 253251 w 2912392"/>
                <a:gd name="connsiteY26" fmla="*/ 749806 h 806435"/>
                <a:gd name="connsiteX27" fmla="*/ 262992 w 2912392"/>
                <a:gd name="connsiteY27" fmla="*/ 752044 h 806435"/>
                <a:gd name="connsiteX28" fmla="*/ 272732 w 2912392"/>
                <a:gd name="connsiteY28" fmla="*/ 754213 h 806435"/>
                <a:gd name="connsiteX29" fmla="*/ 282473 w 2912392"/>
                <a:gd name="connsiteY29" fmla="*/ 756311 h 806435"/>
                <a:gd name="connsiteX30" fmla="*/ 292214 w 2912392"/>
                <a:gd name="connsiteY30" fmla="*/ 758334 h 806435"/>
                <a:gd name="connsiteX31" fmla="*/ 301953 w 2912392"/>
                <a:gd name="connsiteY31" fmla="*/ 760280 h 806435"/>
                <a:gd name="connsiteX32" fmla="*/ 311694 w 2912392"/>
                <a:gd name="connsiteY32" fmla="*/ 762145 h 806435"/>
                <a:gd name="connsiteX33" fmla="*/ 321435 w 2912392"/>
                <a:gd name="connsiteY33" fmla="*/ 763926 h 806435"/>
                <a:gd name="connsiteX34" fmla="*/ 331175 w 2912392"/>
                <a:gd name="connsiteY34" fmla="*/ 765620 h 806435"/>
                <a:gd name="connsiteX35" fmla="*/ 340916 w 2912392"/>
                <a:gd name="connsiteY35" fmla="*/ 767223 h 806435"/>
                <a:gd name="connsiteX36" fmla="*/ 350656 w 2912392"/>
                <a:gd name="connsiteY36" fmla="*/ 768729 h 806435"/>
                <a:gd name="connsiteX37" fmla="*/ 360396 w 2912392"/>
                <a:gd name="connsiteY37" fmla="*/ 770137 h 806435"/>
                <a:gd name="connsiteX38" fmla="*/ 370137 w 2912392"/>
                <a:gd name="connsiteY38" fmla="*/ 771441 h 806435"/>
                <a:gd name="connsiteX39" fmla="*/ 379878 w 2912392"/>
                <a:gd name="connsiteY39" fmla="*/ 772636 h 806435"/>
                <a:gd name="connsiteX40" fmla="*/ 389617 w 2912392"/>
                <a:gd name="connsiteY40" fmla="*/ 773719 h 806435"/>
                <a:gd name="connsiteX41" fmla="*/ 399358 w 2912392"/>
                <a:gd name="connsiteY41" fmla="*/ 774683 h 806435"/>
                <a:gd name="connsiteX42" fmla="*/ 409099 w 2912392"/>
                <a:gd name="connsiteY42" fmla="*/ 775526 h 806435"/>
                <a:gd name="connsiteX43" fmla="*/ 418839 w 2912392"/>
                <a:gd name="connsiteY43" fmla="*/ 776241 h 806435"/>
                <a:gd name="connsiteX44" fmla="*/ 428580 w 2912392"/>
                <a:gd name="connsiteY44" fmla="*/ 776825 h 806435"/>
                <a:gd name="connsiteX45" fmla="*/ 438321 w 2912392"/>
                <a:gd name="connsiteY45" fmla="*/ 777271 h 806435"/>
                <a:gd name="connsiteX46" fmla="*/ 448060 w 2912392"/>
                <a:gd name="connsiteY46" fmla="*/ 777576 h 806435"/>
                <a:gd name="connsiteX47" fmla="*/ 457801 w 2912392"/>
                <a:gd name="connsiteY47" fmla="*/ 777733 h 806435"/>
                <a:gd name="connsiteX48" fmla="*/ 467542 w 2912392"/>
                <a:gd name="connsiteY48" fmla="*/ 777739 h 806435"/>
                <a:gd name="connsiteX49" fmla="*/ 477281 w 2912392"/>
                <a:gd name="connsiteY49" fmla="*/ 777587 h 806435"/>
                <a:gd name="connsiteX50" fmla="*/ 487022 w 2912392"/>
                <a:gd name="connsiteY50" fmla="*/ 777274 h 806435"/>
                <a:gd name="connsiteX51" fmla="*/ 496763 w 2912392"/>
                <a:gd name="connsiteY51" fmla="*/ 776796 h 806435"/>
                <a:gd name="connsiteX52" fmla="*/ 506503 w 2912392"/>
                <a:gd name="connsiteY52" fmla="*/ 776145 h 806435"/>
                <a:gd name="connsiteX53" fmla="*/ 516244 w 2912392"/>
                <a:gd name="connsiteY53" fmla="*/ 775319 h 806435"/>
                <a:gd name="connsiteX54" fmla="*/ 525985 w 2912392"/>
                <a:gd name="connsiteY54" fmla="*/ 774315 h 806435"/>
                <a:gd name="connsiteX55" fmla="*/ 535724 w 2912392"/>
                <a:gd name="connsiteY55" fmla="*/ 773125 h 806435"/>
                <a:gd name="connsiteX56" fmla="*/ 545465 w 2912392"/>
                <a:gd name="connsiteY56" fmla="*/ 771748 h 806435"/>
                <a:gd name="connsiteX57" fmla="*/ 555206 w 2912392"/>
                <a:gd name="connsiteY57" fmla="*/ 770181 h 806435"/>
                <a:gd name="connsiteX58" fmla="*/ 564946 w 2912392"/>
                <a:gd name="connsiteY58" fmla="*/ 768416 h 806435"/>
                <a:gd name="connsiteX59" fmla="*/ 574687 w 2912392"/>
                <a:gd name="connsiteY59" fmla="*/ 766454 h 806435"/>
                <a:gd name="connsiteX60" fmla="*/ 584428 w 2912392"/>
                <a:gd name="connsiteY60" fmla="*/ 764292 h 806435"/>
                <a:gd name="connsiteX61" fmla="*/ 594167 w 2912392"/>
                <a:gd name="connsiteY61" fmla="*/ 761925 h 806435"/>
                <a:gd name="connsiteX62" fmla="*/ 603908 w 2912392"/>
                <a:gd name="connsiteY62" fmla="*/ 759352 h 806435"/>
                <a:gd name="connsiteX63" fmla="*/ 613649 w 2912392"/>
                <a:gd name="connsiteY63" fmla="*/ 756570 h 806435"/>
                <a:gd name="connsiteX64" fmla="*/ 623388 w 2912392"/>
                <a:gd name="connsiteY64" fmla="*/ 753579 h 806435"/>
                <a:gd name="connsiteX65" fmla="*/ 633129 w 2912392"/>
                <a:gd name="connsiteY65" fmla="*/ 750375 h 806435"/>
                <a:gd name="connsiteX66" fmla="*/ 642870 w 2912392"/>
                <a:gd name="connsiteY66" fmla="*/ 746959 h 806435"/>
                <a:gd name="connsiteX67" fmla="*/ 652610 w 2912392"/>
                <a:gd name="connsiteY67" fmla="*/ 743330 h 806435"/>
                <a:gd name="connsiteX68" fmla="*/ 662351 w 2912392"/>
                <a:gd name="connsiteY68" fmla="*/ 739487 h 806435"/>
                <a:gd name="connsiteX69" fmla="*/ 672092 w 2912392"/>
                <a:gd name="connsiteY69" fmla="*/ 735430 h 806435"/>
                <a:gd name="connsiteX70" fmla="*/ 681831 w 2912392"/>
                <a:gd name="connsiteY70" fmla="*/ 731159 h 806435"/>
                <a:gd name="connsiteX71" fmla="*/ 691572 w 2912392"/>
                <a:gd name="connsiteY71" fmla="*/ 726675 h 806435"/>
                <a:gd name="connsiteX72" fmla="*/ 701313 w 2912392"/>
                <a:gd name="connsiteY72" fmla="*/ 721981 h 806435"/>
                <a:gd name="connsiteX73" fmla="*/ 711052 w 2912392"/>
                <a:gd name="connsiteY73" fmla="*/ 717075 h 806435"/>
                <a:gd name="connsiteX74" fmla="*/ 720793 w 2912392"/>
                <a:gd name="connsiteY74" fmla="*/ 711960 h 806435"/>
                <a:gd name="connsiteX75" fmla="*/ 730534 w 2912392"/>
                <a:gd name="connsiteY75" fmla="*/ 706639 h 806435"/>
                <a:gd name="connsiteX76" fmla="*/ 740274 w 2912392"/>
                <a:gd name="connsiteY76" fmla="*/ 701115 h 806435"/>
                <a:gd name="connsiteX77" fmla="*/ 750015 w 2912392"/>
                <a:gd name="connsiteY77" fmla="*/ 695389 h 806435"/>
                <a:gd name="connsiteX78" fmla="*/ 759756 w 2912392"/>
                <a:gd name="connsiteY78" fmla="*/ 689465 h 806435"/>
                <a:gd name="connsiteX79" fmla="*/ 769495 w 2912392"/>
                <a:gd name="connsiteY79" fmla="*/ 683348 h 806435"/>
                <a:gd name="connsiteX80" fmla="*/ 779236 w 2912392"/>
                <a:gd name="connsiteY80" fmla="*/ 677038 h 806435"/>
                <a:gd name="connsiteX81" fmla="*/ 788977 w 2912392"/>
                <a:gd name="connsiteY81" fmla="*/ 670542 h 806435"/>
                <a:gd name="connsiteX82" fmla="*/ 798717 w 2912392"/>
                <a:gd name="connsiteY82" fmla="*/ 663864 h 806435"/>
                <a:gd name="connsiteX83" fmla="*/ 808458 w 2912392"/>
                <a:gd name="connsiteY83" fmla="*/ 657009 h 806435"/>
                <a:gd name="connsiteX84" fmla="*/ 818199 w 2912392"/>
                <a:gd name="connsiteY84" fmla="*/ 649980 h 806435"/>
                <a:gd name="connsiteX85" fmla="*/ 827938 w 2912392"/>
                <a:gd name="connsiteY85" fmla="*/ 642784 h 806435"/>
                <a:gd name="connsiteX86" fmla="*/ 837679 w 2912392"/>
                <a:gd name="connsiteY86" fmla="*/ 635425 h 806435"/>
                <a:gd name="connsiteX87" fmla="*/ 847420 w 2912392"/>
                <a:gd name="connsiteY87" fmla="*/ 627909 h 806435"/>
                <a:gd name="connsiteX88" fmla="*/ 857159 w 2912392"/>
                <a:gd name="connsiteY88" fmla="*/ 620242 h 806435"/>
                <a:gd name="connsiteX89" fmla="*/ 866900 w 2912392"/>
                <a:gd name="connsiteY89" fmla="*/ 612430 h 806435"/>
                <a:gd name="connsiteX90" fmla="*/ 876641 w 2912392"/>
                <a:gd name="connsiteY90" fmla="*/ 604479 h 806435"/>
                <a:gd name="connsiteX91" fmla="*/ 886381 w 2912392"/>
                <a:gd name="connsiteY91" fmla="*/ 596394 h 806435"/>
                <a:gd name="connsiteX92" fmla="*/ 896122 w 2912392"/>
                <a:gd name="connsiteY92" fmla="*/ 588182 h 806435"/>
                <a:gd name="connsiteX93" fmla="*/ 905863 w 2912392"/>
                <a:gd name="connsiteY93" fmla="*/ 579850 h 806435"/>
                <a:gd name="connsiteX94" fmla="*/ 915602 w 2912392"/>
                <a:gd name="connsiteY94" fmla="*/ 571403 h 806435"/>
                <a:gd name="connsiteX95" fmla="*/ 925343 w 2912392"/>
                <a:gd name="connsiteY95" fmla="*/ 562849 h 806435"/>
                <a:gd name="connsiteX96" fmla="*/ 935084 w 2912392"/>
                <a:gd name="connsiteY96" fmla="*/ 554194 h 806435"/>
                <a:gd name="connsiteX97" fmla="*/ 944824 w 2912392"/>
                <a:gd name="connsiteY97" fmla="*/ 545444 h 806435"/>
                <a:gd name="connsiteX98" fmla="*/ 954564 w 2912392"/>
                <a:gd name="connsiteY98" fmla="*/ 536606 h 806435"/>
                <a:gd name="connsiteX99" fmla="*/ 964305 w 2912392"/>
                <a:gd name="connsiteY99" fmla="*/ 527686 h 806435"/>
                <a:gd name="connsiteX100" fmla="*/ 974045 w 2912392"/>
                <a:gd name="connsiteY100" fmla="*/ 518690 h 806435"/>
                <a:gd name="connsiteX101" fmla="*/ 983786 w 2912392"/>
                <a:gd name="connsiteY101" fmla="*/ 509626 h 806435"/>
                <a:gd name="connsiteX102" fmla="*/ 993522 w 2912392"/>
                <a:gd name="connsiteY102" fmla="*/ 500500 h 806435"/>
                <a:gd name="connsiteX103" fmla="*/ 1003266 w 2912392"/>
                <a:gd name="connsiteY103" fmla="*/ 491316 h 806435"/>
                <a:gd name="connsiteX104" fmla="*/ 1013010 w 2912392"/>
                <a:gd name="connsiteY104" fmla="*/ 482083 h 806435"/>
                <a:gd name="connsiteX105" fmla="*/ 1022754 w 2912392"/>
                <a:gd name="connsiteY105" fmla="*/ 472806 h 806435"/>
                <a:gd name="connsiteX106" fmla="*/ 1032483 w 2912392"/>
                <a:gd name="connsiteY106" fmla="*/ 463491 h 806435"/>
                <a:gd name="connsiteX107" fmla="*/ 1042227 w 2912392"/>
                <a:gd name="connsiteY107" fmla="*/ 454145 h 806435"/>
                <a:gd name="connsiteX108" fmla="*/ 1051971 w 2912392"/>
                <a:gd name="connsiteY108" fmla="*/ 444770 h 806435"/>
                <a:gd name="connsiteX109" fmla="*/ 1061715 w 2912392"/>
                <a:gd name="connsiteY109" fmla="*/ 435377 h 806435"/>
                <a:gd name="connsiteX110" fmla="*/ 1071444 w 2912392"/>
                <a:gd name="connsiteY110" fmla="*/ 425968 h 806435"/>
                <a:gd name="connsiteX111" fmla="*/ 1081188 w 2912392"/>
                <a:gd name="connsiteY111" fmla="*/ 416549 h 806435"/>
                <a:gd name="connsiteX112" fmla="*/ 1090932 w 2912392"/>
                <a:gd name="connsiteY112" fmla="*/ 407125 h 806435"/>
                <a:gd name="connsiteX113" fmla="*/ 1100676 w 2912392"/>
                <a:gd name="connsiteY113" fmla="*/ 397703 h 806435"/>
                <a:gd name="connsiteX114" fmla="*/ 1110405 w 2912392"/>
                <a:gd name="connsiteY114" fmla="*/ 388285 h 806435"/>
                <a:gd name="connsiteX115" fmla="*/ 1120149 w 2912392"/>
                <a:gd name="connsiteY115" fmla="*/ 378880 h 806435"/>
                <a:gd name="connsiteX116" fmla="*/ 1129893 w 2912392"/>
                <a:gd name="connsiteY116" fmla="*/ 369487 h 806435"/>
                <a:gd name="connsiteX117" fmla="*/ 1139637 w 2912392"/>
                <a:gd name="connsiteY117" fmla="*/ 360116 h 806435"/>
                <a:gd name="connsiteX118" fmla="*/ 1149381 w 2912392"/>
                <a:gd name="connsiteY118" fmla="*/ 350768 h 806435"/>
                <a:gd name="connsiteX119" fmla="*/ 1159110 w 2912392"/>
                <a:gd name="connsiteY119" fmla="*/ 341450 h 806435"/>
                <a:gd name="connsiteX120" fmla="*/ 1168854 w 2912392"/>
                <a:gd name="connsiteY120" fmla="*/ 332164 h 806435"/>
                <a:gd name="connsiteX121" fmla="*/ 1178598 w 2912392"/>
                <a:gd name="connsiteY121" fmla="*/ 322916 h 806435"/>
                <a:gd name="connsiteX122" fmla="*/ 1188341 w 2912392"/>
                <a:gd name="connsiteY122" fmla="*/ 313710 h 806435"/>
                <a:gd name="connsiteX123" fmla="*/ 1198070 w 2912392"/>
                <a:gd name="connsiteY123" fmla="*/ 304547 h 806435"/>
                <a:gd name="connsiteX124" fmla="*/ 1207814 w 2912392"/>
                <a:gd name="connsiteY124" fmla="*/ 295436 h 806435"/>
                <a:gd name="connsiteX125" fmla="*/ 1217558 w 2912392"/>
                <a:gd name="connsiteY125" fmla="*/ 286376 h 806435"/>
                <a:gd name="connsiteX126" fmla="*/ 1227302 w 2912392"/>
                <a:gd name="connsiteY126" fmla="*/ 277376 h 806435"/>
                <a:gd name="connsiteX127" fmla="*/ 1237031 w 2912392"/>
                <a:gd name="connsiteY127" fmla="*/ 268435 h 806435"/>
                <a:gd name="connsiteX128" fmla="*/ 1246775 w 2912392"/>
                <a:gd name="connsiteY128" fmla="*/ 259560 h 806435"/>
                <a:gd name="connsiteX129" fmla="*/ 1256519 w 2912392"/>
                <a:gd name="connsiteY129" fmla="*/ 250753 h 806435"/>
                <a:gd name="connsiteX130" fmla="*/ 1266263 w 2912392"/>
                <a:gd name="connsiteY130" fmla="*/ 242019 h 806435"/>
                <a:gd name="connsiteX131" fmla="*/ 1276007 w 2912392"/>
                <a:gd name="connsiteY131" fmla="*/ 233361 h 806435"/>
                <a:gd name="connsiteX132" fmla="*/ 1285736 w 2912392"/>
                <a:gd name="connsiteY132" fmla="*/ 224785 h 806435"/>
                <a:gd name="connsiteX133" fmla="*/ 1295480 w 2912392"/>
                <a:gd name="connsiteY133" fmla="*/ 216291 h 806435"/>
                <a:gd name="connsiteX134" fmla="*/ 1305224 w 2912392"/>
                <a:gd name="connsiteY134" fmla="*/ 207887 h 806435"/>
                <a:gd name="connsiteX135" fmla="*/ 1314968 w 2912392"/>
                <a:gd name="connsiteY135" fmla="*/ 199576 h 806435"/>
                <a:gd name="connsiteX136" fmla="*/ 1324697 w 2912392"/>
                <a:gd name="connsiteY136" fmla="*/ 191360 h 806435"/>
                <a:gd name="connsiteX137" fmla="*/ 1334441 w 2912392"/>
                <a:gd name="connsiteY137" fmla="*/ 183246 h 806435"/>
                <a:gd name="connsiteX138" fmla="*/ 1344185 w 2912392"/>
                <a:gd name="connsiteY138" fmla="*/ 175236 h 806435"/>
                <a:gd name="connsiteX139" fmla="*/ 1353929 w 2912392"/>
                <a:gd name="connsiteY139" fmla="*/ 167335 h 806435"/>
                <a:gd name="connsiteX140" fmla="*/ 1363658 w 2912392"/>
                <a:gd name="connsiteY140" fmla="*/ 159549 h 806435"/>
                <a:gd name="connsiteX141" fmla="*/ 1373402 w 2912392"/>
                <a:gd name="connsiteY141" fmla="*/ 151880 h 806435"/>
                <a:gd name="connsiteX142" fmla="*/ 1383146 w 2912392"/>
                <a:gd name="connsiteY142" fmla="*/ 144335 h 806435"/>
                <a:gd name="connsiteX143" fmla="*/ 1392890 w 2912392"/>
                <a:gd name="connsiteY143" fmla="*/ 136919 h 806435"/>
                <a:gd name="connsiteX144" fmla="*/ 1402619 w 2912392"/>
                <a:gd name="connsiteY144" fmla="*/ 129635 h 806435"/>
                <a:gd name="connsiteX145" fmla="*/ 1412363 w 2912392"/>
                <a:gd name="connsiteY145" fmla="*/ 122488 h 806435"/>
                <a:gd name="connsiteX146" fmla="*/ 1422106 w 2912392"/>
                <a:gd name="connsiteY146" fmla="*/ 115485 h 806435"/>
                <a:gd name="connsiteX147" fmla="*/ 1431850 w 2912392"/>
                <a:gd name="connsiteY147" fmla="*/ 108630 h 806435"/>
                <a:gd name="connsiteX148" fmla="*/ 1441594 w 2912392"/>
                <a:gd name="connsiteY148" fmla="*/ 101928 h 806435"/>
                <a:gd name="connsiteX149" fmla="*/ 1451323 w 2912392"/>
                <a:gd name="connsiteY149" fmla="*/ 95386 h 806435"/>
                <a:gd name="connsiteX150" fmla="*/ 1461067 w 2912392"/>
                <a:gd name="connsiteY150" fmla="*/ 89010 h 806435"/>
                <a:gd name="connsiteX151" fmla="*/ 1470811 w 2912392"/>
                <a:gd name="connsiteY151" fmla="*/ 82803 h 806435"/>
                <a:gd name="connsiteX152" fmla="*/ 1480555 w 2912392"/>
                <a:gd name="connsiteY152" fmla="*/ 76773 h 806435"/>
                <a:gd name="connsiteX153" fmla="*/ 1490284 w 2912392"/>
                <a:gd name="connsiteY153" fmla="*/ 70924 h 806435"/>
                <a:gd name="connsiteX154" fmla="*/ 1500028 w 2912392"/>
                <a:gd name="connsiteY154" fmla="*/ 65263 h 806435"/>
                <a:gd name="connsiteX155" fmla="*/ 1509772 w 2912392"/>
                <a:gd name="connsiteY155" fmla="*/ 59796 h 806435"/>
                <a:gd name="connsiteX156" fmla="*/ 1519516 w 2912392"/>
                <a:gd name="connsiteY156" fmla="*/ 54529 h 806435"/>
                <a:gd name="connsiteX157" fmla="*/ 1529245 w 2912392"/>
                <a:gd name="connsiteY157" fmla="*/ 49468 h 806435"/>
                <a:gd name="connsiteX158" fmla="*/ 1538989 w 2912392"/>
                <a:gd name="connsiteY158" fmla="*/ 44618 h 806435"/>
                <a:gd name="connsiteX159" fmla="*/ 1548733 w 2912392"/>
                <a:gd name="connsiteY159" fmla="*/ 39987 h 806435"/>
                <a:gd name="connsiteX160" fmla="*/ 1558477 w 2912392"/>
                <a:gd name="connsiteY160" fmla="*/ 35579 h 806435"/>
                <a:gd name="connsiteX161" fmla="*/ 1568221 w 2912392"/>
                <a:gd name="connsiteY161" fmla="*/ 31401 h 806435"/>
                <a:gd name="connsiteX162" fmla="*/ 1577950 w 2912392"/>
                <a:gd name="connsiteY162" fmla="*/ 27459 h 806435"/>
                <a:gd name="connsiteX163" fmla="*/ 1587694 w 2912392"/>
                <a:gd name="connsiteY163" fmla="*/ 23758 h 806435"/>
                <a:gd name="connsiteX164" fmla="*/ 1597438 w 2912392"/>
                <a:gd name="connsiteY164" fmla="*/ 20304 h 806435"/>
                <a:gd name="connsiteX165" fmla="*/ 1607182 w 2912392"/>
                <a:gd name="connsiteY165" fmla="*/ 17104 h 806435"/>
                <a:gd name="connsiteX166" fmla="*/ 1616911 w 2912392"/>
                <a:gd name="connsiteY166" fmla="*/ 14160 h 806435"/>
                <a:gd name="connsiteX167" fmla="*/ 1626655 w 2912392"/>
                <a:gd name="connsiteY167" fmla="*/ 11481 h 806435"/>
                <a:gd name="connsiteX168" fmla="*/ 1636399 w 2912392"/>
                <a:gd name="connsiteY168" fmla="*/ 9070 h 806435"/>
                <a:gd name="connsiteX169" fmla="*/ 1646142 w 2912392"/>
                <a:gd name="connsiteY169" fmla="*/ 6934 h 806435"/>
                <a:gd name="connsiteX170" fmla="*/ 1655872 w 2912392"/>
                <a:gd name="connsiteY170" fmla="*/ 5075 h 806435"/>
                <a:gd name="connsiteX171" fmla="*/ 1665616 w 2912392"/>
                <a:gd name="connsiteY171" fmla="*/ 3500 h 806435"/>
                <a:gd name="connsiteX172" fmla="*/ 1675359 w 2912392"/>
                <a:gd name="connsiteY172" fmla="*/ 2211 h 806435"/>
                <a:gd name="connsiteX173" fmla="*/ 1685103 w 2912392"/>
                <a:gd name="connsiteY173" fmla="*/ 1213 h 806435"/>
                <a:gd name="connsiteX174" fmla="*/ 1694832 w 2912392"/>
                <a:gd name="connsiteY174" fmla="*/ 510 h 806435"/>
                <a:gd name="connsiteX175" fmla="*/ 1704576 w 2912392"/>
                <a:gd name="connsiteY175" fmla="*/ 104 h 806435"/>
                <a:gd name="connsiteX176" fmla="*/ 1714320 w 2912392"/>
                <a:gd name="connsiteY176" fmla="*/ 0 h 806435"/>
                <a:gd name="connsiteX177" fmla="*/ 1724064 w 2912392"/>
                <a:gd name="connsiteY177" fmla="*/ 200 h 806435"/>
                <a:gd name="connsiteX178" fmla="*/ 1733808 w 2912392"/>
                <a:gd name="connsiteY178" fmla="*/ 705 h 806435"/>
                <a:gd name="connsiteX179" fmla="*/ 1743537 w 2912392"/>
                <a:gd name="connsiteY179" fmla="*/ 1518 h 806435"/>
                <a:gd name="connsiteX180" fmla="*/ 1753281 w 2912392"/>
                <a:gd name="connsiteY180" fmla="*/ 2642 h 806435"/>
                <a:gd name="connsiteX181" fmla="*/ 1763025 w 2912392"/>
                <a:gd name="connsiteY181" fmla="*/ 4076 h 806435"/>
                <a:gd name="connsiteX182" fmla="*/ 1772769 w 2912392"/>
                <a:gd name="connsiteY182" fmla="*/ 5823 h 806435"/>
                <a:gd name="connsiteX183" fmla="*/ 1782498 w 2912392"/>
                <a:gd name="connsiteY183" fmla="*/ 7880 h 806435"/>
                <a:gd name="connsiteX184" fmla="*/ 1792242 w 2912392"/>
                <a:gd name="connsiteY184" fmla="*/ 10251 h 806435"/>
                <a:gd name="connsiteX185" fmla="*/ 1801986 w 2912392"/>
                <a:gd name="connsiteY185" fmla="*/ 12932 h 806435"/>
                <a:gd name="connsiteX186" fmla="*/ 1811730 w 2912392"/>
                <a:gd name="connsiteY186" fmla="*/ 15924 h 806435"/>
                <a:gd name="connsiteX187" fmla="*/ 1821459 w 2912392"/>
                <a:gd name="connsiteY187" fmla="*/ 19227 h 806435"/>
                <a:gd name="connsiteX188" fmla="*/ 1831203 w 2912392"/>
                <a:gd name="connsiteY188" fmla="*/ 22836 h 806435"/>
                <a:gd name="connsiteX189" fmla="*/ 1840947 w 2912392"/>
                <a:gd name="connsiteY189" fmla="*/ 26751 h 806435"/>
                <a:gd name="connsiteX190" fmla="*/ 1850691 w 2912392"/>
                <a:gd name="connsiteY190" fmla="*/ 30969 h 806435"/>
                <a:gd name="connsiteX191" fmla="*/ 1860435 w 2912392"/>
                <a:gd name="connsiteY191" fmla="*/ 35486 h 806435"/>
                <a:gd name="connsiteX192" fmla="*/ 1870164 w 2912392"/>
                <a:gd name="connsiteY192" fmla="*/ 40302 h 806435"/>
                <a:gd name="connsiteX193" fmla="*/ 1879908 w 2912392"/>
                <a:gd name="connsiteY193" fmla="*/ 45408 h 806435"/>
                <a:gd name="connsiteX194" fmla="*/ 1889652 w 2912392"/>
                <a:gd name="connsiteY194" fmla="*/ 50803 h 806435"/>
                <a:gd name="connsiteX195" fmla="*/ 1899395 w 2912392"/>
                <a:gd name="connsiteY195" fmla="*/ 56481 h 806435"/>
                <a:gd name="connsiteX196" fmla="*/ 1909124 w 2912392"/>
                <a:gd name="connsiteY196" fmla="*/ 62437 h 806435"/>
                <a:gd name="connsiteX197" fmla="*/ 1918868 w 2912392"/>
                <a:gd name="connsiteY197" fmla="*/ 68666 h 806435"/>
                <a:gd name="connsiteX198" fmla="*/ 1928612 w 2912392"/>
                <a:gd name="connsiteY198" fmla="*/ 75161 h 806435"/>
                <a:gd name="connsiteX199" fmla="*/ 1938356 w 2912392"/>
                <a:gd name="connsiteY199" fmla="*/ 81918 h 806435"/>
                <a:gd name="connsiteX200" fmla="*/ 1948085 w 2912392"/>
                <a:gd name="connsiteY200" fmla="*/ 88928 h 806435"/>
                <a:gd name="connsiteX201" fmla="*/ 1957829 w 2912392"/>
                <a:gd name="connsiteY201" fmla="*/ 96183 h 806435"/>
                <a:gd name="connsiteX202" fmla="*/ 1967573 w 2912392"/>
                <a:gd name="connsiteY202" fmla="*/ 103681 h 806435"/>
                <a:gd name="connsiteX203" fmla="*/ 1977317 w 2912392"/>
                <a:gd name="connsiteY203" fmla="*/ 111409 h 806435"/>
                <a:gd name="connsiteX204" fmla="*/ 1987046 w 2912392"/>
                <a:gd name="connsiteY204" fmla="*/ 119360 h 806435"/>
                <a:gd name="connsiteX205" fmla="*/ 1996790 w 2912392"/>
                <a:gd name="connsiteY205" fmla="*/ 127528 h 806435"/>
                <a:gd name="connsiteX206" fmla="*/ 2006534 w 2912392"/>
                <a:gd name="connsiteY206" fmla="*/ 135904 h 806435"/>
                <a:gd name="connsiteX207" fmla="*/ 2016278 w 2912392"/>
                <a:gd name="connsiteY207" fmla="*/ 144478 h 806435"/>
                <a:gd name="connsiteX208" fmla="*/ 2026022 w 2912392"/>
                <a:gd name="connsiteY208" fmla="*/ 153242 h 806435"/>
                <a:gd name="connsiteX209" fmla="*/ 2035751 w 2912392"/>
                <a:gd name="connsiteY209" fmla="*/ 162187 h 806435"/>
                <a:gd name="connsiteX210" fmla="*/ 2045495 w 2912392"/>
                <a:gd name="connsiteY210" fmla="*/ 171304 h 806435"/>
                <a:gd name="connsiteX211" fmla="*/ 2055239 w 2912392"/>
                <a:gd name="connsiteY211" fmla="*/ 180583 h 806435"/>
                <a:gd name="connsiteX212" fmla="*/ 2064983 w 2912392"/>
                <a:gd name="connsiteY212" fmla="*/ 190014 h 806435"/>
                <a:gd name="connsiteX213" fmla="*/ 2074712 w 2912392"/>
                <a:gd name="connsiteY213" fmla="*/ 199590 h 806435"/>
                <a:gd name="connsiteX214" fmla="*/ 2084456 w 2912392"/>
                <a:gd name="connsiteY214" fmla="*/ 209298 h 806435"/>
                <a:gd name="connsiteX215" fmla="*/ 2094200 w 2912392"/>
                <a:gd name="connsiteY215" fmla="*/ 219130 h 806435"/>
                <a:gd name="connsiteX216" fmla="*/ 2103944 w 2912392"/>
                <a:gd name="connsiteY216" fmla="*/ 229076 h 806435"/>
                <a:gd name="connsiteX217" fmla="*/ 2113673 w 2912392"/>
                <a:gd name="connsiteY217" fmla="*/ 239126 h 806435"/>
                <a:gd name="connsiteX218" fmla="*/ 2123417 w 2912392"/>
                <a:gd name="connsiteY218" fmla="*/ 249270 h 806435"/>
                <a:gd name="connsiteX219" fmla="*/ 2133161 w 2912392"/>
                <a:gd name="connsiteY219" fmla="*/ 259500 h 806435"/>
                <a:gd name="connsiteX220" fmla="*/ 2142905 w 2912392"/>
                <a:gd name="connsiteY220" fmla="*/ 269804 h 806435"/>
                <a:gd name="connsiteX221" fmla="*/ 2152649 w 2912392"/>
                <a:gd name="connsiteY221" fmla="*/ 280174 h 806435"/>
                <a:gd name="connsiteX222" fmla="*/ 2162377 w 2912392"/>
                <a:gd name="connsiteY222" fmla="*/ 290600 h 806435"/>
                <a:gd name="connsiteX223" fmla="*/ 2172121 w 2912392"/>
                <a:gd name="connsiteY223" fmla="*/ 301071 h 806435"/>
                <a:gd name="connsiteX224" fmla="*/ 2181865 w 2912392"/>
                <a:gd name="connsiteY224" fmla="*/ 311579 h 806435"/>
                <a:gd name="connsiteX225" fmla="*/ 2191609 w 2912392"/>
                <a:gd name="connsiteY225" fmla="*/ 322116 h 806435"/>
                <a:gd name="connsiteX226" fmla="*/ 2201338 w 2912392"/>
                <a:gd name="connsiteY226" fmla="*/ 332670 h 806435"/>
                <a:gd name="connsiteX227" fmla="*/ 2211082 w 2912392"/>
                <a:gd name="connsiteY227" fmla="*/ 343234 h 806435"/>
                <a:gd name="connsiteX228" fmla="*/ 2220826 w 2912392"/>
                <a:gd name="connsiteY228" fmla="*/ 353799 h 806435"/>
                <a:gd name="connsiteX229" fmla="*/ 2230570 w 2912392"/>
                <a:gd name="connsiteY229" fmla="*/ 364356 h 806435"/>
                <a:gd name="connsiteX230" fmla="*/ 2240299 w 2912392"/>
                <a:gd name="connsiteY230" fmla="*/ 374897 h 806435"/>
                <a:gd name="connsiteX231" fmla="*/ 2250043 w 2912392"/>
                <a:gd name="connsiteY231" fmla="*/ 385414 h 806435"/>
                <a:gd name="connsiteX232" fmla="*/ 2259787 w 2912392"/>
                <a:gd name="connsiteY232" fmla="*/ 395900 h 806435"/>
                <a:gd name="connsiteX233" fmla="*/ 2269531 w 2912392"/>
                <a:gd name="connsiteY233" fmla="*/ 406344 h 806435"/>
                <a:gd name="connsiteX234" fmla="*/ 2279260 w 2912392"/>
                <a:gd name="connsiteY234" fmla="*/ 416742 h 806435"/>
                <a:gd name="connsiteX235" fmla="*/ 2289004 w 2912392"/>
                <a:gd name="connsiteY235" fmla="*/ 427085 h 806435"/>
                <a:gd name="connsiteX236" fmla="*/ 2298748 w 2912392"/>
                <a:gd name="connsiteY236" fmla="*/ 437367 h 806435"/>
                <a:gd name="connsiteX237" fmla="*/ 2308492 w 2912392"/>
                <a:gd name="connsiteY237" fmla="*/ 447582 h 806435"/>
                <a:gd name="connsiteX238" fmla="*/ 2318236 w 2912392"/>
                <a:gd name="connsiteY238" fmla="*/ 457721 h 806435"/>
                <a:gd name="connsiteX239" fmla="*/ 2327965 w 2912392"/>
                <a:gd name="connsiteY239" fmla="*/ 467779 h 806435"/>
                <a:gd name="connsiteX240" fmla="*/ 2337709 w 2912392"/>
                <a:gd name="connsiteY240" fmla="*/ 477751 h 806435"/>
                <a:gd name="connsiteX241" fmla="*/ 2347453 w 2912392"/>
                <a:gd name="connsiteY241" fmla="*/ 487629 h 806435"/>
                <a:gd name="connsiteX242" fmla="*/ 2357197 w 2912392"/>
                <a:gd name="connsiteY242" fmla="*/ 497410 h 806435"/>
                <a:gd name="connsiteX243" fmla="*/ 2366926 w 2912392"/>
                <a:gd name="connsiteY243" fmla="*/ 507088 h 806435"/>
                <a:gd name="connsiteX244" fmla="*/ 2376670 w 2912392"/>
                <a:gd name="connsiteY244" fmla="*/ 516658 h 806435"/>
                <a:gd name="connsiteX245" fmla="*/ 2386413 w 2912392"/>
                <a:gd name="connsiteY245" fmla="*/ 526116 h 806435"/>
                <a:gd name="connsiteX246" fmla="*/ 2396157 w 2912392"/>
                <a:gd name="connsiteY246" fmla="*/ 535456 h 806435"/>
                <a:gd name="connsiteX247" fmla="*/ 2405886 w 2912392"/>
                <a:gd name="connsiteY247" fmla="*/ 544674 h 806435"/>
                <a:gd name="connsiteX248" fmla="*/ 2415630 w 2912392"/>
                <a:gd name="connsiteY248" fmla="*/ 553767 h 806435"/>
                <a:gd name="connsiteX249" fmla="*/ 2425374 w 2912392"/>
                <a:gd name="connsiteY249" fmla="*/ 562732 h 806435"/>
                <a:gd name="connsiteX250" fmla="*/ 2435118 w 2912392"/>
                <a:gd name="connsiteY250" fmla="*/ 571562 h 806435"/>
                <a:gd name="connsiteX251" fmla="*/ 2444862 w 2912392"/>
                <a:gd name="connsiteY251" fmla="*/ 580259 h 806435"/>
                <a:gd name="connsiteX252" fmla="*/ 2454591 w 2912392"/>
                <a:gd name="connsiteY252" fmla="*/ 588815 h 806435"/>
                <a:gd name="connsiteX253" fmla="*/ 2464335 w 2912392"/>
                <a:gd name="connsiteY253" fmla="*/ 597229 h 806435"/>
                <a:gd name="connsiteX254" fmla="*/ 2474079 w 2912392"/>
                <a:gd name="connsiteY254" fmla="*/ 605499 h 806435"/>
                <a:gd name="connsiteX255" fmla="*/ 2483823 w 2912392"/>
                <a:gd name="connsiteY255" fmla="*/ 613621 h 806435"/>
                <a:gd name="connsiteX256" fmla="*/ 2493552 w 2912392"/>
                <a:gd name="connsiteY256" fmla="*/ 621593 h 806435"/>
                <a:gd name="connsiteX257" fmla="*/ 2503296 w 2912392"/>
                <a:gd name="connsiteY257" fmla="*/ 629413 h 806435"/>
                <a:gd name="connsiteX258" fmla="*/ 2513040 w 2912392"/>
                <a:gd name="connsiteY258" fmla="*/ 637080 h 806435"/>
                <a:gd name="connsiteX259" fmla="*/ 2522784 w 2912392"/>
                <a:gd name="connsiteY259" fmla="*/ 644590 h 806435"/>
                <a:gd name="connsiteX260" fmla="*/ 2532513 w 2912392"/>
                <a:gd name="connsiteY260" fmla="*/ 651942 h 806435"/>
                <a:gd name="connsiteX261" fmla="*/ 2542257 w 2912392"/>
                <a:gd name="connsiteY261" fmla="*/ 659135 h 806435"/>
                <a:gd name="connsiteX262" fmla="*/ 2552001 w 2912392"/>
                <a:gd name="connsiteY262" fmla="*/ 666166 h 806435"/>
                <a:gd name="connsiteX263" fmla="*/ 2561745 w 2912392"/>
                <a:gd name="connsiteY263" fmla="*/ 673035 h 806435"/>
                <a:gd name="connsiteX264" fmla="*/ 2571474 w 2912392"/>
                <a:gd name="connsiteY264" fmla="*/ 679739 h 806435"/>
                <a:gd name="connsiteX265" fmla="*/ 2581218 w 2912392"/>
                <a:gd name="connsiteY265" fmla="*/ 686278 h 806435"/>
                <a:gd name="connsiteX266" fmla="*/ 2590962 w 2912392"/>
                <a:gd name="connsiteY266" fmla="*/ 692651 h 806435"/>
                <a:gd name="connsiteX267" fmla="*/ 2600705 w 2912392"/>
                <a:gd name="connsiteY267" fmla="*/ 698856 h 806435"/>
                <a:gd name="connsiteX268" fmla="*/ 2610449 w 2912392"/>
                <a:gd name="connsiteY268" fmla="*/ 704893 h 806435"/>
                <a:gd name="connsiteX269" fmla="*/ 2620178 w 2912392"/>
                <a:gd name="connsiteY269" fmla="*/ 710759 h 806435"/>
                <a:gd name="connsiteX270" fmla="*/ 2629922 w 2912392"/>
                <a:gd name="connsiteY270" fmla="*/ 716455 h 806435"/>
                <a:gd name="connsiteX271" fmla="*/ 2639666 w 2912392"/>
                <a:gd name="connsiteY271" fmla="*/ 721979 h 806435"/>
                <a:gd name="connsiteX272" fmla="*/ 2649410 w 2912392"/>
                <a:gd name="connsiteY272" fmla="*/ 727333 h 806435"/>
                <a:gd name="connsiteX273" fmla="*/ 2659139 w 2912392"/>
                <a:gd name="connsiteY273" fmla="*/ 732511 h 806435"/>
                <a:gd name="connsiteX274" fmla="*/ 2668883 w 2912392"/>
                <a:gd name="connsiteY274" fmla="*/ 737518 h 806435"/>
                <a:gd name="connsiteX275" fmla="*/ 2678627 w 2912392"/>
                <a:gd name="connsiteY275" fmla="*/ 742351 h 806435"/>
                <a:gd name="connsiteX276" fmla="*/ 2688371 w 2912392"/>
                <a:gd name="connsiteY276" fmla="*/ 747008 h 806435"/>
                <a:gd name="connsiteX277" fmla="*/ 2698100 w 2912392"/>
                <a:gd name="connsiteY277" fmla="*/ 751491 h 806435"/>
                <a:gd name="connsiteX278" fmla="*/ 2707844 w 2912392"/>
                <a:gd name="connsiteY278" fmla="*/ 755799 h 806435"/>
                <a:gd name="connsiteX279" fmla="*/ 2717588 w 2912392"/>
                <a:gd name="connsiteY279" fmla="*/ 759930 h 806435"/>
                <a:gd name="connsiteX280" fmla="*/ 2727332 w 2912392"/>
                <a:gd name="connsiteY280" fmla="*/ 763887 h 806435"/>
                <a:gd name="connsiteX281" fmla="*/ 2737076 w 2912392"/>
                <a:gd name="connsiteY281" fmla="*/ 767669 h 806435"/>
                <a:gd name="connsiteX282" fmla="*/ 2746805 w 2912392"/>
                <a:gd name="connsiteY282" fmla="*/ 771274 h 806435"/>
                <a:gd name="connsiteX283" fmla="*/ 2756549 w 2912392"/>
                <a:gd name="connsiteY283" fmla="*/ 774704 h 806435"/>
                <a:gd name="connsiteX284" fmla="*/ 2766293 w 2912392"/>
                <a:gd name="connsiteY284" fmla="*/ 777959 h 806435"/>
                <a:gd name="connsiteX285" fmla="*/ 2776037 w 2912392"/>
                <a:gd name="connsiteY285" fmla="*/ 781039 h 806435"/>
                <a:gd name="connsiteX286" fmla="*/ 2785766 w 2912392"/>
                <a:gd name="connsiteY286" fmla="*/ 783946 h 806435"/>
                <a:gd name="connsiteX287" fmla="*/ 2795510 w 2912392"/>
                <a:gd name="connsiteY287" fmla="*/ 786678 h 806435"/>
                <a:gd name="connsiteX288" fmla="*/ 2805254 w 2912392"/>
                <a:gd name="connsiteY288" fmla="*/ 789238 h 806435"/>
                <a:gd name="connsiteX289" fmla="*/ 2814998 w 2912392"/>
                <a:gd name="connsiteY289" fmla="*/ 791626 h 806435"/>
                <a:gd name="connsiteX290" fmla="*/ 2824727 w 2912392"/>
                <a:gd name="connsiteY290" fmla="*/ 793845 h 806435"/>
                <a:gd name="connsiteX291" fmla="*/ 2834471 w 2912392"/>
                <a:gd name="connsiteY291" fmla="*/ 795893 h 806435"/>
                <a:gd name="connsiteX292" fmla="*/ 2844215 w 2912392"/>
                <a:gd name="connsiteY292" fmla="*/ 797775 h 806435"/>
                <a:gd name="connsiteX293" fmla="*/ 2853958 w 2912392"/>
                <a:gd name="connsiteY293" fmla="*/ 799490 h 806435"/>
                <a:gd name="connsiteX294" fmla="*/ 2863687 w 2912392"/>
                <a:gd name="connsiteY294" fmla="*/ 801042 h 806435"/>
                <a:gd name="connsiteX295" fmla="*/ 2873431 w 2912392"/>
                <a:gd name="connsiteY295" fmla="*/ 802432 h 806435"/>
                <a:gd name="connsiteX296" fmla="*/ 2883175 w 2912392"/>
                <a:gd name="connsiteY296" fmla="*/ 803664 h 806435"/>
                <a:gd name="connsiteX297" fmla="*/ 2892919 w 2912392"/>
                <a:gd name="connsiteY297" fmla="*/ 804740 h 806435"/>
                <a:gd name="connsiteX298" fmla="*/ 2902663 w 2912392"/>
                <a:gd name="connsiteY298" fmla="*/ 805662 h 806435"/>
                <a:gd name="connsiteX299" fmla="*/ 2912392 w 2912392"/>
                <a:gd name="connsiteY299" fmla="*/ 806436 h 806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06435">
                  <a:moveTo>
                    <a:pt x="0" y="671108"/>
                  </a:moveTo>
                  <a:lnTo>
                    <a:pt x="9739" y="674839"/>
                  </a:lnTo>
                  <a:lnTo>
                    <a:pt x="19480" y="678513"/>
                  </a:lnTo>
                  <a:lnTo>
                    <a:pt x="29221" y="682129"/>
                  </a:lnTo>
                  <a:lnTo>
                    <a:pt x="38961" y="685688"/>
                  </a:lnTo>
                  <a:lnTo>
                    <a:pt x="48702" y="689191"/>
                  </a:lnTo>
                  <a:lnTo>
                    <a:pt x="58443" y="692637"/>
                  </a:lnTo>
                  <a:lnTo>
                    <a:pt x="68182" y="696027"/>
                  </a:lnTo>
                  <a:lnTo>
                    <a:pt x="77923" y="699360"/>
                  </a:lnTo>
                  <a:lnTo>
                    <a:pt x="87664" y="702636"/>
                  </a:lnTo>
                  <a:lnTo>
                    <a:pt x="97404" y="705857"/>
                  </a:lnTo>
                  <a:lnTo>
                    <a:pt x="107145" y="709023"/>
                  </a:lnTo>
                  <a:lnTo>
                    <a:pt x="116886" y="712134"/>
                  </a:lnTo>
                  <a:lnTo>
                    <a:pt x="126625" y="715190"/>
                  </a:lnTo>
                  <a:lnTo>
                    <a:pt x="136366" y="718192"/>
                  </a:lnTo>
                  <a:lnTo>
                    <a:pt x="146107" y="721138"/>
                  </a:lnTo>
                  <a:lnTo>
                    <a:pt x="155846" y="724029"/>
                  </a:lnTo>
                  <a:lnTo>
                    <a:pt x="165587" y="726866"/>
                  </a:lnTo>
                  <a:lnTo>
                    <a:pt x="175328" y="729648"/>
                  </a:lnTo>
                  <a:lnTo>
                    <a:pt x="185068" y="732373"/>
                  </a:lnTo>
                  <a:lnTo>
                    <a:pt x="194809" y="735041"/>
                  </a:lnTo>
                  <a:lnTo>
                    <a:pt x="204550" y="737653"/>
                  </a:lnTo>
                  <a:lnTo>
                    <a:pt x="214289" y="740207"/>
                  </a:lnTo>
                  <a:lnTo>
                    <a:pt x="224030" y="742699"/>
                  </a:lnTo>
                  <a:lnTo>
                    <a:pt x="233771" y="745132"/>
                  </a:lnTo>
                  <a:lnTo>
                    <a:pt x="243510" y="747501"/>
                  </a:lnTo>
                  <a:lnTo>
                    <a:pt x="253251" y="749806"/>
                  </a:lnTo>
                  <a:lnTo>
                    <a:pt x="262992" y="752044"/>
                  </a:lnTo>
                  <a:lnTo>
                    <a:pt x="272732" y="754213"/>
                  </a:lnTo>
                  <a:lnTo>
                    <a:pt x="282473" y="756311"/>
                  </a:lnTo>
                  <a:lnTo>
                    <a:pt x="292214" y="758334"/>
                  </a:lnTo>
                  <a:lnTo>
                    <a:pt x="301953" y="760280"/>
                  </a:lnTo>
                  <a:lnTo>
                    <a:pt x="311694" y="762145"/>
                  </a:lnTo>
                  <a:lnTo>
                    <a:pt x="321435" y="763926"/>
                  </a:lnTo>
                  <a:lnTo>
                    <a:pt x="331175" y="765620"/>
                  </a:lnTo>
                  <a:lnTo>
                    <a:pt x="340916" y="767223"/>
                  </a:lnTo>
                  <a:lnTo>
                    <a:pt x="350656" y="768729"/>
                  </a:lnTo>
                  <a:lnTo>
                    <a:pt x="360396" y="770137"/>
                  </a:lnTo>
                  <a:lnTo>
                    <a:pt x="370137" y="771441"/>
                  </a:lnTo>
                  <a:lnTo>
                    <a:pt x="379878" y="772636"/>
                  </a:lnTo>
                  <a:lnTo>
                    <a:pt x="389617" y="773719"/>
                  </a:lnTo>
                  <a:lnTo>
                    <a:pt x="399358" y="774683"/>
                  </a:lnTo>
                  <a:lnTo>
                    <a:pt x="409099" y="775526"/>
                  </a:lnTo>
                  <a:lnTo>
                    <a:pt x="418839" y="776241"/>
                  </a:lnTo>
                  <a:lnTo>
                    <a:pt x="428580" y="776825"/>
                  </a:lnTo>
                  <a:lnTo>
                    <a:pt x="438321" y="777271"/>
                  </a:lnTo>
                  <a:lnTo>
                    <a:pt x="448060" y="777576"/>
                  </a:lnTo>
                  <a:lnTo>
                    <a:pt x="457801" y="777733"/>
                  </a:lnTo>
                  <a:lnTo>
                    <a:pt x="467542" y="777739"/>
                  </a:lnTo>
                  <a:lnTo>
                    <a:pt x="477281" y="777587"/>
                  </a:lnTo>
                  <a:lnTo>
                    <a:pt x="487022" y="777274"/>
                  </a:lnTo>
                  <a:lnTo>
                    <a:pt x="496763" y="776796"/>
                  </a:lnTo>
                  <a:lnTo>
                    <a:pt x="506503" y="776145"/>
                  </a:lnTo>
                  <a:lnTo>
                    <a:pt x="516244" y="775319"/>
                  </a:lnTo>
                  <a:lnTo>
                    <a:pt x="525985" y="774315"/>
                  </a:lnTo>
                  <a:lnTo>
                    <a:pt x="535724" y="773125"/>
                  </a:lnTo>
                  <a:lnTo>
                    <a:pt x="545465" y="771748"/>
                  </a:lnTo>
                  <a:lnTo>
                    <a:pt x="555206" y="770181"/>
                  </a:lnTo>
                  <a:lnTo>
                    <a:pt x="564946" y="768416"/>
                  </a:lnTo>
                  <a:lnTo>
                    <a:pt x="574687" y="766454"/>
                  </a:lnTo>
                  <a:lnTo>
                    <a:pt x="584428" y="764292"/>
                  </a:lnTo>
                  <a:lnTo>
                    <a:pt x="594167" y="761925"/>
                  </a:lnTo>
                  <a:lnTo>
                    <a:pt x="603908" y="759352"/>
                  </a:lnTo>
                  <a:lnTo>
                    <a:pt x="613649" y="756570"/>
                  </a:lnTo>
                  <a:lnTo>
                    <a:pt x="623388" y="753579"/>
                  </a:lnTo>
                  <a:lnTo>
                    <a:pt x="633129" y="750375"/>
                  </a:lnTo>
                  <a:lnTo>
                    <a:pt x="642870" y="746959"/>
                  </a:lnTo>
                  <a:lnTo>
                    <a:pt x="652610" y="743330"/>
                  </a:lnTo>
                  <a:lnTo>
                    <a:pt x="662351" y="739487"/>
                  </a:lnTo>
                  <a:lnTo>
                    <a:pt x="672092" y="735430"/>
                  </a:lnTo>
                  <a:lnTo>
                    <a:pt x="681831" y="731159"/>
                  </a:lnTo>
                  <a:lnTo>
                    <a:pt x="691572" y="726675"/>
                  </a:lnTo>
                  <a:lnTo>
                    <a:pt x="701313" y="721981"/>
                  </a:lnTo>
                  <a:lnTo>
                    <a:pt x="711052" y="717075"/>
                  </a:lnTo>
                  <a:lnTo>
                    <a:pt x="720793" y="711960"/>
                  </a:lnTo>
                  <a:lnTo>
                    <a:pt x="730534" y="706639"/>
                  </a:lnTo>
                  <a:lnTo>
                    <a:pt x="740274" y="701115"/>
                  </a:lnTo>
                  <a:lnTo>
                    <a:pt x="750015" y="695389"/>
                  </a:lnTo>
                  <a:lnTo>
                    <a:pt x="759756" y="689465"/>
                  </a:lnTo>
                  <a:lnTo>
                    <a:pt x="769495" y="683348"/>
                  </a:lnTo>
                  <a:lnTo>
                    <a:pt x="779236" y="677038"/>
                  </a:lnTo>
                  <a:lnTo>
                    <a:pt x="788977" y="670542"/>
                  </a:lnTo>
                  <a:lnTo>
                    <a:pt x="798717" y="663864"/>
                  </a:lnTo>
                  <a:lnTo>
                    <a:pt x="808458" y="657009"/>
                  </a:lnTo>
                  <a:lnTo>
                    <a:pt x="818199" y="649980"/>
                  </a:lnTo>
                  <a:lnTo>
                    <a:pt x="827938" y="642784"/>
                  </a:lnTo>
                  <a:lnTo>
                    <a:pt x="837679" y="635425"/>
                  </a:lnTo>
                  <a:lnTo>
                    <a:pt x="847420" y="627909"/>
                  </a:lnTo>
                  <a:lnTo>
                    <a:pt x="857159" y="620242"/>
                  </a:lnTo>
                  <a:lnTo>
                    <a:pt x="866900" y="612430"/>
                  </a:lnTo>
                  <a:lnTo>
                    <a:pt x="876641" y="604479"/>
                  </a:lnTo>
                  <a:lnTo>
                    <a:pt x="886381" y="596394"/>
                  </a:lnTo>
                  <a:lnTo>
                    <a:pt x="896122" y="588182"/>
                  </a:lnTo>
                  <a:lnTo>
                    <a:pt x="905863" y="579850"/>
                  </a:lnTo>
                  <a:lnTo>
                    <a:pt x="915602" y="571403"/>
                  </a:lnTo>
                  <a:lnTo>
                    <a:pt x="925343" y="562849"/>
                  </a:lnTo>
                  <a:lnTo>
                    <a:pt x="935084" y="554194"/>
                  </a:lnTo>
                  <a:lnTo>
                    <a:pt x="944824" y="545444"/>
                  </a:lnTo>
                  <a:lnTo>
                    <a:pt x="954564" y="536606"/>
                  </a:lnTo>
                  <a:lnTo>
                    <a:pt x="964305" y="527686"/>
                  </a:lnTo>
                  <a:lnTo>
                    <a:pt x="974045" y="518690"/>
                  </a:lnTo>
                  <a:lnTo>
                    <a:pt x="983786" y="509626"/>
                  </a:lnTo>
                  <a:lnTo>
                    <a:pt x="993522" y="500500"/>
                  </a:lnTo>
                  <a:lnTo>
                    <a:pt x="1003266" y="491316"/>
                  </a:lnTo>
                  <a:lnTo>
                    <a:pt x="1013010" y="482083"/>
                  </a:lnTo>
                  <a:lnTo>
                    <a:pt x="1022754" y="472806"/>
                  </a:lnTo>
                  <a:lnTo>
                    <a:pt x="1032483" y="463491"/>
                  </a:lnTo>
                  <a:lnTo>
                    <a:pt x="1042227" y="454145"/>
                  </a:lnTo>
                  <a:lnTo>
                    <a:pt x="1051971" y="444770"/>
                  </a:lnTo>
                  <a:lnTo>
                    <a:pt x="1061715" y="435377"/>
                  </a:lnTo>
                  <a:lnTo>
                    <a:pt x="1071444" y="425968"/>
                  </a:lnTo>
                  <a:lnTo>
                    <a:pt x="1081188" y="416549"/>
                  </a:lnTo>
                  <a:lnTo>
                    <a:pt x="1090932" y="407125"/>
                  </a:lnTo>
                  <a:lnTo>
                    <a:pt x="1100676" y="397703"/>
                  </a:lnTo>
                  <a:lnTo>
                    <a:pt x="1110405" y="388285"/>
                  </a:lnTo>
                  <a:lnTo>
                    <a:pt x="1120149" y="378880"/>
                  </a:lnTo>
                  <a:lnTo>
                    <a:pt x="1129893" y="369487"/>
                  </a:lnTo>
                  <a:lnTo>
                    <a:pt x="1139637" y="360116"/>
                  </a:lnTo>
                  <a:lnTo>
                    <a:pt x="1149381" y="350768"/>
                  </a:lnTo>
                  <a:lnTo>
                    <a:pt x="1159110" y="341450"/>
                  </a:lnTo>
                  <a:lnTo>
                    <a:pt x="1168854" y="332164"/>
                  </a:lnTo>
                  <a:lnTo>
                    <a:pt x="1178598" y="322916"/>
                  </a:lnTo>
                  <a:lnTo>
                    <a:pt x="1188341" y="313710"/>
                  </a:lnTo>
                  <a:lnTo>
                    <a:pt x="1198070" y="304547"/>
                  </a:lnTo>
                  <a:lnTo>
                    <a:pt x="1207814" y="295436"/>
                  </a:lnTo>
                  <a:lnTo>
                    <a:pt x="1217558" y="286376"/>
                  </a:lnTo>
                  <a:lnTo>
                    <a:pt x="1227302" y="277376"/>
                  </a:lnTo>
                  <a:lnTo>
                    <a:pt x="1237031" y="268435"/>
                  </a:lnTo>
                  <a:lnTo>
                    <a:pt x="1246775" y="259560"/>
                  </a:lnTo>
                  <a:lnTo>
                    <a:pt x="1256519" y="250753"/>
                  </a:lnTo>
                  <a:lnTo>
                    <a:pt x="1266263" y="242019"/>
                  </a:lnTo>
                  <a:lnTo>
                    <a:pt x="1276007" y="233361"/>
                  </a:lnTo>
                  <a:lnTo>
                    <a:pt x="1285736" y="224785"/>
                  </a:lnTo>
                  <a:lnTo>
                    <a:pt x="1295480" y="216291"/>
                  </a:lnTo>
                  <a:lnTo>
                    <a:pt x="1305224" y="207887"/>
                  </a:lnTo>
                  <a:lnTo>
                    <a:pt x="1314968" y="199576"/>
                  </a:lnTo>
                  <a:lnTo>
                    <a:pt x="1324697" y="191360"/>
                  </a:lnTo>
                  <a:lnTo>
                    <a:pt x="1334441" y="183246"/>
                  </a:lnTo>
                  <a:lnTo>
                    <a:pt x="1344185" y="175236"/>
                  </a:lnTo>
                  <a:lnTo>
                    <a:pt x="1353929" y="167335"/>
                  </a:lnTo>
                  <a:lnTo>
                    <a:pt x="1363658" y="159549"/>
                  </a:lnTo>
                  <a:lnTo>
                    <a:pt x="1373402" y="151880"/>
                  </a:lnTo>
                  <a:lnTo>
                    <a:pt x="1383146" y="144335"/>
                  </a:lnTo>
                  <a:lnTo>
                    <a:pt x="1392890" y="136919"/>
                  </a:lnTo>
                  <a:lnTo>
                    <a:pt x="1402619" y="129635"/>
                  </a:lnTo>
                  <a:lnTo>
                    <a:pt x="1412363" y="122488"/>
                  </a:lnTo>
                  <a:lnTo>
                    <a:pt x="1422106" y="115485"/>
                  </a:lnTo>
                  <a:lnTo>
                    <a:pt x="1431850" y="108630"/>
                  </a:lnTo>
                  <a:lnTo>
                    <a:pt x="1441594" y="101928"/>
                  </a:lnTo>
                  <a:lnTo>
                    <a:pt x="1451323" y="95386"/>
                  </a:lnTo>
                  <a:lnTo>
                    <a:pt x="1461067" y="89010"/>
                  </a:lnTo>
                  <a:lnTo>
                    <a:pt x="1470811" y="82803"/>
                  </a:lnTo>
                  <a:lnTo>
                    <a:pt x="1480555" y="76773"/>
                  </a:lnTo>
                  <a:lnTo>
                    <a:pt x="1490284" y="70924"/>
                  </a:lnTo>
                  <a:lnTo>
                    <a:pt x="1500028" y="65263"/>
                  </a:lnTo>
                  <a:lnTo>
                    <a:pt x="1509772" y="59796"/>
                  </a:lnTo>
                  <a:lnTo>
                    <a:pt x="1519516" y="54529"/>
                  </a:lnTo>
                  <a:lnTo>
                    <a:pt x="1529245" y="49468"/>
                  </a:lnTo>
                  <a:lnTo>
                    <a:pt x="1538989" y="44618"/>
                  </a:lnTo>
                  <a:lnTo>
                    <a:pt x="1548733" y="39987"/>
                  </a:lnTo>
                  <a:lnTo>
                    <a:pt x="1558477" y="35579"/>
                  </a:lnTo>
                  <a:lnTo>
                    <a:pt x="1568221" y="31401"/>
                  </a:lnTo>
                  <a:lnTo>
                    <a:pt x="1577950" y="27459"/>
                  </a:lnTo>
                  <a:lnTo>
                    <a:pt x="1587694" y="23758"/>
                  </a:lnTo>
                  <a:lnTo>
                    <a:pt x="1597438" y="20304"/>
                  </a:lnTo>
                  <a:lnTo>
                    <a:pt x="1607182" y="17104"/>
                  </a:lnTo>
                  <a:lnTo>
                    <a:pt x="1616911" y="14160"/>
                  </a:lnTo>
                  <a:lnTo>
                    <a:pt x="1626655" y="11481"/>
                  </a:lnTo>
                  <a:lnTo>
                    <a:pt x="1636399" y="9070"/>
                  </a:lnTo>
                  <a:lnTo>
                    <a:pt x="1646142" y="6934"/>
                  </a:lnTo>
                  <a:lnTo>
                    <a:pt x="1655872" y="5075"/>
                  </a:lnTo>
                  <a:lnTo>
                    <a:pt x="1665616" y="3500"/>
                  </a:lnTo>
                  <a:lnTo>
                    <a:pt x="1675359" y="2211"/>
                  </a:lnTo>
                  <a:lnTo>
                    <a:pt x="1685103" y="1213"/>
                  </a:lnTo>
                  <a:lnTo>
                    <a:pt x="1694832" y="510"/>
                  </a:lnTo>
                  <a:lnTo>
                    <a:pt x="1704576" y="104"/>
                  </a:lnTo>
                  <a:lnTo>
                    <a:pt x="1714320" y="0"/>
                  </a:lnTo>
                  <a:lnTo>
                    <a:pt x="1724064" y="200"/>
                  </a:lnTo>
                  <a:lnTo>
                    <a:pt x="1733808" y="705"/>
                  </a:lnTo>
                  <a:lnTo>
                    <a:pt x="1743537" y="1518"/>
                  </a:lnTo>
                  <a:lnTo>
                    <a:pt x="1753281" y="2642"/>
                  </a:lnTo>
                  <a:lnTo>
                    <a:pt x="1763025" y="4076"/>
                  </a:lnTo>
                  <a:lnTo>
                    <a:pt x="1772769" y="5823"/>
                  </a:lnTo>
                  <a:lnTo>
                    <a:pt x="1782498" y="7880"/>
                  </a:lnTo>
                  <a:lnTo>
                    <a:pt x="1792242" y="10251"/>
                  </a:lnTo>
                  <a:lnTo>
                    <a:pt x="1801986" y="12932"/>
                  </a:lnTo>
                  <a:lnTo>
                    <a:pt x="1811730" y="15924"/>
                  </a:lnTo>
                  <a:lnTo>
                    <a:pt x="1821459" y="19227"/>
                  </a:lnTo>
                  <a:lnTo>
                    <a:pt x="1831203" y="22836"/>
                  </a:lnTo>
                  <a:lnTo>
                    <a:pt x="1840947" y="26751"/>
                  </a:lnTo>
                  <a:lnTo>
                    <a:pt x="1850691" y="30969"/>
                  </a:lnTo>
                  <a:lnTo>
                    <a:pt x="1860435" y="35486"/>
                  </a:lnTo>
                  <a:lnTo>
                    <a:pt x="1870164" y="40302"/>
                  </a:lnTo>
                  <a:lnTo>
                    <a:pt x="1879908" y="45408"/>
                  </a:lnTo>
                  <a:lnTo>
                    <a:pt x="1889652" y="50803"/>
                  </a:lnTo>
                  <a:lnTo>
                    <a:pt x="1899395" y="56481"/>
                  </a:lnTo>
                  <a:lnTo>
                    <a:pt x="1909124" y="62437"/>
                  </a:lnTo>
                  <a:lnTo>
                    <a:pt x="1918868" y="68666"/>
                  </a:lnTo>
                  <a:lnTo>
                    <a:pt x="1928612" y="75161"/>
                  </a:lnTo>
                  <a:lnTo>
                    <a:pt x="1938356" y="81918"/>
                  </a:lnTo>
                  <a:lnTo>
                    <a:pt x="1948085" y="88928"/>
                  </a:lnTo>
                  <a:lnTo>
                    <a:pt x="1957829" y="96183"/>
                  </a:lnTo>
                  <a:lnTo>
                    <a:pt x="1967573" y="103681"/>
                  </a:lnTo>
                  <a:lnTo>
                    <a:pt x="1977317" y="111409"/>
                  </a:lnTo>
                  <a:lnTo>
                    <a:pt x="1987046" y="119360"/>
                  </a:lnTo>
                  <a:lnTo>
                    <a:pt x="1996790" y="127528"/>
                  </a:lnTo>
                  <a:lnTo>
                    <a:pt x="2006534" y="135904"/>
                  </a:lnTo>
                  <a:lnTo>
                    <a:pt x="2016278" y="144478"/>
                  </a:lnTo>
                  <a:lnTo>
                    <a:pt x="2026022" y="153242"/>
                  </a:lnTo>
                  <a:lnTo>
                    <a:pt x="2035751" y="162187"/>
                  </a:lnTo>
                  <a:lnTo>
                    <a:pt x="2045495" y="171304"/>
                  </a:lnTo>
                  <a:lnTo>
                    <a:pt x="2055239" y="180583"/>
                  </a:lnTo>
                  <a:lnTo>
                    <a:pt x="2064983" y="190014"/>
                  </a:lnTo>
                  <a:lnTo>
                    <a:pt x="2074712" y="199590"/>
                  </a:lnTo>
                  <a:lnTo>
                    <a:pt x="2084456" y="209298"/>
                  </a:lnTo>
                  <a:lnTo>
                    <a:pt x="2094200" y="219130"/>
                  </a:lnTo>
                  <a:lnTo>
                    <a:pt x="2103944" y="229076"/>
                  </a:lnTo>
                  <a:lnTo>
                    <a:pt x="2113673" y="239126"/>
                  </a:lnTo>
                  <a:lnTo>
                    <a:pt x="2123417" y="249270"/>
                  </a:lnTo>
                  <a:lnTo>
                    <a:pt x="2133161" y="259500"/>
                  </a:lnTo>
                  <a:lnTo>
                    <a:pt x="2142905" y="269804"/>
                  </a:lnTo>
                  <a:lnTo>
                    <a:pt x="2152649" y="280174"/>
                  </a:lnTo>
                  <a:lnTo>
                    <a:pt x="2162377" y="290600"/>
                  </a:lnTo>
                  <a:lnTo>
                    <a:pt x="2172121" y="301071"/>
                  </a:lnTo>
                  <a:lnTo>
                    <a:pt x="2181865" y="311579"/>
                  </a:lnTo>
                  <a:lnTo>
                    <a:pt x="2191609" y="322116"/>
                  </a:lnTo>
                  <a:lnTo>
                    <a:pt x="2201338" y="332670"/>
                  </a:lnTo>
                  <a:lnTo>
                    <a:pt x="2211082" y="343234"/>
                  </a:lnTo>
                  <a:lnTo>
                    <a:pt x="2220826" y="353799"/>
                  </a:lnTo>
                  <a:lnTo>
                    <a:pt x="2230570" y="364356"/>
                  </a:lnTo>
                  <a:lnTo>
                    <a:pt x="2240299" y="374897"/>
                  </a:lnTo>
                  <a:lnTo>
                    <a:pt x="2250043" y="385414"/>
                  </a:lnTo>
                  <a:lnTo>
                    <a:pt x="2259787" y="395900"/>
                  </a:lnTo>
                  <a:lnTo>
                    <a:pt x="2269531" y="406344"/>
                  </a:lnTo>
                  <a:lnTo>
                    <a:pt x="2279260" y="416742"/>
                  </a:lnTo>
                  <a:lnTo>
                    <a:pt x="2289004" y="427085"/>
                  </a:lnTo>
                  <a:lnTo>
                    <a:pt x="2298748" y="437367"/>
                  </a:lnTo>
                  <a:lnTo>
                    <a:pt x="2308492" y="447582"/>
                  </a:lnTo>
                  <a:lnTo>
                    <a:pt x="2318236" y="457721"/>
                  </a:lnTo>
                  <a:lnTo>
                    <a:pt x="2327965" y="467779"/>
                  </a:lnTo>
                  <a:lnTo>
                    <a:pt x="2337709" y="477751"/>
                  </a:lnTo>
                  <a:lnTo>
                    <a:pt x="2347453" y="487629"/>
                  </a:lnTo>
                  <a:lnTo>
                    <a:pt x="2357197" y="497410"/>
                  </a:lnTo>
                  <a:lnTo>
                    <a:pt x="2366926" y="507088"/>
                  </a:lnTo>
                  <a:lnTo>
                    <a:pt x="2376670" y="516658"/>
                  </a:lnTo>
                  <a:lnTo>
                    <a:pt x="2386413" y="526116"/>
                  </a:lnTo>
                  <a:lnTo>
                    <a:pt x="2396157" y="535456"/>
                  </a:lnTo>
                  <a:lnTo>
                    <a:pt x="2405886" y="544674"/>
                  </a:lnTo>
                  <a:lnTo>
                    <a:pt x="2415630" y="553767"/>
                  </a:lnTo>
                  <a:lnTo>
                    <a:pt x="2425374" y="562732"/>
                  </a:lnTo>
                  <a:lnTo>
                    <a:pt x="2435118" y="571562"/>
                  </a:lnTo>
                  <a:lnTo>
                    <a:pt x="2444862" y="580259"/>
                  </a:lnTo>
                  <a:lnTo>
                    <a:pt x="2454591" y="588815"/>
                  </a:lnTo>
                  <a:lnTo>
                    <a:pt x="2464335" y="597229"/>
                  </a:lnTo>
                  <a:lnTo>
                    <a:pt x="2474079" y="605499"/>
                  </a:lnTo>
                  <a:lnTo>
                    <a:pt x="2483823" y="613621"/>
                  </a:lnTo>
                  <a:lnTo>
                    <a:pt x="2493552" y="621593"/>
                  </a:lnTo>
                  <a:lnTo>
                    <a:pt x="2503296" y="629413"/>
                  </a:lnTo>
                  <a:lnTo>
                    <a:pt x="2513040" y="637080"/>
                  </a:lnTo>
                  <a:lnTo>
                    <a:pt x="2522784" y="644590"/>
                  </a:lnTo>
                  <a:lnTo>
                    <a:pt x="2532513" y="651942"/>
                  </a:lnTo>
                  <a:lnTo>
                    <a:pt x="2542257" y="659135"/>
                  </a:lnTo>
                  <a:lnTo>
                    <a:pt x="2552001" y="666166"/>
                  </a:lnTo>
                  <a:lnTo>
                    <a:pt x="2561745" y="673035"/>
                  </a:lnTo>
                  <a:lnTo>
                    <a:pt x="2571474" y="679739"/>
                  </a:lnTo>
                  <a:lnTo>
                    <a:pt x="2581218" y="686278"/>
                  </a:lnTo>
                  <a:lnTo>
                    <a:pt x="2590962" y="692651"/>
                  </a:lnTo>
                  <a:lnTo>
                    <a:pt x="2600705" y="698856"/>
                  </a:lnTo>
                  <a:lnTo>
                    <a:pt x="2610449" y="704893"/>
                  </a:lnTo>
                  <a:lnTo>
                    <a:pt x="2620178" y="710759"/>
                  </a:lnTo>
                  <a:lnTo>
                    <a:pt x="2629922" y="716455"/>
                  </a:lnTo>
                  <a:lnTo>
                    <a:pt x="2639666" y="721979"/>
                  </a:lnTo>
                  <a:lnTo>
                    <a:pt x="2649410" y="727333"/>
                  </a:lnTo>
                  <a:lnTo>
                    <a:pt x="2659139" y="732511"/>
                  </a:lnTo>
                  <a:lnTo>
                    <a:pt x="2668883" y="737518"/>
                  </a:lnTo>
                  <a:lnTo>
                    <a:pt x="2678627" y="742351"/>
                  </a:lnTo>
                  <a:lnTo>
                    <a:pt x="2688371" y="747008"/>
                  </a:lnTo>
                  <a:lnTo>
                    <a:pt x="2698100" y="751491"/>
                  </a:lnTo>
                  <a:lnTo>
                    <a:pt x="2707844" y="755799"/>
                  </a:lnTo>
                  <a:lnTo>
                    <a:pt x="2717588" y="759930"/>
                  </a:lnTo>
                  <a:lnTo>
                    <a:pt x="2727332" y="763887"/>
                  </a:lnTo>
                  <a:lnTo>
                    <a:pt x="2737076" y="767669"/>
                  </a:lnTo>
                  <a:lnTo>
                    <a:pt x="2746805" y="771274"/>
                  </a:lnTo>
                  <a:lnTo>
                    <a:pt x="2756549" y="774704"/>
                  </a:lnTo>
                  <a:lnTo>
                    <a:pt x="2766293" y="777959"/>
                  </a:lnTo>
                  <a:lnTo>
                    <a:pt x="2776037" y="781039"/>
                  </a:lnTo>
                  <a:lnTo>
                    <a:pt x="2785766" y="783946"/>
                  </a:lnTo>
                  <a:lnTo>
                    <a:pt x="2795510" y="786678"/>
                  </a:lnTo>
                  <a:lnTo>
                    <a:pt x="2805254" y="789238"/>
                  </a:lnTo>
                  <a:lnTo>
                    <a:pt x="2814998" y="791626"/>
                  </a:lnTo>
                  <a:lnTo>
                    <a:pt x="2824727" y="793845"/>
                  </a:lnTo>
                  <a:lnTo>
                    <a:pt x="2834471" y="795893"/>
                  </a:lnTo>
                  <a:lnTo>
                    <a:pt x="2844215" y="797775"/>
                  </a:lnTo>
                  <a:lnTo>
                    <a:pt x="2853958" y="799490"/>
                  </a:lnTo>
                  <a:lnTo>
                    <a:pt x="2863687" y="801042"/>
                  </a:lnTo>
                  <a:lnTo>
                    <a:pt x="2873431" y="802432"/>
                  </a:lnTo>
                  <a:lnTo>
                    <a:pt x="2883175" y="803664"/>
                  </a:lnTo>
                  <a:lnTo>
                    <a:pt x="2892919" y="804740"/>
                  </a:lnTo>
                  <a:lnTo>
                    <a:pt x="2902663" y="805662"/>
                  </a:lnTo>
                  <a:lnTo>
                    <a:pt x="2912392" y="80643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9" name="Freeform 808">
              <a:extLst>
                <a:ext uri="{FF2B5EF4-FFF2-40B4-BE49-F238E27FC236}">
                  <a16:creationId xmlns:a16="http://schemas.microsoft.com/office/drawing/2014/main" id="{853988B1-57FC-9E05-FDEC-5967466610F8}"/>
                </a:ext>
              </a:extLst>
            </p:cNvPr>
            <p:cNvSpPr/>
            <p:nvPr/>
          </p:nvSpPr>
          <p:spPr>
            <a:xfrm>
              <a:off x="576446" y="3148272"/>
              <a:ext cx="2912392" cy="315824"/>
            </a:xfrm>
            <a:custGeom>
              <a:avLst/>
              <a:gdLst>
                <a:gd name="connsiteX0" fmla="*/ 0 w 2912392"/>
                <a:gd name="connsiteY0" fmla="*/ 311606 h 315824"/>
                <a:gd name="connsiteX1" fmla="*/ 9739 w 2912392"/>
                <a:gd name="connsiteY1" fmla="*/ 305988 h 315824"/>
                <a:gd name="connsiteX2" fmla="*/ 19480 w 2912392"/>
                <a:gd name="connsiteY2" fmla="*/ 300335 h 315824"/>
                <a:gd name="connsiteX3" fmla="*/ 29221 w 2912392"/>
                <a:gd name="connsiteY3" fmla="*/ 294653 h 315824"/>
                <a:gd name="connsiteX4" fmla="*/ 38961 w 2912392"/>
                <a:gd name="connsiteY4" fmla="*/ 288943 h 315824"/>
                <a:gd name="connsiteX5" fmla="*/ 48702 w 2912392"/>
                <a:gd name="connsiteY5" fmla="*/ 283215 h 315824"/>
                <a:gd name="connsiteX6" fmla="*/ 58443 w 2912392"/>
                <a:gd name="connsiteY6" fmla="*/ 277468 h 315824"/>
                <a:gd name="connsiteX7" fmla="*/ 68182 w 2912392"/>
                <a:gd name="connsiteY7" fmla="*/ 271710 h 315824"/>
                <a:gd name="connsiteX8" fmla="*/ 77923 w 2912392"/>
                <a:gd name="connsiteY8" fmla="*/ 265944 h 315824"/>
                <a:gd name="connsiteX9" fmla="*/ 87664 w 2912392"/>
                <a:gd name="connsiteY9" fmla="*/ 260176 h 315824"/>
                <a:gd name="connsiteX10" fmla="*/ 97404 w 2912392"/>
                <a:gd name="connsiteY10" fmla="*/ 254414 h 315824"/>
                <a:gd name="connsiteX11" fmla="*/ 107145 w 2912392"/>
                <a:gd name="connsiteY11" fmla="*/ 248658 h 315824"/>
                <a:gd name="connsiteX12" fmla="*/ 116886 w 2912392"/>
                <a:gd name="connsiteY12" fmla="*/ 242916 h 315824"/>
                <a:gd name="connsiteX13" fmla="*/ 126625 w 2912392"/>
                <a:gd name="connsiteY13" fmla="*/ 237196 h 315824"/>
                <a:gd name="connsiteX14" fmla="*/ 136366 w 2912392"/>
                <a:gd name="connsiteY14" fmla="*/ 231500 h 315824"/>
                <a:gd name="connsiteX15" fmla="*/ 146107 w 2912392"/>
                <a:gd name="connsiteY15" fmla="*/ 225837 h 315824"/>
                <a:gd name="connsiteX16" fmla="*/ 155846 w 2912392"/>
                <a:gd name="connsiteY16" fmla="*/ 220213 h 315824"/>
                <a:gd name="connsiteX17" fmla="*/ 165587 w 2912392"/>
                <a:gd name="connsiteY17" fmla="*/ 214633 h 315824"/>
                <a:gd name="connsiteX18" fmla="*/ 175328 w 2912392"/>
                <a:gd name="connsiteY18" fmla="*/ 209104 h 315824"/>
                <a:gd name="connsiteX19" fmla="*/ 185068 w 2912392"/>
                <a:gd name="connsiteY19" fmla="*/ 203632 h 315824"/>
                <a:gd name="connsiteX20" fmla="*/ 194809 w 2912392"/>
                <a:gd name="connsiteY20" fmla="*/ 198224 h 315824"/>
                <a:gd name="connsiteX21" fmla="*/ 204550 w 2912392"/>
                <a:gd name="connsiteY21" fmla="*/ 192887 h 315824"/>
                <a:gd name="connsiteX22" fmla="*/ 214289 w 2912392"/>
                <a:gd name="connsiteY22" fmla="*/ 187626 h 315824"/>
                <a:gd name="connsiteX23" fmla="*/ 224030 w 2912392"/>
                <a:gd name="connsiteY23" fmla="*/ 182450 h 315824"/>
                <a:gd name="connsiteX24" fmla="*/ 233771 w 2912392"/>
                <a:gd name="connsiteY24" fmla="*/ 177363 h 315824"/>
                <a:gd name="connsiteX25" fmla="*/ 243510 w 2912392"/>
                <a:gd name="connsiteY25" fmla="*/ 172375 h 315824"/>
                <a:gd name="connsiteX26" fmla="*/ 253251 w 2912392"/>
                <a:gd name="connsiteY26" fmla="*/ 167490 h 315824"/>
                <a:gd name="connsiteX27" fmla="*/ 262992 w 2912392"/>
                <a:gd name="connsiteY27" fmla="*/ 162715 h 315824"/>
                <a:gd name="connsiteX28" fmla="*/ 272732 w 2912392"/>
                <a:gd name="connsiteY28" fmla="*/ 158057 h 315824"/>
                <a:gd name="connsiteX29" fmla="*/ 282473 w 2912392"/>
                <a:gd name="connsiteY29" fmla="*/ 153522 h 315824"/>
                <a:gd name="connsiteX30" fmla="*/ 292214 w 2912392"/>
                <a:gd name="connsiteY30" fmla="*/ 149118 h 315824"/>
                <a:gd name="connsiteX31" fmla="*/ 301953 w 2912392"/>
                <a:gd name="connsiteY31" fmla="*/ 144848 h 315824"/>
                <a:gd name="connsiteX32" fmla="*/ 311694 w 2912392"/>
                <a:gd name="connsiteY32" fmla="*/ 140721 h 315824"/>
                <a:gd name="connsiteX33" fmla="*/ 321435 w 2912392"/>
                <a:gd name="connsiteY33" fmla="*/ 136741 h 315824"/>
                <a:gd name="connsiteX34" fmla="*/ 331175 w 2912392"/>
                <a:gd name="connsiteY34" fmla="*/ 132917 h 315824"/>
                <a:gd name="connsiteX35" fmla="*/ 340916 w 2912392"/>
                <a:gd name="connsiteY35" fmla="*/ 129250 h 315824"/>
                <a:gd name="connsiteX36" fmla="*/ 350656 w 2912392"/>
                <a:gd name="connsiteY36" fmla="*/ 125749 h 315824"/>
                <a:gd name="connsiteX37" fmla="*/ 360396 w 2912392"/>
                <a:gd name="connsiteY37" fmla="*/ 122419 h 315824"/>
                <a:gd name="connsiteX38" fmla="*/ 370137 w 2912392"/>
                <a:gd name="connsiteY38" fmla="*/ 119262 h 315824"/>
                <a:gd name="connsiteX39" fmla="*/ 379878 w 2912392"/>
                <a:gd name="connsiteY39" fmla="*/ 116285 h 315824"/>
                <a:gd name="connsiteX40" fmla="*/ 389617 w 2912392"/>
                <a:gd name="connsiteY40" fmla="*/ 113491 h 315824"/>
                <a:gd name="connsiteX41" fmla="*/ 399358 w 2912392"/>
                <a:gd name="connsiteY41" fmla="*/ 110887 h 315824"/>
                <a:gd name="connsiteX42" fmla="*/ 409099 w 2912392"/>
                <a:gd name="connsiteY42" fmla="*/ 108474 h 315824"/>
                <a:gd name="connsiteX43" fmla="*/ 418839 w 2912392"/>
                <a:gd name="connsiteY43" fmla="*/ 106257 h 315824"/>
                <a:gd name="connsiteX44" fmla="*/ 428580 w 2912392"/>
                <a:gd name="connsiteY44" fmla="*/ 104236 h 315824"/>
                <a:gd name="connsiteX45" fmla="*/ 438321 w 2912392"/>
                <a:gd name="connsiteY45" fmla="*/ 102419 h 315824"/>
                <a:gd name="connsiteX46" fmla="*/ 448060 w 2912392"/>
                <a:gd name="connsiteY46" fmla="*/ 100805 h 315824"/>
                <a:gd name="connsiteX47" fmla="*/ 457801 w 2912392"/>
                <a:gd name="connsiteY47" fmla="*/ 99397 h 315824"/>
                <a:gd name="connsiteX48" fmla="*/ 467542 w 2912392"/>
                <a:gd name="connsiteY48" fmla="*/ 98196 h 315824"/>
                <a:gd name="connsiteX49" fmla="*/ 477281 w 2912392"/>
                <a:gd name="connsiteY49" fmla="*/ 97204 h 315824"/>
                <a:gd name="connsiteX50" fmla="*/ 487022 w 2912392"/>
                <a:gd name="connsiteY50" fmla="*/ 96423 h 315824"/>
                <a:gd name="connsiteX51" fmla="*/ 496763 w 2912392"/>
                <a:gd name="connsiteY51" fmla="*/ 95851 h 315824"/>
                <a:gd name="connsiteX52" fmla="*/ 506503 w 2912392"/>
                <a:gd name="connsiteY52" fmla="*/ 95491 h 315824"/>
                <a:gd name="connsiteX53" fmla="*/ 516244 w 2912392"/>
                <a:gd name="connsiteY53" fmla="*/ 95340 h 315824"/>
                <a:gd name="connsiteX54" fmla="*/ 525985 w 2912392"/>
                <a:gd name="connsiteY54" fmla="*/ 95398 h 315824"/>
                <a:gd name="connsiteX55" fmla="*/ 535724 w 2912392"/>
                <a:gd name="connsiteY55" fmla="*/ 95665 h 315824"/>
                <a:gd name="connsiteX56" fmla="*/ 545465 w 2912392"/>
                <a:gd name="connsiteY56" fmla="*/ 96139 h 315824"/>
                <a:gd name="connsiteX57" fmla="*/ 555206 w 2912392"/>
                <a:gd name="connsiteY57" fmla="*/ 96818 h 315824"/>
                <a:gd name="connsiteX58" fmla="*/ 564946 w 2912392"/>
                <a:gd name="connsiteY58" fmla="*/ 97699 h 315824"/>
                <a:gd name="connsiteX59" fmla="*/ 574687 w 2912392"/>
                <a:gd name="connsiteY59" fmla="*/ 98779 h 315824"/>
                <a:gd name="connsiteX60" fmla="*/ 584428 w 2912392"/>
                <a:gd name="connsiteY60" fmla="*/ 100056 h 315824"/>
                <a:gd name="connsiteX61" fmla="*/ 594167 w 2912392"/>
                <a:gd name="connsiteY61" fmla="*/ 101525 h 315824"/>
                <a:gd name="connsiteX62" fmla="*/ 603908 w 2912392"/>
                <a:gd name="connsiteY62" fmla="*/ 103183 h 315824"/>
                <a:gd name="connsiteX63" fmla="*/ 613649 w 2912392"/>
                <a:gd name="connsiteY63" fmla="*/ 105023 h 315824"/>
                <a:gd name="connsiteX64" fmla="*/ 623388 w 2912392"/>
                <a:gd name="connsiteY64" fmla="*/ 107043 h 315824"/>
                <a:gd name="connsiteX65" fmla="*/ 633129 w 2912392"/>
                <a:gd name="connsiteY65" fmla="*/ 109236 h 315824"/>
                <a:gd name="connsiteX66" fmla="*/ 642870 w 2912392"/>
                <a:gd name="connsiteY66" fmla="*/ 111598 h 315824"/>
                <a:gd name="connsiteX67" fmla="*/ 652610 w 2912392"/>
                <a:gd name="connsiteY67" fmla="*/ 114120 h 315824"/>
                <a:gd name="connsiteX68" fmla="*/ 662351 w 2912392"/>
                <a:gd name="connsiteY68" fmla="*/ 116798 h 315824"/>
                <a:gd name="connsiteX69" fmla="*/ 672092 w 2912392"/>
                <a:gd name="connsiteY69" fmla="*/ 119622 h 315824"/>
                <a:gd name="connsiteX70" fmla="*/ 681831 w 2912392"/>
                <a:gd name="connsiteY70" fmla="*/ 122589 h 315824"/>
                <a:gd name="connsiteX71" fmla="*/ 691572 w 2912392"/>
                <a:gd name="connsiteY71" fmla="*/ 125689 h 315824"/>
                <a:gd name="connsiteX72" fmla="*/ 701313 w 2912392"/>
                <a:gd name="connsiteY72" fmla="*/ 128915 h 315824"/>
                <a:gd name="connsiteX73" fmla="*/ 711052 w 2912392"/>
                <a:gd name="connsiteY73" fmla="*/ 132257 h 315824"/>
                <a:gd name="connsiteX74" fmla="*/ 720793 w 2912392"/>
                <a:gd name="connsiteY74" fmla="*/ 135707 h 315824"/>
                <a:gd name="connsiteX75" fmla="*/ 730534 w 2912392"/>
                <a:gd name="connsiteY75" fmla="*/ 139258 h 315824"/>
                <a:gd name="connsiteX76" fmla="*/ 740274 w 2912392"/>
                <a:gd name="connsiteY76" fmla="*/ 142901 h 315824"/>
                <a:gd name="connsiteX77" fmla="*/ 750015 w 2912392"/>
                <a:gd name="connsiteY77" fmla="*/ 146624 h 315824"/>
                <a:gd name="connsiteX78" fmla="*/ 759756 w 2912392"/>
                <a:gd name="connsiteY78" fmla="*/ 150420 h 315824"/>
                <a:gd name="connsiteX79" fmla="*/ 769495 w 2912392"/>
                <a:gd name="connsiteY79" fmla="*/ 154277 h 315824"/>
                <a:gd name="connsiteX80" fmla="*/ 779236 w 2912392"/>
                <a:gd name="connsiteY80" fmla="*/ 158188 h 315824"/>
                <a:gd name="connsiteX81" fmla="*/ 788977 w 2912392"/>
                <a:gd name="connsiteY81" fmla="*/ 162143 h 315824"/>
                <a:gd name="connsiteX82" fmla="*/ 798717 w 2912392"/>
                <a:gd name="connsiteY82" fmla="*/ 166128 h 315824"/>
                <a:gd name="connsiteX83" fmla="*/ 808458 w 2912392"/>
                <a:gd name="connsiteY83" fmla="*/ 170137 h 315824"/>
                <a:gd name="connsiteX84" fmla="*/ 818199 w 2912392"/>
                <a:gd name="connsiteY84" fmla="*/ 174157 h 315824"/>
                <a:gd name="connsiteX85" fmla="*/ 827938 w 2912392"/>
                <a:gd name="connsiteY85" fmla="*/ 178180 h 315824"/>
                <a:gd name="connsiteX86" fmla="*/ 837679 w 2912392"/>
                <a:gd name="connsiteY86" fmla="*/ 182192 h 315824"/>
                <a:gd name="connsiteX87" fmla="*/ 847420 w 2912392"/>
                <a:gd name="connsiteY87" fmla="*/ 186187 h 315824"/>
                <a:gd name="connsiteX88" fmla="*/ 857159 w 2912392"/>
                <a:gd name="connsiteY88" fmla="*/ 190151 h 315824"/>
                <a:gd name="connsiteX89" fmla="*/ 866900 w 2912392"/>
                <a:gd name="connsiteY89" fmla="*/ 194074 h 315824"/>
                <a:gd name="connsiteX90" fmla="*/ 876641 w 2912392"/>
                <a:gd name="connsiteY90" fmla="*/ 197948 h 315824"/>
                <a:gd name="connsiteX91" fmla="*/ 886381 w 2912392"/>
                <a:gd name="connsiteY91" fmla="*/ 201760 h 315824"/>
                <a:gd name="connsiteX92" fmla="*/ 896122 w 2912392"/>
                <a:gd name="connsiteY92" fmla="*/ 205503 h 315824"/>
                <a:gd name="connsiteX93" fmla="*/ 905863 w 2912392"/>
                <a:gd name="connsiteY93" fmla="*/ 209164 h 315824"/>
                <a:gd name="connsiteX94" fmla="*/ 915602 w 2912392"/>
                <a:gd name="connsiteY94" fmla="*/ 212735 h 315824"/>
                <a:gd name="connsiteX95" fmla="*/ 925343 w 2912392"/>
                <a:gd name="connsiteY95" fmla="*/ 216205 h 315824"/>
                <a:gd name="connsiteX96" fmla="*/ 935084 w 2912392"/>
                <a:gd name="connsiteY96" fmla="*/ 219565 h 315824"/>
                <a:gd name="connsiteX97" fmla="*/ 944824 w 2912392"/>
                <a:gd name="connsiteY97" fmla="*/ 222805 h 315824"/>
                <a:gd name="connsiteX98" fmla="*/ 954564 w 2912392"/>
                <a:gd name="connsiteY98" fmla="*/ 225918 h 315824"/>
                <a:gd name="connsiteX99" fmla="*/ 964305 w 2912392"/>
                <a:gd name="connsiteY99" fmla="*/ 228893 h 315824"/>
                <a:gd name="connsiteX100" fmla="*/ 974045 w 2912392"/>
                <a:gd name="connsiteY100" fmla="*/ 231722 h 315824"/>
                <a:gd name="connsiteX101" fmla="*/ 983786 w 2912392"/>
                <a:gd name="connsiteY101" fmla="*/ 234398 h 315824"/>
                <a:gd name="connsiteX102" fmla="*/ 993522 w 2912392"/>
                <a:gd name="connsiteY102" fmla="*/ 236913 h 315824"/>
                <a:gd name="connsiteX103" fmla="*/ 1003266 w 2912392"/>
                <a:gd name="connsiteY103" fmla="*/ 239258 h 315824"/>
                <a:gd name="connsiteX104" fmla="*/ 1013010 w 2912392"/>
                <a:gd name="connsiteY104" fmla="*/ 241428 h 315824"/>
                <a:gd name="connsiteX105" fmla="*/ 1022754 w 2912392"/>
                <a:gd name="connsiteY105" fmla="*/ 243415 h 315824"/>
                <a:gd name="connsiteX106" fmla="*/ 1032483 w 2912392"/>
                <a:gd name="connsiteY106" fmla="*/ 245213 h 315824"/>
                <a:gd name="connsiteX107" fmla="*/ 1042227 w 2912392"/>
                <a:gd name="connsiteY107" fmla="*/ 246815 h 315824"/>
                <a:gd name="connsiteX108" fmla="*/ 1051971 w 2912392"/>
                <a:gd name="connsiteY108" fmla="*/ 248217 h 315824"/>
                <a:gd name="connsiteX109" fmla="*/ 1061715 w 2912392"/>
                <a:gd name="connsiteY109" fmla="*/ 249415 h 315824"/>
                <a:gd name="connsiteX110" fmla="*/ 1071444 w 2912392"/>
                <a:gd name="connsiteY110" fmla="*/ 250401 h 315824"/>
                <a:gd name="connsiteX111" fmla="*/ 1081188 w 2912392"/>
                <a:gd name="connsiteY111" fmla="*/ 251173 h 315824"/>
                <a:gd name="connsiteX112" fmla="*/ 1090932 w 2912392"/>
                <a:gd name="connsiteY112" fmla="*/ 251729 h 315824"/>
                <a:gd name="connsiteX113" fmla="*/ 1100676 w 2912392"/>
                <a:gd name="connsiteY113" fmla="*/ 252062 h 315824"/>
                <a:gd name="connsiteX114" fmla="*/ 1110405 w 2912392"/>
                <a:gd name="connsiteY114" fmla="*/ 252173 h 315824"/>
                <a:gd name="connsiteX115" fmla="*/ 1120149 w 2912392"/>
                <a:gd name="connsiteY115" fmla="*/ 252058 h 315824"/>
                <a:gd name="connsiteX116" fmla="*/ 1129893 w 2912392"/>
                <a:gd name="connsiteY116" fmla="*/ 251715 h 315824"/>
                <a:gd name="connsiteX117" fmla="*/ 1139637 w 2912392"/>
                <a:gd name="connsiteY117" fmla="*/ 251145 h 315824"/>
                <a:gd name="connsiteX118" fmla="*/ 1149381 w 2912392"/>
                <a:gd name="connsiteY118" fmla="*/ 250345 h 315824"/>
                <a:gd name="connsiteX119" fmla="*/ 1159110 w 2912392"/>
                <a:gd name="connsiteY119" fmla="*/ 249315 h 315824"/>
                <a:gd name="connsiteX120" fmla="*/ 1168854 w 2912392"/>
                <a:gd name="connsiteY120" fmla="*/ 248059 h 315824"/>
                <a:gd name="connsiteX121" fmla="*/ 1178598 w 2912392"/>
                <a:gd name="connsiteY121" fmla="*/ 246574 h 315824"/>
                <a:gd name="connsiteX122" fmla="*/ 1188341 w 2912392"/>
                <a:gd name="connsiteY122" fmla="*/ 244863 h 315824"/>
                <a:gd name="connsiteX123" fmla="*/ 1198070 w 2912392"/>
                <a:gd name="connsiteY123" fmla="*/ 242928 h 315824"/>
                <a:gd name="connsiteX124" fmla="*/ 1207814 w 2912392"/>
                <a:gd name="connsiteY124" fmla="*/ 240772 h 315824"/>
                <a:gd name="connsiteX125" fmla="*/ 1217558 w 2912392"/>
                <a:gd name="connsiteY125" fmla="*/ 238397 h 315824"/>
                <a:gd name="connsiteX126" fmla="*/ 1227302 w 2912392"/>
                <a:gd name="connsiteY126" fmla="*/ 235808 h 315824"/>
                <a:gd name="connsiteX127" fmla="*/ 1237031 w 2912392"/>
                <a:gd name="connsiteY127" fmla="*/ 233008 h 315824"/>
                <a:gd name="connsiteX128" fmla="*/ 1246775 w 2912392"/>
                <a:gd name="connsiteY128" fmla="*/ 230002 h 315824"/>
                <a:gd name="connsiteX129" fmla="*/ 1256519 w 2912392"/>
                <a:gd name="connsiteY129" fmla="*/ 226792 h 315824"/>
                <a:gd name="connsiteX130" fmla="*/ 1266263 w 2912392"/>
                <a:gd name="connsiteY130" fmla="*/ 223388 h 315824"/>
                <a:gd name="connsiteX131" fmla="*/ 1276007 w 2912392"/>
                <a:gd name="connsiteY131" fmla="*/ 219794 h 315824"/>
                <a:gd name="connsiteX132" fmla="*/ 1285736 w 2912392"/>
                <a:gd name="connsiteY132" fmla="*/ 216016 h 315824"/>
                <a:gd name="connsiteX133" fmla="*/ 1295480 w 2912392"/>
                <a:gd name="connsiteY133" fmla="*/ 212060 h 315824"/>
                <a:gd name="connsiteX134" fmla="*/ 1305224 w 2912392"/>
                <a:gd name="connsiteY134" fmla="*/ 207935 h 315824"/>
                <a:gd name="connsiteX135" fmla="*/ 1314968 w 2912392"/>
                <a:gd name="connsiteY135" fmla="*/ 203647 h 315824"/>
                <a:gd name="connsiteX136" fmla="*/ 1324697 w 2912392"/>
                <a:gd name="connsiteY136" fmla="*/ 199204 h 315824"/>
                <a:gd name="connsiteX137" fmla="*/ 1334441 w 2912392"/>
                <a:gd name="connsiteY137" fmla="*/ 194615 h 315824"/>
                <a:gd name="connsiteX138" fmla="*/ 1344185 w 2912392"/>
                <a:gd name="connsiteY138" fmla="*/ 189889 h 315824"/>
                <a:gd name="connsiteX139" fmla="*/ 1353929 w 2912392"/>
                <a:gd name="connsiteY139" fmla="*/ 185033 h 315824"/>
                <a:gd name="connsiteX140" fmla="*/ 1363658 w 2912392"/>
                <a:gd name="connsiteY140" fmla="*/ 180059 h 315824"/>
                <a:gd name="connsiteX141" fmla="*/ 1373402 w 2912392"/>
                <a:gd name="connsiteY141" fmla="*/ 174974 h 315824"/>
                <a:gd name="connsiteX142" fmla="*/ 1383146 w 2912392"/>
                <a:gd name="connsiteY142" fmla="*/ 169787 h 315824"/>
                <a:gd name="connsiteX143" fmla="*/ 1392890 w 2912392"/>
                <a:gd name="connsiteY143" fmla="*/ 164512 h 315824"/>
                <a:gd name="connsiteX144" fmla="*/ 1402619 w 2912392"/>
                <a:gd name="connsiteY144" fmla="*/ 159155 h 315824"/>
                <a:gd name="connsiteX145" fmla="*/ 1412363 w 2912392"/>
                <a:gd name="connsiteY145" fmla="*/ 153731 h 315824"/>
                <a:gd name="connsiteX146" fmla="*/ 1422106 w 2912392"/>
                <a:gd name="connsiteY146" fmla="*/ 148246 h 315824"/>
                <a:gd name="connsiteX147" fmla="*/ 1431850 w 2912392"/>
                <a:gd name="connsiteY147" fmla="*/ 142713 h 315824"/>
                <a:gd name="connsiteX148" fmla="*/ 1441594 w 2912392"/>
                <a:gd name="connsiteY148" fmla="*/ 137144 h 315824"/>
                <a:gd name="connsiteX149" fmla="*/ 1451323 w 2912392"/>
                <a:gd name="connsiteY149" fmla="*/ 131546 h 315824"/>
                <a:gd name="connsiteX150" fmla="*/ 1461067 w 2912392"/>
                <a:gd name="connsiteY150" fmla="*/ 125935 h 315824"/>
                <a:gd name="connsiteX151" fmla="*/ 1470811 w 2912392"/>
                <a:gd name="connsiteY151" fmla="*/ 120320 h 315824"/>
                <a:gd name="connsiteX152" fmla="*/ 1480555 w 2912392"/>
                <a:gd name="connsiteY152" fmla="*/ 114710 h 315824"/>
                <a:gd name="connsiteX153" fmla="*/ 1490284 w 2912392"/>
                <a:gd name="connsiteY153" fmla="*/ 109120 h 315824"/>
                <a:gd name="connsiteX154" fmla="*/ 1500028 w 2912392"/>
                <a:gd name="connsiteY154" fmla="*/ 103560 h 315824"/>
                <a:gd name="connsiteX155" fmla="*/ 1509772 w 2912392"/>
                <a:gd name="connsiteY155" fmla="*/ 98040 h 315824"/>
                <a:gd name="connsiteX156" fmla="*/ 1519516 w 2912392"/>
                <a:gd name="connsiteY156" fmla="*/ 92572 h 315824"/>
                <a:gd name="connsiteX157" fmla="*/ 1529245 w 2912392"/>
                <a:gd name="connsiteY157" fmla="*/ 87167 h 315824"/>
                <a:gd name="connsiteX158" fmla="*/ 1538989 w 2912392"/>
                <a:gd name="connsiteY158" fmla="*/ 81836 h 315824"/>
                <a:gd name="connsiteX159" fmla="*/ 1548733 w 2912392"/>
                <a:gd name="connsiteY159" fmla="*/ 76590 h 315824"/>
                <a:gd name="connsiteX160" fmla="*/ 1558477 w 2912392"/>
                <a:gd name="connsiteY160" fmla="*/ 71439 h 315824"/>
                <a:gd name="connsiteX161" fmla="*/ 1568221 w 2912392"/>
                <a:gd name="connsiteY161" fmla="*/ 66396 h 315824"/>
                <a:gd name="connsiteX162" fmla="*/ 1577950 w 2912392"/>
                <a:gd name="connsiteY162" fmla="*/ 61469 h 315824"/>
                <a:gd name="connsiteX163" fmla="*/ 1587694 w 2912392"/>
                <a:gd name="connsiteY163" fmla="*/ 56668 h 315824"/>
                <a:gd name="connsiteX164" fmla="*/ 1597438 w 2912392"/>
                <a:gd name="connsiteY164" fmla="*/ 52005 h 315824"/>
                <a:gd name="connsiteX165" fmla="*/ 1607182 w 2912392"/>
                <a:gd name="connsiteY165" fmla="*/ 47489 h 315824"/>
                <a:gd name="connsiteX166" fmla="*/ 1616911 w 2912392"/>
                <a:gd name="connsiteY166" fmla="*/ 43128 h 315824"/>
                <a:gd name="connsiteX167" fmla="*/ 1626655 w 2912392"/>
                <a:gd name="connsiteY167" fmla="*/ 38934 h 315824"/>
                <a:gd name="connsiteX168" fmla="*/ 1636399 w 2912392"/>
                <a:gd name="connsiteY168" fmla="*/ 34913 h 315824"/>
                <a:gd name="connsiteX169" fmla="*/ 1646142 w 2912392"/>
                <a:gd name="connsiteY169" fmla="*/ 31075 h 315824"/>
                <a:gd name="connsiteX170" fmla="*/ 1655872 w 2912392"/>
                <a:gd name="connsiteY170" fmla="*/ 27428 h 315824"/>
                <a:gd name="connsiteX171" fmla="*/ 1665616 w 2912392"/>
                <a:gd name="connsiteY171" fmla="*/ 23980 h 315824"/>
                <a:gd name="connsiteX172" fmla="*/ 1675359 w 2912392"/>
                <a:gd name="connsiteY172" fmla="*/ 20738 h 315824"/>
                <a:gd name="connsiteX173" fmla="*/ 1685103 w 2912392"/>
                <a:gd name="connsiteY173" fmla="*/ 17710 h 315824"/>
                <a:gd name="connsiteX174" fmla="*/ 1694832 w 2912392"/>
                <a:gd name="connsiteY174" fmla="*/ 14902 h 315824"/>
                <a:gd name="connsiteX175" fmla="*/ 1704576 w 2912392"/>
                <a:gd name="connsiteY175" fmla="*/ 12320 h 315824"/>
                <a:gd name="connsiteX176" fmla="*/ 1714320 w 2912392"/>
                <a:gd name="connsiteY176" fmla="*/ 9970 h 315824"/>
                <a:gd name="connsiteX177" fmla="*/ 1724064 w 2912392"/>
                <a:gd name="connsiteY177" fmla="*/ 7859 h 315824"/>
                <a:gd name="connsiteX178" fmla="*/ 1733808 w 2912392"/>
                <a:gd name="connsiteY178" fmla="*/ 5989 h 315824"/>
                <a:gd name="connsiteX179" fmla="*/ 1743537 w 2912392"/>
                <a:gd name="connsiteY179" fmla="*/ 4367 h 315824"/>
                <a:gd name="connsiteX180" fmla="*/ 1753281 w 2912392"/>
                <a:gd name="connsiteY180" fmla="*/ 2995 h 315824"/>
                <a:gd name="connsiteX181" fmla="*/ 1763025 w 2912392"/>
                <a:gd name="connsiteY181" fmla="*/ 1877 h 315824"/>
                <a:gd name="connsiteX182" fmla="*/ 1772769 w 2912392"/>
                <a:gd name="connsiteY182" fmla="*/ 1018 h 315824"/>
                <a:gd name="connsiteX183" fmla="*/ 1782498 w 2912392"/>
                <a:gd name="connsiteY183" fmla="*/ 416 h 315824"/>
                <a:gd name="connsiteX184" fmla="*/ 1792242 w 2912392"/>
                <a:gd name="connsiteY184" fmla="*/ 76 h 315824"/>
                <a:gd name="connsiteX185" fmla="*/ 1801986 w 2912392"/>
                <a:gd name="connsiteY185" fmla="*/ 0 h 315824"/>
                <a:gd name="connsiteX186" fmla="*/ 1811730 w 2912392"/>
                <a:gd name="connsiteY186" fmla="*/ 186 h 315824"/>
                <a:gd name="connsiteX187" fmla="*/ 1821459 w 2912392"/>
                <a:gd name="connsiteY187" fmla="*/ 636 h 315824"/>
                <a:gd name="connsiteX188" fmla="*/ 1831203 w 2912392"/>
                <a:gd name="connsiteY188" fmla="*/ 1348 h 315824"/>
                <a:gd name="connsiteX189" fmla="*/ 1840947 w 2912392"/>
                <a:gd name="connsiteY189" fmla="*/ 2324 h 315824"/>
                <a:gd name="connsiteX190" fmla="*/ 1850691 w 2912392"/>
                <a:gd name="connsiteY190" fmla="*/ 3562 h 315824"/>
                <a:gd name="connsiteX191" fmla="*/ 1860435 w 2912392"/>
                <a:gd name="connsiteY191" fmla="*/ 5058 h 315824"/>
                <a:gd name="connsiteX192" fmla="*/ 1870164 w 2912392"/>
                <a:gd name="connsiteY192" fmla="*/ 6810 h 315824"/>
                <a:gd name="connsiteX193" fmla="*/ 1879908 w 2912392"/>
                <a:gd name="connsiteY193" fmla="*/ 8817 h 315824"/>
                <a:gd name="connsiteX194" fmla="*/ 1889652 w 2912392"/>
                <a:gd name="connsiteY194" fmla="*/ 11074 h 315824"/>
                <a:gd name="connsiteX195" fmla="*/ 1899395 w 2912392"/>
                <a:gd name="connsiteY195" fmla="*/ 13577 h 315824"/>
                <a:gd name="connsiteX196" fmla="*/ 1909124 w 2912392"/>
                <a:gd name="connsiteY196" fmla="*/ 16322 h 315824"/>
                <a:gd name="connsiteX197" fmla="*/ 1918868 w 2912392"/>
                <a:gd name="connsiteY197" fmla="*/ 19302 h 315824"/>
                <a:gd name="connsiteX198" fmla="*/ 1928612 w 2912392"/>
                <a:gd name="connsiteY198" fmla="*/ 22514 h 315824"/>
                <a:gd name="connsiteX199" fmla="*/ 1938356 w 2912392"/>
                <a:gd name="connsiteY199" fmla="*/ 25951 h 315824"/>
                <a:gd name="connsiteX200" fmla="*/ 1948085 w 2912392"/>
                <a:gd name="connsiteY200" fmla="*/ 29606 h 315824"/>
                <a:gd name="connsiteX201" fmla="*/ 1957829 w 2912392"/>
                <a:gd name="connsiteY201" fmla="*/ 33472 h 315824"/>
                <a:gd name="connsiteX202" fmla="*/ 1967573 w 2912392"/>
                <a:gd name="connsiteY202" fmla="*/ 37542 h 315824"/>
                <a:gd name="connsiteX203" fmla="*/ 1977317 w 2912392"/>
                <a:gd name="connsiteY203" fmla="*/ 41809 h 315824"/>
                <a:gd name="connsiteX204" fmla="*/ 1987046 w 2912392"/>
                <a:gd name="connsiteY204" fmla="*/ 46264 h 315824"/>
                <a:gd name="connsiteX205" fmla="*/ 1996790 w 2912392"/>
                <a:gd name="connsiteY205" fmla="*/ 50898 h 315824"/>
                <a:gd name="connsiteX206" fmla="*/ 2006534 w 2912392"/>
                <a:gd name="connsiteY206" fmla="*/ 55703 h 315824"/>
                <a:gd name="connsiteX207" fmla="*/ 2016278 w 2912392"/>
                <a:gd name="connsiteY207" fmla="*/ 60669 h 315824"/>
                <a:gd name="connsiteX208" fmla="*/ 2026022 w 2912392"/>
                <a:gd name="connsiteY208" fmla="*/ 65788 h 315824"/>
                <a:gd name="connsiteX209" fmla="*/ 2035751 w 2912392"/>
                <a:gd name="connsiteY209" fmla="*/ 71047 h 315824"/>
                <a:gd name="connsiteX210" fmla="*/ 2045495 w 2912392"/>
                <a:gd name="connsiteY210" fmla="*/ 76439 h 315824"/>
                <a:gd name="connsiteX211" fmla="*/ 2055239 w 2912392"/>
                <a:gd name="connsiteY211" fmla="*/ 81953 h 315824"/>
                <a:gd name="connsiteX212" fmla="*/ 2064983 w 2912392"/>
                <a:gd name="connsiteY212" fmla="*/ 87579 h 315824"/>
                <a:gd name="connsiteX213" fmla="*/ 2074712 w 2912392"/>
                <a:gd name="connsiteY213" fmla="*/ 93305 h 315824"/>
                <a:gd name="connsiteX214" fmla="*/ 2084456 w 2912392"/>
                <a:gd name="connsiteY214" fmla="*/ 99121 h 315824"/>
                <a:gd name="connsiteX215" fmla="*/ 2094200 w 2912392"/>
                <a:gd name="connsiteY215" fmla="*/ 105017 h 315824"/>
                <a:gd name="connsiteX216" fmla="*/ 2103944 w 2912392"/>
                <a:gd name="connsiteY216" fmla="*/ 110981 h 315824"/>
                <a:gd name="connsiteX217" fmla="*/ 2113673 w 2912392"/>
                <a:gd name="connsiteY217" fmla="*/ 117002 h 315824"/>
                <a:gd name="connsiteX218" fmla="*/ 2123417 w 2912392"/>
                <a:gd name="connsiteY218" fmla="*/ 123069 h 315824"/>
                <a:gd name="connsiteX219" fmla="*/ 2133161 w 2912392"/>
                <a:gd name="connsiteY219" fmla="*/ 129171 h 315824"/>
                <a:gd name="connsiteX220" fmla="*/ 2142905 w 2912392"/>
                <a:gd name="connsiteY220" fmla="*/ 135298 h 315824"/>
                <a:gd name="connsiteX221" fmla="*/ 2152649 w 2912392"/>
                <a:gd name="connsiteY221" fmla="*/ 141439 h 315824"/>
                <a:gd name="connsiteX222" fmla="*/ 2162377 w 2912392"/>
                <a:gd name="connsiteY222" fmla="*/ 147583 h 315824"/>
                <a:gd name="connsiteX223" fmla="*/ 2172121 w 2912392"/>
                <a:gd name="connsiteY223" fmla="*/ 153719 h 315824"/>
                <a:gd name="connsiteX224" fmla="*/ 2181865 w 2912392"/>
                <a:gd name="connsiteY224" fmla="*/ 159838 h 315824"/>
                <a:gd name="connsiteX225" fmla="*/ 2191609 w 2912392"/>
                <a:gd name="connsiteY225" fmla="*/ 165927 h 315824"/>
                <a:gd name="connsiteX226" fmla="*/ 2201338 w 2912392"/>
                <a:gd name="connsiteY226" fmla="*/ 171980 h 315824"/>
                <a:gd name="connsiteX227" fmla="*/ 2211082 w 2912392"/>
                <a:gd name="connsiteY227" fmla="*/ 177985 h 315824"/>
                <a:gd name="connsiteX228" fmla="*/ 2220826 w 2912392"/>
                <a:gd name="connsiteY228" fmla="*/ 183931 h 315824"/>
                <a:gd name="connsiteX229" fmla="*/ 2230570 w 2912392"/>
                <a:gd name="connsiteY229" fmla="*/ 189813 h 315824"/>
                <a:gd name="connsiteX230" fmla="*/ 2240299 w 2912392"/>
                <a:gd name="connsiteY230" fmla="*/ 195618 h 315824"/>
                <a:gd name="connsiteX231" fmla="*/ 2250043 w 2912392"/>
                <a:gd name="connsiteY231" fmla="*/ 201340 h 315824"/>
                <a:gd name="connsiteX232" fmla="*/ 2259787 w 2912392"/>
                <a:gd name="connsiteY232" fmla="*/ 206971 h 315824"/>
                <a:gd name="connsiteX233" fmla="*/ 2269531 w 2912392"/>
                <a:gd name="connsiteY233" fmla="*/ 212501 h 315824"/>
                <a:gd name="connsiteX234" fmla="*/ 2279260 w 2912392"/>
                <a:gd name="connsiteY234" fmla="*/ 217926 h 315824"/>
                <a:gd name="connsiteX235" fmla="*/ 2289004 w 2912392"/>
                <a:gd name="connsiteY235" fmla="*/ 223236 h 315824"/>
                <a:gd name="connsiteX236" fmla="*/ 2298748 w 2912392"/>
                <a:gd name="connsiteY236" fmla="*/ 228427 h 315824"/>
                <a:gd name="connsiteX237" fmla="*/ 2308492 w 2912392"/>
                <a:gd name="connsiteY237" fmla="*/ 233491 h 315824"/>
                <a:gd name="connsiteX238" fmla="*/ 2318236 w 2912392"/>
                <a:gd name="connsiteY238" fmla="*/ 238422 h 315824"/>
                <a:gd name="connsiteX239" fmla="*/ 2327965 w 2912392"/>
                <a:gd name="connsiteY239" fmla="*/ 243218 h 315824"/>
                <a:gd name="connsiteX240" fmla="*/ 2337709 w 2912392"/>
                <a:gd name="connsiteY240" fmla="*/ 247871 h 315824"/>
                <a:gd name="connsiteX241" fmla="*/ 2347453 w 2912392"/>
                <a:gd name="connsiteY241" fmla="*/ 252380 h 315824"/>
                <a:gd name="connsiteX242" fmla="*/ 2357197 w 2912392"/>
                <a:gd name="connsiteY242" fmla="*/ 256738 h 315824"/>
                <a:gd name="connsiteX243" fmla="*/ 2366926 w 2912392"/>
                <a:gd name="connsiteY243" fmla="*/ 260944 h 315824"/>
                <a:gd name="connsiteX244" fmla="*/ 2376670 w 2912392"/>
                <a:gd name="connsiteY244" fmla="*/ 264993 h 315824"/>
                <a:gd name="connsiteX245" fmla="*/ 2386413 w 2912392"/>
                <a:gd name="connsiteY245" fmla="*/ 268885 h 315824"/>
                <a:gd name="connsiteX246" fmla="*/ 2396157 w 2912392"/>
                <a:gd name="connsiteY246" fmla="*/ 272616 h 315824"/>
                <a:gd name="connsiteX247" fmla="*/ 2405886 w 2912392"/>
                <a:gd name="connsiteY247" fmla="*/ 276185 h 315824"/>
                <a:gd name="connsiteX248" fmla="*/ 2415630 w 2912392"/>
                <a:gd name="connsiteY248" fmla="*/ 279593 h 315824"/>
                <a:gd name="connsiteX249" fmla="*/ 2425374 w 2912392"/>
                <a:gd name="connsiteY249" fmla="*/ 282838 h 315824"/>
                <a:gd name="connsiteX250" fmla="*/ 2435118 w 2912392"/>
                <a:gd name="connsiteY250" fmla="*/ 285919 h 315824"/>
                <a:gd name="connsiteX251" fmla="*/ 2444862 w 2912392"/>
                <a:gd name="connsiteY251" fmla="*/ 288836 h 315824"/>
                <a:gd name="connsiteX252" fmla="*/ 2454591 w 2912392"/>
                <a:gd name="connsiteY252" fmla="*/ 291589 h 315824"/>
                <a:gd name="connsiteX253" fmla="*/ 2464335 w 2912392"/>
                <a:gd name="connsiteY253" fmla="*/ 294183 h 315824"/>
                <a:gd name="connsiteX254" fmla="*/ 2474079 w 2912392"/>
                <a:gd name="connsiteY254" fmla="*/ 296615 h 315824"/>
                <a:gd name="connsiteX255" fmla="*/ 2483823 w 2912392"/>
                <a:gd name="connsiteY255" fmla="*/ 298889 h 315824"/>
                <a:gd name="connsiteX256" fmla="*/ 2493552 w 2912392"/>
                <a:gd name="connsiteY256" fmla="*/ 301004 h 315824"/>
                <a:gd name="connsiteX257" fmla="*/ 2503296 w 2912392"/>
                <a:gd name="connsiteY257" fmla="*/ 302965 h 315824"/>
                <a:gd name="connsiteX258" fmla="*/ 2513040 w 2912392"/>
                <a:gd name="connsiteY258" fmla="*/ 304774 h 315824"/>
                <a:gd name="connsiteX259" fmla="*/ 2522784 w 2912392"/>
                <a:gd name="connsiteY259" fmla="*/ 306432 h 315824"/>
                <a:gd name="connsiteX260" fmla="*/ 2532513 w 2912392"/>
                <a:gd name="connsiteY260" fmla="*/ 307943 h 315824"/>
                <a:gd name="connsiteX261" fmla="*/ 2542257 w 2912392"/>
                <a:gd name="connsiteY261" fmla="*/ 309310 h 315824"/>
                <a:gd name="connsiteX262" fmla="*/ 2552001 w 2912392"/>
                <a:gd name="connsiteY262" fmla="*/ 310537 h 315824"/>
                <a:gd name="connsiteX263" fmla="*/ 2561745 w 2912392"/>
                <a:gd name="connsiteY263" fmla="*/ 311626 h 315824"/>
                <a:gd name="connsiteX264" fmla="*/ 2571474 w 2912392"/>
                <a:gd name="connsiteY264" fmla="*/ 312579 h 315824"/>
                <a:gd name="connsiteX265" fmla="*/ 2581218 w 2912392"/>
                <a:gd name="connsiteY265" fmla="*/ 313403 h 315824"/>
                <a:gd name="connsiteX266" fmla="*/ 2590962 w 2912392"/>
                <a:gd name="connsiteY266" fmla="*/ 314100 h 315824"/>
                <a:gd name="connsiteX267" fmla="*/ 2600705 w 2912392"/>
                <a:gd name="connsiteY267" fmla="*/ 314674 h 315824"/>
                <a:gd name="connsiteX268" fmla="*/ 2610449 w 2912392"/>
                <a:gd name="connsiteY268" fmla="*/ 315128 h 315824"/>
                <a:gd name="connsiteX269" fmla="*/ 2620178 w 2912392"/>
                <a:gd name="connsiteY269" fmla="*/ 315467 h 315824"/>
                <a:gd name="connsiteX270" fmla="*/ 2629922 w 2912392"/>
                <a:gd name="connsiteY270" fmla="*/ 315693 h 315824"/>
                <a:gd name="connsiteX271" fmla="*/ 2639666 w 2912392"/>
                <a:gd name="connsiteY271" fmla="*/ 315811 h 315824"/>
                <a:gd name="connsiteX272" fmla="*/ 2649410 w 2912392"/>
                <a:gd name="connsiteY272" fmla="*/ 315824 h 315824"/>
                <a:gd name="connsiteX273" fmla="*/ 2659139 w 2912392"/>
                <a:gd name="connsiteY273" fmla="*/ 315736 h 315824"/>
                <a:gd name="connsiteX274" fmla="*/ 2668883 w 2912392"/>
                <a:gd name="connsiteY274" fmla="*/ 315550 h 315824"/>
                <a:gd name="connsiteX275" fmla="*/ 2678627 w 2912392"/>
                <a:gd name="connsiteY275" fmla="*/ 315270 h 315824"/>
                <a:gd name="connsiteX276" fmla="*/ 2688371 w 2912392"/>
                <a:gd name="connsiteY276" fmla="*/ 314899 h 315824"/>
                <a:gd name="connsiteX277" fmla="*/ 2698100 w 2912392"/>
                <a:gd name="connsiteY277" fmla="*/ 314440 h 315824"/>
                <a:gd name="connsiteX278" fmla="*/ 2707844 w 2912392"/>
                <a:gd name="connsiteY278" fmla="*/ 313896 h 315824"/>
                <a:gd name="connsiteX279" fmla="*/ 2717588 w 2912392"/>
                <a:gd name="connsiteY279" fmla="*/ 313270 h 315824"/>
                <a:gd name="connsiteX280" fmla="*/ 2727332 w 2912392"/>
                <a:gd name="connsiteY280" fmla="*/ 312567 h 315824"/>
                <a:gd name="connsiteX281" fmla="*/ 2737076 w 2912392"/>
                <a:gd name="connsiteY281" fmla="*/ 311787 h 315824"/>
                <a:gd name="connsiteX282" fmla="*/ 2746805 w 2912392"/>
                <a:gd name="connsiteY282" fmla="*/ 310933 h 315824"/>
                <a:gd name="connsiteX283" fmla="*/ 2756549 w 2912392"/>
                <a:gd name="connsiteY283" fmla="*/ 310008 h 315824"/>
                <a:gd name="connsiteX284" fmla="*/ 2766293 w 2912392"/>
                <a:gd name="connsiteY284" fmla="*/ 309014 h 315824"/>
                <a:gd name="connsiteX285" fmla="*/ 2776037 w 2912392"/>
                <a:gd name="connsiteY285" fmla="*/ 307953 h 315824"/>
                <a:gd name="connsiteX286" fmla="*/ 2785766 w 2912392"/>
                <a:gd name="connsiteY286" fmla="*/ 306828 h 315824"/>
                <a:gd name="connsiteX287" fmla="*/ 2795510 w 2912392"/>
                <a:gd name="connsiteY287" fmla="*/ 305641 h 315824"/>
                <a:gd name="connsiteX288" fmla="*/ 2805254 w 2912392"/>
                <a:gd name="connsiteY288" fmla="*/ 304392 h 315824"/>
                <a:gd name="connsiteX289" fmla="*/ 2814998 w 2912392"/>
                <a:gd name="connsiteY289" fmla="*/ 303084 h 315824"/>
                <a:gd name="connsiteX290" fmla="*/ 2824727 w 2912392"/>
                <a:gd name="connsiteY290" fmla="*/ 301719 h 315824"/>
                <a:gd name="connsiteX291" fmla="*/ 2834471 w 2912392"/>
                <a:gd name="connsiteY291" fmla="*/ 300299 h 315824"/>
                <a:gd name="connsiteX292" fmla="*/ 2844215 w 2912392"/>
                <a:gd name="connsiteY292" fmla="*/ 298824 h 315824"/>
                <a:gd name="connsiteX293" fmla="*/ 2853958 w 2912392"/>
                <a:gd name="connsiteY293" fmla="*/ 297297 h 315824"/>
                <a:gd name="connsiteX294" fmla="*/ 2863687 w 2912392"/>
                <a:gd name="connsiteY294" fmla="*/ 295718 h 315824"/>
                <a:gd name="connsiteX295" fmla="*/ 2873431 w 2912392"/>
                <a:gd name="connsiteY295" fmla="*/ 294090 h 315824"/>
                <a:gd name="connsiteX296" fmla="*/ 2883175 w 2912392"/>
                <a:gd name="connsiteY296" fmla="*/ 292413 h 315824"/>
                <a:gd name="connsiteX297" fmla="*/ 2892919 w 2912392"/>
                <a:gd name="connsiteY297" fmla="*/ 290691 h 315824"/>
                <a:gd name="connsiteX298" fmla="*/ 2902663 w 2912392"/>
                <a:gd name="connsiteY298" fmla="*/ 288921 h 315824"/>
                <a:gd name="connsiteX299" fmla="*/ 2912392 w 2912392"/>
                <a:gd name="connsiteY299" fmla="*/ 287109 h 31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15824">
                  <a:moveTo>
                    <a:pt x="0" y="311606"/>
                  </a:moveTo>
                  <a:lnTo>
                    <a:pt x="9739" y="305988"/>
                  </a:lnTo>
                  <a:lnTo>
                    <a:pt x="19480" y="300335"/>
                  </a:lnTo>
                  <a:lnTo>
                    <a:pt x="29221" y="294653"/>
                  </a:lnTo>
                  <a:lnTo>
                    <a:pt x="38961" y="288943"/>
                  </a:lnTo>
                  <a:lnTo>
                    <a:pt x="48702" y="283215"/>
                  </a:lnTo>
                  <a:lnTo>
                    <a:pt x="58443" y="277468"/>
                  </a:lnTo>
                  <a:lnTo>
                    <a:pt x="68182" y="271710"/>
                  </a:lnTo>
                  <a:lnTo>
                    <a:pt x="77923" y="265944"/>
                  </a:lnTo>
                  <a:lnTo>
                    <a:pt x="87664" y="260176"/>
                  </a:lnTo>
                  <a:lnTo>
                    <a:pt x="97404" y="254414"/>
                  </a:lnTo>
                  <a:lnTo>
                    <a:pt x="107145" y="248658"/>
                  </a:lnTo>
                  <a:lnTo>
                    <a:pt x="116886" y="242916"/>
                  </a:lnTo>
                  <a:lnTo>
                    <a:pt x="126625" y="237196"/>
                  </a:lnTo>
                  <a:lnTo>
                    <a:pt x="136366" y="231500"/>
                  </a:lnTo>
                  <a:lnTo>
                    <a:pt x="146107" y="225837"/>
                  </a:lnTo>
                  <a:lnTo>
                    <a:pt x="155846" y="220213"/>
                  </a:lnTo>
                  <a:lnTo>
                    <a:pt x="165587" y="214633"/>
                  </a:lnTo>
                  <a:lnTo>
                    <a:pt x="175328" y="209104"/>
                  </a:lnTo>
                  <a:lnTo>
                    <a:pt x="185068" y="203632"/>
                  </a:lnTo>
                  <a:lnTo>
                    <a:pt x="194809" y="198224"/>
                  </a:lnTo>
                  <a:lnTo>
                    <a:pt x="204550" y="192887"/>
                  </a:lnTo>
                  <a:lnTo>
                    <a:pt x="214289" y="187626"/>
                  </a:lnTo>
                  <a:lnTo>
                    <a:pt x="224030" y="182450"/>
                  </a:lnTo>
                  <a:lnTo>
                    <a:pt x="233771" y="177363"/>
                  </a:lnTo>
                  <a:lnTo>
                    <a:pt x="243510" y="172375"/>
                  </a:lnTo>
                  <a:lnTo>
                    <a:pt x="253251" y="167490"/>
                  </a:lnTo>
                  <a:lnTo>
                    <a:pt x="262992" y="162715"/>
                  </a:lnTo>
                  <a:lnTo>
                    <a:pt x="272732" y="158057"/>
                  </a:lnTo>
                  <a:lnTo>
                    <a:pt x="282473" y="153522"/>
                  </a:lnTo>
                  <a:lnTo>
                    <a:pt x="292214" y="149118"/>
                  </a:lnTo>
                  <a:lnTo>
                    <a:pt x="301953" y="144848"/>
                  </a:lnTo>
                  <a:lnTo>
                    <a:pt x="311694" y="140721"/>
                  </a:lnTo>
                  <a:lnTo>
                    <a:pt x="321435" y="136741"/>
                  </a:lnTo>
                  <a:lnTo>
                    <a:pt x="331175" y="132917"/>
                  </a:lnTo>
                  <a:lnTo>
                    <a:pt x="340916" y="129250"/>
                  </a:lnTo>
                  <a:lnTo>
                    <a:pt x="350656" y="125749"/>
                  </a:lnTo>
                  <a:lnTo>
                    <a:pt x="360396" y="122419"/>
                  </a:lnTo>
                  <a:lnTo>
                    <a:pt x="370137" y="119262"/>
                  </a:lnTo>
                  <a:lnTo>
                    <a:pt x="379878" y="116285"/>
                  </a:lnTo>
                  <a:lnTo>
                    <a:pt x="389617" y="113491"/>
                  </a:lnTo>
                  <a:lnTo>
                    <a:pt x="399358" y="110887"/>
                  </a:lnTo>
                  <a:lnTo>
                    <a:pt x="409099" y="108474"/>
                  </a:lnTo>
                  <a:lnTo>
                    <a:pt x="418839" y="106257"/>
                  </a:lnTo>
                  <a:lnTo>
                    <a:pt x="428580" y="104236"/>
                  </a:lnTo>
                  <a:lnTo>
                    <a:pt x="438321" y="102419"/>
                  </a:lnTo>
                  <a:lnTo>
                    <a:pt x="448060" y="100805"/>
                  </a:lnTo>
                  <a:lnTo>
                    <a:pt x="457801" y="99397"/>
                  </a:lnTo>
                  <a:lnTo>
                    <a:pt x="467542" y="98196"/>
                  </a:lnTo>
                  <a:lnTo>
                    <a:pt x="477281" y="97204"/>
                  </a:lnTo>
                  <a:lnTo>
                    <a:pt x="487022" y="96423"/>
                  </a:lnTo>
                  <a:lnTo>
                    <a:pt x="496763" y="95851"/>
                  </a:lnTo>
                  <a:lnTo>
                    <a:pt x="506503" y="95491"/>
                  </a:lnTo>
                  <a:lnTo>
                    <a:pt x="516244" y="95340"/>
                  </a:lnTo>
                  <a:lnTo>
                    <a:pt x="525985" y="95398"/>
                  </a:lnTo>
                  <a:lnTo>
                    <a:pt x="535724" y="95665"/>
                  </a:lnTo>
                  <a:lnTo>
                    <a:pt x="545465" y="96139"/>
                  </a:lnTo>
                  <a:lnTo>
                    <a:pt x="555206" y="96818"/>
                  </a:lnTo>
                  <a:lnTo>
                    <a:pt x="564946" y="97699"/>
                  </a:lnTo>
                  <a:lnTo>
                    <a:pt x="574687" y="98779"/>
                  </a:lnTo>
                  <a:lnTo>
                    <a:pt x="584428" y="100056"/>
                  </a:lnTo>
                  <a:lnTo>
                    <a:pt x="594167" y="101525"/>
                  </a:lnTo>
                  <a:lnTo>
                    <a:pt x="603908" y="103183"/>
                  </a:lnTo>
                  <a:lnTo>
                    <a:pt x="613649" y="105023"/>
                  </a:lnTo>
                  <a:lnTo>
                    <a:pt x="623388" y="107043"/>
                  </a:lnTo>
                  <a:lnTo>
                    <a:pt x="633129" y="109236"/>
                  </a:lnTo>
                  <a:lnTo>
                    <a:pt x="642870" y="111598"/>
                  </a:lnTo>
                  <a:lnTo>
                    <a:pt x="652610" y="114120"/>
                  </a:lnTo>
                  <a:lnTo>
                    <a:pt x="662351" y="116798"/>
                  </a:lnTo>
                  <a:lnTo>
                    <a:pt x="672092" y="119622"/>
                  </a:lnTo>
                  <a:lnTo>
                    <a:pt x="681831" y="122589"/>
                  </a:lnTo>
                  <a:lnTo>
                    <a:pt x="691572" y="125689"/>
                  </a:lnTo>
                  <a:lnTo>
                    <a:pt x="701313" y="128915"/>
                  </a:lnTo>
                  <a:lnTo>
                    <a:pt x="711052" y="132257"/>
                  </a:lnTo>
                  <a:lnTo>
                    <a:pt x="720793" y="135707"/>
                  </a:lnTo>
                  <a:lnTo>
                    <a:pt x="730534" y="139258"/>
                  </a:lnTo>
                  <a:lnTo>
                    <a:pt x="740274" y="142901"/>
                  </a:lnTo>
                  <a:lnTo>
                    <a:pt x="750015" y="146624"/>
                  </a:lnTo>
                  <a:lnTo>
                    <a:pt x="759756" y="150420"/>
                  </a:lnTo>
                  <a:lnTo>
                    <a:pt x="769495" y="154277"/>
                  </a:lnTo>
                  <a:lnTo>
                    <a:pt x="779236" y="158188"/>
                  </a:lnTo>
                  <a:lnTo>
                    <a:pt x="788977" y="162143"/>
                  </a:lnTo>
                  <a:lnTo>
                    <a:pt x="798717" y="166128"/>
                  </a:lnTo>
                  <a:lnTo>
                    <a:pt x="808458" y="170137"/>
                  </a:lnTo>
                  <a:lnTo>
                    <a:pt x="818199" y="174157"/>
                  </a:lnTo>
                  <a:lnTo>
                    <a:pt x="827938" y="178180"/>
                  </a:lnTo>
                  <a:lnTo>
                    <a:pt x="837679" y="182192"/>
                  </a:lnTo>
                  <a:lnTo>
                    <a:pt x="847420" y="186187"/>
                  </a:lnTo>
                  <a:lnTo>
                    <a:pt x="857159" y="190151"/>
                  </a:lnTo>
                  <a:lnTo>
                    <a:pt x="866900" y="194074"/>
                  </a:lnTo>
                  <a:lnTo>
                    <a:pt x="876641" y="197948"/>
                  </a:lnTo>
                  <a:lnTo>
                    <a:pt x="886381" y="201760"/>
                  </a:lnTo>
                  <a:lnTo>
                    <a:pt x="896122" y="205503"/>
                  </a:lnTo>
                  <a:lnTo>
                    <a:pt x="905863" y="209164"/>
                  </a:lnTo>
                  <a:lnTo>
                    <a:pt x="915602" y="212735"/>
                  </a:lnTo>
                  <a:lnTo>
                    <a:pt x="925343" y="216205"/>
                  </a:lnTo>
                  <a:lnTo>
                    <a:pt x="935084" y="219565"/>
                  </a:lnTo>
                  <a:lnTo>
                    <a:pt x="944824" y="222805"/>
                  </a:lnTo>
                  <a:lnTo>
                    <a:pt x="954564" y="225918"/>
                  </a:lnTo>
                  <a:lnTo>
                    <a:pt x="964305" y="228893"/>
                  </a:lnTo>
                  <a:lnTo>
                    <a:pt x="974045" y="231722"/>
                  </a:lnTo>
                  <a:lnTo>
                    <a:pt x="983786" y="234398"/>
                  </a:lnTo>
                  <a:lnTo>
                    <a:pt x="993522" y="236913"/>
                  </a:lnTo>
                  <a:lnTo>
                    <a:pt x="1003266" y="239258"/>
                  </a:lnTo>
                  <a:lnTo>
                    <a:pt x="1013010" y="241428"/>
                  </a:lnTo>
                  <a:lnTo>
                    <a:pt x="1022754" y="243415"/>
                  </a:lnTo>
                  <a:lnTo>
                    <a:pt x="1032483" y="245213"/>
                  </a:lnTo>
                  <a:lnTo>
                    <a:pt x="1042227" y="246815"/>
                  </a:lnTo>
                  <a:lnTo>
                    <a:pt x="1051971" y="248217"/>
                  </a:lnTo>
                  <a:lnTo>
                    <a:pt x="1061715" y="249415"/>
                  </a:lnTo>
                  <a:lnTo>
                    <a:pt x="1071444" y="250401"/>
                  </a:lnTo>
                  <a:lnTo>
                    <a:pt x="1081188" y="251173"/>
                  </a:lnTo>
                  <a:lnTo>
                    <a:pt x="1090932" y="251729"/>
                  </a:lnTo>
                  <a:lnTo>
                    <a:pt x="1100676" y="252062"/>
                  </a:lnTo>
                  <a:lnTo>
                    <a:pt x="1110405" y="252173"/>
                  </a:lnTo>
                  <a:lnTo>
                    <a:pt x="1120149" y="252058"/>
                  </a:lnTo>
                  <a:lnTo>
                    <a:pt x="1129893" y="251715"/>
                  </a:lnTo>
                  <a:lnTo>
                    <a:pt x="1139637" y="251145"/>
                  </a:lnTo>
                  <a:lnTo>
                    <a:pt x="1149381" y="250345"/>
                  </a:lnTo>
                  <a:lnTo>
                    <a:pt x="1159110" y="249315"/>
                  </a:lnTo>
                  <a:lnTo>
                    <a:pt x="1168854" y="248059"/>
                  </a:lnTo>
                  <a:lnTo>
                    <a:pt x="1178598" y="246574"/>
                  </a:lnTo>
                  <a:lnTo>
                    <a:pt x="1188341" y="244863"/>
                  </a:lnTo>
                  <a:lnTo>
                    <a:pt x="1198070" y="242928"/>
                  </a:lnTo>
                  <a:lnTo>
                    <a:pt x="1207814" y="240772"/>
                  </a:lnTo>
                  <a:lnTo>
                    <a:pt x="1217558" y="238397"/>
                  </a:lnTo>
                  <a:lnTo>
                    <a:pt x="1227302" y="235808"/>
                  </a:lnTo>
                  <a:lnTo>
                    <a:pt x="1237031" y="233008"/>
                  </a:lnTo>
                  <a:lnTo>
                    <a:pt x="1246775" y="230002"/>
                  </a:lnTo>
                  <a:lnTo>
                    <a:pt x="1256519" y="226792"/>
                  </a:lnTo>
                  <a:lnTo>
                    <a:pt x="1266263" y="223388"/>
                  </a:lnTo>
                  <a:lnTo>
                    <a:pt x="1276007" y="219794"/>
                  </a:lnTo>
                  <a:lnTo>
                    <a:pt x="1285736" y="216016"/>
                  </a:lnTo>
                  <a:lnTo>
                    <a:pt x="1295480" y="212060"/>
                  </a:lnTo>
                  <a:lnTo>
                    <a:pt x="1305224" y="207935"/>
                  </a:lnTo>
                  <a:lnTo>
                    <a:pt x="1314968" y="203647"/>
                  </a:lnTo>
                  <a:lnTo>
                    <a:pt x="1324697" y="199204"/>
                  </a:lnTo>
                  <a:lnTo>
                    <a:pt x="1334441" y="194615"/>
                  </a:lnTo>
                  <a:lnTo>
                    <a:pt x="1344185" y="189889"/>
                  </a:lnTo>
                  <a:lnTo>
                    <a:pt x="1353929" y="185033"/>
                  </a:lnTo>
                  <a:lnTo>
                    <a:pt x="1363658" y="180059"/>
                  </a:lnTo>
                  <a:lnTo>
                    <a:pt x="1373402" y="174974"/>
                  </a:lnTo>
                  <a:lnTo>
                    <a:pt x="1383146" y="169787"/>
                  </a:lnTo>
                  <a:lnTo>
                    <a:pt x="1392890" y="164512"/>
                  </a:lnTo>
                  <a:lnTo>
                    <a:pt x="1402619" y="159155"/>
                  </a:lnTo>
                  <a:lnTo>
                    <a:pt x="1412363" y="153731"/>
                  </a:lnTo>
                  <a:lnTo>
                    <a:pt x="1422106" y="148246"/>
                  </a:lnTo>
                  <a:lnTo>
                    <a:pt x="1431850" y="142713"/>
                  </a:lnTo>
                  <a:lnTo>
                    <a:pt x="1441594" y="137144"/>
                  </a:lnTo>
                  <a:lnTo>
                    <a:pt x="1451323" y="131546"/>
                  </a:lnTo>
                  <a:lnTo>
                    <a:pt x="1461067" y="125935"/>
                  </a:lnTo>
                  <a:lnTo>
                    <a:pt x="1470811" y="120320"/>
                  </a:lnTo>
                  <a:lnTo>
                    <a:pt x="1480555" y="114710"/>
                  </a:lnTo>
                  <a:lnTo>
                    <a:pt x="1490284" y="109120"/>
                  </a:lnTo>
                  <a:lnTo>
                    <a:pt x="1500028" y="103560"/>
                  </a:lnTo>
                  <a:lnTo>
                    <a:pt x="1509772" y="98040"/>
                  </a:lnTo>
                  <a:lnTo>
                    <a:pt x="1519516" y="92572"/>
                  </a:lnTo>
                  <a:lnTo>
                    <a:pt x="1529245" y="87167"/>
                  </a:lnTo>
                  <a:lnTo>
                    <a:pt x="1538989" y="81836"/>
                  </a:lnTo>
                  <a:lnTo>
                    <a:pt x="1548733" y="76590"/>
                  </a:lnTo>
                  <a:lnTo>
                    <a:pt x="1558477" y="71439"/>
                  </a:lnTo>
                  <a:lnTo>
                    <a:pt x="1568221" y="66396"/>
                  </a:lnTo>
                  <a:lnTo>
                    <a:pt x="1577950" y="61469"/>
                  </a:lnTo>
                  <a:lnTo>
                    <a:pt x="1587694" y="56668"/>
                  </a:lnTo>
                  <a:lnTo>
                    <a:pt x="1597438" y="52005"/>
                  </a:lnTo>
                  <a:lnTo>
                    <a:pt x="1607182" y="47489"/>
                  </a:lnTo>
                  <a:lnTo>
                    <a:pt x="1616911" y="43128"/>
                  </a:lnTo>
                  <a:lnTo>
                    <a:pt x="1626655" y="38934"/>
                  </a:lnTo>
                  <a:lnTo>
                    <a:pt x="1636399" y="34913"/>
                  </a:lnTo>
                  <a:lnTo>
                    <a:pt x="1646142" y="31075"/>
                  </a:lnTo>
                  <a:lnTo>
                    <a:pt x="1655872" y="27428"/>
                  </a:lnTo>
                  <a:lnTo>
                    <a:pt x="1665616" y="23980"/>
                  </a:lnTo>
                  <a:lnTo>
                    <a:pt x="1675359" y="20738"/>
                  </a:lnTo>
                  <a:lnTo>
                    <a:pt x="1685103" y="17710"/>
                  </a:lnTo>
                  <a:lnTo>
                    <a:pt x="1694832" y="14902"/>
                  </a:lnTo>
                  <a:lnTo>
                    <a:pt x="1704576" y="12320"/>
                  </a:lnTo>
                  <a:lnTo>
                    <a:pt x="1714320" y="9970"/>
                  </a:lnTo>
                  <a:lnTo>
                    <a:pt x="1724064" y="7859"/>
                  </a:lnTo>
                  <a:lnTo>
                    <a:pt x="1733808" y="5989"/>
                  </a:lnTo>
                  <a:lnTo>
                    <a:pt x="1743537" y="4367"/>
                  </a:lnTo>
                  <a:lnTo>
                    <a:pt x="1753281" y="2995"/>
                  </a:lnTo>
                  <a:lnTo>
                    <a:pt x="1763025" y="1877"/>
                  </a:lnTo>
                  <a:lnTo>
                    <a:pt x="1772769" y="1018"/>
                  </a:lnTo>
                  <a:lnTo>
                    <a:pt x="1782498" y="416"/>
                  </a:lnTo>
                  <a:lnTo>
                    <a:pt x="1792242" y="76"/>
                  </a:lnTo>
                  <a:lnTo>
                    <a:pt x="1801986" y="0"/>
                  </a:lnTo>
                  <a:lnTo>
                    <a:pt x="1811730" y="186"/>
                  </a:lnTo>
                  <a:lnTo>
                    <a:pt x="1821459" y="636"/>
                  </a:lnTo>
                  <a:lnTo>
                    <a:pt x="1831203" y="1348"/>
                  </a:lnTo>
                  <a:lnTo>
                    <a:pt x="1840947" y="2324"/>
                  </a:lnTo>
                  <a:lnTo>
                    <a:pt x="1850691" y="3562"/>
                  </a:lnTo>
                  <a:lnTo>
                    <a:pt x="1860435" y="5058"/>
                  </a:lnTo>
                  <a:lnTo>
                    <a:pt x="1870164" y="6810"/>
                  </a:lnTo>
                  <a:lnTo>
                    <a:pt x="1879908" y="8817"/>
                  </a:lnTo>
                  <a:lnTo>
                    <a:pt x="1889652" y="11074"/>
                  </a:lnTo>
                  <a:lnTo>
                    <a:pt x="1899395" y="13577"/>
                  </a:lnTo>
                  <a:lnTo>
                    <a:pt x="1909124" y="16322"/>
                  </a:lnTo>
                  <a:lnTo>
                    <a:pt x="1918868" y="19302"/>
                  </a:lnTo>
                  <a:lnTo>
                    <a:pt x="1928612" y="22514"/>
                  </a:lnTo>
                  <a:lnTo>
                    <a:pt x="1938356" y="25951"/>
                  </a:lnTo>
                  <a:lnTo>
                    <a:pt x="1948085" y="29606"/>
                  </a:lnTo>
                  <a:lnTo>
                    <a:pt x="1957829" y="33472"/>
                  </a:lnTo>
                  <a:lnTo>
                    <a:pt x="1967573" y="37542"/>
                  </a:lnTo>
                  <a:lnTo>
                    <a:pt x="1977317" y="41809"/>
                  </a:lnTo>
                  <a:lnTo>
                    <a:pt x="1987046" y="46264"/>
                  </a:lnTo>
                  <a:lnTo>
                    <a:pt x="1996790" y="50898"/>
                  </a:lnTo>
                  <a:lnTo>
                    <a:pt x="2006534" y="55703"/>
                  </a:lnTo>
                  <a:lnTo>
                    <a:pt x="2016278" y="60669"/>
                  </a:lnTo>
                  <a:lnTo>
                    <a:pt x="2026022" y="65788"/>
                  </a:lnTo>
                  <a:lnTo>
                    <a:pt x="2035751" y="71047"/>
                  </a:lnTo>
                  <a:lnTo>
                    <a:pt x="2045495" y="76439"/>
                  </a:lnTo>
                  <a:lnTo>
                    <a:pt x="2055239" y="81953"/>
                  </a:lnTo>
                  <a:lnTo>
                    <a:pt x="2064983" y="87579"/>
                  </a:lnTo>
                  <a:lnTo>
                    <a:pt x="2074712" y="93305"/>
                  </a:lnTo>
                  <a:lnTo>
                    <a:pt x="2084456" y="99121"/>
                  </a:lnTo>
                  <a:lnTo>
                    <a:pt x="2094200" y="105017"/>
                  </a:lnTo>
                  <a:lnTo>
                    <a:pt x="2103944" y="110981"/>
                  </a:lnTo>
                  <a:lnTo>
                    <a:pt x="2113673" y="117002"/>
                  </a:lnTo>
                  <a:lnTo>
                    <a:pt x="2123417" y="123069"/>
                  </a:lnTo>
                  <a:lnTo>
                    <a:pt x="2133161" y="129171"/>
                  </a:lnTo>
                  <a:lnTo>
                    <a:pt x="2142905" y="135298"/>
                  </a:lnTo>
                  <a:lnTo>
                    <a:pt x="2152649" y="141439"/>
                  </a:lnTo>
                  <a:lnTo>
                    <a:pt x="2162377" y="147583"/>
                  </a:lnTo>
                  <a:lnTo>
                    <a:pt x="2172121" y="153719"/>
                  </a:lnTo>
                  <a:lnTo>
                    <a:pt x="2181865" y="159838"/>
                  </a:lnTo>
                  <a:lnTo>
                    <a:pt x="2191609" y="165927"/>
                  </a:lnTo>
                  <a:lnTo>
                    <a:pt x="2201338" y="171980"/>
                  </a:lnTo>
                  <a:lnTo>
                    <a:pt x="2211082" y="177985"/>
                  </a:lnTo>
                  <a:lnTo>
                    <a:pt x="2220826" y="183931"/>
                  </a:lnTo>
                  <a:lnTo>
                    <a:pt x="2230570" y="189813"/>
                  </a:lnTo>
                  <a:lnTo>
                    <a:pt x="2240299" y="195618"/>
                  </a:lnTo>
                  <a:lnTo>
                    <a:pt x="2250043" y="201340"/>
                  </a:lnTo>
                  <a:lnTo>
                    <a:pt x="2259787" y="206971"/>
                  </a:lnTo>
                  <a:lnTo>
                    <a:pt x="2269531" y="212501"/>
                  </a:lnTo>
                  <a:lnTo>
                    <a:pt x="2279260" y="217926"/>
                  </a:lnTo>
                  <a:lnTo>
                    <a:pt x="2289004" y="223236"/>
                  </a:lnTo>
                  <a:lnTo>
                    <a:pt x="2298748" y="228427"/>
                  </a:lnTo>
                  <a:lnTo>
                    <a:pt x="2308492" y="233491"/>
                  </a:lnTo>
                  <a:lnTo>
                    <a:pt x="2318236" y="238422"/>
                  </a:lnTo>
                  <a:lnTo>
                    <a:pt x="2327965" y="243218"/>
                  </a:lnTo>
                  <a:lnTo>
                    <a:pt x="2337709" y="247871"/>
                  </a:lnTo>
                  <a:lnTo>
                    <a:pt x="2347453" y="252380"/>
                  </a:lnTo>
                  <a:lnTo>
                    <a:pt x="2357197" y="256738"/>
                  </a:lnTo>
                  <a:lnTo>
                    <a:pt x="2366926" y="260944"/>
                  </a:lnTo>
                  <a:lnTo>
                    <a:pt x="2376670" y="264993"/>
                  </a:lnTo>
                  <a:lnTo>
                    <a:pt x="2386413" y="268885"/>
                  </a:lnTo>
                  <a:lnTo>
                    <a:pt x="2396157" y="272616"/>
                  </a:lnTo>
                  <a:lnTo>
                    <a:pt x="2405886" y="276185"/>
                  </a:lnTo>
                  <a:lnTo>
                    <a:pt x="2415630" y="279593"/>
                  </a:lnTo>
                  <a:lnTo>
                    <a:pt x="2425374" y="282838"/>
                  </a:lnTo>
                  <a:lnTo>
                    <a:pt x="2435118" y="285919"/>
                  </a:lnTo>
                  <a:lnTo>
                    <a:pt x="2444862" y="288836"/>
                  </a:lnTo>
                  <a:lnTo>
                    <a:pt x="2454591" y="291589"/>
                  </a:lnTo>
                  <a:lnTo>
                    <a:pt x="2464335" y="294183"/>
                  </a:lnTo>
                  <a:lnTo>
                    <a:pt x="2474079" y="296615"/>
                  </a:lnTo>
                  <a:lnTo>
                    <a:pt x="2483823" y="298889"/>
                  </a:lnTo>
                  <a:lnTo>
                    <a:pt x="2493552" y="301004"/>
                  </a:lnTo>
                  <a:lnTo>
                    <a:pt x="2503296" y="302965"/>
                  </a:lnTo>
                  <a:lnTo>
                    <a:pt x="2513040" y="304774"/>
                  </a:lnTo>
                  <a:lnTo>
                    <a:pt x="2522784" y="306432"/>
                  </a:lnTo>
                  <a:lnTo>
                    <a:pt x="2532513" y="307943"/>
                  </a:lnTo>
                  <a:lnTo>
                    <a:pt x="2542257" y="309310"/>
                  </a:lnTo>
                  <a:lnTo>
                    <a:pt x="2552001" y="310537"/>
                  </a:lnTo>
                  <a:lnTo>
                    <a:pt x="2561745" y="311626"/>
                  </a:lnTo>
                  <a:lnTo>
                    <a:pt x="2571474" y="312579"/>
                  </a:lnTo>
                  <a:lnTo>
                    <a:pt x="2581218" y="313403"/>
                  </a:lnTo>
                  <a:lnTo>
                    <a:pt x="2590962" y="314100"/>
                  </a:lnTo>
                  <a:lnTo>
                    <a:pt x="2600705" y="314674"/>
                  </a:lnTo>
                  <a:lnTo>
                    <a:pt x="2610449" y="315128"/>
                  </a:lnTo>
                  <a:lnTo>
                    <a:pt x="2620178" y="315467"/>
                  </a:lnTo>
                  <a:lnTo>
                    <a:pt x="2629922" y="315693"/>
                  </a:lnTo>
                  <a:lnTo>
                    <a:pt x="2639666" y="315811"/>
                  </a:lnTo>
                  <a:lnTo>
                    <a:pt x="2649410" y="315824"/>
                  </a:lnTo>
                  <a:lnTo>
                    <a:pt x="2659139" y="315736"/>
                  </a:lnTo>
                  <a:lnTo>
                    <a:pt x="2668883" y="315550"/>
                  </a:lnTo>
                  <a:lnTo>
                    <a:pt x="2678627" y="315270"/>
                  </a:lnTo>
                  <a:lnTo>
                    <a:pt x="2688371" y="314899"/>
                  </a:lnTo>
                  <a:lnTo>
                    <a:pt x="2698100" y="314440"/>
                  </a:lnTo>
                  <a:lnTo>
                    <a:pt x="2707844" y="313896"/>
                  </a:lnTo>
                  <a:lnTo>
                    <a:pt x="2717588" y="313270"/>
                  </a:lnTo>
                  <a:lnTo>
                    <a:pt x="2727332" y="312567"/>
                  </a:lnTo>
                  <a:lnTo>
                    <a:pt x="2737076" y="311787"/>
                  </a:lnTo>
                  <a:lnTo>
                    <a:pt x="2746805" y="310933"/>
                  </a:lnTo>
                  <a:lnTo>
                    <a:pt x="2756549" y="310008"/>
                  </a:lnTo>
                  <a:lnTo>
                    <a:pt x="2766293" y="309014"/>
                  </a:lnTo>
                  <a:lnTo>
                    <a:pt x="2776037" y="307953"/>
                  </a:lnTo>
                  <a:lnTo>
                    <a:pt x="2785766" y="306828"/>
                  </a:lnTo>
                  <a:lnTo>
                    <a:pt x="2795510" y="305641"/>
                  </a:lnTo>
                  <a:lnTo>
                    <a:pt x="2805254" y="304392"/>
                  </a:lnTo>
                  <a:lnTo>
                    <a:pt x="2814998" y="303084"/>
                  </a:lnTo>
                  <a:lnTo>
                    <a:pt x="2824727" y="301719"/>
                  </a:lnTo>
                  <a:lnTo>
                    <a:pt x="2834471" y="300299"/>
                  </a:lnTo>
                  <a:lnTo>
                    <a:pt x="2844215" y="298824"/>
                  </a:lnTo>
                  <a:lnTo>
                    <a:pt x="2853958" y="297297"/>
                  </a:lnTo>
                  <a:lnTo>
                    <a:pt x="2863687" y="295718"/>
                  </a:lnTo>
                  <a:lnTo>
                    <a:pt x="2873431" y="294090"/>
                  </a:lnTo>
                  <a:lnTo>
                    <a:pt x="2883175" y="292413"/>
                  </a:lnTo>
                  <a:lnTo>
                    <a:pt x="2892919" y="290691"/>
                  </a:lnTo>
                  <a:lnTo>
                    <a:pt x="2902663" y="288921"/>
                  </a:lnTo>
                  <a:lnTo>
                    <a:pt x="2912392" y="28710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0" name="Freeform 809">
              <a:extLst>
                <a:ext uri="{FF2B5EF4-FFF2-40B4-BE49-F238E27FC236}">
                  <a16:creationId xmlns:a16="http://schemas.microsoft.com/office/drawing/2014/main" id="{A98EC587-7814-A1F7-31F6-6469B2B490DD}"/>
                </a:ext>
              </a:extLst>
            </p:cNvPr>
            <p:cNvSpPr/>
            <p:nvPr/>
          </p:nvSpPr>
          <p:spPr>
            <a:xfrm>
              <a:off x="576446" y="3516984"/>
              <a:ext cx="2912392" cy="399390"/>
            </a:xfrm>
            <a:custGeom>
              <a:avLst/>
              <a:gdLst>
                <a:gd name="connsiteX0" fmla="*/ 0 w 2912392"/>
                <a:gd name="connsiteY0" fmla="*/ 218164 h 399390"/>
                <a:gd name="connsiteX1" fmla="*/ 9739 w 2912392"/>
                <a:gd name="connsiteY1" fmla="*/ 223544 h 399390"/>
                <a:gd name="connsiteX2" fmla="*/ 19480 w 2912392"/>
                <a:gd name="connsiteY2" fmla="*/ 228877 h 399390"/>
                <a:gd name="connsiteX3" fmla="*/ 29221 w 2912392"/>
                <a:gd name="connsiteY3" fmla="*/ 234154 h 399390"/>
                <a:gd name="connsiteX4" fmla="*/ 38961 w 2912392"/>
                <a:gd name="connsiteY4" fmla="*/ 239369 h 399390"/>
                <a:gd name="connsiteX5" fmla="*/ 48702 w 2912392"/>
                <a:gd name="connsiteY5" fmla="*/ 244515 h 399390"/>
                <a:gd name="connsiteX6" fmla="*/ 58443 w 2912392"/>
                <a:gd name="connsiteY6" fmla="*/ 249588 h 399390"/>
                <a:gd name="connsiteX7" fmla="*/ 68182 w 2912392"/>
                <a:gd name="connsiteY7" fmla="*/ 254580 h 399390"/>
                <a:gd name="connsiteX8" fmla="*/ 77923 w 2912392"/>
                <a:gd name="connsiteY8" fmla="*/ 259488 h 399390"/>
                <a:gd name="connsiteX9" fmla="*/ 87664 w 2912392"/>
                <a:gd name="connsiteY9" fmla="*/ 264303 h 399390"/>
                <a:gd name="connsiteX10" fmla="*/ 97404 w 2912392"/>
                <a:gd name="connsiteY10" fmla="*/ 269023 h 399390"/>
                <a:gd name="connsiteX11" fmla="*/ 107145 w 2912392"/>
                <a:gd name="connsiteY11" fmla="*/ 273642 h 399390"/>
                <a:gd name="connsiteX12" fmla="*/ 116886 w 2912392"/>
                <a:gd name="connsiteY12" fmla="*/ 278155 h 399390"/>
                <a:gd name="connsiteX13" fmla="*/ 126625 w 2912392"/>
                <a:gd name="connsiteY13" fmla="*/ 282558 h 399390"/>
                <a:gd name="connsiteX14" fmla="*/ 136366 w 2912392"/>
                <a:gd name="connsiteY14" fmla="*/ 286847 h 399390"/>
                <a:gd name="connsiteX15" fmla="*/ 146107 w 2912392"/>
                <a:gd name="connsiteY15" fmla="*/ 291017 h 399390"/>
                <a:gd name="connsiteX16" fmla="*/ 155846 w 2912392"/>
                <a:gd name="connsiteY16" fmla="*/ 295067 h 399390"/>
                <a:gd name="connsiteX17" fmla="*/ 165587 w 2912392"/>
                <a:gd name="connsiteY17" fmla="*/ 298991 h 399390"/>
                <a:gd name="connsiteX18" fmla="*/ 175328 w 2912392"/>
                <a:gd name="connsiteY18" fmla="*/ 302791 h 399390"/>
                <a:gd name="connsiteX19" fmla="*/ 185068 w 2912392"/>
                <a:gd name="connsiteY19" fmla="*/ 306459 h 399390"/>
                <a:gd name="connsiteX20" fmla="*/ 194809 w 2912392"/>
                <a:gd name="connsiteY20" fmla="*/ 309997 h 399390"/>
                <a:gd name="connsiteX21" fmla="*/ 204550 w 2912392"/>
                <a:gd name="connsiteY21" fmla="*/ 313402 h 399390"/>
                <a:gd name="connsiteX22" fmla="*/ 214289 w 2912392"/>
                <a:gd name="connsiteY22" fmla="*/ 316672 h 399390"/>
                <a:gd name="connsiteX23" fmla="*/ 224030 w 2912392"/>
                <a:gd name="connsiteY23" fmla="*/ 319807 h 399390"/>
                <a:gd name="connsiteX24" fmla="*/ 233771 w 2912392"/>
                <a:gd name="connsiteY24" fmla="*/ 322806 h 399390"/>
                <a:gd name="connsiteX25" fmla="*/ 243510 w 2912392"/>
                <a:gd name="connsiteY25" fmla="*/ 325669 h 399390"/>
                <a:gd name="connsiteX26" fmla="*/ 253251 w 2912392"/>
                <a:gd name="connsiteY26" fmla="*/ 328397 h 399390"/>
                <a:gd name="connsiteX27" fmla="*/ 262992 w 2912392"/>
                <a:gd name="connsiteY27" fmla="*/ 330988 h 399390"/>
                <a:gd name="connsiteX28" fmla="*/ 272732 w 2912392"/>
                <a:gd name="connsiteY28" fmla="*/ 333447 h 399390"/>
                <a:gd name="connsiteX29" fmla="*/ 282473 w 2912392"/>
                <a:gd name="connsiteY29" fmla="*/ 335771 h 399390"/>
                <a:gd name="connsiteX30" fmla="*/ 292214 w 2912392"/>
                <a:gd name="connsiteY30" fmla="*/ 337963 h 399390"/>
                <a:gd name="connsiteX31" fmla="*/ 301953 w 2912392"/>
                <a:gd name="connsiteY31" fmla="*/ 340025 h 399390"/>
                <a:gd name="connsiteX32" fmla="*/ 311694 w 2912392"/>
                <a:gd name="connsiteY32" fmla="*/ 341958 h 399390"/>
                <a:gd name="connsiteX33" fmla="*/ 321435 w 2912392"/>
                <a:gd name="connsiteY33" fmla="*/ 343766 h 399390"/>
                <a:gd name="connsiteX34" fmla="*/ 331175 w 2912392"/>
                <a:gd name="connsiteY34" fmla="*/ 345451 h 399390"/>
                <a:gd name="connsiteX35" fmla="*/ 340916 w 2912392"/>
                <a:gd name="connsiteY35" fmla="*/ 347017 h 399390"/>
                <a:gd name="connsiteX36" fmla="*/ 350656 w 2912392"/>
                <a:gd name="connsiteY36" fmla="*/ 348465 h 399390"/>
                <a:gd name="connsiteX37" fmla="*/ 360396 w 2912392"/>
                <a:gd name="connsiteY37" fmla="*/ 349800 h 399390"/>
                <a:gd name="connsiteX38" fmla="*/ 370137 w 2912392"/>
                <a:gd name="connsiteY38" fmla="*/ 351026 h 399390"/>
                <a:gd name="connsiteX39" fmla="*/ 379878 w 2912392"/>
                <a:gd name="connsiteY39" fmla="*/ 352146 h 399390"/>
                <a:gd name="connsiteX40" fmla="*/ 389617 w 2912392"/>
                <a:gd name="connsiteY40" fmla="*/ 353164 h 399390"/>
                <a:gd name="connsiteX41" fmla="*/ 399358 w 2912392"/>
                <a:gd name="connsiteY41" fmla="*/ 354086 h 399390"/>
                <a:gd name="connsiteX42" fmla="*/ 409099 w 2912392"/>
                <a:gd name="connsiteY42" fmla="*/ 354915 h 399390"/>
                <a:gd name="connsiteX43" fmla="*/ 418839 w 2912392"/>
                <a:gd name="connsiteY43" fmla="*/ 355654 h 399390"/>
                <a:gd name="connsiteX44" fmla="*/ 428580 w 2912392"/>
                <a:gd name="connsiteY44" fmla="*/ 356311 h 399390"/>
                <a:gd name="connsiteX45" fmla="*/ 438321 w 2912392"/>
                <a:gd name="connsiteY45" fmla="*/ 356887 h 399390"/>
                <a:gd name="connsiteX46" fmla="*/ 448060 w 2912392"/>
                <a:gd name="connsiteY46" fmla="*/ 357392 h 399390"/>
                <a:gd name="connsiteX47" fmla="*/ 457801 w 2912392"/>
                <a:gd name="connsiteY47" fmla="*/ 357826 h 399390"/>
                <a:gd name="connsiteX48" fmla="*/ 467542 w 2912392"/>
                <a:gd name="connsiteY48" fmla="*/ 358197 h 399390"/>
                <a:gd name="connsiteX49" fmla="*/ 477281 w 2912392"/>
                <a:gd name="connsiteY49" fmla="*/ 358508 h 399390"/>
                <a:gd name="connsiteX50" fmla="*/ 487022 w 2912392"/>
                <a:gd name="connsiteY50" fmla="*/ 358764 h 399390"/>
                <a:gd name="connsiteX51" fmla="*/ 496763 w 2912392"/>
                <a:gd name="connsiteY51" fmla="*/ 358973 h 399390"/>
                <a:gd name="connsiteX52" fmla="*/ 506503 w 2912392"/>
                <a:gd name="connsiteY52" fmla="*/ 359137 h 399390"/>
                <a:gd name="connsiteX53" fmla="*/ 516244 w 2912392"/>
                <a:gd name="connsiteY53" fmla="*/ 359261 h 399390"/>
                <a:gd name="connsiteX54" fmla="*/ 525985 w 2912392"/>
                <a:gd name="connsiteY54" fmla="*/ 359352 h 399390"/>
                <a:gd name="connsiteX55" fmla="*/ 535724 w 2912392"/>
                <a:gd name="connsiteY55" fmla="*/ 359411 h 399390"/>
                <a:gd name="connsiteX56" fmla="*/ 545465 w 2912392"/>
                <a:gd name="connsiteY56" fmla="*/ 359445 h 399390"/>
                <a:gd name="connsiteX57" fmla="*/ 555206 w 2912392"/>
                <a:gd name="connsiteY57" fmla="*/ 359459 h 399390"/>
                <a:gd name="connsiteX58" fmla="*/ 564946 w 2912392"/>
                <a:gd name="connsiteY58" fmla="*/ 359456 h 399390"/>
                <a:gd name="connsiteX59" fmla="*/ 574687 w 2912392"/>
                <a:gd name="connsiteY59" fmla="*/ 359441 h 399390"/>
                <a:gd name="connsiteX60" fmla="*/ 584428 w 2912392"/>
                <a:gd name="connsiteY60" fmla="*/ 359419 h 399390"/>
                <a:gd name="connsiteX61" fmla="*/ 594167 w 2912392"/>
                <a:gd name="connsiteY61" fmla="*/ 359390 h 399390"/>
                <a:gd name="connsiteX62" fmla="*/ 603908 w 2912392"/>
                <a:gd name="connsiteY62" fmla="*/ 359363 h 399390"/>
                <a:gd name="connsiteX63" fmla="*/ 613649 w 2912392"/>
                <a:gd name="connsiteY63" fmla="*/ 359338 h 399390"/>
                <a:gd name="connsiteX64" fmla="*/ 623388 w 2912392"/>
                <a:gd name="connsiteY64" fmla="*/ 359319 h 399390"/>
                <a:gd name="connsiteX65" fmla="*/ 633129 w 2912392"/>
                <a:gd name="connsiteY65" fmla="*/ 359310 h 399390"/>
                <a:gd name="connsiteX66" fmla="*/ 642870 w 2912392"/>
                <a:gd name="connsiteY66" fmla="*/ 359313 h 399390"/>
                <a:gd name="connsiteX67" fmla="*/ 652610 w 2912392"/>
                <a:gd name="connsiteY67" fmla="*/ 359332 h 399390"/>
                <a:gd name="connsiteX68" fmla="*/ 662351 w 2912392"/>
                <a:gd name="connsiteY68" fmla="*/ 359368 h 399390"/>
                <a:gd name="connsiteX69" fmla="*/ 672092 w 2912392"/>
                <a:gd name="connsiteY69" fmla="*/ 359424 h 399390"/>
                <a:gd name="connsiteX70" fmla="*/ 681831 w 2912392"/>
                <a:gd name="connsiteY70" fmla="*/ 359502 h 399390"/>
                <a:gd name="connsiteX71" fmla="*/ 691572 w 2912392"/>
                <a:gd name="connsiteY71" fmla="*/ 359605 h 399390"/>
                <a:gd name="connsiteX72" fmla="*/ 701313 w 2912392"/>
                <a:gd name="connsiteY72" fmla="*/ 359733 h 399390"/>
                <a:gd name="connsiteX73" fmla="*/ 711052 w 2912392"/>
                <a:gd name="connsiteY73" fmla="*/ 359888 h 399390"/>
                <a:gd name="connsiteX74" fmla="*/ 720793 w 2912392"/>
                <a:gd name="connsiteY74" fmla="*/ 360071 h 399390"/>
                <a:gd name="connsiteX75" fmla="*/ 730534 w 2912392"/>
                <a:gd name="connsiteY75" fmla="*/ 360284 h 399390"/>
                <a:gd name="connsiteX76" fmla="*/ 740274 w 2912392"/>
                <a:gd name="connsiteY76" fmla="*/ 360527 h 399390"/>
                <a:gd name="connsiteX77" fmla="*/ 750015 w 2912392"/>
                <a:gd name="connsiteY77" fmla="*/ 360803 h 399390"/>
                <a:gd name="connsiteX78" fmla="*/ 759756 w 2912392"/>
                <a:gd name="connsiteY78" fmla="*/ 361108 h 399390"/>
                <a:gd name="connsiteX79" fmla="*/ 769495 w 2912392"/>
                <a:gd name="connsiteY79" fmla="*/ 361446 h 399390"/>
                <a:gd name="connsiteX80" fmla="*/ 779236 w 2912392"/>
                <a:gd name="connsiteY80" fmla="*/ 361817 h 399390"/>
                <a:gd name="connsiteX81" fmla="*/ 788977 w 2912392"/>
                <a:gd name="connsiteY81" fmla="*/ 362221 h 399390"/>
                <a:gd name="connsiteX82" fmla="*/ 798717 w 2912392"/>
                <a:gd name="connsiteY82" fmla="*/ 362655 h 399390"/>
                <a:gd name="connsiteX83" fmla="*/ 808458 w 2912392"/>
                <a:gd name="connsiteY83" fmla="*/ 363122 h 399390"/>
                <a:gd name="connsiteX84" fmla="*/ 818199 w 2912392"/>
                <a:gd name="connsiteY84" fmla="*/ 363620 h 399390"/>
                <a:gd name="connsiteX85" fmla="*/ 827938 w 2912392"/>
                <a:gd name="connsiteY85" fmla="*/ 364149 h 399390"/>
                <a:gd name="connsiteX86" fmla="*/ 837679 w 2912392"/>
                <a:gd name="connsiteY86" fmla="*/ 364708 h 399390"/>
                <a:gd name="connsiteX87" fmla="*/ 847420 w 2912392"/>
                <a:gd name="connsiteY87" fmla="*/ 365296 h 399390"/>
                <a:gd name="connsiteX88" fmla="*/ 857159 w 2912392"/>
                <a:gd name="connsiteY88" fmla="*/ 365913 h 399390"/>
                <a:gd name="connsiteX89" fmla="*/ 866900 w 2912392"/>
                <a:gd name="connsiteY89" fmla="*/ 366558 h 399390"/>
                <a:gd name="connsiteX90" fmla="*/ 876641 w 2912392"/>
                <a:gd name="connsiteY90" fmla="*/ 367229 h 399390"/>
                <a:gd name="connsiteX91" fmla="*/ 886381 w 2912392"/>
                <a:gd name="connsiteY91" fmla="*/ 367926 h 399390"/>
                <a:gd name="connsiteX92" fmla="*/ 896122 w 2912392"/>
                <a:gd name="connsiteY92" fmla="*/ 368645 h 399390"/>
                <a:gd name="connsiteX93" fmla="*/ 905863 w 2912392"/>
                <a:gd name="connsiteY93" fmla="*/ 369390 h 399390"/>
                <a:gd name="connsiteX94" fmla="*/ 915602 w 2912392"/>
                <a:gd name="connsiteY94" fmla="*/ 370155 h 399390"/>
                <a:gd name="connsiteX95" fmla="*/ 925343 w 2912392"/>
                <a:gd name="connsiteY95" fmla="*/ 370940 h 399390"/>
                <a:gd name="connsiteX96" fmla="*/ 935084 w 2912392"/>
                <a:gd name="connsiteY96" fmla="*/ 371745 h 399390"/>
                <a:gd name="connsiteX97" fmla="*/ 944824 w 2912392"/>
                <a:gd name="connsiteY97" fmla="*/ 372567 h 399390"/>
                <a:gd name="connsiteX98" fmla="*/ 954564 w 2912392"/>
                <a:gd name="connsiteY98" fmla="*/ 373404 h 399390"/>
                <a:gd name="connsiteX99" fmla="*/ 964305 w 2912392"/>
                <a:gd name="connsiteY99" fmla="*/ 374256 h 399390"/>
                <a:gd name="connsiteX100" fmla="*/ 974045 w 2912392"/>
                <a:gd name="connsiteY100" fmla="*/ 375122 h 399390"/>
                <a:gd name="connsiteX101" fmla="*/ 983786 w 2912392"/>
                <a:gd name="connsiteY101" fmla="*/ 375998 h 399390"/>
                <a:gd name="connsiteX102" fmla="*/ 993522 w 2912392"/>
                <a:gd name="connsiteY102" fmla="*/ 376883 h 399390"/>
                <a:gd name="connsiteX103" fmla="*/ 1003266 w 2912392"/>
                <a:gd name="connsiteY103" fmla="*/ 377777 h 399390"/>
                <a:gd name="connsiteX104" fmla="*/ 1013010 w 2912392"/>
                <a:gd name="connsiteY104" fmla="*/ 378678 h 399390"/>
                <a:gd name="connsiteX105" fmla="*/ 1022754 w 2912392"/>
                <a:gd name="connsiteY105" fmla="*/ 379583 h 399390"/>
                <a:gd name="connsiteX106" fmla="*/ 1032483 w 2912392"/>
                <a:gd name="connsiteY106" fmla="*/ 380490 h 399390"/>
                <a:gd name="connsiteX107" fmla="*/ 1042227 w 2912392"/>
                <a:gd name="connsiteY107" fmla="*/ 381400 h 399390"/>
                <a:gd name="connsiteX108" fmla="*/ 1051971 w 2912392"/>
                <a:gd name="connsiteY108" fmla="*/ 382309 h 399390"/>
                <a:gd name="connsiteX109" fmla="*/ 1061715 w 2912392"/>
                <a:gd name="connsiteY109" fmla="*/ 383215 h 399390"/>
                <a:gd name="connsiteX110" fmla="*/ 1071444 w 2912392"/>
                <a:gd name="connsiteY110" fmla="*/ 384118 h 399390"/>
                <a:gd name="connsiteX111" fmla="*/ 1081188 w 2912392"/>
                <a:gd name="connsiteY111" fmla="*/ 385015 h 399390"/>
                <a:gd name="connsiteX112" fmla="*/ 1090932 w 2912392"/>
                <a:gd name="connsiteY112" fmla="*/ 385904 h 399390"/>
                <a:gd name="connsiteX113" fmla="*/ 1100676 w 2912392"/>
                <a:gd name="connsiteY113" fmla="*/ 386785 h 399390"/>
                <a:gd name="connsiteX114" fmla="*/ 1110405 w 2912392"/>
                <a:gd name="connsiteY114" fmla="*/ 387654 h 399390"/>
                <a:gd name="connsiteX115" fmla="*/ 1120149 w 2912392"/>
                <a:gd name="connsiteY115" fmla="*/ 388507 h 399390"/>
                <a:gd name="connsiteX116" fmla="*/ 1129893 w 2912392"/>
                <a:gd name="connsiteY116" fmla="*/ 389348 h 399390"/>
                <a:gd name="connsiteX117" fmla="*/ 1139637 w 2912392"/>
                <a:gd name="connsiteY117" fmla="*/ 390169 h 399390"/>
                <a:gd name="connsiteX118" fmla="*/ 1149381 w 2912392"/>
                <a:gd name="connsiteY118" fmla="*/ 390972 h 399390"/>
                <a:gd name="connsiteX119" fmla="*/ 1159110 w 2912392"/>
                <a:gd name="connsiteY119" fmla="*/ 391752 h 399390"/>
                <a:gd name="connsiteX120" fmla="*/ 1168854 w 2912392"/>
                <a:gd name="connsiteY120" fmla="*/ 392509 h 399390"/>
                <a:gd name="connsiteX121" fmla="*/ 1178598 w 2912392"/>
                <a:gd name="connsiteY121" fmla="*/ 393241 h 399390"/>
                <a:gd name="connsiteX122" fmla="*/ 1188341 w 2912392"/>
                <a:gd name="connsiteY122" fmla="*/ 393942 h 399390"/>
                <a:gd name="connsiteX123" fmla="*/ 1198070 w 2912392"/>
                <a:gd name="connsiteY123" fmla="*/ 394614 h 399390"/>
                <a:gd name="connsiteX124" fmla="*/ 1207814 w 2912392"/>
                <a:gd name="connsiteY124" fmla="*/ 395254 h 399390"/>
                <a:gd name="connsiteX125" fmla="*/ 1217558 w 2912392"/>
                <a:gd name="connsiteY125" fmla="*/ 395857 h 399390"/>
                <a:gd name="connsiteX126" fmla="*/ 1227302 w 2912392"/>
                <a:gd name="connsiteY126" fmla="*/ 396422 h 399390"/>
                <a:gd name="connsiteX127" fmla="*/ 1237031 w 2912392"/>
                <a:gd name="connsiteY127" fmla="*/ 396946 h 399390"/>
                <a:gd name="connsiteX128" fmla="*/ 1246775 w 2912392"/>
                <a:gd name="connsiteY128" fmla="*/ 397427 h 399390"/>
                <a:gd name="connsiteX129" fmla="*/ 1256519 w 2912392"/>
                <a:gd name="connsiteY129" fmla="*/ 397862 h 399390"/>
                <a:gd name="connsiteX130" fmla="*/ 1266263 w 2912392"/>
                <a:gd name="connsiteY130" fmla="*/ 398248 h 399390"/>
                <a:gd name="connsiteX131" fmla="*/ 1276007 w 2912392"/>
                <a:gd name="connsiteY131" fmla="*/ 398584 h 399390"/>
                <a:gd name="connsiteX132" fmla="*/ 1285736 w 2912392"/>
                <a:gd name="connsiteY132" fmla="*/ 398865 h 399390"/>
                <a:gd name="connsiteX133" fmla="*/ 1295480 w 2912392"/>
                <a:gd name="connsiteY133" fmla="*/ 399090 h 399390"/>
                <a:gd name="connsiteX134" fmla="*/ 1305224 w 2912392"/>
                <a:gd name="connsiteY134" fmla="*/ 399254 h 399390"/>
                <a:gd name="connsiteX135" fmla="*/ 1314968 w 2912392"/>
                <a:gd name="connsiteY135" fmla="*/ 399355 h 399390"/>
                <a:gd name="connsiteX136" fmla="*/ 1324697 w 2912392"/>
                <a:gd name="connsiteY136" fmla="*/ 399391 h 399390"/>
                <a:gd name="connsiteX137" fmla="*/ 1334441 w 2912392"/>
                <a:gd name="connsiteY137" fmla="*/ 399358 h 399390"/>
                <a:gd name="connsiteX138" fmla="*/ 1344185 w 2912392"/>
                <a:gd name="connsiteY138" fmla="*/ 399254 h 399390"/>
                <a:gd name="connsiteX139" fmla="*/ 1353929 w 2912392"/>
                <a:gd name="connsiteY139" fmla="*/ 399077 h 399390"/>
                <a:gd name="connsiteX140" fmla="*/ 1363658 w 2912392"/>
                <a:gd name="connsiteY140" fmla="*/ 398820 h 399390"/>
                <a:gd name="connsiteX141" fmla="*/ 1373402 w 2912392"/>
                <a:gd name="connsiteY141" fmla="*/ 398485 h 399390"/>
                <a:gd name="connsiteX142" fmla="*/ 1383146 w 2912392"/>
                <a:gd name="connsiteY142" fmla="*/ 398067 h 399390"/>
                <a:gd name="connsiteX143" fmla="*/ 1392890 w 2912392"/>
                <a:gd name="connsiteY143" fmla="*/ 397561 h 399390"/>
                <a:gd name="connsiteX144" fmla="*/ 1402619 w 2912392"/>
                <a:gd name="connsiteY144" fmla="*/ 396970 h 399390"/>
                <a:gd name="connsiteX145" fmla="*/ 1412363 w 2912392"/>
                <a:gd name="connsiteY145" fmla="*/ 396285 h 399390"/>
                <a:gd name="connsiteX146" fmla="*/ 1422106 w 2912392"/>
                <a:gd name="connsiteY146" fmla="*/ 395507 h 399390"/>
                <a:gd name="connsiteX147" fmla="*/ 1431850 w 2912392"/>
                <a:gd name="connsiteY147" fmla="*/ 394634 h 399390"/>
                <a:gd name="connsiteX148" fmla="*/ 1441594 w 2912392"/>
                <a:gd name="connsiteY148" fmla="*/ 393659 h 399390"/>
                <a:gd name="connsiteX149" fmla="*/ 1451323 w 2912392"/>
                <a:gd name="connsiteY149" fmla="*/ 392585 h 399390"/>
                <a:gd name="connsiteX150" fmla="*/ 1461067 w 2912392"/>
                <a:gd name="connsiteY150" fmla="*/ 391408 h 399390"/>
                <a:gd name="connsiteX151" fmla="*/ 1470811 w 2912392"/>
                <a:gd name="connsiteY151" fmla="*/ 390125 h 399390"/>
                <a:gd name="connsiteX152" fmla="*/ 1480555 w 2912392"/>
                <a:gd name="connsiteY152" fmla="*/ 388734 h 399390"/>
                <a:gd name="connsiteX153" fmla="*/ 1490284 w 2912392"/>
                <a:gd name="connsiteY153" fmla="*/ 387235 h 399390"/>
                <a:gd name="connsiteX154" fmla="*/ 1500028 w 2912392"/>
                <a:gd name="connsiteY154" fmla="*/ 385624 h 399390"/>
                <a:gd name="connsiteX155" fmla="*/ 1509772 w 2912392"/>
                <a:gd name="connsiteY155" fmla="*/ 383901 h 399390"/>
                <a:gd name="connsiteX156" fmla="*/ 1519516 w 2912392"/>
                <a:gd name="connsiteY156" fmla="*/ 382063 h 399390"/>
                <a:gd name="connsiteX157" fmla="*/ 1529245 w 2912392"/>
                <a:gd name="connsiteY157" fmla="*/ 380110 h 399390"/>
                <a:gd name="connsiteX158" fmla="*/ 1538989 w 2912392"/>
                <a:gd name="connsiteY158" fmla="*/ 378042 h 399390"/>
                <a:gd name="connsiteX159" fmla="*/ 1548733 w 2912392"/>
                <a:gd name="connsiteY159" fmla="*/ 375857 h 399390"/>
                <a:gd name="connsiteX160" fmla="*/ 1558477 w 2912392"/>
                <a:gd name="connsiteY160" fmla="*/ 373553 h 399390"/>
                <a:gd name="connsiteX161" fmla="*/ 1568221 w 2912392"/>
                <a:gd name="connsiteY161" fmla="*/ 371134 h 399390"/>
                <a:gd name="connsiteX162" fmla="*/ 1577950 w 2912392"/>
                <a:gd name="connsiteY162" fmla="*/ 368595 h 399390"/>
                <a:gd name="connsiteX163" fmla="*/ 1587694 w 2912392"/>
                <a:gd name="connsiteY163" fmla="*/ 365938 h 399390"/>
                <a:gd name="connsiteX164" fmla="*/ 1597438 w 2912392"/>
                <a:gd name="connsiteY164" fmla="*/ 363164 h 399390"/>
                <a:gd name="connsiteX165" fmla="*/ 1607182 w 2912392"/>
                <a:gd name="connsiteY165" fmla="*/ 360272 h 399390"/>
                <a:gd name="connsiteX166" fmla="*/ 1616911 w 2912392"/>
                <a:gd name="connsiteY166" fmla="*/ 357264 h 399390"/>
                <a:gd name="connsiteX167" fmla="*/ 1626655 w 2912392"/>
                <a:gd name="connsiteY167" fmla="*/ 354140 h 399390"/>
                <a:gd name="connsiteX168" fmla="*/ 1636399 w 2912392"/>
                <a:gd name="connsiteY168" fmla="*/ 350901 h 399390"/>
                <a:gd name="connsiteX169" fmla="*/ 1646142 w 2912392"/>
                <a:gd name="connsiteY169" fmla="*/ 347550 h 399390"/>
                <a:gd name="connsiteX170" fmla="*/ 1655872 w 2912392"/>
                <a:gd name="connsiteY170" fmla="*/ 344086 h 399390"/>
                <a:gd name="connsiteX171" fmla="*/ 1665616 w 2912392"/>
                <a:gd name="connsiteY171" fmla="*/ 340513 h 399390"/>
                <a:gd name="connsiteX172" fmla="*/ 1675359 w 2912392"/>
                <a:gd name="connsiteY172" fmla="*/ 336833 h 399390"/>
                <a:gd name="connsiteX173" fmla="*/ 1685103 w 2912392"/>
                <a:gd name="connsiteY173" fmla="*/ 333046 h 399390"/>
                <a:gd name="connsiteX174" fmla="*/ 1694832 w 2912392"/>
                <a:gd name="connsiteY174" fmla="*/ 329157 h 399390"/>
                <a:gd name="connsiteX175" fmla="*/ 1704576 w 2912392"/>
                <a:gd name="connsiteY175" fmla="*/ 325167 h 399390"/>
                <a:gd name="connsiteX176" fmla="*/ 1714320 w 2912392"/>
                <a:gd name="connsiteY176" fmla="*/ 321081 h 399390"/>
                <a:gd name="connsiteX177" fmla="*/ 1724064 w 2912392"/>
                <a:gd name="connsiteY177" fmla="*/ 316900 h 399390"/>
                <a:gd name="connsiteX178" fmla="*/ 1733808 w 2912392"/>
                <a:gd name="connsiteY178" fmla="*/ 312628 h 399390"/>
                <a:gd name="connsiteX179" fmla="*/ 1743537 w 2912392"/>
                <a:gd name="connsiteY179" fmla="*/ 308267 h 399390"/>
                <a:gd name="connsiteX180" fmla="*/ 1753281 w 2912392"/>
                <a:gd name="connsiteY180" fmla="*/ 303823 h 399390"/>
                <a:gd name="connsiteX181" fmla="*/ 1763025 w 2912392"/>
                <a:gd name="connsiteY181" fmla="*/ 299298 h 399390"/>
                <a:gd name="connsiteX182" fmla="*/ 1772769 w 2912392"/>
                <a:gd name="connsiteY182" fmla="*/ 294697 h 399390"/>
                <a:gd name="connsiteX183" fmla="*/ 1782498 w 2912392"/>
                <a:gd name="connsiteY183" fmla="*/ 290025 h 399390"/>
                <a:gd name="connsiteX184" fmla="*/ 1792242 w 2912392"/>
                <a:gd name="connsiteY184" fmla="*/ 285283 h 399390"/>
                <a:gd name="connsiteX185" fmla="*/ 1801986 w 2912392"/>
                <a:gd name="connsiteY185" fmla="*/ 280478 h 399390"/>
                <a:gd name="connsiteX186" fmla="*/ 1811730 w 2912392"/>
                <a:gd name="connsiteY186" fmla="*/ 275613 h 399390"/>
                <a:gd name="connsiteX187" fmla="*/ 1821459 w 2912392"/>
                <a:gd name="connsiteY187" fmla="*/ 270692 h 399390"/>
                <a:gd name="connsiteX188" fmla="*/ 1831203 w 2912392"/>
                <a:gd name="connsiteY188" fmla="*/ 265723 h 399390"/>
                <a:gd name="connsiteX189" fmla="*/ 1840947 w 2912392"/>
                <a:gd name="connsiteY189" fmla="*/ 260707 h 399390"/>
                <a:gd name="connsiteX190" fmla="*/ 1850691 w 2912392"/>
                <a:gd name="connsiteY190" fmla="*/ 255650 h 399390"/>
                <a:gd name="connsiteX191" fmla="*/ 1860435 w 2912392"/>
                <a:gd name="connsiteY191" fmla="*/ 250558 h 399390"/>
                <a:gd name="connsiteX192" fmla="*/ 1870164 w 2912392"/>
                <a:gd name="connsiteY192" fmla="*/ 245434 h 399390"/>
                <a:gd name="connsiteX193" fmla="*/ 1879908 w 2912392"/>
                <a:gd name="connsiteY193" fmla="*/ 240283 h 399390"/>
                <a:gd name="connsiteX194" fmla="*/ 1889652 w 2912392"/>
                <a:gd name="connsiteY194" fmla="*/ 235112 h 399390"/>
                <a:gd name="connsiteX195" fmla="*/ 1899395 w 2912392"/>
                <a:gd name="connsiteY195" fmla="*/ 229923 h 399390"/>
                <a:gd name="connsiteX196" fmla="*/ 1909124 w 2912392"/>
                <a:gd name="connsiteY196" fmla="*/ 224723 h 399390"/>
                <a:gd name="connsiteX197" fmla="*/ 1918868 w 2912392"/>
                <a:gd name="connsiteY197" fmla="*/ 219517 h 399390"/>
                <a:gd name="connsiteX198" fmla="*/ 1928612 w 2912392"/>
                <a:gd name="connsiteY198" fmla="*/ 214308 h 399390"/>
                <a:gd name="connsiteX199" fmla="*/ 1938356 w 2912392"/>
                <a:gd name="connsiteY199" fmla="*/ 209103 h 399390"/>
                <a:gd name="connsiteX200" fmla="*/ 1948085 w 2912392"/>
                <a:gd name="connsiteY200" fmla="*/ 203906 h 399390"/>
                <a:gd name="connsiteX201" fmla="*/ 1957829 w 2912392"/>
                <a:gd name="connsiteY201" fmla="*/ 198721 h 399390"/>
                <a:gd name="connsiteX202" fmla="*/ 1967573 w 2912392"/>
                <a:gd name="connsiteY202" fmla="*/ 193553 h 399390"/>
                <a:gd name="connsiteX203" fmla="*/ 1977317 w 2912392"/>
                <a:gd name="connsiteY203" fmla="*/ 188407 h 399390"/>
                <a:gd name="connsiteX204" fmla="*/ 1987046 w 2912392"/>
                <a:gd name="connsiteY204" fmla="*/ 183287 h 399390"/>
                <a:gd name="connsiteX205" fmla="*/ 1996790 w 2912392"/>
                <a:gd name="connsiteY205" fmla="*/ 178199 h 399390"/>
                <a:gd name="connsiteX206" fmla="*/ 2006534 w 2912392"/>
                <a:gd name="connsiteY206" fmla="*/ 173147 h 399390"/>
                <a:gd name="connsiteX207" fmla="*/ 2016278 w 2912392"/>
                <a:gd name="connsiteY207" fmla="*/ 168134 h 399390"/>
                <a:gd name="connsiteX208" fmla="*/ 2026022 w 2912392"/>
                <a:gd name="connsiteY208" fmla="*/ 163165 h 399390"/>
                <a:gd name="connsiteX209" fmla="*/ 2035751 w 2912392"/>
                <a:gd name="connsiteY209" fmla="*/ 158244 h 399390"/>
                <a:gd name="connsiteX210" fmla="*/ 2045495 w 2912392"/>
                <a:gd name="connsiteY210" fmla="*/ 153375 h 399390"/>
                <a:gd name="connsiteX211" fmla="*/ 2055239 w 2912392"/>
                <a:gd name="connsiteY211" fmla="*/ 148561 h 399390"/>
                <a:gd name="connsiteX212" fmla="*/ 2064983 w 2912392"/>
                <a:gd name="connsiteY212" fmla="*/ 143806 h 399390"/>
                <a:gd name="connsiteX213" fmla="*/ 2074712 w 2912392"/>
                <a:gd name="connsiteY213" fmla="*/ 139115 h 399390"/>
                <a:gd name="connsiteX214" fmla="*/ 2084456 w 2912392"/>
                <a:gd name="connsiteY214" fmla="*/ 134490 h 399390"/>
                <a:gd name="connsiteX215" fmla="*/ 2094200 w 2912392"/>
                <a:gd name="connsiteY215" fmla="*/ 129936 h 399390"/>
                <a:gd name="connsiteX216" fmla="*/ 2103944 w 2912392"/>
                <a:gd name="connsiteY216" fmla="*/ 125454 h 399390"/>
                <a:gd name="connsiteX217" fmla="*/ 2113673 w 2912392"/>
                <a:gd name="connsiteY217" fmla="*/ 121050 h 399390"/>
                <a:gd name="connsiteX218" fmla="*/ 2123417 w 2912392"/>
                <a:gd name="connsiteY218" fmla="*/ 116723 h 399390"/>
                <a:gd name="connsiteX219" fmla="*/ 2133161 w 2912392"/>
                <a:gd name="connsiteY219" fmla="*/ 112478 h 399390"/>
                <a:gd name="connsiteX220" fmla="*/ 2142905 w 2912392"/>
                <a:gd name="connsiteY220" fmla="*/ 108319 h 399390"/>
                <a:gd name="connsiteX221" fmla="*/ 2152649 w 2912392"/>
                <a:gd name="connsiteY221" fmla="*/ 104245 h 399390"/>
                <a:gd name="connsiteX222" fmla="*/ 2162377 w 2912392"/>
                <a:gd name="connsiteY222" fmla="*/ 100263 h 399390"/>
                <a:gd name="connsiteX223" fmla="*/ 2172121 w 2912392"/>
                <a:gd name="connsiteY223" fmla="*/ 96370 h 399390"/>
                <a:gd name="connsiteX224" fmla="*/ 2181865 w 2912392"/>
                <a:gd name="connsiteY224" fmla="*/ 92572 h 399390"/>
                <a:gd name="connsiteX225" fmla="*/ 2191609 w 2912392"/>
                <a:gd name="connsiteY225" fmla="*/ 88868 h 399390"/>
                <a:gd name="connsiteX226" fmla="*/ 2201338 w 2912392"/>
                <a:gd name="connsiteY226" fmla="*/ 85261 h 399390"/>
                <a:gd name="connsiteX227" fmla="*/ 2211082 w 2912392"/>
                <a:gd name="connsiteY227" fmla="*/ 81754 h 399390"/>
                <a:gd name="connsiteX228" fmla="*/ 2220826 w 2912392"/>
                <a:gd name="connsiteY228" fmla="*/ 78346 h 399390"/>
                <a:gd name="connsiteX229" fmla="*/ 2230570 w 2912392"/>
                <a:gd name="connsiteY229" fmla="*/ 75039 h 399390"/>
                <a:gd name="connsiteX230" fmla="*/ 2240299 w 2912392"/>
                <a:gd name="connsiteY230" fmla="*/ 71835 h 399390"/>
                <a:gd name="connsiteX231" fmla="*/ 2250043 w 2912392"/>
                <a:gd name="connsiteY231" fmla="*/ 68733 h 399390"/>
                <a:gd name="connsiteX232" fmla="*/ 2259787 w 2912392"/>
                <a:gd name="connsiteY232" fmla="*/ 65736 h 399390"/>
                <a:gd name="connsiteX233" fmla="*/ 2269531 w 2912392"/>
                <a:gd name="connsiteY233" fmla="*/ 62842 h 399390"/>
                <a:gd name="connsiteX234" fmla="*/ 2279260 w 2912392"/>
                <a:gd name="connsiteY234" fmla="*/ 60055 h 399390"/>
                <a:gd name="connsiteX235" fmla="*/ 2289004 w 2912392"/>
                <a:gd name="connsiteY235" fmla="*/ 57372 h 399390"/>
                <a:gd name="connsiteX236" fmla="*/ 2298748 w 2912392"/>
                <a:gd name="connsiteY236" fmla="*/ 54794 h 399390"/>
                <a:gd name="connsiteX237" fmla="*/ 2308492 w 2912392"/>
                <a:gd name="connsiteY237" fmla="*/ 52321 h 399390"/>
                <a:gd name="connsiteX238" fmla="*/ 2318236 w 2912392"/>
                <a:gd name="connsiteY238" fmla="*/ 49952 h 399390"/>
                <a:gd name="connsiteX239" fmla="*/ 2327965 w 2912392"/>
                <a:gd name="connsiteY239" fmla="*/ 47689 h 399390"/>
                <a:gd name="connsiteX240" fmla="*/ 2337709 w 2912392"/>
                <a:gd name="connsiteY240" fmla="*/ 45528 h 399390"/>
                <a:gd name="connsiteX241" fmla="*/ 2347453 w 2912392"/>
                <a:gd name="connsiteY241" fmla="*/ 43471 h 399390"/>
                <a:gd name="connsiteX242" fmla="*/ 2357197 w 2912392"/>
                <a:gd name="connsiteY242" fmla="*/ 41515 h 399390"/>
                <a:gd name="connsiteX243" fmla="*/ 2366926 w 2912392"/>
                <a:gd name="connsiteY243" fmla="*/ 39660 h 399390"/>
                <a:gd name="connsiteX244" fmla="*/ 2376670 w 2912392"/>
                <a:gd name="connsiteY244" fmla="*/ 37904 h 399390"/>
                <a:gd name="connsiteX245" fmla="*/ 2386413 w 2912392"/>
                <a:gd name="connsiteY245" fmla="*/ 36246 h 399390"/>
                <a:gd name="connsiteX246" fmla="*/ 2396157 w 2912392"/>
                <a:gd name="connsiteY246" fmla="*/ 34683 h 399390"/>
                <a:gd name="connsiteX247" fmla="*/ 2405886 w 2912392"/>
                <a:gd name="connsiteY247" fmla="*/ 33216 h 399390"/>
                <a:gd name="connsiteX248" fmla="*/ 2415630 w 2912392"/>
                <a:gd name="connsiteY248" fmla="*/ 31841 h 399390"/>
                <a:gd name="connsiteX249" fmla="*/ 2425374 w 2912392"/>
                <a:gd name="connsiteY249" fmla="*/ 30555 h 399390"/>
                <a:gd name="connsiteX250" fmla="*/ 2435118 w 2912392"/>
                <a:gd name="connsiteY250" fmla="*/ 29358 h 399390"/>
                <a:gd name="connsiteX251" fmla="*/ 2444862 w 2912392"/>
                <a:gd name="connsiteY251" fmla="*/ 28246 h 399390"/>
                <a:gd name="connsiteX252" fmla="*/ 2454591 w 2912392"/>
                <a:gd name="connsiteY252" fmla="*/ 27214 h 399390"/>
                <a:gd name="connsiteX253" fmla="*/ 2464335 w 2912392"/>
                <a:gd name="connsiteY253" fmla="*/ 26262 h 399390"/>
                <a:gd name="connsiteX254" fmla="*/ 2474079 w 2912392"/>
                <a:gd name="connsiteY254" fmla="*/ 25388 h 399390"/>
                <a:gd name="connsiteX255" fmla="*/ 2483823 w 2912392"/>
                <a:gd name="connsiteY255" fmla="*/ 24586 h 399390"/>
                <a:gd name="connsiteX256" fmla="*/ 2493552 w 2912392"/>
                <a:gd name="connsiteY256" fmla="*/ 23855 h 399390"/>
                <a:gd name="connsiteX257" fmla="*/ 2503296 w 2912392"/>
                <a:gd name="connsiteY257" fmla="*/ 23189 h 399390"/>
                <a:gd name="connsiteX258" fmla="*/ 2513040 w 2912392"/>
                <a:gd name="connsiteY258" fmla="*/ 22584 h 399390"/>
                <a:gd name="connsiteX259" fmla="*/ 2522784 w 2912392"/>
                <a:gd name="connsiteY259" fmla="*/ 22040 h 399390"/>
                <a:gd name="connsiteX260" fmla="*/ 2532513 w 2912392"/>
                <a:gd name="connsiteY260" fmla="*/ 21550 h 399390"/>
                <a:gd name="connsiteX261" fmla="*/ 2542257 w 2912392"/>
                <a:gd name="connsiteY261" fmla="*/ 21110 h 399390"/>
                <a:gd name="connsiteX262" fmla="*/ 2552001 w 2912392"/>
                <a:gd name="connsiteY262" fmla="*/ 20717 h 399390"/>
                <a:gd name="connsiteX263" fmla="*/ 2561745 w 2912392"/>
                <a:gd name="connsiteY263" fmla="*/ 20367 h 399390"/>
                <a:gd name="connsiteX264" fmla="*/ 2571474 w 2912392"/>
                <a:gd name="connsiteY264" fmla="*/ 20054 h 399390"/>
                <a:gd name="connsiteX265" fmla="*/ 2581218 w 2912392"/>
                <a:gd name="connsiteY265" fmla="*/ 19774 h 399390"/>
                <a:gd name="connsiteX266" fmla="*/ 2590962 w 2912392"/>
                <a:gd name="connsiteY266" fmla="*/ 19524 h 399390"/>
                <a:gd name="connsiteX267" fmla="*/ 2600705 w 2912392"/>
                <a:gd name="connsiteY267" fmla="*/ 19297 h 399390"/>
                <a:gd name="connsiteX268" fmla="*/ 2610449 w 2912392"/>
                <a:gd name="connsiteY268" fmla="*/ 19090 h 399390"/>
                <a:gd name="connsiteX269" fmla="*/ 2620178 w 2912392"/>
                <a:gd name="connsiteY269" fmla="*/ 18898 h 399390"/>
                <a:gd name="connsiteX270" fmla="*/ 2629922 w 2912392"/>
                <a:gd name="connsiteY270" fmla="*/ 18718 h 399390"/>
                <a:gd name="connsiteX271" fmla="*/ 2639666 w 2912392"/>
                <a:gd name="connsiteY271" fmla="*/ 18542 h 399390"/>
                <a:gd name="connsiteX272" fmla="*/ 2649410 w 2912392"/>
                <a:gd name="connsiteY272" fmla="*/ 18366 h 399390"/>
                <a:gd name="connsiteX273" fmla="*/ 2659139 w 2912392"/>
                <a:gd name="connsiteY273" fmla="*/ 18189 h 399390"/>
                <a:gd name="connsiteX274" fmla="*/ 2668883 w 2912392"/>
                <a:gd name="connsiteY274" fmla="*/ 18002 h 399390"/>
                <a:gd name="connsiteX275" fmla="*/ 2678627 w 2912392"/>
                <a:gd name="connsiteY275" fmla="*/ 17803 h 399390"/>
                <a:gd name="connsiteX276" fmla="*/ 2688371 w 2912392"/>
                <a:gd name="connsiteY276" fmla="*/ 17585 h 399390"/>
                <a:gd name="connsiteX277" fmla="*/ 2698100 w 2912392"/>
                <a:gd name="connsiteY277" fmla="*/ 17348 h 399390"/>
                <a:gd name="connsiteX278" fmla="*/ 2707844 w 2912392"/>
                <a:gd name="connsiteY278" fmla="*/ 17083 h 399390"/>
                <a:gd name="connsiteX279" fmla="*/ 2717588 w 2912392"/>
                <a:gd name="connsiteY279" fmla="*/ 16790 h 399390"/>
                <a:gd name="connsiteX280" fmla="*/ 2727332 w 2912392"/>
                <a:gd name="connsiteY280" fmla="*/ 16462 h 399390"/>
                <a:gd name="connsiteX281" fmla="*/ 2737076 w 2912392"/>
                <a:gd name="connsiteY281" fmla="*/ 16095 h 399390"/>
                <a:gd name="connsiteX282" fmla="*/ 2746805 w 2912392"/>
                <a:gd name="connsiteY282" fmla="*/ 15689 h 399390"/>
                <a:gd name="connsiteX283" fmla="*/ 2756549 w 2912392"/>
                <a:gd name="connsiteY283" fmla="*/ 15237 h 399390"/>
                <a:gd name="connsiteX284" fmla="*/ 2766293 w 2912392"/>
                <a:gd name="connsiteY284" fmla="*/ 14737 h 399390"/>
                <a:gd name="connsiteX285" fmla="*/ 2776037 w 2912392"/>
                <a:gd name="connsiteY285" fmla="*/ 14184 h 399390"/>
                <a:gd name="connsiteX286" fmla="*/ 2785766 w 2912392"/>
                <a:gd name="connsiteY286" fmla="*/ 13579 h 399390"/>
                <a:gd name="connsiteX287" fmla="*/ 2795510 w 2912392"/>
                <a:gd name="connsiteY287" fmla="*/ 12916 h 399390"/>
                <a:gd name="connsiteX288" fmla="*/ 2805254 w 2912392"/>
                <a:gd name="connsiteY288" fmla="*/ 12195 h 399390"/>
                <a:gd name="connsiteX289" fmla="*/ 2814998 w 2912392"/>
                <a:gd name="connsiteY289" fmla="*/ 11413 h 399390"/>
                <a:gd name="connsiteX290" fmla="*/ 2824727 w 2912392"/>
                <a:gd name="connsiteY290" fmla="*/ 10568 h 399390"/>
                <a:gd name="connsiteX291" fmla="*/ 2834471 w 2912392"/>
                <a:gd name="connsiteY291" fmla="*/ 9658 h 399390"/>
                <a:gd name="connsiteX292" fmla="*/ 2844215 w 2912392"/>
                <a:gd name="connsiteY292" fmla="*/ 8683 h 399390"/>
                <a:gd name="connsiteX293" fmla="*/ 2853958 w 2912392"/>
                <a:gd name="connsiteY293" fmla="*/ 7643 h 399390"/>
                <a:gd name="connsiteX294" fmla="*/ 2863687 w 2912392"/>
                <a:gd name="connsiteY294" fmla="*/ 6535 h 399390"/>
                <a:gd name="connsiteX295" fmla="*/ 2873431 w 2912392"/>
                <a:gd name="connsiteY295" fmla="*/ 5361 h 399390"/>
                <a:gd name="connsiteX296" fmla="*/ 2883175 w 2912392"/>
                <a:gd name="connsiteY296" fmla="*/ 4120 h 399390"/>
                <a:gd name="connsiteX297" fmla="*/ 2892919 w 2912392"/>
                <a:gd name="connsiteY297" fmla="*/ 2811 h 399390"/>
                <a:gd name="connsiteX298" fmla="*/ 2902663 w 2912392"/>
                <a:gd name="connsiteY298" fmla="*/ 1438 h 399390"/>
                <a:gd name="connsiteX299" fmla="*/ 2912392 w 2912392"/>
                <a:gd name="connsiteY299" fmla="*/ 0 h 399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99390">
                  <a:moveTo>
                    <a:pt x="0" y="218164"/>
                  </a:moveTo>
                  <a:lnTo>
                    <a:pt x="9739" y="223544"/>
                  </a:lnTo>
                  <a:lnTo>
                    <a:pt x="19480" y="228877"/>
                  </a:lnTo>
                  <a:lnTo>
                    <a:pt x="29221" y="234154"/>
                  </a:lnTo>
                  <a:lnTo>
                    <a:pt x="38961" y="239369"/>
                  </a:lnTo>
                  <a:lnTo>
                    <a:pt x="48702" y="244515"/>
                  </a:lnTo>
                  <a:lnTo>
                    <a:pt x="58443" y="249588"/>
                  </a:lnTo>
                  <a:lnTo>
                    <a:pt x="68182" y="254580"/>
                  </a:lnTo>
                  <a:lnTo>
                    <a:pt x="77923" y="259488"/>
                  </a:lnTo>
                  <a:lnTo>
                    <a:pt x="87664" y="264303"/>
                  </a:lnTo>
                  <a:lnTo>
                    <a:pt x="97404" y="269023"/>
                  </a:lnTo>
                  <a:lnTo>
                    <a:pt x="107145" y="273642"/>
                  </a:lnTo>
                  <a:lnTo>
                    <a:pt x="116886" y="278155"/>
                  </a:lnTo>
                  <a:lnTo>
                    <a:pt x="126625" y="282558"/>
                  </a:lnTo>
                  <a:lnTo>
                    <a:pt x="136366" y="286847"/>
                  </a:lnTo>
                  <a:lnTo>
                    <a:pt x="146107" y="291017"/>
                  </a:lnTo>
                  <a:lnTo>
                    <a:pt x="155846" y="295067"/>
                  </a:lnTo>
                  <a:lnTo>
                    <a:pt x="165587" y="298991"/>
                  </a:lnTo>
                  <a:lnTo>
                    <a:pt x="175328" y="302791"/>
                  </a:lnTo>
                  <a:lnTo>
                    <a:pt x="185068" y="306459"/>
                  </a:lnTo>
                  <a:lnTo>
                    <a:pt x="194809" y="309997"/>
                  </a:lnTo>
                  <a:lnTo>
                    <a:pt x="204550" y="313402"/>
                  </a:lnTo>
                  <a:lnTo>
                    <a:pt x="214289" y="316672"/>
                  </a:lnTo>
                  <a:lnTo>
                    <a:pt x="224030" y="319807"/>
                  </a:lnTo>
                  <a:lnTo>
                    <a:pt x="233771" y="322806"/>
                  </a:lnTo>
                  <a:lnTo>
                    <a:pt x="243510" y="325669"/>
                  </a:lnTo>
                  <a:lnTo>
                    <a:pt x="253251" y="328397"/>
                  </a:lnTo>
                  <a:lnTo>
                    <a:pt x="262992" y="330988"/>
                  </a:lnTo>
                  <a:lnTo>
                    <a:pt x="272732" y="333447"/>
                  </a:lnTo>
                  <a:lnTo>
                    <a:pt x="282473" y="335771"/>
                  </a:lnTo>
                  <a:lnTo>
                    <a:pt x="292214" y="337963"/>
                  </a:lnTo>
                  <a:lnTo>
                    <a:pt x="301953" y="340025"/>
                  </a:lnTo>
                  <a:lnTo>
                    <a:pt x="311694" y="341958"/>
                  </a:lnTo>
                  <a:lnTo>
                    <a:pt x="321435" y="343766"/>
                  </a:lnTo>
                  <a:lnTo>
                    <a:pt x="331175" y="345451"/>
                  </a:lnTo>
                  <a:lnTo>
                    <a:pt x="340916" y="347017"/>
                  </a:lnTo>
                  <a:lnTo>
                    <a:pt x="350656" y="348465"/>
                  </a:lnTo>
                  <a:lnTo>
                    <a:pt x="360396" y="349800"/>
                  </a:lnTo>
                  <a:lnTo>
                    <a:pt x="370137" y="351026"/>
                  </a:lnTo>
                  <a:lnTo>
                    <a:pt x="379878" y="352146"/>
                  </a:lnTo>
                  <a:lnTo>
                    <a:pt x="389617" y="353164"/>
                  </a:lnTo>
                  <a:lnTo>
                    <a:pt x="399358" y="354086"/>
                  </a:lnTo>
                  <a:lnTo>
                    <a:pt x="409099" y="354915"/>
                  </a:lnTo>
                  <a:lnTo>
                    <a:pt x="418839" y="355654"/>
                  </a:lnTo>
                  <a:lnTo>
                    <a:pt x="428580" y="356311"/>
                  </a:lnTo>
                  <a:lnTo>
                    <a:pt x="438321" y="356887"/>
                  </a:lnTo>
                  <a:lnTo>
                    <a:pt x="448060" y="357392"/>
                  </a:lnTo>
                  <a:lnTo>
                    <a:pt x="457801" y="357826"/>
                  </a:lnTo>
                  <a:lnTo>
                    <a:pt x="467542" y="358197"/>
                  </a:lnTo>
                  <a:lnTo>
                    <a:pt x="477281" y="358508"/>
                  </a:lnTo>
                  <a:lnTo>
                    <a:pt x="487022" y="358764"/>
                  </a:lnTo>
                  <a:lnTo>
                    <a:pt x="496763" y="358973"/>
                  </a:lnTo>
                  <a:lnTo>
                    <a:pt x="506503" y="359137"/>
                  </a:lnTo>
                  <a:lnTo>
                    <a:pt x="516244" y="359261"/>
                  </a:lnTo>
                  <a:lnTo>
                    <a:pt x="525985" y="359352"/>
                  </a:lnTo>
                  <a:lnTo>
                    <a:pt x="535724" y="359411"/>
                  </a:lnTo>
                  <a:lnTo>
                    <a:pt x="545465" y="359445"/>
                  </a:lnTo>
                  <a:lnTo>
                    <a:pt x="555206" y="359459"/>
                  </a:lnTo>
                  <a:lnTo>
                    <a:pt x="564946" y="359456"/>
                  </a:lnTo>
                  <a:lnTo>
                    <a:pt x="574687" y="359441"/>
                  </a:lnTo>
                  <a:lnTo>
                    <a:pt x="584428" y="359419"/>
                  </a:lnTo>
                  <a:lnTo>
                    <a:pt x="594167" y="359390"/>
                  </a:lnTo>
                  <a:lnTo>
                    <a:pt x="603908" y="359363"/>
                  </a:lnTo>
                  <a:lnTo>
                    <a:pt x="613649" y="359338"/>
                  </a:lnTo>
                  <a:lnTo>
                    <a:pt x="623388" y="359319"/>
                  </a:lnTo>
                  <a:lnTo>
                    <a:pt x="633129" y="359310"/>
                  </a:lnTo>
                  <a:lnTo>
                    <a:pt x="642870" y="359313"/>
                  </a:lnTo>
                  <a:lnTo>
                    <a:pt x="652610" y="359332"/>
                  </a:lnTo>
                  <a:lnTo>
                    <a:pt x="662351" y="359368"/>
                  </a:lnTo>
                  <a:lnTo>
                    <a:pt x="672092" y="359424"/>
                  </a:lnTo>
                  <a:lnTo>
                    <a:pt x="681831" y="359502"/>
                  </a:lnTo>
                  <a:lnTo>
                    <a:pt x="691572" y="359605"/>
                  </a:lnTo>
                  <a:lnTo>
                    <a:pt x="701313" y="359733"/>
                  </a:lnTo>
                  <a:lnTo>
                    <a:pt x="711052" y="359888"/>
                  </a:lnTo>
                  <a:lnTo>
                    <a:pt x="720793" y="360071"/>
                  </a:lnTo>
                  <a:lnTo>
                    <a:pt x="730534" y="360284"/>
                  </a:lnTo>
                  <a:lnTo>
                    <a:pt x="740274" y="360527"/>
                  </a:lnTo>
                  <a:lnTo>
                    <a:pt x="750015" y="360803"/>
                  </a:lnTo>
                  <a:lnTo>
                    <a:pt x="759756" y="361108"/>
                  </a:lnTo>
                  <a:lnTo>
                    <a:pt x="769495" y="361446"/>
                  </a:lnTo>
                  <a:lnTo>
                    <a:pt x="779236" y="361817"/>
                  </a:lnTo>
                  <a:lnTo>
                    <a:pt x="788977" y="362221"/>
                  </a:lnTo>
                  <a:lnTo>
                    <a:pt x="798717" y="362655"/>
                  </a:lnTo>
                  <a:lnTo>
                    <a:pt x="808458" y="363122"/>
                  </a:lnTo>
                  <a:lnTo>
                    <a:pt x="818199" y="363620"/>
                  </a:lnTo>
                  <a:lnTo>
                    <a:pt x="827938" y="364149"/>
                  </a:lnTo>
                  <a:lnTo>
                    <a:pt x="837679" y="364708"/>
                  </a:lnTo>
                  <a:lnTo>
                    <a:pt x="847420" y="365296"/>
                  </a:lnTo>
                  <a:lnTo>
                    <a:pt x="857159" y="365913"/>
                  </a:lnTo>
                  <a:lnTo>
                    <a:pt x="866900" y="366558"/>
                  </a:lnTo>
                  <a:lnTo>
                    <a:pt x="876641" y="367229"/>
                  </a:lnTo>
                  <a:lnTo>
                    <a:pt x="886381" y="367926"/>
                  </a:lnTo>
                  <a:lnTo>
                    <a:pt x="896122" y="368645"/>
                  </a:lnTo>
                  <a:lnTo>
                    <a:pt x="905863" y="369390"/>
                  </a:lnTo>
                  <a:lnTo>
                    <a:pt x="915602" y="370155"/>
                  </a:lnTo>
                  <a:lnTo>
                    <a:pt x="925343" y="370940"/>
                  </a:lnTo>
                  <a:lnTo>
                    <a:pt x="935084" y="371745"/>
                  </a:lnTo>
                  <a:lnTo>
                    <a:pt x="944824" y="372567"/>
                  </a:lnTo>
                  <a:lnTo>
                    <a:pt x="954564" y="373404"/>
                  </a:lnTo>
                  <a:lnTo>
                    <a:pt x="964305" y="374256"/>
                  </a:lnTo>
                  <a:lnTo>
                    <a:pt x="974045" y="375122"/>
                  </a:lnTo>
                  <a:lnTo>
                    <a:pt x="983786" y="375998"/>
                  </a:lnTo>
                  <a:lnTo>
                    <a:pt x="993522" y="376883"/>
                  </a:lnTo>
                  <a:lnTo>
                    <a:pt x="1003266" y="377777"/>
                  </a:lnTo>
                  <a:lnTo>
                    <a:pt x="1013010" y="378678"/>
                  </a:lnTo>
                  <a:lnTo>
                    <a:pt x="1022754" y="379583"/>
                  </a:lnTo>
                  <a:lnTo>
                    <a:pt x="1032483" y="380490"/>
                  </a:lnTo>
                  <a:lnTo>
                    <a:pt x="1042227" y="381400"/>
                  </a:lnTo>
                  <a:lnTo>
                    <a:pt x="1051971" y="382309"/>
                  </a:lnTo>
                  <a:lnTo>
                    <a:pt x="1061715" y="383215"/>
                  </a:lnTo>
                  <a:lnTo>
                    <a:pt x="1071444" y="384118"/>
                  </a:lnTo>
                  <a:lnTo>
                    <a:pt x="1081188" y="385015"/>
                  </a:lnTo>
                  <a:lnTo>
                    <a:pt x="1090932" y="385904"/>
                  </a:lnTo>
                  <a:lnTo>
                    <a:pt x="1100676" y="386785"/>
                  </a:lnTo>
                  <a:lnTo>
                    <a:pt x="1110405" y="387654"/>
                  </a:lnTo>
                  <a:lnTo>
                    <a:pt x="1120149" y="388507"/>
                  </a:lnTo>
                  <a:lnTo>
                    <a:pt x="1129893" y="389348"/>
                  </a:lnTo>
                  <a:lnTo>
                    <a:pt x="1139637" y="390169"/>
                  </a:lnTo>
                  <a:lnTo>
                    <a:pt x="1149381" y="390972"/>
                  </a:lnTo>
                  <a:lnTo>
                    <a:pt x="1159110" y="391752"/>
                  </a:lnTo>
                  <a:lnTo>
                    <a:pt x="1168854" y="392509"/>
                  </a:lnTo>
                  <a:lnTo>
                    <a:pt x="1178598" y="393241"/>
                  </a:lnTo>
                  <a:lnTo>
                    <a:pt x="1188341" y="393942"/>
                  </a:lnTo>
                  <a:lnTo>
                    <a:pt x="1198070" y="394614"/>
                  </a:lnTo>
                  <a:lnTo>
                    <a:pt x="1207814" y="395254"/>
                  </a:lnTo>
                  <a:lnTo>
                    <a:pt x="1217558" y="395857"/>
                  </a:lnTo>
                  <a:lnTo>
                    <a:pt x="1227302" y="396422"/>
                  </a:lnTo>
                  <a:lnTo>
                    <a:pt x="1237031" y="396946"/>
                  </a:lnTo>
                  <a:lnTo>
                    <a:pt x="1246775" y="397427"/>
                  </a:lnTo>
                  <a:lnTo>
                    <a:pt x="1256519" y="397862"/>
                  </a:lnTo>
                  <a:lnTo>
                    <a:pt x="1266263" y="398248"/>
                  </a:lnTo>
                  <a:lnTo>
                    <a:pt x="1276007" y="398584"/>
                  </a:lnTo>
                  <a:lnTo>
                    <a:pt x="1285736" y="398865"/>
                  </a:lnTo>
                  <a:lnTo>
                    <a:pt x="1295480" y="399090"/>
                  </a:lnTo>
                  <a:lnTo>
                    <a:pt x="1305224" y="399254"/>
                  </a:lnTo>
                  <a:lnTo>
                    <a:pt x="1314968" y="399355"/>
                  </a:lnTo>
                  <a:lnTo>
                    <a:pt x="1324697" y="399391"/>
                  </a:lnTo>
                  <a:lnTo>
                    <a:pt x="1334441" y="399358"/>
                  </a:lnTo>
                  <a:lnTo>
                    <a:pt x="1344185" y="399254"/>
                  </a:lnTo>
                  <a:lnTo>
                    <a:pt x="1353929" y="399077"/>
                  </a:lnTo>
                  <a:lnTo>
                    <a:pt x="1363658" y="398820"/>
                  </a:lnTo>
                  <a:lnTo>
                    <a:pt x="1373402" y="398485"/>
                  </a:lnTo>
                  <a:lnTo>
                    <a:pt x="1383146" y="398067"/>
                  </a:lnTo>
                  <a:lnTo>
                    <a:pt x="1392890" y="397561"/>
                  </a:lnTo>
                  <a:lnTo>
                    <a:pt x="1402619" y="396970"/>
                  </a:lnTo>
                  <a:lnTo>
                    <a:pt x="1412363" y="396285"/>
                  </a:lnTo>
                  <a:lnTo>
                    <a:pt x="1422106" y="395507"/>
                  </a:lnTo>
                  <a:lnTo>
                    <a:pt x="1431850" y="394634"/>
                  </a:lnTo>
                  <a:lnTo>
                    <a:pt x="1441594" y="393659"/>
                  </a:lnTo>
                  <a:lnTo>
                    <a:pt x="1451323" y="392585"/>
                  </a:lnTo>
                  <a:lnTo>
                    <a:pt x="1461067" y="391408"/>
                  </a:lnTo>
                  <a:lnTo>
                    <a:pt x="1470811" y="390125"/>
                  </a:lnTo>
                  <a:lnTo>
                    <a:pt x="1480555" y="388734"/>
                  </a:lnTo>
                  <a:lnTo>
                    <a:pt x="1490284" y="387235"/>
                  </a:lnTo>
                  <a:lnTo>
                    <a:pt x="1500028" y="385624"/>
                  </a:lnTo>
                  <a:lnTo>
                    <a:pt x="1509772" y="383901"/>
                  </a:lnTo>
                  <a:lnTo>
                    <a:pt x="1519516" y="382063"/>
                  </a:lnTo>
                  <a:lnTo>
                    <a:pt x="1529245" y="380110"/>
                  </a:lnTo>
                  <a:lnTo>
                    <a:pt x="1538989" y="378042"/>
                  </a:lnTo>
                  <a:lnTo>
                    <a:pt x="1548733" y="375857"/>
                  </a:lnTo>
                  <a:lnTo>
                    <a:pt x="1558477" y="373553"/>
                  </a:lnTo>
                  <a:lnTo>
                    <a:pt x="1568221" y="371134"/>
                  </a:lnTo>
                  <a:lnTo>
                    <a:pt x="1577950" y="368595"/>
                  </a:lnTo>
                  <a:lnTo>
                    <a:pt x="1587694" y="365938"/>
                  </a:lnTo>
                  <a:lnTo>
                    <a:pt x="1597438" y="363164"/>
                  </a:lnTo>
                  <a:lnTo>
                    <a:pt x="1607182" y="360272"/>
                  </a:lnTo>
                  <a:lnTo>
                    <a:pt x="1616911" y="357264"/>
                  </a:lnTo>
                  <a:lnTo>
                    <a:pt x="1626655" y="354140"/>
                  </a:lnTo>
                  <a:lnTo>
                    <a:pt x="1636399" y="350901"/>
                  </a:lnTo>
                  <a:lnTo>
                    <a:pt x="1646142" y="347550"/>
                  </a:lnTo>
                  <a:lnTo>
                    <a:pt x="1655872" y="344086"/>
                  </a:lnTo>
                  <a:lnTo>
                    <a:pt x="1665616" y="340513"/>
                  </a:lnTo>
                  <a:lnTo>
                    <a:pt x="1675359" y="336833"/>
                  </a:lnTo>
                  <a:lnTo>
                    <a:pt x="1685103" y="333046"/>
                  </a:lnTo>
                  <a:lnTo>
                    <a:pt x="1694832" y="329157"/>
                  </a:lnTo>
                  <a:lnTo>
                    <a:pt x="1704576" y="325167"/>
                  </a:lnTo>
                  <a:lnTo>
                    <a:pt x="1714320" y="321081"/>
                  </a:lnTo>
                  <a:lnTo>
                    <a:pt x="1724064" y="316900"/>
                  </a:lnTo>
                  <a:lnTo>
                    <a:pt x="1733808" y="312628"/>
                  </a:lnTo>
                  <a:lnTo>
                    <a:pt x="1743537" y="308267"/>
                  </a:lnTo>
                  <a:lnTo>
                    <a:pt x="1753281" y="303823"/>
                  </a:lnTo>
                  <a:lnTo>
                    <a:pt x="1763025" y="299298"/>
                  </a:lnTo>
                  <a:lnTo>
                    <a:pt x="1772769" y="294697"/>
                  </a:lnTo>
                  <a:lnTo>
                    <a:pt x="1782498" y="290025"/>
                  </a:lnTo>
                  <a:lnTo>
                    <a:pt x="1792242" y="285283"/>
                  </a:lnTo>
                  <a:lnTo>
                    <a:pt x="1801986" y="280478"/>
                  </a:lnTo>
                  <a:lnTo>
                    <a:pt x="1811730" y="275613"/>
                  </a:lnTo>
                  <a:lnTo>
                    <a:pt x="1821459" y="270692"/>
                  </a:lnTo>
                  <a:lnTo>
                    <a:pt x="1831203" y="265723"/>
                  </a:lnTo>
                  <a:lnTo>
                    <a:pt x="1840947" y="260707"/>
                  </a:lnTo>
                  <a:lnTo>
                    <a:pt x="1850691" y="255650"/>
                  </a:lnTo>
                  <a:lnTo>
                    <a:pt x="1860435" y="250558"/>
                  </a:lnTo>
                  <a:lnTo>
                    <a:pt x="1870164" y="245434"/>
                  </a:lnTo>
                  <a:lnTo>
                    <a:pt x="1879908" y="240283"/>
                  </a:lnTo>
                  <a:lnTo>
                    <a:pt x="1889652" y="235112"/>
                  </a:lnTo>
                  <a:lnTo>
                    <a:pt x="1899395" y="229923"/>
                  </a:lnTo>
                  <a:lnTo>
                    <a:pt x="1909124" y="224723"/>
                  </a:lnTo>
                  <a:lnTo>
                    <a:pt x="1918868" y="219517"/>
                  </a:lnTo>
                  <a:lnTo>
                    <a:pt x="1928612" y="214308"/>
                  </a:lnTo>
                  <a:lnTo>
                    <a:pt x="1938356" y="209103"/>
                  </a:lnTo>
                  <a:lnTo>
                    <a:pt x="1948085" y="203906"/>
                  </a:lnTo>
                  <a:lnTo>
                    <a:pt x="1957829" y="198721"/>
                  </a:lnTo>
                  <a:lnTo>
                    <a:pt x="1967573" y="193553"/>
                  </a:lnTo>
                  <a:lnTo>
                    <a:pt x="1977317" y="188407"/>
                  </a:lnTo>
                  <a:lnTo>
                    <a:pt x="1987046" y="183287"/>
                  </a:lnTo>
                  <a:lnTo>
                    <a:pt x="1996790" y="178199"/>
                  </a:lnTo>
                  <a:lnTo>
                    <a:pt x="2006534" y="173147"/>
                  </a:lnTo>
                  <a:lnTo>
                    <a:pt x="2016278" y="168134"/>
                  </a:lnTo>
                  <a:lnTo>
                    <a:pt x="2026022" y="163165"/>
                  </a:lnTo>
                  <a:lnTo>
                    <a:pt x="2035751" y="158244"/>
                  </a:lnTo>
                  <a:lnTo>
                    <a:pt x="2045495" y="153375"/>
                  </a:lnTo>
                  <a:lnTo>
                    <a:pt x="2055239" y="148561"/>
                  </a:lnTo>
                  <a:lnTo>
                    <a:pt x="2064983" y="143806"/>
                  </a:lnTo>
                  <a:lnTo>
                    <a:pt x="2074712" y="139115"/>
                  </a:lnTo>
                  <a:lnTo>
                    <a:pt x="2084456" y="134490"/>
                  </a:lnTo>
                  <a:lnTo>
                    <a:pt x="2094200" y="129936"/>
                  </a:lnTo>
                  <a:lnTo>
                    <a:pt x="2103944" y="125454"/>
                  </a:lnTo>
                  <a:lnTo>
                    <a:pt x="2113673" y="121050"/>
                  </a:lnTo>
                  <a:lnTo>
                    <a:pt x="2123417" y="116723"/>
                  </a:lnTo>
                  <a:lnTo>
                    <a:pt x="2133161" y="112478"/>
                  </a:lnTo>
                  <a:lnTo>
                    <a:pt x="2142905" y="108319"/>
                  </a:lnTo>
                  <a:lnTo>
                    <a:pt x="2152649" y="104245"/>
                  </a:lnTo>
                  <a:lnTo>
                    <a:pt x="2162377" y="100263"/>
                  </a:lnTo>
                  <a:lnTo>
                    <a:pt x="2172121" y="96370"/>
                  </a:lnTo>
                  <a:lnTo>
                    <a:pt x="2181865" y="92572"/>
                  </a:lnTo>
                  <a:lnTo>
                    <a:pt x="2191609" y="88868"/>
                  </a:lnTo>
                  <a:lnTo>
                    <a:pt x="2201338" y="85261"/>
                  </a:lnTo>
                  <a:lnTo>
                    <a:pt x="2211082" y="81754"/>
                  </a:lnTo>
                  <a:lnTo>
                    <a:pt x="2220826" y="78346"/>
                  </a:lnTo>
                  <a:lnTo>
                    <a:pt x="2230570" y="75039"/>
                  </a:lnTo>
                  <a:lnTo>
                    <a:pt x="2240299" y="71835"/>
                  </a:lnTo>
                  <a:lnTo>
                    <a:pt x="2250043" y="68733"/>
                  </a:lnTo>
                  <a:lnTo>
                    <a:pt x="2259787" y="65736"/>
                  </a:lnTo>
                  <a:lnTo>
                    <a:pt x="2269531" y="62842"/>
                  </a:lnTo>
                  <a:lnTo>
                    <a:pt x="2279260" y="60055"/>
                  </a:lnTo>
                  <a:lnTo>
                    <a:pt x="2289004" y="57372"/>
                  </a:lnTo>
                  <a:lnTo>
                    <a:pt x="2298748" y="54794"/>
                  </a:lnTo>
                  <a:lnTo>
                    <a:pt x="2308492" y="52321"/>
                  </a:lnTo>
                  <a:lnTo>
                    <a:pt x="2318236" y="49952"/>
                  </a:lnTo>
                  <a:lnTo>
                    <a:pt x="2327965" y="47689"/>
                  </a:lnTo>
                  <a:lnTo>
                    <a:pt x="2337709" y="45528"/>
                  </a:lnTo>
                  <a:lnTo>
                    <a:pt x="2347453" y="43471"/>
                  </a:lnTo>
                  <a:lnTo>
                    <a:pt x="2357197" y="41515"/>
                  </a:lnTo>
                  <a:lnTo>
                    <a:pt x="2366926" y="39660"/>
                  </a:lnTo>
                  <a:lnTo>
                    <a:pt x="2376670" y="37904"/>
                  </a:lnTo>
                  <a:lnTo>
                    <a:pt x="2386413" y="36246"/>
                  </a:lnTo>
                  <a:lnTo>
                    <a:pt x="2396157" y="34683"/>
                  </a:lnTo>
                  <a:lnTo>
                    <a:pt x="2405886" y="33216"/>
                  </a:lnTo>
                  <a:lnTo>
                    <a:pt x="2415630" y="31841"/>
                  </a:lnTo>
                  <a:lnTo>
                    <a:pt x="2425374" y="30555"/>
                  </a:lnTo>
                  <a:lnTo>
                    <a:pt x="2435118" y="29358"/>
                  </a:lnTo>
                  <a:lnTo>
                    <a:pt x="2444862" y="28246"/>
                  </a:lnTo>
                  <a:lnTo>
                    <a:pt x="2454591" y="27214"/>
                  </a:lnTo>
                  <a:lnTo>
                    <a:pt x="2464335" y="26262"/>
                  </a:lnTo>
                  <a:lnTo>
                    <a:pt x="2474079" y="25388"/>
                  </a:lnTo>
                  <a:lnTo>
                    <a:pt x="2483823" y="24586"/>
                  </a:lnTo>
                  <a:lnTo>
                    <a:pt x="2493552" y="23855"/>
                  </a:lnTo>
                  <a:lnTo>
                    <a:pt x="2503296" y="23189"/>
                  </a:lnTo>
                  <a:lnTo>
                    <a:pt x="2513040" y="22584"/>
                  </a:lnTo>
                  <a:lnTo>
                    <a:pt x="2522784" y="22040"/>
                  </a:lnTo>
                  <a:lnTo>
                    <a:pt x="2532513" y="21550"/>
                  </a:lnTo>
                  <a:lnTo>
                    <a:pt x="2542257" y="21110"/>
                  </a:lnTo>
                  <a:lnTo>
                    <a:pt x="2552001" y="20717"/>
                  </a:lnTo>
                  <a:lnTo>
                    <a:pt x="2561745" y="20367"/>
                  </a:lnTo>
                  <a:lnTo>
                    <a:pt x="2571474" y="20054"/>
                  </a:lnTo>
                  <a:lnTo>
                    <a:pt x="2581218" y="19774"/>
                  </a:lnTo>
                  <a:lnTo>
                    <a:pt x="2590962" y="19524"/>
                  </a:lnTo>
                  <a:lnTo>
                    <a:pt x="2600705" y="19297"/>
                  </a:lnTo>
                  <a:lnTo>
                    <a:pt x="2610449" y="19090"/>
                  </a:lnTo>
                  <a:lnTo>
                    <a:pt x="2620178" y="18898"/>
                  </a:lnTo>
                  <a:lnTo>
                    <a:pt x="2629922" y="18718"/>
                  </a:lnTo>
                  <a:lnTo>
                    <a:pt x="2639666" y="18542"/>
                  </a:lnTo>
                  <a:lnTo>
                    <a:pt x="2649410" y="18366"/>
                  </a:lnTo>
                  <a:lnTo>
                    <a:pt x="2659139" y="18189"/>
                  </a:lnTo>
                  <a:lnTo>
                    <a:pt x="2668883" y="18002"/>
                  </a:lnTo>
                  <a:lnTo>
                    <a:pt x="2678627" y="17803"/>
                  </a:lnTo>
                  <a:lnTo>
                    <a:pt x="2688371" y="17585"/>
                  </a:lnTo>
                  <a:lnTo>
                    <a:pt x="2698100" y="17348"/>
                  </a:lnTo>
                  <a:lnTo>
                    <a:pt x="2707844" y="17083"/>
                  </a:lnTo>
                  <a:lnTo>
                    <a:pt x="2717588" y="16790"/>
                  </a:lnTo>
                  <a:lnTo>
                    <a:pt x="2727332" y="16462"/>
                  </a:lnTo>
                  <a:lnTo>
                    <a:pt x="2737076" y="16095"/>
                  </a:lnTo>
                  <a:lnTo>
                    <a:pt x="2746805" y="15689"/>
                  </a:lnTo>
                  <a:lnTo>
                    <a:pt x="2756549" y="15237"/>
                  </a:lnTo>
                  <a:lnTo>
                    <a:pt x="2766293" y="14737"/>
                  </a:lnTo>
                  <a:lnTo>
                    <a:pt x="2776037" y="14184"/>
                  </a:lnTo>
                  <a:lnTo>
                    <a:pt x="2785766" y="13579"/>
                  </a:lnTo>
                  <a:lnTo>
                    <a:pt x="2795510" y="12916"/>
                  </a:lnTo>
                  <a:lnTo>
                    <a:pt x="2805254" y="12195"/>
                  </a:lnTo>
                  <a:lnTo>
                    <a:pt x="2814998" y="11413"/>
                  </a:lnTo>
                  <a:lnTo>
                    <a:pt x="2824727" y="10568"/>
                  </a:lnTo>
                  <a:lnTo>
                    <a:pt x="2834471" y="9658"/>
                  </a:lnTo>
                  <a:lnTo>
                    <a:pt x="2844215" y="8683"/>
                  </a:lnTo>
                  <a:lnTo>
                    <a:pt x="2853958" y="7643"/>
                  </a:lnTo>
                  <a:lnTo>
                    <a:pt x="2863687" y="6535"/>
                  </a:lnTo>
                  <a:lnTo>
                    <a:pt x="2873431" y="5361"/>
                  </a:lnTo>
                  <a:lnTo>
                    <a:pt x="2883175" y="4120"/>
                  </a:lnTo>
                  <a:lnTo>
                    <a:pt x="2892919" y="2811"/>
                  </a:lnTo>
                  <a:lnTo>
                    <a:pt x="2902663" y="1438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1" name="Freeform 810">
              <a:extLst>
                <a:ext uri="{FF2B5EF4-FFF2-40B4-BE49-F238E27FC236}">
                  <a16:creationId xmlns:a16="http://schemas.microsoft.com/office/drawing/2014/main" id="{7F9290EC-8191-C352-9D37-1F3D917326CE}"/>
                </a:ext>
              </a:extLst>
            </p:cNvPr>
            <p:cNvSpPr/>
            <p:nvPr/>
          </p:nvSpPr>
          <p:spPr>
            <a:xfrm>
              <a:off x="576446" y="3347499"/>
              <a:ext cx="2912392" cy="483066"/>
            </a:xfrm>
            <a:custGeom>
              <a:avLst/>
              <a:gdLst>
                <a:gd name="connsiteX0" fmla="*/ 0 w 2912392"/>
                <a:gd name="connsiteY0" fmla="*/ 0 h 483066"/>
                <a:gd name="connsiteX1" fmla="*/ 9739 w 2912392"/>
                <a:gd name="connsiteY1" fmla="*/ 6123 h 483066"/>
                <a:gd name="connsiteX2" fmla="*/ 19480 w 2912392"/>
                <a:gd name="connsiteY2" fmla="*/ 12311 h 483066"/>
                <a:gd name="connsiteX3" fmla="*/ 29221 w 2912392"/>
                <a:gd name="connsiteY3" fmla="*/ 18566 h 483066"/>
                <a:gd name="connsiteX4" fmla="*/ 38961 w 2912392"/>
                <a:gd name="connsiteY4" fmla="*/ 24889 h 483066"/>
                <a:gd name="connsiteX5" fmla="*/ 48702 w 2912392"/>
                <a:gd name="connsiteY5" fmla="*/ 31286 h 483066"/>
                <a:gd name="connsiteX6" fmla="*/ 58443 w 2912392"/>
                <a:gd name="connsiteY6" fmla="*/ 37760 h 483066"/>
                <a:gd name="connsiteX7" fmla="*/ 68182 w 2912392"/>
                <a:gd name="connsiteY7" fmla="*/ 44314 h 483066"/>
                <a:gd name="connsiteX8" fmla="*/ 77923 w 2912392"/>
                <a:gd name="connsiteY8" fmla="*/ 50949 h 483066"/>
                <a:gd name="connsiteX9" fmla="*/ 87664 w 2912392"/>
                <a:gd name="connsiteY9" fmla="*/ 57668 h 483066"/>
                <a:gd name="connsiteX10" fmla="*/ 97404 w 2912392"/>
                <a:gd name="connsiteY10" fmla="*/ 64474 h 483066"/>
                <a:gd name="connsiteX11" fmla="*/ 107145 w 2912392"/>
                <a:gd name="connsiteY11" fmla="*/ 71369 h 483066"/>
                <a:gd name="connsiteX12" fmla="*/ 116886 w 2912392"/>
                <a:gd name="connsiteY12" fmla="*/ 78354 h 483066"/>
                <a:gd name="connsiteX13" fmla="*/ 126625 w 2912392"/>
                <a:gd name="connsiteY13" fmla="*/ 85431 h 483066"/>
                <a:gd name="connsiteX14" fmla="*/ 136366 w 2912392"/>
                <a:gd name="connsiteY14" fmla="*/ 92600 h 483066"/>
                <a:gd name="connsiteX15" fmla="*/ 146107 w 2912392"/>
                <a:gd name="connsiteY15" fmla="*/ 99862 h 483066"/>
                <a:gd name="connsiteX16" fmla="*/ 155846 w 2912392"/>
                <a:gd name="connsiteY16" fmla="*/ 107216 h 483066"/>
                <a:gd name="connsiteX17" fmla="*/ 165587 w 2912392"/>
                <a:gd name="connsiteY17" fmla="*/ 114664 h 483066"/>
                <a:gd name="connsiteX18" fmla="*/ 175328 w 2912392"/>
                <a:gd name="connsiteY18" fmla="*/ 122204 h 483066"/>
                <a:gd name="connsiteX19" fmla="*/ 185068 w 2912392"/>
                <a:gd name="connsiteY19" fmla="*/ 129836 h 483066"/>
                <a:gd name="connsiteX20" fmla="*/ 194809 w 2912392"/>
                <a:gd name="connsiteY20" fmla="*/ 137556 h 483066"/>
                <a:gd name="connsiteX21" fmla="*/ 204550 w 2912392"/>
                <a:gd name="connsiteY21" fmla="*/ 145363 h 483066"/>
                <a:gd name="connsiteX22" fmla="*/ 214289 w 2912392"/>
                <a:gd name="connsiteY22" fmla="*/ 153257 h 483066"/>
                <a:gd name="connsiteX23" fmla="*/ 224030 w 2912392"/>
                <a:gd name="connsiteY23" fmla="*/ 161231 h 483066"/>
                <a:gd name="connsiteX24" fmla="*/ 233771 w 2912392"/>
                <a:gd name="connsiteY24" fmla="*/ 169284 h 483066"/>
                <a:gd name="connsiteX25" fmla="*/ 243510 w 2912392"/>
                <a:gd name="connsiteY25" fmla="*/ 177411 h 483066"/>
                <a:gd name="connsiteX26" fmla="*/ 253251 w 2912392"/>
                <a:gd name="connsiteY26" fmla="*/ 185608 h 483066"/>
                <a:gd name="connsiteX27" fmla="*/ 262992 w 2912392"/>
                <a:gd name="connsiteY27" fmla="*/ 193870 h 483066"/>
                <a:gd name="connsiteX28" fmla="*/ 272732 w 2912392"/>
                <a:gd name="connsiteY28" fmla="*/ 202191 h 483066"/>
                <a:gd name="connsiteX29" fmla="*/ 282473 w 2912392"/>
                <a:gd name="connsiteY29" fmla="*/ 210566 h 483066"/>
                <a:gd name="connsiteX30" fmla="*/ 292214 w 2912392"/>
                <a:gd name="connsiteY30" fmla="*/ 218987 h 483066"/>
                <a:gd name="connsiteX31" fmla="*/ 301953 w 2912392"/>
                <a:gd name="connsiteY31" fmla="*/ 227448 h 483066"/>
                <a:gd name="connsiteX32" fmla="*/ 311694 w 2912392"/>
                <a:gd name="connsiteY32" fmla="*/ 235942 h 483066"/>
                <a:gd name="connsiteX33" fmla="*/ 321435 w 2912392"/>
                <a:gd name="connsiteY33" fmla="*/ 244459 h 483066"/>
                <a:gd name="connsiteX34" fmla="*/ 331175 w 2912392"/>
                <a:gd name="connsiteY34" fmla="*/ 252992 h 483066"/>
                <a:gd name="connsiteX35" fmla="*/ 340916 w 2912392"/>
                <a:gd name="connsiteY35" fmla="*/ 261534 h 483066"/>
                <a:gd name="connsiteX36" fmla="*/ 350656 w 2912392"/>
                <a:gd name="connsiteY36" fmla="*/ 270072 h 483066"/>
                <a:gd name="connsiteX37" fmla="*/ 360396 w 2912392"/>
                <a:gd name="connsiteY37" fmla="*/ 278601 h 483066"/>
                <a:gd name="connsiteX38" fmla="*/ 370137 w 2912392"/>
                <a:gd name="connsiteY38" fmla="*/ 287106 h 483066"/>
                <a:gd name="connsiteX39" fmla="*/ 379878 w 2912392"/>
                <a:gd name="connsiteY39" fmla="*/ 295579 h 483066"/>
                <a:gd name="connsiteX40" fmla="*/ 389617 w 2912392"/>
                <a:gd name="connsiteY40" fmla="*/ 304011 h 483066"/>
                <a:gd name="connsiteX41" fmla="*/ 399358 w 2912392"/>
                <a:gd name="connsiteY41" fmla="*/ 312388 h 483066"/>
                <a:gd name="connsiteX42" fmla="*/ 409099 w 2912392"/>
                <a:gd name="connsiteY42" fmla="*/ 320702 h 483066"/>
                <a:gd name="connsiteX43" fmla="*/ 418839 w 2912392"/>
                <a:gd name="connsiteY43" fmla="*/ 328938 h 483066"/>
                <a:gd name="connsiteX44" fmla="*/ 428580 w 2912392"/>
                <a:gd name="connsiteY44" fmla="*/ 337086 h 483066"/>
                <a:gd name="connsiteX45" fmla="*/ 438321 w 2912392"/>
                <a:gd name="connsiteY45" fmla="*/ 345135 h 483066"/>
                <a:gd name="connsiteX46" fmla="*/ 448060 w 2912392"/>
                <a:gd name="connsiteY46" fmla="*/ 353070 h 483066"/>
                <a:gd name="connsiteX47" fmla="*/ 457801 w 2912392"/>
                <a:gd name="connsiteY47" fmla="*/ 360883 h 483066"/>
                <a:gd name="connsiteX48" fmla="*/ 467542 w 2912392"/>
                <a:gd name="connsiteY48" fmla="*/ 368558 h 483066"/>
                <a:gd name="connsiteX49" fmla="*/ 477281 w 2912392"/>
                <a:gd name="connsiteY49" fmla="*/ 376085 h 483066"/>
                <a:gd name="connsiteX50" fmla="*/ 487022 w 2912392"/>
                <a:gd name="connsiteY50" fmla="*/ 383449 h 483066"/>
                <a:gd name="connsiteX51" fmla="*/ 496763 w 2912392"/>
                <a:gd name="connsiteY51" fmla="*/ 390641 h 483066"/>
                <a:gd name="connsiteX52" fmla="*/ 506503 w 2912392"/>
                <a:gd name="connsiteY52" fmla="*/ 397646 h 483066"/>
                <a:gd name="connsiteX53" fmla="*/ 516244 w 2912392"/>
                <a:gd name="connsiteY53" fmla="*/ 404454 h 483066"/>
                <a:gd name="connsiteX54" fmla="*/ 525985 w 2912392"/>
                <a:gd name="connsiteY54" fmla="*/ 411051 h 483066"/>
                <a:gd name="connsiteX55" fmla="*/ 535724 w 2912392"/>
                <a:gd name="connsiteY55" fmla="*/ 417426 h 483066"/>
                <a:gd name="connsiteX56" fmla="*/ 545465 w 2912392"/>
                <a:gd name="connsiteY56" fmla="*/ 423569 h 483066"/>
                <a:gd name="connsiteX57" fmla="*/ 555206 w 2912392"/>
                <a:gd name="connsiteY57" fmla="*/ 429466 h 483066"/>
                <a:gd name="connsiteX58" fmla="*/ 564946 w 2912392"/>
                <a:gd name="connsiteY58" fmla="*/ 435107 h 483066"/>
                <a:gd name="connsiteX59" fmla="*/ 574687 w 2912392"/>
                <a:gd name="connsiteY59" fmla="*/ 440479 h 483066"/>
                <a:gd name="connsiteX60" fmla="*/ 584428 w 2912392"/>
                <a:gd name="connsiteY60" fmla="*/ 445576 h 483066"/>
                <a:gd name="connsiteX61" fmla="*/ 594167 w 2912392"/>
                <a:gd name="connsiteY61" fmla="*/ 450384 h 483066"/>
                <a:gd name="connsiteX62" fmla="*/ 603908 w 2912392"/>
                <a:gd name="connsiteY62" fmla="*/ 454896 h 483066"/>
                <a:gd name="connsiteX63" fmla="*/ 613649 w 2912392"/>
                <a:gd name="connsiteY63" fmla="*/ 459100 h 483066"/>
                <a:gd name="connsiteX64" fmla="*/ 623388 w 2912392"/>
                <a:gd name="connsiteY64" fmla="*/ 462990 h 483066"/>
                <a:gd name="connsiteX65" fmla="*/ 633129 w 2912392"/>
                <a:gd name="connsiteY65" fmla="*/ 466557 h 483066"/>
                <a:gd name="connsiteX66" fmla="*/ 642870 w 2912392"/>
                <a:gd name="connsiteY66" fmla="*/ 469792 h 483066"/>
                <a:gd name="connsiteX67" fmla="*/ 652610 w 2912392"/>
                <a:gd name="connsiteY67" fmla="*/ 472690 h 483066"/>
                <a:gd name="connsiteX68" fmla="*/ 662351 w 2912392"/>
                <a:gd name="connsiteY68" fmla="*/ 475242 h 483066"/>
                <a:gd name="connsiteX69" fmla="*/ 672092 w 2912392"/>
                <a:gd name="connsiteY69" fmla="*/ 477445 h 483066"/>
                <a:gd name="connsiteX70" fmla="*/ 681831 w 2912392"/>
                <a:gd name="connsiteY70" fmla="*/ 479293 h 483066"/>
                <a:gd name="connsiteX71" fmla="*/ 691572 w 2912392"/>
                <a:gd name="connsiteY71" fmla="*/ 480780 h 483066"/>
                <a:gd name="connsiteX72" fmla="*/ 701313 w 2912392"/>
                <a:gd name="connsiteY72" fmla="*/ 481903 h 483066"/>
                <a:gd name="connsiteX73" fmla="*/ 711052 w 2912392"/>
                <a:gd name="connsiteY73" fmla="*/ 482661 h 483066"/>
                <a:gd name="connsiteX74" fmla="*/ 720793 w 2912392"/>
                <a:gd name="connsiteY74" fmla="*/ 483049 h 483066"/>
                <a:gd name="connsiteX75" fmla="*/ 730534 w 2912392"/>
                <a:gd name="connsiteY75" fmla="*/ 483067 h 483066"/>
                <a:gd name="connsiteX76" fmla="*/ 740274 w 2912392"/>
                <a:gd name="connsiteY76" fmla="*/ 482714 h 483066"/>
                <a:gd name="connsiteX77" fmla="*/ 750015 w 2912392"/>
                <a:gd name="connsiteY77" fmla="*/ 481988 h 483066"/>
                <a:gd name="connsiteX78" fmla="*/ 759756 w 2912392"/>
                <a:gd name="connsiteY78" fmla="*/ 480893 h 483066"/>
                <a:gd name="connsiteX79" fmla="*/ 769495 w 2912392"/>
                <a:gd name="connsiteY79" fmla="*/ 479428 h 483066"/>
                <a:gd name="connsiteX80" fmla="*/ 779236 w 2912392"/>
                <a:gd name="connsiteY80" fmla="*/ 477597 h 483066"/>
                <a:gd name="connsiteX81" fmla="*/ 788977 w 2912392"/>
                <a:gd name="connsiteY81" fmla="*/ 475403 h 483066"/>
                <a:gd name="connsiteX82" fmla="*/ 798717 w 2912392"/>
                <a:gd name="connsiteY82" fmla="*/ 472849 h 483066"/>
                <a:gd name="connsiteX83" fmla="*/ 808458 w 2912392"/>
                <a:gd name="connsiteY83" fmla="*/ 469939 h 483066"/>
                <a:gd name="connsiteX84" fmla="*/ 818199 w 2912392"/>
                <a:gd name="connsiteY84" fmla="*/ 466681 h 483066"/>
                <a:gd name="connsiteX85" fmla="*/ 827938 w 2912392"/>
                <a:gd name="connsiteY85" fmla="*/ 463080 h 483066"/>
                <a:gd name="connsiteX86" fmla="*/ 837679 w 2912392"/>
                <a:gd name="connsiteY86" fmla="*/ 459143 h 483066"/>
                <a:gd name="connsiteX87" fmla="*/ 847420 w 2912392"/>
                <a:gd name="connsiteY87" fmla="*/ 454878 h 483066"/>
                <a:gd name="connsiteX88" fmla="*/ 857159 w 2912392"/>
                <a:gd name="connsiteY88" fmla="*/ 450293 h 483066"/>
                <a:gd name="connsiteX89" fmla="*/ 866900 w 2912392"/>
                <a:gd name="connsiteY89" fmla="*/ 445399 h 483066"/>
                <a:gd name="connsiteX90" fmla="*/ 876641 w 2912392"/>
                <a:gd name="connsiteY90" fmla="*/ 440204 h 483066"/>
                <a:gd name="connsiteX91" fmla="*/ 886381 w 2912392"/>
                <a:gd name="connsiteY91" fmla="*/ 434718 h 483066"/>
                <a:gd name="connsiteX92" fmla="*/ 896122 w 2912392"/>
                <a:gd name="connsiteY92" fmla="*/ 428955 h 483066"/>
                <a:gd name="connsiteX93" fmla="*/ 905863 w 2912392"/>
                <a:gd name="connsiteY93" fmla="*/ 422925 h 483066"/>
                <a:gd name="connsiteX94" fmla="*/ 915602 w 2912392"/>
                <a:gd name="connsiteY94" fmla="*/ 416643 h 483066"/>
                <a:gd name="connsiteX95" fmla="*/ 925343 w 2912392"/>
                <a:gd name="connsiteY95" fmla="*/ 410118 h 483066"/>
                <a:gd name="connsiteX96" fmla="*/ 935084 w 2912392"/>
                <a:gd name="connsiteY96" fmla="*/ 403368 h 483066"/>
                <a:gd name="connsiteX97" fmla="*/ 944824 w 2912392"/>
                <a:gd name="connsiteY97" fmla="*/ 396404 h 483066"/>
                <a:gd name="connsiteX98" fmla="*/ 954564 w 2912392"/>
                <a:gd name="connsiteY98" fmla="*/ 389242 h 483066"/>
                <a:gd name="connsiteX99" fmla="*/ 964305 w 2912392"/>
                <a:gd name="connsiteY99" fmla="*/ 381898 h 483066"/>
                <a:gd name="connsiteX100" fmla="*/ 974045 w 2912392"/>
                <a:gd name="connsiteY100" fmla="*/ 374386 h 483066"/>
                <a:gd name="connsiteX101" fmla="*/ 983786 w 2912392"/>
                <a:gd name="connsiteY101" fmla="*/ 366722 h 483066"/>
                <a:gd name="connsiteX102" fmla="*/ 993522 w 2912392"/>
                <a:gd name="connsiteY102" fmla="*/ 358924 h 483066"/>
                <a:gd name="connsiteX103" fmla="*/ 1003266 w 2912392"/>
                <a:gd name="connsiteY103" fmla="*/ 351007 h 483066"/>
                <a:gd name="connsiteX104" fmla="*/ 1013010 w 2912392"/>
                <a:gd name="connsiteY104" fmla="*/ 342988 h 483066"/>
                <a:gd name="connsiteX105" fmla="*/ 1022754 w 2912392"/>
                <a:gd name="connsiteY105" fmla="*/ 334883 h 483066"/>
                <a:gd name="connsiteX106" fmla="*/ 1032483 w 2912392"/>
                <a:gd name="connsiteY106" fmla="*/ 326711 h 483066"/>
                <a:gd name="connsiteX107" fmla="*/ 1042227 w 2912392"/>
                <a:gd name="connsiteY107" fmla="*/ 318488 h 483066"/>
                <a:gd name="connsiteX108" fmla="*/ 1051971 w 2912392"/>
                <a:gd name="connsiteY108" fmla="*/ 310233 h 483066"/>
                <a:gd name="connsiteX109" fmla="*/ 1061715 w 2912392"/>
                <a:gd name="connsiteY109" fmla="*/ 301962 h 483066"/>
                <a:gd name="connsiteX110" fmla="*/ 1071444 w 2912392"/>
                <a:gd name="connsiteY110" fmla="*/ 293692 h 483066"/>
                <a:gd name="connsiteX111" fmla="*/ 1081188 w 2912392"/>
                <a:gd name="connsiteY111" fmla="*/ 285441 h 483066"/>
                <a:gd name="connsiteX112" fmla="*/ 1090932 w 2912392"/>
                <a:gd name="connsiteY112" fmla="*/ 277225 h 483066"/>
                <a:gd name="connsiteX113" fmla="*/ 1100676 w 2912392"/>
                <a:gd name="connsiteY113" fmla="*/ 269064 h 483066"/>
                <a:gd name="connsiteX114" fmla="*/ 1110405 w 2912392"/>
                <a:gd name="connsiteY114" fmla="*/ 260972 h 483066"/>
                <a:gd name="connsiteX115" fmla="*/ 1120149 w 2912392"/>
                <a:gd name="connsiteY115" fmla="*/ 252968 h 483066"/>
                <a:gd name="connsiteX116" fmla="*/ 1129893 w 2912392"/>
                <a:gd name="connsiteY116" fmla="*/ 245066 h 483066"/>
                <a:gd name="connsiteX117" fmla="*/ 1139637 w 2912392"/>
                <a:gd name="connsiteY117" fmla="*/ 237284 h 483066"/>
                <a:gd name="connsiteX118" fmla="*/ 1149381 w 2912392"/>
                <a:gd name="connsiteY118" fmla="*/ 229636 h 483066"/>
                <a:gd name="connsiteX119" fmla="*/ 1159110 w 2912392"/>
                <a:gd name="connsiteY119" fmla="*/ 222141 h 483066"/>
                <a:gd name="connsiteX120" fmla="*/ 1168854 w 2912392"/>
                <a:gd name="connsiteY120" fmla="*/ 214809 h 483066"/>
                <a:gd name="connsiteX121" fmla="*/ 1178598 w 2912392"/>
                <a:gd name="connsiteY121" fmla="*/ 207657 h 483066"/>
                <a:gd name="connsiteX122" fmla="*/ 1188341 w 2912392"/>
                <a:gd name="connsiteY122" fmla="*/ 200701 h 483066"/>
                <a:gd name="connsiteX123" fmla="*/ 1198070 w 2912392"/>
                <a:gd name="connsiteY123" fmla="*/ 193950 h 483066"/>
                <a:gd name="connsiteX124" fmla="*/ 1207814 w 2912392"/>
                <a:gd name="connsiteY124" fmla="*/ 187422 h 483066"/>
                <a:gd name="connsiteX125" fmla="*/ 1217558 w 2912392"/>
                <a:gd name="connsiteY125" fmla="*/ 181124 h 483066"/>
                <a:gd name="connsiteX126" fmla="*/ 1227302 w 2912392"/>
                <a:gd name="connsiteY126" fmla="*/ 175072 h 483066"/>
                <a:gd name="connsiteX127" fmla="*/ 1237031 w 2912392"/>
                <a:gd name="connsiteY127" fmla="*/ 169275 h 483066"/>
                <a:gd name="connsiteX128" fmla="*/ 1246775 w 2912392"/>
                <a:gd name="connsiteY128" fmla="*/ 163743 h 483066"/>
                <a:gd name="connsiteX129" fmla="*/ 1256519 w 2912392"/>
                <a:gd name="connsiteY129" fmla="*/ 158488 h 483066"/>
                <a:gd name="connsiteX130" fmla="*/ 1266263 w 2912392"/>
                <a:gd name="connsiteY130" fmla="*/ 153516 h 483066"/>
                <a:gd name="connsiteX131" fmla="*/ 1276007 w 2912392"/>
                <a:gd name="connsiteY131" fmla="*/ 148838 h 483066"/>
                <a:gd name="connsiteX132" fmla="*/ 1285736 w 2912392"/>
                <a:gd name="connsiteY132" fmla="*/ 144460 h 483066"/>
                <a:gd name="connsiteX133" fmla="*/ 1295480 w 2912392"/>
                <a:gd name="connsiteY133" fmla="*/ 140390 h 483066"/>
                <a:gd name="connsiteX134" fmla="*/ 1305224 w 2912392"/>
                <a:gd name="connsiteY134" fmla="*/ 136633 h 483066"/>
                <a:gd name="connsiteX135" fmla="*/ 1314968 w 2912392"/>
                <a:gd name="connsiteY135" fmla="*/ 133195 h 483066"/>
                <a:gd name="connsiteX136" fmla="*/ 1324697 w 2912392"/>
                <a:gd name="connsiteY136" fmla="*/ 130078 h 483066"/>
                <a:gd name="connsiteX137" fmla="*/ 1334441 w 2912392"/>
                <a:gd name="connsiteY137" fmla="*/ 127291 h 483066"/>
                <a:gd name="connsiteX138" fmla="*/ 1344185 w 2912392"/>
                <a:gd name="connsiteY138" fmla="*/ 124831 h 483066"/>
                <a:gd name="connsiteX139" fmla="*/ 1353929 w 2912392"/>
                <a:gd name="connsiteY139" fmla="*/ 122704 h 483066"/>
                <a:gd name="connsiteX140" fmla="*/ 1363658 w 2912392"/>
                <a:gd name="connsiteY140" fmla="*/ 120910 h 483066"/>
                <a:gd name="connsiteX141" fmla="*/ 1373402 w 2912392"/>
                <a:gd name="connsiteY141" fmla="*/ 119448 h 483066"/>
                <a:gd name="connsiteX142" fmla="*/ 1383146 w 2912392"/>
                <a:gd name="connsiteY142" fmla="*/ 118320 h 483066"/>
                <a:gd name="connsiteX143" fmla="*/ 1392890 w 2912392"/>
                <a:gd name="connsiteY143" fmla="*/ 117526 h 483066"/>
                <a:gd name="connsiteX144" fmla="*/ 1402619 w 2912392"/>
                <a:gd name="connsiteY144" fmla="*/ 117061 h 483066"/>
                <a:gd name="connsiteX145" fmla="*/ 1412363 w 2912392"/>
                <a:gd name="connsiteY145" fmla="*/ 116924 h 483066"/>
                <a:gd name="connsiteX146" fmla="*/ 1422106 w 2912392"/>
                <a:gd name="connsiteY146" fmla="*/ 117113 h 483066"/>
                <a:gd name="connsiteX147" fmla="*/ 1431850 w 2912392"/>
                <a:gd name="connsiteY147" fmla="*/ 117623 h 483066"/>
                <a:gd name="connsiteX148" fmla="*/ 1441594 w 2912392"/>
                <a:gd name="connsiteY148" fmla="*/ 118448 h 483066"/>
                <a:gd name="connsiteX149" fmla="*/ 1451323 w 2912392"/>
                <a:gd name="connsiteY149" fmla="*/ 119585 h 483066"/>
                <a:gd name="connsiteX150" fmla="*/ 1461067 w 2912392"/>
                <a:gd name="connsiteY150" fmla="*/ 121027 h 483066"/>
                <a:gd name="connsiteX151" fmla="*/ 1470811 w 2912392"/>
                <a:gd name="connsiteY151" fmla="*/ 122769 h 483066"/>
                <a:gd name="connsiteX152" fmla="*/ 1480555 w 2912392"/>
                <a:gd name="connsiteY152" fmla="*/ 124801 h 483066"/>
                <a:gd name="connsiteX153" fmla="*/ 1490284 w 2912392"/>
                <a:gd name="connsiteY153" fmla="*/ 127117 h 483066"/>
                <a:gd name="connsiteX154" fmla="*/ 1500028 w 2912392"/>
                <a:gd name="connsiteY154" fmla="*/ 129708 h 483066"/>
                <a:gd name="connsiteX155" fmla="*/ 1509772 w 2912392"/>
                <a:gd name="connsiteY155" fmla="*/ 132565 h 483066"/>
                <a:gd name="connsiteX156" fmla="*/ 1519516 w 2912392"/>
                <a:gd name="connsiteY156" fmla="*/ 135680 h 483066"/>
                <a:gd name="connsiteX157" fmla="*/ 1529245 w 2912392"/>
                <a:gd name="connsiteY157" fmla="*/ 139043 h 483066"/>
                <a:gd name="connsiteX158" fmla="*/ 1538989 w 2912392"/>
                <a:gd name="connsiteY158" fmla="*/ 142644 h 483066"/>
                <a:gd name="connsiteX159" fmla="*/ 1548733 w 2912392"/>
                <a:gd name="connsiteY159" fmla="*/ 146470 h 483066"/>
                <a:gd name="connsiteX160" fmla="*/ 1558477 w 2912392"/>
                <a:gd name="connsiteY160" fmla="*/ 150514 h 483066"/>
                <a:gd name="connsiteX161" fmla="*/ 1568221 w 2912392"/>
                <a:gd name="connsiteY161" fmla="*/ 154762 h 483066"/>
                <a:gd name="connsiteX162" fmla="*/ 1577950 w 2912392"/>
                <a:gd name="connsiteY162" fmla="*/ 159203 h 483066"/>
                <a:gd name="connsiteX163" fmla="*/ 1587694 w 2912392"/>
                <a:gd name="connsiteY163" fmla="*/ 163826 h 483066"/>
                <a:gd name="connsiteX164" fmla="*/ 1597438 w 2912392"/>
                <a:gd name="connsiteY164" fmla="*/ 168619 h 483066"/>
                <a:gd name="connsiteX165" fmla="*/ 1607182 w 2912392"/>
                <a:gd name="connsiteY165" fmla="*/ 173569 h 483066"/>
                <a:gd name="connsiteX166" fmla="*/ 1616911 w 2912392"/>
                <a:gd name="connsiteY166" fmla="*/ 178664 h 483066"/>
                <a:gd name="connsiteX167" fmla="*/ 1626655 w 2912392"/>
                <a:gd name="connsiteY167" fmla="*/ 183892 h 483066"/>
                <a:gd name="connsiteX168" fmla="*/ 1636399 w 2912392"/>
                <a:gd name="connsiteY168" fmla="*/ 189239 h 483066"/>
                <a:gd name="connsiteX169" fmla="*/ 1646142 w 2912392"/>
                <a:gd name="connsiteY169" fmla="*/ 194695 h 483066"/>
                <a:gd name="connsiteX170" fmla="*/ 1655872 w 2912392"/>
                <a:gd name="connsiteY170" fmla="*/ 200245 h 483066"/>
                <a:gd name="connsiteX171" fmla="*/ 1665616 w 2912392"/>
                <a:gd name="connsiteY171" fmla="*/ 205879 h 483066"/>
                <a:gd name="connsiteX172" fmla="*/ 1675359 w 2912392"/>
                <a:gd name="connsiteY172" fmla="*/ 211582 h 483066"/>
                <a:gd name="connsiteX173" fmla="*/ 1685103 w 2912392"/>
                <a:gd name="connsiteY173" fmla="*/ 217343 h 483066"/>
                <a:gd name="connsiteX174" fmla="*/ 1694832 w 2912392"/>
                <a:gd name="connsiteY174" fmla="*/ 223151 h 483066"/>
                <a:gd name="connsiteX175" fmla="*/ 1704576 w 2912392"/>
                <a:gd name="connsiteY175" fmla="*/ 228991 h 483066"/>
                <a:gd name="connsiteX176" fmla="*/ 1714320 w 2912392"/>
                <a:gd name="connsiteY176" fmla="*/ 234853 h 483066"/>
                <a:gd name="connsiteX177" fmla="*/ 1724064 w 2912392"/>
                <a:gd name="connsiteY177" fmla="*/ 240724 h 483066"/>
                <a:gd name="connsiteX178" fmla="*/ 1733808 w 2912392"/>
                <a:gd name="connsiteY178" fmla="*/ 246595 h 483066"/>
                <a:gd name="connsiteX179" fmla="*/ 1743537 w 2912392"/>
                <a:gd name="connsiteY179" fmla="*/ 252451 h 483066"/>
                <a:gd name="connsiteX180" fmla="*/ 1753281 w 2912392"/>
                <a:gd name="connsiteY180" fmla="*/ 258283 h 483066"/>
                <a:gd name="connsiteX181" fmla="*/ 1763025 w 2912392"/>
                <a:gd name="connsiteY181" fmla="*/ 264081 h 483066"/>
                <a:gd name="connsiteX182" fmla="*/ 1772769 w 2912392"/>
                <a:gd name="connsiteY182" fmla="*/ 269834 h 483066"/>
                <a:gd name="connsiteX183" fmla="*/ 1782498 w 2912392"/>
                <a:gd name="connsiteY183" fmla="*/ 275531 h 483066"/>
                <a:gd name="connsiteX184" fmla="*/ 1792242 w 2912392"/>
                <a:gd name="connsiteY184" fmla="*/ 281165 h 483066"/>
                <a:gd name="connsiteX185" fmla="*/ 1801986 w 2912392"/>
                <a:gd name="connsiteY185" fmla="*/ 286723 h 483066"/>
                <a:gd name="connsiteX186" fmla="*/ 1811730 w 2912392"/>
                <a:gd name="connsiteY186" fmla="*/ 292200 h 483066"/>
                <a:gd name="connsiteX187" fmla="*/ 1821459 w 2912392"/>
                <a:gd name="connsiteY187" fmla="*/ 297585 h 483066"/>
                <a:gd name="connsiteX188" fmla="*/ 1831203 w 2912392"/>
                <a:gd name="connsiteY188" fmla="*/ 302868 h 483066"/>
                <a:gd name="connsiteX189" fmla="*/ 1840947 w 2912392"/>
                <a:gd name="connsiteY189" fmla="*/ 308045 h 483066"/>
                <a:gd name="connsiteX190" fmla="*/ 1850691 w 2912392"/>
                <a:gd name="connsiteY190" fmla="*/ 313108 h 483066"/>
                <a:gd name="connsiteX191" fmla="*/ 1860435 w 2912392"/>
                <a:gd name="connsiteY191" fmla="*/ 318050 h 483066"/>
                <a:gd name="connsiteX192" fmla="*/ 1870164 w 2912392"/>
                <a:gd name="connsiteY192" fmla="*/ 322862 h 483066"/>
                <a:gd name="connsiteX193" fmla="*/ 1879908 w 2912392"/>
                <a:gd name="connsiteY193" fmla="*/ 327541 h 483066"/>
                <a:gd name="connsiteX194" fmla="*/ 1889652 w 2912392"/>
                <a:gd name="connsiteY194" fmla="*/ 332080 h 483066"/>
                <a:gd name="connsiteX195" fmla="*/ 1899395 w 2912392"/>
                <a:gd name="connsiteY195" fmla="*/ 336476 h 483066"/>
                <a:gd name="connsiteX196" fmla="*/ 1909124 w 2912392"/>
                <a:gd name="connsiteY196" fmla="*/ 340720 h 483066"/>
                <a:gd name="connsiteX197" fmla="*/ 1918868 w 2912392"/>
                <a:gd name="connsiteY197" fmla="*/ 344812 h 483066"/>
                <a:gd name="connsiteX198" fmla="*/ 1928612 w 2912392"/>
                <a:gd name="connsiteY198" fmla="*/ 348745 h 483066"/>
                <a:gd name="connsiteX199" fmla="*/ 1938356 w 2912392"/>
                <a:gd name="connsiteY199" fmla="*/ 352519 h 483066"/>
                <a:gd name="connsiteX200" fmla="*/ 1948085 w 2912392"/>
                <a:gd name="connsiteY200" fmla="*/ 356127 h 483066"/>
                <a:gd name="connsiteX201" fmla="*/ 1957829 w 2912392"/>
                <a:gd name="connsiteY201" fmla="*/ 359569 h 483066"/>
                <a:gd name="connsiteX202" fmla="*/ 1967573 w 2912392"/>
                <a:gd name="connsiteY202" fmla="*/ 362841 h 483066"/>
                <a:gd name="connsiteX203" fmla="*/ 1977317 w 2912392"/>
                <a:gd name="connsiteY203" fmla="*/ 365943 h 483066"/>
                <a:gd name="connsiteX204" fmla="*/ 1987046 w 2912392"/>
                <a:gd name="connsiteY204" fmla="*/ 368872 h 483066"/>
                <a:gd name="connsiteX205" fmla="*/ 1996790 w 2912392"/>
                <a:gd name="connsiteY205" fmla="*/ 371627 h 483066"/>
                <a:gd name="connsiteX206" fmla="*/ 2006534 w 2912392"/>
                <a:gd name="connsiteY206" fmla="*/ 374207 h 483066"/>
                <a:gd name="connsiteX207" fmla="*/ 2016278 w 2912392"/>
                <a:gd name="connsiteY207" fmla="*/ 376612 h 483066"/>
                <a:gd name="connsiteX208" fmla="*/ 2026022 w 2912392"/>
                <a:gd name="connsiteY208" fmla="*/ 378842 h 483066"/>
                <a:gd name="connsiteX209" fmla="*/ 2035751 w 2912392"/>
                <a:gd name="connsiteY209" fmla="*/ 380897 h 483066"/>
                <a:gd name="connsiteX210" fmla="*/ 2045495 w 2912392"/>
                <a:gd name="connsiteY210" fmla="*/ 382776 h 483066"/>
                <a:gd name="connsiteX211" fmla="*/ 2055239 w 2912392"/>
                <a:gd name="connsiteY211" fmla="*/ 384480 h 483066"/>
                <a:gd name="connsiteX212" fmla="*/ 2064983 w 2912392"/>
                <a:gd name="connsiteY212" fmla="*/ 386010 h 483066"/>
                <a:gd name="connsiteX213" fmla="*/ 2074712 w 2912392"/>
                <a:gd name="connsiteY213" fmla="*/ 387368 h 483066"/>
                <a:gd name="connsiteX214" fmla="*/ 2084456 w 2912392"/>
                <a:gd name="connsiteY214" fmla="*/ 388554 h 483066"/>
                <a:gd name="connsiteX215" fmla="*/ 2094200 w 2912392"/>
                <a:gd name="connsiteY215" fmla="*/ 389568 h 483066"/>
                <a:gd name="connsiteX216" fmla="*/ 2103944 w 2912392"/>
                <a:gd name="connsiteY216" fmla="*/ 390413 h 483066"/>
                <a:gd name="connsiteX217" fmla="*/ 2113673 w 2912392"/>
                <a:gd name="connsiteY217" fmla="*/ 391092 h 483066"/>
                <a:gd name="connsiteX218" fmla="*/ 2123417 w 2912392"/>
                <a:gd name="connsiteY218" fmla="*/ 391605 h 483066"/>
                <a:gd name="connsiteX219" fmla="*/ 2133161 w 2912392"/>
                <a:gd name="connsiteY219" fmla="*/ 391953 h 483066"/>
                <a:gd name="connsiteX220" fmla="*/ 2142905 w 2912392"/>
                <a:gd name="connsiteY220" fmla="*/ 392141 h 483066"/>
                <a:gd name="connsiteX221" fmla="*/ 2152649 w 2912392"/>
                <a:gd name="connsiteY221" fmla="*/ 392168 h 483066"/>
                <a:gd name="connsiteX222" fmla="*/ 2162377 w 2912392"/>
                <a:gd name="connsiteY222" fmla="*/ 392037 h 483066"/>
                <a:gd name="connsiteX223" fmla="*/ 2172121 w 2912392"/>
                <a:gd name="connsiteY223" fmla="*/ 391751 h 483066"/>
                <a:gd name="connsiteX224" fmla="*/ 2181865 w 2912392"/>
                <a:gd name="connsiteY224" fmla="*/ 391311 h 483066"/>
                <a:gd name="connsiteX225" fmla="*/ 2191609 w 2912392"/>
                <a:gd name="connsiteY225" fmla="*/ 390720 h 483066"/>
                <a:gd name="connsiteX226" fmla="*/ 2201338 w 2912392"/>
                <a:gd name="connsiteY226" fmla="*/ 389981 h 483066"/>
                <a:gd name="connsiteX227" fmla="*/ 2211082 w 2912392"/>
                <a:gd name="connsiteY227" fmla="*/ 389093 h 483066"/>
                <a:gd name="connsiteX228" fmla="*/ 2220826 w 2912392"/>
                <a:gd name="connsiteY228" fmla="*/ 388062 h 483066"/>
                <a:gd name="connsiteX229" fmla="*/ 2230570 w 2912392"/>
                <a:gd name="connsiteY229" fmla="*/ 386888 h 483066"/>
                <a:gd name="connsiteX230" fmla="*/ 2240299 w 2912392"/>
                <a:gd name="connsiteY230" fmla="*/ 385572 h 483066"/>
                <a:gd name="connsiteX231" fmla="*/ 2250043 w 2912392"/>
                <a:gd name="connsiteY231" fmla="*/ 384120 h 483066"/>
                <a:gd name="connsiteX232" fmla="*/ 2259787 w 2912392"/>
                <a:gd name="connsiteY232" fmla="*/ 382531 h 483066"/>
                <a:gd name="connsiteX233" fmla="*/ 2269531 w 2912392"/>
                <a:gd name="connsiteY233" fmla="*/ 380807 h 483066"/>
                <a:gd name="connsiteX234" fmla="*/ 2279260 w 2912392"/>
                <a:gd name="connsiteY234" fmla="*/ 378953 h 483066"/>
                <a:gd name="connsiteX235" fmla="*/ 2289004 w 2912392"/>
                <a:gd name="connsiteY235" fmla="*/ 376968 h 483066"/>
                <a:gd name="connsiteX236" fmla="*/ 2298748 w 2912392"/>
                <a:gd name="connsiteY236" fmla="*/ 374854 h 483066"/>
                <a:gd name="connsiteX237" fmla="*/ 2308492 w 2912392"/>
                <a:gd name="connsiteY237" fmla="*/ 372615 h 483066"/>
                <a:gd name="connsiteX238" fmla="*/ 2318236 w 2912392"/>
                <a:gd name="connsiteY238" fmla="*/ 370250 h 483066"/>
                <a:gd name="connsiteX239" fmla="*/ 2327965 w 2912392"/>
                <a:gd name="connsiteY239" fmla="*/ 367762 h 483066"/>
                <a:gd name="connsiteX240" fmla="*/ 2337709 w 2912392"/>
                <a:gd name="connsiteY240" fmla="*/ 365155 h 483066"/>
                <a:gd name="connsiteX241" fmla="*/ 2347453 w 2912392"/>
                <a:gd name="connsiteY241" fmla="*/ 362428 h 483066"/>
                <a:gd name="connsiteX242" fmla="*/ 2357197 w 2912392"/>
                <a:gd name="connsiteY242" fmla="*/ 359582 h 483066"/>
                <a:gd name="connsiteX243" fmla="*/ 2366926 w 2912392"/>
                <a:gd name="connsiteY243" fmla="*/ 356623 h 483066"/>
                <a:gd name="connsiteX244" fmla="*/ 2376670 w 2912392"/>
                <a:gd name="connsiteY244" fmla="*/ 353548 h 483066"/>
                <a:gd name="connsiteX245" fmla="*/ 2386413 w 2912392"/>
                <a:gd name="connsiteY245" fmla="*/ 350363 h 483066"/>
                <a:gd name="connsiteX246" fmla="*/ 2396157 w 2912392"/>
                <a:gd name="connsiteY246" fmla="*/ 347066 h 483066"/>
                <a:gd name="connsiteX247" fmla="*/ 2405886 w 2912392"/>
                <a:gd name="connsiteY247" fmla="*/ 343660 h 483066"/>
                <a:gd name="connsiteX248" fmla="*/ 2415630 w 2912392"/>
                <a:gd name="connsiteY248" fmla="*/ 340148 h 483066"/>
                <a:gd name="connsiteX249" fmla="*/ 2425374 w 2912392"/>
                <a:gd name="connsiteY249" fmla="*/ 336531 h 483066"/>
                <a:gd name="connsiteX250" fmla="*/ 2435118 w 2912392"/>
                <a:gd name="connsiteY250" fmla="*/ 332810 h 483066"/>
                <a:gd name="connsiteX251" fmla="*/ 2444862 w 2912392"/>
                <a:gd name="connsiteY251" fmla="*/ 328989 h 483066"/>
                <a:gd name="connsiteX252" fmla="*/ 2454591 w 2912392"/>
                <a:gd name="connsiteY252" fmla="*/ 325069 h 483066"/>
                <a:gd name="connsiteX253" fmla="*/ 2464335 w 2912392"/>
                <a:gd name="connsiteY253" fmla="*/ 321051 h 483066"/>
                <a:gd name="connsiteX254" fmla="*/ 2474079 w 2912392"/>
                <a:gd name="connsiteY254" fmla="*/ 316940 h 483066"/>
                <a:gd name="connsiteX255" fmla="*/ 2483823 w 2912392"/>
                <a:gd name="connsiteY255" fmla="*/ 312736 h 483066"/>
                <a:gd name="connsiteX256" fmla="*/ 2493552 w 2912392"/>
                <a:gd name="connsiteY256" fmla="*/ 308442 h 483066"/>
                <a:gd name="connsiteX257" fmla="*/ 2503296 w 2912392"/>
                <a:gd name="connsiteY257" fmla="*/ 304061 h 483066"/>
                <a:gd name="connsiteX258" fmla="*/ 2513040 w 2912392"/>
                <a:gd name="connsiteY258" fmla="*/ 299598 h 483066"/>
                <a:gd name="connsiteX259" fmla="*/ 2522784 w 2912392"/>
                <a:gd name="connsiteY259" fmla="*/ 295052 h 483066"/>
                <a:gd name="connsiteX260" fmla="*/ 2532513 w 2912392"/>
                <a:gd name="connsiteY260" fmla="*/ 290429 h 483066"/>
                <a:gd name="connsiteX261" fmla="*/ 2542257 w 2912392"/>
                <a:gd name="connsiteY261" fmla="*/ 285730 h 483066"/>
                <a:gd name="connsiteX262" fmla="*/ 2552001 w 2912392"/>
                <a:gd name="connsiteY262" fmla="*/ 280960 h 483066"/>
                <a:gd name="connsiteX263" fmla="*/ 2561745 w 2912392"/>
                <a:gd name="connsiteY263" fmla="*/ 276124 h 483066"/>
                <a:gd name="connsiteX264" fmla="*/ 2571474 w 2912392"/>
                <a:gd name="connsiteY264" fmla="*/ 271224 h 483066"/>
                <a:gd name="connsiteX265" fmla="*/ 2581218 w 2912392"/>
                <a:gd name="connsiteY265" fmla="*/ 266264 h 483066"/>
                <a:gd name="connsiteX266" fmla="*/ 2590962 w 2912392"/>
                <a:gd name="connsiteY266" fmla="*/ 261251 h 483066"/>
                <a:gd name="connsiteX267" fmla="*/ 2600705 w 2912392"/>
                <a:gd name="connsiteY267" fmla="*/ 256185 h 483066"/>
                <a:gd name="connsiteX268" fmla="*/ 2610449 w 2912392"/>
                <a:gd name="connsiteY268" fmla="*/ 251075 h 483066"/>
                <a:gd name="connsiteX269" fmla="*/ 2620178 w 2912392"/>
                <a:gd name="connsiteY269" fmla="*/ 245923 h 483066"/>
                <a:gd name="connsiteX270" fmla="*/ 2629922 w 2912392"/>
                <a:gd name="connsiteY270" fmla="*/ 240736 h 483066"/>
                <a:gd name="connsiteX271" fmla="*/ 2639666 w 2912392"/>
                <a:gd name="connsiteY271" fmla="*/ 235519 h 483066"/>
                <a:gd name="connsiteX272" fmla="*/ 2649410 w 2912392"/>
                <a:gd name="connsiteY272" fmla="*/ 230277 h 483066"/>
                <a:gd name="connsiteX273" fmla="*/ 2659139 w 2912392"/>
                <a:gd name="connsiteY273" fmla="*/ 225016 h 483066"/>
                <a:gd name="connsiteX274" fmla="*/ 2668883 w 2912392"/>
                <a:gd name="connsiteY274" fmla="*/ 219744 h 483066"/>
                <a:gd name="connsiteX275" fmla="*/ 2678627 w 2912392"/>
                <a:gd name="connsiteY275" fmla="*/ 214463 h 483066"/>
                <a:gd name="connsiteX276" fmla="*/ 2688371 w 2912392"/>
                <a:gd name="connsiteY276" fmla="*/ 209183 h 483066"/>
                <a:gd name="connsiteX277" fmla="*/ 2698100 w 2912392"/>
                <a:gd name="connsiteY277" fmla="*/ 203909 h 483066"/>
                <a:gd name="connsiteX278" fmla="*/ 2707844 w 2912392"/>
                <a:gd name="connsiteY278" fmla="*/ 198648 h 483066"/>
                <a:gd name="connsiteX279" fmla="*/ 2717588 w 2912392"/>
                <a:gd name="connsiteY279" fmla="*/ 193407 h 483066"/>
                <a:gd name="connsiteX280" fmla="*/ 2727332 w 2912392"/>
                <a:gd name="connsiteY280" fmla="*/ 188193 h 483066"/>
                <a:gd name="connsiteX281" fmla="*/ 2737076 w 2912392"/>
                <a:gd name="connsiteY281" fmla="*/ 183012 h 483066"/>
                <a:gd name="connsiteX282" fmla="*/ 2746805 w 2912392"/>
                <a:gd name="connsiteY282" fmla="*/ 177873 h 483066"/>
                <a:gd name="connsiteX283" fmla="*/ 2756549 w 2912392"/>
                <a:gd name="connsiteY283" fmla="*/ 172782 h 483066"/>
                <a:gd name="connsiteX284" fmla="*/ 2766293 w 2912392"/>
                <a:gd name="connsiteY284" fmla="*/ 167746 h 483066"/>
                <a:gd name="connsiteX285" fmla="*/ 2776037 w 2912392"/>
                <a:gd name="connsiteY285" fmla="*/ 162773 h 483066"/>
                <a:gd name="connsiteX286" fmla="*/ 2785766 w 2912392"/>
                <a:gd name="connsiteY286" fmla="*/ 157870 h 483066"/>
                <a:gd name="connsiteX287" fmla="*/ 2795510 w 2912392"/>
                <a:gd name="connsiteY287" fmla="*/ 153045 h 483066"/>
                <a:gd name="connsiteX288" fmla="*/ 2805254 w 2912392"/>
                <a:gd name="connsiteY288" fmla="*/ 148304 h 483066"/>
                <a:gd name="connsiteX289" fmla="*/ 2814998 w 2912392"/>
                <a:gd name="connsiteY289" fmla="*/ 143657 h 483066"/>
                <a:gd name="connsiteX290" fmla="*/ 2824727 w 2912392"/>
                <a:gd name="connsiteY290" fmla="*/ 139109 h 483066"/>
                <a:gd name="connsiteX291" fmla="*/ 2834471 w 2912392"/>
                <a:gd name="connsiteY291" fmla="*/ 134667 h 483066"/>
                <a:gd name="connsiteX292" fmla="*/ 2844215 w 2912392"/>
                <a:gd name="connsiteY292" fmla="*/ 130339 h 483066"/>
                <a:gd name="connsiteX293" fmla="*/ 2853958 w 2912392"/>
                <a:gd name="connsiteY293" fmla="*/ 126132 h 483066"/>
                <a:gd name="connsiteX294" fmla="*/ 2863687 w 2912392"/>
                <a:gd name="connsiteY294" fmla="*/ 122051 h 483066"/>
                <a:gd name="connsiteX295" fmla="*/ 2873431 w 2912392"/>
                <a:gd name="connsiteY295" fmla="*/ 118104 h 483066"/>
                <a:gd name="connsiteX296" fmla="*/ 2883175 w 2912392"/>
                <a:gd name="connsiteY296" fmla="*/ 114297 h 483066"/>
                <a:gd name="connsiteX297" fmla="*/ 2892919 w 2912392"/>
                <a:gd name="connsiteY297" fmla="*/ 110638 h 483066"/>
                <a:gd name="connsiteX298" fmla="*/ 2902663 w 2912392"/>
                <a:gd name="connsiteY298" fmla="*/ 107130 h 483066"/>
                <a:gd name="connsiteX299" fmla="*/ 2912392 w 2912392"/>
                <a:gd name="connsiteY299" fmla="*/ 103779 h 483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83066">
                  <a:moveTo>
                    <a:pt x="0" y="0"/>
                  </a:moveTo>
                  <a:lnTo>
                    <a:pt x="9739" y="6123"/>
                  </a:lnTo>
                  <a:lnTo>
                    <a:pt x="19480" y="12311"/>
                  </a:lnTo>
                  <a:lnTo>
                    <a:pt x="29221" y="18566"/>
                  </a:lnTo>
                  <a:lnTo>
                    <a:pt x="38961" y="24889"/>
                  </a:lnTo>
                  <a:lnTo>
                    <a:pt x="48702" y="31286"/>
                  </a:lnTo>
                  <a:lnTo>
                    <a:pt x="58443" y="37760"/>
                  </a:lnTo>
                  <a:lnTo>
                    <a:pt x="68182" y="44314"/>
                  </a:lnTo>
                  <a:lnTo>
                    <a:pt x="77923" y="50949"/>
                  </a:lnTo>
                  <a:lnTo>
                    <a:pt x="87664" y="57668"/>
                  </a:lnTo>
                  <a:lnTo>
                    <a:pt x="97404" y="64474"/>
                  </a:lnTo>
                  <a:lnTo>
                    <a:pt x="107145" y="71369"/>
                  </a:lnTo>
                  <a:lnTo>
                    <a:pt x="116886" y="78354"/>
                  </a:lnTo>
                  <a:lnTo>
                    <a:pt x="126625" y="85431"/>
                  </a:lnTo>
                  <a:lnTo>
                    <a:pt x="136366" y="92600"/>
                  </a:lnTo>
                  <a:lnTo>
                    <a:pt x="146107" y="99862"/>
                  </a:lnTo>
                  <a:lnTo>
                    <a:pt x="155846" y="107216"/>
                  </a:lnTo>
                  <a:lnTo>
                    <a:pt x="165587" y="114664"/>
                  </a:lnTo>
                  <a:lnTo>
                    <a:pt x="175328" y="122204"/>
                  </a:lnTo>
                  <a:lnTo>
                    <a:pt x="185068" y="129836"/>
                  </a:lnTo>
                  <a:lnTo>
                    <a:pt x="194809" y="137556"/>
                  </a:lnTo>
                  <a:lnTo>
                    <a:pt x="204550" y="145363"/>
                  </a:lnTo>
                  <a:lnTo>
                    <a:pt x="214289" y="153257"/>
                  </a:lnTo>
                  <a:lnTo>
                    <a:pt x="224030" y="161231"/>
                  </a:lnTo>
                  <a:lnTo>
                    <a:pt x="233771" y="169284"/>
                  </a:lnTo>
                  <a:lnTo>
                    <a:pt x="243510" y="177411"/>
                  </a:lnTo>
                  <a:lnTo>
                    <a:pt x="253251" y="185608"/>
                  </a:lnTo>
                  <a:lnTo>
                    <a:pt x="262992" y="193870"/>
                  </a:lnTo>
                  <a:lnTo>
                    <a:pt x="272732" y="202191"/>
                  </a:lnTo>
                  <a:lnTo>
                    <a:pt x="282473" y="210566"/>
                  </a:lnTo>
                  <a:lnTo>
                    <a:pt x="292214" y="218987"/>
                  </a:lnTo>
                  <a:lnTo>
                    <a:pt x="301953" y="227448"/>
                  </a:lnTo>
                  <a:lnTo>
                    <a:pt x="311694" y="235942"/>
                  </a:lnTo>
                  <a:lnTo>
                    <a:pt x="321435" y="244459"/>
                  </a:lnTo>
                  <a:lnTo>
                    <a:pt x="331175" y="252992"/>
                  </a:lnTo>
                  <a:lnTo>
                    <a:pt x="340916" y="261534"/>
                  </a:lnTo>
                  <a:lnTo>
                    <a:pt x="350656" y="270072"/>
                  </a:lnTo>
                  <a:lnTo>
                    <a:pt x="360396" y="278601"/>
                  </a:lnTo>
                  <a:lnTo>
                    <a:pt x="370137" y="287106"/>
                  </a:lnTo>
                  <a:lnTo>
                    <a:pt x="379878" y="295579"/>
                  </a:lnTo>
                  <a:lnTo>
                    <a:pt x="389617" y="304011"/>
                  </a:lnTo>
                  <a:lnTo>
                    <a:pt x="399358" y="312388"/>
                  </a:lnTo>
                  <a:lnTo>
                    <a:pt x="409099" y="320702"/>
                  </a:lnTo>
                  <a:lnTo>
                    <a:pt x="418839" y="328938"/>
                  </a:lnTo>
                  <a:lnTo>
                    <a:pt x="428580" y="337086"/>
                  </a:lnTo>
                  <a:lnTo>
                    <a:pt x="438321" y="345135"/>
                  </a:lnTo>
                  <a:lnTo>
                    <a:pt x="448060" y="353070"/>
                  </a:lnTo>
                  <a:lnTo>
                    <a:pt x="457801" y="360883"/>
                  </a:lnTo>
                  <a:lnTo>
                    <a:pt x="467542" y="368558"/>
                  </a:lnTo>
                  <a:lnTo>
                    <a:pt x="477281" y="376085"/>
                  </a:lnTo>
                  <a:lnTo>
                    <a:pt x="487022" y="383449"/>
                  </a:lnTo>
                  <a:lnTo>
                    <a:pt x="496763" y="390641"/>
                  </a:lnTo>
                  <a:lnTo>
                    <a:pt x="506503" y="397646"/>
                  </a:lnTo>
                  <a:lnTo>
                    <a:pt x="516244" y="404454"/>
                  </a:lnTo>
                  <a:lnTo>
                    <a:pt x="525985" y="411051"/>
                  </a:lnTo>
                  <a:lnTo>
                    <a:pt x="535724" y="417426"/>
                  </a:lnTo>
                  <a:lnTo>
                    <a:pt x="545465" y="423569"/>
                  </a:lnTo>
                  <a:lnTo>
                    <a:pt x="555206" y="429466"/>
                  </a:lnTo>
                  <a:lnTo>
                    <a:pt x="564946" y="435107"/>
                  </a:lnTo>
                  <a:lnTo>
                    <a:pt x="574687" y="440479"/>
                  </a:lnTo>
                  <a:lnTo>
                    <a:pt x="584428" y="445576"/>
                  </a:lnTo>
                  <a:lnTo>
                    <a:pt x="594167" y="450384"/>
                  </a:lnTo>
                  <a:lnTo>
                    <a:pt x="603908" y="454896"/>
                  </a:lnTo>
                  <a:lnTo>
                    <a:pt x="613649" y="459100"/>
                  </a:lnTo>
                  <a:lnTo>
                    <a:pt x="623388" y="462990"/>
                  </a:lnTo>
                  <a:lnTo>
                    <a:pt x="633129" y="466557"/>
                  </a:lnTo>
                  <a:lnTo>
                    <a:pt x="642870" y="469792"/>
                  </a:lnTo>
                  <a:lnTo>
                    <a:pt x="652610" y="472690"/>
                  </a:lnTo>
                  <a:lnTo>
                    <a:pt x="662351" y="475242"/>
                  </a:lnTo>
                  <a:lnTo>
                    <a:pt x="672092" y="477445"/>
                  </a:lnTo>
                  <a:lnTo>
                    <a:pt x="681831" y="479293"/>
                  </a:lnTo>
                  <a:lnTo>
                    <a:pt x="691572" y="480780"/>
                  </a:lnTo>
                  <a:lnTo>
                    <a:pt x="701313" y="481903"/>
                  </a:lnTo>
                  <a:lnTo>
                    <a:pt x="711052" y="482661"/>
                  </a:lnTo>
                  <a:lnTo>
                    <a:pt x="720793" y="483049"/>
                  </a:lnTo>
                  <a:lnTo>
                    <a:pt x="730534" y="483067"/>
                  </a:lnTo>
                  <a:lnTo>
                    <a:pt x="740274" y="482714"/>
                  </a:lnTo>
                  <a:lnTo>
                    <a:pt x="750015" y="481988"/>
                  </a:lnTo>
                  <a:lnTo>
                    <a:pt x="759756" y="480893"/>
                  </a:lnTo>
                  <a:lnTo>
                    <a:pt x="769495" y="479428"/>
                  </a:lnTo>
                  <a:lnTo>
                    <a:pt x="779236" y="477597"/>
                  </a:lnTo>
                  <a:lnTo>
                    <a:pt x="788977" y="475403"/>
                  </a:lnTo>
                  <a:lnTo>
                    <a:pt x="798717" y="472849"/>
                  </a:lnTo>
                  <a:lnTo>
                    <a:pt x="808458" y="469939"/>
                  </a:lnTo>
                  <a:lnTo>
                    <a:pt x="818199" y="466681"/>
                  </a:lnTo>
                  <a:lnTo>
                    <a:pt x="827938" y="463080"/>
                  </a:lnTo>
                  <a:lnTo>
                    <a:pt x="837679" y="459143"/>
                  </a:lnTo>
                  <a:lnTo>
                    <a:pt x="847420" y="454878"/>
                  </a:lnTo>
                  <a:lnTo>
                    <a:pt x="857159" y="450293"/>
                  </a:lnTo>
                  <a:lnTo>
                    <a:pt x="866900" y="445399"/>
                  </a:lnTo>
                  <a:lnTo>
                    <a:pt x="876641" y="440204"/>
                  </a:lnTo>
                  <a:lnTo>
                    <a:pt x="886381" y="434718"/>
                  </a:lnTo>
                  <a:lnTo>
                    <a:pt x="896122" y="428955"/>
                  </a:lnTo>
                  <a:lnTo>
                    <a:pt x="905863" y="422925"/>
                  </a:lnTo>
                  <a:lnTo>
                    <a:pt x="915602" y="416643"/>
                  </a:lnTo>
                  <a:lnTo>
                    <a:pt x="925343" y="410118"/>
                  </a:lnTo>
                  <a:lnTo>
                    <a:pt x="935084" y="403368"/>
                  </a:lnTo>
                  <a:lnTo>
                    <a:pt x="944824" y="396404"/>
                  </a:lnTo>
                  <a:lnTo>
                    <a:pt x="954564" y="389242"/>
                  </a:lnTo>
                  <a:lnTo>
                    <a:pt x="964305" y="381898"/>
                  </a:lnTo>
                  <a:lnTo>
                    <a:pt x="974045" y="374386"/>
                  </a:lnTo>
                  <a:lnTo>
                    <a:pt x="983786" y="366722"/>
                  </a:lnTo>
                  <a:lnTo>
                    <a:pt x="993522" y="358924"/>
                  </a:lnTo>
                  <a:lnTo>
                    <a:pt x="1003266" y="351007"/>
                  </a:lnTo>
                  <a:lnTo>
                    <a:pt x="1013010" y="342988"/>
                  </a:lnTo>
                  <a:lnTo>
                    <a:pt x="1022754" y="334883"/>
                  </a:lnTo>
                  <a:lnTo>
                    <a:pt x="1032483" y="326711"/>
                  </a:lnTo>
                  <a:lnTo>
                    <a:pt x="1042227" y="318488"/>
                  </a:lnTo>
                  <a:lnTo>
                    <a:pt x="1051971" y="310233"/>
                  </a:lnTo>
                  <a:lnTo>
                    <a:pt x="1061715" y="301962"/>
                  </a:lnTo>
                  <a:lnTo>
                    <a:pt x="1071444" y="293692"/>
                  </a:lnTo>
                  <a:lnTo>
                    <a:pt x="1081188" y="285441"/>
                  </a:lnTo>
                  <a:lnTo>
                    <a:pt x="1090932" y="277225"/>
                  </a:lnTo>
                  <a:lnTo>
                    <a:pt x="1100676" y="269064"/>
                  </a:lnTo>
                  <a:lnTo>
                    <a:pt x="1110405" y="260972"/>
                  </a:lnTo>
                  <a:lnTo>
                    <a:pt x="1120149" y="252968"/>
                  </a:lnTo>
                  <a:lnTo>
                    <a:pt x="1129893" y="245066"/>
                  </a:lnTo>
                  <a:lnTo>
                    <a:pt x="1139637" y="237284"/>
                  </a:lnTo>
                  <a:lnTo>
                    <a:pt x="1149381" y="229636"/>
                  </a:lnTo>
                  <a:lnTo>
                    <a:pt x="1159110" y="222141"/>
                  </a:lnTo>
                  <a:lnTo>
                    <a:pt x="1168854" y="214809"/>
                  </a:lnTo>
                  <a:lnTo>
                    <a:pt x="1178598" y="207657"/>
                  </a:lnTo>
                  <a:lnTo>
                    <a:pt x="1188341" y="200701"/>
                  </a:lnTo>
                  <a:lnTo>
                    <a:pt x="1198070" y="193950"/>
                  </a:lnTo>
                  <a:lnTo>
                    <a:pt x="1207814" y="187422"/>
                  </a:lnTo>
                  <a:lnTo>
                    <a:pt x="1217558" y="181124"/>
                  </a:lnTo>
                  <a:lnTo>
                    <a:pt x="1227302" y="175072"/>
                  </a:lnTo>
                  <a:lnTo>
                    <a:pt x="1237031" y="169275"/>
                  </a:lnTo>
                  <a:lnTo>
                    <a:pt x="1246775" y="163743"/>
                  </a:lnTo>
                  <a:lnTo>
                    <a:pt x="1256519" y="158488"/>
                  </a:lnTo>
                  <a:lnTo>
                    <a:pt x="1266263" y="153516"/>
                  </a:lnTo>
                  <a:lnTo>
                    <a:pt x="1276007" y="148838"/>
                  </a:lnTo>
                  <a:lnTo>
                    <a:pt x="1285736" y="144460"/>
                  </a:lnTo>
                  <a:lnTo>
                    <a:pt x="1295480" y="140390"/>
                  </a:lnTo>
                  <a:lnTo>
                    <a:pt x="1305224" y="136633"/>
                  </a:lnTo>
                  <a:lnTo>
                    <a:pt x="1314968" y="133195"/>
                  </a:lnTo>
                  <a:lnTo>
                    <a:pt x="1324697" y="130078"/>
                  </a:lnTo>
                  <a:lnTo>
                    <a:pt x="1334441" y="127291"/>
                  </a:lnTo>
                  <a:lnTo>
                    <a:pt x="1344185" y="124831"/>
                  </a:lnTo>
                  <a:lnTo>
                    <a:pt x="1353929" y="122704"/>
                  </a:lnTo>
                  <a:lnTo>
                    <a:pt x="1363658" y="120910"/>
                  </a:lnTo>
                  <a:lnTo>
                    <a:pt x="1373402" y="119448"/>
                  </a:lnTo>
                  <a:lnTo>
                    <a:pt x="1383146" y="118320"/>
                  </a:lnTo>
                  <a:lnTo>
                    <a:pt x="1392890" y="117526"/>
                  </a:lnTo>
                  <a:lnTo>
                    <a:pt x="1402619" y="117061"/>
                  </a:lnTo>
                  <a:lnTo>
                    <a:pt x="1412363" y="116924"/>
                  </a:lnTo>
                  <a:lnTo>
                    <a:pt x="1422106" y="117113"/>
                  </a:lnTo>
                  <a:lnTo>
                    <a:pt x="1431850" y="117623"/>
                  </a:lnTo>
                  <a:lnTo>
                    <a:pt x="1441594" y="118448"/>
                  </a:lnTo>
                  <a:lnTo>
                    <a:pt x="1451323" y="119585"/>
                  </a:lnTo>
                  <a:lnTo>
                    <a:pt x="1461067" y="121027"/>
                  </a:lnTo>
                  <a:lnTo>
                    <a:pt x="1470811" y="122769"/>
                  </a:lnTo>
                  <a:lnTo>
                    <a:pt x="1480555" y="124801"/>
                  </a:lnTo>
                  <a:lnTo>
                    <a:pt x="1490284" y="127117"/>
                  </a:lnTo>
                  <a:lnTo>
                    <a:pt x="1500028" y="129708"/>
                  </a:lnTo>
                  <a:lnTo>
                    <a:pt x="1509772" y="132565"/>
                  </a:lnTo>
                  <a:lnTo>
                    <a:pt x="1519516" y="135680"/>
                  </a:lnTo>
                  <a:lnTo>
                    <a:pt x="1529245" y="139043"/>
                  </a:lnTo>
                  <a:lnTo>
                    <a:pt x="1538989" y="142644"/>
                  </a:lnTo>
                  <a:lnTo>
                    <a:pt x="1548733" y="146470"/>
                  </a:lnTo>
                  <a:lnTo>
                    <a:pt x="1558477" y="150514"/>
                  </a:lnTo>
                  <a:lnTo>
                    <a:pt x="1568221" y="154762"/>
                  </a:lnTo>
                  <a:lnTo>
                    <a:pt x="1577950" y="159203"/>
                  </a:lnTo>
                  <a:lnTo>
                    <a:pt x="1587694" y="163826"/>
                  </a:lnTo>
                  <a:lnTo>
                    <a:pt x="1597438" y="168619"/>
                  </a:lnTo>
                  <a:lnTo>
                    <a:pt x="1607182" y="173569"/>
                  </a:lnTo>
                  <a:lnTo>
                    <a:pt x="1616911" y="178664"/>
                  </a:lnTo>
                  <a:lnTo>
                    <a:pt x="1626655" y="183892"/>
                  </a:lnTo>
                  <a:lnTo>
                    <a:pt x="1636399" y="189239"/>
                  </a:lnTo>
                  <a:lnTo>
                    <a:pt x="1646142" y="194695"/>
                  </a:lnTo>
                  <a:lnTo>
                    <a:pt x="1655872" y="200245"/>
                  </a:lnTo>
                  <a:lnTo>
                    <a:pt x="1665616" y="205879"/>
                  </a:lnTo>
                  <a:lnTo>
                    <a:pt x="1675359" y="211582"/>
                  </a:lnTo>
                  <a:lnTo>
                    <a:pt x="1685103" y="217343"/>
                  </a:lnTo>
                  <a:lnTo>
                    <a:pt x="1694832" y="223151"/>
                  </a:lnTo>
                  <a:lnTo>
                    <a:pt x="1704576" y="228991"/>
                  </a:lnTo>
                  <a:lnTo>
                    <a:pt x="1714320" y="234853"/>
                  </a:lnTo>
                  <a:lnTo>
                    <a:pt x="1724064" y="240724"/>
                  </a:lnTo>
                  <a:lnTo>
                    <a:pt x="1733808" y="246595"/>
                  </a:lnTo>
                  <a:lnTo>
                    <a:pt x="1743537" y="252451"/>
                  </a:lnTo>
                  <a:lnTo>
                    <a:pt x="1753281" y="258283"/>
                  </a:lnTo>
                  <a:lnTo>
                    <a:pt x="1763025" y="264081"/>
                  </a:lnTo>
                  <a:lnTo>
                    <a:pt x="1772769" y="269834"/>
                  </a:lnTo>
                  <a:lnTo>
                    <a:pt x="1782498" y="275531"/>
                  </a:lnTo>
                  <a:lnTo>
                    <a:pt x="1792242" y="281165"/>
                  </a:lnTo>
                  <a:lnTo>
                    <a:pt x="1801986" y="286723"/>
                  </a:lnTo>
                  <a:lnTo>
                    <a:pt x="1811730" y="292200"/>
                  </a:lnTo>
                  <a:lnTo>
                    <a:pt x="1821459" y="297585"/>
                  </a:lnTo>
                  <a:lnTo>
                    <a:pt x="1831203" y="302868"/>
                  </a:lnTo>
                  <a:lnTo>
                    <a:pt x="1840947" y="308045"/>
                  </a:lnTo>
                  <a:lnTo>
                    <a:pt x="1850691" y="313108"/>
                  </a:lnTo>
                  <a:lnTo>
                    <a:pt x="1860435" y="318050"/>
                  </a:lnTo>
                  <a:lnTo>
                    <a:pt x="1870164" y="322862"/>
                  </a:lnTo>
                  <a:lnTo>
                    <a:pt x="1879908" y="327541"/>
                  </a:lnTo>
                  <a:lnTo>
                    <a:pt x="1889652" y="332080"/>
                  </a:lnTo>
                  <a:lnTo>
                    <a:pt x="1899395" y="336476"/>
                  </a:lnTo>
                  <a:lnTo>
                    <a:pt x="1909124" y="340720"/>
                  </a:lnTo>
                  <a:lnTo>
                    <a:pt x="1918868" y="344812"/>
                  </a:lnTo>
                  <a:lnTo>
                    <a:pt x="1928612" y="348745"/>
                  </a:lnTo>
                  <a:lnTo>
                    <a:pt x="1938356" y="352519"/>
                  </a:lnTo>
                  <a:lnTo>
                    <a:pt x="1948085" y="356127"/>
                  </a:lnTo>
                  <a:lnTo>
                    <a:pt x="1957829" y="359569"/>
                  </a:lnTo>
                  <a:lnTo>
                    <a:pt x="1967573" y="362841"/>
                  </a:lnTo>
                  <a:lnTo>
                    <a:pt x="1977317" y="365943"/>
                  </a:lnTo>
                  <a:lnTo>
                    <a:pt x="1987046" y="368872"/>
                  </a:lnTo>
                  <a:lnTo>
                    <a:pt x="1996790" y="371627"/>
                  </a:lnTo>
                  <a:lnTo>
                    <a:pt x="2006534" y="374207"/>
                  </a:lnTo>
                  <a:lnTo>
                    <a:pt x="2016278" y="376612"/>
                  </a:lnTo>
                  <a:lnTo>
                    <a:pt x="2026022" y="378842"/>
                  </a:lnTo>
                  <a:lnTo>
                    <a:pt x="2035751" y="380897"/>
                  </a:lnTo>
                  <a:lnTo>
                    <a:pt x="2045495" y="382776"/>
                  </a:lnTo>
                  <a:lnTo>
                    <a:pt x="2055239" y="384480"/>
                  </a:lnTo>
                  <a:lnTo>
                    <a:pt x="2064983" y="386010"/>
                  </a:lnTo>
                  <a:lnTo>
                    <a:pt x="2074712" y="387368"/>
                  </a:lnTo>
                  <a:lnTo>
                    <a:pt x="2084456" y="388554"/>
                  </a:lnTo>
                  <a:lnTo>
                    <a:pt x="2094200" y="389568"/>
                  </a:lnTo>
                  <a:lnTo>
                    <a:pt x="2103944" y="390413"/>
                  </a:lnTo>
                  <a:lnTo>
                    <a:pt x="2113673" y="391092"/>
                  </a:lnTo>
                  <a:lnTo>
                    <a:pt x="2123417" y="391605"/>
                  </a:lnTo>
                  <a:lnTo>
                    <a:pt x="2133161" y="391953"/>
                  </a:lnTo>
                  <a:lnTo>
                    <a:pt x="2142905" y="392141"/>
                  </a:lnTo>
                  <a:lnTo>
                    <a:pt x="2152649" y="392168"/>
                  </a:lnTo>
                  <a:lnTo>
                    <a:pt x="2162377" y="392037"/>
                  </a:lnTo>
                  <a:lnTo>
                    <a:pt x="2172121" y="391751"/>
                  </a:lnTo>
                  <a:lnTo>
                    <a:pt x="2181865" y="391311"/>
                  </a:lnTo>
                  <a:lnTo>
                    <a:pt x="2191609" y="390720"/>
                  </a:lnTo>
                  <a:lnTo>
                    <a:pt x="2201338" y="389981"/>
                  </a:lnTo>
                  <a:lnTo>
                    <a:pt x="2211082" y="389093"/>
                  </a:lnTo>
                  <a:lnTo>
                    <a:pt x="2220826" y="388062"/>
                  </a:lnTo>
                  <a:lnTo>
                    <a:pt x="2230570" y="386888"/>
                  </a:lnTo>
                  <a:lnTo>
                    <a:pt x="2240299" y="385572"/>
                  </a:lnTo>
                  <a:lnTo>
                    <a:pt x="2250043" y="384120"/>
                  </a:lnTo>
                  <a:lnTo>
                    <a:pt x="2259787" y="382531"/>
                  </a:lnTo>
                  <a:lnTo>
                    <a:pt x="2269531" y="380807"/>
                  </a:lnTo>
                  <a:lnTo>
                    <a:pt x="2279260" y="378953"/>
                  </a:lnTo>
                  <a:lnTo>
                    <a:pt x="2289004" y="376968"/>
                  </a:lnTo>
                  <a:lnTo>
                    <a:pt x="2298748" y="374854"/>
                  </a:lnTo>
                  <a:lnTo>
                    <a:pt x="2308492" y="372615"/>
                  </a:lnTo>
                  <a:lnTo>
                    <a:pt x="2318236" y="370250"/>
                  </a:lnTo>
                  <a:lnTo>
                    <a:pt x="2327965" y="367762"/>
                  </a:lnTo>
                  <a:lnTo>
                    <a:pt x="2337709" y="365155"/>
                  </a:lnTo>
                  <a:lnTo>
                    <a:pt x="2347453" y="362428"/>
                  </a:lnTo>
                  <a:lnTo>
                    <a:pt x="2357197" y="359582"/>
                  </a:lnTo>
                  <a:lnTo>
                    <a:pt x="2366926" y="356623"/>
                  </a:lnTo>
                  <a:lnTo>
                    <a:pt x="2376670" y="353548"/>
                  </a:lnTo>
                  <a:lnTo>
                    <a:pt x="2386413" y="350363"/>
                  </a:lnTo>
                  <a:lnTo>
                    <a:pt x="2396157" y="347066"/>
                  </a:lnTo>
                  <a:lnTo>
                    <a:pt x="2405886" y="343660"/>
                  </a:lnTo>
                  <a:lnTo>
                    <a:pt x="2415630" y="340148"/>
                  </a:lnTo>
                  <a:lnTo>
                    <a:pt x="2425374" y="336531"/>
                  </a:lnTo>
                  <a:lnTo>
                    <a:pt x="2435118" y="332810"/>
                  </a:lnTo>
                  <a:lnTo>
                    <a:pt x="2444862" y="328989"/>
                  </a:lnTo>
                  <a:lnTo>
                    <a:pt x="2454591" y="325069"/>
                  </a:lnTo>
                  <a:lnTo>
                    <a:pt x="2464335" y="321051"/>
                  </a:lnTo>
                  <a:lnTo>
                    <a:pt x="2474079" y="316940"/>
                  </a:lnTo>
                  <a:lnTo>
                    <a:pt x="2483823" y="312736"/>
                  </a:lnTo>
                  <a:lnTo>
                    <a:pt x="2493552" y="308442"/>
                  </a:lnTo>
                  <a:lnTo>
                    <a:pt x="2503296" y="304061"/>
                  </a:lnTo>
                  <a:lnTo>
                    <a:pt x="2513040" y="299598"/>
                  </a:lnTo>
                  <a:lnTo>
                    <a:pt x="2522784" y="295052"/>
                  </a:lnTo>
                  <a:lnTo>
                    <a:pt x="2532513" y="290429"/>
                  </a:lnTo>
                  <a:lnTo>
                    <a:pt x="2542257" y="285730"/>
                  </a:lnTo>
                  <a:lnTo>
                    <a:pt x="2552001" y="280960"/>
                  </a:lnTo>
                  <a:lnTo>
                    <a:pt x="2561745" y="276124"/>
                  </a:lnTo>
                  <a:lnTo>
                    <a:pt x="2571474" y="271224"/>
                  </a:lnTo>
                  <a:lnTo>
                    <a:pt x="2581218" y="266264"/>
                  </a:lnTo>
                  <a:lnTo>
                    <a:pt x="2590962" y="261251"/>
                  </a:lnTo>
                  <a:lnTo>
                    <a:pt x="2600705" y="256185"/>
                  </a:lnTo>
                  <a:lnTo>
                    <a:pt x="2610449" y="251075"/>
                  </a:lnTo>
                  <a:lnTo>
                    <a:pt x="2620178" y="245923"/>
                  </a:lnTo>
                  <a:lnTo>
                    <a:pt x="2629922" y="240736"/>
                  </a:lnTo>
                  <a:lnTo>
                    <a:pt x="2639666" y="235519"/>
                  </a:lnTo>
                  <a:lnTo>
                    <a:pt x="2649410" y="230277"/>
                  </a:lnTo>
                  <a:lnTo>
                    <a:pt x="2659139" y="225016"/>
                  </a:lnTo>
                  <a:lnTo>
                    <a:pt x="2668883" y="219744"/>
                  </a:lnTo>
                  <a:lnTo>
                    <a:pt x="2678627" y="214463"/>
                  </a:lnTo>
                  <a:lnTo>
                    <a:pt x="2688371" y="209183"/>
                  </a:lnTo>
                  <a:lnTo>
                    <a:pt x="2698100" y="203909"/>
                  </a:lnTo>
                  <a:lnTo>
                    <a:pt x="2707844" y="198648"/>
                  </a:lnTo>
                  <a:lnTo>
                    <a:pt x="2717588" y="193407"/>
                  </a:lnTo>
                  <a:lnTo>
                    <a:pt x="2727332" y="188193"/>
                  </a:lnTo>
                  <a:lnTo>
                    <a:pt x="2737076" y="183012"/>
                  </a:lnTo>
                  <a:lnTo>
                    <a:pt x="2746805" y="177873"/>
                  </a:lnTo>
                  <a:lnTo>
                    <a:pt x="2756549" y="172782"/>
                  </a:lnTo>
                  <a:lnTo>
                    <a:pt x="2766293" y="167746"/>
                  </a:lnTo>
                  <a:lnTo>
                    <a:pt x="2776037" y="162773"/>
                  </a:lnTo>
                  <a:lnTo>
                    <a:pt x="2785766" y="157870"/>
                  </a:lnTo>
                  <a:lnTo>
                    <a:pt x="2795510" y="153045"/>
                  </a:lnTo>
                  <a:lnTo>
                    <a:pt x="2805254" y="148304"/>
                  </a:lnTo>
                  <a:lnTo>
                    <a:pt x="2814998" y="143657"/>
                  </a:lnTo>
                  <a:lnTo>
                    <a:pt x="2824727" y="139109"/>
                  </a:lnTo>
                  <a:lnTo>
                    <a:pt x="2834471" y="134667"/>
                  </a:lnTo>
                  <a:lnTo>
                    <a:pt x="2844215" y="130339"/>
                  </a:lnTo>
                  <a:lnTo>
                    <a:pt x="2853958" y="126132"/>
                  </a:lnTo>
                  <a:lnTo>
                    <a:pt x="2863687" y="122051"/>
                  </a:lnTo>
                  <a:lnTo>
                    <a:pt x="2873431" y="118104"/>
                  </a:lnTo>
                  <a:lnTo>
                    <a:pt x="2883175" y="114297"/>
                  </a:lnTo>
                  <a:lnTo>
                    <a:pt x="2892919" y="110638"/>
                  </a:lnTo>
                  <a:lnTo>
                    <a:pt x="2902663" y="107130"/>
                  </a:lnTo>
                  <a:lnTo>
                    <a:pt x="2912392" y="10377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2" name="Freeform 811">
              <a:extLst>
                <a:ext uri="{FF2B5EF4-FFF2-40B4-BE49-F238E27FC236}">
                  <a16:creationId xmlns:a16="http://schemas.microsoft.com/office/drawing/2014/main" id="{938161A8-0F98-3F1F-2429-F6C24380D27A}"/>
                </a:ext>
              </a:extLst>
            </p:cNvPr>
            <p:cNvSpPr/>
            <p:nvPr/>
          </p:nvSpPr>
          <p:spPr>
            <a:xfrm>
              <a:off x="576446" y="2880224"/>
              <a:ext cx="2912392" cy="691697"/>
            </a:xfrm>
            <a:custGeom>
              <a:avLst/>
              <a:gdLst>
                <a:gd name="connsiteX0" fmla="*/ 0 w 2912392"/>
                <a:gd name="connsiteY0" fmla="*/ 230712 h 691697"/>
                <a:gd name="connsiteX1" fmla="*/ 9739 w 2912392"/>
                <a:gd name="connsiteY1" fmla="*/ 235529 h 691697"/>
                <a:gd name="connsiteX2" fmla="*/ 19480 w 2912392"/>
                <a:gd name="connsiteY2" fmla="*/ 240578 h 691697"/>
                <a:gd name="connsiteX3" fmla="*/ 29221 w 2912392"/>
                <a:gd name="connsiteY3" fmla="*/ 245856 h 691697"/>
                <a:gd name="connsiteX4" fmla="*/ 38961 w 2912392"/>
                <a:gd name="connsiteY4" fmla="*/ 251356 h 691697"/>
                <a:gd name="connsiteX5" fmla="*/ 48702 w 2912392"/>
                <a:gd name="connsiteY5" fmla="*/ 257071 h 691697"/>
                <a:gd name="connsiteX6" fmla="*/ 58443 w 2912392"/>
                <a:gd name="connsiteY6" fmla="*/ 262995 h 691697"/>
                <a:gd name="connsiteX7" fmla="*/ 68182 w 2912392"/>
                <a:gd name="connsiteY7" fmla="*/ 269123 h 691697"/>
                <a:gd name="connsiteX8" fmla="*/ 77923 w 2912392"/>
                <a:gd name="connsiteY8" fmla="*/ 275446 h 691697"/>
                <a:gd name="connsiteX9" fmla="*/ 87664 w 2912392"/>
                <a:gd name="connsiteY9" fmla="*/ 281957 h 691697"/>
                <a:gd name="connsiteX10" fmla="*/ 97404 w 2912392"/>
                <a:gd name="connsiteY10" fmla="*/ 288651 h 691697"/>
                <a:gd name="connsiteX11" fmla="*/ 107145 w 2912392"/>
                <a:gd name="connsiteY11" fmla="*/ 295517 h 691697"/>
                <a:gd name="connsiteX12" fmla="*/ 116886 w 2912392"/>
                <a:gd name="connsiteY12" fmla="*/ 302549 h 691697"/>
                <a:gd name="connsiteX13" fmla="*/ 126625 w 2912392"/>
                <a:gd name="connsiteY13" fmla="*/ 309738 h 691697"/>
                <a:gd name="connsiteX14" fmla="*/ 136366 w 2912392"/>
                <a:gd name="connsiteY14" fmla="*/ 317076 h 691697"/>
                <a:gd name="connsiteX15" fmla="*/ 146107 w 2912392"/>
                <a:gd name="connsiteY15" fmla="*/ 324555 h 691697"/>
                <a:gd name="connsiteX16" fmla="*/ 155846 w 2912392"/>
                <a:gd name="connsiteY16" fmla="*/ 332167 h 691697"/>
                <a:gd name="connsiteX17" fmla="*/ 165587 w 2912392"/>
                <a:gd name="connsiteY17" fmla="*/ 339901 h 691697"/>
                <a:gd name="connsiteX18" fmla="*/ 175328 w 2912392"/>
                <a:gd name="connsiteY18" fmla="*/ 347750 h 691697"/>
                <a:gd name="connsiteX19" fmla="*/ 185068 w 2912392"/>
                <a:gd name="connsiteY19" fmla="*/ 355703 h 691697"/>
                <a:gd name="connsiteX20" fmla="*/ 194809 w 2912392"/>
                <a:gd name="connsiteY20" fmla="*/ 363753 h 691697"/>
                <a:gd name="connsiteX21" fmla="*/ 204550 w 2912392"/>
                <a:gd name="connsiteY21" fmla="*/ 371889 h 691697"/>
                <a:gd name="connsiteX22" fmla="*/ 214289 w 2912392"/>
                <a:gd name="connsiteY22" fmla="*/ 380103 h 691697"/>
                <a:gd name="connsiteX23" fmla="*/ 224030 w 2912392"/>
                <a:gd name="connsiteY23" fmla="*/ 388382 h 691697"/>
                <a:gd name="connsiteX24" fmla="*/ 233771 w 2912392"/>
                <a:gd name="connsiteY24" fmla="*/ 396721 h 691697"/>
                <a:gd name="connsiteX25" fmla="*/ 243510 w 2912392"/>
                <a:gd name="connsiteY25" fmla="*/ 405106 h 691697"/>
                <a:gd name="connsiteX26" fmla="*/ 253251 w 2912392"/>
                <a:gd name="connsiteY26" fmla="*/ 413532 h 691697"/>
                <a:gd name="connsiteX27" fmla="*/ 262992 w 2912392"/>
                <a:gd name="connsiteY27" fmla="*/ 421984 h 691697"/>
                <a:gd name="connsiteX28" fmla="*/ 272732 w 2912392"/>
                <a:gd name="connsiteY28" fmla="*/ 430455 h 691697"/>
                <a:gd name="connsiteX29" fmla="*/ 282473 w 2912392"/>
                <a:gd name="connsiteY29" fmla="*/ 438936 h 691697"/>
                <a:gd name="connsiteX30" fmla="*/ 292214 w 2912392"/>
                <a:gd name="connsiteY30" fmla="*/ 447415 h 691697"/>
                <a:gd name="connsiteX31" fmla="*/ 301953 w 2912392"/>
                <a:gd name="connsiteY31" fmla="*/ 455882 h 691697"/>
                <a:gd name="connsiteX32" fmla="*/ 311694 w 2912392"/>
                <a:gd name="connsiteY32" fmla="*/ 464330 h 691697"/>
                <a:gd name="connsiteX33" fmla="*/ 321435 w 2912392"/>
                <a:gd name="connsiteY33" fmla="*/ 472746 h 691697"/>
                <a:gd name="connsiteX34" fmla="*/ 331175 w 2912392"/>
                <a:gd name="connsiteY34" fmla="*/ 481124 h 691697"/>
                <a:gd name="connsiteX35" fmla="*/ 340916 w 2912392"/>
                <a:gd name="connsiteY35" fmla="*/ 489451 h 691697"/>
                <a:gd name="connsiteX36" fmla="*/ 350656 w 2912392"/>
                <a:gd name="connsiteY36" fmla="*/ 497718 h 691697"/>
                <a:gd name="connsiteX37" fmla="*/ 360396 w 2912392"/>
                <a:gd name="connsiteY37" fmla="*/ 505917 h 691697"/>
                <a:gd name="connsiteX38" fmla="*/ 370137 w 2912392"/>
                <a:gd name="connsiteY38" fmla="*/ 514039 h 691697"/>
                <a:gd name="connsiteX39" fmla="*/ 379878 w 2912392"/>
                <a:gd name="connsiteY39" fmla="*/ 522072 h 691697"/>
                <a:gd name="connsiteX40" fmla="*/ 389617 w 2912392"/>
                <a:gd name="connsiteY40" fmla="*/ 530010 h 691697"/>
                <a:gd name="connsiteX41" fmla="*/ 399358 w 2912392"/>
                <a:gd name="connsiteY41" fmla="*/ 537843 h 691697"/>
                <a:gd name="connsiteX42" fmla="*/ 409099 w 2912392"/>
                <a:gd name="connsiteY42" fmla="*/ 545562 h 691697"/>
                <a:gd name="connsiteX43" fmla="*/ 418839 w 2912392"/>
                <a:gd name="connsiteY43" fmla="*/ 553157 h 691697"/>
                <a:gd name="connsiteX44" fmla="*/ 428580 w 2912392"/>
                <a:gd name="connsiteY44" fmla="*/ 560623 h 691697"/>
                <a:gd name="connsiteX45" fmla="*/ 438321 w 2912392"/>
                <a:gd name="connsiteY45" fmla="*/ 567949 h 691697"/>
                <a:gd name="connsiteX46" fmla="*/ 448060 w 2912392"/>
                <a:gd name="connsiteY46" fmla="*/ 575129 h 691697"/>
                <a:gd name="connsiteX47" fmla="*/ 457801 w 2912392"/>
                <a:gd name="connsiteY47" fmla="*/ 582152 h 691697"/>
                <a:gd name="connsiteX48" fmla="*/ 467542 w 2912392"/>
                <a:gd name="connsiteY48" fmla="*/ 589013 h 691697"/>
                <a:gd name="connsiteX49" fmla="*/ 477281 w 2912392"/>
                <a:gd name="connsiteY49" fmla="*/ 595704 h 691697"/>
                <a:gd name="connsiteX50" fmla="*/ 487022 w 2912392"/>
                <a:gd name="connsiteY50" fmla="*/ 602218 h 691697"/>
                <a:gd name="connsiteX51" fmla="*/ 496763 w 2912392"/>
                <a:gd name="connsiteY51" fmla="*/ 608547 h 691697"/>
                <a:gd name="connsiteX52" fmla="*/ 506503 w 2912392"/>
                <a:gd name="connsiteY52" fmla="*/ 614686 h 691697"/>
                <a:gd name="connsiteX53" fmla="*/ 516244 w 2912392"/>
                <a:gd name="connsiteY53" fmla="*/ 620626 h 691697"/>
                <a:gd name="connsiteX54" fmla="*/ 525985 w 2912392"/>
                <a:gd name="connsiteY54" fmla="*/ 626362 h 691697"/>
                <a:gd name="connsiteX55" fmla="*/ 535724 w 2912392"/>
                <a:gd name="connsiteY55" fmla="*/ 631888 h 691697"/>
                <a:gd name="connsiteX56" fmla="*/ 545465 w 2912392"/>
                <a:gd name="connsiteY56" fmla="*/ 637198 h 691697"/>
                <a:gd name="connsiteX57" fmla="*/ 555206 w 2912392"/>
                <a:gd name="connsiteY57" fmla="*/ 642288 h 691697"/>
                <a:gd name="connsiteX58" fmla="*/ 564946 w 2912392"/>
                <a:gd name="connsiteY58" fmla="*/ 647151 h 691697"/>
                <a:gd name="connsiteX59" fmla="*/ 574687 w 2912392"/>
                <a:gd name="connsiteY59" fmla="*/ 651781 h 691697"/>
                <a:gd name="connsiteX60" fmla="*/ 584428 w 2912392"/>
                <a:gd name="connsiteY60" fmla="*/ 656176 h 691697"/>
                <a:gd name="connsiteX61" fmla="*/ 594167 w 2912392"/>
                <a:gd name="connsiteY61" fmla="*/ 660330 h 691697"/>
                <a:gd name="connsiteX62" fmla="*/ 603908 w 2912392"/>
                <a:gd name="connsiteY62" fmla="*/ 664240 h 691697"/>
                <a:gd name="connsiteX63" fmla="*/ 613649 w 2912392"/>
                <a:gd name="connsiteY63" fmla="*/ 667902 h 691697"/>
                <a:gd name="connsiteX64" fmla="*/ 623388 w 2912392"/>
                <a:gd name="connsiteY64" fmla="*/ 671311 h 691697"/>
                <a:gd name="connsiteX65" fmla="*/ 633129 w 2912392"/>
                <a:gd name="connsiteY65" fmla="*/ 674463 h 691697"/>
                <a:gd name="connsiteX66" fmla="*/ 642870 w 2912392"/>
                <a:gd name="connsiteY66" fmla="*/ 677360 h 691697"/>
                <a:gd name="connsiteX67" fmla="*/ 652610 w 2912392"/>
                <a:gd name="connsiteY67" fmla="*/ 679994 h 691697"/>
                <a:gd name="connsiteX68" fmla="*/ 662351 w 2912392"/>
                <a:gd name="connsiteY68" fmla="*/ 682364 h 691697"/>
                <a:gd name="connsiteX69" fmla="*/ 672092 w 2912392"/>
                <a:gd name="connsiteY69" fmla="*/ 684471 h 691697"/>
                <a:gd name="connsiteX70" fmla="*/ 681831 w 2912392"/>
                <a:gd name="connsiteY70" fmla="*/ 686311 h 691697"/>
                <a:gd name="connsiteX71" fmla="*/ 691572 w 2912392"/>
                <a:gd name="connsiteY71" fmla="*/ 687882 h 691697"/>
                <a:gd name="connsiteX72" fmla="*/ 701313 w 2912392"/>
                <a:gd name="connsiteY72" fmla="*/ 689184 h 691697"/>
                <a:gd name="connsiteX73" fmla="*/ 711052 w 2912392"/>
                <a:gd name="connsiteY73" fmla="*/ 690218 h 691697"/>
                <a:gd name="connsiteX74" fmla="*/ 720793 w 2912392"/>
                <a:gd name="connsiteY74" fmla="*/ 690980 h 691697"/>
                <a:gd name="connsiteX75" fmla="*/ 730534 w 2912392"/>
                <a:gd name="connsiteY75" fmla="*/ 691474 h 691697"/>
                <a:gd name="connsiteX76" fmla="*/ 740274 w 2912392"/>
                <a:gd name="connsiteY76" fmla="*/ 691697 h 691697"/>
                <a:gd name="connsiteX77" fmla="*/ 750015 w 2912392"/>
                <a:gd name="connsiteY77" fmla="*/ 691652 h 691697"/>
                <a:gd name="connsiteX78" fmla="*/ 759756 w 2912392"/>
                <a:gd name="connsiteY78" fmla="*/ 691341 h 691697"/>
                <a:gd name="connsiteX79" fmla="*/ 769495 w 2912392"/>
                <a:gd name="connsiteY79" fmla="*/ 690763 h 691697"/>
                <a:gd name="connsiteX80" fmla="*/ 779236 w 2912392"/>
                <a:gd name="connsiteY80" fmla="*/ 689923 h 691697"/>
                <a:gd name="connsiteX81" fmla="*/ 788977 w 2912392"/>
                <a:gd name="connsiteY81" fmla="*/ 688820 h 691697"/>
                <a:gd name="connsiteX82" fmla="*/ 798717 w 2912392"/>
                <a:gd name="connsiteY82" fmla="*/ 687460 h 691697"/>
                <a:gd name="connsiteX83" fmla="*/ 808458 w 2912392"/>
                <a:gd name="connsiteY83" fmla="*/ 685843 h 691697"/>
                <a:gd name="connsiteX84" fmla="*/ 818199 w 2912392"/>
                <a:gd name="connsiteY84" fmla="*/ 683976 h 691697"/>
                <a:gd name="connsiteX85" fmla="*/ 827938 w 2912392"/>
                <a:gd name="connsiteY85" fmla="*/ 681861 h 691697"/>
                <a:gd name="connsiteX86" fmla="*/ 837679 w 2912392"/>
                <a:gd name="connsiteY86" fmla="*/ 679502 h 691697"/>
                <a:gd name="connsiteX87" fmla="*/ 847420 w 2912392"/>
                <a:gd name="connsiteY87" fmla="*/ 676904 h 691697"/>
                <a:gd name="connsiteX88" fmla="*/ 857159 w 2912392"/>
                <a:gd name="connsiteY88" fmla="*/ 674073 h 691697"/>
                <a:gd name="connsiteX89" fmla="*/ 866900 w 2912392"/>
                <a:gd name="connsiteY89" fmla="*/ 671016 h 691697"/>
                <a:gd name="connsiteX90" fmla="*/ 876641 w 2912392"/>
                <a:gd name="connsiteY90" fmla="*/ 667737 h 691697"/>
                <a:gd name="connsiteX91" fmla="*/ 886381 w 2912392"/>
                <a:gd name="connsiteY91" fmla="*/ 664241 h 691697"/>
                <a:gd name="connsiteX92" fmla="*/ 896122 w 2912392"/>
                <a:gd name="connsiteY92" fmla="*/ 660539 h 691697"/>
                <a:gd name="connsiteX93" fmla="*/ 905863 w 2912392"/>
                <a:gd name="connsiteY93" fmla="*/ 656634 h 691697"/>
                <a:gd name="connsiteX94" fmla="*/ 915602 w 2912392"/>
                <a:gd name="connsiteY94" fmla="*/ 652537 h 691697"/>
                <a:gd name="connsiteX95" fmla="*/ 925343 w 2912392"/>
                <a:gd name="connsiteY95" fmla="*/ 648255 h 691697"/>
                <a:gd name="connsiteX96" fmla="*/ 935084 w 2912392"/>
                <a:gd name="connsiteY96" fmla="*/ 643795 h 691697"/>
                <a:gd name="connsiteX97" fmla="*/ 944824 w 2912392"/>
                <a:gd name="connsiteY97" fmla="*/ 639168 h 691697"/>
                <a:gd name="connsiteX98" fmla="*/ 954564 w 2912392"/>
                <a:gd name="connsiteY98" fmla="*/ 634382 h 691697"/>
                <a:gd name="connsiteX99" fmla="*/ 964305 w 2912392"/>
                <a:gd name="connsiteY99" fmla="*/ 629448 h 691697"/>
                <a:gd name="connsiteX100" fmla="*/ 974045 w 2912392"/>
                <a:gd name="connsiteY100" fmla="*/ 624375 h 691697"/>
                <a:gd name="connsiteX101" fmla="*/ 983786 w 2912392"/>
                <a:gd name="connsiteY101" fmla="*/ 619172 h 691697"/>
                <a:gd name="connsiteX102" fmla="*/ 993522 w 2912392"/>
                <a:gd name="connsiteY102" fmla="*/ 613850 h 691697"/>
                <a:gd name="connsiteX103" fmla="*/ 1003266 w 2912392"/>
                <a:gd name="connsiteY103" fmla="*/ 608421 h 691697"/>
                <a:gd name="connsiteX104" fmla="*/ 1013010 w 2912392"/>
                <a:gd name="connsiteY104" fmla="*/ 602896 h 691697"/>
                <a:gd name="connsiteX105" fmla="*/ 1022754 w 2912392"/>
                <a:gd name="connsiteY105" fmla="*/ 597287 h 691697"/>
                <a:gd name="connsiteX106" fmla="*/ 1032483 w 2912392"/>
                <a:gd name="connsiteY106" fmla="*/ 591604 h 691697"/>
                <a:gd name="connsiteX107" fmla="*/ 1042227 w 2912392"/>
                <a:gd name="connsiteY107" fmla="*/ 585859 h 691697"/>
                <a:gd name="connsiteX108" fmla="*/ 1051971 w 2912392"/>
                <a:gd name="connsiteY108" fmla="*/ 580067 h 691697"/>
                <a:gd name="connsiteX109" fmla="*/ 1061715 w 2912392"/>
                <a:gd name="connsiteY109" fmla="*/ 574235 h 691697"/>
                <a:gd name="connsiteX110" fmla="*/ 1071444 w 2912392"/>
                <a:gd name="connsiteY110" fmla="*/ 568380 h 691697"/>
                <a:gd name="connsiteX111" fmla="*/ 1081188 w 2912392"/>
                <a:gd name="connsiteY111" fmla="*/ 562513 h 691697"/>
                <a:gd name="connsiteX112" fmla="*/ 1090932 w 2912392"/>
                <a:gd name="connsiteY112" fmla="*/ 556647 h 691697"/>
                <a:gd name="connsiteX113" fmla="*/ 1100676 w 2912392"/>
                <a:gd name="connsiteY113" fmla="*/ 550793 h 691697"/>
                <a:gd name="connsiteX114" fmla="*/ 1110405 w 2912392"/>
                <a:gd name="connsiteY114" fmla="*/ 544966 h 691697"/>
                <a:gd name="connsiteX115" fmla="*/ 1120149 w 2912392"/>
                <a:gd name="connsiteY115" fmla="*/ 539178 h 691697"/>
                <a:gd name="connsiteX116" fmla="*/ 1129893 w 2912392"/>
                <a:gd name="connsiteY116" fmla="*/ 533440 h 691697"/>
                <a:gd name="connsiteX117" fmla="*/ 1139637 w 2912392"/>
                <a:gd name="connsiteY117" fmla="*/ 527767 h 691697"/>
                <a:gd name="connsiteX118" fmla="*/ 1149381 w 2912392"/>
                <a:gd name="connsiteY118" fmla="*/ 522169 h 691697"/>
                <a:gd name="connsiteX119" fmla="*/ 1159110 w 2912392"/>
                <a:gd name="connsiteY119" fmla="*/ 516662 h 691697"/>
                <a:gd name="connsiteX120" fmla="*/ 1168854 w 2912392"/>
                <a:gd name="connsiteY120" fmla="*/ 511256 h 691697"/>
                <a:gd name="connsiteX121" fmla="*/ 1178598 w 2912392"/>
                <a:gd name="connsiteY121" fmla="*/ 505962 h 691697"/>
                <a:gd name="connsiteX122" fmla="*/ 1188341 w 2912392"/>
                <a:gd name="connsiteY122" fmla="*/ 500793 h 691697"/>
                <a:gd name="connsiteX123" fmla="*/ 1198070 w 2912392"/>
                <a:gd name="connsiteY123" fmla="*/ 495761 h 691697"/>
                <a:gd name="connsiteX124" fmla="*/ 1207814 w 2912392"/>
                <a:gd name="connsiteY124" fmla="*/ 490877 h 691697"/>
                <a:gd name="connsiteX125" fmla="*/ 1217558 w 2912392"/>
                <a:gd name="connsiteY125" fmla="*/ 486152 h 691697"/>
                <a:gd name="connsiteX126" fmla="*/ 1227302 w 2912392"/>
                <a:gd name="connsiteY126" fmla="*/ 481596 h 691697"/>
                <a:gd name="connsiteX127" fmla="*/ 1237031 w 2912392"/>
                <a:gd name="connsiteY127" fmla="*/ 477222 h 691697"/>
                <a:gd name="connsiteX128" fmla="*/ 1246775 w 2912392"/>
                <a:gd name="connsiteY128" fmla="*/ 473035 h 691697"/>
                <a:gd name="connsiteX129" fmla="*/ 1256519 w 2912392"/>
                <a:gd name="connsiteY129" fmla="*/ 469048 h 691697"/>
                <a:gd name="connsiteX130" fmla="*/ 1266263 w 2912392"/>
                <a:gd name="connsiteY130" fmla="*/ 465268 h 691697"/>
                <a:gd name="connsiteX131" fmla="*/ 1276007 w 2912392"/>
                <a:gd name="connsiteY131" fmla="*/ 461705 h 691697"/>
                <a:gd name="connsiteX132" fmla="*/ 1285736 w 2912392"/>
                <a:gd name="connsiteY132" fmla="*/ 458366 h 691697"/>
                <a:gd name="connsiteX133" fmla="*/ 1295480 w 2912392"/>
                <a:gd name="connsiteY133" fmla="*/ 455258 h 691697"/>
                <a:gd name="connsiteX134" fmla="*/ 1305224 w 2912392"/>
                <a:gd name="connsiteY134" fmla="*/ 452388 h 691697"/>
                <a:gd name="connsiteX135" fmla="*/ 1314968 w 2912392"/>
                <a:gd name="connsiteY135" fmla="*/ 449763 h 691697"/>
                <a:gd name="connsiteX136" fmla="*/ 1324697 w 2912392"/>
                <a:gd name="connsiteY136" fmla="*/ 447387 h 691697"/>
                <a:gd name="connsiteX137" fmla="*/ 1334441 w 2912392"/>
                <a:gd name="connsiteY137" fmla="*/ 445266 h 691697"/>
                <a:gd name="connsiteX138" fmla="*/ 1344185 w 2912392"/>
                <a:gd name="connsiteY138" fmla="*/ 443406 h 691697"/>
                <a:gd name="connsiteX139" fmla="*/ 1353929 w 2912392"/>
                <a:gd name="connsiteY139" fmla="*/ 441805 h 691697"/>
                <a:gd name="connsiteX140" fmla="*/ 1363658 w 2912392"/>
                <a:gd name="connsiteY140" fmla="*/ 440472 h 691697"/>
                <a:gd name="connsiteX141" fmla="*/ 1373402 w 2912392"/>
                <a:gd name="connsiteY141" fmla="*/ 439407 h 691697"/>
                <a:gd name="connsiteX142" fmla="*/ 1383146 w 2912392"/>
                <a:gd name="connsiteY142" fmla="*/ 438611 h 691697"/>
                <a:gd name="connsiteX143" fmla="*/ 1392890 w 2912392"/>
                <a:gd name="connsiteY143" fmla="*/ 438085 h 691697"/>
                <a:gd name="connsiteX144" fmla="*/ 1402619 w 2912392"/>
                <a:gd name="connsiteY144" fmla="*/ 437830 h 691697"/>
                <a:gd name="connsiteX145" fmla="*/ 1412363 w 2912392"/>
                <a:gd name="connsiteY145" fmla="*/ 437845 h 691697"/>
                <a:gd name="connsiteX146" fmla="*/ 1422106 w 2912392"/>
                <a:gd name="connsiteY146" fmla="*/ 438130 h 691697"/>
                <a:gd name="connsiteX147" fmla="*/ 1431850 w 2912392"/>
                <a:gd name="connsiteY147" fmla="*/ 438681 h 691697"/>
                <a:gd name="connsiteX148" fmla="*/ 1441594 w 2912392"/>
                <a:gd name="connsiteY148" fmla="*/ 439496 h 691697"/>
                <a:gd name="connsiteX149" fmla="*/ 1451323 w 2912392"/>
                <a:gd name="connsiteY149" fmla="*/ 440572 h 691697"/>
                <a:gd name="connsiteX150" fmla="*/ 1461067 w 2912392"/>
                <a:gd name="connsiteY150" fmla="*/ 441905 h 691697"/>
                <a:gd name="connsiteX151" fmla="*/ 1470811 w 2912392"/>
                <a:gd name="connsiteY151" fmla="*/ 443492 h 691697"/>
                <a:gd name="connsiteX152" fmla="*/ 1480555 w 2912392"/>
                <a:gd name="connsiteY152" fmla="*/ 445326 h 691697"/>
                <a:gd name="connsiteX153" fmla="*/ 1490284 w 2912392"/>
                <a:gd name="connsiteY153" fmla="*/ 447400 h 691697"/>
                <a:gd name="connsiteX154" fmla="*/ 1500028 w 2912392"/>
                <a:gd name="connsiteY154" fmla="*/ 449711 h 691697"/>
                <a:gd name="connsiteX155" fmla="*/ 1509772 w 2912392"/>
                <a:gd name="connsiteY155" fmla="*/ 452248 h 691697"/>
                <a:gd name="connsiteX156" fmla="*/ 1519516 w 2912392"/>
                <a:gd name="connsiteY156" fmla="*/ 455006 h 691697"/>
                <a:gd name="connsiteX157" fmla="*/ 1529245 w 2912392"/>
                <a:gd name="connsiteY157" fmla="*/ 457975 h 691697"/>
                <a:gd name="connsiteX158" fmla="*/ 1538989 w 2912392"/>
                <a:gd name="connsiteY158" fmla="*/ 461149 h 691697"/>
                <a:gd name="connsiteX159" fmla="*/ 1548733 w 2912392"/>
                <a:gd name="connsiteY159" fmla="*/ 464516 h 691697"/>
                <a:gd name="connsiteX160" fmla="*/ 1558477 w 2912392"/>
                <a:gd name="connsiteY160" fmla="*/ 468066 h 691697"/>
                <a:gd name="connsiteX161" fmla="*/ 1568221 w 2912392"/>
                <a:gd name="connsiteY161" fmla="*/ 471791 h 691697"/>
                <a:gd name="connsiteX162" fmla="*/ 1577950 w 2912392"/>
                <a:gd name="connsiteY162" fmla="*/ 475678 h 691697"/>
                <a:gd name="connsiteX163" fmla="*/ 1587694 w 2912392"/>
                <a:gd name="connsiteY163" fmla="*/ 479717 h 691697"/>
                <a:gd name="connsiteX164" fmla="*/ 1597438 w 2912392"/>
                <a:gd name="connsiteY164" fmla="*/ 483898 h 691697"/>
                <a:gd name="connsiteX165" fmla="*/ 1607182 w 2912392"/>
                <a:gd name="connsiteY165" fmla="*/ 488207 h 691697"/>
                <a:gd name="connsiteX166" fmla="*/ 1616911 w 2912392"/>
                <a:gd name="connsiteY166" fmla="*/ 492633 h 691697"/>
                <a:gd name="connsiteX167" fmla="*/ 1626655 w 2912392"/>
                <a:gd name="connsiteY167" fmla="*/ 497163 h 691697"/>
                <a:gd name="connsiteX168" fmla="*/ 1636399 w 2912392"/>
                <a:gd name="connsiteY168" fmla="*/ 501783 h 691697"/>
                <a:gd name="connsiteX169" fmla="*/ 1646142 w 2912392"/>
                <a:gd name="connsiteY169" fmla="*/ 506483 h 691697"/>
                <a:gd name="connsiteX170" fmla="*/ 1655872 w 2912392"/>
                <a:gd name="connsiteY170" fmla="*/ 511248 h 691697"/>
                <a:gd name="connsiteX171" fmla="*/ 1665616 w 2912392"/>
                <a:gd name="connsiteY171" fmla="*/ 516065 h 691697"/>
                <a:gd name="connsiteX172" fmla="*/ 1675359 w 2912392"/>
                <a:gd name="connsiteY172" fmla="*/ 520922 h 691697"/>
                <a:gd name="connsiteX173" fmla="*/ 1685103 w 2912392"/>
                <a:gd name="connsiteY173" fmla="*/ 525803 h 691697"/>
                <a:gd name="connsiteX174" fmla="*/ 1694832 w 2912392"/>
                <a:gd name="connsiteY174" fmla="*/ 530696 h 691697"/>
                <a:gd name="connsiteX175" fmla="*/ 1704576 w 2912392"/>
                <a:gd name="connsiteY175" fmla="*/ 535587 h 691697"/>
                <a:gd name="connsiteX176" fmla="*/ 1714320 w 2912392"/>
                <a:gd name="connsiteY176" fmla="*/ 540464 h 691697"/>
                <a:gd name="connsiteX177" fmla="*/ 1724064 w 2912392"/>
                <a:gd name="connsiteY177" fmla="*/ 545310 h 691697"/>
                <a:gd name="connsiteX178" fmla="*/ 1733808 w 2912392"/>
                <a:gd name="connsiteY178" fmla="*/ 550115 h 691697"/>
                <a:gd name="connsiteX179" fmla="*/ 1743537 w 2912392"/>
                <a:gd name="connsiteY179" fmla="*/ 554863 h 691697"/>
                <a:gd name="connsiteX180" fmla="*/ 1753281 w 2912392"/>
                <a:gd name="connsiteY180" fmla="*/ 559542 h 691697"/>
                <a:gd name="connsiteX181" fmla="*/ 1763025 w 2912392"/>
                <a:gd name="connsiteY181" fmla="*/ 564138 h 691697"/>
                <a:gd name="connsiteX182" fmla="*/ 1772769 w 2912392"/>
                <a:gd name="connsiteY182" fmla="*/ 568639 h 691697"/>
                <a:gd name="connsiteX183" fmla="*/ 1782498 w 2912392"/>
                <a:gd name="connsiteY183" fmla="*/ 573031 h 691697"/>
                <a:gd name="connsiteX184" fmla="*/ 1792242 w 2912392"/>
                <a:gd name="connsiteY184" fmla="*/ 577303 h 691697"/>
                <a:gd name="connsiteX185" fmla="*/ 1801986 w 2912392"/>
                <a:gd name="connsiteY185" fmla="*/ 581440 h 691697"/>
                <a:gd name="connsiteX186" fmla="*/ 1811730 w 2912392"/>
                <a:gd name="connsiteY186" fmla="*/ 585432 h 691697"/>
                <a:gd name="connsiteX187" fmla="*/ 1821459 w 2912392"/>
                <a:gd name="connsiteY187" fmla="*/ 589267 h 691697"/>
                <a:gd name="connsiteX188" fmla="*/ 1831203 w 2912392"/>
                <a:gd name="connsiteY188" fmla="*/ 592932 h 691697"/>
                <a:gd name="connsiteX189" fmla="*/ 1840947 w 2912392"/>
                <a:gd name="connsiteY189" fmla="*/ 596415 h 691697"/>
                <a:gd name="connsiteX190" fmla="*/ 1850691 w 2912392"/>
                <a:gd name="connsiteY190" fmla="*/ 599709 h 691697"/>
                <a:gd name="connsiteX191" fmla="*/ 1860435 w 2912392"/>
                <a:gd name="connsiteY191" fmla="*/ 602801 h 691697"/>
                <a:gd name="connsiteX192" fmla="*/ 1870164 w 2912392"/>
                <a:gd name="connsiteY192" fmla="*/ 605679 h 691697"/>
                <a:gd name="connsiteX193" fmla="*/ 1879908 w 2912392"/>
                <a:gd name="connsiteY193" fmla="*/ 608337 h 691697"/>
                <a:gd name="connsiteX194" fmla="*/ 1889652 w 2912392"/>
                <a:gd name="connsiteY194" fmla="*/ 610763 h 691697"/>
                <a:gd name="connsiteX195" fmla="*/ 1899395 w 2912392"/>
                <a:gd name="connsiteY195" fmla="*/ 612949 h 691697"/>
                <a:gd name="connsiteX196" fmla="*/ 1909124 w 2912392"/>
                <a:gd name="connsiteY196" fmla="*/ 614885 h 691697"/>
                <a:gd name="connsiteX197" fmla="*/ 1918868 w 2912392"/>
                <a:gd name="connsiteY197" fmla="*/ 616566 h 691697"/>
                <a:gd name="connsiteX198" fmla="*/ 1928612 w 2912392"/>
                <a:gd name="connsiteY198" fmla="*/ 617981 h 691697"/>
                <a:gd name="connsiteX199" fmla="*/ 1938356 w 2912392"/>
                <a:gd name="connsiteY199" fmla="*/ 619126 h 691697"/>
                <a:gd name="connsiteX200" fmla="*/ 1948085 w 2912392"/>
                <a:gd name="connsiteY200" fmla="*/ 619991 h 691697"/>
                <a:gd name="connsiteX201" fmla="*/ 1957829 w 2912392"/>
                <a:gd name="connsiteY201" fmla="*/ 620571 h 691697"/>
                <a:gd name="connsiteX202" fmla="*/ 1967573 w 2912392"/>
                <a:gd name="connsiteY202" fmla="*/ 620861 h 691697"/>
                <a:gd name="connsiteX203" fmla="*/ 1977317 w 2912392"/>
                <a:gd name="connsiteY203" fmla="*/ 620857 h 691697"/>
                <a:gd name="connsiteX204" fmla="*/ 1987046 w 2912392"/>
                <a:gd name="connsiteY204" fmla="*/ 620552 h 691697"/>
                <a:gd name="connsiteX205" fmla="*/ 1996790 w 2912392"/>
                <a:gd name="connsiteY205" fmla="*/ 619941 h 691697"/>
                <a:gd name="connsiteX206" fmla="*/ 2006534 w 2912392"/>
                <a:gd name="connsiteY206" fmla="*/ 619023 h 691697"/>
                <a:gd name="connsiteX207" fmla="*/ 2016278 w 2912392"/>
                <a:gd name="connsiteY207" fmla="*/ 617792 h 691697"/>
                <a:gd name="connsiteX208" fmla="*/ 2026022 w 2912392"/>
                <a:gd name="connsiteY208" fmla="*/ 616249 h 691697"/>
                <a:gd name="connsiteX209" fmla="*/ 2035751 w 2912392"/>
                <a:gd name="connsiteY209" fmla="*/ 614388 h 691697"/>
                <a:gd name="connsiteX210" fmla="*/ 2045495 w 2912392"/>
                <a:gd name="connsiteY210" fmla="*/ 612210 h 691697"/>
                <a:gd name="connsiteX211" fmla="*/ 2055239 w 2912392"/>
                <a:gd name="connsiteY211" fmla="*/ 609711 h 691697"/>
                <a:gd name="connsiteX212" fmla="*/ 2064983 w 2912392"/>
                <a:gd name="connsiteY212" fmla="*/ 606894 h 691697"/>
                <a:gd name="connsiteX213" fmla="*/ 2074712 w 2912392"/>
                <a:gd name="connsiteY213" fmla="*/ 603756 h 691697"/>
                <a:gd name="connsiteX214" fmla="*/ 2084456 w 2912392"/>
                <a:gd name="connsiteY214" fmla="*/ 600299 h 691697"/>
                <a:gd name="connsiteX215" fmla="*/ 2094200 w 2912392"/>
                <a:gd name="connsiteY215" fmla="*/ 596524 h 691697"/>
                <a:gd name="connsiteX216" fmla="*/ 2103944 w 2912392"/>
                <a:gd name="connsiteY216" fmla="*/ 592431 h 691697"/>
                <a:gd name="connsiteX217" fmla="*/ 2113673 w 2912392"/>
                <a:gd name="connsiteY217" fmla="*/ 588023 h 691697"/>
                <a:gd name="connsiteX218" fmla="*/ 2123417 w 2912392"/>
                <a:gd name="connsiteY218" fmla="*/ 583301 h 691697"/>
                <a:gd name="connsiteX219" fmla="*/ 2133161 w 2912392"/>
                <a:gd name="connsiteY219" fmla="*/ 578271 h 691697"/>
                <a:gd name="connsiteX220" fmla="*/ 2142905 w 2912392"/>
                <a:gd name="connsiteY220" fmla="*/ 572933 h 691697"/>
                <a:gd name="connsiteX221" fmla="*/ 2152649 w 2912392"/>
                <a:gd name="connsiteY221" fmla="*/ 567294 h 691697"/>
                <a:gd name="connsiteX222" fmla="*/ 2162377 w 2912392"/>
                <a:gd name="connsiteY222" fmla="*/ 561355 h 691697"/>
                <a:gd name="connsiteX223" fmla="*/ 2172121 w 2912392"/>
                <a:gd name="connsiteY223" fmla="*/ 555124 h 691697"/>
                <a:gd name="connsiteX224" fmla="*/ 2181865 w 2912392"/>
                <a:gd name="connsiteY224" fmla="*/ 548606 h 691697"/>
                <a:gd name="connsiteX225" fmla="*/ 2191609 w 2912392"/>
                <a:gd name="connsiteY225" fmla="*/ 541804 h 691697"/>
                <a:gd name="connsiteX226" fmla="*/ 2201338 w 2912392"/>
                <a:gd name="connsiteY226" fmla="*/ 534727 h 691697"/>
                <a:gd name="connsiteX227" fmla="*/ 2211082 w 2912392"/>
                <a:gd name="connsiteY227" fmla="*/ 527382 h 691697"/>
                <a:gd name="connsiteX228" fmla="*/ 2220826 w 2912392"/>
                <a:gd name="connsiteY228" fmla="*/ 519775 h 691697"/>
                <a:gd name="connsiteX229" fmla="*/ 2230570 w 2912392"/>
                <a:gd name="connsiteY229" fmla="*/ 511913 h 691697"/>
                <a:gd name="connsiteX230" fmla="*/ 2240299 w 2912392"/>
                <a:gd name="connsiteY230" fmla="*/ 503805 h 691697"/>
                <a:gd name="connsiteX231" fmla="*/ 2250043 w 2912392"/>
                <a:gd name="connsiteY231" fmla="*/ 495460 h 691697"/>
                <a:gd name="connsiteX232" fmla="*/ 2259787 w 2912392"/>
                <a:gd name="connsiteY232" fmla="*/ 486884 h 691697"/>
                <a:gd name="connsiteX233" fmla="*/ 2269531 w 2912392"/>
                <a:gd name="connsiteY233" fmla="*/ 478089 h 691697"/>
                <a:gd name="connsiteX234" fmla="*/ 2279260 w 2912392"/>
                <a:gd name="connsiteY234" fmla="*/ 469084 h 691697"/>
                <a:gd name="connsiteX235" fmla="*/ 2289004 w 2912392"/>
                <a:gd name="connsiteY235" fmla="*/ 459879 h 691697"/>
                <a:gd name="connsiteX236" fmla="*/ 2298748 w 2912392"/>
                <a:gd name="connsiteY236" fmla="*/ 450484 h 691697"/>
                <a:gd name="connsiteX237" fmla="*/ 2308492 w 2912392"/>
                <a:gd name="connsiteY237" fmla="*/ 440909 h 691697"/>
                <a:gd name="connsiteX238" fmla="*/ 2318236 w 2912392"/>
                <a:gd name="connsiteY238" fmla="*/ 431166 h 691697"/>
                <a:gd name="connsiteX239" fmla="*/ 2327965 w 2912392"/>
                <a:gd name="connsiteY239" fmla="*/ 421266 h 691697"/>
                <a:gd name="connsiteX240" fmla="*/ 2337709 w 2912392"/>
                <a:gd name="connsiteY240" fmla="*/ 411219 h 691697"/>
                <a:gd name="connsiteX241" fmla="*/ 2347453 w 2912392"/>
                <a:gd name="connsiteY241" fmla="*/ 401039 h 691697"/>
                <a:gd name="connsiteX242" fmla="*/ 2357197 w 2912392"/>
                <a:gd name="connsiteY242" fmla="*/ 390738 h 691697"/>
                <a:gd name="connsiteX243" fmla="*/ 2366926 w 2912392"/>
                <a:gd name="connsiteY243" fmla="*/ 380326 h 691697"/>
                <a:gd name="connsiteX244" fmla="*/ 2376670 w 2912392"/>
                <a:gd name="connsiteY244" fmla="*/ 369818 h 691697"/>
                <a:gd name="connsiteX245" fmla="*/ 2386413 w 2912392"/>
                <a:gd name="connsiteY245" fmla="*/ 359225 h 691697"/>
                <a:gd name="connsiteX246" fmla="*/ 2396157 w 2912392"/>
                <a:gd name="connsiteY246" fmla="*/ 348562 h 691697"/>
                <a:gd name="connsiteX247" fmla="*/ 2405886 w 2912392"/>
                <a:gd name="connsiteY247" fmla="*/ 337839 h 691697"/>
                <a:gd name="connsiteX248" fmla="*/ 2415630 w 2912392"/>
                <a:gd name="connsiteY248" fmla="*/ 327073 h 691697"/>
                <a:gd name="connsiteX249" fmla="*/ 2425374 w 2912392"/>
                <a:gd name="connsiteY249" fmla="*/ 316274 h 691697"/>
                <a:gd name="connsiteX250" fmla="*/ 2435118 w 2912392"/>
                <a:gd name="connsiteY250" fmla="*/ 305457 h 691697"/>
                <a:gd name="connsiteX251" fmla="*/ 2444862 w 2912392"/>
                <a:gd name="connsiteY251" fmla="*/ 294636 h 691697"/>
                <a:gd name="connsiteX252" fmla="*/ 2454591 w 2912392"/>
                <a:gd name="connsiteY252" fmla="*/ 283826 h 691697"/>
                <a:gd name="connsiteX253" fmla="*/ 2464335 w 2912392"/>
                <a:gd name="connsiteY253" fmla="*/ 273036 h 691697"/>
                <a:gd name="connsiteX254" fmla="*/ 2474079 w 2912392"/>
                <a:gd name="connsiteY254" fmla="*/ 262285 h 691697"/>
                <a:gd name="connsiteX255" fmla="*/ 2483823 w 2912392"/>
                <a:gd name="connsiteY255" fmla="*/ 251583 h 691697"/>
                <a:gd name="connsiteX256" fmla="*/ 2493552 w 2912392"/>
                <a:gd name="connsiteY256" fmla="*/ 240945 h 691697"/>
                <a:gd name="connsiteX257" fmla="*/ 2503296 w 2912392"/>
                <a:gd name="connsiteY257" fmla="*/ 230384 h 691697"/>
                <a:gd name="connsiteX258" fmla="*/ 2513040 w 2912392"/>
                <a:gd name="connsiteY258" fmla="*/ 219916 h 691697"/>
                <a:gd name="connsiteX259" fmla="*/ 2522784 w 2912392"/>
                <a:gd name="connsiteY259" fmla="*/ 209553 h 691697"/>
                <a:gd name="connsiteX260" fmla="*/ 2532513 w 2912392"/>
                <a:gd name="connsiteY260" fmla="*/ 199308 h 691697"/>
                <a:gd name="connsiteX261" fmla="*/ 2542257 w 2912392"/>
                <a:gd name="connsiteY261" fmla="*/ 189193 h 691697"/>
                <a:gd name="connsiteX262" fmla="*/ 2552001 w 2912392"/>
                <a:gd name="connsiteY262" fmla="*/ 179226 h 691697"/>
                <a:gd name="connsiteX263" fmla="*/ 2561745 w 2912392"/>
                <a:gd name="connsiteY263" fmla="*/ 169415 h 691697"/>
                <a:gd name="connsiteX264" fmla="*/ 2571474 w 2912392"/>
                <a:gd name="connsiteY264" fmla="*/ 159775 h 691697"/>
                <a:gd name="connsiteX265" fmla="*/ 2581218 w 2912392"/>
                <a:gd name="connsiteY265" fmla="*/ 150317 h 691697"/>
                <a:gd name="connsiteX266" fmla="*/ 2590962 w 2912392"/>
                <a:gd name="connsiteY266" fmla="*/ 141058 h 691697"/>
                <a:gd name="connsiteX267" fmla="*/ 2600705 w 2912392"/>
                <a:gd name="connsiteY267" fmla="*/ 132003 h 691697"/>
                <a:gd name="connsiteX268" fmla="*/ 2610449 w 2912392"/>
                <a:gd name="connsiteY268" fmla="*/ 123170 h 691697"/>
                <a:gd name="connsiteX269" fmla="*/ 2620178 w 2912392"/>
                <a:gd name="connsiteY269" fmla="*/ 114567 h 691697"/>
                <a:gd name="connsiteX270" fmla="*/ 2629922 w 2912392"/>
                <a:gd name="connsiteY270" fmla="*/ 106206 h 691697"/>
                <a:gd name="connsiteX271" fmla="*/ 2639666 w 2912392"/>
                <a:gd name="connsiteY271" fmla="*/ 98098 h 691697"/>
                <a:gd name="connsiteX272" fmla="*/ 2649410 w 2912392"/>
                <a:gd name="connsiteY272" fmla="*/ 90254 h 691697"/>
                <a:gd name="connsiteX273" fmla="*/ 2659139 w 2912392"/>
                <a:gd name="connsiteY273" fmla="*/ 82683 h 691697"/>
                <a:gd name="connsiteX274" fmla="*/ 2668883 w 2912392"/>
                <a:gd name="connsiteY274" fmla="*/ 75396 h 691697"/>
                <a:gd name="connsiteX275" fmla="*/ 2678627 w 2912392"/>
                <a:gd name="connsiteY275" fmla="*/ 68401 h 691697"/>
                <a:gd name="connsiteX276" fmla="*/ 2688371 w 2912392"/>
                <a:gd name="connsiteY276" fmla="*/ 61707 h 691697"/>
                <a:gd name="connsiteX277" fmla="*/ 2698100 w 2912392"/>
                <a:gd name="connsiteY277" fmla="*/ 55324 h 691697"/>
                <a:gd name="connsiteX278" fmla="*/ 2707844 w 2912392"/>
                <a:gd name="connsiteY278" fmla="*/ 49259 h 691697"/>
                <a:gd name="connsiteX279" fmla="*/ 2717588 w 2912392"/>
                <a:gd name="connsiteY279" fmla="*/ 43518 h 691697"/>
                <a:gd name="connsiteX280" fmla="*/ 2727332 w 2912392"/>
                <a:gd name="connsiteY280" fmla="*/ 38112 h 691697"/>
                <a:gd name="connsiteX281" fmla="*/ 2737076 w 2912392"/>
                <a:gd name="connsiteY281" fmla="*/ 33043 h 691697"/>
                <a:gd name="connsiteX282" fmla="*/ 2746805 w 2912392"/>
                <a:gd name="connsiteY282" fmla="*/ 28318 h 691697"/>
                <a:gd name="connsiteX283" fmla="*/ 2756549 w 2912392"/>
                <a:gd name="connsiteY283" fmla="*/ 23946 h 691697"/>
                <a:gd name="connsiteX284" fmla="*/ 2766293 w 2912392"/>
                <a:gd name="connsiteY284" fmla="*/ 19927 h 691697"/>
                <a:gd name="connsiteX285" fmla="*/ 2776037 w 2912392"/>
                <a:gd name="connsiteY285" fmla="*/ 16268 h 691697"/>
                <a:gd name="connsiteX286" fmla="*/ 2785766 w 2912392"/>
                <a:gd name="connsiteY286" fmla="*/ 12974 h 691697"/>
                <a:gd name="connsiteX287" fmla="*/ 2795510 w 2912392"/>
                <a:gd name="connsiteY287" fmla="*/ 10046 h 691697"/>
                <a:gd name="connsiteX288" fmla="*/ 2805254 w 2912392"/>
                <a:gd name="connsiteY288" fmla="*/ 7488 h 691697"/>
                <a:gd name="connsiteX289" fmla="*/ 2814998 w 2912392"/>
                <a:gd name="connsiteY289" fmla="*/ 5303 h 691697"/>
                <a:gd name="connsiteX290" fmla="*/ 2824727 w 2912392"/>
                <a:gd name="connsiteY290" fmla="*/ 3492 h 691697"/>
                <a:gd name="connsiteX291" fmla="*/ 2834471 w 2912392"/>
                <a:gd name="connsiteY291" fmla="*/ 2055 h 691697"/>
                <a:gd name="connsiteX292" fmla="*/ 2844215 w 2912392"/>
                <a:gd name="connsiteY292" fmla="*/ 995 h 691697"/>
                <a:gd name="connsiteX293" fmla="*/ 2853958 w 2912392"/>
                <a:gd name="connsiteY293" fmla="*/ 310 h 691697"/>
                <a:gd name="connsiteX294" fmla="*/ 2863687 w 2912392"/>
                <a:gd name="connsiteY294" fmla="*/ 0 h 691697"/>
                <a:gd name="connsiteX295" fmla="*/ 2873431 w 2912392"/>
                <a:gd name="connsiteY295" fmla="*/ 66 h 691697"/>
                <a:gd name="connsiteX296" fmla="*/ 2883175 w 2912392"/>
                <a:gd name="connsiteY296" fmla="*/ 505 h 691697"/>
                <a:gd name="connsiteX297" fmla="*/ 2892919 w 2912392"/>
                <a:gd name="connsiteY297" fmla="*/ 1314 h 691697"/>
                <a:gd name="connsiteX298" fmla="*/ 2902663 w 2912392"/>
                <a:gd name="connsiteY298" fmla="*/ 2493 h 691697"/>
                <a:gd name="connsiteX299" fmla="*/ 2912392 w 2912392"/>
                <a:gd name="connsiteY299" fmla="*/ 4036 h 691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91697">
                  <a:moveTo>
                    <a:pt x="0" y="230712"/>
                  </a:moveTo>
                  <a:lnTo>
                    <a:pt x="9739" y="235529"/>
                  </a:lnTo>
                  <a:lnTo>
                    <a:pt x="19480" y="240578"/>
                  </a:lnTo>
                  <a:lnTo>
                    <a:pt x="29221" y="245856"/>
                  </a:lnTo>
                  <a:lnTo>
                    <a:pt x="38961" y="251356"/>
                  </a:lnTo>
                  <a:lnTo>
                    <a:pt x="48702" y="257071"/>
                  </a:lnTo>
                  <a:lnTo>
                    <a:pt x="58443" y="262995"/>
                  </a:lnTo>
                  <a:lnTo>
                    <a:pt x="68182" y="269123"/>
                  </a:lnTo>
                  <a:lnTo>
                    <a:pt x="77923" y="275446"/>
                  </a:lnTo>
                  <a:lnTo>
                    <a:pt x="87664" y="281957"/>
                  </a:lnTo>
                  <a:lnTo>
                    <a:pt x="97404" y="288651"/>
                  </a:lnTo>
                  <a:lnTo>
                    <a:pt x="107145" y="295517"/>
                  </a:lnTo>
                  <a:lnTo>
                    <a:pt x="116886" y="302549"/>
                  </a:lnTo>
                  <a:lnTo>
                    <a:pt x="126625" y="309738"/>
                  </a:lnTo>
                  <a:lnTo>
                    <a:pt x="136366" y="317076"/>
                  </a:lnTo>
                  <a:lnTo>
                    <a:pt x="146107" y="324555"/>
                  </a:lnTo>
                  <a:lnTo>
                    <a:pt x="155846" y="332167"/>
                  </a:lnTo>
                  <a:lnTo>
                    <a:pt x="165587" y="339901"/>
                  </a:lnTo>
                  <a:lnTo>
                    <a:pt x="175328" y="347750"/>
                  </a:lnTo>
                  <a:lnTo>
                    <a:pt x="185068" y="355703"/>
                  </a:lnTo>
                  <a:lnTo>
                    <a:pt x="194809" y="363753"/>
                  </a:lnTo>
                  <a:lnTo>
                    <a:pt x="204550" y="371889"/>
                  </a:lnTo>
                  <a:lnTo>
                    <a:pt x="214289" y="380103"/>
                  </a:lnTo>
                  <a:lnTo>
                    <a:pt x="224030" y="388382"/>
                  </a:lnTo>
                  <a:lnTo>
                    <a:pt x="233771" y="396721"/>
                  </a:lnTo>
                  <a:lnTo>
                    <a:pt x="243510" y="405106"/>
                  </a:lnTo>
                  <a:lnTo>
                    <a:pt x="253251" y="413532"/>
                  </a:lnTo>
                  <a:lnTo>
                    <a:pt x="262992" y="421984"/>
                  </a:lnTo>
                  <a:lnTo>
                    <a:pt x="272732" y="430455"/>
                  </a:lnTo>
                  <a:lnTo>
                    <a:pt x="282473" y="438936"/>
                  </a:lnTo>
                  <a:lnTo>
                    <a:pt x="292214" y="447415"/>
                  </a:lnTo>
                  <a:lnTo>
                    <a:pt x="301953" y="455882"/>
                  </a:lnTo>
                  <a:lnTo>
                    <a:pt x="311694" y="464330"/>
                  </a:lnTo>
                  <a:lnTo>
                    <a:pt x="321435" y="472746"/>
                  </a:lnTo>
                  <a:lnTo>
                    <a:pt x="331175" y="481124"/>
                  </a:lnTo>
                  <a:lnTo>
                    <a:pt x="340916" y="489451"/>
                  </a:lnTo>
                  <a:lnTo>
                    <a:pt x="350656" y="497718"/>
                  </a:lnTo>
                  <a:lnTo>
                    <a:pt x="360396" y="505917"/>
                  </a:lnTo>
                  <a:lnTo>
                    <a:pt x="370137" y="514039"/>
                  </a:lnTo>
                  <a:lnTo>
                    <a:pt x="379878" y="522072"/>
                  </a:lnTo>
                  <a:lnTo>
                    <a:pt x="389617" y="530010"/>
                  </a:lnTo>
                  <a:lnTo>
                    <a:pt x="399358" y="537843"/>
                  </a:lnTo>
                  <a:lnTo>
                    <a:pt x="409099" y="545562"/>
                  </a:lnTo>
                  <a:lnTo>
                    <a:pt x="418839" y="553157"/>
                  </a:lnTo>
                  <a:lnTo>
                    <a:pt x="428580" y="560623"/>
                  </a:lnTo>
                  <a:lnTo>
                    <a:pt x="438321" y="567949"/>
                  </a:lnTo>
                  <a:lnTo>
                    <a:pt x="448060" y="575129"/>
                  </a:lnTo>
                  <a:lnTo>
                    <a:pt x="457801" y="582152"/>
                  </a:lnTo>
                  <a:lnTo>
                    <a:pt x="467542" y="589013"/>
                  </a:lnTo>
                  <a:lnTo>
                    <a:pt x="477281" y="595704"/>
                  </a:lnTo>
                  <a:lnTo>
                    <a:pt x="487022" y="602218"/>
                  </a:lnTo>
                  <a:lnTo>
                    <a:pt x="496763" y="608547"/>
                  </a:lnTo>
                  <a:lnTo>
                    <a:pt x="506503" y="614686"/>
                  </a:lnTo>
                  <a:lnTo>
                    <a:pt x="516244" y="620626"/>
                  </a:lnTo>
                  <a:lnTo>
                    <a:pt x="525985" y="626362"/>
                  </a:lnTo>
                  <a:lnTo>
                    <a:pt x="535724" y="631888"/>
                  </a:lnTo>
                  <a:lnTo>
                    <a:pt x="545465" y="637198"/>
                  </a:lnTo>
                  <a:lnTo>
                    <a:pt x="555206" y="642288"/>
                  </a:lnTo>
                  <a:lnTo>
                    <a:pt x="564946" y="647151"/>
                  </a:lnTo>
                  <a:lnTo>
                    <a:pt x="574687" y="651781"/>
                  </a:lnTo>
                  <a:lnTo>
                    <a:pt x="584428" y="656176"/>
                  </a:lnTo>
                  <a:lnTo>
                    <a:pt x="594167" y="660330"/>
                  </a:lnTo>
                  <a:lnTo>
                    <a:pt x="603908" y="664240"/>
                  </a:lnTo>
                  <a:lnTo>
                    <a:pt x="613649" y="667902"/>
                  </a:lnTo>
                  <a:lnTo>
                    <a:pt x="623388" y="671311"/>
                  </a:lnTo>
                  <a:lnTo>
                    <a:pt x="633129" y="674463"/>
                  </a:lnTo>
                  <a:lnTo>
                    <a:pt x="642870" y="677360"/>
                  </a:lnTo>
                  <a:lnTo>
                    <a:pt x="652610" y="679994"/>
                  </a:lnTo>
                  <a:lnTo>
                    <a:pt x="662351" y="682364"/>
                  </a:lnTo>
                  <a:lnTo>
                    <a:pt x="672092" y="684471"/>
                  </a:lnTo>
                  <a:lnTo>
                    <a:pt x="681831" y="686311"/>
                  </a:lnTo>
                  <a:lnTo>
                    <a:pt x="691572" y="687882"/>
                  </a:lnTo>
                  <a:lnTo>
                    <a:pt x="701313" y="689184"/>
                  </a:lnTo>
                  <a:lnTo>
                    <a:pt x="711052" y="690218"/>
                  </a:lnTo>
                  <a:lnTo>
                    <a:pt x="720793" y="690980"/>
                  </a:lnTo>
                  <a:lnTo>
                    <a:pt x="730534" y="691474"/>
                  </a:lnTo>
                  <a:lnTo>
                    <a:pt x="740274" y="691697"/>
                  </a:lnTo>
                  <a:lnTo>
                    <a:pt x="750015" y="691652"/>
                  </a:lnTo>
                  <a:lnTo>
                    <a:pt x="759756" y="691341"/>
                  </a:lnTo>
                  <a:lnTo>
                    <a:pt x="769495" y="690763"/>
                  </a:lnTo>
                  <a:lnTo>
                    <a:pt x="779236" y="689923"/>
                  </a:lnTo>
                  <a:lnTo>
                    <a:pt x="788977" y="688820"/>
                  </a:lnTo>
                  <a:lnTo>
                    <a:pt x="798717" y="687460"/>
                  </a:lnTo>
                  <a:lnTo>
                    <a:pt x="808458" y="685843"/>
                  </a:lnTo>
                  <a:lnTo>
                    <a:pt x="818199" y="683976"/>
                  </a:lnTo>
                  <a:lnTo>
                    <a:pt x="827938" y="681861"/>
                  </a:lnTo>
                  <a:lnTo>
                    <a:pt x="837679" y="679502"/>
                  </a:lnTo>
                  <a:lnTo>
                    <a:pt x="847420" y="676904"/>
                  </a:lnTo>
                  <a:lnTo>
                    <a:pt x="857159" y="674073"/>
                  </a:lnTo>
                  <a:lnTo>
                    <a:pt x="866900" y="671016"/>
                  </a:lnTo>
                  <a:lnTo>
                    <a:pt x="876641" y="667737"/>
                  </a:lnTo>
                  <a:lnTo>
                    <a:pt x="886381" y="664241"/>
                  </a:lnTo>
                  <a:lnTo>
                    <a:pt x="896122" y="660539"/>
                  </a:lnTo>
                  <a:lnTo>
                    <a:pt x="905863" y="656634"/>
                  </a:lnTo>
                  <a:lnTo>
                    <a:pt x="915602" y="652537"/>
                  </a:lnTo>
                  <a:lnTo>
                    <a:pt x="925343" y="648255"/>
                  </a:lnTo>
                  <a:lnTo>
                    <a:pt x="935084" y="643795"/>
                  </a:lnTo>
                  <a:lnTo>
                    <a:pt x="944824" y="639168"/>
                  </a:lnTo>
                  <a:lnTo>
                    <a:pt x="954564" y="634382"/>
                  </a:lnTo>
                  <a:lnTo>
                    <a:pt x="964305" y="629448"/>
                  </a:lnTo>
                  <a:lnTo>
                    <a:pt x="974045" y="624375"/>
                  </a:lnTo>
                  <a:lnTo>
                    <a:pt x="983786" y="619172"/>
                  </a:lnTo>
                  <a:lnTo>
                    <a:pt x="993522" y="613850"/>
                  </a:lnTo>
                  <a:lnTo>
                    <a:pt x="1003266" y="608421"/>
                  </a:lnTo>
                  <a:lnTo>
                    <a:pt x="1013010" y="602896"/>
                  </a:lnTo>
                  <a:lnTo>
                    <a:pt x="1022754" y="597287"/>
                  </a:lnTo>
                  <a:lnTo>
                    <a:pt x="1032483" y="591604"/>
                  </a:lnTo>
                  <a:lnTo>
                    <a:pt x="1042227" y="585859"/>
                  </a:lnTo>
                  <a:lnTo>
                    <a:pt x="1051971" y="580067"/>
                  </a:lnTo>
                  <a:lnTo>
                    <a:pt x="1061715" y="574235"/>
                  </a:lnTo>
                  <a:lnTo>
                    <a:pt x="1071444" y="568380"/>
                  </a:lnTo>
                  <a:lnTo>
                    <a:pt x="1081188" y="562513"/>
                  </a:lnTo>
                  <a:lnTo>
                    <a:pt x="1090932" y="556647"/>
                  </a:lnTo>
                  <a:lnTo>
                    <a:pt x="1100676" y="550793"/>
                  </a:lnTo>
                  <a:lnTo>
                    <a:pt x="1110405" y="544966"/>
                  </a:lnTo>
                  <a:lnTo>
                    <a:pt x="1120149" y="539178"/>
                  </a:lnTo>
                  <a:lnTo>
                    <a:pt x="1129893" y="533440"/>
                  </a:lnTo>
                  <a:lnTo>
                    <a:pt x="1139637" y="527767"/>
                  </a:lnTo>
                  <a:lnTo>
                    <a:pt x="1149381" y="522169"/>
                  </a:lnTo>
                  <a:lnTo>
                    <a:pt x="1159110" y="516662"/>
                  </a:lnTo>
                  <a:lnTo>
                    <a:pt x="1168854" y="511256"/>
                  </a:lnTo>
                  <a:lnTo>
                    <a:pt x="1178598" y="505962"/>
                  </a:lnTo>
                  <a:lnTo>
                    <a:pt x="1188341" y="500793"/>
                  </a:lnTo>
                  <a:lnTo>
                    <a:pt x="1198070" y="495761"/>
                  </a:lnTo>
                  <a:lnTo>
                    <a:pt x="1207814" y="490877"/>
                  </a:lnTo>
                  <a:lnTo>
                    <a:pt x="1217558" y="486152"/>
                  </a:lnTo>
                  <a:lnTo>
                    <a:pt x="1227302" y="481596"/>
                  </a:lnTo>
                  <a:lnTo>
                    <a:pt x="1237031" y="477222"/>
                  </a:lnTo>
                  <a:lnTo>
                    <a:pt x="1246775" y="473035"/>
                  </a:lnTo>
                  <a:lnTo>
                    <a:pt x="1256519" y="469048"/>
                  </a:lnTo>
                  <a:lnTo>
                    <a:pt x="1266263" y="465268"/>
                  </a:lnTo>
                  <a:lnTo>
                    <a:pt x="1276007" y="461705"/>
                  </a:lnTo>
                  <a:lnTo>
                    <a:pt x="1285736" y="458366"/>
                  </a:lnTo>
                  <a:lnTo>
                    <a:pt x="1295480" y="455258"/>
                  </a:lnTo>
                  <a:lnTo>
                    <a:pt x="1305224" y="452388"/>
                  </a:lnTo>
                  <a:lnTo>
                    <a:pt x="1314968" y="449763"/>
                  </a:lnTo>
                  <a:lnTo>
                    <a:pt x="1324697" y="447387"/>
                  </a:lnTo>
                  <a:lnTo>
                    <a:pt x="1334441" y="445266"/>
                  </a:lnTo>
                  <a:lnTo>
                    <a:pt x="1344185" y="443406"/>
                  </a:lnTo>
                  <a:lnTo>
                    <a:pt x="1353929" y="441805"/>
                  </a:lnTo>
                  <a:lnTo>
                    <a:pt x="1363658" y="440472"/>
                  </a:lnTo>
                  <a:lnTo>
                    <a:pt x="1373402" y="439407"/>
                  </a:lnTo>
                  <a:lnTo>
                    <a:pt x="1383146" y="438611"/>
                  </a:lnTo>
                  <a:lnTo>
                    <a:pt x="1392890" y="438085"/>
                  </a:lnTo>
                  <a:lnTo>
                    <a:pt x="1402619" y="437830"/>
                  </a:lnTo>
                  <a:lnTo>
                    <a:pt x="1412363" y="437845"/>
                  </a:lnTo>
                  <a:lnTo>
                    <a:pt x="1422106" y="438130"/>
                  </a:lnTo>
                  <a:lnTo>
                    <a:pt x="1431850" y="438681"/>
                  </a:lnTo>
                  <a:lnTo>
                    <a:pt x="1441594" y="439496"/>
                  </a:lnTo>
                  <a:lnTo>
                    <a:pt x="1451323" y="440572"/>
                  </a:lnTo>
                  <a:lnTo>
                    <a:pt x="1461067" y="441905"/>
                  </a:lnTo>
                  <a:lnTo>
                    <a:pt x="1470811" y="443492"/>
                  </a:lnTo>
                  <a:lnTo>
                    <a:pt x="1480555" y="445326"/>
                  </a:lnTo>
                  <a:lnTo>
                    <a:pt x="1490284" y="447400"/>
                  </a:lnTo>
                  <a:lnTo>
                    <a:pt x="1500028" y="449711"/>
                  </a:lnTo>
                  <a:lnTo>
                    <a:pt x="1509772" y="452248"/>
                  </a:lnTo>
                  <a:lnTo>
                    <a:pt x="1519516" y="455006"/>
                  </a:lnTo>
                  <a:lnTo>
                    <a:pt x="1529245" y="457975"/>
                  </a:lnTo>
                  <a:lnTo>
                    <a:pt x="1538989" y="461149"/>
                  </a:lnTo>
                  <a:lnTo>
                    <a:pt x="1548733" y="464516"/>
                  </a:lnTo>
                  <a:lnTo>
                    <a:pt x="1558477" y="468066"/>
                  </a:lnTo>
                  <a:lnTo>
                    <a:pt x="1568221" y="471791"/>
                  </a:lnTo>
                  <a:lnTo>
                    <a:pt x="1577950" y="475678"/>
                  </a:lnTo>
                  <a:lnTo>
                    <a:pt x="1587694" y="479717"/>
                  </a:lnTo>
                  <a:lnTo>
                    <a:pt x="1597438" y="483898"/>
                  </a:lnTo>
                  <a:lnTo>
                    <a:pt x="1607182" y="488207"/>
                  </a:lnTo>
                  <a:lnTo>
                    <a:pt x="1616911" y="492633"/>
                  </a:lnTo>
                  <a:lnTo>
                    <a:pt x="1626655" y="497163"/>
                  </a:lnTo>
                  <a:lnTo>
                    <a:pt x="1636399" y="501783"/>
                  </a:lnTo>
                  <a:lnTo>
                    <a:pt x="1646142" y="506483"/>
                  </a:lnTo>
                  <a:lnTo>
                    <a:pt x="1655872" y="511248"/>
                  </a:lnTo>
                  <a:lnTo>
                    <a:pt x="1665616" y="516065"/>
                  </a:lnTo>
                  <a:lnTo>
                    <a:pt x="1675359" y="520922"/>
                  </a:lnTo>
                  <a:lnTo>
                    <a:pt x="1685103" y="525803"/>
                  </a:lnTo>
                  <a:lnTo>
                    <a:pt x="1694832" y="530696"/>
                  </a:lnTo>
                  <a:lnTo>
                    <a:pt x="1704576" y="535587"/>
                  </a:lnTo>
                  <a:lnTo>
                    <a:pt x="1714320" y="540464"/>
                  </a:lnTo>
                  <a:lnTo>
                    <a:pt x="1724064" y="545310"/>
                  </a:lnTo>
                  <a:lnTo>
                    <a:pt x="1733808" y="550115"/>
                  </a:lnTo>
                  <a:lnTo>
                    <a:pt x="1743537" y="554863"/>
                  </a:lnTo>
                  <a:lnTo>
                    <a:pt x="1753281" y="559542"/>
                  </a:lnTo>
                  <a:lnTo>
                    <a:pt x="1763025" y="564138"/>
                  </a:lnTo>
                  <a:lnTo>
                    <a:pt x="1772769" y="568639"/>
                  </a:lnTo>
                  <a:lnTo>
                    <a:pt x="1782498" y="573031"/>
                  </a:lnTo>
                  <a:lnTo>
                    <a:pt x="1792242" y="577303"/>
                  </a:lnTo>
                  <a:lnTo>
                    <a:pt x="1801986" y="581440"/>
                  </a:lnTo>
                  <a:lnTo>
                    <a:pt x="1811730" y="585432"/>
                  </a:lnTo>
                  <a:lnTo>
                    <a:pt x="1821459" y="589267"/>
                  </a:lnTo>
                  <a:lnTo>
                    <a:pt x="1831203" y="592932"/>
                  </a:lnTo>
                  <a:lnTo>
                    <a:pt x="1840947" y="596415"/>
                  </a:lnTo>
                  <a:lnTo>
                    <a:pt x="1850691" y="599709"/>
                  </a:lnTo>
                  <a:lnTo>
                    <a:pt x="1860435" y="602801"/>
                  </a:lnTo>
                  <a:lnTo>
                    <a:pt x="1870164" y="605679"/>
                  </a:lnTo>
                  <a:lnTo>
                    <a:pt x="1879908" y="608337"/>
                  </a:lnTo>
                  <a:lnTo>
                    <a:pt x="1889652" y="610763"/>
                  </a:lnTo>
                  <a:lnTo>
                    <a:pt x="1899395" y="612949"/>
                  </a:lnTo>
                  <a:lnTo>
                    <a:pt x="1909124" y="614885"/>
                  </a:lnTo>
                  <a:lnTo>
                    <a:pt x="1918868" y="616566"/>
                  </a:lnTo>
                  <a:lnTo>
                    <a:pt x="1928612" y="617981"/>
                  </a:lnTo>
                  <a:lnTo>
                    <a:pt x="1938356" y="619126"/>
                  </a:lnTo>
                  <a:lnTo>
                    <a:pt x="1948085" y="619991"/>
                  </a:lnTo>
                  <a:lnTo>
                    <a:pt x="1957829" y="620571"/>
                  </a:lnTo>
                  <a:lnTo>
                    <a:pt x="1967573" y="620861"/>
                  </a:lnTo>
                  <a:lnTo>
                    <a:pt x="1977317" y="620857"/>
                  </a:lnTo>
                  <a:lnTo>
                    <a:pt x="1987046" y="620552"/>
                  </a:lnTo>
                  <a:lnTo>
                    <a:pt x="1996790" y="619941"/>
                  </a:lnTo>
                  <a:lnTo>
                    <a:pt x="2006534" y="619023"/>
                  </a:lnTo>
                  <a:lnTo>
                    <a:pt x="2016278" y="617792"/>
                  </a:lnTo>
                  <a:lnTo>
                    <a:pt x="2026022" y="616249"/>
                  </a:lnTo>
                  <a:lnTo>
                    <a:pt x="2035751" y="614388"/>
                  </a:lnTo>
                  <a:lnTo>
                    <a:pt x="2045495" y="612210"/>
                  </a:lnTo>
                  <a:lnTo>
                    <a:pt x="2055239" y="609711"/>
                  </a:lnTo>
                  <a:lnTo>
                    <a:pt x="2064983" y="606894"/>
                  </a:lnTo>
                  <a:lnTo>
                    <a:pt x="2074712" y="603756"/>
                  </a:lnTo>
                  <a:lnTo>
                    <a:pt x="2084456" y="600299"/>
                  </a:lnTo>
                  <a:lnTo>
                    <a:pt x="2094200" y="596524"/>
                  </a:lnTo>
                  <a:lnTo>
                    <a:pt x="2103944" y="592431"/>
                  </a:lnTo>
                  <a:lnTo>
                    <a:pt x="2113673" y="588023"/>
                  </a:lnTo>
                  <a:lnTo>
                    <a:pt x="2123417" y="583301"/>
                  </a:lnTo>
                  <a:lnTo>
                    <a:pt x="2133161" y="578271"/>
                  </a:lnTo>
                  <a:lnTo>
                    <a:pt x="2142905" y="572933"/>
                  </a:lnTo>
                  <a:lnTo>
                    <a:pt x="2152649" y="567294"/>
                  </a:lnTo>
                  <a:lnTo>
                    <a:pt x="2162377" y="561355"/>
                  </a:lnTo>
                  <a:lnTo>
                    <a:pt x="2172121" y="555124"/>
                  </a:lnTo>
                  <a:lnTo>
                    <a:pt x="2181865" y="548606"/>
                  </a:lnTo>
                  <a:lnTo>
                    <a:pt x="2191609" y="541804"/>
                  </a:lnTo>
                  <a:lnTo>
                    <a:pt x="2201338" y="534727"/>
                  </a:lnTo>
                  <a:lnTo>
                    <a:pt x="2211082" y="527382"/>
                  </a:lnTo>
                  <a:lnTo>
                    <a:pt x="2220826" y="519775"/>
                  </a:lnTo>
                  <a:lnTo>
                    <a:pt x="2230570" y="511913"/>
                  </a:lnTo>
                  <a:lnTo>
                    <a:pt x="2240299" y="503805"/>
                  </a:lnTo>
                  <a:lnTo>
                    <a:pt x="2250043" y="495460"/>
                  </a:lnTo>
                  <a:lnTo>
                    <a:pt x="2259787" y="486884"/>
                  </a:lnTo>
                  <a:lnTo>
                    <a:pt x="2269531" y="478089"/>
                  </a:lnTo>
                  <a:lnTo>
                    <a:pt x="2279260" y="469084"/>
                  </a:lnTo>
                  <a:lnTo>
                    <a:pt x="2289004" y="459879"/>
                  </a:lnTo>
                  <a:lnTo>
                    <a:pt x="2298748" y="450484"/>
                  </a:lnTo>
                  <a:lnTo>
                    <a:pt x="2308492" y="440909"/>
                  </a:lnTo>
                  <a:lnTo>
                    <a:pt x="2318236" y="431166"/>
                  </a:lnTo>
                  <a:lnTo>
                    <a:pt x="2327965" y="421266"/>
                  </a:lnTo>
                  <a:lnTo>
                    <a:pt x="2337709" y="411219"/>
                  </a:lnTo>
                  <a:lnTo>
                    <a:pt x="2347453" y="401039"/>
                  </a:lnTo>
                  <a:lnTo>
                    <a:pt x="2357197" y="390738"/>
                  </a:lnTo>
                  <a:lnTo>
                    <a:pt x="2366926" y="380326"/>
                  </a:lnTo>
                  <a:lnTo>
                    <a:pt x="2376670" y="369818"/>
                  </a:lnTo>
                  <a:lnTo>
                    <a:pt x="2386413" y="359225"/>
                  </a:lnTo>
                  <a:lnTo>
                    <a:pt x="2396157" y="348562"/>
                  </a:lnTo>
                  <a:lnTo>
                    <a:pt x="2405886" y="337839"/>
                  </a:lnTo>
                  <a:lnTo>
                    <a:pt x="2415630" y="327073"/>
                  </a:lnTo>
                  <a:lnTo>
                    <a:pt x="2425374" y="316274"/>
                  </a:lnTo>
                  <a:lnTo>
                    <a:pt x="2435118" y="305457"/>
                  </a:lnTo>
                  <a:lnTo>
                    <a:pt x="2444862" y="294636"/>
                  </a:lnTo>
                  <a:lnTo>
                    <a:pt x="2454591" y="283826"/>
                  </a:lnTo>
                  <a:lnTo>
                    <a:pt x="2464335" y="273036"/>
                  </a:lnTo>
                  <a:lnTo>
                    <a:pt x="2474079" y="262285"/>
                  </a:lnTo>
                  <a:lnTo>
                    <a:pt x="2483823" y="251583"/>
                  </a:lnTo>
                  <a:lnTo>
                    <a:pt x="2493552" y="240945"/>
                  </a:lnTo>
                  <a:lnTo>
                    <a:pt x="2503296" y="230384"/>
                  </a:lnTo>
                  <a:lnTo>
                    <a:pt x="2513040" y="219916"/>
                  </a:lnTo>
                  <a:lnTo>
                    <a:pt x="2522784" y="209553"/>
                  </a:lnTo>
                  <a:lnTo>
                    <a:pt x="2532513" y="199308"/>
                  </a:lnTo>
                  <a:lnTo>
                    <a:pt x="2542257" y="189193"/>
                  </a:lnTo>
                  <a:lnTo>
                    <a:pt x="2552001" y="179226"/>
                  </a:lnTo>
                  <a:lnTo>
                    <a:pt x="2561745" y="169415"/>
                  </a:lnTo>
                  <a:lnTo>
                    <a:pt x="2571474" y="159775"/>
                  </a:lnTo>
                  <a:lnTo>
                    <a:pt x="2581218" y="150317"/>
                  </a:lnTo>
                  <a:lnTo>
                    <a:pt x="2590962" y="141058"/>
                  </a:lnTo>
                  <a:lnTo>
                    <a:pt x="2600705" y="132003"/>
                  </a:lnTo>
                  <a:lnTo>
                    <a:pt x="2610449" y="123170"/>
                  </a:lnTo>
                  <a:lnTo>
                    <a:pt x="2620178" y="114567"/>
                  </a:lnTo>
                  <a:lnTo>
                    <a:pt x="2629922" y="106206"/>
                  </a:lnTo>
                  <a:lnTo>
                    <a:pt x="2639666" y="98098"/>
                  </a:lnTo>
                  <a:lnTo>
                    <a:pt x="2649410" y="90254"/>
                  </a:lnTo>
                  <a:lnTo>
                    <a:pt x="2659139" y="82683"/>
                  </a:lnTo>
                  <a:lnTo>
                    <a:pt x="2668883" y="75396"/>
                  </a:lnTo>
                  <a:lnTo>
                    <a:pt x="2678627" y="68401"/>
                  </a:lnTo>
                  <a:lnTo>
                    <a:pt x="2688371" y="61707"/>
                  </a:lnTo>
                  <a:lnTo>
                    <a:pt x="2698100" y="55324"/>
                  </a:lnTo>
                  <a:lnTo>
                    <a:pt x="2707844" y="49259"/>
                  </a:lnTo>
                  <a:lnTo>
                    <a:pt x="2717588" y="43518"/>
                  </a:lnTo>
                  <a:lnTo>
                    <a:pt x="2727332" y="38112"/>
                  </a:lnTo>
                  <a:lnTo>
                    <a:pt x="2737076" y="33043"/>
                  </a:lnTo>
                  <a:lnTo>
                    <a:pt x="2746805" y="28318"/>
                  </a:lnTo>
                  <a:lnTo>
                    <a:pt x="2756549" y="23946"/>
                  </a:lnTo>
                  <a:lnTo>
                    <a:pt x="2766293" y="19927"/>
                  </a:lnTo>
                  <a:lnTo>
                    <a:pt x="2776037" y="16268"/>
                  </a:lnTo>
                  <a:lnTo>
                    <a:pt x="2785766" y="12974"/>
                  </a:lnTo>
                  <a:lnTo>
                    <a:pt x="2795510" y="10046"/>
                  </a:lnTo>
                  <a:lnTo>
                    <a:pt x="2805254" y="7488"/>
                  </a:lnTo>
                  <a:lnTo>
                    <a:pt x="2814998" y="5303"/>
                  </a:lnTo>
                  <a:lnTo>
                    <a:pt x="2824727" y="3492"/>
                  </a:lnTo>
                  <a:lnTo>
                    <a:pt x="2834471" y="2055"/>
                  </a:lnTo>
                  <a:lnTo>
                    <a:pt x="2844215" y="995"/>
                  </a:lnTo>
                  <a:lnTo>
                    <a:pt x="2853958" y="310"/>
                  </a:lnTo>
                  <a:lnTo>
                    <a:pt x="2863687" y="0"/>
                  </a:lnTo>
                  <a:lnTo>
                    <a:pt x="2873431" y="66"/>
                  </a:lnTo>
                  <a:lnTo>
                    <a:pt x="2883175" y="505"/>
                  </a:lnTo>
                  <a:lnTo>
                    <a:pt x="2892919" y="1314"/>
                  </a:lnTo>
                  <a:lnTo>
                    <a:pt x="2902663" y="2493"/>
                  </a:lnTo>
                  <a:lnTo>
                    <a:pt x="2912392" y="403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3" name="Freeform 812">
              <a:extLst>
                <a:ext uri="{FF2B5EF4-FFF2-40B4-BE49-F238E27FC236}">
                  <a16:creationId xmlns:a16="http://schemas.microsoft.com/office/drawing/2014/main" id="{7274CF48-EE5D-51F9-1788-4A0AE8D6F75F}"/>
                </a:ext>
              </a:extLst>
            </p:cNvPr>
            <p:cNvSpPr/>
            <p:nvPr/>
          </p:nvSpPr>
          <p:spPr>
            <a:xfrm>
              <a:off x="576446" y="3413962"/>
              <a:ext cx="2912392" cy="463857"/>
            </a:xfrm>
            <a:custGeom>
              <a:avLst/>
              <a:gdLst>
                <a:gd name="connsiteX0" fmla="*/ 0 w 2912392"/>
                <a:gd name="connsiteY0" fmla="*/ 15130 h 463857"/>
                <a:gd name="connsiteX1" fmla="*/ 9739 w 2912392"/>
                <a:gd name="connsiteY1" fmla="*/ 18262 h 463857"/>
                <a:gd name="connsiteX2" fmla="*/ 19480 w 2912392"/>
                <a:gd name="connsiteY2" fmla="*/ 21246 h 463857"/>
                <a:gd name="connsiteX3" fmla="*/ 29221 w 2912392"/>
                <a:gd name="connsiteY3" fmla="*/ 24084 h 463857"/>
                <a:gd name="connsiteX4" fmla="*/ 38961 w 2912392"/>
                <a:gd name="connsiteY4" fmla="*/ 26779 h 463857"/>
                <a:gd name="connsiteX5" fmla="*/ 48702 w 2912392"/>
                <a:gd name="connsiteY5" fmla="*/ 29333 h 463857"/>
                <a:gd name="connsiteX6" fmla="*/ 58443 w 2912392"/>
                <a:gd name="connsiteY6" fmla="*/ 31747 h 463857"/>
                <a:gd name="connsiteX7" fmla="*/ 68182 w 2912392"/>
                <a:gd name="connsiteY7" fmla="*/ 34023 h 463857"/>
                <a:gd name="connsiteX8" fmla="*/ 77923 w 2912392"/>
                <a:gd name="connsiteY8" fmla="*/ 36167 h 463857"/>
                <a:gd name="connsiteX9" fmla="*/ 87664 w 2912392"/>
                <a:gd name="connsiteY9" fmla="*/ 38180 h 463857"/>
                <a:gd name="connsiteX10" fmla="*/ 97404 w 2912392"/>
                <a:gd name="connsiteY10" fmla="*/ 40066 h 463857"/>
                <a:gd name="connsiteX11" fmla="*/ 107145 w 2912392"/>
                <a:gd name="connsiteY11" fmla="*/ 41830 h 463857"/>
                <a:gd name="connsiteX12" fmla="*/ 116886 w 2912392"/>
                <a:gd name="connsiteY12" fmla="*/ 43474 h 463857"/>
                <a:gd name="connsiteX13" fmla="*/ 126625 w 2912392"/>
                <a:gd name="connsiteY13" fmla="*/ 45001 h 463857"/>
                <a:gd name="connsiteX14" fmla="*/ 136366 w 2912392"/>
                <a:gd name="connsiteY14" fmla="*/ 46419 h 463857"/>
                <a:gd name="connsiteX15" fmla="*/ 146107 w 2912392"/>
                <a:gd name="connsiteY15" fmla="*/ 47729 h 463857"/>
                <a:gd name="connsiteX16" fmla="*/ 155846 w 2912392"/>
                <a:gd name="connsiteY16" fmla="*/ 48939 h 463857"/>
                <a:gd name="connsiteX17" fmla="*/ 165587 w 2912392"/>
                <a:gd name="connsiteY17" fmla="*/ 50050 h 463857"/>
                <a:gd name="connsiteX18" fmla="*/ 175328 w 2912392"/>
                <a:gd name="connsiteY18" fmla="*/ 51069 h 463857"/>
                <a:gd name="connsiteX19" fmla="*/ 185068 w 2912392"/>
                <a:gd name="connsiteY19" fmla="*/ 52002 h 463857"/>
                <a:gd name="connsiteX20" fmla="*/ 194809 w 2912392"/>
                <a:gd name="connsiteY20" fmla="*/ 52854 h 463857"/>
                <a:gd name="connsiteX21" fmla="*/ 204550 w 2912392"/>
                <a:gd name="connsiteY21" fmla="*/ 53629 h 463857"/>
                <a:gd name="connsiteX22" fmla="*/ 214289 w 2912392"/>
                <a:gd name="connsiteY22" fmla="*/ 54334 h 463857"/>
                <a:gd name="connsiteX23" fmla="*/ 224030 w 2912392"/>
                <a:gd name="connsiteY23" fmla="*/ 54973 h 463857"/>
                <a:gd name="connsiteX24" fmla="*/ 233771 w 2912392"/>
                <a:gd name="connsiteY24" fmla="*/ 55554 h 463857"/>
                <a:gd name="connsiteX25" fmla="*/ 243510 w 2912392"/>
                <a:gd name="connsiteY25" fmla="*/ 56081 h 463857"/>
                <a:gd name="connsiteX26" fmla="*/ 253251 w 2912392"/>
                <a:gd name="connsiteY26" fmla="*/ 56561 h 463857"/>
                <a:gd name="connsiteX27" fmla="*/ 262992 w 2912392"/>
                <a:gd name="connsiteY27" fmla="*/ 57002 h 463857"/>
                <a:gd name="connsiteX28" fmla="*/ 272732 w 2912392"/>
                <a:gd name="connsiteY28" fmla="*/ 57407 h 463857"/>
                <a:gd name="connsiteX29" fmla="*/ 282473 w 2912392"/>
                <a:gd name="connsiteY29" fmla="*/ 57784 h 463857"/>
                <a:gd name="connsiteX30" fmla="*/ 292214 w 2912392"/>
                <a:gd name="connsiteY30" fmla="*/ 58139 h 463857"/>
                <a:gd name="connsiteX31" fmla="*/ 301953 w 2912392"/>
                <a:gd name="connsiteY31" fmla="*/ 58479 h 463857"/>
                <a:gd name="connsiteX32" fmla="*/ 311694 w 2912392"/>
                <a:gd name="connsiteY32" fmla="*/ 58811 h 463857"/>
                <a:gd name="connsiteX33" fmla="*/ 321435 w 2912392"/>
                <a:gd name="connsiteY33" fmla="*/ 59140 h 463857"/>
                <a:gd name="connsiteX34" fmla="*/ 331175 w 2912392"/>
                <a:gd name="connsiteY34" fmla="*/ 59474 h 463857"/>
                <a:gd name="connsiteX35" fmla="*/ 340916 w 2912392"/>
                <a:gd name="connsiteY35" fmla="*/ 59819 h 463857"/>
                <a:gd name="connsiteX36" fmla="*/ 350656 w 2912392"/>
                <a:gd name="connsiteY36" fmla="*/ 60184 h 463857"/>
                <a:gd name="connsiteX37" fmla="*/ 360396 w 2912392"/>
                <a:gd name="connsiteY37" fmla="*/ 60575 h 463857"/>
                <a:gd name="connsiteX38" fmla="*/ 370137 w 2912392"/>
                <a:gd name="connsiteY38" fmla="*/ 60996 h 463857"/>
                <a:gd name="connsiteX39" fmla="*/ 379878 w 2912392"/>
                <a:gd name="connsiteY39" fmla="*/ 61458 h 463857"/>
                <a:gd name="connsiteX40" fmla="*/ 389617 w 2912392"/>
                <a:gd name="connsiteY40" fmla="*/ 61965 h 463857"/>
                <a:gd name="connsiteX41" fmla="*/ 399358 w 2912392"/>
                <a:gd name="connsiteY41" fmla="*/ 62527 h 463857"/>
                <a:gd name="connsiteX42" fmla="*/ 409099 w 2912392"/>
                <a:gd name="connsiteY42" fmla="*/ 63146 h 463857"/>
                <a:gd name="connsiteX43" fmla="*/ 418839 w 2912392"/>
                <a:gd name="connsiteY43" fmla="*/ 63835 h 463857"/>
                <a:gd name="connsiteX44" fmla="*/ 428580 w 2912392"/>
                <a:gd name="connsiteY44" fmla="*/ 64598 h 463857"/>
                <a:gd name="connsiteX45" fmla="*/ 438321 w 2912392"/>
                <a:gd name="connsiteY45" fmla="*/ 65441 h 463857"/>
                <a:gd name="connsiteX46" fmla="*/ 448060 w 2912392"/>
                <a:gd name="connsiteY46" fmla="*/ 66370 h 463857"/>
                <a:gd name="connsiteX47" fmla="*/ 457801 w 2912392"/>
                <a:gd name="connsiteY47" fmla="*/ 67396 h 463857"/>
                <a:gd name="connsiteX48" fmla="*/ 467542 w 2912392"/>
                <a:gd name="connsiteY48" fmla="*/ 68522 h 463857"/>
                <a:gd name="connsiteX49" fmla="*/ 477281 w 2912392"/>
                <a:gd name="connsiteY49" fmla="*/ 69756 h 463857"/>
                <a:gd name="connsiteX50" fmla="*/ 487022 w 2912392"/>
                <a:gd name="connsiteY50" fmla="*/ 71102 h 463857"/>
                <a:gd name="connsiteX51" fmla="*/ 496763 w 2912392"/>
                <a:gd name="connsiteY51" fmla="*/ 72570 h 463857"/>
                <a:gd name="connsiteX52" fmla="*/ 506503 w 2912392"/>
                <a:gd name="connsiteY52" fmla="*/ 74164 h 463857"/>
                <a:gd name="connsiteX53" fmla="*/ 516244 w 2912392"/>
                <a:gd name="connsiteY53" fmla="*/ 75890 h 463857"/>
                <a:gd name="connsiteX54" fmla="*/ 525985 w 2912392"/>
                <a:gd name="connsiteY54" fmla="*/ 77753 h 463857"/>
                <a:gd name="connsiteX55" fmla="*/ 535724 w 2912392"/>
                <a:gd name="connsiteY55" fmla="*/ 79760 h 463857"/>
                <a:gd name="connsiteX56" fmla="*/ 545465 w 2912392"/>
                <a:gd name="connsiteY56" fmla="*/ 81916 h 463857"/>
                <a:gd name="connsiteX57" fmla="*/ 555206 w 2912392"/>
                <a:gd name="connsiteY57" fmla="*/ 84225 h 463857"/>
                <a:gd name="connsiteX58" fmla="*/ 564946 w 2912392"/>
                <a:gd name="connsiteY58" fmla="*/ 86693 h 463857"/>
                <a:gd name="connsiteX59" fmla="*/ 574687 w 2912392"/>
                <a:gd name="connsiteY59" fmla="*/ 89322 h 463857"/>
                <a:gd name="connsiteX60" fmla="*/ 584428 w 2912392"/>
                <a:gd name="connsiteY60" fmla="*/ 92117 h 463857"/>
                <a:gd name="connsiteX61" fmla="*/ 594167 w 2912392"/>
                <a:gd name="connsiteY61" fmla="*/ 95085 h 463857"/>
                <a:gd name="connsiteX62" fmla="*/ 603908 w 2912392"/>
                <a:gd name="connsiteY62" fmla="*/ 98225 h 463857"/>
                <a:gd name="connsiteX63" fmla="*/ 613649 w 2912392"/>
                <a:gd name="connsiteY63" fmla="*/ 101541 h 463857"/>
                <a:gd name="connsiteX64" fmla="*/ 623388 w 2912392"/>
                <a:gd name="connsiteY64" fmla="*/ 105038 h 463857"/>
                <a:gd name="connsiteX65" fmla="*/ 633129 w 2912392"/>
                <a:gd name="connsiteY65" fmla="*/ 108715 h 463857"/>
                <a:gd name="connsiteX66" fmla="*/ 642870 w 2912392"/>
                <a:gd name="connsiteY66" fmla="*/ 112574 h 463857"/>
                <a:gd name="connsiteX67" fmla="*/ 652610 w 2912392"/>
                <a:gd name="connsiteY67" fmla="*/ 116619 h 463857"/>
                <a:gd name="connsiteX68" fmla="*/ 662351 w 2912392"/>
                <a:gd name="connsiteY68" fmla="*/ 120847 h 463857"/>
                <a:gd name="connsiteX69" fmla="*/ 672092 w 2912392"/>
                <a:gd name="connsiteY69" fmla="*/ 125262 h 463857"/>
                <a:gd name="connsiteX70" fmla="*/ 681831 w 2912392"/>
                <a:gd name="connsiteY70" fmla="*/ 129860 h 463857"/>
                <a:gd name="connsiteX71" fmla="*/ 691572 w 2912392"/>
                <a:gd name="connsiteY71" fmla="*/ 134642 h 463857"/>
                <a:gd name="connsiteX72" fmla="*/ 701313 w 2912392"/>
                <a:gd name="connsiteY72" fmla="*/ 139608 h 463857"/>
                <a:gd name="connsiteX73" fmla="*/ 711052 w 2912392"/>
                <a:gd name="connsiteY73" fmla="*/ 144754 h 463857"/>
                <a:gd name="connsiteX74" fmla="*/ 720793 w 2912392"/>
                <a:gd name="connsiteY74" fmla="*/ 150078 h 463857"/>
                <a:gd name="connsiteX75" fmla="*/ 730534 w 2912392"/>
                <a:gd name="connsiteY75" fmla="*/ 155578 h 463857"/>
                <a:gd name="connsiteX76" fmla="*/ 740274 w 2912392"/>
                <a:gd name="connsiteY76" fmla="*/ 161250 h 463857"/>
                <a:gd name="connsiteX77" fmla="*/ 750015 w 2912392"/>
                <a:gd name="connsiteY77" fmla="*/ 167089 h 463857"/>
                <a:gd name="connsiteX78" fmla="*/ 759756 w 2912392"/>
                <a:gd name="connsiteY78" fmla="*/ 173092 h 463857"/>
                <a:gd name="connsiteX79" fmla="*/ 769495 w 2912392"/>
                <a:gd name="connsiteY79" fmla="*/ 179253 h 463857"/>
                <a:gd name="connsiteX80" fmla="*/ 779236 w 2912392"/>
                <a:gd name="connsiteY80" fmla="*/ 185567 h 463857"/>
                <a:gd name="connsiteX81" fmla="*/ 788977 w 2912392"/>
                <a:gd name="connsiteY81" fmla="*/ 192026 h 463857"/>
                <a:gd name="connsiteX82" fmla="*/ 798717 w 2912392"/>
                <a:gd name="connsiteY82" fmla="*/ 198623 h 463857"/>
                <a:gd name="connsiteX83" fmla="*/ 808458 w 2912392"/>
                <a:gd name="connsiteY83" fmla="*/ 205351 h 463857"/>
                <a:gd name="connsiteX84" fmla="*/ 818199 w 2912392"/>
                <a:gd name="connsiteY84" fmla="*/ 212205 h 463857"/>
                <a:gd name="connsiteX85" fmla="*/ 827938 w 2912392"/>
                <a:gd name="connsiteY85" fmla="*/ 219173 h 463857"/>
                <a:gd name="connsiteX86" fmla="*/ 837679 w 2912392"/>
                <a:gd name="connsiteY86" fmla="*/ 226246 h 463857"/>
                <a:gd name="connsiteX87" fmla="*/ 847420 w 2912392"/>
                <a:gd name="connsiteY87" fmla="*/ 233416 h 463857"/>
                <a:gd name="connsiteX88" fmla="*/ 857159 w 2912392"/>
                <a:gd name="connsiteY88" fmla="*/ 240674 h 463857"/>
                <a:gd name="connsiteX89" fmla="*/ 866900 w 2912392"/>
                <a:gd name="connsiteY89" fmla="*/ 248007 h 463857"/>
                <a:gd name="connsiteX90" fmla="*/ 876641 w 2912392"/>
                <a:gd name="connsiteY90" fmla="*/ 255407 h 463857"/>
                <a:gd name="connsiteX91" fmla="*/ 886381 w 2912392"/>
                <a:gd name="connsiteY91" fmla="*/ 262860 h 463857"/>
                <a:gd name="connsiteX92" fmla="*/ 896122 w 2912392"/>
                <a:gd name="connsiteY92" fmla="*/ 270357 h 463857"/>
                <a:gd name="connsiteX93" fmla="*/ 905863 w 2912392"/>
                <a:gd name="connsiteY93" fmla="*/ 277884 h 463857"/>
                <a:gd name="connsiteX94" fmla="*/ 915602 w 2912392"/>
                <a:gd name="connsiteY94" fmla="*/ 285430 h 463857"/>
                <a:gd name="connsiteX95" fmla="*/ 925343 w 2912392"/>
                <a:gd name="connsiteY95" fmla="*/ 292981 h 463857"/>
                <a:gd name="connsiteX96" fmla="*/ 935084 w 2912392"/>
                <a:gd name="connsiteY96" fmla="*/ 300527 h 463857"/>
                <a:gd name="connsiteX97" fmla="*/ 944824 w 2912392"/>
                <a:gd name="connsiteY97" fmla="*/ 308053 h 463857"/>
                <a:gd name="connsiteX98" fmla="*/ 954564 w 2912392"/>
                <a:gd name="connsiteY98" fmla="*/ 315547 h 463857"/>
                <a:gd name="connsiteX99" fmla="*/ 964305 w 2912392"/>
                <a:gd name="connsiteY99" fmla="*/ 322995 h 463857"/>
                <a:gd name="connsiteX100" fmla="*/ 974045 w 2912392"/>
                <a:gd name="connsiteY100" fmla="*/ 330382 h 463857"/>
                <a:gd name="connsiteX101" fmla="*/ 983786 w 2912392"/>
                <a:gd name="connsiteY101" fmla="*/ 337699 h 463857"/>
                <a:gd name="connsiteX102" fmla="*/ 993522 w 2912392"/>
                <a:gd name="connsiteY102" fmla="*/ 344928 h 463857"/>
                <a:gd name="connsiteX103" fmla="*/ 1003266 w 2912392"/>
                <a:gd name="connsiteY103" fmla="*/ 352057 h 463857"/>
                <a:gd name="connsiteX104" fmla="*/ 1013010 w 2912392"/>
                <a:gd name="connsiteY104" fmla="*/ 359073 h 463857"/>
                <a:gd name="connsiteX105" fmla="*/ 1022754 w 2912392"/>
                <a:gd name="connsiteY105" fmla="*/ 365964 h 463857"/>
                <a:gd name="connsiteX106" fmla="*/ 1032483 w 2912392"/>
                <a:gd name="connsiteY106" fmla="*/ 372713 h 463857"/>
                <a:gd name="connsiteX107" fmla="*/ 1042227 w 2912392"/>
                <a:gd name="connsiteY107" fmla="*/ 379312 h 463857"/>
                <a:gd name="connsiteX108" fmla="*/ 1051971 w 2912392"/>
                <a:gd name="connsiteY108" fmla="*/ 385742 h 463857"/>
                <a:gd name="connsiteX109" fmla="*/ 1061715 w 2912392"/>
                <a:gd name="connsiteY109" fmla="*/ 391995 h 463857"/>
                <a:gd name="connsiteX110" fmla="*/ 1071444 w 2912392"/>
                <a:gd name="connsiteY110" fmla="*/ 398059 h 463857"/>
                <a:gd name="connsiteX111" fmla="*/ 1081188 w 2912392"/>
                <a:gd name="connsiteY111" fmla="*/ 403919 h 463857"/>
                <a:gd name="connsiteX112" fmla="*/ 1090932 w 2912392"/>
                <a:gd name="connsiteY112" fmla="*/ 409563 h 463857"/>
                <a:gd name="connsiteX113" fmla="*/ 1100676 w 2912392"/>
                <a:gd name="connsiteY113" fmla="*/ 414983 h 463857"/>
                <a:gd name="connsiteX114" fmla="*/ 1110405 w 2912392"/>
                <a:gd name="connsiteY114" fmla="*/ 420165 h 463857"/>
                <a:gd name="connsiteX115" fmla="*/ 1120149 w 2912392"/>
                <a:gd name="connsiteY115" fmla="*/ 425099 h 463857"/>
                <a:gd name="connsiteX116" fmla="*/ 1129893 w 2912392"/>
                <a:gd name="connsiteY116" fmla="*/ 429776 h 463857"/>
                <a:gd name="connsiteX117" fmla="*/ 1139637 w 2912392"/>
                <a:gd name="connsiteY117" fmla="*/ 434186 h 463857"/>
                <a:gd name="connsiteX118" fmla="*/ 1149381 w 2912392"/>
                <a:gd name="connsiteY118" fmla="*/ 438319 h 463857"/>
                <a:gd name="connsiteX119" fmla="*/ 1159110 w 2912392"/>
                <a:gd name="connsiteY119" fmla="*/ 442168 h 463857"/>
                <a:gd name="connsiteX120" fmla="*/ 1168854 w 2912392"/>
                <a:gd name="connsiteY120" fmla="*/ 445724 h 463857"/>
                <a:gd name="connsiteX121" fmla="*/ 1178598 w 2912392"/>
                <a:gd name="connsiteY121" fmla="*/ 448979 h 463857"/>
                <a:gd name="connsiteX122" fmla="*/ 1188341 w 2912392"/>
                <a:gd name="connsiteY122" fmla="*/ 451928 h 463857"/>
                <a:gd name="connsiteX123" fmla="*/ 1198070 w 2912392"/>
                <a:gd name="connsiteY123" fmla="*/ 454564 h 463857"/>
                <a:gd name="connsiteX124" fmla="*/ 1207814 w 2912392"/>
                <a:gd name="connsiteY124" fmla="*/ 456880 h 463857"/>
                <a:gd name="connsiteX125" fmla="*/ 1217558 w 2912392"/>
                <a:gd name="connsiteY125" fmla="*/ 458874 h 463857"/>
                <a:gd name="connsiteX126" fmla="*/ 1227302 w 2912392"/>
                <a:gd name="connsiteY126" fmla="*/ 460538 h 463857"/>
                <a:gd name="connsiteX127" fmla="*/ 1237031 w 2912392"/>
                <a:gd name="connsiteY127" fmla="*/ 461871 h 463857"/>
                <a:gd name="connsiteX128" fmla="*/ 1246775 w 2912392"/>
                <a:gd name="connsiteY128" fmla="*/ 462871 h 463857"/>
                <a:gd name="connsiteX129" fmla="*/ 1256519 w 2912392"/>
                <a:gd name="connsiteY129" fmla="*/ 463533 h 463857"/>
                <a:gd name="connsiteX130" fmla="*/ 1266263 w 2912392"/>
                <a:gd name="connsiteY130" fmla="*/ 463857 h 463857"/>
                <a:gd name="connsiteX131" fmla="*/ 1276007 w 2912392"/>
                <a:gd name="connsiteY131" fmla="*/ 463843 h 463857"/>
                <a:gd name="connsiteX132" fmla="*/ 1285736 w 2912392"/>
                <a:gd name="connsiteY132" fmla="*/ 463488 h 463857"/>
                <a:gd name="connsiteX133" fmla="*/ 1295480 w 2912392"/>
                <a:gd name="connsiteY133" fmla="*/ 462794 h 463857"/>
                <a:gd name="connsiteX134" fmla="*/ 1305224 w 2912392"/>
                <a:gd name="connsiteY134" fmla="*/ 461763 h 463857"/>
                <a:gd name="connsiteX135" fmla="*/ 1314968 w 2912392"/>
                <a:gd name="connsiteY135" fmla="*/ 460393 h 463857"/>
                <a:gd name="connsiteX136" fmla="*/ 1324697 w 2912392"/>
                <a:gd name="connsiteY136" fmla="*/ 458692 h 463857"/>
                <a:gd name="connsiteX137" fmla="*/ 1334441 w 2912392"/>
                <a:gd name="connsiteY137" fmla="*/ 456660 h 463857"/>
                <a:gd name="connsiteX138" fmla="*/ 1344185 w 2912392"/>
                <a:gd name="connsiteY138" fmla="*/ 454300 h 463857"/>
                <a:gd name="connsiteX139" fmla="*/ 1353929 w 2912392"/>
                <a:gd name="connsiteY139" fmla="*/ 451616 h 463857"/>
                <a:gd name="connsiteX140" fmla="*/ 1363658 w 2912392"/>
                <a:gd name="connsiteY140" fmla="*/ 448616 h 463857"/>
                <a:gd name="connsiteX141" fmla="*/ 1373402 w 2912392"/>
                <a:gd name="connsiteY141" fmla="*/ 445302 h 463857"/>
                <a:gd name="connsiteX142" fmla="*/ 1383146 w 2912392"/>
                <a:gd name="connsiteY142" fmla="*/ 441680 h 463857"/>
                <a:gd name="connsiteX143" fmla="*/ 1392890 w 2912392"/>
                <a:gd name="connsiteY143" fmla="*/ 437760 h 463857"/>
                <a:gd name="connsiteX144" fmla="*/ 1402619 w 2912392"/>
                <a:gd name="connsiteY144" fmla="*/ 433546 h 463857"/>
                <a:gd name="connsiteX145" fmla="*/ 1412363 w 2912392"/>
                <a:gd name="connsiteY145" fmla="*/ 429046 h 463857"/>
                <a:gd name="connsiteX146" fmla="*/ 1422106 w 2912392"/>
                <a:gd name="connsiteY146" fmla="*/ 424268 h 463857"/>
                <a:gd name="connsiteX147" fmla="*/ 1431850 w 2912392"/>
                <a:gd name="connsiteY147" fmla="*/ 419220 h 463857"/>
                <a:gd name="connsiteX148" fmla="*/ 1441594 w 2912392"/>
                <a:gd name="connsiteY148" fmla="*/ 413912 h 463857"/>
                <a:gd name="connsiteX149" fmla="*/ 1451323 w 2912392"/>
                <a:gd name="connsiteY149" fmla="*/ 408353 h 463857"/>
                <a:gd name="connsiteX150" fmla="*/ 1461067 w 2912392"/>
                <a:gd name="connsiteY150" fmla="*/ 402551 h 463857"/>
                <a:gd name="connsiteX151" fmla="*/ 1470811 w 2912392"/>
                <a:gd name="connsiteY151" fmla="*/ 396517 h 463857"/>
                <a:gd name="connsiteX152" fmla="*/ 1480555 w 2912392"/>
                <a:gd name="connsiteY152" fmla="*/ 390262 h 463857"/>
                <a:gd name="connsiteX153" fmla="*/ 1490284 w 2912392"/>
                <a:gd name="connsiteY153" fmla="*/ 383798 h 463857"/>
                <a:gd name="connsiteX154" fmla="*/ 1500028 w 2912392"/>
                <a:gd name="connsiteY154" fmla="*/ 377130 h 463857"/>
                <a:gd name="connsiteX155" fmla="*/ 1509772 w 2912392"/>
                <a:gd name="connsiteY155" fmla="*/ 370276 h 463857"/>
                <a:gd name="connsiteX156" fmla="*/ 1519516 w 2912392"/>
                <a:gd name="connsiteY156" fmla="*/ 363243 h 463857"/>
                <a:gd name="connsiteX157" fmla="*/ 1529245 w 2912392"/>
                <a:gd name="connsiteY157" fmla="*/ 356044 h 463857"/>
                <a:gd name="connsiteX158" fmla="*/ 1538989 w 2912392"/>
                <a:gd name="connsiteY158" fmla="*/ 348688 h 463857"/>
                <a:gd name="connsiteX159" fmla="*/ 1548733 w 2912392"/>
                <a:gd name="connsiteY159" fmla="*/ 341191 h 463857"/>
                <a:gd name="connsiteX160" fmla="*/ 1558477 w 2912392"/>
                <a:gd name="connsiteY160" fmla="*/ 333563 h 463857"/>
                <a:gd name="connsiteX161" fmla="*/ 1568221 w 2912392"/>
                <a:gd name="connsiteY161" fmla="*/ 325815 h 463857"/>
                <a:gd name="connsiteX162" fmla="*/ 1577950 w 2912392"/>
                <a:gd name="connsiteY162" fmla="*/ 317959 h 463857"/>
                <a:gd name="connsiteX163" fmla="*/ 1587694 w 2912392"/>
                <a:gd name="connsiteY163" fmla="*/ 310009 h 463857"/>
                <a:gd name="connsiteX164" fmla="*/ 1597438 w 2912392"/>
                <a:gd name="connsiteY164" fmla="*/ 301976 h 463857"/>
                <a:gd name="connsiteX165" fmla="*/ 1607182 w 2912392"/>
                <a:gd name="connsiteY165" fmla="*/ 293871 h 463857"/>
                <a:gd name="connsiteX166" fmla="*/ 1616911 w 2912392"/>
                <a:gd name="connsiteY166" fmla="*/ 285706 h 463857"/>
                <a:gd name="connsiteX167" fmla="*/ 1626655 w 2912392"/>
                <a:gd name="connsiteY167" fmla="*/ 277495 h 463857"/>
                <a:gd name="connsiteX168" fmla="*/ 1636399 w 2912392"/>
                <a:gd name="connsiteY168" fmla="*/ 269248 h 463857"/>
                <a:gd name="connsiteX169" fmla="*/ 1646142 w 2912392"/>
                <a:gd name="connsiteY169" fmla="*/ 260977 h 463857"/>
                <a:gd name="connsiteX170" fmla="*/ 1655872 w 2912392"/>
                <a:gd name="connsiteY170" fmla="*/ 252694 h 463857"/>
                <a:gd name="connsiteX171" fmla="*/ 1665616 w 2912392"/>
                <a:gd name="connsiteY171" fmla="*/ 244410 h 463857"/>
                <a:gd name="connsiteX172" fmla="*/ 1675359 w 2912392"/>
                <a:gd name="connsiteY172" fmla="*/ 236137 h 463857"/>
                <a:gd name="connsiteX173" fmla="*/ 1685103 w 2912392"/>
                <a:gd name="connsiteY173" fmla="*/ 227884 h 463857"/>
                <a:gd name="connsiteX174" fmla="*/ 1694832 w 2912392"/>
                <a:gd name="connsiteY174" fmla="*/ 219665 h 463857"/>
                <a:gd name="connsiteX175" fmla="*/ 1704576 w 2912392"/>
                <a:gd name="connsiteY175" fmla="*/ 211488 h 463857"/>
                <a:gd name="connsiteX176" fmla="*/ 1714320 w 2912392"/>
                <a:gd name="connsiteY176" fmla="*/ 203365 h 463857"/>
                <a:gd name="connsiteX177" fmla="*/ 1724064 w 2912392"/>
                <a:gd name="connsiteY177" fmla="*/ 195306 h 463857"/>
                <a:gd name="connsiteX178" fmla="*/ 1733808 w 2912392"/>
                <a:gd name="connsiteY178" fmla="*/ 187319 h 463857"/>
                <a:gd name="connsiteX179" fmla="*/ 1743537 w 2912392"/>
                <a:gd name="connsiteY179" fmla="*/ 179417 h 463857"/>
                <a:gd name="connsiteX180" fmla="*/ 1753281 w 2912392"/>
                <a:gd name="connsiteY180" fmla="*/ 171607 h 463857"/>
                <a:gd name="connsiteX181" fmla="*/ 1763025 w 2912392"/>
                <a:gd name="connsiteY181" fmla="*/ 163898 h 463857"/>
                <a:gd name="connsiteX182" fmla="*/ 1772769 w 2912392"/>
                <a:gd name="connsiteY182" fmla="*/ 156299 h 463857"/>
                <a:gd name="connsiteX183" fmla="*/ 1782498 w 2912392"/>
                <a:gd name="connsiteY183" fmla="*/ 148818 h 463857"/>
                <a:gd name="connsiteX184" fmla="*/ 1792242 w 2912392"/>
                <a:gd name="connsiteY184" fmla="*/ 141464 h 463857"/>
                <a:gd name="connsiteX185" fmla="*/ 1801986 w 2912392"/>
                <a:gd name="connsiteY185" fmla="*/ 134246 h 463857"/>
                <a:gd name="connsiteX186" fmla="*/ 1811730 w 2912392"/>
                <a:gd name="connsiteY186" fmla="*/ 127169 h 463857"/>
                <a:gd name="connsiteX187" fmla="*/ 1821459 w 2912392"/>
                <a:gd name="connsiteY187" fmla="*/ 120239 h 463857"/>
                <a:gd name="connsiteX188" fmla="*/ 1831203 w 2912392"/>
                <a:gd name="connsiteY188" fmla="*/ 113466 h 463857"/>
                <a:gd name="connsiteX189" fmla="*/ 1840947 w 2912392"/>
                <a:gd name="connsiteY189" fmla="*/ 106854 h 463857"/>
                <a:gd name="connsiteX190" fmla="*/ 1850691 w 2912392"/>
                <a:gd name="connsiteY190" fmla="*/ 100410 h 463857"/>
                <a:gd name="connsiteX191" fmla="*/ 1860435 w 2912392"/>
                <a:gd name="connsiteY191" fmla="*/ 94139 h 463857"/>
                <a:gd name="connsiteX192" fmla="*/ 1870164 w 2912392"/>
                <a:gd name="connsiteY192" fmla="*/ 88046 h 463857"/>
                <a:gd name="connsiteX193" fmla="*/ 1879908 w 2912392"/>
                <a:gd name="connsiteY193" fmla="*/ 82137 h 463857"/>
                <a:gd name="connsiteX194" fmla="*/ 1889652 w 2912392"/>
                <a:gd name="connsiteY194" fmla="*/ 76414 h 463857"/>
                <a:gd name="connsiteX195" fmla="*/ 1899395 w 2912392"/>
                <a:gd name="connsiteY195" fmla="*/ 70883 h 463857"/>
                <a:gd name="connsiteX196" fmla="*/ 1909124 w 2912392"/>
                <a:gd name="connsiteY196" fmla="*/ 65550 h 463857"/>
                <a:gd name="connsiteX197" fmla="*/ 1918868 w 2912392"/>
                <a:gd name="connsiteY197" fmla="*/ 60412 h 463857"/>
                <a:gd name="connsiteX198" fmla="*/ 1928612 w 2912392"/>
                <a:gd name="connsiteY198" fmla="*/ 55479 h 463857"/>
                <a:gd name="connsiteX199" fmla="*/ 1938356 w 2912392"/>
                <a:gd name="connsiteY199" fmla="*/ 50749 h 463857"/>
                <a:gd name="connsiteX200" fmla="*/ 1948085 w 2912392"/>
                <a:gd name="connsiteY200" fmla="*/ 46227 h 463857"/>
                <a:gd name="connsiteX201" fmla="*/ 1957829 w 2912392"/>
                <a:gd name="connsiteY201" fmla="*/ 41912 h 463857"/>
                <a:gd name="connsiteX202" fmla="*/ 1967573 w 2912392"/>
                <a:gd name="connsiteY202" fmla="*/ 37809 h 463857"/>
                <a:gd name="connsiteX203" fmla="*/ 1977317 w 2912392"/>
                <a:gd name="connsiteY203" fmla="*/ 33919 h 463857"/>
                <a:gd name="connsiteX204" fmla="*/ 1987046 w 2912392"/>
                <a:gd name="connsiteY204" fmla="*/ 30240 h 463857"/>
                <a:gd name="connsiteX205" fmla="*/ 1996790 w 2912392"/>
                <a:gd name="connsiteY205" fmla="*/ 26775 h 463857"/>
                <a:gd name="connsiteX206" fmla="*/ 2006534 w 2912392"/>
                <a:gd name="connsiteY206" fmla="*/ 23524 h 463857"/>
                <a:gd name="connsiteX207" fmla="*/ 2016278 w 2912392"/>
                <a:gd name="connsiteY207" fmla="*/ 20489 h 463857"/>
                <a:gd name="connsiteX208" fmla="*/ 2026022 w 2912392"/>
                <a:gd name="connsiteY208" fmla="*/ 17666 h 463857"/>
                <a:gd name="connsiteX209" fmla="*/ 2035751 w 2912392"/>
                <a:gd name="connsiteY209" fmla="*/ 15058 h 463857"/>
                <a:gd name="connsiteX210" fmla="*/ 2045495 w 2912392"/>
                <a:gd name="connsiteY210" fmla="*/ 12663 h 463857"/>
                <a:gd name="connsiteX211" fmla="*/ 2055239 w 2912392"/>
                <a:gd name="connsiteY211" fmla="*/ 10480 h 463857"/>
                <a:gd name="connsiteX212" fmla="*/ 2064983 w 2912392"/>
                <a:gd name="connsiteY212" fmla="*/ 8507 h 463857"/>
                <a:gd name="connsiteX213" fmla="*/ 2074712 w 2912392"/>
                <a:gd name="connsiteY213" fmla="*/ 6746 h 463857"/>
                <a:gd name="connsiteX214" fmla="*/ 2084456 w 2912392"/>
                <a:gd name="connsiteY214" fmla="*/ 5192 h 463857"/>
                <a:gd name="connsiteX215" fmla="*/ 2094200 w 2912392"/>
                <a:gd name="connsiteY215" fmla="*/ 3845 h 463857"/>
                <a:gd name="connsiteX216" fmla="*/ 2103944 w 2912392"/>
                <a:gd name="connsiteY216" fmla="*/ 2704 h 463857"/>
                <a:gd name="connsiteX217" fmla="*/ 2113673 w 2912392"/>
                <a:gd name="connsiteY217" fmla="*/ 1767 h 463857"/>
                <a:gd name="connsiteX218" fmla="*/ 2123417 w 2912392"/>
                <a:gd name="connsiteY218" fmla="*/ 1030 h 463857"/>
                <a:gd name="connsiteX219" fmla="*/ 2133161 w 2912392"/>
                <a:gd name="connsiteY219" fmla="*/ 490 h 463857"/>
                <a:gd name="connsiteX220" fmla="*/ 2142905 w 2912392"/>
                <a:gd name="connsiteY220" fmla="*/ 149 h 463857"/>
                <a:gd name="connsiteX221" fmla="*/ 2152649 w 2912392"/>
                <a:gd name="connsiteY221" fmla="*/ 0 h 463857"/>
                <a:gd name="connsiteX222" fmla="*/ 2162377 w 2912392"/>
                <a:gd name="connsiteY222" fmla="*/ 43 h 463857"/>
                <a:gd name="connsiteX223" fmla="*/ 2172121 w 2912392"/>
                <a:gd name="connsiteY223" fmla="*/ 276 h 463857"/>
                <a:gd name="connsiteX224" fmla="*/ 2181865 w 2912392"/>
                <a:gd name="connsiteY224" fmla="*/ 694 h 463857"/>
                <a:gd name="connsiteX225" fmla="*/ 2191609 w 2912392"/>
                <a:gd name="connsiteY225" fmla="*/ 1298 h 463857"/>
                <a:gd name="connsiteX226" fmla="*/ 2201338 w 2912392"/>
                <a:gd name="connsiteY226" fmla="*/ 2081 h 463857"/>
                <a:gd name="connsiteX227" fmla="*/ 2211082 w 2912392"/>
                <a:gd name="connsiteY227" fmla="*/ 3042 h 463857"/>
                <a:gd name="connsiteX228" fmla="*/ 2220826 w 2912392"/>
                <a:gd name="connsiteY228" fmla="*/ 4179 h 463857"/>
                <a:gd name="connsiteX229" fmla="*/ 2230570 w 2912392"/>
                <a:gd name="connsiteY229" fmla="*/ 5490 h 463857"/>
                <a:gd name="connsiteX230" fmla="*/ 2240299 w 2912392"/>
                <a:gd name="connsiteY230" fmla="*/ 6970 h 463857"/>
                <a:gd name="connsiteX231" fmla="*/ 2250043 w 2912392"/>
                <a:gd name="connsiteY231" fmla="*/ 8619 h 463857"/>
                <a:gd name="connsiteX232" fmla="*/ 2259787 w 2912392"/>
                <a:gd name="connsiteY232" fmla="*/ 10431 h 463857"/>
                <a:gd name="connsiteX233" fmla="*/ 2269531 w 2912392"/>
                <a:gd name="connsiteY233" fmla="*/ 12406 h 463857"/>
                <a:gd name="connsiteX234" fmla="*/ 2279260 w 2912392"/>
                <a:gd name="connsiteY234" fmla="*/ 14541 h 463857"/>
                <a:gd name="connsiteX235" fmla="*/ 2289004 w 2912392"/>
                <a:gd name="connsiteY235" fmla="*/ 16834 h 463857"/>
                <a:gd name="connsiteX236" fmla="*/ 2298748 w 2912392"/>
                <a:gd name="connsiteY236" fmla="*/ 19282 h 463857"/>
                <a:gd name="connsiteX237" fmla="*/ 2308492 w 2912392"/>
                <a:gd name="connsiteY237" fmla="*/ 21882 h 463857"/>
                <a:gd name="connsiteX238" fmla="*/ 2318236 w 2912392"/>
                <a:gd name="connsiteY238" fmla="*/ 24633 h 463857"/>
                <a:gd name="connsiteX239" fmla="*/ 2327965 w 2912392"/>
                <a:gd name="connsiteY239" fmla="*/ 27530 h 463857"/>
                <a:gd name="connsiteX240" fmla="*/ 2337709 w 2912392"/>
                <a:gd name="connsiteY240" fmla="*/ 30576 h 463857"/>
                <a:gd name="connsiteX241" fmla="*/ 2347453 w 2912392"/>
                <a:gd name="connsiteY241" fmla="*/ 33766 h 463857"/>
                <a:gd name="connsiteX242" fmla="*/ 2357197 w 2912392"/>
                <a:gd name="connsiteY242" fmla="*/ 37096 h 463857"/>
                <a:gd name="connsiteX243" fmla="*/ 2366926 w 2912392"/>
                <a:gd name="connsiteY243" fmla="*/ 40567 h 463857"/>
                <a:gd name="connsiteX244" fmla="*/ 2376670 w 2912392"/>
                <a:gd name="connsiteY244" fmla="*/ 44177 h 463857"/>
                <a:gd name="connsiteX245" fmla="*/ 2386413 w 2912392"/>
                <a:gd name="connsiteY245" fmla="*/ 47924 h 463857"/>
                <a:gd name="connsiteX246" fmla="*/ 2396157 w 2912392"/>
                <a:gd name="connsiteY246" fmla="*/ 51807 h 463857"/>
                <a:gd name="connsiteX247" fmla="*/ 2405886 w 2912392"/>
                <a:gd name="connsiteY247" fmla="*/ 55822 h 463857"/>
                <a:gd name="connsiteX248" fmla="*/ 2415630 w 2912392"/>
                <a:gd name="connsiteY248" fmla="*/ 59970 h 463857"/>
                <a:gd name="connsiteX249" fmla="*/ 2425374 w 2912392"/>
                <a:gd name="connsiteY249" fmla="*/ 64249 h 463857"/>
                <a:gd name="connsiteX250" fmla="*/ 2435118 w 2912392"/>
                <a:gd name="connsiteY250" fmla="*/ 68658 h 463857"/>
                <a:gd name="connsiteX251" fmla="*/ 2444862 w 2912392"/>
                <a:gd name="connsiteY251" fmla="*/ 73194 h 463857"/>
                <a:gd name="connsiteX252" fmla="*/ 2454591 w 2912392"/>
                <a:gd name="connsiteY252" fmla="*/ 77858 h 463857"/>
                <a:gd name="connsiteX253" fmla="*/ 2464335 w 2912392"/>
                <a:gd name="connsiteY253" fmla="*/ 82646 h 463857"/>
                <a:gd name="connsiteX254" fmla="*/ 2474079 w 2912392"/>
                <a:gd name="connsiteY254" fmla="*/ 87560 h 463857"/>
                <a:gd name="connsiteX255" fmla="*/ 2483823 w 2912392"/>
                <a:gd name="connsiteY255" fmla="*/ 92597 h 463857"/>
                <a:gd name="connsiteX256" fmla="*/ 2493552 w 2912392"/>
                <a:gd name="connsiteY256" fmla="*/ 97757 h 463857"/>
                <a:gd name="connsiteX257" fmla="*/ 2503296 w 2912392"/>
                <a:gd name="connsiteY257" fmla="*/ 103035 h 463857"/>
                <a:gd name="connsiteX258" fmla="*/ 2513040 w 2912392"/>
                <a:gd name="connsiteY258" fmla="*/ 108436 h 463857"/>
                <a:gd name="connsiteX259" fmla="*/ 2522784 w 2912392"/>
                <a:gd name="connsiteY259" fmla="*/ 113955 h 463857"/>
                <a:gd name="connsiteX260" fmla="*/ 2532513 w 2912392"/>
                <a:gd name="connsiteY260" fmla="*/ 119591 h 463857"/>
                <a:gd name="connsiteX261" fmla="*/ 2542257 w 2912392"/>
                <a:gd name="connsiteY261" fmla="*/ 125344 h 463857"/>
                <a:gd name="connsiteX262" fmla="*/ 2552001 w 2912392"/>
                <a:gd name="connsiteY262" fmla="*/ 131211 h 463857"/>
                <a:gd name="connsiteX263" fmla="*/ 2561745 w 2912392"/>
                <a:gd name="connsiteY263" fmla="*/ 137193 h 463857"/>
                <a:gd name="connsiteX264" fmla="*/ 2571474 w 2912392"/>
                <a:gd name="connsiteY264" fmla="*/ 143286 h 463857"/>
                <a:gd name="connsiteX265" fmla="*/ 2581218 w 2912392"/>
                <a:gd name="connsiteY265" fmla="*/ 149490 h 463857"/>
                <a:gd name="connsiteX266" fmla="*/ 2590962 w 2912392"/>
                <a:gd name="connsiteY266" fmla="*/ 155805 h 463857"/>
                <a:gd name="connsiteX267" fmla="*/ 2600705 w 2912392"/>
                <a:gd name="connsiteY267" fmla="*/ 162226 h 463857"/>
                <a:gd name="connsiteX268" fmla="*/ 2610449 w 2912392"/>
                <a:gd name="connsiteY268" fmla="*/ 168753 h 463857"/>
                <a:gd name="connsiteX269" fmla="*/ 2620178 w 2912392"/>
                <a:gd name="connsiteY269" fmla="*/ 175385 h 463857"/>
                <a:gd name="connsiteX270" fmla="*/ 2629922 w 2912392"/>
                <a:gd name="connsiteY270" fmla="*/ 182118 h 463857"/>
                <a:gd name="connsiteX271" fmla="*/ 2639666 w 2912392"/>
                <a:gd name="connsiteY271" fmla="*/ 188952 h 463857"/>
                <a:gd name="connsiteX272" fmla="*/ 2649410 w 2912392"/>
                <a:gd name="connsiteY272" fmla="*/ 195883 h 463857"/>
                <a:gd name="connsiteX273" fmla="*/ 2659139 w 2912392"/>
                <a:gd name="connsiteY273" fmla="*/ 202909 h 463857"/>
                <a:gd name="connsiteX274" fmla="*/ 2668883 w 2912392"/>
                <a:gd name="connsiteY274" fmla="*/ 210029 h 463857"/>
                <a:gd name="connsiteX275" fmla="*/ 2678627 w 2912392"/>
                <a:gd name="connsiteY275" fmla="*/ 217239 h 463857"/>
                <a:gd name="connsiteX276" fmla="*/ 2688371 w 2912392"/>
                <a:gd name="connsiteY276" fmla="*/ 224537 h 463857"/>
                <a:gd name="connsiteX277" fmla="*/ 2698100 w 2912392"/>
                <a:gd name="connsiteY277" fmla="*/ 231919 h 463857"/>
                <a:gd name="connsiteX278" fmla="*/ 2707844 w 2912392"/>
                <a:gd name="connsiteY278" fmla="*/ 239383 h 463857"/>
                <a:gd name="connsiteX279" fmla="*/ 2717588 w 2912392"/>
                <a:gd name="connsiteY279" fmla="*/ 246925 h 463857"/>
                <a:gd name="connsiteX280" fmla="*/ 2727332 w 2912392"/>
                <a:gd name="connsiteY280" fmla="*/ 254543 h 463857"/>
                <a:gd name="connsiteX281" fmla="*/ 2737076 w 2912392"/>
                <a:gd name="connsiteY281" fmla="*/ 262233 h 463857"/>
                <a:gd name="connsiteX282" fmla="*/ 2746805 w 2912392"/>
                <a:gd name="connsiteY282" fmla="*/ 269989 h 463857"/>
                <a:gd name="connsiteX283" fmla="*/ 2756549 w 2912392"/>
                <a:gd name="connsiteY283" fmla="*/ 277808 h 463857"/>
                <a:gd name="connsiteX284" fmla="*/ 2766293 w 2912392"/>
                <a:gd name="connsiteY284" fmla="*/ 285688 h 463857"/>
                <a:gd name="connsiteX285" fmla="*/ 2776037 w 2912392"/>
                <a:gd name="connsiteY285" fmla="*/ 293625 h 463857"/>
                <a:gd name="connsiteX286" fmla="*/ 2785766 w 2912392"/>
                <a:gd name="connsiteY286" fmla="*/ 301612 h 463857"/>
                <a:gd name="connsiteX287" fmla="*/ 2795510 w 2912392"/>
                <a:gd name="connsiteY287" fmla="*/ 309647 h 463857"/>
                <a:gd name="connsiteX288" fmla="*/ 2805254 w 2912392"/>
                <a:gd name="connsiteY288" fmla="*/ 317724 h 463857"/>
                <a:gd name="connsiteX289" fmla="*/ 2814998 w 2912392"/>
                <a:gd name="connsiteY289" fmla="*/ 325838 h 463857"/>
                <a:gd name="connsiteX290" fmla="*/ 2824727 w 2912392"/>
                <a:gd name="connsiteY290" fmla="*/ 333986 h 463857"/>
                <a:gd name="connsiteX291" fmla="*/ 2834471 w 2912392"/>
                <a:gd name="connsiteY291" fmla="*/ 342163 h 463857"/>
                <a:gd name="connsiteX292" fmla="*/ 2844215 w 2912392"/>
                <a:gd name="connsiteY292" fmla="*/ 350362 h 463857"/>
                <a:gd name="connsiteX293" fmla="*/ 2853958 w 2912392"/>
                <a:gd name="connsiteY293" fmla="*/ 358578 h 463857"/>
                <a:gd name="connsiteX294" fmla="*/ 2863687 w 2912392"/>
                <a:gd name="connsiteY294" fmla="*/ 366808 h 463857"/>
                <a:gd name="connsiteX295" fmla="*/ 2873431 w 2912392"/>
                <a:gd name="connsiteY295" fmla="*/ 375048 h 463857"/>
                <a:gd name="connsiteX296" fmla="*/ 2883175 w 2912392"/>
                <a:gd name="connsiteY296" fmla="*/ 383288 h 463857"/>
                <a:gd name="connsiteX297" fmla="*/ 2892919 w 2912392"/>
                <a:gd name="connsiteY297" fmla="*/ 391526 h 463857"/>
                <a:gd name="connsiteX298" fmla="*/ 2902663 w 2912392"/>
                <a:gd name="connsiteY298" fmla="*/ 399756 h 463857"/>
                <a:gd name="connsiteX299" fmla="*/ 2912392 w 2912392"/>
                <a:gd name="connsiteY299" fmla="*/ 407971 h 463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63857">
                  <a:moveTo>
                    <a:pt x="0" y="15130"/>
                  </a:moveTo>
                  <a:lnTo>
                    <a:pt x="9739" y="18262"/>
                  </a:lnTo>
                  <a:lnTo>
                    <a:pt x="19480" y="21246"/>
                  </a:lnTo>
                  <a:lnTo>
                    <a:pt x="29221" y="24084"/>
                  </a:lnTo>
                  <a:lnTo>
                    <a:pt x="38961" y="26779"/>
                  </a:lnTo>
                  <a:lnTo>
                    <a:pt x="48702" y="29333"/>
                  </a:lnTo>
                  <a:lnTo>
                    <a:pt x="58443" y="31747"/>
                  </a:lnTo>
                  <a:lnTo>
                    <a:pt x="68182" y="34023"/>
                  </a:lnTo>
                  <a:lnTo>
                    <a:pt x="77923" y="36167"/>
                  </a:lnTo>
                  <a:lnTo>
                    <a:pt x="87664" y="38180"/>
                  </a:lnTo>
                  <a:lnTo>
                    <a:pt x="97404" y="40066"/>
                  </a:lnTo>
                  <a:lnTo>
                    <a:pt x="107145" y="41830"/>
                  </a:lnTo>
                  <a:lnTo>
                    <a:pt x="116886" y="43474"/>
                  </a:lnTo>
                  <a:lnTo>
                    <a:pt x="126625" y="45001"/>
                  </a:lnTo>
                  <a:lnTo>
                    <a:pt x="136366" y="46419"/>
                  </a:lnTo>
                  <a:lnTo>
                    <a:pt x="146107" y="47729"/>
                  </a:lnTo>
                  <a:lnTo>
                    <a:pt x="155846" y="48939"/>
                  </a:lnTo>
                  <a:lnTo>
                    <a:pt x="165587" y="50050"/>
                  </a:lnTo>
                  <a:lnTo>
                    <a:pt x="175328" y="51069"/>
                  </a:lnTo>
                  <a:lnTo>
                    <a:pt x="185068" y="52002"/>
                  </a:lnTo>
                  <a:lnTo>
                    <a:pt x="194809" y="52854"/>
                  </a:lnTo>
                  <a:lnTo>
                    <a:pt x="204550" y="53629"/>
                  </a:lnTo>
                  <a:lnTo>
                    <a:pt x="214289" y="54334"/>
                  </a:lnTo>
                  <a:lnTo>
                    <a:pt x="224030" y="54973"/>
                  </a:lnTo>
                  <a:lnTo>
                    <a:pt x="233771" y="55554"/>
                  </a:lnTo>
                  <a:lnTo>
                    <a:pt x="243510" y="56081"/>
                  </a:lnTo>
                  <a:lnTo>
                    <a:pt x="253251" y="56561"/>
                  </a:lnTo>
                  <a:lnTo>
                    <a:pt x="262992" y="57002"/>
                  </a:lnTo>
                  <a:lnTo>
                    <a:pt x="272732" y="57407"/>
                  </a:lnTo>
                  <a:lnTo>
                    <a:pt x="282473" y="57784"/>
                  </a:lnTo>
                  <a:lnTo>
                    <a:pt x="292214" y="58139"/>
                  </a:lnTo>
                  <a:lnTo>
                    <a:pt x="301953" y="58479"/>
                  </a:lnTo>
                  <a:lnTo>
                    <a:pt x="311694" y="58811"/>
                  </a:lnTo>
                  <a:lnTo>
                    <a:pt x="321435" y="59140"/>
                  </a:lnTo>
                  <a:lnTo>
                    <a:pt x="331175" y="59474"/>
                  </a:lnTo>
                  <a:lnTo>
                    <a:pt x="340916" y="59819"/>
                  </a:lnTo>
                  <a:lnTo>
                    <a:pt x="350656" y="60184"/>
                  </a:lnTo>
                  <a:lnTo>
                    <a:pt x="360396" y="60575"/>
                  </a:lnTo>
                  <a:lnTo>
                    <a:pt x="370137" y="60996"/>
                  </a:lnTo>
                  <a:lnTo>
                    <a:pt x="379878" y="61458"/>
                  </a:lnTo>
                  <a:lnTo>
                    <a:pt x="389617" y="61965"/>
                  </a:lnTo>
                  <a:lnTo>
                    <a:pt x="399358" y="62527"/>
                  </a:lnTo>
                  <a:lnTo>
                    <a:pt x="409099" y="63146"/>
                  </a:lnTo>
                  <a:lnTo>
                    <a:pt x="418839" y="63835"/>
                  </a:lnTo>
                  <a:lnTo>
                    <a:pt x="428580" y="64598"/>
                  </a:lnTo>
                  <a:lnTo>
                    <a:pt x="438321" y="65441"/>
                  </a:lnTo>
                  <a:lnTo>
                    <a:pt x="448060" y="66370"/>
                  </a:lnTo>
                  <a:lnTo>
                    <a:pt x="457801" y="67396"/>
                  </a:lnTo>
                  <a:lnTo>
                    <a:pt x="467542" y="68522"/>
                  </a:lnTo>
                  <a:lnTo>
                    <a:pt x="477281" y="69756"/>
                  </a:lnTo>
                  <a:lnTo>
                    <a:pt x="487022" y="71102"/>
                  </a:lnTo>
                  <a:lnTo>
                    <a:pt x="496763" y="72570"/>
                  </a:lnTo>
                  <a:lnTo>
                    <a:pt x="506503" y="74164"/>
                  </a:lnTo>
                  <a:lnTo>
                    <a:pt x="516244" y="75890"/>
                  </a:lnTo>
                  <a:lnTo>
                    <a:pt x="525985" y="77753"/>
                  </a:lnTo>
                  <a:lnTo>
                    <a:pt x="535724" y="79760"/>
                  </a:lnTo>
                  <a:lnTo>
                    <a:pt x="545465" y="81916"/>
                  </a:lnTo>
                  <a:lnTo>
                    <a:pt x="555206" y="84225"/>
                  </a:lnTo>
                  <a:lnTo>
                    <a:pt x="564946" y="86693"/>
                  </a:lnTo>
                  <a:lnTo>
                    <a:pt x="574687" y="89322"/>
                  </a:lnTo>
                  <a:lnTo>
                    <a:pt x="584428" y="92117"/>
                  </a:lnTo>
                  <a:lnTo>
                    <a:pt x="594167" y="95085"/>
                  </a:lnTo>
                  <a:lnTo>
                    <a:pt x="603908" y="98225"/>
                  </a:lnTo>
                  <a:lnTo>
                    <a:pt x="613649" y="101541"/>
                  </a:lnTo>
                  <a:lnTo>
                    <a:pt x="623388" y="105038"/>
                  </a:lnTo>
                  <a:lnTo>
                    <a:pt x="633129" y="108715"/>
                  </a:lnTo>
                  <a:lnTo>
                    <a:pt x="642870" y="112574"/>
                  </a:lnTo>
                  <a:lnTo>
                    <a:pt x="652610" y="116619"/>
                  </a:lnTo>
                  <a:lnTo>
                    <a:pt x="662351" y="120847"/>
                  </a:lnTo>
                  <a:lnTo>
                    <a:pt x="672092" y="125262"/>
                  </a:lnTo>
                  <a:lnTo>
                    <a:pt x="681831" y="129860"/>
                  </a:lnTo>
                  <a:lnTo>
                    <a:pt x="691572" y="134642"/>
                  </a:lnTo>
                  <a:lnTo>
                    <a:pt x="701313" y="139608"/>
                  </a:lnTo>
                  <a:lnTo>
                    <a:pt x="711052" y="144754"/>
                  </a:lnTo>
                  <a:lnTo>
                    <a:pt x="720793" y="150078"/>
                  </a:lnTo>
                  <a:lnTo>
                    <a:pt x="730534" y="155578"/>
                  </a:lnTo>
                  <a:lnTo>
                    <a:pt x="740274" y="161250"/>
                  </a:lnTo>
                  <a:lnTo>
                    <a:pt x="750015" y="167089"/>
                  </a:lnTo>
                  <a:lnTo>
                    <a:pt x="759756" y="173092"/>
                  </a:lnTo>
                  <a:lnTo>
                    <a:pt x="769495" y="179253"/>
                  </a:lnTo>
                  <a:lnTo>
                    <a:pt x="779236" y="185567"/>
                  </a:lnTo>
                  <a:lnTo>
                    <a:pt x="788977" y="192026"/>
                  </a:lnTo>
                  <a:lnTo>
                    <a:pt x="798717" y="198623"/>
                  </a:lnTo>
                  <a:lnTo>
                    <a:pt x="808458" y="205351"/>
                  </a:lnTo>
                  <a:lnTo>
                    <a:pt x="818199" y="212205"/>
                  </a:lnTo>
                  <a:lnTo>
                    <a:pt x="827938" y="219173"/>
                  </a:lnTo>
                  <a:lnTo>
                    <a:pt x="837679" y="226246"/>
                  </a:lnTo>
                  <a:lnTo>
                    <a:pt x="847420" y="233416"/>
                  </a:lnTo>
                  <a:lnTo>
                    <a:pt x="857159" y="240674"/>
                  </a:lnTo>
                  <a:lnTo>
                    <a:pt x="866900" y="248007"/>
                  </a:lnTo>
                  <a:lnTo>
                    <a:pt x="876641" y="255407"/>
                  </a:lnTo>
                  <a:lnTo>
                    <a:pt x="886381" y="262860"/>
                  </a:lnTo>
                  <a:lnTo>
                    <a:pt x="896122" y="270357"/>
                  </a:lnTo>
                  <a:lnTo>
                    <a:pt x="905863" y="277884"/>
                  </a:lnTo>
                  <a:lnTo>
                    <a:pt x="915602" y="285430"/>
                  </a:lnTo>
                  <a:lnTo>
                    <a:pt x="925343" y="292981"/>
                  </a:lnTo>
                  <a:lnTo>
                    <a:pt x="935084" y="300527"/>
                  </a:lnTo>
                  <a:lnTo>
                    <a:pt x="944824" y="308053"/>
                  </a:lnTo>
                  <a:lnTo>
                    <a:pt x="954564" y="315547"/>
                  </a:lnTo>
                  <a:lnTo>
                    <a:pt x="964305" y="322995"/>
                  </a:lnTo>
                  <a:lnTo>
                    <a:pt x="974045" y="330382"/>
                  </a:lnTo>
                  <a:lnTo>
                    <a:pt x="983786" y="337699"/>
                  </a:lnTo>
                  <a:lnTo>
                    <a:pt x="993522" y="344928"/>
                  </a:lnTo>
                  <a:lnTo>
                    <a:pt x="1003266" y="352057"/>
                  </a:lnTo>
                  <a:lnTo>
                    <a:pt x="1013010" y="359073"/>
                  </a:lnTo>
                  <a:lnTo>
                    <a:pt x="1022754" y="365964"/>
                  </a:lnTo>
                  <a:lnTo>
                    <a:pt x="1032483" y="372713"/>
                  </a:lnTo>
                  <a:lnTo>
                    <a:pt x="1042227" y="379312"/>
                  </a:lnTo>
                  <a:lnTo>
                    <a:pt x="1051971" y="385742"/>
                  </a:lnTo>
                  <a:lnTo>
                    <a:pt x="1061715" y="391995"/>
                  </a:lnTo>
                  <a:lnTo>
                    <a:pt x="1071444" y="398059"/>
                  </a:lnTo>
                  <a:lnTo>
                    <a:pt x="1081188" y="403919"/>
                  </a:lnTo>
                  <a:lnTo>
                    <a:pt x="1090932" y="409563"/>
                  </a:lnTo>
                  <a:lnTo>
                    <a:pt x="1100676" y="414983"/>
                  </a:lnTo>
                  <a:lnTo>
                    <a:pt x="1110405" y="420165"/>
                  </a:lnTo>
                  <a:lnTo>
                    <a:pt x="1120149" y="425099"/>
                  </a:lnTo>
                  <a:lnTo>
                    <a:pt x="1129893" y="429776"/>
                  </a:lnTo>
                  <a:lnTo>
                    <a:pt x="1139637" y="434186"/>
                  </a:lnTo>
                  <a:lnTo>
                    <a:pt x="1149381" y="438319"/>
                  </a:lnTo>
                  <a:lnTo>
                    <a:pt x="1159110" y="442168"/>
                  </a:lnTo>
                  <a:lnTo>
                    <a:pt x="1168854" y="445724"/>
                  </a:lnTo>
                  <a:lnTo>
                    <a:pt x="1178598" y="448979"/>
                  </a:lnTo>
                  <a:lnTo>
                    <a:pt x="1188341" y="451928"/>
                  </a:lnTo>
                  <a:lnTo>
                    <a:pt x="1198070" y="454564"/>
                  </a:lnTo>
                  <a:lnTo>
                    <a:pt x="1207814" y="456880"/>
                  </a:lnTo>
                  <a:lnTo>
                    <a:pt x="1217558" y="458874"/>
                  </a:lnTo>
                  <a:lnTo>
                    <a:pt x="1227302" y="460538"/>
                  </a:lnTo>
                  <a:lnTo>
                    <a:pt x="1237031" y="461871"/>
                  </a:lnTo>
                  <a:lnTo>
                    <a:pt x="1246775" y="462871"/>
                  </a:lnTo>
                  <a:lnTo>
                    <a:pt x="1256519" y="463533"/>
                  </a:lnTo>
                  <a:lnTo>
                    <a:pt x="1266263" y="463857"/>
                  </a:lnTo>
                  <a:lnTo>
                    <a:pt x="1276007" y="463843"/>
                  </a:lnTo>
                  <a:lnTo>
                    <a:pt x="1285736" y="463488"/>
                  </a:lnTo>
                  <a:lnTo>
                    <a:pt x="1295480" y="462794"/>
                  </a:lnTo>
                  <a:lnTo>
                    <a:pt x="1305224" y="461763"/>
                  </a:lnTo>
                  <a:lnTo>
                    <a:pt x="1314968" y="460393"/>
                  </a:lnTo>
                  <a:lnTo>
                    <a:pt x="1324697" y="458692"/>
                  </a:lnTo>
                  <a:lnTo>
                    <a:pt x="1334441" y="456660"/>
                  </a:lnTo>
                  <a:lnTo>
                    <a:pt x="1344185" y="454300"/>
                  </a:lnTo>
                  <a:lnTo>
                    <a:pt x="1353929" y="451616"/>
                  </a:lnTo>
                  <a:lnTo>
                    <a:pt x="1363658" y="448616"/>
                  </a:lnTo>
                  <a:lnTo>
                    <a:pt x="1373402" y="445302"/>
                  </a:lnTo>
                  <a:lnTo>
                    <a:pt x="1383146" y="441680"/>
                  </a:lnTo>
                  <a:lnTo>
                    <a:pt x="1392890" y="437760"/>
                  </a:lnTo>
                  <a:lnTo>
                    <a:pt x="1402619" y="433546"/>
                  </a:lnTo>
                  <a:lnTo>
                    <a:pt x="1412363" y="429046"/>
                  </a:lnTo>
                  <a:lnTo>
                    <a:pt x="1422106" y="424268"/>
                  </a:lnTo>
                  <a:lnTo>
                    <a:pt x="1431850" y="419220"/>
                  </a:lnTo>
                  <a:lnTo>
                    <a:pt x="1441594" y="413912"/>
                  </a:lnTo>
                  <a:lnTo>
                    <a:pt x="1451323" y="408353"/>
                  </a:lnTo>
                  <a:lnTo>
                    <a:pt x="1461067" y="402551"/>
                  </a:lnTo>
                  <a:lnTo>
                    <a:pt x="1470811" y="396517"/>
                  </a:lnTo>
                  <a:lnTo>
                    <a:pt x="1480555" y="390262"/>
                  </a:lnTo>
                  <a:lnTo>
                    <a:pt x="1490284" y="383798"/>
                  </a:lnTo>
                  <a:lnTo>
                    <a:pt x="1500028" y="377130"/>
                  </a:lnTo>
                  <a:lnTo>
                    <a:pt x="1509772" y="370276"/>
                  </a:lnTo>
                  <a:lnTo>
                    <a:pt x="1519516" y="363243"/>
                  </a:lnTo>
                  <a:lnTo>
                    <a:pt x="1529245" y="356044"/>
                  </a:lnTo>
                  <a:lnTo>
                    <a:pt x="1538989" y="348688"/>
                  </a:lnTo>
                  <a:lnTo>
                    <a:pt x="1548733" y="341191"/>
                  </a:lnTo>
                  <a:lnTo>
                    <a:pt x="1558477" y="333563"/>
                  </a:lnTo>
                  <a:lnTo>
                    <a:pt x="1568221" y="325815"/>
                  </a:lnTo>
                  <a:lnTo>
                    <a:pt x="1577950" y="317959"/>
                  </a:lnTo>
                  <a:lnTo>
                    <a:pt x="1587694" y="310009"/>
                  </a:lnTo>
                  <a:lnTo>
                    <a:pt x="1597438" y="301976"/>
                  </a:lnTo>
                  <a:lnTo>
                    <a:pt x="1607182" y="293871"/>
                  </a:lnTo>
                  <a:lnTo>
                    <a:pt x="1616911" y="285706"/>
                  </a:lnTo>
                  <a:lnTo>
                    <a:pt x="1626655" y="277495"/>
                  </a:lnTo>
                  <a:lnTo>
                    <a:pt x="1636399" y="269248"/>
                  </a:lnTo>
                  <a:lnTo>
                    <a:pt x="1646142" y="260977"/>
                  </a:lnTo>
                  <a:lnTo>
                    <a:pt x="1655872" y="252694"/>
                  </a:lnTo>
                  <a:lnTo>
                    <a:pt x="1665616" y="244410"/>
                  </a:lnTo>
                  <a:lnTo>
                    <a:pt x="1675359" y="236137"/>
                  </a:lnTo>
                  <a:lnTo>
                    <a:pt x="1685103" y="227884"/>
                  </a:lnTo>
                  <a:lnTo>
                    <a:pt x="1694832" y="219665"/>
                  </a:lnTo>
                  <a:lnTo>
                    <a:pt x="1704576" y="211488"/>
                  </a:lnTo>
                  <a:lnTo>
                    <a:pt x="1714320" y="203365"/>
                  </a:lnTo>
                  <a:lnTo>
                    <a:pt x="1724064" y="195306"/>
                  </a:lnTo>
                  <a:lnTo>
                    <a:pt x="1733808" y="187319"/>
                  </a:lnTo>
                  <a:lnTo>
                    <a:pt x="1743537" y="179417"/>
                  </a:lnTo>
                  <a:lnTo>
                    <a:pt x="1753281" y="171607"/>
                  </a:lnTo>
                  <a:lnTo>
                    <a:pt x="1763025" y="163898"/>
                  </a:lnTo>
                  <a:lnTo>
                    <a:pt x="1772769" y="156299"/>
                  </a:lnTo>
                  <a:lnTo>
                    <a:pt x="1782498" y="148818"/>
                  </a:lnTo>
                  <a:lnTo>
                    <a:pt x="1792242" y="141464"/>
                  </a:lnTo>
                  <a:lnTo>
                    <a:pt x="1801986" y="134246"/>
                  </a:lnTo>
                  <a:lnTo>
                    <a:pt x="1811730" y="127169"/>
                  </a:lnTo>
                  <a:lnTo>
                    <a:pt x="1821459" y="120239"/>
                  </a:lnTo>
                  <a:lnTo>
                    <a:pt x="1831203" y="113466"/>
                  </a:lnTo>
                  <a:lnTo>
                    <a:pt x="1840947" y="106854"/>
                  </a:lnTo>
                  <a:lnTo>
                    <a:pt x="1850691" y="100410"/>
                  </a:lnTo>
                  <a:lnTo>
                    <a:pt x="1860435" y="94139"/>
                  </a:lnTo>
                  <a:lnTo>
                    <a:pt x="1870164" y="88046"/>
                  </a:lnTo>
                  <a:lnTo>
                    <a:pt x="1879908" y="82137"/>
                  </a:lnTo>
                  <a:lnTo>
                    <a:pt x="1889652" y="76414"/>
                  </a:lnTo>
                  <a:lnTo>
                    <a:pt x="1899395" y="70883"/>
                  </a:lnTo>
                  <a:lnTo>
                    <a:pt x="1909124" y="65550"/>
                  </a:lnTo>
                  <a:lnTo>
                    <a:pt x="1918868" y="60412"/>
                  </a:lnTo>
                  <a:lnTo>
                    <a:pt x="1928612" y="55479"/>
                  </a:lnTo>
                  <a:lnTo>
                    <a:pt x="1938356" y="50749"/>
                  </a:lnTo>
                  <a:lnTo>
                    <a:pt x="1948085" y="46227"/>
                  </a:lnTo>
                  <a:lnTo>
                    <a:pt x="1957829" y="41912"/>
                  </a:lnTo>
                  <a:lnTo>
                    <a:pt x="1967573" y="37809"/>
                  </a:lnTo>
                  <a:lnTo>
                    <a:pt x="1977317" y="33919"/>
                  </a:lnTo>
                  <a:lnTo>
                    <a:pt x="1987046" y="30240"/>
                  </a:lnTo>
                  <a:lnTo>
                    <a:pt x="1996790" y="26775"/>
                  </a:lnTo>
                  <a:lnTo>
                    <a:pt x="2006534" y="23524"/>
                  </a:lnTo>
                  <a:lnTo>
                    <a:pt x="2016278" y="20489"/>
                  </a:lnTo>
                  <a:lnTo>
                    <a:pt x="2026022" y="17666"/>
                  </a:lnTo>
                  <a:lnTo>
                    <a:pt x="2035751" y="15058"/>
                  </a:lnTo>
                  <a:lnTo>
                    <a:pt x="2045495" y="12663"/>
                  </a:lnTo>
                  <a:lnTo>
                    <a:pt x="2055239" y="10480"/>
                  </a:lnTo>
                  <a:lnTo>
                    <a:pt x="2064983" y="8507"/>
                  </a:lnTo>
                  <a:lnTo>
                    <a:pt x="2074712" y="6746"/>
                  </a:lnTo>
                  <a:lnTo>
                    <a:pt x="2084456" y="5192"/>
                  </a:lnTo>
                  <a:lnTo>
                    <a:pt x="2094200" y="3845"/>
                  </a:lnTo>
                  <a:lnTo>
                    <a:pt x="2103944" y="2704"/>
                  </a:lnTo>
                  <a:lnTo>
                    <a:pt x="2113673" y="1767"/>
                  </a:lnTo>
                  <a:lnTo>
                    <a:pt x="2123417" y="1030"/>
                  </a:lnTo>
                  <a:lnTo>
                    <a:pt x="2133161" y="490"/>
                  </a:lnTo>
                  <a:lnTo>
                    <a:pt x="2142905" y="149"/>
                  </a:lnTo>
                  <a:lnTo>
                    <a:pt x="2152649" y="0"/>
                  </a:lnTo>
                  <a:lnTo>
                    <a:pt x="2162377" y="43"/>
                  </a:lnTo>
                  <a:lnTo>
                    <a:pt x="2172121" y="276"/>
                  </a:lnTo>
                  <a:lnTo>
                    <a:pt x="2181865" y="694"/>
                  </a:lnTo>
                  <a:lnTo>
                    <a:pt x="2191609" y="1298"/>
                  </a:lnTo>
                  <a:lnTo>
                    <a:pt x="2201338" y="2081"/>
                  </a:lnTo>
                  <a:lnTo>
                    <a:pt x="2211082" y="3042"/>
                  </a:lnTo>
                  <a:lnTo>
                    <a:pt x="2220826" y="4179"/>
                  </a:lnTo>
                  <a:lnTo>
                    <a:pt x="2230570" y="5490"/>
                  </a:lnTo>
                  <a:lnTo>
                    <a:pt x="2240299" y="6970"/>
                  </a:lnTo>
                  <a:lnTo>
                    <a:pt x="2250043" y="8619"/>
                  </a:lnTo>
                  <a:lnTo>
                    <a:pt x="2259787" y="10431"/>
                  </a:lnTo>
                  <a:lnTo>
                    <a:pt x="2269531" y="12406"/>
                  </a:lnTo>
                  <a:lnTo>
                    <a:pt x="2279260" y="14541"/>
                  </a:lnTo>
                  <a:lnTo>
                    <a:pt x="2289004" y="16834"/>
                  </a:lnTo>
                  <a:lnTo>
                    <a:pt x="2298748" y="19282"/>
                  </a:lnTo>
                  <a:lnTo>
                    <a:pt x="2308492" y="21882"/>
                  </a:lnTo>
                  <a:lnTo>
                    <a:pt x="2318236" y="24633"/>
                  </a:lnTo>
                  <a:lnTo>
                    <a:pt x="2327965" y="27530"/>
                  </a:lnTo>
                  <a:lnTo>
                    <a:pt x="2337709" y="30576"/>
                  </a:lnTo>
                  <a:lnTo>
                    <a:pt x="2347453" y="33766"/>
                  </a:lnTo>
                  <a:lnTo>
                    <a:pt x="2357197" y="37096"/>
                  </a:lnTo>
                  <a:lnTo>
                    <a:pt x="2366926" y="40567"/>
                  </a:lnTo>
                  <a:lnTo>
                    <a:pt x="2376670" y="44177"/>
                  </a:lnTo>
                  <a:lnTo>
                    <a:pt x="2386413" y="47924"/>
                  </a:lnTo>
                  <a:lnTo>
                    <a:pt x="2396157" y="51807"/>
                  </a:lnTo>
                  <a:lnTo>
                    <a:pt x="2405886" y="55822"/>
                  </a:lnTo>
                  <a:lnTo>
                    <a:pt x="2415630" y="59970"/>
                  </a:lnTo>
                  <a:lnTo>
                    <a:pt x="2425374" y="64249"/>
                  </a:lnTo>
                  <a:lnTo>
                    <a:pt x="2435118" y="68658"/>
                  </a:lnTo>
                  <a:lnTo>
                    <a:pt x="2444862" y="73194"/>
                  </a:lnTo>
                  <a:lnTo>
                    <a:pt x="2454591" y="77858"/>
                  </a:lnTo>
                  <a:lnTo>
                    <a:pt x="2464335" y="82646"/>
                  </a:lnTo>
                  <a:lnTo>
                    <a:pt x="2474079" y="87560"/>
                  </a:lnTo>
                  <a:lnTo>
                    <a:pt x="2483823" y="92597"/>
                  </a:lnTo>
                  <a:lnTo>
                    <a:pt x="2493552" y="97757"/>
                  </a:lnTo>
                  <a:lnTo>
                    <a:pt x="2503296" y="103035"/>
                  </a:lnTo>
                  <a:lnTo>
                    <a:pt x="2513040" y="108436"/>
                  </a:lnTo>
                  <a:lnTo>
                    <a:pt x="2522784" y="113955"/>
                  </a:lnTo>
                  <a:lnTo>
                    <a:pt x="2532513" y="119591"/>
                  </a:lnTo>
                  <a:lnTo>
                    <a:pt x="2542257" y="125344"/>
                  </a:lnTo>
                  <a:lnTo>
                    <a:pt x="2552001" y="131211"/>
                  </a:lnTo>
                  <a:lnTo>
                    <a:pt x="2561745" y="137193"/>
                  </a:lnTo>
                  <a:lnTo>
                    <a:pt x="2571474" y="143286"/>
                  </a:lnTo>
                  <a:lnTo>
                    <a:pt x="2581218" y="149490"/>
                  </a:lnTo>
                  <a:lnTo>
                    <a:pt x="2590962" y="155805"/>
                  </a:lnTo>
                  <a:lnTo>
                    <a:pt x="2600705" y="162226"/>
                  </a:lnTo>
                  <a:lnTo>
                    <a:pt x="2610449" y="168753"/>
                  </a:lnTo>
                  <a:lnTo>
                    <a:pt x="2620178" y="175385"/>
                  </a:lnTo>
                  <a:lnTo>
                    <a:pt x="2629922" y="182118"/>
                  </a:lnTo>
                  <a:lnTo>
                    <a:pt x="2639666" y="188952"/>
                  </a:lnTo>
                  <a:lnTo>
                    <a:pt x="2649410" y="195883"/>
                  </a:lnTo>
                  <a:lnTo>
                    <a:pt x="2659139" y="202909"/>
                  </a:lnTo>
                  <a:lnTo>
                    <a:pt x="2668883" y="210029"/>
                  </a:lnTo>
                  <a:lnTo>
                    <a:pt x="2678627" y="217239"/>
                  </a:lnTo>
                  <a:lnTo>
                    <a:pt x="2688371" y="224537"/>
                  </a:lnTo>
                  <a:lnTo>
                    <a:pt x="2698100" y="231919"/>
                  </a:lnTo>
                  <a:lnTo>
                    <a:pt x="2707844" y="239383"/>
                  </a:lnTo>
                  <a:lnTo>
                    <a:pt x="2717588" y="246925"/>
                  </a:lnTo>
                  <a:lnTo>
                    <a:pt x="2727332" y="254543"/>
                  </a:lnTo>
                  <a:lnTo>
                    <a:pt x="2737076" y="262233"/>
                  </a:lnTo>
                  <a:lnTo>
                    <a:pt x="2746805" y="269989"/>
                  </a:lnTo>
                  <a:lnTo>
                    <a:pt x="2756549" y="277808"/>
                  </a:lnTo>
                  <a:lnTo>
                    <a:pt x="2766293" y="285688"/>
                  </a:lnTo>
                  <a:lnTo>
                    <a:pt x="2776037" y="293625"/>
                  </a:lnTo>
                  <a:lnTo>
                    <a:pt x="2785766" y="301612"/>
                  </a:lnTo>
                  <a:lnTo>
                    <a:pt x="2795510" y="309647"/>
                  </a:lnTo>
                  <a:lnTo>
                    <a:pt x="2805254" y="317724"/>
                  </a:lnTo>
                  <a:lnTo>
                    <a:pt x="2814998" y="325838"/>
                  </a:lnTo>
                  <a:lnTo>
                    <a:pt x="2824727" y="333986"/>
                  </a:lnTo>
                  <a:lnTo>
                    <a:pt x="2834471" y="342163"/>
                  </a:lnTo>
                  <a:lnTo>
                    <a:pt x="2844215" y="350362"/>
                  </a:lnTo>
                  <a:lnTo>
                    <a:pt x="2853958" y="358578"/>
                  </a:lnTo>
                  <a:lnTo>
                    <a:pt x="2863687" y="366808"/>
                  </a:lnTo>
                  <a:lnTo>
                    <a:pt x="2873431" y="375048"/>
                  </a:lnTo>
                  <a:lnTo>
                    <a:pt x="2883175" y="383288"/>
                  </a:lnTo>
                  <a:lnTo>
                    <a:pt x="2892919" y="391526"/>
                  </a:lnTo>
                  <a:lnTo>
                    <a:pt x="2902663" y="399756"/>
                  </a:lnTo>
                  <a:lnTo>
                    <a:pt x="2912392" y="40797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4" name="Freeform 813">
              <a:extLst>
                <a:ext uri="{FF2B5EF4-FFF2-40B4-BE49-F238E27FC236}">
                  <a16:creationId xmlns:a16="http://schemas.microsoft.com/office/drawing/2014/main" id="{04368C65-80CC-9BAD-4B18-2D36F3846455}"/>
                </a:ext>
              </a:extLst>
            </p:cNvPr>
            <p:cNvSpPr/>
            <p:nvPr/>
          </p:nvSpPr>
          <p:spPr>
            <a:xfrm>
              <a:off x="576446" y="3581123"/>
              <a:ext cx="2912392" cy="397764"/>
            </a:xfrm>
            <a:custGeom>
              <a:avLst/>
              <a:gdLst>
                <a:gd name="connsiteX0" fmla="*/ 0 w 2912392"/>
                <a:gd name="connsiteY0" fmla="*/ 344268 h 397764"/>
                <a:gd name="connsiteX1" fmla="*/ 9739 w 2912392"/>
                <a:gd name="connsiteY1" fmla="*/ 348952 h 397764"/>
                <a:gd name="connsiteX2" fmla="*/ 19480 w 2912392"/>
                <a:gd name="connsiteY2" fmla="*/ 353410 h 397764"/>
                <a:gd name="connsiteX3" fmla="*/ 29221 w 2912392"/>
                <a:gd name="connsiteY3" fmla="*/ 357641 h 397764"/>
                <a:gd name="connsiteX4" fmla="*/ 38961 w 2912392"/>
                <a:gd name="connsiteY4" fmla="*/ 361649 h 397764"/>
                <a:gd name="connsiteX5" fmla="*/ 48702 w 2912392"/>
                <a:gd name="connsiteY5" fmla="*/ 365432 h 397764"/>
                <a:gd name="connsiteX6" fmla="*/ 58443 w 2912392"/>
                <a:gd name="connsiteY6" fmla="*/ 368994 h 397764"/>
                <a:gd name="connsiteX7" fmla="*/ 68182 w 2912392"/>
                <a:gd name="connsiteY7" fmla="*/ 372337 h 397764"/>
                <a:gd name="connsiteX8" fmla="*/ 77923 w 2912392"/>
                <a:gd name="connsiteY8" fmla="*/ 375463 h 397764"/>
                <a:gd name="connsiteX9" fmla="*/ 87664 w 2912392"/>
                <a:gd name="connsiteY9" fmla="*/ 378374 h 397764"/>
                <a:gd name="connsiteX10" fmla="*/ 97404 w 2912392"/>
                <a:gd name="connsiteY10" fmla="*/ 381073 h 397764"/>
                <a:gd name="connsiteX11" fmla="*/ 107145 w 2912392"/>
                <a:gd name="connsiteY11" fmla="*/ 383558 h 397764"/>
                <a:gd name="connsiteX12" fmla="*/ 116886 w 2912392"/>
                <a:gd name="connsiteY12" fmla="*/ 385836 h 397764"/>
                <a:gd name="connsiteX13" fmla="*/ 126625 w 2912392"/>
                <a:gd name="connsiteY13" fmla="*/ 387908 h 397764"/>
                <a:gd name="connsiteX14" fmla="*/ 136366 w 2912392"/>
                <a:gd name="connsiteY14" fmla="*/ 389777 h 397764"/>
                <a:gd name="connsiteX15" fmla="*/ 146107 w 2912392"/>
                <a:gd name="connsiteY15" fmla="*/ 391442 h 397764"/>
                <a:gd name="connsiteX16" fmla="*/ 155846 w 2912392"/>
                <a:gd name="connsiteY16" fmla="*/ 392908 h 397764"/>
                <a:gd name="connsiteX17" fmla="*/ 165587 w 2912392"/>
                <a:gd name="connsiteY17" fmla="*/ 394178 h 397764"/>
                <a:gd name="connsiteX18" fmla="*/ 175328 w 2912392"/>
                <a:gd name="connsiteY18" fmla="*/ 395251 h 397764"/>
                <a:gd name="connsiteX19" fmla="*/ 185068 w 2912392"/>
                <a:gd name="connsiteY19" fmla="*/ 396133 h 397764"/>
                <a:gd name="connsiteX20" fmla="*/ 194809 w 2912392"/>
                <a:gd name="connsiteY20" fmla="*/ 396821 h 397764"/>
                <a:gd name="connsiteX21" fmla="*/ 204550 w 2912392"/>
                <a:gd name="connsiteY21" fmla="*/ 397323 h 397764"/>
                <a:gd name="connsiteX22" fmla="*/ 214289 w 2912392"/>
                <a:gd name="connsiteY22" fmla="*/ 397636 h 397764"/>
                <a:gd name="connsiteX23" fmla="*/ 224030 w 2912392"/>
                <a:gd name="connsiteY23" fmla="*/ 397764 h 397764"/>
                <a:gd name="connsiteX24" fmla="*/ 233771 w 2912392"/>
                <a:gd name="connsiteY24" fmla="*/ 397709 h 397764"/>
                <a:gd name="connsiteX25" fmla="*/ 243510 w 2912392"/>
                <a:gd name="connsiteY25" fmla="*/ 397472 h 397764"/>
                <a:gd name="connsiteX26" fmla="*/ 253251 w 2912392"/>
                <a:gd name="connsiteY26" fmla="*/ 397055 h 397764"/>
                <a:gd name="connsiteX27" fmla="*/ 262992 w 2912392"/>
                <a:gd name="connsiteY27" fmla="*/ 396459 h 397764"/>
                <a:gd name="connsiteX28" fmla="*/ 272732 w 2912392"/>
                <a:gd name="connsiteY28" fmla="*/ 395684 h 397764"/>
                <a:gd name="connsiteX29" fmla="*/ 282473 w 2912392"/>
                <a:gd name="connsiteY29" fmla="*/ 394735 h 397764"/>
                <a:gd name="connsiteX30" fmla="*/ 292214 w 2912392"/>
                <a:gd name="connsiteY30" fmla="*/ 393610 h 397764"/>
                <a:gd name="connsiteX31" fmla="*/ 301953 w 2912392"/>
                <a:gd name="connsiteY31" fmla="*/ 392313 h 397764"/>
                <a:gd name="connsiteX32" fmla="*/ 311694 w 2912392"/>
                <a:gd name="connsiteY32" fmla="*/ 390843 h 397764"/>
                <a:gd name="connsiteX33" fmla="*/ 321435 w 2912392"/>
                <a:gd name="connsiteY33" fmla="*/ 389202 h 397764"/>
                <a:gd name="connsiteX34" fmla="*/ 331175 w 2912392"/>
                <a:gd name="connsiteY34" fmla="*/ 387390 h 397764"/>
                <a:gd name="connsiteX35" fmla="*/ 340916 w 2912392"/>
                <a:gd name="connsiteY35" fmla="*/ 385410 h 397764"/>
                <a:gd name="connsiteX36" fmla="*/ 350656 w 2912392"/>
                <a:gd name="connsiteY36" fmla="*/ 383263 h 397764"/>
                <a:gd name="connsiteX37" fmla="*/ 360396 w 2912392"/>
                <a:gd name="connsiteY37" fmla="*/ 380948 h 397764"/>
                <a:gd name="connsiteX38" fmla="*/ 370137 w 2912392"/>
                <a:gd name="connsiteY38" fmla="*/ 378467 h 397764"/>
                <a:gd name="connsiteX39" fmla="*/ 379878 w 2912392"/>
                <a:gd name="connsiteY39" fmla="*/ 375822 h 397764"/>
                <a:gd name="connsiteX40" fmla="*/ 389617 w 2912392"/>
                <a:gd name="connsiteY40" fmla="*/ 373014 h 397764"/>
                <a:gd name="connsiteX41" fmla="*/ 399358 w 2912392"/>
                <a:gd name="connsiteY41" fmla="*/ 370043 h 397764"/>
                <a:gd name="connsiteX42" fmla="*/ 409099 w 2912392"/>
                <a:gd name="connsiteY42" fmla="*/ 366913 h 397764"/>
                <a:gd name="connsiteX43" fmla="*/ 418839 w 2912392"/>
                <a:gd name="connsiteY43" fmla="*/ 363622 h 397764"/>
                <a:gd name="connsiteX44" fmla="*/ 428580 w 2912392"/>
                <a:gd name="connsiteY44" fmla="*/ 360174 h 397764"/>
                <a:gd name="connsiteX45" fmla="*/ 438321 w 2912392"/>
                <a:gd name="connsiteY45" fmla="*/ 356568 h 397764"/>
                <a:gd name="connsiteX46" fmla="*/ 448060 w 2912392"/>
                <a:gd name="connsiteY46" fmla="*/ 352809 h 397764"/>
                <a:gd name="connsiteX47" fmla="*/ 457801 w 2912392"/>
                <a:gd name="connsiteY47" fmla="*/ 348897 h 397764"/>
                <a:gd name="connsiteX48" fmla="*/ 467542 w 2912392"/>
                <a:gd name="connsiteY48" fmla="*/ 344832 h 397764"/>
                <a:gd name="connsiteX49" fmla="*/ 477281 w 2912392"/>
                <a:gd name="connsiteY49" fmla="*/ 340621 h 397764"/>
                <a:gd name="connsiteX50" fmla="*/ 487022 w 2912392"/>
                <a:gd name="connsiteY50" fmla="*/ 336263 h 397764"/>
                <a:gd name="connsiteX51" fmla="*/ 496763 w 2912392"/>
                <a:gd name="connsiteY51" fmla="*/ 331760 h 397764"/>
                <a:gd name="connsiteX52" fmla="*/ 506503 w 2912392"/>
                <a:gd name="connsiteY52" fmla="*/ 327118 h 397764"/>
                <a:gd name="connsiteX53" fmla="*/ 516244 w 2912392"/>
                <a:gd name="connsiteY53" fmla="*/ 322335 h 397764"/>
                <a:gd name="connsiteX54" fmla="*/ 525985 w 2912392"/>
                <a:gd name="connsiteY54" fmla="*/ 317418 h 397764"/>
                <a:gd name="connsiteX55" fmla="*/ 535724 w 2912392"/>
                <a:gd name="connsiteY55" fmla="*/ 312371 h 397764"/>
                <a:gd name="connsiteX56" fmla="*/ 545465 w 2912392"/>
                <a:gd name="connsiteY56" fmla="*/ 307193 h 397764"/>
                <a:gd name="connsiteX57" fmla="*/ 555206 w 2912392"/>
                <a:gd name="connsiteY57" fmla="*/ 301892 h 397764"/>
                <a:gd name="connsiteX58" fmla="*/ 564946 w 2912392"/>
                <a:gd name="connsiteY58" fmla="*/ 296470 h 397764"/>
                <a:gd name="connsiteX59" fmla="*/ 574687 w 2912392"/>
                <a:gd name="connsiteY59" fmla="*/ 290932 h 397764"/>
                <a:gd name="connsiteX60" fmla="*/ 584428 w 2912392"/>
                <a:gd name="connsiteY60" fmla="*/ 285283 h 397764"/>
                <a:gd name="connsiteX61" fmla="*/ 594167 w 2912392"/>
                <a:gd name="connsiteY61" fmla="*/ 279526 h 397764"/>
                <a:gd name="connsiteX62" fmla="*/ 603908 w 2912392"/>
                <a:gd name="connsiteY62" fmla="*/ 273667 h 397764"/>
                <a:gd name="connsiteX63" fmla="*/ 613649 w 2912392"/>
                <a:gd name="connsiteY63" fmla="*/ 267712 h 397764"/>
                <a:gd name="connsiteX64" fmla="*/ 623388 w 2912392"/>
                <a:gd name="connsiteY64" fmla="*/ 261666 h 397764"/>
                <a:gd name="connsiteX65" fmla="*/ 633129 w 2912392"/>
                <a:gd name="connsiteY65" fmla="*/ 255535 h 397764"/>
                <a:gd name="connsiteX66" fmla="*/ 642870 w 2912392"/>
                <a:gd name="connsiteY66" fmla="*/ 249324 h 397764"/>
                <a:gd name="connsiteX67" fmla="*/ 652610 w 2912392"/>
                <a:gd name="connsiteY67" fmla="*/ 243041 h 397764"/>
                <a:gd name="connsiteX68" fmla="*/ 662351 w 2912392"/>
                <a:gd name="connsiteY68" fmla="*/ 236690 h 397764"/>
                <a:gd name="connsiteX69" fmla="*/ 672092 w 2912392"/>
                <a:gd name="connsiteY69" fmla="*/ 230279 h 397764"/>
                <a:gd name="connsiteX70" fmla="*/ 681831 w 2912392"/>
                <a:gd name="connsiteY70" fmla="*/ 223814 h 397764"/>
                <a:gd name="connsiteX71" fmla="*/ 691572 w 2912392"/>
                <a:gd name="connsiteY71" fmla="*/ 217303 h 397764"/>
                <a:gd name="connsiteX72" fmla="*/ 701313 w 2912392"/>
                <a:gd name="connsiteY72" fmla="*/ 210753 h 397764"/>
                <a:gd name="connsiteX73" fmla="*/ 711052 w 2912392"/>
                <a:gd name="connsiteY73" fmla="*/ 204173 h 397764"/>
                <a:gd name="connsiteX74" fmla="*/ 720793 w 2912392"/>
                <a:gd name="connsiteY74" fmla="*/ 197568 h 397764"/>
                <a:gd name="connsiteX75" fmla="*/ 730534 w 2912392"/>
                <a:gd name="connsiteY75" fmla="*/ 190945 h 397764"/>
                <a:gd name="connsiteX76" fmla="*/ 740274 w 2912392"/>
                <a:gd name="connsiteY76" fmla="*/ 184315 h 397764"/>
                <a:gd name="connsiteX77" fmla="*/ 750015 w 2912392"/>
                <a:gd name="connsiteY77" fmla="*/ 177685 h 397764"/>
                <a:gd name="connsiteX78" fmla="*/ 759756 w 2912392"/>
                <a:gd name="connsiteY78" fmla="*/ 171063 h 397764"/>
                <a:gd name="connsiteX79" fmla="*/ 769495 w 2912392"/>
                <a:gd name="connsiteY79" fmla="*/ 164455 h 397764"/>
                <a:gd name="connsiteX80" fmla="*/ 779236 w 2912392"/>
                <a:gd name="connsiteY80" fmla="*/ 157873 h 397764"/>
                <a:gd name="connsiteX81" fmla="*/ 788977 w 2912392"/>
                <a:gd name="connsiteY81" fmla="*/ 151323 h 397764"/>
                <a:gd name="connsiteX82" fmla="*/ 798717 w 2912392"/>
                <a:gd name="connsiteY82" fmla="*/ 144812 h 397764"/>
                <a:gd name="connsiteX83" fmla="*/ 808458 w 2912392"/>
                <a:gd name="connsiteY83" fmla="*/ 138352 h 397764"/>
                <a:gd name="connsiteX84" fmla="*/ 818199 w 2912392"/>
                <a:gd name="connsiteY84" fmla="*/ 131950 h 397764"/>
                <a:gd name="connsiteX85" fmla="*/ 827938 w 2912392"/>
                <a:gd name="connsiteY85" fmla="*/ 125613 h 397764"/>
                <a:gd name="connsiteX86" fmla="*/ 837679 w 2912392"/>
                <a:gd name="connsiteY86" fmla="*/ 119351 h 397764"/>
                <a:gd name="connsiteX87" fmla="*/ 847420 w 2912392"/>
                <a:gd name="connsiteY87" fmla="*/ 113173 h 397764"/>
                <a:gd name="connsiteX88" fmla="*/ 857159 w 2912392"/>
                <a:gd name="connsiteY88" fmla="*/ 107085 h 397764"/>
                <a:gd name="connsiteX89" fmla="*/ 866900 w 2912392"/>
                <a:gd name="connsiteY89" fmla="*/ 101096 h 397764"/>
                <a:gd name="connsiteX90" fmla="*/ 876641 w 2912392"/>
                <a:gd name="connsiteY90" fmla="*/ 95215 h 397764"/>
                <a:gd name="connsiteX91" fmla="*/ 886381 w 2912392"/>
                <a:gd name="connsiteY91" fmla="*/ 89447 h 397764"/>
                <a:gd name="connsiteX92" fmla="*/ 896122 w 2912392"/>
                <a:gd name="connsiteY92" fmla="*/ 83805 h 397764"/>
                <a:gd name="connsiteX93" fmla="*/ 905863 w 2912392"/>
                <a:gd name="connsiteY93" fmla="*/ 78293 h 397764"/>
                <a:gd name="connsiteX94" fmla="*/ 915602 w 2912392"/>
                <a:gd name="connsiteY94" fmla="*/ 72919 h 397764"/>
                <a:gd name="connsiteX95" fmla="*/ 925343 w 2912392"/>
                <a:gd name="connsiteY95" fmla="*/ 67691 h 397764"/>
                <a:gd name="connsiteX96" fmla="*/ 935084 w 2912392"/>
                <a:gd name="connsiteY96" fmla="*/ 62614 h 397764"/>
                <a:gd name="connsiteX97" fmla="*/ 944824 w 2912392"/>
                <a:gd name="connsiteY97" fmla="*/ 57699 h 397764"/>
                <a:gd name="connsiteX98" fmla="*/ 954564 w 2912392"/>
                <a:gd name="connsiteY98" fmla="*/ 52949 h 397764"/>
                <a:gd name="connsiteX99" fmla="*/ 964305 w 2912392"/>
                <a:gd name="connsiteY99" fmla="*/ 48371 h 397764"/>
                <a:gd name="connsiteX100" fmla="*/ 974045 w 2912392"/>
                <a:gd name="connsiteY100" fmla="*/ 43973 h 397764"/>
                <a:gd name="connsiteX101" fmla="*/ 983786 w 2912392"/>
                <a:gd name="connsiteY101" fmla="*/ 39758 h 397764"/>
                <a:gd name="connsiteX102" fmla="*/ 993522 w 2912392"/>
                <a:gd name="connsiteY102" fmla="*/ 35734 h 397764"/>
                <a:gd name="connsiteX103" fmla="*/ 1003266 w 2912392"/>
                <a:gd name="connsiteY103" fmla="*/ 31905 h 397764"/>
                <a:gd name="connsiteX104" fmla="*/ 1013010 w 2912392"/>
                <a:gd name="connsiteY104" fmla="*/ 28277 h 397764"/>
                <a:gd name="connsiteX105" fmla="*/ 1022754 w 2912392"/>
                <a:gd name="connsiteY105" fmla="*/ 24851 h 397764"/>
                <a:gd name="connsiteX106" fmla="*/ 1032483 w 2912392"/>
                <a:gd name="connsiteY106" fmla="*/ 21636 h 397764"/>
                <a:gd name="connsiteX107" fmla="*/ 1042227 w 2912392"/>
                <a:gd name="connsiteY107" fmla="*/ 18634 h 397764"/>
                <a:gd name="connsiteX108" fmla="*/ 1051971 w 2912392"/>
                <a:gd name="connsiteY108" fmla="*/ 15848 h 397764"/>
                <a:gd name="connsiteX109" fmla="*/ 1061715 w 2912392"/>
                <a:gd name="connsiteY109" fmla="*/ 13281 h 397764"/>
                <a:gd name="connsiteX110" fmla="*/ 1071444 w 2912392"/>
                <a:gd name="connsiteY110" fmla="*/ 10934 h 397764"/>
                <a:gd name="connsiteX111" fmla="*/ 1081188 w 2912392"/>
                <a:gd name="connsiteY111" fmla="*/ 8814 h 397764"/>
                <a:gd name="connsiteX112" fmla="*/ 1090932 w 2912392"/>
                <a:gd name="connsiteY112" fmla="*/ 6919 h 397764"/>
                <a:gd name="connsiteX113" fmla="*/ 1100676 w 2912392"/>
                <a:gd name="connsiteY113" fmla="*/ 5252 h 397764"/>
                <a:gd name="connsiteX114" fmla="*/ 1110405 w 2912392"/>
                <a:gd name="connsiteY114" fmla="*/ 3814 h 397764"/>
                <a:gd name="connsiteX115" fmla="*/ 1120149 w 2912392"/>
                <a:gd name="connsiteY115" fmla="*/ 2606 h 397764"/>
                <a:gd name="connsiteX116" fmla="*/ 1129893 w 2912392"/>
                <a:gd name="connsiteY116" fmla="*/ 1627 h 397764"/>
                <a:gd name="connsiteX117" fmla="*/ 1139637 w 2912392"/>
                <a:gd name="connsiteY117" fmla="*/ 878 h 397764"/>
                <a:gd name="connsiteX118" fmla="*/ 1149381 w 2912392"/>
                <a:gd name="connsiteY118" fmla="*/ 358 h 397764"/>
                <a:gd name="connsiteX119" fmla="*/ 1159110 w 2912392"/>
                <a:gd name="connsiteY119" fmla="*/ 66 h 397764"/>
                <a:gd name="connsiteX120" fmla="*/ 1168854 w 2912392"/>
                <a:gd name="connsiteY120" fmla="*/ 0 h 397764"/>
                <a:gd name="connsiteX121" fmla="*/ 1178598 w 2912392"/>
                <a:gd name="connsiteY121" fmla="*/ 161 h 397764"/>
                <a:gd name="connsiteX122" fmla="*/ 1188341 w 2912392"/>
                <a:gd name="connsiteY122" fmla="*/ 544 h 397764"/>
                <a:gd name="connsiteX123" fmla="*/ 1198070 w 2912392"/>
                <a:gd name="connsiteY123" fmla="*/ 1147 h 397764"/>
                <a:gd name="connsiteX124" fmla="*/ 1207814 w 2912392"/>
                <a:gd name="connsiteY124" fmla="*/ 1967 h 397764"/>
                <a:gd name="connsiteX125" fmla="*/ 1217558 w 2912392"/>
                <a:gd name="connsiteY125" fmla="*/ 3002 h 397764"/>
                <a:gd name="connsiteX126" fmla="*/ 1227302 w 2912392"/>
                <a:gd name="connsiteY126" fmla="*/ 4246 h 397764"/>
                <a:gd name="connsiteX127" fmla="*/ 1237031 w 2912392"/>
                <a:gd name="connsiteY127" fmla="*/ 5697 h 397764"/>
                <a:gd name="connsiteX128" fmla="*/ 1246775 w 2912392"/>
                <a:gd name="connsiteY128" fmla="*/ 7350 h 397764"/>
                <a:gd name="connsiteX129" fmla="*/ 1256519 w 2912392"/>
                <a:gd name="connsiteY129" fmla="*/ 9199 h 397764"/>
                <a:gd name="connsiteX130" fmla="*/ 1266263 w 2912392"/>
                <a:gd name="connsiteY130" fmla="*/ 11240 h 397764"/>
                <a:gd name="connsiteX131" fmla="*/ 1276007 w 2912392"/>
                <a:gd name="connsiteY131" fmla="*/ 13467 h 397764"/>
                <a:gd name="connsiteX132" fmla="*/ 1285736 w 2912392"/>
                <a:gd name="connsiteY132" fmla="*/ 15873 h 397764"/>
                <a:gd name="connsiteX133" fmla="*/ 1295480 w 2912392"/>
                <a:gd name="connsiteY133" fmla="*/ 18455 h 397764"/>
                <a:gd name="connsiteX134" fmla="*/ 1305224 w 2912392"/>
                <a:gd name="connsiteY134" fmla="*/ 21204 h 397764"/>
                <a:gd name="connsiteX135" fmla="*/ 1314968 w 2912392"/>
                <a:gd name="connsiteY135" fmla="*/ 24114 h 397764"/>
                <a:gd name="connsiteX136" fmla="*/ 1324697 w 2912392"/>
                <a:gd name="connsiteY136" fmla="*/ 27179 h 397764"/>
                <a:gd name="connsiteX137" fmla="*/ 1334441 w 2912392"/>
                <a:gd name="connsiteY137" fmla="*/ 30391 h 397764"/>
                <a:gd name="connsiteX138" fmla="*/ 1344185 w 2912392"/>
                <a:gd name="connsiteY138" fmla="*/ 33743 h 397764"/>
                <a:gd name="connsiteX139" fmla="*/ 1353929 w 2912392"/>
                <a:gd name="connsiteY139" fmla="*/ 37227 h 397764"/>
                <a:gd name="connsiteX140" fmla="*/ 1363658 w 2912392"/>
                <a:gd name="connsiteY140" fmla="*/ 40835 h 397764"/>
                <a:gd name="connsiteX141" fmla="*/ 1373402 w 2912392"/>
                <a:gd name="connsiteY141" fmla="*/ 44560 h 397764"/>
                <a:gd name="connsiteX142" fmla="*/ 1383146 w 2912392"/>
                <a:gd name="connsiteY142" fmla="*/ 48395 h 397764"/>
                <a:gd name="connsiteX143" fmla="*/ 1392890 w 2912392"/>
                <a:gd name="connsiteY143" fmla="*/ 52330 h 397764"/>
                <a:gd name="connsiteX144" fmla="*/ 1402619 w 2912392"/>
                <a:gd name="connsiteY144" fmla="*/ 56357 h 397764"/>
                <a:gd name="connsiteX145" fmla="*/ 1412363 w 2912392"/>
                <a:gd name="connsiteY145" fmla="*/ 60469 h 397764"/>
                <a:gd name="connsiteX146" fmla="*/ 1422106 w 2912392"/>
                <a:gd name="connsiteY146" fmla="*/ 64657 h 397764"/>
                <a:gd name="connsiteX147" fmla="*/ 1431850 w 2912392"/>
                <a:gd name="connsiteY147" fmla="*/ 68912 h 397764"/>
                <a:gd name="connsiteX148" fmla="*/ 1441594 w 2912392"/>
                <a:gd name="connsiteY148" fmla="*/ 73228 h 397764"/>
                <a:gd name="connsiteX149" fmla="*/ 1451323 w 2912392"/>
                <a:gd name="connsiteY149" fmla="*/ 77595 h 397764"/>
                <a:gd name="connsiteX150" fmla="*/ 1461067 w 2912392"/>
                <a:gd name="connsiteY150" fmla="*/ 82005 h 397764"/>
                <a:gd name="connsiteX151" fmla="*/ 1470811 w 2912392"/>
                <a:gd name="connsiteY151" fmla="*/ 86451 h 397764"/>
                <a:gd name="connsiteX152" fmla="*/ 1480555 w 2912392"/>
                <a:gd name="connsiteY152" fmla="*/ 90925 h 397764"/>
                <a:gd name="connsiteX153" fmla="*/ 1490284 w 2912392"/>
                <a:gd name="connsiteY153" fmla="*/ 95418 h 397764"/>
                <a:gd name="connsiteX154" fmla="*/ 1500028 w 2912392"/>
                <a:gd name="connsiteY154" fmla="*/ 99921 h 397764"/>
                <a:gd name="connsiteX155" fmla="*/ 1509772 w 2912392"/>
                <a:gd name="connsiteY155" fmla="*/ 104431 h 397764"/>
                <a:gd name="connsiteX156" fmla="*/ 1519516 w 2912392"/>
                <a:gd name="connsiteY156" fmla="*/ 108937 h 397764"/>
                <a:gd name="connsiteX157" fmla="*/ 1529245 w 2912392"/>
                <a:gd name="connsiteY157" fmla="*/ 113432 h 397764"/>
                <a:gd name="connsiteX158" fmla="*/ 1538989 w 2912392"/>
                <a:gd name="connsiteY158" fmla="*/ 117909 h 397764"/>
                <a:gd name="connsiteX159" fmla="*/ 1548733 w 2912392"/>
                <a:gd name="connsiteY159" fmla="*/ 122364 h 397764"/>
                <a:gd name="connsiteX160" fmla="*/ 1558477 w 2912392"/>
                <a:gd name="connsiteY160" fmla="*/ 126787 h 397764"/>
                <a:gd name="connsiteX161" fmla="*/ 1568221 w 2912392"/>
                <a:gd name="connsiteY161" fmla="*/ 131175 h 397764"/>
                <a:gd name="connsiteX162" fmla="*/ 1577950 w 2912392"/>
                <a:gd name="connsiteY162" fmla="*/ 135520 h 397764"/>
                <a:gd name="connsiteX163" fmla="*/ 1587694 w 2912392"/>
                <a:gd name="connsiteY163" fmla="*/ 139816 h 397764"/>
                <a:gd name="connsiteX164" fmla="*/ 1597438 w 2912392"/>
                <a:gd name="connsiteY164" fmla="*/ 144061 h 397764"/>
                <a:gd name="connsiteX165" fmla="*/ 1607182 w 2912392"/>
                <a:gd name="connsiteY165" fmla="*/ 148246 h 397764"/>
                <a:gd name="connsiteX166" fmla="*/ 1616911 w 2912392"/>
                <a:gd name="connsiteY166" fmla="*/ 152370 h 397764"/>
                <a:gd name="connsiteX167" fmla="*/ 1626655 w 2912392"/>
                <a:gd name="connsiteY167" fmla="*/ 156427 h 397764"/>
                <a:gd name="connsiteX168" fmla="*/ 1636399 w 2912392"/>
                <a:gd name="connsiteY168" fmla="*/ 160411 h 397764"/>
                <a:gd name="connsiteX169" fmla="*/ 1646142 w 2912392"/>
                <a:gd name="connsiteY169" fmla="*/ 164322 h 397764"/>
                <a:gd name="connsiteX170" fmla="*/ 1655872 w 2912392"/>
                <a:gd name="connsiteY170" fmla="*/ 168156 h 397764"/>
                <a:gd name="connsiteX171" fmla="*/ 1665616 w 2912392"/>
                <a:gd name="connsiteY171" fmla="*/ 171909 h 397764"/>
                <a:gd name="connsiteX172" fmla="*/ 1675359 w 2912392"/>
                <a:gd name="connsiteY172" fmla="*/ 175579 h 397764"/>
                <a:gd name="connsiteX173" fmla="*/ 1685103 w 2912392"/>
                <a:gd name="connsiteY173" fmla="*/ 179162 h 397764"/>
                <a:gd name="connsiteX174" fmla="*/ 1694832 w 2912392"/>
                <a:gd name="connsiteY174" fmla="*/ 182658 h 397764"/>
                <a:gd name="connsiteX175" fmla="*/ 1704576 w 2912392"/>
                <a:gd name="connsiteY175" fmla="*/ 186066 h 397764"/>
                <a:gd name="connsiteX176" fmla="*/ 1714320 w 2912392"/>
                <a:gd name="connsiteY176" fmla="*/ 189384 h 397764"/>
                <a:gd name="connsiteX177" fmla="*/ 1724064 w 2912392"/>
                <a:gd name="connsiteY177" fmla="*/ 192611 h 397764"/>
                <a:gd name="connsiteX178" fmla="*/ 1733808 w 2912392"/>
                <a:gd name="connsiteY178" fmla="*/ 195746 h 397764"/>
                <a:gd name="connsiteX179" fmla="*/ 1743537 w 2912392"/>
                <a:gd name="connsiteY179" fmla="*/ 198790 h 397764"/>
                <a:gd name="connsiteX180" fmla="*/ 1753281 w 2912392"/>
                <a:gd name="connsiteY180" fmla="*/ 201741 h 397764"/>
                <a:gd name="connsiteX181" fmla="*/ 1763025 w 2912392"/>
                <a:gd name="connsiteY181" fmla="*/ 204600 h 397764"/>
                <a:gd name="connsiteX182" fmla="*/ 1772769 w 2912392"/>
                <a:gd name="connsiteY182" fmla="*/ 207368 h 397764"/>
                <a:gd name="connsiteX183" fmla="*/ 1782498 w 2912392"/>
                <a:gd name="connsiteY183" fmla="*/ 210046 h 397764"/>
                <a:gd name="connsiteX184" fmla="*/ 1792242 w 2912392"/>
                <a:gd name="connsiteY184" fmla="*/ 212634 h 397764"/>
                <a:gd name="connsiteX185" fmla="*/ 1801986 w 2912392"/>
                <a:gd name="connsiteY185" fmla="*/ 215132 h 397764"/>
                <a:gd name="connsiteX186" fmla="*/ 1811730 w 2912392"/>
                <a:gd name="connsiteY186" fmla="*/ 217545 h 397764"/>
                <a:gd name="connsiteX187" fmla="*/ 1821459 w 2912392"/>
                <a:gd name="connsiteY187" fmla="*/ 219870 h 397764"/>
                <a:gd name="connsiteX188" fmla="*/ 1831203 w 2912392"/>
                <a:gd name="connsiteY188" fmla="*/ 222111 h 397764"/>
                <a:gd name="connsiteX189" fmla="*/ 1840947 w 2912392"/>
                <a:gd name="connsiteY189" fmla="*/ 224270 h 397764"/>
                <a:gd name="connsiteX190" fmla="*/ 1850691 w 2912392"/>
                <a:gd name="connsiteY190" fmla="*/ 226347 h 397764"/>
                <a:gd name="connsiteX191" fmla="*/ 1860435 w 2912392"/>
                <a:gd name="connsiteY191" fmla="*/ 228346 h 397764"/>
                <a:gd name="connsiteX192" fmla="*/ 1870164 w 2912392"/>
                <a:gd name="connsiteY192" fmla="*/ 230267 h 397764"/>
                <a:gd name="connsiteX193" fmla="*/ 1879908 w 2912392"/>
                <a:gd name="connsiteY193" fmla="*/ 232113 h 397764"/>
                <a:gd name="connsiteX194" fmla="*/ 1889652 w 2912392"/>
                <a:gd name="connsiteY194" fmla="*/ 233884 h 397764"/>
                <a:gd name="connsiteX195" fmla="*/ 1899395 w 2912392"/>
                <a:gd name="connsiteY195" fmla="*/ 235586 h 397764"/>
                <a:gd name="connsiteX196" fmla="*/ 1909124 w 2912392"/>
                <a:gd name="connsiteY196" fmla="*/ 237216 h 397764"/>
                <a:gd name="connsiteX197" fmla="*/ 1918868 w 2912392"/>
                <a:gd name="connsiteY197" fmla="*/ 238778 h 397764"/>
                <a:gd name="connsiteX198" fmla="*/ 1928612 w 2912392"/>
                <a:gd name="connsiteY198" fmla="*/ 240274 h 397764"/>
                <a:gd name="connsiteX199" fmla="*/ 1938356 w 2912392"/>
                <a:gd name="connsiteY199" fmla="*/ 241706 h 397764"/>
                <a:gd name="connsiteX200" fmla="*/ 1948085 w 2912392"/>
                <a:gd name="connsiteY200" fmla="*/ 243074 h 397764"/>
                <a:gd name="connsiteX201" fmla="*/ 1957829 w 2912392"/>
                <a:gd name="connsiteY201" fmla="*/ 244379 h 397764"/>
                <a:gd name="connsiteX202" fmla="*/ 1967573 w 2912392"/>
                <a:gd name="connsiteY202" fmla="*/ 245625 h 397764"/>
                <a:gd name="connsiteX203" fmla="*/ 1977317 w 2912392"/>
                <a:gd name="connsiteY203" fmla="*/ 246811 h 397764"/>
                <a:gd name="connsiteX204" fmla="*/ 1987046 w 2912392"/>
                <a:gd name="connsiteY204" fmla="*/ 247937 h 397764"/>
                <a:gd name="connsiteX205" fmla="*/ 1996790 w 2912392"/>
                <a:gd name="connsiteY205" fmla="*/ 249005 h 397764"/>
                <a:gd name="connsiteX206" fmla="*/ 2006534 w 2912392"/>
                <a:gd name="connsiteY206" fmla="*/ 250017 h 397764"/>
                <a:gd name="connsiteX207" fmla="*/ 2016278 w 2912392"/>
                <a:gd name="connsiteY207" fmla="*/ 250970 h 397764"/>
                <a:gd name="connsiteX208" fmla="*/ 2026022 w 2912392"/>
                <a:gd name="connsiteY208" fmla="*/ 251866 h 397764"/>
                <a:gd name="connsiteX209" fmla="*/ 2035751 w 2912392"/>
                <a:gd name="connsiteY209" fmla="*/ 252705 h 397764"/>
                <a:gd name="connsiteX210" fmla="*/ 2045495 w 2912392"/>
                <a:gd name="connsiteY210" fmla="*/ 253485 h 397764"/>
                <a:gd name="connsiteX211" fmla="*/ 2055239 w 2912392"/>
                <a:gd name="connsiteY211" fmla="*/ 254208 h 397764"/>
                <a:gd name="connsiteX212" fmla="*/ 2064983 w 2912392"/>
                <a:gd name="connsiteY212" fmla="*/ 254872 h 397764"/>
                <a:gd name="connsiteX213" fmla="*/ 2074712 w 2912392"/>
                <a:gd name="connsiteY213" fmla="*/ 255476 h 397764"/>
                <a:gd name="connsiteX214" fmla="*/ 2084456 w 2912392"/>
                <a:gd name="connsiteY214" fmla="*/ 256018 h 397764"/>
                <a:gd name="connsiteX215" fmla="*/ 2094200 w 2912392"/>
                <a:gd name="connsiteY215" fmla="*/ 256498 h 397764"/>
                <a:gd name="connsiteX216" fmla="*/ 2103944 w 2912392"/>
                <a:gd name="connsiteY216" fmla="*/ 256913 h 397764"/>
                <a:gd name="connsiteX217" fmla="*/ 2113673 w 2912392"/>
                <a:gd name="connsiteY217" fmla="*/ 257262 h 397764"/>
                <a:gd name="connsiteX218" fmla="*/ 2123417 w 2912392"/>
                <a:gd name="connsiteY218" fmla="*/ 257544 h 397764"/>
                <a:gd name="connsiteX219" fmla="*/ 2133161 w 2912392"/>
                <a:gd name="connsiteY219" fmla="*/ 257755 h 397764"/>
                <a:gd name="connsiteX220" fmla="*/ 2142905 w 2912392"/>
                <a:gd name="connsiteY220" fmla="*/ 257894 h 397764"/>
                <a:gd name="connsiteX221" fmla="*/ 2152649 w 2912392"/>
                <a:gd name="connsiteY221" fmla="*/ 257956 h 397764"/>
                <a:gd name="connsiteX222" fmla="*/ 2162377 w 2912392"/>
                <a:gd name="connsiteY222" fmla="*/ 257943 h 397764"/>
                <a:gd name="connsiteX223" fmla="*/ 2172121 w 2912392"/>
                <a:gd name="connsiteY223" fmla="*/ 257848 h 397764"/>
                <a:gd name="connsiteX224" fmla="*/ 2181865 w 2912392"/>
                <a:gd name="connsiteY224" fmla="*/ 257670 h 397764"/>
                <a:gd name="connsiteX225" fmla="*/ 2191609 w 2912392"/>
                <a:gd name="connsiteY225" fmla="*/ 257407 h 397764"/>
                <a:gd name="connsiteX226" fmla="*/ 2201338 w 2912392"/>
                <a:gd name="connsiteY226" fmla="*/ 257055 h 397764"/>
                <a:gd name="connsiteX227" fmla="*/ 2211082 w 2912392"/>
                <a:gd name="connsiteY227" fmla="*/ 256610 h 397764"/>
                <a:gd name="connsiteX228" fmla="*/ 2220826 w 2912392"/>
                <a:gd name="connsiteY228" fmla="*/ 256070 h 397764"/>
                <a:gd name="connsiteX229" fmla="*/ 2230570 w 2912392"/>
                <a:gd name="connsiteY229" fmla="*/ 255433 h 397764"/>
                <a:gd name="connsiteX230" fmla="*/ 2240299 w 2912392"/>
                <a:gd name="connsiteY230" fmla="*/ 254694 h 397764"/>
                <a:gd name="connsiteX231" fmla="*/ 2250043 w 2912392"/>
                <a:gd name="connsiteY231" fmla="*/ 253850 h 397764"/>
                <a:gd name="connsiteX232" fmla="*/ 2259787 w 2912392"/>
                <a:gd name="connsiteY232" fmla="*/ 252900 h 397764"/>
                <a:gd name="connsiteX233" fmla="*/ 2269531 w 2912392"/>
                <a:gd name="connsiteY233" fmla="*/ 251840 h 397764"/>
                <a:gd name="connsiteX234" fmla="*/ 2279260 w 2912392"/>
                <a:gd name="connsiteY234" fmla="*/ 250668 h 397764"/>
                <a:gd name="connsiteX235" fmla="*/ 2289004 w 2912392"/>
                <a:gd name="connsiteY235" fmla="*/ 249381 h 397764"/>
                <a:gd name="connsiteX236" fmla="*/ 2298748 w 2912392"/>
                <a:gd name="connsiteY236" fmla="*/ 247976 h 397764"/>
                <a:gd name="connsiteX237" fmla="*/ 2308492 w 2912392"/>
                <a:gd name="connsiteY237" fmla="*/ 246450 h 397764"/>
                <a:gd name="connsiteX238" fmla="*/ 2318236 w 2912392"/>
                <a:gd name="connsiteY238" fmla="*/ 244804 h 397764"/>
                <a:gd name="connsiteX239" fmla="*/ 2327965 w 2912392"/>
                <a:gd name="connsiteY239" fmla="*/ 243034 h 397764"/>
                <a:gd name="connsiteX240" fmla="*/ 2337709 w 2912392"/>
                <a:gd name="connsiteY240" fmla="*/ 241137 h 397764"/>
                <a:gd name="connsiteX241" fmla="*/ 2347453 w 2912392"/>
                <a:gd name="connsiteY241" fmla="*/ 239114 h 397764"/>
                <a:gd name="connsiteX242" fmla="*/ 2357197 w 2912392"/>
                <a:gd name="connsiteY242" fmla="*/ 236962 h 397764"/>
                <a:gd name="connsiteX243" fmla="*/ 2366926 w 2912392"/>
                <a:gd name="connsiteY243" fmla="*/ 234683 h 397764"/>
                <a:gd name="connsiteX244" fmla="*/ 2376670 w 2912392"/>
                <a:gd name="connsiteY244" fmla="*/ 232274 h 397764"/>
                <a:gd name="connsiteX245" fmla="*/ 2386413 w 2912392"/>
                <a:gd name="connsiteY245" fmla="*/ 229735 h 397764"/>
                <a:gd name="connsiteX246" fmla="*/ 2396157 w 2912392"/>
                <a:gd name="connsiteY246" fmla="*/ 227066 h 397764"/>
                <a:gd name="connsiteX247" fmla="*/ 2405886 w 2912392"/>
                <a:gd name="connsiteY247" fmla="*/ 224268 h 397764"/>
                <a:gd name="connsiteX248" fmla="*/ 2415630 w 2912392"/>
                <a:gd name="connsiteY248" fmla="*/ 221344 h 397764"/>
                <a:gd name="connsiteX249" fmla="*/ 2425374 w 2912392"/>
                <a:gd name="connsiteY249" fmla="*/ 218291 h 397764"/>
                <a:gd name="connsiteX250" fmla="*/ 2435118 w 2912392"/>
                <a:gd name="connsiteY250" fmla="*/ 215112 h 397764"/>
                <a:gd name="connsiteX251" fmla="*/ 2444862 w 2912392"/>
                <a:gd name="connsiteY251" fmla="*/ 211810 h 397764"/>
                <a:gd name="connsiteX252" fmla="*/ 2454591 w 2912392"/>
                <a:gd name="connsiteY252" fmla="*/ 208386 h 397764"/>
                <a:gd name="connsiteX253" fmla="*/ 2464335 w 2912392"/>
                <a:gd name="connsiteY253" fmla="*/ 204843 h 397764"/>
                <a:gd name="connsiteX254" fmla="*/ 2474079 w 2912392"/>
                <a:gd name="connsiteY254" fmla="*/ 201185 h 397764"/>
                <a:gd name="connsiteX255" fmla="*/ 2483823 w 2912392"/>
                <a:gd name="connsiteY255" fmla="*/ 197414 h 397764"/>
                <a:gd name="connsiteX256" fmla="*/ 2493552 w 2912392"/>
                <a:gd name="connsiteY256" fmla="*/ 193536 h 397764"/>
                <a:gd name="connsiteX257" fmla="*/ 2503296 w 2912392"/>
                <a:gd name="connsiteY257" fmla="*/ 189552 h 397764"/>
                <a:gd name="connsiteX258" fmla="*/ 2513040 w 2912392"/>
                <a:gd name="connsiteY258" fmla="*/ 185470 h 397764"/>
                <a:gd name="connsiteX259" fmla="*/ 2522784 w 2912392"/>
                <a:gd name="connsiteY259" fmla="*/ 181292 h 397764"/>
                <a:gd name="connsiteX260" fmla="*/ 2532513 w 2912392"/>
                <a:gd name="connsiteY260" fmla="*/ 177027 h 397764"/>
                <a:gd name="connsiteX261" fmla="*/ 2542257 w 2912392"/>
                <a:gd name="connsiteY261" fmla="*/ 172676 h 397764"/>
                <a:gd name="connsiteX262" fmla="*/ 2552001 w 2912392"/>
                <a:gd name="connsiteY262" fmla="*/ 168250 h 397764"/>
                <a:gd name="connsiteX263" fmla="*/ 2561745 w 2912392"/>
                <a:gd name="connsiteY263" fmla="*/ 163753 h 397764"/>
                <a:gd name="connsiteX264" fmla="*/ 2571474 w 2912392"/>
                <a:gd name="connsiteY264" fmla="*/ 159191 h 397764"/>
                <a:gd name="connsiteX265" fmla="*/ 2581218 w 2912392"/>
                <a:gd name="connsiteY265" fmla="*/ 154574 h 397764"/>
                <a:gd name="connsiteX266" fmla="*/ 2590962 w 2912392"/>
                <a:gd name="connsiteY266" fmla="*/ 149906 h 397764"/>
                <a:gd name="connsiteX267" fmla="*/ 2600705 w 2912392"/>
                <a:gd name="connsiteY267" fmla="*/ 145198 h 397764"/>
                <a:gd name="connsiteX268" fmla="*/ 2610449 w 2912392"/>
                <a:gd name="connsiteY268" fmla="*/ 140457 h 397764"/>
                <a:gd name="connsiteX269" fmla="*/ 2620178 w 2912392"/>
                <a:gd name="connsiteY269" fmla="*/ 135689 h 397764"/>
                <a:gd name="connsiteX270" fmla="*/ 2629922 w 2912392"/>
                <a:gd name="connsiteY270" fmla="*/ 130907 h 397764"/>
                <a:gd name="connsiteX271" fmla="*/ 2639666 w 2912392"/>
                <a:gd name="connsiteY271" fmla="*/ 126117 h 397764"/>
                <a:gd name="connsiteX272" fmla="*/ 2649410 w 2912392"/>
                <a:gd name="connsiteY272" fmla="*/ 121328 h 397764"/>
                <a:gd name="connsiteX273" fmla="*/ 2659139 w 2912392"/>
                <a:gd name="connsiteY273" fmla="*/ 116550 h 397764"/>
                <a:gd name="connsiteX274" fmla="*/ 2668883 w 2912392"/>
                <a:gd name="connsiteY274" fmla="*/ 111791 h 397764"/>
                <a:gd name="connsiteX275" fmla="*/ 2678627 w 2912392"/>
                <a:gd name="connsiteY275" fmla="*/ 107064 h 397764"/>
                <a:gd name="connsiteX276" fmla="*/ 2688371 w 2912392"/>
                <a:gd name="connsiteY276" fmla="*/ 102375 h 397764"/>
                <a:gd name="connsiteX277" fmla="*/ 2698100 w 2912392"/>
                <a:gd name="connsiteY277" fmla="*/ 97736 h 397764"/>
                <a:gd name="connsiteX278" fmla="*/ 2707844 w 2912392"/>
                <a:gd name="connsiteY278" fmla="*/ 93156 h 397764"/>
                <a:gd name="connsiteX279" fmla="*/ 2717588 w 2912392"/>
                <a:gd name="connsiteY279" fmla="*/ 88644 h 397764"/>
                <a:gd name="connsiteX280" fmla="*/ 2727332 w 2912392"/>
                <a:gd name="connsiteY280" fmla="*/ 84212 h 397764"/>
                <a:gd name="connsiteX281" fmla="*/ 2737076 w 2912392"/>
                <a:gd name="connsiteY281" fmla="*/ 79867 h 397764"/>
                <a:gd name="connsiteX282" fmla="*/ 2746805 w 2912392"/>
                <a:gd name="connsiteY282" fmla="*/ 75623 h 397764"/>
                <a:gd name="connsiteX283" fmla="*/ 2756549 w 2912392"/>
                <a:gd name="connsiteY283" fmla="*/ 71485 h 397764"/>
                <a:gd name="connsiteX284" fmla="*/ 2766293 w 2912392"/>
                <a:gd name="connsiteY284" fmla="*/ 67467 h 397764"/>
                <a:gd name="connsiteX285" fmla="*/ 2776037 w 2912392"/>
                <a:gd name="connsiteY285" fmla="*/ 63577 h 397764"/>
                <a:gd name="connsiteX286" fmla="*/ 2785766 w 2912392"/>
                <a:gd name="connsiteY286" fmla="*/ 59822 h 397764"/>
                <a:gd name="connsiteX287" fmla="*/ 2795510 w 2912392"/>
                <a:gd name="connsiteY287" fmla="*/ 56215 h 397764"/>
                <a:gd name="connsiteX288" fmla="*/ 2805254 w 2912392"/>
                <a:gd name="connsiteY288" fmla="*/ 52765 h 397764"/>
                <a:gd name="connsiteX289" fmla="*/ 2814998 w 2912392"/>
                <a:gd name="connsiteY289" fmla="*/ 49478 h 397764"/>
                <a:gd name="connsiteX290" fmla="*/ 2824727 w 2912392"/>
                <a:gd name="connsiteY290" fmla="*/ 46364 h 397764"/>
                <a:gd name="connsiteX291" fmla="*/ 2834471 w 2912392"/>
                <a:gd name="connsiteY291" fmla="*/ 43432 h 397764"/>
                <a:gd name="connsiteX292" fmla="*/ 2844215 w 2912392"/>
                <a:gd name="connsiteY292" fmla="*/ 40689 h 397764"/>
                <a:gd name="connsiteX293" fmla="*/ 2853958 w 2912392"/>
                <a:gd name="connsiteY293" fmla="*/ 38144 h 397764"/>
                <a:gd name="connsiteX294" fmla="*/ 2863687 w 2912392"/>
                <a:gd name="connsiteY294" fmla="*/ 35805 h 397764"/>
                <a:gd name="connsiteX295" fmla="*/ 2873431 w 2912392"/>
                <a:gd name="connsiteY295" fmla="*/ 33676 h 397764"/>
                <a:gd name="connsiteX296" fmla="*/ 2883175 w 2912392"/>
                <a:gd name="connsiteY296" fmla="*/ 31766 h 397764"/>
                <a:gd name="connsiteX297" fmla="*/ 2892919 w 2912392"/>
                <a:gd name="connsiteY297" fmla="*/ 30081 h 397764"/>
                <a:gd name="connsiteX298" fmla="*/ 2902663 w 2912392"/>
                <a:gd name="connsiteY298" fmla="*/ 28627 h 397764"/>
                <a:gd name="connsiteX299" fmla="*/ 2912392 w 2912392"/>
                <a:gd name="connsiteY299" fmla="*/ 27410 h 397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97764">
                  <a:moveTo>
                    <a:pt x="0" y="344268"/>
                  </a:moveTo>
                  <a:lnTo>
                    <a:pt x="9739" y="348952"/>
                  </a:lnTo>
                  <a:lnTo>
                    <a:pt x="19480" y="353410"/>
                  </a:lnTo>
                  <a:lnTo>
                    <a:pt x="29221" y="357641"/>
                  </a:lnTo>
                  <a:lnTo>
                    <a:pt x="38961" y="361649"/>
                  </a:lnTo>
                  <a:lnTo>
                    <a:pt x="48702" y="365432"/>
                  </a:lnTo>
                  <a:lnTo>
                    <a:pt x="58443" y="368994"/>
                  </a:lnTo>
                  <a:lnTo>
                    <a:pt x="68182" y="372337"/>
                  </a:lnTo>
                  <a:lnTo>
                    <a:pt x="77923" y="375463"/>
                  </a:lnTo>
                  <a:lnTo>
                    <a:pt x="87664" y="378374"/>
                  </a:lnTo>
                  <a:lnTo>
                    <a:pt x="97404" y="381073"/>
                  </a:lnTo>
                  <a:lnTo>
                    <a:pt x="107145" y="383558"/>
                  </a:lnTo>
                  <a:lnTo>
                    <a:pt x="116886" y="385836"/>
                  </a:lnTo>
                  <a:lnTo>
                    <a:pt x="126625" y="387908"/>
                  </a:lnTo>
                  <a:lnTo>
                    <a:pt x="136366" y="389777"/>
                  </a:lnTo>
                  <a:lnTo>
                    <a:pt x="146107" y="391442"/>
                  </a:lnTo>
                  <a:lnTo>
                    <a:pt x="155846" y="392908"/>
                  </a:lnTo>
                  <a:lnTo>
                    <a:pt x="165587" y="394178"/>
                  </a:lnTo>
                  <a:lnTo>
                    <a:pt x="175328" y="395251"/>
                  </a:lnTo>
                  <a:lnTo>
                    <a:pt x="185068" y="396133"/>
                  </a:lnTo>
                  <a:lnTo>
                    <a:pt x="194809" y="396821"/>
                  </a:lnTo>
                  <a:lnTo>
                    <a:pt x="204550" y="397323"/>
                  </a:lnTo>
                  <a:lnTo>
                    <a:pt x="214289" y="397636"/>
                  </a:lnTo>
                  <a:lnTo>
                    <a:pt x="224030" y="397764"/>
                  </a:lnTo>
                  <a:lnTo>
                    <a:pt x="233771" y="397709"/>
                  </a:lnTo>
                  <a:lnTo>
                    <a:pt x="243510" y="397472"/>
                  </a:lnTo>
                  <a:lnTo>
                    <a:pt x="253251" y="397055"/>
                  </a:lnTo>
                  <a:lnTo>
                    <a:pt x="262992" y="396459"/>
                  </a:lnTo>
                  <a:lnTo>
                    <a:pt x="272732" y="395684"/>
                  </a:lnTo>
                  <a:lnTo>
                    <a:pt x="282473" y="394735"/>
                  </a:lnTo>
                  <a:lnTo>
                    <a:pt x="292214" y="393610"/>
                  </a:lnTo>
                  <a:lnTo>
                    <a:pt x="301953" y="392313"/>
                  </a:lnTo>
                  <a:lnTo>
                    <a:pt x="311694" y="390843"/>
                  </a:lnTo>
                  <a:lnTo>
                    <a:pt x="321435" y="389202"/>
                  </a:lnTo>
                  <a:lnTo>
                    <a:pt x="331175" y="387390"/>
                  </a:lnTo>
                  <a:lnTo>
                    <a:pt x="340916" y="385410"/>
                  </a:lnTo>
                  <a:lnTo>
                    <a:pt x="350656" y="383263"/>
                  </a:lnTo>
                  <a:lnTo>
                    <a:pt x="360396" y="380948"/>
                  </a:lnTo>
                  <a:lnTo>
                    <a:pt x="370137" y="378467"/>
                  </a:lnTo>
                  <a:lnTo>
                    <a:pt x="379878" y="375822"/>
                  </a:lnTo>
                  <a:lnTo>
                    <a:pt x="389617" y="373014"/>
                  </a:lnTo>
                  <a:lnTo>
                    <a:pt x="399358" y="370043"/>
                  </a:lnTo>
                  <a:lnTo>
                    <a:pt x="409099" y="366913"/>
                  </a:lnTo>
                  <a:lnTo>
                    <a:pt x="418839" y="363622"/>
                  </a:lnTo>
                  <a:lnTo>
                    <a:pt x="428580" y="360174"/>
                  </a:lnTo>
                  <a:lnTo>
                    <a:pt x="438321" y="356568"/>
                  </a:lnTo>
                  <a:lnTo>
                    <a:pt x="448060" y="352809"/>
                  </a:lnTo>
                  <a:lnTo>
                    <a:pt x="457801" y="348897"/>
                  </a:lnTo>
                  <a:lnTo>
                    <a:pt x="467542" y="344832"/>
                  </a:lnTo>
                  <a:lnTo>
                    <a:pt x="477281" y="340621"/>
                  </a:lnTo>
                  <a:lnTo>
                    <a:pt x="487022" y="336263"/>
                  </a:lnTo>
                  <a:lnTo>
                    <a:pt x="496763" y="331760"/>
                  </a:lnTo>
                  <a:lnTo>
                    <a:pt x="506503" y="327118"/>
                  </a:lnTo>
                  <a:lnTo>
                    <a:pt x="516244" y="322335"/>
                  </a:lnTo>
                  <a:lnTo>
                    <a:pt x="525985" y="317418"/>
                  </a:lnTo>
                  <a:lnTo>
                    <a:pt x="535724" y="312371"/>
                  </a:lnTo>
                  <a:lnTo>
                    <a:pt x="545465" y="307193"/>
                  </a:lnTo>
                  <a:lnTo>
                    <a:pt x="555206" y="301892"/>
                  </a:lnTo>
                  <a:lnTo>
                    <a:pt x="564946" y="296470"/>
                  </a:lnTo>
                  <a:lnTo>
                    <a:pt x="574687" y="290932"/>
                  </a:lnTo>
                  <a:lnTo>
                    <a:pt x="584428" y="285283"/>
                  </a:lnTo>
                  <a:lnTo>
                    <a:pt x="594167" y="279526"/>
                  </a:lnTo>
                  <a:lnTo>
                    <a:pt x="603908" y="273667"/>
                  </a:lnTo>
                  <a:lnTo>
                    <a:pt x="613649" y="267712"/>
                  </a:lnTo>
                  <a:lnTo>
                    <a:pt x="623388" y="261666"/>
                  </a:lnTo>
                  <a:lnTo>
                    <a:pt x="633129" y="255535"/>
                  </a:lnTo>
                  <a:lnTo>
                    <a:pt x="642870" y="249324"/>
                  </a:lnTo>
                  <a:lnTo>
                    <a:pt x="652610" y="243041"/>
                  </a:lnTo>
                  <a:lnTo>
                    <a:pt x="662351" y="236690"/>
                  </a:lnTo>
                  <a:lnTo>
                    <a:pt x="672092" y="230279"/>
                  </a:lnTo>
                  <a:lnTo>
                    <a:pt x="681831" y="223814"/>
                  </a:lnTo>
                  <a:lnTo>
                    <a:pt x="691572" y="217303"/>
                  </a:lnTo>
                  <a:lnTo>
                    <a:pt x="701313" y="210753"/>
                  </a:lnTo>
                  <a:lnTo>
                    <a:pt x="711052" y="204173"/>
                  </a:lnTo>
                  <a:lnTo>
                    <a:pt x="720793" y="197568"/>
                  </a:lnTo>
                  <a:lnTo>
                    <a:pt x="730534" y="190945"/>
                  </a:lnTo>
                  <a:lnTo>
                    <a:pt x="740274" y="184315"/>
                  </a:lnTo>
                  <a:lnTo>
                    <a:pt x="750015" y="177685"/>
                  </a:lnTo>
                  <a:lnTo>
                    <a:pt x="759756" y="171063"/>
                  </a:lnTo>
                  <a:lnTo>
                    <a:pt x="769495" y="164455"/>
                  </a:lnTo>
                  <a:lnTo>
                    <a:pt x="779236" y="157873"/>
                  </a:lnTo>
                  <a:lnTo>
                    <a:pt x="788977" y="151323"/>
                  </a:lnTo>
                  <a:lnTo>
                    <a:pt x="798717" y="144812"/>
                  </a:lnTo>
                  <a:lnTo>
                    <a:pt x="808458" y="138352"/>
                  </a:lnTo>
                  <a:lnTo>
                    <a:pt x="818199" y="131950"/>
                  </a:lnTo>
                  <a:lnTo>
                    <a:pt x="827938" y="125613"/>
                  </a:lnTo>
                  <a:lnTo>
                    <a:pt x="837679" y="119351"/>
                  </a:lnTo>
                  <a:lnTo>
                    <a:pt x="847420" y="113173"/>
                  </a:lnTo>
                  <a:lnTo>
                    <a:pt x="857159" y="107085"/>
                  </a:lnTo>
                  <a:lnTo>
                    <a:pt x="866900" y="101096"/>
                  </a:lnTo>
                  <a:lnTo>
                    <a:pt x="876641" y="95215"/>
                  </a:lnTo>
                  <a:lnTo>
                    <a:pt x="886381" y="89447"/>
                  </a:lnTo>
                  <a:lnTo>
                    <a:pt x="896122" y="83805"/>
                  </a:lnTo>
                  <a:lnTo>
                    <a:pt x="905863" y="78293"/>
                  </a:lnTo>
                  <a:lnTo>
                    <a:pt x="915602" y="72919"/>
                  </a:lnTo>
                  <a:lnTo>
                    <a:pt x="925343" y="67691"/>
                  </a:lnTo>
                  <a:lnTo>
                    <a:pt x="935084" y="62614"/>
                  </a:lnTo>
                  <a:lnTo>
                    <a:pt x="944824" y="57699"/>
                  </a:lnTo>
                  <a:lnTo>
                    <a:pt x="954564" y="52949"/>
                  </a:lnTo>
                  <a:lnTo>
                    <a:pt x="964305" y="48371"/>
                  </a:lnTo>
                  <a:lnTo>
                    <a:pt x="974045" y="43973"/>
                  </a:lnTo>
                  <a:lnTo>
                    <a:pt x="983786" y="39758"/>
                  </a:lnTo>
                  <a:lnTo>
                    <a:pt x="993522" y="35734"/>
                  </a:lnTo>
                  <a:lnTo>
                    <a:pt x="1003266" y="31905"/>
                  </a:lnTo>
                  <a:lnTo>
                    <a:pt x="1013010" y="28277"/>
                  </a:lnTo>
                  <a:lnTo>
                    <a:pt x="1022754" y="24851"/>
                  </a:lnTo>
                  <a:lnTo>
                    <a:pt x="1032483" y="21636"/>
                  </a:lnTo>
                  <a:lnTo>
                    <a:pt x="1042227" y="18634"/>
                  </a:lnTo>
                  <a:lnTo>
                    <a:pt x="1051971" y="15848"/>
                  </a:lnTo>
                  <a:lnTo>
                    <a:pt x="1061715" y="13281"/>
                  </a:lnTo>
                  <a:lnTo>
                    <a:pt x="1071444" y="10934"/>
                  </a:lnTo>
                  <a:lnTo>
                    <a:pt x="1081188" y="8814"/>
                  </a:lnTo>
                  <a:lnTo>
                    <a:pt x="1090932" y="6919"/>
                  </a:lnTo>
                  <a:lnTo>
                    <a:pt x="1100676" y="5252"/>
                  </a:lnTo>
                  <a:lnTo>
                    <a:pt x="1110405" y="3814"/>
                  </a:lnTo>
                  <a:lnTo>
                    <a:pt x="1120149" y="2606"/>
                  </a:lnTo>
                  <a:lnTo>
                    <a:pt x="1129893" y="1627"/>
                  </a:lnTo>
                  <a:lnTo>
                    <a:pt x="1139637" y="878"/>
                  </a:lnTo>
                  <a:lnTo>
                    <a:pt x="1149381" y="358"/>
                  </a:lnTo>
                  <a:lnTo>
                    <a:pt x="1159110" y="66"/>
                  </a:lnTo>
                  <a:lnTo>
                    <a:pt x="1168854" y="0"/>
                  </a:lnTo>
                  <a:lnTo>
                    <a:pt x="1178598" y="161"/>
                  </a:lnTo>
                  <a:lnTo>
                    <a:pt x="1188341" y="544"/>
                  </a:lnTo>
                  <a:lnTo>
                    <a:pt x="1198070" y="1147"/>
                  </a:lnTo>
                  <a:lnTo>
                    <a:pt x="1207814" y="1967"/>
                  </a:lnTo>
                  <a:lnTo>
                    <a:pt x="1217558" y="3002"/>
                  </a:lnTo>
                  <a:lnTo>
                    <a:pt x="1227302" y="4246"/>
                  </a:lnTo>
                  <a:lnTo>
                    <a:pt x="1237031" y="5697"/>
                  </a:lnTo>
                  <a:lnTo>
                    <a:pt x="1246775" y="7350"/>
                  </a:lnTo>
                  <a:lnTo>
                    <a:pt x="1256519" y="9199"/>
                  </a:lnTo>
                  <a:lnTo>
                    <a:pt x="1266263" y="11240"/>
                  </a:lnTo>
                  <a:lnTo>
                    <a:pt x="1276007" y="13467"/>
                  </a:lnTo>
                  <a:lnTo>
                    <a:pt x="1285736" y="15873"/>
                  </a:lnTo>
                  <a:lnTo>
                    <a:pt x="1295480" y="18455"/>
                  </a:lnTo>
                  <a:lnTo>
                    <a:pt x="1305224" y="21204"/>
                  </a:lnTo>
                  <a:lnTo>
                    <a:pt x="1314968" y="24114"/>
                  </a:lnTo>
                  <a:lnTo>
                    <a:pt x="1324697" y="27179"/>
                  </a:lnTo>
                  <a:lnTo>
                    <a:pt x="1334441" y="30391"/>
                  </a:lnTo>
                  <a:lnTo>
                    <a:pt x="1344185" y="33743"/>
                  </a:lnTo>
                  <a:lnTo>
                    <a:pt x="1353929" y="37227"/>
                  </a:lnTo>
                  <a:lnTo>
                    <a:pt x="1363658" y="40835"/>
                  </a:lnTo>
                  <a:lnTo>
                    <a:pt x="1373402" y="44560"/>
                  </a:lnTo>
                  <a:lnTo>
                    <a:pt x="1383146" y="48395"/>
                  </a:lnTo>
                  <a:lnTo>
                    <a:pt x="1392890" y="52330"/>
                  </a:lnTo>
                  <a:lnTo>
                    <a:pt x="1402619" y="56357"/>
                  </a:lnTo>
                  <a:lnTo>
                    <a:pt x="1412363" y="60469"/>
                  </a:lnTo>
                  <a:lnTo>
                    <a:pt x="1422106" y="64657"/>
                  </a:lnTo>
                  <a:lnTo>
                    <a:pt x="1431850" y="68912"/>
                  </a:lnTo>
                  <a:lnTo>
                    <a:pt x="1441594" y="73228"/>
                  </a:lnTo>
                  <a:lnTo>
                    <a:pt x="1451323" y="77595"/>
                  </a:lnTo>
                  <a:lnTo>
                    <a:pt x="1461067" y="82005"/>
                  </a:lnTo>
                  <a:lnTo>
                    <a:pt x="1470811" y="86451"/>
                  </a:lnTo>
                  <a:lnTo>
                    <a:pt x="1480555" y="90925"/>
                  </a:lnTo>
                  <a:lnTo>
                    <a:pt x="1490284" y="95418"/>
                  </a:lnTo>
                  <a:lnTo>
                    <a:pt x="1500028" y="99921"/>
                  </a:lnTo>
                  <a:lnTo>
                    <a:pt x="1509772" y="104431"/>
                  </a:lnTo>
                  <a:lnTo>
                    <a:pt x="1519516" y="108937"/>
                  </a:lnTo>
                  <a:lnTo>
                    <a:pt x="1529245" y="113432"/>
                  </a:lnTo>
                  <a:lnTo>
                    <a:pt x="1538989" y="117909"/>
                  </a:lnTo>
                  <a:lnTo>
                    <a:pt x="1548733" y="122364"/>
                  </a:lnTo>
                  <a:lnTo>
                    <a:pt x="1558477" y="126787"/>
                  </a:lnTo>
                  <a:lnTo>
                    <a:pt x="1568221" y="131175"/>
                  </a:lnTo>
                  <a:lnTo>
                    <a:pt x="1577950" y="135520"/>
                  </a:lnTo>
                  <a:lnTo>
                    <a:pt x="1587694" y="139816"/>
                  </a:lnTo>
                  <a:lnTo>
                    <a:pt x="1597438" y="144061"/>
                  </a:lnTo>
                  <a:lnTo>
                    <a:pt x="1607182" y="148246"/>
                  </a:lnTo>
                  <a:lnTo>
                    <a:pt x="1616911" y="152370"/>
                  </a:lnTo>
                  <a:lnTo>
                    <a:pt x="1626655" y="156427"/>
                  </a:lnTo>
                  <a:lnTo>
                    <a:pt x="1636399" y="160411"/>
                  </a:lnTo>
                  <a:lnTo>
                    <a:pt x="1646142" y="164322"/>
                  </a:lnTo>
                  <a:lnTo>
                    <a:pt x="1655872" y="168156"/>
                  </a:lnTo>
                  <a:lnTo>
                    <a:pt x="1665616" y="171909"/>
                  </a:lnTo>
                  <a:lnTo>
                    <a:pt x="1675359" y="175579"/>
                  </a:lnTo>
                  <a:lnTo>
                    <a:pt x="1685103" y="179162"/>
                  </a:lnTo>
                  <a:lnTo>
                    <a:pt x="1694832" y="182658"/>
                  </a:lnTo>
                  <a:lnTo>
                    <a:pt x="1704576" y="186066"/>
                  </a:lnTo>
                  <a:lnTo>
                    <a:pt x="1714320" y="189384"/>
                  </a:lnTo>
                  <a:lnTo>
                    <a:pt x="1724064" y="192611"/>
                  </a:lnTo>
                  <a:lnTo>
                    <a:pt x="1733808" y="195746"/>
                  </a:lnTo>
                  <a:lnTo>
                    <a:pt x="1743537" y="198790"/>
                  </a:lnTo>
                  <a:lnTo>
                    <a:pt x="1753281" y="201741"/>
                  </a:lnTo>
                  <a:lnTo>
                    <a:pt x="1763025" y="204600"/>
                  </a:lnTo>
                  <a:lnTo>
                    <a:pt x="1772769" y="207368"/>
                  </a:lnTo>
                  <a:lnTo>
                    <a:pt x="1782498" y="210046"/>
                  </a:lnTo>
                  <a:lnTo>
                    <a:pt x="1792242" y="212634"/>
                  </a:lnTo>
                  <a:lnTo>
                    <a:pt x="1801986" y="215132"/>
                  </a:lnTo>
                  <a:lnTo>
                    <a:pt x="1811730" y="217545"/>
                  </a:lnTo>
                  <a:lnTo>
                    <a:pt x="1821459" y="219870"/>
                  </a:lnTo>
                  <a:lnTo>
                    <a:pt x="1831203" y="222111"/>
                  </a:lnTo>
                  <a:lnTo>
                    <a:pt x="1840947" y="224270"/>
                  </a:lnTo>
                  <a:lnTo>
                    <a:pt x="1850691" y="226347"/>
                  </a:lnTo>
                  <a:lnTo>
                    <a:pt x="1860435" y="228346"/>
                  </a:lnTo>
                  <a:lnTo>
                    <a:pt x="1870164" y="230267"/>
                  </a:lnTo>
                  <a:lnTo>
                    <a:pt x="1879908" y="232113"/>
                  </a:lnTo>
                  <a:lnTo>
                    <a:pt x="1889652" y="233884"/>
                  </a:lnTo>
                  <a:lnTo>
                    <a:pt x="1899395" y="235586"/>
                  </a:lnTo>
                  <a:lnTo>
                    <a:pt x="1909124" y="237216"/>
                  </a:lnTo>
                  <a:lnTo>
                    <a:pt x="1918868" y="238778"/>
                  </a:lnTo>
                  <a:lnTo>
                    <a:pt x="1928612" y="240274"/>
                  </a:lnTo>
                  <a:lnTo>
                    <a:pt x="1938356" y="241706"/>
                  </a:lnTo>
                  <a:lnTo>
                    <a:pt x="1948085" y="243074"/>
                  </a:lnTo>
                  <a:lnTo>
                    <a:pt x="1957829" y="244379"/>
                  </a:lnTo>
                  <a:lnTo>
                    <a:pt x="1967573" y="245625"/>
                  </a:lnTo>
                  <a:lnTo>
                    <a:pt x="1977317" y="246811"/>
                  </a:lnTo>
                  <a:lnTo>
                    <a:pt x="1987046" y="247937"/>
                  </a:lnTo>
                  <a:lnTo>
                    <a:pt x="1996790" y="249005"/>
                  </a:lnTo>
                  <a:lnTo>
                    <a:pt x="2006534" y="250017"/>
                  </a:lnTo>
                  <a:lnTo>
                    <a:pt x="2016278" y="250970"/>
                  </a:lnTo>
                  <a:lnTo>
                    <a:pt x="2026022" y="251866"/>
                  </a:lnTo>
                  <a:lnTo>
                    <a:pt x="2035751" y="252705"/>
                  </a:lnTo>
                  <a:lnTo>
                    <a:pt x="2045495" y="253485"/>
                  </a:lnTo>
                  <a:lnTo>
                    <a:pt x="2055239" y="254208"/>
                  </a:lnTo>
                  <a:lnTo>
                    <a:pt x="2064983" y="254872"/>
                  </a:lnTo>
                  <a:lnTo>
                    <a:pt x="2074712" y="255476"/>
                  </a:lnTo>
                  <a:lnTo>
                    <a:pt x="2084456" y="256018"/>
                  </a:lnTo>
                  <a:lnTo>
                    <a:pt x="2094200" y="256498"/>
                  </a:lnTo>
                  <a:lnTo>
                    <a:pt x="2103944" y="256913"/>
                  </a:lnTo>
                  <a:lnTo>
                    <a:pt x="2113673" y="257262"/>
                  </a:lnTo>
                  <a:lnTo>
                    <a:pt x="2123417" y="257544"/>
                  </a:lnTo>
                  <a:lnTo>
                    <a:pt x="2133161" y="257755"/>
                  </a:lnTo>
                  <a:lnTo>
                    <a:pt x="2142905" y="257894"/>
                  </a:lnTo>
                  <a:lnTo>
                    <a:pt x="2152649" y="257956"/>
                  </a:lnTo>
                  <a:lnTo>
                    <a:pt x="2162377" y="257943"/>
                  </a:lnTo>
                  <a:lnTo>
                    <a:pt x="2172121" y="257848"/>
                  </a:lnTo>
                  <a:lnTo>
                    <a:pt x="2181865" y="257670"/>
                  </a:lnTo>
                  <a:lnTo>
                    <a:pt x="2191609" y="257407"/>
                  </a:lnTo>
                  <a:lnTo>
                    <a:pt x="2201338" y="257055"/>
                  </a:lnTo>
                  <a:lnTo>
                    <a:pt x="2211082" y="256610"/>
                  </a:lnTo>
                  <a:lnTo>
                    <a:pt x="2220826" y="256070"/>
                  </a:lnTo>
                  <a:lnTo>
                    <a:pt x="2230570" y="255433"/>
                  </a:lnTo>
                  <a:lnTo>
                    <a:pt x="2240299" y="254694"/>
                  </a:lnTo>
                  <a:lnTo>
                    <a:pt x="2250043" y="253850"/>
                  </a:lnTo>
                  <a:lnTo>
                    <a:pt x="2259787" y="252900"/>
                  </a:lnTo>
                  <a:lnTo>
                    <a:pt x="2269531" y="251840"/>
                  </a:lnTo>
                  <a:lnTo>
                    <a:pt x="2279260" y="250668"/>
                  </a:lnTo>
                  <a:lnTo>
                    <a:pt x="2289004" y="249381"/>
                  </a:lnTo>
                  <a:lnTo>
                    <a:pt x="2298748" y="247976"/>
                  </a:lnTo>
                  <a:lnTo>
                    <a:pt x="2308492" y="246450"/>
                  </a:lnTo>
                  <a:lnTo>
                    <a:pt x="2318236" y="244804"/>
                  </a:lnTo>
                  <a:lnTo>
                    <a:pt x="2327965" y="243034"/>
                  </a:lnTo>
                  <a:lnTo>
                    <a:pt x="2337709" y="241137"/>
                  </a:lnTo>
                  <a:lnTo>
                    <a:pt x="2347453" y="239114"/>
                  </a:lnTo>
                  <a:lnTo>
                    <a:pt x="2357197" y="236962"/>
                  </a:lnTo>
                  <a:lnTo>
                    <a:pt x="2366926" y="234683"/>
                  </a:lnTo>
                  <a:lnTo>
                    <a:pt x="2376670" y="232274"/>
                  </a:lnTo>
                  <a:lnTo>
                    <a:pt x="2386413" y="229735"/>
                  </a:lnTo>
                  <a:lnTo>
                    <a:pt x="2396157" y="227066"/>
                  </a:lnTo>
                  <a:lnTo>
                    <a:pt x="2405886" y="224268"/>
                  </a:lnTo>
                  <a:lnTo>
                    <a:pt x="2415630" y="221344"/>
                  </a:lnTo>
                  <a:lnTo>
                    <a:pt x="2425374" y="218291"/>
                  </a:lnTo>
                  <a:lnTo>
                    <a:pt x="2435118" y="215112"/>
                  </a:lnTo>
                  <a:lnTo>
                    <a:pt x="2444862" y="211810"/>
                  </a:lnTo>
                  <a:lnTo>
                    <a:pt x="2454591" y="208386"/>
                  </a:lnTo>
                  <a:lnTo>
                    <a:pt x="2464335" y="204843"/>
                  </a:lnTo>
                  <a:lnTo>
                    <a:pt x="2474079" y="201185"/>
                  </a:lnTo>
                  <a:lnTo>
                    <a:pt x="2483823" y="197414"/>
                  </a:lnTo>
                  <a:lnTo>
                    <a:pt x="2493552" y="193536"/>
                  </a:lnTo>
                  <a:lnTo>
                    <a:pt x="2503296" y="189552"/>
                  </a:lnTo>
                  <a:lnTo>
                    <a:pt x="2513040" y="185470"/>
                  </a:lnTo>
                  <a:lnTo>
                    <a:pt x="2522784" y="181292"/>
                  </a:lnTo>
                  <a:lnTo>
                    <a:pt x="2532513" y="177027"/>
                  </a:lnTo>
                  <a:lnTo>
                    <a:pt x="2542257" y="172676"/>
                  </a:lnTo>
                  <a:lnTo>
                    <a:pt x="2552001" y="168250"/>
                  </a:lnTo>
                  <a:lnTo>
                    <a:pt x="2561745" y="163753"/>
                  </a:lnTo>
                  <a:lnTo>
                    <a:pt x="2571474" y="159191"/>
                  </a:lnTo>
                  <a:lnTo>
                    <a:pt x="2581218" y="154574"/>
                  </a:lnTo>
                  <a:lnTo>
                    <a:pt x="2590962" y="149906"/>
                  </a:lnTo>
                  <a:lnTo>
                    <a:pt x="2600705" y="145198"/>
                  </a:lnTo>
                  <a:lnTo>
                    <a:pt x="2610449" y="140457"/>
                  </a:lnTo>
                  <a:lnTo>
                    <a:pt x="2620178" y="135689"/>
                  </a:lnTo>
                  <a:lnTo>
                    <a:pt x="2629922" y="130907"/>
                  </a:lnTo>
                  <a:lnTo>
                    <a:pt x="2639666" y="126117"/>
                  </a:lnTo>
                  <a:lnTo>
                    <a:pt x="2649410" y="121328"/>
                  </a:lnTo>
                  <a:lnTo>
                    <a:pt x="2659139" y="116550"/>
                  </a:lnTo>
                  <a:lnTo>
                    <a:pt x="2668883" y="111791"/>
                  </a:lnTo>
                  <a:lnTo>
                    <a:pt x="2678627" y="107064"/>
                  </a:lnTo>
                  <a:lnTo>
                    <a:pt x="2688371" y="102375"/>
                  </a:lnTo>
                  <a:lnTo>
                    <a:pt x="2698100" y="97736"/>
                  </a:lnTo>
                  <a:lnTo>
                    <a:pt x="2707844" y="93156"/>
                  </a:lnTo>
                  <a:lnTo>
                    <a:pt x="2717588" y="88644"/>
                  </a:lnTo>
                  <a:lnTo>
                    <a:pt x="2727332" y="84212"/>
                  </a:lnTo>
                  <a:lnTo>
                    <a:pt x="2737076" y="79867"/>
                  </a:lnTo>
                  <a:lnTo>
                    <a:pt x="2746805" y="75623"/>
                  </a:lnTo>
                  <a:lnTo>
                    <a:pt x="2756549" y="71485"/>
                  </a:lnTo>
                  <a:lnTo>
                    <a:pt x="2766293" y="67467"/>
                  </a:lnTo>
                  <a:lnTo>
                    <a:pt x="2776037" y="63577"/>
                  </a:lnTo>
                  <a:lnTo>
                    <a:pt x="2785766" y="59822"/>
                  </a:lnTo>
                  <a:lnTo>
                    <a:pt x="2795510" y="56215"/>
                  </a:lnTo>
                  <a:lnTo>
                    <a:pt x="2805254" y="52765"/>
                  </a:lnTo>
                  <a:lnTo>
                    <a:pt x="2814998" y="49478"/>
                  </a:lnTo>
                  <a:lnTo>
                    <a:pt x="2824727" y="46364"/>
                  </a:lnTo>
                  <a:lnTo>
                    <a:pt x="2834471" y="43432"/>
                  </a:lnTo>
                  <a:lnTo>
                    <a:pt x="2844215" y="40689"/>
                  </a:lnTo>
                  <a:lnTo>
                    <a:pt x="2853958" y="38144"/>
                  </a:lnTo>
                  <a:lnTo>
                    <a:pt x="2863687" y="35805"/>
                  </a:lnTo>
                  <a:lnTo>
                    <a:pt x="2873431" y="33676"/>
                  </a:lnTo>
                  <a:lnTo>
                    <a:pt x="2883175" y="31766"/>
                  </a:lnTo>
                  <a:lnTo>
                    <a:pt x="2892919" y="30081"/>
                  </a:lnTo>
                  <a:lnTo>
                    <a:pt x="2902663" y="28627"/>
                  </a:lnTo>
                  <a:lnTo>
                    <a:pt x="2912392" y="2741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5" name="Freeform 814">
              <a:extLst>
                <a:ext uri="{FF2B5EF4-FFF2-40B4-BE49-F238E27FC236}">
                  <a16:creationId xmlns:a16="http://schemas.microsoft.com/office/drawing/2014/main" id="{B2B4EBE4-F17C-68D4-1003-2716A5699BFF}"/>
                </a:ext>
              </a:extLst>
            </p:cNvPr>
            <p:cNvSpPr/>
            <p:nvPr/>
          </p:nvSpPr>
          <p:spPr>
            <a:xfrm>
              <a:off x="576446" y="3218741"/>
              <a:ext cx="2912392" cy="867715"/>
            </a:xfrm>
            <a:custGeom>
              <a:avLst/>
              <a:gdLst>
                <a:gd name="connsiteX0" fmla="*/ 0 w 2912392"/>
                <a:gd name="connsiteY0" fmla="*/ 867715 h 867715"/>
                <a:gd name="connsiteX1" fmla="*/ 9739 w 2912392"/>
                <a:gd name="connsiteY1" fmla="*/ 863663 h 867715"/>
                <a:gd name="connsiteX2" fmla="*/ 19480 w 2912392"/>
                <a:gd name="connsiteY2" fmla="*/ 859357 h 867715"/>
                <a:gd name="connsiteX3" fmla="*/ 29221 w 2912392"/>
                <a:gd name="connsiteY3" fmla="*/ 854783 h 867715"/>
                <a:gd name="connsiteX4" fmla="*/ 38961 w 2912392"/>
                <a:gd name="connsiteY4" fmla="*/ 849970 h 867715"/>
                <a:gd name="connsiteX5" fmla="*/ 48702 w 2912392"/>
                <a:gd name="connsiteY5" fmla="*/ 844920 h 867715"/>
                <a:gd name="connsiteX6" fmla="*/ 58443 w 2912392"/>
                <a:gd name="connsiteY6" fmla="*/ 839616 h 867715"/>
                <a:gd name="connsiteX7" fmla="*/ 68182 w 2912392"/>
                <a:gd name="connsiteY7" fmla="*/ 834088 h 867715"/>
                <a:gd name="connsiteX8" fmla="*/ 77923 w 2912392"/>
                <a:gd name="connsiteY8" fmla="*/ 828352 h 867715"/>
                <a:gd name="connsiteX9" fmla="*/ 87664 w 2912392"/>
                <a:gd name="connsiteY9" fmla="*/ 822378 h 867715"/>
                <a:gd name="connsiteX10" fmla="*/ 97404 w 2912392"/>
                <a:gd name="connsiteY10" fmla="*/ 816209 h 867715"/>
                <a:gd name="connsiteX11" fmla="*/ 107145 w 2912392"/>
                <a:gd name="connsiteY11" fmla="*/ 809848 h 867715"/>
                <a:gd name="connsiteX12" fmla="*/ 116886 w 2912392"/>
                <a:gd name="connsiteY12" fmla="*/ 803292 h 867715"/>
                <a:gd name="connsiteX13" fmla="*/ 126625 w 2912392"/>
                <a:gd name="connsiteY13" fmla="*/ 796558 h 867715"/>
                <a:gd name="connsiteX14" fmla="*/ 136366 w 2912392"/>
                <a:gd name="connsiteY14" fmla="*/ 789640 h 867715"/>
                <a:gd name="connsiteX15" fmla="*/ 146107 w 2912392"/>
                <a:gd name="connsiteY15" fmla="*/ 782563 h 867715"/>
                <a:gd name="connsiteX16" fmla="*/ 155846 w 2912392"/>
                <a:gd name="connsiteY16" fmla="*/ 775333 h 867715"/>
                <a:gd name="connsiteX17" fmla="*/ 165587 w 2912392"/>
                <a:gd name="connsiteY17" fmla="*/ 767956 h 867715"/>
                <a:gd name="connsiteX18" fmla="*/ 175328 w 2912392"/>
                <a:gd name="connsiteY18" fmla="*/ 760443 h 867715"/>
                <a:gd name="connsiteX19" fmla="*/ 185068 w 2912392"/>
                <a:gd name="connsiteY19" fmla="*/ 752804 h 867715"/>
                <a:gd name="connsiteX20" fmla="*/ 194809 w 2912392"/>
                <a:gd name="connsiteY20" fmla="*/ 745047 h 867715"/>
                <a:gd name="connsiteX21" fmla="*/ 204550 w 2912392"/>
                <a:gd name="connsiteY21" fmla="*/ 737185 h 867715"/>
                <a:gd name="connsiteX22" fmla="*/ 214289 w 2912392"/>
                <a:gd name="connsiteY22" fmla="*/ 729225 h 867715"/>
                <a:gd name="connsiteX23" fmla="*/ 224030 w 2912392"/>
                <a:gd name="connsiteY23" fmla="*/ 721176 h 867715"/>
                <a:gd name="connsiteX24" fmla="*/ 233771 w 2912392"/>
                <a:gd name="connsiteY24" fmla="*/ 713052 h 867715"/>
                <a:gd name="connsiteX25" fmla="*/ 243510 w 2912392"/>
                <a:gd name="connsiteY25" fmla="*/ 704859 h 867715"/>
                <a:gd name="connsiteX26" fmla="*/ 253251 w 2912392"/>
                <a:gd name="connsiteY26" fmla="*/ 696609 h 867715"/>
                <a:gd name="connsiteX27" fmla="*/ 262992 w 2912392"/>
                <a:gd name="connsiteY27" fmla="*/ 688312 h 867715"/>
                <a:gd name="connsiteX28" fmla="*/ 272732 w 2912392"/>
                <a:gd name="connsiteY28" fmla="*/ 679976 h 867715"/>
                <a:gd name="connsiteX29" fmla="*/ 282473 w 2912392"/>
                <a:gd name="connsiteY29" fmla="*/ 671613 h 867715"/>
                <a:gd name="connsiteX30" fmla="*/ 292214 w 2912392"/>
                <a:gd name="connsiteY30" fmla="*/ 663231 h 867715"/>
                <a:gd name="connsiteX31" fmla="*/ 301953 w 2912392"/>
                <a:gd name="connsiteY31" fmla="*/ 654840 h 867715"/>
                <a:gd name="connsiteX32" fmla="*/ 311694 w 2912392"/>
                <a:gd name="connsiteY32" fmla="*/ 646449 h 867715"/>
                <a:gd name="connsiteX33" fmla="*/ 321435 w 2912392"/>
                <a:gd name="connsiteY33" fmla="*/ 638068 h 867715"/>
                <a:gd name="connsiteX34" fmla="*/ 331175 w 2912392"/>
                <a:gd name="connsiteY34" fmla="*/ 629705 h 867715"/>
                <a:gd name="connsiteX35" fmla="*/ 340916 w 2912392"/>
                <a:gd name="connsiteY35" fmla="*/ 621371 h 867715"/>
                <a:gd name="connsiteX36" fmla="*/ 350656 w 2912392"/>
                <a:gd name="connsiteY36" fmla="*/ 613071 h 867715"/>
                <a:gd name="connsiteX37" fmla="*/ 360396 w 2912392"/>
                <a:gd name="connsiteY37" fmla="*/ 604815 h 867715"/>
                <a:gd name="connsiteX38" fmla="*/ 370137 w 2912392"/>
                <a:gd name="connsiteY38" fmla="*/ 596610 h 867715"/>
                <a:gd name="connsiteX39" fmla="*/ 379878 w 2912392"/>
                <a:gd name="connsiteY39" fmla="*/ 588465 h 867715"/>
                <a:gd name="connsiteX40" fmla="*/ 389617 w 2912392"/>
                <a:gd name="connsiteY40" fmla="*/ 580387 h 867715"/>
                <a:gd name="connsiteX41" fmla="*/ 399358 w 2912392"/>
                <a:gd name="connsiteY41" fmla="*/ 572383 h 867715"/>
                <a:gd name="connsiteX42" fmla="*/ 409099 w 2912392"/>
                <a:gd name="connsiteY42" fmla="*/ 564458 h 867715"/>
                <a:gd name="connsiteX43" fmla="*/ 418839 w 2912392"/>
                <a:gd name="connsiteY43" fmla="*/ 556620 h 867715"/>
                <a:gd name="connsiteX44" fmla="*/ 428580 w 2912392"/>
                <a:gd name="connsiteY44" fmla="*/ 548876 h 867715"/>
                <a:gd name="connsiteX45" fmla="*/ 438321 w 2912392"/>
                <a:gd name="connsiteY45" fmla="*/ 541228 h 867715"/>
                <a:gd name="connsiteX46" fmla="*/ 448060 w 2912392"/>
                <a:gd name="connsiteY46" fmla="*/ 533684 h 867715"/>
                <a:gd name="connsiteX47" fmla="*/ 457801 w 2912392"/>
                <a:gd name="connsiteY47" fmla="*/ 526248 h 867715"/>
                <a:gd name="connsiteX48" fmla="*/ 467542 w 2912392"/>
                <a:gd name="connsiteY48" fmla="*/ 518926 h 867715"/>
                <a:gd name="connsiteX49" fmla="*/ 477281 w 2912392"/>
                <a:gd name="connsiteY49" fmla="*/ 511719 h 867715"/>
                <a:gd name="connsiteX50" fmla="*/ 487022 w 2912392"/>
                <a:gd name="connsiteY50" fmla="*/ 504631 h 867715"/>
                <a:gd name="connsiteX51" fmla="*/ 496763 w 2912392"/>
                <a:gd name="connsiteY51" fmla="*/ 497668 h 867715"/>
                <a:gd name="connsiteX52" fmla="*/ 506503 w 2912392"/>
                <a:gd name="connsiteY52" fmla="*/ 490831 h 867715"/>
                <a:gd name="connsiteX53" fmla="*/ 516244 w 2912392"/>
                <a:gd name="connsiteY53" fmla="*/ 484120 h 867715"/>
                <a:gd name="connsiteX54" fmla="*/ 525985 w 2912392"/>
                <a:gd name="connsiteY54" fmla="*/ 477541 h 867715"/>
                <a:gd name="connsiteX55" fmla="*/ 535724 w 2912392"/>
                <a:gd name="connsiteY55" fmla="*/ 471094 h 867715"/>
                <a:gd name="connsiteX56" fmla="*/ 545465 w 2912392"/>
                <a:gd name="connsiteY56" fmla="*/ 464780 h 867715"/>
                <a:gd name="connsiteX57" fmla="*/ 555206 w 2912392"/>
                <a:gd name="connsiteY57" fmla="*/ 458600 h 867715"/>
                <a:gd name="connsiteX58" fmla="*/ 564946 w 2912392"/>
                <a:gd name="connsiteY58" fmla="*/ 452555 h 867715"/>
                <a:gd name="connsiteX59" fmla="*/ 574687 w 2912392"/>
                <a:gd name="connsiteY59" fmla="*/ 446645 h 867715"/>
                <a:gd name="connsiteX60" fmla="*/ 584428 w 2912392"/>
                <a:gd name="connsiteY60" fmla="*/ 440868 h 867715"/>
                <a:gd name="connsiteX61" fmla="*/ 594167 w 2912392"/>
                <a:gd name="connsiteY61" fmla="*/ 435226 h 867715"/>
                <a:gd name="connsiteX62" fmla="*/ 603908 w 2912392"/>
                <a:gd name="connsiteY62" fmla="*/ 429718 h 867715"/>
                <a:gd name="connsiteX63" fmla="*/ 613649 w 2912392"/>
                <a:gd name="connsiteY63" fmla="*/ 424341 h 867715"/>
                <a:gd name="connsiteX64" fmla="*/ 623388 w 2912392"/>
                <a:gd name="connsiteY64" fmla="*/ 419096 h 867715"/>
                <a:gd name="connsiteX65" fmla="*/ 633129 w 2912392"/>
                <a:gd name="connsiteY65" fmla="*/ 413980 h 867715"/>
                <a:gd name="connsiteX66" fmla="*/ 642870 w 2912392"/>
                <a:gd name="connsiteY66" fmla="*/ 408992 h 867715"/>
                <a:gd name="connsiteX67" fmla="*/ 652610 w 2912392"/>
                <a:gd name="connsiteY67" fmla="*/ 404129 h 867715"/>
                <a:gd name="connsiteX68" fmla="*/ 662351 w 2912392"/>
                <a:gd name="connsiteY68" fmla="*/ 399390 h 867715"/>
                <a:gd name="connsiteX69" fmla="*/ 672092 w 2912392"/>
                <a:gd name="connsiteY69" fmla="*/ 394771 h 867715"/>
                <a:gd name="connsiteX70" fmla="*/ 681831 w 2912392"/>
                <a:gd name="connsiteY70" fmla="*/ 390271 h 867715"/>
                <a:gd name="connsiteX71" fmla="*/ 691572 w 2912392"/>
                <a:gd name="connsiteY71" fmla="*/ 385887 h 867715"/>
                <a:gd name="connsiteX72" fmla="*/ 701313 w 2912392"/>
                <a:gd name="connsiteY72" fmla="*/ 381615 h 867715"/>
                <a:gd name="connsiteX73" fmla="*/ 711052 w 2912392"/>
                <a:gd name="connsiteY73" fmla="*/ 377454 h 867715"/>
                <a:gd name="connsiteX74" fmla="*/ 720793 w 2912392"/>
                <a:gd name="connsiteY74" fmla="*/ 373398 h 867715"/>
                <a:gd name="connsiteX75" fmla="*/ 730534 w 2912392"/>
                <a:gd name="connsiteY75" fmla="*/ 369447 h 867715"/>
                <a:gd name="connsiteX76" fmla="*/ 740274 w 2912392"/>
                <a:gd name="connsiteY76" fmla="*/ 365599 h 867715"/>
                <a:gd name="connsiteX77" fmla="*/ 750015 w 2912392"/>
                <a:gd name="connsiteY77" fmla="*/ 361846 h 867715"/>
                <a:gd name="connsiteX78" fmla="*/ 759756 w 2912392"/>
                <a:gd name="connsiteY78" fmla="*/ 358189 h 867715"/>
                <a:gd name="connsiteX79" fmla="*/ 769495 w 2912392"/>
                <a:gd name="connsiteY79" fmla="*/ 354624 h 867715"/>
                <a:gd name="connsiteX80" fmla="*/ 779236 w 2912392"/>
                <a:gd name="connsiteY80" fmla="*/ 351148 h 867715"/>
                <a:gd name="connsiteX81" fmla="*/ 788977 w 2912392"/>
                <a:gd name="connsiteY81" fmla="*/ 347757 h 867715"/>
                <a:gd name="connsiteX82" fmla="*/ 798717 w 2912392"/>
                <a:gd name="connsiteY82" fmla="*/ 344450 h 867715"/>
                <a:gd name="connsiteX83" fmla="*/ 808458 w 2912392"/>
                <a:gd name="connsiteY83" fmla="*/ 341222 h 867715"/>
                <a:gd name="connsiteX84" fmla="*/ 818199 w 2912392"/>
                <a:gd name="connsiteY84" fmla="*/ 338074 h 867715"/>
                <a:gd name="connsiteX85" fmla="*/ 827938 w 2912392"/>
                <a:gd name="connsiteY85" fmla="*/ 334999 h 867715"/>
                <a:gd name="connsiteX86" fmla="*/ 837679 w 2912392"/>
                <a:gd name="connsiteY86" fmla="*/ 331997 h 867715"/>
                <a:gd name="connsiteX87" fmla="*/ 847420 w 2912392"/>
                <a:gd name="connsiteY87" fmla="*/ 329066 h 867715"/>
                <a:gd name="connsiteX88" fmla="*/ 857159 w 2912392"/>
                <a:gd name="connsiteY88" fmla="*/ 326203 h 867715"/>
                <a:gd name="connsiteX89" fmla="*/ 866900 w 2912392"/>
                <a:gd name="connsiteY89" fmla="*/ 323406 h 867715"/>
                <a:gd name="connsiteX90" fmla="*/ 876641 w 2912392"/>
                <a:gd name="connsiteY90" fmla="*/ 320672 h 867715"/>
                <a:gd name="connsiteX91" fmla="*/ 886381 w 2912392"/>
                <a:gd name="connsiteY91" fmla="*/ 318002 h 867715"/>
                <a:gd name="connsiteX92" fmla="*/ 896122 w 2912392"/>
                <a:gd name="connsiteY92" fmla="*/ 315394 h 867715"/>
                <a:gd name="connsiteX93" fmla="*/ 905863 w 2912392"/>
                <a:gd name="connsiteY93" fmla="*/ 312846 h 867715"/>
                <a:gd name="connsiteX94" fmla="*/ 915602 w 2912392"/>
                <a:gd name="connsiteY94" fmla="*/ 310355 h 867715"/>
                <a:gd name="connsiteX95" fmla="*/ 925343 w 2912392"/>
                <a:gd name="connsiteY95" fmla="*/ 307923 h 867715"/>
                <a:gd name="connsiteX96" fmla="*/ 935084 w 2912392"/>
                <a:gd name="connsiteY96" fmla="*/ 305547 h 867715"/>
                <a:gd name="connsiteX97" fmla="*/ 944824 w 2912392"/>
                <a:gd name="connsiteY97" fmla="*/ 303229 h 867715"/>
                <a:gd name="connsiteX98" fmla="*/ 954564 w 2912392"/>
                <a:gd name="connsiteY98" fmla="*/ 300965 h 867715"/>
                <a:gd name="connsiteX99" fmla="*/ 964305 w 2912392"/>
                <a:gd name="connsiteY99" fmla="*/ 298757 h 867715"/>
                <a:gd name="connsiteX100" fmla="*/ 974045 w 2912392"/>
                <a:gd name="connsiteY100" fmla="*/ 296606 h 867715"/>
                <a:gd name="connsiteX101" fmla="*/ 983786 w 2912392"/>
                <a:gd name="connsiteY101" fmla="*/ 294510 h 867715"/>
                <a:gd name="connsiteX102" fmla="*/ 993522 w 2912392"/>
                <a:gd name="connsiteY102" fmla="*/ 292468 h 867715"/>
                <a:gd name="connsiteX103" fmla="*/ 1003266 w 2912392"/>
                <a:gd name="connsiteY103" fmla="*/ 290484 h 867715"/>
                <a:gd name="connsiteX104" fmla="*/ 1013010 w 2912392"/>
                <a:gd name="connsiteY104" fmla="*/ 288556 h 867715"/>
                <a:gd name="connsiteX105" fmla="*/ 1022754 w 2912392"/>
                <a:gd name="connsiteY105" fmla="*/ 286685 h 867715"/>
                <a:gd name="connsiteX106" fmla="*/ 1032483 w 2912392"/>
                <a:gd name="connsiteY106" fmla="*/ 284871 h 867715"/>
                <a:gd name="connsiteX107" fmla="*/ 1042227 w 2912392"/>
                <a:gd name="connsiteY107" fmla="*/ 283116 h 867715"/>
                <a:gd name="connsiteX108" fmla="*/ 1051971 w 2912392"/>
                <a:gd name="connsiteY108" fmla="*/ 281421 h 867715"/>
                <a:gd name="connsiteX109" fmla="*/ 1061715 w 2912392"/>
                <a:gd name="connsiteY109" fmla="*/ 279785 h 867715"/>
                <a:gd name="connsiteX110" fmla="*/ 1071444 w 2912392"/>
                <a:gd name="connsiteY110" fmla="*/ 278212 h 867715"/>
                <a:gd name="connsiteX111" fmla="*/ 1081188 w 2912392"/>
                <a:gd name="connsiteY111" fmla="*/ 276701 h 867715"/>
                <a:gd name="connsiteX112" fmla="*/ 1090932 w 2912392"/>
                <a:gd name="connsiteY112" fmla="*/ 275254 h 867715"/>
                <a:gd name="connsiteX113" fmla="*/ 1100676 w 2912392"/>
                <a:gd name="connsiteY113" fmla="*/ 273872 h 867715"/>
                <a:gd name="connsiteX114" fmla="*/ 1110405 w 2912392"/>
                <a:gd name="connsiteY114" fmla="*/ 272556 h 867715"/>
                <a:gd name="connsiteX115" fmla="*/ 1120149 w 2912392"/>
                <a:gd name="connsiteY115" fmla="*/ 271307 h 867715"/>
                <a:gd name="connsiteX116" fmla="*/ 1129893 w 2912392"/>
                <a:gd name="connsiteY116" fmla="*/ 270126 h 867715"/>
                <a:gd name="connsiteX117" fmla="*/ 1139637 w 2912392"/>
                <a:gd name="connsiteY117" fmla="*/ 269016 h 867715"/>
                <a:gd name="connsiteX118" fmla="*/ 1149381 w 2912392"/>
                <a:gd name="connsiteY118" fmla="*/ 267975 h 867715"/>
                <a:gd name="connsiteX119" fmla="*/ 1159110 w 2912392"/>
                <a:gd name="connsiteY119" fmla="*/ 267006 h 867715"/>
                <a:gd name="connsiteX120" fmla="*/ 1168854 w 2912392"/>
                <a:gd name="connsiteY120" fmla="*/ 266111 h 867715"/>
                <a:gd name="connsiteX121" fmla="*/ 1178598 w 2912392"/>
                <a:gd name="connsiteY121" fmla="*/ 265290 h 867715"/>
                <a:gd name="connsiteX122" fmla="*/ 1188341 w 2912392"/>
                <a:gd name="connsiteY122" fmla="*/ 264542 h 867715"/>
                <a:gd name="connsiteX123" fmla="*/ 1198070 w 2912392"/>
                <a:gd name="connsiteY123" fmla="*/ 263870 h 867715"/>
                <a:gd name="connsiteX124" fmla="*/ 1207814 w 2912392"/>
                <a:gd name="connsiteY124" fmla="*/ 263274 h 867715"/>
                <a:gd name="connsiteX125" fmla="*/ 1217558 w 2912392"/>
                <a:gd name="connsiteY125" fmla="*/ 262754 h 867715"/>
                <a:gd name="connsiteX126" fmla="*/ 1227302 w 2912392"/>
                <a:gd name="connsiteY126" fmla="*/ 262313 h 867715"/>
                <a:gd name="connsiteX127" fmla="*/ 1237031 w 2912392"/>
                <a:gd name="connsiteY127" fmla="*/ 261948 h 867715"/>
                <a:gd name="connsiteX128" fmla="*/ 1246775 w 2912392"/>
                <a:gd name="connsiteY128" fmla="*/ 261660 h 867715"/>
                <a:gd name="connsiteX129" fmla="*/ 1256519 w 2912392"/>
                <a:gd name="connsiteY129" fmla="*/ 261450 h 867715"/>
                <a:gd name="connsiteX130" fmla="*/ 1266263 w 2912392"/>
                <a:gd name="connsiteY130" fmla="*/ 261318 h 867715"/>
                <a:gd name="connsiteX131" fmla="*/ 1276007 w 2912392"/>
                <a:gd name="connsiteY131" fmla="*/ 261263 h 867715"/>
                <a:gd name="connsiteX132" fmla="*/ 1285736 w 2912392"/>
                <a:gd name="connsiteY132" fmla="*/ 261283 h 867715"/>
                <a:gd name="connsiteX133" fmla="*/ 1295480 w 2912392"/>
                <a:gd name="connsiteY133" fmla="*/ 261380 h 867715"/>
                <a:gd name="connsiteX134" fmla="*/ 1305224 w 2912392"/>
                <a:gd name="connsiteY134" fmla="*/ 261553 h 867715"/>
                <a:gd name="connsiteX135" fmla="*/ 1314968 w 2912392"/>
                <a:gd name="connsiteY135" fmla="*/ 261799 h 867715"/>
                <a:gd name="connsiteX136" fmla="*/ 1324697 w 2912392"/>
                <a:gd name="connsiteY136" fmla="*/ 262119 h 867715"/>
                <a:gd name="connsiteX137" fmla="*/ 1334441 w 2912392"/>
                <a:gd name="connsiteY137" fmla="*/ 262510 h 867715"/>
                <a:gd name="connsiteX138" fmla="*/ 1344185 w 2912392"/>
                <a:gd name="connsiteY138" fmla="*/ 262971 h 867715"/>
                <a:gd name="connsiteX139" fmla="*/ 1353929 w 2912392"/>
                <a:gd name="connsiteY139" fmla="*/ 263502 h 867715"/>
                <a:gd name="connsiteX140" fmla="*/ 1363658 w 2912392"/>
                <a:gd name="connsiteY140" fmla="*/ 264099 h 867715"/>
                <a:gd name="connsiteX141" fmla="*/ 1373402 w 2912392"/>
                <a:gd name="connsiteY141" fmla="*/ 264761 h 867715"/>
                <a:gd name="connsiteX142" fmla="*/ 1383146 w 2912392"/>
                <a:gd name="connsiteY142" fmla="*/ 265485 h 867715"/>
                <a:gd name="connsiteX143" fmla="*/ 1392890 w 2912392"/>
                <a:gd name="connsiteY143" fmla="*/ 266269 h 867715"/>
                <a:gd name="connsiteX144" fmla="*/ 1402619 w 2912392"/>
                <a:gd name="connsiteY144" fmla="*/ 267110 h 867715"/>
                <a:gd name="connsiteX145" fmla="*/ 1412363 w 2912392"/>
                <a:gd name="connsiteY145" fmla="*/ 268009 h 867715"/>
                <a:gd name="connsiteX146" fmla="*/ 1422106 w 2912392"/>
                <a:gd name="connsiteY146" fmla="*/ 268958 h 867715"/>
                <a:gd name="connsiteX147" fmla="*/ 1431850 w 2912392"/>
                <a:gd name="connsiteY147" fmla="*/ 269956 h 867715"/>
                <a:gd name="connsiteX148" fmla="*/ 1441594 w 2912392"/>
                <a:gd name="connsiteY148" fmla="*/ 271002 h 867715"/>
                <a:gd name="connsiteX149" fmla="*/ 1451323 w 2912392"/>
                <a:gd name="connsiteY149" fmla="*/ 272090 h 867715"/>
                <a:gd name="connsiteX150" fmla="*/ 1461067 w 2912392"/>
                <a:gd name="connsiteY150" fmla="*/ 273218 h 867715"/>
                <a:gd name="connsiteX151" fmla="*/ 1470811 w 2912392"/>
                <a:gd name="connsiteY151" fmla="*/ 274381 h 867715"/>
                <a:gd name="connsiteX152" fmla="*/ 1480555 w 2912392"/>
                <a:gd name="connsiteY152" fmla="*/ 275579 h 867715"/>
                <a:gd name="connsiteX153" fmla="*/ 1490284 w 2912392"/>
                <a:gd name="connsiteY153" fmla="*/ 276804 h 867715"/>
                <a:gd name="connsiteX154" fmla="*/ 1500028 w 2912392"/>
                <a:gd name="connsiteY154" fmla="*/ 278055 h 867715"/>
                <a:gd name="connsiteX155" fmla="*/ 1509772 w 2912392"/>
                <a:gd name="connsiteY155" fmla="*/ 279329 h 867715"/>
                <a:gd name="connsiteX156" fmla="*/ 1519516 w 2912392"/>
                <a:gd name="connsiteY156" fmla="*/ 280619 h 867715"/>
                <a:gd name="connsiteX157" fmla="*/ 1529245 w 2912392"/>
                <a:gd name="connsiteY157" fmla="*/ 281923 h 867715"/>
                <a:gd name="connsiteX158" fmla="*/ 1538989 w 2912392"/>
                <a:gd name="connsiteY158" fmla="*/ 283237 h 867715"/>
                <a:gd name="connsiteX159" fmla="*/ 1548733 w 2912392"/>
                <a:gd name="connsiteY159" fmla="*/ 284557 h 867715"/>
                <a:gd name="connsiteX160" fmla="*/ 1558477 w 2912392"/>
                <a:gd name="connsiteY160" fmla="*/ 285880 h 867715"/>
                <a:gd name="connsiteX161" fmla="*/ 1568221 w 2912392"/>
                <a:gd name="connsiteY161" fmla="*/ 287199 h 867715"/>
                <a:gd name="connsiteX162" fmla="*/ 1577950 w 2912392"/>
                <a:gd name="connsiteY162" fmla="*/ 288513 h 867715"/>
                <a:gd name="connsiteX163" fmla="*/ 1587694 w 2912392"/>
                <a:gd name="connsiteY163" fmla="*/ 289815 h 867715"/>
                <a:gd name="connsiteX164" fmla="*/ 1597438 w 2912392"/>
                <a:gd name="connsiteY164" fmla="*/ 291104 h 867715"/>
                <a:gd name="connsiteX165" fmla="*/ 1607182 w 2912392"/>
                <a:gd name="connsiteY165" fmla="*/ 292375 h 867715"/>
                <a:gd name="connsiteX166" fmla="*/ 1616911 w 2912392"/>
                <a:gd name="connsiteY166" fmla="*/ 293623 h 867715"/>
                <a:gd name="connsiteX167" fmla="*/ 1626655 w 2912392"/>
                <a:gd name="connsiteY167" fmla="*/ 294843 h 867715"/>
                <a:gd name="connsiteX168" fmla="*/ 1636399 w 2912392"/>
                <a:gd name="connsiteY168" fmla="*/ 296035 h 867715"/>
                <a:gd name="connsiteX169" fmla="*/ 1646142 w 2912392"/>
                <a:gd name="connsiteY169" fmla="*/ 297193 h 867715"/>
                <a:gd name="connsiteX170" fmla="*/ 1655872 w 2912392"/>
                <a:gd name="connsiteY170" fmla="*/ 298312 h 867715"/>
                <a:gd name="connsiteX171" fmla="*/ 1665616 w 2912392"/>
                <a:gd name="connsiteY171" fmla="*/ 299389 h 867715"/>
                <a:gd name="connsiteX172" fmla="*/ 1675359 w 2912392"/>
                <a:gd name="connsiteY172" fmla="*/ 300422 h 867715"/>
                <a:gd name="connsiteX173" fmla="*/ 1685103 w 2912392"/>
                <a:gd name="connsiteY173" fmla="*/ 301406 h 867715"/>
                <a:gd name="connsiteX174" fmla="*/ 1694832 w 2912392"/>
                <a:gd name="connsiteY174" fmla="*/ 302338 h 867715"/>
                <a:gd name="connsiteX175" fmla="*/ 1704576 w 2912392"/>
                <a:gd name="connsiteY175" fmla="*/ 303212 h 867715"/>
                <a:gd name="connsiteX176" fmla="*/ 1714320 w 2912392"/>
                <a:gd name="connsiteY176" fmla="*/ 304029 h 867715"/>
                <a:gd name="connsiteX177" fmla="*/ 1724064 w 2912392"/>
                <a:gd name="connsiteY177" fmla="*/ 304784 h 867715"/>
                <a:gd name="connsiteX178" fmla="*/ 1733808 w 2912392"/>
                <a:gd name="connsiteY178" fmla="*/ 305472 h 867715"/>
                <a:gd name="connsiteX179" fmla="*/ 1743537 w 2912392"/>
                <a:gd name="connsiteY179" fmla="*/ 306094 h 867715"/>
                <a:gd name="connsiteX180" fmla="*/ 1753281 w 2912392"/>
                <a:gd name="connsiteY180" fmla="*/ 306643 h 867715"/>
                <a:gd name="connsiteX181" fmla="*/ 1763025 w 2912392"/>
                <a:gd name="connsiteY181" fmla="*/ 307119 h 867715"/>
                <a:gd name="connsiteX182" fmla="*/ 1772769 w 2912392"/>
                <a:gd name="connsiteY182" fmla="*/ 307516 h 867715"/>
                <a:gd name="connsiteX183" fmla="*/ 1782498 w 2912392"/>
                <a:gd name="connsiteY183" fmla="*/ 307837 h 867715"/>
                <a:gd name="connsiteX184" fmla="*/ 1792242 w 2912392"/>
                <a:gd name="connsiteY184" fmla="*/ 308075 h 867715"/>
                <a:gd name="connsiteX185" fmla="*/ 1801986 w 2912392"/>
                <a:gd name="connsiteY185" fmla="*/ 308229 h 867715"/>
                <a:gd name="connsiteX186" fmla="*/ 1811730 w 2912392"/>
                <a:gd name="connsiteY186" fmla="*/ 308297 h 867715"/>
                <a:gd name="connsiteX187" fmla="*/ 1821459 w 2912392"/>
                <a:gd name="connsiteY187" fmla="*/ 308276 h 867715"/>
                <a:gd name="connsiteX188" fmla="*/ 1831203 w 2912392"/>
                <a:gd name="connsiteY188" fmla="*/ 308166 h 867715"/>
                <a:gd name="connsiteX189" fmla="*/ 1840947 w 2912392"/>
                <a:gd name="connsiteY189" fmla="*/ 307963 h 867715"/>
                <a:gd name="connsiteX190" fmla="*/ 1850691 w 2912392"/>
                <a:gd name="connsiteY190" fmla="*/ 307667 h 867715"/>
                <a:gd name="connsiteX191" fmla="*/ 1860435 w 2912392"/>
                <a:gd name="connsiteY191" fmla="*/ 307275 h 867715"/>
                <a:gd name="connsiteX192" fmla="*/ 1870164 w 2912392"/>
                <a:gd name="connsiteY192" fmla="*/ 306785 h 867715"/>
                <a:gd name="connsiteX193" fmla="*/ 1879908 w 2912392"/>
                <a:gd name="connsiteY193" fmla="*/ 306198 h 867715"/>
                <a:gd name="connsiteX194" fmla="*/ 1889652 w 2912392"/>
                <a:gd name="connsiteY194" fmla="*/ 305511 h 867715"/>
                <a:gd name="connsiteX195" fmla="*/ 1899395 w 2912392"/>
                <a:gd name="connsiteY195" fmla="*/ 304724 h 867715"/>
                <a:gd name="connsiteX196" fmla="*/ 1909124 w 2912392"/>
                <a:gd name="connsiteY196" fmla="*/ 303833 h 867715"/>
                <a:gd name="connsiteX197" fmla="*/ 1918868 w 2912392"/>
                <a:gd name="connsiteY197" fmla="*/ 302841 h 867715"/>
                <a:gd name="connsiteX198" fmla="*/ 1928612 w 2912392"/>
                <a:gd name="connsiteY198" fmla="*/ 301745 h 867715"/>
                <a:gd name="connsiteX199" fmla="*/ 1938356 w 2912392"/>
                <a:gd name="connsiteY199" fmla="*/ 300544 h 867715"/>
                <a:gd name="connsiteX200" fmla="*/ 1948085 w 2912392"/>
                <a:gd name="connsiteY200" fmla="*/ 299239 h 867715"/>
                <a:gd name="connsiteX201" fmla="*/ 1957829 w 2912392"/>
                <a:gd name="connsiteY201" fmla="*/ 297826 h 867715"/>
                <a:gd name="connsiteX202" fmla="*/ 1967573 w 2912392"/>
                <a:gd name="connsiteY202" fmla="*/ 296308 h 867715"/>
                <a:gd name="connsiteX203" fmla="*/ 1977317 w 2912392"/>
                <a:gd name="connsiteY203" fmla="*/ 294682 h 867715"/>
                <a:gd name="connsiteX204" fmla="*/ 1987046 w 2912392"/>
                <a:gd name="connsiteY204" fmla="*/ 292951 h 867715"/>
                <a:gd name="connsiteX205" fmla="*/ 1996790 w 2912392"/>
                <a:gd name="connsiteY205" fmla="*/ 291111 h 867715"/>
                <a:gd name="connsiteX206" fmla="*/ 2006534 w 2912392"/>
                <a:gd name="connsiteY206" fmla="*/ 289165 h 867715"/>
                <a:gd name="connsiteX207" fmla="*/ 2016278 w 2912392"/>
                <a:gd name="connsiteY207" fmla="*/ 287112 h 867715"/>
                <a:gd name="connsiteX208" fmla="*/ 2026022 w 2912392"/>
                <a:gd name="connsiteY208" fmla="*/ 284952 h 867715"/>
                <a:gd name="connsiteX209" fmla="*/ 2035751 w 2912392"/>
                <a:gd name="connsiteY209" fmla="*/ 282684 h 867715"/>
                <a:gd name="connsiteX210" fmla="*/ 2045495 w 2912392"/>
                <a:gd name="connsiteY210" fmla="*/ 280311 h 867715"/>
                <a:gd name="connsiteX211" fmla="*/ 2055239 w 2912392"/>
                <a:gd name="connsiteY211" fmla="*/ 277832 h 867715"/>
                <a:gd name="connsiteX212" fmla="*/ 2064983 w 2912392"/>
                <a:gd name="connsiteY212" fmla="*/ 275247 h 867715"/>
                <a:gd name="connsiteX213" fmla="*/ 2074712 w 2912392"/>
                <a:gd name="connsiteY213" fmla="*/ 272556 h 867715"/>
                <a:gd name="connsiteX214" fmla="*/ 2084456 w 2912392"/>
                <a:gd name="connsiteY214" fmla="*/ 269762 h 867715"/>
                <a:gd name="connsiteX215" fmla="*/ 2094200 w 2912392"/>
                <a:gd name="connsiteY215" fmla="*/ 266866 h 867715"/>
                <a:gd name="connsiteX216" fmla="*/ 2103944 w 2912392"/>
                <a:gd name="connsiteY216" fmla="*/ 263867 h 867715"/>
                <a:gd name="connsiteX217" fmla="*/ 2113673 w 2912392"/>
                <a:gd name="connsiteY217" fmla="*/ 260768 h 867715"/>
                <a:gd name="connsiteX218" fmla="*/ 2123417 w 2912392"/>
                <a:gd name="connsiteY218" fmla="*/ 257568 h 867715"/>
                <a:gd name="connsiteX219" fmla="*/ 2133161 w 2912392"/>
                <a:gd name="connsiteY219" fmla="*/ 254270 h 867715"/>
                <a:gd name="connsiteX220" fmla="*/ 2142905 w 2912392"/>
                <a:gd name="connsiteY220" fmla="*/ 250877 h 867715"/>
                <a:gd name="connsiteX221" fmla="*/ 2152649 w 2912392"/>
                <a:gd name="connsiteY221" fmla="*/ 247387 h 867715"/>
                <a:gd name="connsiteX222" fmla="*/ 2162377 w 2912392"/>
                <a:gd name="connsiteY222" fmla="*/ 243804 h 867715"/>
                <a:gd name="connsiteX223" fmla="*/ 2172121 w 2912392"/>
                <a:gd name="connsiteY223" fmla="*/ 240130 h 867715"/>
                <a:gd name="connsiteX224" fmla="*/ 2181865 w 2912392"/>
                <a:gd name="connsiteY224" fmla="*/ 236368 h 867715"/>
                <a:gd name="connsiteX225" fmla="*/ 2191609 w 2912392"/>
                <a:gd name="connsiteY225" fmla="*/ 232518 h 867715"/>
                <a:gd name="connsiteX226" fmla="*/ 2201338 w 2912392"/>
                <a:gd name="connsiteY226" fmla="*/ 228583 h 867715"/>
                <a:gd name="connsiteX227" fmla="*/ 2211082 w 2912392"/>
                <a:gd name="connsiteY227" fmla="*/ 224568 h 867715"/>
                <a:gd name="connsiteX228" fmla="*/ 2220826 w 2912392"/>
                <a:gd name="connsiteY228" fmla="*/ 220472 h 867715"/>
                <a:gd name="connsiteX229" fmla="*/ 2230570 w 2912392"/>
                <a:gd name="connsiteY229" fmla="*/ 216300 h 867715"/>
                <a:gd name="connsiteX230" fmla="*/ 2240299 w 2912392"/>
                <a:gd name="connsiteY230" fmla="*/ 212057 h 867715"/>
                <a:gd name="connsiteX231" fmla="*/ 2250043 w 2912392"/>
                <a:gd name="connsiteY231" fmla="*/ 207742 h 867715"/>
                <a:gd name="connsiteX232" fmla="*/ 2259787 w 2912392"/>
                <a:gd name="connsiteY232" fmla="*/ 203361 h 867715"/>
                <a:gd name="connsiteX233" fmla="*/ 2269531 w 2912392"/>
                <a:gd name="connsiteY233" fmla="*/ 198918 h 867715"/>
                <a:gd name="connsiteX234" fmla="*/ 2279260 w 2912392"/>
                <a:gd name="connsiteY234" fmla="*/ 194415 h 867715"/>
                <a:gd name="connsiteX235" fmla="*/ 2289004 w 2912392"/>
                <a:gd name="connsiteY235" fmla="*/ 189856 h 867715"/>
                <a:gd name="connsiteX236" fmla="*/ 2298748 w 2912392"/>
                <a:gd name="connsiteY236" fmla="*/ 185248 h 867715"/>
                <a:gd name="connsiteX237" fmla="*/ 2308492 w 2912392"/>
                <a:gd name="connsiteY237" fmla="*/ 180591 h 867715"/>
                <a:gd name="connsiteX238" fmla="*/ 2318236 w 2912392"/>
                <a:gd name="connsiteY238" fmla="*/ 175893 h 867715"/>
                <a:gd name="connsiteX239" fmla="*/ 2327965 w 2912392"/>
                <a:gd name="connsiteY239" fmla="*/ 171155 h 867715"/>
                <a:gd name="connsiteX240" fmla="*/ 2337709 w 2912392"/>
                <a:gd name="connsiteY240" fmla="*/ 166386 h 867715"/>
                <a:gd name="connsiteX241" fmla="*/ 2347453 w 2912392"/>
                <a:gd name="connsiteY241" fmla="*/ 161587 h 867715"/>
                <a:gd name="connsiteX242" fmla="*/ 2357197 w 2912392"/>
                <a:gd name="connsiteY242" fmla="*/ 156766 h 867715"/>
                <a:gd name="connsiteX243" fmla="*/ 2366926 w 2912392"/>
                <a:gd name="connsiteY243" fmla="*/ 151926 h 867715"/>
                <a:gd name="connsiteX244" fmla="*/ 2376670 w 2912392"/>
                <a:gd name="connsiteY244" fmla="*/ 147074 h 867715"/>
                <a:gd name="connsiteX245" fmla="*/ 2386413 w 2912392"/>
                <a:gd name="connsiteY245" fmla="*/ 142212 h 867715"/>
                <a:gd name="connsiteX246" fmla="*/ 2396157 w 2912392"/>
                <a:gd name="connsiteY246" fmla="*/ 137349 h 867715"/>
                <a:gd name="connsiteX247" fmla="*/ 2405886 w 2912392"/>
                <a:gd name="connsiteY247" fmla="*/ 132491 h 867715"/>
                <a:gd name="connsiteX248" fmla="*/ 2415630 w 2912392"/>
                <a:gd name="connsiteY248" fmla="*/ 127641 h 867715"/>
                <a:gd name="connsiteX249" fmla="*/ 2425374 w 2912392"/>
                <a:gd name="connsiteY249" fmla="*/ 122805 h 867715"/>
                <a:gd name="connsiteX250" fmla="*/ 2435118 w 2912392"/>
                <a:gd name="connsiteY250" fmla="*/ 117991 h 867715"/>
                <a:gd name="connsiteX251" fmla="*/ 2444862 w 2912392"/>
                <a:gd name="connsiteY251" fmla="*/ 113202 h 867715"/>
                <a:gd name="connsiteX252" fmla="*/ 2454591 w 2912392"/>
                <a:gd name="connsiteY252" fmla="*/ 108447 h 867715"/>
                <a:gd name="connsiteX253" fmla="*/ 2464335 w 2912392"/>
                <a:gd name="connsiteY253" fmla="*/ 103730 h 867715"/>
                <a:gd name="connsiteX254" fmla="*/ 2474079 w 2912392"/>
                <a:gd name="connsiteY254" fmla="*/ 99056 h 867715"/>
                <a:gd name="connsiteX255" fmla="*/ 2483823 w 2912392"/>
                <a:gd name="connsiteY255" fmla="*/ 94433 h 867715"/>
                <a:gd name="connsiteX256" fmla="*/ 2493552 w 2912392"/>
                <a:gd name="connsiteY256" fmla="*/ 89866 h 867715"/>
                <a:gd name="connsiteX257" fmla="*/ 2503296 w 2912392"/>
                <a:gd name="connsiteY257" fmla="*/ 85361 h 867715"/>
                <a:gd name="connsiteX258" fmla="*/ 2513040 w 2912392"/>
                <a:gd name="connsiteY258" fmla="*/ 80922 h 867715"/>
                <a:gd name="connsiteX259" fmla="*/ 2522784 w 2912392"/>
                <a:gd name="connsiteY259" fmla="*/ 76558 h 867715"/>
                <a:gd name="connsiteX260" fmla="*/ 2532513 w 2912392"/>
                <a:gd name="connsiteY260" fmla="*/ 72273 h 867715"/>
                <a:gd name="connsiteX261" fmla="*/ 2542257 w 2912392"/>
                <a:gd name="connsiteY261" fmla="*/ 68072 h 867715"/>
                <a:gd name="connsiteX262" fmla="*/ 2552001 w 2912392"/>
                <a:gd name="connsiteY262" fmla="*/ 63961 h 867715"/>
                <a:gd name="connsiteX263" fmla="*/ 2561745 w 2912392"/>
                <a:gd name="connsiteY263" fmla="*/ 59946 h 867715"/>
                <a:gd name="connsiteX264" fmla="*/ 2571474 w 2912392"/>
                <a:gd name="connsiteY264" fmla="*/ 56031 h 867715"/>
                <a:gd name="connsiteX265" fmla="*/ 2581218 w 2912392"/>
                <a:gd name="connsiteY265" fmla="*/ 52219 h 867715"/>
                <a:gd name="connsiteX266" fmla="*/ 2590962 w 2912392"/>
                <a:gd name="connsiteY266" fmla="*/ 48519 h 867715"/>
                <a:gd name="connsiteX267" fmla="*/ 2600705 w 2912392"/>
                <a:gd name="connsiteY267" fmla="*/ 44932 h 867715"/>
                <a:gd name="connsiteX268" fmla="*/ 2610449 w 2912392"/>
                <a:gd name="connsiteY268" fmla="*/ 41465 h 867715"/>
                <a:gd name="connsiteX269" fmla="*/ 2620178 w 2912392"/>
                <a:gd name="connsiteY269" fmla="*/ 38121 h 867715"/>
                <a:gd name="connsiteX270" fmla="*/ 2629922 w 2912392"/>
                <a:gd name="connsiteY270" fmla="*/ 34902 h 867715"/>
                <a:gd name="connsiteX271" fmla="*/ 2639666 w 2912392"/>
                <a:gd name="connsiteY271" fmla="*/ 31814 h 867715"/>
                <a:gd name="connsiteX272" fmla="*/ 2649410 w 2912392"/>
                <a:gd name="connsiteY272" fmla="*/ 28859 h 867715"/>
                <a:gd name="connsiteX273" fmla="*/ 2659139 w 2912392"/>
                <a:gd name="connsiteY273" fmla="*/ 26040 h 867715"/>
                <a:gd name="connsiteX274" fmla="*/ 2668883 w 2912392"/>
                <a:gd name="connsiteY274" fmla="*/ 23362 h 867715"/>
                <a:gd name="connsiteX275" fmla="*/ 2678627 w 2912392"/>
                <a:gd name="connsiteY275" fmla="*/ 20824 h 867715"/>
                <a:gd name="connsiteX276" fmla="*/ 2688371 w 2912392"/>
                <a:gd name="connsiteY276" fmla="*/ 18430 h 867715"/>
                <a:gd name="connsiteX277" fmla="*/ 2698100 w 2912392"/>
                <a:gd name="connsiteY277" fmla="*/ 16182 h 867715"/>
                <a:gd name="connsiteX278" fmla="*/ 2707844 w 2912392"/>
                <a:gd name="connsiteY278" fmla="*/ 14080 h 867715"/>
                <a:gd name="connsiteX279" fmla="*/ 2717588 w 2912392"/>
                <a:gd name="connsiteY279" fmla="*/ 12125 h 867715"/>
                <a:gd name="connsiteX280" fmla="*/ 2727332 w 2912392"/>
                <a:gd name="connsiteY280" fmla="*/ 10319 h 867715"/>
                <a:gd name="connsiteX281" fmla="*/ 2737076 w 2912392"/>
                <a:gd name="connsiteY281" fmla="*/ 8662 h 867715"/>
                <a:gd name="connsiteX282" fmla="*/ 2746805 w 2912392"/>
                <a:gd name="connsiteY282" fmla="*/ 7154 h 867715"/>
                <a:gd name="connsiteX283" fmla="*/ 2756549 w 2912392"/>
                <a:gd name="connsiteY283" fmla="*/ 5794 h 867715"/>
                <a:gd name="connsiteX284" fmla="*/ 2766293 w 2912392"/>
                <a:gd name="connsiteY284" fmla="*/ 4581 h 867715"/>
                <a:gd name="connsiteX285" fmla="*/ 2776037 w 2912392"/>
                <a:gd name="connsiteY285" fmla="*/ 3516 h 867715"/>
                <a:gd name="connsiteX286" fmla="*/ 2785766 w 2912392"/>
                <a:gd name="connsiteY286" fmla="*/ 2597 h 867715"/>
                <a:gd name="connsiteX287" fmla="*/ 2795510 w 2912392"/>
                <a:gd name="connsiteY287" fmla="*/ 1819 h 867715"/>
                <a:gd name="connsiteX288" fmla="*/ 2805254 w 2912392"/>
                <a:gd name="connsiteY288" fmla="*/ 1184 h 867715"/>
                <a:gd name="connsiteX289" fmla="*/ 2814998 w 2912392"/>
                <a:gd name="connsiteY289" fmla="*/ 688 h 867715"/>
                <a:gd name="connsiteX290" fmla="*/ 2824727 w 2912392"/>
                <a:gd name="connsiteY290" fmla="*/ 326 h 867715"/>
                <a:gd name="connsiteX291" fmla="*/ 2834471 w 2912392"/>
                <a:gd name="connsiteY291" fmla="*/ 100 h 867715"/>
                <a:gd name="connsiteX292" fmla="*/ 2844215 w 2912392"/>
                <a:gd name="connsiteY292" fmla="*/ 0 h 867715"/>
                <a:gd name="connsiteX293" fmla="*/ 2853958 w 2912392"/>
                <a:gd name="connsiteY293" fmla="*/ 27 h 867715"/>
                <a:gd name="connsiteX294" fmla="*/ 2863687 w 2912392"/>
                <a:gd name="connsiteY294" fmla="*/ 176 h 867715"/>
                <a:gd name="connsiteX295" fmla="*/ 2873431 w 2912392"/>
                <a:gd name="connsiteY295" fmla="*/ 439 h 867715"/>
                <a:gd name="connsiteX296" fmla="*/ 2883175 w 2912392"/>
                <a:gd name="connsiteY296" fmla="*/ 818 h 867715"/>
                <a:gd name="connsiteX297" fmla="*/ 2892919 w 2912392"/>
                <a:gd name="connsiteY297" fmla="*/ 1302 h 867715"/>
                <a:gd name="connsiteX298" fmla="*/ 2902663 w 2912392"/>
                <a:gd name="connsiteY298" fmla="*/ 1888 h 867715"/>
                <a:gd name="connsiteX299" fmla="*/ 2912392 w 2912392"/>
                <a:gd name="connsiteY299" fmla="*/ 2570 h 867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67715">
                  <a:moveTo>
                    <a:pt x="0" y="867715"/>
                  </a:moveTo>
                  <a:lnTo>
                    <a:pt x="9739" y="863663"/>
                  </a:lnTo>
                  <a:lnTo>
                    <a:pt x="19480" y="859357"/>
                  </a:lnTo>
                  <a:lnTo>
                    <a:pt x="29221" y="854783"/>
                  </a:lnTo>
                  <a:lnTo>
                    <a:pt x="38961" y="849970"/>
                  </a:lnTo>
                  <a:lnTo>
                    <a:pt x="48702" y="844920"/>
                  </a:lnTo>
                  <a:lnTo>
                    <a:pt x="58443" y="839616"/>
                  </a:lnTo>
                  <a:lnTo>
                    <a:pt x="68182" y="834088"/>
                  </a:lnTo>
                  <a:lnTo>
                    <a:pt x="77923" y="828352"/>
                  </a:lnTo>
                  <a:lnTo>
                    <a:pt x="87664" y="822378"/>
                  </a:lnTo>
                  <a:lnTo>
                    <a:pt x="97404" y="816209"/>
                  </a:lnTo>
                  <a:lnTo>
                    <a:pt x="107145" y="809848"/>
                  </a:lnTo>
                  <a:lnTo>
                    <a:pt x="116886" y="803292"/>
                  </a:lnTo>
                  <a:lnTo>
                    <a:pt x="126625" y="796558"/>
                  </a:lnTo>
                  <a:lnTo>
                    <a:pt x="136366" y="789640"/>
                  </a:lnTo>
                  <a:lnTo>
                    <a:pt x="146107" y="782563"/>
                  </a:lnTo>
                  <a:lnTo>
                    <a:pt x="155846" y="775333"/>
                  </a:lnTo>
                  <a:lnTo>
                    <a:pt x="165587" y="767956"/>
                  </a:lnTo>
                  <a:lnTo>
                    <a:pt x="175328" y="760443"/>
                  </a:lnTo>
                  <a:lnTo>
                    <a:pt x="185068" y="752804"/>
                  </a:lnTo>
                  <a:lnTo>
                    <a:pt x="194809" y="745047"/>
                  </a:lnTo>
                  <a:lnTo>
                    <a:pt x="204550" y="737185"/>
                  </a:lnTo>
                  <a:lnTo>
                    <a:pt x="214289" y="729225"/>
                  </a:lnTo>
                  <a:lnTo>
                    <a:pt x="224030" y="721176"/>
                  </a:lnTo>
                  <a:lnTo>
                    <a:pt x="233771" y="713052"/>
                  </a:lnTo>
                  <a:lnTo>
                    <a:pt x="243510" y="704859"/>
                  </a:lnTo>
                  <a:lnTo>
                    <a:pt x="253251" y="696609"/>
                  </a:lnTo>
                  <a:lnTo>
                    <a:pt x="262992" y="688312"/>
                  </a:lnTo>
                  <a:lnTo>
                    <a:pt x="272732" y="679976"/>
                  </a:lnTo>
                  <a:lnTo>
                    <a:pt x="282473" y="671613"/>
                  </a:lnTo>
                  <a:lnTo>
                    <a:pt x="292214" y="663231"/>
                  </a:lnTo>
                  <a:lnTo>
                    <a:pt x="301953" y="654840"/>
                  </a:lnTo>
                  <a:lnTo>
                    <a:pt x="311694" y="646449"/>
                  </a:lnTo>
                  <a:lnTo>
                    <a:pt x="321435" y="638068"/>
                  </a:lnTo>
                  <a:lnTo>
                    <a:pt x="331175" y="629705"/>
                  </a:lnTo>
                  <a:lnTo>
                    <a:pt x="340916" y="621371"/>
                  </a:lnTo>
                  <a:lnTo>
                    <a:pt x="350656" y="613071"/>
                  </a:lnTo>
                  <a:lnTo>
                    <a:pt x="360396" y="604815"/>
                  </a:lnTo>
                  <a:lnTo>
                    <a:pt x="370137" y="596610"/>
                  </a:lnTo>
                  <a:lnTo>
                    <a:pt x="379878" y="588465"/>
                  </a:lnTo>
                  <a:lnTo>
                    <a:pt x="389617" y="580387"/>
                  </a:lnTo>
                  <a:lnTo>
                    <a:pt x="399358" y="572383"/>
                  </a:lnTo>
                  <a:lnTo>
                    <a:pt x="409099" y="564458"/>
                  </a:lnTo>
                  <a:lnTo>
                    <a:pt x="418839" y="556620"/>
                  </a:lnTo>
                  <a:lnTo>
                    <a:pt x="428580" y="548876"/>
                  </a:lnTo>
                  <a:lnTo>
                    <a:pt x="438321" y="541228"/>
                  </a:lnTo>
                  <a:lnTo>
                    <a:pt x="448060" y="533684"/>
                  </a:lnTo>
                  <a:lnTo>
                    <a:pt x="457801" y="526248"/>
                  </a:lnTo>
                  <a:lnTo>
                    <a:pt x="467542" y="518926"/>
                  </a:lnTo>
                  <a:lnTo>
                    <a:pt x="477281" y="511719"/>
                  </a:lnTo>
                  <a:lnTo>
                    <a:pt x="487022" y="504631"/>
                  </a:lnTo>
                  <a:lnTo>
                    <a:pt x="496763" y="497668"/>
                  </a:lnTo>
                  <a:lnTo>
                    <a:pt x="506503" y="490831"/>
                  </a:lnTo>
                  <a:lnTo>
                    <a:pt x="516244" y="484120"/>
                  </a:lnTo>
                  <a:lnTo>
                    <a:pt x="525985" y="477541"/>
                  </a:lnTo>
                  <a:lnTo>
                    <a:pt x="535724" y="471094"/>
                  </a:lnTo>
                  <a:lnTo>
                    <a:pt x="545465" y="464780"/>
                  </a:lnTo>
                  <a:lnTo>
                    <a:pt x="555206" y="458600"/>
                  </a:lnTo>
                  <a:lnTo>
                    <a:pt x="564946" y="452555"/>
                  </a:lnTo>
                  <a:lnTo>
                    <a:pt x="574687" y="446645"/>
                  </a:lnTo>
                  <a:lnTo>
                    <a:pt x="584428" y="440868"/>
                  </a:lnTo>
                  <a:lnTo>
                    <a:pt x="594167" y="435226"/>
                  </a:lnTo>
                  <a:lnTo>
                    <a:pt x="603908" y="429718"/>
                  </a:lnTo>
                  <a:lnTo>
                    <a:pt x="613649" y="424341"/>
                  </a:lnTo>
                  <a:lnTo>
                    <a:pt x="623388" y="419096"/>
                  </a:lnTo>
                  <a:lnTo>
                    <a:pt x="633129" y="413980"/>
                  </a:lnTo>
                  <a:lnTo>
                    <a:pt x="642870" y="408992"/>
                  </a:lnTo>
                  <a:lnTo>
                    <a:pt x="652610" y="404129"/>
                  </a:lnTo>
                  <a:lnTo>
                    <a:pt x="662351" y="399390"/>
                  </a:lnTo>
                  <a:lnTo>
                    <a:pt x="672092" y="394771"/>
                  </a:lnTo>
                  <a:lnTo>
                    <a:pt x="681831" y="390271"/>
                  </a:lnTo>
                  <a:lnTo>
                    <a:pt x="691572" y="385887"/>
                  </a:lnTo>
                  <a:lnTo>
                    <a:pt x="701313" y="381615"/>
                  </a:lnTo>
                  <a:lnTo>
                    <a:pt x="711052" y="377454"/>
                  </a:lnTo>
                  <a:lnTo>
                    <a:pt x="720793" y="373398"/>
                  </a:lnTo>
                  <a:lnTo>
                    <a:pt x="730534" y="369447"/>
                  </a:lnTo>
                  <a:lnTo>
                    <a:pt x="740274" y="365599"/>
                  </a:lnTo>
                  <a:lnTo>
                    <a:pt x="750015" y="361846"/>
                  </a:lnTo>
                  <a:lnTo>
                    <a:pt x="759756" y="358189"/>
                  </a:lnTo>
                  <a:lnTo>
                    <a:pt x="769495" y="354624"/>
                  </a:lnTo>
                  <a:lnTo>
                    <a:pt x="779236" y="351148"/>
                  </a:lnTo>
                  <a:lnTo>
                    <a:pt x="788977" y="347757"/>
                  </a:lnTo>
                  <a:lnTo>
                    <a:pt x="798717" y="344450"/>
                  </a:lnTo>
                  <a:lnTo>
                    <a:pt x="808458" y="341222"/>
                  </a:lnTo>
                  <a:lnTo>
                    <a:pt x="818199" y="338074"/>
                  </a:lnTo>
                  <a:lnTo>
                    <a:pt x="827938" y="334999"/>
                  </a:lnTo>
                  <a:lnTo>
                    <a:pt x="837679" y="331997"/>
                  </a:lnTo>
                  <a:lnTo>
                    <a:pt x="847420" y="329066"/>
                  </a:lnTo>
                  <a:lnTo>
                    <a:pt x="857159" y="326203"/>
                  </a:lnTo>
                  <a:lnTo>
                    <a:pt x="866900" y="323406"/>
                  </a:lnTo>
                  <a:lnTo>
                    <a:pt x="876641" y="320672"/>
                  </a:lnTo>
                  <a:lnTo>
                    <a:pt x="886381" y="318002"/>
                  </a:lnTo>
                  <a:lnTo>
                    <a:pt x="896122" y="315394"/>
                  </a:lnTo>
                  <a:lnTo>
                    <a:pt x="905863" y="312846"/>
                  </a:lnTo>
                  <a:lnTo>
                    <a:pt x="915602" y="310355"/>
                  </a:lnTo>
                  <a:lnTo>
                    <a:pt x="925343" y="307923"/>
                  </a:lnTo>
                  <a:lnTo>
                    <a:pt x="935084" y="305547"/>
                  </a:lnTo>
                  <a:lnTo>
                    <a:pt x="944824" y="303229"/>
                  </a:lnTo>
                  <a:lnTo>
                    <a:pt x="954564" y="300965"/>
                  </a:lnTo>
                  <a:lnTo>
                    <a:pt x="964305" y="298757"/>
                  </a:lnTo>
                  <a:lnTo>
                    <a:pt x="974045" y="296606"/>
                  </a:lnTo>
                  <a:lnTo>
                    <a:pt x="983786" y="294510"/>
                  </a:lnTo>
                  <a:lnTo>
                    <a:pt x="993522" y="292468"/>
                  </a:lnTo>
                  <a:lnTo>
                    <a:pt x="1003266" y="290484"/>
                  </a:lnTo>
                  <a:lnTo>
                    <a:pt x="1013010" y="288556"/>
                  </a:lnTo>
                  <a:lnTo>
                    <a:pt x="1022754" y="286685"/>
                  </a:lnTo>
                  <a:lnTo>
                    <a:pt x="1032483" y="284871"/>
                  </a:lnTo>
                  <a:lnTo>
                    <a:pt x="1042227" y="283116"/>
                  </a:lnTo>
                  <a:lnTo>
                    <a:pt x="1051971" y="281421"/>
                  </a:lnTo>
                  <a:lnTo>
                    <a:pt x="1061715" y="279785"/>
                  </a:lnTo>
                  <a:lnTo>
                    <a:pt x="1071444" y="278212"/>
                  </a:lnTo>
                  <a:lnTo>
                    <a:pt x="1081188" y="276701"/>
                  </a:lnTo>
                  <a:lnTo>
                    <a:pt x="1090932" y="275254"/>
                  </a:lnTo>
                  <a:lnTo>
                    <a:pt x="1100676" y="273872"/>
                  </a:lnTo>
                  <a:lnTo>
                    <a:pt x="1110405" y="272556"/>
                  </a:lnTo>
                  <a:lnTo>
                    <a:pt x="1120149" y="271307"/>
                  </a:lnTo>
                  <a:lnTo>
                    <a:pt x="1129893" y="270126"/>
                  </a:lnTo>
                  <a:lnTo>
                    <a:pt x="1139637" y="269016"/>
                  </a:lnTo>
                  <a:lnTo>
                    <a:pt x="1149381" y="267975"/>
                  </a:lnTo>
                  <a:lnTo>
                    <a:pt x="1159110" y="267006"/>
                  </a:lnTo>
                  <a:lnTo>
                    <a:pt x="1168854" y="266111"/>
                  </a:lnTo>
                  <a:lnTo>
                    <a:pt x="1178598" y="265290"/>
                  </a:lnTo>
                  <a:lnTo>
                    <a:pt x="1188341" y="264542"/>
                  </a:lnTo>
                  <a:lnTo>
                    <a:pt x="1198070" y="263870"/>
                  </a:lnTo>
                  <a:lnTo>
                    <a:pt x="1207814" y="263274"/>
                  </a:lnTo>
                  <a:lnTo>
                    <a:pt x="1217558" y="262754"/>
                  </a:lnTo>
                  <a:lnTo>
                    <a:pt x="1227302" y="262313"/>
                  </a:lnTo>
                  <a:lnTo>
                    <a:pt x="1237031" y="261948"/>
                  </a:lnTo>
                  <a:lnTo>
                    <a:pt x="1246775" y="261660"/>
                  </a:lnTo>
                  <a:lnTo>
                    <a:pt x="1256519" y="261450"/>
                  </a:lnTo>
                  <a:lnTo>
                    <a:pt x="1266263" y="261318"/>
                  </a:lnTo>
                  <a:lnTo>
                    <a:pt x="1276007" y="261263"/>
                  </a:lnTo>
                  <a:lnTo>
                    <a:pt x="1285736" y="261283"/>
                  </a:lnTo>
                  <a:lnTo>
                    <a:pt x="1295480" y="261380"/>
                  </a:lnTo>
                  <a:lnTo>
                    <a:pt x="1305224" y="261553"/>
                  </a:lnTo>
                  <a:lnTo>
                    <a:pt x="1314968" y="261799"/>
                  </a:lnTo>
                  <a:lnTo>
                    <a:pt x="1324697" y="262119"/>
                  </a:lnTo>
                  <a:lnTo>
                    <a:pt x="1334441" y="262510"/>
                  </a:lnTo>
                  <a:lnTo>
                    <a:pt x="1344185" y="262971"/>
                  </a:lnTo>
                  <a:lnTo>
                    <a:pt x="1353929" y="263502"/>
                  </a:lnTo>
                  <a:lnTo>
                    <a:pt x="1363658" y="264099"/>
                  </a:lnTo>
                  <a:lnTo>
                    <a:pt x="1373402" y="264761"/>
                  </a:lnTo>
                  <a:lnTo>
                    <a:pt x="1383146" y="265485"/>
                  </a:lnTo>
                  <a:lnTo>
                    <a:pt x="1392890" y="266269"/>
                  </a:lnTo>
                  <a:lnTo>
                    <a:pt x="1402619" y="267110"/>
                  </a:lnTo>
                  <a:lnTo>
                    <a:pt x="1412363" y="268009"/>
                  </a:lnTo>
                  <a:lnTo>
                    <a:pt x="1422106" y="268958"/>
                  </a:lnTo>
                  <a:lnTo>
                    <a:pt x="1431850" y="269956"/>
                  </a:lnTo>
                  <a:lnTo>
                    <a:pt x="1441594" y="271002"/>
                  </a:lnTo>
                  <a:lnTo>
                    <a:pt x="1451323" y="272090"/>
                  </a:lnTo>
                  <a:lnTo>
                    <a:pt x="1461067" y="273218"/>
                  </a:lnTo>
                  <a:lnTo>
                    <a:pt x="1470811" y="274381"/>
                  </a:lnTo>
                  <a:lnTo>
                    <a:pt x="1480555" y="275579"/>
                  </a:lnTo>
                  <a:lnTo>
                    <a:pt x="1490284" y="276804"/>
                  </a:lnTo>
                  <a:lnTo>
                    <a:pt x="1500028" y="278055"/>
                  </a:lnTo>
                  <a:lnTo>
                    <a:pt x="1509772" y="279329"/>
                  </a:lnTo>
                  <a:lnTo>
                    <a:pt x="1519516" y="280619"/>
                  </a:lnTo>
                  <a:lnTo>
                    <a:pt x="1529245" y="281923"/>
                  </a:lnTo>
                  <a:lnTo>
                    <a:pt x="1538989" y="283237"/>
                  </a:lnTo>
                  <a:lnTo>
                    <a:pt x="1548733" y="284557"/>
                  </a:lnTo>
                  <a:lnTo>
                    <a:pt x="1558477" y="285880"/>
                  </a:lnTo>
                  <a:lnTo>
                    <a:pt x="1568221" y="287199"/>
                  </a:lnTo>
                  <a:lnTo>
                    <a:pt x="1577950" y="288513"/>
                  </a:lnTo>
                  <a:lnTo>
                    <a:pt x="1587694" y="289815"/>
                  </a:lnTo>
                  <a:lnTo>
                    <a:pt x="1597438" y="291104"/>
                  </a:lnTo>
                  <a:lnTo>
                    <a:pt x="1607182" y="292375"/>
                  </a:lnTo>
                  <a:lnTo>
                    <a:pt x="1616911" y="293623"/>
                  </a:lnTo>
                  <a:lnTo>
                    <a:pt x="1626655" y="294843"/>
                  </a:lnTo>
                  <a:lnTo>
                    <a:pt x="1636399" y="296035"/>
                  </a:lnTo>
                  <a:lnTo>
                    <a:pt x="1646142" y="297193"/>
                  </a:lnTo>
                  <a:lnTo>
                    <a:pt x="1655872" y="298312"/>
                  </a:lnTo>
                  <a:lnTo>
                    <a:pt x="1665616" y="299389"/>
                  </a:lnTo>
                  <a:lnTo>
                    <a:pt x="1675359" y="300422"/>
                  </a:lnTo>
                  <a:lnTo>
                    <a:pt x="1685103" y="301406"/>
                  </a:lnTo>
                  <a:lnTo>
                    <a:pt x="1694832" y="302338"/>
                  </a:lnTo>
                  <a:lnTo>
                    <a:pt x="1704576" y="303212"/>
                  </a:lnTo>
                  <a:lnTo>
                    <a:pt x="1714320" y="304029"/>
                  </a:lnTo>
                  <a:lnTo>
                    <a:pt x="1724064" y="304784"/>
                  </a:lnTo>
                  <a:lnTo>
                    <a:pt x="1733808" y="305472"/>
                  </a:lnTo>
                  <a:lnTo>
                    <a:pt x="1743537" y="306094"/>
                  </a:lnTo>
                  <a:lnTo>
                    <a:pt x="1753281" y="306643"/>
                  </a:lnTo>
                  <a:lnTo>
                    <a:pt x="1763025" y="307119"/>
                  </a:lnTo>
                  <a:lnTo>
                    <a:pt x="1772769" y="307516"/>
                  </a:lnTo>
                  <a:lnTo>
                    <a:pt x="1782498" y="307837"/>
                  </a:lnTo>
                  <a:lnTo>
                    <a:pt x="1792242" y="308075"/>
                  </a:lnTo>
                  <a:lnTo>
                    <a:pt x="1801986" y="308229"/>
                  </a:lnTo>
                  <a:lnTo>
                    <a:pt x="1811730" y="308297"/>
                  </a:lnTo>
                  <a:lnTo>
                    <a:pt x="1821459" y="308276"/>
                  </a:lnTo>
                  <a:lnTo>
                    <a:pt x="1831203" y="308166"/>
                  </a:lnTo>
                  <a:lnTo>
                    <a:pt x="1840947" y="307963"/>
                  </a:lnTo>
                  <a:lnTo>
                    <a:pt x="1850691" y="307667"/>
                  </a:lnTo>
                  <a:lnTo>
                    <a:pt x="1860435" y="307275"/>
                  </a:lnTo>
                  <a:lnTo>
                    <a:pt x="1870164" y="306785"/>
                  </a:lnTo>
                  <a:lnTo>
                    <a:pt x="1879908" y="306198"/>
                  </a:lnTo>
                  <a:lnTo>
                    <a:pt x="1889652" y="305511"/>
                  </a:lnTo>
                  <a:lnTo>
                    <a:pt x="1899395" y="304724"/>
                  </a:lnTo>
                  <a:lnTo>
                    <a:pt x="1909124" y="303833"/>
                  </a:lnTo>
                  <a:lnTo>
                    <a:pt x="1918868" y="302841"/>
                  </a:lnTo>
                  <a:lnTo>
                    <a:pt x="1928612" y="301745"/>
                  </a:lnTo>
                  <a:lnTo>
                    <a:pt x="1938356" y="300544"/>
                  </a:lnTo>
                  <a:lnTo>
                    <a:pt x="1948085" y="299239"/>
                  </a:lnTo>
                  <a:lnTo>
                    <a:pt x="1957829" y="297826"/>
                  </a:lnTo>
                  <a:lnTo>
                    <a:pt x="1967573" y="296308"/>
                  </a:lnTo>
                  <a:lnTo>
                    <a:pt x="1977317" y="294682"/>
                  </a:lnTo>
                  <a:lnTo>
                    <a:pt x="1987046" y="292951"/>
                  </a:lnTo>
                  <a:lnTo>
                    <a:pt x="1996790" y="291111"/>
                  </a:lnTo>
                  <a:lnTo>
                    <a:pt x="2006534" y="289165"/>
                  </a:lnTo>
                  <a:lnTo>
                    <a:pt x="2016278" y="287112"/>
                  </a:lnTo>
                  <a:lnTo>
                    <a:pt x="2026022" y="284952"/>
                  </a:lnTo>
                  <a:lnTo>
                    <a:pt x="2035751" y="282684"/>
                  </a:lnTo>
                  <a:lnTo>
                    <a:pt x="2045495" y="280311"/>
                  </a:lnTo>
                  <a:lnTo>
                    <a:pt x="2055239" y="277832"/>
                  </a:lnTo>
                  <a:lnTo>
                    <a:pt x="2064983" y="275247"/>
                  </a:lnTo>
                  <a:lnTo>
                    <a:pt x="2074712" y="272556"/>
                  </a:lnTo>
                  <a:lnTo>
                    <a:pt x="2084456" y="269762"/>
                  </a:lnTo>
                  <a:lnTo>
                    <a:pt x="2094200" y="266866"/>
                  </a:lnTo>
                  <a:lnTo>
                    <a:pt x="2103944" y="263867"/>
                  </a:lnTo>
                  <a:lnTo>
                    <a:pt x="2113673" y="260768"/>
                  </a:lnTo>
                  <a:lnTo>
                    <a:pt x="2123417" y="257568"/>
                  </a:lnTo>
                  <a:lnTo>
                    <a:pt x="2133161" y="254270"/>
                  </a:lnTo>
                  <a:lnTo>
                    <a:pt x="2142905" y="250877"/>
                  </a:lnTo>
                  <a:lnTo>
                    <a:pt x="2152649" y="247387"/>
                  </a:lnTo>
                  <a:lnTo>
                    <a:pt x="2162377" y="243804"/>
                  </a:lnTo>
                  <a:lnTo>
                    <a:pt x="2172121" y="240130"/>
                  </a:lnTo>
                  <a:lnTo>
                    <a:pt x="2181865" y="236368"/>
                  </a:lnTo>
                  <a:lnTo>
                    <a:pt x="2191609" y="232518"/>
                  </a:lnTo>
                  <a:lnTo>
                    <a:pt x="2201338" y="228583"/>
                  </a:lnTo>
                  <a:lnTo>
                    <a:pt x="2211082" y="224568"/>
                  </a:lnTo>
                  <a:lnTo>
                    <a:pt x="2220826" y="220472"/>
                  </a:lnTo>
                  <a:lnTo>
                    <a:pt x="2230570" y="216300"/>
                  </a:lnTo>
                  <a:lnTo>
                    <a:pt x="2240299" y="212057"/>
                  </a:lnTo>
                  <a:lnTo>
                    <a:pt x="2250043" y="207742"/>
                  </a:lnTo>
                  <a:lnTo>
                    <a:pt x="2259787" y="203361"/>
                  </a:lnTo>
                  <a:lnTo>
                    <a:pt x="2269531" y="198918"/>
                  </a:lnTo>
                  <a:lnTo>
                    <a:pt x="2279260" y="194415"/>
                  </a:lnTo>
                  <a:lnTo>
                    <a:pt x="2289004" y="189856"/>
                  </a:lnTo>
                  <a:lnTo>
                    <a:pt x="2298748" y="185248"/>
                  </a:lnTo>
                  <a:lnTo>
                    <a:pt x="2308492" y="180591"/>
                  </a:lnTo>
                  <a:lnTo>
                    <a:pt x="2318236" y="175893"/>
                  </a:lnTo>
                  <a:lnTo>
                    <a:pt x="2327965" y="171155"/>
                  </a:lnTo>
                  <a:lnTo>
                    <a:pt x="2337709" y="166386"/>
                  </a:lnTo>
                  <a:lnTo>
                    <a:pt x="2347453" y="161587"/>
                  </a:lnTo>
                  <a:lnTo>
                    <a:pt x="2357197" y="156766"/>
                  </a:lnTo>
                  <a:lnTo>
                    <a:pt x="2366926" y="151926"/>
                  </a:lnTo>
                  <a:lnTo>
                    <a:pt x="2376670" y="147074"/>
                  </a:lnTo>
                  <a:lnTo>
                    <a:pt x="2386413" y="142212"/>
                  </a:lnTo>
                  <a:lnTo>
                    <a:pt x="2396157" y="137349"/>
                  </a:lnTo>
                  <a:lnTo>
                    <a:pt x="2405886" y="132491"/>
                  </a:lnTo>
                  <a:lnTo>
                    <a:pt x="2415630" y="127641"/>
                  </a:lnTo>
                  <a:lnTo>
                    <a:pt x="2425374" y="122805"/>
                  </a:lnTo>
                  <a:lnTo>
                    <a:pt x="2435118" y="117991"/>
                  </a:lnTo>
                  <a:lnTo>
                    <a:pt x="2444862" y="113202"/>
                  </a:lnTo>
                  <a:lnTo>
                    <a:pt x="2454591" y="108447"/>
                  </a:lnTo>
                  <a:lnTo>
                    <a:pt x="2464335" y="103730"/>
                  </a:lnTo>
                  <a:lnTo>
                    <a:pt x="2474079" y="99056"/>
                  </a:lnTo>
                  <a:lnTo>
                    <a:pt x="2483823" y="94433"/>
                  </a:lnTo>
                  <a:lnTo>
                    <a:pt x="2493552" y="89866"/>
                  </a:lnTo>
                  <a:lnTo>
                    <a:pt x="2503296" y="85361"/>
                  </a:lnTo>
                  <a:lnTo>
                    <a:pt x="2513040" y="80922"/>
                  </a:lnTo>
                  <a:lnTo>
                    <a:pt x="2522784" y="76558"/>
                  </a:lnTo>
                  <a:lnTo>
                    <a:pt x="2532513" y="72273"/>
                  </a:lnTo>
                  <a:lnTo>
                    <a:pt x="2542257" y="68072"/>
                  </a:lnTo>
                  <a:lnTo>
                    <a:pt x="2552001" y="63961"/>
                  </a:lnTo>
                  <a:lnTo>
                    <a:pt x="2561745" y="59946"/>
                  </a:lnTo>
                  <a:lnTo>
                    <a:pt x="2571474" y="56031"/>
                  </a:lnTo>
                  <a:lnTo>
                    <a:pt x="2581218" y="52219"/>
                  </a:lnTo>
                  <a:lnTo>
                    <a:pt x="2590962" y="48519"/>
                  </a:lnTo>
                  <a:lnTo>
                    <a:pt x="2600705" y="44932"/>
                  </a:lnTo>
                  <a:lnTo>
                    <a:pt x="2610449" y="41465"/>
                  </a:lnTo>
                  <a:lnTo>
                    <a:pt x="2620178" y="38121"/>
                  </a:lnTo>
                  <a:lnTo>
                    <a:pt x="2629922" y="34902"/>
                  </a:lnTo>
                  <a:lnTo>
                    <a:pt x="2639666" y="31814"/>
                  </a:lnTo>
                  <a:lnTo>
                    <a:pt x="2649410" y="28859"/>
                  </a:lnTo>
                  <a:lnTo>
                    <a:pt x="2659139" y="26040"/>
                  </a:lnTo>
                  <a:lnTo>
                    <a:pt x="2668883" y="23362"/>
                  </a:lnTo>
                  <a:lnTo>
                    <a:pt x="2678627" y="20824"/>
                  </a:lnTo>
                  <a:lnTo>
                    <a:pt x="2688371" y="18430"/>
                  </a:lnTo>
                  <a:lnTo>
                    <a:pt x="2698100" y="16182"/>
                  </a:lnTo>
                  <a:lnTo>
                    <a:pt x="2707844" y="14080"/>
                  </a:lnTo>
                  <a:lnTo>
                    <a:pt x="2717588" y="12125"/>
                  </a:lnTo>
                  <a:lnTo>
                    <a:pt x="2727332" y="10319"/>
                  </a:lnTo>
                  <a:lnTo>
                    <a:pt x="2737076" y="8662"/>
                  </a:lnTo>
                  <a:lnTo>
                    <a:pt x="2746805" y="7154"/>
                  </a:lnTo>
                  <a:lnTo>
                    <a:pt x="2756549" y="5794"/>
                  </a:lnTo>
                  <a:lnTo>
                    <a:pt x="2766293" y="4581"/>
                  </a:lnTo>
                  <a:lnTo>
                    <a:pt x="2776037" y="3516"/>
                  </a:lnTo>
                  <a:lnTo>
                    <a:pt x="2785766" y="2597"/>
                  </a:lnTo>
                  <a:lnTo>
                    <a:pt x="2795510" y="1819"/>
                  </a:lnTo>
                  <a:lnTo>
                    <a:pt x="2805254" y="1184"/>
                  </a:lnTo>
                  <a:lnTo>
                    <a:pt x="2814998" y="688"/>
                  </a:lnTo>
                  <a:lnTo>
                    <a:pt x="2824727" y="326"/>
                  </a:lnTo>
                  <a:lnTo>
                    <a:pt x="2834471" y="100"/>
                  </a:lnTo>
                  <a:lnTo>
                    <a:pt x="2844215" y="0"/>
                  </a:lnTo>
                  <a:lnTo>
                    <a:pt x="2853958" y="27"/>
                  </a:lnTo>
                  <a:lnTo>
                    <a:pt x="2863687" y="176"/>
                  </a:lnTo>
                  <a:lnTo>
                    <a:pt x="2873431" y="439"/>
                  </a:lnTo>
                  <a:lnTo>
                    <a:pt x="2883175" y="818"/>
                  </a:lnTo>
                  <a:lnTo>
                    <a:pt x="2892919" y="1302"/>
                  </a:lnTo>
                  <a:lnTo>
                    <a:pt x="2902663" y="1888"/>
                  </a:lnTo>
                  <a:lnTo>
                    <a:pt x="2912392" y="257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6" name="Freeform 815">
              <a:extLst>
                <a:ext uri="{FF2B5EF4-FFF2-40B4-BE49-F238E27FC236}">
                  <a16:creationId xmlns:a16="http://schemas.microsoft.com/office/drawing/2014/main" id="{2B57C924-9B5B-352F-0386-27EE5CD764DB}"/>
                </a:ext>
              </a:extLst>
            </p:cNvPr>
            <p:cNvSpPr/>
            <p:nvPr/>
          </p:nvSpPr>
          <p:spPr>
            <a:xfrm>
              <a:off x="576446" y="3158331"/>
              <a:ext cx="2912392" cy="1015924"/>
            </a:xfrm>
            <a:custGeom>
              <a:avLst/>
              <a:gdLst>
                <a:gd name="connsiteX0" fmla="*/ 0 w 2912392"/>
                <a:gd name="connsiteY0" fmla="*/ 1015924 h 1015924"/>
                <a:gd name="connsiteX1" fmla="*/ 9739 w 2912392"/>
                <a:gd name="connsiteY1" fmla="*/ 1006434 h 1015924"/>
                <a:gd name="connsiteX2" fmla="*/ 19480 w 2912392"/>
                <a:gd name="connsiteY2" fmla="*/ 996660 h 1015924"/>
                <a:gd name="connsiteX3" fmla="*/ 29221 w 2912392"/>
                <a:gd name="connsiteY3" fmla="*/ 986618 h 1015924"/>
                <a:gd name="connsiteX4" fmla="*/ 38961 w 2912392"/>
                <a:gd name="connsiteY4" fmla="*/ 976323 h 1015924"/>
                <a:gd name="connsiteX5" fmla="*/ 48702 w 2912392"/>
                <a:gd name="connsiteY5" fmla="*/ 965759 h 1015924"/>
                <a:gd name="connsiteX6" fmla="*/ 58443 w 2912392"/>
                <a:gd name="connsiteY6" fmla="*/ 954958 h 1015924"/>
                <a:gd name="connsiteX7" fmla="*/ 68182 w 2912392"/>
                <a:gd name="connsiteY7" fmla="*/ 943918 h 1015924"/>
                <a:gd name="connsiteX8" fmla="*/ 77923 w 2912392"/>
                <a:gd name="connsiteY8" fmla="*/ 932654 h 1015924"/>
                <a:gd name="connsiteX9" fmla="*/ 87664 w 2912392"/>
                <a:gd name="connsiteY9" fmla="*/ 921182 h 1015924"/>
                <a:gd name="connsiteX10" fmla="*/ 97404 w 2912392"/>
                <a:gd name="connsiteY10" fmla="*/ 909501 h 1015924"/>
                <a:gd name="connsiteX11" fmla="*/ 107145 w 2912392"/>
                <a:gd name="connsiteY11" fmla="*/ 897626 h 1015924"/>
                <a:gd name="connsiteX12" fmla="*/ 116886 w 2912392"/>
                <a:gd name="connsiteY12" fmla="*/ 885573 h 1015924"/>
                <a:gd name="connsiteX13" fmla="*/ 126625 w 2912392"/>
                <a:gd name="connsiteY13" fmla="*/ 873356 h 1015924"/>
                <a:gd name="connsiteX14" fmla="*/ 136366 w 2912392"/>
                <a:gd name="connsiteY14" fmla="*/ 860990 h 1015924"/>
                <a:gd name="connsiteX15" fmla="*/ 146107 w 2912392"/>
                <a:gd name="connsiteY15" fmla="*/ 848473 h 1015924"/>
                <a:gd name="connsiteX16" fmla="*/ 155846 w 2912392"/>
                <a:gd name="connsiteY16" fmla="*/ 835831 h 1015924"/>
                <a:gd name="connsiteX17" fmla="*/ 165587 w 2912392"/>
                <a:gd name="connsiteY17" fmla="*/ 823078 h 1015924"/>
                <a:gd name="connsiteX18" fmla="*/ 175328 w 2912392"/>
                <a:gd name="connsiteY18" fmla="*/ 810225 h 1015924"/>
                <a:gd name="connsiteX19" fmla="*/ 185068 w 2912392"/>
                <a:gd name="connsiteY19" fmla="*/ 797288 h 1015924"/>
                <a:gd name="connsiteX20" fmla="*/ 194809 w 2912392"/>
                <a:gd name="connsiteY20" fmla="*/ 784281 h 1015924"/>
                <a:gd name="connsiteX21" fmla="*/ 204550 w 2912392"/>
                <a:gd name="connsiteY21" fmla="*/ 771219 h 1015924"/>
                <a:gd name="connsiteX22" fmla="*/ 214289 w 2912392"/>
                <a:gd name="connsiteY22" fmla="*/ 758117 h 1015924"/>
                <a:gd name="connsiteX23" fmla="*/ 224030 w 2912392"/>
                <a:gd name="connsiteY23" fmla="*/ 744991 h 1015924"/>
                <a:gd name="connsiteX24" fmla="*/ 233771 w 2912392"/>
                <a:gd name="connsiteY24" fmla="*/ 731854 h 1015924"/>
                <a:gd name="connsiteX25" fmla="*/ 243510 w 2912392"/>
                <a:gd name="connsiteY25" fmla="*/ 718722 h 1015924"/>
                <a:gd name="connsiteX26" fmla="*/ 253251 w 2912392"/>
                <a:gd name="connsiteY26" fmla="*/ 705611 h 1015924"/>
                <a:gd name="connsiteX27" fmla="*/ 262992 w 2912392"/>
                <a:gd name="connsiteY27" fmla="*/ 692534 h 1015924"/>
                <a:gd name="connsiteX28" fmla="*/ 272732 w 2912392"/>
                <a:gd name="connsiteY28" fmla="*/ 679508 h 1015924"/>
                <a:gd name="connsiteX29" fmla="*/ 282473 w 2912392"/>
                <a:gd name="connsiteY29" fmla="*/ 666546 h 1015924"/>
                <a:gd name="connsiteX30" fmla="*/ 292214 w 2912392"/>
                <a:gd name="connsiteY30" fmla="*/ 653662 h 1015924"/>
                <a:gd name="connsiteX31" fmla="*/ 301953 w 2912392"/>
                <a:gd name="connsiteY31" fmla="*/ 640869 h 1015924"/>
                <a:gd name="connsiteX32" fmla="*/ 311694 w 2912392"/>
                <a:gd name="connsiteY32" fmla="*/ 628184 h 1015924"/>
                <a:gd name="connsiteX33" fmla="*/ 321435 w 2912392"/>
                <a:gd name="connsiteY33" fmla="*/ 615617 h 1015924"/>
                <a:gd name="connsiteX34" fmla="*/ 331175 w 2912392"/>
                <a:gd name="connsiteY34" fmla="*/ 603182 h 1015924"/>
                <a:gd name="connsiteX35" fmla="*/ 340916 w 2912392"/>
                <a:gd name="connsiteY35" fmla="*/ 590894 h 1015924"/>
                <a:gd name="connsiteX36" fmla="*/ 350656 w 2912392"/>
                <a:gd name="connsiteY36" fmla="*/ 578761 h 1015924"/>
                <a:gd name="connsiteX37" fmla="*/ 360396 w 2912392"/>
                <a:gd name="connsiteY37" fmla="*/ 566796 h 1015924"/>
                <a:gd name="connsiteX38" fmla="*/ 370137 w 2912392"/>
                <a:gd name="connsiteY38" fmla="*/ 555011 h 1015924"/>
                <a:gd name="connsiteX39" fmla="*/ 379878 w 2912392"/>
                <a:gd name="connsiteY39" fmla="*/ 543415 h 1015924"/>
                <a:gd name="connsiteX40" fmla="*/ 389617 w 2912392"/>
                <a:gd name="connsiteY40" fmla="*/ 532019 h 1015924"/>
                <a:gd name="connsiteX41" fmla="*/ 399358 w 2912392"/>
                <a:gd name="connsiteY41" fmla="*/ 520831 h 1015924"/>
                <a:gd name="connsiteX42" fmla="*/ 409099 w 2912392"/>
                <a:gd name="connsiteY42" fmla="*/ 509861 h 1015924"/>
                <a:gd name="connsiteX43" fmla="*/ 418839 w 2912392"/>
                <a:gd name="connsiteY43" fmla="*/ 499116 h 1015924"/>
                <a:gd name="connsiteX44" fmla="*/ 428580 w 2912392"/>
                <a:gd name="connsiteY44" fmla="*/ 488602 h 1015924"/>
                <a:gd name="connsiteX45" fmla="*/ 438321 w 2912392"/>
                <a:gd name="connsiteY45" fmla="*/ 478326 h 1015924"/>
                <a:gd name="connsiteX46" fmla="*/ 448060 w 2912392"/>
                <a:gd name="connsiteY46" fmla="*/ 468294 h 1015924"/>
                <a:gd name="connsiteX47" fmla="*/ 457801 w 2912392"/>
                <a:gd name="connsiteY47" fmla="*/ 458513 h 1015924"/>
                <a:gd name="connsiteX48" fmla="*/ 467542 w 2912392"/>
                <a:gd name="connsiteY48" fmla="*/ 448984 h 1015924"/>
                <a:gd name="connsiteX49" fmla="*/ 477281 w 2912392"/>
                <a:gd name="connsiteY49" fmla="*/ 439711 h 1015924"/>
                <a:gd name="connsiteX50" fmla="*/ 487022 w 2912392"/>
                <a:gd name="connsiteY50" fmla="*/ 430698 h 1015924"/>
                <a:gd name="connsiteX51" fmla="*/ 496763 w 2912392"/>
                <a:gd name="connsiteY51" fmla="*/ 421945 h 1015924"/>
                <a:gd name="connsiteX52" fmla="*/ 506503 w 2912392"/>
                <a:gd name="connsiteY52" fmla="*/ 413456 h 1015924"/>
                <a:gd name="connsiteX53" fmla="*/ 516244 w 2912392"/>
                <a:gd name="connsiteY53" fmla="*/ 405228 h 1015924"/>
                <a:gd name="connsiteX54" fmla="*/ 525985 w 2912392"/>
                <a:gd name="connsiteY54" fmla="*/ 397262 h 1015924"/>
                <a:gd name="connsiteX55" fmla="*/ 535724 w 2912392"/>
                <a:gd name="connsiteY55" fmla="*/ 389558 h 1015924"/>
                <a:gd name="connsiteX56" fmla="*/ 545465 w 2912392"/>
                <a:gd name="connsiteY56" fmla="*/ 382113 h 1015924"/>
                <a:gd name="connsiteX57" fmla="*/ 555206 w 2912392"/>
                <a:gd name="connsiteY57" fmla="*/ 374922 h 1015924"/>
                <a:gd name="connsiteX58" fmla="*/ 564946 w 2912392"/>
                <a:gd name="connsiteY58" fmla="*/ 367987 h 1015924"/>
                <a:gd name="connsiteX59" fmla="*/ 574687 w 2912392"/>
                <a:gd name="connsiteY59" fmla="*/ 361300 h 1015924"/>
                <a:gd name="connsiteX60" fmla="*/ 584428 w 2912392"/>
                <a:gd name="connsiteY60" fmla="*/ 354856 h 1015924"/>
                <a:gd name="connsiteX61" fmla="*/ 594167 w 2912392"/>
                <a:gd name="connsiteY61" fmla="*/ 348653 h 1015924"/>
                <a:gd name="connsiteX62" fmla="*/ 603908 w 2912392"/>
                <a:gd name="connsiteY62" fmla="*/ 342683 h 1015924"/>
                <a:gd name="connsiteX63" fmla="*/ 613649 w 2912392"/>
                <a:gd name="connsiteY63" fmla="*/ 336938 h 1015924"/>
                <a:gd name="connsiteX64" fmla="*/ 623388 w 2912392"/>
                <a:gd name="connsiteY64" fmla="*/ 331413 h 1015924"/>
                <a:gd name="connsiteX65" fmla="*/ 633129 w 2912392"/>
                <a:gd name="connsiteY65" fmla="*/ 326101 h 1015924"/>
                <a:gd name="connsiteX66" fmla="*/ 642870 w 2912392"/>
                <a:gd name="connsiteY66" fmla="*/ 320993 h 1015924"/>
                <a:gd name="connsiteX67" fmla="*/ 652610 w 2912392"/>
                <a:gd name="connsiteY67" fmla="*/ 316079 h 1015924"/>
                <a:gd name="connsiteX68" fmla="*/ 662351 w 2912392"/>
                <a:gd name="connsiteY68" fmla="*/ 311353 h 1015924"/>
                <a:gd name="connsiteX69" fmla="*/ 672092 w 2912392"/>
                <a:gd name="connsiteY69" fmla="*/ 306804 h 1015924"/>
                <a:gd name="connsiteX70" fmla="*/ 681831 w 2912392"/>
                <a:gd name="connsiteY70" fmla="*/ 302423 h 1015924"/>
                <a:gd name="connsiteX71" fmla="*/ 691572 w 2912392"/>
                <a:gd name="connsiteY71" fmla="*/ 298199 h 1015924"/>
                <a:gd name="connsiteX72" fmla="*/ 701313 w 2912392"/>
                <a:gd name="connsiteY72" fmla="*/ 294124 h 1015924"/>
                <a:gd name="connsiteX73" fmla="*/ 711052 w 2912392"/>
                <a:gd name="connsiteY73" fmla="*/ 290186 h 1015924"/>
                <a:gd name="connsiteX74" fmla="*/ 720793 w 2912392"/>
                <a:gd name="connsiteY74" fmla="*/ 286376 h 1015924"/>
                <a:gd name="connsiteX75" fmla="*/ 730534 w 2912392"/>
                <a:gd name="connsiteY75" fmla="*/ 282683 h 1015924"/>
                <a:gd name="connsiteX76" fmla="*/ 740274 w 2912392"/>
                <a:gd name="connsiteY76" fmla="*/ 279095 h 1015924"/>
                <a:gd name="connsiteX77" fmla="*/ 750015 w 2912392"/>
                <a:gd name="connsiteY77" fmla="*/ 275604 h 1015924"/>
                <a:gd name="connsiteX78" fmla="*/ 759756 w 2912392"/>
                <a:gd name="connsiteY78" fmla="*/ 272197 h 1015924"/>
                <a:gd name="connsiteX79" fmla="*/ 769495 w 2912392"/>
                <a:gd name="connsiteY79" fmla="*/ 268866 h 1015924"/>
                <a:gd name="connsiteX80" fmla="*/ 779236 w 2912392"/>
                <a:gd name="connsiteY80" fmla="*/ 265598 h 1015924"/>
                <a:gd name="connsiteX81" fmla="*/ 788977 w 2912392"/>
                <a:gd name="connsiteY81" fmla="*/ 262384 h 1015924"/>
                <a:gd name="connsiteX82" fmla="*/ 798717 w 2912392"/>
                <a:gd name="connsiteY82" fmla="*/ 259214 h 1015924"/>
                <a:gd name="connsiteX83" fmla="*/ 808458 w 2912392"/>
                <a:gd name="connsiteY83" fmla="*/ 256079 h 1015924"/>
                <a:gd name="connsiteX84" fmla="*/ 818199 w 2912392"/>
                <a:gd name="connsiteY84" fmla="*/ 252968 h 1015924"/>
                <a:gd name="connsiteX85" fmla="*/ 827938 w 2912392"/>
                <a:gd name="connsiteY85" fmla="*/ 249872 h 1015924"/>
                <a:gd name="connsiteX86" fmla="*/ 837679 w 2912392"/>
                <a:gd name="connsiteY86" fmla="*/ 246784 h 1015924"/>
                <a:gd name="connsiteX87" fmla="*/ 847420 w 2912392"/>
                <a:gd name="connsiteY87" fmla="*/ 243694 h 1015924"/>
                <a:gd name="connsiteX88" fmla="*/ 857159 w 2912392"/>
                <a:gd name="connsiteY88" fmla="*/ 240593 h 1015924"/>
                <a:gd name="connsiteX89" fmla="*/ 866900 w 2912392"/>
                <a:gd name="connsiteY89" fmla="*/ 237475 h 1015924"/>
                <a:gd name="connsiteX90" fmla="*/ 876641 w 2912392"/>
                <a:gd name="connsiteY90" fmla="*/ 234331 h 1015924"/>
                <a:gd name="connsiteX91" fmla="*/ 886381 w 2912392"/>
                <a:gd name="connsiteY91" fmla="*/ 231156 h 1015924"/>
                <a:gd name="connsiteX92" fmla="*/ 896122 w 2912392"/>
                <a:gd name="connsiteY92" fmla="*/ 227943 h 1015924"/>
                <a:gd name="connsiteX93" fmla="*/ 905863 w 2912392"/>
                <a:gd name="connsiteY93" fmla="*/ 224686 h 1015924"/>
                <a:gd name="connsiteX94" fmla="*/ 915602 w 2912392"/>
                <a:gd name="connsiteY94" fmla="*/ 221380 h 1015924"/>
                <a:gd name="connsiteX95" fmla="*/ 925343 w 2912392"/>
                <a:gd name="connsiteY95" fmla="*/ 218020 h 1015924"/>
                <a:gd name="connsiteX96" fmla="*/ 935084 w 2912392"/>
                <a:gd name="connsiteY96" fmla="*/ 214602 h 1015924"/>
                <a:gd name="connsiteX97" fmla="*/ 944824 w 2912392"/>
                <a:gd name="connsiteY97" fmla="*/ 211123 h 1015924"/>
                <a:gd name="connsiteX98" fmla="*/ 954564 w 2912392"/>
                <a:gd name="connsiteY98" fmla="*/ 207580 h 1015924"/>
                <a:gd name="connsiteX99" fmla="*/ 964305 w 2912392"/>
                <a:gd name="connsiteY99" fmla="*/ 203970 h 1015924"/>
                <a:gd name="connsiteX100" fmla="*/ 974045 w 2912392"/>
                <a:gd name="connsiteY100" fmla="*/ 200291 h 1015924"/>
                <a:gd name="connsiteX101" fmla="*/ 983786 w 2912392"/>
                <a:gd name="connsiteY101" fmla="*/ 196544 h 1015924"/>
                <a:gd name="connsiteX102" fmla="*/ 993522 w 2912392"/>
                <a:gd name="connsiteY102" fmla="*/ 192724 h 1015924"/>
                <a:gd name="connsiteX103" fmla="*/ 1003266 w 2912392"/>
                <a:gd name="connsiteY103" fmla="*/ 188836 h 1015924"/>
                <a:gd name="connsiteX104" fmla="*/ 1013010 w 2912392"/>
                <a:gd name="connsiteY104" fmla="*/ 184876 h 1015924"/>
                <a:gd name="connsiteX105" fmla="*/ 1022754 w 2912392"/>
                <a:gd name="connsiteY105" fmla="*/ 180845 h 1015924"/>
                <a:gd name="connsiteX106" fmla="*/ 1032483 w 2912392"/>
                <a:gd name="connsiteY106" fmla="*/ 176748 h 1015924"/>
                <a:gd name="connsiteX107" fmla="*/ 1042227 w 2912392"/>
                <a:gd name="connsiteY107" fmla="*/ 172584 h 1015924"/>
                <a:gd name="connsiteX108" fmla="*/ 1051971 w 2912392"/>
                <a:gd name="connsiteY108" fmla="*/ 168357 h 1015924"/>
                <a:gd name="connsiteX109" fmla="*/ 1061715 w 2912392"/>
                <a:gd name="connsiteY109" fmla="*/ 164069 h 1015924"/>
                <a:gd name="connsiteX110" fmla="*/ 1071444 w 2912392"/>
                <a:gd name="connsiteY110" fmla="*/ 159725 h 1015924"/>
                <a:gd name="connsiteX111" fmla="*/ 1081188 w 2912392"/>
                <a:gd name="connsiteY111" fmla="*/ 155326 h 1015924"/>
                <a:gd name="connsiteX112" fmla="*/ 1090932 w 2912392"/>
                <a:gd name="connsiteY112" fmla="*/ 150879 h 1015924"/>
                <a:gd name="connsiteX113" fmla="*/ 1100676 w 2912392"/>
                <a:gd name="connsiteY113" fmla="*/ 146387 h 1015924"/>
                <a:gd name="connsiteX114" fmla="*/ 1110405 w 2912392"/>
                <a:gd name="connsiteY114" fmla="*/ 141856 h 1015924"/>
                <a:gd name="connsiteX115" fmla="*/ 1120149 w 2912392"/>
                <a:gd name="connsiteY115" fmla="*/ 137290 h 1015924"/>
                <a:gd name="connsiteX116" fmla="*/ 1129893 w 2912392"/>
                <a:gd name="connsiteY116" fmla="*/ 132696 h 1015924"/>
                <a:gd name="connsiteX117" fmla="*/ 1139637 w 2912392"/>
                <a:gd name="connsiteY117" fmla="*/ 128079 h 1015924"/>
                <a:gd name="connsiteX118" fmla="*/ 1149381 w 2912392"/>
                <a:gd name="connsiteY118" fmla="*/ 123444 h 1015924"/>
                <a:gd name="connsiteX119" fmla="*/ 1159110 w 2912392"/>
                <a:gd name="connsiteY119" fmla="*/ 118802 h 1015924"/>
                <a:gd name="connsiteX120" fmla="*/ 1168854 w 2912392"/>
                <a:gd name="connsiteY120" fmla="*/ 114153 h 1015924"/>
                <a:gd name="connsiteX121" fmla="*/ 1178598 w 2912392"/>
                <a:gd name="connsiteY121" fmla="*/ 109509 h 1015924"/>
                <a:gd name="connsiteX122" fmla="*/ 1188341 w 2912392"/>
                <a:gd name="connsiteY122" fmla="*/ 104874 h 1015924"/>
                <a:gd name="connsiteX123" fmla="*/ 1198070 w 2912392"/>
                <a:gd name="connsiteY123" fmla="*/ 100257 h 1015924"/>
                <a:gd name="connsiteX124" fmla="*/ 1207814 w 2912392"/>
                <a:gd name="connsiteY124" fmla="*/ 95663 h 1015924"/>
                <a:gd name="connsiteX125" fmla="*/ 1217558 w 2912392"/>
                <a:gd name="connsiteY125" fmla="*/ 91101 h 1015924"/>
                <a:gd name="connsiteX126" fmla="*/ 1227302 w 2912392"/>
                <a:gd name="connsiteY126" fmla="*/ 86578 h 1015924"/>
                <a:gd name="connsiteX127" fmla="*/ 1237031 w 2912392"/>
                <a:gd name="connsiteY127" fmla="*/ 82101 h 1015924"/>
                <a:gd name="connsiteX128" fmla="*/ 1246775 w 2912392"/>
                <a:gd name="connsiteY128" fmla="*/ 77676 h 1015924"/>
                <a:gd name="connsiteX129" fmla="*/ 1256519 w 2912392"/>
                <a:gd name="connsiteY129" fmla="*/ 73310 h 1015924"/>
                <a:gd name="connsiteX130" fmla="*/ 1266263 w 2912392"/>
                <a:gd name="connsiteY130" fmla="*/ 69012 h 1015924"/>
                <a:gd name="connsiteX131" fmla="*/ 1276007 w 2912392"/>
                <a:gd name="connsiteY131" fmla="*/ 64788 h 1015924"/>
                <a:gd name="connsiteX132" fmla="*/ 1285736 w 2912392"/>
                <a:gd name="connsiteY132" fmla="*/ 60645 h 1015924"/>
                <a:gd name="connsiteX133" fmla="*/ 1295480 w 2912392"/>
                <a:gd name="connsiteY133" fmla="*/ 56591 h 1015924"/>
                <a:gd name="connsiteX134" fmla="*/ 1305224 w 2912392"/>
                <a:gd name="connsiteY134" fmla="*/ 52631 h 1015924"/>
                <a:gd name="connsiteX135" fmla="*/ 1314968 w 2912392"/>
                <a:gd name="connsiteY135" fmla="*/ 48770 h 1015924"/>
                <a:gd name="connsiteX136" fmla="*/ 1324697 w 2912392"/>
                <a:gd name="connsiteY136" fmla="*/ 45019 h 1015924"/>
                <a:gd name="connsiteX137" fmla="*/ 1334441 w 2912392"/>
                <a:gd name="connsiteY137" fmla="*/ 41380 h 1015924"/>
                <a:gd name="connsiteX138" fmla="*/ 1344185 w 2912392"/>
                <a:gd name="connsiteY138" fmla="*/ 37863 h 1015924"/>
                <a:gd name="connsiteX139" fmla="*/ 1353929 w 2912392"/>
                <a:gd name="connsiteY139" fmla="*/ 34470 h 1015924"/>
                <a:gd name="connsiteX140" fmla="*/ 1363658 w 2912392"/>
                <a:gd name="connsiteY140" fmla="*/ 31207 h 1015924"/>
                <a:gd name="connsiteX141" fmla="*/ 1373402 w 2912392"/>
                <a:gd name="connsiteY141" fmla="*/ 28083 h 1015924"/>
                <a:gd name="connsiteX142" fmla="*/ 1383146 w 2912392"/>
                <a:gd name="connsiteY142" fmla="*/ 25099 h 1015924"/>
                <a:gd name="connsiteX143" fmla="*/ 1392890 w 2912392"/>
                <a:gd name="connsiteY143" fmla="*/ 22264 h 1015924"/>
                <a:gd name="connsiteX144" fmla="*/ 1402619 w 2912392"/>
                <a:gd name="connsiteY144" fmla="*/ 19577 h 1015924"/>
                <a:gd name="connsiteX145" fmla="*/ 1412363 w 2912392"/>
                <a:gd name="connsiteY145" fmla="*/ 17049 h 1015924"/>
                <a:gd name="connsiteX146" fmla="*/ 1422106 w 2912392"/>
                <a:gd name="connsiteY146" fmla="*/ 14680 h 1015924"/>
                <a:gd name="connsiteX147" fmla="*/ 1431850 w 2912392"/>
                <a:gd name="connsiteY147" fmla="*/ 12476 h 1015924"/>
                <a:gd name="connsiteX148" fmla="*/ 1441594 w 2912392"/>
                <a:gd name="connsiteY148" fmla="*/ 10440 h 1015924"/>
                <a:gd name="connsiteX149" fmla="*/ 1451323 w 2912392"/>
                <a:gd name="connsiteY149" fmla="*/ 8574 h 1015924"/>
                <a:gd name="connsiteX150" fmla="*/ 1461067 w 2912392"/>
                <a:gd name="connsiteY150" fmla="*/ 6886 h 1015924"/>
                <a:gd name="connsiteX151" fmla="*/ 1470811 w 2912392"/>
                <a:gd name="connsiteY151" fmla="*/ 5374 h 1015924"/>
                <a:gd name="connsiteX152" fmla="*/ 1480555 w 2912392"/>
                <a:gd name="connsiteY152" fmla="*/ 4045 h 1015924"/>
                <a:gd name="connsiteX153" fmla="*/ 1490284 w 2912392"/>
                <a:gd name="connsiteY153" fmla="*/ 2898 h 1015924"/>
                <a:gd name="connsiteX154" fmla="*/ 1500028 w 2912392"/>
                <a:gd name="connsiteY154" fmla="*/ 1938 h 1015924"/>
                <a:gd name="connsiteX155" fmla="*/ 1509772 w 2912392"/>
                <a:gd name="connsiteY155" fmla="*/ 1167 h 1015924"/>
                <a:gd name="connsiteX156" fmla="*/ 1519516 w 2912392"/>
                <a:gd name="connsiteY156" fmla="*/ 586 h 1015924"/>
                <a:gd name="connsiteX157" fmla="*/ 1529245 w 2912392"/>
                <a:gd name="connsiteY157" fmla="*/ 195 h 1015924"/>
                <a:gd name="connsiteX158" fmla="*/ 1538989 w 2912392"/>
                <a:gd name="connsiteY158" fmla="*/ 0 h 1015924"/>
                <a:gd name="connsiteX159" fmla="*/ 1548733 w 2912392"/>
                <a:gd name="connsiteY159" fmla="*/ 0 h 1015924"/>
                <a:gd name="connsiteX160" fmla="*/ 1558477 w 2912392"/>
                <a:gd name="connsiteY160" fmla="*/ 197 h 1015924"/>
                <a:gd name="connsiteX161" fmla="*/ 1568221 w 2912392"/>
                <a:gd name="connsiteY161" fmla="*/ 590 h 1015924"/>
                <a:gd name="connsiteX162" fmla="*/ 1577950 w 2912392"/>
                <a:gd name="connsiteY162" fmla="*/ 1181 h 1015924"/>
                <a:gd name="connsiteX163" fmla="*/ 1587694 w 2912392"/>
                <a:gd name="connsiteY163" fmla="*/ 1971 h 1015924"/>
                <a:gd name="connsiteX164" fmla="*/ 1597438 w 2912392"/>
                <a:gd name="connsiteY164" fmla="*/ 2960 h 1015924"/>
                <a:gd name="connsiteX165" fmla="*/ 1607182 w 2912392"/>
                <a:gd name="connsiteY165" fmla="*/ 4148 h 1015924"/>
                <a:gd name="connsiteX166" fmla="*/ 1616911 w 2912392"/>
                <a:gd name="connsiteY166" fmla="*/ 5535 h 1015924"/>
                <a:gd name="connsiteX167" fmla="*/ 1626655 w 2912392"/>
                <a:gd name="connsiteY167" fmla="*/ 7122 h 1015924"/>
                <a:gd name="connsiteX168" fmla="*/ 1636399 w 2912392"/>
                <a:gd name="connsiteY168" fmla="*/ 8907 h 1015924"/>
                <a:gd name="connsiteX169" fmla="*/ 1646142 w 2912392"/>
                <a:gd name="connsiteY169" fmla="*/ 10890 h 1015924"/>
                <a:gd name="connsiteX170" fmla="*/ 1655872 w 2912392"/>
                <a:gd name="connsiteY170" fmla="*/ 13071 h 1015924"/>
                <a:gd name="connsiteX171" fmla="*/ 1665616 w 2912392"/>
                <a:gd name="connsiteY171" fmla="*/ 15447 h 1015924"/>
                <a:gd name="connsiteX172" fmla="*/ 1675359 w 2912392"/>
                <a:gd name="connsiteY172" fmla="*/ 18020 h 1015924"/>
                <a:gd name="connsiteX173" fmla="*/ 1685103 w 2912392"/>
                <a:gd name="connsiteY173" fmla="*/ 20787 h 1015924"/>
                <a:gd name="connsiteX174" fmla="*/ 1694832 w 2912392"/>
                <a:gd name="connsiteY174" fmla="*/ 23746 h 1015924"/>
                <a:gd name="connsiteX175" fmla="*/ 1704576 w 2912392"/>
                <a:gd name="connsiteY175" fmla="*/ 26897 h 1015924"/>
                <a:gd name="connsiteX176" fmla="*/ 1714320 w 2912392"/>
                <a:gd name="connsiteY176" fmla="*/ 30238 h 1015924"/>
                <a:gd name="connsiteX177" fmla="*/ 1724064 w 2912392"/>
                <a:gd name="connsiteY177" fmla="*/ 33766 h 1015924"/>
                <a:gd name="connsiteX178" fmla="*/ 1733808 w 2912392"/>
                <a:gd name="connsiteY178" fmla="*/ 37478 h 1015924"/>
                <a:gd name="connsiteX179" fmla="*/ 1743537 w 2912392"/>
                <a:gd name="connsiteY179" fmla="*/ 41373 h 1015924"/>
                <a:gd name="connsiteX180" fmla="*/ 1753281 w 2912392"/>
                <a:gd name="connsiteY180" fmla="*/ 45449 h 1015924"/>
                <a:gd name="connsiteX181" fmla="*/ 1763025 w 2912392"/>
                <a:gd name="connsiteY181" fmla="*/ 49703 h 1015924"/>
                <a:gd name="connsiteX182" fmla="*/ 1772769 w 2912392"/>
                <a:gd name="connsiteY182" fmla="*/ 54132 h 1015924"/>
                <a:gd name="connsiteX183" fmla="*/ 1782498 w 2912392"/>
                <a:gd name="connsiteY183" fmla="*/ 58733 h 1015924"/>
                <a:gd name="connsiteX184" fmla="*/ 1792242 w 2912392"/>
                <a:gd name="connsiteY184" fmla="*/ 63502 h 1015924"/>
                <a:gd name="connsiteX185" fmla="*/ 1801986 w 2912392"/>
                <a:gd name="connsiteY185" fmla="*/ 68437 h 1015924"/>
                <a:gd name="connsiteX186" fmla="*/ 1811730 w 2912392"/>
                <a:gd name="connsiteY186" fmla="*/ 73534 h 1015924"/>
                <a:gd name="connsiteX187" fmla="*/ 1821459 w 2912392"/>
                <a:gd name="connsiteY187" fmla="*/ 78787 h 1015924"/>
                <a:gd name="connsiteX188" fmla="*/ 1831203 w 2912392"/>
                <a:gd name="connsiteY188" fmla="*/ 84194 h 1015924"/>
                <a:gd name="connsiteX189" fmla="*/ 1840947 w 2912392"/>
                <a:gd name="connsiteY189" fmla="*/ 89751 h 1015924"/>
                <a:gd name="connsiteX190" fmla="*/ 1850691 w 2912392"/>
                <a:gd name="connsiteY190" fmla="*/ 95455 h 1015924"/>
                <a:gd name="connsiteX191" fmla="*/ 1860435 w 2912392"/>
                <a:gd name="connsiteY191" fmla="*/ 101298 h 1015924"/>
                <a:gd name="connsiteX192" fmla="*/ 1870164 w 2912392"/>
                <a:gd name="connsiteY192" fmla="*/ 107277 h 1015924"/>
                <a:gd name="connsiteX193" fmla="*/ 1879908 w 2912392"/>
                <a:gd name="connsiteY193" fmla="*/ 113389 h 1015924"/>
                <a:gd name="connsiteX194" fmla="*/ 1889652 w 2912392"/>
                <a:gd name="connsiteY194" fmla="*/ 119625 h 1015924"/>
                <a:gd name="connsiteX195" fmla="*/ 1899395 w 2912392"/>
                <a:gd name="connsiteY195" fmla="*/ 125983 h 1015924"/>
                <a:gd name="connsiteX196" fmla="*/ 1909124 w 2912392"/>
                <a:gd name="connsiteY196" fmla="*/ 132456 h 1015924"/>
                <a:gd name="connsiteX197" fmla="*/ 1918868 w 2912392"/>
                <a:gd name="connsiteY197" fmla="*/ 139042 h 1015924"/>
                <a:gd name="connsiteX198" fmla="*/ 1928612 w 2912392"/>
                <a:gd name="connsiteY198" fmla="*/ 145730 h 1015924"/>
                <a:gd name="connsiteX199" fmla="*/ 1938356 w 2912392"/>
                <a:gd name="connsiteY199" fmla="*/ 152516 h 1015924"/>
                <a:gd name="connsiteX200" fmla="*/ 1948085 w 2912392"/>
                <a:gd name="connsiteY200" fmla="*/ 159398 h 1015924"/>
                <a:gd name="connsiteX201" fmla="*/ 1957829 w 2912392"/>
                <a:gd name="connsiteY201" fmla="*/ 166365 h 1015924"/>
                <a:gd name="connsiteX202" fmla="*/ 1967573 w 2912392"/>
                <a:gd name="connsiteY202" fmla="*/ 173414 h 1015924"/>
                <a:gd name="connsiteX203" fmla="*/ 1977317 w 2912392"/>
                <a:gd name="connsiteY203" fmla="*/ 180537 h 1015924"/>
                <a:gd name="connsiteX204" fmla="*/ 1987046 w 2912392"/>
                <a:gd name="connsiteY204" fmla="*/ 187729 h 1015924"/>
                <a:gd name="connsiteX205" fmla="*/ 1996790 w 2912392"/>
                <a:gd name="connsiteY205" fmla="*/ 194983 h 1015924"/>
                <a:gd name="connsiteX206" fmla="*/ 2006534 w 2912392"/>
                <a:gd name="connsiteY206" fmla="*/ 202292 h 1015924"/>
                <a:gd name="connsiteX207" fmla="*/ 2016278 w 2912392"/>
                <a:gd name="connsiteY207" fmla="*/ 209651 h 1015924"/>
                <a:gd name="connsiteX208" fmla="*/ 2026022 w 2912392"/>
                <a:gd name="connsiteY208" fmla="*/ 217054 h 1015924"/>
                <a:gd name="connsiteX209" fmla="*/ 2035751 w 2912392"/>
                <a:gd name="connsiteY209" fmla="*/ 224492 h 1015924"/>
                <a:gd name="connsiteX210" fmla="*/ 2045495 w 2912392"/>
                <a:gd name="connsiteY210" fmla="*/ 231962 h 1015924"/>
                <a:gd name="connsiteX211" fmla="*/ 2055239 w 2912392"/>
                <a:gd name="connsiteY211" fmla="*/ 239455 h 1015924"/>
                <a:gd name="connsiteX212" fmla="*/ 2064983 w 2912392"/>
                <a:gd name="connsiteY212" fmla="*/ 246964 h 1015924"/>
                <a:gd name="connsiteX213" fmla="*/ 2074712 w 2912392"/>
                <a:gd name="connsiteY213" fmla="*/ 254487 h 1015924"/>
                <a:gd name="connsiteX214" fmla="*/ 2084456 w 2912392"/>
                <a:gd name="connsiteY214" fmla="*/ 262012 h 1015924"/>
                <a:gd name="connsiteX215" fmla="*/ 2094200 w 2912392"/>
                <a:gd name="connsiteY215" fmla="*/ 269538 h 1015924"/>
                <a:gd name="connsiteX216" fmla="*/ 2103944 w 2912392"/>
                <a:gd name="connsiteY216" fmla="*/ 277056 h 1015924"/>
                <a:gd name="connsiteX217" fmla="*/ 2113673 w 2912392"/>
                <a:gd name="connsiteY217" fmla="*/ 284560 h 1015924"/>
                <a:gd name="connsiteX218" fmla="*/ 2123417 w 2912392"/>
                <a:gd name="connsiteY218" fmla="*/ 292045 h 1015924"/>
                <a:gd name="connsiteX219" fmla="*/ 2133161 w 2912392"/>
                <a:gd name="connsiteY219" fmla="*/ 299507 h 1015924"/>
                <a:gd name="connsiteX220" fmla="*/ 2142905 w 2912392"/>
                <a:gd name="connsiteY220" fmla="*/ 306938 h 1015924"/>
                <a:gd name="connsiteX221" fmla="*/ 2152649 w 2912392"/>
                <a:gd name="connsiteY221" fmla="*/ 314336 h 1015924"/>
                <a:gd name="connsiteX222" fmla="*/ 2162377 w 2912392"/>
                <a:gd name="connsiteY222" fmla="*/ 321691 h 1015924"/>
                <a:gd name="connsiteX223" fmla="*/ 2172121 w 2912392"/>
                <a:gd name="connsiteY223" fmla="*/ 329004 h 1015924"/>
                <a:gd name="connsiteX224" fmla="*/ 2181865 w 2912392"/>
                <a:gd name="connsiteY224" fmla="*/ 336266 h 1015924"/>
                <a:gd name="connsiteX225" fmla="*/ 2191609 w 2912392"/>
                <a:gd name="connsiteY225" fmla="*/ 343474 h 1015924"/>
                <a:gd name="connsiteX226" fmla="*/ 2201338 w 2912392"/>
                <a:gd name="connsiteY226" fmla="*/ 350624 h 1015924"/>
                <a:gd name="connsiteX227" fmla="*/ 2211082 w 2912392"/>
                <a:gd name="connsiteY227" fmla="*/ 357713 h 1015924"/>
                <a:gd name="connsiteX228" fmla="*/ 2220826 w 2912392"/>
                <a:gd name="connsiteY228" fmla="*/ 364738 h 1015924"/>
                <a:gd name="connsiteX229" fmla="*/ 2230570 w 2912392"/>
                <a:gd name="connsiteY229" fmla="*/ 371692 h 1015924"/>
                <a:gd name="connsiteX230" fmla="*/ 2240299 w 2912392"/>
                <a:gd name="connsiteY230" fmla="*/ 378577 h 1015924"/>
                <a:gd name="connsiteX231" fmla="*/ 2250043 w 2912392"/>
                <a:gd name="connsiteY231" fmla="*/ 385389 h 1015924"/>
                <a:gd name="connsiteX232" fmla="*/ 2259787 w 2912392"/>
                <a:gd name="connsiteY232" fmla="*/ 392123 h 1015924"/>
                <a:gd name="connsiteX233" fmla="*/ 2269531 w 2912392"/>
                <a:gd name="connsiteY233" fmla="*/ 398780 h 1015924"/>
                <a:gd name="connsiteX234" fmla="*/ 2279260 w 2912392"/>
                <a:gd name="connsiteY234" fmla="*/ 405358 h 1015924"/>
                <a:gd name="connsiteX235" fmla="*/ 2289004 w 2912392"/>
                <a:gd name="connsiteY235" fmla="*/ 411856 h 1015924"/>
                <a:gd name="connsiteX236" fmla="*/ 2298748 w 2912392"/>
                <a:gd name="connsiteY236" fmla="*/ 418271 h 1015924"/>
                <a:gd name="connsiteX237" fmla="*/ 2308492 w 2912392"/>
                <a:gd name="connsiteY237" fmla="*/ 424605 h 1015924"/>
                <a:gd name="connsiteX238" fmla="*/ 2318236 w 2912392"/>
                <a:gd name="connsiteY238" fmla="*/ 430855 h 1015924"/>
                <a:gd name="connsiteX239" fmla="*/ 2327965 w 2912392"/>
                <a:gd name="connsiteY239" fmla="*/ 437024 h 1015924"/>
                <a:gd name="connsiteX240" fmla="*/ 2337709 w 2912392"/>
                <a:gd name="connsiteY240" fmla="*/ 443111 h 1015924"/>
                <a:gd name="connsiteX241" fmla="*/ 2347453 w 2912392"/>
                <a:gd name="connsiteY241" fmla="*/ 449116 h 1015924"/>
                <a:gd name="connsiteX242" fmla="*/ 2357197 w 2912392"/>
                <a:gd name="connsiteY242" fmla="*/ 455042 h 1015924"/>
                <a:gd name="connsiteX243" fmla="*/ 2366926 w 2912392"/>
                <a:gd name="connsiteY243" fmla="*/ 460888 h 1015924"/>
                <a:gd name="connsiteX244" fmla="*/ 2376670 w 2912392"/>
                <a:gd name="connsiteY244" fmla="*/ 466657 h 1015924"/>
                <a:gd name="connsiteX245" fmla="*/ 2386413 w 2912392"/>
                <a:gd name="connsiteY245" fmla="*/ 472351 h 1015924"/>
                <a:gd name="connsiteX246" fmla="*/ 2396157 w 2912392"/>
                <a:gd name="connsiteY246" fmla="*/ 477973 h 1015924"/>
                <a:gd name="connsiteX247" fmla="*/ 2405886 w 2912392"/>
                <a:gd name="connsiteY247" fmla="*/ 483523 h 1015924"/>
                <a:gd name="connsiteX248" fmla="*/ 2415630 w 2912392"/>
                <a:gd name="connsiteY248" fmla="*/ 489005 h 1015924"/>
                <a:gd name="connsiteX249" fmla="*/ 2425374 w 2912392"/>
                <a:gd name="connsiteY249" fmla="*/ 494424 h 1015924"/>
                <a:gd name="connsiteX250" fmla="*/ 2435118 w 2912392"/>
                <a:gd name="connsiteY250" fmla="*/ 499780 h 1015924"/>
                <a:gd name="connsiteX251" fmla="*/ 2444862 w 2912392"/>
                <a:gd name="connsiteY251" fmla="*/ 505078 h 1015924"/>
                <a:gd name="connsiteX252" fmla="*/ 2454591 w 2912392"/>
                <a:gd name="connsiteY252" fmla="*/ 510321 h 1015924"/>
                <a:gd name="connsiteX253" fmla="*/ 2464335 w 2912392"/>
                <a:gd name="connsiteY253" fmla="*/ 515512 h 1015924"/>
                <a:gd name="connsiteX254" fmla="*/ 2474079 w 2912392"/>
                <a:gd name="connsiteY254" fmla="*/ 520657 h 1015924"/>
                <a:gd name="connsiteX255" fmla="*/ 2483823 w 2912392"/>
                <a:gd name="connsiteY255" fmla="*/ 525760 h 1015924"/>
                <a:gd name="connsiteX256" fmla="*/ 2493552 w 2912392"/>
                <a:gd name="connsiteY256" fmla="*/ 530821 h 1015924"/>
                <a:gd name="connsiteX257" fmla="*/ 2503296 w 2912392"/>
                <a:gd name="connsiteY257" fmla="*/ 535849 h 1015924"/>
                <a:gd name="connsiteX258" fmla="*/ 2513040 w 2912392"/>
                <a:gd name="connsiteY258" fmla="*/ 540845 h 1015924"/>
                <a:gd name="connsiteX259" fmla="*/ 2522784 w 2912392"/>
                <a:gd name="connsiteY259" fmla="*/ 545815 h 1015924"/>
                <a:gd name="connsiteX260" fmla="*/ 2532513 w 2912392"/>
                <a:gd name="connsiteY260" fmla="*/ 550763 h 1015924"/>
                <a:gd name="connsiteX261" fmla="*/ 2542257 w 2912392"/>
                <a:gd name="connsiteY261" fmla="*/ 555692 h 1015924"/>
                <a:gd name="connsiteX262" fmla="*/ 2552001 w 2912392"/>
                <a:gd name="connsiteY262" fmla="*/ 560608 h 1015924"/>
                <a:gd name="connsiteX263" fmla="*/ 2561745 w 2912392"/>
                <a:gd name="connsiteY263" fmla="*/ 565515 h 1015924"/>
                <a:gd name="connsiteX264" fmla="*/ 2571474 w 2912392"/>
                <a:gd name="connsiteY264" fmla="*/ 570415 h 1015924"/>
                <a:gd name="connsiteX265" fmla="*/ 2581218 w 2912392"/>
                <a:gd name="connsiteY265" fmla="*/ 575314 h 1015924"/>
                <a:gd name="connsiteX266" fmla="*/ 2590962 w 2912392"/>
                <a:gd name="connsiteY266" fmla="*/ 580214 h 1015924"/>
                <a:gd name="connsiteX267" fmla="*/ 2600705 w 2912392"/>
                <a:gd name="connsiteY267" fmla="*/ 585120 h 1015924"/>
                <a:gd name="connsiteX268" fmla="*/ 2610449 w 2912392"/>
                <a:gd name="connsiteY268" fmla="*/ 590037 h 1015924"/>
                <a:gd name="connsiteX269" fmla="*/ 2620178 w 2912392"/>
                <a:gd name="connsiteY269" fmla="*/ 594966 h 1015924"/>
                <a:gd name="connsiteX270" fmla="*/ 2629922 w 2912392"/>
                <a:gd name="connsiteY270" fmla="*/ 599911 h 1015924"/>
                <a:gd name="connsiteX271" fmla="*/ 2639666 w 2912392"/>
                <a:gd name="connsiteY271" fmla="*/ 604873 h 1015924"/>
                <a:gd name="connsiteX272" fmla="*/ 2649410 w 2912392"/>
                <a:gd name="connsiteY272" fmla="*/ 609859 h 1015924"/>
                <a:gd name="connsiteX273" fmla="*/ 2659139 w 2912392"/>
                <a:gd name="connsiteY273" fmla="*/ 614868 h 1015924"/>
                <a:gd name="connsiteX274" fmla="*/ 2668883 w 2912392"/>
                <a:gd name="connsiteY274" fmla="*/ 619902 h 1015924"/>
                <a:gd name="connsiteX275" fmla="*/ 2678627 w 2912392"/>
                <a:gd name="connsiteY275" fmla="*/ 624965 h 1015924"/>
                <a:gd name="connsiteX276" fmla="*/ 2688371 w 2912392"/>
                <a:gd name="connsiteY276" fmla="*/ 630057 h 1015924"/>
                <a:gd name="connsiteX277" fmla="*/ 2698100 w 2912392"/>
                <a:gd name="connsiteY277" fmla="*/ 635179 h 1015924"/>
                <a:gd name="connsiteX278" fmla="*/ 2707844 w 2912392"/>
                <a:gd name="connsiteY278" fmla="*/ 640334 h 1015924"/>
                <a:gd name="connsiteX279" fmla="*/ 2717588 w 2912392"/>
                <a:gd name="connsiteY279" fmla="*/ 645521 h 1015924"/>
                <a:gd name="connsiteX280" fmla="*/ 2727332 w 2912392"/>
                <a:gd name="connsiteY280" fmla="*/ 650740 h 1015924"/>
                <a:gd name="connsiteX281" fmla="*/ 2737076 w 2912392"/>
                <a:gd name="connsiteY281" fmla="*/ 655992 h 1015924"/>
                <a:gd name="connsiteX282" fmla="*/ 2746805 w 2912392"/>
                <a:gd name="connsiteY282" fmla="*/ 661275 h 1015924"/>
                <a:gd name="connsiteX283" fmla="*/ 2756549 w 2912392"/>
                <a:gd name="connsiteY283" fmla="*/ 666589 h 1015924"/>
                <a:gd name="connsiteX284" fmla="*/ 2766293 w 2912392"/>
                <a:gd name="connsiteY284" fmla="*/ 671934 h 1015924"/>
                <a:gd name="connsiteX285" fmla="*/ 2776037 w 2912392"/>
                <a:gd name="connsiteY285" fmla="*/ 677306 h 1015924"/>
                <a:gd name="connsiteX286" fmla="*/ 2785766 w 2912392"/>
                <a:gd name="connsiteY286" fmla="*/ 682704 h 1015924"/>
                <a:gd name="connsiteX287" fmla="*/ 2795510 w 2912392"/>
                <a:gd name="connsiteY287" fmla="*/ 688127 h 1015924"/>
                <a:gd name="connsiteX288" fmla="*/ 2805254 w 2912392"/>
                <a:gd name="connsiteY288" fmla="*/ 693571 h 1015924"/>
                <a:gd name="connsiteX289" fmla="*/ 2814998 w 2912392"/>
                <a:gd name="connsiteY289" fmla="*/ 699033 h 1015924"/>
                <a:gd name="connsiteX290" fmla="*/ 2824727 w 2912392"/>
                <a:gd name="connsiteY290" fmla="*/ 704510 h 1015924"/>
                <a:gd name="connsiteX291" fmla="*/ 2834471 w 2912392"/>
                <a:gd name="connsiteY291" fmla="*/ 709999 h 1015924"/>
                <a:gd name="connsiteX292" fmla="*/ 2844215 w 2912392"/>
                <a:gd name="connsiteY292" fmla="*/ 715494 h 1015924"/>
                <a:gd name="connsiteX293" fmla="*/ 2853958 w 2912392"/>
                <a:gd name="connsiteY293" fmla="*/ 720992 h 1015924"/>
                <a:gd name="connsiteX294" fmla="*/ 2863687 w 2912392"/>
                <a:gd name="connsiteY294" fmla="*/ 726488 h 1015924"/>
                <a:gd name="connsiteX295" fmla="*/ 2873431 w 2912392"/>
                <a:gd name="connsiteY295" fmla="*/ 731975 h 1015924"/>
                <a:gd name="connsiteX296" fmla="*/ 2883175 w 2912392"/>
                <a:gd name="connsiteY296" fmla="*/ 737452 h 1015924"/>
                <a:gd name="connsiteX297" fmla="*/ 2892919 w 2912392"/>
                <a:gd name="connsiteY297" fmla="*/ 742909 h 1015924"/>
                <a:gd name="connsiteX298" fmla="*/ 2902663 w 2912392"/>
                <a:gd name="connsiteY298" fmla="*/ 748343 h 1015924"/>
                <a:gd name="connsiteX299" fmla="*/ 2912392 w 2912392"/>
                <a:gd name="connsiteY299" fmla="*/ 753747 h 1015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1015924">
                  <a:moveTo>
                    <a:pt x="0" y="1015924"/>
                  </a:moveTo>
                  <a:lnTo>
                    <a:pt x="9739" y="1006434"/>
                  </a:lnTo>
                  <a:lnTo>
                    <a:pt x="19480" y="996660"/>
                  </a:lnTo>
                  <a:lnTo>
                    <a:pt x="29221" y="986618"/>
                  </a:lnTo>
                  <a:lnTo>
                    <a:pt x="38961" y="976323"/>
                  </a:lnTo>
                  <a:lnTo>
                    <a:pt x="48702" y="965759"/>
                  </a:lnTo>
                  <a:lnTo>
                    <a:pt x="58443" y="954958"/>
                  </a:lnTo>
                  <a:lnTo>
                    <a:pt x="68182" y="943918"/>
                  </a:lnTo>
                  <a:lnTo>
                    <a:pt x="77923" y="932654"/>
                  </a:lnTo>
                  <a:lnTo>
                    <a:pt x="87664" y="921182"/>
                  </a:lnTo>
                  <a:lnTo>
                    <a:pt x="97404" y="909501"/>
                  </a:lnTo>
                  <a:lnTo>
                    <a:pt x="107145" y="897626"/>
                  </a:lnTo>
                  <a:lnTo>
                    <a:pt x="116886" y="885573"/>
                  </a:lnTo>
                  <a:lnTo>
                    <a:pt x="126625" y="873356"/>
                  </a:lnTo>
                  <a:lnTo>
                    <a:pt x="136366" y="860990"/>
                  </a:lnTo>
                  <a:lnTo>
                    <a:pt x="146107" y="848473"/>
                  </a:lnTo>
                  <a:lnTo>
                    <a:pt x="155846" y="835831"/>
                  </a:lnTo>
                  <a:lnTo>
                    <a:pt x="165587" y="823078"/>
                  </a:lnTo>
                  <a:lnTo>
                    <a:pt x="175328" y="810225"/>
                  </a:lnTo>
                  <a:lnTo>
                    <a:pt x="185068" y="797288"/>
                  </a:lnTo>
                  <a:lnTo>
                    <a:pt x="194809" y="784281"/>
                  </a:lnTo>
                  <a:lnTo>
                    <a:pt x="204550" y="771219"/>
                  </a:lnTo>
                  <a:lnTo>
                    <a:pt x="214289" y="758117"/>
                  </a:lnTo>
                  <a:lnTo>
                    <a:pt x="224030" y="744991"/>
                  </a:lnTo>
                  <a:lnTo>
                    <a:pt x="233771" y="731854"/>
                  </a:lnTo>
                  <a:lnTo>
                    <a:pt x="243510" y="718722"/>
                  </a:lnTo>
                  <a:lnTo>
                    <a:pt x="253251" y="705611"/>
                  </a:lnTo>
                  <a:lnTo>
                    <a:pt x="262992" y="692534"/>
                  </a:lnTo>
                  <a:lnTo>
                    <a:pt x="272732" y="679508"/>
                  </a:lnTo>
                  <a:lnTo>
                    <a:pt x="282473" y="666546"/>
                  </a:lnTo>
                  <a:lnTo>
                    <a:pt x="292214" y="653662"/>
                  </a:lnTo>
                  <a:lnTo>
                    <a:pt x="301953" y="640869"/>
                  </a:lnTo>
                  <a:lnTo>
                    <a:pt x="311694" y="628184"/>
                  </a:lnTo>
                  <a:lnTo>
                    <a:pt x="321435" y="615617"/>
                  </a:lnTo>
                  <a:lnTo>
                    <a:pt x="331175" y="603182"/>
                  </a:lnTo>
                  <a:lnTo>
                    <a:pt x="340916" y="590894"/>
                  </a:lnTo>
                  <a:lnTo>
                    <a:pt x="350656" y="578761"/>
                  </a:lnTo>
                  <a:lnTo>
                    <a:pt x="360396" y="566796"/>
                  </a:lnTo>
                  <a:lnTo>
                    <a:pt x="370137" y="555011"/>
                  </a:lnTo>
                  <a:lnTo>
                    <a:pt x="379878" y="543415"/>
                  </a:lnTo>
                  <a:lnTo>
                    <a:pt x="389617" y="532019"/>
                  </a:lnTo>
                  <a:lnTo>
                    <a:pt x="399358" y="520831"/>
                  </a:lnTo>
                  <a:lnTo>
                    <a:pt x="409099" y="509861"/>
                  </a:lnTo>
                  <a:lnTo>
                    <a:pt x="418839" y="499116"/>
                  </a:lnTo>
                  <a:lnTo>
                    <a:pt x="428580" y="488602"/>
                  </a:lnTo>
                  <a:lnTo>
                    <a:pt x="438321" y="478326"/>
                  </a:lnTo>
                  <a:lnTo>
                    <a:pt x="448060" y="468294"/>
                  </a:lnTo>
                  <a:lnTo>
                    <a:pt x="457801" y="458513"/>
                  </a:lnTo>
                  <a:lnTo>
                    <a:pt x="467542" y="448984"/>
                  </a:lnTo>
                  <a:lnTo>
                    <a:pt x="477281" y="439711"/>
                  </a:lnTo>
                  <a:lnTo>
                    <a:pt x="487022" y="430698"/>
                  </a:lnTo>
                  <a:lnTo>
                    <a:pt x="496763" y="421945"/>
                  </a:lnTo>
                  <a:lnTo>
                    <a:pt x="506503" y="413456"/>
                  </a:lnTo>
                  <a:lnTo>
                    <a:pt x="516244" y="405228"/>
                  </a:lnTo>
                  <a:lnTo>
                    <a:pt x="525985" y="397262"/>
                  </a:lnTo>
                  <a:lnTo>
                    <a:pt x="535724" y="389558"/>
                  </a:lnTo>
                  <a:lnTo>
                    <a:pt x="545465" y="382113"/>
                  </a:lnTo>
                  <a:lnTo>
                    <a:pt x="555206" y="374922"/>
                  </a:lnTo>
                  <a:lnTo>
                    <a:pt x="564946" y="367987"/>
                  </a:lnTo>
                  <a:lnTo>
                    <a:pt x="574687" y="361300"/>
                  </a:lnTo>
                  <a:lnTo>
                    <a:pt x="584428" y="354856"/>
                  </a:lnTo>
                  <a:lnTo>
                    <a:pt x="594167" y="348653"/>
                  </a:lnTo>
                  <a:lnTo>
                    <a:pt x="603908" y="342683"/>
                  </a:lnTo>
                  <a:lnTo>
                    <a:pt x="613649" y="336938"/>
                  </a:lnTo>
                  <a:lnTo>
                    <a:pt x="623388" y="331413"/>
                  </a:lnTo>
                  <a:lnTo>
                    <a:pt x="633129" y="326101"/>
                  </a:lnTo>
                  <a:lnTo>
                    <a:pt x="642870" y="320993"/>
                  </a:lnTo>
                  <a:lnTo>
                    <a:pt x="652610" y="316079"/>
                  </a:lnTo>
                  <a:lnTo>
                    <a:pt x="662351" y="311353"/>
                  </a:lnTo>
                  <a:lnTo>
                    <a:pt x="672092" y="306804"/>
                  </a:lnTo>
                  <a:lnTo>
                    <a:pt x="681831" y="302423"/>
                  </a:lnTo>
                  <a:lnTo>
                    <a:pt x="691572" y="298199"/>
                  </a:lnTo>
                  <a:lnTo>
                    <a:pt x="701313" y="294124"/>
                  </a:lnTo>
                  <a:lnTo>
                    <a:pt x="711052" y="290186"/>
                  </a:lnTo>
                  <a:lnTo>
                    <a:pt x="720793" y="286376"/>
                  </a:lnTo>
                  <a:lnTo>
                    <a:pt x="730534" y="282683"/>
                  </a:lnTo>
                  <a:lnTo>
                    <a:pt x="740274" y="279095"/>
                  </a:lnTo>
                  <a:lnTo>
                    <a:pt x="750015" y="275604"/>
                  </a:lnTo>
                  <a:lnTo>
                    <a:pt x="759756" y="272197"/>
                  </a:lnTo>
                  <a:lnTo>
                    <a:pt x="769495" y="268866"/>
                  </a:lnTo>
                  <a:lnTo>
                    <a:pt x="779236" y="265598"/>
                  </a:lnTo>
                  <a:lnTo>
                    <a:pt x="788977" y="262384"/>
                  </a:lnTo>
                  <a:lnTo>
                    <a:pt x="798717" y="259214"/>
                  </a:lnTo>
                  <a:lnTo>
                    <a:pt x="808458" y="256079"/>
                  </a:lnTo>
                  <a:lnTo>
                    <a:pt x="818199" y="252968"/>
                  </a:lnTo>
                  <a:lnTo>
                    <a:pt x="827938" y="249872"/>
                  </a:lnTo>
                  <a:lnTo>
                    <a:pt x="837679" y="246784"/>
                  </a:lnTo>
                  <a:lnTo>
                    <a:pt x="847420" y="243694"/>
                  </a:lnTo>
                  <a:lnTo>
                    <a:pt x="857159" y="240593"/>
                  </a:lnTo>
                  <a:lnTo>
                    <a:pt x="866900" y="237475"/>
                  </a:lnTo>
                  <a:lnTo>
                    <a:pt x="876641" y="234331"/>
                  </a:lnTo>
                  <a:lnTo>
                    <a:pt x="886381" y="231156"/>
                  </a:lnTo>
                  <a:lnTo>
                    <a:pt x="896122" y="227943"/>
                  </a:lnTo>
                  <a:lnTo>
                    <a:pt x="905863" y="224686"/>
                  </a:lnTo>
                  <a:lnTo>
                    <a:pt x="915602" y="221380"/>
                  </a:lnTo>
                  <a:lnTo>
                    <a:pt x="925343" y="218020"/>
                  </a:lnTo>
                  <a:lnTo>
                    <a:pt x="935084" y="214602"/>
                  </a:lnTo>
                  <a:lnTo>
                    <a:pt x="944824" y="211123"/>
                  </a:lnTo>
                  <a:lnTo>
                    <a:pt x="954564" y="207580"/>
                  </a:lnTo>
                  <a:lnTo>
                    <a:pt x="964305" y="203970"/>
                  </a:lnTo>
                  <a:lnTo>
                    <a:pt x="974045" y="200291"/>
                  </a:lnTo>
                  <a:lnTo>
                    <a:pt x="983786" y="196544"/>
                  </a:lnTo>
                  <a:lnTo>
                    <a:pt x="993522" y="192724"/>
                  </a:lnTo>
                  <a:lnTo>
                    <a:pt x="1003266" y="188836"/>
                  </a:lnTo>
                  <a:lnTo>
                    <a:pt x="1013010" y="184876"/>
                  </a:lnTo>
                  <a:lnTo>
                    <a:pt x="1022754" y="180845"/>
                  </a:lnTo>
                  <a:lnTo>
                    <a:pt x="1032483" y="176748"/>
                  </a:lnTo>
                  <a:lnTo>
                    <a:pt x="1042227" y="172584"/>
                  </a:lnTo>
                  <a:lnTo>
                    <a:pt x="1051971" y="168357"/>
                  </a:lnTo>
                  <a:lnTo>
                    <a:pt x="1061715" y="164069"/>
                  </a:lnTo>
                  <a:lnTo>
                    <a:pt x="1071444" y="159725"/>
                  </a:lnTo>
                  <a:lnTo>
                    <a:pt x="1081188" y="155326"/>
                  </a:lnTo>
                  <a:lnTo>
                    <a:pt x="1090932" y="150879"/>
                  </a:lnTo>
                  <a:lnTo>
                    <a:pt x="1100676" y="146387"/>
                  </a:lnTo>
                  <a:lnTo>
                    <a:pt x="1110405" y="141856"/>
                  </a:lnTo>
                  <a:lnTo>
                    <a:pt x="1120149" y="137290"/>
                  </a:lnTo>
                  <a:lnTo>
                    <a:pt x="1129893" y="132696"/>
                  </a:lnTo>
                  <a:lnTo>
                    <a:pt x="1139637" y="128079"/>
                  </a:lnTo>
                  <a:lnTo>
                    <a:pt x="1149381" y="123444"/>
                  </a:lnTo>
                  <a:lnTo>
                    <a:pt x="1159110" y="118802"/>
                  </a:lnTo>
                  <a:lnTo>
                    <a:pt x="1168854" y="114153"/>
                  </a:lnTo>
                  <a:lnTo>
                    <a:pt x="1178598" y="109509"/>
                  </a:lnTo>
                  <a:lnTo>
                    <a:pt x="1188341" y="104874"/>
                  </a:lnTo>
                  <a:lnTo>
                    <a:pt x="1198070" y="100257"/>
                  </a:lnTo>
                  <a:lnTo>
                    <a:pt x="1207814" y="95663"/>
                  </a:lnTo>
                  <a:lnTo>
                    <a:pt x="1217558" y="91101"/>
                  </a:lnTo>
                  <a:lnTo>
                    <a:pt x="1227302" y="86578"/>
                  </a:lnTo>
                  <a:lnTo>
                    <a:pt x="1237031" y="82101"/>
                  </a:lnTo>
                  <a:lnTo>
                    <a:pt x="1246775" y="77676"/>
                  </a:lnTo>
                  <a:lnTo>
                    <a:pt x="1256519" y="73310"/>
                  </a:lnTo>
                  <a:lnTo>
                    <a:pt x="1266263" y="69012"/>
                  </a:lnTo>
                  <a:lnTo>
                    <a:pt x="1276007" y="64788"/>
                  </a:lnTo>
                  <a:lnTo>
                    <a:pt x="1285736" y="60645"/>
                  </a:lnTo>
                  <a:lnTo>
                    <a:pt x="1295480" y="56591"/>
                  </a:lnTo>
                  <a:lnTo>
                    <a:pt x="1305224" y="52631"/>
                  </a:lnTo>
                  <a:lnTo>
                    <a:pt x="1314968" y="48770"/>
                  </a:lnTo>
                  <a:lnTo>
                    <a:pt x="1324697" y="45019"/>
                  </a:lnTo>
                  <a:lnTo>
                    <a:pt x="1334441" y="41380"/>
                  </a:lnTo>
                  <a:lnTo>
                    <a:pt x="1344185" y="37863"/>
                  </a:lnTo>
                  <a:lnTo>
                    <a:pt x="1353929" y="34470"/>
                  </a:lnTo>
                  <a:lnTo>
                    <a:pt x="1363658" y="31207"/>
                  </a:lnTo>
                  <a:lnTo>
                    <a:pt x="1373402" y="28083"/>
                  </a:lnTo>
                  <a:lnTo>
                    <a:pt x="1383146" y="25099"/>
                  </a:lnTo>
                  <a:lnTo>
                    <a:pt x="1392890" y="22264"/>
                  </a:lnTo>
                  <a:lnTo>
                    <a:pt x="1402619" y="19577"/>
                  </a:lnTo>
                  <a:lnTo>
                    <a:pt x="1412363" y="17049"/>
                  </a:lnTo>
                  <a:lnTo>
                    <a:pt x="1422106" y="14680"/>
                  </a:lnTo>
                  <a:lnTo>
                    <a:pt x="1431850" y="12476"/>
                  </a:lnTo>
                  <a:lnTo>
                    <a:pt x="1441594" y="10440"/>
                  </a:lnTo>
                  <a:lnTo>
                    <a:pt x="1451323" y="8574"/>
                  </a:lnTo>
                  <a:lnTo>
                    <a:pt x="1461067" y="6886"/>
                  </a:lnTo>
                  <a:lnTo>
                    <a:pt x="1470811" y="5374"/>
                  </a:lnTo>
                  <a:lnTo>
                    <a:pt x="1480555" y="4045"/>
                  </a:lnTo>
                  <a:lnTo>
                    <a:pt x="1490284" y="2898"/>
                  </a:lnTo>
                  <a:lnTo>
                    <a:pt x="1500028" y="1938"/>
                  </a:lnTo>
                  <a:lnTo>
                    <a:pt x="1509772" y="1167"/>
                  </a:lnTo>
                  <a:lnTo>
                    <a:pt x="1519516" y="586"/>
                  </a:lnTo>
                  <a:lnTo>
                    <a:pt x="1529245" y="195"/>
                  </a:lnTo>
                  <a:lnTo>
                    <a:pt x="1538989" y="0"/>
                  </a:lnTo>
                  <a:lnTo>
                    <a:pt x="1548733" y="0"/>
                  </a:lnTo>
                  <a:lnTo>
                    <a:pt x="1558477" y="197"/>
                  </a:lnTo>
                  <a:lnTo>
                    <a:pt x="1568221" y="590"/>
                  </a:lnTo>
                  <a:lnTo>
                    <a:pt x="1577950" y="1181"/>
                  </a:lnTo>
                  <a:lnTo>
                    <a:pt x="1587694" y="1971"/>
                  </a:lnTo>
                  <a:lnTo>
                    <a:pt x="1597438" y="2960"/>
                  </a:lnTo>
                  <a:lnTo>
                    <a:pt x="1607182" y="4148"/>
                  </a:lnTo>
                  <a:lnTo>
                    <a:pt x="1616911" y="5535"/>
                  </a:lnTo>
                  <a:lnTo>
                    <a:pt x="1626655" y="7122"/>
                  </a:lnTo>
                  <a:lnTo>
                    <a:pt x="1636399" y="8907"/>
                  </a:lnTo>
                  <a:lnTo>
                    <a:pt x="1646142" y="10890"/>
                  </a:lnTo>
                  <a:lnTo>
                    <a:pt x="1655872" y="13071"/>
                  </a:lnTo>
                  <a:lnTo>
                    <a:pt x="1665616" y="15447"/>
                  </a:lnTo>
                  <a:lnTo>
                    <a:pt x="1675359" y="18020"/>
                  </a:lnTo>
                  <a:lnTo>
                    <a:pt x="1685103" y="20787"/>
                  </a:lnTo>
                  <a:lnTo>
                    <a:pt x="1694832" y="23746"/>
                  </a:lnTo>
                  <a:lnTo>
                    <a:pt x="1704576" y="26897"/>
                  </a:lnTo>
                  <a:lnTo>
                    <a:pt x="1714320" y="30238"/>
                  </a:lnTo>
                  <a:lnTo>
                    <a:pt x="1724064" y="33766"/>
                  </a:lnTo>
                  <a:lnTo>
                    <a:pt x="1733808" y="37478"/>
                  </a:lnTo>
                  <a:lnTo>
                    <a:pt x="1743537" y="41373"/>
                  </a:lnTo>
                  <a:lnTo>
                    <a:pt x="1753281" y="45449"/>
                  </a:lnTo>
                  <a:lnTo>
                    <a:pt x="1763025" y="49703"/>
                  </a:lnTo>
                  <a:lnTo>
                    <a:pt x="1772769" y="54132"/>
                  </a:lnTo>
                  <a:lnTo>
                    <a:pt x="1782498" y="58733"/>
                  </a:lnTo>
                  <a:lnTo>
                    <a:pt x="1792242" y="63502"/>
                  </a:lnTo>
                  <a:lnTo>
                    <a:pt x="1801986" y="68437"/>
                  </a:lnTo>
                  <a:lnTo>
                    <a:pt x="1811730" y="73534"/>
                  </a:lnTo>
                  <a:lnTo>
                    <a:pt x="1821459" y="78787"/>
                  </a:lnTo>
                  <a:lnTo>
                    <a:pt x="1831203" y="84194"/>
                  </a:lnTo>
                  <a:lnTo>
                    <a:pt x="1840947" y="89751"/>
                  </a:lnTo>
                  <a:lnTo>
                    <a:pt x="1850691" y="95455"/>
                  </a:lnTo>
                  <a:lnTo>
                    <a:pt x="1860435" y="101298"/>
                  </a:lnTo>
                  <a:lnTo>
                    <a:pt x="1870164" y="107277"/>
                  </a:lnTo>
                  <a:lnTo>
                    <a:pt x="1879908" y="113389"/>
                  </a:lnTo>
                  <a:lnTo>
                    <a:pt x="1889652" y="119625"/>
                  </a:lnTo>
                  <a:lnTo>
                    <a:pt x="1899395" y="125983"/>
                  </a:lnTo>
                  <a:lnTo>
                    <a:pt x="1909124" y="132456"/>
                  </a:lnTo>
                  <a:lnTo>
                    <a:pt x="1918868" y="139042"/>
                  </a:lnTo>
                  <a:lnTo>
                    <a:pt x="1928612" y="145730"/>
                  </a:lnTo>
                  <a:lnTo>
                    <a:pt x="1938356" y="152516"/>
                  </a:lnTo>
                  <a:lnTo>
                    <a:pt x="1948085" y="159398"/>
                  </a:lnTo>
                  <a:lnTo>
                    <a:pt x="1957829" y="166365"/>
                  </a:lnTo>
                  <a:lnTo>
                    <a:pt x="1967573" y="173414"/>
                  </a:lnTo>
                  <a:lnTo>
                    <a:pt x="1977317" y="180537"/>
                  </a:lnTo>
                  <a:lnTo>
                    <a:pt x="1987046" y="187729"/>
                  </a:lnTo>
                  <a:lnTo>
                    <a:pt x="1996790" y="194983"/>
                  </a:lnTo>
                  <a:lnTo>
                    <a:pt x="2006534" y="202292"/>
                  </a:lnTo>
                  <a:lnTo>
                    <a:pt x="2016278" y="209651"/>
                  </a:lnTo>
                  <a:lnTo>
                    <a:pt x="2026022" y="217054"/>
                  </a:lnTo>
                  <a:lnTo>
                    <a:pt x="2035751" y="224492"/>
                  </a:lnTo>
                  <a:lnTo>
                    <a:pt x="2045495" y="231962"/>
                  </a:lnTo>
                  <a:lnTo>
                    <a:pt x="2055239" y="239455"/>
                  </a:lnTo>
                  <a:lnTo>
                    <a:pt x="2064983" y="246964"/>
                  </a:lnTo>
                  <a:lnTo>
                    <a:pt x="2074712" y="254487"/>
                  </a:lnTo>
                  <a:lnTo>
                    <a:pt x="2084456" y="262012"/>
                  </a:lnTo>
                  <a:lnTo>
                    <a:pt x="2094200" y="269538"/>
                  </a:lnTo>
                  <a:lnTo>
                    <a:pt x="2103944" y="277056"/>
                  </a:lnTo>
                  <a:lnTo>
                    <a:pt x="2113673" y="284560"/>
                  </a:lnTo>
                  <a:lnTo>
                    <a:pt x="2123417" y="292045"/>
                  </a:lnTo>
                  <a:lnTo>
                    <a:pt x="2133161" y="299507"/>
                  </a:lnTo>
                  <a:lnTo>
                    <a:pt x="2142905" y="306938"/>
                  </a:lnTo>
                  <a:lnTo>
                    <a:pt x="2152649" y="314336"/>
                  </a:lnTo>
                  <a:lnTo>
                    <a:pt x="2162377" y="321691"/>
                  </a:lnTo>
                  <a:lnTo>
                    <a:pt x="2172121" y="329004"/>
                  </a:lnTo>
                  <a:lnTo>
                    <a:pt x="2181865" y="336266"/>
                  </a:lnTo>
                  <a:lnTo>
                    <a:pt x="2191609" y="343474"/>
                  </a:lnTo>
                  <a:lnTo>
                    <a:pt x="2201338" y="350624"/>
                  </a:lnTo>
                  <a:lnTo>
                    <a:pt x="2211082" y="357713"/>
                  </a:lnTo>
                  <a:lnTo>
                    <a:pt x="2220826" y="364738"/>
                  </a:lnTo>
                  <a:lnTo>
                    <a:pt x="2230570" y="371692"/>
                  </a:lnTo>
                  <a:lnTo>
                    <a:pt x="2240299" y="378577"/>
                  </a:lnTo>
                  <a:lnTo>
                    <a:pt x="2250043" y="385389"/>
                  </a:lnTo>
                  <a:lnTo>
                    <a:pt x="2259787" y="392123"/>
                  </a:lnTo>
                  <a:lnTo>
                    <a:pt x="2269531" y="398780"/>
                  </a:lnTo>
                  <a:lnTo>
                    <a:pt x="2279260" y="405358"/>
                  </a:lnTo>
                  <a:lnTo>
                    <a:pt x="2289004" y="411856"/>
                  </a:lnTo>
                  <a:lnTo>
                    <a:pt x="2298748" y="418271"/>
                  </a:lnTo>
                  <a:lnTo>
                    <a:pt x="2308492" y="424605"/>
                  </a:lnTo>
                  <a:lnTo>
                    <a:pt x="2318236" y="430855"/>
                  </a:lnTo>
                  <a:lnTo>
                    <a:pt x="2327965" y="437024"/>
                  </a:lnTo>
                  <a:lnTo>
                    <a:pt x="2337709" y="443111"/>
                  </a:lnTo>
                  <a:lnTo>
                    <a:pt x="2347453" y="449116"/>
                  </a:lnTo>
                  <a:lnTo>
                    <a:pt x="2357197" y="455042"/>
                  </a:lnTo>
                  <a:lnTo>
                    <a:pt x="2366926" y="460888"/>
                  </a:lnTo>
                  <a:lnTo>
                    <a:pt x="2376670" y="466657"/>
                  </a:lnTo>
                  <a:lnTo>
                    <a:pt x="2386413" y="472351"/>
                  </a:lnTo>
                  <a:lnTo>
                    <a:pt x="2396157" y="477973"/>
                  </a:lnTo>
                  <a:lnTo>
                    <a:pt x="2405886" y="483523"/>
                  </a:lnTo>
                  <a:lnTo>
                    <a:pt x="2415630" y="489005"/>
                  </a:lnTo>
                  <a:lnTo>
                    <a:pt x="2425374" y="494424"/>
                  </a:lnTo>
                  <a:lnTo>
                    <a:pt x="2435118" y="499780"/>
                  </a:lnTo>
                  <a:lnTo>
                    <a:pt x="2444862" y="505078"/>
                  </a:lnTo>
                  <a:lnTo>
                    <a:pt x="2454591" y="510321"/>
                  </a:lnTo>
                  <a:lnTo>
                    <a:pt x="2464335" y="515512"/>
                  </a:lnTo>
                  <a:lnTo>
                    <a:pt x="2474079" y="520657"/>
                  </a:lnTo>
                  <a:lnTo>
                    <a:pt x="2483823" y="525760"/>
                  </a:lnTo>
                  <a:lnTo>
                    <a:pt x="2493552" y="530821"/>
                  </a:lnTo>
                  <a:lnTo>
                    <a:pt x="2503296" y="535849"/>
                  </a:lnTo>
                  <a:lnTo>
                    <a:pt x="2513040" y="540845"/>
                  </a:lnTo>
                  <a:lnTo>
                    <a:pt x="2522784" y="545815"/>
                  </a:lnTo>
                  <a:lnTo>
                    <a:pt x="2532513" y="550763"/>
                  </a:lnTo>
                  <a:lnTo>
                    <a:pt x="2542257" y="555692"/>
                  </a:lnTo>
                  <a:lnTo>
                    <a:pt x="2552001" y="560608"/>
                  </a:lnTo>
                  <a:lnTo>
                    <a:pt x="2561745" y="565515"/>
                  </a:lnTo>
                  <a:lnTo>
                    <a:pt x="2571474" y="570415"/>
                  </a:lnTo>
                  <a:lnTo>
                    <a:pt x="2581218" y="575314"/>
                  </a:lnTo>
                  <a:lnTo>
                    <a:pt x="2590962" y="580214"/>
                  </a:lnTo>
                  <a:lnTo>
                    <a:pt x="2600705" y="585120"/>
                  </a:lnTo>
                  <a:lnTo>
                    <a:pt x="2610449" y="590037"/>
                  </a:lnTo>
                  <a:lnTo>
                    <a:pt x="2620178" y="594966"/>
                  </a:lnTo>
                  <a:lnTo>
                    <a:pt x="2629922" y="599911"/>
                  </a:lnTo>
                  <a:lnTo>
                    <a:pt x="2639666" y="604873"/>
                  </a:lnTo>
                  <a:lnTo>
                    <a:pt x="2649410" y="609859"/>
                  </a:lnTo>
                  <a:lnTo>
                    <a:pt x="2659139" y="614868"/>
                  </a:lnTo>
                  <a:lnTo>
                    <a:pt x="2668883" y="619902"/>
                  </a:lnTo>
                  <a:lnTo>
                    <a:pt x="2678627" y="624965"/>
                  </a:lnTo>
                  <a:lnTo>
                    <a:pt x="2688371" y="630057"/>
                  </a:lnTo>
                  <a:lnTo>
                    <a:pt x="2698100" y="635179"/>
                  </a:lnTo>
                  <a:lnTo>
                    <a:pt x="2707844" y="640334"/>
                  </a:lnTo>
                  <a:lnTo>
                    <a:pt x="2717588" y="645521"/>
                  </a:lnTo>
                  <a:lnTo>
                    <a:pt x="2727332" y="650740"/>
                  </a:lnTo>
                  <a:lnTo>
                    <a:pt x="2737076" y="655992"/>
                  </a:lnTo>
                  <a:lnTo>
                    <a:pt x="2746805" y="661275"/>
                  </a:lnTo>
                  <a:lnTo>
                    <a:pt x="2756549" y="666589"/>
                  </a:lnTo>
                  <a:lnTo>
                    <a:pt x="2766293" y="671934"/>
                  </a:lnTo>
                  <a:lnTo>
                    <a:pt x="2776037" y="677306"/>
                  </a:lnTo>
                  <a:lnTo>
                    <a:pt x="2785766" y="682704"/>
                  </a:lnTo>
                  <a:lnTo>
                    <a:pt x="2795510" y="688127"/>
                  </a:lnTo>
                  <a:lnTo>
                    <a:pt x="2805254" y="693571"/>
                  </a:lnTo>
                  <a:lnTo>
                    <a:pt x="2814998" y="699033"/>
                  </a:lnTo>
                  <a:lnTo>
                    <a:pt x="2824727" y="704510"/>
                  </a:lnTo>
                  <a:lnTo>
                    <a:pt x="2834471" y="709999"/>
                  </a:lnTo>
                  <a:lnTo>
                    <a:pt x="2844215" y="715494"/>
                  </a:lnTo>
                  <a:lnTo>
                    <a:pt x="2853958" y="720992"/>
                  </a:lnTo>
                  <a:lnTo>
                    <a:pt x="2863687" y="726488"/>
                  </a:lnTo>
                  <a:lnTo>
                    <a:pt x="2873431" y="731975"/>
                  </a:lnTo>
                  <a:lnTo>
                    <a:pt x="2883175" y="737452"/>
                  </a:lnTo>
                  <a:lnTo>
                    <a:pt x="2892919" y="742909"/>
                  </a:lnTo>
                  <a:lnTo>
                    <a:pt x="2902663" y="748343"/>
                  </a:lnTo>
                  <a:lnTo>
                    <a:pt x="2912392" y="75374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7" name="Freeform 816">
              <a:extLst>
                <a:ext uri="{FF2B5EF4-FFF2-40B4-BE49-F238E27FC236}">
                  <a16:creationId xmlns:a16="http://schemas.microsoft.com/office/drawing/2014/main" id="{A8295F10-0A1C-FC0F-A97C-498396258EB8}"/>
                </a:ext>
              </a:extLst>
            </p:cNvPr>
            <p:cNvSpPr/>
            <p:nvPr/>
          </p:nvSpPr>
          <p:spPr>
            <a:xfrm>
              <a:off x="576446" y="3019519"/>
              <a:ext cx="2912392" cy="741607"/>
            </a:xfrm>
            <a:custGeom>
              <a:avLst/>
              <a:gdLst>
                <a:gd name="connsiteX0" fmla="*/ 0 w 2912392"/>
                <a:gd name="connsiteY0" fmla="*/ 740399 h 741607"/>
                <a:gd name="connsiteX1" fmla="*/ 9739 w 2912392"/>
                <a:gd name="connsiteY1" fmla="*/ 740923 h 741607"/>
                <a:gd name="connsiteX2" fmla="*/ 19480 w 2912392"/>
                <a:gd name="connsiteY2" fmla="*/ 741302 h 741607"/>
                <a:gd name="connsiteX3" fmla="*/ 29221 w 2912392"/>
                <a:gd name="connsiteY3" fmla="*/ 741528 h 741607"/>
                <a:gd name="connsiteX4" fmla="*/ 38961 w 2912392"/>
                <a:gd name="connsiteY4" fmla="*/ 741607 h 741607"/>
                <a:gd name="connsiteX5" fmla="*/ 48702 w 2912392"/>
                <a:gd name="connsiteY5" fmla="*/ 741533 h 741607"/>
                <a:gd name="connsiteX6" fmla="*/ 58443 w 2912392"/>
                <a:gd name="connsiteY6" fmla="*/ 741305 h 741607"/>
                <a:gd name="connsiteX7" fmla="*/ 68182 w 2912392"/>
                <a:gd name="connsiteY7" fmla="*/ 740922 h 741607"/>
                <a:gd name="connsiteX8" fmla="*/ 77923 w 2912392"/>
                <a:gd name="connsiteY8" fmla="*/ 740383 h 741607"/>
                <a:gd name="connsiteX9" fmla="*/ 87664 w 2912392"/>
                <a:gd name="connsiteY9" fmla="*/ 739682 h 741607"/>
                <a:gd name="connsiteX10" fmla="*/ 97404 w 2912392"/>
                <a:gd name="connsiteY10" fmla="*/ 738821 h 741607"/>
                <a:gd name="connsiteX11" fmla="*/ 107145 w 2912392"/>
                <a:gd name="connsiteY11" fmla="*/ 737798 h 741607"/>
                <a:gd name="connsiteX12" fmla="*/ 116886 w 2912392"/>
                <a:gd name="connsiteY12" fmla="*/ 736606 h 741607"/>
                <a:gd name="connsiteX13" fmla="*/ 126625 w 2912392"/>
                <a:gd name="connsiteY13" fmla="*/ 735245 h 741607"/>
                <a:gd name="connsiteX14" fmla="*/ 136366 w 2912392"/>
                <a:gd name="connsiteY14" fmla="*/ 733712 h 741607"/>
                <a:gd name="connsiteX15" fmla="*/ 146107 w 2912392"/>
                <a:gd name="connsiteY15" fmla="*/ 732005 h 741607"/>
                <a:gd name="connsiteX16" fmla="*/ 155846 w 2912392"/>
                <a:gd name="connsiteY16" fmla="*/ 730119 h 741607"/>
                <a:gd name="connsiteX17" fmla="*/ 165587 w 2912392"/>
                <a:gd name="connsiteY17" fmla="*/ 728052 h 741607"/>
                <a:gd name="connsiteX18" fmla="*/ 175328 w 2912392"/>
                <a:gd name="connsiteY18" fmla="*/ 725801 h 741607"/>
                <a:gd name="connsiteX19" fmla="*/ 185068 w 2912392"/>
                <a:gd name="connsiteY19" fmla="*/ 723362 h 741607"/>
                <a:gd name="connsiteX20" fmla="*/ 194809 w 2912392"/>
                <a:gd name="connsiteY20" fmla="*/ 720734 h 741607"/>
                <a:gd name="connsiteX21" fmla="*/ 204550 w 2912392"/>
                <a:gd name="connsiteY21" fmla="*/ 717910 h 741607"/>
                <a:gd name="connsiteX22" fmla="*/ 214289 w 2912392"/>
                <a:gd name="connsiteY22" fmla="*/ 714890 h 741607"/>
                <a:gd name="connsiteX23" fmla="*/ 224030 w 2912392"/>
                <a:gd name="connsiteY23" fmla="*/ 711671 h 741607"/>
                <a:gd name="connsiteX24" fmla="*/ 233771 w 2912392"/>
                <a:gd name="connsiteY24" fmla="*/ 708247 h 741607"/>
                <a:gd name="connsiteX25" fmla="*/ 243510 w 2912392"/>
                <a:gd name="connsiteY25" fmla="*/ 704617 h 741607"/>
                <a:gd name="connsiteX26" fmla="*/ 253251 w 2912392"/>
                <a:gd name="connsiteY26" fmla="*/ 700780 h 741607"/>
                <a:gd name="connsiteX27" fmla="*/ 262992 w 2912392"/>
                <a:gd name="connsiteY27" fmla="*/ 696732 h 741607"/>
                <a:gd name="connsiteX28" fmla="*/ 272732 w 2912392"/>
                <a:gd name="connsiteY28" fmla="*/ 692469 h 741607"/>
                <a:gd name="connsiteX29" fmla="*/ 282473 w 2912392"/>
                <a:gd name="connsiteY29" fmla="*/ 687990 h 741607"/>
                <a:gd name="connsiteX30" fmla="*/ 292214 w 2912392"/>
                <a:gd name="connsiteY30" fmla="*/ 683294 h 741607"/>
                <a:gd name="connsiteX31" fmla="*/ 301953 w 2912392"/>
                <a:gd name="connsiteY31" fmla="*/ 678379 h 741607"/>
                <a:gd name="connsiteX32" fmla="*/ 311694 w 2912392"/>
                <a:gd name="connsiteY32" fmla="*/ 673243 h 741607"/>
                <a:gd name="connsiteX33" fmla="*/ 321435 w 2912392"/>
                <a:gd name="connsiteY33" fmla="*/ 667886 h 741607"/>
                <a:gd name="connsiteX34" fmla="*/ 331175 w 2912392"/>
                <a:gd name="connsiteY34" fmla="*/ 662306 h 741607"/>
                <a:gd name="connsiteX35" fmla="*/ 340916 w 2912392"/>
                <a:gd name="connsiteY35" fmla="*/ 656504 h 741607"/>
                <a:gd name="connsiteX36" fmla="*/ 350656 w 2912392"/>
                <a:gd name="connsiteY36" fmla="*/ 650479 h 741607"/>
                <a:gd name="connsiteX37" fmla="*/ 360396 w 2912392"/>
                <a:gd name="connsiteY37" fmla="*/ 644232 h 741607"/>
                <a:gd name="connsiteX38" fmla="*/ 370137 w 2912392"/>
                <a:gd name="connsiteY38" fmla="*/ 637764 h 741607"/>
                <a:gd name="connsiteX39" fmla="*/ 379878 w 2912392"/>
                <a:gd name="connsiteY39" fmla="*/ 631078 h 741607"/>
                <a:gd name="connsiteX40" fmla="*/ 389617 w 2912392"/>
                <a:gd name="connsiteY40" fmla="*/ 624172 h 741607"/>
                <a:gd name="connsiteX41" fmla="*/ 399358 w 2912392"/>
                <a:gd name="connsiteY41" fmla="*/ 617052 h 741607"/>
                <a:gd name="connsiteX42" fmla="*/ 409099 w 2912392"/>
                <a:gd name="connsiteY42" fmla="*/ 609719 h 741607"/>
                <a:gd name="connsiteX43" fmla="*/ 418839 w 2912392"/>
                <a:gd name="connsiteY43" fmla="*/ 602177 h 741607"/>
                <a:gd name="connsiteX44" fmla="*/ 428580 w 2912392"/>
                <a:gd name="connsiteY44" fmla="*/ 594429 h 741607"/>
                <a:gd name="connsiteX45" fmla="*/ 438321 w 2912392"/>
                <a:gd name="connsiteY45" fmla="*/ 586481 h 741607"/>
                <a:gd name="connsiteX46" fmla="*/ 448060 w 2912392"/>
                <a:gd name="connsiteY46" fmla="*/ 578337 h 741607"/>
                <a:gd name="connsiteX47" fmla="*/ 457801 w 2912392"/>
                <a:gd name="connsiteY47" fmla="*/ 570001 h 741607"/>
                <a:gd name="connsiteX48" fmla="*/ 467542 w 2912392"/>
                <a:gd name="connsiteY48" fmla="*/ 561482 h 741607"/>
                <a:gd name="connsiteX49" fmla="*/ 477281 w 2912392"/>
                <a:gd name="connsiteY49" fmla="*/ 552783 h 741607"/>
                <a:gd name="connsiteX50" fmla="*/ 487022 w 2912392"/>
                <a:gd name="connsiteY50" fmla="*/ 543914 h 741607"/>
                <a:gd name="connsiteX51" fmla="*/ 496763 w 2912392"/>
                <a:gd name="connsiteY51" fmla="*/ 534881 h 741607"/>
                <a:gd name="connsiteX52" fmla="*/ 506503 w 2912392"/>
                <a:gd name="connsiteY52" fmla="*/ 525691 h 741607"/>
                <a:gd name="connsiteX53" fmla="*/ 516244 w 2912392"/>
                <a:gd name="connsiteY53" fmla="*/ 516356 h 741607"/>
                <a:gd name="connsiteX54" fmla="*/ 525985 w 2912392"/>
                <a:gd name="connsiteY54" fmla="*/ 506880 h 741607"/>
                <a:gd name="connsiteX55" fmla="*/ 535724 w 2912392"/>
                <a:gd name="connsiteY55" fmla="*/ 497276 h 741607"/>
                <a:gd name="connsiteX56" fmla="*/ 545465 w 2912392"/>
                <a:gd name="connsiteY56" fmla="*/ 487551 h 741607"/>
                <a:gd name="connsiteX57" fmla="*/ 555206 w 2912392"/>
                <a:gd name="connsiteY57" fmla="*/ 477718 h 741607"/>
                <a:gd name="connsiteX58" fmla="*/ 564946 w 2912392"/>
                <a:gd name="connsiteY58" fmla="*/ 467786 h 741607"/>
                <a:gd name="connsiteX59" fmla="*/ 574687 w 2912392"/>
                <a:gd name="connsiteY59" fmla="*/ 457765 h 741607"/>
                <a:gd name="connsiteX60" fmla="*/ 584428 w 2912392"/>
                <a:gd name="connsiteY60" fmla="*/ 447670 h 741607"/>
                <a:gd name="connsiteX61" fmla="*/ 594167 w 2912392"/>
                <a:gd name="connsiteY61" fmla="*/ 437507 h 741607"/>
                <a:gd name="connsiteX62" fmla="*/ 603908 w 2912392"/>
                <a:gd name="connsiteY62" fmla="*/ 427292 h 741607"/>
                <a:gd name="connsiteX63" fmla="*/ 613649 w 2912392"/>
                <a:gd name="connsiteY63" fmla="*/ 417036 h 741607"/>
                <a:gd name="connsiteX64" fmla="*/ 623388 w 2912392"/>
                <a:gd name="connsiteY64" fmla="*/ 406750 h 741607"/>
                <a:gd name="connsiteX65" fmla="*/ 633129 w 2912392"/>
                <a:gd name="connsiteY65" fmla="*/ 396447 h 741607"/>
                <a:gd name="connsiteX66" fmla="*/ 642870 w 2912392"/>
                <a:gd name="connsiteY66" fmla="*/ 386141 h 741607"/>
                <a:gd name="connsiteX67" fmla="*/ 652610 w 2912392"/>
                <a:gd name="connsiteY67" fmla="*/ 375843 h 741607"/>
                <a:gd name="connsiteX68" fmla="*/ 662351 w 2912392"/>
                <a:gd name="connsiteY68" fmla="*/ 365566 h 741607"/>
                <a:gd name="connsiteX69" fmla="*/ 672092 w 2912392"/>
                <a:gd name="connsiteY69" fmla="*/ 355323 h 741607"/>
                <a:gd name="connsiteX70" fmla="*/ 681831 w 2912392"/>
                <a:gd name="connsiteY70" fmla="*/ 345127 h 741607"/>
                <a:gd name="connsiteX71" fmla="*/ 691572 w 2912392"/>
                <a:gd name="connsiteY71" fmla="*/ 334990 h 741607"/>
                <a:gd name="connsiteX72" fmla="*/ 701313 w 2912392"/>
                <a:gd name="connsiteY72" fmla="*/ 324926 h 741607"/>
                <a:gd name="connsiteX73" fmla="*/ 711052 w 2912392"/>
                <a:gd name="connsiteY73" fmla="*/ 314945 h 741607"/>
                <a:gd name="connsiteX74" fmla="*/ 720793 w 2912392"/>
                <a:gd name="connsiteY74" fmla="*/ 305061 h 741607"/>
                <a:gd name="connsiteX75" fmla="*/ 730534 w 2912392"/>
                <a:gd name="connsiteY75" fmla="*/ 295286 h 741607"/>
                <a:gd name="connsiteX76" fmla="*/ 740274 w 2912392"/>
                <a:gd name="connsiteY76" fmla="*/ 285630 h 741607"/>
                <a:gd name="connsiteX77" fmla="*/ 750015 w 2912392"/>
                <a:gd name="connsiteY77" fmla="*/ 276108 h 741607"/>
                <a:gd name="connsiteX78" fmla="*/ 759756 w 2912392"/>
                <a:gd name="connsiteY78" fmla="*/ 266728 h 741607"/>
                <a:gd name="connsiteX79" fmla="*/ 769495 w 2912392"/>
                <a:gd name="connsiteY79" fmla="*/ 257501 h 741607"/>
                <a:gd name="connsiteX80" fmla="*/ 779236 w 2912392"/>
                <a:gd name="connsiteY80" fmla="*/ 248439 h 741607"/>
                <a:gd name="connsiteX81" fmla="*/ 788977 w 2912392"/>
                <a:gd name="connsiteY81" fmla="*/ 239553 h 741607"/>
                <a:gd name="connsiteX82" fmla="*/ 798717 w 2912392"/>
                <a:gd name="connsiteY82" fmla="*/ 230849 h 741607"/>
                <a:gd name="connsiteX83" fmla="*/ 808458 w 2912392"/>
                <a:gd name="connsiteY83" fmla="*/ 222340 h 741607"/>
                <a:gd name="connsiteX84" fmla="*/ 818199 w 2912392"/>
                <a:gd name="connsiteY84" fmla="*/ 214033 h 741607"/>
                <a:gd name="connsiteX85" fmla="*/ 827938 w 2912392"/>
                <a:gd name="connsiteY85" fmla="*/ 205934 h 741607"/>
                <a:gd name="connsiteX86" fmla="*/ 837679 w 2912392"/>
                <a:gd name="connsiteY86" fmla="*/ 198054 h 741607"/>
                <a:gd name="connsiteX87" fmla="*/ 847420 w 2912392"/>
                <a:gd name="connsiteY87" fmla="*/ 190397 h 741607"/>
                <a:gd name="connsiteX88" fmla="*/ 857159 w 2912392"/>
                <a:gd name="connsiteY88" fmla="*/ 182971 h 741607"/>
                <a:gd name="connsiteX89" fmla="*/ 866900 w 2912392"/>
                <a:gd name="connsiteY89" fmla="*/ 175783 h 741607"/>
                <a:gd name="connsiteX90" fmla="*/ 876641 w 2912392"/>
                <a:gd name="connsiteY90" fmla="*/ 168835 h 741607"/>
                <a:gd name="connsiteX91" fmla="*/ 886381 w 2912392"/>
                <a:gd name="connsiteY91" fmla="*/ 162134 h 741607"/>
                <a:gd name="connsiteX92" fmla="*/ 896122 w 2912392"/>
                <a:gd name="connsiteY92" fmla="*/ 155682 h 741607"/>
                <a:gd name="connsiteX93" fmla="*/ 905863 w 2912392"/>
                <a:gd name="connsiteY93" fmla="*/ 149483 h 741607"/>
                <a:gd name="connsiteX94" fmla="*/ 915602 w 2912392"/>
                <a:gd name="connsiteY94" fmla="*/ 143540 h 741607"/>
                <a:gd name="connsiteX95" fmla="*/ 925343 w 2912392"/>
                <a:gd name="connsiteY95" fmla="*/ 137853 h 741607"/>
                <a:gd name="connsiteX96" fmla="*/ 935084 w 2912392"/>
                <a:gd name="connsiteY96" fmla="*/ 132425 h 741607"/>
                <a:gd name="connsiteX97" fmla="*/ 944824 w 2912392"/>
                <a:gd name="connsiteY97" fmla="*/ 127257 h 741607"/>
                <a:gd name="connsiteX98" fmla="*/ 954564 w 2912392"/>
                <a:gd name="connsiteY98" fmla="*/ 122346 h 741607"/>
                <a:gd name="connsiteX99" fmla="*/ 964305 w 2912392"/>
                <a:gd name="connsiteY99" fmla="*/ 117693 h 741607"/>
                <a:gd name="connsiteX100" fmla="*/ 974045 w 2912392"/>
                <a:gd name="connsiteY100" fmla="*/ 113296 h 741607"/>
                <a:gd name="connsiteX101" fmla="*/ 983786 w 2912392"/>
                <a:gd name="connsiteY101" fmla="*/ 109154 h 741607"/>
                <a:gd name="connsiteX102" fmla="*/ 993522 w 2912392"/>
                <a:gd name="connsiteY102" fmla="*/ 105263 h 741607"/>
                <a:gd name="connsiteX103" fmla="*/ 1003266 w 2912392"/>
                <a:gd name="connsiteY103" fmla="*/ 101620 h 741607"/>
                <a:gd name="connsiteX104" fmla="*/ 1013010 w 2912392"/>
                <a:gd name="connsiteY104" fmla="*/ 98222 h 741607"/>
                <a:gd name="connsiteX105" fmla="*/ 1022754 w 2912392"/>
                <a:gd name="connsiteY105" fmla="*/ 95063 h 741607"/>
                <a:gd name="connsiteX106" fmla="*/ 1032483 w 2912392"/>
                <a:gd name="connsiteY106" fmla="*/ 92138 h 741607"/>
                <a:gd name="connsiteX107" fmla="*/ 1042227 w 2912392"/>
                <a:gd name="connsiteY107" fmla="*/ 89443 h 741607"/>
                <a:gd name="connsiteX108" fmla="*/ 1051971 w 2912392"/>
                <a:gd name="connsiteY108" fmla="*/ 86971 h 741607"/>
                <a:gd name="connsiteX109" fmla="*/ 1061715 w 2912392"/>
                <a:gd name="connsiteY109" fmla="*/ 84716 h 741607"/>
                <a:gd name="connsiteX110" fmla="*/ 1071444 w 2912392"/>
                <a:gd name="connsiteY110" fmla="*/ 82670 h 741607"/>
                <a:gd name="connsiteX111" fmla="*/ 1081188 w 2912392"/>
                <a:gd name="connsiteY111" fmla="*/ 80827 h 741607"/>
                <a:gd name="connsiteX112" fmla="*/ 1090932 w 2912392"/>
                <a:gd name="connsiteY112" fmla="*/ 79179 h 741607"/>
                <a:gd name="connsiteX113" fmla="*/ 1100676 w 2912392"/>
                <a:gd name="connsiteY113" fmla="*/ 77718 h 741607"/>
                <a:gd name="connsiteX114" fmla="*/ 1110405 w 2912392"/>
                <a:gd name="connsiteY114" fmla="*/ 76435 h 741607"/>
                <a:gd name="connsiteX115" fmla="*/ 1120149 w 2912392"/>
                <a:gd name="connsiteY115" fmla="*/ 75322 h 741607"/>
                <a:gd name="connsiteX116" fmla="*/ 1129893 w 2912392"/>
                <a:gd name="connsiteY116" fmla="*/ 74371 h 741607"/>
                <a:gd name="connsiteX117" fmla="*/ 1139637 w 2912392"/>
                <a:gd name="connsiteY117" fmla="*/ 73573 h 741607"/>
                <a:gd name="connsiteX118" fmla="*/ 1149381 w 2912392"/>
                <a:gd name="connsiteY118" fmla="*/ 72917 h 741607"/>
                <a:gd name="connsiteX119" fmla="*/ 1159110 w 2912392"/>
                <a:gd name="connsiteY119" fmla="*/ 72396 h 741607"/>
                <a:gd name="connsiteX120" fmla="*/ 1168854 w 2912392"/>
                <a:gd name="connsiteY120" fmla="*/ 71999 h 741607"/>
                <a:gd name="connsiteX121" fmla="*/ 1178598 w 2912392"/>
                <a:gd name="connsiteY121" fmla="*/ 71719 h 741607"/>
                <a:gd name="connsiteX122" fmla="*/ 1188341 w 2912392"/>
                <a:gd name="connsiteY122" fmla="*/ 71546 h 741607"/>
                <a:gd name="connsiteX123" fmla="*/ 1198070 w 2912392"/>
                <a:gd name="connsiteY123" fmla="*/ 71469 h 741607"/>
                <a:gd name="connsiteX124" fmla="*/ 1207814 w 2912392"/>
                <a:gd name="connsiteY124" fmla="*/ 71481 h 741607"/>
                <a:gd name="connsiteX125" fmla="*/ 1217558 w 2912392"/>
                <a:gd name="connsiteY125" fmla="*/ 71573 h 741607"/>
                <a:gd name="connsiteX126" fmla="*/ 1227302 w 2912392"/>
                <a:gd name="connsiteY126" fmla="*/ 71734 h 741607"/>
                <a:gd name="connsiteX127" fmla="*/ 1237031 w 2912392"/>
                <a:gd name="connsiteY127" fmla="*/ 71958 h 741607"/>
                <a:gd name="connsiteX128" fmla="*/ 1246775 w 2912392"/>
                <a:gd name="connsiteY128" fmla="*/ 72235 h 741607"/>
                <a:gd name="connsiteX129" fmla="*/ 1256519 w 2912392"/>
                <a:gd name="connsiteY129" fmla="*/ 72557 h 741607"/>
                <a:gd name="connsiteX130" fmla="*/ 1266263 w 2912392"/>
                <a:gd name="connsiteY130" fmla="*/ 72916 h 741607"/>
                <a:gd name="connsiteX131" fmla="*/ 1276007 w 2912392"/>
                <a:gd name="connsiteY131" fmla="*/ 73304 h 741607"/>
                <a:gd name="connsiteX132" fmla="*/ 1285736 w 2912392"/>
                <a:gd name="connsiteY132" fmla="*/ 73716 h 741607"/>
                <a:gd name="connsiteX133" fmla="*/ 1295480 w 2912392"/>
                <a:gd name="connsiteY133" fmla="*/ 74142 h 741607"/>
                <a:gd name="connsiteX134" fmla="*/ 1305224 w 2912392"/>
                <a:gd name="connsiteY134" fmla="*/ 74578 h 741607"/>
                <a:gd name="connsiteX135" fmla="*/ 1314968 w 2912392"/>
                <a:gd name="connsiteY135" fmla="*/ 75016 h 741607"/>
                <a:gd name="connsiteX136" fmla="*/ 1324697 w 2912392"/>
                <a:gd name="connsiteY136" fmla="*/ 75453 h 741607"/>
                <a:gd name="connsiteX137" fmla="*/ 1334441 w 2912392"/>
                <a:gd name="connsiteY137" fmla="*/ 75881 h 741607"/>
                <a:gd name="connsiteX138" fmla="*/ 1344185 w 2912392"/>
                <a:gd name="connsiteY138" fmla="*/ 76295 h 741607"/>
                <a:gd name="connsiteX139" fmla="*/ 1353929 w 2912392"/>
                <a:gd name="connsiteY139" fmla="*/ 76694 h 741607"/>
                <a:gd name="connsiteX140" fmla="*/ 1363658 w 2912392"/>
                <a:gd name="connsiteY140" fmla="*/ 77071 h 741607"/>
                <a:gd name="connsiteX141" fmla="*/ 1373402 w 2912392"/>
                <a:gd name="connsiteY141" fmla="*/ 77423 h 741607"/>
                <a:gd name="connsiteX142" fmla="*/ 1383146 w 2912392"/>
                <a:gd name="connsiteY142" fmla="*/ 77749 h 741607"/>
                <a:gd name="connsiteX143" fmla="*/ 1392890 w 2912392"/>
                <a:gd name="connsiteY143" fmla="*/ 78045 h 741607"/>
                <a:gd name="connsiteX144" fmla="*/ 1402619 w 2912392"/>
                <a:gd name="connsiteY144" fmla="*/ 78311 h 741607"/>
                <a:gd name="connsiteX145" fmla="*/ 1412363 w 2912392"/>
                <a:gd name="connsiteY145" fmla="*/ 78541 h 741607"/>
                <a:gd name="connsiteX146" fmla="*/ 1422106 w 2912392"/>
                <a:gd name="connsiteY146" fmla="*/ 78741 h 741607"/>
                <a:gd name="connsiteX147" fmla="*/ 1431850 w 2912392"/>
                <a:gd name="connsiteY147" fmla="*/ 78905 h 741607"/>
                <a:gd name="connsiteX148" fmla="*/ 1441594 w 2912392"/>
                <a:gd name="connsiteY148" fmla="*/ 79036 h 741607"/>
                <a:gd name="connsiteX149" fmla="*/ 1451323 w 2912392"/>
                <a:gd name="connsiteY149" fmla="*/ 79134 h 741607"/>
                <a:gd name="connsiteX150" fmla="*/ 1461067 w 2912392"/>
                <a:gd name="connsiteY150" fmla="*/ 79200 h 741607"/>
                <a:gd name="connsiteX151" fmla="*/ 1470811 w 2912392"/>
                <a:gd name="connsiteY151" fmla="*/ 79234 h 741607"/>
                <a:gd name="connsiteX152" fmla="*/ 1480555 w 2912392"/>
                <a:gd name="connsiteY152" fmla="*/ 79240 h 741607"/>
                <a:gd name="connsiteX153" fmla="*/ 1490284 w 2912392"/>
                <a:gd name="connsiteY153" fmla="*/ 79219 h 741607"/>
                <a:gd name="connsiteX154" fmla="*/ 1500028 w 2912392"/>
                <a:gd name="connsiteY154" fmla="*/ 79176 h 741607"/>
                <a:gd name="connsiteX155" fmla="*/ 1509772 w 2912392"/>
                <a:gd name="connsiteY155" fmla="*/ 79111 h 741607"/>
                <a:gd name="connsiteX156" fmla="*/ 1519516 w 2912392"/>
                <a:gd name="connsiteY156" fmla="*/ 79030 h 741607"/>
                <a:gd name="connsiteX157" fmla="*/ 1529245 w 2912392"/>
                <a:gd name="connsiteY157" fmla="*/ 78935 h 741607"/>
                <a:gd name="connsiteX158" fmla="*/ 1538989 w 2912392"/>
                <a:gd name="connsiteY158" fmla="*/ 78830 h 741607"/>
                <a:gd name="connsiteX159" fmla="*/ 1548733 w 2912392"/>
                <a:gd name="connsiteY159" fmla="*/ 78722 h 741607"/>
                <a:gd name="connsiteX160" fmla="*/ 1558477 w 2912392"/>
                <a:gd name="connsiteY160" fmla="*/ 78613 h 741607"/>
                <a:gd name="connsiteX161" fmla="*/ 1568221 w 2912392"/>
                <a:gd name="connsiteY161" fmla="*/ 78509 h 741607"/>
                <a:gd name="connsiteX162" fmla="*/ 1577950 w 2912392"/>
                <a:gd name="connsiteY162" fmla="*/ 78415 h 741607"/>
                <a:gd name="connsiteX163" fmla="*/ 1587694 w 2912392"/>
                <a:gd name="connsiteY163" fmla="*/ 78334 h 741607"/>
                <a:gd name="connsiteX164" fmla="*/ 1597438 w 2912392"/>
                <a:gd name="connsiteY164" fmla="*/ 78276 h 741607"/>
                <a:gd name="connsiteX165" fmla="*/ 1607182 w 2912392"/>
                <a:gd name="connsiteY165" fmla="*/ 78243 h 741607"/>
                <a:gd name="connsiteX166" fmla="*/ 1616911 w 2912392"/>
                <a:gd name="connsiteY166" fmla="*/ 78243 h 741607"/>
                <a:gd name="connsiteX167" fmla="*/ 1626655 w 2912392"/>
                <a:gd name="connsiteY167" fmla="*/ 78279 h 741607"/>
                <a:gd name="connsiteX168" fmla="*/ 1636399 w 2912392"/>
                <a:gd name="connsiteY168" fmla="*/ 78358 h 741607"/>
                <a:gd name="connsiteX169" fmla="*/ 1646142 w 2912392"/>
                <a:gd name="connsiteY169" fmla="*/ 78486 h 741607"/>
                <a:gd name="connsiteX170" fmla="*/ 1655872 w 2912392"/>
                <a:gd name="connsiteY170" fmla="*/ 78670 h 741607"/>
                <a:gd name="connsiteX171" fmla="*/ 1665616 w 2912392"/>
                <a:gd name="connsiteY171" fmla="*/ 78911 h 741607"/>
                <a:gd name="connsiteX172" fmla="*/ 1675359 w 2912392"/>
                <a:gd name="connsiteY172" fmla="*/ 79218 h 741607"/>
                <a:gd name="connsiteX173" fmla="*/ 1685103 w 2912392"/>
                <a:gd name="connsiteY173" fmla="*/ 79596 h 741607"/>
                <a:gd name="connsiteX174" fmla="*/ 1694832 w 2912392"/>
                <a:gd name="connsiteY174" fmla="*/ 80049 h 741607"/>
                <a:gd name="connsiteX175" fmla="*/ 1704576 w 2912392"/>
                <a:gd name="connsiteY175" fmla="*/ 80584 h 741607"/>
                <a:gd name="connsiteX176" fmla="*/ 1714320 w 2912392"/>
                <a:gd name="connsiteY176" fmla="*/ 81204 h 741607"/>
                <a:gd name="connsiteX177" fmla="*/ 1724064 w 2912392"/>
                <a:gd name="connsiteY177" fmla="*/ 81915 h 741607"/>
                <a:gd name="connsiteX178" fmla="*/ 1733808 w 2912392"/>
                <a:gd name="connsiteY178" fmla="*/ 82719 h 741607"/>
                <a:gd name="connsiteX179" fmla="*/ 1743537 w 2912392"/>
                <a:gd name="connsiteY179" fmla="*/ 83622 h 741607"/>
                <a:gd name="connsiteX180" fmla="*/ 1753281 w 2912392"/>
                <a:gd name="connsiteY180" fmla="*/ 84628 h 741607"/>
                <a:gd name="connsiteX181" fmla="*/ 1763025 w 2912392"/>
                <a:gd name="connsiteY181" fmla="*/ 85738 h 741607"/>
                <a:gd name="connsiteX182" fmla="*/ 1772769 w 2912392"/>
                <a:gd name="connsiteY182" fmla="*/ 86958 h 741607"/>
                <a:gd name="connsiteX183" fmla="*/ 1782498 w 2912392"/>
                <a:gd name="connsiteY183" fmla="*/ 88288 h 741607"/>
                <a:gd name="connsiteX184" fmla="*/ 1792242 w 2912392"/>
                <a:gd name="connsiteY184" fmla="*/ 89732 h 741607"/>
                <a:gd name="connsiteX185" fmla="*/ 1801986 w 2912392"/>
                <a:gd name="connsiteY185" fmla="*/ 91292 h 741607"/>
                <a:gd name="connsiteX186" fmla="*/ 1811730 w 2912392"/>
                <a:gd name="connsiteY186" fmla="*/ 92968 h 741607"/>
                <a:gd name="connsiteX187" fmla="*/ 1821459 w 2912392"/>
                <a:gd name="connsiteY187" fmla="*/ 94763 h 741607"/>
                <a:gd name="connsiteX188" fmla="*/ 1831203 w 2912392"/>
                <a:gd name="connsiteY188" fmla="*/ 96677 h 741607"/>
                <a:gd name="connsiteX189" fmla="*/ 1840947 w 2912392"/>
                <a:gd name="connsiteY189" fmla="*/ 98709 h 741607"/>
                <a:gd name="connsiteX190" fmla="*/ 1850691 w 2912392"/>
                <a:gd name="connsiteY190" fmla="*/ 100860 h 741607"/>
                <a:gd name="connsiteX191" fmla="*/ 1860435 w 2912392"/>
                <a:gd name="connsiteY191" fmla="*/ 103129 h 741607"/>
                <a:gd name="connsiteX192" fmla="*/ 1870164 w 2912392"/>
                <a:gd name="connsiteY192" fmla="*/ 105516 h 741607"/>
                <a:gd name="connsiteX193" fmla="*/ 1879908 w 2912392"/>
                <a:gd name="connsiteY193" fmla="*/ 108018 h 741607"/>
                <a:gd name="connsiteX194" fmla="*/ 1889652 w 2912392"/>
                <a:gd name="connsiteY194" fmla="*/ 110632 h 741607"/>
                <a:gd name="connsiteX195" fmla="*/ 1899395 w 2912392"/>
                <a:gd name="connsiteY195" fmla="*/ 113359 h 741607"/>
                <a:gd name="connsiteX196" fmla="*/ 1909124 w 2912392"/>
                <a:gd name="connsiteY196" fmla="*/ 116193 h 741607"/>
                <a:gd name="connsiteX197" fmla="*/ 1918868 w 2912392"/>
                <a:gd name="connsiteY197" fmla="*/ 119131 h 741607"/>
                <a:gd name="connsiteX198" fmla="*/ 1928612 w 2912392"/>
                <a:gd name="connsiteY198" fmla="*/ 122169 h 741607"/>
                <a:gd name="connsiteX199" fmla="*/ 1938356 w 2912392"/>
                <a:gd name="connsiteY199" fmla="*/ 125305 h 741607"/>
                <a:gd name="connsiteX200" fmla="*/ 1948085 w 2912392"/>
                <a:gd name="connsiteY200" fmla="*/ 128532 h 741607"/>
                <a:gd name="connsiteX201" fmla="*/ 1957829 w 2912392"/>
                <a:gd name="connsiteY201" fmla="*/ 131844 h 741607"/>
                <a:gd name="connsiteX202" fmla="*/ 1967573 w 2912392"/>
                <a:gd name="connsiteY202" fmla="*/ 135240 h 741607"/>
                <a:gd name="connsiteX203" fmla="*/ 1977317 w 2912392"/>
                <a:gd name="connsiteY203" fmla="*/ 138708 h 741607"/>
                <a:gd name="connsiteX204" fmla="*/ 1987046 w 2912392"/>
                <a:gd name="connsiteY204" fmla="*/ 142247 h 741607"/>
                <a:gd name="connsiteX205" fmla="*/ 1996790 w 2912392"/>
                <a:gd name="connsiteY205" fmla="*/ 145846 h 741607"/>
                <a:gd name="connsiteX206" fmla="*/ 2006534 w 2912392"/>
                <a:gd name="connsiteY206" fmla="*/ 149502 h 741607"/>
                <a:gd name="connsiteX207" fmla="*/ 2016278 w 2912392"/>
                <a:gd name="connsiteY207" fmla="*/ 153205 h 741607"/>
                <a:gd name="connsiteX208" fmla="*/ 2026022 w 2912392"/>
                <a:gd name="connsiteY208" fmla="*/ 156947 h 741607"/>
                <a:gd name="connsiteX209" fmla="*/ 2035751 w 2912392"/>
                <a:gd name="connsiteY209" fmla="*/ 160723 h 741607"/>
                <a:gd name="connsiteX210" fmla="*/ 2045495 w 2912392"/>
                <a:gd name="connsiteY210" fmla="*/ 164522 h 741607"/>
                <a:gd name="connsiteX211" fmla="*/ 2055239 w 2912392"/>
                <a:gd name="connsiteY211" fmla="*/ 168336 h 741607"/>
                <a:gd name="connsiteX212" fmla="*/ 2064983 w 2912392"/>
                <a:gd name="connsiteY212" fmla="*/ 172158 h 741607"/>
                <a:gd name="connsiteX213" fmla="*/ 2074712 w 2912392"/>
                <a:gd name="connsiteY213" fmla="*/ 175978 h 741607"/>
                <a:gd name="connsiteX214" fmla="*/ 2084456 w 2912392"/>
                <a:gd name="connsiteY214" fmla="*/ 179786 h 741607"/>
                <a:gd name="connsiteX215" fmla="*/ 2094200 w 2912392"/>
                <a:gd name="connsiteY215" fmla="*/ 183573 h 741607"/>
                <a:gd name="connsiteX216" fmla="*/ 2103944 w 2912392"/>
                <a:gd name="connsiteY216" fmla="*/ 187332 h 741607"/>
                <a:gd name="connsiteX217" fmla="*/ 2113673 w 2912392"/>
                <a:gd name="connsiteY217" fmla="*/ 191051 h 741607"/>
                <a:gd name="connsiteX218" fmla="*/ 2123417 w 2912392"/>
                <a:gd name="connsiteY218" fmla="*/ 194722 h 741607"/>
                <a:gd name="connsiteX219" fmla="*/ 2133161 w 2912392"/>
                <a:gd name="connsiteY219" fmla="*/ 198334 h 741607"/>
                <a:gd name="connsiteX220" fmla="*/ 2142905 w 2912392"/>
                <a:gd name="connsiteY220" fmla="*/ 201878 h 741607"/>
                <a:gd name="connsiteX221" fmla="*/ 2152649 w 2912392"/>
                <a:gd name="connsiteY221" fmla="*/ 205347 h 741607"/>
                <a:gd name="connsiteX222" fmla="*/ 2162377 w 2912392"/>
                <a:gd name="connsiteY222" fmla="*/ 208727 h 741607"/>
                <a:gd name="connsiteX223" fmla="*/ 2172121 w 2912392"/>
                <a:gd name="connsiteY223" fmla="*/ 212012 h 741607"/>
                <a:gd name="connsiteX224" fmla="*/ 2181865 w 2912392"/>
                <a:gd name="connsiteY224" fmla="*/ 215190 h 741607"/>
                <a:gd name="connsiteX225" fmla="*/ 2191609 w 2912392"/>
                <a:gd name="connsiteY225" fmla="*/ 218255 h 741607"/>
                <a:gd name="connsiteX226" fmla="*/ 2201338 w 2912392"/>
                <a:gd name="connsiteY226" fmla="*/ 221195 h 741607"/>
                <a:gd name="connsiteX227" fmla="*/ 2211082 w 2912392"/>
                <a:gd name="connsiteY227" fmla="*/ 224002 h 741607"/>
                <a:gd name="connsiteX228" fmla="*/ 2220826 w 2912392"/>
                <a:gd name="connsiteY228" fmla="*/ 226669 h 741607"/>
                <a:gd name="connsiteX229" fmla="*/ 2230570 w 2912392"/>
                <a:gd name="connsiteY229" fmla="*/ 229184 h 741607"/>
                <a:gd name="connsiteX230" fmla="*/ 2240299 w 2912392"/>
                <a:gd name="connsiteY230" fmla="*/ 231541 h 741607"/>
                <a:gd name="connsiteX231" fmla="*/ 2250043 w 2912392"/>
                <a:gd name="connsiteY231" fmla="*/ 233729 h 741607"/>
                <a:gd name="connsiteX232" fmla="*/ 2259787 w 2912392"/>
                <a:gd name="connsiteY232" fmla="*/ 235745 h 741607"/>
                <a:gd name="connsiteX233" fmla="*/ 2269531 w 2912392"/>
                <a:gd name="connsiteY233" fmla="*/ 237581 h 741607"/>
                <a:gd name="connsiteX234" fmla="*/ 2279260 w 2912392"/>
                <a:gd name="connsiteY234" fmla="*/ 239226 h 741607"/>
                <a:gd name="connsiteX235" fmla="*/ 2289004 w 2912392"/>
                <a:gd name="connsiteY235" fmla="*/ 240675 h 741607"/>
                <a:gd name="connsiteX236" fmla="*/ 2298748 w 2912392"/>
                <a:gd name="connsiteY236" fmla="*/ 241924 h 741607"/>
                <a:gd name="connsiteX237" fmla="*/ 2308492 w 2912392"/>
                <a:gd name="connsiteY237" fmla="*/ 242964 h 741607"/>
                <a:gd name="connsiteX238" fmla="*/ 2318236 w 2912392"/>
                <a:gd name="connsiteY238" fmla="*/ 243792 h 741607"/>
                <a:gd name="connsiteX239" fmla="*/ 2327965 w 2912392"/>
                <a:gd name="connsiteY239" fmla="*/ 244401 h 741607"/>
                <a:gd name="connsiteX240" fmla="*/ 2337709 w 2912392"/>
                <a:gd name="connsiteY240" fmla="*/ 244787 h 741607"/>
                <a:gd name="connsiteX241" fmla="*/ 2347453 w 2912392"/>
                <a:gd name="connsiteY241" fmla="*/ 244947 h 741607"/>
                <a:gd name="connsiteX242" fmla="*/ 2357197 w 2912392"/>
                <a:gd name="connsiteY242" fmla="*/ 244877 h 741607"/>
                <a:gd name="connsiteX243" fmla="*/ 2366926 w 2912392"/>
                <a:gd name="connsiteY243" fmla="*/ 244573 h 741607"/>
                <a:gd name="connsiteX244" fmla="*/ 2376670 w 2912392"/>
                <a:gd name="connsiteY244" fmla="*/ 244033 h 741607"/>
                <a:gd name="connsiteX245" fmla="*/ 2386413 w 2912392"/>
                <a:gd name="connsiteY245" fmla="*/ 243256 h 741607"/>
                <a:gd name="connsiteX246" fmla="*/ 2396157 w 2912392"/>
                <a:gd name="connsiteY246" fmla="*/ 242240 h 741607"/>
                <a:gd name="connsiteX247" fmla="*/ 2405886 w 2912392"/>
                <a:gd name="connsiteY247" fmla="*/ 240982 h 741607"/>
                <a:gd name="connsiteX248" fmla="*/ 2415630 w 2912392"/>
                <a:gd name="connsiteY248" fmla="*/ 239485 h 741607"/>
                <a:gd name="connsiteX249" fmla="*/ 2425374 w 2912392"/>
                <a:gd name="connsiteY249" fmla="*/ 237748 h 741607"/>
                <a:gd name="connsiteX250" fmla="*/ 2435118 w 2912392"/>
                <a:gd name="connsiteY250" fmla="*/ 235770 h 741607"/>
                <a:gd name="connsiteX251" fmla="*/ 2444862 w 2912392"/>
                <a:gd name="connsiteY251" fmla="*/ 233556 h 741607"/>
                <a:gd name="connsiteX252" fmla="*/ 2454591 w 2912392"/>
                <a:gd name="connsiteY252" fmla="*/ 231107 h 741607"/>
                <a:gd name="connsiteX253" fmla="*/ 2464335 w 2912392"/>
                <a:gd name="connsiteY253" fmla="*/ 228424 h 741607"/>
                <a:gd name="connsiteX254" fmla="*/ 2474079 w 2912392"/>
                <a:gd name="connsiteY254" fmla="*/ 225511 h 741607"/>
                <a:gd name="connsiteX255" fmla="*/ 2483823 w 2912392"/>
                <a:gd name="connsiteY255" fmla="*/ 222373 h 741607"/>
                <a:gd name="connsiteX256" fmla="*/ 2493552 w 2912392"/>
                <a:gd name="connsiteY256" fmla="*/ 219012 h 741607"/>
                <a:gd name="connsiteX257" fmla="*/ 2503296 w 2912392"/>
                <a:gd name="connsiteY257" fmla="*/ 215436 h 741607"/>
                <a:gd name="connsiteX258" fmla="*/ 2513040 w 2912392"/>
                <a:gd name="connsiteY258" fmla="*/ 211649 h 741607"/>
                <a:gd name="connsiteX259" fmla="*/ 2522784 w 2912392"/>
                <a:gd name="connsiteY259" fmla="*/ 207658 h 741607"/>
                <a:gd name="connsiteX260" fmla="*/ 2532513 w 2912392"/>
                <a:gd name="connsiteY260" fmla="*/ 203468 h 741607"/>
                <a:gd name="connsiteX261" fmla="*/ 2542257 w 2912392"/>
                <a:gd name="connsiteY261" fmla="*/ 199089 h 741607"/>
                <a:gd name="connsiteX262" fmla="*/ 2552001 w 2912392"/>
                <a:gd name="connsiteY262" fmla="*/ 194526 h 741607"/>
                <a:gd name="connsiteX263" fmla="*/ 2561745 w 2912392"/>
                <a:gd name="connsiteY263" fmla="*/ 189789 h 741607"/>
                <a:gd name="connsiteX264" fmla="*/ 2571474 w 2912392"/>
                <a:gd name="connsiteY264" fmla="*/ 184886 h 741607"/>
                <a:gd name="connsiteX265" fmla="*/ 2581218 w 2912392"/>
                <a:gd name="connsiteY265" fmla="*/ 179828 h 741607"/>
                <a:gd name="connsiteX266" fmla="*/ 2590962 w 2912392"/>
                <a:gd name="connsiteY266" fmla="*/ 174623 h 741607"/>
                <a:gd name="connsiteX267" fmla="*/ 2600705 w 2912392"/>
                <a:gd name="connsiteY267" fmla="*/ 169282 h 741607"/>
                <a:gd name="connsiteX268" fmla="*/ 2610449 w 2912392"/>
                <a:gd name="connsiteY268" fmla="*/ 163816 h 741607"/>
                <a:gd name="connsiteX269" fmla="*/ 2620178 w 2912392"/>
                <a:gd name="connsiteY269" fmla="*/ 158235 h 741607"/>
                <a:gd name="connsiteX270" fmla="*/ 2629922 w 2912392"/>
                <a:gd name="connsiteY270" fmla="*/ 152551 h 741607"/>
                <a:gd name="connsiteX271" fmla="*/ 2639666 w 2912392"/>
                <a:gd name="connsiteY271" fmla="*/ 146776 h 741607"/>
                <a:gd name="connsiteX272" fmla="*/ 2649410 w 2912392"/>
                <a:gd name="connsiteY272" fmla="*/ 140922 h 741607"/>
                <a:gd name="connsiteX273" fmla="*/ 2659139 w 2912392"/>
                <a:gd name="connsiteY273" fmla="*/ 135001 h 741607"/>
                <a:gd name="connsiteX274" fmla="*/ 2668883 w 2912392"/>
                <a:gd name="connsiteY274" fmla="*/ 129027 h 741607"/>
                <a:gd name="connsiteX275" fmla="*/ 2678627 w 2912392"/>
                <a:gd name="connsiteY275" fmla="*/ 123010 h 741607"/>
                <a:gd name="connsiteX276" fmla="*/ 2688371 w 2912392"/>
                <a:gd name="connsiteY276" fmla="*/ 116966 h 741607"/>
                <a:gd name="connsiteX277" fmla="*/ 2698100 w 2912392"/>
                <a:gd name="connsiteY277" fmla="*/ 110907 h 741607"/>
                <a:gd name="connsiteX278" fmla="*/ 2707844 w 2912392"/>
                <a:gd name="connsiteY278" fmla="*/ 104846 h 741607"/>
                <a:gd name="connsiteX279" fmla="*/ 2717588 w 2912392"/>
                <a:gd name="connsiteY279" fmla="*/ 98797 h 741607"/>
                <a:gd name="connsiteX280" fmla="*/ 2727332 w 2912392"/>
                <a:gd name="connsiteY280" fmla="*/ 92771 h 741607"/>
                <a:gd name="connsiteX281" fmla="*/ 2737076 w 2912392"/>
                <a:gd name="connsiteY281" fmla="*/ 86787 h 741607"/>
                <a:gd name="connsiteX282" fmla="*/ 2746805 w 2912392"/>
                <a:gd name="connsiteY282" fmla="*/ 80852 h 741607"/>
                <a:gd name="connsiteX283" fmla="*/ 2756549 w 2912392"/>
                <a:gd name="connsiteY283" fmla="*/ 74984 h 741607"/>
                <a:gd name="connsiteX284" fmla="*/ 2766293 w 2912392"/>
                <a:gd name="connsiteY284" fmla="*/ 69192 h 741607"/>
                <a:gd name="connsiteX285" fmla="*/ 2776037 w 2912392"/>
                <a:gd name="connsiteY285" fmla="*/ 63493 h 741607"/>
                <a:gd name="connsiteX286" fmla="*/ 2785766 w 2912392"/>
                <a:gd name="connsiteY286" fmla="*/ 57899 h 741607"/>
                <a:gd name="connsiteX287" fmla="*/ 2795510 w 2912392"/>
                <a:gd name="connsiteY287" fmla="*/ 52422 h 741607"/>
                <a:gd name="connsiteX288" fmla="*/ 2805254 w 2912392"/>
                <a:gd name="connsiteY288" fmla="*/ 47073 h 741607"/>
                <a:gd name="connsiteX289" fmla="*/ 2814998 w 2912392"/>
                <a:gd name="connsiteY289" fmla="*/ 41868 h 741607"/>
                <a:gd name="connsiteX290" fmla="*/ 2824727 w 2912392"/>
                <a:gd name="connsiteY290" fmla="*/ 36814 h 741607"/>
                <a:gd name="connsiteX291" fmla="*/ 2834471 w 2912392"/>
                <a:gd name="connsiteY291" fmla="*/ 31927 h 741607"/>
                <a:gd name="connsiteX292" fmla="*/ 2844215 w 2912392"/>
                <a:gd name="connsiteY292" fmla="*/ 27214 h 741607"/>
                <a:gd name="connsiteX293" fmla="*/ 2853958 w 2912392"/>
                <a:gd name="connsiteY293" fmla="*/ 22690 h 741607"/>
                <a:gd name="connsiteX294" fmla="*/ 2863687 w 2912392"/>
                <a:gd name="connsiteY294" fmla="*/ 18363 h 741607"/>
                <a:gd name="connsiteX295" fmla="*/ 2873431 w 2912392"/>
                <a:gd name="connsiteY295" fmla="*/ 14242 h 741607"/>
                <a:gd name="connsiteX296" fmla="*/ 2883175 w 2912392"/>
                <a:gd name="connsiteY296" fmla="*/ 10335 h 741607"/>
                <a:gd name="connsiteX297" fmla="*/ 2892919 w 2912392"/>
                <a:gd name="connsiteY297" fmla="*/ 6655 h 741607"/>
                <a:gd name="connsiteX298" fmla="*/ 2902663 w 2912392"/>
                <a:gd name="connsiteY298" fmla="*/ 3208 h 741607"/>
                <a:gd name="connsiteX299" fmla="*/ 2912392 w 2912392"/>
                <a:gd name="connsiteY299" fmla="*/ 0 h 74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41607">
                  <a:moveTo>
                    <a:pt x="0" y="740399"/>
                  </a:moveTo>
                  <a:lnTo>
                    <a:pt x="9739" y="740923"/>
                  </a:lnTo>
                  <a:lnTo>
                    <a:pt x="19480" y="741302"/>
                  </a:lnTo>
                  <a:lnTo>
                    <a:pt x="29221" y="741528"/>
                  </a:lnTo>
                  <a:lnTo>
                    <a:pt x="38961" y="741607"/>
                  </a:lnTo>
                  <a:lnTo>
                    <a:pt x="48702" y="741533"/>
                  </a:lnTo>
                  <a:lnTo>
                    <a:pt x="58443" y="741305"/>
                  </a:lnTo>
                  <a:lnTo>
                    <a:pt x="68182" y="740922"/>
                  </a:lnTo>
                  <a:lnTo>
                    <a:pt x="77923" y="740383"/>
                  </a:lnTo>
                  <a:lnTo>
                    <a:pt x="87664" y="739682"/>
                  </a:lnTo>
                  <a:lnTo>
                    <a:pt x="97404" y="738821"/>
                  </a:lnTo>
                  <a:lnTo>
                    <a:pt x="107145" y="737798"/>
                  </a:lnTo>
                  <a:lnTo>
                    <a:pt x="116886" y="736606"/>
                  </a:lnTo>
                  <a:lnTo>
                    <a:pt x="126625" y="735245"/>
                  </a:lnTo>
                  <a:lnTo>
                    <a:pt x="136366" y="733712"/>
                  </a:lnTo>
                  <a:lnTo>
                    <a:pt x="146107" y="732005"/>
                  </a:lnTo>
                  <a:lnTo>
                    <a:pt x="155846" y="730119"/>
                  </a:lnTo>
                  <a:lnTo>
                    <a:pt x="165587" y="728052"/>
                  </a:lnTo>
                  <a:lnTo>
                    <a:pt x="175328" y="725801"/>
                  </a:lnTo>
                  <a:lnTo>
                    <a:pt x="185068" y="723362"/>
                  </a:lnTo>
                  <a:lnTo>
                    <a:pt x="194809" y="720734"/>
                  </a:lnTo>
                  <a:lnTo>
                    <a:pt x="204550" y="717910"/>
                  </a:lnTo>
                  <a:lnTo>
                    <a:pt x="214289" y="714890"/>
                  </a:lnTo>
                  <a:lnTo>
                    <a:pt x="224030" y="711671"/>
                  </a:lnTo>
                  <a:lnTo>
                    <a:pt x="233771" y="708247"/>
                  </a:lnTo>
                  <a:lnTo>
                    <a:pt x="243510" y="704617"/>
                  </a:lnTo>
                  <a:lnTo>
                    <a:pt x="253251" y="700780"/>
                  </a:lnTo>
                  <a:lnTo>
                    <a:pt x="262992" y="696732"/>
                  </a:lnTo>
                  <a:lnTo>
                    <a:pt x="272732" y="692469"/>
                  </a:lnTo>
                  <a:lnTo>
                    <a:pt x="282473" y="687990"/>
                  </a:lnTo>
                  <a:lnTo>
                    <a:pt x="292214" y="683294"/>
                  </a:lnTo>
                  <a:lnTo>
                    <a:pt x="301953" y="678379"/>
                  </a:lnTo>
                  <a:lnTo>
                    <a:pt x="311694" y="673243"/>
                  </a:lnTo>
                  <a:lnTo>
                    <a:pt x="321435" y="667886"/>
                  </a:lnTo>
                  <a:lnTo>
                    <a:pt x="331175" y="662306"/>
                  </a:lnTo>
                  <a:lnTo>
                    <a:pt x="340916" y="656504"/>
                  </a:lnTo>
                  <a:lnTo>
                    <a:pt x="350656" y="650479"/>
                  </a:lnTo>
                  <a:lnTo>
                    <a:pt x="360396" y="644232"/>
                  </a:lnTo>
                  <a:lnTo>
                    <a:pt x="370137" y="637764"/>
                  </a:lnTo>
                  <a:lnTo>
                    <a:pt x="379878" y="631078"/>
                  </a:lnTo>
                  <a:lnTo>
                    <a:pt x="389617" y="624172"/>
                  </a:lnTo>
                  <a:lnTo>
                    <a:pt x="399358" y="617052"/>
                  </a:lnTo>
                  <a:lnTo>
                    <a:pt x="409099" y="609719"/>
                  </a:lnTo>
                  <a:lnTo>
                    <a:pt x="418839" y="602177"/>
                  </a:lnTo>
                  <a:lnTo>
                    <a:pt x="428580" y="594429"/>
                  </a:lnTo>
                  <a:lnTo>
                    <a:pt x="438321" y="586481"/>
                  </a:lnTo>
                  <a:lnTo>
                    <a:pt x="448060" y="578337"/>
                  </a:lnTo>
                  <a:lnTo>
                    <a:pt x="457801" y="570001"/>
                  </a:lnTo>
                  <a:lnTo>
                    <a:pt x="467542" y="561482"/>
                  </a:lnTo>
                  <a:lnTo>
                    <a:pt x="477281" y="552783"/>
                  </a:lnTo>
                  <a:lnTo>
                    <a:pt x="487022" y="543914"/>
                  </a:lnTo>
                  <a:lnTo>
                    <a:pt x="496763" y="534881"/>
                  </a:lnTo>
                  <a:lnTo>
                    <a:pt x="506503" y="525691"/>
                  </a:lnTo>
                  <a:lnTo>
                    <a:pt x="516244" y="516356"/>
                  </a:lnTo>
                  <a:lnTo>
                    <a:pt x="525985" y="506880"/>
                  </a:lnTo>
                  <a:lnTo>
                    <a:pt x="535724" y="497276"/>
                  </a:lnTo>
                  <a:lnTo>
                    <a:pt x="545465" y="487551"/>
                  </a:lnTo>
                  <a:lnTo>
                    <a:pt x="555206" y="477718"/>
                  </a:lnTo>
                  <a:lnTo>
                    <a:pt x="564946" y="467786"/>
                  </a:lnTo>
                  <a:lnTo>
                    <a:pt x="574687" y="457765"/>
                  </a:lnTo>
                  <a:lnTo>
                    <a:pt x="584428" y="447670"/>
                  </a:lnTo>
                  <a:lnTo>
                    <a:pt x="594167" y="437507"/>
                  </a:lnTo>
                  <a:lnTo>
                    <a:pt x="603908" y="427292"/>
                  </a:lnTo>
                  <a:lnTo>
                    <a:pt x="613649" y="417036"/>
                  </a:lnTo>
                  <a:lnTo>
                    <a:pt x="623388" y="406750"/>
                  </a:lnTo>
                  <a:lnTo>
                    <a:pt x="633129" y="396447"/>
                  </a:lnTo>
                  <a:lnTo>
                    <a:pt x="642870" y="386141"/>
                  </a:lnTo>
                  <a:lnTo>
                    <a:pt x="652610" y="375843"/>
                  </a:lnTo>
                  <a:lnTo>
                    <a:pt x="662351" y="365566"/>
                  </a:lnTo>
                  <a:lnTo>
                    <a:pt x="672092" y="355323"/>
                  </a:lnTo>
                  <a:lnTo>
                    <a:pt x="681831" y="345127"/>
                  </a:lnTo>
                  <a:lnTo>
                    <a:pt x="691572" y="334990"/>
                  </a:lnTo>
                  <a:lnTo>
                    <a:pt x="701313" y="324926"/>
                  </a:lnTo>
                  <a:lnTo>
                    <a:pt x="711052" y="314945"/>
                  </a:lnTo>
                  <a:lnTo>
                    <a:pt x="720793" y="305061"/>
                  </a:lnTo>
                  <a:lnTo>
                    <a:pt x="730534" y="295286"/>
                  </a:lnTo>
                  <a:lnTo>
                    <a:pt x="740274" y="285630"/>
                  </a:lnTo>
                  <a:lnTo>
                    <a:pt x="750015" y="276108"/>
                  </a:lnTo>
                  <a:lnTo>
                    <a:pt x="759756" y="266728"/>
                  </a:lnTo>
                  <a:lnTo>
                    <a:pt x="769495" y="257501"/>
                  </a:lnTo>
                  <a:lnTo>
                    <a:pt x="779236" y="248439"/>
                  </a:lnTo>
                  <a:lnTo>
                    <a:pt x="788977" y="239553"/>
                  </a:lnTo>
                  <a:lnTo>
                    <a:pt x="798717" y="230849"/>
                  </a:lnTo>
                  <a:lnTo>
                    <a:pt x="808458" y="222340"/>
                  </a:lnTo>
                  <a:lnTo>
                    <a:pt x="818199" y="214033"/>
                  </a:lnTo>
                  <a:lnTo>
                    <a:pt x="827938" y="205934"/>
                  </a:lnTo>
                  <a:lnTo>
                    <a:pt x="837679" y="198054"/>
                  </a:lnTo>
                  <a:lnTo>
                    <a:pt x="847420" y="190397"/>
                  </a:lnTo>
                  <a:lnTo>
                    <a:pt x="857159" y="182971"/>
                  </a:lnTo>
                  <a:lnTo>
                    <a:pt x="866900" y="175783"/>
                  </a:lnTo>
                  <a:lnTo>
                    <a:pt x="876641" y="168835"/>
                  </a:lnTo>
                  <a:lnTo>
                    <a:pt x="886381" y="162134"/>
                  </a:lnTo>
                  <a:lnTo>
                    <a:pt x="896122" y="155682"/>
                  </a:lnTo>
                  <a:lnTo>
                    <a:pt x="905863" y="149483"/>
                  </a:lnTo>
                  <a:lnTo>
                    <a:pt x="915602" y="143540"/>
                  </a:lnTo>
                  <a:lnTo>
                    <a:pt x="925343" y="137853"/>
                  </a:lnTo>
                  <a:lnTo>
                    <a:pt x="935084" y="132425"/>
                  </a:lnTo>
                  <a:lnTo>
                    <a:pt x="944824" y="127257"/>
                  </a:lnTo>
                  <a:lnTo>
                    <a:pt x="954564" y="122346"/>
                  </a:lnTo>
                  <a:lnTo>
                    <a:pt x="964305" y="117693"/>
                  </a:lnTo>
                  <a:lnTo>
                    <a:pt x="974045" y="113296"/>
                  </a:lnTo>
                  <a:lnTo>
                    <a:pt x="983786" y="109154"/>
                  </a:lnTo>
                  <a:lnTo>
                    <a:pt x="993522" y="105263"/>
                  </a:lnTo>
                  <a:lnTo>
                    <a:pt x="1003266" y="101620"/>
                  </a:lnTo>
                  <a:lnTo>
                    <a:pt x="1013010" y="98222"/>
                  </a:lnTo>
                  <a:lnTo>
                    <a:pt x="1022754" y="95063"/>
                  </a:lnTo>
                  <a:lnTo>
                    <a:pt x="1032483" y="92138"/>
                  </a:lnTo>
                  <a:lnTo>
                    <a:pt x="1042227" y="89443"/>
                  </a:lnTo>
                  <a:lnTo>
                    <a:pt x="1051971" y="86971"/>
                  </a:lnTo>
                  <a:lnTo>
                    <a:pt x="1061715" y="84716"/>
                  </a:lnTo>
                  <a:lnTo>
                    <a:pt x="1071444" y="82670"/>
                  </a:lnTo>
                  <a:lnTo>
                    <a:pt x="1081188" y="80827"/>
                  </a:lnTo>
                  <a:lnTo>
                    <a:pt x="1090932" y="79179"/>
                  </a:lnTo>
                  <a:lnTo>
                    <a:pt x="1100676" y="77718"/>
                  </a:lnTo>
                  <a:lnTo>
                    <a:pt x="1110405" y="76435"/>
                  </a:lnTo>
                  <a:lnTo>
                    <a:pt x="1120149" y="75322"/>
                  </a:lnTo>
                  <a:lnTo>
                    <a:pt x="1129893" y="74371"/>
                  </a:lnTo>
                  <a:lnTo>
                    <a:pt x="1139637" y="73573"/>
                  </a:lnTo>
                  <a:lnTo>
                    <a:pt x="1149381" y="72917"/>
                  </a:lnTo>
                  <a:lnTo>
                    <a:pt x="1159110" y="72396"/>
                  </a:lnTo>
                  <a:lnTo>
                    <a:pt x="1168854" y="71999"/>
                  </a:lnTo>
                  <a:lnTo>
                    <a:pt x="1178598" y="71719"/>
                  </a:lnTo>
                  <a:lnTo>
                    <a:pt x="1188341" y="71546"/>
                  </a:lnTo>
                  <a:lnTo>
                    <a:pt x="1198070" y="71469"/>
                  </a:lnTo>
                  <a:lnTo>
                    <a:pt x="1207814" y="71481"/>
                  </a:lnTo>
                  <a:lnTo>
                    <a:pt x="1217558" y="71573"/>
                  </a:lnTo>
                  <a:lnTo>
                    <a:pt x="1227302" y="71734"/>
                  </a:lnTo>
                  <a:lnTo>
                    <a:pt x="1237031" y="71958"/>
                  </a:lnTo>
                  <a:lnTo>
                    <a:pt x="1246775" y="72235"/>
                  </a:lnTo>
                  <a:lnTo>
                    <a:pt x="1256519" y="72557"/>
                  </a:lnTo>
                  <a:lnTo>
                    <a:pt x="1266263" y="72916"/>
                  </a:lnTo>
                  <a:lnTo>
                    <a:pt x="1276007" y="73304"/>
                  </a:lnTo>
                  <a:lnTo>
                    <a:pt x="1285736" y="73716"/>
                  </a:lnTo>
                  <a:lnTo>
                    <a:pt x="1295480" y="74142"/>
                  </a:lnTo>
                  <a:lnTo>
                    <a:pt x="1305224" y="74578"/>
                  </a:lnTo>
                  <a:lnTo>
                    <a:pt x="1314968" y="75016"/>
                  </a:lnTo>
                  <a:lnTo>
                    <a:pt x="1324697" y="75453"/>
                  </a:lnTo>
                  <a:lnTo>
                    <a:pt x="1334441" y="75881"/>
                  </a:lnTo>
                  <a:lnTo>
                    <a:pt x="1344185" y="76295"/>
                  </a:lnTo>
                  <a:lnTo>
                    <a:pt x="1353929" y="76694"/>
                  </a:lnTo>
                  <a:lnTo>
                    <a:pt x="1363658" y="77071"/>
                  </a:lnTo>
                  <a:lnTo>
                    <a:pt x="1373402" y="77423"/>
                  </a:lnTo>
                  <a:lnTo>
                    <a:pt x="1383146" y="77749"/>
                  </a:lnTo>
                  <a:lnTo>
                    <a:pt x="1392890" y="78045"/>
                  </a:lnTo>
                  <a:lnTo>
                    <a:pt x="1402619" y="78311"/>
                  </a:lnTo>
                  <a:lnTo>
                    <a:pt x="1412363" y="78541"/>
                  </a:lnTo>
                  <a:lnTo>
                    <a:pt x="1422106" y="78741"/>
                  </a:lnTo>
                  <a:lnTo>
                    <a:pt x="1431850" y="78905"/>
                  </a:lnTo>
                  <a:lnTo>
                    <a:pt x="1441594" y="79036"/>
                  </a:lnTo>
                  <a:lnTo>
                    <a:pt x="1451323" y="79134"/>
                  </a:lnTo>
                  <a:lnTo>
                    <a:pt x="1461067" y="79200"/>
                  </a:lnTo>
                  <a:lnTo>
                    <a:pt x="1470811" y="79234"/>
                  </a:lnTo>
                  <a:lnTo>
                    <a:pt x="1480555" y="79240"/>
                  </a:lnTo>
                  <a:lnTo>
                    <a:pt x="1490284" y="79219"/>
                  </a:lnTo>
                  <a:lnTo>
                    <a:pt x="1500028" y="79176"/>
                  </a:lnTo>
                  <a:lnTo>
                    <a:pt x="1509772" y="79111"/>
                  </a:lnTo>
                  <a:lnTo>
                    <a:pt x="1519516" y="79030"/>
                  </a:lnTo>
                  <a:lnTo>
                    <a:pt x="1529245" y="78935"/>
                  </a:lnTo>
                  <a:lnTo>
                    <a:pt x="1538989" y="78830"/>
                  </a:lnTo>
                  <a:lnTo>
                    <a:pt x="1548733" y="78722"/>
                  </a:lnTo>
                  <a:lnTo>
                    <a:pt x="1558477" y="78613"/>
                  </a:lnTo>
                  <a:lnTo>
                    <a:pt x="1568221" y="78509"/>
                  </a:lnTo>
                  <a:lnTo>
                    <a:pt x="1577950" y="78415"/>
                  </a:lnTo>
                  <a:lnTo>
                    <a:pt x="1587694" y="78334"/>
                  </a:lnTo>
                  <a:lnTo>
                    <a:pt x="1597438" y="78276"/>
                  </a:lnTo>
                  <a:lnTo>
                    <a:pt x="1607182" y="78243"/>
                  </a:lnTo>
                  <a:lnTo>
                    <a:pt x="1616911" y="78243"/>
                  </a:lnTo>
                  <a:lnTo>
                    <a:pt x="1626655" y="78279"/>
                  </a:lnTo>
                  <a:lnTo>
                    <a:pt x="1636399" y="78358"/>
                  </a:lnTo>
                  <a:lnTo>
                    <a:pt x="1646142" y="78486"/>
                  </a:lnTo>
                  <a:lnTo>
                    <a:pt x="1655872" y="78670"/>
                  </a:lnTo>
                  <a:lnTo>
                    <a:pt x="1665616" y="78911"/>
                  </a:lnTo>
                  <a:lnTo>
                    <a:pt x="1675359" y="79218"/>
                  </a:lnTo>
                  <a:lnTo>
                    <a:pt x="1685103" y="79596"/>
                  </a:lnTo>
                  <a:lnTo>
                    <a:pt x="1694832" y="80049"/>
                  </a:lnTo>
                  <a:lnTo>
                    <a:pt x="1704576" y="80584"/>
                  </a:lnTo>
                  <a:lnTo>
                    <a:pt x="1714320" y="81204"/>
                  </a:lnTo>
                  <a:lnTo>
                    <a:pt x="1724064" y="81915"/>
                  </a:lnTo>
                  <a:lnTo>
                    <a:pt x="1733808" y="82719"/>
                  </a:lnTo>
                  <a:lnTo>
                    <a:pt x="1743537" y="83622"/>
                  </a:lnTo>
                  <a:lnTo>
                    <a:pt x="1753281" y="84628"/>
                  </a:lnTo>
                  <a:lnTo>
                    <a:pt x="1763025" y="85738"/>
                  </a:lnTo>
                  <a:lnTo>
                    <a:pt x="1772769" y="86958"/>
                  </a:lnTo>
                  <a:lnTo>
                    <a:pt x="1782498" y="88288"/>
                  </a:lnTo>
                  <a:lnTo>
                    <a:pt x="1792242" y="89732"/>
                  </a:lnTo>
                  <a:lnTo>
                    <a:pt x="1801986" y="91292"/>
                  </a:lnTo>
                  <a:lnTo>
                    <a:pt x="1811730" y="92968"/>
                  </a:lnTo>
                  <a:lnTo>
                    <a:pt x="1821459" y="94763"/>
                  </a:lnTo>
                  <a:lnTo>
                    <a:pt x="1831203" y="96677"/>
                  </a:lnTo>
                  <a:lnTo>
                    <a:pt x="1840947" y="98709"/>
                  </a:lnTo>
                  <a:lnTo>
                    <a:pt x="1850691" y="100860"/>
                  </a:lnTo>
                  <a:lnTo>
                    <a:pt x="1860435" y="103129"/>
                  </a:lnTo>
                  <a:lnTo>
                    <a:pt x="1870164" y="105516"/>
                  </a:lnTo>
                  <a:lnTo>
                    <a:pt x="1879908" y="108018"/>
                  </a:lnTo>
                  <a:lnTo>
                    <a:pt x="1889652" y="110632"/>
                  </a:lnTo>
                  <a:lnTo>
                    <a:pt x="1899395" y="113359"/>
                  </a:lnTo>
                  <a:lnTo>
                    <a:pt x="1909124" y="116193"/>
                  </a:lnTo>
                  <a:lnTo>
                    <a:pt x="1918868" y="119131"/>
                  </a:lnTo>
                  <a:lnTo>
                    <a:pt x="1928612" y="122169"/>
                  </a:lnTo>
                  <a:lnTo>
                    <a:pt x="1938356" y="125305"/>
                  </a:lnTo>
                  <a:lnTo>
                    <a:pt x="1948085" y="128532"/>
                  </a:lnTo>
                  <a:lnTo>
                    <a:pt x="1957829" y="131844"/>
                  </a:lnTo>
                  <a:lnTo>
                    <a:pt x="1967573" y="135240"/>
                  </a:lnTo>
                  <a:lnTo>
                    <a:pt x="1977317" y="138708"/>
                  </a:lnTo>
                  <a:lnTo>
                    <a:pt x="1987046" y="142247"/>
                  </a:lnTo>
                  <a:lnTo>
                    <a:pt x="1996790" y="145846"/>
                  </a:lnTo>
                  <a:lnTo>
                    <a:pt x="2006534" y="149502"/>
                  </a:lnTo>
                  <a:lnTo>
                    <a:pt x="2016278" y="153205"/>
                  </a:lnTo>
                  <a:lnTo>
                    <a:pt x="2026022" y="156947"/>
                  </a:lnTo>
                  <a:lnTo>
                    <a:pt x="2035751" y="160723"/>
                  </a:lnTo>
                  <a:lnTo>
                    <a:pt x="2045495" y="164522"/>
                  </a:lnTo>
                  <a:lnTo>
                    <a:pt x="2055239" y="168336"/>
                  </a:lnTo>
                  <a:lnTo>
                    <a:pt x="2064983" y="172158"/>
                  </a:lnTo>
                  <a:lnTo>
                    <a:pt x="2074712" y="175978"/>
                  </a:lnTo>
                  <a:lnTo>
                    <a:pt x="2084456" y="179786"/>
                  </a:lnTo>
                  <a:lnTo>
                    <a:pt x="2094200" y="183573"/>
                  </a:lnTo>
                  <a:lnTo>
                    <a:pt x="2103944" y="187332"/>
                  </a:lnTo>
                  <a:lnTo>
                    <a:pt x="2113673" y="191051"/>
                  </a:lnTo>
                  <a:lnTo>
                    <a:pt x="2123417" y="194722"/>
                  </a:lnTo>
                  <a:lnTo>
                    <a:pt x="2133161" y="198334"/>
                  </a:lnTo>
                  <a:lnTo>
                    <a:pt x="2142905" y="201878"/>
                  </a:lnTo>
                  <a:lnTo>
                    <a:pt x="2152649" y="205347"/>
                  </a:lnTo>
                  <a:lnTo>
                    <a:pt x="2162377" y="208727"/>
                  </a:lnTo>
                  <a:lnTo>
                    <a:pt x="2172121" y="212012"/>
                  </a:lnTo>
                  <a:lnTo>
                    <a:pt x="2181865" y="215190"/>
                  </a:lnTo>
                  <a:lnTo>
                    <a:pt x="2191609" y="218255"/>
                  </a:lnTo>
                  <a:lnTo>
                    <a:pt x="2201338" y="221195"/>
                  </a:lnTo>
                  <a:lnTo>
                    <a:pt x="2211082" y="224002"/>
                  </a:lnTo>
                  <a:lnTo>
                    <a:pt x="2220826" y="226669"/>
                  </a:lnTo>
                  <a:lnTo>
                    <a:pt x="2230570" y="229184"/>
                  </a:lnTo>
                  <a:lnTo>
                    <a:pt x="2240299" y="231541"/>
                  </a:lnTo>
                  <a:lnTo>
                    <a:pt x="2250043" y="233729"/>
                  </a:lnTo>
                  <a:lnTo>
                    <a:pt x="2259787" y="235745"/>
                  </a:lnTo>
                  <a:lnTo>
                    <a:pt x="2269531" y="237581"/>
                  </a:lnTo>
                  <a:lnTo>
                    <a:pt x="2279260" y="239226"/>
                  </a:lnTo>
                  <a:lnTo>
                    <a:pt x="2289004" y="240675"/>
                  </a:lnTo>
                  <a:lnTo>
                    <a:pt x="2298748" y="241924"/>
                  </a:lnTo>
                  <a:lnTo>
                    <a:pt x="2308492" y="242964"/>
                  </a:lnTo>
                  <a:lnTo>
                    <a:pt x="2318236" y="243792"/>
                  </a:lnTo>
                  <a:lnTo>
                    <a:pt x="2327965" y="244401"/>
                  </a:lnTo>
                  <a:lnTo>
                    <a:pt x="2337709" y="244787"/>
                  </a:lnTo>
                  <a:lnTo>
                    <a:pt x="2347453" y="244947"/>
                  </a:lnTo>
                  <a:lnTo>
                    <a:pt x="2357197" y="244877"/>
                  </a:lnTo>
                  <a:lnTo>
                    <a:pt x="2366926" y="244573"/>
                  </a:lnTo>
                  <a:lnTo>
                    <a:pt x="2376670" y="244033"/>
                  </a:lnTo>
                  <a:lnTo>
                    <a:pt x="2386413" y="243256"/>
                  </a:lnTo>
                  <a:lnTo>
                    <a:pt x="2396157" y="242240"/>
                  </a:lnTo>
                  <a:lnTo>
                    <a:pt x="2405886" y="240982"/>
                  </a:lnTo>
                  <a:lnTo>
                    <a:pt x="2415630" y="239485"/>
                  </a:lnTo>
                  <a:lnTo>
                    <a:pt x="2425374" y="237748"/>
                  </a:lnTo>
                  <a:lnTo>
                    <a:pt x="2435118" y="235770"/>
                  </a:lnTo>
                  <a:lnTo>
                    <a:pt x="2444862" y="233556"/>
                  </a:lnTo>
                  <a:lnTo>
                    <a:pt x="2454591" y="231107"/>
                  </a:lnTo>
                  <a:lnTo>
                    <a:pt x="2464335" y="228424"/>
                  </a:lnTo>
                  <a:lnTo>
                    <a:pt x="2474079" y="225511"/>
                  </a:lnTo>
                  <a:lnTo>
                    <a:pt x="2483823" y="222373"/>
                  </a:lnTo>
                  <a:lnTo>
                    <a:pt x="2493552" y="219012"/>
                  </a:lnTo>
                  <a:lnTo>
                    <a:pt x="2503296" y="215436"/>
                  </a:lnTo>
                  <a:lnTo>
                    <a:pt x="2513040" y="211649"/>
                  </a:lnTo>
                  <a:lnTo>
                    <a:pt x="2522784" y="207658"/>
                  </a:lnTo>
                  <a:lnTo>
                    <a:pt x="2532513" y="203468"/>
                  </a:lnTo>
                  <a:lnTo>
                    <a:pt x="2542257" y="199089"/>
                  </a:lnTo>
                  <a:lnTo>
                    <a:pt x="2552001" y="194526"/>
                  </a:lnTo>
                  <a:lnTo>
                    <a:pt x="2561745" y="189789"/>
                  </a:lnTo>
                  <a:lnTo>
                    <a:pt x="2571474" y="184886"/>
                  </a:lnTo>
                  <a:lnTo>
                    <a:pt x="2581218" y="179828"/>
                  </a:lnTo>
                  <a:lnTo>
                    <a:pt x="2590962" y="174623"/>
                  </a:lnTo>
                  <a:lnTo>
                    <a:pt x="2600705" y="169282"/>
                  </a:lnTo>
                  <a:lnTo>
                    <a:pt x="2610449" y="163816"/>
                  </a:lnTo>
                  <a:lnTo>
                    <a:pt x="2620178" y="158235"/>
                  </a:lnTo>
                  <a:lnTo>
                    <a:pt x="2629922" y="152551"/>
                  </a:lnTo>
                  <a:lnTo>
                    <a:pt x="2639666" y="146776"/>
                  </a:lnTo>
                  <a:lnTo>
                    <a:pt x="2649410" y="140922"/>
                  </a:lnTo>
                  <a:lnTo>
                    <a:pt x="2659139" y="135001"/>
                  </a:lnTo>
                  <a:lnTo>
                    <a:pt x="2668883" y="129027"/>
                  </a:lnTo>
                  <a:lnTo>
                    <a:pt x="2678627" y="123010"/>
                  </a:lnTo>
                  <a:lnTo>
                    <a:pt x="2688371" y="116966"/>
                  </a:lnTo>
                  <a:lnTo>
                    <a:pt x="2698100" y="110907"/>
                  </a:lnTo>
                  <a:lnTo>
                    <a:pt x="2707844" y="104846"/>
                  </a:lnTo>
                  <a:lnTo>
                    <a:pt x="2717588" y="98797"/>
                  </a:lnTo>
                  <a:lnTo>
                    <a:pt x="2727332" y="92771"/>
                  </a:lnTo>
                  <a:lnTo>
                    <a:pt x="2737076" y="86787"/>
                  </a:lnTo>
                  <a:lnTo>
                    <a:pt x="2746805" y="80852"/>
                  </a:lnTo>
                  <a:lnTo>
                    <a:pt x="2756549" y="74984"/>
                  </a:lnTo>
                  <a:lnTo>
                    <a:pt x="2766293" y="69192"/>
                  </a:lnTo>
                  <a:lnTo>
                    <a:pt x="2776037" y="63493"/>
                  </a:lnTo>
                  <a:lnTo>
                    <a:pt x="2785766" y="57899"/>
                  </a:lnTo>
                  <a:lnTo>
                    <a:pt x="2795510" y="52422"/>
                  </a:lnTo>
                  <a:lnTo>
                    <a:pt x="2805254" y="47073"/>
                  </a:lnTo>
                  <a:lnTo>
                    <a:pt x="2814998" y="41868"/>
                  </a:lnTo>
                  <a:lnTo>
                    <a:pt x="2824727" y="36814"/>
                  </a:lnTo>
                  <a:lnTo>
                    <a:pt x="2834471" y="31927"/>
                  </a:lnTo>
                  <a:lnTo>
                    <a:pt x="2844215" y="27214"/>
                  </a:lnTo>
                  <a:lnTo>
                    <a:pt x="2853958" y="22690"/>
                  </a:lnTo>
                  <a:lnTo>
                    <a:pt x="2863687" y="18363"/>
                  </a:lnTo>
                  <a:lnTo>
                    <a:pt x="2873431" y="14242"/>
                  </a:lnTo>
                  <a:lnTo>
                    <a:pt x="2883175" y="10335"/>
                  </a:lnTo>
                  <a:lnTo>
                    <a:pt x="2892919" y="6655"/>
                  </a:lnTo>
                  <a:lnTo>
                    <a:pt x="2902663" y="3208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8" name="Freeform 817">
              <a:extLst>
                <a:ext uri="{FF2B5EF4-FFF2-40B4-BE49-F238E27FC236}">
                  <a16:creationId xmlns:a16="http://schemas.microsoft.com/office/drawing/2014/main" id="{BAD87964-543A-1038-E8CE-2128073B1E7F}"/>
                </a:ext>
              </a:extLst>
            </p:cNvPr>
            <p:cNvSpPr/>
            <p:nvPr/>
          </p:nvSpPr>
          <p:spPr>
            <a:xfrm>
              <a:off x="576446" y="3358154"/>
              <a:ext cx="2912392" cy="672609"/>
            </a:xfrm>
            <a:custGeom>
              <a:avLst/>
              <a:gdLst>
                <a:gd name="connsiteX0" fmla="*/ 0 w 2912392"/>
                <a:gd name="connsiteY0" fmla="*/ 448124 h 672609"/>
                <a:gd name="connsiteX1" fmla="*/ 9739 w 2912392"/>
                <a:gd name="connsiteY1" fmla="*/ 444052 h 672609"/>
                <a:gd name="connsiteX2" fmla="*/ 19480 w 2912392"/>
                <a:gd name="connsiteY2" fmla="*/ 439992 h 672609"/>
                <a:gd name="connsiteX3" fmla="*/ 29221 w 2912392"/>
                <a:gd name="connsiteY3" fmla="*/ 435943 h 672609"/>
                <a:gd name="connsiteX4" fmla="*/ 38961 w 2912392"/>
                <a:gd name="connsiteY4" fmla="*/ 431895 h 672609"/>
                <a:gd name="connsiteX5" fmla="*/ 48702 w 2912392"/>
                <a:gd name="connsiteY5" fmla="*/ 427847 h 672609"/>
                <a:gd name="connsiteX6" fmla="*/ 58443 w 2912392"/>
                <a:gd name="connsiteY6" fmla="*/ 423791 h 672609"/>
                <a:gd name="connsiteX7" fmla="*/ 68182 w 2912392"/>
                <a:gd name="connsiteY7" fmla="*/ 419724 h 672609"/>
                <a:gd name="connsiteX8" fmla="*/ 77923 w 2912392"/>
                <a:gd name="connsiteY8" fmla="*/ 415638 h 672609"/>
                <a:gd name="connsiteX9" fmla="*/ 87664 w 2912392"/>
                <a:gd name="connsiteY9" fmla="*/ 411532 h 672609"/>
                <a:gd name="connsiteX10" fmla="*/ 97404 w 2912392"/>
                <a:gd name="connsiteY10" fmla="*/ 407399 h 672609"/>
                <a:gd name="connsiteX11" fmla="*/ 107145 w 2912392"/>
                <a:gd name="connsiteY11" fmla="*/ 403232 h 672609"/>
                <a:gd name="connsiteX12" fmla="*/ 116886 w 2912392"/>
                <a:gd name="connsiteY12" fmla="*/ 399030 h 672609"/>
                <a:gd name="connsiteX13" fmla="*/ 126625 w 2912392"/>
                <a:gd name="connsiteY13" fmla="*/ 394786 h 672609"/>
                <a:gd name="connsiteX14" fmla="*/ 136366 w 2912392"/>
                <a:gd name="connsiteY14" fmla="*/ 390495 h 672609"/>
                <a:gd name="connsiteX15" fmla="*/ 146107 w 2912392"/>
                <a:gd name="connsiteY15" fmla="*/ 386153 h 672609"/>
                <a:gd name="connsiteX16" fmla="*/ 155846 w 2912392"/>
                <a:gd name="connsiteY16" fmla="*/ 381758 h 672609"/>
                <a:gd name="connsiteX17" fmla="*/ 165587 w 2912392"/>
                <a:gd name="connsiteY17" fmla="*/ 377305 h 672609"/>
                <a:gd name="connsiteX18" fmla="*/ 175328 w 2912392"/>
                <a:gd name="connsiteY18" fmla="*/ 372789 h 672609"/>
                <a:gd name="connsiteX19" fmla="*/ 185068 w 2912392"/>
                <a:gd name="connsiteY19" fmla="*/ 368209 h 672609"/>
                <a:gd name="connsiteX20" fmla="*/ 194809 w 2912392"/>
                <a:gd name="connsiteY20" fmla="*/ 363560 h 672609"/>
                <a:gd name="connsiteX21" fmla="*/ 204550 w 2912392"/>
                <a:gd name="connsiteY21" fmla="*/ 358842 h 672609"/>
                <a:gd name="connsiteX22" fmla="*/ 214289 w 2912392"/>
                <a:gd name="connsiteY22" fmla="*/ 354050 h 672609"/>
                <a:gd name="connsiteX23" fmla="*/ 224030 w 2912392"/>
                <a:gd name="connsiteY23" fmla="*/ 349184 h 672609"/>
                <a:gd name="connsiteX24" fmla="*/ 233771 w 2912392"/>
                <a:gd name="connsiteY24" fmla="*/ 344242 h 672609"/>
                <a:gd name="connsiteX25" fmla="*/ 243510 w 2912392"/>
                <a:gd name="connsiteY25" fmla="*/ 339224 h 672609"/>
                <a:gd name="connsiteX26" fmla="*/ 253251 w 2912392"/>
                <a:gd name="connsiteY26" fmla="*/ 334129 h 672609"/>
                <a:gd name="connsiteX27" fmla="*/ 262992 w 2912392"/>
                <a:gd name="connsiteY27" fmla="*/ 328956 h 672609"/>
                <a:gd name="connsiteX28" fmla="*/ 272732 w 2912392"/>
                <a:gd name="connsiteY28" fmla="*/ 323704 h 672609"/>
                <a:gd name="connsiteX29" fmla="*/ 282473 w 2912392"/>
                <a:gd name="connsiteY29" fmla="*/ 318378 h 672609"/>
                <a:gd name="connsiteX30" fmla="*/ 292214 w 2912392"/>
                <a:gd name="connsiteY30" fmla="*/ 312974 h 672609"/>
                <a:gd name="connsiteX31" fmla="*/ 301953 w 2912392"/>
                <a:gd name="connsiteY31" fmla="*/ 307497 h 672609"/>
                <a:gd name="connsiteX32" fmla="*/ 311694 w 2912392"/>
                <a:gd name="connsiteY32" fmla="*/ 301947 h 672609"/>
                <a:gd name="connsiteX33" fmla="*/ 321435 w 2912392"/>
                <a:gd name="connsiteY33" fmla="*/ 296327 h 672609"/>
                <a:gd name="connsiteX34" fmla="*/ 331175 w 2912392"/>
                <a:gd name="connsiteY34" fmla="*/ 290642 h 672609"/>
                <a:gd name="connsiteX35" fmla="*/ 340916 w 2912392"/>
                <a:gd name="connsiteY35" fmla="*/ 284891 h 672609"/>
                <a:gd name="connsiteX36" fmla="*/ 350656 w 2912392"/>
                <a:gd name="connsiteY36" fmla="*/ 279082 h 672609"/>
                <a:gd name="connsiteX37" fmla="*/ 360396 w 2912392"/>
                <a:gd name="connsiteY37" fmla="*/ 273215 h 672609"/>
                <a:gd name="connsiteX38" fmla="*/ 370137 w 2912392"/>
                <a:gd name="connsiteY38" fmla="*/ 267297 h 672609"/>
                <a:gd name="connsiteX39" fmla="*/ 379878 w 2912392"/>
                <a:gd name="connsiteY39" fmla="*/ 261331 h 672609"/>
                <a:gd name="connsiteX40" fmla="*/ 389617 w 2912392"/>
                <a:gd name="connsiteY40" fmla="*/ 255325 h 672609"/>
                <a:gd name="connsiteX41" fmla="*/ 399358 w 2912392"/>
                <a:gd name="connsiteY41" fmla="*/ 249281 h 672609"/>
                <a:gd name="connsiteX42" fmla="*/ 409099 w 2912392"/>
                <a:gd name="connsiteY42" fmla="*/ 243205 h 672609"/>
                <a:gd name="connsiteX43" fmla="*/ 418839 w 2912392"/>
                <a:gd name="connsiteY43" fmla="*/ 237105 h 672609"/>
                <a:gd name="connsiteX44" fmla="*/ 428580 w 2912392"/>
                <a:gd name="connsiteY44" fmla="*/ 230986 h 672609"/>
                <a:gd name="connsiteX45" fmla="*/ 438321 w 2912392"/>
                <a:gd name="connsiteY45" fmla="*/ 224854 h 672609"/>
                <a:gd name="connsiteX46" fmla="*/ 448060 w 2912392"/>
                <a:gd name="connsiteY46" fmla="*/ 218715 h 672609"/>
                <a:gd name="connsiteX47" fmla="*/ 457801 w 2912392"/>
                <a:gd name="connsiteY47" fmla="*/ 212579 h 672609"/>
                <a:gd name="connsiteX48" fmla="*/ 467542 w 2912392"/>
                <a:gd name="connsiteY48" fmla="*/ 206448 h 672609"/>
                <a:gd name="connsiteX49" fmla="*/ 477281 w 2912392"/>
                <a:gd name="connsiteY49" fmla="*/ 200332 h 672609"/>
                <a:gd name="connsiteX50" fmla="*/ 487022 w 2912392"/>
                <a:gd name="connsiteY50" fmla="*/ 194235 h 672609"/>
                <a:gd name="connsiteX51" fmla="*/ 496763 w 2912392"/>
                <a:gd name="connsiteY51" fmla="*/ 188168 h 672609"/>
                <a:gd name="connsiteX52" fmla="*/ 506503 w 2912392"/>
                <a:gd name="connsiteY52" fmla="*/ 182136 h 672609"/>
                <a:gd name="connsiteX53" fmla="*/ 516244 w 2912392"/>
                <a:gd name="connsiteY53" fmla="*/ 176146 h 672609"/>
                <a:gd name="connsiteX54" fmla="*/ 525985 w 2912392"/>
                <a:gd name="connsiteY54" fmla="*/ 170204 h 672609"/>
                <a:gd name="connsiteX55" fmla="*/ 535724 w 2912392"/>
                <a:gd name="connsiteY55" fmla="*/ 164318 h 672609"/>
                <a:gd name="connsiteX56" fmla="*/ 545465 w 2912392"/>
                <a:gd name="connsiteY56" fmla="*/ 158495 h 672609"/>
                <a:gd name="connsiteX57" fmla="*/ 555206 w 2912392"/>
                <a:gd name="connsiteY57" fmla="*/ 152740 h 672609"/>
                <a:gd name="connsiteX58" fmla="*/ 564946 w 2912392"/>
                <a:gd name="connsiteY58" fmla="*/ 147059 h 672609"/>
                <a:gd name="connsiteX59" fmla="*/ 574687 w 2912392"/>
                <a:gd name="connsiteY59" fmla="*/ 141460 h 672609"/>
                <a:gd name="connsiteX60" fmla="*/ 584428 w 2912392"/>
                <a:gd name="connsiteY60" fmla="*/ 135949 h 672609"/>
                <a:gd name="connsiteX61" fmla="*/ 594167 w 2912392"/>
                <a:gd name="connsiteY61" fmla="*/ 130528 h 672609"/>
                <a:gd name="connsiteX62" fmla="*/ 603908 w 2912392"/>
                <a:gd name="connsiteY62" fmla="*/ 125207 h 672609"/>
                <a:gd name="connsiteX63" fmla="*/ 613649 w 2912392"/>
                <a:gd name="connsiteY63" fmla="*/ 119987 h 672609"/>
                <a:gd name="connsiteX64" fmla="*/ 623388 w 2912392"/>
                <a:gd name="connsiteY64" fmla="*/ 114876 h 672609"/>
                <a:gd name="connsiteX65" fmla="*/ 633129 w 2912392"/>
                <a:gd name="connsiteY65" fmla="*/ 109875 h 672609"/>
                <a:gd name="connsiteX66" fmla="*/ 642870 w 2912392"/>
                <a:gd name="connsiteY66" fmla="*/ 104992 h 672609"/>
                <a:gd name="connsiteX67" fmla="*/ 652610 w 2912392"/>
                <a:gd name="connsiteY67" fmla="*/ 100225 h 672609"/>
                <a:gd name="connsiteX68" fmla="*/ 662351 w 2912392"/>
                <a:gd name="connsiteY68" fmla="*/ 95583 h 672609"/>
                <a:gd name="connsiteX69" fmla="*/ 672092 w 2912392"/>
                <a:gd name="connsiteY69" fmla="*/ 91065 h 672609"/>
                <a:gd name="connsiteX70" fmla="*/ 681831 w 2912392"/>
                <a:gd name="connsiteY70" fmla="*/ 86675 h 672609"/>
                <a:gd name="connsiteX71" fmla="*/ 691572 w 2912392"/>
                <a:gd name="connsiteY71" fmla="*/ 82415 h 672609"/>
                <a:gd name="connsiteX72" fmla="*/ 701313 w 2912392"/>
                <a:gd name="connsiteY72" fmla="*/ 78285 h 672609"/>
                <a:gd name="connsiteX73" fmla="*/ 711052 w 2912392"/>
                <a:gd name="connsiteY73" fmla="*/ 74288 h 672609"/>
                <a:gd name="connsiteX74" fmla="*/ 720793 w 2912392"/>
                <a:gd name="connsiteY74" fmla="*/ 70423 h 672609"/>
                <a:gd name="connsiteX75" fmla="*/ 730534 w 2912392"/>
                <a:gd name="connsiteY75" fmla="*/ 66692 h 672609"/>
                <a:gd name="connsiteX76" fmla="*/ 740274 w 2912392"/>
                <a:gd name="connsiteY76" fmla="*/ 63094 h 672609"/>
                <a:gd name="connsiteX77" fmla="*/ 750015 w 2912392"/>
                <a:gd name="connsiteY77" fmla="*/ 59630 h 672609"/>
                <a:gd name="connsiteX78" fmla="*/ 759756 w 2912392"/>
                <a:gd name="connsiteY78" fmla="*/ 56296 h 672609"/>
                <a:gd name="connsiteX79" fmla="*/ 769495 w 2912392"/>
                <a:gd name="connsiteY79" fmla="*/ 53094 h 672609"/>
                <a:gd name="connsiteX80" fmla="*/ 779236 w 2912392"/>
                <a:gd name="connsiteY80" fmla="*/ 50022 h 672609"/>
                <a:gd name="connsiteX81" fmla="*/ 788977 w 2912392"/>
                <a:gd name="connsiteY81" fmla="*/ 47076 h 672609"/>
                <a:gd name="connsiteX82" fmla="*/ 798717 w 2912392"/>
                <a:gd name="connsiteY82" fmla="*/ 44256 h 672609"/>
                <a:gd name="connsiteX83" fmla="*/ 808458 w 2912392"/>
                <a:gd name="connsiteY83" fmla="*/ 41558 h 672609"/>
                <a:gd name="connsiteX84" fmla="*/ 818199 w 2912392"/>
                <a:gd name="connsiteY84" fmla="*/ 38982 h 672609"/>
                <a:gd name="connsiteX85" fmla="*/ 827938 w 2912392"/>
                <a:gd name="connsiteY85" fmla="*/ 36522 h 672609"/>
                <a:gd name="connsiteX86" fmla="*/ 837679 w 2912392"/>
                <a:gd name="connsiteY86" fmla="*/ 34175 h 672609"/>
                <a:gd name="connsiteX87" fmla="*/ 847420 w 2912392"/>
                <a:gd name="connsiteY87" fmla="*/ 31940 h 672609"/>
                <a:gd name="connsiteX88" fmla="*/ 857159 w 2912392"/>
                <a:gd name="connsiteY88" fmla="*/ 29813 h 672609"/>
                <a:gd name="connsiteX89" fmla="*/ 866900 w 2912392"/>
                <a:gd name="connsiteY89" fmla="*/ 27790 h 672609"/>
                <a:gd name="connsiteX90" fmla="*/ 876641 w 2912392"/>
                <a:gd name="connsiteY90" fmla="*/ 25865 h 672609"/>
                <a:gd name="connsiteX91" fmla="*/ 886381 w 2912392"/>
                <a:gd name="connsiteY91" fmla="*/ 24038 h 672609"/>
                <a:gd name="connsiteX92" fmla="*/ 896122 w 2912392"/>
                <a:gd name="connsiteY92" fmla="*/ 22302 h 672609"/>
                <a:gd name="connsiteX93" fmla="*/ 905863 w 2912392"/>
                <a:gd name="connsiteY93" fmla="*/ 20656 h 672609"/>
                <a:gd name="connsiteX94" fmla="*/ 915602 w 2912392"/>
                <a:gd name="connsiteY94" fmla="*/ 19095 h 672609"/>
                <a:gd name="connsiteX95" fmla="*/ 925343 w 2912392"/>
                <a:gd name="connsiteY95" fmla="*/ 17614 h 672609"/>
                <a:gd name="connsiteX96" fmla="*/ 935084 w 2912392"/>
                <a:gd name="connsiteY96" fmla="*/ 16212 h 672609"/>
                <a:gd name="connsiteX97" fmla="*/ 944824 w 2912392"/>
                <a:gd name="connsiteY97" fmla="*/ 14883 h 672609"/>
                <a:gd name="connsiteX98" fmla="*/ 954564 w 2912392"/>
                <a:gd name="connsiteY98" fmla="*/ 13624 h 672609"/>
                <a:gd name="connsiteX99" fmla="*/ 964305 w 2912392"/>
                <a:gd name="connsiteY99" fmla="*/ 12432 h 672609"/>
                <a:gd name="connsiteX100" fmla="*/ 974045 w 2912392"/>
                <a:gd name="connsiteY100" fmla="*/ 11305 h 672609"/>
                <a:gd name="connsiteX101" fmla="*/ 983786 w 2912392"/>
                <a:gd name="connsiteY101" fmla="*/ 10239 h 672609"/>
                <a:gd name="connsiteX102" fmla="*/ 993522 w 2912392"/>
                <a:gd name="connsiteY102" fmla="*/ 9231 h 672609"/>
                <a:gd name="connsiteX103" fmla="*/ 1003266 w 2912392"/>
                <a:gd name="connsiteY103" fmla="*/ 8281 h 672609"/>
                <a:gd name="connsiteX104" fmla="*/ 1013010 w 2912392"/>
                <a:gd name="connsiteY104" fmla="*/ 7385 h 672609"/>
                <a:gd name="connsiteX105" fmla="*/ 1022754 w 2912392"/>
                <a:gd name="connsiteY105" fmla="*/ 6541 h 672609"/>
                <a:gd name="connsiteX106" fmla="*/ 1032483 w 2912392"/>
                <a:gd name="connsiteY106" fmla="*/ 5748 h 672609"/>
                <a:gd name="connsiteX107" fmla="*/ 1042227 w 2912392"/>
                <a:gd name="connsiteY107" fmla="*/ 5006 h 672609"/>
                <a:gd name="connsiteX108" fmla="*/ 1051971 w 2912392"/>
                <a:gd name="connsiteY108" fmla="*/ 4312 h 672609"/>
                <a:gd name="connsiteX109" fmla="*/ 1061715 w 2912392"/>
                <a:gd name="connsiteY109" fmla="*/ 3667 h 672609"/>
                <a:gd name="connsiteX110" fmla="*/ 1071444 w 2912392"/>
                <a:gd name="connsiteY110" fmla="*/ 3069 h 672609"/>
                <a:gd name="connsiteX111" fmla="*/ 1081188 w 2912392"/>
                <a:gd name="connsiteY111" fmla="*/ 2521 h 672609"/>
                <a:gd name="connsiteX112" fmla="*/ 1090932 w 2912392"/>
                <a:gd name="connsiteY112" fmla="*/ 2022 h 672609"/>
                <a:gd name="connsiteX113" fmla="*/ 1100676 w 2912392"/>
                <a:gd name="connsiteY113" fmla="*/ 1573 h 672609"/>
                <a:gd name="connsiteX114" fmla="*/ 1110405 w 2912392"/>
                <a:gd name="connsiteY114" fmla="*/ 1177 h 672609"/>
                <a:gd name="connsiteX115" fmla="*/ 1120149 w 2912392"/>
                <a:gd name="connsiteY115" fmla="*/ 833 h 672609"/>
                <a:gd name="connsiteX116" fmla="*/ 1129893 w 2912392"/>
                <a:gd name="connsiteY116" fmla="*/ 545 h 672609"/>
                <a:gd name="connsiteX117" fmla="*/ 1139637 w 2912392"/>
                <a:gd name="connsiteY117" fmla="*/ 314 h 672609"/>
                <a:gd name="connsiteX118" fmla="*/ 1149381 w 2912392"/>
                <a:gd name="connsiteY118" fmla="*/ 144 h 672609"/>
                <a:gd name="connsiteX119" fmla="*/ 1159110 w 2912392"/>
                <a:gd name="connsiteY119" fmla="*/ 39 h 672609"/>
                <a:gd name="connsiteX120" fmla="*/ 1168854 w 2912392"/>
                <a:gd name="connsiteY120" fmla="*/ 0 h 672609"/>
                <a:gd name="connsiteX121" fmla="*/ 1178598 w 2912392"/>
                <a:gd name="connsiteY121" fmla="*/ 31 h 672609"/>
                <a:gd name="connsiteX122" fmla="*/ 1188341 w 2912392"/>
                <a:gd name="connsiteY122" fmla="*/ 137 h 672609"/>
                <a:gd name="connsiteX123" fmla="*/ 1198070 w 2912392"/>
                <a:gd name="connsiteY123" fmla="*/ 322 h 672609"/>
                <a:gd name="connsiteX124" fmla="*/ 1207814 w 2912392"/>
                <a:gd name="connsiteY124" fmla="*/ 591 h 672609"/>
                <a:gd name="connsiteX125" fmla="*/ 1217558 w 2912392"/>
                <a:gd name="connsiteY125" fmla="*/ 949 h 672609"/>
                <a:gd name="connsiteX126" fmla="*/ 1227302 w 2912392"/>
                <a:gd name="connsiteY126" fmla="*/ 1399 h 672609"/>
                <a:gd name="connsiteX127" fmla="*/ 1237031 w 2912392"/>
                <a:gd name="connsiteY127" fmla="*/ 1947 h 672609"/>
                <a:gd name="connsiteX128" fmla="*/ 1246775 w 2912392"/>
                <a:gd name="connsiteY128" fmla="*/ 2600 h 672609"/>
                <a:gd name="connsiteX129" fmla="*/ 1256519 w 2912392"/>
                <a:gd name="connsiteY129" fmla="*/ 3363 h 672609"/>
                <a:gd name="connsiteX130" fmla="*/ 1266263 w 2912392"/>
                <a:gd name="connsiteY130" fmla="*/ 4239 h 672609"/>
                <a:gd name="connsiteX131" fmla="*/ 1276007 w 2912392"/>
                <a:gd name="connsiteY131" fmla="*/ 5235 h 672609"/>
                <a:gd name="connsiteX132" fmla="*/ 1285736 w 2912392"/>
                <a:gd name="connsiteY132" fmla="*/ 6359 h 672609"/>
                <a:gd name="connsiteX133" fmla="*/ 1295480 w 2912392"/>
                <a:gd name="connsiteY133" fmla="*/ 7613 h 672609"/>
                <a:gd name="connsiteX134" fmla="*/ 1305224 w 2912392"/>
                <a:gd name="connsiteY134" fmla="*/ 9006 h 672609"/>
                <a:gd name="connsiteX135" fmla="*/ 1314968 w 2912392"/>
                <a:gd name="connsiteY135" fmla="*/ 10543 h 672609"/>
                <a:gd name="connsiteX136" fmla="*/ 1324697 w 2912392"/>
                <a:gd name="connsiteY136" fmla="*/ 12228 h 672609"/>
                <a:gd name="connsiteX137" fmla="*/ 1334441 w 2912392"/>
                <a:gd name="connsiteY137" fmla="*/ 14068 h 672609"/>
                <a:gd name="connsiteX138" fmla="*/ 1344185 w 2912392"/>
                <a:gd name="connsiteY138" fmla="*/ 16069 h 672609"/>
                <a:gd name="connsiteX139" fmla="*/ 1353929 w 2912392"/>
                <a:gd name="connsiteY139" fmla="*/ 18235 h 672609"/>
                <a:gd name="connsiteX140" fmla="*/ 1363658 w 2912392"/>
                <a:gd name="connsiteY140" fmla="*/ 20572 h 672609"/>
                <a:gd name="connsiteX141" fmla="*/ 1373402 w 2912392"/>
                <a:gd name="connsiteY141" fmla="*/ 23086 h 672609"/>
                <a:gd name="connsiteX142" fmla="*/ 1383146 w 2912392"/>
                <a:gd name="connsiteY142" fmla="*/ 25781 h 672609"/>
                <a:gd name="connsiteX143" fmla="*/ 1392890 w 2912392"/>
                <a:gd name="connsiteY143" fmla="*/ 28661 h 672609"/>
                <a:gd name="connsiteX144" fmla="*/ 1402619 w 2912392"/>
                <a:gd name="connsiteY144" fmla="*/ 31732 h 672609"/>
                <a:gd name="connsiteX145" fmla="*/ 1412363 w 2912392"/>
                <a:gd name="connsiteY145" fmla="*/ 34996 h 672609"/>
                <a:gd name="connsiteX146" fmla="*/ 1422106 w 2912392"/>
                <a:gd name="connsiteY146" fmla="*/ 38460 h 672609"/>
                <a:gd name="connsiteX147" fmla="*/ 1431850 w 2912392"/>
                <a:gd name="connsiteY147" fmla="*/ 42125 h 672609"/>
                <a:gd name="connsiteX148" fmla="*/ 1441594 w 2912392"/>
                <a:gd name="connsiteY148" fmla="*/ 45996 h 672609"/>
                <a:gd name="connsiteX149" fmla="*/ 1451323 w 2912392"/>
                <a:gd name="connsiteY149" fmla="*/ 50074 h 672609"/>
                <a:gd name="connsiteX150" fmla="*/ 1461067 w 2912392"/>
                <a:gd name="connsiteY150" fmla="*/ 54363 h 672609"/>
                <a:gd name="connsiteX151" fmla="*/ 1470811 w 2912392"/>
                <a:gd name="connsiteY151" fmla="*/ 58866 h 672609"/>
                <a:gd name="connsiteX152" fmla="*/ 1480555 w 2912392"/>
                <a:gd name="connsiteY152" fmla="*/ 63583 h 672609"/>
                <a:gd name="connsiteX153" fmla="*/ 1490284 w 2912392"/>
                <a:gd name="connsiteY153" fmla="*/ 68516 h 672609"/>
                <a:gd name="connsiteX154" fmla="*/ 1500028 w 2912392"/>
                <a:gd name="connsiteY154" fmla="*/ 73666 h 672609"/>
                <a:gd name="connsiteX155" fmla="*/ 1509772 w 2912392"/>
                <a:gd name="connsiteY155" fmla="*/ 79035 h 672609"/>
                <a:gd name="connsiteX156" fmla="*/ 1519516 w 2912392"/>
                <a:gd name="connsiteY156" fmla="*/ 84620 h 672609"/>
                <a:gd name="connsiteX157" fmla="*/ 1529245 w 2912392"/>
                <a:gd name="connsiteY157" fmla="*/ 90423 h 672609"/>
                <a:gd name="connsiteX158" fmla="*/ 1538989 w 2912392"/>
                <a:gd name="connsiteY158" fmla="*/ 96444 h 672609"/>
                <a:gd name="connsiteX159" fmla="*/ 1548733 w 2912392"/>
                <a:gd name="connsiteY159" fmla="*/ 102681 h 672609"/>
                <a:gd name="connsiteX160" fmla="*/ 1558477 w 2912392"/>
                <a:gd name="connsiteY160" fmla="*/ 109132 h 672609"/>
                <a:gd name="connsiteX161" fmla="*/ 1568221 w 2912392"/>
                <a:gd name="connsiteY161" fmla="*/ 115795 h 672609"/>
                <a:gd name="connsiteX162" fmla="*/ 1577950 w 2912392"/>
                <a:gd name="connsiteY162" fmla="*/ 122668 h 672609"/>
                <a:gd name="connsiteX163" fmla="*/ 1587694 w 2912392"/>
                <a:gd name="connsiteY163" fmla="*/ 129748 h 672609"/>
                <a:gd name="connsiteX164" fmla="*/ 1597438 w 2912392"/>
                <a:gd name="connsiteY164" fmla="*/ 137030 h 672609"/>
                <a:gd name="connsiteX165" fmla="*/ 1607182 w 2912392"/>
                <a:gd name="connsiteY165" fmla="*/ 144514 h 672609"/>
                <a:gd name="connsiteX166" fmla="*/ 1616911 w 2912392"/>
                <a:gd name="connsiteY166" fmla="*/ 152192 h 672609"/>
                <a:gd name="connsiteX167" fmla="*/ 1626655 w 2912392"/>
                <a:gd name="connsiteY167" fmla="*/ 160061 h 672609"/>
                <a:gd name="connsiteX168" fmla="*/ 1636399 w 2912392"/>
                <a:gd name="connsiteY168" fmla="*/ 168117 h 672609"/>
                <a:gd name="connsiteX169" fmla="*/ 1646142 w 2912392"/>
                <a:gd name="connsiteY169" fmla="*/ 176352 h 672609"/>
                <a:gd name="connsiteX170" fmla="*/ 1655872 w 2912392"/>
                <a:gd name="connsiteY170" fmla="*/ 184761 h 672609"/>
                <a:gd name="connsiteX171" fmla="*/ 1665616 w 2912392"/>
                <a:gd name="connsiteY171" fmla="*/ 193340 h 672609"/>
                <a:gd name="connsiteX172" fmla="*/ 1675359 w 2912392"/>
                <a:gd name="connsiteY172" fmla="*/ 202078 h 672609"/>
                <a:gd name="connsiteX173" fmla="*/ 1685103 w 2912392"/>
                <a:gd name="connsiteY173" fmla="*/ 210971 h 672609"/>
                <a:gd name="connsiteX174" fmla="*/ 1694832 w 2912392"/>
                <a:gd name="connsiteY174" fmla="*/ 220010 h 672609"/>
                <a:gd name="connsiteX175" fmla="*/ 1704576 w 2912392"/>
                <a:gd name="connsiteY175" fmla="*/ 229190 h 672609"/>
                <a:gd name="connsiteX176" fmla="*/ 1714320 w 2912392"/>
                <a:gd name="connsiteY176" fmla="*/ 238500 h 672609"/>
                <a:gd name="connsiteX177" fmla="*/ 1724064 w 2912392"/>
                <a:gd name="connsiteY177" fmla="*/ 247932 h 672609"/>
                <a:gd name="connsiteX178" fmla="*/ 1733808 w 2912392"/>
                <a:gd name="connsiteY178" fmla="*/ 257478 h 672609"/>
                <a:gd name="connsiteX179" fmla="*/ 1743537 w 2912392"/>
                <a:gd name="connsiteY179" fmla="*/ 267130 h 672609"/>
                <a:gd name="connsiteX180" fmla="*/ 1753281 w 2912392"/>
                <a:gd name="connsiteY180" fmla="*/ 276875 h 672609"/>
                <a:gd name="connsiteX181" fmla="*/ 1763025 w 2912392"/>
                <a:gd name="connsiteY181" fmla="*/ 286709 h 672609"/>
                <a:gd name="connsiteX182" fmla="*/ 1772769 w 2912392"/>
                <a:gd name="connsiteY182" fmla="*/ 296616 h 672609"/>
                <a:gd name="connsiteX183" fmla="*/ 1782498 w 2912392"/>
                <a:gd name="connsiteY183" fmla="*/ 306591 h 672609"/>
                <a:gd name="connsiteX184" fmla="*/ 1792242 w 2912392"/>
                <a:gd name="connsiteY184" fmla="*/ 316623 h 672609"/>
                <a:gd name="connsiteX185" fmla="*/ 1801986 w 2912392"/>
                <a:gd name="connsiteY185" fmla="*/ 326699 h 672609"/>
                <a:gd name="connsiteX186" fmla="*/ 1811730 w 2912392"/>
                <a:gd name="connsiteY186" fmla="*/ 336809 h 672609"/>
                <a:gd name="connsiteX187" fmla="*/ 1821459 w 2912392"/>
                <a:gd name="connsiteY187" fmla="*/ 346947 h 672609"/>
                <a:gd name="connsiteX188" fmla="*/ 1831203 w 2912392"/>
                <a:gd name="connsiteY188" fmla="*/ 357096 h 672609"/>
                <a:gd name="connsiteX189" fmla="*/ 1840947 w 2912392"/>
                <a:gd name="connsiteY189" fmla="*/ 367249 h 672609"/>
                <a:gd name="connsiteX190" fmla="*/ 1850691 w 2912392"/>
                <a:gd name="connsiteY190" fmla="*/ 377394 h 672609"/>
                <a:gd name="connsiteX191" fmla="*/ 1860435 w 2912392"/>
                <a:gd name="connsiteY191" fmla="*/ 387521 h 672609"/>
                <a:gd name="connsiteX192" fmla="*/ 1870164 w 2912392"/>
                <a:gd name="connsiteY192" fmla="*/ 397618 h 672609"/>
                <a:gd name="connsiteX193" fmla="*/ 1879908 w 2912392"/>
                <a:gd name="connsiteY193" fmla="*/ 407673 h 672609"/>
                <a:gd name="connsiteX194" fmla="*/ 1889652 w 2912392"/>
                <a:gd name="connsiteY194" fmla="*/ 417678 h 672609"/>
                <a:gd name="connsiteX195" fmla="*/ 1899395 w 2912392"/>
                <a:gd name="connsiteY195" fmla="*/ 427619 h 672609"/>
                <a:gd name="connsiteX196" fmla="*/ 1909124 w 2912392"/>
                <a:gd name="connsiteY196" fmla="*/ 437488 h 672609"/>
                <a:gd name="connsiteX197" fmla="*/ 1918868 w 2912392"/>
                <a:gd name="connsiteY197" fmla="*/ 447270 h 672609"/>
                <a:gd name="connsiteX198" fmla="*/ 1928612 w 2912392"/>
                <a:gd name="connsiteY198" fmla="*/ 456959 h 672609"/>
                <a:gd name="connsiteX199" fmla="*/ 1938356 w 2912392"/>
                <a:gd name="connsiteY199" fmla="*/ 466544 h 672609"/>
                <a:gd name="connsiteX200" fmla="*/ 1948085 w 2912392"/>
                <a:gd name="connsiteY200" fmla="*/ 476010 h 672609"/>
                <a:gd name="connsiteX201" fmla="*/ 1957829 w 2912392"/>
                <a:gd name="connsiteY201" fmla="*/ 485351 h 672609"/>
                <a:gd name="connsiteX202" fmla="*/ 1967573 w 2912392"/>
                <a:gd name="connsiteY202" fmla="*/ 494557 h 672609"/>
                <a:gd name="connsiteX203" fmla="*/ 1977317 w 2912392"/>
                <a:gd name="connsiteY203" fmla="*/ 503615 h 672609"/>
                <a:gd name="connsiteX204" fmla="*/ 1987046 w 2912392"/>
                <a:gd name="connsiteY204" fmla="*/ 512518 h 672609"/>
                <a:gd name="connsiteX205" fmla="*/ 1996790 w 2912392"/>
                <a:gd name="connsiteY205" fmla="*/ 521254 h 672609"/>
                <a:gd name="connsiteX206" fmla="*/ 2006534 w 2912392"/>
                <a:gd name="connsiteY206" fmla="*/ 529818 h 672609"/>
                <a:gd name="connsiteX207" fmla="*/ 2016278 w 2912392"/>
                <a:gd name="connsiteY207" fmla="*/ 538197 h 672609"/>
                <a:gd name="connsiteX208" fmla="*/ 2026022 w 2912392"/>
                <a:gd name="connsiteY208" fmla="*/ 546384 h 672609"/>
                <a:gd name="connsiteX209" fmla="*/ 2035751 w 2912392"/>
                <a:gd name="connsiteY209" fmla="*/ 554370 h 672609"/>
                <a:gd name="connsiteX210" fmla="*/ 2045495 w 2912392"/>
                <a:gd name="connsiteY210" fmla="*/ 562147 h 672609"/>
                <a:gd name="connsiteX211" fmla="*/ 2055239 w 2912392"/>
                <a:gd name="connsiteY211" fmla="*/ 569709 h 672609"/>
                <a:gd name="connsiteX212" fmla="*/ 2064983 w 2912392"/>
                <a:gd name="connsiteY212" fmla="*/ 577046 h 672609"/>
                <a:gd name="connsiteX213" fmla="*/ 2074712 w 2912392"/>
                <a:gd name="connsiteY213" fmla="*/ 584152 h 672609"/>
                <a:gd name="connsiteX214" fmla="*/ 2084456 w 2912392"/>
                <a:gd name="connsiteY214" fmla="*/ 591020 h 672609"/>
                <a:gd name="connsiteX215" fmla="*/ 2094200 w 2912392"/>
                <a:gd name="connsiteY215" fmla="*/ 597643 h 672609"/>
                <a:gd name="connsiteX216" fmla="*/ 2103944 w 2912392"/>
                <a:gd name="connsiteY216" fmla="*/ 604017 h 672609"/>
                <a:gd name="connsiteX217" fmla="*/ 2113673 w 2912392"/>
                <a:gd name="connsiteY217" fmla="*/ 610133 h 672609"/>
                <a:gd name="connsiteX218" fmla="*/ 2123417 w 2912392"/>
                <a:gd name="connsiteY218" fmla="*/ 615986 h 672609"/>
                <a:gd name="connsiteX219" fmla="*/ 2133161 w 2912392"/>
                <a:gd name="connsiteY219" fmla="*/ 621574 h 672609"/>
                <a:gd name="connsiteX220" fmla="*/ 2142905 w 2912392"/>
                <a:gd name="connsiteY220" fmla="*/ 626888 h 672609"/>
                <a:gd name="connsiteX221" fmla="*/ 2152649 w 2912392"/>
                <a:gd name="connsiteY221" fmla="*/ 631927 h 672609"/>
                <a:gd name="connsiteX222" fmla="*/ 2162377 w 2912392"/>
                <a:gd name="connsiteY222" fmla="*/ 636686 h 672609"/>
                <a:gd name="connsiteX223" fmla="*/ 2172121 w 2912392"/>
                <a:gd name="connsiteY223" fmla="*/ 641160 h 672609"/>
                <a:gd name="connsiteX224" fmla="*/ 2181865 w 2912392"/>
                <a:gd name="connsiteY224" fmla="*/ 645346 h 672609"/>
                <a:gd name="connsiteX225" fmla="*/ 2191609 w 2912392"/>
                <a:gd name="connsiteY225" fmla="*/ 649241 h 672609"/>
                <a:gd name="connsiteX226" fmla="*/ 2201338 w 2912392"/>
                <a:gd name="connsiteY226" fmla="*/ 652844 h 672609"/>
                <a:gd name="connsiteX227" fmla="*/ 2211082 w 2912392"/>
                <a:gd name="connsiteY227" fmla="*/ 656150 h 672609"/>
                <a:gd name="connsiteX228" fmla="*/ 2220826 w 2912392"/>
                <a:gd name="connsiteY228" fmla="*/ 659156 h 672609"/>
                <a:gd name="connsiteX229" fmla="*/ 2230570 w 2912392"/>
                <a:gd name="connsiteY229" fmla="*/ 661868 h 672609"/>
                <a:gd name="connsiteX230" fmla="*/ 2240299 w 2912392"/>
                <a:gd name="connsiteY230" fmla="*/ 664282 h 672609"/>
                <a:gd name="connsiteX231" fmla="*/ 2250043 w 2912392"/>
                <a:gd name="connsiteY231" fmla="*/ 666382 h 672609"/>
                <a:gd name="connsiteX232" fmla="*/ 2259787 w 2912392"/>
                <a:gd name="connsiteY232" fmla="*/ 668185 h 672609"/>
                <a:gd name="connsiteX233" fmla="*/ 2269531 w 2912392"/>
                <a:gd name="connsiteY233" fmla="*/ 669675 h 672609"/>
                <a:gd name="connsiteX234" fmla="*/ 2279260 w 2912392"/>
                <a:gd name="connsiteY234" fmla="*/ 670867 h 672609"/>
                <a:gd name="connsiteX235" fmla="*/ 2289004 w 2912392"/>
                <a:gd name="connsiteY235" fmla="*/ 671761 h 672609"/>
                <a:gd name="connsiteX236" fmla="*/ 2298748 w 2912392"/>
                <a:gd name="connsiteY236" fmla="*/ 672342 h 672609"/>
                <a:gd name="connsiteX237" fmla="*/ 2308492 w 2912392"/>
                <a:gd name="connsiteY237" fmla="*/ 672610 h 672609"/>
                <a:gd name="connsiteX238" fmla="*/ 2318236 w 2912392"/>
                <a:gd name="connsiteY238" fmla="*/ 672580 h 672609"/>
                <a:gd name="connsiteX239" fmla="*/ 2327965 w 2912392"/>
                <a:gd name="connsiteY239" fmla="*/ 672252 h 672609"/>
                <a:gd name="connsiteX240" fmla="*/ 2337709 w 2912392"/>
                <a:gd name="connsiteY240" fmla="*/ 671612 h 672609"/>
                <a:gd name="connsiteX241" fmla="*/ 2347453 w 2912392"/>
                <a:gd name="connsiteY241" fmla="*/ 670673 h 672609"/>
                <a:gd name="connsiteX242" fmla="*/ 2357197 w 2912392"/>
                <a:gd name="connsiteY242" fmla="*/ 669437 h 672609"/>
                <a:gd name="connsiteX243" fmla="*/ 2366926 w 2912392"/>
                <a:gd name="connsiteY243" fmla="*/ 667887 h 672609"/>
                <a:gd name="connsiteX244" fmla="*/ 2376670 w 2912392"/>
                <a:gd name="connsiteY244" fmla="*/ 666055 h 672609"/>
                <a:gd name="connsiteX245" fmla="*/ 2386413 w 2912392"/>
                <a:gd name="connsiteY245" fmla="*/ 663924 h 672609"/>
                <a:gd name="connsiteX246" fmla="*/ 2396157 w 2912392"/>
                <a:gd name="connsiteY246" fmla="*/ 661481 h 672609"/>
                <a:gd name="connsiteX247" fmla="*/ 2405886 w 2912392"/>
                <a:gd name="connsiteY247" fmla="*/ 658754 h 672609"/>
                <a:gd name="connsiteX248" fmla="*/ 2415630 w 2912392"/>
                <a:gd name="connsiteY248" fmla="*/ 655741 h 672609"/>
                <a:gd name="connsiteX249" fmla="*/ 2425374 w 2912392"/>
                <a:gd name="connsiteY249" fmla="*/ 652432 h 672609"/>
                <a:gd name="connsiteX250" fmla="*/ 2435118 w 2912392"/>
                <a:gd name="connsiteY250" fmla="*/ 648834 h 672609"/>
                <a:gd name="connsiteX251" fmla="*/ 2444862 w 2912392"/>
                <a:gd name="connsiteY251" fmla="*/ 644952 h 672609"/>
                <a:gd name="connsiteX252" fmla="*/ 2454591 w 2912392"/>
                <a:gd name="connsiteY252" fmla="*/ 640783 h 672609"/>
                <a:gd name="connsiteX253" fmla="*/ 2464335 w 2912392"/>
                <a:gd name="connsiteY253" fmla="*/ 636334 h 672609"/>
                <a:gd name="connsiteX254" fmla="*/ 2474079 w 2912392"/>
                <a:gd name="connsiteY254" fmla="*/ 631604 h 672609"/>
                <a:gd name="connsiteX255" fmla="*/ 2483823 w 2912392"/>
                <a:gd name="connsiteY255" fmla="*/ 626597 h 672609"/>
                <a:gd name="connsiteX256" fmla="*/ 2493552 w 2912392"/>
                <a:gd name="connsiteY256" fmla="*/ 621317 h 672609"/>
                <a:gd name="connsiteX257" fmla="*/ 2503296 w 2912392"/>
                <a:gd name="connsiteY257" fmla="*/ 615764 h 672609"/>
                <a:gd name="connsiteX258" fmla="*/ 2513040 w 2912392"/>
                <a:gd name="connsiteY258" fmla="*/ 609943 h 672609"/>
                <a:gd name="connsiteX259" fmla="*/ 2522784 w 2912392"/>
                <a:gd name="connsiteY259" fmla="*/ 603857 h 672609"/>
                <a:gd name="connsiteX260" fmla="*/ 2532513 w 2912392"/>
                <a:gd name="connsiteY260" fmla="*/ 597507 h 672609"/>
                <a:gd name="connsiteX261" fmla="*/ 2542257 w 2912392"/>
                <a:gd name="connsiteY261" fmla="*/ 590898 h 672609"/>
                <a:gd name="connsiteX262" fmla="*/ 2552001 w 2912392"/>
                <a:gd name="connsiteY262" fmla="*/ 584033 h 672609"/>
                <a:gd name="connsiteX263" fmla="*/ 2561745 w 2912392"/>
                <a:gd name="connsiteY263" fmla="*/ 576914 h 672609"/>
                <a:gd name="connsiteX264" fmla="*/ 2571474 w 2912392"/>
                <a:gd name="connsiteY264" fmla="*/ 569546 h 672609"/>
                <a:gd name="connsiteX265" fmla="*/ 2581218 w 2912392"/>
                <a:gd name="connsiteY265" fmla="*/ 561933 h 672609"/>
                <a:gd name="connsiteX266" fmla="*/ 2590962 w 2912392"/>
                <a:gd name="connsiteY266" fmla="*/ 554080 h 672609"/>
                <a:gd name="connsiteX267" fmla="*/ 2600705 w 2912392"/>
                <a:gd name="connsiteY267" fmla="*/ 545990 h 672609"/>
                <a:gd name="connsiteX268" fmla="*/ 2610449 w 2912392"/>
                <a:gd name="connsiteY268" fmla="*/ 537665 h 672609"/>
                <a:gd name="connsiteX269" fmla="*/ 2620178 w 2912392"/>
                <a:gd name="connsiteY269" fmla="*/ 529115 h 672609"/>
                <a:gd name="connsiteX270" fmla="*/ 2629922 w 2912392"/>
                <a:gd name="connsiteY270" fmla="*/ 520342 h 672609"/>
                <a:gd name="connsiteX271" fmla="*/ 2639666 w 2912392"/>
                <a:gd name="connsiteY271" fmla="*/ 511352 h 672609"/>
                <a:gd name="connsiteX272" fmla="*/ 2649410 w 2912392"/>
                <a:gd name="connsiteY272" fmla="*/ 502151 h 672609"/>
                <a:gd name="connsiteX273" fmla="*/ 2659139 w 2912392"/>
                <a:gd name="connsiteY273" fmla="*/ 492744 h 672609"/>
                <a:gd name="connsiteX274" fmla="*/ 2668883 w 2912392"/>
                <a:gd name="connsiteY274" fmla="*/ 483137 h 672609"/>
                <a:gd name="connsiteX275" fmla="*/ 2678627 w 2912392"/>
                <a:gd name="connsiteY275" fmla="*/ 473338 h 672609"/>
                <a:gd name="connsiteX276" fmla="*/ 2688371 w 2912392"/>
                <a:gd name="connsiteY276" fmla="*/ 463352 h 672609"/>
                <a:gd name="connsiteX277" fmla="*/ 2698100 w 2912392"/>
                <a:gd name="connsiteY277" fmla="*/ 453188 h 672609"/>
                <a:gd name="connsiteX278" fmla="*/ 2707844 w 2912392"/>
                <a:gd name="connsiteY278" fmla="*/ 442853 h 672609"/>
                <a:gd name="connsiteX279" fmla="*/ 2717588 w 2912392"/>
                <a:gd name="connsiteY279" fmla="*/ 432356 h 672609"/>
                <a:gd name="connsiteX280" fmla="*/ 2727332 w 2912392"/>
                <a:gd name="connsiteY280" fmla="*/ 421704 h 672609"/>
                <a:gd name="connsiteX281" fmla="*/ 2737076 w 2912392"/>
                <a:gd name="connsiteY281" fmla="*/ 410908 h 672609"/>
                <a:gd name="connsiteX282" fmla="*/ 2746805 w 2912392"/>
                <a:gd name="connsiteY282" fmla="*/ 399974 h 672609"/>
                <a:gd name="connsiteX283" fmla="*/ 2756549 w 2912392"/>
                <a:gd name="connsiteY283" fmla="*/ 388914 h 672609"/>
                <a:gd name="connsiteX284" fmla="*/ 2766293 w 2912392"/>
                <a:gd name="connsiteY284" fmla="*/ 377738 h 672609"/>
                <a:gd name="connsiteX285" fmla="*/ 2776037 w 2912392"/>
                <a:gd name="connsiteY285" fmla="*/ 366458 h 672609"/>
                <a:gd name="connsiteX286" fmla="*/ 2785766 w 2912392"/>
                <a:gd name="connsiteY286" fmla="*/ 355081 h 672609"/>
                <a:gd name="connsiteX287" fmla="*/ 2795510 w 2912392"/>
                <a:gd name="connsiteY287" fmla="*/ 343623 h 672609"/>
                <a:gd name="connsiteX288" fmla="*/ 2805254 w 2912392"/>
                <a:gd name="connsiteY288" fmla="*/ 332092 h 672609"/>
                <a:gd name="connsiteX289" fmla="*/ 2814998 w 2912392"/>
                <a:gd name="connsiteY289" fmla="*/ 320504 h 672609"/>
                <a:gd name="connsiteX290" fmla="*/ 2824727 w 2912392"/>
                <a:gd name="connsiteY290" fmla="*/ 308869 h 672609"/>
                <a:gd name="connsiteX291" fmla="*/ 2834471 w 2912392"/>
                <a:gd name="connsiteY291" fmla="*/ 297200 h 672609"/>
                <a:gd name="connsiteX292" fmla="*/ 2844215 w 2912392"/>
                <a:gd name="connsiteY292" fmla="*/ 285514 h 672609"/>
                <a:gd name="connsiteX293" fmla="*/ 2853958 w 2912392"/>
                <a:gd name="connsiteY293" fmla="*/ 273819 h 672609"/>
                <a:gd name="connsiteX294" fmla="*/ 2863687 w 2912392"/>
                <a:gd name="connsiteY294" fmla="*/ 262136 h 672609"/>
                <a:gd name="connsiteX295" fmla="*/ 2873431 w 2912392"/>
                <a:gd name="connsiteY295" fmla="*/ 250474 h 672609"/>
                <a:gd name="connsiteX296" fmla="*/ 2883175 w 2912392"/>
                <a:gd name="connsiteY296" fmla="*/ 238850 h 672609"/>
                <a:gd name="connsiteX297" fmla="*/ 2892919 w 2912392"/>
                <a:gd name="connsiteY297" fmla="*/ 227281 h 672609"/>
                <a:gd name="connsiteX298" fmla="*/ 2902663 w 2912392"/>
                <a:gd name="connsiteY298" fmla="*/ 215780 h 672609"/>
                <a:gd name="connsiteX299" fmla="*/ 2912392 w 2912392"/>
                <a:gd name="connsiteY299" fmla="*/ 204363 h 672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72609">
                  <a:moveTo>
                    <a:pt x="0" y="448124"/>
                  </a:moveTo>
                  <a:lnTo>
                    <a:pt x="9739" y="444052"/>
                  </a:lnTo>
                  <a:lnTo>
                    <a:pt x="19480" y="439992"/>
                  </a:lnTo>
                  <a:lnTo>
                    <a:pt x="29221" y="435943"/>
                  </a:lnTo>
                  <a:lnTo>
                    <a:pt x="38961" y="431895"/>
                  </a:lnTo>
                  <a:lnTo>
                    <a:pt x="48702" y="427847"/>
                  </a:lnTo>
                  <a:lnTo>
                    <a:pt x="58443" y="423791"/>
                  </a:lnTo>
                  <a:lnTo>
                    <a:pt x="68182" y="419724"/>
                  </a:lnTo>
                  <a:lnTo>
                    <a:pt x="77923" y="415638"/>
                  </a:lnTo>
                  <a:lnTo>
                    <a:pt x="87664" y="411532"/>
                  </a:lnTo>
                  <a:lnTo>
                    <a:pt x="97404" y="407399"/>
                  </a:lnTo>
                  <a:lnTo>
                    <a:pt x="107145" y="403232"/>
                  </a:lnTo>
                  <a:lnTo>
                    <a:pt x="116886" y="399030"/>
                  </a:lnTo>
                  <a:lnTo>
                    <a:pt x="126625" y="394786"/>
                  </a:lnTo>
                  <a:lnTo>
                    <a:pt x="136366" y="390495"/>
                  </a:lnTo>
                  <a:lnTo>
                    <a:pt x="146107" y="386153"/>
                  </a:lnTo>
                  <a:lnTo>
                    <a:pt x="155846" y="381758"/>
                  </a:lnTo>
                  <a:lnTo>
                    <a:pt x="165587" y="377305"/>
                  </a:lnTo>
                  <a:lnTo>
                    <a:pt x="175328" y="372789"/>
                  </a:lnTo>
                  <a:lnTo>
                    <a:pt x="185068" y="368209"/>
                  </a:lnTo>
                  <a:lnTo>
                    <a:pt x="194809" y="363560"/>
                  </a:lnTo>
                  <a:lnTo>
                    <a:pt x="204550" y="358842"/>
                  </a:lnTo>
                  <a:lnTo>
                    <a:pt x="214289" y="354050"/>
                  </a:lnTo>
                  <a:lnTo>
                    <a:pt x="224030" y="349184"/>
                  </a:lnTo>
                  <a:lnTo>
                    <a:pt x="233771" y="344242"/>
                  </a:lnTo>
                  <a:lnTo>
                    <a:pt x="243510" y="339224"/>
                  </a:lnTo>
                  <a:lnTo>
                    <a:pt x="253251" y="334129"/>
                  </a:lnTo>
                  <a:lnTo>
                    <a:pt x="262992" y="328956"/>
                  </a:lnTo>
                  <a:lnTo>
                    <a:pt x="272732" y="323704"/>
                  </a:lnTo>
                  <a:lnTo>
                    <a:pt x="282473" y="318378"/>
                  </a:lnTo>
                  <a:lnTo>
                    <a:pt x="292214" y="312974"/>
                  </a:lnTo>
                  <a:lnTo>
                    <a:pt x="301953" y="307497"/>
                  </a:lnTo>
                  <a:lnTo>
                    <a:pt x="311694" y="301947"/>
                  </a:lnTo>
                  <a:lnTo>
                    <a:pt x="321435" y="296327"/>
                  </a:lnTo>
                  <a:lnTo>
                    <a:pt x="331175" y="290642"/>
                  </a:lnTo>
                  <a:lnTo>
                    <a:pt x="340916" y="284891"/>
                  </a:lnTo>
                  <a:lnTo>
                    <a:pt x="350656" y="279082"/>
                  </a:lnTo>
                  <a:lnTo>
                    <a:pt x="360396" y="273215"/>
                  </a:lnTo>
                  <a:lnTo>
                    <a:pt x="370137" y="267297"/>
                  </a:lnTo>
                  <a:lnTo>
                    <a:pt x="379878" y="261331"/>
                  </a:lnTo>
                  <a:lnTo>
                    <a:pt x="389617" y="255325"/>
                  </a:lnTo>
                  <a:lnTo>
                    <a:pt x="399358" y="249281"/>
                  </a:lnTo>
                  <a:lnTo>
                    <a:pt x="409099" y="243205"/>
                  </a:lnTo>
                  <a:lnTo>
                    <a:pt x="418839" y="237105"/>
                  </a:lnTo>
                  <a:lnTo>
                    <a:pt x="428580" y="230986"/>
                  </a:lnTo>
                  <a:lnTo>
                    <a:pt x="438321" y="224854"/>
                  </a:lnTo>
                  <a:lnTo>
                    <a:pt x="448060" y="218715"/>
                  </a:lnTo>
                  <a:lnTo>
                    <a:pt x="457801" y="212579"/>
                  </a:lnTo>
                  <a:lnTo>
                    <a:pt x="467542" y="206448"/>
                  </a:lnTo>
                  <a:lnTo>
                    <a:pt x="477281" y="200332"/>
                  </a:lnTo>
                  <a:lnTo>
                    <a:pt x="487022" y="194235"/>
                  </a:lnTo>
                  <a:lnTo>
                    <a:pt x="496763" y="188168"/>
                  </a:lnTo>
                  <a:lnTo>
                    <a:pt x="506503" y="182136"/>
                  </a:lnTo>
                  <a:lnTo>
                    <a:pt x="516244" y="176146"/>
                  </a:lnTo>
                  <a:lnTo>
                    <a:pt x="525985" y="170204"/>
                  </a:lnTo>
                  <a:lnTo>
                    <a:pt x="535724" y="164318"/>
                  </a:lnTo>
                  <a:lnTo>
                    <a:pt x="545465" y="158495"/>
                  </a:lnTo>
                  <a:lnTo>
                    <a:pt x="555206" y="152740"/>
                  </a:lnTo>
                  <a:lnTo>
                    <a:pt x="564946" y="147059"/>
                  </a:lnTo>
                  <a:lnTo>
                    <a:pt x="574687" y="141460"/>
                  </a:lnTo>
                  <a:lnTo>
                    <a:pt x="584428" y="135949"/>
                  </a:lnTo>
                  <a:lnTo>
                    <a:pt x="594167" y="130528"/>
                  </a:lnTo>
                  <a:lnTo>
                    <a:pt x="603908" y="125207"/>
                  </a:lnTo>
                  <a:lnTo>
                    <a:pt x="613649" y="119987"/>
                  </a:lnTo>
                  <a:lnTo>
                    <a:pt x="623388" y="114876"/>
                  </a:lnTo>
                  <a:lnTo>
                    <a:pt x="633129" y="109875"/>
                  </a:lnTo>
                  <a:lnTo>
                    <a:pt x="642870" y="104992"/>
                  </a:lnTo>
                  <a:lnTo>
                    <a:pt x="652610" y="100225"/>
                  </a:lnTo>
                  <a:lnTo>
                    <a:pt x="662351" y="95583"/>
                  </a:lnTo>
                  <a:lnTo>
                    <a:pt x="672092" y="91065"/>
                  </a:lnTo>
                  <a:lnTo>
                    <a:pt x="681831" y="86675"/>
                  </a:lnTo>
                  <a:lnTo>
                    <a:pt x="691572" y="82415"/>
                  </a:lnTo>
                  <a:lnTo>
                    <a:pt x="701313" y="78285"/>
                  </a:lnTo>
                  <a:lnTo>
                    <a:pt x="711052" y="74288"/>
                  </a:lnTo>
                  <a:lnTo>
                    <a:pt x="720793" y="70423"/>
                  </a:lnTo>
                  <a:lnTo>
                    <a:pt x="730534" y="66692"/>
                  </a:lnTo>
                  <a:lnTo>
                    <a:pt x="740274" y="63094"/>
                  </a:lnTo>
                  <a:lnTo>
                    <a:pt x="750015" y="59630"/>
                  </a:lnTo>
                  <a:lnTo>
                    <a:pt x="759756" y="56296"/>
                  </a:lnTo>
                  <a:lnTo>
                    <a:pt x="769495" y="53094"/>
                  </a:lnTo>
                  <a:lnTo>
                    <a:pt x="779236" y="50022"/>
                  </a:lnTo>
                  <a:lnTo>
                    <a:pt x="788977" y="47076"/>
                  </a:lnTo>
                  <a:lnTo>
                    <a:pt x="798717" y="44256"/>
                  </a:lnTo>
                  <a:lnTo>
                    <a:pt x="808458" y="41558"/>
                  </a:lnTo>
                  <a:lnTo>
                    <a:pt x="818199" y="38982"/>
                  </a:lnTo>
                  <a:lnTo>
                    <a:pt x="827938" y="36522"/>
                  </a:lnTo>
                  <a:lnTo>
                    <a:pt x="837679" y="34175"/>
                  </a:lnTo>
                  <a:lnTo>
                    <a:pt x="847420" y="31940"/>
                  </a:lnTo>
                  <a:lnTo>
                    <a:pt x="857159" y="29813"/>
                  </a:lnTo>
                  <a:lnTo>
                    <a:pt x="866900" y="27790"/>
                  </a:lnTo>
                  <a:lnTo>
                    <a:pt x="876641" y="25865"/>
                  </a:lnTo>
                  <a:lnTo>
                    <a:pt x="886381" y="24038"/>
                  </a:lnTo>
                  <a:lnTo>
                    <a:pt x="896122" y="22302"/>
                  </a:lnTo>
                  <a:lnTo>
                    <a:pt x="905863" y="20656"/>
                  </a:lnTo>
                  <a:lnTo>
                    <a:pt x="915602" y="19095"/>
                  </a:lnTo>
                  <a:lnTo>
                    <a:pt x="925343" y="17614"/>
                  </a:lnTo>
                  <a:lnTo>
                    <a:pt x="935084" y="16212"/>
                  </a:lnTo>
                  <a:lnTo>
                    <a:pt x="944824" y="14883"/>
                  </a:lnTo>
                  <a:lnTo>
                    <a:pt x="954564" y="13624"/>
                  </a:lnTo>
                  <a:lnTo>
                    <a:pt x="964305" y="12432"/>
                  </a:lnTo>
                  <a:lnTo>
                    <a:pt x="974045" y="11305"/>
                  </a:lnTo>
                  <a:lnTo>
                    <a:pt x="983786" y="10239"/>
                  </a:lnTo>
                  <a:lnTo>
                    <a:pt x="993522" y="9231"/>
                  </a:lnTo>
                  <a:lnTo>
                    <a:pt x="1003266" y="8281"/>
                  </a:lnTo>
                  <a:lnTo>
                    <a:pt x="1013010" y="7385"/>
                  </a:lnTo>
                  <a:lnTo>
                    <a:pt x="1022754" y="6541"/>
                  </a:lnTo>
                  <a:lnTo>
                    <a:pt x="1032483" y="5748"/>
                  </a:lnTo>
                  <a:lnTo>
                    <a:pt x="1042227" y="5006"/>
                  </a:lnTo>
                  <a:lnTo>
                    <a:pt x="1051971" y="4312"/>
                  </a:lnTo>
                  <a:lnTo>
                    <a:pt x="1061715" y="3667"/>
                  </a:lnTo>
                  <a:lnTo>
                    <a:pt x="1071444" y="3069"/>
                  </a:lnTo>
                  <a:lnTo>
                    <a:pt x="1081188" y="2521"/>
                  </a:lnTo>
                  <a:lnTo>
                    <a:pt x="1090932" y="2022"/>
                  </a:lnTo>
                  <a:lnTo>
                    <a:pt x="1100676" y="1573"/>
                  </a:lnTo>
                  <a:lnTo>
                    <a:pt x="1110405" y="1177"/>
                  </a:lnTo>
                  <a:lnTo>
                    <a:pt x="1120149" y="833"/>
                  </a:lnTo>
                  <a:lnTo>
                    <a:pt x="1129893" y="545"/>
                  </a:lnTo>
                  <a:lnTo>
                    <a:pt x="1139637" y="314"/>
                  </a:lnTo>
                  <a:lnTo>
                    <a:pt x="1149381" y="144"/>
                  </a:lnTo>
                  <a:lnTo>
                    <a:pt x="1159110" y="39"/>
                  </a:lnTo>
                  <a:lnTo>
                    <a:pt x="1168854" y="0"/>
                  </a:lnTo>
                  <a:lnTo>
                    <a:pt x="1178598" y="31"/>
                  </a:lnTo>
                  <a:lnTo>
                    <a:pt x="1188341" y="137"/>
                  </a:lnTo>
                  <a:lnTo>
                    <a:pt x="1198070" y="322"/>
                  </a:lnTo>
                  <a:lnTo>
                    <a:pt x="1207814" y="591"/>
                  </a:lnTo>
                  <a:lnTo>
                    <a:pt x="1217558" y="949"/>
                  </a:lnTo>
                  <a:lnTo>
                    <a:pt x="1227302" y="1399"/>
                  </a:lnTo>
                  <a:lnTo>
                    <a:pt x="1237031" y="1947"/>
                  </a:lnTo>
                  <a:lnTo>
                    <a:pt x="1246775" y="2600"/>
                  </a:lnTo>
                  <a:lnTo>
                    <a:pt x="1256519" y="3363"/>
                  </a:lnTo>
                  <a:lnTo>
                    <a:pt x="1266263" y="4239"/>
                  </a:lnTo>
                  <a:lnTo>
                    <a:pt x="1276007" y="5235"/>
                  </a:lnTo>
                  <a:lnTo>
                    <a:pt x="1285736" y="6359"/>
                  </a:lnTo>
                  <a:lnTo>
                    <a:pt x="1295480" y="7613"/>
                  </a:lnTo>
                  <a:lnTo>
                    <a:pt x="1305224" y="9006"/>
                  </a:lnTo>
                  <a:lnTo>
                    <a:pt x="1314968" y="10543"/>
                  </a:lnTo>
                  <a:lnTo>
                    <a:pt x="1324697" y="12228"/>
                  </a:lnTo>
                  <a:lnTo>
                    <a:pt x="1334441" y="14068"/>
                  </a:lnTo>
                  <a:lnTo>
                    <a:pt x="1344185" y="16069"/>
                  </a:lnTo>
                  <a:lnTo>
                    <a:pt x="1353929" y="18235"/>
                  </a:lnTo>
                  <a:lnTo>
                    <a:pt x="1363658" y="20572"/>
                  </a:lnTo>
                  <a:lnTo>
                    <a:pt x="1373402" y="23086"/>
                  </a:lnTo>
                  <a:lnTo>
                    <a:pt x="1383146" y="25781"/>
                  </a:lnTo>
                  <a:lnTo>
                    <a:pt x="1392890" y="28661"/>
                  </a:lnTo>
                  <a:lnTo>
                    <a:pt x="1402619" y="31732"/>
                  </a:lnTo>
                  <a:lnTo>
                    <a:pt x="1412363" y="34996"/>
                  </a:lnTo>
                  <a:lnTo>
                    <a:pt x="1422106" y="38460"/>
                  </a:lnTo>
                  <a:lnTo>
                    <a:pt x="1431850" y="42125"/>
                  </a:lnTo>
                  <a:lnTo>
                    <a:pt x="1441594" y="45996"/>
                  </a:lnTo>
                  <a:lnTo>
                    <a:pt x="1451323" y="50074"/>
                  </a:lnTo>
                  <a:lnTo>
                    <a:pt x="1461067" y="54363"/>
                  </a:lnTo>
                  <a:lnTo>
                    <a:pt x="1470811" y="58866"/>
                  </a:lnTo>
                  <a:lnTo>
                    <a:pt x="1480555" y="63583"/>
                  </a:lnTo>
                  <a:lnTo>
                    <a:pt x="1490284" y="68516"/>
                  </a:lnTo>
                  <a:lnTo>
                    <a:pt x="1500028" y="73666"/>
                  </a:lnTo>
                  <a:lnTo>
                    <a:pt x="1509772" y="79035"/>
                  </a:lnTo>
                  <a:lnTo>
                    <a:pt x="1519516" y="84620"/>
                  </a:lnTo>
                  <a:lnTo>
                    <a:pt x="1529245" y="90423"/>
                  </a:lnTo>
                  <a:lnTo>
                    <a:pt x="1538989" y="96444"/>
                  </a:lnTo>
                  <a:lnTo>
                    <a:pt x="1548733" y="102681"/>
                  </a:lnTo>
                  <a:lnTo>
                    <a:pt x="1558477" y="109132"/>
                  </a:lnTo>
                  <a:lnTo>
                    <a:pt x="1568221" y="115795"/>
                  </a:lnTo>
                  <a:lnTo>
                    <a:pt x="1577950" y="122668"/>
                  </a:lnTo>
                  <a:lnTo>
                    <a:pt x="1587694" y="129748"/>
                  </a:lnTo>
                  <a:lnTo>
                    <a:pt x="1597438" y="137030"/>
                  </a:lnTo>
                  <a:lnTo>
                    <a:pt x="1607182" y="144514"/>
                  </a:lnTo>
                  <a:lnTo>
                    <a:pt x="1616911" y="152192"/>
                  </a:lnTo>
                  <a:lnTo>
                    <a:pt x="1626655" y="160061"/>
                  </a:lnTo>
                  <a:lnTo>
                    <a:pt x="1636399" y="168117"/>
                  </a:lnTo>
                  <a:lnTo>
                    <a:pt x="1646142" y="176352"/>
                  </a:lnTo>
                  <a:lnTo>
                    <a:pt x="1655872" y="184761"/>
                  </a:lnTo>
                  <a:lnTo>
                    <a:pt x="1665616" y="193340"/>
                  </a:lnTo>
                  <a:lnTo>
                    <a:pt x="1675359" y="202078"/>
                  </a:lnTo>
                  <a:lnTo>
                    <a:pt x="1685103" y="210971"/>
                  </a:lnTo>
                  <a:lnTo>
                    <a:pt x="1694832" y="220010"/>
                  </a:lnTo>
                  <a:lnTo>
                    <a:pt x="1704576" y="229190"/>
                  </a:lnTo>
                  <a:lnTo>
                    <a:pt x="1714320" y="238500"/>
                  </a:lnTo>
                  <a:lnTo>
                    <a:pt x="1724064" y="247932"/>
                  </a:lnTo>
                  <a:lnTo>
                    <a:pt x="1733808" y="257478"/>
                  </a:lnTo>
                  <a:lnTo>
                    <a:pt x="1743537" y="267130"/>
                  </a:lnTo>
                  <a:lnTo>
                    <a:pt x="1753281" y="276875"/>
                  </a:lnTo>
                  <a:lnTo>
                    <a:pt x="1763025" y="286709"/>
                  </a:lnTo>
                  <a:lnTo>
                    <a:pt x="1772769" y="296616"/>
                  </a:lnTo>
                  <a:lnTo>
                    <a:pt x="1782498" y="306591"/>
                  </a:lnTo>
                  <a:lnTo>
                    <a:pt x="1792242" y="316623"/>
                  </a:lnTo>
                  <a:lnTo>
                    <a:pt x="1801986" y="326699"/>
                  </a:lnTo>
                  <a:lnTo>
                    <a:pt x="1811730" y="336809"/>
                  </a:lnTo>
                  <a:lnTo>
                    <a:pt x="1821459" y="346947"/>
                  </a:lnTo>
                  <a:lnTo>
                    <a:pt x="1831203" y="357096"/>
                  </a:lnTo>
                  <a:lnTo>
                    <a:pt x="1840947" y="367249"/>
                  </a:lnTo>
                  <a:lnTo>
                    <a:pt x="1850691" y="377394"/>
                  </a:lnTo>
                  <a:lnTo>
                    <a:pt x="1860435" y="387521"/>
                  </a:lnTo>
                  <a:lnTo>
                    <a:pt x="1870164" y="397618"/>
                  </a:lnTo>
                  <a:lnTo>
                    <a:pt x="1879908" y="407673"/>
                  </a:lnTo>
                  <a:lnTo>
                    <a:pt x="1889652" y="417678"/>
                  </a:lnTo>
                  <a:lnTo>
                    <a:pt x="1899395" y="427619"/>
                  </a:lnTo>
                  <a:lnTo>
                    <a:pt x="1909124" y="437488"/>
                  </a:lnTo>
                  <a:lnTo>
                    <a:pt x="1918868" y="447270"/>
                  </a:lnTo>
                  <a:lnTo>
                    <a:pt x="1928612" y="456959"/>
                  </a:lnTo>
                  <a:lnTo>
                    <a:pt x="1938356" y="466544"/>
                  </a:lnTo>
                  <a:lnTo>
                    <a:pt x="1948085" y="476010"/>
                  </a:lnTo>
                  <a:lnTo>
                    <a:pt x="1957829" y="485351"/>
                  </a:lnTo>
                  <a:lnTo>
                    <a:pt x="1967573" y="494557"/>
                  </a:lnTo>
                  <a:lnTo>
                    <a:pt x="1977317" y="503615"/>
                  </a:lnTo>
                  <a:lnTo>
                    <a:pt x="1987046" y="512518"/>
                  </a:lnTo>
                  <a:lnTo>
                    <a:pt x="1996790" y="521254"/>
                  </a:lnTo>
                  <a:lnTo>
                    <a:pt x="2006534" y="529818"/>
                  </a:lnTo>
                  <a:lnTo>
                    <a:pt x="2016278" y="538197"/>
                  </a:lnTo>
                  <a:lnTo>
                    <a:pt x="2026022" y="546384"/>
                  </a:lnTo>
                  <a:lnTo>
                    <a:pt x="2035751" y="554370"/>
                  </a:lnTo>
                  <a:lnTo>
                    <a:pt x="2045495" y="562147"/>
                  </a:lnTo>
                  <a:lnTo>
                    <a:pt x="2055239" y="569709"/>
                  </a:lnTo>
                  <a:lnTo>
                    <a:pt x="2064983" y="577046"/>
                  </a:lnTo>
                  <a:lnTo>
                    <a:pt x="2074712" y="584152"/>
                  </a:lnTo>
                  <a:lnTo>
                    <a:pt x="2084456" y="591020"/>
                  </a:lnTo>
                  <a:lnTo>
                    <a:pt x="2094200" y="597643"/>
                  </a:lnTo>
                  <a:lnTo>
                    <a:pt x="2103944" y="604017"/>
                  </a:lnTo>
                  <a:lnTo>
                    <a:pt x="2113673" y="610133"/>
                  </a:lnTo>
                  <a:lnTo>
                    <a:pt x="2123417" y="615986"/>
                  </a:lnTo>
                  <a:lnTo>
                    <a:pt x="2133161" y="621574"/>
                  </a:lnTo>
                  <a:lnTo>
                    <a:pt x="2142905" y="626888"/>
                  </a:lnTo>
                  <a:lnTo>
                    <a:pt x="2152649" y="631927"/>
                  </a:lnTo>
                  <a:lnTo>
                    <a:pt x="2162377" y="636686"/>
                  </a:lnTo>
                  <a:lnTo>
                    <a:pt x="2172121" y="641160"/>
                  </a:lnTo>
                  <a:lnTo>
                    <a:pt x="2181865" y="645346"/>
                  </a:lnTo>
                  <a:lnTo>
                    <a:pt x="2191609" y="649241"/>
                  </a:lnTo>
                  <a:lnTo>
                    <a:pt x="2201338" y="652844"/>
                  </a:lnTo>
                  <a:lnTo>
                    <a:pt x="2211082" y="656150"/>
                  </a:lnTo>
                  <a:lnTo>
                    <a:pt x="2220826" y="659156"/>
                  </a:lnTo>
                  <a:lnTo>
                    <a:pt x="2230570" y="661868"/>
                  </a:lnTo>
                  <a:lnTo>
                    <a:pt x="2240299" y="664282"/>
                  </a:lnTo>
                  <a:lnTo>
                    <a:pt x="2250043" y="666382"/>
                  </a:lnTo>
                  <a:lnTo>
                    <a:pt x="2259787" y="668185"/>
                  </a:lnTo>
                  <a:lnTo>
                    <a:pt x="2269531" y="669675"/>
                  </a:lnTo>
                  <a:lnTo>
                    <a:pt x="2279260" y="670867"/>
                  </a:lnTo>
                  <a:lnTo>
                    <a:pt x="2289004" y="671761"/>
                  </a:lnTo>
                  <a:lnTo>
                    <a:pt x="2298748" y="672342"/>
                  </a:lnTo>
                  <a:lnTo>
                    <a:pt x="2308492" y="672610"/>
                  </a:lnTo>
                  <a:lnTo>
                    <a:pt x="2318236" y="672580"/>
                  </a:lnTo>
                  <a:lnTo>
                    <a:pt x="2327965" y="672252"/>
                  </a:lnTo>
                  <a:lnTo>
                    <a:pt x="2337709" y="671612"/>
                  </a:lnTo>
                  <a:lnTo>
                    <a:pt x="2347453" y="670673"/>
                  </a:lnTo>
                  <a:lnTo>
                    <a:pt x="2357197" y="669437"/>
                  </a:lnTo>
                  <a:lnTo>
                    <a:pt x="2366926" y="667887"/>
                  </a:lnTo>
                  <a:lnTo>
                    <a:pt x="2376670" y="666055"/>
                  </a:lnTo>
                  <a:lnTo>
                    <a:pt x="2386413" y="663924"/>
                  </a:lnTo>
                  <a:lnTo>
                    <a:pt x="2396157" y="661481"/>
                  </a:lnTo>
                  <a:lnTo>
                    <a:pt x="2405886" y="658754"/>
                  </a:lnTo>
                  <a:lnTo>
                    <a:pt x="2415630" y="655741"/>
                  </a:lnTo>
                  <a:lnTo>
                    <a:pt x="2425374" y="652432"/>
                  </a:lnTo>
                  <a:lnTo>
                    <a:pt x="2435118" y="648834"/>
                  </a:lnTo>
                  <a:lnTo>
                    <a:pt x="2444862" y="644952"/>
                  </a:lnTo>
                  <a:lnTo>
                    <a:pt x="2454591" y="640783"/>
                  </a:lnTo>
                  <a:lnTo>
                    <a:pt x="2464335" y="636334"/>
                  </a:lnTo>
                  <a:lnTo>
                    <a:pt x="2474079" y="631604"/>
                  </a:lnTo>
                  <a:lnTo>
                    <a:pt x="2483823" y="626597"/>
                  </a:lnTo>
                  <a:lnTo>
                    <a:pt x="2493552" y="621317"/>
                  </a:lnTo>
                  <a:lnTo>
                    <a:pt x="2503296" y="615764"/>
                  </a:lnTo>
                  <a:lnTo>
                    <a:pt x="2513040" y="609943"/>
                  </a:lnTo>
                  <a:lnTo>
                    <a:pt x="2522784" y="603857"/>
                  </a:lnTo>
                  <a:lnTo>
                    <a:pt x="2532513" y="597507"/>
                  </a:lnTo>
                  <a:lnTo>
                    <a:pt x="2542257" y="590898"/>
                  </a:lnTo>
                  <a:lnTo>
                    <a:pt x="2552001" y="584033"/>
                  </a:lnTo>
                  <a:lnTo>
                    <a:pt x="2561745" y="576914"/>
                  </a:lnTo>
                  <a:lnTo>
                    <a:pt x="2571474" y="569546"/>
                  </a:lnTo>
                  <a:lnTo>
                    <a:pt x="2581218" y="561933"/>
                  </a:lnTo>
                  <a:lnTo>
                    <a:pt x="2590962" y="554080"/>
                  </a:lnTo>
                  <a:lnTo>
                    <a:pt x="2600705" y="545990"/>
                  </a:lnTo>
                  <a:lnTo>
                    <a:pt x="2610449" y="537665"/>
                  </a:lnTo>
                  <a:lnTo>
                    <a:pt x="2620178" y="529115"/>
                  </a:lnTo>
                  <a:lnTo>
                    <a:pt x="2629922" y="520342"/>
                  </a:lnTo>
                  <a:lnTo>
                    <a:pt x="2639666" y="511352"/>
                  </a:lnTo>
                  <a:lnTo>
                    <a:pt x="2649410" y="502151"/>
                  </a:lnTo>
                  <a:lnTo>
                    <a:pt x="2659139" y="492744"/>
                  </a:lnTo>
                  <a:lnTo>
                    <a:pt x="2668883" y="483137"/>
                  </a:lnTo>
                  <a:lnTo>
                    <a:pt x="2678627" y="473338"/>
                  </a:lnTo>
                  <a:lnTo>
                    <a:pt x="2688371" y="463352"/>
                  </a:lnTo>
                  <a:lnTo>
                    <a:pt x="2698100" y="453188"/>
                  </a:lnTo>
                  <a:lnTo>
                    <a:pt x="2707844" y="442853"/>
                  </a:lnTo>
                  <a:lnTo>
                    <a:pt x="2717588" y="432356"/>
                  </a:lnTo>
                  <a:lnTo>
                    <a:pt x="2727332" y="421704"/>
                  </a:lnTo>
                  <a:lnTo>
                    <a:pt x="2737076" y="410908"/>
                  </a:lnTo>
                  <a:lnTo>
                    <a:pt x="2746805" y="399974"/>
                  </a:lnTo>
                  <a:lnTo>
                    <a:pt x="2756549" y="388914"/>
                  </a:lnTo>
                  <a:lnTo>
                    <a:pt x="2766293" y="377738"/>
                  </a:lnTo>
                  <a:lnTo>
                    <a:pt x="2776037" y="366458"/>
                  </a:lnTo>
                  <a:lnTo>
                    <a:pt x="2785766" y="355081"/>
                  </a:lnTo>
                  <a:lnTo>
                    <a:pt x="2795510" y="343623"/>
                  </a:lnTo>
                  <a:lnTo>
                    <a:pt x="2805254" y="332092"/>
                  </a:lnTo>
                  <a:lnTo>
                    <a:pt x="2814998" y="320504"/>
                  </a:lnTo>
                  <a:lnTo>
                    <a:pt x="2824727" y="308869"/>
                  </a:lnTo>
                  <a:lnTo>
                    <a:pt x="2834471" y="297200"/>
                  </a:lnTo>
                  <a:lnTo>
                    <a:pt x="2844215" y="285514"/>
                  </a:lnTo>
                  <a:lnTo>
                    <a:pt x="2853958" y="273819"/>
                  </a:lnTo>
                  <a:lnTo>
                    <a:pt x="2863687" y="262136"/>
                  </a:lnTo>
                  <a:lnTo>
                    <a:pt x="2873431" y="250474"/>
                  </a:lnTo>
                  <a:lnTo>
                    <a:pt x="2883175" y="238850"/>
                  </a:lnTo>
                  <a:lnTo>
                    <a:pt x="2892919" y="227281"/>
                  </a:lnTo>
                  <a:lnTo>
                    <a:pt x="2902663" y="215780"/>
                  </a:lnTo>
                  <a:lnTo>
                    <a:pt x="2912392" y="20436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9" name="Freeform 818">
              <a:extLst>
                <a:ext uri="{FF2B5EF4-FFF2-40B4-BE49-F238E27FC236}">
                  <a16:creationId xmlns:a16="http://schemas.microsoft.com/office/drawing/2014/main" id="{757F53D8-2A89-6B1F-D437-70CD0DFB4491}"/>
                </a:ext>
              </a:extLst>
            </p:cNvPr>
            <p:cNvSpPr/>
            <p:nvPr/>
          </p:nvSpPr>
          <p:spPr>
            <a:xfrm>
              <a:off x="576446" y="3489025"/>
              <a:ext cx="2912392" cy="446707"/>
            </a:xfrm>
            <a:custGeom>
              <a:avLst/>
              <a:gdLst>
                <a:gd name="connsiteX0" fmla="*/ 0 w 2912392"/>
                <a:gd name="connsiteY0" fmla="*/ 85277 h 446707"/>
                <a:gd name="connsiteX1" fmla="*/ 9739 w 2912392"/>
                <a:gd name="connsiteY1" fmla="*/ 91736 h 446707"/>
                <a:gd name="connsiteX2" fmla="*/ 19480 w 2912392"/>
                <a:gd name="connsiteY2" fmla="*/ 98227 h 446707"/>
                <a:gd name="connsiteX3" fmla="*/ 29221 w 2912392"/>
                <a:gd name="connsiteY3" fmla="*/ 104740 h 446707"/>
                <a:gd name="connsiteX4" fmla="*/ 38961 w 2912392"/>
                <a:gd name="connsiteY4" fmla="*/ 111252 h 446707"/>
                <a:gd name="connsiteX5" fmla="*/ 48702 w 2912392"/>
                <a:gd name="connsiteY5" fmla="*/ 117748 h 446707"/>
                <a:gd name="connsiteX6" fmla="*/ 58443 w 2912392"/>
                <a:gd name="connsiteY6" fmla="*/ 124213 h 446707"/>
                <a:gd name="connsiteX7" fmla="*/ 68182 w 2912392"/>
                <a:gd name="connsiteY7" fmla="*/ 130628 h 446707"/>
                <a:gd name="connsiteX8" fmla="*/ 77923 w 2912392"/>
                <a:gd name="connsiteY8" fmla="*/ 136977 h 446707"/>
                <a:gd name="connsiteX9" fmla="*/ 87664 w 2912392"/>
                <a:gd name="connsiteY9" fmla="*/ 143245 h 446707"/>
                <a:gd name="connsiteX10" fmla="*/ 97404 w 2912392"/>
                <a:gd name="connsiteY10" fmla="*/ 149414 h 446707"/>
                <a:gd name="connsiteX11" fmla="*/ 107145 w 2912392"/>
                <a:gd name="connsiteY11" fmla="*/ 155469 h 446707"/>
                <a:gd name="connsiteX12" fmla="*/ 116886 w 2912392"/>
                <a:gd name="connsiteY12" fmla="*/ 161396 h 446707"/>
                <a:gd name="connsiteX13" fmla="*/ 126625 w 2912392"/>
                <a:gd name="connsiteY13" fmla="*/ 167179 h 446707"/>
                <a:gd name="connsiteX14" fmla="*/ 136366 w 2912392"/>
                <a:gd name="connsiteY14" fmla="*/ 172803 h 446707"/>
                <a:gd name="connsiteX15" fmla="*/ 146107 w 2912392"/>
                <a:gd name="connsiteY15" fmla="*/ 178254 h 446707"/>
                <a:gd name="connsiteX16" fmla="*/ 155846 w 2912392"/>
                <a:gd name="connsiteY16" fmla="*/ 183520 h 446707"/>
                <a:gd name="connsiteX17" fmla="*/ 165587 w 2912392"/>
                <a:gd name="connsiteY17" fmla="*/ 188587 h 446707"/>
                <a:gd name="connsiteX18" fmla="*/ 175328 w 2912392"/>
                <a:gd name="connsiteY18" fmla="*/ 193442 h 446707"/>
                <a:gd name="connsiteX19" fmla="*/ 185068 w 2912392"/>
                <a:gd name="connsiteY19" fmla="*/ 198076 h 446707"/>
                <a:gd name="connsiteX20" fmla="*/ 194809 w 2912392"/>
                <a:gd name="connsiteY20" fmla="*/ 202474 h 446707"/>
                <a:gd name="connsiteX21" fmla="*/ 204550 w 2912392"/>
                <a:gd name="connsiteY21" fmla="*/ 206629 h 446707"/>
                <a:gd name="connsiteX22" fmla="*/ 214289 w 2912392"/>
                <a:gd name="connsiteY22" fmla="*/ 210532 h 446707"/>
                <a:gd name="connsiteX23" fmla="*/ 224030 w 2912392"/>
                <a:gd name="connsiteY23" fmla="*/ 214171 h 446707"/>
                <a:gd name="connsiteX24" fmla="*/ 233771 w 2912392"/>
                <a:gd name="connsiteY24" fmla="*/ 217540 h 446707"/>
                <a:gd name="connsiteX25" fmla="*/ 243510 w 2912392"/>
                <a:gd name="connsiteY25" fmla="*/ 220630 h 446707"/>
                <a:gd name="connsiteX26" fmla="*/ 253251 w 2912392"/>
                <a:gd name="connsiteY26" fmla="*/ 223437 h 446707"/>
                <a:gd name="connsiteX27" fmla="*/ 262992 w 2912392"/>
                <a:gd name="connsiteY27" fmla="*/ 225953 h 446707"/>
                <a:gd name="connsiteX28" fmla="*/ 272732 w 2912392"/>
                <a:gd name="connsiteY28" fmla="*/ 228175 h 446707"/>
                <a:gd name="connsiteX29" fmla="*/ 282473 w 2912392"/>
                <a:gd name="connsiteY29" fmla="*/ 230098 h 446707"/>
                <a:gd name="connsiteX30" fmla="*/ 292214 w 2912392"/>
                <a:gd name="connsiteY30" fmla="*/ 231719 h 446707"/>
                <a:gd name="connsiteX31" fmla="*/ 301953 w 2912392"/>
                <a:gd name="connsiteY31" fmla="*/ 233035 h 446707"/>
                <a:gd name="connsiteX32" fmla="*/ 311694 w 2912392"/>
                <a:gd name="connsiteY32" fmla="*/ 234044 h 446707"/>
                <a:gd name="connsiteX33" fmla="*/ 321435 w 2912392"/>
                <a:gd name="connsiteY33" fmla="*/ 234747 h 446707"/>
                <a:gd name="connsiteX34" fmla="*/ 331175 w 2912392"/>
                <a:gd name="connsiteY34" fmla="*/ 235142 h 446707"/>
                <a:gd name="connsiteX35" fmla="*/ 340916 w 2912392"/>
                <a:gd name="connsiteY35" fmla="*/ 235231 h 446707"/>
                <a:gd name="connsiteX36" fmla="*/ 350656 w 2912392"/>
                <a:gd name="connsiteY36" fmla="*/ 235015 h 446707"/>
                <a:gd name="connsiteX37" fmla="*/ 360396 w 2912392"/>
                <a:gd name="connsiteY37" fmla="*/ 234497 h 446707"/>
                <a:gd name="connsiteX38" fmla="*/ 370137 w 2912392"/>
                <a:gd name="connsiteY38" fmla="*/ 233679 h 446707"/>
                <a:gd name="connsiteX39" fmla="*/ 379878 w 2912392"/>
                <a:gd name="connsiteY39" fmla="*/ 232566 h 446707"/>
                <a:gd name="connsiteX40" fmla="*/ 389617 w 2912392"/>
                <a:gd name="connsiteY40" fmla="*/ 231161 h 446707"/>
                <a:gd name="connsiteX41" fmla="*/ 399358 w 2912392"/>
                <a:gd name="connsiteY41" fmla="*/ 229471 h 446707"/>
                <a:gd name="connsiteX42" fmla="*/ 409099 w 2912392"/>
                <a:gd name="connsiteY42" fmla="*/ 227500 h 446707"/>
                <a:gd name="connsiteX43" fmla="*/ 418839 w 2912392"/>
                <a:gd name="connsiteY43" fmla="*/ 225258 h 446707"/>
                <a:gd name="connsiteX44" fmla="*/ 428580 w 2912392"/>
                <a:gd name="connsiteY44" fmla="*/ 222747 h 446707"/>
                <a:gd name="connsiteX45" fmla="*/ 438321 w 2912392"/>
                <a:gd name="connsiteY45" fmla="*/ 219979 h 446707"/>
                <a:gd name="connsiteX46" fmla="*/ 448060 w 2912392"/>
                <a:gd name="connsiteY46" fmla="*/ 216960 h 446707"/>
                <a:gd name="connsiteX47" fmla="*/ 457801 w 2912392"/>
                <a:gd name="connsiteY47" fmla="*/ 213702 h 446707"/>
                <a:gd name="connsiteX48" fmla="*/ 467542 w 2912392"/>
                <a:gd name="connsiteY48" fmla="*/ 210211 h 446707"/>
                <a:gd name="connsiteX49" fmla="*/ 477281 w 2912392"/>
                <a:gd name="connsiteY49" fmla="*/ 206498 h 446707"/>
                <a:gd name="connsiteX50" fmla="*/ 487022 w 2912392"/>
                <a:gd name="connsiteY50" fmla="*/ 202573 h 446707"/>
                <a:gd name="connsiteX51" fmla="*/ 496763 w 2912392"/>
                <a:gd name="connsiteY51" fmla="*/ 198447 h 446707"/>
                <a:gd name="connsiteX52" fmla="*/ 506503 w 2912392"/>
                <a:gd name="connsiteY52" fmla="*/ 194132 h 446707"/>
                <a:gd name="connsiteX53" fmla="*/ 516244 w 2912392"/>
                <a:gd name="connsiteY53" fmla="*/ 189639 h 446707"/>
                <a:gd name="connsiteX54" fmla="*/ 525985 w 2912392"/>
                <a:gd name="connsiteY54" fmla="*/ 184978 h 446707"/>
                <a:gd name="connsiteX55" fmla="*/ 535724 w 2912392"/>
                <a:gd name="connsiteY55" fmla="*/ 180163 h 446707"/>
                <a:gd name="connsiteX56" fmla="*/ 545465 w 2912392"/>
                <a:gd name="connsiteY56" fmla="*/ 175206 h 446707"/>
                <a:gd name="connsiteX57" fmla="*/ 555206 w 2912392"/>
                <a:gd name="connsiteY57" fmla="*/ 170120 h 446707"/>
                <a:gd name="connsiteX58" fmla="*/ 564946 w 2912392"/>
                <a:gd name="connsiteY58" fmla="*/ 164915 h 446707"/>
                <a:gd name="connsiteX59" fmla="*/ 574687 w 2912392"/>
                <a:gd name="connsiteY59" fmla="*/ 159607 h 446707"/>
                <a:gd name="connsiteX60" fmla="*/ 584428 w 2912392"/>
                <a:gd name="connsiteY60" fmla="*/ 154207 h 446707"/>
                <a:gd name="connsiteX61" fmla="*/ 594167 w 2912392"/>
                <a:gd name="connsiteY61" fmla="*/ 148729 h 446707"/>
                <a:gd name="connsiteX62" fmla="*/ 603908 w 2912392"/>
                <a:gd name="connsiteY62" fmla="*/ 143187 h 446707"/>
                <a:gd name="connsiteX63" fmla="*/ 613649 w 2912392"/>
                <a:gd name="connsiteY63" fmla="*/ 137592 h 446707"/>
                <a:gd name="connsiteX64" fmla="*/ 623388 w 2912392"/>
                <a:gd name="connsiteY64" fmla="*/ 131959 h 446707"/>
                <a:gd name="connsiteX65" fmla="*/ 633129 w 2912392"/>
                <a:gd name="connsiteY65" fmla="*/ 126300 h 446707"/>
                <a:gd name="connsiteX66" fmla="*/ 642870 w 2912392"/>
                <a:gd name="connsiteY66" fmla="*/ 120630 h 446707"/>
                <a:gd name="connsiteX67" fmla="*/ 652610 w 2912392"/>
                <a:gd name="connsiteY67" fmla="*/ 114959 h 446707"/>
                <a:gd name="connsiteX68" fmla="*/ 662351 w 2912392"/>
                <a:gd name="connsiteY68" fmla="*/ 109302 h 446707"/>
                <a:gd name="connsiteX69" fmla="*/ 672092 w 2912392"/>
                <a:gd name="connsiteY69" fmla="*/ 103670 h 446707"/>
                <a:gd name="connsiteX70" fmla="*/ 681831 w 2912392"/>
                <a:gd name="connsiteY70" fmla="*/ 98078 h 446707"/>
                <a:gd name="connsiteX71" fmla="*/ 691572 w 2912392"/>
                <a:gd name="connsiteY71" fmla="*/ 92538 h 446707"/>
                <a:gd name="connsiteX72" fmla="*/ 701313 w 2912392"/>
                <a:gd name="connsiteY72" fmla="*/ 87061 h 446707"/>
                <a:gd name="connsiteX73" fmla="*/ 711052 w 2912392"/>
                <a:gd name="connsiteY73" fmla="*/ 81658 h 446707"/>
                <a:gd name="connsiteX74" fmla="*/ 720793 w 2912392"/>
                <a:gd name="connsiteY74" fmla="*/ 76344 h 446707"/>
                <a:gd name="connsiteX75" fmla="*/ 730534 w 2912392"/>
                <a:gd name="connsiteY75" fmla="*/ 71129 h 446707"/>
                <a:gd name="connsiteX76" fmla="*/ 740274 w 2912392"/>
                <a:gd name="connsiteY76" fmla="*/ 66025 h 446707"/>
                <a:gd name="connsiteX77" fmla="*/ 750015 w 2912392"/>
                <a:gd name="connsiteY77" fmla="*/ 61041 h 446707"/>
                <a:gd name="connsiteX78" fmla="*/ 759756 w 2912392"/>
                <a:gd name="connsiteY78" fmla="*/ 56188 h 446707"/>
                <a:gd name="connsiteX79" fmla="*/ 769495 w 2912392"/>
                <a:gd name="connsiteY79" fmla="*/ 51479 h 446707"/>
                <a:gd name="connsiteX80" fmla="*/ 779236 w 2912392"/>
                <a:gd name="connsiteY80" fmla="*/ 46923 h 446707"/>
                <a:gd name="connsiteX81" fmla="*/ 788977 w 2912392"/>
                <a:gd name="connsiteY81" fmla="*/ 42528 h 446707"/>
                <a:gd name="connsiteX82" fmla="*/ 798717 w 2912392"/>
                <a:gd name="connsiteY82" fmla="*/ 38304 h 446707"/>
                <a:gd name="connsiteX83" fmla="*/ 808458 w 2912392"/>
                <a:gd name="connsiteY83" fmla="*/ 34262 h 446707"/>
                <a:gd name="connsiteX84" fmla="*/ 818199 w 2912392"/>
                <a:gd name="connsiteY84" fmla="*/ 30409 h 446707"/>
                <a:gd name="connsiteX85" fmla="*/ 827938 w 2912392"/>
                <a:gd name="connsiteY85" fmla="*/ 26753 h 446707"/>
                <a:gd name="connsiteX86" fmla="*/ 837679 w 2912392"/>
                <a:gd name="connsiteY86" fmla="*/ 23302 h 446707"/>
                <a:gd name="connsiteX87" fmla="*/ 847420 w 2912392"/>
                <a:gd name="connsiteY87" fmla="*/ 20064 h 446707"/>
                <a:gd name="connsiteX88" fmla="*/ 857159 w 2912392"/>
                <a:gd name="connsiteY88" fmla="*/ 17047 h 446707"/>
                <a:gd name="connsiteX89" fmla="*/ 866900 w 2912392"/>
                <a:gd name="connsiteY89" fmla="*/ 14257 h 446707"/>
                <a:gd name="connsiteX90" fmla="*/ 876641 w 2912392"/>
                <a:gd name="connsiteY90" fmla="*/ 11699 h 446707"/>
                <a:gd name="connsiteX91" fmla="*/ 886381 w 2912392"/>
                <a:gd name="connsiteY91" fmla="*/ 9380 h 446707"/>
                <a:gd name="connsiteX92" fmla="*/ 896122 w 2912392"/>
                <a:gd name="connsiteY92" fmla="*/ 7306 h 446707"/>
                <a:gd name="connsiteX93" fmla="*/ 905863 w 2912392"/>
                <a:gd name="connsiteY93" fmla="*/ 5481 h 446707"/>
                <a:gd name="connsiteX94" fmla="*/ 915602 w 2912392"/>
                <a:gd name="connsiteY94" fmla="*/ 3911 h 446707"/>
                <a:gd name="connsiteX95" fmla="*/ 925343 w 2912392"/>
                <a:gd name="connsiteY95" fmla="*/ 2598 h 446707"/>
                <a:gd name="connsiteX96" fmla="*/ 935084 w 2912392"/>
                <a:gd name="connsiteY96" fmla="*/ 1548 h 446707"/>
                <a:gd name="connsiteX97" fmla="*/ 944824 w 2912392"/>
                <a:gd name="connsiteY97" fmla="*/ 763 h 446707"/>
                <a:gd name="connsiteX98" fmla="*/ 954564 w 2912392"/>
                <a:gd name="connsiteY98" fmla="*/ 246 h 446707"/>
                <a:gd name="connsiteX99" fmla="*/ 964305 w 2912392"/>
                <a:gd name="connsiteY99" fmla="*/ 0 h 446707"/>
                <a:gd name="connsiteX100" fmla="*/ 974045 w 2912392"/>
                <a:gd name="connsiteY100" fmla="*/ 28 h 446707"/>
                <a:gd name="connsiteX101" fmla="*/ 983786 w 2912392"/>
                <a:gd name="connsiteY101" fmla="*/ 331 h 446707"/>
                <a:gd name="connsiteX102" fmla="*/ 993522 w 2912392"/>
                <a:gd name="connsiteY102" fmla="*/ 909 h 446707"/>
                <a:gd name="connsiteX103" fmla="*/ 1003266 w 2912392"/>
                <a:gd name="connsiteY103" fmla="*/ 1763 h 446707"/>
                <a:gd name="connsiteX104" fmla="*/ 1013010 w 2912392"/>
                <a:gd name="connsiteY104" fmla="*/ 2895 h 446707"/>
                <a:gd name="connsiteX105" fmla="*/ 1022754 w 2912392"/>
                <a:gd name="connsiteY105" fmla="*/ 4304 h 446707"/>
                <a:gd name="connsiteX106" fmla="*/ 1032483 w 2912392"/>
                <a:gd name="connsiteY106" fmla="*/ 5989 h 446707"/>
                <a:gd name="connsiteX107" fmla="*/ 1042227 w 2912392"/>
                <a:gd name="connsiteY107" fmla="*/ 7950 h 446707"/>
                <a:gd name="connsiteX108" fmla="*/ 1051971 w 2912392"/>
                <a:gd name="connsiteY108" fmla="*/ 10186 h 446707"/>
                <a:gd name="connsiteX109" fmla="*/ 1061715 w 2912392"/>
                <a:gd name="connsiteY109" fmla="*/ 12695 h 446707"/>
                <a:gd name="connsiteX110" fmla="*/ 1071444 w 2912392"/>
                <a:gd name="connsiteY110" fmla="*/ 15474 h 446707"/>
                <a:gd name="connsiteX111" fmla="*/ 1081188 w 2912392"/>
                <a:gd name="connsiteY111" fmla="*/ 18521 h 446707"/>
                <a:gd name="connsiteX112" fmla="*/ 1090932 w 2912392"/>
                <a:gd name="connsiteY112" fmla="*/ 21833 h 446707"/>
                <a:gd name="connsiteX113" fmla="*/ 1100676 w 2912392"/>
                <a:gd name="connsiteY113" fmla="*/ 25407 h 446707"/>
                <a:gd name="connsiteX114" fmla="*/ 1110405 w 2912392"/>
                <a:gd name="connsiteY114" fmla="*/ 29239 h 446707"/>
                <a:gd name="connsiteX115" fmla="*/ 1120149 w 2912392"/>
                <a:gd name="connsiteY115" fmla="*/ 33326 h 446707"/>
                <a:gd name="connsiteX116" fmla="*/ 1129893 w 2912392"/>
                <a:gd name="connsiteY116" fmla="*/ 37662 h 446707"/>
                <a:gd name="connsiteX117" fmla="*/ 1139637 w 2912392"/>
                <a:gd name="connsiteY117" fmla="*/ 42242 h 446707"/>
                <a:gd name="connsiteX118" fmla="*/ 1149381 w 2912392"/>
                <a:gd name="connsiteY118" fmla="*/ 47061 h 446707"/>
                <a:gd name="connsiteX119" fmla="*/ 1159110 w 2912392"/>
                <a:gd name="connsiteY119" fmla="*/ 52114 h 446707"/>
                <a:gd name="connsiteX120" fmla="*/ 1168854 w 2912392"/>
                <a:gd name="connsiteY120" fmla="*/ 57395 h 446707"/>
                <a:gd name="connsiteX121" fmla="*/ 1178598 w 2912392"/>
                <a:gd name="connsiteY121" fmla="*/ 62896 h 446707"/>
                <a:gd name="connsiteX122" fmla="*/ 1188341 w 2912392"/>
                <a:gd name="connsiteY122" fmla="*/ 68613 h 446707"/>
                <a:gd name="connsiteX123" fmla="*/ 1198070 w 2912392"/>
                <a:gd name="connsiteY123" fmla="*/ 74537 h 446707"/>
                <a:gd name="connsiteX124" fmla="*/ 1207814 w 2912392"/>
                <a:gd name="connsiteY124" fmla="*/ 80660 h 446707"/>
                <a:gd name="connsiteX125" fmla="*/ 1217558 w 2912392"/>
                <a:gd name="connsiteY125" fmla="*/ 86976 h 446707"/>
                <a:gd name="connsiteX126" fmla="*/ 1227302 w 2912392"/>
                <a:gd name="connsiteY126" fmla="*/ 93476 h 446707"/>
                <a:gd name="connsiteX127" fmla="*/ 1237031 w 2912392"/>
                <a:gd name="connsiteY127" fmla="*/ 100151 h 446707"/>
                <a:gd name="connsiteX128" fmla="*/ 1246775 w 2912392"/>
                <a:gd name="connsiteY128" fmla="*/ 106994 h 446707"/>
                <a:gd name="connsiteX129" fmla="*/ 1256519 w 2912392"/>
                <a:gd name="connsiteY129" fmla="*/ 113995 h 446707"/>
                <a:gd name="connsiteX130" fmla="*/ 1266263 w 2912392"/>
                <a:gd name="connsiteY130" fmla="*/ 121144 h 446707"/>
                <a:gd name="connsiteX131" fmla="*/ 1276007 w 2912392"/>
                <a:gd name="connsiteY131" fmla="*/ 128432 h 446707"/>
                <a:gd name="connsiteX132" fmla="*/ 1285736 w 2912392"/>
                <a:gd name="connsiteY132" fmla="*/ 135850 h 446707"/>
                <a:gd name="connsiteX133" fmla="*/ 1295480 w 2912392"/>
                <a:gd name="connsiteY133" fmla="*/ 143389 h 446707"/>
                <a:gd name="connsiteX134" fmla="*/ 1305224 w 2912392"/>
                <a:gd name="connsiteY134" fmla="*/ 151037 h 446707"/>
                <a:gd name="connsiteX135" fmla="*/ 1314968 w 2912392"/>
                <a:gd name="connsiteY135" fmla="*/ 158783 h 446707"/>
                <a:gd name="connsiteX136" fmla="*/ 1324697 w 2912392"/>
                <a:gd name="connsiteY136" fmla="*/ 166617 h 446707"/>
                <a:gd name="connsiteX137" fmla="*/ 1334441 w 2912392"/>
                <a:gd name="connsiteY137" fmla="*/ 174530 h 446707"/>
                <a:gd name="connsiteX138" fmla="*/ 1344185 w 2912392"/>
                <a:gd name="connsiteY138" fmla="*/ 182508 h 446707"/>
                <a:gd name="connsiteX139" fmla="*/ 1353929 w 2912392"/>
                <a:gd name="connsiteY139" fmla="*/ 190543 h 446707"/>
                <a:gd name="connsiteX140" fmla="*/ 1363658 w 2912392"/>
                <a:gd name="connsiteY140" fmla="*/ 198621 h 446707"/>
                <a:gd name="connsiteX141" fmla="*/ 1373402 w 2912392"/>
                <a:gd name="connsiteY141" fmla="*/ 206732 h 446707"/>
                <a:gd name="connsiteX142" fmla="*/ 1383146 w 2912392"/>
                <a:gd name="connsiteY142" fmla="*/ 214867 h 446707"/>
                <a:gd name="connsiteX143" fmla="*/ 1392890 w 2912392"/>
                <a:gd name="connsiteY143" fmla="*/ 223011 h 446707"/>
                <a:gd name="connsiteX144" fmla="*/ 1402619 w 2912392"/>
                <a:gd name="connsiteY144" fmla="*/ 231153 h 446707"/>
                <a:gd name="connsiteX145" fmla="*/ 1412363 w 2912392"/>
                <a:gd name="connsiteY145" fmla="*/ 239284 h 446707"/>
                <a:gd name="connsiteX146" fmla="*/ 1422106 w 2912392"/>
                <a:gd name="connsiteY146" fmla="*/ 247390 h 446707"/>
                <a:gd name="connsiteX147" fmla="*/ 1431850 w 2912392"/>
                <a:gd name="connsiteY147" fmla="*/ 255462 h 446707"/>
                <a:gd name="connsiteX148" fmla="*/ 1441594 w 2912392"/>
                <a:gd name="connsiteY148" fmla="*/ 263487 h 446707"/>
                <a:gd name="connsiteX149" fmla="*/ 1451323 w 2912392"/>
                <a:gd name="connsiteY149" fmla="*/ 271453 h 446707"/>
                <a:gd name="connsiteX150" fmla="*/ 1461067 w 2912392"/>
                <a:gd name="connsiteY150" fmla="*/ 279351 h 446707"/>
                <a:gd name="connsiteX151" fmla="*/ 1470811 w 2912392"/>
                <a:gd name="connsiteY151" fmla="*/ 287169 h 446707"/>
                <a:gd name="connsiteX152" fmla="*/ 1480555 w 2912392"/>
                <a:gd name="connsiteY152" fmla="*/ 294896 h 446707"/>
                <a:gd name="connsiteX153" fmla="*/ 1490284 w 2912392"/>
                <a:gd name="connsiteY153" fmla="*/ 302521 h 446707"/>
                <a:gd name="connsiteX154" fmla="*/ 1500028 w 2912392"/>
                <a:gd name="connsiteY154" fmla="*/ 310033 h 446707"/>
                <a:gd name="connsiteX155" fmla="*/ 1509772 w 2912392"/>
                <a:gd name="connsiteY155" fmla="*/ 317424 h 446707"/>
                <a:gd name="connsiteX156" fmla="*/ 1519516 w 2912392"/>
                <a:gd name="connsiteY156" fmla="*/ 324682 h 446707"/>
                <a:gd name="connsiteX157" fmla="*/ 1529245 w 2912392"/>
                <a:gd name="connsiteY157" fmla="*/ 331799 h 446707"/>
                <a:gd name="connsiteX158" fmla="*/ 1538989 w 2912392"/>
                <a:gd name="connsiteY158" fmla="*/ 338763 h 446707"/>
                <a:gd name="connsiteX159" fmla="*/ 1548733 w 2912392"/>
                <a:gd name="connsiteY159" fmla="*/ 345565 h 446707"/>
                <a:gd name="connsiteX160" fmla="*/ 1558477 w 2912392"/>
                <a:gd name="connsiteY160" fmla="*/ 352200 h 446707"/>
                <a:gd name="connsiteX161" fmla="*/ 1568221 w 2912392"/>
                <a:gd name="connsiteY161" fmla="*/ 358656 h 446707"/>
                <a:gd name="connsiteX162" fmla="*/ 1577950 w 2912392"/>
                <a:gd name="connsiteY162" fmla="*/ 364925 h 446707"/>
                <a:gd name="connsiteX163" fmla="*/ 1587694 w 2912392"/>
                <a:gd name="connsiteY163" fmla="*/ 371001 h 446707"/>
                <a:gd name="connsiteX164" fmla="*/ 1597438 w 2912392"/>
                <a:gd name="connsiteY164" fmla="*/ 376874 h 446707"/>
                <a:gd name="connsiteX165" fmla="*/ 1607182 w 2912392"/>
                <a:gd name="connsiteY165" fmla="*/ 382540 h 446707"/>
                <a:gd name="connsiteX166" fmla="*/ 1616911 w 2912392"/>
                <a:gd name="connsiteY166" fmla="*/ 387992 h 446707"/>
                <a:gd name="connsiteX167" fmla="*/ 1626655 w 2912392"/>
                <a:gd name="connsiteY167" fmla="*/ 393223 h 446707"/>
                <a:gd name="connsiteX168" fmla="*/ 1636399 w 2912392"/>
                <a:gd name="connsiteY168" fmla="*/ 398227 h 446707"/>
                <a:gd name="connsiteX169" fmla="*/ 1646142 w 2912392"/>
                <a:gd name="connsiteY169" fmla="*/ 403001 h 446707"/>
                <a:gd name="connsiteX170" fmla="*/ 1655872 w 2912392"/>
                <a:gd name="connsiteY170" fmla="*/ 407538 h 446707"/>
                <a:gd name="connsiteX171" fmla="*/ 1665616 w 2912392"/>
                <a:gd name="connsiteY171" fmla="*/ 411836 h 446707"/>
                <a:gd name="connsiteX172" fmla="*/ 1675359 w 2912392"/>
                <a:gd name="connsiteY172" fmla="*/ 415890 h 446707"/>
                <a:gd name="connsiteX173" fmla="*/ 1685103 w 2912392"/>
                <a:gd name="connsiteY173" fmla="*/ 419698 h 446707"/>
                <a:gd name="connsiteX174" fmla="*/ 1694832 w 2912392"/>
                <a:gd name="connsiteY174" fmla="*/ 423256 h 446707"/>
                <a:gd name="connsiteX175" fmla="*/ 1704576 w 2912392"/>
                <a:gd name="connsiteY175" fmla="*/ 426564 h 446707"/>
                <a:gd name="connsiteX176" fmla="*/ 1714320 w 2912392"/>
                <a:gd name="connsiteY176" fmla="*/ 429618 h 446707"/>
                <a:gd name="connsiteX177" fmla="*/ 1724064 w 2912392"/>
                <a:gd name="connsiteY177" fmla="*/ 432419 h 446707"/>
                <a:gd name="connsiteX178" fmla="*/ 1733808 w 2912392"/>
                <a:gd name="connsiteY178" fmla="*/ 434967 h 446707"/>
                <a:gd name="connsiteX179" fmla="*/ 1743537 w 2912392"/>
                <a:gd name="connsiteY179" fmla="*/ 437260 h 446707"/>
                <a:gd name="connsiteX180" fmla="*/ 1753281 w 2912392"/>
                <a:gd name="connsiteY180" fmla="*/ 439298 h 446707"/>
                <a:gd name="connsiteX181" fmla="*/ 1763025 w 2912392"/>
                <a:gd name="connsiteY181" fmla="*/ 441084 h 446707"/>
                <a:gd name="connsiteX182" fmla="*/ 1772769 w 2912392"/>
                <a:gd name="connsiteY182" fmla="*/ 442620 h 446707"/>
                <a:gd name="connsiteX183" fmla="*/ 1782498 w 2912392"/>
                <a:gd name="connsiteY183" fmla="*/ 443908 h 446707"/>
                <a:gd name="connsiteX184" fmla="*/ 1792242 w 2912392"/>
                <a:gd name="connsiteY184" fmla="*/ 444948 h 446707"/>
                <a:gd name="connsiteX185" fmla="*/ 1801986 w 2912392"/>
                <a:gd name="connsiteY185" fmla="*/ 445743 h 446707"/>
                <a:gd name="connsiteX186" fmla="*/ 1811730 w 2912392"/>
                <a:gd name="connsiteY186" fmla="*/ 446300 h 446707"/>
                <a:gd name="connsiteX187" fmla="*/ 1821459 w 2912392"/>
                <a:gd name="connsiteY187" fmla="*/ 446619 h 446707"/>
                <a:gd name="connsiteX188" fmla="*/ 1831203 w 2912392"/>
                <a:gd name="connsiteY188" fmla="*/ 446707 h 446707"/>
                <a:gd name="connsiteX189" fmla="*/ 1840947 w 2912392"/>
                <a:gd name="connsiteY189" fmla="*/ 446569 h 446707"/>
                <a:gd name="connsiteX190" fmla="*/ 1850691 w 2912392"/>
                <a:gd name="connsiteY190" fmla="*/ 446207 h 446707"/>
                <a:gd name="connsiteX191" fmla="*/ 1860435 w 2912392"/>
                <a:gd name="connsiteY191" fmla="*/ 445627 h 446707"/>
                <a:gd name="connsiteX192" fmla="*/ 1870164 w 2912392"/>
                <a:gd name="connsiteY192" fmla="*/ 444837 h 446707"/>
                <a:gd name="connsiteX193" fmla="*/ 1879908 w 2912392"/>
                <a:gd name="connsiteY193" fmla="*/ 443842 h 446707"/>
                <a:gd name="connsiteX194" fmla="*/ 1889652 w 2912392"/>
                <a:gd name="connsiteY194" fmla="*/ 442647 h 446707"/>
                <a:gd name="connsiteX195" fmla="*/ 1899395 w 2912392"/>
                <a:gd name="connsiteY195" fmla="*/ 441262 h 446707"/>
                <a:gd name="connsiteX196" fmla="*/ 1909124 w 2912392"/>
                <a:gd name="connsiteY196" fmla="*/ 439690 h 446707"/>
                <a:gd name="connsiteX197" fmla="*/ 1918868 w 2912392"/>
                <a:gd name="connsiteY197" fmla="*/ 437941 h 446707"/>
                <a:gd name="connsiteX198" fmla="*/ 1928612 w 2912392"/>
                <a:gd name="connsiteY198" fmla="*/ 436020 h 446707"/>
                <a:gd name="connsiteX199" fmla="*/ 1938356 w 2912392"/>
                <a:gd name="connsiteY199" fmla="*/ 433937 h 446707"/>
                <a:gd name="connsiteX200" fmla="*/ 1948085 w 2912392"/>
                <a:gd name="connsiteY200" fmla="*/ 431699 h 446707"/>
                <a:gd name="connsiteX201" fmla="*/ 1957829 w 2912392"/>
                <a:gd name="connsiteY201" fmla="*/ 429314 h 446707"/>
                <a:gd name="connsiteX202" fmla="*/ 1967573 w 2912392"/>
                <a:gd name="connsiteY202" fmla="*/ 426789 h 446707"/>
                <a:gd name="connsiteX203" fmla="*/ 1977317 w 2912392"/>
                <a:gd name="connsiteY203" fmla="*/ 424132 h 446707"/>
                <a:gd name="connsiteX204" fmla="*/ 1987046 w 2912392"/>
                <a:gd name="connsiteY204" fmla="*/ 421354 h 446707"/>
                <a:gd name="connsiteX205" fmla="*/ 1996790 w 2912392"/>
                <a:gd name="connsiteY205" fmla="*/ 418459 h 446707"/>
                <a:gd name="connsiteX206" fmla="*/ 2006534 w 2912392"/>
                <a:gd name="connsiteY206" fmla="*/ 415458 h 446707"/>
                <a:gd name="connsiteX207" fmla="*/ 2016278 w 2912392"/>
                <a:gd name="connsiteY207" fmla="*/ 412359 h 446707"/>
                <a:gd name="connsiteX208" fmla="*/ 2026022 w 2912392"/>
                <a:gd name="connsiteY208" fmla="*/ 409169 h 446707"/>
                <a:gd name="connsiteX209" fmla="*/ 2035751 w 2912392"/>
                <a:gd name="connsiteY209" fmla="*/ 405897 h 446707"/>
                <a:gd name="connsiteX210" fmla="*/ 2045495 w 2912392"/>
                <a:gd name="connsiteY210" fmla="*/ 402551 h 446707"/>
                <a:gd name="connsiteX211" fmla="*/ 2055239 w 2912392"/>
                <a:gd name="connsiteY211" fmla="*/ 399141 h 446707"/>
                <a:gd name="connsiteX212" fmla="*/ 2064983 w 2912392"/>
                <a:gd name="connsiteY212" fmla="*/ 395672 h 446707"/>
                <a:gd name="connsiteX213" fmla="*/ 2074712 w 2912392"/>
                <a:gd name="connsiteY213" fmla="*/ 392153 h 446707"/>
                <a:gd name="connsiteX214" fmla="*/ 2084456 w 2912392"/>
                <a:gd name="connsiteY214" fmla="*/ 388591 h 446707"/>
                <a:gd name="connsiteX215" fmla="*/ 2094200 w 2912392"/>
                <a:gd name="connsiteY215" fmla="*/ 384996 h 446707"/>
                <a:gd name="connsiteX216" fmla="*/ 2103944 w 2912392"/>
                <a:gd name="connsiteY216" fmla="*/ 381372 h 446707"/>
                <a:gd name="connsiteX217" fmla="*/ 2113673 w 2912392"/>
                <a:gd name="connsiteY217" fmla="*/ 377729 h 446707"/>
                <a:gd name="connsiteX218" fmla="*/ 2123417 w 2912392"/>
                <a:gd name="connsiteY218" fmla="*/ 374073 h 446707"/>
                <a:gd name="connsiteX219" fmla="*/ 2133161 w 2912392"/>
                <a:gd name="connsiteY219" fmla="*/ 370411 h 446707"/>
                <a:gd name="connsiteX220" fmla="*/ 2142905 w 2912392"/>
                <a:gd name="connsiteY220" fmla="*/ 366749 h 446707"/>
                <a:gd name="connsiteX221" fmla="*/ 2152649 w 2912392"/>
                <a:gd name="connsiteY221" fmla="*/ 363093 h 446707"/>
                <a:gd name="connsiteX222" fmla="*/ 2162377 w 2912392"/>
                <a:gd name="connsiteY222" fmla="*/ 359451 h 446707"/>
                <a:gd name="connsiteX223" fmla="*/ 2172121 w 2912392"/>
                <a:gd name="connsiteY223" fmla="*/ 355828 h 446707"/>
                <a:gd name="connsiteX224" fmla="*/ 2181865 w 2912392"/>
                <a:gd name="connsiteY224" fmla="*/ 352228 h 446707"/>
                <a:gd name="connsiteX225" fmla="*/ 2191609 w 2912392"/>
                <a:gd name="connsiteY225" fmla="*/ 348660 h 446707"/>
                <a:gd name="connsiteX226" fmla="*/ 2201338 w 2912392"/>
                <a:gd name="connsiteY226" fmla="*/ 345126 h 446707"/>
                <a:gd name="connsiteX227" fmla="*/ 2211082 w 2912392"/>
                <a:gd name="connsiteY227" fmla="*/ 341634 h 446707"/>
                <a:gd name="connsiteX228" fmla="*/ 2220826 w 2912392"/>
                <a:gd name="connsiteY228" fmla="*/ 338185 h 446707"/>
                <a:gd name="connsiteX229" fmla="*/ 2230570 w 2912392"/>
                <a:gd name="connsiteY229" fmla="*/ 334785 h 446707"/>
                <a:gd name="connsiteX230" fmla="*/ 2240299 w 2912392"/>
                <a:gd name="connsiteY230" fmla="*/ 331438 h 446707"/>
                <a:gd name="connsiteX231" fmla="*/ 2250043 w 2912392"/>
                <a:gd name="connsiteY231" fmla="*/ 328149 h 446707"/>
                <a:gd name="connsiteX232" fmla="*/ 2259787 w 2912392"/>
                <a:gd name="connsiteY232" fmla="*/ 324920 h 446707"/>
                <a:gd name="connsiteX233" fmla="*/ 2269531 w 2912392"/>
                <a:gd name="connsiteY233" fmla="*/ 321757 h 446707"/>
                <a:gd name="connsiteX234" fmla="*/ 2279260 w 2912392"/>
                <a:gd name="connsiteY234" fmla="*/ 318659 h 446707"/>
                <a:gd name="connsiteX235" fmla="*/ 2289004 w 2912392"/>
                <a:gd name="connsiteY235" fmla="*/ 315632 h 446707"/>
                <a:gd name="connsiteX236" fmla="*/ 2298748 w 2912392"/>
                <a:gd name="connsiteY236" fmla="*/ 312679 h 446707"/>
                <a:gd name="connsiteX237" fmla="*/ 2308492 w 2912392"/>
                <a:gd name="connsiteY237" fmla="*/ 309799 h 446707"/>
                <a:gd name="connsiteX238" fmla="*/ 2318236 w 2912392"/>
                <a:gd name="connsiteY238" fmla="*/ 306998 h 446707"/>
                <a:gd name="connsiteX239" fmla="*/ 2327965 w 2912392"/>
                <a:gd name="connsiteY239" fmla="*/ 304276 h 446707"/>
                <a:gd name="connsiteX240" fmla="*/ 2337709 w 2912392"/>
                <a:gd name="connsiteY240" fmla="*/ 301634 h 446707"/>
                <a:gd name="connsiteX241" fmla="*/ 2347453 w 2912392"/>
                <a:gd name="connsiteY241" fmla="*/ 299076 h 446707"/>
                <a:gd name="connsiteX242" fmla="*/ 2357197 w 2912392"/>
                <a:gd name="connsiteY242" fmla="*/ 296601 h 446707"/>
                <a:gd name="connsiteX243" fmla="*/ 2366926 w 2912392"/>
                <a:gd name="connsiteY243" fmla="*/ 294213 h 446707"/>
                <a:gd name="connsiteX244" fmla="*/ 2376670 w 2912392"/>
                <a:gd name="connsiteY244" fmla="*/ 291910 h 446707"/>
                <a:gd name="connsiteX245" fmla="*/ 2386413 w 2912392"/>
                <a:gd name="connsiteY245" fmla="*/ 289693 h 446707"/>
                <a:gd name="connsiteX246" fmla="*/ 2396157 w 2912392"/>
                <a:gd name="connsiteY246" fmla="*/ 287564 h 446707"/>
                <a:gd name="connsiteX247" fmla="*/ 2405886 w 2912392"/>
                <a:gd name="connsiteY247" fmla="*/ 285523 h 446707"/>
                <a:gd name="connsiteX248" fmla="*/ 2415630 w 2912392"/>
                <a:gd name="connsiteY248" fmla="*/ 283571 h 446707"/>
                <a:gd name="connsiteX249" fmla="*/ 2425374 w 2912392"/>
                <a:gd name="connsiteY249" fmla="*/ 281707 h 446707"/>
                <a:gd name="connsiteX250" fmla="*/ 2435118 w 2912392"/>
                <a:gd name="connsiteY250" fmla="*/ 279932 h 446707"/>
                <a:gd name="connsiteX251" fmla="*/ 2444862 w 2912392"/>
                <a:gd name="connsiteY251" fmla="*/ 278246 h 446707"/>
                <a:gd name="connsiteX252" fmla="*/ 2454591 w 2912392"/>
                <a:gd name="connsiteY252" fmla="*/ 276649 h 446707"/>
                <a:gd name="connsiteX253" fmla="*/ 2464335 w 2912392"/>
                <a:gd name="connsiteY253" fmla="*/ 275139 h 446707"/>
                <a:gd name="connsiteX254" fmla="*/ 2474079 w 2912392"/>
                <a:gd name="connsiteY254" fmla="*/ 273718 h 446707"/>
                <a:gd name="connsiteX255" fmla="*/ 2483823 w 2912392"/>
                <a:gd name="connsiteY255" fmla="*/ 272385 h 446707"/>
                <a:gd name="connsiteX256" fmla="*/ 2493552 w 2912392"/>
                <a:gd name="connsiteY256" fmla="*/ 271138 h 446707"/>
                <a:gd name="connsiteX257" fmla="*/ 2503296 w 2912392"/>
                <a:gd name="connsiteY257" fmla="*/ 269978 h 446707"/>
                <a:gd name="connsiteX258" fmla="*/ 2513040 w 2912392"/>
                <a:gd name="connsiteY258" fmla="*/ 268904 h 446707"/>
                <a:gd name="connsiteX259" fmla="*/ 2522784 w 2912392"/>
                <a:gd name="connsiteY259" fmla="*/ 267915 h 446707"/>
                <a:gd name="connsiteX260" fmla="*/ 2532513 w 2912392"/>
                <a:gd name="connsiteY260" fmla="*/ 267011 h 446707"/>
                <a:gd name="connsiteX261" fmla="*/ 2542257 w 2912392"/>
                <a:gd name="connsiteY261" fmla="*/ 266190 h 446707"/>
                <a:gd name="connsiteX262" fmla="*/ 2552001 w 2912392"/>
                <a:gd name="connsiteY262" fmla="*/ 265452 h 446707"/>
                <a:gd name="connsiteX263" fmla="*/ 2561745 w 2912392"/>
                <a:gd name="connsiteY263" fmla="*/ 264797 h 446707"/>
                <a:gd name="connsiteX264" fmla="*/ 2571474 w 2912392"/>
                <a:gd name="connsiteY264" fmla="*/ 264221 h 446707"/>
                <a:gd name="connsiteX265" fmla="*/ 2581218 w 2912392"/>
                <a:gd name="connsiteY265" fmla="*/ 263725 h 446707"/>
                <a:gd name="connsiteX266" fmla="*/ 2590962 w 2912392"/>
                <a:gd name="connsiteY266" fmla="*/ 263310 h 446707"/>
                <a:gd name="connsiteX267" fmla="*/ 2600705 w 2912392"/>
                <a:gd name="connsiteY267" fmla="*/ 262971 h 446707"/>
                <a:gd name="connsiteX268" fmla="*/ 2610449 w 2912392"/>
                <a:gd name="connsiteY268" fmla="*/ 262711 h 446707"/>
                <a:gd name="connsiteX269" fmla="*/ 2620178 w 2912392"/>
                <a:gd name="connsiteY269" fmla="*/ 262525 h 446707"/>
                <a:gd name="connsiteX270" fmla="*/ 2629922 w 2912392"/>
                <a:gd name="connsiteY270" fmla="*/ 262413 h 446707"/>
                <a:gd name="connsiteX271" fmla="*/ 2639666 w 2912392"/>
                <a:gd name="connsiteY271" fmla="*/ 262375 h 446707"/>
                <a:gd name="connsiteX272" fmla="*/ 2649410 w 2912392"/>
                <a:gd name="connsiteY272" fmla="*/ 262410 h 446707"/>
                <a:gd name="connsiteX273" fmla="*/ 2659139 w 2912392"/>
                <a:gd name="connsiteY273" fmla="*/ 262514 h 446707"/>
                <a:gd name="connsiteX274" fmla="*/ 2668883 w 2912392"/>
                <a:gd name="connsiteY274" fmla="*/ 262687 h 446707"/>
                <a:gd name="connsiteX275" fmla="*/ 2678627 w 2912392"/>
                <a:gd name="connsiteY275" fmla="*/ 262930 h 446707"/>
                <a:gd name="connsiteX276" fmla="*/ 2688371 w 2912392"/>
                <a:gd name="connsiteY276" fmla="*/ 263238 h 446707"/>
                <a:gd name="connsiteX277" fmla="*/ 2698100 w 2912392"/>
                <a:gd name="connsiteY277" fmla="*/ 263611 h 446707"/>
                <a:gd name="connsiteX278" fmla="*/ 2707844 w 2912392"/>
                <a:gd name="connsiteY278" fmla="*/ 264049 h 446707"/>
                <a:gd name="connsiteX279" fmla="*/ 2717588 w 2912392"/>
                <a:gd name="connsiteY279" fmla="*/ 264546 h 446707"/>
                <a:gd name="connsiteX280" fmla="*/ 2727332 w 2912392"/>
                <a:gd name="connsiteY280" fmla="*/ 265106 h 446707"/>
                <a:gd name="connsiteX281" fmla="*/ 2737076 w 2912392"/>
                <a:gd name="connsiteY281" fmla="*/ 265723 h 446707"/>
                <a:gd name="connsiteX282" fmla="*/ 2746805 w 2912392"/>
                <a:gd name="connsiteY282" fmla="*/ 266398 h 446707"/>
                <a:gd name="connsiteX283" fmla="*/ 2756549 w 2912392"/>
                <a:gd name="connsiteY283" fmla="*/ 267128 h 446707"/>
                <a:gd name="connsiteX284" fmla="*/ 2766293 w 2912392"/>
                <a:gd name="connsiteY284" fmla="*/ 267912 h 446707"/>
                <a:gd name="connsiteX285" fmla="*/ 2776037 w 2912392"/>
                <a:gd name="connsiteY285" fmla="*/ 268746 h 446707"/>
                <a:gd name="connsiteX286" fmla="*/ 2785766 w 2912392"/>
                <a:gd name="connsiteY286" fmla="*/ 269631 h 446707"/>
                <a:gd name="connsiteX287" fmla="*/ 2795510 w 2912392"/>
                <a:gd name="connsiteY287" fmla="*/ 270562 h 446707"/>
                <a:gd name="connsiteX288" fmla="*/ 2805254 w 2912392"/>
                <a:gd name="connsiteY288" fmla="*/ 271540 h 446707"/>
                <a:gd name="connsiteX289" fmla="*/ 2814998 w 2912392"/>
                <a:gd name="connsiteY289" fmla="*/ 272559 h 446707"/>
                <a:gd name="connsiteX290" fmla="*/ 2824727 w 2912392"/>
                <a:gd name="connsiteY290" fmla="*/ 273621 h 446707"/>
                <a:gd name="connsiteX291" fmla="*/ 2834471 w 2912392"/>
                <a:gd name="connsiteY291" fmla="*/ 274721 h 446707"/>
                <a:gd name="connsiteX292" fmla="*/ 2844215 w 2912392"/>
                <a:gd name="connsiteY292" fmla="*/ 275858 h 446707"/>
                <a:gd name="connsiteX293" fmla="*/ 2853958 w 2912392"/>
                <a:gd name="connsiteY293" fmla="*/ 277029 h 446707"/>
                <a:gd name="connsiteX294" fmla="*/ 2863687 w 2912392"/>
                <a:gd name="connsiteY294" fmla="*/ 278232 h 446707"/>
                <a:gd name="connsiteX295" fmla="*/ 2873431 w 2912392"/>
                <a:gd name="connsiteY295" fmla="*/ 279466 h 446707"/>
                <a:gd name="connsiteX296" fmla="*/ 2883175 w 2912392"/>
                <a:gd name="connsiteY296" fmla="*/ 280725 h 446707"/>
                <a:gd name="connsiteX297" fmla="*/ 2892919 w 2912392"/>
                <a:gd name="connsiteY297" fmla="*/ 282011 h 446707"/>
                <a:gd name="connsiteX298" fmla="*/ 2902663 w 2912392"/>
                <a:gd name="connsiteY298" fmla="*/ 283318 h 446707"/>
                <a:gd name="connsiteX299" fmla="*/ 2912392 w 2912392"/>
                <a:gd name="connsiteY299" fmla="*/ 284645 h 446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46707">
                  <a:moveTo>
                    <a:pt x="0" y="85277"/>
                  </a:moveTo>
                  <a:lnTo>
                    <a:pt x="9739" y="91736"/>
                  </a:lnTo>
                  <a:lnTo>
                    <a:pt x="19480" y="98227"/>
                  </a:lnTo>
                  <a:lnTo>
                    <a:pt x="29221" y="104740"/>
                  </a:lnTo>
                  <a:lnTo>
                    <a:pt x="38961" y="111252"/>
                  </a:lnTo>
                  <a:lnTo>
                    <a:pt x="48702" y="117748"/>
                  </a:lnTo>
                  <a:lnTo>
                    <a:pt x="58443" y="124213"/>
                  </a:lnTo>
                  <a:lnTo>
                    <a:pt x="68182" y="130628"/>
                  </a:lnTo>
                  <a:lnTo>
                    <a:pt x="77923" y="136977"/>
                  </a:lnTo>
                  <a:lnTo>
                    <a:pt x="87664" y="143245"/>
                  </a:lnTo>
                  <a:lnTo>
                    <a:pt x="97404" y="149414"/>
                  </a:lnTo>
                  <a:lnTo>
                    <a:pt x="107145" y="155469"/>
                  </a:lnTo>
                  <a:lnTo>
                    <a:pt x="116886" y="161396"/>
                  </a:lnTo>
                  <a:lnTo>
                    <a:pt x="126625" y="167179"/>
                  </a:lnTo>
                  <a:lnTo>
                    <a:pt x="136366" y="172803"/>
                  </a:lnTo>
                  <a:lnTo>
                    <a:pt x="146107" y="178254"/>
                  </a:lnTo>
                  <a:lnTo>
                    <a:pt x="155846" y="183520"/>
                  </a:lnTo>
                  <a:lnTo>
                    <a:pt x="165587" y="188587"/>
                  </a:lnTo>
                  <a:lnTo>
                    <a:pt x="175328" y="193442"/>
                  </a:lnTo>
                  <a:lnTo>
                    <a:pt x="185068" y="198076"/>
                  </a:lnTo>
                  <a:lnTo>
                    <a:pt x="194809" y="202474"/>
                  </a:lnTo>
                  <a:lnTo>
                    <a:pt x="204550" y="206629"/>
                  </a:lnTo>
                  <a:lnTo>
                    <a:pt x="214289" y="210532"/>
                  </a:lnTo>
                  <a:lnTo>
                    <a:pt x="224030" y="214171"/>
                  </a:lnTo>
                  <a:lnTo>
                    <a:pt x="233771" y="217540"/>
                  </a:lnTo>
                  <a:lnTo>
                    <a:pt x="243510" y="220630"/>
                  </a:lnTo>
                  <a:lnTo>
                    <a:pt x="253251" y="223437"/>
                  </a:lnTo>
                  <a:lnTo>
                    <a:pt x="262992" y="225953"/>
                  </a:lnTo>
                  <a:lnTo>
                    <a:pt x="272732" y="228175"/>
                  </a:lnTo>
                  <a:lnTo>
                    <a:pt x="282473" y="230098"/>
                  </a:lnTo>
                  <a:lnTo>
                    <a:pt x="292214" y="231719"/>
                  </a:lnTo>
                  <a:lnTo>
                    <a:pt x="301953" y="233035"/>
                  </a:lnTo>
                  <a:lnTo>
                    <a:pt x="311694" y="234044"/>
                  </a:lnTo>
                  <a:lnTo>
                    <a:pt x="321435" y="234747"/>
                  </a:lnTo>
                  <a:lnTo>
                    <a:pt x="331175" y="235142"/>
                  </a:lnTo>
                  <a:lnTo>
                    <a:pt x="340916" y="235231"/>
                  </a:lnTo>
                  <a:lnTo>
                    <a:pt x="350656" y="235015"/>
                  </a:lnTo>
                  <a:lnTo>
                    <a:pt x="360396" y="234497"/>
                  </a:lnTo>
                  <a:lnTo>
                    <a:pt x="370137" y="233679"/>
                  </a:lnTo>
                  <a:lnTo>
                    <a:pt x="379878" y="232566"/>
                  </a:lnTo>
                  <a:lnTo>
                    <a:pt x="389617" y="231161"/>
                  </a:lnTo>
                  <a:lnTo>
                    <a:pt x="399358" y="229471"/>
                  </a:lnTo>
                  <a:lnTo>
                    <a:pt x="409099" y="227500"/>
                  </a:lnTo>
                  <a:lnTo>
                    <a:pt x="418839" y="225258"/>
                  </a:lnTo>
                  <a:lnTo>
                    <a:pt x="428580" y="222747"/>
                  </a:lnTo>
                  <a:lnTo>
                    <a:pt x="438321" y="219979"/>
                  </a:lnTo>
                  <a:lnTo>
                    <a:pt x="448060" y="216960"/>
                  </a:lnTo>
                  <a:lnTo>
                    <a:pt x="457801" y="213702"/>
                  </a:lnTo>
                  <a:lnTo>
                    <a:pt x="467542" y="210211"/>
                  </a:lnTo>
                  <a:lnTo>
                    <a:pt x="477281" y="206498"/>
                  </a:lnTo>
                  <a:lnTo>
                    <a:pt x="487022" y="202573"/>
                  </a:lnTo>
                  <a:lnTo>
                    <a:pt x="496763" y="198447"/>
                  </a:lnTo>
                  <a:lnTo>
                    <a:pt x="506503" y="194132"/>
                  </a:lnTo>
                  <a:lnTo>
                    <a:pt x="516244" y="189639"/>
                  </a:lnTo>
                  <a:lnTo>
                    <a:pt x="525985" y="184978"/>
                  </a:lnTo>
                  <a:lnTo>
                    <a:pt x="535724" y="180163"/>
                  </a:lnTo>
                  <a:lnTo>
                    <a:pt x="545465" y="175206"/>
                  </a:lnTo>
                  <a:lnTo>
                    <a:pt x="555206" y="170120"/>
                  </a:lnTo>
                  <a:lnTo>
                    <a:pt x="564946" y="164915"/>
                  </a:lnTo>
                  <a:lnTo>
                    <a:pt x="574687" y="159607"/>
                  </a:lnTo>
                  <a:lnTo>
                    <a:pt x="584428" y="154207"/>
                  </a:lnTo>
                  <a:lnTo>
                    <a:pt x="594167" y="148729"/>
                  </a:lnTo>
                  <a:lnTo>
                    <a:pt x="603908" y="143187"/>
                  </a:lnTo>
                  <a:lnTo>
                    <a:pt x="613649" y="137592"/>
                  </a:lnTo>
                  <a:lnTo>
                    <a:pt x="623388" y="131959"/>
                  </a:lnTo>
                  <a:lnTo>
                    <a:pt x="633129" y="126300"/>
                  </a:lnTo>
                  <a:lnTo>
                    <a:pt x="642870" y="120630"/>
                  </a:lnTo>
                  <a:lnTo>
                    <a:pt x="652610" y="114959"/>
                  </a:lnTo>
                  <a:lnTo>
                    <a:pt x="662351" y="109302"/>
                  </a:lnTo>
                  <a:lnTo>
                    <a:pt x="672092" y="103670"/>
                  </a:lnTo>
                  <a:lnTo>
                    <a:pt x="681831" y="98078"/>
                  </a:lnTo>
                  <a:lnTo>
                    <a:pt x="691572" y="92538"/>
                  </a:lnTo>
                  <a:lnTo>
                    <a:pt x="701313" y="87061"/>
                  </a:lnTo>
                  <a:lnTo>
                    <a:pt x="711052" y="81658"/>
                  </a:lnTo>
                  <a:lnTo>
                    <a:pt x="720793" y="76344"/>
                  </a:lnTo>
                  <a:lnTo>
                    <a:pt x="730534" y="71129"/>
                  </a:lnTo>
                  <a:lnTo>
                    <a:pt x="740274" y="66025"/>
                  </a:lnTo>
                  <a:lnTo>
                    <a:pt x="750015" y="61041"/>
                  </a:lnTo>
                  <a:lnTo>
                    <a:pt x="759756" y="56188"/>
                  </a:lnTo>
                  <a:lnTo>
                    <a:pt x="769495" y="51479"/>
                  </a:lnTo>
                  <a:lnTo>
                    <a:pt x="779236" y="46923"/>
                  </a:lnTo>
                  <a:lnTo>
                    <a:pt x="788977" y="42528"/>
                  </a:lnTo>
                  <a:lnTo>
                    <a:pt x="798717" y="38304"/>
                  </a:lnTo>
                  <a:lnTo>
                    <a:pt x="808458" y="34262"/>
                  </a:lnTo>
                  <a:lnTo>
                    <a:pt x="818199" y="30409"/>
                  </a:lnTo>
                  <a:lnTo>
                    <a:pt x="827938" y="26753"/>
                  </a:lnTo>
                  <a:lnTo>
                    <a:pt x="837679" y="23302"/>
                  </a:lnTo>
                  <a:lnTo>
                    <a:pt x="847420" y="20064"/>
                  </a:lnTo>
                  <a:lnTo>
                    <a:pt x="857159" y="17047"/>
                  </a:lnTo>
                  <a:lnTo>
                    <a:pt x="866900" y="14257"/>
                  </a:lnTo>
                  <a:lnTo>
                    <a:pt x="876641" y="11699"/>
                  </a:lnTo>
                  <a:lnTo>
                    <a:pt x="886381" y="9380"/>
                  </a:lnTo>
                  <a:lnTo>
                    <a:pt x="896122" y="7306"/>
                  </a:lnTo>
                  <a:lnTo>
                    <a:pt x="905863" y="5481"/>
                  </a:lnTo>
                  <a:lnTo>
                    <a:pt x="915602" y="3911"/>
                  </a:lnTo>
                  <a:lnTo>
                    <a:pt x="925343" y="2598"/>
                  </a:lnTo>
                  <a:lnTo>
                    <a:pt x="935084" y="1548"/>
                  </a:lnTo>
                  <a:lnTo>
                    <a:pt x="944824" y="763"/>
                  </a:lnTo>
                  <a:lnTo>
                    <a:pt x="954564" y="246"/>
                  </a:lnTo>
                  <a:lnTo>
                    <a:pt x="964305" y="0"/>
                  </a:lnTo>
                  <a:lnTo>
                    <a:pt x="974045" y="28"/>
                  </a:lnTo>
                  <a:lnTo>
                    <a:pt x="983786" y="331"/>
                  </a:lnTo>
                  <a:lnTo>
                    <a:pt x="993522" y="909"/>
                  </a:lnTo>
                  <a:lnTo>
                    <a:pt x="1003266" y="1763"/>
                  </a:lnTo>
                  <a:lnTo>
                    <a:pt x="1013010" y="2895"/>
                  </a:lnTo>
                  <a:lnTo>
                    <a:pt x="1022754" y="4304"/>
                  </a:lnTo>
                  <a:lnTo>
                    <a:pt x="1032483" y="5989"/>
                  </a:lnTo>
                  <a:lnTo>
                    <a:pt x="1042227" y="7950"/>
                  </a:lnTo>
                  <a:lnTo>
                    <a:pt x="1051971" y="10186"/>
                  </a:lnTo>
                  <a:lnTo>
                    <a:pt x="1061715" y="12695"/>
                  </a:lnTo>
                  <a:lnTo>
                    <a:pt x="1071444" y="15474"/>
                  </a:lnTo>
                  <a:lnTo>
                    <a:pt x="1081188" y="18521"/>
                  </a:lnTo>
                  <a:lnTo>
                    <a:pt x="1090932" y="21833"/>
                  </a:lnTo>
                  <a:lnTo>
                    <a:pt x="1100676" y="25407"/>
                  </a:lnTo>
                  <a:lnTo>
                    <a:pt x="1110405" y="29239"/>
                  </a:lnTo>
                  <a:lnTo>
                    <a:pt x="1120149" y="33326"/>
                  </a:lnTo>
                  <a:lnTo>
                    <a:pt x="1129893" y="37662"/>
                  </a:lnTo>
                  <a:lnTo>
                    <a:pt x="1139637" y="42242"/>
                  </a:lnTo>
                  <a:lnTo>
                    <a:pt x="1149381" y="47061"/>
                  </a:lnTo>
                  <a:lnTo>
                    <a:pt x="1159110" y="52114"/>
                  </a:lnTo>
                  <a:lnTo>
                    <a:pt x="1168854" y="57395"/>
                  </a:lnTo>
                  <a:lnTo>
                    <a:pt x="1178598" y="62896"/>
                  </a:lnTo>
                  <a:lnTo>
                    <a:pt x="1188341" y="68613"/>
                  </a:lnTo>
                  <a:lnTo>
                    <a:pt x="1198070" y="74537"/>
                  </a:lnTo>
                  <a:lnTo>
                    <a:pt x="1207814" y="80660"/>
                  </a:lnTo>
                  <a:lnTo>
                    <a:pt x="1217558" y="86976"/>
                  </a:lnTo>
                  <a:lnTo>
                    <a:pt x="1227302" y="93476"/>
                  </a:lnTo>
                  <a:lnTo>
                    <a:pt x="1237031" y="100151"/>
                  </a:lnTo>
                  <a:lnTo>
                    <a:pt x="1246775" y="106994"/>
                  </a:lnTo>
                  <a:lnTo>
                    <a:pt x="1256519" y="113995"/>
                  </a:lnTo>
                  <a:lnTo>
                    <a:pt x="1266263" y="121144"/>
                  </a:lnTo>
                  <a:lnTo>
                    <a:pt x="1276007" y="128432"/>
                  </a:lnTo>
                  <a:lnTo>
                    <a:pt x="1285736" y="135850"/>
                  </a:lnTo>
                  <a:lnTo>
                    <a:pt x="1295480" y="143389"/>
                  </a:lnTo>
                  <a:lnTo>
                    <a:pt x="1305224" y="151037"/>
                  </a:lnTo>
                  <a:lnTo>
                    <a:pt x="1314968" y="158783"/>
                  </a:lnTo>
                  <a:lnTo>
                    <a:pt x="1324697" y="166617"/>
                  </a:lnTo>
                  <a:lnTo>
                    <a:pt x="1334441" y="174530"/>
                  </a:lnTo>
                  <a:lnTo>
                    <a:pt x="1344185" y="182508"/>
                  </a:lnTo>
                  <a:lnTo>
                    <a:pt x="1353929" y="190543"/>
                  </a:lnTo>
                  <a:lnTo>
                    <a:pt x="1363658" y="198621"/>
                  </a:lnTo>
                  <a:lnTo>
                    <a:pt x="1373402" y="206732"/>
                  </a:lnTo>
                  <a:lnTo>
                    <a:pt x="1383146" y="214867"/>
                  </a:lnTo>
                  <a:lnTo>
                    <a:pt x="1392890" y="223011"/>
                  </a:lnTo>
                  <a:lnTo>
                    <a:pt x="1402619" y="231153"/>
                  </a:lnTo>
                  <a:lnTo>
                    <a:pt x="1412363" y="239284"/>
                  </a:lnTo>
                  <a:lnTo>
                    <a:pt x="1422106" y="247390"/>
                  </a:lnTo>
                  <a:lnTo>
                    <a:pt x="1431850" y="255462"/>
                  </a:lnTo>
                  <a:lnTo>
                    <a:pt x="1441594" y="263487"/>
                  </a:lnTo>
                  <a:lnTo>
                    <a:pt x="1451323" y="271453"/>
                  </a:lnTo>
                  <a:lnTo>
                    <a:pt x="1461067" y="279351"/>
                  </a:lnTo>
                  <a:lnTo>
                    <a:pt x="1470811" y="287169"/>
                  </a:lnTo>
                  <a:lnTo>
                    <a:pt x="1480555" y="294896"/>
                  </a:lnTo>
                  <a:lnTo>
                    <a:pt x="1490284" y="302521"/>
                  </a:lnTo>
                  <a:lnTo>
                    <a:pt x="1500028" y="310033"/>
                  </a:lnTo>
                  <a:lnTo>
                    <a:pt x="1509772" y="317424"/>
                  </a:lnTo>
                  <a:lnTo>
                    <a:pt x="1519516" y="324682"/>
                  </a:lnTo>
                  <a:lnTo>
                    <a:pt x="1529245" y="331799"/>
                  </a:lnTo>
                  <a:lnTo>
                    <a:pt x="1538989" y="338763"/>
                  </a:lnTo>
                  <a:lnTo>
                    <a:pt x="1548733" y="345565"/>
                  </a:lnTo>
                  <a:lnTo>
                    <a:pt x="1558477" y="352200"/>
                  </a:lnTo>
                  <a:lnTo>
                    <a:pt x="1568221" y="358656"/>
                  </a:lnTo>
                  <a:lnTo>
                    <a:pt x="1577950" y="364925"/>
                  </a:lnTo>
                  <a:lnTo>
                    <a:pt x="1587694" y="371001"/>
                  </a:lnTo>
                  <a:lnTo>
                    <a:pt x="1597438" y="376874"/>
                  </a:lnTo>
                  <a:lnTo>
                    <a:pt x="1607182" y="382540"/>
                  </a:lnTo>
                  <a:lnTo>
                    <a:pt x="1616911" y="387992"/>
                  </a:lnTo>
                  <a:lnTo>
                    <a:pt x="1626655" y="393223"/>
                  </a:lnTo>
                  <a:lnTo>
                    <a:pt x="1636399" y="398227"/>
                  </a:lnTo>
                  <a:lnTo>
                    <a:pt x="1646142" y="403001"/>
                  </a:lnTo>
                  <a:lnTo>
                    <a:pt x="1655872" y="407538"/>
                  </a:lnTo>
                  <a:lnTo>
                    <a:pt x="1665616" y="411836"/>
                  </a:lnTo>
                  <a:lnTo>
                    <a:pt x="1675359" y="415890"/>
                  </a:lnTo>
                  <a:lnTo>
                    <a:pt x="1685103" y="419698"/>
                  </a:lnTo>
                  <a:lnTo>
                    <a:pt x="1694832" y="423256"/>
                  </a:lnTo>
                  <a:lnTo>
                    <a:pt x="1704576" y="426564"/>
                  </a:lnTo>
                  <a:lnTo>
                    <a:pt x="1714320" y="429618"/>
                  </a:lnTo>
                  <a:lnTo>
                    <a:pt x="1724064" y="432419"/>
                  </a:lnTo>
                  <a:lnTo>
                    <a:pt x="1733808" y="434967"/>
                  </a:lnTo>
                  <a:lnTo>
                    <a:pt x="1743537" y="437260"/>
                  </a:lnTo>
                  <a:lnTo>
                    <a:pt x="1753281" y="439298"/>
                  </a:lnTo>
                  <a:lnTo>
                    <a:pt x="1763025" y="441084"/>
                  </a:lnTo>
                  <a:lnTo>
                    <a:pt x="1772769" y="442620"/>
                  </a:lnTo>
                  <a:lnTo>
                    <a:pt x="1782498" y="443908"/>
                  </a:lnTo>
                  <a:lnTo>
                    <a:pt x="1792242" y="444948"/>
                  </a:lnTo>
                  <a:lnTo>
                    <a:pt x="1801986" y="445743"/>
                  </a:lnTo>
                  <a:lnTo>
                    <a:pt x="1811730" y="446300"/>
                  </a:lnTo>
                  <a:lnTo>
                    <a:pt x="1821459" y="446619"/>
                  </a:lnTo>
                  <a:lnTo>
                    <a:pt x="1831203" y="446707"/>
                  </a:lnTo>
                  <a:lnTo>
                    <a:pt x="1840947" y="446569"/>
                  </a:lnTo>
                  <a:lnTo>
                    <a:pt x="1850691" y="446207"/>
                  </a:lnTo>
                  <a:lnTo>
                    <a:pt x="1860435" y="445627"/>
                  </a:lnTo>
                  <a:lnTo>
                    <a:pt x="1870164" y="444837"/>
                  </a:lnTo>
                  <a:lnTo>
                    <a:pt x="1879908" y="443842"/>
                  </a:lnTo>
                  <a:lnTo>
                    <a:pt x="1889652" y="442647"/>
                  </a:lnTo>
                  <a:lnTo>
                    <a:pt x="1899395" y="441262"/>
                  </a:lnTo>
                  <a:lnTo>
                    <a:pt x="1909124" y="439690"/>
                  </a:lnTo>
                  <a:lnTo>
                    <a:pt x="1918868" y="437941"/>
                  </a:lnTo>
                  <a:lnTo>
                    <a:pt x="1928612" y="436020"/>
                  </a:lnTo>
                  <a:lnTo>
                    <a:pt x="1938356" y="433937"/>
                  </a:lnTo>
                  <a:lnTo>
                    <a:pt x="1948085" y="431699"/>
                  </a:lnTo>
                  <a:lnTo>
                    <a:pt x="1957829" y="429314"/>
                  </a:lnTo>
                  <a:lnTo>
                    <a:pt x="1967573" y="426789"/>
                  </a:lnTo>
                  <a:lnTo>
                    <a:pt x="1977317" y="424132"/>
                  </a:lnTo>
                  <a:lnTo>
                    <a:pt x="1987046" y="421354"/>
                  </a:lnTo>
                  <a:lnTo>
                    <a:pt x="1996790" y="418459"/>
                  </a:lnTo>
                  <a:lnTo>
                    <a:pt x="2006534" y="415458"/>
                  </a:lnTo>
                  <a:lnTo>
                    <a:pt x="2016278" y="412359"/>
                  </a:lnTo>
                  <a:lnTo>
                    <a:pt x="2026022" y="409169"/>
                  </a:lnTo>
                  <a:lnTo>
                    <a:pt x="2035751" y="405897"/>
                  </a:lnTo>
                  <a:lnTo>
                    <a:pt x="2045495" y="402551"/>
                  </a:lnTo>
                  <a:lnTo>
                    <a:pt x="2055239" y="399141"/>
                  </a:lnTo>
                  <a:lnTo>
                    <a:pt x="2064983" y="395672"/>
                  </a:lnTo>
                  <a:lnTo>
                    <a:pt x="2074712" y="392153"/>
                  </a:lnTo>
                  <a:lnTo>
                    <a:pt x="2084456" y="388591"/>
                  </a:lnTo>
                  <a:lnTo>
                    <a:pt x="2094200" y="384996"/>
                  </a:lnTo>
                  <a:lnTo>
                    <a:pt x="2103944" y="381372"/>
                  </a:lnTo>
                  <a:lnTo>
                    <a:pt x="2113673" y="377729"/>
                  </a:lnTo>
                  <a:lnTo>
                    <a:pt x="2123417" y="374073"/>
                  </a:lnTo>
                  <a:lnTo>
                    <a:pt x="2133161" y="370411"/>
                  </a:lnTo>
                  <a:lnTo>
                    <a:pt x="2142905" y="366749"/>
                  </a:lnTo>
                  <a:lnTo>
                    <a:pt x="2152649" y="363093"/>
                  </a:lnTo>
                  <a:lnTo>
                    <a:pt x="2162377" y="359451"/>
                  </a:lnTo>
                  <a:lnTo>
                    <a:pt x="2172121" y="355828"/>
                  </a:lnTo>
                  <a:lnTo>
                    <a:pt x="2181865" y="352228"/>
                  </a:lnTo>
                  <a:lnTo>
                    <a:pt x="2191609" y="348660"/>
                  </a:lnTo>
                  <a:lnTo>
                    <a:pt x="2201338" y="345126"/>
                  </a:lnTo>
                  <a:lnTo>
                    <a:pt x="2211082" y="341634"/>
                  </a:lnTo>
                  <a:lnTo>
                    <a:pt x="2220826" y="338185"/>
                  </a:lnTo>
                  <a:lnTo>
                    <a:pt x="2230570" y="334785"/>
                  </a:lnTo>
                  <a:lnTo>
                    <a:pt x="2240299" y="331438"/>
                  </a:lnTo>
                  <a:lnTo>
                    <a:pt x="2250043" y="328149"/>
                  </a:lnTo>
                  <a:lnTo>
                    <a:pt x="2259787" y="324920"/>
                  </a:lnTo>
                  <a:lnTo>
                    <a:pt x="2269531" y="321757"/>
                  </a:lnTo>
                  <a:lnTo>
                    <a:pt x="2279260" y="318659"/>
                  </a:lnTo>
                  <a:lnTo>
                    <a:pt x="2289004" y="315632"/>
                  </a:lnTo>
                  <a:lnTo>
                    <a:pt x="2298748" y="312679"/>
                  </a:lnTo>
                  <a:lnTo>
                    <a:pt x="2308492" y="309799"/>
                  </a:lnTo>
                  <a:lnTo>
                    <a:pt x="2318236" y="306998"/>
                  </a:lnTo>
                  <a:lnTo>
                    <a:pt x="2327965" y="304276"/>
                  </a:lnTo>
                  <a:lnTo>
                    <a:pt x="2337709" y="301634"/>
                  </a:lnTo>
                  <a:lnTo>
                    <a:pt x="2347453" y="299076"/>
                  </a:lnTo>
                  <a:lnTo>
                    <a:pt x="2357197" y="296601"/>
                  </a:lnTo>
                  <a:lnTo>
                    <a:pt x="2366926" y="294213"/>
                  </a:lnTo>
                  <a:lnTo>
                    <a:pt x="2376670" y="291910"/>
                  </a:lnTo>
                  <a:lnTo>
                    <a:pt x="2386413" y="289693"/>
                  </a:lnTo>
                  <a:lnTo>
                    <a:pt x="2396157" y="287564"/>
                  </a:lnTo>
                  <a:lnTo>
                    <a:pt x="2405886" y="285523"/>
                  </a:lnTo>
                  <a:lnTo>
                    <a:pt x="2415630" y="283571"/>
                  </a:lnTo>
                  <a:lnTo>
                    <a:pt x="2425374" y="281707"/>
                  </a:lnTo>
                  <a:lnTo>
                    <a:pt x="2435118" y="279932"/>
                  </a:lnTo>
                  <a:lnTo>
                    <a:pt x="2444862" y="278246"/>
                  </a:lnTo>
                  <a:lnTo>
                    <a:pt x="2454591" y="276649"/>
                  </a:lnTo>
                  <a:lnTo>
                    <a:pt x="2464335" y="275139"/>
                  </a:lnTo>
                  <a:lnTo>
                    <a:pt x="2474079" y="273718"/>
                  </a:lnTo>
                  <a:lnTo>
                    <a:pt x="2483823" y="272385"/>
                  </a:lnTo>
                  <a:lnTo>
                    <a:pt x="2493552" y="271138"/>
                  </a:lnTo>
                  <a:lnTo>
                    <a:pt x="2503296" y="269978"/>
                  </a:lnTo>
                  <a:lnTo>
                    <a:pt x="2513040" y="268904"/>
                  </a:lnTo>
                  <a:lnTo>
                    <a:pt x="2522784" y="267915"/>
                  </a:lnTo>
                  <a:lnTo>
                    <a:pt x="2532513" y="267011"/>
                  </a:lnTo>
                  <a:lnTo>
                    <a:pt x="2542257" y="266190"/>
                  </a:lnTo>
                  <a:lnTo>
                    <a:pt x="2552001" y="265452"/>
                  </a:lnTo>
                  <a:lnTo>
                    <a:pt x="2561745" y="264797"/>
                  </a:lnTo>
                  <a:lnTo>
                    <a:pt x="2571474" y="264221"/>
                  </a:lnTo>
                  <a:lnTo>
                    <a:pt x="2581218" y="263725"/>
                  </a:lnTo>
                  <a:lnTo>
                    <a:pt x="2590962" y="263310"/>
                  </a:lnTo>
                  <a:lnTo>
                    <a:pt x="2600705" y="262971"/>
                  </a:lnTo>
                  <a:lnTo>
                    <a:pt x="2610449" y="262711"/>
                  </a:lnTo>
                  <a:lnTo>
                    <a:pt x="2620178" y="262525"/>
                  </a:lnTo>
                  <a:lnTo>
                    <a:pt x="2629922" y="262413"/>
                  </a:lnTo>
                  <a:lnTo>
                    <a:pt x="2639666" y="262375"/>
                  </a:lnTo>
                  <a:lnTo>
                    <a:pt x="2649410" y="262410"/>
                  </a:lnTo>
                  <a:lnTo>
                    <a:pt x="2659139" y="262514"/>
                  </a:lnTo>
                  <a:lnTo>
                    <a:pt x="2668883" y="262687"/>
                  </a:lnTo>
                  <a:lnTo>
                    <a:pt x="2678627" y="262930"/>
                  </a:lnTo>
                  <a:lnTo>
                    <a:pt x="2688371" y="263238"/>
                  </a:lnTo>
                  <a:lnTo>
                    <a:pt x="2698100" y="263611"/>
                  </a:lnTo>
                  <a:lnTo>
                    <a:pt x="2707844" y="264049"/>
                  </a:lnTo>
                  <a:lnTo>
                    <a:pt x="2717588" y="264546"/>
                  </a:lnTo>
                  <a:lnTo>
                    <a:pt x="2727332" y="265106"/>
                  </a:lnTo>
                  <a:lnTo>
                    <a:pt x="2737076" y="265723"/>
                  </a:lnTo>
                  <a:lnTo>
                    <a:pt x="2746805" y="266398"/>
                  </a:lnTo>
                  <a:lnTo>
                    <a:pt x="2756549" y="267128"/>
                  </a:lnTo>
                  <a:lnTo>
                    <a:pt x="2766293" y="267912"/>
                  </a:lnTo>
                  <a:lnTo>
                    <a:pt x="2776037" y="268746"/>
                  </a:lnTo>
                  <a:lnTo>
                    <a:pt x="2785766" y="269631"/>
                  </a:lnTo>
                  <a:lnTo>
                    <a:pt x="2795510" y="270562"/>
                  </a:lnTo>
                  <a:lnTo>
                    <a:pt x="2805254" y="271540"/>
                  </a:lnTo>
                  <a:lnTo>
                    <a:pt x="2814998" y="272559"/>
                  </a:lnTo>
                  <a:lnTo>
                    <a:pt x="2824727" y="273621"/>
                  </a:lnTo>
                  <a:lnTo>
                    <a:pt x="2834471" y="274721"/>
                  </a:lnTo>
                  <a:lnTo>
                    <a:pt x="2844215" y="275858"/>
                  </a:lnTo>
                  <a:lnTo>
                    <a:pt x="2853958" y="277029"/>
                  </a:lnTo>
                  <a:lnTo>
                    <a:pt x="2863687" y="278232"/>
                  </a:lnTo>
                  <a:lnTo>
                    <a:pt x="2873431" y="279466"/>
                  </a:lnTo>
                  <a:lnTo>
                    <a:pt x="2883175" y="280725"/>
                  </a:lnTo>
                  <a:lnTo>
                    <a:pt x="2892919" y="282011"/>
                  </a:lnTo>
                  <a:lnTo>
                    <a:pt x="2902663" y="283318"/>
                  </a:lnTo>
                  <a:lnTo>
                    <a:pt x="2912392" y="28464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0" name="Freeform 819">
              <a:extLst>
                <a:ext uri="{FF2B5EF4-FFF2-40B4-BE49-F238E27FC236}">
                  <a16:creationId xmlns:a16="http://schemas.microsoft.com/office/drawing/2014/main" id="{01069CA5-6081-6399-24D6-5104021CF839}"/>
                </a:ext>
              </a:extLst>
            </p:cNvPr>
            <p:cNvSpPr/>
            <p:nvPr/>
          </p:nvSpPr>
          <p:spPr>
            <a:xfrm>
              <a:off x="576446" y="3328311"/>
              <a:ext cx="2912392" cy="864538"/>
            </a:xfrm>
            <a:custGeom>
              <a:avLst/>
              <a:gdLst>
                <a:gd name="connsiteX0" fmla="*/ 0 w 2912392"/>
                <a:gd name="connsiteY0" fmla="*/ 335908 h 864538"/>
                <a:gd name="connsiteX1" fmla="*/ 9739 w 2912392"/>
                <a:gd name="connsiteY1" fmla="*/ 338301 h 864538"/>
                <a:gd name="connsiteX2" fmla="*/ 19480 w 2912392"/>
                <a:gd name="connsiteY2" fmla="*/ 340704 h 864538"/>
                <a:gd name="connsiteX3" fmla="*/ 29221 w 2912392"/>
                <a:gd name="connsiteY3" fmla="*/ 343119 h 864538"/>
                <a:gd name="connsiteX4" fmla="*/ 38961 w 2912392"/>
                <a:gd name="connsiteY4" fmla="*/ 345551 h 864538"/>
                <a:gd name="connsiteX5" fmla="*/ 48702 w 2912392"/>
                <a:gd name="connsiteY5" fmla="*/ 347999 h 864538"/>
                <a:gd name="connsiteX6" fmla="*/ 58443 w 2912392"/>
                <a:gd name="connsiteY6" fmla="*/ 350466 h 864538"/>
                <a:gd name="connsiteX7" fmla="*/ 68182 w 2912392"/>
                <a:gd name="connsiteY7" fmla="*/ 352955 h 864538"/>
                <a:gd name="connsiteX8" fmla="*/ 77923 w 2912392"/>
                <a:gd name="connsiteY8" fmla="*/ 355470 h 864538"/>
                <a:gd name="connsiteX9" fmla="*/ 87664 w 2912392"/>
                <a:gd name="connsiteY9" fmla="*/ 358014 h 864538"/>
                <a:gd name="connsiteX10" fmla="*/ 97404 w 2912392"/>
                <a:gd name="connsiteY10" fmla="*/ 360591 h 864538"/>
                <a:gd name="connsiteX11" fmla="*/ 107145 w 2912392"/>
                <a:gd name="connsiteY11" fmla="*/ 363203 h 864538"/>
                <a:gd name="connsiteX12" fmla="*/ 116886 w 2912392"/>
                <a:gd name="connsiteY12" fmla="*/ 365856 h 864538"/>
                <a:gd name="connsiteX13" fmla="*/ 126625 w 2912392"/>
                <a:gd name="connsiteY13" fmla="*/ 368556 h 864538"/>
                <a:gd name="connsiteX14" fmla="*/ 136366 w 2912392"/>
                <a:gd name="connsiteY14" fmla="*/ 371305 h 864538"/>
                <a:gd name="connsiteX15" fmla="*/ 146107 w 2912392"/>
                <a:gd name="connsiteY15" fmla="*/ 374107 h 864538"/>
                <a:gd name="connsiteX16" fmla="*/ 155846 w 2912392"/>
                <a:gd name="connsiteY16" fmla="*/ 376971 h 864538"/>
                <a:gd name="connsiteX17" fmla="*/ 165587 w 2912392"/>
                <a:gd name="connsiteY17" fmla="*/ 379897 h 864538"/>
                <a:gd name="connsiteX18" fmla="*/ 175328 w 2912392"/>
                <a:gd name="connsiteY18" fmla="*/ 382895 h 864538"/>
                <a:gd name="connsiteX19" fmla="*/ 185068 w 2912392"/>
                <a:gd name="connsiteY19" fmla="*/ 385966 h 864538"/>
                <a:gd name="connsiteX20" fmla="*/ 194809 w 2912392"/>
                <a:gd name="connsiteY20" fmla="*/ 389117 h 864538"/>
                <a:gd name="connsiteX21" fmla="*/ 204550 w 2912392"/>
                <a:gd name="connsiteY21" fmla="*/ 392353 h 864538"/>
                <a:gd name="connsiteX22" fmla="*/ 214289 w 2912392"/>
                <a:gd name="connsiteY22" fmla="*/ 395677 h 864538"/>
                <a:gd name="connsiteX23" fmla="*/ 224030 w 2912392"/>
                <a:gd name="connsiteY23" fmla="*/ 399098 h 864538"/>
                <a:gd name="connsiteX24" fmla="*/ 233771 w 2912392"/>
                <a:gd name="connsiteY24" fmla="*/ 402617 h 864538"/>
                <a:gd name="connsiteX25" fmla="*/ 243510 w 2912392"/>
                <a:gd name="connsiteY25" fmla="*/ 406240 h 864538"/>
                <a:gd name="connsiteX26" fmla="*/ 253251 w 2912392"/>
                <a:gd name="connsiteY26" fmla="*/ 409972 h 864538"/>
                <a:gd name="connsiteX27" fmla="*/ 262992 w 2912392"/>
                <a:gd name="connsiteY27" fmla="*/ 413816 h 864538"/>
                <a:gd name="connsiteX28" fmla="*/ 272732 w 2912392"/>
                <a:gd name="connsiteY28" fmla="*/ 417778 h 864538"/>
                <a:gd name="connsiteX29" fmla="*/ 282473 w 2912392"/>
                <a:gd name="connsiteY29" fmla="*/ 421860 h 864538"/>
                <a:gd name="connsiteX30" fmla="*/ 292214 w 2912392"/>
                <a:gd name="connsiteY30" fmla="*/ 426066 h 864538"/>
                <a:gd name="connsiteX31" fmla="*/ 301953 w 2912392"/>
                <a:gd name="connsiteY31" fmla="*/ 430399 h 864538"/>
                <a:gd name="connsiteX32" fmla="*/ 311694 w 2912392"/>
                <a:gd name="connsiteY32" fmla="*/ 434861 h 864538"/>
                <a:gd name="connsiteX33" fmla="*/ 321435 w 2912392"/>
                <a:gd name="connsiteY33" fmla="*/ 439454 h 864538"/>
                <a:gd name="connsiteX34" fmla="*/ 331175 w 2912392"/>
                <a:gd name="connsiteY34" fmla="*/ 444183 h 864538"/>
                <a:gd name="connsiteX35" fmla="*/ 340916 w 2912392"/>
                <a:gd name="connsiteY35" fmla="*/ 449046 h 864538"/>
                <a:gd name="connsiteX36" fmla="*/ 350656 w 2912392"/>
                <a:gd name="connsiteY36" fmla="*/ 454048 h 864538"/>
                <a:gd name="connsiteX37" fmla="*/ 360396 w 2912392"/>
                <a:gd name="connsiteY37" fmla="*/ 459185 h 864538"/>
                <a:gd name="connsiteX38" fmla="*/ 370137 w 2912392"/>
                <a:gd name="connsiteY38" fmla="*/ 464461 h 864538"/>
                <a:gd name="connsiteX39" fmla="*/ 379878 w 2912392"/>
                <a:gd name="connsiteY39" fmla="*/ 469875 h 864538"/>
                <a:gd name="connsiteX40" fmla="*/ 389617 w 2912392"/>
                <a:gd name="connsiteY40" fmla="*/ 475425 h 864538"/>
                <a:gd name="connsiteX41" fmla="*/ 399358 w 2912392"/>
                <a:gd name="connsiteY41" fmla="*/ 481110 h 864538"/>
                <a:gd name="connsiteX42" fmla="*/ 409099 w 2912392"/>
                <a:gd name="connsiteY42" fmla="*/ 486930 h 864538"/>
                <a:gd name="connsiteX43" fmla="*/ 418839 w 2912392"/>
                <a:gd name="connsiteY43" fmla="*/ 492881 h 864538"/>
                <a:gd name="connsiteX44" fmla="*/ 428580 w 2912392"/>
                <a:gd name="connsiteY44" fmla="*/ 498961 h 864538"/>
                <a:gd name="connsiteX45" fmla="*/ 438321 w 2912392"/>
                <a:gd name="connsiteY45" fmla="*/ 505168 h 864538"/>
                <a:gd name="connsiteX46" fmla="*/ 448060 w 2912392"/>
                <a:gd name="connsiteY46" fmla="*/ 511497 h 864538"/>
                <a:gd name="connsiteX47" fmla="*/ 457801 w 2912392"/>
                <a:gd name="connsiteY47" fmla="*/ 517944 h 864538"/>
                <a:gd name="connsiteX48" fmla="*/ 467542 w 2912392"/>
                <a:gd name="connsiteY48" fmla="*/ 524505 h 864538"/>
                <a:gd name="connsiteX49" fmla="*/ 477281 w 2912392"/>
                <a:gd name="connsiteY49" fmla="*/ 531177 h 864538"/>
                <a:gd name="connsiteX50" fmla="*/ 487022 w 2912392"/>
                <a:gd name="connsiteY50" fmla="*/ 537952 h 864538"/>
                <a:gd name="connsiteX51" fmla="*/ 496763 w 2912392"/>
                <a:gd name="connsiteY51" fmla="*/ 544825 h 864538"/>
                <a:gd name="connsiteX52" fmla="*/ 506503 w 2912392"/>
                <a:gd name="connsiteY52" fmla="*/ 551790 h 864538"/>
                <a:gd name="connsiteX53" fmla="*/ 516244 w 2912392"/>
                <a:gd name="connsiteY53" fmla="*/ 558840 h 864538"/>
                <a:gd name="connsiteX54" fmla="*/ 525985 w 2912392"/>
                <a:gd name="connsiteY54" fmla="*/ 565971 h 864538"/>
                <a:gd name="connsiteX55" fmla="*/ 535724 w 2912392"/>
                <a:gd name="connsiteY55" fmla="*/ 573173 h 864538"/>
                <a:gd name="connsiteX56" fmla="*/ 545465 w 2912392"/>
                <a:gd name="connsiteY56" fmla="*/ 580439 h 864538"/>
                <a:gd name="connsiteX57" fmla="*/ 555206 w 2912392"/>
                <a:gd name="connsiteY57" fmla="*/ 587762 h 864538"/>
                <a:gd name="connsiteX58" fmla="*/ 564946 w 2912392"/>
                <a:gd name="connsiteY58" fmla="*/ 595134 h 864538"/>
                <a:gd name="connsiteX59" fmla="*/ 574687 w 2912392"/>
                <a:gd name="connsiteY59" fmla="*/ 602548 h 864538"/>
                <a:gd name="connsiteX60" fmla="*/ 584428 w 2912392"/>
                <a:gd name="connsiteY60" fmla="*/ 609993 h 864538"/>
                <a:gd name="connsiteX61" fmla="*/ 594167 w 2912392"/>
                <a:gd name="connsiteY61" fmla="*/ 617463 h 864538"/>
                <a:gd name="connsiteX62" fmla="*/ 603908 w 2912392"/>
                <a:gd name="connsiteY62" fmla="*/ 624948 h 864538"/>
                <a:gd name="connsiteX63" fmla="*/ 613649 w 2912392"/>
                <a:gd name="connsiteY63" fmla="*/ 632441 h 864538"/>
                <a:gd name="connsiteX64" fmla="*/ 623388 w 2912392"/>
                <a:gd name="connsiteY64" fmla="*/ 639931 h 864538"/>
                <a:gd name="connsiteX65" fmla="*/ 633129 w 2912392"/>
                <a:gd name="connsiteY65" fmla="*/ 647411 h 864538"/>
                <a:gd name="connsiteX66" fmla="*/ 642870 w 2912392"/>
                <a:gd name="connsiteY66" fmla="*/ 654871 h 864538"/>
                <a:gd name="connsiteX67" fmla="*/ 652610 w 2912392"/>
                <a:gd name="connsiteY67" fmla="*/ 662304 h 864538"/>
                <a:gd name="connsiteX68" fmla="*/ 662351 w 2912392"/>
                <a:gd name="connsiteY68" fmla="*/ 669700 h 864538"/>
                <a:gd name="connsiteX69" fmla="*/ 672092 w 2912392"/>
                <a:gd name="connsiteY69" fmla="*/ 677050 h 864538"/>
                <a:gd name="connsiteX70" fmla="*/ 681831 w 2912392"/>
                <a:gd name="connsiteY70" fmla="*/ 684346 h 864538"/>
                <a:gd name="connsiteX71" fmla="*/ 691572 w 2912392"/>
                <a:gd name="connsiteY71" fmla="*/ 691576 h 864538"/>
                <a:gd name="connsiteX72" fmla="*/ 701313 w 2912392"/>
                <a:gd name="connsiteY72" fmla="*/ 698743 h 864538"/>
                <a:gd name="connsiteX73" fmla="*/ 711052 w 2912392"/>
                <a:gd name="connsiteY73" fmla="*/ 705820 h 864538"/>
                <a:gd name="connsiteX74" fmla="*/ 720793 w 2912392"/>
                <a:gd name="connsiteY74" fmla="*/ 712822 h 864538"/>
                <a:gd name="connsiteX75" fmla="*/ 730534 w 2912392"/>
                <a:gd name="connsiteY75" fmla="*/ 719721 h 864538"/>
                <a:gd name="connsiteX76" fmla="*/ 740274 w 2912392"/>
                <a:gd name="connsiteY76" fmla="*/ 726530 h 864538"/>
                <a:gd name="connsiteX77" fmla="*/ 750015 w 2912392"/>
                <a:gd name="connsiteY77" fmla="*/ 733219 h 864538"/>
                <a:gd name="connsiteX78" fmla="*/ 759756 w 2912392"/>
                <a:gd name="connsiteY78" fmla="*/ 739790 h 864538"/>
                <a:gd name="connsiteX79" fmla="*/ 769495 w 2912392"/>
                <a:gd name="connsiteY79" fmla="*/ 746241 h 864538"/>
                <a:gd name="connsiteX80" fmla="*/ 779236 w 2912392"/>
                <a:gd name="connsiteY80" fmla="*/ 752573 h 864538"/>
                <a:gd name="connsiteX81" fmla="*/ 788977 w 2912392"/>
                <a:gd name="connsiteY81" fmla="*/ 758756 h 864538"/>
                <a:gd name="connsiteX82" fmla="*/ 798717 w 2912392"/>
                <a:gd name="connsiteY82" fmla="*/ 764805 h 864538"/>
                <a:gd name="connsiteX83" fmla="*/ 808458 w 2912392"/>
                <a:gd name="connsiteY83" fmla="*/ 770690 h 864538"/>
                <a:gd name="connsiteX84" fmla="*/ 818199 w 2912392"/>
                <a:gd name="connsiteY84" fmla="*/ 776441 h 864538"/>
                <a:gd name="connsiteX85" fmla="*/ 827938 w 2912392"/>
                <a:gd name="connsiteY85" fmla="*/ 782028 h 864538"/>
                <a:gd name="connsiteX86" fmla="*/ 837679 w 2912392"/>
                <a:gd name="connsiteY86" fmla="*/ 787451 h 864538"/>
                <a:gd name="connsiteX87" fmla="*/ 847420 w 2912392"/>
                <a:gd name="connsiteY87" fmla="*/ 792711 h 864538"/>
                <a:gd name="connsiteX88" fmla="*/ 857159 w 2912392"/>
                <a:gd name="connsiteY88" fmla="*/ 797806 h 864538"/>
                <a:gd name="connsiteX89" fmla="*/ 866900 w 2912392"/>
                <a:gd name="connsiteY89" fmla="*/ 802723 h 864538"/>
                <a:gd name="connsiteX90" fmla="*/ 876641 w 2912392"/>
                <a:gd name="connsiteY90" fmla="*/ 807461 h 864538"/>
                <a:gd name="connsiteX91" fmla="*/ 886381 w 2912392"/>
                <a:gd name="connsiteY91" fmla="*/ 812005 h 864538"/>
                <a:gd name="connsiteX92" fmla="*/ 896122 w 2912392"/>
                <a:gd name="connsiteY92" fmla="*/ 816385 h 864538"/>
                <a:gd name="connsiteX93" fmla="*/ 905863 w 2912392"/>
                <a:gd name="connsiteY93" fmla="*/ 820572 h 864538"/>
                <a:gd name="connsiteX94" fmla="*/ 915602 w 2912392"/>
                <a:gd name="connsiteY94" fmla="*/ 824580 h 864538"/>
                <a:gd name="connsiteX95" fmla="*/ 925343 w 2912392"/>
                <a:gd name="connsiteY95" fmla="*/ 828379 h 864538"/>
                <a:gd name="connsiteX96" fmla="*/ 935084 w 2912392"/>
                <a:gd name="connsiteY96" fmla="*/ 832014 h 864538"/>
                <a:gd name="connsiteX97" fmla="*/ 944824 w 2912392"/>
                <a:gd name="connsiteY97" fmla="*/ 835441 h 864538"/>
                <a:gd name="connsiteX98" fmla="*/ 954564 w 2912392"/>
                <a:gd name="connsiteY98" fmla="*/ 838674 h 864538"/>
                <a:gd name="connsiteX99" fmla="*/ 964305 w 2912392"/>
                <a:gd name="connsiteY99" fmla="*/ 841713 h 864538"/>
                <a:gd name="connsiteX100" fmla="*/ 974045 w 2912392"/>
                <a:gd name="connsiteY100" fmla="*/ 844559 h 864538"/>
                <a:gd name="connsiteX101" fmla="*/ 983786 w 2912392"/>
                <a:gd name="connsiteY101" fmla="*/ 847226 h 864538"/>
                <a:gd name="connsiteX102" fmla="*/ 993522 w 2912392"/>
                <a:gd name="connsiteY102" fmla="*/ 849685 h 864538"/>
                <a:gd name="connsiteX103" fmla="*/ 1003266 w 2912392"/>
                <a:gd name="connsiteY103" fmla="*/ 851949 h 864538"/>
                <a:gd name="connsiteX104" fmla="*/ 1013010 w 2912392"/>
                <a:gd name="connsiteY104" fmla="*/ 854035 h 864538"/>
                <a:gd name="connsiteX105" fmla="*/ 1022754 w 2912392"/>
                <a:gd name="connsiteY105" fmla="*/ 855912 h 864538"/>
                <a:gd name="connsiteX106" fmla="*/ 1032483 w 2912392"/>
                <a:gd name="connsiteY106" fmla="*/ 857611 h 864538"/>
                <a:gd name="connsiteX107" fmla="*/ 1042227 w 2912392"/>
                <a:gd name="connsiteY107" fmla="*/ 859116 h 864538"/>
                <a:gd name="connsiteX108" fmla="*/ 1051971 w 2912392"/>
                <a:gd name="connsiteY108" fmla="*/ 860427 h 864538"/>
                <a:gd name="connsiteX109" fmla="*/ 1061715 w 2912392"/>
                <a:gd name="connsiteY109" fmla="*/ 861559 h 864538"/>
                <a:gd name="connsiteX110" fmla="*/ 1071444 w 2912392"/>
                <a:gd name="connsiteY110" fmla="*/ 862498 h 864538"/>
                <a:gd name="connsiteX111" fmla="*/ 1081188 w 2912392"/>
                <a:gd name="connsiteY111" fmla="*/ 863272 h 864538"/>
                <a:gd name="connsiteX112" fmla="*/ 1090932 w 2912392"/>
                <a:gd name="connsiteY112" fmla="*/ 863853 h 864538"/>
                <a:gd name="connsiteX113" fmla="*/ 1100676 w 2912392"/>
                <a:gd name="connsiteY113" fmla="*/ 864256 h 864538"/>
                <a:gd name="connsiteX114" fmla="*/ 1110405 w 2912392"/>
                <a:gd name="connsiteY114" fmla="*/ 864479 h 864538"/>
                <a:gd name="connsiteX115" fmla="*/ 1120149 w 2912392"/>
                <a:gd name="connsiteY115" fmla="*/ 864539 h 864538"/>
                <a:gd name="connsiteX116" fmla="*/ 1129893 w 2912392"/>
                <a:gd name="connsiteY116" fmla="*/ 864419 h 864538"/>
                <a:gd name="connsiteX117" fmla="*/ 1139637 w 2912392"/>
                <a:gd name="connsiteY117" fmla="*/ 864136 h 864538"/>
                <a:gd name="connsiteX118" fmla="*/ 1149381 w 2912392"/>
                <a:gd name="connsiteY118" fmla="*/ 863675 h 864538"/>
                <a:gd name="connsiteX119" fmla="*/ 1159110 w 2912392"/>
                <a:gd name="connsiteY119" fmla="*/ 863064 h 864538"/>
                <a:gd name="connsiteX120" fmla="*/ 1168854 w 2912392"/>
                <a:gd name="connsiteY120" fmla="*/ 862289 h 864538"/>
                <a:gd name="connsiteX121" fmla="*/ 1178598 w 2912392"/>
                <a:gd name="connsiteY121" fmla="*/ 861365 h 864538"/>
                <a:gd name="connsiteX122" fmla="*/ 1188341 w 2912392"/>
                <a:gd name="connsiteY122" fmla="*/ 860278 h 864538"/>
                <a:gd name="connsiteX123" fmla="*/ 1198070 w 2912392"/>
                <a:gd name="connsiteY123" fmla="*/ 859056 h 864538"/>
                <a:gd name="connsiteX124" fmla="*/ 1207814 w 2912392"/>
                <a:gd name="connsiteY124" fmla="*/ 857670 h 864538"/>
                <a:gd name="connsiteX125" fmla="*/ 1217558 w 2912392"/>
                <a:gd name="connsiteY125" fmla="*/ 856151 h 864538"/>
                <a:gd name="connsiteX126" fmla="*/ 1227302 w 2912392"/>
                <a:gd name="connsiteY126" fmla="*/ 854497 h 864538"/>
                <a:gd name="connsiteX127" fmla="*/ 1237031 w 2912392"/>
                <a:gd name="connsiteY127" fmla="*/ 852694 h 864538"/>
                <a:gd name="connsiteX128" fmla="*/ 1246775 w 2912392"/>
                <a:gd name="connsiteY128" fmla="*/ 850772 h 864538"/>
                <a:gd name="connsiteX129" fmla="*/ 1256519 w 2912392"/>
                <a:gd name="connsiteY129" fmla="*/ 848716 h 864538"/>
                <a:gd name="connsiteX130" fmla="*/ 1266263 w 2912392"/>
                <a:gd name="connsiteY130" fmla="*/ 846526 h 864538"/>
                <a:gd name="connsiteX131" fmla="*/ 1276007 w 2912392"/>
                <a:gd name="connsiteY131" fmla="*/ 844217 h 864538"/>
                <a:gd name="connsiteX132" fmla="*/ 1285736 w 2912392"/>
                <a:gd name="connsiteY132" fmla="*/ 841788 h 864538"/>
                <a:gd name="connsiteX133" fmla="*/ 1295480 w 2912392"/>
                <a:gd name="connsiteY133" fmla="*/ 839255 h 864538"/>
                <a:gd name="connsiteX134" fmla="*/ 1305224 w 2912392"/>
                <a:gd name="connsiteY134" fmla="*/ 836603 h 864538"/>
                <a:gd name="connsiteX135" fmla="*/ 1314968 w 2912392"/>
                <a:gd name="connsiteY135" fmla="*/ 833832 h 864538"/>
                <a:gd name="connsiteX136" fmla="*/ 1324697 w 2912392"/>
                <a:gd name="connsiteY136" fmla="*/ 830971 h 864538"/>
                <a:gd name="connsiteX137" fmla="*/ 1334441 w 2912392"/>
                <a:gd name="connsiteY137" fmla="*/ 828006 h 864538"/>
                <a:gd name="connsiteX138" fmla="*/ 1344185 w 2912392"/>
                <a:gd name="connsiteY138" fmla="*/ 824937 h 864538"/>
                <a:gd name="connsiteX139" fmla="*/ 1353929 w 2912392"/>
                <a:gd name="connsiteY139" fmla="*/ 821779 h 864538"/>
                <a:gd name="connsiteX140" fmla="*/ 1363658 w 2912392"/>
                <a:gd name="connsiteY140" fmla="*/ 818516 h 864538"/>
                <a:gd name="connsiteX141" fmla="*/ 1373402 w 2912392"/>
                <a:gd name="connsiteY141" fmla="*/ 815178 h 864538"/>
                <a:gd name="connsiteX142" fmla="*/ 1383146 w 2912392"/>
                <a:gd name="connsiteY142" fmla="*/ 811752 h 864538"/>
                <a:gd name="connsiteX143" fmla="*/ 1392890 w 2912392"/>
                <a:gd name="connsiteY143" fmla="*/ 808235 h 864538"/>
                <a:gd name="connsiteX144" fmla="*/ 1402619 w 2912392"/>
                <a:gd name="connsiteY144" fmla="*/ 804645 h 864538"/>
                <a:gd name="connsiteX145" fmla="*/ 1412363 w 2912392"/>
                <a:gd name="connsiteY145" fmla="*/ 800965 h 864538"/>
                <a:gd name="connsiteX146" fmla="*/ 1422106 w 2912392"/>
                <a:gd name="connsiteY146" fmla="*/ 797225 h 864538"/>
                <a:gd name="connsiteX147" fmla="*/ 1431850 w 2912392"/>
                <a:gd name="connsiteY147" fmla="*/ 793411 h 864538"/>
                <a:gd name="connsiteX148" fmla="*/ 1441594 w 2912392"/>
                <a:gd name="connsiteY148" fmla="*/ 789522 h 864538"/>
                <a:gd name="connsiteX149" fmla="*/ 1451323 w 2912392"/>
                <a:gd name="connsiteY149" fmla="*/ 785559 h 864538"/>
                <a:gd name="connsiteX150" fmla="*/ 1461067 w 2912392"/>
                <a:gd name="connsiteY150" fmla="*/ 781536 h 864538"/>
                <a:gd name="connsiteX151" fmla="*/ 1470811 w 2912392"/>
                <a:gd name="connsiteY151" fmla="*/ 777439 h 864538"/>
                <a:gd name="connsiteX152" fmla="*/ 1480555 w 2912392"/>
                <a:gd name="connsiteY152" fmla="*/ 773283 h 864538"/>
                <a:gd name="connsiteX153" fmla="*/ 1490284 w 2912392"/>
                <a:gd name="connsiteY153" fmla="*/ 769066 h 864538"/>
                <a:gd name="connsiteX154" fmla="*/ 1500028 w 2912392"/>
                <a:gd name="connsiteY154" fmla="*/ 764790 h 864538"/>
                <a:gd name="connsiteX155" fmla="*/ 1509772 w 2912392"/>
                <a:gd name="connsiteY155" fmla="*/ 760440 h 864538"/>
                <a:gd name="connsiteX156" fmla="*/ 1519516 w 2912392"/>
                <a:gd name="connsiteY156" fmla="*/ 756044 h 864538"/>
                <a:gd name="connsiteX157" fmla="*/ 1529245 w 2912392"/>
                <a:gd name="connsiteY157" fmla="*/ 751590 h 864538"/>
                <a:gd name="connsiteX158" fmla="*/ 1538989 w 2912392"/>
                <a:gd name="connsiteY158" fmla="*/ 747060 h 864538"/>
                <a:gd name="connsiteX159" fmla="*/ 1548733 w 2912392"/>
                <a:gd name="connsiteY159" fmla="*/ 742486 h 864538"/>
                <a:gd name="connsiteX160" fmla="*/ 1558477 w 2912392"/>
                <a:gd name="connsiteY160" fmla="*/ 737853 h 864538"/>
                <a:gd name="connsiteX161" fmla="*/ 1568221 w 2912392"/>
                <a:gd name="connsiteY161" fmla="*/ 733159 h 864538"/>
                <a:gd name="connsiteX162" fmla="*/ 1577950 w 2912392"/>
                <a:gd name="connsiteY162" fmla="*/ 728407 h 864538"/>
                <a:gd name="connsiteX163" fmla="*/ 1587694 w 2912392"/>
                <a:gd name="connsiteY163" fmla="*/ 723580 h 864538"/>
                <a:gd name="connsiteX164" fmla="*/ 1597438 w 2912392"/>
                <a:gd name="connsiteY164" fmla="*/ 718708 h 864538"/>
                <a:gd name="connsiteX165" fmla="*/ 1607182 w 2912392"/>
                <a:gd name="connsiteY165" fmla="*/ 713776 h 864538"/>
                <a:gd name="connsiteX166" fmla="*/ 1616911 w 2912392"/>
                <a:gd name="connsiteY166" fmla="*/ 708770 h 864538"/>
                <a:gd name="connsiteX167" fmla="*/ 1626655 w 2912392"/>
                <a:gd name="connsiteY167" fmla="*/ 703704 h 864538"/>
                <a:gd name="connsiteX168" fmla="*/ 1636399 w 2912392"/>
                <a:gd name="connsiteY168" fmla="*/ 698579 h 864538"/>
                <a:gd name="connsiteX169" fmla="*/ 1646142 w 2912392"/>
                <a:gd name="connsiteY169" fmla="*/ 693379 h 864538"/>
                <a:gd name="connsiteX170" fmla="*/ 1655872 w 2912392"/>
                <a:gd name="connsiteY170" fmla="*/ 688105 h 864538"/>
                <a:gd name="connsiteX171" fmla="*/ 1665616 w 2912392"/>
                <a:gd name="connsiteY171" fmla="*/ 682762 h 864538"/>
                <a:gd name="connsiteX172" fmla="*/ 1675359 w 2912392"/>
                <a:gd name="connsiteY172" fmla="*/ 677348 h 864538"/>
                <a:gd name="connsiteX173" fmla="*/ 1685103 w 2912392"/>
                <a:gd name="connsiteY173" fmla="*/ 671859 h 864538"/>
                <a:gd name="connsiteX174" fmla="*/ 1694832 w 2912392"/>
                <a:gd name="connsiteY174" fmla="*/ 666291 h 864538"/>
                <a:gd name="connsiteX175" fmla="*/ 1704576 w 2912392"/>
                <a:gd name="connsiteY175" fmla="*/ 660645 h 864538"/>
                <a:gd name="connsiteX176" fmla="*/ 1714320 w 2912392"/>
                <a:gd name="connsiteY176" fmla="*/ 654916 h 864538"/>
                <a:gd name="connsiteX177" fmla="*/ 1724064 w 2912392"/>
                <a:gd name="connsiteY177" fmla="*/ 649104 h 864538"/>
                <a:gd name="connsiteX178" fmla="*/ 1733808 w 2912392"/>
                <a:gd name="connsiteY178" fmla="*/ 643204 h 864538"/>
                <a:gd name="connsiteX179" fmla="*/ 1743537 w 2912392"/>
                <a:gd name="connsiteY179" fmla="*/ 637216 h 864538"/>
                <a:gd name="connsiteX180" fmla="*/ 1753281 w 2912392"/>
                <a:gd name="connsiteY180" fmla="*/ 631137 h 864538"/>
                <a:gd name="connsiteX181" fmla="*/ 1763025 w 2912392"/>
                <a:gd name="connsiteY181" fmla="*/ 624965 h 864538"/>
                <a:gd name="connsiteX182" fmla="*/ 1772769 w 2912392"/>
                <a:gd name="connsiteY182" fmla="*/ 618697 h 864538"/>
                <a:gd name="connsiteX183" fmla="*/ 1782498 w 2912392"/>
                <a:gd name="connsiteY183" fmla="*/ 612332 h 864538"/>
                <a:gd name="connsiteX184" fmla="*/ 1792242 w 2912392"/>
                <a:gd name="connsiteY184" fmla="*/ 605869 h 864538"/>
                <a:gd name="connsiteX185" fmla="*/ 1801986 w 2912392"/>
                <a:gd name="connsiteY185" fmla="*/ 599304 h 864538"/>
                <a:gd name="connsiteX186" fmla="*/ 1811730 w 2912392"/>
                <a:gd name="connsiteY186" fmla="*/ 592637 h 864538"/>
                <a:gd name="connsiteX187" fmla="*/ 1821459 w 2912392"/>
                <a:gd name="connsiteY187" fmla="*/ 585867 h 864538"/>
                <a:gd name="connsiteX188" fmla="*/ 1831203 w 2912392"/>
                <a:gd name="connsiteY188" fmla="*/ 578991 h 864538"/>
                <a:gd name="connsiteX189" fmla="*/ 1840947 w 2912392"/>
                <a:gd name="connsiteY189" fmla="*/ 572011 h 864538"/>
                <a:gd name="connsiteX190" fmla="*/ 1850691 w 2912392"/>
                <a:gd name="connsiteY190" fmla="*/ 564922 h 864538"/>
                <a:gd name="connsiteX191" fmla="*/ 1860435 w 2912392"/>
                <a:gd name="connsiteY191" fmla="*/ 557727 h 864538"/>
                <a:gd name="connsiteX192" fmla="*/ 1870164 w 2912392"/>
                <a:gd name="connsiteY192" fmla="*/ 550425 h 864538"/>
                <a:gd name="connsiteX193" fmla="*/ 1879908 w 2912392"/>
                <a:gd name="connsiteY193" fmla="*/ 543014 h 864538"/>
                <a:gd name="connsiteX194" fmla="*/ 1889652 w 2912392"/>
                <a:gd name="connsiteY194" fmla="*/ 535498 h 864538"/>
                <a:gd name="connsiteX195" fmla="*/ 1899395 w 2912392"/>
                <a:gd name="connsiteY195" fmla="*/ 527874 h 864538"/>
                <a:gd name="connsiteX196" fmla="*/ 1909124 w 2912392"/>
                <a:gd name="connsiteY196" fmla="*/ 520146 h 864538"/>
                <a:gd name="connsiteX197" fmla="*/ 1918868 w 2912392"/>
                <a:gd name="connsiteY197" fmla="*/ 512313 h 864538"/>
                <a:gd name="connsiteX198" fmla="*/ 1928612 w 2912392"/>
                <a:gd name="connsiteY198" fmla="*/ 504378 h 864538"/>
                <a:gd name="connsiteX199" fmla="*/ 1938356 w 2912392"/>
                <a:gd name="connsiteY199" fmla="*/ 496343 h 864538"/>
                <a:gd name="connsiteX200" fmla="*/ 1948085 w 2912392"/>
                <a:gd name="connsiteY200" fmla="*/ 488208 h 864538"/>
                <a:gd name="connsiteX201" fmla="*/ 1957829 w 2912392"/>
                <a:gd name="connsiteY201" fmla="*/ 479980 h 864538"/>
                <a:gd name="connsiteX202" fmla="*/ 1967573 w 2912392"/>
                <a:gd name="connsiteY202" fmla="*/ 471657 h 864538"/>
                <a:gd name="connsiteX203" fmla="*/ 1977317 w 2912392"/>
                <a:gd name="connsiteY203" fmla="*/ 463247 h 864538"/>
                <a:gd name="connsiteX204" fmla="*/ 1987046 w 2912392"/>
                <a:gd name="connsiteY204" fmla="*/ 454750 h 864538"/>
                <a:gd name="connsiteX205" fmla="*/ 1996790 w 2912392"/>
                <a:gd name="connsiteY205" fmla="*/ 446172 h 864538"/>
                <a:gd name="connsiteX206" fmla="*/ 2006534 w 2912392"/>
                <a:gd name="connsiteY206" fmla="*/ 437518 h 864538"/>
                <a:gd name="connsiteX207" fmla="*/ 2016278 w 2912392"/>
                <a:gd name="connsiteY207" fmla="*/ 428791 h 864538"/>
                <a:gd name="connsiteX208" fmla="*/ 2026022 w 2912392"/>
                <a:gd name="connsiteY208" fmla="*/ 419998 h 864538"/>
                <a:gd name="connsiteX209" fmla="*/ 2035751 w 2912392"/>
                <a:gd name="connsiteY209" fmla="*/ 411142 h 864538"/>
                <a:gd name="connsiteX210" fmla="*/ 2045495 w 2912392"/>
                <a:gd name="connsiteY210" fmla="*/ 402231 h 864538"/>
                <a:gd name="connsiteX211" fmla="*/ 2055239 w 2912392"/>
                <a:gd name="connsiteY211" fmla="*/ 393271 h 864538"/>
                <a:gd name="connsiteX212" fmla="*/ 2064983 w 2912392"/>
                <a:gd name="connsiteY212" fmla="*/ 384266 h 864538"/>
                <a:gd name="connsiteX213" fmla="*/ 2074712 w 2912392"/>
                <a:gd name="connsiteY213" fmla="*/ 375223 h 864538"/>
                <a:gd name="connsiteX214" fmla="*/ 2084456 w 2912392"/>
                <a:gd name="connsiteY214" fmla="*/ 366151 h 864538"/>
                <a:gd name="connsiteX215" fmla="*/ 2094200 w 2912392"/>
                <a:gd name="connsiteY215" fmla="*/ 357057 h 864538"/>
                <a:gd name="connsiteX216" fmla="*/ 2103944 w 2912392"/>
                <a:gd name="connsiteY216" fmla="*/ 347946 h 864538"/>
                <a:gd name="connsiteX217" fmla="*/ 2113673 w 2912392"/>
                <a:gd name="connsiteY217" fmla="*/ 338828 h 864538"/>
                <a:gd name="connsiteX218" fmla="*/ 2123417 w 2912392"/>
                <a:gd name="connsiteY218" fmla="*/ 329709 h 864538"/>
                <a:gd name="connsiteX219" fmla="*/ 2133161 w 2912392"/>
                <a:gd name="connsiteY219" fmla="*/ 320595 h 864538"/>
                <a:gd name="connsiteX220" fmla="*/ 2142905 w 2912392"/>
                <a:gd name="connsiteY220" fmla="*/ 311497 h 864538"/>
                <a:gd name="connsiteX221" fmla="*/ 2152649 w 2912392"/>
                <a:gd name="connsiteY221" fmla="*/ 302423 h 864538"/>
                <a:gd name="connsiteX222" fmla="*/ 2162377 w 2912392"/>
                <a:gd name="connsiteY222" fmla="*/ 293379 h 864538"/>
                <a:gd name="connsiteX223" fmla="*/ 2172121 w 2912392"/>
                <a:gd name="connsiteY223" fmla="*/ 284374 h 864538"/>
                <a:gd name="connsiteX224" fmla="*/ 2181865 w 2912392"/>
                <a:gd name="connsiteY224" fmla="*/ 275417 h 864538"/>
                <a:gd name="connsiteX225" fmla="*/ 2191609 w 2912392"/>
                <a:gd name="connsiteY225" fmla="*/ 266513 h 864538"/>
                <a:gd name="connsiteX226" fmla="*/ 2201338 w 2912392"/>
                <a:gd name="connsiteY226" fmla="*/ 257675 h 864538"/>
                <a:gd name="connsiteX227" fmla="*/ 2211082 w 2912392"/>
                <a:gd name="connsiteY227" fmla="*/ 248907 h 864538"/>
                <a:gd name="connsiteX228" fmla="*/ 2220826 w 2912392"/>
                <a:gd name="connsiteY228" fmla="*/ 240219 h 864538"/>
                <a:gd name="connsiteX229" fmla="*/ 2230570 w 2912392"/>
                <a:gd name="connsiteY229" fmla="*/ 231618 h 864538"/>
                <a:gd name="connsiteX230" fmla="*/ 2240299 w 2912392"/>
                <a:gd name="connsiteY230" fmla="*/ 223112 h 864538"/>
                <a:gd name="connsiteX231" fmla="*/ 2250043 w 2912392"/>
                <a:gd name="connsiteY231" fmla="*/ 214708 h 864538"/>
                <a:gd name="connsiteX232" fmla="*/ 2259787 w 2912392"/>
                <a:gd name="connsiteY232" fmla="*/ 206413 h 864538"/>
                <a:gd name="connsiteX233" fmla="*/ 2269531 w 2912392"/>
                <a:gd name="connsiteY233" fmla="*/ 198237 h 864538"/>
                <a:gd name="connsiteX234" fmla="*/ 2279260 w 2912392"/>
                <a:gd name="connsiteY234" fmla="*/ 190184 h 864538"/>
                <a:gd name="connsiteX235" fmla="*/ 2289004 w 2912392"/>
                <a:gd name="connsiteY235" fmla="*/ 182261 h 864538"/>
                <a:gd name="connsiteX236" fmla="*/ 2298748 w 2912392"/>
                <a:gd name="connsiteY236" fmla="*/ 174476 h 864538"/>
                <a:gd name="connsiteX237" fmla="*/ 2308492 w 2912392"/>
                <a:gd name="connsiteY237" fmla="*/ 166833 h 864538"/>
                <a:gd name="connsiteX238" fmla="*/ 2318236 w 2912392"/>
                <a:gd name="connsiteY238" fmla="*/ 159339 h 864538"/>
                <a:gd name="connsiteX239" fmla="*/ 2327965 w 2912392"/>
                <a:gd name="connsiteY239" fmla="*/ 151999 h 864538"/>
                <a:gd name="connsiteX240" fmla="*/ 2337709 w 2912392"/>
                <a:gd name="connsiteY240" fmla="*/ 144820 h 864538"/>
                <a:gd name="connsiteX241" fmla="*/ 2347453 w 2912392"/>
                <a:gd name="connsiteY241" fmla="*/ 137804 h 864538"/>
                <a:gd name="connsiteX242" fmla="*/ 2357197 w 2912392"/>
                <a:gd name="connsiteY242" fmla="*/ 130958 h 864538"/>
                <a:gd name="connsiteX243" fmla="*/ 2366926 w 2912392"/>
                <a:gd name="connsiteY243" fmla="*/ 124283 h 864538"/>
                <a:gd name="connsiteX244" fmla="*/ 2376670 w 2912392"/>
                <a:gd name="connsiteY244" fmla="*/ 117785 h 864538"/>
                <a:gd name="connsiteX245" fmla="*/ 2386413 w 2912392"/>
                <a:gd name="connsiteY245" fmla="*/ 111468 h 864538"/>
                <a:gd name="connsiteX246" fmla="*/ 2396157 w 2912392"/>
                <a:gd name="connsiteY246" fmla="*/ 105333 h 864538"/>
                <a:gd name="connsiteX247" fmla="*/ 2405886 w 2912392"/>
                <a:gd name="connsiteY247" fmla="*/ 99382 h 864538"/>
                <a:gd name="connsiteX248" fmla="*/ 2415630 w 2912392"/>
                <a:gd name="connsiteY248" fmla="*/ 93619 h 864538"/>
                <a:gd name="connsiteX249" fmla="*/ 2425374 w 2912392"/>
                <a:gd name="connsiteY249" fmla="*/ 88045 h 864538"/>
                <a:gd name="connsiteX250" fmla="*/ 2435118 w 2912392"/>
                <a:gd name="connsiteY250" fmla="*/ 82663 h 864538"/>
                <a:gd name="connsiteX251" fmla="*/ 2444862 w 2912392"/>
                <a:gd name="connsiteY251" fmla="*/ 77470 h 864538"/>
                <a:gd name="connsiteX252" fmla="*/ 2454591 w 2912392"/>
                <a:gd name="connsiteY252" fmla="*/ 72469 h 864538"/>
                <a:gd name="connsiteX253" fmla="*/ 2464335 w 2912392"/>
                <a:gd name="connsiteY253" fmla="*/ 67659 h 864538"/>
                <a:gd name="connsiteX254" fmla="*/ 2474079 w 2912392"/>
                <a:gd name="connsiteY254" fmla="*/ 63042 h 864538"/>
                <a:gd name="connsiteX255" fmla="*/ 2483823 w 2912392"/>
                <a:gd name="connsiteY255" fmla="*/ 58614 h 864538"/>
                <a:gd name="connsiteX256" fmla="*/ 2493552 w 2912392"/>
                <a:gd name="connsiteY256" fmla="*/ 54377 h 864538"/>
                <a:gd name="connsiteX257" fmla="*/ 2503296 w 2912392"/>
                <a:gd name="connsiteY257" fmla="*/ 50329 h 864538"/>
                <a:gd name="connsiteX258" fmla="*/ 2513040 w 2912392"/>
                <a:gd name="connsiteY258" fmla="*/ 46467 h 864538"/>
                <a:gd name="connsiteX259" fmla="*/ 2522784 w 2912392"/>
                <a:gd name="connsiteY259" fmla="*/ 42790 h 864538"/>
                <a:gd name="connsiteX260" fmla="*/ 2532513 w 2912392"/>
                <a:gd name="connsiteY260" fmla="*/ 39295 h 864538"/>
                <a:gd name="connsiteX261" fmla="*/ 2542257 w 2912392"/>
                <a:gd name="connsiteY261" fmla="*/ 35980 h 864538"/>
                <a:gd name="connsiteX262" fmla="*/ 2552001 w 2912392"/>
                <a:gd name="connsiteY262" fmla="*/ 32842 h 864538"/>
                <a:gd name="connsiteX263" fmla="*/ 2561745 w 2912392"/>
                <a:gd name="connsiteY263" fmla="*/ 29878 h 864538"/>
                <a:gd name="connsiteX264" fmla="*/ 2571474 w 2912392"/>
                <a:gd name="connsiteY264" fmla="*/ 27083 h 864538"/>
                <a:gd name="connsiteX265" fmla="*/ 2581218 w 2912392"/>
                <a:gd name="connsiteY265" fmla="*/ 24457 h 864538"/>
                <a:gd name="connsiteX266" fmla="*/ 2590962 w 2912392"/>
                <a:gd name="connsiteY266" fmla="*/ 21992 h 864538"/>
                <a:gd name="connsiteX267" fmla="*/ 2600705 w 2912392"/>
                <a:gd name="connsiteY267" fmla="*/ 19687 h 864538"/>
                <a:gd name="connsiteX268" fmla="*/ 2610449 w 2912392"/>
                <a:gd name="connsiteY268" fmla="*/ 17538 h 864538"/>
                <a:gd name="connsiteX269" fmla="*/ 2620178 w 2912392"/>
                <a:gd name="connsiteY269" fmla="*/ 15537 h 864538"/>
                <a:gd name="connsiteX270" fmla="*/ 2629922 w 2912392"/>
                <a:gd name="connsiteY270" fmla="*/ 13683 h 864538"/>
                <a:gd name="connsiteX271" fmla="*/ 2639666 w 2912392"/>
                <a:gd name="connsiteY271" fmla="*/ 11971 h 864538"/>
                <a:gd name="connsiteX272" fmla="*/ 2649410 w 2912392"/>
                <a:gd name="connsiteY272" fmla="*/ 10395 h 864538"/>
                <a:gd name="connsiteX273" fmla="*/ 2659139 w 2912392"/>
                <a:gd name="connsiteY273" fmla="*/ 8951 h 864538"/>
                <a:gd name="connsiteX274" fmla="*/ 2668883 w 2912392"/>
                <a:gd name="connsiteY274" fmla="*/ 7636 h 864538"/>
                <a:gd name="connsiteX275" fmla="*/ 2678627 w 2912392"/>
                <a:gd name="connsiteY275" fmla="*/ 6442 h 864538"/>
                <a:gd name="connsiteX276" fmla="*/ 2688371 w 2912392"/>
                <a:gd name="connsiteY276" fmla="*/ 5367 h 864538"/>
                <a:gd name="connsiteX277" fmla="*/ 2698100 w 2912392"/>
                <a:gd name="connsiteY277" fmla="*/ 4406 h 864538"/>
                <a:gd name="connsiteX278" fmla="*/ 2707844 w 2912392"/>
                <a:gd name="connsiteY278" fmla="*/ 3552 h 864538"/>
                <a:gd name="connsiteX279" fmla="*/ 2717588 w 2912392"/>
                <a:gd name="connsiteY279" fmla="*/ 2801 h 864538"/>
                <a:gd name="connsiteX280" fmla="*/ 2727332 w 2912392"/>
                <a:gd name="connsiteY280" fmla="*/ 2150 h 864538"/>
                <a:gd name="connsiteX281" fmla="*/ 2737076 w 2912392"/>
                <a:gd name="connsiteY281" fmla="*/ 1594 h 864538"/>
                <a:gd name="connsiteX282" fmla="*/ 2746805 w 2912392"/>
                <a:gd name="connsiteY282" fmla="*/ 1129 h 864538"/>
                <a:gd name="connsiteX283" fmla="*/ 2756549 w 2912392"/>
                <a:gd name="connsiteY283" fmla="*/ 749 h 864538"/>
                <a:gd name="connsiteX284" fmla="*/ 2766293 w 2912392"/>
                <a:gd name="connsiteY284" fmla="*/ 451 h 864538"/>
                <a:gd name="connsiteX285" fmla="*/ 2776037 w 2912392"/>
                <a:gd name="connsiteY285" fmla="*/ 231 h 864538"/>
                <a:gd name="connsiteX286" fmla="*/ 2785766 w 2912392"/>
                <a:gd name="connsiteY286" fmla="*/ 85 h 864538"/>
                <a:gd name="connsiteX287" fmla="*/ 2795510 w 2912392"/>
                <a:gd name="connsiteY287" fmla="*/ 9 h 864538"/>
                <a:gd name="connsiteX288" fmla="*/ 2805254 w 2912392"/>
                <a:gd name="connsiteY288" fmla="*/ 0 h 864538"/>
                <a:gd name="connsiteX289" fmla="*/ 2814998 w 2912392"/>
                <a:gd name="connsiteY289" fmla="*/ 54 h 864538"/>
                <a:gd name="connsiteX290" fmla="*/ 2824727 w 2912392"/>
                <a:gd name="connsiteY290" fmla="*/ 168 h 864538"/>
                <a:gd name="connsiteX291" fmla="*/ 2834471 w 2912392"/>
                <a:gd name="connsiteY291" fmla="*/ 340 h 864538"/>
                <a:gd name="connsiteX292" fmla="*/ 2844215 w 2912392"/>
                <a:gd name="connsiteY292" fmla="*/ 566 h 864538"/>
                <a:gd name="connsiteX293" fmla="*/ 2853958 w 2912392"/>
                <a:gd name="connsiteY293" fmla="*/ 843 h 864538"/>
                <a:gd name="connsiteX294" fmla="*/ 2863687 w 2912392"/>
                <a:gd name="connsiteY294" fmla="*/ 1171 h 864538"/>
                <a:gd name="connsiteX295" fmla="*/ 2873431 w 2912392"/>
                <a:gd name="connsiteY295" fmla="*/ 1545 h 864538"/>
                <a:gd name="connsiteX296" fmla="*/ 2883175 w 2912392"/>
                <a:gd name="connsiteY296" fmla="*/ 1965 h 864538"/>
                <a:gd name="connsiteX297" fmla="*/ 2892919 w 2912392"/>
                <a:gd name="connsiteY297" fmla="*/ 2430 h 864538"/>
                <a:gd name="connsiteX298" fmla="*/ 2902663 w 2912392"/>
                <a:gd name="connsiteY298" fmla="*/ 2937 h 864538"/>
                <a:gd name="connsiteX299" fmla="*/ 2912392 w 2912392"/>
                <a:gd name="connsiteY299" fmla="*/ 3483 h 864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64538">
                  <a:moveTo>
                    <a:pt x="0" y="335908"/>
                  </a:moveTo>
                  <a:lnTo>
                    <a:pt x="9739" y="338301"/>
                  </a:lnTo>
                  <a:lnTo>
                    <a:pt x="19480" y="340704"/>
                  </a:lnTo>
                  <a:lnTo>
                    <a:pt x="29221" y="343119"/>
                  </a:lnTo>
                  <a:lnTo>
                    <a:pt x="38961" y="345551"/>
                  </a:lnTo>
                  <a:lnTo>
                    <a:pt x="48702" y="347999"/>
                  </a:lnTo>
                  <a:lnTo>
                    <a:pt x="58443" y="350466"/>
                  </a:lnTo>
                  <a:lnTo>
                    <a:pt x="68182" y="352955"/>
                  </a:lnTo>
                  <a:lnTo>
                    <a:pt x="77923" y="355470"/>
                  </a:lnTo>
                  <a:lnTo>
                    <a:pt x="87664" y="358014"/>
                  </a:lnTo>
                  <a:lnTo>
                    <a:pt x="97404" y="360591"/>
                  </a:lnTo>
                  <a:lnTo>
                    <a:pt x="107145" y="363203"/>
                  </a:lnTo>
                  <a:lnTo>
                    <a:pt x="116886" y="365856"/>
                  </a:lnTo>
                  <a:lnTo>
                    <a:pt x="126625" y="368556"/>
                  </a:lnTo>
                  <a:lnTo>
                    <a:pt x="136366" y="371305"/>
                  </a:lnTo>
                  <a:lnTo>
                    <a:pt x="146107" y="374107"/>
                  </a:lnTo>
                  <a:lnTo>
                    <a:pt x="155846" y="376971"/>
                  </a:lnTo>
                  <a:lnTo>
                    <a:pt x="165587" y="379897"/>
                  </a:lnTo>
                  <a:lnTo>
                    <a:pt x="175328" y="382895"/>
                  </a:lnTo>
                  <a:lnTo>
                    <a:pt x="185068" y="385966"/>
                  </a:lnTo>
                  <a:lnTo>
                    <a:pt x="194809" y="389117"/>
                  </a:lnTo>
                  <a:lnTo>
                    <a:pt x="204550" y="392353"/>
                  </a:lnTo>
                  <a:lnTo>
                    <a:pt x="214289" y="395677"/>
                  </a:lnTo>
                  <a:lnTo>
                    <a:pt x="224030" y="399098"/>
                  </a:lnTo>
                  <a:lnTo>
                    <a:pt x="233771" y="402617"/>
                  </a:lnTo>
                  <a:lnTo>
                    <a:pt x="243510" y="406240"/>
                  </a:lnTo>
                  <a:lnTo>
                    <a:pt x="253251" y="409972"/>
                  </a:lnTo>
                  <a:lnTo>
                    <a:pt x="262992" y="413816"/>
                  </a:lnTo>
                  <a:lnTo>
                    <a:pt x="272732" y="417778"/>
                  </a:lnTo>
                  <a:lnTo>
                    <a:pt x="282473" y="421860"/>
                  </a:lnTo>
                  <a:lnTo>
                    <a:pt x="292214" y="426066"/>
                  </a:lnTo>
                  <a:lnTo>
                    <a:pt x="301953" y="430399"/>
                  </a:lnTo>
                  <a:lnTo>
                    <a:pt x="311694" y="434861"/>
                  </a:lnTo>
                  <a:lnTo>
                    <a:pt x="321435" y="439454"/>
                  </a:lnTo>
                  <a:lnTo>
                    <a:pt x="331175" y="444183"/>
                  </a:lnTo>
                  <a:lnTo>
                    <a:pt x="340916" y="449046"/>
                  </a:lnTo>
                  <a:lnTo>
                    <a:pt x="350656" y="454048"/>
                  </a:lnTo>
                  <a:lnTo>
                    <a:pt x="360396" y="459185"/>
                  </a:lnTo>
                  <a:lnTo>
                    <a:pt x="370137" y="464461"/>
                  </a:lnTo>
                  <a:lnTo>
                    <a:pt x="379878" y="469875"/>
                  </a:lnTo>
                  <a:lnTo>
                    <a:pt x="389617" y="475425"/>
                  </a:lnTo>
                  <a:lnTo>
                    <a:pt x="399358" y="481110"/>
                  </a:lnTo>
                  <a:lnTo>
                    <a:pt x="409099" y="486930"/>
                  </a:lnTo>
                  <a:lnTo>
                    <a:pt x="418839" y="492881"/>
                  </a:lnTo>
                  <a:lnTo>
                    <a:pt x="428580" y="498961"/>
                  </a:lnTo>
                  <a:lnTo>
                    <a:pt x="438321" y="505168"/>
                  </a:lnTo>
                  <a:lnTo>
                    <a:pt x="448060" y="511497"/>
                  </a:lnTo>
                  <a:lnTo>
                    <a:pt x="457801" y="517944"/>
                  </a:lnTo>
                  <a:lnTo>
                    <a:pt x="467542" y="524505"/>
                  </a:lnTo>
                  <a:lnTo>
                    <a:pt x="477281" y="531177"/>
                  </a:lnTo>
                  <a:lnTo>
                    <a:pt x="487022" y="537952"/>
                  </a:lnTo>
                  <a:lnTo>
                    <a:pt x="496763" y="544825"/>
                  </a:lnTo>
                  <a:lnTo>
                    <a:pt x="506503" y="551790"/>
                  </a:lnTo>
                  <a:lnTo>
                    <a:pt x="516244" y="558840"/>
                  </a:lnTo>
                  <a:lnTo>
                    <a:pt x="525985" y="565971"/>
                  </a:lnTo>
                  <a:lnTo>
                    <a:pt x="535724" y="573173"/>
                  </a:lnTo>
                  <a:lnTo>
                    <a:pt x="545465" y="580439"/>
                  </a:lnTo>
                  <a:lnTo>
                    <a:pt x="555206" y="587762"/>
                  </a:lnTo>
                  <a:lnTo>
                    <a:pt x="564946" y="595134"/>
                  </a:lnTo>
                  <a:lnTo>
                    <a:pt x="574687" y="602548"/>
                  </a:lnTo>
                  <a:lnTo>
                    <a:pt x="584428" y="609993"/>
                  </a:lnTo>
                  <a:lnTo>
                    <a:pt x="594167" y="617463"/>
                  </a:lnTo>
                  <a:lnTo>
                    <a:pt x="603908" y="624948"/>
                  </a:lnTo>
                  <a:lnTo>
                    <a:pt x="613649" y="632441"/>
                  </a:lnTo>
                  <a:lnTo>
                    <a:pt x="623388" y="639931"/>
                  </a:lnTo>
                  <a:lnTo>
                    <a:pt x="633129" y="647411"/>
                  </a:lnTo>
                  <a:lnTo>
                    <a:pt x="642870" y="654871"/>
                  </a:lnTo>
                  <a:lnTo>
                    <a:pt x="652610" y="662304"/>
                  </a:lnTo>
                  <a:lnTo>
                    <a:pt x="662351" y="669700"/>
                  </a:lnTo>
                  <a:lnTo>
                    <a:pt x="672092" y="677050"/>
                  </a:lnTo>
                  <a:lnTo>
                    <a:pt x="681831" y="684346"/>
                  </a:lnTo>
                  <a:lnTo>
                    <a:pt x="691572" y="691576"/>
                  </a:lnTo>
                  <a:lnTo>
                    <a:pt x="701313" y="698743"/>
                  </a:lnTo>
                  <a:lnTo>
                    <a:pt x="711052" y="705820"/>
                  </a:lnTo>
                  <a:lnTo>
                    <a:pt x="720793" y="712822"/>
                  </a:lnTo>
                  <a:lnTo>
                    <a:pt x="730534" y="719721"/>
                  </a:lnTo>
                  <a:lnTo>
                    <a:pt x="740274" y="726530"/>
                  </a:lnTo>
                  <a:lnTo>
                    <a:pt x="750015" y="733219"/>
                  </a:lnTo>
                  <a:lnTo>
                    <a:pt x="759756" y="739790"/>
                  </a:lnTo>
                  <a:lnTo>
                    <a:pt x="769495" y="746241"/>
                  </a:lnTo>
                  <a:lnTo>
                    <a:pt x="779236" y="752573"/>
                  </a:lnTo>
                  <a:lnTo>
                    <a:pt x="788977" y="758756"/>
                  </a:lnTo>
                  <a:lnTo>
                    <a:pt x="798717" y="764805"/>
                  </a:lnTo>
                  <a:lnTo>
                    <a:pt x="808458" y="770690"/>
                  </a:lnTo>
                  <a:lnTo>
                    <a:pt x="818199" y="776441"/>
                  </a:lnTo>
                  <a:lnTo>
                    <a:pt x="827938" y="782028"/>
                  </a:lnTo>
                  <a:lnTo>
                    <a:pt x="837679" y="787451"/>
                  </a:lnTo>
                  <a:lnTo>
                    <a:pt x="847420" y="792711"/>
                  </a:lnTo>
                  <a:lnTo>
                    <a:pt x="857159" y="797806"/>
                  </a:lnTo>
                  <a:lnTo>
                    <a:pt x="866900" y="802723"/>
                  </a:lnTo>
                  <a:lnTo>
                    <a:pt x="876641" y="807461"/>
                  </a:lnTo>
                  <a:lnTo>
                    <a:pt x="886381" y="812005"/>
                  </a:lnTo>
                  <a:lnTo>
                    <a:pt x="896122" y="816385"/>
                  </a:lnTo>
                  <a:lnTo>
                    <a:pt x="905863" y="820572"/>
                  </a:lnTo>
                  <a:lnTo>
                    <a:pt x="915602" y="824580"/>
                  </a:lnTo>
                  <a:lnTo>
                    <a:pt x="925343" y="828379"/>
                  </a:lnTo>
                  <a:lnTo>
                    <a:pt x="935084" y="832014"/>
                  </a:lnTo>
                  <a:lnTo>
                    <a:pt x="944824" y="835441"/>
                  </a:lnTo>
                  <a:lnTo>
                    <a:pt x="954564" y="838674"/>
                  </a:lnTo>
                  <a:lnTo>
                    <a:pt x="964305" y="841713"/>
                  </a:lnTo>
                  <a:lnTo>
                    <a:pt x="974045" y="844559"/>
                  </a:lnTo>
                  <a:lnTo>
                    <a:pt x="983786" y="847226"/>
                  </a:lnTo>
                  <a:lnTo>
                    <a:pt x="993522" y="849685"/>
                  </a:lnTo>
                  <a:lnTo>
                    <a:pt x="1003266" y="851949"/>
                  </a:lnTo>
                  <a:lnTo>
                    <a:pt x="1013010" y="854035"/>
                  </a:lnTo>
                  <a:lnTo>
                    <a:pt x="1022754" y="855912"/>
                  </a:lnTo>
                  <a:lnTo>
                    <a:pt x="1032483" y="857611"/>
                  </a:lnTo>
                  <a:lnTo>
                    <a:pt x="1042227" y="859116"/>
                  </a:lnTo>
                  <a:lnTo>
                    <a:pt x="1051971" y="860427"/>
                  </a:lnTo>
                  <a:lnTo>
                    <a:pt x="1061715" y="861559"/>
                  </a:lnTo>
                  <a:lnTo>
                    <a:pt x="1071444" y="862498"/>
                  </a:lnTo>
                  <a:lnTo>
                    <a:pt x="1081188" y="863272"/>
                  </a:lnTo>
                  <a:lnTo>
                    <a:pt x="1090932" y="863853"/>
                  </a:lnTo>
                  <a:lnTo>
                    <a:pt x="1100676" y="864256"/>
                  </a:lnTo>
                  <a:lnTo>
                    <a:pt x="1110405" y="864479"/>
                  </a:lnTo>
                  <a:lnTo>
                    <a:pt x="1120149" y="864539"/>
                  </a:lnTo>
                  <a:lnTo>
                    <a:pt x="1129893" y="864419"/>
                  </a:lnTo>
                  <a:lnTo>
                    <a:pt x="1139637" y="864136"/>
                  </a:lnTo>
                  <a:lnTo>
                    <a:pt x="1149381" y="863675"/>
                  </a:lnTo>
                  <a:lnTo>
                    <a:pt x="1159110" y="863064"/>
                  </a:lnTo>
                  <a:lnTo>
                    <a:pt x="1168854" y="862289"/>
                  </a:lnTo>
                  <a:lnTo>
                    <a:pt x="1178598" y="861365"/>
                  </a:lnTo>
                  <a:lnTo>
                    <a:pt x="1188341" y="860278"/>
                  </a:lnTo>
                  <a:lnTo>
                    <a:pt x="1198070" y="859056"/>
                  </a:lnTo>
                  <a:lnTo>
                    <a:pt x="1207814" y="857670"/>
                  </a:lnTo>
                  <a:lnTo>
                    <a:pt x="1217558" y="856151"/>
                  </a:lnTo>
                  <a:lnTo>
                    <a:pt x="1227302" y="854497"/>
                  </a:lnTo>
                  <a:lnTo>
                    <a:pt x="1237031" y="852694"/>
                  </a:lnTo>
                  <a:lnTo>
                    <a:pt x="1246775" y="850772"/>
                  </a:lnTo>
                  <a:lnTo>
                    <a:pt x="1256519" y="848716"/>
                  </a:lnTo>
                  <a:lnTo>
                    <a:pt x="1266263" y="846526"/>
                  </a:lnTo>
                  <a:lnTo>
                    <a:pt x="1276007" y="844217"/>
                  </a:lnTo>
                  <a:lnTo>
                    <a:pt x="1285736" y="841788"/>
                  </a:lnTo>
                  <a:lnTo>
                    <a:pt x="1295480" y="839255"/>
                  </a:lnTo>
                  <a:lnTo>
                    <a:pt x="1305224" y="836603"/>
                  </a:lnTo>
                  <a:lnTo>
                    <a:pt x="1314968" y="833832"/>
                  </a:lnTo>
                  <a:lnTo>
                    <a:pt x="1324697" y="830971"/>
                  </a:lnTo>
                  <a:lnTo>
                    <a:pt x="1334441" y="828006"/>
                  </a:lnTo>
                  <a:lnTo>
                    <a:pt x="1344185" y="824937"/>
                  </a:lnTo>
                  <a:lnTo>
                    <a:pt x="1353929" y="821779"/>
                  </a:lnTo>
                  <a:lnTo>
                    <a:pt x="1363658" y="818516"/>
                  </a:lnTo>
                  <a:lnTo>
                    <a:pt x="1373402" y="815178"/>
                  </a:lnTo>
                  <a:lnTo>
                    <a:pt x="1383146" y="811752"/>
                  </a:lnTo>
                  <a:lnTo>
                    <a:pt x="1392890" y="808235"/>
                  </a:lnTo>
                  <a:lnTo>
                    <a:pt x="1402619" y="804645"/>
                  </a:lnTo>
                  <a:lnTo>
                    <a:pt x="1412363" y="800965"/>
                  </a:lnTo>
                  <a:lnTo>
                    <a:pt x="1422106" y="797225"/>
                  </a:lnTo>
                  <a:lnTo>
                    <a:pt x="1431850" y="793411"/>
                  </a:lnTo>
                  <a:lnTo>
                    <a:pt x="1441594" y="789522"/>
                  </a:lnTo>
                  <a:lnTo>
                    <a:pt x="1451323" y="785559"/>
                  </a:lnTo>
                  <a:lnTo>
                    <a:pt x="1461067" y="781536"/>
                  </a:lnTo>
                  <a:lnTo>
                    <a:pt x="1470811" y="777439"/>
                  </a:lnTo>
                  <a:lnTo>
                    <a:pt x="1480555" y="773283"/>
                  </a:lnTo>
                  <a:lnTo>
                    <a:pt x="1490284" y="769066"/>
                  </a:lnTo>
                  <a:lnTo>
                    <a:pt x="1500028" y="764790"/>
                  </a:lnTo>
                  <a:lnTo>
                    <a:pt x="1509772" y="760440"/>
                  </a:lnTo>
                  <a:lnTo>
                    <a:pt x="1519516" y="756044"/>
                  </a:lnTo>
                  <a:lnTo>
                    <a:pt x="1529245" y="751590"/>
                  </a:lnTo>
                  <a:lnTo>
                    <a:pt x="1538989" y="747060"/>
                  </a:lnTo>
                  <a:lnTo>
                    <a:pt x="1548733" y="742486"/>
                  </a:lnTo>
                  <a:lnTo>
                    <a:pt x="1558477" y="737853"/>
                  </a:lnTo>
                  <a:lnTo>
                    <a:pt x="1568221" y="733159"/>
                  </a:lnTo>
                  <a:lnTo>
                    <a:pt x="1577950" y="728407"/>
                  </a:lnTo>
                  <a:lnTo>
                    <a:pt x="1587694" y="723580"/>
                  </a:lnTo>
                  <a:lnTo>
                    <a:pt x="1597438" y="718708"/>
                  </a:lnTo>
                  <a:lnTo>
                    <a:pt x="1607182" y="713776"/>
                  </a:lnTo>
                  <a:lnTo>
                    <a:pt x="1616911" y="708770"/>
                  </a:lnTo>
                  <a:lnTo>
                    <a:pt x="1626655" y="703704"/>
                  </a:lnTo>
                  <a:lnTo>
                    <a:pt x="1636399" y="698579"/>
                  </a:lnTo>
                  <a:lnTo>
                    <a:pt x="1646142" y="693379"/>
                  </a:lnTo>
                  <a:lnTo>
                    <a:pt x="1655872" y="688105"/>
                  </a:lnTo>
                  <a:lnTo>
                    <a:pt x="1665616" y="682762"/>
                  </a:lnTo>
                  <a:lnTo>
                    <a:pt x="1675359" y="677348"/>
                  </a:lnTo>
                  <a:lnTo>
                    <a:pt x="1685103" y="671859"/>
                  </a:lnTo>
                  <a:lnTo>
                    <a:pt x="1694832" y="666291"/>
                  </a:lnTo>
                  <a:lnTo>
                    <a:pt x="1704576" y="660645"/>
                  </a:lnTo>
                  <a:lnTo>
                    <a:pt x="1714320" y="654916"/>
                  </a:lnTo>
                  <a:lnTo>
                    <a:pt x="1724064" y="649104"/>
                  </a:lnTo>
                  <a:lnTo>
                    <a:pt x="1733808" y="643204"/>
                  </a:lnTo>
                  <a:lnTo>
                    <a:pt x="1743537" y="637216"/>
                  </a:lnTo>
                  <a:lnTo>
                    <a:pt x="1753281" y="631137"/>
                  </a:lnTo>
                  <a:lnTo>
                    <a:pt x="1763025" y="624965"/>
                  </a:lnTo>
                  <a:lnTo>
                    <a:pt x="1772769" y="618697"/>
                  </a:lnTo>
                  <a:lnTo>
                    <a:pt x="1782498" y="612332"/>
                  </a:lnTo>
                  <a:lnTo>
                    <a:pt x="1792242" y="605869"/>
                  </a:lnTo>
                  <a:lnTo>
                    <a:pt x="1801986" y="599304"/>
                  </a:lnTo>
                  <a:lnTo>
                    <a:pt x="1811730" y="592637"/>
                  </a:lnTo>
                  <a:lnTo>
                    <a:pt x="1821459" y="585867"/>
                  </a:lnTo>
                  <a:lnTo>
                    <a:pt x="1831203" y="578991"/>
                  </a:lnTo>
                  <a:lnTo>
                    <a:pt x="1840947" y="572011"/>
                  </a:lnTo>
                  <a:lnTo>
                    <a:pt x="1850691" y="564922"/>
                  </a:lnTo>
                  <a:lnTo>
                    <a:pt x="1860435" y="557727"/>
                  </a:lnTo>
                  <a:lnTo>
                    <a:pt x="1870164" y="550425"/>
                  </a:lnTo>
                  <a:lnTo>
                    <a:pt x="1879908" y="543014"/>
                  </a:lnTo>
                  <a:lnTo>
                    <a:pt x="1889652" y="535498"/>
                  </a:lnTo>
                  <a:lnTo>
                    <a:pt x="1899395" y="527874"/>
                  </a:lnTo>
                  <a:lnTo>
                    <a:pt x="1909124" y="520146"/>
                  </a:lnTo>
                  <a:lnTo>
                    <a:pt x="1918868" y="512313"/>
                  </a:lnTo>
                  <a:lnTo>
                    <a:pt x="1928612" y="504378"/>
                  </a:lnTo>
                  <a:lnTo>
                    <a:pt x="1938356" y="496343"/>
                  </a:lnTo>
                  <a:lnTo>
                    <a:pt x="1948085" y="488208"/>
                  </a:lnTo>
                  <a:lnTo>
                    <a:pt x="1957829" y="479980"/>
                  </a:lnTo>
                  <a:lnTo>
                    <a:pt x="1967573" y="471657"/>
                  </a:lnTo>
                  <a:lnTo>
                    <a:pt x="1977317" y="463247"/>
                  </a:lnTo>
                  <a:lnTo>
                    <a:pt x="1987046" y="454750"/>
                  </a:lnTo>
                  <a:lnTo>
                    <a:pt x="1996790" y="446172"/>
                  </a:lnTo>
                  <a:lnTo>
                    <a:pt x="2006534" y="437518"/>
                  </a:lnTo>
                  <a:lnTo>
                    <a:pt x="2016278" y="428791"/>
                  </a:lnTo>
                  <a:lnTo>
                    <a:pt x="2026022" y="419998"/>
                  </a:lnTo>
                  <a:lnTo>
                    <a:pt x="2035751" y="411142"/>
                  </a:lnTo>
                  <a:lnTo>
                    <a:pt x="2045495" y="402231"/>
                  </a:lnTo>
                  <a:lnTo>
                    <a:pt x="2055239" y="393271"/>
                  </a:lnTo>
                  <a:lnTo>
                    <a:pt x="2064983" y="384266"/>
                  </a:lnTo>
                  <a:lnTo>
                    <a:pt x="2074712" y="375223"/>
                  </a:lnTo>
                  <a:lnTo>
                    <a:pt x="2084456" y="366151"/>
                  </a:lnTo>
                  <a:lnTo>
                    <a:pt x="2094200" y="357057"/>
                  </a:lnTo>
                  <a:lnTo>
                    <a:pt x="2103944" y="347946"/>
                  </a:lnTo>
                  <a:lnTo>
                    <a:pt x="2113673" y="338828"/>
                  </a:lnTo>
                  <a:lnTo>
                    <a:pt x="2123417" y="329709"/>
                  </a:lnTo>
                  <a:lnTo>
                    <a:pt x="2133161" y="320595"/>
                  </a:lnTo>
                  <a:lnTo>
                    <a:pt x="2142905" y="311497"/>
                  </a:lnTo>
                  <a:lnTo>
                    <a:pt x="2152649" y="302423"/>
                  </a:lnTo>
                  <a:lnTo>
                    <a:pt x="2162377" y="293379"/>
                  </a:lnTo>
                  <a:lnTo>
                    <a:pt x="2172121" y="284374"/>
                  </a:lnTo>
                  <a:lnTo>
                    <a:pt x="2181865" y="275417"/>
                  </a:lnTo>
                  <a:lnTo>
                    <a:pt x="2191609" y="266513"/>
                  </a:lnTo>
                  <a:lnTo>
                    <a:pt x="2201338" y="257675"/>
                  </a:lnTo>
                  <a:lnTo>
                    <a:pt x="2211082" y="248907"/>
                  </a:lnTo>
                  <a:lnTo>
                    <a:pt x="2220826" y="240219"/>
                  </a:lnTo>
                  <a:lnTo>
                    <a:pt x="2230570" y="231618"/>
                  </a:lnTo>
                  <a:lnTo>
                    <a:pt x="2240299" y="223112"/>
                  </a:lnTo>
                  <a:lnTo>
                    <a:pt x="2250043" y="214708"/>
                  </a:lnTo>
                  <a:lnTo>
                    <a:pt x="2259787" y="206413"/>
                  </a:lnTo>
                  <a:lnTo>
                    <a:pt x="2269531" y="198237"/>
                  </a:lnTo>
                  <a:lnTo>
                    <a:pt x="2279260" y="190184"/>
                  </a:lnTo>
                  <a:lnTo>
                    <a:pt x="2289004" y="182261"/>
                  </a:lnTo>
                  <a:lnTo>
                    <a:pt x="2298748" y="174476"/>
                  </a:lnTo>
                  <a:lnTo>
                    <a:pt x="2308492" y="166833"/>
                  </a:lnTo>
                  <a:lnTo>
                    <a:pt x="2318236" y="159339"/>
                  </a:lnTo>
                  <a:lnTo>
                    <a:pt x="2327965" y="151999"/>
                  </a:lnTo>
                  <a:lnTo>
                    <a:pt x="2337709" y="144820"/>
                  </a:lnTo>
                  <a:lnTo>
                    <a:pt x="2347453" y="137804"/>
                  </a:lnTo>
                  <a:lnTo>
                    <a:pt x="2357197" y="130958"/>
                  </a:lnTo>
                  <a:lnTo>
                    <a:pt x="2366926" y="124283"/>
                  </a:lnTo>
                  <a:lnTo>
                    <a:pt x="2376670" y="117785"/>
                  </a:lnTo>
                  <a:lnTo>
                    <a:pt x="2386413" y="111468"/>
                  </a:lnTo>
                  <a:lnTo>
                    <a:pt x="2396157" y="105333"/>
                  </a:lnTo>
                  <a:lnTo>
                    <a:pt x="2405886" y="99382"/>
                  </a:lnTo>
                  <a:lnTo>
                    <a:pt x="2415630" y="93619"/>
                  </a:lnTo>
                  <a:lnTo>
                    <a:pt x="2425374" y="88045"/>
                  </a:lnTo>
                  <a:lnTo>
                    <a:pt x="2435118" y="82663"/>
                  </a:lnTo>
                  <a:lnTo>
                    <a:pt x="2444862" y="77470"/>
                  </a:lnTo>
                  <a:lnTo>
                    <a:pt x="2454591" y="72469"/>
                  </a:lnTo>
                  <a:lnTo>
                    <a:pt x="2464335" y="67659"/>
                  </a:lnTo>
                  <a:lnTo>
                    <a:pt x="2474079" y="63042"/>
                  </a:lnTo>
                  <a:lnTo>
                    <a:pt x="2483823" y="58614"/>
                  </a:lnTo>
                  <a:lnTo>
                    <a:pt x="2493552" y="54377"/>
                  </a:lnTo>
                  <a:lnTo>
                    <a:pt x="2503296" y="50329"/>
                  </a:lnTo>
                  <a:lnTo>
                    <a:pt x="2513040" y="46467"/>
                  </a:lnTo>
                  <a:lnTo>
                    <a:pt x="2522784" y="42790"/>
                  </a:lnTo>
                  <a:lnTo>
                    <a:pt x="2532513" y="39295"/>
                  </a:lnTo>
                  <a:lnTo>
                    <a:pt x="2542257" y="35980"/>
                  </a:lnTo>
                  <a:lnTo>
                    <a:pt x="2552001" y="32842"/>
                  </a:lnTo>
                  <a:lnTo>
                    <a:pt x="2561745" y="29878"/>
                  </a:lnTo>
                  <a:lnTo>
                    <a:pt x="2571474" y="27083"/>
                  </a:lnTo>
                  <a:lnTo>
                    <a:pt x="2581218" y="24457"/>
                  </a:lnTo>
                  <a:lnTo>
                    <a:pt x="2590962" y="21992"/>
                  </a:lnTo>
                  <a:lnTo>
                    <a:pt x="2600705" y="19687"/>
                  </a:lnTo>
                  <a:lnTo>
                    <a:pt x="2610449" y="17538"/>
                  </a:lnTo>
                  <a:lnTo>
                    <a:pt x="2620178" y="15537"/>
                  </a:lnTo>
                  <a:lnTo>
                    <a:pt x="2629922" y="13683"/>
                  </a:lnTo>
                  <a:lnTo>
                    <a:pt x="2639666" y="11971"/>
                  </a:lnTo>
                  <a:lnTo>
                    <a:pt x="2649410" y="10395"/>
                  </a:lnTo>
                  <a:lnTo>
                    <a:pt x="2659139" y="8951"/>
                  </a:lnTo>
                  <a:lnTo>
                    <a:pt x="2668883" y="7636"/>
                  </a:lnTo>
                  <a:lnTo>
                    <a:pt x="2678627" y="6442"/>
                  </a:lnTo>
                  <a:lnTo>
                    <a:pt x="2688371" y="5367"/>
                  </a:lnTo>
                  <a:lnTo>
                    <a:pt x="2698100" y="4406"/>
                  </a:lnTo>
                  <a:lnTo>
                    <a:pt x="2707844" y="3552"/>
                  </a:lnTo>
                  <a:lnTo>
                    <a:pt x="2717588" y="2801"/>
                  </a:lnTo>
                  <a:lnTo>
                    <a:pt x="2727332" y="2150"/>
                  </a:lnTo>
                  <a:lnTo>
                    <a:pt x="2737076" y="1594"/>
                  </a:lnTo>
                  <a:lnTo>
                    <a:pt x="2746805" y="1129"/>
                  </a:lnTo>
                  <a:lnTo>
                    <a:pt x="2756549" y="749"/>
                  </a:lnTo>
                  <a:lnTo>
                    <a:pt x="2766293" y="451"/>
                  </a:lnTo>
                  <a:lnTo>
                    <a:pt x="2776037" y="231"/>
                  </a:lnTo>
                  <a:lnTo>
                    <a:pt x="2785766" y="85"/>
                  </a:lnTo>
                  <a:lnTo>
                    <a:pt x="2795510" y="9"/>
                  </a:lnTo>
                  <a:lnTo>
                    <a:pt x="2805254" y="0"/>
                  </a:lnTo>
                  <a:lnTo>
                    <a:pt x="2814998" y="54"/>
                  </a:lnTo>
                  <a:lnTo>
                    <a:pt x="2824727" y="168"/>
                  </a:lnTo>
                  <a:lnTo>
                    <a:pt x="2834471" y="340"/>
                  </a:lnTo>
                  <a:lnTo>
                    <a:pt x="2844215" y="566"/>
                  </a:lnTo>
                  <a:lnTo>
                    <a:pt x="2853958" y="843"/>
                  </a:lnTo>
                  <a:lnTo>
                    <a:pt x="2863687" y="1171"/>
                  </a:lnTo>
                  <a:lnTo>
                    <a:pt x="2873431" y="1545"/>
                  </a:lnTo>
                  <a:lnTo>
                    <a:pt x="2883175" y="1965"/>
                  </a:lnTo>
                  <a:lnTo>
                    <a:pt x="2892919" y="2430"/>
                  </a:lnTo>
                  <a:lnTo>
                    <a:pt x="2902663" y="2937"/>
                  </a:lnTo>
                  <a:lnTo>
                    <a:pt x="2912392" y="348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1" name="Freeform 820">
              <a:extLst>
                <a:ext uri="{FF2B5EF4-FFF2-40B4-BE49-F238E27FC236}">
                  <a16:creationId xmlns:a16="http://schemas.microsoft.com/office/drawing/2014/main" id="{64722977-3F55-54C4-0C7E-853643E16DAC}"/>
                </a:ext>
              </a:extLst>
            </p:cNvPr>
            <p:cNvSpPr/>
            <p:nvPr/>
          </p:nvSpPr>
          <p:spPr>
            <a:xfrm>
              <a:off x="576446" y="3322399"/>
              <a:ext cx="2912392" cy="552220"/>
            </a:xfrm>
            <a:custGeom>
              <a:avLst/>
              <a:gdLst>
                <a:gd name="connsiteX0" fmla="*/ 0 w 2912392"/>
                <a:gd name="connsiteY0" fmla="*/ 249866 h 552220"/>
                <a:gd name="connsiteX1" fmla="*/ 9739 w 2912392"/>
                <a:gd name="connsiteY1" fmla="*/ 245920 h 552220"/>
                <a:gd name="connsiteX2" fmla="*/ 19480 w 2912392"/>
                <a:gd name="connsiteY2" fmla="*/ 241994 h 552220"/>
                <a:gd name="connsiteX3" fmla="*/ 29221 w 2912392"/>
                <a:gd name="connsiteY3" fmla="*/ 238093 h 552220"/>
                <a:gd name="connsiteX4" fmla="*/ 38961 w 2912392"/>
                <a:gd name="connsiteY4" fmla="*/ 234227 h 552220"/>
                <a:gd name="connsiteX5" fmla="*/ 48702 w 2912392"/>
                <a:gd name="connsiteY5" fmla="*/ 230401 h 552220"/>
                <a:gd name="connsiteX6" fmla="*/ 58443 w 2912392"/>
                <a:gd name="connsiteY6" fmla="*/ 226624 h 552220"/>
                <a:gd name="connsiteX7" fmla="*/ 68182 w 2912392"/>
                <a:gd name="connsiteY7" fmla="*/ 222902 h 552220"/>
                <a:gd name="connsiteX8" fmla="*/ 77923 w 2912392"/>
                <a:gd name="connsiteY8" fmla="*/ 219242 h 552220"/>
                <a:gd name="connsiteX9" fmla="*/ 87664 w 2912392"/>
                <a:gd name="connsiteY9" fmla="*/ 215652 h 552220"/>
                <a:gd name="connsiteX10" fmla="*/ 97404 w 2912392"/>
                <a:gd name="connsiteY10" fmla="*/ 212138 h 552220"/>
                <a:gd name="connsiteX11" fmla="*/ 107145 w 2912392"/>
                <a:gd name="connsiteY11" fmla="*/ 208708 h 552220"/>
                <a:gd name="connsiteX12" fmla="*/ 116886 w 2912392"/>
                <a:gd name="connsiteY12" fmla="*/ 205368 h 552220"/>
                <a:gd name="connsiteX13" fmla="*/ 126625 w 2912392"/>
                <a:gd name="connsiteY13" fmla="*/ 202124 h 552220"/>
                <a:gd name="connsiteX14" fmla="*/ 136366 w 2912392"/>
                <a:gd name="connsiteY14" fmla="*/ 198983 h 552220"/>
                <a:gd name="connsiteX15" fmla="*/ 146107 w 2912392"/>
                <a:gd name="connsiteY15" fmla="*/ 195953 h 552220"/>
                <a:gd name="connsiteX16" fmla="*/ 155846 w 2912392"/>
                <a:gd name="connsiteY16" fmla="*/ 193039 h 552220"/>
                <a:gd name="connsiteX17" fmla="*/ 165587 w 2912392"/>
                <a:gd name="connsiteY17" fmla="*/ 190245 h 552220"/>
                <a:gd name="connsiteX18" fmla="*/ 175328 w 2912392"/>
                <a:gd name="connsiteY18" fmla="*/ 187580 h 552220"/>
                <a:gd name="connsiteX19" fmla="*/ 185068 w 2912392"/>
                <a:gd name="connsiteY19" fmla="*/ 185047 h 552220"/>
                <a:gd name="connsiteX20" fmla="*/ 194809 w 2912392"/>
                <a:gd name="connsiteY20" fmla="*/ 182653 h 552220"/>
                <a:gd name="connsiteX21" fmla="*/ 204550 w 2912392"/>
                <a:gd name="connsiteY21" fmla="*/ 180400 h 552220"/>
                <a:gd name="connsiteX22" fmla="*/ 214289 w 2912392"/>
                <a:gd name="connsiteY22" fmla="*/ 178296 h 552220"/>
                <a:gd name="connsiteX23" fmla="*/ 224030 w 2912392"/>
                <a:gd name="connsiteY23" fmla="*/ 176343 h 552220"/>
                <a:gd name="connsiteX24" fmla="*/ 233771 w 2912392"/>
                <a:gd name="connsiteY24" fmla="*/ 174546 h 552220"/>
                <a:gd name="connsiteX25" fmla="*/ 243510 w 2912392"/>
                <a:gd name="connsiteY25" fmla="*/ 172909 h 552220"/>
                <a:gd name="connsiteX26" fmla="*/ 253251 w 2912392"/>
                <a:gd name="connsiteY26" fmla="*/ 171434 h 552220"/>
                <a:gd name="connsiteX27" fmla="*/ 262992 w 2912392"/>
                <a:gd name="connsiteY27" fmla="*/ 170123 h 552220"/>
                <a:gd name="connsiteX28" fmla="*/ 272732 w 2912392"/>
                <a:gd name="connsiteY28" fmla="*/ 168980 h 552220"/>
                <a:gd name="connsiteX29" fmla="*/ 282473 w 2912392"/>
                <a:gd name="connsiteY29" fmla="*/ 168007 h 552220"/>
                <a:gd name="connsiteX30" fmla="*/ 292214 w 2912392"/>
                <a:gd name="connsiteY30" fmla="*/ 167205 h 552220"/>
                <a:gd name="connsiteX31" fmla="*/ 301953 w 2912392"/>
                <a:gd name="connsiteY31" fmla="*/ 166577 h 552220"/>
                <a:gd name="connsiteX32" fmla="*/ 311694 w 2912392"/>
                <a:gd name="connsiteY32" fmla="*/ 166121 h 552220"/>
                <a:gd name="connsiteX33" fmla="*/ 321435 w 2912392"/>
                <a:gd name="connsiteY33" fmla="*/ 165839 h 552220"/>
                <a:gd name="connsiteX34" fmla="*/ 331175 w 2912392"/>
                <a:gd name="connsiteY34" fmla="*/ 165730 h 552220"/>
                <a:gd name="connsiteX35" fmla="*/ 340916 w 2912392"/>
                <a:gd name="connsiteY35" fmla="*/ 165794 h 552220"/>
                <a:gd name="connsiteX36" fmla="*/ 350656 w 2912392"/>
                <a:gd name="connsiteY36" fmla="*/ 166030 h 552220"/>
                <a:gd name="connsiteX37" fmla="*/ 360396 w 2912392"/>
                <a:gd name="connsiteY37" fmla="*/ 166435 h 552220"/>
                <a:gd name="connsiteX38" fmla="*/ 370137 w 2912392"/>
                <a:gd name="connsiteY38" fmla="*/ 167009 h 552220"/>
                <a:gd name="connsiteX39" fmla="*/ 379878 w 2912392"/>
                <a:gd name="connsiteY39" fmla="*/ 167749 h 552220"/>
                <a:gd name="connsiteX40" fmla="*/ 389617 w 2912392"/>
                <a:gd name="connsiteY40" fmla="*/ 168652 h 552220"/>
                <a:gd name="connsiteX41" fmla="*/ 399358 w 2912392"/>
                <a:gd name="connsiteY41" fmla="*/ 169714 h 552220"/>
                <a:gd name="connsiteX42" fmla="*/ 409099 w 2912392"/>
                <a:gd name="connsiteY42" fmla="*/ 170933 h 552220"/>
                <a:gd name="connsiteX43" fmla="*/ 418839 w 2912392"/>
                <a:gd name="connsiteY43" fmla="*/ 172302 h 552220"/>
                <a:gd name="connsiteX44" fmla="*/ 428580 w 2912392"/>
                <a:gd name="connsiteY44" fmla="*/ 173819 h 552220"/>
                <a:gd name="connsiteX45" fmla="*/ 438321 w 2912392"/>
                <a:gd name="connsiteY45" fmla="*/ 175477 h 552220"/>
                <a:gd name="connsiteX46" fmla="*/ 448060 w 2912392"/>
                <a:gd name="connsiteY46" fmla="*/ 177271 h 552220"/>
                <a:gd name="connsiteX47" fmla="*/ 457801 w 2912392"/>
                <a:gd name="connsiteY47" fmla="*/ 179195 h 552220"/>
                <a:gd name="connsiteX48" fmla="*/ 467542 w 2912392"/>
                <a:gd name="connsiteY48" fmla="*/ 181243 h 552220"/>
                <a:gd name="connsiteX49" fmla="*/ 477281 w 2912392"/>
                <a:gd name="connsiteY49" fmla="*/ 183408 h 552220"/>
                <a:gd name="connsiteX50" fmla="*/ 487022 w 2912392"/>
                <a:gd name="connsiteY50" fmla="*/ 185683 h 552220"/>
                <a:gd name="connsiteX51" fmla="*/ 496763 w 2912392"/>
                <a:gd name="connsiteY51" fmla="*/ 188061 h 552220"/>
                <a:gd name="connsiteX52" fmla="*/ 506503 w 2912392"/>
                <a:gd name="connsiteY52" fmla="*/ 190533 h 552220"/>
                <a:gd name="connsiteX53" fmla="*/ 516244 w 2912392"/>
                <a:gd name="connsiteY53" fmla="*/ 193091 h 552220"/>
                <a:gd name="connsiteX54" fmla="*/ 525985 w 2912392"/>
                <a:gd name="connsiteY54" fmla="*/ 195726 h 552220"/>
                <a:gd name="connsiteX55" fmla="*/ 535724 w 2912392"/>
                <a:gd name="connsiteY55" fmla="*/ 198432 h 552220"/>
                <a:gd name="connsiteX56" fmla="*/ 545465 w 2912392"/>
                <a:gd name="connsiteY56" fmla="*/ 201196 h 552220"/>
                <a:gd name="connsiteX57" fmla="*/ 555206 w 2912392"/>
                <a:gd name="connsiteY57" fmla="*/ 204012 h 552220"/>
                <a:gd name="connsiteX58" fmla="*/ 564946 w 2912392"/>
                <a:gd name="connsiteY58" fmla="*/ 206869 h 552220"/>
                <a:gd name="connsiteX59" fmla="*/ 574687 w 2912392"/>
                <a:gd name="connsiteY59" fmla="*/ 209758 h 552220"/>
                <a:gd name="connsiteX60" fmla="*/ 584428 w 2912392"/>
                <a:gd name="connsiteY60" fmla="*/ 212668 h 552220"/>
                <a:gd name="connsiteX61" fmla="*/ 594167 w 2912392"/>
                <a:gd name="connsiteY61" fmla="*/ 215590 h 552220"/>
                <a:gd name="connsiteX62" fmla="*/ 603908 w 2912392"/>
                <a:gd name="connsiteY62" fmla="*/ 218513 h 552220"/>
                <a:gd name="connsiteX63" fmla="*/ 613649 w 2912392"/>
                <a:gd name="connsiteY63" fmla="*/ 221427 h 552220"/>
                <a:gd name="connsiteX64" fmla="*/ 623388 w 2912392"/>
                <a:gd name="connsiteY64" fmla="*/ 224322 h 552220"/>
                <a:gd name="connsiteX65" fmla="*/ 633129 w 2912392"/>
                <a:gd name="connsiteY65" fmla="*/ 227189 h 552220"/>
                <a:gd name="connsiteX66" fmla="*/ 642870 w 2912392"/>
                <a:gd name="connsiteY66" fmla="*/ 230013 h 552220"/>
                <a:gd name="connsiteX67" fmla="*/ 652610 w 2912392"/>
                <a:gd name="connsiteY67" fmla="*/ 232789 h 552220"/>
                <a:gd name="connsiteX68" fmla="*/ 662351 w 2912392"/>
                <a:gd name="connsiteY68" fmla="*/ 235505 h 552220"/>
                <a:gd name="connsiteX69" fmla="*/ 672092 w 2912392"/>
                <a:gd name="connsiteY69" fmla="*/ 238148 h 552220"/>
                <a:gd name="connsiteX70" fmla="*/ 681831 w 2912392"/>
                <a:gd name="connsiteY70" fmla="*/ 240712 h 552220"/>
                <a:gd name="connsiteX71" fmla="*/ 691572 w 2912392"/>
                <a:gd name="connsiteY71" fmla="*/ 243184 h 552220"/>
                <a:gd name="connsiteX72" fmla="*/ 701313 w 2912392"/>
                <a:gd name="connsiteY72" fmla="*/ 245555 h 552220"/>
                <a:gd name="connsiteX73" fmla="*/ 711052 w 2912392"/>
                <a:gd name="connsiteY73" fmla="*/ 247815 h 552220"/>
                <a:gd name="connsiteX74" fmla="*/ 720793 w 2912392"/>
                <a:gd name="connsiteY74" fmla="*/ 249956 h 552220"/>
                <a:gd name="connsiteX75" fmla="*/ 730534 w 2912392"/>
                <a:gd name="connsiteY75" fmla="*/ 251967 h 552220"/>
                <a:gd name="connsiteX76" fmla="*/ 740274 w 2912392"/>
                <a:gd name="connsiteY76" fmla="*/ 253840 h 552220"/>
                <a:gd name="connsiteX77" fmla="*/ 750015 w 2912392"/>
                <a:gd name="connsiteY77" fmla="*/ 255565 h 552220"/>
                <a:gd name="connsiteX78" fmla="*/ 759756 w 2912392"/>
                <a:gd name="connsiteY78" fmla="*/ 257136 h 552220"/>
                <a:gd name="connsiteX79" fmla="*/ 769495 w 2912392"/>
                <a:gd name="connsiteY79" fmla="*/ 258542 h 552220"/>
                <a:gd name="connsiteX80" fmla="*/ 779236 w 2912392"/>
                <a:gd name="connsiteY80" fmla="*/ 259779 h 552220"/>
                <a:gd name="connsiteX81" fmla="*/ 788977 w 2912392"/>
                <a:gd name="connsiteY81" fmla="*/ 260836 h 552220"/>
                <a:gd name="connsiteX82" fmla="*/ 798717 w 2912392"/>
                <a:gd name="connsiteY82" fmla="*/ 261710 h 552220"/>
                <a:gd name="connsiteX83" fmla="*/ 808458 w 2912392"/>
                <a:gd name="connsiteY83" fmla="*/ 262390 h 552220"/>
                <a:gd name="connsiteX84" fmla="*/ 818199 w 2912392"/>
                <a:gd name="connsiteY84" fmla="*/ 262875 h 552220"/>
                <a:gd name="connsiteX85" fmla="*/ 827938 w 2912392"/>
                <a:gd name="connsiteY85" fmla="*/ 263156 h 552220"/>
                <a:gd name="connsiteX86" fmla="*/ 837679 w 2912392"/>
                <a:gd name="connsiteY86" fmla="*/ 263229 h 552220"/>
                <a:gd name="connsiteX87" fmla="*/ 847420 w 2912392"/>
                <a:gd name="connsiteY87" fmla="*/ 263091 h 552220"/>
                <a:gd name="connsiteX88" fmla="*/ 857159 w 2912392"/>
                <a:gd name="connsiteY88" fmla="*/ 262736 h 552220"/>
                <a:gd name="connsiteX89" fmla="*/ 866900 w 2912392"/>
                <a:gd name="connsiteY89" fmla="*/ 262163 h 552220"/>
                <a:gd name="connsiteX90" fmla="*/ 876641 w 2912392"/>
                <a:gd name="connsiteY90" fmla="*/ 261367 h 552220"/>
                <a:gd name="connsiteX91" fmla="*/ 886381 w 2912392"/>
                <a:gd name="connsiteY91" fmla="*/ 260348 h 552220"/>
                <a:gd name="connsiteX92" fmla="*/ 896122 w 2912392"/>
                <a:gd name="connsiteY92" fmla="*/ 259102 h 552220"/>
                <a:gd name="connsiteX93" fmla="*/ 905863 w 2912392"/>
                <a:gd name="connsiteY93" fmla="*/ 257630 h 552220"/>
                <a:gd name="connsiteX94" fmla="*/ 915602 w 2912392"/>
                <a:gd name="connsiteY94" fmla="*/ 255930 h 552220"/>
                <a:gd name="connsiteX95" fmla="*/ 925343 w 2912392"/>
                <a:gd name="connsiteY95" fmla="*/ 254005 h 552220"/>
                <a:gd name="connsiteX96" fmla="*/ 935084 w 2912392"/>
                <a:gd name="connsiteY96" fmla="*/ 251852 h 552220"/>
                <a:gd name="connsiteX97" fmla="*/ 944824 w 2912392"/>
                <a:gd name="connsiteY97" fmla="*/ 249476 h 552220"/>
                <a:gd name="connsiteX98" fmla="*/ 954564 w 2912392"/>
                <a:gd name="connsiteY98" fmla="*/ 246876 h 552220"/>
                <a:gd name="connsiteX99" fmla="*/ 964305 w 2912392"/>
                <a:gd name="connsiteY99" fmla="*/ 244057 h 552220"/>
                <a:gd name="connsiteX100" fmla="*/ 974045 w 2912392"/>
                <a:gd name="connsiteY100" fmla="*/ 241022 h 552220"/>
                <a:gd name="connsiteX101" fmla="*/ 983786 w 2912392"/>
                <a:gd name="connsiteY101" fmla="*/ 237773 h 552220"/>
                <a:gd name="connsiteX102" fmla="*/ 993522 w 2912392"/>
                <a:gd name="connsiteY102" fmla="*/ 234316 h 552220"/>
                <a:gd name="connsiteX103" fmla="*/ 1003266 w 2912392"/>
                <a:gd name="connsiteY103" fmla="*/ 230657 h 552220"/>
                <a:gd name="connsiteX104" fmla="*/ 1013010 w 2912392"/>
                <a:gd name="connsiteY104" fmla="*/ 226798 h 552220"/>
                <a:gd name="connsiteX105" fmla="*/ 1022754 w 2912392"/>
                <a:gd name="connsiteY105" fmla="*/ 222750 h 552220"/>
                <a:gd name="connsiteX106" fmla="*/ 1032483 w 2912392"/>
                <a:gd name="connsiteY106" fmla="*/ 218516 h 552220"/>
                <a:gd name="connsiteX107" fmla="*/ 1042227 w 2912392"/>
                <a:gd name="connsiteY107" fmla="*/ 214104 h 552220"/>
                <a:gd name="connsiteX108" fmla="*/ 1051971 w 2912392"/>
                <a:gd name="connsiteY108" fmla="*/ 209524 h 552220"/>
                <a:gd name="connsiteX109" fmla="*/ 1061715 w 2912392"/>
                <a:gd name="connsiteY109" fmla="*/ 204781 h 552220"/>
                <a:gd name="connsiteX110" fmla="*/ 1071444 w 2912392"/>
                <a:gd name="connsiteY110" fmla="*/ 199886 h 552220"/>
                <a:gd name="connsiteX111" fmla="*/ 1081188 w 2912392"/>
                <a:gd name="connsiteY111" fmla="*/ 194847 h 552220"/>
                <a:gd name="connsiteX112" fmla="*/ 1090932 w 2912392"/>
                <a:gd name="connsiteY112" fmla="*/ 189674 h 552220"/>
                <a:gd name="connsiteX113" fmla="*/ 1100676 w 2912392"/>
                <a:gd name="connsiteY113" fmla="*/ 184376 h 552220"/>
                <a:gd name="connsiteX114" fmla="*/ 1110405 w 2912392"/>
                <a:gd name="connsiteY114" fmla="*/ 178967 h 552220"/>
                <a:gd name="connsiteX115" fmla="*/ 1120149 w 2912392"/>
                <a:gd name="connsiteY115" fmla="*/ 173452 h 552220"/>
                <a:gd name="connsiteX116" fmla="*/ 1129893 w 2912392"/>
                <a:gd name="connsiteY116" fmla="*/ 167846 h 552220"/>
                <a:gd name="connsiteX117" fmla="*/ 1139637 w 2912392"/>
                <a:gd name="connsiteY117" fmla="*/ 162159 h 552220"/>
                <a:gd name="connsiteX118" fmla="*/ 1149381 w 2912392"/>
                <a:gd name="connsiteY118" fmla="*/ 156402 h 552220"/>
                <a:gd name="connsiteX119" fmla="*/ 1159110 w 2912392"/>
                <a:gd name="connsiteY119" fmla="*/ 150588 h 552220"/>
                <a:gd name="connsiteX120" fmla="*/ 1168854 w 2912392"/>
                <a:gd name="connsiteY120" fmla="*/ 144730 h 552220"/>
                <a:gd name="connsiteX121" fmla="*/ 1178598 w 2912392"/>
                <a:gd name="connsiteY121" fmla="*/ 138836 h 552220"/>
                <a:gd name="connsiteX122" fmla="*/ 1188341 w 2912392"/>
                <a:gd name="connsiteY122" fmla="*/ 132923 h 552220"/>
                <a:gd name="connsiteX123" fmla="*/ 1198070 w 2912392"/>
                <a:gd name="connsiteY123" fmla="*/ 126999 h 552220"/>
                <a:gd name="connsiteX124" fmla="*/ 1207814 w 2912392"/>
                <a:gd name="connsiteY124" fmla="*/ 121080 h 552220"/>
                <a:gd name="connsiteX125" fmla="*/ 1217558 w 2912392"/>
                <a:gd name="connsiteY125" fmla="*/ 115175 h 552220"/>
                <a:gd name="connsiteX126" fmla="*/ 1227302 w 2912392"/>
                <a:gd name="connsiteY126" fmla="*/ 109300 h 552220"/>
                <a:gd name="connsiteX127" fmla="*/ 1237031 w 2912392"/>
                <a:gd name="connsiteY127" fmla="*/ 103465 h 552220"/>
                <a:gd name="connsiteX128" fmla="*/ 1246775 w 2912392"/>
                <a:gd name="connsiteY128" fmla="*/ 97684 h 552220"/>
                <a:gd name="connsiteX129" fmla="*/ 1256519 w 2912392"/>
                <a:gd name="connsiteY129" fmla="*/ 91967 h 552220"/>
                <a:gd name="connsiteX130" fmla="*/ 1266263 w 2912392"/>
                <a:gd name="connsiteY130" fmla="*/ 86328 h 552220"/>
                <a:gd name="connsiteX131" fmla="*/ 1276007 w 2912392"/>
                <a:gd name="connsiteY131" fmla="*/ 80776 h 552220"/>
                <a:gd name="connsiteX132" fmla="*/ 1285736 w 2912392"/>
                <a:gd name="connsiteY132" fmla="*/ 75328 h 552220"/>
                <a:gd name="connsiteX133" fmla="*/ 1295480 w 2912392"/>
                <a:gd name="connsiteY133" fmla="*/ 69991 h 552220"/>
                <a:gd name="connsiteX134" fmla="*/ 1305224 w 2912392"/>
                <a:gd name="connsiteY134" fmla="*/ 64779 h 552220"/>
                <a:gd name="connsiteX135" fmla="*/ 1314968 w 2912392"/>
                <a:gd name="connsiteY135" fmla="*/ 59702 h 552220"/>
                <a:gd name="connsiteX136" fmla="*/ 1324697 w 2912392"/>
                <a:gd name="connsiteY136" fmla="*/ 54770 h 552220"/>
                <a:gd name="connsiteX137" fmla="*/ 1334441 w 2912392"/>
                <a:gd name="connsiteY137" fmla="*/ 49995 h 552220"/>
                <a:gd name="connsiteX138" fmla="*/ 1344185 w 2912392"/>
                <a:gd name="connsiteY138" fmla="*/ 45387 h 552220"/>
                <a:gd name="connsiteX139" fmla="*/ 1353929 w 2912392"/>
                <a:gd name="connsiteY139" fmla="*/ 40953 h 552220"/>
                <a:gd name="connsiteX140" fmla="*/ 1363658 w 2912392"/>
                <a:gd name="connsiteY140" fmla="*/ 36707 h 552220"/>
                <a:gd name="connsiteX141" fmla="*/ 1373402 w 2912392"/>
                <a:gd name="connsiteY141" fmla="*/ 32654 h 552220"/>
                <a:gd name="connsiteX142" fmla="*/ 1383146 w 2912392"/>
                <a:gd name="connsiteY142" fmla="*/ 28806 h 552220"/>
                <a:gd name="connsiteX143" fmla="*/ 1392890 w 2912392"/>
                <a:gd name="connsiteY143" fmla="*/ 25169 h 552220"/>
                <a:gd name="connsiteX144" fmla="*/ 1402619 w 2912392"/>
                <a:gd name="connsiteY144" fmla="*/ 21751 h 552220"/>
                <a:gd name="connsiteX145" fmla="*/ 1412363 w 2912392"/>
                <a:gd name="connsiteY145" fmla="*/ 18560 h 552220"/>
                <a:gd name="connsiteX146" fmla="*/ 1422106 w 2912392"/>
                <a:gd name="connsiteY146" fmla="*/ 15602 h 552220"/>
                <a:gd name="connsiteX147" fmla="*/ 1431850 w 2912392"/>
                <a:gd name="connsiteY147" fmla="*/ 12885 h 552220"/>
                <a:gd name="connsiteX148" fmla="*/ 1441594 w 2912392"/>
                <a:gd name="connsiteY148" fmla="*/ 10413 h 552220"/>
                <a:gd name="connsiteX149" fmla="*/ 1451323 w 2912392"/>
                <a:gd name="connsiteY149" fmla="*/ 8193 h 552220"/>
                <a:gd name="connsiteX150" fmla="*/ 1461067 w 2912392"/>
                <a:gd name="connsiteY150" fmla="*/ 6231 h 552220"/>
                <a:gd name="connsiteX151" fmla="*/ 1470811 w 2912392"/>
                <a:gd name="connsiteY151" fmla="*/ 4529 h 552220"/>
                <a:gd name="connsiteX152" fmla="*/ 1480555 w 2912392"/>
                <a:gd name="connsiteY152" fmla="*/ 3092 h 552220"/>
                <a:gd name="connsiteX153" fmla="*/ 1490284 w 2912392"/>
                <a:gd name="connsiteY153" fmla="*/ 1925 h 552220"/>
                <a:gd name="connsiteX154" fmla="*/ 1500028 w 2912392"/>
                <a:gd name="connsiteY154" fmla="*/ 1030 h 552220"/>
                <a:gd name="connsiteX155" fmla="*/ 1509772 w 2912392"/>
                <a:gd name="connsiteY155" fmla="*/ 408 h 552220"/>
                <a:gd name="connsiteX156" fmla="*/ 1519516 w 2912392"/>
                <a:gd name="connsiteY156" fmla="*/ 66 h 552220"/>
                <a:gd name="connsiteX157" fmla="*/ 1529245 w 2912392"/>
                <a:gd name="connsiteY157" fmla="*/ 0 h 552220"/>
                <a:gd name="connsiteX158" fmla="*/ 1538989 w 2912392"/>
                <a:gd name="connsiteY158" fmla="*/ 215 h 552220"/>
                <a:gd name="connsiteX159" fmla="*/ 1548733 w 2912392"/>
                <a:gd name="connsiteY159" fmla="*/ 711 h 552220"/>
                <a:gd name="connsiteX160" fmla="*/ 1558477 w 2912392"/>
                <a:gd name="connsiteY160" fmla="*/ 1488 h 552220"/>
                <a:gd name="connsiteX161" fmla="*/ 1568221 w 2912392"/>
                <a:gd name="connsiteY161" fmla="*/ 2548 h 552220"/>
                <a:gd name="connsiteX162" fmla="*/ 1577950 w 2912392"/>
                <a:gd name="connsiteY162" fmla="*/ 3886 h 552220"/>
                <a:gd name="connsiteX163" fmla="*/ 1587694 w 2912392"/>
                <a:gd name="connsiteY163" fmla="*/ 5505 h 552220"/>
                <a:gd name="connsiteX164" fmla="*/ 1597438 w 2912392"/>
                <a:gd name="connsiteY164" fmla="*/ 7403 h 552220"/>
                <a:gd name="connsiteX165" fmla="*/ 1607182 w 2912392"/>
                <a:gd name="connsiteY165" fmla="*/ 9579 h 552220"/>
                <a:gd name="connsiteX166" fmla="*/ 1616911 w 2912392"/>
                <a:gd name="connsiteY166" fmla="*/ 12029 h 552220"/>
                <a:gd name="connsiteX167" fmla="*/ 1626655 w 2912392"/>
                <a:gd name="connsiteY167" fmla="*/ 14753 h 552220"/>
                <a:gd name="connsiteX168" fmla="*/ 1636399 w 2912392"/>
                <a:gd name="connsiteY168" fmla="*/ 17745 h 552220"/>
                <a:gd name="connsiteX169" fmla="*/ 1646142 w 2912392"/>
                <a:gd name="connsiteY169" fmla="*/ 21005 h 552220"/>
                <a:gd name="connsiteX170" fmla="*/ 1655872 w 2912392"/>
                <a:gd name="connsiteY170" fmla="*/ 24528 h 552220"/>
                <a:gd name="connsiteX171" fmla="*/ 1665616 w 2912392"/>
                <a:gd name="connsiteY171" fmla="*/ 28311 h 552220"/>
                <a:gd name="connsiteX172" fmla="*/ 1675359 w 2912392"/>
                <a:gd name="connsiteY172" fmla="*/ 32349 h 552220"/>
                <a:gd name="connsiteX173" fmla="*/ 1685103 w 2912392"/>
                <a:gd name="connsiteY173" fmla="*/ 36638 h 552220"/>
                <a:gd name="connsiteX174" fmla="*/ 1694832 w 2912392"/>
                <a:gd name="connsiteY174" fmla="*/ 41175 h 552220"/>
                <a:gd name="connsiteX175" fmla="*/ 1704576 w 2912392"/>
                <a:gd name="connsiteY175" fmla="*/ 45952 h 552220"/>
                <a:gd name="connsiteX176" fmla="*/ 1714320 w 2912392"/>
                <a:gd name="connsiteY176" fmla="*/ 50966 h 552220"/>
                <a:gd name="connsiteX177" fmla="*/ 1724064 w 2912392"/>
                <a:gd name="connsiteY177" fmla="*/ 56212 h 552220"/>
                <a:gd name="connsiteX178" fmla="*/ 1733808 w 2912392"/>
                <a:gd name="connsiteY178" fmla="*/ 61683 h 552220"/>
                <a:gd name="connsiteX179" fmla="*/ 1743537 w 2912392"/>
                <a:gd name="connsiteY179" fmla="*/ 67373 h 552220"/>
                <a:gd name="connsiteX180" fmla="*/ 1753281 w 2912392"/>
                <a:gd name="connsiteY180" fmla="*/ 73276 h 552220"/>
                <a:gd name="connsiteX181" fmla="*/ 1763025 w 2912392"/>
                <a:gd name="connsiteY181" fmla="*/ 79388 h 552220"/>
                <a:gd name="connsiteX182" fmla="*/ 1772769 w 2912392"/>
                <a:gd name="connsiteY182" fmla="*/ 85699 h 552220"/>
                <a:gd name="connsiteX183" fmla="*/ 1782498 w 2912392"/>
                <a:gd name="connsiteY183" fmla="*/ 92204 h 552220"/>
                <a:gd name="connsiteX184" fmla="*/ 1792242 w 2912392"/>
                <a:gd name="connsiteY184" fmla="*/ 98895 h 552220"/>
                <a:gd name="connsiteX185" fmla="*/ 1801986 w 2912392"/>
                <a:gd name="connsiteY185" fmla="*/ 105766 h 552220"/>
                <a:gd name="connsiteX186" fmla="*/ 1811730 w 2912392"/>
                <a:gd name="connsiteY186" fmla="*/ 112811 h 552220"/>
                <a:gd name="connsiteX187" fmla="*/ 1821459 w 2912392"/>
                <a:gd name="connsiteY187" fmla="*/ 120020 h 552220"/>
                <a:gd name="connsiteX188" fmla="*/ 1831203 w 2912392"/>
                <a:gd name="connsiteY188" fmla="*/ 127386 h 552220"/>
                <a:gd name="connsiteX189" fmla="*/ 1840947 w 2912392"/>
                <a:gd name="connsiteY189" fmla="*/ 134903 h 552220"/>
                <a:gd name="connsiteX190" fmla="*/ 1850691 w 2912392"/>
                <a:gd name="connsiteY190" fmla="*/ 142561 h 552220"/>
                <a:gd name="connsiteX191" fmla="*/ 1860435 w 2912392"/>
                <a:gd name="connsiteY191" fmla="*/ 150353 h 552220"/>
                <a:gd name="connsiteX192" fmla="*/ 1870164 w 2912392"/>
                <a:gd name="connsiteY192" fmla="*/ 158270 h 552220"/>
                <a:gd name="connsiteX193" fmla="*/ 1879908 w 2912392"/>
                <a:gd name="connsiteY193" fmla="*/ 166305 h 552220"/>
                <a:gd name="connsiteX194" fmla="*/ 1889652 w 2912392"/>
                <a:gd name="connsiteY194" fmla="*/ 174451 h 552220"/>
                <a:gd name="connsiteX195" fmla="*/ 1899395 w 2912392"/>
                <a:gd name="connsiteY195" fmla="*/ 182694 h 552220"/>
                <a:gd name="connsiteX196" fmla="*/ 1909124 w 2912392"/>
                <a:gd name="connsiteY196" fmla="*/ 191032 h 552220"/>
                <a:gd name="connsiteX197" fmla="*/ 1918868 w 2912392"/>
                <a:gd name="connsiteY197" fmla="*/ 199453 h 552220"/>
                <a:gd name="connsiteX198" fmla="*/ 1928612 w 2912392"/>
                <a:gd name="connsiteY198" fmla="*/ 207948 h 552220"/>
                <a:gd name="connsiteX199" fmla="*/ 1938356 w 2912392"/>
                <a:gd name="connsiteY199" fmla="*/ 216509 h 552220"/>
                <a:gd name="connsiteX200" fmla="*/ 1948085 w 2912392"/>
                <a:gd name="connsiteY200" fmla="*/ 225127 h 552220"/>
                <a:gd name="connsiteX201" fmla="*/ 1957829 w 2912392"/>
                <a:gd name="connsiteY201" fmla="*/ 233793 h 552220"/>
                <a:gd name="connsiteX202" fmla="*/ 1967573 w 2912392"/>
                <a:gd name="connsiteY202" fmla="*/ 242497 h 552220"/>
                <a:gd name="connsiteX203" fmla="*/ 1977317 w 2912392"/>
                <a:gd name="connsiteY203" fmla="*/ 251234 h 552220"/>
                <a:gd name="connsiteX204" fmla="*/ 1987046 w 2912392"/>
                <a:gd name="connsiteY204" fmla="*/ 259990 h 552220"/>
                <a:gd name="connsiteX205" fmla="*/ 1996790 w 2912392"/>
                <a:gd name="connsiteY205" fmla="*/ 268758 h 552220"/>
                <a:gd name="connsiteX206" fmla="*/ 2006534 w 2912392"/>
                <a:gd name="connsiteY206" fmla="*/ 277529 h 552220"/>
                <a:gd name="connsiteX207" fmla="*/ 2016278 w 2912392"/>
                <a:gd name="connsiteY207" fmla="*/ 286294 h 552220"/>
                <a:gd name="connsiteX208" fmla="*/ 2026022 w 2912392"/>
                <a:gd name="connsiteY208" fmla="*/ 295045 h 552220"/>
                <a:gd name="connsiteX209" fmla="*/ 2035751 w 2912392"/>
                <a:gd name="connsiteY209" fmla="*/ 303769 h 552220"/>
                <a:gd name="connsiteX210" fmla="*/ 2045495 w 2912392"/>
                <a:gd name="connsiteY210" fmla="*/ 312461 h 552220"/>
                <a:gd name="connsiteX211" fmla="*/ 2055239 w 2912392"/>
                <a:gd name="connsiteY211" fmla="*/ 321110 h 552220"/>
                <a:gd name="connsiteX212" fmla="*/ 2064983 w 2912392"/>
                <a:gd name="connsiteY212" fmla="*/ 329709 h 552220"/>
                <a:gd name="connsiteX213" fmla="*/ 2074712 w 2912392"/>
                <a:gd name="connsiteY213" fmla="*/ 338247 h 552220"/>
                <a:gd name="connsiteX214" fmla="*/ 2084456 w 2912392"/>
                <a:gd name="connsiteY214" fmla="*/ 346716 h 552220"/>
                <a:gd name="connsiteX215" fmla="*/ 2094200 w 2912392"/>
                <a:gd name="connsiteY215" fmla="*/ 355107 h 552220"/>
                <a:gd name="connsiteX216" fmla="*/ 2103944 w 2912392"/>
                <a:gd name="connsiteY216" fmla="*/ 363411 h 552220"/>
                <a:gd name="connsiteX217" fmla="*/ 2113673 w 2912392"/>
                <a:gd name="connsiteY217" fmla="*/ 371621 h 552220"/>
                <a:gd name="connsiteX218" fmla="*/ 2123417 w 2912392"/>
                <a:gd name="connsiteY218" fmla="*/ 379727 h 552220"/>
                <a:gd name="connsiteX219" fmla="*/ 2133161 w 2912392"/>
                <a:gd name="connsiteY219" fmla="*/ 387722 h 552220"/>
                <a:gd name="connsiteX220" fmla="*/ 2142905 w 2912392"/>
                <a:gd name="connsiteY220" fmla="*/ 395598 h 552220"/>
                <a:gd name="connsiteX221" fmla="*/ 2152649 w 2912392"/>
                <a:gd name="connsiteY221" fmla="*/ 403347 h 552220"/>
                <a:gd name="connsiteX222" fmla="*/ 2162377 w 2912392"/>
                <a:gd name="connsiteY222" fmla="*/ 410960 h 552220"/>
                <a:gd name="connsiteX223" fmla="*/ 2172121 w 2912392"/>
                <a:gd name="connsiteY223" fmla="*/ 418431 h 552220"/>
                <a:gd name="connsiteX224" fmla="*/ 2181865 w 2912392"/>
                <a:gd name="connsiteY224" fmla="*/ 425752 h 552220"/>
                <a:gd name="connsiteX225" fmla="*/ 2191609 w 2912392"/>
                <a:gd name="connsiteY225" fmla="*/ 432917 h 552220"/>
                <a:gd name="connsiteX226" fmla="*/ 2201338 w 2912392"/>
                <a:gd name="connsiteY226" fmla="*/ 439916 h 552220"/>
                <a:gd name="connsiteX227" fmla="*/ 2211082 w 2912392"/>
                <a:gd name="connsiteY227" fmla="*/ 446746 h 552220"/>
                <a:gd name="connsiteX228" fmla="*/ 2220826 w 2912392"/>
                <a:gd name="connsiteY228" fmla="*/ 453400 h 552220"/>
                <a:gd name="connsiteX229" fmla="*/ 2230570 w 2912392"/>
                <a:gd name="connsiteY229" fmla="*/ 459870 h 552220"/>
                <a:gd name="connsiteX230" fmla="*/ 2240299 w 2912392"/>
                <a:gd name="connsiteY230" fmla="*/ 466153 h 552220"/>
                <a:gd name="connsiteX231" fmla="*/ 2250043 w 2912392"/>
                <a:gd name="connsiteY231" fmla="*/ 472241 h 552220"/>
                <a:gd name="connsiteX232" fmla="*/ 2259787 w 2912392"/>
                <a:gd name="connsiteY232" fmla="*/ 478131 h 552220"/>
                <a:gd name="connsiteX233" fmla="*/ 2269531 w 2912392"/>
                <a:gd name="connsiteY233" fmla="*/ 483816 h 552220"/>
                <a:gd name="connsiteX234" fmla="*/ 2279260 w 2912392"/>
                <a:gd name="connsiteY234" fmla="*/ 489293 h 552220"/>
                <a:gd name="connsiteX235" fmla="*/ 2289004 w 2912392"/>
                <a:gd name="connsiteY235" fmla="*/ 494557 h 552220"/>
                <a:gd name="connsiteX236" fmla="*/ 2298748 w 2912392"/>
                <a:gd name="connsiteY236" fmla="*/ 499605 h 552220"/>
                <a:gd name="connsiteX237" fmla="*/ 2308492 w 2912392"/>
                <a:gd name="connsiteY237" fmla="*/ 504432 h 552220"/>
                <a:gd name="connsiteX238" fmla="*/ 2318236 w 2912392"/>
                <a:gd name="connsiteY238" fmla="*/ 509034 h 552220"/>
                <a:gd name="connsiteX239" fmla="*/ 2327965 w 2912392"/>
                <a:gd name="connsiteY239" fmla="*/ 513412 h 552220"/>
                <a:gd name="connsiteX240" fmla="*/ 2337709 w 2912392"/>
                <a:gd name="connsiteY240" fmla="*/ 517559 h 552220"/>
                <a:gd name="connsiteX241" fmla="*/ 2347453 w 2912392"/>
                <a:gd name="connsiteY241" fmla="*/ 521476 h 552220"/>
                <a:gd name="connsiteX242" fmla="*/ 2357197 w 2912392"/>
                <a:gd name="connsiteY242" fmla="*/ 525161 h 552220"/>
                <a:gd name="connsiteX243" fmla="*/ 2366926 w 2912392"/>
                <a:gd name="connsiteY243" fmla="*/ 528610 h 552220"/>
                <a:gd name="connsiteX244" fmla="*/ 2376670 w 2912392"/>
                <a:gd name="connsiteY244" fmla="*/ 531824 h 552220"/>
                <a:gd name="connsiteX245" fmla="*/ 2386413 w 2912392"/>
                <a:gd name="connsiteY245" fmla="*/ 534800 h 552220"/>
                <a:gd name="connsiteX246" fmla="*/ 2396157 w 2912392"/>
                <a:gd name="connsiteY246" fmla="*/ 537542 h 552220"/>
                <a:gd name="connsiteX247" fmla="*/ 2405886 w 2912392"/>
                <a:gd name="connsiteY247" fmla="*/ 540043 h 552220"/>
                <a:gd name="connsiteX248" fmla="*/ 2415630 w 2912392"/>
                <a:gd name="connsiteY248" fmla="*/ 542310 h 552220"/>
                <a:gd name="connsiteX249" fmla="*/ 2425374 w 2912392"/>
                <a:gd name="connsiteY249" fmla="*/ 544339 h 552220"/>
                <a:gd name="connsiteX250" fmla="*/ 2435118 w 2912392"/>
                <a:gd name="connsiteY250" fmla="*/ 546133 h 552220"/>
                <a:gd name="connsiteX251" fmla="*/ 2444862 w 2912392"/>
                <a:gd name="connsiteY251" fmla="*/ 547693 h 552220"/>
                <a:gd name="connsiteX252" fmla="*/ 2454591 w 2912392"/>
                <a:gd name="connsiteY252" fmla="*/ 549019 h 552220"/>
                <a:gd name="connsiteX253" fmla="*/ 2464335 w 2912392"/>
                <a:gd name="connsiteY253" fmla="*/ 550112 h 552220"/>
                <a:gd name="connsiteX254" fmla="*/ 2474079 w 2912392"/>
                <a:gd name="connsiteY254" fmla="*/ 550978 h 552220"/>
                <a:gd name="connsiteX255" fmla="*/ 2483823 w 2912392"/>
                <a:gd name="connsiteY255" fmla="*/ 551615 h 552220"/>
                <a:gd name="connsiteX256" fmla="*/ 2493552 w 2912392"/>
                <a:gd name="connsiteY256" fmla="*/ 552028 h 552220"/>
                <a:gd name="connsiteX257" fmla="*/ 2503296 w 2912392"/>
                <a:gd name="connsiteY257" fmla="*/ 552220 h 552220"/>
                <a:gd name="connsiteX258" fmla="*/ 2513040 w 2912392"/>
                <a:gd name="connsiteY258" fmla="*/ 552192 h 552220"/>
                <a:gd name="connsiteX259" fmla="*/ 2522784 w 2912392"/>
                <a:gd name="connsiteY259" fmla="*/ 551949 h 552220"/>
                <a:gd name="connsiteX260" fmla="*/ 2532513 w 2912392"/>
                <a:gd name="connsiteY260" fmla="*/ 551493 h 552220"/>
                <a:gd name="connsiteX261" fmla="*/ 2542257 w 2912392"/>
                <a:gd name="connsiteY261" fmla="*/ 550829 h 552220"/>
                <a:gd name="connsiteX262" fmla="*/ 2552001 w 2912392"/>
                <a:gd name="connsiteY262" fmla="*/ 549960 h 552220"/>
                <a:gd name="connsiteX263" fmla="*/ 2561745 w 2912392"/>
                <a:gd name="connsiteY263" fmla="*/ 548889 h 552220"/>
                <a:gd name="connsiteX264" fmla="*/ 2571474 w 2912392"/>
                <a:gd name="connsiteY264" fmla="*/ 547623 h 552220"/>
                <a:gd name="connsiteX265" fmla="*/ 2581218 w 2912392"/>
                <a:gd name="connsiteY265" fmla="*/ 546164 h 552220"/>
                <a:gd name="connsiteX266" fmla="*/ 2590962 w 2912392"/>
                <a:gd name="connsiteY266" fmla="*/ 544518 h 552220"/>
                <a:gd name="connsiteX267" fmla="*/ 2600705 w 2912392"/>
                <a:gd name="connsiteY267" fmla="*/ 542687 h 552220"/>
                <a:gd name="connsiteX268" fmla="*/ 2610449 w 2912392"/>
                <a:gd name="connsiteY268" fmla="*/ 540677 h 552220"/>
                <a:gd name="connsiteX269" fmla="*/ 2620178 w 2912392"/>
                <a:gd name="connsiteY269" fmla="*/ 538494 h 552220"/>
                <a:gd name="connsiteX270" fmla="*/ 2629922 w 2912392"/>
                <a:gd name="connsiteY270" fmla="*/ 536141 h 552220"/>
                <a:gd name="connsiteX271" fmla="*/ 2639666 w 2912392"/>
                <a:gd name="connsiteY271" fmla="*/ 533623 h 552220"/>
                <a:gd name="connsiteX272" fmla="*/ 2649410 w 2912392"/>
                <a:gd name="connsiteY272" fmla="*/ 530948 h 552220"/>
                <a:gd name="connsiteX273" fmla="*/ 2659139 w 2912392"/>
                <a:gd name="connsiteY273" fmla="*/ 528115 h 552220"/>
                <a:gd name="connsiteX274" fmla="*/ 2668883 w 2912392"/>
                <a:gd name="connsiteY274" fmla="*/ 525134 h 552220"/>
                <a:gd name="connsiteX275" fmla="*/ 2678627 w 2912392"/>
                <a:gd name="connsiteY275" fmla="*/ 522008 h 552220"/>
                <a:gd name="connsiteX276" fmla="*/ 2688371 w 2912392"/>
                <a:gd name="connsiteY276" fmla="*/ 518742 h 552220"/>
                <a:gd name="connsiteX277" fmla="*/ 2698100 w 2912392"/>
                <a:gd name="connsiteY277" fmla="*/ 515342 h 552220"/>
                <a:gd name="connsiteX278" fmla="*/ 2707844 w 2912392"/>
                <a:gd name="connsiteY278" fmla="*/ 511811 h 552220"/>
                <a:gd name="connsiteX279" fmla="*/ 2717588 w 2912392"/>
                <a:gd name="connsiteY279" fmla="*/ 508155 h 552220"/>
                <a:gd name="connsiteX280" fmla="*/ 2727332 w 2912392"/>
                <a:gd name="connsiteY280" fmla="*/ 504380 h 552220"/>
                <a:gd name="connsiteX281" fmla="*/ 2737076 w 2912392"/>
                <a:gd name="connsiteY281" fmla="*/ 500488 h 552220"/>
                <a:gd name="connsiteX282" fmla="*/ 2746805 w 2912392"/>
                <a:gd name="connsiteY282" fmla="*/ 496485 h 552220"/>
                <a:gd name="connsiteX283" fmla="*/ 2756549 w 2912392"/>
                <a:gd name="connsiteY283" fmla="*/ 492376 h 552220"/>
                <a:gd name="connsiteX284" fmla="*/ 2766293 w 2912392"/>
                <a:gd name="connsiteY284" fmla="*/ 488165 h 552220"/>
                <a:gd name="connsiteX285" fmla="*/ 2776037 w 2912392"/>
                <a:gd name="connsiteY285" fmla="*/ 483858 h 552220"/>
                <a:gd name="connsiteX286" fmla="*/ 2785766 w 2912392"/>
                <a:gd name="connsiteY286" fmla="*/ 479457 h 552220"/>
                <a:gd name="connsiteX287" fmla="*/ 2795510 w 2912392"/>
                <a:gd name="connsiteY287" fmla="*/ 474966 h 552220"/>
                <a:gd name="connsiteX288" fmla="*/ 2805254 w 2912392"/>
                <a:gd name="connsiteY288" fmla="*/ 470391 h 552220"/>
                <a:gd name="connsiteX289" fmla="*/ 2814998 w 2912392"/>
                <a:gd name="connsiteY289" fmla="*/ 465736 h 552220"/>
                <a:gd name="connsiteX290" fmla="*/ 2824727 w 2912392"/>
                <a:gd name="connsiteY290" fmla="*/ 461003 h 552220"/>
                <a:gd name="connsiteX291" fmla="*/ 2834471 w 2912392"/>
                <a:gd name="connsiteY291" fmla="*/ 456196 h 552220"/>
                <a:gd name="connsiteX292" fmla="*/ 2844215 w 2912392"/>
                <a:gd name="connsiteY292" fmla="*/ 451321 h 552220"/>
                <a:gd name="connsiteX293" fmla="*/ 2853958 w 2912392"/>
                <a:gd name="connsiteY293" fmla="*/ 446379 h 552220"/>
                <a:gd name="connsiteX294" fmla="*/ 2863687 w 2912392"/>
                <a:gd name="connsiteY294" fmla="*/ 441373 h 552220"/>
                <a:gd name="connsiteX295" fmla="*/ 2873431 w 2912392"/>
                <a:gd name="connsiteY295" fmla="*/ 436309 h 552220"/>
                <a:gd name="connsiteX296" fmla="*/ 2883175 w 2912392"/>
                <a:gd name="connsiteY296" fmla="*/ 431187 h 552220"/>
                <a:gd name="connsiteX297" fmla="*/ 2892919 w 2912392"/>
                <a:gd name="connsiteY297" fmla="*/ 426010 h 552220"/>
                <a:gd name="connsiteX298" fmla="*/ 2902663 w 2912392"/>
                <a:gd name="connsiteY298" fmla="*/ 420782 h 552220"/>
                <a:gd name="connsiteX299" fmla="*/ 2912392 w 2912392"/>
                <a:gd name="connsiteY299" fmla="*/ 415504 h 552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52220">
                  <a:moveTo>
                    <a:pt x="0" y="249866"/>
                  </a:moveTo>
                  <a:lnTo>
                    <a:pt x="9739" y="245920"/>
                  </a:lnTo>
                  <a:lnTo>
                    <a:pt x="19480" y="241994"/>
                  </a:lnTo>
                  <a:lnTo>
                    <a:pt x="29221" y="238093"/>
                  </a:lnTo>
                  <a:lnTo>
                    <a:pt x="38961" y="234227"/>
                  </a:lnTo>
                  <a:lnTo>
                    <a:pt x="48702" y="230401"/>
                  </a:lnTo>
                  <a:lnTo>
                    <a:pt x="58443" y="226624"/>
                  </a:lnTo>
                  <a:lnTo>
                    <a:pt x="68182" y="222902"/>
                  </a:lnTo>
                  <a:lnTo>
                    <a:pt x="77923" y="219242"/>
                  </a:lnTo>
                  <a:lnTo>
                    <a:pt x="87664" y="215652"/>
                  </a:lnTo>
                  <a:lnTo>
                    <a:pt x="97404" y="212138"/>
                  </a:lnTo>
                  <a:lnTo>
                    <a:pt x="107145" y="208708"/>
                  </a:lnTo>
                  <a:lnTo>
                    <a:pt x="116886" y="205368"/>
                  </a:lnTo>
                  <a:lnTo>
                    <a:pt x="126625" y="202124"/>
                  </a:lnTo>
                  <a:lnTo>
                    <a:pt x="136366" y="198983"/>
                  </a:lnTo>
                  <a:lnTo>
                    <a:pt x="146107" y="195953"/>
                  </a:lnTo>
                  <a:lnTo>
                    <a:pt x="155846" y="193039"/>
                  </a:lnTo>
                  <a:lnTo>
                    <a:pt x="165587" y="190245"/>
                  </a:lnTo>
                  <a:lnTo>
                    <a:pt x="175328" y="187580"/>
                  </a:lnTo>
                  <a:lnTo>
                    <a:pt x="185068" y="185047"/>
                  </a:lnTo>
                  <a:lnTo>
                    <a:pt x="194809" y="182653"/>
                  </a:lnTo>
                  <a:lnTo>
                    <a:pt x="204550" y="180400"/>
                  </a:lnTo>
                  <a:lnTo>
                    <a:pt x="214289" y="178296"/>
                  </a:lnTo>
                  <a:lnTo>
                    <a:pt x="224030" y="176343"/>
                  </a:lnTo>
                  <a:lnTo>
                    <a:pt x="233771" y="174546"/>
                  </a:lnTo>
                  <a:lnTo>
                    <a:pt x="243510" y="172909"/>
                  </a:lnTo>
                  <a:lnTo>
                    <a:pt x="253251" y="171434"/>
                  </a:lnTo>
                  <a:lnTo>
                    <a:pt x="262992" y="170123"/>
                  </a:lnTo>
                  <a:lnTo>
                    <a:pt x="272732" y="168980"/>
                  </a:lnTo>
                  <a:lnTo>
                    <a:pt x="282473" y="168007"/>
                  </a:lnTo>
                  <a:lnTo>
                    <a:pt x="292214" y="167205"/>
                  </a:lnTo>
                  <a:lnTo>
                    <a:pt x="301953" y="166577"/>
                  </a:lnTo>
                  <a:lnTo>
                    <a:pt x="311694" y="166121"/>
                  </a:lnTo>
                  <a:lnTo>
                    <a:pt x="321435" y="165839"/>
                  </a:lnTo>
                  <a:lnTo>
                    <a:pt x="331175" y="165730"/>
                  </a:lnTo>
                  <a:lnTo>
                    <a:pt x="340916" y="165794"/>
                  </a:lnTo>
                  <a:lnTo>
                    <a:pt x="350656" y="166030"/>
                  </a:lnTo>
                  <a:lnTo>
                    <a:pt x="360396" y="166435"/>
                  </a:lnTo>
                  <a:lnTo>
                    <a:pt x="370137" y="167009"/>
                  </a:lnTo>
                  <a:lnTo>
                    <a:pt x="379878" y="167749"/>
                  </a:lnTo>
                  <a:lnTo>
                    <a:pt x="389617" y="168652"/>
                  </a:lnTo>
                  <a:lnTo>
                    <a:pt x="399358" y="169714"/>
                  </a:lnTo>
                  <a:lnTo>
                    <a:pt x="409099" y="170933"/>
                  </a:lnTo>
                  <a:lnTo>
                    <a:pt x="418839" y="172302"/>
                  </a:lnTo>
                  <a:lnTo>
                    <a:pt x="428580" y="173819"/>
                  </a:lnTo>
                  <a:lnTo>
                    <a:pt x="438321" y="175477"/>
                  </a:lnTo>
                  <a:lnTo>
                    <a:pt x="448060" y="177271"/>
                  </a:lnTo>
                  <a:lnTo>
                    <a:pt x="457801" y="179195"/>
                  </a:lnTo>
                  <a:lnTo>
                    <a:pt x="467542" y="181243"/>
                  </a:lnTo>
                  <a:lnTo>
                    <a:pt x="477281" y="183408"/>
                  </a:lnTo>
                  <a:lnTo>
                    <a:pt x="487022" y="185683"/>
                  </a:lnTo>
                  <a:lnTo>
                    <a:pt x="496763" y="188061"/>
                  </a:lnTo>
                  <a:lnTo>
                    <a:pt x="506503" y="190533"/>
                  </a:lnTo>
                  <a:lnTo>
                    <a:pt x="516244" y="193091"/>
                  </a:lnTo>
                  <a:lnTo>
                    <a:pt x="525985" y="195726"/>
                  </a:lnTo>
                  <a:lnTo>
                    <a:pt x="535724" y="198432"/>
                  </a:lnTo>
                  <a:lnTo>
                    <a:pt x="545465" y="201196"/>
                  </a:lnTo>
                  <a:lnTo>
                    <a:pt x="555206" y="204012"/>
                  </a:lnTo>
                  <a:lnTo>
                    <a:pt x="564946" y="206869"/>
                  </a:lnTo>
                  <a:lnTo>
                    <a:pt x="574687" y="209758"/>
                  </a:lnTo>
                  <a:lnTo>
                    <a:pt x="584428" y="212668"/>
                  </a:lnTo>
                  <a:lnTo>
                    <a:pt x="594167" y="215590"/>
                  </a:lnTo>
                  <a:lnTo>
                    <a:pt x="603908" y="218513"/>
                  </a:lnTo>
                  <a:lnTo>
                    <a:pt x="613649" y="221427"/>
                  </a:lnTo>
                  <a:lnTo>
                    <a:pt x="623388" y="224322"/>
                  </a:lnTo>
                  <a:lnTo>
                    <a:pt x="633129" y="227189"/>
                  </a:lnTo>
                  <a:lnTo>
                    <a:pt x="642870" y="230013"/>
                  </a:lnTo>
                  <a:lnTo>
                    <a:pt x="652610" y="232789"/>
                  </a:lnTo>
                  <a:lnTo>
                    <a:pt x="662351" y="235505"/>
                  </a:lnTo>
                  <a:lnTo>
                    <a:pt x="672092" y="238148"/>
                  </a:lnTo>
                  <a:lnTo>
                    <a:pt x="681831" y="240712"/>
                  </a:lnTo>
                  <a:lnTo>
                    <a:pt x="691572" y="243184"/>
                  </a:lnTo>
                  <a:lnTo>
                    <a:pt x="701313" y="245555"/>
                  </a:lnTo>
                  <a:lnTo>
                    <a:pt x="711052" y="247815"/>
                  </a:lnTo>
                  <a:lnTo>
                    <a:pt x="720793" y="249956"/>
                  </a:lnTo>
                  <a:lnTo>
                    <a:pt x="730534" y="251967"/>
                  </a:lnTo>
                  <a:lnTo>
                    <a:pt x="740274" y="253840"/>
                  </a:lnTo>
                  <a:lnTo>
                    <a:pt x="750015" y="255565"/>
                  </a:lnTo>
                  <a:lnTo>
                    <a:pt x="759756" y="257136"/>
                  </a:lnTo>
                  <a:lnTo>
                    <a:pt x="769495" y="258542"/>
                  </a:lnTo>
                  <a:lnTo>
                    <a:pt x="779236" y="259779"/>
                  </a:lnTo>
                  <a:lnTo>
                    <a:pt x="788977" y="260836"/>
                  </a:lnTo>
                  <a:lnTo>
                    <a:pt x="798717" y="261710"/>
                  </a:lnTo>
                  <a:lnTo>
                    <a:pt x="808458" y="262390"/>
                  </a:lnTo>
                  <a:lnTo>
                    <a:pt x="818199" y="262875"/>
                  </a:lnTo>
                  <a:lnTo>
                    <a:pt x="827938" y="263156"/>
                  </a:lnTo>
                  <a:lnTo>
                    <a:pt x="837679" y="263229"/>
                  </a:lnTo>
                  <a:lnTo>
                    <a:pt x="847420" y="263091"/>
                  </a:lnTo>
                  <a:lnTo>
                    <a:pt x="857159" y="262736"/>
                  </a:lnTo>
                  <a:lnTo>
                    <a:pt x="866900" y="262163"/>
                  </a:lnTo>
                  <a:lnTo>
                    <a:pt x="876641" y="261367"/>
                  </a:lnTo>
                  <a:lnTo>
                    <a:pt x="886381" y="260348"/>
                  </a:lnTo>
                  <a:lnTo>
                    <a:pt x="896122" y="259102"/>
                  </a:lnTo>
                  <a:lnTo>
                    <a:pt x="905863" y="257630"/>
                  </a:lnTo>
                  <a:lnTo>
                    <a:pt x="915602" y="255930"/>
                  </a:lnTo>
                  <a:lnTo>
                    <a:pt x="925343" y="254005"/>
                  </a:lnTo>
                  <a:lnTo>
                    <a:pt x="935084" y="251852"/>
                  </a:lnTo>
                  <a:lnTo>
                    <a:pt x="944824" y="249476"/>
                  </a:lnTo>
                  <a:lnTo>
                    <a:pt x="954564" y="246876"/>
                  </a:lnTo>
                  <a:lnTo>
                    <a:pt x="964305" y="244057"/>
                  </a:lnTo>
                  <a:lnTo>
                    <a:pt x="974045" y="241022"/>
                  </a:lnTo>
                  <a:lnTo>
                    <a:pt x="983786" y="237773"/>
                  </a:lnTo>
                  <a:lnTo>
                    <a:pt x="993522" y="234316"/>
                  </a:lnTo>
                  <a:lnTo>
                    <a:pt x="1003266" y="230657"/>
                  </a:lnTo>
                  <a:lnTo>
                    <a:pt x="1013010" y="226798"/>
                  </a:lnTo>
                  <a:lnTo>
                    <a:pt x="1022754" y="222750"/>
                  </a:lnTo>
                  <a:lnTo>
                    <a:pt x="1032483" y="218516"/>
                  </a:lnTo>
                  <a:lnTo>
                    <a:pt x="1042227" y="214104"/>
                  </a:lnTo>
                  <a:lnTo>
                    <a:pt x="1051971" y="209524"/>
                  </a:lnTo>
                  <a:lnTo>
                    <a:pt x="1061715" y="204781"/>
                  </a:lnTo>
                  <a:lnTo>
                    <a:pt x="1071444" y="199886"/>
                  </a:lnTo>
                  <a:lnTo>
                    <a:pt x="1081188" y="194847"/>
                  </a:lnTo>
                  <a:lnTo>
                    <a:pt x="1090932" y="189674"/>
                  </a:lnTo>
                  <a:lnTo>
                    <a:pt x="1100676" y="184376"/>
                  </a:lnTo>
                  <a:lnTo>
                    <a:pt x="1110405" y="178967"/>
                  </a:lnTo>
                  <a:lnTo>
                    <a:pt x="1120149" y="173452"/>
                  </a:lnTo>
                  <a:lnTo>
                    <a:pt x="1129893" y="167846"/>
                  </a:lnTo>
                  <a:lnTo>
                    <a:pt x="1139637" y="162159"/>
                  </a:lnTo>
                  <a:lnTo>
                    <a:pt x="1149381" y="156402"/>
                  </a:lnTo>
                  <a:lnTo>
                    <a:pt x="1159110" y="150588"/>
                  </a:lnTo>
                  <a:lnTo>
                    <a:pt x="1168854" y="144730"/>
                  </a:lnTo>
                  <a:lnTo>
                    <a:pt x="1178598" y="138836"/>
                  </a:lnTo>
                  <a:lnTo>
                    <a:pt x="1188341" y="132923"/>
                  </a:lnTo>
                  <a:lnTo>
                    <a:pt x="1198070" y="126999"/>
                  </a:lnTo>
                  <a:lnTo>
                    <a:pt x="1207814" y="121080"/>
                  </a:lnTo>
                  <a:lnTo>
                    <a:pt x="1217558" y="115175"/>
                  </a:lnTo>
                  <a:lnTo>
                    <a:pt x="1227302" y="109300"/>
                  </a:lnTo>
                  <a:lnTo>
                    <a:pt x="1237031" y="103465"/>
                  </a:lnTo>
                  <a:lnTo>
                    <a:pt x="1246775" y="97684"/>
                  </a:lnTo>
                  <a:lnTo>
                    <a:pt x="1256519" y="91967"/>
                  </a:lnTo>
                  <a:lnTo>
                    <a:pt x="1266263" y="86328"/>
                  </a:lnTo>
                  <a:lnTo>
                    <a:pt x="1276007" y="80776"/>
                  </a:lnTo>
                  <a:lnTo>
                    <a:pt x="1285736" y="75328"/>
                  </a:lnTo>
                  <a:lnTo>
                    <a:pt x="1295480" y="69991"/>
                  </a:lnTo>
                  <a:lnTo>
                    <a:pt x="1305224" y="64779"/>
                  </a:lnTo>
                  <a:lnTo>
                    <a:pt x="1314968" y="59702"/>
                  </a:lnTo>
                  <a:lnTo>
                    <a:pt x="1324697" y="54770"/>
                  </a:lnTo>
                  <a:lnTo>
                    <a:pt x="1334441" y="49995"/>
                  </a:lnTo>
                  <a:lnTo>
                    <a:pt x="1344185" y="45387"/>
                  </a:lnTo>
                  <a:lnTo>
                    <a:pt x="1353929" y="40953"/>
                  </a:lnTo>
                  <a:lnTo>
                    <a:pt x="1363658" y="36707"/>
                  </a:lnTo>
                  <a:lnTo>
                    <a:pt x="1373402" y="32654"/>
                  </a:lnTo>
                  <a:lnTo>
                    <a:pt x="1383146" y="28806"/>
                  </a:lnTo>
                  <a:lnTo>
                    <a:pt x="1392890" y="25169"/>
                  </a:lnTo>
                  <a:lnTo>
                    <a:pt x="1402619" y="21751"/>
                  </a:lnTo>
                  <a:lnTo>
                    <a:pt x="1412363" y="18560"/>
                  </a:lnTo>
                  <a:lnTo>
                    <a:pt x="1422106" y="15602"/>
                  </a:lnTo>
                  <a:lnTo>
                    <a:pt x="1431850" y="12885"/>
                  </a:lnTo>
                  <a:lnTo>
                    <a:pt x="1441594" y="10413"/>
                  </a:lnTo>
                  <a:lnTo>
                    <a:pt x="1451323" y="8193"/>
                  </a:lnTo>
                  <a:lnTo>
                    <a:pt x="1461067" y="6231"/>
                  </a:lnTo>
                  <a:lnTo>
                    <a:pt x="1470811" y="4529"/>
                  </a:lnTo>
                  <a:lnTo>
                    <a:pt x="1480555" y="3092"/>
                  </a:lnTo>
                  <a:lnTo>
                    <a:pt x="1490284" y="1925"/>
                  </a:lnTo>
                  <a:lnTo>
                    <a:pt x="1500028" y="1030"/>
                  </a:lnTo>
                  <a:lnTo>
                    <a:pt x="1509772" y="408"/>
                  </a:lnTo>
                  <a:lnTo>
                    <a:pt x="1519516" y="66"/>
                  </a:lnTo>
                  <a:lnTo>
                    <a:pt x="1529245" y="0"/>
                  </a:lnTo>
                  <a:lnTo>
                    <a:pt x="1538989" y="215"/>
                  </a:lnTo>
                  <a:lnTo>
                    <a:pt x="1548733" y="711"/>
                  </a:lnTo>
                  <a:lnTo>
                    <a:pt x="1558477" y="1488"/>
                  </a:lnTo>
                  <a:lnTo>
                    <a:pt x="1568221" y="2548"/>
                  </a:lnTo>
                  <a:lnTo>
                    <a:pt x="1577950" y="3886"/>
                  </a:lnTo>
                  <a:lnTo>
                    <a:pt x="1587694" y="5505"/>
                  </a:lnTo>
                  <a:lnTo>
                    <a:pt x="1597438" y="7403"/>
                  </a:lnTo>
                  <a:lnTo>
                    <a:pt x="1607182" y="9579"/>
                  </a:lnTo>
                  <a:lnTo>
                    <a:pt x="1616911" y="12029"/>
                  </a:lnTo>
                  <a:lnTo>
                    <a:pt x="1626655" y="14753"/>
                  </a:lnTo>
                  <a:lnTo>
                    <a:pt x="1636399" y="17745"/>
                  </a:lnTo>
                  <a:lnTo>
                    <a:pt x="1646142" y="21005"/>
                  </a:lnTo>
                  <a:lnTo>
                    <a:pt x="1655872" y="24528"/>
                  </a:lnTo>
                  <a:lnTo>
                    <a:pt x="1665616" y="28311"/>
                  </a:lnTo>
                  <a:lnTo>
                    <a:pt x="1675359" y="32349"/>
                  </a:lnTo>
                  <a:lnTo>
                    <a:pt x="1685103" y="36638"/>
                  </a:lnTo>
                  <a:lnTo>
                    <a:pt x="1694832" y="41175"/>
                  </a:lnTo>
                  <a:lnTo>
                    <a:pt x="1704576" y="45952"/>
                  </a:lnTo>
                  <a:lnTo>
                    <a:pt x="1714320" y="50966"/>
                  </a:lnTo>
                  <a:lnTo>
                    <a:pt x="1724064" y="56212"/>
                  </a:lnTo>
                  <a:lnTo>
                    <a:pt x="1733808" y="61683"/>
                  </a:lnTo>
                  <a:lnTo>
                    <a:pt x="1743537" y="67373"/>
                  </a:lnTo>
                  <a:lnTo>
                    <a:pt x="1753281" y="73276"/>
                  </a:lnTo>
                  <a:lnTo>
                    <a:pt x="1763025" y="79388"/>
                  </a:lnTo>
                  <a:lnTo>
                    <a:pt x="1772769" y="85699"/>
                  </a:lnTo>
                  <a:lnTo>
                    <a:pt x="1782498" y="92204"/>
                  </a:lnTo>
                  <a:lnTo>
                    <a:pt x="1792242" y="98895"/>
                  </a:lnTo>
                  <a:lnTo>
                    <a:pt x="1801986" y="105766"/>
                  </a:lnTo>
                  <a:lnTo>
                    <a:pt x="1811730" y="112811"/>
                  </a:lnTo>
                  <a:lnTo>
                    <a:pt x="1821459" y="120020"/>
                  </a:lnTo>
                  <a:lnTo>
                    <a:pt x="1831203" y="127386"/>
                  </a:lnTo>
                  <a:lnTo>
                    <a:pt x="1840947" y="134903"/>
                  </a:lnTo>
                  <a:lnTo>
                    <a:pt x="1850691" y="142561"/>
                  </a:lnTo>
                  <a:lnTo>
                    <a:pt x="1860435" y="150353"/>
                  </a:lnTo>
                  <a:lnTo>
                    <a:pt x="1870164" y="158270"/>
                  </a:lnTo>
                  <a:lnTo>
                    <a:pt x="1879908" y="166305"/>
                  </a:lnTo>
                  <a:lnTo>
                    <a:pt x="1889652" y="174451"/>
                  </a:lnTo>
                  <a:lnTo>
                    <a:pt x="1899395" y="182694"/>
                  </a:lnTo>
                  <a:lnTo>
                    <a:pt x="1909124" y="191032"/>
                  </a:lnTo>
                  <a:lnTo>
                    <a:pt x="1918868" y="199453"/>
                  </a:lnTo>
                  <a:lnTo>
                    <a:pt x="1928612" y="207948"/>
                  </a:lnTo>
                  <a:lnTo>
                    <a:pt x="1938356" y="216509"/>
                  </a:lnTo>
                  <a:lnTo>
                    <a:pt x="1948085" y="225127"/>
                  </a:lnTo>
                  <a:lnTo>
                    <a:pt x="1957829" y="233793"/>
                  </a:lnTo>
                  <a:lnTo>
                    <a:pt x="1967573" y="242497"/>
                  </a:lnTo>
                  <a:lnTo>
                    <a:pt x="1977317" y="251234"/>
                  </a:lnTo>
                  <a:lnTo>
                    <a:pt x="1987046" y="259990"/>
                  </a:lnTo>
                  <a:lnTo>
                    <a:pt x="1996790" y="268758"/>
                  </a:lnTo>
                  <a:lnTo>
                    <a:pt x="2006534" y="277529"/>
                  </a:lnTo>
                  <a:lnTo>
                    <a:pt x="2016278" y="286294"/>
                  </a:lnTo>
                  <a:lnTo>
                    <a:pt x="2026022" y="295045"/>
                  </a:lnTo>
                  <a:lnTo>
                    <a:pt x="2035751" y="303769"/>
                  </a:lnTo>
                  <a:lnTo>
                    <a:pt x="2045495" y="312461"/>
                  </a:lnTo>
                  <a:lnTo>
                    <a:pt x="2055239" y="321110"/>
                  </a:lnTo>
                  <a:lnTo>
                    <a:pt x="2064983" y="329709"/>
                  </a:lnTo>
                  <a:lnTo>
                    <a:pt x="2074712" y="338247"/>
                  </a:lnTo>
                  <a:lnTo>
                    <a:pt x="2084456" y="346716"/>
                  </a:lnTo>
                  <a:lnTo>
                    <a:pt x="2094200" y="355107"/>
                  </a:lnTo>
                  <a:lnTo>
                    <a:pt x="2103944" y="363411"/>
                  </a:lnTo>
                  <a:lnTo>
                    <a:pt x="2113673" y="371621"/>
                  </a:lnTo>
                  <a:lnTo>
                    <a:pt x="2123417" y="379727"/>
                  </a:lnTo>
                  <a:lnTo>
                    <a:pt x="2133161" y="387722"/>
                  </a:lnTo>
                  <a:lnTo>
                    <a:pt x="2142905" y="395598"/>
                  </a:lnTo>
                  <a:lnTo>
                    <a:pt x="2152649" y="403347"/>
                  </a:lnTo>
                  <a:lnTo>
                    <a:pt x="2162377" y="410960"/>
                  </a:lnTo>
                  <a:lnTo>
                    <a:pt x="2172121" y="418431"/>
                  </a:lnTo>
                  <a:lnTo>
                    <a:pt x="2181865" y="425752"/>
                  </a:lnTo>
                  <a:lnTo>
                    <a:pt x="2191609" y="432917"/>
                  </a:lnTo>
                  <a:lnTo>
                    <a:pt x="2201338" y="439916"/>
                  </a:lnTo>
                  <a:lnTo>
                    <a:pt x="2211082" y="446746"/>
                  </a:lnTo>
                  <a:lnTo>
                    <a:pt x="2220826" y="453400"/>
                  </a:lnTo>
                  <a:lnTo>
                    <a:pt x="2230570" y="459870"/>
                  </a:lnTo>
                  <a:lnTo>
                    <a:pt x="2240299" y="466153"/>
                  </a:lnTo>
                  <a:lnTo>
                    <a:pt x="2250043" y="472241"/>
                  </a:lnTo>
                  <a:lnTo>
                    <a:pt x="2259787" y="478131"/>
                  </a:lnTo>
                  <a:lnTo>
                    <a:pt x="2269531" y="483816"/>
                  </a:lnTo>
                  <a:lnTo>
                    <a:pt x="2279260" y="489293"/>
                  </a:lnTo>
                  <a:lnTo>
                    <a:pt x="2289004" y="494557"/>
                  </a:lnTo>
                  <a:lnTo>
                    <a:pt x="2298748" y="499605"/>
                  </a:lnTo>
                  <a:lnTo>
                    <a:pt x="2308492" y="504432"/>
                  </a:lnTo>
                  <a:lnTo>
                    <a:pt x="2318236" y="509034"/>
                  </a:lnTo>
                  <a:lnTo>
                    <a:pt x="2327965" y="513412"/>
                  </a:lnTo>
                  <a:lnTo>
                    <a:pt x="2337709" y="517559"/>
                  </a:lnTo>
                  <a:lnTo>
                    <a:pt x="2347453" y="521476"/>
                  </a:lnTo>
                  <a:lnTo>
                    <a:pt x="2357197" y="525161"/>
                  </a:lnTo>
                  <a:lnTo>
                    <a:pt x="2366926" y="528610"/>
                  </a:lnTo>
                  <a:lnTo>
                    <a:pt x="2376670" y="531824"/>
                  </a:lnTo>
                  <a:lnTo>
                    <a:pt x="2386413" y="534800"/>
                  </a:lnTo>
                  <a:lnTo>
                    <a:pt x="2396157" y="537542"/>
                  </a:lnTo>
                  <a:lnTo>
                    <a:pt x="2405886" y="540043"/>
                  </a:lnTo>
                  <a:lnTo>
                    <a:pt x="2415630" y="542310"/>
                  </a:lnTo>
                  <a:lnTo>
                    <a:pt x="2425374" y="544339"/>
                  </a:lnTo>
                  <a:lnTo>
                    <a:pt x="2435118" y="546133"/>
                  </a:lnTo>
                  <a:lnTo>
                    <a:pt x="2444862" y="547693"/>
                  </a:lnTo>
                  <a:lnTo>
                    <a:pt x="2454591" y="549019"/>
                  </a:lnTo>
                  <a:lnTo>
                    <a:pt x="2464335" y="550112"/>
                  </a:lnTo>
                  <a:lnTo>
                    <a:pt x="2474079" y="550978"/>
                  </a:lnTo>
                  <a:lnTo>
                    <a:pt x="2483823" y="551615"/>
                  </a:lnTo>
                  <a:lnTo>
                    <a:pt x="2493552" y="552028"/>
                  </a:lnTo>
                  <a:lnTo>
                    <a:pt x="2503296" y="552220"/>
                  </a:lnTo>
                  <a:lnTo>
                    <a:pt x="2513040" y="552192"/>
                  </a:lnTo>
                  <a:lnTo>
                    <a:pt x="2522784" y="551949"/>
                  </a:lnTo>
                  <a:lnTo>
                    <a:pt x="2532513" y="551493"/>
                  </a:lnTo>
                  <a:lnTo>
                    <a:pt x="2542257" y="550829"/>
                  </a:lnTo>
                  <a:lnTo>
                    <a:pt x="2552001" y="549960"/>
                  </a:lnTo>
                  <a:lnTo>
                    <a:pt x="2561745" y="548889"/>
                  </a:lnTo>
                  <a:lnTo>
                    <a:pt x="2571474" y="547623"/>
                  </a:lnTo>
                  <a:lnTo>
                    <a:pt x="2581218" y="546164"/>
                  </a:lnTo>
                  <a:lnTo>
                    <a:pt x="2590962" y="544518"/>
                  </a:lnTo>
                  <a:lnTo>
                    <a:pt x="2600705" y="542687"/>
                  </a:lnTo>
                  <a:lnTo>
                    <a:pt x="2610449" y="540677"/>
                  </a:lnTo>
                  <a:lnTo>
                    <a:pt x="2620178" y="538494"/>
                  </a:lnTo>
                  <a:lnTo>
                    <a:pt x="2629922" y="536141"/>
                  </a:lnTo>
                  <a:lnTo>
                    <a:pt x="2639666" y="533623"/>
                  </a:lnTo>
                  <a:lnTo>
                    <a:pt x="2649410" y="530948"/>
                  </a:lnTo>
                  <a:lnTo>
                    <a:pt x="2659139" y="528115"/>
                  </a:lnTo>
                  <a:lnTo>
                    <a:pt x="2668883" y="525134"/>
                  </a:lnTo>
                  <a:lnTo>
                    <a:pt x="2678627" y="522008"/>
                  </a:lnTo>
                  <a:lnTo>
                    <a:pt x="2688371" y="518742"/>
                  </a:lnTo>
                  <a:lnTo>
                    <a:pt x="2698100" y="515342"/>
                  </a:lnTo>
                  <a:lnTo>
                    <a:pt x="2707844" y="511811"/>
                  </a:lnTo>
                  <a:lnTo>
                    <a:pt x="2717588" y="508155"/>
                  </a:lnTo>
                  <a:lnTo>
                    <a:pt x="2727332" y="504380"/>
                  </a:lnTo>
                  <a:lnTo>
                    <a:pt x="2737076" y="500488"/>
                  </a:lnTo>
                  <a:lnTo>
                    <a:pt x="2746805" y="496485"/>
                  </a:lnTo>
                  <a:lnTo>
                    <a:pt x="2756549" y="492376"/>
                  </a:lnTo>
                  <a:lnTo>
                    <a:pt x="2766293" y="488165"/>
                  </a:lnTo>
                  <a:lnTo>
                    <a:pt x="2776037" y="483858"/>
                  </a:lnTo>
                  <a:lnTo>
                    <a:pt x="2785766" y="479457"/>
                  </a:lnTo>
                  <a:lnTo>
                    <a:pt x="2795510" y="474966"/>
                  </a:lnTo>
                  <a:lnTo>
                    <a:pt x="2805254" y="470391"/>
                  </a:lnTo>
                  <a:lnTo>
                    <a:pt x="2814998" y="465736"/>
                  </a:lnTo>
                  <a:lnTo>
                    <a:pt x="2824727" y="461003"/>
                  </a:lnTo>
                  <a:lnTo>
                    <a:pt x="2834471" y="456196"/>
                  </a:lnTo>
                  <a:lnTo>
                    <a:pt x="2844215" y="451321"/>
                  </a:lnTo>
                  <a:lnTo>
                    <a:pt x="2853958" y="446379"/>
                  </a:lnTo>
                  <a:lnTo>
                    <a:pt x="2863687" y="441373"/>
                  </a:lnTo>
                  <a:lnTo>
                    <a:pt x="2873431" y="436309"/>
                  </a:lnTo>
                  <a:lnTo>
                    <a:pt x="2883175" y="431187"/>
                  </a:lnTo>
                  <a:lnTo>
                    <a:pt x="2892919" y="426010"/>
                  </a:lnTo>
                  <a:lnTo>
                    <a:pt x="2902663" y="420782"/>
                  </a:lnTo>
                  <a:lnTo>
                    <a:pt x="2912392" y="41550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2" name="Freeform 821">
              <a:extLst>
                <a:ext uri="{FF2B5EF4-FFF2-40B4-BE49-F238E27FC236}">
                  <a16:creationId xmlns:a16="http://schemas.microsoft.com/office/drawing/2014/main" id="{356A8F08-5A58-2CFA-5879-2DD9594B3B3B}"/>
                </a:ext>
              </a:extLst>
            </p:cNvPr>
            <p:cNvSpPr/>
            <p:nvPr/>
          </p:nvSpPr>
          <p:spPr>
            <a:xfrm>
              <a:off x="576446" y="3101796"/>
              <a:ext cx="2912392" cy="797810"/>
            </a:xfrm>
            <a:custGeom>
              <a:avLst/>
              <a:gdLst>
                <a:gd name="connsiteX0" fmla="*/ 0 w 2912392"/>
                <a:gd name="connsiteY0" fmla="*/ 225116 h 797810"/>
                <a:gd name="connsiteX1" fmla="*/ 9739 w 2912392"/>
                <a:gd name="connsiteY1" fmla="*/ 217977 h 797810"/>
                <a:gd name="connsiteX2" fmla="*/ 19480 w 2912392"/>
                <a:gd name="connsiteY2" fmla="*/ 210816 h 797810"/>
                <a:gd name="connsiteX3" fmla="*/ 29221 w 2912392"/>
                <a:gd name="connsiteY3" fmla="*/ 203644 h 797810"/>
                <a:gd name="connsiteX4" fmla="*/ 38961 w 2912392"/>
                <a:gd name="connsiteY4" fmla="*/ 196465 h 797810"/>
                <a:gd name="connsiteX5" fmla="*/ 48702 w 2912392"/>
                <a:gd name="connsiteY5" fmla="*/ 189292 h 797810"/>
                <a:gd name="connsiteX6" fmla="*/ 58443 w 2912392"/>
                <a:gd name="connsiteY6" fmla="*/ 182131 h 797810"/>
                <a:gd name="connsiteX7" fmla="*/ 68182 w 2912392"/>
                <a:gd name="connsiteY7" fmla="*/ 174992 h 797810"/>
                <a:gd name="connsiteX8" fmla="*/ 77923 w 2912392"/>
                <a:gd name="connsiteY8" fmla="*/ 167880 h 797810"/>
                <a:gd name="connsiteX9" fmla="*/ 87664 w 2912392"/>
                <a:gd name="connsiteY9" fmla="*/ 160808 h 797810"/>
                <a:gd name="connsiteX10" fmla="*/ 97404 w 2912392"/>
                <a:gd name="connsiteY10" fmla="*/ 153781 h 797810"/>
                <a:gd name="connsiteX11" fmla="*/ 107145 w 2912392"/>
                <a:gd name="connsiteY11" fmla="*/ 146810 h 797810"/>
                <a:gd name="connsiteX12" fmla="*/ 116886 w 2912392"/>
                <a:gd name="connsiteY12" fmla="*/ 139901 h 797810"/>
                <a:gd name="connsiteX13" fmla="*/ 126625 w 2912392"/>
                <a:gd name="connsiteY13" fmla="*/ 133064 h 797810"/>
                <a:gd name="connsiteX14" fmla="*/ 136366 w 2912392"/>
                <a:gd name="connsiteY14" fmla="*/ 126309 h 797810"/>
                <a:gd name="connsiteX15" fmla="*/ 146107 w 2912392"/>
                <a:gd name="connsiteY15" fmla="*/ 119642 h 797810"/>
                <a:gd name="connsiteX16" fmla="*/ 155846 w 2912392"/>
                <a:gd name="connsiteY16" fmla="*/ 113071 h 797810"/>
                <a:gd name="connsiteX17" fmla="*/ 165587 w 2912392"/>
                <a:gd name="connsiteY17" fmla="*/ 106607 h 797810"/>
                <a:gd name="connsiteX18" fmla="*/ 175328 w 2912392"/>
                <a:gd name="connsiteY18" fmla="*/ 100255 h 797810"/>
                <a:gd name="connsiteX19" fmla="*/ 185068 w 2912392"/>
                <a:gd name="connsiteY19" fmla="*/ 94026 h 797810"/>
                <a:gd name="connsiteX20" fmla="*/ 194809 w 2912392"/>
                <a:gd name="connsiteY20" fmla="*/ 87928 h 797810"/>
                <a:gd name="connsiteX21" fmla="*/ 204550 w 2912392"/>
                <a:gd name="connsiteY21" fmla="*/ 81967 h 797810"/>
                <a:gd name="connsiteX22" fmla="*/ 214289 w 2912392"/>
                <a:gd name="connsiteY22" fmla="*/ 76153 h 797810"/>
                <a:gd name="connsiteX23" fmla="*/ 224030 w 2912392"/>
                <a:gd name="connsiteY23" fmla="*/ 70495 h 797810"/>
                <a:gd name="connsiteX24" fmla="*/ 233771 w 2912392"/>
                <a:gd name="connsiteY24" fmla="*/ 65000 h 797810"/>
                <a:gd name="connsiteX25" fmla="*/ 243510 w 2912392"/>
                <a:gd name="connsiteY25" fmla="*/ 59673 h 797810"/>
                <a:gd name="connsiteX26" fmla="*/ 253251 w 2912392"/>
                <a:gd name="connsiteY26" fmla="*/ 54527 h 797810"/>
                <a:gd name="connsiteX27" fmla="*/ 262992 w 2912392"/>
                <a:gd name="connsiteY27" fmla="*/ 49567 h 797810"/>
                <a:gd name="connsiteX28" fmla="*/ 272732 w 2912392"/>
                <a:gd name="connsiteY28" fmla="*/ 44801 h 797810"/>
                <a:gd name="connsiteX29" fmla="*/ 282473 w 2912392"/>
                <a:gd name="connsiteY29" fmla="*/ 40236 h 797810"/>
                <a:gd name="connsiteX30" fmla="*/ 292214 w 2912392"/>
                <a:gd name="connsiteY30" fmla="*/ 35880 h 797810"/>
                <a:gd name="connsiteX31" fmla="*/ 301953 w 2912392"/>
                <a:gd name="connsiteY31" fmla="*/ 31741 h 797810"/>
                <a:gd name="connsiteX32" fmla="*/ 311694 w 2912392"/>
                <a:gd name="connsiteY32" fmla="*/ 27824 h 797810"/>
                <a:gd name="connsiteX33" fmla="*/ 321435 w 2912392"/>
                <a:gd name="connsiteY33" fmla="*/ 24138 h 797810"/>
                <a:gd name="connsiteX34" fmla="*/ 331175 w 2912392"/>
                <a:gd name="connsiteY34" fmla="*/ 20689 h 797810"/>
                <a:gd name="connsiteX35" fmla="*/ 340916 w 2912392"/>
                <a:gd name="connsiteY35" fmla="*/ 17484 h 797810"/>
                <a:gd name="connsiteX36" fmla="*/ 350656 w 2912392"/>
                <a:gd name="connsiteY36" fmla="*/ 14529 h 797810"/>
                <a:gd name="connsiteX37" fmla="*/ 360396 w 2912392"/>
                <a:gd name="connsiteY37" fmla="*/ 11830 h 797810"/>
                <a:gd name="connsiteX38" fmla="*/ 370137 w 2912392"/>
                <a:gd name="connsiteY38" fmla="*/ 9394 h 797810"/>
                <a:gd name="connsiteX39" fmla="*/ 379878 w 2912392"/>
                <a:gd name="connsiteY39" fmla="*/ 7226 h 797810"/>
                <a:gd name="connsiteX40" fmla="*/ 389617 w 2912392"/>
                <a:gd name="connsiteY40" fmla="*/ 5332 h 797810"/>
                <a:gd name="connsiteX41" fmla="*/ 399358 w 2912392"/>
                <a:gd name="connsiteY41" fmla="*/ 3717 h 797810"/>
                <a:gd name="connsiteX42" fmla="*/ 409099 w 2912392"/>
                <a:gd name="connsiteY42" fmla="*/ 2387 h 797810"/>
                <a:gd name="connsiteX43" fmla="*/ 418839 w 2912392"/>
                <a:gd name="connsiteY43" fmla="*/ 1345 h 797810"/>
                <a:gd name="connsiteX44" fmla="*/ 428580 w 2912392"/>
                <a:gd name="connsiteY44" fmla="*/ 597 h 797810"/>
                <a:gd name="connsiteX45" fmla="*/ 438321 w 2912392"/>
                <a:gd name="connsiteY45" fmla="*/ 149 h 797810"/>
                <a:gd name="connsiteX46" fmla="*/ 448060 w 2912392"/>
                <a:gd name="connsiteY46" fmla="*/ 0 h 797810"/>
                <a:gd name="connsiteX47" fmla="*/ 457801 w 2912392"/>
                <a:gd name="connsiteY47" fmla="*/ 158 h 797810"/>
                <a:gd name="connsiteX48" fmla="*/ 467542 w 2912392"/>
                <a:gd name="connsiteY48" fmla="*/ 623 h 797810"/>
                <a:gd name="connsiteX49" fmla="*/ 477281 w 2912392"/>
                <a:gd name="connsiteY49" fmla="*/ 1401 h 797810"/>
                <a:gd name="connsiteX50" fmla="*/ 487022 w 2912392"/>
                <a:gd name="connsiteY50" fmla="*/ 2491 h 797810"/>
                <a:gd name="connsiteX51" fmla="*/ 496763 w 2912392"/>
                <a:gd name="connsiteY51" fmla="*/ 3899 h 797810"/>
                <a:gd name="connsiteX52" fmla="*/ 506503 w 2912392"/>
                <a:gd name="connsiteY52" fmla="*/ 5624 h 797810"/>
                <a:gd name="connsiteX53" fmla="*/ 516244 w 2912392"/>
                <a:gd name="connsiteY53" fmla="*/ 7670 h 797810"/>
                <a:gd name="connsiteX54" fmla="*/ 525985 w 2912392"/>
                <a:gd name="connsiteY54" fmla="*/ 10034 h 797810"/>
                <a:gd name="connsiteX55" fmla="*/ 535724 w 2912392"/>
                <a:gd name="connsiteY55" fmla="*/ 12722 h 797810"/>
                <a:gd name="connsiteX56" fmla="*/ 545465 w 2912392"/>
                <a:gd name="connsiteY56" fmla="*/ 15730 h 797810"/>
                <a:gd name="connsiteX57" fmla="*/ 555206 w 2912392"/>
                <a:gd name="connsiteY57" fmla="*/ 19059 h 797810"/>
                <a:gd name="connsiteX58" fmla="*/ 564946 w 2912392"/>
                <a:gd name="connsiteY58" fmla="*/ 22709 h 797810"/>
                <a:gd name="connsiteX59" fmla="*/ 574687 w 2912392"/>
                <a:gd name="connsiteY59" fmla="*/ 26678 h 797810"/>
                <a:gd name="connsiteX60" fmla="*/ 584428 w 2912392"/>
                <a:gd name="connsiteY60" fmla="*/ 30965 h 797810"/>
                <a:gd name="connsiteX61" fmla="*/ 594167 w 2912392"/>
                <a:gd name="connsiteY61" fmla="*/ 35568 h 797810"/>
                <a:gd name="connsiteX62" fmla="*/ 603908 w 2912392"/>
                <a:gd name="connsiteY62" fmla="*/ 40485 h 797810"/>
                <a:gd name="connsiteX63" fmla="*/ 613649 w 2912392"/>
                <a:gd name="connsiteY63" fmla="*/ 45715 h 797810"/>
                <a:gd name="connsiteX64" fmla="*/ 623388 w 2912392"/>
                <a:gd name="connsiteY64" fmla="*/ 51251 h 797810"/>
                <a:gd name="connsiteX65" fmla="*/ 633129 w 2912392"/>
                <a:gd name="connsiteY65" fmla="*/ 57091 h 797810"/>
                <a:gd name="connsiteX66" fmla="*/ 642870 w 2912392"/>
                <a:gd name="connsiteY66" fmla="*/ 63231 h 797810"/>
                <a:gd name="connsiteX67" fmla="*/ 652610 w 2912392"/>
                <a:gd name="connsiteY67" fmla="*/ 69668 h 797810"/>
                <a:gd name="connsiteX68" fmla="*/ 662351 w 2912392"/>
                <a:gd name="connsiteY68" fmla="*/ 76396 h 797810"/>
                <a:gd name="connsiteX69" fmla="*/ 672092 w 2912392"/>
                <a:gd name="connsiteY69" fmla="*/ 83409 h 797810"/>
                <a:gd name="connsiteX70" fmla="*/ 681831 w 2912392"/>
                <a:gd name="connsiteY70" fmla="*/ 90702 h 797810"/>
                <a:gd name="connsiteX71" fmla="*/ 691572 w 2912392"/>
                <a:gd name="connsiteY71" fmla="*/ 98269 h 797810"/>
                <a:gd name="connsiteX72" fmla="*/ 701313 w 2912392"/>
                <a:gd name="connsiteY72" fmla="*/ 106105 h 797810"/>
                <a:gd name="connsiteX73" fmla="*/ 711052 w 2912392"/>
                <a:gd name="connsiteY73" fmla="*/ 114199 h 797810"/>
                <a:gd name="connsiteX74" fmla="*/ 720793 w 2912392"/>
                <a:gd name="connsiteY74" fmla="*/ 122549 h 797810"/>
                <a:gd name="connsiteX75" fmla="*/ 730534 w 2912392"/>
                <a:gd name="connsiteY75" fmla="*/ 131142 h 797810"/>
                <a:gd name="connsiteX76" fmla="*/ 740274 w 2912392"/>
                <a:gd name="connsiteY76" fmla="*/ 139976 h 797810"/>
                <a:gd name="connsiteX77" fmla="*/ 750015 w 2912392"/>
                <a:gd name="connsiteY77" fmla="*/ 149037 h 797810"/>
                <a:gd name="connsiteX78" fmla="*/ 759756 w 2912392"/>
                <a:gd name="connsiteY78" fmla="*/ 158321 h 797810"/>
                <a:gd name="connsiteX79" fmla="*/ 769495 w 2912392"/>
                <a:gd name="connsiteY79" fmla="*/ 167818 h 797810"/>
                <a:gd name="connsiteX80" fmla="*/ 779236 w 2912392"/>
                <a:gd name="connsiteY80" fmla="*/ 177518 h 797810"/>
                <a:gd name="connsiteX81" fmla="*/ 788977 w 2912392"/>
                <a:gd name="connsiteY81" fmla="*/ 187413 h 797810"/>
                <a:gd name="connsiteX82" fmla="*/ 798717 w 2912392"/>
                <a:gd name="connsiteY82" fmla="*/ 197492 h 797810"/>
                <a:gd name="connsiteX83" fmla="*/ 808458 w 2912392"/>
                <a:gd name="connsiteY83" fmla="*/ 207747 h 797810"/>
                <a:gd name="connsiteX84" fmla="*/ 818199 w 2912392"/>
                <a:gd name="connsiteY84" fmla="*/ 218166 h 797810"/>
                <a:gd name="connsiteX85" fmla="*/ 827938 w 2912392"/>
                <a:gd name="connsiteY85" fmla="*/ 228741 h 797810"/>
                <a:gd name="connsiteX86" fmla="*/ 837679 w 2912392"/>
                <a:gd name="connsiteY86" fmla="*/ 239459 h 797810"/>
                <a:gd name="connsiteX87" fmla="*/ 847420 w 2912392"/>
                <a:gd name="connsiteY87" fmla="*/ 250313 h 797810"/>
                <a:gd name="connsiteX88" fmla="*/ 857159 w 2912392"/>
                <a:gd name="connsiteY88" fmla="*/ 261292 h 797810"/>
                <a:gd name="connsiteX89" fmla="*/ 866900 w 2912392"/>
                <a:gd name="connsiteY89" fmla="*/ 272383 h 797810"/>
                <a:gd name="connsiteX90" fmla="*/ 876641 w 2912392"/>
                <a:gd name="connsiteY90" fmla="*/ 283577 h 797810"/>
                <a:gd name="connsiteX91" fmla="*/ 886381 w 2912392"/>
                <a:gd name="connsiteY91" fmla="*/ 294864 h 797810"/>
                <a:gd name="connsiteX92" fmla="*/ 896122 w 2912392"/>
                <a:gd name="connsiteY92" fmla="*/ 306231 h 797810"/>
                <a:gd name="connsiteX93" fmla="*/ 905863 w 2912392"/>
                <a:gd name="connsiteY93" fmla="*/ 317669 h 797810"/>
                <a:gd name="connsiteX94" fmla="*/ 915602 w 2912392"/>
                <a:gd name="connsiteY94" fmla="*/ 329166 h 797810"/>
                <a:gd name="connsiteX95" fmla="*/ 925343 w 2912392"/>
                <a:gd name="connsiteY95" fmla="*/ 340714 h 797810"/>
                <a:gd name="connsiteX96" fmla="*/ 935084 w 2912392"/>
                <a:gd name="connsiteY96" fmla="*/ 352298 h 797810"/>
                <a:gd name="connsiteX97" fmla="*/ 944824 w 2912392"/>
                <a:gd name="connsiteY97" fmla="*/ 363912 h 797810"/>
                <a:gd name="connsiteX98" fmla="*/ 954564 w 2912392"/>
                <a:gd name="connsiteY98" fmla="*/ 375542 h 797810"/>
                <a:gd name="connsiteX99" fmla="*/ 964305 w 2912392"/>
                <a:gd name="connsiteY99" fmla="*/ 387178 h 797810"/>
                <a:gd name="connsiteX100" fmla="*/ 974045 w 2912392"/>
                <a:gd name="connsiteY100" fmla="*/ 398811 h 797810"/>
                <a:gd name="connsiteX101" fmla="*/ 983786 w 2912392"/>
                <a:gd name="connsiteY101" fmla="*/ 410431 h 797810"/>
                <a:gd name="connsiteX102" fmla="*/ 993522 w 2912392"/>
                <a:gd name="connsiteY102" fmla="*/ 422026 h 797810"/>
                <a:gd name="connsiteX103" fmla="*/ 1003266 w 2912392"/>
                <a:gd name="connsiteY103" fmla="*/ 433586 h 797810"/>
                <a:gd name="connsiteX104" fmla="*/ 1013010 w 2912392"/>
                <a:gd name="connsiteY104" fmla="*/ 445103 h 797810"/>
                <a:gd name="connsiteX105" fmla="*/ 1022754 w 2912392"/>
                <a:gd name="connsiteY105" fmla="*/ 456566 h 797810"/>
                <a:gd name="connsiteX106" fmla="*/ 1032483 w 2912392"/>
                <a:gd name="connsiteY106" fmla="*/ 467965 h 797810"/>
                <a:gd name="connsiteX107" fmla="*/ 1042227 w 2912392"/>
                <a:gd name="connsiteY107" fmla="*/ 479293 h 797810"/>
                <a:gd name="connsiteX108" fmla="*/ 1051971 w 2912392"/>
                <a:gd name="connsiteY108" fmla="*/ 490537 h 797810"/>
                <a:gd name="connsiteX109" fmla="*/ 1061715 w 2912392"/>
                <a:gd name="connsiteY109" fmla="*/ 501690 h 797810"/>
                <a:gd name="connsiteX110" fmla="*/ 1071444 w 2912392"/>
                <a:gd name="connsiteY110" fmla="*/ 512744 h 797810"/>
                <a:gd name="connsiteX111" fmla="*/ 1081188 w 2912392"/>
                <a:gd name="connsiteY111" fmla="*/ 523690 h 797810"/>
                <a:gd name="connsiteX112" fmla="*/ 1090932 w 2912392"/>
                <a:gd name="connsiteY112" fmla="*/ 534519 h 797810"/>
                <a:gd name="connsiteX113" fmla="*/ 1100676 w 2912392"/>
                <a:gd name="connsiteY113" fmla="*/ 545222 h 797810"/>
                <a:gd name="connsiteX114" fmla="*/ 1110405 w 2912392"/>
                <a:gd name="connsiteY114" fmla="*/ 555792 h 797810"/>
                <a:gd name="connsiteX115" fmla="*/ 1120149 w 2912392"/>
                <a:gd name="connsiteY115" fmla="*/ 566221 h 797810"/>
                <a:gd name="connsiteX116" fmla="*/ 1129893 w 2912392"/>
                <a:gd name="connsiteY116" fmla="*/ 576500 h 797810"/>
                <a:gd name="connsiteX117" fmla="*/ 1139637 w 2912392"/>
                <a:gd name="connsiteY117" fmla="*/ 586624 h 797810"/>
                <a:gd name="connsiteX118" fmla="*/ 1149381 w 2912392"/>
                <a:gd name="connsiteY118" fmla="*/ 596584 h 797810"/>
                <a:gd name="connsiteX119" fmla="*/ 1159110 w 2912392"/>
                <a:gd name="connsiteY119" fmla="*/ 606372 h 797810"/>
                <a:gd name="connsiteX120" fmla="*/ 1168854 w 2912392"/>
                <a:gd name="connsiteY120" fmla="*/ 615984 h 797810"/>
                <a:gd name="connsiteX121" fmla="*/ 1178598 w 2912392"/>
                <a:gd name="connsiteY121" fmla="*/ 625409 h 797810"/>
                <a:gd name="connsiteX122" fmla="*/ 1188341 w 2912392"/>
                <a:gd name="connsiteY122" fmla="*/ 634643 h 797810"/>
                <a:gd name="connsiteX123" fmla="*/ 1198070 w 2912392"/>
                <a:gd name="connsiteY123" fmla="*/ 643681 h 797810"/>
                <a:gd name="connsiteX124" fmla="*/ 1207814 w 2912392"/>
                <a:gd name="connsiteY124" fmla="*/ 652514 h 797810"/>
                <a:gd name="connsiteX125" fmla="*/ 1217558 w 2912392"/>
                <a:gd name="connsiteY125" fmla="*/ 661136 h 797810"/>
                <a:gd name="connsiteX126" fmla="*/ 1227302 w 2912392"/>
                <a:gd name="connsiteY126" fmla="*/ 669544 h 797810"/>
                <a:gd name="connsiteX127" fmla="*/ 1237031 w 2912392"/>
                <a:gd name="connsiteY127" fmla="*/ 677728 h 797810"/>
                <a:gd name="connsiteX128" fmla="*/ 1246775 w 2912392"/>
                <a:gd name="connsiteY128" fmla="*/ 685685 h 797810"/>
                <a:gd name="connsiteX129" fmla="*/ 1256519 w 2912392"/>
                <a:gd name="connsiteY129" fmla="*/ 693409 h 797810"/>
                <a:gd name="connsiteX130" fmla="*/ 1266263 w 2912392"/>
                <a:gd name="connsiteY130" fmla="*/ 700894 h 797810"/>
                <a:gd name="connsiteX131" fmla="*/ 1276007 w 2912392"/>
                <a:gd name="connsiteY131" fmla="*/ 708137 h 797810"/>
                <a:gd name="connsiteX132" fmla="*/ 1285736 w 2912392"/>
                <a:gd name="connsiteY132" fmla="*/ 715129 h 797810"/>
                <a:gd name="connsiteX133" fmla="*/ 1295480 w 2912392"/>
                <a:gd name="connsiteY133" fmla="*/ 721869 h 797810"/>
                <a:gd name="connsiteX134" fmla="*/ 1305224 w 2912392"/>
                <a:gd name="connsiteY134" fmla="*/ 728349 h 797810"/>
                <a:gd name="connsiteX135" fmla="*/ 1314968 w 2912392"/>
                <a:gd name="connsiteY135" fmla="*/ 734566 h 797810"/>
                <a:gd name="connsiteX136" fmla="*/ 1324697 w 2912392"/>
                <a:gd name="connsiteY136" fmla="*/ 740515 h 797810"/>
                <a:gd name="connsiteX137" fmla="*/ 1334441 w 2912392"/>
                <a:gd name="connsiteY137" fmla="*/ 746193 h 797810"/>
                <a:gd name="connsiteX138" fmla="*/ 1344185 w 2912392"/>
                <a:gd name="connsiteY138" fmla="*/ 751594 h 797810"/>
                <a:gd name="connsiteX139" fmla="*/ 1353929 w 2912392"/>
                <a:gd name="connsiteY139" fmla="*/ 756715 h 797810"/>
                <a:gd name="connsiteX140" fmla="*/ 1363658 w 2912392"/>
                <a:gd name="connsiteY140" fmla="*/ 761549 h 797810"/>
                <a:gd name="connsiteX141" fmla="*/ 1373402 w 2912392"/>
                <a:gd name="connsiteY141" fmla="*/ 766098 h 797810"/>
                <a:gd name="connsiteX142" fmla="*/ 1383146 w 2912392"/>
                <a:gd name="connsiteY142" fmla="*/ 770353 h 797810"/>
                <a:gd name="connsiteX143" fmla="*/ 1392890 w 2912392"/>
                <a:gd name="connsiteY143" fmla="*/ 774313 h 797810"/>
                <a:gd name="connsiteX144" fmla="*/ 1402619 w 2912392"/>
                <a:gd name="connsiteY144" fmla="*/ 777976 h 797810"/>
                <a:gd name="connsiteX145" fmla="*/ 1412363 w 2912392"/>
                <a:gd name="connsiteY145" fmla="*/ 781335 h 797810"/>
                <a:gd name="connsiteX146" fmla="*/ 1422106 w 2912392"/>
                <a:gd name="connsiteY146" fmla="*/ 784390 h 797810"/>
                <a:gd name="connsiteX147" fmla="*/ 1431850 w 2912392"/>
                <a:gd name="connsiteY147" fmla="*/ 787139 h 797810"/>
                <a:gd name="connsiteX148" fmla="*/ 1441594 w 2912392"/>
                <a:gd name="connsiteY148" fmla="*/ 789576 h 797810"/>
                <a:gd name="connsiteX149" fmla="*/ 1451323 w 2912392"/>
                <a:gd name="connsiteY149" fmla="*/ 791702 h 797810"/>
                <a:gd name="connsiteX150" fmla="*/ 1461067 w 2912392"/>
                <a:gd name="connsiteY150" fmla="*/ 793514 h 797810"/>
                <a:gd name="connsiteX151" fmla="*/ 1470811 w 2912392"/>
                <a:gd name="connsiteY151" fmla="*/ 795010 h 797810"/>
                <a:gd name="connsiteX152" fmla="*/ 1480555 w 2912392"/>
                <a:gd name="connsiteY152" fmla="*/ 796188 h 797810"/>
                <a:gd name="connsiteX153" fmla="*/ 1490284 w 2912392"/>
                <a:gd name="connsiteY153" fmla="*/ 797049 h 797810"/>
                <a:gd name="connsiteX154" fmla="*/ 1500028 w 2912392"/>
                <a:gd name="connsiteY154" fmla="*/ 797590 h 797810"/>
                <a:gd name="connsiteX155" fmla="*/ 1509772 w 2912392"/>
                <a:gd name="connsiteY155" fmla="*/ 797811 h 797810"/>
                <a:gd name="connsiteX156" fmla="*/ 1519516 w 2912392"/>
                <a:gd name="connsiteY156" fmla="*/ 797711 h 797810"/>
                <a:gd name="connsiteX157" fmla="*/ 1529245 w 2912392"/>
                <a:gd name="connsiteY157" fmla="*/ 797291 h 797810"/>
                <a:gd name="connsiteX158" fmla="*/ 1538989 w 2912392"/>
                <a:gd name="connsiteY158" fmla="*/ 796550 h 797810"/>
                <a:gd name="connsiteX159" fmla="*/ 1548733 w 2912392"/>
                <a:gd name="connsiteY159" fmla="*/ 795491 h 797810"/>
                <a:gd name="connsiteX160" fmla="*/ 1558477 w 2912392"/>
                <a:gd name="connsiteY160" fmla="*/ 794114 h 797810"/>
                <a:gd name="connsiteX161" fmla="*/ 1568221 w 2912392"/>
                <a:gd name="connsiteY161" fmla="*/ 792420 h 797810"/>
                <a:gd name="connsiteX162" fmla="*/ 1577950 w 2912392"/>
                <a:gd name="connsiteY162" fmla="*/ 790410 h 797810"/>
                <a:gd name="connsiteX163" fmla="*/ 1587694 w 2912392"/>
                <a:gd name="connsiteY163" fmla="*/ 788089 h 797810"/>
                <a:gd name="connsiteX164" fmla="*/ 1597438 w 2912392"/>
                <a:gd name="connsiteY164" fmla="*/ 785456 h 797810"/>
                <a:gd name="connsiteX165" fmla="*/ 1607182 w 2912392"/>
                <a:gd name="connsiteY165" fmla="*/ 782518 h 797810"/>
                <a:gd name="connsiteX166" fmla="*/ 1616911 w 2912392"/>
                <a:gd name="connsiteY166" fmla="*/ 779276 h 797810"/>
                <a:gd name="connsiteX167" fmla="*/ 1626655 w 2912392"/>
                <a:gd name="connsiteY167" fmla="*/ 775733 h 797810"/>
                <a:gd name="connsiteX168" fmla="*/ 1636399 w 2912392"/>
                <a:gd name="connsiteY168" fmla="*/ 771897 h 797810"/>
                <a:gd name="connsiteX169" fmla="*/ 1646142 w 2912392"/>
                <a:gd name="connsiteY169" fmla="*/ 767768 h 797810"/>
                <a:gd name="connsiteX170" fmla="*/ 1655872 w 2912392"/>
                <a:gd name="connsiteY170" fmla="*/ 763355 h 797810"/>
                <a:gd name="connsiteX171" fmla="*/ 1665616 w 2912392"/>
                <a:gd name="connsiteY171" fmla="*/ 758662 h 797810"/>
                <a:gd name="connsiteX172" fmla="*/ 1675359 w 2912392"/>
                <a:gd name="connsiteY172" fmla="*/ 753695 h 797810"/>
                <a:gd name="connsiteX173" fmla="*/ 1685103 w 2912392"/>
                <a:gd name="connsiteY173" fmla="*/ 748459 h 797810"/>
                <a:gd name="connsiteX174" fmla="*/ 1694832 w 2912392"/>
                <a:gd name="connsiteY174" fmla="*/ 742965 h 797810"/>
                <a:gd name="connsiteX175" fmla="*/ 1704576 w 2912392"/>
                <a:gd name="connsiteY175" fmla="*/ 737217 h 797810"/>
                <a:gd name="connsiteX176" fmla="*/ 1714320 w 2912392"/>
                <a:gd name="connsiteY176" fmla="*/ 731223 h 797810"/>
                <a:gd name="connsiteX177" fmla="*/ 1724064 w 2912392"/>
                <a:gd name="connsiteY177" fmla="*/ 724990 h 797810"/>
                <a:gd name="connsiteX178" fmla="*/ 1733808 w 2912392"/>
                <a:gd name="connsiteY178" fmla="*/ 718530 h 797810"/>
                <a:gd name="connsiteX179" fmla="*/ 1743537 w 2912392"/>
                <a:gd name="connsiteY179" fmla="*/ 711850 h 797810"/>
                <a:gd name="connsiteX180" fmla="*/ 1753281 w 2912392"/>
                <a:gd name="connsiteY180" fmla="*/ 704957 h 797810"/>
                <a:gd name="connsiteX181" fmla="*/ 1763025 w 2912392"/>
                <a:gd name="connsiteY181" fmla="*/ 697864 h 797810"/>
                <a:gd name="connsiteX182" fmla="*/ 1772769 w 2912392"/>
                <a:gd name="connsiteY182" fmla="*/ 690580 h 797810"/>
                <a:gd name="connsiteX183" fmla="*/ 1782498 w 2912392"/>
                <a:gd name="connsiteY183" fmla="*/ 683112 h 797810"/>
                <a:gd name="connsiteX184" fmla="*/ 1792242 w 2912392"/>
                <a:gd name="connsiteY184" fmla="*/ 675475 h 797810"/>
                <a:gd name="connsiteX185" fmla="*/ 1801986 w 2912392"/>
                <a:gd name="connsiteY185" fmla="*/ 667679 h 797810"/>
                <a:gd name="connsiteX186" fmla="*/ 1811730 w 2912392"/>
                <a:gd name="connsiteY186" fmla="*/ 659731 h 797810"/>
                <a:gd name="connsiteX187" fmla="*/ 1821459 w 2912392"/>
                <a:gd name="connsiteY187" fmla="*/ 651647 h 797810"/>
                <a:gd name="connsiteX188" fmla="*/ 1831203 w 2912392"/>
                <a:gd name="connsiteY188" fmla="*/ 643435 h 797810"/>
                <a:gd name="connsiteX189" fmla="*/ 1840947 w 2912392"/>
                <a:gd name="connsiteY189" fmla="*/ 635109 h 797810"/>
                <a:gd name="connsiteX190" fmla="*/ 1850691 w 2912392"/>
                <a:gd name="connsiteY190" fmla="*/ 626680 h 797810"/>
                <a:gd name="connsiteX191" fmla="*/ 1860435 w 2912392"/>
                <a:gd name="connsiteY191" fmla="*/ 618157 h 797810"/>
                <a:gd name="connsiteX192" fmla="*/ 1870164 w 2912392"/>
                <a:gd name="connsiteY192" fmla="*/ 609558 h 797810"/>
                <a:gd name="connsiteX193" fmla="*/ 1879908 w 2912392"/>
                <a:gd name="connsiteY193" fmla="*/ 600889 h 797810"/>
                <a:gd name="connsiteX194" fmla="*/ 1889652 w 2912392"/>
                <a:gd name="connsiteY194" fmla="*/ 592166 h 797810"/>
                <a:gd name="connsiteX195" fmla="*/ 1899395 w 2912392"/>
                <a:gd name="connsiteY195" fmla="*/ 583399 h 797810"/>
                <a:gd name="connsiteX196" fmla="*/ 1909124 w 2912392"/>
                <a:gd name="connsiteY196" fmla="*/ 574602 h 797810"/>
                <a:gd name="connsiteX197" fmla="*/ 1918868 w 2912392"/>
                <a:gd name="connsiteY197" fmla="*/ 565786 h 797810"/>
                <a:gd name="connsiteX198" fmla="*/ 1928612 w 2912392"/>
                <a:gd name="connsiteY198" fmla="*/ 556963 h 797810"/>
                <a:gd name="connsiteX199" fmla="*/ 1938356 w 2912392"/>
                <a:gd name="connsiteY199" fmla="*/ 548144 h 797810"/>
                <a:gd name="connsiteX200" fmla="*/ 1948085 w 2912392"/>
                <a:gd name="connsiteY200" fmla="*/ 539343 h 797810"/>
                <a:gd name="connsiteX201" fmla="*/ 1957829 w 2912392"/>
                <a:gd name="connsiteY201" fmla="*/ 530571 h 797810"/>
                <a:gd name="connsiteX202" fmla="*/ 1967573 w 2912392"/>
                <a:gd name="connsiteY202" fmla="*/ 521838 h 797810"/>
                <a:gd name="connsiteX203" fmla="*/ 1977317 w 2912392"/>
                <a:gd name="connsiteY203" fmla="*/ 513158 h 797810"/>
                <a:gd name="connsiteX204" fmla="*/ 1987046 w 2912392"/>
                <a:gd name="connsiteY204" fmla="*/ 504541 h 797810"/>
                <a:gd name="connsiteX205" fmla="*/ 1996790 w 2912392"/>
                <a:gd name="connsiteY205" fmla="*/ 495998 h 797810"/>
                <a:gd name="connsiteX206" fmla="*/ 2006534 w 2912392"/>
                <a:gd name="connsiteY206" fmla="*/ 487539 h 797810"/>
                <a:gd name="connsiteX207" fmla="*/ 2016278 w 2912392"/>
                <a:gd name="connsiteY207" fmla="*/ 479175 h 797810"/>
                <a:gd name="connsiteX208" fmla="*/ 2026022 w 2912392"/>
                <a:gd name="connsiteY208" fmla="*/ 470918 h 797810"/>
                <a:gd name="connsiteX209" fmla="*/ 2035751 w 2912392"/>
                <a:gd name="connsiteY209" fmla="*/ 462777 h 797810"/>
                <a:gd name="connsiteX210" fmla="*/ 2045495 w 2912392"/>
                <a:gd name="connsiteY210" fmla="*/ 454760 h 797810"/>
                <a:gd name="connsiteX211" fmla="*/ 2055239 w 2912392"/>
                <a:gd name="connsiteY211" fmla="*/ 446879 h 797810"/>
                <a:gd name="connsiteX212" fmla="*/ 2064983 w 2912392"/>
                <a:gd name="connsiteY212" fmla="*/ 439141 h 797810"/>
                <a:gd name="connsiteX213" fmla="*/ 2074712 w 2912392"/>
                <a:gd name="connsiteY213" fmla="*/ 431556 h 797810"/>
                <a:gd name="connsiteX214" fmla="*/ 2084456 w 2912392"/>
                <a:gd name="connsiteY214" fmla="*/ 424132 h 797810"/>
                <a:gd name="connsiteX215" fmla="*/ 2094200 w 2912392"/>
                <a:gd name="connsiteY215" fmla="*/ 416878 h 797810"/>
                <a:gd name="connsiteX216" fmla="*/ 2103944 w 2912392"/>
                <a:gd name="connsiteY216" fmla="*/ 409801 h 797810"/>
                <a:gd name="connsiteX217" fmla="*/ 2113673 w 2912392"/>
                <a:gd name="connsiteY217" fmla="*/ 402907 h 797810"/>
                <a:gd name="connsiteX218" fmla="*/ 2123417 w 2912392"/>
                <a:gd name="connsiteY218" fmla="*/ 396206 h 797810"/>
                <a:gd name="connsiteX219" fmla="*/ 2133161 w 2912392"/>
                <a:gd name="connsiteY219" fmla="*/ 389701 h 797810"/>
                <a:gd name="connsiteX220" fmla="*/ 2142905 w 2912392"/>
                <a:gd name="connsiteY220" fmla="*/ 383400 h 797810"/>
                <a:gd name="connsiteX221" fmla="*/ 2152649 w 2912392"/>
                <a:gd name="connsiteY221" fmla="*/ 377311 h 797810"/>
                <a:gd name="connsiteX222" fmla="*/ 2162377 w 2912392"/>
                <a:gd name="connsiteY222" fmla="*/ 371436 h 797810"/>
                <a:gd name="connsiteX223" fmla="*/ 2172121 w 2912392"/>
                <a:gd name="connsiteY223" fmla="*/ 365782 h 797810"/>
                <a:gd name="connsiteX224" fmla="*/ 2181865 w 2912392"/>
                <a:gd name="connsiteY224" fmla="*/ 360353 h 797810"/>
                <a:gd name="connsiteX225" fmla="*/ 2191609 w 2912392"/>
                <a:gd name="connsiteY225" fmla="*/ 355154 h 797810"/>
                <a:gd name="connsiteX226" fmla="*/ 2201338 w 2912392"/>
                <a:gd name="connsiteY226" fmla="*/ 350190 h 797810"/>
                <a:gd name="connsiteX227" fmla="*/ 2211082 w 2912392"/>
                <a:gd name="connsiteY227" fmla="*/ 345463 h 797810"/>
                <a:gd name="connsiteX228" fmla="*/ 2220826 w 2912392"/>
                <a:gd name="connsiteY228" fmla="*/ 340977 h 797810"/>
                <a:gd name="connsiteX229" fmla="*/ 2230570 w 2912392"/>
                <a:gd name="connsiteY229" fmla="*/ 336735 h 797810"/>
                <a:gd name="connsiteX230" fmla="*/ 2240299 w 2912392"/>
                <a:gd name="connsiteY230" fmla="*/ 332739 h 797810"/>
                <a:gd name="connsiteX231" fmla="*/ 2250043 w 2912392"/>
                <a:gd name="connsiteY231" fmla="*/ 328993 h 797810"/>
                <a:gd name="connsiteX232" fmla="*/ 2259787 w 2912392"/>
                <a:gd name="connsiteY232" fmla="*/ 325497 h 797810"/>
                <a:gd name="connsiteX233" fmla="*/ 2269531 w 2912392"/>
                <a:gd name="connsiteY233" fmla="*/ 322253 h 797810"/>
                <a:gd name="connsiteX234" fmla="*/ 2279260 w 2912392"/>
                <a:gd name="connsiteY234" fmla="*/ 319264 h 797810"/>
                <a:gd name="connsiteX235" fmla="*/ 2289004 w 2912392"/>
                <a:gd name="connsiteY235" fmla="*/ 316529 h 797810"/>
                <a:gd name="connsiteX236" fmla="*/ 2298748 w 2912392"/>
                <a:gd name="connsiteY236" fmla="*/ 314048 h 797810"/>
                <a:gd name="connsiteX237" fmla="*/ 2308492 w 2912392"/>
                <a:gd name="connsiteY237" fmla="*/ 311825 h 797810"/>
                <a:gd name="connsiteX238" fmla="*/ 2318236 w 2912392"/>
                <a:gd name="connsiteY238" fmla="*/ 309856 h 797810"/>
                <a:gd name="connsiteX239" fmla="*/ 2327965 w 2912392"/>
                <a:gd name="connsiteY239" fmla="*/ 308142 h 797810"/>
                <a:gd name="connsiteX240" fmla="*/ 2337709 w 2912392"/>
                <a:gd name="connsiteY240" fmla="*/ 306684 h 797810"/>
                <a:gd name="connsiteX241" fmla="*/ 2347453 w 2912392"/>
                <a:gd name="connsiteY241" fmla="*/ 305478 h 797810"/>
                <a:gd name="connsiteX242" fmla="*/ 2357197 w 2912392"/>
                <a:gd name="connsiteY242" fmla="*/ 304526 h 797810"/>
                <a:gd name="connsiteX243" fmla="*/ 2366926 w 2912392"/>
                <a:gd name="connsiteY243" fmla="*/ 303824 h 797810"/>
                <a:gd name="connsiteX244" fmla="*/ 2376670 w 2912392"/>
                <a:gd name="connsiteY244" fmla="*/ 303372 h 797810"/>
                <a:gd name="connsiteX245" fmla="*/ 2386413 w 2912392"/>
                <a:gd name="connsiteY245" fmla="*/ 303166 h 797810"/>
                <a:gd name="connsiteX246" fmla="*/ 2396157 w 2912392"/>
                <a:gd name="connsiteY246" fmla="*/ 303205 h 797810"/>
                <a:gd name="connsiteX247" fmla="*/ 2405886 w 2912392"/>
                <a:gd name="connsiteY247" fmla="*/ 303485 h 797810"/>
                <a:gd name="connsiteX248" fmla="*/ 2415630 w 2912392"/>
                <a:gd name="connsiteY248" fmla="*/ 304005 h 797810"/>
                <a:gd name="connsiteX249" fmla="*/ 2425374 w 2912392"/>
                <a:gd name="connsiteY249" fmla="*/ 304760 h 797810"/>
                <a:gd name="connsiteX250" fmla="*/ 2435118 w 2912392"/>
                <a:gd name="connsiteY250" fmla="*/ 305746 h 797810"/>
                <a:gd name="connsiteX251" fmla="*/ 2444862 w 2912392"/>
                <a:gd name="connsiteY251" fmla="*/ 306961 h 797810"/>
                <a:gd name="connsiteX252" fmla="*/ 2454591 w 2912392"/>
                <a:gd name="connsiteY252" fmla="*/ 308400 h 797810"/>
                <a:gd name="connsiteX253" fmla="*/ 2464335 w 2912392"/>
                <a:gd name="connsiteY253" fmla="*/ 310058 h 797810"/>
                <a:gd name="connsiteX254" fmla="*/ 2474079 w 2912392"/>
                <a:gd name="connsiteY254" fmla="*/ 311931 h 797810"/>
                <a:gd name="connsiteX255" fmla="*/ 2483823 w 2912392"/>
                <a:gd name="connsiteY255" fmla="*/ 314014 h 797810"/>
                <a:gd name="connsiteX256" fmla="*/ 2493552 w 2912392"/>
                <a:gd name="connsiteY256" fmla="*/ 316301 h 797810"/>
                <a:gd name="connsiteX257" fmla="*/ 2503296 w 2912392"/>
                <a:gd name="connsiteY257" fmla="*/ 318786 h 797810"/>
                <a:gd name="connsiteX258" fmla="*/ 2513040 w 2912392"/>
                <a:gd name="connsiteY258" fmla="*/ 321465 h 797810"/>
                <a:gd name="connsiteX259" fmla="*/ 2522784 w 2912392"/>
                <a:gd name="connsiteY259" fmla="*/ 324330 h 797810"/>
                <a:gd name="connsiteX260" fmla="*/ 2532513 w 2912392"/>
                <a:gd name="connsiteY260" fmla="*/ 327375 h 797810"/>
                <a:gd name="connsiteX261" fmla="*/ 2542257 w 2912392"/>
                <a:gd name="connsiteY261" fmla="*/ 330594 h 797810"/>
                <a:gd name="connsiteX262" fmla="*/ 2552001 w 2912392"/>
                <a:gd name="connsiteY262" fmla="*/ 333980 h 797810"/>
                <a:gd name="connsiteX263" fmla="*/ 2561745 w 2912392"/>
                <a:gd name="connsiteY263" fmla="*/ 337525 h 797810"/>
                <a:gd name="connsiteX264" fmla="*/ 2571474 w 2912392"/>
                <a:gd name="connsiteY264" fmla="*/ 341222 h 797810"/>
                <a:gd name="connsiteX265" fmla="*/ 2581218 w 2912392"/>
                <a:gd name="connsiteY265" fmla="*/ 345063 h 797810"/>
                <a:gd name="connsiteX266" fmla="*/ 2590962 w 2912392"/>
                <a:gd name="connsiteY266" fmla="*/ 349041 h 797810"/>
                <a:gd name="connsiteX267" fmla="*/ 2600705 w 2912392"/>
                <a:gd name="connsiteY267" fmla="*/ 353146 h 797810"/>
                <a:gd name="connsiteX268" fmla="*/ 2610449 w 2912392"/>
                <a:gd name="connsiteY268" fmla="*/ 357371 h 797810"/>
                <a:gd name="connsiteX269" fmla="*/ 2620178 w 2912392"/>
                <a:gd name="connsiteY269" fmla="*/ 361709 h 797810"/>
                <a:gd name="connsiteX270" fmla="*/ 2629922 w 2912392"/>
                <a:gd name="connsiteY270" fmla="*/ 366147 h 797810"/>
                <a:gd name="connsiteX271" fmla="*/ 2639666 w 2912392"/>
                <a:gd name="connsiteY271" fmla="*/ 370679 h 797810"/>
                <a:gd name="connsiteX272" fmla="*/ 2649410 w 2912392"/>
                <a:gd name="connsiteY272" fmla="*/ 375296 h 797810"/>
                <a:gd name="connsiteX273" fmla="*/ 2659139 w 2912392"/>
                <a:gd name="connsiteY273" fmla="*/ 379988 h 797810"/>
                <a:gd name="connsiteX274" fmla="*/ 2668883 w 2912392"/>
                <a:gd name="connsiteY274" fmla="*/ 384745 h 797810"/>
                <a:gd name="connsiteX275" fmla="*/ 2678627 w 2912392"/>
                <a:gd name="connsiteY275" fmla="*/ 389558 h 797810"/>
                <a:gd name="connsiteX276" fmla="*/ 2688371 w 2912392"/>
                <a:gd name="connsiteY276" fmla="*/ 394416 h 797810"/>
                <a:gd name="connsiteX277" fmla="*/ 2698100 w 2912392"/>
                <a:gd name="connsiteY277" fmla="*/ 399312 h 797810"/>
                <a:gd name="connsiteX278" fmla="*/ 2707844 w 2912392"/>
                <a:gd name="connsiteY278" fmla="*/ 404235 h 797810"/>
                <a:gd name="connsiteX279" fmla="*/ 2717588 w 2912392"/>
                <a:gd name="connsiteY279" fmla="*/ 409174 h 797810"/>
                <a:gd name="connsiteX280" fmla="*/ 2727332 w 2912392"/>
                <a:gd name="connsiteY280" fmla="*/ 414120 h 797810"/>
                <a:gd name="connsiteX281" fmla="*/ 2737076 w 2912392"/>
                <a:gd name="connsiteY281" fmla="*/ 419064 h 797810"/>
                <a:gd name="connsiteX282" fmla="*/ 2746805 w 2912392"/>
                <a:gd name="connsiteY282" fmla="*/ 423995 h 797810"/>
                <a:gd name="connsiteX283" fmla="*/ 2756549 w 2912392"/>
                <a:gd name="connsiteY283" fmla="*/ 428904 h 797810"/>
                <a:gd name="connsiteX284" fmla="*/ 2766293 w 2912392"/>
                <a:gd name="connsiteY284" fmla="*/ 433781 h 797810"/>
                <a:gd name="connsiteX285" fmla="*/ 2776037 w 2912392"/>
                <a:gd name="connsiteY285" fmla="*/ 438616 h 797810"/>
                <a:gd name="connsiteX286" fmla="*/ 2785766 w 2912392"/>
                <a:gd name="connsiteY286" fmla="*/ 443400 h 797810"/>
                <a:gd name="connsiteX287" fmla="*/ 2795510 w 2912392"/>
                <a:gd name="connsiteY287" fmla="*/ 448123 h 797810"/>
                <a:gd name="connsiteX288" fmla="*/ 2805254 w 2912392"/>
                <a:gd name="connsiteY288" fmla="*/ 452777 h 797810"/>
                <a:gd name="connsiteX289" fmla="*/ 2814998 w 2912392"/>
                <a:gd name="connsiteY289" fmla="*/ 457353 h 797810"/>
                <a:gd name="connsiteX290" fmla="*/ 2824727 w 2912392"/>
                <a:gd name="connsiteY290" fmla="*/ 461840 h 797810"/>
                <a:gd name="connsiteX291" fmla="*/ 2834471 w 2912392"/>
                <a:gd name="connsiteY291" fmla="*/ 466232 h 797810"/>
                <a:gd name="connsiteX292" fmla="*/ 2844215 w 2912392"/>
                <a:gd name="connsiteY292" fmla="*/ 470520 h 797810"/>
                <a:gd name="connsiteX293" fmla="*/ 2853958 w 2912392"/>
                <a:gd name="connsiteY293" fmla="*/ 474695 h 797810"/>
                <a:gd name="connsiteX294" fmla="*/ 2863687 w 2912392"/>
                <a:gd name="connsiteY294" fmla="*/ 478750 h 797810"/>
                <a:gd name="connsiteX295" fmla="*/ 2873431 w 2912392"/>
                <a:gd name="connsiteY295" fmla="*/ 482678 h 797810"/>
                <a:gd name="connsiteX296" fmla="*/ 2883175 w 2912392"/>
                <a:gd name="connsiteY296" fmla="*/ 486473 h 797810"/>
                <a:gd name="connsiteX297" fmla="*/ 2892919 w 2912392"/>
                <a:gd name="connsiteY297" fmla="*/ 490124 h 797810"/>
                <a:gd name="connsiteX298" fmla="*/ 2902663 w 2912392"/>
                <a:gd name="connsiteY298" fmla="*/ 493630 h 797810"/>
                <a:gd name="connsiteX299" fmla="*/ 2912392 w 2912392"/>
                <a:gd name="connsiteY299" fmla="*/ 496982 h 797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97810">
                  <a:moveTo>
                    <a:pt x="0" y="225116"/>
                  </a:moveTo>
                  <a:lnTo>
                    <a:pt x="9739" y="217977"/>
                  </a:lnTo>
                  <a:lnTo>
                    <a:pt x="19480" y="210816"/>
                  </a:lnTo>
                  <a:lnTo>
                    <a:pt x="29221" y="203644"/>
                  </a:lnTo>
                  <a:lnTo>
                    <a:pt x="38961" y="196465"/>
                  </a:lnTo>
                  <a:lnTo>
                    <a:pt x="48702" y="189292"/>
                  </a:lnTo>
                  <a:lnTo>
                    <a:pt x="58443" y="182131"/>
                  </a:lnTo>
                  <a:lnTo>
                    <a:pt x="68182" y="174992"/>
                  </a:lnTo>
                  <a:lnTo>
                    <a:pt x="77923" y="167880"/>
                  </a:lnTo>
                  <a:lnTo>
                    <a:pt x="87664" y="160808"/>
                  </a:lnTo>
                  <a:lnTo>
                    <a:pt x="97404" y="153781"/>
                  </a:lnTo>
                  <a:lnTo>
                    <a:pt x="107145" y="146810"/>
                  </a:lnTo>
                  <a:lnTo>
                    <a:pt x="116886" y="139901"/>
                  </a:lnTo>
                  <a:lnTo>
                    <a:pt x="126625" y="133064"/>
                  </a:lnTo>
                  <a:lnTo>
                    <a:pt x="136366" y="126309"/>
                  </a:lnTo>
                  <a:lnTo>
                    <a:pt x="146107" y="119642"/>
                  </a:lnTo>
                  <a:lnTo>
                    <a:pt x="155846" y="113071"/>
                  </a:lnTo>
                  <a:lnTo>
                    <a:pt x="165587" y="106607"/>
                  </a:lnTo>
                  <a:lnTo>
                    <a:pt x="175328" y="100255"/>
                  </a:lnTo>
                  <a:lnTo>
                    <a:pt x="185068" y="94026"/>
                  </a:lnTo>
                  <a:lnTo>
                    <a:pt x="194809" y="87928"/>
                  </a:lnTo>
                  <a:lnTo>
                    <a:pt x="204550" y="81967"/>
                  </a:lnTo>
                  <a:lnTo>
                    <a:pt x="214289" y="76153"/>
                  </a:lnTo>
                  <a:lnTo>
                    <a:pt x="224030" y="70495"/>
                  </a:lnTo>
                  <a:lnTo>
                    <a:pt x="233771" y="65000"/>
                  </a:lnTo>
                  <a:lnTo>
                    <a:pt x="243510" y="59673"/>
                  </a:lnTo>
                  <a:lnTo>
                    <a:pt x="253251" y="54527"/>
                  </a:lnTo>
                  <a:lnTo>
                    <a:pt x="262992" y="49567"/>
                  </a:lnTo>
                  <a:lnTo>
                    <a:pt x="272732" y="44801"/>
                  </a:lnTo>
                  <a:lnTo>
                    <a:pt x="282473" y="40236"/>
                  </a:lnTo>
                  <a:lnTo>
                    <a:pt x="292214" y="35880"/>
                  </a:lnTo>
                  <a:lnTo>
                    <a:pt x="301953" y="31741"/>
                  </a:lnTo>
                  <a:lnTo>
                    <a:pt x="311694" y="27824"/>
                  </a:lnTo>
                  <a:lnTo>
                    <a:pt x="321435" y="24138"/>
                  </a:lnTo>
                  <a:lnTo>
                    <a:pt x="331175" y="20689"/>
                  </a:lnTo>
                  <a:lnTo>
                    <a:pt x="340916" y="17484"/>
                  </a:lnTo>
                  <a:lnTo>
                    <a:pt x="350656" y="14529"/>
                  </a:lnTo>
                  <a:lnTo>
                    <a:pt x="360396" y="11830"/>
                  </a:lnTo>
                  <a:lnTo>
                    <a:pt x="370137" y="9394"/>
                  </a:lnTo>
                  <a:lnTo>
                    <a:pt x="379878" y="7226"/>
                  </a:lnTo>
                  <a:lnTo>
                    <a:pt x="389617" y="5332"/>
                  </a:lnTo>
                  <a:lnTo>
                    <a:pt x="399358" y="3717"/>
                  </a:lnTo>
                  <a:lnTo>
                    <a:pt x="409099" y="2387"/>
                  </a:lnTo>
                  <a:lnTo>
                    <a:pt x="418839" y="1345"/>
                  </a:lnTo>
                  <a:lnTo>
                    <a:pt x="428580" y="597"/>
                  </a:lnTo>
                  <a:lnTo>
                    <a:pt x="438321" y="149"/>
                  </a:lnTo>
                  <a:lnTo>
                    <a:pt x="448060" y="0"/>
                  </a:lnTo>
                  <a:lnTo>
                    <a:pt x="457801" y="158"/>
                  </a:lnTo>
                  <a:lnTo>
                    <a:pt x="467542" y="623"/>
                  </a:lnTo>
                  <a:lnTo>
                    <a:pt x="477281" y="1401"/>
                  </a:lnTo>
                  <a:lnTo>
                    <a:pt x="487022" y="2491"/>
                  </a:lnTo>
                  <a:lnTo>
                    <a:pt x="496763" y="3899"/>
                  </a:lnTo>
                  <a:lnTo>
                    <a:pt x="506503" y="5624"/>
                  </a:lnTo>
                  <a:lnTo>
                    <a:pt x="516244" y="7670"/>
                  </a:lnTo>
                  <a:lnTo>
                    <a:pt x="525985" y="10034"/>
                  </a:lnTo>
                  <a:lnTo>
                    <a:pt x="535724" y="12722"/>
                  </a:lnTo>
                  <a:lnTo>
                    <a:pt x="545465" y="15730"/>
                  </a:lnTo>
                  <a:lnTo>
                    <a:pt x="555206" y="19059"/>
                  </a:lnTo>
                  <a:lnTo>
                    <a:pt x="564946" y="22709"/>
                  </a:lnTo>
                  <a:lnTo>
                    <a:pt x="574687" y="26678"/>
                  </a:lnTo>
                  <a:lnTo>
                    <a:pt x="584428" y="30965"/>
                  </a:lnTo>
                  <a:lnTo>
                    <a:pt x="594167" y="35568"/>
                  </a:lnTo>
                  <a:lnTo>
                    <a:pt x="603908" y="40485"/>
                  </a:lnTo>
                  <a:lnTo>
                    <a:pt x="613649" y="45715"/>
                  </a:lnTo>
                  <a:lnTo>
                    <a:pt x="623388" y="51251"/>
                  </a:lnTo>
                  <a:lnTo>
                    <a:pt x="633129" y="57091"/>
                  </a:lnTo>
                  <a:lnTo>
                    <a:pt x="642870" y="63231"/>
                  </a:lnTo>
                  <a:lnTo>
                    <a:pt x="652610" y="69668"/>
                  </a:lnTo>
                  <a:lnTo>
                    <a:pt x="662351" y="76396"/>
                  </a:lnTo>
                  <a:lnTo>
                    <a:pt x="672092" y="83409"/>
                  </a:lnTo>
                  <a:lnTo>
                    <a:pt x="681831" y="90702"/>
                  </a:lnTo>
                  <a:lnTo>
                    <a:pt x="691572" y="98269"/>
                  </a:lnTo>
                  <a:lnTo>
                    <a:pt x="701313" y="106105"/>
                  </a:lnTo>
                  <a:lnTo>
                    <a:pt x="711052" y="114199"/>
                  </a:lnTo>
                  <a:lnTo>
                    <a:pt x="720793" y="122549"/>
                  </a:lnTo>
                  <a:lnTo>
                    <a:pt x="730534" y="131142"/>
                  </a:lnTo>
                  <a:lnTo>
                    <a:pt x="740274" y="139976"/>
                  </a:lnTo>
                  <a:lnTo>
                    <a:pt x="750015" y="149037"/>
                  </a:lnTo>
                  <a:lnTo>
                    <a:pt x="759756" y="158321"/>
                  </a:lnTo>
                  <a:lnTo>
                    <a:pt x="769495" y="167818"/>
                  </a:lnTo>
                  <a:lnTo>
                    <a:pt x="779236" y="177518"/>
                  </a:lnTo>
                  <a:lnTo>
                    <a:pt x="788977" y="187413"/>
                  </a:lnTo>
                  <a:lnTo>
                    <a:pt x="798717" y="197492"/>
                  </a:lnTo>
                  <a:lnTo>
                    <a:pt x="808458" y="207747"/>
                  </a:lnTo>
                  <a:lnTo>
                    <a:pt x="818199" y="218166"/>
                  </a:lnTo>
                  <a:lnTo>
                    <a:pt x="827938" y="228741"/>
                  </a:lnTo>
                  <a:lnTo>
                    <a:pt x="837679" y="239459"/>
                  </a:lnTo>
                  <a:lnTo>
                    <a:pt x="847420" y="250313"/>
                  </a:lnTo>
                  <a:lnTo>
                    <a:pt x="857159" y="261292"/>
                  </a:lnTo>
                  <a:lnTo>
                    <a:pt x="866900" y="272383"/>
                  </a:lnTo>
                  <a:lnTo>
                    <a:pt x="876641" y="283577"/>
                  </a:lnTo>
                  <a:lnTo>
                    <a:pt x="886381" y="294864"/>
                  </a:lnTo>
                  <a:lnTo>
                    <a:pt x="896122" y="306231"/>
                  </a:lnTo>
                  <a:lnTo>
                    <a:pt x="905863" y="317669"/>
                  </a:lnTo>
                  <a:lnTo>
                    <a:pt x="915602" y="329166"/>
                  </a:lnTo>
                  <a:lnTo>
                    <a:pt x="925343" y="340714"/>
                  </a:lnTo>
                  <a:lnTo>
                    <a:pt x="935084" y="352298"/>
                  </a:lnTo>
                  <a:lnTo>
                    <a:pt x="944824" y="363912"/>
                  </a:lnTo>
                  <a:lnTo>
                    <a:pt x="954564" y="375542"/>
                  </a:lnTo>
                  <a:lnTo>
                    <a:pt x="964305" y="387178"/>
                  </a:lnTo>
                  <a:lnTo>
                    <a:pt x="974045" y="398811"/>
                  </a:lnTo>
                  <a:lnTo>
                    <a:pt x="983786" y="410431"/>
                  </a:lnTo>
                  <a:lnTo>
                    <a:pt x="993522" y="422026"/>
                  </a:lnTo>
                  <a:lnTo>
                    <a:pt x="1003266" y="433586"/>
                  </a:lnTo>
                  <a:lnTo>
                    <a:pt x="1013010" y="445103"/>
                  </a:lnTo>
                  <a:lnTo>
                    <a:pt x="1022754" y="456566"/>
                  </a:lnTo>
                  <a:lnTo>
                    <a:pt x="1032483" y="467965"/>
                  </a:lnTo>
                  <a:lnTo>
                    <a:pt x="1042227" y="479293"/>
                  </a:lnTo>
                  <a:lnTo>
                    <a:pt x="1051971" y="490537"/>
                  </a:lnTo>
                  <a:lnTo>
                    <a:pt x="1061715" y="501690"/>
                  </a:lnTo>
                  <a:lnTo>
                    <a:pt x="1071444" y="512744"/>
                  </a:lnTo>
                  <a:lnTo>
                    <a:pt x="1081188" y="523690"/>
                  </a:lnTo>
                  <a:lnTo>
                    <a:pt x="1090932" y="534519"/>
                  </a:lnTo>
                  <a:lnTo>
                    <a:pt x="1100676" y="545222"/>
                  </a:lnTo>
                  <a:lnTo>
                    <a:pt x="1110405" y="555792"/>
                  </a:lnTo>
                  <a:lnTo>
                    <a:pt x="1120149" y="566221"/>
                  </a:lnTo>
                  <a:lnTo>
                    <a:pt x="1129893" y="576500"/>
                  </a:lnTo>
                  <a:lnTo>
                    <a:pt x="1139637" y="586624"/>
                  </a:lnTo>
                  <a:lnTo>
                    <a:pt x="1149381" y="596584"/>
                  </a:lnTo>
                  <a:lnTo>
                    <a:pt x="1159110" y="606372"/>
                  </a:lnTo>
                  <a:lnTo>
                    <a:pt x="1168854" y="615984"/>
                  </a:lnTo>
                  <a:lnTo>
                    <a:pt x="1178598" y="625409"/>
                  </a:lnTo>
                  <a:lnTo>
                    <a:pt x="1188341" y="634643"/>
                  </a:lnTo>
                  <a:lnTo>
                    <a:pt x="1198070" y="643681"/>
                  </a:lnTo>
                  <a:lnTo>
                    <a:pt x="1207814" y="652514"/>
                  </a:lnTo>
                  <a:lnTo>
                    <a:pt x="1217558" y="661136"/>
                  </a:lnTo>
                  <a:lnTo>
                    <a:pt x="1227302" y="669544"/>
                  </a:lnTo>
                  <a:lnTo>
                    <a:pt x="1237031" y="677728"/>
                  </a:lnTo>
                  <a:lnTo>
                    <a:pt x="1246775" y="685685"/>
                  </a:lnTo>
                  <a:lnTo>
                    <a:pt x="1256519" y="693409"/>
                  </a:lnTo>
                  <a:lnTo>
                    <a:pt x="1266263" y="700894"/>
                  </a:lnTo>
                  <a:lnTo>
                    <a:pt x="1276007" y="708137"/>
                  </a:lnTo>
                  <a:lnTo>
                    <a:pt x="1285736" y="715129"/>
                  </a:lnTo>
                  <a:lnTo>
                    <a:pt x="1295480" y="721869"/>
                  </a:lnTo>
                  <a:lnTo>
                    <a:pt x="1305224" y="728349"/>
                  </a:lnTo>
                  <a:lnTo>
                    <a:pt x="1314968" y="734566"/>
                  </a:lnTo>
                  <a:lnTo>
                    <a:pt x="1324697" y="740515"/>
                  </a:lnTo>
                  <a:lnTo>
                    <a:pt x="1334441" y="746193"/>
                  </a:lnTo>
                  <a:lnTo>
                    <a:pt x="1344185" y="751594"/>
                  </a:lnTo>
                  <a:lnTo>
                    <a:pt x="1353929" y="756715"/>
                  </a:lnTo>
                  <a:lnTo>
                    <a:pt x="1363658" y="761549"/>
                  </a:lnTo>
                  <a:lnTo>
                    <a:pt x="1373402" y="766098"/>
                  </a:lnTo>
                  <a:lnTo>
                    <a:pt x="1383146" y="770353"/>
                  </a:lnTo>
                  <a:lnTo>
                    <a:pt x="1392890" y="774313"/>
                  </a:lnTo>
                  <a:lnTo>
                    <a:pt x="1402619" y="777976"/>
                  </a:lnTo>
                  <a:lnTo>
                    <a:pt x="1412363" y="781335"/>
                  </a:lnTo>
                  <a:lnTo>
                    <a:pt x="1422106" y="784390"/>
                  </a:lnTo>
                  <a:lnTo>
                    <a:pt x="1431850" y="787139"/>
                  </a:lnTo>
                  <a:lnTo>
                    <a:pt x="1441594" y="789576"/>
                  </a:lnTo>
                  <a:lnTo>
                    <a:pt x="1451323" y="791702"/>
                  </a:lnTo>
                  <a:lnTo>
                    <a:pt x="1461067" y="793514"/>
                  </a:lnTo>
                  <a:lnTo>
                    <a:pt x="1470811" y="795010"/>
                  </a:lnTo>
                  <a:lnTo>
                    <a:pt x="1480555" y="796188"/>
                  </a:lnTo>
                  <a:lnTo>
                    <a:pt x="1490284" y="797049"/>
                  </a:lnTo>
                  <a:lnTo>
                    <a:pt x="1500028" y="797590"/>
                  </a:lnTo>
                  <a:lnTo>
                    <a:pt x="1509772" y="797811"/>
                  </a:lnTo>
                  <a:lnTo>
                    <a:pt x="1519516" y="797711"/>
                  </a:lnTo>
                  <a:lnTo>
                    <a:pt x="1529245" y="797291"/>
                  </a:lnTo>
                  <a:lnTo>
                    <a:pt x="1538989" y="796550"/>
                  </a:lnTo>
                  <a:lnTo>
                    <a:pt x="1548733" y="795491"/>
                  </a:lnTo>
                  <a:lnTo>
                    <a:pt x="1558477" y="794114"/>
                  </a:lnTo>
                  <a:lnTo>
                    <a:pt x="1568221" y="792420"/>
                  </a:lnTo>
                  <a:lnTo>
                    <a:pt x="1577950" y="790410"/>
                  </a:lnTo>
                  <a:lnTo>
                    <a:pt x="1587694" y="788089"/>
                  </a:lnTo>
                  <a:lnTo>
                    <a:pt x="1597438" y="785456"/>
                  </a:lnTo>
                  <a:lnTo>
                    <a:pt x="1607182" y="782518"/>
                  </a:lnTo>
                  <a:lnTo>
                    <a:pt x="1616911" y="779276"/>
                  </a:lnTo>
                  <a:lnTo>
                    <a:pt x="1626655" y="775733"/>
                  </a:lnTo>
                  <a:lnTo>
                    <a:pt x="1636399" y="771897"/>
                  </a:lnTo>
                  <a:lnTo>
                    <a:pt x="1646142" y="767768"/>
                  </a:lnTo>
                  <a:lnTo>
                    <a:pt x="1655872" y="763355"/>
                  </a:lnTo>
                  <a:lnTo>
                    <a:pt x="1665616" y="758662"/>
                  </a:lnTo>
                  <a:lnTo>
                    <a:pt x="1675359" y="753695"/>
                  </a:lnTo>
                  <a:lnTo>
                    <a:pt x="1685103" y="748459"/>
                  </a:lnTo>
                  <a:lnTo>
                    <a:pt x="1694832" y="742965"/>
                  </a:lnTo>
                  <a:lnTo>
                    <a:pt x="1704576" y="737217"/>
                  </a:lnTo>
                  <a:lnTo>
                    <a:pt x="1714320" y="731223"/>
                  </a:lnTo>
                  <a:lnTo>
                    <a:pt x="1724064" y="724990"/>
                  </a:lnTo>
                  <a:lnTo>
                    <a:pt x="1733808" y="718530"/>
                  </a:lnTo>
                  <a:lnTo>
                    <a:pt x="1743537" y="711850"/>
                  </a:lnTo>
                  <a:lnTo>
                    <a:pt x="1753281" y="704957"/>
                  </a:lnTo>
                  <a:lnTo>
                    <a:pt x="1763025" y="697864"/>
                  </a:lnTo>
                  <a:lnTo>
                    <a:pt x="1772769" y="690580"/>
                  </a:lnTo>
                  <a:lnTo>
                    <a:pt x="1782498" y="683112"/>
                  </a:lnTo>
                  <a:lnTo>
                    <a:pt x="1792242" y="675475"/>
                  </a:lnTo>
                  <a:lnTo>
                    <a:pt x="1801986" y="667679"/>
                  </a:lnTo>
                  <a:lnTo>
                    <a:pt x="1811730" y="659731"/>
                  </a:lnTo>
                  <a:lnTo>
                    <a:pt x="1821459" y="651647"/>
                  </a:lnTo>
                  <a:lnTo>
                    <a:pt x="1831203" y="643435"/>
                  </a:lnTo>
                  <a:lnTo>
                    <a:pt x="1840947" y="635109"/>
                  </a:lnTo>
                  <a:lnTo>
                    <a:pt x="1850691" y="626680"/>
                  </a:lnTo>
                  <a:lnTo>
                    <a:pt x="1860435" y="618157"/>
                  </a:lnTo>
                  <a:lnTo>
                    <a:pt x="1870164" y="609558"/>
                  </a:lnTo>
                  <a:lnTo>
                    <a:pt x="1879908" y="600889"/>
                  </a:lnTo>
                  <a:lnTo>
                    <a:pt x="1889652" y="592166"/>
                  </a:lnTo>
                  <a:lnTo>
                    <a:pt x="1899395" y="583399"/>
                  </a:lnTo>
                  <a:lnTo>
                    <a:pt x="1909124" y="574602"/>
                  </a:lnTo>
                  <a:lnTo>
                    <a:pt x="1918868" y="565786"/>
                  </a:lnTo>
                  <a:lnTo>
                    <a:pt x="1928612" y="556963"/>
                  </a:lnTo>
                  <a:lnTo>
                    <a:pt x="1938356" y="548144"/>
                  </a:lnTo>
                  <a:lnTo>
                    <a:pt x="1948085" y="539343"/>
                  </a:lnTo>
                  <a:lnTo>
                    <a:pt x="1957829" y="530571"/>
                  </a:lnTo>
                  <a:lnTo>
                    <a:pt x="1967573" y="521838"/>
                  </a:lnTo>
                  <a:lnTo>
                    <a:pt x="1977317" y="513158"/>
                  </a:lnTo>
                  <a:lnTo>
                    <a:pt x="1987046" y="504541"/>
                  </a:lnTo>
                  <a:lnTo>
                    <a:pt x="1996790" y="495998"/>
                  </a:lnTo>
                  <a:lnTo>
                    <a:pt x="2006534" y="487539"/>
                  </a:lnTo>
                  <a:lnTo>
                    <a:pt x="2016278" y="479175"/>
                  </a:lnTo>
                  <a:lnTo>
                    <a:pt x="2026022" y="470918"/>
                  </a:lnTo>
                  <a:lnTo>
                    <a:pt x="2035751" y="462777"/>
                  </a:lnTo>
                  <a:lnTo>
                    <a:pt x="2045495" y="454760"/>
                  </a:lnTo>
                  <a:lnTo>
                    <a:pt x="2055239" y="446879"/>
                  </a:lnTo>
                  <a:lnTo>
                    <a:pt x="2064983" y="439141"/>
                  </a:lnTo>
                  <a:lnTo>
                    <a:pt x="2074712" y="431556"/>
                  </a:lnTo>
                  <a:lnTo>
                    <a:pt x="2084456" y="424132"/>
                  </a:lnTo>
                  <a:lnTo>
                    <a:pt x="2094200" y="416878"/>
                  </a:lnTo>
                  <a:lnTo>
                    <a:pt x="2103944" y="409801"/>
                  </a:lnTo>
                  <a:lnTo>
                    <a:pt x="2113673" y="402907"/>
                  </a:lnTo>
                  <a:lnTo>
                    <a:pt x="2123417" y="396206"/>
                  </a:lnTo>
                  <a:lnTo>
                    <a:pt x="2133161" y="389701"/>
                  </a:lnTo>
                  <a:lnTo>
                    <a:pt x="2142905" y="383400"/>
                  </a:lnTo>
                  <a:lnTo>
                    <a:pt x="2152649" y="377311"/>
                  </a:lnTo>
                  <a:lnTo>
                    <a:pt x="2162377" y="371436"/>
                  </a:lnTo>
                  <a:lnTo>
                    <a:pt x="2172121" y="365782"/>
                  </a:lnTo>
                  <a:lnTo>
                    <a:pt x="2181865" y="360353"/>
                  </a:lnTo>
                  <a:lnTo>
                    <a:pt x="2191609" y="355154"/>
                  </a:lnTo>
                  <a:lnTo>
                    <a:pt x="2201338" y="350190"/>
                  </a:lnTo>
                  <a:lnTo>
                    <a:pt x="2211082" y="345463"/>
                  </a:lnTo>
                  <a:lnTo>
                    <a:pt x="2220826" y="340977"/>
                  </a:lnTo>
                  <a:lnTo>
                    <a:pt x="2230570" y="336735"/>
                  </a:lnTo>
                  <a:lnTo>
                    <a:pt x="2240299" y="332739"/>
                  </a:lnTo>
                  <a:lnTo>
                    <a:pt x="2250043" y="328993"/>
                  </a:lnTo>
                  <a:lnTo>
                    <a:pt x="2259787" y="325497"/>
                  </a:lnTo>
                  <a:lnTo>
                    <a:pt x="2269531" y="322253"/>
                  </a:lnTo>
                  <a:lnTo>
                    <a:pt x="2279260" y="319264"/>
                  </a:lnTo>
                  <a:lnTo>
                    <a:pt x="2289004" y="316529"/>
                  </a:lnTo>
                  <a:lnTo>
                    <a:pt x="2298748" y="314048"/>
                  </a:lnTo>
                  <a:lnTo>
                    <a:pt x="2308492" y="311825"/>
                  </a:lnTo>
                  <a:lnTo>
                    <a:pt x="2318236" y="309856"/>
                  </a:lnTo>
                  <a:lnTo>
                    <a:pt x="2327965" y="308142"/>
                  </a:lnTo>
                  <a:lnTo>
                    <a:pt x="2337709" y="306684"/>
                  </a:lnTo>
                  <a:lnTo>
                    <a:pt x="2347453" y="305478"/>
                  </a:lnTo>
                  <a:lnTo>
                    <a:pt x="2357197" y="304526"/>
                  </a:lnTo>
                  <a:lnTo>
                    <a:pt x="2366926" y="303824"/>
                  </a:lnTo>
                  <a:lnTo>
                    <a:pt x="2376670" y="303372"/>
                  </a:lnTo>
                  <a:lnTo>
                    <a:pt x="2386413" y="303166"/>
                  </a:lnTo>
                  <a:lnTo>
                    <a:pt x="2396157" y="303205"/>
                  </a:lnTo>
                  <a:lnTo>
                    <a:pt x="2405886" y="303485"/>
                  </a:lnTo>
                  <a:lnTo>
                    <a:pt x="2415630" y="304005"/>
                  </a:lnTo>
                  <a:lnTo>
                    <a:pt x="2425374" y="304760"/>
                  </a:lnTo>
                  <a:lnTo>
                    <a:pt x="2435118" y="305746"/>
                  </a:lnTo>
                  <a:lnTo>
                    <a:pt x="2444862" y="306961"/>
                  </a:lnTo>
                  <a:lnTo>
                    <a:pt x="2454591" y="308400"/>
                  </a:lnTo>
                  <a:lnTo>
                    <a:pt x="2464335" y="310058"/>
                  </a:lnTo>
                  <a:lnTo>
                    <a:pt x="2474079" y="311931"/>
                  </a:lnTo>
                  <a:lnTo>
                    <a:pt x="2483823" y="314014"/>
                  </a:lnTo>
                  <a:lnTo>
                    <a:pt x="2493552" y="316301"/>
                  </a:lnTo>
                  <a:lnTo>
                    <a:pt x="2503296" y="318786"/>
                  </a:lnTo>
                  <a:lnTo>
                    <a:pt x="2513040" y="321465"/>
                  </a:lnTo>
                  <a:lnTo>
                    <a:pt x="2522784" y="324330"/>
                  </a:lnTo>
                  <a:lnTo>
                    <a:pt x="2532513" y="327375"/>
                  </a:lnTo>
                  <a:lnTo>
                    <a:pt x="2542257" y="330594"/>
                  </a:lnTo>
                  <a:lnTo>
                    <a:pt x="2552001" y="333980"/>
                  </a:lnTo>
                  <a:lnTo>
                    <a:pt x="2561745" y="337525"/>
                  </a:lnTo>
                  <a:lnTo>
                    <a:pt x="2571474" y="341222"/>
                  </a:lnTo>
                  <a:lnTo>
                    <a:pt x="2581218" y="345063"/>
                  </a:lnTo>
                  <a:lnTo>
                    <a:pt x="2590962" y="349041"/>
                  </a:lnTo>
                  <a:lnTo>
                    <a:pt x="2600705" y="353146"/>
                  </a:lnTo>
                  <a:lnTo>
                    <a:pt x="2610449" y="357371"/>
                  </a:lnTo>
                  <a:lnTo>
                    <a:pt x="2620178" y="361709"/>
                  </a:lnTo>
                  <a:lnTo>
                    <a:pt x="2629922" y="366147"/>
                  </a:lnTo>
                  <a:lnTo>
                    <a:pt x="2639666" y="370679"/>
                  </a:lnTo>
                  <a:lnTo>
                    <a:pt x="2649410" y="375296"/>
                  </a:lnTo>
                  <a:lnTo>
                    <a:pt x="2659139" y="379988"/>
                  </a:lnTo>
                  <a:lnTo>
                    <a:pt x="2668883" y="384745"/>
                  </a:lnTo>
                  <a:lnTo>
                    <a:pt x="2678627" y="389558"/>
                  </a:lnTo>
                  <a:lnTo>
                    <a:pt x="2688371" y="394416"/>
                  </a:lnTo>
                  <a:lnTo>
                    <a:pt x="2698100" y="399312"/>
                  </a:lnTo>
                  <a:lnTo>
                    <a:pt x="2707844" y="404235"/>
                  </a:lnTo>
                  <a:lnTo>
                    <a:pt x="2717588" y="409174"/>
                  </a:lnTo>
                  <a:lnTo>
                    <a:pt x="2727332" y="414120"/>
                  </a:lnTo>
                  <a:lnTo>
                    <a:pt x="2737076" y="419064"/>
                  </a:lnTo>
                  <a:lnTo>
                    <a:pt x="2746805" y="423995"/>
                  </a:lnTo>
                  <a:lnTo>
                    <a:pt x="2756549" y="428904"/>
                  </a:lnTo>
                  <a:lnTo>
                    <a:pt x="2766293" y="433781"/>
                  </a:lnTo>
                  <a:lnTo>
                    <a:pt x="2776037" y="438616"/>
                  </a:lnTo>
                  <a:lnTo>
                    <a:pt x="2785766" y="443400"/>
                  </a:lnTo>
                  <a:lnTo>
                    <a:pt x="2795510" y="448123"/>
                  </a:lnTo>
                  <a:lnTo>
                    <a:pt x="2805254" y="452777"/>
                  </a:lnTo>
                  <a:lnTo>
                    <a:pt x="2814998" y="457353"/>
                  </a:lnTo>
                  <a:lnTo>
                    <a:pt x="2824727" y="461840"/>
                  </a:lnTo>
                  <a:lnTo>
                    <a:pt x="2834471" y="466232"/>
                  </a:lnTo>
                  <a:lnTo>
                    <a:pt x="2844215" y="470520"/>
                  </a:lnTo>
                  <a:lnTo>
                    <a:pt x="2853958" y="474695"/>
                  </a:lnTo>
                  <a:lnTo>
                    <a:pt x="2863687" y="478750"/>
                  </a:lnTo>
                  <a:lnTo>
                    <a:pt x="2873431" y="482678"/>
                  </a:lnTo>
                  <a:lnTo>
                    <a:pt x="2883175" y="486473"/>
                  </a:lnTo>
                  <a:lnTo>
                    <a:pt x="2892919" y="490124"/>
                  </a:lnTo>
                  <a:lnTo>
                    <a:pt x="2902663" y="493630"/>
                  </a:lnTo>
                  <a:lnTo>
                    <a:pt x="2912392" y="49698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3" name="Freeform 822">
              <a:extLst>
                <a:ext uri="{FF2B5EF4-FFF2-40B4-BE49-F238E27FC236}">
                  <a16:creationId xmlns:a16="http://schemas.microsoft.com/office/drawing/2014/main" id="{35470CA4-A8F1-085A-3C5E-341F46800A9A}"/>
                </a:ext>
              </a:extLst>
            </p:cNvPr>
            <p:cNvSpPr/>
            <p:nvPr/>
          </p:nvSpPr>
          <p:spPr>
            <a:xfrm>
              <a:off x="576446" y="3175108"/>
              <a:ext cx="2912392" cy="661204"/>
            </a:xfrm>
            <a:custGeom>
              <a:avLst/>
              <a:gdLst>
                <a:gd name="connsiteX0" fmla="*/ 0 w 2912392"/>
                <a:gd name="connsiteY0" fmla="*/ 661205 h 661204"/>
                <a:gd name="connsiteX1" fmla="*/ 9739 w 2912392"/>
                <a:gd name="connsiteY1" fmla="*/ 660895 h 661204"/>
                <a:gd name="connsiteX2" fmla="*/ 19480 w 2912392"/>
                <a:gd name="connsiteY2" fmla="*/ 660487 h 661204"/>
                <a:gd name="connsiteX3" fmla="*/ 29221 w 2912392"/>
                <a:gd name="connsiteY3" fmla="*/ 659986 h 661204"/>
                <a:gd name="connsiteX4" fmla="*/ 38961 w 2912392"/>
                <a:gd name="connsiteY4" fmla="*/ 659401 h 661204"/>
                <a:gd name="connsiteX5" fmla="*/ 48702 w 2912392"/>
                <a:gd name="connsiteY5" fmla="*/ 658735 h 661204"/>
                <a:gd name="connsiteX6" fmla="*/ 58443 w 2912392"/>
                <a:gd name="connsiteY6" fmla="*/ 657997 h 661204"/>
                <a:gd name="connsiteX7" fmla="*/ 68182 w 2912392"/>
                <a:gd name="connsiteY7" fmla="*/ 657190 h 661204"/>
                <a:gd name="connsiteX8" fmla="*/ 77923 w 2912392"/>
                <a:gd name="connsiteY8" fmla="*/ 656318 h 661204"/>
                <a:gd name="connsiteX9" fmla="*/ 87664 w 2912392"/>
                <a:gd name="connsiteY9" fmla="*/ 655388 h 661204"/>
                <a:gd name="connsiteX10" fmla="*/ 97404 w 2912392"/>
                <a:gd name="connsiteY10" fmla="*/ 654402 h 661204"/>
                <a:gd name="connsiteX11" fmla="*/ 107145 w 2912392"/>
                <a:gd name="connsiteY11" fmla="*/ 653364 h 661204"/>
                <a:gd name="connsiteX12" fmla="*/ 116886 w 2912392"/>
                <a:gd name="connsiteY12" fmla="*/ 652276 h 661204"/>
                <a:gd name="connsiteX13" fmla="*/ 126625 w 2912392"/>
                <a:gd name="connsiteY13" fmla="*/ 651141 h 661204"/>
                <a:gd name="connsiteX14" fmla="*/ 136366 w 2912392"/>
                <a:gd name="connsiteY14" fmla="*/ 649961 h 661204"/>
                <a:gd name="connsiteX15" fmla="*/ 146107 w 2912392"/>
                <a:gd name="connsiteY15" fmla="*/ 648734 h 661204"/>
                <a:gd name="connsiteX16" fmla="*/ 155846 w 2912392"/>
                <a:gd name="connsiteY16" fmla="*/ 647467 h 661204"/>
                <a:gd name="connsiteX17" fmla="*/ 165587 w 2912392"/>
                <a:gd name="connsiteY17" fmla="*/ 646155 h 661204"/>
                <a:gd name="connsiteX18" fmla="*/ 175328 w 2912392"/>
                <a:gd name="connsiteY18" fmla="*/ 644800 h 661204"/>
                <a:gd name="connsiteX19" fmla="*/ 185068 w 2912392"/>
                <a:gd name="connsiteY19" fmla="*/ 643399 h 661204"/>
                <a:gd name="connsiteX20" fmla="*/ 194809 w 2912392"/>
                <a:gd name="connsiteY20" fmla="*/ 641954 h 661204"/>
                <a:gd name="connsiteX21" fmla="*/ 204550 w 2912392"/>
                <a:gd name="connsiteY21" fmla="*/ 640461 h 661204"/>
                <a:gd name="connsiteX22" fmla="*/ 214289 w 2912392"/>
                <a:gd name="connsiteY22" fmla="*/ 638919 h 661204"/>
                <a:gd name="connsiteX23" fmla="*/ 224030 w 2912392"/>
                <a:gd name="connsiteY23" fmla="*/ 637325 h 661204"/>
                <a:gd name="connsiteX24" fmla="*/ 233771 w 2912392"/>
                <a:gd name="connsiteY24" fmla="*/ 635675 h 661204"/>
                <a:gd name="connsiteX25" fmla="*/ 243510 w 2912392"/>
                <a:gd name="connsiteY25" fmla="*/ 633967 h 661204"/>
                <a:gd name="connsiteX26" fmla="*/ 253251 w 2912392"/>
                <a:gd name="connsiteY26" fmla="*/ 632197 h 661204"/>
                <a:gd name="connsiteX27" fmla="*/ 262992 w 2912392"/>
                <a:gd name="connsiteY27" fmla="*/ 630360 h 661204"/>
                <a:gd name="connsiteX28" fmla="*/ 272732 w 2912392"/>
                <a:gd name="connsiteY28" fmla="*/ 628453 h 661204"/>
                <a:gd name="connsiteX29" fmla="*/ 282473 w 2912392"/>
                <a:gd name="connsiteY29" fmla="*/ 626469 h 661204"/>
                <a:gd name="connsiteX30" fmla="*/ 292214 w 2912392"/>
                <a:gd name="connsiteY30" fmla="*/ 624406 h 661204"/>
                <a:gd name="connsiteX31" fmla="*/ 301953 w 2912392"/>
                <a:gd name="connsiteY31" fmla="*/ 622257 h 661204"/>
                <a:gd name="connsiteX32" fmla="*/ 311694 w 2912392"/>
                <a:gd name="connsiteY32" fmla="*/ 620017 h 661204"/>
                <a:gd name="connsiteX33" fmla="*/ 321435 w 2912392"/>
                <a:gd name="connsiteY33" fmla="*/ 617680 h 661204"/>
                <a:gd name="connsiteX34" fmla="*/ 331175 w 2912392"/>
                <a:gd name="connsiteY34" fmla="*/ 615243 h 661204"/>
                <a:gd name="connsiteX35" fmla="*/ 340916 w 2912392"/>
                <a:gd name="connsiteY35" fmla="*/ 612697 h 661204"/>
                <a:gd name="connsiteX36" fmla="*/ 350656 w 2912392"/>
                <a:gd name="connsiteY36" fmla="*/ 610037 h 661204"/>
                <a:gd name="connsiteX37" fmla="*/ 360396 w 2912392"/>
                <a:gd name="connsiteY37" fmla="*/ 607257 h 661204"/>
                <a:gd name="connsiteX38" fmla="*/ 370137 w 2912392"/>
                <a:gd name="connsiteY38" fmla="*/ 604353 h 661204"/>
                <a:gd name="connsiteX39" fmla="*/ 379878 w 2912392"/>
                <a:gd name="connsiteY39" fmla="*/ 601318 h 661204"/>
                <a:gd name="connsiteX40" fmla="*/ 389617 w 2912392"/>
                <a:gd name="connsiteY40" fmla="*/ 598146 h 661204"/>
                <a:gd name="connsiteX41" fmla="*/ 399358 w 2912392"/>
                <a:gd name="connsiteY41" fmla="*/ 594831 h 661204"/>
                <a:gd name="connsiteX42" fmla="*/ 409099 w 2912392"/>
                <a:gd name="connsiteY42" fmla="*/ 591370 h 661204"/>
                <a:gd name="connsiteX43" fmla="*/ 418839 w 2912392"/>
                <a:gd name="connsiteY43" fmla="*/ 587757 h 661204"/>
                <a:gd name="connsiteX44" fmla="*/ 428580 w 2912392"/>
                <a:gd name="connsiteY44" fmla="*/ 583985 h 661204"/>
                <a:gd name="connsiteX45" fmla="*/ 438321 w 2912392"/>
                <a:gd name="connsiteY45" fmla="*/ 580052 h 661204"/>
                <a:gd name="connsiteX46" fmla="*/ 448060 w 2912392"/>
                <a:gd name="connsiteY46" fmla="*/ 575950 h 661204"/>
                <a:gd name="connsiteX47" fmla="*/ 457801 w 2912392"/>
                <a:gd name="connsiteY47" fmla="*/ 571678 h 661204"/>
                <a:gd name="connsiteX48" fmla="*/ 467542 w 2912392"/>
                <a:gd name="connsiteY48" fmla="*/ 567233 h 661204"/>
                <a:gd name="connsiteX49" fmla="*/ 477281 w 2912392"/>
                <a:gd name="connsiteY49" fmla="*/ 562608 h 661204"/>
                <a:gd name="connsiteX50" fmla="*/ 487022 w 2912392"/>
                <a:gd name="connsiteY50" fmla="*/ 557803 h 661204"/>
                <a:gd name="connsiteX51" fmla="*/ 496763 w 2912392"/>
                <a:gd name="connsiteY51" fmla="*/ 552813 h 661204"/>
                <a:gd name="connsiteX52" fmla="*/ 506503 w 2912392"/>
                <a:gd name="connsiteY52" fmla="*/ 547639 h 661204"/>
                <a:gd name="connsiteX53" fmla="*/ 516244 w 2912392"/>
                <a:gd name="connsiteY53" fmla="*/ 542275 h 661204"/>
                <a:gd name="connsiteX54" fmla="*/ 525985 w 2912392"/>
                <a:gd name="connsiteY54" fmla="*/ 536724 h 661204"/>
                <a:gd name="connsiteX55" fmla="*/ 535724 w 2912392"/>
                <a:gd name="connsiteY55" fmla="*/ 530983 h 661204"/>
                <a:gd name="connsiteX56" fmla="*/ 545465 w 2912392"/>
                <a:gd name="connsiteY56" fmla="*/ 525052 h 661204"/>
                <a:gd name="connsiteX57" fmla="*/ 555206 w 2912392"/>
                <a:gd name="connsiteY57" fmla="*/ 518932 h 661204"/>
                <a:gd name="connsiteX58" fmla="*/ 564946 w 2912392"/>
                <a:gd name="connsiteY58" fmla="*/ 512623 h 661204"/>
                <a:gd name="connsiteX59" fmla="*/ 574687 w 2912392"/>
                <a:gd name="connsiteY59" fmla="*/ 506127 h 661204"/>
                <a:gd name="connsiteX60" fmla="*/ 584428 w 2912392"/>
                <a:gd name="connsiteY60" fmla="*/ 499445 h 661204"/>
                <a:gd name="connsiteX61" fmla="*/ 594167 w 2912392"/>
                <a:gd name="connsiteY61" fmla="*/ 492581 h 661204"/>
                <a:gd name="connsiteX62" fmla="*/ 603908 w 2912392"/>
                <a:gd name="connsiteY62" fmla="*/ 485538 h 661204"/>
                <a:gd name="connsiteX63" fmla="*/ 613649 w 2912392"/>
                <a:gd name="connsiteY63" fmla="*/ 478318 h 661204"/>
                <a:gd name="connsiteX64" fmla="*/ 623388 w 2912392"/>
                <a:gd name="connsiteY64" fmla="*/ 470927 h 661204"/>
                <a:gd name="connsiteX65" fmla="*/ 633129 w 2912392"/>
                <a:gd name="connsiteY65" fmla="*/ 463369 h 661204"/>
                <a:gd name="connsiteX66" fmla="*/ 642870 w 2912392"/>
                <a:gd name="connsiteY66" fmla="*/ 455650 h 661204"/>
                <a:gd name="connsiteX67" fmla="*/ 652610 w 2912392"/>
                <a:gd name="connsiteY67" fmla="*/ 447774 h 661204"/>
                <a:gd name="connsiteX68" fmla="*/ 662351 w 2912392"/>
                <a:gd name="connsiteY68" fmla="*/ 439749 h 661204"/>
                <a:gd name="connsiteX69" fmla="*/ 672092 w 2912392"/>
                <a:gd name="connsiteY69" fmla="*/ 431583 h 661204"/>
                <a:gd name="connsiteX70" fmla="*/ 681831 w 2912392"/>
                <a:gd name="connsiteY70" fmla="*/ 423282 h 661204"/>
                <a:gd name="connsiteX71" fmla="*/ 691572 w 2912392"/>
                <a:gd name="connsiteY71" fmla="*/ 414853 h 661204"/>
                <a:gd name="connsiteX72" fmla="*/ 701313 w 2912392"/>
                <a:gd name="connsiteY72" fmla="*/ 406306 h 661204"/>
                <a:gd name="connsiteX73" fmla="*/ 711052 w 2912392"/>
                <a:gd name="connsiteY73" fmla="*/ 397651 h 661204"/>
                <a:gd name="connsiteX74" fmla="*/ 720793 w 2912392"/>
                <a:gd name="connsiteY74" fmla="*/ 388895 h 661204"/>
                <a:gd name="connsiteX75" fmla="*/ 730534 w 2912392"/>
                <a:gd name="connsiteY75" fmla="*/ 380048 h 661204"/>
                <a:gd name="connsiteX76" fmla="*/ 740274 w 2912392"/>
                <a:gd name="connsiteY76" fmla="*/ 371120 h 661204"/>
                <a:gd name="connsiteX77" fmla="*/ 750015 w 2912392"/>
                <a:gd name="connsiteY77" fmla="*/ 362124 h 661204"/>
                <a:gd name="connsiteX78" fmla="*/ 759756 w 2912392"/>
                <a:gd name="connsiteY78" fmla="*/ 353070 h 661204"/>
                <a:gd name="connsiteX79" fmla="*/ 769495 w 2912392"/>
                <a:gd name="connsiteY79" fmla="*/ 343968 h 661204"/>
                <a:gd name="connsiteX80" fmla="*/ 779236 w 2912392"/>
                <a:gd name="connsiteY80" fmla="*/ 334829 h 661204"/>
                <a:gd name="connsiteX81" fmla="*/ 788977 w 2912392"/>
                <a:gd name="connsiteY81" fmla="*/ 325666 h 661204"/>
                <a:gd name="connsiteX82" fmla="*/ 798717 w 2912392"/>
                <a:gd name="connsiteY82" fmla="*/ 316492 h 661204"/>
                <a:gd name="connsiteX83" fmla="*/ 808458 w 2912392"/>
                <a:gd name="connsiteY83" fmla="*/ 307315 h 661204"/>
                <a:gd name="connsiteX84" fmla="*/ 818199 w 2912392"/>
                <a:gd name="connsiteY84" fmla="*/ 298153 h 661204"/>
                <a:gd name="connsiteX85" fmla="*/ 827938 w 2912392"/>
                <a:gd name="connsiteY85" fmla="*/ 289013 h 661204"/>
                <a:gd name="connsiteX86" fmla="*/ 837679 w 2912392"/>
                <a:gd name="connsiteY86" fmla="*/ 279910 h 661204"/>
                <a:gd name="connsiteX87" fmla="*/ 847420 w 2912392"/>
                <a:gd name="connsiteY87" fmla="*/ 270858 h 661204"/>
                <a:gd name="connsiteX88" fmla="*/ 857159 w 2912392"/>
                <a:gd name="connsiteY88" fmla="*/ 261865 h 661204"/>
                <a:gd name="connsiteX89" fmla="*/ 866900 w 2912392"/>
                <a:gd name="connsiteY89" fmla="*/ 252947 h 661204"/>
                <a:gd name="connsiteX90" fmla="*/ 876641 w 2912392"/>
                <a:gd name="connsiteY90" fmla="*/ 244115 h 661204"/>
                <a:gd name="connsiteX91" fmla="*/ 886381 w 2912392"/>
                <a:gd name="connsiteY91" fmla="*/ 235383 h 661204"/>
                <a:gd name="connsiteX92" fmla="*/ 896122 w 2912392"/>
                <a:gd name="connsiteY92" fmla="*/ 226761 h 661204"/>
                <a:gd name="connsiteX93" fmla="*/ 905863 w 2912392"/>
                <a:gd name="connsiteY93" fmla="*/ 218261 h 661204"/>
                <a:gd name="connsiteX94" fmla="*/ 915602 w 2912392"/>
                <a:gd name="connsiteY94" fmla="*/ 209894 h 661204"/>
                <a:gd name="connsiteX95" fmla="*/ 925343 w 2912392"/>
                <a:gd name="connsiteY95" fmla="*/ 201674 h 661204"/>
                <a:gd name="connsiteX96" fmla="*/ 935084 w 2912392"/>
                <a:gd name="connsiteY96" fmla="*/ 193611 h 661204"/>
                <a:gd name="connsiteX97" fmla="*/ 944824 w 2912392"/>
                <a:gd name="connsiteY97" fmla="*/ 185714 h 661204"/>
                <a:gd name="connsiteX98" fmla="*/ 954564 w 2912392"/>
                <a:gd name="connsiteY98" fmla="*/ 177995 h 661204"/>
                <a:gd name="connsiteX99" fmla="*/ 964305 w 2912392"/>
                <a:gd name="connsiteY99" fmla="*/ 170464 h 661204"/>
                <a:gd name="connsiteX100" fmla="*/ 974045 w 2912392"/>
                <a:gd name="connsiteY100" fmla="*/ 163130 h 661204"/>
                <a:gd name="connsiteX101" fmla="*/ 983786 w 2912392"/>
                <a:gd name="connsiteY101" fmla="*/ 156003 h 661204"/>
                <a:gd name="connsiteX102" fmla="*/ 993522 w 2912392"/>
                <a:gd name="connsiteY102" fmla="*/ 149090 h 661204"/>
                <a:gd name="connsiteX103" fmla="*/ 1003266 w 2912392"/>
                <a:gd name="connsiteY103" fmla="*/ 142400 h 661204"/>
                <a:gd name="connsiteX104" fmla="*/ 1013010 w 2912392"/>
                <a:gd name="connsiteY104" fmla="*/ 135940 h 661204"/>
                <a:gd name="connsiteX105" fmla="*/ 1022754 w 2912392"/>
                <a:gd name="connsiteY105" fmla="*/ 129718 h 661204"/>
                <a:gd name="connsiteX106" fmla="*/ 1032483 w 2912392"/>
                <a:gd name="connsiteY106" fmla="*/ 123739 h 661204"/>
                <a:gd name="connsiteX107" fmla="*/ 1042227 w 2912392"/>
                <a:gd name="connsiteY107" fmla="*/ 118010 h 661204"/>
                <a:gd name="connsiteX108" fmla="*/ 1051971 w 2912392"/>
                <a:gd name="connsiteY108" fmla="*/ 112536 h 661204"/>
                <a:gd name="connsiteX109" fmla="*/ 1061715 w 2912392"/>
                <a:gd name="connsiteY109" fmla="*/ 107322 h 661204"/>
                <a:gd name="connsiteX110" fmla="*/ 1071444 w 2912392"/>
                <a:gd name="connsiteY110" fmla="*/ 102368 h 661204"/>
                <a:gd name="connsiteX111" fmla="*/ 1081188 w 2912392"/>
                <a:gd name="connsiteY111" fmla="*/ 97682 h 661204"/>
                <a:gd name="connsiteX112" fmla="*/ 1090932 w 2912392"/>
                <a:gd name="connsiteY112" fmla="*/ 93265 h 661204"/>
                <a:gd name="connsiteX113" fmla="*/ 1100676 w 2912392"/>
                <a:gd name="connsiteY113" fmla="*/ 89117 h 661204"/>
                <a:gd name="connsiteX114" fmla="*/ 1110405 w 2912392"/>
                <a:gd name="connsiteY114" fmla="*/ 85240 h 661204"/>
                <a:gd name="connsiteX115" fmla="*/ 1120149 w 2912392"/>
                <a:gd name="connsiteY115" fmla="*/ 81636 h 661204"/>
                <a:gd name="connsiteX116" fmla="*/ 1129893 w 2912392"/>
                <a:gd name="connsiteY116" fmla="*/ 78302 h 661204"/>
                <a:gd name="connsiteX117" fmla="*/ 1139637 w 2912392"/>
                <a:gd name="connsiteY117" fmla="*/ 75238 h 661204"/>
                <a:gd name="connsiteX118" fmla="*/ 1149381 w 2912392"/>
                <a:gd name="connsiteY118" fmla="*/ 72443 h 661204"/>
                <a:gd name="connsiteX119" fmla="*/ 1159110 w 2912392"/>
                <a:gd name="connsiteY119" fmla="*/ 69916 h 661204"/>
                <a:gd name="connsiteX120" fmla="*/ 1168854 w 2912392"/>
                <a:gd name="connsiteY120" fmla="*/ 67650 h 661204"/>
                <a:gd name="connsiteX121" fmla="*/ 1178598 w 2912392"/>
                <a:gd name="connsiteY121" fmla="*/ 65645 h 661204"/>
                <a:gd name="connsiteX122" fmla="*/ 1188341 w 2912392"/>
                <a:gd name="connsiteY122" fmla="*/ 63894 h 661204"/>
                <a:gd name="connsiteX123" fmla="*/ 1198070 w 2912392"/>
                <a:gd name="connsiteY123" fmla="*/ 62394 h 661204"/>
                <a:gd name="connsiteX124" fmla="*/ 1207814 w 2912392"/>
                <a:gd name="connsiteY124" fmla="*/ 61136 h 661204"/>
                <a:gd name="connsiteX125" fmla="*/ 1217558 w 2912392"/>
                <a:gd name="connsiteY125" fmla="*/ 60119 h 661204"/>
                <a:gd name="connsiteX126" fmla="*/ 1227302 w 2912392"/>
                <a:gd name="connsiteY126" fmla="*/ 59332 h 661204"/>
                <a:gd name="connsiteX127" fmla="*/ 1237031 w 2912392"/>
                <a:gd name="connsiteY127" fmla="*/ 58769 h 661204"/>
                <a:gd name="connsiteX128" fmla="*/ 1246775 w 2912392"/>
                <a:gd name="connsiteY128" fmla="*/ 58423 h 661204"/>
                <a:gd name="connsiteX129" fmla="*/ 1256519 w 2912392"/>
                <a:gd name="connsiteY129" fmla="*/ 58285 h 661204"/>
                <a:gd name="connsiteX130" fmla="*/ 1266263 w 2912392"/>
                <a:gd name="connsiteY130" fmla="*/ 58344 h 661204"/>
                <a:gd name="connsiteX131" fmla="*/ 1276007 w 2912392"/>
                <a:gd name="connsiteY131" fmla="*/ 58595 h 661204"/>
                <a:gd name="connsiteX132" fmla="*/ 1285736 w 2912392"/>
                <a:gd name="connsiteY132" fmla="*/ 59024 h 661204"/>
                <a:gd name="connsiteX133" fmla="*/ 1295480 w 2912392"/>
                <a:gd name="connsiteY133" fmla="*/ 59624 h 661204"/>
                <a:gd name="connsiteX134" fmla="*/ 1305224 w 2912392"/>
                <a:gd name="connsiteY134" fmla="*/ 60383 h 661204"/>
                <a:gd name="connsiteX135" fmla="*/ 1314968 w 2912392"/>
                <a:gd name="connsiteY135" fmla="*/ 61290 h 661204"/>
                <a:gd name="connsiteX136" fmla="*/ 1324697 w 2912392"/>
                <a:gd name="connsiteY136" fmla="*/ 62336 h 661204"/>
                <a:gd name="connsiteX137" fmla="*/ 1334441 w 2912392"/>
                <a:gd name="connsiteY137" fmla="*/ 63508 h 661204"/>
                <a:gd name="connsiteX138" fmla="*/ 1344185 w 2912392"/>
                <a:gd name="connsiteY138" fmla="*/ 64796 h 661204"/>
                <a:gd name="connsiteX139" fmla="*/ 1353929 w 2912392"/>
                <a:gd name="connsiteY139" fmla="*/ 66187 h 661204"/>
                <a:gd name="connsiteX140" fmla="*/ 1363658 w 2912392"/>
                <a:gd name="connsiteY140" fmla="*/ 67670 h 661204"/>
                <a:gd name="connsiteX141" fmla="*/ 1373402 w 2912392"/>
                <a:gd name="connsiteY141" fmla="*/ 69233 h 661204"/>
                <a:gd name="connsiteX142" fmla="*/ 1383146 w 2912392"/>
                <a:gd name="connsiteY142" fmla="*/ 70864 h 661204"/>
                <a:gd name="connsiteX143" fmla="*/ 1392890 w 2912392"/>
                <a:gd name="connsiteY143" fmla="*/ 72552 h 661204"/>
                <a:gd name="connsiteX144" fmla="*/ 1402619 w 2912392"/>
                <a:gd name="connsiteY144" fmla="*/ 74283 h 661204"/>
                <a:gd name="connsiteX145" fmla="*/ 1412363 w 2912392"/>
                <a:gd name="connsiteY145" fmla="*/ 76049 h 661204"/>
                <a:gd name="connsiteX146" fmla="*/ 1422106 w 2912392"/>
                <a:gd name="connsiteY146" fmla="*/ 77835 h 661204"/>
                <a:gd name="connsiteX147" fmla="*/ 1431850 w 2912392"/>
                <a:gd name="connsiteY147" fmla="*/ 79632 h 661204"/>
                <a:gd name="connsiteX148" fmla="*/ 1441594 w 2912392"/>
                <a:gd name="connsiteY148" fmla="*/ 81427 h 661204"/>
                <a:gd name="connsiteX149" fmla="*/ 1451323 w 2912392"/>
                <a:gd name="connsiteY149" fmla="*/ 83209 h 661204"/>
                <a:gd name="connsiteX150" fmla="*/ 1461067 w 2912392"/>
                <a:gd name="connsiteY150" fmla="*/ 84969 h 661204"/>
                <a:gd name="connsiteX151" fmla="*/ 1470811 w 2912392"/>
                <a:gd name="connsiteY151" fmla="*/ 86693 h 661204"/>
                <a:gd name="connsiteX152" fmla="*/ 1480555 w 2912392"/>
                <a:gd name="connsiteY152" fmla="*/ 88373 h 661204"/>
                <a:gd name="connsiteX153" fmla="*/ 1490284 w 2912392"/>
                <a:gd name="connsiteY153" fmla="*/ 90000 h 661204"/>
                <a:gd name="connsiteX154" fmla="*/ 1500028 w 2912392"/>
                <a:gd name="connsiteY154" fmla="*/ 91563 h 661204"/>
                <a:gd name="connsiteX155" fmla="*/ 1509772 w 2912392"/>
                <a:gd name="connsiteY155" fmla="*/ 93053 h 661204"/>
                <a:gd name="connsiteX156" fmla="*/ 1519516 w 2912392"/>
                <a:gd name="connsiteY156" fmla="*/ 94461 h 661204"/>
                <a:gd name="connsiteX157" fmla="*/ 1529245 w 2912392"/>
                <a:gd name="connsiteY157" fmla="*/ 95780 h 661204"/>
                <a:gd name="connsiteX158" fmla="*/ 1538989 w 2912392"/>
                <a:gd name="connsiteY158" fmla="*/ 97000 h 661204"/>
                <a:gd name="connsiteX159" fmla="*/ 1548733 w 2912392"/>
                <a:gd name="connsiteY159" fmla="*/ 98116 h 661204"/>
                <a:gd name="connsiteX160" fmla="*/ 1558477 w 2912392"/>
                <a:gd name="connsiteY160" fmla="*/ 99120 h 661204"/>
                <a:gd name="connsiteX161" fmla="*/ 1568221 w 2912392"/>
                <a:gd name="connsiteY161" fmla="*/ 100005 h 661204"/>
                <a:gd name="connsiteX162" fmla="*/ 1577950 w 2912392"/>
                <a:gd name="connsiteY162" fmla="*/ 100766 h 661204"/>
                <a:gd name="connsiteX163" fmla="*/ 1587694 w 2912392"/>
                <a:gd name="connsiteY163" fmla="*/ 101398 h 661204"/>
                <a:gd name="connsiteX164" fmla="*/ 1597438 w 2912392"/>
                <a:gd name="connsiteY164" fmla="*/ 101897 h 661204"/>
                <a:gd name="connsiteX165" fmla="*/ 1607182 w 2912392"/>
                <a:gd name="connsiteY165" fmla="*/ 102258 h 661204"/>
                <a:gd name="connsiteX166" fmla="*/ 1616911 w 2912392"/>
                <a:gd name="connsiteY166" fmla="*/ 102477 h 661204"/>
                <a:gd name="connsiteX167" fmla="*/ 1626655 w 2912392"/>
                <a:gd name="connsiteY167" fmla="*/ 102551 h 661204"/>
                <a:gd name="connsiteX168" fmla="*/ 1636399 w 2912392"/>
                <a:gd name="connsiteY168" fmla="*/ 102480 h 661204"/>
                <a:gd name="connsiteX169" fmla="*/ 1646142 w 2912392"/>
                <a:gd name="connsiteY169" fmla="*/ 102261 h 661204"/>
                <a:gd name="connsiteX170" fmla="*/ 1655872 w 2912392"/>
                <a:gd name="connsiteY170" fmla="*/ 101891 h 661204"/>
                <a:gd name="connsiteX171" fmla="*/ 1665616 w 2912392"/>
                <a:gd name="connsiteY171" fmla="*/ 101373 h 661204"/>
                <a:gd name="connsiteX172" fmla="*/ 1675359 w 2912392"/>
                <a:gd name="connsiteY172" fmla="*/ 100705 h 661204"/>
                <a:gd name="connsiteX173" fmla="*/ 1685103 w 2912392"/>
                <a:gd name="connsiteY173" fmla="*/ 99887 h 661204"/>
                <a:gd name="connsiteX174" fmla="*/ 1694832 w 2912392"/>
                <a:gd name="connsiteY174" fmla="*/ 98923 h 661204"/>
                <a:gd name="connsiteX175" fmla="*/ 1704576 w 2912392"/>
                <a:gd name="connsiteY175" fmla="*/ 97812 h 661204"/>
                <a:gd name="connsiteX176" fmla="*/ 1714320 w 2912392"/>
                <a:gd name="connsiteY176" fmla="*/ 96557 h 661204"/>
                <a:gd name="connsiteX177" fmla="*/ 1724064 w 2912392"/>
                <a:gd name="connsiteY177" fmla="*/ 95163 h 661204"/>
                <a:gd name="connsiteX178" fmla="*/ 1733808 w 2912392"/>
                <a:gd name="connsiteY178" fmla="*/ 93631 h 661204"/>
                <a:gd name="connsiteX179" fmla="*/ 1743537 w 2912392"/>
                <a:gd name="connsiteY179" fmla="*/ 91967 h 661204"/>
                <a:gd name="connsiteX180" fmla="*/ 1753281 w 2912392"/>
                <a:gd name="connsiteY180" fmla="*/ 90175 h 661204"/>
                <a:gd name="connsiteX181" fmla="*/ 1763025 w 2912392"/>
                <a:gd name="connsiteY181" fmla="*/ 88257 h 661204"/>
                <a:gd name="connsiteX182" fmla="*/ 1772769 w 2912392"/>
                <a:gd name="connsiteY182" fmla="*/ 86223 h 661204"/>
                <a:gd name="connsiteX183" fmla="*/ 1782498 w 2912392"/>
                <a:gd name="connsiteY183" fmla="*/ 84076 h 661204"/>
                <a:gd name="connsiteX184" fmla="*/ 1792242 w 2912392"/>
                <a:gd name="connsiteY184" fmla="*/ 81825 h 661204"/>
                <a:gd name="connsiteX185" fmla="*/ 1801986 w 2912392"/>
                <a:gd name="connsiteY185" fmla="*/ 79474 h 661204"/>
                <a:gd name="connsiteX186" fmla="*/ 1811730 w 2912392"/>
                <a:gd name="connsiteY186" fmla="*/ 77031 h 661204"/>
                <a:gd name="connsiteX187" fmla="*/ 1821459 w 2912392"/>
                <a:gd name="connsiteY187" fmla="*/ 74504 h 661204"/>
                <a:gd name="connsiteX188" fmla="*/ 1831203 w 2912392"/>
                <a:gd name="connsiteY188" fmla="*/ 71900 h 661204"/>
                <a:gd name="connsiteX189" fmla="*/ 1840947 w 2912392"/>
                <a:gd name="connsiteY189" fmla="*/ 69228 h 661204"/>
                <a:gd name="connsiteX190" fmla="*/ 1850691 w 2912392"/>
                <a:gd name="connsiteY190" fmla="*/ 66496 h 661204"/>
                <a:gd name="connsiteX191" fmla="*/ 1860435 w 2912392"/>
                <a:gd name="connsiteY191" fmla="*/ 63711 h 661204"/>
                <a:gd name="connsiteX192" fmla="*/ 1870164 w 2912392"/>
                <a:gd name="connsiteY192" fmla="*/ 60885 h 661204"/>
                <a:gd name="connsiteX193" fmla="*/ 1879908 w 2912392"/>
                <a:gd name="connsiteY193" fmla="*/ 58026 h 661204"/>
                <a:gd name="connsiteX194" fmla="*/ 1889652 w 2912392"/>
                <a:gd name="connsiteY194" fmla="*/ 55141 h 661204"/>
                <a:gd name="connsiteX195" fmla="*/ 1899395 w 2912392"/>
                <a:gd name="connsiteY195" fmla="*/ 52240 h 661204"/>
                <a:gd name="connsiteX196" fmla="*/ 1909124 w 2912392"/>
                <a:gd name="connsiteY196" fmla="*/ 49335 h 661204"/>
                <a:gd name="connsiteX197" fmla="*/ 1918868 w 2912392"/>
                <a:gd name="connsiteY197" fmla="*/ 46433 h 661204"/>
                <a:gd name="connsiteX198" fmla="*/ 1928612 w 2912392"/>
                <a:gd name="connsiteY198" fmla="*/ 43542 h 661204"/>
                <a:gd name="connsiteX199" fmla="*/ 1938356 w 2912392"/>
                <a:gd name="connsiteY199" fmla="*/ 40676 h 661204"/>
                <a:gd name="connsiteX200" fmla="*/ 1948085 w 2912392"/>
                <a:gd name="connsiteY200" fmla="*/ 37840 h 661204"/>
                <a:gd name="connsiteX201" fmla="*/ 1957829 w 2912392"/>
                <a:gd name="connsiteY201" fmla="*/ 35045 h 661204"/>
                <a:gd name="connsiteX202" fmla="*/ 1967573 w 2912392"/>
                <a:gd name="connsiteY202" fmla="*/ 32302 h 661204"/>
                <a:gd name="connsiteX203" fmla="*/ 1977317 w 2912392"/>
                <a:gd name="connsiteY203" fmla="*/ 29618 h 661204"/>
                <a:gd name="connsiteX204" fmla="*/ 1987046 w 2912392"/>
                <a:gd name="connsiteY204" fmla="*/ 27001 h 661204"/>
                <a:gd name="connsiteX205" fmla="*/ 1996790 w 2912392"/>
                <a:gd name="connsiteY205" fmla="*/ 24461 h 661204"/>
                <a:gd name="connsiteX206" fmla="*/ 2006534 w 2912392"/>
                <a:gd name="connsiteY206" fmla="*/ 22007 h 661204"/>
                <a:gd name="connsiteX207" fmla="*/ 2016278 w 2912392"/>
                <a:gd name="connsiteY207" fmla="*/ 19647 h 661204"/>
                <a:gd name="connsiteX208" fmla="*/ 2026022 w 2912392"/>
                <a:gd name="connsiteY208" fmla="*/ 17389 h 661204"/>
                <a:gd name="connsiteX209" fmla="*/ 2035751 w 2912392"/>
                <a:gd name="connsiteY209" fmla="*/ 15240 h 661204"/>
                <a:gd name="connsiteX210" fmla="*/ 2045495 w 2912392"/>
                <a:gd name="connsiteY210" fmla="*/ 13208 h 661204"/>
                <a:gd name="connsiteX211" fmla="*/ 2055239 w 2912392"/>
                <a:gd name="connsiteY211" fmla="*/ 11299 h 661204"/>
                <a:gd name="connsiteX212" fmla="*/ 2064983 w 2912392"/>
                <a:gd name="connsiteY212" fmla="*/ 9522 h 661204"/>
                <a:gd name="connsiteX213" fmla="*/ 2074712 w 2912392"/>
                <a:gd name="connsiteY213" fmla="*/ 7880 h 661204"/>
                <a:gd name="connsiteX214" fmla="*/ 2084456 w 2912392"/>
                <a:gd name="connsiteY214" fmla="*/ 6381 h 661204"/>
                <a:gd name="connsiteX215" fmla="*/ 2094200 w 2912392"/>
                <a:gd name="connsiteY215" fmla="*/ 5028 h 661204"/>
                <a:gd name="connsiteX216" fmla="*/ 2103944 w 2912392"/>
                <a:gd name="connsiteY216" fmla="*/ 3829 h 661204"/>
                <a:gd name="connsiteX217" fmla="*/ 2113673 w 2912392"/>
                <a:gd name="connsiteY217" fmla="*/ 2786 h 661204"/>
                <a:gd name="connsiteX218" fmla="*/ 2123417 w 2912392"/>
                <a:gd name="connsiteY218" fmla="*/ 1904 h 661204"/>
                <a:gd name="connsiteX219" fmla="*/ 2133161 w 2912392"/>
                <a:gd name="connsiteY219" fmla="*/ 1186 h 661204"/>
                <a:gd name="connsiteX220" fmla="*/ 2142905 w 2912392"/>
                <a:gd name="connsiteY220" fmla="*/ 635 h 661204"/>
                <a:gd name="connsiteX221" fmla="*/ 2152649 w 2912392"/>
                <a:gd name="connsiteY221" fmla="*/ 252 h 661204"/>
                <a:gd name="connsiteX222" fmla="*/ 2162377 w 2912392"/>
                <a:gd name="connsiteY222" fmla="*/ 40 h 661204"/>
                <a:gd name="connsiteX223" fmla="*/ 2172121 w 2912392"/>
                <a:gd name="connsiteY223" fmla="*/ 0 h 661204"/>
                <a:gd name="connsiteX224" fmla="*/ 2181865 w 2912392"/>
                <a:gd name="connsiteY224" fmla="*/ 131 h 661204"/>
                <a:gd name="connsiteX225" fmla="*/ 2191609 w 2912392"/>
                <a:gd name="connsiteY225" fmla="*/ 435 h 661204"/>
                <a:gd name="connsiteX226" fmla="*/ 2201338 w 2912392"/>
                <a:gd name="connsiteY226" fmla="*/ 910 h 661204"/>
                <a:gd name="connsiteX227" fmla="*/ 2211082 w 2912392"/>
                <a:gd name="connsiteY227" fmla="*/ 1557 h 661204"/>
                <a:gd name="connsiteX228" fmla="*/ 2220826 w 2912392"/>
                <a:gd name="connsiteY228" fmla="*/ 2370 h 661204"/>
                <a:gd name="connsiteX229" fmla="*/ 2230570 w 2912392"/>
                <a:gd name="connsiteY229" fmla="*/ 3352 h 661204"/>
                <a:gd name="connsiteX230" fmla="*/ 2240299 w 2912392"/>
                <a:gd name="connsiteY230" fmla="*/ 4497 h 661204"/>
                <a:gd name="connsiteX231" fmla="*/ 2250043 w 2912392"/>
                <a:gd name="connsiteY231" fmla="*/ 5800 h 661204"/>
                <a:gd name="connsiteX232" fmla="*/ 2259787 w 2912392"/>
                <a:gd name="connsiteY232" fmla="*/ 7259 h 661204"/>
                <a:gd name="connsiteX233" fmla="*/ 2269531 w 2912392"/>
                <a:gd name="connsiteY233" fmla="*/ 8871 h 661204"/>
                <a:gd name="connsiteX234" fmla="*/ 2279260 w 2912392"/>
                <a:gd name="connsiteY234" fmla="*/ 10627 h 661204"/>
                <a:gd name="connsiteX235" fmla="*/ 2289004 w 2912392"/>
                <a:gd name="connsiteY235" fmla="*/ 12526 h 661204"/>
                <a:gd name="connsiteX236" fmla="*/ 2298748 w 2912392"/>
                <a:gd name="connsiteY236" fmla="*/ 14556 h 661204"/>
                <a:gd name="connsiteX237" fmla="*/ 2308492 w 2912392"/>
                <a:gd name="connsiteY237" fmla="*/ 16717 h 661204"/>
                <a:gd name="connsiteX238" fmla="*/ 2318236 w 2912392"/>
                <a:gd name="connsiteY238" fmla="*/ 18996 h 661204"/>
                <a:gd name="connsiteX239" fmla="*/ 2327965 w 2912392"/>
                <a:gd name="connsiteY239" fmla="*/ 21390 h 661204"/>
                <a:gd name="connsiteX240" fmla="*/ 2337709 w 2912392"/>
                <a:gd name="connsiteY240" fmla="*/ 23889 h 661204"/>
                <a:gd name="connsiteX241" fmla="*/ 2347453 w 2912392"/>
                <a:gd name="connsiteY241" fmla="*/ 26484 h 661204"/>
                <a:gd name="connsiteX242" fmla="*/ 2357197 w 2912392"/>
                <a:gd name="connsiteY242" fmla="*/ 29169 h 661204"/>
                <a:gd name="connsiteX243" fmla="*/ 2366926 w 2912392"/>
                <a:gd name="connsiteY243" fmla="*/ 31932 h 661204"/>
                <a:gd name="connsiteX244" fmla="*/ 2376670 w 2912392"/>
                <a:gd name="connsiteY244" fmla="*/ 34765 h 661204"/>
                <a:gd name="connsiteX245" fmla="*/ 2386413 w 2912392"/>
                <a:gd name="connsiteY245" fmla="*/ 37659 h 661204"/>
                <a:gd name="connsiteX246" fmla="*/ 2396157 w 2912392"/>
                <a:gd name="connsiteY246" fmla="*/ 40603 h 661204"/>
                <a:gd name="connsiteX247" fmla="*/ 2405886 w 2912392"/>
                <a:gd name="connsiteY247" fmla="*/ 43588 h 661204"/>
                <a:gd name="connsiteX248" fmla="*/ 2415630 w 2912392"/>
                <a:gd name="connsiteY248" fmla="*/ 46603 h 661204"/>
                <a:gd name="connsiteX249" fmla="*/ 2425374 w 2912392"/>
                <a:gd name="connsiteY249" fmla="*/ 49639 h 661204"/>
                <a:gd name="connsiteX250" fmla="*/ 2435118 w 2912392"/>
                <a:gd name="connsiteY250" fmla="*/ 52683 h 661204"/>
                <a:gd name="connsiteX251" fmla="*/ 2444862 w 2912392"/>
                <a:gd name="connsiteY251" fmla="*/ 55728 h 661204"/>
                <a:gd name="connsiteX252" fmla="*/ 2454591 w 2912392"/>
                <a:gd name="connsiteY252" fmla="*/ 58760 h 661204"/>
                <a:gd name="connsiteX253" fmla="*/ 2464335 w 2912392"/>
                <a:gd name="connsiteY253" fmla="*/ 61771 h 661204"/>
                <a:gd name="connsiteX254" fmla="*/ 2474079 w 2912392"/>
                <a:gd name="connsiteY254" fmla="*/ 64750 h 661204"/>
                <a:gd name="connsiteX255" fmla="*/ 2483823 w 2912392"/>
                <a:gd name="connsiteY255" fmla="*/ 67686 h 661204"/>
                <a:gd name="connsiteX256" fmla="*/ 2493552 w 2912392"/>
                <a:gd name="connsiteY256" fmla="*/ 70571 h 661204"/>
                <a:gd name="connsiteX257" fmla="*/ 2503296 w 2912392"/>
                <a:gd name="connsiteY257" fmla="*/ 73391 h 661204"/>
                <a:gd name="connsiteX258" fmla="*/ 2513040 w 2912392"/>
                <a:gd name="connsiteY258" fmla="*/ 76138 h 661204"/>
                <a:gd name="connsiteX259" fmla="*/ 2522784 w 2912392"/>
                <a:gd name="connsiteY259" fmla="*/ 78804 h 661204"/>
                <a:gd name="connsiteX260" fmla="*/ 2532513 w 2912392"/>
                <a:gd name="connsiteY260" fmla="*/ 81378 h 661204"/>
                <a:gd name="connsiteX261" fmla="*/ 2542257 w 2912392"/>
                <a:gd name="connsiteY261" fmla="*/ 83851 h 661204"/>
                <a:gd name="connsiteX262" fmla="*/ 2552001 w 2912392"/>
                <a:gd name="connsiteY262" fmla="*/ 86216 h 661204"/>
                <a:gd name="connsiteX263" fmla="*/ 2561745 w 2912392"/>
                <a:gd name="connsiteY263" fmla="*/ 88463 h 661204"/>
                <a:gd name="connsiteX264" fmla="*/ 2571474 w 2912392"/>
                <a:gd name="connsiteY264" fmla="*/ 90584 h 661204"/>
                <a:gd name="connsiteX265" fmla="*/ 2581218 w 2912392"/>
                <a:gd name="connsiteY265" fmla="*/ 92573 h 661204"/>
                <a:gd name="connsiteX266" fmla="*/ 2590962 w 2912392"/>
                <a:gd name="connsiteY266" fmla="*/ 94422 h 661204"/>
                <a:gd name="connsiteX267" fmla="*/ 2600705 w 2912392"/>
                <a:gd name="connsiteY267" fmla="*/ 96125 h 661204"/>
                <a:gd name="connsiteX268" fmla="*/ 2610449 w 2912392"/>
                <a:gd name="connsiteY268" fmla="*/ 97675 h 661204"/>
                <a:gd name="connsiteX269" fmla="*/ 2620178 w 2912392"/>
                <a:gd name="connsiteY269" fmla="*/ 99068 h 661204"/>
                <a:gd name="connsiteX270" fmla="*/ 2629922 w 2912392"/>
                <a:gd name="connsiteY270" fmla="*/ 100298 h 661204"/>
                <a:gd name="connsiteX271" fmla="*/ 2639666 w 2912392"/>
                <a:gd name="connsiteY271" fmla="*/ 101362 h 661204"/>
                <a:gd name="connsiteX272" fmla="*/ 2649410 w 2912392"/>
                <a:gd name="connsiteY272" fmla="*/ 102256 h 661204"/>
                <a:gd name="connsiteX273" fmla="*/ 2659139 w 2912392"/>
                <a:gd name="connsiteY273" fmla="*/ 102976 h 661204"/>
                <a:gd name="connsiteX274" fmla="*/ 2668883 w 2912392"/>
                <a:gd name="connsiteY274" fmla="*/ 103520 h 661204"/>
                <a:gd name="connsiteX275" fmla="*/ 2678627 w 2912392"/>
                <a:gd name="connsiteY275" fmla="*/ 103886 h 661204"/>
                <a:gd name="connsiteX276" fmla="*/ 2688371 w 2912392"/>
                <a:gd name="connsiteY276" fmla="*/ 104075 h 661204"/>
                <a:gd name="connsiteX277" fmla="*/ 2698100 w 2912392"/>
                <a:gd name="connsiteY277" fmla="*/ 104084 h 661204"/>
                <a:gd name="connsiteX278" fmla="*/ 2707844 w 2912392"/>
                <a:gd name="connsiteY278" fmla="*/ 103914 h 661204"/>
                <a:gd name="connsiteX279" fmla="*/ 2717588 w 2912392"/>
                <a:gd name="connsiteY279" fmla="*/ 103567 h 661204"/>
                <a:gd name="connsiteX280" fmla="*/ 2727332 w 2912392"/>
                <a:gd name="connsiteY280" fmla="*/ 103044 h 661204"/>
                <a:gd name="connsiteX281" fmla="*/ 2737076 w 2912392"/>
                <a:gd name="connsiteY281" fmla="*/ 102346 h 661204"/>
                <a:gd name="connsiteX282" fmla="*/ 2746805 w 2912392"/>
                <a:gd name="connsiteY282" fmla="*/ 101475 h 661204"/>
                <a:gd name="connsiteX283" fmla="*/ 2756549 w 2912392"/>
                <a:gd name="connsiteY283" fmla="*/ 100438 h 661204"/>
                <a:gd name="connsiteX284" fmla="*/ 2766293 w 2912392"/>
                <a:gd name="connsiteY284" fmla="*/ 99236 h 661204"/>
                <a:gd name="connsiteX285" fmla="*/ 2776037 w 2912392"/>
                <a:gd name="connsiteY285" fmla="*/ 97876 h 661204"/>
                <a:gd name="connsiteX286" fmla="*/ 2785766 w 2912392"/>
                <a:gd name="connsiteY286" fmla="*/ 96361 h 661204"/>
                <a:gd name="connsiteX287" fmla="*/ 2795510 w 2912392"/>
                <a:gd name="connsiteY287" fmla="*/ 94698 h 661204"/>
                <a:gd name="connsiteX288" fmla="*/ 2805254 w 2912392"/>
                <a:gd name="connsiteY288" fmla="*/ 92892 h 661204"/>
                <a:gd name="connsiteX289" fmla="*/ 2814998 w 2912392"/>
                <a:gd name="connsiteY289" fmla="*/ 90951 h 661204"/>
                <a:gd name="connsiteX290" fmla="*/ 2824727 w 2912392"/>
                <a:gd name="connsiteY290" fmla="*/ 88883 h 661204"/>
                <a:gd name="connsiteX291" fmla="*/ 2834471 w 2912392"/>
                <a:gd name="connsiteY291" fmla="*/ 86694 h 661204"/>
                <a:gd name="connsiteX292" fmla="*/ 2844215 w 2912392"/>
                <a:gd name="connsiteY292" fmla="*/ 84392 h 661204"/>
                <a:gd name="connsiteX293" fmla="*/ 2853958 w 2912392"/>
                <a:gd name="connsiteY293" fmla="*/ 81989 h 661204"/>
                <a:gd name="connsiteX294" fmla="*/ 2863687 w 2912392"/>
                <a:gd name="connsiteY294" fmla="*/ 79491 h 661204"/>
                <a:gd name="connsiteX295" fmla="*/ 2873431 w 2912392"/>
                <a:gd name="connsiteY295" fmla="*/ 76907 h 661204"/>
                <a:gd name="connsiteX296" fmla="*/ 2883175 w 2912392"/>
                <a:gd name="connsiteY296" fmla="*/ 74249 h 661204"/>
                <a:gd name="connsiteX297" fmla="*/ 2892919 w 2912392"/>
                <a:gd name="connsiteY297" fmla="*/ 71524 h 661204"/>
                <a:gd name="connsiteX298" fmla="*/ 2902663 w 2912392"/>
                <a:gd name="connsiteY298" fmla="*/ 68745 h 661204"/>
                <a:gd name="connsiteX299" fmla="*/ 2912392 w 2912392"/>
                <a:gd name="connsiteY299" fmla="*/ 65919 h 6612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61204">
                  <a:moveTo>
                    <a:pt x="0" y="661205"/>
                  </a:moveTo>
                  <a:lnTo>
                    <a:pt x="9739" y="660895"/>
                  </a:lnTo>
                  <a:lnTo>
                    <a:pt x="19480" y="660487"/>
                  </a:lnTo>
                  <a:lnTo>
                    <a:pt x="29221" y="659986"/>
                  </a:lnTo>
                  <a:lnTo>
                    <a:pt x="38961" y="659401"/>
                  </a:lnTo>
                  <a:lnTo>
                    <a:pt x="48702" y="658735"/>
                  </a:lnTo>
                  <a:lnTo>
                    <a:pt x="58443" y="657997"/>
                  </a:lnTo>
                  <a:lnTo>
                    <a:pt x="68182" y="657190"/>
                  </a:lnTo>
                  <a:lnTo>
                    <a:pt x="77923" y="656318"/>
                  </a:lnTo>
                  <a:lnTo>
                    <a:pt x="87664" y="655388"/>
                  </a:lnTo>
                  <a:lnTo>
                    <a:pt x="97404" y="654402"/>
                  </a:lnTo>
                  <a:lnTo>
                    <a:pt x="107145" y="653364"/>
                  </a:lnTo>
                  <a:lnTo>
                    <a:pt x="116886" y="652276"/>
                  </a:lnTo>
                  <a:lnTo>
                    <a:pt x="126625" y="651141"/>
                  </a:lnTo>
                  <a:lnTo>
                    <a:pt x="136366" y="649961"/>
                  </a:lnTo>
                  <a:lnTo>
                    <a:pt x="146107" y="648734"/>
                  </a:lnTo>
                  <a:lnTo>
                    <a:pt x="155846" y="647467"/>
                  </a:lnTo>
                  <a:lnTo>
                    <a:pt x="165587" y="646155"/>
                  </a:lnTo>
                  <a:lnTo>
                    <a:pt x="175328" y="644800"/>
                  </a:lnTo>
                  <a:lnTo>
                    <a:pt x="185068" y="643399"/>
                  </a:lnTo>
                  <a:lnTo>
                    <a:pt x="194809" y="641954"/>
                  </a:lnTo>
                  <a:lnTo>
                    <a:pt x="204550" y="640461"/>
                  </a:lnTo>
                  <a:lnTo>
                    <a:pt x="214289" y="638919"/>
                  </a:lnTo>
                  <a:lnTo>
                    <a:pt x="224030" y="637325"/>
                  </a:lnTo>
                  <a:lnTo>
                    <a:pt x="233771" y="635675"/>
                  </a:lnTo>
                  <a:lnTo>
                    <a:pt x="243510" y="633967"/>
                  </a:lnTo>
                  <a:lnTo>
                    <a:pt x="253251" y="632197"/>
                  </a:lnTo>
                  <a:lnTo>
                    <a:pt x="262992" y="630360"/>
                  </a:lnTo>
                  <a:lnTo>
                    <a:pt x="272732" y="628453"/>
                  </a:lnTo>
                  <a:lnTo>
                    <a:pt x="282473" y="626469"/>
                  </a:lnTo>
                  <a:lnTo>
                    <a:pt x="292214" y="624406"/>
                  </a:lnTo>
                  <a:lnTo>
                    <a:pt x="301953" y="622257"/>
                  </a:lnTo>
                  <a:lnTo>
                    <a:pt x="311694" y="620017"/>
                  </a:lnTo>
                  <a:lnTo>
                    <a:pt x="321435" y="617680"/>
                  </a:lnTo>
                  <a:lnTo>
                    <a:pt x="331175" y="615243"/>
                  </a:lnTo>
                  <a:lnTo>
                    <a:pt x="340916" y="612697"/>
                  </a:lnTo>
                  <a:lnTo>
                    <a:pt x="350656" y="610037"/>
                  </a:lnTo>
                  <a:lnTo>
                    <a:pt x="360396" y="607257"/>
                  </a:lnTo>
                  <a:lnTo>
                    <a:pt x="370137" y="604353"/>
                  </a:lnTo>
                  <a:lnTo>
                    <a:pt x="379878" y="601318"/>
                  </a:lnTo>
                  <a:lnTo>
                    <a:pt x="389617" y="598146"/>
                  </a:lnTo>
                  <a:lnTo>
                    <a:pt x="399358" y="594831"/>
                  </a:lnTo>
                  <a:lnTo>
                    <a:pt x="409099" y="591370"/>
                  </a:lnTo>
                  <a:lnTo>
                    <a:pt x="418839" y="587757"/>
                  </a:lnTo>
                  <a:lnTo>
                    <a:pt x="428580" y="583985"/>
                  </a:lnTo>
                  <a:lnTo>
                    <a:pt x="438321" y="580052"/>
                  </a:lnTo>
                  <a:lnTo>
                    <a:pt x="448060" y="575950"/>
                  </a:lnTo>
                  <a:lnTo>
                    <a:pt x="457801" y="571678"/>
                  </a:lnTo>
                  <a:lnTo>
                    <a:pt x="467542" y="567233"/>
                  </a:lnTo>
                  <a:lnTo>
                    <a:pt x="477281" y="562608"/>
                  </a:lnTo>
                  <a:lnTo>
                    <a:pt x="487022" y="557803"/>
                  </a:lnTo>
                  <a:lnTo>
                    <a:pt x="496763" y="552813"/>
                  </a:lnTo>
                  <a:lnTo>
                    <a:pt x="506503" y="547639"/>
                  </a:lnTo>
                  <a:lnTo>
                    <a:pt x="516244" y="542275"/>
                  </a:lnTo>
                  <a:lnTo>
                    <a:pt x="525985" y="536724"/>
                  </a:lnTo>
                  <a:lnTo>
                    <a:pt x="535724" y="530983"/>
                  </a:lnTo>
                  <a:lnTo>
                    <a:pt x="545465" y="525052"/>
                  </a:lnTo>
                  <a:lnTo>
                    <a:pt x="555206" y="518932"/>
                  </a:lnTo>
                  <a:lnTo>
                    <a:pt x="564946" y="512623"/>
                  </a:lnTo>
                  <a:lnTo>
                    <a:pt x="574687" y="506127"/>
                  </a:lnTo>
                  <a:lnTo>
                    <a:pt x="584428" y="499445"/>
                  </a:lnTo>
                  <a:lnTo>
                    <a:pt x="594167" y="492581"/>
                  </a:lnTo>
                  <a:lnTo>
                    <a:pt x="603908" y="485538"/>
                  </a:lnTo>
                  <a:lnTo>
                    <a:pt x="613649" y="478318"/>
                  </a:lnTo>
                  <a:lnTo>
                    <a:pt x="623388" y="470927"/>
                  </a:lnTo>
                  <a:lnTo>
                    <a:pt x="633129" y="463369"/>
                  </a:lnTo>
                  <a:lnTo>
                    <a:pt x="642870" y="455650"/>
                  </a:lnTo>
                  <a:lnTo>
                    <a:pt x="652610" y="447774"/>
                  </a:lnTo>
                  <a:lnTo>
                    <a:pt x="662351" y="439749"/>
                  </a:lnTo>
                  <a:lnTo>
                    <a:pt x="672092" y="431583"/>
                  </a:lnTo>
                  <a:lnTo>
                    <a:pt x="681831" y="423282"/>
                  </a:lnTo>
                  <a:lnTo>
                    <a:pt x="691572" y="414853"/>
                  </a:lnTo>
                  <a:lnTo>
                    <a:pt x="701313" y="406306"/>
                  </a:lnTo>
                  <a:lnTo>
                    <a:pt x="711052" y="397651"/>
                  </a:lnTo>
                  <a:lnTo>
                    <a:pt x="720793" y="388895"/>
                  </a:lnTo>
                  <a:lnTo>
                    <a:pt x="730534" y="380048"/>
                  </a:lnTo>
                  <a:lnTo>
                    <a:pt x="740274" y="371120"/>
                  </a:lnTo>
                  <a:lnTo>
                    <a:pt x="750015" y="362124"/>
                  </a:lnTo>
                  <a:lnTo>
                    <a:pt x="759756" y="353070"/>
                  </a:lnTo>
                  <a:lnTo>
                    <a:pt x="769495" y="343968"/>
                  </a:lnTo>
                  <a:lnTo>
                    <a:pt x="779236" y="334829"/>
                  </a:lnTo>
                  <a:lnTo>
                    <a:pt x="788977" y="325666"/>
                  </a:lnTo>
                  <a:lnTo>
                    <a:pt x="798717" y="316492"/>
                  </a:lnTo>
                  <a:lnTo>
                    <a:pt x="808458" y="307315"/>
                  </a:lnTo>
                  <a:lnTo>
                    <a:pt x="818199" y="298153"/>
                  </a:lnTo>
                  <a:lnTo>
                    <a:pt x="827938" y="289013"/>
                  </a:lnTo>
                  <a:lnTo>
                    <a:pt x="837679" y="279910"/>
                  </a:lnTo>
                  <a:lnTo>
                    <a:pt x="847420" y="270858"/>
                  </a:lnTo>
                  <a:lnTo>
                    <a:pt x="857159" y="261865"/>
                  </a:lnTo>
                  <a:lnTo>
                    <a:pt x="866900" y="252947"/>
                  </a:lnTo>
                  <a:lnTo>
                    <a:pt x="876641" y="244115"/>
                  </a:lnTo>
                  <a:lnTo>
                    <a:pt x="886381" y="235383"/>
                  </a:lnTo>
                  <a:lnTo>
                    <a:pt x="896122" y="226761"/>
                  </a:lnTo>
                  <a:lnTo>
                    <a:pt x="905863" y="218261"/>
                  </a:lnTo>
                  <a:lnTo>
                    <a:pt x="915602" y="209894"/>
                  </a:lnTo>
                  <a:lnTo>
                    <a:pt x="925343" y="201674"/>
                  </a:lnTo>
                  <a:lnTo>
                    <a:pt x="935084" y="193611"/>
                  </a:lnTo>
                  <a:lnTo>
                    <a:pt x="944824" y="185714"/>
                  </a:lnTo>
                  <a:lnTo>
                    <a:pt x="954564" y="177995"/>
                  </a:lnTo>
                  <a:lnTo>
                    <a:pt x="964305" y="170464"/>
                  </a:lnTo>
                  <a:lnTo>
                    <a:pt x="974045" y="163130"/>
                  </a:lnTo>
                  <a:lnTo>
                    <a:pt x="983786" y="156003"/>
                  </a:lnTo>
                  <a:lnTo>
                    <a:pt x="993522" y="149090"/>
                  </a:lnTo>
                  <a:lnTo>
                    <a:pt x="1003266" y="142400"/>
                  </a:lnTo>
                  <a:lnTo>
                    <a:pt x="1013010" y="135940"/>
                  </a:lnTo>
                  <a:lnTo>
                    <a:pt x="1022754" y="129718"/>
                  </a:lnTo>
                  <a:lnTo>
                    <a:pt x="1032483" y="123739"/>
                  </a:lnTo>
                  <a:lnTo>
                    <a:pt x="1042227" y="118010"/>
                  </a:lnTo>
                  <a:lnTo>
                    <a:pt x="1051971" y="112536"/>
                  </a:lnTo>
                  <a:lnTo>
                    <a:pt x="1061715" y="107322"/>
                  </a:lnTo>
                  <a:lnTo>
                    <a:pt x="1071444" y="102368"/>
                  </a:lnTo>
                  <a:lnTo>
                    <a:pt x="1081188" y="97682"/>
                  </a:lnTo>
                  <a:lnTo>
                    <a:pt x="1090932" y="93265"/>
                  </a:lnTo>
                  <a:lnTo>
                    <a:pt x="1100676" y="89117"/>
                  </a:lnTo>
                  <a:lnTo>
                    <a:pt x="1110405" y="85240"/>
                  </a:lnTo>
                  <a:lnTo>
                    <a:pt x="1120149" y="81636"/>
                  </a:lnTo>
                  <a:lnTo>
                    <a:pt x="1129893" y="78302"/>
                  </a:lnTo>
                  <a:lnTo>
                    <a:pt x="1139637" y="75238"/>
                  </a:lnTo>
                  <a:lnTo>
                    <a:pt x="1149381" y="72443"/>
                  </a:lnTo>
                  <a:lnTo>
                    <a:pt x="1159110" y="69916"/>
                  </a:lnTo>
                  <a:lnTo>
                    <a:pt x="1168854" y="67650"/>
                  </a:lnTo>
                  <a:lnTo>
                    <a:pt x="1178598" y="65645"/>
                  </a:lnTo>
                  <a:lnTo>
                    <a:pt x="1188341" y="63894"/>
                  </a:lnTo>
                  <a:lnTo>
                    <a:pt x="1198070" y="62394"/>
                  </a:lnTo>
                  <a:lnTo>
                    <a:pt x="1207814" y="61136"/>
                  </a:lnTo>
                  <a:lnTo>
                    <a:pt x="1217558" y="60119"/>
                  </a:lnTo>
                  <a:lnTo>
                    <a:pt x="1227302" y="59332"/>
                  </a:lnTo>
                  <a:lnTo>
                    <a:pt x="1237031" y="58769"/>
                  </a:lnTo>
                  <a:lnTo>
                    <a:pt x="1246775" y="58423"/>
                  </a:lnTo>
                  <a:lnTo>
                    <a:pt x="1256519" y="58285"/>
                  </a:lnTo>
                  <a:lnTo>
                    <a:pt x="1266263" y="58344"/>
                  </a:lnTo>
                  <a:lnTo>
                    <a:pt x="1276007" y="58595"/>
                  </a:lnTo>
                  <a:lnTo>
                    <a:pt x="1285736" y="59024"/>
                  </a:lnTo>
                  <a:lnTo>
                    <a:pt x="1295480" y="59624"/>
                  </a:lnTo>
                  <a:lnTo>
                    <a:pt x="1305224" y="60383"/>
                  </a:lnTo>
                  <a:lnTo>
                    <a:pt x="1314968" y="61290"/>
                  </a:lnTo>
                  <a:lnTo>
                    <a:pt x="1324697" y="62336"/>
                  </a:lnTo>
                  <a:lnTo>
                    <a:pt x="1334441" y="63508"/>
                  </a:lnTo>
                  <a:lnTo>
                    <a:pt x="1344185" y="64796"/>
                  </a:lnTo>
                  <a:lnTo>
                    <a:pt x="1353929" y="66187"/>
                  </a:lnTo>
                  <a:lnTo>
                    <a:pt x="1363658" y="67670"/>
                  </a:lnTo>
                  <a:lnTo>
                    <a:pt x="1373402" y="69233"/>
                  </a:lnTo>
                  <a:lnTo>
                    <a:pt x="1383146" y="70864"/>
                  </a:lnTo>
                  <a:lnTo>
                    <a:pt x="1392890" y="72552"/>
                  </a:lnTo>
                  <a:lnTo>
                    <a:pt x="1402619" y="74283"/>
                  </a:lnTo>
                  <a:lnTo>
                    <a:pt x="1412363" y="76049"/>
                  </a:lnTo>
                  <a:lnTo>
                    <a:pt x="1422106" y="77835"/>
                  </a:lnTo>
                  <a:lnTo>
                    <a:pt x="1431850" y="79632"/>
                  </a:lnTo>
                  <a:lnTo>
                    <a:pt x="1441594" y="81427"/>
                  </a:lnTo>
                  <a:lnTo>
                    <a:pt x="1451323" y="83209"/>
                  </a:lnTo>
                  <a:lnTo>
                    <a:pt x="1461067" y="84969"/>
                  </a:lnTo>
                  <a:lnTo>
                    <a:pt x="1470811" y="86693"/>
                  </a:lnTo>
                  <a:lnTo>
                    <a:pt x="1480555" y="88373"/>
                  </a:lnTo>
                  <a:lnTo>
                    <a:pt x="1490284" y="90000"/>
                  </a:lnTo>
                  <a:lnTo>
                    <a:pt x="1500028" y="91563"/>
                  </a:lnTo>
                  <a:lnTo>
                    <a:pt x="1509772" y="93053"/>
                  </a:lnTo>
                  <a:lnTo>
                    <a:pt x="1519516" y="94461"/>
                  </a:lnTo>
                  <a:lnTo>
                    <a:pt x="1529245" y="95780"/>
                  </a:lnTo>
                  <a:lnTo>
                    <a:pt x="1538989" y="97000"/>
                  </a:lnTo>
                  <a:lnTo>
                    <a:pt x="1548733" y="98116"/>
                  </a:lnTo>
                  <a:lnTo>
                    <a:pt x="1558477" y="99120"/>
                  </a:lnTo>
                  <a:lnTo>
                    <a:pt x="1568221" y="100005"/>
                  </a:lnTo>
                  <a:lnTo>
                    <a:pt x="1577950" y="100766"/>
                  </a:lnTo>
                  <a:lnTo>
                    <a:pt x="1587694" y="101398"/>
                  </a:lnTo>
                  <a:lnTo>
                    <a:pt x="1597438" y="101897"/>
                  </a:lnTo>
                  <a:lnTo>
                    <a:pt x="1607182" y="102258"/>
                  </a:lnTo>
                  <a:lnTo>
                    <a:pt x="1616911" y="102477"/>
                  </a:lnTo>
                  <a:lnTo>
                    <a:pt x="1626655" y="102551"/>
                  </a:lnTo>
                  <a:lnTo>
                    <a:pt x="1636399" y="102480"/>
                  </a:lnTo>
                  <a:lnTo>
                    <a:pt x="1646142" y="102261"/>
                  </a:lnTo>
                  <a:lnTo>
                    <a:pt x="1655872" y="101891"/>
                  </a:lnTo>
                  <a:lnTo>
                    <a:pt x="1665616" y="101373"/>
                  </a:lnTo>
                  <a:lnTo>
                    <a:pt x="1675359" y="100705"/>
                  </a:lnTo>
                  <a:lnTo>
                    <a:pt x="1685103" y="99887"/>
                  </a:lnTo>
                  <a:lnTo>
                    <a:pt x="1694832" y="98923"/>
                  </a:lnTo>
                  <a:lnTo>
                    <a:pt x="1704576" y="97812"/>
                  </a:lnTo>
                  <a:lnTo>
                    <a:pt x="1714320" y="96557"/>
                  </a:lnTo>
                  <a:lnTo>
                    <a:pt x="1724064" y="95163"/>
                  </a:lnTo>
                  <a:lnTo>
                    <a:pt x="1733808" y="93631"/>
                  </a:lnTo>
                  <a:lnTo>
                    <a:pt x="1743537" y="91967"/>
                  </a:lnTo>
                  <a:lnTo>
                    <a:pt x="1753281" y="90175"/>
                  </a:lnTo>
                  <a:lnTo>
                    <a:pt x="1763025" y="88257"/>
                  </a:lnTo>
                  <a:lnTo>
                    <a:pt x="1772769" y="86223"/>
                  </a:lnTo>
                  <a:lnTo>
                    <a:pt x="1782498" y="84076"/>
                  </a:lnTo>
                  <a:lnTo>
                    <a:pt x="1792242" y="81825"/>
                  </a:lnTo>
                  <a:lnTo>
                    <a:pt x="1801986" y="79474"/>
                  </a:lnTo>
                  <a:lnTo>
                    <a:pt x="1811730" y="77031"/>
                  </a:lnTo>
                  <a:lnTo>
                    <a:pt x="1821459" y="74504"/>
                  </a:lnTo>
                  <a:lnTo>
                    <a:pt x="1831203" y="71900"/>
                  </a:lnTo>
                  <a:lnTo>
                    <a:pt x="1840947" y="69228"/>
                  </a:lnTo>
                  <a:lnTo>
                    <a:pt x="1850691" y="66496"/>
                  </a:lnTo>
                  <a:lnTo>
                    <a:pt x="1860435" y="63711"/>
                  </a:lnTo>
                  <a:lnTo>
                    <a:pt x="1870164" y="60885"/>
                  </a:lnTo>
                  <a:lnTo>
                    <a:pt x="1879908" y="58026"/>
                  </a:lnTo>
                  <a:lnTo>
                    <a:pt x="1889652" y="55141"/>
                  </a:lnTo>
                  <a:lnTo>
                    <a:pt x="1899395" y="52240"/>
                  </a:lnTo>
                  <a:lnTo>
                    <a:pt x="1909124" y="49335"/>
                  </a:lnTo>
                  <a:lnTo>
                    <a:pt x="1918868" y="46433"/>
                  </a:lnTo>
                  <a:lnTo>
                    <a:pt x="1928612" y="43542"/>
                  </a:lnTo>
                  <a:lnTo>
                    <a:pt x="1938356" y="40676"/>
                  </a:lnTo>
                  <a:lnTo>
                    <a:pt x="1948085" y="37840"/>
                  </a:lnTo>
                  <a:lnTo>
                    <a:pt x="1957829" y="35045"/>
                  </a:lnTo>
                  <a:lnTo>
                    <a:pt x="1967573" y="32302"/>
                  </a:lnTo>
                  <a:lnTo>
                    <a:pt x="1977317" y="29618"/>
                  </a:lnTo>
                  <a:lnTo>
                    <a:pt x="1987046" y="27001"/>
                  </a:lnTo>
                  <a:lnTo>
                    <a:pt x="1996790" y="24461"/>
                  </a:lnTo>
                  <a:lnTo>
                    <a:pt x="2006534" y="22007"/>
                  </a:lnTo>
                  <a:lnTo>
                    <a:pt x="2016278" y="19647"/>
                  </a:lnTo>
                  <a:lnTo>
                    <a:pt x="2026022" y="17389"/>
                  </a:lnTo>
                  <a:lnTo>
                    <a:pt x="2035751" y="15240"/>
                  </a:lnTo>
                  <a:lnTo>
                    <a:pt x="2045495" y="13208"/>
                  </a:lnTo>
                  <a:lnTo>
                    <a:pt x="2055239" y="11299"/>
                  </a:lnTo>
                  <a:lnTo>
                    <a:pt x="2064983" y="9522"/>
                  </a:lnTo>
                  <a:lnTo>
                    <a:pt x="2074712" y="7880"/>
                  </a:lnTo>
                  <a:lnTo>
                    <a:pt x="2084456" y="6381"/>
                  </a:lnTo>
                  <a:lnTo>
                    <a:pt x="2094200" y="5028"/>
                  </a:lnTo>
                  <a:lnTo>
                    <a:pt x="2103944" y="3829"/>
                  </a:lnTo>
                  <a:lnTo>
                    <a:pt x="2113673" y="2786"/>
                  </a:lnTo>
                  <a:lnTo>
                    <a:pt x="2123417" y="1904"/>
                  </a:lnTo>
                  <a:lnTo>
                    <a:pt x="2133161" y="1186"/>
                  </a:lnTo>
                  <a:lnTo>
                    <a:pt x="2142905" y="635"/>
                  </a:lnTo>
                  <a:lnTo>
                    <a:pt x="2152649" y="252"/>
                  </a:lnTo>
                  <a:lnTo>
                    <a:pt x="2162377" y="40"/>
                  </a:lnTo>
                  <a:lnTo>
                    <a:pt x="2172121" y="0"/>
                  </a:lnTo>
                  <a:lnTo>
                    <a:pt x="2181865" y="131"/>
                  </a:lnTo>
                  <a:lnTo>
                    <a:pt x="2191609" y="435"/>
                  </a:lnTo>
                  <a:lnTo>
                    <a:pt x="2201338" y="910"/>
                  </a:lnTo>
                  <a:lnTo>
                    <a:pt x="2211082" y="1557"/>
                  </a:lnTo>
                  <a:lnTo>
                    <a:pt x="2220826" y="2370"/>
                  </a:lnTo>
                  <a:lnTo>
                    <a:pt x="2230570" y="3352"/>
                  </a:lnTo>
                  <a:lnTo>
                    <a:pt x="2240299" y="4497"/>
                  </a:lnTo>
                  <a:lnTo>
                    <a:pt x="2250043" y="5800"/>
                  </a:lnTo>
                  <a:lnTo>
                    <a:pt x="2259787" y="7259"/>
                  </a:lnTo>
                  <a:lnTo>
                    <a:pt x="2269531" y="8871"/>
                  </a:lnTo>
                  <a:lnTo>
                    <a:pt x="2279260" y="10627"/>
                  </a:lnTo>
                  <a:lnTo>
                    <a:pt x="2289004" y="12526"/>
                  </a:lnTo>
                  <a:lnTo>
                    <a:pt x="2298748" y="14556"/>
                  </a:lnTo>
                  <a:lnTo>
                    <a:pt x="2308492" y="16717"/>
                  </a:lnTo>
                  <a:lnTo>
                    <a:pt x="2318236" y="18996"/>
                  </a:lnTo>
                  <a:lnTo>
                    <a:pt x="2327965" y="21390"/>
                  </a:lnTo>
                  <a:lnTo>
                    <a:pt x="2337709" y="23889"/>
                  </a:lnTo>
                  <a:lnTo>
                    <a:pt x="2347453" y="26484"/>
                  </a:lnTo>
                  <a:lnTo>
                    <a:pt x="2357197" y="29169"/>
                  </a:lnTo>
                  <a:lnTo>
                    <a:pt x="2366926" y="31932"/>
                  </a:lnTo>
                  <a:lnTo>
                    <a:pt x="2376670" y="34765"/>
                  </a:lnTo>
                  <a:lnTo>
                    <a:pt x="2386413" y="37659"/>
                  </a:lnTo>
                  <a:lnTo>
                    <a:pt x="2396157" y="40603"/>
                  </a:lnTo>
                  <a:lnTo>
                    <a:pt x="2405886" y="43588"/>
                  </a:lnTo>
                  <a:lnTo>
                    <a:pt x="2415630" y="46603"/>
                  </a:lnTo>
                  <a:lnTo>
                    <a:pt x="2425374" y="49639"/>
                  </a:lnTo>
                  <a:lnTo>
                    <a:pt x="2435118" y="52683"/>
                  </a:lnTo>
                  <a:lnTo>
                    <a:pt x="2444862" y="55728"/>
                  </a:lnTo>
                  <a:lnTo>
                    <a:pt x="2454591" y="58760"/>
                  </a:lnTo>
                  <a:lnTo>
                    <a:pt x="2464335" y="61771"/>
                  </a:lnTo>
                  <a:lnTo>
                    <a:pt x="2474079" y="64750"/>
                  </a:lnTo>
                  <a:lnTo>
                    <a:pt x="2483823" y="67686"/>
                  </a:lnTo>
                  <a:lnTo>
                    <a:pt x="2493552" y="70571"/>
                  </a:lnTo>
                  <a:lnTo>
                    <a:pt x="2503296" y="73391"/>
                  </a:lnTo>
                  <a:lnTo>
                    <a:pt x="2513040" y="76138"/>
                  </a:lnTo>
                  <a:lnTo>
                    <a:pt x="2522784" y="78804"/>
                  </a:lnTo>
                  <a:lnTo>
                    <a:pt x="2532513" y="81378"/>
                  </a:lnTo>
                  <a:lnTo>
                    <a:pt x="2542257" y="83851"/>
                  </a:lnTo>
                  <a:lnTo>
                    <a:pt x="2552001" y="86216"/>
                  </a:lnTo>
                  <a:lnTo>
                    <a:pt x="2561745" y="88463"/>
                  </a:lnTo>
                  <a:lnTo>
                    <a:pt x="2571474" y="90584"/>
                  </a:lnTo>
                  <a:lnTo>
                    <a:pt x="2581218" y="92573"/>
                  </a:lnTo>
                  <a:lnTo>
                    <a:pt x="2590962" y="94422"/>
                  </a:lnTo>
                  <a:lnTo>
                    <a:pt x="2600705" y="96125"/>
                  </a:lnTo>
                  <a:lnTo>
                    <a:pt x="2610449" y="97675"/>
                  </a:lnTo>
                  <a:lnTo>
                    <a:pt x="2620178" y="99068"/>
                  </a:lnTo>
                  <a:lnTo>
                    <a:pt x="2629922" y="100298"/>
                  </a:lnTo>
                  <a:lnTo>
                    <a:pt x="2639666" y="101362"/>
                  </a:lnTo>
                  <a:lnTo>
                    <a:pt x="2649410" y="102256"/>
                  </a:lnTo>
                  <a:lnTo>
                    <a:pt x="2659139" y="102976"/>
                  </a:lnTo>
                  <a:lnTo>
                    <a:pt x="2668883" y="103520"/>
                  </a:lnTo>
                  <a:lnTo>
                    <a:pt x="2678627" y="103886"/>
                  </a:lnTo>
                  <a:lnTo>
                    <a:pt x="2688371" y="104075"/>
                  </a:lnTo>
                  <a:lnTo>
                    <a:pt x="2698100" y="104084"/>
                  </a:lnTo>
                  <a:lnTo>
                    <a:pt x="2707844" y="103914"/>
                  </a:lnTo>
                  <a:lnTo>
                    <a:pt x="2717588" y="103567"/>
                  </a:lnTo>
                  <a:lnTo>
                    <a:pt x="2727332" y="103044"/>
                  </a:lnTo>
                  <a:lnTo>
                    <a:pt x="2737076" y="102346"/>
                  </a:lnTo>
                  <a:lnTo>
                    <a:pt x="2746805" y="101475"/>
                  </a:lnTo>
                  <a:lnTo>
                    <a:pt x="2756549" y="100438"/>
                  </a:lnTo>
                  <a:lnTo>
                    <a:pt x="2766293" y="99236"/>
                  </a:lnTo>
                  <a:lnTo>
                    <a:pt x="2776037" y="97876"/>
                  </a:lnTo>
                  <a:lnTo>
                    <a:pt x="2785766" y="96361"/>
                  </a:lnTo>
                  <a:lnTo>
                    <a:pt x="2795510" y="94698"/>
                  </a:lnTo>
                  <a:lnTo>
                    <a:pt x="2805254" y="92892"/>
                  </a:lnTo>
                  <a:lnTo>
                    <a:pt x="2814998" y="90951"/>
                  </a:lnTo>
                  <a:lnTo>
                    <a:pt x="2824727" y="88883"/>
                  </a:lnTo>
                  <a:lnTo>
                    <a:pt x="2834471" y="86694"/>
                  </a:lnTo>
                  <a:lnTo>
                    <a:pt x="2844215" y="84392"/>
                  </a:lnTo>
                  <a:lnTo>
                    <a:pt x="2853958" y="81989"/>
                  </a:lnTo>
                  <a:lnTo>
                    <a:pt x="2863687" y="79491"/>
                  </a:lnTo>
                  <a:lnTo>
                    <a:pt x="2873431" y="76907"/>
                  </a:lnTo>
                  <a:lnTo>
                    <a:pt x="2883175" y="74249"/>
                  </a:lnTo>
                  <a:lnTo>
                    <a:pt x="2892919" y="71524"/>
                  </a:lnTo>
                  <a:lnTo>
                    <a:pt x="2902663" y="68745"/>
                  </a:lnTo>
                  <a:lnTo>
                    <a:pt x="2912392" y="6591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4" name="Freeform 823">
              <a:extLst>
                <a:ext uri="{FF2B5EF4-FFF2-40B4-BE49-F238E27FC236}">
                  <a16:creationId xmlns:a16="http://schemas.microsoft.com/office/drawing/2014/main" id="{F934ADA6-1A25-A57B-F47B-9C55A730DE51}"/>
                </a:ext>
              </a:extLst>
            </p:cNvPr>
            <p:cNvSpPr/>
            <p:nvPr/>
          </p:nvSpPr>
          <p:spPr>
            <a:xfrm>
              <a:off x="576446" y="3215594"/>
              <a:ext cx="2912392" cy="833420"/>
            </a:xfrm>
            <a:custGeom>
              <a:avLst/>
              <a:gdLst>
                <a:gd name="connsiteX0" fmla="*/ 0 w 2912392"/>
                <a:gd name="connsiteY0" fmla="*/ 229252 h 833420"/>
                <a:gd name="connsiteX1" fmla="*/ 9739 w 2912392"/>
                <a:gd name="connsiteY1" fmla="*/ 230633 h 833420"/>
                <a:gd name="connsiteX2" fmla="*/ 19480 w 2912392"/>
                <a:gd name="connsiteY2" fmla="*/ 231891 h 833420"/>
                <a:gd name="connsiteX3" fmla="*/ 29221 w 2912392"/>
                <a:gd name="connsiteY3" fmla="*/ 233023 h 833420"/>
                <a:gd name="connsiteX4" fmla="*/ 38961 w 2912392"/>
                <a:gd name="connsiteY4" fmla="*/ 234027 h 833420"/>
                <a:gd name="connsiteX5" fmla="*/ 48702 w 2912392"/>
                <a:gd name="connsiteY5" fmla="*/ 234900 h 833420"/>
                <a:gd name="connsiteX6" fmla="*/ 58443 w 2912392"/>
                <a:gd name="connsiteY6" fmla="*/ 235642 h 833420"/>
                <a:gd name="connsiteX7" fmla="*/ 68182 w 2912392"/>
                <a:gd name="connsiteY7" fmla="*/ 236250 h 833420"/>
                <a:gd name="connsiteX8" fmla="*/ 77923 w 2912392"/>
                <a:gd name="connsiteY8" fmla="*/ 236722 h 833420"/>
                <a:gd name="connsiteX9" fmla="*/ 87664 w 2912392"/>
                <a:gd name="connsiteY9" fmla="*/ 237059 h 833420"/>
                <a:gd name="connsiteX10" fmla="*/ 97404 w 2912392"/>
                <a:gd name="connsiteY10" fmla="*/ 237259 h 833420"/>
                <a:gd name="connsiteX11" fmla="*/ 107145 w 2912392"/>
                <a:gd name="connsiteY11" fmla="*/ 237320 h 833420"/>
                <a:gd name="connsiteX12" fmla="*/ 116886 w 2912392"/>
                <a:gd name="connsiteY12" fmla="*/ 237242 h 833420"/>
                <a:gd name="connsiteX13" fmla="*/ 126625 w 2912392"/>
                <a:gd name="connsiteY13" fmla="*/ 237026 h 833420"/>
                <a:gd name="connsiteX14" fmla="*/ 136366 w 2912392"/>
                <a:gd name="connsiteY14" fmla="*/ 236670 h 833420"/>
                <a:gd name="connsiteX15" fmla="*/ 146107 w 2912392"/>
                <a:gd name="connsiteY15" fmla="*/ 236176 h 833420"/>
                <a:gd name="connsiteX16" fmla="*/ 155846 w 2912392"/>
                <a:gd name="connsiteY16" fmla="*/ 235542 h 833420"/>
                <a:gd name="connsiteX17" fmla="*/ 165587 w 2912392"/>
                <a:gd name="connsiteY17" fmla="*/ 234771 h 833420"/>
                <a:gd name="connsiteX18" fmla="*/ 175328 w 2912392"/>
                <a:gd name="connsiteY18" fmla="*/ 233860 h 833420"/>
                <a:gd name="connsiteX19" fmla="*/ 185068 w 2912392"/>
                <a:gd name="connsiteY19" fmla="*/ 232813 h 833420"/>
                <a:gd name="connsiteX20" fmla="*/ 194809 w 2912392"/>
                <a:gd name="connsiteY20" fmla="*/ 231630 h 833420"/>
                <a:gd name="connsiteX21" fmla="*/ 204550 w 2912392"/>
                <a:gd name="connsiteY21" fmla="*/ 230310 h 833420"/>
                <a:gd name="connsiteX22" fmla="*/ 214289 w 2912392"/>
                <a:gd name="connsiteY22" fmla="*/ 228856 h 833420"/>
                <a:gd name="connsiteX23" fmla="*/ 224030 w 2912392"/>
                <a:gd name="connsiteY23" fmla="*/ 227269 h 833420"/>
                <a:gd name="connsiteX24" fmla="*/ 233771 w 2912392"/>
                <a:gd name="connsiteY24" fmla="*/ 225550 h 833420"/>
                <a:gd name="connsiteX25" fmla="*/ 243510 w 2912392"/>
                <a:gd name="connsiteY25" fmla="*/ 223699 h 833420"/>
                <a:gd name="connsiteX26" fmla="*/ 253251 w 2912392"/>
                <a:gd name="connsiteY26" fmla="*/ 221721 h 833420"/>
                <a:gd name="connsiteX27" fmla="*/ 262992 w 2912392"/>
                <a:gd name="connsiteY27" fmla="*/ 219615 h 833420"/>
                <a:gd name="connsiteX28" fmla="*/ 272732 w 2912392"/>
                <a:gd name="connsiteY28" fmla="*/ 217385 h 833420"/>
                <a:gd name="connsiteX29" fmla="*/ 282473 w 2912392"/>
                <a:gd name="connsiteY29" fmla="*/ 215031 h 833420"/>
                <a:gd name="connsiteX30" fmla="*/ 292214 w 2912392"/>
                <a:gd name="connsiteY30" fmla="*/ 212555 h 833420"/>
                <a:gd name="connsiteX31" fmla="*/ 301953 w 2912392"/>
                <a:gd name="connsiteY31" fmla="*/ 209961 h 833420"/>
                <a:gd name="connsiteX32" fmla="*/ 311694 w 2912392"/>
                <a:gd name="connsiteY32" fmla="*/ 207251 h 833420"/>
                <a:gd name="connsiteX33" fmla="*/ 321435 w 2912392"/>
                <a:gd name="connsiteY33" fmla="*/ 204426 h 833420"/>
                <a:gd name="connsiteX34" fmla="*/ 331175 w 2912392"/>
                <a:gd name="connsiteY34" fmla="*/ 201491 h 833420"/>
                <a:gd name="connsiteX35" fmla="*/ 340916 w 2912392"/>
                <a:gd name="connsiteY35" fmla="*/ 198447 h 833420"/>
                <a:gd name="connsiteX36" fmla="*/ 350656 w 2912392"/>
                <a:gd name="connsiteY36" fmla="*/ 195296 h 833420"/>
                <a:gd name="connsiteX37" fmla="*/ 360396 w 2912392"/>
                <a:gd name="connsiteY37" fmla="*/ 192043 h 833420"/>
                <a:gd name="connsiteX38" fmla="*/ 370137 w 2912392"/>
                <a:gd name="connsiteY38" fmla="*/ 188691 h 833420"/>
                <a:gd name="connsiteX39" fmla="*/ 379878 w 2912392"/>
                <a:gd name="connsiteY39" fmla="*/ 185244 h 833420"/>
                <a:gd name="connsiteX40" fmla="*/ 389617 w 2912392"/>
                <a:gd name="connsiteY40" fmla="*/ 181702 h 833420"/>
                <a:gd name="connsiteX41" fmla="*/ 399358 w 2912392"/>
                <a:gd name="connsiteY41" fmla="*/ 178073 h 833420"/>
                <a:gd name="connsiteX42" fmla="*/ 409099 w 2912392"/>
                <a:gd name="connsiteY42" fmla="*/ 174357 h 833420"/>
                <a:gd name="connsiteX43" fmla="*/ 418839 w 2912392"/>
                <a:gd name="connsiteY43" fmla="*/ 170561 h 833420"/>
                <a:gd name="connsiteX44" fmla="*/ 428580 w 2912392"/>
                <a:gd name="connsiteY44" fmla="*/ 166687 h 833420"/>
                <a:gd name="connsiteX45" fmla="*/ 438321 w 2912392"/>
                <a:gd name="connsiteY45" fmla="*/ 162740 h 833420"/>
                <a:gd name="connsiteX46" fmla="*/ 448060 w 2912392"/>
                <a:gd name="connsiteY46" fmla="*/ 158725 h 833420"/>
                <a:gd name="connsiteX47" fmla="*/ 457801 w 2912392"/>
                <a:gd name="connsiteY47" fmla="*/ 154644 h 833420"/>
                <a:gd name="connsiteX48" fmla="*/ 467542 w 2912392"/>
                <a:gd name="connsiteY48" fmla="*/ 150505 h 833420"/>
                <a:gd name="connsiteX49" fmla="*/ 477281 w 2912392"/>
                <a:gd name="connsiteY49" fmla="*/ 146311 h 833420"/>
                <a:gd name="connsiteX50" fmla="*/ 487022 w 2912392"/>
                <a:gd name="connsiteY50" fmla="*/ 142068 h 833420"/>
                <a:gd name="connsiteX51" fmla="*/ 496763 w 2912392"/>
                <a:gd name="connsiteY51" fmla="*/ 137781 h 833420"/>
                <a:gd name="connsiteX52" fmla="*/ 506503 w 2912392"/>
                <a:gd name="connsiteY52" fmla="*/ 133455 h 833420"/>
                <a:gd name="connsiteX53" fmla="*/ 516244 w 2912392"/>
                <a:gd name="connsiteY53" fmla="*/ 129095 h 833420"/>
                <a:gd name="connsiteX54" fmla="*/ 525985 w 2912392"/>
                <a:gd name="connsiteY54" fmla="*/ 124707 h 833420"/>
                <a:gd name="connsiteX55" fmla="*/ 535724 w 2912392"/>
                <a:gd name="connsiteY55" fmla="*/ 120297 h 833420"/>
                <a:gd name="connsiteX56" fmla="*/ 545465 w 2912392"/>
                <a:gd name="connsiteY56" fmla="*/ 115871 h 833420"/>
                <a:gd name="connsiteX57" fmla="*/ 555206 w 2912392"/>
                <a:gd name="connsiteY57" fmla="*/ 111435 h 833420"/>
                <a:gd name="connsiteX58" fmla="*/ 564946 w 2912392"/>
                <a:gd name="connsiteY58" fmla="*/ 106995 h 833420"/>
                <a:gd name="connsiteX59" fmla="*/ 574687 w 2912392"/>
                <a:gd name="connsiteY59" fmla="*/ 102559 h 833420"/>
                <a:gd name="connsiteX60" fmla="*/ 584428 w 2912392"/>
                <a:gd name="connsiteY60" fmla="*/ 98129 h 833420"/>
                <a:gd name="connsiteX61" fmla="*/ 594167 w 2912392"/>
                <a:gd name="connsiteY61" fmla="*/ 93716 h 833420"/>
                <a:gd name="connsiteX62" fmla="*/ 603908 w 2912392"/>
                <a:gd name="connsiteY62" fmla="*/ 89325 h 833420"/>
                <a:gd name="connsiteX63" fmla="*/ 613649 w 2912392"/>
                <a:gd name="connsiteY63" fmla="*/ 84963 h 833420"/>
                <a:gd name="connsiteX64" fmla="*/ 623388 w 2912392"/>
                <a:gd name="connsiteY64" fmla="*/ 80636 h 833420"/>
                <a:gd name="connsiteX65" fmla="*/ 633129 w 2912392"/>
                <a:gd name="connsiteY65" fmla="*/ 76351 h 833420"/>
                <a:gd name="connsiteX66" fmla="*/ 642870 w 2912392"/>
                <a:gd name="connsiteY66" fmla="*/ 72116 h 833420"/>
                <a:gd name="connsiteX67" fmla="*/ 652610 w 2912392"/>
                <a:gd name="connsiteY67" fmla="*/ 67936 h 833420"/>
                <a:gd name="connsiteX68" fmla="*/ 662351 w 2912392"/>
                <a:gd name="connsiteY68" fmla="*/ 63820 h 833420"/>
                <a:gd name="connsiteX69" fmla="*/ 672092 w 2912392"/>
                <a:gd name="connsiteY69" fmla="*/ 59773 h 833420"/>
                <a:gd name="connsiteX70" fmla="*/ 681831 w 2912392"/>
                <a:gd name="connsiteY70" fmla="*/ 55804 h 833420"/>
                <a:gd name="connsiteX71" fmla="*/ 691572 w 2912392"/>
                <a:gd name="connsiteY71" fmla="*/ 51918 h 833420"/>
                <a:gd name="connsiteX72" fmla="*/ 701313 w 2912392"/>
                <a:gd name="connsiteY72" fmla="*/ 48124 h 833420"/>
                <a:gd name="connsiteX73" fmla="*/ 711052 w 2912392"/>
                <a:gd name="connsiteY73" fmla="*/ 44426 h 833420"/>
                <a:gd name="connsiteX74" fmla="*/ 720793 w 2912392"/>
                <a:gd name="connsiteY74" fmla="*/ 40832 h 833420"/>
                <a:gd name="connsiteX75" fmla="*/ 730534 w 2912392"/>
                <a:gd name="connsiteY75" fmla="*/ 37350 h 833420"/>
                <a:gd name="connsiteX76" fmla="*/ 740274 w 2912392"/>
                <a:gd name="connsiteY76" fmla="*/ 33985 h 833420"/>
                <a:gd name="connsiteX77" fmla="*/ 750015 w 2912392"/>
                <a:gd name="connsiteY77" fmla="*/ 30744 h 833420"/>
                <a:gd name="connsiteX78" fmla="*/ 759756 w 2912392"/>
                <a:gd name="connsiteY78" fmla="*/ 27635 h 833420"/>
                <a:gd name="connsiteX79" fmla="*/ 769495 w 2912392"/>
                <a:gd name="connsiteY79" fmla="*/ 24661 h 833420"/>
                <a:gd name="connsiteX80" fmla="*/ 779236 w 2912392"/>
                <a:gd name="connsiteY80" fmla="*/ 21830 h 833420"/>
                <a:gd name="connsiteX81" fmla="*/ 788977 w 2912392"/>
                <a:gd name="connsiteY81" fmla="*/ 19147 h 833420"/>
                <a:gd name="connsiteX82" fmla="*/ 798717 w 2912392"/>
                <a:gd name="connsiteY82" fmla="*/ 16618 h 833420"/>
                <a:gd name="connsiteX83" fmla="*/ 808458 w 2912392"/>
                <a:gd name="connsiteY83" fmla="*/ 14251 h 833420"/>
                <a:gd name="connsiteX84" fmla="*/ 818199 w 2912392"/>
                <a:gd name="connsiteY84" fmla="*/ 12047 h 833420"/>
                <a:gd name="connsiteX85" fmla="*/ 827938 w 2912392"/>
                <a:gd name="connsiteY85" fmla="*/ 10015 h 833420"/>
                <a:gd name="connsiteX86" fmla="*/ 837679 w 2912392"/>
                <a:gd name="connsiteY86" fmla="*/ 8157 h 833420"/>
                <a:gd name="connsiteX87" fmla="*/ 847420 w 2912392"/>
                <a:gd name="connsiteY87" fmla="*/ 6480 h 833420"/>
                <a:gd name="connsiteX88" fmla="*/ 857159 w 2912392"/>
                <a:gd name="connsiteY88" fmla="*/ 4987 h 833420"/>
                <a:gd name="connsiteX89" fmla="*/ 866900 w 2912392"/>
                <a:gd name="connsiteY89" fmla="*/ 3682 h 833420"/>
                <a:gd name="connsiteX90" fmla="*/ 876641 w 2912392"/>
                <a:gd name="connsiteY90" fmla="*/ 2569 h 833420"/>
                <a:gd name="connsiteX91" fmla="*/ 886381 w 2912392"/>
                <a:gd name="connsiteY91" fmla="*/ 1651 h 833420"/>
                <a:gd name="connsiteX92" fmla="*/ 896122 w 2912392"/>
                <a:gd name="connsiteY92" fmla="*/ 933 h 833420"/>
                <a:gd name="connsiteX93" fmla="*/ 905863 w 2912392"/>
                <a:gd name="connsiteY93" fmla="*/ 416 h 833420"/>
                <a:gd name="connsiteX94" fmla="*/ 915602 w 2912392"/>
                <a:gd name="connsiteY94" fmla="*/ 104 h 833420"/>
                <a:gd name="connsiteX95" fmla="*/ 925343 w 2912392"/>
                <a:gd name="connsiteY95" fmla="*/ 0 h 833420"/>
                <a:gd name="connsiteX96" fmla="*/ 935084 w 2912392"/>
                <a:gd name="connsiteY96" fmla="*/ 104 h 833420"/>
                <a:gd name="connsiteX97" fmla="*/ 944824 w 2912392"/>
                <a:gd name="connsiteY97" fmla="*/ 420 h 833420"/>
                <a:gd name="connsiteX98" fmla="*/ 954564 w 2912392"/>
                <a:gd name="connsiteY98" fmla="*/ 948 h 833420"/>
                <a:gd name="connsiteX99" fmla="*/ 964305 w 2912392"/>
                <a:gd name="connsiteY99" fmla="*/ 1688 h 833420"/>
                <a:gd name="connsiteX100" fmla="*/ 974045 w 2912392"/>
                <a:gd name="connsiteY100" fmla="*/ 2643 h 833420"/>
                <a:gd name="connsiteX101" fmla="*/ 983786 w 2912392"/>
                <a:gd name="connsiteY101" fmla="*/ 3814 h 833420"/>
                <a:gd name="connsiteX102" fmla="*/ 993522 w 2912392"/>
                <a:gd name="connsiteY102" fmla="*/ 5198 h 833420"/>
                <a:gd name="connsiteX103" fmla="*/ 1003266 w 2912392"/>
                <a:gd name="connsiteY103" fmla="*/ 6798 h 833420"/>
                <a:gd name="connsiteX104" fmla="*/ 1013010 w 2912392"/>
                <a:gd name="connsiteY104" fmla="*/ 8612 h 833420"/>
                <a:gd name="connsiteX105" fmla="*/ 1022754 w 2912392"/>
                <a:gd name="connsiteY105" fmla="*/ 10638 h 833420"/>
                <a:gd name="connsiteX106" fmla="*/ 1032483 w 2912392"/>
                <a:gd name="connsiteY106" fmla="*/ 12877 h 833420"/>
                <a:gd name="connsiteX107" fmla="*/ 1042227 w 2912392"/>
                <a:gd name="connsiteY107" fmla="*/ 15327 h 833420"/>
                <a:gd name="connsiteX108" fmla="*/ 1051971 w 2912392"/>
                <a:gd name="connsiteY108" fmla="*/ 17985 h 833420"/>
                <a:gd name="connsiteX109" fmla="*/ 1061715 w 2912392"/>
                <a:gd name="connsiteY109" fmla="*/ 20848 h 833420"/>
                <a:gd name="connsiteX110" fmla="*/ 1071444 w 2912392"/>
                <a:gd name="connsiteY110" fmla="*/ 23917 h 833420"/>
                <a:gd name="connsiteX111" fmla="*/ 1081188 w 2912392"/>
                <a:gd name="connsiteY111" fmla="*/ 27189 h 833420"/>
                <a:gd name="connsiteX112" fmla="*/ 1090932 w 2912392"/>
                <a:gd name="connsiteY112" fmla="*/ 30658 h 833420"/>
                <a:gd name="connsiteX113" fmla="*/ 1100676 w 2912392"/>
                <a:gd name="connsiteY113" fmla="*/ 34323 h 833420"/>
                <a:gd name="connsiteX114" fmla="*/ 1110405 w 2912392"/>
                <a:gd name="connsiteY114" fmla="*/ 38179 h 833420"/>
                <a:gd name="connsiteX115" fmla="*/ 1120149 w 2912392"/>
                <a:gd name="connsiteY115" fmla="*/ 42222 h 833420"/>
                <a:gd name="connsiteX116" fmla="*/ 1129893 w 2912392"/>
                <a:gd name="connsiteY116" fmla="*/ 46451 h 833420"/>
                <a:gd name="connsiteX117" fmla="*/ 1139637 w 2912392"/>
                <a:gd name="connsiteY117" fmla="*/ 50856 h 833420"/>
                <a:gd name="connsiteX118" fmla="*/ 1149381 w 2912392"/>
                <a:gd name="connsiteY118" fmla="*/ 55438 h 833420"/>
                <a:gd name="connsiteX119" fmla="*/ 1159110 w 2912392"/>
                <a:gd name="connsiteY119" fmla="*/ 60189 h 833420"/>
                <a:gd name="connsiteX120" fmla="*/ 1168854 w 2912392"/>
                <a:gd name="connsiteY120" fmla="*/ 65106 h 833420"/>
                <a:gd name="connsiteX121" fmla="*/ 1178598 w 2912392"/>
                <a:gd name="connsiteY121" fmla="*/ 70180 h 833420"/>
                <a:gd name="connsiteX122" fmla="*/ 1188341 w 2912392"/>
                <a:gd name="connsiteY122" fmla="*/ 75410 h 833420"/>
                <a:gd name="connsiteX123" fmla="*/ 1198070 w 2912392"/>
                <a:gd name="connsiteY123" fmla="*/ 80785 h 833420"/>
                <a:gd name="connsiteX124" fmla="*/ 1207814 w 2912392"/>
                <a:gd name="connsiteY124" fmla="*/ 86304 h 833420"/>
                <a:gd name="connsiteX125" fmla="*/ 1217558 w 2912392"/>
                <a:gd name="connsiteY125" fmla="*/ 91958 h 833420"/>
                <a:gd name="connsiteX126" fmla="*/ 1227302 w 2912392"/>
                <a:gd name="connsiteY126" fmla="*/ 97742 h 833420"/>
                <a:gd name="connsiteX127" fmla="*/ 1237031 w 2912392"/>
                <a:gd name="connsiteY127" fmla="*/ 103648 h 833420"/>
                <a:gd name="connsiteX128" fmla="*/ 1246775 w 2912392"/>
                <a:gd name="connsiteY128" fmla="*/ 109671 h 833420"/>
                <a:gd name="connsiteX129" fmla="*/ 1256519 w 2912392"/>
                <a:gd name="connsiteY129" fmla="*/ 115804 h 833420"/>
                <a:gd name="connsiteX130" fmla="*/ 1266263 w 2912392"/>
                <a:gd name="connsiteY130" fmla="*/ 122038 h 833420"/>
                <a:gd name="connsiteX131" fmla="*/ 1276007 w 2912392"/>
                <a:gd name="connsiteY131" fmla="*/ 128368 h 833420"/>
                <a:gd name="connsiteX132" fmla="*/ 1285736 w 2912392"/>
                <a:gd name="connsiteY132" fmla="*/ 134787 h 833420"/>
                <a:gd name="connsiteX133" fmla="*/ 1295480 w 2912392"/>
                <a:gd name="connsiteY133" fmla="*/ 141286 h 833420"/>
                <a:gd name="connsiteX134" fmla="*/ 1305224 w 2912392"/>
                <a:gd name="connsiteY134" fmla="*/ 147859 h 833420"/>
                <a:gd name="connsiteX135" fmla="*/ 1314968 w 2912392"/>
                <a:gd name="connsiteY135" fmla="*/ 154499 h 833420"/>
                <a:gd name="connsiteX136" fmla="*/ 1324697 w 2912392"/>
                <a:gd name="connsiteY136" fmla="*/ 161198 h 833420"/>
                <a:gd name="connsiteX137" fmla="*/ 1334441 w 2912392"/>
                <a:gd name="connsiteY137" fmla="*/ 167949 h 833420"/>
                <a:gd name="connsiteX138" fmla="*/ 1344185 w 2912392"/>
                <a:gd name="connsiteY138" fmla="*/ 174744 h 833420"/>
                <a:gd name="connsiteX139" fmla="*/ 1353929 w 2912392"/>
                <a:gd name="connsiteY139" fmla="*/ 181575 h 833420"/>
                <a:gd name="connsiteX140" fmla="*/ 1363658 w 2912392"/>
                <a:gd name="connsiteY140" fmla="*/ 188436 h 833420"/>
                <a:gd name="connsiteX141" fmla="*/ 1373402 w 2912392"/>
                <a:gd name="connsiteY141" fmla="*/ 195320 h 833420"/>
                <a:gd name="connsiteX142" fmla="*/ 1383146 w 2912392"/>
                <a:gd name="connsiteY142" fmla="*/ 202218 h 833420"/>
                <a:gd name="connsiteX143" fmla="*/ 1392890 w 2912392"/>
                <a:gd name="connsiteY143" fmla="*/ 209122 h 833420"/>
                <a:gd name="connsiteX144" fmla="*/ 1402619 w 2912392"/>
                <a:gd name="connsiteY144" fmla="*/ 216028 h 833420"/>
                <a:gd name="connsiteX145" fmla="*/ 1412363 w 2912392"/>
                <a:gd name="connsiteY145" fmla="*/ 222926 h 833420"/>
                <a:gd name="connsiteX146" fmla="*/ 1422106 w 2912392"/>
                <a:gd name="connsiteY146" fmla="*/ 229811 h 833420"/>
                <a:gd name="connsiteX147" fmla="*/ 1431850 w 2912392"/>
                <a:gd name="connsiteY147" fmla="*/ 236673 h 833420"/>
                <a:gd name="connsiteX148" fmla="*/ 1441594 w 2912392"/>
                <a:gd name="connsiteY148" fmla="*/ 243510 h 833420"/>
                <a:gd name="connsiteX149" fmla="*/ 1451323 w 2912392"/>
                <a:gd name="connsiteY149" fmla="*/ 250312 h 833420"/>
                <a:gd name="connsiteX150" fmla="*/ 1461067 w 2912392"/>
                <a:gd name="connsiteY150" fmla="*/ 257074 h 833420"/>
                <a:gd name="connsiteX151" fmla="*/ 1470811 w 2912392"/>
                <a:gd name="connsiteY151" fmla="*/ 263789 h 833420"/>
                <a:gd name="connsiteX152" fmla="*/ 1480555 w 2912392"/>
                <a:gd name="connsiteY152" fmla="*/ 270452 h 833420"/>
                <a:gd name="connsiteX153" fmla="*/ 1490284 w 2912392"/>
                <a:gd name="connsiteY153" fmla="*/ 277057 h 833420"/>
                <a:gd name="connsiteX154" fmla="*/ 1500028 w 2912392"/>
                <a:gd name="connsiteY154" fmla="*/ 283599 h 833420"/>
                <a:gd name="connsiteX155" fmla="*/ 1509772 w 2912392"/>
                <a:gd name="connsiteY155" fmla="*/ 290073 h 833420"/>
                <a:gd name="connsiteX156" fmla="*/ 1519516 w 2912392"/>
                <a:gd name="connsiteY156" fmla="*/ 296472 h 833420"/>
                <a:gd name="connsiteX157" fmla="*/ 1529245 w 2912392"/>
                <a:gd name="connsiteY157" fmla="*/ 302794 h 833420"/>
                <a:gd name="connsiteX158" fmla="*/ 1538989 w 2912392"/>
                <a:gd name="connsiteY158" fmla="*/ 309032 h 833420"/>
                <a:gd name="connsiteX159" fmla="*/ 1548733 w 2912392"/>
                <a:gd name="connsiteY159" fmla="*/ 315183 h 833420"/>
                <a:gd name="connsiteX160" fmla="*/ 1558477 w 2912392"/>
                <a:gd name="connsiteY160" fmla="*/ 321246 h 833420"/>
                <a:gd name="connsiteX161" fmla="*/ 1568221 w 2912392"/>
                <a:gd name="connsiteY161" fmla="*/ 327216 h 833420"/>
                <a:gd name="connsiteX162" fmla="*/ 1577950 w 2912392"/>
                <a:gd name="connsiteY162" fmla="*/ 333088 h 833420"/>
                <a:gd name="connsiteX163" fmla="*/ 1587694 w 2912392"/>
                <a:gd name="connsiteY163" fmla="*/ 338862 h 833420"/>
                <a:gd name="connsiteX164" fmla="*/ 1597438 w 2912392"/>
                <a:gd name="connsiteY164" fmla="*/ 344536 h 833420"/>
                <a:gd name="connsiteX165" fmla="*/ 1607182 w 2912392"/>
                <a:gd name="connsiteY165" fmla="*/ 350105 h 833420"/>
                <a:gd name="connsiteX166" fmla="*/ 1616911 w 2912392"/>
                <a:gd name="connsiteY166" fmla="*/ 355572 h 833420"/>
                <a:gd name="connsiteX167" fmla="*/ 1626655 w 2912392"/>
                <a:gd name="connsiteY167" fmla="*/ 360932 h 833420"/>
                <a:gd name="connsiteX168" fmla="*/ 1636399 w 2912392"/>
                <a:gd name="connsiteY168" fmla="*/ 366189 h 833420"/>
                <a:gd name="connsiteX169" fmla="*/ 1646142 w 2912392"/>
                <a:gd name="connsiteY169" fmla="*/ 371338 h 833420"/>
                <a:gd name="connsiteX170" fmla="*/ 1655872 w 2912392"/>
                <a:gd name="connsiteY170" fmla="*/ 376381 h 833420"/>
                <a:gd name="connsiteX171" fmla="*/ 1665616 w 2912392"/>
                <a:gd name="connsiteY171" fmla="*/ 381319 h 833420"/>
                <a:gd name="connsiteX172" fmla="*/ 1675359 w 2912392"/>
                <a:gd name="connsiteY172" fmla="*/ 386153 h 833420"/>
                <a:gd name="connsiteX173" fmla="*/ 1685103 w 2912392"/>
                <a:gd name="connsiteY173" fmla="*/ 390885 h 833420"/>
                <a:gd name="connsiteX174" fmla="*/ 1694832 w 2912392"/>
                <a:gd name="connsiteY174" fmla="*/ 395516 h 833420"/>
                <a:gd name="connsiteX175" fmla="*/ 1704576 w 2912392"/>
                <a:gd name="connsiteY175" fmla="*/ 400048 h 833420"/>
                <a:gd name="connsiteX176" fmla="*/ 1714320 w 2912392"/>
                <a:gd name="connsiteY176" fmla="*/ 404485 h 833420"/>
                <a:gd name="connsiteX177" fmla="*/ 1724064 w 2912392"/>
                <a:gd name="connsiteY177" fmla="*/ 408830 h 833420"/>
                <a:gd name="connsiteX178" fmla="*/ 1733808 w 2912392"/>
                <a:gd name="connsiteY178" fmla="*/ 413083 h 833420"/>
                <a:gd name="connsiteX179" fmla="*/ 1743537 w 2912392"/>
                <a:gd name="connsiteY179" fmla="*/ 417252 h 833420"/>
                <a:gd name="connsiteX180" fmla="*/ 1753281 w 2912392"/>
                <a:gd name="connsiteY180" fmla="*/ 421340 h 833420"/>
                <a:gd name="connsiteX181" fmla="*/ 1763025 w 2912392"/>
                <a:gd name="connsiteY181" fmla="*/ 425351 h 833420"/>
                <a:gd name="connsiteX182" fmla="*/ 1772769 w 2912392"/>
                <a:gd name="connsiteY182" fmla="*/ 429289 h 833420"/>
                <a:gd name="connsiteX183" fmla="*/ 1782498 w 2912392"/>
                <a:gd name="connsiteY183" fmla="*/ 433160 h 833420"/>
                <a:gd name="connsiteX184" fmla="*/ 1792242 w 2912392"/>
                <a:gd name="connsiteY184" fmla="*/ 436969 h 833420"/>
                <a:gd name="connsiteX185" fmla="*/ 1801986 w 2912392"/>
                <a:gd name="connsiteY185" fmla="*/ 440722 h 833420"/>
                <a:gd name="connsiteX186" fmla="*/ 1811730 w 2912392"/>
                <a:gd name="connsiteY186" fmla="*/ 444426 h 833420"/>
                <a:gd name="connsiteX187" fmla="*/ 1821459 w 2912392"/>
                <a:gd name="connsiteY187" fmla="*/ 448084 h 833420"/>
                <a:gd name="connsiteX188" fmla="*/ 1831203 w 2912392"/>
                <a:gd name="connsiteY188" fmla="*/ 451706 h 833420"/>
                <a:gd name="connsiteX189" fmla="*/ 1840947 w 2912392"/>
                <a:gd name="connsiteY189" fmla="*/ 455296 h 833420"/>
                <a:gd name="connsiteX190" fmla="*/ 1850691 w 2912392"/>
                <a:gd name="connsiteY190" fmla="*/ 458862 h 833420"/>
                <a:gd name="connsiteX191" fmla="*/ 1860435 w 2912392"/>
                <a:gd name="connsiteY191" fmla="*/ 462409 h 833420"/>
                <a:gd name="connsiteX192" fmla="*/ 1870164 w 2912392"/>
                <a:gd name="connsiteY192" fmla="*/ 465946 h 833420"/>
                <a:gd name="connsiteX193" fmla="*/ 1879908 w 2912392"/>
                <a:gd name="connsiteY193" fmla="*/ 469480 h 833420"/>
                <a:gd name="connsiteX194" fmla="*/ 1889652 w 2912392"/>
                <a:gd name="connsiteY194" fmla="*/ 473016 h 833420"/>
                <a:gd name="connsiteX195" fmla="*/ 1899395 w 2912392"/>
                <a:gd name="connsiteY195" fmla="*/ 476563 h 833420"/>
                <a:gd name="connsiteX196" fmla="*/ 1909124 w 2912392"/>
                <a:gd name="connsiteY196" fmla="*/ 480127 h 833420"/>
                <a:gd name="connsiteX197" fmla="*/ 1918868 w 2912392"/>
                <a:gd name="connsiteY197" fmla="*/ 483715 h 833420"/>
                <a:gd name="connsiteX198" fmla="*/ 1928612 w 2912392"/>
                <a:gd name="connsiteY198" fmla="*/ 487332 h 833420"/>
                <a:gd name="connsiteX199" fmla="*/ 1938356 w 2912392"/>
                <a:gd name="connsiteY199" fmla="*/ 490990 h 833420"/>
                <a:gd name="connsiteX200" fmla="*/ 1948085 w 2912392"/>
                <a:gd name="connsiteY200" fmla="*/ 494689 h 833420"/>
                <a:gd name="connsiteX201" fmla="*/ 1957829 w 2912392"/>
                <a:gd name="connsiteY201" fmla="*/ 498441 h 833420"/>
                <a:gd name="connsiteX202" fmla="*/ 1967573 w 2912392"/>
                <a:gd name="connsiteY202" fmla="*/ 502251 h 833420"/>
                <a:gd name="connsiteX203" fmla="*/ 1977317 w 2912392"/>
                <a:gd name="connsiteY203" fmla="*/ 506123 h 833420"/>
                <a:gd name="connsiteX204" fmla="*/ 1987046 w 2912392"/>
                <a:gd name="connsiteY204" fmla="*/ 510062 h 833420"/>
                <a:gd name="connsiteX205" fmla="*/ 1996790 w 2912392"/>
                <a:gd name="connsiteY205" fmla="*/ 514077 h 833420"/>
                <a:gd name="connsiteX206" fmla="*/ 2006534 w 2912392"/>
                <a:gd name="connsiteY206" fmla="*/ 518173 h 833420"/>
                <a:gd name="connsiteX207" fmla="*/ 2016278 w 2912392"/>
                <a:gd name="connsiteY207" fmla="*/ 522352 h 833420"/>
                <a:gd name="connsiteX208" fmla="*/ 2026022 w 2912392"/>
                <a:gd name="connsiteY208" fmla="*/ 526621 h 833420"/>
                <a:gd name="connsiteX209" fmla="*/ 2035751 w 2912392"/>
                <a:gd name="connsiteY209" fmla="*/ 530982 h 833420"/>
                <a:gd name="connsiteX210" fmla="*/ 2045495 w 2912392"/>
                <a:gd name="connsiteY210" fmla="*/ 535440 h 833420"/>
                <a:gd name="connsiteX211" fmla="*/ 2055239 w 2912392"/>
                <a:gd name="connsiteY211" fmla="*/ 539997 h 833420"/>
                <a:gd name="connsiteX212" fmla="*/ 2064983 w 2912392"/>
                <a:gd name="connsiteY212" fmla="*/ 544659 h 833420"/>
                <a:gd name="connsiteX213" fmla="*/ 2074712 w 2912392"/>
                <a:gd name="connsiteY213" fmla="*/ 549425 h 833420"/>
                <a:gd name="connsiteX214" fmla="*/ 2084456 w 2912392"/>
                <a:gd name="connsiteY214" fmla="*/ 554297 h 833420"/>
                <a:gd name="connsiteX215" fmla="*/ 2094200 w 2912392"/>
                <a:gd name="connsiteY215" fmla="*/ 559278 h 833420"/>
                <a:gd name="connsiteX216" fmla="*/ 2103944 w 2912392"/>
                <a:gd name="connsiteY216" fmla="*/ 564369 h 833420"/>
                <a:gd name="connsiteX217" fmla="*/ 2113673 w 2912392"/>
                <a:gd name="connsiteY217" fmla="*/ 569567 h 833420"/>
                <a:gd name="connsiteX218" fmla="*/ 2123417 w 2912392"/>
                <a:gd name="connsiteY218" fmla="*/ 574876 h 833420"/>
                <a:gd name="connsiteX219" fmla="*/ 2133161 w 2912392"/>
                <a:gd name="connsiteY219" fmla="*/ 580292 h 833420"/>
                <a:gd name="connsiteX220" fmla="*/ 2142905 w 2912392"/>
                <a:gd name="connsiteY220" fmla="*/ 585815 h 833420"/>
                <a:gd name="connsiteX221" fmla="*/ 2152649 w 2912392"/>
                <a:gd name="connsiteY221" fmla="*/ 591442 h 833420"/>
                <a:gd name="connsiteX222" fmla="*/ 2162377 w 2912392"/>
                <a:gd name="connsiteY222" fmla="*/ 597172 h 833420"/>
                <a:gd name="connsiteX223" fmla="*/ 2172121 w 2912392"/>
                <a:gd name="connsiteY223" fmla="*/ 603001 h 833420"/>
                <a:gd name="connsiteX224" fmla="*/ 2181865 w 2912392"/>
                <a:gd name="connsiteY224" fmla="*/ 608923 h 833420"/>
                <a:gd name="connsiteX225" fmla="*/ 2191609 w 2912392"/>
                <a:gd name="connsiteY225" fmla="*/ 614938 h 833420"/>
                <a:gd name="connsiteX226" fmla="*/ 2201338 w 2912392"/>
                <a:gd name="connsiteY226" fmla="*/ 621039 h 833420"/>
                <a:gd name="connsiteX227" fmla="*/ 2211082 w 2912392"/>
                <a:gd name="connsiteY227" fmla="*/ 627219 h 833420"/>
                <a:gd name="connsiteX228" fmla="*/ 2220826 w 2912392"/>
                <a:gd name="connsiteY228" fmla="*/ 633475 h 833420"/>
                <a:gd name="connsiteX229" fmla="*/ 2230570 w 2912392"/>
                <a:gd name="connsiteY229" fmla="*/ 639798 h 833420"/>
                <a:gd name="connsiteX230" fmla="*/ 2240299 w 2912392"/>
                <a:gd name="connsiteY230" fmla="*/ 646182 h 833420"/>
                <a:gd name="connsiteX231" fmla="*/ 2250043 w 2912392"/>
                <a:gd name="connsiteY231" fmla="*/ 652620 h 833420"/>
                <a:gd name="connsiteX232" fmla="*/ 2259787 w 2912392"/>
                <a:gd name="connsiteY232" fmla="*/ 659103 h 833420"/>
                <a:gd name="connsiteX233" fmla="*/ 2269531 w 2912392"/>
                <a:gd name="connsiteY233" fmla="*/ 665622 h 833420"/>
                <a:gd name="connsiteX234" fmla="*/ 2279260 w 2912392"/>
                <a:gd name="connsiteY234" fmla="*/ 672171 h 833420"/>
                <a:gd name="connsiteX235" fmla="*/ 2289004 w 2912392"/>
                <a:gd name="connsiteY235" fmla="*/ 678737 h 833420"/>
                <a:gd name="connsiteX236" fmla="*/ 2298748 w 2912392"/>
                <a:gd name="connsiteY236" fmla="*/ 685311 h 833420"/>
                <a:gd name="connsiteX237" fmla="*/ 2308492 w 2912392"/>
                <a:gd name="connsiteY237" fmla="*/ 691885 h 833420"/>
                <a:gd name="connsiteX238" fmla="*/ 2318236 w 2912392"/>
                <a:gd name="connsiteY238" fmla="*/ 698446 h 833420"/>
                <a:gd name="connsiteX239" fmla="*/ 2327965 w 2912392"/>
                <a:gd name="connsiteY239" fmla="*/ 704984 h 833420"/>
                <a:gd name="connsiteX240" fmla="*/ 2337709 w 2912392"/>
                <a:gd name="connsiteY240" fmla="*/ 711489 h 833420"/>
                <a:gd name="connsiteX241" fmla="*/ 2347453 w 2912392"/>
                <a:gd name="connsiteY241" fmla="*/ 717948 h 833420"/>
                <a:gd name="connsiteX242" fmla="*/ 2357197 w 2912392"/>
                <a:gd name="connsiteY242" fmla="*/ 724350 h 833420"/>
                <a:gd name="connsiteX243" fmla="*/ 2366926 w 2912392"/>
                <a:gd name="connsiteY243" fmla="*/ 730682 h 833420"/>
                <a:gd name="connsiteX244" fmla="*/ 2376670 w 2912392"/>
                <a:gd name="connsiteY244" fmla="*/ 736933 h 833420"/>
                <a:gd name="connsiteX245" fmla="*/ 2386413 w 2912392"/>
                <a:gd name="connsiteY245" fmla="*/ 743093 h 833420"/>
                <a:gd name="connsiteX246" fmla="*/ 2396157 w 2912392"/>
                <a:gd name="connsiteY246" fmla="*/ 749146 h 833420"/>
                <a:gd name="connsiteX247" fmla="*/ 2405886 w 2912392"/>
                <a:gd name="connsiteY247" fmla="*/ 755083 h 833420"/>
                <a:gd name="connsiteX248" fmla="*/ 2415630 w 2912392"/>
                <a:gd name="connsiteY248" fmla="*/ 760889 h 833420"/>
                <a:gd name="connsiteX249" fmla="*/ 2425374 w 2912392"/>
                <a:gd name="connsiteY249" fmla="*/ 766554 h 833420"/>
                <a:gd name="connsiteX250" fmla="*/ 2435118 w 2912392"/>
                <a:gd name="connsiteY250" fmla="*/ 772065 h 833420"/>
                <a:gd name="connsiteX251" fmla="*/ 2444862 w 2912392"/>
                <a:gd name="connsiteY251" fmla="*/ 777411 h 833420"/>
                <a:gd name="connsiteX252" fmla="*/ 2454591 w 2912392"/>
                <a:gd name="connsiteY252" fmla="*/ 782578 h 833420"/>
                <a:gd name="connsiteX253" fmla="*/ 2464335 w 2912392"/>
                <a:gd name="connsiteY253" fmla="*/ 787557 h 833420"/>
                <a:gd name="connsiteX254" fmla="*/ 2474079 w 2912392"/>
                <a:gd name="connsiteY254" fmla="*/ 792334 h 833420"/>
                <a:gd name="connsiteX255" fmla="*/ 2483823 w 2912392"/>
                <a:gd name="connsiteY255" fmla="*/ 796899 h 833420"/>
                <a:gd name="connsiteX256" fmla="*/ 2493552 w 2912392"/>
                <a:gd name="connsiteY256" fmla="*/ 801239 h 833420"/>
                <a:gd name="connsiteX257" fmla="*/ 2503296 w 2912392"/>
                <a:gd name="connsiteY257" fmla="*/ 805351 h 833420"/>
                <a:gd name="connsiteX258" fmla="*/ 2513040 w 2912392"/>
                <a:gd name="connsiteY258" fmla="*/ 809210 h 833420"/>
                <a:gd name="connsiteX259" fmla="*/ 2522784 w 2912392"/>
                <a:gd name="connsiteY259" fmla="*/ 812815 h 833420"/>
                <a:gd name="connsiteX260" fmla="*/ 2532513 w 2912392"/>
                <a:gd name="connsiteY260" fmla="*/ 816168 h 833420"/>
                <a:gd name="connsiteX261" fmla="*/ 2542257 w 2912392"/>
                <a:gd name="connsiteY261" fmla="*/ 819237 h 833420"/>
                <a:gd name="connsiteX262" fmla="*/ 2552001 w 2912392"/>
                <a:gd name="connsiteY262" fmla="*/ 822038 h 833420"/>
                <a:gd name="connsiteX263" fmla="*/ 2561745 w 2912392"/>
                <a:gd name="connsiteY263" fmla="*/ 824541 h 833420"/>
                <a:gd name="connsiteX264" fmla="*/ 2571474 w 2912392"/>
                <a:gd name="connsiteY264" fmla="*/ 826746 h 833420"/>
                <a:gd name="connsiteX265" fmla="*/ 2581218 w 2912392"/>
                <a:gd name="connsiteY265" fmla="*/ 828653 h 833420"/>
                <a:gd name="connsiteX266" fmla="*/ 2590962 w 2912392"/>
                <a:gd name="connsiteY266" fmla="*/ 830247 h 833420"/>
                <a:gd name="connsiteX267" fmla="*/ 2600705 w 2912392"/>
                <a:gd name="connsiteY267" fmla="*/ 831529 h 833420"/>
                <a:gd name="connsiteX268" fmla="*/ 2610449 w 2912392"/>
                <a:gd name="connsiteY268" fmla="*/ 832482 h 833420"/>
                <a:gd name="connsiteX269" fmla="*/ 2620178 w 2912392"/>
                <a:gd name="connsiteY269" fmla="*/ 833123 h 833420"/>
                <a:gd name="connsiteX270" fmla="*/ 2629922 w 2912392"/>
                <a:gd name="connsiteY270" fmla="*/ 833421 h 833420"/>
                <a:gd name="connsiteX271" fmla="*/ 2639666 w 2912392"/>
                <a:gd name="connsiteY271" fmla="*/ 833391 h 833420"/>
                <a:gd name="connsiteX272" fmla="*/ 2649410 w 2912392"/>
                <a:gd name="connsiteY272" fmla="*/ 833033 h 833420"/>
                <a:gd name="connsiteX273" fmla="*/ 2659139 w 2912392"/>
                <a:gd name="connsiteY273" fmla="*/ 832318 h 833420"/>
                <a:gd name="connsiteX274" fmla="*/ 2668883 w 2912392"/>
                <a:gd name="connsiteY274" fmla="*/ 831290 h 833420"/>
                <a:gd name="connsiteX275" fmla="*/ 2678627 w 2912392"/>
                <a:gd name="connsiteY275" fmla="*/ 829905 h 833420"/>
                <a:gd name="connsiteX276" fmla="*/ 2688371 w 2912392"/>
                <a:gd name="connsiteY276" fmla="*/ 828176 h 833420"/>
                <a:gd name="connsiteX277" fmla="*/ 2698100 w 2912392"/>
                <a:gd name="connsiteY277" fmla="*/ 826120 h 833420"/>
                <a:gd name="connsiteX278" fmla="*/ 2707844 w 2912392"/>
                <a:gd name="connsiteY278" fmla="*/ 823721 h 833420"/>
                <a:gd name="connsiteX279" fmla="*/ 2717588 w 2912392"/>
                <a:gd name="connsiteY279" fmla="*/ 820995 h 833420"/>
                <a:gd name="connsiteX280" fmla="*/ 2727332 w 2912392"/>
                <a:gd name="connsiteY280" fmla="*/ 817926 h 833420"/>
                <a:gd name="connsiteX281" fmla="*/ 2737076 w 2912392"/>
                <a:gd name="connsiteY281" fmla="*/ 814514 h 833420"/>
                <a:gd name="connsiteX282" fmla="*/ 2746805 w 2912392"/>
                <a:gd name="connsiteY282" fmla="*/ 810789 h 833420"/>
                <a:gd name="connsiteX283" fmla="*/ 2756549 w 2912392"/>
                <a:gd name="connsiteY283" fmla="*/ 806752 h 833420"/>
                <a:gd name="connsiteX284" fmla="*/ 2766293 w 2912392"/>
                <a:gd name="connsiteY284" fmla="*/ 802371 h 833420"/>
                <a:gd name="connsiteX285" fmla="*/ 2776037 w 2912392"/>
                <a:gd name="connsiteY285" fmla="*/ 797699 h 833420"/>
                <a:gd name="connsiteX286" fmla="*/ 2785766 w 2912392"/>
                <a:gd name="connsiteY286" fmla="*/ 792712 h 833420"/>
                <a:gd name="connsiteX287" fmla="*/ 2795510 w 2912392"/>
                <a:gd name="connsiteY287" fmla="*/ 787425 h 833420"/>
                <a:gd name="connsiteX288" fmla="*/ 2805254 w 2912392"/>
                <a:gd name="connsiteY288" fmla="*/ 781845 h 833420"/>
                <a:gd name="connsiteX289" fmla="*/ 2814998 w 2912392"/>
                <a:gd name="connsiteY289" fmla="*/ 775978 h 833420"/>
                <a:gd name="connsiteX290" fmla="*/ 2824727 w 2912392"/>
                <a:gd name="connsiteY290" fmla="*/ 769832 h 833420"/>
                <a:gd name="connsiteX291" fmla="*/ 2834471 w 2912392"/>
                <a:gd name="connsiteY291" fmla="*/ 763415 h 833420"/>
                <a:gd name="connsiteX292" fmla="*/ 2844215 w 2912392"/>
                <a:gd name="connsiteY292" fmla="*/ 756737 h 833420"/>
                <a:gd name="connsiteX293" fmla="*/ 2853958 w 2912392"/>
                <a:gd name="connsiteY293" fmla="*/ 749805 h 833420"/>
                <a:gd name="connsiteX294" fmla="*/ 2863687 w 2912392"/>
                <a:gd name="connsiteY294" fmla="*/ 742629 h 833420"/>
                <a:gd name="connsiteX295" fmla="*/ 2873431 w 2912392"/>
                <a:gd name="connsiteY295" fmla="*/ 735219 h 833420"/>
                <a:gd name="connsiteX296" fmla="*/ 2883175 w 2912392"/>
                <a:gd name="connsiteY296" fmla="*/ 727581 h 833420"/>
                <a:gd name="connsiteX297" fmla="*/ 2892919 w 2912392"/>
                <a:gd name="connsiteY297" fmla="*/ 719731 h 833420"/>
                <a:gd name="connsiteX298" fmla="*/ 2902663 w 2912392"/>
                <a:gd name="connsiteY298" fmla="*/ 711674 h 833420"/>
                <a:gd name="connsiteX299" fmla="*/ 2912392 w 2912392"/>
                <a:gd name="connsiteY299" fmla="*/ 703423 h 833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33420">
                  <a:moveTo>
                    <a:pt x="0" y="229252"/>
                  </a:moveTo>
                  <a:lnTo>
                    <a:pt x="9739" y="230633"/>
                  </a:lnTo>
                  <a:lnTo>
                    <a:pt x="19480" y="231891"/>
                  </a:lnTo>
                  <a:lnTo>
                    <a:pt x="29221" y="233023"/>
                  </a:lnTo>
                  <a:lnTo>
                    <a:pt x="38961" y="234027"/>
                  </a:lnTo>
                  <a:lnTo>
                    <a:pt x="48702" y="234900"/>
                  </a:lnTo>
                  <a:lnTo>
                    <a:pt x="58443" y="235642"/>
                  </a:lnTo>
                  <a:lnTo>
                    <a:pt x="68182" y="236250"/>
                  </a:lnTo>
                  <a:lnTo>
                    <a:pt x="77923" y="236722"/>
                  </a:lnTo>
                  <a:lnTo>
                    <a:pt x="87664" y="237059"/>
                  </a:lnTo>
                  <a:lnTo>
                    <a:pt x="97404" y="237259"/>
                  </a:lnTo>
                  <a:lnTo>
                    <a:pt x="107145" y="237320"/>
                  </a:lnTo>
                  <a:lnTo>
                    <a:pt x="116886" y="237242"/>
                  </a:lnTo>
                  <a:lnTo>
                    <a:pt x="126625" y="237026"/>
                  </a:lnTo>
                  <a:lnTo>
                    <a:pt x="136366" y="236670"/>
                  </a:lnTo>
                  <a:lnTo>
                    <a:pt x="146107" y="236176"/>
                  </a:lnTo>
                  <a:lnTo>
                    <a:pt x="155846" y="235542"/>
                  </a:lnTo>
                  <a:lnTo>
                    <a:pt x="165587" y="234771"/>
                  </a:lnTo>
                  <a:lnTo>
                    <a:pt x="175328" y="233860"/>
                  </a:lnTo>
                  <a:lnTo>
                    <a:pt x="185068" y="232813"/>
                  </a:lnTo>
                  <a:lnTo>
                    <a:pt x="194809" y="231630"/>
                  </a:lnTo>
                  <a:lnTo>
                    <a:pt x="204550" y="230310"/>
                  </a:lnTo>
                  <a:lnTo>
                    <a:pt x="214289" y="228856"/>
                  </a:lnTo>
                  <a:lnTo>
                    <a:pt x="224030" y="227269"/>
                  </a:lnTo>
                  <a:lnTo>
                    <a:pt x="233771" y="225550"/>
                  </a:lnTo>
                  <a:lnTo>
                    <a:pt x="243510" y="223699"/>
                  </a:lnTo>
                  <a:lnTo>
                    <a:pt x="253251" y="221721"/>
                  </a:lnTo>
                  <a:lnTo>
                    <a:pt x="262992" y="219615"/>
                  </a:lnTo>
                  <a:lnTo>
                    <a:pt x="272732" y="217385"/>
                  </a:lnTo>
                  <a:lnTo>
                    <a:pt x="282473" y="215031"/>
                  </a:lnTo>
                  <a:lnTo>
                    <a:pt x="292214" y="212555"/>
                  </a:lnTo>
                  <a:lnTo>
                    <a:pt x="301953" y="209961"/>
                  </a:lnTo>
                  <a:lnTo>
                    <a:pt x="311694" y="207251"/>
                  </a:lnTo>
                  <a:lnTo>
                    <a:pt x="321435" y="204426"/>
                  </a:lnTo>
                  <a:lnTo>
                    <a:pt x="331175" y="201491"/>
                  </a:lnTo>
                  <a:lnTo>
                    <a:pt x="340916" y="198447"/>
                  </a:lnTo>
                  <a:lnTo>
                    <a:pt x="350656" y="195296"/>
                  </a:lnTo>
                  <a:lnTo>
                    <a:pt x="360396" y="192043"/>
                  </a:lnTo>
                  <a:lnTo>
                    <a:pt x="370137" y="188691"/>
                  </a:lnTo>
                  <a:lnTo>
                    <a:pt x="379878" y="185244"/>
                  </a:lnTo>
                  <a:lnTo>
                    <a:pt x="389617" y="181702"/>
                  </a:lnTo>
                  <a:lnTo>
                    <a:pt x="399358" y="178073"/>
                  </a:lnTo>
                  <a:lnTo>
                    <a:pt x="409099" y="174357"/>
                  </a:lnTo>
                  <a:lnTo>
                    <a:pt x="418839" y="170561"/>
                  </a:lnTo>
                  <a:lnTo>
                    <a:pt x="428580" y="166687"/>
                  </a:lnTo>
                  <a:lnTo>
                    <a:pt x="438321" y="162740"/>
                  </a:lnTo>
                  <a:lnTo>
                    <a:pt x="448060" y="158725"/>
                  </a:lnTo>
                  <a:lnTo>
                    <a:pt x="457801" y="154644"/>
                  </a:lnTo>
                  <a:lnTo>
                    <a:pt x="467542" y="150505"/>
                  </a:lnTo>
                  <a:lnTo>
                    <a:pt x="477281" y="146311"/>
                  </a:lnTo>
                  <a:lnTo>
                    <a:pt x="487022" y="142068"/>
                  </a:lnTo>
                  <a:lnTo>
                    <a:pt x="496763" y="137781"/>
                  </a:lnTo>
                  <a:lnTo>
                    <a:pt x="506503" y="133455"/>
                  </a:lnTo>
                  <a:lnTo>
                    <a:pt x="516244" y="129095"/>
                  </a:lnTo>
                  <a:lnTo>
                    <a:pt x="525985" y="124707"/>
                  </a:lnTo>
                  <a:lnTo>
                    <a:pt x="535724" y="120297"/>
                  </a:lnTo>
                  <a:lnTo>
                    <a:pt x="545465" y="115871"/>
                  </a:lnTo>
                  <a:lnTo>
                    <a:pt x="555206" y="111435"/>
                  </a:lnTo>
                  <a:lnTo>
                    <a:pt x="564946" y="106995"/>
                  </a:lnTo>
                  <a:lnTo>
                    <a:pt x="574687" y="102559"/>
                  </a:lnTo>
                  <a:lnTo>
                    <a:pt x="584428" y="98129"/>
                  </a:lnTo>
                  <a:lnTo>
                    <a:pt x="594167" y="93716"/>
                  </a:lnTo>
                  <a:lnTo>
                    <a:pt x="603908" y="89325"/>
                  </a:lnTo>
                  <a:lnTo>
                    <a:pt x="613649" y="84963"/>
                  </a:lnTo>
                  <a:lnTo>
                    <a:pt x="623388" y="80636"/>
                  </a:lnTo>
                  <a:lnTo>
                    <a:pt x="633129" y="76351"/>
                  </a:lnTo>
                  <a:lnTo>
                    <a:pt x="642870" y="72116"/>
                  </a:lnTo>
                  <a:lnTo>
                    <a:pt x="652610" y="67936"/>
                  </a:lnTo>
                  <a:lnTo>
                    <a:pt x="662351" y="63820"/>
                  </a:lnTo>
                  <a:lnTo>
                    <a:pt x="672092" y="59773"/>
                  </a:lnTo>
                  <a:lnTo>
                    <a:pt x="681831" y="55804"/>
                  </a:lnTo>
                  <a:lnTo>
                    <a:pt x="691572" y="51918"/>
                  </a:lnTo>
                  <a:lnTo>
                    <a:pt x="701313" y="48124"/>
                  </a:lnTo>
                  <a:lnTo>
                    <a:pt x="711052" y="44426"/>
                  </a:lnTo>
                  <a:lnTo>
                    <a:pt x="720793" y="40832"/>
                  </a:lnTo>
                  <a:lnTo>
                    <a:pt x="730534" y="37350"/>
                  </a:lnTo>
                  <a:lnTo>
                    <a:pt x="740274" y="33985"/>
                  </a:lnTo>
                  <a:lnTo>
                    <a:pt x="750015" y="30744"/>
                  </a:lnTo>
                  <a:lnTo>
                    <a:pt x="759756" y="27635"/>
                  </a:lnTo>
                  <a:lnTo>
                    <a:pt x="769495" y="24661"/>
                  </a:lnTo>
                  <a:lnTo>
                    <a:pt x="779236" y="21830"/>
                  </a:lnTo>
                  <a:lnTo>
                    <a:pt x="788977" y="19147"/>
                  </a:lnTo>
                  <a:lnTo>
                    <a:pt x="798717" y="16618"/>
                  </a:lnTo>
                  <a:lnTo>
                    <a:pt x="808458" y="14251"/>
                  </a:lnTo>
                  <a:lnTo>
                    <a:pt x="818199" y="12047"/>
                  </a:lnTo>
                  <a:lnTo>
                    <a:pt x="827938" y="10015"/>
                  </a:lnTo>
                  <a:lnTo>
                    <a:pt x="837679" y="8157"/>
                  </a:lnTo>
                  <a:lnTo>
                    <a:pt x="847420" y="6480"/>
                  </a:lnTo>
                  <a:lnTo>
                    <a:pt x="857159" y="4987"/>
                  </a:lnTo>
                  <a:lnTo>
                    <a:pt x="866900" y="3682"/>
                  </a:lnTo>
                  <a:lnTo>
                    <a:pt x="876641" y="2569"/>
                  </a:lnTo>
                  <a:lnTo>
                    <a:pt x="886381" y="1651"/>
                  </a:lnTo>
                  <a:lnTo>
                    <a:pt x="896122" y="933"/>
                  </a:lnTo>
                  <a:lnTo>
                    <a:pt x="905863" y="416"/>
                  </a:lnTo>
                  <a:lnTo>
                    <a:pt x="915602" y="104"/>
                  </a:lnTo>
                  <a:lnTo>
                    <a:pt x="925343" y="0"/>
                  </a:lnTo>
                  <a:lnTo>
                    <a:pt x="935084" y="104"/>
                  </a:lnTo>
                  <a:lnTo>
                    <a:pt x="944824" y="420"/>
                  </a:lnTo>
                  <a:lnTo>
                    <a:pt x="954564" y="948"/>
                  </a:lnTo>
                  <a:lnTo>
                    <a:pt x="964305" y="1688"/>
                  </a:lnTo>
                  <a:lnTo>
                    <a:pt x="974045" y="2643"/>
                  </a:lnTo>
                  <a:lnTo>
                    <a:pt x="983786" y="3814"/>
                  </a:lnTo>
                  <a:lnTo>
                    <a:pt x="993522" y="5198"/>
                  </a:lnTo>
                  <a:lnTo>
                    <a:pt x="1003266" y="6798"/>
                  </a:lnTo>
                  <a:lnTo>
                    <a:pt x="1013010" y="8612"/>
                  </a:lnTo>
                  <a:lnTo>
                    <a:pt x="1022754" y="10638"/>
                  </a:lnTo>
                  <a:lnTo>
                    <a:pt x="1032483" y="12877"/>
                  </a:lnTo>
                  <a:lnTo>
                    <a:pt x="1042227" y="15327"/>
                  </a:lnTo>
                  <a:lnTo>
                    <a:pt x="1051971" y="17985"/>
                  </a:lnTo>
                  <a:lnTo>
                    <a:pt x="1061715" y="20848"/>
                  </a:lnTo>
                  <a:lnTo>
                    <a:pt x="1071444" y="23917"/>
                  </a:lnTo>
                  <a:lnTo>
                    <a:pt x="1081188" y="27189"/>
                  </a:lnTo>
                  <a:lnTo>
                    <a:pt x="1090932" y="30658"/>
                  </a:lnTo>
                  <a:lnTo>
                    <a:pt x="1100676" y="34323"/>
                  </a:lnTo>
                  <a:lnTo>
                    <a:pt x="1110405" y="38179"/>
                  </a:lnTo>
                  <a:lnTo>
                    <a:pt x="1120149" y="42222"/>
                  </a:lnTo>
                  <a:lnTo>
                    <a:pt x="1129893" y="46451"/>
                  </a:lnTo>
                  <a:lnTo>
                    <a:pt x="1139637" y="50856"/>
                  </a:lnTo>
                  <a:lnTo>
                    <a:pt x="1149381" y="55438"/>
                  </a:lnTo>
                  <a:lnTo>
                    <a:pt x="1159110" y="60189"/>
                  </a:lnTo>
                  <a:lnTo>
                    <a:pt x="1168854" y="65106"/>
                  </a:lnTo>
                  <a:lnTo>
                    <a:pt x="1178598" y="70180"/>
                  </a:lnTo>
                  <a:lnTo>
                    <a:pt x="1188341" y="75410"/>
                  </a:lnTo>
                  <a:lnTo>
                    <a:pt x="1198070" y="80785"/>
                  </a:lnTo>
                  <a:lnTo>
                    <a:pt x="1207814" y="86304"/>
                  </a:lnTo>
                  <a:lnTo>
                    <a:pt x="1217558" y="91958"/>
                  </a:lnTo>
                  <a:lnTo>
                    <a:pt x="1227302" y="97742"/>
                  </a:lnTo>
                  <a:lnTo>
                    <a:pt x="1237031" y="103648"/>
                  </a:lnTo>
                  <a:lnTo>
                    <a:pt x="1246775" y="109671"/>
                  </a:lnTo>
                  <a:lnTo>
                    <a:pt x="1256519" y="115804"/>
                  </a:lnTo>
                  <a:lnTo>
                    <a:pt x="1266263" y="122038"/>
                  </a:lnTo>
                  <a:lnTo>
                    <a:pt x="1276007" y="128368"/>
                  </a:lnTo>
                  <a:lnTo>
                    <a:pt x="1285736" y="134787"/>
                  </a:lnTo>
                  <a:lnTo>
                    <a:pt x="1295480" y="141286"/>
                  </a:lnTo>
                  <a:lnTo>
                    <a:pt x="1305224" y="147859"/>
                  </a:lnTo>
                  <a:lnTo>
                    <a:pt x="1314968" y="154499"/>
                  </a:lnTo>
                  <a:lnTo>
                    <a:pt x="1324697" y="161198"/>
                  </a:lnTo>
                  <a:lnTo>
                    <a:pt x="1334441" y="167949"/>
                  </a:lnTo>
                  <a:lnTo>
                    <a:pt x="1344185" y="174744"/>
                  </a:lnTo>
                  <a:lnTo>
                    <a:pt x="1353929" y="181575"/>
                  </a:lnTo>
                  <a:lnTo>
                    <a:pt x="1363658" y="188436"/>
                  </a:lnTo>
                  <a:lnTo>
                    <a:pt x="1373402" y="195320"/>
                  </a:lnTo>
                  <a:lnTo>
                    <a:pt x="1383146" y="202218"/>
                  </a:lnTo>
                  <a:lnTo>
                    <a:pt x="1392890" y="209122"/>
                  </a:lnTo>
                  <a:lnTo>
                    <a:pt x="1402619" y="216028"/>
                  </a:lnTo>
                  <a:lnTo>
                    <a:pt x="1412363" y="222926"/>
                  </a:lnTo>
                  <a:lnTo>
                    <a:pt x="1422106" y="229811"/>
                  </a:lnTo>
                  <a:lnTo>
                    <a:pt x="1431850" y="236673"/>
                  </a:lnTo>
                  <a:lnTo>
                    <a:pt x="1441594" y="243510"/>
                  </a:lnTo>
                  <a:lnTo>
                    <a:pt x="1451323" y="250312"/>
                  </a:lnTo>
                  <a:lnTo>
                    <a:pt x="1461067" y="257074"/>
                  </a:lnTo>
                  <a:lnTo>
                    <a:pt x="1470811" y="263789"/>
                  </a:lnTo>
                  <a:lnTo>
                    <a:pt x="1480555" y="270452"/>
                  </a:lnTo>
                  <a:lnTo>
                    <a:pt x="1490284" y="277057"/>
                  </a:lnTo>
                  <a:lnTo>
                    <a:pt x="1500028" y="283599"/>
                  </a:lnTo>
                  <a:lnTo>
                    <a:pt x="1509772" y="290073"/>
                  </a:lnTo>
                  <a:lnTo>
                    <a:pt x="1519516" y="296472"/>
                  </a:lnTo>
                  <a:lnTo>
                    <a:pt x="1529245" y="302794"/>
                  </a:lnTo>
                  <a:lnTo>
                    <a:pt x="1538989" y="309032"/>
                  </a:lnTo>
                  <a:lnTo>
                    <a:pt x="1548733" y="315183"/>
                  </a:lnTo>
                  <a:lnTo>
                    <a:pt x="1558477" y="321246"/>
                  </a:lnTo>
                  <a:lnTo>
                    <a:pt x="1568221" y="327216"/>
                  </a:lnTo>
                  <a:lnTo>
                    <a:pt x="1577950" y="333088"/>
                  </a:lnTo>
                  <a:lnTo>
                    <a:pt x="1587694" y="338862"/>
                  </a:lnTo>
                  <a:lnTo>
                    <a:pt x="1597438" y="344536"/>
                  </a:lnTo>
                  <a:lnTo>
                    <a:pt x="1607182" y="350105"/>
                  </a:lnTo>
                  <a:lnTo>
                    <a:pt x="1616911" y="355572"/>
                  </a:lnTo>
                  <a:lnTo>
                    <a:pt x="1626655" y="360932"/>
                  </a:lnTo>
                  <a:lnTo>
                    <a:pt x="1636399" y="366189"/>
                  </a:lnTo>
                  <a:lnTo>
                    <a:pt x="1646142" y="371338"/>
                  </a:lnTo>
                  <a:lnTo>
                    <a:pt x="1655872" y="376381"/>
                  </a:lnTo>
                  <a:lnTo>
                    <a:pt x="1665616" y="381319"/>
                  </a:lnTo>
                  <a:lnTo>
                    <a:pt x="1675359" y="386153"/>
                  </a:lnTo>
                  <a:lnTo>
                    <a:pt x="1685103" y="390885"/>
                  </a:lnTo>
                  <a:lnTo>
                    <a:pt x="1694832" y="395516"/>
                  </a:lnTo>
                  <a:lnTo>
                    <a:pt x="1704576" y="400048"/>
                  </a:lnTo>
                  <a:lnTo>
                    <a:pt x="1714320" y="404485"/>
                  </a:lnTo>
                  <a:lnTo>
                    <a:pt x="1724064" y="408830"/>
                  </a:lnTo>
                  <a:lnTo>
                    <a:pt x="1733808" y="413083"/>
                  </a:lnTo>
                  <a:lnTo>
                    <a:pt x="1743537" y="417252"/>
                  </a:lnTo>
                  <a:lnTo>
                    <a:pt x="1753281" y="421340"/>
                  </a:lnTo>
                  <a:lnTo>
                    <a:pt x="1763025" y="425351"/>
                  </a:lnTo>
                  <a:lnTo>
                    <a:pt x="1772769" y="429289"/>
                  </a:lnTo>
                  <a:lnTo>
                    <a:pt x="1782498" y="433160"/>
                  </a:lnTo>
                  <a:lnTo>
                    <a:pt x="1792242" y="436969"/>
                  </a:lnTo>
                  <a:lnTo>
                    <a:pt x="1801986" y="440722"/>
                  </a:lnTo>
                  <a:lnTo>
                    <a:pt x="1811730" y="444426"/>
                  </a:lnTo>
                  <a:lnTo>
                    <a:pt x="1821459" y="448084"/>
                  </a:lnTo>
                  <a:lnTo>
                    <a:pt x="1831203" y="451706"/>
                  </a:lnTo>
                  <a:lnTo>
                    <a:pt x="1840947" y="455296"/>
                  </a:lnTo>
                  <a:lnTo>
                    <a:pt x="1850691" y="458862"/>
                  </a:lnTo>
                  <a:lnTo>
                    <a:pt x="1860435" y="462409"/>
                  </a:lnTo>
                  <a:lnTo>
                    <a:pt x="1870164" y="465946"/>
                  </a:lnTo>
                  <a:lnTo>
                    <a:pt x="1879908" y="469480"/>
                  </a:lnTo>
                  <a:lnTo>
                    <a:pt x="1889652" y="473016"/>
                  </a:lnTo>
                  <a:lnTo>
                    <a:pt x="1899395" y="476563"/>
                  </a:lnTo>
                  <a:lnTo>
                    <a:pt x="1909124" y="480127"/>
                  </a:lnTo>
                  <a:lnTo>
                    <a:pt x="1918868" y="483715"/>
                  </a:lnTo>
                  <a:lnTo>
                    <a:pt x="1928612" y="487332"/>
                  </a:lnTo>
                  <a:lnTo>
                    <a:pt x="1938356" y="490990"/>
                  </a:lnTo>
                  <a:lnTo>
                    <a:pt x="1948085" y="494689"/>
                  </a:lnTo>
                  <a:lnTo>
                    <a:pt x="1957829" y="498441"/>
                  </a:lnTo>
                  <a:lnTo>
                    <a:pt x="1967573" y="502251"/>
                  </a:lnTo>
                  <a:lnTo>
                    <a:pt x="1977317" y="506123"/>
                  </a:lnTo>
                  <a:lnTo>
                    <a:pt x="1987046" y="510062"/>
                  </a:lnTo>
                  <a:lnTo>
                    <a:pt x="1996790" y="514077"/>
                  </a:lnTo>
                  <a:lnTo>
                    <a:pt x="2006534" y="518173"/>
                  </a:lnTo>
                  <a:lnTo>
                    <a:pt x="2016278" y="522352"/>
                  </a:lnTo>
                  <a:lnTo>
                    <a:pt x="2026022" y="526621"/>
                  </a:lnTo>
                  <a:lnTo>
                    <a:pt x="2035751" y="530982"/>
                  </a:lnTo>
                  <a:lnTo>
                    <a:pt x="2045495" y="535440"/>
                  </a:lnTo>
                  <a:lnTo>
                    <a:pt x="2055239" y="539997"/>
                  </a:lnTo>
                  <a:lnTo>
                    <a:pt x="2064983" y="544659"/>
                  </a:lnTo>
                  <a:lnTo>
                    <a:pt x="2074712" y="549425"/>
                  </a:lnTo>
                  <a:lnTo>
                    <a:pt x="2084456" y="554297"/>
                  </a:lnTo>
                  <a:lnTo>
                    <a:pt x="2094200" y="559278"/>
                  </a:lnTo>
                  <a:lnTo>
                    <a:pt x="2103944" y="564369"/>
                  </a:lnTo>
                  <a:lnTo>
                    <a:pt x="2113673" y="569567"/>
                  </a:lnTo>
                  <a:lnTo>
                    <a:pt x="2123417" y="574876"/>
                  </a:lnTo>
                  <a:lnTo>
                    <a:pt x="2133161" y="580292"/>
                  </a:lnTo>
                  <a:lnTo>
                    <a:pt x="2142905" y="585815"/>
                  </a:lnTo>
                  <a:lnTo>
                    <a:pt x="2152649" y="591442"/>
                  </a:lnTo>
                  <a:lnTo>
                    <a:pt x="2162377" y="597172"/>
                  </a:lnTo>
                  <a:lnTo>
                    <a:pt x="2172121" y="603001"/>
                  </a:lnTo>
                  <a:lnTo>
                    <a:pt x="2181865" y="608923"/>
                  </a:lnTo>
                  <a:lnTo>
                    <a:pt x="2191609" y="614938"/>
                  </a:lnTo>
                  <a:lnTo>
                    <a:pt x="2201338" y="621039"/>
                  </a:lnTo>
                  <a:lnTo>
                    <a:pt x="2211082" y="627219"/>
                  </a:lnTo>
                  <a:lnTo>
                    <a:pt x="2220826" y="633475"/>
                  </a:lnTo>
                  <a:lnTo>
                    <a:pt x="2230570" y="639798"/>
                  </a:lnTo>
                  <a:lnTo>
                    <a:pt x="2240299" y="646182"/>
                  </a:lnTo>
                  <a:lnTo>
                    <a:pt x="2250043" y="652620"/>
                  </a:lnTo>
                  <a:lnTo>
                    <a:pt x="2259787" y="659103"/>
                  </a:lnTo>
                  <a:lnTo>
                    <a:pt x="2269531" y="665622"/>
                  </a:lnTo>
                  <a:lnTo>
                    <a:pt x="2279260" y="672171"/>
                  </a:lnTo>
                  <a:lnTo>
                    <a:pt x="2289004" y="678737"/>
                  </a:lnTo>
                  <a:lnTo>
                    <a:pt x="2298748" y="685311"/>
                  </a:lnTo>
                  <a:lnTo>
                    <a:pt x="2308492" y="691885"/>
                  </a:lnTo>
                  <a:lnTo>
                    <a:pt x="2318236" y="698446"/>
                  </a:lnTo>
                  <a:lnTo>
                    <a:pt x="2327965" y="704984"/>
                  </a:lnTo>
                  <a:lnTo>
                    <a:pt x="2337709" y="711489"/>
                  </a:lnTo>
                  <a:lnTo>
                    <a:pt x="2347453" y="717948"/>
                  </a:lnTo>
                  <a:lnTo>
                    <a:pt x="2357197" y="724350"/>
                  </a:lnTo>
                  <a:lnTo>
                    <a:pt x="2366926" y="730682"/>
                  </a:lnTo>
                  <a:lnTo>
                    <a:pt x="2376670" y="736933"/>
                  </a:lnTo>
                  <a:lnTo>
                    <a:pt x="2386413" y="743093"/>
                  </a:lnTo>
                  <a:lnTo>
                    <a:pt x="2396157" y="749146"/>
                  </a:lnTo>
                  <a:lnTo>
                    <a:pt x="2405886" y="755083"/>
                  </a:lnTo>
                  <a:lnTo>
                    <a:pt x="2415630" y="760889"/>
                  </a:lnTo>
                  <a:lnTo>
                    <a:pt x="2425374" y="766554"/>
                  </a:lnTo>
                  <a:lnTo>
                    <a:pt x="2435118" y="772065"/>
                  </a:lnTo>
                  <a:lnTo>
                    <a:pt x="2444862" y="777411"/>
                  </a:lnTo>
                  <a:lnTo>
                    <a:pt x="2454591" y="782578"/>
                  </a:lnTo>
                  <a:lnTo>
                    <a:pt x="2464335" y="787557"/>
                  </a:lnTo>
                  <a:lnTo>
                    <a:pt x="2474079" y="792334"/>
                  </a:lnTo>
                  <a:lnTo>
                    <a:pt x="2483823" y="796899"/>
                  </a:lnTo>
                  <a:lnTo>
                    <a:pt x="2493552" y="801239"/>
                  </a:lnTo>
                  <a:lnTo>
                    <a:pt x="2503296" y="805351"/>
                  </a:lnTo>
                  <a:lnTo>
                    <a:pt x="2513040" y="809210"/>
                  </a:lnTo>
                  <a:lnTo>
                    <a:pt x="2522784" y="812815"/>
                  </a:lnTo>
                  <a:lnTo>
                    <a:pt x="2532513" y="816168"/>
                  </a:lnTo>
                  <a:lnTo>
                    <a:pt x="2542257" y="819237"/>
                  </a:lnTo>
                  <a:lnTo>
                    <a:pt x="2552001" y="822038"/>
                  </a:lnTo>
                  <a:lnTo>
                    <a:pt x="2561745" y="824541"/>
                  </a:lnTo>
                  <a:lnTo>
                    <a:pt x="2571474" y="826746"/>
                  </a:lnTo>
                  <a:lnTo>
                    <a:pt x="2581218" y="828653"/>
                  </a:lnTo>
                  <a:lnTo>
                    <a:pt x="2590962" y="830247"/>
                  </a:lnTo>
                  <a:lnTo>
                    <a:pt x="2600705" y="831529"/>
                  </a:lnTo>
                  <a:lnTo>
                    <a:pt x="2610449" y="832482"/>
                  </a:lnTo>
                  <a:lnTo>
                    <a:pt x="2620178" y="833123"/>
                  </a:lnTo>
                  <a:lnTo>
                    <a:pt x="2629922" y="833421"/>
                  </a:lnTo>
                  <a:lnTo>
                    <a:pt x="2639666" y="833391"/>
                  </a:lnTo>
                  <a:lnTo>
                    <a:pt x="2649410" y="833033"/>
                  </a:lnTo>
                  <a:lnTo>
                    <a:pt x="2659139" y="832318"/>
                  </a:lnTo>
                  <a:lnTo>
                    <a:pt x="2668883" y="831290"/>
                  </a:lnTo>
                  <a:lnTo>
                    <a:pt x="2678627" y="829905"/>
                  </a:lnTo>
                  <a:lnTo>
                    <a:pt x="2688371" y="828176"/>
                  </a:lnTo>
                  <a:lnTo>
                    <a:pt x="2698100" y="826120"/>
                  </a:lnTo>
                  <a:lnTo>
                    <a:pt x="2707844" y="823721"/>
                  </a:lnTo>
                  <a:lnTo>
                    <a:pt x="2717588" y="820995"/>
                  </a:lnTo>
                  <a:lnTo>
                    <a:pt x="2727332" y="817926"/>
                  </a:lnTo>
                  <a:lnTo>
                    <a:pt x="2737076" y="814514"/>
                  </a:lnTo>
                  <a:lnTo>
                    <a:pt x="2746805" y="810789"/>
                  </a:lnTo>
                  <a:lnTo>
                    <a:pt x="2756549" y="806752"/>
                  </a:lnTo>
                  <a:lnTo>
                    <a:pt x="2766293" y="802371"/>
                  </a:lnTo>
                  <a:lnTo>
                    <a:pt x="2776037" y="797699"/>
                  </a:lnTo>
                  <a:lnTo>
                    <a:pt x="2785766" y="792712"/>
                  </a:lnTo>
                  <a:lnTo>
                    <a:pt x="2795510" y="787425"/>
                  </a:lnTo>
                  <a:lnTo>
                    <a:pt x="2805254" y="781845"/>
                  </a:lnTo>
                  <a:lnTo>
                    <a:pt x="2814998" y="775978"/>
                  </a:lnTo>
                  <a:lnTo>
                    <a:pt x="2824727" y="769832"/>
                  </a:lnTo>
                  <a:lnTo>
                    <a:pt x="2834471" y="763415"/>
                  </a:lnTo>
                  <a:lnTo>
                    <a:pt x="2844215" y="756737"/>
                  </a:lnTo>
                  <a:lnTo>
                    <a:pt x="2853958" y="749805"/>
                  </a:lnTo>
                  <a:lnTo>
                    <a:pt x="2863687" y="742629"/>
                  </a:lnTo>
                  <a:lnTo>
                    <a:pt x="2873431" y="735219"/>
                  </a:lnTo>
                  <a:lnTo>
                    <a:pt x="2883175" y="727581"/>
                  </a:lnTo>
                  <a:lnTo>
                    <a:pt x="2892919" y="719731"/>
                  </a:lnTo>
                  <a:lnTo>
                    <a:pt x="2902663" y="711674"/>
                  </a:lnTo>
                  <a:lnTo>
                    <a:pt x="2912392" y="70342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5" name="Freeform 824">
              <a:extLst>
                <a:ext uri="{FF2B5EF4-FFF2-40B4-BE49-F238E27FC236}">
                  <a16:creationId xmlns:a16="http://schemas.microsoft.com/office/drawing/2014/main" id="{3DF54F5A-5D85-0E5D-F8BB-8A24F84DC871}"/>
                </a:ext>
              </a:extLst>
            </p:cNvPr>
            <p:cNvSpPr/>
            <p:nvPr/>
          </p:nvSpPr>
          <p:spPr>
            <a:xfrm>
              <a:off x="576446" y="3158893"/>
              <a:ext cx="2912392" cy="823693"/>
            </a:xfrm>
            <a:custGeom>
              <a:avLst/>
              <a:gdLst>
                <a:gd name="connsiteX0" fmla="*/ 0 w 2912392"/>
                <a:gd name="connsiteY0" fmla="*/ 104722 h 823693"/>
                <a:gd name="connsiteX1" fmla="*/ 9739 w 2912392"/>
                <a:gd name="connsiteY1" fmla="*/ 98969 h 823693"/>
                <a:gd name="connsiteX2" fmla="*/ 19480 w 2912392"/>
                <a:gd name="connsiteY2" fmla="*/ 93296 h 823693"/>
                <a:gd name="connsiteX3" fmla="*/ 29221 w 2912392"/>
                <a:gd name="connsiteY3" fmla="*/ 87710 h 823693"/>
                <a:gd name="connsiteX4" fmla="*/ 38961 w 2912392"/>
                <a:gd name="connsiteY4" fmla="*/ 82219 h 823693"/>
                <a:gd name="connsiteX5" fmla="*/ 48702 w 2912392"/>
                <a:gd name="connsiteY5" fmla="*/ 76833 h 823693"/>
                <a:gd name="connsiteX6" fmla="*/ 58443 w 2912392"/>
                <a:gd name="connsiteY6" fmla="*/ 71560 h 823693"/>
                <a:gd name="connsiteX7" fmla="*/ 68182 w 2912392"/>
                <a:gd name="connsiteY7" fmla="*/ 66408 h 823693"/>
                <a:gd name="connsiteX8" fmla="*/ 77923 w 2912392"/>
                <a:gd name="connsiteY8" fmla="*/ 61388 h 823693"/>
                <a:gd name="connsiteX9" fmla="*/ 87664 w 2912392"/>
                <a:gd name="connsiteY9" fmla="*/ 56507 h 823693"/>
                <a:gd name="connsiteX10" fmla="*/ 97404 w 2912392"/>
                <a:gd name="connsiteY10" fmla="*/ 51775 h 823693"/>
                <a:gd name="connsiteX11" fmla="*/ 107145 w 2912392"/>
                <a:gd name="connsiteY11" fmla="*/ 47200 h 823693"/>
                <a:gd name="connsiteX12" fmla="*/ 116886 w 2912392"/>
                <a:gd name="connsiteY12" fmla="*/ 42790 h 823693"/>
                <a:gd name="connsiteX13" fmla="*/ 126625 w 2912392"/>
                <a:gd name="connsiteY13" fmla="*/ 38553 h 823693"/>
                <a:gd name="connsiteX14" fmla="*/ 136366 w 2912392"/>
                <a:gd name="connsiteY14" fmla="*/ 34497 h 823693"/>
                <a:gd name="connsiteX15" fmla="*/ 146107 w 2912392"/>
                <a:gd name="connsiteY15" fmla="*/ 30632 h 823693"/>
                <a:gd name="connsiteX16" fmla="*/ 155846 w 2912392"/>
                <a:gd name="connsiteY16" fmla="*/ 26964 h 823693"/>
                <a:gd name="connsiteX17" fmla="*/ 165587 w 2912392"/>
                <a:gd name="connsiteY17" fmla="*/ 23502 h 823693"/>
                <a:gd name="connsiteX18" fmla="*/ 175328 w 2912392"/>
                <a:gd name="connsiteY18" fmla="*/ 20251 h 823693"/>
                <a:gd name="connsiteX19" fmla="*/ 185068 w 2912392"/>
                <a:gd name="connsiteY19" fmla="*/ 17220 h 823693"/>
                <a:gd name="connsiteX20" fmla="*/ 194809 w 2912392"/>
                <a:gd name="connsiteY20" fmla="*/ 14415 h 823693"/>
                <a:gd name="connsiteX21" fmla="*/ 204550 w 2912392"/>
                <a:gd name="connsiteY21" fmla="*/ 11842 h 823693"/>
                <a:gd name="connsiteX22" fmla="*/ 214289 w 2912392"/>
                <a:gd name="connsiteY22" fmla="*/ 9507 h 823693"/>
                <a:gd name="connsiteX23" fmla="*/ 224030 w 2912392"/>
                <a:gd name="connsiteY23" fmla="*/ 7417 h 823693"/>
                <a:gd name="connsiteX24" fmla="*/ 233771 w 2912392"/>
                <a:gd name="connsiteY24" fmla="*/ 5574 h 823693"/>
                <a:gd name="connsiteX25" fmla="*/ 243510 w 2912392"/>
                <a:gd name="connsiteY25" fmla="*/ 3987 h 823693"/>
                <a:gd name="connsiteX26" fmla="*/ 253251 w 2912392"/>
                <a:gd name="connsiteY26" fmla="*/ 2658 h 823693"/>
                <a:gd name="connsiteX27" fmla="*/ 262992 w 2912392"/>
                <a:gd name="connsiteY27" fmla="*/ 1591 h 823693"/>
                <a:gd name="connsiteX28" fmla="*/ 272732 w 2912392"/>
                <a:gd name="connsiteY28" fmla="*/ 791 h 823693"/>
                <a:gd name="connsiteX29" fmla="*/ 282473 w 2912392"/>
                <a:gd name="connsiteY29" fmla="*/ 259 h 823693"/>
                <a:gd name="connsiteX30" fmla="*/ 292214 w 2912392"/>
                <a:gd name="connsiteY30" fmla="*/ 0 h 823693"/>
                <a:gd name="connsiteX31" fmla="*/ 301953 w 2912392"/>
                <a:gd name="connsiteY31" fmla="*/ 15 h 823693"/>
                <a:gd name="connsiteX32" fmla="*/ 311694 w 2912392"/>
                <a:gd name="connsiteY32" fmla="*/ 304 h 823693"/>
                <a:gd name="connsiteX33" fmla="*/ 321435 w 2912392"/>
                <a:gd name="connsiteY33" fmla="*/ 870 h 823693"/>
                <a:gd name="connsiteX34" fmla="*/ 331175 w 2912392"/>
                <a:gd name="connsiteY34" fmla="*/ 1712 h 823693"/>
                <a:gd name="connsiteX35" fmla="*/ 340916 w 2912392"/>
                <a:gd name="connsiteY35" fmla="*/ 2832 h 823693"/>
                <a:gd name="connsiteX36" fmla="*/ 350656 w 2912392"/>
                <a:gd name="connsiteY36" fmla="*/ 4228 h 823693"/>
                <a:gd name="connsiteX37" fmla="*/ 360396 w 2912392"/>
                <a:gd name="connsiteY37" fmla="*/ 5901 h 823693"/>
                <a:gd name="connsiteX38" fmla="*/ 370137 w 2912392"/>
                <a:gd name="connsiteY38" fmla="*/ 7847 h 823693"/>
                <a:gd name="connsiteX39" fmla="*/ 379878 w 2912392"/>
                <a:gd name="connsiteY39" fmla="*/ 10066 h 823693"/>
                <a:gd name="connsiteX40" fmla="*/ 389617 w 2912392"/>
                <a:gd name="connsiteY40" fmla="*/ 12554 h 823693"/>
                <a:gd name="connsiteX41" fmla="*/ 399358 w 2912392"/>
                <a:gd name="connsiteY41" fmla="*/ 15309 h 823693"/>
                <a:gd name="connsiteX42" fmla="*/ 409099 w 2912392"/>
                <a:gd name="connsiteY42" fmla="*/ 18327 h 823693"/>
                <a:gd name="connsiteX43" fmla="*/ 418839 w 2912392"/>
                <a:gd name="connsiteY43" fmla="*/ 21604 h 823693"/>
                <a:gd name="connsiteX44" fmla="*/ 428580 w 2912392"/>
                <a:gd name="connsiteY44" fmla="*/ 25136 h 823693"/>
                <a:gd name="connsiteX45" fmla="*/ 438321 w 2912392"/>
                <a:gd name="connsiteY45" fmla="*/ 28916 h 823693"/>
                <a:gd name="connsiteX46" fmla="*/ 448060 w 2912392"/>
                <a:gd name="connsiteY46" fmla="*/ 32942 h 823693"/>
                <a:gd name="connsiteX47" fmla="*/ 457801 w 2912392"/>
                <a:gd name="connsiteY47" fmla="*/ 37204 h 823693"/>
                <a:gd name="connsiteX48" fmla="*/ 467542 w 2912392"/>
                <a:gd name="connsiteY48" fmla="*/ 41699 h 823693"/>
                <a:gd name="connsiteX49" fmla="*/ 477281 w 2912392"/>
                <a:gd name="connsiteY49" fmla="*/ 46419 h 823693"/>
                <a:gd name="connsiteX50" fmla="*/ 487022 w 2912392"/>
                <a:gd name="connsiteY50" fmla="*/ 51358 h 823693"/>
                <a:gd name="connsiteX51" fmla="*/ 496763 w 2912392"/>
                <a:gd name="connsiteY51" fmla="*/ 56506 h 823693"/>
                <a:gd name="connsiteX52" fmla="*/ 506503 w 2912392"/>
                <a:gd name="connsiteY52" fmla="*/ 61856 h 823693"/>
                <a:gd name="connsiteX53" fmla="*/ 516244 w 2912392"/>
                <a:gd name="connsiteY53" fmla="*/ 67401 h 823693"/>
                <a:gd name="connsiteX54" fmla="*/ 525985 w 2912392"/>
                <a:gd name="connsiteY54" fmla="*/ 73132 h 823693"/>
                <a:gd name="connsiteX55" fmla="*/ 535724 w 2912392"/>
                <a:gd name="connsiteY55" fmla="*/ 79039 h 823693"/>
                <a:gd name="connsiteX56" fmla="*/ 545465 w 2912392"/>
                <a:gd name="connsiteY56" fmla="*/ 85113 h 823693"/>
                <a:gd name="connsiteX57" fmla="*/ 555206 w 2912392"/>
                <a:gd name="connsiteY57" fmla="*/ 91346 h 823693"/>
                <a:gd name="connsiteX58" fmla="*/ 564946 w 2912392"/>
                <a:gd name="connsiteY58" fmla="*/ 97728 h 823693"/>
                <a:gd name="connsiteX59" fmla="*/ 574687 w 2912392"/>
                <a:gd name="connsiteY59" fmla="*/ 104248 h 823693"/>
                <a:gd name="connsiteX60" fmla="*/ 584428 w 2912392"/>
                <a:gd name="connsiteY60" fmla="*/ 110896 h 823693"/>
                <a:gd name="connsiteX61" fmla="*/ 594167 w 2912392"/>
                <a:gd name="connsiteY61" fmla="*/ 117663 h 823693"/>
                <a:gd name="connsiteX62" fmla="*/ 603908 w 2912392"/>
                <a:gd name="connsiteY62" fmla="*/ 124538 h 823693"/>
                <a:gd name="connsiteX63" fmla="*/ 613649 w 2912392"/>
                <a:gd name="connsiteY63" fmla="*/ 131510 h 823693"/>
                <a:gd name="connsiteX64" fmla="*/ 623388 w 2912392"/>
                <a:gd name="connsiteY64" fmla="*/ 138571 h 823693"/>
                <a:gd name="connsiteX65" fmla="*/ 633129 w 2912392"/>
                <a:gd name="connsiteY65" fmla="*/ 145708 h 823693"/>
                <a:gd name="connsiteX66" fmla="*/ 642870 w 2912392"/>
                <a:gd name="connsiteY66" fmla="*/ 152911 h 823693"/>
                <a:gd name="connsiteX67" fmla="*/ 652610 w 2912392"/>
                <a:gd name="connsiteY67" fmla="*/ 160172 h 823693"/>
                <a:gd name="connsiteX68" fmla="*/ 662351 w 2912392"/>
                <a:gd name="connsiteY68" fmla="*/ 167475 h 823693"/>
                <a:gd name="connsiteX69" fmla="*/ 672092 w 2912392"/>
                <a:gd name="connsiteY69" fmla="*/ 174816 h 823693"/>
                <a:gd name="connsiteX70" fmla="*/ 681831 w 2912392"/>
                <a:gd name="connsiteY70" fmla="*/ 182180 h 823693"/>
                <a:gd name="connsiteX71" fmla="*/ 691572 w 2912392"/>
                <a:gd name="connsiteY71" fmla="*/ 189560 h 823693"/>
                <a:gd name="connsiteX72" fmla="*/ 701313 w 2912392"/>
                <a:gd name="connsiteY72" fmla="*/ 196944 h 823693"/>
                <a:gd name="connsiteX73" fmla="*/ 711052 w 2912392"/>
                <a:gd name="connsiteY73" fmla="*/ 204323 h 823693"/>
                <a:gd name="connsiteX74" fmla="*/ 720793 w 2912392"/>
                <a:gd name="connsiteY74" fmla="*/ 211688 h 823693"/>
                <a:gd name="connsiteX75" fmla="*/ 730534 w 2912392"/>
                <a:gd name="connsiteY75" fmla="*/ 219028 h 823693"/>
                <a:gd name="connsiteX76" fmla="*/ 740274 w 2912392"/>
                <a:gd name="connsiteY76" fmla="*/ 226336 h 823693"/>
                <a:gd name="connsiteX77" fmla="*/ 750015 w 2912392"/>
                <a:gd name="connsiteY77" fmla="*/ 233603 h 823693"/>
                <a:gd name="connsiteX78" fmla="*/ 759756 w 2912392"/>
                <a:gd name="connsiteY78" fmla="*/ 240818 h 823693"/>
                <a:gd name="connsiteX79" fmla="*/ 769495 w 2912392"/>
                <a:gd name="connsiteY79" fmla="*/ 247976 h 823693"/>
                <a:gd name="connsiteX80" fmla="*/ 779236 w 2912392"/>
                <a:gd name="connsiteY80" fmla="*/ 255068 h 823693"/>
                <a:gd name="connsiteX81" fmla="*/ 788977 w 2912392"/>
                <a:gd name="connsiteY81" fmla="*/ 262086 h 823693"/>
                <a:gd name="connsiteX82" fmla="*/ 798717 w 2912392"/>
                <a:gd name="connsiteY82" fmla="*/ 269025 h 823693"/>
                <a:gd name="connsiteX83" fmla="*/ 808458 w 2912392"/>
                <a:gd name="connsiteY83" fmla="*/ 275877 h 823693"/>
                <a:gd name="connsiteX84" fmla="*/ 818199 w 2912392"/>
                <a:gd name="connsiteY84" fmla="*/ 282637 h 823693"/>
                <a:gd name="connsiteX85" fmla="*/ 827938 w 2912392"/>
                <a:gd name="connsiteY85" fmla="*/ 289298 h 823693"/>
                <a:gd name="connsiteX86" fmla="*/ 837679 w 2912392"/>
                <a:gd name="connsiteY86" fmla="*/ 295855 h 823693"/>
                <a:gd name="connsiteX87" fmla="*/ 847420 w 2912392"/>
                <a:gd name="connsiteY87" fmla="*/ 302305 h 823693"/>
                <a:gd name="connsiteX88" fmla="*/ 857159 w 2912392"/>
                <a:gd name="connsiteY88" fmla="*/ 308643 h 823693"/>
                <a:gd name="connsiteX89" fmla="*/ 866900 w 2912392"/>
                <a:gd name="connsiteY89" fmla="*/ 314865 h 823693"/>
                <a:gd name="connsiteX90" fmla="*/ 876641 w 2912392"/>
                <a:gd name="connsiteY90" fmla="*/ 320967 h 823693"/>
                <a:gd name="connsiteX91" fmla="*/ 886381 w 2912392"/>
                <a:gd name="connsiteY91" fmla="*/ 326948 h 823693"/>
                <a:gd name="connsiteX92" fmla="*/ 896122 w 2912392"/>
                <a:gd name="connsiteY92" fmla="*/ 332806 h 823693"/>
                <a:gd name="connsiteX93" fmla="*/ 905863 w 2912392"/>
                <a:gd name="connsiteY93" fmla="*/ 338539 h 823693"/>
                <a:gd name="connsiteX94" fmla="*/ 915602 w 2912392"/>
                <a:gd name="connsiteY94" fmla="*/ 344146 h 823693"/>
                <a:gd name="connsiteX95" fmla="*/ 925343 w 2912392"/>
                <a:gd name="connsiteY95" fmla="*/ 349625 h 823693"/>
                <a:gd name="connsiteX96" fmla="*/ 935084 w 2912392"/>
                <a:gd name="connsiteY96" fmla="*/ 354980 h 823693"/>
                <a:gd name="connsiteX97" fmla="*/ 944824 w 2912392"/>
                <a:gd name="connsiteY97" fmla="*/ 360208 h 823693"/>
                <a:gd name="connsiteX98" fmla="*/ 954564 w 2912392"/>
                <a:gd name="connsiteY98" fmla="*/ 365313 h 823693"/>
                <a:gd name="connsiteX99" fmla="*/ 964305 w 2912392"/>
                <a:gd name="connsiteY99" fmla="*/ 370295 h 823693"/>
                <a:gd name="connsiteX100" fmla="*/ 974045 w 2912392"/>
                <a:gd name="connsiteY100" fmla="*/ 375155 h 823693"/>
                <a:gd name="connsiteX101" fmla="*/ 983786 w 2912392"/>
                <a:gd name="connsiteY101" fmla="*/ 379899 h 823693"/>
                <a:gd name="connsiteX102" fmla="*/ 993522 w 2912392"/>
                <a:gd name="connsiteY102" fmla="*/ 384528 h 823693"/>
                <a:gd name="connsiteX103" fmla="*/ 1003266 w 2912392"/>
                <a:gd name="connsiteY103" fmla="*/ 389045 h 823693"/>
                <a:gd name="connsiteX104" fmla="*/ 1013010 w 2912392"/>
                <a:gd name="connsiteY104" fmla="*/ 393457 h 823693"/>
                <a:gd name="connsiteX105" fmla="*/ 1022754 w 2912392"/>
                <a:gd name="connsiteY105" fmla="*/ 397766 h 823693"/>
                <a:gd name="connsiteX106" fmla="*/ 1032483 w 2912392"/>
                <a:gd name="connsiteY106" fmla="*/ 401978 h 823693"/>
                <a:gd name="connsiteX107" fmla="*/ 1042227 w 2912392"/>
                <a:gd name="connsiteY107" fmla="*/ 406097 h 823693"/>
                <a:gd name="connsiteX108" fmla="*/ 1051971 w 2912392"/>
                <a:gd name="connsiteY108" fmla="*/ 410132 h 823693"/>
                <a:gd name="connsiteX109" fmla="*/ 1061715 w 2912392"/>
                <a:gd name="connsiteY109" fmla="*/ 414084 h 823693"/>
                <a:gd name="connsiteX110" fmla="*/ 1071444 w 2912392"/>
                <a:gd name="connsiteY110" fmla="*/ 417966 h 823693"/>
                <a:gd name="connsiteX111" fmla="*/ 1081188 w 2912392"/>
                <a:gd name="connsiteY111" fmla="*/ 421778 h 823693"/>
                <a:gd name="connsiteX112" fmla="*/ 1090932 w 2912392"/>
                <a:gd name="connsiteY112" fmla="*/ 425531 h 823693"/>
                <a:gd name="connsiteX113" fmla="*/ 1100676 w 2912392"/>
                <a:gd name="connsiteY113" fmla="*/ 429232 h 823693"/>
                <a:gd name="connsiteX114" fmla="*/ 1110405 w 2912392"/>
                <a:gd name="connsiteY114" fmla="*/ 432888 h 823693"/>
                <a:gd name="connsiteX115" fmla="*/ 1120149 w 2912392"/>
                <a:gd name="connsiteY115" fmla="*/ 436504 h 823693"/>
                <a:gd name="connsiteX116" fmla="*/ 1129893 w 2912392"/>
                <a:gd name="connsiteY116" fmla="*/ 440092 h 823693"/>
                <a:gd name="connsiteX117" fmla="*/ 1139637 w 2912392"/>
                <a:gd name="connsiteY117" fmla="*/ 443657 h 823693"/>
                <a:gd name="connsiteX118" fmla="*/ 1149381 w 2912392"/>
                <a:gd name="connsiteY118" fmla="*/ 447206 h 823693"/>
                <a:gd name="connsiteX119" fmla="*/ 1159110 w 2912392"/>
                <a:gd name="connsiteY119" fmla="*/ 450751 h 823693"/>
                <a:gd name="connsiteX120" fmla="*/ 1168854 w 2912392"/>
                <a:gd name="connsiteY120" fmla="*/ 454295 h 823693"/>
                <a:gd name="connsiteX121" fmla="*/ 1178598 w 2912392"/>
                <a:gd name="connsiteY121" fmla="*/ 457849 h 823693"/>
                <a:gd name="connsiteX122" fmla="*/ 1188341 w 2912392"/>
                <a:gd name="connsiteY122" fmla="*/ 461418 h 823693"/>
                <a:gd name="connsiteX123" fmla="*/ 1198070 w 2912392"/>
                <a:gd name="connsiteY123" fmla="*/ 465014 h 823693"/>
                <a:gd name="connsiteX124" fmla="*/ 1207814 w 2912392"/>
                <a:gd name="connsiteY124" fmla="*/ 468639 h 823693"/>
                <a:gd name="connsiteX125" fmla="*/ 1217558 w 2912392"/>
                <a:gd name="connsiteY125" fmla="*/ 472305 h 823693"/>
                <a:gd name="connsiteX126" fmla="*/ 1227302 w 2912392"/>
                <a:gd name="connsiteY126" fmla="*/ 476016 h 823693"/>
                <a:gd name="connsiteX127" fmla="*/ 1237031 w 2912392"/>
                <a:gd name="connsiteY127" fmla="*/ 479781 h 823693"/>
                <a:gd name="connsiteX128" fmla="*/ 1246775 w 2912392"/>
                <a:gd name="connsiteY128" fmla="*/ 483606 h 823693"/>
                <a:gd name="connsiteX129" fmla="*/ 1256519 w 2912392"/>
                <a:gd name="connsiteY129" fmla="*/ 487496 h 823693"/>
                <a:gd name="connsiteX130" fmla="*/ 1266263 w 2912392"/>
                <a:gd name="connsiteY130" fmla="*/ 491459 h 823693"/>
                <a:gd name="connsiteX131" fmla="*/ 1276007 w 2912392"/>
                <a:gd name="connsiteY131" fmla="*/ 495500 h 823693"/>
                <a:gd name="connsiteX132" fmla="*/ 1285736 w 2912392"/>
                <a:gd name="connsiteY132" fmla="*/ 499622 h 823693"/>
                <a:gd name="connsiteX133" fmla="*/ 1295480 w 2912392"/>
                <a:gd name="connsiteY133" fmla="*/ 503833 h 823693"/>
                <a:gd name="connsiteX134" fmla="*/ 1305224 w 2912392"/>
                <a:gd name="connsiteY134" fmla="*/ 508136 h 823693"/>
                <a:gd name="connsiteX135" fmla="*/ 1314968 w 2912392"/>
                <a:gd name="connsiteY135" fmla="*/ 512534 h 823693"/>
                <a:gd name="connsiteX136" fmla="*/ 1324697 w 2912392"/>
                <a:gd name="connsiteY136" fmla="*/ 517032 h 823693"/>
                <a:gd name="connsiteX137" fmla="*/ 1334441 w 2912392"/>
                <a:gd name="connsiteY137" fmla="*/ 521633 h 823693"/>
                <a:gd name="connsiteX138" fmla="*/ 1344185 w 2912392"/>
                <a:gd name="connsiteY138" fmla="*/ 526336 h 823693"/>
                <a:gd name="connsiteX139" fmla="*/ 1353929 w 2912392"/>
                <a:gd name="connsiteY139" fmla="*/ 531149 h 823693"/>
                <a:gd name="connsiteX140" fmla="*/ 1363658 w 2912392"/>
                <a:gd name="connsiteY140" fmla="*/ 536068 h 823693"/>
                <a:gd name="connsiteX141" fmla="*/ 1373402 w 2912392"/>
                <a:gd name="connsiteY141" fmla="*/ 541095 h 823693"/>
                <a:gd name="connsiteX142" fmla="*/ 1383146 w 2912392"/>
                <a:gd name="connsiteY142" fmla="*/ 546232 h 823693"/>
                <a:gd name="connsiteX143" fmla="*/ 1392890 w 2912392"/>
                <a:gd name="connsiteY143" fmla="*/ 551478 h 823693"/>
                <a:gd name="connsiteX144" fmla="*/ 1402619 w 2912392"/>
                <a:gd name="connsiteY144" fmla="*/ 556832 h 823693"/>
                <a:gd name="connsiteX145" fmla="*/ 1412363 w 2912392"/>
                <a:gd name="connsiteY145" fmla="*/ 562292 h 823693"/>
                <a:gd name="connsiteX146" fmla="*/ 1422106 w 2912392"/>
                <a:gd name="connsiteY146" fmla="*/ 567855 h 823693"/>
                <a:gd name="connsiteX147" fmla="*/ 1431850 w 2912392"/>
                <a:gd name="connsiteY147" fmla="*/ 573521 h 823693"/>
                <a:gd name="connsiteX148" fmla="*/ 1441594 w 2912392"/>
                <a:gd name="connsiteY148" fmla="*/ 579286 h 823693"/>
                <a:gd name="connsiteX149" fmla="*/ 1451323 w 2912392"/>
                <a:gd name="connsiteY149" fmla="*/ 585146 h 823693"/>
                <a:gd name="connsiteX150" fmla="*/ 1461067 w 2912392"/>
                <a:gd name="connsiteY150" fmla="*/ 591096 h 823693"/>
                <a:gd name="connsiteX151" fmla="*/ 1470811 w 2912392"/>
                <a:gd name="connsiteY151" fmla="*/ 597133 h 823693"/>
                <a:gd name="connsiteX152" fmla="*/ 1480555 w 2912392"/>
                <a:gd name="connsiteY152" fmla="*/ 603249 h 823693"/>
                <a:gd name="connsiteX153" fmla="*/ 1490284 w 2912392"/>
                <a:gd name="connsiteY153" fmla="*/ 609441 h 823693"/>
                <a:gd name="connsiteX154" fmla="*/ 1500028 w 2912392"/>
                <a:gd name="connsiteY154" fmla="*/ 615703 h 823693"/>
                <a:gd name="connsiteX155" fmla="*/ 1509772 w 2912392"/>
                <a:gd name="connsiteY155" fmla="*/ 622025 h 823693"/>
                <a:gd name="connsiteX156" fmla="*/ 1519516 w 2912392"/>
                <a:gd name="connsiteY156" fmla="*/ 628403 h 823693"/>
                <a:gd name="connsiteX157" fmla="*/ 1529245 w 2912392"/>
                <a:gd name="connsiteY157" fmla="*/ 634828 h 823693"/>
                <a:gd name="connsiteX158" fmla="*/ 1538989 w 2912392"/>
                <a:gd name="connsiteY158" fmla="*/ 641292 h 823693"/>
                <a:gd name="connsiteX159" fmla="*/ 1548733 w 2912392"/>
                <a:gd name="connsiteY159" fmla="*/ 647787 h 823693"/>
                <a:gd name="connsiteX160" fmla="*/ 1558477 w 2912392"/>
                <a:gd name="connsiteY160" fmla="*/ 654304 h 823693"/>
                <a:gd name="connsiteX161" fmla="*/ 1568221 w 2912392"/>
                <a:gd name="connsiteY161" fmla="*/ 660834 h 823693"/>
                <a:gd name="connsiteX162" fmla="*/ 1577950 w 2912392"/>
                <a:gd name="connsiteY162" fmla="*/ 667367 h 823693"/>
                <a:gd name="connsiteX163" fmla="*/ 1587694 w 2912392"/>
                <a:gd name="connsiteY163" fmla="*/ 673896 h 823693"/>
                <a:gd name="connsiteX164" fmla="*/ 1597438 w 2912392"/>
                <a:gd name="connsiteY164" fmla="*/ 680408 h 823693"/>
                <a:gd name="connsiteX165" fmla="*/ 1607182 w 2912392"/>
                <a:gd name="connsiteY165" fmla="*/ 686894 h 823693"/>
                <a:gd name="connsiteX166" fmla="*/ 1616911 w 2912392"/>
                <a:gd name="connsiteY166" fmla="*/ 693345 h 823693"/>
                <a:gd name="connsiteX167" fmla="*/ 1626655 w 2912392"/>
                <a:gd name="connsiteY167" fmla="*/ 699750 h 823693"/>
                <a:gd name="connsiteX168" fmla="*/ 1636399 w 2912392"/>
                <a:gd name="connsiteY168" fmla="*/ 706097 h 823693"/>
                <a:gd name="connsiteX169" fmla="*/ 1646142 w 2912392"/>
                <a:gd name="connsiteY169" fmla="*/ 712378 h 823693"/>
                <a:gd name="connsiteX170" fmla="*/ 1655872 w 2912392"/>
                <a:gd name="connsiteY170" fmla="*/ 718581 h 823693"/>
                <a:gd name="connsiteX171" fmla="*/ 1665616 w 2912392"/>
                <a:gd name="connsiteY171" fmla="*/ 724697 h 823693"/>
                <a:gd name="connsiteX172" fmla="*/ 1675359 w 2912392"/>
                <a:gd name="connsiteY172" fmla="*/ 730713 h 823693"/>
                <a:gd name="connsiteX173" fmla="*/ 1685103 w 2912392"/>
                <a:gd name="connsiteY173" fmla="*/ 736621 h 823693"/>
                <a:gd name="connsiteX174" fmla="*/ 1694832 w 2912392"/>
                <a:gd name="connsiteY174" fmla="*/ 742407 h 823693"/>
                <a:gd name="connsiteX175" fmla="*/ 1704576 w 2912392"/>
                <a:gd name="connsiteY175" fmla="*/ 748066 h 823693"/>
                <a:gd name="connsiteX176" fmla="*/ 1714320 w 2912392"/>
                <a:gd name="connsiteY176" fmla="*/ 753585 h 823693"/>
                <a:gd name="connsiteX177" fmla="*/ 1724064 w 2912392"/>
                <a:gd name="connsiteY177" fmla="*/ 758953 h 823693"/>
                <a:gd name="connsiteX178" fmla="*/ 1733808 w 2912392"/>
                <a:gd name="connsiteY178" fmla="*/ 764163 h 823693"/>
                <a:gd name="connsiteX179" fmla="*/ 1743537 w 2912392"/>
                <a:gd name="connsiteY179" fmla="*/ 769205 h 823693"/>
                <a:gd name="connsiteX180" fmla="*/ 1753281 w 2912392"/>
                <a:gd name="connsiteY180" fmla="*/ 774068 h 823693"/>
                <a:gd name="connsiteX181" fmla="*/ 1763025 w 2912392"/>
                <a:gd name="connsiteY181" fmla="*/ 778746 h 823693"/>
                <a:gd name="connsiteX182" fmla="*/ 1772769 w 2912392"/>
                <a:gd name="connsiteY182" fmla="*/ 783229 h 823693"/>
                <a:gd name="connsiteX183" fmla="*/ 1782498 w 2912392"/>
                <a:gd name="connsiteY183" fmla="*/ 787508 h 823693"/>
                <a:gd name="connsiteX184" fmla="*/ 1792242 w 2912392"/>
                <a:gd name="connsiteY184" fmla="*/ 791578 h 823693"/>
                <a:gd name="connsiteX185" fmla="*/ 1801986 w 2912392"/>
                <a:gd name="connsiteY185" fmla="*/ 795430 h 823693"/>
                <a:gd name="connsiteX186" fmla="*/ 1811730 w 2912392"/>
                <a:gd name="connsiteY186" fmla="*/ 799058 h 823693"/>
                <a:gd name="connsiteX187" fmla="*/ 1821459 w 2912392"/>
                <a:gd name="connsiteY187" fmla="*/ 802455 h 823693"/>
                <a:gd name="connsiteX188" fmla="*/ 1831203 w 2912392"/>
                <a:gd name="connsiteY188" fmla="*/ 805615 h 823693"/>
                <a:gd name="connsiteX189" fmla="*/ 1840947 w 2912392"/>
                <a:gd name="connsiteY189" fmla="*/ 808533 h 823693"/>
                <a:gd name="connsiteX190" fmla="*/ 1850691 w 2912392"/>
                <a:gd name="connsiteY190" fmla="*/ 811205 h 823693"/>
                <a:gd name="connsiteX191" fmla="*/ 1860435 w 2912392"/>
                <a:gd name="connsiteY191" fmla="*/ 813626 h 823693"/>
                <a:gd name="connsiteX192" fmla="*/ 1870164 w 2912392"/>
                <a:gd name="connsiteY192" fmla="*/ 815792 h 823693"/>
                <a:gd name="connsiteX193" fmla="*/ 1879908 w 2912392"/>
                <a:gd name="connsiteY193" fmla="*/ 817701 h 823693"/>
                <a:gd name="connsiteX194" fmla="*/ 1889652 w 2912392"/>
                <a:gd name="connsiteY194" fmla="*/ 819349 h 823693"/>
                <a:gd name="connsiteX195" fmla="*/ 1899395 w 2912392"/>
                <a:gd name="connsiteY195" fmla="*/ 820734 h 823693"/>
                <a:gd name="connsiteX196" fmla="*/ 1909124 w 2912392"/>
                <a:gd name="connsiteY196" fmla="*/ 821856 h 823693"/>
                <a:gd name="connsiteX197" fmla="*/ 1918868 w 2912392"/>
                <a:gd name="connsiteY197" fmla="*/ 822713 h 823693"/>
                <a:gd name="connsiteX198" fmla="*/ 1928612 w 2912392"/>
                <a:gd name="connsiteY198" fmla="*/ 823304 h 823693"/>
                <a:gd name="connsiteX199" fmla="*/ 1938356 w 2912392"/>
                <a:gd name="connsiteY199" fmla="*/ 823631 h 823693"/>
                <a:gd name="connsiteX200" fmla="*/ 1948085 w 2912392"/>
                <a:gd name="connsiteY200" fmla="*/ 823693 h 823693"/>
                <a:gd name="connsiteX201" fmla="*/ 1957829 w 2912392"/>
                <a:gd name="connsiteY201" fmla="*/ 823495 h 823693"/>
                <a:gd name="connsiteX202" fmla="*/ 1967573 w 2912392"/>
                <a:gd name="connsiteY202" fmla="*/ 823036 h 823693"/>
                <a:gd name="connsiteX203" fmla="*/ 1977317 w 2912392"/>
                <a:gd name="connsiteY203" fmla="*/ 822319 h 823693"/>
                <a:gd name="connsiteX204" fmla="*/ 1987046 w 2912392"/>
                <a:gd name="connsiteY204" fmla="*/ 821348 h 823693"/>
                <a:gd name="connsiteX205" fmla="*/ 1996790 w 2912392"/>
                <a:gd name="connsiteY205" fmla="*/ 820126 h 823693"/>
                <a:gd name="connsiteX206" fmla="*/ 2006534 w 2912392"/>
                <a:gd name="connsiteY206" fmla="*/ 818660 h 823693"/>
                <a:gd name="connsiteX207" fmla="*/ 2016278 w 2912392"/>
                <a:gd name="connsiteY207" fmla="*/ 816951 h 823693"/>
                <a:gd name="connsiteX208" fmla="*/ 2026022 w 2912392"/>
                <a:gd name="connsiteY208" fmla="*/ 815009 h 823693"/>
                <a:gd name="connsiteX209" fmla="*/ 2035751 w 2912392"/>
                <a:gd name="connsiteY209" fmla="*/ 812836 h 823693"/>
                <a:gd name="connsiteX210" fmla="*/ 2045495 w 2912392"/>
                <a:gd name="connsiteY210" fmla="*/ 810441 h 823693"/>
                <a:gd name="connsiteX211" fmla="*/ 2055239 w 2912392"/>
                <a:gd name="connsiteY211" fmla="*/ 807829 h 823693"/>
                <a:gd name="connsiteX212" fmla="*/ 2064983 w 2912392"/>
                <a:gd name="connsiteY212" fmla="*/ 805008 h 823693"/>
                <a:gd name="connsiteX213" fmla="*/ 2074712 w 2912392"/>
                <a:gd name="connsiteY213" fmla="*/ 801987 h 823693"/>
                <a:gd name="connsiteX214" fmla="*/ 2084456 w 2912392"/>
                <a:gd name="connsiteY214" fmla="*/ 798775 h 823693"/>
                <a:gd name="connsiteX215" fmla="*/ 2094200 w 2912392"/>
                <a:gd name="connsiteY215" fmla="*/ 795378 h 823693"/>
                <a:gd name="connsiteX216" fmla="*/ 2103944 w 2912392"/>
                <a:gd name="connsiteY216" fmla="*/ 791806 h 823693"/>
                <a:gd name="connsiteX217" fmla="*/ 2113673 w 2912392"/>
                <a:gd name="connsiteY217" fmla="*/ 788071 h 823693"/>
                <a:gd name="connsiteX218" fmla="*/ 2123417 w 2912392"/>
                <a:gd name="connsiteY218" fmla="*/ 784180 h 823693"/>
                <a:gd name="connsiteX219" fmla="*/ 2133161 w 2912392"/>
                <a:gd name="connsiteY219" fmla="*/ 780143 h 823693"/>
                <a:gd name="connsiteX220" fmla="*/ 2142905 w 2912392"/>
                <a:gd name="connsiteY220" fmla="*/ 775972 h 823693"/>
                <a:gd name="connsiteX221" fmla="*/ 2152649 w 2912392"/>
                <a:gd name="connsiteY221" fmla="*/ 771676 h 823693"/>
                <a:gd name="connsiteX222" fmla="*/ 2162377 w 2912392"/>
                <a:gd name="connsiteY222" fmla="*/ 767268 h 823693"/>
                <a:gd name="connsiteX223" fmla="*/ 2172121 w 2912392"/>
                <a:gd name="connsiteY223" fmla="*/ 762756 h 823693"/>
                <a:gd name="connsiteX224" fmla="*/ 2181865 w 2912392"/>
                <a:gd name="connsiteY224" fmla="*/ 758153 h 823693"/>
                <a:gd name="connsiteX225" fmla="*/ 2191609 w 2912392"/>
                <a:gd name="connsiteY225" fmla="*/ 753470 h 823693"/>
                <a:gd name="connsiteX226" fmla="*/ 2201338 w 2912392"/>
                <a:gd name="connsiteY226" fmla="*/ 748718 h 823693"/>
                <a:gd name="connsiteX227" fmla="*/ 2211082 w 2912392"/>
                <a:gd name="connsiteY227" fmla="*/ 743909 h 823693"/>
                <a:gd name="connsiteX228" fmla="*/ 2220826 w 2912392"/>
                <a:gd name="connsiteY228" fmla="*/ 739055 h 823693"/>
                <a:gd name="connsiteX229" fmla="*/ 2230570 w 2912392"/>
                <a:gd name="connsiteY229" fmla="*/ 734165 h 823693"/>
                <a:gd name="connsiteX230" fmla="*/ 2240299 w 2912392"/>
                <a:gd name="connsiteY230" fmla="*/ 729253 h 823693"/>
                <a:gd name="connsiteX231" fmla="*/ 2250043 w 2912392"/>
                <a:gd name="connsiteY231" fmla="*/ 724327 h 823693"/>
                <a:gd name="connsiteX232" fmla="*/ 2259787 w 2912392"/>
                <a:gd name="connsiteY232" fmla="*/ 719403 h 823693"/>
                <a:gd name="connsiteX233" fmla="*/ 2269531 w 2912392"/>
                <a:gd name="connsiteY233" fmla="*/ 714488 h 823693"/>
                <a:gd name="connsiteX234" fmla="*/ 2279260 w 2912392"/>
                <a:gd name="connsiteY234" fmla="*/ 709597 h 823693"/>
                <a:gd name="connsiteX235" fmla="*/ 2289004 w 2912392"/>
                <a:gd name="connsiteY235" fmla="*/ 704735 h 823693"/>
                <a:gd name="connsiteX236" fmla="*/ 2298748 w 2912392"/>
                <a:gd name="connsiteY236" fmla="*/ 699918 h 823693"/>
                <a:gd name="connsiteX237" fmla="*/ 2308492 w 2912392"/>
                <a:gd name="connsiteY237" fmla="*/ 695154 h 823693"/>
                <a:gd name="connsiteX238" fmla="*/ 2318236 w 2912392"/>
                <a:gd name="connsiteY238" fmla="*/ 690453 h 823693"/>
                <a:gd name="connsiteX239" fmla="*/ 2327965 w 2912392"/>
                <a:gd name="connsiteY239" fmla="*/ 685825 h 823693"/>
                <a:gd name="connsiteX240" fmla="*/ 2337709 w 2912392"/>
                <a:gd name="connsiteY240" fmla="*/ 681281 h 823693"/>
                <a:gd name="connsiteX241" fmla="*/ 2347453 w 2912392"/>
                <a:gd name="connsiteY241" fmla="*/ 676828 h 823693"/>
                <a:gd name="connsiteX242" fmla="*/ 2357197 w 2912392"/>
                <a:gd name="connsiteY242" fmla="*/ 672476 h 823693"/>
                <a:gd name="connsiteX243" fmla="*/ 2366926 w 2912392"/>
                <a:gd name="connsiteY243" fmla="*/ 668233 h 823693"/>
                <a:gd name="connsiteX244" fmla="*/ 2376670 w 2912392"/>
                <a:gd name="connsiteY244" fmla="*/ 664107 h 823693"/>
                <a:gd name="connsiteX245" fmla="*/ 2386413 w 2912392"/>
                <a:gd name="connsiteY245" fmla="*/ 660105 h 823693"/>
                <a:gd name="connsiteX246" fmla="*/ 2396157 w 2912392"/>
                <a:gd name="connsiteY246" fmla="*/ 656238 h 823693"/>
                <a:gd name="connsiteX247" fmla="*/ 2405886 w 2912392"/>
                <a:gd name="connsiteY247" fmla="*/ 652507 h 823693"/>
                <a:gd name="connsiteX248" fmla="*/ 2415630 w 2912392"/>
                <a:gd name="connsiteY248" fmla="*/ 648922 h 823693"/>
                <a:gd name="connsiteX249" fmla="*/ 2425374 w 2912392"/>
                <a:gd name="connsiteY249" fmla="*/ 645489 h 823693"/>
                <a:gd name="connsiteX250" fmla="*/ 2435118 w 2912392"/>
                <a:gd name="connsiteY250" fmla="*/ 642213 h 823693"/>
                <a:gd name="connsiteX251" fmla="*/ 2444862 w 2912392"/>
                <a:gd name="connsiteY251" fmla="*/ 639098 h 823693"/>
                <a:gd name="connsiteX252" fmla="*/ 2454591 w 2912392"/>
                <a:gd name="connsiteY252" fmla="*/ 636149 h 823693"/>
                <a:gd name="connsiteX253" fmla="*/ 2464335 w 2912392"/>
                <a:gd name="connsiteY253" fmla="*/ 633371 h 823693"/>
                <a:gd name="connsiteX254" fmla="*/ 2474079 w 2912392"/>
                <a:gd name="connsiteY254" fmla="*/ 630765 h 823693"/>
                <a:gd name="connsiteX255" fmla="*/ 2483823 w 2912392"/>
                <a:gd name="connsiteY255" fmla="*/ 628338 h 823693"/>
                <a:gd name="connsiteX256" fmla="*/ 2493552 w 2912392"/>
                <a:gd name="connsiteY256" fmla="*/ 626088 h 823693"/>
                <a:gd name="connsiteX257" fmla="*/ 2503296 w 2912392"/>
                <a:gd name="connsiteY257" fmla="*/ 624020 h 823693"/>
                <a:gd name="connsiteX258" fmla="*/ 2513040 w 2912392"/>
                <a:gd name="connsiteY258" fmla="*/ 622134 h 823693"/>
                <a:gd name="connsiteX259" fmla="*/ 2522784 w 2912392"/>
                <a:gd name="connsiteY259" fmla="*/ 620434 h 823693"/>
                <a:gd name="connsiteX260" fmla="*/ 2532513 w 2912392"/>
                <a:gd name="connsiteY260" fmla="*/ 618917 h 823693"/>
                <a:gd name="connsiteX261" fmla="*/ 2542257 w 2912392"/>
                <a:gd name="connsiteY261" fmla="*/ 617585 h 823693"/>
                <a:gd name="connsiteX262" fmla="*/ 2552001 w 2912392"/>
                <a:gd name="connsiteY262" fmla="*/ 616438 h 823693"/>
                <a:gd name="connsiteX263" fmla="*/ 2561745 w 2912392"/>
                <a:gd name="connsiteY263" fmla="*/ 615474 h 823693"/>
                <a:gd name="connsiteX264" fmla="*/ 2571474 w 2912392"/>
                <a:gd name="connsiteY264" fmla="*/ 614693 h 823693"/>
                <a:gd name="connsiteX265" fmla="*/ 2581218 w 2912392"/>
                <a:gd name="connsiteY265" fmla="*/ 614094 h 823693"/>
                <a:gd name="connsiteX266" fmla="*/ 2590962 w 2912392"/>
                <a:gd name="connsiteY266" fmla="*/ 613674 h 823693"/>
                <a:gd name="connsiteX267" fmla="*/ 2600705 w 2912392"/>
                <a:gd name="connsiteY267" fmla="*/ 613433 h 823693"/>
                <a:gd name="connsiteX268" fmla="*/ 2610449 w 2912392"/>
                <a:gd name="connsiteY268" fmla="*/ 613364 h 823693"/>
                <a:gd name="connsiteX269" fmla="*/ 2620178 w 2912392"/>
                <a:gd name="connsiteY269" fmla="*/ 613469 h 823693"/>
                <a:gd name="connsiteX270" fmla="*/ 2629922 w 2912392"/>
                <a:gd name="connsiteY270" fmla="*/ 613741 h 823693"/>
                <a:gd name="connsiteX271" fmla="*/ 2639666 w 2912392"/>
                <a:gd name="connsiteY271" fmla="*/ 614178 h 823693"/>
                <a:gd name="connsiteX272" fmla="*/ 2649410 w 2912392"/>
                <a:gd name="connsiteY272" fmla="*/ 614777 h 823693"/>
                <a:gd name="connsiteX273" fmla="*/ 2659139 w 2912392"/>
                <a:gd name="connsiteY273" fmla="*/ 615532 h 823693"/>
                <a:gd name="connsiteX274" fmla="*/ 2668883 w 2912392"/>
                <a:gd name="connsiteY274" fmla="*/ 616441 h 823693"/>
                <a:gd name="connsiteX275" fmla="*/ 2678627 w 2912392"/>
                <a:gd name="connsiteY275" fmla="*/ 617499 h 823693"/>
                <a:gd name="connsiteX276" fmla="*/ 2688371 w 2912392"/>
                <a:gd name="connsiteY276" fmla="*/ 618700 h 823693"/>
                <a:gd name="connsiteX277" fmla="*/ 2698100 w 2912392"/>
                <a:gd name="connsiteY277" fmla="*/ 620041 h 823693"/>
                <a:gd name="connsiteX278" fmla="*/ 2707844 w 2912392"/>
                <a:gd name="connsiteY278" fmla="*/ 621514 h 823693"/>
                <a:gd name="connsiteX279" fmla="*/ 2717588 w 2912392"/>
                <a:gd name="connsiteY279" fmla="*/ 623119 h 823693"/>
                <a:gd name="connsiteX280" fmla="*/ 2727332 w 2912392"/>
                <a:gd name="connsiteY280" fmla="*/ 624845 h 823693"/>
                <a:gd name="connsiteX281" fmla="*/ 2737076 w 2912392"/>
                <a:gd name="connsiteY281" fmla="*/ 626693 h 823693"/>
                <a:gd name="connsiteX282" fmla="*/ 2746805 w 2912392"/>
                <a:gd name="connsiteY282" fmla="*/ 628654 h 823693"/>
                <a:gd name="connsiteX283" fmla="*/ 2756549 w 2912392"/>
                <a:gd name="connsiteY283" fmla="*/ 630722 h 823693"/>
                <a:gd name="connsiteX284" fmla="*/ 2766293 w 2912392"/>
                <a:gd name="connsiteY284" fmla="*/ 632892 h 823693"/>
                <a:gd name="connsiteX285" fmla="*/ 2776037 w 2912392"/>
                <a:gd name="connsiteY285" fmla="*/ 635163 h 823693"/>
                <a:gd name="connsiteX286" fmla="*/ 2785766 w 2912392"/>
                <a:gd name="connsiteY286" fmla="*/ 637524 h 823693"/>
                <a:gd name="connsiteX287" fmla="*/ 2795510 w 2912392"/>
                <a:gd name="connsiteY287" fmla="*/ 639974 h 823693"/>
                <a:gd name="connsiteX288" fmla="*/ 2805254 w 2912392"/>
                <a:gd name="connsiteY288" fmla="*/ 642505 h 823693"/>
                <a:gd name="connsiteX289" fmla="*/ 2814998 w 2912392"/>
                <a:gd name="connsiteY289" fmla="*/ 645113 h 823693"/>
                <a:gd name="connsiteX290" fmla="*/ 2824727 w 2912392"/>
                <a:gd name="connsiteY290" fmla="*/ 647793 h 823693"/>
                <a:gd name="connsiteX291" fmla="*/ 2834471 w 2912392"/>
                <a:gd name="connsiteY291" fmla="*/ 650540 h 823693"/>
                <a:gd name="connsiteX292" fmla="*/ 2844215 w 2912392"/>
                <a:gd name="connsiteY292" fmla="*/ 653350 h 823693"/>
                <a:gd name="connsiteX293" fmla="*/ 2853958 w 2912392"/>
                <a:gd name="connsiteY293" fmla="*/ 656217 h 823693"/>
                <a:gd name="connsiteX294" fmla="*/ 2863687 w 2912392"/>
                <a:gd name="connsiteY294" fmla="*/ 659137 h 823693"/>
                <a:gd name="connsiteX295" fmla="*/ 2873431 w 2912392"/>
                <a:gd name="connsiteY295" fmla="*/ 662105 h 823693"/>
                <a:gd name="connsiteX296" fmla="*/ 2883175 w 2912392"/>
                <a:gd name="connsiteY296" fmla="*/ 665116 h 823693"/>
                <a:gd name="connsiteX297" fmla="*/ 2892919 w 2912392"/>
                <a:gd name="connsiteY297" fmla="*/ 668169 h 823693"/>
                <a:gd name="connsiteX298" fmla="*/ 2902663 w 2912392"/>
                <a:gd name="connsiteY298" fmla="*/ 671256 h 823693"/>
                <a:gd name="connsiteX299" fmla="*/ 2912392 w 2912392"/>
                <a:gd name="connsiteY299" fmla="*/ 674374 h 823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23693">
                  <a:moveTo>
                    <a:pt x="0" y="104722"/>
                  </a:moveTo>
                  <a:lnTo>
                    <a:pt x="9739" y="98969"/>
                  </a:lnTo>
                  <a:lnTo>
                    <a:pt x="19480" y="93296"/>
                  </a:lnTo>
                  <a:lnTo>
                    <a:pt x="29221" y="87710"/>
                  </a:lnTo>
                  <a:lnTo>
                    <a:pt x="38961" y="82219"/>
                  </a:lnTo>
                  <a:lnTo>
                    <a:pt x="48702" y="76833"/>
                  </a:lnTo>
                  <a:lnTo>
                    <a:pt x="58443" y="71560"/>
                  </a:lnTo>
                  <a:lnTo>
                    <a:pt x="68182" y="66408"/>
                  </a:lnTo>
                  <a:lnTo>
                    <a:pt x="77923" y="61388"/>
                  </a:lnTo>
                  <a:lnTo>
                    <a:pt x="87664" y="56507"/>
                  </a:lnTo>
                  <a:lnTo>
                    <a:pt x="97404" y="51775"/>
                  </a:lnTo>
                  <a:lnTo>
                    <a:pt x="107145" y="47200"/>
                  </a:lnTo>
                  <a:lnTo>
                    <a:pt x="116886" y="42790"/>
                  </a:lnTo>
                  <a:lnTo>
                    <a:pt x="126625" y="38553"/>
                  </a:lnTo>
                  <a:lnTo>
                    <a:pt x="136366" y="34497"/>
                  </a:lnTo>
                  <a:lnTo>
                    <a:pt x="146107" y="30632"/>
                  </a:lnTo>
                  <a:lnTo>
                    <a:pt x="155846" y="26964"/>
                  </a:lnTo>
                  <a:lnTo>
                    <a:pt x="165587" y="23502"/>
                  </a:lnTo>
                  <a:lnTo>
                    <a:pt x="175328" y="20251"/>
                  </a:lnTo>
                  <a:lnTo>
                    <a:pt x="185068" y="17220"/>
                  </a:lnTo>
                  <a:lnTo>
                    <a:pt x="194809" y="14415"/>
                  </a:lnTo>
                  <a:lnTo>
                    <a:pt x="204550" y="11842"/>
                  </a:lnTo>
                  <a:lnTo>
                    <a:pt x="214289" y="9507"/>
                  </a:lnTo>
                  <a:lnTo>
                    <a:pt x="224030" y="7417"/>
                  </a:lnTo>
                  <a:lnTo>
                    <a:pt x="233771" y="5574"/>
                  </a:lnTo>
                  <a:lnTo>
                    <a:pt x="243510" y="3987"/>
                  </a:lnTo>
                  <a:lnTo>
                    <a:pt x="253251" y="2658"/>
                  </a:lnTo>
                  <a:lnTo>
                    <a:pt x="262992" y="1591"/>
                  </a:lnTo>
                  <a:lnTo>
                    <a:pt x="272732" y="791"/>
                  </a:lnTo>
                  <a:lnTo>
                    <a:pt x="282473" y="259"/>
                  </a:lnTo>
                  <a:lnTo>
                    <a:pt x="292214" y="0"/>
                  </a:lnTo>
                  <a:lnTo>
                    <a:pt x="301953" y="15"/>
                  </a:lnTo>
                  <a:lnTo>
                    <a:pt x="311694" y="304"/>
                  </a:lnTo>
                  <a:lnTo>
                    <a:pt x="321435" y="870"/>
                  </a:lnTo>
                  <a:lnTo>
                    <a:pt x="331175" y="1712"/>
                  </a:lnTo>
                  <a:lnTo>
                    <a:pt x="340916" y="2832"/>
                  </a:lnTo>
                  <a:lnTo>
                    <a:pt x="350656" y="4228"/>
                  </a:lnTo>
                  <a:lnTo>
                    <a:pt x="360396" y="5901"/>
                  </a:lnTo>
                  <a:lnTo>
                    <a:pt x="370137" y="7847"/>
                  </a:lnTo>
                  <a:lnTo>
                    <a:pt x="379878" y="10066"/>
                  </a:lnTo>
                  <a:lnTo>
                    <a:pt x="389617" y="12554"/>
                  </a:lnTo>
                  <a:lnTo>
                    <a:pt x="399358" y="15309"/>
                  </a:lnTo>
                  <a:lnTo>
                    <a:pt x="409099" y="18327"/>
                  </a:lnTo>
                  <a:lnTo>
                    <a:pt x="418839" y="21604"/>
                  </a:lnTo>
                  <a:lnTo>
                    <a:pt x="428580" y="25136"/>
                  </a:lnTo>
                  <a:lnTo>
                    <a:pt x="438321" y="28916"/>
                  </a:lnTo>
                  <a:lnTo>
                    <a:pt x="448060" y="32942"/>
                  </a:lnTo>
                  <a:lnTo>
                    <a:pt x="457801" y="37204"/>
                  </a:lnTo>
                  <a:lnTo>
                    <a:pt x="467542" y="41699"/>
                  </a:lnTo>
                  <a:lnTo>
                    <a:pt x="477281" y="46419"/>
                  </a:lnTo>
                  <a:lnTo>
                    <a:pt x="487022" y="51358"/>
                  </a:lnTo>
                  <a:lnTo>
                    <a:pt x="496763" y="56506"/>
                  </a:lnTo>
                  <a:lnTo>
                    <a:pt x="506503" y="61856"/>
                  </a:lnTo>
                  <a:lnTo>
                    <a:pt x="516244" y="67401"/>
                  </a:lnTo>
                  <a:lnTo>
                    <a:pt x="525985" y="73132"/>
                  </a:lnTo>
                  <a:lnTo>
                    <a:pt x="535724" y="79039"/>
                  </a:lnTo>
                  <a:lnTo>
                    <a:pt x="545465" y="85113"/>
                  </a:lnTo>
                  <a:lnTo>
                    <a:pt x="555206" y="91346"/>
                  </a:lnTo>
                  <a:lnTo>
                    <a:pt x="564946" y="97728"/>
                  </a:lnTo>
                  <a:lnTo>
                    <a:pt x="574687" y="104248"/>
                  </a:lnTo>
                  <a:lnTo>
                    <a:pt x="584428" y="110896"/>
                  </a:lnTo>
                  <a:lnTo>
                    <a:pt x="594167" y="117663"/>
                  </a:lnTo>
                  <a:lnTo>
                    <a:pt x="603908" y="124538"/>
                  </a:lnTo>
                  <a:lnTo>
                    <a:pt x="613649" y="131510"/>
                  </a:lnTo>
                  <a:lnTo>
                    <a:pt x="623388" y="138571"/>
                  </a:lnTo>
                  <a:lnTo>
                    <a:pt x="633129" y="145708"/>
                  </a:lnTo>
                  <a:lnTo>
                    <a:pt x="642870" y="152911"/>
                  </a:lnTo>
                  <a:lnTo>
                    <a:pt x="652610" y="160172"/>
                  </a:lnTo>
                  <a:lnTo>
                    <a:pt x="662351" y="167475"/>
                  </a:lnTo>
                  <a:lnTo>
                    <a:pt x="672092" y="174816"/>
                  </a:lnTo>
                  <a:lnTo>
                    <a:pt x="681831" y="182180"/>
                  </a:lnTo>
                  <a:lnTo>
                    <a:pt x="691572" y="189560"/>
                  </a:lnTo>
                  <a:lnTo>
                    <a:pt x="701313" y="196944"/>
                  </a:lnTo>
                  <a:lnTo>
                    <a:pt x="711052" y="204323"/>
                  </a:lnTo>
                  <a:lnTo>
                    <a:pt x="720793" y="211688"/>
                  </a:lnTo>
                  <a:lnTo>
                    <a:pt x="730534" y="219028"/>
                  </a:lnTo>
                  <a:lnTo>
                    <a:pt x="740274" y="226336"/>
                  </a:lnTo>
                  <a:lnTo>
                    <a:pt x="750015" y="233603"/>
                  </a:lnTo>
                  <a:lnTo>
                    <a:pt x="759756" y="240818"/>
                  </a:lnTo>
                  <a:lnTo>
                    <a:pt x="769495" y="247976"/>
                  </a:lnTo>
                  <a:lnTo>
                    <a:pt x="779236" y="255068"/>
                  </a:lnTo>
                  <a:lnTo>
                    <a:pt x="788977" y="262086"/>
                  </a:lnTo>
                  <a:lnTo>
                    <a:pt x="798717" y="269025"/>
                  </a:lnTo>
                  <a:lnTo>
                    <a:pt x="808458" y="275877"/>
                  </a:lnTo>
                  <a:lnTo>
                    <a:pt x="818199" y="282637"/>
                  </a:lnTo>
                  <a:lnTo>
                    <a:pt x="827938" y="289298"/>
                  </a:lnTo>
                  <a:lnTo>
                    <a:pt x="837679" y="295855"/>
                  </a:lnTo>
                  <a:lnTo>
                    <a:pt x="847420" y="302305"/>
                  </a:lnTo>
                  <a:lnTo>
                    <a:pt x="857159" y="308643"/>
                  </a:lnTo>
                  <a:lnTo>
                    <a:pt x="866900" y="314865"/>
                  </a:lnTo>
                  <a:lnTo>
                    <a:pt x="876641" y="320967"/>
                  </a:lnTo>
                  <a:lnTo>
                    <a:pt x="886381" y="326948"/>
                  </a:lnTo>
                  <a:lnTo>
                    <a:pt x="896122" y="332806"/>
                  </a:lnTo>
                  <a:lnTo>
                    <a:pt x="905863" y="338539"/>
                  </a:lnTo>
                  <a:lnTo>
                    <a:pt x="915602" y="344146"/>
                  </a:lnTo>
                  <a:lnTo>
                    <a:pt x="925343" y="349625"/>
                  </a:lnTo>
                  <a:lnTo>
                    <a:pt x="935084" y="354980"/>
                  </a:lnTo>
                  <a:lnTo>
                    <a:pt x="944824" y="360208"/>
                  </a:lnTo>
                  <a:lnTo>
                    <a:pt x="954564" y="365313"/>
                  </a:lnTo>
                  <a:lnTo>
                    <a:pt x="964305" y="370295"/>
                  </a:lnTo>
                  <a:lnTo>
                    <a:pt x="974045" y="375155"/>
                  </a:lnTo>
                  <a:lnTo>
                    <a:pt x="983786" y="379899"/>
                  </a:lnTo>
                  <a:lnTo>
                    <a:pt x="993522" y="384528"/>
                  </a:lnTo>
                  <a:lnTo>
                    <a:pt x="1003266" y="389045"/>
                  </a:lnTo>
                  <a:lnTo>
                    <a:pt x="1013010" y="393457"/>
                  </a:lnTo>
                  <a:lnTo>
                    <a:pt x="1022754" y="397766"/>
                  </a:lnTo>
                  <a:lnTo>
                    <a:pt x="1032483" y="401978"/>
                  </a:lnTo>
                  <a:lnTo>
                    <a:pt x="1042227" y="406097"/>
                  </a:lnTo>
                  <a:lnTo>
                    <a:pt x="1051971" y="410132"/>
                  </a:lnTo>
                  <a:lnTo>
                    <a:pt x="1061715" y="414084"/>
                  </a:lnTo>
                  <a:lnTo>
                    <a:pt x="1071444" y="417966"/>
                  </a:lnTo>
                  <a:lnTo>
                    <a:pt x="1081188" y="421778"/>
                  </a:lnTo>
                  <a:lnTo>
                    <a:pt x="1090932" y="425531"/>
                  </a:lnTo>
                  <a:lnTo>
                    <a:pt x="1100676" y="429232"/>
                  </a:lnTo>
                  <a:lnTo>
                    <a:pt x="1110405" y="432888"/>
                  </a:lnTo>
                  <a:lnTo>
                    <a:pt x="1120149" y="436504"/>
                  </a:lnTo>
                  <a:lnTo>
                    <a:pt x="1129893" y="440092"/>
                  </a:lnTo>
                  <a:lnTo>
                    <a:pt x="1139637" y="443657"/>
                  </a:lnTo>
                  <a:lnTo>
                    <a:pt x="1149381" y="447206"/>
                  </a:lnTo>
                  <a:lnTo>
                    <a:pt x="1159110" y="450751"/>
                  </a:lnTo>
                  <a:lnTo>
                    <a:pt x="1168854" y="454295"/>
                  </a:lnTo>
                  <a:lnTo>
                    <a:pt x="1178598" y="457849"/>
                  </a:lnTo>
                  <a:lnTo>
                    <a:pt x="1188341" y="461418"/>
                  </a:lnTo>
                  <a:lnTo>
                    <a:pt x="1198070" y="465014"/>
                  </a:lnTo>
                  <a:lnTo>
                    <a:pt x="1207814" y="468639"/>
                  </a:lnTo>
                  <a:lnTo>
                    <a:pt x="1217558" y="472305"/>
                  </a:lnTo>
                  <a:lnTo>
                    <a:pt x="1227302" y="476016"/>
                  </a:lnTo>
                  <a:lnTo>
                    <a:pt x="1237031" y="479781"/>
                  </a:lnTo>
                  <a:lnTo>
                    <a:pt x="1246775" y="483606"/>
                  </a:lnTo>
                  <a:lnTo>
                    <a:pt x="1256519" y="487496"/>
                  </a:lnTo>
                  <a:lnTo>
                    <a:pt x="1266263" y="491459"/>
                  </a:lnTo>
                  <a:lnTo>
                    <a:pt x="1276007" y="495500"/>
                  </a:lnTo>
                  <a:lnTo>
                    <a:pt x="1285736" y="499622"/>
                  </a:lnTo>
                  <a:lnTo>
                    <a:pt x="1295480" y="503833"/>
                  </a:lnTo>
                  <a:lnTo>
                    <a:pt x="1305224" y="508136"/>
                  </a:lnTo>
                  <a:lnTo>
                    <a:pt x="1314968" y="512534"/>
                  </a:lnTo>
                  <a:lnTo>
                    <a:pt x="1324697" y="517032"/>
                  </a:lnTo>
                  <a:lnTo>
                    <a:pt x="1334441" y="521633"/>
                  </a:lnTo>
                  <a:lnTo>
                    <a:pt x="1344185" y="526336"/>
                  </a:lnTo>
                  <a:lnTo>
                    <a:pt x="1353929" y="531149"/>
                  </a:lnTo>
                  <a:lnTo>
                    <a:pt x="1363658" y="536068"/>
                  </a:lnTo>
                  <a:lnTo>
                    <a:pt x="1373402" y="541095"/>
                  </a:lnTo>
                  <a:lnTo>
                    <a:pt x="1383146" y="546232"/>
                  </a:lnTo>
                  <a:lnTo>
                    <a:pt x="1392890" y="551478"/>
                  </a:lnTo>
                  <a:lnTo>
                    <a:pt x="1402619" y="556832"/>
                  </a:lnTo>
                  <a:lnTo>
                    <a:pt x="1412363" y="562292"/>
                  </a:lnTo>
                  <a:lnTo>
                    <a:pt x="1422106" y="567855"/>
                  </a:lnTo>
                  <a:lnTo>
                    <a:pt x="1431850" y="573521"/>
                  </a:lnTo>
                  <a:lnTo>
                    <a:pt x="1441594" y="579286"/>
                  </a:lnTo>
                  <a:lnTo>
                    <a:pt x="1451323" y="585146"/>
                  </a:lnTo>
                  <a:lnTo>
                    <a:pt x="1461067" y="591096"/>
                  </a:lnTo>
                  <a:lnTo>
                    <a:pt x="1470811" y="597133"/>
                  </a:lnTo>
                  <a:lnTo>
                    <a:pt x="1480555" y="603249"/>
                  </a:lnTo>
                  <a:lnTo>
                    <a:pt x="1490284" y="609441"/>
                  </a:lnTo>
                  <a:lnTo>
                    <a:pt x="1500028" y="615703"/>
                  </a:lnTo>
                  <a:lnTo>
                    <a:pt x="1509772" y="622025"/>
                  </a:lnTo>
                  <a:lnTo>
                    <a:pt x="1519516" y="628403"/>
                  </a:lnTo>
                  <a:lnTo>
                    <a:pt x="1529245" y="634828"/>
                  </a:lnTo>
                  <a:lnTo>
                    <a:pt x="1538989" y="641292"/>
                  </a:lnTo>
                  <a:lnTo>
                    <a:pt x="1548733" y="647787"/>
                  </a:lnTo>
                  <a:lnTo>
                    <a:pt x="1558477" y="654304"/>
                  </a:lnTo>
                  <a:lnTo>
                    <a:pt x="1568221" y="660834"/>
                  </a:lnTo>
                  <a:lnTo>
                    <a:pt x="1577950" y="667367"/>
                  </a:lnTo>
                  <a:lnTo>
                    <a:pt x="1587694" y="673896"/>
                  </a:lnTo>
                  <a:lnTo>
                    <a:pt x="1597438" y="680408"/>
                  </a:lnTo>
                  <a:lnTo>
                    <a:pt x="1607182" y="686894"/>
                  </a:lnTo>
                  <a:lnTo>
                    <a:pt x="1616911" y="693345"/>
                  </a:lnTo>
                  <a:lnTo>
                    <a:pt x="1626655" y="699750"/>
                  </a:lnTo>
                  <a:lnTo>
                    <a:pt x="1636399" y="706097"/>
                  </a:lnTo>
                  <a:lnTo>
                    <a:pt x="1646142" y="712378"/>
                  </a:lnTo>
                  <a:lnTo>
                    <a:pt x="1655872" y="718581"/>
                  </a:lnTo>
                  <a:lnTo>
                    <a:pt x="1665616" y="724697"/>
                  </a:lnTo>
                  <a:lnTo>
                    <a:pt x="1675359" y="730713"/>
                  </a:lnTo>
                  <a:lnTo>
                    <a:pt x="1685103" y="736621"/>
                  </a:lnTo>
                  <a:lnTo>
                    <a:pt x="1694832" y="742407"/>
                  </a:lnTo>
                  <a:lnTo>
                    <a:pt x="1704576" y="748066"/>
                  </a:lnTo>
                  <a:lnTo>
                    <a:pt x="1714320" y="753585"/>
                  </a:lnTo>
                  <a:lnTo>
                    <a:pt x="1724064" y="758953"/>
                  </a:lnTo>
                  <a:lnTo>
                    <a:pt x="1733808" y="764163"/>
                  </a:lnTo>
                  <a:lnTo>
                    <a:pt x="1743537" y="769205"/>
                  </a:lnTo>
                  <a:lnTo>
                    <a:pt x="1753281" y="774068"/>
                  </a:lnTo>
                  <a:lnTo>
                    <a:pt x="1763025" y="778746"/>
                  </a:lnTo>
                  <a:lnTo>
                    <a:pt x="1772769" y="783229"/>
                  </a:lnTo>
                  <a:lnTo>
                    <a:pt x="1782498" y="787508"/>
                  </a:lnTo>
                  <a:lnTo>
                    <a:pt x="1792242" y="791578"/>
                  </a:lnTo>
                  <a:lnTo>
                    <a:pt x="1801986" y="795430"/>
                  </a:lnTo>
                  <a:lnTo>
                    <a:pt x="1811730" y="799058"/>
                  </a:lnTo>
                  <a:lnTo>
                    <a:pt x="1821459" y="802455"/>
                  </a:lnTo>
                  <a:lnTo>
                    <a:pt x="1831203" y="805615"/>
                  </a:lnTo>
                  <a:lnTo>
                    <a:pt x="1840947" y="808533"/>
                  </a:lnTo>
                  <a:lnTo>
                    <a:pt x="1850691" y="811205"/>
                  </a:lnTo>
                  <a:lnTo>
                    <a:pt x="1860435" y="813626"/>
                  </a:lnTo>
                  <a:lnTo>
                    <a:pt x="1870164" y="815792"/>
                  </a:lnTo>
                  <a:lnTo>
                    <a:pt x="1879908" y="817701"/>
                  </a:lnTo>
                  <a:lnTo>
                    <a:pt x="1889652" y="819349"/>
                  </a:lnTo>
                  <a:lnTo>
                    <a:pt x="1899395" y="820734"/>
                  </a:lnTo>
                  <a:lnTo>
                    <a:pt x="1909124" y="821856"/>
                  </a:lnTo>
                  <a:lnTo>
                    <a:pt x="1918868" y="822713"/>
                  </a:lnTo>
                  <a:lnTo>
                    <a:pt x="1928612" y="823304"/>
                  </a:lnTo>
                  <a:lnTo>
                    <a:pt x="1938356" y="823631"/>
                  </a:lnTo>
                  <a:lnTo>
                    <a:pt x="1948085" y="823693"/>
                  </a:lnTo>
                  <a:lnTo>
                    <a:pt x="1957829" y="823495"/>
                  </a:lnTo>
                  <a:lnTo>
                    <a:pt x="1967573" y="823036"/>
                  </a:lnTo>
                  <a:lnTo>
                    <a:pt x="1977317" y="822319"/>
                  </a:lnTo>
                  <a:lnTo>
                    <a:pt x="1987046" y="821348"/>
                  </a:lnTo>
                  <a:lnTo>
                    <a:pt x="1996790" y="820126"/>
                  </a:lnTo>
                  <a:lnTo>
                    <a:pt x="2006534" y="818660"/>
                  </a:lnTo>
                  <a:lnTo>
                    <a:pt x="2016278" y="816951"/>
                  </a:lnTo>
                  <a:lnTo>
                    <a:pt x="2026022" y="815009"/>
                  </a:lnTo>
                  <a:lnTo>
                    <a:pt x="2035751" y="812836"/>
                  </a:lnTo>
                  <a:lnTo>
                    <a:pt x="2045495" y="810441"/>
                  </a:lnTo>
                  <a:lnTo>
                    <a:pt x="2055239" y="807829"/>
                  </a:lnTo>
                  <a:lnTo>
                    <a:pt x="2064983" y="805008"/>
                  </a:lnTo>
                  <a:lnTo>
                    <a:pt x="2074712" y="801987"/>
                  </a:lnTo>
                  <a:lnTo>
                    <a:pt x="2084456" y="798775"/>
                  </a:lnTo>
                  <a:lnTo>
                    <a:pt x="2094200" y="795378"/>
                  </a:lnTo>
                  <a:lnTo>
                    <a:pt x="2103944" y="791806"/>
                  </a:lnTo>
                  <a:lnTo>
                    <a:pt x="2113673" y="788071"/>
                  </a:lnTo>
                  <a:lnTo>
                    <a:pt x="2123417" y="784180"/>
                  </a:lnTo>
                  <a:lnTo>
                    <a:pt x="2133161" y="780143"/>
                  </a:lnTo>
                  <a:lnTo>
                    <a:pt x="2142905" y="775972"/>
                  </a:lnTo>
                  <a:lnTo>
                    <a:pt x="2152649" y="771676"/>
                  </a:lnTo>
                  <a:lnTo>
                    <a:pt x="2162377" y="767268"/>
                  </a:lnTo>
                  <a:lnTo>
                    <a:pt x="2172121" y="762756"/>
                  </a:lnTo>
                  <a:lnTo>
                    <a:pt x="2181865" y="758153"/>
                  </a:lnTo>
                  <a:lnTo>
                    <a:pt x="2191609" y="753470"/>
                  </a:lnTo>
                  <a:lnTo>
                    <a:pt x="2201338" y="748718"/>
                  </a:lnTo>
                  <a:lnTo>
                    <a:pt x="2211082" y="743909"/>
                  </a:lnTo>
                  <a:lnTo>
                    <a:pt x="2220826" y="739055"/>
                  </a:lnTo>
                  <a:lnTo>
                    <a:pt x="2230570" y="734165"/>
                  </a:lnTo>
                  <a:lnTo>
                    <a:pt x="2240299" y="729253"/>
                  </a:lnTo>
                  <a:lnTo>
                    <a:pt x="2250043" y="724327"/>
                  </a:lnTo>
                  <a:lnTo>
                    <a:pt x="2259787" y="719403"/>
                  </a:lnTo>
                  <a:lnTo>
                    <a:pt x="2269531" y="714488"/>
                  </a:lnTo>
                  <a:lnTo>
                    <a:pt x="2279260" y="709597"/>
                  </a:lnTo>
                  <a:lnTo>
                    <a:pt x="2289004" y="704735"/>
                  </a:lnTo>
                  <a:lnTo>
                    <a:pt x="2298748" y="699918"/>
                  </a:lnTo>
                  <a:lnTo>
                    <a:pt x="2308492" y="695154"/>
                  </a:lnTo>
                  <a:lnTo>
                    <a:pt x="2318236" y="690453"/>
                  </a:lnTo>
                  <a:lnTo>
                    <a:pt x="2327965" y="685825"/>
                  </a:lnTo>
                  <a:lnTo>
                    <a:pt x="2337709" y="681281"/>
                  </a:lnTo>
                  <a:lnTo>
                    <a:pt x="2347453" y="676828"/>
                  </a:lnTo>
                  <a:lnTo>
                    <a:pt x="2357197" y="672476"/>
                  </a:lnTo>
                  <a:lnTo>
                    <a:pt x="2366926" y="668233"/>
                  </a:lnTo>
                  <a:lnTo>
                    <a:pt x="2376670" y="664107"/>
                  </a:lnTo>
                  <a:lnTo>
                    <a:pt x="2386413" y="660105"/>
                  </a:lnTo>
                  <a:lnTo>
                    <a:pt x="2396157" y="656238"/>
                  </a:lnTo>
                  <a:lnTo>
                    <a:pt x="2405886" y="652507"/>
                  </a:lnTo>
                  <a:lnTo>
                    <a:pt x="2415630" y="648922"/>
                  </a:lnTo>
                  <a:lnTo>
                    <a:pt x="2425374" y="645489"/>
                  </a:lnTo>
                  <a:lnTo>
                    <a:pt x="2435118" y="642213"/>
                  </a:lnTo>
                  <a:lnTo>
                    <a:pt x="2444862" y="639098"/>
                  </a:lnTo>
                  <a:lnTo>
                    <a:pt x="2454591" y="636149"/>
                  </a:lnTo>
                  <a:lnTo>
                    <a:pt x="2464335" y="633371"/>
                  </a:lnTo>
                  <a:lnTo>
                    <a:pt x="2474079" y="630765"/>
                  </a:lnTo>
                  <a:lnTo>
                    <a:pt x="2483823" y="628338"/>
                  </a:lnTo>
                  <a:lnTo>
                    <a:pt x="2493552" y="626088"/>
                  </a:lnTo>
                  <a:lnTo>
                    <a:pt x="2503296" y="624020"/>
                  </a:lnTo>
                  <a:lnTo>
                    <a:pt x="2513040" y="622134"/>
                  </a:lnTo>
                  <a:lnTo>
                    <a:pt x="2522784" y="620434"/>
                  </a:lnTo>
                  <a:lnTo>
                    <a:pt x="2532513" y="618917"/>
                  </a:lnTo>
                  <a:lnTo>
                    <a:pt x="2542257" y="617585"/>
                  </a:lnTo>
                  <a:lnTo>
                    <a:pt x="2552001" y="616438"/>
                  </a:lnTo>
                  <a:lnTo>
                    <a:pt x="2561745" y="615474"/>
                  </a:lnTo>
                  <a:lnTo>
                    <a:pt x="2571474" y="614693"/>
                  </a:lnTo>
                  <a:lnTo>
                    <a:pt x="2581218" y="614094"/>
                  </a:lnTo>
                  <a:lnTo>
                    <a:pt x="2590962" y="613674"/>
                  </a:lnTo>
                  <a:lnTo>
                    <a:pt x="2600705" y="613433"/>
                  </a:lnTo>
                  <a:lnTo>
                    <a:pt x="2610449" y="613364"/>
                  </a:lnTo>
                  <a:lnTo>
                    <a:pt x="2620178" y="613469"/>
                  </a:lnTo>
                  <a:lnTo>
                    <a:pt x="2629922" y="613741"/>
                  </a:lnTo>
                  <a:lnTo>
                    <a:pt x="2639666" y="614178"/>
                  </a:lnTo>
                  <a:lnTo>
                    <a:pt x="2649410" y="614777"/>
                  </a:lnTo>
                  <a:lnTo>
                    <a:pt x="2659139" y="615532"/>
                  </a:lnTo>
                  <a:lnTo>
                    <a:pt x="2668883" y="616441"/>
                  </a:lnTo>
                  <a:lnTo>
                    <a:pt x="2678627" y="617499"/>
                  </a:lnTo>
                  <a:lnTo>
                    <a:pt x="2688371" y="618700"/>
                  </a:lnTo>
                  <a:lnTo>
                    <a:pt x="2698100" y="620041"/>
                  </a:lnTo>
                  <a:lnTo>
                    <a:pt x="2707844" y="621514"/>
                  </a:lnTo>
                  <a:lnTo>
                    <a:pt x="2717588" y="623119"/>
                  </a:lnTo>
                  <a:lnTo>
                    <a:pt x="2727332" y="624845"/>
                  </a:lnTo>
                  <a:lnTo>
                    <a:pt x="2737076" y="626693"/>
                  </a:lnTo>
                  <a:lnTo>
                    <a:pt x="2746805" y="628654"/>
                  </a:lnTo>
                  <a:lnTo>
                    <a:pt x="2756549" y="630722"/>
                  </a:lnTo>
                  <a:lnTo>
                    <a:pt x="2766293" y="632892"/>
                  </a:lnTo>
                  <a:lnTo>
                    <a:pt x="2776037" y="635163"/>
                  </a:lnTo>
                  <a:lnTo>
                    <a:pt x="2785766" y="637524"/>
                  </a:lnTo>
                  <a:lnTo>
                    <a:pt x="2795510" y="639974"/>
                  </a:lnTo>
                  <a:lnTo>
                    <a:pt x="2805254" y="642505"/>
                  </a:lnTo>
                  <a:lnTo>
                    <a:pt x="2814998" y="645113"/>
                  </a:lnTo>
                  <a:lnTo>
                    <a:pt x="2824727" y="647793"/>
                  </a:lnTo>
                  <a:lnTo>
                    <a:pt x="2834471" y="650540"/>
                  </a:lnTo>
                  <a:lnTo>
                    <a:pt x="2844215" y="653350"/>
                  </a:lnTo>
                  <a:lnTo>
                    <a:pt x="2853958" y="656217"/>
                  </a:lnTo>
                  <a:lnTo>
                    <a:pt x="2863687" y="659137"/>
                  </a:lnTo>
                  <a:lnTo>
                    <a:pt x="2873431" y="662105"/>
                  </a:lnTo>
                  <a:lnTo>
                    <a:pt x="2883175" y="665116"/>
                  </a:lnTo>
                  <a:lnTo>
                    <a:pt x="2892919" y="668169"/>
                  </a:lnTo>
                  <a:lnTo>
                    <a:pt x="2902663" y="671256"/>
                  </a:lnTo>
                  <a:lnTo>
                    <a:pt x="2912392" y="67437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6" name="Freeform 825">
              <a:extLst>
                <a:ext uri="{FF2B5EF4-FFF2-40B4-BE49-F238E27FC236}">
                  <a16:creationId xmlns:a16="http://schemas.microsoft.com/office/drawing/2014/main" id="{FA62944A-E6DC-1298-F16B-29ABF6974B38}"/>
                </a:ext>
              </a:extLst>
            </p:cNvPr>
            <p:cNvSpPr/>
            <p:nvPr/>
          </p:nvSpPr>
          <p:spPr>
            <a:xfrm>
              <a:off x="576446" y="3294011"/>
              <a:ext cx="2912392" cy="586523"/>
            </a:xfrm>
            <a:custGeom>
              <a:avLst/>
              <a:gdLst>
                <a:gd name="connsiteX0" fmla="*/ 0 w 2912392"/>
                <a:gd name="connsiteY0" fmla="*/ 240897 h 586523"/>
                <a:gd name="connsiteX1" fmla="*/ 9739 w 2912392"/>
                <a:gd name="connsiteY1" fmla="*/ 241378 h 586523"/>
                <a:gd name="connsiteX2" fmla="*/ 19480 w 2912392"/>
                <a:gd name="connsiteY2" fmla="*/ 241697 h 586523"/>
                <a:gd name="connsiteX3" fmla="*/ 29221 w 2912392"/>
                <a:gd name="connsiteY3" fmla="*/ 241852 h 586523"/>
                <a:gd name="connsiteX4" fmla="*/ 38961 w 2912392"/>
                <a:gd name="connsiteY4" fmla="*/ 241846 h 586523"/>
                <a:gd name="connsiteX5" fmla="*/ 48702 w 2912392"/>
                <a:gd name="connsiteY5" fmla="*/ 241681 h 586523"/>
                <a:gd name="connsiteX6" fmla="*/ 58443 w 2912392"/>
                <a:gd name="connsiteY6" fmla="*/ 241358 h 586523"/>
                <a:gd name="connsiteX7" fmla="*/ 68182 w 2912392"/>
                <a:gd name="connsiteY7" fmla="*/ 240876 h 586523"/>
                <a:gd name="connsiteX8" fmla="*/ 77923 w 2912392"/>
                <a:gd name="connsiteY8" fmla="*/ 240242 h 586523"/>
                <a:gd name="connsiteX9" fmla="*/ 87664 w 2912392"/>
                <a:gd name="connsiteY9" fmla="*/ 239453 h 586523"/>
                <a:gd name="connsiteX10" fmla="*/ 97404 w 2912392"/>
                <a:gd name="connsiteY10" fmla="*/ 238515 h 586523"/>
                <a:gd name="connsiteX11" fmla="*/ 107145 w 2912392"/>
                <a:gd name="connsiteY11" fmla="*/ 237426 h 586523"/>
                <a:gd name="connsiteX12" fmla="*/ 116886 w 2912392"/>
                <a:gd name="connsiteY12" fmla="*/ 236192 h 586523"/>
                <a:gd name="connsiteX13" fmla="*/ 126625 w 2912392"/>
                <a:gd name="connsiteY13" fmla="*/ 234812 h 586523"/>
                <a:gd name="connsiteX14" fmla="*/ 136366 w 2912392"/>
                <a:gd name="connsiteY14" fmla="*/ 233290 h 586523"/>
                <a:gd name="connsiteX15" fmla="*/ 146107 w 2912392"/>
                <a:gd name="connsiteY15" fmla="*/ 231628 h 586523"/>
                <a:gd name="connsiteX16" fmla="*/ 155846 w 2912392"/>
                <a:gd name="connsiteY16" fmla="*/ 229829 h 586523"/>
                <a:gd name="connsiteX17" fmla="*/ 165587 w 2912392"/>
                <a:gd name="connsiteY17" fmla="*/ 227893 h 586523"/>
                <a:gd name="connsiteX18" fmla="*/ 175328 w 2912392"/>
                <a:gd name="connsiteY18" fmla="*/ 225825 h 586523"/>
                <a:gd name="connsiteX19" fmla="*/ 185068 w 2912392"/>
                <a:gd name="connsiteY19" fmla="*/ 223628 h 586523"/>
                <a:gd name="connsiteX20" fmla="*/ 194809 w 2912392"/>
                <a:gd name="connsiteY20" fmla="*/ 221303 h 586523"/>
                <a:gd name="connsiteX21" fmla="*/ 204550 w 2912392"/>
                <a:gd name="connsiteY21" fmla="*/ 218856 h 586523"/>
                <a:gd name="connsiteX22" fmla="*/ 214289 w 2912392"/>
                <a:gd name="connsiteY22" fmla="*/ 216285 h 586523"/>
                <a:gd name="connsiteX23" fmla="*/ 224030 w 2912392"/>
                <a:gd name="connsiteY23" fmla="*/ 213599 h 586523"/>
                <a:gd name="connsiteX24" fmla="*/ 233771 w 2912392"/>
                <a:gd name="connsiteY24" fmla="*/ 210797 h 586523"/>
                <a:gd name="connsiteX25" fmla="*/ 243510 w 2912392"/>
                <a:gd name="connsiteY25" fmla="*/ 207884 h 586523"/>
                <a:gd name="connsiteX26" fmla="*/ 253251 w 2912392"/>
                <a:gd name="connsiteY26" fmla="*/ 204864 h 586523"/>
                <a:gd name="connsiteX27" fmla="*/ 262992 w 2912392"/>
                <a:gd name="connsiteY27" fmla="*/ 201741 h 586523"/>
                <a:gd name="connsiteX28" fmla="*/ 272732 w 2912392"/>
                <a:gd name="connsiteY28" fmla="*/ 198517 h 586523"/>
                <a:gd name="connsiteX29" fmla="*/ 282473 w 2912392"/>
                <a:gd name="connsiteY29" fmla="*/ 195197 h 586523"/>
                <a:gd name="connsiteX30" fmla="*/ 292214 w 2912392"/>
                <a:gd name="connsiteY30" fmla="*/ 191786 h 586523"/>
                <a:gd name="connsiteX31" fmla="*/ 301953 w 2912392"/>
                <a:gd name="connsiteY31" fmla="*/ 188286 h 586523"/>
                <a:gd name="connsiteX32" fmla="*/ 311694 w 2912392"/>
                <a:gd name="connsiteY32" fmla="*/ 184703 h 586523"/>
                <a:gd name="connsiteX33" fmla="*/ 321435 w 2912392"/>
                <a:gd name="connsiteY33" fmla="*/ 181040 h 586523"/>
                <a:gd name="connsiteX34" fmla="*/ 331175 w 2912392"/>
                <a:gd name="connsiteY34" fmla="*/ 177304 h 586523"/>
                <a:gd name="connsiteX35" fmla="*/ 340916 w 2912392"/>
                <a:gd name="connsiteY35" fmla="*/ 173497 h 586523"/>
                <a:gd name="connsiteX36" fmla="*/ 350656 w 2912392"/>
                <a:gd name="connsiteY36" fmla="*/ 169626 h 586523"/>
                <a:gd name="connsiteX37" fmla="*/ 360396 w 2912392"/>
                <a:gd name="connsiteY37" fmla="*/ 165695 h 586523"/>
                <a:gd name="connsiteX38" fmla="*/ 370137 w 2912392"/>
                <a:gd name="connsiteY38" fmla="*/ 161708 h 586523"/>
                <a:gd name="connsiteX39" fmla="*/ 379878 w 2912392"/>
                <a:gd name="connsiteY39" fmla="*/ 157670 h 586523"/>
                <a:gd name="connsiteX40" fmla="*/ 389617 w 2912392"/>
                <a:gd name="connsiteY40" fmla="*/ 153588 h 586523"/>
                <a:gd name="connsiteX41" fmla="*/ 399358 w 2912392"/>
                <a:gd name="connsiteY41" fmla="*/ 149465 h 586523"/>
                <a:gd name="connsiteX42" fmla="*/ 409099 w 2912392"/>
                <a:gd name="connsiteY42" fmla="*/ 145308 h 586523"/>
                <a:gd name="connsiteX43" fmla="*/ 418839 w 2912392"/>
                <a:gd name="connsiteY43" fmla="*/ 141122 h 586523"/>
                <a:gd name="connsiteX44" fmla="*/ 428580 w 2912392"/>
                <a:gd name="connsiteY44" fmla="*/ 136911 h 586523"/>
                <a:gd name="connsiteX45" fmla="*/ 438321 w 2912392"/>
                <a:gd name="connsiteY45" fmla="*/ 132681 h 586523"/>
                <a:gd name="connsiteX46" fmla="*/ 448060 w 2912392"/>
                <a:gd name="connsiteY46" fmla="*/ 128440 h 586523"/>
                <a:gd name="connsiteX47" fmla="*/ 457801 w 2912392"/>
                <a:gd name="connsiteY47" fmla="*/ 124189 h 586523"/>
                <a:gd name="connsiteX48" fmla="*/ 467542 w 2912392"/>
                <a:gd name="connsiteY48" fmla="*/ 119937 h 586523"/>
                <a:gd name="connsiteX49" fmla="*/ 477281 w 2912392"/>
                <a:gd name="connsiteY49" fmla="*/ 115688 h 586523"/>
                <a:gd name="connsiteX50" fmla="*/ 487022 w 2912392"/>
                <a:gd name="connsiteY50" fmla="*/ 111447 h 586523"/>
                <a:gd name="connsiteX51" fmla="*/ 496763 w 2912392"/>
                <a:gd name="connsiteY51" fmla="*/ 107222 h 586523"/>
                <a:gd name="connsiteX52" fmla="*/ 506503 w 2912392"/>
                <a:gd name="connsiteY52" fmla="*/ 103016 h 586523"/>
                <a:gd name="connsiteX53" fmla="*/ 516244 w 2912392"/>
                <a:gd name="connsiteY53" fmla="*/ 98834 h 586523"/>
                <a:gd name="connsiteX54" fmla="*/ 525985 w 2912392"/>
                <a:gd name="connsiteY54" fmla="*/ 94683 h 586523"/>
                <a:gd name="connsiteX55" fmla="*/ 535724 w 2912392"/>
                <a:gd name="connsiteY55" fmla="*/ 90568 h 586523"/>
                <a:gd name="connsiteX56" fmla="*/ 545465 w 2912392"/>
                <a:gd name="connsiteY56" fmla="*/ 86494 h 586523"/>
                <a:gd name="connsiteX57" fmla="*/ 555206 w 2912392"/>
                <a:gd name="connsiteY57" fmla="*/ 82466 h 586523"/>
                <a:gd name="connsiteX58" fmla="*/ 564946 w 2912392"/>
                <a:gd name="connsiteY58" fmla="*/ 78489 h 586523"/>
                <a:gd name="connsiteX59" fmla="*/ 574687 w 2912392"/>
                <a:gd name="connsiteY59" fmla="*/ 74568 h 586523"/>
                <a:gd name="connsiteX60" fmla="*/ 584428 w 2912392"/>
                <a:gd name="connsiteY60" fmla="*/ 70708 h 586523"/>
                <a:gd name="connsiteX61" fmla="*/ 594167 w 2912392"/>
                <a:gd name="connsiteY61" fmla="*/ 66913 h 586523"/>
                <a:gd name="connsiteX62" fmla="*/ 603908 w 2912392"/>
                <a:gd name="connsiteY62" fmla="*/ 63190 h 586523"/>
                <a:gd name="connsiteX63" fmla="*/ 613649 w 2912392"/>
                <a:gd name="connsiteY63" fmla="*/ 59539 h 586523"/>
                <a:gd name="connsiteX64" fmla="*/ 623388 w 2912392"/>
                <a:gd name="connsiteY64" fmla="*/ 55968 h 586523"/>
                <a:gd name="connsiteX65" fmla="*/ 633129 w 2912392"/>
                <a:gd name="connsiteY65" fmla="*/ 52482 h 586523"/>
                <a:gd name="connsiteX66" fmla="*/ 642870 w 2912392"/>
                <a:gd name="connsiteY66" fmla="*/ 49082 h 586523"/>
                <a:gd name="connsiteX67" fmla="*/ 652610 w 2912392"/>
                <a:gd name="connsiteY67" fmla="*/ 45773 h 586523"/>
                <a:gd name="connsiteX68" fmla="*/ 662351 w 2912392"/>
                <a:gd name="connsiteY68" fmla="*/ 42557 h 586523"/>
                <a:gd name="connsiteX69" fmla="*/ 672092 w 2912392"/>
                <a:gd name="connsiteY69" fmla="*/ 39442 h 586523"/>
                <a:gd name="connsiteX70" fmla="*/ 681831 w 2912392"/>
                <a:gd name="connsiteY70" fmla="*/ 36428 h 586523"/>
                <a:gd name="connsiteX71" fmla="*/ 691572 w 2912392"/>
                <a:gd name="connsiteY71" fmla="*/ 33518 h 586523"/>
                <a:gd name="connsiteX72" fmla="*/ 701313 w 2912392"/>
                <a:gd name="connsiteY72" fmla="*/ 30717 h 586523"/>
                <a:gd name="connsiteX73" fmla="*/ 711052 w 2912392"/>
                <a:gd name="connsiteY73" fmla="*/ 28026 h 586523"/>
                <a:gd name="connsiteX74" fmla="*/ 720793 w 2912392"/>
                <a:gd name="connsiteY74" fmla="*/ 25449 h 586523"/>
                <a:gd name="connsiteX75" fmla="*/ 730534 w 2912392"/>
                <a:gd name="connsiteY75" fmla="*/ 22988 h 586523"/>
                <a:gd name="connsiteX76" fmla="*/ 740274 w 2912392"/>
                <a:gd name="connsiteY76" fmla="*/ 20643 h 586523"/>
                <a:gd name="connsiteX77" fmla="*/ 750015 w 2912392"/>
                <a:gd name="connsiteY77" fmla="*/ 18420 h 586523"/>
                <a:gd name="connsiteX78" fmla="*/ 759756 w 2912392"/>
                <a:gd name="connsiteY78" fmla="*/ 16317 h 586523"/>
                <a:gd name="connsiteX79" fmla="*/ 769495 w 2912392"/>
                <a:gd name="connsiteY79" fmla="*/ 14339 h 586523"/>
                <a:gd name="connsiteX80" fmla="*/ 779236 w 2912392"/>
                <a:gd name="connsiteY80" fmla="*/ 12485 h 586523"/>
                <a:gd name="connsiteX81" fmla="*/ 788977 w 2912392"/>
                <a:gd name="connsiteY81" fmla="*/ 10757 h 586523"/>
                <a:gd name="connsiteX82" fmla="*/ 798717 w 2912392"/>
                <a:gd name="connsiteY82" fmla="*/ 9157 h 586523"/>
                <a:gd name="connsiteX83" fmla="*/ 808458 w 2912392"/>
                <a:gd name="connsiteY83" fmla="*/ 7685 h 586523"/>
                <a:gd name="connsiteX84" fmla="*/ 818199 w 2912392"/>
                <a:gd name="connsiteY84" fmla="*/ 6341 h 586523"/>
                <a:gd name="connsiteX85" fmla="*/ 827938 w 2912392"/>
                <a:gd name="connsiteY85" fmla="*/ 5127 h 586523"/>
                <a:gd name="connsiteX86" fmla="*/ 837679 w 2912392"/>
                <a:gd name="connsiteY86" fmla="*/ 4041 h 586523"/>
                <a:gd name="connsiteX87" fmla="*/ 847420 w 2912392"/>
                <a:gd name="connsiteY87" fmla="*/ 3086 h 586523"/>
                <a:gd name="connsiteX88" fmla="*/ 857159 w 2912392"/>
                <a:gd name="connsiteY88" fmla="*/ 2260 h 586523"/>
                <a:gd name="connsiteX89" fmla="*/ 866900 w 2912392"/>
                <a:gd name="connsiteY89" fmla="*/ 1563 h 586523"/>
                <a:gd name="connsiteX90" fmla="*/ 876641 w 2912392"/>
                <a:gd name="connsiteY90" fmla="*/ 995 h 586523"/>
                <a:gd name="connsiteX91" fmla="*/ 886381 w 2912392"/>
                <a:gd name="connsiteY91" fmla="*/ 557 h 586523"/>
                <a:gd name="connsiteX92" fmla="*/ 896122 w 2912392"/>
                <a:gd name="connsiteY92" fmla="*/ 244 h 586523"/>
                <a:gd name="connsiteX93" fmla="*/ 905863 w 2912392"/>
                <a:gd name="connsiteY93" fmla="*/ 60 h 586523"/>
                <a:gd name="connsiteX94" fmla="*/ 915602 w 2912392"/>
                <a:gd name="connsiteY94" fmla="*/ 0 h 586523"/>
                <a:gd name="connsiteX95" fmla="*/ 925343 w 2912392"/>
                <a:gd name="connsiteY95" fmla="*/ 65 h 586523"/>
                <a:gd name="connsiteX96" fmla="*/ 935084 w 2912392"/>
                <a:gd name="connsiteY96" fmla="*/ 253 h 586523"/>
                <a:gd name="connsiteX97" fmla="*/ 944824 w 2912392"/>
                <a:gd name="connsiteY97" fmla="*/ 562 h 586523"/>
                <a:gd name="connsiteX98" fmla="*/ 954564 w 2912392"/>
                <a:gd name="connsiteY98" fmla="*/ 992 h 586523"/>
                <a:gd name="connsiteX99" fmla="*/ 964305 w 2912392"/>
                <a:gd name="connsiteY99" fmla="*/ 1539 h 586523"/>
                <a:gd name="connsiteX100" fmla="*/ 974045 w 2912392"/>
                <a:gd name="connsiteY100" fmla="*/ 2203 h 586523"/>
                <a:gd name="connsiteX101" fmla="*/ 983786 w 2912392"/>
                <a:gd name="connsiteY101" fmla="*/ 2981 h 586523"/>
                <a:gd name="connsiteX102" fmla="*/ 993522 w 2912392"/>
                <a:gd name="connsiteY102" fmla="*/ 3872 h 586523"/>
                <a:gd name="connsiteX103" fmla="*/ 1003266 w 2912392"/>
                <a:gd name="connsiteY103" fmla="*/ 4872 h 586523"/>
                <a:gd name="connsiteX104" fmla="*/ 1013010 w 2912392"/>
                <a:gd name="connsiteY104" fmla="*/ 5980 h 586523"/>
                <a:gd name="connsiteX105" fmla="*/ 1022754 w 2912392"/>
                <a:gd name="connsiteY105" fmla="*/ 7193 h 586523"/>
                <a:gd name="connsiteX106" fmla="*/ 1032483 w 2912392"/>
                <a:gd name="connsiteY106" fmla="*/ 8510 h 586523"/>
                <a:gd name="connsiteX107" fmla="*/ 1042227 w 2912392"/>
                <a:gd name="connsiteY107" fmla="*/ 9926 h 586523"/>
                <a:gd name="connsiteX108" fmla="*/ 1051971 w 2912392"/>
                <a:gd name="connsiteY108" fmla="*/ 11439 h 586523"/>
                <a:gd name="connsiteX109" fmla="*/ 1061715 w 2912392"/>
                <a:gd name="connsiteY109" fmla="*/ 13049 h 586523"/>
                <a:gd name="connsiteX110" fmla="*/ 1071444 w 2912392"/>
                <a:gd name="connsiteY110" fmla="*/ 14750 h 586523"/>
                <a:gd name="connsiteX111" fmla="*/ 1081188 w 2912392"/>
                <a:gd name="connsiteY111" fmla="*/ 16539 h 586523"/>
                <a:gd name="connsiteX112" fmla="*/ 1090932 w 2912392"/>
                <a:gd name="connsiteY112" fmla="*/ 18417 h 586523"/>
                <a:gd name="connsiteX113" fmla="*/ 1100676 w 2912392"/>
                <a:gd name="connsiteY113" fmla="*/ 20376 h 586523"/>
                <a:gd name="connsiteX114" fmla="*/ 1110405 w 2912392"/>
                <a:gd name="connsiteY114" fmla="*/ 22415 h 586523"/>
                <a:gd name="connsiteX115" fmla="*/ 1120149 w 2912392"/>
                <a:gd name="connsiteY115" fmla="*/ 24533 h 586523"/>
                <a:gd name="connsiteX116" fmla="*/ 1129893 w 2912392"/>
                <a:gd name="connsiteY116" fmla="*/ 26724 h 586523"/>
                <a:gd name="connsiteX117" fmla="*/ 1139637 w 2912392"/>
                <a:gd name="connsiteY117" fmla="*/ 28986 h 586523"/>
                <a:gd name="connsiteX118" fmla="*/ 1149381 w 2912392"/>
                <a:gd name="connsiteY118" fmla="*/ 31316 h 586523"/>
                <a:gd name="connsiteX119" fmla="*/ 1159110 w 2912392"/>
                <a:gd name="connsiteY119" fmla="*/ 33710 h 586523"/>
                <a:gd name="connsiteX120" fmla="*/ 1168854 w 2912392"/>
                <a:gd name="connsiteY120" fmla="*/ 36166 h 586523"/>
                <a:gd name="connsiteX121" fmla="*/ 1178598 w 2912392"/>
                <a:gd name="connsiteY121" fmla="*/ 38679 h 586523"/>
                <a:gd name="connsiteX122" fmla="*/ 1188341 w 2912392"/>
                <a:gd name="connsiteY122" fmla="*/ 41248 h 586523"/>
                <a:gd name="connsiteX123" fmla="*/ 1198070 w 2912392"/>
                <a:gd name="connsiteY123" fmla="*/ 43867 h 586523"/>
                <a:gd name="connsiteX124" fmla="*/ 1207814 w 2912392"/>
                <a:gd name="connsiteY124" fmla="*/ 46535 h 586523"/>
                <a:gd name="connsiteX125" fmla="*/ 1217558 w 2912392"/>
                <a:gd name="connsiteY125" fmla="*/ 49249 h 586523"/>
                <a:gd name="connsiteX126" fmla="*/ 1227302 w 2912392"/>
                <a:gd name="connsiteY126" fmla="*/ 52002 h 586523"/>
                <a:gd name="connsiteX127" fmla="*/ 1237031 w 2912392"/>
                <a:gd name="connsiteY127" fmla="*/ 54794 h 586523"/>
                <a:gd name="connsiteX128" fmla="*/ 1246775 w 2912392"/>
                <a:gd name="connsiteY128" fmla="*/ 57622 h 586523"/>
                <a:gd name="connsiteX129" fmla="*/ 1256519 w 2912392"/>
                <a:gd name="connsiteY129" fmla="*/ 60479 h 586523"/>
                <a:gd name="connsiteX130" fmla="*/ 1266263 w 2912392"/>
                <a:gd name="connsiteY130" fmla="*/ 63365 h 586523"/>
                <a:gd name="connsiteX131" fmla="*/ 1276007 w 2912392"/>
                <a:gd name="connsiteY131" fmla="*/ 66277 h 586523"/>
                <a:gd name="connsiteX132" fmla="*/ 1285736 w 2912392"/>
                <a:gd name="connsiteY132" fmla="*/ 69209 h 586523"/>
                <a:gd name="connsiteX133" fmla="*/ 1295480 w 2912392"/>
                <a:gd name="connsiteY133" fmla="*/ 72159 h 586523"/>
                <a:gd name="connsiteX134" fmla="*/ 1305224 w 2912392"/>
                <a:gd name="connsiteY134" fmla="*/ 75124 h 586523"/>
                <a:gd name="connsiteX135" fmla="*/ 1314968 w 2912392"/>
                <a:gd name="connsiteY135" fmla="*/ 78099 h 586523"/>
                <a:gd name="connsiteX136" fmla="*/ 1324697 w 2912392"/>
                <a:gd name="connsiteY136" fmla="*/ 81082 h 586523"/>
                <a:gd name="connsiteX137" fmla="*/ 1334441 w 2912392"/>
                <a:gd name="connsiteY137" fmla="*/ 84069 h 586523"/>
                <a:gd name="connsiteX138" fmla="*/ 1344185 w 2912392"/>
                <a:gd name="connsiteY138" fmla="*/ 87058 h 586523"/>
                <a:gd name="connsiteX139" fmla="*/ 1353929 w 2912392"/>
                <a:gd name="connsiteY139" fmla="*/ 90043 h 586523"/>
                <a:gd name="connsiteX140" fmla="*/ 1363658 w 2912392"/>
                <a:gd name="connsiteY140" fmla="*/ 93023 h 586523"/>
                <a:gd name="connsiteX141" fmla="*/ 1373402 w 2912392"/>
                <a:gd name="connsiteY141" fmla="*/ 95994 h 586523"/>
                <a:gd name="connsiteX142" fmla="*/ 1383146 w 2912392"/>
                <a:gd name="connsiteY142" fmla="*/ 98952 h 586523"/>
                <a:gd name="connsiteX143" fmla="*/ 1392890 w 2912392"/>
                <a:gd name="connsiteY143" fmla="*/ 101893 h 586523"/>
                <a:gd name="connsiteX144" fmla="*/ 1402619 w 2912392"/>
                <a:gd name="connsiteY144" fmla="*/ 104816 h 586523"/>
                <a:gd name="connsiteX145" fmla="*/ 1412363 w 2912392"/>
                <a:gd name="connsiteY145" fmla="*/ 107715 h 586523"/>
                <a:gd name="connsiteX146" fmla="*/ 1422106 w 2912392"/>
                <a:gd name="connsiteY146" fmla="*/ 110588 h 586523"/>
                <a:gd name="connsiteX147" fmla="*/ 1431850 w 2912392"/>
                <a:gd name="connsiteY147" fmla="*/ 113430 h 586523"/>
                <a:gd name="connsiteX148" fmla="*/ 1441594 w 2912392"/>
                <a:gd name="connsiteY148" fmla="*/ 116240 h 586523"/>
                <a:gd name="connsiteX149" fmla="*/ 1451323 w 2912392"/>
                <a:gd name="connsiteY149" fmla="*/ 119013 h 586523"/>
                <a:gd name="connsiteX150" fmla="*/ 1461067 w 2912392"/>
                <a:gd name="connsiteY150" fmla="*/ 121747 h 586523"/>
                <a:gd name="connsiteX151" fmla="*/ 1470811 w 2912392"/>
                <a:gd name="connsiteY151" fmla="*/ 124436 h 586523"/>
                <a:gd name="connsiteX152" fmla="*/ 1480555 w 2912392"/>
                <a:gd name="connsiteY152" fmla="*/ 127078 h 586523"/>
                <a:gd name="connsiteX153" fmla="*/ 1490284 w 2912392"/>
                <a:gd name="connsiteY153" fmla="*/ 129670 h 586523"/>
                <a:gd name="connsiteX154" fmla="*/ 1500028 w 2912392"/>
                <a:gd name="connsiteY154" fmla="*/ 132208 h 586523"/>
                <a:gd name="connsiteX155" fmla="*/ 1509772 w 2912392"/>
                <a:gd name="connsiteY155" fmla="*/ 134688 h 586523"/>
                <a:gd name="connsiteX156" fmla="*/ 1519516 w 2912392"/>
                <a:gd name="connsiteY156" fmla="*/ 137108 h 586523"/>
                <a:gd name="connsiteX157" fmla="*/ 1529245 w 2912392"/>
                <a:gd name="connsiteY157" fmla="*/ 139462 h 586523"/>
                <a:gd name="connsiteX158" fmla="*/ 1538989 w 2912392"/>
                <a:gd name="connsiteY158" fmla="*/ 141749 h 586523"/>
                <a:gd name="connsiteX159" fmla="*/ 1548733 w 2912392"/>
                <a:gd name="connsiteY159" fmla="*/ 143966 h 586523"/>
                <a:gd name="connsiteX160" fmla="*/ 1558477 w 2912392"/>
                <a:gd name="connsiteY160" fmla="*/ 146107 h 586523"/>
                <a:gd name="connsiteX161" fmla="*/ 1568221 w 2912392"/>
                <a:gd name="connsiteY161" fmla="*/ 148169 h 586523"/>
                <a:gd name="connsiteX162" fmla="*/ 1577950 w 2912392"/>
                <a:gd name="connsiteY162" fmla="*/ 150150 h 586523"/>
                <a:gd name="connsiteX163" fmla="*/ 1587694 w 2912392"/>
                <a:gd name="connsiteY163" fmla="*/ 152047 h 586523"/>
                <a:gd name="connsiteX164" fmla="*/ 1597438 w 2912392"/>
                <a:gd name="connsiteY164" fmla="*/ 153856 h 586523"/>
                <a:gd name="connsiteX165" fmla="*/ 1607182 w 2912392"/>
                <a:gd name="connsiteY165" fmla="*/ 155574 h 586523"/>
                <a:gd name="connsiteX166" fmla="*/ 1616911 w 2912392"/>
                <a:gd name="connsiteY166" fmla="*/ 157196 h 586523"/>
                <a:gd name="connsiteX167" fmla="*/ 1626655 w 2912392"/>
                <a:gd name="connsiteY167" fmla="*/ 158722 h 586523"/>
                <a:gd name="connsiteX168" fmla="*/ 1636399 w 2912392"/>
                <a:gd name="connsiteY168" fmla="*/ 160146 h 586523"/>
                <a:gd name="connsiteX169" fmla="*/ 1646142 w 2912392"/>
                <a:gd name="connsiteY169" fmla="*/ 161466 h 586523"/>
                <a:gd name="connsiteX170" fmla="*/ 1655872 w 2912392"/>
                <a:gd name="connsiteY170" fmla="*/ 162679 h 586523"/>
                <a:gd name="connsiteX171" fmla="*/ 1665616 w 2912392"/>
                <a:gd name="connsiteY171" fmla="*/ 163783 h 586523"/>
                <a:gd name="connsiteX172" fmla="*/ 1675359 w 2912392"/>
                <a:gd name="connsiteY172" fmla="*/ 164774 h 586523"/>
                <a:gd name="connsiteX173" fmla="*/ 1685103 w 2912392"/>
                <a:gd name="connsiteY173" fmla="*/ 165650 h 586523"/>
                <a:gd name="connsiteX174" fmla="*/ 1694832 w 2912392"/>
                <a:gd name="connsiteY174" fmla="*/ 166410 h 586523"/>
                <a:gd name="connsiteX175" fmla="*/ 1704576 w 2912392"/>
                <a:gd name="connsiteY175" fmla="*/ 167047 h 586523"/>
                <a:gd name="connsiteX176" fmla="*/ 1714320 w 2912392"/>
                <a:gd name="connsiteY176" fmla="*/ 167564 h 586523"/>
                <a:gd name="connsiteX177" fmla="*/ 1724064 w 2912392"/>
                <a:gd name="connsiteY177" fmla="*/ 167958 h 586523"/>
                <a:gd name="connsiteX178" fmla="*/ 1733808 w 2912392"/>
                <a:gd name="connsiteY178" fmla="*/ 168223 h 586523"/>
                <a:gd name="connsiteX179" fmla="*/ 1743537 w 2912392"/>
                <a:gd name="connsiteY179" fmla="*/ 168363 h 586523"/>
                <a:gd name="connsiteX180" fmla="*/ 1753281 w 2912392"/>
                <a:gd name="connsiteY180" fmla="*/ 168372 h 586523"/>
                <a:gd name="connsiteX181" fmla="*/ 1763025 w 2912392"/>
                <a:gd name="connsiteY181" fmla="*/ 168250 h 586523"/>
                <a:gd name="connsiteX182" fmla="*/ 1772769 w 2912392"/>
                <a:gd name="connsiteY182" fmla="*/ 167996 h 586523"/>
                <a:gd name="connsiteX183" fmla="*/ 1782498 w 2912392"/>
                <a:gd name="connsiteY183" fmla="*/ 167611 h 586523"/>
                <a:gd name="connsiteX184" fmla="*/ 1792242 w 2912392"/>
                <a:gd name="connsiteY184" fmla="*/ 167092 h 586523"/>
                <a:gd name="connsiteX185" fmla="*/ 1801986 w 2912392"/>
                <a:gd name="connsiteY185" fmla="*/ 166439 h 586523"/>
                <a:gd name="connsiteX186" fmla="*/ 1811730 w 2912392"/>
                <a:gd name="connsiteY186" fmla="*/ 165653 h 586523"/>
                <a:gd name="connsiteX187" fmla="*/ 1821459 w 2912392"/>
                <a:gd name="connsiteY187" fmla="*/ 164734 h 586523"/>
                <a:gd name="connsiteX188" fmla="*/ 1831203 w 2912392"/>
                <a:gd name="connsiteY188" fmla="*/ 163680 h 586523"/>
                <a:gd name="connsiteX189" fmla="*/ 1840947 w 2912392"/>
                <a:gd name="connsiteY189" fmla="*/ 162496 h 586523"/>
                <a:gd name="connsiteX190" fmla="*/ 1850691 w 2912392"/>
                <a:gd name="connsiteY190" fmla="*/ 161179 h 586523"/>
                <a:gd name="connsiteX191" fmla="*/ 1860435 w 2912392"/>
                <a:gd name="connsiteY191" fmla="*/ 159732 h 586523"/>
                <a:gd name="connsiteX192" fmla="*/ 1870164 w 2912392"/>
                <a:gd name="connsiteY192" fmla="*/ 158159 h 586523"/>
                <a:gd name="connsiteX193" fmla="*/ 1879908 w 2912392"/>
                <a:gd name="connsiteY193" fmla="*/ 156457 h 586523"/>
                <a:gd name="connsiteX194" fmla="*/ 1889652 w 2912392"/>
                <a:gd name="connsiteY194" fmla="*/ 154634 h 586523"/>
                <a:gd name="connsiteX195" fmla="*/ 1899395 w 2912392"/>
                <a:gd name="connsiteY195" fmla="*/ 152689 h 586523"/>
                <a:gd name="connsiteX196" fmla="*/ 1909124 w 2912392"/>
                <a:gd name="connsiteY196" fmla="*/ 150627 h 586523"/>
                <a:gd name="connsiteX197" fmla="*/ 1918868 w 2912392"/>
                <a:gd name="connsiteY197" fmla="*/ 148450 h 586523"/>
                <a:gd name="connsiteX198" fmla="*/ 1928612 w 2912392"/>
                <a:gd name="connsiteY198" fmla="*/ 146163 h 586523"/>
                <a:gd name="connsiteX199" fmla="*/ 1938356 w 2912392"/>
                <a:gd name="connsiteY199" fmla="*/ 143769 h 586523"/>
                <a:gd name="connsiteX200" fmla="*/ 1948085 w 2912392"/>
                <a:gd name="connsiteY200" fmla="*/ 141275 h 586523"/>
                <a:gd name="connsiteX201" fmla="*/ 1957829 w 2912392"/>
                <a:gd name="connsiteY201" fmla="*/ 138683 h 586523"/>
                <a:gd name="connsiteX202" fmla="*/ 1967573 w 2912392"/>
                <a:gd name="connsiteY202" fmla="*/ 135999 h 586523"/>
                <a:gd name="connsiteX203" fmla="*/ 1977317 w 2912392"/>
                <a:gd name="connsiteY203" fmla="*/ 133231 h 586523"/>
                <a:gd name="connsiteX204" fmla="*/ 1987046 w 2912392"/>
                <a:gd name="connsiteY204" fmla="*/ 130382 h 586523"/>
                <a:gd name="connsiteX205" fmla="*/ 1996790 w 2912392"/>
                <a:gd name="connsiteY205" fmla="*/ 127461 h 586523"/>
                <a:gd name="connsiteX206" fmla="*/ 2006534 w 2912392"/>
                <a:gd name="connsiteY206" fmla="*/ 124474 h 586523"/>
                <a:gd name="connsiteX207" fmla="*/ 2016278 w 2912392"/>
                <a:gd name="connsiteY207" fmla="*/ 121425 h 586523"/>
                <a:gd name="connsiteX208" fmla="*/ 2026022 w 2912392"/>
                <a:gd name="connsiteY208" fmla="*/ 118326 h 586523"/>
                <a:gd name="connsiteX209" fmla="*/ 2035751 w 2912392"/>
                <a:gd name="connsiteY209" fmla="*/ 115182 h 586523"/>
                <a:gd name="connsiteX210" fmla="*/ 2045495 w 2912392"/>
                <a:gd name="connsiteY210" fmla="*/ 112002 h 586523"/>
                <a:gd name="connsiteX211" fmla="*/ 2055239 w 2912392"/>
                <a:gd name="connsiteY211" fmla="*/ 108794 h 586523"/>
                <a:gd name="connsiteX212" fmla="*/ 2064983 w 2912392"/>
                <a:gd name="connsiteY212" fmla="*/ 105567 h 586523"/>
                <a:gd name="connsiteX213" fmla="*/ 2074712 w 2912392"/>
                <a:gd name="connsiteY213" fmla="*/ 102331 h 586523"/>
                <a:gd name="connsiteX214" fmla="*/ 2084456 w 2912392"/>
                <a:gd name="connsiteY214" fmla="*/ 99092 h 586523"/>
                <a:gd name="connsiteX215" fmla="*/ 2094200 w 2912392"/>
                <a:gd name="connsiteY215" fmla="*/ 95863 h 586523"/>
                <a:gd name="connsiteX216" fmla="*/ 2103944 w 2912392"/>
                <a:gd name="connsiteY216" fmla="*/ 92651 h 586523"/>
                <a:gd name="connsiteX217" fmla="*/ 2113673 w 2912392"/>
                <a:gd name="connsiteY217" fmla="*/ 89467 h 586523"/>
                <a:gd name="connsiteX218" fmla="*/ 2123417 w 2912392"/>
                <a:gd name="connsiteY218" fmla="*/ 86322 h 586523"/>
                <a:gd name="connsiteX219" fmla="*/ 2133161 w 2912392"/>
                <a:gd name="connsiteY219" fmla="*/ 83224 h 586523"/>
                <a:gd name="connsiteX220" fmla="*/ 2142905 w 2912392"/>
                <a:gd name="connsiteY220" fmla="*/ 80185 h 586523"/>
                <a:gd name="connsiteX221" fmla="*/ 2152649 w 2912392"/>
                <a:gd name="connsiteY221" fmla="*/ 77215 h 586523"/>
                <a:gd name="connsiteX222" fmla="*/ 2162377 w 2912392"/>
                <a:gd name="connsiteY222" fmla="*/ 74325 h 586523"/>
                <a:gd name="connsiteX223" fmla="*/ 2172121 w 2912392"/>
                <a:gd name="connsiteY223" fmla="*/ 71524 h 586523"/>
                <a:gd name="connsiteX224" fmla="*/ 2181865 w 2912392"/>
                <a:gd name="connsiteY224" fmla="*/ 68826 h 586523"/>
                <a:gd name="connsiteX225" fmla="*/ 2191609 w 2912392"/>
                <a:gd name="connsiteY225" fmla="*/ 66238 h 586523"/>
                <a:gd name="connsiteX226" fmla="*/ 2201338 w 2912392"/>
                <a:gd name="connsiteY226" fmla="*/ 63774 h 586523"/>
                <a:gd name="connsiteX227" fmla="*/ 2211082 w 2912392"/>
                <a:gd name="connsiteY227" fmla="*/ 61442 h 586523"/>
                <a:gd name="connsiteX228" fmla="*/ 2220826 w 2912392"/>
                <a:gd name="connsiteY228" fmla="*/ 59253 h 586523"/>
                <a:gd name="connsiteX229" fmla="*/ 2230570 w 2912392"/>
                <a:gd name="connsiteY229" fmla="*/ 57221 h 586523"/>
                <a:gd name="connsiteX230" fmla="*/ 2240299 w 2912392"/>
                <a:gd name="connsiteY230" fmla="*/ 55353 h 586523"/>
                <a:gd name="connsiteX231" fmla="*/ 2250043 w 2912392"/>
                <a:gd name="connsiteY231" fmla="*/ 53659 h 586523"/>
                <a:gd name="connsiteX232" fmla="*/ 2259787 w 2912392"/>
                <a:gd name="connsiteY232" fmla="*/ 52151 h 586523"/>
                <a:gd name="connsiteX233" fmla="*/ 2269531 w 2912392"/>
                <a:gd name="connsiteY233" fmla="*/ 50840 h 586523"/>
                <a:gd name="connsiteX234" fmla="*/ 2279260 w 2912392"/>
                <a:gd name="connsiteY234" fmla="*/ 49733 h 586523"/>
                <a:gd name="connsiteX235" fmla="*/ 2289004 w 2912392"/>
                <a:gd name="connsiteY235" fmla="*/ 48842 h 586523"/>
                <a:gd name="connsiteX236" fmla="*/ 2298748 w 2912392"/>
                <a:gd name="connsiteY236" fmla="*/ 48176 h 586523"/>
                <a:gd name="connsiteX237" fmla="*/ 2308492 w 2912392"/>
                <a:gd name="connsiteY237" fmla="*/ 47742 h 586523"/>
                <a:gd name="connsiteX238" fmla="*/ 2318236 w 2912392"/>
                <a:gd name="connsiteY238" fmla="*/ 47553 h 586523"/>
                <a:gd name="connsiteX239" fmla="*/ 2327965 w 2912392"/>
                <a:gd name="connsiteY239" fmla="*/ 47614 h 586523"/>
                <a:gd name="connsiteX240" fmla="*/ 2337709 w 2912392"/>
                <a:gd name="connsiteY240" fmla="*/ 47934 h 586523"/>
                <a:gd name="connsiteX241" fmla="*/ 2347453 w 2912392"/>
                <a:gd name="connsiteY241" fmla="*/ 48523 h 586523"/>
                <a:gd name="connsiteX242" fmla="*/ 2357197 w 2912392"/>
                <a:gd name="connsiteY242" fmla="*/ 49387 h 586523"/>
                <a:gd name="connsiteX243" fmla="*/ 2366926 w 2912392"/>
                <a:gd name="connsiteY243" fmla="*/ 50533 h 586523"/>
                <a:gd name="connsiteX244" fmla="*/ 2376670 w 2912392"/>
                <a:gd name="connsiteY244" fmla="*/ 51968 h 586523"/>
                <a:gd name="connsiteX245" fmla="*/ 2386413 w 2912392"/>
                <a:gd name="connsiteY245" fmla="*/ 53697 h 586523"/>
                <a:gd name="connsiteX246" fmla="*/ 2396157 w 2912392"/>
                <a:gd name="connsiteY246" fmla="*/ 55730 h 586523"/>
                <a:gd name="connsiteX247" fmla="*/ 2405886 w 2912392"/>
                <a:gd name="connsiteY247" fmla="*/ 58069 h 586523"/>
                <a:gd name="connsiteX248" fmla="*/ 2415630 w 2912392"/>
                <a:gd name="connsiteY248" fmla="*/ 60719 h 586523"/>
                <a:gd name="connsiteX249" fmla="*/ 2425374 w 2912392"/>
                <a:gd name="connsiteY249" fmla="*/ 63689 h 586523"/>
                <a:gd name="connsiteX250" fmla="*/ 2435118 w 2912392"/>
                <a:gd name="connsiteY250" fmla="*/ 66977 h 586523"/>
                <a:gd name="connsiteX251" fmla="*/ 2444862 w 2912392"/>
                <a:gd name="connsiteY251" fmla="*/ 70591 h 586523"/>
                <a:gd name="connsiteX252" fmla="*/ 2454591 w 2912392"/>
                <a:gd name="connsiteY252" fmla="*/ 74535 h 586523"/>
                <a:gd name="connsiteX253" fmla="*/ 2464335 w 2912392"/>
                <a:gd name="connsiteY253" fmla="*/ 78808 h 586523"/>
                <a:gd name="connsiteX254" fmla="*/ 2474079 w 2912392"/>
                <a:gd name="connsiteY254" fmla="*/ 83416 h 586523"/>
                <a:gd name="connsiteX255" fmla="*/ 2483823 w 2912392"/>
                <a:gd name="connsiteY255" fmla="*/ 88358 h 586523"/>
                <a:gd name="connsiteX256" fmla="*/ 2493552 w 2912392"/>
                <a:gd name="connsiteY256" fmla="*/ 93639 h 586523"/>
                <a:gd name="connsiteX257" fmla="*/ 2503296 w 2912392"/>
                <a:gd name="connsiteY257" fmla="*/ 99255 h 586523"/>
                <a:gd name="connsiteX258" fmla="*/ 2513040 w 2912392"/>
                <a:gd name="connsiteY258" fmla="*/ 105211 h 586523"/>
                <a:gd name="connsiteX259" fmla="*/ 2522784 w 2912392"/>
                <a:gd name="connsiteY259" fmla="*/ 111504 h 586523"/>
                <a:gd name="connsiteX260" fmla="*/ 2532513 w 2912392"/>
                <a:gd name="connsiteY260" fmla="*/ 118134 h 586523"/>
                <a:gd name="connsiteX261" fmla="*/ 2542257 w 2912392"/>
                <a:gd name="connsiteY261" fmla="*/ 125102 h 586523"/>
                <a:gd name="connsiteX262" fmla="*/ 2552001 w 2912392"/>
                <a:gd name="connsiteY262" fmla="*/ 132404 h 586523"/>
                <a:gd name="connsiteX263" fmla="*/ 2561745 w 2912392"/>
                <a:gd name="connsiteY263" fmla="*/ 140040 h 586523"/>
                <a:gd name="connsiteX264" fmla="*/ 2571474 w 2912392"/>
                <a:gd name="connsiteY264" fmla="*/ 148005 h 586523"/>
                <a:gd name="connsiteX265" fmla="*/ 2581218 w 2912392"/>
                <a:gd name="connsiteY265" fmla="*/ 156298 h 586523"/>
                <a:gd name="connsiteX266" fmla="*/ 2590962 w 2912392"/>
                <a:gd name="connsiteY266" fmla="*/ 164917 h 586523"/>
                <a:gd name="connsiteX267" fmla="*/ 2600705 w 2912392"/>
                <a:gd name="connsiteY267" fmla="*/ 173855 h 586523"/>
                <a:gd name="connsiteX268" fmla="*/ 2610449 w 2912392"/>
                <a:gd name="connsiteY268" fmla="*/ 183110 h 586523"/>
                <a:gd name="connsiteX269" fmla="*/ 2620178 w 2912392"/>
                <a:gd name="connsiteY269" fmla="*/ 192675 h 586523"/>
                <a:gd name="connsiteX270" fmla="*/ 2629922 w 2912392"/>
                <a:gd name="connsiteY270" fmla="*/ 202549 h 586523"/>
                <a:gd name="connsiteX271" fmla="*/ 2639666 w 2912392"/>
                <a:gd name="connsiteY271" fmla="*/ 212723 h 586523"/>
                <a:gd name="connsiteX272" fmla="*/ 2649410 w 2912392"/>
                <a:gd name="connsiteY272" fmla="*/ 223193 h 586523"/>
                <a:gd name="connsiteX273" fmla="*/ 2659139 w 2912392"/>
                <a:gd name="connsiteY273" fmla="*/ 233951 h 586523"/>
                <a:gd name="connsiteX274" fmla="*/ 2668883 w 2912392"/>
                <a:gd name="connsiteY274" fmla="*/ 244991 h 586523"/>
                <a:gd name="connsiteX275" fmla="*/ 2678627 w 2912392"/>
                <a:gd name="connsiteY275" fmla="*/ 256307 h 586523"/>
                <a:gd name="connsiteX276" fmla="*/ 2688371 w 2912392"/>
                <a:gd name="connsiteY276" fmla="*/ 267891 h 586523"/>
                <a:gd name="connsiteX277" fmla="*/ 2698100 w 2912392"/>
                <a:gd name="connsiteY277" fmla="*/ 279736 h 586523"/>
                <a:gd name="connsiteX278" fmla="*/ 2707844 w 2912392"/>
                <a:gd name="connsiteY278" fmla="*/ 291832 h 586523"/>
                <a:gd name="connsiteX279" fmla="*/ 2717588 w 2912392"/>
                <a:gd name="connsiteY279" fmla="*/ 304172 h 586523"/>
                <a:gd name="connsiteX280" fmla="*/ 2727332 w 2912392"/>
                <a:gd name="connsiteY280" fmla="*/ 316745 h 586523"/>
                <a:gd name="connsiteX281" fmla="*/ 2737076 w 2912392"/>
                <a:gd name="connsiteY281" fmla="*/ 329546 h 586523"/>
                <a:gd name="connsiteX282" fmla="*/ 2746805 w 2912392"/>
                <a:gd name="connsiteY282" fmla="*/ 342562 h 586523"/>
                <a:gd name="connsiteX283" fmla="*/ 2756549 w 2912392"/>
                <a:gd name="connsiteY283" fmla="*/ 355785 h 586523"/>
                <a:gd name="connsiteX284" fmla="*/ 2766293 w 2912392"/>
                <a:gd name="connsiteY284" fmla="*/ 369204 h 586523"/>
                <a:gd name="connsiteX285" fmla="*/ 2776037 w 2912392"/>
                <a:gd name="connsiteY285" fmla="*/ 382811 h 586523"/>
                <a:gd name="connsiteX286" fmla="*/ 2785766 w 2912392"/>
                <a:gd name="connsiteY286" fmla="*/ 396593 h 586523"/>
                <a:gd name="connsiteX287" fmla="*/ 2795510 w 2912392"/>
                <a:gd name="connsiteY287" fmla="*/ 410540 h 586523"/>
                <a:gd name="connsiteX288" fmla="*/ 2805254 w 2912392"/>
                <a:gd name="connsiteY288" fmla="*/ 424640 h 586523"/>
                <a:gd name="connsiteX289" fmla="*/ 2814998 w 2912392"/>
                <a:gd name="connsiteY289" fmla="*/ 438884 h 586523"/>
                <a:gd name="connsiteX290" fmla="*/ 2824727 w 2912392"/>
                <a:gd name="connsiteY290" fmla="*/ 453258 h 586523"/>
                <a:gd name="connsiteX291" fmla="*/ 2834471 w 2912392"/>
                <a:gd name="connsiteY291" fmla="*/ 467753 h 586523"/>
                <a:gd name="connsiteX292" fmla="*/ 2844215 w 2912392"/>
                <a:gd name="connsiteY292" fmla="*/ 482355 h 586523"/>
                <a:gd name="connsiteX293" fmla="*/ 2853958 w 2912392"/>
                <a:gd name="connsiteY293" fmla="*/ 497051 h 586523"/>
                <a:gd name="connsiteX294" fmla="*/ 2863687 w 2912392"/>
                <a:gd name="connsiteY294" fmla="*/ 511831 h 586523"/>
                <a:gd name="connsiteX295" fmla="*/ 2873431 w 2912392"/>
                <a:gd name="connsiteY295" fmla="*/ 526680 h 586523"/>
                <a:gd name="connsiteX296" fmla="*/ 2883175 w 2912392"/>
                <a:gd name="connsiteY296" fmla="*/ 541588 h 586523"/>
                <a:gd name="connsiteX297" fmla="*/ 2892919 w 2912392"/>
                <a:gd name="connsiteY297" fmla="*/ 556540 h 586523"/>
                <a:gd name="connsiteX298" fmla="*/ 2902663 w 2912392"/>
                <a:gd name="connsiteY298" fmla="*/ 571523 h 586523"/>
                <a:gd name="connsiteX299" fmla="*/ 2912392 w 2912392"/>
                <a:gd name="connsiteY299" fmla="*/ 586524 h 586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86523">
                  <a:moveTo>
                    <a:pt x="0" y="240897"/>
                  </a:moveTo>
                  <a:lnTo>
                    <a:pt x="9739" y="241378"/>
                  </a:lnTo>
                  <a:lnTo>
                    <a:pt x="19480" y="241697"/>
                  </a:lnTo>
                  <a:lnTo>
                    <a:pt x="29221" y="241852"/>
                  </a:lnTo>
                  <a:lnTo>
                    <a:pt x="38961" y="241846"/>
                  </a:lnTo>
                  <a:lnTo>
                    <a:pt x="48702" y="241681"/>
                  </a:lnTo>
                  <a:lnTo>
                    <a:pt x="58443" y="241358"/>
                  </a:lnTo>
                  <a:lnTo>
                    <a:pt x="68182" y="240876"/>
                  </a:lnTo>
                  <a:lnTo>
                    <a:pt x="77923" y="240242"/>
                  </a:lnTo>
                  <a:lnTo>
                    <a:pt x="87664" y="239453"/>
                  </a:lnTo>
                  <a:lnTo>
                    <a:pt x="97404" y="238515"/>
                  </a:lnTo>
                  <a:lnTo>
                    <a:pt x="107145" y="237426"/>
                  </a:lnTo>
                  <a:lnTo>
                    <a:pt x="116886" y="236192"/>
                  </a:lnTo>
                  <a:lnTo>
                    <a:pt x="126625" y="234812"/>
                  </a:lnTo>
                  <a:lnTo>
                    <a:pt x="136366" y="233290"/>
                  </a:lnTo>
                  <a:lnTo>
                    <a:pt x="146107" y="231628"/>
                  </a:lnTo>
                  <a:lnTo>
                    <a:pt x="155846" y="229829"/>
                  </a:lnTo>
                  <a:lnTo>
                    <a:pt x="165587" y="227893"/>
                  </a:lnTo>
                  <a:lnTo>
                    <a:pt x="175328" y="225825"/>
                  </a:lnTo>
                  <a:lnTo>
                    <a:pt x="185068" y="223628"/>
                  </a:lnTo>
                  <a:lnTo>
                    <a:pt x="194809" y="221303"/>
                  </a:lnTo>
                  <a:lnTo>
                    <a:pt x="204550" y="218856"/>
                  </a:lnTo>
                  <a:lnTo>
                    <a:pt x="214289" y="216285"/>
                  </a:lnTo>
                  <a:lnTo>
                    <a:pt x="224030" y="213599"/>
                  </a:lnTo>
                  <a:lnTo>
                    <a:pt x="233771" y="210797"/>
                  </a:lnTo>
                  <a:lnTo>
                    <a:pt x="243510" y="207884"/>
                  </a:lnTo>
                  <a:lnTo>
                    <a:pt x="253251" y="204864"/>
                  </a:lnTo>
                  <a:lnTo>
                    <a:pt x="262992" y="201741"/>
                  </a:lnTo>
                  <a:lnTo>
                    <a:pt x="272732" y="198517"/>
                  </a:lnTo>
                  <a:lnTo>
                    <a:pt x="282473" y="195197"/>
                  </a:lnTo>
                  <a:lnTo>
                    <a:pt x="292214" y="191786"/>
                  </a:lnTo>
                  <a:lnTo>
                    <a:pt x="301953" y="188286"/>
                  </a:lnTo>
                  <a:lnTo>
                    <a:pt x="311694" y="184703"/>
                  </a:lnTo>
                  <a:lnTo>
                    <a:pt x="321435" y="181040"/>
                  </a:lnTo>
                  <a:lnTo>
                    <a:pt x="331175" y="177304"/>
                  </a:lnTo>
                  <a:lnTo>
                    <a:pt x="340916" y="173497"/>
                  </a:lnTo>
                  <a:lnTo>
                    <a:pt x="350656" y="169626"/>
                  </a:lnTo>
                  <a:lnTo>
                    <a:pt x="360396" y="165695"/>
                  </a:lnTo>
                  <a:lnTo>
                    <a:pt x="370137" y="161708"/>
                  </a:lnTo>
                  <a:lnTo>
                    <a:pt x="379878" y="157670"/>
                  </a:lnTo>
                  <a:lnTo>
                    <a:pt x="389617" y="153588"/>
                  </a:lnTo>
                  <a:lnTo>
                    <a:pt x="399358" y="149465"/>
                  </a:lnTo>
                  <a:lnTo>
                    <a:pt x="409099" y="145308"/>
                  </a:lnTo>
                  <a:lnTo>
                    <a:pt x="418839" y="141122"/>
                  </a:lnTo>
                  <a:lnTo>
                    <a:pt x="428580" y="136911"/>
                  </a:lnTo>
                  <a:lnTo>
                    <a:pt x="438321" y="132681"/>
                  </a:lnTo>
                  <a:lnTo>
                    <a:pt x="448060" y="128440"/>
                  </a:lnTo>
                  <a:lnTo>
                    <a:pt x="457801" y="124189"/>
                  </a:lnTo>
                  <a:lnTo>
                    <a:pt x="467542" y="119937"/>
                  </a:lnTo>
                  <a:lnTo>
                    <a:pt x="477281" y="115688"/>
                  </a:lnTo>
                  <a:lnTo>
                    <a:pt x="487022" y="111447"/>
                  </a:lnTo>
                  <a:lnTo>
                    <a:pt x="496763" y="107222"/>
                  </a:lnTo>
                  <a:lnTo>
                    <a:pt x="506503" y="103016"/>
                  </a:lnTo>
                  <a:lnTo>
                    <a:pt x="516244" y="98834"/>
                  </a:lnTo>
                  <a:lnTo>
                    <a:pt x="525985" y="94683"/>
                  </a:lnTo>
                  <a:lnTo>
                    <a:pt x="535724" y="90568"/>
                  </a:lnTo>
                  <a:lnTo>
                    <a:pt x="545465" y="86494"/>
                  </a:lnTo>
                  <a:lnTo>
                    <a:pt x="555206" y="82466"/>
                  </a:lnTo>
                  <a:lnTo>
                    <a:pt x="564946" y="78489"/>
                  </a:lnTo>
                  <a:lnTo>
                    <a:pt x="574687" y="74568"/>
                  </a:lnTo>
                  <a:lnTo>
                    <a:pt x="584428" y="70708"/>
                  </a:lnTo>
                  <a:lnTo>
                    <a:pt x="594167" y="66913"/>
                  </a:lnTo>
                  <a:lnTo>
                    <a:pt x="603908" y="63190"/>
                  </a:lnTo>
                  <a:lnTo>
                    <a:pt x="613649" y="59539"/>
                  </a:lnTo>
                  <a:lnTo>
                    <a:pt x="623388" y="55968"/>
                  </a:lnTo>
                  <a:lnTo>
                    <a:pt x="633129" y="52482"/>
                  </a:lnTo>
                  <a:lnTo>
                    <a:pt x="642870" y="49082"/>
                  </a:lnTo>
                  <a:lnTo>
                    <a:pt x="652610" y="45773"/>
                  </a:lnTo>
                  <a:lnTo>
                    <a:pt x="662351" y="42557"/>
                  </a:lnTo>
                  <a:lnTo>
                    <a:pt x="672092" y="39442"/>
                  </a:lnTo>
                  <a:lnTo>
                    <a:pt x="681831" y="36428"/>
                  </a:lnTo>
                  <a:lnTo>
                    <a:pt x="691572" y="33518"/>
                  </a:lnTo>
                  <a:lnTo>
                    <a:pt x="701313" y="30717"/>
                  </a:lnTo>
                  <a:lnTo>
                    <a:pt x="711052" y="28026"/>
                  </a:lnTo>
                  <a:lnTo>
                    <a:pt x="720793" y="25449"/>
                  </a:lnTo>
                  <a:lnTo>
                    <a:pt x="730534" y="22988"/>
                  </a:lnTo>
                  <a:lnTo>
                    <a:pt x="740274" y="20643"/>
                  </a:lnTo>
                  <a:lnTo>
                    <a:pt x="750015" y="18420"/>
                  </a:lnTo>
                  <a:lnTo>
                    <a:pt x="759756" y="16317"/>
                  </a:lnTo>
                  <a:lnTo>
                    <a:pt x="769495" y="14339"/>
                  </a:lnTo>
                  <a:lnTo>
                    <a:pt x="779236" y="12485"/>
                  </a:lnTo>
                  <a:lnTo>
                    <a:pt x="788977" y="10757"/>
                  </a:lnTo>
                  <a:lnTo>
                    <a:pt x="798717" y="9157"/>
                  </a:lnTo>
                  <a:lnTo>
                    <a:pt x="808458" y="7685"/>
                  </a:lnTo>
                  <a:lnTo>
                    <a:pt x="818199" y="6341"/>
                  </a:lnTo>
                  <a:lnTo>
                    <a:pt x="827938" y="5127"/>
                  </a:lnTo>
                  <a:lnTo>
                    <a:pt x="837679" y="4041"/>
                  </a:lnTo>
                  <a:lnTo>
                    <a:pt x="847420" y="3086"/>
                  </a:lnTo>
                  <a:lnTo>
                    <a:pt x="857159" y="2260"/>
                  </a:lnTo>
                  <a:lnTo>
                    <a:pt x="866900" y="1563"/>
                  </a:lnTo>
                  <a:lnTo>
                    <a:pt x="876641" y="995"/>
                  </a:lnTo>
                  <a:lnTo>
                    <a:pt x="886381" y="557"/>
                  </a:lnTo>
                  <a:lnTo>
                    <a:pt x="896122" y="244"/>
                  </a:lnTo>
                  <a:lnTo>
                    <a:pt x="905863" y="60"/>
                  </a:lnTo>
                  <a:lnTo>
                    <a:pt x="915602" y="0"/>
                  </a:lnTo>
                  <a:lnTo>
                    <a:pt x="925343" y="65"/>
                  </a:lnTo>
                  <a:lnTo>
                    <a:pt x="935084" y="253"/>
                  </a:lnTo>
                  <a:lnTo>
                    <a:pt x="944824" y="562"/>
                  </a:lnTo>
                  <a:lnTo>
                    <a:pt x="954564" y="992"/>
                  </a:lnTo>
                  <a:lnTo>
                    <a:pt x="964305" y="1539"/>
                  </a:lnTo>
                  <a:lnTo>
                    <a:pt x="974045" y="2203"/>
                  </a:lnTo>
                  <a:lnTo>
                    <a:pt x="983786" y="2981"/>
                  </a:lnTo>
                  <a:lnTo>
                    <a:pt x="993522" y="3872"/>
                  </a:lnTo>
                  <a:lnTo>
                    <a:pt x="1003266" y="4872"/>
                  </a:lnTo>
                  <a:lnTo>
                    <a:pt x="1013010" y="5980"/>
                  </a:lnTo>
                  <a:lnTo>
                    <a:pt x="1022754" y="7193"/>
                  </a:lnTo>
                  <a:lnTo>
                    <a:pt x="1032483" y="8510"/>
                  </a:lnTo>
                  <a:lnTo>
                    <a:pt x="1042227" y="9926"/>
                  </a:lnTo>
                  <a:lnTo>
                    <a:pt x="1051971" y="11439"/>
                  </a:lnTo>
                  <a:lnTo>
                    <a:pt x="1061715" y="13049"/>
                  </a:lnTo>
                  <a:lnTo>
                    <a:pt x="1071444" y="14750"/>
                  </a:lnTo>
                  <a:lnTo>
                    <a:pt x="1081188" y="16539"/>
                  </a:lnTo>
                  <a:lnTo>
                    <a:pt x="1090932" y="18417"/>
                  </a:lnTo>
                  <a:lnTo>
                    <a:pt x="1100676" y="20376"/>
                  </a:lnTo>
                  <a:lnTo>
                    <a:pt x="1110405" y="22415"/>
                  </a:lnTo>
                  <a:lnTo>
                    <a:pt x="1120149" y="24533"/>
                  </a:lnTo>
                  <a:lnTo>
                    <a:pt x="1129893" y="26724"/>
                  </a:lnTo>
                  <a:lnTo>
                    <a:pt x="1139637" y="28986"/>
                  </a:lnTo>
                  <a:lnTo>
                    <a:pt x="1149381" y="31316"/>
                  </a:lnTo>
                  <a:lnTo>
                    <a:pt x="1159110" y="33710"/>
                  </a:lnTo>
                  <a:lnTo>
                    <a:pt x="1168854" y="36166"/>
                  </a:lnTo>
                  <a:lnTo>
                    <a:pt x="1178598" y="38679"/>
                  </a:lnTo>
                  <a:lnTo>
                    <a:pt x="1188341" y="41248"/>
                  </a:lnTo>
                  <a:lnTo>
                    <a:pt x="1198070" y="43867"/>
                  </a:lnTo>
                  <a:lnTo>
                    <a:pt x="1207814" y="46535"/>
                  </a:lnTo>
                  <a:lnTo>
                    <a:pt x="1217558" y="49249"/>
                  </a:lnTo>
                  <a:lnTo>
                    <a:pt x="1227302" y="52002"/>
                  </a:lnTo>
                  <a:lnTo>
                    <a:pt x="1237031" y="54794"/>
                  </a:lnTo>
                  <a:lnTo>
                    <a:pt x="1246775" y="57622"/>
                  </a:lnTo>
                  <a:lnTo>
                    <a:pt x="1256519" y="60479"/>
                  </a:lnTo>
                  <a:lnTo>
                    <a:pt x="1266263" y="63365"/>
                  </a:lnTo>
                  <a:lnTo>
                    <a:pt x="1276007" y="66277"/>
                  </a:lnTo>
                  <a:lnTo>
                    <a:pt x="1285736" y="69209"/>
                  </a:lnTo>
                  <a:lnTo>
                    <a:pt x="1295480" y="72159"/>
                  </a:lnTo>
                  <a:lnTo>
                    <a:pt x="1305224" y="75124"/>
                  </a:lnTo>
                  <a:lnTo>
                    <a:pt x="1314968" y="78099"/>
                  </a:lnTo>
                  <a:lnTo>
                    <a:pt x="1324697" y="81082"/>
                  </a:lnTo>
                  <a:lnTo>
                    <a:pt x="1334441" y="84069"/>
                  </a:lnTo>
                  <a:lnTo>
                    <a:pt x="1344185" y="87058"/>
                  </a:lnTo>
                  <a:lnTo>
                    <a:pt x="1353929" y="90043"/>
                  </a:lnTo>
                  <a:lnTo>
                    <a:pt x="1363658" y="93023"/>
                  </a:lnTo>
                  <a:lnTo>
                    <a:pt x="1373402" y="95994"/>
                  </a:lnTo>
                  <a:lnTo>
                    <a:pt x="1383146" y="98952"/>
                  </a:lnTo>
                  <a:lnTo>
                    <a:pt x="1392890" y="101893"/>
                  </a:lnTo>
                  <a:lnTo>
                    <a:pt x="1402619" y="104816"/>
                  </a:lnTo>
                  <a:lnTo>
                    <a:pt x="1412363" y="107715"/>
                  </a:lnTo>
                  <a:lnTo>
                    <a:pt x="1422106" y="110588"/>
                  </a:lnTo>
                  <a:lnTo>
                    <a:pt x="1431850" y="113430"/>
                  </a:lnTo>
                  <a:lnTo>
                    <a:pt x="1441594" y="116240"/>
                  </a:lnTo>
                  <a:lnTo>
                    <a:pt x="1451323" y="119013"/>
                  </a:lnTo>
                  <a:lnTo>
                    <a:pt x="1461067" y="121747"/>
                  </a:lnTo>
                  <a:lnTo>
                    <a:pt x="1470811" y="124436"/>
                  </a:lnTo>
                  <a:lnTo>
                    <a:pt x="1480555" y="127078"/>
                  </a:lnTo>
                  <a:lnTo>
                    <a:pt x="1490284" y="129670"/>
                  </a:lnTo>
                  <a:lnTo>
                    <a:pt x="1500028" y="132208"/>
                  </a:lnTo>
                  <a:lnTo>
                    <a:pt x="1509772" y="134688"/>
                  </a:lnTo>
                  <a:lnTo>
                    <a:pt x="1519516" y="137108"/>
                  </a:lnTo>
                  <a:lnTo>
                    <a:pt x="1529245" y="139462"/>
                  </a:lnTo>
                  <a:lnTo>
                    <a:pt x="1538989" y="141749"/>
                  </a:lnTo>
                  <a:lnTo>
                    <a:pt x="1548733" y="143966"/>
                  </a:lnTo>
                  <a:lnTo>
                    <a:pt x="1558477" y="146107"/>
                  </a:lnTo>
                  <a:lnTo>
                    <a:pt x="1568221" y="148169"/>
                  </a:lnTo>
                  <a:lnTo>
                    <a:pt x="1577950" y="150150"/>
                  </a:lnTo>
                  <a:lnTo>
                    <a:pt x="1587694" y="152047"/>
                  </a:lnTo>
                  <a:lnTo>
                    <a:pt x="1597438" y="153856"/>
                  </a:lnTo>
                  <a:lnTo>
                    <a:pt x="1607182" y="155574"/>
                  </a:lnTo>
                  <a:lnTo>
                    <a:pt x="1616911" y="157196"/>
                  </a:lnTo>
                  <a:lnTo>
                    <a:pt x="1626655" y="158722"/>
                  </a:lnTo>
                  <a:lnTo>
                    <a:pt x="1636399" y="160146"/>
                  </a:lnTo>
                  <a:lnTo>
                    <a:pt x="1646142" y="161466"/>
                  </a:lnTo>
                  <a:lnTo>
                    <a:pt x="1655872" y="162679"/>
                  </a:lnTo>
                  <a:lnTo>
                    <a:pt x="1665616" y="163783"/>
                  </a:lnTo>
                  <a:lnTo>
                    <a:pt x="1675359" y="164774"/>
                  </a:lnTo>
                  <a:lnTo>
                    <a:pt x="1685103" y="165650"/>
                  </a:lnTo>
                  <a:lnTo>
                    <a:pt x="1694832" y="166410"/>
                  </a:lnTo>
                  <a:lnTo>
                    <a:pt x="1704576" y="167047"/>
                  </a:lnTo>
                  <a:lnTo>
                    <a:pt x="1714320" y="167564"/>
                  </a:lnTo>
                  <a:lnTo>
                    <a:pt x="1724064" y="167958"/>
                  </a:lnTo>
                  <a:lnTo>
                    <a:pt x="1733808" y="168223"/>
                  </a:lnTo>
                  <a:lnTo>
                    <a:pt x="1743537" y="168363"/>
                  </a:lnTo>
                  <a:lnTo>
                    <a:pt x="1753281" y="168372"/>
                  </a:lnTo>
                  <a:lnTo>
                    <a:pt x="1763025" y="168250"/>
                  </a:lnTo>
                  <a:lnTo>
                    <a:pt x="1772769" y="167996"/>
                  </a:lnTo>
                  <a:lnTo>
                    <a:pt x="1782498" y="167611"/>
                  </a:lnTo>
                  <a:lnTo>
                    <a:pt x="1792242" y="167092"/>
                  </a:lnTo>
                  <a:lnTo>
                    <a:pt x="1801986" y="166439"/>
                  </a:lnTo>
                  <a:lnTo>
                    <a:pt x="1811730" y="165653"/>
                  </a:lnTo>
                  <a:lnTo>
                    <a:pt x="1821459" y="164734"/>
                  </a:lnTo>
                  <a:lnTo>
                    <a:pt x="1831203" y="163680"/>
                  </a:lnTo>
                  <a:lnTo>
                    <a:pt x="1840947" y="162496"/>
                  </a:lnTo>
                  <a:lnTo>
                    <a:pt x="1850691" y="161179"/>
                  </a:lnTo>
                  <a:lnTo>
                    <a:pt x="1860435" y="159732"/>
                  </a:lnTo>
                  <a:lnTo>
                    <a:pt x="1870164" y="158159"/>
                  </a:lnTo>
                  <a:lnTo>
                    <a:pt x="1879908" y="156457"/>
                  </a:lnTo>
                  <a:lnTo>
                    <a:pt x="1889652" y="154634"/>
                  </a:lnTo>
                  <a:lnTo>
                    <a:pt x="1899395" y="152689"/>
                  </a:lnTo>
                  <a:lnTo>
                    <a:pt x="1909124" y="150627"/>
                  </a:lnTo>
                  <a:lnTo>
                    <a:pt x="1918868" y="148450"/>
                  </a:lnTo>
                  <a:lnTo>
                    <a:pt x="1928612" y="146163"/>
                  </a:lnTo>
                  <a:lnTo>
                    <a:pt x="1938356" y="143769"/>
                  </a:lnTo>
                  <a:lnTo>
                    <a:pt x="1948085" y="141275"/>
                  </a:lnTo>
                  <a:lnTo>
                    <a:pt x="1957829" y="138683"/>
                  </a:lnTo>
                  <a:lnTo>
                    <a:pt x="1967573" y="135999"/>
                  </a:lnTo>
                  <a:lnTo>
                    <a:pt x="1977317" y="133231"/>
                  </a:lnTo>
                  <a:lnTo>
                    <a:pt x="1987046" y="130382"/>
                  </a:lnTo>
                  <a:lnTo>
                    <a:pt x="1996790" y="127461"/>
                  </a:lnTo>
                  <a:lnTo>
                    <a:pt x="2006534" y="124474"/>
                  </a:lnTo>
                  <a:lnTo>
                    <a:pt x="2016278" y="121425"/>
                  </a:lnTo>
                  <a:lnTo>
                    <a:pt x="2026022" y="118326"/>
                  </a:lnTo>
                  <a:lnTo>
                    <a:pt x="2035751" y="115182"/>
                  </a:lnTo>
                  <a:lnTo>
                    <a:pt x="2045495" y="112002"/>
                  </a:lnTo>
                  <a:lnTo>
                    <a:pt x="2055239" y="108794"/>
                  </a:lnTo>
                  <a:lnTo>
                    <a:pt x="2064983" y="105567"/>
                  </a:lnTo>
                  <a:lnTo>
                    <a:pt x="2074712" y="102331"/>
                  </a:lnTo>
                  <a:lnTo>
                    <a:pt x="2084456" y="99092"/>
                  </a:lnTo>
                  <a:lnTo>
                    <a:pt x="2094200" y="95863"/>
                  </a:lnTo>
                  <a:lnTo>
                    <a:pt x="2103944" y="92651"/>
                  </a:lnTo>
                  <a:lnTo>
                    <a:pt x="2113673" y="89467"/>
                  </a:lnTo>
                  <a:lnTo>
                    <a:pt x="2123417" y="86322"/>
                  </a:lnTo>
                  <a:lnTo>
                    <a:pt x="2133161" y="83224"/>
                  </a:lnTo>
                  <a:lnTo>
                    <a:pt x="2142905" y="80185"/>
                  </a:lnTo>
                  <a:lnTo>
                    <a:pt x="2152649" y="77215"/>
                  </a:lnTo>
                  <a:lnTo>
                    <a:pt x="2162377" y="74325"/>
                  </a:lnTo>
                  <a:lnTo>
                    <a:pt x="2172121" y="71524"/>
                  </a:lnTo>
                  <a:lnTo>
                    <a:pt x="2181865" y="68826"/>
                  </a:lnTo>
                  <a:lnTo>
                    <a:pt x="2191609" y="66238"/>
                  </a:lnTo>
                  <a:lnTo>
                    <a:pt x="2201338" y="63774"/>
                  </a:lnTo>
                  <a:lnTo>
                    <a:pt x="2211082" y="61442"/>
                  </a:lnTo>
                  <a:lnTo>
                    <a:pt x="2220826" y="59253"/>
                  </a:lnTo>
                  <a:lnTo>
                    <a:pt x="2230570" y="57221"/>
                  </a:lnTo>
                  <a:lnTo>
                    <a:pt x="2240299" y="55353"/>
                  </a:lnTo>
                  <a:lnTo>
                    <a:pt x="2250043" y="53659"/>
                  </a:lnTo>
                  <a:lnTo>
                    <a:pt x="2259787" y="52151"/>
                  </a:lnTo>
                  <a:lnTo>
                    <a:pt x="2269531" y="50840"/>
                  </a:lnTo>
                  <a:lnTo>
                    <a:pt x="2279260" y="49733"/>
                  </a:lnTo>
                  <a:lnTo>
                    <a:pt x="2289004" y="48842"/>
                  </a:lnTo>
                  <a:lnTo>
                    <a:pt x="2298748" y="48176"/>
                  </a:lnTo>
                  <a:lnTo>
                    <a:pt x="2308492" y="47742"/>
                  </a:lnTo>
                  <a:lnTo>
                    <a:pt x="2318236" y="47553"/>
                  </a:lnTo>
                  <a:lnTo>
                    <a:pt x="2327965" y="47614"/>
                  </a:lnTo>
                  <a:lnTo>
                    <a:pt x="2337709" y="47934"/>
                  </a:lnTo>
                  <a:lnTo>
                    <a:pt x="2347453" y="48523"/>
                  </a:lnTo>
                  <a:lnTo>
                    <a:pt x="2357197" y="49387"/>
                  </a:lnTo>
                  <a:lnTo>
                    <a:pt x="2366926" y="50533"/>
                  </a:lnTo>
                  <a:lnTo>
                    <a:pt x="2376670" y="51968"/>
                  </a:lnTo>
                  <a:lnTo>
                    <a:pt x="2386413" y="53697"/>
                  </a:lnTo>
                  <a:lnTo>
                    <a:pt x="2396157" y="55730"/>
                  </a:lnTo>
                  <a:lnTo>
                    <a:pt x="2405886" y="58069"/>
                  </a:lnTo>
                  <a:lnTo>
                    <a:pt x="2415630" y="60719"/>
                  </a:lnTo>
                  <a:lnTo>
                    <a:pt x="2425374" y="63689"/>
                  </a:lnTo>
                  <a:lnTo>
                    <a:pt x="2435118" y="66977"/>
                  </a:lnTo>
                  <a:lnTo>
                    <a:pt x="2444862" y="70591"/>
                  </a:lnTo>
                  <a:lnTo>
                    <a:pt x="2454591" y="74535"/>
                  </a:lnTo>
                  <a:lnTo>
                    <a:pt x="2464335" y="78808"/>
                  </a:lnTo>
                  <a:lnTo>
                    <a:pt x="2474079" y="83416"/>
                  </a:lnTo>
                  <a:lnTo>
                    <a:pt x="2483823" y="88358"/>
                  </a:lnTo>
                  <a:lnTo>
                    <a:pt x="2493552" y="93639"/>
                  </a:lnTo>
                  <a:lnTo>
                    <a:pt x="2503296" y="99255"/>
                  </a:lnTo>
                  <a:lnTo>
                    <a:pt x="2513040" y="105211"/>
                  </a:lnTo>
                  <a:lnTo>
                    <a:pt x="2522784" y="111504"/>
                  </a:lnTo>
                  <a:lnTo>
                    <a:pt x="2532513" y="118134"/>
                  </a:lnTo>
                  <a:lnTo>
                    <a:pt x="2542257" y="125102"/>
                  </a:lnTo>
                  <a:lnTo>
                    <a:pt x="2552001" y="132404"/>
                  </a:lnTo>
                  <a:lnTo>
                    <a:pt x="2561745" y="140040"/>
                  </a:lnTo>
                  <a:lnTo>
                    <a:pt x="2571474" y="148005"/>
                  </a:lnTo>
                  <a:lnTo>
                    <a:pt x="2581218" y="156298"/>
                  </a:lnTo>
                  <a:lnTo>
                    <a:pt x="2590962" y="164917"/>
                  </a:lnTo>
                  <a:lnTo>
                    <a:pt x="2600705" y="173855"/>
                  </a:lnTo>
                  <a:lnTo>
                    <a:pt x="2610449" y="183110"/>
                  </a:lnTo>
                  <a:lnTo>
                    <a:pt x="2620178" y="192675"/>
                  </a:lnTo>
                  <a:lnTo>
                    <a:pt x="2629922" y="202549"/>
                  </a:lnTo>
                  <a:lnTo>
                    <a:pt x="2639666" y="212723"/>
                  </a:lnTo>
                  <a:lnTo>
                    <a:pt x="2649410" y="223193"/>
                  </a:lnTo>
                  <a:lnTo>
                    <a:pt x="2659139" y="233951"/>
                  </a:lnTo>
                  <a:lnTo>
                    <a:pt x="2668883" y="244991"/>
                  </a:lnTo>
                  <a:lnTo>
                    <a:pt x="2678627" y="256307"/>
                  </a:lnTo>
                  <a:lnTo>
                    <a:pt x="2688371" y="267891"/>
                  </a:lnTo>
                  <a:lnTo>
                    <a:pt x="2698100" y="279736"/>
                  </a:lnTo>
                  <a:lnTo>
                    <a:pt x="2707844" y="291832"/>
                  </a:lnTo>
                  <a:lnTo>
                    <a:pt x="2717588" y="304172"/>
                  </a:lnTo>
                  <a:lnTo>
                    <a:pt x="2727332" y="316745"/>
                  </a:lnTo>
                  <a:lnTo>
                    <a:pt x="2737076" y="329546"/>
                  </a:lnTo>
                  <a:lnTo>
                    <a:pt x="2746805" y="342562"/>
                  </a:lnTo>
                  <a:lnTo>
                    <a:pt x="2756549" y="355785"/>
                  </a:lnTo>
                  <a:lnTo>
                    <a:pt x="2766293" y="369204"/>
                  </a:lnTo>
                  <a:lnTo>
                    <a:pt x="2776037" y="382811"/>
                  </a:lnTo>
                  <a:lnTo>
                    <a:pt x="2785766" y="396593"/>
                  </a:lnTo>
                  <a:lnTo>
                    <a:pt x="2795510" y="410540"/>
                  </a:lnTo>
                  <a:lnTo>
                    <a:pt x="2805254" y="424640"/>
                  </a:lnTo>
                  <a:lnTo>
                    <a:pt x="2814998" y="438884"/>
                  </a:lnTo>
                  <a:lnTo>
                    <a:pt x="2824727" y="453258"/>
                  </a:lnTo>
                  <a:lnTo>
                    <a:pt x="2834471" y="467753"/>
                  </a:lnTo>
                  <a:lnTo>
                    <a:pt x="2844215" y="482355"/>
                  </a:lnTo>
                  <a:lnTo>
                    <a:pt x="2853958" y="497051"/>
                  </a:lnTo>
                  <a:lnTo>
                    <a:pt x="2863687" y="511831"/>
                  </a:lnTo>
                  <a:lnTo>
                    <a:pt x="2873431" y="526680"/>
                  </a:lnTo>
                  <a:lnTo>
                    <a:pt x="2883175" y="541588"/>
                  </a:lnTo>
                  <a:lnTo>
                    <a:pt x="2892919" y="556540"/>
                  </a:lnTo>
                  <a:lnTo>
                    <a:pt x="2902663" y="571523"/>
                  </a:lnTo>
                  <a:lnTo>
                    <a:pt x="2912392" y="58652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7" name="Freeform 826">
              <a:extLst>
                <a:ext uri="{FF2B5EF4-FFF2-40B4-BE49-F238E27FC236}">
                  <a16:creationId xmlns:a16="http://schemas.microsoft.com/office/drawing/2014/main" id="{DB13AA15-04CD-CC45-5EF5-ADBCA30B53C4}"/>
                </a:ext>
              </a:extLst>
            </p:cNvPr>
            <p:cNvSpPr/>
            <p:nvPr/>
          </p:nvSpPr>
          <p:spPr>
            <a:xfrm>
              <a:off x="576446" y="2943743"/>
              <a:ext cx="2912392" cy="890970"/>
            </a:xfrm>
            <a:custGeom>
              <a:avLst/>
              <a:gdLst>
                <a:gd name="connsiteX0" fmla="*/ 0 w 2912392"/>
                <a:gd name="connsiteY0" fmla="*/ 758552 h 890970"/>
                <a:gd name="connsiteX1" fmla="*/ 9739 w 2912392"/>
                <a:gd name="connsiteY1" fmla="*/ 762707 h 890970"/>
                <a:gd name="connsiteX2" fmla="*/ 19480 w 2912392"/>
                <a:gd name="connsiteY2" fmla="*/ 766867 h 890970"/>
                <a:gd name="connsiteX3" fmla="*/ 29221 w 2912392"/>
                <a:gd name="connsiteY3" fmla="*/ 771031 h 890970"/>
                <a:gd name="connsiteX4" fmla="*/ 38961 w 2912392"/>
                <a:gd name="connsiteY4" fmla="*/ 775193 h 890970"/>
                <a:gd name="connsiteX5" fmla="*/ 48702 w 2912392"/>
                <a:gd name="connsiteY5" fmla="*/ 779351 h 890970"/>
                <a:gd name="connsiteX6" fmla="*/ 58443 w 2912392"/>
                <a:gd name="connsiteY6" fmla="*/ 783502 h 890970"/>
                <a:gd name="connsiteX7" fmla="*/ 68182 w 2912392"/>
                <a:gd name="connsiteY7" fmla="*/ 787641 h 890970"/>
                <a:gd name="connsiteX8" fmla="*/ 77923 w 2912392"/>
                <a:gd name="connsiteY8" fmla="*/ 791763 h 890970"/>
                <a:gd name="connsiteX9" fmla="*/ 87664 w 2912392"/>
                <a:gd name="connsiteY9" fmla="*/ 795865 h 890970"/>
                <a:gd name="connsiteX10" fmla="*/ 97404 w 2912392"/>
                <a:gd name="connsiteY10" fmla="*/ 799940 h 890970"/>
                <a:gd name="connsiteX11" fmla="*/ 107145 w 2912392"/>
                <a:gd name="connsiteY11" fmla="*/ 803986 h 890970"/>
                <a:gd name="connsiteX12" fmla="*/ 116886 w 2912392"/>
                <a:gd name="connsiteY12" fmla="*/ 807997 h 890970"/>
                <a:gd name="connsiteX13" fmla="*/ 126625 w 2912392"/>
                <a:gd name="connsiteY13" fmla="*/ 811968 h 890970"/>
                <a:gd name="connsiteX14" fmla="*/ 136366 w 2912392"/>
                <a:gd name="connsiteY14" fmla="*/ 815892 h 890970"/>
                <a:gd name="connsiteX15" fmla="*/ 146107 w 2912392"/>
                <a:gd name="connsiteY15" fmla="*/ 819767 h 890970"/>
                <a:gd name="connsiteX16" fmla="*/ 155846 w 2912392"/>
                <a:gd name="connsiteY16" fmla="*/ 823584 h 890970"/>
                <a:gd name="connsiteX17" fmla="*/ 165587 w 2912392"/>
                <a:gd name="connsiteY17" fmla="*/ 827342 h 890970"/>
                <a:gd name="connsiteX18" fmla="*/ 175328 w 2912392"/>
                <a:gd name="connsiteY18" fmla="*/ 831032 h 890970"/>
                <a:gd name="connsiteX19" fmla="*/ 185068 w 2912392"/>
                <a:gd name="connsiteY19" fmla="*/ 834650 h 890970"/>
                <a:gd name="connsiteX20" fmla="*/ 194809 w 2912392"/>
                <a:gd name="connsiteY20" fmla="*/ 838191 h 890970"/>
                <a:gd name="connsiteX21" fmla="*/ 204550 w 2912392"/>
                <a:gd name="connsiteY21" fmla="*/ 841649 h 890970"/>
                <a:gd name="connsiteX22" fmla="*/ 214289 w 2912392"/>
                <a:gd name="connsiteY22" fmla="*/ 845020 h 890970"/>
                <a:gd name="connsiteX23" fmla="*/ 224030 w 2912392"/>
                <a:gd name="connsiteY23" fmla="*/ 848299 h 890970"/>
                <a:gd name="connsiteX24" fmla="*/ 233771 w 2912392"/>
                <a:gd name="connsiteY24" fmla="*/ 851480 h 890970"/>
                <a:gd name="connsiteX25" fmla="*/ 243510 w 2912392"/>
                <a:gd name="connsiteY25" fmla="*/ 854559 h 890970"/>
                <a:gd name="connsiteX26" fmla="*/ 253251 w 2912392"/>
                <a:gd name="connsiteY26" fmla="*/ 857533 h 890970"/>
                <a:gd name="connsiteX27" fmla="*/ 262992 w 2912392"/>
                <a:gd name="connsiteY27" fmla="*/ 860397 h 890970"/>
                <a:gd name="connsiteX28" fmla="*/ 272732 w 2912392"/>
                <a:gd name="connsiteY28" fmla="*/ 863146 h 890970"/>
                <a:gd name="connsiteX29" fmla="*/ 282473 w 2912392"/>
                <a:gd name="connsiteY29" fmla="*/ 865778 h 890970"/>
                <a:gd name="connsiteX30" fmla="*/ 292214 w 2912392"/>
                <a:gd name="connsiteY30" fmla="*/ 868289 h 890970"/>
                <a:gd name="connsiteX31" fmla="*/ 301953 w 2912392"/>
                <a:gd name="connsiteY31" fmla="*/ 870676 h 890970"/>
                <a:gd name="connsiteX32" fmla="*/ 311694 w 2912392"/>
                <a:gd name="connsiteY32" fmla="*/ 872934 h 890970"/>
                <a:gd name="connsiteX33" fmla="*/ 321435 w 2912392"/>
                <a:gd name="connsiteY33" fmla="*/ 875065 h 890970"/>
                <a:gd name="connsiteX34" fmla="*/ 331175 w 2912392"/>
                <a:gd name="connsiteY34" fmla="*/ 877064 h 890970"/>
                <a:gd name="connsiteX35" fmla="*/ 340916 w 2912392"/>
                <a:gd name="connsiteY35" fmla="*/ 878931 h 890970"/>
                <a:gd name="connsiteX36" fmla="*/ 350656 w 2912392"/>
                <a:gd name="connsiteY36" fmla="*/ 880662 h 890970"/>
                <a:gd name="connsiteX37" fmla="*/ 360396 w 2912392"/>
                <a:gd name="connsiteY37" fmla="*/ 882260 h 890970"/>
                <a:gd name="connsiteX38" fmla="*/ 370137 w 2912392"/>
                <a:gd name="connsiteY38" fmla="*/ 883720 h 890970"/>
                <a:gd name="connsiteX39" fmla="*/ 379878 w 2912392"/>
                <a:gd name="connsiteY39" fmla="*/ 885043 h 890970"/>
                <a:gd name="connsiteX40" fmla="*/ 389617 w 2912392"/>
                <a:gd name="connsiteY40" fmla="*/ 886230 h 890970"/>
                <a:gd name="connsiteX41" fmla="*/ 399358 w 2912392"/>
                <a:gd name="connsiteY41" fmla="*/ 887282 h 890970"/>
                <a:gd name="connsiteX42" fmla="*/ 409099 w 2912392"/>
                <a:gd name="connsiteY42" fmla="*/ 888198 h 890970"/>
                <a:gd name="connsiteX43" fmla="*/ 418839 w 2912392"/>
                <a:gd name="connsiteY43" fmla="*/ 888981 h 890970"/>
                <a:gd name="connsiteX44" fmla="*/ 428580 w 2912392"/>
                <a:gd name="connsiteY44" fmla="*/ 889630 h 890970"/>
                <a:gd name="connsiteX45" fmla="*/ 438321 w 2912392"/>
                <a:gd name="connsiteY45" fmla="*/ 890150 h 890970"/>
                <a:gd name="connsiteX46" fmla="*/ 448060 w 2912392"/>
                <a:gd name="connsiteY46" fmla="*/ 890542 h 890970"/>
                <a:gd name="connsiteX47" fmla="*/ 457801 w 2912392"/>
                <a:gd name="connsiteY47" fmla="*/ 890807 h 890970"/>
                <a:gd name="connsiteX48" fmla="*/ 467542 w 2912392"/>
                <a:gd name="connsiteY48" fmla="*/ 890949 h 890970"/>
                <a:gd name="connsiteX49" fmla="*/ 477281 w 2912392"/>
                <a:gd name="connsiteY49" fmla="*/ 890971 h 890970"/>
                <a:gd name="connsiteX50" fmla="*/ 487022 w 2912392"/>
                <a:gd name="connsiteY50" fmla="*/ 890877 h 890970"/>
                <a:gd name="connsiteX51" fmla="*/ 496763 w 2912392"/>
                <a:gd name="connsiteY51" fmla="*/ 890672 h 890970"/>
                <a:gd name="connsiteX52" fmla="*/ 506503 w 2912392"/>
                <a:gd name="connsiteY52" fmla="*/ 890356 h 890970"/>
                <a:gd name="connsiteX53" fmla="*/ 516244 w 2912392"/>
                <a:gd name="connsiteY53" fmla="*/ 889937 h 890970"/>
                <a:gd name="connsiteX54" fmla="*/ 525985 w 2912392"/>
                <a:gd name="connsiteY54" fmla="*/ 889417 h 890970"/>
                <a:gd name="connsiteX55" fmla="*/ 535724 w 2912392"/>
                <a:gd name="connsiteY55" fmla="*/ 888803 h 890970"/>
                <a:gd name="connsiteX56" fmla="*/ 545465 w 2912392"/>
                <a:gd name="connsiteY56" fmla="*/ 888097 h 890970"/>
                <a:gd name="connsiteX57" fmla="*/ 555206 w 2912392"/>
                <a:gd name="connsiteY57" fmla="*/ 887307 h 890970"/>
                <a:gd name="connsiteX58" fmla="*/ 564946 w 2912392"/>
                <a:gd name="connsiteY58" fmla="*/ 886436 h 890970"/>
                <a:gd name="connsiteX59" fmla="*/ 574687 w 2912392"/>
                <a:gd name="connsiteY59" fmla="*/ 885490 h 890970"/>
                <a:gd name="connsiteX60" fmla="*/ 584428 w 2912392"/>
                <a:gd name="connsiteY60" fmla="*/ 884474 h 890970"/>
                <a:gd name="connsiteX61" fmla="*/ 594167 w 2912392"/>
                <a:gd name="connsiteY61" fmla="*/ 883393 h 890970"/>
                <a:gd name="connsiteX62" fmla="*/ 603908 w 2912392"/>
                <a:gd name="connsiteY62" fmla="*/ 882255 h 890970"/>
                <a:gd name="connsiteX63" fmla="*/ 613649 w 2912392"/>
                <a:gd name="connsiteY63" fmla="*/ 881063 h 890970"/>
                <a:gd name="connsiteX64" fmla="*/ 623388 w 2912392"/>
                <a:gd name="connsiteY64" fmla="*/ 879824 h 890970"/>
                <a:gd name="connsiteX65" fmla="*/ 633129 w 2912392"/>
                <a:gd name="connsiteY65" fmla="*/ 878542 h 890970"/>
                <a:gd name="connsiteX66" fmla="*/ 642870 w 2912392"/>
                <a:gd name="connsiteY66" fmla="*/ 877224 h 890970"/>
                <a:gd name="connsiteX67" fmla="*/ 652610 w 2912392"/>
                <a:gd name="connsiteY67" fmla="*/ 875874 h 890970"/>
                <a:gd name="connsiteX68" fmla="*/ 662351 w 2912392"/>
                <a:gd name="connsiteY68" fmla="*/ 874497 h 890970"/>
                <a:gd name="connsiteX69" fmla="*/ 672092 w 2912392"/>
                <a:gd name="connsiteY69" fmla="*/ 873101 h 890970"/>
                <a:gd name="connsiteX70" fmla="*/ 681831 w 2912392"/>
                <a:gd name="connsiteY70" fmla="*/ 871689 h 890970"/>
                <a:gd name="connsiteX71" fmla="*/ 691572 w 2912392"/>
                <a:gd name="connsiteY71" fmla="*/ 870266 h 890970"/>
                <a:gd name="connsiteX72" fmla="*/ 701313 w 2912392"/>
                <a:gd name="connsiteY72" fmla="*/ 868839 h 890970"/>
                <a:gd name="connsiteX73" fmla="*/ 711052 w 2912392"/>
                <a:gd name="connsiteY73" fmla="*/ 867408 h 890970"/>
                <a:gd name="connsiteX74" fmla="*/ 720793 w 2912392"/>
                <a:gd name="connsiteY74" fmla="*/ 865982 h 890970"/>
                <a:gd name="connsiteX75" fmla="*/ 730534 w 2912392"/>
                <a:gd name="connsiteY75" fmla="*/ 864564 h 890970"/>
                <a:gd name="connsiteX76" fmla="*/ 740274 w 2912392"/>
                <a:gd name="connsiteY76" fmla="*/ 863158 h 890970"/>
                <a:gd name="connsiteX77" fmla="*/ 750015 w 2912392"/>
                <a:gd name="connsiteY77" fmla="*/ 861768 h 890970"/>
                <a:gd name="connsiteX78" fmla="*/ 759756 w 2912392"/>
                <a:gd name="connsiteY78" fmla="*/ 860395 h 890970"/>
                <a:gd name="connsiteX79" fmla="*/ 769495 w 2912392"/>
                <a:gd name="connsiteY79" fmla="*/ 859046 h 890970"/>
                <a:gd name="connsiteX80" fmla="*/ 779236 w 2912392"/>
                <a:gd name="connsiteY80" fmla="*/ 857721 h 890970"/>
                <a:gd name="connsiteX81" fmla="*/ 788977 w 2912392"/>
                <a:gd name="connsiteY81" fmla="*/ 856426 h 890970"/>
                <a:gd name="connsiteX82" fmla="*/ 798717 w 2912392"/>
                <a:gd name="connsiteY82" fmla="*/ 855160 h 890970"/>
                <a:gd name="connsiteX83" fmla="*/ 808458 w 2912392"/>
                <a:gd name="connsiteY83" fmla="*/ 853928 h 890970"/>
                <a:gd name="connsiteX84" fmla="*/ 818199 w 2912392"/>
                <a:gd name="connsiteY84" fmla="*/ 852730 h 890970"/>
                <a:gd name="connsiteX85" fmla="*/ 827938 w 2912392"/>
                <a:gd name="connsiteY85" fmla="*/ 851568 h 890970"/>
                <a:gd name="connsiteX86" fmla="*/ 837679 w 2912392"/>
                <a:gd name="connsiteY86" fmla="*/ 850443 h 890970"/>
                <a:gd name="connsiteX87" fmla="*/ 847420 w 2912392"/>
                <a:gd name="connsiteY87" fmla="*/ 849357 h 890970"/>
                <a:gd name="connsiteX88" fmla="*/ 857159 w 2912392"/>
                <a:gd name="connsiteY88" fmla="*/ 848308 h 890970"/>
                <a:gd name="connsiteX89" fmla="*/ 866900 w 2912392"/>
                <a:gd name="connsiteY89" fmla="*/ 847299 h 890970"/>
                <a:gd name="connsiteX90" fmla="*/ 876641 w 2912392"/>
                <a:gd name="connsiteY90" fmla="*/ 846328 h 890970"/>
                <a:gd name="connsiteX91" fmla="*/ 886381 w 2912392"/>
                <a:gd name="connsiteY91" fmla="*/ 845397 h 890970"/>
                <a:gd name="connsiteX92" fmla="*/ 896122 w 2912392"/>
                <a:gd name="connsiteY92" fmla="*/ 844501 h 890970"/>
                <a:gd name="connsiteX93" fmla="*/ 905863 w 2912392"/>
                <a:gd name="connsiteY93" fmla="*/ 843643 h 890970"/>
                <a:gd name="connsiteX94" fmla="*/ 915602 w 2912392"/>
                <a:gd name="connsiteY94" fmla="*/ 842821 h 890970"/>
                <a:gd name="connsiteX95" fmla="*/ 925343 w 2912392"/>
                <a:gd name="connsiteY95" fmla="*/ 842029 h 890970"/>
                <a:gd name="connsiteX96" fmla="*/ 935084 w 2912392"/>
                <a:gd name="connsiteY96" fmla="*/ 841271 h 890970"/>
                <a:gd name="connsiteX97" fmla="*/ 944824 w 2912392"/>
                <a:gd name="connsiteY97" fmla="*/ 840541 h 890970"/>
                <a:gd name="connsiteX98" fmla="*/ 954564 w 2912392"/>
                <a:gd name="connsiteY98" fmla="*/ 839836 h 890970"/>
                <a:gd name="connsiteX99" fmla="*/ 964305 w 2912392"/>
                <a:gd name="connsiteY99" fmla="*/ 839155 h 890970"/>
                <a:gd name="connsiteX100" fmla="*/ 974045 w 2912392"/>
                <a:gd name="connsiteY100" fmla="*/ 838492 h 890970"/>
                <a:gd name="connsiteX101" fmla="*/ 983786 w 2912392"/>
                <a:gd name="connsiteY101" fmla="*/ 837847 h 890970"/>
                <a:gd name="connsiteX102" fmla="*/ 993522 w 2912392"/>
                <a:gd name="connsiteY102" fmla="*/ 837214 h 890970"/>
                <a:gd name="connsiteX103" fmla="*/ 1003266 w 2912392"/>
                <a:gd name="connsiteY103" fmla="*/ 836590 h 890970"/>
                <a:gd name="connsiteX104" fmla="*/ 1013010 w 2912392"/>
                <a:gd name="connsiteY104" fmla="*/ 835968 h 890970"/>
                <a:gd name="connsiteX105" fmla="*/ 1022754 w 2912392"/>
                <a:gd name="connsiteY105" fmla="*/ 835347 h 890970"/>
                <a:gd name="connsiteX106" fmla="*/ 1032483 w 2912392"/>
                <a:gd name="connsiteY106" fmla="*/ 834720 h 890970"/>
                <a:gd name="connsiteX107" fmla="*/ 1042227 w 2912392"/>
                <a:gd name="connsiteY107" fmla="*/ 834082 h 890970"/>
                <a:gd name="connsiteX108" fmla="*/ 1051971 w 2912392"/>
                <a:gd name="connsiteY108" fmla="*/ 833428 h 890970"/>
                <a:gd name="connsiteX109" fmla="*/ 1061715 w 2912392"/>
                <a:gd name="connsiteY109" fmla="*/ 832753 h 890970"/>
                <a:gd name="connsiteX110" fmla="*/ 1071444 w 2912392"/>
                <a:gd name="connsiteY110" fmla="*/ 832050 h 890970"/>
                <a:gd name="connsiteX111" fmla="*/ 1081188 w 2912392"/>
                <a:gd name="connsiteY111" fmla="*/ 831316 h 890970"/>
                <a:gd name="connsiteX112" fmla="*/ 1090932 w 2912392"/>
                <a:gd name="connsiteY112" fmla="*/ 830541 h 890970"/>
                <a:gd name="connsiteX113" fmla="*/ 1100676 w 2912392"/>
                <a:gd name="connsiteY113" fmla="*/ 829721 h 890970"/>
                <a:gd name="connsiteX114" fmla="*/ 1110405 w 2912392"/>
                <a:gd name="connsiteY114" fmla="*/ 828851 h 890970"/>
                <a:gd name="connsiteX115" fmla="*/ 1120149 w 2912392"/>
                <a:gd name="connsiteY115" fmla="*/ 827923 h 890970"/>
                <a:gd name="connsiteX116" fmla="*/ 1129893 w 2912392"/>
                <a:gd name="connsiteY116" fmla="*/ 826931 h 890970"/>
                <a:gd name="connsiteX117" fmla="*/ 1139637 w 2912392"/>
                <a:gd name="connsiteY117" fmla="*/ 825867 h 890970"/>
                <a:gd name="connsiteX118" fmla="*/ 1149381 w 2912392"/>
                <a:gd name="connsiteY118" fmla="*/ 824726 h 890970"/>
                <a:gd name="connsiteX119" fmla="*/ 1159110 w 2912392"/>
                <a:gd name="connsiteY119" fmla="*/ 823501 h 890970"/>
                <a:gd name="connsiteX120" fmla="*/ 1168854 w 2912392"/>
                <a:gd name="connsiteY120" fmla="*/ 822185 h 890970"/>
                <a:gd name="connsiteX121" fmla="*/ 1178598 w 2912392"/>
                <a:gd name="connsiteY121" fmla="*/ 820771 h 890970"/>
                <a:gd name="connsiteX122" fmla="*/ 1188341 w 2912392"/>
                <a:gd name="connsiteY122" fmla="*/ 819253 h 890970"/>
                <a:gd name="connsiteX123" fmla="*/ 1198070 w 2912392"/>
                <a:gd name="connsiteY123" fmla="*/ 817623 h 890970"/>
                <a:gd name="connsiteX124" fmla="*/ 1207814 w 2912392"/>
                <a:gd name="connsiteY124" fmla="*/ 815877 h 890970"/>
                <a:gd name="connsiteX125" fmla="*/ 1217558 w 2912392"/>
                <a:gd name="connsiteY125" fmla="*/ 814004 h 890970"/>
                <a:gd name="connsiteX126" fmla="*/ 1227302 w 2912392"/>
                <a:gd name="connsiteY126" fmla="*/ 812002 h 890970"/>
                <a:gd name="connsiteX127" fmla="*/ 1237031 w 2912392"/>
                <a:gd name="connsiteY127" fmla="*/ 809861 h 890970"/>
                <a:gd name="connsiteX128" fmla="*/ 1246775 w 2912392"/>
                <a:gd name="connsiteY128" fmla="*/ 807575 h 890970"/>
                <a:gd name="connsiteX129" fmla="*/ 1256519 w 2912392"/>
                <a:gd name="connsiteY129" fmla="*/ 805141 h 890970"/>
                <a:gd name="connsiteX130" fmla="*/ 1266263 w 2912392"/>
                <a:gd name="connsiteY130" fmla="*/ 802549 h 890970"/>
                <a:gd name="connsiteX131" fmla="*/ 1276007 w 2912392"/>
                <a:gd name="connsiteY131" fmla="*/ 799794 h 890970"/>
                <a:gd name="connsiteX132" fmla="*/ 1285736 w 2912392"/>
                <a:gd name="connsiteY132" fmla="*/ 796871 h 890970"/>
                <a:gd name="connsiteX133" fmla="*/ 1295480 w 2912392"/>
                <a:gd name="connsiteY133" fmla="*/ 793773 h 890970"/>
                <a:gd name="connsiteX134" fmla="*/ 1305224 w 2912392"/>
                <a:gd name="connsiteY134" fmla="*/ 790495 h 890970"/>
                <a:gd name="connsiteX135" fmla="*/ 1314968 w 2912392"/>
                <a:gd name="connsiteY135" fmla="*/ 787033 h 890970"/>
                <a:gd name="connsiteX136" fmla="*/ 1324697 w 2912392"/>
                <a:gd name="connsiteY136" fmla="*/ 783380 h 890970"/>
                <a:gd name="connsiteX137" fmla="*/ 1334441 w 2912392"/>
                <a:gd name="connsiteY137" fmla="*/ 779533 h 890970"/>
                <a:gd name="connsiteX138" fmla="*/ 1344185 w 2912392"/>
                <a:gd name="connsiteY138" fmla="*/ 775486 h 890970"/>
                <a:gd name="connsiteX139" fmla="*/ 1353929 w 2912392"/>
                <a:gd name="connsiteY139" fmla="*/ 771237 h 890970"/>
                <a:gd name="connsiteX140" fmla="*/ 1363658 w 2912392"/>
                <a:gd name="connsiteY140" fmla="*/ 766779 h 890970"/>
                <a:gd name="connsiteX141" fmla="*/ 1373402 w 2912392"/>
                <a:gd name="connsiteY141" fmla="*/ 762111 h 890970"/>
                <a:gd name="connsiteX142" fmla="*/ 1383146 w 2912392"/>
                <a:gd name="connsiteY142" fmla="*/ 757229 h 890970"/>
                <a:gd name="connsiteX143" fmla="*/ 1392890 w 2912392"/>
                <a:gd name="connsiteY143" fmla="*/ 752130 h 890970"/>
                <a:gd name="connsiteX144" fmla="*/ 1402619 w 2912392"/>
                <a:gd name="connsiteY144" fmla="*/ 746811 h 890970"/>
                <a:gd name="connsiteX145" fmla="*/ 1412363 w 2912392"/>
                <a:gd name="connsiteY145" fmla="*/ 741271 h 890970"/>
                <a:gd name="connsiteX146" fmla="*/ 1422106 w 2912392"/>
                <a:gd name="connsiteY146" fmla="*/ 735508 h 890970"/>
                <a:gd name="connsiteX147" fmla="*/ 1431850 w 2912392"/>
                <a:gd name="connsiteY147" fmla="*/ 729518 h 890970"/>
                <a:gd name="connsiteX148" fmla="*/ 1441594 w 2912392"/>
                <a:gd name="connsiteY148" fmla="*/ 723305 h 890970"/>
                <a:gd name="connsiteX149" fmla="*/ 1451323 w 2912392"/>
                <a:gd name="connsiteY149" fmla="*/ 716865 h 890970"/>
                <a:gd name="connsiteX150" fmla="*/ 1461067 w 2912392"/>
                <a:gd name="connsiteY150" fmla="*/ 710199 h 890970"/>
                <a:gd name="connsiteX151" fmla="*/ 1470811 w 2912392"/>
                <a:gd name="connsiteY151" fmla="*/ 703306 h 890970"/>
                <a:gd name="connsiteX152" fmla="*/ 1480555 w 2912392"/>
                <a:gd name="connsiteY152" fmla="*/ 696189 h 890970"/>
                <a:gd name="connsiteX153" fmla="*/ 1490284 w 2912392"/>
                <a:gd name="connsiteY153" fmla="*/ 688848 h 890970"/>
                <a:gd name="connsiteX154" fmla="*/ 1500028 w 2912392"/>
                <a:gd name="connsiteY154" fmla="*/ 681286 h 890970"/>
                <a:gd name="connsiteX155" fmla="*/ 1509772 w 2912392"/>
                <a:gd name="connsiteY155" fmla="*/ 673503 h 890970"/>
                <a:gd name="connsiteX156" fmla="*/ 1519516 w 2912392"/>
                <a:gd name="connsiteY156" fmla="*/ 665502 h 890970"/>
                <a:gd name="connsiteX157" fmla="*/ 1529245 w 2912392"/>
                <a:gd name="connsiteY157" fmla="*/ 657288 h 890970"/>
                <a:gd name="connsiteX158" fmla="*/ 1538989 w 2912392"/>
                <a:gd name="connsiteY158" fmla="*/ 648864 h 890970"/>
                <a:gd name="connsiteX159" fmla="*/ 1548733 w 2912392"/>
                <a:gd name="connsiteY159" fmla="*/ 640233 h 890970"/>
                <a:gd name="connsiteX160" fmla="*/ 1558477 w 2912392"/>
                <a:gd name="connsiteY160" fmla="*/ 631399 h 890970"/>
                <a:gd name="connsiteX161" fmla="*/ 1568221 w 2912392"/>
                <a:gd name="connsiteY161" fmla="*/ 622369 h 890970"/>
                <a:gd name="connsiteX162" fmla="*/ 1577950 w 2912392"/>
                <a:gd name="connsiteY162" fmla="*/ 613147 h 890970"/>
                <a:gd name="connsiteX163" fmla="*/ 1587694 w 2912392"/>
                <a:gd name="connsiteY163" fmla="*/ 603740 h 890970"/>
                <a:gd name="connsiteX164" fmla="*/ 1597438 w 2912392"/>
                <a:gd name="connsiteY164" fmla="*/ 594152 h 890970"/>
                <a:gd name="connsiteX165" fmla="*/ 1607182 w 2912392"/>
                <a:gd name="connsiteY165" fmla="*/ 584390 h 890970"/>
                <a:gd name="connsiteX166" fmla="*/ 1616911 w 2912392"/>
                <a:gd name="connsiteY166" fmla="*/ 574463 h 890970"/>
                <a:gd name="connsiteX167" fmla="*/ 1626655 w 2912392"/>
                <a:gd name="connsiteY167" fmla="*/ 564378 h 890970"/>
                <a:gd name="connsiteX168" fmla="*/ 1636399 w 2912392"/>
                <a:gd name="connsiteY168" fmla="*/ 554141 h 890970"/>
                <a:gd name="connsiteX169" fmla="*/ 1646142 w 2912392"/>
                <a:gd name="connsiteY169" fmla="*/ 543761 h 890970"/>
                <a:gd name="connsiteX170" fmla="*/ 1655872 w 2912392"/>
                <a:gd name="connsiteY170" fmla="*/ 533248 h 890970"/>
                <a:gd name="connsiteX171" fmla="*/ 1665616 w 2912392"/>
                <a:gd name="connsiteY171" fmla="*/ 522609 h 890970"/>
                <a:gd name="connsiteX172" fmla="*/ 1675359 w 2912392"/>
                <a:gd name="connsiteY172" fmla="*/ 511851 h 890970"/>
                <a:gd name="connsiteX173" fmla="*/ 1685103 w 2912392"/>
                <a:gd name="connsiteY173" fmla="*/ 500990 h 890970"/>
                <a:gd name="connsiteX174" fmla="*/ 1694832 w 2912392"/>
                <a:gd name="connsiteY174" fmla="*/ 490029 h 890970"/>
                <a:gd name="connsiteX175" fmla="*/ 1704576 w 2912392"/>
                <a:gd name="connsiteY175" fmla="*/ 478981 h 890970"/>
                <a:gd name="connsiteX176" fmla="*/ 1714320 w 2912392"/>
                <a:gd name="connsiteY176" fmla="*/ 467856 h 890970"/>
                <a:gd name="connsiteX177" fmla="*/ 1724064 w 2912392"/>
                <a:gd name="connsiteY177" fmla="*/ 456664 h 890970"/>
                <a:gd name="connsiteX178" fmla="*/ 1733808 w 2912392"/>
                <a:gd name="connsiteY178" fmla="*/ 445416 h 890970"/>
                <a:gd name="connsiteX179" fmla="*/ 1743537 w 2912392"/>
                <a:gd name="connsiteY179" fmla="*/ 434121 h 890970"/>
                <a:gd name="connsiteX180" fmla="*/ 1753281 w 2912392"/>
                <a:gd name="connsiteY180" fmla="*/ 422790 h 890970"/>
                <a:gd name="connsiteX181" fmla="*/ 1763025 w 2912392"/>
                <a:gd name="connsiteY181" fmla="*/ 411434 h 890970"/>
                <a:gd name="connsiteX182" fmla="*/ 1772769 w 2912392"/>
                <a:gd name="connsiteY182" fmla="*/ 400066 h 890970"/>
                <a:gd name="connsiteX183" fmla="*/ 1782498 w 2912392"/>
                <a:gd name="connsiteY183" fmla="*/ 388694 h 890970"/>
                <a:gd name="connsiteX184" fmla="*/ 1792242 w 2912392"/>
                <a:gd name="connsiteY184" fmla="*/ 377329 h 890970"/>
                <a:gd name="connsiteX185" fmla="*/ 1801986 w 2912392"/>
                <a:gd name="connsiteY185" fmla="*/ 365983 h 890970"/>
                <a:gd name="connsiteX186" fmla="*/ 1811730 w 2912392"/>
                <a:gd name="connsiteY186" fmla="*/ 354667 h 890970"/>
                <a:gd name="connsiteX187" fmla="*/ 1821459 w 2912392"/>
                <a:gd name="connsiteY187" fmla="*/ 343393 h 890970"/>
                <a:gd name="connsiteX188" fmla="*/ 1831203 w 2912392"/>
                <a:gd name="connsiteY188" fmla="*/ 332168 h 890970"/>
                <a:gd name="connsiteX189" fmla="*/ 1840947 w 2912392"/>
                <a:gd name="connsiteY189" fmla="*/ 321006 h 890970"/>
                <a:gd name="connsiteX190" fmla="*/ 1850691 w 2912392"/>
                <a:gd name="connsiteY190" fmla="*/ 309915 h 890970"/>
                <a:gd name="connsiteX191" fmla="*/ 1860435 w 2912392"/>
                <a:gd name="connsiteY191" fmla="*/ 298908 h 890970"/>
                <a:gd name="connsiteX192" fmla="*/ 1870164 w 2912392"/>
                <a:gd name="connsiteY192" fmla="*/ 287993 h 890970"/>
                <a:gd name="connsiteX193" fmla="*/ 1879908 w 2912392"/>
                <a:gd name="connsiteY193" fmla="*/ 277179 h 890970"/>
                <a:gd name="connsiteX194" fmla="*/ 1889652 w 2912392"/>
                <a:gd name="connsiteY194" fmla="*/ 266479 h 890970"/>
                <a:gd name="connsiteX195" fmla="*/ 1899395 w 2912392"/>
                <a:gd name="connsiteY195" fmla="*/ 255900 h 890970"/>
                <a:gd name="connsiteX196" fmla="*/ 1909124 w 2912392"/>
                <a:gd name="connsiteY196" fmla="*/ 245452 h 890970"/>
                <a:gd name="connsiteX197" fmla="*/ 1918868 w 2912392"/>
                <a:gd name="connsiteY197" fmla="*/ 235143 h 890970"/>
                <a:gd name="connsiteX198" fmla="*/ 1928612 w 2912392"/>
                <a:gd name="connsiteY198" fmla="*/ 224984 h 890970"/>
                <a:gd name="connsiteX199" fmla="*/ 1938356 w 2912392"/>
                <a:gd name="connsiteY199" fmla="*/ 214980 h 890970"/>
                <a:gd name="connsiteX200" fmla="*/ 1948085 w 2912392"/>
                <a:gd name="connsiteY200" fmla="*/ 205143 h 890970"/>
                <a:gd name="connsiteX201" fmla="*/ 1957829 w 2912392"/>
                <a:gd name="connsiteY201" fmla="*/ 195478 h 890970"/>
                <a:gd name="connsiteX202" fmla="*/ 1967573 w 2912392"/>
                <a:gd name="connsiteY202" fmla="*/ 185993 h 890970"/>
                <a:gd name="connsiteX203" fmla="*/ 1977317 w 2912392"/>
                <a:gd name="connsiteY203" fmla="*/ 176696 h 890970"/>
                <a:gd name="connsiteX204" fmla="*/ 1987046 w 2912392"/>
                <a:gd name="connsiteY204" fmla="*/ 167593 h 890970"/>
                <a:gd name="connsiteX205" fmla="*/ 1996790 w 2912392"/>
                <a:gd name="connsiteY205" fmla="*/ 158691 h 890970"/>
                <a:gd name="connsiteX206" fmla="*/ 2006534 w 2912392"/>
                <a:gd name="connsiteY206" fmla="*/ 149996 h 890970"/>
                <a:gd name="connsiteX207" fmla="*/ 2016278 w 2912392"/>
                <a:gd name="connsiteY207" fmla="*/ 141512 h 890970"/>
                <a:gd name="connsiteX208" fmla="*/ 2026022 w 2912392"/>
                <a:gd name="connsiteY208" fmla="*/ 133246 h 890970"/>
                <a:gd name="connsiteX209" fmla="*/ 2035751 w 2912392"/>
                <a:gd name="connsiteY209" fmla="*/ 125205 h 890970"/>
                <a:gd name="connsiteX210" fmla="*/ 2045495 w 2912392"/>
                <a:gd name="connsiteY210" fmla="*/ 117391 h 890970"/>
                <a:gd name="connsiteX211" fmla="*/ 2055239 w 2912392"/>
                <a:gd name="connsiteY211" fmla="*/ 109807 h 890970"/>
                <a:gd name="connsiteX212" fmla="*/ 2064983 w 2912392"/>
                <a:gd name="connsiteY212" fmla="*/ 102462 h 890970"/>
                <a:gd name="connsiteX213" fmla="*/ 2074712 w 2912392"/>
                <a:gd name="connsiteY213" fmla="*/ 95355 h 890970"/>
                <a:gd name="connsiteX214" fmla="*/ 2084456 w 2912392"/>
                <a:gd name="connsiteY214" fmla="*/ 88492 h 890970"/>
                <a:gd name="connsiteX215" fmla="*/ 2094200 w 2912392"/>
                <a:gd name="connsiteY215" fmla="*/ 81876 h 890970"/>
                <a:gd name="connsiteX216" fmla="*/ 2103944 w 2912392"/>
                <a:gd name="connsiteY216" fmla="*/ 75508 h 890970"/>
                <a:gd name="connsiteX217" fmla="*/ 2113673 w 2912392"/>
                <a:gd name="connsiteY217" fmla="*/ 69392 h 890970"/>
                <a:gd name="connsiteX218" fmla="*/ 2123417 w 2912392"/>
                <a:gd name="connsiteY218" fmla="*/ 63529 h 890970"/>
                <a:gd name="connsiteX219" fmla="*/ 2133161 w 2912392"/>
                <a:gd name="connsiteY219" fmla="*/ 57923 h 890970"/>
                <a:gd name="connsiteX220" fmla="*/ 2142905 w 2912392"/>
                <a:gd name="connsiteY220" fmla="*/ 52573 h 890970"/>
                <a:gd name="connsiteX221" fmla="*/ 2152649 w 2912392"/>
                <a:gd name="connsiteY221" fmla="*/ 47482 h 890970"/>
                <a:gd name="connsiteX222" fmla="*/ 2162377 w 2912392"/>
                <a:gd name="connsiteY222" fmla="*/ 42650 h 890970"/>
                <a:gd name="connsiteX223" fmla="*/ 2172121 w 2912392"/>
                <a:gd name="connsiteY223" fmla="*/ 38079 h 890970"/>
                <a:gd name="connsiteX224" fmla="*/ 2181865 w 2912392"/>
                <a:gd name="connsiteY224" fmla="*/ 33769 h 890970"/>
                <a:gd name="connsiteX225" fmla="*/ 2191609 w 2912392"/>
                <a:gd name="connsiteY225" fmla="*/ 29719 h 890970"/>
                <a:gd name="connsiteX226" fmla="*/ 2201338 w 2912392"/>
                <a:gd name="connsiteY226" fmla="*/ 25932 h 890970"/>
                <a:gd name="connsiteX227" fmla="*/ 2211082 w 2912392"/>
                <a:gd name="connsiteY227" fmla="*/ 22405 h 890970"/>
                <a:gd name="connsiteX228" fmla="*/ 2220826 w 2912392"/>
                <a:gd name="connsiteY228" fmla="*/ 19141 h 890970"/>
                <a:gd name="connsiteX229" fmla="*/ 2230570 w 2912392"/>
                <a:gd name="connsiteY229" fmla="*/ 16136 h 890970"/>
                <a:gd name="connsiteX230" fmla="*/ 2240299 w 2912392"/>
                <a:gd name="connsiteY230" fmla="*/ 13391 h 890970"/>
                <a:gd name="connsiteX231" fmla="*/ 2250043 w 2912392"/>
                <a:gd name="connsiteY231" fmla="*/ 10906 h 890970"/>
                <a:gd name="connsiteX232" fmla="*/ 2259787 w 2912392"/>
                <a:gd name="connsiteY232" fmla="*/ 8679 h 890970"/>
                <a:gd name="connsiteX233" fmla="*/ 2269531 w 2912392"/>
                <a:gd name="connsiteY233" fmla="*/ 6709 h 890970"/>
                <a:gd name="connsiteX234" fmla="*/ 2279260 w 2912392"/>
                <a:gd name="connsiteY234" fmla="*/ 4994 h 890970"/>
                <a:gd name="connsiteX235" fmla="*/ 2289004 w 2912392"/>
                <a:gd name="connsiteY235" fmla="*/ 3534 h 890970"/>
                <a:gd name="connsiteX236" fmla="*/ 2298748 w 2912392"/>
                <a:gd name="connsiteY236" fmla="*/ 2329 h 890970"/>
                <a:gd name="connsiteX237" fmla="*/ 2308492 w 2912392"/>
                <a:gd name="connsiteY237" fmla="*/ 1374 h 890970"/>
                <a:gd name="connsiteX238" fmla="*/ 2318236 w 2912392"/>
                <a:gd name="connsiteY238" fmla="*/ 667 h 890970"/>
                <a:gd name="connsiteX239" fmla="*/ 2327965 w 2912392"/>
                <a:gd name="connsiteY239" fmla="*/ 212 h 890970"/>
                <a:gd name="connsiteX240" fmla="*/ 2337709 w 2912392"/>
                <a:gd name="connsiteY240" fmla="*/ 0 h 890970"/>
                <a:gd name="connsiteX241" fmla="*/ 2347453 w 2912392"/>
                <a:gd name="connsiteY241" fmla="*/ 33 h 890970"/>
                <a:gd name="connsiteX242" fmla="*/ 2357197 w 2912392"/>
                <a:gd name="connsiteY242" fmla="*/ 307 h 890970"/>
                <a:gd name="connsiteX243" fmla="*/ 2366926 w 2912392"/>
                <a:gd name="connsiteY243" fmla="*/ 822 h 890970"/>
                <a:gd name="connsiteX244" fmla="*/ 2376670 w 2912392"/>
                <a:gd name="connsiteY244" fmla="*/ 1575 h 890970"/>
                <a:gd name="connsiteX245" fmla="*/ 2386413 w 2912392"/>
                <a:gd name="connsiteY245" fmla="*/ 2561 h 890970"/>
                <a:gd name="connsiteX246" fmla="*/ 2396157 w 2912392"/>
                <a:gd name="connsiteY246" fmla="*/ 3781 h 890970"/>
                <a:gd name="connsiteX247" fmla="*/ 2405886 w 2912392"/>
                <a:gd name="connsiteY247" fmla="*/ 5233 h 890970"/>
                <a:gd name="connsiteX248" fmla="*/ 2415630 w 2912392"/>
                <a:gd name="connsiteY248" fmla="*/ 6910 h 890970"/>
                <a:gd name="connsiteX249" fmla="*/ 2425374 w 2912392"/>
                <a:gd name="connsiteY249" fmla="*/ 8814 h 890970"/>
                <a:gd name="connsiteX250" fmla="*/ 2435118 w 2912392"/>
                <a:gd name="connsiteY250" fmla="*/ 10939 h 890970"/>
                <a:gd name="connsiteX251" fmla="*/ 2444862 w 2912392"/>
                <a:gd name="connsiteY251" fmla="*/ 13284 h 890970"/>
                <a:gd name="connsiteX252" fmla="*/ 2454591 w 2912392"/>
                <a:gd name="connsiteY252" fmla="*/ 15847 h 890970"/>
                <a:gd name="connsiteX253" fmla="*/ 2464335 w 2912392"/>
                <a:gd name="connsiteY253" fmla="*/ 18622 h 890970"/>
                <a:gd name="connsiteX254" fmla="*/ 2474079 w 2912392"/>
                <a:gd name="connsiteY254" fmla="*/ 21609 h 890970"/>
                <a:gd name="connsiteX255" fmla="*/ 2483823 w 2912392"/>
                <a:gd name="connsiteY255" fmla="*/ 24805 h 890970"/>
                <a:gd name="connsiteX256" fmla="*/ 2493552 w 2912392"/>
                <a:gd name="connsiteY256" fmla="*/ 28204 h 890970"/>
                <a:gd name="connsiteX257" fmla="*/ 2503296 w 2912392"/>
                <a:gd name="connsiteY257" fmla="*/ 31805 h 890970"/>
                <a:gd name="connsiteX258" fmla="*/ 2513040 w 2912392"/>
                <a:gd name="connsiteY258" fmla="*/ 35606 h 890970"/>
                <a:gd name="connsiteX259" fmla="*/ 2522784 w 2912392"/>
                <a:gd name="connsiteY259" fmla="*/ 39600 h 890970"/>
                <a:gd name="connsiteX260" fmla="*/ 2532513 w 2912392"/>
                <a:gd name="connsiteY260" fmla="*/ 43787 h 890970"/>
                <a:gd name="connsiteX261" fmla="*/ 2542257 w 2912392"/>
                <a:gd name="connsiteY261" fmla="*/ 48161 h 890970"/>
                <a:gd name="connsiteX262" fmla="*/ 2552001 w 2912392"/>
                <a:gd name="connsiteY262" fmla="*/ 52722 h 890970"/>
                <a:gd name="connsiteX263" fmla="*/ 2561745 w 2912392"/>
                <a:gd name="connsiteY263" fmla="*/ 57462 h 890970"/>
                <a:gd name="connsiteX264" fmla="*/ 2571474 w 2912392"/>
                <a:gd name="connsiteY264" fmla="*/ 62381 h 890970"/>
                <a:gd name="connsiteX265" fmla="*/ 2581218 w 2912392"/>
                <a:gd name="connsiteY265" fmla="*/ 67473 h 890970"/>
                <a:gd name="connsiteX266" fmla="*/ 2590962 w 2912392"/>
                <a:gd name="connsiteY266" fmla="*/ 72735 h 890970"/>
                <a:gd name="connsiteX267" fmla="*/ 2600705 w 2912392"/>
                <a:gd name="connsiteY267" fmla="*/ 78163 h 890970"/>
                <a:gd name="connsiteX268" fmla="*/ 2610449 w 2912392"/>
                <a:gd name="connsiteY268" fmla="*/ 83755 h 890970"/>
                <a:gd name="connsiteX269" fmla="*/ 2620178 w 2912392"/>
                <a:gd name="connsiteY269" fmla="*/ 89503 h 890970"/>
                <a:gd name="connsiteX270" fmla="*/ 2629922 w 2912392"/>
                <a:gd name="connsiteY270" fmla="*/ 95407 h 890970"/>
                <a:gd name="connsiteX271" fmla="*/ 2639666 w 2912392"/>
                <a:gd name="connsiteY271" fmla="*/ 101461 h 890970"/>
                <a:gd name="connsiteX272" fmla="*/ 2649410 w 2912392"/>
                <a:gd name="connsiteY272" fmla="*/ 107660 h 890970"/>
                <a:gd name="connsiteX273" fmla="*/ 2659139 w 2912392"/>
                <a:gd name="connsiteY273" fmla="*/ 114001 h 890970"/>
                <a:gd name="connsiteX274" fmla="*/ 2668883 w 2912392"/>
                <a:gd name="connsiteY274" fmla="*/ 120481 h 890970"/>
                <a:gd name="connsiteX275" fmla="*/ 2678627 w 2912392"/>
                <a:gd name="connsiteY275" fmla="*/ 127093 h 890970"/>
                <a:gd name="connsiteX276" fmla="*/ 2688371 w 2912392"/>
                <a:gd name="connsiteY276" fmla="*/ 133835 h 890970"/>
                <a:gd name="connsiteX277" fmla="*/ 2698100 w 2912392"/>
                <a:gd name="connsiteY277" fmla="*/ 140700 h 890970"/>
                <a:gd name="connsiteX278" fmla="*/ 2707844 w 2912392"/>
                <a:gd name="connsiteY278" fmla="*/ 147686 h 890970"/>
                <a:gd name="connsiteX279" fmla="*/ 2717588 w 2912392"/>
                <a:gd name="connsiteY279" fmla="*/ 154787 h 890970"/>
                <a:gd name="connsiteX280" fmla="*/ 2727332 w 2912392"/>
                <a:gd name="connsiteY280" fmla="*/ 162000 h 890970"/>
                <a:gd name="connsiteX281" fmla="*/ 2737076 w 2912392"/>
                <a:gd name="connsiteY281" fmla="*/ 169318 h 890970"/>
                <a:gd name="connsiteX282" fmla="*/ 2746805 w 2912392"/>
                <a:gd name="connsiteY282" fmla="*/ 176739 h 890970"/>
                <a:gd name="connsiteX283" fmla="*/ 2756549 w 2912392"/>
                <a:gd name="connsiteY283" fmla="*/ 184257 h 890970"/>
                <a:gd name="connsiteX284" fmla="*/ 2766293 w 2912392"/>
                <a:gd name="connsiteY284" fmla="*/ 191868 h 890970"/>
                <a:gd name="connsiteX285" fmla="*/ 2776037 w 2912392"/>
                <a:gd name="connsiteY285" fmla="*/ 199564 h 890970"/>
                <a:gd name="connsiteX286" fmla="*/ 2785766 w 2912392"/>
                <a:gd name="connsiteY286" fmla="*/ 207346 h 890970"/>
                <a:gd name="connsiteX287" fmla="*/ 2795510 w 2912392"/>
                <a:gd name="connsiteY287" fmla="*/ 215205 h 890970"/>
                <a:gd name="connsiteX288" fmla="*/ 2805254 w 2912392"/>
                <a:gd name="connsiteY288" fmla="*/ 223139 h 890970"/>
                <a:gd name="connsiteX289" fmla="*/ 2814998 w 2912392"/>
                <a:gd name="connsiteY289" fmla="*/ 231141 h 890970"/>
                <a:gd name="connsiteX290" fmla="*/ 2824727 w 2912392"/>
                <a:gd name="connsiteY290" fmla="*/ 239208 h 890970"/>
                <a:gd name="connsiteX291" fmla="*/ 2834471 w 2912392"/>
                <a:gd name="connsiteY291" fmla="*/ 247334 h 890970"/>
                <a:gd name="connsiteX292" fmla="*/ 2844215 w 2912392"/>
                <a:gd name="connsiteY292" fmla="*/ 255515 h 890970"/>
                <a:gd name="connsiteX293" fmla="*/ 2853958 w 2912392"/>
                <a:gd name="connsiteY293" fmla="*/ 263746 h 890970"/>
                <a:gd name="connsiteX294" fmla="*/ 2863687 w 2912392"/>
                <a:gd name="connsiteY294" fmla="*/ 272023 h 890970"/>
                <a:gd name="connsiteX295" fmla="*/ 2873431 w 2912392"/>
                <a:gd name="connsiteY295" fmla="*/ 280339 h 890970"/>
                <a:gd name="connsiteX296" fmla="*/ 2883175 w 2912392"/>
                <a:gd name="connsiteY296" fmla="*/ 288693 h 890970"/>
                <a:gd name="connsiteX297" fmla="*/ 2892919 w 2912392"/>
                <a:gd name="connsiteY297" fmla="*/ 297078 h 890970"/>
                <a:gd name="connsiteX298" fmla="*/ 2902663 w 2912392"/>
                <a:gd name="connsiteY298" fmla="*/ 305490 h 890970"/>
                <a:gd name="connsiteX299" fmla="*/ 2912392 w 2912392"/>
                <a:gd name="connsiteY299" fmla="*/ 313925 h 890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90970">
                  <a:moveTo>
                    <a:pt x="0" y="758552"/>
                  </a:moveTo>
                  <a:lnTo>
                    <a:pt x="9739" y="762707"/>
                  </a:lnTo>
                  <a:lnTo>
                    <a:pt x="19480" y="766867"/>
                  </a:lnTo>
                  <a:lnTo>
                    <a:pt x="29221" y="771031"/>
                  </a:lnTo>
                  <a:lnTo>
                    <a:pt x="38961" y="775193"/>
                  </a:lnTo>
                  <a:lnTo>
                    <a:pt x="48702" y="779351"/>
                  </a:lnTo>
                  <a:lnTo>
                    <a:pt x="58443" y="783502"/>
                  </a:lnTo>
                  <a:lnTo>
                    <a:pt x="68182" y="787641"/>
                  </a:lnTo>
                  <a:lnTo>
                    <a:pt x="77923" y="791763"/>
                  </a:lnTo>
                  <a:lnTo>
                    <a:pt x="87664" y="795865"/>
                  </a:lnTo>
                  <a:lnTo>
                    <a:pt x="97404" y="799940"/>
                  </a:lnTo>
                  <a:lnTo>
                    <a:pt x="107145" y="803986"/>
                  </a:lnTo>
                  <a:lnTo>
                    <a:pt x="116886" y="807997"/>
                  </a:lnTo>
                  <a:lnTo>
                    <a:pt x="126625" y="811968"/>
                  </a:lnTo>
                  <a:lnTo>
                    <a:pt x="136366" y="815892"/>
                  </a:lnTo>
                  <a:lnTo>
                    <a:pt x="146107" y="819767"/>
                  </a:lnTo>
                  <a:lnTo>
                    <a:pt x="155846" y="823584"/>
                  </a:lnTo>
                  <a:lnTo>
                    <a:pt x="165587" y="827342"/>
                  </a:lnTo>
                  <a:lnTo>
                    <a:pt x="175328" y="831032"/>
                  </a:lnTo>
                  <a:lnTo>
                    <a:pt x="185068" y="834650"/>
                  </a:lnTo>
                  <a:lnTo>
                    <a:pt x="194809" y="838191"/>
                  </a:lnTo>
                  <a:lnTo>
                    <a:pt x="204550" y="841649"/>
                  </a:lnTo>
                  <a:lnTo>
                    <a:pt x="214289" y="845020"/>
                  </a:lnTo>
                  <a:lnTo>
                    <a:pt x="224030" y="848299"/>
                  </a:lnTo>
                  <a:lnTo>
                    <a:pt x="233771" y="851480"/>
                  </a:lnTo>
                  <a:lnTo>
                    <a:pt x="243510" y="854559"/>
                  </a:lnTo>
                  <a:lnTo>
                    <a:pt x="253251" y="857533"/>
                  </a:lnTo>
                  <a:lnTo>
                    <a:pt x="262992" y="860397"/>
                  </a:lnTo>
                  <a:lnTo>
                    <a:pt x="272732" y="863146"/>
                  </a:lnTo>
                  <a:lnTo>
                    <a:pt x="282473" y="865778"/>
                  </a:lnTo>
                  <a:lnTo>
                    <a:pt x="292214" y="868289"/>
                  </a:lnTo>
                  <a:lnTo>
                    <a:pt x="301953" y="870676"/>
                  </a:lnTo>
                  <a:lnTo>
                    <a:pt x="311694" y="872934"/>
                  </a:lnTo>
                  <a:lnTo>
                    <a:pt x="321435" y="875065"/>
                  </a:lnTo>
                  <a:lnTo>
                    <a:pt x="331175" y="877064"/>
                  </a:lnTo>
                  <a:lnTo>
                    <a:pt x="340916" y="878931"/>
                  </a:lnTo>
                  <a:lnTo>
                    <a:pt x="350656" y="880662"/>
                  </a:lnTo>
                  <a:lnTo>
                    <a:pt x="360396" y="882260"/>
                  </a:lnTo>
                  <a:lnTo>
                    <a:pt x="370137" y="883720"/>
                  </a:lnTo>
                  <a:lnTo>
                    <a:pt x="379878" y="885043"/>
                  </a:lnTo>
                  <a:lnTo>
                    <a:pt x="389617" y="886230"/>
                  </a:lnTo>
                  <a:lnTo>
                    <a:pt x="399358" y="887282"/>
                  </a:lnTo>
                  <a:lnTo>
                    <a:pt x="409099" y="888198"/>
                  </a:lnTo>
                  <a:lnTo>
                    <a:pt x="418839" y="888981"/>
                  </a:lnTo>
                  <a:lnTo>
                    <a:pt x="428580" y="889630"/>
                  </a:lnTo>
                  <a:lnTo>
                    <a:pt x="438321" y="890150"/>
                  </a:lnTo>
                  <a:lnTo>
                    <a:pt x="448060" y="890542"/>
                  </a:lnTo>
                  <a:lnTo>
                    <a:pt x="457801" y="890807"/>
                  </a:lnTo>
                  <a:lnTo>
                    <a:pt x="467542" y="890949"/>
                  </a:lnTo>
                  <a:lnTo>
                    <a:pt x="477281" y="890971"/>
                  </a:lnTo>
                  <a:lnTo>
                    <a:pt x="487022" y="890877"/>
                  </a:lnTo>
                  <a:lnTo>
                    <a:pt x="496763" y="890672"/>
                  </a:lnTo>
                  <a:lnTo>
                    <a:pt x="506503" y="890356"/>
                  </a:lnTo>
                  <a:lnTo>
                    <a:pt x="516244" y="889937"/>
                  </a:lnTo>
                  <a:lnTo>
                    <a:pt x="525985" y="889417"/>
                  </a:lnTo>
                  <a:lnTo>
                    <a:pt x="535724" y="888803"/>
                  </a:lnTo>
                  <a:lnTo>
                    <a:pt x="545465" y="888097"/>
                  </a:lnTo>
                  <a:lnTo>
                    <a:pt x="555206" y="887307"/>
                  </a:lnTo>
                  <a:lnTo>
                    <a:pt x="564946" y="886436"/>
                  </a:lnTo>
                  <a:lnTo>
                    <a:pt x="574687" y="885490"/>
                  </a:lnTo>
                  <a:lnTo>
                    <a:pt x="584428" y="884474"/>
                  </a:lnTo>
                  <a:lnTo>
                    <a:pt x="594167" y="883393"/>
                  </a:lnTo>
                  <a:lnTo>
                    <a:pt x="603908" y="882255"/>
                  </a:lnTo>
                  <a:lnTo>
                    <a:pt x="613649" y="881063"/>
                  </a:lnTo>
                  <a:lnTo>
                    <a:pt x="623388" y="879824"/>
                  </a:lnTo>
                  <a:lnTo>
                    <a:pt x="633129" y="878542"/>
                  </a:lnTo>
                  <a:lnTo>
                    <a:pt x="642870" y="877224"/>
                  </a:lnTo>
                  <a:lnTo>
                    <a:pt x="652610" y="875874"/>
                  </a:lnTo>
                  <a:lnTo>
                    <a:pt x="662351" y="874497"/>
                  </a:lnTo>
                  <a:lnTo>
                    <a:pt x="672092" y="873101"/>
                  </a:lnTo>
                  <a:lnTo>
                    <a:pt x="681831" y="871689"/>
                  </a:lnTo>
                  <a:lnTo>
                    <a:pt x="691572" y="870266"/>
                  </a:lnTo>
                  <a:lnTo>
                    <a:pt x="701313" y="868839"/>
                  </a:lnTo>
                  <a:lnTo>
                    <a:pt x="711052" y="867408"/>
                  </a:lnTo>
                  <a:lnTo>
                    <a:pt x="720793" y="865982"/>
                  </a:lnTo>
                  <a:lnTo>
                    <a:pt x="730534" y="864564"/>
                  </a:lnTo>
                  <a:lnTo>
                    <a:pt x="740274" y="863158"/>
                  </a:lnTo>
                  <a:lnTo>
                    <a:pt x="750015" y="861768"/>
                  </a:lnTo>
                  <a:lnTo>
                    <a:pt x="759756" y="860395"/>
                  </a:lnTo>
                  <a:lnTo>
                    <a:pt x="769495" y="859046"/>
                  </a:lnTo>
                  <a:lnTo>
                    <a:pt x="779236" y="857721"/>
                  </a:lnTo>
                  <a:lnTo>
                    <a:pt x="788977" y="856426"/>
                  </a:lnTo>
                  <a:lnTo>
                    <a:pt x="798717" y="855160"/>
                  </a:lnTo>
                  <a:lnTo>
                    <a:pt x="808458" y="853928"/>
                  </a:lnTo>
                  <a:lnTo>
                    <a:pt x="818199" y="852730"/>
                  </a:lnTo>
                  <a:lnTo>
                    <a:pt x="827938" y="851568"/>
                  </a:lnTo>
                  <a:lnTo>
                    <a:pt x="837679" y="850443"/>
                  </a:lnTo>
                  <a:lnTo>
                    <a:pt x="847420" y="849357"/>
                  </a:lnTo>
                  <a:lnTo>
                    <a:pt x="857159" y="848308"/>
                  </a:lnTo>
                  <a:lnTo>
                    <a:pt x="866900" y="847299"/>
                  </a:lnTo>
                  <a:lnTo>
                    <a:pt x="876641" y="846328"/>
                  </a:lnTo>
                  <a:lnTo>
                    <a:pt x="886381" y="845397"/>
                  </a:lnTo>
                  <a:lnTo>
                    <a:pt x="896122" y="844501"/>
                  </a:lnTo>
                  <a:lnTo>
                    <a:pt x="905863" y="843643"/>
                  </a:lnTo>
                  <a:lnTo>
                    <a:pt x="915602" y="842821"/>
                  </a:lnTo>
                  <a:lnTo>
                    <a:pt x="925343" y="842029"/>
                  </a:lnTo>
                  <a:lnTo>
                    <a:pt x="935084" y="841271"/>
                  </a:lnTo>
                  <a:lnTo>
                    <a:pt x="944824" y="840541"/>
                  </a:lnTo>
                  <a:lnTo>
                    <a:pt x="954564" y="839836"/>
                  </a:lnTo>
                  <a:lnTo>
                    <a:pt x="964305" y="839155"/>
                  </a:lnTo>
                  <a:lnTo>
                    <a:pt x="974045" y="838492"/>
                  </a:lnTo>
                  <a:lnTo>
                    <a:pt x="983786" y="837847"/>
                  </a:lnTo>
                  <a:lnTo>
                    <a:pt x="993522" y="837214"/>
                  </a:lnTo>
                  <a:lnTo>
                    <a:pt x="1003266" y="836590"/>
                  </a:lnTo>
                  <a:lnTo>
                    <a:pt x="1013010" y="835968"/>
                  </a:lnTo>
                  <a:lnTo>
                    <a:pt x="1022754" y="835347"/>
                  </a:lnTo>
                  <a:lnTo>
                    <a:pt x="1032483" y="834720"/>
                  </a:lnTo>
                  <a:lnTo>
                    <a:pt x="1042227" y="834082"/>
                  </a:lnTo>
                  <a:lnTo>
                    <a:pt x="1051971" y="833428"/>
                  </a:lnTo>
                  <a:lnTo>
                    <a:pt x="1061715" y="832753"/>
                  </a:lnTo>
                  <a:lnTo>
                    <a:pt x="1071444" y="832050"/>
                  </a:lnTo>
                  <a:lnTo>
                    <a:pt x="1081188" y="831316"/>
                  </a:lnTo>
                  <a:lnTo>
                    <a:pt x="1090932" y="830541"/>
                  </a:lnTo>
                  <a:lnTo>
                    <a:pt x="1100676" y="829721"/>
                  </a:lnTo>
                  <a:lnTo>
                    <a:pt x="1110405" y="828851"/>
                  </a:lnTo>
                  <a:lnTo>
                    <a:pt x="1120149" y="827923"/>
                  </a:lnTo>
                  <a:lnTo>
                    <a:pt x="1129893" y="826931"/>
                  </a:lnTo>
                  <a:lnTo>
                    <a:pt x="1139637" y="825867"/>
                  </a:lnTo>
                  <a:lnTo>
                    <a:pt x="1149381" y="824726"/>
                  </a:lnTo>
                  <a:lnTo>
                    <a:pt x="1159110" y="823501"/>
                  </a:lnTo>
                  <a:lnTo>
                    <a:pt x="1168854" y="822185"/>
                  </a:lnTo>
                  <a:lnTo>
                    <a:pt x="1178598" y="820771"/>
                  </a:lnTo>
                  <a:lnTo>
                    <a:pt x="1188341" y="819253"/>
                  </a:lnTo>
                  <a:lnTo>
                    <a:pt x="1198070" y="817623"/>
                  </a:lnTo>
                  <a:lnTo>
                    <a:pt x="1207814" y="815877"/>
                  </a:lnTo>
                  <a:lnTo>
                    <a:pt x="1217558" y="814004"/>
                  </a:lnTo>
                  <a:lnTo>
                    <a:pt x="1227302" y="812002"/>
                  </a:lnTo>
                  <a:lnTo>
                    <a:pt x="1237031" y="809861"/>
                  </a:lnTo>
                  <a:lnTo>
                    <a:pt x="1246775" y="807575"/>
                  </a:lnTo>
                  <a:lnTo>
                    <a:pt x="1256519" y="805141"/>
                  </a:lnTo>
                  <a:lnTo>
                    <a:pt x="1266263" y="802549"/>
                  </a:lnTo>
                  <a:lnTo>
                    <a:pt x="1276007" y="799794"/>
                  </a:lnTo>
                  <a:lnTo>
                    <a:pt x="1285736" y="796871"/>
                  </a:lnTo>
                  <a:lnTo>
                    <a:pt x="1295480" y="793773"/>
                  </a:lnTo>
                  <a:lnTo>
                    <a:pt x="1305224" y="790495"/>
                  </a:lnTo>
                  <a:lnTo>
                    <a:pt x="1314968" y="787033"/>
                  </a:lnTo>
                  <a:lnTo>
                    <a:pt x="1324697" y="783380"/>
                  </a:lnTo>
                  <a:lnTo>
                    <a:pt x="1334441" y="779533"/>
                  </a:lnTo>
                  <a:lnTo>
                    <a:pt x="1344185" y="775486"/>
                  </a:lnTo>
                  <a:lnTo>
                    <a:pt x="1353929" y="771237"/>
                  </a:lnTo>
                  <a:lnTo>
                    <a:pt x="1363658" y="766779"/>
                  </a:lnTo>
                  <a:lnTo>
                    <a:pt x="1373402" y="762111"/>
                  </a:lnTo>
                  <a:lnTo>
                    <a:pt x="1383146" y="757229"/>
                  </a:lnTo>
                  <a:lnTo>
                    <a:pt x="1392890" y="752130"/>
                  </a:lnTo>
                  <a:lnTo>
                    <a:pt x="1402619" y="746811"/>
                  </a:lnTo>
                  <a:lnTo>
                    <a:pt x="1412363" y="741271"/>
                  </a:lnTo>
                  <a:lnTo>
                    <a:pt x="1422106" y="735508"/>
                  </a:lnTo>
                  <a:lnTo>
                    <a:pt x="1431850" y="729518"/>
                  </a:lnTo>
                  <a:lnTo>
                    <a:pt x="1441594" y="723305"/>
                  </a:lnTo>
                  <a:lnTo>
                    <a:pt x="1451323" y="716865"/>
                  </a:lnTo>
                  <a:lnTo>
                    <a:pt x="1461067" y="710199"/>
                  </a:lnTo>
                  <a:lnTo>
                    <a:pt x="1470811" y="703306"/>
                  </a:lnTo>
                  <a:lnTo>
                    <a:pt x="1480555" y="696189"/>
                  </a:lnTo>
                  <a:lnTo>
                    <a:pt x="1490284" y="688848"/>
                  </a:lnTo>
                  <a:lnTo>
                    <a:pt x="1500028" y="681286"/>
                  </a:lnTo>
                  <a:lnTo>
                    <a:pt x="1509772" y="673503"/>
                  </a:lnTo>
                  <a:lnTo>
                    <a:pt x="1519516" y="665502"/>
                  </a:lnTo>
                  <a:lnTo>
                    <a:pt x="1529245" y="657288"/>
                  </a:lnTo>
                  <a:lnTo>
                    <a:pt x="1538989" y="648864"/>
                  </a:lnTo>
                  <a:lnTo>
                    <a:pt x="1548733" y="640233"/>
                  </a:lnTo>
                  <a:lnTo>
                    <a:pt x="1558477" y="631399"/>
                  </a:lnTo>
                  <a:lnTo>
                    <a:pt x="1568221" y="622369"/>
                  </a:lnTo>
                  <a:lnTo>
                    <a:pt x="1577950" y="613147"/>
                  </a:lnTo>
                  <a:lnTo>
                    <a:pt x="1587694" y="603740"/>
                  </a:lnTo>
                  <a:lnTo>
                    <a:pt x="1597438" y="594152"/>
                  </a:lnTo>
                  <a:lnTo>
                    <a:pt x="1607182" y="584390"/>
                  </a:lnTo>
                  <a:lnTo>
                    <a:pt x="1616911" y="574463"/>
                  </a:lnTo>
                  <a:lnTo>
                    <a:pt x="1626655" y="564378"/>
                  </a:lnTo>
                  <a:lnTo>
                    <a:pt x="1636399" y="554141"/>
                  </a:lnTo>
                  <a:lnTo>
                    <a:pt x="1646142" y="543761"/>
                  </a:lnTo>
                  <a:lnTo>
                    <a:pt x="1655872" y="533248"/>
                  </a:lnTo>
                  <a:lnTo>
                    <a:pt x="1665616" y="522609"/>
                  </a:lnTo>
                  <a:lnTo>
                    <a:pt x="1675359" y="511851"/>
                  </a:lnTo>
                  <a:lnTo>
                    <a:pt x="1685103" y="500990"/>
                  </a:lnTo>
                  <a:lnTo>
                    <a:pt x="1694832" y="490029"/>
                  </a:lnTo>
                  <a:lnTo>
                    <a:pt x="1704576" y="478981"/>
                  </a:lnTo>
                  <a:lnTo>
                    <a:pt x="1714320" y="467856"/>
                  </a:lnTo>
                  <a:lnTo>
                    <a:pt x="1724064" y="456664"/>
                  </a:lnTo>
                  <a:lnTo>
                    <a:pt x="1733808" y="445416"/>
                  </a:lnTo>
                  <a:lnTo>
                    <a:pt x="1743537" y="434121"/>
                  </a:lnTo>
                  <a:lnTo>
                    <a:pt x="1753281" y="422790"/>
                  </a:lnTo>
                  <a:lnTo>
                    <a:pt x="1763025" y="411434"/>
                  </a:lnTo>
                  <a:lnTo>
                    <a:pt x="1772769" y="400066"/>
                  </a:lnTo>
                  <a:lnTo>
                    <a:pt x="1782498" y="388694"/>
                  </a:lnTo>
                  <a:lnTo>
                    <a:pt x="1792242" y="377329"/>
                  </a:lnTo>
                  <a:lnTo>
                    <a:pt x="1801986" y="365983"/>
                  </a:lnTo>
                  <a:lnTo>
                    <a:pt x="1811730" y="354667"/>
                  </a:lnTo>
                  <a:lnTo>
                    <a:pt x="1821459" y="343393"/>
                  </a:lnTo>
                  <a:lnTo>
                    <a:pt x="1831203" y="332168"/>
                  </a:lnTo>
                  <a:lnTo>
                    <a:pt x="1840947" y="321006"/>
                  </a:lnTo>
                  <a:lnTo>
                    <a:pt x="1850691" y="309915"/>
                  </a:lnTo>
                  <a:lnTo>
                    <a:pt x="1860435" y="298908"/>
                  </a:lnTo>
                  <a:lnTo>
                    <a:pt x="1870164" y="287993"/>
                  </a:lnTo>
                  <a:lnTo>
                    <a:pt x="1879908" y="277179"/>
                  </a:lnTo>
                  <a:lnTo>
                    <a:pt x="1889652" y="266479"/>
                  </a:lnTo>
                  <a:lnTo>
                    <a:pt x="1899395" y="255900"/>
                  </a:lnTo>
                  <a:lnTo>
                    <a:pt x="1909124" y="245452"/>
                  </a:lnTo>
                  <a:lnTo>
                    <a:pt x="1918868" y="235143"/>
                  </a:lnTo>
                  <a:lnTo>
                    <a:pt x="1928612" y="224984"/>
                  </a:lnTo>
                  <a:lnTo>
                    <a:pt x="1938356" y="214980"/>
                  </a:lnTo>
                  <a:lnTo>
                    <a:pt x="1948085" y="205143"/>
                  </a:lnTo>
                  <a:lnTo>
                    <a:pt x="1957829" y="195478"/>
                  </a:lnTo>
                  <a:lnTo>
                    <a:pt x="1967573" y="185993"/>
                  </a:lnTo>
                  <a:lnTo>
                    <a:pt x="1977317" y="176696"/>
                  </a:lnTo>
                  <a:lnTo>
                    <a:pt x="1987046" y="167593"/>
                  </a:lnTo>
                  <a:lnTo>
                    <a:pt x="1996790" y="158691"/>
                  </a:lnTo>
                  <a:lnTo>
                    <a:pt x="2006534" y="149996"/>
                  </a:lnTo>
                  <a:lnTo>
                    <a:pt x="2016278" y="141512"/>
                  </a:lnTo>
                  <a:lnTo>
                    <a:pt x="2026022" y="133246"/>
                  </a:lnTo>
                  <a:lnTo>
                    <a:pt x="2035751" y="125205"/>
                  </a:lnTo>
                  <a:lnTo>
                    <a:pt x="2045495" y="117391"/>
                  </a:lnTo>
                  <a:lnTo>
                    <a:pt x="2055239" y="109807"/>
                  </a:lnTo>
                  <a:lnTo>
                    <a:pt x="2064983" y="102462"/>
                  </a:lnTo>
                  <a:lnTo>
                    <a:pt x="2074712" y="95355"/>
                  </a:lnTo>
                  <a:lnTo>
                    <a:pt x="2084456" y="88492"/>
                  </a:lnTo>
                  <a:lnTo>
                    <a:pt x="2094200" y="81876"/>
                  </a:lnTo>
                  <a:lnTo>
                    <a:pt x="2103944" y="75508"/>
                  </a:lnTo>
                  <a:lnTo>
                    <a:pt x="2113673" y="69392"/>
                  </a:lnTo>
                  <a:lnTo>
                    <a:pt x="2123417" y="63529"/>
                  </a:lnTo>
                  <a:lnTo>
                    <a:pt x="2133161" y="57923"/>
                  </a:lnTo>
                  <a:lnTo>
                    <a:pt x="2142905" y="52573"/>
                  </a:lnTo>
                  <a:lnTo>
                    <a:pt x="2152649" y="47482"/>
                  </a:lnTo>
                  <a:lnTo>
                    <a:pt x="2162377" y="42650"/>
                  </a:lnTo>
                  <a:lnTo>
                    <a:pt x="2172121" y="38079"/>
                  </a:lnTo>
                  <a:lnTo>
                    <a:pt x="2181865" y="33769"/>
                  </a:lnTo>
                  <a:lnTo>
                    <a:pt x="2191609" y="29719"/>
                  </a:lnTo>
                  <a:lnTo>
                    <a:pt x="2201338" y="25932"/>
                  </a:lnTo>
                  <a:lnTo>
                    <a:pt x="2211082" y="22405"/>
                  </a:lnTo>
                  <a:lnTo>
                    <a:pt x="2220826" y="19141"/>
                  </a:lnTo>
                  <a:lnTo>
                    <a:pt x="2230570" y="16136"/>
                  </a:lnTo>
                  <a:lnTo>
                    <a:pt x="2240299" y="13391"/>
                  </a:lnTo>
                  <a:lnTo>
                    <a:pt x="2250043" y="10906"/>
                  </a:lnTo>
                  <a:lnTo>
                    <a:pt x="2259787" y="8679"/>
                  </a:lnTo>
                  <a:lnTo>
                    <a:pt x="2269531" y="6709"/>
                  </a:lnTo>
                  <a:lnTo>
                    <a:pt x="2279260" y="4994"/>
                  </a:lnTo>
                  <a:lnTo>
                    <a:pt x="2289004" y="3534"/>
                  </a:lnTo>
                  <a:lnTo>
                    <a:pt x="2298748" y="2329"/>
                  </a:lnTo>
                  <a:lnTo>
                    <a:pt x="2308492" y="1374"/>
                  </a:lnTo>
                  <a:lnTo>
                    <a:pt x="2318236" y="667"/>
                  </a:lnTo>
                  <a:lnTo>
                    <a:pt x="2327965" y="212"/>
                  </a:lnTo>
                  <a:lnTo>
                    <a:pt x="2337709" y="0"/>
                  </a:lnTo>
                  <a:lnTo>
                    <a:pt x="2347453" y="33"/>
                  </a:lnTo>
                  <a:lnTo>
                    <a:pt x="2357197" y="307"/>
                  </a:lnTo>
                  <a:lnTo>
                    <a:pt x="2366926" y="822"/>
                  </a:lnTo>
                  <a:lnTo>
                    <a:pt x="2376670" y="1575"/>
                  </a:lnTo>
                  <a:lnTo>
                    <a:pt x="2386413" y="2561"/>
                  </a:lnTo>
                  <a:lnTo>
                    <a:pt x="2396157" y="3781"/>
                  </a:lnTo>
                  <a:lnTo>
                    <a:pt x="2405886" y="5233"/>
                  </a:lnTo>
                  <a:lnTo>
                    <a:pt x="2415630" y="6910"/>
                  </a:lnTo>
                  <a:lnTo>
                    <a:pt x="2425374" y="8814"/>
                  </a:lnTo>
                  <a:lnTo>
                    <a:pt x="2435118" y="10939"/>
                  </a:lnTo>
                  <a:lnTo>
                    <a:pt x="2444862" y="13284"/>
                  </a:lnTo>
                  <a:lnTo>
                    <a:pt x="2454591" y="15847"/>
                  </a:lnTo>
                  <a:lnTo>
                    <a:pt x="2464335" y="18622"/>
                  </a:lnTo>
                  <a:lnTo>
                    <a:pt x="2474079" y="21609"/>
                  </a:lnTo>
                  <a:lnTo>
                    <a:pt x="2483823" y="24805"/>
                  </a:lnTo>
                  <a:lnTo>
                    <a:pt x="2493552" y="28204"/>
                  </a:lnTo>
                  <a:lnTo>
                    <a:pt x="2503296" y="31805"/>
                  </a:lnTo>
                  <a:lnTo>
                    <a:pt x="2513040" y="35606"/>
                  </a:lnTo>
                  <a:lnTo>
                    <a:pt x="2522784" y="39600"/>
                  </a:lnTo>
                  <a:lnTo>
                    <a:pt x="2532513" y="43787"/>
                  </a:lnTo>
                  <a:lnTo>
                    <a:pt x="2542257" y="48161"/>
                  </a:lnTo>
                  <a:lnTo>
                    <a:pt x="2552001" y="52722"/>
                  </a:lnTo>
                  <a:lnTo>
                    <a:pt x="2561745" y="57462"/>
                  </a:lnTo>
                  <a:lnTo>
                    <a:pt x="2571474" y="62381"/>
                  </a:lnTo>
                  <a:lnTo>
                    <a:pt x="2581218" y="67473"/>
                  </a:lnTo>
                  <a:lnTo>
                    <a:pt x="2590962" y="72735"/>
                  </a:lnTo>
                  <a:lnTo>
                    <a:pt x="2600705" y="78163"/>
                  </a:lnTo>
                  <a:lnTo>
                    <a:pt x="2610449" y="83755"/>
                  </a:lnTo>
                  <a:lnTo>
                    <a:pt x="2620178" y="89503"/>
                  </a:lnTo>
                  <a:lnTo>
                    <a:pt x="2629922" y="95407"/>
                  </a:lnTo>
                  <a:lnTo>
                    <a:pt x="2639666" y="101461"/>
                  </a:lnTo>
                  <a:lnTo>
                    <a:pt x="2649410" y="107660"/>
                  </a:lnTo>
                  <a:lnTo>
                    <a:pt x="2659139" y="114001"/>
                  </a:lnTo>
                  <a:lnTo>
                    <a:pt x="2668883" y="120481"/>
                  </a:lnTo>
                  <a:lnTo>
                    <a:pt x="2678627" y="127093"/>
                  </a:lnTo>
                  <a:lnTo>
                    <a:pt x="2688371" y="133835"/>
                  </a:lnTo>
                  <a:lnTo>
                    <a:pt x="2698100" y="140700"/>
                  </a:lnTo>
                  <a:lnTo>
                    <a:pt x="2707844" y="147686"/>
                  </a:lnTo>
                  <a:lnTo>
                    <a:pt x="2717588" y="154787"/>
                  </a:lnTo>
                  <a:lnTo>
                    <a:pt x="2727332" y="162000"/>
                  </a:lnTo>
                  <a:lnTo>
                    <a:pt x="2737076" y="169318"/>
                  </a:lnTo>
                  <a:lnTo>
                    <a:pt x="2746805" y="176739"/>
                  </a:lnTo>
                  <a:lnTo>
                    <a:pt x="2756549" y="184257"/>
                  </a:lnTo>
                  <a:lnTo>
                    <a:pt x="2766293" y="191868"/>
                  </a:lnTo>
                  <a:lnTo>
                    <a:pt x="2776037" y="199564"/>
                  </a:lnTo>
                  <a:lnTo>
                    <a:pt x="2785766" y="207346"/>
                  </a:lnTo>
                  <a:lnTo>
                    <a:pt x="2795510" y="215205"/>
                  </a:lnTo>
                  <a:lnTo>
                    <a:pt x="2805254" y="223139"/>
                  </a:lnTo>
                  <a:lnTo>
                    <a:pt x="2814998" y="231141"/>
                  </a:lnTo>
                  <a:lnTo>
                    <a:pt x="2824727" y="239208"/>
                  </a:lnTo>
                  <a:lnTo>
                    <a:pt x="2834471" y="247334"/>
                  </a:lnTo>
                  <a:lnTo>
                    <a:pt x="2844215" y="255515"/>
                  </a:lnTo>
                  <a:lnTo>
                    <a:pt x="2853958" y="263746"/>
                  </a:lnTo>
                  <a:lnTo>
                    <a:pt x="2863687" y="272023"/>
                  </a:lnTo>
                  <a:lnTo>
                    <a:pt x="2873431" y="280339"/>
                  </a:lnTo>
                  <a:lnTo>
                    <a:pt x="2883175" y="288693"/>
                  </a:lnTo>
                  <a:lnTo>
                    <a:pt x="2892919" y="297078"/>
                  </a:lnTo>
                  <a:lnTo>
                    <a:pt x="2902663" y="305490"/>
                  </a:lnTo>
                  <a:lnTo>
                    <a:pt x="2912392" y="31392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8" name="Freeform 827">
              <a:extLst>
                <a:ext uri="{FF2B5EF4-FFF2-40B4-BE49-F238E27FC236}">
                  <a16:creationId xmlns:a16="http://schemas.microsoft.com/office/drawing/2014/main" id="{2B676D08-CDD1-0FEC-AA6A-B0207475AF50}"/>
                </a:ext>
              </a:extLst>
            </p:cNvPr>
            <p:cNvSpPr/>
            <p:nvPr/>
          </p:nvSpPr>
          <p:spPr>
            <a:xfrm>
              <a:off x="576446" y="3191143"/>
              <a:ext cx="2912392" cy="916498"/>
            </a:xfrm>
            <a:custGeom>
              <a:avLst/>
              <a:gdLst>
                <a:gd name="connsiteX0" fmla="*/ 0 w 2912392"/>
                <a:gd name="connsiteY0" fmla="*/ 124137 h 916498"/>
                <a:gd name="connsiteX1" fmla="*/ 9739 w 2912392"/>
                <a:gd name="connsiteY1" fmla="*/ 127847 h 916498"/>
                <a:gd name="connsiteX2" fmla="*/ 19480 w 2912392"/>
                <a:gd name="connsiteY2" fmla="*/ 131630 h 916498"/>
                <a:gd name="connsiteX3" fmla="*/ 29221 w 2912392"/>
                <a:gd name="connsiteY3" fmla="*/ 135481 h 916498"/>
                <a:gd name="connsiteX4" fmla="*/ 38961 w 2912392"/>
                <a:gd name="connsiteY4" fmla="*/ 139392 h 916498"/>
                <a:gd name="connsiteX5" fmla="*/ 48702 w 2912392"/>
                <a:gd name="connsiteY5" fmla="*/ 143355 h 916498"/>
                <a:gd name="connsiteX6" fmla="*/ 58443 w 2912392"/>
                <a:gd name="connsiteY6" fmla="*/ 147364 h 916498"/>
                <a:gd name="connsiteX7" fmla="*/ 68182 w 2912392"/>
                <a:gd name="connsiteY7" fmla="*/ 151412 h 916498"/>
                <a:gd name="connsiteX8" fmla="*/ 77923 w 2912392"/>
                <a:gd name="connsiteY8" fmla="*/ 155490 h 916498"/>
                <a:gd name="connsiteX9" fmla="*/ 87664 w 2912392"/>
                <a:gd name="connsiteY9" fmla="*/ 159592 h 916498"/>
                <a:gd name="connsiteX10" fmla="*/ 97404 w 2912392"/>
                <a:gd name="connsiteY10" fmla="*/ 163711 h 916498"/>
                <a:gd name="connsiteX11" fmla="*/ 107145 w 2912392"/>
                <a:gd name="connsiteY11" fmla="*/ 167843 h 916498"/>
                <a:gd name="connsiteX12" fmla="*/ 116886 w 2912392"/>
                <a:gd name="connsiteY12" fmla="*/ 171976 h 916498"/>
                <a:gd name="connsiteX13" fmla="*/ 126625 w 2912392"/>
                <a:gd name="connsiteY13" fmla="*/ 176107 h 916498"/>
                <a:gd name="connsiteX14" fmla="*/ 136366 w 2912392"/>
                <a:gd name="connsiteY14" fmla="*/ 180230 h 916498"/>
                <a:gd name="connsiteX15" fmla="*/ 146107 w 2912392"/>
                <a:gd name="connsiteY15" fmla="*/ 184336 h 916498"/>
                <a:gd name="connsiteX16" fmla="*/ 155846 w 2912392"/>
                <a:gd name="connsiteY16" fmla="*/ 188423 h 916498"/>
                <a:gd name="connsiteX17" fmla="*/ 165587 w 2912392"/>
                <a:gd name="connsiteY17" fmla="*/ 192480 h 916498"/>
                <a:gd name="connsiteX18" fmla="*/ 175328 w 2912392"/>
                <a:gd name="connsiteY18" fmla="*/ 196506 h 916498"/>
                <a:gd name="connsiteX19" fmla="*/ 185068 w 2912392"/>
                <a:gd name="connsiteY19" fmla="*/ 200493 h 916498"/>
                <a:gd name="connsiteX20" fmla="*/ 194809 w 2912392"/>
                <a:gd name="connsiteY20" fmla="*/ 204435 h 916498"/>
                <a:gd name="connsiteX21" fmla="*/ 204550 w 2912392"/>
                <a:gd name="connsiteY21" fmla="*/ 208328 h 916498"/>
                <a:gd name="connsiteX22" fmla="*/ 214289 w 2912392"/>
                <a:gd name="connsiteY22" fmla="*/ 212166 h 916498"/>
                <a:gd name="connsiteX23" fmla="*/ 224030 w 2912392"/>
                <a:gd name="connsiteY23" fmla="*/ 215944 h 916498"/>
                <a:gd name="connsiteX24" fmla="*/ 233771 w 2912392"/>
                <a:gd name="connsiteY24" fmla="*/ 219659 h 916498"/>
                <a:gd name="connsiteX25" fmla="*/ 243510 w 2912392"/>
                <a:gd name="connsiteY25" fmla="*/ 223304 h 916498"/>
                <a:gd name="connsiteX26" fmla="*/ 253251 w 2912392"/>
                <a:gd name="connsiteY26" fmla="*/ 226876 h 916498"/>
                <a:gd name="connsiteX27" fmla="*/ 262992 w 2912392"/>
                <a:gd name="connsiteY27" fmla="*/ 230370 h 916498"/>
                <a:gd name="connsiteX28" fmla="*/ 272732 w 2912392"/>
                <a:gd name="connsiteY28" fmla="*/ 233781 h 916498"/>
                <a:gd name="connsiteX29" fmla="*/ 282473 w 2912392"/>
                <a:gd name="connsiteY29" fmla="*/ 237108 h 916498"/>
                <a:gd name="connsiteX30" fmla="*/ 292214 w 2912392"/>
                <a:gd name="connsiteY30" fmla="*/ 240343 h 916498"/>
                <a:gd name="connsiteX31" fmla="*/ 301953 w 2912392"/>
                <a:gd name="connsiteY31" fmla="*/ 243485 h 916498"/>
                <a:gd name="connsiteX32" fmla="*/ 311694 w 2912392"/>
                <a:gd name="connsiteY32" fmla="*/ 246529 h 916498"/>
                <a:gd name="connsiteX33" fmla="*/ 321435 w 2912392"/>
                <a:gd name="connsiteY33" fmla="*/ 249472 h 916498"/>
                <a:gd name="connsiteX34" fmla="*/ 331175 w 2912392"/>
                <a:gd name="connsiteY34" fmla="*/ 252308 h 916498"/>
                <a:gd name="connsiteX35" fmla="*/ 340916 w 2912392"/>
                <a:gd name="connsiteY35" fmla="*/ 255039 h 916498"/>
                <a:gd name="connsiteX36" fmla="*/ 350656 w 2912392"/>
                <a:gd name="connsiteY36" fmla="*/ 257657 h 916498"/>
                <a:gd name="connsiteX37" fmla="*/ 360396 w 2912392"/>
                <a:gd name="connsiteY37" fmla="*/ 260162 h 916498"/>
                <a:gd name="connsiteX38" fmla="*/ 370137 w 2912392"/>
                <a:gd name="connsiteY38" fmla="*/ 262548 h 916498"/>
                <a:gd name="connsiteX39" fmla="*/ 379878 w 2912392"/>
                <a:gd name="connsiteY39" fmla="*/ 264814 h 916498"/>
                <a:gd name="connsiteX40" fmla="*/ 389617 w 2912392"/>
                <a:gd name="connsiteY40" fmla="*/ 266958 h 916498"/>
                <a:gd name="connsiteX41" fmla="*/ 399358 w 2912392"/>
                <a:gd name="connsiteY41" fmla="*/ 268977 h 916498"/>
                <a:gd name="connsiteX42" fmla="*/ 409099 w 2912392"/>
                <a:gd name="connsiteY42" fmla="*/ 270866 h 916498"/>
                <a:gd name="connsiteX43" fmla="*/ 418839 w 2912392"/>
                <a:gd name="connsiteY43" fmla="*/ 272625 h 916498"/>
                <a:gd name="connsiteX44" fmla="*/ 428580 w 2912392"/>
                <a:gd name="connsiteY44" fmla="*/ 274250 h 916498"/>
                <a:gd name="connsiteX45" fmla="*/ 438321 w 2912392"/>
                <a:gd name="connsiteY45" fmla="*/ 275740 h 916498"/>
                <a:gd name="connsiteX46" fmla="*/ 448060 w 2912392"/>
                <a:gd name="connsiteY46" fmla="*/ 277091 h 916498"/>
                <a:gd name="connsiteX47" fmla="*/ 457801 w 2912392"/>
                <a:gd name="connsiteY47" fmla="*/ 278303 h 916498"/>
                <a:gd name="connsiteX48" fmla="*/ 467542 w 2912392"/>
                <a:gd name="connsiteY48" fmla="*/ 279372 h 916498"/>
                <a:gd name="connsiteX49" fmla="*/ 477281 w 2912392"/>
                <a:gd name="connsiteY49" fmla="*/ 280299 h 916498"/>
                <a:gd name="connsiteX50" fmla="*/ 487022 w 2912392"/>
                <a:gd name="connsiteY50" fmla="*/ 281078 h 916498"/>
                <a:gd name="connsiteX51" fmla="*/ 496763 w 2912392"/>
                <a:gd name="connsiteY51" fmla="*/ 281710 h 916498"/>
                <a:gd name="connsiteX52" fmla="*/ 506503 w 2912392"/>
                <a:gd name="connsiteY52" fmla="*/ 282193 h 916498"/>
                <a:gd name="connsiteX53" fmla="*/ 516244 w 2912392"/>
                <a:gd name="connsiteY53" fmla="*/ 282525 h 916498"/>
                <a:gd name="connsiteX54" fmla="*/ 525985 w 2912392"/>
                <a:gd name="connsiteY54" fmla="*/ 282705 h 916498"/>
                <a:gd name="connsiteX55" fmla="*/ 535724 w 2912392"/>
                <a:gd name="connsiteY55" fmla="*/ 282732 h 916498"/>
                <a:gd name="connsiteX56" fmla="*/ 545465 w 2912392"/>
                <a:gd name="connsiteY56" fmla="*/ 282604 h 916498"/>
                <a:gd name="connsiteX57" fmla="*/ 555206 w 2912392"/>
                <a:gd name="connsiteY57" fmla="*/ 282321 h 916498"/>
                <a:gd name="connsiteX58" fmla="*/ 564946 w 2912392"/>
                <a:gd name="connsiteY58" fmla="*/ 281881 h 916498"/>
                <a:gd name="connsiteX59" fmla="*/ 574687 w 2912392"/>
                <a:gd name="connsiteY59" fmla="*/ 281284 h 916498"/>
                <a:gd name="connsiteX60" fmla="*/ 584428 w 2912392"/>
                <a:gd name="connsiteY60" fmla="*/ 280530 h 916498"/>
                <a:gd name="connsiteX61" fmla="*/ 594167 w 2912392"/>
                <a:gd name="connsiteY61" fmla="*/ 279617 h 916498"/>
                <a:gd name="connsiteX62" fmla="*/ 603908 w 2912392"/>
                <a:gd name="connsiteY62" fmla="*/ 278547 h 916498"/>
                <a:gd name="connsiteX63" fmla="*/ 613649 w 2912392"/>
                <a:gd name="connsiteY63" fmla="*/ 277318 h 916498"/>
                <a:gd name="connsiteX64" fmla="*/ 623388 w 2912392"/>
                <a:gd name="connsiteY64" fmla="*/ 275931 h 916498"/>
                <a:gd name="connsiteX65" fmla="*/ 633129 w 2912392"/>
                <a:gd name="connsiteY65" fmla="*/ 274386 h 916498"/>
                <a:gd name="connsiteX66" fmla="*/ 642870 w 2912392"/>
                <a:gd name="connsiteY66" fmla="*/ 272684 h 916498"/>
                <a:gd name="connsiteX67" fmla="*/ 652610 w 2912392"/>
                <a:gd name="connsiteY67" fmla="*/ 270826 h 916498"/>
                <a:gd name="connsiteX68" fmla="*/ 662351 w 2912392"/>
                <a:gd name="connsiteY68" fmla="*/ 268813 h 916498"/>
                <a:gd name="connsiteX69" fmla="*/ 672092 w 2912392"/>
                <a:gd name="connsiteY69" fmla="*/ 266646 h 916498"/>
                <a:gd name="connsiteX70" fmla="*/ 681831 w 2912392"/>
                <a:gd name="connsiteY70" fmla="*/ 264326 h 916498"/>
                <a:gd name="connsiteX71" fmla="*/ 691572 w 2912392"/>
                <a:gd name="connsiteY71" fmla="*/ 261856 h 916498"/>
                <a:gd name="connsiteX72" fmla="*/ 701313 w 2912392"/>
                <a:gd name="connsiteY72" fmla="*/ 259236 h 916498"/>
                <a:gd name="connsiteX73" fmla="*/ 711052 w 2912392"/>
                <a:gd name="connsiteY73" fmla="*/ 256470 h 916498"/>
                <a:gd name="connsiteX74" fmla="*/ 720793 w 2912392"/>
                <a:gd name="connsiteY74" fmla="*/ 253560 h 916498"/>
                <a:gd name="connsiteX75" fmla="*/ 730534 w 2912392"/>
                <a:gd name="connsiteY75" fmla="*/ 250507 h 916498"/>
                <a:gd name="connsiteX76" fmla="*/ 740274 w 2912392"/>
                <a:gd name="connsiteY76" fmla="*/ 247316 h 916498"/>
                <a:gd name="connsiteX77" fmla="*/ 750015 w 2912392"/>
                <a:gd name="connsiteY77" fmla="*/ 243989 h 916498"/>
                <a:gd name="connsiteX78" fmla="*/ 759756 w 2912392"/>
                <a:gd name="connsiteY78" fmla="*/ 240531 h 916498"/>
                <a:gd name="connsiteX79" fmla="*/ 769495 w 2912392"/>
                <a:gd name="connsiteY79" fmla="*/ 236944 h 916498"/>
                <a:gd name="connsiteX80" fmla="*/ 779236 w 2912392"/>
                <a:gd name="connsiteY80" fmla="*/ 233233 h 916498"/>
                <a:gd name="connsiteX81" fmla="*/ 788977 w 2912392"/>
                <a:gd name="connsiteY81" fmla="*/ 229401 h 916498"/>
                <a:gd name="connsiteX82" fmla="*/ 798717 w 2912392"/>
                <a:gd name="connsiteY82" fmla="*/ 225453 h 916498"/>
                <a:gd name="connsiteX83" fmla="*/ 808458 w 2912392"/>
                <a:gd name="connsiteY83" fmla="*/ 221394 h 916498"/>
                <a:gd name="connsiteX84" fmla="*/ 818199 w 2912392"/>
                <a:gd name="connsiteY84" fmla="*/ 217229 h 916498"/>
                <a:gd name="connsiteX85" fmla="*/ 827938 w 2912392"/>
                <a:gd name="connsiteY85" fmla="*/ 212962 h 916498"/>
                <a:gd name="connsiteX86" fmla="*/ 837679 w 2912392"/>
                <a:gd name="connsiteY86" fmla="*/ 208599 h 916498"/>
                <a:gd name="connsiteX87" fmla="*/ 847420 w 2912392"/>
                <a:gd name="connsiteY87" fmla="*/ 204146 h 916498"/>
                <a:gd name="connsiteX88" fmla="*/ 857159 w 2912392"/>
                <a:gd name="connsiteY88" fmla="*/ 199608 h 916498"/>
                <a:gd name="connsiteX89" fmla="*/ 866900 w 2912392"/>
                <a:gd name="connsiteY89" fmla="*/ 194992 h 916498"/>
                <a:gd name="connsiteX90" fmla="*/ 876641 w 2912392"/>
                <a:gd name="connsiteY90" fmla="*/ 190302 h 916498"/>
                <a:gd name="connsiteX91" fmla="*/ 886381 w 2912392"/>
                <a:gd name="connsiteY91" fmla="*/ 185544 h 916498"/>
                <a:gd name="connsiteX92" fmla="*/ 896122 w 2912392"/>
                <a:gd name="connsiteY92" fmla="*/ 180728 h 916498"/>
                <a:gd name="connsiteX93" fmla="*/ 905863 w 2912392"/>
                <a:gd name="connsiteY93" fmla="*/ 175857 h 916498"/>
                <a:gd name="connsiteX94" fmla="*/ 915602 w 2912392"/>
                <a:gd name="connsiteY94" fmla="*/ 170939 h 916498"/>
                <a:gd name="connsiteX95" fmla="*/ 925343 w 2912392"/>
                <a:gd name="connsiteY95" fmla="*/ 165981 h 916498"/>
                <a:gd name="connsiteX96" fmla="*/ 935084 w 2912392"/>
                <a:gd name="connsiteY96" fmla="*/ 160988 h 916498"/>
                <a:gd name="connsiteX97" fmla="*/ 944824 w 2912392"/>
                <a:gd name="connsiteY97" fmla="*/ 155970 h 916498"/>
                <a:gd name="connsiteX98" fmla="*/ 954564 w 2912392"/>
                <a:gd name="connsiteY98" fmla="*/ 150930 h 916498"/>
                <a:gd name="connsiteX99" fmla="*/ 964305 w 2912392"/>
                <a:gd name="connsiteY99" fmla="*/ 145877 h 916498"/>
                <a:gd name="connsiteX100" fmla="*/ 974045 w 2912392"/>
                <a:gd name="connsiteY100" fmla="*/ 140819 h 916498"/>
                <a:gd name="connsiteX101" fmla="*/ 983786 w 2912392"/>
                <a:gd name="connsiteY101" fmla="*/ 135761 h 916498"/>
                <a:gd name="connsiteX102" fmla="*/ 993522 w 2912392"/>
                <a:gd name="connsiteY102" fmla="*/ 130710 h 916498"/>
                <a:gd name="connsiteX103" fmla="*/ 1003266 w 2912392"/>
                <a:gd name="connsiteY103" fmla="*/ 125674 h 916498"/>
                <a:gd name="connsiteX104" fmla="*/ 1013010 w 2912392"/>
                <a:gd name="connsiteY104" fmla="*/ 120661 h 916498"/>
                <a:gd name="connsiteX105" fmla="*/ 1022754 w 2912392"/>
                <a:gd name="connsiteY105" fmla="*/ 115674 h 916498"/>
                <a:gd name="connsiteX106" fmla="*/ 1032483 w 2912392"/>
                <a:gd name="connsiteY106" fmla="*/ 110725 h 916498"/>
                <a:gd name="connsiteX107" fmla="*/ 1042227 w 2912392"/>
                <a:gd name="connsiteY107" fmla="*/ 105816 h 916498"/>
                <a:gd name="connsiteX108" fmla="*/ 1051971 w 2912392"/>
                <a:gd name="connsiteY108" fmla="*/ 100954 h 916498"/>
                <a:gd name="connsiteX109" fmla="*/ 1061715 w 2912392"/>
                <a:gd name="connsiteY109" fmla="*/ 96148 h 916498"/>
                <a:gd name="connsiteX110" fmla="*/ 1071444 w 2912392"/>
                <a:gd name="connsiteY110" fmla="*/ 91402 h 916498"/>
                <a:gd name="connsiteX111" fmla="*/ 1081188 w 2912392"/>
                <a:gd name="connsiteY111" fmla="*/ 86724 h 916498"/>
                <a:gd name="connsiteX112" fmla="*/ 1090932 w 2912392"/>
                <a:gd name="connsiteY112" fmla="*/ 82119 h 916498"/>
                <a:gd name="connsiteX113" fmla="*/ 1100676 w 2912392"/>
                <a:gd name="connsiteY113" fmla="*/ 77592 h 916498"/>
                <a:gd name="connsiteX114" fmla="*/ 1110405 w 2912392"/>
                <a:gd name="connsiteY114" fmla="*/ 73151 h 916498"/>
                <a:gd name="connsiteX115" fmla="*/ 1120149 w 2912392"/>
                <a:gd name="connsiteY115" fmla="*/ 68801 h 916498"/>
                <a:gd name="connsiteX116" fmla="*/ 1129893 w 2912392"/>
                <a:gd name="connsiteY116" fmla="*/ 64544 h 916498"/>
                <a:gd name="connsiteX117" fmla="*/ 1139637 w 2912392"/>
                <a:gd name="connsiteY117" fmla="*/ 60389 h 916498"/>
                <a:gd name="connsiteX118" fmla="*/ 1149381 w 2912392"/>
                <a:gd name="connsiteY118" fmla="*/ 56339 h 916498"/>
                <a:gd name="connsiteX119" fmla="*/ 1159110 w 2912392"/>
                <a:gd name="connsiteY119" fmla="*/ 52400 h 916498"/>
                <a:gd name="connsiteX120" fmla="*/ 1168854 w 2912392"/>
                <a:gd name="connsiteY120" fmla="*/ 48575 h 916498"/>
                <a:gd name="connsiteX121" fmla="*/ 1178598 w 2912392"/>
                <a:gd name="connsiteY121" fmla="*/ 44870 h 916498"/>
                <a:gd name="connsiteX122" fmla="*/ 1188341 w 2912392"/>
                <a:gd name="connsiteY122" fmla="*/ 41288 h 916498"/>
                <a:gd name="connsiteX123" fmla="*/ 1198070 w 2912392"/>
                <a:gd name="connsiteY123" fmla="*/ 37834 h 916498"/>
                <a:gd name="connsiteX124" fmla="*/ 1207814 w 2912392"/>
                <a:gd name="connsiteY124" fmla="*/ 34511 h 916498"/>
                <a:gd name="connsiteX125" fmla="*/ 1217558 w 2912392"/>
                <a:gd name="connsiteY125" fmla="*/ 31322 h 916498"/>
                <a:gd name="connsiteX126" fmla="*/ 1227302 w 2912392"/>
                <a:gd name="connsiteY126" fmla="*/ 28272 h 916498"/>
                <a:gd name="connsiteX127" fmla="*/ 1237031 w 2912392"/>
                <a:gd name="connsiteY127" fmla="*/ 25364 h 916498"/>
                <a:gd name="connsiteX128" fmla="*/ 1246775 w 2912392"/>
                <a:gd name="connsiteY128" fmla="*/ 22599 h 916498"/>
                <a:gd name="connsiteX129" fmla="*/ 1256519 w 2912392"/>
                <a:gd name="connsiteY129" fmla="*/ 19982 h 916498"/>
                <a:gd name="connsiteX130" fmla="*/ 1266263 w 2912392"/>
                <a:gd name="connsiteY130" fmla="*/ 17515 h 916498"/>
                <a:gd name="connsiteX131" fmla="*/ 1276007 w 2912392"/>
                <a:gd name="connsiteY131" fmla="*/ 15201 h 916498"/>
                <a:gd name="connsiteX132" fmla="*/ 1285736 w 2912392"/>
                <a:gd name="connsiteY132" fmla="*/ 13043 h 916498"/>
                <a:gd name="connsiteX133" fmla="*/ 1295480 w 2912392"/>
                <a:gd name="connsiteY133" fmla="*/ 11042 h 916498"/>
                <a:gd name="connsiteX134" fmla="*/ 1305224 w 2912392"/>
                <a:gd name="connsiteY134" fmla="*/ 9200 h 916498"/>
                <a:gd name="connsiteX135" fmla="*/ 1314968 w 2912392"/>
                <a:gd name="connsiteY135" fmla="*/ 7521 h 916498"/>
                <a:gd name="connsiteX136" fmla="*/ 1324697 w 2912392"/>
                <a:gd name="connsiteY136" fmla="*/ 6004 h 916498"/>
                <a:gd name="connsiteX137" fmla="*/ 1334441 w 2912392"/>
                <a:gd name="connsiteY137" fmla="*/ 4654 h 916498"/>
                <a:gd name="connsiteX138" fmla="*/ 1344185 w 2912392"/>
                <a:gd name="connsiteY138" fmla="*/ 3473 h 916498"/>
                <a:gd name="connsiteX139" fmla="*/ 1353929 w 2912392"/>
                <a:gd name="connsiteY139" fmla="*/ 2460 h 916498"/>
                <a:gd name="connsiteX140" fmla="*/ 1363658 w 2912392"/>
                <a:gd name="connsiteY140" fmla="*/ 1618 h 916498"/>
                <a:gd name="connsiteX141" fmla="*/ 1373402 w 2912392"/>
                <a:gd name="connsiteY141" fmla="*/ 951 h 916498"/>
                <a:gd name="connsiteX142" fmla="*/ 1383146 w 2912392"/>
                <a:gd name="connsiteY142" fmla="*/ 456 h 916498"/>
                <a:gd name="connsiteX143" fmla="*/ 1392890 w 2912392"/>
                <a:gd name="connsiteY143" fmla="*/ 139 h 916498"/>
                <a:gd name="connsiteX144" fmla="*/ 1402619 w 2912392"/>
                <a:gd name="connsiteY144" fmla="*/ 0 h 916498"/>
                <a:gd name="connsiteX145" fmla="*/ 1412363 w 2912392"/>
                <a:gd name="connsiteY145" fmla="*/ 40 h 916498"/>
                <a:gd name="connsiteX146" fmla="*/ 1422106 w 2912392"/>
                <a:gd name="connsiteY146" fmla="*/ 261 h 916498"/>
                <a:gd name="connsiteX147" fmla="*/ 1431850 w 2912392"/>
                <a:gd name="connsiteY147" fmla="*/ 666 h 916498"/>
                <a:gd name="connsiteX148" fmla="*/ 1441594 w 2912392"/>
                <a:gd name="connsiteY148" fmla="*/ 1255 h 916498"/>
                <a:gd name="connsiteX149" fmla="*/ 1451323 w 2912392"/>
                <a:gd name="connsiteY149" fmla="*/ 2031 h 916498"/>
                <a:gd name="connsiteX150" fmla="*/ 1461067 w 2912392"/>
                <a:gd name="connsiteY150" fmla="*/ 2995 h 916498"/>
                <a:gd name="connsiteX151" fmla="*/ 1470811 w 2912392"/>
                <a:gd name="connsiteY151" fmla="*/ 4149 h 916498"/>
                <a:gd name="connsiteX152" fmla="*/ 1480555 w 2912392"/>
                <a:gd name="connsiteY152" fmla="*/ 5495 h 916498"/>
                <a:gd name="connsiteX153" fmla="*/ 1490284 w 2912392"/>
                <a:gd name="connsiteY153" fmla="*/ 7035 h 916498"/>
                <a:gd name="connsiteX154" fmla="*/ 1500028 w 2912392"/>
                <a:gd name="connsiteY154" fmla="*/ 8771 h 916498"/>
                <a:gd name="connsiteX155" fmla="*/ 1509772 w 2912392"/>
                <a:gd name="connsiteY155" fmla="*/ 10703 h 916498"/>
                <a:gd name="connsiteX156" fmla="*/ 1519516 w 2912392"/>
                <a:gd name="connsiteY156" fmla="*/ 12837 h 916498"/>
                <a:gd name="connsiteX157" fmla="*/ 1529245 w 2912392"/>
                <a:gd name="connsiteY157" fmla="*/ 15172 h 916498"/>
                <a:gd name="connsiteX158" fmla="*/ 1538989 w 2912392"/>
                <a:gd name="connsiteY158" fmla="*/ 17710 h 916498"/>
                <a:gd name="connsiteX159" fmla="*/ 1548733 w 2912392"/>
                <a:gd name="connsiteY159" fmla="*/ 20456 h 916498"/>
                <a:gd name="connsiteX160" fmla="*/ 1558477 w 2912392"/>
                <a:gd name="connsiteY160" fmla="*/ 23409 h 916498"/>
                <a:gd name="connsiteX161" fmla="*/ 1568221 w 2912392"/>
                <a:gd name="connsiteY161" fmla="*/ 26572 h 916498"/>
                <a:gd name="connsiteX162" fmla="*/ 1577950 w 2912392"/>
                <a:gd name="connsiteY162" fmla="*/ 29948 h 916498"/>
                <a:gd name="connsiteX163" fmla="*/ 1587694 w 2912392"/>
                <a:gd name="connsiteY163" fmla="*/ 33541 h 916498"/>
                <a:gd name="connsiteX164" fmla="*/ 1597438 w 2912392"/>
                <a:gd name="connsiteY164" fmla="*/ 37347 h 916498"/>
                <a:gd name="connsiteX165" fmla="*/ 1607182 w 2912392"/>
                <a:gd name="connsiteY165" fmla="*/ 41374 h 916498"/>
                <a:gd name="connsiteX166" fmla="*/ 1616911 w 2912392"/>
                <a:gd name="connsiteY166" fmla="*/ 45624 h 916498"/>
                <a:gd name="connsiteX167" fmla="*/ 1626655 w 2912392"/>
                <a:gd name="connsiteY167" fmla="*/ 50095 h 916498"/>
                <a:gd name="connsiteX168" fmla="*/ 1636399 w 2912392"/>
                <a:gd name="connsiteY168" fmla="*/ 54791 h 916498"/>
                <a:gd name="connsiteX169" fmla="*/ 1646142 w 2912392"/>
                <a:gd name="connsiteY169" fmla="*/ 59715 h 916498"/>
                <a:gd name="connsiteX170" fmla="*/ 1655872 w 2912392"/>
                <a:gd name="connsiteY170" fmla="*/ 64867 h 916498"/>
                <a:gd name="connsiteX171" fmla="*/ 1665616 w 2912392"/>
                <a:gd name="connsiteY171" fmla="*/ 70252 h 916498"/>
                <a:gd name="connsiteX172" fmla="*/ 1675359 w 2912392"/>
                <a:gd name="connsiteY172" fmla="*/ 75867 h 916498"/>
                <a:gd name="connsiteX173" fmla="*/ 1685103 w 2912392"/>
                <a:gd name="connsiteY173" fmla="*/ 81716 h 916498"/>
                <a:gd name="connsiteX174" fmla="*/ 1694832 w 2912392"/>
                <a:gd name="connsiteY174" fmla="*/ 87801 h 916498"/>
                <a:gd name="connsiteX175" fmla="*/ 1704576 w 2912392"/>
                <a:gd name="connsiteY175" fmla="*/ 94121 h 916498"/>
                <a:gd name="connsiteX176" fmla="*/ 1714320 w 2912392"/>
                <a:gd name="connsiteY176" fmla="*/ 100678 h 916498"/>
                <a:gd name="connsiteX177" fmla="*/ 1724064 w 2912392"/>
                <a:gd name="connsiteY177" fmla="*/ 107474 h 916498"/>
                <a:gd name="connsiteX178" fmla="*/ 1733808 w 2912392"/>
                <a:gd name="connsiteY178" fmla="*/ 114506 h 916498"/>
                <a:gd name="connsiteX179" fmla="*/ 1743537 w 2912392"/>
                <a:gd name="connsiteY179" fmla="*/ 121778 h 916498"/>
                <a:gd name="connsiteX180" fmla="*/ 1753281 w 2912392"/>
                <a:gd name="connsiteY180" fmla="*/ 129287 h 916498"/>
                <a:gd name="connsiteX181" fmla="*/ 1763025 w 2912392"/>
                <a:gd name="connsiteY181" fmla="*/ 137035 h 916498"/>
                <a:gd name="connsiteX182" fmla="*/ 1772769 w 2912392"/>
                <a:gd name="connsiteY182" fmla="*/ 145019 h 916498"/>
                <a:gd name="connsiteX183" fmla="*/ 1782498 w 2912392"/>
                <a:gd name="connsiteY183" fmla="*/ 153241 h 916498"/>
                <a:gd name="connsiteX184" fmla="*/ 1792242 w 2912392"/>
                <a:gd name="connsiteY184" fmla="*/ 161697 h 916498"/>
                <a:gd name="connsiteX185" fmla="*/ 1801986 w 2912392"/>
                <a:gd name="connsiteY185" fmla="*/ 170386 h 916498"/>
                <a:gd name="connsiteX186" fmla="*/ 1811730 w 2912392"/>
                <a:gd name="connsiteY186" fmla="*/ 179306 h 916498"/>
                <a:gd name="connsiteX187" fmla="*/ 1821459 w 2912392"/>
                <a:gd name="connsiteY187" fmla="*/ 188457 h 916498"/>
                <a:gd name="connsiteX188" fmla="*/ 1831203 w 2912392"/>
                <a:gd name="connsiteY188" fmla="*/ 197833 h 916498"/>
                <a:gd name="connsiteX189" fmla="*/ 1840947 w 2912392"/>
                <a:gd name="connsiteY189" fmla="*/ 207433 h 916498"/>
                <a:gd name="connsiteX190" fmla="*/ 1850691 w 2912392"/>
                <a:gd name="connsiteY190" fmla="*/ 217253 h 916498"/>
                <a:gd name="connsiteX191" fmla="*/ 1860435 w 2912392"/>
                <a:gd name="connsiteY191" fmla="*/ 227287 h 916498"/>
                <a:gd name="connsiteX192" fmla="*/ 1870164 w 2912392"/>
                <a:gd name="connsiteY192" fmla="*/ 237534 h 916498"/>
                <a:gd name="connsiteX193" fmla="*/ 1879908 w 2912392"/>
                <a:gd name="connsiteY193" fmla="*/ 247989 h 916498"/>
                <a:gd name="connsiteX194" fmla="*/ 1889652 w 2912392"/>
                <a:gd name="connsiteY194" fmla="*/ 258645 h 916498"/>
                <a:gd name="connsiteX195" fmla="*/ 1899395 w 2912392"/>
                <a:gd name="connsiteY195" fmla="*/ 269496 h 916498"/>
                <a:gd name="connsiteX196" fmla="*/ 1909124 w 2912392"/>
                <a:gd name="connsiteY196" fmla="*/ 280539 h 916498"/>
                <a:gd name="connsiteX197" fmla="*/ 1918868 w 2912392"/>
                <a:gd name="connsiteY197" fmla="*/ 291764 h 916498"/>
                <a:gd name="connsiteX198" fmla="*/ 1928612 w 2912392"/>
                <a:gd name="connsiteY198" fmla="*/ 303167 h 916498"/>
                <a:gd name="connsiteX199" fmla="*/ 1938356 w 2912392"/>
                <a:gd name="connsiteY199" fmla="*/ 314741 h 916498"/>
                <a:gd name="connsiteX200" fmla="*/ 1948085 w 2912392"/>
                <a:gd name="connsiteY200" fmla="*/ 326475 h 916498"/>
                <a:gd name="connsiteX201" fmla="*/ 1957829 w 2912392"/>
                <a:gd name="connsiteY201" fmla="*/ 338365 h 916498"/>
                <a:gd name="connsiteX202" fmla="*/ 1967573 w 2912392"/>
                <a:gd name="connsiteY202" fmla="*/ 350400 h 916498"/>
                <a:gd name="connsiteX203" fmla="*/ 1977317 w 2912392"/>
                <a:gd name="connsiteY203" fmla="*/ 362573 h 916498"/>
                <a:gd name="connsiteX204" fmla="*/ 1987046 w 2912392"/>
                <a:gd name="connsiteY204" fmla="*/ 374872 h 916498"/>
                <a:gd name="connsiteX205" fmla="*/ 1996790 w 2912392"/>
                <a:gd name="connsiteY205" fmla="*/ 387290 h 916498"/>
                <a:gd name="connsiteX206" fmla="*/ 2006534 w 2912392"/>
                <a:gd name="connsiteY206" fmla="*/ 399817 h 916498"/>
                <a:gd name="connsiteX207" fmla="*/ 2016278 w 2912392"/>
                <a:gd name="connsiteY207" fmla="*/ 412441 h 916498"/>
                <a:gd name="connsiteX208" fmla="*/ 2026022 w 2912392"/>
                <a:gd name="connsiteY208" fmla="*/ 425153 h 916498"/>
                <a:gd name="connsiteX209" fmla="*/ 2035751 w 2912392"/>
                <a:gd name="connsiteY209" fmla="*/ 437942 h 916498"/>
                <a:gd name="connsiteX210" fmla="*/ 2045495 w 2912392"/>
                <a:gd name="connsiteY210" fmla="*/ 450796 h 916498"/>
                <a:gd name="connsiteX211" fmla="*/ 2055239 w 2912392"/>
                <a:gd name="connsiteY211" fmla="*/ 463704 h 916498"/>
                <a:gd name="connsiteX212" fmla="*/ 2064983 w 2912392"/>
                <a:gd name="connsiteY212" fmla="*/ 476654 h 916498"/>
                <a:gd name="connsiteX213" fmla="*/ 2074712 w 2912392"/>
                <a:gd name="connsiteY213" fmla="*/ 489636 h 916498"/>
                <a:gd name="connsiteX214" fmla="*/ 2084456 w 2912392"/>
                <a:gd name="connsiteY214" fmla="*/ 502635 h 916498"/>
                <a:gd name="connsiteX215" fmla="*/ 2094200 w 2912392"/>
                <a:gd name="connsiteY215" fmla="*/ 515640 h 916498"/>
                <a:gd name="connsiteX216" fmla="*/ 2103944 w 2912392"/>
                <a:gd name="connsiteY216" fmla="*/ 528640 h 916498"/>
                <a:gd name="connsiteX217" fmla="*/ 2113673 w 2912392"/>
                <a:gd name="connsiteY217" fmla="*/ 541618 h 916498"/>
                <a:gd name="connsiteX218" fmla="*/ 2123417 w 2912392"/>
                <a:gd name="connsiteY218" fmla="*/ 554565 h 916498"/>
                <a:gd name="connsiteX219" fmla="*/ 2133161 w 2912392"/>
                <a:gd name="connsiteY219" fmla="*/ 567468 h 916498"/>
                <a:gd name="connsiteX220" fmla="*/ 2142905 w 2912392"/>
                <a:gd name="connsiteY220" fmla="*/ 580314 h 916498"/>
                <a:gd name="connsiteX221" fmla="*/ 2152649 w 2912392"/>
                <a:gd name="connsiteY221" fmla="*/ 593088 h 916498"/>
                <a:gd name="connsiteX222" fmla="*/ 2162377 w 2912392"/>
                <a:gd name="connsiteY222" fmla="*/ 605778 h 916498"/>
                <a:gd name="connsiteX223" fmla="*/ 2172121 w 2912392"/>
                <a:gd name="connsiteY223" fmla="*/ 618372 h 916498"/>
                <a:gd name="connsiteX224" fmla="*/ 2181865 w 2912392"/>
                <a:gd name="connsiteY224" fmla="*/ 630854 h 916498"/>
                <a:gd name="connsiteX225" fmla="*/ 2191609 w 2912392"/>
                <a:gd name="connsiteY225" fmla="*/ 643214 h 916498"/>
                <a:gd name="connsiteX226" fmla="*/ 2201338 w 2912392"/>
                <a:gd name="connsiteY226" fmla="*/ 655440 h 916498"/>
                <a:gd name="connsiteX227" fmla="*/ 2211082 w 2912392"/>
                <a:gd name="connsiteY227" fmla="*/ 667516 h 916498"/>
                <a:gd name="connsiteX228" fmla="*/ 2220826 w 2912392"/>
                <a:gd name="connsiteY228" fmla="*/ 679431 h 916498"/>
                <a:gd name="connsiteX229" fmla="*/ 2230570 w 2912392"/>
                <a:gd name="connsiteY229" fmla="*/ 691171 h 916498"/>
                <a:gd name="connsiteX230" fmla="*/ 2240299 w 2912392"/>
                <a:gd name="connsiteY230" fmla="*/ 702725 h 916498"/>
                <a:gd name="connsiteX231" fmla="*/ 2250043 w 2912392"/>
                <a:gd name="connsiteY231" fmla="*/ 714081 h 916498"/>
                <a:gd name="connsiteX232" fmla="*/ 2259787 w 2912392"/>
                <a:gd name="connsiteY232" fmla="*/ 725227 h 916498"/>
                <a:gd name="connsiteX233" fmla="*/ 2269531 w 2912392"/>
                <a:gd name="connsiteY233" fmla="*/ 736150 h 916498"/>
                <a:gd name="connsiteX234" fmla="*/ 2279260 w 2912392"/>
                <a:gd name="connsiteY234" fmla="*/ 746838 h 916498"/>
                <a:gd name="connsiteX235" fmla="*/ 2289004 w 2912392"/>
                <a:gd name="connsiteY235" fmla="*/ 757282 h 916498"/>
                <a:gd name="connsiteX236" fmla="*/ 2298748 w 2912392"/>
                <a:gd name="connsiteY236" fmla="*/ 767469 h 916498"/>
                <a:gd name="connsiteX237" fmla="*/ 2308492 w 2912392"/>
                <a:gd name="connsiteY237" fmla="*/ 777390 h 916498"/>
                <a:gd name="connsiteX238" fmla="*/ 2318236 w 2912392"/>
                <a:gd name="connsiteY238" fmla="*/ 787033 h 916498"/>
                <a:gd name="connsiteX239" fmla="*/ 2327965 w 2912392"/>
                <a:gd name="connsiteY239" fmla="*/ 796388 h 916498"/>
                <a:gd name="connsiteX240" fmla="*/ 2337709 w 2912392"/>
                <a:gd name="connsiteY240" fmla="*/ 805446 h 916498"/>
                <a:gd name="connsiteX241" fmla="*/ 2347453 w 2912392"/>
                <a:gd name="connsiteY241" fmla="*/ 814200 h 916498"/>
                <a:gd name="connsiteX242" fmla="*/ 2357197 w 2912392"/>
                <a:gd name="connsiteY242" fmla="*/ 822637 h 916498"/>
                <a:gd name="connsiteX243" fmla="*/ 2366926 w 2912392"/>
                <a:gd name="connsiteY243" fmla="*/ 830755 h 916498"/>
                <a:gd name="connsiteX244" fmla="*/ 2376670 w 2912392"/>
                <a:gd name="connsiteY244" fmla="*/ 838533 h 916498"/>
                <a:gd name="connsiteX245" fmla="*/ 2386413 w 2912392"/>
                <a:gd name="connsiteY245" fmla="*/ 845982 h 916498"/>
                <a:gd name="connsiteX246" fmla="*/ 2396157 w 2912392"/>
                <a:gd name="connsiteY246" fmla="*/ 853074 h 916498"/>
                <a:gd name="connsiteX247" fmla="*/ 2405886 w 2912392"/>
                <a:gd name="connsiteY247" fmla="*/ 859823 h 916498"/>
                <a:gd name="connsiteX248" fmla="*/ 2415630 w 2912392"/>
                <a:gd name="connsiteY248" fmla="*/ 866200 h 916498"/>
                <a:gd name="connsiteX249" fmla="*/ 2425374 w 2912392"/>
                <a:gd name="connsiteY249" fmla="*/ 872219 h 916498"/>
                <a:gd name="connsiteX250" fmla="*/ 2435118 w 2912392"/>
                <a:gd name="connsiteY250" fmla="*/ 877866 h 916498"/>
                <a:gd name="connsiteX251" fmla="*/ 2444862 w 2912392"/>
                <a:gd name="connsiteY251" fmla="*/ 883140 h 916498"/>
                <a:gd name="connsiteX252" fmla="*/ 2454591 w 2912392"/>
                <a:gd name="connsiteY252" fmla="*/ 888042 h 916498"/>
                <a:gd name="connsiteX253" fmla="*/ 2464335 w 2912392"/>
                <a:gd name="connsiteY253" fmla="*/ 892556 h 916498"/>
                <a:gd name="connsiteX254" fmla="*/ 2474079 w 2912392"/>
                <a:gd name="connsiteY254" fmla="*/ 896683 h 916498"/>
                <a:gd name="connsiteX255" fmla="*/ 2483823 w 2912392"/>
                <a:gd name="connsiteY255" fmla="*/ 900423 h 916498"/>
                <a:gd name="connsiteX256" fmla="*/ 2493552 w 2912392"/>
                <a:gd name="connsiteY256" fmla="*/ 903775 h 916498"/>
                <a:gd name="connsiteX257" fmla="*/ 2503296 w 2912392"/>
                <a:gd name="connsiteY257" fmla="*/ 906740 h 916498"/>
                <a:gd name="connsiteX258" fmla="*/ 2513040 w 2912392"/>
                <a:gd name="connsiteY258" fmla="*/ 909303 h 916498"/>
                <a:gd name="connsiteX259" fmla="*/ 2522784 w 2912392"/>
                <a:gd name="connsiteY259" fmla="*/ 911478 h 916498"/>
                <a:gd name="connsiteX260" fmla="*/ 2532513 w 2912392"/>
                <a:gd name="connsiteY260" fmla="*/ 913266 h 916498"/>
                <a:gd name="connsiteX261" fmla="*/ 2542257 w 2912392"/>
                <a:gd name="connsiteY261" fmla="*/ 914651 h 916498"/>
                <a:gd name="connsiteX262" fmla="*/ 2552001 w 2912392"/>
                <a:gd name="connsiteY262" fmla="*/ 915650 h 916498"/>
                <a:gd name="connsiteX263" fmla="*/ 2561745 w 2912392"/>
                <a:gd name="connsiteY263" fmla="*/ 916275 h 916498"/>
                <a:gd name="connsiteX264" fmla="*/ 2571474 w 2912392"/>
                <a:gd name="connsiteY264" fmla="*/ 916499 h 916498"/>
                <a:gd name="connsiteX265" fmla="*/ 2581218 w 2912392"/>
                <a:gd name="connsiteY265" fmla="*/ 916350 h 916498"/>
                <a:gd name="connsiteX266" fmla="*/ 2590962 w 2912392"/>
                <a:gd name="connsiteY266" fmla="*/ 915814 h 916498"/>
                <a:gd name="connsiteX267" fmla="*/ 2600705 w 2912392"/>
                <a:gd name="connsiteY267" fmla="*/ 914905 h 916498"/>
                <a:gd name="connsiteX268" fmla="*/ 2610449 w 2912392"/>
                <a:gd name="connsiteY268" fmla="*/ 913623 h 916498"/>
                <a:gd name="connsiteX269" fmla="*/ 2620178 w 2912392"/>
                <a:gd name="connsiteY269" fmla="*/ 911985 h 916498"/>
                <a:gd name="connsiteX270" fmla="*/ 2629922 w 2912392"/>
                <a:gd name="connsiteY270" fmla="*/ 909988 h 916498"/>
                <a:gd name="connsiteX271" fmla="*/ 2639666 w 2912392"/>
                <a:gd name="connsiteY271" fmla="*/ 907634 h 916498"/>
                <a:gd name="connsiteX272" fmla="*/ 2649410 w 2912392"/>
                <a:gd name="connsiteY272" fmla="*/ 904937 h 916498"/>
                <a:gd name="connsiteX273" fmla="*/ 2659139 w 2912392"/>
                <a:gd name="connsiteY273" fmla="*/ 901898 h 916498"/>
                <a:gd name="connsiteX274" fmla="*/ 2668883 w 2912392"/>
                <a:gd name="connsiteY274" fmla="*/ 898531 h 916498"/>
                <a:gd name="connsiteX275" fmla="*/ 2678627 w 2912392"/>
                <a:gd name="connsiteY275" fmla="*/ 894851 h 916498"/>
                <a:gd name="connsiteX276" fmla="*/ 2688371 w 2912392"/>
                <a:gd name="connsiteY276" fmla="*/ 890843 h 916498"/>
                <a:gd name="connsiteX277" fmla="*/ 2698100 w 2912392"/>
                <a:gd name="connsiteY277" fmla="*/ 886537 h 916498"/>
                <a:gd name="connsiteX278" fmla="*/ 2707844 w 2912392"/>
                <a:gd name="connsiteY278" fmla="*/ 881948 h 916498"/>
                <a:gd name="connsiteX279" fmla="*/ 2717588 w 2912392"/>
                <a:gd name="connsiteY279" fmla="*/ 877061 h 916498"/>
                <a:gd name="connsiteX280" fmla="*/ 2727332 w 2912392"/>
                <a:gd name="connsiteY280" fmla="*/ 871906 h 916498"/>
                <a:gd name="connsiteX281" fmla="*/ 2737076 w 2912392"/>
                <a:gd name="connsiteY281" fmla="*/ 866483 h 916498"/>
                <a:gd name="connsiteX282" fmla="*/ 2746805 w 2912392"/>
                <a:gd name="connsiteY282" fmla="*/ 860806 h 916498"/>
                <a:gd name="connsiteX283" fmla="*/ 2756549 w 2912392"/>
                <a:gd name="connsiteY283" fmla="*/ 854892 h 916498"/>
                <a:gd name="connsiteX284" fmla="*/ 2766293 w 2912392"/>
                <a:gd name="connsiteY284" fmla="*/ 848753 h 916498"/>
                <a:gd name="connsiteX285" fmla="*/ 2776037 w 2912392"/>
                <a:gd name="connsiteY285" fmla="*/ 842391 h 916498"/>
                <a:gd name="connsiteX286" fmla="*/ 2785766 w 2912392"/>
                <a:gd name="connsiteY286" fmla="*/ 835836 h 916498"/>
                <a:gd name="connsiteX287" fmla="*/ 2795510 w 2912392"/>
                <a:gd name="connsiteY287" fmla="*/ 829072 h 916498"/>
                <a:gd name="connsiteX288" fmla="*/ 2805254 w 2912392"/>
                <a:gd name="connsiteY288" fmla="*/ 822142 h 916498"/>
                <a:gd name="connsiteX289" fmla="*/ 2814998 w 2912392"/>
                <a:gd name="connsiteY289" fmla="*/ 815040 h 916498"/>
                <a:gd name="connsiteX290" fmla="*/ 2824727 w 2912392"/>
                <a:gd name="connsiteY290" fmla="*/ 807786 h 916498"/>
                <a:gd name="connsiteX291" fmla="*/ 2834471 w 2912392"/>
                <a:gd name="connsiteY291" fmla="*/ 800391 h 916498"/>
                <a:gd name="connsiteX292" fmla="*/ 2844215 w 2912392"/>
                <a:gd name="connsiteY292" fmla="*/ 792869 h 916498"/>
                <a:gd name="connsiteX293" fmla="*/ 2853958 w 2912392"/>
                <a:gd name="connsiteY293" fmla="*/ 785231 h 916498"/>
                <a:gd name="connsiteX294" fmla="*/ 2863687 w 2912392"/>
                <a:gd name="connsiteY294" fmla="*/ 777494 h 916498"/>
                <a:gd name="connsiteX295" fmla="*/ 2873431 w 2912392"/>
                <a:gd name="connsiteY295" fmla="*/ 769669 h 916498"/>
                <a:gd name="connsiteX296" fmla="*/ 2883175 w 2912392"/>
                <a:gd name="connsiteY296" fmla="*/ 761772 h 916498"/>
                <a:gd name="connsiteX297" fmla="*/ 2892919 w 2912392"/>
                <a:gd name="connsiteY297" fmla="*/ 753811 h 916498"/>
                <a:gd name="connsiteX298" fmla="*/ 2902663 w 2912392"/>
                <a:gd name="connsiteY298" fmla="*/ 745803 h 916498"/>
                <a:gd name="connsiteX299" fmla="*/ 2912392 w 2912392"/>
                <a:gd name="connsiteY299" fmla="*/ 737759 h 916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916498">
                  <a:moveTo>
                    <a:pt x="0" y="124137"/>
                  </a:moveTo>
                  <a:lnTo>
                    <a:pt x="9739" y="127847"/>
                  </a:lnTo>
                  <a:lnTo>
                    <a:pt x="19480" y="131630"/>
                  </a:lnTo>
                  <a:lnTo>
                    <a:pt x="29221" y="135481"/>
                  </a:lnTo>
                  <a:lnTo>
                    <a:pt x="38961" y="139392"/>
                  </a:lnTo>
                  <a:lnTo>
                    <a:pt x="48702" y="143355"/>
                  </a:lnTo>
                  <a:lnTo>
                    <a:pt x="58443" y="147364"/>
                  </a:lnTo>
                  <a:lnTo>
                    <a:pt x="68182" y="151412"/>
                  </a:lnTo>
                  <a:lnTo>
                    <a:pt x="77923" y="155490"/>
                  </a:lnTo>
                  <a:lnTo>
                    <a:pt x="87664" y="159592"/>
                  </a:lnTo>
                  <a:lnTo>
                    <a:pt x="97404" y="163711"/>
                  </a:lnTo>
                  <a:lnTo>
                    <a:pt x="107145" y="167843"/>
                  </a:lnTo>
                  <a:lnTo>
                    <a:pt x="116886" y="171976"/>
                  </a:lnTo>
                  <a:lnTo>
                    <a:pt x="126625" y="176107"/>
                  </a:lnTo>
                  <a:lnTo>
                    <a:pt x="136366" y="180230"/>
                  </a:lnTo>
                  <a:lnTo>
                    <a:pt x="146107" y="184336"/>
                  </a:lnTo>
                  <a:lnTo>
                    <a:pt x="155846" y="188423"/>
                  </a:lnTo>
                  <a:lnTo>
                    <a:pt x="165587" y="192480"/>
                  </a:lnTo>
                  <a:lnTo>
                    <a:pt x="175328" y="196506"/>
                  </a:lnTo>
                  <a:lnTo>
                    <a:pt x="185068" y="200493"/>
                  </a:lnTo>
                  <a:lnTo>
                    <a:pt x="194809" y="204435"/>
                  </a:lnTo>
                  <a:lnTo>
                    <a:pt x="204550" y="208328"/>
                  </a:lnTo>
                  <a:lnTo>
                    <a:pt x="214289" y="212166"/>
                  </a:lnTo>
                  <a:lnTo>
                    <a:pt x="224030" y="215944"/>
                  </a:lnTo>
                  <a:lnTo>
                    <a:pt x="233771" y="219659"/>
                  </a:lnTo>
                  <a:lnTo>
                    <a:pt x="243510" y="223304"/>
                  </a:lnTo>
                  <a:lnTo>
                    <a:pt x="253251" y="226876"/>
                  </a:lnTo>
                  <a:lnTo>
                    <a:pt x="262992" y="230370"/>
                  </a:lnTo>
                  <a:lnTo>
                    <a:pt x="272732" y="233781"/>
                  </a:lnTo>
                  <a:lnTo>
                    <a:pt x="282473" y="237108"/>
                  </a:lnTo>
                  <a:lnTo>
                    <a:pt x="292214" y="240343"/>
                  </a:lnTo>
                  <a:lnTo>
                    <a:pt x="301953" y="243485"/>
                  </a:lnTo>
                  <a:lnTo>
                    <a:pt x="311694" y="246529"/>
                  </a:lnTo>
                  <a:lnTo>
                    <a:pt x="321435" y="249472"/>
                  </a:lnTo>
                  <a:lnTo>
                    <a:pt x="331175" y="252308"/>
                  </a:lnTo>
                  <a:lnTo>
                    <a:pt x="340916" y="255039"/>
                  </a:lnTo>
                  <a:lnTo>
                    <a:pt x="350656" y="257657"/>
                  </a:lnTo>
                  <a:lnTo>
                    <a:pt x="360396" y="260162"/>
                  </a:lnTo>
                  <a:lnTo>
                    <a:pt x="370137" y="262548"/>
                  </a:lnTo>
                  <a:lnTo>
                    <a:pt x="379878" y="264814"/>
                  </a:lnTo>
                  <a:lnTo>
                    <a:pt x="389617" y="266958"/>
                  </a:lnTo>
                  <a:lnTo>
                    <a:pt x="399358" y="268977"/>
                  </a:lnTo>
                  <a:lnTo>
                    <a:pt x="409099" y="270866"/>
                  </a:lnTo>
                  <a:lnTo>
                    <a:pt x="418839" y="272625"/>
                  </a:lnTo>
                  <a:lnTo>
                    <a:pt x="428580" y="274250"/>
                  </a:lnTo>
                  <a:lnTo>
                    <a:pt x="438321" y="275740"/>
                  </a:lnTo>
                  <a:lnTo>
                    <a:pt x="448060" y="277091"/>
                  </a:lnTo>
                  <a:lnTo>
                    <a:pt x="457801" y="278303"/>
                  </a:lnTo>
                  <a:lnTo>
                    <a:pt x="467542" y="279372"/>
                  </a:lnTo>
                  <a:lnTo>
                    <a:pt x="477281" y="280299"/>
                  </a:lnTo>
                  <a:lnTo>
                    <a:pt x="487022" y="281078"/>
                  </a:lnTo>
                  <a:lnTo>
                    <a:pt x="496763" y="281710"/>
                  </a:lnTo>
                  <a:lnTo>
                    <a:pt x="506503" y="282193"/>
                  </a:lnTo>
                  <a:lnTo>
                    <a:pt x="516244" y="282525"/>
                  </a:lnTo>
                  <a:lnTo>
                    <a:pt x="525985" y="282705"/>
                  </a:lnTo>
                  <a:lnTo>
                    <a:pt x="535724" y="282732"/>
                  </a:lnTo>
                  <a:lnTo>
                    <a:pt x="545465" y="282604"/>
                  </a:lnTo>
                  <a:lnTo>
                    <a:pt x="555206" y="282321"/>
                  </a:lnTo>
                  <a:lnTo>
                    <a:pt x="564946" y="281881"/>
                  </a:lnTo>
                  <a:lnTo>
                    <a:pt x="574687" y="281284"/>
                  </a:lnTo>
                  <a:lnTo>
                    <a:pt x="584428" y="280530"/>
                  </a:lnTo>
                  <a:lnTo>
                    <a:pt x="594167" y="279617"/>
                  </a:lnTo>
                  <a:lnTo>
                    <a:pt x="603908" y="278547"/>
                  </a:lnTo>
                  <a:lnTo>
                    <a:pt x="613649" y="277318"/>
                  </a:lnTo>
                  <a:lnTo>
                    <a:pt x="623388" y="275931"/>
                  </a:lnTo>
                  <a:lnTo>
                    <a:pt x="633129" y="274386"/>
                  </a:lnTo>
                  <a:lnTo>
                    <a:pt x="642870" y="272684"/>
                  </a:lnTo>
                  <a:lnTo>
                    <a:pt x="652610" y="270826"/>
                  </a:lnTo>
                  <a:lnTo>
                    <a:pt x="662351" y="268813"/>
                  </a:lnTo>
                  <a:lnTo>
                    <a:pt x="672092" y="266646"/>
                  </a:lnTo>
                  <a:lnTo>
                    <a:pt x="681831" y="264326"/>
                  </a:lnTo>
                  <a:lnTo>
                    <a:pt x="691572" y="261856"/>
                  </a:lnTo>
                  <a:lnTo>
                    <a:pt x="701313" y="259236"/>
                  </a:lnTo>
                  <a:lnTo>
                    <a:pt x="711052" y="256470"/>
                  </a:lnTo>
                  <a:lnTo>
                    <a:pt x="720793" y="253560"/>
                  </a:lnTo>
                  <a:lnTo>
                    <a:pt x="730534" y="250507"/>
                  </a:lnTo>
                  <a:lnTo>
                    <a:pt x="740274" y="247316"/>
                  </a:lnTo>
                  <a:lnTo>
                    <a:pt x="750015" y="243989"/>
                  </a:lnTo>
                  <a:lnTo>
                    <a:pt x="759756" y="240531"/>
                  </a:lnTo>
                  <a:lnTo>
                    <a:pt x="769495" y="236944"/>
                  </a:lnTo>
                  <a:lnTo>
                    <a:pt x="779236" y="233233"/>
                  </a:lnTo>
                  <a:lnTo>
                    <a:pt x="788977" y="229401"/>
                  </a:lnTo>
                  <a:lnTo>
                    <a:pt x="798717" y="225453"/>
                  </a:lnTo>
                  <a:lnTo>
                    <a:pt x="808458" y="221394"/>
                  </a:lnTo>
                  <a:lnTo>
                    <a:pt x="818199" y="217229"/>
                  </a:lnTo>
                  <a:lnTo>
                    <a:pt x="827938" y="212962"/>
                  </a:lnTo>
                  <a:lnTo>
                    <a:pt x="837679" y="208599"/>
                  </a:lnTo>
                  <a:lnTo>
                    <a:pt x="847420" y="204146"/>
                  </a:lnTo>
                  <a:lnTo>
                    <a:pt x="857159" y="199608"/>
                  </a:lnTo>
                  <a:lnTo>
                    <a:pt x="866900" y="194992"/>
                  </a:lnTo>
                  <a:lnTo>
                    <a:pt x="876641" y="190302"/>
                  </a:lnTo>
                  <a:lnTo>
                    <a:pt x="886381" y="185544"/>
                  </a:lnTo>
                  <a:lnTo>
                    <a:pt x="896122" y="180728"/>
                  </a:lnTo>
                  <a:lnTo>
                    <a:pt x="905863" y="175857"/>
                  </a:lnTo>
                  <a:lnTo>
                    <a:pt x="915602" y="170939"/>
                  </a:lnTo>
                  <a:lnTo>
                    <a:pt x="925343" y="165981"/>
                  </a:lnTo>
                  <a:lnTo>
                    <a:pt x="935084" y="160988"/>
                  </a:lnTo>
                  <a:lnTo>
                    <a:pt x="944824" y="155970"/>
                  </a:lnTo>
                  <a:lnTo>
                    <a:pt x="954564" y="150930"/>
                  </a:lnTo>
                  <a:lnTo>
                    <a:pt x="964305" y="145877"/>
                  </a:lnTo>
                  <a:lnTo>
                    <a:pt x="974045" y="140819"/>
                  </a:lnTo>
                  <a:lnTo>
                    <a:pt x="983786" y="135761"/>
                  </a:lnTo>
                  <a:lnTo>
                    <a:pt x="993522" y="130710"/>
                  </a:lnTo>
                  <a:lnTo>
                    <a:pt x="1003266" y="125674"/>
                  </a:lnTo>
                  <a:lnTo>
                    <a:pt x="1013010" y="120661"/>
                  </a:lnTo>
                  <a:lnTo>
                    <a:pt x="1022754" y="115674"/>
                  </a:lnTo>
                  <a:lnTo>
                    <a:pt x="1032483" y="110725"/>
                  </a:lnTo>
                  <a:lnTo>
                    <a:pt x="1042227" y="105816"/>
                  </a:lnTo>
                  <a:lnTo>
                    <a:pt x="1051971" y="100954"/>
                  </a:lnTo>
                  <a:lnTo>
                    <a:pt x="1061715" y="96148"/>
                  </a:lnTo>
                  <a:lnTo>
                    <a:pt x="1071444" y="91402"/>
                  </a:lnTo>
                  <a:lnTo>
                    <a:pt x="1081188" y="86724"/>
                  </a:lnTo>
                  <a:lnTo>
                    <a:pt x="1090932" y="82119"/>
                  </a:lnTo>
                  <a:lnTo>
                    <a:pt x="1100676" y="77592"/>
                  </a:lnTo>
                  <a:lnTo>
                    <a:pt x="1110405" y="73151"/>
                  </a:lnTo>
                  <a:lnTo>
                    <a:pt x="1120149" y="68801"/>
                  </a:lnTo>
                  <a:lnTo>
                    <a:pt x="1129893" y="64544"/>
                  </a:lnTo>
                  <a:lnTo>
                    <a:pt x="1139637" y="60389"/>
                  </a:lnTo>
                  <a:lnTo>
                    <a:pt x="1149381" y="56339"/>
                  </a:lnTo>
                  <a:lnTo>
                    <a:pt x="1159110" y="52400"/>
                  </a:lnTo>
                  <a:lnTo>
                    <a:pt x="1168854" y="48575"/>
                  </a:lnTo>
                  <a:lnTo>
                    <a:pt x="1178598" y="44870"/>
                  </a:lnTo>
                  <a:lnTo>
                    <a:pt x="1188341" y="41288"/>
                  </a:lnTo>
                  <a:lnTo>
                    <a:pt x="1198070" y="37834"/>
                  </a:lnTo>
                  <a:lnTo>
                    <a:pt x="1207814" y="34511"/>
                  </a:lnTo>
                  <a:lnTo>
                    <a:pt x="1217558" y="31322"/>
                  </a:lnTo>
                  <a:lnTo>
                    <a:pt x="1227302" y="28272"/>
                  </a:lnTo>
                  <a:lnTo>
                    <a:pt x="1237031" y="25364"/>
                  </a:lnTo>
                  <a:lnTo>
                    <a:pt x="1246775" y="22599"/>
                  </a:lnTo>
                  <a:lnTo>
                    <a:pt x="1256519" y="19982"/>
                  </a:lnTo>
                  <a:lnTo>
                    <a:pt x="1266263" y="17515"/>
                  </a:lnTo>
                  <a:lnTo>
                    <a:pt x="1276007" y="15201"/>
                  </a:lnTo>
                  <a:lnTo>
                    <a:pt x="1285736" y="13043"/>
                  </a:lnTo>
                  <a:lnTo>
                    <a:pt x="1295480" y="11042"/>
                  </a:lnTo>
                  <a:lnTo>
                    <a:pt x="1305224" y="9200"/>
                  </a:lnTo>
                  <a:lnTo>
                    <a:pt x="1314968" y="7521"/>
                  </a:lnTo>
                  <a:lnTo>
                    <a:pt x="1324697" y="6004"/>
                  </a:lnTo>
                  <a:lnTo>
                    <a:pt x="1334441" y="4654"/>
                  </a:lnTo>
                  <a:lnTo>
                    <a:pt x="1344185" y="3473"/>
                  </a:lnTo>
                  <a:lnTo>
                    <a:pt x="1353929" y="2460"/>
                  </a:lnTo>
                  <a:lnTo>
                    <a:pt x="1363658" y="1618"/>
                  </a:lnTo>
                  <a:lnTo>
                    <a:pt x="1373402" y="951"/>
                  </a:lnTo>
                  <a:lnTo>
                    <a:pt x="1383146" y="456"/>
                  </a:lnTo>
                  <a:lnTo>
                    <a:pt x="1392890" y="139"/>
                  </a:lnTo>
                  <a:lnTo>
                    <a:pt x="1402619" y="0"/>
                  </a:lnTo>
                  <a:lnTo>
                    <a:pt x="1412363" y="40"/>
                  </a:lnTo>
                  <a:lnTo>
                    <a:pt x="1422106" y="261"/>
                  </a:lnTo>
                  <a:lnTo>
                    <a:pt x="1431850" y="666"/>
                  </a:lnTo>
                  <a:lnTo>
                    <a:pt x="1441594" y="1255"/>
                  </a:lnTo>
                  <a:lnTo>
                    <a:pt x="1451323" y="2031"/>
                  </a:lnTo>
                  <a:lnTo>
                    <a:pt x="1461067" y="2995"/>
                  </a:lnTo>
                  <a:lnTo>
                    <a:pt x="1470811" y="4149"/>
                  </a:lnTo>
                  <a:lnTo>
                    <a:pt x="1480555" y="5495"/>
                  </a:lnTo>
                  <a:lnTo>
                    <a:pt x="1490284" y="7035"/>
                  </a:lnTo>
                  <a:lnTo>
                    <a:pt x="1500028" y="8771"/>
                  </a:lnTo>
                  <a:lnTo>
                    <a:pt x="1509772" y="10703"/>
                  </a:lnTo>
                  <a:lnTo>
                    <a:pt x="1519516" y="12837"/>
                  </a:lnTo>
                  <a:lnTo>
                    <a:pt x="1529245" y="15172"/>
                  </a:lnTo>
                  <a:lnTo>
                    <a:pt x="1538989" y="17710"/>
                  </a:lnTo>
                  <a:lnTo>
                    <a:pt x="1548733" y="20456"/>
                  </a:lnTo>
                  <a:lnTo>
                    <a:pt x="1558477" y="23409"/>
                  </a:lnTo>
                  <a:lnTo>
                    <a:pt x="1568221" y="26572"/>
                  </a:lnTo>
                  <a:lnTo>
                    <a:pt x="1577950" y="29948"/>
                  </a:lnTo>
                  <a:lnTo>
                    <a:pt x="1587694" y="33541"/>
                  </a:lnTo>
                  <a:lnTo>
                    <a:pt x="1597438" y="37347"/>
                  </a:lnTo>
                  <a:lnTo>
                    <a:pt x="1607182" y="41374"/>
                  </a:lnTo>
                  <a:lnTo>
                    <a:pt x="1616911" y="45624"/>
                  </a:lnTo>
                  <a:lnTo>
                    <a:pt x="1626655" y="50095"/>
                  </a:lnTo>
                  <a:lnTo>
                    <a:pt x="1636399" y="54791"/>
                  </a:lnTo>
                  <a:lnTo>
                    <a:pt x="1646142" y="59715"/>
                  </a:lnTo>
                  <a:lnTo>
                    <a:pt x="1655872" y="64867"/>
                  </a:lnTo>
                  <a:lnTo>
                    <a:pt x="1665616" y="70252"/>
                  </a:lnTo>
                  <a:lnTo>
                    <a:pt x="1675359" y="75867"/>
                  </a:lnTo>
                  <a:lnTo>
                    <a:pt x="1685103" y="81716"/>
                  </a:lnTo>
                  <a:lnTo>
                    <a:pt x="1694832" y="87801"/>
                  </a:lnTo>
                  <a:lnTo>
                    <a:pt x="1704576" y="94121"/>
                  </a:lnTo>
                  <a:lnTo>
                    <a:pt x="1714320" y="100678"/>
                  </a:lnTo>
                  <a:lnTo>
                    <a:pt x="1724064" y="107474"/>
                  </a:lnTo>
                  <a:lnTo>
                    <a:pt x="1733808" y="114506"/>
                  </a:lnTo>
                  <a:lnTo>
                    <a:pt x="1743537" y="121778"/>
                  </a:lnTo>
                  <a:lnTo>
                    <a:pt x="1753281" y="129287"/>
                  </a:lnTo>
                  <a:lnTo>
                    <a:pt x="1763025" y="137035"/>
                  </a:lnTo>
                  <a:lnTo>
                    <a:pt x="1772769" y="145019"/>
                  </a:lnTo>
                  <a:lnTo>
                    <a:pt x="1782498" y="153241"/>
                  </a:lnTo>
                  <a:lnTo>
                    <a:pt x="1792242" y="161697"/>
                  </a:lnTo>
                  <a:lnTo>
                    <a:pt x="1801986" y="170386"/>
                  </a:lnTo>
                  <a:lnTo>
                    <a:pt x="1811730" y="179306"/>
                  </a:lnTo>
                  <a:lnTo>
                    <a:pt x="1821459" y="188457"/>
                  </a:lnTo>
                  <a:lnTo>
                    <a:pt x="1831203" y="197833"/>
                  </a:lnTo>
                  <a:lnTo>
                    <a:pt x="1840947" y="207433"/>
                  </a:lnTo>
                  <a:lnTo>
                    <a:pt x="1850691" y="217253"/>
                  </a:lnTo>
                  <a:lnTo>
                    <a:pt x="1860435" y="227287"/>
                  </a:lnTo>
                  <a:lnTo>
                    <a:pt x="1870164" y="237534"/>
                  </a:lnTo>
                  <a:lnTo>
                    <a:pt x="1879908" y="247989"/>
                  </a:lnTo>
                  <a:lnTo>
                    <a:pt x="1889652" y="258645"/>
                  </a:lnTo>
                  <a:lnTo>
                    <a:pt x="1899395" y="269496"/>
                  </a:lnTo>
                  <a:lnTo>
                    <a:pt x="1909124" y="280539"/>
                  </a:lnTo>
                  <a:lnTo>
                    <a:pt x="1918868" y="291764"/>
                  </a:lnTo>
                  <a:lnTo>
                    <a:pt x="1928612" y="303167"/>
                  </a:lnTo>
                  <a:lnTo>
                    <a:pt x="1938356" y="314741"/>
                  </a:lnTo>
                  <a:lnTo>
                    <a:pt x="1948085" y="326475"/>
                  </a:lnTo>
                  <a:lnTo>
                    <a:pt x="1957829" y="338365"/>
                  </a:lnTo>
                  <a:lnTo>
                    <a:pt x="1967573" y="350400"/>
                  </a:lnTo>
                  <a:lnTo>
                    <a:pt x="1977317" y="362573"/>
                  </a:lnTo>
                  <a:lnTo>
                    <a:pt x="1987046" y="374872"/>
                  </a:lnTo>
                  <a:lnTo>
                    <a:pt x="1996790" y="387290"/>
                  </a:lnTo>
                  <a:lnTo>
                    <a:pt x="2006534" y="399817"/>
                  </a:lnTo>
                  <a:lnTo>
                    <a:pt x="2016278" y="412441"/>
                  </a:lnTo>
                  <a:lnTo>
                    <a:pt x="2026022" y="425153"/>
                  </a:lnTo>
                  <a:lnTo>
                    <a:pt x="2035751" y="437942"/>
                  </a:lnTo>
                  <a:lnTo>
                    <a:pt x="2045495" y="450796"/>
                  </a:lnTo>
                  <a:lnTo>
                    <a:pt x="2055239" y="463704"/>
                  </a:lnTo>
                  <a:lnTo>
                    <a:pt x="2064983" y="476654"/>
                  </a:lnTo>
                  <a:lnTo>
                    <a:pt x="2074712" y="489636"/>
                  </a:lnTo>
                  <a:lnTo>
                    <a:pt x="2084456" y="502635"/>
                  </a:lnTo>
                  <a:lnTo>
                    <a:pt x="2094200" y="515640"/>
                  </a:lnTo>
                  <a:lnTo>
                    <a:pt x="2103944" y="528640"/>
                  </a:lnTo>
                  <a:lnTo>
                    <a:pt x="2113673" y="541618"/>
                  </a:lnTo>
                  <a:lnTo>
                    <a:pt x="2123417" y="554565"/>
                  </a:lnTo>
                  <a:lnTo>
                    <a:pt x="2133161" y="567468"/>
                  </a:lnTo>
                  <a:lnTo>
                    <a:pt x="2142905" y="580314"/>
                  </a:lnTo>
                  <a:lnTo>
                    <a:pt x="2152649" y="593088"/>
                  </a:lnTo>
                  <a:lnTo>
                    <a:pt x="2162377" y="605778"/>
                  </a:lnTo>
                  <a:lnTo>
                    <a:pt x="2172121" y="618372"/>
                  </a:lnTo>
                  <a:lnTo>
                    <a:pt x="2181865" y="630854"/>
                  </a:lnTo>
                  <a:lnTo>
                    <a:pt x="2191609" y="643214"/>
                  </a:lnTo>
                  <a:lnTo>
                    <a:pt x="2201338" y="655440"/>
                  </a:lnTo>
                  <a:lnTo>
                    <a:pt x="2211082" y="667516"/>
                  </a:lnTo>
                  <a:lnTo>
                    <a:pt x="2220826" y="679431"/>
                  </a:lnTo>
                  <a:lnTo>
                    <a:pt x="2230570" y="691171"/>
                  </a:lnTo>
                  <a:lnTo>
                    <a:pt x="2240299" y="702725"/>
                  </a:lnTo>
                  <a:lnTo>
                    <a:pt x="2250043" y="714081"/>
                  </a:lnTo>
                  <a:lnTo>
                    <a:pt x="2259787" y="725227"/>
                  </a:lnTo>
                  <a:lnTo>
                    <a:pt x="2269531" y="736150"/>
                  </a:lnTo>
                  <a:lnTo>
                    <a:pt x="2279260" y="746838"/>
                  </a:lnTo>
                  <a:lnTo>
                    <a:pt x="2289004" y="757282"/>
                  </a:lnTo>
                  <a:lnTo>
                    <a:pt x="2298748" y="767469"/>
                  </a:lnTo>
                  <a:lnTo>
                    <a:pt x="2308492" y="777390"/>
                  </a:lnTo>
                  <a:lnTo>
                    <a:pt x="2318236" y="787033"/>
                  </a:lnTo>
                  <a:lnTo>
                    <a:pt x="2327965" y="796388"/>
                  </a:lnTo>
                  <a:lnTo>
                    <a:pt x="2337709" y="805446"/>
                  </a:lnTo>
                  <a:lnTo>
                    <a:pt x="2347453" y="814200"/>
                  </a:lnTo>
                  <a:lnTo>
                    <a:pt x="2357197" y="822637"/>
                  </a:lnTo>
                  <a:lnTo>
                    <a:pt x="2366926" y="830755"/>
                  </a:lnTo>
                  <a:lnTo>
                    <a:pt x="2376670" y="838533"/>
                  </a:lnTo>
                  <a:lnTo>
                    <a:pt x="2386413" y="845982"/>
                  </a:lnTo>
                  <a:lnTo>
                    <a:pt x="2396157" y="853074"/>
                  </a:lnTo>
                  <a:lnTo>
                    <a:pt x="2405886" y="859823"/>
                  </a:lnTo>
                  <a:lnTo>
                    <a:pt x="2415630" y="866200"/>
                  </a:lnTo>
                  <a:lnTo>
                    <a:pt x="2425374" y="872219"/>
                  </a:lnTo>
                  <a:lnTo>
                    <a:pt x="2435118" y="877866"/>
                  </a:lnTo>
                  <a:lnTo>
                    <a:pt x="2444862" y="883140"/>
                  </a:lnTo>
                  <a:lnTo>
                    <a:pt x="2454591" y="888042"/>
                  </a:lnTo>
                  <a:lnTo>
                    <a:pt x="2464335" y="892556"/>
                  </a:lnTo>
                  <a:lnTo>
                    <a:pt x="2474079" y="896683"/>
                  </a:lnTo>
                  <a:lnTo>
                    <a:pt x="2483823" y="900423"/>
                  </a:lnTo>
                  <a:lnTo>
                    <a:pt x="2493552" y="903775"/>
                  </a:lnTo>
                  <a:lnTo>
                    <a:pt x="2503296" y="906740"/>
                  </a:lnTo>
                  <a:lnTo>
                    <a:pt x="2513040" y="909303"/>
                  </a:lnTo>
                  <a:lnTo>
                    <a:pt x="2522784" y="911478"/>
                  </a:lnTo>
                  <a:lnTo>
                    <a:pt x="2532513" y="913266"/>
                  </a:lnTo>
                  <a:lnTo>
                    <a:pt x="2542257" y="914651"/>
                  </a:lnTo>
                  <a:lnTo>
                    <a:pt x="2552001" y="915650"/>
                  </a:lnTo>
                  <a:lnTo>
                    <a:pt x="2561745" y="916275"/>
                  </a:lnTo>
                  <a:lnTo>
                    <a:pt x="2571474" y="916499"/>
                  </a:lnTo>
                  <a:lnTo>
                    <a:pt x="2581218" y="916350"/>
                  </a:lnTo>
                  <a:lnTo>
                    <a:pt x="2590962" y="915814"/>
                  </a:lnTo>
                  <a:lnTo>
                    <a:pt x="2600705" y="914905"/>
                  </a:lnTo>
                  <a:lnTo>
                    <a:pt x="2610449" y="913623"/>
                  </a:lnTo>
                  <a:lnTo>
                    <a:pt x="2620178" y="911985"/>
                  </a:lnTo>
                  <a:lnTo>
                    <a:pt x="2629922" y="909988"/>
                  </a:lnTo>
                  <a:lnTo>
                    <a:pt x="2639666" y="907634"/>
                  </a:lnTo>
                  <a:lnTo>
                    <a:pt x="2649410" y="904937"/>
                  </a:lnTo>
                  <a:lnTo>
                    <a:pt x="2659139" y="901898"/>
                  </a:lnTo>
                  <a:lnTo>
                    <a:pt x="2668883" y="898531"/>
                  </a:lnTo>
                  <a:lnTo>
                    <a:pt x="2678627" y="894851"/>
                  </a:lnTo>
                  <a:lnTo>
                    <a:pt x="2688371" y="890843"/>
                  </a:lnTo>
                  <a:lnTo>
                    <a:pt x="2698100" y="886537"/>
                  </a:lnTo>
                  <a:lnTo>
                    <a:pt x="2707844" y="881948"/>
                  </a:lnTo>
                  <a:lnTo>
                    <a:pt x="2717588" y="877061"/>
                  </a:lnTo>
                  <a:lnTo>
                    <a:pt x="2727332" y="871906"/>
                  </a:lnTo>
                  <a:lnTo>
                    <a:pt x="2737076" y="866483"/>
                  </a:lnTo>
                  <a:lnTo>
                    <a:pt x="2746805" y="860806"/>
                  </a:lnTo>
                  <a:lnTo>
                    <a:pt x="2756549" y="854892"/>
                  </a:lnTo>
                  <a:lnTo>
                    <a:pt x="2766293" y="848753"/>
                  </a:lnTo>
                  <a:lnTo>
                    <a:pt x="2776037" y="842391"/>
                  </a:lnTo>
                  <a:lnTo>
                    <a:pt x="2785766" y="835836"/>
                  </a:lnTo>
                  <a:lnTo>
                    <a:pt x="2795510" y="829072"/>
                  </a:lnTo>
                  <a:lnTo>
                    <a:pt x="2805254" y="822142"/>
                  </a:lnTo>
                  <a:lnTo>
                    <a:pt x="2814998" y="815040"/>
                  </a:lnTo>
                  <a:lnTo>
                    <a:pt x="2824727" y="807786"/>
                  </a:lnTo>
                  <a:lnTo>
                    <a:pt x="2834471" y="800391"/>
                  </a:lnTo>
                  <a:lnTo>
                    <a:pt x="2844215" y="792869"/>
                  </a:lnTo>
                  <a:lnTo>
                    <a:pt x="2853958" y="785231"/>
                  </a:lnTo>
                  <a:lnTo>
                    <a:pt x="2863687" y="777494"/>
                  </a:lnTo>
                  <a:lnTo>
                    <a:pt x="2873431" y="769669"/>
                  </a:lnTo>
                  <a:lnTo>
                    <a:pt x="2883175" y="761772"/>
                  </a:lnTo>
                  <a:lnTo>
                    <a:pt x="2892919" y="753811"/>
                  </a:lnTo>
                  <a:lnTo>
                    <a:pt x="2902663" y="745803"/>
                  </a:lnTo>
                  <a:lnTo>
                    <a:pt x="2912392" y="73775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9" name="Freeform 828">
              <a:extLst>
                <a:ext uri="{FF2B5EF4-FFF2-40B4-BE49-F238E27FC236}">
                  <a16:creationId xmlns:a16="http://schemas.microsoft.com/office/drawing/2014/main" id="{BFD7893B-37F3-3DDC-F283-0799108284BA}"/>
                </a:ext>
              </a:extLst>
            </p:cNvPr>
            <p:cNvSpPr/>
            <p:nvPr/>
          </p:nvSpPr>
          <p:spPr>
            <a:xfrm>
              <a:off x="576446" y="3395091"/>
              <a:ext cx="2912392" cy="348627"/>
            </a:xfrm>
            <a:custGeom>
              <a:avLst/>
              <a:gdLst>
                <a:gd name="connsiteX0" fmla="*/ 0 w 2912392"/>
                <a:gd name="connsiteY0" fmla="*/ 348627 h 348627"/>
                <a:gd name="connsiteX1" fmla="*/ 9739 w 2912392"/>
                <a:gd name="connsiteY1" fmla="*/ 348477 h 348627"/>
                <a:gd name="connsiteX2" fmla="*/ 19480 w 2912392"/>
                <a:gd name="connsiteY2" fmla="*/ 348253 h 348627"/>
                <a:gd name="connsiteX3" fmla="*/ 29221 w 2912392"/>
                <a:gd name="connsiteY3" fmla="*/ 347960 h 348627"/>
                <a:gd name="connsiteX4" fmla="*/ 38961 w 2912392"/>
                <a:gd name="connsiteY4" fmla="*/ 347598 h 348627"/>
                <a:gd name="connsiteX5" fmla="*/ 48702 w 2912392"/>
                <a:gd name="connsiteY5" fmla="*/ 347169 h 348627"/>
                <a:gd name="connsiteX6" fmla="*/ 58443 w 2912392"/>
                <a:gd name="connsiteY6" fmla="*/ 346675 h 348627"/>
                <a:gd name="connsiteX7" fmla="*/ 68182 w 2912392"/>
                <a:gd name="connsiteY7" fmla="*/ 346121 h 348627"/>
                <a:gd name="connsiteX8" fmla="*/ 77923 w 2912392"/>
                <a:gd name="connsiteY8" fmla="*/ 345507 h 348627"/>
                <a:gd name="connsiteX9" fmla="*/ 87664 w 2912392"/>
                <a:gd name="connsiteY9" fmla="*/ 344838 h 348627"/>
                <a:gd name="connsiteX10" fmla="*/ 97404 w 2912392"/>
                <a:gd name="connsiteY10" fmla="*/ 344117 h 348627"/>
                <a:gd name="connsiteX11" fmla="*/ 107145 w 2912392"/>
                <a:gd name="connsiteY11" fmla="*/ 343346 h 348627"/>
                <a:gd name="connsiteX12" fmla="*/ 116886 w 2912392"/>
                <a:gd name="connsiteY12" fmla="*/ 342529 h 348627"/>
                <a:gd name="connsiteX13" fmla="*/ 126625 w 2912392"/>
                <a:gd name="connsiteY13" fmla="*/ 341668 h 348627"/>
                <a:gd name="connsiteX14" fmla="*/ 136366 w 2912392"/>
                <a:gd name="connsiteY14" fmla="*/ 340768 h 348627"/>
                <a:gd name="connsiteX15" fmla="*/ 146107 w 2912392"/>
                <a:gd name="connsiteY15" fmla="*/ 339832 h 348627"/>
                <a:gd name="connsiteX16" fmla="*/ 155846 w 2912392"/>
                <a:gd name="connsiteY16" fmla="*/ 338864 h 348627"/>
                <a:gd name="connsiteX17" fmla="*/ 165587 w 2912392"/>
                <a:gd name="connsiteY17" fmla="*/ 337867 h 348627"/>
                <a:gd name="connsiteX18" fmla="*/ 175328 w 2912392"/>
                <a:gd name="connsiteY18" fmla="*/ 336845 h 348627"/>
                <a:gd name="connsiteX19" fmla="*/ 185068 w 2912392"/>
                <a:gd name="connsiteY19" fmla="*/ 335802 h 348627"/>
                <a:gd name="connsiteX20" fmla="*/ 194809 w 2912392"/>
                <a:gd name="connsiteY20" fmla="*/ 334741 h 348627"/>
                <a:gd name="connsiteX21" fmla="*/ 204550 w 2912392"/>
                <a:gd name="connsiteY21" fmla="*/ 333667 h 348627"/>
                <a:gd name="connsiteX22" fmla="*/ 214289 w 2912392"/>
                <a:gd name="connsiteY22" fmla="*/ 332582 h 348627"/>
                <a:gd name="connsiteX23" fmla="*/ 224030 w 2912392"/>
                <a:gd name="connsiteY23" fmla="*/ 331492 h 348627"/>
                <a:gd name="connsiteX24" fmla="*/ 233771 w 2912392"/>
                <a:gd name="connsiteY24" fmla="*/ 330398 h 348627"/>
                <a:gd name="connsiteX25" fmla="*/ 243510 w 2912392"/>
                <a:gd name="connsiteY25" fmla="*/ 329305 h 348627"/>
                <a:gd name="connsiteX26" fmla="*/ 253251 w 2912392"/>
                <a:gd name="connsiteY26" fmla="*/ 328216 h 348627"/>
                <a:gd name="connsiteX27" fmla="*/ 262992 w 2912392"/>
                <a:gd name="connsiteY27" fmla="*/ 327134 h 348627"/>
                <a:gd name="connsiteX28" fmla="*/ 272732 w 2912392"/>
                <a:gd name="connsiteY28" fmla="*/ 326064 h 348627"/>
                <a:gd name="connsiteX29" fmla="*/ 282473 w 2912392"/>
                <a:gd name="connsiteY29" fmla="*/ 325008 h 348627"/>
                <a:gd name="connsiteX30" fmla="*/ 292214 w 2912392"/>
                <a:gd name="connsiteY30" fmla="*/ 323968 h 348627"/>
                <a:gd name="connsiteX31" fmla="*/ 301953 w 2912392"/>
                <a:gd name="connsiteY31" fmla="*/ 322949 h 348627"/>
                <a:gd name="connsiteX32" fmla="*/ 311694 w 2912392"/>
                <a:gd name="connsiteY32" fmla="*/ 321952 h 348627"/>
                <a:gd name="connsiteX33" fmla="*/ 321435 w 2912392"/>
                <a:gd name="connsiteY33" fmla="*/ 320981 h 348627"/>
                <a:gd name="connsiteX34" fmla="*/ 331175 w 2912392"/>
                <a:gd name="connsiteY34" fmla="*/ 320038 h 348627"/>
                <a:gd name="connsiteX35" fmla="*/ 340916 w 2912392"/>
                <a:gd name="connsiteY35" fmla="*/ 319123 h 348627"/>
                <a:gd name="connsiteX36" fmla="*/ 350656 w 2912392"/>
                <a:gd name="connsiteY36" fmla="*/ 318242 h 348627"/>
                <a:gd name="connsiteX37" fmla="*/ 360396 w 2912392"/>
                <a:gd name="connsiteY37" fmla="*/ 317395 h 348627"/>
                <a:gd name="connsiteX38" fmla="*/ 370137 w 2912392"/>
                <a:gd name="connsiteY38" fmla="*/ 316581 h 348627"/>
                <a:gd name="connsiteX39" fmla="*/ 379878 w 2912392"/>
                <a:gd name="connsiteY39" fmla="*/ 315806 h 348627"/>
                <a:gd name="connsiteX40" fmla="*/ 389617 w 2912392"/>
                <a:gd name="connsiteY40" fmla="*/ 315069 h 348627"/>
                <a:gd name="connsiteX41" fmla="*/ 399358 w 2912392"/>
                <a:gd name="connsiteY41" fmla="*/ 314371 h 348627"/>
                <a:gd name="connsiteX42" fmla="*/ 409099 w 2912392"/>
                <a:gd name="connsiteY42" fmla="*/ 313713 h 348627"/>
                <a:gd name="connsiteX43" fmla="*/ 418839 w 2912392"/>
                <a:gd name="connsiteY43" fmla="*/ 313095 h 348627"/>
                <a:gd name="connsiteX44" fmla="*/ 428580 w 2912392"/>
                <a:gd name="connsiteY44" fmla="*/ 312518 h 348627"/>
                <a:gd name="connsiteX45" fmla="*/ 438321 w 2912392"/>
                <a:gd name="connsiteY45" fmla="*/ 311982 h 348627"/>
                <a:gd name="connsiteX46" fmla="*/ 448060 w 2912392"/>
                <a:gd name="connsiteY46" fmla="*/ 311487 h 348627"/>
                <a:gd name="connsiteX47" fmla="*/ 457801 w 2912392"/>
                <a:gd name="connsiteY47" fmla="*/ 311031 h 348627"/>
                <a:gd name="connsiteX48" fmla="*/ 467542 w 2912392"/>
                <a:gd name="connsiteY48" fmla="*/ 310615 h 348627"/>
                <a:gd name="connsiteX49" fmla="*/ 477281 w 2912392"/>
                <a:gd name="connsiteY49" fmla="*/ 310240 h 348627"/>
                <a:gd name="connsiteX50" fmla="*/ 487022 w 2912392"/>
                <a:gd name="connsiteY50" fmla="*/ 309900 h 348627"/>
                <a:gd name="connsiteX51" fmla="*/ 496763 w 2912392"/>
                <a:gd name="connsiteY51" fmla="*/ 309598 h 348627"/>
                <a:gd name="connsiteX52" fmla="*/ 506503 w 2912392"/>
                <a:gd name="connsiteY52" fmla="*/ 309330 h 348627"/>
                <a:gd name="connsiteX53" fmla="*/ 516244 w 2912392"/>
                <a:gd name="connsiteY53" fmla="*/ 309096 h 348627"/>
                <a:gd name="connsiteX54" fmla="*/ 525985 w 2912392"/>
                <a:gd name="connsiteY54" fmla="*/ 308892 h 348627"/>
                <a:gd name="connsiteX55" fmla="*/ 535724 w 2912392"/>
                <a:gd name="connsiteY55" fmla="*/ 308716 h 348627"/>
                <a:gd name="connsiteX56" fmla="*/ 545465 w 2912392"/>
                <a:gd name="connsiteY56" fmla="*/ 308567 h 348627"/>
                <a:gd name="connsiteX57" fmla="*/ 555206 w 2912392"/>
                <a:gd name="connsiteY57" fmla="*/ 308442 h 348627"/>
                <a:gd name="connsiteX58" fmla="*/ 564946 w 2912392"/>
                <a:gd name="connsiteY58" fmla="*/ 308337 h 348627"/>
                <a:gd name="connsiteX59" fmla="*/ 574687 w 2912392"/>
                <a:gd name="connsiteY59" fmla="*/ 308251 h 348627"/>
                <a:gd name="connsiteX60" fmla="*/ 584428 w 2912392"/>
                <a:gd name="connsiteY60" fmla="*/ 308178 h 348627"/>
                <a:gd name="connsiteX61" fmla="*/ 594167 w 2912392"/>
                <a:gd name="connsiteY61" fmla="*/ 308117 h 348627"/>
                <a:gd name="connsiteX62" fmla="*/ 603908 w 2912392"/>
                <a:gd name="connsiteY62" fmla="*/ 308063 h 348627"/>
                <a:gd name="connsiteX63" fmla="*/ 613649 w 2912392"/>
                <a:gd name="connsiteY63" fmla="*/ 308013 h 348627"/>
                <a:gd name="connsiteX64" fmla="*/ 623388 w 2912392"/>
                <a:gd name="connsiteY64" fmla="*/ 307962 h 348627"/>
                <a:gd name="connsiteX65" fmla="*/ 633129 w 2912392"/>
                <a:gd name="connsiteY65" fmla="*/ 307908 h 348627"/>
                <a:gd name="connsiteX66" fmla="*/ 642870 w 2912392"/>
                <a:gd name="connsiteY66" fmla="*/ 307846 h 348627"/>
                <a:gd name="connsiteX67" fmla="*/ 652610 w 2912392"/>
                <a:gd name="connsiteY67" fmla="*/ 307770 h 348627"/>
                <a:gd name="connsiteX68" fmla="*/ 662351 w 2912392"/>
                <a:gd name="connsiteY68" fmla="*/ 307677 h 348627"/>
                <a:gd name="connsiteX69" fmla="*/ 672092 w 2912392"/>
                <a:gd name="connsiteY69" fmla="*/ 307564 h 348627"/>
                <a:gd name="connsiteX70" fmla="*/ 681831 w 2912392"/>
                <a:gd name="connsiteY70" fmla="*/ 307424 h 348627"/>
                <a:gd name="connsiteX71" fmla="*/ 691572 w 2912392"/>
                <a:gd name="connsiteY71" fmla="*/ 307254 h 348627"/>
                <a:gd name="connsiteX72" fmla="*/ 701313 w 2912392"/>
                <a:gd name="connsiteY72" fmla="*/ 307049 h 348627"/>
                <a:gd name="connsiteX73" fmla="*/ 711052 w 2912392"/>
                <a:gd name="connsiteY73" fmla="*/ 306803 h 348627"/>
                <a:gd name="connsiteX74" fmla="*/ 720793 w 2912392"/>
                <a:gd name="connsiteY74" fmla="*/ 306512 h 348627"/>
                <a:gd name="connsiteX75" fmla="*/ 730534 w 2912392"/>
                <a:gd name="connsiteY75" fmla="*/ 306173 h 348627"/>
                <a:gd name="connsiteX76" fmla="*/ 740274 w 2912392"/>
                <a:gd name="connsiteY76" fmla="*/ 305778 h 348627"/>
                <a:gd name="connsiteX77" fmla="*/ 750015 w 2912392"/>
                <a:gd name="connsiteY77" fmla="*/ 305325 h 348627"/>
                <a:gd name="connsiteX78" fmla="*/ 759756 w 2912392"/>
                <a:gd name="connsiteY78" fmla="*/ 304808 h 348627"/>
                <a:gd name="connsiteX79" fmla="*/ 769495 w 2912392"/>
                <a:gd name="connsiteY79" fmla="*/ 304222 h 348627"/>
                <a:gd name="connsiteX80" fmla="*/ 779236 w 2912392"/>
                <a:gd name="connsiteY80" fmla="*/ 303565 h 348627"/>
                <a:gd name="connsiteX81" fmla="*/ 788977 w 2912392"/>
                <a:gd name="connsiteY81" fmla="*/ 302829 h 348627"/>
                <a:gd name="connsiteX82" fmla="*/ 798717 w 2912392"/>
                <a:gd name="connsiteY82" fmla="*/ 302013 h 348627"/>
                <a:gd name="connsiteX83" fmla="*/ 808458 w 2912392"/>
                <a:gd name="connsiteY83" fmla="*/ 301108 h 348627"/>
                <a:gd name="connsiteX84" fmla="*/ 818199 w 2912392"/>
                <a:gd name="connsiteY84" fmla="*/ 300116 h 348627"/>
                <a:gd name="connsiteX85" fmla="*/ 827938 w 2912392"/>
                <a:gd name="connsiteY85" fmla="*/ 299028 h 348627"/>
                <a:gd name="connsiteX86" fmla="*/ 837679 w 2912392"/>
                <a:gd name="connsiteY86" fmla="*/ 297841 h 348627"/>
                <a:gd name="connsiteX87" fmla="*/ 847420 w 2912392"/>
                <a:gd name="connsiteY87" fmla="*/ 296554 h 348627"/>
                <a:gd name="connsiteX88" fmla="*/ 857159 w 2912392"/>
                <a:gd name="connsiteY88" fmla="*/ 295161 h 348627"/>
                <a:gd name="connsiteX89" fmla="*/ 866900 w 2912392"/>
                <a:gd name="connsiteY89" fmla="*/ 293659 h 348627"/>
                <a:gd name="connsiteX90" fmla="*/ 876641 w 2912392"/>
                <a:gd name="connsiteY90" fmla="*/ 292045 h 348627"/>
                <a:gd name="connsiteX91" fmla="*/ 886381 w 2912392"/>
                <a:gd name="connsiteY91" fmla="*/ 290317 h 348627"/>
                <a:gd name="connsiteX92" fmla="*/ 896122 w 2912392"/>
                <a:gd name="connsiteY92" fmla="*/ 288473 h 348627"/>
                <a:gd name="connsiteX93" fmla="*/ 905863 w 2912392"/>
                <a:gd name="connsiteY93" fmla="*/ 286507 h 348627"/>
                <a:gd name="connsiteX94" fmla="*/ 915602 w 2912392"/>
                <a:gd name="connsiteY94" fmla="*/ 284422 h 348627"/>
                <a:gd name="connsiteX95" fmla="*/ 925343 w 2912392"/>
                <a:gd name="connsiteY95" fmla="*/ 282212 h 348627"/>
                <a:gd name="connsiteX96" fmla="*/ 935084 w 2912392"/>
                <a:gd name="connsiteY96" fmla="*/ 279877 h 348627"/>
                <a:gd name="connsiteX97" fmla="*/ 944824 w 2912392"/>
                <a:gd name="connsiteY97" fmla="*/ 277418 h 348627"/>
                <a:gd name="connsiteX98" fmla="*/ 954564 w 2912392"/>
                <a:gd name="connsiteY98" fmla="*/ 274831 h 348627"/>
                <a:gd name="connsiteX99" fmla="*/ 964305 w 2912392"/>
                <a:gd name="connsiteY99" fmla="*/ 272118 h 348627"/>
                <a:gd name="connsiteX100" fmla="*/ 974045 w 2912392"/>
                <a:gd name="connsiteY100" fmla="*/ 269277 h 348627"/>
                <a:gd name="connsiteX101" fmla="*/ 983786 w 2912392"/>
                <a:gd name="connsiteY101" fmla="*/ 266309 h 348627"/>
                <a:gd name="connsiteX102" fmla="*/ 993522 w 2912392"/>
                <a:gd name="connsiteY102" fmla="*/ 263214 h 348627"/>
                <a:gd name="connsiteX103" fmla="*/ 1003266 w 2912392"/>
                <a:gd name="connsiteY103" fmla="*/ 259995 h 348627"/>
                <a:gd name="connsiteX104" fmla="*/ 1013010 w 2912392"/>
                <a:gd name="connsiteY104" fmla="*/ 256650 h 348627"/>
                <a:gd name="connsiteX105" fmla="*/ 1022754 w 2912392"/>
                <a:gd name="connsiteY105" fmla="*/ 253184 h 348627"/>
                <a:gd name="connsiteX106" fmla="*/ 1032483 w 2912392"/>
                <a:gd name="connsiteY106" fmla="*/ 249597 h 348627"/>
                <a:gd name="connsiteX107" fmla="*/ 1042227 w 2912392"/>
                <a:gd name="connsiteY107" fmla="*/ 245893 h 348627"/>
                <a:gd name="connsiteX108" fmla="*/ 1051971 w 2912392"/>
                <a:gd name="connsiteY108" fmla="*/ 242074 h 348627"/>
                <a:gd name="connsiteX109" fmla="*/ 1061715 w 2912392"/>
                <a:gd name="connsiteY109" fmla="*/ 238142 h 348627"/>
                <a:gd name="connsiteX110" fmla="*/ 1071444 w 2912392"/>
                <a:gd name="connsiteY110" fmla="*/ 234105 h 348627"/>
                <a:gd name="connsiteX111" fmla="*/ 1081188 w 2912392"/>
                <a:gd name="connsiteY111" fmla="*/ 229961 h 348627"/>
                <a:gd name="connsiteX112" fmla="*/ 1090932 w 2912392"/>
                <a:gd name="connsiteY112" fmla="*/ 225720 h 348627"/>
                <a:gd name="connsiteX113" fmla="*/ 1100676 w 2912392"/>
                <a:gd name="connsiteY113" fmla="*/ 221384 h 348627"/>
                <a:gd name="connsiteX114" fmla="*/ 1110405 w 2912392"/>
                <a:gd name="connsiteY114" fmla="*/ 216957 h 348627"/>
                <a:gd name="connsiteX115" fmla="*/ 1120149 w 2912392"/>
                <a:gd name="connsiteY115" fmla="*/ 212448 h 348627"/>
                <a:gd name="connsiteX116" fmla="*/ 1129893 w 2912392"/>
                <a:gd name="connsiteY116" fmla="*/ 207860 h 348627"/>
                <a:gd name="connsiteX117" fmla="*/ 1139637 w 2912392"/>
                <a:gd name="connsiteY117" fmla="*/ 203201 h 348627"/>
                <a:gd name="connsiteX118" fmla="*/ 1149381 w 2912392"/>
                <a:gd name="connsiteY118" fmla="*/ 198477 h 348627"/>
                <a:gd name="connsiteX119" fmla="*/ 1159110 w 2912392"/>
                <a:gd name="connsiteY119" fmla="*/ 193696 h 348627"/>
                <a:gd name="connsiteX120" fmla="*/ 1168854 w 2912392"/>
                <a:gd name="connsiteY120" fmla="*/ 188862 h 348627"/>
                <a:gd name="connsiteX121" fmla="*/ 1178598 w 2912392"/>
                <a:gd name="connsiteY121" fmla="*/ 183986 h 348627"/>
                <a:gd name="connsiteX122" fmla="*/ 1188341 w 2912392"/>
                <a:gd name="connsiteY122" fmla="*/ 179074 h 348627"/>
                <a:gd name="connsiteX123" fmla="*/ 1198070 w 2912392"/>
                <a:gd name="connsiteY123" fmla="*/ 174135 h 348627"/>
                <a:gd name="connsiteX124" fmla="*/ 1207814 w 2912392"/>
                <a:gd name="connsiteY124" fmla="*/ 169176 h 348627"/>
                <a:gd name="connsiteX125" fmla="*/ 1217558 w 2912392"/>
                <a:gd name="connsiteY125" fmla="*/ 164208 h 348627"/>
                <a:gd name="connsiteX126" fmla="*/ 1227302 w 2912392"/>
                <a:gd name="connsiteY126" fmla="*/ 159236 h 348627"/>
                <a:gd name="connsiteX127" fmla="*/ 1237031 w 2912392"/>
                <a:gd name="connsiteY127" fmla="*/ 154273 h 348627"/>
                <a:gd name="connsiteX128" fmla="*/ 1246775 w 2912392"/>
                <a:gd name="connsiteY128" fmla="*/ 149325 h 348627"/>
                <a:gd name="connsiteX129" fmla="*/ 1256519 w 2912392"/>
                <a:gd name="connsiteY129" fmla="*/ 144402 h 348627"/>
                <a:gd name="connsiteX130" fmla="*/ 1266263 w 2912392"/>
                <a:gd name="connsiteY130" fmla="*/ 139516 h 348627"/>
                <a:gd name="connsiteX131" fmla="*/ 1276007 w 2912392"/>
                <a:gd name="connsiteY131" fmla="*/ 134673 h 348627"/>
                <a:gd name="connsiteX132" fmla="*/ 1285736 w 2912392"/>
                <a:gd name="connsiteY132" fmla="*/ 129883 h 348627"/>
                <a:gd name="connsiteX133" fmla="*/ 1295480 w 2912392"/>
                <a:gd name="connsiteY133" fmla="*/ 125157 h 348627"/>
                <a:gd name="connsiteX134" fmla="*/ 1305224 w 2912392"/>
                <a:gd name="connsiteY134" fmla="*/ 120504 h 348627"/>
                <a:gd name="connsiteX135" fmla="*/ 1314968 w 2912392"/>
                <a:gd name="connsiteY135" fmla="*/ 115933 h 348627"/>
                <a:gd name="connsiteX136" fmla="*/ 1324697 w 2912392"/>
                <a:gd name="connsiteY136" fmla="*/ 111453 h 348627"/>
                <a:gd name="connsiteX137" fmla="*/ 1334441 w 2912392"/>
                <a:gd name="connsiteY137" fmla="*/ 107076 h 348627"/>
                <a:gd name="connsiteX138" fmla="*/ 1344185 w 2912392"/>
                <a:gd name="connsiteY138" fmla="*/ 102809 h 348627"/>
                <a:gd name="connsiteX139" fmla="*/ 1353929 w 2912392"/>
                <a:gd name="connsiteY139" fmla="*/ 98661 h 348627"/>
                <a:gd name="connsiteX140" fmla="*/ 1363658 w 2912392"/>
                <a:gd name="connsiteY140" fmla="*/ 94643 h 348627"/>
                <a:gd name="connsiteX141" fmla="*/ 1373402 w 2912392"/>
                <a:gd name="connsiteY141" fmla="*/ 90762 h 348627"/>
                <a:gd name="connsiteX142" fmla="*/ 1383146 w 2912392"/>
                <a:gd name="connsiteY142" fmla="*/ 87026 h 348627"/>
                <a:gd name="connsiteX143" fmla="*/ 1392890 w 2912392"/>
                <a:gd name="connsiteY143" fmla="*/ 83446 h 348627"/>
                <a:gd name="connsiteX144" fmla="*/ 1402619 w 2912392"/>
                <a:gd name="connsiteY144" fmla="*/ 80030 h 348627"/>
                <a:gd name="connsiteX145" fmla="*/ 1412363 w 2912392"/>
                <a:gd name="connsiteY145" fmla="*/ 76783 h 348627"/>
                <a:gd name="connsiteX146" fmla="*/ 1422106 w 2912392"/>
                <a:gd name="connsiteY146" fmla="*/ 73716 h 348627"/>
                <a:gd name="connsiteX147" fmla="*/ 1431850 w 2912392"/>
                <a:gd name="connsiteY147" fmla="*/ 70833 h 348627"/>
                <a:gd name="connsiteX148" fmla="*/ 1441594 w 2912392"/>
                <a:gd name="connsiteY148" fmla="*/ 68143 h 348627"/>
                <a:gd name="connsiteX149" fmla="*/ 1451323 w 2912392"/>
                <a:gd name="connsiteY149" fmla="*/ 65654 h 348627"/>
                <a:gd name="connsiteX150" fmla="*/ 1461067 w 2912392"/>
                <a:gd name="connsiteY150" fmla="*/ 63368 h 348627"/>
                <a:gd name="connsiteX151" fmla="*/ 1470811 w 2912392"/>
                <a:gd name="connsiteY151" fmla="*/ 61294 h 348627"/>
                <a:gd name="connsiteX152" fmla="*/ 1480555 w 2912392"/>
                <a:gd name="connsiteY152" fmla="*/ 59437 h 348627"/>
                <a:gd name="connsiteX153" fmla="*/ 1490284 w 2912392"/>
                <a:gd name="connsiteY153" fmla="*/ 57799 h 348627"/>
                <a:gd name="connsiteX154" fmla="*/ 1500028 w 2912392"/>
                <a:gd name="connsiteY154" fmla="*/ 56387 h 348627"/>
                <a:gd name="connsiteX155" fmla="*/ 1509772 w 2912392"/>
                <a:gd name="connsiteY155" fmla="*/ 55205 h 348627"/>
                <a:gd name="connsiteX156" fmla="*/ 1519516 w 2912392"/>
                <a:gd name="connsiteY156" fmla="*/ 54255 h 348627"/>
                <a:gd name="connsiteX157" fmla="*/ 1529245 w 2912392"/>
                <a:gd name="connsiteY157" fmla="*/ 53539 h 348627"/>
                <a:gd name="connsiteX158" fmla="*/ 1538989 w 2912392"/>
                <a:gd name="connsiteY158" fmla="*/ 53063 h 348627"/>
                <a:gd name="connsiteX159" fmla="*/ 1548733 w 2912392"/>
                <a:gd name="connsiteY159" fmla="*/ 52826 h 348627"/>
                <a:gd name="connsiteX160" fmla="*/ 1558477 w 2912392"/>
                <a:gd name="connsiteY160" fmla="*/ 52827 h 348627"/>
                <a:gd name="connsiteX161" fmla="*/ 1568221 w 2912392"/>
                <a:gd name="connsiteY161" fmla="*/ 53072 h 348627"/>
                <a:gd name="connsiteX162" fmla="*/ 1577950 w 2912392"/>
                <a:gd name="connsiteY162" fmla="*/ 53557 h 348627"/>
                <a:gd name="connsiteX163" fmla="*/ 1587694 w 2912392"/>
                <a:gd name="connsiteY163" fmla="*/ 54283 h 348627"/>
                <a:gd name="connsiteX164" fmla="*/ 1597438 w 2912392"/>
                <a:gd name="connsiteY164" fmla="*/ 55248 h 348627"/>
                <a:gd name="connsiteX165" fmla="*/ 1607182 w 2912392"/>
                <a:gd name="connsiteY165" fmla="*/ 56451 h 348627"/>
                <a:gd name="connsiteX166" fmla="*/ 1616911 w 2912392"/>
                <a:gd name="connsiteY166" fmla="*/ 57890 h 348627"/>
                <a:gd name="connsiteX167" fmla="*/ 1626655 w 2912392"/>
                <a:gd name="connsiteY167" fmla="*/ 59563 h 348627"/>
                <a:gd name="connsiteX168" fmla="*/ 1636399 w 2912392"/>
                <a:gd name="connsiteY168" fmla="*/ 61464 h 348627"/>
                <a:gd name="connsiteX169" fmla="*/ 1646142 w 2912392"/>
                <a:gd name="connsiteY169" fmla="*/ 63592 h 348627"/>
                <a:gd name="connsiteX170" fmla="*/ 1655872 w 2912392"/>
                <a:gd name="connsiteY170" fmla="*/ 65941 h 348627"/>
                <a:gd name="connsiteX171" fmla="*/ 1665616 w 2912392"/>
                <a:gd name="connsiteY171" fmla="*/ 68507 h 348627"/>
                <a:gd name="connsiteX172" fmla="*/ 1675359 w 2912392"/>
                <a:gd name="connsiteY172" fmla="*/ 71284 h 348627"/>
                <a:gd name="connsiteX173" fmla="*/ 1685103 w 2912392"/>
                <a:gd name="connsiteY173" fmla="*/ 74265 h 348627"/>
                <a:gd name="connsiteX174" fmla="*/ 1694832 w 2912392"/>
                <a:gd name="connsiteY174" fmla="*/ 77445 h 348627"/>
                <a:gd name="connsiteX175" fmla="*/ 1704576 w 2912392"/>
                <a:gd name="connsiteY175" fmla="*/ 80817 h 348627"/>
                <a:gd name="connsiteX176" fmla="*/ 1714320 w 2912392"/>
                <a:gd name="connsiteY176" fmla="*/ 84373 h 348627"/>
                <a:gd name="connsiteX177" fmla="*/ 1724064 w 2912392"/>
                <a:gd name="connsiteY177" fmla="*/ 88105 h 348627"/>
                <a:gd name="connsiteX178" fmla="*/ 1733808 w 2912392"/>
                <a:gd name="connsiteY178" fmla="*/ 92004 h 348627"/>
                <a:gd name="connsiteX179" fmla="*/ 1743537 w 2912392"/>
                <a:gd name="connsiteY179" fmla="*/ 96064 h 348627"/>
                <a:gd name="connsiteX180" fmla="*/ 1753281 w 2912392"/>
                <a:gd name="connsiteY180" fmla="*/ 100273 h 348627"/>
                <a:gd name="connsiteX181" fmla="*/ 1763025 w 2912392"/>
                <a:gd name="connsiteY181" fmla="*/ 104622 h 348627"/>
                <a:gd name="connsiteX182" fmla="*/ 1772769 w 2912392"/>
                <a:gd name="connsiteY182" fmla="*/ 109104 h 348627"/>
                <a:gd name="connsiteX183" fmla="*/ 1782498 w 2912392"/>
                <a:gd name="connsiteY183" fmla="*/ 113704 h 348627"/>
                <a:gd name="connsiteX184" fmla="*/ 1792242 w 2912392"/>
                <a:gd name="connsiteY184" fmla="*/ 118417 h 348627"/>
                <a:gd name="connsiteX185" fmla="*/ 1801986 w 2912392"/>
                <a:gd name="connsiteY185" fmla="*/ 123228 h 348627"/>
                <a:gd name="connsiteX186" fmla="*/ 1811730 w 2912392"/>
                <a:gd name="connsiteY186" fmla="*/ 128128 h 348627"/>
                <a:gd name="connsiteX187" fmla="*/ 1821459 w 2912392"/>
                <a:gd name="connsiteY187" fmla="*/ 133107 h 348627"/>
                <a:gd name="connsiteX188" fmla="*/ 1831203 w 2912392"/>
                <a:gd name="connsiteY188" fmla="*/ 138152 h 348627"/>
                <a:gd name="connsiteX189" fmla="*/ 1840947 w 2912392"/>
                <a:gd name="connsiteY189" fmla="*/ 143254 h 348627"/>
                <a:gd name="connsiteX190" fmla="*/ 1850691 w 2912392"/>
                <a:gd name="connsiteY190" fmla="*/ 148398 h 348627"/>
                <a:gd name="connsiteX191" fmla="*/ 1860435 w 2912392"/>
                <a:gd name="connsiteY191" fmla="*/ 153576 h 348627"/>
                <a:gd name="connsiteX192" fmla="*/ 1870164 w 2912392"/>
                <a:gd name="connsiteY192" fmla="*/ 158774 h 348627"/>
                <a:gd name="connsiteX193" fmla="*/ 1879908 w 2912392"/>
                <a:gd name="connsiteY193" fmla="*/ 163980 h 348627"/>
                <a:gd name="connsiteX194" fmla="*/ 1889652 w 2912392"/>
                <a:gd name="connsiteY194" fmla="*/ 169185 h 348627"/>
                <a:gd name="connsiteX195" fmla="*/ 1899395 w 2912392"/>
                <a:gd name="connsiteY195" fmla="*/ 174376 h 348627"/>
                <a:gd name="connsiteX196" fmla="*/ 1909124 w 2912392"/>
                <a:gd name="connsiteY196" fmla="*/ 179542 h 348627"/>
                <a:gd name="connsiteX197" fmla="*/ 1918868 w 2912392"/>
                <a:gd name="connsiteY197" fmla="*/ 184670 h 348627"/>
                <a:gd name="connsiteX198" fmla="*/ 1928612 w 2912392"/>
                <a:gd name="connsiteY198" fmla="*/ 189750 h 348627"/>
                <a:gd name="connsiteX199" fmla="*/ 1938356 w 2912392"/>
                <a:gd name="connsiteY199" fmla="*/ 194773 h 348627"/>
                <a:gd name="connsiteX200" fmla="*/ 1948085 w 2912392"/>
                <a:gd name="connsiteY200" fmla="*/ 199724 h 348627"/>
                <a:gd name="connsiteX201" fmla="*/ 1957829 w 2912392"/>
                <a:gd name="connsiteY201" fmla="*/ 204596 h 348627"/>
                <a:gd name="connsiteX202" fmla="*/ 1967573 w 2912392"/>
                <a:gd name="connsiteY202" fmla="*/ 209375 h 348627"/>
                <a:gd name="connsiteX203" fmla="*/ 1977317 w 2912392"/>
                <a:gd name="connsiteY203" fmla="*/ 214052 h 348627"/>
                <a:gd name="connsiteX204" fmla="*/ 1987046 w 2912392"/>
                <a:gd name="connsiteY204" fmla="*/ 218620 h 348627"/>
                <a:gd name="connsiteX205" fmla="*/ 1996790 w 2912392"/>
                <a:gd name="connsiteY205" fmla="*/ 223065 h 348627"/>
                <a:gd name="connsiteX206" fmla="*/ 2006534 w 2912392"/>
                <a:gd name="connsiteY206" fmla="*/ 227381 h 348627"/>
                <a:gd name="connsiteX207" fmla="*/ 2016278 w 2912392"/>
                <a:gd name="connsiteY207" fmla="*/ 231557 h 348627"/>
                <a:gd name="connsiteX208" fmla="*/ 2026022 w 2912392"/>
                <a:gd name="connsiteY208" fmla="*/ 235584 h 348627"/>
                <a:gd name="connsiteX209" fmla="*/ 2035751 w 2912392"/>
                <a:gd name="connsiteY209" fmla="*/ 239455 h 348627"/>
                <a:gd name="connsiteX210" fmla="*/ 2045495 w 2912392"/>
                <a:gd name="connsiteY210" fmla="*/ 243163 h 348627"/>
                <a:gd name="connsiteX211" fmla="*/ 2055239 w 2912392"/>
                <a:gd name="connsiteY211" fmla="*/ 246699 h 348627"/>
                <a:gd name="connsiteX212" fmla="*/ 2064983 w 2912392"/>
                <a:gd name="connsiteY212" fmla="*/ 250056 h 348627"/>
                <a:gd name="connsiteX213" fmla="*/ 2074712 w 2912392"/>
                <a:gd name="connsiteY213" fmla="*/ 253227 h 348627"/>
                <a:gd name="connsiteX214" fmla="*/ 2084456 w 2912392"/>
                <a:gd name="connsiteY214" fmla="*/ 256209 h 348627"/>
                <a:gd name="connsiteX215" fmla="*/ 2094200 w 2912392"/>
                <a:gd name="connsiteY215" fmla="*/ 258992 h 348627"/>
                <a:gd name="connsiteX216" fmla="*/ 2103944 w 2912392"/>
                <a:gd name="connsiteY216" fmla="*/ 261572 h 348627"/>
                <a:gd name="connsiteX217" fmla="*/ 2113673 w 2912392"/>
                <a:gd name="connsiteY217" fmla="*/ 263946 h 348627"/>
                <a:gd name="connsiteX218" fmla="*/ 2123417 w 2912392"/>
                <a:gd name="connsiteY218" fmla="*/ 266108 h 348627"/>
                <a:gd name="connsiteX219" fmla="*/ 2133161 w 2912392"/>
                <a:gd name="connsiteY219" fmla="*/ 268054 h 348627"/>
                <a:gd name="connsiteX220" fmla="*/ 2142905 w 2912392"/>
                <a:gd name="connsiteY220" fmla="*/ 269782 h 348627"/>
                <a:gd name="connsiteX221" fmla="*/ 2152649 w 2912392"/>
                <a:gd name="connsiteY221" fmla="*/ 271287 h 348627"/>
                <a:gd name="connsiteX222" fmla="*/ 2162377 w 2912392"/>
                <a:gd name="connsiteY222" fmla="*/ 272568 h 348627"/>
                <a:gd name="connsiteX223" fmla="*/ 2172121 w 2912392"/>
                <a:gd name="connsiteY223" fmla="*/ 273623 h 348627"/>
                <a:gd name="connsiteX224" fmla="*/ 2181865 w 2912392"/>
                <a:gd name="connsiteY224" fmla="*/ 274450 h 348627"/>
                <a:gd name="connsiteX225" fmla="*/ 2191609 w 2912392"/>
                <a:gd name="connsiteY225" fmla="*/ 275049 h 348627"/>
                <a:gd name="connsiteX226" fmla="*/ 2201338 w 2912392"/>
                <a:gd name="connsiteY226" fmla="*/ 275417 h 348627"/>
                <a:gd name="connsiteX227" fmla="*/ 2211082 w 2912392"/>
                <a:gd name="connsiteY227" fmla="*/ 275555 h 348627"/>
                <a:gd name="connsiteX228" fmla="*/ 2220826 w 2912392"/>
                <a:gd name="connsiteY228" fmla="*/ 275464 h 348627"/>
                <a:gd name="connsiteX229" fmla="*/ 2230570 w 2912392"/>
                <a:gd name="connsiteY229" fmla="*/ 275145 h 348627"/>
                <a:gd name="connsiteX230" fmla="*/ 2240299 w 2912392"/>
                <a:gd name="connsiteY230" fmla="*/ 274597 h 348627"/>
                <a:gd name="connsiteX231" fmla="*/ 2250043 w 2912392"/>
                <a:gd name="connsiteY231" fmla="*/ 273824 h 348627"/>
                <a:gd name="connsiteX232" fmla="*/ 2259787 w 2912392"/>
                <a:gd name="connsiteY232" fmla="*/ 272826 h 348627"/>
                <a:gd name="connsiteX233" fmla="*/ 2269531 w 2912392"/>
                <a:gd name="connsiteY233" fmla="*/ 271605 h 348627"/>
                <a:gd name="connsiteX234" fmla="*/ 2279260 w 2912392"/>
                <a:gd name="connsiteY234" fmla="*/ 270166 h 348627"/>
                <a:gd name="connsiteX235" fmla="*/ 2289004 w 2912392"/>
                <a:gd name="connsiteY235" fmla="*/ 268511 h 348627"/>
                <a:gd name="connsiteX236" fmla="*/ 2298748 w 2912392"/>
                <a:gd name="connsiteY236" fmla="*/ 266641 h 348627"/>
                <a:gd name="connsiteX237" fmla="*/ 2308492 w 2912392"/>
                <a:gd name="connsiteY237" fmla="*/ 264564 h 348627"/>
                <a:gd name="connsiteX238" fmla="*/ 2318236 w 2912392"/>
                <a:gd name="connsiteY238" fmla="*/ 262282 h 348627"/>
                <a:gd name="connsiteX239" fmla="*/ 2327965 w 2912392"/>
                <a:gd name="connsiteY239" fmla="*/ 259798 h 348627"/>
                <a:gd name="connsiteX240" fmla="*/ 2337709 w 2912392"/>
                <a:gd name="connsiteY240" fmla="*/ 257118 h 348627"/>
                <a:gd name="connsiteX241" fmla="*/ 2347453 w 2912392"/>
                <a:gd name="connsiteY241" fmla="*/ 254247 h 348627"/>
                <a:gd name="connsiteX242" fmla="*/ 2357197 w 2912392"/>
                <a:gd name="connsiteY242" fmla="*/ 251191 h 348627"/>
                <a:gd name="connsiteX243" fmla="*/ 2366926 w 2912392"/>
                <a:gd name="connsiteY243" fmla="*/ 247955 h 348627"/>
                <a:gd name="connsiteX244" fmla="*/ 2376670 w 2912392"/>
                <a:gd name="connsiteY244" fmla="*/ 244543 h 348627"/>
                <a:gd name="connsiteX245" fmla="*/ 2386413 w 2912392"/>
                <a:gd name="connsiteY245" fmla="*/ 240963 h 348627"/>
                <a:gd name="connsiteX246" fmla="*/ 2396157 w 2912392"/>
                <a:gd name="connsiteY246" fmla="*/ 237220 h 348627"/>
                <a:gd name="connsiteX247" fmla="*/ 2405886 w 2912392"/>
                <a:gd name="connsiteY247" fmla="*/ 233322 h 348627"/>
                <a:gd name="connsiteX248" fmla="*/ 2415630 w 2912392"/>
                <a:gd name="connsiteY248" fmla="*/ 229274 h 348627"/>
                <a:gd name="connsiteX249" fmla="*/ 2425374 w 2912392"/>
                <a:gd name="connsiteY249" fmla="*/ 225085 h 348627"/>
                <a:gd name="connsiteX250" fmla="*/ 2435118 w 2912392"/>
                <a:gd name="connsiteY250" fmla="*/ 220758 h 348627"/>
                <a:gd name="connsiteX251" fmla="*/ 2444862 w 2912392"/>
                <a:gd name="connsiteY251" fmla="*/ 216305 h 348627"/>
                <a:gd name="connsiteX252" fmla="*/ 2454591 w 2912392"/>
                <a:gd name="connsiteY252" fmla="*/ 211728 h 348627"/>
                <a:gd name="connsiteX253" fmla="*/ 2464335 w 2912392"/>
                <a:gd name="connsiteY253" fmla="*/ 207039 h 348627"/>
                <a:gd name="connsiteX254" fmla="*/ 2474079 w 2912392"/>
                <a:gd name="connsiteY254" fmla="*/ 202243 h 348627"/>
                <a:gd name="connsiteX255" fmla="*/ 2483823 w 2912392"/>
                <a:gd name="connsiteY255" fmla="*/ 197347 h 348627"/>
                <a:gd name="connsiteX256" fmla="*/ 2493552 w 2912392"/>
                <a:gd name="connsiteY256" fmla="*/ 192361 h 348627"/>
                <a:gd name="connsiteX257" fmla="*/ 2503296 w 2912392"/>
                <a:gd name="connsiteY257" fmla="*/ 187291 h 348627"/>
                <a:gd name="connsiteX258" fmla="*/ 2513040 w 2912392"/>
                <a:gd name="connsiteY258" fmla="*/ 182146 h 348627"/>
                <a:gd name="connsiteX259" fmla="*/ 2522784 w 2912392"/>
                <a:gd name="connsiteY259" fmla="*/ 176931 h 348627"/>
                <a:gd name="connsiteX260" fmla="*/ 2532513 w 2912392"/>
                <a:gd name="connsiteY260" fmla="*/ 171659 h 348627"/>
                <a:gd name="connsiteX261" fmla="*/ 2542257 w 2912392"/>
                <a:gd name="connsiteY261" fmla="*/ 166334 h 348627"/>
                <a:gd name="connsiteX262" fmla="*/ 2552001 w 2912392"/>
                <a:gd name="connsiteY262" fmla="*/ 160966 h 348627"/>
                <a:gd name="connsiteX263" fmla="*/ 2561745 w 2912392"/>
                <a:gd name="connsiteY263" fmla="*/ 155560 h 348627"/>
                <a:gd name="connsiteX264" fmla="*/ 2571474 w 2912392"/>
                <a:gd name="connsiteY264" fmla="*/ 150128 h 348627"/>
                <a:gd name="connsiteX265" fmla="*/ 2581218 w 2912392"/>
                <a:gd name="connsiteY265" fmla="*/ 144677 h 348627"/>
                <a:gd name="connsiteX266" fmla="*/ 2590962 w 2912392"/>
                <a:gd name="connsiteY266" fmla="*/ 139213 h 348627"/>
                <a:gd name="connsiteX267" fmla="*/ 2600705 w 2912392"/>
                <a:gd name="connsiteY267" fmla="*/ 133745 h 348627"/>
                <a:gd name="connsiteX268" fmla="*/ 2610449 w 2912392"/>
                <a:gd name="connsiteY268" fmla="*/ 128283 h 348627"/>
                <a:gd name="connsiteX269" fmla="*/ 2620178 w 2912392"/>
                <a:gd name="connsiteY269" fmla="*/ 122832 h 348627"/>
                <a:gd name="connsiteX270" fmla="*/ 2629922 w 2912392"/>
                <a:gd name="connsiteY270" fmla="*/ 117401 h 348627"/>
                <a:gd name="connsiteX271" fmla="*/ 2639666 w 2912392"/>
                <a:gd name="connsiteY271" fmla="*/ 111999 h 348627"/>
                <a:gd name="connsiteX272" fmla="*/ 2649410 w 2912392"/>
                <a:gd name="connsiteY272" fmla="*/ 106633 h 348627"/>
                <a:gd name="connsiteX273" fmla="*/ 2659139 w 2912392"/>
                <a:gd name="connsiteY273" fmla="*/ 101310 h 348627"/>
                <a:gd name="connsiteX274" fmla="*/ 2668883 w 2912392"/>
                <a:gd name="connsiteY274" fmla="*/ 96037 h 348627"/>
                <a:gd name="connsiteX275" fmla="*/ 2678627 w 2912392"/>
                <a:gd name="connsiteY275" fmla="*/ 90824 h 348627"/>
                <a:gd name="connsiteX276" fmla="*/ 2688371 w 2912392"/>
                <a:gd name="connsiteY276" fmla="*/ 85678 h 348627"/>
                <a:gd name="connsiteX277" fmla="*/ 2698100 w 2912392"/>
                <a:gd name="connsiteY277" fmla="*/ 80603 h 348627"/>
                <a:gd name="connsiteX278" fmla="*/ 2707844 w 2912392"/>
                <a:gd name="connsiteY278" fmla="*/ 75611 h 348627"/>
                <a:gd name="connsiteX279" fmla="*/ 2717588 w 2912392"/>
                <a:gd name="connsiteY279" fmla="*/ 70705 h 348627"/>
                <a:gd name="connsiteX280" fmla="*/ 2727332 w 2912392"/>
                <a:gd name="connsiteY280" fmla="*/ 65892 h 348627"/>
                <a:gd name="connsiteX281" fmla="*/ 2737076 w 2912392"/>
                <a:gd name="connsiteY281" fmla="*/ 61181 h 348627"/>
                <a:gd name="connsiteX282" fmla="*/ 2746805 w 2912392"/>
                <a:gd name="connsiteY282" fmla="*/ 56577 h 348627"/>
                <a:gd name="connsiteX283" fmla="*/ 2756549 w 2912392"/>
                <a:gd name="connsiteY283" fmla="*/ 52088 h 348627"/>
                <a:gd name="connsiteX284" fmla="*/ 2766293 w 2912392"/>
                <a:gd name="connsiteY284" fmla="*/ 47718 h 348627"/>
                <a:gd name="connsiteX285" fmla="*/ 2776037 w 2912392"/>
                <a:gd name="connsiteY285" fmla="*/ 43475 h 348627"/>
                <a:gd name="connsiteX286" fmla="*/ 2785766 w 2912392"/>
                <a:gd name="connsiteY286" fmla="*/ 39363 h 348627"/>
                <a:gd name="connsiteX287" fmla="*/ 2795510 w 2912392"/>
                <a:gd name="connsiteY287" fmla="*/ 35387 h 348627"/>
                <a:gd name="connsiteX288" fmla="*/ 2805254 w 2912392"/>
                <a:gd name="connsiteY288" fmla="*/ 31554 h 348627"/>
                <a:gd name="connsiteX289" fmla="*/ 2814998 w 2912392"/>
                <a:gd name="connsiteY289" fmla="*/ 27868 h 348627"/>
                <a:gd name="connsiteX290" fmla="*/ 2824727 w 2912392"/>
                <a:gd name="connsiteY290" fmla="*/ 24335 h 348627"/>
                <a:gd name="connsiteX291" fmla="*/ 2834471 w 2912392"/>
                <a:gd name="connsiteY291" fmla="*/ 20955 h 348627"/>
                <a:gd name="connsiteX292" fmla="*/ 2844215 w 2912392"/>
                <a:gd name="connsiteY292" fmla="*/ 17739 h 348627"/>
                <a:gd name="connsiteX293" fmla="*/ 2853958 w 2912392"/>
                <a:gd name="connsiteY293" fmla="*/ 14686 h 348627"/>
                <a:gd name="connsiteX294" fmla="*/ 2863687 w 2912392"/>
                <a:gd name="connsiteY294" fmla="*/ 11801 h 348627"/>
                <a:gd name="connsiteX295" fmla="*/ 2873431 w 2912392"/>
                <a:gd name="connsiteY295" fmla="*/ 9088 h 348627"/>
                <a:gd name="connsiteX296" fmla="*/ 2883175 w 2912392"/>
                <a:gd name="connsiteY296" fmla="*/ 6548 h 348627"/>
                <a:gd name="connsiteX297" fmla="*/ 2892919 w 2912392"/>
                <a:gd name="connsiteY297" fmla="*/ 4185 h 348627"/>
                <a:gd name="connsiteX298" fmla="*/ 2902663 w 2912392"/>
                <a:gd name="connsiteY298" fmla="*/ 2002 h 348627"/>
                <a:gd name="connsiteX299" fmla="*/ 2912392 w 2912392"/>
                <a:gd name="connsiteY299" fmla="*/ 0 h 348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48627">
                  <a:moveTo>
                    <a:pt x="0" y="348627"/>
                  </a:moveTo>
                  <a:lnTo>
                    <a:pt x="9739" y="348477"/>
                  </a:lnTo>
                  <a:lnTo>
                    <a:pt x="19480" y="348253"/>
                  </a:lnTo>
                  <a:lnTo>
                    <a:pt x="29221" y="347960"/>
                  </a:lnTo>
                  <a:lnTo>
                    <a:pt x="38961" y="347598"/>
                  </a:lnTo>
                  <a:lnTo>
                    <a:pt x="48702" y="347169"/>
                  </a:lnTo>
                  <a:lnTo>
                    <a:pt x="58443" y="346675"/>
                  </a:lnTo>
                  <a:lnTo>
                    <a:pt x="68182" y="346121"/>
                  </a:lnTo>
                  <a:lnTo>
                    <a:pt x="77923" y="345507"/>
                  </a:lnTo>
                  <a:lnTo>
                    <a:pt x="87664" y="344838"/>
                  </a:lnTo>
                  <a:lnTo>
                    <a:pt x="97404" y="344117"/>
                  </a:lnTo>
                  <a:lnTo>
                    <a:pt x="107145" y="343346"/>
                  </a:lnTo>
                  <a:lnTo>
                    <a:pt x="116886" y="342529"/>
                  </a:lnTo>
                  <a:lnTo>
                    <a:pt x="126625" y="341668"/>
                  </a:lnTo>
                  <a:lnTo>
                    <a:pt x="136366" y="340768"/>
                  </a:lnTo>
                  <a:lnTo>
                    <a:pt x="146107" y="339832"/>
                  </a:lnTo>
                  <a:lnTo>
                    <a:pt x="155846" y="338864"/>
                  </a:lnTo>
                  <a:lnTo>
                    <a:pt x="165587" y="337867"/>
                  </a:lnTo>
                  <a:lnTo>
                    <a:pt x="175328" y="336845"/>
                  </a:lnTo>
                  <a:lnTo>
                    <a:pt x="185068" y="335802"/>
                  </a:lnTo>
                  <a:lnTo>
                    <a:pt x="194809" y="334741"/>
                  </a:lnTo>
                  <a:lnTo>
                    <a:pt x="204550" y="333667"/>
                  </a:lnTo>
                  <a:lnTo>
                    <a:pt x="214289" y="332582"/>
                  </a:lnTo>
                  <a:lnTo>
                    <a:pt x="224030" y="331492"/>
                  </a:lnTo>
                  <a:lnTo>
                    <a:pt x="233771" y="330398"/>
                  </a:lnTo>
                  <a:lnTo>
                    <a:pt x="243510" y="329305"/>
                  </a:lnTo>
                  <a:lnTo>
                    <a:pt x="253251" y="328216"/>
                  </a:lnTo>
                  <a:lnTo>
                    <a:pt x="262992" y="327134"/>
                  </a:lnTo>
                  <a:lnTo>
                    <a:pt x="272732" y="326064"/>
                  </a:lnTo>
                  <a:lnTo>
                    <a:pt x="282473" y="325008"/>
                  </a:lnTo>
                  <a:lnTo>
                    <a:pt x="292214" y="323968"/>
                  </a:lnTo>
                  <a:lnTo>
                    <a:pt x="301953" y="322949"/>
                  </a:lnTo>
                  <a:lnTo>
                    <a:pt x="311694" y="321952"/>
                  </a:lnTo>
                  <a:lnTo>
                    <a:pt x="321435" y="320981"/>
                  </a:lnTo>
                  <a:lnTo>
                    <a:pt x="331175" y="320038"/>
                  </a:lnTo>
                  <a:lnTo>
                    <a:pt x="340916" y="319123"/>
                  </a:lnTo>
                  <a:lnTo>
                    <a:pt x="350656" y="318242"/>
                  </a:lnTo>
                  <a:lnTo>
                    <a:pt x="360396" y="317395"/>
                  </a:lnTo>
                  <a:lnTo>
                    <a:pt x="370137" y="316581"/>
                  </a:lnTo>
                  <a:lnTo>
                    <a:pt x="379878" y="315806"/>
                  </a:lnTo>
                  <a:lnTo>
                    <a:pt x="389617" y="315069"/>
                  </a:lnTo>
                  <a:lnTo>
                    <a:pt x="399358" y="314371"/>
                  </a:lnTo>
                  <a:lnTo>
                    <a:pt x="409099" y="313713"/>
                  </a:lnTo>
                  <a:lnTo>
                    <a:pt x="418839" y="313095"/>
                  </a:lnTo>
                  <a:lnTo>
                    <a:pt x="428580" y="312518"/>
                  </a:lnTo>
                  <a:lnTo>
                    <a:pt x="438321" y="311982"/>
                  </a:lnTo>
                  <a:lnTo>
                    <a:pt x="448060" y="311487"/>
                  </a:lnTo>
                  <a:lnTo>
                    <a:pt x="457801" y="311031"/>
                  </a:lnTo>
                  <a:lnTo>
                    <a:pt x="467542" y="310615"/>
                  </a:lnTo>
                  <a:lnTo>
                    <a:pt x="477281" y="310240"/>
                  </a:lnTo>
                  <a:lnTo>
                    <a:pt x="487022" y="309900"/>
                  </a:lnTo>
                  <a:lnTo>
                    <a:pt x="496763" y="309598"/>
                  </a:lnTo>
                  <a:lnTo>
                    <a:pt x="506503" y="309330"/>
                  </a:lnTo>
                  <a:lnTo>
                    <a:pt x="516244" y="309096"/>
                  </a:lnTo>
                  <a:lnTo>
                    <a:pt x="525985" y="308892"/>
                  </a:lnTo>
                  <a:lnTo>
                    <a:pt x="535724" y="308716"/>
                  </a:lnTo>
                  <a:lnTo>
                    <a:pt x="545465" y="308567"/>
                  </a:lnTo>
                  <a:lnTo>
                    <a:pt x="555206" y="308442"/>
                  </a:lnTo>
                  <a:lnTo>
                    <a:pt x="564946" y="308337"/>
                  </a:lnTo>
                  <a:lnTo>
                    <a:pt x="574687" y="308251"/>
                  </a:lnTo>
                  <a:lnTo>
                    <a:pt x="584428" y="308178"/>
                  </a:lnTo>
                  <a:lnTo>
                    <a:pt x="594167" y="308117"/>
                  </a:lnTo>
                  <a:lnTo>
                    <a:pt x="603908" y="308063"/>
                  </a:lnTo>
                  <a:lnTo>
                    <a:pt x="613649" y="308013"/>
                  </a:lnTo>
                  <a:lnTo>
                    <a:pt x="623388" y="307962"/>
                  </a:lnTo>
                  <a:lnTo>
                    <a:pt x="633129" y="307908"/>
                  </a:lnTo>
                  <a:lnTo>
                    <a:pt x="642870" y="307846"/>
                  </a:lnTo>
                  <a:lnTo>
                    <a:pt x="652610" y="307770"/>
                  </a:lnTo>
                  <a:lnTo>
                    <a:pt x="662351" y="307677"/>
                  </a:lnTo>
                  <a:lnTo>
                    <a:pt x="672092" y="307564"/>
                  </a:lnTo>
                  <a:lnTo>
                    <a:pt x="681831" y="307424"/>
                  </a:lnTo>
                  <a:lnTo>
                    <a:pt x="691572" y="307254"/>
                  </a:lnTo>
                  <a:lnTo>
                    <a:pt x="701313" y="307049"/>
                  </a:lnTo>
                  <a:lnTo>
                    <a:pt x="711052" y="306803"/>
                  </a:lnTo>
                  <a:lnTo>
                    <a:pt x="720793" y="306512"/>
                  </a:lnTo>
                  <a:lnTo>
                    <a:pt x="730534" y="306173"/>
                  </a:lnTo>
                  <a:lnTo>
                    <a:pt x="740274" y="305778"/>
                  </a:lnTo>
                  <a:lnTo>
                    <a:pt x="750015" y="305325"/>
                  </a:lnTo>
                  <a:lnTo>
                    <a:pt x="759756" y="304808"/>
                  </a:lnTo>
                  <a:lnTo>
                    <a:pt x="769495" y="304222"/>
                  </a:lnTo>
                  <a:lnTo>
                    <a:pt x="779236" y="303565"/>
                  </a:lnTo>
                  <a:lnTo>
                    <a:pt x="788977" y="302829"/>
                  </a:lnTo>
                  <a:lnTo>
                    <a:pt x="798717" y="302013"/>
                  </a:lnTo>
                  <a:lnTo>
                    <a:pt x="808458" y="301108"/>
                  </a:lnTo>
                  <a:lnTo>
                    <a:pt x="818199" y="300116"/>
                  </a:lnTo>
                  <a:lnTo>
                    <a:pt x="827938" y="299028"/>
                  </a:lnTo>
                  <a:lnTo>
                    <a:pt x="837679" y="297841"/>
                  </a:lnTo>
                  <a:lnTo>
                    <a:pt x="847420" y="296554"/>
                  </a:lnTo>
                  <a:lnTo>
                    <a:pt x="857159" y="295161"/>
                  </a:lnTo>
                  <a:lnTo>
                    <a:pt x="866900" y="293659"/>
                  </a:lnTo>
                  <a:lnTo>
                    <a:pt x="876641" y="292045"/>
                  </a:lnTo>
                  <a:lnTo>
                    <a:pt x="886381" y="290317"/>
                  </a:lnTo>
                  <a:lnTo>
                    <a:pt x="896122" y="288473"/>
                  </a:lnTo>
                  <a:lnTo>
                    <a:pt x="905863" y="286507"/>
                  </a:lnTo>
                  <a:lnTo>
                    <a:pt x="915602" y="284422"/>
                  </a:lnTo>
                  <a:lnTo>
                    <a:pt x="925343" y="282212"/>
                  </a:lnTo>
                  <a:lnTo>
                    <a:pt x="935084" y="279877"/>
                  </a:lnTo>
                  <a:lnTo>
                    <a:pt x="944824" y="277418"/>
                  </a:lnTo>
                  <a:lnTo>
                    <a:pt x="954564" y="274831"/>
                  </a:lnTo>
                  <a:lnTo>
                    <a:pt x="964305" y="272118"/>
                  </a:lnTo>
                  <a:lnTo>
                    <a:pt x="974045" y="269277"/>
                  </a:lnTo>
                  <a:lnTo>
                    <a:pt x="983786" y="266309"/>
                  </a:lnTo>
                  <a:lnTo>
                    <a:pt x="993522" y="263214"/>
                  </a:lnTo>
                  <a:lnTo>
                    <a:pt x="1003266" y="259995"/>
                  </a:lnTo>
                  <a:lnTo>
                    <a:pt x="1013010" y="256650"/>
                  </a:lnTo>
                  <a:lnTo>
                    <a:pt x="1022754" y="253184"/>
                  </a:lnTo>
                  <a:lnTo>
                    <a:pt x="1032483" y="249597"/>
                  </a:lnTo>
                  <a:lnTo>
                    <a:pt x="1042227" y="245893"/>
                  </a:lnTo>
                  <a:lnTo>
                    <a:pt x="1051971" y="242074"/>
                  </a:lnTo>
                  <a:lnTo>
                    <a:pt x="1061715" y="238142"/>
                  </a:lnTo>
                  <a:lnTo>
                    <a:pt x="1071444" y="234105"/>
                  </a:lnTo>
                  <a:lnTo>
                    <a:pt x="1081188" y="229961"/>
                  </a:lnTo>
                  <a:lnTo>
                    <a:pt x="1090932" y="225720"/>
                  </a:lnTo>
                  <a:lnTo>
                    <a:pt x="1100676" y="221384"/>
                  </a:lnTo>
                  <a:lnTo>
                    <a:pt x="1110405" y="216957"/>
                  </a:lnTo>
                  <a:lnTo>
                    <a:pt x="1120149" y="212448"/>
                  </a:lnTo>
                  <a:lnTo>
                    <a:pt x="1129893" y="207860"/>
                  </a:lnTo>
                  <a:lnTo>
                    <a:pt x="1139637" y="203201"/>
                  </a:lnTo>
                  <a:lnTo>
                    <a:pt x="1149381" y="198477"/>
                  </a:lnTo>
                  <a:lnTo>
                    <a:pt x="1159110" y="193696"/>
                  </a:lnTo>
                  <a:lnTo>
                    <a:pt x="1168854" y="188862"/>
                  </a:lnTo>
                  <a:lnTo>
                    <a:pt x="1178598" y="183986"/>
                  </a:lnTo>
                  <a:lnTo>
                    <a:pt x="1188341" y="179074"/>
                  </a:lnTo>
                  <a:lnTo>
                    <a:pt x="1198070" y="174135"/>
                  </a:lnTo>
                  <a:lnTo>
                    <a:pt x="1207814" y="169176"/>
                  </a:lnTo>
                  <a:lnTo>
                    <a:pt x="1217558" y="164208"/>
                  </a:lnTo>
                  <a:lnTo>
                    <a:pt x="1227302" y="159236"/>
                  </a:lnTo>
                  <a:lnTo>
                    <a:pt x="1237031" y="154273"/>
                  </a:lnTo>
                  <a:lnTo>
                    <a:pt x="1246775" y="149325"/>
                  </a:lnTo>
                  <a:lnTo>
                    <a:pt x="1256519" y="144402"/>
                  </a:lnTo>
                  <a:lnTo>
                    <a:pt x="1266263" y="139516"/>
                  </a:lnTo>
                  <a:lnTo>
                    <a:pt x="1276007" y="134673"/>
                  </a:lnTo>
                  <a:lnTo>
                    <a:pt x="1285736" y="129883"/>
                  </a:lnTo>
                  <a:lnTo>
                    <a:pt x="1295480" y="125157"/>
                  </a:lnTo>
                  <a:lnTo>
                    <a:pt x="1305224" y="120504"/>
                  </a:lnTo>
                  <a:lnTo>
                    <a:pt x="1314968" y="115933"/>
                  </a:lnTo>
                  <a:lnTo>
                    <a:pt x="1324697" y="111453"/>
                  </a:lnTo>
                  <a:lnTo>
                    <a:pt x="1334441" y="107076"/>
                  </a:lnTo>
                  <a:lnTo>
                    <a:pt x="1344185" y="102809"/>
                  </a:lnTo>
                  <a:lnTo>
                    <a:pt x="1353929" y="98661"/>
                  </a:lnTo>
                  <a:lnTo>
                    <a:pt x="1363658" y="94643"/>
                  </a:lnTo>
                  <a:lnTo>
                    <a:pt x="1373402" y="90762"/>
                  </a:lnTo>
                  <a:lnTo>
                    <a:pt x="1383146" y="87026"/>
                  </a:lnTo>
                  <a:lnTo>
                    <a:pt x="1392890" y="83446"/>
                  </a:lnTo>
                  <a:lnTo>
                    <a:pt x="1402619" y="80030"/>
                  </a:lnTo>
                  <a:lnTo>
                    <a:pt x="1412363" y="76783"/>
                  </a:lnTo>
                  <a:lnTo>
                    <a:pt x="1422106" y="73716"/>
                  </a:lnTo>
                  <a:lnTo>
                    <a:pt x="1431850" y="70833"/>
                  </a:lnTo>
                  <a:lnTo>
                    <a:pt x="1441594" y="68143"/>
                  </a:lnTo>
                  <a:lnTo>
                    <a:pt x="1451323" y="65654"/>
                  </a:lnTo>
                  <a:lnTo>
                    <a:pt x="1461067" y="63368"/>
                  </a:lnTo>
                  <a:lnTo>
                    <a:pt x="1470811" y="61294"/>
                  </a:lnTo>
                  <a:lnTo>
                    <a:pt x="1480555" y="59437"/>
                  </a:lnTo>
                  <a:lnTo>
                    <a:pt x="1490284" y="57799"/>
                  </a:lnTo>
                  <a:lnTo>
                    <a:pt x="1500028" y="56387"/>
                  </a:lnTo>
                  <a:lnTo>
                    <a:pt x="1509772" y="55205"/>
                  </a:lnTo>
                  <a:lnTo>
                    <a:pt x="1519516" y="54255"/>
                  </a:lnTo>
                  <a:lnTo>
                    <a:pt x="1529245" y="53539"/>
                  </a:lnTo>
                  <a:lnTo>
                    <a:pt x="1538989" y="53063"/>
                  </a:lnTo>
                  <a:lnTo>
                    <a:pt x="1548733" y="52826"/>
                  </a:lnTo>
                  <a:lnTo>
                    <a:pt x="1558477" y="52827"/>
                  </a:lnTo>
                  <a:lnTo>
                    <a:pt x="1568221" y="53072"/>
                  </a:lnTo>
                  <a:lnTo>
                    <a:pt x="1577950" y="53557"/>
                  </a:lnTo>
                  <a:lnTo>
                    <a:pt x="1587694" y="54283"/>
                  </a:lnTo>
                  <a:lnTo>
                    <a:pt x="1597438" y="55248"/>
                  </a:lnTo>
                  <a:lnTo>
                    <a:pt x="1607182" y="56451"/>
                  </a:lnTo>
                  <a:lnTo>
                    <a:pt x="1616911" y="57890"/>
                  </a:lnTo>
                  <a:lnTo>
                    <a:pt x="1626655" y="59563"/>
                  </a:lnTo>
                  <a:lnTo>
                    <a:pt x="1636399" y="61464"/>
                  </a:lnTo>
                  <a:lnTo>
                    <a:pt x="1646142" y="63592"/>
                  </a:lnTo>
                  <a:lnTo>
                    <a:pt x="1655872" y="65941"/>
                  </a:lnTo>
                  <a:lnTo>
                    <a:pt x="1665616" y="68507"/>
                  </a:lnTo>
                  <a:lnTo>
                    <a:pt x="1675359" y="71284"/>
                  </a:lnTo>
                  <a:lnTo>
                    <a:pt x="1685103" y="74265"/>
                  </a:lnTo>
                  <a:lnTo>
                    <a:pt x="1694832" y="77445"/>
                  </a:lnTo>
                  <a:lnTo>
                    <a:pt x="1704576" y="80817"/>
                  </a:lnTo>
                  <a:lnTo>
                    <a:pt x="1714320" y="84373"/>
                  </a:lnTo>
                  <a:lnTo>
                    <a:pt x="1724064" y="88105"/>
                  </a:lnTo>
                  <a:lnTo>
                    <a:pt x="1733808" y="92004"/>
                  </a:lnTo>
                  <a:lnTo>
                    <a:pt x="1743537" y="96064"/>
                  </a:lnTo>
                  <a:lnTo>
                    <a:pt x="1753281" y="100273"/>
                  </a:lnTo>
                  <a:lnTo>
                    <a:pt x="1763025" y="104622"/>
                  </a:lnTo>
                  <a:lnTo>
                    <a:pt x="1772769" y="109104"/>
                  </a:lnTo>
                  <a:lnTo>
                    <a:pt x="1782498" y="113704"/>
                  </a:lnTo>
                  <a:lnTo>
                    <a:pt x="1792242" y="118417"/>
                  </a:lnTo>
                  <a:lnTo>
                    <a:pt x="1801986" y="123228"/>
                  </a:lnTo>
                  <a:lnTo>
                    <a:pt x="1811730" y="128128"/>
                  </a:lnTo>
                  <a:lnTo>
                    <a:pt x="1821459" y="133107"/>
                  </a:lnTo>
                  <a:lnTo>
                    <a:pt x="1831203" y="138152"/>
                  </a:lnTo>
                  <a:lnTo>
                    <a:pt x="1840947" y="143254"/>
                  </a:lnTo>
                  <a:lnTo>
                    <a:pt x="1850691" y="148398"/>
                  </a:lnTo>
                  <a:lnTo>
                    <a:pt x="1860435" y="153576"/>
                  </a:lnTo>
                  <a:lnTo>
                    <a:pt x="1870164" y="158774"/>
                  </a:lnTo>
                  <a:lnTo>
                    <a:pt x="1879908" y="163980"/>
                  </a:lnTo>
                  <a:lnTo>
                    <a:pt x="1889652" y="169185"/>
                  </a:lnTo>
                  <a:lnTo>
                    <a:pt x="1899395" y="174376"/>
                  </a:lnTo>
                  <a:lnTo>
                    <a:pt x="1909124" y="179542"/>
                  </a:lnTo>
                  <a:lnTo>
                    <a:pt x="1918868" y="184670"/>
                  </a:lnTo>
                  <a:lnTo>
                    <a:pt x="1928612" y="189750"/>
                  </a:lnTo>
                  <a:lnTo>
                    <a:pt x="1938356" y="194773"/>
                  </a:lnTo>
                  <a:lnTo>
                    <a:pt x="1948085" y="199724"/>
                  </a:lnTo>
                  <a:lnTo>
                    <a:pt x="1957829" y="204596"/>
                  </a:lnTo>
                  <a:lnTo>
                    <a:pt x="1967573" y="209375"/>
                  </a:lnTo>
                  <a:lnTo>
                    <a:pt x="1977317" y="214052"/>
                  </a:lnTo>
                  <a:lnTo>
                    <a:pt x="1987046" y="218620"/>
                  </a:lnTo>
                  <a:lnTo>
                    <a:pt x="1996790" y="223065"/>
                  </a:lnTo>
                  <a:lnTo>
                    <a:pt x="2006534" y="227381"/>
                  </a:lnTo>
                  <a:lnTo>
                    <a:pt x="2016278" y="231557"/>
                  </a:lnTo>
                  <a:lnTo>
                    <a:pt x="2026022" y="235584"/>
                  </a:lnTo>
                  <a:lnTo>
                    <a:pt x="2035751" y="239455"/>
                  </a:lnTo>
                  <a:lnTo>
                    <a:pt x="2045495" y="243163"/>
                  </a:lnTo>
                  <a:lnTo>
                    <a:pt x="2055239" y="246699"/>
                  </a:lnTo>
                  <a:lnTo>
                    <a:pt x="2064983" y="250056"/>
                  </a:lnTo>
                  <a:lnTo>
                    <a:pt x="2074712" y="253227"/>
                  </a:lnTo>
                  <a:lnTo>
                    <a:pt x="2084456" y="256209"/>
                  </a:lnTo>
                  <a:lnTo>
                    <a:pt x="2094200" y="258992"/>
                  </a:lnTo>
                  <a:lnTo>
                    <a:pt x="2103944" y="261572"/>
                  </a:lnTo>
                  <a:lnTo>
                    <a:pt x="2113673" y="263946"/>
                  </a:lnTo>
                  <a:lnTo>
                    <a:pt x="2123417" y="266108"/>
                  </a:lnTo>
                  <a:lnTo>
                    <a:pt x="2133161" y="268054"/>
                  </a:lnTo>
                  <a:lnTo>
                    <a:pt x="2142905" y="269782"/>
                  </a:lnTo>
                  <a:lnTo>
                    <a:pt x="2152649" y="271287"/>
                  </a:lnTo>
                  <a:lnTo>
                    <a:pt x="2162377" y="272568"/>
                  </a:lnTo>
                  <a:lnTo>
                    <a:pt x="2172121" y="273623"/>
                  </a:lnTo>
                  <a:lnTo>
                    <a:pt x="2181865" y="274450"/>
                  </a:lnTo>
                  <a:lnTo>
                    <a:pt x="2191609" y="275049"/>
                  </a:lnTo>
                  <a:lnTo>
                    <a:pt x="2201338" y="275417"/>
                  </a:lnTo>
                  <a:lnTo>
                    <a:pt x="2211082" y="275555"/>
                  </a:lnTo>
                  <a:lnTo>
                    <a:pt x="2220826" y="275464"/>
                  </a:lnTo>
                  <a:lnTo>
                    <a:pt x="2230570" y="275145"/>
                  </a:lnTo>
                  <a:lnTo>
                    <a:pt x="2240299" y="274597"/>
                  </a:lnTo>
                  <a:lnTo>
                    <a:pt x="2250043" y="273824"/>
                  </a:lnTo>
                  <a:lnTo>
                    <a:pt x="2259787" y="272826"/>
                  </a:lnTo>
                  <a:lnTo>
                    <a:pt x="2269531" y="271605"/>
                  </a:lnTo>
                  <a:lnTo>
                    <a:pt x="2279260" y="270166"/>
                  </a:lnTo>
                  <a:lnTo>
                    <a:pt x="2289004" y="268511"/>
                  </a:lnTo>
                  <a:lnTo>
                    <a:pt x="2298748" y="266641"/>
                  </a:lnTo>
                  <a:lnTo>
                    <a:pt x="2308492" y="264564"/>
                  </a:lnTo>
                  <a:lnTo>
                    <a:pt x="2318236" y="262282"/>
                  </a:lnTo>
                  <a:lnTo>
                    <a:pt x="2327965" y="259798"/>
                  </a:lnTo>
                  <a:lnTo>
                    <a:pt x="2337709" y="257118"/>
                  </a:lnTo>
                  <a:lnTo>
                    <a:pt x="2347453" y="254247"/>
                  </a:lnTo>
                  <a:lnTo>
                    <a:pt x="2357197" y="251191"/>
                  </a:lnTo>
                  <a:lnTo>
                    <a:pt x="2366926" y="247955"/>
                  </a:lnTo>
                  <a:lnTo>
                    <a:pt x="2376670" y="244543"/>
                  </a:lnTo>
                  <a:lnTo>
                    <a:pt x="2386413" y="240963"/>
                  </a:lnTo>
                  <a:lnTo>
                    <a:pt x="2396157" y="237220"/>
                  </a:lnTo>
                  <a:lnTo>
                    <a:pt x="2405886" y="233322"/>
                  </a:lnTo>
                  <a:lnTo>
                    <a:pt x="2415630" y="229274"/>
                  </a:lnTo>
                  <a:lnTo>
                    <a:pt x="2425374" y="225085"/>
                  </a:lnTo>
                  <a:lnTo>
                    <a:pt x="2435118" y="220758"/>
                  </a:lnTo>
                  <a:lnTo>
                    <a:pt x="2444862" y="216305"/>
                  </a:lnTo>
                  <a:lnTo>
                    <a:pt x="2454591" y="211728"/>
                  </a:lnTo>
                  <a:lnTo>
                    <a:pt x="2464335" y="207039"/>
                  </a:lnTo>
                  <a:lnTo>
                    <a:pt x="2474079" y="202243"/>
                  </a:lnTo>
                  <a:lnTo>
                    <a:pt x="2483823" y="197347"/>
                  </a:lnTo>
                  <a:lnTo>
                    <a:pt x="2493552" y="192361"/>
                  </a:lnTo>
                  <a:lnTo>
                    <a:pt x="2503296" y="187291"/>
                  </a:lnTo>
                  <a:lnTo>
                    <a:pt x="2513040" y="182146"/>
                  </a:lnTo>
                  <a:lnTo>
                    <a:pt x="2522784" y="176931"/>
                  </a:lnTo>
                  <a:lnTo>
                    <a:pt x="2532513" y="171659"/>
                  </a:lnTo>
                  <a:lnTo>
                    <a:pt x="2542257" y="166334"/>
                  </a:lnTo>
                  <a:lnTo>
                    <a:pt x="2552001" y="160966"/>
                  </a:lnTo>
                  <a:lnTo>
                    <a:pt x="2561745" y="155560"/>
                  </a:lnTo>
                  <a:lnTo>
                    <a:pt x="2571474" y="150128"/>
                  </a:lnTo>
                  <a:lnTo>
                    <a:pt x="2581218" y="144677"/>
                  </a:lnTo>
                  <a:lnTo>
                    <a:pt x="2590962" y="139213"/>
                  </a:lnTo>
                  <a:lnTo>
                    <a:pt x="2600705" y="133745"/>
                  </a:lnTo>
                  <a:lnTo>
                    <a:pt x="2610449" y="128283"/>
                  </a:lnTo>
                  <a:lnTo>
                    <a:pt x="2620178" y="122832"/>
                  </a:lnTo>
                  <a:lnTo>
                    <a:pt x="2629922" y="117401"/>
                  </a:lnTo>
                  <a:lnTo>
                    <a:pt x="2639666" y="111999"/>
                  </a:lnTo>
                  <a:lnTo>
                    <a:pt x="2649410" y="106633"/>
                  </a:lnTo>
                  <a:lnTo>
                    <a:pt x="2659139" y="101310"/>
                  </a:lnTo>
                  <a:lnTo>
                    <a:pt x="2668883" y="96037"/>
                  </a:lnTo>
                  <a:lnTo>
                    <a:pt x="2678627" y="90824"/>
                  </a:lnTo>
                  <a:lnTo>
                    <a:pt x="2688371" y="85678"/>
                  </a:lnTo>
                  <a:lnTo>
                    <a:pt x="2698100" y="80603"/>
                  </a:lnTo>
                  <a:lnTo>
                    <a:pt x="2707844" y="75611"/>
                  </a:lnTo>
                  <a:lnTo>
                    <a:pt x="2717588" y="70705"/>
                  </a:lnTo>
                  <a:lnTo>
                    <a:pt x="2727332" y="65892"/>
                  </a:lnTo>
                  <a:lnTo>
                    <a:pt x="2737076" y="61181"/>
                  </a:lnTo>
                  <a:lnTo>
                    <a:pt x="2746805" y="56577"/>
                  </a:lnTo>
                  <a:lnTo>
                    <a:pt x="2756549" y="52088"/>
                  </a:lnTo>
                  <a:lnTo>
                    <a:pt x="2766293" y="47718"/>
                  </a:lnTo>
                  <a:lnTo>
                    <a:pt x="2776037" y="43475"/>
                  </a:lnTo>
                  <a:lnTo>
                    <a:pt x="2785766" y="39363"/>
                  </a:lnTo>
                  <a:lnTo>
                    <a:pt x="2795510" y="35387"/>
                  </a:lnTo>
                  <a:lnTo>
                    <a:pt x="2805254" y="31554"/>
                  </a:lnTo>
                  <a:lnTo>
                    <a:pt x="2814998" y="27868"/>
                  </a:lnTo>
                  <a:lnTo>
                    <a:pt x="2824727" y="24335"/>
                  </a:lnTo>
                  <a:lnTo>
                    <a:pt x="2834471" y="20955"/>
                  </a:lnTo>
                  <a:lnTo>
                    <a:pt x="2844215" y="17739"/>
                  </a:lnTo>
                  <a:lnTo>
                    <a:pt x="2853958" y="14686"/>
                  </a:lnTo>
                  <a:lnTo>
                    <a:pt x="2863687" y="11801"/>
                  </a:lnTo>
                  <a:lnTo>
                    <a:pt x="2873431" y="9088"/>
                  </a:lnTo>
                  <a:lnTo>
                    <a:pt x="2883175" y="6548"/>
                  </a:lnTo>
                  <a:lnTo>
                    <a:pt x="2892919" y="4185"/>
                  </a:lnTo>
                  <a:lnTo>
                    <a:pt x="2902663" y="2002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0" name="Freeform 829">
              <a:extLst>
                <a:ext uri="{FF2B5EF4-FFF2-40B4-BE49-F238E27FC236}">
                  <a16:creationId xmlns:a16="http://schemas.microsoft.com/office/drawing/2014/main" id="{5A0B1F7E-C90E-3E07-AE35-047AC9B2BA59}"/>
                </a:ext>
              </a:extLst>
            </p:cNvPr>
            <p:cNvSpPr/>
            <p:nvPr/>
          </p:nvSpPr>
          <p:spPr>
            <a:xfrm>
              <a:off x="576446" y="3446077"/>
              <a:ext cx="2912392" cy="309658"/>
            </a:xfrm>
            <a:custGeom>
              <a:avLst/>
              <a:gdLst>
                <a:gd name="connsiteX0" fmla="*/ 0 w 2912392"/>
                <a:gd name="connsiteY0" fmla="*/ 97517 h 309658"/>
                <a:gd name="connsiteX1" fmla="*/ 9739 w 2912392"/>
                <a:gd name="connsiteY1" fmla="*/ 94607 h 309658"/>
                <a:gd name="connsiteX2" fmla="*/ 19480 w 2912392"/>
                <a:gd name="connsiteY2" fmla="*/ 91745 h 309658"/>
                <a:gd name="connsiteX3" fmla="*/ 29221 w 2912392"/>
                <a:gd name="connsiteY3" fmla="*/ 88932 h 309658"/>
                <a:gd name="connsiteX4" fmla="*/ 38961 w 2912392"/>
                <a:gd name="connsiteY4" fmla="*/ 86165 h 309658"/>
                <a:gd name="connsiteX5" fmla="*/ 48702 w 2912392"/>
                <a:gd name="connsiteY5" fmla="*/ 83445 h 309658"/>
                <a:gd name="connsiteX6" fmla="*/ 58443 w 2912392"/>
                <a:gd name="connsiteY6" fmla="*/ 80772 h 309658"/>
                <a:gd name="connsiteX7" fmla="*/ 68182 w 2912392"/>
                <a:gd name="connsiteY7" fmla="*/ 78145 h 309658"/>
                <a:gd name="connsiteX8" fmla="*/ 77923 w 2912392"/>
                <a:gd name="connsiteY8" fmla="*/ 75563 h 309658"/>
                <a:gd name="connsiteX9" fmla="*/ 87664 w 2912392"/>
                <a:gd name="connsiteY9" fmla="*/ 73029 h 309658"/>
                <a:gd name="connsiteX10" fmla="*/ 97404 w 2912392"/>
                <a:gd name="connsiteY10" fmla="*/ 70539 h 309658"/>
                <a:gd name="connsiteX11" fmla="*/ 107145 w 2912392"/>
                <a:gd name="connsiteY11" fmla="*/ 68096 h 309658"/>
                <a:gd name="connsiteX12" fmla="*/ 116886 w 2912392"/>
                <a:gd name="connsiteY12" fmla="*/ 65698 h 309658"/>
                <a:gd name="connsiteX13" fmla="*/ 126625 w 2912392"/>
                <a:gd name="connsiteY13" fmla="*/ 63349 h 309658"/>
                <a:gd name="connsiteX14" fmla="*/ 136366 w 2912392"/>
                <a:gd name="connsiteY14" fmla="*/ 61047 h 309658"/>
                <a:gd name="connsiteX15" fmla="*/ 146107 w 2912392"/>
                <a:gd name="connsiteY15" fmla="*/ 58793 h 309658"/>
                <a:gd name="connsiteX16" fmla="*/ 155846 w 2912392"/>
                <a:gd name="connsiteY16" fmla="*/ 56589 h 309658"/>
                <a:gd name="connsiteX17" fmla="*/ 165587 w 2912392"/>
                <a:gd name="connsiteY17" fmla="*/ 54436 h 309658"/>
                <a:gd name="connsiteX18" fmla="*/ 175328 w 2912392"/>
                <a:gd name="connsiteY18" fmla="*/ 52334 h 309658"/>
                <a:gd name="connsiteX19" fmla="*/ 185068 w 2912392"/>
                <a:gd name="connsiteY19" fmla="*/ 50286 h 309658"/>
                <a:gd name="connsiteX20" fmla="*/ 194809 w 2912392"/>
                <a:gd name="connsiteY20" fmla="*/ 48293 h 309658"/>
                <a:gd name="connsiteX21" fmla="*/ 204550 w 2912392"/>
                <a:gd name="connsiteY21" fmla="*/ 46357 h 309658"/>
                <a:gd name="connsiteX22" fmla="*/ 214289 w 2912392"/>
                <a:gd name="connsiteY22" fmla="*/ 44479 h 309658"/>
                <a:gd name="connsiteX23" fmla="*/ 224030 w 2912392"/>
                <a:gd name="connsiteY23" fmla="*/ 42663 h 309658"/>
                <a:gd name="connsiteX24" fmla="*/ 233771 w 2912392"/>
                <a:gd name="connsiteY24" fmla="*/ 40910 h 309658"/>
                <a:gd name="connsiteX25" fmla="*/ 243510 w 2912392"/>
                <a:gd name="connsiteY25" fmla="*/ 39221 h 309658"/>
                <a:gd name="connsiteX26" fmla="*/ 253251 w 2912392"/>
                <a:gd name="connsiteY26" fmla="*/ 37602 h 309658"/>
                <a:gd name="connsiteX27" fmla="*/ 262992 w 2912392"/>
                <a:gd name="connsiteY27" fmla="*/ 36053 h 309658"/>
                <a:gd name="connsiteX28" fmla="*/ 272732 w 2912392"/>
                <a:gd name="connsiteY28" fmla="*/ 34577 h 309658"/>
                <a:gd name="connsiteX29" fmla="*/ 282473 w 2912392"/>
                <a:gd name="connsiteY29" fmla="*/ 33179 h 309658"/>
                <a:gd name="connsiteX30" fmla="*/ 292214 w 2912392"/>
                <a:gd name="connsiteY30" fmla="*/ 31858 h 309658"/>
                <a:gd name="connsiteX31" fmla="*/ 301953 w 2912392"/>
                <a:gd name="connsiteY31" fmla="*/ 30620 h 309658"/>
                <a:gd name="connsiteX32" fmla="*/ 311694 w 2912392"/>
                <a:gd name="connsiteY32" fmla="*/ 29469 h 309658"/>
                <a:gd name="connsiteX33" fmla="*/ 321435 w 2912392"/>
                <a:gd name="connsiteY33" fmla="*/ 28403 h 309658"/>
                <a:gd name="connsiteX34" fmla="*/ 331175 w 2912392"/>
                <a:gd name="connsiteY34" fmla="*/ 27432 h 309658"/>
                <a:gd name="connsiteX35" fmla="*/ 340916 w 2912392"/>
                <a:gd name="connsiteY35" fmla="*/ 26554 h 309658"/>
                <a:gd name="connsiteX36" fmla="*/ 350656 w 2912392"/>
                <a:gd name="connsiteY36" fmla="*/ 25775 h 309658"/>
                <a:gd name="connsiteX37" fmla="*/ 360396 w 2912392"/>
                <a:gd name="connsiteY37" fmla="*/ 25097 h 309658"/>
                <a:gd name="connsiteX38" fmla="*/ 370137 w 2912392"/>
                <a:gd name="connsiteY38" fmla="*/ 24524 h 309658"/>
                <a:gd name="connsiteX39" fmla="*/ 379878 w 2912392"/>
                <a:gd name="connsiteY39" fmla="*/ 24059 h 309658"/>
                <a:gd name="connsiteX40" fmla="*/ 389617 w 2912392"/>
                <a:gd name="connsiteY40" fmla="*/ 23703 h 309658"/>
                <a:gd name="connsiteX41" fmla="*/ 399358 w 2912392"/>
                <a:gd name="connsiteY41" fmla="*/ 23463 h 309658"/>
                <a:gd name="connsiteX42" fmla="*/ 409099 w 2912392"/>
                <a:gd name="connsiteY42" fmla="*/ 23338 h 309658"/>
                <a:gd name="connsiteX43" fmla="*/ 418839 w 2912392"/>
                <a:gd name="connsiteY43" fmla="*/ 23333 h 309658"/>
                <a:gd name="connsiteX44" fmla="*/ 428580 w 2912392"/>
                <a:gd name="connsiteY44" fmla="*/ 23451 h 309658"/>
                <a:gd name="connsiteX45" fmla="*/ 438321 w 2912392"/>
                <a:gd name="connsiteY45" fmla="*/ 23695 h 309658"/>
                <a:gd name="connsiteX46" fmla="*/ 448060 w 2912392"/>
                <a:gd name="connsiteY46" fmla="*/ 24066 h 309658"/>
                <a:gd name="connsiteX47" fmla="*/ 457801 w 2912392"/>
                <a:gd name="connsiteY47" fmla="*/ 24567 h 309658"/>
                <a:gd name="connsiteX48" fmla="*/ 467542 w 2912392"/>
                <a:gd name="connsiteY48" fmla="*/ 25202 h 309658"/>
                <a:gd name="connsiteX49" fmla="*/ 477281 w 2912392"/>
                <a:gd name="connsiteY49" fmla="*/ 25970 h 309658"/>
                <a:gd name="connsiteX50" fmla="*/ 487022 w 2912392"/>
                <a:gd name="connsiteY50" fmla="*/ 26875 h 309658"/>
                <a:gd name="connsiteX51" fmla="*/ 496763 w 2912392"/>
                <a:gd name="connsiteY51" fmla="*/ 27918 h 309658"/>
                <a:gd name="connsiteX52" fmla="*/ 506503 w 2912392"/>
                <a:gd name="connsiteY52" fmla="*/ 29101 h 309658"/>
                <a:gd name="connsiteX53" fmla="*/ 516244 w 2912392"/>
                <a:gd name="connsiteY53" fmla="*/ 30425 h 309658"/>
                <a:gd name="connsiteX54" fmla="*/ 525985 w 2912392"/>
                <a:gd name="connsiteY54" fmla="*/ 31893 h 309658"/>
                <a:gd name="connsiteX55" fmla="*/ 535724 w 2912392"/>
                <a:gd name="connsiteY55" fmla="*/ 33502 h 309658"/>
                <a:gd name="connsiteX56" fmla="*/ 545465 w 2912392"/>
                <a:gd name="connsiteY56" fmla="*/ 35255 h 309658"/>
                <a:gd name="connsiteX57" fmla="*/ 555206 w 2912392"/>
                <a:gd name="connsiteY57" fmla="*/ 37152 h 309658"/>
                <a:gd name="connsiteX58" fmla="*/ 564946 w 2912392"/>
                <a:gd name="connsiteY58" fmla="*/ 39193 h 309658"/>
                <a:gd name="connsiteX59" fmla="*/ 574687 w 2912392"/>
                <a:gd name="connsiteY59" fmla="*/ 41379 h 309658"/>
                <a:gd name="connsiteX60" fmla="*/ 584428 w 2912392"/>
                <a:gd name="connsiteY60" fmla="*/ 43709 h 309658"/>
                <a:gd name="connsiteX61" fmla="*/ 594167 w 2912392"/>
                <a:gd name="connsiteY61" fmla="*/ 46182 h 309658"/>
                <a:gd name="connsiteX62" fmla="*/ 603908 w 2912392"/>
                <a:gd name="connsiteY62" fmla="*/ 48797 h 309658"/>
                <a:gd name="connsiteX63" fmla="*/ 613649 w 2912392"/>
                <a:gd name="connsiteY63" fmla="*/ 51552 h 309658"/>
                <a:gd name="connsiteX64" fmla="*/ 623388 w 2912392"/>
                <a:gd name="connsiteY64" fmla="*/ 54447 h 309658"/>
                <a:gd name="connsiteX65" fmla="*/ 633129 w 2912392"/>
                <a:gd name="connsiteY65" fmla="*/ 57480 h 309658"/>
                <a:gd name="connsiteX66" fmla="*/ 642870 w 2912392"/>
                <a:gd name="connsiteY66" fmla="*/ 60649 h 309658"/>
                <a:gd name="connsiteX67" fmla="*/ 652610 w 2912392"/>
                <a:gd name="connsiteY67" fmla="*/ 63951 h 309658"/>
                <a:gd name="connsiteX68" fmla="*/ 662351 w 2912392"/>
                <a:gd name="connsiteY68" fmla="*/ 67384 h 309658"/>
                <a:gd name="connsiteX69" fmla="*/ 672092 w 2912392"/>
                <a:gd name="connsiteY69" fmla="*/ 70944 h 309658"/>
                <a:gd name="connsiteX70" fmla="*/ 681831 w 2912392"/>
                <a:gd name="connsiteY70" fmla="*/ 74629 h 309658"/>
                <a:gd name="connsiteX71" fmla="*/ 691572 w 2912392"/>
                <a:gd name="connsiteY71" fmla="*/ 78434 h 309658"/>
                <a:gd name="connsiteX72" fmla="*/ 701313 w 2912392"/>
                <a:gd name="connsiteY72" fmla="*/ 82359 h 309658"/>
                <a:gd name="connsiteX73" fmla="*/ 711052 w 2912392"/>
                <a:gd name="connsiteY73" fmla="*/ 86395 h 309658"/>
                <a:gd name="connsiteX74" fmla="*/ 720793 w 2912392"/>
                <a:gd name="connsiteY74" fmla="*/ 90541 h 309658"/>
                <a:gd name="connsiteX75" fmla="*/ 730534 w 2912392"/>
                <a:gd name="connsiteY75" fmla="*/ 94792 h 309658"/>
                <a:gd name="connsiteX76" fmla="*/ 740274 w 2912392"/>
                <a:gd name="connsiteY76" fmla="*/ 99141 h 309658"/>
                <a:gd name="connsiteX77" fmla="*/ 750015 w 2912392"/>
                <a:gd name="connsiteY77" fmla="*/ 103587 h 309658"/>
                <a:gd name="connsiteX78" fmla="*/ 759756 w 2912392"/>
                <a:gd name="connsiteY78" fmla="*/ 108120 h 309658"/>
                <a:gd name="connsiteX79" fmla="*/ 769495 w 2912392"/>
                <a:gd name="connsiteY79" fmla="*/ 112739 h 309658"/>
                <a:gd name="connsiteX80" fmla="*/ 779236 w 2912392"/>
                <a:gd name="connsiteY80" fmla="*/ 117435 h 309658"/>
                <a:gd name="connsiteX81" fmla="*/ 788977 w 2912392"/>
                <a:gd name="connsiteY81" fmla="*/ 122204 h 309658"/>
                <a:gd name="connsiteX82" fmla="*/ 798717 w 2912392"/>
                <a:gd name="connsiteY82" fmla="*/ 127039 h 309658"/>
                <a:gd name="connsiteX83" fmla="*/ 808458 w 2912392"/>
                <a:gd name="connsiteY83" fmla="*/ 131935 h 309658"/>
                <a:gd name="connsiteX84" fmla="*/ 818199 w 2912392"/>
                <a:gd name="connsiteY84" fmla="*/ 136883 h 309658"/>
                <a:gd name="connsiteX85" fmla="*/ 827938 w 2912392"/>
                <a:gd name="connsiteY85" fmla="*/ 141879 h 309658"/>
                <a:gd name="connsiteX86" fmla="*/ 837679 w 2912392"/>
                <a:gd name="connsiteY86" fmla="*/ 146913 h 309658"/>
                <a:gd name="connsiteX87" fmla="*/ 847420 w 2912392"/>
                <a:gd name="connsiteY87" fmla="*/ 151982 h 309658"/>
                <a:gd name="connsiteX88" fmla="*/ 857159 w 2912392"/>
                <a:gd name="connsiteY88" fmla="*/ 157075 h 309658"/>
                <a:gd name="connsiteX89" fmla="*/ 866900 w 2912392"/>
                <a:gd name="connsiteY89" fmla="*/ 162189 h 309658"/>
                <a:gd name="connsiteX90" fmla="*/ 876641 w 2912392"/>
                <a:gd name="connsiteY90" fmla="*/ 167314 h 309658"/>
                <a:gd name="connsiteX91" fmla="*/ 886381 w 2912392"/>
                <a:gd name="connsiteY91" fmla="*/ 172444 h 309658"/>
                <a:gd name="connsiteX92" fmla="*/ 896122 w 2912392"/>
                <a:gd name="connsiteY92" fmla="*/ 177571 h 309658"/>
                <a:gd name="connsiteX93" fmla="*/ 905863 w 2912392"/>
                <a:gd name="connsiteY93" fmla="*/ 182687 h 309658"/>
                <a:gd name="connsiteX94" fmla="*/ 915602 w 2912392"/>
                <a:gd name="connsiteY94" fmla="*/ 187785 h 309658"/>
                <a:gd name="connsiteX95" fmla="*/ 925343 w 2912392"/>
                <a:gd name="connsiteY95" fmla="*/ 192860 h 309658"/>
                <a:gd name="connsiteX96" fmla="*/ 935084 w 2912392"/>
                <a:gd name="connsiteY96" fmla="*/ 197900 h 309658"/>
                <a:gd name="connsiteX97" fmla="*/ 944824 w 2912392"/>
                <a:gd name="connsiteY97" fmla="*/ 202902 h 309658"/>
                <a:gd name="connsiteX98" fmla="*/ 954564 w 2912392"/>
                <a:gd name="connsiteY98" fmla="*/ 207857 h 309658"/>
                <a:gd name="connsiteX99" fmla="*/ 964305 w 2912392"/>
                <a:gd name="connsiteY99" fmla="*/ 212757 h 309658"/>
                <a:gd name="connsiteX100" fmla="*/ 974045 w 2912392"/>
                <a:gd name="connsiteY100" fmla="*/ 217598 h 309658"/>
                <a:gd name="connsiteX101" fmla="*/ 983786 w 2912392"/>
                <a:gd name="connsiteY101" fmla="*/ 222369 h 309658"/>
                <a:gd name="connsiteX102" fmla="*/ 993522 w 2912392"/>
                <a:gd name="connsiteY102" fmla="*/ 227065 h 309658"/>
                <a:gd name="connsiteX103" fmla="*/ 1003266 w 2912392"/>
                <a:gd name="connsiteY103" fmla="*/ 231681 h 309658"/>
                <a:gd name="connsiteX104" fmla="*/ 1013010 w 2912392"/>
                <a:gd name="connsiteY104" fmla="*/ 236207 h 309658"/>
                <a:gd name="connsiteX105" fmla="*/ 1022754 w 2912392"/>
                <a:gd name="connsiteY105" fmla="*/ 240638 h 309658"/>
                <a:gd name="connsiteX106" fmla="*/ 1032483 w 2912392"/>
                <a:gd name="connsiteY106" fmla="*/ 244969 h 309658"/>
                <a:gd name="connsiteX107" fmla="*/ 1042227 w 2912392"/>
                <a:gd name="connsiteY107" fmla="*/ 249194 h 309658"/>
                <a:gd name="connsiteX108" fmla="*/ 1051971 w 2912392"/>
                <a:gd name="connsiteY108" fmla="*/ 253307 h 309658"/>
                <a:gd name="connsiteX109" fmla="*/ 1061715 w 2912392"/>
                <a:gd name="connsiteY109" fmla="*/ 257301 h 309658"/>
                <a:gd name="connsiteX110" fmla="*/ 1071444 w 2912392"/>
                <a:gd name="connsiteY110" fmla="*/ 261172 h 309658"/>
                <a:gd name="connsiteX111" fmla="*/ 1081188 w 2912392"/>
                <a:gd name="connsiteY111" fmla="*/ 264916 h 309658"/>
                <a:gd name="connsiteX112" fmla="*/ 1090932 w 2912392"/>
                <a:gd name="connsiteY112" fmla="*/ 268527 h 309658"/>
                <a:gd name="connsiteX113" fmla="*/ 1100676 w 2912392"/>
                <a:gd name="connsiteY113" fmla="*/ 272000 h 309658"/>
                <a:gd name="connsiteX114" fmla="*/ 1110405 w 2912392"/>
                <a:gd name="connsiteY114" fmla="*/ 275335 h 309658"/>
                <a:gd name="connsiteX115" fmla="*/ 1120149 w 2912392"/>
                <a:gd name="connsiteY115" fmla="*/ 278523 h 309658"/>
                <a:gd name="connsiteX116" fmla="*/ 1129893 w 2912392"/>
                <a:gd name="connsiteY116" fmla="*/ 281565 h 309658"/>
                <a:gd name="connsiteX117" fmla="*/ 1139637 w 2912392"/>
                <a:gd name="connsiteY117" fmla="*/ 284456 h 309658"/>
                <a:gd name="connsiteX118" fmla="*/ 1149381 w 2912392"/>
                <a:gd name="connsiteY118" fmla="*/ 287194 h 309658"/>
                <a:gd name="connsiteX119" fmla="*/ 1159110 w 2912392"/>
                <a:gd name="connsiteY119" fmla="*/ 289776 h 309658"/>
                <a:gd name="connsiteX120" fmla="*/ 1168854 w 2912392"/>
                <a:gd name="connsiteY120" fmla="*/ 292202 h 309658"/>
                <a:gd name="connsiteX121" fmla="*/ 1178598 w 2912392"/>
                <a:gd name="connsiteY121" fmla="*/ 294468 h 309658"/>
                <a:gd name="connsiteX122" fmla="*/ 1188341 w 2912392"/>
                <a:gd name="connsiteY122" fmla="*/ 296575 h 309658"/>
                <a:gd name="connsiteX123" fmla="*/ 1198070 w 2912392"/>
                <a:gd name="connsiteY123" fmla="*/ 298522 h 309658"/>
                <a:gd name="connsiteX124" fmla="*/ 1207814 w 2912392"/>
                <a:gd name="connsiteY124" fmla="*/ 300308 h 309658"/>
                <a:gd name="connsiteX125" fmla="*/ 1217558 w 2912392"/>
                <a:gd name="connsiteY125" fmla="*/ 301934 h 309658"/>
                <a:gd name="connsiteX126" fmla="*/ 1227302 w 2912392"/>
                <a:gd name="connsiteY126" fmla="*/ 303398 h 309658"/>
                <a:gd name="connsiteX127" fmla="*/ 1237031 w 2912392"/>
                <a:gd name="connsiteY127" fmla="*/ 304705 h 309658"/>
                <a:gd name="connsiteX128" fmla="*/ 1246775 w 2912392"/>
                <a:gd name="connsiteY128" fmla="*/ 305854 h 309658"/>
                <a:gd name="connsiteX129" fmla="*/ 1256519 w 2912392"/>
                <a:gd name="connsiteY129" fmla="*/ 306844 h 309658"/>
                <a:gd name="connsiteX130" fmla="*/ 1266263 w 2912392"/>
                <a:gd name="connsiteY130" fmla="*/ 307683 h 309658"/>
                <a:gd name="connsiteX131" fmla="*/ 1276007 w 2912392"/>
                <a:gd name="connsiteY131" fmla="*/ 308370 h 309658"/>
                <a:gd name="connsiteX132" fmla="*/ 1285736 w 2912392"/>
                <a:gd name="connsiteY132" fmla="*/ 308907 h 309658"/>
                <a:gd name="connsiteX133" fmla="*/ 1295480 w 2912392"/>
                <a:gd name="connsiteY133" fmla="*/ 309298 h 309658"/>
                <a:gd name="connsiteX134" fmla="*/ 1305224 w 2912392"/>
                <a:gd name="connsiteY134" fmla="*/ 309549 h 309658"/>
                <a:gd name="connsiteX135" fmla="*/ 1314968 w 2912392"/>
                <a:gd name="connsiteY135" fmla="*/ 309659 h 309658"/>
                <a:gd name="connsiteX136" fmla="*/ 1324697 w 2912392"/>
                <a:gd name="connsiteY136" fmla="*/ 309635 h 309658"/>
                <a:gd name="connsiteX137" fmla="*/ 1334441 w 2912392"/>
                <a:gd name="connsiteY137" fmla="*/ 309483 h 309658"/>
                <a:gd name="connsiteX138" fmla="*/ 1344185 w 2912392"/>
                <a:gd name="connsiteY138" fmla="*/ 309205 h 309658"/>
                <a:gd name="connsiteX139" fmla="*/ 1353929 w 2912392"/>
                <a:gd name="connsiteY139" fmla="*/ 308805 h 309658"/>
                <a:gd name="connsiteX140" fmla="*/ 1363658 w 2912392"/>
                <a:gd name="connsiteY140" fmla="*/ 308293 h 309658"/>
                <a:gd name="connsiteX141" fmla="*/ 1373402 w 2912392"/>
                <a:gd name="connsiteY141" fmla="*/ 307670 h 309658"/>
                <a:gd name="connsiteX142" fmla="*/ 1383146 w 2912392"/>
                <a:gd name="connsiteY142" fmla="*/ 306943 h 309658"/>
                <a:gd name="connsiteX143" fmla="*/ 1392890 w 2912392"/>
                <a:gd name="connsiteY143" fmla="*/ 306119 h 309658"/>
                <a:gd name="connsiteX144" fmla="*/ 1402619 w 2912392"/>
                <a:gd name="connsiteY144" fmla="*/ 305204 h 309658"/>
                <a:gd name="connsiteX145" fmla="*/ 1412363 w 2912392"/>
                <a:gd name="connsiteY145" fmla="*/ 304203 h 309658"/>
                <a:gd name="connsiteX146" fmla="*/ 1422106 w 2912392"/>
                <a:gd name="connsiteY146" fmla="*/ 303124 h 309658"/>
                <a:gd name="connsiteX147" fmla="*/ 1431850 w 2912392"/>
                <a:gd name="connsiteY147" fmla="*/ 301974 h 309658"/>
                <a:gd name="connsiteX148" fmla="*/ 1441594 w 2912392"/>
                <a:gd name="connsiteY148" fmla="*/ 300757 h 309658"/>
                <a:gd name="connsiteX149" fmla="*/ 1451323 w 2912392"/>
                <a:gd name="connsiteY149" fmla="*/ 299481 h 309658"/>
                <a:gd name="connsiteX150" fmla="*/ 1461067 w 2912392"/>
                <a:gd name="connsiteY150" fmla="*/ 298154 h 309658"/>
                <a:gd name="connsiteX151" fmla="*/ 1470811 w 2912392"/>
                <a:gd name="connsiteY151" fmla="*/ 296782 h 309658"/>
                <a:gd name="connsiteX152" fmla="*/ 1480555 w 2912392"/>
                <a:gd name="connsiteY152" fmla="*/ 295372 h 309658"/>
                <a:gd name="connsiteX153" fmla="*/ 1490284 w 2912392"/>
                <a:gd name="connsiteY153" fmla="*/ 293930 h 309658"/>
                <a:gd name="connsiteX154" fmla="*/ 1500028 w 2912392"/>
                <a:gd name="connsiteY154" fmla="*/ 292464 h 309658"/>
                <a:gd name="connsiteX155" fmla="*/ 1509772 w 2912392"/>
                <a:gd name="connsiteY155" fmla="*/ 290980 h 309658"/>
                <a:gd name="connsiteX156" fmla="*/ 1519516 w 2912392"/>
                <a:gd name="connsiteY156" fmla="*/ 289486 h 309658"/>
                <a:gd name="connsiteX157" fmla="*/ 1529245 w 2912392"/>
                <a:gd name="connsiteY157" fmla="*/ 287987 h 309658"/>
                <a:gd name="connsiteX158" fmla="*/ 1538989 w 2912392"/>
                <a:gd name="connsiteY158" fmla="*/ 286489 h 309658"/>
                <a:gd name="connsiteX159" fmla="*/ 1548733 w 2912392"/>
                <a:gd name="connsiteY159" fmla="*/ 285001 h 309658"/>
                <a:gd name="connsiteX160" fmla="*/ 1558477 w 2912392"/>
                <a:gd name="connsiteY160" fmla="*/ 283526 h 309658"/>
                <a:gd name="connsiteX161" fmla="*/ 1568221 w 2912392"/>
                <a:gd name="connsiteY161" fmla="*/ 282072 h 309658"/>
                <a:gd name="connsiteX162" fmla="*/ 1577950 w 2912392"/>
                <a:gd name="connsiteY162" fmla="*/ 280645 h 309658"/>
                <a:gd name="connsiteX163" fmla="*/ 1587694 w 2912392"/>
                <a:gd name="connsiteY163" fmla="*/ 279249 h 309658"/>
                <a:gd name="connsiteX164" fmla="*/ 1597438 w 2912392"/>
                <a:gd name="connsiteY164" fmla="*/ 277888 h 309658"/>
                <a:gd name="connsiteX165" fmla="*/ 1607182 w 2912392"/>
                <a:gd name="connsiteY165" fmla="*/ 276571 h 309658"/>
                <a:gd name="connsiteX166" fmla="*/ 1616911 w 2912392"/>
                <a:gd name="connsiteY166" fmla="*/ 275300 h 309658"/>
                <a:gd name="connsiteX167" fmla="*/ 1626655 w 2912392"/>
                <a:gd name="connsiteY167" fmla="*/ 274080 h 309658"/>
                <a:gd name="connsiteX168" fmla="*/ 1636399 w 2912392"/>
                <a:gd name="connsiteY168" fmla="*/ 272917 h 309658"/>
                <a:gd name="connsiteX169" fmla="*/ 1646142 w 2912392"/>
                <a:gd name="connsiteY169" fmla="*/ 271811 h 309658"/>
                <a:gd name="connsiteX170" fmla="*/ 1655872 w 2912392"/>
                <a:gd name="connsiteY170" fmla="*/ 270767 h 309658"/>
                <a:gd name="connsiteX171" fmla="*/ 1665616 w 2912392"/>
                <a:gd name="connsiteY171" fmla="*/ 269789 h 309658"/>
                <a:gd name="connsiteX172" fmla="*/ 1675359 w 2912392"/>
                <a:gd name="connsiteY172" fmla="*/ 268880 h 309658"/>
                <a:gd name="connsiteX173" fmla="*/ 1685103 w 2912392"/>
                <a:gd name="connsiteY173" fmla="*/ 268042 h 309658"/>
                <a:gd name="connsiteX174" fmla="*/ 1694832 w 2912392"/>
                <a:gd name="connsiteY174" fmla="*/ 267276 h 309658"/>
                <a:gd name="connsiteX175" fmla="*/ 1704576 w 2912392"/>
                <a:gd name="connsiteY175" fmla="*/ 266584 h 309658"/>
                <a:gd name="connsiteX176" fmla="*/ 1714320 w 2912392"/>
                <a:gd name="connsiteY176" fmla="*/ 265969 h 309658"/>
                <a:gd name="connsiteX177" fmla="*/ 1724064 w 2912392"/>
                <a:gd name="connsiteY177" fmla="*/ 265430 h 309658"/>
                <a:gd name="connsiteX178" fmla="*/ 1733808 w 2912392"/>
                <a:gd name="connsiteY178" fmla="*/ 264968 h 309658"/>
                <a:gd name="connsiteX179" fmla="*/ 1743537 w 2912392"/>
                <a:gd name="connsiteY179" fmla="*/ 264584 h 309658"/>
                <a:gd name="connsiteX180" fmla="*/ 1753281 w 2912392"/>
                <a:gd name="connsiteY180" fmla="*/ 264277 h 309658"/>
                <a:gd name="connsiteX181" fmla="*/ 1763025 w 2912392"/>
                <a:gd name="connsiteY181" fmla="*/ 264046 h 309658"/>
                <a:gd name="connsiteX182" fmla="*/ 1772769 w 2912392"/>
                <a:gd name="connsiteY182" fmla="*/ 263889 h 309658"/>
                <a:gd name="connsiteX183" fmla="*/ 1782498 w 2912392"/>
                <a:gd name="connsiteY183" fmla="*/ 263807 h 309658"/>
                <a:gd name="connsiteX184" fmla="*/ 1792242 w 2912392"/>
                <a:gd name="connsiteY184" fmla="*/ 263797 h 309658"/>
                <a:gd name="connsiteX185" fmla="*/ 1801986 w 2912392"/>
                <a:gd name="connsiteY185" fmla="*/ 263858 h 309658"/>
                <a:gd name="connsiteX186" fmla="*/ 1811730 w 2912392"/>
                <a:gd name="connsiteY186" fmla="*/ 263986 h 309658"/>
                <a:gd name="connsiteX187" fmla="*/ 1821459 w 2912392"/>
                <a:gd name="connsiteY187" fmla="*/ 264178 h 309658"/>
                <a:gd name="connsiteX188" fmla="*/ 1831203 w 2912392"/>
                <a:gd name="connsiteY188" fmla="*/ 264432 h 309658"/>
                <a:gd name="connsiteX189" fmla="*/ 1840947 w 2912392"/>
                <a:gd name="connsiteY189" fmla="*/ 264744 h 309658"/>
                <a:gd name="connsiteX190" fmla="*/ 1850691 w 2912392"/>
                <a:gd name="connsiteY190" fmla="*/ 265111 h 309658"/>
                <a:gd name="connsiteX191" fmla="*/ 1860435 w 2912392"/>
                <a:gd name="connsiteY191" fmla="*/ 265528 h 309658"/>
                <a:gd name="connsiteX192" fmla="*/ 1870164 w 2912392"/>
                <a:gd name="connsiteY192" fmla="*/ 265991 h 309658"/>
                <a:gd name="connsiteX193" fmla="*/ 1879908 w 2912392"/>
                <a:gd name="connsiteY193" fmla="*/ 266497 h 309658"/>
                <a:gd name="connsiteX194" fmla="*/ 1889652 w 2912392"/>
                <a:gd name="connsiteY194" fmla="*/ 267037 h 309658"/>
                <a:gd name="connsiteX195" fmla="*/ 1899395 w 2912392"/>
                <a:gd name="connsiteY195" fmla="*/ 267610 h 309658"/>
                <a:gd name="connsiteX196" fmla="*/ 1909124 w 2912392"/>
                <a:gd name="connsiteY196" fmla="*/ 268208 h 309658"/>
                <a:gd name="connsiteX197" fmla="*/ 1918868 w 2912392"/>
                <a:gd name="connsiteY197" fmla="*/ 268828 h 309658"/>
                <a:gd name="connsiteX198" fmla="*/ 1928612 w 2912392"/>
                <a:gd name="connsiteY198" fmla="*/ 269463 h 309658"/>
                <a:gd name="connsiteX199" fmla="*/ 1938356 w 2912392"/>
                <a:gd name="connsiteY199" fmla="*/ 270107 h 309658"/>
                <a:gd name="connsiteX200" fmla="*/ 1948085 w 2912392"/>
                <a:gd name="connsiteY200" fmla="*/ 270755 h 309658"/>
                <a:gd name="connsiteX201" fmla="*/ 1957829 w 2912392"/>
                <a:gd name="connsiteY201" fmla="*/ 271400 h 309658"/>
                <a:gd name="connsiteX202" fmla="*/ 1967573 w 2912392"/>
                <a:gd name="connsiteY202" fmla="*/ 272036 h 309658"/>
                <a:gd name="connsiteX203" fmla="*/ 1977317 w 2912392"/>
                <a:gd name="connsiteY203" fmla="*/ 272659 h 309658"/>
                <a:gd name="connsiteX204" fmla="*/ 1987046 w 2912392"/>
                <a:gd name="connsiteY204" fmla="*/ 273259 h 309658"/>
                <a:gd name="connsiteX205" fmla="*/ 1996790 w 2912392"/>
                <a:gd name="connsiteY205" fmla="*/ 273833 h 309658"/>
                <a:gd name="connsiteX206" fmla="*/ 2006534 w 2912392"/>
                <a:gd name="connsiteY206" fmla="*/ 274372 h 309658"/>
                <a:gd name="connsiteX207" fmla="*/ 2016278 w 2912392"/>
                <a:gd name="connsiteY207" fmla="*/ 274873 h 309658"/>
                <a:gd name="connsiteX208" fmla="*/ 2026022 w 2912392"/>
                <a:gd name="connsiteY208" fmla="*/ 275327 h 309658"/>
                <a:gd name="connsiteX209" fmla="*/ 2035751 w 2912392"/>
                <a:gd name="connsiteY209" fmla="*/ 275731 h 309658"/>
                <a:gd name="connsiteX210" fmla="*/ 2045495 w 2912392"/>
                <a:gd name="connsiteY210" fmla="*/ 276075 h 309658"/>
                <a:gd name="connsiteX211" fmla="*/ 2055239 w 2912392"/>
                <a:gd name="connsiteY211" fmla="*/ 276355 h 309658"/>
                <a:gd name="connsiteX212" fmla="*/ 2064983 w 2912392"/>
                <a:gd name="connsiteY212" fmla="*/ 276567 h 309658"/>
                <a:gd name="connsiteX213" fmla="*/ 2074712 w 2912392"/>
                <a:gd name="connsiteY213" fmla="*/ 276702 h 309658"/>
                <a:gd name="connsiteX214" fmla="*/ 2084456 w 2912392"/>
                <a:gd name="connsiteY214" fmla="*/ 276756 h 309658"/>
                <a:gd name="connsiteX215" fmla="*/ 2094200 w 2912392"/>
                <a:gd name="connsiteY215" fmla="*/ 276723 h 309658"/>
                <a:gd name="connsiteX216" fmla="*/ 2103944 w 2912392"/>
                <a:gd name="connsiteY216" fmla="*/ 276600 h 309658"/>
                <a:gd name="connsiteX217" fmla="*/ 2113673 w 2912392"/>
                <a:gd name="connsiteY217" fmla="*/ 276379 h 309658"/>
                <a:gd name="connsiteX218" fmla="*/ 2123417 w 2912392"/>
                <a:gd name="connsiteY218" fmla="*/ 276057 h 309658"/>
                <a:gd name="connsiteX219" fmla="*/ 2133161 w 2912392"/>
                <a:gd name="connsiteY219" fmla="*/ 275630 h 309658"/>
                <a:gd name="connsiteX220" fmla="*/ 2142905 w 2912392"/>
                <a:gd name="connsiteY220" fmla="*/ 275092 h 309658"/>
                <a:gd name="connsiteX221" fmla="*/ 2152649 w 2912392"/>
                <a:gd name="connsiteY221" fmla="*/ 274439 h 309658"/>
                <a:gd name="connsiteX222" fmla="*/ 2162377 w 2912392"/>
                <a:gd name="connsiteY222" fmla="*/ 273669 h 309658"/>
                <a:gd name="connsiteX223" fmla="*/ 2172121 w 2912392"/>
                <a:gd name="connsiteY223" fmla="*/ 272778 h 309658"/>
                <a:gd name="connsiteX224" fmla="*/ 2181865 w 2912392"/>
                <a:gd name="connsiteY224" fmla="*/ 271762 h 309658"/>
                <a:gd name="connsiteX225" fmla="*/ 2191609 w 2912392"/>
                <a:gd name="connsiteY225" fmla="*/ 270618 h 309658"/>
                <a:gd name="connsiteX226" fmla="*/ 2201338 w 2912392"/>
                <a:gd name="connsiteY226" fmla="*/ 269344 h 309658"/>
                <a:gd name="connsiteX227" fmla="*/ 2211082 w 2912392"/>
                <a:gd name="connsiteY227" fmla="*/ 267939 h 309658"/>
                <a:gd name="connsiteX228" fmla="*/ 2220826 w 2912392"/>
                <a:gd name="connsiteY228" fmla="*/ 266398 h 309658"/>
                <a:gd name="connsiteX229" fmla="*/ 2230570 w 2912392"/>
                <a:gd name="connsiteY229" fmla="*/ 264722 h 309658"/>
                <a:gd name="connsiteX230" fmla="*/ 2240299 w 2912392"/>
                <a:gd name="connsiteY230" fmla="*/ 262909 h 309658"/>
                <a:gd name="connsiteX231" fmla="*/ 2250043 w 2912392"/>
                <a:gd name="connsiteY231" fmla="*/ 260957 h 309658"/>
                <a:gd name="connsiteX232" fmla="*/ 2259787 w 2912392"/>
                <a:gd name="connsiteY232" fmla="*/ 258868 h 309658"/>
                <a:gd name="connsiteX233" fmla="*/ 2269531 w 2912392"/>
                <a:gd name="connsiteY233" fmla="*/ 256639 h 309658"/>
                <a:gd name="connsiteX234" fmla="*/ 2279260 w 2912392"/>
                <a:gd name="connsiteY234" fmla="*/ 254272 h 309658"/>
                <a:gd name="connsiteX235" fmla="*/ 2289004 w 2912392"/>
                <a:gd name="connsiteY235" fmla="*/ 251767 h 309658"/>
                <a:gd name="connsiteX236" fmla="*/ 2298748 w 2912392"/>
                <a:gd name="connsiteY236" fmla="*/ 249124 h 309658"/>
                <a:gd name="connsiteX237" fmla="*/ 2308492 w 2912392"/>
                <a:gd name="connsiteY237" fmla="*/ 246346 h 309658"/>
                <a:gd name="connsiteX238" fmla="*/ 2318236 w 2912392"/>
                <a:gd name="connsiteY238" fmla="*/ 243431 h 309658"/>
                <a:gd name="connsiteX239" fmla="*/ 2327965 w 2912392"/>
                <a:gd name="connsiteY239" fmla="*/ 240385 h 309658"/>
                <a:gd name="connsiteX240" fmla="*/ 2337709 w 2912392"/>
                <a:gd name="connsiteY240" fmla="*/ 237207 h 309658"/>
                <a:gd name="connsiteX241" fmla="*/ 2347453 w 2912392"/>
                <a:gd name="connsiteY241" fmla="*/ 233901 h 309658"/>
                <a:gd name="connsiteX242" fmla="*/ 2357197 w 2912392"/>
                <a:gd name="connsiteY242" fmla="*/ 230469 h 309658"/>
                <a:gd name="connsiteX243" fmla="*/ 2366926 w 2912392"/>
                <a:gd name="connsiteY243" fmla="*/ 226914 h 309658"/>
                <a:gd name="connsiteX244" fmla="*/ 2376670 w 2912392"/>
                <a:gd name="connsiteY244" fmla="*/ 223242 h 309658"/>
                <a:gd name="connsiteX245" fmla="*/ 2386413 w 2912392"/>
                <a:gd name="connsiteY245" fmla="*/ 219452 h 309658"/>
                <a:gd name="connsiteX246" fmla="*/ 2396157 w 2912392"/>
                <a:gd name="connsiteY246" fmla="*/ 215551 h 309658"/>
                <a:gd name="connsiteX247" fmla="*/ 2405886 w 2912392"/>
                <a:gd name="connsiteY247" fmla="*/ 211543 h 309658"/>
                <a:gd name="connsiteX248" fmla="*/ 2415630 w 2912392"/>
                <a:gd name="connsiteY248" fmla="*/ 207432 h 309658"/>
                <a:gd name="connsiteX249" fmla="*/ 2425374 w 2912392"/>
                <a:gd name="connsiteY249" fmla="*/ 203224 h 309658"/>
                <a:gd name="connsiteX250" fmla="*/ 2435118 w 2912392"/>
                <a:gd name="connsiteY250" fmla="*/ 198921 h 309658"/>
                <a:gd name="connsiteX251" fmla="*/ 2444862 w 2912392"/>
                <a:gd name="connsiteY251" fmla="*/ 194530 h 309658"/>
                <a:gd name="connsiteX252" fmla="*/ 2454591 w 2912392"/>
                <a:gd name="connsiteY252" fmla="*/ 190056 h 309658"/>
                <a:gd name="connsiteX253" fmla="*/ 2464335 w 2912392"/>
                <a:gd name="connsiteY253" fmla="*/ 185506 h 309658"/>
                <a:gd name="connsiteX254" fmla="*/ 2474079 w 2912392"/>
                <a:gd name="connsiteY254" fmla="*/ 180884 h 309658"/>
                <a:gd name="connsiteX255" fmla="*/ 2483823 w 2912392"/>
                <a:gd name="connsiteY255" fmla="*/ 176197 h 309658"/>
                <a:gd name="connsiteX256" fmla="*/ 2493552 w 2912392"/>
                <a:gd name="connsiteY256" fmla="*/ 171450 h 309658"/>
                <a:gd name="connsiteX257" fmla="*/ 2503296 w 2912392"/>
                <a:gd name="connsiteY257" fmla="*/ 166650 h 309658"/>
                <a:gd name="connsiteX258" fmla="*/ 2513040 w 2912392"/>
                <a:gd name="connsiteY258" fmla="*/ 161803 h 309658"/>
                <a:gd name="connsiteX259" fmla="*/ 2522784 w 2912392"/>
                <a:gd name="connsiteY259" fmla="*/ 156916 h 309658"/>
                <a:gd name="connsiteX260" fmla="*/ 2532513 w 2912392"/>
                <a:gd name="connsiteY260" fmla="*/ 151995 h 309658"/>
                <a:gd name="connsiteX261" fmla="*/ 2542257 w 2912392"/>
                <a:gd name="connsiteY261" fmla="*/ 147045 h 309658"/>
                <a:gd name="connsiteX262" fmla="*/ 2552001 w 2912392"/>
                <a:gd name="connsiteY262" fmla="*/ 142078 h 309658"/>
                <a:gd name="connsiteX263" fmla="*/ 2561745 w 2912392"/>
                <a:gd name="connsiteY263" fmla="*/ 137094 h 309658"/>
                <a:gd name="connsiteX264" fmla="*/ 2571474 w 2912392"/>
                <a:gd name="connsiteY264" fmla="*/ 132105 h 309658"/>
                <a:gd name="connsiteX265" fmla="*/ 2581218 w 2912392"/>
                <a:gd name="connsiteY265" fmla="*/ 127115 h 309658"/>
                <a:gd name="connsiteX266" fmla="*/ 2590962 w 2912392"/>
                <a:gd name="connsiteY266" fmla="*/ 122131 h 309658"/>
                <a:gd name="connsiteX267" fmla="*/ 2600705 w 2912392"/>
                <a:gd name="connsiteY267" fmla="*/ 117161 h 309658"/>
                <a:gd name="connsiteX268" fmla="*/ 2610449 w 2912392"/>
                <a:gd name="connsiteY268" fmla="*/ 112212 h 309658"/>
                <a:gd name="connsiteX269" fmla="*/ 2620178 w 2912392"/>
                <a:gd name="connsiteY269" fmla="*/ 107287 h 309658"/>
                <a:gd name="connsiteX270" fmla="*/ 2629922 w 2912392"/>
                <a:gd name="connsiteY270" fmla="*/ 102398 h 309658"/>
                <a:gd name="connsiteX271" fmla="*/ 2639666 w 2912392"/>
                <a:gd name="connsiteY271" fmla="*/ 97547 h 309658"/>
                <a:gd name="connsiteX272" fmla="*/ 2649410 w 2912392"/>
                <a:gd name="connsiteY272" fmla="*/ 92742 h 309658"/>
                <a:gd name="connsiteX273" fmla="*/ 2659139 w 2912392"/>
                <a:gd name="connsiteY273" fmla="*/ 87990 h 309658"/>
                <a:gd name="connsiteX274" fmla="*/ 2668883 w 2912392"/>
                <a:gd name="connsiteY274" fmla="*/ 83297 h 309658"/>
                <a:gd name="connsiteX275" fmla="*/ 2678627 w 2912392"/>
                <a:gd name="connsiteY275" fmla="*/ 78670 h 309658"/>
                <a:gd name="connsiteX276" fmla="*/ 2688371 w 2912392"/>
                <a:gd name="connsiteY276" fmla="*/ 74112 h 309658"/>
                <a:gd name="connsiteX277" fmla="*/ 2698100 w 2912392"/>
                <a:gd name="connsiteY277" fmla="*/ 69632 h 309658"/>
                <a:gd name="connsiteX278" fmla="*/ 2707844 w 2912392"/>
                <a:gd name="connsiteY278" fmla="*/ 65234 h 309658"/>
                <a:gd name="connsiteX279" fmla="*/ 2717588 w 2912392"/>
                <a:gd name="connsiteY279" fmla="*/ 60925 h 309658"/>
                <a:gd name="connsiteX280" fmla="*/ 2727332 w 2912392"/>
                <a:gd name="connsiteY280" fmla="*/ 56708 h 309658"/>
                <a:gd name="connsiteX281" fmla="*/ 2737076 w 2912392"/>
                <a:gd name="connsiteY281" fmla="*/ 52590 h 309658"/>
                <a:gd name="connsiteX282" fmla="*/ 2746805 w 2912392"/>
                <a:gd name="connsiteY282" fmla="*/ 48577 h 309658"/>
                <a:gd name="connsiteX283" fmla="*/ 2756549 w 2912392"/>
                <a:gd name="connsiteY283" fmla="*/ 44670 h 309658"/>
                <a:gd name="connsiteX284" fmla="*/ 2766293 w 2912392"/>
                <a:gd name="connsiteY284" fmla="*/ 40878 h 309658"/>
                <a:gd name="connsiteX285" fmla="*/ 2776037 w 2912392"/>
                <a:gd name="connsiteY285" fmla="*/ 37203 h 309658"/>
                <a:gd name="connsiteX286" fmla="*/ 2785766 w 2912392"/>
                <a:gd name="connsiteY286" fmla="*/ 33648 h 309658"/>
                <a:gd name="connsiteX287" fmla="*/ 2795510 w 2912392"/>
                <a:gd name="connsiteY287" fmla="*/ 30220 h 309658"/>
                <a:gd name="connsiteX288" fmla="*/ 2805254 w 2912392"/>
                <a:gd name="connsiteY288" fmla="*/ 26919 h 309658"/>
                <a:gd name="connsiteX289" fmla="*/ 2814998 w 2912392"/>
                <a:gd name="connsiteY289" fmla="*/ 23752 h 309658"/>
                <a:gd name="connsiteX290" fmla="*/ 2824727 w 2912392"/>
                <a:gd name="connsiteY290" fmla="*/ 20721 h 309658"/>
                <a:gd name="connsiteX291" fmla="*/ 2834471 w 2912392"/>
                <a:gd name="connsiteY291" fmla="*/ 17830 h 309658"/>
                <a:gd name="connsiteX292" fmla="*/ 2844215 w 2912392"/>
                <a:gd name="connsiteY292" fmla="*/ 15079 h 309658"/>
                <a:gd name="connsiteX293" fmla="*/ 2853958 w 2912392"/>
                <a:gd name="connsiteY293" fmla="*/ 12475 h 309658"/>
                <a:gd name="connsiteX294" fmla="*/ 2863687 w 2912392"/>
                <a:gd name="connsiteY294" fmla="*/ 10017 h 309658"/>
                <a:gd name="connsiteX295" fmla="*/ 2873431 w 2912392"/>
                <a:gd name="connsiteY295" fmla="*/ 7707 h 309658"/>
                <a:gd name="connsiteX296" fmla="*/ 2883175 w 2912392"/>
                <a:gd name="connsiteY296" fmla="*/ 5548 h 309658"/>
                <a:gd name="connsiteX297" fmla="*/ 2892919 w 2912392"/>
                <a:gd name="connsiteY297" fmla="*/ 3544 h 309658"/>
                <a:gd name="connsiteX298" fmla="*/ 2902663 w 2912392"/>
                <a:gd name="connsiteY298" fmla="*/ 1694 h 309658"/>
                <a:gd name="connsiteX299" fmla="*/ 2912392 w 2912392"/>
                <a:gd name="connsiteY299" fmla="*/ 0 h 3096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09658">
                  <a:moveTo>
                    <a:pt x="0" y="97517"/>
                  </a:moveTo>
                  <a:lnTo>
                    <a:pt x="9739" y="94607"/>
                  </a:lnTo>
                  <a:lnTo>
                    <a:pt x="19480" y="91745"/>
                  </a:lnTo>
                  <a:lnTo>
                    <a:pt x="29221" y="88932"/>
                  </a:lnTo>
                  <a:lnTo>
                    <a:pt x="38961" y="86165"/>
                  </a:lnTo>
                  <a:lnTo>
                    <a:pt x="48702" y="83445"/>
                  </a:lnTo>
                  <a:lnTo>
                    <a:pt x="58443" y="80772"/>
                  </a:lnTo>
                  <a:lnTo>
                    <a:pt x="68182" y="78145"/>
                  </a:lnTo>
                  <a:lnTo>
                    <a:pt x="77923" y="75563"/>
                  </a:lnTo>
                  <a:lnTo>
                    <a:pt x="87664" y="73029"/>
                  </a:lnTo>
                  <a:lnTo>
                    <a:pt x="97404" y="70539"/>
                  </a:lnTo>
                  <a:lnTo>
                    <a:pt x="107145" y="68096"/>
                  </a:lnTo>
                  <a:lnTo>
                    <a:pt x="116886" y="65698"/>
                  </a:lnTo>
                  <a:lnTo>
                    <a:pt x="126625" y="63349"/>
                  </a:lnTo>
                  <a:lnTo>
                    <a:pt x="136366" y="61047"/>
                  </a:lnTo>
                  <a:lnTo>
                    <a:pt x="146107" y="58793"/>
                  </a:lnTo>
                  <a:lnTo>
                    <a:pt x="155846" y="56589"/>
                  </a:lnTo>
                  <a:lnTo>
                    <a:pt x="165587" y="54436"/>
                  </a:lnTo>
                  <a:lnTo>
                    <a:pt x="175328" y="52334"/>
                  </a:lnTo>
                  <a:lnTo>
                    <a:pt x="185068" y="50286"/>
                  </a:lnTo>
                  <a:lnTo>
                    <a:pt x="194809" y="48293"/>
                  </a:lnTo>
                  <a:lnTo>
                    <a:pt x="204550" y="46357"/>
                  </a:lnTo>
                  <a:lnTo>
                    <a:pt x="214289" y="44479"/>
                  </a:lnTo>
                  <a:lnTo>
                    <a:pt x="224030" y="42663"/>
                  </a:lnTo>
                  <a:lnTo>
                    <a:pt x="233771" y="40910"/>
                  </a:lnTo>
                  <a:lnTo>
                    <a:pt x="243510" y="39221"/>
                  </a:lnTo>
                  <a:lnTo>
                    <a:pt x="253251" y="37602"/>
                  </a:lnTo>
                  <a:lnTo>
                    <a:pt x="262992" y="36053"/>
                  </a:lnTo>
                  <a:lnTo>
                    <a:pt x="272732" y="34577"/>
                  </a:lnTo>
                  <a:lnTo>
                    <a:pt x="282473" y="33179"/>
                  </a:lnTo>
                  <a:lnTo>
                    <a:pt x="292214" y="31858"/>
                  </a:lnTo>
                  <a:lnTo>
                    <a:pt x="301953" y="30620"/>
                  </a:lnTo>
                  <a:lnTo>
                    <a:pt x="311694" y="29469"/>
                  </a:lnTo>
                  <a:lnTo>
                    <a:pt x="321435" y="28403"/>
                  </a:lnTo>
                  <a:lnTo>
                    <a:pt x="331175" y="27432"/>
                  </a:lnTo>
                  <a:lnTo>
                    <a:pt x="340916" y="26554"/>
                  </a:lnTo>
                  <a:lnTo>
                    <a:pt x="350656" y="25775"/>
                  </a:lnTo>
                  <a:lnTo>
                    <a:pt x="360396" y="25097"/>
                  </a:lnTo>
                  <a:lnTo>
                    <a:pt x="370137" y="24524"/>
                  </a:lnTo>
                  <a:lnTo>
                    <a:pt x="379878" y="24059"/>
                  </a:lnTo>
                  <a:lnTo>
                    <a:pt x="389617" y="23703"/>
                  </a:lnTo>
                  <a:lnTo>
                    <a:pt x="399358" y="23463"/>
                  </a:lnTo>
                  <a:lnTo>
                    <a:pt x="409099" y="23338"/>
                  </a:lnTo>
                  <a:lnTo>
                    <a:pt x="418839" y="23333"/>
                  </a:lnTo>
                  <a:lnTo>
                    <a:pt x="428580" y="23451"/>
                  </a:lnTo>
                  <a:lnTo>
                    <a:pt x="438321" y="23695"/>
                  </a:lnTo>
                  <a:lnTo>
                    <a:pt x="448060" y="24066"/>
                  </a:lnTo>
                  <a:lnTo>
                    <a:pt x="457801" y="24567"/>
                  </a:lnTo>
                  <a:lnTo>
                    <a:pt x="467542" y="25202"/>
                  </a:lnTo>
                  <a:lnTo>
                    <a:pt x="477281" y="25970"/>
                  </a:lnTo>
                  <a:lnTo>
                    <a:pt x="487022" y="26875"/>
                  </a:lnTo>
                  <a:lnTo>
                    <a:pt x="496763" y="27918"/>
                  </a:lnTo>
                  <a:lnTo>
                    <a:pt x="506503" y="29101"/>
                  </a:lnTo>
                  <a:lnTo>
                    <a:pt x="516244" y="30425"/>
                  </a:lnTo>
                  <a:lnTo>
                    <a:pt x="525985" y="31893"/>
                  </a:lnTo>
                  <a:lnTo>
                    <a:pt x="535724" y="33502"/>
                  </a:lnTo>
                  <a:lnTo>
                    <a:pt x="545465" y="35255"/>
                  </a:lnTo>
                  <a:lnTo>
                    <a:pt x="555206" y="37152"/>
                  </a:lnTo>
                  <a:lnTo>
                    <a:pt x="564946" y="39193"/>
                  </a:lnTo>
                  <a:lnTo>
                    <a:pt x="574687" y="41379"/>
                  </a:lnTo>
                  <a:lnTo>
                    <a:pt x="584428" y="43709"/>
                  </a:lnTo>
                  <a:lnTo>
                    <a:pt x="594167" y="46182"/>
                  </a:lnTo>
                  <a:lnTo>
                    <a:pt x="603908" y="48797"/>
                  </a:lnTo>
                  <a:lnTo>
                    <a:pt x="613649" y="51552"/>
                  </a:lnTo>
                  <a:lnTo>
                    <a:pt x="623388" y="54447"/>
                  </a:lnTo>
                  <a:lnTo>
                    <a:pt x="633129" y="57480"/>
                  </a:lnTo>
                  <a:lnTo>
                    <a:pt x="642870" y="60649"/>
                  </a:lnTo>
                  <a:lnTo>
                    <a:pt x="652610" y="63951"/>
                  </a:lnTo>
                  <a:lnTo>
                    <a:pt x="662351" y="67384"/>
                  </a:lnTo>
                  <a:lnTo>
                    <a:pt x="672092" y="70944"/>
                  </a:lnTo>
                  <a:lnTo>
                    <a:pt x="681831" y="74629"/>
                  </a:lnTo>
                  <a:lnTo>
                    <a:pt x="691572" y="78434"/>
                  </a:lnTo>
                  <a:lnTo>
                    <a:pt x="701313" y="82359"/>
                  </a:lnTo>
                  <a:lnTo>
                    <a:pt x="711052" y="86395"/>
                  </a:lnTo>
                  <a:lnTo>
                    <a:pt x="720793" y="90541"/>
                  </a:lnTo>
                  <a:lnTo>
                    <a:pt x="730534" y="94792"/>
                  </a:lnTo>
                  <a:lnTo>
                    <a:pt x="740274" y="99141"/>
                  </a:lnTo>
                  <a:lnTo>
                    <a:pt x="750015" y="103587"/>
                  </a:lnTo>
                  <a:lnTo>
                    <a:pt x="759756" y="108120"/>
                  </a:lnTo>
                  <a:lnTo>
                    <a:pt x="769495" y="112739"/>
                  </a:lnTo>
                  <a:lnTo>
                    <a:pt x="779236" y="117435"/>
                  </a:lnTo>
                  <a:lnTo>
                    <a:pt x="788977" y="122204"/>
                  </a:lnTo>
                  <a:lnTo>
                    <a:pt x="798717" y="127039"/>
                  </a:lnTo>
                  <a:lnTo>
                    <a:pt x="808458" y="131935"/>
                  </a:lnTo>
                  <a:lnTo>
                    <a:pt x="818199" y="136883"/>
                  </a:lnTo>
                  <a:lnTo>
                    <a:pt x="827938" y="141879"/>
                  </a:lnTo>
                  <a:lnTo>
                    <a:pt x="837679" y="146913"/>
                  </a:lnTo>
                  <a:lnTo>
                    <a:pt x="847420" y="151982"/>
                  </a:lnTo>
                  <a:lnTo>
                    <a:pt x="857159" y="157075"/>
                  </a:lnTo>
                  <a:lnTo>
                    <a:pt x="866900" y="162189"/>
                  </a:lnTo>
                  <a:lnTo>
                    <a:pt x="876641" y="167314"/>
                  </a:lnTo>
                  <a:lnTo>
                    <a:pt x="886381" y="172444"/>
                  </a:lnTo>
                  <a:lnTo>
                    <a:pt x="896122" y="177571"/>
                  </a:lnTo>
                  <a:lnTo>
                    <a:pt x="905863" y="182687"/>
                  </a:lnTo>
                  <a:lnTo>
                    <a:pt x="915602" y="187785"/>
                  </a:lnTo>
                  <a:lnTo>
                    <a:pt x="925343" y="192860"/>
                  </a:lnTo>
                  <a:lnTo>
                    <a:pt x="935084" y="197900"/>
                  </a:lnTo>
                  <a:lnTo>
                    <a:pt x="944824" y="202902"/>
                  </a:lnTo>
                  <a:lnTo>
                    <a:pt x="954564" y="207857"/>
                  </a:lnTo>
                  <a:lnTo>
                    <a:pt x="964305" y="212757"/>
                  </a:lnTo>
                  <a:lnTo>
                    <a:pt x="974045" y="217598"/>
                  </a:lnTo>
                  <a:lnTo>
                    <a:pt x="983786" y="222369"/>
                  </a:lnTo>
                  <a:lnTo>
                    <a:pt x="993522" y="227065"/>
                  </a:lnTo>
                  <a:lnTo>
                    <a:pt x="1003266" y="231681"/>
                  </a:lnTo>
                  <a:lnTo>
                    <a:pt x="1013010" y="236207"/>
                  </a:lnTo>
                  <a:lnTo>
                    <a:pt x="1022754" y="240638"/>
                  </a:lnTo>
                  <a:lnTo>
                    <a:pt x="1032483" y="244969"/>
                  </a:lnTo>
                  <a:lnTo>
                    <a:pt x="1042227" y="249194"/>
                  </a:lnTo>
                  <a:lnTo>
                    <a:pt x="1051971" y="253307"/>
                  </a:lnTo>
                  <a:lnTo>
                    <a:pt x="1061715" y="257301"/>
                  </a:lnTo>
                  <a:lnTo>
                    <a:pt x="1071444" y="261172"/>
                  </a:lnTo>
                  <a:lnTo>
                    <a:pt x="1081188" y="264916"/>
                  </a:lnTo>
                  <a:lnTo>
                    <a:pt x="1090932" y="268527"/>
                  </a:lnTo>
                  <a:lnTo>
                    <a:pt x="1100676" y="272000"/>
                  </a:lnTo>
                  <a:lnTo>
                    <a:pt x="1110405" y="275335"/>
                  </a:lnTo>
                  <a:lnTo>
                    <a:pt x="1120149" y="278523"/>
                  </a:lnTo>
                  <a:lnTo>
                    <a:pt x="1129893" y="281565"/>
                  </a:lnTo>
                  <a:lnTo>
                    <a:pt x="1139637" y="284456"/>
                  </a:lnTo>
                  <a:lnTo>
                    <a:pt x="1149381" y="287194"/>
                  </a:lnTo>
                  <a:lnTo>
                    <a:pt x="1159110" y="289776"/>
                  </a:lnTo>
                  <a:lnTo>
                    <a:pt x="1168854" y="292202"/>
                  </a:lnTo>
                  <a:lnTo>
                    <a:pt x="1178598" y="294468"/>
                  </a:lnTo>
                  <a:lnTo>
                    <a:pt x="1188341" y="296575"/>
                  </a:lnTo>
                  <a:lnTo>
                    <a:pt x="1198070" y="298522"/>
                  </a:lnTo>
                  <a:lnTo>
                    <a:pt x="1207814" y="300308"/>
                  </a:lnTo>
                  <a:lnTo>
                    <a:pt x="1217558" y="301934"/>
                  </a:lnTo>
                  <a:lnTo>
                    <a:pt x="1227302" y="303398"/>
                  </a:lnTo>
                  <a:lnTo>
                    <a:pt x="1237031" y="304705"/>
                  </a:lnTo>
                  <a:lnTo>
                    <a:pt x="1246775" y="305854"/>
                  </a:lnTo>
                  <a:lnTo>
                    <a:pt x="1256519" y="306844"/>
                  </a:lnTo>
                  <a:lnTo>
                    <a:pt x="1266263" y="307683"/>
                  </a:lnTo>
                  <a:lnTo>
                    <a:pt x="1276007" y="308370"/>
                  </a:lnTo>
                  <a:lnTo>
                    <a:pt x="1285736" y="308907"/>
                  </a:lnTo>
                  <a:lnTo>
                    <a:pt x="1295480" y="309298"/>
                  </a:lnTo>
                  <a:lnTo>
                    <a:pt x="1305224" y="309549"/>
                  </a:lnTo>
                  <a:lnTo>
                    <a:pt x="1314968" y="309659"/>
                  </a:lnTo>
                  <a:lnTo>
                    <a:pt x="1324697" y="309635"/>
                  </a:lnTo>
                  <a:lnTo>
                    <a:pt x="1334441" y="309483"/>
                  </a:lnTo>
                  <a:lnTo>
                    <a:pt x="1344185" y="309205"/>
                  </a:lnTo>
                  <a:lnTo>
                    <a:pt x="1353929" y="308805"/>
                  </a:lnTo>
                  <a:lnTo>
                    <a:pt x="1363658" y="308293"/>
                  </a:lnTo>
                  <a:lnTo>
                    <a:pt x="1373402" y="307670"/>
                  </a:lnTo>
                  <a:lnTo>
                    <a:pt x="1383146" y="306943"/>
                  </a:lnTo>
                  <a:lnTo>
                    <a:pt x="1392890" y="306119"/>
                  </a:lnTo>
                  <a:lnTo>
                    <a:pt x="1402619" y="305204"/>
                  </a:lnTo>
                  <a:lnTo>
                    <a:pt x="1412363" y="304203"/>
                  </a:lnTo>
                  <a:lnTo>
                    <a:pt x="1422106" y="303124"/>
                  </a:lnTo>
                  <a:lnTo>
                    <a:pt x="1431850" y="301974"/>
                  </a:lnTo>
                  <a:lnTo>
                    <a:pt x="1441594" y="300757"/>
                  </a:lnTo>
                  <a:lnTo>
                    <a:pt x="1451323" y="299481"/>
                  </a:lnTo>
                  <a:lnTo>
                    <a:pt x="1461067" y="298154"/>
                  </a:lnTo>
                  <a:lnTo>
                    <a:pt x="1470811" y="296782"/>
                  </a:lnTo>
                  <a:lnTo>
                    <a:pt x="1480555" y="295372"/>
                  </a:lnTo>
                  <a:lnTo>
                    <a:pt x="1490284" y="293930"/>
                  </a:lnTo>
                  <a:lnTo>
                    <a:pt x="1500028" y="292464"/>
                  </a:lnTo>
                  <a:lnTo>
                    <a:pt x="1509772" y="290980"/>
                  </a:lnTo>
                  <a:lnTo>
                    <a:pt x="1519516" y="289486"/>
                  </a:lnTo>
                  <a:lnTo>
                    <a:pt x="1529245" y="287987"/>
                  </a:lnTo>
                  <a:lnTo>
                    <a:pt x="1538989" y="286489"/>
                  </a:lnTo>
                  <a:lnTo>
                    <a:pt x="1548733" y="285001"/>
                  </a:lnTo>
                  <a:lnTo>
                    <a:pt x="1558477" y="283526"/>
                  </a:lnTo>
                  <a:lnTo>
                    <a:pt x="1568221" y="282072"/>
                  </a:lnTo>
                  <a:lnTo>
                    <a:pt x="1577950" y="280645"/>
                  </a:lnTo>
                  <a:lnTo>
                    <a:pt x="1587694" y="279249"/>
                  </a:lnTo>
                  <a:lnTo>
                    <a:pt x="1597438" y="277888"/>
                  </a:lnTo>
                  <a:lnTo>
                    <a:pt x="1607182" y="276571"/>
                  </a:lnTo>
                  <a:lnTo>
                    <a:pt x="1616911" y="275300"/>
                  </a:lnTo>
                  <a:lnTo>
                    <a:pt x="1626655" y="274080"/>
                  </a:lnTo>
                  <a:lnTo>
                    <a:pt x="1636399" y="272917"/>
                  </a:lnTo>
                  <a:lnTo>
                    <a:pt x="1646142" y="271811"/>
                  </a:lnTo>
                  <a:lnTo>
                    <a:pt x="1655872" y="270767"/>
                  </a:lnTo>
                  <a:lnTo>
                    <a:pt x="1665616" y="269789"/>
                  </a:lnTo>
                  <a:lnTo>
                    <a:pt x="1675359" y="268880"/>
                  </a:lnTo>
                  <a:lnTo>
                    <a:pt x="1685103" y="268042"/>
                  </a:lnTo>
                  <a:lnTo>
                    <a:pt x="1694832" y="267276"/>
                  </a:lnTo>
                  <a:lnTo>
                    <a:pt x="1704576" y="266584"/>
                  </a:lnTo>
                  <a:lnTo>
                    <a:pt x="1714320" y="265969"/>
                  </a:lnTo>
                  <a:lnTo>
                    <a:pt x="1724064" y="265430"/>
                  </a:lnTo>
                  <a:lnTo>
                    <a:pt x="1733808" y="264968"/>
                  </a:lnTo>
                  <a:lnTo>
                    <a:pt x="1743537" y="264584"/>
                  </a:lnTo>
                  <a:lnTo>
                    <a:pt x="1753281" y="264277"/>
                  </a:lnTo>
                  <a:lnTo>
                    <a:pt x="1763025" y="264046"/>
                  </a:lnTo>
                  <a:lnTo>
                    <a:pt x="1772769" y="263889"/>
                  </a:lnTo>
                  <a:lnTo>
                    <a:pt x="1782498" y="263807"/>
                  </a:lnTo>
                  <a:lnTo>
                    <a:pt x="1792242" y="263797"/>
                  </a:lnTo>
                  <a:lnTo>
                    <a:pt x="1801986" y="263858"/>
                  </a:lnTo>
                  <a:lnTo>
                    <a:pt x="1811730" y="263986"/>
                  </a:lnTo>
                  <a:lnTo>
                    <a:pt x="1821459" y="264178"/>
                  </a:lnTo>
                  <a:lnTo>
                    <a:pt x="1831203" y="264432"/>
                  </a:lnTo>
                  <a:lnTo>
                    <a:pt x="1840947" y="264744"/>
                  </a:lnTo>
                  <a:lnTo>
                    <a:pt x="1850691" y="265111"/>
                  </a:lnTo>
                  <a:lnTo>
                    <a:pt x="1860435" y="265528"/>
                  </a:lnTo>
                  <a:lnTo>
                    <a:pt x="1870164" y="265991"/>
                  </a:lnTo>
                  <a:lnTo>
                    <a:pt x="1879908" y="266497"/>
                  </a:lnTo>
                  <a:lnTo>
                    <a:pt x="1889652" y="267037"/>
                  </a:lnTo>
                  <a:lnTo>
                    <a:pt x="1899395" y="267610"/>
                  </a:lnTo>
                  <a:lnTo>
                    <a:pt x="1909124" y="268208"/>
                  </a:lnTo>
                  <a:lnTo>
                    <a:pt x="1918868" y="268828"/>
                  </a:lnTo>
                  <a:lnTo>
                    <a:pt x="1928612" y="269463"/>
                  </a:lnTo>
                  <a:lnTo>
                    <a:pt x="1938356" y="270107"/>
                  </a:lnTo>
                  <a:lnTo>
                    <a:pt x="1948085" y="270755"/>
                  </a:lnTo>
                  <a:lnTo>
                    <a:pt x="1957829" y="271400"/>
                  </a:lnTo>
                  <a:lnTo>
                    <a:pt x="1967573" y="272036"/>
                  </a:lnTo>
                  <a:lnTo>
                    <a:pt x="1977317" y="272659"/>
                  </a:lnTo>
                  <a:lnTo>
                    <a:pt x="1987046" y="273259"/>
                  </a:lnTo>
                  <a:lnTo>
                    <a:pt x="1996790" y="273833"/>
                  </a:lnTo>
                  <a:lnTo>
                    <a:pt x="2006534" y="274372"/>
                  </a:lnTo>
                  <a:lnTo>
                    <a:pt x="2016278" y="274873"/>
                  </a:lnTo>
                  <a:lnTo>
                    <a:pt x="2026022" y="275327"/>
                  </a:lnTo>
                  <a:lnTo>
                    <a:pt x="2035751" y="275731"/>
                  </a:lnTo>
                  <a:lnTo>
                    <a:pt x="2045495" y="276075"/>
                  </a:lnTo>
                  <a:lnTo>
                    <a:pt x="2055239" y="276355"/>
                  </a:lnTo>
                  <a:lnTo>
                    <a:pt x="2064983" y="276567"/>
                  </a:lnTo>
                  <a:lnTo>
                    <a:pt x="2074712" y="276702"/>
                  </a:lnTo>
                  <a:lnTo>
                    <a:pt x="2084456" y="276756"/>
                  </a:lnTo>
                  <a:lnTo>
                    <a:pt x="2094200" y="276723"/>
                  </a:lnTo>
                  <a:lnTo>
                    <a:pt x="2103944" y="276600"/>
                  </a:lnTo>
                  <a:lnTo>
                    <a:pt x="2113673" y="276379"/>
                  </a:lnTo>
                  <a:lnTo>
                    <a:pt x="2123417" y="276057"/>
                  </a:lnTo>
                  <a:lnTo>
                    <a:pt x="2133161" y="275630"/>
                  </a:lnTo>
                  <a:lnTo>
                    <a:pt x="2142905" y="275092"/>
                  </a:lnTo>
                  <a:lnTo>
                    <a:pt x="2152649" y="274439"/>
                  </a:lnTo>
                  <a:lnTo>
                    <a:pt x="2162377" y="273669"/>
                  </a:lnTo>
                  <a:lnTo>
                    <a:pt x="2172121" y="272778"/>
                  </a:lnTo>
                  <a:lnTo>
                    <a:pt x="2181865" y="271762"/>
                  </a:lnTo>
                  <a:lnTo>
                    <a:pt x="2191609" y="270618"/>
                  </a:lnTo>
                  <a:lnTo>
                    <a:pt x="2201338" y="269344"/>
                  </a:lnTo>
                  <a:lnTo>
                    <a:pt x="2211082" y="267939"/>
                  </a:lnTo>
                  <a:lnTo>
                    <a:pt x="2220826" y="266398"/>
                  </a:lnTo>
                  <a:lnTo>
                    <a:pt x="2230570" y="264722"/>
                  </a:lnTo>
                  <a:lnTo>
                    <a:pt x="2240299" y="262909"/>
                  </a:lnTo>
                  <a:lnTo>
                    <a:pt x="2250043" y="260957"/>
                  </a:lnTo>
                  <a:lnTo>
                    <a:pt x="2259787" y="258868"/>
                  </a:lnTo>
                  <a:lnTo>
                    <a:pt x="2269531" y="256639"/>
                  </a:lnTo>
                  <a:lnTo>
                    <a:pt x="2279260" y="254272"/>
                  </a:lnTo>
                  <a:lnTo>
                    <a:pt x="2289004" y="251767"/>
                  </a:lnTo>
                  <a:lnTo>
                    <a:pt x="2298748" y="249124"/>
                  </a:lnTo>
                  <a:lnTo>
                    <a:pt x="2308492" y="246346"/>
                  </a:lnTo>
                  <a:lnTo>
                    <a:pt x="2318236" y="243431"/>
                  </a:lnTo>
                  <a:lnTo>
                    <a:pt x="2327965" y="240385"/>
                  </a:lnTo>
                  <a:lnTo>
                    <a:pt x="2337709" y="237207"/>
                  </a:lnTo>
                  <a:lnTo>
                    <a:pt x="2347453" y="233901"/>
                  </a:lnTo>
                  <a:lnTo>
                    <a:pt x="2357197" y="230469"/>
                  </a:lnTo>
                  <a:lnTo>
                    <a:pt x="2366926" y="226914"/>
                  </a:lnTo>
                  <a:lnTo>
                    <a:pt x="2376670" y="223242"/>
                  </a:lnTo>
                  <a:lnTo>
                    <a:pt x="2386413" y="219452"/>
                  </a:lnTo>
                  <a:lnTo>
                    <a:pt x="2396157" y="215551"/>
                  </a:lnTo>
                  <a:lnTo>
                    <a:pt x="2405886" y="211543"/>
                  </a:lnTo>
                  <a:lnTo>
                    <a:pt x="2415630" y="207432"/>
                  </a:lnTo>
                  <a:lnTo>
                    <a:pt x="2425374" y="203224"/>
                  </a:lnTo>
                  <a:lnTo>
                    <a:pt x="2435118" y="198921"/>
                  </a:lnTo>
                  <a:lnTo>
                    <a:pt x="2444862" y="194530"/>
                  </a:lnTo>
                  <a:lnTo>
                    <a:pt x="2454591" y="190056"/>
                  </a:lnTo>
                  <a:lnTo>
                    <a:pt x="2464335" y="185506"/>
                  </a:lnTo>
                  <a:lnTo>
                    <a:pt x="2474079" y="180884"/>
                  </a:lnTo>
                  <a:lnTo>
                    <a:pt x="2483823" y="176197"/>
                  </a:lnTo>
                  <a:lnTo>
                    <a:pt x="2493552" y="171450"/>
                  </a:lnTo>
                  <a:lnTo>
                    <a:pt x="2503296" y="166650"/>
                  </a:lnTo>
                  <a:lnTo>
                    <a:pt x="2513040" y="161803"/>
                  </a:lnTo>
                  <a:lnTo>
                    <a:pt x="2522784" y="156916"/>
                  </a:lnTo>
                  <a:lnTo>
                    <a:pt x="2532513" y="151995"/>
                  </a:lnTo>
                  <a:lnTo>
                    <a:pt x="2542257" y="147045"/>
                  </a:lnTo>
                  <a:lnTo>
                    <a:pt x="2552001" y="142078"/>
                  </a:lnTo>
                  <a:lnTo>
                    <a:pt x="2561745" y="137094"/>
                  </a:lnTo>
                  <a:lnTo>
                    <a:pt x="2571474" y="132105"/>
                  </a:lnTo>
                  <a:lnTo>
                    <a:pt x="2581218" y="127115"/>
                  </a:lnTo>
                  <a:lnTo>
                    <a:pt x="2590962" y="122131"/>
                  </a:lnTo>
                  <a:lnTo>
                    <a:pt x="2600705" y="117161"/>
                  </a:lnTo>
                  <a:lnTo>
                    <a:pt x="2610449" y="112212"/>
                  </a:lnTo>
                  <a:lnTo>
                    <a:pt x="2620178" y="107287"/>
                  </a:lnTo>
                  <a:lnTo>
                    <a:pt x="2629922" y="102398"/>
                  </a:lnTo>
                  <a:lnTo>
                    <a:pt x="2639666" y="97547"/>
                  </a:lnTo>
                  <a:lnTo>
                    <a:pt x="2649410" y="92742"/>
                  </a:lnTo>
                  <a:lnTo>
                    <a:pt x="2659139" y="87990"/>
                  </a:lnTo>
                  <a:lnTo>
                    <a:pt x="2668883" y="83297"/>
                  </a:lnTo>
                  <a:lnTo>
                    <a:pt x="2678627" y="78670"/>
                  </a:lnTo>
                  <a:lnTo>
                    <a:pt x="2688371" y="74112"/>
                  </a:lnTo>
                  <a:lnTo>
                    <a:pt x="2698100" y="69632"/>
                  </a:lnTo>
                  <a:lnTo>
                    <a:pt x="2707844" y="65234"/>
                  </a:lnTo>
                  <a:lnTo>
                    <a:pt x="2717588" y="60925"/>
                  </a:lnTo>
                  <a:lnTo>
                    <a:pt x="2727332" y="56708"/>
                  </a:lnTo>
                  <a:lnTo>
                    <a:pt x="2737076" y="52590"/>
                  </a:lnTo>
                  <a:lnTo>
                    <a:pt x="2746805" y="48577"/>
                  </a:lnTo>
                  <a:lnTo>
                    <a:pt x="2756549" y="44670"/>
                  </a:lnTo>
                  <a:lnTo>
                    <a:pt x="2766293" y="40878"/>
                  </a:lnTo>
                  <a:lnTo>
                    <a:pt x="2776037" y="37203"/>
                  </a:lnTo>
                  <a:lnTo>
                    <a:pt x="2785766" y="33648"/>
                  </a:lnTo>
                  <a:lnTo>
                    <a:pt x="2795510" y="30220"/>
                  </a:lnTo>
                  <a:lnTo>
                    <a:pt x="2805254" y="26919"/>
                  </a:lnTo>
                  <a:lnTo>
                    <a:pt x="2814998" y="23752"/>
                  </a:lnTo>
                  <a:lnTo>
                    <a:pt x="2824727" y="20721"/>
                  </a:lnTo>
                  <a:lnTo>
                    <a:pt x="2834471" y="17830"/>
                  </a:lnTo>
                  <a:lnTo>
                    <a:pt x="2844215" y="15079"/>
                  </a:lnTo>
                  <a:lnTo>
                    <a:pt x="2853958" y="12475"/>
                  </a:lnTo>
                  <a:lnTo>
                    <a:pt x="2863687" y="10017"/>
                  </a:lnTo>
                  <a:lnTo>
                    <a:pt x="2873431" y="7707"/>
                  </a:lnTo>
                  <a:lnTo>
                    <a:pt x="2883175" y="5548"/>
                  </a:lnTo>
                  <a:lnTo>
                    <a:pt x="2892919" y="3544"/>
                  </a:lnTo>
                  <a:lnTo>
                    <a:pt x="2902663" y="1694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1" name="Freeform 830">
              <a:extLst>
                <a:ext uri="{FF2B5EF4-FFF2-40B4-BE49-F238E27FC236}">
                  <a16:creationId xmlns:a16="http://schemas.microsoft.com/office/drawing/2014/main" id="{1A1D44C6-C4AA-5625-F328-307F2E6AB9D8}"/>
                </a:ext>
              </a:extLst>
            </p:cNvPr>
            <p:cNvSpPr/>
            <p:nvPr/>
          </p:nvSpPr>
          <p:spPr>
            <a:xfrm>
              <a:off x="576446" y="3278231"/>
              <a:ext cx="2912392" cy="324741"/>
            </a:xfrm>
            <a:custGeom>
              <a:avLst/>
              <a:gdLst>
                <a:gd name="connsiteX0" fmla="*/ 0 w 2912392"/>
                <a:gd name="connsiteY0" fmla="*/ 244890 h 324741"/>
                <a:gd name="connsiteX1" fmla="*/ 9739 w 2912392"/>
                <a:gd name="connsiteY1" fmla="*/ 242508 h 324741"/>
                <a:gd name="connsiteX2" fmla="*/ 19480 w 2912392"/>
                <a:gd name="connsiteY2" fmla="*/ 240167 h 324741"/>
                <a:gd name="connsiteX3" fmla="*/ 29221 w 2912392"/>
                <a:gd name="connsiteY3" fmla="*/ 237871 h 324741"/>
                <a:gd name="connsiteX4" fmla="*/ 38961 w 2912392"/>
                <a:gd name="connsiteY4" fmla="*/ 235621 h 324741"/>
                <a:gd name="connsiteX5" fmla="*/ 48702 w 2912392"/>
                <a:gd name="connsiteY5" fmla="*/ 233421 h 324741"/>
                <a:gd name="connsiteX6" fmla="*/ 58443 w 2912392"/>
                <a:gd name="connsiteY6" fmla="*/ 231268 h 324741"/>
                <a:gd name="connsiteX7" fmla="*/ 68182 w 2912392"/>
                <a:gd name="connsiteY7" fmla="*/ 229166 h 324741"/>
                <a:gd name="connsiteX8" fmla="*/ 77923 w 2912392"/>
                <a:gd name="connsiteY8" fmla="*/ 227116 h 324741"/>
                <a:gd name="connsiteX9" fmla="*/ 87664 w 2912392"/>
                <a:gd name="connsiteY9" fmla="*/ 225116 h 324741"/>
                <a:gd name="connsiteX10" fmla="*/ 97404 w 2912392"/>
                <a:gd name="connsiteY10" fmla="*/ 223169 h 324741"/>
                <a:gd name="connsiteX11" fmla="*/ 107145 w 2912392"/>
                <a:gd name="connsiteY11" fmla="*/ 221275 h 324741"/>
                <a:gd name="connsiteX12" fmla="*/ 116886 w 2912392"/>
                <a:gd name="connsiteY12" fmla="*/ 219435 h 324741"/>
                <a:gd name="connsiteX13" fmla="*/ 126625 w 2912392"/>
                <a:gd name="connsiteY13" fmla="*/ 217647 h 324741"/>
                <a:gd name="connsiteX14" fmla="*/ 136366 w 2912392"/>
                <a:gd name="connsiteY14" fmla="*/ 215915 h 324741"/>
                <a:gd name="connsiteX15" fmla="*/ 146107 w 2912392"/>
                <a:gd name="connsiteY15" fmla="*/ 214235 h 324741"/>
                <a:gd name="connsiteX16" fmla="*/ 155846 w 2912392"/>
                <a:gd name="connsiteY16" fmla="*/ 212610 h 324741"/>
                <a:gd name="connsiteX17" fmla="*/ 165587 w 2912392"/>
                <a:gd name="connsiteY17" fmla="*/ 211038 h 324741"/>
                <a:gd name="connsiteX18" fmla="*/ 175328 w 2912392"/>
                <a:gd name="connsiteY18" fmla="*/ 209521 h 324741"/>
                <a:gd name="connsiteX19" fmla="*/ 185068 w 2912392"/>
                <a:gd name="connsiteY19" fmla="*/ 208058 h 324741"/>
                <a:gd name="connsiteX20" fmla="*/ 194809 w 2912392"/>
                <a:gd name="connsiteY20" fmla="*/ 206650 h 324741"/>
                <a:gd name="connsiteX21" fmla="*/ 204550 w 2912392"/>
                <a:gd name="connsiteY21" fmla="*/ 205296 h 324741"/>
                <a:gd name="connsiteX22" fmla="*/ 214289 w 2912392"/>
                <a:gd name="connsiteY22" fmla="*/ 203997 h 324741"/>
                <a:gd name="connsiteX23" fmla="*/ 224030 w 2912392"/>
                <a:gd name="connsiteY23" fmla="*/ 202751 h 324741"/>
                <a:gd name="connsiteX24" fmla="*/ 233771 w 2912392"/>
                <a:gd name="connsiteY24" fmla="*/ 201561 h 324741"/>
                <a:gd name="connsiteX25" fmla="*/ 243510 w 2912392"/>
                <a:gd name="connsiteY25" fmla="*/ 200427 h 324741"/>
                <a:gd name="connsiteX26" fmla="*/ 253251 w 2912392"/>
                <a:gd name="connsiteY26" fmla="*/ 199348 h 324741"/>
                <a:gd name="connsiteX27" fmla="*/ 262992 w 2912392"/>
                <a:gd name="connsiteY27" fmla="*/ 198326 h 324741"/>
                <a:gd name="connsiteX28" fmla="*/ 272732 w 2912392"/>
                <a:gd name="connsiteY28" fmla="*/ 197361 h 324741"/>
                <a:gd name="connsiteX29" fmla="*/ 282473 w 2912392"/>
                <a:gd name="connsiteY29" fmla="*/ 196452 h 324741"/>
                <a:gd name="connsiteX30" fmla="*/ 292214 w 2912392"/>
                <a:gd name="connsiteY30" fmla="*/ 195603 h 324741"/>
                <a:gd name="connsiteX31" fmla="*/ 301953 w 2912392"/>
                <a:gd name="connsiteY31" fmla="*/ 194812 h 324741"/>
                <a:gd name="connsiteX32" fmla="*/ 311694 w 2912392"/>
                <a:gd name="connsiteY32" fmla="*/ 194082 h 324741"/>
                <a:gd name="connsiteX33" fmla="*/ 321435 w 2912392"/>
                <a:gd name="connsiteY33" fmla="*/ 193414 h 324741"/>
                <a:gd name="connsiteX34" fmla="*/ 331175 w 2912392"/>
                <a:gd name="connsiteY34" fmla="*/ 192808 h 324741"/>
                <a:gd name="connsiteX35" fmla="*/ 340916 w 2912392"/>
                <a:gd name="connsiteY35" fmla="*/ 192265 h 324741"/>
                <a:gd name="connsiteX36" fmla="*/ 350656 w 2912392"/>
                <a:gd name="connsiteY36" fmla="*/ 191790 h 324741"/>
                <a:gd name="connsiteX37" fmla="*/ 360396 w 2912392"/>
                <a:gd name="connsiteY37" fmla="*/ 191380 h 324741"/>
                <a:gd name="connsiteX38" fmla="*/ 370137 w 2912392"/>
                <a:gd name="connsiteY38" fmla="*/ 191039 h 324741"/>
                <a:gd name="connsiteX39" fmla="*/ 379878 w 2912392"/>
                <a:gd name="connsiteY39" fmla="*/ 190768 h 324741"/>
                <a:gd name="connsiteX40" fmla="*/ 389617 w 2912392"/>
                <a:gd name="connsiteY40" fmla="*/ 190568 h 324741"/>
                <a:gd name="connsiteX41" fmla="*/ 399358 w 2912392"/>
                <a:gd name="connsiteY41" fmla="*/ 190443 h 324741"/>
                <a:gd name="connsiteX42" fmla="*/ 409099 w 2912392"/>
                <a:gd name="connsiteY42" fmla="*/ 190394 h 324741"/>
                <a:gd name="connsiteX43" fmla="*/ 418839 w 2912392"/>
                <a:gd name="connsiteY43" fmla="*/ 190421 h 324741"/>
                <a:gd name="connsiteX44" fmla="*/ 428580 w 2912392"/>
                <a:gd name="connsiteY44" fmla="*/ 190527 h 324741"/>
                <a:gd name="connsiteX45" fmla="*/ 438321 w 2912392"/>
                <a:gd name="connsiteY45" fmla="*/ 190714 h 324741"/>
                <a:gd name="connsiteX46" fmla="*/ 448060 w 2912392"/>
                <a:gd name="connsiteY46" fmla="*/ 190984 h 324741"/>
                <a:gd name="connsiteX47" fmla="*/ 457801 w 2912392"/>
                <a:gd name="connsiteY47" fmla="*/ 191339 h 324741"/>
                <a:gd name="connsiteX48" fmla="*/ 467542 w 2912392"/>
                <a:gd name="connsiteY48" fmla="*/ 191778 h 324741"/>
                <a:gd name="connsiteX49" fmla="*/ 477281 w 2912392"/>
                <a:gd name="connsiteY49" fmla="*/ 192307 h 324741"/>
                <a:gd name="connsiteX50" fmla="*/ 487022 w 2912392"/>
                <a:gd name="connsiteY50" fmla="*/ 192925 h 324741"/>
                <a:gd name="connsiteX51" fmla="*/ 496763 w 2912392"/>
                <a:gd name="connsiteY51" fmla="*/ 193633 h 324741"/>
                <a:gd name="connsiteX52" fmla="*/ 506503 w 2912392"/>
                <a:gd name="connsiteY52" fmla="*/ 194433 h 324741"/>
                <a:gd name="connsiteX53" fmla="*/ 516244 w 2912392"/>
                <a:gd name="connsiteY53" fmla="*/ 195327 h 324741"/>
                <a:gd name="connsiteX54" fmla="*/ 525985 w 2912392"/>
                <a:gd name="connsiteY54" fmla="*/ 196315 h 324741"/>
                <a:gd name="connsiteX55" fmla="*/ 535724 w 2912392"/>
                <a:gd name="connsiteY55" fmla="*/ 197398 h 324741"/>
                <a:gd name="connsiteX56" fmla="*/ 545465 w 2912392"/>
                <a:gd name="connsiteY56" fmla="*/ 198577 h 324741"/>
                <a:gd name="connsiteX57" fmla="*/ 555206 w 2912392"/>
                <a:gd name="connsiteY57" fmla="*/ 199850 h 324741"/>
                <a:gd name="connsiteX58" fmla="*/ 564946 w 2912392"/>
                <a:gd name="connsiteY58" fmla="*/ 201221 h 324741"/>
                <a:gd name="connsiteX59" fmla="*/ 574687 w 2912392"/>
                <a:gd name="connsiteY59" fmla="*/ 202689 h 324741"/>
                <a:gd name="connsiteX60" fmla="*/ 584428 w 2912392"/>
                <a:gd name="connsiteY60" fmla="*/ 204252 h 324741"/>
                <a:gd name="connsiteX61" fmla="*/ 594167 w 2912392"/>
                <a:gd name="connsiteY61" fmla="*/ 205910 h 324741"/>
                <a:gd name="connsiteX62" fmla="*/ 603908 w 2912392"/>
                <a:gd name="connsiteY62" fmla="*/ 207664 h 324741"/>
                <a:gd name="connsiteX63" fmla="*/ 613649 w 2912392"/>
                <a:gd name="connsiteY63" fmla="*/ 209510 h 324741"/>
                <a:gd name="connsiteX64" fmla="*/ 623388 w 2912392"/>
                <a:gd name="connsiteY64" fmla="*/ 211449 h 324741"/>
                <a:gd name="connsiteX65" fmla="*/ 633129 w 2912392"/>
                <a:gd name="connsiteY65" fmla="*/ 213477 h 324741"/>
                <a:gd name="connsiteX66" fmla="*/ 642870 w 2912392"/>
                <a:gd name="connsiteY66" fmla="*/ 215594 h 324741"/>
                <a:gd name="connsiteX67" fmla="*/ 652610 w 2912392"/>
                <a:gd name="connsiteY67" fmla="*/ 217798 h 324741"/>
                <a:gd name="connsiteX68" fmla="*/ 662351 w 2912392"/>
                <a:gd name="connsiteY68" fmla="*/ 220085 h 324741"/>
                <a:gd name="connsiteX69" fmla="*/ 672092 w 2912392"/>
                <a:gd name="connsiteY69" fmla="*/ 222452 h 324741"/>
                <a:gd name="connsiteX70" fmla="*/ 681831 w 2912392"/>
                <a:gd name="connsiteY70" fmla="*/ 224897 h 324741"/>
                <a:gd name="connsiteX71" fmla="*/ 691572 w 2912392"/>
                <a:gd name="connsiteY71" fmla="*/ 227417 h 324741"/>
                <a:gd name="connsiteX72" fmla="*/ 701313 w 2912392"/>
                <a:gd name="connsiteY72" fmla="*/ 230005 h 324741"/>
                <a:gd name="connsiteX73" fmla="*/ 711052 w 2912392"/>
                <a:gd name="connsiteY73" fmla="*/ 232660 h 324741"/>
                <a:gd name="connsiteX74" fmla="*/ 720793 w 2912392"/>
                <a:gd name="connsiteY74" fmla="*/ 235374 h 324741"/>
                <a:gd name="connsiteX75" fmla="*/ 730534 w 2912392"/>
                <a:gd name="connsiteY75" fmla="*/ 238147 h 324741"/>
                <a:gd name="connsiteX76" fmla="*/ 740274 w 2912392"/>
                <a:gd name="connsiteY76" fmla="*/ 240972 h 324741"/>
                <a:gd name="connsiteX77" fmla="*/ 750015 w 2912392"/>
                <a:gd name="connsiteY77" fmla="*/ 243841 h 324741"/>
                <a:gd name="connsiteX78" fmla="*/ 759756 w 2912392"/>
                <a:gd name="connsiteY78" fmla="*/ 246753 h 324741"/>
                <a:gd name="connsiteX79" fmla="*/ 769495 w 2912392"/>
                <a:gd name="connsiteY79" fmla="*/ 249699 h 324741"/>
                <a:gd name="connsiteX80" fmla="*/ 779236 w 2912392"/>
                <a:gd name="connsiteY80" fmla="*/ 252676 h 324741"/>
                <a:gd name="connsiteX81" fmla="*/ 788977 w 2912392"/>
                <a:gd name="connsiteY81" fmla="*/ 255675 h 324741"/>
                <a:gd name="connsiteX82" fmla="*/ 798717 w 2912392"/>
                <a:gd name="connsiteY82" fmla="*/ 258691 h 324741"/>
                <a:gd name="connsiteX83" fmla="*/ 808458 w 2912392"/>
                <a:gd name="connsiteY83" fmla="*/ 261717 h 324741"/>
                <a:gd name="connsiteX84" fmla="*/ 818199 w 2912392"/>
                <a:gd name="connsiteY84" fmla="*/ 264747 h 324741"/>
                <a:gd name="connsiteX85" fmla="*/ 827938 w 2912392"/>
                <a:gd name="connsiteY85" fmla="*/ 267775 h 324741"/>
                <a:gd name="connsiteX86" fmla="*/ 837679 w 2912392"/>
                <a:gd name="connsiteY86" fmla="*/ 270792 h 324741"/>
                <a:gd name="connsiteX87" fmla="*/ 847420 w 2912392"/>
                <a:gd name="connsiteY87" fmla="*/ 273793 h 324741"/>
                <a:gd name="connsiteX88" fmla="*/ 857159 w 2912392"/>
                <a:gd name="connsiteY88" fmla="*/ 276769 h 324741"/>
                <a:gd name="connsiteX89" fmla="*/ 866900 w 2912392"/>
                <a:gd name="connsiteY89" fmla="*/ 279715 h 324741"/>
                <a:gd name="connsiteX90" fmla="*/ 876641 w 2912392"/>
                <a:gd name="connsiteY90" fmla="*/ 282623 h 324741"/>
                <a:gd name="connsiteX91" fmla="*/ 886381 w 2912392"/>
                <a:gd name="connsiteY91" fmla="*/ 285487 h 324741"/>
                <a:gd name="connsiteX92" fmla="*/ 896122 w 2912392"/>
                <a:gd name="connsiteY92" fmla="*/ 288298 h 324741"/>
                <a:gd name="connsiteX93" fmla="*/ 905863 w 2912392"/>
                <a:gd name="connsiteY93" fmla="*/ 291052 h 324741"/>
                <a:gd name="connsiteX94" fmla="*/ 915602 w 2912392"/>
                <a:gd name="connsiteY94" fmla="*/ 293738 h 324741"/>
                <a:gd name="connsiteX95" fmla="*/ 925343 w 2912392"/>
                <a:gd name="connsiteY95" fmla="*/ 296353 h 324741"/>
                <a:gd name="connsiteX96" fmla="*/ 935084 w 2912392"/>
                <a:gd name="connsiteY96" fmla="*/ 298887 h 324741"/>
                <a:gd name="connsiteX97" fmla="*/ 944824 w 2912392"/>
                <a:gd name="connsiteY97" fmla="*/ 301338 h 324741"/>
                <a:gd name="connsiteX98" fmla="*/ 954564 w 2912392"/>
                <a:gd name="connsiteY98" fmla="*/ 303695 h 324741"/>
                <a:gd name="connsiteX99" fmla="*/ 964305 w 2912392"/>
                <a:gd name="connsiteY99" fmla="*/ 305955 h 324741"/>
                <a:gd name="connsiteX100" fmla="*/ 974045 w 2912392"/>
                <a:gd name="connsiteY100" fmla="*/ 308111 h 324741"/>
                <a:gd name="connsiteX101" fmla="*/ 983786 w 2912392"/>
                <a:gd name="connsiteY101" fmla="*/ 310157 h 324741"/>
                <a:gd name="connsiteX102" fmla="*/ 993522 w 2912392"/>
                <a:gd name="connsiteY102" fmla="*/ 312088 h 324741"/>
                <a:gd name="connsiteX103" fmla="*/ 1003266 w 2912392"/>
                <a:gd name="connsiteY103" fmla="*/ 313899 h 324741"/>
                <a:gd name="connsiteX104" fmla="*/ 1013010 w 2912392"/>
                <a:gd name="connsiteY104" fmla="*/ 315584 h 324741"/>
                <a:gd name="connsiteX105" fmla="*/ 1022754 w 2912392"/>
                <a:gd name="connsiteY105" fmla="*/ 317140 h 324741"/>
                <a:gd name="connsiteX106" fmla="*/ 1032483 w 2912392"/>
                <a:gd name="connsiteY106" fmla="*/ 318560 h 324741"/>
                <a:gd name="connsiteX107" fmla="*/ 1042227 w 2912392"/>
                <a:gd name="connsiteY107" fmla="*/ 319842 h 324741"/>
                <a:gd name="connsiteX108" fmla="*/ 1051971 w 2912392"/>
                <a:gd name="connsiteY108" fmla="*/ 320982 h 324741"/>
                <a:gd name="connsiteX109" fmla="*/ 1061715 w 2912392"/>
                <a:gd name="connsiteY109" fmla="*/ 321977 h 324741"/>
                <a:gd name="connsiteX110" fmla="*/ 1071444 w 2912392"/>
                <a:gd name="connsiteY110" fmla="*/ 322824 h 324741"/>
                <a:gd name="connsiteX111" fmla="*/ 1081188 w 2912392"/>
                <a:gd name="connsiteY111" fmla="*/ 323518 h 324741"/>
                <a:gd name="connsiteX112" fmla="*/ 1090932 w 2912392"/>
                <a:gd name="connsiteY112" fmla="*/ 324059 h 324741"/>
                <a:gd name="connsiteX113" fmla="*/ 1100676 w 2912392"/>
                <a:gd name="connsiteY113" fmla="*/ 324445 h 324741"/>
                <a:gd name="connsiteX114" fmla="*/ 1110405 w 2912392"/>
                <a:gd name="connsiteY114" fmla="*/ 324673 h 324741"/>
                <a:gd name="connsiteX115" fmla="*/ 1120149 w 2912392"/>
                <a:gd name="connsiteY115" fmla="*/ 324741 h 324741"/>
                <a:gd name="connsiteX116" fmla="*/ 1129893 w 2912392"/>
                <a:gd name="connsiteY116" fmla="*/ 324650 h 324741"/>
                <a:gd name="connsiteX117" fmla="*/ 1139637 w 2912392"/>
                <a:gd name="connsiteY117" fmla="*/ 324400 h 324741"/>
                <a:gd name="connsiteX118" fmla="*/ 1149381 w 2912392"/>
                <a:gd name="connsiteY118" fmla="*/ 323989 h 324741"/>
                <a:gd name="connsiteX119" fmla="*/ 1159110 w 2912392"/>
                <a:gd name="connsiteY119" fmla="*/ 323418 h 324741"/>
                <a:gd name="connsiteX120" fmla="*/ 1168854 w 2912392"/>
                <a:gd name="connsiteY120" fmla="*/ 322687 h 324741"/>
                <a:gd name="connsiteX121" fmla="*/ 1178598 w 2912392"/>
                <a:gd name="connsiteY121" fmla="*/ 321796 h 324741"/>
                <a:gd name="connsiteX122" fmla="*/ 1188341 w 2912392"/>
                <a:gd name="connsiteY122" fmla="*/ 320747 h 324741"/>
                <a:gd name="connsiteX123" fmla="*/ 1198070 w 2912392"/>
                <a:gd name="connsiteY123" fmla="*/ 319543 h 324741"/>
                <a:gd name="connsiteX124" fmla="*/ 1207814 w 2912392"/>
                <a:gd name="connsiteY124" fmla="*/ 318183 h 324741"/>
                <a:gd name="connsiteX125" fmla="*/ 1217558 w 2912392"/>
                <a:gd name="connsiteY125" fmla="*/ 316670 h 324741"/>
                <a:gd name="connsiteX126" fmla="*/ 1227302 w 2912392"/>
                <a:gd name="connsiteY126" fmla="*/ 315008 h 324741"/>
                <a:gd name="connsiteX127" fmla="*/ 1237031 w 2912392"/>
                <a:gd name="connsiteY127" fmla="*/ 313196 h 324741"/>
                <a:gd name="connsiteX128" fmla="*/ 1246775 w 2912392"/>
                <a:gd name="connsiteY128" fmla="*/ 311241 h 324741"/>
                <a:gd name="connsiteX129" fmla="*/ 1256519 w 2912392"/>
                <a:gd name="connsiteY129" fmla="*/ 309143 h 324741"/>
                <a:gd name="connsiteX130" fmla="*/ 1266263 w 2912392"/>
                <a:gd name="connsiteY130" fmla="*/ 306909 h 324741"/>
                <a:gd name="connsiteX131" fmla="*/ 1276007 w 2912392"/>
                <a:gd name="connsiteY131" fmla="*/ 304538 h 324741"/>
                <a:gd name="connsiteX132" fmla="*/ 1285736 w 2912392"/>
                <a:gd name="connsiteY132" fmla="*/ 302038 h 324741"/>
                <a:gd name="connsiteX133" fmla="*/ 1295480 w 2912392"/>
                <a:gd name="connsiteY133" fmla="*/ 299410 h 324741"/>
                <a:gd name="connsiteX134" fmla="*/ 1305224 w 2912392"/>
                <a:gd name="connsiteY134" fmla="*/ 296660 h 324741"/>
                <a:gd name="connsiteX135" fmla="*/ 1314968 w 2912392"/>
                <a:gd name="connsiteY135" fmla="*/ 293790 h 324741"/>
                <a:gd name="connsiteX136" fmla="*/ 1324697 w 2912392"/>
                <a:gd name="connsiteY136" fmla="*/ 290809 h 324741"/>
                <a:gd name="connsiteX137" fmla="*/ 1334441 w 2912392"/>
                <a:gd name="connsiteY137" fmla="*/ 287717 h 324741"/>
                <a:gd name="connsiteX138" fmla="*/ 1344185 w 2912392"/>
                <a:gd name="connsiteY138" fmla="*/ 284521 h 324741"/>
                <a:gd name="connsiteX139" fmla="*/ 1353929 w 2912392"/>
                <a:gd name="connsiteY139" fmla="*/ 281226 h 324741"/>
                <a:gd name="connsiteX140" fmla="*/ 1363658 w 2912392"/>
                <a:gd name="connsiteY140" fmla="*/ 277836 h 324741"/>
                <a:gd name="connsiteX141" fmla="*/ 1373402 w 2912392"/>
                <a:gd name="connsiteY141" fmla="*/ 274357 h 324741"/>
                <a:gd name="connsiteX142" fmla="*/ 1383146 w 2912392"/>
                <a:gd name="connsiteY142" fmla="*/ 270795 h 324741"/>
                <a:gd name="connsiteX143" fmla="*/ 1392890 w 2912392"/>
                <a:gd name="connsiteY143" fmla="*/ 267152 h 324741"/>
                <a:gd name="connsiteX144" fmla="*/ 1402619 w 2912392"/>
                <a:gd name="connsiteY144" fmla="*/ 263436 h 324741"/>
                <a:gd name="connsiteX145" fmla="*/ 1412363 w 2912392"/>
                <a:gd name="connsiteY145" fmla="*/ 259651 h 324741"/>
                <a:gd name="connsiteX146" fmla="*/ 1422106 w 2912392"/>
                <a:gd name="connsiteY146" fmla="*/ 255802 h 324741"/>
                <a:gd name="connsiteX147" fmla="*/ 1431850 w 2912392"/>
                <a:gd name="connsiteY147" fmla="*/ 251896 h 324741"/>
                <a:gd name="connsiteX148" fmla="*/ 1441594 w 2912392"/>
                <a:gd name="connsiteY148" fmla="*/ 247935 h 324741"/>
                <a:gd name="connsiteX149" fmla="*/ 1451323 w 2912392"/>
                <a:gd name="connsiteY149" fmla="*/ 243928 h 324741"/>
                <a:gd name="connsiteX150" fmla="*/ 1461067 w 2912392"/>
                <a:gd name="connsiteY150" fmla="*/ 239877 h 324741"/>
                <a:gd name="connsiteX151" fmla="*/ 1470811 w 2912392"/>
                <a:gd name="connsiteY151" fmla="*/ 235788 h 324741"/>
                <a:gd name="connsiteX152" fmla="*/ 1480555 w 2912392"/>
                <a:gd name="connsiteY152" fmla="*/ 231666 h 324741"/>
                <a:gd name="connsiteX153" fmla="*/ 1490284 w 2912392"/>
                <a:gd name="connsiteY153" fmla="*/ 227516 h 324741"/>
                <a:gd name="connsiteX154" fmla="*/ 1500028 w 2912392"/>
                <a:gd name="connsiteY154" fmla="*/ 223342 h 324741"/>
                <a:gd name="connsiteX155" fmla="*/ 1509772 w 2912392"/>
                <a:gd name="connsiteY155" fmla="*/ 219149 h 324741"/>
                <a:gd name="connsiteX156" fmla="*/ 1519516 w 2912392"/>
                <a:gd name="connsiteY156" fmla="*/ 214943 h 324741"/>
                <a:gd name="connsiteX157" fmla="*/ 1529245 w 2912392"/>
                <a:gd name="connsiteY157" fmla="*/ 210725 h 324741"/>
                <a:gd name="connsiteX158" fmla="*/ 1538989 w 2912392"/>
                <a:gd name="connsiteY158" fmla="*/ 206503 h 324741"/>
                <a:gd name="connsiteX159" fmla="*/ 1548733 w 2912392"/>
                <a:gd name="connsiteY159" fmla="*/ 202279 h 324741"/>
                <a:gd name="connsiteX160" fmla="*/ 1558477 w 2912392"/>
                <a:gd name="connsiteY160" fmla="*/ 198058 h 324741"/>
                <a:gd name="connsiteX161" fmla="*/ 1568221 w 2912392"/>
                <a:gd name="connsiteY161" fmla="*/ 193843 h 324741"/>
                <a:gd name="connsiteX162" fmla="*/ 1577950 w 2912392"/>
                <a:gd name="connsiteY162" fmla="*/ 189639 h 324741"/>
                <a:gd name="connsiteX163" fmla="*/ 1587694 w 2912392"/>
                <a:gd name="connsiteY163" fmla="*/ 185448 h 324741"/>
                <a:gd name="connsiteX164" fmla="*/ 1597438 w 2912392"/>
                <a:gd name="connsiteY164" fmla="*/ 181273 h 324741"/>
                <a:gd name="connsiteX165" fmla="*/ 1607182 w 2912392"/>
                <a:gd name="connsiteY165" fmla="*/ 177121 h 324741"/>
                <a:gd name="connsiteX166" fmla="*/ 1616911 w 2912392"/>
                <a:gd name="connsiteY166" fmla="*/ 172989 h 324741"/>
                <a:gd name="connsiteX167" fmla="*/ 1626655 w 2912392"/>
                <a:gd name="connsiteY167" fmla="*/ 168886 h 324741"/>
                <a:gd name="connsiteX168" fmla="*/ 1636399 w 2912392"/>
                <a:gd name="connsiteY168" fmla="*/ 164811 h 324741"/>
                <a:gd name="connsiteX169" fmla="*/ 1646142 w 2912392"/>
                <a:gd name="connsiteY169" fmla="*/ 160767 h 324741"/>
                <a:gd name="connsiteX170" fmla="*/ 1655872 w 2912392"/>
                <a:gd name="connsiteY170" fmla="*/ 156758 h 324741"/>
                <a:gd name="connsiteX171" fmla="*/ 1665616 w 2912392"/>
                <a:gd name="connsiteY171" fmla="*/ 152786 h 324741"/>
                <a:gd name="connsiteX172" fmla="*/ 1675359 w 2912392"/>
                <a:gd name="connsiteY172" fmla="*/ 148851 h 324741"/>
                <a:gd name="connsiteX173" fmla="*/ 1685103 w 2912392"/>
                <a:gd name="connsiteY173" fmla="*/ 144958 h 324741"/>
                <a:gd name="connsiteX174" fmla="*/ 1694832 w 2912392"/>
                <a:gd name="connsiteY174" fmla="*/ 141105 h 324741"/>
                <a:gd name="connsiteX175" fmla="*/ 1704576 w 2912392"/>
                <a:gd name="connsiteY175" fmla="*/ 137297 h 324741"/>
                <a:gd name="connsiteX176" fmla="*/ 1714320 w 2912392"/>
                <a:gd name="connsiteY176" fmla="*/ 133535 h 324741"/>
                <a:gd name="connsiteX177" fmla="*/ 1724064 w 2912392"/>
                <a:gd name="connsiteY177" fmla="*/ 129819 h 324741"/>
                <a:gd name="connsiteX178" fmla="*/ 1733808 w 2912392"/>
                <a:gd name="connsiteY178" fmla="*/ 126150 h 324741"/>
                <a:gd name="connsiteX179" fmla="*/ 1743537 w 2912392"/>
                <a:gd name="connsiteY179" fmla="*/ 122531 h 324741"/>
                <a:gd name="connsiteX180" fmla="*/ 1753281 w 2912392"/>
                <a:gd name="connsiteY180" fmla="*/ 118959 h 324741"/>
                <a:gd name="connsiteX181" fmla="*/ 1763025 w 2912392"/>
                <a:gd name="connsiteY181" fmla="*/ 115440 h 324741"/>
                <a:gd name="connsiteX182" fmla="*/ 1772769 w 2912392"/>
                <a:gd name="connsiteY182" fmla="*/ 111972 h 324741"/>
                <a:gd name="connsiteX183" fmla="*/ 1782498 w 2912392"/>
                <a:gd name="connsiteY183" fmla="*/ 108555 h 324741"/>
                <a:gd name="connsiteX184" fmla="*/ 1792242 w 2912392"/>
                <a:gd name="connsiteY184" fmla="*/ 105191 h 324741"/>
                <a:gd name="connsiteX185" fmla="*/ 1801986 w 2912392"/>
                <a:gd name="connsiteY185" fmla="*/ 101879 h 324741"/>
                <a:gd name="connsiteX186" fmla="*/ 1811730 w 2912392"/>
                <a:gd name="connsiteY186" fmla="*/ 98619 h 324741"/>
                <a:gd name="connsiteX187" fmla="*/ 1821459 w 2912392"/>
                <a:gd name="connsiteY187" fmla="*/ 95413 h 324741"/>
                <a:gd name="connsiteX188" fmla="*/ 1831203 w 2912392"/>
                <a:gd name="connsiteY188" fmla="*/ 92259 h 324741"/>
                <a:gd name="connsiteX189" fmla="*/ 1840947 w 2912392"/>
                <a:gd name="connsiteY189" fmla="*/ 89159 h 324741"/>
                <a:gd name="connsiteX190" fmla="*/ 1850691 w 2912392"/>
                <a:gd name="connsiteY190" fmla="*/ 86112 h 324741"/>
                <a:gd name="connsiteX191" fmla="*/ 1860435 w 2912392"/>
                <a:gd name="connsiteY191" fmla="*/ 83117 h 324741"/>
                <a:gd name="connsiteX192" fmla="*/ 1870164 w 2912392"/>
                <a:gd name="connsiteY192" fmla="*/ 80174 h 324741"/>
                <a:gd name="connsiteX193" fmla="*/ 1879908 w 2912392"/>
                <a:gd name="connsiteY193" fmla="*/ 77286 h 324741"/>
                <a:gd name="connsiteX194" fmla="*/ 1889652 w 2912392"/>
                <a:gd name="connsiteY194" fmla="*/ 74449 h 324741"/>
                <a:gd name="connsiteX195" fmla="*/ 1899395 w 2912392"/>
                <a:gd name="connsiteY195" fmla="*/ 71663 h 324741"/>
                <a:gd name="connsiteX196" fmla="*/ 1909124 w 2912392"/>
                <a:gd name="connsiteY196" fmla="*/ 68930 h 324741"/>
                <a:gd name="connsiteX197" fmla="*/ 1918868 w 2912392"/>
                <a:gd name="connsiteY197" fmla="*/ 66248 h 324741"/>
                <a:gd name="connsiteX198" fmla="*/ 1928612 w 2912392"/>
                <a:gd name="connsiteY198" fmla="*/ 63617 h 324741"/>
                <a:gd name="connsiteX199" fmla="*/ 1938356 w 2912392"/>
                <a:gd name="connsiteY199" fmla="*/ 61037 h 324741"/>
                <a:gd name="connsiteX200" fmla="*/ 1948085 w 2912392"/>
                <a:gd name="connsiteY200" fmla="*/ 58507 h 324741"/>
                <a:gd name="connsiteX201" fmla="*/ 1957829 w 2912392"/>
                <a:gd name="connsiteY201" fmla="*/ 56028 h 324741"/>
                <a:gd name="connsiteX202" fmla="*/ 1967573 w 2912392"/>
                <a:gd name="connsiteY202" fmla="*/ 53599 h 324741"/>
                <a:gd name="connsiteX203" fmla="*/ 1977317 w 2912392"/>
                <a:gd name="connsiteY203" fmla="*/ 51220 h 324741"/>
                <a:gd name="connsiteX204" fmla="*/ 1987046 w 2912392"/>
                <a:gd name="connsiteY204" fmla="*/ 48890 h 324741"/>
                <a:gd name="connsiteX205" fmla="*/ 1996790 w 2912392"/>
                <a:gd name="connsiteY205" fmla="*/ 46608 h 324741"/>
                <a:gd name="connsiteX206" fmla="*/ 2006534 w 2912392"/>
                <a:gd name="connsiteY206" fmla="*/ 44377 h 324741"/>
                <a:gd name="connsiteX207" fmla="*/ 2016278 w 2912392"/>
                <a:gd name="connsiteY207" fmla="*/ 42194 h 324741"/>
                <a:gd name="connsiteX208" fmla="*/ 2026022 w 2912392"/>
                <a:gd name="connsiteY208" fmla="*/ 40060 h 324741"/>
                <a:gd name="connsiteX209" fmla="*/ 2035751 w 2912392"/>
                <a:gd name="connsiteY209" fmla="*/ 37976 h 324741"/>
                <a:gd name="connsiteX210" fmla="*/ 2045495 w 2912392"/>
                <a:gd name="connsiteY210" fmla="*/ 35941 h 324741"/>
                <a:gd name="connsiteX211" fmla="*/ 2055239 w 2912392"/>
                <a:gd name="connsiteY211" fmla="*/ 33955 h 324741"/>
                <a:gd name="connsiteX212" fmla="*/ 2064983 w 2912392"/>
                <a:gd name="connsiteY212" fmla="*/ 32018 h 324741"/>
                <a:gd name="connsiteX213" fmla="*/ 2074712 w 2912392"/>
                <a:gd name="connsiteY213" fmla="*/ 30130 h 324741"/>
                <a:gd name="connsiteX214" fmla="*/ 2084456 w 2912392"/>
                <a:gd name="connsiteY214" fmla="*/ 28293 h 324741"/>
                <a:gd name="connsiteX215" fmla="*/ 2094200 w 2912392"/>
                <a:gd name="connsiteY215" fmla="*/ 26505 h 324741"/>
                <a:gd name="connsiteX216" fmla="*/ 2103944 w 2912392"/>
                <a:gd name="connsiteY216" fmla="*/ 24768 h 324741"/>
                <a:gd name="connsiteX217" fmla="*/ 2113673 w 2912392"/>
                <a:gd name="connsiteY217" fmla="*/ 23082 h 324741"/>
                <a:gd name="connsiteX218" fmla="*/ 2123417 w 2912392"/>
                <a:gd name="connsiteY218" fmla="*/ 21447 h 324741"/>
                <a:gd name="connsiteX219" fmla="*/ 2133161 w 2912392"/>
                <a:gd name="connsiteY219" fmla="*/ 19865 h 324741"/>
                <a:gd name="connsiteX220" fmla="*/ 2142905 w 2912392"/>
                <a:gd name="connsiteY220" fmla="*/ 18335 h 324741"/>
                <a:gd name="connsiteX221" fmla="*/ 2152649 w 2912392"/>
                <a:gd name="connsiteY221" fmla="*/ 16858 h 324741"/>
                <a:gd name="connsiteX222" fmla="*/ 2162377 w 2912392"/>
                <a:gd name="connsiteY222" fmla="*/ 15435 h 324741"/>
                <a:gd name="connsiteX223" fmla="*/ 2172121 w 2912392"/>
                <a:gd name="connsiteY223" fmla="*/ 14068 h 324741"/>
                <a:gd name="connsiteX224" fmla="*/ 2181865 w 2912392"/>
                <a:gd name="connsiteY224" fmla="*/ 12756 h 324741"/>
                <a:gd name="connsiteX225" fmla="*/ 2191609 w 2912392"/>
                <a:gd name="connsiteY225" fmla="*/ 11502 h 324741"/>
                <a:gd name="connsiteX226" fmla="*/ 2201338 w 2912392"/>
                <a:gd name="connsiteY226" fmla="*/ 10304 h 324741"/>
                <a:gd name="connsiteX227" fmla="*/ 2211082 w 2912392"/>
                <a:gd name="connsiteY227" fmla="*/ 9166 h 324741"/>
                <a:gd name="connsiteX228" fmla="*/ 2220826 w 2912392"/>
                <a:gd name="connsiteY228" fmla="*/ 8089 h 324741"/>
                <a:gd name="connsiteX229" fmla="*/ 2230570 w 2912392"/>
                <a:gd name="connsiteY229" fmla="*/ 7071 h 324741"/>
                <a:gd name="connsiteX230" fmla="*/ 2240299 w 2912392"/>
                <a:gd name="connsiteY230" fmla="*/ 6118 h 324741"/>
                <a:gd name="connsiteX231" fmla="*/ 2250043 w 2912392"/>
                <a:gd name="connsiteY231" fmla="*/ 5227 h 324741"/>
                <a:gd name="connsiteX232" fmla="*/ 2259787 w 2912392"/>
                <a:gd name="connsiteY232" fmla="*/ 4400 h 324741"/>
                <a:gd name="connsiteX233" fmla="*/ 2269531 w 2912392"/>
                <a:gd name="connsiteY233" fmla="*/ 3640 h 324741"/>
                <a:gd name="connsiteX234" fmla="*/ 2279260 w 2912392"/>
                <a:gd name="connsiteY234" fmla="*/ 2949 h 324741"/>
                <a:gd name="connsiteX235" fmla="*/ 2289004 w 2912392"/>
                <a:gd name="connsiteY235" fmla="*/ 2324 h 324741"/>
                <a:gd name="connsiteX236" fmla="*/ 2298748 w 2912392"/>
                <a:gd name="connsiteY236" fmla="*/ 1771 h 324741"/>
                <a:gd name="connsiteX237" fmla="*/ 2308492 w 2912392"/>
                <a:gd name="connsiteY237" fmla="*/ 1292 h 324741"/>
                <a:gd name="connsiteX238" fmla="*/ 2318236 w 2912392"/>
                <a:gd name="connsiteY238" fmla="*/ 884 h 324741"/>
                <a:gd name="connsiteX239" fmla="*/ 2327965 w 2912392"/>
                <a:gd name="connsiteY239" fmla="*/ 551 h 324741"/>
                <a:gd name="connsiteX240" fmla="*/ 2337709 w 2912392"/>
                <a:gd name="connsiteY240" fmla="*/ 295 h 324741"/>
                <a:gd name="connsiteX241" fmla="*/ 2347453 w 2912392"/>
                <a:gd name="connsiteY241" fmla="*/ 116 h 324741"/>
                <a:gd name="connsiteX242" fmla="*/ 2357197 w 2912392"/>
                <a:gd name="connsiteY242" fmla="*/ 18 h 324741"/>
                <a:gd name="connsiteX243" fmla="*/ 2366926 w 2912392"/>
                <a:gd name="connsiteY243" fmla="*/ 0 h 324741"/>
                <a:gd name="connsiteX244" fmla="*/ 2376670 w 2912392"/>
                <a:gd name="connsiteY244" fmla="*/ 64 h 324741"/>
                <a:gd name="connsiteX245" fmla="*/ 2386413 w 2912392"/>
                <a:gd name="connsiteY245" fmla="*/ 215 h 324741"/>
                <a:gd name="connsiteX246" fmla="*/ 2396157 w 2912392"/>
                <a:gd name="connsiteY246" fmla="*/ 450 h 324741"/>
                <a:gd name="connsiteX247" fmla="*/ 2405886 w 2912392"/>
                <a:gd name="connsiteY247" fmla="*/ 772 h 324741"/>
                <a:gd name="connsiteX248" fmla="*/ 2415630 w 2912392"/>
                <a:gd name="connsiteY248" fmla="*/ 1184 h 324741"/>
                <a:gd name="connsiteX249" fmla="*/ 2425374 w 2912392"/>
                <a:gd name="connsiteY249" fmla="*/ 1687 h 324741"/>
                <a:gd name="connsiteX250" fmla="*/ 2435118 w 2912392"/>
                <a:gd name="connsiteY250" fmla="*/ 2281 h 324741"/>
                <a:gd name="connsiteX251" fmla="*/ 2444862 w 2912392"/>
                <a:gd name="connsiteY251" fmla="*/ 2971 h 324741"/>
                <a:gd name="connsiteX252" fmla="*/ 2454591 w 2912392"/>
                <a:gd name="connsiteY252" fmla="*/ 3755 h 324741"/>
                <a:gd name="connsiteX253" fmla="*/ 2464335 w 2912392"/>
                <a:gd name="connsiteY253" fmla="*/ 4635 h 324741"/>
                <a:gd name="connsiteX254" fmla="*/ 2474079 w 2912392"/>
                <a:gd name="connsiteY254" fmla="*/ 5614 h 324741"/>
                <a:gd name="connsiteX255" fmla="*/ 2483823 w 2912392"/>
                <a:gd name="connsiteY255" fmla="*/ 6694 h 324741"/>
                <a:gd name="connsiteX256" fmla="*/ 2493552 w 2912392"/>
                <a:gd name="connsiteY256" fmla="*/ 7874 h 324741"/>
                <a:gd name="connsiteX257" fmla="*/ 2503296 w 2912392"/>
                <a:gd name="connsiteY257" fmla="*/ 9157 h 324741"/>
                <a:gd name="connsiteX258" fmla="*/ 2513040 w 2912392"/>
                <a:gd name="connsiteY258" fmla="*/ 10544 h 324741"/>
                <a:gd name="connsiteX259" fmla="*/ 2522784 w 2912392"/>
                <a:gd name="connsiteY259" fmla="*/ 12037 h 324741"/>
                <a:gd name="connsiteX260" fmla="*/ 2532513 w 2912392"/>
                <a:gd name="connsiteY260" fmla="*/ 13634 h 324741"/>
                <a:gd name="connsiteX261" fmla="*/ 2542257 w 2912392"/>
                <a:gd name="connsiteY261" fmla="*/ 15340 h 324741"/>
                <a:gd name="connsiteX262" fmla="*/ 2552001 w 2912392"/>
                <a:gd name="connsiteY262" fmla="*/ 17155 h 324741"/>
                <a:gd name="connsiteX263" fmla="*/ 2561745 w 2912392"/>
                <a:gd name="connsiteY263" fmla="*/ 19080 h 324741"/>
                <a:gd name="connsiteX264" fmla="*/ 2571474 w 2912392"/>
                <a:gd name="connsiteY264" fmla="*/ 21113 h 324741"/>
                <a:gd name="connsiteX265" fmla="*/ 2581218 w 2912392"/>
                <a:gd name="connsiteY265" fmla="*/ 23260 h 324741"/>
                <a:gd name="connsiteX266" fmla="*/ 2590962 w 2912392"/>
                <a:gd name="connsiteY266" fmla="*/ 25517 h 324741"/>
                <a:gd name="connsiteX267" fmla="*/ 2600705 w 2912392"/>
                <a:gd name="connsiteY267" fmla="*/ 27888 h 324741"/>
                <a:gd name="connsiteX268" fmla="*/ 2610449 w 2912392"/>
                <a:gd name="connsiteY268" fmla="*/ 30370 h 324741"/>
                <a:gd name="connsiteX269" fmla="*/ 2620178 w 2912392"/>
                <a:gd name="connsiteY269" fmla="*/ 32965 h 324741"/>
                <a:gd name="connsiteX270" fmla="*/ 2629922 w 2912392"/>
                <a:gd name="connsiteY270" fmla="*/ 35676 h 324741"/>
                <a:gd name="connsiteX271" fmla="*/ 2639666 w 2912392"/>
                <a:gd name="connsiteY271" fmla="*/ 38499 h 324741"/>
                <a:gd name="connsiteX272" fmla="*/ 2649410 w 2912392"/>
                <a:gd name="connsiteY272" fmla="*/ 41434 h 324741"/>
                <a:gd name="connsiteX273" fmla="*/ 2659139 w 2912392"/>
                <a:gd name="connsiteY273" fmla="*/ 44484 h 324741"/>
                <a:gd name="connsiteX274" fmla="*/ 2668883 w 2912392"/>
                <a:gd name="connsiteY274" fmla="*/ 47646 h 324741"/>
                <a:gd name="connsiteX275" fmla="*/ 2678627 w 2912392"/>
                <a:gd name="connsiteY275" fmla="*/ 50919 h 324741"/>
                <a:gd name="connsiteX276" fmla="*/ 2688371 w 2912392"/>
                <a:gd name="connsiteY276" fmla="*/ 54302 h 324741"/>
                <a:gd name="connsiteX277" fmla="*/ 2698100 w 2912392"/>
                <a:gd name="connsiteY277" fmla="*/ 57796 h 324741"/>
                <a:gd name="connsiteX278" fmla="*/ 2707844 w 2912392"/>
                <a:gd name="connsiteY278" fmla="*/ 61399 h 324741"/>
                <a:gd name="connsiteX279" fmla="*/ 2717588 w 2912392"/>
                <a:gd name="connsiteY279" fmla="*/ 65109 h 324741"/>
                <a:gd name="connsiteX280" fmla="*/ 2727332 w 2912392"/>
                <a:gd name="connsiteY280" fmla="*/ 68924 h 324741"/>
                <a:gd name="connsiteX281" fmla="*/ 2737076 w 2912392"/>
                <a:gd name="connsiteY281" fmla="*/ 72844 h 324741"/>
                <a:gd name="connsiteX282" fmla="*/ 2746805 w 2912392"/>
                <a:gd name="connsiteY282" fmla="*/ 76864 h 324741"/>
                <a:gd name="connsiteX283" fmla="*/ 2756549 w 2912392"/>
                <a:gd name="connsiteY283" fmla="*/ 80982 h 324741"/>
                <a:gd name="connsiteX284" fmla="*/ 2766293 w 2912392"/>
                <a:gd name="connsiteY284" fmla="*/ 85198 h 324741"/>
                <a:gd name="connsiteX285" fmla="*/ 2776037 w 2912392"/>
                <a:gd name="connsiteY285" fmla="*/ 89506 h 324741"/>
                <a:gd name="connsiteX286" fmla="*/ 2785766 w 2912392"/>
                <a:gd name="connsiteY286" fmla="*/ 93905 h 324741"/>
                <a:gd name="connsiteX287" fmla="*/ 2795510 w 2912392"/>
                <a:gd name="connsiteY287" fmla="*/ 98390 h 324741"/>
                <a:gd name="connsiteX288" fmla="*/ 2805254 w 2912392"/>
                <a:gd name="connsiteY288" fmla="*/ 102958 h 324741"/>
                <a:gd name="connsiteX289" fmla="*/ 2814998 w 2912392"/>
                <a:gd name="connsiteY289" fmla="*/ 107605 h 324741"/>
                <a:gd name="connsiteX290" fmla="*/ 2824727 w 2912392"/>
                <a:gd name="connsiteY290" fmla="*/ 112326 h 324741"/>
                <a:gd name="connsiteX291" fmla="*/ 2834471 w 2912392"/>
                <a:gd name="connsiteY291" fmla="*/ 117119 h 324741"/>
                <a:gd name="connsiteX292" fmla="*/ 2844215 w 2912392"/>
                <a:gd name="connsiteY292" fmla="*/ 121976 h 324741"/>
                <a:gd name="connsiteX293" fmla="*/ 2853958 w 2912392"/>
                <a:gd name="connsiteY293" fmla="*/ 126893 h 324741"/>
                <a:gd name="connsiteX294" fmla="*/ 2863687 w 2912392"/>
                <a:gd name="connsiteY294" fmla="*/ 131865 h 324741"/>
                <a:gd name="connsiteX295" fmla="*/ 2873431 w 2912392"/>
                <a:gd name="connsiteY295" fmla="*/ 136887 h 324741"/>
                <a:gd name="connsiteX296" fmla="*/ 2883175 w 2912392"/>
                <a:gd name="connsiteY296" fmla="*/ 141953 h 324741"/>
                <a:gd name="connsiteX297" fmla="*/ 2892919 w 2912392"/>
                <a:gd name="connsiteY297" fmla="*/ 147054 h 324741"/>
                <a:gd name="connsiteX298" fmla="*/ 2902663 w 2912392"/>
                <a:gd name="connsiteY298" fmla="*/ 152189 h 324741"/>
                <a:gd name="connsiteX299" fmla="*/ 2912392 w 2912392"/>
                <a:gd name="connsiteY299" fmla="*/ 157347 h 324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24741">
                  <a:moveTo>
                    <a:pt x="0" y="244890"/>
                  </a:moveTo>
                  <a:lnTo>
                    <a:pt x="9739" y="242508"/>
                  </a:lnTo>
                  <a:lnTo>
                    <a:pt x="19480" y="240167"/>
                  </a:lnTo>
                  <a:lnTo>
                    <a:pt x="29221" y="237871"/>
                  </a:lnTo>
                  <a:lnTo>
                    <a:pt x="38961" y="235621"/>
                  </a:lnTo>
                  <a:lnTo>
                    <a:pt x="48702" y="233421"/>
                  </a:lnTo>
                  <a:lnTo>
                    <a:pt x="58443" y="231268"/>
                  </a:lnTo>
                  <a:lnTo>
                    <a:pt x="68182" y="229166"/>
                  </a:lnTo>
                  <a:lnTo>
                    <a:pt x="77923" y="227116"/>
                  </a:lnTo>
                  <a:lnTo>
                    <a:pt x="87664" y="225116"/>
                  </a:lnTo>
                  <a:lnTo>
                    <a:pt x="97404" y="223169"/>
                  </a:lnTo>
                  <a:lnTo>
                    <a:pt x="107145" y="221275"/>
                  </a:lnTo>
                  <a:lnTo>
                    <a:pt x="116886" y="219435"/>
                  </a:lnTo>
                  <a:lnTo>
                    <a:pt x="126625" y="217647"/>
                  </a:lnTo>
                  <a:lnTo>
                    <a:pt x="136366" y="215915"/>
                  </a:lnTo>
                  <a:lnTo>
                    <a:pt x="146107" y="214235"/>
                  </a:lnTo>
                  <a:lnTo>
                    <a:pt x="155846" y="212610"/>
                  </a:lnTo>
                  <a:lnTo>
                    <a:pt x="165587" y="211038"/>
                  </a:lnTo>
                  <a:lnTo>
                    <a:pt x="175328" y="209521"/>
                  </a:lnTo>
                  <a:lnTo>
                    <a:pt x="185068" y="208058"/>
                  </a:lnTo>
                  <a:lnTo>
                    <a:pt x="194809" y="206650"/>
                  </a:lnTo>
                  <a:lnTo>
                    <a:pt x="204550" y="205296"/>
                  </a:lnTo>
                  <a:lnTo>
                    <a:pt x="214289" y="203997"/>
                  </a:lnTo>
                  <a:lnTo>
                    <a:pt x="224030" y="202751"/>
                  </a:lnTo>
                  <a:lnTo>
                    <a:pt x="233771" y="201561"/>
                  </a:lnTo>
                  <a:lnTo>
                    <a:pt x="243510" y="200427"/>
                  </a:lnTo>
                  <a:lnTo>
                    <a:pt x="253251" y="199348"/>
                  </a:lnTo>
                  <a:lnTo>
                    <a:pt x="262992" y="198326"/>
                  </a:lnTo>
                  <a:lnTo>
                    <a:pt x="272732" y="197361"/>
                  </a:lnTo>
                  <a:lnTo>
                    <a:pt x="282473" y="196452"/>
                  </a:lnTo>
                  <a:lnTo>
                    <a:pt x="292214" y="195603"/>
                  </a:lnTo>
                  <a:lnTo>
                    <a:pt x="301953" y="194812"/>
                  </a:lnTo>
                  <a:lnTo>
                    <a:pt x="311694" y="194082"/>
                  </a:lnTo>
                  <a:lnTo>
                    <a:pt x="321435" y="193414"/>
                  </a:lnTo>
                  <a:lnTo>
                    <a:pt x="331175" y="192808"/>
                  </a:lnTo>
                  <a:lnTo>
                    <a:pt x="340916" y="192265"/>
                  </a:lnTo>
                  <a:lnTo>
                    <a:pt x="350656" y="191790"/>
                  </a:lnTo>
                  <a:lnTo>
                    <a:pt x="360396" y="191380"/>
                  </a:lnTo>
                  <a:lnTo>
                    <a:pt x="370137" y="191039"/>
                  </a:lnTo>
                  <a:lnTo>
                    <a:pt x="379878" y="190768"/>
                  </a:lnTo>
                  <a:lnTo>
                    <a:pt x="389617" y="190568"/>
                  </a:lnTo>
                  <a:lnTo>
                    <a:pt x="399358" y="190443"/>
                  </a:lnTo>
                  <a:lnTo>
                    <a:pt x="409099" y="190394"/>
                  </a:lnTo>
                  <a:lnTo>
                    <a:pt x="418839" y="190421"/>
                  </a:lnTo>
                  <a:lnTo>
                    <a:pt x="428580" y="190527"/>
                  </a:lnTo>
                  <a:lnTo>
                    <a:pt x="438321" y="190714"/>
                  </a:lnTo>
                  <a:lnTo>
                    <a:pt x="448060" y="190984"/>
                  </a:lnTo>
                  <a:lnTo>
                    <a:pt x="457801" y="191339"/>
                  </a:lnTo>
                  <a:lnTo>
                    <a:pt x="467542" y="191778"/>
                  </a:lnTo>
                  <a:lnTo>
                    <a:pt x="477281" y="192307"/>
                  </a:lnTo>
                  <a:lnTo>
                    <a:pt x="487022" y="192925"/>
                  </a:lnTo>
                  <a:lnTo>
                    <a:pt x="496763" y="193633"/>
                  </a:lnTo>
                  <a:lnTo>
                    <a:pt x="506503" y="194433"/>
                  </a:lnTo>
                  <a:lnTo>
                    <a:pt x="516244" y="195327"/>
                  </a:lnTo>
                  <a:lnTo>
                    <a:pt x="525985" y="196315"/>
                  </a:lnTo>
                  <a:lnTo>
                    <a:pt x="535724" y="197398"/>
                  </a:lnTo>
                  <a:lnTo>
                    <a:pt x="545465" y="198577"/>
                  </a:lnTo>
                  <a:lnTo>
                    <a:pt x="555206" y="199850"/>
                  </a:lnTo>
                  <a:lnTo>
                    <a:pt x="564946" y="201221"/>
                  </a:lnTo>
                  <a:lnTo>
                    <a:pt x="574687" y="202689"/>
                  </a:lnTo>
                  <a:lnTo>
                    <a:pt x="584428" y="204252"/>
                  </a:lnTo>
                  <a:lnTo>
                    <a:pt x="594167" y="205910"/>
                  </a:lnTo>
                  <a:lnTo>
                    <a:pt x="603908" y="207664"/>
                  </a:lnTo>
                  <a:lnTo>
                    <a:pt x="613649" y="209510"/>
                  </a:lnTo>
                  <a:lnTo>
                    <a:pt x="623388" y="211449"/>
                  </a:lnTo>
                  <a:lnTo>
                    <a:pt x="633129" y="213477"/>
                  </a:lnTo>
                  <a:lnTo>
                    <a:pt x="642870" y="215594"/>
                  </a:lnTo>
                  <a:lnTo>
                    <a:pt x="652610" y="217798"/>
                  </a:lnTo>
                  <a:lnTo>
                    <a:pt x="662351" y="220085"/>
                  </a:lnTo>
                  <a:lnTo>
                    <a:pt x="672092" y="222452"/>
                  </a:lnTo>
                  <a:lnTo>
                    <a:pt x="681831" y="224897"/>
                  </a:lnTo>
                  <a:lnTo>
                    <a:pt x="691572" y="227417"/>
                  </a:lnTo>
                  <a:lnTo>
                    <a:pt x="701313" y="230005"/>
                  </a:lnTo>
                  <a:lnTo>
                    <a:pt x="711052" y="232660"/>
                  </a:lnTo>
                  <a:lnTo>
                    <a:pt x="720793" y="235374"/>
                  </a:lnTo>
                  <a:lnTo>
                    <a:pt x="730534" y="238147"/>
                  </a:lnTo>
                  <a:lnTo>
                    <a:pt x="740274" y="240972"/>
                  </a:lnTo>
                  <a:lnTo>
                    <a:pt x="750015" y="243841"/>
                  </a:lnTo>
                  <a:lnTo>
                    <a:pt x="759756" y="246753"/>
                  </a:lnTo>
                  <a:lnTo>
                    <a:pt x="769495" y="249699"/>
                  </a:lnTo>
                  <a:lnTo>
                    <a:pt x="779236" y="252676"/>
                  </a:lnTo>
                  <a:lnTo>
                    <a:pt x="788977" y="255675"/>
                  </a:lnTo>
                  <a:lnTo>
                    <a:pt x="798717" y="258691"/>
                  </a:lnTo>
                  <a:lnTo>
                    <a:pt x="808458" y="261717"/>
                  </a:lnTo>
                  <a:lnTo>
                    <a:pt x="818199" y="264747"/>
                  </a:lnTo>
                  <a:lnTo>
                    <a:pt x="827938" y="267775"/>
                  </a:lnTo>
                  <a:lnTo>
                    <a:pt x="837679" y="270792"/>
                  </a:lnTo>
                  <a:lnTo>
                    <a:pt x="847420" y="273793"/>
                  </a:lnTo>
                  <a:lnTo>
                    <a:pt x="857159" y="276769"/>
                  </a:lnTo>
                  <a:lnTo>
                    <a:pt x="866900" y="279715"/>
                  </a:lnTo>
                  <a:lnTo>
                    <a:pt x="876641" y="282623"/>
                  </a:lnTo>
                  <a:lnTo>
                    <a:pt x="886381" y="285487"/>
                  </a:lnTo>
                  <a:lnTo>
                    <a:pt x="896122" y="288298"/>
                  </a:lnTo>
                  <a:lnTo>
                    <a:pt x="905863" y="291052"/>
                  </a:lnTo>
                  <a:lnTo>
                    <a:pt x="915602" y="293738"/>
                  </a:lnTo>
                  <a:lnTo>
                    <a:pt x="925343" y="296353"/>
                  </a:lnTo>
                  <a:lnTo>
                    <a:pt x="935084" y="298887"/>
                  </a:lnTo>
                  <a:lnTo>
                    <a:pt x="944824" y="301338"/>
                  </a:lnTo>
                  <a:lnTo>
                    <a:pt x="954564" y="303695"/>
                  </a:lnTo>
                  <a:lnTo>
                    <a:pt x="964305" y="305955"/>
                  </a:lnTo>
                  <a:lnTo>
                    <a:pt x="974045" y="308111"/>
                  </a:lnTo>
                  <a:lnTo>
                    <a:pt x="983786" y="310157"/>
                  </a:lnTo>
                  <a:lnTo>
                    <a:pt x="993522" y="312088"/>
                  </a:lnTo>
                  <a:lnTo>
                    <a:pt x="1003266" y="313899"/>
                  </a:lnTo>
                  <a:lnTo>
                    <a:pt x="1013010" y="315584"/>
                  </a:lnTo>
                  <a:lnTo>
                    <a:pt x="1022754" y="317140"/>
                  </a:lnTo>
                  <a:lnTo>
                    <a:pt x="1032483" y="318560"/>
                  </a:lnTo>
                  <a:lnTo>
                    <a:pt x="1042227" y="319842"/>
                  </a:lnTo>
                  <a:lnTo>
                    <a:pt x="1051971" y="320982"/>
                  </a:lnTo>
                  <a:lnTo>
                    <a:pt x="1061715" y="321977"/>
                  </a:lnTo>
                  <a:lnTo>
                    <a:pt x="1071444" y="322824"/>
                  </a:lnTo>
                  <a:lnTo>
                    <a:pt x="1081188" y="323518"/>
                  </a:lnTo>
                  <a:lnTo>
                    <a:pt x="1090932" y="324059"/>
                  </a:lnTo>
                  <a:lnTo>
                    <a:pt x="1100676" y="324445"/>
                  </a:lnTo>
                  <a:lnTo>
                    <a:pt x="1110405" y="324673"/>
                  </a:lnTo>
                  <a:lnTo>
                    <a:pt x="1120149" y="324741"/>
                  </a:lnTo>
                  <a:lnTo>
                    <a:pt x="1129893" y="324650"/>
                  </a:lnTo>
                  <a:lnTo>
                    <a:pt x="1139637" y="324400"/>
                  </a:lnTo>
                  <a:lnTo>
                    <a:pt x="1149381" y="323989"/>
                  </a:lnTo>
                  <a:lnTo>
                    <a:pt x="1159110" y="323418"/>
                  </a:lnTo>
                  <a:lnTo>
                    <a:pt x="1168854" y="322687"/>
                  </a:lnTo>
                  <a:lnTo>
                    <a:pt x="1178598" y="321796"/>
                  </a:lnTo>
                  <a:lnTo>
                    <a:pt x="1188341" y="320747"/>
                  </a:lnTo>
                  <a:lnTo>
                    <a:pt x="1198070" y="319543"/>
                  </a:lnTo>
                  <a:lnTo>
                    <a:pt x="1207814" y="318183"/>
                  </a:lnTo>
                  <a:lnTo>
                    <a:pt x="1217558" y="316670"/>
                  </a:lnTo>
                  <a:lnTo>
                    <a:pt x="1227302" y="315008"/>
                  </a:lnTo>
                  <a:lnTo>
                    <a:pt x="1237031" y="313196"/>
                  </a:lnTo>
                  <a:lnTo>
                    <a:pt x="1246775" y="311241"/>
                  </a:lnTo>
                  <a:lnTo>
                    <a:pt x="1256519" y="309143"/>
                  </a:lnTo>
                  <a:lnTo>
                    <a:pt x="1266263" y="306909"/>
                  </a:lnTo>
                  <a:lnTo>
                    <a:pt x="1276007" y="304538"/>
                  </a:lnTo>
                  <a:lnTo>
                    <a:pt x="1285736" y="302038"/>
                  </a:lnTo>
                  <a:lnTo>
                    <a:pt x="1295480" y="299410"/>
                  </a:lnTo>
                  <a:lnTo>
                    <a:pt x="1305224" y="296660"/>
                  </a:lnTo>
                  <a:lnTo>
                    <a:pt x="1314968" y="293790"/>
                  </a:lnTo>
                  <a:lnTo>
                    <a:pt x="1324697" y="290809"/>
                  </a:lnTo>
                  <a:lnTo>
                    <a:pt x="1334441" y="287717"/>
                  </a:lnTo>
                  <a:lnTo>
                    <a:pt x="1344185" y="284521"/>
                  </a:lnTo>
                  <a:lnTo>
                    <a:pt x="1353929" y="281226"/>
                  </a:lnTo>
                  <a:lnTo>
                    <a:pt x="1363658" y="277836"/>
                  </a:lnTo>
                  <a:lnTo>
                    <a:pt x="1373402" y="274357"/>
                  </a:lnTo>
                  <a:lnTo>
                    <a:pt x="1383146" y="270795"/>
                  </a:lnTo>
                  <a:lnTo>
                    <a:pt x="1392890" y="267152"/>
                  </a:lnTo>
                  <a:lnTo>
                    <a:pt x="1402619" y="263436"/>
                  </a:lnTo>
                  <a:lnTo>
                    <a:pt x="1412363" y="259651"/>
                  </a:lnTo>
                  <a:lnTo>
                    <a:pt x="1422106" y="255802"/>
                  </a:lnTo>
                  <a:lnTo>
                    <a:pt x="1431850" y="251896"/>
                  </a:lnTo>
                  <a:lnTo>
                    <a:pt x="1441594" y="247935"/>
                  </a:lnTo>
                  <a:lnTo>
                    <a:pt x="1451323" y="243928"/>
                  </a:lnTo>
                  <a:lnTo>
                    <a:pt x="1461067" y="239877"/>
                  </a:lnTo>
                  <a:lnTo>
                    <a:pt x="1470811" y="235788"/>
                  </a:lnTo>
                  <a:lnTo>
                    <a:pt x="1480555" y="231666"/>
                  </a:lnTo>
                  <a:lnTo>
                    <a:pt x="1490284" y="227516"/>
                  </a:lnTo>
                  <a:lnTo>
                    <a:pt x="1500028" y="223342"/>
                  </a:lnTo>
                  <a:lnTo>
                    <a:pt x="1509772" y="219149"/>
                  </a:lnTo>
                  <a:lnTo>
                    <a:pt x="1519516" y="214943"/>
                  </a:lnTo>
                  <a:lnTo>
                    <a:pt x="1529245" y="210725"/>
                  </a:lnTo>
                  <a:lnTo>
                    <a:pt x="1538989" y="206503"/>
                  </a:lnTo>
                  <a:lnTo>
                    <a:pt x="1548733" y="202279"/>
                  </a:lnTo>
                  <a:lnTo>
                    <a:pt x="1558477" y="198058"/>
                  </a:lnTo>
                  <a:lnTo>
                    <a:pt x="1568221" y="193843"/>
                  </a:lnTo>
                  <a:lnTo>
                    <a:pt x="1577950" y="189639"/>
                  </a:lnTo>
                  <a:lnTo>
                    <a:pt x="1587694" y="185448"/>
                  </a:lnTo>
                  <a:lnTo>
                    <a:pt x="1597438" y="181273"/>
                  </a:lnTo>
                  <a:lnTo>
                    <a:pt x="1607182" y="177121"/>
                  </a:lnTo>
                  <a:lnTo>
                    <a:pt x="1616911" y="172989"/>
                  </a:lnTo>
                  <a:lnTo>
                    <a:pt x="1626655" y="168886"/>
                  </a:lnTo>
                  <a:lnTo>
                    <a:pt x="1636399" y="164811"/>
                  </a:lnTo>
                  <a:lnTo>
                    <a:pt x="1646142" y="160767"/>
                  </a:lnTo>
                  <a:lnTo>
                    <a:pt x="1655872" y="156758"/>
                  </a:lnTo>
                  <a:lnTo>
                    <a:pt x="1665616" y="152786"/>
                  </a:lnTo>
                  <a:lnTo>
                    <a:pt x="1675359" y="148851"/>
                  </a:lnTo>
                  <a:lnTo>
                    <a:pt x="1685103" y="144958"/>
                  </a:lnTo>
                  <a:lnTo>
                    <a:pt x="1694832" y="141105"/>
                  </a:lnTo>
                  <a:lnTo>
                    <a:pt x="1704576" y="137297"/>
                  </a:lnTo>
                  <a:lnTo>
                    <a:pt x="1714320" y="133535"/>
                  </a:lnTo>
                  <a:lnTo>
                    <a:pt x="1724064" y="129819"/>
                  </a:lnTo>
                  <a:lnTo>
                    <a:pt x="1733808" y="126150"/>
                  </a:lnTo>
                  <a:lnTo>
                    <a:pt x="1743537" y="122531"/>
                  </a:lnTo>
                  <a:lnTo>
                    <a:pt x="1753281" y="118959"/>
                  </a:lnTo>
                  <a:lnTo>
                    <a:pt x="1763025" y="115440"/>
                  </a:lnTo>
                  <a:lnTo>
                    <a:pt x="1772769" y="111972"/>
                  </a:lnTo>
                  <a:lnTo>
                    <a:pt x="1782498" y="108555"/>
                  </a:lnTo>
                  <a:lnTo>
                    <a:pt x="1792242" y="105191"/>
                  </a:lnTo>
                  <a:lnTo>
                    <a:pt x="1801986" y="101879"/>
                  </a:lnTo>
                  <a:lnTo>
                    <a:pt x="1811730" y="98619"/>
                  </a:lnTo>
                  <a:lnTo>
                    <a:pt x="1821459" y="95413"/>
                  </a:lnTo>
                  <a:lnTo>
                    <a:pt x="1831203" y="92259"/>
                  </a:lnTo>
                  <a:lnTo>
                    <a:pt x="1840947" y="89159"/>
                  </a:lnTo>
                  <a:lnTo>
                    <a:pt x="1850691" y="86112"/>
                  </a:lnTo>
                  <a:lnTo>
                    <a:pt x="1860435" y="83117"/>
                  </a:lnTo>
                  <a:lnTo>
                    <a:pt x="1870164" y="80174"/>
                  </a:lnTo>
                  <a:lnTo>
                    <a:pt x="1879908" y="77286"/>
                  </a:lnTo>
                  <a:lnTo>
                    <a:pt x="1889652" y="74449"/>
                  </a:lnTo>
                  <a:lnTo>
                    <a:pt x="1899395" y="71663"/>
                  </a:lnTo>
                  <a:lnTo>
                    <a:pt x="1909124" y="68930"/>
                  </a:lnTo>
                  <a:lnTo>
                    <a:pt x="1918868" y="66248"/>
                  </a:lnTo>
                  <a:lnTo>
                    <a:pt x="1928612" y="63617"/>
                  </a:lnTo>
                  <a:lnTo>
                    <a:pt x="1938356" y="61037"/>
                  </a:lnTo>
                  <a:lnTo>
                    <a:pt x="1948085" y="58507"/>
                  </a:lnTo>
                  <a:lnTo>
                    <a:pt x="1957829" y="56028"/>
                  </a:lnTo>
                  <a:lnTo>
                    <a:pt x="1967573" y="53599"/>
                  </a:lnTo>
                  <a:lnTo>
                    <a:pt x="1977317" y="51220"/>
                  </a:lnTo>
                  <a:lnTo>
                    <a:pt x="1987046" y="48890"/>
                  </a:lnTo>
                  <a:lnTo>
                    <a:pt x="1996790" y="46608"/>
                  </a:lnTo>
                  <a:lnTo>
                    <a:pt x="2006534" y="44377"/>
                  </a:lnTo>
                  <a:lnTo>
                    <a:pt x="2016278" y="42194"/>
                  </a:lnTo>
                  <a:lnTo>
                    <a:pt x="2026022" y="40060"/>
                  </a:lnTo>
                  <a:lnTo>
                    <a:pt x="2035751" y="37976"/>
                  </a:lnTo>
                  <a:lnTo>
                    <a:pt x="2045495" y="35941"/>
                  </a:lnTo>
                  <a:lnTo>
                    <a:pt x="2055239" y="33955"/>
                  </a:lnTo>
                  <a:lnTo>
                    <a:pt x="2064983" y="32018"/>
                  </a:lnTo>
                  <a:lnTo>
                    <a:pt x="2074712" y="30130"/>
                  </a:lnTo>
                  <a:lnTo>
                    <a:pt x="2084456" y="28293"/>
                  </a:lnTo>
                  <a:lnTo>
                    <a:pt x="2094200" y="26505"/>
                  </a:lnTo>
                  <a:lnTo>
                    <a:pt x="2103944" y="24768"/>
                  </a:lnTo>
                  <a:lnTo>
                    <a:pt x="2113673" y="23082"/>
                  </a:lnTo>
                  <a:lnTo>
                    <a:pt x="2123417" y="21447"/>
                  </a:lnTo>
                  <a:lnTo>
                    <a:pt x="2133161" y="19865"/>
                  </a:lnTo>
                  <a:lnTo>
                    <a:pt x="2142905" y="18335"/>
                  </a:lnTo>
                  <a:lnTo>
                    <a:pt x="2152649" y="16858"/>
                  </a:lnTo>
                  <a:lnTo>
                    <a:pt x="2162377" y="15435"/>
                  </a:lnTo>
                  <a:lnTo>
                    <a:pt x="2172121" y="14068"/>
                  </a:lnTo>
                  <a:lnTo>
                    <a:pt x="2181865" y="12756"/>
                  </a:lnTo>
                  <a:lnTo>
                    <a:pt x="2191609" y="11502"/>
                  </a:lnTo>
                  <a:lnTo>
                    <a:pt x="2201338" y="10304"/>
                  </a:lnTo>
                  <a:lnTo>
                    <a:pt x="2211082" y="9166"/>
                  </a:lnTo>
                  <a:lnTo>
                    <a:pt x="2220826" y="8089"/>
                  </a:lnTo>
                  <a:lnTo>
                    <a:pt x="2230570" y="7071"/>
                  </a:lnTo>
                  <a:lnTo>
                    <a:pt x="2240299" y="6118"/>
                  </a:lnTo>
                  <a:lnTo>
                    <a:pt x="2250043" y="5227"/>
                  </a:lnTo>
                  <a:lnTo>
                    <a:pt x="2259787" y="4400"/>
                  </a:lnTo>
                  <a:lnTo>
                    <a:pt x="2269531" y="3640"/>
                  </a:lnTo>
                  <a:lnTo>
                    <a:pt x="2279260" y="2949"/>
                  </a:lnTo>
                  <a:lnTo>
                    <a:pt x="2289004" y="2324"/>
                  </a:lnTo>
                  <a:lnTo>
                    <a:pt x="2298748" y="1771"/>
                  </a:lnTo>
                  <a:lnTo>
                    <a:pt x="2308492" y="1292"/>
                  </a:lnTo>
                  <a:lnTo>
                    <a:pt x="2318236" y="884"/>
                  </a:lnTo>
                  <a:lnTo>
                    <a:pt x="2327965" y="551"/>
                  </a:lnTo>
                  <a:lnTo>
                    <a:pt x="2337709" y="295"/>
                  </a:lnTo>
                  <a:lnTo>
                    <a:pt x="2347453" y="116"/>
                  </a:lnTo>
                  <a:lnTo>
                    <a:pt x="2357197" y="18"/>
                  </a:lnTo>
                  <a:lnTo>
                    <a:pt x="2366926" y="0"/>
                  </a:lnTo>
                  <a:lnTo>
                    <a:pt x="2376670" y="64"/>
                  </a:lnTo>
                  <a:lnTo>
                    <a:pt x="2386413" y="215"/>
                  </a:lnTo>
                  <a:lnTo>
                    <a:pt x="2396157" y="450"/>
                  </a:lnTo>
                  <a:lnTo>
                    <a:pt x="2405886" y="772"/>
                  </a:lnTo>
                  <a:lnTo>
                    <a:pt x="2415630" y="1184"/>
                  </a:lnTo>
                  <a:lnTo>
                    <a:pt x="2425374" y="1687"/>
                  </a:lnTo>
                  <a:lnTo>
                    <a:pt x="2435118" y="2281"/>
                  </a:lnTo>
                  <a:lnTo>
                    <a:pt x="2444862" y="2971"/>
                  </a:lnTo>
                  <a:lnTo>
                    <a:pt x="2454591" y="3755"/>
                  </a:lnTo>
                  <a:lnTo>
                    <a:pt x="2464335" y="4635"/>
                  </a:lnTo>
                  <a:lnTo>
                    <a:pt x="2474079" y="5614"/>
                  </a:lnTo>
                  <a:lnTo>
                    <a:pt x="2483823" y="6694"/>
                  </a:lnTo>
                  <a:lnTo>
                    <a:pt x="2493552" y="7874"/>
                  </a:lnTo>
                  <a:lnTo>
                    <a:pt x="2503296" y="9157"/>
                  </a:lnTo>
                  <a:lnTo>
                    <a:pt x="2513040" y="10544"/>
                  </a:lnTo>
                  <a:lnTo>
                    <a:pt x="2522784" y="12037"/>
                  </a:lnTo>
                  <a:lnTo>
                    <a:pt x="2532513" y="13634"/>
                  </a:lnTo>
                  <a:lnTo>
                    <a:pt x="2542257" y="15340"/>
                  </a:lnTo>
                  <a:lnTo>
                    <a:pt x="2552001" y="17155"/>
                  </a:lnTo>
                  <a:lnTo>
                    <a:pt x="2561745" y="19080"/>
                  </a:lnTo>
                  <a:lnTo>
                    <a:pt x="2571474" y="21113"/>
                  </a:lnTo>
                  <a:lnTo>
                    <a:pt x="2581218" y="23260"/>
                  </a:lnTo>
                  <a:lnTo>
                    <a:pt x="2590962" y="25517"/>
                  </a:lnTo>
                  <a:lnTo>
                    <a:pt x="2600705" y="27888"/>
                  </a:lnTo>
                  <a:lnTo>
                    <a:pt x="2610449" y="30370"/>
                  </a:lnTo>
                  <a:lnTo>
                    <a:pt x="2620178" y="32965"/>
                  </a:lnTo>
                  <a:lnTo>
                    <a:pt x="2629922" y="35676"/>
                  </a:lnTo>
                  <a:lnTo>
                    <a:pt x="2639666" y="38499"/>
                  </a:lnTo>
                  <a:lnTo>
                    <a:pt x="2649410" y="41434"/>
                  </a:lnTo>
                  <a:lnTo>
                    <a:pt x="2659139" y="44484"/>
                  </a:lnTo>
                  <a:lnTo>
                    <a:pt x="2668883" y="47646"/>
                  </a:lnTo>
                  <a:lnTo>
                    <a:pt x="2678627" y="50919"/>
                  </a:lnTo>
                  <a:lnTo>
                    <a:pt x="2688371" y="54302"/>
                  </a:lnTo>
                  <a:lnTo>
                    <a:pt x="2698100" y="57796"/>
                  </a:lnTo>
                  <a:lnTo>
                    <a:pt x="2707844" y="61399"/>
                  </a:lnTo>
                  <a:lnTo>
                    <a:pt x="2717588" y="65109"/>
                  </a:lnTo>
                  <a:lnTo>
                    <a:pt x="2727332" y="68924"/>
                  </a:lnTo>
                  <a:lnTo>
                    <a:pt x="2737076" y="72844"/>
                  </a:lnTo>
                  <a:lnTo>
                    <a:pt x="2746805" y="76864"/>
                  </a:lnTo>
                  <a:lnTo>
                    <a:pt x="2756549" y="80982"/>
                  </a:lnTo>
                  <a:lnTo>
                    <a:pt x="2766293" y="85198"/>
                  </a:lnTo>
                  <a:lnTo>
                    <a:pt x="2776037" y="89506"/>
                  </a:lnTo>
                  <a:lnTo>
                    <a:pt x="2785766" y="93905"/>
                  </a:lnTo>
                  <a:lnTo>
                    <a:pt x="2795510" y="98390"/>
                  </a:lnTo>
                  <a:lnTo>
                    <a:pt x="2805254" y="102958"/>
                  </a:lnTo>
                  <a:lnTo>
                    <a:pt x="2814998" y="107605"/>
                  </a:lnTo>
                  <a:lnTo>
                    <a:pt x="2824727" y="112326"/>
                  </a:lnTo>
                  <a:lnTo>
                    <a:pt x="2834471" y="117119"/>
                  </a:lnTo>
                  <a:lnTo>
                    <a:pt x="2844215" y="121976"/>
                  </a:lnTo>
                  <a:lnTo>
                    <a:pt x="2853958" y="126893"/>
                  </a:lnTo>
                  <a:lnTo>
                    <a:pt x="2863687" y="131865"/>
                  </a:lnTo>
                  <a:lnTo>
                    <a:pt x="2873431" y="136887"/>
                  </a:lnTo>
                  <a:lnTo>
                    <a:pt x="2883175" y="141953"/>
                  </a:lnTo>
                  <a:lnTo>
                    <a:pt x="2892919" y="147054"/>
                  </a:lnTo>
                  <a:lnTo>
                    <a:pt x="2902663" y="152189"/>
                  </a:lnTo>
                  <a:lnTo>
                    <a:pt x="2912392" y="15734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2" name="Freeform 831">
              <a:extLst>
                <a:ext uri="{FF2B5EF4-FFF2-40B4-BE49-F238E27FC236}">
                  <a16:creationId xmlns:a16="http://schemas.microsoft.com/office/drawing/2014/main" id="{406A5A25-FB61-DD3F-7AAB-453605668495}"/>
                </a:ext>
              </a:extLst>
            </p:cNvPr>
            <p:cNvSpPr/>
            <p:nvPr/>
          </p:nvSpPr>
          <p:spPr>
            <a:xfrm>
              <a:off x="576446" y="3439724"/>
              <a:ext cx="2912392" cy="457017"/>
            </a:xfrm>
            <a:custGeom>
              <a:avLst/>
              <a:gdLst>
                <a:gd name="connsiteX0" fmla="*/ 0 w 2912392"/>
                <a:gd name="connsiteY0" fmla="*/ 93359 h 457017"/>
                <a:gd name="connsiteX1" fmla="*/ 9739 w 2912392"/>
                <a:gd name="connsiteY1" fmla="*/ 101285 h 457017"/>
                <a:gd name="connsiteX2" fmla="*/ 19480 w 2912392"/>
                <a:gd name="connsiteY2" fmla="*/ 109083 h 457017"/>
                <a:gd name="connsiteX3" fmla="*/ 29221 w 2912392"/>
                <a:gd name="connsiteY3" fmla="*/ 116745 h 457017"/>
                <a:gd name="connsiteX4" fmla="*/ 38961 w 2912392"/>
                <a:gd name="connsiteY4" fmla="*/ 124269 h 457017"/>
                <a:gd name="connsiteX5" fmla="*/ 48702 w 2912392"/>
                <a:gd name="connsiteY5" fmla="*/ 131647 h 457017"/>
                <a:gd name="connsiteX6" fmla="*/ 58443 w 2912392"/>
                <a:gd name="connsiteY6" fmla="*/ 138876 h 457017"/>
                <a:gd name="connsiteX7" fmla="*/ 68182 w 2912392"/>
                <a:gd name="connsiteY7" fmla="*/ 145949 h 457017"/>
                <a:gd name="connsiteX8" fmla="*/ 77923 w 2912392"/>
                <a:gd name="connsiteY8" fmla="*/ 152859 h 457017"/>
                <a:gd name="connsiteX9" fmla="*/ 87664 w 2912392"/>
                <a:gd name="connsiteY9" fmla="*/ 159604 h 457017"/>
                <a:gd name="connsiteX10" fmla="*/ 97404 w 2912392"/>
                <a:gd name="connsiteY10" fmla="*/ 166177 h 457017"/>
                <a:gd name="connsiteX11" fmla="*/ 107145 w 2912392"/>
                <a:gd name="connsiteY11" fmla="*/ 172573 h 457017"/>
                <a:gd name="connsiteX12" fmla="*/ 116886 w 2912392"/>
                <a:gd name="connsiteY12" fmla="*/ 178788 h 457017"/>
                <a:gd name="connsiteX13" fmla="*/ 126625 w 2912392"/>
                <a:gd name="connsiteY13" fmla="*/ 184816 h 457017"/>
                <a:gd name="connsiteX14" fmla="*/ 136366 w 2912392"/>
                <a:gd name="connsiteY14" fmla="*/ 190650 h 457017"/>
                <a:gd name="connsiteX15" fmla="*/ 146107 w 2912392"/>
                <a:gd name="connsiteY15" fmla="*/ 196291 h 457017"/>
                <a:gd name="connsiteX16" fmla="*/ 155846 w 2912392"/>
                <a:gd name="connsiteY16" fmla="*/ 201729 h 457017"/>
                <a:gd name="connsiteX17" fmla="*/ 165587 w 2912392"/>
                <a:gd name="connsiteY17" fmla="*/ 206965 h 457017"/>
                <a:gd name="connsiteX18" fmla="*/ 175328 w 2912392"/>
                <a:gd name="connsiteY18" fmla="*/ 211990 h 457017"/>
                <a:gd name="connsiteX19" fmla="*/ 185068 w 2912392"/>
                <a:gd name="connsiteY19" fmla="*/ 216803 h 457017"/>
                <a:gd name="connsiteX20" fmla="*/ 194809 w 2912392"/>
                <a:gd name="connsiteY20" fmla="*/ 221399 h 457017"/>
                <a:gd name="connsiteX21" fmla="*/ 204550 w 2912392"/>
                <a:gd name="connsiteY21" fmla="*/ 225776 h 457017"/>
                <a:gd name="connsiteX22" fmla="*/ 214289 w 2912392"/>
                <a:gd name="connsiteY22" fmla="*/ 229932 h 457017"/>
                <a:gd name="connsiteX23" fmla="*/ 224030 w 2912392"/>
                <a:gd name="connsiteY23" fmla="*/ 233862 h 457017"/>
                <a:gd name="connsiteX24" fmla="*/ 233771 w 2912392"/>
                <a:gd name="connsiteY24" fmla="*/ 237564 h 457017"/>
                <a:gd name="connsiteX25" fmla="*/ 243510 w 2912392"/>
                <a:gd name="connsiteY25" fmla="*/ 241036 h 457017"/>
                <a:gd name="connsiteX26" fmla="*/ 253251 w 2912392"/>
                <a:gd name="connsiteY26" fmla="*/ 244278 h 457017"/>
                <a:gd name="connsiteX27" fmla="*/ 262992 w 2912392"/>
                <a:gd name="connsiteY27" fmla="*/ 247286 h 457017"/>
                <a:gd name="connsiteX28" fmla="*/ 272732 w 2912392"/>
                <a:gd name="connsiteY28" fmla="*/ 250060 h 457017"/>
                <a:gd name="connsiteX29" fmla="*/ 282473 w 2912392"/>
                <a:gd name="connsiteY29" fmla="*/ 252599 h 457017"/>
                <a:gd name="connsiteX30" fmla="*/ 292214 w 2912392"/>
                <a:gd name="connsiteY30" fmla="*/ 254902 h 457017"/>
                <a:gd name="connsiteX31" fmla="*/ 301953 w 2912392"/>
                <a:gd name="connsiteY31" fmla="*/ 256970 h 457017"/>
                <a:gd name="connsiteX32" fmla="*/ 311694 w 2912392"/>
                <a:gd name="connsiteY32" fmla="*/ 258801 h 457017"/>
                <a:gd name="connsiteX33" fmla="*/ 321435 w 2912392"/>
                <a:gd name="connsiteY33" fmla="*/ 260398 h 457017"/>
                <a:gd name="connsiteX34" fmla="*/ 331175 w 2912392"/>
                <a:gd name="connsiteY34" fmla="*/ 261762 h 457017"/>
                <a:gd name="connsiteX35" fmla="*/ 340916 w 2912392"/>
                <a:gd name="connsiteY35" fmla="*/ 262891 h 457017"/>
                <a:gd name="connsiteX36" fmla="*/ 350656 w 2912392"/>
                <a:gd name="connsiteY36" fmla="*/ 263789 h 457017"/>
                <a:gd name="connsiteX37" fmla="*/ 360396 w 2912392"/>
                <a:gd name="connsiteY37" fmla="*/ 264457 h 457017"/>
                <a:gd name="connsiteX38" fmla="*/ 370137 w 2912392"/>
                <a:gd name="connsiteY38" fmla="*/ 264898 h 457017"/>
                <a:gd name="connsiteX39" fmla="*/ 379878 w 2912392"/>
                <a:gd name="connsiteY39" fmla="*/ 265112 h 457017"/>
                <a:gd name="connsiteX40" fmla="*/ 389617 w 2912392"/>
                <a:gd name="connsiteY40" fmla="*/ 265104 h 457017"/>
                <a:gd name="connsiteX41" fmla="*/ 399358 w 2912392"/>
                <a:gd name="connsiteY41" fmla="*/ 264876 h 457017"/>
                <a:gd name="connsiteX42" fmla="*/ 409099 w 2912392"/>
                <a:gd name="connsiteY42" fmla="*/ 264432 h 457017"/>
                <a:gd name="connsiteX43" fmla="*/ 418839 w 2912392"/>
                <a:gd name="connsiteY43" fmla="*/ 263773 h 457017"/>
                <a:gd name="connsiteX44" fmla="*/ 428580 w 2912392"/>
                <a:gd name="connsiteY44" fmla="*/ 262904 h 457017"/>
                <a:gd name="connsiteX45" fmla="*/ 438321 w 2912392"/>
                <a:gd name="connsiteY45" fmla="*/ 261830 h 457017"/>
                <a:gd name="connsiteX46" fmla="*/ 448060 w 2912392"/>
                <a:gd name="connsiteY46" fmla="*/ 260555 h 457017"/>
                <a:gd name="connsiteX47" fmla="*/ 457801 w 2912392"/>
                <a:gd name="connsiteY47" fmla="*/ 259083 h 457017"/>
                <a:gd name="connsiteX48" fmla="*/ 467542 w 2912392"/>
                <a:gd name="connsiteY48" fmla="*/ 257417 h 457017"/>
                <a:gd name="connsiteX49" fmla="*/ 477281 w 2912392"/>
                <a:gd name="connsiteY49" fmla="*/ 255564 h 457017"/>
                <a:gd name="connsiteX50" fmla="*/ 487022 w 2912392"/>
                <a:gd name="connsiteY50" fmla="*/ 253527 h 457017"/>
                <a:gd name="connsiteX51" fmla="*/ 496763 w 2912392"/>
                <a:gd name="connsiteY51" fmla="*/ 251312 h 457017"/>
                <a:gd name="connsiteX52" fmla="*/ 506503 w 2912392"/>
                <a:gd name="connsiteY52" fmla="*/ 248923 h 457017"/>
                <a:gd name="connsiteX53" fmla="*/ 516244 w 2912392"/>
                <a:gd name="connsiteY53" fmla="*/ 246368 h 457017"/>
                <a:gd name="connsiteX54" fmla="*/ 525985 w 2912392"/>
                <a:gd name="connsiteY54" fmla="*/ 243649 h 457017"/>
                <a:gd name="connsiteX55" fmla="*/ 535724 w 2912392"/>
                <a:gd name="connsiteY55" fmla="*/ 240772 h 457017"/>
                <a:gd name="connsiteX56" fmla="*/ 545465 w 2912392"/>
                <a:gd name="connsiteY56" fmla="*/ 237745 h 457017"/>
                <a:gd name="connsiteX57" fmla="*/ 555206 w 2912392"/>
                <a:gd name="connsiteY57" fmla="*/ 234571 h 457017"/>
                <a:gd name="connsiteX58" fmla="*/ 564946 w 2912392"/>
                <a:gd name="connsiteY58" fmla="*/ 231257 h 457017"/>
                <a:gd name="connsiteX59" fmla="*/ 574687 w 2912392"/>
                <a:gd name="connsiteY59" fmla="*/ 227810 h 457017"/>
                <a:gd name="connsiteX60" fmla="*/ 584428 w 2912392"/>
                <a:gd name="connsiteY60" fmla="*/ 224231 h 457017"/>
                <a:gd name="connsiteX61" fmla="*/ 594167 w 2912392"/>
                <a:gd name="connsiteY61" fmla="*/ 220532 h 457017"/>
                <a:gd name="connsiteX62" fmla="*/ 603908 w 2912392"/>
                <a:gd name="connsiteY62" fmla="*/ 216713 h 457017"/>
                <a:gd name="connsiteX63" fmla="*/ 613649 w 2912392"/>
                <a:gd name="connsiteY63" fmla="*/ 212784 h 457017"/>
                <a:gd name="connsiteX64" fmla="*/ 623388 w 2912392"/>
                <a:gd name="connsiteY64" fmla="*/ 208748 h 457017"/>
                <a:gd name="connsiteX65" fmla="*/ 633129 w 2912392"/>
                <a:gd name="connsiteY65" fmla="*/ 204614 h 457017"/>
                <a:gd name="connsiteX66" fmla="*/ 642870 w 2912392"/>
                <a:gd name="connsiteY66" fmla="*/ 200384 h 457017"/>
                <a:gd name="connsiteX67" fmla="*/ 652610 w 2912392"/>
                <a:gd name="connsiteY67" fmla="*/ 196068 h 457017"/>
                <a:gd name="connsiteX68" fmla="*/ 662351 w 2912392"/>
                <a:gd name="connsiteY68" fmla="*/ 191668 h 457017"/>
                <a:gd name="connsiteX69" fmla="*/ 672092 w 2912392"/>
                <a:gd name="connsiteY69" fmla="*/ 187191 h 457017"/>
                <a:gd name="connsiteX70" fmla="*/ 681831 w 2912392"/>
                <a:gd name="connsiteY70" fmla="*/ 182644 h 457017"/>
                <a:gd name="connsiteX71" fmla="*/ 691572 w 2912392"/>
                <a:gd name="connsiteY71" fmla="*/ 178032 h 457017"/>
                <a:gd name="connsiteX72" fmla="*/ 701313 w 2912392"/>
                <a:gd name="connsiteY72" fmla="*/ 173362 h 457017"/>
                <a:gd name="connsiteX73" fmla="*/ 711052 w 2912392"/>
                <a:gd name="connsiteY73" fmla="*/ 168637 h 457017"/>
                <a:gd name="connsiteX74" fmla="*/ 720793 w 2912392"/>
                <a:gd name="connsiteY74" fmla="*/ 163865 h 457017"/>
                <a:gd name="connsiteX75" fmla="*/ 730534 w 2912392"/>
                <a:gd name="connsiteY75" fmla="*/ 159051 h 457017"/>
                <a:gd name="connsiteX76" fmla="*/ 740274 w 2912392"/>
                <a:gd name="connsiteY76" fmla="*/ 154203 h 457017"/>
                <a:gd name="connsiteX77" fmla="*/ 750015 w 2912392"/>
                <a:gd name="connsiteY77" fmla="*/ 149324 h 457017"/>
                <a:gd name="connsiteX78" fmla="*/ 759756 w 2912392"/>
                <a:gd name="connsiteY78" fmla="*/ 144420 h 457017"/>
                <a:gd name="connsiteX79" fmla="*/ 769495 w 2912392"/>
                <a:gd name="connsiteY79" fmla="*/ 139499 h 457017"/>
                <a:gd name="connsiteX80" fmla="*/ 779236 w 2912392"/>
                <a:gd name="connsiteY80" fmla="*/ 134566 h 457017"/>
                <a:gd name="connsiteX81" fmla="*/ 788977 w 2912392"/>
                <a:gd name="connsiteY81" fmla="*/ 129627 h 457017"/>
                <a:gd name="connsiteX82" fmla="*/ 798717 w 2912392"/>
                <a:gd name="connsiteY82" fmla="*/ 124687 h 457017"/>
                <a:gd name="connsiteX83" fmla="*/ 808458 w 2912392"/>
                <a:gd name="connsiteY83" fmla="*/ 119754 h 457017"/>
                <a:gd name="connsiteX84" fmla="*/ 818199 w 2912392"/>
                <a:gd name="connsiteY84" fmla="*/ 114831 h 457017"/>
                <a:gd name="connsiteX85" fmla="*/ 827938 w 2912392"/>
                <a:gd name="connsiteY85" fmla="*/ 109926 h 457017"/>
                <a:gd name="connsiteX86" fmla="*/ 837679 w 2912392"/>
                <a:gd name="connsiteY86" fmla="*/ 105047 h 457017"/>
                <a:gd name="connsiteX87" fmla="*/ 847420 w 2912392"/>
                <a:gd name="connsiteY87" fmla="*/ 100196 h 457017"/>
                <a:gd name="connsiteX88" fmla="*/ 857159 w 2912392"/>
                <a:gd name="connsiteY88" fmla="*/ 95383 h 457017"/>
                <a:gd name="connsiteX89" fmla="*/ 866900 w 2912392"/>
                <a:gd name="connsiteY89" fmla="*/ 90613 h 457017"/>
                <a:gd name="connsiteX90" fmla="*/ 876641 w 2912392"/>
                <a:gd name="connsiteY90" fmla="*/ 85891 h 457017"/>
                <a:gd name="connsiteX91" fmla="*/ 886381 w 2912392"/>
                <a:gd name="connsiteY91" fmla="*/ 81225 h 457017"/>
                <a:gd name="connsiteX92" fmla="*/ 896122 w 2912392"/>
                <a:gd name="connsiteY92" fmla="*/ 76621 h 457017"/>
                <a:gd name="connsiteX93" fmla="*/ 905863 w 2912392"/>
                <a:gd name="connsiteY93" fmla="*/ 72087 h 457017"/>
                <a:gd name="connsiteX94" fmla="*/ 915602 w 2912392"/>
                <a:gd name="connsiteY94" fmla="*/ 67627 h 457017"/>
                <a:gd name="connsiteX95" fmla="*/ 925343 w 2912392"/>
                <a:gd name="connsiteY95" fmla="*/ 63249 h 457017"/>
                <a:gd name="connsiteX96" fmla="*/ 935084 w 2912392"/>
                <a:gd name="connsiteY96" fmla="*/ 58961 h 457017"/>
                <a:gd name="connsiteX97" fmla="*/ 944824 w 2912392"/>
                <a:gd name="connsiteY97" fmla="*/ 54767 h 457017"/>
                <a:gd name="connsiteX98" fmla="*/ 954564 w 2912392"/>
                <a:gd name="connsiteY98" fmla="*/ 50676 h 457017"/>
                <a:gd name="connsiteX99" fmla="*/ 964305 w 2912392"/>
                <a:gd name="connsiteY99" fmla="*/ 46693 h 457017"/>
                <a:gd name="connsiteX100" fmla="*/ 974045 w 2912392"/>
                <a:gd name="connsiteY100" fmla="*/ 42827 h 457017"/>
                <a:gd name="connsiteX101" fmla="*/ 983786 w 2912392"/>
                <a:gd name="connsiteY101" fmla="*/ 39085 h 457017"/>
                <a:gd name="connsiteX102" fmla="*/ 993522 w 2912392"/>
                <a:gd name="connsiteY102" fmla="*/ 35470 h 457017"/>
                <a:gd name="connsiteX103" fmla="*/ 1003266 w 2912392"/>
                <a:gd name="connsiteY103" fmla="*/ 31993 h 457017"/>
                <a:gd name="connsiteX104" fmla="*/ 1013010 w 2912392"/>
                <a:gd name="connsiteY104" fmla="*/ 28658 h 457017"/>
                <a:gd name="connsiteX105" fmla="*/ 1022754 w 2912392"/>
                <a:gd name="connsiteY105" fmla="*/ 25473 h 457017"/>
                <a:gd name="connsiteX106" fmla="*/ 1032483 w 2912392"/>
                <a:gd name="connsiteY106" fmla="*/ 22445 h 457017"/>
                <a:gd name="connsiteX107" fmla="*/ 1042227 w 2912392"/>
                <a:gd name="connsiteY107" fmla="*/ 19580 h 457017"/>
                <a:gd name="connsiteX108" fmla="*/ 1051971 w 2912392"/>
                <a:gd name="connsiteY108" fmla="*/ 16885 h 457017"/>
                <a:gd name="connsiteX109" fmla="*/ 1061715 w 2912392"/>
                <a:gd name="connsiteY109" fmla="*/ 14366 h 457017"/>
                <a:gd name="connsiteX110" fmla="*/ 1071444 w 2912392"/>
                <a:gd name="connsiteY110" fmla="*/ 12029 h 457017"/>
                <a:gd name="connsiteX111" fmla="*/ 1081188 w 2912392"/>
                <a:gd name="connsiteY111" fmla="*/ 9882 h 457017"/>
                <a:gd name="connsiteX112" fmla="*/ 1090932 w 2912392"/>
                <a:gd name="connsiteY112" fmla="*/ 7931 h 457017"/>
                <a:gd name="connsiteX113" fmla="*/ 1100676 w 2912392"/>
                <a:gd name="connsiteY113" fmla="*/ 6179 h 457017"/>
                <a:gd name="connsiteX114" fmla="*/ 1110405 w 2912392"/>
                <a:gd name="connsiteY114" fmla="*/ 4634 h 457017"/>
                <a:gd name="connsiteX115" fmla="*/ 1120149 w 2912392"/>
                <a:gd name="connsiteY115" fmla="*/ 3302 h 457017"/>
                <a:gd name="connsiteX116" fmla="*/ 1129893 w 2912392"/>
                <a:gd name="connsiteY116" fmla="*/ 2187 h 457017"/>
                <a:gd name="connsiteX117" fmla="*/ 1139637 w 2912392"/>
                <a:gd name="connsiteY117" fmla="*/ 1295 h 457017"/>
                <a:gd name="connsiteX118" fmla="*/ 1149381 w 2912392"/>
                <a:gd name="connsiteY118" fmla="*/ 629 h 457017"/>
                <a:gd name="connsiteX119" fmla="*/ 1159110 w 2912392"/>
                <a:gd name="connsiteY119" fmla="*/ 197 h 457017"/>
                <a:gd name="connsiteX120" fmla="*/ 1168854 w 2912392"/>
                <a:gd name="connsiteY120" fmla="*/ 0 h 457017"/>
                <a:gd name="connsiteX121" fmla="*/ 1178598 w 2912392"/>
                <a:gd name="connsiteY121" fmla="*/ 43 h 457017"/>
                <a:gd name="connsiteX122" fmla="*/ 1188341 w 2912392"/>
                <a:gd name="connsiteY122" fmla="*/ 331 h 457017"/>
                <a:gd name="connsiteX123" fmla="*/ 1198070 w 2912392"/>
                <a:gd name="connsiteY123" fmla="*/ 866 h 457017"/>
                <a:gd name="connsiteX124" fmla="*/ 1207814 w 2912392"/>
                <a:gd name="connsiteY124" fmla="*/ 1651 h 457017"/>
                <a:gd name="connsiteX125" fmla="*/ 1217558 w 2912392"/>
                <a:gd name="connsiteY125" fmla="*/ 2688 h 457017"/>
                <a:gd name="connsiteX126" fmla="*/ 1227302 w 2912392"/>
                <a:gd name="connsiteY126" fmla="*/ 3981 h 457017"/>
                <a:gd name="connsiteX127" fmla="*/ 1237031 w 2912392"/>
                <a:gd name="connsiteY127" fmla="*/ 5531 h 457017"/>
                <a:gd name="connsiteX128" fmla="*/ 1246775 w 2912392"/>
                <a:gd name="connsiteY128" fmla="*/ 7338 h 457017"/>
                <a:gd name="connsiteX129" fmla="*/ 1256519 w 2912392"/>
                <a:gd name="connsiteY129" fmla="*/ 9404 h 457017"/>
                <a:gd name="connsiteX130" fmla="*/ 1266263 w 2912392"/>
                <a:gd name="connsiteY130" fmla="*/ 11730 h 457017"/>
                <a:gd name="connsiteX131" fmla="*/ 1276007 w 2912392"/>
                <a:gd name="connsiteY131" fmla="*/ 14316 h 457017"/>
                <a:gd name="connsiteX132" fmla="*/ 1285736 w 2912392"/>
                <a:gd name="connsiteY132" fmla="*/ 17164 h 457017"/>
                <a:gd name="connsiteX133" fmla="*/ 1295480 w 2912392"/>
                <a:gd name="connsiteY133" fmla="*/ 20269 h 457017"/>
                <a:gd name="connsiteX134" fmla="*/ 1305224 w 2912392"/>
                <a:gd name="connsiteY134" fmla="*/ 23631 h 457017"/>
                <a:gd name="connsiteX135" fmla="*/ 1314968 w 2912392"/>
                <a:gd name="connsiteY135" fmla="*/ 27249 h 457017"/>
                <a:gd name="connsiteX136" fmla="*/ 1324697 w 2912392"/>
                <a:gd name="connsiteY136" fmla="*/ 31121 h 457017"/>
                <a:gd name="connsiteX137" fmla="*/ 1334441 w 2912392"/>
                <a:gd name="connsiteY137" fmla="*/ 35245 h 457017"/>
                <a:gd name="connsiteX138" fmla="*/ 1344185 w 2912392"/>
                <a:gd name="connsiteY138" fmla="*/ 39618 h 457017"/>
                <a:gd name="connsiteX139" fmla="*/ 1353929 w 2912392"/>
                <a:gd name="connsiteY139" fmla="*/ 44234 h 457017"/>
                <a:gd name="connsiteX140" fmla="*/ 1363658 w 2912392"/>
                <a:gd name="connsiteY140" fmla="*/ 49091 h 457017"/>
                <a:gd name="connsiteX141" fmla="*/ 1373402 w 2912392"/>
                <a:gd name="connsiteY141" fmla="*/ 54185 h 457017"/>
                <a:gd name="connsiteX142" fmla="*/ 1383146 w 2912392"/>
                <a:gd name="connsiteY142" fmla="*/ 59510 h 457017"/>
                <a:gd name="connsiteX143" fmla="*/ 1392890 w 2912392"/>
                <a:gd name="connsiteY143" fmla="*/ 65061 h 457017"/>
                <a:gd name="connsiteX144" fmla="*/ 1402619 w 2912392"/>
                <a:gd name="connsiteY144" fmla="*/ 70833 h 457017"/>
                <a:gd name="connsiteX145" fmla="*/ 1412363 w 2912392"/>
                <a:gd name="connsiteY145" fmla="*/ 76819 h 457017"/>
                <a:gd name="connsiteX146" fmla="*/ 1422106 w 2912392"/>
                <a:gd name="connsiteY146" fmla="*/ 83013 h 457017"/>
                <a:gd name="connsiteX147" fmla="*/ 1431850 w 2912392"/>
                <a:gd name="connsiteY147" fmla="*/ 89407 h 457017"/>
                <a:gd name="connsiteX148" fmla="*/ 1441594 w 2912392"/>
                <a:gd name="connsiteY148" fmla="*/ 95996 h 457017"/>
                <a:gd name="connsiteX149" fmla="*/ 1451323 w 2912392"/>
                <a:gd name="connsiteY149" fmla="*/ 102769 h 457017"/>
                <a:gd name="connsiteX150" fmla="*/ 1461067 w 2912392"/>
                <a:gd name="connsiteY150" fmla="*/ 109719 h 457017"/>
                <a:gd name="connsiteX151" fmla="*/ 1470811 w 2912392"/>
                <a:gd name="connsiteY151" fmla="*/ 116839 h 457017"/>
                <a:gd name="connsiteX152" fmla="*/ 1480555 w 2912392"/>
                <a:gd name="connsiteY152" fmla="*/ 124118 h 457017"/>
                <a:gd name="connsiteX153" fmla="*/ 1490284 w 2912392"/>
                <a:gd name="connsiteY153" fmla="*/ 131548 h 457017"/>
                <a:gd name="connsiteX154" fmla="*/ 1500028 w 2912392"/>
                <a:gd name="connsiteY154" fmla="*/ 139119 h 457017"/>
                <a:gd name="connsiteX155" fmla="*/ 1509772 w 2912392"/>
                <a:gd name="connsiteY155" fmla="*/ 146822 h 457017"/>
                <a:gd name="connsiteX156" fmla="*/ 1519516 w 2912392"/>
                <a:gd name="connsiteY156" fmla="*/ 154647 h 457017"/>
                <a:gd name="connsiteX157" fmla="*/ 1529245 w 2912392"/>
                <a:gd name="connsiteY157" fmla="*/ 162582 h 457017"/>
                <a:gd name="connsiteX158" fmla="*/ 1538989 w 2912392"/>
                <a:gd name="connsiteY158" fmla="*/ 170619 h 457017"/>
                <a:gd name="connsiteX159" fmla="*/ 1548733 w 2912392"/>
                <a:gd name="connsiteY159" fmla="*/ 178745 h 457017"/>
                <a:gd name="connsiteX160" fmla="*/ 1558477 w 2912392"/>
                <a:gd name="connsiteY160" fmla="*/ 186949 h 457017"/>
                <a:gd name="connsiteX161" fmla="*/ 1568221 w 2912392"/>
                <a:gd name="connsiteY161" fmla="*/ 195221 h 457017"/>
                <a:gd name="connsiteX162" fmla="*/ 1577950 w 2912392"/>
                <a:gd name="connsiteY162" fmla="*/ 203550 h 457017"/>
                <a:gd name="connsiteX163" fmla="*/ 1587694 w 2912392"/>
                <a:gd name="connsiteY163" fmla="*/ 211923 h 457017"/>
                <a:gd name="connsiteX164" fmla="*/ 1597438 w 2912392"/>
                <a:gd name="connsiteY164" fmla="*/ 220329 h 457017"/>
                <a:gd name="connsiteX165" fmla="*/ 1607182 w 2912392"/>
                <a:gd name="connsiteY165" fmla="*/ 228756 h 457017"/>
                <a:gd name="connsiteX166" fmla="*/ 1616911 w 2912392"/>
                <a:gd name="connsiteY166" fmla="*/ 237193 h 457017"/>
                <a:gd name="connsiteX167" fmla="*/ 1626655 w 2912392"/>
                <a:gd name="connsiteY167" fmla="*/ 245629 h 457017"/>
                <a:gd name="connsiteX168" fmla="*/ 1636399 w 2912392"/>
                <a:gd name="connsiteY168" fmla="*/ 254050 h 457017"/>
                <a:gd name="connsiteX169" fmla="*/ 1646142 w 2912392"/>
                <a:gd name="connsiteY169" fmla="*/ 262444 h 457017"/>
                <a:gd name="connsiteX170" fmla="*/ 1655872 w 2912392"/>
                <a:gd name="connsiteY170" fmla="*/ 270801 h 457017"/>
                <a:gd name="connsiteX171" fmla="*/ 1665616 w 2912392"/>
                <a:gd name="connsiteY171" fmla="*/ 279107 h 457017"/>
                <a:gd name="connsiteX172" fmla="*/ 1675359 w 2912392"/>
                <a:gd name="connsiteY172" fmla="*/ 287351 h 457017"/>
                <a:gd name="connsiteX173" fmla="*/ 1685103 w 2912392"/>
                <a:gd name="connsiteY173" fmla="*/ 295521 h 457017"/>
                <a:gd name="connsiteX174" fmla="*/ 1694832 w 2912392"/>
                <a:gd name="connsiteY174" fmla="*/ 303605 h 457017"/>
                <a:gd name="connsiteX175" fmla="*/ 1704576 w 2912392"/>
                <a:gd name="connsiteY175" fmla="*/ 311593 h 457017"/>
                <a:gd name="connsiteX176" fmla="*/ 1714320 w 2912392"/>
                <a:gd name="connsiteY176" fmla="*/ 319471 h 457017"/>
                <a:gd name="connsiteX177" fmla="*/ 1724064 w 2912392"/>
                <a:gd name="connsiteY177" fmla="*/ 327229 h 457017"/>
                <a:gd name="connsiteX178" fmla="*/ 1733808 w 2912392"/>
                <a:gd name="connsiteY178" fmla="*/ 334855 h 457017"/>
                <a:gd name="connsiteX179" fmla="*/ 1743537 w 2912392"/>
                <a:gd name="connsiteY179" fmla="*/ 342337 h 457017"/>
                <a:gd name="connsiteX180" fmla="*/ 1753281 w 2912392"/>
                <a:gd name="connsiteY180" fmla="*/ 349666 h 457017"/>
                <a:gd name="connsiteX181" fmla="*/ 1763025 w 2912392"/>
                <a:gd name="connsiteY181" fmla="*/ 356831 h 457017"/>
                <a:gd name="connsiteX182" fmla="*/ 1772769 w 2912392"/>
                <a:gd name="connsiteY182" fmla="*/ 363818 h 457017"/>
                <a:gd name="connsiteX183" fmla="*/ 1782498 w 2912392"/>
                <a:gd name="connsiteY183" fmla="*/ 370621 h 457017"/>
                <a:gd name="connsiteX184" fmla="*/ 1792242 w 2912392"/>
                <a:gd name="connsiteY184" fmla="*/ 377227 h 457017"/>
                <a:gd name="connsiteX185" fmla="*/ 1801986 w 2912392"/>
                <a:gd name="connsiteY185" fmla="*/ 383629 h 457017"/>
                <a:gd name="connsiteX186" fmla="*/ 1811730 w 2912392"/>
                <a:gd name="connsiteY186" fmla="*/ 389816 h 457017"/>
                <a:gd name="connsiteX187" fmla="*/ 1821459 w 2912392"/>
                <a:gd name="connsiteY187" fmla="*/ 395777 h 457017"/>
                <a:gd name="connsiteX188" fmla="*/ 1831203 w 2912392"/>
                <a:gd name="connsiteY188" fmla="*/ 401505 h 457017"/>
                <a:gd name="connsiteX189" fmla="*/ 1840947 w 2912392"/>
                <a:gd name="connsiteY189" fmla="*/ 406991 h 457017"/>
                <a:gd name="connsiteX190" fmla="*/ 1850691 w 2912392"/>
                <a:gd name="connsiteY190" fmla="*/ 412228 h 457017"/>
                <a:gd name="connsiteX191" fmla="*/ 1860435 w 2912392"/>
                <a:gd name="connsiteY191" fmla="*/ 417206 h 457017"/>
                <a:gd name="connsiteX192" fmla="*/ 1870164 w 2912392"/>
                <a:gd name="connsiteY192" fmla="*/ 421918 h 457017"/>
                <a:gd name="connsiteX193" fmla="*/ 1879908 w 2912392"/>
                <a:gd name="connsiteY193" fmla="*/ 426358 h 457017"/>
                <a:gd name="connsiteX194" fmla="*/ 1889652 w 2912392"/>
                <a:gd name="connsiteY194" fmla="*/ 430519 h 457017"/>
                <a:gd name="connsiteX195" fmla="*/ 1899395 w 2912392"/>
                <a:gd name="connsiteY195" fmla="*/ 434395 h 457017"/>
                <a:gd name="connsiteX196" fmla="*/ 1909124 w 2912392"/>
                <a:gd name="connsiteY196" fmla="*/ 437979 h 457017"/>
                <a:gd name="connsiteX197" fmla="*/ 1918868 w 2912392"/>
                <a:gd name="connsiteY197" fmla="*/ 441268 h 457017"/>
                <a:gd name="connsiteX198" fmla="*/ 1928612 w 2912392"/>
                <a:gd name="connsiteY198" fmla="*/ 444255 h 457017"/>
                <a:gd name="connsiteX199" fmla="*/ 1938356 w 2912392"/>
                <a:gd name="connsiteY199" fmla="*/ 446935 h 457017"/>
                <a:gd name="connsiteX200" fmla="*/ 1948085 w 2912392"/>
                <a:gd name="connsiteY200" fmla="*/ 449306 h 457017"/>
                <a:gd name="connsiteX201" fmla="*/ 1957829 w 2912392"/>
                <a:gd name="connsiteY201" fmla="*/ 451365 h 457017"/>
                <a:gd name="connsiteX202" fmla="*/ 1967573 w 2912392"/>
                <a:gd name="connsiteY202" fmla="*/ 453106 h 457017"/>
                <a:gd name="connsiteX203" fmla="*/ 1977317 w 2912392"/>
                <a:gd name="connsiteY203" fmla="*/ 454531 h 457017"/>
                <a:gd name="connsiteX204" fmla="*/ 1987046 w 2912392"/>
                <a:gd name="connsiteY204" fmla="*/ 455635 h 457017"/>
                <a:gd name="connsiteX205" fmla="*/ 1996790 w 2912392"/>
                <a:gd name="connsiteY205" fmla="*/ 456417 h 457017"/>
                <a:gd name="connsiteX206" fmla="*/ 2006534 w 2912392"/>
                <a:gd name="connsiteY206" fmla="*/ 456879 h 457017"/>
                <a:gd name="connsiteX207" fmla="*/ 2016278 w 2912392"/>
                <a:gd name="connsiteY207" fmla="*/ 457017 h 457017"/>
                <a:gd name="connsiteX208" fmla="*/ 2026022 w 2912392"/>
                <a:gd name="connsiteY208" fmla="*/ 456834 h 457017"/>
                <a:gd name="connsiteX209" fmla="*/ 2035751 w 2912392"/>
                <a:gd name="connsiteY209" fmla="*/ 456332 h 457017"/>
                <a:gd name="connsiteX210" fmla="*/ 2045495 w 2912392"/>
                <a:gd name="connsiteY210" fmla="*/ 455510 h 457017"/>
                <a:gd name="connsiteX211" fmla="*/ 2055239 w 2912392"/>
                <a:gd name="connsiteY211" fmla="*/ 454371 h 457017"/>
                <a:gd name="connsiteX212" fmla="*/ 2064983 w 2912392"/>
                <a:gd name="connsiteY212" fmla="*/ 452919 h 457017"/>
                <a:gd name="connsiteX213" fmla="*/ 2074712 w 2912392"/>
                <a:gd name="connsiteY213" fmla="*/ 451158 h 457017"/>
                <a:gd name="connsiteX214" fmla="*/ 2084456 w 2912392"/>
                <a:gd name="connsiteY214" fmla="*/ 449088 h 457017"/>
                <a:gd name="connsiteX215" fmla="*/ 2094200 w 2912392"/>
                <a:gd name="connsiteY215" fmla="*/ 446718 h 457017"/>
                <a:gd name="connsiteX216" fmla="*/ 2103944 w 2912392"/>
                <a:gd name="connsiteY216" fmla="*/ 444051 h 457017"/>
                <a:gd name="connsiteX217" fmla="*/ 2113673 w 2912392"/>
                <a:gd name="connsiteY217" fmla="*/ 441093 h 457017"/>
                <a:gd name="connsiteX218" fmla="*/ 2123417 w 2912392"/>
                <a:gd name="connsiteY218" fmla="*/ 437851 h 457017"/>
                <a:gd name="connsiteX219" fmla="*/ 2133161 w 2912392"/>
                <a:gd name="connsiteY219" fmla="*/ 434334 h 457017"/>
                <a:gd name="connsiteX220" fmla="*/ 2142905 w 2912392"/>
                <a:gd name="connsiteY220" fmla="*/ 430545 h 457017"/>
                <a:gd name="connsiteX221" fmla="*/ 2152649 w 2912392"/>
                <a:gd name="connsiteY221" fmla="*/ 426495 h 457017"/>
                <a:gd name="connsiteX222" fmla="*/ 2162377 w 2912392"/>
                <a:gd name="connsiteY222" fmla="*/ 422192 h 457017"/>
                <a:gd name="connsiteX223" fmla="*/ 2172121 w 2912392"/>
                <a:gd name="connsiteY223" fmla="*/ 417645 h 457017"/>
                <a:gd name="connsiteX224" fmla="*/ 2181865 w 2912392"/>
                <a:gd name="connsiteY224" fmla="*/ 412866 h 457017"/>
                <a:gd name="connsiteX225" fmla="*/ 2191609 w 2912392"/>
                <a:gd name="connsiteY225" fmla="*/ 407863 h 457017"/>
                <a:gd name="connsiteX226" fmla="*/ 2201338 w 2912392"/>
                <a:gd name="connsiteY226" fmla="*/ 402647 h 457017"/>
                <a:gd name="connsiteX227" fmla="*/ 2211082 w 2912392"/>
                <a:gd name="connsiteY227" fmla="*/ 397229 h 457017"/>
                <a:gd name="connsiteX228" fmla="*/ 2220826 w 2912392"/>
                <a:gd name="connsiteY228" fmla="*/ 391623 h 457017"/>
                <a:gd name="connsiteX229" fmla="*/ 2230570 w 2912392"/>
                <a:gd name="connsiteY229" fmla="*/ 385840 h 457017"/>
                <a:gd name="connsiteX230" fmla="*/ 2240299 w 2912392"/>
                <a:gd name="connsiteY230" fmla="*/ 379893 h 457017"/>
                <a:gd name="connsiteX231" fmla="*/ 2250043 w 2912392"/>
                <a:gd name="connsiteY231" fmla="*/ 373793 h 457017"/>
                <a:gd name="connsiteX232" fmla="*/ 2259787 w 2912392"/>
                <a:gd name="connsiteY232" fmla="*/ 367556 h 457017"/>
                <a:gd name="connsiteX233" fmla="*/ 2269531 w 2912392"/>
                <a:gd name="connsiteY233" fmla="*/ 361195 h 457017"/>
                <a:gd name="connsiteX234" fmla="*/ 2279260 w 2912392"/>
                <a:gd name="connsiteY234" fmla="*/ 354724 h 457017"/>
                <a:gd name="connsiteX235" fmla="*/ 2289004 w 2912392"/>
                <a:gd name="connsiteY235" fmla="*/ 348158 h 457017"/>
                <a:gd name="connsiteX236" fmla="*/ 2298748 w 2912392"/>
                <a:gd name="connsiteY236" fmla="*/ 341512 h 457017"/>
                <a:gd name="connsiteX237" fmla="*/ 2308492 w 2912392"/>
                <a:gd name="connsiteY237" fmla="*/ 334800 h 457017"/>
                <a:gd name="connsiteX238" fmla="*/ 2318236 w 2912392"/>
                <a:gd name="connsiteY238" fmla="*/ 328038 h 457017"/>
                <a:gd name="connsiteX239" fmla="*/ 2327965 w 2912392"/>
                <a:gd name="connsiteY239" fmla="*/ 321240 h 457017"/>
                <a:gd name="connsiteX240" fmla="*/ 2337709 w 2912392"/>
                <a:gd name="connsiteY240" fmla="*/ 314424 h 457017"/>
                <a:gd name="connsiteX241" fmla="*/ 2347453 w 2912392"/>
                <a:gd name="connsiteY241" fmla="*/ 307603 h 457017"/>
                <a:gd name="connsiteX242" fmla="*/ 2357197 w 2912392"/>
                <a:gd name="connsiteY242" fmla="*/ 300794 h 457017"/>
                <a:gd name="connsiteX243" fmla="*/ 2366926 w 2912392"/>
                <a:gd name="connsiteY243" fmla="*/ 294012 h 457017"/>
                <a:gd name="connsiteX244" fmla="*/ 2376670 w 2912392"/>
                <a:gd name="connsiteY244" fmla="*/ 287273 h 457017"/>
                <a:gd name="connsiteX245" fmla="*/ 2386413 w 2912392"/>
                <a:gd name="connsiteY245" fmla="*/ 280594 h 457017"/>
                <a:gd name="connsiteX246" fmla="*/ 2396157 w 2912392"/>
                <a:gd name="connsiteY246" fmla="*/ 273988 h 457017"/>
                <a:gd name="connsiteX247" fmla="*/ 2405886 w 2912392"/>
                <a:gd name="connsiteY247" fmla="*/ 267472 h 457017"/>
                <a:gd name="connsiteX248" fmla="*/ 2415630 w 2912392"/>
                <a:gd name="connsiteY248" fmla="*/ 261060 h 457017"/>
                <a:gd name="connsiteX249" fmla="*/ 2425374 w 2912392"/>
                <a:gd name="connsiteY249" fmla="*/ 254770 h 457017"/>
                <a:gd name="connsiteX250" fmla="*/ 2435118 w 2912392"/>
                <a:gd name="connsiteY250" fmla="*/ 248612 h 457017"/>
                <a:gd name="connsiteX251" fmla="*/ 2444862 w 2912392"/>
                <a:gd name="connsiteY251" fmla="*/ 242603 h 457017"/>
                <a:gd name="connsiteX252" fmla="*/ 2454591 w 2912392"/>
                <a:gd name="connsiteY252" fmla="*/ 236758 h 457017"/>
                <a:gd name="connsiteX253" fmla="*/ 2464335 w 2912392"/>
                <a:gd name="connsiteY253" fmla="*/ 231089 h 457017"/>
                <a:gd name="connsiteX254" fmla="*/ 2474079 w 2912392"/>
                <a:gd name="connsiteY254" fmla="*/ 225611 h 457017"/>
                <a:gd name="connsiteX255" fmla="*/ 2483823 w 2912392"/>
                <a:gd name="connsiteY255" fmla="*/ 220335 h 457017"/>
                <a:gd name="connsiteX256" fmla="*/ 2493552 w 2912392"/>
                <a:gd name="connsiteY256" fmla="*/ 215274 h 457017"/>
                <a:gd name="connsiteX257" fmla="*/ 2503296 w 2912392"/>
                <a:gd name="connsiteY257" fmla="*/ 210439 h 457017"/>
                <a:gd name="connsiteX258" fmla="*/ 2513040 w 2912392"/>
                <a:gd name="connsiteY258" fmla="*/ 205843 h 457017"/>
                <a:gd name="connsiteX259" fmla="*/ 2522784 w 2912392"/>
                <a:gd name="connsiteY259" fmla="*/ 201495 h 457017"/>
                <a:gd name="connsiteX260" fmla="*/ 2532513 w 2912392"/>
                <a:gd name="connsiteY260" fmla="*/ 197406 h 457017"/>
                <a:gd name="connsiteX261" fmla="*/ 2542257 w 2912392"/>
                <a:gd name="connsiteY261" fmla="*/ 193584 h 457017"/>
                <a:gd name="connsiteX262" fmla="*/ 2552001 w 2912392"/>
                <a:gd name="connsiteY262" fmla="*/ 190038 h 457017"/>
                <a:gd name="connsiteX263" fmla="*/ 2561745 w 2912392"/>
                <a:gd name="connsiteY263" fmla="*/ 186777 h 457017"/>
                <a:gd name="connsiteX264" fmla="*/ 2571474 w 2912392"/>
                <a:gd name="connsiteY264" fmla="*/ 183806 h 457017"/>
                <a:gd name="connsiteX265" fmla="*/ 2581218 w 2912392"/>
                <a:gd name="connsiteY265" fmla="*/ 181133 h 457017"/>
                <a:gd name="connsiteX266" fmla="*/ 2590962 w 2912392"/>
                <a:gd name="connsiteY266" fmla="*/ 178763 h 457017"/>
                <a:gd name="connsiteX267" fmla="*/ 2600705 w 2912392"/>
                <a:gd name="connsiteY267" fmla="*/ 176699 h 457017"/>
                <a:gd name="connsiteX268" fmla="*/ 2610449 w 2912392"/>
                <a:gd name="connsiteY268" fmla="*/ 174947 h 457017"/>
                <a:gd name="connsiteX269" fmla="*/ 2620178 w 2912392"/>
                <a:gd name="connsiteY269" fmla="*/ 173509 h 457017"/>
                <a:gd name="connsiteX270" fmla="*/ 2629922 w 2912392"/>
                <a:gd name="connsiteY270" fmla="*/ 172389 h 457017"/>
                <a:gd name="connsiteX271" fmla="*/ 2639666 w 2912392"/>
                <a:gd name="connsiteY271" fmla="*/ 171584 h 457017"/>
                <a:gd name="connsiteX272" fmla="*/ 2649410 w 2912392"/>
                <a:gd name="connsiteY272" fmla="*/ 171098 h 457017"/>
                <a:gd name="connsiteX273" fmla="*/ 2659139 w 2912392"/>
                <a:gd name="connsiteY273" fmla="*/ 170930 h 457017"/>
                <a:gd name="connsiteX274" fmla="*/ 2668883 w 2912392"/>
                <a:gd name="connsiteY274" fmla="*/ 171076 h 457017"/>
                <a:gd name="connsiteX275" fmla="*/ 2678627 w 2912392"/>
                <a:gd name="connsiteY275" fmla="*/ 171536 h 457017"/>
                <a:gd name="connsiteX276" fmla="*/ 2688371 w 2912392"/>
                <a:gd name="connsiteY276" fmla="*/ 172307 h 457017"/>
                <a:gd name="connsiteX277" fmla="*/ 2698100 w 2912392"/>
                <a:gd name="connsiteY277" fmla="*/ 173382 h 457017"/>
                <a:gd name="connsiteX278" fmla="*/ 2707844 w 2912392"/>
                <a:gd name="connsiteY278" fmla="*/ 174759 h 457017"/>
                <a:gd name="connsiteX279" fmla="*/ 2717588 w 2912392"/>
                <a:gd name="connsiteY279" fmla="*/ 176431 h 457017"/>
                <a:gd name="connsiteX280" fmla="*/ 2727332 w 2912392"/>
                <a:gd name="connsiteY280" fmla="*/ 178390 h 457017"/>
                <a:gd name="connsiteX281" fmla="*/ 2737076 w 2912392"/>
                <a:gd name="connsiteY281" fmla="*/ 180631 h 457017"/>
                <a:gd name="connsiteX282" fmla="*/ 2746805 w 2912392"/>
                <a:gd name="connsiteY282" fmla="*/ 183143 h 457017"/>
                <a:gd name="connsiteX283" fmla="*/ 2756549 w 2912392"/>
                <a:gd name="connsiteY283" fmla="*/ 185920 h 457017"/>
                <a:gd name="connsiteX284" fmla="*/ 2766293 w 2912392"/>
                <a:gd name="connsiteY284" fmla="*/ 188949 h 457017"/>
                <a:gd name="connsiteX285" fmla="*/ 2776037 w 2912392"/>
                <a:gd name="connsiteY285" fmla="*/ 192221 h 457017"/>
                <a:gd name="connsiteX286" fmla="*/ 2785766 w 2912392"/>
                <a:gd name="connsiteY286" fmla="*/ 195726 h 457017"/>
                <a:gd name="connsiteX287" fmla="*/ 2795510 w 2912392"/>
                <a:gd name="connsiteY287" fmla="*/ 199450 h 457017"/>
                <a:gd name="connsiteX288" fmla="*/ 2805254 w 2912392"/>
                <a:gd name="connsiteY288" fmla="*/ 203382 h 457017"/>
                <a:gd name="connsiteX289" fmla="*/ 2814998 w 2912392"/>
                <a:gd name="connsiteY289" fmla="*/ 207507 h 457017"/>
                <a:gd name="connsiteX290" fmla="*/ 2824727 w 2912392"/>
                <a:gd name="connsiteY290" fmla="*/ 211814 h 457017"/>
                <a:gd name="connsiteX291" fmla="*/ 2834471 w 2912392"/>
                <a:gd name="connsiteY291" fmla="*/ 216288 h 457017"/>
                <a:gd name="connsiteX292" fmla="*/ 2844215 w 2912392"/>
                <a:gd name="connsiteY292" fmla="*/ 220915 h 457017"/>
                <a:gd name="connsiteX293" fmla="*/ 2853958 w 2912392"/>
                <a:gd name="connsiteY293" fmla="*/ 225678 h 457017"/>
                <a:gd name="connsiteX294" fmla="*/ 2863687 w 2912392"/>
                <a:gd name="connsiteY294" fmla="*/ 230563 h 457017"/>
                <a:gd name="connsiteX295" fmla="*/ 2873431 w 2912392"/>
                <a:gd name="connsiteY295" fmla="*/ 235557 h 457017"/>
                <a:gd name="connsiteX296" fmla="*/ 2883175 w 2912392"/>
                <a:gd name="connsiteY296" fmla="*/ 240641 h 457017"/>
                <a:gd name="connsiteX297" fmla="*/ 2892919 w 2912392"/>
                <a:gd name="connsiteY297" fmla="*/ 245800 h 457017"/>
                <a:gd name="connsiteX298" fmla="*/ 2902663 w 2912392"/>
                <a:gd name="connsiteY298" fmla="*/ 251020 h 457017"/>
                <a:gd name="connsiteX299" fmla="*/ 2912392 w 2912392"/>
                <a:gd name="connsiteY299" fmla="*/ 256282 h 457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57017">
                  <a:moveTo>
                    <a:pt x="0" y="93359"/>
                  </a:moveTo>
                  <a:lnTo>
                    <a:pt x="9739" y="101285"/>
                  </a:lnTo>
                  <a:lnTo>
                    <a:pt x="19480" y="109083"/>
                  </a:lnTo>
                  <a:lnTo>
                    <a:pt x="29221" y="116745"/>
                  </a:lnTo>
                  <a:lnTo>
                    <a:pt x="38961" y="124269"/>
                  </a:lnTo>
                  <a:lnTo>
                    <a:pt x="48702" y="131647"/>
                  </a:lnTo>
                  <a:lnTo>
                    <a:pt x="58443" y="138876"/>
                  </a:lnTo>
                  <a:lnTo>
                    <a:pt x="68182" y="145949"/>
                  </a:lnTo>
                  <a:lnTo>
                    <a:pt x="77923" y="152859"/>
                  </a:lnTo>
                  <a:lnTo>
                    <a:pt x="87664" y="159604"/>
                  </a:lnTo>
                  <a:lnTo>
                    <a:pt x="97404" y="166177"/>
                  </a:lnTo>
                  <a:lnTo>
                    <a:pt x="107145" y="172573"/>
                  </a:lnTo>
                  <a:lnTo>
                    <a:pt x="116886" y="178788"/>
                  </a:lnTo>
                  <a:lnTo>
                    <a:pt x="126625" y="184816"/>
                  </a:lnTo>
                  <a:lnTo>
                    <a:pt x="136366" y="190650"/>
                  </a:lnTo>
                  <a:lnTo>
                    <a:pt x="146107" y="196291"/>
                  </a:lnTo>
                  <a:lnTo>
                    <a:pt x="155846" y="201729"/>
                  </a:lnTo>
                  <a:lnTo>
                    <a:pt x="165587" y="206965"/>
                  </a:lnTo>
                  <a:lnTo>
                    <a:pt x="175328" y="211990"/>
                  </a:lnTo>
                  <a:lnTo>
                    <a:pt x="185068" y="216803"/>
                  </a:lnTo>
                  <a:lnTo>
                    <a:pt x="194809" y="221399"/>
                  </a:lnTo>
                  <a:lnTo>
                    <a:pt x="204550" y="225776"/>
                  </a:lnTo>
                  <a:lnTo>
                    <a:pt x="214289" y="229932"/>
                  </a:lnTo>
                  <a:lnTo>
                    <a:pt x="224030" y="233862"/>
                  </a:lnTo>
                  <a:lnTo>
                    <a:pt x="233771" y="237564"/>
                  </a:lnTo>
                  <a:lnTo>
                    <a:pt x="243510" y="241036"/>
                  </a:lnTo>
                  <a:lnTo>
                    <a:pt x="253251" y="244278"/>
                  </a:lnTo>
                  <a:lnTo>
                    <a:pt x="262992" y="247286"/>
                  </a:lnTo>
                  <a:lnTo>
                    <a:pt x="272732" y="250060"/>
                  </a:lnTo>
                  <a:lnTo>
                    <a:pt x="282473" y="252599"/>
                  </a:lnTo>
                  <a:lnTo>
                    <a:pt x="292214" y="254902"/>
                  </a:lnTo>
                  <a:lnTo>
                    <a:pt x="301953" y="256970"/>
                  </a:lnTo>
                  <a:lnTo>
                    <a:pt x="311694" y="258801"/>
                  </a:lnTo>
                  <a:lnTo>
                    <a:pt x="321435" y="260398"/>
                  </a:lnTo>
                  <a:lnTo>
                    <a:pt x="331175" y="261762"/>
                  </a:lnTo>
                  <a:lnTo>
                    <a:pt x="340916" y="262891"/>
                  </a:lnTo>
                  <a:lnTo>
                    <a:pt x="350656" y="263789"/>
                  </a:lnTo>
                  <a:lnTo>
                    <a:pt x="360396" y="264457"/>
                  </a:lnTo>
                  <a:lnTo>
                    <a:pt x="370137" y="264898"/>
                  </a:lnTo>
                  <a:lnTo>
                    <a:pt x="379878" y="265112"/>
                  </a:lnTo>
                  <a:lnTo>
                    <a:pt x="389617" y="265104"/>
                  </a:lnTo>
                  <a:lnTo>
                    <a:pt x="399358" y="264876"/>
                  </a:lnTo>
                  <a:lnTo>
                    <a:pt x="409099" y="264432"/>
                  </a:lnTo>
                  <a:lnTo>
                    <a:pt x="418839" y="263773"/>
                  </a:lnTo>
                  <a:lnTo>
                    <a:pt x="428580" y="262904"/>
                  </a:lnTo>
                  <a:lnTo>
                    <a:pt x="438321" y="261830"/>
                  </a:lnTo>
                  <a:lnTo>
                    <a:pt x="448060" y="260555"/>
                  </a:lnTo>
                  <a:lnTo>
                    <a:pt x="457801" y="259083"/>
                  </a:lnTo>
                  <a:lnTo>
                    <a:pt x="467542" y="257417"/>
                  </a:lnTo>
                  <a:lnTo>
                    <a:pt x="477281" y="255564"/>
                  </a:lnTo>
                  <a:lnTo>
                    <a:pt x="487022" y="253527"/>
                  </a:lnTo>
                  <a:lnTo>
                    <a:pt x="496763" y="251312"/>
                  </a:lnTo>
                  <a:lnTo>
                    <a:pt x="506503" y="248923"/>
                  </a:lnTo>
                  <a:lnTo>
                    <a:pt x="516244" y="246368"/>
                  </a:lnTo>
                  <a:lnTo>
                    <a:pt x="525985" y="243649"/>
                  </a:lnTo>
                  <a:lnTo>
                    <a:pt x="535724" y="240772"/>
                  </a:lnTo>
                  <a:lnTo>
                    <a:pt x="545465" y="237745"/>
                  </a:lnTo>
                  <a:lnTo>
                    <a:pt x="555206" y="234571"/>
                  </a:lnTo>
                  <a:lnTo>
                    <a:pt x="564946" y="231257"/>
                  </a:lnTo>
                  <a:lnTo>
                    <a:pt x="574687" y="227810"/>
                  </a:lnTo>
                  <a:lnTo>
                    <a:pt x="584428" y="224231"/>
                  </a:lnTo>
                  <a:lnTo>
                    <a:pt x="594167" y="220532"/>
                  </a:lnTo>
                  <a:lnTo>
                    <a:pt x="603908" y="216713"/>
                  </a:lnTo>
                  <a:lnTo>
                    <a:pt x="613649" y="212784"/>
                  </a:lnTo>
                  <a:lnTo>
                    <a:pt x="623388" y="208748"/>
                  </a:lnTo>
                  <a:lnTo>
                    <a:pt x="633129" y="204614"/>
                  </a:lnTo>
                  <a:lnTo>
                    <a:pt x="642870" y="200384"/>
                  </a:lnTo>
                  <a:lnTo>
                    <a:pt x="652610" y="196068"/>
                  </a:lnTo>
                  <a:lnTo>
                    <a:pt x="662351" y="191668"/>
                  </a:lnTo>
                  <a:lnTo>
                    <a:pt x="672092" y="187191"/>
                  </a:lnTo>
                  <a:lnTo>
                    <a:pt x="681831" y="182644"/>
                  </a:lnTo>
                  <a:lnTo>
                    <a:pt x="691572" y="178032"/>
                  </a:lnTo>
                  <a:lnTo>
                    <a:pt x="701313" y="173362"/>
                  </a:lnTo>
                  <a:lnTo>
                    <a:pt x="711052" y="168637"/>
                  </a:lnTo>
                  <a:lnTo>
                    <a:pt x="720793" y="163865"/>
                  </a:lnTo>
                  <a:lnTo>
                    <a:pt x="730534" y="159051"/>
                  </a:lnTo>
                  <a:lnTo>
                    <a:pt x="740274" y="154203"/>
                  </a:lnTo>
                  <a:lnTo>
                    <a:pt x="750015" y="149324"/>
                  </a:lnTo>
                  <a:lnTo>
                    <a:pt x="759756" y="144420"/>
                  </a:lnTo>
                  <a:lnTo>
                    <a:pt x="769495" y="139499"/>
                  </a:lnTo>
                  <a:lnTo>
                    <a:pt x="779236" y="134566"/>
                  </a:lnTo>
                  <a:lnTo>
                    <a:pt x="788977" y="129627"/>
                  </a:lnTo>
                  <a:lnTo>
                    <a:pt x="798717" y="124687"/>
                  </a:lnTo>
                  <a:lnTo>
                    <a:pt x="808458" y="119754"/>
                  </a:lnTo>
                  <a:lnTo>
                    <a:pt x="818199" y="114831"/>
                  </a:lnTo>
                  <a:lnTo>
                    <a:pt x="827938" y="109926"/>
                  </a:lnTo>
                  <a:lnTo>
                    <a:pt x="837679" y="105047"/>
                  </a:lnTo>
                  <a:lnTo>
                    <a:pt x="847420" y="100196"/>
                  </a:lnTo>
                  <a:lnTo>
                    <a:pt x="857159" y="95383"/>
                  </a:lnTo>
                  <a:lnTo>
                    <a:pt x="866900" y="90613"/>
                  </a:lnTo>
                  <a:lnTo>
                    <a:pt x="876641" y="85891"/>
                  </a:lnTo>
                  <a:lnTo>
                    <a:pt x="886381" y="81225"/>
                  </a:lnTo>
                  <a:lnTo>
                    <a:pt x="896122" y="76621"/>
                  </a:lnTo>
                  <a:lnTo>
                    <a:pt x="905863" y="72087"/>
                  </a:lnTo>
                  <a:lnTo>
                    <a:pt x="915602" y="67627"/>
                  </a:lnTo>
                  <a:lnTo>
                    <a:pt x="925343" y="63249"/>
                  </a:lnTo>
                  <a:lnTo>
                    <a:pt x="935084" y="58961"/>
                  </a:lnTo>
                  <a:lnTo>
                    <a:pt x="944824" y="54767"/>
                  </a:lnTo>
                  <a:lnTo>
                    <a:pt x="954564" y="50676"/>
                  </a:lnTo>
                  <a:lnTo>
                    <a:pt x="964305" y="46693"/>
                  </a:lnTo>
                  <a:lnTo>
                    <a:pt x="974045" y="42827"/>
                  </a:lnTo>
                  <a:lnTo>
                    <a:pt x="983786" y="39085"/>
                  </a:lnTo>
                  <a:lnTo>
                    <a:pt x="993522" y="35470"/>
                  </a:lnTo>
                  <a:lnTo>
                    <a:pt x="1003266" y="31993"/>
                  </a:lnTo>
                  <a:lnTo>
                    <a:pt x="1013010" y="28658"/>
                  </a:lnTo>
                  <a:lnTo>
                    <a:pt x="1022754" y="25473"/>
                  </a:lnTo>
                  <a:lnTo>
                    <a:pt x="1032483" y="22445"/>
                  </a:lnTo>
                  <a:lnTo>
                    <a:pt x="1042227" y="19580"/>
                  </a:lnTo>
                  <a:lnTo>
                    <a:pt x="1051971" y="16885"/>
                  </a:lnTo>
                  <a:lnTo>
                    <a:pt x="1061715" y="14366"/>
                  </a:lnTo>
                  <a:lnTo>
                    <a:pt x="1071444" y="12029"/>
                  </a:lnTo>
                  <a:lnTo>
                    <a:pt x="1081188" y="9882"/>
                  </a:lnTo>
                  <a:lnTo>
                    <a:pt x="1090932" y="7931"/>
                  </a:lnTo>
                  <a:lnTo>
                    <a:pt x="1100676" y="6179"/>
                  </a:lnTo>
                  <a:lnTo>
                    <a:pt x="1110405" y="4634"/>
                  </a:lnTo>
                  <a:lnTo>
                    <a:pt x="1120149" y="3302"/>
                  </a:lnTo>
                  <a:lnTo>
                    <a:pt x="1129893" y="2187"/>
                  </a:lnTo>
                  <a:lnTo>
                    <a:pt x="1139637" y="1295"/>
                  </a:lnTo>
                  <a:lnTo>
                    <a:pt x="1149381" y="629"/>
                  </a:lnTo>
                  <a:lnTo>
                    <a:pt x="1159110" y="197"/>
                  </a:lnTo>
                  <a:lnTo>
                    <a:pt x="1168854" y="0"/>
                  </a:lnTo>
                  <a:lnTo>
                    <a:pt x="1178598" y="43"/>
                  </a:lnTo>
                  <a:lnTo>
                    <a:pt x="1188341" y="331"/>
                  </a:lnTo>
                  <a:lnTo>
                    <a:pt x="1198070" y="866"/>
                  </a:lnTo>
                  <a:lnTo>
                    <a:pt x="1207814" y="1651"/>
                  </a:lnTo>
                  <a:lnTo>
                    <a:pt x="1217558" y="2688"/>
                  </a:lnTo>
                  <a:lnTo>
                    <a:pt x="1227302" y="3981"/>
                  </a:lnTo>
                  <a:lnTo>
                    <a:pt x="1237031" y="5531"/>
                  </a:lnTo>
                  <a:lnTo>
                    <a:pt x="1246775" y="7338"/>
                  </a:lnTo>
                  <a:lnTo>
                    <a:pt x="1256519" y="9404"/>
                  </a:lnTo>
                  <a:lnTo>
                    <a:pt x="1266263" y="11730"/>
                  </a:lnTo>
                  <a:lnTo>
                    <a:pt x="1276007" y="14316"/>
                  </a:lnTo>
                  <a:lnTo>
                    <a:pt x="1285736" y="17164"/>
                  </a:lnTo>
                  <a:lnTo>
                    <a:pt x="1295480" y="20269"/>
                  </a:lnTo>
                  <a:lnTo>
                    <a:pt x="1305224" y="23631"/>
                  </a:lnTo>
                  <a:lnTo>
                    <a:pt x="1314968" y="27249"/>
                  </a:lnTo>
                  <a:lnTo>
                    <a:pt x="1324697" y="31121"/>
                  </a:lnTo>
                  <a:lnTo>
                    <a:pt x="1334441" y="35245"/>
                  </a:lnTo>
                  <a:lnTo>
                    <a:pt x="1344185" y="39618"/>
                  </a:lnTo>
                  <a:lnTo>
                    <a:pt x="1353929" y="44234"/>
                  </a:lnTo>
                  <a:lnTo>
                    <a:pt x="1363658" y="49091"/>
                  </a:lnTo>
                  <a:lnTo>
                    <a:pt x="1373402" y="54185"/>
                  </a:lnTo>
                  <a:lnTo>
                    <a:pt x="1383146" y="59510"/>
                  </a:lnTo>
                  <a:lnTo>
                    <a:pt x="1392890" y="65061"/>
                  </a:lnTo>
                  <a:lnTo>
                    <a:pt x="1402619" y="70833"/>
                  </a:lnTo>
                  <a:lnTo>
                    <a:pt x="1412363" y="76819"/>
                  </a:lnTo>
                  <a:lnTo>
                    <a:pt x="1422106" y="83013"/>
                  </a:lnTo>
                  <a:lnTo>
                    <a:pt x="1431850" y="89407"/>
                  </a:lnTo>
                  <a:lnTo>
                    <a:pt x="1441594" y="95996"/>
                  </a:lnTo>
                  <a:lnTo>
                    <a:pt x="1451323" y="102769"/>
                  </a:lnTo>
                  <a:lnTo>
                    <a:pt x="1461067" y="109719"/>
                  </a:lnTo>
                  <a:lnTo>
                    <a:pt x="1470811" y="116839"/>
                  </a:lnTo>
                  <a:lnTo>
                    <a:pt x="1480555" y="124118"/>
                  </a:lnTo>
                  <a:lnTo>
                    <a:pt x="1490284" y="131548"/>
                  </a:lnTo>
                  <a:lnTo>
                    <a:pt x="1500028" y="139119"/>
                  </a:lnTo>
                  <a:lnTo>
                    <a:pt x="1509772" y="146822"/>
                  </a:lnTo>
                  <a:lnTo>
                    <a:pt x="1519516" y="154647"/>
                  </a:lnTo>
                  <a:lnTo>
                    <a:pt x="1529245" y="162582"/>
                  </a:lnTo>
                  <a:lnTo>
                    <a:pt x="1538989" y="170619"/>
                  </a:lnTo>
                  <a:lnTo>
                    <a:pt x="1548733" y="178745"/>
                  </a:lnTo>
                  <a:lnTo>
                    <a:pt x="1558477" y="186949"/>
                  </a:lnTo>
                  <a:lnTo>
                    <a:pt x="1568221" y="195221"/>
                  </a:lnTo>
                  <a:lnTo>
                    <a:pt x="1577950" y="203550"/>
                  </a:lnTo>
                  <a:lnTo>
                    <a:pt x="1587694" y="211923"/>
                  </a:lnTo>
                  <a:lnTo>
                    <a:pt x="1597438" y="220329"/>
                  </a:lnTo>
                  <a:lnTo>
                    <a:pt x="1607182" y="228756"/>
                  </a:lnTo>
                  <a:lnTo>
                    <a:pt x="1616911" y="237193"/>
                  </a:lnTo>
                  <a:lnTo>
                    <a:pt x="1626655" y="245629"/>
                  </a:lnTo>
                  <a:lnTo>
                    <a:pt x="1636399" y="254050"/>
                  </a:lnTo>
                  <a:lnTo>
                    <a:pt x="1646142" y="262444"/>
                  </a:lnTo>
                  <a:lnTo>
                    <a:pt x="1655872" y="270801"/>
                  </a:lnTo>
                  <a:lnTo>
                    <a:pt x="1665616" y="279107"/>
                  </a:lnTo>
                  <a:lnTo>
                    <a:pt x="1675359" y="287351"/>
                  </a:lnTo>
                  <a:lnTo>
                    <a:pt x="1685103" y="295521"/>
                  </a:lnTo>
                  <a:lnTo>
                    <a:pt x="1694832" y="303605"/>
                  </a:lnTo>
                  <a:lnTo>
                    <a:pt x="1704576" y="311593"/>
                  </a:lnTo>
                  <a:lnTo>
                    <a:pt x="1714320" y="319471"/>
                  </a:lnTo>
                  <a:lnTo>
                    <a:pt x="1724064" y="327229"/>
                  </a:lnTo>
                  <a:lnTo>
                    <a:pt x="1733808" y="334855"/>
                  </a:lnTo>
                  <a:lnTo>
                    <a:pt x="1743537" y="342337"/>
                  </a:lnTo>
                  <a:lnTo>
                    <a:pt x="1753281" y="349666"/>
                  </a:lnTo>
                  <a:lnTo>
                    <a:pt x="1763025" y="356831"/>
                  </a:lnTo>
                  <a:lnTo>
                    <a:pt x="1772769" y="363818"/>
                  </a:lnTo>
                  <a:lnTo>
                    <a:pt x="1782498" y="370621"/>
                  </a:lnTo>
                  <a:lnTo>
                    <a:pt x="1792242" y="377227"/>
                  </a:lnTo>
                  <a:lnTo>
                    <a:pt x="1801986" y="383629"/>
                  </a:lnTo>
                  <a:lnTo>
                    <a:pt x="1811730" y="389816"/>
                  </a:lnTo>
                  <a:lnTo>
                    <a:pt x="1821459" y="395777"/>
                  </a:lnTo>
                  <a:lnTo>
                    <a:pt x="1831203" y="401505"/>
                  </a:lnTo>
                  <a:lnTo>
                    <a:pt x="1840947" y="406991"/>
                  </a:lnTo>
                  <a:lnTo>
                    <a:pt x="1850691" y="412228"/>
                  </a:lnTo>
                  <a:lnTo>
                    <a:pt x="1860435" y="417206"/>
                  </a:lnTo>
                  <a:lnTo>
                    <a:pt x="1870164" y="421918"/>
                  </a:lnTo>
                  <a:lnTo>
                    <a:pt x="1879908" y="426358"/>
                  </a:lnTo>
                  <a:lnTo>
                    <a:pt x="1889652" y="430519"/>
                  </a:lnTo>
                  <a:lnTo>
                    <a:pt x="1899395" y="434395"/>
                  </a:lnTo>
                  <a:lnTo>
                    <a:pt x="1909124" y="437979"/>
                  </a:lnTo>
                  <a:lnTo>
                    <a:pt x="1918868" y="441268"/>
                  </a:lnTo>
                  <a:lnTo>
                    <a:pt x="1928612" y="444255"/>
                  </a:lnTo>
                  <a:lnTo>
                    <a:pt x="1938356" y="446935"/>
                  </a:lnTo>
                  <a:lnTo>
                    <a:pt x="1948085" y="449306"/>
                  </a:lnTo>
                  <a:lnTo>
                    <a:pt x="1957829" y="451365"/>
                  </a:lnTo>
                  <a:lnTo>
                    <a:pt x="1967573" y="453106"/>
                  </a:lnTo>
                  <a:lnTo>
                    <a:pt x="1977317" y="454531"/>
                  </a:lnTo>
                  <a:lnTo>
                    <a:pt x="1987046" y="455635"/>
                  </a:lnTo>
                  <a:lnTo>
                    <a:pt x="1996790" y="456417"/>
                  </a:lnTo>
                  <a:lnTo>
                    <a:pt x="2006534" y="456879"/>
                  </a:lnTo>
                  <a:lnTo>
                    <a:pt x="2016278" y="457017"/>
                  </a:lnTo>
                  <a:lnTo>
                    <a:pt x="2026022" y="456834"/>
                  </a:lnTo>
                  <a:lnTo>
                    <a:pt x="2035751" y="456332"/>
                  </a:lnTo>
                  <a:lnTo>
                    <a:pt x="2045495" y="455510"/>
                  </a:lnTo>
                  <a:lnTo>
                    <a:pt x="2055239" y="454371"/>
                  </a:lnTo>
                  <a:lnTo>
                    <a:pt x="2064983" y="452919"/>
                  </a:lnTo>
                  <a:lnTo>
                    <a:pt x="2074712" y="451158"/>
                  </a:lnTo>
                  <a:lnTo>
                    <a:pt x="2084456" y="449088"/>
                  </a:lnTo>
                  <a:lnTo>
                    <a:pt x="2094200" y="446718"/>
                  </a:lnTo>
                  <a:lnTo>
                    <a:pt x="2103944" y="444051"/>
                  </a:lnTo>
                  <a:lnTo>
                    <a:pt x="2113673" y="441093"/>
                  </a:lnTo>
                  <a:lnTo>
                    <a:pt x="2123417" y="437851"/>
                  </a:lnTo>
                  <a:lnTo>
                    <a:pt x="2133161" y="434334"/>
                  </a:lnTo>
                  <a:lnTo>
                    <a:pt x="2142905" y="430545"/>
                  </a:lnTo>
                  <a:lnTo>
                    <a:pt x="2152649" y="426495"/>
                  </a:lnTo>
                  <a:lnTo>
                    <a:pt x="2162377" y="422192"/>
                  </a:lnTo>
                  <a:lnTo>
                    <a:pt x="2172121" y="417645"/>
                  </a:lnTo>
                  <a:lnTo>
                    <a:pt x="2181865" y="412866"/>
                  </a:lnTo>
                  <a:lnTo>
                    <a:pt x="2191609" y="407863"/>
                  </a:lnTo>
                  <a:lnTo>
                    <a:pt x="2201338" y="402647"/>
                  </a:lnTo>
                  <a:lnTo>
                    <a:pt x="2211082" y="397229"/>
                  </a:lnTo>
                  <a:lnTo>
                    <a:pt x="2220826" y="391623"/>
                  </a:lnTo>
                  <a:lnTo>
                    <a:pt x="2230570" y="385840"/>
                  </a:lnTo>
                  <a:lnTo>
                    <a:pt x="2240299" y="379893"/>
                  </a:lnTo>
                  <a:lnTo>
                    <a:pt x="2250043" y="373793"/>
                  </a:lnTo>
                  <a:lnTo>
                    <a:pt x="2259787" y="367556"/>
                  </a:lnTo>
                  <a:lnTo>
                    <a:pt x="2269531" y="361195"/>
                  </a:lnTo>
                  <a:lnTo>
                    <a:pt x="2279260" y="354724"/>
                  </a:lnTo>
                  <a:lnTo>
                    <a:pt x="2289004" y="348158"/>
                  </a:lnTo>
                  <a:lnTo>
                    <a:pt x="2298748" y="341512"/>
                  </a:lnTo>
                  <a:lnTo>
                    <a:pt x="2308492" y="334800"/>
                  </a:lnTo>
                  <a:lnTo>
                    <a:pt x="2318236" y="328038"/>
                  </a:lnTo>
                  <a:lnTo>
                    <a:pt x="2327965" y="321240"/>
                  </a:lnTo>
                  <a:lnTo>
                    <a:pt x="2337709" y="314424"/>
                  </a:lnTo>
                  <a:lnTo>
                    <a:pt x="2347453" y="307603"/>
                  </a:lnTo>
                  <a:lnTo>
                    <a:pt x="2357197" y="300794"/>
                  </a:lnTo>
                  <a:lnTo>
                    <a:pt x="2366926" y="294012"/>
                  </a:lnTo>
                  <a:lnTo>
                    <a:pt x="2376670" y="287273"/>
                  </a:lnTo>
                  <a:lnTo>
                    <a:pt x="2386413" y="280594"/>
                  </a:lnTo>
                  <a:lnTo>
                    <a:pt x="2396157" y="273988"/>
                  </a:lnTo>
                  <a:lnTo>
                    <a:pt x="2405886" y="267472"/>
                  </a:lnTo>
                  <a:lnTo>
                    <a:pt x="2415630" y="261060"/>
                  </a:lnTo>
                  <a:lnTo>
                    <a:pt x="2425374" y="254770"/>
                  </a:lnTo>
                  <a:lnTo>
                    <a:pt x="2435118" y="248612"/>
                  </a:lnTo>
                  <a:lnTo>
                    <a:pt x="2444862" y="242603"/>
                  </a:lnTo>
                  <a:lnTo>
                    <a:pt x="2454591" y="236758"/>
                  </a:lnTo>
                  <a:lnTo>
                    <a:pt x="2464335" y="231089"/>
                  </a:lnTo>
                  <a:lnTo>
                    <a:pt x="2474079" y="225611"/>
                  </a:lnTo>
                  <a:lnTo>
                    <a:pt x="2483823" y="220335"/>
                  </a:lnTo>
                  <a:lnTo>
                    <a:pt x="2493552" y="215274"/>
                  </a:lnTo>
                  <a:lnTo>
                    <a:pt x="2503296" y="210439"/>
                  </a:lnTo>
                  <a:lnTo>
                    <a:pt x="2513040" y="205843"/>
                  </a:lnTo>
                  <a:lnTo>
                    <a:pt x="2522784" y="201495"/>
                  </a:lnTo>
                  <a:lnTo>
                    <a:pt x="2532513" y="197406"/>
                  </a:lnTo>
                  <a:lnTo>
                    <a:pt x="2542257" y="193584"/>
                  </a:lnTo>
                  <a:lnTo>
                    <a:pt x="2552001" y="190038"/>
                  </a:lnTo>
                  <a:lnTo>
                    <a:pt x="2561745" y="186777"/>
                  </a:lnTo>
                  <a:lnTo>
                    <a:pt x="2571474" y="183806"/>
                  </a:lnTo>
                  <a:lnTo>
                    <a:pt x="2581218" y="181133"/>
                  </a:lnTo>
                  <a:lnTo>
                    <a:pt x="2590962" y="178763"/>
                  </a:lnTo>
                  <a:lnTo>
                    <a:pt x="2600705" y="176699"/>
                  </a:lnTo>
                  <a:lnTo>
                    <a:pt x="2610449" y="174947"/>
                  </a:lnTo>
                  <a:lnTo>
                    <a:pt x="2620178" y="173509"/>
                  </a:lnTo>
                  <a:lnTo>
                    <a:pt x="2629922" y="172389"/>
                  </a:lnTo>
                  <a:lnTo>
                    <a:pt x="2639666" y="171584"/>
                  </a:lnTo>
                  <a:lnTo>
                    <a:pt x="2649410" y="171098"/>
                  </a:lnTo>
                  <a:lnTo>
                    <a:pt x="2659139" y="170930"/>
                  </a:lnTo>
                  <a:lnTo>
                    <a:pt x="2668883" y="171076"/>
                  </a:lnTo>
                  <a:lnTo>
                    <a:pt x="2678627" y="171536"/>
                  </a:lnTo>
                  <a:lnTo>
                    <a:pt x="2688371" y="172307"/>
                  </a:lnTo>
                  <a:lnTo>
                    <a:pt x="2698100" y="173382"/>
                  </a:lnTo>
                  <a:lnTo>
                    <a:pt x="2707844" y="174759"/>
                  </a:lnTo>
                  <a:lnTo>
                    <a:pt x="2717588" y="176431"/>
                  </a:lnTo>
                  <a:lnTo>
                    <a:pt x="2727332" y="178390"/>
                  </a:lnTo>
                  <a:lnTo>
                    <a:pt x="2737076" y="180631"/>
                  </a:lnTo>
                  <a:lnTo>
                    <a:pt x="2746805" y="183143"/>
                  </a:lnTo>
                  <a:lnTo>
                    <a:pt x="2756549" y="185920"/>
                  </a:lnTo>
                  <a:lnTo>
                    <a:pt x="2766293" y="188949"/>
                  </a:lnTo>
                  <a:lnTo>
                    <a:pt x="2776037" y="192221"/>
                  </a:lnTo>
                  <a:lnTo>
                    <a:pt x="2785766" y="195726"/>
                  </a:lnTo>
                  <a:lnTo>
                    <a:pt x="2795510" y="199450"/>
                  </a:lnTo>
                  <a:lnTo>
                    <a:pt x="2805254" y="203382"/>
                  </a:lnTo>
                  <a:lnTo>
                    <a:pt x="2814998" y="207507"/>
                  </a:lnTo>
                  <a:lnTo>
                    <a:pt x="2824727" y="211814"/>
                  </a:lnTo>
                  <a:lnTo>
                    <a:pt x="2834471" y="216288"/>
                  </a:lnTo>
                  <a:lnTo>
                    <a:pt x="2844215" y="220915"/>
                  </a:lnTo>
                  <a:lnTo>
                    <a:pt x="2853958" y="225678"/>
                  </a:lnTo>
                  <a:lnTo>
                    <a:pt x="2863687" y="230563"/>
                  </a:lnTo>
                  <a:lnTo>
                    <a:pt x="2873431" y="235557"/>
                  </a:lnTo>
                  <a:lnTo>
                    <a:pt x="2883175" y="240641"/>
                  </a:lnTo>
                  <a:lnTo>
                    <a:pt x="2892919" y="245800"/>
                  </a:lnTo>
                  <a:lnTo>
                    <a:pt x="2902663" y="251020"/>
                  </a:lnTo>
                  <a:lnTo>
                    <a:pt x="2912392" y="25628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3" name="Freeform 832">
              <a:extLst>
                <a:ext uri="{FF2B5EF4-FFF2-40B4-BE49-F238E27FC236}">
                  <a16:creationId xmlns:a16="http://schemas.microsoft.com/office/drawing/2014/main" id="{561095C2-4928-7360-51D9-EACFA0F0DE56}"/>
                </a:ext>
              </a:extLst>
            </p:cNvPr>
            <p:cNvSpPr/>
            <p:nvPr/>
          </p:nvSpPr>
          <p:spPr>
            <a:xfrm>
              <a:off x="576446" y="3247761"/>
              <a:ext cx="2912392" cy="644313"/>
            </a:xfrm>
            <a:custGeom>
              <a:avLst/>
              <a:gdLst>
                <a:gd name="connsiteX0" fmla="*/ 0 w 2912392"/>
                <a:gd name="connsiteY0" fmla="*/ 101695 h 644313"/>
                <a:gd name="connsiteX1" fmla="*/ 9739 w 2912392"/>
                <a:gd name="connsiteY1" fmla="*/ 96073 h 644313"/>
                <a:gd name="connsiteX2" fmla="*/ 19480 w 2912392"/>
                <a:gd name="connsiteY2" fmla="*/ 90525 h 644313"/>
                <a:gd name="connsiteX3" fmla="*/ 29221 w 2912392"/>
                <a:gd name="connsiteY3" fmla="*/ 85057 h 644313"/>
                <a:gd name="connsiteX4" fmla="*/ 38961 w 2912392"/>
                <a:gd name="connsiteY4" fmla="*/ 79677 h 644313"/>
                <a:gd name="connsiteX5" fmla="*/ 48702 w 2912392"/>
                <a:gd name="connsiteY5" fmla="*/ 74397 h 644313"/>
                <a:gd name="connsiteX6" fmla="*/ 58443 w 2912392"/>
                <a:gd name="connsiteY6" fmla="*/ 69224 h 644313"/>
                <a:gd name="connsiteX7" fmla="*/ 68182 w 2912392"/>
                <a:gd name="connsiteY7" fmla="*/ 64167 h 644313"/>
                <a:gd name="connsiteX8" fmla="*/ 77923 w 2912392"/>
                <a:gd name="connsiteY8" fmla="*/ 59237 h 644313"/>
                <a:gd name="connsiteX9" fmla="*/ 87664 w 2912392"/>
                <a:gd name="connsiteY9" fmla="*/ 54442 h 644313"/>
                <a:gd name="connsiteX10" fmla="*/ 97404 w 2912392"/>
                <a:gd name="connsiteY10" fmla="*/ 49792 h 644313"/>
                <a:gd name="connsiteX11" fmla="*/ 107145 w 2912392"/>
                <a:gd name="connsiteY11" fmla="*/ 45296 h 644313"/>
                <a:gd name="connsiteX12" fmla="*/ 116886 w 2912392"/>
                <a:gd name="connsiteY12" fmla="*/ 40965 h 644313"/>
                <a:gd name="connsiteX13" fmla="*/ 126625 w 2912392"/>
                <a:gd name="connsiteY13" fmla="*/ 36805 h 644313"/>
                <a:gd name="connsiteX14" fmla="*/ 136366 w 2912392"/>
                <a:gd name="connsiteY14" fmla="*/ 32827 h 644313"/>
                <a:gd name="connsiteX15" fmla="*/ 146107 w 2912392"/>
                <a:gd name="connsiteY15" fmla="*/ 29040 h 644313"/>
                <a:gd name="connsiteX16" fmla="*/ 155846 w 2912392"/>
                <a:gd name="connsiteY16" fmla="*/ 25452 h 644313"/>
                <a:gd name="connsiteX17" fmla="*/ 165587 w 2912392"/>
                <a:gd name="connsiteY17" fmla="*/ 22071 h 644313"/>
                <a:gd name="connsiteX18" fmla="*/ 175328 w 2912392"/>
                <a:gd name="connsiteY18" fmla="*/ 18905 h 644313"/>
                <a:gd name="connsiteX19" fmla="*/ 185068 w 2912392"/>
                <a:gd name="connsiteY19" fmla="*/ 15963 h 644313"/>
                <a:gd name="connsiteX20" fmla="*/ 194809 w 2912392"/>
                <a:gd name="connsiteY20" fmla="*/ 13250 h 644313"/>
                <a:gd name="connsiteX21" fmla="*/ 204550 w 2912392"/>
                <a:gd name="connsiteY21" fmla="*/ 10773 h 644313"/>
                <a:gd name="connsiteX22" fmla="*/ 214289 w 2912392"/>
                <a:gd name="connsiteY22" fmla="*/ 8540 h 644313"/>
                <a:gd name="connsiteX23" fmla="*/ 224030 w 2912392"/>
                <a:gd name="connsiteY23" fmla="*/ 6556 h 644313"/>
                <a:gd name="connsiteX24" fmla="*/ 233771 w 2912392"/>
                <a:gd name="connsiteY24" fmla="*/ 4826 h 644313"/>
                <a:gd name="connsiteX25" fmla="*/ 243510 w 2912392"/>
                <a:gd name="connsiteY25" fmla="*/ 3354 h 644313"/>
                <a:gd name="connsiteX26" fmla="*/ 253251 w 2912392"/>
                <a:gd name="connsiteY26" fmla="*/ 2145 h 644313"/>
                <a:gd name="connsiteX27" fmla="*/ 262992 w 2912392"/>
                <a:gd name="connsiteY27" fmla="*/ 1202 h 644313"/>
                <a:gd name="connsiteX28" fmla="*/ 272732 w 2912392"/>
                <a:gd name="connsiteY28" fmla="*/ 530 h 644313"/>
                <a:gd name="connsiteX29" fmla="*/ 282473 w 2912392"/>
                <a:gd name="connsiteY29" fmla="*/ 128 h 644313"/>
                <a:gd name="connsiteX30" fmla="*/ 292214 w 2912392"/>
                <a:gd name="connsiteY30" fmla="*/ 0 h 644313"/>
                <a:gd name="connsiteX31" fmla="*/ 301953 w 2912392"/>
                <a:gd name="connsiteY31" fmla="*/ 146 h 644313"/>
                <a:gd name="connsiteX32" fmla="*/ 311694 w 2912392"/>
                <a:gd name="connsiteY32" fmla="*/ 566 h 644313"/>
                <a:gd name="connsiteX33" fmla="*/ 321435 w 2912392"/>
                <a:gd name="connsiteY33" fmla="*/ 1260 h 644313"/>
                <a:gd name="connsiteX34" fmla="*/ 331175 w 2912392"/>
                <a:gd name="connsiteY34" fmla="*/ 2229 h 644313"/>
                <a:gd name="connsiteX35" fmla="*/ 340916 w 2912392"/>
                <a:gd name="connsiteY35" fmla="*/ 3467 h 644313"/>
                <a:gd name="connsiteX36" fmla="*/ 350656 w 2912392"/>
                <a:gd name="connsiteY36" fmla="*/ 4973 h 644313"/>
                <a:gd name="connsiteX37" fmla="*/ 360396 w 2912392"/>
                <a:gd name="connsiteY37" fmla="*/ 6745 h 644313"/>
                <a:gd name="connsiteX38" fmla="*/ 370137 w 2912392"/>
                <a:gd name="connsiteY38" fmla="*/ 8777 h 644313"/>
                <a:gd name="connsiteX39" fmla="*/ 379878 w 2912392"/>
                <a:gd name="connsiteY39" fmla="*/ 11067 h 644313"/>
                <a:gd name="connsiteX40" fmla="*/ 389617 w 2912392"/>
                <a:gd name="connsiteY40" fmla="*/ 13609 h 644313"/>
                <a:gd name="connsiteX41" fmla="*/ 399358 w 2912392"/>
                <a:gd name="connsiteY41" fmla="*/ 16395 h 644313"/>
                <a:gd name="connsiteX42" fmla="*/ 409099 w 2912392"/>
                <a:gd name="connsiteY42" fmla="*/ 19421 h 644313"/>
                <a:gd name="connsiteX43" fmla="*/ 418839 w 2912392"/>
                <a:gd name="connsiteY43" fmla="*/ 22678 h 644313"/>
                <a:gd name="connsiteX44" fmla="*/ 428580 w 2912392"/>
                <a:gd name="connsiteY44" fmla="*/ 26160 h 644313"/>
                <a:gd name="connsiteX45" fmla="*/ 438321 w 2912392"/>
                <a:gd name="connsiteY45" fmla="*/ 29856 h 644313"/>
                <a:gd name="connsiteX46" fmla="*/ 448060 w 2912392"/>
                <a:gd name="connsiteY46" fmla="*/ 33761 h 644313"/>
                <a:gd name="connsiteX47" fmla="*/ 457801 w 2912392"/>
                <a:gd name="connsiteY47" fmla="*/ 37863 h 644313"/>
                <a:gd name="connsiteX48" fmla="*/ 467542 w 2912392"/>
                <a:gd name="connsiteY48" fmla="*/ 42154 h 644313"/>
                <a:gd name="connsiteX49" fmla="*/ 477281 w 2912392"/>
                <a:gd name="connsiteY49" fmla="*/ 46620 h 644313"/>
                <a:gd name="connsiteX50" fmla="*/ 487022 w 2912392"/>
                <a:gd name="connsiteY50" fmla="*/ 51255 h 644313"/>
                <a:gd name="connsiteX51" fmla="*/ 496763 w 2912392"/>
                <a:gd name="connsiteY51" fmla="*/ 56047 h 644313"/>
                <a:gd name="connsiteX52" fmla="*/ 506503 w 2912392"/>
                <a:gd name="connsiteY52" fmla="*/ 60983 h 644313"/>
                <a:gd name="connsiteX53" fmla="*/ 516244 w 2912392"/>
                <a:gd name="connsiteY53" fmla="*/ 66053 h 644313"/>
                <a:gd name="connsiteX54" fmla="*/ 525985 w 2912392"/>
                <a:gd name="connsiteY54" fmla="*/ 71244 h 644313"/>
                <a:gd name="connsiteX55" fmla="*/ 535724 w 2912392"/>
                <a:gd name="connsiteY55" fmla="*/ 76543 h 644313"/>
                <a:gd name="connsiteX56" fmla="*/ 545465 w 2912392"/>
                <a:gd name="connsiteY56" fmla="*/ 81943 h 644313"/>
                <a:gd name="connsiteX57" fmla="*/ 555206 w 2912392"/>
                <a:gd name="connsiteY57" fmla="*/ 87426 h 644313"/>
                <a:gd name="connsiteX58" fmla="*/ 564946 w 2912392"/>
                <a:gd name="connsiteY58" fmla="*/ 92983 h 644313"/>
                <a:gd name="connsiteX59" fmla="*/ 574687 w 2912392"/>
                <a:gd name="connsiteY59" fmla="*/ 98600 h 644313"/>
                <a:gd name="connsiteX60" fmla="*/ 584428 w 2912392"/>
                <a:gd name="connsiteY60" fmla="*/ 104266 h 644313"/>
                <a:gd name="connsiteX61" fmla="*/ 594167 w 2912392"/>
                <a:gd name="connsiteY61" fmla="*/ 109969 h 644313"/>
                <a:gd name="connsiteX62" fmla="*/ 603908 w 2912392"/>
                <a:gd name="connsiteY62" fmla="*/ 115697 h 644313"/>
                <a:gd name="connsiteX63" fmla="*/ 613649 w 2912392"/>
                <a:gd name="connsiteY63" fmla="*/ 121436 h 644313"/>
                <a:gd name="connsiteX64" fmla="*/ 623388 w 2912392"/>
                <a:gd name="connsiteY64" fmla="*/ 127178 h 644313"/>
                <a:gd name="connsiteX65" fmla="*/ 633129 w 2912392"/>
                <a:gd name="connsiteY65" fmla="*/ 132908 h 644313"/>
                <a:gd name="connsiteX66" fmla="*/ 642870 w 2912392"/>
                <a:gd name="connsiteY66" fmla="*/ 138619 h 644313"/>
                <a:gd name="connsiteX67" fmla="*/ 652610 w 2912392"/>
                <a:gd name="connsiteY67" fmla="*/ 144297 h 644313"/>
                <a:gd name="connsiteX68" fmla="*/ 662351 w 2912392"/>
                <a:gd name="connsiteY68" fmla="*/ 149933 h 644313"/>
                <a:gd name="connsiteX69" fmla="*/ 672092 w 2912392"/>
                <a:gd name="connsiteY69" fmla="*/ 155516 h 644313"/>
                <a:gd name="connsiteX70" fmla="*/ 681831 w 2912392"/>
                <a:gd name="connsiteY70" fmla="*/ 161039 h 644313"/>
                <a:gd name="connsiteX71" fmla="*/ 691572 w 2912392"/>
                <a:gd name="connsiteY71" fmla="*/ 166490 h 644313"/>
                <a:gd name="connsiteX72" fmla="*/ 701313 w 2912392"/>
                <a:gd name="connsiteY72" fmla="*/ 171863 h 644313"/>
                <a:gd name="connsiteX73" fmla="*/ 711052 w 2912392"/>
                <a:gd name="connsiteY73" fmla="*/ 177149 h 644313"/>
                <a:gd name="connsiteX74" fmla="*/ 720793 w 2912392"/>
                <a:gd name="connsiteY74" fmla="*/ 182340 h 644313"/>
                <a:gd name="connsiteX75" fmla="*/ 730534 w 2912392"/>
                <a:gd name="connsiteY75" fmla="*/ 187431 h 644313"/>
                <a:gd name="connsiteX76" fmla="*/ 740274 w 2912392"/>
                <a:gd name="connsiteY76" fmla="*/ 192414 h 644313"/>
                <a:gd name="connsiteX77" fmla="*/ 750015 w 2912392"/>
                <a:gd name="connsiteY77" fmla="*/ 197285 h 644313"/>
                <a:gd name="connsiteX78" fmla="*/ 759756 w 2912392"/>
                <a:gd name="connsiteY78" fmla="*/ 202039 h 644313"/>
                <a:gd name="connsiteX79" fmla="*/ 769495 w 2912392"/>
                <a:gd name="connsiteY79" fmla="*/ 206670 h 644313"/>
                <a:gd name="connsiteX80" fmla="*/ 779236 w 2912392"/>
                <a:gd name="connsiteY80" fmla="*/ 211177 h 644313"/>
                <a:gd name="connsiteX81" fmla="*/ 788977 w 2912392"/>
                <a:gd name="connsiteY81" fmla="*/ 215554 h 644313"/>
                <a:gd name="connsiteX82" fmla="*/ 798717 w 2912392"/>
                <a:gd name="connsiteY82" fmla="*/ 219800 h 644313"/>
                <a:gd name="connsiteX83" fmla="*/ 808458 w 2912392"/>
                <a:gd name="connsiteY83" fmla="*/ 223914 h 644313"/>
                <a:gd name="connsiteX84" fmla="*/ 818199 w 2912392"/>
                <a:gd name="connsiteY84" fmla="*/ 227895 h 644313"/>
                <a:gd name="connsiteX85" fmla="*/ 827938 w 2912392"/>
                <a:gd name="connsiteY85" fmla="*/ 231743 h 644313"/>
                <a:gd name="connsiteX86" fmla="*/ 837679 w 2912392"/>
                <a:gd name="connsiteY86" fmla="*/ 235456 h 644313"/>
                <a:gd name="connsiteX87" fmla="*/ 847420 w 2912392"/>
                <a:gd name="connsiteY87" fmla="*/ 239038 h 644313"/>
                <a:gd name="connsiteX88" fmla="*/ 857159 w 2912392"/>
                <a:gd name="connsiteY88" fmla="*/ 242488 h 644313"/>
                <a:gd name="connsiteX89" fmla="*/ 866900 w 2912392"/>
                <a:gd name="connsiteY89" fmla="*/ 245811 h 644313"/>
                <a:gd name="connsiteX90" fmla="*/ 876641 w 2912392"/>
                <a:gd name="connsiteY90" fmla="*/ 249007 h 644313"/>
                <a:gd name="connsiteX91" fmla="*/ 886381 w 2912392"/>
                <a:gd name="connsiteY91" fmla="*/ 252080 h 644313"/>
                <a:gd name="connsiteX92" fmla="*/ 896122 w 2912392"/>
                <a:gd name="connsiteY92" fmla="*/ 255035 h 644313"/>
                <a:gd name="connsiteX93" fmla="*/ 905863 w 2912392"/>
                <a:gd name="connsiteY93" fmla="*/ 257876 h 644313"/>
                <a:gd name="connsiteX94" fmla="*/ 915602 w 2912392"/>
                <a:gd name="connsiteY94" fmla="*/ 260607 h 644313"/>
                <a:gd name="connsiteX95" fmla="*/ 925343 w 2912392"/>
                <a:gd name="connsiteY95" fmla="*/ 263234 h 644313"/>
                <a:gd name="connsiteX96" fmla="*/ 935084 w 2912392"/>
                <a:gd name="connsiteY96" fmla="*/ 265762 h 644313"/>
                <a:gd name="connsiteX97" fmla="*/ 944824 w 2912392"/>
                <a:gd name="connsiteY97" fmla="*/ 268198 h 644313"/>
                <a:gd name="connsiteX98" fmla="*/ 954564 w 2912392"/>
                <a:gd name="connsiteY98" fmla="*/ 270548 h 644313"/>
                <a:gd name="connsiteX99" fmla="*/ 964305 w 2912392"/>
                <a:gd name="connsiteY99" fmla="*/ 272818 h 644313"/>
                <a:gd name="connsiteX100" fmla="*/ 974045 w 2912392"/>
                <a:gd name="connsiteY100" fmla="*/ 275016 h 644313"/>
                <a:gd name="connsiteX101" fmla="*/ 983786 w 2912392"/>
                <a:gd name="connsiteY101" fmla="*/ 277149 h 644313"/>
                <a:gd name="connsiteX102" fmla="*/ 993522 w 2912392"/>
                <a:gd name="connsiteY102" fmla="*/ 279226 h 644313"/>
                <a:gd name="connsiteX103" fmla="*/ 1003266 w 2912392"/>
                <a:gd name="connsiteY103" fmla="*/ 281253 h 644313"/>
                <a:gd name="connsiteX104" fmla="*/ 1013010 w 2912392"/>
                <a:gd name="connsiteY104" fmla="*/ 283237 h 644313"/>
                <a:gd name="connsiteX105" fmla="*/ 1022754 w 2912392"/>
                <a:gd name="connsiteY105" fmla="*/ 285187 h 644313"/>
                <a:gd name="connsiteX106" fmla="*/ 1032483 w 2912392"/>
                <a:gd name="connsiteY106" fmla="*/ 287112 h 644313"/>
                <a:gd name="connsiteX107" fmla="*/ 1042227 w 2912392"/>
                <a:gd name="connsiteY107" fmla="*/ 289019 h 644313"/>
                <a:gd name="connsiteX108" fmla="*/ 1051971 w 2912392"/>
                <a:gd name="connsiteY108" fmla="*/ 290916 h 644313"/>
                <a:gd name="connsiteX109" fmla="*/ 1061715 w 2912392"/>
                <a:gd name="connsiteY109" fmla="*/ 292811 h 644313"/>
                <a:gd name="connsiteX110" fmla="*/ 1071444 w 2912392"/>
                <a:gd name="connsiteY110" fmla="*/ 294712 h 644313"/>
                <a:gd name="connsiteX111" fmla="*/ 1081188 w 2912392"/>
                <a:gd name="connsiteY111" fmla="*/ 296625 h 644313"/>
                <a:gd name="connsiteX112" fmla="*/ 1090932 w 2912392"/>
                <a:gd name="connsiteY112" fmla="*/ 298561 h 644313"/>
                <a:gd name="connsiteX113" fmla="*/ 1100676 w 2912392"/>
                <a:gd name="connsiteY113" fmla="*/ 300523 h 644313"/>
                <a:gd name="connsiteX114" fmla="*/ 1110405 w 2912392"/>
                <a:gd name="connsiteY114" fmla="*/ 302522 h 644313"/>
                <a:gd name="connsiteX115" fmla="*/ 1120149 w 2912392"/>
                <a:gd name="connsiteY115" fmla="*/ 304562 h 644313"/>
                <a:gd name="connsiteX116" fmla="*/ 1129893 w 2912392"/>
                <a:gd name="connsiteY116" fmla="*/ 306651 h 644313"/>
                <a:gd name="connsiteX117" fmla="*/ 1139637 w 2912392"/>
                <a:gd name="connsiteY117" fmla="*/ 308795 h 644313"/>
                <a:gd name="connsiteX118" fmla="*/ 1149381 w 2912392"/>
                <a:gd name="connsiteY118" fmla="*/ 311000 h 644313"/>
                <a:gd name="connsiteX119" fmla="*/ 1159110 w 2912392"/>
                <a:gd name="connsiteY119" fmla="*/ 313272 h 644313"/>
                <a:gd name="connsiteX120" fmla="*/ 1168854 w 2912392"/>
                <a:gd name="connsiteY120" fmla="*/ 315614 h 644313"/>
                <a:gd name="connsiteX121" fmla="*/ 1178598 w 2912392"/>
                <a:gd name="connsiteY121" fmla="*/ 318032 h 644313"/>
                <a:gd name="connsiteX122" fmla="*/ 1188341 w 2912392"/>
                <a:gd name="connsiteY122" fmla="*/ 320532 h 644313"/>
                <a:gd name="connsiteX123" fmla="*/ 1198070 w 2912392"/>
                <a:gd name="connsiteY123" fmla="*/ 323116 h 644313"/>
                <a:gd name="connsiteX124" fmla="*/ 1207814 w 2912392"/>
                <a:gd name="connsiteY124" fmla="*/ 325786 h 644313"/>
                <a:gd name="connsiteX125" fmla="*/ 1217558 w 2912392"/>
                <a:gd name="connsiteY125" fmla="*/ 328548 h 644313"/>
                <a:gd name="connsiteX126" fmla="*/ 1227302 w 2912392"/>
                <a:gd name="connsiteY126" fmla="*/ 331401 h 644313"/>
                <a:gd name="connsiteX127" fmla="*/ 1237031 w 2912392"/>
                <a:gd name="connsiteY127" fmla="*/ 334351 h 644313"/>
                <a:gd name="connsiteX128" fmla="*/ 1246775 w 2912392"/>
                <a:gd name="connsiteY128" fmla="*/ 337396 h 644313"/>
                <a:gd name="connsiteX129" fmla="*/ 1256519 w 2912392"/>
                <a:gd name="connsiteY129" fmla="*/ 340539 h 644313"/>
                <a:gd name="connsiteX130" fmla="*/ 1266263 w 2912392"/>
                <a:gd name="connsiteY130" fmla="*/ 343779 h 644313"/>
                <a:gd name="connsiteX131" fmla="*/ 1276007 w 2912392"/>
                <a:gd name="connsiteY131" fmla="*/ 347116 h 644313"/>
                <a:gd name="connsiteX132" fmla="*/ 1285736 w 2912392"/>
                <a:gd name="connsiteY132" fmla="*/ 350552 h 644313"/>
                <a:gd name="connsiteX133" fmla="*/ 1295480 w 2912392"/>
                <a:gd name="connsiteY133" fmla="*/ 354082 h 644313"/>
                <a:gd name="connsiteX134" fmla="*/ 1305224 w 2912392"/>
                <a:gd name="connsiteY134" fmla="*/ 357707 h 644313"/>
                <a:gd name="connsiteX135" fmla="*/ 1314968 w 2912392"/>
                <a:gd name="connsiteY135" fmla="*/ 361424 h 644313"/>
                <a:gd name="connsiteX136" fmla="*/ 1324697 w 2912392"/>
                <a:gd name="connsiteY136" fmla="*/ 365231 h 644313"/>
                <a:gd name="connsiteX137" fmla="*/ 1334441 w 2912392"/>
                <a:gd name="connsiteY137" fmla="*/ 369125 h 644313"/>
                <a:gd name="connsiteX138" fmla="*/ 1344185 w 2912392"/>
                <a:gd name="connsiteY138" fmla="*/ 373102 h 644313"/>
                <a:gd name="connsiteX139" fmla="*/ 1353929 w 2912392"/>
                <a:gd name="connsiteY139" fmla="*/ 377159 h 644313"/>
                <a:gd name="connsiteX140" fmla="*/ 1363658 w 2912392"/>
                <a:gd name="connsiteY140" fmla="*/ 381290 h 644313"/>
                <a:gd name="connsiteX141" fmla="*/ 1373402 w 2912392"/>
                <a:gd name="connsiteY141" fmla="*/ 385493 h 644313"/>
                <a:gd name="connsiteX142" fmla="*/ 1383146 w 2912392"/>
                <a:gd name="connsiteY142" fmla="*/ 389762 h 644313"/>
                <a:gd name="connsiteX143" fmla="*/ 1392890 w 2912392"/>
                <a:gd name="connsiteY143" fmla="*/ 394090 h 644313"/>
                <a:gd name="connsiteX144" fmla="*/ 1402619 w 2912392"/>
                <a:gd name="connsiteY144" fmla="*/ 398472 h 644313"/>
                <a:gd name="connsiteX145" fmla="*/ 1412363 w 2912392"/>
                <a:gd name="connsiteY145" fmla="*/ 402903 h 644313"/>
                <a:gd name="connsiteX146" fmla="*/ 1422106 w 2912392"/>
                <a:gd name="connsiteY146" fmla="*/ 407377 h 644313"/>
                <a:gd name="connsiteX147" fmla="*/ 1431850 w 2912392"/>
                <a:gd name="connsiteY147" fmla="*/ 411885 h 644313"/>
                <a:gd name="connsiteX148" fmla="*/ 1441594 w 2912392"/>
                <a:gd name="connsiteY148" fmla="*/ 416422 h 644313"/>
                <a:gd name="connsiteX149" fmla="*/ 1451323 w 2912392"/>
                <a:gd name="connsiteY149" fmla="*/ 420981 h 644313"/>
                <a:gd name="connsiteX150" fmla="*/ 1461067 w 2912392"/>
                <a:gd name="connsiteY150" fmla="*/ 425555 h 644313"/>
                <a:gd name="connsiteX151" fmla="*/ 1470811 w 2912392"/>
                <a:gd name="connsiteY151" fmla="*/ 430135 h 644313"/>
                <a:gd name="connsiteX152" fmla="*/ 1480555 w 2912392"/>
                <a:gd name="connsiteY152" fmla="*/ 434716 h 644313"/>
                <a:gd name="connsiteX153" fmla="*/ 1490284 w 2912392"/>
                <a:gd name="connsiteY153" fmla="*/ 439289 h 644313"/>
                <a:gd name="connsiteX154" fmla="*/ 1500028 w 2912392"/>
                <a:gd name="connsiteY154" fmla="*/ 443845 h 644313"/>
                <a:gd name="connsiteX155" fmla="*/ 1509772 w 2912392"/>
                <a:gd name="connsiteY155" fmla="*/ 448379 h 644313"/>
                <a:gd name="connsiteX156" fmla="*/ 1519516 w 2912392"/>
                <a:gd name="connsiteY156" fmla="*/ 452881 h 644313"/>
                <a:gd name="connsiteX157" fmla="*/ 1529245 w 2912392"/>
                <a:gd name="connsiteY157" fmla="*/ 457345 h 644313"/>
                <a:gd name="connsiteX158" fmla="*/ 1538989 w 2912392"/>
                <a:gd name="connsiteY158" fmla="*/ 461763 h 644313"/>
                <a:gd name="connsiteX159" fmla="*/ 1548733 w 2912392"/>
                <a:gd name="connsiteY159" fmla="*/ 466127 h 644313"/>
                <a:gd name="connsiteX160" fmla="*/ 1558477 w 2912392"/>
                <a:gd name="connsiteY160" fmla="*/ 470429 h 644313"/>
                <a:gd name="connsiteX161" fmla="*/ 1568221 w 2912392"/>
                <a:gd name="connsiteY161" fmla="*/ 474664 h 644313"/>
                <a:gd name="connsiteX162" fmla="*/ 1577950 w 2912392"/>
                <a:gd name="connsiteY162" fmla="*/ 478821 h 644313"/>
                <a:gd name="connsiteX163" fmla="*/ 1587694 w 2912392"/>
                <a:gd name="connsiteY163" fmla="*/ 482897 h 644313"/>
                <a:gd name="connsiteX164" fmla="*/ 1597438 w 2912392"/>
                <a:gd name="connsiteY164" fmla="*/ 486881 h 644313"/>
                <a:gd name="connsiteX165" fmla="*/ 1607182 w 2912392"/>
                <a:gd name="connsiteY165" fmla="*/ 490771 h 644313"/>
                <a:gd name="connsiteX166" fmla="*/ 1616911 w 2912392"/>
                <a:gd name="connsiteY166" fmla="*/ 494557 h 644313"/>
                <a:gd name="connsiteX167" fmla="*/ 1626655 w 2912392"/>
                <a:gd name="connsiteY167" fmla="*/ 498235 h 644313"/>
                <a:gd name="connsiteX168" fmla="*/ 1636399 w 2912392"/>
                <a:gd name="connsiteY168" fmla="*/ 501798 h 644313"/>
                <a:gd name="connsiteX169" fmla="*/ 1646142 w 2912392"/>
                <a:gd name="connsiteY169" fmla="*/ 505241 h 644313"/>
                <a:gd name="connsiteX170" fmla="*/ 1655872 w 2912392"/>
                <a:gd name="connsiteY170" fmla="*/ 508560 h 644313"/>
                <a:gd name="connsiteX171" fmla="*/ 1665616 w 2912392"/>
                <a:gd name="connsiteY171" fmla="*/ 511749 h 644313"/>
                <a:gd name="connsiteX172" fmla="*/ 1675359 w 2912392"/>
                <a:gd name="connsiteY172" fmla="*/ 514803 h 644313"/>
                <a:gd name="connsiteX173" fmla="*/ 1685103 w 2912392"/>
                <a:gd name="connsiteY173" fmla="*/ 517719 h 644313"/>
                <a:gd name="connsiteX174" fmla="*/ 1694832 w 2912392"/>
                <a:gd name="connsiteY174" fmla="*/ 520493 h 644313"/>
                <a:gd name="connsiteX175" fmla="*/ 1704576 w 2912392"/>
                <a:gd name="connsiteY175" fmla="*/ 523123 h 644313"/>
                <a:gd name="connsiteX176" fmla="*/ 1714320 w 2912392"/>
                <a:gd name="connsiteY176" fmla="*/ 525603 h 644313"/>
                <a:gd name="connsiteX177" fmla="*/ 1724064 w 2912392"/>
                <a:gd name="connsiteY177" fmla="*/ 527934 h 644313"/>
                <a:gd name="connsiteX178" fmla="*/ 1733808 w 2912392"/>
                <a:gd name="connsiteY178" fmla="*/ 530112 h 644313"/>
                <a:gd name="connsiteX179" fmla="*/ 1743537 w 2912392"/>
                <a:gd name="connsiteY179" fmla="*/ 532137 h 644313"/>
                <a:gd name="connsiteX180" fmla="*/ 1753281 w 2912392"/>
                <a:gd name="connsiteY180" fmla="*/ 534008 h 644313"/>
                <a:gd name="connsiteX181" fmla="*/ 1763025 w 2912392"/>
                <a:gd name="connsiteY181" fmla="*/ 535721 h 644313"/>
                <a:gd name="connsiteX182" fmla="*/ 1772769 w 2912392"/>
                <a:gd name="connsiteY182" fmla="*/ 537281 h 644313"/>
                <a:gd name="connsiteX183" fmla="*/ 1782498 w 2912392"/>
                <a:gd name="connsiteY183" fmla="*/ 538685 h 644313"/>
                <a:gd name="connsiteX184" fmla="*/ 1792242 w 2912392"/>
                <a:gd name="connsiteY184" fmla="*/ 539933 h 644313"/>
                <a:gd name="connsiteX185" fmla="*/ 1801986 w 2912392"/>
                <a:gd name="connsiteY185" fmla="*/ 541030 h 644313"/>
                <a:gd name="connsiteX186" fmla="*/ 1811730 w 2912392"/>
                <a:gd name="connsiteY186" fmla="*/ 541973 h 644313"/>
                <a:gd name="connsiteX187" fmla="*/ 1821459 w 2912392"/>
                <a:gd name="connsiteY187" fmla="*/ 542767 h 644313"/>
                <a:gd name="connsiteX188" fmla="*/ 1831203 w 2912392"/>
                <a:gd name="connsiteY188" fmla="*/ 543415 h 644313"/>
                <a:gd name="connsiteX189" fmla="*/ 1840947 w 2912392"/>
                <a:gd name="connsiteY189" fmla="*/ 543919 h 644313"/>
                <a:gd name="connsiteX190" fmla="*/ 1850691 w 2912392"/>
                <a:gd name="connsiteY190" fmla="*/ 544282 h 644313"/>
                <a:gd name="connsiteX191" fmla="*/ 1860435 w 2912392"/>
                <a:gd name="connsiteY191" fmla="*/ 544507 h 644313"/>
                <a:gd name="connsiteX192" fmla="*/ 1870164 w 2912392"/>
                <a:gd name="connsiteY192" fmla="*/ 544601 h 644313"/>
                <a:gd name="connsiteX193" fmla="*/ 1879908 w 2912392"/>
                <a:gd name="connsiteY193" fmla="*/ 544567 h 644313"/>
                <a:gd name="connsiteX194" fmla="*/ 1889652 w 2912392"/>
                <a:gd name="connsiteY194" fmla="*/ 544407 h 644313"/>
                <a:gd name="connsiteX195" fmla="*/ 1899395 w 2912392"/>
                <a:gd name="connsiteY195" fmla="*/ 544132 h 644313"/>
                <a:gd name="connsiteX196" fmla="*/ 1909124 w 2912392"/>
                <a:gd name="connsiteY196" fmla="*/ 543744 h 644313"/>
                <a:gd name="connsiteX197" fmla="*/ 1918868 w 2912392"/>
                <a:gd name="connsiteY197" fmla="*/ 543250 h 644313"/>
                <a:gd name="connsiteX198" fmla="*/ 1928612 w 2912392"/>
                <a:gd name="connsiteY198" fmla="*/ 542655 h 644313"/>
                <a:gd name="connsiteX199" fmla="*/ 1938356 w 2912392"/>
                <a:gd name="connsiteY199" fmla="*/ 541967 h 644313"/>
                <a:gd name="connsiteX200" fmla="*/ 1948085 w 2912392"/>
                <a:gd name="connsiteY200" fmla="*/ 541191 h 644313"/>
                <a:gd name="connsiteX201" fmla="*/ 1957829 w 2912392"/>
                <a:gd name="connsiteY201" fmla="*/ 540337 h 644313"/>
                <a:gd name="connsiteX202" fmla="*/ 1967573 w 2912392"/>
                <a:gd name="connsiteY202" fmla="*/ 539409 h 644313"/>
                <a:gd name="connsiteX203" fmla="*/ 1977317 w 2912392"/>
                <a:gd name="connsiteY203" fmla="*/ 538416 h 644313"/>
                <a:gd name="connsiteX204" fmla="*/ 1987046 w 2912392"/>
                <a:gd name="connsiteY204" fmla="*/ 537366 h 644313"/>
                <a:gd name="connsiteX205" fmla="*/ 1996790 w 2912392"/>
                <a:gd name="connsiteY205" fmla="*/ 536265 h 644313"/>
                <a:gd name="connsiteX206" fmla="*/ 2006534 w 2912392"/>
                <a:gd name="connsiteY206" fmla="*/ 535124 h 644313"/>
                <a:gd name="connsiteX207" fmla="*/ 2016278 w 2912392"/>
                <a:gd name="connsiteY207" fmla="*/ 533947 h 644313"/>
                <a:gd name="connsiteX208" fmla="*/ 2026022 w 2912392"/>
                <a:gd name="connsiteY208" fmla="*/ 532744 h 644313"/>
                <a:gd name="connsiteX209" fmla="*/ 2035751 w 2912392"/>
                <a:gd name="connsiteY209" fmla="*/ 531523 h 644313"/>
                <a:gd name="connsiteX210" fmla="*/ 2045495 w 2912392"/>
                <a:gd name="connsiteY210" fmla="*/ 530292 h 644313"/>
                <a:gd name="connsiteX211" fmla="*/ 2055239 w 2912392"/>
                <a:gd name="connsiteY211" fmla="*/ 529060 h 644313"/>
                <a:gd name="connsiteX212" fmla="*/ 2064983 w 2912392"/>
                <a:gd name="connsiteY212" fmla="*/ 527832 h 644313"/>
                <a:gd name="connsiteX213" fmla="*/ 2074712 w 2912392"/>
                <a:gd name="connsiteY213" fmla="*/ 526618 h 644313"/>
                <a:gd name="connsiteX214" fmla="*/ 2084456 w 2912392"/>
                <a:gd name="connsiteY214" fmla="*/ 525428 h 644313"/>
                <a:gd name="connsiteX215" fmla="*/ 2094200 w 2912392"/>
                <a:gd name="connsiteY215" fmla="*/ 524264 h 644313"/>
                <a:gd name="connsiteX216" fmla="*/ 2103944 w 2912392"/>
                <a:gd name="connsiteY216" fmla="*/ 523139 h 644313"/>
                <a:gd name="connsiteX217" fmla="*/ 2113673 w 2912392"/>
                <a:gd name="connsiteY217" fmla="*/ 522057 h 644313"/>
                <a:gd name="connsiteX218" fmla="*/ 2123417 w 2912392"/>
                <a:gd name="connsiteY218" fmla="*/ 521028 h 644313"/>
                <a:gd name="connsiteX219" fmla="*/ 2133161 w 2912392"/>
                <a:gd name="connsiteY219" fmla="*/ 520056 h 644313"/>
                <a:gd name="connsiteX220" fmla="*/ 2142905 w 2912392"/>
                <a:gd name="connsiteY220" fmla="*/ 519151 h 644313"/>
                <a:gd name="connsiteX221" fmla="*/ 2152649 w 2912392"/>
                <a:gd name="connsiteY221" fmla="*/ 518316 h 644313"/>
                <a:gd name="connsiteX222" fmla="*/ 2162377 w 2912392"/>
                <a:gd name="connsiteY222" fmla="*/ 517561 h 644313"/>
                <a:gd name="connsiteX223" fmla="*/ 2172121 w 2912392"/>
                <a:gd name="connsiteY223" fmla="*/ 516889 h 644313"/>
                <a:gd name="connsiteX224" fmla="*/ 2181865 w 2912392"/>
                <a:gd name="connsiteY224" fmla="*/ 516306 h 644313"/>
                <a:gd name="connsiteX225" fmla="*/ 2191609 w 2912392"/>
                <a:gd name="connsiteY225" fmla="*/ 515819 h 644313"/>
                <a:gd name="connsiteX226" fmla="*/ 2201338 w 2912392"/>
                <a:gd name="connsiteY226" fmla="*/ 515430 h 644313"/>
                <a:gd name="connsiteX227" fmla="*/ 2211082 w 2912392"/>
                <a:gd name="connsiteY227" fmla="*/ 515147 h 644313"/>
                <a:gd name="connsiteX228" fmla="*/ 2220826 w 2912392"/>
                <a:gd name="connsiteY228" fmla="*/ 514973 h 644313"/>
                <a:gd name="connsiteX229" fmla="*/ 2230570 w 2912392"/>
                <a:gd name="connsiteY229" fmla="*/ 514912 h 644313"/>
                <a:gd name="connsiteX230" fmla="*/ 2240299 w 2912392"/>
                <a:gd name="connsiteY230" fmla="*/ 514965 h 644313"/>
                <a:gd name="connsiteX231" fmla="*/ 2250043 w 2912392"/>
                <a:gd name="connsiteY231" fmla="*/ 515138 h 644313"/>
                <a:gd name="connsiteX232" fmla="*/ 2259787 w 2912392"/>
                <a:gd name="connsiteY232" fmla="*/ 515432 h 644313"/>
                <a:gd name="connsiteX233" fmla="*/ 2269531 w 2912392"/>
                <a:gd name="connsiteY233" fmla="*/ 515850 h 644313"/>
                <a:gd name="connsiteX234" fmla="*/ 2279260 w 2912392"/>
                <a:gd name="connsiteY234" fmla="*/ 516393 h 644313"/>
                <a:gd name="connsiteX235" fmla="*/ 2289004 w 2912392"/>
                <a:gd name="connsiteY235" fmla="*/ 517063 h 644313"/>
                <a:gd name="connsiteX236" fmla="*/ 2298748 w 2912392"/>
                <a:gd name="connsiteY236" fmla="*/ 517860 h 644313"/>
                <a:gd name="connsiteX237" fmla="*/ 2308492 w 2912392"/>
                <a:gd name="connsiteY237" fmla="*/ 518784 h 644313"/>
                <a:gd name="connsiteX238" fmla="*/ 2318236 w 2912392"/>
                <a:gd name="connsiteY238" fmla="*/ 519837 h 644313"/>
                <a:gd name="connsiteX239" fmla="*/ 2327965 w 2912392"/>
                <a:gd name="connsiteY239" fmla="*/ 521017 h 644313"/>
                <a:gd name="connsiteX240" fmla="*/ 2337709 w 2912392"/>
                <a:gd name="connsiteY240" fmla="*/ 522323 h 644313"/>
                <a:gd name="connsiteX241" fmla="*/ 2347453 w 2912392"/>
                <a:gd name="connsiteY241" fmla="*/ 523753 h 644313"/>
                <a:gd name="connsiteX242" fmla="*/ 2357197 w 2912392"/>
                <a:gd name="connsiteY242" fmla="*/ 525307 h 644313"/>
                <a:gd name="connsiteX243" fmla="*/ 2366926 w 2912392"/>
                <a:gd name="connsiteY243" fmla="*/ 526981 h 644313"/>
                <a:gd name="connsiteX244" fmla="*/ 2376670 w 2912392"/>
                <a:gd name="connsiteY244" fmla="*/ 528774 h 644313"/>
                <a:gd name="connsiteX245" fmla="*/ 2386413 w 2912392"/>
                <a:gd name="connsiteY245" fmla="*/ 530682 h 644313"/>
                <a:gd name="connsiteX246" fmla="*/ 2396157 w 2912392"/>
                <a:gd name="connsiteY246" fmla="*/ 532701 h 644313"/>
                <a:gd name="connsiteX247" fmla="*/ 2405886 w 2912392"/>
                <a:gd name="connsiteY247" fmla="*/ 534829 h 644313"/>
                <a:gd name="connsiteX248" fmla="*/ 2415630 w 2912392"/>
                <a:gd name="connsiteY248" fmla="*/ 537059 h 644313"/>
                <a:gd name="connsiteX249" fmla="*/ 2425374 w 2912392"/>
                <a:gd name="connsiteY249" fmla="*/ 539391 h 644313"/>
                <a:gd name="connsiteX250" fmla="*/ 2435118 w 2912392"/>
                <a:gd name="connsiteY250" fmla="*/ 541815 h 644313"/>
                <a:gd name="connsiteX251" fmla="*/ 2444862 w 2912392"/>
                <a:gd name="connsiteY251" fmla="*/ 544328 h 644313"/>
                <a:gd name="connsiteX252" fmla="*/ 2454591 w 2912392"/>
                <a:gd name="connsiteY252" fmla="*/ 546927 h 644313"/>
                <a:gd name="connsiteX253" fmla="*/ 2464335 w 2912392"/>
                <a:gd name="connsiteY253" fmla="*/ 549603 h 644313"/>
                <a:gd name="connsiteX254" fmla="*/ 2474079 w 2912392"/>
                <a:gd name="connsiteY254" fmla="*/ 552350 h 644313"/>
                <a:gd name="connsiteX255" fmla="*/ 2483823 w 2912392"/>
                <a:gd name="connsiteY255" fmla="*/ 555164 h 644313"/>
                <a:gd name="connsiteX256" fmla="*/ 2493552 w 2912392"/>
                <a:gd name="connsiteY256" fmla="*/ 558038 h 644313"/>
                <a:gd name="connsiteX257" fmla="*/ 2503296 w 2912392"/>
                <a:gd name="connsiteY257" fmla="*/ 560965 h 644313"/>
                <a:gd name="connsiteX258" fmla="*/ 2513040 w 2912392"/>
                <a:gd name="connsiteY258" fmla="*/ 563937 h 644313"/>
                <a:gd name="connsiteX259" fmla="*/ 2522784 w 2912392"/>
                <a:gd name="connsiteY259" fmla="*/ 566948 h 644313"/>
                <a:gd name="connsiteX260" fmla="*/ 2532513 w 2912392"/>
                <a:gd name="connsiteY260" fmla="*/ 569992 h 644313"/>
                <a:gd name="connsiteX261" fmla="*/ 2542257 w 2912392"/>
                <a:gd name="connsiteY261" fmla="*/ 573060 h 644313"/>
                <a:gd name="connsiteX262" fmla="*/ 2552001 w 2912392"/>
                <a:gd name="connsiteY262" fmla="*/ 576145 h 644313"/>
                <a:gd name="connsiteX263" fmla="*/ 2561745 w 2912392"/>
                <a:gd name="connsiteY263" fmla="*/ 579243 h 644313"/>
                <a:gd name="connsiteX264" fmla="*/ 2571474 w 2912392"/>
                <a:gd name="connsiteY264" fmla="*/ 582342 h 644313"/>
                <a:gd name="connsiteX265" fmla="*/ 2581218 w 2912392"/>
                <a:gd name="connsiteY265" fmla="*/ 585436 h 644313"/>
                <a:gd name="connsiteX266" fmla="*/ 2590962 w 2912392"/>
                <a:gd name="connsiteY266" fmla="*/ 588520 h 644313"/>
                <a:gd name="connsiteX267" fmla="*/ 2600705 w 2912392"/>
                <a:gd name="connsiteY267" fmla="*/ 591585 h 644313"/>
                <a:gd name="connsiteX268" fmla="*/ 2610449 w 2912392"/>
                <a:gd name="connsiteY268" fmla="*/ 594623 h 644313"/>
                <a:gd name="connsiteX269" fmla="*/ 2620178 w 2912392"/>
                <a:gd name="connsiteY269" fmla="*/ 597626 h 644313"/>
                <a:gd name="connsiteX270" fmla="*/ 2629922 w 2912392"/>
                <a:gd name="connsiteY270" fmla="*/ 600591 h 644313"/>
                <a:gd name="connsiteX271" fmla="*/ 2639666 w 2912392"/>
                <a:gd name="connsiteY271" fmla="*/ 603507 h 644313"/>
                <a:gd name="connsiteX272" fmla="*/ 2649410 w 2912392"/>
                <a:gd name="connsiteY272" fmla="*/ 606369 h 644313"/>
                <a:gd name="connsiteX273" fmla="*/ 2659139 w 2912392"/>
                <a:gd name="connsiteY273" fmla="*/ 609170 h 644313"/>
                <a:gd name="connsiteX274" fmla="*/ 2668883 w 2912392"/>
                <a:gd name="connsiteY274" fmla="*/ 611904 h 644313"/>
                <a:gd name="connsiteX275" fmla="*/ 2678627 w 2912392"/>
                <a:gd name="connsiteY275" fmla="*/ 614562 h 644313"/>
                <a:gd name="connsiteX276" fmla="*/ 2688371 w 2912392"/>
                <a:gd name="connsiteY276" fmla="*/ 617141 h 644313"/>
                <a:gd name="connsiteX277" fmla="*/ 2698100 w 2912392"/>
                <a:gd name="connsiteY277" fmla="*/ 619632 h 644313"/>
                <a:gd name="connsiteX278" fmla="*/ 2707844 w 2912392"/>
                <a:gd name="connsiteY278" fmla="*/ 622032 h 644313"/>
                <a:gd name="connsiteX279" fmla="*/ 2717588 w 2912392"/>
                <a:gd name="connsiteY279" fmla="*/ 624334 h 644313"/>
                <a:gd name="connsiteX280" fmla="*/ 2727332 w 2912392"/>
                <a:gd name="connsiteY280" fmla="*/ 626533 h 644313"/>
                <a:gd name="connsiteX281" fmla="*/ 2737076 w 2912392"/>
                <a:gd name="connsiteY281" fmla="*/ 628624 h 644313"/>
                <a:gd name="connsiteX282" fmla="*/ 2746805 w 2912392"/>
                <a:gd name="connsiteY282" fmla="*/ 630602 h 644313"/>
                <a:gd name="connsiteX283" fmla="*/ 2756549 w 2912392"/>
                <a:gd name="connsiteY283" fmla="*/ 632462 h 644313"/>
                <a:gd name="connsiteX284" fmla="*/ 2766293 w 2912392"/>
                <a:gd name="connsiteY284" fmla="*/ 634199 h 644313"/>
                <a:gd name="connsiteX285" fmla="*/ 2776037 w 2912392"/>
                <a:gd name="connsiteY285" fmla="*/ 635811 h 644313"/>
                <a:gd name="connsiteX286" fmla="*/ 2785766 w 2912392"/>
                <a:gd name="connsiteY286" fmla="*/ 637294 h 644313"/>
                <a:gd name="connsiteX287" fmla="*/ 2795510 w 2912392"/>
                <a:gd name="connsiteY287" fmla="*/ 638640 h 644313"/>
                <a:gd name="connsiteX288" fmla="*/ 2805254 w 2912392"/>
                <a:gd name="connsiteY288" fmla="*/ 639852 h 644313"/>
                <a:gd name="connsiteX289" fmla="*/ 2814998 w 2912392"/>
                <a:gd name="connsiteY289" fmla="*/ 640924 h 644313"/>
                <a:gd name="connsiteX290" fmla="*/ 2824727 w 2912392"/>
                <a:gd name="connsiteY290" fmla="*/ 641853 h 644313"/>
                <a:gd name="connsiteX291" fmla="*/ 2834471 w 2912392"/>
                <a:gd name="connsiteY291" fmla="*/ 642636 h 644313"/>
                <a:gd name="connsiteX292" fmla="*/ 2844215 w 2912392"/>
                <a:gd name="connsiteY292" fmla="*/ 643274 h 644313"/>
                <a:gd name="connsiteX293" fmla="*/ 2853958 w 2912392"/>
                <a:gd name="connsiteY293" fmla="*/ 643761 h 644313"/>
                <a:gd name="connsiteX294" fmla="*/ 2863687 w 2912392"/>
                <a:gd name="connsiteY294" fmla="*/ 644098 h 644313"/>
                <a:gd name="connsiteX295" fmla="*/ 2873431 w 2912392"/>
                <a:gd name="connsiteY295" fmla="*/ 644283 h 644313"/>
                <a:gd name="connsiteX296" fmla="*/ 2883175 w 2912392"/>
                <a:gd name="connsiteY296" fmla="*/ 644314 h 644313"/>
                <a:gd name="connsiteX297" fmla="*/ 2892919 w 2912392"/>
                <a:gd name="connsiteY297" fmla="*/ 644190 h 644313"/>
                <a:gd name="connsiteX298" fmla="*/ 2902663 w 2912392"/>
                <a:gd name="connsiteY298" fmla="*/ 643912 h 644313"/>
                <a:gd name="connsiteX299" fmla="*/ 2912392 w 2912392"/>
                <a:gd name="connsiteY299" fmla="*/ 643477 h 644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44313">
                  <a:moveTo>
                    <a:pt x="0" y="101695"/>
                  </a:moveTo>
                  <a:lnTo>
                    <a:pt x="9739" y="96073"/>
                  </a:lnTo>
                  <a:lnTo>
                    <a:pt x="19480" y="90525"/>
                  </a:lnTo>
                  <a:lnTo>
                    <a:pt x="29221" y="85057"/>
                  </a:lnTo>
                  <a:lnTo>
                    <a:pt x="38961" y="79677"/>
                  </a:lnTo>
                  <a:lnTo>
                    <a:pt x="48702" y="74397"/>
                  </a:lnTo>
                  <a:lnTo>
                    <a:pt x="58443" y="69224"/>
                  </a:lnTo>
                  <a:lnTo>
                    <a:pt x="68182" y="64167"/>
                  </a:lnTo>
                  <a:lnTo>
                    <a:pt x="77923" y="59237"/>
                  </a:lnTo>
                  <a:lnTo>
                    <a:pt x="87664" y="54442"/>
                  </a:lnTo>
                  <a:lnTo>
                    <a:pt x="97404" y="49792"/>
                  </a:lnTo>
                  <a:lnTo>
                    <a:pt x="107145" y="45296"/>
                  </a:lnTo>
                  <a:lnTo>
                    <a:pt x="116886" y="40965"/>
                  </a:lnTo>
                  <a:lnTo>
                    <a:pt x="126625" y="36805"/>
                  </a:lnTo>
                  <a:lnTo>
                    <a:pt x="136366" y="32827"/>
                  </a:lnTo>
                  <a:lnTo>
                    <a:pt x="146107" y="29040"/>
                  </a:lnTo>
                  <a:lnTo>
                    <a:pt x="155846" y="25452"/>
                  </a:lnTo>
                  <a:lnTo>
                    <a:pt x="165587" y="22071"/>
                  </a:lnTo>
                  <a:lnTo>
                    <a:pt x="175328" y="18905"/>
                  </a:lnTo>
                  <a:lnTo>
                    <a:pt x="185068" y="15963"/>
                  </a:lnTo>
                  <a:lnTo>
                    <a:pt x="194809" y="13250"/>
                  </a:lnTo>
                  <a:lnTo>
                    <a:pt x="204550" y="10773"/>
                  </a:lnTo>
                  <a:lnTo>
                    <a:pt x="214289" y="8540"/>
                  </a:lnTo>
                  <a:lnTo>
                    <a:pt x="224030" y="6556"/>
                  </a:lnTo>
                  <a:lnTo>
                    <a:pt x="233771" y="4826"/>
                  </a:lnTo>
                  <a:lnTo>
                    <a:pt x="243510" y="3354"/>
                  </a:lnTo>
                  <a:lnTo>
                    <a:pt x="253251" y="2145"/>
                  </a:lnTo>
                  <a:lnTo>
                    <a:pt x="262992" y="1202"/>
                  </a:lnTo>
                  <a:lnTo>
                    <a:pt x="272732" y="530"/>
                  </a:lnTo>
                  <a:lnTo>
                    <a:pt x="282473" y="128"/>
                  </a:lnTo>
                  <a:lnTo>
                    <a:pt x="292214" y="0"/>
                  </a:lnTo>
                  <a:lnTo>
                    <a:pt x="301953" y="146"/>
                  </a:lnTo>
                  <a:lnTo>
                    <a:pt x="311694" y="566"/>
                  </a:lnTo>
                  <a:lnTo>
                    <a:pt x="321435" y="1260"/>
                  </a:lnTo>
                  <a:lnTo>
                    <a:pt x="331175" y="2229"/>
                  </a:lnTo>
                  <a:lnTo>
                    <a:pt x="340916" y="3467"/>
                  </a:lnTo>
                  <a:lnTo>
                    <a:pt x="350656" y="4973"/>
                  </a:lnTo>
                  <a:lnTo>
                    <a:pt x="360396" y="6745"/>
                  </a:lnTo>
                  <a:lnTo>
                    <a:pt x="370137" y="8777"/>
                  </a:lnTo>
                  <a:lnTo>
                    <a:pt x="379878" y="11067"/>
                  </a:lnTo>
                  <a:lnTo>
                    <a:pt x="389617" y="13609"/>
                  </a:lnTo>
                  <a:lnTo>
                    <a:pt x="399358" y="16395"/>
                  </a:lnTo>
                  <a:lnTo>
                    <a:pt x="409099" y="19421"/>
                  </a:lnTo>
                  <a:lnTo>
                    <a:pt x="418839" y="22678"/>
                  </a:lnTo>
                  <a:lnTo>
                    <a:pt x="428580" y="26160"/>
                  </a:lnTo>
                  <a:lnTo>
                    <a:pt x="438321" y="29856"/>
                  </a:lnTo>
                  <a:lnTo>
                    <a:pt x="448060" y="33761"/>
                  </a:lnTo>
                  <a:lnTo>
                    <a:pt x="457801" y="37863"/>
                  </a:lnTo>
                  <a:lnTo>
                    <a:pt x="467542" y="42154"/>
                  </a:lnTo>
                  <a:lnTo>
                    <a:pt x="477281" y="46620"/>
                  </a:lnTo>
                  <a:lnTo>
                    <a:pt x="487022" y="51255"/>
                  </a:lnTo>
                  <a:lnTo>
                    <a:pt x="496763" y="56047"/>
                  </a:lnTo>
                  <a:lnTo>
                    <a:pt x="506503" y="60983"/>
                  </a:lnTo>
                  <a:lnTo>
                    <a:pt x="516244" y="66053"/>
                  </a:lnTo>
                  <a:lnTo>
                    <a:pt x="525985" y="71244"/>
                  </a:lnTo>
                  <a:lnTo>
                    <a:pt x="535724" y="76543"/>
                  </a:lnTo>
                  <a:lnTo>
                    <a:pt x="545465" y="81943"/>
                  </a:lnTo>
                  <a:lnTo>
                    <a:pt x="555206" y="87426"/>
                  </a:lnTo>
                  <a:lnTo>
                    <a:pt x="564946" y="92983"/>
                  </a:lnTo>
                  <a:lnTo>
                    <a:pt x="574687" y="98600"/>
                  </a:lnTo>
                  <a:lnTo>
                    <a:pt x="584428" y="104266"/>
                  </a:lnTo>
                  <a:lnTo>
                    <a:pt x="594167" y="109969"/>
                  </a:lnTo>
                  <a:lnTo>
                    <a:pt x="603908" y="115697"/>
                  </a:lnTo>
                  <a:lnTo>
                    <a:pt x="613649" y="121436"/>
                  </a:lnTo>
                  <a:lnTo>
                    <a:pt x="623388" y="127178"/>
                  </a:lnTo>
                  <a:lnTo>
                    <a:pt x="633129" y="132908"/>
                  </a:lnTo>
                  <a:lnTo>
                    <a:pt x="642870" y="138619"/>
                  </a:lnTo>
                  <a:lnTo>
                    <a:pt x="652610" y="144297"/>
                  </a:lnTo>
                  <a:lnTo>
                    <a:pt x="662351" y="149933"/>
                  </a:lnTo>
                  <a:lnTo>
                    <a:pt x="672092" y="155516"/>
                  </a:lnTo>
                  <a:lnTo>
                    <a:pt x="681831" y="161039"/>
                  </a:lnTo>
                  <a:lnTo>
                    <a:pt x="691572" y="166490"/>
                  </a:lnTo>
                  <a:lnTo>
                    <a:pt x="701313" y="171863"/>
                  </a:lnTo>
                  <a:lnTo>
                    <a:pt x="711052" y="177149"/>
                  </a:lnTo>
                  <a:lnTo>
                    <a:pt x="720793" y="182340"/>
                  </a:lnTo>
                  <a:lnTo>
                    <a:pt x="730534" y="187431"/>
                  </a:lnTo>
                  <a:lnTo>
                    <a:pt x="740274" y="192414"/>
                  </a:lnTo>
                  <a:lnTo>
                    <a:pt x="750015" y="197285"/>
                  </a:lnTo>
                  <a:lnTo>
                    <a:pt x="759756" y="202039"/>
                  </a:lnTo>
                  <a:lnTo>
                    <a:pt x="769495" y="206670"/>
                  </a:lnTo>
                  <a:lnTo>
                    <a:pt x="779236" y="211177"/>
                  </a:lnTo>
                  <a:lnTo>
                    <a:pt x="788977" y="215554"/>
                  </a:lnTo>
                  <a:lnTo>
                    <a:pt x="798717" y="219800"/>
                  </a:lnTo>
                  <a:lnTo>
                    <a:pt x="808458" y="223914"/>
                  </a:lnTo>
                  <a:lnTo>
                    <a:pt x="818199" y="227895"/>
                  </a:lnTo>
                  <a:lnTo>
                    <a:pt x="827938" y="231743"/>
                  </a:lnTo>
                  <a:lnTo>
                    <a:pt x="837679" y="235456"/>
                  </a:lnTo>
                  <a:lnTo>
                    <a:pt x="847420" y="239038"/>
                  </a:lnTo>
                  <a:lnTo>
                    <a:pt x="857159" y="242488"/>
                  </a:lnTo>
                  <a:lnTo>
                    <a:pt x="866900" y="245811"/>
                  </a:lnTo>
                  <a:lnTo>
                    <a:pt x="876641" y="249007"/>
                  </a:lnTo>
                  <a:lnTo>
                    <a:pt x="886381" y="252080"/>
                  </a:lnTo>
                  <a:lnTo>
                    <a:pt x="896122" y="255035"/>
                  </a:lnTo>
                  <a:lnTo>
                    <a:pt x="905863" y="257876"/>
                  </a:lnTo>
                  <a:lnTo>
                    <a:pt x="915602" y="260607"/>
                  </a:lnTo>
                  <a:lnTo>
                    <a:pt x="925343" y="263234"/>
                  </a:lnTo>
                  <a:lnTo>
                    <a:pt x="935084" y="265762"/>
                  </a:lnTo>
                  <a:lnTo>
                    <a:pt x="944824" y="268198"/>
                  </a:lnTo>
                  <a:lnTo>
                    <a:pt x="954564" y="270548"/>
                  </a:lnTo>
                  <a:lnTo>
                    <a:pt x="964305" y="272818"/>
                  </a:lnTo>
                  <a:lnTo>
                    <a:pt x="974045" y="275016"/>
                  </a:lnTo>
                  <a:lnTo>
                    <a:pt x="983786" y="277149"/>
                  </a:lnTo>
                  <a:lnTo>
                    <a:pt x="993522" y="279226"/>
                  </a:lnTo>
                  <a:lnTo>
                    <a:pt x="1003266" y="281253"/>
                  </a:lnTo>
                  <a:lnTo>
                    <a:pt x="1013010" y="283237"/>
                  </a:lnTo>
                  <a:lnTo>
                    <a:pt x="1022754" y="285187"/>
                  </a:lnTo>
                  <a:lnTo>
                    <a:pt x="1032483" y="287112"/>
                  </a:lnTo>
                  <a:lnTo>
                    <a:pt x="1042227" y="289019"/>
                  </a:lnTo>
                  <a:lnTo>
                    <a:pt x="1051971" y="290916"/>
                  </a:lnTo>
                  <a:lnTo>
                    <a:pt x="1061715" y="292811"/>
                  </a:lnTo>
                  <a:lnTo>
                    <a:pt x="1071444" y="294712"/>
                  </a:lnTo>
                  <a:lnTo>
                    <a:pt x="1081188" y="296625"/>
                  </a:lnTo>
                  <a:lnTo>
                    <a:pt x="1090932" y="298561"/>
                  </a:lnTo>
                  <a:lnTo>
                    <a:pt x="1100676" y="300523"/>
                  </a:lnTo>
                  <a:lnTo>
                    <a:pt x="1110405" y="302522"/>
                  </a:lnTo>
                  <a:lnTo>
                    <a:pt x="1120149" y="304562"/>
                  </a:lnTo>
                  <a:lnTo>
                    <a:pt x="1129893" y="306651"/>
                  </a:lnTo>
                  <a:lnTo>
                    <a:pt x="1139637" y="308795"/>
                  </a:lnTo>
                  <a:lnTo>
                    <a:pt x="1149381" y="311000"/>
                  </a:lnTo>
                  <a:lnTo>
                    <a:pt x="1159110" y="313272"/>
                  </a:lnTo>
                  <a:lnTo>
                    <a:pt x="1168854" y="315614"/>
                  </a:lnTo>
                  <a:lnTo>
                    <a:pt x="1178598" y="318032"/>
                  </a:lnTo>
                  <a:lnTo>
                    <a:pt x="1188341" y="320532"/>
                  </a:lnTo>
                  <a:lnTo>
                    <a:pt x="1198070" y="323116"/>
                  </a:lnTo>
                  <a:lnTo>
                    <a:pt x="1207814" y="325786"/>
                  </a:lnTo>
                  <a:lnTo>
                    <a:pt x="1217558" y="328548"/>
                  </a:lnTo>
                  <a:lnTo>
                    <a:pt x="1227302" y="331401"/>
                  </a:lnTo>
                  <a:lnTo>
                    <a:pt x="1237031" y="334351"/>
                  </a:lnTo>
                  <a:lnTo>
                    <a:pt x="1246775" y="337396"/>
                  </a:lnTo>
                  <a:lnTo>
                    <a:pt x="1256519" y="340539"/>
                  </a:lnTo>
                  <a:lnTo>
                    <a:pt x="1266263" y="343779"/>
                  </a:lnTo>
                  <a:lnTo>
                    <a:pt x="1276007" y="347116"/>
                  </a:lnTo>
                  <a:lnTo>
                    <a:pt x="1285736" y="350552"/>
                  </a:lnTo>
                  <a:lnTo>
                    <a:pt x="1295480" y="354082"/>
                  </a:lnTo>
                  <a:lnTo>
                    <a:pt x="1305224" y="357707"/>
                  </a:lnTo>
                  <a:lnTo>
                    <a:pt x="1314968" y="361424"/>
                  </a:lnTo>
                  <a:lnTo>
                    <a:pt x="1324697" y="365231"/>
                  </a:lnTo>
                  <a:lnTo>
                    <a:pt x="1334441" y="369125"/>
                  </a:lnTo>
                  <a:lnTo>
                    <a:pt x="1344185" y="373102"/>
                  </a:lnTo>
                  <a:lnTo>
                    <a:pt x="1353929" y="377159"/>
                  </a:lnTo>
                  <a:lnTo>
                    <a:pt x="1363658" y="381290"/>
                  </a:lnTo>
                  <a:lnTo>
                    <a:pt x="1373402" y="385493"/>
                  </a:lnTo>
                  <a:lnTo>
                    <a:pt x="1383146" y="389762"/>
                  </a:lnTo>
                  <a:lnTo>
                    <a:pt x="1392890" y="394090"/>
                  </a:lnTo>
                  <a:lnTo>
                    <a:pt x="1402619" y="398472"/>
                  </a:lnTo>
                  <a:lnTo>
                    <a:pt x="1412363" y="402903"/>
                  </a:lnTo>
                  <a:lnTo>
                    <a:pt x="1422106" y="407377"/>
                  </a:lnTo>
                  <a:lnTo>
                    <a:pt x="1431850" y="411885"/>
                  </a:lnTo>
                  <a:lnTo>
                    <a:pt x="1441594" y="416422"/>
                  </a:lnTo>
                  <a:lnTo>
                    <a:pt x="1451323" y="420981"/>
                  </a:lnTo>
                  <a:lnTo>
                    <a:pt x="1461067" y="425555"/>
                  </a:lnTo>
                  <a:lnTo>
                    <a:pt x="1470811" y="430135"/>
                  </a:lnTo>
                  <a:lnTo>
                    <a:pt x="1480555" y="434716"/>
                  </a:lnTo>
                  <a:lnTo>
                    <a:pt x="1490284" y="439289"/>
                  </a:lnTo>
                  <a:lnTo>
                    <a:pt x="1500028" y="443845"/>
                  </a:lnTo>
                  <a:lnTo>
                    <a:pt x="1509772" y="448379"/>
                  </a:lnTo>
                  <a:lnTo>
                    <a:pt x="1519516" y="452881"/>
                  </a:lnTo>
                  <a:lnTo>
                    <a:pt x="1529245" y="457345"/>
                  </a:lnTo>
                  <a:lnTo>
                    <a:pt x="1538989" y="461763"/>
                  </a:lnTo>
                  <a:lnTo>
                    <a:pt x="1548733" y="466127"/>
                  </a:lnTo>
                  <a:lnTo>
                    <a:pt x="1558477" y="470429"/>
                  </a:lnTo>
                  <a:lnTo>
                    <a:pt x="1568221" y="474664"/>
                  </a:lnTo>
                  <a:lnTo>
                    <a:pt x="1577950" y="478821"/>
                  </a:lnTo>
                  <a:lnTo>
                    <a:pt x="1587694" y="482897"/>
                  </a:lnTo>
                  <a:lnTo>
                    <a:pt x="1597438" y="486881"/>
                  </a:lnTo>
                  <a:lnTo>
                    <a:pt x="1607182" y="490771"/>
                  </a:lnTo>
                  <a:lnTo>
                    <a:pt x="1616911" y="494557"/>
                  </a:lnTo>
                  <a:lnTo>
                    <a:pt x="1626655" y="498235"/>
                  </a:lnTo>
                  <a:lnTo>
                    <a:pt x="1636399" y="501798"/>
                  </a:lnTo>
                  <a:lnTo>
                    <a:pt x="1646142" y="505241"/>
                  </a:lnTo>
                  <a:lnTo>
                    <a:pt x="1655872" y="508560"/>
                  </a:lnTo>
                  <a:lnTo>
                    <a:pt x="1665616" y="511749"/>
                  </a:lnTo>
                  <a:lnTo>
                    <a:pt x="1675359" y="514803"/>
                  </a:lnTo>
                  <a:lnTo>
                    <a:pt x="1685103" y="517719"/>
                  </a:lnTo>
                  <a:lnTo>
                    <a:pt x="1694832" y="520493"/>
                  </a:lnTo>
                  <a:lnTo>
                    <a:pt x="1704576" y="523123"/>
                  </a:lnTo>
                  <a:lnTo>
                    <a:pt x="1714320" y="525603"/>
                  </a:lnTo>
                  <a:lnTo>
                    <a:pt x="1724064" y="527934"/>
                  </a:lnTo>
                  <a:lnTo>
                    <a:pt x="1733808" y="530112"/>
                  </a:lnTo>
                  <a:lnTo>
                    <a:pt x="1743537" y="532137"/>
                  </a:lnTo>
                  <a:lnTo>
                    <a:pt x="1753281" y="534008"/>
                  </a:lnTo>
                  <a:lnTo>
                    <a:pt x="1763025" y="535721"/>
                  </a:lnTo>
                  <a:lnTo>
                    <a:pt x="1772769" y="537281"/>
                  </a:lnTo>
                  <a:lnTo>
                    <a:pt x="1782498" y="538685"/>
                  </a:lnTo>
                  <a:lnTo>
                    <a:pt x="1792242" y="539933"/>
                  </a:lnTo>
                  <a:lnTo>
                    <a:pt x="1801986" y="541030"/>
                  </a:lnTo>
                  <a:lnTo>
                    <a:pt x="1811730" y="541973"/>
                  </a:lnTo>
                  <a:lnTo>
                    <a:pt x="1821459" y="542767"/>
                  </a:lnTo>
                  <a:lnTo>
                    <a:pt x="1831203" y="543415"/>
                  </a:lnTo>
                  <a:lnTo>
                    <a:pt x="1840947" y="543919"/>
                  </a:lnTo>
                  <a:lnTo>
                    <a:pt x="1850691" y="544282"/>
                  </a:lnTo>
                  <a:lnTo>
                    <a:pt x="1860435" y="544507"/>
                  </a:lnTo>
                  <a:lnTo>
                    <a:pt x="1870164" y="544601"/>
                  </a:lnTo>
                  <a:lnTo>
                    <a:pt x="1879908" y="544567"/>
                  </a:lnTo>
                  <a:lnTo>
                    <a:pt x="1889652" y="544407"/>
                  </a:lnTo>
                  <a:lnTo>
                    <a:pt x="1899395" y="544132"/>
                  </a:lnTo>
                  <a:lnTo>
                    <a:pt x="1909124" y="543744"/>
                  </a:lnTo>
                  <a:lnTo>
                    <a:pt x="1918868" y="543250"/>
                  </a:lnTo>
                  <a:lnTo>
                    <a:pt x="1928612" y="542655"/>
                  </a:lnTo>
                  <a:lnTo>
                    <a:pt x="1938356" y="541967"/>
                  </a:lnTo>
                  <a:lnTo>
                    <a:pt x="1948085" y="541191"/>
                  </a:lnTo>
                  <a:lnTo>
                    <a:pt x="1957829" y="540337"/>
                  </a:lnTo>
                  <a:lnTo>
                    <a:pt x="1967573" y="539409"/>
                  </a:lnTo>
                  <a:lnTo>
                    <a:pt x="1977317" y="538416"/>
                  </a:lnTo>
                  <a:lnTo>
                    <a:pt x="1987046" y="537366"/>
                  </a:lnTo>
                  <a:lnTo>
                    <a:pt x="1996790" y="536265"/>
                  </a:lnTo>
                  <a:lnTo>
                    <a:pt x="2006534" y="535124"/>
                  </a:lnTo>
                  <a:lnTo>
                    <a:pt x="2016278" y="533947"/>
                  </a:lnTo>
                  <a:lnTo>
                    <a:pt x="2026022" y="532744"/>
                  </a:lnTo>
                  <a:lnTo>
                    <a:pt x="2035751" y="531523"/>
                  </a:lnTo>
                  <a:lnTo>
                    <a:pt x="2045495" y="530292"/>
                  </a:lnTo>
                  <a:lnTo>
                    <a:pt x="2055239" y="529060"/>
                  </a:lnTo>
                  <a:lnTo>
                    <a:pt x="2064983" y="527832"/>
                  </a:lnTo>
                  <a:lnTo>
                    <a:pt x="2074712" y="526618"/>
                  </a:lnTo>
                  <a:lnTo>
                    <a:pt x="2084456" y="525428"/>
                  </a:lnTo>
                  <a:lnTo>
                    <a:pt x="2094200" y="524264"/>
                  </a:lnTo>
                  <a:lnTo>
                    <a:pt x="2103944" y="523139"/>
                  </a:lnTo>
                  <a:lnTo>
                    <a:pt x="2113673" y="522057"/>
                  </a:lnTo>
                  <a:lnTo>
                    <a:pt x="2123417" y="521028"/>
                  </a:lnTo>
                  <a:lnTo>
                    <a:pt x="2133161" y="520056"/>
                  </a:lnTo>
                  <a:lnTo>
                    <a:pt x="2142905" y="519151"/>
                  </a:lnTo>
                  <a:lnTo>
                    <a:pt x="2152649" y="518316"/>
                  </a:lnTo>
                  <a:lnTo>
                    <a:pt x="2162377" y="517561"/>
                  </a:lnTo>
                  <a:lnTo>
                    <a:pt x="2172121" y="516889"/>
                  </a:lnTo>
                  <a:lnTo>
                    <a:pt x="2181865" y="516306"/>
                  </a:lnTo>
                  <a:lnTo>
                    <a:pt x="2191609" y="515819"/>
                  </a:lnTo>
                  <a:lnTo>
                    <a:pt x="2201338" y="515430"/>
                  </a:lnTo>
                  <a:lnTo>
                    <a:pt x="2211082" y="515147"/>
                  </a:lnTo>
                  <a:lnTo>
                    <a:pt x="2220826" y="514973"/>
                  </a:lnTo>
                  <a:lnTo>
                    <a:pt x="2230570" y="514912"/>
                  </a:lnTo>
                  <a:lnTo>
                    <a:pt x="2240299" y="514965"/>
                  </a:lnTo>
                  <a:lnTo>
                    <a:pt x="2250043" y="515138"/>
                  </a:lnTo>
                  <a:lnTo>
                    <a:pt x="2259787" y="515432"/>
                  </a:lnTo>
                  <a:lnTo>
                    <a:pt x="2269531" y="515850"/>
                  </a:lnTo>
                  <a:lnTo>
                    <a:pt x="2279260" y="516393"/>
                  </a:lnTo>
                  <a:lnTo>
                    <a:pt x="2289004" y="517063"/>
                  </a:lnTo>
                  <a:lnTo>
                    <a:pt x="2298748" y="517860"/>
                  </a:lnTo>
                  <a:lnTo>
                    <a:pt x="2308492" y="518784"/>
                  </a:lnTo>
                  <a:lnTo>
                    <a:pt x="2318236" y="519837"/>
                  </a:lnTo>
                  <a:lnTo>
                    <a:pt x="2327965" y="521017"/>
                  </a:lnTo>
                  <a:lnTo>
                    <a:pt x="2337709" y="522323"/>
                  </a:lnTo>
                  <a:lnTo>
                    <a:pt x="2347453" y="523753"/>
                  </a:lnTo>
                  <a:lnTo>
                    <a:pt x="2357197" y="525307"/>
                  </a:lnTo>
                  <a:lnTo>
                    <a:pt x="2366926" y="526981"/>
                  </a:lnTo>
                  <a:lnTo>
                    <a:pt x="2376670" y="528774"/>
                  </a:lnTo>
                  <a:lnTo>
                    <a:pt x="2386413" y="530682"/>
                  </a:lnTo>
                  <a:lnTo>
                    <a:pt x="2396157" y="532701"/>
                  </a:lnTo>
                  <a:lnTo>
                    <a:pt x="2405886" y="534829"/>
                  </a:lnTo>
                  <a:lnTo>
                    <a:pt x="2415630" y="537059"/>
                  </a:lnTo>
                  <a:lnTo>
                    <a:pt x="2425374" y="539391"/>
                  </a:lnTo>
                  <a:lnTo>
                    <a:pt x="2435118" y="541815"/>
                  </a:lnTo>
                  <a:lnTo>
                    <a:pt x="2444862" y="544328"/>
                  </a:lnTo>
                  <a:lnTo>
                    <a:pt x="2454591" y="546927"/>
                  </a:lnTo>
                  <a:lnTo>
                    <a:pt x="2464335" y="549603"/>
                  </a:lnTo>
                  <a:lnTo>
                    <a:pt x="2474079" y="552350"/>
                  </a:lnTo>
                  <a:lnTo>
                    <a:pt x="2483823" y="555164"/>
                  </a:lnTo>
                  <a:lnTo>
                    <a:pt x="2493552" y="558038"/>
                  </a:lnTo>
                  <a:lnTo>
                    <a:pt x="2503296" y="560965"/>
                  </a:lnTo>
                  <a:lnTo>
                    <a:pt x="2513040" y="563937"/>
                  </a:lnTo>
                  <a:lnTo>
                    <a:pt x="2522784" y="566948"/>
                  </a:lnTo>
                  <a:lnTo>
                    <a:pt x="2532513" y="569992"/>
                  </a:lnTo>
                  <a:lnTo>
                    <a:pt x="2542257" y="573060"/>
                  </a:lnTo>
                  <a:lnTo>
                    <a:pt x="2552001" y="576145"/>
                  </a:lnTo>
                  <a:lnTo>
                    <a:pt x="2561745" y="579243"/>
                  </a:lnTo>
                  <a:lnTo>
                    <a:pt x="2571474" y="582342"/>
                  </a:lnTo>
                  <a:lnTo>
                    <a:pt x="2581218" y="585436"/>
                  </a:lnTo>
                  <a:lnTo>
                    <a:pt x="2590962" y="588520"/>
                  </a:lnTo>
                  <a:lnTo>
                    <a:pt x="2600705" y="591585"/>
                  </a:lnTo>
                  <a:lnTo>
                    <a:pt x="2610449" y="594623"/>
                  </a:lnTo>
                  <a:lnTo>
                    <a:pt x="2620178" y="597626"/>
                  </a:lnTo>
                  <a:lnTo>
                    <a:pt x="2629922" y="600591"/>
                  </a:lnTo>
                  <a:lnTo>
                    <a:pt x="2639666" y="603507"/>
                  </a:lnTo>
                  <a:lnTo>
                    <a:pt x="2649410" y="606369"/>
                  </a:lnTo>
                  <a:lnTo>
                    <a:pt x="2659139" y="609170"/>
                  </a:lnTo>
                  <a:lnTo>
                    <a:pt x="2668883" y="611904"/>
                  </a:lnTo>
                  <a:lnTo>
                    <a:pt x="2678627" y="614562"/>
                  </a:lnTo>
                  <a:lnTo>
                    <a:pt x="2688371" y="617141"/>
                  </a:lnTo>
                  <a:lnTo>
                    <a:pt x="2698100" y="619632"/>
                  </a:lnTo>
                  <a:lnTo>
                    <a:pt x="2707844" y="622032"/>
                  </a:lnTo>
                  <a:lnTo>
                    <a:pt x="2717588" y="624334"/>
                  </a:lnTo>
                  <a:lnTo>
                    <a:pt x="2727332" y="626533"/>
                  </a:lnTo>
                  <a:lnTo>
                    <a:pt x="2737076" y="628624"/>
                  </a:lnTo>
                  <a:lnTo>
                    <a:pt x="2746805" y="630602"/>
                  </a:lnTo>
                  <a:lnTo>
                    <a:pt x="2756549" y="632462"/>
                  </a:lnTo>
                  <a:lnTo>
                    <a:pt x="2766293" y="634199"/>
                  </a:lnTo>
                  <a:lnTo>
                    <a:pt x="2776037" y="635811"/>
                  </a:lnTo>
                  <a:lnTo>
                    <a:pt x="2785766" y="637294"/>
                  </a:lnTo>
                  <a:lnTo>
                    <a:pt x="2795510" y="638640"/>
                  </a:lnTo>
                  <a:lnTo>
                    <a:pt x="2805254" y="639852"/>
                  </a:lnTo>
                  <a:lnTo>
                    <a:pt x="2814998" y="640924"/>
                  </a:lnTo>
                  <a:lnTo>
                    <a:pt x="2824727" y="641853"/>
                  </a:lnTo>
                  <a:lnTo>
                    <a:pt x="2834471" y="642636"/>
                  </a:lnTo>
                  <a:lnTo>
                    <a:pt x="2844215" y="643274"/>
                  </a:lnTo>
                  <a:lnTo>
                    <a:pt x="2853958" y="643761"/>
                  </a:lnTo>
                  <a:lnTo>
                    <a:pt x="2863687" y="644098"/>
                  </a:lnTo>
                  <a:lnTo>
                    <a:pt x="2873431" y="644283"/>
                  </a:lnTo>
                  <a:lnTo>
                    <a:pt x="2883175" y="644314"/>
                  </a:lnTo>
                  <a:lnTo>
                    <a:pt x="2892919" y="644190"/>
                  </a:lnTo>
                  <a:lnTo>
                    <a:pt x="2902663" y="643912"/>
                  </a:lnTo>
                  <a:lnTo>
                    <a:pt x="2912392" y="64347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4" name="Freeform 833">
              <a:extLst>
                <a:ext uri="{FF2B5EF4-FFF2-40B4-BE49-F238E27FC236}">
                  <a16:creationId xmlns:a16="http://schemas.microsoft.com/office/drawing/2014/main" id="{2485D9A4-E8BD-2A9E-7CC0-A65F765578C3}"/>
                </a:ext>
              </a:extLst>
            </p:cNvPr>
            <p:cNvSpPr/>
            <p:nvPr/>
          </p:nvSpPr>
          <p:spPr>
            <a:xfrm>
              <a:off x="576446" y="3392624"/>
              <a:ext cx="2912392" cy="475587"/>
            </a:xfrm>
            <a:custGeom>
              <a:avLst/>
              <a:gdLst>
                <a:gd name="connsiteX0" fmla="*/ 0 w 2912392"/>
                <a:gd name="connsiteY0" fmla="*/ 475587 h 475587"/>
                <a:gd name="connsiteX1" fmla="*/ 9739 w 2912392"/>
                <a:gd name="connsiteY1" fmla="*/ 474436 h 475587"/>
                <a:gd name="connsiteX2" fmla="*/ 19480 w 2912392"/>
                <a:gd name="connsiteY2" fmla="*/ 473117 h 475587"/>
                <a:gd name="connsiteX3" fmla="*/ 29221 w 2912392"/>
                <a:gd name="connsiteY3" fmla="*/ 471639 h 475587"/>
                <a:gd name="connsiteX4" fmla="*/ 38961 w 2912392"/>
                <a:gd name="connsiteY4" fmla="*/ 470018 h 475587"/>
                <a:gd name="connsiteX5" fmla="*/ 48702 w 2912392"/>
                <a:gd name="connsiteY5" fmla="*/ 468263 h 475587"/>
                <a:gd name="connsiteX6" fmla="*/ 58443 w 2912392"/>
                <a:gd name="connsiteY6" fmla="*/ 466389 h 475587"/>
                <a:gd name="connsiteX7" fmla="*/ 68182 w 2912392"/>
                <a:gd name="connsiteY7" fmla="*/ 464406 h 475587"/>
                <a:gd name="connsiteX8" fmla="*/ 77923 w 2912392"/>
                <a:gd name="connsiteY8" fmla="*/ 462326 h 475587"/>
                <a:gd name="connsiteX9" fmla="*/ 87664 w 2912392"/>
                <a:gd name="connsiteY9" fmla="*/ 460164 h 475587"/>
                <a:gd name="connsiteX10" fmla="*/ 97404 w 2912392"/>
                <a:gd name="connsiteY10" fmla="*/ 457929 h 475587"/>
                <a:gd name="connsiteX11" fmla="*/ 107145 w 2912392"/>
                <a:gd name="connsiteY11" fmla="*/ 455636 h 475587"/>
                <a:gd name="connsiteX12" fmla="*/ 116886 w 2912392"/>
                <a:gd name="connsiteY12" fmla="*/ 453294 h 475587"/>
                <a:gd name="connsiteX13" fmla="*/ 126625 w 2912392"/>
                <a:gd name="connsiteY13" fmla="*/ 450915 h 475587"/>
                <a:gd name="connsiteX14" fmla="*/ 136366 w 2912392"/>
                <a:gd name="connsiteY14" fmla="*/ 448511 h 475587"/>
                <a:gd name="connsiteX15" fmla="*/ 146107 w 2912392"/>
                <a:gd name="connsiteY15" fmla="*/ 446092 h 475587"/>
                <a:gd name="connsiteX16" fmla="*/ 155846 w 2912392"/>
                <a:gd name="connsiteY16" fmla="*/ 443668 h 475587"/>
                <a:gd name="connsiteX17" fmla="*/ 165587 w 2912392"/>
                <a:gd name="connsiteY17" fmla="*/ 441250 h 475587"/>
                <a:gd name="connsiteX18" fmla="*/ 175328 w 2912392"/>
                <a:gd name="connsiteY18" fmla="*/ 438848 h 475587"/>
                <a:gd name="connsiteX19" fmla="*/ 185068 w 2912392"/>
                <a:gd name="connsiteY19" fmla="*/ 436469 h 475587"/>
                <a:gd name="connsiteX20" fmla="*/ 194809 w 2912392"/>
                <a:gd name="connsiteY20" fmla="*/ 434122 h 475587"/>
                <a:gd name="connsiteX21" fmla="*/ 204550 w 2912392"/>
                <a:gd name="connsiteY21" fmla="*/ 431816 h 475587"/>
                <a:gd name="connsiteX22" fmla="*/ 214289 w 2912392"/>
                <a:gd name="connsiteY22" fmla="*/ 429558 h 475587"/>
                <a:gd name="connsiteX23" fmla="*/ 224030 w 2912392"/>
                <a:gd name="connsiteY23" fmla="*/ 427355 h 475587"/>
                <a:gd name="connsiteX24" fmla="*/ 233771 w 2912392"/>
                <a:gd name="connsiteY24" fmla="*/ 425212 h 475587"/>
                <a:gd name="connsiteX25" fmla="*/ 243510 w 2912392"/>
                <a:gd name="connsiteY25" fmla="*/ 423136 h 475587"/>
                <a:gd name="connsiteX26" fmla="*/ 253251 w 2912392"/>
                <a:gd name="connsiteY26" fmla="*/ 421130 h 475587"/>
                <a:gd name="connsiteX27" fmla="*/ 262992 w 2912392"/>
                <a:gd name="connsiteY27" fmla="*/ 419201 h 475587"/>
                <a:gd name="connsiteX28" fmla="*/ 272732 w 2912392"/>
                <a:gd name="connsiteY28" fmla="*/ 417350 h 475587"/>
                <a:gd name="connsiteX29" fmla="*/ 282473 w 2912392"/>
                <a:gd name="connsiteY29" fmla="*/ 415580 h 475587"/>
                <a:gd name="connsiteX30" fmla="*/ 292214 w 2912392"/>
                <a:gd name="connsiteY30" fmla="*/ 413895 h 475587"/>
                <a:gd name="connsiteX31" fmla="*/ 301953 w 2912392"/>
                <a:gd name="connsiteY31" fmla="*/ 412295 h 475587"/>
                <a:gd name="connsiteX32" fmla="*/ 311694 w 2912392"/>
                <a:gd name="connsiteY32" fmla="*/ 410781 h 475587"/>
                <a:gd name="connsiteX33" fmla="*/ 321435 w 2912392"/>
                <a:gd name="connsiteY33" fmla="*/ 409354 h 475587"/>
                <a:gd name="connsiteX34" fmla="*/ 331175 w 2912392"/>
                <a:gd name="connsiteY34" fmla="*/ 408013 h 475587"/>
                <a:gd name="connsiteX35" fmla="*/ 340916 w 2912392"/>
                <a:gd name="connsiteY35" fmla="*/ 406757 h 475587"/>
                <a:gd name="connsiteX36" fmla="*/ 350656 w 2912392"/>
                <a:gd name="connsiteY36" fmla="*/ 405583 h 475587"/>
                <a:gd name="connsiteX37" fmla="*/ 360396 w 2912392"/>
                <a:gd name="connsiteY37" fmla="*/ 404488 h 475587"/>
                <a:gd name="connsiteX38" fmla="*/ 370137 w 2912392"/>
                <a:gd name="connsiteY38" fmla="*/ 403472 h 475587"/>
                <a:gd name="connsiteX39" fmla="*/ 379878 w 2912392"/>
                <a:gd name="connsiteY39" fmla="*/ 402529 h 475587"/>
                <a:gd name="connsiteX40" fmla="*/ 389617 w 2912392"/>
                <a:gd name="connsiteY40" fmla="*/ 401656 h 475587"/>
                <a:gd name="connsiteX41" fmla="*/ 399358 w 2912392"/>
                <a:gd name="connsiteY41" fmla="*/ 400848 h 475587"/>
                <a:gd name="connsiteX42" fmla="*/ 409099 w 2912392"/>
                <a:gd name="connsiteY42" fmla="*/ 400099 h 475587"/>
                <a:gd name="connsiteX43" fmla="*/ 418839 w 2912392"/>
                <a:gd name="connsiteY43" fmla="*/ 399404 h 475587"/>
                <a:gd name="connsiteX44" fmla="*/ 428580 w 2912392"/>
                <a:gd name="connsiteY44" fmla="*/ 398758 h 475587"/>
                <a:gd name="connsiteX45" fmla="*/ 438321 w 2912392"/>
                <a:gd name="connsiteY45" fmla="*/ 398151 h 475587"/>
                <a:gd name="connsiteX46" fmla="*/ 448060 w 2912392"/>
                <a:gd name="connsiteY46" fmla="*/ 397581 h 475587"/>
                <a:gd name="connsiteX47" fmla="*/ 457801 w 2912392"/>
                <a:gd name="connsiteY47" fmla="*/ 397037 h 475587"/>
                <a:gd name="connsiteX48" fmla="*/ 467542 w 2912392"/>
                <a:gd name="connsiteY48" fmla="*/ 396514 h 475587"/>
                <a:gd name="connsiteX49" fmla="*/ 477281 w 2912392"/>
                <a:gd name="connsiteY49" fmla="*/ 396004 h 475587"/>
                <a:gd name="connsiteX50" fmla="*/ 487022 w 2912392"/>
                <a:gd name="connsiteY50" fmla="*/ 395498 h 475587"/>
                <a:gd name="connsiteX51" fmla="*/ 496763 w 2912392"/>
                <a:gd name="connsiteY51" fmla="*/ 394990 h 475587"/>
                <a:gd name="connsiteX52" fmla="*/ 506503 w 2912392"/>
                <a:gd name="connsiteY52" fmla="*/ 394470 h 475587"/>
                <a:gd name="connsiteX53" fmla="*/ 516244 w 2912392"/>
                <a:gd name="connsiteY53" fmla="*/ 393931 h 475587"/>
                <a:gd name="connsiteX54" fmla="*/ 525985 w 2912392"/>
                <a:gd name="connsiteY54" fmla="*/ 393366 h 475587"/>
                <a:gd name="connsiteX55" fmla="*/ 535724 w 2912392"/>
                <a:gd name="connsiteY55" fmla="*/ 392764 h 475587"/>
                <a:gd name="connsiteX56" fmla="*/ 545465 w 2912392"/>
                <a:gd name="connsiteY56" fmla="*/ 392120 h 475587"/>
                <a:gd name="connsiteX57" fmla="*/ 555206 w 2912392"/>
                <a:gd name="connsiteY57" fmla="*/ 391425 h 475587"/>
                <a:gd name="connsiteX58" fmla="*/ 564946 w 2912392"/>
                <a:gd name="connsiteY58" fmla="*/ 390671 h 475587"/>
                <a:gd name="connsiteX59" fmla="*/ 574687 w 2912392"/>
                <a:gd name="connsiteY59" fmla="*/ 389851 h 475587"/>
                <a:gd name="connsiteX60" fmla="*/ 584428 w 2912392"/>
                <a:gd name="connsiteY60" fmla="*/ 388959 h 475587"/>
                <a:gd name="connsiteX61" fmla="*/ 594167 w 2912392"/>
                <a:gd name="connsiteY61" fmla="*/ 387987 h 475587"/>
                <a:gd name="connsiteX62" fmla="*/ 603908 w 2912392"/>
                <a:gd name="connsiteY62" fmla="*/ 386928 h 475587"/>
                <a:gd name="connsiteX63" fmla="*/ 613649 w 2912392"/>
                <a:gd name="connsiteY63" fmla="*/ 385776 h 475587"/>
                <a:gd name="connsiteX64" fmla="*/ 623388 w 2912392"/>
                <a:gd name="connsiteY64" fmla="*/ 384526 h 475587"/>
                <a:gd name="connsiteX65" fmla="*/ 633129 w 2912392"/>
                <a:gd name="connsiteY65" fmla="*/ 383173 h 475587"/>
                <a:gd name="connsiteX66" fmla="*/ 642870 w 2912392"/>
                <a:gd name="connsiteY66" fmla="*/ 381710 h 475587"/>
                <a:gd name="connsiteX67" fmla="*/ 652610 w 2912392"/>
                <a:gd name="connsiteY67" fmla="*/ 380136 h 475587"/>
                <a:gd name="connsiteX68" fmla="*/ 662351 w 2912392"/>
                <a:gd name="connsiteY68" fmla="*/ 378443 h 475587"/>
                <a:gd name="connsiteX69" fmla="*/ 672092 w 2912392"/>
                <a:gd name="connsiteY69" fmla="*/ 376630 h 475587"/>
                <a:gd name="connsiteX70" fmla="*/ 681831 w 2912392"/>
                <a:gd name="connsiteY70" fmla="*/ 374694 h 475587"/>
                <a:gd name="connsiteX71" fmla="*/ 691572 w 2912392"/>
                <a:gd name="connsiteY71" fmla="*/ 372632 h 475587"/>
                <a:gd name="connsiteX72" fmla="*/ 701313 w 2912392"/>
                <a:gd name="connsiteY72" fmla="*/ 370444 h 475587"/>
                <a:gd name="connsiteX73" fmla="*/ 711052 w 2912392"/>
                <a:gd name="connsiteY73" fmla="*/ 368127 h 475587"/>
                <a:gd name="connsiteX74" fmla="*/ 720793 w 2912392"/>
                <a:gd name="connsiteY74" fmla="*/ 365681 h 475587"/>
                <a:gd name="connsiteX75" fmla="*/ 730534 w 2912392"/>
                <a:gd name="connsiteY75" fmla="*/ 363106 h 475587"/>
                <a:gd name="connsiteX76" fmla="*/ 740274 w 2912392"/>
                <a:gd name="connsiteY76" fmla="*/ 360403 h 475587"/>
                <a:gd name="connsiteX77" fmla="*/ 750015 w 2912392"/>
                <a:gd name="connsiteY77" fmla="*/ 357574 h 475587"/>
                <a:gd name="connsiteX78" fmla="*/ 759756 w 2912392"/>
                <a:gd name="connsiteY78" fmla="*/ 354618 h 475587"/>
                <a:gd name="connsiteX79" fmla="*/ 769495 w 2912392"/>
                <a:gd name="connsiteY79" fmla="*/ 351541 h 475587"/>
                <a:gd name="connsiteX80" fmla="*/ 779236 w 2912392"/>
                <a:gd name="connsiteY80" fmla="*/ 348344 h 475587"/>
                <a:gd name="connsiteX81" fmla="*/ 788977 w 2912392"/>
                <a:gd name="connsiteY81" fmla="*/ 345031 h 475587"/>
                <a:gd name="connsiteX82" fmla="*/ 798717 w 2912392"/>
                <a:gd name="connsiteY82" fmla="*/ 341605 h 475587"/>
                <a:gd name="connsiteX83" fmla="*/ 808458 w 2912392"/>
                <a:gd name="connsiteY83" fmla="*/ 338073 h 475587"/>
                <a:gd name="connsiteX84" fmla="*/ 818199 w 2912392"/>
                <a:gd name="connsiteY84" fmla="*/ 334437 h 475587"/>
                <a:gd name="connsiteX85" fmla="*/ 827938 w 2912392"/>
                <a:gd name="connsiteY85" fmla="*/ 330705 h 475587"/>
                <a:gd name="connsiteX86" fmla="*/ 837679 w 2912392"/>
                <a:gd name="connsiteY86" fmla="*/ 326884 h 475587"/>
                <a:gd name="connsiteX87" fmla="*/ 847420 w 2912392"/>
                <a:gd name="connsiteY87" fmla="*/ 322977 h 475587"/>
                <a:gd name="connsiteX88" fmla="*/ 857159 w 2912392"/>
                <a:gd name="connsiteY88" fmla="*/ 318993 h 475587"/>
                <a:gd name="connsiteX89" fmla="*/ 866900 w 2912392"/>
                <a:gd name="connsiteY89" fmla="*/ 314941 h 475587"/>
                <a:gd name="connsiteX90" fmla="*/ 876641 w 2912392"/>
                <a:gd name="connsiteY90" fmla="*/ 310826 h 475587"/>
                <a:gd name="connsiteX91" fmla="*/ 886381 w 2912392"/>
                <a:gd name="connsiteY91" fmla="*/ 306655 h 475587"/>
                <a:gd name="connsiteX92" fmla="*/ 896122 w 2912392"/>
                <a:gd name="connsiteY92" fmla="*/ 302440 h 475587"/>
                <a:gd name="connsiteX93" fmla="*/ 905863 w 2912392"/>
                <a:gd name="connsiteY93" fmla="*/ 298188 h 475587"/>
                <a:gd name="connsiteX94" fmla="*/ 915602 w 2912392"/>
                <a:gd name="connsiteY94" fmla="*/ 293906 h 475587"/>
                <a:gd name="connsiteX95" fmla="*/ 925343 w 2912392"/>
                <a:gd name="connsiteY95" fmla="*/ 289606 h 475587"/>
                <a:gd name="connsiteX96" fmla="*/ 935084 w 2912392"/>
                <a:gd name="connsiteY96" fmla="*/ 285295 h 475587"/>
                <a:gd name="connsiteX97" fmla="*/ 944824 w 2912392"/>
                <a:gd name="connsiteY97" fmla="*/ 280981 h 475587"/>
                <a:gd name="connsiteX98" fmla="*/ 954564 w 2912392"/>
                <a:gd name="connsiteY98" fmla="*/ 276676 h 475587"/>
                <a:gd name="connsiteX99" fmla="*/ 964305 w 2912392"/>
                <a:gd name="connsiteY99" fmla="*/ 272388 h 475587"/>
                <a:gd name="connsiteX100" fmla="*/ 974045 w 2912392"/>
                <a:gd name="connsiteY100" fmla="*/ 268125 h 475587"/>
                <a:gd name="connsiteX101" fmla="*/ 983786 w 2912392"/>
                <a:gd name="connsiteY101" fmla="*/ 263898 h 475587"/>
                <a:gd name="connsiteX102" fmla="*/ 993522 w 2912392"/>
                <a:gd name="connsiteY102" fmla="*/ 259718 h 475587"/>
                <a:gd name="connsiteX103" fmla="*/ 1003266 w 2912392"/>
                <a:gd name="connsiteY103" fmla="*/ 255589 h 475587"/>
                <a:gd name="connsiteX104" fmla="*/ 1013010 w 2912392"/>
                <a:gd name="connsiteY104" fmla="*/ 251523 h 475587"/>
                <a:gd name="connsiteX105" fmla="*/ 1022754 w 2912392"/>
                <a:gd name="connsiteY105" fmla="*/ 247529 h 475587"/>
                <a:gd name="connsiteX106" fmla="*/ 1032483 w 2912392"/>
                <a:gd name="connsiteY106" fmla="*/ 243615 h 475587"/>
                <a:gd name="connsiteX107" fmla="*/ 1042227 w 2912392"/>
                <a:gd name="connsiteY107" fmla="*/ 239789 h 475587"/>
                <a:gd name="connsiteX108" fmla="*/ 1051971 w 2912392"/>
                <a:gd name="connsiteY108" fmla="*/ 236059 h 475587"/>
                <a:gd name="connsiteX109" fmla="*/ 1061715 w 2912392"/>
                <a:gd name="connsiteY109" fmla="*/ 232433 h 475587"/>
                <a:gd name="connsiteX110" fmla="*/ 1071444 w 2912392"/>
                <a:gd name="connsiteY110" fmla="*/ 228920 h 475587"/>
                <a:gd name="connsiteX111" fmla="*/ 1081188 w 2912392"/>
                <a:gd name="connsiteY111" fmla="*/ 225524 h 475587"/>
                <a:gd name="connsiteX112" fmla="*/ 1090932 w 2912392"/>
                <a:gd name="connsiteY112" fmla="*/ 222254 h 475587"/>
                <a:gd name="connsiteX113" fmla="*/ 1100676 w 2912392"/>
                <a:gd name="connsiteY113" fmla="*/ 219118 h 475587"/>
                <a:gd name="connsiteX114" fmla="*/ 1110405 w 2912392"/>
                <a:gd name="connsiteY114" fmla="*/ 216117 h 475587"/>
                <a:gd name="connsiteX115" fmla="*/ 1120149 w 2912392"/>
                <a:gd name="connsiteY115" fmla="*/ 213263 h 475587"/>
                <a:gd name="connsiteX116" fmla="*/ 1129893 w 2912392"/>
                <a:gd name="connsiteY116" fmla="*/ 210555 h 475587"/>
                <a:gd name="connsiteX117" fmla="*/ 1139637 w 2912392"/>
                <a:gd name="connsiteY117" fmla="*/ 208003 h 475587"/>
                <a:gd name="connsiteX118" fmla="*/ 1149381 w 2912392"/>
                <a:gd name="connsiteY118" fmla="*/ 205607 h 475587"/>
                <a:gd name="connsiteX119" fmla="*/ 1159110 w 2912392"/>
                <a:gd name="connsiteY119" fmla="*/ 203376 h 475587"/>
                <a:gd name="connsiteX120" fmla="*/ 1168854 w 2912392"/>
                <a:gd name="connsiteY120" fmla="*/ 201309 h 475587"/>
                <a:gd name="connsiteX121" fmla="*/ 1178598 w 2912392"/>
                <a:gd name="connsiteY121" fmla="*/ 199409 h 475587"/>
                <a:gd name="connsiteX122" fmla="*/ 1188341 w 2912392"/>
                <a:gd name="connsiteY122" fmla="*/ 197683 h 475587"/>
                <a:gd name="connsiteX123" fmla="*/ 1198070 w 2912392"/>
                <a:gd name="connsiteY123" fmla="*/ 196129 h 475587"/>
                <a:gd name="connsiteX124" fmla="*/ 1207814 w 2912392"/>
                <a:gd name="connsiteY124" fmla="*/ 194751 h 475587"/>
                <a:gd name="connsiteX125" fmla="*/ 1217558 w 2912392"/>
                <a:gd name="connsiteY125" fmla="*/ 193547 h 475587"/>
                <a:gd name="connsiteX126" fmla="*/ 1227302 w 2912392"/>
                <a:gd name="connsiteY126" fmla="*/ 192522 h 475587"/>
                <a:gd name="connsiteX127" fmla="*/ 1237031 w 2912392"/>
                <a:gd name="connsiteY127" fmla="*/ 191674 h 475587"/>
                <a:gd name="connsiteX128" fmla="*/ 1246775 w 2912392"/>
                <a:gd name="connsiteY128" fmla="*/ 191002 h 475587"/>
                <a:gd name="connsiteX129" fmla="*/ 1256519 w 2912392"/>
                <a:gd name="connsiteY129" fmla="*/ 190509 h 475587"/>
                <a:gd name="connsiteX130" fmla="*/ 1266263 w 2912392"/>
                <a:gd name="connsiteY130" fmla="*/ 190190 h 475587"/>
                <a:gd name="connsiteX131" fmla="*/ 1276007 w 2912392"/>
                <a:gd name="connsiteY131" fmla="*/ 190045 h 475587"/>
                <a:gd name="connsiteX132" fmla="*/ 1285736 w 2912392"/>
                <a:gd name="connsiteY132" fmla="*/ 190074 h 475587"/>
                <a:gd name="connsiteX133" fmla="*/ 1295480 w 2912392"/>
                <a:gd name="connsiteY133" fmla="*/ 190273 h 475587"/>
                <a:gd name="connsiteX134" fmla="*/ 1305224 w 2912392"/>
                <a:gd name="connsiteY134" fmla="*/ 190641 h 475587"/>
                <a:gd name="connsiteX135" fmla="*/ 1314968 w 2912392"/>
                <a:gd name="connsiteY135" fmla="*/ 191175 h 475587"/>
                <a:gd name="connsiteX136" fmla="*/ 1324697 w 2912392"/>
                <a:gd name="connsiteY136" fmla="*/ 191871 h 475587"/>
                <a:gd name="connsiteX137" fmla="*/ 1334441 w 2912392"/>
                <a:gd name="connsiteY137" fmla="*/ 192726 h 475587"/>
                <a:gd name="connsiteX138" fmla="*/ 1344185 w 2912392"/>
                <a:gd name="connsiteY138" fmla="*/ 193736 h 475587"/>
                <a:gd name="connsiteX139" fmla="*/ 1353929 w 2912392"/>
                <a:gd name="connsiteY139" fmla="*/ 194897 h 475587"/>
                <a:gd name="connsiteX140" fmla="*/ 1363658 w 2912392"/>
                <a:gd name="connsiteY140" fmla="*/ 196206 h 475587"/>
                <a:gd name="connsiteX141" fmla="*/ 1373402 w 2912392"/>
                <a:gd name="connsiteY141" fmla="*/ 197657 h 475587"/>
                <a:gd name="connsiteX142" fmla="*/ 1383146 w 2912392"/>
                <a:gd name="connsiteY142" fmla="*/ 199246 h 475587"/>
                <a:gd name="connsiteX143" fmla="*/ 1392890 w 2912392"/>
                <a:gd name="connsiteY143" fmla="*/ 200968 h 475587"/>
                <a:gd name="connsiteX144" fmla="*/ 1402619 w 2912392"/>
                <a:gd name="connsiteY144" fmla="*/ 202818 h 475587"/>
                <a:gd name="connsiteX145" fmla="*/ 1412363 w 2912392"/>
                <a:gd name="connsiteY145" fmla="*/ 204791 h 475587"/>
                <a:gd name="connsiteX146" fmla="*/ 1422106 w 2912392"/>
                <a:gd name="connsiteY146" fmla="*/ 206881 h 475587"/>
                <a:gd name="connsiteX147" fmla="*/ 1431850 w 2912392"/>
                <a:gd name="connsiteY147" fmla="*/ 209083 h 475587"/>
                <a:gd name="connsiteX148" fmla="*/ 1441594 w 2912392"/>
                <a:gd name="connsiteY148" fmla="*/ 211391 h 475587"/>
                <a:gd name="connsiteX149" fmla="*/ 1451323 w 2912392"/>
                <a:gd name="connsiteY149" fmla="*/ 213800 h 475587"/>
                <a:gd name="connsiteX150" fmla="*/ 1461067 w 2912392"/>
                <a:gd name="connsiteY150" fmla="*/ 216303 h 475587"/>
                <a:gd name="connsiteX151" fmla="*/ 1470811 w 2912392"/>
                <a:gd name="connsiteY151" fmla="*/ 218896 h 475587"/>
                <a:gd name="connsiteX152" fmla="*/ 1480555 w 2912392"/>
                <a:gd name="connsiteY152" fmla="*/ 221570 h 475587"/>
                <a:gd name="connsiteX153" fmla="*/ 1490284 w 2912392"/>
                <a:gd name="connsiteY153" fmla="*/ 224321 h 475587"/>
                <a:gd name="connsiteX154" fmla="*/ 1500028 w 2912392"/>
                <a:gd name="connsiteY154" fmla="*/ 227144 h 475587"/>
                <a:gd name="connsiteX155" fmla="*/ 1509772 w 2912392"/>
                <a:gd name="connsiteY155" fmla="*/ 230030 h 475587"/>
                <a:gd name="connsiteX156" fmla="*/ 1519516 w 2912392"/>
                <a:gd name="connsiteY156" fmla="*/ 232974 h 475587"/>
                <a:gd name="connsiteX157" fmla="*/ 1529245 w 2912392"/>
                <a:gd name="connsiteY157" fmla="*/ 235972 h 475587"/>
                <a:gd name="connsiteX158" fmla="*/ 1538989 w 2912392"/>
                <a:gd name="connsiteY158" fmla="*/ 239015 h 475587"/>
                <a:gd name="connsiteX159" fmla="*/ 1548733 w 2912392"/>
                <a:gd name="connsiteY159" fmla="*/ 242099 h 475587"/>
                <a:gd name="connsiteX160" fmla="*/ 1558477 w 2912392"/>
                <a:gd name="connsiteY160" fmla="*/ 245216 h 475587"/>
                <a:gd name="connsiteX161" fmla="*/ 1568221 w 2912392"/>
                <a:gd name="connsiteY161" fmla="*/ 248363 h 475587"/>
                <a:gd name="connsiteX162" fmla="*/ 1577950 w 2912392"/>
                <a:gd name="connsiteY162" fmla="*/ 251532 h 475587"/>
                <a:gd name="connsiteX163" fmla="*/ 1587694 w 2912392"/>
                <a:gd name="connsiteY163" fmla="*/ 254716 h 475587"/>
                <a:gd name="connsiteX164" fmla="*/ 1597438 w 2912392"/>
                <a:gd name="connsiteY164" fmla="*/ 257912 h 475587"/>
                <a:gd name="connsiteX165" fmla="*/ 1607182 w 2912392"/>
                <a:gd name="connsiteY165" fmla="*/ 261112 h 475587"/>
                <a:gd name="connsiteX166" fmla="*/ 1616911 w 2912392"/>
                <a:gd name="connsiteY166" fmla="*/ 264311 h 475587"/>
                <a:gd name="connsiteX167" fmla="*/ 1626655 w 2912392"/>
                <a:gd name="connsiteY167" fmla="*/ 267504 h 475587"/>
                <a:gd name="connsiteX168" fmla="*/ 1636399 w 2912392"/>
                <a:gd name="connsiteY168" fmla="*/ 270683 h 475587"/>
                <a:gd name="connsiteX169" fmla="*/ 1646142 w 2912392"/>
                <a:gd name="connsiteY169" fmla="*/ 273846 h 475587"/>
                <a:gd name="connsiteX170" fmla="*/ 1655872 w 2912392"/>
                <a:gd name="connsiteY170" fmla="*/ 276985 h 475587"/>
                <a:gd name="connsiteX171" fmla="*/ 1665616 w 2912392"/>
                <a:gd name="connsiteY171" fmla="*/ 280096 h 475587"/>
                <a:gd name="connsiteX172" fmla="*/ 1675359 w 2912392"/>
                <a:gd name="connsiteY172" fmla="*/ 283173 h 475587"/>
                <a:gd name="connsiteX173" fmla="*/ 1685103 w 2912392"/>
                <a:gd name="connsiteY173" fmla="*/ 286211 h 475587"/>
                <a:gd name="connsiteX174" fmla="*/ 1694832 w 2912392"/>
                <a:gd name="connsiteY174" fmla="*/ 289204 h 475587"/>
                <a:gd name="connsiteX175" fmla="*/ 1704576 w 2912392"/>
                <a:gd name="connsiteY175" fmla="*/ 292148 h 475587"/>
                <a:gd name="connsiteX176" fmla="*/ 1714320 w 2912392"/>
                <a:gd name="connsiteY176" fmla="*/ 295039 h 475587"/>
                <a:gd name="connsiteX177" fmla="*/ 1724064 w 2912392"/>
                <a:gd name="connsiteY177" fmla="*/ 297871 h 475587"/>
                <a:gd name="connsiteX178" fmla="*/ 1733808 w 2912392"/>
                <a:gd name="connsiteY178" fmla="*/ 300639 h 475587"/>
                <a:gd name="connsiteX179" fmla="*/ 1743537 w 2912392"/>
                <a:gd name="connsiteY179" fmla="*/ 303339 h 475587"/>
                <a:gd name="connsiteX180" fmla="*/ 1753281 w 2912392"/>
                <a:gd name="connsiteY180" fmla="*/ 305964 h 475587"/>
                <a:gd name="connsiteX181" fmla="*/ 1763025 w 2912392"/>
                <a:gd name="connsiteY181" fmla="*/ 308513 h 475587"/>
                <a:gd name="connsiteX182" fmla="*/ 1772769 w 2912392"/>
                <a:gd name="connsiteY182" fmla="*/ 310982 h 475587"/>
                <a:gd name="connsiteX183" fmla="*/ 1782498 w 2912392"/>
                <a:gd name="connsiteY183" fmla="*/ 313363 h 475587"/>
                <a:gd name="connsiteX184" fmla="*/ 1792242 w 2912392"/>
                <a:gd name="connsiteY184" fmla="*/ 315654 h 475587"/>
                <a:gd name="connsiteX185" fmla="*/ 1801986 w 2912392"/>
                <a:gd name="connsiteY185" fmla="*/ 317850 h 475587"/>
                <a:gd name="connsiteX186" fmla="*/ 1811730 w 2912392"/>
                <a:gd name="connsiteY186" fmla="*/ 319948 h 475587"/>
                <a:gd name="connsiteX187" fmla="*/ 1821459 w 2912392"/>
                <a:gd name="connsiteY187" fmla="*/ 321945 h 475587"/>
                <a:gd name="connsiteX188" fmla="*/ 1831203 w 2912392"/>
                <a:gd name="connsiteY188" fmla="*/ 323835 h 475587"/>
                <a:gd name="connsiteX189" fmla="*/ 1840947 w 2912392"/>
                <a:gd name="connsiteY189" fmla="*/ 325616 h 475587"/>
                <a:gd name="connsiteX190" fmla="*/ 1850691 w 2912392"/>
                <a:gd name="connsiteY190" fmla="*/ 327283 h 475587"/>
                <a:gd name="connsiteX191" fmla="*/ 1860435 w 2912392"/>
                <a:gd name="connsiteY191" fmla="*/ 328834 h 475587"/>
                <a:gd name="connsiteX192" fmla="*/ 1870164 w 2912392"/>
                <a:gd name="connsiteY192" fmla="*/ 330264 h 475587"/>
                <a:gd name="connsiteX193" fmla="*/ 1879908 w 2912392"/>
                <a:gd name="connsiteY193" fmla="*/ 331572 h 475587"/>
                <a:gd name="connsiteX194" fmla="*/ 1889652 w 2912392"/>
                <a:gd name="connsiteY194" fmla="*/ 332755 h 475587"/>
                <a:gd name="connsiteX195" fmla="*/ 1899395 w 2912392"/>
                <a:gd name="connsiteY195" fmla="*/ 333807 h 475587"/>
                <a:gd name="connsiteX196" fmla="*/ 1909124 w 2912392"/>
                <a:gd name="connsiteY196" fmla="*/ 334729 h 475587"/>
                <a:gd name="connsiteX197" fmla="*/ 1918868 w 2912392"/>
                <a:gd name="connsiteY197" fmla="*/ 335516 h 475587"/>
                <a:gd name="connsiteX198" fmla="*/ 1928612 w 2912392"/>
                <a:gd name="connsiteY198" fmla="*/ 336166 h 475587"/>
                <a:gd name="connsiteX199" fmla="*/ 1938356 w 2912392"/>
                <a:gd name="connsiteY199" fmla="*/ 336678 h 475587"/>
                <a:gd name="connsiteX200" fmla="*/ 1948085 w 2912392"/>
                <a:gd name="connsiteY200" fmla="*/ 337048 h 475587"/>
                <a:gd name="connsiteX201" fmla="*/ 1957829 w 2912392"/>
                <a:gd name="connsiteY201" fmla="*/ 337274 h 475587"/>
                <a:gd name="connsiteX202" fmla="*/ 1967573 w 2912392"/>
                <a:gd name="connsiteY202" fmla="*/ 337356 h 475587"/>
                <a:gd name="connsiteX203" fmla="*/ 1977317 w 2912392"/>
                <a:gd name="connsiteY203" fmla="*/ 337292 h 475587"/>
                <a:gd name="connsiteX204" fmla="*/ 1987046 w 2912392"/>
                <a:gd name="connsiteY204" fmla="*/ 337079 h 475587"/>
                <a:gd name="connsiteX205" fmla="*/ 1996790 w 2912392"/>
                <a:gd name="connsiteY205" fmla="*/ 336718 h 475587"/>
                <a:gd name="connsiteX206" fmla="*/ 2006534 w 2912392"/>
                <a:gd name="connsiteY206" fmla="*/ 336206 h 475587"/>
                <a:gd name="connsiteX207" fmla="*/ 2016278 w 2912392"/>
                <a:gd name="connsiteY207" fmla="*/ 335543 h 475587"/>
                <a:gd name="connsiteX208" fmla="*/ 2026022 w 2912392"/>
                <a:gd name="connsiteY208" fmla="*/ 334729 h 475587"/>
                <a:gd name="connsiteX209" fmla="*/ 2035751 w 2912392"/>
                <a:gd name="connsiteY209" fmla="*/ 333762 h 475587"/>
                <a:gd name="connsiteX210" fmla="*/ 2045495 w 2912392"/>
                <a:gd name="connsiteY210" fmla="*/ 332645 h 475587"/>
                <a:gd name="connsiteX211" fmla="*/ 2055239 w 2912392"/>
                <a:gd name="connsiteY211" fmla="*/ 331374 h 475587"/>
                <a:gd name="connsiteX212" fmla="*/ 2064983 w 2912392"/>
                <a:gd name="connsiteY212" fmla="*/ 329951 h 475587"/>
                <a:gd name="connsiteX213" fmla="*/ 2074712 w 2912392"/>
                <a:gd name="connsiteY213" fmla="*/ 328378 h 475587"/>
                <a:gd name="connsiteX214" fmla="*/ 2084456 w 2912392"/>
                <a:gd name="connsiteY214" fmla="*/ 326654 h 475587"/>
                <a:gd name="connsiteX215" fmla="*/ 2094200 w 2912392"/>
                <a:gd name="connsiteY215" fmla="*/ 324780 h 475587"/>
                <a:gd name="connsiteX216" fmla="*/ 2103944 w 2912392"/>
                <a:gd name="connsiteY216" fmla="*/ 322758 h 475587"/>
                <a:gd name="connsiteX217" fmla="*/ 2113673 w 2912392"/>
                <a:gd name="connsiteY217" fmla="*/ 320589 h 475587"/>
                <a:gd name="connsiteX218" fmla="*/ 2123417 w 2912392"/>
                <a:gd name="connsiteY218" fmla="*/ 318275 h 475587"/>
                <a:gd name="connsiteX219" fmla="*/ 2133161 w 2912392"/>
                <a:gd name="connsiteY219" fmla="*/ 315817 h 475587"/>
                <a:gd name="connsiteX220" fmla="*/ 2142905 w 2912392"/>
                <a:gd name="connsiteY220" fmla="*/ 313218 h 475587"/>
                <a:gd name="connsiteX221" fmla="*/ 2152649 w 2912392"/>
                <a:gd name="connsiteY221" fmla="*/ 310481 h 475587"/>
                <a:gd name="connsiteX222" fmla="*/ 2162377 w 2912392"/>
                <a:gd name="connsiteY222" fmla="*/ 307607 h 475587"/>
                <a:gd name="connsiteX223" fmla="*/ 2172121 w 2912392"/>
                <a:gd name="connsiteY223" fmla="*/ 304601 h 475587"/>
                <a:gd name="connsiteX224" fmla="*/ 2181865 w 2912392"/>
                <a:gd name="connsiteY224" fmla="*/ 301464 h 475587"/>
                <a:gd name="connsiteX225" fmla="*/ 2191609 w 2912392"/>
                <a:gd name="connsiteY225" fmla="*/ 298202 h 475587"/>
                <a:gd name="connsiteX226" fmla="*/ 2201338 w 2912392"/>
                <a:gd name="connsiteY226" fmla="*/ 294815 h 475587"/>
                <a:gd name="connsiteX227" fmla="*/ 2211082 w 2912392"/>
                <a:gd name="connsiteY227" fmla="*/ 291309 h 475587"/>
                <a:gd name="connsiteX228" fmla="*/ 2220826 w 2912392"/>
                <a:gd name="connsiteY228" fmla="*/ 287687 h 475587"/>
                <a:gd name="connsiteX229" fmla="*/ 2230570 w 2912392"/>
                <a:gd name="connsiteY229" fmla="*/ 283955 h 475587"/>
                <a:gd name="connsiteX230" fmla="*/ 2240299 w 2912392"/>
                <a:gd name="connsiteY230" fmla="*/ 280116 h 475587"/>
                <a:gd name="connsiteX231" fmla="*/ 2250043 w 2912392"/>
                <a:gd name="connsiteY231" fmla="*/ 276174 h 475587"/>
                <a:gd name="connsiteX232" fmla="*/ 2259787 w 2912392"/>
                <a:gd name="connsiteY232" fmla="*/ 272134 h 475587"/>
                <a:gd name="connsiteX233" fmla="*/ 2269531 w 2912392"/>
                <a:gd name="connsiteY233" fmla="*/ 268001 h 475587"/>
                <a:gd name="connsiteX234" fmla="*/ 2279260 w 2912392"/>
                <a:gd name="connsiteY234" fmla="*/ 263782 h 475587"/>
                <a:gd name="connsiteX235" fmla="*/ 2289004 w 2912392"/>
                <a:gd name="connsiteY235" fmla="*/ 259479 h 475587"/>
                <a:gd name="connsiteX236" fmla="*/ 2298748 w 2912392"/>
                <a:gd name="connsiteY236" fmla="*/ 255100 h 475587"/>
                <a:gd name="connsiteX237" fmla="*/ 2308492 w 2912392"/>
                <a:gd name="connsiteY237" fmla="*/ 250649 h 475587"/>
                <a:gd name="connsiteX238" fmla="*/ 2318236 w 2912392"/>
                <a:gd name="connsiteY238" fmla="*/ 246131 h 475587"/>
                <a:gd name="connsiteX239" fmla="*/ 2327965 w 2912392"/>
                <a:gd name="connsiteY239" fmla="*/ 241551 h 475587"/>
                <a:gd name="connsiteX240" fmla="*/ 2337709 w 2912392"/>
                <a:gd name="connsiteY240" fmla="*/ 236918 h 475587"/>
                <a:gd name="connsiteX241" fmla="*/ 2347453 w 2912392"/>
                <a:gd name="connsiteY241" fmla="*/ 232233 h 475587"/>
                <a:gd name="connsiteX242" fmla="*/ 2357197 w 2912392"/>
                <a:gd name="connsiteY242" fmla="*/ 227506 h 475587"/>
                <a:gd name="connsiteX243" fmla="*/ 2366926 w 2912392"/>
                <a:gd name="connsiteY243" fmla="*/ 222741 h 475587"/>
                <a:gd name="connsiteX244" fmla="*/ 2376670 w 2912392"/>
                <a:gd name="connsiteY244" fmla="*/ 217942 h 475587"/>
                <a:gd name="connsiteX245" fmla="*/ 2386413 w 2912392"/>
                <a:gd name="connsiteY245" fmla="*/ 213116 h 475587"/>
                <a:gd name="connsiteX246" fmla="*/ 2396157 w 2912392"/>
                <a:gd name="connsiteY246" fmla="*/ 208271 h 475587"/>
                <a:gd name="connsiteX247" fmla="*/ 2405886 w 2912392"/>
                <a:gd name="connsiteY247" fmla="*/ 203408 h 475587"/>
                <a:gd name="connsiteX248" fmla="*/ 2415630 w 2912392"/>
                <a:gd name="connsiteY248" fmla="*/ 198536 h 475587"/>
                <a:gd name="connsiteX249" fmla="*/ 2425374 w 2912392"/>
                <a:gd name="connsiteY249" fmla="*/ 193660 h 475587"/>
                <a:gd name="connsiteX250" fmla="*/ 2435118 w 2912392"/>
                <a:gd name="connsiteY250" fmla="*/ 188783 h 475587"/>
                <a:gd name="connsiteX251" fmla="*/ 2444862 w 2912392"/>
                <a:gd name="connsiteY251" fmla="*/ 183911 h 475587"/>
                <a:gd name="connsiteX252" fmla="*/ 2454591 w 2912392"/>
                <a:gd name="connsiteY252" fmla="*/ 179051 h 475587"/>
                <a:gd name="connsiteX253" fmla="*/ 2464335 w 2912392"/>
                <a:gd name="connsiteY253" fmla="*/ 174208 h 475587"/>
                <a:gd name="connsiteX254" fmla="*/ 2474079 w 2912392"/>
                <a:gd name="connsiteY254" fmla="*/ 169384 h 475587"/>
                <a:gd name="connsiteX255" fmla="*/ 2483823 w 2912392"/>
                <a:gd name="connsiteY255" fmla="*/ 164583 h 475587"/>
                <a:gd name="connsiteX256" fmla="*/ 2493552 w 2912392"/>
                <a:gd name="connsiteY256" fmla="*/ 159812 h 475587"/>
                <a:gd name="connsiteX257" fmla="*/ 2503296 w 2912392"/>
                <a:gd name="connsiteY257" fmla="*/ 155075 h 475587"/>
                <a:gd name="connsiteX258" fmla="*/ 2513040 w 2912392"/>
                <a:gd name="connsiteY258" fmla="*/ 150374 h 475587"/>
                <a:gd name="connsiteX259" fmla="*/ 2522784 w 2912392"/>
                <a:gd name="connsiteY259" fmla="*/ 145713 h 475587"/>
                <a:gd name="connsiteX260" fmla="*/ 2532513 w 2912392"/>
                <a:gd name="connsiteY260" fmla="*/ 141098 h 475587"/>
                <a:gd name="connsiteX261" fmla="*/ 2542257 w 2912392"/>
                <a:gd name="connsiteY261" fmla="*/ 136528 h 475587"/>
                <a:gd name="connsiteX262" fmla="*/ 2552001 w 2912392"/>
                <a:gd name="connsiteY262" fmla="*/ 132008 h 475587"/>
                <a:gd name="connsiteX263" fmla="*/ 2561745 w 2912392"/>
                <a:gd name="connsiteY263" fmla="*/ 127540 h 475587"/>
                <a:gd name="connsiteX264" fmla="*/ 2571474 w 2912392"/>
                <a:gd name="connsiteY264" fmla="*/ 123127 h 475587"/>
                <a:gd name="connsiteX265" fmla="*/ 2581218 w 2912392"/>
                <a:gd name="connsiteY265" fmla="*/ 118769 h 475587"/>
                <a:gd name="connsiteX266" fmla="*/ 2590962 w 2912392"/>
                <a:gd name="connsiteY266" fmla="*/ 114469 h 475587"/>
                <a:gd name="connsiteX267" fmla="*/ 2600705 w 2912392"/>
                <a:gd name="connsiteY267" fmla="*/ 110229 h 475587"/>
                <a:gd name="connsiteX268" fmla="*/ 2610449 w 2912392"/>
                <a:gd name="connsiteY268" fmla="*/ 106048 h 475587"/>
                <a:gd name="connsiteX269" fmla="*/ 2620178 w 2912392"/>
                <a:gd name="connsiteY269" fmla="*/ 101930 h 475587"/>
                <a:gd name="connsiteX270" fmla="*/ 2629922 w 2912392"/>
                <a:gd name="connsiteY270" fmla="*/ 97871 h 475587"/>
                <a:gd name="connsiteX271" fmla="*/ 2639666 w 2912392"/>
                <a:gd name="connsiteY271" fmla="*/ 93874 h 475587"/>
                <a:gd name="connsiteX272" fmla="*/ 2649410 w 2912392"/>
                <a:gd name="connsiteY272" fmla="*/ 89939 h 475587"/>
                <a:gd name="connsiteX273" fmla="*/ 2659139 w 2912392"/>
                <a:gd name="connsiteY273" fmla="*/ 86064 h 475587"/>
                <a:gd name="connsiteX274" fmla="*/ 2668883 w 2912392"/>
                <a:gd name="connsiteY274" fmla="*/ 82250 h 475587"/>
                <a:gd name="connsiteX275" fmla="*/ 2678627 w 2912392"/>
                <a:gd name="connsiteY275" fmla="*/ 78494 h 475587"/>
                <a:gd name="connsiteX276" fmla="*/ 2688371 w 2912392"/>
                <a:gd name="connsiteY276" fmla="*/ 74794 h 475587"/>
                <a:gd name="connsiteX277" fmla="*/ 2698100 w 2912392"/>
                <a:gd name="connsiteY277" fmla="*/ 71153 h 475587"/>
                <a:gd name="connsiteX278" fmla="*/ 2707844 w 2912392"/>
                <a:gd name="connsiteY278" fmla="*/ 67565 h 475587"/>
                <a:gd name="connsiteX279" fmla="*/ 2717588 w 2912392"/>
                <a:gd name="connsiteY279" fmla="*/ 64030 h 475587"/>
                <a:gd name="connsiteX280" fmla="*/ 2727332 w 2912392"/>
                <a:gd name="connsiteY280" fmla="*/ 60543 h 475587"/>
                <a:gd name="connsiteX281" fmla="*/ 2737076 w 2912392"/>
                <a:gd name="connsiteY281" fmla="*/ 57106 h 475587"/>
                <a:gd name="connsiteX282" fmla="*/ 2746805 w 2912392"/>
                <a:gd name="connsiteY282" fmla="*/ 53714 h 475587"/>
                <a:gd name="connsiteX283" fmla="*/ 2756549 w 2912392"/>
                <a:gd name="connsiteY283" fmla="*/ 50364 h 475587"/>
                <a:gd name="connsiteX284" fmla="*/ 2766293 w 2912392"/>
                <a:gd name="connsiteY284" fmla="*/ 47054 h 475587"/>
                <a:gd name="connsiteX285" fmla="*/ 2776037 w 2912392"/>
                <a:gd name="connsiteY285" fmla="*/ 43779 h 475587"/>
                <a:gd name="connsiteX286" fmla="*/ 2785766 w 2912392"/>
                <a:gd name="connsiteY286" fmla="*/ 40539 h 475587"/>
                <a:gd name="connsiteX287" fmla="*/ 2795510 w 2912392"/>
                <a:gd name="connsiteY287" fmla="*/ 37328 h 475587"/>
                <a:gd name="connsiteX288" fmla="*/ 2805254 w 2912392"/>
                <a:gd name="connsiteY288" fmla="*/ 34145 h 475587"/>
                <a:gd name="connsiteX289" fmla="*/ 2814998 w 2912392"/>
                <a:gd name="connsiteY289" fmla="*/ 30985 h 475587"/>
                <a:gd name="connsiteX290" fmla="*/ 2824727 w 2912392"/>
                <a:gd name="connsiteY290" fmla="*/ 27846 h 475587"/>
                <a:gd name="connsiteX291" fmla="*/ 2834471 w 2912392"/>
                <a:gd name="connsiteY291" fmla="*/ 24725 h 475587"/>
                <a:gd name="connsiteX292" fmla="*/ 2844215 w 2912392"/>
                <a:gd name="connsiteY292" fmla="*/ 21617 h 475587"/>
                <a:gd name="connsiteX293" fmla="*/ 2853958 w 2912392"/>
                <a:gd name="connsiteY293" fmla="*/ 18519 h 475587"/>
                <a:gd name="connsiteX294" fmla="*/ 2863687 w 2912392"/>
                <a:gd name="connsiteY294" fmla="*/ 15431 h 475587"/>
                <a:gd name="connsiteX295" fmla="*/ 2873431 w 2912392"/>
                <a:gd name="connsiteY295" fmla="*/ 12347 h 475587"/>
                <a:gd name="connsiteX296" fmla="*/ 2883175 w 2912392"/>
                <a:gd name="connsiteY296" fmla="*/ 9263 h 475587"/>
                <a:gd name="connsiteX297" fmla="*/ 2892919 w 2912392"/>
                <a:gd name="connsiteY297" fmla="*/ 6180 h 475587"/>
                <a:gd name="connsiteX298" fmla="*/ 2902663 w 2912392"/>
                <a:gd name="connsiteY298" fmla="*/ 3093 h 475587"/>
                <a:gd name="connsiteX299" fmla="*/ 2912392 w 2912392"/>
                <a:gd name="connsiteY299" fmla="*/ 0 h 475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75587">
                  <a:moveTo>
                    <a:pt x="0" y="475587"/>
                  </a:moveTo>
                  <a:lnTo>
                    <a:pt x="9739" y="474436"/>
                  </a:lnTo>
                  <a:lnTo>
                    <a:pt x="19480" y="473117"/>
                  </a:lnTo>
                  <a:lnTo>
                    <a:pt x="29221" y="471639"/>
                  </a:lnTo>
                  <a:lnTo>
                    <a:pt x="38961" y="470018"/>
                  </a:lnTo>
                  <a:lnTo>
                    <a:pt x="48702" y="468263"/>
                  </a:lnTo>
                  <a:lnTo>
                    <a:pt x="58443" y="466389"/>
                  </a:lnTo>
                  <a:lnTo>
                    <a:pt x="68182" y="464406"/>
                  </a:lnTo>
                  <a:lnTo>
                    <a:pt x="77923" y="462326"/>
                  </a:lnTo>
                  <a:lnTo>
                    <a:pt x="87664" y="460164"/>
                  </a:lnTo>
                  <a:lnTo>
                    <a:pt x="97404" y="457929"/>
                  </a:lnTo>
                  <a:lnTo>
                    <a:pt x="107145" y="455636"/>
                  </a:lnTo>
                  <a:lnTo>
                    <a:pt x="116886" y="453294"/>
                  </a:lnTo>
                  <a:lnTo>
                    <a:pt x="126625" y="450915"/>
                  </a:lnTo>
                  <a:lnTo>
                    <a:pt x="136366" y="448511"/>
                  </a:lnTo>
                  <a:lnTo>
                    <a:pt x="146107" y="446092"/>
                  </a:lnTo>
                  <a:lnTo>
                    <a:pt x="155846" y="443668"/>
                  </a:lnTo>
                  <a:lnTo>
                    <a:pt x="165587" y="441250"/>
                  </a:lnTo>
                  <a:lnTo>
                    <a:pt x="175328" y="438848"/>
                  </a:lnTo>
                  <a:lnTo>
                    <a:pt x="185068" y="436469"/>
                  </a:lnTo>
                  <a:lnTo>
                    <a:pt x="194809" y="434122"/>
                  </a:lnTo>
                  <a:lnTo>
                    <a:pt x="204550" y="431816"/>
                  </a:lnTo>
                  <a:lnTo>
                    <a:pt x="214289" y="429558"/>
                  </a:lnTo>
                  <a:lnTo>
                    <a:pt x="224030" y="427355"/>
                  </a:lnTo>
                  <a:lnTo>
                    <a:pt x="233771" y="425212"/>
                  </a:lnTo>
                  <a:lnTo>
                    <a:pt x="243510" y="423136"/>
                  </a:lnTo>
                  <a:lnTo>
                    <a:pt x="253251" y="421130"/>
                  </a:lnTo>
                  <a:lnTo>
                    <a:pt x="262992" y="419201"/>
                  </a:lnTo>
                  <a:lnTo>
                    <a:pt x="272732" y="417350"/>
                  </a:lnTo>
                  <a:lnTo>
                    <a:pt x="282473" y="415580"/>
                  </a:lnTo>
                  <a:lnTo>
                    <a:pt x="292214" y="413895"/>
                  </a:lnTo>
                  <a:lnTo>
                    <a:pt x="301953" y="412295"/>
                  </a:lnTo>
                  <a:lnTo>
                    <a:pt x="311694" y="410781"/>
                  </a:lnTo>
                  <a:lnTo>
                    <a:pt x="321435" y="409354"/>
                  </a:lnTo>
                  <a:lnTo>
                    <a:pt x="331175" y="408013"/>
                  </a:lnTo>
                  <a:lnTo>
                    <a:pt x="340916" y="406757"/>
                  </a:lnTo>
                  <a:lnTo>
                    <a:pt x="350656" y="405583"/>
                  </a:lnTo>
                  <a:lnTo>
                    <a:pt x="360396" y="404488"/>
                  </a:lnTo>
                  <a:lnTo>
                    <a:pt x="370137" y="403472"/>
                  </a:lnTo>
                  <a:lnTo>
                    <a:pt x="379878" y="402529"/>
                  </a:lnTo>
                  <a:lnTo>
                    <a:pt x="389617" y="401656"/>
                  </a:lnTo>
                  <a:lnTo>
                    <a:pt x="399358" y="400848"/>
                  </a:lnTo>
                  <a:lnTo>
                    <a:pt x="409099" y="400099"/>
                  </a:lnTo>
                  <a:lnTo>
                    <a:pt x="418839" y="399404"/>
                  </a:lnTo>
                  <a:lnTo>
                    <a:pt x="428580" y="398758"/>
                  </a:lnTo>
                  <a:lnTo>
                    <a:pt x="438321" y="398151"/>
                  </a:lnTo>
                  <a:lnTo>
                    <a:pt x="448060" y="397581"/>
                  </a:lnTo>
                  <a:lnTo>
                    <a:pt x="457801" y="397037"/>
                  </a:lnTo>
                  <a:lnTo>
                    <a:pt x="467542" y="396514"/>
                  </a:lnTo>
                  <a:lnTo>
                    <a:pt x="477281" y="396004"/>
                  </a:lnTo>
                  <a:lnTo>
                    <a:pt x="487022" y="395498"/>
                  </a:lnTo>
                  <a:lnTo>
                    <a:pt x="496763" y="394990"/>
                  </a:lnTo>
                  <a:lnTo>
                    <a:pt x="506503" y="394470"/>
                  </a:lnTo>
                  <a:lnTo>
                    <a:pt x="516244" y="393931"/>
                  </a:lnTo>
                  <a:lnTo>
                    <a:pt x="525985" y="393366"/>
                  </a:lnTo>
                  <a:lnTo>
                    <a:pt x="535724" y="392764"/>
                  </a:lnTo>
                  <a:lnTo>
                    <a:pt x="545465" y="392120"/>
                  </a:lnTo>
                  <a:lnTo>
                    <a:pt x="555206" y="391425"/>
                  </a:lnTo>
                  <a:lnTo>
                    <a:pt x="564946" y="390671"/>
                  </a:lnTo>
                  <a:lnTo>
                    <a:pt x="574687" y="389851"/>
                  </a:lnTo>
                  <a:lnTo>
                    <a:pt x="584428" y="388959"/>
                  </a:lnTo>
                  <a:lnTo>
                    <a:pt x="594167" y="387987"/>
                  </a:lnTo>
                  <a:lnTo>
                    <a:pt x="603908" y="386928"/>
                  </a:lnTo>
                  <a:lnTo>
                    <a:pt x="613649" y="385776"/>
                  </a:lnTo>
                  <a:lnTo>
                    <a:pt x="623388" y="384526"/>
                  </a:lnTo>
                  <a:lnTo>
                    <a:pt x="633129" y="383173"/>
                  </a:lnTo>
                  <a:lnTo>
                    <a:pt x="642870" y="381710"/>
                  </a:lnTo>
                  <a:lnTo>
                    <a:pt x="652610" y="380136"/>
                  </a:lnTo>
                  <a:lnTo>
                    <a:pt x="662351" y="378443"/>
                  </a:lnTo>
                  <a:lnTo>
                    <a:pt x="672092" y="376630"/>
                  </a:lnTo>
                  <a:lnTo>
                    <a:pt x="681831" y="374694"/>
                  </a:lnTo>
                  <a:lnTo>
                    <a:pt x="691572" y="372632"/>
                  </a:lnTo>
                  <a:lnTo>
                    <a:pt x="701313" y="370444"/>
                  </a:lnTo>
                  <a:lnTo>
                    <a:pt x="711052" y="368127"/>
                  </a:lnTo>
                  <a:lnTo>
                    <a:pt x="720793" y="365681"/>
                  </a:lnTo>
                  <a:lnTo>
                    <a:pt x="730534" y="363106"/>
                  </a:lnTo>
                  <a:lnTo>
                    <a:pt x="740274" y="360403"/>
                  </a:lnTo>
                  <a:lnTo>
                    <a:pt x="750015" y="357574"/>
                  </a:lnTo>
                  <a:lnTo>
                    <a:pt x="759756" y="354618"/>
                  </a:lnTo>
                  <a:lnTo>
                    <a:pt x="769495" y="351541"/>
                  </a:lnTo>
                  <a:lnTo>
                    <a:pt x="779236" y="348344"/>
                  </a:lnTo>
                  <a:lnTo>
                    <a:pt x="788977" y="345031"/>
                  </a:lnTo>
                  <a:lnTo>
                    <a:pt x="798717" y="341605"/>
                  </a:lnTo>
                  <a:lnTo>
                    <a:pt x="808458" y="338073"/>
                  </a:lnTo>
                  <a:lnTo>
                    <a:pt x="818199" y="334437"/>
                  </a:lnTo>
                  <a:lnTo>
                    <a:pt x="827938" y="330705"/>
                  </a:lnTo>
                  <a:lnTo>
                    <a:pt x="837679" y="326884"/>
                  </a:lnTo>
                  <a:lnTo>
                    <a:pt x="847420" y="322977"/>
                  </a:lnTo>
                  <a:lnTo>
                    <a:pt x="857159" y="318993"/>
                  </a:lnTo>
                  <a:lnTo>
                    <a:pt x="866900" y="314941"/>
                  </a:lnTo>
                  <a:lnTo>
                    <a:pt x="876641" y="310826"/>
                  </a:lnTo>
                  <a:lnTo>
                    <a:pt x="886381" y="306655"/>
                  </a:lnTo>
                  <a:lnTo>
                    <a:pt x="896122" y="302440"/>
                  </a:lnTo>
                  <a:lnTo>
                    <a:pt x="905863" y="298188"/>
                  </a:lnTo>
                  <a:lnTo>
                    <a:pt x="915602" y="293906"/>
                  </a:lnTo>
                  <a:lnTo>
                    <a:pt x="925343" y="289606"/>
                  </a:lnTo>
                  <a:lnTo>
                    <a:pt x="935084" y="285295"/>
                  </a:lnTo>
                  <a:lnTo>
                    <a:pt x="944824" y="280981"/>
                  </a:lnTo>
                  <a:lnTo>
                    <a:pt x="954564" y="276676"/>
                  </a:lnTo>
                  <a:lnTo>
                    <a:pt x="964305" y="272388"/>
                  </a:lnTo>
                  <a:lnTo>
                    <a:pt x="974045" y="268125"/>
                  </a:lnTo>
                  <a:lnTo>
                    <a:pt x="983786" y="263898"/>
                  </a:lnTo>
                  <a:lnTo>
                    <a:pt x="993522" y="259718"/>
                  </a:lnTo>
                  <a:lnTo>
                    <a:pt x="1003266" y="255589"/>
                  </a:lnTo>
                  <a:lnTo>
                    <a:pt x="1013010" y="251523"/>
                  </a:lnTo>
                  <a:lnTo>
                    <a:pt x="1022754" y="247529"/>
                  </a:lnTo>
                  <a:lnTo>
                    <a:pt x="1032483" y="243615"/>
                  </a:lnTo>
                  <a:lnTo>
                    <a:pt x="1042227" y="239789"/>
                  </a:lnTo>
                  <a:lnTo>
                    <a:pt x="1051971" y="236059"/>
                  </a:lnTo>
                  <a:lnTo>
                    <a:pt x="1061715" y="232433"/>
                  </a:lnTo>
                  <a:lnTo>
                    <a:pt x="1071444" y="228920"/>
                  </a:lnTo>
                  <a:lnTo>
                    <a:pt x="1081188" y="225524"/>
                  </a:lnTo>
                  <a:lnTo>
                    <a:pt x="1090932" y="222254"/>
                  </a:lnTo>
                  <a:lnTo>
                    <a:pt x="1100676" y="219118"/>
                  </a:lnTo>
                  <a:lnTo>
                    <a:pt x="1110405" y="216117"/>
                  </a:lnTo>
                  <a:lnTo>
                    <a:pt x="1120149" y="213263"/>
                  </a:lnTo>
                  <a:lnTo>
                    <a:pt x="1129893" y="210555"/>
                  </a:lnTo>
                  <a:lnTo>
                    <a:pt x="1139637" y="208003"/>
                  </a:lnTo>
                  <a:lnTo>
                    <a:pt x="1149381" y="205607"/>
                  </a:lnTo>
                  <a:lnTo>
                    <a:pt x="1159110" y="203376"/>
                  </a:lnTo>
                  <a:lnTo>
                    <a:pt x="1168854" y="201309"/>
                  </a:lnTo>
                  <a:lnTo>
                    <a:pt x="1178598" y="199409"/>
                  </a:lnTo>
                  <a:lnTo>
                    <a:pt x="1188341" y="197683"/>
                  </a:lnTo>
                  <a:lnTo>
                    <a:pt x="1198070" y="196129"/>
                  </a:lnTo>
                  <a:lnTo>
                    <a:pt x="1207814" y="194751"/>
                  </a:lnTo>
                  <a:lnTo>
                    <a:pt x="1217558" y="193547"/>
                  </a:lnTo>
                  <a:lnTo>
                    <a:pt x="1227302" y="192522"/>
                  </a:lnTo>
                  <a:lnTo>
                    <a:pt x="1237031" y="191674"/>
                  </a:lnTo>
                  <a:lnTo>
                    <a:pt x="1246775" y="191002"/>
                  </a:lnTo>
                  <a:lnTo>
                    <a:pt x="1256519" y="190509"/>
                  </a:lnTo>
                  <a:lnTo>
                    <a:pt x="1266263" y="190190"/>
                  </a:lnTo>
                  <a:lnTo>
                    <a:pt x="1276007" y="190045"/>
                  </a:lnTo>
                  <a:lnTo>
                    <a:pt x="1285736" y="190074"/>
                  </a:lnTo>
                  <a:lnTo>
                    <a:pt x="1295480" y="190273"/>
                  </a:lnTo>
                  <a:lnTo>
                    <a:pt x="1305224" y="190641"/>
                  </a:lnTo>
                  <a:lnTo>
                    <a:pt x="1314968" y="191175"/>
                  </a:lnTo>
                  <a:lnTo>
                    <a:pt x="1324697" y="191871"/>
                  </a:lnTo>
                  <a:lnTo>
                    <a:pt x="1334441" y="192726"/>
                  </a:lnTo>
                  <a:lnTo>
                    <a:pt x="1344185" y="193736"/>
                  </a:lnTo>
                  <a:lnTo>
                    <a:pt x="1353929" y="194897"/>
                  </a:lnTo>
                  <a:lnTo>
                    <a:pt x="1363658" y="196206"/>
                  </a:lnTo>
                  <a:lnTo>
                    <a:pt x="1373402" y="197657"/>
                  </a:lnTo>
                  <a:lnTo>
                    <a:pt x="1383146" y="199246"/>
                  </a:lnTo>
                  <a:lnTo>
                    <a:pt x="1392890" y="200968"/>
                  </a:lnTo>
                  <a:lnTo>
                    <a:pt x="1402619" y="202818"/>
                  </a:lnTo>
                  <a:lnTo>
                    <a:pt x="1412363" y="204791"/>
                  </a:lnTo>
                  <a:lnTo>
                    <a:pt x="1422106" y="206881"/>
                  </a:lnTo>
                  <a:lnTo>
                    <a:pt x="1431850" y="209083"/>
                  </a:lnTo>
                  <a:lnTo>
                    <a:pt x="1441594" y="211391"/>
                  </a:lnTo>
                  <a:lnTo>
                    <a:pt x="1451323" y="213800"/>
                  </a:lnTo>
                  <a:lnTo>
                    <a:pt x="1461067" y="216303"/>
                  </a:lnTo>
                  <a:lnTo>
                    <a:pt x="1470811" y="218896"/>
                  </a:lnTo>
                  <a:lnTo>
                    <a:pt x="1480555" y="221570"/>
                  </a:lnTo>
                  <a:lnTo>
                    <a:pt x="1490284" y="224321"/>
                  </a:lnTo>
                  <a:lnTo>
                    <a:pt x="1500028" y="227144"/>
                  </a:lnTo>
                  <a:lnTo>
                    <a:pt x="1509772" y="230030"/>
                  </a:lnTo>
                  <a:lnTo>
                    <a:pt x="1519516" y="232974"/>
                  </a:lnTo>
                  <a:lnTo>
                    <a:pt x="1529245" y="235972"/>
                  </a:lnTo>
                  <a:lnTo>
                    <a:pt x="1538989" y="239015"/>
                  </a:lnTo>
                  <a:lnTo>
                    <a:pt x="1548733" y="242099"/>
                  </a:lnTo>
                  <a:lnTo>
                    <a:pt x="1558477" y="245216"/>
                  </a:lnTo>
                  <a:lnTo>
                    <a:pt x="1568221" y="248363"/>
                  </a:lnTo>
                  <a:lnTo>
                    <a:pt x="1577950" y="251532"/>
                  </a:lnTo>
                  <a:lnTo>
                    <a:pt x="1587694" y="254716"/>
                  </a:lnTo>
                  <a:lnTo>
                    <a:pt x="1597438" y="257912"/>
                  </a:lnTo>
                  <a:lnTo>
                    <a:pt x="1607182" y="261112"/>
                  </a:lnTo>
                  <a:lnTo>
                    <a:pt x="1616911" y="264311"/>
                  </a:lnTo>
                  <a:lnTo>
                    <a:pt x="1626655" y="267504"/>
                  </a:lnTo>
                  <a:lnTo>
                    <a:pt x="1636399" y="270683"/>
                  </a:lnTo>
                  <a:lnTo>
                    <a:pt x="1646142" y="273846"/>
                  </a:lnTo>
                  <a:lnTo>
                    <a:pt x="1655872" y="276985"/>
                  </a:lnTo>
                  <a:lnTo>
                    <a:pt x="1665616" y="280096"/>
                  </a:lnTo>
                  <a:lnTo>
                    <a:pt x="1675359" y="283173"/>
                  </a:lnTo>
                  <a:lnTo>
                    <a:pt x="1685103" y="286211"/>
                  </a:lnTo>
                  <a:lnTo>
                    <a:pt x="1694832" y="289204"/>
                  </a:lnTo>
                  <a:lnTo>
                    <a:pt x="1704576" y="292148"/>
                  </a:lnTo>
                  <a:lnTo>
                    <a:pt x="1714320" y="295039"/>
                  </a:lnTo>
                  <a:lnTo>
                    <a:pt x="1724064" y="297871"/>
                  </a:lnTo>
                  <a:lnTo>
                    <a:pt x="1733808" y="300639"/>
                  </a:lnTo>
                  <a:lnTo>
                    <a:pt x="1743537" y="303339"/>
                  </a:lnTo>
                  <a:lnTo>
                    <a:pt x="1753281" y="305964"/>
                  </a:lnTo>
                  <a:lnTo>
                    <a:pt x="1763025" y="308513"/>
                  </a:lnTo>
                  <a:lnTo>
                    <a:pt x="1772769" y="310982"/>
                  </a:lnTo>
                  <a:lnTo>
                    <a:pt x="1782498" y="313363"/>
                  </a:lnTo>
                  <a:lnTo>
                    <a:pt x="1792242" y="315654"/>
                  </a:lnTo>
                  <a:lnTo>
                    <a:pt x="1801986" y="317850"/>
                  </a:lnTo>
                  <a:lnTo>
                    <a:pt x="1811730" y="319948"/>
                  </a:lnTo>
                  <a:lnTo>
                    <a:pt x="1821459" y="321945"/>
                  </a:lnTo>
                  <a:lnTo>
                    <a:pt x="1831203" y="323835"/>
                  </a:lnTo>
                  <a:lnTo>
                    <a:pt x="1840947" y="325616"/>
                  </a:lnTo>
                  <a:lnTo>
                    <a:pt x="1850691" y="327283"/>
                  </a:lnTo>
                  <a:lnTo>
                    <a:pt x="1860435" y="328834"/>
                  </a:lnTo>
                  <a:lnTo>
                    <a:pt x="1870164" y="330264"/>
                  </a:lnTo>
                  <a:lnTo>
                    <a:pt x="1879908" y="331572"/>
                  </a:lnTo>
                  <a:lnTo>
                    <a:pt x="1889652" y="332755"/>
                  </a:lnTo>
                  <a:lnTo>
                    <a:pt x="1899395" y="333807"/>
                  </a:lnTo>
                  <a:lnTo>
                    <a:pt x="1909124" y="334729"/>
                  </a:lnTo>
                  <a:lnTo>
                    <a:pt x="1918868" y="335516"/>
                  </a:lnTo>
                  <a:lnTo>
                    <a:pt x="1928612" y="336166"/>
                  </a:lnTo>
                  <a:lnTo>
                    <a:pt x="1938356" y="336678"/>
                  </a:lnTo>
                  <a:lnTo>
                    <a:pt x="1948085" y="337048"/>
                  </a:lnTo>
                  <a:lnTo>
                    <a:pt x="1957829" y="337274"/>
                  </a:lnTo>
                  <a:lnTo>
                    <a:pt x="1967573" y="337356"/>
                  </a:lnTo>
                  <a:lnTo>
                    <a:pt x="1977317" y="337292"/>
                  </a:lnTo>
                  <a:lnTo>
                    <a:pt x="1987046" y="337079"/>
                  </a:lnTo>
                  <a:lnTo>
                    <a:pt x="1996790" y="336718"/>
                  </a:lnTo>
                  <a:lnTo>
                    <a:pt x="2006534" y="336206"/>
                  </a:lnTo>
                  <a:lnTo>
                    <a:pt x="2016278" y="335543"/>
                  </a:lnTo>
                  <a:lnTo>
                    <a:pt x="2026022" y="334729"/>
                  </a:lnTo>
                  <a:lnTo>
                    <a:pt x="2035751" y="333762"/>
                  </a:lnTo>
                  <a:lnTo>
                    <a:pt x="2045495" y="332645"/>
                  </a:lnTo>
                  <a:lnTo>
                    <a:pt x="2055239" y="331374"/>
                  </a:lnTo>
                  <a:lnTo>
                    <a:pt x="2064983" y="329951"/>
                  </a:lnTo>
                  <a:lnTo>
                    <a:pt x="2074712" y="328378"/>
                  </a:lnTo>
                  <a:lnTo>
                    <a:pt x="2084456" y="326654"/>
                  </a:lnTo>
                  <a:lnTo>
                    <a:pt x="2094200" y="324780"/>
                  </a:lnTo>
                  <a:lnTo>
                    <a:pt x="2103944" y="322758"/>
                  </a:lnTo>
                  <a:lnTo>
                    <a:pt x="2113673" y="320589"/>
                  </a:lnTo>
                  <a:lnTo>
                    <a:pt x="2123417" y="318275"/>
                  </a:lnTo>
                  <a:lnTo>
                    <a:pt x="2133161" y="315817"/>
                  </a:lnTo>
                  <a:lnTo>
                    <a:pt x="2142905" y="313218"/>
                  </a:lnTo>
                  <a:lnTo>
                    <a:pt x="2152649" y="310481"/>
                  </a:lnTo>
                  <a:lnTo>
                    <a:pt x="2162377" y="307607"/>
                  </a:lnTo>
                  <a:lnTo>
                    <a:pt x="2172121" y="304601"/>
                  </a:lnTo>
                  <a:lnTo>
                    <a:pt x="2181865" y="301464"/>
                  </a:lnTo>
                  <a:lnTo>
                    <a:pt x="2191609" y="298202"/>
                  </a:lnTo>
                  <a:lnTo>
                    <a:pt x="2201338" y="294815"/>
                  </a:lnTo>
                  <a:lnTo>
                    <a:pt x="2211082" y="291309"/>
                  </a:lnTo>
                  <a:lnTo>
                    <a:pt x="2220826" y="287687"/>
                  </a:lnTo>
                  <a:lnTo>
                    <a:pt x="2230570" y="283955"/>
                  </a:lnTo>
                  <a:lnTo>
                    <a:pt x="2240299" y="280116"/>
                  </a:lnTo>
                  <a:lnTo>
                    <a:pt x="2250043" y="276174"/>
                  </a:lnTo>
                  <a:lnTo>
                    <a:pt x="2259787" y="272134"/>
                  </a:lnTo>
                  <a:lnTo>
                    <a:pt x="2269531" y="268001"/>
                  </a:lnTo>
                  <a:lnTo>
                    <a:pt x="2279260" y="263782"/>
                  </a:lnTo>
                  <a:lnTo>
                    <a:pt x="2289004" y="259479"/>
                  </a:lnTo>
                  <a:lnTo>
                    <a:pt x="2298748" y="255100"/>
                  </a:lnTo>
                  <a:lnTo>
                    <a:pt x="2308492" y="250649"/>
                  </a:lnTo>
                  <a:lnTo>
                    <a:pt x="2318236" y="246131"/>
                  </a:lnTo>
                  <a:lnTo>
                    <a:pt x="2327965" y="241551"/>
                  </a:lnTo>
                  <a:lnTo>
                    <a:pt x="2337709" y="236918"/>
                  </a:lnTo>
                  <a:lnTo>
                    <a:pt x="2347453" y="232233"/>
                  </a:lnTo>
                  <a:lnTo>
                    <a:pt x="2357197" y="227506"/>
                  </a:lnTo>
                  <a:lnTo>
                    <a:pt x="2366926" y="222741"/>
                  </a:lnTo>
                  <a:lnTo>
                    <a:pt x="2376670" y="217942"/>
                  </a:lnTo>
                  <a:lnTo>
                    <a:pt x="2386413" y="213116"/>
                  </a:lnTo>
                  <a:lnTo>
                    <a:pt x="2396157" y="208271"/>
                  </a:lnTo>
                  <a:lnTo>
                    <a:pt x="2405886" y="203408"/>
                  </a:lnTo>
                  <a:lnTo>
                    <a:pt x="2415630" y="198536"/>
                  </a:lnTo>
                  <a:lnTo>
                    <a:pt x="2425374" y="193660"/>
                  </a:lnTo>
                  <a:lnTo>
                    <a:pt x="2435118" y="188783"/>
                  </a:lnTo>
                  <a:lnTo>
                    <a:pt x="2444862" y="183911"/>
                  </a:lnTo>
                  <a:lnTo>
                    <a:pt x="2454591" y="179051"/>
                  </a:lnTo>
                  <a:lnTo>
                    <a:pt x="2464335" y="174208"/>
                  </a:lnTo>
                  <a:lnTo>
                    <a:pt x="2474079" y="169384"/>
                  </a:lnTo>
                  <a:lnTo>
                    <a:pt x="2483823" y="164583"/>
                  </a:lnTo>
                  <a:lnTo>
                    <a:pt x="2493552" y="159812"/>
                  </a:lnTo>
                  <a:lnTo>
                    <a:pt x="2503296" y="155075"/>
                  </a:lnTo>
                  <a:lnTo>
                    <a:pt x="2513040" y="150374"/>
                  </a:lnTo>
                  <a:lnTo>
                    <a:pt x="2522784" y="145713"/>
                  </a:lnTo>
                  <a:lnTo>
                    <a:pt x="2532513" y="141098"/>
                  </a:lnTo>
                  <a:lnTo>
                    <a:pt x="2542257" y="136528"/>
                  </a:lnTo>
                  <a:lnTo>
                    <a:pt x="2552001" y="132008"/>
                  </a:lnTo>
                  <a:lnTo>
                    <a:pt x="2561745" y="127540"/>
                  </a:lnTo>
                  <a:lnTo>
                    <a:pt x="2571474" y="123127"/>
                  </a:lnTo>
                  <a:lnTo>
                    <a:pt x="2581218" y="118769"/>
                  </a:lnTo>
                  <a:lnTo>
                    <a:pt x="2590962" y="114469"/>
                  </a:lnTo>
                  <a:lnTo>
                    <a:pt x="2600705" y="110229"/>
                  </a:lnTo>
                  <a:lnTo>
                    <a:pt x="2610449" y="106048"/>
                  </a:lnTo>
                  <a:lnTo>
                    <a:pt x="2620178" y="101930"/>
                  </a:lnTo>
                  <a:lnTo>
                    <a:pt x="2629922" y="97871"/>
                  </a:lnTo>
                  <a:lnTo>
                    <a:pt x="2639666" y="93874"/>
                  </a:lnTo>
                  <a:lnTo>
                    <a:pt x="2649410" y="89939"/>
                  </a:lnTo>
                  <a:lnTo>
                    <a:pt x="2659139" y="86064"/>
                  </a:lnTo>
                  <a:lnTo>
                    <a:pt x="2668883" y="82250"/>
                  </a:lnTo>
                  <a:lnTo>
                    <a:pt x="2678627" y="78494"/>
                  </a:lnTo>
                  <a:lnTo>
                    <a:pt x="2688371" y="74794"/>
                  </a:lnTo>
                  <a:lnTo>
                    <a:pt x="2698100" y="71153"/>
                  </a:lnTo>
                  <a:lnTo>
                    <a:pt x="2707844" y="67565"/>
                  </a:lnTo>
                  <a:lnTo>
                    <a:pt x="2717588" y="64030"/>
                  </a:lnTo>
                  <a:lnTo>
                    <a:pt x="2727332" y="60543"/>
                  </a:lnTo>
                  <a:lnTo>
                    <a:pt x="2737076" y="57106"/>
                  </a:lnTo>
                  <a:lnTo>
                    <a:pt x="2746805" y="53714"/>
                  </a:lnTo>
                  <a:lnTo>
                    <a:pt x="2756549" y="50364"/>
                  </a:lnTo>
                  <a:lnTo>
                    <a:pt x="2766293" y="47054"/>
                  </a:lnTo>
                  <a:lnTo>
                    <a:pt x="2776037" y="43779"/>
                  </a:lnTo>
                  <a:lnTo>
                    <a:pt x="2785766" y="40539"/>
                  </a:lnTo>
                  <a:lnTo>
                    <a:pt x="2795510" y="37328"/>
                  </a:lnTo>
                  <a:lnTo>
                    <a:pt x="2805254" y="34145"/>
                  </a:lnTo>
                  <a:lnTo>
                    <a:pt x="2814998" y="30985"/>
                  </a:lnTo>
                  <a:lnTo>
                    <a:pt x="2824727" y="27846"/>
                  </a:lnTo>
                  <a:lnTo>
                    <a:pt x="2834471" y="24725"/>
                  </a:lnTo>
                  <a:lnTo>
                    <a:pt x="2844215" y="21617"/>
                  </a:lnTo>
                  <a:lnTo>
                    <a:pt x="2853958" y="18519"/>
                  </a:lnTo>
                  <a:lnTo>
                    <a:pt x="2863687" y="15431"/>
                  </a:lnTo>
                  <a:lnTo>
                    <a:pt x="2873431" y="12347"/>
                  </a:lnTo>
                  <a:lnTo>
                    <a:pt x="2883175" y="9263"/>
                  </a:lnTo>
                  <a:lnTo>
                    <a:pt x="2892919" y="6180"/>
                  </a:lnTo>
                  <a:lnTo>
                    <a:pt x="2902663" y="3093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5" name="Freeform 834">
              <a:extLst>
                <a:ext uri="{FF2B5EF4-FFF2-40B4-BE49-F238E27FC236}">
                  <a16:creationId xmlns:a16="http://schemas.microsoft.com/office/drawing/2014/main" id="{7983CF00-AB9F-8A50-4474-6475C1F91BF1}"/>
                </a:ext>
              </a:extLst>
            </p:cNvPr>
            <p:cNvSpPr/>
            <p:nvPr/>
          </p:nvSpPr>
          <p:spPr>
            <a:xfrm>
              <a:off x="576446" y="3524551"/>
              <a:ext cx="2912392" cy="219138"/>
            </a:xfrm>
            <a:custGeom>
              <a:avLst/>
              <a:gdLst>
                <a:gd name="connsiteX0" fmla="*/ 0 w 2912392"/>
                <a:gd name="connsiteY0" fmla="*/ 135681 h 219138"/>
                <a:gd name="connsiteX1" fmla="*/ 9739 w 2912392"/>
                <a:gd name="connsiteY1" fmla="*/ 130871 h 219138"/>
                <a:gd name="connsiteX2" fmla="*/ 19480 w 2912392"/>
                <a:gd name="connsiteY2" fmla="*/ 126090 h 219138"/>
                <a:gd name="connsiteX3" fmla="*/ 29221 w 2912392"/>
                <a:gd name="connsiteY3" fmla="*/ 121348 h 219138"/>
                <a:gd name="connsiteX4" fmla="*/ 38961 w 2912392"/>
                <a:gd name="connsiteY4" fmla="*/ 116655 h 219138"/>
                <a:gd name="connsiteX5" fmla="*/ 48702 w 2912392"/>
                <a:gd name="connsiteY5" fmla="*/ 112024 h 219138"/>
                <a:gd name="connsiteX6" fmla="*/ 58443 w 2912392"/>
                <a:gd name="connsiteY6" fmla="*/ 107466 h 219138"/>
                <a:gd name="connsiteX7" fmla="*/ 68182 w 2912392"/>
                <a:gd name="connsiteY7" fmla="*/ 102989 h 219138"/>
                <a:gd name="connsiteX8" fmla="*/ 77923 w 2912392"/>
                <a:gd name="connsiteY8" fmla="*/ 98606 h 219138"/>
                <a:gd name="connsiteX9" fmla="*/ 87664 w 2912392"/>
                <a:gd name="connsiteY9" fmla="*/ 94325 h 219138"/>
                <a:gd name="connsiteX10" fmla="*/ 97404 w 2912392"/>
                <a:gd name="connsiteY10" fmla="*/ 90157 h 219138"/>
                <a:gd name="connsiteX11" fmla="*/ 107145 w 2912392"/>
                <a:gd name="connsiteY11" fmla="*/ 86109 h 219138"/>
                <a:gd name="connsiteX12" fmla="*/ 116886 w 2912392"/>
                <a:gd name="connsiteY12" fmla="*/ 82190 h 219138"/>
                <a:gd name="connsiteX13" fmla="*/ 126625 w 2912392"/>
                <a:gd name="connsiteY13" fmla="*/ 78409 h 219138"/>
                <a:gd name="connsiteX14" fmla="*/ 136366 w 2912392"/>
                <a:gd name="connsiteY14" fmla="*/ 74772 h 219138"/>
                <a:gd name="connsiteX15" fmla="*/ 146107 w 2912392"/>
                <a:gd name="connsiteY15" fmla="*/ 71289 h 219138"/>
                <a:gd name="connsiteX16" fmla="*/ 155846 w 2912392"/>
                <a:gd name="connsiteY16" fmla="*/ 67965 h 219138"/>
                <a:gd name="connsiteX17" fmla="*/ 165587 w 2912392"/>
                <a:gd name="connsiteY17" fmla="*/ 64806 h 219138"/>
                <a:gd name="connsiteX18" fmla="*/ 175328 w 2912392"/>
                <a:gd name="connsiteY18" fmla="*/ 61817 h 219138"/>
                <a:gd name="connsiteX19" fmla="*/ 185068 w 2912392"/>
                <a:gd name="connsiteY19" fmla="*/ 59004 h 219138"/>
                <a:gd name="connsiteX20" fmla="*/ 194809 w 2912392"/>
                <a:gd name="connsiteY20" fmla="*/ 56370 h 219138"/>
                <a:gd name="connsiteX21" fmla="*/ 204550 w 2912392"/>
                <a:gd name="connsiteY21" fmla="*/ 53921 h 219138"/>
                <a:gd name="connsiteX22" fmla="*/ 214289 w 2912392"/>
                <a:gd name="connsiteY22" fmla="*/ 51659 h 219138"/>
                <a:gd name="connsiteX23" fmla="*/ 224030 w 2912392"/>
                <a:gd name="connsiteY23" fmla="*/ 49587 h 219138"/>
                <a:gd name="connsiteX24" fmla="*/ 233771 w 2912392"/>
                <a:gd name="connsiteY24" fmla="*/ 47705 h 219138"/>
                <a:gd name="connsiteX25" fmla="*/ 243510 w 2912392"/>
                <a:gd name="connsiteY25" fmla="*/ 46017 h 219138"/>
                <a:gd name="connsiteX26" fmla="*/ 253251 w 2912392"/>
                <a:gd name="connsiteY26" fmla="*/ 44523 h 219138"/>
                <a:gd name="connsiteX27" fmla="*/ 262992 w 2912392"/>
                <a:gd name="connsiteY27" fmla="*/ 43222 h 219138"/>
                <a:gd name="connsiteX28" fmla="*/ 272732 w 2912392"/>
                <a:gd name="connsiteY28" fmla="*/ 42113 h 219138"/>
                <a:gd name="connsiteX29" fmla="*/ 282473 w 2912392"/>
                <a:gd name="connsiteY29" fmla="*/ 41199 h 219138"/>
                <a:gd name="connsiteX30" fmla="*/ 292214 w 2912392"/>
                <a:gd name="connsiteY30" fmla="*/ 40476 h 219138"/>
                <a:gd name="connsiteX31" fmla="*/ 301953 w 2912392"/>
                <a:gd name="connsiteY31" fmla="*/ 39941 h 219138"/>
                <a:gd name="connsiteX32" fmla="*/ 311694 w 2912392"/>
                <a:gd name="connsiteY32" fmla="*/ 39593 h 219138"/>
                <a:gd name="connsiteX33" fmla="*/ 321435 w 2912392"/>
                <a:gd name="connsiteY33" fmla="*/ 39427 h 219138"/>
                <a:gd name="connsiteX34" fmla="*/ 331175 w 2912392"/>
                <a:gd name="connsiteY34" fmla="*/ 39442 h 219138"/>
                <a:gd name="connsiteX35" fmla="*/ 340916 w 2912392"/>
                <a:gd name="connsiteY35" fmla="*/ 39631 h 219138"/>
                <a:gd name="connsiteX36" fmla="*/ 350656 w 2912392"/>
                <a:gd name="connsiteY36" fmla="*/ 39992 h 219138"/>
                <a:gd name="connsiteX37" fmla="*/ 360396 w 2912392"/>
                <a:gd name="connsiteY37" fmla="*/ 40518 h 219138"/>
                <a:gd name="connsiteX38" fmla="*/ 370137 w 2912392"/>
                <a:gd name="connsiteY38" fmla="*/ 41203 h 219138"/>
                <a:gd name="connsiteX39" fmla="*/ 379878 w 2912392"/>
                <a:gd name="connsiteY39" fmla="*/ 42043 h 219138"/>
                <a:gd name="connsiteX40" fmla="*/ 389617 w 2912392"/>
                <a:gd name="connsiteY40" fmla="*/ 43033 h 219138"/>
                <a:gd name="connsiteX41" fmla="*/ 399358 w 2912392"/>
                <a:gd name="connsiteY41" fmla="*/ 44164 h 219138"/>
                <a:gd name="connsiteX42" fmla="*/ 409099 w 2912392"/>
                <a:gd name="connsiteY42" fmla="*/ 45430 h 219138"/>
                <a:gd name="connsiteX43" fmla="*/ 418839 w 2912392"/>
                <a:gd name="connsiteY43" fmla="*/ 46823 h 219138"/>
                <a:gd name="connsiteX44" fmla="*/ 428580 w 2912392"/>
                <a:gd name="connsiteY44" fmla="*/ 48337 h 219138"/>
                <a:gd name="connsiteX45" fmla="*/ 438321 w 2912392"/>
                <a:gd name="connsiteY45" fmla="*/ 49962 h 219138"/>
                <a:gd name="connsiteX46" fmla="*/ 448060 w 2912392"/>
                <a:gd name="connsiteY46" fmla="*/ 51693 h 219138"/>
                <a:gd name="connsiteX47" fmla="*/ 457801 w 2912392"/>
                <a:gd name="connsiteY47" fmla="*/ 53522 h 219138"/>
                <a:gd name="connsiteX48" fmla="*/ 467542 w 2912392"/>
                <a:gd name="connsiteY48" fmla="*/ 55439 h 219138"/>
                <a:gd name="connsiteX49" fmla="*/ 477281 w 2912392"/>
                <a:gd name="connsiteY49" fmla="*/ 57437 h 219138"/>
                <a:gd name="connsiteX50" fmla="*/ 487022 w 2912392"/>
                <a:gd name="connsiteY50" fmla="*/ 59507 h 219138"/>
                <a:gd name="connsiteX51" fmla="*/ 496763 w 2912392"/>
                <a:gd name="connsiteY51" fmla="*/ 61640 h 219138"/>
                <a:gd name="connsiteX52" fmla="*/ 506503 w 2912392"/>
                <a:gd name="connsiteY52" fmla="*/ 63830 h 219138"/>
                <a:gd name="connsiteX53" fmla="*/ 516244 w 2912392"/>
                <a:gd name="connsiteY53" fmla="*/ 66067 h 219138"/>
                <a:gd name="connsiteX54" fmla="*/ 525985 w 2912392"/>
                <a:gd name="connsiteY54" fmla="*/ 68343 h 219138"/>
                <a:gd name="connsiteX55" fmla="*/ 535724 w 2912392"/>
                <a:gd name="connsiteY55" fmla="*/ 70649 h 219138"/>
                <a:gd name="connsiteX56" fmla="*/ 545465 w 2912392"/>
                <a:gd name="connsiteY56" fmla="*/ 72978 h 219138"/>
                <a:gd name="connsiteX57" fmla="*/ 555206 w 2912392"/>
                <a:gd name="connsiteY57" fmla="*/ 75320 h 219138"/>
                <a:gd name="connsiteX58" fmla="*/ 564946 w 2912392"/>
                <a:gd name="connsiteY58" fmla="*/ 77670 h 219138"/>
                <a:gd name="connsiteX59" fmla="*/ 574687 w 2912392"/>
                <a:gd name="connsiteY59" fmla="*/ 80018 h 219138"/>
                <a:gd name="connsiteX60" fmla="*/ 584428 w 2912392"/>
                <a:gd name="connsiteY60" fmla="*/ 82356 h 219138"/>
                <a:gd name="connsiteX61" fmla="*/ 594167 w 2912392"/>
                <a:gd name="connsiteY61" fmla="*/ 84677 h 219138"/>
                <a:gd name="connsiteX62" fmla="*/ 603908 w 2912392"/>
                <a:gd name="connsiteY62" fmla="*/ 86974 h 219138"/>
                <a:gd name="connsiteX63" fmla="*/ 613649 w 2912392"/>
                <a:gd name="connsiteY63" fmla="*/ 89240 h 219138"/>
                <a:gd name="connsiteX64" fmla="*/ 623388 w 2912392"/>
                <a:gd name="connsiteY64" fmla="*/ 91468 h 219138"/>
                <a:gd name="connsiteX65" fmla="*/ 633129 w 2912392"/>
                <a:gd name="connsiteY65" fmla="*/ 93651 h 219138"/>
                <a:gd name="connsiteX66" fmla="*/ 642870 w 2912392"/>
                <a:gd name="connsiteY66" fmla="*/ 95783 h 219138"/>
                <a:gd name="connsiteX67" fmla="*/ 652610 w 2912392"/>
                <a:gd name="connsiteY67" fmla="*/ 97858 h 219138"/>
                <a:gd name="connsiteX68" fmla="*/ 662351 w 2912392"/>
                <a:gd name="connsiteY68" fmla="*/ 99869 h 219138"/>
                <a:gd name="connsiteX69" fmla="*/ 672092 w 2912392"/>
                <a:gd name="connsiteY69" fmla="*/ 101814 h 219138"/>
                <a:gd name="connsiteX70" fmla="*/ 681831 w 2912392"/>
                <a:gd name="connsiteY70" fmla="*/ 103684 h 219138"/>
                <a:gd name="connsiteX71" fmla="*/ 691572 w 2912392"/>
                <a:gd name="connsiteY71" fmla="*/ 105474 h 219138"/>
                <a:gd name="connsiteX72" fmla="*/ 701313 w 2912392"/>
                <a:gd name="connsiteY72" fmla="*/ 107182 h 219138"/>
                <a:gd name="connsiteX73" fmla="*/ 711052 w 2912392"/>
                <a:gd name="connsiteY73" fmla="*/ 108801 h 219138"/>
                <a:gd name="connsiteX74" fmla="*/ 720793 w 2912392"/>
                <a:gd name="connsiteY74" fmla="*/ 110331 h 219138"/>
                <a:gd name="connsiteX75" fmla="*/ 730534 w 2912392"/>
                <a:gd name="connsiteY75" fmla="*/ 111765 h 219138"/>
                <a:gd name="connsiteX76" fmla="*/ 740274 w 2912392"/>
                <a:gd name="connsiteY76" fmla="*/ 113100 h 219138"/>
                <a:gd name="connsiteX77" fmla="*/ 750015 w 2912392"/>
                <a:gd name="connsiteY77" fmla="*/ 114333 h 219138"/>
                <a:gd name="connsiteX78" fmla="*/ 759756 w 2912392"/>
                <a:gd name="connsiteY78" fmla="*/ 115464 h 219138"/>
                <a:gd name="connsiteX79" fmla="*/ 769495 w 2912392"/>
                <a:gd name="connsiteY79" fmla="*/ 116488 h 219138"/>
                <a:gd name="connsiteX80" fmla="*/ 779236 w 2912392"/>
                <a:gd name="connsiteY80" fmla="*/ 117403 h 219138"/>
                <a:gd name="connsiteX81" fmla="*/ 788977 w 2912392"/>
                <a:gd name="connsiteY81" fmla="*/ 118207 h 219138"/>
                <a:gd name="connsiteX82" fmla="*/ 798717 w 2912392"/>
                <a:gd name="connsiteY82" fmla="*/ 118900 h 219138"/>
                <a:gd name="connsiteX83" fmla="*/ 808458 w 2912392"/>
                <a:gd name="connsiteY83" fmla="*/ 119481 h 219138"/>
                <a:gd name="connsiteX84" fmla="*/ 818199 w 2912392"/>
                <a:gd name="connsiteY84" fmla="*/ 119947 h 219138"/>
                <a:gd name="connsiteX85" fmla="*/ 827938 w 2912392"/>
                <a:gd name="connsiteY85" fmla="*/ 120300 h 219138"/>
                <a:gd name="connsiteX86" fmla="*/ 837679 w 2912392"/>
                <a:gd name="connsiteY86" fmla="*/ 120539 h 219138"/>
                <a:gd name="connsiteX87" fmla="*/ 847420 w 2912392"/>
                <a:gd name="connsiteY87" fmla="*/ 120664 h 219138"/>
                <a:gd name="connsiteX88" fmla="*/ 857159 w 2912392"/>
                <a:gd name="connsiteY88" fmla="*/ 120674 h 219138"/>
                <a:gd name="connsiteX89" fmla="*/ 866900 w 2912392"/>
                <a:gd name="connsiteY89" fmla="*/ 120572 h 219138"/>
                <a:gd name="connsiteX90" fmla="*/ 876641 w 2912392"/>
                <a:gd name="connsiteY90" fmla="*/ 120357 h 219138"/>
                <a:gd name="connsiteX91" fmla="*/ 886381 w 2912392"/>
                <a:gd name="connsiteY91" fmla="*/ 120031 h 219138"/>
                <a:gd name="connsiteX92" fmla="*/ 896122 w 2912392"/>
                <a:gd name="connsiteY92" fmla="*/ 119594 h 219138"/>
                <a:gd name="connsiteX93" fmla="*/ 905863 w 2912392"/>
                <a:gd name="connsiteY93" fmla="*/ 119049 h 219138"/>
                <a:gd name="connsiteX94" fmla="*/ 915602 w 2912392"/>
                <a:gd name="connsiteY94" fmla="*/ 118398 h 219138"/>
                <a:gd name="connsiteX95" fmla="*/ 925343 w 2912392"/>
                <a:gd name="connsiteY95" fmla="*/ 117641 h 219138"/>
                <a:gd name="connsiteX96" fmla="*/ 935084 w 2912392"/>
                <a:gd name="connsiteY96" fmla="*/ 116781 h 219138"/>
                <a:gd name="connsiteX97" fmla="*/ 944824 w 2912392"/>
                <a:gd name="connsiteY97" fmla="*/ 115823 h 219138"/>
                <a:gd name="connsiteX98" fmla="*/ 954564 w 2912392"/>
                <a:gd name="connsiteY98" fmla="*/ 114765 h 219138"/>
                <a:gd name="connsiteX99" fmla="*/ 964305 w 2912392"/>
                <a:gd name="connsiteY99" fmla="*/ 113614 h 219138"/>
                <a:gd name="connsiteX100" fmla="*/ 974045 w 2912392"/>
                <a:gd name="connsiteY100" fmla="*/ 112370 h 219138"/>
                <a:gd name="connsiteX101" fmla="*/ 983786 w 2912392"/>
                <a:gd name="connsiteY101" fmla="*/ 111036 h 219138"/>
                <a:gd name="connsiteX102" fmla="*/ 993522 w 2912392"/>
                <a:gd name="connsiteY102" fmla="*/ 109618 h 219138"/>
                <a:gd name="connsiteX103" fmla="*/ 1003266 w 2912392"/>
                <a:gd name="connsiteY103" fmla="*/ 108116 h 219138"/>
                <a:gd name="connsiteX104" fmla="*/ 1013010 w 2912392"/>
                <a:gd name="connsiteY104" fmla="*/ 106534 h 219138"/>
                <a:gd name="connsiteX105" fmla="*/ 1022754 w 2912392"/>
                <a:gd name="connsiteY105" fmla="*/ 104877 h 219138"/>
                <a:gd name="connsiteX106" fmla="*/ 1032483 w 2912392"/>
                <a:gd name="connsiteY106" fmla="*/ 103147 h 219138"/>
                <a:gd name="connsiteX107" fmla="*/ 1042227 w 2912392"/>
                <a:gd name="connsiteY107" fmla="*/ 101349 h 219138"/>
                <a:gd name="connsiteX108" fmla="*/ 1051971 w 2912392"/>
                <a:gd name="connsiteY108" fmla="*/ 99486 h 219138"/>
                <a:gd name="connsiteX109" fmla="*/ 1061715 w 2912392"/>
                <a:gd name="connsiteY109" fmla="*/ 97562 h 219138"/>
                <a:gd name="connsiteX110" fmla="*/ 1071444 w 2912392"/>
                <a:gd name="connsiteY110" fmla="*/ 95581 h 219138"/>
                <a:gd name="connsiteX111" fmla="*/ 1081188 w 2912392"/>
                <a:gd name="connsiteY111" fmla="*/ 93546 h 219138"/>
                <a:gd name="connsiteX112" fmla="*/ 1090932 w 2912392"/>
                <a:gd name="connsiteY112" fmla="*/ 91462 h 219138"/>
                <a:gd name="connsiteX113" fmla="*/ 1100676 w 2912392"/>
                <a:gd name="connsiteY113" fmla="*/ 89333 h 219138"/>
                <a:gd name="connsiteX114" fmla="*/ 1110405 w 2912392"/>
                <a:gd name="connsiteY114" fmla="*/ 87162 h 219138"/>
                <a:gd name="connsiteX115" fmla="*/ 1120149 w 2912392"/>
                <a:gd name="connsiteY115" fmla="*/ 84954 h 219138"/>
                <a:gd name="connsiteX116" fmla="*/ 1129893 w 2912392"/>
                <a:gd name="connsiteY116" fmla="*/ 82712 h 219138"/>
                <a:gd name="connsiteX117" fmla="*/ 1139637 w 2912392"/>
                <a:gd name="connsiteY117" fmla="*/ 80441 h 219138"/>
                <a:gd name="connsiteX118" fmla="*/ 1149381 w 2912392"/>
                <a:gd name="connsiteY118" fmla="*/ 78145 h 219138"/>
                <a:gd name="connsiteX119" fmla="*/ 1159110 w 2912392"/>
                <a:gd name="connsiteY119" fmla="*/ 75827 h 219138"/>
                <a:gd name="connsiteX120" fmla="*/ 1168854 w 2912392"/>
                <a:gd name="connsiteY120" fmla="*/ 73492 h 219138"/>
                <a:gd name="connsiteX121" fmla="*/ 1178598 w 2912392"/>
                <a:gd name="connsiteY121" fmla="*/ 71143 h 219138"/>
                <a:gd name="connsiteX122" fmla="*/ 1188341 w 2912392"/>
                <a:gd name="connsiteY122" fmla="*/ 68786 h 219138"/>
                <a:gd name="connsiteX123" fmla="*/ 1198070 w 2912392"/>
                <a:gd name="connsiteY123" fmla="*/ 66421 h 219138"/>
                <a:gd name="connsiteX124" fmla="*/ 1207814 w 2912392"/>
                <a:gd name="connsiteY124" fmla="*/ 64055 h 219138"/>
                <a:gd name="connsiteX125" fmla="*/ 1217558 w 2912392"/>
                <a:gd name="connsiteY125" fmla="*/ 61691 h 219138"/>
                <a:gd name="connsiteX126" fmla="*/ 1227302 w 2912392"/>
                <a:gd name="connsiteY126" fmla="*/ 59331 h 219138"/>
                <a:gd name="connsiteX127" fmla="*/ 1237031 w 2912392"/>
                <a:gd name="connsiteY127" fmla="*/ 56981 h 219138"/>
                <a:gd name="connsiteX128" fmla="*/ 1246775 w 2912392"/>
                <a:gd name="connsiteY128" fmla="*/ 54644 h 219138"/>
                <a:gd name="connsiteX129" fmla="*/ 1256519 w 2912392"/>
                <a:gd name="connsiteY129" fmla="*/ 52322 h 219138"/>
                <a:gd name="connsiteX130" fmla="*/ 1266263 w 2912392"/>
                <a:gd name="connsiteY130" fmla="*/ 50019 h 219138"/>
                <a:gd name="connsiteX131" fmla="*/ 1276007 w 2912392"/>
                <a:gd name="connsiteY131" fmla="*/ 47739 h 219138"/>
                <a:gd name="connsiteX132" fmla="*/ 1285736 w 2912392"/>
                <a:gd name="connsiteY132" fmla="*/ 45485 h 219138"/>
                <a:gd name="connsiteX133" fmla="*/ 1295480 w 2912392"/>
                <a:gd name="connsiteY133" fmla="*/ 43259 h 219138"/>
                <a:gd name="connsiteX134" fmla="*/ 1305224 w 2912392"/>
                <a:gd name="connsiteY134" fmla="*/ 41066 h 219138"/>
                <a:gd name="connsiteX135" fmla="*/ 1314968 w 2912392"/>
                <a:gd name="connsiteY135" fmla="*/ 38907 h 219138"/>
                <a:gd name="connsiteX136" fmla="*/ 1324697 w 2912392"/>
                <a:gd name="connsiteY136" fmla="*/ 36786 h 219138"/>
                <a:gd name="connsiteX137" fmla="*/ 1334441 w 2912392"/>
                <a:gd name="connsiteY137" fmla="*/ 34704 h 219138"/>
                <a:gd name="connsiteX138" fmla="*/ 1344185 w 2912392"/>
                <a:gd name="connsiteY138" fmla="*/ 32665 h 219138"/>
                <a:gd name="connsiteX139" fmla="*/ 1353929 w 2912392"/>
                <a:gd name="connsiteY139" fmla="*/ 30671 h 219138"/>
                <a:gd name="connsiteX140" fmla="*/ 1363658 w 2912392"/>
                <a:gd name="connsiteY140" fmla="*/ 28725 h 219138"/>
                <a:gd name="connsiteX141" fmla="*/ 1373402 w 2912392"/>
                <a:gd name="connsiteY141" fmla="*/ 26830 h 219138"/>
                <a:gd name="connsiteX142" fmla="*/ 1383146 w 2912392"/>
                <a:gd name="connsiteY142" fmla="*/ 24986 h 219138"/>
                <a:gd name="connsiteX143" fmla="*/ 1392890 w 2912392"/>
                <a:gd name="connsiteY143" fmla="*/ 23195 h 219138"/>
                <a:gd name="connsiteX144" fmla="*/ 1402619 w 2912392"/>
                <a:gd name="connsiteY144" fmla="*/ 21460 h 219138"/>
                <a:gd name="connsiteX145" fmla="*/ 1412363 w 2912392"/>
                <a:gd name="connsiteY145" fmla="*/ 19784 h 219138"/>
                <a:gd name="connsiteX146" fmla="*/ 1422106 w 2912392"/>
                <a:gd name="connsiteY146" fmla="*/ 18168 h 219138"/>
                <a:gd name="connsiteX147" fmla="*/ 1431850 w 2912392"/>
                <a:gd name="connsiteY147" fmla="*/ 16611 h 219138"/>
                <a:gd name="connsiteX148" fmla="*/ 1441594 w 2912392"/>
                <a:gd name="connsiteY148" fmla="*/ 15118 h 219138"/>
                <a:gd name="connsiteX149" fmla="*/ 1451323 w 2912392"/>
                <a:gd name="connsiteY149" fmla="*/ 13689 h 219138"/>
                <a:gd name="connsiteX150" fmla="*/ 1461067 w 2912392"/>
                <a:gd name="connsiteY150" fmla="*/ 12326 h 219138"/>
                <a:gd name="connsiteX151" fmla="*/ 1470811 w 2912392"/>
                <a:gd name="connsiteY151" fmla="*/ 11030 h 219138"/>
                <a:gd name="connsiteX152" fmla="*/ 1480555 w 2912392"/>
                <a:gd name="connsiteY152" fmla="*/ 9801 h 219138"/>
                <a:gd name="connsiteX153" fmla="*/ 1490284 w 2912392"/>
                <a:gd name="connsiteY153" fmla="*/ 8640 h 219138"/>
                <a:gd name="connsiteX154" fmla="*/ 1500028 w 2912392"/>
                <a:gd name="connsiteY154" fmla="*/ 7549 h 219138"/>
                <a:gd name="connsiteX155" fmla="*/ 1509772 w 2912392"/>
                <a:gd name="connsiteY155" fmla="*/ 6530 h 219138"/>
                <a:gd name="connsiteX156" fmla="*/ 1519516 w 2912392"/>
                <a:gd name="connsiteY156" fmla="*/ 5583 h 219138"/>
                <a:gd name="connsiteX157" fmla="*/ 1529245 w 2912392"/>
                <a:gd name="connsiteY157" fmla="*/ 4708 h 219138"/>
                <a:gd name="connsiteX158" fmla="*/ 1538989 w 2912392"/>
                <a:gd name="connsiteY158" fmla="*/ 3905 h 219138"/>
                <a:gd name="connsiteX159" fmla="*/ 1548733 w 2912392"/>
                <a:gd name="connsiteY159" fmla="*/ 3176 h 219138"/>
                <a:gd name="connsiteX160" fmla="*/ 1558477 w 2912392"/>
                <a:gd name="connsiteY160" fmla="*/ 2522 h 219138"/>
                <a:gd name="connsiteX161" fmla="*/ 1568221 w 2912392"/>
                <a:gd name="connsiteY161" fmla="*/ 1943 h 219138"/>
                <a:gd name="connsiteX162" fmla="*/ 1577950 w 2912392"/>
                <a:gd name="connsiteY162" fmla="*/ 1438 h 219138"/>
                <a:gd name="connsiteX163" fmla="*/ 1587694 w 2912392"/>
                <a:gd name="connsiteY163" fmla="*/ 1007 h 219138"/>
                <a:gd name="connsiteX164" fmla="*/ 1597438 w 2912392"/>
                <a:gd name="connsiteY164" fmla="*/ 654 h 219138"/>
                <a:gd name="connsiteX165" fmla="*/ 1607182 w 2912392"/>
                <a:gd name="connsiteY165" fmla="*/ 377 h 219138"/>
                <a:gd name="connsiteX166" fmla="*/ 1616911 w 2912392"/>
                <a:gd name="connsiteY166" fmla="*/ 174 h 219138"/>
                <a:gd name="connsiteX167" fmla="*/ 1626655 w 2912392"/>
                <a:gd name="connsiteY167" fmla="*/ 49 h 219138"/>
                <a:gd name="connsiteX168" fmla="*/ 1636399 w 2912392"/>
                <a:gd name="connsiteY168" fmla="*/ 0 h 219138"/>
                <a:gd name="connsiteX169" fmla="*/ 1646142 w 2912392"/>
                <a:gd name="connsiteY169" fmla="*/ 28 h 219138"/>
                <a:gd name="connsiteX170" fmla="*/ 1655872 w 2912392"/>
                <a:gd name="connsiteY170" fmla="*/ 133 h 219138"/>
                <a:gd name="connsiteX171" fmla="*/ 1665616 w 2912392"/>
                <a:gd name="connsiteY171" fmla="*/ 313 h 219138"/>
                <a:gd name="connsiteX172" fmla="*/ 1675359 w 2912392"/>
                <a:gd name="connsiteY172" fmla="*/ 569 h 219138"/>
                <a:gd name="connsiteX173" fmla="*/ 1685103 w 2912392"/>
                <a:gd name="connsiteY173" fmla="*/ 903 h 219138"/>
                <a:gd name="connsiteX174" fmla="*/ 1694832 w 2912392"/>
                <a:gd name="connsiteY174" fmla="*/ 1313 h 219138"/>
                <a:gd name="connsiteX175" fmla="*/ 1704576 w 2912392"/>
                <a:gd name="connsiteY175" fmla="*/ 1800 h 219138"/>
                <a:gd name="connsiteX176" fmla="*/ 1714320 w 2912392"/>
                <a:gd name="connsiteY176" fmla="*/ 2362 h 219138"/>
                <a:gd name="connsiteX177" fmla="*/ 1724064 w 2912392"/>
                <a:gd name="connsiteY177" fmla="*/ 2999 h 219138"/>
                <a:gd name="connsiteX178" fmla="*/ 1733808 w 2912392"/>
                <a:gd name="connsiteY178" fmla="*/ 3713 h 219138"/>
                <a:gd name="connsiteX179" fmla="*/ 1743537 w 2912392"/>
                <a:gd name="connsiteY179" fmla="*/ 4501 h 219138"/>
                <a:gd name="connsiteX180" fmla="*/ 1753281 w 2912392"/>
                <a:gd name="connsiteY180" fmla="*/ 5365 h 219138"/>
                <a:gd name="connsiteX181" fmla="*/ 1763025 w 2912392"/>
                <a:gd name="connsiteY181" fmla="*/ 6304 h 219138"/>
                <a:gd name="connsiteX182" fmla="*/ 1772769 w 2912392"/>
                <a:gd name="connsiteY182" fmla="*/ 7315 h 219138"/>
                <a:gd name="connsiteX183" fmla="*/ 1782498 w 2912392"/>
                <a:gd name="connsiteY183" fmla="*/ 8402 h 219138"/>
                <a:gd name="connsiteX184" fmla="*/ 1792242 w 2912392"/>
                <a:gd name="connsiteY184" fmla="*/ 9562 h 219138"/>
                <a:gd name="connsiteX185" fmla="*/ 1801986 w 2912392"/>
                <a:gd name="connsiteY185" fmla="*/ 10794 h 219138"/>
                <a:gd name="connsiteX186" fmla="*/ 1811730 w 2912392"/>
                <a:gd name="connsiteY186" fmla="*/ 12100 h 219138"/>
                <a:gd name="connsiteX187" fmla="*/ 1821459 w 2912392"/>
                <a:gd name="connsiteY187" fmla="*/ 13475 h 219138"/>
                <a:gd name="connsiteX188" fmla="*/ 1831203 w 2912392"/>
                <a:gd name="connsiteY188" fmla="*/ 14923 h 219138"/>
                <a:gd name="connsiteX189" fmla="*/ 1840947 w 2912392"/>
                <a:gd name="connsiteY189" fmla="*/ 16440 h 219138"/>
                <a:gd name="connsiteX190" fmla="*/ 1850691 w 2912392"/>
                <a:gd name="connsiteY190" fmla="*/ 18026 h 219138"/>
                <a:gd name="connsiteX191" fmla="*/ 1860435 w 2912392"/>
                <a:gd name="connsiteY191" fmla="*/ 19682 h 219138"/>
                <a:gd name="connsiteX192" fmla="*/ 1870164 w 2912392"/>
                <a:gd name="connsiteY192" fmla="*/ 21404 h 219138"/>
                <a:gd name="connsiteX193" fmla="*/ 1879908 w 2912392"/>
                <a:gd name="connsiteY193" fmla="*/ 23193 h 219138"/>
                <a:gd name="connsiteX194" fmla="*/ 1889652 w 2912392"/>
                <a:gd name="connsiteY194" fmla="*/ 25048 h 219138"/>
                <a:gd name="connsiteX195" fmla="*/ 1899395 w 2912392"/>
                <a:gd name="connsiteY195" fmla="*/ 26967 h 219138"/>
                <a:gd name="connsiteX196" fmla="*/ 1909124 w 2912392"/>
                <a:gd name="connsiteY196" fmla="*/ 28949 h 219138"/>
                <a:gd name="connsiteX197" fmla="*/ 1918868 w 2912392"/>
                <a:gd name="connsiteY197" fmla="*/ 30993 h 219138"/>
                <a:gd name="connsiteX198" fmla="*/ 1928612 w 2912392"/>
                <a:gd name="connsiteY198" fmla="*/ 33097 h 219138"/>
                <a:gd name="connsiteX199" fmla="*/ 1938356 w 2912392"/>
                <a:gd name="connsiteY199" fmla="*/ 35258 h 219138"/>
                <a:gd name="connsiteX200" fmla="*/ 1948085 w 2912392"/>
                <a:gd name="connsiteY200" fmla="*/ 37478 h 219138"/>
                <a:gd name="connsiteX201" fmla="*/ 1957829 w 2912392"/>
                <a:gd name="connsiteY201" fmla="*/ 39753 h 219138"/>
                <a:gd name="connsiteX202" fmla="*/ 1967573 w 2912392"/>
                <a:gd name="connsiteY202" fmla="*/ 42082 h 219138"/>
                <a:gd name="connsiteX203" fmla="*/ 1977317 w 2912392"/>
                <a:gd name="connsiteY203" fmla="*/ 44463 h 219138"/>
                <a:gd name="connsiteX204" fmla="*/ 1987046 w 2912392"/>
                <a:gd name="connsiteY204" fmla="*/ 46893 h 219138"/>
                <a:gd name="connsiteX205" fmla="*/ 1996790 w 2912392"/>
                <a:gd name="connsiteY205" fmla="*/ 49371 h 219138"/>
                <a:gd name="connsiteX206" fmla="*/ 2006534 w 2912392"/>
                <a:gd name="connsiteY206" fmla="*/ 51893 h 219138"/>
                <a:gd name="connsiteX207" fmla="*/ 2016278 w 2912392"/>
                <a:gd name="connsiteY207" fmla="*/ 54460 h 219138"/>
                <a:gd name="connsiteX208" fmla="*/ 2026022 w 2912392"/>
                <a:gd name="connsiteY208" fmla="*/ 57066 h 219138"/>
                <a:gd name="connsiteX209" fmla="*/ 2035751 w 2912392"/>
                <a:gd name="connsiteY209" fmla="*/ 59711 h 219138"/>
                <a:gd name="connsiteX210" fmla="*/ 2045495 w 2912392"/>
                <a:gd name="connsiteY210" fmla="*/ 62391 h 219138"/>
                <a:gd name="connsiteX211" fmla="*/ 2055239 w 2912392"/>
                <a:gd name="connsiteY211" fmla="*/ 65103 h 219138"/>
                <a:gd name="connsiteX212" fmla="*/ 2064983 w 2912392"/>
                <a:gd name="connsiteY212" fmla="*/ 67845 h 219138"/>
                <a:gd name="connsiteX213" fmla="*/ 2074712 w 2912392"/>
                <a:gd name="connsiteY213" fmla="*/ 70615 h 219138"/>
                <a:gd name="connsiteX214" fmla="*/ 2084456 w 2912392"/>
                <a:gd name="connsiteY214" fmla="*/ 73409 h 219138"/>
                <a:gd name="connsiteX215" fmla="*/ 2094200 w 2912392"/>
                <a:gd name="connsiteY215" fmla="*/ 76225 h 219138"/>
                <a:gd name="connsiteX216" fmla="*/ 2103944 w 2912392"/>
                <a:gd name="connsiteY216" fmla="*/ 79057 h 219138"/>
                <a:gd name="connsiteX217" fmla="*/ 2113673 w 2912392"/>
                <a:gd name="connsiteY217" fmla="*/ 81906 h 219138"/>
                <a:gd name="connsiteX218" fmla="*/ 2123417 w 2912392"/>
                <a:gd name="connsiteY218" fmla="*/ 84765 h 219138"/>
                <a:gd name="connsiteX219" fmla="*/ 2133161 w 2912392"/>
                <a:gd name="connsiteY219" fmla="*/ 87631 h 219138"/>
                <a:gd name="connsiteX220" fmla="*/ 2142905 w 2912392"/>
                <a:gd name="connsiteY220" fmla="*/ 90504 h 219138"/>
                <a:gd name="connsiteX221" fmla="*/ 2152649 w 2912392"/>
                <a:gd name="connsiteY221" fmla="*/ 93378 h 219138"/>
                <a:gd name="connsiteX222" fmla="*/ 2162377 w 2912392"/>
                <a:gd name="connsiteY222" fmla="*/ 96250 h 219138"/>
                <a:gd name="connsiteX223" fmla="*/ 2172121 w 2912392"/>
                <a:gd name="connsiteY223" fmla="*/ 99117 h 219138"/>
                <a:gd name="connsiteX224" fmla="*/ 2181865 w 2912392"/>
                <a:gd name="connsiteY224" fmla="*/ 101976 h 219138"/>
                <a:gd name="connsiteX225" fmla="*/ 2191609 w 2912392"/>
                <a:gd name="connsiteY225" fmla="*/ 104823 h 219138"/>
                <a:gd name="connsiteX226" fmla="*/ 2201338 w 2912392"/>
                <a:gd name="connsiteY226" fmla="*/ 107654 h 219138"/>
                <a:gd name="connsiteX227" fmla="*/ 2211082 w 2912392"/>
                <a:gd name="connsiteY227" fmla="*/ 110467 h 219138"/>
                <a:gd name="connsiteX228" fmla="*/ 2220826 w 2912392"/>
                <a:gd name="connsiteY228" fmla="*/ 113259 h 219138"/>
                <a:gd name="connsiteX229" fmla="*/ 2230570 w 2912392"/>
                <a:gd name="connsiteY229" fmla="*/ 116024 h 219138"/>
                <a:gd name="connsiteX230" fmla="*/ 2240299 w 2912392"/>
                <a:gd name="connsiteY230" fmla="*/ 118763 h 219138"/>
                <a:gd name="connsiteX231" fmla="*/ 2250043 w 2912392"/>
                <a:gd name="connsiteY231" fmla="*/ 121468 h 219138"/>
                <a:gd name="connsiteX232" fmla="*/ 2259787 w 2912392"/>
                <a:gd name="connsiteY232" fmla="*/ 124141 h 219138"/>
                <a:gd name="connsiteX233" fmla="*/ 2269531 w 2912392"/>
                <a:gd name="connsiteY233" fmla="*/ 126775 h 219138"/>
                <a:gd name="connsiteX234" fmla="*/ 2279260 w 2912392"/>
                <a:gd name="connsiteY234" fmla="*/ 129371 h 219138"/>
                <a:gd name="connsiteX235" fmla="*/ 2289004 w 2912392"/>
                <a:gd name="connsiteY235" fmla="*/ 131923 h 219138"/>
                <a:gd name="connsiteX236" fmla="*/ 2298748 w 2912392"/>
                <a:gd name="connsiteY236" fmla="*/ 134429 h 219138"/>
                <a:gd name="connsiteX237" fmla="*/ 2308492 w 2912392"/>
                <a:gd name="connsiteY237" fmla="*/ 136889 h 219138"/>
                <a:gd name="connsiteX238" fmla="*/ 2318236 w 2912392"/>
                <a:gd name="connsiteY238" fmla="*/ 139300 h 219138"/>
                <a:gd name="connsiteX239" fmla="*/ 2327965 w 2912392"/>
                <a:gd name="connsiteY239" fmla="*/ 141657 h 219138"/>
                <a:gd name="connsiteX240" fmla="*/ 2337709 w 2912392"/>
                <a:gd name="connsiteY240" fmla="*/ 143961 h 219138"/>
                <a:gd name="connsiteX241" fmla="*/ 2347453 w 2912392"/>
                <a:gd name="connsiteY241" fmla="*/ 146210 h 219138"/>
                <a:gd name="connsiteX242" fmla="*/ 2357197 w 2912392"/>
                <a:gd name="connsiteY242" fmla="*/ 148401 h 219138"/>
                <a:gd name="connsiteX243" fmla="*/ 2366926 w 2912392"/>
                <a:gd name="connsiteY243" fmla="*/ 150535 h 219138"/>
                <a:gd name="connsiteX244" fmla="*/ 2376670 w 2912392"/>
                <a:gd name="connsiteY244" fmla="*/ 152609 h 219138"/>
                <a:gd name="connsiteX245" fmla="*/ 2386413 w 2912392"/>
                <a:gd name="connsiteY245" fmla="*/ 154623 h 219138"/>
                <a:gd name="connsiteX246" fmla="*/ 2396157 w 2912392"/>
                <a:gd name="connsiteY246" fmla="*/ 156576 h 219138"/>
                <a:gd name="connsiteX247" fmla="*/ 2405886 w 2912392"/>
                <a:gd name="connsiteY247" fmla="*/ 158469 h 219138"/>
                <a:gd name="connsiteX248" fmla="*/ 2415630 w 2912392"/>
                <a:gd name="connsiteY248" fmla="*/ 160298 h 219138"/>
                <a:gd name="connsiteX249" fmla="*/ 2425374 w 2912392"/>
                <a:gd name="connsiteY249" fmla="*/ 162068 h 219138"/>
                <a:gd name="connsiteX250" fmla="*/ 2435118 w 2912392"/>
                <a:gd name="connsiteY250" fmla="*/ 163776 h 219138"/>
                <a:gd name="connsiteX251" fmla="*/ 2444862 w 2912392"/>
                <a:gd name="connsiteY251" fmla="*/ 165423 h 219138"/>
                <a:gd name="connsiteX252" fmla="*/ 2454591 w 2912392"/>
                <a:gd name="connsiteY252" fmla="*/ 167010 h 219138"/>
                <a:gd name="connsiteX253" fmla="*/ 2464335 w 2912392"/>
                <a:gd name="connsiteY253" fmla="*/ 168539 h 219138"/>
                <a:gd name="connsiteX254" fmla="*/ 2474079 w 2912392"/>
                <a:gd name="connsiteY254" fmla="*/ 170008 h 219138"/>
                <a:gd name="connsiteX255" fmla="*/ 2483823 w 2912392"/>
                <a:gd name="connsiteY255" fmla="*/ 171422 h 219138"/>
                <a:gd name="connsiteX256" fmla="*/ 2493552 w 2912392"/>
                <a:gd name="connsiteY256" fmla="*/ 172781 h 219138"/>
                <a:gd name="connsiteX257" fmla="*/ 2503296 w 2912392"/>
                <a:gd name="connsiteY257" fmla="*/ 174086 h 219138"/>
                <a:gd name="connsiteX258" fmla="*/ 2513040 w 2912392"/>
                <a:gd name="connsiteY258" fmla="*/ 175340 h 219138"/>
                <a:gd name="connsiteX259" fmla="*/ 2522784 w 2912392"/>
                <a:gd name="connsiteY259" fmla="*/ 176545 h 219138"/>
                <a:gd name="connsiteX260" fmla="*/ 2532513 w 2912392"/>
                <a:gd name="connsiteY260" fmla="*/ 177705 h 219138"/>
                <a:gd name="connsiteX261" fmla="*/ 2542257 w 2912392"/>
                <a:gd name="connsiteY261" fmla="*/ 178821 h 219138"/>
                <a:gd name="connsiteX262" fmla="*/ 2552001 w 2912392"/>
                <a:gd name="connsiteY262" fmla="*/ 179893 h 219138"/>
                <a:gd name="connsiteX263" fmla="*/ 2561745 w 2912392"/>
                <a:gd name="connsiteY263" fmla="*/ 180929 h 219138"/>
                <a:gd name="connsiteX264" fmla="*/ 2571474 w 2912392"/>
                <a:gd name="connsiteY264" fmla="*/ 181930 h 219138"/>
                <a:gd name="connsiteX265" fmla="*/ 2581218 w 2912392"/>
                <a:gd name="connsiteY265" fmla="*/ 182898 h 219138"/>
                <a:gd name="connsiteX266" fmla="*/ 2590962 w 2912392"/>
                <a:gd name="connsiteY266" fmla="*/ 183837 h 219138"/>
                <a:gd name="connsiteX267" fmla="*/ 2600705 w 2912392"/>
                <a:gd name="connsiteY267" fmla="*/ 184750 h 219138"/>
                <a:gd name="connsiteX268" fmla="*/ 2610449 w 2912392"/>
                <a:gd name="connsiteY268" fmla="*/ 185643 h 219138"/>
                <a:gd name="connsiteX269" fmla="*/ 2620178 w 2912392"/>
                <a:gd name="connsiteY269" fmla="*/ 186514 h 219138"/>
                <a:gd name="connsiteX270" fmla="*/ 2629922 w 2912392"/>
                <a:gd name="connsiteY270" fmla="*/ 187373 h 219138"/>
                <a:gd name="connsiteX271" fmla="*/ 2639666 w 2912392"/>
                <a:gd name="connsiteY271" fmla="*/ 188219 h 219138"/>
                <a:gd name="connsiteX272" fmla="*/ 2649410 w 2912392"/>
                <a:gd name="connsiteY272" fmla="*/ 189058 h 219138"/>
                <a:gd name="connsiteX273" fmla="*/ 2659139 w 2912392"/>
                <a:gd name="connsiteY273" fmla="*/ 189892 h 219138"/>
                <a:gd name="connsiteX274" fmla="*/ 2668883 w 2912392"/>
                <a:gd name="connsiteY274" fmla="*/ 190726 h 219138"/>
                <a:gd name="connsiteX275" fmla="*/ 2678627 w 2912392"/>
                <a:gd name="connsiteY275" fmla="*/ 191562 h 219138"/>
                <a:gd name="connsiteX276" fmla="*/ 2688371 w 2912392"/>
                <a:gd name="connsiteY276" fmla="*/ 192405 h 219138"/>
                <a:gd name="connsiteX277" fmla="*/ 2698100 w 2912392"/>
                <a:gd name="connsiteY277" fmla="*/ 193258 h 219138"/>
                <a:gd name="connsiteX278" fmla="*/ 2707844 w 2912392"/>
                <a:gd name="connsiteY278" fmla="*/ 194122 h 219138"/>
                <a:gd name="connsiteX279" fmla="*/ 2717588 w 2912392"/>
                <a:gd name="connsiteY279" fmla="*/ 195004 h 219138"/>
                <a:gd name="connsiteX280" fmla="*/ 2727332 w 2912392"/>
                <a:gd name="connsiteY280" fmla="*/ 195904 h 219138"/>
                <a:gd name="connsiteX281" fmla="*/ 2737076 w 2912392"/>
                <a:gd name="connsiteY281" fmla="*/ 196826 h 219138"/>
                <a:gd name="connsiteX282" fmla="*/ 2746805 w 2912392"/>
                <a:gd name="connsiteY282" fmla="*/ 197772 h 219138"/>
                <a:gd name="connsiteX283" fmla="*/ 2756549 w 2912392"/>
                <a:gd name="connsiteY283" fmla="*/ 198746 h 219138"/>
                <a:gd name="connsiteX284" fmla="*/ 2766293 w 2912392"/>
                <a:gd name="connsiteY284" fmla="*/ 199751 h 219138"/>
                <a:gd name="connsiteX285" fmla="*/ 2776037 w 2912392"/>
                <a:gd name="connsiteY285" fmla="*/ 200785 h 219138"/>
                <a:gd name="connsiteX286" fmla="*/ 2785766 w 2912392"/>
                <a:gd name="connsiteY286" fmla="*/ 201854 h 219138"/>
                <a:gd name="connsiteX287" fmla="*/ 2795510 w 2912392"/>
                <a:gd name="connsiteY287" fmla="*/ 202957 h 219138"/>
                <a:gd name="connsiteX288" fmla="*/ 2805254 w 2912392"/>
                <a:gd name="connsiteY288" fmla="*/ 204098 h 219138"/>
                <a:gd name="connsiteX289" fmla="*/ 2814998 w 2912392"/>
                <a:gd name="connsiteY289" fmla="*/ 205275 h 219138"/>
                <a:gd name="connsiteX290" fmla="*/ 2824727 w 2912392"/>
                <a:gd name="connsiteY290" fmla="*/ 206491 h 219138"/>
                <a:gd name="connsiteX291" fmla="*/ 2834471 w 2912392"/>
                <a:gd name="connsiteY291" fmla="*/ 207745 h 219138"/>
                <a:gd name="connsiteX292" fmla="*/ 2844215 w 2912392"/>
                <a:gd name="connsiteY292" fmla="*/ 209040 h 219138"/>
                <a:gd name="connsiteX293" fmla="*/ 2853958 w 2912392"/>
                <a:gd name="connsiteY293" fmla="*/ 210372 h 219138"/>
                <a:gd name="connsiteX294" fmla="*/ 2863687 w 2912392"/>
                <a:gd name="connsiteY294" fmla="*/ 211744 h 219138"/>
                <a:gd name="connsiteX295" fmla="*/ 2873431 w 2912392"/>
                <a:gd name="connsiteY295" fmla="*/ 213152 h 219138"/>
                <a:gd name="connsiteX296" fmla="*/ 2883175 w 2912392"/>
                <a:gd name="connsiteY296" fmla="*/ 214599 h 219138"/>
                <a:gd name="connsiteX297" fmla="*/ 2892919 w 2912392"/>
                <a:gd name="connsiteY297" fmla="*/ 216078 h 219138"/>
                <a:gd name="connsiteX298" fmla="*/ 2902663 w 2912392"/>
                <a:gd name="connsiteY298" fmla="*/ 217594 h 219138"/>
                <a:gd name="connsiteX299" fmla="*/ 2912392 w 2912392"/>
                <a:gd name="connsiteY299" fmla="*/ 219139 h 219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219138">
                  <a:moveTo>
                    <a:pt x="0" y="135681"/>
                  </a:moveTo>
                  <a:lnTo>
                    <a:pt x="9739" y="130871"/>
                  </a:lnTo>
                  <a:lnTo>
                    <a:pt x="19480" y="126090"/>
                  </a:lnTo>
                  <a:lnTo>
                    <a:pt x="29221" y="121348"/>
                  </a:lnTo>
                  <a:lnTo>
                    <a:pt x="38961" y="116655"/>
                  </a:lnTo>
                  <a:lnTo>
                    <a:pt x="48702" y="112024"/>
                  </a:lnTo>
                  <a:lnTo>
                    <a:pt x="58443" y="107466"/>
                  </a:lnTo>
                  <a:lnTo>
                    <a:pt x="68182" y="102989"/>
                  </a:lnTo>
                  <a:lnTo>
                    <a:pt x="77923" y="98606"/>
                  </a:lnTo>
                  <a:lnTo>
                    <a:pt x="87664" y="94325"/>
                  </a:lnTo>
                  <a:lnTo>
                    <a:pt x="97404" y="90157"/>
                  </a:lnTo>
                  <a:lnTo>
                    <a:pt x="107145" y="86109"/>
                  </a:lnTo>
                  <a:lnTo>
                    <a:pt x="116886" y="82190"/>
                  </a:lnTo>
                  <a:lnTo>
                    <a:pt x="126625" y="78409"/>
                  </a:lnTo>
                  <a:lnTo>
                    <a:pt x="136366" y="74772"/>
                  </a:lnTo>
                  <a:lnTo>
                    <a:pt x="146107" y="71289"/>
                  </a:lnTo>
                  <a:lnTo>
                    <a:pt x="155846" y="67965"/>
                  </a:lnTo>
                  <a:lnTo>
                    <a:pt x="165587" y="64806"/>
                  </a:lnTo>
                  <a:lnTo>
                    <a:pt x="175328" y="61817"/>
                  </a:lnTo>
                  <a:lnTo>
                    <a:pt x="185068" y="59004"/>
                  </a:lnTo>
                  <a:lnTo>
                    <a:pt x="194809" y="56370"/>
                  </a:lnTo>
                  <a:lnTo>
                    <a:pt x="204550" y="53921"/>
                  </a:lnTo>
                  <a:lnTo>
                    <a:pt x="214289" y="51659"/>
                  </a:lnTo>
                  <a:lnTo>
                    <a:pt x="224030" y="49587"/>
                  </a:lnTo>
                  <a:lnTo>
                    <a:pt x="233771" y="47705"/>
                  </a:lnTo>
                  <a:lnTo>
                    <a:pt x="243510" y="46017"/>
                  </a:lnTo>
                  <a:lnTo>
                    <a:pt x="253251" y="44523"/>
                  </a:lnTo>
                  <a:lnTo>
                    <a:pt x="262992" y="43222"/>
                  </a:lnTo>
                  <a:lnTo>
                    <a:pt x="272732" y="42113"/>
                  </a:lnTo>
                  <a:lnTo>
                    <a:pt x="282473" y="41199"/>
                  </a:lnTo>
                  <a:lnTo>
                    <a:pt x="292214" y="40476"/>
                  </a:lnTo>
                  <a:lnTo>
                    <a:pt x="301953" y="39941"/>
                  </a:lnTo>
                  <a:lnTo>
                    <a:pt x="311694" y="39593"/>
                  </a:lnTo>
                  <a:lnTo>
                    <a:pt x="321435" y="39427"/>
                  </a:lnTo>
                  <a:lnTo>
                    <a:pt x="331175" y="39442"/>
                  </a:lnTo>
                  <a:lnTo>
                    <a:pt x="340916" y="39631"/>
                  </a:lnTo>
                  <a:lnTo>
                    <a:pt x="350656" y="39992"/>
                  </a:lnTo>
                  <a:lnTo>
                    <a:pt x="360396" y="40518"/>
                  </a:lnTo>
                  <a:lnTo>
                    <a:pt x="370137" y="41203"/>
                  </a:lnTo>
                  <a:lnTo>
                    <a:pt x="379878" y="42043"/>
                  </a:lnTo>
                  <a:lnTo>
                    <a:pt x="389617" y="43033"/>
                  </a:lnTo>
                  <a:lnTo>
                    <a:pt x="399358" y="44164"/>
                  </a:lnTo>
                  <a:lnTo>
                    <a:pt x="409099" y="45430"/>
                  </a:lnTo>
                  <a:lnTo>
                    <a:pt x="418839" y="46823"/>
                  </a:lnTo>
                  <a:lnTo>
                    <a:pt x="428580" y="48337"/>
                  </a:lnTo>
                  <a:lnTo>
                    <a:pt x="438321" y="49962"/>
                  </a:lnTo>
                  <a:lnTo>
                    <a:pt x="448060" y="51693"/>
                  </a:lnTo>
                  <a:lnTo>
                    <a:pt x="457801" y="53522"/>
                  </a:lnTo>
                  <a:lnTo>
                    <a:pt x="467542" y="55439"/>
                  </a:lnTo>
                  <a:lnTo>
                    <a:pt x="477281" y="57437"/>
                  </a:lnTo>
                  <a:lnTo>
                    <a:pt x="487022" y="59507"/>
                  </a:lnTo>
                  <a:lnTo>
                    <a:pt x="496763" y="61640"/>
                  </a:lnTo>
                  <a:lnTo>
                    <a:pt x="506503" y="63830"/>
                  </a:lnTo>
                  <a:lnTo>
                    <a:pt x="516244" y="66067"/>
                  </a:lnTo>
                  <a:lnTo>
                    <a:pt x="525985" y="68343"/>
                  </a:lnTo>
                  <a:lnTo>
                    <a:pt x="535724" y="70649"/>
                  </a:lnTo>
                  <a:lnTo>
                    <a:pt x="545465" y="72978"/>
                  </a:lnTo>
                  <a:lnTo>
                    <a:pt x="555206" y="75320"/>
                  </a:lnTo>
                  <a:lnTo>
                    <a:pt x="564946" y="77670"/>
                  </a:lnTo>
                  <a:lnTo>
                    <a:pt x="574687" y="80018"/>
                  </a:lnTo>
                  <a:lnTo>
                    <a:pt x="584428" y="82356"/>
                  </a:lnTo>
                  <a:lnTo>
                    <a:pt x="594167" y="84677"/>
                  </a:lnTo>
                  <a:lnTo>
                    <a:pt x="603908" y="86974"/>
                  </a:lnTo>
                  <a:lnTo>
                    <a:pt x="613649" y="89240"/>
                  </a:lnTo>
                  <a:lnTo>
                    <a:pt x="623388" y="91468"/>
                  </a:lnTo>
                  <a:lnTo>
                    <a:pt x="633129" y="93651"/>
                  </a:lnTo>
                  <a:lnTo>
                    <a:pt x="642870" y="95783"/>
                  </a:lnTo>
                  <a:lnTo>
                    <a:pt x="652610" y="97858"/>
                  </a:lnTo>
                  <a:lnTo>
                    <a:pt x="662351" y="99869"/>
                  </a:lnTo>
                  <a:lnTo>
                    <a:pt x="672092" y="101814"/>
                  </a:lnTo>
                  <a:lnTo>
                    <a:pt x="681831" y="103684"/>
                  </a:lnTo>
                  <a:lnTo>
                    <a:pt x="691572" y="105474"/>
                  </a:lnTo>
                  <a:lnTo>
                    <a:pt x="701313" y="107182"/>
                  </a:lnTo>
                  <a:lnTo>
                    <a:pt x="711052" y="108801"/>
                  </a:lnTo>
                  <a:lnTo>
                    <a:pt x="720793" y="110331"/>
                  </a:lnTo>
                  <a:lnTo>
                    <a:pt x="730534" y="111765"/>
                  </a:lnTo>
                  <a:lnTo>
                    <a:pt x="740274" y="113100"/>
                  </a:lnTo>
                  <a:lnTo>
                    <a:pt x="750015" y="114333"/>
                  </a:lnTo>
                  <a:lnTo>
                    <a:pt x="759756" y="115464"/>
                  </a:lnTo>
                  <a:lnTo>
                    <a:pt x="769495" y="116488"/>
                  </a:lnTo>
                  <a:lnTo>
                    <a:pt x="779236" y="117403"/>
                  </a:lnTo>
                  <a:lnTo>
                    <a:pt x="788977" y="118207"/>
                  </a:lnTo>
                  <a:lnTo>
                    <a:pt x="798717" y="118900"/>
                  </a:lnTo>
                  <a:lnTo>
                    <a:pt x="808458" y="119481"/>
                  </a:lnTo>
                  <a:lnTo>
                    <a:pt x="818199" y="119947"/>
                  </a:lnTo>
                  <a:lnTo>
                    <a:pt x="827938" y="120300"/>
                  </a:lnTo>
                  <a:lnTo>
                    <a:pt x="837679" y="120539"/>
                  </a:lnTo>
                  <a:lnTo>
                    <a:pt x="847420" y="120664"/>
                  </a:lnTo>
                  <a:lnTo>
                    <a:pt x="857159" y="120674"/>
                  </a:lnTo>
                  <a:lnTo>
                    <a:pt x="866900" y="120572"/>
                  </a:lnTo>
                  <a:lnTo>
                    <a:pt x="876641" y="120357"/>
                  </a:lnTo>
                  <a:lnTo>
                    <a:pt x="886381" y="120031"/>
                  </a:lnTo>
                  <a:lnTo>
                    <a:pt x="896122" y="119594"/>
                  </a:lnTo>
                  <a:lnTo>
                    <a:pt x="905863" y="119049"/>
                  </a:lnTo>
                  <a:lnTo>
                    <a:pt x="915602" y="118398"/>
                  </a:lnTo>
                  <a:lnTo>
                    <a:pt x="925343" y="117641"/>
                  </a:lnTo>
                  <a:lnTo>
                    <a:pt x="935084" y="116781"/>
                  </a:lnTo>
                  <a:lnTo>
                    <a:pt x="944824" y="115823"/>
                  </a:lnTo>
                  <a:lnTo>
                    <a:pt x="954564" y="114765"/>
                  </a:lnTo>
                  <a:lnTo>
                    <a:pt x="964305" y="113614"/>
                  </a:lnTo>
                  <a:lnTo>
                    <a:pt x="974045" y="112370"/>
                  </a:lnTo>
                  <a:lnTo>
                    <a:pt x="983786" y="111036"/>
                  </a:lnTo>
                  <a:lnTo>
                    <a:pt x="993522" y="109618"/>
                  </a:lnTo>
                  <a:lnTo>
                    <a:pt x="1003266" y="108116"/>
                  </a:lnTo>
                  <a:lnTo>
                    <a:pt x="1013010" y="106534"/>
                  </a:lnTo>
                  <a:lnTo>
                    <a:pt x="1022754" y="104877"/>
                  </a:lnTo>
                  <a:lnTo>
                    <a:pt x="1032483" y="103147"/>
                  </a:lnTo>
                  <a:lnTo>
                    <a:pt x="1042227" y="101349"/>
                  </a:lnTo>
                  <a:lnTo>
                    <a:pt x="1051971" y="99486"/>
                  </a:lnTo>
                  <a:lnTo>
                    <a:pt x="1061715" y="97562"/>
                  </a:lnTo>
                  <a:lnTo>
                    <a:pt x="1071444" y="95581"/>
                  </a:lnTo>
                  <a:lnTo>
                    <a:pt x="1081188" y="93546"/>
                  </a:lnTo>
                  <a:lnTo>
                    <a:pt x="1090932" y="91462"/>
                  </a:lnTo>
                  <a:lnTo>
                    <a:pt x="1100676" y="89333"/>
                  </a:lnTo>
                  <a:lnTo>
                    <a:pt x="1110405" y="87162"/>
                  </a:lnTo>
                  <a:lnTo>
                    <a:pt x="1120149" y="84954"/>
                  </a:lnTo>
                  <a:lnTo>
                    <a:pt x="1129893" y="82712"/>
                  </a:lnTo>
                  <a:lnTo>
                    <a:pt x="1139637" y="80441"/>
                  </a:lnTo>
                  <a:lnTo>
                    <a:pt x="1149381" y="78145"/>
                  </a:lnTo>
                  <a:lnTo>
                    <a:pt x="1159110" y="75827"/>
                  </a:lnTo>
                  <a:lnTo>
                    <a:pt x="1168854" y="73492"/>
                  </a:lnTo>
                  <a:lnTo>
                    <a:pt x="1178598" y="71143"/>
                  </a:lnTo>
                  <a:lnTo>
                    <a:pt x="1188341" y="68786"/>
                  </a:lnTo>
                  <a:lnTo>
                    <a:pt x="1198070" y="66421"/>
                  </a:lnTo>
                  <a:lnTo>
                    <a:pt x="1207814" y="64055"/>
                  </a:lnTo>
                  <a:lnTo>
                    <a:pt x="1217558" y="61691"/>
                  </a:lnTo>
                  <a:lnTo>
                    <a:pt x="1227302" y="59331"/>
                  </a:lnTo>
                  <a:lnTo>
                    <a:pt x="1237031" y="56981"/>
                  </a:lnTo>
                  <a:lnTo>
                    <a:pt x="1246775" y="54644"/>
                  </a:lnTo>
                  <a:lnTo>
                    <a:pt x="1256519" y="52322"/>
                  </a:lnTo>
                  <a:lnTo>
                    <a:pt x="1266263" y="50019"/>
                  </a:lnTo>
                  <a:lnTo>
                    <a:pt x="1276007" y="47739"/>
                  </a:lnTo>
                  <a:lnTo>
                    <a:pt x="1285736" y="45485"/>
                  </a:lnTo>
                  <a:lnTo>
                    <a:pt x="1295480" y="43259"/>
                  </a:lnTo>
                  <a:lnTo>
                    <a:pt x="1305224" y="41066"/>
                  </a:lnTo>
                  <a:lnTo>
                    <a:pt x="1314968" y="38907"/>
                  </a:lnTo>
                  <a:lnTo>
                    <a:pt x="1324697" y="36786"/>
                  </a:lnTo>
                  <a:lnTo>
                    <a:pt x="1334441" y="34704"/>
                  </a:lnTo>
                  <a:lnTo>
                    <a:pt x="1344185" y="32665"/>
                  </a:lnTo>
                  <a:lnTo>
                    <a:pt x="1353929" y="30671"/>
                  </a:lnTo>
                  <a:lnTo>
                    <a:pt x="1363658" y="28725"/>
                  </a:lnTo>
                  <a:lnTo>
                    <a:pt x="1373402" y="26830"/>
                  </a:lnTo>
                  <a:lnTo>
                    <a:pt x="1383146" y="24986"/>
                  </a:lnTo>
                  <a:lnTo>
                    <a:pt x="1392890" y="23195"/>
                  </a:lnTo>
                  <a:lnTo>
                    <a:pt x="1402619" y="21460"/>
                  </a:lnTo>
                  <a:lnTo>
                    <a:pt x="1412363" y="19784"/>
                  </a:lnTo>
                  <a:lnTo>
                    <a:pt x="1422106" y="18168"/>
                  </a:lnTo>
                  <a:lnTo>
                    <a:pt x="1431850" y="16611"/>
                  </a:lnTo>
                  <a:lnTo>
                    <a:pt x="1441594" y="15118"/>
                  </a:lnTo>
                  <a:lnTo>
                    <a:pt x="1451323" y="13689"/>
                  </a:lnTo>
                  <a:lnTo>
                    <a:pt x="1461067" y="12326"/>
                  </a:lnTo>
                  <a:lnTo>
                    <a:pt x="1470811" y="11030"/>
                  </a:lnTo>
                  <a:lnTo>
                    <a:pt x="1480555" y="9801"/>
                  </a:lnTo>
                  <a:lnTo>
                    <a:pt x="1490284" y="8640"/>
                  </a:lnTo>
                  <a:lnTo>
                    <a:pt x="1500028" y="7549"/>
                  </a:lnTo>
                  <a:lnTo>
                    <a:pt x="1509772" y="6530"/>
                  </a:lnTo>
                  <a:lnTo>
                    <a:pt x="1519516" y="5583"/>
                  </a:lnTo>
                  <a:lnTo>
                    <a:pt x="1529245" y="4708"/>
                  </a:lnTo>
                  <a:lnTo>
                    <a:pt x="1538989" y="3905"/>
                  </a:lnTo>
                  <a:lnTo>
                    <a:pt x="1548733" y="3176"/>
                  </a:lnTo>
                  <a:lnTo>
                    <a:pt x="1558477" y="2522"/>
                  </a:lnTo>
                  <a:lnTo>
                    <a:pt x="1568221" y="1943"/>
                  </a:lnTo>
                  <a:lnTo>
                    <a:pt x="1577950" y="1438"/>
                  </a:lnTo>
                  <a:lnTo>
                    <a:pt x="1587694" y="1007"/>
                  </a:lnTo>
                  <a:lnTo>
                    <a:pt x="1597438" y="654"/>
                  </a:lnTo>
                  <a:lnTo>
                    <a:pt x="1607182" y="377"/>
                  </a:lnTo>
                  <a:lnTo>
                    <a:pt x="1616911" y="174"/>
                  </a:lnTo>
                  <a:lnTo>
                    <a:pt x="1626655" y="49"/>
                  </a:lnTo>
                  <a:lnTo>
                    <a:pt x="1636399" y="0"/>
                  </a:lnTo>
                  <a:lnTo>
                    <a:pt x="1646142" y="28"/>
                  </a:lnTo>
                  <a:lnTo>
                    <a:pt x="1655872" y="133"/>
                  </a:lnTo>
                  <a:lnTo>
                    <a:pt x="1665616" y="313"/>
                  </a:lnTo>
                  <a:lnTo>
                    <a:pt x="1675359" y="569"/>
                  </a:lnTo>
                  <a:lnTo>
                    <a:pt x="1685103" y="903"/>
                  </a:lnTo>
                  <a:lnTo>
                    <a:pt x="1694832" y="1313"/>
                  </a:lnTo>
                  <a:lnTo>
                    <a:pt x="1704576" y="1800"/>
                  </a:lnTo>
                  <a:lnTo>
                    <a:pt x="1714320" y="2362"/>
                  </a:lnTo>
                  <a:lnTo>
                    <a:pt x="1724064" y="2999"/>
                  </a:lnTo>
                  <a:lnTo>
                    <a:pt x="1733808" y="3713"/>
                  </a:lnTo>
                  <a:lnTo>
                    <a:pt x="1743537" y="4501"/>
                  </a:lnTo>
                  <a:lnTo>
                    <a:pt x="1753281" y="5365"/>
                  </a:lnTo>
                  <a:lnTo>
                    <a:pt x="1763025" y="6304"/>
                  </a:lnTo>
                  <a:lnTo>
                    <a:pt x="1772769" y="7315"/>
                  </a:lnTo>
                  <a:lnTo>
                    <a:pt x="1782498" y="8402"/>
                  </a:lnTo>
                  <a:lnTo>
                    <a:pt x="1792242" y="9562"/>
                  </a:lnTo>
                  <a:lnTo>
                    <a:pt x="1801986" y="10794"/>
                  </a:lnTo>
                  <a:lnTo>
                    <a:pt x="1811730" y="12100"/>
                  </a:lnTo>
                  <a:lnTo>
                    <a:pt x="1821459" y="13475"/>
                  </a:lnTo>
                  <a:lnTo>
                    <a:pt x="1831203" y="14923"/>
                  </a:lnTo>
                  <a:lnTo>
                    <a:pt x="1840947" y="16440"/>
                  </a:lnTo>
                  <a:lnTo>
                    <a:pt x="1850691" y="18026"/>
                  </a:lnTo>
                  <a:lnTo>
                    <a:pt x="1860435" y="19682"/>
                  </a:lnTo>
                  <a:lnTo>
                    <a:pt x="1870164" y="21404"/>
                  </a:lnTo>
                  <a:lnTo>
                    <a:pt x="1879908" y="23193"/>
                  </a:lnTo>
                  <a:lnTo>
                    <a:pt x="1889652" y="25048"/>
                  </a:lnTo>
                  <a:lnTo>
                    <a:pt x="1899395" y="26967"/>
                  </a:lnTo>
                  <a:lnTo>
                    <a:pt x="1909124" y="28949"/>
                  </a:lnTo>
                  <a:lnTo>
                    <a:pt x="1918868" y="30993"/>
                  </a:lnTo>
                  <a:lnTo>
                    <a:pt x="1928612" y="33097"/>
                  </a:lnTo>
                  <a:lnTo>
                    <a:pt x="1938356" y="35258"/>
                  </a:lnTo>
                  <a:lnTo>
                    <a:pt x="1948085" y="37478"/>
                  </a:lnTo>
                  <a:lnTo>
                    <a:pt x="1957829" y="39753"/>
                  </a:lnTo>
                  <a:lnTo>
                    <a:pt x="1967573" y="42082"/>
                  </a:lnTo>
                  <a:lnTo>
                    <a:pt x="1977317" y="44463"/>
                  </a:lnTo>
                  <a:lnTo>
                    <a:pt x="1987046" y="46893"/>
                  </a:lnTo>
                  <a:lnTo>
                    <a:pt x="1996790" y="49371"/>
                  </a:lnTo>
                  <a:lnTo>
                    <a:pt x="2006534" y="51893"/>
                  </a:lnTo>
                  <a:lnTo>
                    <a:pt x="2016278" y="54460"/>
                  </a:lnTo>
                  <a:lnTo>
                    <a:pt x="2026022" y="57066"/>
                  </a:lnTo>
                  <a:lnTo>
                    <a:pt x="2035751" y="59711"/>
                  </a:lnTo>
                  <a:lnTo>
                    <a:pt x="2045495" y="62391"/>
                  </a:lnTo>
                  <a:lnTo>
                    <a:pt x="2055239" y="65103"/>
                  </a:lnTo>
                  <a:lnTo>
                    <a:pt x="2064983" y="67845"/>
                  </a:lnTo>
                  <a:lnTo>
                    <a:pt x="2074712" y="70615"/>
                  </a:lnTo>
                  <a:lnTo>
                    <a:pt x="2084456" y="73409"/>
                  </a:lnTo>
                  <a:lnTo>
                    <a:pt x="2094200" y="76225"/>
                  </a:lnTo>
                  <a:lnTo>
                    <a:pt x="2103944" y="79057"/>
                  </a:lnTo>
                  <a:lnTo>
                    <a:pt x="2113673" y="81906"/>
                  </a:lnTo>
                  <a:lnTo>
                    <a:pt x="2123417" y="84765"/>
                  </a:lnTo>
                  <a:lnTo>
                    <a:pt x="2133161" y="87631"/>
                  </a:lnTo>
                  <a:lnTo>
                    <a:pt x="2142905" y="90504"/>
                  </a:lnTo>
                  <a:lnTo>
                    <a:pt x="2152649" y="93378"/>
                  </a:lnTo>
                  <a:lnTo>
                    <a:pt x="2162377" y="96250"/>
                  </a:lnTo>
                  <a:lnTo>
                    <a:pt x="2172121" y="99117"/>
                  </a:lnTo>
                  <a:lnTo>
                    <a:pt x="2181865" y="101976"/>
                  </a:lnTo>
                  <a:lnTo>
                    <a:pt x="2191609" y="104823"/>
                  </a:lnTo>
                  <a:lnTo>
                    <a:pt x="2201338" y="107654"/>
                  </a:lnTo>
                  <a:lnTo>
                    <a:pt x="2211082" y="110467"/>
                  </a:lnTo>
                  <a:lnTo>
                    <a:pt x="2220826" y="113259"/>
                  </a:lnTo>
                  <a:lnTo>
                    <a:pt x="2230570" y="116024"/>
                  </a:lnTo>
                  <a:lnTo>
                    <a:pt x="2240299" y="118763"/>
                  </a:lnTo>
                  <a:lnTo>
                    <a:pt x="2250043" y="121468"/>
                  </a:lnTo>
                  <a:lnTo>
                    <a:pt x="2259787" y="124141"/>
                  </a:lnTo>
                  <a:lnTo>
                    <a:pt x="2269531" y="126775"/>
                  </a:lnTo>
                  <a:lnTo>
                    <a:pt x="2279260" y="129371"/>
                  </a:lnTo>
                  <a:lnTo>
                    <a:pt x="2289004" y="131923"/>
                  </a:lnTo>
                  <a:lnTo>
                    <a:pt x="2298748" y="134429"/>
                  </a:lnTo>
                  <a:lnTo>
                    <a:pt x="2308492" y="136889"/>
                  </a:lnTo>
                  <a:lnTo>
                    <a:pt x="2318236" y="139300"/>
                  </a:lnTo>
                  <a:lnTo>
                    <a:pt x="2327965" y="141657"/>
                  </a:lnTo>
                  <a:lnTo>
                    <a:pt x="2337709" y="143961"/>
                  </a:lnTo>
                  <a:lnTo>
                    <a:pt x="2347453" y="146210"/>
                  </a:lnTo>
                  <a:lnTo>
                    <a:pt x="2357197" y="148401"/>
                  </a:lnTo>
                  <a:lnTo>
                    <a:pt x="2366926" y="150535"/>
                  </a:lnTo>
                  <a:lnTo>
                    <a:pt x="2376670" y="152609"/>
                  </a:lnTo>
                  <a:lnTo>
                    <a:pt x="2386413" y="154623"/>
                  </a:lnTo>
                  <a:lnTo>
                    <a:pt x="2396157" y="156576"/>
                  </a:lnTo>
                  <a:lnTo>
                    <a:pt x="2405886" y="158469"/>
                  </a:lnTo>
                  <a:lnTo>
                    <a:pt x="2415630" y="160298"/>
                  </a:lnTo>
                  <a:lnTo>
                    <a:pt x="2425374" y="162068"/>
                  </a:lnTo>
                  <a:lnTo>
                    <a:pt x="2435118" y="163776"/>
                  </a:lnTo>
                  <a:lnTo>
                    <a:pt x="2444862" y="165423"/>
                  </a:lnTo>
                  <a:lnTo>
                    <a:pt x="2454591" y="167010"/>
                  </a:lnTo>
                  <a:lnTo>
                    <a:pt x="2464335" y="168539"/>
                  </a:lnTo>
                  <a:lnTo>
                    <a:pt x="2474079" y="170008"/>
                  </a:lnTo>
                  <a:lnTo>
                    <a:pt x="2483823" y="171422"/>
                  </a:lnTo>
                  <a:lnTo>
                    <a:pt x="2493552" y="172781"/>
                  </a:lnTo>
                  <a:lnTo>
                    <a:pt x="2503296" y="174086"/>
                  </a:lnTo>
                  <a:lnTo>
                    <a:pt x="2513040" y="175340"/>
                  </a:lnTo>
                  <a:lnTo>
                    <a:pt x="2522784" y="176545"/>
                  </a:lnTo>
                  <a:lnTo>
                    <a:pt x="2532513" y="177705"/>
                  </a:lnTo>
                  <a:lnTo>
                    <a:pt x="2542257" y="178821"/>
                  </a:lnTo>
                  <a:lnTo>
                    <a:pt x="2552001" y="179893"/>
                  </a:lnTo>
                  <a:lnTo>
                    <a:pt x="2561745" y="180929"/>
                  </a:lnTo>
                  <a:lnTo>
                    <a:pt x="2571474" y="181930"/>
                  </a:lnTo>
                  <a:lnTo>
                    <a:pt x="2581218" y="182898"/>
                  </a:lnTo>
                  <a:lnTo>
                    <a:pt x="2590962" y="183837"/>
                  </a:lnTo>
                  <a:lnTo>
                    <a:pt x="2600705" y="184750"/>
                  </a:lnTo>
                  <a:lnTo>
                    <a:pt x="2610449" y="185643"/>
                  </a:lnTo>
                  <a:lnTo>
                    <a:pt x="2620178" y="186514"/>
                  </a:lnTo>
                  <a:lnTo>
                    <a:pt x="2629922" y="187373"/>
                  </a:lnTo>
                  <a:lnTo>
                    <a:pt x="2639666" y="188219"/>
                  </a:lnTo>
                  <a:lnTo>
                    <a:pt x="2649410" y="189058"/>
                  </a:lnTo>
                  <a:lnTo>
                    <a:pt x="2659139" y="189892"/>
                  </a:lnTo>
                  <a:lnTo>
                    <a:pt x="2668883" y="190726"/>
                  </a:lnTo>
                  <a:lnTo>
                    <a:pt x="2678627" y="191562"/>
                  </a:lnTo>
                  <a:lnTo>
                    <a:pt x="2688371" y="192405"/>
                  </a:lnTo>
                  <a:lnTo>
                    <a:pt x="2698100" y="193258"/>
                  </a:lnTo>
                  <a:lnTo>
                    <a:pt x="2707844" y="194122"/>
                  </a:lnTo>
                  <a:lnTo>
                    <a:pt x="2717588" y="195004"/>
                  </a:lnTo>
                  <a:lnTo>
                    <a:pt x="2727332" y="195904"/>
                  </a:lnTo>
                  <a:lnTo>
                    <a:pt x="2737076" y="196826"/>
                  </a:lnTo>
                  <a:lnTo>
                    <a:pt x="2746805" y="197772"/>
                  </a:lnTo>
                  <a:lnTo>
                    <a:pt x="2756549" y="198746"/>
                  </a:lnTo>
                  <a:lnTo>
                    <a:pt x="2766293" y="199751"/>
                  </a:lnTo>
                  <a:lnTo>
                    <a:pt x="2776037" y="200785"/>
                  </a:lnTo>
                  <a:lnTo>
                    <a:pt x="2785766" y="201854"/>
                  </a:lnTo>
                  <a:lnTo>
                    <a:pt x="2795510" y="202957"/>
                  </a:lnTo>
                  <a:lnTo>
                    <a:pt x="2805254" y="204098"/>
                  </a:lnTo>
                  <a:lnTo>
                    <a:pt x="2814998" y="205275"/>
                  </a:lnTo>
                  <a:lnTo>
                    <a:pt x="2824727" y="206491"/>
                  </a:lnTo>
                  <a:lnTo>
                    <a:pt x="2834471" y="207745"/>
                  </a:lnTo>
                  <a:lnTo>
                    <a:pt x="2844215" y="209040"/>
                  </a:lnTo>
                  <a:lnTo>
                    <a:pt x="2853958" y="210372"/>
                  </a:lnTo>
                  <a:lnTo>
                    <a:pt x="2863687" y="211744"/>
                  </a:lnTo>
                  <a:lnTo>
                    <a:pt x="2873431" y="213152"/>
                  </a:lnTo>
                  <a:lnTo>
                    <a:pt x="2883175" y="214599"/>
                  </a:lnTo>
                  <a:lnTo>
                    <a:pt x="2892919" y="216078"/>
                  </a:lnTo>
                  <a:lnTo>
                    <a:pt x="2902663" y="217594"/>
                  </a:lnTo>
                  <a:lnTo>
                    <a:pt x="2912392" y="21913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6" name="Freeform 835">
              <a:extLst>
                <a:ext uri="{FF2B5EF4-FFF2-40B4-BE49-F238E27FC236}">
                  <a16:creationId xmlns:a16="http://schemas.microsoft.com/office/drawing/2014/main" id="{B51A4E28-27D6-E553-05F9-E8049AA67C05}"/>
                </a:ext>
              </a:extLst>
            </p:cNvPr>
            <p:cNvSpPr/>
            <p:nvPr/>
          </p:nvSpPr>
          <p:spPr>
            <a:xfrm>
              <a:off x="576446" y="3116853"/>
              <a:ext cx="2912392" cy="460920"/>
            </a:xfrm>
            <a:custGeom>
              <a:avLst/>
              <a:gdLst>
                <a:gd name="connsiteX0" fmla="*/ 0 w 2912392"/>
                <a:gd name="connsiteY0" fmla="*/ 417279 h 460920"/>
                <a:gd name="connsiteX1" fmla="*/ 9739 w 2912392"/>
                <a:gd name="connsiteY1" fmla="*/ 415336 h 460920"/>
                <a:gd name="connsiteX2" fmla="*/ 19480 w 2912392"/>
                <a:gd name="connsiteY2" fmla="*/ 413475 h 460920"/>
                <a:gd name="connsiteX3" fmla="*/ 29221 w 2912392"/>
                <a:gd name="connsiteY3" fmla="*/ 411707 h 460920"/>
                <a:gd name="connsiteX4" fmla="*/ 38961 w 2912392"/>
                <a:gd name="connsiteY4" fmla="*/ 410035 h 460920"/>
                <a:gd name="connsiteX5" fmla="*/ 48702 w 2912392"/>
                <a:gd name="connsiteY5" fmla="*/ 408467 h 460920"/>
                <a:gd name="connsiteX6" fmla="*/ 58443 w 2912392"/>
                <a:gd name="connsiteY6" fmla="*/ 407009 h 460920"/>
                <a:gd name="connsiteX7" fmla="*/ 68182 w 2912392"/>
                <a:gd name="connsiteY7" fmla="*/ 405665 h 460920"/>
                <a:gd name="connsiteX8" fmla="*/ 77923 w 2912392"/>
                <a:gd name="connsiteY8" fmla="*/ 404440 h 460920"/>
                <a:gd name="connsiteX9" fmla="*/ 87664 w 2912392"/>
                <a:gd name="connsiteY9" fmla="*/ 403341 h 460920"/>
                <a:gd name="connsiteX10" fmla="*/ 97404 w 2912392"/>
                <a:gd name="connsiteY10" fmla="*/ 402369 h 460920"/>
                <a:gd name="connsiteX11" fmla="*/ 107145 w 2912392"/>
                <a:gd name="connsiteY11" fmla="*/ 401529 h 460920"/>
                <a:gd name="connsiteX12" fmla="*/ 116886 w 2912392"/>
                <a:gd name="connsiteY12" fmla="*/ 400824 h 460920"/>
                <a:gd name="connsiteX13" fmla="*/ 126625 w 2912392"/>
                <a:gd name="connsiteY13" fmla="*/ 400258 h 460920"/>
                <a:gd name="connsiteX14" fmla="*/ 136366 w 2912392"/>
                <a:gd name="connsiteY14" fmla="*/ 399832 h 460920"/>
                <a:gd name="connsiteX15" fmla="*/ 146107 w 2912392"/>
                <a:gd name="connsiteY15" fmla="*/ 399546 h 460920"/>
                <a:gd name="connsiteX16" fmla="*/ 155846 w 2912392"/>
                <a:gd name="connsiteY16" fmla="*/ 399403 h 460920"/>
                <a:gd name="connsiteX17" fmla="*/ 165587 w 2912392"/>
                <a:gd name="connsiteY17" fmla="*/ 399403 h 460920"/>
                <a:gd name="connsiteX18" fmla="*/ 175328 w 2912392"/>
                <a:gd name="connsiteY18" fmla="*/ 399546 h 460920"/>
                <a:gd name="connsiteX19" fmla="*/ 185068 w 2912392"/>
                <a:gd name="connsiteY19" fmla="*/ 399832 h 460920"/>
                <a:gd name="connsiteX20" fmla="*/ 194809 w 2912392"/>
                <a:gd name="connsiteY20" fmla="*/ 400258 h 460920"/>
                <a:gd name="connsiteX21" fmla="*/ 204550 w 2912392"/>
                <a:gd name="connsiteY21" fmla="*/ 400823 h 460920"/>
                <a:gd name="connsiteX22" fmla="*/ 214289 w 2912392"/>
                <a:gd name="connsiteY22" fmla="*/ 401526 h 460920"/>
                <a:gd name="connsiteX23" fmla="*/ 224030 w 2912392"/>
                <a:gd name="connsiteY23" fmla="*/ 402360 h 460920"/>
                <a:gd name="connsiteX24" fmla="*/ 233771 w 2912392"/>
                <a:gd name="connsiteY24" fmla="*/ 403327 h 460920"/>
                <a:gd name="connsiteX25" fmla="*/ 243510 w 2912392"/>
                <a:gd name="connsiteY25" fmla="*/ 404418 h 460920"/>
                <a:gd name="connsiteX26" fmla="*/ 253251 w 2912392"/>
                <a:gd name="connsiteY26" fmla="*/ 405631 h 460920"/>
                <a:gd name="connsiteX27" fmla="*/ 262992 w 2912392"/>
                <a:gd name="connsiteY27" fmla="*/ 406960 h 460920"/>
                <a:gd name="connsiteX28" fmla="*/ 272732 w 2912392"/>
                <a:gd name="connsiteY28" fmla="*/ 408400 h 460920"/>
                <a:gd name="connsiteX29" fmla="*/ 282473 w 2912392"/>
                <a:gd name="connsiteY29" fmla="*/ 409944 h 460920"/>
                <a:gd name="connsiteX30" fmla="*/ 292214 w 2912392"/>
                <a:gd name="connsiteY30" fmla="*/ 411584 h 460920"/>
                <a:gd name="connsiteX31" fmla="*/ 301953 w 2912392"/>
                <a:gd name="connsiteY31" fmla="*/ 413316 h 460920"/>
                <a:gd name="connsiteX32" fmla="*/ 311694 w 2912392"/>
                <a:gd name="connsiteY32" fmla="*/ 415130 h 460920"/>
                <a:gd name="connsiteX33" fmla="*/ 321435 w 2912392"/>
                <a:gd name="connsiteY33" fmla="*/ 417019 h 460920"/>
                <a:gd name="connsiteX34" fmla="*/ 331175 w 2912392"/>
                <a:gd name="connsiteY34" fmla="*/ 418974 h 460920"/>
                <a:gd name="connsiteX35" fmla="*/ 340916 w 2912392"/>
                <a:gd name="connsiteY35" fmla="*/ 420987 h 460920"/>
                <a:gd name="connsiteX36" fmla="*/ 350656 w 2912392"/>
                <a:gd name="connsiteY36" fmla="*/ 423048 h 460920"/>
                <a:gd name="connsiteX37" fmla="*/ 360396 w 2912392"/>
                <a:gd name="connsiteY37" fmla="*/ 425147 h 460920"/>
                <a:gd name="connsiteX38" fmla="*/ 370137 w 2912392"/>
                <a:gd name="connsiteY38" fmla="*/ 427277 h 460920"/>
                <a:gd name="connsiteX39" fmla="*/ 379878 w 2912392"/>
                <a:gd name="connsiteY39" fmla="*/ 429426 h 460920"/>
                <a:gd name="connsiteX40" fmla="*/ 389617 w 2912392"/>
                <a:gd name="connsiteY40" fmla="*/ 431583 h 460920"/>
                <a:gd name="connsiteX41" fmla="*/ 399358 w 2912392"/>
                <a:gd name="connsiteY41" fmla="*/ 433742 h 460920"/>
                <a:gd name="connsiteX42" fmla="*/ 409099 w 2912392"/>
                <a:gd name="connsiteY42" fmla="*/ 435888 h 460920"/>
                <a:gd name="connsiteX43" fmla="*/ 418839 w 2912392"/>
                <a:gd name="connsiteY43" fmla="*/ 438012 h 460920"/>
                <a:gd name="connsiteX44" fmla="*/ 428580 w 2912392"/>
                <a:gd name="connsiteY44" fmla="*/ 440104 h 460920"/>
                <a:gd name="connsiteX45" fmla="*/ 438321 w 2912392"/>
                <a:gd name="connsiteY45" fmla="*/ 442154 h 460920"/>
                <a:gd name="connsiteX46" fmla="*/ 448060 w 2912392"/>
                <a:gd name="connsiteY46" fmla="*/ 444149 h 460920"/>
                <a:gd name="connsiteX47" fmla="*/ 457801 w 2912392"/>
                <a:gd name="connsiteY47" fmla="*/ 446082 h 460920"/>
                <a:gd name="connsiteX48" fmla="*/ 467542 w 2912392"/>
                <a:gd name="connsiteY48" fmla="*/ 447939 h 460920"/>
                <a:gd name="connsiteX49" fmla="*/ 477281 w 2912392"/>
                <a:gd name="connsiteY49" fmla="*/ 449711 h 460920"/>
                <a:gd name="connsiteX50" fmla="*/ 487022 w 2912392"/>
                <a:gd name="connsiteY50" fmla="*/ 451390 h 460920"/>
                <a:gd name="connsiteX51" fmla="*/ 496763 w 2912392"/>
                <a:gd name="connsiteY51" fmla="*/ 452962 h 460920"/>
                <a:gd name="connsiteX52" fmla="*/ 506503 w 2912392"/>
                <a:gd name="connsiteY52" fmla="*/ 454420 h 460920"/>
                <a:gd name="connsiteX53" fmla="*/ 516244 w 2912392"/>
                <a:gd name="connsiteY53" fmla="*/ 455755 h 460920"/>
                <a:gd name="connsiteX54" fmla="*/ 525985 w 2912392"/>
                <a:gd name="connsiteY54" fmla="*/ 456956 h 460920"/>
                <a:gd name="connsiteX55" fmla="*/ 535724 w 2912392"/>
                <a:gd name="connsiteY55" fmla="*/ 458014 h 460920"/>
                <a:gd name="connsiteX56" fmla="*/ 545465 w 2912392"/>
                <a:gd name="connsiteY56" fmla="*/ 458921 h 460920"/>
                <a:gd name="connsiteX57" fmla="*/ 555206 w 2912392"/>
                <a:gd name="connsiteY57" fmla="*/ 459669 h 460920"/>
                <a:gd name="connsiteX58" fmla="*/ 564946 w 2912392"/>
                <a:gd name="connsiteY58" fmla="*/ 460252 h 460920"/>
                <a:gd name="connsiteX59" fmla="*/ 574687 w 2912392"/>
                <a:gd name="connsiteY59" fmla="*/ 460659 h 460920"/>
                <a:gd name="connsiteX60" fmla="*/ 584428 w 2912392"/>
                <a:gd name="connsiteY60" fmla="*/ 460884 h 460920"/>
                <a:gd name="connsiteX61" fmla="*/ 594167 w 2912392"/>
                <a:gd name="connsiteY61" fmla="*/ 460921 h 460920"/>
                <a:gd name="connsiteX62" fmla="*/ 603908 w 2912392"/>
                <a:gd name="connsiteY62" fmla="*/ 460764 h 460920"/>
                <a:gd name="connsiteX63" fmla="*/ 613649 w 2912392"/>
                <a:gd name="connsiteY63" fmla="*/ 460408 h 460920"/>
                <a:gd name="connsiteX64" fmla="*/ 623388 w 2912392"/>
                <a:gd name="connsiteY64" fmla="*/ 459848 h 460920"/>
                <a:gd name="connsiteX65" fmla="*/ 633129 w 2912392"/>
                <a:gd name="connsiteY65" fmla="*/ 459078 h 460920"/>
                <a:gd name="connsiteX66" fmla="*/ 642870 w 2912392"/>
                <a:gd name="connsiteY66" fmla="*/ 458096 h 460920"/>
                <a:gd name="connsiteX67" fmla="*/ 652610 w 2912392"/>
                <a:gd name="connsiteY67" fmla="*/ 456897 h 460920"/>
                <a:gd name="connsiteX68" fmla="*/ 662351 w 2912392"/>
                <a:gd name="connsiteY68" fmla="*/ 455478 h 460920"/>
                <a:gd name="connsiteX69" fmla="*/ 672092 w 2912392"/>
                <a:gd name="connsiteY69" fmla="*/ 453839 h 460920"/>
                <a:gd name="connsiteX70" fmla="*/ 681831 w 2912392"/>
                <a:gd name="connsiteY70" fmla="*/ 451977 h 460920"/>
                <a:gd name="connsiteX71" fmla="*/ 691572 w 2912392"/>
                <a:gd name="connsiteY71" fmla="*/ 449890 h 460920"/>
                <a:gd name="connsiteX72" fmla="*/ 701313 w 2912392"/>
                <a:gd name="connsiteY72" fmla="*/ 447579 h 460920"/>
                <a:gd name="connsiteX73" fmla="*/ 711052 w 2912392"/>
                <a:gd name="connsiteY73" fmla="*/ 445042 h 460920"/>
                <a:gd name="connsiteX74" fmla="*/ 720793 w 2912392"/>
                <a:gd name="connsiteY74" fmla="*/ 442282 h 460920"/>
                <a:gd name="connsiteX75" fmla="*/ 730534 w 2912392"/>
                <a:gd name="connsiteY75" fmla="*/ 439299 h 460920"/>
                <a:gd name="connsiteX76" fmla="*/ 740274 w 2912392"/>
                <a:gd name="connsiteY76" fmla="*/ 436095 h 460920"/>
                <a:gd name="connsiteX77" fmla="*/ 750015 w 2912392"/>
                <a:gd name="connsiteY77" fmla="*/ 432672 h 460920"/>
                <a:gd name="connsiteX78" fmla="*/ 759756 w 2912392"/>
                <a:gd name="connsiteY78" fmla="*/ 429034 h 460920"/>
                <a:gd name="connsiteX79" fmla="*/ 769495 w 2912392"/>
                <a:gd name="connsiteY79" fmla="*/ 425184 h 460920"/>
                <a:gd name="connsiteX80" fmla="*/ 779236 w 2912392"/>
                <a:gd name="connsiteY80" fmla="*/ 421126 h 460920"/>
                <a:gd name="connsiteX81" fmla="*/ 788977 w 2912392"/>
                <a:gd name="connsiteY81" fmla="*/ 416862 h 460920"/>
                <a:gd name="connsiteX82" fmla="*/ 798717 w 2912392"/>
                <a:gd name="connsiteY82" fmla="*/ 412401 h 460920"/>
                <a:gd name="connsiteX83" fmla="*/ 808458 w 2912392"/>
                <a:gd name="connsiteY83" fmla="*/ 407745 h 460920"/>
                <a:gd name="connsiteX84" fmla="*/ 818199 w 2912392"/>
                <a:gd name="connsiteY84" fmla="*/ 402901 h 460920"/>
                <a:gd name="connsiteX85" fmla="*/ 827938 w 2912392"/>
                <a:gd name="connsiteY85" fmla="*/ 397877 h 460920"/>
                <a:gd name="connsiteX86" fmla="*/ 837679 w 2912392"/>
                <a:gd name="connsiteY86" fmla="*/ 392679 h 460920"/>
                <a:gd name="connsiteX87" fmla="*/ 847420 w 2912392"/>
                <a:gd name="connsiteY87" fmla="*/ 387312 h 460920"/>
                <a:gd name="connsiteX88" fmla="*/ 857159 w 2912392"/>
                <a:gd name="connsiteY88" fmla="*/ 381786 h 460920"/>
                <a:gd name="connsiteX89" fmla="*/ 866900 w 2912392"/>
                <a:gd name="connsiteY89" fmla="*/ 376110 h 460920"/>
                <a:gd name="connsiteX90" fmla="*/ 876641 w 2912392"/>
                <a:gd name="connsiteY90" fmla="*/ 370287 h 460920"/>
                <a:gd name="connsiteX91" fmla="*/ 886381 w 2912392"/>
                <a:gd name="connsiteY91" fmla="*/ 364331 h 460920"/>
                <a:gd name="connsiteX92" fmla="*/ 896122 w 2912392"/>
                <a:gd name="connsiteY92" fmla="*/ 358248 h 460920"/>
                <a:gd name="connsiteX93" fmla="*/ 905863 w 2912392"/>
                <a:gd name="connsiteY93" fmla="*/ 352047 h 460920"/>
                <a:gd name="connsiteX94" fmla="*/ 915602 w 2912392"/>
                <a:gd name="connsiteY94" fmla="*/ 345738 h 460920"/>
                <a:gd name="connsiteX95" fmla="*/ 925343 w 2912392"/>
                <a:gd name="connsiteY95" fmla="*/ 339330 h 460920"/>
                <a:gd name="connsiteX96" fmla="*/ 935084 w 2912392"/>
                <a:gd name="connsiteY96" fmla="*/ 332833 h 460920"/>
                <a:gd name="connsiteX97" fmla="*/ 944824 w 2912392"/>
                <a:gd name="connsiteY97" fmla="*/ 326256 h 460920"/>
                <a:gd name="connsiteX98" fmla="*/ 954564 w 2912392"/>
                <a:gd name="connsiteY98" fmla="*/ 319611 h 460920"/>
                <a:gd name="connsiteX99" fmla="*/ 964305 w 2912392"/>
                <a:gd name="connsiteY99" fmla="*/ 312905 h 460920"/>
                <a:gd name="connsiteX100" fmla="*/ 974045 w 2912392"/>
                <a:gd name="connsiteY100" fmla="*/ 306150 h 460920"/>
                <a:gd name="connsiteX101" fmla="*/ 983786 w 2912392"/>
                <a:gd name="connsiteY101" fmla="*/ 299356 h 460920"/>
                <a:gd name="connsiteX102" fmla="*/ 993522 w 2912392"/>
                <a:gd name="connsiteY102" fmla="*/ 292533 h 460920"/>
                <a:gd name="connsiteX103" fmla="*/ 1003266 w 2912392"/>
                <a:gd name="connsiteY103" fmla="*/ 285688 h 460920"/>
                <a:gd name="connsiteX104" fmla="*/ 1013010 w 2912392"/>
                <a:gd name="connsiteY104" fmla="*/ 278834 h 460920"/>
                <a:gd name="connsiteX105" fmla="*/ 1022754 w 2912392"/>
                <a:gd name="connsiteY105" fmla="*/ 271981 h 460920"/>
                <a:gd name="connsiteX106" fmla="*/ 1032483 w 2912392"/>
                <a:gd name="connsiteY106" fmla="*/ 265138 h 460920"/>
                <a:gd name="connsiteX107" fmla="*/ 1042227 w 2912392"/>
                <a:gd name="connsiteY107" fmla="*/ 258314 h 460920"/>
                <a:gd name="connsiteX108" fmla="*/ 1051971 w 2912392"/>
                <a:gd name="connsiteY108" fmla="*/ 251519 h 460920"/>
                <a:gd name="connsiteX109" fmla="*/ 1061715 w 2912392"/>
                <a:gd name="connsiteY109" fmla="*/ 244763 h 460920"/>
                <a:gd name="connsiteX110" fmla="*/ 1071444 w 2912392"/>
                <a:gd name="connsiteY110" fmla="*/ 238054 h 460920"/>
                <a:gd name="connsiteX111" fmla="*/ 1081188 w 2912392"/>
                <a:gd name="connsiteY111" fmla="*/ 231402 h 460920"/>
                <a:gd name="connsiteX112" fmla="*/ 1090932 w 2912392"/>
                <a:gd name="connsiteY112" fmla="*/ 224815 h 460920"/>
                <a:gd name="connsiteX113" fmla="*/ 1100676 w 2912392"/>
                <a:gd name="connsiteY113" fmla="*/ 218301 h 460920"/>
                <a:gd name="connsiteX114" fmla="*/ 1110405 w 2912392"/>
                <a:gd name="connsiteY114" fmla="*/ 211869 h 460920"/>
                <a:gd name="connsiteX115" fmla="*/ 1120149 w 2912392"/>
                <a:gd name="connsiteY115" fmla="*/ 205527 h 460920"/>
                <a:gd name="connsiteX116" fmla="*/ 1129893 w 2912392"/>
                <a:gd name="connsiteY116" fmla="*/ 199283 h 460920"/>
                <a:gd name="connsiteX117" fmla="*/ 1139637 w 2912392"/>
                <a:gd name="connsiteY117" fmla="*/ 193143 h 460920"/>
                <a:gd name="connsiteX118" fmla="*/ 1149381 w 2912392"/>
                <a:gd name="connsiteY118" fmla="*/ 187113 h 460920"/>
                <a:gd name="connsiteX119" fmla="*/ 1159110 w 2912392"/>
                <a:gd name="connsiteY119" fmla="*/ 181203 h 460920"/>
                <a:gd name="connsiteX120" fmla="*/ 1168854 w 2912392"/>
                <a:gd name="connsiteY120" fmla="*/ 175416 h 460920"/>
                <a:gd name="connsiteX121" fmla="*/ 1178598 w 2912392"/>
                <a:gd name="connsiteY121" fmla="*/ 169759 h 460920"/>
                <a:gd name="connsiteX122" fmla="*/ 1188341 w 2912392"/>
                <a:gd name="connsiteY122" fmla="*/ 164239 h 460920"/>
                <a:gd name="connsiteX123" fmla="*/ 1198070 w 2912392"/>
                <a:gd name="connsiteY123" fmla="*/ 158859 h 460920"/>
                <a:gd name="connsiteX124" fmla="*/ 1207814 w 2912392"/>
                <a:gd name="connsiteY124" fmla="*/ 153626 h 460920"/>
                <a:gd name="connsiteX125" fmla="*/ 1217558 w 2912392"/>
                <a:gd name="connsiteY125" fmla="*/ 148543 h 460920"/>
                <a:gd name="connsiteX126" fmla="*/ 1227302 w 2912392"/>
                <a:gd name="connsiteY126" fmla="*/ 143613 h 460920"/>
                <a:gd name="connsiteX127" fmla="*/ 1237031 w 2912392"/>
                <a:gd name="connsiteY127" fmla="*/ 138842 h 460920"/>
                <a:gd name="connsiteX128" fmla="*/ 1246775 w 2912392"/>
                <a:gd name="connsiteY128" fmla="*/ 134231 h 460920"/>
                <a:gd name="connsiteX129" fmla="*/ 1256519 w 2912392"/>
                <a:gd name="connsiteY129" fmla="*/ 129785 h 460920"/>
                <a:gd name="connsiteX130" fmla="*/ 1266263 w 2912392"/>
                <a:gd name="connsiteY130" fmla="*/ 125505 h 460920"/>
                <a:gd name="connsiteX131" fmla="*/ 1276007 w 2912392"/>
                <a:gd name="connsiteY131" fmla="*/ 121394 h 460920"/>
                <a:gd name="connsiteX132" fmla="*/ 1285736 w 2912392"/>
                <a:gd name="connsiteY132" fmla="*/ 117453 h 460920"/>
                <a:gd name="connsiteX133" fmla="*/ 1295480 w 2912392"/>
                <a:gd name="connsiteY133" fmla="*/ 113685 h 460920"/>
                <a:gd name="connsiteX134" fmla="*/ 1305224 w 2912392"/>
                <a:gd name="connsiteY134" fmla="*/ 110089 h 460920"/>
                <a:gd name="connsiteX135" fmla="*/ 1314968 w 2912392"/>
                <a:gd name="connsiteY135" fmla="*/ 106666 h 460920"/>
                <a:gd name="connsiteX136" fmla="*/ 1324697 w 2912392"/>
                <a:gd name="connsiteY136" fmla="*/ 103418 h 460920"/>
                <a:gd name="connsiteX137" fmla="*/ 1334441 w 2912392"/>
                <a:gd name="connsiteY137" fmla="*/ 100343 h 460920"/>
                <a:gd name="connsiteX138" fmla="*/ 1344185 w 2912392"/>
                <a:gd name="connsiteY138" fmla="*/ 97442 h 460920"/>
                <a:gd name="connsiteX139" fmla="*/ 1353929 w 2912392"/>
                <a:gd name="connsiteY139" fmla="*/ 94713 h 460920"/>
                <a:gd name="connsiteX140" fmla="*/ 1363658 w 2912392"/>
                <a:gd name="connsiteY140" fmla="*/ 92155 h 460920"/>
                <a:gd name="connsiteX141" fmla="*/ 1373402 w 2912392"/>
                <a:gd name="connsiteY141" fmla="*/ 89768 h 460920"/>
                <a:gd name="connsiteX142" fmla="*/ 1383146 w 2912392"/>
                <a:gd name="connsiteY142" fmla="*/ 87549 h 460920"/>
                <a:gd name="connsiteX143" fmla="*/ 1392890 w 2912392"/>
                <a:gd name="connsiteY143" fmla="*/ 85496 h 460920"/>
                <a:gd name="connsiteX144" fmla="*/ 1402619 w 2912392"/>
                <a:gd name="connsiteY144" fmla="*/ 83609 h 460920"/>
                <a:gd name="connsiteX145" fmla="*/ 1412363 w 2912392"/>
                <a:gd name="connsiteY145" fmla="*/ 81882 h 460920"/>
                <a:gd name="connsiteX146" fmla="*/ 1422106 w 2912392"/>
                <a:gd name="connsiteY146" fmla="*/ 80314 h 460920"/>
                <a:gd name="connsiteX147" fmla="*/ 1431850 w 2912392"/>
                <a:gd name="connsiteY147" fmla="*/ 78904 h 460920"/>
                <a:gd name="connsiteX148" fmla="*/ 1441594 w 2912392"/>
                <a:gd name="connsiteY148" fmla="*/ 77646 h 460920"/>
                <a:gd name="connsiteX149" fmla="*/ 1451323 w 2912392"/>
                <a:gd name="connsiteY149" fmla="*/ 76536 h 460920"/>
                <a:gd name="connsiteX150" fmla="*/ 1461067 w 2912392"/>
                <a:gd name="connsiteY150" fmla="*/ 75572 h 460920"/>
                <a:gd name="connsiteX151" fmla="*/ 1470811 w 2912392"/>
                <a:gd name="connsiteY151" fmla="*/ 74751 h 460920"/>
                <a:gd name="connsiteX152" fmla="*/ 1480555 w 2912392"/>
                <a:gd name="connsiteY152" fmla="*/ 74066 h 460920"/>
                <a:gd name="connsiteX153" fmla="*/ 1490284 w 2912392"/>
                <a:gd name="connsiteY153" fmla="*/ 73515 h 460920"/>
                <a:gd name="connsiteX154" fmla="*/ 1500028 w 2912392"/>
                <a:gd name="connsiteY154" fmla="*/ 73093 h 460920"/>
                <a:gd name="connsiteX155" fmla="*/ 1509772 w 2912392"/>
                <a:gd name="connsiteY155" fmla="*/ 72795 h 460920"/>
                <a:gd name="connsiteX156" fmla="*/ 1519516 w 2912392"/>
                <a:gd name="connsiteY156" fmla="*/ 72618 h 460920"/>
                <a:gd name="connsiteX157" fmla="*/ 1529245 w 2912392"/>
                <a:gd name="connsiteY157" fmla="*/ 72554 h 460920"/>
                <a:gd name="connsiteX158" fmla="*/ 1538989 w 2912392"/>
                <a:gd name="connsiteY158" fmla="*/ 72600 h 460920"/>
                <a:gd name="connsiteX159" fmla="*/ 1548733 w 2912392"/>
                <a:gd name="connsiteY159" fmla="*/ 72752 h 460920"/>
                <a:gd name="connsiteX160" fmla="*/ 1558477 w 2912392"/>
                <a:gd name="connsiteY160" fmla="*/ 73002 h 460920"/>
                <a:gd name="connsiteX161" fmla="*/ 1568221 w 2912392"/>
                <a:gd name="connsiteY161" fmla="*/ 73348 h 460920"/>
                <a:gd name="connsiteX162" fmla="*/ 1577950 w 2912392"/>
                <a:gd name="connsiteY162" fmla="*/ 73781 h 460920"/>
                <a:gd name="connsiteX163" fmla="*/ 1587694 w 2912392"/>
                <a:gd name="connsiteY163" fmla="*/ 74298 h 460920"/>
                <a:gd name="connsiteX164" fmla="*/ 1597438 w 2912392"/>
                <a:gd name="connsiteY164" fmla="*/ 74894 h 460920"/>
                <a:gd name="connsiteX165" fmla="*/ 1607182 w 2912392"/>
                <a:gd name="connsiteY165" fmla="*/ 75562 h 460920"/>
                <a:gd name="connsiteX166" fmla="*/ 1616911 w 2912392"/>
                <a:gd name="connsiteY166" fmla="*/ 76298 h 460920"/>
                <a:gd name="connsiteX167" fmla="*/ 1626655 w 2912392"/>
                <a:gd name="connsiteY167" fmla="*/ 77095 h 460920"/>
                <a:gd name="connsiteX168" fmla="*/ 1636399 w 2912392"/>
                <a:gd name="connsiteY168" fmla="*/ 77947 h 460920"/>
                <a:gd name="connsiteX169" fmla="*/ 1646142 w 2912392"/>
                <a:gd name="connsiteY169" fmla="*/ 78848 h 460920"/>
                <a:gd name="connsiteX170" fmla="*/ 1655872 w 2912392"/>
                <a:gd name="connsiteY170" fmla="*/ 79796 h 460920"/>
                <a:gd name="connsiteX171" fmla="*/ 1665616 w 2912392"/>
                <a:gd name="connsiteY171" fmla="*/ 80782 h 460920"/>
                <a:gd name="connsiteX172" fmla="*/ 1675359 w 2912392"/>
                <a:gd name="connsiteY172" fmla="*/ 81801 h 460920"/>
                <a:gd name="connsiteX173" fmla="*/ 1685103 w 2912392"/>
                <a:gd name="connsiteY173" fmla="*/ 82847 h 460920"/>
                <a:gd name="connsiteX174" fmla="*/ 1694832 w 2912392"/>
                <a:gd name="connsiteY174" fmla="*/ 83916 h 460920"/>
                <a:gd name="connsiteX175" fmla="*/ 1704576 w 2912392"/>
                <a:gd name="connsiteY175" fmla="*/ 85002 h 460920"/>
                <a:gd name="connsiteX176" fmla="*/ 1714320 w 2912392"/>
                <a:gd name="connsiteY176" fmla="*/ 86097 h 460920"/>
                <a:gd name="connsiteX177" fmla="*/ 1724064 w 2912392"/>
                <a:gd name="connsiteY177" fmla="*/ 87199 h 460920"/>
                <a:gd name="connsiteX178" fmla="*/ 1733808 w 2912392"/>
                <a:gd name="connsiteY178" fmla="*/ 88300 h 460920"/>
                <a:gd name="connsiteX179" fmla="*/ 1743537 w 2912392"/>
                <a:gd name="connsiteY179" fmla="*/ 89397 h 460920"/>
                <a:gd name="connsiteX180" fmla="*/ 1753281 w 2912392"/>
                <a:gd name="connsiteY180" fmla="*/ 90482 h 460920"/>
                <a:gd name="connsiteX181" fmla="*/ 1763025 w 2912392"/>
                <a:gd name="connsiteY181" fmla="*/ 91551 h 460920"/>
                <a:gd name="connsiteX182" fmla="*/ 1772769 w 2912392"/>
                <a:gd name="connsiteY182" fmla="*/ 92600 h 460920"/>
                <a:gd name="connsiteX183" fmla="*/ 1782498 w 2912392"/>
                <a:gd name="connsiteY183" fmla="*/ 93622 h 460920"/>
                <a:gd name="connsiteX184" fmla="*/ 1792242 w 2912392"/>
                <a:gd name="connsiteY184" fmla="*/ 94613 h 460920"/>
                <a:gd name="connsiteX185" fmla="*/ 1801986 w 2912392"/>
                <a:gd name="connsiteY185" fmla="*/ 95568 h 460920"/>
                <a:gd name="connsiteX186" fmla="*/ 1811730 w 2912392"/>
                <a:gd name="connsiteY186" fmla="*/ 96483 h 460920"/>
                <a:gd name="connsiteX187" fmla="*/ 1821459 w 2912392"/>
                <a:gd name="connsiteY187" fmla="*/ 97351 h 460920"/>
                <a:gd name="connsiteX188" fmla="*/ 1831203 w 2912392"/>
                <a:gd name="connsiteY188" fmla="*/ 98171 h 460920"/>
                <a:gd name="connsiteX189" fmla="*/ 1840947 w 2912392"/>
                <a:gd name="connsiteY189" fmla="*/ 98935 h 460920"/>
                <a:gd name="connsiteX190" fmla="*/ 1850691 w 2912392"/>
                <a:gd name="connsiteY190" fmla="*/ 99641 h 460920"/>
                <a:gd name="connsiteX191" fmla="*/ 1860435 w 2912392"/>
                <a:gd name="connsiteY191" fmla="*/ 100285 h 460920"/>
                <a:gd name="connsiteX192" fmla="*/ 1870164 w 2912392"/>
                <a:gd name="connsiteY192" fmla="*/ 100860 h 460920"/>
                <a:gd name="connsiteX193" fmla="*/ 1879908 w 2912392"/>
                <a:gd name="connsiteY193" fmla="*/ 101367 h 460920"/>
                <a:gd name="connsiteX194" fmla="*/ 1889652 w 2912392"/>
                <a:gd name="connsiteY194" fmla="*/ 101797 h 460920"/>
                <a:gd name="connsiteX195" fmla="*/ 1899395 w 2912392"/>
                <a:gd name="connsiteY195" fmla="*/ 102150 h 460920"/>
                <a:gd name="connsiteX196" fmla="*/ 1909124 w 2912392"/>
                <a:gd name="connsiteY196" fmla="*/ 102423 h 460920"/>
                <a:gd name="connsiteX197" fmla="*/ 1918868 w 2912392"/>
                <a:gd name="connsiteY197" fmla="*/ 102611 h 460920"/>
                <a:gd name="connsiteX198" fmla="*/ 1928612 w 2912392"/>
                <a:gd name="connsiteY198" fmla="*/ 102711 h 460920"/>
                <a:gd name="connsiteX199" fmla="*/ 1938356 w 2912392"/>
                <a:gd name="connsiteY199" fmla="*/ 102723 h 460920"/>
                <a:gd name="connsiteX200" fmla="*/ 1948085 w 2912392"/>
                <a:gd name="connsiteY200" fmla="*/ 102641 h 460920"/>
                <a:gd name="connsiteX201" fmla="*/ 1957829 w 2912392"/>
                <a:gd name="connsiteY201" fmla="*/ 102463 h 460920"/>
                <a:gd name="connsiteX202" fmla="*/ 1967573 w 2912392"/>
                <a:gd name="connsiteY202" fmla="*/ 102191 h 460920"/>
                <a:gd name="connsiteX203" fmla="*/ 1977317 w 2912392"/>
                <a:gd name="connsiteY203" fmla="*/ 101818 h 460920"/>
                <a:gd name="connsiteX204" fmla="*/ 1987046 w 2912392"/>
                <a:gd name="connsiteY204" fmla="*/ 101346 h 460920"/>
                <a:gd name="connsiteX205" fmla="*/ 1996790 w 2912392"/>
                <a:gd name="connsiteY205" fmla="*/ 100772 h 460920"/>
                <a:gd name="connsiteX206" fmla="*/ 2006534 w 2912392"/>
                <a:gd name="connsiteY206" fmla="*/ 100096 h 460920"/>
                <a:gd name="connsiteX207" fmla="*/ 2016278 w 2912392"/>
                <a:gd name="connsiteY207" fmla="*/ 99317 h 460920"/>
                <a:gd name="connsiteX208" fmla="*/ 2026022 w 2912392"/>
                <a:gd name="connsiteY208" fmla="*/ 98433 h 460920"/>
                <a:gd name="connsiteX209" fmla="*/ 2035751 w 2912392"/>
                <a:gd name="connsiteY209" fmla="*/ 97445 h 460920"/>
                <a:gd name="connsiteX210" fmla="*/ 2045495 w 2912392"/>
                <a:gd name="connsiteY210" fmla="*/ 96353 h 460920"/>
                <a:gd name="connsiteX211" fmla="*/ 2055239 w 2912392"/>
                <a:gd name="connsiteY211" fmla="*/ 95157 h 460920"/>
                <a:gd name="connsiteX212" fmla="*/ 2064983 w 2912392"/>
                <a:gd name="connsiteY212" fmla="*/ 93859 h 460920"/>
                <a:gd name="connsiteX213" fmla="*/ 2074712 w 2912392"/>
                <a:gd name="connsiteY213" fmla="*/ 92459 h 460920"/>
                <a:gd name="connsiteX214" fmla="*/ 2084456 w 2912392"/>
                <a:gd name="connsiteY214" fmla="*/ 90957 h 460920"/>
                <a:gd name="connsiteX215" fmla="*/ 2094200 w 2912392"/>
                <a:gd name="connsiteY215" fmla="*/ 89355 h 460920"/>
                <a:gd name="connsiteX216" fmla="*/ 2103944 w 2912392"/>
                <a:gd name="connsiteY216" fmla="*/ 87658 h 460920"/>
                <a:gd name="connsiteX217" fmla="*/ 2113673 w 2912392"/>
                <a:gd name="connsiteY217" fmla="*/ 85864 h 460920"/>
                <a:gd name="connsiteX218" fmla="*/ 2123417 w 2912392"/>
                <a:gd name="connsiteY218" fmla="*/ 83980 h 460920"/>
                <a:gd name="connsiteX219" fmla="*/ 2133161 w 2912392"/>
                <a:gd name="connsiteY219" fmla="*/ 82006 h 460920"/>
                <a:gd name="connsiteX220" fmla="*/ 2142905 w 2912392"/>
                <a:gd name="connsiteY220" fmla="*/ 79943 h 460920"/>
                <a:gd name="connsiteX221" fmla="*/ 2152649 w 2912392"/>
                <a:gd name="connsiteY221" fmla="*/ 77801 h 460920"/>
                <a:gd name="connsiteX222" fmla="*/ 2162377 w 2912392"/>
                <a:gd name="connsiteY222" fmla="*/ 75578 h 460920"/>
                <a:gd name="connsiteX223" fmla="*/ 2172121 w 2912392"/>
                <a:gd name="connsiteY223" fmla="*/ 73282 h 460920"/>
                <a:gd name="connsiteX224" fmla="*/ 2181865 w 2912392"/>
                <a:gd name="connsiteY224" fmla="*/ 70916 h 460920"/>
                <a:gd name="connsiteX225" fmla="*/ 2191609 w 2912392"/>
                <a:gd name="connsiteY225" fmla="*/ 68486 h 460920"/>
                <a:gd name="connsiteX226" fmla="*/ 2201338 w 2912392"/>
                <a:gd name="connsiteY226" fmla="*/ 65995 h 460920"/>
                <a:gd name="connsiteX227" fmla="*/ 2211082 w 2912392"/>
                <a:gd name="connsiteY227" fmla="*/ 63452 h 460920"/>
                <a:gd name="connsiteX228" fmla="*/ 2220826 w 2912392"/>
                <a:gd name="connsiteY228" fmla="*/ 60859 h 460920"/>
                <a:gd name="connsiteX229" fmla="*/ 2230570 w 2912392"/>
                <a:gd name="connsiteY229" fmla="*/ 58227 h 460920"/>
                <a:gd name="connsiteX230" fmla="*/ 2240299 w 2912392"/>
                <a:gd name="connsiteY230" fmla="*/ 55558 h 460920"/>
                <a:gd name="connsiteX231" fmla="*/ 2250043 w 2912392"/>
                <a:gd name="connsiteY231" fmla="*/ 52862 h 460920"/>
                <a:gd name="connsiteX232" fmla="*/ 2259787 w 2912392"/>
                <a:gd name="connsiteY232" fmla="*/ 50144 h 460920"/>
                <a:gd name="connsiteX233" fmla="*/ 2269531 w 2912392"/>
                <a:gd name="connsiteY233" fmla="*/ 47412 h 460920"/>
                <a:gd name="connsiteX234" fmla="*/ 2279260 w 2912392"/>
                <a:gd name="connsiteY234" fmla="*/ 44675 h 460920"/>
                <a:gd name="connsiteX235" fmla="*/ 2289004 w 2912392"/>
                <a:gd name="connsiteY235" fmla="*/ 41938 h 460920"/>
                <a:gd name="connsiteX236" fmla="*/ 2298748 w 2912392"/>
                <a:gd name="connsiteY236" fmla="*/ 39213 h 460920"/>
                <a:gd name="connsiteX237" fmla="*/ 2308492 w 2912392"/>
                <a:gd name="connsiteY237" fmla="*/ 36506 h 460920"/>
                <a:gd name="connsiteX238" fmla="*/ 2318236 w 2912392"/>
                <a:gd name="connsiteY238" fmla="*/ 33825 h 460920"/>
                <a:gd name="connsiteX239" fmla="*/ 2327965 w 2912392"/>
                <a:gd name="connsiteY239" fmla="*/ 31181 h 460920"/>
                <a:gd name="connsiteX240" fmla="*/ 2337709 w 2912392"/>
                <a:gd name="connsiteY240" fmla="*/ 28579 h 460920"/>
                <a:gd name="connsiteX241" fmla="*/ 2347453 w 2912392"/>
                <a:gd name="connsiteY241" fmla="*/ 26033 h 460920"/>
                <a:gd name="connsiteX242" fmla="*/ 2357197 w 2912392"/>
                <a:gd name="connsiteY242" fmla="*/ 23551 h 460920"/>
                <a:gd name="connsiteX243" fmla="*/ 2366926 w 2912392"/>
                <a:gd name="connsiteY243" fmla="*/ 21139 h 460920"/>
                <a:gd name="connsiteX244" fmla="*/ 2376670 w 2912392"/>
                <a:gd name="connsiteY244" fmla="*/ 18809 h 460920"/>
                <a:gd name="connsiteX245" fmla="*/ 2386413 w 2912392"/>
                <a:gd name="connsiteY245" fmla="*/ 16571 h 460920"/>
                <a:gd name="connsiteX246" fmla="*/ 2396157 w 2912392"/>
                <a:gd name="connsiteY246" fmla="*/ 14433 h 460920"/>
                <a:gd name="connsiteX247" fmla="*/ 2405886 w 2912392"/>
                <a:gd name="connsiteY247" fmla="*/ 12405 h 460920"/>
                <a:gd name="connsiteX248" fmla="*/ 2415630 w 2912392"/>
                <a:gd name="connsiteY248" fmla="*/ 10496 h 460920"/>
                <a:gd name="connsiteX249" fmla="*/ 2425374 w 2912392"/>
                <a:gd name="connsiteY249" fmla="*/ 8716 h 460920"/>
                <a:gd name="connsiteX250" fmla="*/ 2435118 w 2912392"/>
                <a:gd name="connsiteY250" fmla="*/ 7074 h 460920"/>
                <a:gd name="connsiteX251" fmla="*/ 2444862 w 2912392"/>
                <a:gd name="connsiteY251" fmla="*/ 5580 h 460920"/>
                <a:gd name="connsiteX252" fmla="*/ 2454591 w 2912392"/>
                <a:gd name="connsiteY252" fmla="*/ 4243 h 460920"/>
                <a:gd name="connsiteX253" fmla="*/ 2464335 w 2912392"/>
                <a:gd name="connsiteY253" fmla="*/ 3072 h 460920"/>
                <a:gd name="connsiteX254" fmla="*/ 2474079 w 2912392"/>
                <a:gd name="connsiteY254" fmla="*/ 2074 h 460920"/>
                <a:gd name="connsiteX255" fmla="*/ 2483823 w 2912392"/>
                <a:gd name="connsiteY255" fmla="*/ 1260 h 460920"/>
                <a:gd name="connsiteX256" fmla="*/ 2493552 w 2912392"/>
                <a:gd name="connsiteY256" fmla="*/ 638 h 460920"/>
                <a:gd name="connsiteX257" fmla="*/ 2503296 w 2912392"/>
                <a:gd name="connsiteY257" fmla="*/ 216 h 460920"/>
                <a:gd name="connsiteX258" fmla="*/ 2513040 w 2912392"/>
                <a:gd name="connsiteY258" fmla="*/ 0 h 460920"/>
                <a:gd name="connsiteX259" fmla="*/ 2522784 w 2912392"/>
                <a:gd name="connsiteY259" fmla="*/ 0 h 460920"/>
                <a:gd name="connsiteX260" fmla="*/ 2532513 w 2912392"/>
                <a:gd name="connsiteY260" fmla="*/ 223 h 460920"/>
                <a:gd name="connsiteX261" fmla="*/ 2542257 w 2912392"/>
                <a:gd name="connsiteY261" fmla="*/ 675 h 460920"/>
                <a:gd name="connsiteX262" fmla="*/ 2552001 w 2912392"/>
                <a:gd name="connsiteY262" fmla="*/ 1362 h 460920"/>
                <a:gd name="connsiteX263" fmla="*/ 2561745 w 2912392"/>
                <a:gd name="connsiteY263" fmla="*/ 2291 h 460920"/>
                <a:gd name="connsiteX264" fmla="*/ 2571474 w 2912392"/>
                <a:gd name="connsiteY264" fmla="*/ 3468 h 460920"/>
                <a:gd name="connsiteX265" fmla="*/ 2581218 w 2912392"/>
                <a:gd name="connsiteY265" fmla="*/ 4897 h 460920"/>
                <a:gd name="connsiteX266" fmla="*/ 2590962 w 2912392"/>
                <a:gd name="connsiteY266" fmla="*/ 6584 h 460920"/>
                <a:gd name="connsiteX267" fmla="*/ 2600705 w 2912392"/>
                <a:gd name="connsiteY267" fmla="*/ 8533 h 460920"/>
                <a:gd name="connsiteX268" fmla="*/ 2610449 w 2912392"/>
                <a:gd name="connsiteY268" fmla="*/ 10747 h 460920"/>
                <a:gd name="connsiteX269" fmla="*/ 2620178 w 2912392"/>
                <a:gd name="connsiteY269" fmla="*/ 13229 h 460920"/>
                <a:gd name="connsiteX270" fmla="*/ 2629922 w 2912392"/>
                <a:gd name="connsiteY270" fmla="*/ 15984 h 460920"/>
                <a:gd name="connsiteX271" fmla="*/ 2639666 w 2912392"/>
                <a:gd name="connsiteY271" fmla="*/ 19010 h 460920"/>
                <a:gd name="connsiteX272" fmla="*/ 2649410 w 2912392"/>
                <a:gd name="connsiteY272" fmla="*/ 22313 h 460920"/>
                <a:gd name="connsiteX273" fmla="*/ 2659139 w 2912392"/>
                <a:gd name="connsiteY273" fmla="*/ 25890 h 460920"/>
                <a:gd name="connsiteX274" fmla="*/ 2668883 w 2912392"/>
                <a:gd name="connsiteY274" fmla="*/ 29744 h 460920"/>
                <a:gd name="connsiteX275" fmla="*/ 2678627 w 2912392"/>
                <a:gd name="connsiteY275" fmla="*/ 33874 h 460920"/>
                <a:gd name="connsiteX276" fmla="*/ 2688371 w 2912392"/>
                <a:gd name="connsiteY276" fmla="*/ 38280 h 460920"/>
                <a:gd name="connsiteX277" fmla="*/ 2698100 w 2912392"/>
                <a:gd name="connsiteY277" fmla="*/ 42960 h 460920"/>
                <a:gd name="connsiteX278" fmla="*/ 2707844 w 2912392"/>
                <a:gd name="connsiteY278" fmla="*/ 47911 h 460920"/>
                <a:gd name="connsiteX279" fmla="*/ 2717588 w 2912392"/>
                <a:gd name="connsiteY279" fmla="*/ 53130 h 460920"/>
                <a:gd name="connsiteX280" fmla="*/ 2727332 w 2912392"/>
                <a:gd name="connsiteY280" fmla="*/ 58616 h 460920"/>
                <a:gd name="connsiteX281" fmla="*/ 2737076 w 2912392"/>
                <a:gd name="connsiteY281" fmla="*/ 64362 h 460920"/>
                <a:gd name="connsiteX282" fmla="*/ 2746805 w 2912392"/>
                <a:gd name="connsiteY282" fmla="*/ 70366 h 460920"/>
                <a:gd name="connsiteX283" fmla="*/ 2756549 w 2912392"/>
                <a:gd name="connsiteY283" fmla="*/ 76624 h 460920"/>
                <a:gd name="connsiteX284" fmla="*/ 2766293 w 2912392"/>
                <a:gd name="connsiteY284" fmla="*/ 83127 h 460920"/>
                <a:gd name="connsiteX285" fmla="*/ 2776037 w 2912392"/>
                <a:gd name="connsiteY285" fmla="*/ 89869 h 460920"/>
                <a:gd name="connsiteX286" fmla="*/ 2785766 w 2912392"/>
                <a:gd name="connsiteY286" fmla="*/ 96846 h 460920"/>
                <a:gd name="connsiteX287" fmla="*/ 2795510 w 2912392"/>
                <a:gd name="connsiteY287" fmla="*/ 104049 h 460920"/>
                <a:gd name="connsiteX288" fmla="*/ 2805254 w 2912392"/>
                <a:gd name="connsiteY288" fmla="*/ 111468 h 460920"/>
                <a:gd name="connsiteX289" fmla="*/ 2814998 w 2912392"/>
                <a:gd name="connsiteY289" fmla="*/ 119098 h 460920"/>
                <a:gd name="connsiteX290" fmla="*/ 2824727 w 2912392"/>
                <a:gd name="connsiteY290" fmla="*/ 126927 h 460920"/>
                <a:gd name="connsiteX291" fmla="*/ 2834471 w 2912392"/>
                <a:gd name="connsiteY291" fmla="*/ 134948 h 460920"/>
                <a:gd name="connsiteX292" fmla="*/ 2844215 w 2912392"/>
                <a:gd name="connsiteY292" fmla="*/ 143149 h 460920"/>
                <a:gd name="connsiteX293" fmla="*/ 2853958 w 2912392"/>
                <a:gd name="connsiteY293" fmla="*/ 151521 h 460920"/>
                <a:gd name="connsiteX294" fmla="*/ 2863687 w 2912392"/>
                <a:gd name="connsiteY294" fmla="*/ 160052 h 460920"/>
                <a:gd name="connsiteX295" fmla="*/ 2873431 w 2912392"/>
                <a:gd name="connsiteY295" fmla="*/ 168731 h 460920"/>
                <a:gd name="connsiteX296" fmla="*/ 2883175 w 2912392"/>
                <a:gd name="connsiteY296" fmla="*/ 177547 h 460920"/>
                <a:gd name="connsiteX297" fmla="*/ 2892919 w 2912392"/>
                <a:gd name="connsiteY297" fmla="*/ 186488 h 460920"/>
                <a:gd name="connsiteX298" fmla="*/ 2902663 w 2912392"/>
                <a:gd name="connsiteY298" fmla="*/ 195540 h 460920"/>
                <a:gd name="connsiteX299" fmla="*/ 2912392 w 2912392"/>
                <a:gd name="connsiteY299" fmla="*/ 204693 h 460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60920">
                  <a:moveTo>
                    <a:pt x="0" y="417279"/>
                  </a:moveTo>
                  <a:lnTo>
                    <a:pt x="9739" y="415336"/>
                  </a:lnTo>
                  <a:lnTo>
                    <a:pt x="19480" y="413475"/>
                  </a:lnTo>
                  <a:lnTo>
                    <a:pt x="29221" y="411707"/>
                  </a:lnTo>
                  <a:lnTo>
                    <a:pt x="38961" y="410035"/>
                  </a:lnTo>
                  <a:lnTo>
                    <a:pt x="48702" y="408467"/>
                  </a:lnTo>
                  <a:lnTo>
                    <a:pt x="58443" y="407009"/>
                  </a:lnTo>
                  <a:lnTo>
                    <a:pt x="68182" y="405665"/>
                  </a:lnTo>
                  <a:lnTo>
                    <a:pt x="77923" y="404440"/>
                  </a:lnTo>
                  <a:lnTo>
                    <a:pt x="87664" y="403341"/>
                  </a:lnTo>
                  <a:lnTo>
                    <a:pt x="97404" y="402369"/>
                  </a:lnTo>
                  <a:lnTo>
                    <a:pt x="107145" y="401529"/>
                  </a:lnTo>
                  <a:lnTo>
                    <a:pt x="116886" y="400824"/>
                  </a:lnTo>
                  <a:lnTo>
                    <a:pt x="126625" y="400258"/>
                  </a:lnTo>
                  <a:lnTo>
                    <a:pt x="136366" y="399832"/>
                  </a:lnTo>
                  <a:lnTo>
                    <a:pt x="146107" y="399546"/>
                  </a:lnTo>
                  <a:lnTo>
                    <a:pt x="155846" y="399403"/>
                  </a:lnTo>
                  <a:lnTo>
                    <a:pt x="165587" y="399403"/>
                  </a:lnTo>
                  <a:lnTo>
                    <a:pt x="175328" y="399546"/>
                  </a:lnTo>
                  <a:lnTo>
                    <a:pt x="185068" y="399832"/>
                  </a:lnTo>
                  <a:lnTo>
                    <a:pt x="194809" y="400258"/>
                  </a:lnTo>
                  <a:lnTo>
                    <a:pt x="204550" y="400823"/>
                  </a:lnTo>
                  <a:lnTo>
                    <a:pt x="214289" y="401526"/>
                  </a:lnTo>
                  <a:lnTo>
                    <a:pt x="224030" y="402360"/>
                  </a:lnTo>
                  <a:lnTo>
                    <a:pt x="233771" y="403327"/>
                  </a:lnTo>
                  <a:lnTo>
                    <a:pt x="243510" y="404418"/>
                  </a:lnTo>
                  <a:lnTo>
                    <a:pt x="253251" y="405631"/>
                  </a:lnTo>
                  <a:lnTo>
                    <a:pt x="262992" y="406960"/>
                  </a:lnTo>
                  <a:lnTo>
                    <a:pt x="272732" y="408400"/>
                  </a:lnTo>
                  <a:lnTo>
                    <a:pt x="282473" y="409944"/>
                  </a:lnTo>
                  <a:lnTo>
                    <a:pt x="292214" y="411584"/>
                  </a:lnTo>
                  <a:lnTo>
                    <a:pt x="301953" y="413316"/>
                  </a:lnTo>
                  <a:lnTo>
                    <a:pt x="311694" y="415130"/>
                  </a:lnTo>
                  <a:lnTo>
                    <a:pt x="321435" y="417019"/>
                  </a:lnTo>
                  <a:lnTo>
                    <a:pt x="331175" y="418974"/>
                  </a:lnTo>
                  <a:lnTo>
                    <a:pt x="340916" y="420987"/>
                  </a:lnTo>
                  <a:lnTo>
                    <a:pt x="350656" y="423048"/>
                  </a:lnTo>
                  <a:lnTo>
                    <a:pt x="360396" y="425147"/>
                  </a:lnTo>
                  <a:lnTo>
                    <a:pt x="370137" y="427277"/>
                  </a:lnTo>
                  <a:lnTo>
                    <a:pt x="379878" y="429426"/>
                  </a:lnTo>
                  <a:lnTo>
                    <a:pt x="389617" y="431583"/>
                  </a:lnTo>
                  <a:lnTo>
                    <a:pt x="399358" y="433742"/>
                  </a:lnTo>
                  <a:lnTo>
                    <a:pt x="409099" y="435888"/>
                  </a:lnTo>
                  <a:lnTo>
                    <a:pt x="418839" y="438012"/>
                  </a:lnTo>
                  <a:lnTo>
                    <a:pt x="428580" y="440104"/>
                  </a:lnTo>
                  <a:lnTo>
                    <a:pt x="438321" y="442154"/>
                  </a:lnTo>
                  <a:lnTo>
                    <a:pt x="448060" y="444149"/>
                  </a:lnTo>
                  <a:lnTo>
                    <a:pt x="457801" y="446082"/>
                  </a:lnTo>
                  <a:lnTo>
                    <a:pt x="467542" y="447939"/>
                  </a:lnTo>
                  <a:lnTo>
                    <a:pt x="477281" y="449711"/>
                  </a:lnTo>
                  <a:lnTo>
                    <a:pt x="487022" y="451390"/>
                  </a:lnTo>
                  <a:lnTo>
                    <a:pt x="496763" y="452962"/>
                  </a:lnTo>
                  <a:lnTo>
                    <a:pt x="506503" y="454420"/>
                  </a:lnTo>
                  <a:lnTo>
                    <a:pt x="516244" y="455755"/>
                  </a:lnTo>
                  <a:lnTo>
                    <a:pt x="525985" y="456956"/>
                  </a:lnTo>
                  <a:lnTo>
                    <a:pt x="535724" y="458014"/>
                  </a:lnTo>
                  <a:lnTo>
                    <a:pt x="545465" y="458921"/>
                  </a:lnTo>
                  <a:lnTo>
                    <a:pt x="555206" y="459669"/>
                  </a:lnTo>
                  <a:lnTo>
                    <a:pt x="564946" y="460252"/>
                  </a:lnTo>
                  <a:lnTo>
                    <a:pt x="574687" y="460659"/>
                  </a:lnTo>
                  <a:lnTo>
                    <a:pt x="584428" y="460884"/>
                  </a:lnTo>
                  <a:lnTo>
                    <a:pt x="594167" y="460921"/>
                  </a:lnTo>
                  <a:lnTo>
                    <a:pt x="603908" y="460764"/>
                  </a:lnTo>
                  <a:lnTo>
                    <a:pt x="613649" y="460408"/>
                  </a:lnTo>
                  <a:lnTo>
                    <a:pt x="623388" y="459848"/>
                  </a:lnTo>
                  <a:lnTo>
                    <a:pt x="633129" y="459078"/>
                  </a:lnTo>
                  <a:lnTo>
                    <a:pt x="642870" y="458096"/>
                  </a:lnTo>
                  <a:lnTo>
                    <a:pt x="652610" y="456897"/>
                  </a:lnTo>
                  <a:lnTo>
                    <a:pt x="662351" y="455478"/>
                  </a:lnTo>
                  <a:lnTo>
                    <a:pt x="672092" y="453839"/>
                  </a:lnTo>
                  <a:lnTo>
                    <a:pt x="681831" y="451977"/>
                  </a:lnTo>
                  <a:lnTo>
                    <a:pt x="691572" y="449890"/>
                  </a:lnTo>
                  <a:lnTo>
                    <a:pt x="701313" y="447579"/>
                  </a:lnTo>
                  <a:lnTo>
                    <a:pt x="711052" y="445042"/>
                  </a:lnTo>
                  <a:lnTo>
                    <a:pt x="720793" y="442282"/>
                  </a:lnTo>
                  <a:lnTo>
                    <a:pt x="730534" y="439299"/>
                  </a:lnTo>
                  <a:lnTo>
                    <a:pt x="740274" y="436095"/>
                  </a:lnTo>
                  <a:lnTo>
                    <a:pt x="750015" y="432672"/>
                  </a:lnTo>
                  <a:lnTo>
                    <a:pt x="759756" y="429034"/>
                  </a:lnTo>
                  <a:lnTo>
                    <a:pt x="769495" y="425184"/>
                  </a:lnTo>
                  <a:lnTo>
                    <a:pt x="779236" y="421126"/>
                  </a:lnTo>
                  <a:lnTo>
                    <a:pt x="788977" y="416862"/>
                  </a:lnTo>
                  <a:lnTo>
                    <a:pt x="798717" y="412401"/>
                  </a:lnTo>
                  <a:lnTo>
                    <a:pt x="808458" y="407745"/>
                  </a:lnTo>
                  <a:lnTo>
                    <a:pt x="818199" y="402901"/>
                  </a:lnTo>
                  <a:lnTo>
                    <a:pt x="827938" y="397877"/>
                  </a:lnTo>
                  <a:lnTo>
                    <a:pt x="837679" y="392679"/>
                  </a:lnTo>
                  <a:lnTo>
                    <a:pt x="847420" y="387312"/>
                  </a:lnTo>
                  <a:lnTo>
                    <a:pt x="857159" y="381786"/>
                  </a:lnTo>
                  <a:lnTo>
                    <a:pt x="866900" y="376110"/>
                  </a:lnTo>
                  <a:lnTo>
                    <a:pt x="876641" y="370287"/>
                  </a:lnTo>
                  <a:lnTo>
                    <a:pt x="886381" y="364331"/>
                  </a:lnTo>
                  <a:lnTo>
                    <a:pt x="896122" y="358248"/>
                  </a:lnTo>
                  <a:lnTo>
                    <a:pt x="905863" y="352047"/>
                  </a:lnTo>
                  <a:lnTo>
                    <a:pt x="915602" y="345738"/>
                  </a:lnTo>
                  <a:lnTo>
                    <a:pt x="925343" y="339330"/>
                  </a:lnTo>
                  <a:lnTo>
                    <a:pt x="935084" y="332833"/>
                  </a:lnTo>
                  <a:lnTo>
                    <a:pt x="944824" y="326256"/>
                  </a:lnTo>
                  <a:lnTo>
                    <a:pt x="954564" y="319611"/>
                  </a:lnTo>
                  <a:lnTo>
                    <a:pt x="964305" y="312905"/>
                  </a:lnTo>
                  <a:lnTo>
                    <a:pt x="974045" y="306150"/>
                  </a:lnTo>
                  <a:lnTo>
                    <a:pt x="983786" y="299356"/>
                  </a:lnTo>
                  <a:lnTo>
                    <a:pt x="993522" y="292533"/>
                  </a:lnTo>
                  <a:lnTo>
                    <a:pt x="1003266" y="285688"/>
                  </a:lnTo>
                  <a:lnTo>
                    <a:pt x="1013010" y="278834"/>
                  </a:lnTo>
                  <a:lnTo>
                    <a:pt x="1022754" y="271981"/>
                  </a:lnTo>
                  <a:lnTo>
                    <a:pt x="1032483" y="265138"/>
                  </a:lnTo>
                  <a:lnTo>
                    <a:pt x="1042227" y="258314"/>
                  </a:lnTo>
                  <a:lnTo>
                    <a:pt x="1051971" y="251519"/>
                  </a:lnTo>
                  <a:lnTo>
                    <a:pt x="1061715" y="244763"/>
                  </a:lnTo>
                  <a:lnTo>
                    <a:pt x="1071444" y="238054"/>
                  </a:lnTo>
                  <a:lnTo>
                    <a:pt x="1081188" y="231402"/>
                  </a:lnTo>
                  <a:lnTo>
                    <a:pt x="1090932" y="224815"/>
                  </a:lnTo>
                  <a:lnTo>
                    <a:pt x="1100676" y="218301"/>
                  </a:lnTo>
                  <a:lnTo>
                    <a:pt x="1110405" y="211869"/>
                  </a:lnTo>
                  <a:lnTo>
                    <a:pt x="1120149" y="205527"/>
                  </a:lnTo>
                  <a:lnTo>
                    <a:pt x="1129893" y="199283"/>
                  </a:lnTo>
                  <a:lnTo>
                    <a:pt x="1139637" y="193143"/>
                  </a:lnTo>
                  <a:lnTo>
                    <a:pt x="1149381" y="187113"/>
                  </a:lnTo>
                  <a:lnTo>
                    <a:pt x="1159110" y="181203"/>
                  </a:lnTo>
                  <a:lnTo>
                    <a:pt x="1168854" y="175416"/>
                  </a:lnTo>
                  <a:lnTo>
                    <a:pt x="1178598" y="169759"/>
                  </a:lnTo>
                  <a:lnTo>
                    <a:pt x="1188341" y="164239"/>
                  </a:lnTo>
                  <a:lnTo>
                    <a:pt x="1198070" y="158859"/>
                  </a:lnTo>
                  <a:lnTo>
                    <a:pt x="1207814" y="153626"/>
                  </a:lnTo>
                  <a:lnTo>
                    <a:pt x="1217558" y="148543"/>
                  </a:lnTo>
                  <a:lnTo>
                    <a:pt x="1227302" y="143613"/>
                  </a:lnTo>
                  <a:lnTo>
                    <a:pt x="1237031" y="138842"/>
                  </a:lnTo>
                  <a:lnTo>
                    <a:pt x="1246775" y="134231"/>
                  </a:lnTo>
                  <a:lnTo>
                    <a:pt x="1256519" y="129785"/>
                  </a:lnTo>
                  <a:lnTo>
                    <a:pt x="1266263" y="125505"/>
                  </a:lnTo>
                  <a:lnTo>
                    <a:pt x="1276007" y="121394"/>
                  </a:lnTo>
                  <a:lnTo>
                    <a:pt x="1285736" y="117453"/>
                  </a:lnTo>
                  <a:lnTo>
                    <a:pt x="1295480" y="113685"/>
                  </a:lnTo>
                  <a:lnTo>
                    <a:pt x="1305224" y="110089"/>
                  </a:lnTo>
                  <a:lnTo>
                    <a:pt x="1314968" y="106666"/>
                  </a:lnTo>
                  <a:lnTo>
                    <a:pt x="1324697" y="103418"/>
                  </a:lnTo>
                  <a:lnTo>
                    <a:pt x="1334441" y="100343"/>
                  </a:lnTo>
                  <a:lnTo>
                    <a:pt x="1344185" y="97442"/>
                  </a:lnTo>
                  <a:lnTo>
                    <a:pt x="1353929" y="94713"/>
                  </a:lnTo>
                  <a:lnTo>
                    <a:pt x="1363658" y="92155"/>
                  </a:lnTo>
                  <a:lnTo>
                    <a:pt x="1373402" y="89768"/>
                  </a:lnTo>
                  <a:lnTo>
                    <a:pt x="1383146" y="87549"/>
                  </a:lnTo>
                  <a:lnTo>
                    <a:pt x="1392890" y="85496"/>
                  </a:lnTo>
                  <a:lnTo>
                    <a:pt x="1402619" y="83609"/>
                  </a:lnTo>
                  <a:lnTo>
                    <a:pt x="1412363" y="81882"/>
                  </a:lnTo>
                  <a:lnTo>
                    <a:pt x="1422106" y="80314"/>
                  </a:lnTo>
                  <a:lnTo>
                    <a:pt x="1431850" y="78904"/>
                  </a:lnTo>
                  <a:lnTo>
                    <a:pt x="1441594" y="77646"/>
                  </a:lnTo>
                  <a:lnTo>
                    <a:pt x="1451323" y="76536"/>
                  </a:lnTo>
                  <a:lnTo>
                    <a:pt x="1461067" y="75572"/>
                  </a:lnTo>
                  <a:lnTo>
                    <a:pt x="1470811" y="74751"/>
                  </a:lnTo>
                  <a:lnTo>
                    <a:pt x="1480555" y="74066"/>
                  </a:lnTo>
                  <a:lnTo>
                    <a:pt x="1490284" y="73515"/>
                  </a:lnTo>
                  <a:lnTo>
                    <a:pt x="1500028" y="73093"/>
                  </a:lnTo>
                  <a:lnTo>
                    <a:pt x="1509772" y="72795"/>
                  </a:lnTo>
                  <a:lnTo>
                    <a:pt x="1519516" y="72618"/>
                  </a:lnTo>
                  <a:lnTo>
                    <a:pt x="1529245" y="72554"/>
                  </a:lnTo>
                  <a:lnTo>
                    <a:pt x="1538989" y="72600"/>
                  </a:lnTo>
                  <a:lnTo>
                    <a:pt x="1548733" y="72752"/>
                  </a:lnTo>
                  <a:lnTo>
                    <a:pt x="1558477" y="73002"/>
                  </a:lnTo>
                  <a:lnTo>
                    <a:pt x="1568221" y="73348"/>
                  </a:lnTo>
                  <a:lnTo>
                    <a:pt x="1577950" y="73781"/>
                  </a:lnTo>
                  <a:lnTo>
                    <a:pt x="1587694" y="74298"/>
                  </a:lnTo>
                  <a:lnTo>
                    <a:pt x="1597438" y="74894"/>
                  </a:lnTo>
                  <a:lnTo>
                    <a:pt x="1607182" y="75562"/>
                  </a:lnTo>
                  <a:lnTo>
                    <a:pt x="1616911" y="76298"/>
                  </a:lnTo>
                  <a:lnTo>
                    <a:pt x="1626655" y="77095"/>
                  </a:lnTo>
                  <a:lnTo>
                    <a:pt x="1636399" y="77947"/>
                  </a:lnTo>
                  <a:lnTo>
                    <a:pt x="1646142" y="78848"/>
                  </a:lnTo>
                  <a:lnTo>
                    <a:pt x="1655872" y="79796"/>
                  </a:lnTo>
                  <a:lnTo>
                    <a:pt x="1665616" y="80782"/>
                  </a:lnTo>
                  <a:lnTo>
                    <a:pt x="1675359" y="81801"/>
                  </a:lnTo>
                  <a:lnTo>
                    <a:pt x="1685103" y="82847"/>
                  </a:lnTo>
                  <a:lnTo>
                    <a:pt x="1694832" y="83916"/>
                  </a:lnTo>
                  <a:lnTo>
                    <a:pt x="1704576" y="85002"/>
                  </a:lnTo>
                  <a:lnTo>
                    <a:pt x="1714320" y="86097"/>
                  </a:lnTo>
                  <a:lnTo>
                    <a:pt x="1724064" y="87199"/>
                  </a:lnTo>
                  <a:lnTo>
                    <a:pt x="1733808" y="88300"/>
                  </a:lnTo>
                  <a:lnTo>
                    <a:pt x="1743537" y="89397"/>
                  </a:lnTo>
                  <a:lnTo>
                    <a:pt x="1753281" y="90482"/>
                  </a:lnTo>
                  <a:lnTo>
                    <a:pt x="1763025" y="91551"/>
                  </a:lnTo>
                  <a:lnTo>
                    <a:pt x="1772769" y="92600"/>
                  </a:lnTo>
                  <a:lnTo>
                    <a:pt x="1782498" y="93622"/>
                  </a:lnTo>
                  <a:lnTo>
                    <a:pt x="1792242" y="94613"/>
                  </a:lnTo>
                  <a:lnTo>
                    <a:pt x="1801986" y="95568"/>
                  </a:lnTo>
                  <a:lnTo>
                    <a:pt x="1811730" y="96483"/>
                  </a:lnTo>
                  <a:lnTo>
                    <a:pt x="1821459" y="97351"/>
                  </a:lnTo>
                  <a:lnTo>
                    <a:pt x="1831203" y="98171"/>
                  </a:lnTo>
                  <a:lnTo>
                    <a:pt x="1840947" y="98935"/>
                  </a:lnTo>
                  <a:lnTo>
                    <a:pt x="1850691" y="99641"/>
                  </a:lnTo>
                  <a:lnTo>
                    <a:pt x="1860435" y="100285"/>
                  </a:lnTo>
                  <a:lnTo>
                    <a:pt x="1870164" y="100860"/>
                  </a:lnTo>
                  <a:lnTo>
                    <a:pt x="1879908" y="101367"/>
                  </a:lnTo>
                  <a:lnTo>
                    <a:pt x="1889652" y="101797"/>
                  </a:lnTo>
                  <a:lnTo>
                    <a:pt x="1899395" y="102150"/>
                  </a:lnTo>
                  <a:lnTo>
                    <a:pt x="1909124" y="102423"/>
                  </a:lnTo>
                  <a:lnTo>
                    <a:pt x="1918868" y="102611"/>
                  </a:lnTo>
                  <a:lnTo>
                    <a:pt x="1928612" y="102711"/>
                  </a:lnTo>
                  <a:lnTo>
                    <a:pt x="1938356" y="102723"/>
                  </a:lnTo>
                  <a:lnTo>
                    <a:pt x="1948085" y="102641"/>
                  </a:lnTo>
                  <a:lnTo>
                    <a:pt x="1957829" y="102463"/>
                  </a:lnTo>
                  <a:lnTo>
                    <a:pt x="1967573" y="102191"/>
                  </a:lnTo>
                  <a:lnTo>
                    <a:pt x="1977317" y="101818"/>
                  </a:lnTo>
                  <a:lnTo>
                    <a:pt x="1987046" y="101346"/>
                  </a:lnTo>
                  <a:lnTo>
                    <a:pt x="1996790" y="100772"/>
                  </a:lnTo>
                  <a:lnTo>
                    <a:pt x="2006534" y="100096"/>
                  </a:lnTo>
                  <a:lnTo>
                    <a:pt x="2016278" y="99317"/>
                  </a:lnTo>
                  <a:lnTo>
                    <a:pt x="2026022" y="98433"/>
                  </a:lnTo>
                  <a:lnTo>
                    <a:pt x="2035751" y="97445"/>
                  </a:lnTo>
                  <a:lnTo>
                    <a:pt x="2045495" y="96353"/>
                  </a:lnTo>
                  <a:lnTo>
                    <a:pt x="2055239" y="95157"/>
                  </a:lnTo>
                  <a:lnTo>
                    <a:pt x="2064983" y="93859"/>
                  </a:lnTo>
                  <a:lnTo>
                    <a:pt x="2074712" y="92459"/>
                  </a:lnTo>
                  <a:lnTo>
                    <a:pt x="2084456" y="90957"/>
                  </a:lnTo>
                  <a:lnTo>
                    <a:pt x="2094200" y="89355"/>
                  </a:lnTo>
                  <a:lnTo>
                    <a:pt x="2103944" y="87658"/>
                  </a:lnTo>
                  <a:lnTo>
                    <a:pt x="2113673" y="85864"/>
                  </a:lnTo>
                  <a:lnTo>
                    <a:pt x="2123417" y="83980"/>
                  </a:lnTo>
                  <a:lnTo>
                    <a:pt x="2133161" y="82006"/>
                  </a:lnTo>
                  <a:lnTo>
                    <a:pt x="2142905" y="79943"/>
                  </a:lnTo>
                  <a:lnTo>
                    <a:pt x="2152649" y="77801"/>
                  </a:lnTo>
                  <a:lnTo>
                    <a:pt x="2162377" y="75578"/>
                  </a:lnTo>
                  <a:lnTo>
                    <a:pt x="2172121" y="73282"/>
                  </a:lnTo>
                  <a:lnTo>
                    <a:pt x="2181865" y="70916"/>
                  </a:lnTo>
                  <a:lnTo>
                    <a:pt x="2191609" y="68486"/>
                  </a:lnTo>
                  <a:lnTo>
                    <a:pt x="2201338" y="65995"/>
                  </a:lnTo>
                  <a:lnTo>
                    <a:pt x="2211082" y="63452"/>
                  </a:lnTo>
                  <a:lnTo>
                    <a:pt x="2220826" y="60859"/>
                  </a:lnTo>
                  <a:lnTo>
                    <a:pt x="2230570" y="58227"/>
                  </a:lnTo>
                  <a:lnTo>
                    <a:pt x="2240299" y="55558"/>
                  </a:lnTo>
                  <a:lnTo>
                    <a:pt x="2250043" y="52862"/>
                  </a:lnTo>
                  <a:lnTo>
                    <a:pt x="2259787" y="50144"/>
                  </a:lnTo>
                  <a:lnTo>
                    <a:pt x="2269531" y="47412"/>
                  </a:lnTo>
                  <a:lnTo>
                    <a:pt x="2279260" y="44675"/>
                  </a:lnTo>
                  <a:lnTo>
                    <a:pt x="2289004" y="41938"/>
                  </a:lnTo>
                  <a:lnTo>
                    <a:pt x="2298748" y="39213"/>
                  </a:lnTo>
                  <a:lnTo>
                    <a:pt x="2308492" y="36506"/>
                  </a:lnTo>
                  <a:lnTo>
                    <a:pt x="2318236" y="33825"/>
                  </a:lnTo>
                  <a:lnTo>
                    <a:pt x="2327965" y="31181"/>
                  </a:lnTo>
                  <a:lnTo>
                    <a:pt x="2337709" y="28579"/>
                  </a:lnTo>
                  <a:lnTo>
                    <a:pt x="2347453" y="26033"/>
                  </a:lnTo>
                  <a:lnTo>
                    <a:pt x="2357197" y="23551"/>
                  </a:lnTo>
                  <a:lnTo>
                    <a:pt x="2366926" y="21139"/>
                  </a:lnTo>
                  <a:lnTo>
                    <a:pt x="2376670" y="18809"/>
                  </a:lnTo>
                  <a:lnTo>
                    <a:pt x="2386413" y="16571"/>
                  </a:lnTo>
                  <a:lnTo>
                    <a:pt x="2396157" y="14433"/>
                  </a:lnTo>
                  <a:lnTo>
                    <a:pt x="2405886" y="12405"/>
                  </a:lnTo>
                  <a:lnTo>
                    <a:pt x="2415630" y="10496"/>
                  </a:lnTo>
                  <a:lnTo>
                    <a:pt x="2425374" y="8716"/>
                  </a:lnTo>
                  <a:lnTo>
                    <a:pt x="2435118" y="7074"/>
                  </a:lnTo>
                  <a:lnTo>
                    <a:pt x="2444862" y="5580"/>
                  </a:lnTo>
                  <a:lnTo>
                    <a:pt x="2454591" y="4243"/>
                  </a:lnTo>
                  <a:lnTo>
                    <a:pt x="2464335" y="3072"/>
                  </a:lnTo>
                  <a:lnTo>
                    <a:pt x="2474079" y="2074"/>
                  </a:lnTo>
                  <a:lnTo>
                    <a:pt x="2483823" y="1260"/>
                  </a:lnTo>
                  <a:lnTo>
                    <a:pt x="2493552" y="638"/>
                  </a:lnTo>
                  <a:lnTo>
                    <a:pt x="2503296" y="216"/>
                  </a:lnTo>
                  <a:lnTo>
                    <a:pt x="2513040" y="0"/>
                  </a:lnTo>
                  <a:lnTo>
                    <a:pt x="2522784" y="0"/>
                  </a:lnTo>
                  <a:lnTo>
                    <a:pt x="2532513" y="223"/>
                  </a:lnTo>
                  <a:lnTo>
                    <a:pt x="2542257" y="675"/>
                  </a:lnTo>
                  <a:lnTo>
                    <a:pt x="2552001" y="1362"/>
                  </a:lnTo>
                  <a:lnTo>
                    <a:pt x="2561745" y="2291"/>
                  </a:lnTo>
                  <a:lnTo>
                    <a:pt x="2571474" y="3468"/>
                  </a:lnTo>
                  <a:lnTo>
                    <a:pt x="2581218" y="4897"/>
                  </a:lnTo>
                  <a:lnTo>
                    <a:pt x="2590962" y="6584"/>
                  </a:lnTo>
                  <a:lnTo>
                    <a:pt x="2600705" y="8533"/>
                  </a:lnTo>
                  <a:lnTo>
                    <a:pt x="2610449" y="10747"/>
                  </a:lnTo>
                  <a:lnTo>
                    <a:pt x="2620178" y="13229"/>
                  </a:lnTo>
                  <a:lnTo>
                    <a:pt x="2629922" y="15984"/>
                  </a:lnTo>
                  <a:lnTo>
                    <a:pt x="2639666" y="19010"/>
                  </a:lnTo>
                  <a:lnTo>
                    <a:pt x="2649410" y="22313"/>
                  </a:lnTo>
                  <a:lnTo>
                    <a:pt x="2659139" y="25890"/>
                  </a:lnTo>
                  <a:lnTo>
                    <a:pt x="2668883" y="29744"/>
                  </a:lnTo>
                  <a:lnTo>
                    <a:pt x="2678627" y="33874"/>
                  </a:lnTo>
                  <a:lnTo>
                    <a:pt x="2688371" y="38280"/>
                  </a:lnTo>
                  <a:lnTo>
                    <a:pt x="2698100" y="42960"/>
                  </a:lnTo>
                  <a:lnTo>
                    <a:pt x="2707844" y="47911"/>
                  </a:lnTo>
                  <a:lnTo>
                    <a:pt x="2717588" y="53130"/>
                  </a:lnTo>
                  <a:lnTo>
                    <a:pt x="2727332" y="58616"/>
                  </a:lnTo>
                  <a:lnTo>
                    <a:pt x="2737076" y="64362"/>
                  </a:lnTo>
                  <a:lnTo>
                    <a:pt x="2746805" y="70366"/>
                  </a:lnTo>
                  <a:lnTo>
                    <a:pt x="2756549" y="76624"/>
                  </a:lnTo>
                  <a:lnTo>
                    <a:pt x="2766293" y="83127"/>
                  </a:lnTo>
                  <a:lnTo>
                    <a:pt x="2776037" y="89869"/>
                  </a:lnTo>
                  <a:lnTo>
                    <a:pt x="2785766" y="96846"/>
                  </a:lnTo>
                  <a:lnTo>
                    <a:pt x="2795510" y="104049"/>
                  </a:lnTo>
                  <a:lnTo>
                    <a:pt x="2805254" y="111468"/>
                  </a:lnTo>
                  <a:lnTo>
                    <a:pt x="2814998" y="119098"/>
                  </a:lnTo>
                  <a:lnTo>
                    <a:pt x="2824727" y="126927"/>
                  </a:lnTo>
                  <a:lnTo>
                    <a:pt x="2834471" y="134948"/>
                  </a:lnTo>
                  <a:lnTo>
                    <a:pt x="2844215" y="143149"/>
                  </a:lnTo>
                  <a:lnTo>
                    <a:pt x="2853958" y="151521"/>
                  </a:lnTo>
                  <a:lnTo>
                    <a:pt x="2863687" y="160052"/>
                  </a:lnTo>
                  <a:lnTo>
                    <a:pt x="2873431" y="168731"/>
                  </a:lnTo>
                  <a:lnTo>
                    <a:pt x="2883175" y="177547"/>
                  </a:lnTo>
                  <a:lnTo>
                    <a:pt x="2892919" y="186488"/>
                  </a:lnTo>
                  <a:lnTo>
                    <a:pt x="2902663" y="195540"/>
                  </a:lnTo>
                  <a:lnTo>
                    <a:pt x="2912392" y="20469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7" name="Freeform 836">
              <a:extLst>
                <a:ext uri="{FF2B5EF4-FFF2-40B4-BE49-F238E27FC236}">
                  <a16:creationId xmlns:a16="http://schemas.microsoft.com/office/drawing/2014/main" id="{01734637-EC5C-A3E2-03E0-4677FB3FEB8F}"/>
                </a:ext>
              </a:extLst>
            </p:cNvPr>
            <p:cNvSpPr/>
            <p:nvPr/>
          </p:nvSpPr>
          <p:spPr>
            <a:xfrm>
              <a:off x="576446" y="3413316"/>
              <a:ext cx="2912392" cy="541834"/>
            </a:xfrm>
            <a:custGeom>
              <a:avLst/>
              <a:gdLst>
                <a:gd name="connsiteX0" fmla="*/ 0 w 2912392"/>
                <a:gd name="connsiteY0" fmla="*/ 83084 h 541834"/>
                <a:gd name="connsiteX1" fmla="*/ 9739 w 2912392"/>
                <a:gd name="connsiteY1" fmla="*/ 80207 h 541834"/>
                <a:gd name="connsiteX2" fmla="*/ 19480 w 2912392"/>
                <a:gd name="connsiteY2" fmla="*/ 77247 h 541834"/>
                <a:gd name="connsiteX3" fmla="*/ 29221 w 2912392"/>
                <a:gd name="connsiteY3" fmla="*/ 74212 h 541834"/>
                <a:gd name="connsiteX4" fmla="*/ 38961 w 2912392"/>
                <a:gd name="connsiteY4" fmla="*/ 71111 h 541834"/>
                <a:gd name="connsiteX5" fmla="*/ 48702 w 2912392"/>
                <a:gd name="connsiteY5" fmla="*/ 67956 h 541834"/>
                <a:gd name="connsiteX6" fmla="*/ 58443 w 2912392"/>
                <a:gd name="connsiteY6" fmla="*/ 64751 h 541834"/>
                <a:gd name="connsiteX7" fmla="*/ 68182 w 2912392"/>
                <a:gd name="connsiteY7" fmla="*/ 61510 h 541834"/>
                <a:gd name="connsiteX8" fmla="*/ 77923 w 2912392"/>
                <a:gd name="connsiteY8" fmla="*/ 58243 h 541834"/>
                <a:gd name="connsiteX9" fmla="*/ 87664 w 2912392"/>
                <a:gd name="connsiteY9" fmla="*/ 54958 h 541834"/>
                <a:gd name="connsiteX10" fmla="*/ 97404 w 2912392"/>
                <a:gd name="connsiteY10" fmla="*/ 51668 h 541834"/>
                <a:gd name="connsiteX11" fmla="*/ 107145 w 2912392"/>
                <a:gd name="connsiteY11" fmla="*/ 48383 h 541834"/>
                <a:gd name="connsiteX12" fmla="*/ 116886 w 2912392"/>
                <a:gd name="connsiteY12" fmla="*/ 45114 h 541834"/>
                <a:gd name="connsiteX13" fmla="*/ 126625 w 2912392"/>
                <a:gd name="connsiteY13" fmla="*/ 41874 h 541834"/>
                <a:gd name="connsiteX14" fmla="*/ 136366 w 2912392"/>
                <a:gd name="connsiteY14" fmla="*/ 38672 h 541834"/>
                <a:gd name="connsiteX15" fmla="*/ 146107 w 2912392"/>
                <a:gd name="connsiteY15" fmla="*/ 35519 h 541834"/>
                <a:gd name="connsiteX16" fmla="*/ 155846 w 2912392"/>
                <a:gd name="connsiteY16" fmla="*/ 32431 h 541834"/>
                <a:gd name="connsiteX17" fmla="*/ 165587 w 2912392"/>
                <a:gd name="connsiteY17" fmla="*/ 29415 h 541834"/>
                <a:gd name="connsiteX18" fmla="*/ 175328 w 2912392"/>
                <a:gd name="connsiteY18" fmla="*/ 26484 h 541834"/>
                <a:gd name="connsiteX19" fmla="*/ 185068 w 2912392"/>
                <a:gd name="connsiteY19" fmla="*/ 23651 h 541834"/>
                <a:gd name="connsiteX20" fmla="*/ 194809 w 2912392"/>
                <a:gd name="connsiteY20" fmla="*/ 20924 h 541834"/>
                <a:gd name="connsiteX21" fmla="*/ 204550 w 2912392"/>
                <a:gd name="connsiteY21" fmla="*/ 18318 h 541834"/>
                <a:gd name="connsiteX22" fmla="*/ 214289 w 2912392"/>
                <a:gd name="connsiteY22" fmla="*/ 15844 h 541834"/>
                <a:gd name="connsiteX23" fmla="*/ 224030 w 2912392"/>
                <a:gd name="connsiteY23" fmla="*/ 13509 h 541834"/>
                <a:gd name="connsiteX24" fmla="*/ 233771 w 2912392"/>
                <a:gd name="connsiteY24" fmla="*/ 11328 h 541834"/>
                <a:gd name="connsiteX25" fmla="*/ 243510 w 2912392"/>
                <a:gd name="connsiteY25" fmla="*/ 9307 h 541834"/>
                <a:gd name="connsiteX26" fmla="*/ 253251 w 2912392"/>
                <a:gd name="connsiteY26" fmla="*/ 7461 h 541834"/>
                <a:gd name="connsiteX27" fmla="*/ 262992 w 2912392"/>
                <a:gd name="connsiteY27" fmla="*/ 5797 h 541834"/>
                <a:gd name="connsiteX28" fmla="*/ 272732 w 2912392"/>
                <a:gd name="connsiteY28" fmla="*/ 4325 h 541834"/>
                <a:gd name="connsiteX29" fmla="*/ 282473 w 2912392"/>
                <a:gd name="connsiteY29" fmla="*/ 3054 h 541834"/>
                <a:gd name="connsiteX30" fmla="*/ 292214 w 2912392"/>
                <a:gd name="connsiteY30" fmla="*/ 1992 h 541834"/>
                <a:gd name="connsiteX31" fmla="*/ 301953 w 2912392"/>
                <a:gd name="connsiteY31" fmla="*/ 1149 h 541834"/>
                <a:gd name="connsiteX32" fmla="*/ 311694 w 2912392"/>
                <a:gd name="connsiteY32" fmla="*/ 530 h 541834"/>
                <a:gd name="connsiteX33" fmla="*/ 321435 w 2912392"/>
                <a:gd name="connsiteY33" fmla="*/ 146 h 541834"/>
                <a:gd name="connsiteX34" fmla="*/ 331175 w 2912392"/>
                <a:gd name="connsiteY34" fmla="*/ 0 h 541834"/>
                <a:gd name="connsiteX35" fmla="*/ 340916 w 2912392"/>
                <a:gd name="connsiteY35" fmla="*/ 101 h 541834"/>
                <a:gd name="connsiteX36" fmla="*/ 350656 w 2912392"/>
                <a:gd name="connsiteY36" fmla="*/ 453 h 541834"/>
                <a:gd name="connsiteX37" fmla="*/ 360396 w 2912392"/>
                <a:gd name="connsiteY37" fmla="*/ 1062 h 541834"/>
                <a:gd name="connsiteX38" fmla="*/ 370137 w 2912392"/>
                <a:gd name="connsiteY38" fmla="*/ 1932 h 541834"/>
                <a:gd name="connsiteX39" fmla="*/ 379878 w 2912392"/>
                <a:gd name="connsiteY39" fmla="*/ 3068 h 541834"/>
                <a:gd name="connsiteX40" fmla="*/ 389617 w 2912392"/>
                <a:gd name="connsiteY40" fmla="*/ 4473 h 541834"/>
                <a:gd name="connsiteX41" fmla="*/ 399358 w 2912392"/>
                <a:gd name="connsiteY41" fmla="*/ 6149 h 541834"/>
                <a:gd name="connsiteX42" fmla="*/ 409099 w 2912392"/>
                <a:gd name="connsiteY42" fmla="*/ 8101 h 541834"/>
                <a:gd name="connsiteX43" fmla="*/ 418839 w 2912392"/>
                <a:gd name="connsiteY43" fmla="*/ 10326 h 541834"/>
                <a:gd name="connsiteX44" fmla="*/ 428580 w 2912392"/>
                <a:gd name="connsiteY44" fmla="*/ 12831 h 541834"/>
                <a:gd name="connsiteX45" fmla="*/ 438321 w 2912392"/>
                <a:gd name="connsiteY45" fmla="*/ 15611 h 541834"/>
                <a:gd name="connsiteX46" fmla="*/ 448060 w 2912392"/>
                <a:gd name="connsiteY46" fmla="*/ 18670 h 541834"/>
                <a:gd name="connsiteX47" fmla="*/ 457801 w 2912392"/>
                <a:gd name="connsiteY47" fmla="*/ 22006 h 541834"/>
                <a:gd name="connsiteX48" fmla="*/ 467542 w 2912392"/>
                <a:gd name="connsiteY48" fmla="*/ 25617 h 541834"/>
                <a:gd name="connsiteX49" fmla="*/ 477281 w 2912392"/>
                <a:gd name="connsiteY49" fmla="*/ 29503 h 541834"/>
                <a:gd name="connsiteX50" fmla="*/ 487022 w 2912392"/>
                <a:gd name="connsiteY50" fmla="*/ 33660 h 541834"/>
                <a:gd name="connsiteX51" fmla="*/ 496763 w 2912392"/>
                <a:gd name="connsiteY51" fmla="*/ 38085 h 541834"/>
                <a:gd name="connsiteX52" fmla="*/ 506503 w 2912392"/>
                <a:gd name="connsiteY52" fmla="*/ 42776 h 541834"/>
                <a:gd name="connsiteX53" fmla="*/ 516244 w 2912392"/>
                <a:gd name="connsiteY53" fmla="*/ 47729 h 541834"/>
                <a:gd name="connsiteX54" fmla="*/ 525985 w 2912392"/>
                <a:gd name="connsiteY54" fmla="*/ 52939 h 541834"/>
                <a:gd name="connsiteX55" fmla="*/ 535724 w 2912392"/>
                <a:gd name="connsiteY55" fmla="*/ 58401 h 541834"/>
                <a:gd name="connsiteX56" fmla="*/ 545465 w 2912392"/>
                <a:gd name="connsiteY56" fmla="*/ 64110 h 541834"/>
                <a:gd name="connsiteX57" fmla="*/ 555206 w 2912392"/>
                <a:gd name="connsiteY57" fmla="*/ 70061 h 541834"/>
                <a:gd name="connsiteX58" fmla="*/ 564946 w 2912392"/>
                <a:gd name="connsiteY58" fmla="*/ 76246 h 541834"/>
                <a:gd name="connsiteX59" fmla="*/ 574687 w 2912392"/>
                <a:gd name="connsiteY59" fmla="*/ 82660 h 541834"/>
                <a:gd name="connsiteX60" fmla="*/ 584428 w 2912392"/>
                <a:gd name="connsiteY60" fmla="*/ 89294 h 541834"/>
                <a:gd name="connsiteX61" fmla="*/ 594167 w 2912392"/>
                <a:gd name="connsiteY61" fmla="*/ 96142 h 541834"/>
                <a:gd name="connsiteX62" fmla="*/ 603908 w 2912392"/>
                <a:gd name="connsiteY62" fmla="*/ 103196 h 541834"/>
                <a:gd name="connsiteX63" fmla="*/ 613649 w 2912392"/>
                <a:gd name="connsiteY63" fmla="*/ 110448 h 541834"/>
                <a:gd name="connsiteX64" fmla="*/ 623388 w 2912392"/>
                <a:gd name="connsiteY64" fmla="*/ 117888 h 541834"/>
                <a:gd name="connsiteX65" fmla="*/ 633129 w 2912392"/>
                <a:gd name="connsiteY65" fmla="*/ 125510 h 541834"/>
                <a:gd name="connsiteX66" fmla="*/ 642870 w 2912392"/>
                <a:gd name="connsiteY66" fmla="*/ 133304 h 541834"/>
                <a:gd name="connsiteX67" fmla="*/ 652610 w 2912392"/>
                <a:gd name="connsiteY67" fmla="*/ 141260 h 541834"/>
                <a:gd name="connsiteX68" fmla="*/ 662351 w 2912392"/>
                <a:gd name="connsiteY68" fmla="*/ 149368 h 541834"/>
                <a:gd name="connsiteX69" fmla="*/ 672092 w 2912392"/>
                <a:gd name="connsiteY69" fmla="*/ 157621 h 541834"/>
                <a:gd name="connsiteX70" fmla="*/ 681831 w 2912392"/>
                <a:gd name="connsiteY70" fmla="*/ 166004 h 541834"/>
                <a:gd name="connsiteX71" fmla="*/ 691572 w 2912392"/>
                <a:gd name="connsiteY71" fmla="*/ 174513 h 541834"/>
                <a:gd name="connsiteX72" fmla="*/ 701313 w 2912392"/>
                <a:gd name="connsiteY72" fmla="*/ 183134 h 541834"/>
                <a:gd name="connsiteX73" fmla="*/ 711052 w 2912392"/>
                <a:gd name="connsiteY73" fmla="*/ 191857 h 541834"/>
                <a:gd name="connsiteX74" fmla="*/ 720793 w 2912392"/>
                <a:gd name="connsiteY74" fmla="*/ 200673 h 541834"/>
                <a:gd name="connsiteX75" fmla="*/ 730534 w 2912392"/>
                <a:gd name="connsiteY75" fmla="*/ 209569 h 541834"/>
                <a:gd name="connsiteX76" fmla="*/ 740274 w 2912392"/>
                <a:gd name="connsiteY76" fmla="*/ 218537 h 541834"/>
                <a:gd name="connsiteX77" fmla="*/ 750015 w 2912392"/>
                <a:gd name="connsiteY77" fmla="*/ 227563 h 541834"/>
                <a:gd name="connsiteX78" fmla="*/ 759756 w 2912392"/>
                <a:gd name="connsiteY78" fmla="*/ 236639 h 541834"/>
                <a:gd name="connsiteX79" fmla="*/ 769495 w 2912392"/>
                <a:gd name="connsiteY79" fmla="*/ 245754 h 541834"/>
                <a:gd name="connsiteX80" fmla="*/ 779236 w 2912392"/>
                <a:gd name="connsiteY80" fmla="*/ 254896 h 541834"/>
                <a:gd name="connsiteX81" fmla="*/ 788977 w 2912392"/>
                <a:gd name="connsiteY81" fmla="*/ 264055 h 541834"/>
                <a:gd name="connsiteX82" fmla="*/ 798717 w 2912392"/>
                <a:gd name="connsiteY82" fmla="*/ 273218 h 541834"/>
                <a:gd name="connsiteX83" fmla="*/ 808458 w 2912392"/>
                <a:gd name="connsiteY83" fmla="*/ 282377 h 541834"/>
                <a:gd name="connsiteX84" fmla="*/ 818199 w 2912392"/>
                <a:gd name="connsiteY84" fmla="*/ 291519 h 541834"/>
                <a:gd name="connsiteX85" fmla="*/ 827938 w 2912392"/>
                <a:gd name="connsiteY85" fmla="*/ 300636 h 541834"/>
                <a:gd name="connsiteX86" fmla="*/ 837679 w 2912392"/>
                <a:gd name="connsiteY86" fmla="*/ 309714 h 541834"/>
                <a:gd name="connsiteX87" fmla="*/ 847420 w 2912392"/>
                <a:gd name="connsiteY87" fmla="*/ 318746 h 541834"/>
                <a:gd name="connsiteX88" fmla="*/ 857159 w 2912392"/>
                <a:gd name="connsiteY88" fmla="*/ 327718 h 541834"/>
                <a:gd name="connsiteX89" fmla="*/ 866900 w 2912392"/>
                <a:gd name="connsiteY89" fmla="*/ 336622 h 541834"/>
                <a:gd name="connsiteX90" fmla="*/ 876641 w 2912392"/>
                <a:gd name="connsiteY90" fmla="*/ 345446 h 541834"/>
                <a:gd name="connsiteX91" fmla="*/ 886381 w 2912392"/>
                <a:gd name="connsiteY91" fmla="*/ 354183 h 541834"/>
                <a:gd name="connsiteX92" fmla="*/ 896122 w 2912392"/>
                <a:gd name="connsiteY92" fmla="*/ 362818 h 541834"/>
                <a:gd name="connsiteX93" fmla="*/ 905863 w 2912392"/>
                <a:gd name="connsiteY93" fmla="*/ 371347 h 541834"/>
                <a:gd name="connsiteX94" fmla="*/ 915602 w 2912392"/>
                <a:gd name="connsiteY94" fmla="*/ 379756 h 541834"/>
                <a:gd name="connsiteX95" fmla="*/ 925343 w 2912392"/>
                <a:gd name="connsiteY95" fmla="*/ 388037 h 541834"/>
                <a:gd name="connsiteX96" fmla="*/ 935084 w 2912392"/>
                <a:gd name="connsiteY96" fmla="*/ 396179 h 541834"/>
                <a:gd name="connsiteX97" fmla="*/ 944824 w 2912392"/>
                <a:gd name="connsiteY97" fmla="*/ 404175 h 541834"/>
                <a:gd name="connsiteX98" fmla="*/ 954564 w 2912392"/>
                <a:gd name="connsiteY98" fmla="*/ 412016 h 541834"/>
                <a:gd name="connsiteX99" fmla="*/ 964305 w 2912392"/>
                <a:gd name="connsiteY99" fmla="*/ 419694 h 541834"/>
                <a:gd name="connsiteX100" fmla="*/ 974045 w 2912392"/>
                <a:gd name="connsiteY100" fmla="*/ 427198 h 541834"/>
                <a:gd name="connsiteX101" fmla="*/ 983786 w 2912392"/>
                <a:gd name="connsiteY101" fmla="*/ 434521 h 541834"/>
                <a:gd name="connsiteX102" fmla="*/ 993522 w 2912392"/>
                <a:gd name="connsiteY102" fmla="*/ 441655 h 541834"/>
                <a:gd name="connsiteX103" fmla="*/ 1003266 w 2912392"/>
                <a:gd name="connsiteY103" fmla="*/ 448593 h 541834"/>
                <a:gd name="connsiteX104" fmla="*/ 1013010 w 2912392"/>
                <a:gd name="connsiteY104" fmla="*/ 455328 h 541834"/>
                <a:gd name="connsiteX105" fmla="*/ 1022754 w 2912392"/>
                <a:gd name="connsiteY105" fmla="*/ 461849 h 541834"/>
                <a:gd name="connsiteX106" fmla="*/ 1032483 w 2912392"/>
                <a:gd name="connsiteY106" fmla="*/ 468154 h 541834"/>
                <a:gd name="connsiteX107" fmla="*/ 1042227 w 2912392"/>
                <a:gd name="connsiteY107" fmla="*/ 474233 h 541834"/>
                <a:gd name="connsiteX108" fmla="*/ 1051971 w 2912392"/>
                <a:gd name="connsiteY108" fmla="*/ 480081 h 541834"/>
                <a:gd name="connsiteX109" fmla="*/ 1061715 w 2912392"/>
                <a:gd name="connsiteY109" fmla="*/ 485692 h 541834"/>
                <a:gd name="connsiteX110" fmla="*/ 1071444 w 2912392"/>
                <a:gd name="connsiteY110" fmla="*/ 491060 h 541834"/>
                <a:gd name="connsiteX111" fmla="*/ 1081188 w 2912392"/>
                <a:gd name="connsiteY111" fmla="*/ 496179 h 541834"/>
                <a:gd name="connsiteX112" fmla="*/ 1090932 w 2912392"/>
                <a:gd name="connsiteY112" fmla="*/ 501045 h 541834"/>
                <a:gd name="connsiteX113" fmla="*/ 1100676 w 2912392"/>
                <a:gd name="connsiteY113" fmla="*/ 505654 h 541834"/>
                <a:gd name="connsiteX114" fmla="*/ 1110405 w 2912392"/>
                <a:gd name="connsiteY114" fmla="*/ 510000 h 541834"/>
                <a:gd name="connsiteX115" fmla="*/ 1120149 w 2912392"/>
                <a:gd name="connsiteY115" fmla="*/ 514079 h 541834"/>
                <a:gd name="connsiteX116" fmla="*/ 1129893 w 2912392"/>
                <a:gd name="connsiteY116" fmla="*/ 517887 h 541834"/>
                <a:gd name="connsiteX117" fmla="*/ 1139637 w 2912392"/>
                <a:gd name="connsiteY117" fmla="*/ 521423 h 541834"/>
                <a:gd name="connsiteX118" fmla="*/ 1149381 w 2912392"/>
                <a:gd name="connsiteY118" fmla="*/ 524683 h 541834"/>
                <a:gd name="connsiteX119" fmla="*/ 1159110 w 2912392"/>
                <a:gd name="connsiteY119" fmla="*/ 527662 h 541834"/>
                <a:gd name="connsiteX120" fmla="*/ 1168854 w 2912392"/>
                <a:gd name="connsiteY120" fmla="*/ 530362 h 541834"/>
                <a:gd name="connsiteX121" fmla="*/ 1178598 w 2912392"/>
                <a:gd name="connsiteY121" fmla="*/ 532779 h 541834"/>
                <a:gd name="connsiteX122" fmla="*/ 1188341 w 2912392"/>
                <a:gd name="connsiteY122" fmla="*/ 534911 h 541834"/>
                <a:gd name="connsiteX123" fmla="*/ 1198070 w 2912392"/>
                <a:gd name="connsiteY123" fmla="*/ 536757 h 541834"/>
                <a:gd name="connsiteX124" fmla="*/ 1207814 w 2912392"/>
                <a:gd name="connsiteY124" fmla="*/ 538317 h 541834"/>
                <a:gd name="connsiteX125" fmla="*/ 1217558 w 2912392"/>
                <a:gd name="connsiteY125" fmla="*/ 539592 h 541834"/>
                <a:gd name="connsiteX126" fmla="*/ 1227302 w 2912392"/>
                <a:gd name="connsiteY126" fmla="*/ 540580 h 541834"/>
                <a:gd name="connsiteX127" fmla="*/ 1237031 w 2912392"/>
                <a:gd name="connsiteY127" fmla="*/ 541281 h 541834"/>
                <a:gd name="connsiteX128" fmla="*/ 1246775 w 2912392"/>
                <a:gd name="connsiteY128" fmla="*/ 541699 h 541834"/>
                <a:gd name="connsiteX129" fmla="*/ 1256519 w 2912392"/>
                <a:gd name="connsiteY129" fmla="*/ 541834 h 541834"/>
                <a:gd name="connsiteX130" fmla="*/ 1266263 w 2912392"/>
                <a:gd name="connsiteY130" fmla="*/ 541687 h 541834"/>
                <a:gd name="connsiteX131" fmla="*/ 1276007 w 2912392"/>
                <a:gd name="connsiteY131" fmla="*/ 541259 h 541834"/>
                <a:gd name="connsiteX132" fmla="*/ 1285736 w 2912392"/>
                <a:gd name="connsiteY132" fmla="*/ 540556 h 541834"/>
                <a:gd name="connsiteX133" fmla="*/ 1295480 w 2912392"/>
                <a:gd name="connsiteY133" fmla="*/ 539577 h 541834"/>
                <a:gd name="connsiteX134" fmla="*/ 1305224 w 2912392"/>
                <a:gd name="connsiteY134" fmla="*/ 538327 h 541834"/>
                <a:gd name="connsiteX135" fmla="*/ 1314968 w 2912392"/>
                <a:gd name="connsiteY135" fmla="*/ 536810 h 541834"/>
                <a:gd name="connsiteX136" fmla="*/ 1324697 w 2912392"/>
                <a:gd name="connsiteY136" fmla="*/ 535031 h 541834"/>
                <a:gd name="connsiteX137" fmla="*/ 1334441 w 2912392"/>
                <a:gd name="connsiteY137" fmla="*/ 532992 h 541834"/>
                <a:gd name="connsiteX138" fmla="*/ 1344185 w 2912392"/>
                <a:gd name="connsiteY138" fmla="*/ 530697 h 541834"/>
                <a:gd name="connsiteX139" fmla="*/ 1353929 w 2912392"/>
                <a:gd name="connsiteY139" fmla="*/ 528154 h 541834"/>
                <a:gd name="connsiteX140" fmla="*/ 1363658 w 2912392"/>
                <a:gd name="connsiteY140" fmla="*/ 525368 h 541834"/>
                <a:gd name="connsiteX141" fmla="*/ 1373402 w 2912392"/>
                <a:gd name="connsiteY141" fmla="*/ 522342 h 541834"/>
                <a:gd name="connsiteX142" fmla="*/ 1383146 w 2912392"/>
                <a:gd name="connsiteY142" fmla="*/ 519083 h 541834"/>
                <a:gd name="connsiteX143" fmla="*/ 1392890 w 2912392"/>
                <a:gd name="connsiteY143" fmla="*/ 515600 h 541834"/>
                <a:gd name="connsiteX144" fmla="*/ 1402619 w 2912392"/>
                <a:gd name="connsiteY144" fmla="*/ 511898 h 541834"/>
                <a:gd name="connsiteX145" fmla="*/ 1412363 w 2912392"/>
                <a:gd name="connsiteY145" fmla="*/ 507982 h 541834"/>
                <a:gd name="connsiteX146" fmla="*/ 1422106 w 2912392"/>
                <a:gd name="connsiteY146" fmla="*/ 503863 h 541834"/>
                <a:gd name="connsiteX147" fmla="*/ 1431850 w 2912392"/>
                <a:gd name="connsiteY147" fmla="*/ 499545 h 541834"/>
                <a:gd name="connsiteX148" fmla="*/ 1441594 w 2912392"/>
                <a:gd name="connsiteY148" fmla="*/ 495036 h 541834"/>
                <a:gd name="connsiteX149" fmla="*/ 1451323 w 2912392"/>
                <a:gd name="connsiteY149" fmla="*/ 490348 h 541834"/>
                <a:gd name="connsiteX150" fmla="*/ 1461067 w 2912392"/>
                <a:gd name="connsiteY150" fmla="*/ 485485 h 541834"/>
                <a:gd name="connsiteX151" fmla="*/ 1470811 w 2912392"/>
                <a:gd name="connsiteY151" fmla="*/ 480456 h 541834"/>
                <a:gd name="connsiteX152" fmla="*/ 1480555 w 2912392"/>
                <a:gd name="connsiteY152" fmla="*/ 475273 h 541834"/>
                <a:gd name="connsiteX153" fmla="*/ 1490284 w 2912392"/>
                <a:gd name="connsiteY153" fmla="*/ 469941 h 541834"/>
                <a:gd name="connsiteX154" fmla="*/ 1500028 w 2912392"/>
                <a:gd name="connsiteY154" fmla="*/ 464471 h 541834"/>
                <a:gd name="connsiteX155" fmla="*/ 1509772 w 2912392"/>
                <a:gd name="connsiteY155" fmla="*/ 458871 h 541834"/>
                <a:gd name="connsiteX156" fmla="*/ 1519516 w 2912392"/>
                <a:gd name="connsiteY156" fmla="*/ 453152 h 541834"/>
                <a:gd name="connsiteX157" fmla="*/ 1529245 w 2912392"/>
                <a:gd name="connsiteY157" fmla="*/ 447323 h 541834"/>
                <a:gd name="connsiteX158" fmla="*/ 1538989 w 2912392"/>
                <a:gd name="connsiteY158" fmla="*/ 441393 h 541834"/>
                <a:gd name="connsiteX159" fmla="*/ 1548733 w 2912392"/>
                <a:gd name="connsiteY159" fmla="*/ 435372 h 541834"/>
                <a:gd name="connsiteX160" fmla="*/ 1558477 w 2912392"/>
                <a:gd name="connsiteY160" fmla="*/ 429269 h 541834"/>
                <a:gd name="connsiteX161" fmla="*/ 1568221 w 2912392"/>
                <a:gd name="connsiteY161" fmla="*/ 423097 h 541834"/>
                <a:gd name="connsiteX162" fmla="*/ 1577950 w 2912392"/>
                <a:gd name="connsiteY162" fmla="*/ 416862 h 541834"/>
                <a:gd name="connsiteX163" fmla="*/ 1587694 w 2912392"/>
                <a:gd name="connsiteY163" fmla="*/ 410577 h 541834"/>
                <a:gd name="connsiteX164" fmla="*/ 1597438 w 2912392"/>
                <a:gd name="connsiteY164" fmla="*/ 404250 h 541834"/>
                <a:gd name="connsiteX165" fmla="*/ 1607182 w 2912392"/>
                <a:gd name="connsiteY165" fmla="*/ 397892 h 541834"/>
                <a:gd name="connsiteX166" fmla="*/ 1616911 w 2912392"/>
                <a:gd name="connsiteY166" fmla="*/ 391512 h 541834"/>
                <a:gd name="connsiteX167" fmla="*/ 1626655 w 2912392"/>
                <a:gd name="connsiteY167" fmla="*/ 385122 h 541834"/>
                <a:gd name="connsiteX168" fmla="*/ 1636399 w 2912392"/>
                <a:gd name="connsiteY168" fmla="*/ 378732 h 541834"/>
                <a:gd name="connsiteX169" fmla="*/ 1646142 w 2912392"/>
                <a:gd name="connsiteY169" fmla="*/ 372348 h 541834"/>
                <a:gd name="connsiteX170" fmla="*/ 1655872 w 2912392"/>
                <a:gd name="connsiteY170" fmla="*/ 365985 h 541834"/>
                <a:gd name="connsiteX171" fmla="*/ 1665616 w 2912392"/>
                <a:gd name="connsiteY171" fmla="*/ 359648 h 541834"/>
                <a:gd name="connsiteX172" fmla="*/ 1675359 w 2912392"/>
                <a:gd name="connsiteY172" fmla="*/ 353349 h 541834"/>
                <a:gd name="connsiteX173" fmla="*/ 1685103 w 2912392"/>
                <a:gd name="connsiteY173" fmla="*/ 347096 h 541834"/>
                <a:gd name="connsiteX174" fmla="*/ 1694832 w 2912392"/>
                <a:gd name="connsiteY174" fmla="*/ 340899 h 541834"/>
                <a:gd name="connsiteX175" fmla="*/ 1704576 w 2912392"/>
                <a:gd name="connsiteY175" fmla="*/ 334768 h 541834"/>
                <a:gd name="connsiteX176" fmla="*/ 1714320 w 2912392"/>
                <a:gd name="connsiteY176" fmla="*/ 328710 h 541834"/>
                <a:gd name="connsiteX177" fmla="*/ 1724064 w 2912392"/>
                <a:gd name="connsiteY177" fmla="*/ 322736 h 541834"/>
                <a:gd name="connsiteX178" fmla="*/ 1733808 w 2912392"/>
                <a:gd name="connsiteY178" fmla="*/ 316851 h 541834"/>
                <a:gd name="connsiteX179" fmla="*/ 1743537 w 2912392"/>
                <a:gd name="connsiteY179" fmla="*/ 311065 h 541834"/>
                <a:gd name="connsiteX180" fmla="*/ 1753281 w 2912392"/>
                <a:gd name="connsiteY180" fmla="*/ 305386 h 541834"/>
                <a:gd name="connsiteX181" fmla="*/ 1763025 w 2912392"/>
                <a:gd name="connsiteY181" fmla="*/ 299820 h 541834"/>
                <a:gd name="connsiteX182" fmla="*/ 1772769 w 2912392"/>
                <a:gd name="connsiteY182" fmla="*/ 294374 h 541834"/>
                <a:gd name="connsiteX183" fmla="*/ 1782498 w 2912392"/>
                <a:gd name="connsiteY183" fmla="*/ 289058 h 541834"/>
                <a:gd name="connsiteX184" fmla="*/ 1792242 w 2912392"/>
                <a:gd name="connsiteY184" fmla="*/ 283875 h 541834"/>
                <a:gd name="connsiteX185" fmla="*/ 1801986 w 2912392"/>
                <a:gd name="connsiteY185" fmla="*/ 278831 h 541834"/>
                <a:gd name="connsiteX186" fmla="*/ 1811730 w 2912392"/>
                <a:gd name="connsiteY186" fmla="*/ 273934 h 541834"/>
                <a:gd name="connsiteX187" fmla="*/ 1821459 w 2912392"/>
                <a:gd name="connsiteY187" fmla="*/ 269187 h 541834"/>
                <a:gd name="connsiteX188" fmla="*/ 1831203 w 2912392"/>
                <a:gd name="connsiteY188" fmla="*/ 264597 h 541834"/>
                <a:gd name="connsiteX189" fmla="*/ 1840947 w 2912392"/>
                <a:gd name="connsiteY189" fmla="*/ 260166 h 541834"/>
                <a:gd name="connsiteX190" fmla="*/ 1850691 w 2912392"/>
                <a:gd name="connsiteY190" fmla="*/ 255900 h 541834"/>
                <a:gd name="connsiteX191" fmla="*/ 1860435 w 2912392"/>
                <a:gd name="connsiteY191" fmla="*/ 251800 h 541834"/>
                <a:gd name="connsiteX192" fmla="*/ 1870164 w 2912392"/>
                <a:gd name="connsiteY192" fmla="*/ 247871 h 541834"/>
                <a:gd name="connsiteX193" fmla="*/ 1879908 w 2912392"/>
                <a:gd name="connsiteY193" fmla="*/ 244114 h 541834"/>
                <a:gd name="connsiteX194" fmla="*/ 1889652 w 2912392"/>
                <a:gd name="connsiteY194" fmla="*/ 240532 h 541834"/>
                <a:gd name="connsiteX195" fmla="*/ 1899395 w 2912392"/>
                <a:gd name="connsiteY195" fmla="*/ 237125 h 541834"/>
                <a:gd name="connsiteX196" fmla="*/ 1909124 w 2912392"/>
                <a:gd name="connsiteY196" fmla="*/ 233896 h 541834"/>
                <a:gd name="connsiteX197" fmla="*/ 1918868 w 2912392"/>
                <a:gd name="connsiteY197" fmla="*/ 230843 h 541834"/>
                <a:gd name="connsiteX198" fmla="*/ 1928612 w 2912392"/>
                <a:gd name="connsiteY198" fmla="*/ 227968 h 541834"/>
                <a:gd name="connsiteX199" fmla="*/ 1938356 w 2912392"/>
                <a:gd name="connsiteY199" fmla="*/ 225268 h 541834"/>
                <a:gd name="connsiteX200" fmla="*/ 1948085 w 2912392"/>
                <a:gd name="connsiteY200" fmla="*/ 222743 h 541834"/>
                <a:gd name="connsiteX201" fmla="*/ 1957829 w 2912392"/>
                <a:gd name="connsiteY201" fmla="*/ 220392 h 541834"/>
                <a:gd name="connsiteX202" fmla="*/ 1967573 w 2912392"/>
                <a:gd name="connsiteY202" fmla="*/ 218212 h 541834"/>
                <a:gd name="connsiteX203" fmla="*/ 1977317 w 2912392"/>
                <a:gd name="connsiteY203" fmla="*/ 216201 h 541834"/>
                <a:gd name="connsiteX204" fmla="*/ 1987046 w 2912392"/>
                <a:gd name="connsiteY204" fmla="*/ 214353 h 541834"/>
                <a:gd name="connsiteX205" fmla="*/ 1996790 w 2912392"/>
                <a:gd name="connsiteY205" fmla="*/ 212667 h 541834"/>
                <a:gd name="connsiteX206" fmla="*/ 2006534 w 2912392"/>
                <a:gd name="connsiteY206" fmla="*/ 211138 h 541834"/>
                <a:gd name="connsiteX207" fmla="*/ 2016278 w 2912392"/>
                <a:gd name="connsiteY207" fmla="*/ 209760 h 541834"/>
                <a:gd name="connsiteX208" fmla="*/ 2026022 w 2912392"/>
                <a:gd name="connsiteY208" fmla="*/ 208529 h 541834"/>
                <a:gd name="connsiteX209" fmla="*/ 2035751 w 2912392"/>
                <a:gd name="connsiteY209" fmla="*/ 207438 h 541834"/>
                <a:gd name="connsiteX210" fmla="*/ 2045495 w 2912392"/>
                <a:gd name="connsiteY210" fmla="*/ 206483 h 541834"/>
                <a:gd name="connsiteX211" fmla="*/ 2055239 w 2912392"/>
                <a:gd name="connsiteY211" fmla="*/ 205657 h 541834"/>
                <a:gd name="connsiteX212" fmla="*/ 2064983 w 2912392"/>
                <a:gd name="connsiteY212" fmla="*/ 204952 h 541834"/>
                <a:gd name="connsiteX213" fmla="*/ 2074712 w 2912392"/>
                <a:gd name="connsiteY213" fmla="*/ 204359 h 541834"/>
                <a:gd name="connsiteX214" fmla="*/ 2084456 w 2912392"/>
                <a:gd name="connsiteY214" fmla="*/ 203875 h 541834"/>
                <a:gd name="connsiteX215" fmla="*/ 2094200 w 2912392"/>
                <a:gd name="connsiteY215" fmla="*/ 203487 h 541834"/>
                <a:gd name="connsiteX216" fmla="*/ 2103944 w 2912392"/>
                <a:gd name="connsiteY216" fmla="*/ 203189 h 541834"/>
                <a:gd name="connsiteX217" fmla="*/ 2113673 w 2912392"/>
                <a:gd name="connsiteY217" fmla="*/ 202973 h 541834"/>
                <a:gd name="connsiteX218" fmla="*/ 2123417 w 2912392"/>
                <a:gd name="connsiteY218" fmla="*/ 202830 h 541834"/>
                <a:gd name="connsiteX219" fmla="*/ 2133161 w 2912392"/>
                <a:gd name="connsiteY219" fmla="*/ 202750 h 541834"/>
                <a:gd name="connsiteX220" fmla="*/ 2142905 w 2912392"/>
                <a:gd name="connsiteY220" fmla="*/ 202724 h 541834"/>
                <a:gd name="connsiteX221" fmla="*/ 2152649 w 2912392"/>
                <a:gd name="connsiteY221" fmla="*/ 202745 h 541834"/>
                <a:gd name="connsiteX222" fmla="*/ 2162377 w 2912392"/>
                <a:gd name="connsiteY222" fmla="*/ 202800 h 541834"/>
                <a:gd name="connsiteX223" fmla="*/ 2172121 w 2912392"/>
                <a:gd name="connsiteY223" fmla="*/ 202882 h 541834"/>
                <a:gd name="connsiteX224" fmla="*/ 2181865 w 2912392"/>
                <a:gd name="connsiteY224" fmla="*/ 202981 h 541834"/>
                <a:gd name="connsiteX225" fmla="*/ 2191609 w 2912392"/>
                <a:gd name="connsiteY225" fmla="*/ 203086 h 541834"/>
                <a:gd name="connsiteX226" fmla="*/ 2201338 w 2912392"/>
                <a:gd name="connsiteY226" fmla="*/ 203191 h 541834"/>
                <a:gd name="connsiteX227" fmla="*/ 2211082 w 2912392"/>
                <a:gd name="connsiteY227" fmla="*/ 203283 h 541834"/>
                <a:gd name="connsiteX228" fmla="*/ 2220826 w 2912392"/>
                <a:gd name="connsiteY228" fmla="*/ 203353 h 541834"/>
                <a:gd name="connsiteX229" fmla="*/ 2230570 w 2912392"/>
                <a:gd name="connsiteY229" fmla="*/ 203395 h 541834"/>
                <a:gd name="connsiteX230" fmla="*/ 2240299 w 2912392"/>
                <a:gd name="connsiteY230" fmla="*/ 203396 h 541834"/>
                <a:gd name="connsiteX231" fmla="*/ 2250043 w 2912392"/>
                <a:gd name="connsiteY231" fmla="*/ 203350 h 541834"/>
                <a:gd name="connsiteX232" fmla="*/ 2259787 w 2912392"/>
                <a:gd name="connsiteY232" fmla="*/ 203247 h 541834"/>
                <a:gd name="connsiteX233" fmla="*/ 2269531 w 2912392"/>
                <a:gd name="connsiteY233" fmla="*/ 203081 h 541834"/>
                <a:gd name="connsiteX234" fmla="*/ 2279260 w 2912392"/>
                <a:gd name="connsiteY234" fmla="*/ 202841 h 541834"/>
                <a:gd name="connsiteX235" fmla="*/ 2289004 w 2912392"/>
                <a:gd name="connsiteY235" fmla="*/ 202520 h 541834"/>
                <a:gd name="connsiteX236" fmla="*/ 2298748 w 2912392"/>
                <a:gd name="connsiteY236" fmla="*/ 202112 h 541834"/>
                <a:gd name="connsiteX237" fmla="*/ 2308492 w 2912392"/>
                <a:gd name="connsiteY237" fmla="*/ 201610 h 541834"/>
                <a:gd name="connsiteX238" fmla="*/ 2318236 w 2912392"/>
                <a:gd name="connsiteY238" fmla="*/ 201007 h 541834"/>
                <a:gd name="connsiteX239" fmla="*/ 2327965 w 2912392"/>
                <a:gd name="connsiteY239" fmla="*/ 200296 h 541834"/>
                <a:gd name="connsiteX240" fmla="*/ 2337709 w 2912392"/>
                <a:gd name="connsiteY240" fmla="*/ 199473 h 541834"/>
                <a:gd name="connsiteX241" fmla="*/ 2347453 w 2912392"/>
                <a:gd name="connsiteY241" fmla="*/ 198533 h 541834"/>
                <a:gd name="connsiteX242" fmla="*/ 2357197 w 2912392"/>
                <a:gd name="connsiteY242" fmla="*/ 197470 h 541834"/>
                <a:gd name="connsiteX243" fmla="*/ 2366926 w 2912392"/>
                <a:gd name="connsiteY243" fmla="*/ 196281 h 541834"/>
                <a:gd name="connsiteX244" fmla="*/ 2376670 w 2912392"/>
                <a:gd name="connsiteY244" fmla="*/ 194962 h 541834"/>
                <a:gd name="connsiteX245" fmla="*/ 2386413 w 2912392"/>
                <a:gd name="connsiteY245" fmla="*/ 193509 h 541834"/>
                <a:gd name="connsiteX246" fmla="*/ 2396157 w 2912392"/>
                <a:gd name="connsiteY246" fmla="*/ 191923 h 541834"/>
                <a:gd name="connsiteX247" fmla="*/ 2405886 w 2912392"/>
                <a:gd name="connsiteY247" fmla="*/ 190197 h 541834"/>
                <a:gd name="connsiteX248" fmla="*/ 2415630 w 2912392"/>
                <a:gd name="connsiteY248" fmla="*/ 188332 h 541834"/>
                <a:gd name="connsiteX249" fmla="*/ 2425374 w 2912392"/>
                <a:gd name="connsiteY249" fmla="*/ 186328 h 541834"/>
                <a:gd name="connsiteX250" fmla="*/ 2435118 w 2912392"/>
                <a:gd name="connsiteY250" fmla="*/ 184184 h 541834"/>
                <a:gd name="connsiteX251" fmla="*/ 2444862 w 2912392"/>
                <a:gd name="connsiteY251" fmla="*/ 181900 h 541834"/>
                <a:gd name="connsiteX252" fmla="*/ 2454591 w 2912392"/>
                <a:gd name="connsiteY252" fmla="*/ 179476 h 541834"/>
                <a:gd name="connsiteX253" fmla="*/ 2464335 w 2912392"/>
                <a:gd name="connsiteY253" fmla="*/ 176915 h 541834"/>
                <a:gd name="connsiteX254" fmla="*/ 2474079 w 2912392"/>
                <a:gd name="connsiteY254" fmla="*/ 174217 h 541834"/>
                <a:gd name="connsiteX255" fmla="*/ 2483823 w 2912392"/>
                <a:gd name="connsiteY255" fmla="*/ 171384 h 541834"/>
                <a:gd name="connsiteX256" fmla="*/ 2493552 w 2912392"/>
                <a:gd name="connsiteY256" fmla="*/ 168423 h 541834"/>
                <a:gd name="connsiteX257" fmla="*/ 2503296 w 2912392"/>
                <a:gd name="connsiteY257" fmla="*/ 165333 h 541834"/>
                <a:gd name="connsiteX258" fmla="*/ 2513040 w 2912392"/>
                <a:gd name="connsiteY258" fmla="*/ 162117 h 541834"/>
                <a:gd name="connsiteX259" fmla="*/ 2522784 w 2912392"/>
                <a:gd name="connsiteY259" fmla="*/ 158784 h 541834"/>
                <a:gd name="connsiteX260" fmla="*/ 2532513 w 2912392"/>
                <a:gd name="connsiteY260" fmla="*/ 155335 h 541834"/>
                <a:gd name="connsiteX261" fmla="*/ 2542257 w 2912392"/>
                <a:gd name="connsiteY261" fmla="*/ 151776 h 541834"/>
                <a:gd name="connsiteX262" fmla="*/ 2552001 w 2912392"/>
                <a:gd name="connsiteY262" fmla="*/ 148112 h 541834"/>
                <a:gd name="connsiteX263" fmla="*/ 2561745 w 2912392"/>
                <a:gd name="connsiteY263" fmla="*/ 144349 h 541834"/>
                <a:gd name="connsiteX264" fmla="*/ 2571474 w 2912392"/>
                <a:gd name="connsiteY264" fmla="*/ 140493 h 541834"/>
                <a:gd name="connsiteX265" fmla="*/ 2581218 w 2912392"/>
                <a:gd name="connsiteY265" fmla="*/ 136552 h 541834"/>
                <a:gd name="connsiteX266" fmla="*/ 2590962 w 2912392"/>
                <a:gd name="connsiteY266" fmla="*/ 132531 h 541834"/>
                <a:gd name="connsiteX267" fmla="*/ 2600705 w 2912392"/>
                <a:gd name="connsiteY267" fmla="*/ 128437 h 541834"/>
                <a:gd name="connsiteX268" fmla="*/ 2610449 w 2912392"/>
                <a:gd name="connsiteY268" fmla="*/ 124277 h 541834"/>
                <a:gd name="connsiteX269" fmla="*/ 2620178 w 2912392"/>
                <a:gd name="connsiteY269" fmla="*/ 120059 h 541834"/>
                <a:gd name="connsiteX270" fmla="*/ 2629922 w 2912392"/>
                <a:gd name="connsiteY270" fmla="*/ 115792 h 541834"/>
                <a:gd name="connsiteX271" fmla="*/ 2639666 w 2912392"/>
                <a:gd name="connsiteY271" fmla="*/ 111482 h 541834"/>
                <a:gd name="connsiteX272" fmla="*/ 2649410 w 2912392"/>
                <a:gd name="connsiteY272" fmla="*/ 107136 h 541834"/>
                <a:gd name="connsiteX273" fmla="*/ 2659139 w 2912392"/>
                <a:gd name="connsiteY273" fmla="*/ 102763 h 541834"/>
                <a:gd name="connsiteX274" fmla="*/ 2668883 w 2912392"/>
                <a:gd name="connsiteY274" fmla="*/ 98372 h 541834"/>
                <a:gd name="connsiteX275" fmla="*/ 2678627 w 2912392"/>
                <a:gd name="connsiteY275" fmla="*/ 93969 h 541834"/>
                <a:gd name="connsiteX276" fmla="*/ 2688371 w 2912392"/>
                <a:gd name="connsiteY276" fmla="*/ 89564 h 541834"/>
                <a:gd name="connsiteX277" fmla="*/ 2698100 w 2912392"/>
                <a:gd name="connsiteY277" fmla="*/ 85164 h 541834"/>
                <a:gd name="connsiteX278" fmla="*/ 2707844 w 2912392"/>
                <a:gd name="connsiteY278" fmla="*/ 80778 h 541834"/>
                <a:gd name="connsiteX279" fmla="*/ 2717588 w 2912392"/>
                <a:gd name="connsiteY279" fmla="*/ 76412 h 541834"/>
                <a:gd name="connsiteX280" fmla="*/ 2727332 w 2912392"/>
                <a:gd name="connsiteY280" fmla="*/ 72075 h 541834"/>
                <a:gd name="connsiteX281" fmla="*/ 2737076 w 2912392"/>
                <a:gd name="connsiteY281" fmla="*/ 67775 h 541834"/>
                <a:gd name="connsiteX282" fmla="*/ 2746805 w 2912392"/>
                <a:gd name="connsiteY282" fmla="*/ 63520 h 541834"/>
                <a:gd name="connsiteX283" fmla="*/ 2756549 w 2912392"/>
                <a:gd name="connsiteY283" fmla="*/ 59319 h 541834"/>
                <a:gd name="connsiteX284" fmla="*/ 2766293 w 2912392"/>
                <a:gd name="connsiteY284" fmla="*/ 55175 h 541834"/>
                <a:gd name="connsiteX285" fmla="*/ 2776037 w 2912392"/>
                <a:gd name="connsiteY285" fmla="*/ 51099 h 541834"/>
                <a:gd name="connsiteX286" fmla="*/ 2785766 w 2912392"/>
                <a:gd name="connsiteY286" fmla="*/ 47097 h 541834"/>
                <a:gd name="connsiteX287" fmla="*/ 2795510 w 2912392"/>
                <a:gd name="connsiteY287" fmla="*/ 43176 h 541834"/>
                <a:gd name="connsiteX288" fmla="*/ 2805254 w 2912392"/>
                <a:gd name="connsiteY288" fmla="*/ 39344 h 541834"/>
                <a:gd name="connsiteX289" fmla="*/ 2814998 w 2912392"/>
                <a:gd name="connsiteY289" fmla="*/ 35604 h 541834"/>
                <a:gd name="connsiteX290" fmla="*/ 2824727 w 2912392"/>
                <a:gd name="connsiteY290" fmla="*/ 31966 h 541834"/>
                <a:gd name="connsiteX291" fmla="*/ 2834471 w 2912392"/>
                <a:gd name="connsiteY291" fmla="*/ 28435 h 541834"/>
                <a:gd name="connsiteX292" fmla="*/ 2844215 w 2912392"/>
                <a:gd name="connsiteY292" fmla="*/ 25015 h 541834"/>
                <a:gd name="connsiteX293" fmla="*/ 2853958 w 2912392"/>
                <a:gd name="connsiteY293" fmla="*/ 21715 h 541834"/>
                <a:gd name="connsiteX294" fmla="*/ 2863687 w 2912392"/>
                <a:gd name="connsiteY294" fmla="*/ 18539 h 541834"/>
                <a:gd name="connsiteX295" fmla="*/ 2873431 w 2912392"/>
                <a:gd name="connsiteY295" fmla="*/ 15490 h 541834"/>
                <a:gd name="connsiteX296" fmla="*/ 2883175 w 2912392"/>
                <a:gd name="connsiteY296" fmla="*/ 12576 h 541834"/>
                <a:gd name="connsiteX297" fmla="*/ 2892919 w 2912392"/>
                <a:gd name="connsiteY297" fmla="*/ 9801 h 541834"/>
                <a:gd name="connsiteX298" fmla="*/ 2902663 w 2912392"/>
                <a:gd name="connsiteY298" fmla="*/ 7168 h 541834"/>
                <a:gd name="connsiteX299" fmla="*/ 2912392 w 2912392"/>
                <a:gd name="connsiteY299" fmla="*/ 4683 h 541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41834">
                  <a:moveTo>
                    <a:pt x="0" y="83084"/>
                  </a:moveTo>
                  <a:lnTo>
                    <a:pt x="9739" y="80207"/>
                  </a:lnTo>
                  <a:lnTo>
                    <a:pt x="19480" y="77247"/>
                  </a:lnTo>
                  <a:lnTo>
                    <a:pt x="29221" y="74212"/>
                  </a:lnTo>
                  <a:lnTo>
                    <a:pt x="38961" y="71111"/>
                  </a:lnTo>
                  <a:lnTo>
                    <a:pt x="48702" y="67956"/>
                  </a:lnTo>
                  <a:lnTo>
                    <a:pt x="58443" y="64751"/>
                  </a:lnTo>
                  <a:lnTo>
                    <a:pt x="68182" y="61510"/>
                  </a:lnTo>
                  <a:lnTo>
                    <a:pt x="77923" y="58243"/>
                  </a:lnTo>
                  <a:lnTo>
                    <a:pt x="87664" y="54958"/>
                  </a:lnTo>
                  <a:lnTo>
                    <a:pt x="97404" y="51668"/>
                  </a:lnTo>
                  <a:lnTo>
                    <a:pt x="107145" y="48383"/>
                  </a:lnTo>
                  <a:lnTo>
                    <a:pt x="116886" y="45114"/>
                  </a:lnTo>
                  <a:lnTo>
                    <a:pt x="126625" y="41874"/>
                  </a:lnTo>
                  <a:lnTo>
                    <a:pt x="136366" y="38672"/>
                  </a:lnTo>
                  <a:lnTo>
                    <a:pt x="146107" y="35519"/>
                  </a:lnTo>
                  <a:lnTo>
                    <a:pt x="155846" y="32431"/>
                  </a:lnTo>
                  <a:lnTo>
                    <a:pt x="165587" y="29415"/>
                  </a:lnTo>
                  <a:lnTo>
                    <a:pt x="175328" y="26484"/>
                  </a:lnTo>
                  <a:lnTo>
                    <a:pt x="185068" y="23651"/>
                  </a:lnTo>
                  <a:lnTo>
                    <a:pt x="194809" y="20924"/>
                  </a:lnTo>
                  <a:lnTo>
                    <a:pt x="204550" y="18318"/>
                  </a:lnTo>
                  <a:lnTo>
                    <a:pt x="214289" y="15844"/>
                  </a:lnTo>
                  <a:lnTo>
                    <a:pt x="224030" y="13509"/>
                  </a:lnTo>
                  <a:lnTo>
                    <a:pt x="233771" y="11328"/>
                  </a:lnTo>
                  <a:lnTo>
                    <a:pt x="243510" y="9307"/>
                  </a:lnTo>
                  <a:lnTo>
                    <a:pt x="253251" y="7461"/>
                  </a:lnTo>
                  <a:lnTo>
                    <a:pt x="262992" y="5797"/>
                  </a:lnTo>
                  <a:lnTo>
                    <a:pt x="272732" y="4325"/>
                  </a:lnTo>
                  <a:lnTo>
                    <a:pt x="282473" y="3054"/>
                  </a:lnTo>
                  <a:lnTo>
                    <a:pt x="292214" y="1992"/>
                  </a:lnTo>
                  <a:lnTo>
                    <a:pt x="301953" y="1149"/>
                  </a:lnTo>
                  <a:lnTo>
                    <a:pt x="311694" y="530"/>
                  </a:lnTo>
                  <a:lnTo>
                    <a:pt x="321435" y="146"/>
                  </a:lnTo>
                  <a:lnTo>
                    <a:pt x="331175" y="0"/>
                  </a:lnTo>
                  <a:lnTo>
                    <a:pt x="340916" y="101"/>
                  </a:lnTo>
                  <a:lnTo>
                    <a:pt x="350656" y="453"/>
                  </a:lnTo>
                  <a:lnTo>
                    <a:pt x="360396" y="1062"/>
                  </a:lnTo>
                  <a:lnTo>
                    <a:pt x="370137" y="1932"/>
                  </a:lnTo>
                  <a:lnTo>
                    <a:pt x="379878" y="3068"/>
                  </a:lnTo>
                  <a:lnTo>
                    <a:pt x="389617" y="4473"/>
                  </a:lnTo>
                  <a:lnTo>
                    <a:pt x="399358" y="6149"/>
                  </a:lnTo>
                  <a:lnTo>
                    <a:pt x="409099" y="8101"/>
                  </a:lnTo>
                  <a:lnTo>
                    <a:pt x="418839" y="10326"/>
                  </a:lnTo>
                  <a:lnTo>
                    <a:pt x="428580" y="12831"/>
                  </a:lnTo>
                  <a:lnTo>
                    <a:pt x="438321" y="15611"/>
                  </a:lnTo>
                  <a:lnTo>
                    <a:pt x="448060" y="18670"/>
                  </a:lnTo>
                  <a:lnTo>
                    <a:pt x="457801" y="22006"/>
                  </a:lnTo>
                  <a:lnTo>
                    <a:pt x="467542" y="25617"/>
                  </a:lnTo>
                  <a:lnTo>
                    <a:pt x="477281" y="29503"/>
                  </a:lnTo>
                  <a:lnTo>
                    <a:pt x="487022" y="33660"/>
                  </a:lnTo>
                  <a:lnTo>
                    <a:pt x="496763" y="38085"/>
                  </a:lnTo>
                  <a:lnTo>
                    <a:pt x="506503" y="42776"/>
                  </a:lnTo>
                  <a:lnTo>
                    <a:pt x="516244" y="47729"/>
                  </a:lnTo>
                  <a:lnTo>
                    <a:pt x="525985" y="52939"/>
                  </a:lnTo>
                  <a:lnTo>
                    <a:pt x="535724" y="58401"/>
                  </a:lnTo>
                  <a:lnTo>
                    <a:pt x="545465" y="64110"/>
                  </a:lnTo>
                  <a:lnTo>
                    <a:pt x="555206" y="70061"/>
                  </a:lnTo>
                  <a:lnTo>
                    <a:pt x="564946" y="76246"/>
                  </a:lnTo>
                  <a:lnTo>
                    <a:pt x="574687" y="82660"/>
                  </a:lnTo>
                  <a:lnTo>
                    <a:pt x="584428" y="89294"/>
                  </a:lnTo>
                  <a:lnTo>
                    <a:pt x="594167" y="96142"/>
                  </a:lnTo>
                  <a:lnTo>
                    <a:pt x="603908" y="103196"/>
                  </a:lnTo>
                  <a:lnTo>
                    <a:pt x="613649" y="110448"/>
                  </a:lnTo>
                  <a:lnTo>
                    <a:pt x="623388" y="117888"/>
                  </a:lnTo>
                  <a:lnTo>
                    <a:pt x="633129" y="125510"/>
                  </a:lnTo>
                  <a:lnTo>
                    <a:pt x="642870" y="133304"/>
                  </a:lnTo>
                  <a:lnTo>
                    <a:pt x="652610" y="141260"/>
                  </a:lnTo>
                  <a:lnTo>
                    <a:pt x="662351" y="149368"/>
                  </a:lnTo>
                  <a:lnTo>
                    <a:pt x="672092" y="157621"/>
                  </a:lnTo>
                  <a:lnTo>
                    <a:pt x="681831" y="166004"/>
                  </a:lnTo>
                  <a:lnTo>
                    <a:pt x="691572" y="174513"/>
                  </a:lnTo>
                  <a:lnTo>
                    <a:pt x="701313" y="183134"/>
                  </a:lnTo>
                  <a:lnTo>
                    <a:pt x="711052" y="191857"/>
                  </a:lnTo>
                  <a:lnTo>
                    <a:pt x="720793" y="200673"/>
                  </a:lnTo>
                  <a:lnTo>
                    <a:pt x="730534" y="209569"/>
                  </a:lnTo>
                  <a:lnTo>
                    <a:pt x="740274" y="218537"/>
                  </a:lnTo>
                  <a:lnTo>
                    <a:pt x="750015" y="227563"/>
                  </a:lnTo>
                  <a:lnTo>
                    <a:pt x="759756" y="236639"/>
                  </a:lnTo>
                  <a:lnTo>
                    <a:pt x="769495" y="245754"/>
                  </a:lnTo>
                  <a:lnTo>
                    <a:pt x="779236" y="254896"/>
                  </a:lnTo>
                  <a:lnTo>
                    <a:pt x="788977" y="264055"/>
                  </a:lnTo>
                  <a:lnTo>
                    <a:pt x="798717" y="273218"/>
                  </a:lnTo>
                  <a:lnTo>
                    <a:pt x="808458" y="282377"/>
                  </a:lnTo>
                  <a:lnTo>
                    <a:pt x="818199" y="291519"/>
                  </a:lnTo>
                  <a:lnTo>
                    <a:pt x="827938" y="300636"/>
                  </a:lnTo>
                  <a:lnTo>
                    <a:pt x="837679" y="309714"/>
                  </a:lnTo>
                  <a:lnTo>
                    <a:pt x="847420" y="318746"/>
                  </a:lnTo>
                  <a:lnTo>
                    <a:pt x="857159" y="327718"/>
                  </a:lnTo>
                  <a:lnTo>
                    <a:pt x="866900" y="336622"/>
                  </a:lnTo>
                  <a:lnTo>
                    <a:pt x="876641" y="345446"/>
                  </a:lnTo>
                  <a:lnTo>
                    <a:pt x="886381" y="354183"/>
                  </a:lnTo>
                  <a:lnTo>
                    <a:pt x="896122" y="362818"/>
                  </a:lnTo>
                  <a:lnTo>
                    <a:pt x="905863" y="371347"/>
                  </a:lnTo>
                  <a:lnTo>
                    <a:pt x="915602" y="379756"/>
                  </a:lnTo>
                  <a:lnTo>
                    <a:pt x="925343" y="388037"/>
                  </a:lnTo>
                  <a:lnTo>
                    <a:pt x="935084" y="396179"/>
                  </a:lnTo>
                  <a:lnTo>
                    <a:pt x="944824" y="404175"/>
                  </a:lnTo>
                  <a:lnTo>
                    <a:pt x="954564" y="412016"/>
                  </a:lnTo>
                  <a:lnTo>
                    <a:pt x="964305" y="419694"/>
                  </a:lnTo>
                  <a:lnTo>
                    <a:pt x="974045" y="427198"/>
                  </a:lnTo>
                  <a:lnTo>
                    <a:pt x="983786" y="434521"/>
                  </a:lnTo>
                  <a:lnTo>
                    <a:pt x="993522" y="441655"/>
                  </a:lnTo>
                  <a:lnTo>
                    <a:pt x="1003266" y="448593"/>
                  </a:lnTo>
                  <a:lnTo>
                    <a:pt x="1013010" y="455328"/>
                  </a:lnTo>
                  <a:lnTo>
                    <a:pt x="1022754" y="461849"/>
                  </a:lnTo>
                  <a:lnTo>
                    <a:pt x="1032483" y="468154"/>
                  </a:lnTo>
                  <a:lnTo>
                    <a:pt x="1042227" y="474233"/>
                  </a:lnTo>
                  <a:lnTo>
                    <a:pt x="1051971" y="480081"/>
                  </a:lnTo>
                  <a:lnTo>
                    <a:pt x="1061715" y="485692"/>
                  </a:lnTo>
                  <a:lnTo>
                    <a:pt x="1071444" y="491060"/>
                  </a:lnTo>
                  <a:lnTo>
                    <a:pt x="1081188" y="496179"/>
                  </a:lnTo>
                  <a:lnTo>
                    <a:pt x="1090932" y="501045"/>
                  </a:lnTo>
                  <a:lnTo>
                    <a:pt x="1100676" y="505654"/>
                  </a:lnTo>
                  <a:lnTo>
                    <a:pt x="1110405" y="510000"/>
                  </a:lnTo>
                  <a:lnTo>
                    <a:pt x="1120149" y="514079"/>
                  </a:lnTo>
                  <a:lnTo>
                    <a:pt x="1129893" y="517887"/>
                  </a:lnTo>
                  <a:lnTo>
                    <a:pt x="1139637" y="521423"/>
                  </a:lnTo>
                  <a:lnTo>
                    <a:pt x="1149381" y="524683"/>
                  </a:lnTo>
                  <a:lnTo>
                    <a:pt x="1159110" y="527662"/>
                  </a:lnTo>
                  <a:lnTo>
                    <a:pt x="1168854" y="530362"/>
                  </a:lnTo>
                  <a:lnTo>
                    <a:pt x="1178598" y="532779"/>
                  </a:lnTo>
                  <a:lnTo>
                    <a:pt x="1188341" y="534911"/>
                  </a:lnTo>
                  <a:lnTo>
                    <a:pt x="1198070" y="536757"/>
                  </a:lnTo>
                  <a:lnTo>
                    <a:pt x="1207814" y="538317"/>
                  </a:lnTo>
                  <a:lnTo>
                    <a:pt x="1217558" y="539592"/>
                  </a:lnTo>
                  <a:lnTo>
                    <a:pt x="1227302" y="540580"/>
                  </a:lnTo>
                  <a:lnTo>
                    <a:pt x="1237031" y="541281"/>
                  </a:lnTo>
                  <a:lnTo>
                    <a:pt x="1246775" y="541699"/>
                  </a:lnTo>
                  <a:lnTo>
                    <a:pt x="1256519" y="541834"/>
                  </a:lnTo>
                  <a:lnTo>
                    <a:pt x="1266263" y="541687"/>
                  </a:lnTo>
                  <a:lnTo>
                    <a:pt x="1276007" y="541259"/>
                  </a:lnTo>
                  <a:lnTo>
                    <a:pt x="1285736" y="540556"/>
                  </a:lnTo>
                  <a:lnTo>
                    <a:pt x="1295480" y="539577"/>
                  </a:lnTo>
                  <a:lnTo>
                    <a:pt x="1305224" y="538327"/>
                  </a:lnTo>
                  <a:lnTo>
                    <a:pt x="1314968" y="536810"/>
                  </a:lnTo>
                  <a:lnTo>
                    <a:pt x="1324697" y="535031"/>
                  </a:lnTo>
                  <a:lnTo>
                    <a:pt x="1334441" y="532992"/>
                  </a:lnTo>
                  <a:lnTo>
                    <a:pt x="1344185" y="530697"/>
                  </a:lnTo>
                  <a:lnTo>
                    <a:pt x="1353929" y="528154"/>
                  </a:lnTo>
                  <a:lnTo>
                    <a:pt x="1363658" y="525368"/>
                  </a:lnTo>
                  <a:lnTo>
                    <a:pt x="1373402" y="522342"/>
                  </a:lnTo>
                  <a:lnTo>
                    <a:pt x="1383146" y="519083"/>
                  </a:lnTo>
                  <a:lnTo>
                    <a:pt x="1392890" y="515600"/>
                  </a:lnTo>
                  <a:lnTo>
                    <a:pt x="1402619" y="511898"/>
                  </a:lnTo>
                  <a:lnTo>
                    <a:pt x="1412363" y="507982"/>
                  </a:lnTo>
                  <a:lnTo>
                    <a:pt x="1422106" y="503863"/>
                  </a:lnTo>
                  <a:lnTo>
                    <a:pt x="1431850" y="499545"/>
                  </a:lnTo>
                  <a:lnTo>
                    <a:pt x="1441594" y="495036"/>
                  </a:lnTo>
                  <a:lnTo>
                    <a:pt x="1451323" y="490348"/>
                  </a:lnTo>
                  <a:lnTo>
                    <a:pt x="1461067" y="485485"/>
                  </a:lnTo>
                  <a:lnTo>
                    <a:pt x="1470811" y="480456"/>
                  </a:lnTo>
                  <a:lnTo>
                    <a:pt x="1480555" y="475273"/>
                  </a:lnTo>
                  <a:lnTo>
                    <a:pt x="1490284" y="469941"/>
                  </a:lnTo>
                  <a:lnTo>
                    <a:pt x="1500028" y="464471"/>
                  </a:lnTo>
                  <a:lnTo>
                    <a:pt x="1509772" y="458871"/>
                  </a:lnTo>
                  <a:lnTo>
                    <a:pt x="1519516" y="453152"/>
                  </a:lnTo>
                  <a:lnTo>
                    <a:pt x="1529245" y="447323"/>
                  </a:lnTo>
                  <a:lnTo>
                    <a:pt x="1538989" y="441393"/>
                  </a:lnTo>
                  <a:lnTo>
                    <a:pt x="1548733" y="435372"/>
                  </a:lnTo>
                  <a:lnTo>
                    <a:pt x="1558477" y="429269"/>
                  </a:lnTo>
                  <a:lnTo>
                    <a:pt x="1568221" y="423097"/>
                  </a:lnTo>
                  <a:lnTo>
                    <a:pt x="1577950" y="416862"/>
                  </a:lnTo>
                  <a:lnTo>
                    <a:pt x="1587694" y="410577"/>
                  </a:lnTo>
                  <a:lnTo>
                    <a:pt x="1597438" y="404250"/>
                  </a:lnTo>
                  <a:lnTo>
                    <a:pt x="1607182" y="397892"/>
                  </a:lnTo>
                  <a:lnTo>
                    <a:pt x="1616911" y="391512"/>
                  </a:lnTo>
                  <a:lnTo>
                    <a:pt x="1626655" y="385122"/>
                  </a:lnTo>
                  <a:lnTo>
                    <a:pt x="1636399" y="378732"/>
                  </a:lnTo>
                  <a:lnTo>
                    <a:pt x="1646142" y="372348"/>
                  </a:lnTo>
                  <a:lnTo>
                    <a:pt x="1655872" y="365985"/>
                  </a:lnTo>
                  <a:lnTo>
                    <a:pt x="1665616" y="359648"/>
                  </a:lnTo>
                  <a:lnTo>
                    <a:pt x="1675359" y="353349"/>
                  </a:lnTo>
                  <a:lnTo>
                    <a:pt x="1685103" y="347096"/>
                  </a:lnTo>
                  <a:lnTo>
                    <a:pt x="1694832" y="340899"/>
                  </a:lnTo>
                  <a:lnTo>
                    <a:pt x="1704576" y="334768"/>
                  </a:lnTo>
                  <a:lnTo>
                    <a:pt x="1714320" y="328710"/>
                  </a:lnTo>
                  <a:lnTo>
                    <a:pt x="1724064" y="322736"/>
                  </a:lnTo>
                  <a:lnTo>
                    <a:pt x="1733808" y="316851"/>
                  </a:lnTo>
                  <a:lnTo>
                    <a:pt x="1743537" y="311065"/>
                  </a:lnTo>
                  <a:lnTo>
                    <a:pt x="1753281" y="305386"/>
                  </a:lnTo>
                  <a:lnTo>
                    <a:pt x="1763025" y="299820"/>
                  </a:lnTo>
                  <a:lnTo>
                    <a:pt x="1772769" y="294374"/>
                  </a:lnTo>
                  <a:lnTo>
                    <a:pt x="1782498" y="289058"/>
                  </a:lnTo>
                  <a:lnTo>
                    <a:pt x="1792242" y="283875"/>
                  </a:lnTo>
                  <a:lnTo>
                    <a:pt x="1801986" y="278831"/>
                  </a:lnTo>
                  <a:lnTo>
                    <a:pt x="1811730" y="273934"/>
                  </a:lnTo>
                  <a:lnTo>
                    <a:pt x="1821459" y="269187"/>
                  </a:lnTo>
                  <a:lnTo>
                    <a:pt x="1831203" y="264597"/>
                  </a:lnTo>
                  <a:lnTo>
                    <a:pt x="1840947" y="260166"/>
                  </a:lnTo>
                  <a:lnTo>
                    <a:pt x="1850691" y="255900"/>
                  </a:lnTo>
                  <a:lnTo>
                    <a:pt x="1860435" y="251800"/>
                  </a:lnTo>
                  <a:lnTo>
                    <a:pt x="1870164" y="247871"/>
                  </a:lnTo>
                  <a:lnTo>
                    <a:pt x="1879908" y="244114"/>
                  </a:lnTo>
                  <a:lnTo>
                    <a:pt x="1889652" y="240532"/>
                  </a:lnTo>
                  <a:lnTo>
                    <a:pt x="1899395" y="237125"/>
                  </a:lnTo>
                  <a:lnTo>
                    <a:pt x="1909124" y="233896"/>
                  </a:lnTo>
                  <a:lnTo>
                    <a:pt x="1918868" y="230843"/>
                  </a:lnTo>
                  <a:lnTo>
                    <a:pt x="1928612" y="227968"/>
                  </a:lnTo>
                  <a:lnTo>
                    <a:pt x="1938356" y="225268"/>
                  </a:lnTo>
                  <a:lnTo>
                    <a:pt x="1948085" y="222743"/>
                  </a:lnTo>
                  <a:lnTo>
                    <a:pt x="1957829" y="220392"/>
                  </a:lnTo>
                  <a:lnTo>
                    <a:pt x="1967573" y="218212"/>
                  </a:lnTo>
                  <a:lnTo>
                    <a:pt x="1977317" y="216201"/>
                  </a:lnTo>
                  <a:lnTo>
                    <a:pt x="1987046" y="214353"/>
                  </a:lnTo>
                  <a:lnTo>
                    <a:pt x="1996790" y="212667"/>
                  </a:lnTo>
                  <a:lnTo>
                    <a:pt x="2006534" y="211138"/>
                  </a:lnTo>
                  <a:lnTo>
                    <a:pt x="2016278" y="209760"/>
                  </a:lnTo>
                  <a:lnTo>
                    <a:pt x="2026022" y="208529"/>
                  </a:lnTo>
                  <a:lnTo>
                    <a:pt x="2035751" y="207438"/>
                  </a:lnTo>
                  <a:lnTo>
                    <a:pt x="2045495" y="206483"/>
                  </a:lnTo>
                  <a:lnTo>
                    <a:pt x="2055239" y="205657"/>
                  </a:lnTo>
                  <a:lnTo>
                    <a:pt x="2064983" y="204952"/>
                  </a:lnTo>
                  <a:lnTo>
                    <a:pt x="2074712" y="204359"/>
                  </a:lnTo>
                  <a:lnTo>
                    <a:pt x="2084456" y="203875"/>
                  </a:lnTo>
                  <a:lnTo>
                    <a:pt x="2094200" y="203487"/>
                  </a:lnTo>
                  <a:lnTo>
                    <a:pt x="2103944" y="203189"/>
                  </a:lnTo>
                  <a:lnTo>
                    <a:pt x="2113673" y="202973"/>
                  </a:lnTo>
                  <a:lnTo>
                    <a:pt x="2123417" y="202830"/>
                  </a:lnTo>
                  <a:lnTo>
                    <a:pt x="2133161" y="202750"/>
                  </a:lnTo>
                  <a:lnTo>
                    <a:pt x="2142905" y="202724"/>
                  </a:lnTo>
                  <a:lnTo>
                    <a:pt x="2152649" y="202745"/>
                  </a:lnTo>
                  <a:lnTo>
                    <a:pt x="2162377" y="202800"/>
                  </a:lnTo>
                  <a:lnTo>
                    <a:pt x="2172121" y="202882"/>
                  </a:lnTo>
                  <a:lnTo>
                    <a:pt x="2181865" y="202981"/>
                  </a:lnTo>
                  <a:lnTo>
                    <a:pt x="2191609" y="203086"/>
                  </a:lnTo>
                  <a:lnTo>
                    <a:pt x="2201338" y="203191"/>
                  </a:lnTo>
                  <a:lnTo>
                    <a:pt x="2211082" y="203283"/>
                  </a:lnTo>
                  <a:lnTo>
                    <a:pt x="2220826" y="203353"/>
                  </a:lnTo>
                  <a:lnTo>
                    <a:pt x="2230570" y="203395"/>
                  </a:lnTo>
                  <a:lnTo>
                    <a:pt x="2240299" y="203396"/>
                  </a:lnTo>
                  <a:lnTo>
                    <a:pt x="2250043" y="203350"/>
                  </a:lnTo>
                  <a:lnTo>
                    <a:pt x="2259787" y="203247"/>
                  </a:lnTo>
                  <a:lnTo>
                    <a:pt x="2269531" y="203081"/>
                  </a:lnTo>
                  <a:lnTo>
                    <a:pt x="2279260" y="202841"/>
                  </a:lnTo>
                  <a:lnTo>
                    <a:pt x="2289004" y="202520"/>
                  </a:lnTo>
                  <a:lnTo>
                    <a:pt x="2298748" y="202112"/>
                  </a:lnTo>
                  <a:lnTo>
                    <a:pt x="2308492" y="201610"/>
                  </a:lnTo>
                  <a:lnTo>
                    <a:pt x="2318236" y="201007"/>
                  </a:lnTo>
                  <a:lnTo>
                    <a:pt x="2327965" y="200296"/>
                  </a:lnTo>
                  <a:lnTo>
                    <a:pt x="2337709" y="199473"/>
                  </a:lnTo>
                  <a:lnTo>
                    <a:pt x="2347453" y="198533"/>
                  </a:lnTo>
                  <a:lnTo>
                    <a:pt x="2357197" y="197470"/>
                  </a:lnTo>
                  <a:lnTo>
                    <a:pt x="2366926" y="196281"/>
                  </a:lnTo>
                  <a:lnTo>
                    <a:pt x="2376670" y="194962"/>
                  </a:lnTo>
                  <a:lnTo>
                    <a:pt x="2386413" y="193509"/>
                  </a:lnTo>
                  <a:lnTo>
                    <a:pt x="2396157" y="191923"/>
                  </a:lnTo>
                  <a:lnTo>
                    <a:pt x="2405886" y="190197"/>
                  </a:lnTo>
                  <a:lnTo>
                    <a:pt x="2415630" y="188332"/>
                  </a:lnTo>
                  <a:lnTo>
                    <a:pt x="2425374" y="186328"/>
                  </a:lnTo>
                  <a:lnTo>
                    <a:pt x="2435118" y="184184"/>
                  </a:lnTo>
                  <a:lnTo>
                    <a:pt x="2444862" y="181900"/>
                  </a:lnTo>
                  <a:lnTo>
                    <a:pt x="2454591" y="179476"/>
                  </a:lnTo>
                  <a:lnTo>
                    <a:pt x="2464335" y="176915"/>
                  </a:lnTo>
                  <a:lnTo>
                    <a:pt x="2474079" y="174217"/>
                  </a:lnTo>
                  <a:lnTo>
                    <a:pt x="2483823" y="171384"/>
                  </a:lnTo>
                  <a:lnTo>
                    <a:pt x="2493552" y="168423"/>
                  </a:lnTo>
                  <a:lnTo>
                    <a:pt x="2503296" y="165333"/>
                  </a:lnTo>
                  <a:lnTo>
                    <a:pt x="2513040" y="162117"/>
                  </a:lnTo>
                  <a:lnTo>
                    <a:pt x="2522784" y="158784"/>
                  </a:lnTo>
                  <a:lnTo>
                    <a:pt x="2532513" y="155335"/>
                  </a:lnTo>
                  <a:lnTo>
                    <a:pt x="2542257" y="151776"/>
                  </a:lnTo>
                  <a:lnTo>
                    <a:pt x="2552001" y="148112"/>
                  </a:lnTo>
                  <a:lnTo>
                    <a:pt x="2561745" y="144349"/>
                  </a:lnTo>
                  <a:lnTo>
                    <a:pt x="2571474" y="140493"/>
                  </a:lnTo>
                  <a:lnTo>
                    <a:pt x="2581218" y="136552"/>
                  </a:lnTo>
                  <a:lnTo>
                    <a:pt x="2590962" y="132531"/>
                  </a:lnTo>
                  <a:lnTo>
                    <a:pt x="2600705" y="128437"/>
                  </a:lnTo>
                  <a:lnTo>
                    <a:pt x="2610449" y="124277"/>
                  </a:lnTo>
                  <a:lnTo>
                    <a:pt x="2620178" y="120059"/>
                  </a:lnTo>
                  <a:lnTo>
                    <a:pt x="2629922" y="115792"/>
                  </a:lnTo>
                  <a:lnTo>
                    <a:pt x="2639666" y="111482"/>
                  </a:lnTo>
                  <a:lnTo>
                    <a:pt x="2649410" y="107136"/>
                  </a:lnTo>
                  <a:lnTo>
                    <a:pt x="2659139" y="102763"/>
                  </a:lnTo>
                  <a:lnTo>
                    <a:pt x="2668883" y="98372"/>
                  </a:lnTo>
                  <a:lnTo>
                    <a:pt x="2678627" y="93969"/>
                  </a:lnTo>
                  <a:lnTo>
                    <a:pt x="2688371" y="89564"/>
                  </a:lnTo>
                  <a:lnTo>
                    <a:pt x="2698100" y="85164"/>
                  </a:lnTo>
                  <a:lnTo>
                    <a:pt x="2707844" y="80778"/>
                  </a:lnTo>
                  <a:lnTo>
                    <a:pt x="2717588" y="76412"/>
                  </a:lnTo>
                  <a:lnTo>
                    <a:pt x="2727332" y="72075"/>
                  </a:lnTo>
                  <a:lnTo>
                    <a:pt x="2737076" y="67775"/>
                  </a:lnTo>
                  <a:lnTo>
                    <a:pt x="2746805" y="63520"/>
                  </a:lnTo>
                  <a:lnTo>
                    <a:pt x="2756549" y="59319"/>
                  </a:lnTo>
                  <a:lnTo>
                    <a:pt x="2766293" y="55175"/>
                  </a:lnTo>
                  <a:lnTo>
                    <a:pt x="2776037" y="51099"/>
                  </a:lnTo>
                  <a:lnTo>
                    <a:pt x="2785766" y="47097"/>
                  </a:lnTo>
                  <a:lnTo>
                    <a:pt x="2795510" y="43176"/>
                  </a:lnTo>
                  <a:lnTo>
                    <a:pt x="2805254" y="39344"/>
                  </a:lnTo>
                  <a:lnTo>
                    <a:pt x="2814998" y="35604"/>
                  </a:lnTo>
                  <a:lnTo>
                    <a:pt x="2824727" y="31966"/>
                  </a:lnTo>
                  <a:lnTo>
                    <a:pt x="2834471" y="28435"/>
                  </a:lnTo>
                  <a:lnTo>
                    <a:pt x="2844215" y="25015"/>
                  </a:lnTo>
                  <a:lnTo>
                    <a:pt x="2853958" y="21715"/>
                  </a:lnTo>
                  <a:lnTo>
                    <a:pt x="2863687" y="18539"/>
                  </a:lnTo>
                  <a:lnTo>
                    <a:pt x="2873431" y="15490"/>
                  </a:lnTo>
                  <a:lnTo>
                    <a:pt x="2883175" y="12576"/>
                  </a:lnTo>
                  <a:lnTo>
                    <a:pt x="2892919" y="9801"/>
                  </a:lnTo>
                  <a:lnTo>
                    <a:pt x="2902663" y="7168"/>
                  </a:lnTo>
                  <a:lnTo>
                    <a:pt x="2912392" y="468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8" name="Freeform 837">
              <a:extLst>
                <a:ext uri="{FF2B5EF4-FFF2-40B4-BE49-F238E27FC236}">
                  <a16:creationId xmlns:a16="http://schemas.microsoft.com/office/drawing/2014/main" id="{426AAB8F-AC8A-E725-BEF6-183CCA583B38}"/>
                </a:ext>
              </a:extLst>
            </p:cNvPr>
            <p:cNvSpPr/>
            <p:nvPr/>
          </p:nvSpPr>
          <p:spPr>
            <a:xfrm>
              <a:off x="576446" y="3183926"/>
              <a:ext cx="2912392" cy="552345"/>
            </a:xfrm>
            <a:custGeom>
              <a:avLst/>
              <a:gdLst>
                <a:gd name="connsiteX0" fmla="*/ 0 w 2912392"/>
                <a:gd name="connsiteY0" fmla="*/ 529103 h 552345"/>
                <a:gd name="connsiteX1" fmla="*/ 9739 w 2912392"/>
                <a:gd name="connsiteY1" fmla="*/ 532445 h 552345"/>
                <a:gd name="connsiteX2" fmla="*/ 19480 w 2912392"/>
                <a:gd name="connsiteY2" fmla="*/ 535551 h 552345"/>
                <a:gd name="connsiteX3" fmla="*/ 29221 w 2912392"/>
                <a:gd name="connsiteY3" fmla="*/ 538416 h 552345"/>
                <a:gd name="connsiteX4" fmla="*/ 38961 w 2912392"/>
                <a:gd name="connsiteY4" fmla="*/ 541033 h 552345"/>
                <a:gd name="connsiteX5" fmla="*/ 48702 w 2912392"/>
                <a:gd name="connsiteY5" fmla="*/ 543393 h 552345"/>
                <a:gd name="connsiteX6" fmla="*/ 58443 w 2912392"/>
                <a:gd name="connsiteY6" fmla="*/ 545490 h 552345"/>
                <a:gd name="connsiteX7" fmla="*/ 68182 w 2912392"/>
                <a:gd name="connsiteY7" fmla="*/ 547319 h 552345"/>
                <a:gd name="connsiteX8" fmla="*/ 77923 w 2912392"/>
                <a:gd name="connsiteY8" fmla="*/ 548871 h 552345"/>
                <a:gd name="connsiteX9" fmla="*/ 87664 w 2912392"/>
                <a:gd name="connsiteY9" fmla="*/ 550145 h 552345"/>
                <a:gd name="connsiteX10" fmla="*/ 97404 w 2912392"/>
                <a:gd name="connsiteY10" fmla="*/ 551133 h 552345"/>
                <a:gd name="connsiteX11" fmla="*/ 107145 w 2912392"/>
                <a:gd name="connsiteY11" fmla="*/ 551832 h 552345"/>
                <a:gd name="connsiteX12" fmla="*/ 116886 w 2912392"/>
                <a:gd name="connsiteY12" fmla="*/ 552237 h 552345"/>
                <a:gd name="connsiteX13" fmla="*/ 126625 w 2912392"/>
                <a:gd name="connsiteY13" fmla="*/ 552345 h 552345"/>
                <a:gd name="connsiteX14" fmla="*/ 136366 w 2912392"/>
                <a:gd name="connsiteY14" fmla="*/ 552155 h 552345"/>
                <a:gd name="connsiteX15" fmla="*/ 146107 w 2912392"/>
                <a:gd name="connsiteY15" fmla="*/ 551660 h 552345"/>
                <a:gd name="connsiteX16" fmla="*/ 155846 w 2912392"/>
                <a:gd name="connsiteY16" fmla="*/ 550863 h 552345"/>
                <a:gd name="connsiteX17" fmla="*/ 165587 w 2912392"/>
                <a:gd name="connsiteY17" fmla="*/ 549759 h 552345"/>
                <a:gd name="connsiteX18" fmla="*/ 175328 w 2912392"/>
                <a:gd name="connsiteY18" fmla="*/ 548350 h 552345"/>
                <a:gd name="connsiteX19" fmla="*/ 185068 w 2912392"/>
                <a:gd name="connsiteY19" fmla="*/ 546632 h 552345"/>
                <a:gd name="connsiteX20" fmla="*/ 194809 w 2912392"/>
                <a:gd name="connsiteY20" fmla="*/ 544608 h 552345"/>
                <a:gd name="connsiteX21" fmla="*/ 204550 w 2912392"/>
                <a:gd name="connsiteY21" fmla="*/ 542280 h 552345"/>
                <a:gd name="connsiteX22" fmla="*/ 214289 w 2912392"/>
                <a:gd name="connsiteY22" fmla="*/ 539647 h 552345"/>
                <a:gd name="connsiteX23" fmla="*/ 224030 w 2912392"/>
                <a:gd name="connsiteY23" fmla="*/ 536713 h 552345"/>
                <a:gd name="connsiteX24" fmla="*/ 233771 w 2912392"/>
                <a:gd name="connsiteY24" fmla="*/ 533479 h 552345"/>
                <a:gd name="connsiteX25" fmla="*/ 243510 w 2912392"/>
                <a:gd name="connsiteY25" fmla="*/ 529948 h 552345"/>
                <a:gd name="connsiteX26" fmla="*/ 253251 w 2912392"/>
                <a:gd name="connsiteY26" fmla="*/ 526125 h 552345"/>
                <a:gd name="connsiteX27" fmla="*/ 262992 w 2912392"/>
                <a:gd name="connsiteY27" fmla="*/ 522014 h 552345"/>
                <a:gd name="connsiteX28" fmla="*/ 272732 w 2912392"/>
                <a:gd name="connsiteY28" fmla="*/ 517620 h 552345"/>
                <a:gd name="connsiteX29" fmla="*/ 282473 w 2912392"/>
                <a:gd name="connsiteY29" fmla="*/ 512950 h 552345"/>
                <a:gd name="connsiteX30" fmla="*/ 292214 w 2912392"/>
                <a:gd name="connsiteY30" fmla="*/ 508008 h 552345"/>
                <a:gd name="connsiteX31" fmla="*/ 301953 w 2912392"/>
                <a:gd name="connsiteY31" fmla="*/ 502802 h 552345"/>
                <a:gd name="connsiteX32" fmla="*/ 311694 w 2912392"/>
                <a:gd name="connsiteY32" fmla="*/ 497338 h 552345"/>
                <a:gd name="connsiteX33" fmla="*/ 321435 w 2912392"/>
                <a:gd name="connsiteY33" fmla="*/ 491626 h 552345"/>
                <a:gd name="connsiteX34" fmla="*/ 331175 w 2912392"/>
                <a:gd name="connsiteY34" fmla="*/ 485674 h 552345"/>
                <a:gd name="connsiteX35" fmla="*/ 340916 w 2912392"/>
                <a:gd name="connsiteY35" fmla="*/ 479489 h 552345"/>
                <a:gd name="connsiteX36" fmla="*/ 350656 w 2912392"/>
                <a:gd name="connsiteY36" fmla="*/ 473083 h 552345"/>
                <a:gd name="connsiteX37" fmla="*/ 360396 w 2912392"/>
                <a:gd name="connsiteY37" fmla="*/ 466465 h 552345"/>
                <a:gd name="connsiteX38" fmla="*/ 370137 w 2912392"/>
                <a:gd name="connsiteY38" fmla="*/ 459645 h 552345"/>
                <a:gd name="connsiteX39" fmla="*/ 379878 w 2912392"/>
                <a:gd name="connsiteY39" fmla="*/ 452636 h 552345"/>
                <a:gd name="connsiteX40" fmla="*/ 389617 w 2912392"/>
                <a:gd name="connsiteY40" fmla="*/ 445447 h 552345"/>
                <a:gd name="connsiteX41" fmla="*/ 399358 w 2912392"/>
                <a:gd name="connsiteY41" fmla="*/ 438091 h 552345"/>
                <a:gd name="connsiteX42" fmla="*/ 409099 w 2912392"/>
                <a:gd name="connsiteY42" fmla="*/ 430581 h 552345"/>
                <a:gd name="connsiteX43" fmla="*/ 418839 w 2912392"/>
                <a:gd name="connsiteY43" fmla="*/ 422928 h 552345"/>
                <a:gd name="connsiteX44" fmla="*/ 428580 w 2912392"/>
                <a:gd name="connsiteY44" fmla="*/ 415148 h 552345"/>
                <a:gd name="connsiteX45" fmla="*/ 438321 w 2912392"/>
                <a:gd name="connsiteY45" fmla="*/ 407252 h 552345"/>
                <a:gd name="connsiteX46" fmla="*/ 448060 w 2912392"/>
                <a:gd name="connsiteY46" fmla="*/ 399254 h 552345"/>
                <a:gd name="connsiteX47" fmla="*/ 457801 w 2912392"/>
                <a:gd name="connsiteY47" fmla="*/ 391168 h 552345"/>
                <a:gd name="connsiteX48" fmla="*/ 467542 w 2912392"/>
                <a:gd name="connsiteY48" fmla="*/ 383010 h 552345"/>
                <a:gd name="connsiteX49" fmla="*/ 477281 w 2912392"/>
                <a:gd name="connsiteY49" fmla="*/ 374791 h 552345"/>
                <a:gd name="connsiteX50" fmla="*/ 487022 w 2912392"/>
                <a:gd name="connsiteY50" fmla="*/ 366530 h 552345"/>
                <a:gd name="connsiteX51" fmla="*/ 496763 w 2912392"/>
                <a:gd name="connsiteY51" fmla="*/ 358239 h 552345"/>
                <a:gd name="connsiteX52" fmla="*/ 506503 w 2912392"/>
                <a:gd name="connsiteY52" fmla="*/ 349932 h 552345"/>
                <a:gd name="connsiteX53" fmla="*/ 516244 w 2912392"/>
                <a:gd name="connsiteY53" fmla="*/ 341626 h 552345"/>
                <a:gd name="connsiteX54" fmla="*/ 525985 w 2912392"/>
                <a:gd name="connsiteY54" fmla="*/ 333336 h 552345"/>
                <a:gd name="connsiteX55" fmla="*/ 535724 w 2912392"/>
                <a:gd name="connsiteY55" fmla="*/ 325078 h 552345"/>
                <a:gd name="connsiteX56" fmla="*/ 545465 w 2912392"/>
                <a:gd name="connsiteY56" fmla="*/ 316863 h 552345"/>
                <a:gd name="connsiteX57" fmla="*/ 555206 w 2912392"/>
                <a:gd name="connsiteY57" fmla="*/ 308710 h 552345"/>
                <a:gd name="connsiteX58" fmla="*/ 564946 w 2912392"/>
                <a:gd name="connsiteY58" fmla="*/ 300632 h 552345"/>
                <a:gd name="connsiteX59" fmla="*/ 574687 w 2912392"/>
                <a:gd name="connsiteY59" fmla="*/ 292643 h 552345"/>
                <a:gd name="connsiteX60" fmla="*/ 584428 w 2912392"/>
                <a:gd name="connsiteY60" fmla="*/ 284760 h 552345"/>
                <a:gd name="connsiteX61" fmla="*/ 594167 w 2912392"/>
                <a:gd name="connsiteY61" fmla="*/ 276994 h 552345"/>
                <a:gd name="connsiteX62" fmla="*/ 603908 w 2912392"/>
                <a:gd name="connsiteY62" fmla="*/ 269362 h 552345"/>
                <a:gd name="connsiteX63" fmla="*/ 613649 w 2912392"/>
                <a:gd name="connsiteY63" fmla="*/ 261876 h 552345"/>
                <a:gd name="connsiteX64" fmla="*/ 623388 w 2912392"/>
                <a:gd name="connsiteY64" fmla="*/ 254552 h 552345"/>
                <a:gd name="connsiteX65" fmla="*/ 633129 w 2912392"/>
                <a:gd name="connsiteY65" fmla="*/ 247399 h 552345"/>
                <a:gd name="connsiteX66" fmla="*/ 642870 w 2912392"/>
                <a:gd name="connsiteY66" fmla="*/ 240434 h 552345"/>
                <a:gd name="connsiteX67" fmla="*/ 652610 w 2912392"/>
                <a:gd name="connsiteY67" fmla="*/ 233665 h 552345"/>
                <a:gd name="connsiteX68" fmla="*/ 662351 w 2912392"/>
                <a:gd name="connsiteY68" fmla="*/ 227108 h 552345"/>
                <a:gd name="connsiteX69" fmla="*/ 672092 w 2912392"/>
                <a:gd name="connsiteY69" fmla="*/ 220772 h 552345"/>
                <a:gd name="connsiteX70" fmla="*/ 681831 w 2912392"/>
                <a:gd name="connsiteY70" fmla="*/ 214669 h 552345"/>
                <a:gd name="connsiteX71" fmla="*/ 691572 w 2912392"/>
                <a:gd name="connsiteY71" fmla="*/ 208808 h 552345"/>
                <a:gd name="connsiteX72" fmla="*/ 701313 w 2912392"/>
                <a:gd name="connsiteY72" fmla="*/ 203200 h 552345"/>
                <a:gd name="connsiteX73" fmla="*/ 711052 w 2912392"/>
                <a:gd name="connsiteY73" fmla="*/ 197853 h 552345"/>
                <a:gd name="connsiteX74" fmla="*/ 720793 w 2912392"/>
                <a:gd name="connsiteY74" fmla="*/ 192776 h 552345"/>
                <a:gd name="connsiteX75" fmla="*/ 730534 w 2912392"/>
                <a:gd name="connsiteY75" fmla="*/ 187979 h 552345"/>
                <a:gd name="connsiteX76" fmla="*/ 740274 w 2912392"/>
                <a:gd name="connsiteY76" fmla="*/ 183466 h 552345"/>
                <a:gd name="connsiteX77" fmla="*/ 750015 w 2912392"/>
                <a:gd name="connsiteY77" fmla="*/ 179245 h 552345"/>
                <a:gd name="connsiteX78" fmla="*/ 759756 w 2912392"/>
                <a:gd name="connsiteY78" fmla="*/ 175324 h 552345"/>
                <a:gd name="connsiteX79" fmla="*/ 769495 w 2912392"/>
                <a:gd name="connsiteY79" fmla="*/ 171706 h 552345"/>
                <a:gd name="connsiteX80" fmla="*/ 779236 w 2912392"/>
                <a:gd name="connsiteY80" fmla="*/ 168396 h 552345"/>
                <a:gd name="connsiteX81" fmla="*/ 788977 w 2912392"/>
                <a:gd name="connsiteY81" fmla="*/ 165398 h 552345"/>
                <a:gd name="connsiteX82" fmla="*/ 798717 w 2912392"/>
                <a:gd name="connsiteY82" fmla="*/ 162715 h 552345"/>
                <a:gd name="connsiteX83" fmla="*/ 808458 w 2912392"/>
                <a:gd name="connsiteY83" fmla="*/ 160349 h 552345"/>
                <a:gd name="connsiteX84" fmla="*/ 818199 w 2912392"/>
                <a:gd name="connsiteY84" fmla="*/ 158303 h 552345"/>
                <a:gd name="connsiteX85" fmla="*/ 827938 w 2912392"/>
                <a:gd name="connsiteY85" fmla="*/ 156576 h 552345"/>
                <a:gd name="connsiteX86" fmla="*/ 837679 w 2912392"/>
                <a:gd name="connsiteY86" fmla="*/ 155171 h 552345"/>
                <a:gd name="connsiteX87" fmla="*/ 847420 w 2912392"/>
                <a:gd name="connsiteY87" fmla="*/ 154085 h 552345"/>
                <a:gd name="connsiteX88" fmla="*/ 857159 w 2912392"/>
                <a:gd name="connsiteY88" fmla="*/ 153318 h 552345"/>
                <a:gd name="connsiteX89" fmla="*/ 866900 w 2912392"/>
                <a:gd name="connsiteY89" fmla="*/ 152868 h 552345"/>
                <a:gd name="connsiteX90" fmla="*/ 876641 w 2912392"/>
                <a:gd name="connsiteY90" fmla="*/ 152731 h 552345"/>
                <a:gd name="connsiteX91" fmla="*/ 886381 w 2912392"/>
                <a:gd name="connsiteY91" fmla="*/ 152907 h 552345"/>
                <a:gd name="connsiteX92" fmla="*/ 896122 w 2912392"/>
                <a:gd name="connsiteY92" fmla="*/ 153388 h 552345"/>
                <a:gd name="connsiteX93" fmla="*/ 905863 w 2912392"/>
                <a:gd name="connsiteY93" fmla="*/ 154170 h 552345"/>
                <a:gd name="connsiteX94" fmla="*/ 915602 w 2912392"/>
                <a:gd name="connsiteY94" fmla="*/ 155250 h 552345"/>
                <a:gd name="connsiteX95" fmla="*/ 925343 w 2912392"/>
                <a:gd name="connsiteY95" fmla="*/ 156621 h 552345"/>
                <a:gd name="connsiteX96" fmla="*/ 935084 w 2912392"/>
                <a:gd name="connsiteY96" fmla="*/ 158278 h 552345"/>
                <a:gd name="connsiteX97" fmla="*/ 944824 w 2912392"/>
                <a:gd name="connsiteY97" fmla="*/ 160210 h 552345"/>
                <a:gd name="connsiteX98" fmla="*/ 954564 w 2912392"/>
                <a:gd name="connsiteY98" fmla="*/ 162411 h 552345"/>
                <a:gd name="connsiteX99" fmla="*/ 964305 w 2912392"/>
                <a:gd name="connsiteY99" fmla="*/ 164875 h 552345"/>
                <a:gd name="connsiteX100" fmla="*/ 974045 w 2912392"/>
                <a:gd name="connsiteY100" fmla="*/ 167590 h 552345"/>
                <a:gd name="connsiteX101" fmla="*/ 983786 w 2912392"/>
                <a:gd name="connsiteY101" fmla="*/ 170549 h 552345"/>
                <a:gd name="connsiteX102" fmla="*/ 993522 w 2912392"/>
                <a:gd name="connsiteY102" fmla="*/ 173741 h 552345"/>
                <a:gd name="connsiteX103" fmla="*/ 1003266 w 2912392"/>
                <a:gd name="connsiteY103" fmla="*/ 177158 h 552345"/>
                <a:gd name="connsiteX104" fmla="*/ 1013010 w 2912392"/>
                <a:gd name="connsiteY104" fmla="*/ 180787 h 552345"/>
                <a:gd name="connsiteX105" fmla="*/ 1022754 w 2912392"/>
                <a:gd name="connsiteY105" fmla="*/ 184619 h 552345"/>
                <a:gd name="connsiteX106" fmla="*/ 1032483 w 2912392"/>
                <a:gd name="connsiteY106" fmla="*/ 188643 h 552345"/>
                <a:gd name="connsiteX107" fmla="*/ 1042227 w 2912392"/>
                <a:gd name="connsiteY107" fmla="*/ 192846 h 552345"/>
                <a:gd name="connsiteX108" fmla="*/ 1051971 w 2912392"/>
                <a:gd name="connsiteY108" fmla="*/ 197218 h 552345"/>
                <a:gd name="connsiteX109" fmla="*/ 1061715 w 2912392"/>
                <a:gd name="connsiteY109" fmla="*/ 201746 h 552345"/>
                <a:gd name="connsiteX110" fmla="*/ 1071444 w 2912392"/>
                <a:gd name="connsiteY110" fmla="*/ 206419 h 552345"/>
                <a:gd name="connsiteX111" fmla="*/ 1081188 w 2912392"/>
                <a:gd name="connsiteY111" fmla="*/ 211224 h 552345"/>
                <a:gd name="connsiteX112" fmla="*/ 1090932 w 2912392"/>
                <a:gd name="connsiteY112" fmla="*/ 216148 h 552345"/>
                <a:gd name="connsiteX113" fmla="*/ 1100676 w 2912392"/>
                <a:gd name="connsiteY113" fmla="*/ 221181 h 552345"/>
                <a:gd name="connsiteX114" fmla="*/ 1110405 w 2912392"/>
                <a:gd name="connsiteY114" fmla="*/ 226308 h 552345"/>
                <a:gd name="connsiteX115" fmla="*/ 1120149 w 2912392"/>
                <a:gd name="connsiteY115" fmla="*/ 231520 h 552345"/>
                <a:gd name="connsiteX116" fmla="*/ 1129893 w 2912392"/>
                <a:gd name="connsiteY116" fmla="*/ 236800 h 552345"/>
                <a:gd name="connsiteX117" fmla="*/ 1139637 w 2912392"/>
                <a:gd name="connsiteY117" fmla="*/ 242140 h 552345"/>
                <a:gd name="connsiteX118" fmla="*/ 1149381 w 2912392"/>
                <a:gd name="connsiteY118" fmla="*/ 247526 h 552345"/>
                <a:gd name="connsiteX119" fmla="*/ 1159110 w 2912392"/>
                <a:gd name="connsiteY119" fmla="*/ 252946 h 552345"/>
                <a:gd name="connsiteX120" fmla="*/ 1168854 w 2912392"/>
                <a:gd name="connsiteY120" fmla="*/ 258387 h 552345"/>
                <a:gd name="connsiteX121" fmla="*/ 1178598 w 2912392"/>
                <a:gd name="connsiteY121" fmla="*/ 263839 h 552345"/>
                <a:gd name="connsiteX122" fmla="*/ 1188341 w 2912392"/>
                <a:gd name="connsiteY122" fmla="*/ 269290 h 552345"/>
                <a:gd name="connsiteX123" fmla="*/ 1198070 w 2912392"/>
                <a:gd name="connsiteY123" fmla="*/ 274728 h 552345"/>
                <a:gd name="connsiteX124" fmla="*/ 1207814 w 2912392"/>
                <a:gd name="connsiteY124" fmla="*/ 280144 h 552345"/>
                <a:gd name="connsiteX125" fmla="*/ 1217558 w 2912392"/>
                <a:gd name="connsiteY125" fmla="*/ 285524 h 552345"/>
                <a:gd name="connsiteX126" fmla="*/ 1227302 w 2912392"/>
                <a:gd name="connsiteY126" fmla="*/ 290861 h 552345"/>
                <a:gd name="connsiteX127" fmla="*/ 1237031 w 2912392"/>
                <a:gd name="connsiteY127" fmla="*/ 296143 h 552345"/>
                <a:gd name="connsiteX128" fmla="*/ 1246775 w 2912392"/>
                <a:gd name="connsiteY128" fmla="*/ 301360 h 552345"/>
                <a:gd name="connsiteX129" fmla="*/ 1256519 w 2912392"/>
                <a:gd name="connsiteY129" fmla="*/ 306503 h 552345"/>
                <a:gd name="connsiteX130" fmla="*/ 1266263 w 2912392"/>
                <a:gd name="connsiteY130" fmla="*/ 311565 h 552345"/>
                <a:gd name="connsiteX131" fmla="*/ 1276007 w 2912392"/>
                <a:gd name="connsiteY131" fmla="*/ 316533 h 552345"/>
                <a:gd name="connsiteX132" fmla="*/ 1285736 w 2912392"/>
                <a:gd name="connsiteY132" fmla="*/ 321404 h 552345"/>
                <a:gd name="connsiteX133" fmla="*/ 1295480 w 2912392"/>
                <a:gd name="connsiteY133" fmla="*/ 326167 h 552345"/>
                <a:gd name="connsiteX134" fmla="*/ 1305224 w 2912392"/>
                <a:gd name="connsiteY134" fmla="*/ 330814 h 552345"/>
                <a:gd name="connsiteX135" fmla="*/ 1314968 w 2912392"/>
                <a:gd name="connsiteY135" fmla="*/ 335342 h 552345"/>
                <a:gd name="connsiteX136" fmla="*/ 1324697 w 2912392"/>
                <a:gd name="connsiteY136" fmla="*/ 339740 h 552345"/>
                <a:gd name="connsiteX137" fmla="*/ 1334441 w 2912392"/>
                <a:gd name="connsiteY137" fmla="*/ 344004 h 552345"/>
                <a:gd name="connsiteX138" fmla="*/ 1344185 w 2912392"/>
                <a:gd name="connsiteY138" fmla="*/ 348128 h 552345"/>
                <a:gd name="connsiteX139" fmla="*/ 1353929 w 2912392"/>
                <a:gd name="connsiteY139" fmla="*/ 352109 h 552345"/>
                <a:gd name="connsiteX140" fmla="*/ 1363658 w 2912392"/>
                <a:gd name="connsiteY140" fmla="*/ 355938 h 552345"/>
                <a:gd name="connsiteX141" fmla="*/ 1373402 w 2912392"/>
                <a:gd name="connsiteY141" fmla="*/ 359615 h 552345"/>
                <a:gd name="connsiteX142" fmla="*/ 1383146 w 2912392"/>
                <a:gd name="connsiteY142" fmla="*/ 363133 h 552345"/>
                <a:gd name="connsiteX143" fmla="*/ 1392890 w 2912392"/>
                <a:gd name="connsiteY143" fmla="*/ 366490 h 552345"/>
                <a:gd name="connsiteX144" fmla="*/ 1402619 w 2912392"/>
                <a:gd name="connsiteY144" fmla="*/ 369682 h 552345"/>
                <a:gd name="connsiteX145" fmla="*/ 1412363 w 2912392"/>
                <a:gd name="connsiteY145" fmla="*/ 372707 h 552345"/>
                <a:gd name="connsiteX146" fmla="*/ 1422106 w 2912392"/>
                <a:gd name="connsiteY146" fmla="*/ 375562 h 552345"/>
                <a:gd name="connsiteX147" fmla="*/ 1431850 w 2912392"/>
                <a:gd name="connsiteY147" fmla="*/ 378246 h 552345"/>
                <a:gd name="connsiteX148" fmla="*/ 1441594 w 2912392"/>
                <a:gd name="connsiteY148" fmla="*/ 380757 h 552345"/>
                <a:gd name="connsiteX149" fmla="*/ 1451323 w 2912392"/>
                <a:gd name="connsiteY149" fmla="*/ 383093 h 552345"/>
                <a:gd name="connsiteX150" fmla="*/ 1461067 w 2912392"/>
                <a:gd name="connsiteY150" fmla="*/ 385253 h 552345"/>
                <a:gd name="connsiteX151" fmla="*/ 1470811 w 2912392"/>
                <a:gd name="connsiteY151" fmla="*/ 387238 h 552345"/>
                <a:gd name="connsiteX152" fmla="*/ 1480555 w 2912392"/>
                <a:gd name="connsiteY152" fmla="*/ 389045 h 552345"/>
                <a:gd name="connsiteX153" fmla="*/ 1490284 w 2912392"/>
                <a:gd name="connsiteY153" fmla="*/ 390677 h 552345"/>
                <a:gd name="connsiteX154" fmla="*/ 1500028 w 2912392"/>
                <a:gd name="connsiteY154" fmla="*/ 392132 h 552345"/>
                <a:gd name="connsiteX155" fmla="*/ 1509772 w 2912392"/>
                <a:gd name="connsiteY155" fmla="*/ 393411 h 552345"/>
                <a:gd name="connsiteX156" fmla="*/ 1519516 w 2912392"/>
                <a:gd name="connsiteY156" fmla="*/ 394513 h 552345"/>
                <a:gd name="connsiteX157" fmla="*/ 1529245 w 2912392"/>
                <a:gd name="connsiteY157" fmla="*/ 395441 h 552345"/>
                <a:gd name="connsiteX158" fmla="*/ 1538989 w 2912392"/>
                <a:gd name="connsiteY158" fmla="*/ 396195 h 552345"/>
                <a:gd name="connsiteX159" fmla="*/ 1548733 w 2912392"/>
                <a:gd name="connsiteY159" fmla="*/ 396776 h 552345"/>
                <a:gd name="connsiteX160" fmla="*/ 1558477 w 2912392"/>
                <a:gd name="connsiteY160" fmla="*/ 397186 h 552345"/>
                <a:gd name="connsiteX161" fmla="*/ 1568221 w 2912392"/>
                <a:gd name="connsiteY161" fmla="*/ 397426 h 552345"/>
                <a:gd name="connsiteX162" fmla="*/ 1577950 w 2912392"/>
                <a:gd name="connsiteY162" fmla="*/ 397496 h 552345"/>
                <a:gd name="connsiteX163" fmla="*/ 1587694 w 2912392"/>
                <a:gd name="connsiteY163" fmla="*/ 397399 h 552345"/>
                <a:gd name="connsiteX164" fmla="*/ 1597438 w 2912392"/>
                <a:gd name="connsiteY164" fmla="*/ 397137 h 552345"/>
                <a:gd name="connsiteX165" fmla="*/ 1607182 w 2912392"/>
                <a:gd name="connsiteY165" fmla="*/ 396711 h 552345"/>
                <a:gd name="connsiteX166" fmla="*/ 1616911 w 2912392"/>
                <a:gd name="connsiteY166" fmla="*/ 396121 h 552345"/>
                <a:gd name="connsiteX167" fmla="*/ 1626655 w 2912392"/>
                <a:gd name="connsiteY167" fmla="*/ 395371 h 552345"/>
                <a:gd name="connsiteX168" fmla="*/ 1636399 w 2912392"/>
                <a:gd name="connsiteY168" fmla="*/ 394462 h 552345"/>
                <a:gd name="connsiteX169" fmla="*/ 1646142 w 2912392"/>
                <a:gd name="connsiteY169" fmla="*/ 393396 h 552345"/>
                <a:gd name="connsiteX170" fmla="*/ 1655872 w 2912392"/>
                <a:gd name="connsiteY170" fmla="*/ 392174 h 552345"/>
                <a:gd name="connsiteX171" fmla="*/ 1665616 w 2912392"/>
                <a:gd name="connsiteY171" fmla="*/ 390797 h 552345"/>
                <a:gd name="connsiteX172" fmla="*/ 1675359 w 2912392"/>
                <a:gd name="connsiteY172" fmla="*/ 389269 h 552345"/>
                <a:gd name="connsiteX173" fmla="*/ 1685103 w 2912392"/>
                <a:gd name="connsiteY173" fmla="*/ 387590 h 552345"/>
                <a:gd name="connsiteX174" fmla="*/ 1694832 w 2912392"/>
                <a:gd name="connsiteY174" fmla="*/ 385761 h 552345"/>
                <a:gd name="connsiteX175" fmla="*/ 1704576 w 2912392"/>
                <a:gd name="connsiteY175" fmla="*/ 383786 h 552345"/>
                <a:gd name="connsiteX176" fmla="*/ 1714320 w 2912392"/>
                <a:gd name="connsiteY176" fmla="*/ 381664 h 552345"/>
                <a:gd name="connsiteX177" fmla="*/ 1724064 w 2912392"/>
                <a:gd name="connsiteY177" fmla="*/ 379397 h 552345"/>
                <a:gd name="connsiteX178" fmla="*/ 1733808 w 2912392"/>
                <a:gd name="connsiteY178" fmla="*/ 376987 h 552345"/>
                <a:gd name="connsiteX179" fmla="*/ 1743537 w 2912392"/>
                <a:gd name="connsiteY179" fmla="*/ 374435 h 552345"/>
                <a:gd name="connsiteX180" fmla="*/ 1753281 w 2912392"/>
                <a:gd name="connsiteY180" fmla="*/ 371742 h 552345"/>
                <a:gd name="connsiteX181" fmla="*/ 1763025 w 2912392"/>
                <a:gd name="connsiteY181" fmla="*/ 368911 h 552345"/>
                <a:gd name="connsiteX182" fmla="*/ 1772769 w 2912392"/>
                <a:gd name="connsiteY182" fmla="*/ 365940 h 552345"/>
                <a:gd name="connsiteX183" fmla="*/ 1782498 w 2912392"/>
                <a:gd name="connsiteY183" fmla="*/ 362833 h 552345"/>
                <a:gd name="connsiteX184" fmla="*/ 1792242 w 2912392"/>
                <a:gd name="connsiteY184" fmla="*/ 359591 h 552345"/>
                <a:gd name="connsiteX185" fmla="*/ 1801986 w 2912392"/>
                <a:gd name="connsiteY185" fmla="*/ 356214 h 552345"/>
                <a:gd name="connsiteX186" fmla="*/ 1811730 w 2912392"/>
                <a:gd name="connsiteY186" fmla="*/ 352704 h 552345"/>
                <a:gd name="connsiteX187" fmla="*/ 1821459 w 2912392"/>
                <a:gd name="connsiteY187" fmla="*/ 349061 h 552345"/>
                <a:gd name="connsiteX188" fmla="*/ 1831203 w 2912392"/>
                <a:gd name="connsiteY188" fmla="*/ 345288 h 552345"/>
                <a:gd name="connsiteX189" fmla="*/ 1840947 w 2912392"/>
                <a:gd name="connsiteY189" fmla="*/ 341386 h 552345"/>
                <a:gd name="connsiteX190" fmla="*/ 1850691 w 2912392"/>
                <a:gd name="connsiteY190" fmla="*/ 337355 h 552345"/>
                <a:gd name="connsiteX191" fmla="*/ 1860435 w 2912392"/>
                <a:gd name="connsiteY191" fmla="*/ 333198 h 552345"/>
                <a:gd name="connsiteX192" fmla="*/ 1870164 w 2912392"/>
                <a:gd name="connsiteY192" fmla="*/ 328914 h 552345"/>
                <a:gd name="connsiteX193" fmla="*/ 1879908 w 2912392"/>
                <a:gd name="connsiteY193" fmla="*/ 324507 h 552345"/>
                <a:gd name="connsiteX194" fmla="*/ 1889652 w 2912392"/>
                <a:gd name="connsiteY194" fmla="*/ 319979 h 552345"/>
                <a:gd name="connsiteX195" fmla="*/ 1899395 w 2912392"/>
                <a:gd name="connsiteY195" fmla="*/ 315330 h 552345"/>
                <a:gd name="connsiteX196" fmla="*/ 1909124 w 2912392"/>
                <a:gd name="connsiteY196" fmla="*/ 310562 h 552345"/>
                <a:gd name="connsiteX197" fmla="*/ 1918868 w 2912392"/>
                <a:gd name="connsiteY197" fmla="*/ 305676 h 552345"/>
                <a:gd name="connsiteX198" fmla="*/ 1928612 w 2912392"/>
                <a:gd name="connsiteY198" fmla="*/ 300678 h 552345"/>
                <a:gd name="connsiteX199" fmla="*/ 1938356 w 2912392"/>
                <a:gd name="connsiteY199" fmla="*/ 295567 h 552345"/>
                <a:gd name="connsiteX200" fmla="*/ 1948085 w 2912392"/>
                <a:gd name="connsiteY200" fmla="*/ 290347 h 552345"/>
                <a:gd name="connsiteX201" fmla="*/ 1957829 w 2912392"/>
                <a:gd name="connsiteY201" fmla="*/ 285021 h 552345"/>
                <a:gd name="connsiteX202" fmla="*/ 1967573 w 2912392"/>
                <a:gd name="connsiteY202" fmla="*/ 279590 h 552345"/>
                <a:gd name="connsiteX203" fmla="*/ 1977317 w 2912392"/>
                <a:gd name="connsiteY203" fmla="*/ 274059 h 552345"/>
                <a:gd name="connsiteX204" fmla="*/ 1987046 w 2912392"/>
                <a:gd name="connsiteY204" fmla="*/ 268432 h 552345"/>
                <a:gd name="connsiteX205" fmla="*/ 1996790 w 2912392"/>
                <a:gd name="connsiteY205" fmla="*/ 262709 h 552345"/>
                <a:gd name="connsiteX206" fmla="*/ 2006534 w 2912392"/>
                <a:gd name="connsiteY206" fmla="*/ 256899 h 552345"/>
                <a:gd name="connsiteX207" fmla="*/ 2016278 w 2912392"/>
                <a:gd name="connsiteY207" fmla="*/ 251002 h 552345"/>
                <a:gd name="connsiteX208" fmla="*/ 2026022 w 2912392"/>
                <a:gd name="connsiteY208" fmla="*/ 245024 h 552345"/>
                <a:gd name="connsiteX209" fmla="*/ 2035751 w 2912392"/>
                <a:gd name="connsiteY209" fmla="*/ 238971 h 552345"/>
                <a:gd name="connsiteX210" fmla="*/ 2045495 w 2912392"/>
                <a:gd name="connsiteY210" fmla="*/ 232844 h 552345"/>
                <a:gd name="connsiteX211" fmla="*/ 2055239 w 2912392"/>
                <a:gd name="connsiteY211" fmla="*/ 226652 h 552345"/>
                <a:gd name="connsiteX212" fmla="*/ 2064983 w 2912392"/>
                <a:gd name="connsiteY212" fmla="*/ 220401 h 552345"/>
                <a:gd name="connsiteX213" fmla="*/ 2074712 w 2912392"/>
                <a:gd name="connsiteY213" fmla="*/ 214094 h 552345"/>
                <a:gd name="connsiteX214" fmla="*/ 2084456 w 2912392"/>
                <a:gd name="connsiteY214" fmla="*/ 207736 h 552345"/>
                <a:gd name="connsiteX215" fmla="*/ 2094200 w 2912392"/>
                <a:gd name="connsiteY215" fmla="*/ 201337 h 552345"/>
                <a:gd name="connsiteX216" fmla="*/ 2103944 w 2912392"/>
                <a:gd name="connsiteY216" fmla="*/ 194902 h 552345"/>
                <a:gd name="connsiteX217" fmla="*/ 2113673 w 2912392"/>
                <a:gd name="connsiteY217" fmla="*/ 188439 h 552345"/>
                <a:gd name="connsiteX218" fmla="*/ 2123417 w 2912392"/>
                <a:gd name="connsiteY218" fmla="*/ 181952 h 552345"/>
                <a:gd name="connsiteX219" fmla="*/ 2133161 w 2912392"/>
                <a:gd name="connsiteY219" fmla="*/ 175452 h 552345"/>
                <a:gd name="connsiteX220" fmla="*/ 2142905 w 2912392"/>
                <a:gd name="connsiteY220" fmla="*/ 168944 h 552345"/>
                <a:gd name="connsiteX221" fmla="*/ 2152649 w 2912392"/>
                <a:gd name="connsiteY221" fmla="*/ 162436 h 552345"/>
                <a:gd name="connsiteX222" fmla="*/ 2162377 w 2912392"/>
                <a:gd name="connsiteY222" fmla="*/ 155937 h 552345"/>
                <a:gd name="connsiteX223" fmla="*/ 2172121 w 2912392"/>
                <a:gd name="connsiteY223" fmla="*/ 149456 h 552345"/>
                <a:gd name="connsiteX224" fmla="*/ 2181865 w 2912392"/>
                <a:gd name="connsiteY224" fmla="*/ 142999 h 552345"/>
                <a:gd name="connsiteX225" fmla="*/ 2191609 w 2912392"/>
                <a:gd name="connsiteY225" fmla="*/ 136576 h 552345"/>
                <a:gd name="connsiteX226" fmla="*/ 2201338 w 2912392"/>
                <a:gd name="connsiteY226" fmla="*/ 130196 h 552345"/>
                <a:gd name="connsiteX227" fmla="*/ 2211082 w 2912392"/>
                <a:gd name="connsiteY227" fmla="*/ 123867 h 552345"/>
                <a:gd name="connsiteX228" fmla="*/ 2220826 w 2912392"/>
                <a:gd name="connsiteY228" fmla="*/ 117598 h 552345"/>
                <a:gd name="connsiteX229" fmla="*/ 2230570 w 2912392"/>
                <a:gd name="connsiteY229" fmla="*/ 111398 h 552345"/>
                <a:gd name="connsiteX230" fmla="*/ 2240299 w 2912392"/>
                <a:gd name="connsiteY230" fmla="*/ 105278 h 552345"/>
                <a:gd name="connsiteX231" fmla="*/ 2250043 w 2912392"/>
                <a:gd name="connsiteY231" fmla="*/ 99244 h 552345"/>
                <a:gd name="connsiteX232" fmla="*/ 2259787 w 2912392"/>
                <a:gd name="connsiteY232" fmla="*/ 93308 h 552345"/>
                <a:gd name="connsiteX233" fmla="*/ 2269531 w 2912392"/>
                <a:gd name="connsiteY233" fmla="*/ 87476 h 552345"/>
                <a:gd name="connsiteX234" fmla="*/ 2279260 w 2912392"/>
                <a:gd name="connsiteY234" fmla="*/ 81761 h 552345"/>
                <a:gd name="connsiteX235" fmla="*/ 2289004 w 2912392"/>
                <a:gd name="connsiteY235" fmla="*/ 76170 h 552345"/>
                <a:gd name="connsiteX236" fmla="*/ 2298748 w 2912392"/>
                <a:gd name="connsiteY236" fmla="*/ 70712 h 552345"/>
                <a:gd name="connsiteX237" fmla="*/ 2308492 w 2912392"/>
                <a:gd name="connsiteY237" fmla="*/ 65396 h 552345"/>
                <a:gd name="connsiteX238" fmla="*/ 2318236 w 2912392"/>
                <a:gd name="connsiteY238" fmla="*/ 60232 h 552345"/>
                <a:gd name="connsiteX239" fmla="*/ 2327965 w 2912392"/>
                <a:gd name="connsiteY239" fmla="*/ 55228 h 552345"/>
                <a:gd name="connsiteX240" fmla="*/ 2337709 w 2912392"/>
                <a:gd name="connsiteY240" fmla="*/ 50391 h 552345"/>
                <a:gd name="connsiteX241" fmla="*/ 2347453 w 2912392"/>
                <a:gd name="connsiteY241" fmla="*/ 45732 h 552345"/>
                <a:gd name="connsiteX242" fmla="*/ 2357197 w 2912392"/>
                <a:gd name="connsiteY242" fmla="*/ 41258 h 552345"/>
                <a:gd name="connsiteX243" fmla="*/ 2366926 w 2912392"/>
                <a:gd name="connsiteY243" fmla="*/ 36978 h 552345"/>
                <a:gd name="connsiteX244" fmla="*/ 2376670 w 2912392"/>
                <a:gd name="connsiteY244" fmla="*/ 32898 h 552345"/>
                <a:gd name="connsiteX245" fmla="*/ 2386413 w 2912392"/>
                <a:gd name="connsiteY245" fmla="*/ 29026 h 552345"/>
                <a:gd name="connsiteX246" fmla="*/ 2396157 w 2912392"/>
                <a:gd name="connsiteY246" fmla="*/ 25370 h 552345"/>
                <a:gd name="connsiteX247" fmla="*/ 2405886 w 2912392"/>
                <a:gd name="connsiteY247" fmla="*/ 21936 h 552345"/>
                <a:gd name="connsiteX248" fmla="*/ 2415630 w 2912392"/>
                <a:gd name="connsiteY248" fmla="*/ 18731 h 552345"/>
                <a:gd name="connsiteX249" fmla="*/ 2425374 w 2912392"/>
                <a:gd name="connsiteY249" fmla="*/ 15762 h 552345"/>
                <a:gd name="connsiteX250" fmla="*/ 2435118 w 2912392"/>
                <a:gd name="connsiteY250" fmla="*/ 13032 h 552345"/>
                <a:gd name="connsiteX251" fmla="*/ 2444862 w 2912392"/>
                <a:gd name="connsiteY251" fmla="*/ 10548 h 552345"/>
                <a:gd name="connsiteX252" fmla="*/ 2454591 w 2912392"/>
                <a:gd name="connsiteY252" fmla="*/ 8318 h 552345"/>
                <a:gd name="connsiteX253" fmla="*/ 2464335 w 2912392"/>
                <a:gd name="connsiteY253" fmla="*/ 6342 h 552345"/>
                <a:gd name="connsiteX254" fmla="*/ 2474079 w 2912392"/>
                <a:gd name="connsiteY254" fmla="*/ 4628 h 552345"/>
                <a:gd name="connsiteX255" fmla="*/ 2483823 w 2912392"/>
                <a:gd name="connsiteY255" fmla="*/ 3178 h 552345"/>
                <a:gd name="connsiteX256" fmla="*/ 2493552 w 2912392"/>
                <a:gd name="connsiteY256" fmla="*/ 1995 h 552345"/>
                <a:gd name="connsiteX257" fmla="*/ 2503296 w 2912392"/>
                <a:gd name="connsiteY257" fmla="*/ 1083 h 552345"/>
                <a:gd name="connsiteX258" fmla="*/ 2513040 w 2912392"/>
                <a:gd name="connsiteY258" fmla="*/ 445 h 552345"/>
                <a:gd name="connsiteX259" fmla="*/ 2522784 w 2912392"/>
                <a:gd name="connsiteY259" fmla="*/ 83 h 552345"/>
                <a:gd name="connsiteX260" fmla="*/ 2532513 w 2912392"/>
                <a:gd name="connsiteY260" fmla="*/ 0 h 552345"/>
                <a:gd name="connsiteX261" fmla="*/ 2542257 w 2912392"/>
                <a:gd name="connsiteY261" fmla="*/ 194 h 552345"/>
                <a:gd name="connsiteX262" fmla="*/ 2552001 w 2912392"/>
                <a:gd name="connsiteY262" fmla="*/ 667 h 552345"/>
                <a:gd name="connsiteX263" fmla="*/ 2561745 w 2912392"/>
                <a:gd name="connsiteY263" fmla="*/ 1423 h 552345"/>
                <a:gd name="connsiteX264" fmla="*/ 2571474 w 2912392"/>
                <a:gd name="connsiteY264" fmla="*/ 2457 h 552345"/>
                <a:gd name="connsiteX265" fmla="*/ 2581218 w 2912392"/>
                <a:gd name="connsiteY265" fmla="*/ 3772 h 552345"/>
                <a:gd name="connsiteX266" fmla="*/ 2590962 w 2912392"/>
                <a:gd name="connsiteY266" fmla="*/ 5367 h 552345"/>
                <a:gd name="connsiteX267" fmla="*/ 2600705 w 2912392"/>
                <a:gd name="connsiteY267" fmla="*/ 7238 h 552345"/>
                <a:gd name="connsiteX268" fmla="*/ 2610449 w 2912392"/>
                <a:gd name="connsiteY268" fmla="*/ 9386 h 552345"/>
                <a:gd name="connsiteX269" fmla="*/ 2620178 w 2912392"/>
                <a:gd name="connsiteY269" fmla="*/ 11810 h 552345"/>
                <a:gd name="connsiteX270" fmla="*/ 2629922 w 2912392"/>
                <a:gd name="connsiteY270" fmla="*/ 14506 h 552345"/>
                <a:gd name="connsiteX271" fmla="*/ 2639666 w 2912392"/>
                <a:gd name="connsiteY271" fmla="*/ 17471 h 552345"/>
                <a:gd name="connsiteX272" fmla="*/ 2649410 w 2912392"/>
                <a:gd name="connsiteY272" fmla="*/ 20702 h 552345"/>
                <a:gd name="connsiteX273" fmla="*/ 2659139 w 2912392"/>
                <a:gd name="connsiteY273" fmla="*/ 24196 h 552345"/>
                <a:gd name="connsiteX274" fmla="*/ 2668883 w 2912392"/>
                <a:gd name="connsiteY274" fmla="*/ 27952 h 552345"/>
                <a:gd name="connsiteX275" fmla="*/ 2678627 w 2912392"/>
                <a:gd name="connsiteY275" fmla="*/ 31961 h 552345"/>
                <a:gd name="connsiteX276" fmla="*/ 2688371 w 2912392"/>
                <a:gd name="connsiteY276" fmla="*/ 36224 h 552345"/>
                <a:gd name="connsiteX277" fmla="*/ 2698100 w 2912392"/>
                <a:gd name="connsiteY277" fmla="*/ 40734 h 552345"/>
                <a:gd name="connsiteX278" fmla="*/ 2707844 w 2912392"/>
                <a:gd name="connsiteY278" fmla="*/ 45485 h 552345"/>
                <a:gd name="connsiteX279" fmla="*/ 2717588 w 2912392"/>
                <a:gd name="connsiteY279" fmla="*/ 50475 h 552345"/>
                <a:gd name="connsiteX280" fmla="*/ 2727332 w 2912392"/>
                <a:gd name="connsiteY280" fmla="*/ 55697 h 552345"/>
                <a:gd name="connsiteX281" fmla="*/ 2737076 w 2912392"/>
                <a:gd name="connsiteY281" fmla="*/ 61147 h 552345"/>
                <a:gd name="connsiteX282" fmla="*/ 2746805 w 2912392"/>
                <a:gd name="connsiteY282" fmla="*/ 66819 h 552345"/>
                <a:gd name="connsiteX283" fmla="*/ 2756549 w 2912392"/>
                <a:gd name="connsiteY283" fmla="*/ 72707 h 552345"/>
                <a:gd name="connsiteX284" fmla="*/ 2766293 w 2912392"/>
                <a:gd name="connsiteY284" fmla="*/ 78807 h 552345"/>
                <a:gd name="connsiteX285" fmla="*/ 2776037 w 2912392"/>
                <a:gd name="connsiteY285" fmla="*/ 85110 h 552345"/>
                <a:gd name="connsiteX286" fmla="*/ 2785766 w 2912392"/>
                <a:gd name="connsiteY286" fmla="*/ 91614 h 552345"/>
                <a:gd name="connsiteX287" fmla="*/ 2795510 w 2912392"/>
                <a:gd name="connsiteY287" fmla="*/ 98311 h 552345"/>
                <a:gd name="connsiteX288" fmla="*/ 2805254 w 2912392"/>
                <a:gd name="connsiteY288" fmla="*/ 105194 h 552345"/>
                <a:gd name="connsiteX289" fmla="*/ 2814998 w 2912392"/>
                <a:gd name="connsiteY289" fmla="*/ 112261 h 552345"/>
                <a:gd name="connsiteX290" fmla="*/ 2824727 w 2912392"/>
                <a:gd name="connsiteY290" fmla="*/ 119502 h 552345"/>
                <a:gd name="connsiteX291" fmla="*/ 2834471 w 2912392"/>
                <a:gd name="connsiteY291" fmla="*/ 126913 h 552345"/>
                <a:gd name="connsiteX292" fmla="*/ 2844215 w 2912392"/>
                <a:gd name="connsiteY292" fmla="*/ 134486 h 552345"/>
                <a:gd name="connsiteX293" fmla="*/ 2853958 w 2912392"/>
                <a:gd name="connsiteY293" fmla="*/ 142218 h 552345"/>
                <a:gd name="connsiteX294" fmla="*/ 2863687 w 2912392"/>
                <a:gd name="connsiteY294" fmla="*/ 150101 h 552345"/>
                <a:gd name="connsiteX295" fmla="*/ 2873431 w 2912392"/>
                <a:gd name="connsiteY295" fmla="*/ 158132 h 552345"/>
                <a:gd name="connsiteX296" fmla="*/ 2883175 w 2912392"/>
                <a:gd name="connsiteY296" fmla="*/ 166301 h 552345"/>
                <a:gd name="connsiteX297" fmla="*/ 2892919 w 2912392"/>
                <a:gd name="connsiteY297" fmla="*/ 174606 h 552345"/>
                <a:gd name="connsiteX298" fmla="*/ 2902663 w 2912392"/>
                <a:gd name="connsiteY298" fmla="*/ 183038 h 552345"/>
                <a:gd name="connsiteX299" fmla="*/ 2912392 w 2912392"/>
                <a:gd name="connsiteY299" fmla="*/ 191595 h 552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52345">
                  <a:moveTo>
                    <a:pt x="0" y="529103"/>
                  </a:moveTo>
                  <a:lnTo>
                    <a:pt x="9739" y="532445"/>
                  </a:lnTo>
                  <a:lnTo>
                    <a:pt x="19480" y="535551"/>
                  </a:lnTo>
                  <a:lnTo>
                    <a:pt x="29221" y="538416"/>
                  </a:lnTo>
                  <a:lnTo>
                    <a:pt x="38961" y="541033"/>
                  </a:lnTo>
                  <a:lnTo>
                    <a:pt x="48702" y="543393"/>
                  </a:lnTo>
                  <a:lnTo>
                    <a:pt x="58443" y="545490"/>
                  </a:lnTo>
                  <a:lnTo>
                    <a:pt x="68182" y="547319"/>
                  </a:lnTo>
                  <a:lnTo>
                    <a:pt x="77923" y="548871"/>
                  </a:lnTo>
                  <a:lnTo>
                    <a:pt x="87664" y="550145"/>
                  </a:lnTo>
                  <a:lnTo>
                    <a:pt x="97404" y="551133"/>
                  </a:lnTo>
                  <a:lnTo>
                    <a:pt x="107145" y="551832"/>
                  </a:lnTo>
                  <a:lnTo>
                    <a:pt x="116886" y="552237"/>
                  </a:lnTo>
                  <a:lnTo>
                    <a:pt x="126625" y="552345"/>
                  </a:lnTo>
                  <a:lnTo>
                    <a:pt x="136366" y="552155"/>
                  </a:lnTo>
                  <a:lnTo>
                    <a:pt x="146107" y="551660"/>
                  </a:lnTo>
                  <a:lnTo>
                    <a:pt x="155846" y="550863"/>
                  </a:lnTo>
                  <a:lnTo>
                    <a:pt x="165587" y="549759"/>
                  </a:lnTo>
                  <a:lnTo>
                    <a:pt x="175328" y="548350"/>
                  </a:lnTo>
                  <a:lnTo>
                    <a:pt x="185068" y="546632"/>
                  </a:lnTo>
                  <a:lnTo>
                    <a:pt x="194809" y="544608"/>
                  </a:lnTo>
                  <a:lnTo>
                    <a:pt x="204550" y="542280"/>
                  </a:lnTo>
                  <a:lnTo>
                    <a:pt x="214289" y="539647"/>
                  </a:lnTo>
                  <a:lnTo>
                    <a:pt x="224030" y="536713"/>
                  </a:lnTo>
                  <a:lnTo>
                    <a:pt x="233771" y="533479"/>
                  </a:lnTo>
                  <a:lnTo>
                    <a:pt x="243510" y="529948"/>
                  </a:lnTo>
                  <a:lnTo>
                    <a:pt x="253251" y="526125"/>
                  </a:lnTo>
                  <a:lnTo>
                    <a:pt x="262992" y="522014"/>
                  </a:lnTo>
                  <a:lnTo>
                    <a:pt x="272732" y="517620"/>
                  </a:lnTo>
                  <a:lnTo>
                    <a:pt x="282473" y="512950"/>
                  </a:lnTo>
                  <a:lnTo>
                    <a:pt x="292214" y="508008"/>
                  </a:lnTo>
                  <a:lnTo>
                    <a:pt x="301953" y="502802"/>
                  </a:lnTo>
                  <a:lnTo>
                    <a:pt x="311694" y="497338"/>
                  </a:lnTo>
                  <a:lnTo>
                    <a:pt x="321435" y="491626"/>
                  </a:lnTo>
                  <a:lnTo>
                    <a:pt x="331175" y="485674"/>
                  </a:lnTo>
                  <a:lnTo>
                    <a:pt x="340916" y="479489"/>
                  </a:lnTo>
                  <a:lnTo>
                    <a:pt x="350656" y="473083"/>
                  </a:lnTo>
                  <a:lnTo>
                    <a:pt x="360396" y="466465"/>
                  </a:lnTo>
                  <a:lnTo>
                    <a:pt x="370137" y="459645"/>
                  </a:lnTo>
                  <a:lnTo>
                    <a:pt x="379878" y="452636"/>
                  </a:lnTo>
                  <a:lnTo>
                    <a:pt x="389617" y="445447"/>
                  </a:lnTo>
                  <a:lnTo>
                    <a:pt x="399358" y="438091"/>
                  </a:lnTo>
                  <a:lnTo>
                    <a:pt x="409099" y="430581"/>
                  </a:lnTo>
                  <a:lnTo>
                    <a:pt x="418839" y="422928"/>
                  </a:lnTo>
                  <a:lnTo>
                    <a:pt x="428580" y="415148"/>
                  </a:lnTo>
                  <a:lnTo>
                    <a:pt x="438321" y="407252"/>
                  </a:lnTo>
                  <a:lnTo>
                    <a:pt x="448060" y="399254"/>
                  </a:lnTo>
                  <a:lnTo>
                    <a:pt x="457801" y="391168"/>
                  </a:lnTo>
                  <a:lnTo>
                    <a:pt x="467542" y="383010"/>
                  </a:lnTo>
                  <a:lnTo>
                    <a:pt x="477281" y="374791"/>
                  </a:lnTo>
                  <a:lnTo>
                    <a:pt x="487022" y="366530"/>
                  </a:lnTo>
                  <a:lnTo>
                    <a:pt x="496763" y="358239"/>
                  </a:lnTo>
                  <a:lnTo>
                    <a:pt x="506503" y="349932"/>
                  </a:lnTo>
                  <a:lnTo>
                    <a:pt x="516244" y="341626"/>
                  </a:lnTo>
                  <a:lnTo>
                    <a:pt x="525985" y="333336"/>
                  </a:lnTo>
                  <a:lnTo>
                    <a:pt x="535724" y="325078"/>
                  </a:lnTo>
                  <a:lnTo>
                    <a:pt x="545465" y="316863"/>
                  </a:lnTo>
                  <a:lnTo>
                    <a:pt x="555206" y="308710"/>
                  </a:lnTo>
                  <a:lnTo>
                    <a:pt x="564946" y="300632"/>
                  </a:lnTo>
                  <a:lnTo>
                    <a:pt x="574687" y="292643"/>
                  </a:lnTo>
                  <a:lnTo>
                    <a:pt x="584428" y="284760"/>
                  </a:lnTo>
                  <a:lnTo>
                    <a:pt x="594167" y="276994"/>
                  </a:lnTo>
                  <a:lnTo>
                    <a:pt x="603908" y="269362"/>
                  </a:lnTo>
                  <a:lnTo>
                    <a:pt x="613649" y="261876"/>
                  </a:lnTo>
                  <a:lnTo>
                    <a:pt x="623388" y="254552"/>
                  </a:lnTo>
                  <a:lnTo>
                    <a:pt x="633129" y="247399"/>
                  </a:lnTo>
                  <a:lnTo>
                    <a:pt x="642870" y="240434"/>
                  </a:lnTo>
                  <a:lnTo>
                    <a:pt x="652610" y="233665"/>
                  </a:lnTo>
                  <a:lnTo>
                    <a:pt x="662351" y="227108"/>
                  </a:lnTo>
                  <a:lnTo>
                    <a:pt x="672092" y="220772"/>
                  </a:lnTo>
                  <a:lnTo>
                    <a:pt x="681831" y="214669"/>
                  </a:lnTo>
                  <a:lnTo>
                    <a:pt x="691572" y="208808"/>
                  </a:lnTo>
                  <a:lnTo>
                    <a:pt x="701313" y="203200"/>
                  </a:lnTo>
                  <a:lnTo>
                    <a:pt x="711052" y="197853"/>
                  </a:lnTo>
                  <a:lnTo>
                    <a:pt x="720793" y="192776"/>
                  </a:lnTo>
                  <a:lnTo>
                    <a:pt x="730534" y="187979"/>
                  </a:lnTo>
                  <a:lnTo>
                    <a:pt x="740274" y="183466"/>
                  </a:lnTo>
                  <a:lnTo>
                    <a:pt x="750015" y="179245"/>
                  </a:lnTo>
                  <a:lnTo>
                    <a:pt x="759756" y="175324"/>
                  </a:lnTo>
                  <a:lnTo>
                    <a:pt x="769495" y="171706"/>
                  </a:lnTo>
                  <a:lnTo>
                    <a:pt x="779236" y="168396"/>
                  </a:lnTo>
                  <a:lnTo>
                    <a:pt x="788977" y="165398"/>
                  </a:lnTo>
                  <a:lnTo>
                    <a:pt x="798717" y="162715"/>
                  </a:lnTo>
                  <a:lnTo>
                    <a:pt x="808458" y="160349"/>
                  </a:lnTo>
                  <a:lnTo>
                    <a:pt x="818199" y="158303"/>
                  </a:lnTo>
                  <a:lnTo>
                    <a:pt x="827938" y="156576"/>
                  </a:lnTo>
                  <a:lnTo>
                    <a:pt x="837679" y="155171"/>
                  </a:lnTo>
                  <a:lnTo>
                    <a:pt x="847420" y="154085"/>
                  </a:lnTo>
                  <a:lnTo>
                    <a:pt x="857159" y="153318"/>
                  </a:lnTo>
                  <a:lnTo>
                    <a:pt x="866900" y="152868"/>
                  </a:lnTo>
                  <a:lnTo>
                    <a:pt x="876641" y="152731"/>
                  </a:lnTo>
                  <a:lnTo>
                    <a:pt x="886381" y="152907"/>
                  </a:lnTo>
                  <a:lnTo>
                    <a:pt x="896122" y="153388"/>
                  </a:lnTo>
                  <a:lnTo>
                    <a:pt x="905863" y="154170"/>
                  </a:lnTo>
                  <a:lnTo>
                    <a:pt x="915602" y="155250"/>
                  </a:lnTo>
                  <a:lnTo>
                    <a:pt x="925343" y="156621"/>
                  </a:lnTo>
                  <a:lnTo>
                    <a:pt x="935084" y="158278"/>
                  </a:lnTo>
                  <a:lnTo>
                    <a:pt x="944824" y="160210"/>
                  </a:lnTo>
                  <a:lnTo>
                    <a:pt x="954564" y="162411"/>
                  </a:lnTo>
                  <a:lnTo>
                    <a:pt x="964305" y="164875"/>
                  </a:lnTo>
                  <a:lnTo>
                    <a:pt x="974045" y="167590"/>
                  </a:lnTo>
                  <a:lnTo>
                    <a:pt x="983786" y="170549"/>
                  </a:lnTo>
                  <a:lnTo>
                    <a:pt x="993522" y="173741"/>
                  </a:lnTo>
                  <a:lnTo>
                    <a:pt x="1003266" y="177158"/>
                  </a:lnTo>
                  <a:lnTo>
                    <a:pt x="1013010" y="180787"/>
                  </a:lnTo>
                  <a:lnTo>
                    <a:pt x="1022754" y="184619"/>
                  </a:lnTo>
                  <a:lnTo>
                    <a:pt x="1032483" y="188643"/>
                  </a:lnTo>
                  <a:lnTo>
                    <a:pt x="1042227" y="192846"/>
                  </a:lnTo>
                  <a:lnTo>
                    <a:pt x="1051971" y="197218"/>
                  </a:lnTo>
                  <a:lnTo>
                    <a:pt x="1061715" y="201746"/>
                  </a:lnTo>
                  <a:lnTo>
                    <a:pt x="1071444" y="206419"/>
                  </a:lnTo>
                  <a:lnTo>
                    <a:pt x="1081188" y="211224"/>
                  </a:lnTo>
                  <a:lnTo>
                    <a:pt x="1090932" y="216148"/>
                  </a:lnTo>
                  <a:lnTo>
                    <a:pt x="1100676" y="221181"/>
                  </a:lnTo>
                  <a:lnTo>
                    <a:pt x="1110405" y="226308"/>
                  </a:lnTo>
                  <a:lnTo>
                    <a:pt x="1120149" y="231520"/>
                  </a:lnTo>
                  <a:lnTo>
                    <a:pt x="1129893" y="236800"/>
                  </a:lnTo>
                  <a:lnTo>
                    <a:pt x="1139637" y="242140"/>
                  </a:lnTo>
                  <a:lnTo>
                    <a:pt x="1149381" y="247526"/>
                  </a:lnTo>
                  <a:lnTo>
                    <a:pt x="1159110" y="252946"/>
                  </a:lnTo>
                  <a:lnTo>
                    <a:pt x="1168854" y="258387"/>
                  </a:lnTo>
                  <a:lnTo>
                    <a:pt x="1178598" y="263839"/>
                  </a:lnTo>
                  <a:lnTo>
                    <a:pt x="1188341" y="269290"/>
                  </a:lnTo>
                  <a:lnTo>
                    <a:pt x="1198070" y="274728"/>
                  </a:lnTo>
                  <a:lnTo>
                    <a:pt x="1207814" y="280144"/>
                  </a:lnTo>
                  <a:lnTo>
                    <a:pt x="1217558" y="285524"/>
                  </a:lnTo>
                  <a:lnTo>
                    <a:pt x="1227302" y="290861"/>
                  </a:lnTo>
                  <a:lnTo>
                    <a:pt x="1237031" y="296143"/>
                  </a:lnTo>
                  <a:lnTo>
                    <a:pt x="1246775" y="301360"/>
                  </a:lnTo>
                  <a:lnTo>
                    <a:pt x="1256519" y="306503"/>
                  </a:lnTo>
                  <a:lnTo>
                    <a:pt x="1266263" y="311565"/>
                  </a:lnTo>
                  <a:lnTo>
                    <a:pt x="1276007" y="316533"/>
                  </a:lnTo>
                  <a:lnTo>
                    <a:pt x="1285736" y="321404"/>
                  </a:lnTo>
                  <a:lnTo>
                    <a:pt x="1295480" y="326167"/>
                  </a:lnTo>
                  <a:lnTo>
                    <a:pt x="1305224" y="330814"/>
                  </a:lnTo>
                  <a:lnTo>
                    <a:pt x="1314968" y="335342"/>
                  </a:lnTo>
                  <a:lnTo>
                    <a:pt x="1324697" y="339740"/>
                  </a:lnTo>
                  <a:lnTo>
                    <a:pt x="1334441" y="344004"/>
                  </a:lnTo>
                  <a:lnTo>
                    <a:pt x="1344185" y="348128"/>
                  </a:lnTo>
                  <a:lnTo>
                    <a:pt x="1353929" y="352109"/>
                  </a:lnTo>
                  <a:lnTo>
                    <a:pt x="1363658" y="355938"/>
                  </a:lnTo>
                  <a:lnTo>
                    <a:pt x="1373402" y="359615"/>
                  </a:lnTo>
                  <a:lnTo>
                    <a:pt x="1383146" y="363133"/>
                  </a:lnTo>
                  <a:lnTo>
                    <a:pt x="1392890" y="366490"/>
                  </a:lnTo>
                  <a:lnTo>
                    <a:pt x="1402619" y="369682"/>
                  </a:lnTo>
                  <a:lnTo>
                    <a:pt x="1412363" y="372707"/>
                  </a:lnTo>
                  <a:lnTo>
                    <a:pt x="1422106" y="375562"/>
                  </a:lnTo>
                  <a:lnTo>
                    <a:pt x="1431850" y="378246"/>
                  </a:lnTo>
                  <a:lnTo>
                    <a:pt x="1441594" y="380757"/>
                  </a:lnTo>
                  <a:lnTo>
                    <a:pt x="1451323" y="383093"/>
                  </a:lnTo>
                  <a:lnTo>
                    <a:pt x="1461067" y="385253"/>
                  </a:lnTo>
                  <a:lnTo>
                    <a:pt x="1470811" y="387238"/>
                  </a:lnTo>
                  <a:lnTo>
                    <a:pt x="1480555" y="389045"/>
                  </a:lnTo>
                  <a:lnTo>
                    <a:pt x="1490284" y="390677"/>
                  </a:lnTo>
                  <a:lnTo>
                    <a:pt x="1500028" y="392132"/>
                  </a:lnTo>
                  <a:lnTo>
                    <a:pt x="1509772" y="393411"/>
                  </a:lnTo>
                  <a:lnTo>
                    <a:pt x="1519516" y="394513"/>
                  </a:lnTo>
                  <a:lnTo>
                    <a:pt x="1529245" y="395441"/>
                  </a:lnTo>
                  <a:lnTo>
                    <a:pt x="1538989" y="396195"/>
                  </a:lnTo>
                  <a:lnTo>
                    <a:pt x="1548733" y="396776"/>
                  </a:lnTo>
                  <a:lnTo>
                    <a:pt x="1558477" y="397186"/>
                  </a:lnTo>
                  <a:lnTo>
                    <a:pt x="1568221" y="397426"/>
                  </a:lnTo>
                  <a:lnTo>
                    <a:pt x="1577950" y="397496"/>
                  </a:lnTo>
                  <a:lnTo>
                    <a:pt x="1587694" y="397399"/>
                  </a:lnTo>
                  <a:lnTo>
                    <a:pt x="1597438" y="397137"/>
                  </a:lnTo>
                  <a:lnTo>
                    <a:pt x="1607182" y="396711"/>
                  </a:lnTo>
                  <a:lnTo>
                    <a:pt x="1616911" y="396121"/>
                  </a:lnTo>
                  <a:lnTo>
                    <a:pt x="1626655" y="395371"/>
                  </a:lnTo>
                  <a:lnTo>
                    <a:pt x="1636399" y="394462"/>
                  </a:lnTo>
                  <a:lnTo>
                    <a:pt x="1646142" y="393396"/>
                  </a:lnTo>
                  <a:lnTo>
                    <a:pt x="1655872" y="392174"/>
                  </a:lnTo>
                  <a:lnTo>
                    <a:pt x="1665616" y="390797"/>
                  </a:lnTo>
                  <a:lnTo>
                    <a:pt x="1675359" y="389269"/>
                  </a:lnTo>
                  <a:lnTo>
                    <a:pt x="1685103" y="387590"/>
                  </a:lnTo>
                  <a:lnTo>
                    <a:pt x="1694832" y="385761"/>
                  </a:lnTo>
                  <a:lnTo>
                    <a:pt x="1704576" y="383786"/>
                  </a:lnTo>
                  <a:lnTo>
                    <a:pt x="1714320" y="381664"/>
                  </a:lnTo>
                  <a:lnTo>
                    <a:pt x="1724064" y="379397"/>
                  </a:lnTo>
                  <a:lnTo>
                    <a:pt x="1733808" y="376987"/>
                  </a:lnTo>
                  <a:lnTo>
                    <a:pt x="1743537" y="374435"/>
                  </a:lnTo>
                  <a:lnTo>
                    <a:pt x="1753281" y="371742"/>
                  </a:lnTo>
                  <a:lnTo>
                    <a:pt x="1763025" y="368911"/>
                  </a:lnTo>
                  <a:lnTo>
                    <a:pt x="1772769" y="365940"/>
                  </a:lnTo>
                  <a:lnTo>
                    <a:pt x="1782498" y="362833"/>
                  </a:lnTo>
                  <a:lnTo>
                    <a:pt x="1792242" y="359591"/>
                  </a:lnTo>
                  <a:lnTo>
                    <a:pt x="1801986" y="356214"/>
                  </a:lnTo>
                  <a:lnTo>
                    <a:pt x="1811730" y="352704"/>
                  </a:lnTo>
                  <a:lnTo>
                    <a:pt x="1821459" y="349061"/>
                  </a:lnTo>
                  <a:lnTo>
                    <a:pt x="1831203" y="345288"/>
                  </a:lnTo>
                  <a:lnTo>
                    <a:pt x="1840947" y="341386"/>
                  </a:lnTo>
                  <a:lnTo>
                    <a:pt x="1850691" y="337355"/>
                  </a:lnTo>
                  <a:lnTo>
                    <a:pt x="1860435" y="333198"/>
                  </a:lnTo>
                  <a:lnTo>
                    <a:pt x="1870164" y="328914"/>
                  </a:lnTo>
                  <a:lnTo>
                    <a:pt x="1879908" y="324507"/>
                  </a:lnTo>
                  <a:lnTo>
                    <a:pt x="1889652" y="319979"/>
                  </a:lnTo>
                  <a:lnTo>
                    <a:pt x="1899395" y="315330"/>
                  </a:lnTo>
                  <a:lnTo>
                    <a:pt x="1909124" y="310562"/>
                  </a:lnTo>
                  <a:lnTo>
                    <a:pt x="1918868" y="305676"/>
                  </a:lnTo>
                  <a:lnTo>
                    <a:pt x="1928612" y="300678"/>
                  </a:lnTo>
                  <a:lnTo>
                    <a:pt x="1938356" y="295567"/>
                  </a:lnTo>
                  <a:lnTo>
                    <a:pt x="1948085" y="290347"/>
                  </a:lnTo>
                  <a:lnTo>
                    <a:pt x="1957829" y="285021"/>
                  </a:lnTo>
                  <a:lnTo>
                    <a:pt x="1967573" y="279590"/>
                  </a:lnTo>
                  <a:lnTo>
                    <a:pt x="1977317" y="274059"/>
                  </a:lnTo>
                  <a:lnTo>
                    <a:pt x="1987046" y="268432"/>
                  </a:lnTo>
                  <a:lnTo>
                    <a:pt x="1996790" y="262709"/>
                  </a:lnTo>
                  <a:lnTo>
                    <a:pt x="2006534" y="256899"/>
                  </a:lnTo>
                  <a:lnTo>
                    <a:pt x="2016278" y="251002"/>
                  </a:lnTo>
                  <a:lnTo>
                    <a:pt x="2026022" y="245024"/>
                  </a:lnTo>
                  <a:lnTo>
                    <a:pt x="2035751" y="238971"/>
                  </a:lnTo>
                  <a:lnTo>
                    <a:pt x="2045495" y="232844"/>
                  </a:lnTo>
                  <a:lnTo>
                    <a:pt x="2055239" y="226652"/>
                  </a:lnTo>
                  <a:lnTo>
                    <a:pt x="2064983" y="220401"/>
                  </a:lnTo>
                  <a:lnTo>
                    <a:pt x="2074712" y="214094"/>
                  </a:lnTo>
                  <a:lnTo>
                    <a:pt x="2084456" y="207736"/>
                  </a:lnTo>
                  <a:lnTo>
                    <a:pt x="2094200" y="201337"/>
                  </a:lnTo>
                  <a:lnTo>
                    <a:pt x="2103944" y="194902"/>
                  </a:lnTo>
                  <a:lnTo>
                    <a:pt x="2113673" y="188439"/>
                  </a:lnTo>
                  <a:lnTo>
                    <a:pt x="2123417" y="181952"/>
                  </a:lnTo>
                  <a:lnTo>
                    <a:pt x="2133161" y="175452"/>
                  </a:lnTo>
                  <a:lnTo>
                    <a:pt x="2142905" y="168944"/>
                  </a:lnTo>
                  <a:lnTo>
                    <a:pt x="2152649" y="162436"/>
                  </a:lnTo>
                  <a:lnTo>
                    <a:pt x="2162377" y="155937"/>
                  </a:lnTo>
                  <a:lnTo>
                    <a:pt x="2172121" y="149456"/>
                  </a:lnTo>
                  <a:lnTo>
                    <a:pt x="2181865" y="142999"/>
                  </a:lnTo>
                  <a:lnTo>
                    <a:pt x="2191609" y="136576"/>
                  </a:lnTo>
                  <a:lnTo>
                    <a:pt x="2201338" y="130196"/>
                  </a:lnTo>
                  <a:lnTo>
                    <a:pt x="2211082" y="123867"/>
                  </a:lnTo>
                  <a:lnTo>
                    <a:pt x="2220826" y="117598"/>
                  </a:lnTo>
                  <a:lnTo>
                    <a:pt x="2230570" y="111398"/>
                  </a:lnTo>
                  <a:lnTo>
                    <a:pt x="2240299" y="105278"/>
                  </a:lnTo>
                  <a:lnTo>
                    <a:pt x="2250043" y="99244"/>
                  </a:lnTo>
                  <a:lnTo>
                    <a:pt x="2259787" y="93308"/>
                  </a:lnTo>
                  <a:lnTo>
                    <a:pt x="2269531" y="87476"/>
                  </a:lnTo>
                  <a:lnTo>
                    <a:pt x="2279260" y="81761"/>
                  </a:lnTo>
                  <a:lnTo>
                    <a:pt x="2289004" y="76170"/>
                  </a:lnTo>
                  <a:lnTo>
                    <a:pt x="2298748" y="70712"/>
                  </a:lnTo>
                  <a:lnTo>
                    <a:pt x="2308492" y="65396"/>
                  </a:lnTo>
                  <a:lnTo>
                    <a:pt x="2318236" y="60232"/>
                  </a:lnTo>
                  <a:lnTo>
                    <a:pt x="2327965" y="55228"/>
                  </a:lnTo>
                  <a:lnTo>
                    <a:pt x="2337709" y="50391"/>
                  </a:lnTo>
                  <a:lnTo>
                    <a:pt x="2347453" y="45732"/>
                  </a:lnTo>
                  <a:lnTo>
                    <a:pt x="2357197" y="41258"/>
                  </a:lnTo>
                  <a:lnTo>
                    <a:pt x="2366926" y="36978"/>
                  </a:lnTo>
                  <a:lnTo>
                    <a:pt x="2376670" y="32898"/>
                  </a:lnTo>
                  <a:lnTo>
                    <a:pt x="2386413" y="29026"/>
                  </a:lnTo>
                  <a:lnTo>
                    <a:pt x="2396157" y="25370"/>
                  </a:lnTo>
                  <a:lnTo>
                    <a:pt x="2405886" y="21936"/>
                  </a:lnTo>
                  <a:lnTo>
                    <a:pt x="2415630" y="18731"/>
                  </a:lnTo>
                  <a:lnTo>
                    <a:pt x="2425374" y="15762"/>
                  </a:lnTo>
                  <a:lnTo>
                    <a:pt x="2435118" y="13032"/>
                  </a:lnTo>
                  <a:lnTo>
                    <a:pt x="2444862" y="10548"/>
                  </a:lnTo>
                  <a:lnTo>
                    <a:pt x="2454591" y="8318"/>
                  </a:lnTo>
                  <a:lnTo>
                    <a:pt x="2464335" y="6342"/>
                  </a:lnTo>
                  <a:lnTo>
                    <a:pt x="2474079" y="4628"/>
                  </a:lnTo>
                  <a:lnTo>
                    <a:pt x="2483823" y="3178"/>
                  </a:lnTo>
                  <a:lnTo>
                    <a:pt x="2493552" y="1995"/>
                  </a:lnTo>
                  <a:lnTo>
                    <a:pt x="2503296" y="1083"/>
                  </a:lnTo>
                  <a:lnTo>
                    <a:pt x="2513040" y="445"/>
                  </a:lnTo>
                  <a:lnTo>
                    <a:pt x="2522784" y="83"/>
                  </a:lnTo>
                  <a:lnTo>
                    <a:pt x="2532513" y="0"/>
                  </a:lnTo>
                  <a:lnTo>
                    <a:pt x="2542257" y="194"/>
                  </a:lnTo>
                  <a:lnTo>
                    <a:pt x="2552001" y="667"/>
                  </a:lnTo>
                  <a:lnTo>
                    <a:pt x="2561745" y="1423"/>
                  </a:lnTo>
                  <a:lnTo>
                    <a:pt x="2571474" y="2457"/>
                  </a:lnTo>
                  <a:lnTo>
                    <a:pt x="2581218" y="3772"/>
                  </a:lnTo>
                  <a:lnTo>
                    <a:pt x="2590962" y="5367"/>
                  </a:lnTo>
                  <a:lnTo>
                    <a:pt x="2600705" y="7238"/>
                  </a:lnTo>
                  <a:lnTo>
                    <a:pt x="2610449" y="9386"/>
                  </a:lnTo>
                  <a:lnTo>
                    <a:pt x="2620178" y="11810"/>
                  </a:lnTo>
                  <a:lnTo>
                    <a:pt x="2629922" y="14506"/>
                  </a:lnTo>
                  <a:lnTo>
                    <a:pt x="2639666" y="17471"/>
                  </a:lnTo>
                  <a:lnTo>
                    <a:pt x="2649410" y="20702"/>
                  </a:lnTo>
                  <a:lnTo>
                    <a:pt x="2659139" y="24196"/>
                  </a:lnTo>
                  <a:lnTo>
                    <a:pt x="2668883" y="27952"/>
                  </a:lnTo>
                  <a:lnTo>
                    <a:pt x="2678627" y="31961"/>
                  </a:lnTo>
                  <a:lnTo>
                    <a:pt x="2688371" y="36224"/>
                  </a:lnTo>
                  <a:lnTo>
                    <a:pt x="2698100" y="40734"/>
                  </a:lnTo>
                  <a:lnTo>
                    <a:pt x="2707844" y="45485"/>
                  </a:lnTo>
                  <a:lnTo>
                    <a:pt x="2717588" y="50475"/>
                  </a:lnTo>
                  <a:lnTo>
                    <a:pt x="2727332" y="55697"/>
                  </a:lnTo>
                  <a:lnTo>
                    <a:pt x="2737076" y="61147"/>
                  </a:lnTo>
                  <a:lnTo>
                    <a:pt x="2746805" y="66819"/>
                  </a:lnTo>
                  <a:lnTo>
                    <a:pt x="2756549" y="72707"/>
                  </a:lnTo>
                  <a:lnTo>
                    <a:pt x="2766293" y="78807"/>
                  </a:lnTo>
                  <a:lnTo>
                    <a:pt x="2776037" y="85110"/>
                  </a:lnTo>
                  <a:lnTo>
                    <a:pt x="2785766" y="91614"/>
                  </a:lnTo>
                  <a:lnTo>
                    <a:pt x="2795510" y="98311"/>
                  </a:lnTo>
                  <a:lnTo>
                    <a:pt x="2805254" y="105194"/>
                  </a:lnTo>
                  <a:lnTo>
                    <a:pt x="2814998" y="112261"/>
                  </a:lnTo>
                  <a:lnTo>
                    <a:pt x="2824727" y="119502"/>
                  </a:lnTo>
                  <a:lnTo>
                    <a:pt x="2834471" y="126913"/>
                  </a:lnTo>
                  <a:lnTo>
                    <a:pt x="2844215" y="134486"/>
                  </a:lnTo>
                  <a:lnTo>
                    <a:pt x="2853958" y="142218"/>
                  </a:lnTo>
                  <a:lnTo>
                    <a:pt x="2863687" y="150101"/>
                  </a:lnTo>
                  <a:lnTo>
                    <a:pt x="2873431" y="158132"/>
                  </a:lnTo>
                  <a:lnTo>
                    <a:pt x="2883175" y="166301"/>
                  </a:lnTo>
                  <a:lnTo>
                    <a:pt x="2892919" y="174606"/>
                  </a:lnTo>
                  <a:lnTo>
                    <a:pt x="2902663" y="183038"/>
                  </a:lnTo>
                  <a:lnTo>
                    <a:pt x="2912392" y="19159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9" name="Freeform 838">
              <a:extLst>
                <a:ext uri="{FF2B5EF4-FFF2-40B4-BE49-F238E27FC236}">
                  <a16:creationId xmlns:a16="http://schemas.microsoft.com/office/drawing/2014/main" id="{6B9096B5-8024-CA90-EA41-4FB08BD03080}"/>
                </a:ext>
              </a:extLst>
            </p:cNvPr>
            <p:cNvSpPr/>
            <p:nvPr/>
          </p:nvSpPr>
          <p:spPr>
            <a:xfrm>
              <a:off x="576446" y="3111516"/>
              <a:ext cx="2912392" cy="539450"/>
            </a:xfrm>
            <a:custGeom>
              <a:avLst/>
              <a:gdLst>
                <a:gd name="connsiteX0" fmla="*/ 0 w 2912392"/>
                <a:gd name="connsiteY0" fmla="*/ 523455 h 539450"/>
                <a:gd name="connsiteX1" fmla="*/ 9739 w 2912392"/>
                <a:gd name="connsiteY1" fmla="*/ 524626 h 539450"/>
                <a:gd name="connsiteX2" fmla="*/ 19480 w 2912392"/>
                <a:gd name="connsiteY2" fmla="*/ 525773 h 539450"/>
                <a:gd name="connsiteX3" fmla="*/ 29221 w 2912392"/>
                <a:gd name="connsiteY3" fmla="*/ 526900 h 539450"/>
                <a:gd name="connsiteX4" fmla="*/ 38961 w 2912392"/>
                <a:gd name="connsiteY4" fmla="*/ 527999 h 539450"/>
                <a:gd name="connsiteX5" fmla="*/ 48702 w 2912392"/>
                <a:gd name="connsiteY5" fmla="*/ 529070 h 539450"/>
                <a:gd name="connsiteX6" fmla="*/ 58443 w 2912392"/>
                <a:gd name="connsiteY6" fmla="*/ 530112 h 539450"/>
                <a:gd name="connsiteX7" fmla="*/ 68182 w 2912392"/>
                <a:gd name="connsiteY7" fmla="*/ 531120 h 539450"/>
                <a:gd name="connsiteX8" fmla="*/ 77923 w 2912392"/>
                <a:gd name="connsiteY8" fmla="*/ 532093 h 539450"/>
                <a:gd name="connsiteX9" fmla="*/ 87664 w 2912392"/>
                <a:gd name="connsiteY9" fmla="*/ 533025 h 539450"/>
                <a:gd name="connsiteX10" fmla="*/ 97404 w 2912392"/>
                <a:gd name="connsiteY10" fmla="*/ 533912 h 539450"/>
                <a:gd name="connsiteX11" fmla="*/ 107145 w 2912392"/>
                <a:gd name="connsiteY11" fmla="*/ 534754 h 539450"/>
                <a:gd name="connsiteX12" fmla="*/ 116886 w 2912392"/>
                <a:gd name="connsiteY12" fmla="*/ 535542 h 539450"/>
                <a:gd name="connsiteX13" fmla="*/ 126625 w 2912392"/>
                <a:gd name="connsiteY13" fmla="*/ 536273 h 539450"/>
                <a:gd name="connsiteX14" fmla="*/ 136366 w 2912392"/>
                <a:gd name="connsiteY14" fmla="*/ 536943 h 539450"/>
                <a:gd name="connsiteX15" fmla="*/ 146107 w 2912392"/>
                <a:gd name="connsiteY15" fmla="*/ 537545 h 539450"/>
                <a:gd name="connsiteX16" fmla="*/ 155846 w 2912392"/>
                <a:gd name="connsiteY16" fmla="*/ 538075 h 539450"/>
                <a:gd name="connsiteX17" fmla="*/ 165587 w 2912392"/>
                <a:gd name="connsiteY17" fmla="*/ 538528 h 539450"/>
                <a:gd name="connsiteX18" fmla="*/ 175328 w 2912392"/>
                <a:gd name="connsiteY18" fmla="*/ 538899 h 539450"/>
                <a:gd name="connsiteX19" fmla="*/ 185068 w 2912392"/>
                <a:gd name="connsiteY19" fmla="*/ 539179 h 539450"/>
                <a:gd name="connsiteX20" fmla="*/ 194809 w 2912392"/>
                <a:gd name="connsiteY20" fmla="*/ 539366 h 539450"/>
                <a:gd name="connsiteX21" fmla="*/ 204550 w 2912392"/>
                <a:gd name="connsiteY21" fmla="*/ 539450 h 539450"/>
                <a:gd name="connsiteX22" fmla="*/ 214289 w 2912392"/>
                <a:gd name="connsiteY22" fmla="*/ 539428 h 539450"/>
                <a:gd name="connsiteX23" fmla="*/ 224030 w 2912392"/>
                <a:gd name="connsiteY23" fmla="*/ 539294 h 539450"/>
                <a:gd name="connsiteX24" fmla="*/ 233771 w 2912392"/>
                <a:gd name="connsiteY24" fmla="*/ 539041 h 539450"/>
                <a:gd name="connsiteX25" fmla="*/ 243510 w 2912392"/>
                <a:gd name="connsiteY25" fmla="*/ 538662 h 539450"/>
                <a:gd name="connsiteX26" fmla="*/ 253251 w 2912392"/>
                <a:gd name="connsiteY26" fmla="*/ 538154 h 539450"/>
                <a:gd name="connsiteX27" fmla="*/ 262992 w 2912392"/>
                <a:gd name="connsiteY27" fmla="*/ 537508 h 539450"/>
                <a:gd name="connsiteX28" fmla="*/ 272732 w 2912392"/>
                <a:gd name="connsiteY28" fmla="*/ 536721 h 539450"/>
                <a:gd name="connsiteX29" fmla="*/ 282473 w 2912392"/>
                <a:gd name="connsiteY29" fmla="*/ 535784 h 539450"/>
                <a:gd name="connsiteX30" fmla="*/ 292214 w 2912392"/>
                <a:gd name="connsiteY30" fmla="*/ 534695 h 539450"/>
                <a:gd name="connsiteX31" fmla="*/ 301953 w 2912392"/>
                <a:gd name="connsiteY31" fmla="*/ 533446 h 539450"/>
                <a:gd name="connsiteX32" fmla="*/ 311694 w 2912392"/>
                <a:gd name="connsiteY32" fmla="*/ 532035 h 539450"/>
                <a:gd name="connsiteX33" fmla="*/ 321435 w 2912392"/>
                <a:gd name="connsiteY33" fmla="*/ 530454 h 539450"/>
                <a:gd name="connsiteX34" fmla="*/ 331175 w 2912392"/>
                <a:gd name="connsiteY34" fmla="*/ 528701 h 539450"/>
                <a:gd name="connsiteX35" fmla="*/ 340916 w 2912392"/>
                <a:gd name="connsiteY35" fmla="*/ 526770 h 539450"/>
                <a:gd name="connsiteX36" fmla="*/ 350656 w 2912392"/>
                <a:gd name="connsiteY36" fmla="*/ 524657 h 539450"/>
                <a:gd name="connsiteX37" fmla="*/ 360396 w 2912392"/>
                <a:gd name="connsiteY37" fmla="*/ 522360 h 539450"/>
                <a:gd name="connsiteX38" fmla="*/ 370137 w 2912392"/>
                <a:gd name="connsiteY38" fmla="*/ 519875 h 539450"/>
                <a:gd name="connsiteX39" fmla="*/ 379878 w 2912392"/>
                <a:gd name="connsiteY39" fmla="*/ 517199 h 539450"/>
                <a:gd name="connsiteX40" fmla="*/ 389617 w 2912392"/>
                <a:gd name="connsiteY40" fmla="*/ 514329 h 539450"/>
                <a:gd name="connsiteX41" fmla="*/ 399358 w 2912392"/>
                <a:gd name="connsiteY41" fmla="*/ 511265 h 539450"/>
                <a:gd name="connsiteX42" fmla="*/ 409099 w 2912392"/>
                <a:gd name="connsiteY42" fmla="*/ 508003 h 539450"/>
                <a:gd name="connsiteX43" fmla="*/ 418839 w 2912392"/>
                <a:gd name="connsiteY43" fmla="*/ 504544 h 539450"/>
                <a:gd name="connsiteX44" fmla="*/ 428580 w 2912392"/>
                <a:gd name="connsiteY44" fmla="*/ 500886 h 539450"/>
                <a:gd name="connsiteX45" fmla="*/ 438321 w 2912392"/>
                <a:gd name="connsiteY45" fmla="*/ 497027 h 539450"/>
                <a:gd name="connsiteX46" fmla="*/ 448060 w 2912392"/>
                <a:gd name="connsiteY46" fmla="*/ 492972 h 539450"/>
                <a:gd name="connsiteX47" fmla="*/ 457801 w 2912392"/>
                <a:gd name="connsiteY47" fmla="*/ 488716 h 539450"/>
                <a:gd name="connsiteX48" fmla="*/ 467542 w 2912392"/>
                <a:gd name="connsiteY48" fmla="*/ 484265 h 539450"/>
                <a:gd name="connsiteX49" fmla="*/ 477281 w 2912392"/>
                <a:gd name="connsiteY49" fmla="*/ 479619 h 539450"/>
                <a:gd name="connsiteX50" fmla="*/ 487022 w 2912392"/>
                <a:gd name="connsiteY50" fmla="*/ 474778 h 539450"/>
                <a:gd name="connsiteX51" fmla="*/ 496763 w 2912392"/>
                <a:gd name="connsiteY51" fmla="*/ 469749 h 539450"/>
                <a:gd name="connsiteX52" fmla="*/ 506503 w 2912392"/>
                <a:gd name="connsiteY52" fmla="*/ 464531 h 539450"/>
                <a:gd name="connsiteX53" fmla="*/ 516244 w 2912392"/>
                <a:gd name="connsiteY53" fmla="*/ 459130 h 539450"/>
                <a:gd name="connsiteX54" fmla="*/ 525985 w 2912392"/>
                <a:gd name="connsiteY54" fmla="*/ 453550 h 539450"/>
                <a:gd name="connsiteX55" fmla="*/ 535724 w 2912392"/>
                <a:gd name="connsiteY55" fmla="*/ 447795 h 539450"/>
                <a:gd name="connsiteX56" fmla="*/ 545465 w 2912392"/>
                <a:gd name="connsiteY56" fmla="*/ 441870 h 539450"/>
                <a:gd name="connsiteX57" fmla="*/ 555206 w 2912392"/>
                <a:gd name="connsiteY57" fmla="*/ 435780 h 539450"/>
                <a:gd name="connsiteX58" fmla="*/ 564946 w 2912392"/>
                <a:gd name="connsiteY58" fmla="*/ 429532 h 539450"/>
                <a:gd name="connsiteX59" fmla="*/ 574687 w 2912392"/>
                <a:gd name="connsiteY59" fmla="*/ 423133 h 539450"/>
                <a:gd name="connsiteX60" fmla="*/ 584428 w 2912392"/>
                <a:gd name="connsiteY60" fmla="*/ 416586 h 539450"/>
                <a:gd name="connsiteX61" fmla="*/ 594167 w 2912392"/>
                <a:gd name="connsiteY61" fmla="*/ 409902 h 539450"/>
                <a:gd name="connsiteX62" fmla="*/ 603908 w 2912392"/>
                <a:gd name="connsiteY62" fmla="*/ 403087 h 539450"/>
                <a:gd name="connsiteX63" fmla="*/ 613649 w 2912392"/>
                <a:gd name="connsiteY63" fmla="*/ 396151 h 539450"/>
                <a:gd name="connsiteX64" fmla="*/ 623388 w 2912392"/>
                <a:gd name="connsiteY64" fmla="*/ 389099 h 539450"/>
                <a:gd name="connsiteX65" fmla="*/ 633129 w 2912392"/>
                <a:gd name="connsiteY65" fmla="*/ 381940 h 539450"/>
                <a:gd name="connsiteX66" fmla="*/ 642870 w 2912392"/>
                <a:gd name="connsiteY66" fmla="*/ 374683 h 539450"/>
                <a:gd name="connsiteX67" fmla="*/ 652610 w 2912392"/>
                <a:gd name="connsiteY67" fmla="*/ 367339 h 539450"/>
                <a:gd name="connsiteX68" fmla="*/ 662351 w 2912392"/>
                <a:gd name="connsiteY68" fmla="*/ 359915 h 539450"/>
                <a:gd name="connsiteX69" fmla="*/ 672092 w 2912392"/>
                <a:gd name="connsiteY69" fmla="*/ 352421 h 539450"/>
                <a:gd name="connsiteX70" fmla="*/ 681831 w 2912392"/>
                <a:gd name="connsiteY70" fmla="*/ 344867 h 539450"/>
                <a:gd name="connsiteX71" fmla="*/ 691572 w 2912392"/>
                <a:gd name="connsiteY71" fmla="*/ 337262 h 539450"/>
                <a:gd name="connsiteX72" fmla="*/ 701313 w 2912392"/>
                <a:gd name="connsiteY72" fmla="*/ 329618 h 539450"/>
                <a:gd name="connsiteX73" fmla="*/ 711052 w 2912392"/>
                <a:gd name="connsiteY73" fmla="*/ 321943 h 539450"/>
                <a:gd name="connsiteX74" fmla="*/ 720793 w 2912392"/>
                <a:gd name="connsiteY74" fmla="*/ 314248 h 539450"/>
                <a:gd name="connsiteX75" fmla="*/ 730534 w 2912392"/>
                <a:gd name="connsiteY75" fmla="*/ 306542 h 539450"/>
                <a:gd name="connsiteX76" fmla="*/ 740274 w 2912392"/>
                <a:gd name="connsiteY76" fmla="*/ 298836 h 539450"/>
                <a:gd name="connsiteX77" fmla="*/ 750015 w 2912392"/>
                <a:gd name="connsiteY77" fmla="*/ 291143 h 539450"/>
                <a:gd name="connsiteX78" fmla="*/ 759756 w 2912392"/>
                <a:gd name="connsiteY78" fmla="*/ 283468 h 539450"/>
                <a:gd name="connsiteX79" fmla="*/ 769495 w 2912392"/>
                <a:gd name="connsiteY79" fmla="*/ 275823 h 539450"/>
                <a:gd name="connsiteX80" fmla="*/ 779236 w 2912392"/>
                <a:gd name="connsiteY80" fmla="*/ 268220 h 539450"/>
                <a:gd name="connsiteX81" fmla="*/ 788977 w 2912392"/>
                <a:gd name="connsiteY81" fmla="*/ 260668 h 539450"/>
                <a:gd name="connsiteX82" fmla="*/ 798717 w 2912392"/>
                <a:gd name="connsiteY82" fmla="*/ 253175 h 539450"/>
                <a:gd name="connsiteX83" fmla="*/ 808458 w 2912392"/>
                <a:gd name="connsiteY83" fmla="*/ 245753 h 539450"/>
                <a:gd name="connsiteX84" fmla="*/ 818199 w 2912392"/>
                <a:gd name="connsiteY84" fmla="*/ 238411 h 539450"/>
                <a:gd name="connsiteX85" fmla="*/ 827938 w 2912392"/>
                <a:gd name="connsiteY85" fmla="*/ 231156 h 539450"/>
                <a:gd name="connsiteX86" fmla="*/ 837679 w 2912392"/>
                <a:gd name="connsiteY86" fmla="*/ 223999 h 539450"/>
                <a:gd name="connsiteX87" fmla="*/ 847420 w 2912392"/>
                <a:gd name="connsiteY87" fmla="*/ 216949 h 539450"/>
                <a:gd name="connsiteX88" fmla="*/ 857159 w 2912392"/>
                <a:gd name="connsiteY88" fmla="*/ 210013 h 539450"/>
                <a:gd name="connsiteX89" fmla="*/ 866900 w 2912392"/>
                <a:gd name="connsiteY89" fmla="*/ 203200 h 539450"/>
                <a:gd name="connsiteX90" fmla="*/ 876641 w 2912392"/>
                <a:gd name="connsiteY90" fmla="*/ 196518 h 539450"/>
                <a:gd name="connsiteX91" fmla="*/ 886381 w 2912392"/>
                <a:gd name="connsiteY91" fmla="*/ 189974 h 539450"/>
                <a:gd name="connsiteX92" fmla="*/ 896122 w 2912392"/>
                <a:gd name="connsiteY92" fmla="*/ 183576 h 539450"/>
                <a:gd name="connsiteX93" fmla="*/ 905863 w 2912392"/>
                <a:gd name="connsiteY93" fmla="*/ 177331 h 539450"/>
                <a:gd name="connsiteX94" fmla="*/ 915602 w 2912392"/>
                <a:gd name="connsiteY94" fmla="*/ 171243 h 539450"/>
                <a:gd name="connsiteX95" fmla="*/ 925343 w 2912392"/>
                <a:gd name="connsiteY95" fmla="*/ 165321 h 539450"/>
                <a:gd name="connsiteX96" fmla="*/ 935084 w 2912392"/>
                <a:gd name="connsiteY96" fmla="*/ 159570 h 539450"/>
                <a:gd name="connsiteX97" fmla="*/ 944824 w 2912392"/>
                <a:gd name="connsiteY97" fmla="*/ 153994 h 539450"/>
                <a:gd name="connsiteX98" fmla="*/ 954564 w 2912392"/>
                <a:gd name="connsiteY98" fmla="*/ 148598 h 539450"/>
                <a:gd name="connsiteX99" fmla="*/ 964305 w 2912392"/>
                <a:gd name="connsiteY99" fmla="*/ 143388 h 539450"/>
                <a:gd name="connsiteX100" fmla="*/ 974045 w 2912392"/>
                <a:gd name="connsiteY100" fmla="*/ 138367 h 539450"/>
                <a:gd name="connsiteX101" fmla="*/ 983786 w 2912392"/>
                <a:gd name="connsiteY101" fmla="*/ 133537 h 539450"/>
                <a:gd name="connsiteX102" fmla="*/ 993522 w 2912392"/>
                <a:gd name="connsiteY102" fmla="*/ 128903 h 539450"/>
                <a:gd name="connsiteX103" fmla="*/ 1003266 w 2912392"/>
                <a:gd name="connsiteY103" fmla="*/ 124466 h 539450"/>
                <a:gd name="connsiteX104" fmla="*/ 1013010 w 2912392"/>
                <a:gd name="connsiteY104" fmla="*/ 120230 h 539450"/>
                <a:gd name="connsiteX105" fmla="*/ 1022754 w 2912392"/>
                <a:gd name="connsiteY105" fmla="*/ 116196 h 539450"/>
                <a:gd name="connsiteX106" fmla="*/ 1032483 w 2912392"/>
                <a:gd name="connsiteY106" fmla="*/ 112364 h 539450"/>
                <a:gd name="connsiteX107" fmla="*/ 1042227 w 2912392"/>
                <a:gd name="connsiteY107" fmla="*/ 108736 h 539450"/>
                <a:gd name="connsiteX108" fmla="*/ 1051971 w 2912392"/>
                <a:gd name="connsiteY108" fmla="*/ 105310 h 539450"/>
                <a:gd name="connsiteX109" fmla="*/ 1061715 w 2912392"/>
                <a:gd name="connsiteY109" fmla="*/ 102089 h 539450"/>
                <a:gd name="connsiteX110" fmla="*/ 1071444 w 2912392"/>
                <a:gd name="connsiteY110" fmla="*/ 99072 h 539450"/>
                <a:gd name="connsiteX111" fmla="*/ 1081188 w 2912392"/>
                <a:gd name="connsiteY111" fmla="*/ 96255 h 539450"/>
                <a:gd name="connsiteX112" fmla="*/ 1090932 w 2912392"/>
                <a:gd name="connsiteY112" fmla="*/ 93639 h 539450"/>
                <a:gd name="connsiteX113" fmla="*/ 1100676 w 2912392"/>
                <a:gd name="connsiteY113" fmla="*/ 91221 h 539450"/>
                <a:gd name="connsiteX114" fmla="*/ 1110405 w 2912392"/>
                <a:gd name="connsiteY114" fmla="*/ 88998 h 539450"/>
                <a:gd name="connsiteX115" fmla="*/ 1120149 w 2912392"/>
                <a:gd name="connsiteY115" fmla="*/ 86967 h 539450"/>
                <a:gd name="connsiteX116" fmla="*/ 1129893 w 2912392"/>
                <a:gd name="connsiteY116" fmla="*/ 85127 h 539450"/>
                <a:gd name="connsiteX117" fmla="*/ 1139637 w 2912392"/>
                <a:gd name="connsiteY117" fmla="*/ 83472 h 539450"/>
                <a:gd name="connsiteX118" fmla="*/ 1149381 w 2912392"/>
                <a:gd name="connsiteY118" fmla="*/ 82000 h 539450"/>
                <a:gd name="connsiteX119" fmla="*/ 1159110 w 2912392"/>
                <a:gd name="connsiteY119" fmla="*/ 80703 h 539450"/>
                <a:gd name="connsiteX120" fmla="*/ 1168854 w 2912392"/>
                <a:gd name="connsiteY120" fmla="*/ 79580 h 539450"/>
                <a:gd name="connsiteX121" fmla="*/ 1178598 w 2912392"/>
                <a:gd name="connsiteY121" fmla="*/ 78623 h 539450"/>
                <a:gd name="connsiteX122" fmla="*/ 1188341 w 2912392"/>
                <a:gd name="connsiteY122" fmla="*/ 77829 h 539450"/>
                <a:gd name="connsiteX123" fmla="*/ 1198070 w 2912392"/>
                <a:gd name="connsiteY123" fmla="*/ 77190 h 539450"/>
                <a:gd name="connsiteX124" fmla="*/ 1207814 w 2912392"/>
                <a:gd name="connsiteY124" fmla="*/ 76701 h 539450"/>
                <a:gd name="connsiteX125" fmla="*/ 1217558 w 2912392"/>
                <a:gd name="connsiteY125" fmla="*/ 76356 h 539450"/>
                <a:gd name="connsiteX126" fmla="*/ 1227302 w 2912392"/>
                <a:gd name="connsiteY126" fmla="*/ 76147 h 539450"/>
                <a:gd name="connsiteX127" fmla="*/ 1237031 w 2912392"/>
                <a:gd name="connsiteY127" fmla="*/ 76068 h 539450"/>
                <a:gd name="connsiteX128" fmla="*/ 1246775 w 2912392"/>
                <a:gd name="connsiteY128" fmla="*/ 76111 h 539450"/>
                <a:gd name="connsiteX129" fmla="*/ 1256519 w 2912392"/>
                <a:gd name="connsiteY129" fmla="*/ 76269 h 539450"/>
                <a:gd name="connsiteX130" fmla="*/ 1266263 w 2912392"/>
                <a:gd name="connsiteY130" fmla="*/ 76536 h 539450"/>
                <a:gd name="connsiteX131" fmla="*/ 1276007 w 2912392"/>
                <a:gd name="connsiteY131" fmla="*/ 76901 h 539450"/>
                <a:gd name="connsiteX132" fmla="*/ 1285736 w 2912392"/>
                <a:gd name="connsiteY132" fmla="*/ 77358 h 539450"/>
                <a:gd name="connsiteX133" fmla="*/ 1295480 w 2912392"/>
                <a:gd name="connsiteY133" fmla="*/ 77899 h 539450"/>
                <a:gd name="connsiteX134" fmla="*/ 1305224 w 2912392"/>
                <a:gd name="connsiteY134" fmla="*/ 78515 h 539450"/>
                <a:gd name="connsiteX135" fmla="*/ 1314968 w 2912392"/>
                <a:gd name="connsiteY135" fmla="*/ 79199 h 539450"/>
                <a:gd name="connsiteX136" fmla="*/ 1324697 w 2912392"/>
                <a:gd name="connsiteY136" fmla="*/ 79940 h 539450"/>
                <a:gd name="connsiteX137" fmla="*/ 1334441 w 2912392"/>
                <a:gd name="connsiteY137" fmla="*/ 80735 h 539450"/>
                <a:gd name="connsiteX138" fmla="*/ 1344185 w 2912392"/>
                <a:gd name="connsiteY138" fmla="*/ 81569 h 539450"/>
                <a:gd name="connsiteX139" fmla="*/ 1353929 w 2912392"/>
                <a:gd name="connsiteY139" fmla="*/ 82438 h 539450"/>
                <a:gd name="connsiteX140" fmla="*/ 1363658 w 2912392"/>
                <a:gd name="connsiteY140" fmla="*/ 83331 h 539450"/>
                <a:gd name="connsiteX141" fmla="*/ 1373402 w 2912392"/>
                <a:gd name="connsiteY141" fmla="*/ 84243 h 539450"/>
                <a:gd name="connsiteX142" fmla="*/ 1383146 w 2912392"/>
                <a:gd name="connsiteY142" fmla="*/ 85164 h 539450"/>
                <a:gd name="connsiteX143" fmla="*/ 1392890 w 2912392"/>
                <a:gd name="connsiteY143" fmla="*/ 86083 h 539450"/>
                <a:gd name="connsiteX144" fmla="*/ 1402619 w 2912392"/>
                <a:gd name="connsiteY144" fmla="*/ 86997 h 539450"/>
                <a:gd name="connsiteX145" fmla="*/ 1412363 w 2912392"/>
                <a:gd name="connsiteY145" fmla="*/ 87895 h 539450"/>
                <a:gd name="connsiteX146" fmla="*/ 1422106 w 2912392"/>
                <a:gd name="connsiteY146" fmla="*/ 88770 h 539450"/>
                <a:gd name="connsiteX147" fmla="*/ 1431850 w 2912392"/>
                <a:gd name="connsiteY147" fmla="*/ 89614 h 539450"/>
                <a:gd name="connsiteX148" fmla="*/ 1441594 w 2912392"/>
                <a:gd name="connsiteY148" fmla="*/ 90420 h 539450"/>
                <a:gd name="connsiteX149" fmla="*/ 1451323 w 2912392"/>
                <a:gd name="connsiteY149" fmla="*/ 91180 h 539450"/>
                <a:gd name="connsiteX150" fmla="*/ 1461067 w 2912392"/>
                <a:gd name="connsiteY150" fmla="*/ 91889 h 539450"/>
                <a:gd name="connsiteX151" fmla="*/ 1470811 w 2912392"/>
                <a:gd name="connsiteY151" fmla="*/ 92539 h 539450"/>
                <a:gd name="connsiteX152" fmla="*/ 1480555 w 2912392"/>
                <a:gd name="connsiteY152" fmla="*/ 93123 h 539450"/>
                <a:gd name="connsiteX153" fmla="*/ 1490284 w 2912392"/>
                <a:gd name="connsiteY153" fmla="*/ 93637 h 539450"/>
                <a:gd name="connsiteX154" fmla="*/ 1500028 w 2912392"/>
                <a:gd name="connsiteY154" fmla="*/ 94074 h 539450"/>
                <a:gd name="connsiteX155" fmla="*/ 1509772 w 2912392"/>
                <a:gd name="connsiteY155" fmla="*/ 94428 h 539450"/>
                <a:gd name="connsiteX156" fmla="*/ 1519516 w 2912392"/>
                <a:gd name="connsiteY156" fmla="*/ 94695 h 539450"/>
                <a:gd name="connsiteX157" fmla="*/ 1529245 w 2912392"/>
                <a:gd name="connsiteY157" fmla="*/ 94871 h 539450"/>
                <a:gd name="connsiteX158" fmla="*/ 1538989 w 2912392"/>
                <a:gd name="connsiteY158" fmla="*/ 94950 h 539450"/>
                <a:gd name="connsiteX159" fmla="*/ 1548733 w 2912392"/>
                <a:gd name="connsiteY159" fmla="*/ 94927 h 539450"/>
                <a:gd name="connsiteX160" fmla="*/ 1558477 w 2912392"/>
                <a:gd name="connsiteY160" fmla="*/ 94802 h 539450"/>
                <a:gd name="connsiteX161" fmla="*/ 1568221 w 2912392"/>
                <a:gd name="connsiteY161" fmla="*/ 94571 h 539450"/>
                <a:gd name="connsiteX162" fmla="*/ 1577950 w 2912392"/>
                <a:gd name="connsiteY162" fmla="*/ 94230 h 539450"/>
                <a:gd name="connsiteX163" fmla="*/ 1587694 w 2912392"/>
                <a:gd name="connsiteY163" fmla="*/ 93777 h 539450"/>
                <a:gd name="connsiteX164" fmla="*/ 1597438 w 2912392"/>
                <a:gd name="connsiteY164" fmla="*/ 93211 h 539450"/>
                <a:gd name="connsiteX165" fmla="*/ 1607182 w 2912392"/>
                <a:gd name="connsiteY165" fmla="*/ 92530 h 539450"/>
                <a:gd name="connsiteX166" fmla="*/ 1616911 w 2912392"/>
                <a:gd name="connsiteY166" fmla="*/ 91735 h 539450"/>
                <a:gd name="connsiteX167" fmla="*/ 1626655 w 2912392"/>
                <a:gd name="connsiteY167" fmla="*/ 90823 h 539450"/>
                <a:gd name="connsiteX168" fmla="*/ 1636399 w 2912392"/>
                <a:gd name="connsiteY168" fmla="*/ 89796 h 539450"/>
                <a:gd name="connsiteX169" fmla="*/ 1646142 w 2912392"/>
                <a:gd name="connsiteY169" fmla="*/ 88653 h 539450"/>
                <a:gd name="connsiteX170" fmla="*/ 1655872 w 2912392"/>
                <a:gd name="connsiteY170" fmla="*/ 87397 h 539450"/>
                <a:gd name="connsiteX171" fmla="*/ 1665616 w 2912392"/>
                <a:gd name="connsiteY171" fmla="*/ 86030 h 539450"/>
                <a:gd name="connsiteX172" fmla="*/ 1675359 w 2912392"/>
                <a:gd name="connsiteY172" fmla="*/ 84552 h 539450"/>
                <a:gd name="connsiteX173" fmla="*/ 1685103 w 2912392"/>
                <a:gd name="connsiteY173" fmla="*/ 82965 h 539450"/>
                <a:gd name="connsiteX174" fmla="*/ 1694832 w 2912392"/>
                <a:gd name="connsiteY174" fmla="*/ 81272 h 539450"/>
                <a:gd name="connsiteX175" fmla="*/ 1704576 w 2912392"/>
                <a:gd name="connsiteY175" fmla="*/ 79480 h 539450"/>
                <a:gd name="connsiteX176" fmla="*/ 1714320 w 2912392"/>
                <a:gd name="connsiteY176" fmla="*/ 77589 h 539450"/>
                <a:gd name="connsiteX177" fmla="*/ 1724064 w 2912392"/>
                <a:gd name="connsiteY177" fmla="*/ 75605 h 539450"/>
                <a:gd name="connsiteX178" fmla="*/ 1733808 w 2912392"/>
                <a:gd name="connsiteY178" fmla="*/ 73531 h 539450"/>
                <a:gd name="connsiteX179" fmla="*/ 1743537 w 2912392"/>
                <a:gd name="connsiteY179" fmla="*/ 71374 h 539450"/>
                <a:gd name="connsiteX180" fmla="*/ 1753281 w 2912392"/>
                <a:gd name="connsiteY180" fmla="*/ 69137 h 539450"/>
                <a:gd name="connsiteX181" fmla="*/ 1763025 w 2912392"/>
                <a:gd name="connsiteY181" fmla="*/ 66828 h 539450"/>
                <a:gd name="connsiteX182" fmla="*/ 1772769 w 2912392"/>
                <a:gd name="connsiteY182" fmla="*/ 64453 h 539450"/>
                <a:gd name="connsiteX183" fmla="*/ 1782498 w 2912392"/>
                <a:gd name="connsiteY183" fmla="*/ 62017 h 539450"/>
                <a:gd name="connsiteX184" fmla="*/ 1792242 w 2912392"/>
                <a:gd name="connsiteY184" fmla="*/ 59529 h 539450"/>
                <a:gd name="connsiteX185" fmla="*/ 1801986 w 2912392"/>
                <a:gd name="connsiteY185" fmla="*/ 56995 h 539450"/>
                <a:gd name="connsiteX186" fmla="*/ 1811730 w 2912392"/>
                <a:gd name="connsiteY186" fmla="*/ 54422 h 539450"/>
                <a:gd name="connsiteX187" fmla="*/ 1821459 w 2912392"/>
                <a:gd name="connsiteY187" fmla="*/ 51816 h 539450"/>
                <a:gd name="connsiteX188" fmla="*/ 1831203 w 2912392"/>
                <a:gd name="connsiteY188" fmla="*/ 49189 h 539450"/>
                <a:gd name="connsiteX189" fmla="*/ 1840947 w 2912392"/>
                <a:gd name="connsiteY189" fmla="*/ 46546 h 539450"/>
                <a:gd name="connsiteX190" fmla="*/ 1850691 w 2912392"/>
                <a:gd name="connsiteY190" fmla="*/ 43895 h 539450"/>
                <a:gd name="connsiteX191" fmla="*/ 1860435 w 2912392"/>
                <a:gd name="connsiteY191" fmla="*/ 41248 h 539450"/>
                <a:gd name="connsiteX192" fmla="*/ 1870164 w 2912392"/>
                <a:gd name="connsiteY192" fmla="*/ 38609 h 539450"/>
                <a:gd name="connsiteX193" fmla="*/ 1879908 w 2912392"/>
                <a:gd name="connsiteY193" fmla="*/ 35988 h 539450"/>
                <a:gd name="connsiteX194" fmla="*/ 1889652 w 2912392"/>
                <a:gd name="connsiteY194" fmla="*/ 33396 h 539450"/>
                <a:gd name="connsiteX195" fmla="*/ 1899395 w 2912392"/>
                <a:gd name="connsiteY195" fmla="*/ 30841 h 539450"/>
                <a:gd name="connsiteX196" fmla="*/ 1909124 w 2912392"/>
                <a:gd name="connsiteY196" fmla="*/ 28329 h 539450"/>
                <a:gd name="connsiteX197" fmla="*/ 1918868 w 2912392"/>
                <a:gd name="connsiteY197" fmla="*/ 25871 h 539450"/>
                <a:gd name="connsiteX198" fmla="*/ 1928612 w 2912392"/>
                <a:gd name="connsiteY198" fmla="*/ 23476 h 539450"/>
                <a:gd name="connsiteX199" fmla="*/ 1938356 w 2912392"/>
                <a:gd name="connsiteY199" fmla="*/ 21151 h 539450"/>
                <a:gd name="connsiteX200" fmla="*/ 1948085 w 2912392"/>
                <a:gd name="connsiteY200" fmla="*/ 18907 h 539450"/>
                <a:gd name="connsiteX201" fmla="*/ 1957829 w 2912392"/>
                <a:gd name="connsiteY201" fmla="*/ 16749 h 539450"/>
                <a:gd name="connsiteX202" fmla="*/ 1967573 w 2912392"/>
                <a:gd name="connsiteY202" fmla="*/ 14689 h 539450"/>
                <a:gd name="connsiteX203" fmla="*/ 1977317 w 2912392"/>
                <a:gd name="connsiteY203" fmla="*/ 12733 h 539450"/>
                <a:gd name="connsiteX204" fmla="*/ 1987046 w 2912392"/>
                <a:gd name="connsiteY204" fmla="*/ 10888 h 539450"/>
                <a:gd name="connsiteX205" fmla="*/ 1996790 w 2912392"/>
                <a:gd name="connsiteY205" fmla="*/ 9164 h 539450"/>
                <a:gd name="connsiteX206" fmla="*/ 2006534 w 2912392"/>
                <a:gd name="connsiteY206" fmla="*/ 7569 h 539450"/>
                <a:gd name="connsiteX207" fmla="*/ 2016278 w 2912392"/>
                <a:gd name="connsiteY207" fmla="*/ 6106 h 539450"/>
                <a:gd name="connsiteX208" fmla="*/ 2026022 w 2912392"/>
                <a:gd name="connsiteY208" fmla="*/ 4786 h 539450"/>
                <a:gd name="connsiteX209" fmla="*/ 2035751 w 2912392"/>
                <a:gd name="connsiteY209" fmla="*/ 3613 h 539450"/>
                <a:gd name="connsiteX210" fmla="*/ 2045495 w 2912392"/>
                <a:gd name="connsiteY210" fmla="*/ 2594 h 539450"/>
                <a:gd name="connsiteX211" fmla="*/ 2055239 w 2912392"/>
                <a:gd name="connsiteY211" fmla="*/ 1734 h 539450"/>
                <a:gd name="connsiteX212" fmla="*/ 2064983 w 2912392"/>
                <a:gd name="connsiteY212" fmla="*/ 1041 h 539450"/>
                <a:gd name="connsiteX213" fmla="*/ 2074712 w 2912392"/>
                <a:gd name="connsiteY213" fmla="*/ 517 h 539450"/>
                <a:gd name="connsiteX214" fmla="*/ 2084456 w 2912392"/>
                <a:gd name="connsiteY214" fmla="*/ 168 h 539450"/>
                <a:gd name="connsiteX215" fmla="*/ 2094200 w 2912392"/>
                <a:gd name="connsiteY215" fmla="*/ 0 h 539450"/>
                <a:gd name="connsiteX216" fmla="*/ 2103944 w 2912392"/>
                <a:gd name="connsiteY216" fmla="*/ 13 h 539450"/>
                <a:gd name="connsiteX217" fmla="*/ 2113673 w 2912392"/>
                <a:gd name="connsiteY217" fmla="*/ 212 h 539450"/>
                <a:gd name="connsiteX218" fmla="*/ 2123417 w 2912392"/>
                <a:gd name="connsiteY218" fmla="*/ 600 h 539450"/>
                <a:gd name="connsiteX219" fmla="*/ 2133161 w 2912392"/>
                <a:gd name="connsiteY219" fmla="*/ 1179 h 539450"/>
                <a:gd name="connsiteX220" fmla="*/ 2142905 w 2912392"/>
                <a:gd name="connsiteY220" fmla="*/ 1950 h 539450"/>
                <a:gd name="connsiteX221" fmla="*/ 2152649 w 2912392"/>
                <a:gd name="connsiteY221" fmla="*/ 2916 h 539450"/>
                <a:gd name="connsiteX222" fmla="*/ 2162377 w 2912392"/>
                <a:gd name="connsiteY222" fmla="*/ 4078 h 539450"/>
                <a:gd name="connsiteX223" fmla="*/ 2172121 w 2912392"/>
                <a:gd name="connsiteY223" fmla="*/ 5434 h 539450"/>
                <a:gd name="connsiteX224" fmla="*/ 2181865 w 2912392"/>
                <a:gd name="connsiteY224" fmla="*/ 6985 h 539450"/>
                <a:gd name="connsiteX225" fmla="*/ 2191609 w 2912392"/>
                <a:gd name="connsiteY225" fmla="*/ 8731 h 539450"/>
                <a:gd name="connsiteX226" fmla="*/ 2201338 w 2912392"/>
                <a:gd name="connsiteY226" fmla="*/ 10669 h 539450"/>
                <a:gd name="connsiteX227" fmla="*/ 2211082 w 2912392"/>
                <a:gd name="connsiteY227" fmla="*/ 12800 h 539450"/>
                <a:gd name="connsiteX228" fmla="*/ 2220826 w 2912392"/>
                <a:gd name="connsiteY228" fmla="*/ 15120 h 539450"/>
                <a:gd name="connsiteX229" fmla="*/ 2230570 w 2912392"/>
                <a:gd name="connsiteY229" fmla="*/ 17626 h 539450"/>
                <a:gd name="connsiteX230" fmla="*/ 2240299 w 2912392"/>
                <a:gd name="connsiteY230" fmla="*/ 20316 h 539450"/>
                <a:gd name="connsiteX231" fmla="*/ 2250043 w 2912392"/>
                <a:gd name="connsiteY231" fmla="*/ 23186 h 539450"/>
                <a:gd name="connsiteX232" fmla="*/ 2259787 w 2912392"/>
                <a:gd name="connsiteY232" fmla="*/ 26233 h 539450"/>
                <a:gd name="connsiteX233" fmla="*/ 2269531 w 2912392"/>
                <a:gd name="connsiteY233" fmla="*/ 29449 h 539450"/>
                <a:gd name="connsiteX234" fmla="*/ 2279260 w 2912392"/>
                <a:gd name="connsiteY234" fmla="*/ 32834 h 539450"/>
                <a:gd name="connsiteX235" fmla="*/ 2289004 w 2912392"/>
                <a:gd name="connsiteY235" fmla="*/ 36379 h 539450"/>
                <a:gd name="connsiteX236" fmla="*/ 2298748 w 2912392"/>
                <a:gd name="connsiteY236" fmla="*/ 40080 h 539450"/>
                <a:gd name="connsiteX237" fmla="*/ 2308492 w 2912392"/>
                <a:gd name="connsiteY237" fmla="*/ 43930 h 539450"/>
                <a:gd name="connsiteX238" fmla="*/ 2318236 w 2912392"/>
                <a:gd name="connsiteY238" fmla="*/ 47923 h 539450"/>
                <a:gd name="connsiteX239" fmla="*/ 2327965 w 2912392"/>
                <a:gd name="connsiteY239" fmla="*/ 52053 h 539450"/>
                <a:gd name="connsiteX240" fmla="*/ 2337709 w 2912392"/>
                <a:gd name="connsiteY240" fmla="*/ 56311 h 539450"/>
                <a:gd name="connsiteX241" fmla="*/ 2347453 w 2912392"/>
                <a:gd name="connsiteY241" fmla="*/ 60691 h 539450"/>
                <a:gd name="connsiteX242" fmla="*/ 2357197 w 2912392"/>
                <a:gd name="connsiteY242" fmla="*/ 65186 h 539450"/>
                <a:gd name="connsiteX243" fmla="*/ 2366926 w 2912392"/>
                <a:gd name="connsiteY243" fmla="*/ 69785 h 539450"/>
                <a:gd name="connsiteX244" fmla="*/ 2376670 w 2912392"/>
                <a:gd name="connsiteY244" fmla="*/ 74484 h 539450"/>
                <a:gd name="connsiteX245" fmla="*/ 2386413 w 2912392"/>
                <a:gd name="connsiteY245" fmla="*/ 79273 h 539450"/>
                <a:gd name="connsiteX246" fmla="*/ 2396157 w 2912392"/>
                <a:gd name="connsiteY246" fmla="*/ 84142 h 539450"/>
                <a:gd name="connsiteX247" fmla="*/ 2405886 w 2912392"/>
                <a:gd name="connsiteY247" fmla="*/ 89084 h 539450"/>
                <a:gd name="connsiteX248" fmla="*/ 2415630 w 2912392"/>
                <a:gd name="connsiteY248" fmla="*/ 94090 h 539450"/>
                <a:gd name="connsiteX249" fmla="*/ 2425374 w 2912392"/>
                <a:gd name="connsiteY249" fmla="*/ 99150 h 539450"/>
                <a:gd name="connsiteX250" fmla="*/ 2435118 w 2912392"/>
                <a:gd name="connsiteY250" fmla="*/ 104256 h 539450"/>
                <a:gd name="connsiteX251" fmla="*/ 2444862 w 2912392"/>
                <a:gd name="connsiteY251" fmla="*/ 109399 h 539450"/>
                <a:gd name="connsiteX252" fmla="*/ 2454591 w 2912392"/>
                <a:gd name="connsiteY252" fmla="*/ 114570 h 539450"/>
                <a:gd name="connsiteX253" fmla="*/ 2464335 w 2912392"/>
                <a:gd name="connsiteY253" fmla="*/ 119760 h 539450"/>
                <a:gd name="connsiteX254" fmla="*/ 2474079 w 2912392"/>
                <a:gd name="connsiteY254" fmla="*/ 124959 h 539450"/>
                <a:gd name="connsiteX255" fmla="*/ 2483823 w 2912392"/>
                <a:gd name="connsiteY255" fmla="*/ 130159 h 539450"/>
                <a:gd name="connsiteX256" fmla="*/ 2493552 w 2912392"/>
                <a:gd name="connsiteY256" fmla="*/ 135350 h 539450"/>
                <a:gd name="connsiteX257" fmla="*/ 2503296 w 2912392"/>
                <a:gd name="connsiteY257" fmla="*/ 140524 h 539450"/>
                <a:gd name="connsiteX258" fmla="*/ 2513040 w 2912392"/>
                <a:gd name="connsiteY258" fmla="*/ 145673 h 539450"/>
                <a:gd name="connsiteX259" fmla="*/ 2522784 w 2912392"/>
                <a:gd name="connsiteY259" fmla="*/ 150788 h 539450"/>
                <a:gd name="connsiteX260" fmla="*/ 2532513 w 2912392"/>
                <a:gd name="connsiteY260" fmla="*/ 155858 h 539450"/>
                <a:gd name="connsiteX261" fmla="*/ 2542257 w 2912392"/>
                <a:gd name="connsiteY261" fmla="*/ 160879 h 539450"/>
                <a:gd name="connsiteX262" fmla="*/ 2552001 w 2912392"/>
                <a:gd name="connsiteY262" fmla="*/ 165839 h 539450"/>
                <a:gd name="connsiteX263" fmla="*/ 2561745 w 2912392"/>
                <a:gd name="connsiteY263" fmla="*/ 170732 h 539450"/>
                <a:gd name="connsiteX264" fmla="*/ 2571474 w 2912392"/>
                <a:gd name="connsiteY264" fmla="*/ 175550 h 539450"/>
                <a:gd name="connsiteX265" fmla="*/ 2581218 w 2912392"/>
                <a:gd name="connsiteY265" fmla="*/ 180287 h 539450"/>
                <a:gd name="connsiteX266" fmla="*/ 2590962 w 2912392"/>
                <a:gd name="connsiteY266" fmla="*/ 184932 h 539450"/>
                <a:gd name="connsiteX267" fmla="*/ 2600705 w 2912392"/>
                <a:gd name="connsiteY267" fmla="*/ 189481 h 539450"/>
                <a:gd name="connsiteX268" fmla="*/ 2610449 w 2912392"/>
                <a:gd name="connsiteY268" fmla="*/ 193927 h 539450"/>
                <a:gd name="connsiteX269" fmla="*/ 2620178 w 2912392"/>
                <a:gd name="connsiteY269" fmla="*/ 198264 h 539450"/>
                <a:gd name="connsiteX270" fmla="*/ 2629922 w 2912392"/>
                <a:gd name="connsiteY270" fmla="*/ 202483 h 539450"/>
                <a:gd name="connsiteX271" fmla="*/ 2639666 w 2912392"/>
                <a:gd name="connsiteY271" fmla="*/ 206582 h 539450"/>
                <a:gd name="connsiteX272" fmla="*/ 2649410 w 2912392"/>
                <a:gd name="connsiteY272" fmla="*/ 210554 h 539450"/>
                <a:gd name="connsiteX273" fmla="*/ 2659139 w 2912392"/>
                <a:gd name="connsiteY273" fmla="*/ 214393 h 539450"/>
                <a:gd name="connsiteX274" fmla="*/ 2668883 w 2912392"/>
                <a:gd name="connsiteY274" fmla="*/ 218096 h 539450"/>
                <a:gd name="connsiteX275" fmla="*/ 2678627 w 2912392"/>
                <a:gd name="connsiteY275" fmla="*/ 221655 h 539450"/>
                <a:gd name="connsiteX276" fmla="*/ 2688371 w 2912392"/>
                <a:gd name="connsiteY276" fmla="*/ 225070 h 539450"/>
                <a:gd name="connsiteX277" fmla="*/ 2698100 w 2912392"/>
                <a:gd name="connsiteY277" fmla="*/ 228334 h 539450"/>
                <a:gd name="connsiteX278" fmla="*/ 2707844 w 2912392"/>
                <a:gd name="connsiteY278" fmla="*/ 231445 h 539450"/>
                <a:gd name="connsiteX279" fmla="*/ 2717588 w 2912392"/>
                <a:gd name="connsiteY279" fmla="*/ 234400 h 539450"/>
                <a:gd name="connsiteX280" fmla="*/ 2727332 w 2912392"/>
                <a:gd name="connsiteY280" fmla="*/ 237196 h 539450"/>
                <a:gd name="connsiteX281" fmla="*/ 2737076 w 2912392"/>
                <a:gd name="connsiteY281" fmla="*/ 239829 h 539450"/>
                <a:gd name="connsiteX282" fmla="*/ 2746805 w 2912392"/>
                <a:gd name="connsiteY282" fmla="*/ 242299 h 539450"/>
                <a:gd name="connsiteX283" fmla="*/ 2756549 w 2912392"/>
                <a:gd name="connsiteY283" fmla="*/ 244603 h 539450"/>
                <a:gd name="connsiteX284" fmla="*/ 2766293 w 2912392"/>
                <a:gd name="connsiteY284" fmla="*/ 246739 h 539450"/>
                <a:gd name="connsiteX285" fmla="*/ 2776037 w 2912392"/>
                <a:gd name="connsiteY285" fmla="*/ 248707 h 539450"/>
                <a:gd name="connsiteX286" fmla="*/ 2785766 w 2912392"/>
                <a:gd name="connsiteY286" fmla="*/ 250505 h 539450"/>
                <a:gd name="connsiteX287" fmla="*/ 2795510 w 2912392"/>
                <a:gd name="connsiteY287" fmla="*/ 252135 h 539450"/>
                <a:gd name="connsiteX288" fmla="*/ 2805254 w 2912392"/>
                <a:gd name="connsiteY288" fmla="*/ 253594 h 539450"/>
                <a:gd name="connsiteX289" fmla="*/ 2814998 w 2912392"/>
                <a:gd name="connsiteY289" fmla="*/ 254883 h 539450"/>
                <a:gd name="connsiteX290" fmla="*/ 2824727 w 2912392"/>
                <a:gd name="connsiteY290" fmla="*/ 256002 h 539450"/>
                <a:gd name="connsiteX291" fmla="*/ 2834471 w 2912392"/>
                <a:gd name="connsiteY291" fmla="*/ 256954 h 539450"/>
                <a:gd name="connsiteX292" fmla="*/ 2844215 w 2912392"/>
                <a:gd name="connsiteY292" fmla="*/ 257736 h 539450"/>
                <a:gd name="connsiteX293" fmla="*/ 2853958 w 2912392"/>
                <a:gd name="connsiteY293" fmla="*/ 258353 h 539450"/>
                <a:gd name="connsiteX294" fmla="*/ 2863687 w 2912392"/>
                <a:gd name="connsiteY294" fmla="*/ 258806 h 539450"/>
                <a:gd name="connsiteX295" fmla="*/ 2873431 w 2912392"/>
                <a:gd name="connsiteY295" fmla="*/ 259095 h 539450"/>
                <a:gd name="connsiteX296" fmla="*/ 2883175 w 2912392"/>
                <a:gd name="connsiteY296" fmla="*/ 259223 h 539450"/>
                <a:gd name="connsiteX297" fmla="*/ 2892919 w 2912392"/>
                <a:gd name="connsiteY297" fmla="*/ 259193 h 539450"/>
                <a:gd name="connsiteX298" fmla="*/ 2902663 w 2912392"/>
                <a:gd name="connsiteY298" fmla="*/ 259008 h 539450"/>
                <a:gd name="connsiteX299" fmla="*/ 2912392 w 2912392"/>
                <a:gd name="connsiteY299" fmla="*/ 258670 h 539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39450">
                  <a:moveTo>
                    <a:pt x="0" y="523455"/>
                  </a:moveTo>
                  <a:lnTo>
                    <a:pt x="9739" y="524626"/>
                  </a:lnTo>
                  <a:lnTo>
                    <a:pt x="19480" y="525773"/>
                  </a:lnTo>
                  <a:lnTo>
                    <a:pt x="29221" y="526900"/>
                  </a:lnTo>
                  <a:lnTo>
                    <a:pt x="38961" y="527999"/>
                  </a:lnTo>
                  <a:lnTo>
                    <a:pt x="48702" y="529070"/>
                  </a:lnTo>
                  <a:lnTo>
                    <a:pt x="58443" y="530112"/>
                  </a:lnTo>
                  <a:lnTo>
                    <a:pt x="68182" y="531120"/>
                  </a:lnTo>
                  <a:lnTo>
                    <a:pt x="77923" y="532093"/>
                  </a:lnTo>
                  <a:lnTo>
                    <a:pt x="87664" y="533025"/>
                  </a:lnTo>
                  <a:lnTo>
                    <a:pt x="97404" y="533912"/>
                  </a:lnTo>
                  <a:lnTo>
                    <a:pt x="107145" y="534754"/>
                  </a:lnTo>
                  <a:lnTo>
                    <a:pt x="116886" y="535542"/>
                  </a:lnTo>
                  <a:lnTo>
                    <a:pt x="126625" y="536273"/>
                  </a:lnTo>
                  <a:lnTo>
                    <a:pt x="136366" y="536943"/>
                  </a:lnTo>
                  <a:lnTo>
                    <a:pt x="146107" y="537545"/>
                  </a:lnTo>
                  <a:lnTo>
                    <a:pt x="155846" y="538075"/>
                  </a:lnTo>
                  <a:lnTo>
                    <a:pt x="165587" y="538528"/>
                  </a:lnTo>
                  <a:lnTo>
                    <a:pt x="175328" y="538899"/>
                  </a:lnTo>
                  <a:lnTo>
                    <a:pt x="185068" y="539179"/>
                  </a:lnTo>
                  <a:lnTo>
                    <a:pt x="194809" y="539366"/>
                  </a:lnTo>
                  <a:lnTo>
                    <a:pt x="204550" y="539450"/>
                  </a:lnTo>
                  <a:lnTo>
                    <a:pt x="214289" y="539428"/>
                  </a:lnTo>
                  <a:lnTo>
                    <a:pt x="224030" y="539294"/>
                  </a:lnTo>
                  <a:lnTo>
                    <a:pt x="233771" y="539041"/>
                  </a:lnTo>
                  <a:lnTo>
                    <a:pt x="243510" y="538662"/>
                  </a:lnTo>
                  <a:lnTo>
                    <a:pt x="253251" y="538154"/>
                  </a:lnTo>
                  <a:lnTo>
                    <a:pt x="262992" y="537508"/>
                  </a:lnTo>
                  <a:lnTo>
                    <a:pt x="272732" y="536721"/>
                  </a:lnTo>
                  <a:lnTo>
                    <a:pt x="282473" y="535784"/>
                  </a:lnTo>
                  <a:lnTo>
                    <a:pt x="292214" y="534695"/>
                  </a:lnTo>
                  <a:lnTo>
                    <a:pt x="301953" y="533446"/>
                  </a:lnTo>
                  <a:lnTo>
                    <a:pt x="311694" y="532035"/>
                  </a:lnTo>
                  <a:lnTo>
                    <a:pt x="321435" y="530454"/>
                  </a:lnTo>
                  <a:lnTo>
                    <a:pt x="331175" y="528701"/>
                  </a:lnTo>
                  <a:lnTo>
                    <a:pt x="340916" y="526770"/>
                  </a:lnTo>
                  <a:lnTo>
                    <a:pt x="350656" y="524657"/>
                  </a:lnTo>
                  <a:lnTo>
                    <a:pt x="360396" y="522360"/>
                  </a:lnTo>
                  <a:lnTo>
                    <a:pt x="370137" y="519875"/>
                  </a:lnTo>
                  <a:lnTo>
                    <a:pt x="379878" y="517199"/>
                  </a:lnTo>
                  <a:lnTo>
                    <a:pt x="389617" y="514329"/>
                  </a:lnTo>
                  <a:lnTo>
                    <a:pt x="399358" y="511265"/>
                  </a:lnTo>
                  <a:lnTo>
                    <a:pt x="409099" y="508003"/>
                  </a:lnTo>
                  <a:lnTo>
                    <a:pt x="418839" y="504544"/>
                  </a:lnTo>
                  <a:lnTo>
                    <a:pt x="428580" y="500886"/>
                  </a:lnTo>
                  <a:lnTo>
                    <a:pt x="438321" y="497027"/>
                  </a:lnTo>
                  <a:lnTo>
                    <a:pt x="448060" y="492972"/>
                  </a:lnTo>
                  <a:lnTo>
                    <a:pt x="457801" y="488716"/>
                  </a:lnTo>
                  <a:lnTo>
                    <a:pt x="467542" y="484265"/>
                  </a:lnTo>
                  <a:lnTo>
                    <a:pt x="477281" y="479619"/>
                  </a:lnTo>
                  <a:lnTo>
                    <a:pt x="487022" y="474778"/>
                  </a:lnTo>
                  <a:lnTo>
                    <a:pt x="496763" y="469749"/>
                  </a:lnTo>
                  <a:lnTo>
                    <a:pt x="506503" y="464531"/>
                  </a:lnTo>
                  <a:lnTo>
                    <a:pt x="516244" y="459130"/>
                  </a:lnTo>
                  <a:lnTo>
                    <a:pt x="525985" y="453550"/>
                  </a:lnTo>
                  <a:lnTo>
                    <a:pt x="535724" y="447795"/>
                  </a:lnTo>
                  <a:lnTo>
                    <a:pt x="545465" y="441870"/>
                  </a:lnTo>
                  <a:lnTo>
                    <a:pt x="555206" y="435780"/>
                  </a:lnTo>
                  <a:lnTo>
                    <a:pt x="564946" y="429532"/>
                  </a:lnTo>
                  <a:lnTo>
                    <a:pt x="574687" y="423133"/>
                  </a:lnTo>
                  <a:lnTo>
                    <a:pt x="584428" y="416586"/>
                  </a:lnTo>
                  <a:lnTo>
                    <a:pt x="594167" y="409902"/>
                  </a:lnTo>
                  <a:lnTo>
                    <a:pt x="603908" y="403087"/>
                  </a:lnTo>
                  <a:lnTo>
                    <a:pt x="613649" y="396151"/>
                  </a:lnTo>
                  <a:lnTo>
                    <a:pt x="623388" y="389099"/>
                  </a:lnTo>
                  <a:lnTo>
                    <a:pt x="633129" y="381940"/>
                  </a:lnTo>
                  <a:lnTo>
                    <a:pt x="642870" y="374683"/>
                  </a:lnTo>
                  <a:lnTo>
                    <a:pt x="652610" y="367339"/>
                  </a:lnTo>
                  <a:lnTo>
                    <a:pt x="662351" y="359915"/>
                  </a:lnTo>
                  <a:lnTo>
                    <a:pt x="672092" y="352421"/>
                  </a:lnTo>
                  <a:lnTo>
                    <a:pt x="681831" y="344867"/>
                  </a:lnTo>
                  <a:lnTo>
                    <a:pt x="691572" y="337262"/>
                  </a:lnTo>
                  <a:lnTo>
                    <a:pt x="701313" y="329618"/>
                  </a:lnTo>
                  <a:lnTo>
                    <a:pt x="711052" y="321943"/>
                  </a:lnTo>
                  <a:lnTo>
                    <a:pt x="720793" y="314248"/>
                  </a:lnTo>
                  <a:lnTo>
                    <a:pt x="730534" y="306542"/>
                  </a:lnTo>
                  <a:lnTo>
                    <a:pt x="740274" y="298836"/>
                  </a:lnTo>
                  <a:lnTo>
                    <a:pt x="750015" y="291143"/>
                  </a:lnTo>
                  <a:lnTo>
                    <a:pt x="759756" y="283468"/>
                  </a:lnTo>
                  <a:lnTo>
                    <a:pt x="769495" y="275823"/>
                  </a:lnTo>
                  <a:lnTo>
                    <a:pt x="779236" y="268220"/>
                  </a:lnTo>
                  <a:lnTo>
                    <a:pt x="788977" y="260668"/>
                  </a:lnTo>
                  <a:lnTo>
                    <a:pt x="798717" y="253175"/>
                  </a:lnTo>
                  <a:lnTo>
                    <a:pt x="808458" y="245753"/>
                  </a:lnTo>
                  <a:lnTo>
                    <a:pt x="818199" y="238411"/>
                  </a:lnTo>
                  <a:lnTo>
                    <a:pt x="827938" y="231156"/>
                  </a:lnTo>
                  <a:lnTo>
                    <a:pt x="837679" y="223999"/>
                  </a:lnTo>
                  <a:lnTo>
                    <a:pt x="847420" y="216949"/>
                  </a:lnTo>
                  <a:lnTo>
                    <a:pt x="857159" y="210013"/>
                  </a:lnTo>
                  <a:lnTo>
                    <a:pt x="866900" y="203200"/>
                  </a:lnTo>
                  <a:lnTo>
                    <a:pt x="876641" y="196518"/>
                  </a:lnTo>
                  <a:lnTo>
                    <a:pt x="886381" y="189974"/>
                  </a:lnTo>
                  <a:lnTo>
                    <a:pt x="896122" y="183576"/>
                  </a:lnTo>
                  <a:lnTo>
                    <a:pt x="905863" y="177331"/>
                  </a:lnTo>
                  <a:lnTo>
                    <a:pt x="915602" y="171243"/>
                  </a:lnTo>
                  <a:lnTo>
                    <a:pt x="925343" y="165321"/>
                  </a:lnTo>
                  <a:lnTo>
                    <a:pt x="935084" y="159570"/>
                  </a:lnTo>
                  <a:lnTo>
                    <a:pt x="944824" y="153994"/>
                  </a:lnTo>
                  <a:lnTo>
                    <a:pt x="954564" y="148598"/>
                  </a:lnTo>
                  <a:lnTo>
                    <a:pt x="964305" y="143388"/>
                  </a:lnTo>
                  <a:lnTo>
                    <a:pt x="974045" y="138367"/>
                  </a:lnTo>
                  <a:lnTo>
                    <a:pt x="983786" y="133537"/>
                  </a:lnTo>
                  <a:lnTo>
                    <a:pt x="993522" y="128903"/>
                  </a:lnTo>
                  <a:lnTo>
                    <a:pt x="1003266" y="124466"/>
                  </a:lnTo>
                  <a:lnTo>
                    <a:pt x="1013010" y="120230"/>
                  </a:lnTo>
                  <a:lnTo>
                    <a:pt x="1022754" y="116196"/>
                  </a:lnTo>
                  <a:lnTo>
                    <a:pt x="1032483" y="112364"/>
                  </a:lnTo>
                  <a:lnTo>
                    <a:pt x="1042227" y="108736"/>
                  </a:lnTo>
                  <a:lnTo>
                    <a:pt x="1051971" y="105310"/>
                  </a:lnTo>
                  <a:lnTo>
                    <a:pt x="1061715" y="102089"/>
                  </a:lnTo>
                  <a:lnTo>
                    <a:pt x="1071444" y="99072"/>
                  </a:lnTo>
                  <a:lnTo>
                    <a:pt x="1081188" y="96255"/>
                  </a:lnTo>
                  <a:lnTo>
                    <a:pt x="1090932" y="93639"/>
                  </a:lnTo>
                  <a:lnTo>
                    <a:pt x="1100676" y="91221"/>
                  </a:lnTo>
                  <a:lnTo>
                    <a:pt x="1110405" y="88998"/>
                  </a:lnTo>
                  <a:lnTo>
                    <a:pt x="1120149" y="86967"/>
                  </a:lnTo>
                  <a:lnTo>
                    <a:pt x="1129893" y="85127"/>
                  </a:lnTo>
                  <a:lnTo>
                    <a:pt x="1139637" y="83472"/>
                  </a:lnTo>
                  <a:lnTo>
                    <a:pt x="1149381" y="82000"/>
                  </a:lnTo>
                  <a:lnTo>
                    <a:pt x="1159110" y="80703"/>
                  </a:lnTo>
                  <a:lnTo>
                    <a:pt x="1168854" y="79580"/>
                  </a:lnTo>
                  <a:lnTo>
                    <a:pt x="1178598" y="78623"/>
                  </a:lnTo>
                  <a:lnTo>
                    <a:pt x="1188341" y="77829"/>
                  </a:lnTo>
                  <a:lnTo>
                    <a:pt x="1198070" y="77190"/>
                  </a:lnTo>
                  <a:lnTo>
                    <a:pt x="1207814" y="76701"/>
                  </a:lnTo>
                  <a:lnTo>
                    <a:pt x="1217558" y="76356"/>
                  </a:lnTo>
                  <a:lnTo>
                    <a:pt x="1227302" y="76147"/>
                  </a:lnTo>
                  <a:lnTo>
                    <a:pt x="1237031" y="76068"/>
                  </a:lnTo>
                  <a:lnTo>
                    <a:pt x="1246775" y="76111"/>
                  </a:lnTo>
                  <a:lnTo>
                    <a:pt x="1256519" y="76269"/>
                  </a:lnTo>
                  <a:lnTo>
                    <a:pt x="1266263" y="76536"/>
                  </a:lnTo>
                  <a:lnTo>
                    <a:pt x="1276007" y="76901"/>
                  </a:lnTo>
                  <a:lnTo>
                    <a:pt x="1285736" y="77358"/>
                  </a:lnTo>
                  <a:lnTo>
                    <a:pt x="1295480" y="77899"/>
                  </a:lnTo>
                  <a:lnTo>
                    <a:pt x="1305224" y="78515"/>
                  </a:lnTo>
                  <a:lnTo>
                    <a:pt x="1314968" y="79199"/>
                  </a:lnTo>
                  <a:lnTo>
                    <a:pt x="1324697" y="79940"/>
                  </a:lnTo>
                  <a:lnTo>
                    <a:pt x="1334441" y="80735"/>
                  </a:lnTo>
                  <a:lnTo>
                    <a:pt x="1344185" y="81569"/>
                  </a:lnTo>
                  <a:lnTo>
                    <a:pt x="1353929" y="82438"/>
                  </a:lnTo>
                  <a:lnTo>
                    <a:pt x="1363658" y="83331"/>
                  </a:lnTo>
                  <a:lnTo>
                    <a:pt x="1373402" y="84243"/>
                  </a:lnTo>
                  <a:lnTo>
                    <a:pt x="1383146" y="85164"/>
                  </a:lnTo>
                  <a:lnTo>
                    <a:pt x="1392890" y="86083"/>
                  </a:lnTo>
                  <a:lnTo>
                    <a:pt x="1402619" y="86997"/>
                  </a:lnTo>
                  <a:lnTo>
                    <a:pt x="1412363" y="87895"/>
                  </a:lnTo>
                  <a:lnTo>
                    <a:pt x="1422106" y="88770"/>
                  </a:lnTo>
                  <a:lnTo>
                    <a:pt x="1431850" y="89614"/>
                  </a:lnTo>
                  <a:lnTo>
                    <a:pt x="1441594" y="90420"/>
                  </a:lnTo>
                  <a:lnTo>
                    <a:pt x="1451323" y="91180"/>
                  </a:lnTo>
                  <a:lnTo>
                    <a:pt x="1461067" y="91889"/>
                  </a:lnTo>
                  <a:lnTo>
                    <a:pt x="1470811" y="92539"/>
                  </a:lnTo>
                  <a:lnTo>
                    <a:pt x="1480555" y="93123"/>
                  </a:lnTo>
                  <a:lnTo>
                    <a:pt x="1490284" y="93637"/>
                  </a:lnTo>
                  <a:lnTo>
                    <a:pt x="1500028" y="94074"/>
                  </a:lnTo>
                  <a:lnTo>
                    <a:pt x="1509772" y="94428"/>
                  </a:lnTo>
                  <a:lnTo>
                    <a:pt x="1519516" y="94695"/>
                  </a:lnTo>
                  <a:lnTo>
                    <a:pt x="1529245" y="94871"/>
                  </a:lnTo>
                  <a:lnTo>
                    <a:pt x="1538989" y="94950"/>
                  </a:lnTo>
                  <a:lnTo>
                    <a:pt x="1548733" y="94927"/>
                  </a:lnTo>
                  <a:lnTo>
                    <a:pt x="1558477" y="94802"/>
                  </a:lnTo>
                  <a:lnTo>
                    <a:pt x="1568221" y="94571"/>
                  </a:lnTo>
                  <a:lnTo>
                    <a:pt x="1577950" y="94230"/>
                  </a:lnTo>
                  <a:lnTo>
                    <a:pt x="1587694" y="93777"/>
                  </a:lnTo>
                  <a:lnTo>
                    <a:pt x="1597438" y="93211"/>
                  </a:lnTo>
                  <a:lnTo>
                    <a:pt x="1607182" y="92530"/>
                  </a:lnTo>
                  <a:lnTo>
                    <a:pt x="1616911" y="91735"/>
                  </a:lnTo>
                  <a:lnTo>
                    <a:pt x="1626655" y="90823"/>
                  </a:lnTo>
                  <a:lnTo>
                    <a:pt x="1636399" y="89796"/>
                  </a:lnTo>
                  <a:lnTo>
                    <a:pt x="1646142" y="88653"/>
                  </a:lnTo>
                  <a:lnTo>
                    <a:pt x="1655872" y="87397"/>
                  </a:lnTo>
                  <a:lnTo>
                    <a:pt x="1665616" y="86030"/>
                  </a:lnTo>
                  <a:lnTo>
                    <a:pt x="1675359" y="84552"/>
                  </a:lnTo>
                  <a:lnTo>
                    <a:pt x="1685103" y="82965"/>
                  </a:lnTo>
                  <a:lnTo>
                    <a:pt x="1694832" y="81272"/>
                  </a:lnTo>
                  <a:lnTo>
                    <a:pt x="1704576" y="79480"/>
                  </a:lnTo>
                  <a:lnTo>
                    <a:pt x="1714320" y="77589"/>
                  </a:lnTo>
                  <a:lnTo>
                    <a:pt x="1724064" y="75605"/>
                  </a:lnTo>
                  <a:lnTo>
                    <a:pt x="1733808" y="73531"/>
                  </a:lnTo>
                  <a:lnTo>
                    <a:pt x="1743537" y="71374"/>
                  </a:lnTo>
                  <a:lnTo>
                    <a:pt x="1753281" y="69137"/>
                  </a:lnTo>
                  <a:lnTo>
                    <a:pt x="1763025" y="66828"/>
                  </a:lnTo>
                  <a:lnTo>
                    <a:pt x="1772769" y="64453"/>
                  </a:lnTo>
                  <a:lnTo>
                    <a:pt x="1782498" y="62017"/>
                  </a:lnTo>
                  <a:lnTo>
                    <a:pt x="1792242" y="59529"/>
                  </a:lnTo>
                  <a:lnTo>
                    <a:pt x="1801986" y="56995"/>
                  </a:lnTo>
                  <a:lnTo>
                    <a:pt x="1811730" y="54422"/>
                  </a:lnTo>
                  <a:lnTo>
                    <a:pt x="1821459" y="51816"/>
                  </a:lnTo>
                  <a:lnTo>
                    <a:pt x="1831203" y="49189"/>
                  </a:lnTo>
                  <a:lnTo>
                    <a:pt x="1840947" y="46546"/>
                  </a:lnTo>
                  <a:lnTo>
                    <a:pt x="1850691" y="43895"/>
                  </a:lnTo>
                  <a:lnTo>
                    <a:pt x="1860435" y="41248"/>
                  </a:lnTo>
                  <a:lnTo>
                    <a:pt x="1870164" y="38609"/>
                  </a:lnTo>
                  <a:lnTo>
                    <a:pt x="1879908" y="35988"/>
                  </a:lnTo>
                  <a:lnTo>
                    <a:pt x="1889652" y="33396"/>
                  </a:lnTo>
                  <a:lnTo>
                    <a:pt x="1899395" y="30841"/>
                  </a:lnTo>
                  <a:lnTo>
                    <a:pt x="1909124" y="28329"/>
                  </a:lnTo>
                  <a:lnTo>
                    <a:pt x="1918868" y="25871"/>
                  </a:lnTo>
                  <a:lnTo>
                    <a:pt x="1928612" y="23476"/>
                  </a:lnTo>
                  <a:lnTo>
                    <a:pt x="1938356" y="21151"/>
                  </a:lnTo>
                  <a:lnTo>
                    <a:pt x="1948085" y="18907"/>
                  </a:lnTo>
                  <a:lnTo>
                    <a:pt x="1957829" y="16749"/>
                  </a:lnTo>
                  <a:lnTo>
                    <a:pt x="1967573" y="14689"/>
                  </a:lnTo>
                  <a:lnTo>
                    <a:pt x="1977317" y="12733"/>
                  </a:lnTo>
                  <a:lnTo>
                    <a:pt x="1987046" y="10888"/>
                  </a:lnTo>
                  <a:lnTo>
                    <a:pt x="1996790" y="9164"/>
                  </a:lnTo>
                  <a:lnTo>
                    <a:pt x="2006534" y="7569"/>
                  </a:lnTo>
                  <a:lnTo>
                    <a:pt x="2016278" y="6106"/>
                  </a:lnTo>
                  <a:lnTo>
                    <a:pt x="2026022" y="4786"/>
                  </a:lnTo>
                  <a:lnTo>
                    <a:pt x="2035751" y="3613"/>
                  </a:lnTo>
                  <a:lnTo>
                    <a:pt x="2045495" y="2594"/>
                  </a:lnTo>
                  <a:lnTo>
                    <a:pt x="2055239" y="1734"/>
                  </a:lnTo>
                  <a:lnTo>
                    <a:pt x="2064983" y="1041"/>
                  </a:lnTo>
                  <a:lnTo>
                    <a:pt x="2074712" y="517"/>
                  </a:lnTo>
                  <a:lnTo>
                    <a:pt x="2084456" y="168"/>
                  </a:lnTo>
                  <a:lnTo>
                    <a:pt x="2094200" y="0"/>
                  </a:lnTo>
                  <a:lnTo>
                    <a:pt x="2103944" y="13"/>
                  </a:lnTo>
                  <a:lnTo>
                    <a:pt x="2113673" y="212"/>
                  </a:lnTo>
                  <a:lnTo>
                    <a:pt x="2123417" y="600"/>
                  </a:lnTo>
                  <a:lnTo>
                    <a:pt x="2133161" y="1179"/>
                  </a:lnTo>
                  <a:lnTo>
                    <a:pt x="2142905" y="1950"/>
                  </a:lnTo>
                  <a:lnTo>
                    <a:pt x="2152649" y="2916"/>
                  </a:lnTo>
                  <a:lnTo>
                    <a:pt x="2162377" y="4078"/>
                  </a:lnTo>
                  <a:lnTo>
                    <a:pt x="2172121" y="5434"/>
                  </a:lnTo>
                  <a:lnTo>
                    <a:pt x="2181865" y="6985"/>
                  </a:lnTo>
                  <a:lnTo>
                    <a:pt x="2191609" y="8731"/>
                  </a:lnTo>
                  <a:lnTo>
                    <a:pt x="2201338" y="10669"/>
                  </a:lnTo>
                  <a:lnTo>
                    <a:pt x="2211082" y="12800"/>
                  </a:lnTo>
                  <a:lnTo>
                    <a:pt x="2220826" y="15120"/>
                  </a:lnTo>
                  <a:lnTo>
                    <a:pt x="2230570" y="17626"/>
                  </a:lnTo>
                  <a:lnTo>
                    <a:pt x="2240299" y="20316"/>
                  </a:lnTo>
                  <a:lnTo>
                    <a:pt x="2250043" y="23186"/>
                  </a:lnTo>
                  <a:lnTo>
                    <a:pt x="2259787" y="26233"/>
                  </a:lnTo>
                  <a:lnTo>
                    <a:pt x="2269531" y="29449"/>
                  </a:lnTo>
                  <a:lnTo>
                    <a:pt x="2279260" y="32834"/>
                  </a:lnTo>
                  <a:lnTo>
                    <a:pt x="2289004" y="36379"/>
                  </a:lnTo>
                  <a:lnTo>
                    <a:pt x="2298748" y="40080"/>
                  </a:lnTo>
                  <a:lnTo>
                    <a:pt x="2308492" y="43930"/>
                  </a:lnTo>
                  <a:lnTo>
                    <a:pt x="2318236" y="47923"/>
                  </a:lnTo>
                  <a:lnTo>
                    <a:pt x="2327965" y="52053"/>
                  </a:lnTo>
                  <a:lnTo>
                    <a:pt x="2337709" y="56311"/>
                  </a:lnTo>
                  <a:lnTo>
                    <a:pt x="2347453" y="60691"/>
                  </a:lnTo>
                  <a:lnTo>
                    <a:pt x="2357197" y="65186"/>
                  </a:lnTo>
                  <a:lnTo>
                    <a:pt x="2366926" y="69785"/>
                  </a:lnTo>
                  <a:lnTo>
                    <a:pt x="2376670" y="74484"/>
                  </a:lnTo>
                  <a:lnTo>
                    <a:pt x="2386413" y="79273"/>
                  </a:lnTo>
                  <a:lnTo>
                    <a:pt x="2396157" y="84142"/>
                  </a:lnTo>
                  <a:lnTo>
                    <a:pt x="2405886" y="89084"/>
                  </a:lnTo>
                  <a:lnTo>
                    <a:pt x="2415630" y="94090"/>
                  </a:lnTo>
                  <a:lnTo>
                    <a:pt x="2425374" y="99150"/>
                  </a:lnTo>
                  <a:lnTo>
                    <a:pt x="2435118" y="104256"/>
                  </a:lnTo>
                  <a:lnTo>
                    <a:pt x="2444862" y="109399"/>
                  </a:lnTo>
                  <a:lnTo>
                    <a:pt x="2454591" y="114570"/>
                  </a:lnTo>
                  <a:lnTo>
                    <a:pt x="2464335" y="119760"/>
                  </a:lnTo>
                  <a:lnTo>
                    <a:pt x="2474079" y="124959"/>
                  </a:lnTo>
                  <a:lnTo>
                    <a:pt x="2483823" y="130159"/>
                  </a:lnTo>
                  <a:lnTo>
                    <a:pt x="2493552" y="135350"/>
                  </a:lnTo>
                  <a:lnTo>
                    <a:pt x="2503296" y="140524"/>
                  </a:lnTo>
                  <a:lnTo>
                    <a:pt x="2513040" y="145673"/>
                  </a:lnTo>
                  <a:lnTo>
                    <a:pt x="2522784" y="150788"/>
                  </a:lnTo>
                  <a:lnTo>
                    <a:pt x="2532513" y="155858"/>
                  </a:lnTo>
                  <a:lnTo>
                    <a:pt x="2542257" y="160879"/>
                  </a:lnTo>
                  <a:lnTo>
                    <a:pt x="2552001" y="165839"/>
                  </a:lnTo>
                  <a:lnTo>
                    <a:pt x="2561745" y="170732"/>
                  </a:lnTo>
                  <a:lnTo>
                    <a:pt x="2571474" y="175550"/>
                  </a:lnTo>
                  <a:lnTo>
                    <a:pt x="2581218" y="180287"/>
                  </a:lnTo>
                  <a:lnTo>
                    <a:pt x="2590962" y="184932"/>
                  </a:lnTo>
                  <a:lnTo>
                    <a:pt x="2600705" y="189481"/>
                  </a:lnTo>
                  <a:lnTo>
                    <a:pt x="2610449" y="193927"/>
                  </a:lnTo>
                  <a:lnTo>
                    <a:pt x="2620178" y="198264"/>
                  </a:lnTo>
                  <a:lnTo>
                    <a:pt x="2629922" y="202483"/>
                  </a:lnTo>
                  <a:lnTo>
                    <a:pt x="2639666" y="206582"/>
                  </a:lnTo>
                  <a:lnTo>
                    <a:pt x="2649410" y="210554"/>
                  </a:lnTo>
                  <a:lnTo>
                    <a:pt x="2659139" y="214393"/>
                  </a:lnTo>
                  <a:lnTo>
                    <a:pt x="2668883" y="218096"/>
                  </a:lnTo>
                  <a:lnTo>
                    <a:pt x="2678627" y="221655"/>
                  </a:lnTo>
                  <a:lnTo>
                    <a:pt x="2688371" y="225070"/>
                  </a:lnTo>
                  <a:lnTo>
                    <a:pt x="2698100" y="228334"/>
                  </a:lnTo>
                  <a:lnTo>
                    <a:pt x="2707844" y="231445"/>
                  </a:lnTo>
                  <a:lnTo>
                    <a:pt x="2717588" y="234400"/>
                  </a:lnTo>
                  <a:lnTo>
                    <a:pt x="2727332" y="237196"/>
                  </a:lnTo>
                  <a:lnTo>
                    <a:pt x="2737076" y="239829"/>
                  </a:lnTo>
                  <a:lnTo>
                    <a:pt x="2746805" y="242299"/>
                  </a:lnTo>
                  <a:lnTo>
                    <a:pt x="2756549" y="244603"/>
                  </a:lnTo>
                  <a:lnTo>
                    <a:pt x="2766293" y="246739"/>
                  </a:lnTo>
                  <a:lnTo>
                    <a:pt x="2776037" y="248707"/>
                  </a:lnTo>
                  <a:lnTo>
                    <a:pt x="2785766" y="250505"/>
                  </a:lnTo>
                  <a:lnTo>
                    <a:pt x="2795510" y="252135"/>
                  </a:lnTo>
                  <a:lnTo>
                    <a:pt x="2805254" y="253594"/>
                  </a:lnTo>
                  <a:lnTo>
                    <a:pt x="2814998" y="254883"/>
                  </a:lnTo>
                  <a:lnTo>
                    <a:pt x="2824727" y="256002"/>
                  </a:lnTo>
                  <a:lnTo>
                    <a:pt x="2834471" y="256954"/>
                  </a:lnTo>
                  <a:lnTo>
                    <a:pt x="2844215" y="257736"/>
                  </a:lnTo>
                  <a:lnTo>
                    <a:pt x="2853958" y="258353"/>
                  </a:lnTo>
                  <a:lnTo>
                    <a:pt x="2863687" y="258806"/>
                  </a:lnTo>
                  <a:lnTo>
                    <a:pt x="2873431" y="259095"/>
                  </a:lnTo>
                  <a:lnTo>
                    <a:pt x="2883175" y="259223"/>
                  </a:lnTo>
                  <a:lnTo>
                    <a:pt x="2892919" y="259193"/>
                  </a:lnTo>
                  <a:lnTo>
                    <a:pt x="2902663" y="259008"/>
                  </a:lnTo>
                  <a:lnTo>
                    <a:pt x="2912392" y="25867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0" name="Freeform 839">
              <a:extLst>
                <a:ext uri="{FF2B5EF4-FFF2-40B4-BE49-F238E27FC236}">
                  <a16:creationId xmlns:a16="http://schemas.microsoft.com/office/drawing/2014/main" id="{6100FE15-F101-6923-7EE2-7C1BDD9527D1}"/>
                </a:ext>
              </a:extLst>
            </p:cNvPr>
            <p:cNvSpPr/>
            <p:nvPr/>
          </p:nvSpPr>
          <p:spPr>
            <a:xfrm>
              <a:off x="576446" y="3722389"/>
              <a:ext cx="2912392" cy="611062"/>
            </a:xfrm>
            <a:custGeom>
              <a:avLst/>
              <a:gdLst>
                <a:gd name="connsiteX0" fmla="*/ 0 w 2912392"/>
                <a:gd name="connsiteY0" fmla="*/ 391064 h 611062"/>
                <a:gd name="connsiteX1" fmla="*/ 9739 w 2912392"/>
                <a:gd name="connsiteY1" fmla="*/ 393522 h 611062"/>
                <a:gd name="connsiteX2" fmla="*/ 19480 w 2912392"/>
                <a:gd name="connsiteY2" fmla="*/ 395787 h 611062"/>
                <a:gd name="connsiteX3" fmla="*/ 29221 w 2912392"/>
                <a:gd name="connsiteY3" fmla="*/ 397858 h 611062"/>
                <a:gd name="connsiteX4" fmla="*/ 38961 w 2912392"/>
                <a:gd name="connsiteY4" fmla="*/ 399705 h 611062"/>
                <a:gd name="connsiteX5" fmla="*/ 48702 w 2912392"/>
                <a:gd name="connsiteY5" fmla="*/ 401329 h 611062"/>
                <a:gd name="connsiteX6" fmla="*/ 58443 w 2912392"/>
                <a:gd name="connsiteY6" fmla="*/ 402730 h 611062"/>
                <a:gd name="connsiteX7" fmla="*/ 68182 w 2912392"/>
                <a:gd name="connsiteY7" fmla="*/ 403907 h 611062"/>
                <a:gd name="connsiteX8" fmla="*/ 77923 w 2912392"/>
                <a:gd name="connsiteY8" fmla="*/ 404860 h 611062"/>
                <a:gd name="connsiteX9" fmla="*/ 87664 w 2912392"/>
                <a:gd name="connsiteY9" fmla="*/ 405561 h 611062"/>
                <a:gd name="connsiteX10" fmla="*/ 97404 w 2912392"/>
                <a:gd name="connsiteY10" fmla="*/ 406038 h 611062"/>
                <a:gd name="connsiteX11" fmla="*/ 107145 w 2912392"/>
                <a:gd name="connsiteY11" fmla="*/ 406261 h 611062"/>
                <a:gd name="connsiteX12" fmla="*/ 116886 w 2912392"/>
                <a:gd name="connsiteY12" fmla="*/ 406246 h 611062"/>
                <a:gd name="connsiteX13" fmla="*/ 126625 w 2912392"/>
                <a:gd name="connsiteY13" fmla="*/ 405993 h 611062"/>
                <a:gd name="connsiteX14" fmla="*/ 136366 w 2912392"/>
                <a:gd name="connsiteY14" fmla="*/ 405501 h 611062"/>
                <a:gd name="connsiteX15" fmla="*/ 146107 w 2912392"/>
                <a:gd name="connsiteY15" fmla="*/ 404756 h 611062"/>
                <a:gd name="connsiteX16" fmla="*/ 155846 w 2912392"/>
                <a:gd name="connsiteY16" fmla="*/ 403788 h 611062"/>
                <a:gd name="connsiteX17" fmla="*/ 165587 w 2912392"/>
                <a:gd name="connsiteY17" fmla="*/ 402566 h 611062"/>
                <a:gd name="connsiteX18" fmla="*/ 175328 w 2912392"/>
                <a:gd name="connsiteY18" fmla="*/ 401106 h 611062"/>
                <a:gd name="connsiteX19" fmla="*/ 185068 w 2912392"/>
                <a:gd name="connsiteY19" fmla="*/ 399422 h 611062"/>
                <a:gd name="connsiteX20" fmla="*/ 194809 w 2912392"/>
                <a:gd name="connsiteY20" fmla="*/ 397515 h 611062"/>
                <a:gd name="connsiteX21" fmla="*/ 204550 w 2912392"/>
                <a:gd name="connsiteY21" fmla="*/ 395370 h 611062"/>
                <a:gd name="connsiteX22" fmla="*/ 214289 w 2912392"/>
                <a:gd name="connsiteY22" fmla="*/ 393016 h 611062"/>
                <a:gd name="connsiteX23" fmla="*/ 224030 w 2912392"/>
                <a:gd name="connsiteY23" fmla="*/ 390438 h 611062"/>
                <a:gd name="connsiteX24" fmla="*/ 233771 w 2912392"/>
                <a:gd name="connsiteY24" fmla="*/ 387667 h 611062"/>
                <a:gd name="connsiteX25" fmla="*/ 243510 w 2912392"/>
                <a:gd name="connsiteY25" fmla="*/ 384687 h 611062"/>
                <a:gd name="connsiteX26" fmla="*/ 253251 w 2912392"/>
                <a:gd name="connsiteY26" fmla="*/ 381499 h 611062"/>
                <a:gd name="connsiteX27" fmla="*/ 262992 w 2912392"/>
                <a:gd name="connsiteY27" fmla="*/ 378147 h 611062"/>
                <a:gd name="connsiteX28" fmla="*/ 272732 w 2912392"/>
                <a:gd name="connsiteY28" fmla="*/ 374601 h 611062"/>
                <a:gd name="connsiteX29" fmla="*/ 282473 w 2912392"/>
                <a:gd name="connsiteY29" fmla="*/ 370891 h 611062"/>
                <a:gd name="connsiteX30" fmla="*/ 292214 w 2912392"/>
                <a:gd name="connsiteY30" fmla="*/ 367017 h 611062"/>
                <a:gd name="connsiteX31" fmla="*/ 301953 w 2912392"/>
                <a:gd name="connsiteY31" fmla="*/ 362994 h 611062"/>
                <a:gd name="connsiteX32" fmla="*/ 311694 w 2912392"/>
                <a:gd name="connsiteY32" fmla="*/ 358823 h 611062"/>
                <a:gd name="connsiteX33" fmla="*/ 321435 w 2912392"/>
                <a:gd name="connsiteY33" fmla="*/ 354517 h 611062"/>
                <a:gd name="connsiteX34" fmla="*/ 331175 w 2912392"/>
                <a:gd name="connsiteY34" fmla="*/ 350092 h 611062"/>
                <a:gd name="connsiteX35" fmla="*/ 340916 w 2912392"/>
                <a:gd name="connsiteY35" fmla="*/ 345548 h 611062"/>
                <a:gd name="connsiteX36" fmla="*/ 350656 w 2912392"/>
                <a:gd name="connsiteY36" fmla="*/ 340899 h 611062"/>
                <a:gd name="connsiteX37" fmla="*/ 360396 w 2912392"/>
                <a:gd name="connsiteY37" fmla="*/ 336161 h 611062"/>
                <a:gd name="connsiteX38" fmla="*/ 370137 w 2912392"/>
                <a:gd name="connsiteY38" fmla="*/ 331349 h 611062"/>
                <a:gd name="connsiteX39" fmla="*/ 379878 w 2912392"/>
                <a:gd name="connsiteY39" fmla="*/ 326447 h 611062"/>
                <a:gd name="connsiteX40" fmla="*/ 389617 w 2912392"/>
                <a:gd name="connsiteY40" fmla="*/ 321501 h 611062"/>
                <a:gd name="connsiteX41" fmla="*/ 399358 w 2912392"/>
                <a:gd name="connsiteY41" fmla="*/ 316495 h 611062"/>
                <a:gd name="connsiteX42" fmla="*/ 409099 w 2912392"/>
                <a:gd name="connsiteY42" fmla="*/ 311444 h 611062"/>
                <a:gd name="connsiteX43" fmla="*/ 418839 w 2912392"/>
                <a:gd name="connsiteY43" fmla="*/ 306378 h 611062"/>
                <a:gd name="connsiteX44" fmla="*/ 428580 w 2912392"/>
                <a:gd name="connsiteY44" fmla="*/ 301283 h 611062"/>
                <a:gd name="connsiteX45" fmla="*/ 438321 w 2912392"/>
                <a:gd name="connsiteY45" fmla="*/ 296202 h 611062"/>
                <a:gd name="connsiteX46" fmla="*/ 448060 w 2912392"/>
                <a:gd name="connsiteY46" fmla="*/ 291110 h 611062"/>
                <a:gd name="connsiteX47" fmla="*/ 457801 w 2912392"/>
                <a:gd name="connsiteY47" fmla="*/ 286038 h 611062"/>
                <a:gd name="connsiteX48" fmla="*/ 467542 w 2912392"/>
                <a:gd name="connsiteY48" fmla="*/ 280995 h 611062"/>
                <a:gd name="connsiteX49" fmla="*/ 477281 w 2912392"/>
                <a:gd name="connsiteY49" fmla="*/ 275989 h 611062"/>
                <a:gd name="connsiteX50" fmla="*/ 487022 w 2912392"/>
                <a:gd name="connsiteY50" fmla="*/ 271032 h 611062"/>
                <a:gd name="connsiteX51" fmla="*/ 496763 w 2912392"/>
                <a:gd name="connsiteY51" fmla="*/ 266133 h 611062"/>
                <a:gd name="connsiteX52" fmla="*/ 506503 w 2912392"/>
                <a:gd name="connsiteY52" fmla="*/ 261304 h 611062"/>
                <a:gd name="connsiteX53" fmla="*/ 516244 w 2912392"/>
                <a:gd name="connsiteY53" fmla="*/ 256554 h 611062"/>
                <a:gd name="connsiteX54" fmla="*/ 525985 w 2912392"/>
                <a:gd name="connsiteY54" fmla="*/ 251894 h 611062"/>
                <a:gd name="connsiteX55" fmla="*/ 535724 w 2912392"/>
                <a:gd name="connsiteY55" fmla="*/ 247334 h 611062"/>
                <a:gd name="connsiteX56" fmla="*/ 545465 w 2912392"/>
                <a:gd name="connsiteY56" fmla="*/ 242880 h 611062"/>
                <a:gd name="connsiteX57" fmla="*/ 555206 w 2912392"/>
                <a:gd name="connsiteY57" fmla="*/ 238545 h 611062"/>
                <a:gd name="connsiteX58" fmla="*/ 564946 w 2912392"/>
                <a:gd name="connsiteY58" fmla="*/ 234334 h 611062"/>
                <a:gd name="connsiteX59" fmla="*/ 574687 w 2912392"/>
                <a:gd name="connsiteY59" fmla="*/ 230259 h 611062"/>
                <a:gd name="connsiteX60" fmla="*/ 584428 w 2912392"/>
                <a:gd name="connsiteY60" fmla="*/ 226326 h 611062"/>
                <a:gd name="connsiteX61" fmla="*/ 594167 w 2912392"/>
                <a:gd name="connsiteY61" fmla="*/ 222545 h 611062"/>
                <a:gd name="connsiteX62" fmla="*/ 603908 w 2912392"/>
                <a:gd name="connsiteY62" fmla="*/ 218921 h 611062"/>
                <a:gd name="connsiteX63" fmla="*/ 613649 w 2912392"/>
                <a:gd name="connsiteY63" fmla="*/ 215463 h 611062"/>
                <a:gd name="connsiteX64" fmla="*/ 623388 w 2912392"/>
                <a:gd name="connsiteY64" fmla="*/ 212176 h 611062"/>
                <a:gd name="connsiteX65" fmla="*/ 633129 w 2912392"/>
                <a:gd name="connsiteY65" fmla="*/ 209068 h 611062"/>
                <a:gd name="connsiteX66" fmla="*/ 642870 w 2912392"/>
                <a:gd name="connsiteY66" fmla="*/ 206147 h 611062"/>
                <a:gd name="connsiteX67" fmla="*/ 652610 w 2912392"/>
                <a:gd name="connsiteY67" fmla="*/ 203414 h 611062"/>
                <a:gd name="connsiteX68" fmla="*/ 662351 w 2912392"/>
                <a:gd name="connsiteY68" fmla="*/ 200879 h 611062"/>
                <a:gd name="connsiteX69" fmla="*/ 672092 w 2912392"/>
                <a:gd name="connsiteY69" fmla="*/ 198542 h 611062"/>
                <a:gd name="connsiteX70" fmla="*/ 681831 w 2912392"/>
                <a:gd name="connsiteY70" fmla="*/ 196412 h 611062"/>
                <a:gd name="connsiteX71" fmla="*/ 691572 w 2912392"/>
                <a:gd name="connsiteY71" fmla="*/ 194491 h 611062"/>
                <a:gd name="connsiteX72" fmla="*/ 701313 w 2912392"/>
                <a:gd name="connsiteY72" fmla="*/ 192782 h 611062"/>
                <a:gd name="connsiteX73" fmla="*/ 711052 w 2912392"/>
                <a:gd name="connsiteY73" fmla="*/ 191291 h 611062"/>
                <a:gd name="connsiteX74" fmla="*/ 720793 w 2912392"/>
                <a:gd name="connsiteY74" fmla="*/ 190019 h 611062"/>
                <a:gd name="connsiteX75" fmla="*/ 730534 w 2912392"/>
                <a:gd name="connsiteY75" fmla="*/ 188967 h 611062"/>
                <a:gd name="connsiteX76" fmla="*/ 740274 w 2912392"/>
                <a:gd name="connsiteY76" fmla="*/ 188140 h 611062"/>
                <a:gd name="connsiteX77" fmla="*/ 750015 w 2912392"/>
                <a:gd name="connsiteY77" fmla="*/ 187538 h 611062"/>
                <a:gd name="connsiteX78" fmla="*/ 759756 w 2912392"/>
                <a:gd name="connsiteY78" fmla="*/ 187164 h 611062"/>
                <a:gd name="connsiteX79" fmla="*/ 769495 w 2912392"/>
                <a:gd name="connsiteY79" fmla="*/ 187017 h 611062"/>
                <a:gd name="connsiteX80" fmla="*/ 779236 w 2912392"/>
                <a:gd name="connsiteY80" fmla="*/ 187097 h 611062"/>
                <a:gd name="connsiteX81" fmla="*/ 788977 w 2912392"/>
                <a:gd name="connsiteY81" fmla="*/ 187405 h 611062"/>
                <a:gd name="connsiteX82" fmla="*/ 798717 w 2912392"/>
                <a:gd name="connsiteY82" fmla="*/ 187943 h 611062"/>
                <a:gd name="connsiteX83" fmla="*/ 808458 w 2912392"/>
                <a:gd name="connsiteY83" fmla="*/ 188708 h 611062"/>
                <a:gd name="connsiteX84" fmla="*/ 818199 w 2912392"/>
                <a:gd name="connsiteY84" fmla="*/ 189698 h 611062"/>
                <a:gd name="connsiteX85" fmla="*/ 827938 w 2912392"/>
                <a:gd name="connsiteY85" fmla="*/ 190914 h 611062"/>
                <a:gd name="connsiteX86" fmla="*/ 837679 w 2912392"/>
                <a:gd name="connsiteY86" fmla="*/ 192353 h 611062"/>
                <a:gd name="connsiteX87" fmla="*/ 847420 w 2912392"/>
                <a:gd name="connsiteY87" fmla="*/ 194014 h 611062"/>
                <a:gd name="connsiteX88" fmla="*/ 857159 w 2912392"/>
                <a:gd name="connsiteY88" fmla="*/ 195893 h 611062"/>
                <a:gd name="connsiteX89" fmla="*/ 866900 w 2912392"/>
                <a:gd name="connsiteY89" fmla="*/ 197990 h 611062"/>
                <a:gd name="connsiteX90" fmla="*/ 876641 w 2912392"/>
                <a:gd name="connsiteY90" fmla="*/ 200299 h 611062"/>
                <a:gd name="connsiteX91" fmla="*/ 886381 w 2912392"/>
                <a:gd name="connsiteY91" fmla="*/ 202818 h 611062"/>
                <a:gd name="connsiteX92" fmla="*/ 896122 w 2912392"/>
                <a:gd name="connsiteY92" fmla="*/ 205545 h 611062"/>
                <a:gd name="connsiteX93" fmla="*/ 905863 w 2912392"/>
                <a:gd name="connsiteY93" fmla="*/ 208476 h 611062"/>
                <a:gd name="connsiteX94" fmla="*/ 915602 w 2912392"/>
                <a:gd name="connsiteY94" fmla="*/ 211604 h 611062"/>
                <a:gd name="connsiteX95" fmla="*/ 925343 w 2912392"/>
                <a:gd name="connsiteY95" fmla="*/ 214928 h 611062"/>
                <a:gd name="connsiteX96" fmla="*/ 935084 w 2912392"/>
                <a:gd name="connsiteY96" fmla="*/ 218441 h 611062"/>
                <a:gd name="connsiteX97" fmla="*/ 944824 w 2912392"/>
                <a:gd name="connsiteY97" fmla="*/ 222142 h 611062"/>
                <a:gd name="connsiteX98" fmla="*/ 954564 w 2912392"/>
                <a:gd name="connsiteY98" fmla="*/ 226023 h 611062"/>
                <a:gd name="connsiteX99" fmla="*/ 964305 w 2912392"/>
                <a:gd name="connsiteY99" fmla="*/ 230081 h 611062"/>
                <a:gd name="connsiteX100" fmla="*/ 974045 w 2912392"/>
                <a:gd name="connsiteY100" fmla="*/ 234309 h 611062"/>
                <a:gd name="connsiteX101" fmla="*/ 983786 w 2912392"/>
                <a:gd name="connsiteY101" fmla="*/ 238704 h 611062"/>
                <a:gd name="connsiteX102" fmla="*/ 993522 w 2912392"/>
                <a:gd name="connsiteY102" fmla="*/ 243259 h 611062"/>
                <a:gd name="connsiteX103" fmla="*/ 1003266 w 2912392"/>
                <a:gd name="connsiteY103" fmla="*/ 247970 h 611062"/>
                <a:gd name="connsiteX104" fmla="*/ 1013010 w 2912392"/>
                <a:gd name="connsiteY104" fmla="*/ 252830 h 611062"/>
                <a:gd name="connsiteX105" fmla="*/ 1022754 w 2912392"/>
                <a:gd name="connsiteY105" fmla="*/ 257833 h 611062"/>
                <a:gd name="connsiteX106" fmla="*/ 1032483 w 2912392"/>
                <a:gd name="connsiteY106" fmla="*/ 262974 h 611062"/>
                <a:gd name="connsiteX107" fmla="*/ 1042227 w 2912392"/>
                <a:gd name="connsiteY107" fmla="*/ 268249 h 611062"/>
                <a:gd name="connsiteX108" fmla="*/ 1051971 w 2912392"/>
                <a:gd name="connsiteY108" fmla="*/ 273650 h 611062"/>
                <a:gd name="connsiteX109" fmla="*/ 1061715 w 2912392"/>
                <a:gd name="connsiteY109" fmla="*/ 279171 h 611062"/>
                <a:gd name="connsiteX110" fmla="*/ 1071444 w 2912392"/>
                <a:gd name="connsiteY110" fmla="*/ 284809 h 611062"/>
                <a:gd name="connsiteX111" fmla="*/ 1081188 w 2912392"/>
                <a:gd name="connsiteY111" fmla="*/ 290554 h 611062"/>
                <a:gd name="connsiteX112" fmla="*/ 1090932 w 2912392"/>
                <a:gd name="connsiteY112" fmla="*/ 296396 h 611062"/>
                <a:gd name="connsiteX113" fmla="*/ 1100676 w 2912392"/>
                <a:gd name="connsiteY113" fmla="*/ 302355 h 611062"/>
                <a:gd name="connsiteX114" fmla="*/ 1110405 w 2912392"/>
                <a:gd name="connsiteY114" fmla="*/ 308390 h 611062"/>
                <a:gd name="connsiteX115" fmla="*/ 1120149 w 2912392"/>
                <a:gd name="connsiteY115" fmla="*/ 314513 h 611062"/>
                <a:gd name="connsiteX116" fmla="*/ 1129893 w 2912392"/>
                <a:gd name="connsiteY116" fmla="*/ 320711 h 611062"/>
                <a:gd name="connsiteX117" fmla="*/ 1139637 w 2912392"/>
                <a:gd name="connsiteY117" fmla="*/ 326983 h 611062"/>
                <a:gd name="connsiteX118" fmla="*/ 1149381 w 2912392"/>
                <a:gd name="connsiteY118" fmla="*/ 333330 h 611062"/>
                <a:gd name="connsiteX119" fmla="*/ 1159110 w 2912392"/>
                <a:gd name="connsiteY119" fmla="*/ 339737 h 611062"/>
                <a:gd name="connsiteX120" fmla="*/ 1168854 w 2912392"/>
                <a:gd name="connsiteY120" fmla="*/ 346203 h 611062"/>
                <a:gd name="connsiteX121" fmla="*/ 1178598 w 2912392"/>
                <a:gd name="connsiteY121" fmla="*/ 352729 h 611062"/>
                <a:gd name="connsiteX122" fmla="*/ 1188341 w 2912392"/>
                <a:gd name="connsiteY122" fmla="*/ 359285 h 611062"/>
                <a:gd name="connsiteX123" fmla="*/ 1198070 w 2912392"/>
                <a:gd name="connsiteY123" fmla="*/ 365885 h 611062"/>
                <a:gd name="connsiteX124" fmla="*/ 1207814 w 2912392"/>
                <a:gd name="connsiteY124" fmla="*/ 372515 h 611062"/>
                <a:gd name="connsiteX125" fmla="*/ 1217558 w 2912392"/>
                <a:gd name="connsiteY125" fmla="*/ 379175 h 611062"/>
                <a:gd name="connsiteX126" fmla="*/ 1227302 w 2912392"/>
                <a:gd name="connsiteY126" fmla="*/ 385864 h 611062"/>
                <a:gd name="connsiteX127" fmla="*/ 1237031 w 2912392"/>
                <a:gd name="connsiteY127" fmla="*/ 392569 h 611062"/>
                <a:gd name="connsiteX128" fmla="*/ 1246775 w 2912392"/>
                <a:gd name="connsiteY128" fmla="*/ 399273 h 611062"/>
                <a:gd name="connsiteX129" fmla="*/ 1256519 w 2912392"/>
                <a:gd name="connsiteY129" fmla="*/ 406008 h 611062"/>
                <a:gd name="connsiteX130" fmla="*/ 1266263 w 2912392"/>
                <a:gd name="connsiteY130" fmla="*/ 412727 h 611062"/>
                <a:gd name="connsiteX131" fmla="*/ 1276007 w 2912392"/>
                <a:gd name="connsiteY131" fmla="*/ 419432 h 611062"/>
                <a:gd name="connsiteX132" fmla="*/ 1285736 w 2912392"/>
                <a:gd name="connsiteY132" fmla="*/ 426136 h 611062"/>
                <a:gd name="connsiteX133" fmla="*/ 1295480 w 2912392"/>
                <a:gd name="connsiteY133" fmla="*/ 432826 h 611062"/>
                <a:gd name="connsiteX134" fmla="*/ 1305224 w 2912392"/>
                <a:gd name="connsiteY134" fmla="*/ 439501 h 611062"/>
                <a:gd name="connsiteX135" fmla="*/ 1314968 w 2912392"/>
                <a:gd name="connsiteY135" fmla="*/ 446131 h 611062"/>
                <a:gd name="connsiteX136" fmla="*/ 1324697 w 2912392"/>
                <a:gd name="connsiteY136" fmla="*/ 452731 h 611062"/>
                <a:gd name="connsiteX137" fmla="*/ 1334441 w 2912392"/>
                <a:gd name="connsiteY137" fmla="*/ 459301 h 611062"/>
                <a:gd name="connsiteX138" fmla="*/ 1344185 w 2912392"/>
                <a:gd name="connsiteY138" fmla="*/ 465812 h 611062"/>
                <a:gd name="connsiteX139" fmla="*/ 1353929 w 2912392"/>
                <a:gd name="connsiteY139" fmla="*/ 472278 h 611062"/>
                <a:gd name="connsiteX140" fmla="*/ 1363658 w 2912392"/>
                <a:gd name="connsiteY140" fmla="*/ 478700 h 611062"/>
                <a:gd name="connsiteX141" fmla="*/ 1373402 w 2912392"/>
                <a:gd name="connsiteY141" fmla="*/ 485032 h 611062"/>
                <a:gd name="connsiteX142" fmla="*/ 1383146 w 2912392"/>
                <a:gd name="connsiteY142" fmla="*/ 491304 h 611062"/>
                <a:gd name="connsiteX143" fmla="*/ 1392890 w 2912392"/>
                <a:gd name="connsiteY143" fmla="*/ 497502 h 611062"/>
                <a:gd name="connsiteX144" fmla="*/ 1402619 w 2912392"/>
                <a:gd name="connsiteY144" fmla="*/ 503611 h 611062"/>
                <a:gd name="connsiteX145" fmla="*/ 1412363 w 2912392"/>
                <a:gd name="connsiteY145" fmla="*/ 509645 h 611062"/>
                <a:gd name="connsiteX146" fmla="*/ 1422106 w 2912392"/>
                <a:gd name="connsiteY146" fmla="*/ 515560 h 611062"/>
                <a:gd name="connsiteX147" fmla="*/ 1431850 w 2912392"/>
                <a:gd name="connsiteY147" fmla="*/ 521385 h 611062"/>
                <a:gd name="connsiteX148" fmla="*/ 1441594 w 2912392"/>
                <a:gd name="connsiteY148" fmla="*/ 527092 h 611062"/>
                <a:gd name="connsiteX149" fmla="*/ 1451323 w 2912392"/>
                <a:gd name="connsiteY149" fmla="*/ 532679 h 611062"/>
                <a:gd name="connsiteX150" fmla="*/ 1461067 w 2912392"/>
                <a:gd name="connsiteY150" fmla="*/ 538147 h 611062"/>
                <a:gd name="connsiteX151" fmla="*/ 1470811 w 2912392"/>
                <a:gd name="connsiteY151" fmla="*/ 543466 h 611062"/>
                <a:gd name="connsiteX152" fmla="*/ 1480555 w 2912392"/>
                <a:gd name="connsiteY152" fmla="*/ 548651 h 611062"/>
                <a:gd name="connsiteX153" fmla="*/ 1490284 w 2912392"/>
                <a:gd name="connsiteY153" fmla="*/ 553686 h 611062"/>
                <a:gd name="connsiteX154" fmla="*/ 1500028 w 2912392"/>
                <a:gd name="connsiteY154" fmla="*/ 558573 h 611062"/>
                <a:gd name="connsiteX155" fmla="*/ 1509772 w 2912392"/>
                <a:gd name="connsiteY155" fmla="*/ 563296 h 611062"/>
                <a:gd name="connsiteX156" fmla="*/ 1519516 w 2912392"/>
                <a:gd name="connsiteY156" fmla="*/ 567826 h 611062"/>
                <a:gd name="connsiteX157" fmla="*/ 1529245 w 2912392"/>
                <a:gd name="connsiteY157" fmla="*/ 572191 h 611062"/>
                <a:gd name="connsiteX158" fmla="*/ 1538989 w 2912392"/>
                <a:gd name="connsiteY158" fmla="*/ 576363 h 611062"/>
                <a:gd name="connsiteX159" fmla="*/ 1548733 w 2912392"/>
                <a:gd name="connsiteY159" fmla="*/ 580341 h 611062"/>
                <a:gd name="connsiteX160" fmla="*/ 1558477 w 2912392"/>
                <a:gd name="connsiteY160" fmla="*/ 584110 h 611062"/>
                <a:gd name="connsiteX161" fmla="*/ 1568221 w 2912392"/>
                <a:gd name="connsiteY161" fmla="*/ 587671 h 611062"/>
                <a:gd name="connsiteX162" fmla="*/ 1577950 w 2912392"/>
                <a:gd name="connsiteY162" fmla="*/ 591008 h 611062"/>
                <a:gd name="connsiteX163" fmla="*/ 1587694 w 2912392"/>
                <a:gd name="connsiteY163" fmla="*/ 594122 h 611062"/>
                <a:gd name="connsiteX164" fmla="*/ 1597438 w 2912392"/>
                <a:gd name="connsiteY164" fmla="*/ 596983 h 611062"/>
                <a:gd name="connsiteX165" fmla="*/ 1607182 w 2912392"/>
                <a:gd name="connsiteY165" fmla="*/ 599620 h 611062"/>
                <a:gd name="connsiteX166" fmla="*/ 1616911 w 2912392"/>
                <a:gd name="connsiteY166" fmla="*/ 601989 h 611062"/>
                <a:gd name="connsiteX167" fmla="*/ 1626655 w 2912392"/>
                <a:gd name="connsiteY167" fmla="*/ 604105 h 611062"/>
                <a:gd name="connsiteX168" fmla="*/ 1636399 w 2912392"/>
                <a:gd name="connsiteY168" fmla="*/ 605952 h 611062"/>
                <a:gd name="connsiteX169" fmla="*/ 1646142 w 2912392"/>
                <a:gd name="connsiteY169" fmla="*/ 607531 h 611062"/>
                <a:gd name="connsiteX170" fmla="*/ 1655872 w 2912392"/>
                <a:gd name="connsiteY170" fmla="*/ 608813 h 611062"/>
                <a:gd name="connsiteX171" fmla="*/ 1665616 w 2912392"/>
                <a:gd name="connsiteY171" fmla="*/ 609826 h 611062"/>
                <a:gd name="connsiteX172" fmla="*/ 1675359 w 2912392"/>
                <a:gd name="connsiteY172" fmla="*/ 610541 h 611062"/>
                <a:gd name="connsiteX173" fmla="*/ 1685103 w 2912392"/>
                <a:gd name="connsiteY173" fmla="*/ 610958 h 611062"/>
                <a:gd name="connsiteX174" fmla="*/ 1694832 w 2912392"/>
                <a:gd name="connsiteY174" fmla="*/ 611062 h 611062"/>
                <a:gd name="connsiteX175" fmla="*/ 1704576 w 2912392"/>
                <a:gd name="connsiteY175" fmla="*/ 610869 h 611062"/>
                <a:gd name="connsiteX176" fmla="*/ 1714320 w 2912392"/>
                <a:gd name="connsiteY176" fmla="*/ 610362 h 611062"/>
                <a:gd name="connsiteX177" fmla="*/ 1724064 w 2912392"/>
                <a:gd name="connsiteY177" fmla="*/ 609528 h 611062"/>
                <a:gd name="connsiteX178" fmla="*/ 1733808 w 2912392"/>
                <a:gd name="connsiteY178" fmla="*/ 608381 h 611062"/>
                <a:gd name="connsiteX179" fmla="*/ 1743537 w 2912392"/>
                <a:gd name="connsiteY179" fmla="*/ 606920 h 611062"/>
                <a:gd name="connsiteX180" fmla="*/ 1753281 w 2912392"/>
                <a:gd name="connsiteY180" fmla="*/ 605118 h 611062"/>
                <a:gd name="connsiteX181" fmla="*/ 1763025 w 2912392"/>
                <a:gd name="connsiteY181" fmla="*/ 603002 h 611062"/>
                <a:gd name="connsiteX182" fmla="*/ 1772769 w 2912392"/>
                <a:gd name="connsiteY182" fmla="*/ 600559 h 611062"/>
                <a:gd name="connsiteX183" fmla="*/ 1782498 w 2912392"/>
                <a:gd name="connsiteY183" fmla="*/ 597787 h 611062"/>
                <a:gd name="connsiteX184" fmla="*/ 1792242 w 2912392"/>
                <a:gd name="connsiteY184" fmla="*/ 594674 h 611062"/>
                <a:gd name="connsiteX185" fmla="*/ 1801986 w 2912392"/>
                <a:gd name="connsiteY185" fmla="*/ 591247 h 611062"/>
                <a:gd name="connsiteX186" fmla="*/ 1811730 w 2912392"/>
                <a:gd name="connsiteY186" fmla="*/ 587492 h 611062"/>
                <a:gd name="connsiteX187" fmla="*/ 1821459 w 2912392"/>
                <a:gd name="connsiteY187" fmla="*/ 583425 h 611062"/>
                <a:gd name="connsiteX188" fmla="*/ 1831203 w 2912392"/>
                <a:gd name="connsiteY188" fmla="*/ 579030 h 611062"/>
                <a:gd name="connsiteX189" fmla="*/ 1840947 w 2912392"/>
                <a:gd name="connsiteY189" fmla="*/ 574321 h 611062"/>
                <a:gd name="connsiteX190" fmla="*/ 1850691 w 2912392"/>
                <a:gd name="connsiteY190" fmla="*/ 569301 h 611062"/>
                <a:gd name="connsiteX191" fmla="*/ 1860435 w 2912392"/>
                <a:gd name="connsiteY191" fmla="*/ 563982 h 611062"/>
                <a:gd name="connsiteX192" fmla="*/ 1870164 w 2912392"/>
                <a:gd name="connsiteY192" fmla="*/ 558365 h 611062"/>
                <a:gd name="connsiteX193" fmla="*/ 1879908 w 2912392"/>
                <a:gd name="connsiteY193" fmla="*/ 552450 h 611062"/>
                <a:gd name="connsiteX194" fmla="*/ 1889652 w 2912392"/>
                <a:gd name="connsiteY194" fmla="*/ 546252 h 611062"/>
                <a:gd name="connsiteX195" fmla="*/ 1899395 w 2912392"/>
                <a:gd name="connsiteY195" fmla="*/ 539786 h 611062"/>
                <a:gd name="connsiteX196" fmla="*/ 1909124 w 2912392"/>
                <a:gd name="connsiteY196" fmla="*/ 533036 h 611062"/>
                <a:gd name="connsiteX197" fmla="*/ 1918868 w 2912392"/>
                <a:gd name="connsiteY197" fmla="*/ 526049 h 611062"/>
                <a:gd name="connsiteX198" fmla="*/ 1928612 w 2912392"/>
                <a:gd name="connsiteY198" fmla="*/ 518808 h 611062"/>
                <a:gd name="connsiteX199" fmla="*/ 1938356 w 2912392"/>
                <a:gd name="connsiteY199" fmla="*/ 511343 h 611062"/>
                <a:gd name="connsiteX200" fmla="*/ 1948085 w 2912392"/>
                <a:gd name="connsiteY200" fmla="*/ 503641 h 611062"/>
                <a:gd name="connsiteX201" fmla="*/ 1957829 w 2912392"/>
                <a:gd name="connsiteY201" fmla="*/ 495729 h 611062"/>
                <a:gd name="connsiteX202" fmla="*/ 1967573 w 2912392"/>
                <a:gd name="connsiteY202" fmla="*/ 487624 h 611062"/>
                <a:gd name="connsiteX203" fmla="*/ 1977317 w 2912392"/>
                <a:gd name="connsiteY203" fmla="*/ 479340 h 611062"/>
                <a:gd name="connsiteX204" fmla="*/ 1987046 w 2912392"/>
                <a:gd name="connsiteY204" fmla="*/ 470878 h 611062"/>
                <a:gd name="connsiteX205" fmla="*/ 1996790 w 2912392"/>
                <a:gd name="connsiteY205" fmla="*/ 462251 h 611062"/>
                <a:gd name="connsiteX206" fmla="*/ 2006534 w 2912392"/>
                <a:gd name="connsiteY206" fmla="*/ 453491 h 611062"/>
                <a:gd name="connsiteX207" fmla="*/ 2016278 w 2912392"/>
                <a:gd name="connsiteY207" fmla="*/ 444611 h 611062"/>
                <a:gd name="connsiteX208" fmla="*/ 2026022 w 2912392"/>
                <a:gd name="connsiteY208" fmla="*/ 435612 h 611062"/>
                <a:gd name="connsiteX209" fmla="*/ 2035751 w 2912392"/>
                <a:gd name="connsiteY209" fmla="*/ 426509 h 611062"/>
                <a:gd name="connsiteX210" fmla="*/ 2045495 w 2912392"/>
                <a:gd name="connsiteY210" fmla="*/ 417331 h 611062"/>
                <a:gd name="connsiteX211" fmla="*/ 2055239 w 2912392"/>
                <a:gd name="connsiteY211" fmla="*/ 408094 h 611062"/>
                <a:gd name="connsiteX212" fmla="*/ 2064983 w 2912392"/>
                <a:gd name="connsiteY212" fmla="*/ 398811 h 611062"/>
                <a:gd name="connsiteX213" fmla="*/ 2074712 w 2912392"/>
                <a:gd name="connsiteY213" fmla="*/ 389485 h 611062"/>
                <a:gd name="connsiteX214" fmla="*/ 2084456 w 2912392"/>
                <a:gd name="connsiteY214" fmla="*/ 380143 h 611062"/>
                <a:gd name="connsiteX215" fmla="*/ 2094200 w 2912392"/>
                <a:gd name="connsiteY215" fmla="*/ 370801 h 611062"/>
                <a:gd name="connsiteX216" fmla="*/ 2103944 w 2912392"/>
                <a:gd name="connsiteY216" fmla="*/ 361475 h 611062"/>
                <a:gd name="connsiteX217" fmla="*/ 2113673 w 2912392"/>
                <a:gd name="connsiteY217" fmla="*/ 352178 h 611062"/>
                <a:gd name="connsiteX218" fmla="*/ 2123417 w 2912392"/>
                <a:gd name="connsiteY218" fmla="*/ 342940 h 611062"/>
                <a:gd name="connsiteX219" fmla="*/ 2133161 w 2912392"/>
                <a:gd name="connsiteY219" fmla="*/ 333748 h 611062"/>
                <a:gd name="connsiteX220" fmla="*/ 2142905 w 2912392"/>
                <a:gd name="connsiteY220" fmla="*/ 324629 h 611062"/>
                <a:gd name="connsiteX221" fmla="*/ 2152649 w 2912392"/>
                <a:gd name="connsiteY221" fmla="*/ 315616 h 611062"/>
                <a:gd name="connsiteX222" fmla="*/ 2162377 w 2912392"/>
                <a:gd name="connsiteY222" fmla="*/ 306691 h 611062"/>
                <a:gd name="connsiteX223" fmla="*/ 2172121 w 2912392"/>
                <a:gd name="connsiteY223" fmla="*/ 297886 h 611062"/>
                <a:gd name="connsiteX224" fmla="*/ 2181865 w 2912392"/>
                <a:gd name="connsiteY224" fmla="*/ 289210 h 611062"/>
                <a:gd name="connsiteX225" fmla="*/ 2191609 w 2912392"/>
                <a:gd name="connsiteY225" fmla="*/ 280679 h 611062"/>
                <a:gd name="connsiteX226" fmla="*/ 2201338 w 2912392"/>
                <a:gd name="connsiteY226" fmla="*/ 272300 h 611062"/>
                <a:gd name="connsiteX227" fmla="*/ 2211082 w 2912392"/>
                <a:gd name="connsiteY227" fmla="*/ 264086 h 611062"/>
                <a:gd name="connsiteX228" fmla="*/ 2220826 w 2912392"/>
                <a:gd name="connsiteY228" fmla="*/ 256046 h 611062"/>
                <a:gd name="connsiteX229" fmla="*/ 2230570 w 2912392"/>
                <a:gd name="connsiteY229" fmla="*/ 248192 h 611062"/>
                <a:gd name="connsiteX230" fmla="*/ 2240299 w 2912392"/>
                <a:gd name="connsiteY230" fmla="*/ 240529 h 611062"/>
                <a:gd name="connsiteX231" fmla="*/ 2250043 w 2912392"/>
                <a:gd name="connsiteY231" fmla="*/ 233066 h 611062"/>
                <a:gd name="connsiteX232" fmla="*/ 2259787 w 2912392"/>
                <a:gd name="connsiteY232" fmla="*/ 225813 h 611062"/>
                <a:gd name="connsiteX233" fmla="*/ 2269531 w 2912392"/>
                <a:gd name="connsiteY233" fmla="*/ 218774 h 611062"/>
                <a:gd name="connsiteX234" fmla="*/ 2279260 w 2912392"/>
                <a:gd name="connsiteY234" fmla="*/ 211953 h 611062"/>
                <a:gd name="connsiteX235" fmla="*/ 2289004 w 2912392"/>
                <a:gd name="connsiteY235" fmla="*/ 205357 h 611062"/>
                <a:gd name="connsiteX236" fmla="*/ 2298748 w 2912392"/>
                <a:gd name="connsiteY236" fmla="*/ 198989 h 611062"/>
                <a:gd name="connsiteX237" fmla="*/ 2308492 w 2912392"/>
                <a:gd name="connsiteY237" fmla="*/ 192852 h 611062"/>
                <a:gd name="connsiteX238" fmla="*/ 2318236 w 2912392"/>
                <a:gd name="connsiteY238" fmla="*/ 186948 h 611062"/>
                <a:gd name="connsiteX239" fmla="*/ 2327965 w 2912392"/>
                <a:gd name="connsiteY239" fmla="*/ 181277 h 611062"/>
                <a:gd name="connsiteX240" fmla="*/ 2337709 w 2912392"/>
                <a:gd name="connsiteY240" fmla="*/ 175841 h 611062"/>
                <a:gd name="connsiteX241" fmla="*/ 2347453 w 2912392"/>
                <a:gd name="connsiteY241" fmla="*/ 170637 h 611062"/>
                <a:gd name="connsiteX242" fmla="*/ 2357197 w 2912392"/>
                <a:gd name="connsiteY242" fmla="*/ 165663 h 611062"/>
                <a:gd name="connsiteX243" fmla="*/ 2366926 w 2912392"/>
                <a:gd name="connsiteY243" fmla="*/ 160921 h 611062"/>
                <a:gd name="connsiteX244" fmla="*/ 2376670 w 2912392"/>
                <a:gd name="connsiteY244" fmla="*/ 156404 h 611062"/>
                <a:gd name="connsiteX245" fmla="*/ 2386413 w 2912392"/>
                <a:gd name="connsiteY245" fmla="*/ 152108 h 611062"/>
                <a:gd name="connsiteX246" fmla="*/ 2396157 w 2912392"/>
                <a:gd name="connsiteY246" fmla="*/ 148029 h 611062"/>
                <a:gd name="connsiteX247" fmla="*/ 2405886 w 2912392"/>
                <a:gd name="connsiteY247" fmla="*/ 144163 h 611062"/>
                <a:gd name="connsiteX248" fmla="*/ 2415630 w 2912392"/>
                <a:gd name="connsiteY248" fmla="*/ 140500 h 611062"/>
                <a:gd name="connsiteX249" fmla="*/ 2425374 w 2912392"/>
                <a:gd name="connsiteY249" fmla="*/ 137036 h 611062"/>
                <a:gd name="connsiteX250" fmla="*/ 2435118 w 2912392"/>
                <a:gd name="connsiteY250" fmla="*/ 133763 h 611062"/>
                <a:gd name="connsiteX251" fmla="*/ 2444862 w 2912392"/>
                <a:gd name="connsiteY251" fmla="*/ 130673 h 611062"/>
                <a:gd name="connsiteX252" fmla="*/ 2454591 w 2912392"/>
                <a:gd name="connsiteY252" fmla="*/ 127756 h 611062"/>
                <a:gd name="connsiteX253" fmla="*/ 2464335 w 2912392"/>
                <a:gd name="connsiteY253" fmla="*/ 125004 h 611062"/>
                <a:gd name="connsiteX254" fmla="*/ 2474079 w 2912392"/>
                <a:gd name="connsiteY254" fmla="*/ 122406 h 611062"/>
                <a:gd name="connsiteX255" fmla="*/ 2483823 w 2912392"/>
                <a:gd name="connsiteY255" fmla="*/ 119952 h 611062"/>
                <a:gd name="connsiteX256" fmla="*/ 2493552 w 2912392"/>
                <a:gd name="connsiteY256" fmla="*/ 117632 h 611062"/>
                <a:gd name="connsiteX257" fmla="*/ 2503296 w 2912392"/>
                <a:gd name="connsiteY257" fmla="*/ 115434 h 611062"/>
                <a:gd name="connsiteX258" fmla="*/ 2513040 w 2912392"/>
                <a:gd name="connsiteY258" fmla="*/ 113348 h 611062"/>
                <a:gd name="connsiteX259" fmla="*/ 2522784 w 2912392"/>
                <a:gd name="connsiteY259" fmla="*/ 111362 h 611062"/>
                <a:gd name="connsiteX260" fmla="*/ 2532513 w 2912392"/>
                <a:gd name="connsiteY260" fmla="*/ 109466 h 611062"/>
                <a:gd name="connsiteX261" fmla="*/ 2542257 w 2912392"/>
                <a:gd name="connsiteY261" fmla="*/ 107644 h 611062"/>
                <a:gd name="connsiteX262" fmla="*/ 2552001 w 2912392"/>
                <a:gd name="connsiteY262" fmla="*/ 105887 h 611062"/>
                <a:gd name="connsiteX263" fmla="*/ 2561745 w 2912392"/>
                <a:gd name="connsiteY263" fmla="*/ 104184 h 611062"/>
                <a:gd name="connsiteX264" fmla="*/ 2571474 w 2912392"/>
                <a:gd name="connsiteY264" fmla="*/ 102521 h 611062"/>
                <a:gd name="connsiteX265" fmla="*/ 2581218 w 2912392"/>
                <a:gd name="connsiteY265" fmla="*/ 100887 h 611062"/>
                <a:gd name="connsiteX266" fmla="*/ 2590962 w 2912392"/>
                <a:gd name="connsiteY266" fmla="*/ 99270 h 611062"/>
                <a:gd name="connsiteX267" fmla="*/ 2600705 w 2912392"/>
                <a:gd name="connsiteY267" fmla="*/ 97658 h 611062"/>
                <a:gd name="connsiteX268" fmla="*/ 2610449 w 2912392"/>
                <a:gd name="connsiteY268" fmla="*/ 96040 h 611062"/>
                <a:gd name="connsiteX269" fmla="*/ 2620178 w 2912392"/>
                <a:gd name="connsiteY269" fmla="*/ 94406 h 611062"/>
                <a:gd name="connsiteX270" fmla="*/ 2629922 w 2912392"/>
                <a:gd name="connsiteY270" fmla="*/ 92743 h 611062"/>
                <a:gd name="connsiteX271" fmla="*/ 2639666 w 2912392"/>
                <a:gd name="connsiteY271" fmla="*/ 91040 h 611062"/>
                <a:gd name="connsiteX272" fmla="*/ 2649410 w 2912392"/>
                <a:gd name="connsiteY272" fmla="*/ 89290 h 611062"/>
                <a:gd name="connsiteX273" fmla="*/ 2659139 w 2912392"/>
                <a:gd name="connsiteY273" fmla="*/ 87479 h 611062"/>
                <a:gd name="connsiteX274" fmla="*/ 2668883 w 2912392"/>
                <a:gd name="connsiteY274" fmla="*/ 85601 h 611062"/>
                <a:gd name="connsiteX275" fmla="*/ 2678627 w 2912392"/>
                <a:gd name="connsiteY275" fmla="*/ 83646 h 611062"/>
                <a:gd name="connsiteX276" fmla="*/ 2688371 w 2912392"/>
                <a:gd name="connsiteY276" fmla="*/ 81605 h 611062"/>
                <a:gd name="connsiteX277" fmla="*/ 2698100 w 2912392"/>
                <a:gd name="connsiteY277" fmla="*/ 79468 h 611062"/>
                <a:gd name="connsiteX278" fmla="*/ 2707844 w 2912392"/>
                <a:gd name="connsiteY278" fmla="*/ 77232 h 611062"/>
                <a:gd name="connsiteX279" fmla="*/ 2717588 w 2912392"/>
                <a:gd name="connsiteY279" fmla="*/ 74887 h 611062"/>
                <a:gd name="connsiteX280" fmla="*/ 2727332 w 2912392"/>
                <a:gd name="connsiteY280" fmla="*/ 72428 h 611062"/>
                <a:gd name="connsiteX281" fmla="*/ 2737076 w 2912392"/>
                <a:gd name="connsiteY281" fmla="*/ 69848 h 611062"/>
                <a:gd name="connsiteX282" fmla="*/ 2746805 w 2912392"/>
                <a:gd name="connsiteY282" fmla="*/ 67144 h 611062"/>
                <a:gd name="connsiteX283" fmla="*/ 2756549 w 2912392"/>
                <a:gd name="connsiteY283" fmla="*/ 64309 h 611062"/>
                <a:gd name="connsiteX284" fmla="*/ 2766293 w 2912392"/>
                <a:gd name="connsiteY284" fmla="*/ 61341 h 611062"/>
                <a:gd name="connsiteX285" fmla="*/ 2776037 w 2912392"/>
                <a:gd name="connsiteY285" fmla="*/ 58234 h 611062"/>
                <a:gd name="connsiteX286" fmla="*/ 2785766 w 2912392"/>
                <a:gd name="connsiteY286" fmla="*/ 54989 h 611062"/>
                <a:gd name="connsiteX287" fmla="*/ 2795510 w 2912392"/>
                <a:gd name="connsiteY287" fmla="*/ 51603 h 611062"/>
                <a:gd name="connsiteX288" fmla="*/ 2805254 w 2912392"/>
                <a:gd name="connsiteY288" fmla="*/ 48072 h 611062"/>
                <a:gd name="connsiteX289" fmla="*/ 2814998 w 2912392"/>
                <a:gd name="connsiteY289" fmla="*/ 44397 h 611062"/>
                <a:gd name="connsiteX290" fmla="*/ 2824727 w 2912392"/>
                <a:gd name="connsiteY290" fmla="*/ 40580 h 611062"/>
                <a:gd name="connsiteX291" fmla="*/ 2834471 w 2912392"/>
                <a:gd name="connsiteY291" fmla="*/ 36619 h 611062"/>
                <a:gd name="connsiteX292" fmla="*/ 2844215 w 2912392"/>
                <a:gd name="connsiteY292" fmla="*/ 32514 h 611062"/>
                <a:gd name="connsiteX293" fmla="*/ 2853958 w 2912392"/>
                <a:gd name="connsiteY293" fmla="*/ 28269 h 611062"/>
                <a:gd name="connsiteX294" fmla="*/ 2863687 w 2912392"/>
                <a:gd name="connsiteY294" fmla="*/ 23886 h 611062"/>
                <a:gd name="connsiteX295" fmla="*/ 2873431 w 2912392"/>
                <a:gd name="connsiteY295" fmla="*/ 19367 h 611062"/>
                <a:gd name="connsiteX296" fmla="*/ 2883175 w 2912392"/>
                <a:gd name="connsiteY296" fmla="*/ 14714 h 611062"/>
                <a:gd name="connsiteX297" fmla="*/ 2892919 w 2912392"/>
                <a:gd name="connsiteY297" fmla="*/ 9933 h 611062"/>
                <a:gd name="connsiteX298" fmla="*/ 2902663 w 2912392"/>
                <a:gd name="connsiteY298" fmla="*/ 5025 h 611062"/>
                <a:gd name="connsiteX299" fmla="*/ 2912392 w 2912392"/>
                <a:gd name="connsiteY299" fmla="*/ 0 h 611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11062">
                  <a:moveTo>
                    <a:pt x="0" y="391064"/>
                  </a:moveTo>
                  <a:lnTo>
                    <a:pt x="9739" y="393522"/>
                  </a:lnTo>
                  <a:lnTo>
                    <a:pt x="19480" y="395787"/>
                  </a:lnTo>
                  <a:lnTo>
                    <a:pt x="29221" y="397858"/>
                  </a:lnTo>
                  <a:lnTo>
                    <a:pt x="38961" y="399705"/>
                  </a:lnTo>
                  <a:lnTo>
                    <a:pt x="48702" y="401329"/>
                  </a:lnTo>
                  <a:lnTo>
                    <a:pt x="58443" y="402730"/>
                  </a:lnTo>
                  <a:lnTo>
                    <a:pt x="68182" y="403907"/>
                  </a:lnTo>
                  <a:lnTo>
                    <a:pt x="77923" y="404860"/>
                  </a:lnTo>
                  <a:lnTo>
                    <a:pt x="87664" y="405561"/>
                  </a:lnTo>
                  <a:lnTo>
                    <a:pt x="97404" y="406038"/>
                  </a:lnTo>
                  <a:lnTo>
                    <a:pt x="107145" y="406261"/>
                  </a:lnTo>
                  <a:lnTo>
                    <a:pt x="116886" y="406246"/>
                  </a:lnTo>
                  <a:lnTo>
                    <a:pt x="126625" y="405993"/>
                  </a:lnTo>
                  <a:lnTo>
                    <a:pt x="136366" y="405501"/>
                  </a:lnTo>
                  <a:lnTo>
                    <a:pt x="146107" y="404756"/>
                  </a:lnTo>
                  <a:lnTo>
                    <a:pt x="155846" y="403788"/>
                  </a:lnTo>
                  <a:lnTo>
                    <a:pt x="165587" y="402566"/>
                  </a:lnTo>
                  <a:lnTo>
                    <a:pt x="175328" y="401106"/>
                  </a:lnTo>
                  <a:lnTo>
                    <a:pt x="185068" y="399422"/>
                  </a:lnTo>
                  <a:lnTo>
                    <a:pt x="194809" y="397515"/>
                  </a:lnTo>
                  <a:lnTo>
                    <a:pt x="204550" y="395370"/>
                  </a:lnTo>
                  <a:lnTo>
                    <a:pt x="214289" y="393016"/>
                  </a:lnTo>
                  <a:lnTo>
                    <a:pt x="224030" y="390438"/>
                  </a:lnTo>
                  <a:lnTo>
                    <a:pt x="233771" y="387667"/>
                  </a:lnTo>
                  <a:lnTo>
                    <a:pt x="243510" y="384687"/>
                  </a:lnTo>
                  <a:lnTo>
                    <a:pt x="253251" y="381499"/>
                  </a:lnTo>
                  <a:lnTo>
                    <a:pt x="262992" y="378147"/>
                  </a:lnTo>
                  <a:lnTo>
                    <a:pt x="272732" y="374601"/>
                  </a:lnTo>
                  <a:lnTo>
                    <a:pt x="282473" y="370891"/>
                  </a:lnTo>
                  <a:lnTo>
                    <a:pt x="292214" y="367017"/>
                  </a:lnTo>
                  <a:lnTo>
                    <a:pt x="301953" y="362994"/>
                  </a:lnTo>
                  <a:lnTo>
                    <a:pt x="311694" y="358823"/>
                  </a:lnTo>
                  <a:lnTo>
                    <a:pt x="321435" y="354517"/>
                  </a:lnTo>
                  <a:lnTo>
                    <a:pt x="331175" y="350092"/>
                  </a:lnTo>
                  <a:lnTo>
                    <a:pt x="340916" y="345548"/>
                  </a:lnTo>
                  <a:lnTo>
                    <a:pt x="350656" y="340899"/>
                  </a:lnTo>
                  <a:lnTo>
                    <a:pt x="360396" y="336161"/>
                  </a:lnTo>
                  <a:lnTo>
                    <a:pt x="370137" y="331349"/>
                  </a:lnTo>
                  <a:lnTo>
                    <a:pt x="379878" y="326447"/>
                  </a:lnTo>
                  <a:lnTo>
                    <a:pt x="389617" y="321501"/>
                  </a:lnTo>
                  <a:lnTo>
                    <a:pt x="399358" y="316495"/>
                  </a:lnTo>
                  <a:lnTo>
                    <a:pt x="409099" y="311444"/>
                  </a:lnTo>
                  <a:lnTo>
                    <a:pt x="418839" y="306378"/>
                  </a:lnTo>
                  <a:lnTo>
                    <a:pt x="428580" y="301283"/>
                  </a:lnTo>
                  <a:lnTo>
                    <a:pt x="438321" y="296202"/>
                  </a:lnTo>
                  <a:lnTo>
                    <a:pt x="448060" y="291110"/>
                  </a:lnTo>
                  <a:lnTo>
                    <a:pt x="457801" y="286038"/>
                  </a:lnTo>
                  <a:lnTo>
                    <a:pt x="467542" y="280995"/>
                  </a:lnTo>
                  <a:lnTo>
                    <a:pt x="477281" y="275989"/>
                  </a:lnTo>
                  <a:lnTo>
                    <a:pt x="487022" y="271032"/>
                  </a:lnTo>
                  <a:lnTo>
                    <a:pt x="496763" y="266133"/>
                  </a:lnTo>
                  <a:lnTo>
                    <a:pt x="506503" y="261304"/>
                  </a:lnTo>
                  <a:lnTo>
                    <a:pt x="516244" y="256554"/>
                  </a:lnTo>
                  <a:lnTo>
                    <a:pt x="525985" y="251894"/>
                  </a:lnTo>
                  <a:lnTo>
                    <a:pt x="535724" y="247334"/>
                  </a:lnTo>
                  <a:lnTo>
                    <a:pt x="545465" y="242880"/>
                  </a:lnTo>
                  <a:lnTo>
                    <a:pt x="555206" y="238545"/>
                  </a:lnTo>
                  <a:lnTo>
                    <a:pt x="564946" y="234334"/>
                  </a:lnTo>
                  <a:lnTo>
                    <a:pt x="574687" y="230259"/>
                  </a:lnTo>
                  <a:lnTo>
                    <a:pt x="584428" y="226326"/>
                  </a:lnTo>
                  <a:lnTo>
                    <a:pt x="594167" y="222545"/>
                  </a:lnTo>
                  <a:lnTo>
                    <a:pt x="603908" y="218921"/>
                  </a:lnTo>
                  <a:lnTo>
                    <a:pt x="613649" y="215463"/>
                  </a:lnTo>
                  <a:lnTo>
                    <a:pt x="623388" y="212176"/>
                  </a:lnTo>
                  <a:lnTo>
                    <a:pt x="633129" y="209068"/>
                  </a:lnTo>
                  <a:lnTo>
                    <a:pt x="642870" y="206147"/>
                  </a:lnTo>
                  <a:lnTo>
                    <a:pt x="652610" y="203414"/>
                  </a:lnTo>
                  <a:lnTo>
                    <a:pt x="662351" y="200879"/>
                  </a:lnTo>
                  <a:lnTo>
                    <a:pt x="672092" y="198542"/>
                  </a:lnTo>
                  <a:lnTo>
                    <a:pt x="681831" y="196412"/>
                  </a:lnTo>
                  <a:lnTo>
                    <a:pt x="691572" y="194491"/>
                  </a:lnTo>
                  <a:lnTo>
                    <a:pt x="701313" y="192782"/>
                  </a:lnTo>
                  <a:lnTo>
                    <a:pt x="711052" y="191291"/>
                  </a:lnTo>
                  <a:lnTo>
                    <a:pt x="720793" y="190019"/>
                  </a:lnTo>
                  <a:lnTo>
                    <a:pt x="730534" y="188967"/>
                  </a:lnTo>
                  <a:lnTo>
                    <a:pt x="740274" y="188140"/>
                  </a:lnTo>
                  <a:lnTo>
                    <a:pt x="750015" y="187538"/>
                  </a:lnTo>
                  <a:lnTo>
                    <a:pt x="759756" y="187164"/>
                  </a:lnTo>
                  <a:lnTo>
                    <a:pt x="769495" y="187017"/>
                  </a:lnTo>
                  <a:lnTo>
                    <a:pt x="779236" y="187097"/>
                  </a:lnTo>
                  <a:lnTo>
                    <a:pt x="788977" y="187405"/>
                  </a:lnTo>
                  <a:lnTo>
                    <a:pt x="798717" y="187943"/>
                  </a:lnTo>
                  <a:lnTo>
                    <a:pt x="808458" y="188708"/>
                  </a:lnTo>
                  <a:lnTo>
                    <a:pt x="818199" y="189698"/>
                  </a:lnTo>
                  <a:lnTo>
                    <a:pt x="827938" y="190914"/>
                  </a:lnTo>
                  <a:lnTo>
                    <a:pt x="837679" y="192353"/>
                  </a:lnTo>
                  <a:lnTo>
                    <a:pt x="847420" y="194014"/>
                  </a:lnTo>
                  <a:lnTo>
                    <a:pt x="857159" y="195893"/>
                  </a:lnTo>
                  <a:lnTo>
                    <a:pt x="866900" y="197990"/>
                  </a:lnTo>
                  <a:lnTo>
                    <a:pt x="876641" y="200299"/>
                  </a:lnTo>
                  <a:lnTo>
                    <a:pt x="886381" y="202818"/>
                  </a:lnTo>
                  <a:lnTo>
                    <a:pt x="896122" y="205545"/>
                  </a:lnTo>
                  <a:lnTo>
                    <a:pt x="905863" y="208476"/>
                  </a:lnTo>
                  <a:lnTo>
                    <a:pt x="915602" y="211604"/>
                  </a:lnTo>
                  <a:lnTo>
                    <a:pt x="925343" y="214928"/>
                  </a:lnTo>
                  <a:lnTo>
                    <a:pt x="935084" y="218441"/>
                  </a:lnTo>
                  <a:lnTo>
                    <a:pt x="944824" y="222142"/>
                  </a:lnTo>
                  <a:lnTo>
                    <a:pt x="954564" y="226023"/>
                  </a:lnTo>
                  <a:lnTo>
                    <a:pt x="964305" y="230081"/>
                  </a:lnTo>
                  <a:lnTo>
                    <a:pt x="974045" y="234309"/>
                  </a:lnTo>
                  <a:lnTo>
                    <a:pt x="983786" y="238704"/>
                  </a:lnTo>
                  <a:lnTo>
                    <a:pt x="993522" y="243259"/>
                  </a:lnTo>
                  <a:lnTo>
                    <a:pt x="1003266" y="247970"/>
                  </a:lnTo>
                  <a:lnTo>
                    <a:pt x="1013010" y="252830"/>
                  </a:lnTo>
                  <a:lnTo>
                    <a:pt x="1022754" y="257833"/>
                  </a:lnTo>
                  <a:lnTo>
                    <a:pt x="1032483" y="262974"/>
                  </a:lnTo>
                  <a:lnTo>
                    <a:pt x="1042227" y="268249"/>
                  </a:lnTo>
                  <a:lnTo>
                    <a:pt x="1051971" y="273650"/>
                  </a:lnTo>
                  <a:lnTo>
                    <a:pt x="1061715" y="279171"/>
                  </a:lnTo>
                  <a:lnTo>
                    <a:pt x="1071444" y="284809"/>
                  </a:lnTo>
                  <a:lnTo>
                    <a:pt x="1081188" y="290554"/>
                  </a:lnTo>
                  <a:lnTo>
                    <a:pt x="1090932" y="296396"/>
                  </a:lnTo>
                  <a:lnTo>
                    <a:pt x="1100676" y="302355"/>
                  </a:lnTo>
                  <a:lnTo>
                    <a:pt x="1110405" y="308390"/>
                  </a:lnTo>
                  <a:lnTo>
                    <a:pt x="1120149" y="314513"/>
                  </a:lnTo>
                  <a:lnTo>
                    <a:pt x="1129893" y="320711"/>
                  </a:lnTo>
                  <a:lnTo>
                    <a:pt x="1139637" y="326983"/>
                  </a:lnTo>
                  <a:lnTo>
                    <a:pt x="1149381" y="333330"/>
                  </a:lnTo>
                  <a:lnTo>
                    <a:pt x="1159110" y="339737"/>
                  </a:lnTo>
                  <a:lnTo>
                    <a:pt x="1168854" y="346203"/>
                  </a:lnTo>
                  <a:lnTo>
                    <a:pt x="1178598" y="352729"/>
                  </a:lnTo>
                  <a:lnTo>
                    <a:pt x="1188341" y="359285"/>
                  </a:lnTo>
                  <a:lnTo>
                    <a:pt x="1198070" y="365885"/>
                  </a:lnTo>
                  <a:lnTo>
                    <a:pt x="1207814" y="372515"/>
                  </a:lnTo>
                  <a:lnTo>
                    <a:pt x="1217558" y="379175"/>
                  </a:lnTo>
                  <a:lnTo>
                    <a:pt x="1227302" y="385864"/>
                  </a:lnTo>
                  <a:lnTo>
                    <a:pt x="1237031" y="392569"/>
                  </a:lnTo>
                  <a:lnTo>
                    <a:pt x="1246775" y="399273"/>
                  </a:lnTo>
                  <a:lnTo>
                    <a:pt x="1256519" y="406008"/>
                  </a:lnTo>
                  <a:lnTo>
                    <a:pt x="1266263" y="412727"/>
                  </a:lnTo>
                  <a:lnTo>
                    <a:pt x="1276007" y="419432"/>
                  </a:lnTo>
                  <a:lnTo>
                    <a:pt x="1285736" y="426136"/>
                  </a:lnTo>
                  <a:lnTo>
                    <a:pt x="1295480" y="432826"/>
                  </a:lnTo>
                  <a:lnTo>
                    <a:pt x="1305224" y="439501"/>
                  </a:lnTo>
                  <a:lnTo>
                    <a:pt x="1314968" y="446131"/>
                  </a:lnTo>
                  <a:lnTo>
                    <a:pt x="1324697" y="452731"/>
                  </a:lnTo>
                  <a:lnTo>
                    <a:pt x="1334441" y="459301"/>
                  </a:lnTo>
                  <a:lnTo>
                    <a:pt x="1344185" y="465812"/>
                  </a:lnTo>
                  <a:lnTo>
                    <a:pt x="1353929" y="472278"/>
                  </a:lnTo>
                  <a:lnTo>
                    <a:pt x="1363658" y="478700"/>
                  </a:lnTo>
                  <a:lnTo>
                    <a:pt x="1373402" y="485032"/>
                  </a:lnTo>
                  <a:lnTo>
                    <a:pt x="1383146" y="491304"/>
                  </a:lnTo>
                  <a:lnTo>
                    <a:pt x="1392890" y="497502"/>
                  </a:lnTo>
                  <a:lnTo>
                    <a:pt x="1402619" y="503611"/>
                  </a:lnTo>
                  <a:lnTo>
                    <a:pt x="1412363" y="509645"/>
                  </a:lnTo>
                  <a:lnTo>
                    <a:pt x="1422106" y="515560"/>
                  </a:lnTo>
                  <a:lnTo>
                    <a:pt x="1431850" y="521385"/>
                  </a:lnTo>
                  <a:lnTo>
                    <a:pt x="1441594" y="527092"/>
                  </a:lnTo>
                  <a:lnTo>
                    <a:pt x="1451323" y="532679"/>
                  </a:lnTo>
                  <a:lnTo>
                    <a:pt x="1461067" y="538147"/>
                  </a:lnTo>
                  <a:lnTo>
                    <a:pt x="1470811" y="543466"/>
                  </a:lnTo>
                  <a:lnTo>
                    <a:pt x="1480555" y="548651"/>
                  </a:lnTo>
                  <a:lnTo>
                    <a:pt x="1490284" y="553686"/>
                  </a:lnTo>
                  <a:lnTo>
                    <a:pt x="1500028" y="558573"/>
                  </a:lnTo>
                  <a:lnTo>
                    <a:pt x="1509772" y="563296"/>
                  </a:lnTo>
                  <a:lnTo>
                    <a:pt x="1519516" y="567826"/>
                  </a:lnTo>
                  <a:lnTo>
                    <a:pt x="1529245" y="572191"/>
                  </a:lnTo>
                  <a:lnTo>
                    <a:pt x="1538989" y="576363"/>
                  </a:lnTo>
                  <a:lnTo>
                    <a:pt x="1548733" y="580341"/>
                  </a:lnTo>
                  <a:lnTo>
                    <a:pt x="1558477" y="584110"/>
                  </a:lnTo>
                  <a:lnTo>
                    <a:pt x="1568221" y="587671"/>
                  </a:lnTo>
                  <a:lnTo>
                    <a:pt x="1577950" y="591008"/>
                  </a:lnTo>
                  <a:lnTo>
                    <a:pt x="1587694" y="594122"/>
                  </a:lnTo>
                  <a:lnTo>
                    <a:pt x="1597438" y="596983"/>
                  </a:lnTo>
                  <a:lnTo>
                    <a:pt x="1607182" y="599620"/>
                  </a:lnTo>
                  <a:lnTo>
                    <a:pt x="1616911" y="601989"/>
                  </a:lnTo>
                  <a:lnTo>
                    <a:pt x="1626655" y="604105"/>
                  </a:lnTo>
                  <a:lnTo>
                    <a:pt x="1636399" y="605952"/>
                  </a:lnTo>
                  <a:lnTo>
                    <a:pt x="1646142" y="607531"/>
                  </a:lnTo>
                  <a:lnTo>
                    <a:pt x="1655872" y="608813"/>
                  </a:lnTo>
                  <a:lnTo>
                    <a:pt x="1665616" y="609826"/>
                  </a:lnTo>
                  <a:lnTo>
                    <a:pt x="1675359" y="610541"/>
                  </a:lnTo>
                  <a:lnTo>
                    <a:pt x="1685103" y="610958"/>
                  </a:lnTo>
                  <a:lnTo>
                    <a:pt x="1694832" y="611062"/>
                  </a:lnTo>
                  <a:lnTo>
                    <a:pt x="1704576" y="610869"/>
                  </a:lnTo>
                  <a:lnTo>
                    <a:pt x="1714320" y="610362"/>
                  </a:lnTo>
                  <a:lnTo>
                    <a:pt x="1724064" y="609528"/>
                  </a:lnTo>
                  <a:lnTo>
                    <a:pt x="1733808" y="608381"/>
                  </a:lnTo>
                  <a:lnTo>
                    <a:pt x="1743537" y="606920"/>
                  </a:lnTo>
                  <a:lnTo>
                    <a:pt x="1753281" y="605118"/>
                  </a:lnTo>
                  <a:lnTo>
                    <a:pt x="1763025" y="603002"/>
                  </a:lnTo>
                  <a:lnTo>
                    <a:pt x="1772769" y="600559"/>
                  </a:lnTo>
                  <a:lnTo>
                    <a:pt x="1782498" y="597787"/>
                  </a:lnTo>
                  <a:lnTo>
                    <a:pt x="1792242" y="594674"/>
                  </a:lnTo>
                  <a:lnTo>
                    <a:pt x="1801986" y="591247"/>
                  </a:lnTo>
                  <a:lnTo>
                    <a:pt x="1811730" y="587492"/>
                  </a:lnTo>
                  <a:lnTo>
                    <a:pt x="1821459" y="583425"/>
                  </a:lnTo>
                  <a:lnTo>
                    <a:pt x="1831203" y="579030"/>
                  </a:lnTo>
                  <a:lnTo>
                    <a:pt x="1840947" y="574321"/>
                  </a:lnTo>
                  <a:lnTo>
                    <a:pt x="1850691" y="569301"/>
                  </a:lnTo>
                  <a:lnTo>
                    <a:pt x="1860435" y="563982"/>
                  </a:lnTo>
                  <a:lnTo>
                    <a:pt x="1870164" y="558365"/>
                  </a:lnTo>
                  <a:lnTo>
                    <a:pt x="1879908" y="552450"/>
                  </a:lnTo>
                  <a:lnTo>
                    <a:pt x="1889652" y="546252"/>
                  </a:lnTo>
                  <a:lnTo>
                    <a:pt x="1899395" y="539786"/>
                  </a:lnTo>
                  <a:lnTo>
                    <a:pt x="1909124" y="533036"/>
                  </a:lnTo>
                  <a:lnTo>
                    <a:pt x="1918868" y="526049"/>
                  </a:lnTo>
                  <a:lnTo>
                    <a:pt x="1928612" y="518808"/>
                  </a:lnTo>
                  <a:lnTo>
                    <a:pt x="1938356" y="511343"/>
                  </a:lnTo>
                  <a:lnTo>
                    <a:pt x="1948085" y="503641"/>
                  </a:lnTo>
                  <a:lnTo>
                    <a:pt x="1957829" y="495729"/>
                  </a:lnTo>
                  <a:lnTo>
                    <a:pt x="1967573" y="487624"/>
                  </a:lnTo>
                  <a:lnTo>
                    <a:pt x="1977317" y="479340"/>
                  </a:lnTo>
                  <a:lnTo>
                    <a:pt x="1987046" y="470878"/>
                  </a:lnTo>
                  <a:lnTo>
                    <a:pt x="1996790" y="462251"/>
                  </a:lnTo>
                  <a:lnTo>
                    <a:pt x="2006534" y="453491"/>
                  </a:lnTo>
                  <a:lnTo>
                    <a:pt x="2016278" y="444611"/>
                  </a:lnTo>
                  <a:lnTo>
                    <a:pt x="2026022" y="435612"/>
                  </a:lnTo>
                  <a:lnTo>
                    <a:pt x="2035751" y="426509"/>
                  </a:lnTo>
                  <a:lnTo>
                    <a:pt x="2045495" y="417331"/>
                  </a:lnTo>
                  <a:lnTo>
                    <a:pt x="2055239" y="408094"/>
                  </a:lnTo>
                  <a:lnTo>
                    <a:pt x="2064983" y="398811"/>
                  </a:lnTo>
                  <a:lnTo>
                    <a:pt x="2074712" y="389485"/>
                  </a:lnTo>
                  <a:lnTo>
                    <a:pt x="2084456" y="380143"/>
                  </a:lnTo>
                  <a:lnTo>
                    <a:pt x="2094200" y="370801"/>
                  </a:lnTo>
                  <a:lnTo>
                    <a:pt x="2103944" y="361475"/>
                  </a:lnTo>
                  <a:lnTo>
                    <a:pt x="2113673" y="352178"/>
                  </a:lnTo>
                  <a:lnTo>
                    <a:pt x="2123417" y="342940"/>
                  </a:lnTo>
                  <a:lnTo>
                    <a:pt x="2133161" y="333748"/>
                  </a:lnTo>
                  <a:lnTo>
                    <a:pt x="2142905" y="324629"/>
                  </a:lnTo>
                  <a:lnTo>
                    <a:pt x="2152649" y="315616"/>
                  </a:lnTo>
                  <a:lnTo>
                    <a:pt x="2162377" y="306691"/>
                  </a:lnTo>
                  <a:lnTo>
                    <a:pt x="2172121" y="297886"/>
                  </a:lnTo>
                  <a:lnTo>
                    <a:pt x="2181865" y="289210"/>
                  </a:lnTo>
                  <a:lnTo>
                    <a:pt x="2191609" y="280679"/>
                  </a:lnTo>
                  <a:lnTo>
                    <a:pt x="2201338" y="272300"/>
                  </a:lnTo>
                  <a:lnTo>
                    <a:pt x="2211082" y="264086"/>
                  </a:lnTo>
                  <a:lnTo>
                    <a:pt x="2220826" y="256046"/>
                  </a:lnTo>
                  <a:lnTo>
                    <a:pt x="2230570" y="248192"/>
                  </a:lnTo>
                  <a:lnTo>
                    <a:pt x="2240299" y="240529"/>
                  </a:lnTo>
                  <a:lnTo>
                    <a:pt x="2250043" y="233066"/>
                  </a:lnTo>
                  <a:lnTo>
                    <a:pt x="2259787" y="225813"/>
                  </a:lnTo>
                  <a:lnTo>
                    <a:pt x="2269531" y="218774"/>
                  </a:lnTo>
                  <a:lnTo>
                    <a:pt x="2279260" y="211953"/>
                  </a:lnTo>
                  <a:lnTo>
                    <a:pt x="2289004" y="205357"/>
                  </a:lnTo>
                  <a:lnTo>
                    <a:pt x="2298748" y="198989"/>
                  </a:lnTo>
                  <a:lnTo>
                    <a:pt x="2308492" y="192852"/>
                  </a:lnTo>
                  <a:lnTo>
                    <a:pt x="2318236" y="186948"/>
                  </a:lnTo>
                  <a:lnTo>
                    <a:pt x="2327965" y="181277"/>
                  </a:lnTo>
                  <a:lnTo>
                    <a:pt x="2337709" y="175841"/>
                  </a:lnTo>
                  <a:lnTo>
                    <a:pt x="2347453" y="170637"/>
                  </a:lnTo>
                  <a:lnTo>
                    <a:pt x="2357197" y="165663"/>
                  </a:lnTo>
                  <a:lnTo>
                    <a:pt x="2366926" y="160921"/>
                  </a:lnTo>
                  <a:lnTo>
                    <a:pt x="2376670" y="156404"/>
                  </a:lnTo>
                  <a:lnTo>
                    <a:pt x="2386413" y="152108"/>
                  </a:lnTo>
                  <a:lnTo>
                    <a:pt x="2396157" y="148029"/>
                  </a:lnTo>
                  <a:lnTo>
                    <a:pt x="2405886" y="144163"/>
                  </a:lnTo>
                  <a:lnTo>
                    <a:pt x="2415630" y="140500"/>
                  </a:lnTo>
                  <a:lnTo>
                    <a:pt x="2425374" y="137036"/>
                  </a:lnTo>
                  <a:lnTo>
                    <a:pt x="2435118" y="133763"/>
                  </a:lnTo>
                  <a:lnTo>
                    <a:pt x="2444862" y="130673"/>
                  </a:lnTo>
                  <a:lnTo>
                    <a:pt x="2454591" y="127756"/>
                  </a:lnTo>
                  <a:lnTo>
                    <a:pt x="2464335" y="125004"/>
                  </a:lnTo>
                  <a:lnTo>
                    <a:pt x="2474079" y="122406"/>
                  </a:lnTo>
                  <a:lnTo>
                    <a:pt x="2483823" y="119952"/>
                  </a:lnTo>
                  <a:lnTo>
                    <a:pt x="2493552" y="117632"/>
                  </a:lnTo>
                  <a:lnTo>
                    <a:pt x="2503296" y="115434"/>
                  </a:lnTo>
                  <a:lnTo>
                    <a:pt x="2513040" y="113348"/>
                  </a:lnTo>
                  <a:lnTo>
                    <a:pt x="2522784" y="111362"/>
                  </a:lnTo>
                  <a:lnTo>
                    <a:pt x="2532513" y="109466"/>
                  </a:lnTo>
                  <a:lnTo>
                    <a:pt x="2542257" y="107644"/>
                  </a:lnTo>
                  <a:lnTo>
                    <a:pt x="2552001" y="105887"/>
                  </a:lnTo>
                  <a:lnTo>
                    <a:pt x="2561745" y="104184"/>
                  </a:lnTo>
                  <a:lnTo>
                    <a:pt x="2571474" y="102521"/>
                  </a:lnTo>
                  <a:lnTo>
                    <a:pt x="2581218" y="100887"/>
                  </a:lnTo>
                  <a:lnTo>
                    <a:pt x="2590962" y="99270"/>
                  </a:lnTo>
                  <a:lnTo>
                    <a:pt x="2600705" y="97658"/>
                  </a:lnTo>
                  <a:lnTo>
                    <a:pt x="2610449" y="96040"/>
                  </a:lnTo>
                  <a:lnTo>
                    <a:pt x="2620178" y="94406"/>
                  </a:lnTo>
                  <a:lnTo>
                    <a:pt x="2629922" y="92743"/>
                  </a:lnTo>
                  <a:lnTo>
                    <a:pt x="2639666" y="91040"/>
                  </a:lnTo>
                  <a:lnTo>
                    <a:pt x="2649410" y="89290"/>
                  </a:lnTo>
                  <a:lnTo>
                    <a:pt x="2659139" y="87479"/>
                  </a:lnTo>
                  <a:lnTo>
                    <a:pt x="2668883" y="85601"/>
                  </a:lnTo>
                  <a:lnTo>
                    <a:pt x="2678627" y="83646"/>
                  </a:lnTo>
                  <a:lnTo>
                    <a:pt x="2688371" y="81605"/>
                  </a:lnTo>
                  <a:lnTo>
                    <a:pt x="2698100" y="79468"/>
                  </a:lnTo>
                  <a:lnTo>
                    <a:pt x="2707844" y="77232"/>
                  </a:lnTo>
                  <a:lnTo>
                    <a:pt x="2717588" y="74887"/>
                  </a:lnTo>
                  <a:lnTo>
                    <a:pt x="2727332" y="72428"/>
                  </a:lnTo>
                  <a:lnTo>
                    <a:pt x="2737076" y="69848"/>
                  </a:lnTo>
                  <a:lnTo>
                    <a:pt x="2746805" y="67144"/>
                  </a:lnTo>
                  <a:lnTo>
                    <a:pt x="2756549" y="64309"/>
                  </a:lnTo>
                  <a:lnTo>
                    <a:pt x="2766293" y="61341"/>
                  </a:lnTo>
                  <a:lnTo>
                    <a:pt x="2776037" y="58234"/>
                  </a:lnTo>
                  <a:lnTo>
                    <a:pt x="2785766" y="54989"/>
                  </a:lnTo>
                  <a:lnTo>
                    <a:pt x="2795510" y="51603"/>
                  </a:lnTo>
                  <a:lnTo>
                    <a:pt x="2805254" y="48072"/>
                  </a:lnTo>
                  <a:lnTo>
                    <a:pt x="2814998" y="44397"/>
                  </a:lnTo>
                  <a:lnTo>
                    <a:pt x="2824727" y="40580"/>
                  </a:lnTo>
                  <a:lnTo>
                    <a:pt x="2834471" y="36619"/>
                  </a:lnTo>
                  <a:lnTo>
                    <a:pt x="2844215" y="32514"/>
                  </a:lnTo>
                  <a:lnTo>
                    <a:pt x="2853958" y="28269"/>
                  </a:lnTo>
                  <a:lnTo>
                    <a:pt x="2863687" y="23886"/>
                  </a:lnTo>
                  <a:lnTo>
                    <a:pt x="2873431" y="19367"/>
                  </a:lnTo>
                  <a:lnTo>
                    <a:pt x="2883175" y="14714"/>
                  </a:lnTo>
                  <a:lnTo>
                    <a:pt x="2892919" y="9933"/>
                  </a:lnTo>
                  <a:lnTo>
                    <a:pt x="2902663" y="5025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1" name="Freeform 840">
              <a:extLst>
                <a:ext uri="{FF2B5EF4-FFF2-40B4-BE49-F238E27FC236}">
                  <a16:creationId xmlns:a16="http://schemas.microsoft.com/office/drawing/2014/main" id="{C1691DF4-37F5-3994-9A5D-34DF5755C9A5}"/>
                </a:ext>
              </a:extLst>
            </p:cNvPr>
            <p:cNvSpPr/>
            <p:nvPr/>
          </p:nvSpPr>
          <p:spPr>
            <a:xfrm>
              <a:off x="576446" y="2885148"/>
              <a:ext cx="2912392" cy="667535"/>
            </a:xfrm>
            <a:custGeom>
              <a:avLst/>
              <a:gdLst>
                <a:gd name="connsiteX0" fmla="*/ 0 w 2912392"/>
                <a:gd name="connsiteY0" fmla="*/ 667536 h 667535"/>
                <a:gd name="connsiteX1" fmla="*/ 9739 w 2912392"/>
                <a:gd name="connsiteY1" fmla="*/ 660318 h 667535"/>
                <a:gd name="connsiteX2" fmla="*/ 19480 w 2912392"/>
                <a:gd name="connsiteY2" fmla="*/ 653100 h 667535"/>
                <a:gd name="connsiteX3" fmla="*/ 29221 w 2912392"/>
                <a:gd name="connsiteY3" fmla="*/ 645892 h 667535"/>
                <a:gd name="connsiteX4" fmla="*/ 38961 w 2912392"/>
                <a:gd name="connsiteY4" fmla="*/ 638707 h 667535"/>
                <a:gd name="connsiteX5" fmla="*/ 48702 w 2912392"/>
                <a:gd name="connsiteY5" fmla="*/ 631554 h 667535"/>
                <a:gd name="connsiteX6" fmla="*/ 58443 w 2912392"/>
                <a:gd name="connsiteY6" fmla="*/ 624448 h 667535"/>
                <a:gd name="connsiteX7" fmla="*/ 68182 w 2912392"/>
                <a:gd name="connsiteY7" fmla="*/ 617393 h 667535"/>
                <a:gd name="connsiteX8" fmla="*/ 77923 w 2912392"/>
                <a:gd name="connsiteY8" fmla="*/ 610404 h 667535"/>
                <a:gd name="connsiteX9" fmla="*/ 87664 w 2912392"/>
                <a:gd name="connsiteY9" fmla="*/ 603488 h 667535"/>
                <a:gd name="connsiteX10" fmla="*/ 97404 w 2912392"/>
                <a:gd name="connsiteY10" fmla="*/ 596654 h 667535"/>
                <a:gd name="connsiteX11" fmla="*/ 107145 w 2912392"/>
                <a:gd name="connsiteY11" fmla="*/ 589913 h 667535"/>
                <a:gd name="connsiteX12" fmla="*/ 116886 w 2912392"/>
                <a:gd name="connsiteY12" fmla="*/ 583271 h 667535"/>
                <a:gd name="connsiteX13" fmla="*/ 126625 w 2912392"/>
                <a:gd name="connsiteY13" fmla="*/ 576737 h 667535"/>
                <a:gd name="connsiteX14" fmla="*/ 136366 w 2912392"/>
                <a:gd name="connsiteY14" fmla="*/ 570317 h 667535"/>
                <a:gd name="connsiteX15" fmla="*/ 146107 w 2912392"/>
                <a:gd name="connsiteY15" fmla="*/ 564019 h 667535"/>
                <a:gd name="connsiteX16" fmla="*/ 155846 w 2912392"/>
                <a:gd name="connsiteY16" fmla="*/ 557848 h 667535"/>
                <a:gd name="connsiteX17" fmla="*/ 165587 w 2912392"/>
                <a:gd name="connsiteY17" fmla="*/ 551808 h 667535"/>
                <a:gd name="connsiteX18" fmla="*/ 175328 w 2912392"/>
                <a:gd name="connsiteY18" fmla="*/ 545906 h 667535"/>
                <a:gd name="connsiteX19" fmla="*/ 185068 w 2912392"/>
                <a:gd name="connsiteY19" fmla="*/ 540146 h 667535"/>
                <a:gd name="connsiteX20" fmla="*/ 194809 w 2912392"/>
                <a:gd name="connsiteY20" fmla="*/ 534531 h 667535"/>
                <a:gd name="connsiteX21" fmla="*/ 204550 w 2912392"/>
                <a:gd name="connsiteY21" fmla="*/ 529063 h 667535"/>
                <a:gd name="connsiteX22" fmla="*/ 214289 w 2912392"/>
                <a:gd name="connsiteY22" fmla="*/ 523744 h 667535"/>
                <a:gd name="connsiteX23" fmla="*/ 224030 w 2912392"/>
                <a:gd name="connsiteY23" fmla="*/ 518578 h 667535"/>
                <a:gd name="connsiteX24" fmla="*/ 233771 w 2912392"/>
                <a:gd name="connsiteY24" fmla="*/ 513563 h 667535"/>
                <a:gd name="connsiteX25" fmla="*/ 243510 w 2912392"/>
                <a:gd name="connsiteY25" fmla="*/ 508702 h 667535"/>
                <a:gd name="connsiteX26" fmla="*/ 253251 w 2912392"/>
                <a:gd name="connsiteY26" fmla="*/ 503991 h 667535"/>
                <a:gd name="connsiteX27" fmla="*/ 262992 w 2912392"/>
                <a:gd name="connsiteY27" fmla="*/ 499432 h 667535"/>
                <a:gd name="connsiteX28" fmla="*/ 272732 w 2912392"/>
                <a:gd name="connsiteY28" fmla="*/ 495022 h 667535"/>
                <a:gd name="connsiteX29" fmla="*/ 282473 w 2912392"/>
                <a:gd name="connsiteY29" fmla="*/ 490758 h 667535"/>
                <a:gd name="connsiteX30" fmla="*/ 292214 w 2912392"/>
                <a:gd name="connsiteY30" fmla="*/ 486637 h 667535"/>
                <a:gd name="connsiteX31" fmla="*/ 301953 w 2912392"/>
                <a:gd name="connsiteY31" fmla="*/ 482656 h 667535"/>
                <a:gd name="connsiteX32" fmla="*/ 311694 w 2912392"/>
                <a:gd name="connsiteY32" fmla="*/ 478810 h 667535"/>
                <a:gd name="connsiteX33" fmla="*/ 321435 w 2912392"/>
                <a:gd name="connsiteY33" fmla="*/ 475094 h 667535"/>
                <a:gd name="connsiteX34" fmla="*/ 331175 w 2912392"/>
                <a:gd name="connsiteY34" fmla="*/ 471502 h 667535"/>
                <a:gd name="connsiteX35" fmla="*/ 340916 w 2912392"/>
                <a:gd name="connsiteY35" fmla="*/ 468031 h 667535"/>
                <a:gd name="connsiteX36" fmla="*/ 350656 w 2912392"/>
                <a:gd name="connsiteY36" fmla="*/ 464669 h 667535"/>
                <a:gd name="connsiteX37" fmla="*/ 360396 w 2912392"/>
                <a:gd name="connsiteY37" fmla="*/ 461414 h 667535"/>
                <a:gd name="connsiteX38" fmla="*/ 370137 w 2912392"/>
                <a:gd name="connsiteY38" fmla="*/ 458255 h 667535"/>
                <a:gd name="connsiteX39" fmla="*/ 379878 w 2912392"/>
                <a:gd name="connsiteY39" fmla="*/ 455188 h 667535"/>
                <a:gd name="connsiteX40" fmla="*/ 389617 w 2912392"/>
                <a:gd name="connsiteY40" fmla="*/ 452199 h 667535"/>
                <a:gd name="connsiteX41" fmla="*/ 399358 w 2912392"/>
                <a:gd name="connsiteY41" fmla="*/ 449282 h 667535"/>
                <a:gd name="connsiteX42" fmla="*/ 409099 w 2912392"/>
                <a:gd name="connsiteY42" fmla="*/ 446429 h 667535"/>
                <a:gd name="connsiteX43" fmla="*/ 418839 w 2912392"/>
                <a:gd name="connsiteY43" fmla="*/ 443628 h 667535"/>
                <a:gd name="connsiteX44" fmla="*/ 428580 w 2912392"/>
                <a:gd name="connsiteY44" fmla="*/ 440871 h 667535"/>
                <a:gd name="connsiteX45" fmla="*/ 438321 w 2912392"/>
                <a:gd name="connsiteY45" fmla="*/ 438146 h 667535"/>
                <a:gd name="connsiteX46" fmla="*/ 448060 w 2912392"/>
                <a:gd name="connsiteY46" fmla="*/ 435447 h 667535"/>
                <a:gd name="connsiteX47" fmla="*/ 457801 w 2912392"/>
                <a:gd name="connsiteY47" fmla="*/ 432757 h 667535"/>
                <a:gd name="connsiteX48" fmla="*/ 467542 w 2912392"/>
                <a:gd name="connsiteY48" fmla="*/ 430071 h 667535"/>
                <a:gd name="connsiteX49" fmla="*/ 477281 w 2912392"/>
                <a:gd name="connsiteY49" fmla="*/ 427377 h 667535"/>
                <a:gd name="connsiteX50" fmla="*/ 487022 w 2912392"/>
                <a:gd name="connsiteY50" fmla="*/ 424664 h 667535"/>
                <a:gd name="connsiteX51" fmla="*/ 496763 w 2912392"/>
                <a:gd name="connsiteY51" fmla="*/ 421921 h 667535"/>
                <a:gd name="connsiteX52" fmla="*/ 506503 w 2912392"/>
                <a:gd name="connsiteY52" fmla="*/ 419137 h 667535"/>
                <a:gd name="connsiteX53" fmla="*/ 516244 w 2912392"/>
                <a:gd name="connsiteY53" fmla="*/ 416303 h 667535"/>
                <a:gd name="connsiteX54" fmla="*/ 525985 w 2912392"/>
                <a:gd name="connsiteY54" fmla="*/ 413408 h 667535"/>
                <a:gd name="connsiteX55" fmla="*/ 535724 w 2912392"/>
                <a:gd name="connsiteY55" fmla="*/ 410443 h 667535"/>
                <a:gd name="connsiteX56" fmla="*/ 545465 w 2912392"/>
                <a:gd name="connsiteY56" fmla="*/ 407396 h 667535"/>
                <a:gd name="connsiteX57" fmla="*/ 555206 w 2912392"/>
                <a:gd name="connsiteY57" fmla="*/ 404259 h 667535"/>
                <a:gd name="connsiteX58" fmla="*/ 564946 w 2912392"/>
                <a:gd name="connsiteY58" fmla="*/ 401021 h 667535"/>
                <a:gd name="connsiteX59" fmla="*/ 574687 w 2912392"/>
                <a:gd name="connsiteY59" fmla="*/ 397676 h 667535"/>
                <a:gd name="connsiteX60" fmla="*/ 584428 w 2912392"/>
                <a:gd name="connsiteY60" fmla="*/ 394212 h 667535"/>
                <a:gd name="connsiteX61" fmla="*/ 594167 w 2912392"/>
                <a:gd name="connsiteY61" fmla="*/ 390623 h 667535"/>
                <a:gd name="connsiteX62" fmla="*/ 603908 w 2912392"/>
                <a:gd name="connsiteY62" fmla="*/ 386901 h 667535"/>
                <a:gd name="connsiteX63" fmla="*/ 613649 w 2912392"/>
                <a:gd name="connsiteY63" fmla="*/ 383039 h 667535"/>
                <a:gd name="connsiteX64" fmla="*/ 623388 w 2912392"/>
                <a:gd name="connsiteY64" fmla="*/ 379032 h 667535"/>
                <a:gd name="connsiteX65" fmla="*/ 633129 w 2912392"/>
                <a:gd name="connsiteY65" fmla="*/ 374869 h 667535"/>
                <a:gd name="connsiteX66" fmla="*/ 642870 w 2912392"/>
                <a:gd name="connsiteY66" fmla="*/ 370550 h 667535"/>
                <a:gd name="connsiteX67" fmla="*/ 652610 w 2912392"/>
                <a:gd name="connsiteY67" fmla="*/ 366067 h 667535"/>
                <a:gd name="connsiteX68" fmla="*/ 662351 w 2912392"/>
                <a:gd name="connsiteY68" fmla="*/ 361417 h 667535"/>
                <a:gd name="connsiteX69" fmla="*/ 672092 w 2912392"/>
                <a:gd name="connsiteY69" fmla="*/ 356595 h 667535"/>
                <a:gd name="connsiteX70" fmla="*/ 681831 w 2912392"/>
                <a:gd name="connsiteY70" fmla="*/ 351601 h 667535"/>
                <a:gd name="connsiteX71" fmla="*/ 691572 w 2912392"/>
                <a:gd name="connsiteY71" fmla="*/ 346431 h 667535"/>
                <a:gd name="connsiteX72" fmla="*/ 701313 w 2912392"/>
                <a:gd name="connsiteY72" fmla="*/ 341085 h 667535"/>
                <a:gd name="connsiteX73" fmla="*/ 711052 w 2912392"/>
                <a:gd name="connsiteY73" fmla="*/ 335562 h 667535"/>
                <a:gd name="connsiteX74" fmla="*/ 720793 w 2912392"/>
                <a:gd name="connsiteY74" fmla="*/ 329862 h 667535"/>
                <a:gd name="connsiteX75" fmla="*/ 730534 w 2912392"/>
                <a:gd name="connsiteY75" fmla="*/ 323986 h 667535"/>
                <a:gd name="connsiteX76" fmla="*/ 740274 w 2912392"/>
                <a:gd name="connsiteY76" fmla="*/ 317937 h 667535"/>
                <a:gd name="connsiteX77" fmla="*/ 750015 w 2912392"/>
                <a:gd name="connsiteY77" fmla="*/ 311715 h 667535"/>
                <a:gd name="connsiteX78" fmla="*/ 759756 w 2912392"/>
                <a:gd name="connsiteY78" fmla="*/ 305326 h 667535"/>
                <a:gd name="connsiteX79" fmla="*/ 769495 w 2912392"/>
                <a:gd name="connsiteY79" fmla="*/ 298772 h 667535"/>
                <a:gd name="connsiteX80" fmla="*/ 779236 w 2912392"/>
                <a:gd name="connsiteY80" fmla="*/ 292060 h 667535"/>
                <a:gd name="connsiteX81" fmla="*/ 788977 w 2912392"/>
                <a:gd name="connsiteY81" fmla="*/ 285195 h 667535"/>
                <a:gd name="connsiteX82" fmla="*/ 798717 w 2912392"/>
                <a:gd name="connsiteY82" fmla="*/ 278182 h 667535"/>
                <a:gd name="connsiteX83" fmla="*/ 808458 w 2912392"/>
                <a:gd name="connsiteY83" fmla="*/ 271029 h 667535"/>
                <a:gd name="connsiteX84" fmla="*/ 818199 w 2912392"/>
                <a:gd name="connsiteY84" fmla="*/ 263745 h 667535"/>
                <a:gd name="connsiteX85" fmla="*/ 827938 w 2912392"/>
                <a:gd name="connsiteY85" fmla="*/ 256338 h 667535"/>
                <a:gd name="connsiteX86" fmla="*/ 837679 w 2912392"/>
                <a:gd name="connsiteY86" fmla="*/ 248816 h 667535"/>
                <a:gd name="connsiteX87" fmla="*/ 847420 w 2912392"/>
                <a:gd name="connsiteY87" fmla="*/ 241191 h 667535"/>
                <a:gd name="connsiteX88" fmla="*/ 857159 w 2912392"/>
                <a:gd name="connsiteY88" fmla="*/ 233472 h 667535"/>
                <a:gd name="connsiteX89" fmla="*/ 866900 w 2912392"/>
                <a:gd name="connsiteY89" fmla="*/ 225670 h 667535"/>
                <a:gd name="connsiteX90" fmla="*/ 876641 w 2912392"/>
                <a:gd name="connsiteY90" fmla="*/ 217798 h 667535"/>
                <a:gd name="connsiteX91" fmla="*/ 886381 w 2912392"/>
                <a:gd name="connsiteY91" fmla="*/ 209867 h 667535"/>
                <a:gd name="connsiteX92" fmla="*/ 896122 w 2912392"/>
                <a:gd name="connsiteY92" fmla="*/ 201890 h 667535"/>
                <a:gd name="connsiteX93" fmla="*/ 905863 w 2912392"/>
                <a:gd name="connsiteY93" fmla="*/ 193880 h 667535"/>
                <a:gd name="connsiteX94" fmla="*/ 915602 w 2912392"/>
                <a:gd name="connsiteY94" fmla="*/ 185851 h 667535"/>
                <a:gd name="connsiteX95" fmla="*/ 925343 w 2912392"/>
                <a:gd name="connsiteY95" fmla="*/ 177816 h 667535"/>
                <a:gd name="connsiteX96" fmla="*/ 935084 w 2912392"/>
                <a:gd name="connsiteY96" fmla="*/ 169789 h 667535"/>
                <a:gd name="connsiteX97" fmla="*/ 944824 w 2912392"/>
                <a:gd name="connsiteY97" fmla="*/ 161787 h 667535"/>
                <a:gd name="connsiteX98" fmla="*/ 954564 w 2912392"/>
                <a:gd name="connsiteY98" fmla="*/ 153820 h 667535"/>
                <a:gd name="connsiteX99" fmla="*/ 964305 w 2912392"/>
                <a:gd name="connsiteY99" fmla="*/ 145907 h 667535"/>
                <a:gd name="connsiteX100" fmla="*/ 974045 w 2912392"/>
                <a:gd name="connsiteY100" fmla="*/ 138061 h 667535"/>
                <a:gd name="connsiteX101" fmla="*/ 983786 w 2912392"/>
                <a:gd name="connsiteY101" fmla="*/ 130298 h 667535"/>
                <a:gd name="connsiteX102" fmla="*/ 993522 w 2912392"/>
                <a:gd name="connsiteY102" fmla="*/ 122631 h 667535"/>
                <a:gd name="connsiteX103" fmla="*/ 1003266 w 2912392"/>
                <a:gd name="connsiteY103" fmla="*/ 115077 h 667535"/>
                <a:gd name="connsiteX104" fmla="*/ 1013010 w 2912392"/>
                <a:gd name="connsiteY104" fmla="*/ 107650 h 667535"/>
                <a:gd name="connsiteX105" fmla="*/ 1022754 w 2912392"/>
                <a:gd name="connsiteY105" fmla="*/ 100366 h 667535"/>
                <a:gd name="connsiteX106" fmla="*/ 1032483 w 2912392"/>
                <a:gd name="connsiteY106" fmla="*/ 93238 h 667535"/>
                <a:gd name="connsiteX107" fmla="*/ 1042227 w 2912392"/>
                <a:gd name="connsiteY107" fmla="*/ 86280 h 667535"/>
                <a:gd name="connsiteX108" fmla="*/ 1051971 w 2912392"/>
                <a:gd name="connsiteY108" fmla="*/ 79508 h 667535"/>
                <a:gd name="connsiteX109" fmla="*/ 1061715 w 2912392"/>
                <a:gd name="connsiteY109" fmla="*/ 72936 h 667535"/>
                <a:gd name="connsiteX110" fmla="*/ 1071444 w 2912392"/>
                <a:gd name="connsiteY110" fmla="*/ 66576 h 667535"/>
                <a:gd name="connsiteX111" fmla="*/ 1081188 w 2912392"/>
                <a:gd name="connsiteY111" fmla="*/ 60441 h 667535"/>
                <a:gd name="connsiteX112" fmla="*/ 1090932 w 2912392"/>
                <a:gd name="connsiteY112" fmla="*/ 54545 h 667535"/>
                <a:gd name="connsiteX113" fmla="*/ 1100676 w 2912392"/>
                <a:gd name="connsiteY113" fmla="*/ 48898 h 667535"/>
                <a:gd name="connsiteX114" fmla="*/ 1110405 w 2912392"/>
                <a:gd name="connsiteY114" fmla="*/ 43515 h 667535"/>
                <a:gd name="connsiteX115" fmla="*/ 1120149 w 2912392"/>
                <a:gd name="connsiteY115" fmla="*/ 38404 h 667535"/>
                <a:gd name="connsiteX116" fmla="*/ 1129893 w 2912392"/>
                <a:gd name="connsiteY116" fmla="*/ 33576 h 667535"/>
                <a:gd name="connsiteX117" fmla="*/ 1139637 w 2912392"/>
                <a:gd name="connsiteY117" fmla="*/ 29043 h 667535"/>
                <a:gd name="connsiteX118" fmla="*/ 1149381 w 2912392"/>
                <a:gd name="connsiteY118" fmla="*/ 24811 h 667535"/>
                <a:gd name="connsiteX119" fmla="*/ 1159110 w 2912392"/>
                <a:gd name="connsiteY119" fmla="*/ 20891 h 667535"/>
                <a:gd name="connsiteX120" fmla="*/ 1168854 w 2912392"/>
                <a:gd name="connsiteY120" fmla="*/ 17290 h 667535"/>
                <a:gd name="connsiteX121" fmla="*/ 1178598 w 2912392"/>
                <a:gd name="connsiteY121" fmla="*/ 14014 h 667535"/>
                <a:gd name="connsiteX122" fmla="*/ 1188341 w 2912392"/>
                <a:gd name="connsiteY122" fmla="*/ 11071 h 667535"/>
                <a:gd name="connsiteX123" fmla="*/ 1198070 w 2912392"/>
                <a:gd name="connsiteY123" fmla="*/ 8466 h 667535"/>
                <a:gd name="connsiteX124" fmla="*/ 1207814 w 2912392"/>
                <a:gd name="connsiteY124" fmla="*/ 6204 h 667535"/>
                <a:gd name="connsiteX125" fmla="*/ 1217558 w 2912392"/>
                <a:gd name="connsiteY125" fmla="*/ 4288 h 667535"/>
                <a:gd name="connsiteX126" fmla="*/ 1227302 w 2912392"/>
                <a:gd name="connsiteY126" fmla="*/ 2724 h 667535"/>
                <a:gd name="connsiteX127" fmla="*/ 1237031 w 2912392"/>
                <a:gd name="connsiteY127" fmla="*/ 1511 h 667535"/>
                <a:gd name="connsiteX128" fmla="*/ 1246775 w 2912392"/>
                <a:gd name="connsiteY128" fmla="*/ 653 h 667535"/>
                <a:gd name="connsiteX129" fmla="*/ 1256519 w 2912392"/>
                <a:gd name="connsiteY129" fmla="*/ 149 h 667535"/>
                <a:gd name="connsiteX130" fmla="*/ 1266263 w 2912392"/>
                <a:gd name="connsiteY130" fmla="*/ 0 h 667535"/>
                <a:gd name="connsiteX131" fmla="*/ 1276007 w 2912392"/>
                <a:gd name="connsiteY131" fmla="*/ 206 h 667535"/>
                <a:gd name="connsiteX132" fmla="*/ 1285736 w 2912392"/>
                <a:gd name="connsiteY132" fmla="*/ 766 h 667535"/>
                <a:gd name="connsiteX133" fmla="*/ 1295480 w 2912392"/>
                <a:gd name="connsiteY133" fmla="*/ 1675 h 667535"/>
                <a:gd name="connsiteX134" fmla="*/ 1305224 w 2912392"/>
                <a:gd name="connsiteY134" fmla="*/ 2932 h 667535"/>
                <a:gd name="connsiteX135" fmla="*/ 1314968 w 2912392"/>
                <a:gd name="connsiteY135" fmla="*/ 4534 h 667535"/>
                <a:gd name="connsiteX136" fmla="*/ 1324697 w 2912392"/>
                <a:gd name="connsiteY136" fmla="*/ 6474 h 667535"/>
                <a:gd name="connsiteX137" fmla="*/ 1334441 w 2912392"/>
                <a:gd name="connsiteY137" fmla="*/ 8749 h 667535"/>
                <a:gd name="connsiteX138" fmla="*/ 1344185 w 2912392"/>
                <a:gd name="connsiteY138" fmla="*/ 11352 h 667535"/>
                <a:gd name="connsiteX139" fmla="*/ 1353929 w 2912392"/>
                <a:gd name="connsiteY139" fmla="*/ 14276 h 667535"/>
                <a:gd name="connsiteX140" fmla="*/ 1363658 w 2912392"/>
                <a:gd name="connsiteY140" fmla="*/ 17517 h 667535"/>
                <a:gd name="connsiteX141" fmla="*/ 1373402 w 2912392"/>
                <a:gd name="connsiteY141" fmla="*/ 21063 h 667535"/>
                <a:gd name="connsiteX142" fmla="*/ 1383146 w 2912392"/>
                <a:gd name="connsiteY142" fmla="*/ 24908 h 667535"/>
                <a:gd name="connsiteX143" fmla="*/ 1392890 w 2912392"/>
                <a:gd name="connsiteY143" fmla="*/ 29043 h 667535"/>
                <a:gd name="connsiteX144" fmla="*/ 1402619 w 2912392"/>
                <a:gd name="connsiteY144" fmla="*/ 33459 h 667535"/>
                <a:gd name="connsiteX145" fmla="*/ 1412363 w 2912392"/>
                <a:gd name="connsiteY145" fmla="*/ 38144 h 667535"/>
                <a:gd name="connsiteX146" fmla="*/ 1422106 w 2912392"/>
                <a:gd name="connsiteY146" fmla="*/ 43091 h 667535"/>
                <a:gd name="connsiteX147" fmla="*/ 1431850 w 2912392"/>
                <a:gd name="connsiteY147" fmla="*/ 48288 h 667535"/>
                <a:gd name="connsiteX148" fmla="*/ 1441594 w 2912392"/>
                <a:gd name="connsiteY148" fmla="*/ 53723 h 667535"/>
                <a:gd name="connsiteX149" fmla="*/ 1451323 w 2912392"/>
                <a:gd name="connsiteY149" fmla="*/ 59384 h 667535"/>
                <a:gd name="connsiteX150" fmla="*/ 1461067 w 2912392"/>
                <a:gd name="connsiteY150" fmla="*/ 65264 h 667535"/>
                <a:gd name="connsiteX151" fmla="*/ 1470811 w 2912392"/>
                <a:gd name="connsiteY151" fmla="*/ 71345 h 667535"/>
                <a:gd name="connsiteX152" fmla="*/ 1480555 w 2912392"/>
                <a:gd name="connsiteY152" fmla="*/ 77621 h 667535"/>
                <a:gd name="connsiteX153" fmla="*/ 1490284 w 2912392"/>
                <a:gd name="connsiteY153" fmla="*/ 84073 h 667535"/>
                <a:gd name="connsiteX154" fmla="*/ 1500028 w 2912392"/>
                <a:gd name="connsiteY154" fmla="*/ 90696 h 667535"/>
                <a:gd name="connsiteX155" fmla="*/ 1509772 w 2912392"/>
                <a:gd name="connsiteY155" fmla="*/ 97472 h 667535"/>
                <a:gd name="connsiteX156" fmla="*/ 1519516 w 2912392"/>
                <a:gd name="connsiteY156" fmla="*/ 104390 h 667535"/>
                <a:gd name="connsiteX157" fmla="*/ 1529245 w 2912392"/>
                <a:gd name="connsiteY157" fmla="*/ 111437 h 667535"/>
                <a:gd name="connsiteX158" fmla="*/ 1538989 w 2912392"/>
                <a:gd name="connsiteY158" fmla="*/ 118602 h 667535"/>
                <a:gd name="connsiteX159" fmla="*/ 1548733 w 2912392"/>
                <a:gd name="connsiteY159" fmla="*/ 125873 h 667535"/>
                <a:gd name="connsiteX160" fmla="*/ 1558477 w 2912392"/>
                <a:gd name="connsiteY160" fmla="*/ 133234 h 667535"/>
                <a:gd name="connsiteX161" fmla="*/ 1568221 w 2912392"/>
                <a:gd name="connsiteY161" fmla="*/ 140675 h 667535"/>
                <a:gd name="connsiteX162" fmla="*/ 1577950 w 2912392"/>
                <a:gd name="connsiteY162" fmla="*/ 148184 h 667535"/>
                <a:gd name="connsiteX163" fmla="*/ 1587694 w 2912392"/>
                <a:gd name="connsiteY163" fmla="*/ 155750 h 667535"/>
                <a:gd name="connsiteX164" fmla="*/ 1597438 w 2912392"/>
                <a:gd name="connsiteY164" fmla="*/ 163357 h 667535"/>
                <a:gd name="connsiteX165" fmla="*/ 1607182 w 2912392"/>
                <a:gd name="connsiteY165" fmla="*/ 170997 h 667535"/>
                <a:gd name="connsiteX166" fmla="*/ 1616911 w 2912392"/>
                <a:gd name="connsiteY166" fmla="*/ 178658 h 667535"/>
                <a:gd name="connsiteX167" fmla="*/ 1626655 w 2912392"/>
                <a:gd name="connsiteY167" fmla="*/ 186330 h 667535"/>
                <a:gd name="connsiteX168" fmla="*/ 1636399 w 2912392"/>
                <a:gd name="connsiteY168" fmla="*/ 194000 h 667535"/>
                <a:gd name="connsiteX169" fmla="*/ 1646142 w 2912392"/>
                <a:gd name="connsiteY169" fmla="*/ 201659 h 667535"/>
                <a:gd name="connsiteX170" fmla="*/ 1655872 w 2912392"/>
                <a:gd name="connsiteY170" fmla="*/ 209295 h 667535"/>
                <a:gd name="connsiteX171" fmla="*/ 1665616 w 2912392"/>
                <a:gd name="connsiteY171" fmla="*/ 216901 h 667535"/>
                <a:gd name="connsiteX172" fmla="*/ 1675359 w 2912392"/>
                <a:gd name="connsiteY172" fmla="*/ 224467 h 667535"/>
                <a:gd name="connsiteX173" fmla="*/ 1685103 w 2912392"/>
                <a:gd name="connsiteY173" fmla="*/ 231983 h 667535"/>
                <a:gd name="connsiteX174" fmla="*/ 1694832 w 2912392"/>
                <a:gd name="connsiteY174" fmla="*/ 239442 h 667535"/>
                <a:gd name="connsiteX175" fmla="*/ 1704576 w 2912392"/>
                <a:gd name="connsiteY175" fmla="*/ 246833 h 667535"/>
                <a:gd name="connsiteX176" fmla="*/ 1714320 w 2912392"/>
                <a:gd name="connsiteY176" fmla="*/ 254151 h 667535"/>
                <a:gd name="connsiteX177" fmla="*/ 1724064 w 2912392"/>
                <a:gd name="connsiteY177" fmla="*/ 261389 h 667535"/>
                <a:gd name="connsiteX178" fmla="*/ 1733808 w 2912392"/>
                <a:gd name="connsiteY178" fmla="*/ 268539 h 667535"/>
                <a:gd name="connsiteX179" fmla="*/ 1743537 w 2912392"/>
                <a:gd name="connsiteY179" fmla="*/ 275595 h 667535"/>
                <a:gd name="connsiteX180" fmla="*/ 1753281 w 2912392"/>
                <a:gd name="connsiteY180" fmla="*/ 282552 h 667535"/>
                <a:gd name="connsiteX181" fmla="*/ 1763025 w 2912392"/>
                <a:gd name="connsiteY181" fmla="*/ 289404 h 667535"/>
                <a:gd name="connsiteX182" fmla="*/ 1772769 w 2912392"/>
                <a:gd name="connsiteY182" fmla="*/ 296146 h 667535"/>
                <a:gd name="connsiteX183" fmla="*/ 1782498 w 2912392"/>
                <a:gd name="connsiteY183" fmla="*/ 302773 h 667535"/>
                <a:gd name="connsiteX184" fmla="*/ 1792242 w 2912392"/>
                <a:gd name="connsiteY184" fmla="*/ 309282 h 667535"/>
                <a:gd name="connsiteX185" fmla="*/ 1801986 w 2912392"/>
                <a:gd name="connsiteY185" fmla="*/ 315669 h 667535"/>
                <a:gd name="connsiteX186" fmla="*/ 1811730 w 2912392"/>
                <a:gd name="connsiteY186" fmla="*/ 321933 h 667535"/>
                <a:gd name="connsiteX187" fmla="*/ 1821459 w 2912392"/>
                <a:gd name="connsiteY187" fmla="*/ 328068 h 667535"/>
                <a:gd name="connsiteX188" fmla="*/ 1831203 w 2912392"/>
                <a:gd name="connsiteY188" fmla="*/ 334074 h 667535"/>
                <a:gd name="connsiteX189" fmla="*/ 1840947 w 2912392"/>
                <a:gd name="connsiteY189" fmla="*/ 339949 h 667535"/>
                <a:gd name="connsiteX190" fmla="*/ 1850691 w 2912392"/>
                <a:gd name="connsiteY190" fmla="*/ 345692 h 667535"/>
                <a:gd name="connsiteX191" fmla="*/ 1860435 w 2912392"/>
                <a:gd name="connsiteY191" fmla="*/ 351302 h 667535"/>
                <a:gd name="connsiteX192" fmla="*/ 1870164 w 2912392"/>
                <a:gd name="connsiteY192" fmla="*/ 356777 h 667535"/>
                <a:gd name="connsiteX193" fmla="*/ 1879908 w 2912392"/>
                <a:gd name="connsiteY193" fmla="*/ 362120 h 667535"/>
                <a:gd name="connsiteX194" fmla="*/ 1889652 w 2912392"/>
                <a:gd name="connsiteY194" fmla="*/ 367330 h 667535"/>
                <a:gd name="connsiteX195" fmla="*/ 1899395 w 2912392"/>
                <a:gd name="connsiteY195" fmla="*/ 372408 h 667535"/>
                <a:gd name="connsiteX196" fmla="*/ 1909124 w 2912392"/>
                <a:gd name="connsiteY196" fmla="*/ 377354 h 667535"/>
                <a:gd name="connsiteX197" fmla="*/ 1918868 w 2912392"/>
                <a:gd name="connsiteY197" fmla="*/ 382171 h 667535"/>
                <a:gd name="connsiteX198" fmla="*/ 1928612 w 2912392"/>
                <a:gd name="connsiteY198" fmla="*/ 386860 h 667535"/>
                <a:gd name="connsiteX199" fmla="*/ 1938356 w 2912392"/>
                <a:gd name="connsiteY199" fmla="*/ 391422 h 667535"/>
                <a:gd name="connsiteX200" fmla="*/ 1948085 w 2912392"/>
                <a:gd name="connsiteY200" fmla="*/ 395862 h 667535"/>
                <a:gd name="connsiteX201" fmla="*/ 1957829 w 2912392"/>
                <a:gd name="connsiteY201" fmla="*/ 400181 h 667535"/>
                <a:gd name="connsiteX202" fmla="*/ 1967573 w 2912392"/>
                <a:gd name="connsiteY202" fmla="*/ 404382 h 667535"/>
                <a:gd name="connsiteX203" fmla="*/ 1977317 w 2912392"/>
                <a:gd name="connsiteY203" fmla="*/ 408471 h 667535"/>
                <a:gd name="connsiteX204" fmla="*/ 1987046 w 2912392"/>
                <a:gd name="connsiteY204" fmla="*/ 412447 h 667535"/>
                <a:gd name="connsiteX205" fmla="*/ 1996790 w 2912392"/>
                <a:gd name="connsiteY205" fmla="*/ 416316 h 667535"/>
                <a:gd name="connsiteX206" fmla="*/ 2006534 w 2912392"/>
                <a:gd name="connsiteY206" fmla="*/ 420081 h 667535"/>
                <a:gd name="connsiteX207" fmla="*/ 2016278 w 2912392"/>
                <a:gd name="connsiteY207" fmla="*/ 423748 h 667535"/>
                <a:gd name="connsiteX208" fmla="*/ 2026022 w 2912392"/>
                <a:gd name="connsiteY208" fmla="*/ 427319 h 667535"/>
                <a:gd name="connsiteX209" fmla="*/ 2035751 w 2912392"/>
                <a:gd name="connsiteY209" fmla="*/ 430800 h 667535"/>
                <a:gd name="connsiteX210" fmla="*/ 2045495 w 2912392"/>
                <a:gd name="connsiteY210" fmla="*/ 434195 h 667535"/>
                <a:gd name="connsiteX211" fmla="*/ 2055239 w 2912392"/>
                <a:gd name="connsiteY211" fmla="*/ 437507 h 667535"/>
                <a:gd name="connsiteX212" fmla="*/ 2064983 w 2912392"/>
                <a:gd name="connsiteY212" fmla="*/ 440743 h 667535"/>
                <a:gd name="connsiteX213" fmla="*/ 2074712 w 2912392"/>
                <a:gd name="connsiteY213" fmla="*/ 443905 h 667535"/>
                <a:gd name="connsiteX214" fmla="*/ 2084456 w 2912392"/>
                <a:gd name="connsiteY214" fmla="*/ 447001 h 667535"/>
                <a:gd name="connsiteX215" fmla="*/ 2094200 w 2912392"/>
                <a:gd name="connsiteY215" fmla="*/ 450033 h 667535"/>
                <a:gd name="connsiteX216" fmla="*/ 2103944 w 2912392"/>
                <a:gd name="connsiteY216" fmla="*/ 453007 h 667535"/>
                <a:gd name="connsiteX217" fmla="*/ 2113673 w 2912392"/>
                <a:gd name="connsiteY217" fmla="*/ 455927 h 667535"/>
                <a:gd name="connsiteX218" fmla="*/ 2123417 w 2912392"/>
                <a:gd name="connsiteY218" fmla="*/ 458798 h 667535"/>
                <a:gd name="connsiteX219" fmla="*/ 2133161 w 2912392"/>
                <a:gd name="connsiteY219" fmla="*/ 461624 h 667535"/>
                <a:gd name="connsiteX220" fmla="*/ 2142905 w 2912392"/>
                <a:gd name="connsiteY220" fmla="*/ 464412 h 667535"/>
                <a:gd name="connsiteX221" fmla="*/ 2152649 w 2912392"/>
                <a:gd name="connsiteY221" fmla="*/ 467164 h 667535"/>
                <a:gd name="connsiteX222" fmla="*/ 2162377 w 2912392"/>
                <a:gd name="connsiteY222" fmla="*/ 469886 h 667535"/>
                <a:gd name="connsiteX223" fmla="*/ 2172121 w 2912392"/>
                <a:gd name="connsiteY223" fmla="*/ 472579 h 667535"/>
                <a:gd name="connsiteX224" fmla="*/ 2181865 w 2912392"/>
                <a:gd name="connsiteY224" fmla="*/ 475252 h 667535"/>
                <a:gd name="connsiteX225" fmla="*/ 2191609 w 2912392"/>
                <a:gd name="connsiteY225" fmla="*/ 477904 h 667535"/>
                <a:gd name="connsiteX226" fmla="*/ 2201338 w 2912392"/>
                <a:gd name="connsiteY226" fmla="*/ 480543 h 667535"/>
                <a:gd name="connsiteX227" fmla="*/ 2211082 w 2912392"/>
                <a:gd name="connsiteY227" fmla="*/ 483170 h 667535"/>
                <a:gd name="connsiteX228" fmla="*/ 2220826 w 2912392"/>
                <a:gd name="connsiteY228" fmla="*/ 485789 h 667535"/>
                <a:gd name="connsiteX229" fmla="*/ 2230570 w 2912392"/>
                <a:gd name="connsiteY229" fmla="*/ 488404 h 667535"/>
                <a:gd name="connsiteX230" fmla="*/ 2240299 w 2912392"/>
                <a:gd name="connsiteY230" fmla="*/ 491015 h 667535"/>
                <a:gd name="connsiteX231" fmla="*/ 2250043 w 2912392"/>
                <a:gd name="connsiteY231" fmla="*/ 493627 h 667535"/>
                <a:gd name="connsiteX232" fmla="*/ 2259787 w 2912392"/>
                <a:gd name="connsiteY232" fmla="*/ 496242 h 667535"/>
                <a:gd name="connsiteX233" fmla="*/ 2269531 w 2912392"/>
                <a:gd name="connsiteY233" fmla="*/ 498863 h 667535"/>
                <a:gd name="connsiteX234" fmla="*/ 2279260 w 2912392"/>
                <a:gd name="connsiteY234" fmla="*/ 501491 h 667535"/>
                <a:gd name="connsiteX235" fmla="*/ 2289004 w 2912392"/>
                <a:gd name="connsiteY235" fmla="*/ 504126 h 667535"/>
                <a:gd name="connsiteX236" fmla="*/ 2298748 w 2912392"/>
                <a:gd name="connsiteY236" fmla="*/ 506771 h 667535"/>
                <a:gd name="connsiteX237" fmla="*/ 2308492 w 2912392"/>
                <a:gd name="connsiteY237" fmla="*/ 509428 h 667535"/>
                <a:gd name="connsiteX238" fmla="*/ 2318236 w 2912392"/>
                <a:gd name="connsiteY238" fmla="*/ 512094 h 667535"/>
                <a:gd name="connsiteX239" fmla="*/ 2327965 w 2912392"/>
                <a:gd name="connsiteY239" fmla="*/ 514773 h 667535"/>
                <a:gd name="connsiteX240" fmla="*/ 2337709 w 2912392"/>
                <a:gd name="connsiteY240" fmla="*/ 517464 h 667535"/>
                <a:gd name="connsiteX241" fmla="*/ 2347453 w 2912392"/>
                <a:gd name="connsiteY241" fmla="*/ 520165 h 667535"/>
                <a:gd name="connsiteX242" fmla="*/ 2357197 w 2912392"/>
                <a:gd name="connsiteY242" fmla="*/ 522877 h 667535"/>
                <a:gd name="connsiteX243" fmla="*/ 2366926 w 2912392"/>
                <a:gd name="connsiteY243" fmla="*/ 525599 h 667535"/>
                <a:gd name="connsiteX244" fmla="*/ 2376670 w 2912392"/>
                <a:gd name="connsiteY244" fmla="*/ 528328 h 667535"/>
                <a:gd name="connsiteX245" fmla="*/ 2386413 w 2912392"/>
                <a:gd name="connsiteY245" fmla="*/ 531064 h 667535"/>
                <a:gd name="connsiteX246" fmla="*/ 2396157 w 2912392"/>
                <a:gd name="connsiteY246" fmla="*/ 533804 h 667535"/>
                <a:gd name="connsiteX247" fmla="*/ 2405886 w 2912392"/>
                <a:gd name="connsiteY247" fmla="*/ 536547 h 667535"/>
                <a:gd name="connsiteX248" fmla="*/ 2415630 w 2912392"/>
                <a:gd name="connsiteY248" fmla="*/ 539288 h 667535"/>
                <a:gd name="connsiteX249" fmla="*/ 2425374 w 2912392"/>
                <a:gd name="connsiteY249" fmla="*/ 542025 h 667535"/>
                <a:gd name="connsiteX250" fmla="*/ 2435118 w 2912392"/>
                <a:gd name="connsiteY250" fmla="*/ 544757 h 667535"/>
                <a:gd name="connsiteX251" fmla="*/ 2444862 w 2912392"/>
                <a:gd name="connsiteY251" fmla="*/ 547478 h 667535"/>
                <a:gd name="connsiteX252" fmla="*/ 2454591 w 2912392"/>
                <a:gd name="connsiteY252" fmla="*/ 550185 h 667535"/>
                <a:gd name="connsiteX253" fmla="*/ 2464335 w 2912392"/>
                <a:gd name="connsiteY253" fmla="*/ 552874 h 667535"/>
                <a:gd name="connsiteX254" fmla="*/ 2474079 w 2912392"/>
                <a:gd name="connsiteY254" fmla="*/ 555540 h 667535"/>
                <a:gd name="connsiteX255" fmla="*/ 2483823 w 2912392"/>
                <a:gd name="connsiteY255" fmla="*/ 558178 h 667535"/>
                <a:gd name="connsiteX256" fmla="*/ 2493552 w 2912392"/>
                <a:gd name="connsiteY256" fmla="*/ 560786 h 667535"/>
                <a:gd name="connsiteX257" fmla="*/ 2503296 w 2912392"/>
                <a:gd name="connsiteY257" fmla="*/ 563354 h 667535"/>
                <a:gd name="connsiteX258" fmla="*/ 2513040 w 2912392"/>
                <a:gd name="connsiteY258" fmla="*/ 565883 h 667535"/>
                <a:gd name="connsiteX259" fmla="*/ 2522784 w 2912392"/>
                <a:gd name="connsiteY259" fmla="*/ 568362 h 667535"/>
                <a:gd name="connsiteX260" fmla="*/ 2532513 w 2912392"/>
                <a:gd name="connsiteY260" fmla="*/ 570787 h 667535"/>
                <a:gd name="connsiteX261" fmla="*/ 2542257 w 2912392"/>
                <a:gd name="connsiteY261" fmla="*/ 573155 h 667535"/>
                <a:gd name="connsiteX262" fmla="*/ 2552001 w 2912392"/>
                <a:gd name="connsiteY262" fmla="*/ 575457 h 667535"/>
                <a:gd name="connsiteX263" fmla="*/ 2561745 w 2912392"/>
                <a:gd name="connsiteY263" fmla="*/ 577687 h 667535"/>
                <a:gd name="connsiteX264" fmla="*/ 2571474 w 2912392"/>
                <a:gd name="connsiteY264" fmla="*/ 579842 h 667535"/>
                <a:gd name="connsiteX265" fmla="*/ 2581218 w 2912392"/>
                <a:gd name="connsiteY265" fmla="*/ 581911 h 667535"/>
                <a:gd name="connsiteX266" fmla="*/ 2590962 w 2912392"/>
                <a:gd name="connsiteY266" fmla="*/ 583893 h 667535"/>
                <a:gd name="connsiteX267" fmla="*/ 2600705 w 2912392"/>
                <a:gd name="connsiteY267" fmla="*/ 585779 h 667535"/>
                <a:gd name="connsiteX268" fmla="*/ 2610449 w 2912392"/>
                <a:gd name="connsiteY268" fmla="*/ 587564 h 667535"/>
                <a:gd name="connsiteX269" fmla="*/ 2620178 w 2912392"/>
                <a:gd name="connsiteY269" fmla="*/ 589240 h 667535"/>
                <a:gd name="connsiteX270" fmla="*/ 2629922 w 2912392"/>
                <a:gd name="connsiteY270" fmla="*/ 590803 h 667535"/>
                <a:gd name="connsiteX271" fmla="*/ 2639666 w 2912392"/>
                <a:gd name="connsiteY271" fmla="*/ 592246 h 667535"/>
                <a:gd name="connsiteX272" fmla="*/ 2649410 w 2912392"/>
                <a:gd name="connsiteY272" fmla="*/ 593564 h 667535"/>
                <a:gd name="connsiteX273" fmla="*/ 2659139 w 2912392"/>
                <a:gd name="connsiteY273" fmla="*/ 594751 h 667535"/>
                <a:gd name="connsiteX274" fmla="*/ 2668883 w 2912392"/>
                <a:gd name="connsiteY274" fmla="*/ 595800 h 667535"/>
                <a:gd name="connsiteX275" fmla="*/ 2678627 w 2912392"/>
                <a:gd name="connsiteY275" fmla="*/ 596707 h 667535"/>
                <a:gd name="connsiteX276" fmla="*/ 2688371 w 2912392"/>
                <a:gd name="connsiteY276" fmla="*/ 597469 h 667535"/>
                <a:gd name="connsiteX277" fmla="*/ 2698100 w 2912392"/>
                <a:gd name="connsiteY277" fmla="*/ 598076 h 667535"/>
                <a:gd name="connsiteX278" fmla="*/ 2707844 w 2912392"/>
                <a:gd name="connsiteY278" fmla="*/ 598526 h 667535"/>
                <a:gd name="connsiteX279" fmla="*/ 2717588 w 2912392"/>
                <a:gd name="connsiteY279" fmla="*/ 598815 h 667535"/>
                <a:gd name="connsiteX280" fmla="*/ 2727332 w 2912392"/>
                <a:gd name="connsiteY280" fmla="*/ 598939 h 667535"/>
                <a:gd name="connsiteX281" fmla="*/ 2737076 w 2912392"/>
                <a:gd name="connsiteY281" fmla="*/ 598894 h 667535"/>
                <a:gd name="connsiteX282" fmla="*/ 2746805 w 2912392"/>
                <a:gd name="connsiteY282" fmla="*/ 598674 h 667535"/>
                <a:gd name="connsiteX283" fmla="*/ 2756549 w 2912392"/>
                <a:gd name="connsiteY283" fmla="*/ 598279 h 667535"/>
                <a:gd name="connsiteX284" fmla="*/ 2766293 w 2912392"/>
                <a:gd name="connsiteY284" fmla="*/ 597704 h 667535"/>
                <a:gd name="connsiteX285" fmla="*/ 2776037 w 2912392"/>
                <a:gd name="connsiteY285" fmla="*/ 596947 h 667535"/>
                <a:gd name="connsiteX286" fmla="*/ 2785766 w 2912392"/>
                <a:gd name="connsiteY286" fmla="*/ 596007 h 667535"/>
                <a:gd name="connsiteX287" fmla="*/ 2795510 w 2912392"/>
                <a:gd name="connsiteY287" fmla="*/ 594881 h 667535"/>
                <a:gd name="connsiteX288" fmla="*/ 2805254 w 2912392"/>
                <a:gd name="connsiteY288" fmla="*/ 593568 h 667535"/>
                <a:gd name="connsiteX289" fmla="*/ 2814998 w 2912392"/>
                <a:gd name="connsiteY289" fmla="*/ 592066 h 667535"/>
                <a:gd name="connsiteX290" fmla="*/ 2824727 w 2912392"/>
                <a:gd name="connsiteY290" fmla="*/ 590377 h 667535"/>
                <a:gd name="connsiteX291" fmla="*/ 2834471 w 2912392"/>
                <a:gd name="connsiteY291" fmla="*/ 588498 h 667535"/>
                <a:gd name="connsiteX292" fmla="*/ 2844215 w 2912392"/>
                <a:gd name="connsiteY292" fmla="*/ 586431 h 667535"/>
                <a:gd name="connsiteX293" fmla="*/ 2853958 w 2912392"/>
                <a:gd name="connsiteY293" fmla="*/ 584177 h 667535"/>
                <a:gd name="connsiteX294" fmla="*/ 2863687 w 2912392"/>
                <a:gd name="connsiteY294" fmla="*/ 581737 h 667535"/>
                <a:gd name="connsiteX295" fmla="*/ 2873431 w 2912392"/>
                <a:gd name="connsiteY295" fmla="*/ 579110 h 667535"/>
                <a:gd name="connsiteX296" fmla="*/ 2883175 w 2912392"/>
                <a:gd name="connsiteY296" fmla="*/ 576302 h 667535"/>
                <a:gd name="connsiteX297" fmla="*/ 2892919 w 2912392"/>
                <a:gd name="connsiteY297" fmla="*/ 573311 h 667535"/>
                <a:gd name="connsiteX298" fmla="*/ 2902663 w 2912392"/>
                <a:gd name="connsiteY298" fmla="*/ 570144 h 667535"/>
                <a:gd name="connsiteX299" fmla="*/ 2912392 w 2912392"/>
                <a:gd name="connsiteY299" fmla="*/ 566802 h 667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67535">
                  <a:moveTo>
                    <a:pt x="0" y="667536"/>
                  </a:moveTo>
                  <a:lnTo>
                    <a:pt x="9739" y="660318"/>
                  </a:lnTo>
                  <a:lnTo>
                    <a:pt x="19480" y="653100"/>
                  </a:lnTo>
                  <a:lnTo>
                    <a:pt x="29221" y="645892"/>
                  </a:lnTo>
                  <a:lnTo>
                    <a:pt x="38961" y="638707"/>
                  </a:lnTo>
                  <a:lnTo>
                    <a:pt x="48702" y="631554"/>
                  </a:lnTo>
                  <a:lnTo>
                    <a:pt x="58443" y="624448"/>
                  </a:lnTo>
                  <a:lnTo>
                    <a:pt x="68182" y="617393"/>
                  </a:lnTo>
                  <a:lnTo>
                    <a:pt x="77923" y="610404"/>
                  </a:lnTo>
                  <a:lnTo>
                    <a:pt x="87664" y="603488"/>
                  </a:lnTo>
                  <a:lnTo>
                    <a:pt x="97404" y="596654"/>
                  </a:lnTo>
                  <a:lnTo>
                    <a:pt x="107145" y="589913"/>
                  </a:lnTo>
                  <a:lnTo>
                    <a:pt x="116886" y="583271"/>
                  </a:lnTo>
                  <a:lnTo>
                    <a:pt x="126625" y="576737"/>
                  </a:lnTo>
                  <a:lnTo>
                    <a:pt x="136366" y="570317"/>
                  </a:lnTo>
                  <a:lnTo>
                    <a:pt x="146107" y="564019"/>
                  </a:lnTo>
                  <a:lnTo>
                    <a:pt x="155846" y="557848"/>
                  </a:lnTo>
                  <a:lnTo>
                    <a:pt x="165587" y="551808"/>
                  </a:lnTo>
                  <a:lnTo>
                    <a:pt x="175328" y="545906"/>
                  </a:lnTo>
                  <a:lnTo>
                    <a:pt x="185068" y="540146"/>
                  </a:lnTo>
                  <a:lnTo>
                    <a:pt x="194809" y="534531"/>
                  </a:lnTo>
                  <a:lnTo>
                    <a:pt x="204550" y="529063"/>
                  </a:lnTo>
                  <a:lnTo>
                    <a:pt x="214289" y="523744"/>
                  </a:lnTo>
                  <a:lnTo>
                    <a:pt x="224030" y="518578"/>
                  </a:lnTo>
                  <a:lnTo>
                    <a:pt x="233771" y="513563"/>
                  </a:lnTo>
                  <a:lnTo>
                    <a:pt x="243510" y="508702"/>
                  </a:lnTo>
                  <a:lnTo>
                    <a:pt x="253251" y="503991"/>
                  </a:lnTo>
                  <a:lnTo>
                    <a:pt x="262992" y="499432"/>
                  </a:lnTo>
                  <a:lnTo>
                    <a:pt x="272732" y="495022"/>
                  </a:lnTo>
                  <a:lnTo>
                    <a:pt x="282473" y="490758"/>
                  </a:lnTo>
                  <a:lnTo>
                    <a:pt x="292214" y="486637"/>
                  </a:lnTo>
                  <a:lnTo>
                    <a:pt x="301953" y="482656"/>
                  </a:lnTo>
                  <a:lnTo>
                    <a:pt x="311694" y="478810"/>
                  </a:lnTo>
                  <a:lnTo>
                    <a:pt x="321435" y="475094"/>
                  </a:lnTo>
                  <a:lnTo>
                    <a:pt x="331175" y="471502"/>
                  </a:lnTo>
                  <a:lnTo>
                    <a:pt x="340916" y="468031"/>
                  </a:lnTo>
                  <a:lnTo>
                    <a:pt x="350656" y="464669"/>
                  </a:lnTo>
                  <a:lnTo>
                    <a:pt x="360396" y="461414"/>
                  </a:lnTo>
                  <a:lnTo>
                    <a:pt x="370137" y="458255"/>
                  </a:lnTo>
                  <a:lnTo>
                    <a:pt x="379878" y="455188"/>
                  </a:lnTo>
                  <a:lnTo>
                    <a:pt x="389617" y="452199"/>
                  </a:lnTo>
                  <a:lnTo>
                    <a:pt x="399358" y="449282"/>
                  </a:lnTo>
                  <a:lnTo>
                    <a:pt x="409099" y="446429"/>
                  </a:lnTo>
                  <a:lnTo>
                    <a:pt x="418839" y="443628"/>
                  </a:lnTo>
                  <a:lnTo>
                    <a:pt x="428580" y="440871"/>
                  </a:lnTo>
                  <a:lnTo>
                    <a:pt x="438321" y="438146"/>
                  </a:lnTo>
                  <a:lnTo>
                    <a:pt x="448060" y="435447"/>
                  </a:lnTo>
                  <a:lnTo>
                    <a:pt x="457801" y="432757"/>
                  </a:lnTo>
                  <a:lnTo>
                    <a:pt x="467542" y="430071"/>
                  </a:lnTo>
                  <a:lnTo>
                    <a:pt x="477281" y="427377"/>
                  </a:lnTo>
                  <a:lnTo>
                    <a:pt x="487022" y="424664"/>
                  </a:lnTo>
                  <a:lnTo>
                    <a:pt x="496763" y="421921"/>
                  </a:lnTo>
                  <a:lnTo>
                    <a:pt x="506503" y="419137"/>
                  </a:lnTo>
                  <a:lnTo>
                    <a:pt x="516244" y="416303"/>
                  </a:lnTo>
                  <a:lnTo>
                    <a:pt x="525985" y="413408"/>
                  </a:lnTo>
                  <a:lnTo>
                    <a:pt x="535724" y="410443"/>
                  </a:lnTo>
                  <a:lnTo>
                    <a:pt x="545465" y="407396"/>
                  </a:lnTo>
                  <a:lnTo>
                    <a:pt x="555206" y="404259"/>
                  </a:lnTo>
                  <a:lnTo>
                    <a:pt x="564946" y="401021"/>
                  </a:lnTo>
                  <a:lnTo>
                    <a:pt x="574687" y="397676"/>
                  </a:lnTo>
                  <a:lnTo>
                    <a:pt x="584428" y="394212"/>
                  </a:lnTo>
                  <a:lnTo>
                    <a:pt x="594167" y="390623"/>
                  </a:lnTo>
                  <a:lnTo>
                    <a:pt x="603908" y="386901"/>
                  </a:lnTo>
                  <a:lnTo>
                    <a:pt x="613649" y="383039"/>
                  </a:lnTo>
                  <a:lnTo>
                    <a:pt x="623388" y="379032"/>
                  </a:lnTo>
                  <a:lnTo>
                    <a:pt x="633129" y="374869"/>
                  </a:lnTo>
                  <a:lnTo>
                    <a:pt x="642870" y="370550"/>
                  </a:lnTo>
                  <a:lnTo>
                    <a:pt x="652610" y="366067"/>
                  </a:lnTo>
                  <a:lnTo>
                    <a:pt x="662351" y="361417"/>
                  </a:lnTo>
                  <a:lnTo>
                    <a:pt x="672092" y="356595"/>
                  </a:lnTo>
                  <a:lnTo>
                    <a:pt x="681831" y="351601"/>
                  </a:lnTo>
                  <a:lnTo>
                    <a:pt x="691572" y="346431"/>
                  </a:lnTo>
                  <a:lnTo>
                    <a:pt x="701313" y="341085"/>
                  </a:lnTo>
                  <a:lnTo>
                    <a:pt x="711052" y="335562"/>
                  </a:lnTo>
                  <a:lnTo>
                    <a:pt x="720793" y="329862"/>
                  </a:lnTo>
                  <a:lnTo>
                    <a:pt x="730534" y="323986"/>
                  </a:lnTo>
                  <a:lnTo>
                    <a:pt x="740274" y="317937"/>
                  </a:lnTo>
                  <a:lnTo>
                    <a:pt x="750015" y="311715"/>
                  </a:lnTo>
                  <a:lnTo>
                    <a:pt x="759756" y="305326"/>
                  </a:lnTo>
                  <a:lnTo>
                    <a:pt x="769495" y="298772"/>
                  </a:lnTo>
                  <a:lnTo>
                    <a:pt x="779236" y="292060"/>
                  </a:lnTo>
                  <a:lnTo>
                    <a:pt x="788977" y="285195"/>
                  </a:lnTo>
                  <a:lnTo>
                    <a:pt x="798717" y="278182"/>
                  </a:lnTo>
                  <a:lnTo>
                    <a:pt x="808458" y="271029"/>
                  </a:lnTo>
                  <a:lnTo>
                    <a:pt x="818199" y="263745"/>
                  </a:lnTo>
                  <a:lnTo>
                    <a:pt x="827938" y="256338"/>
                  </a:lnTo>
                  <a:lnTo>
                    <a:pt x="837679" y="248816"/>
                  </a:lnTo>
                  <a:lnTo>
                    <a:pt x="847420" y="241191"/>
                  </a:lnTo>
                  <a:lnTo>
                    <a:pt x="857159" y="233472"/>
                  </a:lnTo>
                  <a:lnTo>
                    <a:pt x="866900" y="225670"/>
                  </a:lnTo>
                  <a:lnTo>
                    <a:pt x="876641" y="217798"/>
                  </a:lnTo>
                  <a:lnTo>
                    <a:pt x="886381" y="209867"/>
                  </a:lnTo>
                  <a:lnTo>
                    <a:pt x="896122" y="201890"/>
                  </a:lnTo>
                  <a:lnTo>
                    <a:pt x="905863" y="193880"/>
                  </a:lnTo>
                  <a:lnTo>
                    <a:pt x="915602" y="185851"/>
                  </a:lnTo>
                  <a:lnTo>
                    <a:pt x="925343" y="177816"/>
                  </a:lnTo>
                  <a:lnTo>
                    <a:pt x="935084" y="169789"/>
                  </a:lnTo>
                  <a:lnTo>
                    <a:pt x="944824" y="161787"/>
                  </a:lnTo>
                  <a:lnTo>
                    <a:pt x="954564" y="153820"/>
                  </a:lnTo>
                  <a:lnTo>
                    <a:pt x="964305" y="145907"/>
                  </a:lnTo>
                  <a:lnTo>
                    <a:pt x="974045" y="138061"/>
                  </a:lnTo>
                  <a:lnTo>
                    <a:pt x="983786" y="130298"/>
                  </a:lnTo>
                  <a:lnTo>
                    <a:pt x="993522" y="122631"/>
                  </a:lnTo>
                  <a:lnTo>
                    <a:pt x="1003266" y="115077"/>
                  </a:lnTo>
                  <a:lnTo>
                    <a:pt x="1013010" y="107650"/>
                  </a:lnTo>
                  <a:lnTo>
                    <a:pt x="1022754" y="100366"/>
                  </a:lnTo>
                  <a:lnTo>
                    <a:pt x="1032483" y="93238"/>
                  </a:lnTo>
                  <a:lnTo>
                    <a:pt x="1042227" y="86280"/>
                  </a:lnTo>
                  <a:lnTo>
                    <a:pt x="1051971" y="79508"/>
                  </a:lnTo>
                  <a:lnTo>
                    <a:pt x="1061715" y="72936"/>
                  </a:lnTo>
                  <a:lnTo>
                    <a:pt x="1071444" y="66576"/>
                  </a:lnTo>
                  <a:lnTo>
                    <a:pt x="1081188" y="60441"/>
                  </a:lnTo>
                  <a:lnTo>
                    <a:pt x="1090932" y="54545"/>
                  </a:lnTo>
                  <a:lnTo>
                    <a:pt x="1100676" y="48898"/>
                  </a:lnTo>
                  <a:lnTo>
                    <a:pt x="1110405" y="43515"/>
                  </a:lnTo>
                  <a:lnTo>
                    <a:pt x="1120149" y="38404"/>
                  </a:lnTo>
                  <a:lnTo>
                    <a:pt x="1129893" y="33576"/>
                  </a:lnTo>
                  <a:lnTo>
                    <a:pt x="1139637" y="29043"/>
                  </a:lnTo>
                  <a:lnTo>
                    <a:pt x="1149381" y="24811"/>
                  </a:lnTo>
                  <a:lnTo>
                    <a:pt x="1159110" y="20891"/>
                  </a:lnTo>
                  <a:lnTo>
                    <a:pt x="1168854" y="17290"/>
                  </a:lnTo>
                  <a:lnTo>
                    <a:pt x="1178598" y="14014"/>
                  </a:lnTo>
                  <a:lnTo>
                    <a:pt x="1188341" y="11071"/>
                  </a:lnTo>
                  <a:lnTo>
                    <a:pt x="1198070" y="8466"/>
                  </a:lnTo>
                  <a:lnTo>
                    <a:pt x="1207814" y="6204"/>
                  </a:lnTo>
                  <a:lnTo>
                    <a:pt x="1217558" y="4288"/>
                  </a:lnTo>
                  <a:lnTo>
                    <a:pt x="1227302" y="2724"/>
                  </a:lnTo>
                  <a:lnTo>
                    <a:pt x="1237031" y="1511"/>
                  </a:lnTo>
                  <a:lnTo>
                    <a:pt x="1246775" y="653"/>
                  </a:lnTo>
                  <a:lnTo>
                    <a:pt x="1256519" y="149"/>
                  </a:lnTo>
                  <a:lnTo>
                    <a:pt x="1266263" y="0"/>
                  </a:lnTo>
                  <a:lnTo>
                    <a:pt x="1276007" y="206"/>
                  </a:lnTo>
                  <a:lnTo>
                    <a:pt x="1285736" y="766"/>
                  </a:lnTo>
                  <a:lnTo>
                    <a:pt x="1295480" y="1675"/>
                  </a:lnTo>
                  <a:lnTo>
                    <a:pt x="1305224" y="2932"/>
                  </a:lnTo>
                  <a:lnTo>
                    <a:pt x="1314968" y="4534"/>
                  </a:lnTo>
                  <a:lnTo>
                    <a:pt x="1324697" y="6474"/>
                  </a:lnTo>
                  <a:lnTo>
                    <a:pt x="1334441" y="8749"/>
                  </a:lnTo>
                  <a:lnTo>
                    <a:pt x="1344185" y="11352"/>
                  </a:lnTo>
                  <a:lnTo>
                    <a:pt x="1353929" y="14276"/>
                  </a:lnTo>
                  <a:lnTo>
                    <a:pt x="1363658" y="17517"/>
                  </a:lnTo>
                  <a:lnTo>
                    <a:pt x="1373402" y="21063"/>
                  </a:lnTo>
                  <a:lnTo>
                    <a:pt x="1383146" y="24908"/>
                  </a:lnTo>
                  <a:lnTo>
                    <a:pt x="1392890" y="29043"/>
                  </a:lnTo>
                  <a:lnTo>
                    <a:pt x="1402619" y="33459"/>
                  </a:lnTo>
                  <a:lnTo>
                    <a:pt x="1412363" y="38144"/>
                  </a:lnTo>
                  <a:lnTo>
                    <a:pt x="1422106" y="43091"/>
                  </a:lnTo>
                  <a:lnTo>
                    <a:pt x="1431850" y="48288"/>
                  </a:lnTo>
                  <a:lnTo>
                    <a:pt x="1441594" y="53723"/>
                  </a:lnTo>
                  <a:lnTo>
                    <a:pt x="1451323" y="59384"/>
                  </a:lnTo>
                  <a:lnTo>
                    <a:pt x="1461067" y="65264"/>
                  </a:lnTo>
                  <a:lnTo>
                    <a:pt x="1470811" y="71345"/>
                  </a:lnTo>
                  <a:lnTo>
                    <a:pt x="1480555" y="77621"/>
                  </a:lnTo>
                  <a:lnTo>
                    <a:pt x="1490284" y="84073"/>
                  </a:lnTo>
                  <a:lnTo>
                    <a:pt x="1500028" y="90696"/>
                  </a:lnTo>
                  <a:lnTo>
                    <a:pt x="1509772" y="97472"/>
                  </a:lnTo>
                  <a:lnTo>
                    <a:pt x="1519516" y="104390"/>
                  </a:lnTo>
                  <a:lnTo>
                    <a:pt x="1529245" y="111437"/>
                  </a:lnTo>
                  <a:lnTo>
                    <a:pt x="1538989" y="118602"/>
                  </a:lnTo>
                  <a:lnTo>
                    <a:pt x="1548733" y="125873"/>
                  </a:lnTo>
                  <a:lnTo>
                    <a:pt x="1558477" y="133234"/>
                  </a:lnTo>
                  <a:lnTo>
                    <a:pt x="1568221" y="140675"/>
                  </a:lnTo>
                  <a:lnTo>
                    <a:pt x="1577950" y="148184"/>
                  </a:lnTo>
                  <a:lnTo>
                    <a:pt x="1587694" y="155750"/>
                  </a:lnTo>
                  <a:lnTo>
                    <a:pt x="1597438" y="163357"/>
                  </a:lnTo>
                  <a:lnTo>
                    <a:pt x="1607182" y="170997"/>
                  </a:lnTo>
                  <a:lnTo>
                    <a:pt x="1616911" y="178658"/>
                  </a:lnTo>
                  <a:lnTo>
                    <a:pt x="1626655" y="186330"/>
                  </a:lnTo>
                  <a:lnTo>
                    <a:pt x="1636399" y="194000"/>
                  </a:lnTo>
                  <a:lnTo>
                    <a:pt x="1646142" y="201659"/>
                  </a:lnTo>
                  <a:lnTo>
                    <a:pt x="1655872" y="209295"/>
                  </a:lnTo>
                  <a:lnTo>
                    <a:pt x="1665616" y="216901"/>
                  </a:lnTo>
                  <a:lnTo>
                    <a:pt x="1675359" y="224467"/>
                  </a:lnTo>
                  <a:lnTo>
                    <a:pt x="1685103" y="231983"/>
                  </a:lnTo>
                  <a:lnTo>
                    <a:pt x="1694832" y="239442"/>
                  </a:lnTo>
                  <a:lnTo>
                    <a:pt x="1704576" y="246833"/>
                  </a:lnTo>
                  <a:lnTo>
                    <a:pt x="1714320" y="254151"/>
                  </a:lnTo>
                  <a:lnTo>
                    <a:pt x="1724064" y="261389"/>
                  </a:lnTo>
                  <a:lnTo>
                    <a:pt x="1733808" y="268539"/>
                  </a:lnTo>
                  <a:lnTo>
                    <a:pt x="1743537" y="275595"/>
                  </a:lnTo>
                  <a:lnTo>
                    <a:pt x="1753281" y="282552"/>
                  </a:lnTo>
                  <a:lnTo>
                    <a:pt x="1763025" y="289404"/>
                  </a:lnTo>
                  <a:lnTo>
                    <a:pt x="1772769" y="296146"/>
                  </a:lnTo>
                  <a:lnTo>
                    <a:pt x="1782498" y="302773"/>
                  </a:lnTo>
                  <a:lnTo>
                    <a:pt x="1792242" y="309282"/>
                  </a:lnTo>
                  <a:lnTo>
                    <a:pt x="1801986" y="315669"/>
                  </a:lnTo>
                  <a:lnTo>
                    <a:pt x="1811730" y="321933"/>
                  </a:lnTo>
                  <a:lnTo>
                    <a:pt x="1821459" y="328068"/>
                  </a:lnTo>
                  <a:lnTo>
                    <a:pt x="1831203" y="334074"/>
                  </a:lnTo>
                  <a:lnTo>
                    <a:pt x="1840947" y="339949"/>
                  </a:lnTo>
                  <a:lnTo>
                    <a:pt x="1850691" y="345692"/>
                  </a:lnTo>
                  <a:lnTo>
                    <a:pt x="1860435" y="351302"/>
                  </a:lnTo>
                  <a:lnTo>
                    <a:pt x="1870164" y="356777"/>
                  </a:lnTo>
                  <a:lnTo>
                    <a:pt x="1879908" y="362120"/>
                  </a:lnTo>
                  <a:lnTo>
                    <a:pt x="1889652" y="367330"/>
                  </a:lnTo>
                  <a:lnTo>
                    <a:pt x="1899395" y="372408"/>
                  </a:lnTo>
                  <a:lnTo>
                    <a:pt x="1909124" y="377354"/>
                  </a:lnTo>
                  <a:lnTo>
                    <a:pt x="1918868" y="382171"/>
                  </a:lnTo>
                  <a:lnTo>
                    <a:pt x="1928612" y="386860"/>
                  </a:lnTo>
                  <a:lnTo>
                    <a:pt x="1938356" y="391422"/>
                  </a:lnTo>
                  <a:lnTo>
                    <a:pt x="1948085" y="395862"/>
                  </a:lnTo>
                  <a:lnTo>
                    <a:pt x="1957829" y="400181"/>
                  </a:lnTo>
                  <a:lnTo>
                    <a:pt x="1967573" y="404382"/>
                  </a:lnTo>
                  <a:lnTo>
                    <a:pt x="1977317" y="408471"/>
                  </a:lnTo>
                  <a:lnTo>
                    <a:pt x="1987046" y="412447"/>
                  </a:lnTo>
                  <a:lnTo>
                    <a:pt x="1996790" y="416316"/>
                  </a:lnTo>
                  <a:lnTo>
                    <a:pt x="2006534" y="420081"/>
                  </a:lnTo>
                  <a:lnTo>
                    <a:pt x="2016278" y="423748"/>
                  </a:lnTo>
                  <a:lnTo>
                    <a:pt x="2026022" y="427319"/>
                  </a:lnTo>
                  <a:lnTo>
                    <a:pt x="2035751" y="430800"/>
                  </a:lnTo>
                  <a:lnTo>
                    <a:pt x="2045495" y="434195"/>
                  </a:lnTo>
                  <a:lnTo>
                    <a:pt x="2055239" y="437507"/>
                  </a:lnTo>
                  <a:lnTo>
                    <a:pt x="2064983" y="440743"/>
                  </a:lnTo>
                  <a:lnTo>
                    <a:pt x="2074712" y="443905"/>
                  </a:lnTo>
                  <a:lnTo>
                    <a:pt x="2084456" y="447001"/>
                  </a:lnTo>
                  <a:lnTo>
                    <a:pt x="2094200" y="450033"/>
                  </a:lnTo>
                  <a:lnTo>
                    <a:pt x="2103944" y="453007"/>
                  </a:lnTo>
                  <a:lnTo>
                    <a:pt x="2113673" y="455927"/>
                  </a:lnTo>
                  <a:lnTo>
                    <a:pt x="2123417" y="458798"/>
                  </a:lnTo>
                  <a:lnTo>
                    <a:pt x="2133161" y="461624"/>
                  </a:lnTo>
                  <a:lnTo>
                    <a:pt x="2142905" y="464412"/>
                  </a:lnTo>
                  <a:lnTo>
                    <a:pt x="2152649" y="467164"/>
                  </a:lnTo>
                  <a:lnTo>
                    <a:pt x="2162377" y="469886"/>
                  </a:lnTo>
                  <a:lnTo>
                    <a:pt x="2172121" y="472579"/>
                  </a:lnTo>
                  <a:lnTo>
                    <a:pt x="2181865" y="475252"/>
                  </a:lnTo>
                  <a:lnTo>
                    <a:pt x="2191609" y="477904"/>
                  </a:lnTo>
                  <a:lnTo>
                    <a:pt x="2201338" y="480543"/>
                  </a:lnTo>
                  <a:lnTo>
                    <a:pt x="2211082" y="483170"/>
                  </a:lnTo>
                  <a:lnTo>
                    <a:pt x="2220826" y="485789"/>
                  </a:lnTo>
                  <a:lnTo>
                    <a:pt x="2230570" y="488404"/>
                  </a:lnTo>
                  <a:lnTo>
                    <a:pt x="2240299" y="491015"/>
                  </a:lnTo>
                  <a:lnTo>
                    <a:pt x="2250043" y="493627"/>
                  </a:lnTo>
                  <a:lnTo>
                    <a:pt x="2259787" y="496242"/>
                  </a:lnTo>
                  <a:lnTo>
                    <a:pt x="2269531" y="498863"/>
                  </a:lnTo>
                  <a:lnTo>
                    <a:pt x="2279260" y="501491"/>
                  </a:lnTo>
                  <a:lnTo>
                    <a:pt x="2289004" y="504126"/>
                  </a:lnTo>
                  <a:lnTo>
                    <a:pt x="2298748" y="506771"/>
                  </a:lnTo>
                  <a:lnTo>
                    <a:pt x="2308492" y="509428"/>
                  </a:lnTo>
                  <a:lnTo>
                    <a:pt x="2318236" y="512094"/>
                  </a:lnTo>
                  <a:lnTo>
                    <a:pt x="2327965" y="514773"/>
                  </a:lnTo>
                  <a:lnTo>
                    <a:pt x="2337709" y="517464"/>
                  </a:lnTo>
                  <a:lnTo>
                    <a:pt x="2347453" y="520165"/>
                  </a:lnTo>
                  <a:lnTo>
                    <a:pt x="2357197" y="522877"/>
                  </a:lnTo>
                  <a:lnTo>
                    <a:pt x="2366926" y="525599"/>
                  </a:lnTo>
                  <a:lnTo>
                    <a:pt x="2376670" y="528328"/>
                  </a:lnTo>
                  <a:lnTo>
                    <a:pt x="2386413" y="531064"/>
                  </a:lnTo>
                  <a:lnTo>
                    <a:pt x="2396157" y="533804"/>
                  </a:lnTo>
                  <a:lnTo>
                    <a:pt x="2405886" y="536547"/>
                  </a:lnTo>
                  <a:lnTo>
                    <a:pt x="2415630" y="539288"/>
                  </a:lnTo>
                  <a:lnTo>
                    <a:pt x="2425374" y="542025"/>
                  </a:lnTo>
                  <a:lnTo>
                    <a:pt x="2435118" y="544757"/>
                  </a:lnTo>
                  <a:lnTo>
                    <a:pt x="2444862" y="547478"/>
                  </a:lnTo>
                  <a:lnTo>
                    <a:pt x="2454591" y="550185"/>
                  </a:lnTo>
                  <a:lnTo>
                    <a:pt x="2464335" y="552874"/>
                  </a:lnTo>
                  <a:lnTo>
                    <a:pt x="2474079" y="555540"/>
                  </a:lnTo>
                  <a:lnTo>
                    <a:pt x="2483823" y="558178"/>
                  </a:lnTo>
                  <a:lnTo>
                    <a:pt x="2493552" y="560786"/>
                  </a:lnTo>
                  <a:lnTo>
                    <a:pt x="2503296" y="563354"/>
                  </a:lnTo>
                  <a:lnTo>
                    <a:pt x="2513040" y="565883"/>
                  </a:lnTo>
                  <a:lnTo>
                    <a:pt x="2522784" y="568362"/>
                  </a:lnTo>
                  <a:lnTo>
                    <a:pt x="2532513" y="570787"/>
                  </a:lnTo>
                  <a:lnTo>
                    <a:pt x="2542257" y="573155"/>
                  </a:lnTo>
                  <a:lnTo>
                    <a:pt x="2552001" y="575457"/>
                  </a:lnTo>
                  <a:lnTo>
                    <a:pt x="2561745" y="577687"/>
                  </a:lnTo>
                  <a:lnTo>
                    <a:pt x="2571474" y="579842"/>
                  </a:lnTo>
                  <a:lnTo>
                    <a:pt x="2581218" y="581911"/>
                  </a:lnTo>
                  <a:lnTo>
                    <a:pt x="2590962" y="583893"/>
                  </a:lnTo>
                  <a:lnTo>
                    <a:pt x="2600705" y="585779"/>
                  </a:lnTo>
                  <a:lnTo>
                    <a:pt x="2610449" y="587564"/>
                  </a:lnTo>
                  <a:lnTo>
                    <a:pt x="2620178" y="589240"/>
                  </a:lnTo>
                  <a:lnTo>
                    <a:pt x="2629922" y="590803"/>
                  </a:lnTo>
                  <a:lnTo>
                    <a:pt x="2639666" y="592246"/>
                  </a:lnTo>
                  <a:lnTo>
                    <a:pt x="2649410" y="593564"/>
                  </a:lnTo>
                  <a:lnTo>
                    <a:pt x="2659139" y="594751"/>
                  </a:lnTo>
                  <a:lnTo>
                    <a:pt x="2668883" y="595800"/>
                  </a:lnTo>
                  <a:lnTo>
                    <a:pt x="2678627" y="596707"/>
                  </a:lnTo>
                  <a:lnTo>
                    <a:pt x="2688371" y="597469"/>
                  </a:lnTo>
                  <a:lnTo>
                    <a:pt x="2698100" y="598076"/>
                  </a:lnTo>
                  <a:lnTo>
                    <a:pt x="2707844" y="598526"/>
                  </a:lnTo>
                  <a:lnTo>
                    <a:pt x="2717588" y="598815"/>
                  </a:lnTo>
                  <a:lnTo>
                    <a:pt x="2727332" y="598939"/>
                  </a:lnTo>
                  <a:lnTo>
                    <a:pt x="2737076" y="598894"/>
                  </a:lnTo>
                  <a:lnTo>
                    <a:pt x="2746805" y="598674"/>
                  </a:lnTo>
                  <a:lnTo>
                    <a:pt x="2756549" y="598279"/>
                  </a:lnTo>
                  <a:lnTo>
                    <a:pt x="2766293" y="597704"/>
                  </a:lnTo>
                  <a:lnTo>
                    <a:pt x="2776037" y="596947"/>
                  </a:lnTo>
                  <a:lnTo>
                    <a:pt x="2785766" y="596007"/>
                  </a:lnTo>
                  <a:lnTo>
                    <a:pt x="2795510" y="594881"/>
                  </a:lnTo>
                  <a:lnTo>
                    <a:pt x="2805254" y="593568"/>
                  </a:lnTo>
                  <a:lnTo>
                    <a:pt x="2814998" y="592066"/>
                  </a:lnTo>
                  <a:lnTo>
                    <a:pt x="2824727" y="590377"/>
                  </a:lnTo>
                  <a:lnTo>
                    <a:pt x="2834471" y="588498"/>
                  </a:lnTo>
                  <a:lnTo>
                    <a:pt x="2844215" y="586431"/>
                  </a:lnTo>
                  <a:lnTo>
                    <a:pt x="2853958" y="584177"/>
                  </a:lnTo>
                  <a:lnTo>
                    <a:pt x="2863687" y="581737"/>
                  </a:lnTo>
                  <a:lnTo>
                    <a:pt x="2873431" y="579110"/>
                  </a:lnTo>
                  <a:lnTo>
                    <a:pt x="2883175" y="576302"/>
                  </a:lnTo>
                  <a:lnTo>
                    <a:pt x="2892919" y="573311"/>
                  </a:lnTo>
                  <a:lnTo>
                    <a:pt x="2902663" y="570144"/>
                  </a:lnTo>
                  <a:lnTo>
                    <a:pt x="2912392" y="56680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2" name="Freeform 841">
              <a:extLst>
                <a:ext uri="{FF2B5EF4-FFF2-40B4-BE49-F238E27FC236}">
                  <a16:creationId xmlns:a16="http://schemas.microsoft.com/office/drawing/2014/main" id="{2665C992-CD7E-87AD-AB0B-65C211D93D30}"/>
                </a:ext>
              </a:extLst>
            </p:cNvPr>
            <p:cNvSpPr/>
            <p:nvPr/>
          </p:nvSpPr>
          <p:spPr>
            <a:xfrm>
              <a:off x="576446" y="2651641"/>
              <a:ext cx="2912392" cy="881805"/>
            </a:xfrm>
            <a:custGeom>
              <a:avLst/>
              <a:gdLst>
                <a:gd name="connsiteX0" fmla="*/ 0 w 2912392"/>
                <a:gd name="connsiteY0" fmla="*/ 311157 h 881805"/>
                <a:gd name="connsiteX1" fmla="*/ 9739 w 2912392"/>
                <a:gd name="connsiteY1" fmla="*/ 305644 h 881805"/>
                <a:gd name="connsiteX2" fmla="*/ 19480 w 2912392"/>
                <a:gd name="connsiteY2" fmla="*/ 300726 h 881805"/>
                <a:gd name="connsiteX3" fmla="*/ 29221 w 2912392"/>
                <a:gd name="connsiteY3" fmla="*/ 296405 h 881805"/>
                <a:gd name="connsiteX4" fmla="*/ 38961 w 2912392"/>
                <a:gd name="connsiteY4" fmla="*/ 292683 h 881805"/>
                <a:gd name="connsiteX5" fmla="*/ 48702 w 2912392"/>
                <a:gd name="connsiteY5" fmla="*/ 289563 h 881805"/>
                <a:gd name="connsiteX6" fmla="*/ 58443 w 2912392"/>
                <a:gd name="connsiteY6" fmla="*/ 287047 h 881805"/>
                <a:gd name="connsiteX7" fmla="*/ 68182 w 2912392"/>
                <a:gd name="connsiteY7" fmla="*/ 285130 h 881805"/>
                <a:gd name="connsiteX8" fmla="*/ 77923 w 2912392"/>
                <a:gd name="connsiteY8" fmla="*/ 283814 h 881805"/>
                <a:gd name="connsiteX9" fmla="*/ 87664 w 2912392"/>
                <a:gd name="connsiteY9" fmla="*/ 283094 h 881805"/>
                <a:gd name="connsiteX10" fmla="*/ 97404 w 2912392"/>
                <a:gd name="connsiteY10" fmla="*/ 282969 h 881805"/>
                <a:gd name="connsiteX11" fmla="*/ 107145 w 2912392"/>
                <a:gd name="connsiteY11" fmla="*/ 283433 h 881805"/>
                <a:gd name="connsiteX12" fmla="*/ 116886 w 2912392"/>
                <a:gd name="connsiteY12" fmla="*/ 284481 h 881805"/>
                <a:gd name="connsiteX13" fmla="*/ 126625 w 2912392"/>
                <a:gd name="connsiteY13" fmla="*/ 286105 h 881805"/>
                <a:gd name="connsiteX14" fmla="*/ 136366 w 2912392"/>
                <a:gd name="connsiteY14" fmla="*/ 288302 h 881805"/>
                <a:gd name="connsiteX15" fmla="*/ 146107 w 2912392"/>
                <a:gd name="connsiteY15" fmla="*/ 291058 h 881805"/>
                <a:gd name="connsiteX16" fmla="*/ 155846 w 2912392"/>
                <a:gd name="connsiteY16" fmla="*/ 294368 h 881805"/>
                <a:gd name="connsiteX17" fmla="*/ 165587 w 2912392"/>
                <a:gd name="connsiteY17" fmla="*/ 298220 h 881805"/>
                <a:gd name="connsiteX18" fmla="*/ 175328 w 2912392"/>
                <a:gd name="connsiteY18" fmla="*/ 302603 h 881805"/>
                <a:gd name="connsiteX19" fmla="*/ 185068 w 2912392"/>
                <a:gd name="connsiteY19" fmla="*/ 307506 h 881805"/>
                <a:gd name="connsiteX20" fmla="*/ 194809 w 2912392"/>
                <a:gd name="connsiteY20" fmla="*/ 312918 h 881805"/>
                <a:gd name="connsiteX21" fmla="*/ 204550 w 2912392"/>
                <a:gd name="connsiteY21" fmla="*/ 318822 h 881805"/>
                <a:gd name="connsiteX22" fmla="*/ 214289 w 2912392"/>
                <a:gd name="connsiteY22" fmla="*/ 325206 h 881805"/>
                <a:gd name="connsiteX23" fmla="*/ 224030 w 2912392"/>
                <a:gd name="connsiteY23" fmla="*/ 332054 h 881805"/>
                <a:gd name="connsiteX24" fmla="*/ 233771 w 2912392"/>
                <a:gd name="connsiteY24" fmla="*/ 339353 h 881805"/>
                <a:gd name="connsiteX25" fmla="*/ 243510 w 2912392"/>
                <a:gd name="connsiteY25" fmla="*/ 347084 h 881805"/>
                <a:gd name="connsiteX26" fmla="*/ 253251 w 2912392"/>
                <a:gd name="connsiteY26" fmla="*/ 355231 h 881805"/>
                <a:gd name="connsiteX27" fmla="*/ 262992 w 2912392"/>
                <a:gd name="connsiteY27" fmla="*/ 363775 h 881805"/>
                <a:gd name="connsiteX28" fmla="*/ 272732 w 2912392"/>
                <a:gd name="connsiteY28" fmla="*/ 372703 h 881805"/>
                <a:gd name="connsiteX29" fmla="*/ 282473 w 2912392"/>
                <a:gd name="connsiteY29" fmla="*/ 381991 h 881805"/>
                <a:gd name="connsiteX30" fmla="*/ 292214 w 2912392"/>
                <a:gd name="connsiteY30" fmla="*/ 391622 h 881805"/>
                <a:gd name="connsiteX31" fmla="*/ 301953 w 2912392"/>
                <a:gd name="connsiteY31" fmla="*/ 401577 h 881805"/>
                <a:gd name="connsiteX32" fmla="*/ 311694 w 2912392"/>
                <a:gd name="connsiteY32" fmla="*/ 411835 h 881805"/>
                <a:gd name="connsiteX33" fmla="*/ 321435 w 2912392"/>
                <a:gd name="connsiteY33" fmla="*/ 422377 h 881805"/>
                <a:gd name="connsiteX34" fmla="*/ 331175 w 2912392"/>
                <a:gd name="connsiteY34" fmla="*/ 433184 h 881805"/>
                <a:gd name="connsiteX35" fmla="*/ 340916 w 2912392"/>
                <a:gd name="connsiteY35" fmla="*/ 444233 h 881805"/>
                <a:gd name="connsiteX36" fmla="*/ 350656 w 2912392"/>
                <a:gd name="connsiteY36" fmla="*/ 455502 h 881805"/>
                <a:gd name="connsiteX37" fmla="*/ 360396 w 2912392"/>
                <a:gd name="connsiteY37" fmla="*/ 466972 h 881805"/>
                <a:gd name="connsiteX38" fmla="*/ 370137 w 2912392"/>
                <a:gd name="connsiteY38" fmla="*/ 478621 h 881805"/>
                <a:gd name="connsiteX39" fmla="*/ 379878 w 2912392"/>
                <a:gd name="connsiteY39" fmla="*/ 490427 h 881805"/>
                <a:gd name="connsiteX40" fmla="*/ 389617 w 2912392"/>
                <a:gd name="connsiteY40" fmla="*/ 502369 h 881805"/>
                <a:gd name="connsiteX41" fmla="*/ 399358 w 2912392"/>
                <a:gd name="connsiteY41" fmla="*/ 514426 h 881805"/>
                <a:gd name="connsiteX42" fmla="*/ 409099 w 2912392"/>
                <a:gd name="connsiteY42" fmla="*/ 526577 h 881805"/>
                <a:gd name="connsiteX43" fmla="*/ 418839 w 2912392"/>
                <a:gd name="connsiteY43" fmla="*/ 538798 h 881805"/>
                <a:gd name="connsiteX44" fmla="*/ 428580 w 2912392"/>
                <a:gd name="connsiteY44" fmla="*/ 551070 h 881805"/>
                <a:gd name="connsiteX45" fmla="*/ 438321 w 2912392"/>
                <a:gd name="connsiteY45" fmla="*/ 563371 h 881805"/>
                <a:gd name="connsiteX46" fmla="*/ 448060 w 2912392"/>
                <a:gd name="connsiteY46" fmla="*/ 575679 h 881805"/>
                <a:gd name="connsiteX47" fmla="*/ 457801 w 2912392"/>
                <a:gd name="connsiteY47" fmla="*/ 587975 h 881805"/>
                <a:gd name="connsiteX48" fmla="*/ 467542 w 2912392"/>
                <a:gd name="connsiteY48" fmla="*/ 600239 h 881805"/>
                <a:gd name="connsiteX49" fmla="*/ 477281 w 2912392"/>
                <a:gd name="connsiteY49" fmla="*/ 612447 h 881805"/>
                <a:gd name="connsiteX50" fmla="*/ 487022 w 2912392"/>
                <a:gd name="connsiteY50" fmla="*/ 624582 h 881805"/>
                <a:gd name="connsiteX51" fmla="*/ 496763 w 2912392"/>
                <a:gd name="connsiteY51" fmla="*/ 636623 h 881805"/>
                <a:gd name="connsiteX52" fmla="*/ 506503 w 2912392"/>
                <a:gd name="connsiteY52" fmla="*/ 648553 h 881805"/>
                <a:gd name="connsiteX53" fmla="*/ 516244 w 2912392"/>
                <a:gd name="connsiteY53" fmla="*/ 660350 h 881805"/>
                <a:gd name="connsiteX54" fmla="*/ 525985 w 2912392"/>
                <a:gd name="connsiteY54" fmla="*/ 671996 h 881805"/>
                <a:gd name="connsiteX55" fmla="*/ 535724 w 2912392"/>
                <a:gd name="connsiteY55" fmla="*/ 683475 h 881805"/>
                <a:gd name="connsiteX56" fmla="*/ 545465 w 2912392"/>
                <a:gd name="connsiteY56" fmla="*/ 694767 h 881805"/>
                <a:gd name="connsiteX57" fmla="*/ 555206 w 2912392"/>
                <a:gd name="connsiteY57" fmla="*/ 705856 h 881805"/>
                <a:gd name="connsiteX58" fmla="*/ 564946 w 2912392"/>
                <a:gd name="connsiteY58" fmla="*/ 716725 h 881805"/>
                <a:gd name="connsiteX59" fmla="*/ 574687 w 2912392"/>
                <a:gd name="connsiteY59" fmla="*/ 727358 h 881805"/>
                <a:gd name="connsiteX60" fmla="*/ 584428 w 2912392"/>
                <a:gd name="connsiteY60" fmla="*/ 737738 h 881805"/>
                <a:gd name="connsiteX61" fmla="*/ 594167 w 2912392"/>
                <a:gd name="connsiteY61" fmla="*/ 747853 h 881805"/>
                <a:gd name="connsiteX62" fmla="*/ 603908 w 2912392"/>
                <a:gd name="connsiteY62" fmla="*/ 757687 h 881805"/>
                <a:gd name="connsiteX63" fmla="*/ 613649 w 2912392"/>
                <a:gd name="connsiteY63" fmla="*/ 767223 h 881805"/>
                <a:gd name="connsiteX64" fmla="*/ 623388 w 2912392"/>
                <a:gd name="connsiteY64" fmla="*/ 776453 h 881805"/>
                <a:gd name="connsiteX65" fmla="*/ 633129 w 2912392"/>
                <a:gd name="connsiteY65" fmla="*/ 785361 h 881805"/>
                <a:gd name="connsiteX66" fmla="*/ 642870 w 2912392"/>
                <a:gd name="connsiteY66" fmla="*/ 793934 h 881805"/>
                <a:gd name="connsiteX67" fmla="*/ 652610 w 2912392"/>
                <a:gd name="connsiteY67" fmla="*/ 802163 h 881805"/>
                <a:gd name="connsiteX68" fmla="*/ 662351 w 2912392"/>
                <a:gd name="connsiteY68" fmla="*/ 810036 h 881805"/>
                <a:gd name="connsiteX69" fmla="*/ 672092 w 2912392"/>
                <a:gd name="connsiteY69" fmla="*/ 817542 h 881805"/>
                <a:gd name="connsiteX70" fmla="*/ 681831 w 2912392"/>
                <a:gd name="connsiteY70" fmla="*/ 824671 h 881805"/>
                <a:gd name="connsiteX71" fmla="*/ 691572 w 2912392"/>
                <a:gd name="connsiteY71" fmla="*/ 831414 h 881805"/>
                <a:gd name="connsiteX72" fmla="*/ 701313 w 2912392"/>
                <a:gd name="connsiteY72" fmla="*/ 837764 h 881805"/>
                <a:gd name="connsiteX73" fmla="*/ 711052 w 2912392"/>
                <a:gd name="connsiteY73" fmla="*/ 843710 h 881805"/>
                <a:gd name="connsiteX74" fmla="*/ 720793 w 2912392"/>
                <a:gd name="connsiteY74" fmla="*/ 849248 h 881805"/>
                <a:gd name="connsiteX75" fmla="*/ 730534 w 2912392"/>
                <a:gd name="connsiteY75" fmla="*/ 854368 h 881805"/>
                <a:gd name="connsiteX76" fmla="*/ 740274 w 2912392"/>
                <a:gd name="connsiteY76" fmla="*/ 859065 h 881805"/>
                <a:gd name="connsiteX77" fmla="*/ 750015 w 2912392"/>
                <a:gd name="connsiteY77" fmla="*/ 863334 h 881805"/>
                <a:gd name="connsiteX78" fmla="*/ 759756 w 2912392"/>
                <a:gd name="connsiteY78" fmla="*/ 867170 h 881805"/>
                <a:gd name="connsiteX79" fmla="*/ 769495 w 2912392"/>
                <a:gd name="connsiteY79" fmla="*/ 870567 h 881805"/>
                <a:gd name="connsiteX80" fmla="*/ 779236 w 2912392"/>
                <a:gd name="connsiteY80" fmla="*/ 873522 h 881805"/>
                <a:gd name="connsiteX81" fmla="*/ 788977 w 2912392"/>
                <a:gd name="connsiteY81" fmla="*/ 876031 h 881805"/>
                <a:gd name="connsiteX82" fmla="*/ 798717 w 2912392"/>
                <a:gd name="connsiteY82" fmla="*/ 878091 h 881805"/>
                <a:gd name="connsiteX83" fmla="*/ 808458 w 2912392"/>
                <a:gd name="connsiteY83" fmla="*/ 879700 h 881805"/>
                <a:gd name="connsiteX84" fmla="*/ 818199 w 2912392"/>
                <a:gd name="connsiteY84" fmla="*/ 880856 h 881805"/>
                <a:gd name="connsiteX85" fmla="*/ 827938 w 2912392"/>
                <a:gd name="connsiteY85" fmla="*/ 881558 h 881805"/>
                <a:gd name="connsiteX86" fmla="*/ 837679 w 2912392"/>
                <a:gd name="connsiteY86" fmla="*/ 881806 h 881805"/>
                <a:gd name="connsiteX87" fmla="*/ 847420 w 2912392"/>
                <a:gd name="connsiteY87" fmla="*/ 881597 h 881805"/>
                <a:gd name="connsiteX88" fmla="*/ 857159 w 2912392"/>
                <a:gd name="connsiteY88" fmla="*/ 880932 h 881805"/>
                <a:gd name="connsiteX89" fmla="*/ 866900 w 2912392"/>
                <a:gd name="connsiteY89" fmla="*/ 879813 h 881805"/>
                <a:gd name="connsiteX90" fmla="*/ 876641 w 2912392"/>
                <a:gd name="connsiteY90" fmla="*/ 878240 h 881805"/>
                <a:gd name="connsiteX91" fmla="*/ 886381 w 2912392"/>
                <a:gd name="connsiteY91" fmla="*/ 876215 h 881805"/>
                <a:gd name="connsiteX92" fmla="*/ 896122 w 2912392"/>
                <a:gd name="connsiteY92" fmla="*/ 873741 h 881805"/>
                <a:gd name="connsiteX93" fmla="*/ 905863 w 2912392"/>
                <a:gd name="connsiteY93" fmla="*/ 870816 h 881805"/>
                <a:gd name="connsiteX94" fmla="*/ 915602 w 2912392"/>
                <a:gd name="connsiteY94" fmla="*/ 867447 h 881805"/>
                <a:gd name="connsiteX95" fmla="*/ 925343 w 2912392"/>
                <a:gd name="connsiteY95" fmla="*/ 863636 h 881805"/>
                <a:gd name="connsiteX96" fmla="*/ 935084 w 2912392"/>
                <a:gd name="connsiteY96" fmla="*/ 859387 h 881805"/>
                <a:gd name="connsiteX97" fmla="*/ 944824 w 2912392"/>
                <a:gd name="connsiteY97" fmla="*/ 854703 h 881805"/>
                <a:gd name="connsiteX98" fmla="*/ 954564 w 2912392"/>
                <a:gd name="connsiteY98" fmla="*/ 849589 h 881805"/>
                <a:gd name="connsiteX99" fmla="*/ 964305 w 2912392"/>
                <a:gd name="connsiteY99" fmla="*/ 844050 h 881805"/>
                <a:gd name="connsiteX100" fmla="*/ 974045 w 2912392"/>
                <a:gd name="connsiteY100" fmla="*/ 838092 h 881805"/>
                <a:gd name="connsiteX101" fmla="*/ 983786 w 2912392"/>
                <a:gd name="connsiteY101" fmla="*/ 831718 h 881805"/>
                <a:gd name="connsiteX102" fmla="*/ 993522 w 2912392"/>
                <a:gd name="connsiteY102" fmla="*/ 824938 h 881805"/>
                <a:gd name="connsiteX103" fmla="*/ 1003266 w 2912392"/>
                <a:gd name="connsiteY103" fmla="*/ 817753 h 881805"/>
                <a:gd name="connsiteX104" fmla="*/ 1013010 w 2912392"/>
                <a:gd name="connsiteY104" fmla="*/ 810176 h 881805"/>
                <a:gd name="connsiteX105" fmla="*/ 1022754 w 2912392"/>
                <a:gd name="connsiteY105" fmla="*/ 802209 h 881805"/>
                <a:gd name="connsiteX106" fmla="*/ 1032483 w 2912392"/>
                <a:gd name="connsiteY106" fmla="*/ 793861 h 881805"/>
                <a:gd name="connsiteX107" fmla="*/ 1042227 w 2912392"/>
                <a:gd name="connsiteY107" fmla="*/ 785142 h 881805"/>
                <a:gd name="connsiteX108" fmla="*/ 1051971 w 2912392"/>
                <a:gd name="connsiteY108" fmla="*/ 776057 h 881805"/>
                <a:gd name="connsiteX109" fmla="*/ 1061715 w 2912392"/>
                <a:gd name="connsiteY109" fmla="*/ 766617 h 881805"/>
                <a:gd name="connsiteX110" fmla="*/ 1071444 w 2912392"/>
                <a:gd name="connsiteY110" fmla="*/ 756828 h 881805"/>
                <a:gd name="connsiteX111" fmla="*/ 1081188 w 2912392"/>
                <a:gd name="connsiteY111" fmla="*/ 746703 h 881805"/>
                <a:gd name="connsiteX112" fmla="*/ 1090932 w 2912392"/>
                <a:gd name="connsiteY112" fmla="*/ 736250 h 881805"/>
                <a:gd name="connsiteX113" fmla="*/ 1100676 w 2912392"/>
                <a:gd name="connsiteY113" fmla="*/ 725478 h 881805"/>
                <a:gd name="connsiteX114" fmla="*/ 1110405 w 2912392"/>
                <a:gd name="connsiteY114" fmla="*/ 714398 h 881805"/>
                <a:gd name="connsiteX115" fmla="*/ 1120149 w 2912392"/>
                <a:gd name="connsiteY115" fmla="*/ 703019 h 881805"/>
                <a:gd name="connsiteX116" fmla="*/ 1129893 w 2912392"/>
                <a:gd name="connsiteY116" fmla="*/ 691356 h 881805"/>
                <a:gd name="connsiteX117" fmla="*/ 1139637 w 2912392"/>
                <a:gd name="connsiteY117" fmla="*/ 679416 h 881805"/>
                <a:gd name="connsiteX118" fmla="*/ 1149381 w 2912392"/>
                <a:gd name="connsiteY118" fmla="*/ 667214 h 881805"/>
                <a:gd name="connsiteX119" fmla="*/ 1159110 w 2912392"/>
                <a:gd name="connsiteY119" fmla="*/ 654760 h 881805"/>
                <a:gd name="connsiteX120" fmla="*/ 1168854 w 2912392"/>
                <a:gd name="connsiteY120" fmla="*/ 642066 h 881805"/>
                <a:gd name="connsiteX121" fmla="*/ 1178598 w 2912392"/>
                <a:gd name="connsiteY121" fmla="*/ 629146 h 881805"/>
                <a:gd name="connsiteX122" fmla="*/ 1188341 w 2912392"/>
                <a:gd name="connsiteY122" fmla="*/ 616012 h 881805"/>
                <a:gd name="connsiteX123" fmla="*/ 1198070 w 2912392"/>
                <a:gd name="connsiteY123" fmla="*/ 602678 h 881805"/>
                <a:gd name="connsiteX124" fmla="*/ 1207814 w 2912392"/>
                <a:gd name="connsiteY124" fmla="*/ 589155 h 881805"/>
                <a:gd name="connsiteX125" fmla="*/ 1217558 w 2912392"/>
                <a:gd name="connsiteY125" fmla="*/ 575459 h 881805"/>
                <a:gd name="connsiteX126" fmla="*/ 1227302 w 2912392"/>
                <a:gd name="connsiteY126" fmla="*/ 561604 h 881805"/>
                <a:gd name="connsiteX127" fmla="*/ 1237031 w 2912392"/>
                <a:gd name="connsiteY127" fmla="*/ 547605 h 881805"/>
                <a:gd name="connsiteX128" fmla="*/ 1246775 w 2912392"/>
                <a:gd name="connsiteY128" fmla="*/ 533473 h 881805"/>
                <a:gd name="connsiteX129" fmla="*/ 1256519 w 2912392"/>
                <a:gd name="connsiteY129" fmla="*/ 519228 h 881805"/>
                <a:gd name="connsiteX130" fmla="*/ 1266263 w 2912392"/>
                <a:gd name="connsiteY130" fmla="*/ 504881 h 881805"/>
                <a:gd name="connsiteX131" fmla="*/ 1276007 w 2912392"/>
                <a:gd name="connsiteY131" fmla="*/ 490449 h 881805"/>
                <a:gd name="connsiteX132" fmla="*/ 1285736 w 2912392"/>
                <a:gd name="connsiteY132" fmla="*/ 475947 h 881805"/>
                <a:gd name="connsiteX133" fmla="*/ 1295480 w 2912392"/>
                <a:gd name="connsiteY133" fmla="*/ 461390 h 881805"/>
                <a:gd name="connsiteX134" fmla="*/ 1305224 w 2912392"/>
                <a:gd name="connsiteY134" fmla="*/ 446797 h 881805"/>
                <a:gd name="connsiteX135" fmla="*/ 1314968 w 2912392"/>
                <a:gd name="connsiteY135" fmla="*/ 432180 h 881805"/>
                <a:gd name="connsiteX136" fmla="*/ 1324697 w 2912392"/>
                <a:gd name="connsiteY136" fmla="*/ 417556 h 881805"/>
                <a:gd name="connsiteX137" fmla="*/ 1334441 w 2912392"/>
                <a:gd name="connsiteY137" fmla="*/ 402943 h 881805"/>
                <a:gd name="connsiteX138" fmla="*/ 1344185 w 2912392"/>
                <a:gd name="connsiteY138" fmla="*/ 388357 h 881805"/>
                <a:gd name="connsiteX139" fmla="*/ 1353929 w 2912392"/>
                <a:gd name="connsiteY139" fmla="*/ 373814 h 881805"/>
                <a:gd name="connsiteX140" fmla="*/ 1363658 w 2912392"/>
                <a:gd name="connsiteY140" fmla="*/ 359331 h 881805"/>
                <a:gd name="connsiteX141" fmla="*/ 1373402 w 2912392"/>
                <a:gd name="connsiteY141" fmla="*/ 344924 h 881805"/>
                <a:gd name="connsiteX142" fmla="*/ 1383146 w 2912392"/>
                <a:gd name="connsiteY142" fmla="*/ 330609 h 881805"/>
                <a:gd name="connsiteX143" fmla="*/ 1392890 w 2912392"/>
                <a:gd name="connsiteY143" fmla="*/ 316404 h 881805"/>
                <a:gd name="connsiteX144" fmla="*/ 1402619 w 2912392"/>
                <a:gd name="connsiteY144" fmla="*/ 302324 h 881805"/>
                <a:gd name="connsiteX145" fmla="*/ 1412363 w 2912392"/>
                <a:gd name="connsiteY145" fmla="*/ 288388 h 881805"/>
                <a:gd name="connsiteX146" fmla="*/ 1422106 w 2912392"/>
                <a:gd name="connsiteY146" fmla="*/ 274611 h 881805"/>
                <a:gd name="connsiteX147" fmla="*/ 1431850 w 2912392"/>
                <a:gd name="connsiteY147" fmla="*/ 261008 h 881805"/>
                <a:gd name="connsiteX148" fmla="*/ 1441594 w 2912392"/>
                <a:gd name="connsiteY148" fmla="*/ 247598 h 881805"/>
                <a:gd name="connsiteX149" fmla="*/ 1451323 w 2912392"/>
                <a:gd name="connsiteY149" fmla="*/ 234396 h 881805"/>
                <a:gd name="connsiteX150" fmla="*/ 1461067 w 2912392"/>
                <a:gd name="connsiteY150" fmla="*/ 221417 h 881805"/>
                <a:gd name="connsiteX151" fmla="*/ 1470811 w 2912392"/>
                <a:gd name="connsiteY151" fmla="*/ 208677 h 881805"/>
                <a:gd name="connsiteX152" fmla="*/ 1480555 w 2912392"/>
                <a:gd name="connsiteY152" fmla="*/ 196193 h 881805"/>
                <a:gd name="connsiteX153" fmla="*/ 1490284 w 2912392"/>
                <a:gd name="connsiteY153" fmla="*/ 183977 h 881805"/>
                <a:gd name="connsiteX154" fmla="*/ 1500028 w 2912392"/>
                <a:gd name="connsiteY154" fmla="*/ 172048 h 881805"/>
                <a:gd name="connsiteX155" fmla="*/ 1509772 w 2912392"/>
                <a:gd name="connsiteY155" fmla="*/ 160418 h 881805"/>
                <a:gd name="connsiteX156" fmla="*/ 1519516 w 2912392"/>
                <a:gd name="connsiteY156" fmla="*/ 149102 h 881805"/>
                <a:gd name="connsiteX157" fmla="*/ 1529245 w 2912392"/>
                <a:gd name="connsiteY157" fmla="*/ 138114 h 881805"/>
                <a:gd name="connsiteX158" fmla="*/ 1538989 w 2912392"/>
                <a:gd name="connsiteY158" fmla="*/ 127466 h 881805"/>
                <a:gd name="connsiteX159" fmla="*/ 1548733 w 2912392"/>
                <a:gd name="connsiteY159" fmla="*/ 117172 h 881805"/>
                <a:gd name="connsiteX160" fmla="*/ 1558477 w 2912392"/>
                <a:gd name="connsiteY160" fmla="*/ 107246 h 881805"/>
                <a:gd name="connsiteX161" fmla="*/ 1568221 w 2912392"/>
                <a:gd name="connsiteY161" fmla="*/ 97699 h 881805"/>
                <a:gd name="connsiteX162" fmla="*/ 1577950 w 2912392"/>
                <a:gd name="connsiteY162" fmla="*/ 88542 h 881805"/>
                <a:gd name="connsiteX163" fmla="*/ 1587694 w 2912392"/>
                <a:gd name="connsiteY163" fmla="*/ 79787 h 881805"/>
                <a:gd name="connsiteX164" fmla="*/ 1597438 w 2912392"/>
                <a:gd name="connsiteY164" fmla="*/ 71445 h 881805"/>
                <a:gd name="connsiteX165" fmla="*/ 1607182 w 2912392"/>
                <a:gd name="connsiteY165" fmla="*/ 63525 h 881805"/>
                <a:gd name="connsiteX166" fmla="*/ 1616911 w 2912392"/>
                <a:gd name="connsiteY166" fmla="*/ 56037 h 881805"/>
                <a:gd name="connsiteX167" fmla="*/ 1626655 w 2912392"/>
                <a:gd name="connsiteY167" fmla="*/ 48990 h 881805"/>
                <a:gd name="connsiteX168" fmla="*/ 1636399 w 2912392"/>
                <a:gd name="connsiteY168" fmla="*/ 42391 h 881805"/>
                <a:gd name="connsiteX169" fmla="*/ 1646142 w 2912392"/>
                <a:gd name="connsiteY169" fmla="*/ 36248 h 881805"/>
                <a:gd name="connsiteX170" fmla="*/ 1655872 w 2912392"/>
                <a:gd name="connsiteY170" fmla="*/ 30570 h 881805"/>
                <a:gd name="connsiteX171" fmla="*/ 1665616 w 2912392"/>
                <a:gd name="connsiteY171" fmla="*/ 25361 h 881805"/>
                <a:gd name="connsiteX172" fmla="*/ 1675359 w 2912392"/>
                <a:gd name="connsiteY172" fmla="*/ 20627 h 881805"/>
                <a:gd name="connsiteX173" fmla="*/ 1685103 w 2912392"/>
                <a:gd name="connsiteY173" fmla="*/ 16374 h 881805"/>
                <a:gd name="connsiteX174" fmla="*/ 1694832 w 2912392"/>
                <a:gd name="connsiteY174" fmla="*/ 12605 h 881805"/>
                <a:gd name="connsiteX175" fmla="*/ 1704576 w 2912392"/>
                <a:gd name="connsiteY175" fmla="*/ 9325 h 881805"/>
                <a:gd name="connsiteX176" fmla="*/ 1714320 w 2912392"/>
                <a:gd name="connsiteY176" fmla="*/ 6535 h 881805"/>
                <a:gd name="connsiteX177" fmla="*/ 1724064 w 2912392"/>
                <a:gd name="connsiteY177" fmla="*/ 4238 h 881805"/>
                <a:gd name="connsiteX178" fmla="*/ 1733808 w 2912392"/>
                <a:gd name="connsiteY178" fmla="*/ 2436 h 881805"/>
                <a:gd name="connsiteX179" fmla="*/ 1743537 w 2912392"/>
                <a:gd name="connsiteY179" fmla="*/ 1129 h 881805"/>
                <a:gd name="connsiteX180" fmla="*/ 1753281 w 2912392"/>
                <a:gd name="connsiteY180" fmla="*/ 317 h 881805"/>
                <a:gd name="connsiteX181" fmla="*/ 1763025 w 2912392"/>
                <a:gd name="connsiteY181" fmla="*/ 0 h 881805"/>
                <a:gd name="connsiteX182" fmla="*/ 1772769 w 2912392"/>
                <a:gd name="connsiteY182" fmla="*/ 176 h 881805"/>
                <a:gd name="connsiteX183" fmla="*/ 1782498 w 2912392"/>
                <a:gd name="connsiteY183" fmla="*/ 843 h 881805"/>
                <a:gd name="connsiteX184" fmla="*/ 1792242 w 2912392"/>
                <a:gd name="connsiteY184" fmla="*/ 1999 h 881805"/>
                <a:gd name="connsiteX185" fmla="*/ 1801986 w 2912392"/>
                <a:gd name="connsiteY185" fmla="*/ 3640 h 881805"/>
                <a:gd name="connsiteX186" fmla="*/ 1811730 w 2912392"/>
                <a:gd name="connsiteY186" fmla="*/ 5761 h 881805"/>
                <a:gd name="connsiteX187" fmla="*/ 1821459 w 2912392"/>
                <a:gd name="connsiteY187" fmla="*/ 8360 h 881805"/>
                <a:gd name="connsiteX188" fmla="*/ 1831203 w 2912392"/>
                <a:gd name="connsiteY188" fmla="*/ 11429 h 881805"/>
                <a:gd name="connsiteX189" fmla="*/ 1840947 w 2912392"/>
                <a:gd name="connsiteY189" fmla="*/ 14963 h 881805"/>
                <a:gd name="connsiteX190" fmla="*/ 1850691 w 2912392"/>
                <a:gd name="connsiteY190" fmla="*/ 18956 h 881805"/>
                <a:gd name="connsiteX191" fmla="*/ 1860435 w 2912392"/>
                <a:gd name="connsiteY191" fmla="*/ 23399 h 881805"/>
                <a:gd name="connsiteX192" fmla="*/ 1870164 w 2912392"/>
                <a:gd name="connsiteY192" fmla="*/ 28288 h 881805"/>
                <a:gd name="connsiteX193" fmla="*/ 1879908 w 2912392"/>
                <a:gd name="connsiteY193" fmla="*/ 33612 h 881805"/>
                <a:gd name="connsiteX194" fmla="*/ 1889652 w 2912392"/>
                <a:gd name="connsiteY194" fmla="*/ 39363 h 881805"/>
                <a:gd name="connsiteX195" fmla="*/ 1899395 w 2912392"/>
                <a:gd name="connsiteY195" fmla="*/ 45532 h 881805"/>
                <a:gd name="connsiteX196" fmla="*/ 1909124 w 2912392"/>
                <a:gd name="connsiteY196" fmla="*/ 52109 h 881805"/>
                <a:gd name="connsiteX197" fmla="*/ 1918868 w 2912392"/>
                <a:gd name="connsiteY197" fmla="*/ 59085 h 881805"/>
                <a:gd name="connsiteX198" fmla="*/ 1928612 w 2912392"/>
                <a:gd name="connsiteY198" fmla="*/ 66448 h 881805"/>
                <a:gd name="connsiteX199" fmla="*/ 1938356 w 2912392"/>
                <a:gd name="connsiteY199" fmla="*/ 74188 h 881805"/>
                <a:gd name="connsiteX200" fmla="*/ 1948085 w 2912392"/>
                <a:gd name="connsiteY200" fmla="*/ 82295 h 881805"/>
                <a:gd name="connsiteX201" fmla="*/ 1957829 w 2912392"/>
                <a:gd name="connsiteY201" fmla="*/ 90756 h 881805"/>
                <a:gd name="connsiteX202" fmla="*/ 1967573 w 2912392"/>
                <a:gd name="connsiteY202" fmla="*/ 99558 h 881805"/>
                <a:gd name="connsiteX203" fmla="*/ 1977317 w 2912392"/>
                <a:gd name="connsiteY203" fmla="*/ 108691 h 881805"/>
                <a:gd name="connsiteX204" fmla="*/ 1987046 w 2912392"/>
                <a:gd name="connsiteY204" fmla="*/ 118143 h 881805"/>
                <a:gd name="connsiteX205" fmla="*/ 1996790 w 2912392"/>
                <a:gd name="connsiteY205" fmla="*/ 127901 h 881805"/>
                <a:gd name="connsiteX206" fmla="*/ 2006534 w 2912392"/>
                <a:gd name="connsiteY206" fmla="*/ 137950 h 881805"/>
                <a:gd name="connsiteX207" fmla="*/ 2016278 w 2912392"/>
                <a:gd name="connsiteY207" fmla="*/ 148278 h 881805"/>
                <a:gd name="connsiteX208" fmla="*/ 2026022 w 2912392"/>
                <a:gd name="connsiteY208" fmla="*/ 158874 h 881805"/>
                <a:gd name="connsiteX209" fmla="*/ 2035751 w 2912392"/>
                <a:gd name="connsiteY209" fmla="*/ 169722 h 881805"/>
                <a:gd name="connsiteX210" fmla="*/ 2045495 w 2912392"/>
                <a:gd name="connsiteY210" fmla="*/ 180811 h 881805"/>
                <a:gd name="connsiteX211" fmla="*/ 2055239 w 2912392"/>
                <a:gd name="connsiteY211" fmla="*/ 192126 h 881805"/>
                <a:gd name="connsiteX212" fmla="*/ 2064983 w 2912392"/>
                <a:gd name="connsiteY212" fmla="*/ 203654 h 881805"/>
                <a:gd name="connsiteX213" fmla="*/ 2074712 w 2912392"/>
                <a:gd name="connsiteY213" fmla="*/ 215381 h 881805"/>
                <a:gd name="connsiteX214" fmla="*/ 2084456 w 2912392"/>
                <a:gd name="connsiteY214" fmla="*/ 227295 h 881805"/>
                <a:gd name="connsiteX215" fmla="*/ 2094200 w 2912392"/>
                <a:gd name="connsiteY215" fmla="*/ 239379 h 881805"/>
                <a:gd name="connsiteX216" fmla="*/ 2103944 w 2912392"/>
                <a:gd name="connsiteY216" fmla="*/ 251622 h 881805"/>
                <a:gd name="connsiteX217" fmla="*/ 2113673 w 2912392"/>
                <a:gd name="connsiteY217" fmla="*/ 264010 h 881805"/>
                <a:gd name="connsiteX218" fmla="*/ 2123417 w 2912392"/>
                <a:gd name="connsiteY218" fmla="*/ 276530 h 881805"/>
                <a:gd name="connsiteX219" fmla="*/ 2133161 w 2912392"/>
                <a:gd name="connsiteY219" fmla="*/ 289167 h 881805"/>
                <a:gd name="connsiteX220" fmla="*/ 2142905 w 2912392"/>
                <a:gd name="connsiteY220" fmla="*/ 301909 h 881805"/>
                <a:gd name="connsiteX221" fmla="*/ 2152649 w 2912392"/>
                <a:gd name="connsiteY221" fmla="*/ 314741 h 881805"/>
                <a:gd name="connsiteX222" fmla="*/ 2162377 w 2912392"/>
                <a:gd name="connsiteY222" fmla="*/ 327653 h 881805"/>
                <a:gd name="connsiteX223" fmla="*/ 2172121 w 2912392"/>
                <a:gd name="connsiteY223" fmla="*/ 340627 h 881805"/>
                <a:gd name="connsiteX224" fmla="*/ 2181865 w 2912392"/>
                <a:gd name="connsiteY224" fmla="*/ 353654 h 881805"/>
                <a:gd name="connsiteX225" fmla="*/ 2191609 w 2912392"/>
                <a:gd name="connsiteY225" fmla="*/ 366719 h 881805"/>
                <a:gd name="connsiteX226" fmla="*/ 2201338 w 2912392"/>
                <a:gd name="connsiteY226" fmla="*/ 379810 h 881805"/>
                <a:gd name="connsiteX227" fmla="*/ 2211082 w 2912392"/>
                <a:gd name="connsiteY227" fmla="*/ 392915 h 881805"/>
                <a:gd name="connsiteX228" fmla="*/ 2220826 w 2912392"/>
                <a:gd name="connsiteY228" fmla="*/ 406018 h 881805"/>
                <a:gd name="connsiteX229" fmla="*/ 2230570 w 2912392"/>
                <a:gd name="connsiteY229" fmla="*/ 419110 h 881805"/>
                <a:gd name="connsiteX230" fmla="*/ 2240299 w 2912392"/>
                <a:gd name="connsiteY230" fmla="*/ 432177 h 881805"/>
                <a:gd name="connsiteX231" fmla="*/ 2250043 w 2912392"/>
                <a:gd name="connsiteY231" fmla="*/ 445207 h 881805"/>
                <a:gd name="connsiteX232" fmla="*/ 2259787 w 2912392"/>
                <a:gd name="connsiteY232" fmla="*/ 458189 h 881805"/>
                <a:gd name="connsiteX233" fmla="*/ 2269531 w 2912392"/>
                <a:gd name="connsiteY233" fmla="*/ 471109 h 881805"/>
                <a:gd name="connsiteX234" fmla="*/ 2279260 w 2912392"/>
                <a:gd name="connsiteY234" fmla="*/ 483956 h 881805"/>
                <a:gd name="connsiteX235" fmla="*/ 2289004 w 2912392"/>
                <a:gd name="connsiteY235" fmla="*/ 496719 h 881805"/>
                <a:gd name="connsiteX236" fmla="*/ 2298748 w 2912392"/>
                <a:gd name="connsiteY236" fmla="*/ 509386 h 881805"/>
                <a:gd name="connsiteX237" fmla="*/ 2308492 w 2912392"/>
                <a:gd name="connsiteY237" fmla="*/ 521944 h 881805"/>
                <a:gd name="connsiteX238" fmla="*/ 2318236 w 2912392"/>
                <a:gd name="connsiteY238" fmla="*/ 534385 h 881805"/>
                <a:gd name="connsiteX239" fmla="*/ 2327965 w 2912392"/>
                <a:gd name="connsiteY239" fmla="*/ 546693 h 881805"/>
                <a:gd name="connsiteX240" fmla="*/ 2337709 w 2912392"/>
                <a:gd name="connsiteY240" fmla="*/ 558861 h 881805"/>
                <a:gd name="connsiteX241" fmla="*/ 2347453 w 2912392"/>
                <a:gd name="connsiteY241" fmla="*/ 570876 h 881805"/>
                <a:gd name="connsiteX242" fmla="*/ 2357197 w 2912392"/>
                <a:gd name="connsiteY242" fmla="*/ 582726 h 881805"/>
                <a:gd name="connsiteX243" fmla="*/ 2366926 w 2912392"/>
                <a:gd name="connsiteY243" fmla="*/ 594403 h 881805"/>
                <a:gd name="connsiteX244" fmla="*/ 2376670 w 2912392"/>
                <a:gd name="connsiteY244" fmla="*/ 605894 h 881805"/>
                <a:gd name="connsiteX245" fmla="*/ 2386413 w 2912392"/>
                <a:gd name="connsiteY245" fmla="*/ 617189 h 881805"/>
                <a:gd name="connsiteX246" fmla="*/ 2396157 w 2912392"/>
                <a:gd name="connsiteY246" fmla="*/ 628278 h 881805"/>
                <a:gd name="connsiteX247" fmla="*/ 2405886 w 2912392"/>
                <a:gd name="connsiteY247" fmla="*/ 639152 h 881805"/>
                <a:gd name="connsiteX248" fmla="*/ 2415630 w 2912392"/>
                <a:gd name="connsiteY248" fmla="*/ 649797 h 881805"/>
                <a:gd name="connsiteX249" fmla="*/ 2425374 w 2912392"/>
                <a:gd name="connsiteY249" fmla="*/ 660205 h 881805"/>
                <a:gd name="connsiteX250" fmla="*/ 2435118 w 2912392"/>
                <a:gd name="connsiteY250" fmla="*/ 670368 h 881805"/>
                <a:gd name="connsiteX251" fmla="*/ 2444862 w 2912392"/>
                <a:gd name="connsiteY251" fmla="*/ 680273 h 881805"/>
                <a:gd name="connsiteX252" fmla="*/ 2454591 w 2912392"/>
                <a:gd name="connsiteY252" fmla="*/ 689913 h 881805"/>
                <a:gd name="connsiteX253" fmla="*/ 2464335 w 2912392"/>
                <a:gd name="connsiteY253" fmla="*/ 699275 h 881805"/>
                <a:gd name="connsiteX254" fmla="*/ 2474079 w 2912392"/>
                <a:gd name="connsiteY254" fmla="*/ 708352 h 881805"/>
                <a:gd name="connsiteX255" fmla="*/ 2483823 w 2912392"/>
                <a:gd name="connsiteY255" fmla="*/ 717134 h 881805"/>
                <a:gd name="connsiteX256" fmla="*/ 2493552 w 2912392"/>
                <a:gd name="connsiteY256" fmla="*/ 725613 h 881805"/>
                <a:gd name="connsiteX257" fmla="*/ 2503296 w 2912392"/>
                <a:gd name="connsiteY257" fmla="*/ 733780 h 881805"/>
                <a:gd name="connsiteX258" fmla="*/ 2513040 w 2912392"/>
                <a:gd name="connsiteY258" fmla="*/ 741624 h 881805"/>
                <a:gd name="connsiteX259" fmla="*/ 2522784 w 2912392"/>
                <a:gd name="connsiteY259" fmla="*/ 749139 h 881805"/>
                <a:gd name="connsiteX260" fmla="*/ 2532513 w 2912392"/>
                <a:gd name="connsiteY260" fmla="*/ 756317 h 881805"/>
                <a:gd name="connsiteX261" fmla="*/ 2542257 w 2912392"/>
                <a:gd name="connsiteY261" fmla="*/ 763149 h 881805"/>
                <a:gd name="connsiteX262" fmla="*/ 2552001 w 2912392"/>
                <a:gd name="connsiteY262" fmla="*/ 769628 h 881805"/>
                <a:gd name="connsiteX263" fmla="*/ 2561745 w 2912392"/>
                <a:gd name="connsiteY263" fmla="*/ 775746 h 881805"/>
                <a:gd name="connsiteX264" fmla="*/ 2571474 w 2912392"/>
                <a:gd name="connsiteY264" fmla="*/ 781495 h 881805"/>
                <a:gd name="connsiteX265" fmla="*/ 2581218 w 2912392"/>
                <a:gd name="connsiteY265" fmla="*/ 786871 h 881805"/>
                <a:gd name="connsiteX266" fmla="*/ 2590962 w 2912392"/>
                <a:gd name="connsiteY266" fmla="*/ 791865 h 881805"/>
                <a:gd name="connsiteX267" fmla="*/ 2600705 w 2912392"/>
                <a:gd name="connsiteY267" fmla="*/ 796472 h 881805"/>
                <a:gd name="connsiteX268" fmla="*/ 2610449 w 2912392"/>
                <a:gd name="connsiteY268" fmla="*/ 800686 h 881805"/>
                <a:gd name="connsiteX269" fmla="*/ 2620178 w 2912392"/>
                <a:gd name="connsiteY269" fmla="*/ 804504 h 881805"/>
                <a:gd name="connsiteX270" fmla="*/ 2629922 w 2912392"/>
                <a:gd name="connsiteY270" fmla="*/ 807917 h 881805"/>
                <a:gd name="connsiteX271" fmla="*/ 2639666 w 2912392"/>
                <a:gd name="connsiteY271" fmla="*/ 810924 h 881805"/>
                <a:gd name="connsiteX272" fmla="*/ 2649410 w 2912392"/>
                <a:gd name="connsiteY272" fmla="*/ 813520 h 881805"/>
                <a:gd name="connsiteX273" fmla="*/ 2659139 w 2912392"/>
                <a:gd name="connsiteY273" fmla="*/ 815702 h 881805"/>
                <a:gd name="connsiteX274" fmla="*/ 2668883 w 2912392"/>
                <a:gd name="connsiteY274" fmla="*/ 817466 h 881805"/>
                <a:gd name="connsiteX275" fmla="*/ 2678627 w 2912392"/>
                <a:gd name="connsiteY275" fmla="*/ 818811 h 881805"/>
                <a:gd name="connsiteX276" fmla="*/ 2688371 w 2912392"/>
                <a:gd name="connsiteY276" fmla="*/ 819735 h 881805"/>
                <a:gd name="connsiteX277" fmla="*/ 2698100 w 2912392"/>
                <a:gd name="connsiteY277" fmla="*/ 820237 h 881805"/>
                <a:gd name="connsiteX278" fmla="*/ 2707844 w 2912392"/>
                <a:gd name="connsiteY278" fmla="*/ 820314 h 881805"/>
                <a:gd name="connsiteX279" fmla="*/ 2717588 w 2912392"/>
                <a:gd name="connsiteY279" fmla="*/ 819970 h 881805"/>
                <a:gd name="connsiteX280" fmla="*/ 2727332 w 2912392"/>
                <a:gd name="connsiteY280" fmla="*/ 819204 h 881805"/>
                <a:gd name="connsiteX281" fmla="*/ 2737076 w 2912392"/>
                <a:gd name="connsiteY281" fmla="*/ 818017 h 881805"/>
                <a:gd name="connsiteX282" fmla="*/ 2746805 w 2912392"/>
                <a:gd name="connsiteY282" fmla="*/ 816411 h 881805"/>
                <a:gd name="connsiteX283" fmla="*/ 2756549 w 2912392"/>
                <a:gd name="connsiteY283" fmla="*/ 814389 h 881805"/>
                <a:gd name="connsiteX284" fmla="*/ 2766293 w 2912392"/>
                <a:gd name="connsiteY284" fmla="*/ 811955 h 881805"/>
                <a:gd name="connsiteX285" fmla="*/ 2776037 w 2912392"/>
                <a:gd name="connsiteY285" fmla="*/ 809110 h 881805"/>
                <a:gd name="connsiteX286" fmla="*/ 2785766 w 2912392"/>
                <a:gd name="connsiteY286" fmla="*/ 805864 h 881805"/>
                <a:gd name="connsiteX287" fmla="*/ 2795510 w 2912392"/>
                <a:gd name="connsiteY287" fmla="*/ 802218 h 881805"/>
                <a:gd name="connsiteX288" fmla="*/ 2805254 w 2912392"/>
                <a:gd name="connsiteY288" fmla="*/ 798182 h 881805"/>
                <a:gd name="connsiteX289" fmla="*/ 2814998 w 2912392"/>
                <a:gd name="connsiteY289" fmla="*/ 793760 h 881805"/>
                <a:gd name="connsiteX290" fmla="*/ 2824727 w 2912392"/>
                <a:gd name="connsiteY290" fmla="*/ 788960 h 881805"/>
                <a:gd name="connsiteX291" fmla="*/ 2834471 w 2912392"/>
                <a:gd name="connsiteY291" fmla="*/ 783793 h 881805"/>
                <a:gd name="connsiteX292" fmla="*/ 2844215 w 2912392"/>
                <a:gd name="connsiteY292" fmla="*/ 778265 h 881805"/>
                <a:gd name="connsiteX293" fmla="*/ 2853958 w 2912392"/>
                <a:gd name="connsiteY293" fmla="*/ 772387 h 881805"/>
                <a:gd name="connsiteX294" fmla="*/ 2863687 w 2912392"/>
                <a:gd name="connsiteY294" fmla="*/ 766172 h 881805"/>
                <a:gd name="connsiteX295" fmla="*/ 2873431 w 2912392"/>
                <a:gd name="connsiteY295" fmla="*/ 759629 h 881805"/>
                <a:gd name="connsiteX296" fmla="*/ 2883175 w 2912392"/>
                <a:gd name="connsiteY296" fmla="*/ 752770 h 881805"/>
                <a:gd name="connsiteX297" fmla="*/ 2892919 w 2912392"/>
                <a:gd name="connsiteY297" fmla="*/ 745609 h 881805"/>
                <a:gd name="connsiteX298" fmla="*/ 2902663 w 2912392"/>
                <a:gd name="connsiteY298" fmla="*/ 738158 h 881805"/>
                <a:gd name="connsiteX299" fmla="*/ 2912392 w 2912392"/>
                <a:gd name="connsiteY299" fmla="*/ 730433 h 8818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81805">
                  <a:moveTo>
                    <a:pt x="0" y="311157"/>
                  </a:moveTo>
                  <a:lnTo>
                    <a:pt x="9739" y="305644"/>
                  </a:lnTo>
                  <a:lnTo>
                    <a:pt x="19480" y="300726"/>
                  </a:lnTo>
                  <a:lnTo>
                    <a:pt x="29221" y="296405"/>
                  </a:lnTo>
                  <a:lnTo>
                    <a:pt x="38961" y="292683"/>
                  </a:lnTo>
                  <a:lnTo>
                    <a:pt x="48702" y="289563"/>
                  </a:lnTo>
                  <a:lnTo>
                    <a:pt x="58443" y="287047"/>
                  </a:lnTo>
                  <a:lnTo>
                    <a:pt x="68182" y="285130"/>
                  </a:lnTo>
                  <a:lnTo>
                    <a:pt x="77923" y="283814"/>
                  </a:lnTo>
                  <a:lnTo>
                    <a:pt x="87664" y="283094"/>
                  </a:lnTo>
                  <a:lnTo>
                    <a:pt x="97404" y="282969"/>
                  </a:lnTo>
                  <a:lnTo>
                    <a:pt x="107145" y="283433"/>
                  </a:lnTo>
                  <a:lnTo>
                    <a:pt x="116886" y="284481"/>
                  </a:lnTo>
                  <a:lnTo>
                    <a:pt x="126625" y="286105"/>
                  </a:lnTo>
                  <a:lnTo>
                    <a:pt x="136366" y="288302"/>
                  </a:lnTo>
                  <a:lnTo>
                    <a:pt x="146107" y="291058"/>
                  </a:lnTo>
                  <a:lnTo>
                    <a:pt x="155846" y="294368"/>
                  </a:lnTo>
                  <a:lnTo>
                    <a:pt x="165587" y="298220"/>
                  </a:lnTo>
                  <a:lnTo>
                    <a:pt x="175328" y="302603"/>
                  </a:lnTo>
                  <a:lnTo>
                    <a:pt x="185068" y="307506"/>
                  </a:lnTo>
                  <a:lnTo>
                    <a:pt x="194809" y="312918"/>
                  </a:lnTo>
                  <a:lnTo>
                    <a:pt x="204550" y="318822"/>
                  </a:lnTo>
                  <a:lnTo>
                    <a:pt x="214289" y="325206"/>
                  </a:lnTo>
                  <a:lnTo>
                    <a:pt x="224030" y="332054"/>
                  </a:lnTo>
                  <a:lnTo>
                    <a:pt x="233771" y="339353"/>
                  </a:lnTo>
                  <a:lnTo>
                    <a:pt x="243510" y="347084"/>
                  </a:lnTo>
                  <a:lnTo>
                    <a:pt x="253251" y="355231"/>
                  </a:lnTo>
                  <a:lnTo>
                    <a:pt x="262992" y="363775"/>
                  </a:lnTo>
                  <a:lnTo>
                    <a:pt x="272732" y="372703"/>
                  </a:lnTo>
                  <a:lnTo>
                    <a:pt x="282473" y="381991"/>
                  </a:lnTo>
                  <a:lnTo>
                    <a:pt x="292214" y="391622"/>
                  </a:lnTo>
                  <a:lnTo>
                    <a:pt x="301953" y="401577"/>
                  </a:lnTo>
                  <a:lnTo>
                    <a:pt x="311694" y="411835"/>
                  </a:lnTo>
                  <a:lnTo>
                    <a:pt x="321435" y="422377"/>
                  </a:lnTo>
                  <a:lnTo>
                    <a:pt x="331175" y="433184"/>
                  </a:lnTo>
                  <a:lnTo>
                    <a:pt x="340916" y="444233"/>
                  </a:lnTo>
                  <a:lnTo>
                    <a:pt x="350656" y="455502"/>
                  </a:lnTo>
                  <a:lnTo>
                    <a:pt x="360396" y="466972"/>
                  </a:lnTo>
                  <a:lnTo>
                    <a:pt x="370137" y="478621"/>
                  </a:lnTo>
                  <a:lnTo>
                    <a:pt x="379878" y="490427"/>
                  </a:lnTo>
                  <a:lnTo>
                    <a:pt x="389617" y="502369"/>
                  </a:lnTo>
                  <a:lnTo>
                    <a:pt x="399358" y="514426"/>
                  </a:lnTo>
                  <a:lnTo>
                    <a:pt x="409099" y="526577"/>
                  </a:lnTo>
                  <a:lnTo>
                    <a:pt x="418839" y="538798"/>
                  </a:lnTo>
                  <a:lnTo>
                    <a:pt x="428580" y="551070"/>
                  </a:lnTo>
                  <a:lnTo>
                    <a:pt x="438321" y="563371"/>
                  </a:lnTo>
                  <a:lnTo>
                    <a:pt x="448060" y="575679"/>
                  </a:lnTo>
                  <a:lnTo>
                    <a:pt x="457801" y="587975"/>
                  </a:lnTo>
                  <a:lnTo>
                    <a:pt x="467542" y="600239"/>
                  </a:lnTo>
                  <a:lnTo>
                    <a:pt x="477281" y="612447"/>
                  </a:lnTo>
                  <a:lnTo>
                    <a:pt x="487022" y="624582"/>
                  </a:lnTo>
                  <a:lnTo>
                    <a:pt x="496763" y="636623"/>
                  </a:lnTo>
                  <a:lnTo>
                    <a:pt x="506503" y="648553"/>
                  </a:lnTo>
                  <a:lnTo>
                    <a:pt x="516244" y="660350"/>
                  </a:lnTo>
                  <a:lnTo>
                    <a:pt x="525985" y="671996"/>
                  </a:lnTo>
                  <a:lnTo>
                    <a:pt x="535724" y="683475"/>
                  </a:lnTo>
                  <a:lnTo>
                    <a:pt x="545465" y="694767"/>
                  </a:lnTo>
                  <a:lnTo>
                    <a:pt x="555206" y="705856"/>
                  </a:lnTo>
                  <a:lnTo>
                    <a:pt x="564946" y="716725"/>
                  </a:lnTo>
                  <a:lnTo>
                    <a:pt x="574687" y="727358"/>
                  </a:lnTo>
                  <a:lnTo>
                    <a:pt x="584428" y="737738"/>
                  </a:lnTo>
                  <a:lnTo>
                    <a:pt x="594167" y="747853"/>
                  </a:lnTo>
                  <a:lnTo>
                    <a:pt x="603908" y="757687"/>
                  </a:lnTo>
                  <a:lnTo>
                    <a:pt x="613649" y="767223"/>
                  </a:lnTo>
                  <a:lnTo>
                    <a:pt x="623388" y="776453"/>
                  </a:lnTo>
                  <a:lnTo>
                    <a:pt x="633129" y="785361"/>
                  </a:lnTo>
                  <a:lnTo>
                    <a:pt x="642870" y="793934"/>
                  </a:lnTo>
                  <a:lnTo>
                    <a:pt x="652610" y="802163"/>
                  </a:lnTo>
                  <a:lnTo>
                    <a:pt x="662351" y="810036"/>
                  </a:lnTo>
                  <a:lnTo>
                    <a:pt x="672092" y="817542"/>
                  </a:lnTo>
                  <a:lnTo>
                    <a:pt x="681831" y="824671"/>
                  </a:lnTo>
                  <a:lnTo>
                    <a:pt x="691572" y="831414"/>
                  </a:lnTo>
                  <a:lnTo>
                    <a:pt x="701313" y="837764"/>
                  </a:lnTo>
                  <a:lnTo>
                    <a:pt x="711052" y="843710"/>
                  </a:lnTo>
                  <a:lnTo>
                    <a:pt x="720793" y="849248"/>
                  </a:lnTo>
                  <a:lnTo>
                    <a:pt x="730534" y="854368"/>
                  </a:lnTo>
                  <a:lnTo>
                    <a:pt x="740274" y="859065"/>
                  </a:lnTo>
                  <a:lnTo>
                    <a:pt x="750015" y="863334"/>
                  </a:lnTo>
                  <a:lnTo>
                    <a:pt x="759756" y="867170"/>
                  </a:lnTo>
                  <a:lnTo>
                    <a:pt x="769495" y="870567"/>
                  </a:lnTo>
                  <a:lnTo>
                    <a:pt x="779236" y="873522"/>
                  </a:lnTo>
                  <a:lnTo>
                    <a:pt x="788977" y="876031"/>
                  </a:lnTo>
                  <a:lnTo>
                    <a:pt x="798717" y="878091"/>
                  </a:lnTo>
                  <a:lnTo>
                    <a:pt x="808458" y="879700"/>
                  </a:lnTo>
                  <a:lnTo>
                    <a:pt x="818199" y="880856"/>
                  </a:lnTo>
                  <a:lnTo>
                    <a:pt x="827938" y="881558"/>
                  </a:lnTo>
                  <a:lnTo>
                    <a:pt x="837679" y="881806"/>
                  </a:lnTo>
                  <a:lnTo>
                    <a:pt x="847420" y="881597"/>
                  </a:lnTo>
                  <a:lnTo>
                    <a:pt x="857159" y="880932"/>
                  </a:lnTo>
                  <a:lnTo>
                    <a:pt x="866900" y="879813"/>
                  </a:lnTo>
                  <a:lnTo>
                    <a:pt x="876641" y="878240"/>
                  </a:lnTo>
                  <a:lnTo>
                    <a:pt x="886381" y="876215"/>
                  </a:lnTo>
                  <a:lnTo>
                    <a:pt x="896122" y="873741"/>
                  </a:lnTo>
                  <a:lnTo>
                    <a:pt x="905863" y="870816"/>
                  </a:lnTo>
                  <a:lnTo>
                    <a:pt x="915602" y="867447"/>
                  </a:lnTo>
                  <a:lnTo>
                    <a:pt x="925343" y="863636"/>
                  </a:lnTo>
                  <a:lnTo>
                    <a:pt x="935084" y="859387"/>
                  </a:lnTo>
                  <a:lnTo>
                    <a:pt x="944824" y="854703"/>
                  </a:lnTo>
                  <a:lnTo>
                    <a:pt x="954564" y="849589"/>
                  </a:lnTo>
                  <a:lnTo>
                    <a:pt x="964305" y="844050"/>
                  </a:lnTo>
                  <a:lnTo>
                    <a:pt x="974045" y="838092"/>
                  </a:lnTo>
                  <a:lnTo>
                    <a:pt x="983786" y="831718"/>
                  </a:lnTo>
                  <a:lnTo>
                    <a:pt x="993522" y="824938"/>
                  </a:lnTo>
                  <a:lnTo>
                    <a:pt x="1003266" y="817753"/>
                  </a:lnTo>
                  <a:lnTo>
                    <a:pt x="1013010" y="810176"/>
                  </a:lnTo>
                  <a:lnTo>
                    <a:pt x="1022754" y="802209"/>
                  </a:lnTo>
                  <a:lnTo>
                    <a:pt x="1032483" y="793861"/>
                  </a:lnTo>
                  <a:lnTo>
                    <a:pt x="1042227" y="785142"/>
                  </a:lnTo>
                  <a:lnTo>
                    <a:pt x="1051971" y="776057"/>
                  </a:lnTo>
                  <a:lnTo>
                    <a:pt x="1061715" y="766617"/>
                  </a:lnTo>
                  <a:lnTo>
                    <a:pt x="1071444" y="756828"/>
                  </a:lnTo>
                  <a:lnTo>
                    <a:pt x="1081188" y="746703"/>
                  </a:lnTo>
                  <a:lnTo>
                    <a:pt x="1090932" y="736250"/>
                  </a:lnTo>
                  <a:lnTo>
                    <a:pt x="1100676" y="725478"/>
                  </a:lnTo>
                  <a:lnTo>
                    <a:pt x="1110405" y="714398"/>
                  </a:lnTo>
                  <a:lnTo>
                    <a:pt x="1120149" y="703019"/>
                  </a:lnTo>
                  <a:lnTo>
                    <a:pt x="1129893" y="691356"/>
                  </a:lnTo>
                  <a:lnTo>
                    <a:pt x="1139637" y="679416"/>
                  </a:lnTo>
                  <a:lnTo>
                    <a:pt x="1149381" y="667214"/>
                  </a:lnTo>
                  <a:lnTo>
                    <a:pt x="1159110" y="654760"/>
                  </a:lnTo>
                  <a:lnTo>
                    <a:pt x="1168854" y="642066"/>
                  </a:lnTo>
                  <a:lnTo>
                    <a:pt x="1178598" y="629146"/>
                  </a:lnTo>
                  <a:lnTo>
                    <a:pt x="1188341" y="616012"/>
                  </a:lnTo>
                  <a:lnTo>
                    <a:pt x="1198070" y="602678"/>
                  </a:lnTo>
                  <a:lnTo>
                    <a:pt x="1207814" y="589155"/>
                  </a:lnTo>
                  <a:lnTo>
                    <a:pt x="1217558" y="575459"/>
                  </a:lnTo>
                  <a:lnTo>
                    <a:pt x="1227302" y="561604"/>
                  </a:lnTo>
                  <a:lnTo>
                    <a:pt x="1237031" y="547605"/>
                  </a:lnTo>
                  <a:lnTo>
                    <a:pt x="1246775" y="533473"/>
                  </a:lnTo>
                  <a:lnTo>
                    <a:pt x="1256519" y="519228"/>
                  </a:lnTo>
                  <a:lnTo>
                    <a:pt x="1266263" y="504881"/>
                  </a:lnTo>
                  <a:lnTo>
                    <a:pt x="1276007" y="490449"/>
                  </a:lnTo>
                  <a:lnTo>
                    <a:pt x="1285736" y="475947"/>
                  </a:lnTo>
                  <a:lnTo>
                    <a:pt x="1295480" y="461390"/>
                  </a:lnTo>
                  <a:lnTo>
                    <a:pt x="1305224" y="446797"/>
                  </a:lnTo>
                  <a:lnTo>
                    <a:pt x="1314968" y="432180"/>
                  </a:lnTo>
                  <a:lnTo>
                    <a:pt x="1324697" y="417556"/>
                  </a:lnTo>
                  <a:lnTo>
                    <a:pt x="1334441" y="402943"/>
                  </a:lnTo>
                  <a:lnTo>
                    <a:pt x="1344185" y="388357"/>
                  </a:lnTo>
                  <a:lnTo>
                    <a:pt x="1353929" y="373814"/>
                  </a:lnTo>
                  <a:lnTo>
                    <a:pt x="1363658" y="359331"/>
                  </a:lnTo>
                  <a:lnTo>
                    <a:pt x="1373402" y="344924"/>
                  </a:lnTo>
                  <a:lnTo>
                    <a:pt x="1383146" y="330609"/>
                  </a:lnTo>
                  <a:lnTo>
                    <a:pt x="1392890" y="316404"/>
                  </a:lnTo>
                  <a:lnTo>
                    <a:pt x="1402619" y="302324"/>
                  </a:lnTo>
                  <a:lnTo>
                    <a:pt x="1412363" y="288388"/>
                  </a:lnTo>
                  <a:lnTo>
                    <a:pt x="1422106" y="274611"/>
                  </a:lnTo>
                  <a:lnTo>
                    <a:pt x="1431850" y="261008"/>
                  </a:lnTo>
                  <a:lnTo>
                    <a:pt x="1441594" y="247598"/>
                  </a:lnTo>
                  <a:lnTo>
                    <a:pt x="1451323" y="234396"/>
                  </a:lnTo>
                  <a:lnTo>
                    <a:pt x="1461067" y="221417"/>
                  </a:lnTo>
                  <a:lnTo>
                    <a:pt x="1470811" y="208677"/>
                  </a:lnTo>
                  <a:lnTo>
                    <a:pt x="1480555" y="196193"/>
                  </a:lnTo>
                  <a:lnTo>
                    <a:pt x="1490284" y="183977"/>
                  </a:lnTo>
                  <a:lnTo>
                    <a:pt x="1500028" y="172048"/>
                  </a:lnTo>
                  <a:lnTo>
                    <a:pt x="1509772" y="160418"/>
                  </a:lnTo>
                  <a:lnTo>
                    <a:pt x="1519516" y="149102"/>
                  </a:lnTo>
                  <a:lnTo>
                    <a:pt x="1529245" y="138114"/>
                  </a:lnTo>
                  <a:lnTo>
                    <a:pt x="1538989" y="127466"/>
                  </a:lnTo>
                  <a:lnTo>
                    <a:pt x="1548733" y="117172"/>
                  </a:lnTo>
                  <a:lnTo>
                    <a:pt x="1558477" y="107246"/>
                  </a:lnTo>
                  <a:lnTo>
                    <a:pt x="1568221" y="97699"/>
                  </a:lnTo>
                  <a:lnTo>
                    <a:pt x="1577950" y="88542"/>
                  </a:lnTo>
                  <a:lnTo>
                    <a:pt x="1587694" y="79787"/>
                  </a:lnTo>
                  <a:lnTo>
                    <a:pt x="1597438" y="71445"/>
                  </a:lnTo>
                  <a:lnTo>
                    <a:pt x="1607182" y="63525"/>
                  </a:lnTo>
                  <a:lnTo>
                    <a:pt x="1616911" y="56037"/>
                  </a:lnTo>
                  <a:lnTo>
                    <a:pt x="1626655" y="48990"/>
                  </a:lnTo>
                  <a:lnTo>
                    <a:pt x="1636399" y="42391"/>
                  </a:lnTo>
                  <a:lnTo>
                    <a:pt x="1646142" y="36248"/>
                  </a:lnTo>
                  <a:lnTo>
                    <a:pt x="1655872" y="30570"/>
                  </a:lnTo>
                  <a:lnTo>
                    <a:pt x="1665616" y="25361"/>
                  </a:lnTo>
                  <a:lnTo>
                    <a:pt x="1675359" y="20627"/>
                  </a:lnTo>
                  <a:lnTo>
                    <a:pt x="1685103" y="16374"/>
                  </a:lnTo>
                  <a:lnTo>
                    <a:pt x="1694832" y="12605"/>
                  </a:lnTo>
                  <a:lnTo>
                    <a:pt x="1704576" y="9325"/>
                  </a:lnTo>
                  <a:lnTo>
                    <a:pt x="1714320" y="6535"/>
                  </a:lnTo>
                  <a:lnTo>
                    <a:pt x="1724064" y="4238"/>
                  </a:lnTo>
                  <a:lnTo>
                    <a:pt x="1733808" y="2436"/>
                  </a:lnTo>
                  <a:lnTo>
                    <a:pt x="1743537" y="1129"/>
                  </a:lnTo>
                  <a:lnTo>
                    <a:pt x="1753281" y="317"/>
                  </a:lnTo>
                  <a:lnTo>
                    <a:pt x="1763025" y="0"/>
                  </a:lnTo>
                  <a:lnTo>
                    <a:pt x="1772769" y="176"/>
                  </a:lnTo>
                  <a:lnTo>
                    <a:pt x="1782498" y="843"/>
                  </a:lnTo>
                  <a:lnTo>
                    <a:pt x="1792242" y="1999"/>
                  </a:lnTo>
                  <a:lnTo>
                    <a:pt x="1801986" y="3640"/>
                  </a:lnTo>
                  <a:lnTo>
                    <a:pt x="1811730" y="5761"/>
                  </a:lnTo>
                  <a:lnTo>
                    <a:pt x="1821459" y="8360"/>
                  </a:lnTo>
                  <a:lnTo>
                    <a:pt x="1831203" y="11429"/>
                  </a:lnTo>
                  <a:lnTo>
                    <a:pt x="1840947" y="14963"/>
                  </a:lnTo>
                  <a:lnTo>
                    <a:pt x="1850691" y="18956"/>
                  </a:lnTo>
                  <a:lnTo>
                    <a:pt x="1860435" y="23399"/>
                  </a:lnTo>
                  <a:lnTo>
                    <a:pt x="1870164" y="28288"/>
                  </a:lnTo>
                  <a:lnTo>
                    <a:pt x="1879908" y="33612"/>
                  </a:lnTo>
                  <a:lnTo>
                    <a:pt x="1889652" y="39363"/>
                  </a:lnTo>
                  <a:lnTo>
                    <a:pt x="1899395" y="45532"/>
                  </a:lnTo>
                  <a:lnTo>
                    <a:pt x="1909124" y="52109"/>
                  </a:lnTo>
                  <a:lnTo>
                    <a:pt x="1918868" y="59085"/>
                  </a:lnTo>
                  <a:lnTo>
                    <a:pt x="1928612" y="66448"/>
                  </a:lnTo>
                  <a:lnTo>
                    <a:pt x="1938356" y="74188"/>
                  </a:lnTo>
                  <a:lnTo>
                    <a:pt x="1948085" y="82295"/>
                  </a:lnTo>
                  <a:lnTo>
                    <a:pt x="1957829" y="90756"/>
                  </a:lnTo>
                  <a:lnTo>
                    <a:pt x="1967573" y="99558"/>
                  </a:lnTo>
                  <a:lnTo>
                    <a:pt x="1977317" y="108691"/>
                  </a:lnTo>
                  <a:lnTo>
                    <a:pt x="1987046" y="118143"/>
                  </a:lnTo>
                  <a:lnTo>
                    <a:pt x="1996790" y="127901"/>
                  </a:lnTo>
                  <a:lnTo>
                    <a:pt x="2006534" y="137950"/>
                  </a:lnTo>
                  <a:lnTo>
                    <a:pt x="2016278" y="148278"/>
                  </a:lnTo>
                  <a:lnTo>
                    <a:pt x="2026022" y="158874"/>
                  </a:lnTo>
                  <a:lnTo>
                    <a:pt x="2035751" y="169722"/>
                  </a:lnTo>
                  <a:lnTo>
                    <a:pt x="2045495" y="180811"/>
                  </a:lnTo>
                  <a:lnTo>
                    <a:pt x="2055239" y="192126"/>
                  </a:lnTo>
                  <a:lnTo>
                    <a:pt x="2064983" y="203654"/>
                  </a:lnTo>
                  <a:lnTo>
                    <a:pt x="2074712" y="215381"/>
                  </a:lnTo>
                  <a:lnTo>
                    <a:pt x="2084456" y="227295"/>
                  </a:lnTo>
                  <a:lnTo>
                    <a:pt x="2094200" y="239379"/>
                  </a:lnTo>
                  <a:lnTo>
                    <a:pt x="2103944" y="251622"/>
                  </a:lnTo>
                  <a:lnTo>
                    <a:pt x="2113673" y="264010"/>
                  </a:lnTo>
                  <a:lnTo>
                    <a:pt x="2123417" y="276530"/>
                  </a:lnTo>
                  <a:lnTo>
                    <a:pt x="2133161" y="289167"/>
                  </a:lnTo>
                  <a:lnTo>
                    <a:pt x="2142905" y="301909"/>
                  </a:lnTo>
                  <a:lnTo>
                    <a:pt x="2152649" y="314741"/>
                  </a:lnTo>
                  <a:lnTo>
                    <a:pt x="2162377" y="327653"/>
                  </a:lnTo>
                  <a:lnTo>
                    <a:pt x="2172121" y="340627"/>
                  </a:lnTo>
                  <a:lnTo>
                    <a:pt x="2181865" y="353654"/>
                  </a:lnTo>
                  <a:lnTo>
                    <a:pt x="2191609" y="366719"/>
                  </a:lnTo>
                  <a:lnTo>
                    <a:pt x="2201338" y="379810"/>
                  </a:lnTo>
                  <a:lnTo>
                    <a:pt x="2211082" y="392915"/>
                  </a:lnTo>
                  <a:lnTo>
                    <a:pt x="2220826" y="406018"/>
                  </a:lnTo>
                  <a:lnTo>
                    <a:pt x="2230570" y="419110"/>
                  </a:lnTo>
                  <a:lnTo>
                    <a:pt x="2240299" y="432177"/>
                  </a:lnTo>
                  <a:lnTo>
                    <a:pt x="2250043" y="445207"/>
                  </a:lnTo>
                  <a:lnTo>
                    <a:pt x="2259787" y="458189"/>
                  </a:lnTo>
                  <a:lnTo>
                    <a:pt x="2269531" y="471109"/>
                  </a:lnTo>
                  <a:lnTo>
                    <a:pt x="2279260" y="483956"/>
                  </a:lnTo>
                  <a:lnTo>
                    <a:pt x="2289004" y="496719"/>
                  </a:lnTo>
                  <a:lnTo>
                    <a:pt x="2298748" y="509386"/>
                  </a:lnTo>
                  <a:lnTo>
                    <a:pt x="2308492" y="521944"/>
                  </a:lnTo>
                  <a:lnTo>
                    <a:pt x="2318236" y="534385"/>
                  </a:lnTo>
                  <a:lnTo>
                    <a:pt x="2327965" y="546693"/>
                  </a:lnTo>
                  <a:lnTo>
                    <a:pt x="2337709" y="558861"/>
                  </a:lnTo>
                  <a:lnTo>
                    <a:pt x="2347453" y="570876"/>
                  </a:lnTo>
                  <a:lnTo>
                    <a:pt x="2357197" y="582726"/>
                  </a:lnTo>
                  <a:lnTo>
                    <a:pt x="2366926" y="594403"/>
                  </a:lnTo>
                  <a:lnTo>
                    <a:pt x="2376670" y="605894"/>
                  </a:lnTo>
                  <a:lnTo>
                    <a:pt x="2386413" y="617189"/>
                  </a:lnTo>
                  <a:lnTo>
                    <a:pt x="2396157" y="628278"/>
                  </a:lnTo>
                  <a:lnTo>
                    <a:pt x="2405886" y="639152"/>
                  </a:lnTo>
                  <a:lnTo>
                    <a:pt x="2415630" y="649797"/>
                  </a:lnTo>
                  <a:lnTo>
                    <a:pt x="2425374" y="660205"/>
                  </a:lnTo>
                  <a:lnTo>
                    <a:pt x="2435118" y="670368"/>
                  </a:lnTo>
                  <a:lnTo>
                    <a:pt x="2444862" y="680273"/>
                  </a:lnTo>
                  <a:lnTo>
                    <a:pt x="2454591" y="689913"/>
                  </a:lnTo>
                  <a:lnTo>
                    <a:pt x="2464335" y="699275"/>
                  </a:lnTo>
                  <a:lnTo>
                    <a:pt x="2474079" y="708352"/>
                  </a:lnTo>
                  <a:lnTo>
                    <a:pt x="2483823" y="717134"/>
                  </a:lnTo>
                  <a:lnTo>
                    <a:pt x="2493552" y="725613"/>
                  </a:lnTo>
                  <a:lnTo>
                    <a:pt x="2503296" y="733780"/>
                  </a:lnTo>
                  <a:lnTo>
                    <a:pt x="2513040" y="741624"/>
                  </a:lnTo>
                  <a:lnTo>
                    <a:pt x="2522784" y="749139"/>
                  </a:lnTo>
                  <a:lnTo>
                    <a:pt x="2532513" y="756317"/>
                  </a:lnTo>
                  <a:lnTo>
                    <a:pt x="2542257" y="763149"/>
                  </a:lnTo>
                  <a:lnTo>
                    <a:pt x="2552001" y="769628"/>
                  </a:lnTo>
                  <a:lnTo>
                    <a:pt x="2561745" y="775746"/>
                  </a:lnTo>
                  <a:lnTo>
                    <a:pt x="2571474" y="781495"/>
                  </a:lnTo>
                  <a:lnTo>
                    <a:pt x="2581218" y="786871"/>
                  </a:lnTo>
                  <a:lnTo>
                    <a:pt x="2590962" y="791865"/>
                  </a:lnTo>
                  <a:lnTo>
                    <a:pt x="2600705" y="796472"/>
                  </a:lnTo>
                  <a:lnTo>
                    <a:pt x="2610449" y="800686"/>
                  </a:lnTo>
                  <a:lnTo>
                    <a:pt x="2620178" y="804504"/>
                  </a:lnTo>
                  <a:lnTo>
                    <a:pt x="2629922" y="807917"/>
                  </a:lnTo>
                  <a:lnTo>
                    <a:pt x="2639666" y="810924"/>
                  </a:lnTo>
                  <a:lnTo>
                    <a:pt x="2649410" y="813520"/>
                  </a:lnTo>
                  <a:lnTo>
                    <a:pt x="2659139" y="815702"/>
                  </a:lnTo>
                  <a:lnTo>
                    <a:pt x="2668883" y="817466"/>
                  </a:lnTo>
                  <a:lnTo>
                    <a:pt x="2678627" y="818811"/>
                  </a:lnTo>
                  <a:lnTo>
                    <a:pt x="2688371" y="819735"/>
                  </a:lnTo>
                  <a:lnTo>
                    <a:pt x="2698100" y="820237"/>
                  </a:lnTo>
                  <a:lnTo>
                    <a:pt x="2707844" y="820314"/>
                  </a:lnTo>
                  <a:lnTo>
                    <a:pt x="2717588" y="819970"/>
                  </a:lnTo>
                  <a:lnTo>
                    <a:pt x="2727332" y="819204"/>
                  </a:lnTo>
                  <a:lnTo>
                    <a:pt x="2737076" y="818017"/>
                  </a:lnTo>
                  <a:lnTo>
                    <a:pt x="2746805" y="816411"/>
                  </a:lnTo>
                  <a:lnTo>
                    <a:pt x="2756549" y="814389"/>
                  </a:lnTo>
                  <a:lnTo>
                    <a:pt x="2766293" y="811955"/>
                  </a:lnTo>
                  <a:lnTo>
                    <a:pt x="2776037" y="809110"/>
                  </a:lnTo>
                  <a:lnTo>
                    <a:pt x="2785766" y="805864"/>
                  </a:lnTo>
                  <a:lnTo>
                    <a:pt x="2795510" y="802218"/>
                  </a:lnTo>
                  <a:lnTo>
                    <a:pt x="2805254" y="798182"/>
                  </a:lnTo>
                  <a:lnTo>
                    <a:pt x="2814998" y="793760"/>
                  </a:lnTo>
                  <a:lnTo>
                    <a:pt x="2824727" y="788960"/>
                  </a:lnTo>
                  <a:lnTo>
                    <a:pt x="2834471" y="783793"/>
                  </a:lnTo>
                  <a:lnTo>
                    <a:pt x="2844215" y="778265"/>
                  </a:lnTo>
                  <a:lnTo>
                    <a:pt x="2853958" y="772387"/>
                  </a:lnTo>
                  <a:lnTo>
                    <a:pt x="2863687" y="766172"/>
                  </a:lnTo>
                  <a:lnTo>
                    <a:pt x="2873431" y="759629"/>
                  </a:lnTo>
                  <a:lnTo>
                    <a:pt x="2883175" y="752770"/>
                  </a:lnTo>
                  <a:lnTo>
                    <a:pt x="2892919" y="745609"/>
                  </a:lnTo>
                  <a:lnTo>
                    <a:pt x="2902663" y="738158"/>
                  </a:lnTo>
                  <a:lnTo>
                    <a:pt x="2912392" y="73043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3" name="Freeform 842">
              <a:extLst>
                <a:ext uri="{FF2B5EF4-FFF2-40B4-BE49-F238E27FC236}">
                  <a16:creationId xmlns:a16="http://schemas.microsoft.com/office/drawing/2014/main" id="{07E063D9-C26A-AF1B-8560-F2D85FD4A911}"/>
                </a:ext>
              </a:extLst>
            </p:cNvPr>
            <p:cNvSpPr/>
            <p:nvPr/>
          </p:nvSpPr>
          <p:spPr>
            <a:xfrm>
              <a:off x="576446" y="3288477"/>
              <a:ext cx="2912392" cy="236151"/>
            </a:xfrm>
            <a:custGeom>
              <a:avLst/>
              <a:gdLst>
                <a:gd name="connsiteX0" fmla="*/ 0 w 2912392"/>
                <a:gd name="connsiteY0" fmla="*/ 156010 h 236151"/>
                <a:gd name="connsiteX1" fmla="*/ 9739 w 2912392"/>
                <a:gd name="connsiteY1" fmla="*/ 155715 h 236151"/>
                <a:gd name="connsiteX2" fmla="*/ 19480 w 2912392"/>
                <a:gd name="connsiteY2" fmla="*/ 155535 h 236151"/>
                <a:gd name="connsiteX3" fmla="*/ 29221 w 2912392"/>
                <a:gd name="connsiteY3" fmla="*/ 155455 h 236151"/>
                <a:gd name="connsiteX4" fmla="*/ 38961 w 2912392"/>
                <a:gd name="connsiteY4" fmla="*/ 155460 h 236151"/>
                <a:gd name="connsiteX5" fmla="*/ 48702 w 2912392"/>
                <a:gd name="connsiteY5" fmla="*/ 155541 h 236151"/>
                <a:gd name="connsiteX6" fmla="*/ 58443 w 2912392"/>
                <a:gd name="connsiteY6" fmla="*/ 155681 h 236151"/>
                <a:gd name="connsiteX7" fmla="*/ 68182 w 2912392"/>
                <a:gd name="connsiteY7" fmla="*/ 155869 h 236151"/>
                <a:gd name="connsiteX8" fmla="*/ 77923 w 2912392"/>
                <a:gd name="connsiteY8" fmla="*/ 156092 h 236151"/>
                <a:gd name="connsiteX9" fmla="*/ 87664 w 2912392"/>
                <a:gd name="connsiteY9" fmla="*/ 156337 h 236151"/>
                <a:gd name="connsiteX10" fmla="*/ 97404 w 2912392"/>
                <a:gd name="connsiteY10" fmla="*/ 156588 h 236151"/>
                <a:gd name="connsiteX11" fmla="*/ 107145 w 2912392"/>
                <a:gd name="connsiteY11" fmla="*/ 156836 h 236151"/>
                <a:gd name="connsiteX12" fmla="*/ 116886 w 2912392"/>
                <a:gd name="connsiteY12" fmla="*/ 157067 h 236151"/>
                <a:gd name="connsiteX13" fmla="*/ 126625 w 2912392"/>
                <a:gd name="connsiteY13" fmla="*/ 157269 h 236151"/>
                <a:gd name="connsiteX14" fmla="*/ 136366 w 2912392"/>
                <a:gd name="connsiteY14" fmla="*/ 157432 h 236151"/>
                <a:gd name="connsiteX15" fmla="*/ 146107 w 2912392"/>
                <a:gd name="connsiteY15" fmla="*/ 157543 h 236151"/>
                <a:gd name="connsiteX16" fmla="*/ 155846 w 2912392"/>
                <a:gd name="connsiteY16" fmla="*/ 157591 h 236151"/>
                <a:gd name="connsiteX17" fmla="*/ 165587 w 2912392"/>
                <a:gd name="connsiteY17" fmla="*/ 157567 h 236151"/>
                <a:gd name="connsiteX18" fmla="*/ 175328 w 2912392"/>
                <a:gd name="connsiteY18" fmla="*/ 157461 h 236151"/>
                <a:gd name="connsiteX19" fmla="*/ 185068 w 2912392"/>
                <a:gd name="connsiteY19" fmla="*/ 157265 h 236151"/>
                <a:gd name="connsiteX20" fmla="*/ 194809 w 2912392"/>
                <a:gd name="connsiteY20" fmla="*/ 156968 h 236151"/>
                <a:gd name="connsiteX21" fmla="*/ 204550 w 2912392"/>
                <a:gd name="connsiteY21" fmla="*/ 156565 h 236151"/>
                <a:gd name="connsiteX22" fmla="*/ 214289 w 2912392"/>
                <a:gd name="connsiteY22" fmla="*/ 156046 h 236151"/>
                <a:gd name="connsiteX23" fmla="*/ 224030 w 2912392"/>
                <a:gd name="connsiteY23" fmla="*/ 155405 h 236151"/>
                <a:gd name="connsiteX24" fmla="*/ 233771 w 2912392"/>
                <a:gd name="connsiteY24" fmla="*/ 154640 h 236151"/>
                <a:gd name="connsiteX25" fmla="*/ 243510 w 2912392"/>
                <a:gd name="connsiteY25" fmla="*/ 153743 h 236151"/>
                <a:gd name="connsiteX26" fmla="*/ 253251 w 2912392"/>
                <a:gd name="connsiteY26" fmla="*/ 152709 h 236151"/>
                <a:gd name="connsiteX27" fmla="*/ 262992 w 2912392"/>
                <a:gd name="connsiteY27" fmla="*/ 151536 h 236151"/>
                <a:gd name="connsiteX28" fmla="*/ 272732 w 2912392"/>
                <a:gd name="connsiteY28" fmla="*/ 150222 h 236151"/>
                <a:gd name="connsiteX29" fmla="*/ 282473 w 2912392"/>
                <a:gd name="connsiteY29" fmla="*/ 148763 h 236151"/>
                <a:gd name="connsiteX30" fmla="*/ 292214 w 2912392"/>
                <a:gd name="connsiteY30" fmla="*/ 147160 h 236151"/>
                <a:gd name="connsiteX31" fmla="*/ 301953 w 2912392"/>
                <a:gd name="connsiteY31" fmla="*/ 145413 h 236151"/>
                <a:gd name="connsiteX32" fmla="*/ 311694 w 2912392"/>
                <a:gd name="connsiteY32" fmla="*/ 143519 h 236151"/>
                <a:gd name="connsiteX33" fmla="*/ 321435 w 2912392"/>
                <a:gd name="connsiteY33" fmla="*/ 141484 h 236151"/>
                <a:gd name="connsiteX34" fmla="*/ 331175 w 2912392"/>
                <a:gd name="connsiteY34" fmla="*/ 139305 h 236151"/>
                <a:gd name="connsiteX35" fmla="*/ 340916 w 2912392"/>
                <a:gd name="connsiteY35" fmla="*/ 136989 h 236151"/>
                <a:gd name="connsiteX36" fmla="*/ 350656 w 2912392"/>
                <a:gd name="connsiteY36" fmla="*/ 134536 h 236151"/>
                <a:gd name="connsiteX37" fmla="*/ 360396 w 2912392"/>
                <a:gd name="connsiteY37" fmla="*/ 131953 h 236151"/>
                <a:gd name="connsiteX38" fmla="*/ 370137 w 2912392"/>
                <a:gd name="connsiteY38" fmla="*/ 129243 h 236151"/>
                <a:gd name="connsiteX39" fmla="*/ 379878 w 2912392"/>
                <a:gd name="connsiteY39" fmla="*/ 126412 h 236151"/>
                <a:gd name="connsiteX40" fmla="*/ 389617 w 2912392"/>
                <a:gd name="connsiteY40" fmla="*/ 123465 h 236151"/>
                <a:gd name="connsiteX41" fmla="*/ 399358 w 2912392"/>
                <a:gd name="connsiteY41" fmla="*/ 120409 h 236151"/>
                <a:gd name="connsiteX42" fmla="*/ 409099 w 2912392"/>
                <a:gd name="connsiteY42" fmla="*/ 117251 h 236151"/>
                <a:gd name="connsiteX43" fmla="*/ 418839 w 2912392"/>
                <a:gd name="connsiteY43" fmla="*/ 114000 h 236151"/>
                <a:gd name="connsiteX44" fmla="*/ 428580 w 2912392"/>
                <a:gd name="connsiteY44" fmla="*/ 110661 h 236151"/>
                <a:gd name="connsiteX45" fmla="*/ 438321 w 2912392"/>
                <a:gd name="connsiteY45" fmla="*/ 107246 h 236151"/>
                <a:gd name="connsiteX46" fmla="*/ 448060 w 2912392"/>
                <a:gd name="connsiteY46" fmla="*/ 103761 h 236151"/>
                <a:gd name="connsiteX47" fmla="*/ 457801 w 2912392"/>
                <a:gd name="connsiteY47" fmla="*/ 100217 h 236151"/>
                <a:gd name="connsiteX48" fmla="*/ 467542 w 2912392"/>
                <a:gd name="connsiteY48" fmla="*/ 96620 h 236151"/>
                <a:gd name="connsiteX49" fmla="*/ 477281 w 2912392"/>
                <a:gd name="connsiteY49" fmla="*/ 92985 h 236151"/>
                <a:gd name="connsiteX50" fmla="*/ 487022 w 2912392"/>
                <a:gd name="connsiteY50" fmla="*/ 89316 h 236151"/>
                <a:gd name="connsiteX51" fmla="*/ 496763 w 2912392"/>
                <a:gd name="connsiteY51" fmla="*/ 85629 h 236151"/>
                <a:gd name="connsiteX52" fmla="*/ 506503 w 2912392"/>
                <a:gd name="connsiteY52" fmla="*/ 81930 h 236151"/>
                <a:gd name="connsiteX53" fmla="*/ 516244 w 2912392"/>
                <a:gd name="connsiteY53" fmla="*/ 78229 h 236151"/>
                <a:gd name="connsiteX54" fmla="*/ 525985 w 2912392"/>
                <a:gd name="connsiteY54" fmla="*/ 74538 h 236151"/>
                <a:gd name="connsiteX55" fmla="*/ 535724 w 2912392"/>
                <a:gd name="connsiteY55" fmla="*/ 70867 h 236151"/>
                <a:gd name="connsiteX56" fmla="*/ 545465 w 2912392"/>
                <a:gd name="connsiteY56" fmla="*/ 67224 h 236151"/>
                <a:gd name="connsiteX57" fmla="*/ 555206 w 2912392"/>
                <a:gd name="connsiteY57" fmla="*/ 63622 h 236151"/>
                <a:gd name="connsiteX58" fmla="*/ 564946 w 2912392"/>
                <a:gd name="connsiteY58" fmla="*/ 60068 h 236151"/>
                <a:gd name="connsiteX59" fmla="*/ 574687 w 2912392"/>
                <a:gd name="connsiteY59" fmla="*/ 56573 h 236151"/>
                <a:gd name="connsiteX60" fmla="*/ 584428 w 2912392"/>
                <a:gd name="connsiteY60" fmla="*/ 53145 h 236151"/>
                <a:gd name="connsiteX61" fmla="*/ 594167 w 2912392"/>
                <a:gd name="connsiteY61" fmla="*/ 49794 h 236151"/>
                <a:gd name="connsiteX62" fmla="*/ 603908 w 2912392"/>
                <a:gd name="connsiteY62" fmla="*/ 46528 h 236151"/>
                <a:gd name="connsiteX63" fmla="*/ 613649 w 2912392"/>
                <a:gd name="connsiteY63" fmla="*/ 43355 h 236151"/>
                <a:gd name="connsiteX64" fmla="*/ 623388 w 2912392"/>
                <a:gd name="connsiteY64" fmla="*/ 40284 h 236151"/>
                <a:gd name="connsiteX65" fmla="*/ 633129 w 2912392"/>
                <a:gd name="connsiteY65" fmla="*/ 37322 h 236151"/>
                <a:gd name="connsiteX66" fmla="*/ 642870 w 2912392"/>
                <a:gd name="connsiteY66" fmla="*/ 34476 h 236151"/>
                <a:gd name="connsiteX67" fmla="*/ 652610 w 2912392"/>
                <a:gd name="connsiteY67" fmla="*/ 31751 h 236151"/>
                <a:gd name="connsiteX68" fmla="*/ 662351 w 2912392"/>
                <a:gd name="connsiteY68" fmla="*/ 29156 h 236151"/>
                <a:gd name="connsiteX69" fmla="*/ 672092 w 2912392"/>
                <a:gd name="connsiteY69" fmla="*/ 26693 h 236151"/>
                <a:gd name="connsiteX70" fmla="*/ 681831 w 2912392"/>
                <a:gd name="connsiteY70" fmla="*/ 24369 h 236151"/>
                <a:gd name="connsiteX71" fmla="*/ 691572 w 2912392"/>
                <a:gd name="connsiteY71" fmla="*/ 22189 h 236151"/>
                <a:gd name="connsiteX72" fmla="*/ 701313 w 2912392"/>
                <a:gd name="connsiteY72" fmla="*/ 20154 h 236151"/>
                <a:gd name="connsiteX73" fmla="*/ 711052 w 2912392"/>
                <a:gd name="connsiteY73" fmla="*/ 18269 h 236151"/>
                <a:gd name="connsiteX74" fmla="*/ 720793 w 2912392"/>
                <a:gd name="connsiteY74" fmla="*/ 16536 h 236151"/>
                <a:gd name="connsiteX75" fmla="*/ 730534 w 2912392"/>
                <a:gd name="connsiteY75" fmla="*/ 14959 h 236151"/>
                <a:gd name="connsiteX76" fmla="*/ 740274 w 2912392"/>
                <a:gd name="connsiteY76" fmla="*/ 13536 h 236151"/>
                <a:gd name="connsiteX77" fmla="*/ 750015 w 2912392"/>
                <a:gd name="connsiteY77" fmla="*/ 12269 h 236151"/>
                <a:gd name="connsiteX78" fmla="*/ 759756 w 2912392"/>
                <a:gd name="connsiteY78" fmla="*/ 11161 h 236151"/>
                <a:gd name="connsiteX79" fmla="*/ 769495 w 2912392"/>
                <a:gd name="connsiteY79" fmla="*/ 10206 h 236151"/>
                <a:gd name="connsiteX80" fmla="*/ 779236 w 2912392"/>
                <a:gd name="connsiteY80" fmla="*/ 9407 h 236151"/>
                <a:gd name="connsiteX81" fmla="*/ 788977 w 2912392"/>
                <a:gd name="connsiteY81" fmla="*/ 8762 h 236151"/>
                <a:gd name="connsiteX82" fmla="*/ 798717 w 2912392"/>
                <a:gd name="connsiteY82" fmla="*/ 8267 h 236151"/>
                <a:gd name="connsiteX83" fmla="*/ 808458 w 2912392"/>
                <a:gd name="connsiteY83" fmla="*/ 7922 h 236151"/>
                <a:gd name="connsiteX84" fmla="*/ 818199 w 2912392"/>
                <a:gd name="connsiteY84" fmla="*/ 7722 h 236151"/>
                <a:gd name="connsiteX85" fmla="*/ 827938 w 2912392"/>
                <a:gd name="connsiteY85" fmla="*/ 7663 h 236151"/>
                <a:gd name="connsiteX86" fmla="*/ 837679 w 2912392"/>
                <a:gd name="connsiteY86" fmla="*/ 7740 h 236151"/>
                <a:gd name="connsiteX87" fmla="*/ 847420 w 2912392"/>
                <a:gd name="connsiteY87" fmla="*/ 7952 h 236151"/>
                <a:gd name="connsiteX88" fmla="*/ 857159 w 2912392"/>
                <a:gd name="connsiteY88" fmla="*/ 8288 h 236151"/>
                <a:gd name="connsiteX89" fmla="*/ 866900 w 2912392"/>
                <a:gd name="connsiteY89" fmla="*/ 8749 h 236151"/>
                <a:gd name="connsiteX90" fmla="*/ 876641 w 2912392"/>
                <a:gd name="connsiteY90" fmla="*/ 9322 h 236151"/>
                <a:gd name="connsiteX91" fmla="*/ 886381 w 2912392"/>
                <a:gd name="connsiteY91" fmla="*/ 10008 h 236151"/>
                <a:gd name="connsiteX92" fmla="*/ 896122 w 2912392"/>
                <a:gd name="connsiteY92" fmla="*/ 10794 h 236151"/>
                <a:gd name="connsiteX93" fmla="*/ 905863 w 2912392"/>
                <a:gd name="connsiteY93" fmla="*/ 11676 h 236151"/>
                <a:gd name="connsiteX94" fmla="*/ 915602 w 2912392"/>
                <a:gd name="connsiteY94" fmla="*/ 12648 h 236151"/>
                <a:gd name="connsiteX95" fmla="*/ 925343 w 2912392"/>
                <a:gd name="connsiteY95" fmla="*/ 13700 h 236151"/>
                <a:gd name="connsiteX96" fmla="*/ 935084 w 2912392"/>
                <a:gd name="connsiteY96" fmla="*/ 14826 h 236151"/>
                <a:gd name="connsiteX97" fmla="*/ 944824 w 2912392"/>
                <a:gd name="connsiteY97" fmla="*/ 16016 h 236151"/>
                <a:gd name="connsiteX98" fmla="*/ 954564 w 2912392"/>
                <a:gd name="connsiteY98" fmla="*/ 17265 h 236151"/>
                <a:gd name="connsiteX99" fmla="*/ 964305 w 2912392"/>
                <a:gd name="connsiteY99" fmla="*/ 18563 h 236151"/>
                <a:gd name="connsiteX100" fmla="*/ 974045 w 2912392"/>
                <a:gd name="connsiteY100" fmla="*/ 19902 h 236151"/>
                <a:gd name="connsiteX101" fmla="*/ 983786 w 2912392"/>
                <a:gd name="connsiteY101" fmla="*/ 21274 h 236151"/>
                <a:gd name="connsiteX102" fmla="*/ 993522 w 2912392"/>
                <a:gd name="connsiteY102" fmla="*/ 22672 h 236151"/>
                <a:gd name="connsiteX103" fmla="*/ 1003266 w 2912392"/>
                <a:gd name="connsiteY103" fmla="*/ 24086 h 236151"/>
                <a:gd name="connsiteX104" fmla="*/ 1013010 w 2912392"/>
                <a:gd name="connsiteY104" fmla="*/ 25509 h 236151"/>
                <a:gd name="connsiteX105" fmla="*/ 1022754 w 2912392"/>
                <a:gd name="connsiteY105" fmla="*/ 26933 h 236151"/>
                <a:gd name="connsiteX106" fmla="*/ 1032483 w 2912392"/>
                <a:gd name="connsiteY106" fmla="*/ 28350 h 236151"/>
                <a:gd name="connsiteX107" fmla="*/ 1042227 w 2912392"/>
                <a:gd name="connsiteY107" fmla="*/ 29752 h 236151"/>
                <a:gd name="connsiteX108" fmla="*/ 1051971 w 2912392"/>
                <a:gd name="connsiteY108" fmla="*/ 31131 h 236151"/>
                <a:gd name="connsiteX109" fmla="*/ 1061715 w 2912392"/>
                <a:gd name="connsiteY109" fmla="*/ 32483 h 236151"/>
                <a:gd name="connsiteX110" fmla="*/ 1071444 w 2912392"/>
                <a:gd name="connsiteY110" fmla="*/ 33797 h 236151"/>
                <a:gd name="connsiteX111" fmla="*/ 1081188 w 2912392"/>
                <a:gd name="connsiteY111" fmla="*/ 35069 h 236151"/>
                <a:gd name="connsiteX112" fmla="*/ 1090932 w 2912392"/>
                <a:gd name="connsiteY112" fmla="*/ 36291 h 236151"/>
                <a:gd name="connsiteX113" fmla="*/ 1100676 w 2912392"/>
                <a:gd name="connsiteY113" fmla="*/ 37456 h 236151"/>
                <a:gd name="connsiteX114" fmla="*/ 1110405 w 2912392"/>
                <a:gd name="connsiteY114" fmla="*/ 38560 h 236151"/>
                <a:gd name="connsiteX115" fmla="*/ 1120149 w 2912392"/>
                <a:gd name="connsiteY115" fmla="*/ 39597 h 236151"/>
                <a:gd name="connsiteX116" fmla="*/ 1129893 w 2912392"/>
                <a:gd name="connsiteY116" fmla="*/ 40563 h 236151"/>
                <a:gd name="connsiteX117" fmla="*/ 1139637 w 2912392"/>
                <a:gd name="connsiteY117" fmla="*/ 41451 h 236151"/>
                <a:gd name="connsiteX118" fmla="*/ 1149381 w 2912392"/>
                <a:gd name="connsiteY118" fmla="*/ 42258 h 236151"/>
                <a:gd name="connsiteX119" fmla="*/ 1159110 w 2912392"/>
                <a:gd name="connsiteY119" fmla="*/ 42979 h 236151"/>
                <a:gd name="connsiteX120" fmla="*/ 1168854 w 2912392"/>
                <a:gd name="connsiteY120" fmla="*/ 43612 h 236151"/>
                <a:gd name="connsiteX121" fmla="*/ 1178598 w 2912392"/>
                <a:gd name="connsiteY121" fmla="*/ 44155 h 236151"/>
                <a:gd name="connsiteX122" fmla="*/ 1188341 w 2912392"/>
                <a:gd name="connsiteY122" fmla="*/ 44602 h 236151"/>
                <a:gd name="connsiteX123" fmla="*/ 1198070 w 2912392"/>
                <a:gd name="connsiteY123" fmla="*/ 44953 h 236151"/>
                <a:gd name="connsiteX124" fmla="*/ 1207814 w 2912392"/>
                <a:gd name="connsiteY124" fmla="*/ 45205 h 236151"/>
                <a:gd name="connsiteX125" fmla="*/ 1217558 w 2912392"/>
                <a:gd name="connsiteY125" fmla="*/ 45360 h 236151"/>
                <a:gd name="connsiteX126" fmla="*/ 1227302 w 2912392"/>
                <a:gd name="connsiteY126" fmla="*/ 45412 h 236151"/>
                <a:gd name="connsiteX127" fmla="*/ 1237031 w 2912392"/>
                <a:gd name="connsiteY127" fmla="*/ 45366 h 236151"/>
                <a:gd name="connsiteX128" fmla="*/ 1246775 w 2912392"/>
                <a:gd name="connsiteY128" fmla="*/ 45218 h 236151"/>
                <a:gd name="connsiteX129" fmla="*/ 1256519 w 2912392"/>
                <a:gd name="connsiteY129" fmla="*/ 44970 h 236151"/>
                <a:gd name="connsiteX130" fmla="*/ 1266263 w 2912392"/>
                <a:gd name="connsiteY130" fmla="*/ 44624 h 236151"/>
                <a:gd name="connsiteX131" fmla="*/ 1276007 w 2912392"/>
                <a:gd name="connsiteY131" fmla="*/ 44180 h 236151"/>
                <a:gd name="connsiteX132" fmla="*/ 1285736 w 2912392"/>
                <a:gd name="connsiteY132" fmla="*/ 43641 h 236151"/>
                <a:gd name="connsiteX133" fmla="*/ 1295480 w 2912392"/>
                <a:gd name="connsiteY133" fmla="*/ 43007 h 236151"/>
                <a:gd name="connsiteX134" fmla="*/ 1305224 w 2912392"/>
                <a:gd name="connsiteY134" fmla="*/ 42285 h 236151"/>
                <a:gd name="connsiteX135" fmla="*/ 1314968 w 2912392"/>
                <a:gd name="connsiteY135" fmla="*/ 41473 h 236151"/>
                <a:gd name="connsiteX136" fmla="*/ 1324697 w 2912392"/>
                <a:gd name="connsiteY136" fmla="*/ 40577 h 236151"/>
                <a:gd name="connsiteX137" fmla="*/ 1334441 w 2912392"/>
                <a:gd name="connsiteY137" fmla="*/ 39602 h 236151"/>
                <a:gd name="connsiteX138" fmla="*/ 1344185 w 2912392"/>
                <a:gd name="connsiteY138" fmla="*/ 38550 h 236151"/>
                <a:gd name="connsiteX139" fmla="*/ 1353929 w 2912392"/>
                <a:gd name="connsiteY139" fmla="*/ 37425 h 236151"/>
                <a:gd name="connsiteX140" fmla="*/ 1363658 w 2912392"/>
                <a:gd name="connsiteY140" fmla="*/ 36234 h 236151"/>
                <a:gd name="connsiteX141" fmla="*/ 1373402 w 2912392"/>
                <a:gd name="connsiteY141" fmla="*/ 34981 h 236151"/>
                <a:gd name="connsiteX142" fmla="*/ 1383146 w 2912392"/>
                <a:gd name="connsiteY142" fmla="*/ 33672 h 236151"/>
                <a:gd name="connsiteX143" fmla="*/ 1392890 w 2912392"/>
                <a:gd name="connsiteY143" fmla="*/ 32311 h 236151"/>
                <a:gd name="connsiteX144" fmla="*/ 1402619 w 2912392"/>
                <a:gd name="connsiteY144" fmla="*/ 30906 h 236151"/>
                <a:gd name="connsiteX145" fmla="*/ 1412363 w 2912392"/>
                <a:gd name="connsiteY145" fmla="*/ 29461 h 236151"/>
                <a:gd name="connsiteX146" fmla="*/ 1422106 w 2912392"/>
                <a:gd name="connsiteY146" fmla="*/ 27985 h 236151"/>
                <a:gd name="connsiteX147" fmla="*/ 1431850 w 2912392"/>
                <a:gd name="connsiteY147" fmla="*/ 26482 h 236151"/>
                <a:gd name="connsiteX148" fmla="*/ 1441594 w 2912392"/>
                <a:gd name="connsiteY148" fmla="*/ 24957 h 236151"/>
                <a:gd name="connsiteX149" fmla="*/ 1451323 w 2912392"/>
                <a:gd name="connsiteY149" fmla="*/ 23421 h 236151"/>
                <a:gd name="connsiteX150" fmla="*/ 1461067 w 2912392"/>
                <a:gd name="connsiteY150" fmla="*/ 21879 h 236151"/>
                <a:gd name="connsiteX151" fmla="*/ 1470811 w 2912392"/>
                <a:gd name="connsiteY151" fmla="*/ 20337 h 236151"/>
                <a:gd name="connsiteX152" fmla="*/ 1480555 w 2912392"/>
                <a:gd name="connsiteY152" fmla="*/ 18803 h 236151"/>
                <a:gd name="connsiteX153" fmla="*/ 1490284 w 2912392"/>
                <a:gd name="connsiteY153" fmla="*/ 17283 h 236151"/>
                <a:gd name="connsiteX154" fmla="*/ 1500028 w 2912392"/>
                <a:gd name="connsiteY154" fmla="*/ 15784 h 236151"/>
                <a:gd name="connsiteX155" fmla="*/ 1509772 w 2912392"/>
                <a:gd name="connsiteY155" fmla="*/ 14315 h 236151"/>
                <a:gd name="connsiteX156" fmla="*/ 1519516 w 2912392"/>
                <a:gd name="connsiteY156" fmla="*/ 12882 h 236151"/>
                <a:gd name="connsiteX157" fmla="*/ 1529245 w 2912392"/>
                <a:gd name="connsiteY157" fmla="*/ 11490 h 236151"/>
                <a:gd name="connsiteX158" fmla="*/ 1538989 w 2912392"/>
                <a:gd name="connsiteY158" fmla="*/ 10148 h 236151"/>
                <a:gd name="connsiteX159" fmla="*/ 1548733 w 2912392"/>
                <a:gd name="connsiteY159" fmla="*/ 8860 h 236151"/>
                <a:gd name="connsiteX160" fmla="*/ 1558477 w 2912392"/>
                <a:gd name="connsiteY160" fmla="*/ 7637 h 236151"/>
                <a:gd name="connsiteX161" fmla="*/ 1568221 w 2912392"/>
                <a:gd name="connsiteY161" fmla="*/ 6483 h 236151"/>
                <a:gd name="connsiteX162" fmla="*/ 1577950 w 2912392"/>
                <a:gd name="connsiteY162" fmla="*/ 5404 h 236151"/>
                <a:gd name="connsiteX163" fmla="*/ 1587694 w 2912392"/>
                <a:gd name="connsiteY163" fmla="*/ 4406 h 236151"/>
                <a:gd name="connsiteX164" fmla="*/ 1597438 w 2912392"/>
                <a:gd name="connsiteY164" fmla="*/ 3495 h 236151"/>
                <a:gd name="connsiteX165" fmla="*/ 1607182 w 2912392"/>
                <a:gd name="connsiteY165" fmla="*/ 2679 h 236151"/>
                <a:gd name="connsiteX166" fmla="*/ 1616911 w 2912392"/>
                <a:gd name="connsiteY166" fmla="*/ 1961 h 236151"/>
                <a:gd name="connsiteX167" fmla="*/ 1626655 w 2912392"/>
                <a:gd name="connsiteY167" fmla="*/ 1347 h 236151"/>
                <a:gd name="connsiteX168" fmla="*/ 1636399 w 2912392"/>
                <a:gd name="connsiteY168" fmla="*/ 840 h 236151"/>
                <a:gd name="connsiteX169" fmla="*/ 1646142 w 2912392"/>
                <a:gd name="connsiteY169" fmla="*/ 450 h 236151"/>
                <a:gd name="connsiteX170" fmla="*/ 1655872 w 2912392"/>
                <a:gd name="connsiteY170" fmla="*/ 176 h 236151"/>
                <a:gd name="connsiteX171" fmla="*/ 1665616 w 2912392"/>
                <a:gd name="connsiteY171" fmla="*/ 25 h 236151"/>
                <a:gd name="connsiteX172" fmla="*/ 1675359 w 2912392"/>
                <a:gd name="connsiteY172" fmla="*/ 0 h 236151"/>
                <a:gd name="connsiteX173" fmla="*/ 1685103 w 2912392"/>
                <a:gd name="connsiteY173" fmla="*/ 106 h 236151"/>
                <a:gd name="connsiteX174" fmla="*/ 1694832 w 2912392"/>
                <a:gd name="connsiteY174" fmla="*/ 343 h 236151"/>
                <a:gd name="connsiteX175" fmla="*/ 1704576 w 2912392"/>
                <a:gd name="connsiteY175" fmla="*/ 717 h 236151"/>
                <a:gd name="connsiteX176" fmla="*/ 1714320 w 2912392"/>
                <a:gd name="connsiteY176" fmla="*/ 1229 h 236151"/>
                <a:gd name="connsiteX177" fmla="*/ 1724064 w 2912392"/>
                <a:gd name="connsiteY177" fmla="*/ 1882 h 236151"/>
                <a:gd name="connsiteX178" fmla="*/ 1733808 w 2912392"/>
                <a:gd name="connsiteY178" fmla="*/ 2677 h 236151"/>
                <a:gd name="connsiteX179" fmla="*/ 1743537 w 2912392"/>
                <a:gd name="connsiteY179" fmla="*/ 3616 h 236151"/>
                <a:gd name="connsiteX180" fmla="*/ 1753281 w 2912392"/>
                <a:gd name="connsiteY180" fmla="*/ 4701 h 236151"/>
                <a:gd name="connsiteX181" fmla="*/ 1763025 w 2912392"/>
                <a:gd name="connsiteY181" fmla="*/ 5931 h 236151"/>
                <a:gd name="connsiteX182" fmla="*/ 1772769 w 2912392"/>
                <a:gd name="connsiteY182" fmla="*/ 7308 h 236151"/>
                <a:gd name="connsiteX183" fmla="*/ 1782498 w 2912392"/>
                <a:gd name="connsiteY183" fmla="*/ 8831 h 236151"/>
                <a:gd name="connsiteX184" fmla="*/ 1792242 w 2912392"/>
                <a:gd name="connsiteY184" fmla="*/ 10499 h 236151"/>
                <a:gd name="connsiteX185" fmla="*/ 1801986 w 2912392"/>
                <a:gd name="connsiteY185" fmla="*/ 12314 h 236151"/>
                <a:gd name="connsiteX186" fmla="*/ 1811730 w 2912392"/>
                <a:gd name="connsiteY186" fmla="*/ 14273 h 236151"/>
                <a:gd name="connsiteX187" fmla="*/ 1821459 w 2912392"/>
                <a:gd name="connsiteY187" fmla="*/ 16376 h 236151"/>
                <a:gd name="connsiteX188" fmla="*/ 1831203 w 2912392"/>
                <a:gd name="connsiteY188" fmla="*/ 18619 h 236151"/>
                <a:gd name="connsiteX189" fmla="*/ 1840947 w 2912392"/>
                <a:gd name="connsiteY189" fmla="*/ 21003 h 236151"/>
                <a:gd name="connsiteX190" fmla="*/ 1850691 w 2912392"/>
                <a:gd name="connsiteY190" fmla="*/ 23524 h 236151"/>
                <a:gd name="connsiteX191" fmla="*/ 1860435 w 2912392"/>
                <a:gd name="connsiteY191" fmla="*/ 26179 h 236151"/>
                <a:gd name="connsiteX192" fmla="*/ 1870164 w 2912392"/>
                <a:gd name="connsiteY192" fmla="*/ 28967 h 236151"/>
                <a:gd name="connsiteX193" fmla="*/ 1879908 w 2912392"/>
                <a:gd name="connsiteY193" fmla="*/ 31884 h 236151"/>
                <a:gd name="connsiteX194" fmla="*/ 1889652 w 2912392"/>
                <a:gd name="connsiteY194" fmla="*/ 34925 h 236151"/>
                <a:gd name="connsiteX195" fmla="*/ 1899395 w 2912392"/>
                <a:gd name="connsiteY195" fmla="*/ 38086 h 236151"/>
                <a:gd name="connsiteX196" fmla="*/ 1909124 w 2912392"/>
                <a:gd name="connsiteY196" fmla="*/ 41367 h 236151"/>
                <a:gd name="connsiteX197" fmla="*/ 1918868 w 2912392"/>
                <a:gd name="connsiteY197" fmla="*/ 44760 h 236151"/>
                <a:gd name="connsiteX198" fmla="*/ 1928612 w 2912392"/>
                <a:gd name="connsiteY198" fmla="*/ 48261 h 236151"/>
                <a:gd name="connsiteX199" fmla="*/ 1938356 w 2912392"/>
                <a:gd name="connsiteY199" fmla="*/ 51865 h 236151"/>
                <a:gd name="connsiteX200" fmla="*/ 1948085 w 2912392"/>
                <a:gd name="connsiteY200" fmla="*/ 55569 h 236151"/>
                <a:gd name="connsiteX201" fmla="*/ 1957829 w 2912392"/>
                <a:gd name="connsiteY201" fmla="*/ 59365 h 236151"/>
                <a:gd name="connsiteX202" fmla="*/ 1967573 w 2912392"/>
                <a:gd name="connsiteY202" fmla="*/ 63249 h 236151"/>
                <a:gd name="connsiteX203" fmla="*/ 1977317 w 2912392"/>
                <a:gd name="connsiteY203" fmla="*/ 67217 h 236151"/>
                <a:gd name="connsiteX204" fmla="*/ 1987046 w 2912392"/>
                <a:gd name="connsiteY204" fmla="*/ 71260 h 236151"/>
                <a:gd name="connsiteX205" fmla="*/ 1996790 w 2912392"/>
                <a:gd name="connsiteY205" fmla="*/ 75374 h 236151"/>
                <a:gd name="connsiteX206" fmla="*/ 2006534 w 2912392"/>
                <a:gd name="connsiteY206" fmla="*/ 79553 h 236151"/>
                <a:gd name="connsiteX207" fmla="*/ 2016278 w 2912392"/>
                <a:gd name="connsiteY207" fmla="*/ 83792 h 236151"/>
                <a:gd name="connsiteX208" fmla="*/ 2026022 w 2912392"/>
                <a:gd name="connsiteY208" fmla="*/ 88081 h 236151"/>
                <a:gd name="connsiteX209" fmla="*/ 2035751 w 2912392"/>
                <a:gd name="connsiteY209" fmla="*/ 92417 h 236151"/>
                <a:gd name="connsiteX210" fmla="*/ 2045495 w 2912392"/>
                <a:gd name="connsiteY210" fmla="*/ 96791 h 236151"/>
                <a:gd name="connsiteX211" fmla="*/ 2055239 w 2912392"/>
                <a:gd name="connsiteY211" fmla="*/ 101200 h 236151"/>
                <a:gd name="connsiteX212" fmla="*/ 2064983 w 2912392"/>
                <a:gd name="connsiteY212" fmla="*/ 105632 h 236151"/>
                <a:gd name="connsiteX213" fmla="*/ 2074712 w 2912392"/>
                <a:gd name="connsiteY213" fmla="*/ 110086 h 236151"/>
                <a:gd name="connsiteX214" fmla="*/ 2084456 w 2912392"/>
                <a:gd name="connsiteY214" fmla="*/ 114552 h 236151"/>
                <a:gd name="connsiteX215" fmla="*/ 2094200 w 2912392"/>
                <a:gd name="connsiteY215" fmla="*/ 119024 h 236151"/>
                <a:gd name="connsiteX216" fmla="*/ 2103944 w 2912392"/>
                <a:gd name="connsiteY216" fmla="*/ 123496 h 236151"/>
                <a:gd name="connsiteX217" fmla="*/ 2113673 w 2912392"/>
                <a:gd name="connsiteY217" fmla="*/ 127960 h 236151"/>
                <a:gd name="connsiteX218" fmla="*/ 2123417 w 2912392"/>
                <a:gd name="connsiteY218" fmla="*/ 132409 h 236151"/>
                <a:gd name="connsiteX219" fmla="*/ 2133161 w 2912392"/>
                <a:gd name="connsiteY219" fmla="*/ 136838 h 236151"/>
                <a:gd name="connsiteX220" fmla="*/ 2142905 w 2912392"/>
                <a:gd name="connsiteY220" fmla="*/ 141239 h 236151"/>
                <a:gd name="connsiteX221" fmla="*/ 2152649 w 2912392"/>
                <a:gd name="connsiteY221" fmla="*/ 145608 h 236151"/>
                <a:gd name="connsiteX222" fmla="*/ 2162377 w 2912392"/>
                <a:gd name="connsiteY222" fmla="*/ 149934 h 236151"/>
                <a:gd name="connsiteX223" fmla="*/ 2172121 w 2912392"/>
                <a:gd name="connsiteY223" fmla="*/ 154213 h 236151"/>
                <a:gd name="connsiteX224" fmla="*/ 2181865 w 2912392"/>
                <a:gd name="connsiteY224" fmla="*/ 158440 h 236151"/>
                <a:gd name="connsiteX225" fmla="*/ 2191609 w 2912392"/>
                <a:gd name="connsiteY225" fmla="*/ 162606 h 236151"/>
                <a:gd name="connsiteX226" fmla="*/ 2201338 w 2912392"/>
                <a:gd name="connsiteY226" fmla="*/ 166708 h 236151"/>
                <a:gd name="connsiteX227" fmla="*/ 2211082 w 2912392"/>
                <a:gd name="connsiteY227" fmla="*/ 170736 h 236151"/>
                <a:gd name="connsiteX228" fmla="*/ 2220826 w 2912392"/>
                <a:gd name="connsiteY228" fmla="*/ 174688 h 236151"/>
                <a:gd name="connsiteX229" fmla="*/ 2230570 w 2912392"/>
                <a:gd name="connsiteY229" fmla="*/ 178555 h 236151"/>
                <a:gd name="connsiteX230" fmla="*/ 2240299 w 2912392"/>
                <a:gd name="connsiteY230" fmla="*/ 182334 h 236151"/>
                <a:gd name="connsiteX231" fmla="*/ 2250043 w 2912392"/>
                <a:gd name="connsiteY231" fmla="*/ 186017 h 236151"/>
                <a:gd name="connsiteX232" fmla="*/ 2259787 w 2912392"/>
                <a:gd name="connsiteY232" fmla="*/ 189601 h 236151"/>
                <a:gd name="connsiteX233" fmla="*/ 2269531 w 2912392"/>
                <a:gd name="connsiteY233" fmla="*/ 193080 h 236151"/>
                <a:gd name="connsiteX234" fmla="*/ 2279260 w 2912392"/>
                <a:gd name="connsiteY234" fmla="*/ 196451 h 236151"/>
                <a:gd name="connsiteX235" fmla="*/ 2289004 w 2912392"/>
                <a:gd name="connsiteY235" fmla="*/ 199704 h 236151"/>
                <a:gd name="connsiteX236" fmla="*/ 2298748 w 2912392"/>
                <a:gd name="connsiteY236" fmla="*/ 202841 h 236151"/>
                <a:gd name="connsiteX237" fmla="*/ 2308492 w 2912392"/>
                <a:gd name="connsiteY237" fmla="*/ 205853 h 236151"/>
                <a:gd name="connsiteX238" fmla="*/ 2318236 w 2912392"/>
                <a:gd name="connsiteY238" fmla="*/ 208739 h 236151"/>
                <a:gd name="connsiteX239" fmla="*/ 2327965 w 2912392"/>
                <a:gd name="connsiteY239" fmla="*/ 211494 h 236151"/>
                <a:gd name="connsiteX240" fmla="*/ 2337709 w 2912392"/>
                <a:gd name="connsiteY240" fmla="*/ 214115 h 236151"/>
                <a:gd name="connsiteX241" fmla="*/ 2347453 w 2912392"/>
                <a:gd name="connsiteY241" fmla="*/ 216597 h 236151"/>
                <a:gd name="connsiteX242" fmla="*/ 2357197 w 2912392"/>
                <a:gd name="connsiteY242" fmla="*/ 218941 h 236151"/>
                <a:gd name="connsiteX243" fmla="*/ 2366926 w 2912392"/>
                <a:gd name="connsiteY243" fmla="*/ 221140 h 236151"/>
                <a:gd name="connsiteX244" fmla="*/ 2376670 w 2912392"/>
                <a:gd name="connsiteY244" fmla="*/ 223193 h 236151"/>
                <a:gd name="connsiteX245" fmla="*/ 2386413 w 2912392"/>
                <a:gd name="connsiteY245" fmla="*/ 225100 h 236151"/>
                <a:gd name="connsiteX246" fmla="*/ 2396157 w 2912392"/>
                <a:gd name="connsiteY246" fmla="*/ 226856 h 236151"/>
                <a:gd name="connsiteX247" fmla="*/ 2405886 w 2912392"/>
                <a:gd name="connsiteY247" fmla="*/ 228462 h 236151"/>
                <a:gd name="connsiteX248" fmla="*/ 2415630 w 2912392"/>
                <a:gd name="connsiteY248" fmla="*/ 229917 h 236151"/>
                <a:gd name="connsiteX249" fmla="*/ 2425374 w 2912392"/>
                <a:gd name="connsiteY249" fmla="*/ 231217 h 236151"/>
                <a:gd name="connsiteX250" fmla="*/ 2435118 w 2912392"/>
                <a:gd name="connsiteY250" fmla="*/ 232366 h 236151"/>
                <a:gd name="connsiteX251" fmla="*/ 2444862 w 2912392"/>
                <a:gd name="connsiteY251" fmla="*/ 233361 h 236151"/>
                <a:gd name="connsiteX252" fmla="*/ 2454591 w 2912392"/>
                <a:gd name="connsiteY252" fmla="*/ 234203 h 236151"/>
                <a:gd name="connsiteX253" fmla="*/ 2464335 w 2912392"/>
                <a:gd name="connsiteY253" fmla="*/ 234893 h 236151"/>
                <a:gd name="connsiteX254" fmla="*/ 2474079 w 2912392"/>
                <a:gd name="connsiteY254" fmla="*/ 235431 h 236151"/>
                <a:gd name="connsiteX255" fmla="*/ 2483823 w 2912392"/>
                <a:gd name="connsiteY255" fmla="*/ 235820 h 236151"/>
                <a:gd name="connsiteX256" fmla="*/ 2493552 w 2912392"/>
                <a:gd name="connsiteY256" fmla="*/ 236059 h 236151"/>
                <a:gd name="connsiteX257" fmla="*/ 2503296 w 2912392"/>
                <a:gd name="connsiteY257" fmla="*/ 236152 h 236151"/>
                <a:gd name="connsiteX258" fmla="*/ 2513040 w 2912392"/>
                <a:gd name="connsiteY258" fmla="*/ 236103 h 236151"/>
                <a:gd name="connsiteX259" fmla="*/ 2522784 w 2912392"/>
                <a:gd name="connsiteY259" fmla="*/ 235911 h 236151"/>
                <a:gd name="connsiteX260" fmla="*/ 2532513 w 2912392"/>
                <a:gd name="connsiteY260" fmla="*/ 235581 h 236151"/>
                <a:gd name="connsiteX261" fmla="*/ 2542257 w 2912392"/>
                <a:gd name="connsiteY261" fmla="*/ 235116 h 236151"/>
                <a:gd name="connsiteX262" fmla="*/ 2552001 w 2912392"/>
                <a:gd name="connsiteY262" fmla="*/ 234520 h 236151"/>
                <a:gd name="connsiteX263" fmla="*/ 2561745 w 2912392"/>
                <a:gd name="connsiteY263" fmla="*/ 233799 h 236151"/>
                <a:gd name="connsiteX264" fmla="*/ 2571474 w 2912392"/>
                <a:gd name="connsiteY264" fmla="*/ 232956 h 236151"/>
                <a:gd name="connsiteX265" fmla="*/ 2581218 w 2912392"/>
                <a:gd name="connsiteY265" fmla="*/ 231995 h 236151"/>
                <a:gd name="connsiteX266" fmla="*/ 2590962 w 2912392"/>
                <a:gd name="connsiteY266" fmla="*/ 230922 h 236151"/>
                <a:gd name="connsiteX267" fmla="*/ 2600705 w 2912392"/>
                <a:gd name="connsiteY267" fmla="*/ 229742 h 236151"/>
                <a:gd name="connsiteX268" fmla="*/ 2610449 w 2912392"/>
                <a:gd name="connsiteY268" fmla="*/ 228462 h 236151"/>
                <a:gd name="connsiteX269" fmla="*/ 2620178 w 2912392"/>
                <a:gd name="connsiteY269" fmla="*/ 227087 h 236151"/>
                <a:gd name="connsiteX270" fmla="*/ 2629922 w 2912392"/>
                <a:gd name="connsiteY270" fmla="*/ 225626 h 236151"/>
                <a:gd name="connsiteX271" fmla="*/ 2639666 w 2912392"/>
                <a:gd name="connsiteY271" fmla="*/ 224081 h 236151"/>
                <a:gd name="connsiteX272" fmla="*/ 2649410 w 2912392"/>
                <a:gd name="connsiteY272" fmla="*/ 222463 h 236151"/>
                <a:gd name="connsiteX273" fmla="*/ 2659139 w 2912392"/>
                <a:gd name="connsiteY273" fmla="*/ 220776 h 236151"/>
                <a:gd name="connsiteX274" fmla="*/ 2668883 w 2912392"/>
                <a:gd name="connsiteY274" fmla="*/ 219030 h 236151"/>
                <a:gd name="connsiteX275" fmla="*/ 2678627 w 2912392"/>
                <a:gd name="connsiteY275" fmla="*/ 217232 h 236151"/>
                <a:gd name="connsiteX276" fmla="*/ 2688371 w 2912392"/>
                <a:gd name="connsiteY276" fmla="*/ 215389 h 236151"/>
                <a:gd name="connsiteX277" fmla="*/ 2698100 w 2912392"/>
                <a:gd name="connsiteY277" fmla="*/ 213508 h 236151"/>
                <a:gd name="connsiteX278" fmla="*/ 2707844 w 2912392"/>
                <a:gd name="connsiteY278" fmla="*/ 211600 h 236151"/>
                <a:gd name="connsiteX279" fmla="*/ 2717588 w 2912392"/>
                <a:gd name="connsiteY279" fmla="*/ 209672 h 236151"/>
                <a:gd name="connsiteX280" fmla="*/ 2727332 w 2912392"/>
                <a:gd name="connsiteY280" fmla="*/ 207729 h 236151"/>
                <a:gd name="connsiteX281" fmla="*/ 2737076 w 2912392"/>
                <a:gd name="connsiteY281" fmla="*/ 205783 h 236151"/>
                <a:gd name="connsiteX282" fmla="*/ 2746805 w 2912392"/>
                <a:gd name="connsiteY282" fmla="*/ 203842 h 236151"/>
                <a:gd name="connsiteX283" fmla="*/ 2756549 w 2912392"/>
                <a:gd name="connsiteY283" fmla="*/ 201914 h 236151"/>
                <a:gd name="connsiteX284" fmla="*/ 2766293 w 2912392"/>
                <a:gd name="connsiteY284" fmla="*/ 200005 h 236151"/>
                <a:gd name="connsiteX285" fmla="*/ 2776037 w 2912392"/>
                <a:gd name="connsiteY285" fmla="*/ 198128 h 236151"/>
                <a:gd name="connsiteX286" fmla="*/ 2785766 w 2912392"/>
                <a:gd name="connsiteY286" fmla="*/ 196287 h 236151"/>
                <a:gd name="connsiteX287" fmla="*/ 2795510 w 2912392"/>
                <a:gd name="connsiteY287" fmla="*/ 194491 h 236151"/>
                <a:gd name="connsiteX288" fmla="*/ 2805254 w 2912392"/>
                <a:gd name="connsiteY288" fmla="*/ 192750 h 236151"/>
                <a:gd name="connsiteX289" fmla="*/ 2814998 w 2912392"/>
                <a:gd name="connsiteY289" fmla="*/ 191069 h 236151"/>
                <a:gd name="connsiteX290" fmla="*/ 2824727 w 2912392"/>
                <a:gd name="connsiteY290" fmla="*/ 189459 h 236151"/>
                <a:gd name="connsiteX291" fmla="*/ 2834471 w 2912392"/>
                <a:gd name="connsiteY291" fmla="*/ 187924 h 236151"/>
                <a:gd name="connsiteX292" fmla="*/ 2844215 w 2912392"/>
                <a:gd name="connsiteY292" fmla="*/ 186474 h 236151"/>
                <a:gd name="connsiteX293" fmla="*/ 2853958 w 2912392"/>
                <a:gd name="connsiteY293" fmla="*/ 185115 h 236151"/>
                <a:gd name="connsiteX294" fmla="*/ 2863687 w 2912392"/>
                <a:gd name="connsiteY294" fmla="*/ 183853 h 236151"/>
                <a:gd name="connsiteX295" fmla="*/ 2873431 w 2912392"/>
                <a:gd name="connsiteY295" fmla="*/ 182696 h 236151"/>
                <a:gd name="connsiteX296" fmla="*/ 2883175 w 2912392"/>
                <a:gd name="connsiteY296" fmla="*/ 181648 h 236151"/>
                <a:gd name="connsiteX297" fmla="*/ 2892919 w 2912392"/>
                <a:gd name="connsiteY297" fmla="*/ 180719 h 236151"/>
                <a:gd name="connsiteX298" fmla="*/ 2902663 w 2912392"/>
                <a:gd name="connsiteY298" fmla="*/ 179908 h 236151"/>
                <a:gd name="connsiteX299" fmla="*/ 2912392 w 2912392"/>
                <a:gd name="connsiteY299" fmla="*/ 179224 h 236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236151">
                  <a:moveTo>
                    <a:pt x="0" y="156010"/>
                  </a:moveTo>
                  <a:lnTo>
                    <a:pt x="9739" y="155715"/>
                  </a:lnTo>
                  <a:lnTo>
                    <a:pt x="19480" y="155535"/>
                  </a:lnTo>
                  <a:lnTo>
                    <a:pt x="29221" y="155455"/>
                  </a:lnTo>
                  <a:lnTo>
                    <a:pt x="38961" y="155460"/>
                  </a:lnTo>
                  <a:lnTo>
                    <a:pt x="48702" y="155541"/>
                  </a:lnTo>
                  <a:lnTo>
                    <a:pt x="58443" y="155681"/>
                  </a:lnTo>
                  <a:lnTo>
                    <a:pt x="68182" y="155869"/>
                  </a:lnTo>
                  <a:lnTo>
                    <a:pt x="77923" y="156092"/>
                  </a:lnTo>
                  <a:lnTo>
                    <a:pt x="87664" y="156337"/>
                  </a:lnTo>
                  <a:lnTo>
                    <a:pt x="97404" y="156588"/>
                  </a:lnTo>
                  <a:lnTo>
                    <a:pt x="107145" y="156836"/>
                  </a:lnTo>
                  <a:lnTo>
                    <a:pt x="116886" y="157067"/>
                  </a:lnTo>
                  <a:lnTo>
                    <a:pt x="126625" y="157269"/>
                  </a:lnTo>
                  <a:lnTo>
                    <a:pt x="136366" y="157432"/>
                  </a:lnTo>
                  <a:lnTo>
                    <a:pt x="146107" y="157543"/>
                  </a:lnTo>
                  <a:lnTo>
                    <a:pt x="155846" y="157591"/>
                  </a:lnTo>
                  <a:lnTo>
                    <a:pt x="165587" y="157567"/>
                  </a:lnTo>
                  <a:lnTo>
                    <a:pt x="175328" y="157461"/>
                  </a:lnTo>
                  <a:lnTo>
                    <a:pt x="185068" y="157265"/>
                  </a:lnTo>
                  <a:lnTo>
                    <a:pt x="194809" y="156968"/>
                  </a:lnTo>
                  <a:lnTo>
                    <a:pt x="204550" y="156565"/>
                  </a:lnTo>
                  <a:lnTo>
                    <a:pt x="214289" y="156046"/>
                  </a:lnTo>
                  <a:lnTo>
                    <a:pt x="224030" y="155405"/>
                  </a:lnTo>
                  <a:lnTo>
                    <a:pt x="233771" y="154640"/>
                  </a:lnTo>
                  <a:lnTo>
                    <a:pt x="243510" y="153743"/>
                  </a:lnTo>
                  <a:lnTo>
                    <a:pt x="253251" y="152709"/>
                  </a:lnTo>
                  <a:lnTo>
                    <a:pt x="262992" y="151536"/>
                  </a:lnTo>
                  <a:lnTo>
                    <a:pt x="272732" y="150222"/>
                  </a:lnTo>
                  <a:lnTo>
                    <a:pt x="282473" y="148763"/>
                  </a:lnTo>
                  <a:lnTo>
                    <a:pt x="292214" y="147160"/>
                  </a:lnTo>
                  <a:lnTo>
                    <a:pt x="301953" y="145413"/>
                  </a:lnTo>
                  <a:lnTo>
                    <a:pt x="311694" y="143519"/>
                  </a:lnTo>
                  <a:lnTo>
                    <a:pt x="321435" y="141484"/>
                  </a:lnTo>
                  <a:lnTo>
                    <a:pt x="331175" y="139305"/>
                  </a:lnTo>
                  <a:lnTo>
                    <a:pt x="340916" y="136989"/>
                  </a:lnTo>
                  <a:lnTo>
                    <a:pt x="350656" y="134536"/>
                  </a:lnTo>
                  <a:lnTo>
                    <a:pt x="360396" y="131953"/>
                  </a:lnTo>
                  <a:lnTo>
                    <a:pt x="370137" y="129243"/>
                  </a:lnTo>
                  <a:lnTo>
                    <a:pt x="379878" y="126412"/>
                  </a:lnTo>
                  <a:lnTo>
                    <a:pt x="389617" y="123465"/>
                  </a:lnTo>
                  <a:lnTo>
                    <a:pt x="399358" y="120409"/>
                  </a:lnTo>
                  <a:lnTo>
                    <a:pt x="409099" y="117251"/>
                  </a:lnTo>
                  <a:lnTo>
                    <a:pt x="418839" y="114000"/>
                  </a:lnTo>
                  <a:lnTo>
                    <a:pt x="428580" y="110661"/>
                  </a:lnTo>
                  <a:lnTo>
                    <a:pt x="438321" y="107246"/>
                  </a:lnTo>
                  <a:lnTo>
                    <a:pt x="448060" y="103761"/>
                  </a:lnTo>
                  <a:lnTo>
                    <a:pt x="457801" y="100217"/>
                  </a:lnTo>
                  <a:lnTo>
                    <a:pt x="467542" y="96620"/>
                  </a:lnTo>
                  <a:lnTo>
                    <a:pt x="477281" y="92985"/>
                  </a:lnTo>
                  <a:lnTo>
                    <a:pt x="487022" y="89316"/>
                  </a:lnTo>
                  <a:lnTo>
                    <a:pt x="496763" y="85629"/>
                  </a:lnTo>
                  <a:lnTo>
                    <a:pt x="506503" y="81930"/>
                  </a:lnTo>
                  <a:lnTo>
                    <a:pt x="516244" y="78229"/>
                  </a:lnTo>
                  <a:lnTo>
                    <a:pt x="525985" y="74538"/>
                  </a:lnTo>
                  <a:lnTo>
                    <a:pt x="535724" y="70867"/>
                  </a:lnTo>
                  <a:lnTo>
                    <a:pt x="545465" y="67224"/>
                  </a:lnTo>
                  <a:lnTo>
                    <a:pt x="555206" y="63622"/>
                  </a:lnTo>
                  <a:lnTo>
                    <a:pt x="564946" y="60068"/>
                  </a:lnTo>
                  <a:lnTo>
                    <a:pt x="574687" y="56573"/>
                  </a:lnTo>
                  <a:lnTo>
                    <a:pt x="584428" y="53145"/>
                  </a:lnTo>
                  <a:lnTo>
                    <a:pt x="594167" y="49794"/>
                  </a:lnTo>
                  <a:lnTo>
                    <a:pt x="603908" y="46528"/>
                  </a:lnTo>
                  <a:lnTo>
                    <a:pt x="613649" y="43355"/>
                  </a:lnTo>
                  <a:lnTo>
                    <a:pt x="623388" y="40284"/>
                  </a:lnTo>
                  <a:lnTo>
                    <a:pt x="633129" y="37322"/>
                  </a:lnTo>
                  <a:lnTo>
                    <a:pt x="642870" y="34476"/>
                  </a:lnTo>
                  <a:lnTo>
                    <a:pt x="652610" y="31751"/>
                  </a:lnTo>
                  <a:lnTo>
                    <a:pt x="662351" y="29156"/>
                  </a:lnTo>
                  <a:lnTo>
                    <a:pt x="672092" y="26693"/>
                  </a:lnTo>
                  <a:lnTo>
                    <a:pt x="681831" y="24369"/>
                  </a:lnTo>
                  <a:lnTo>
                    <a:pt x="691572" y="22189"/>
                  </a:lnTo>
                  <a:lnTo>
                    <a:pt x="701313" y="20154"/>
                  </a:lnTo>
                  <a:lnTo>
                    <a:pt x="711052" y="18269"/>
                  </a:lnTo>
                  <a:lnTo>
                    <a:pt x="720793" y="16536"/>
                  </a:lnTo>
                  <a:lnTo>
                    <a:pt x="730534" y="14959"/>
                  </a:lnTo>
                  <a:lnTo>
                    <a:pt x="740274" y="13536"/>
                  </a:lnTo>
                  <a:lnTo>
                    <a:pt x="750015" y="12269"/>
                  </a:lnTo>
                  <a:lnTo>
                    <a:pt x="759756" y="11161"/>
                  </a:lnTo>
                  <a:lnTo>
                    <a:pt x="769495" y="10206"/>
                  </a:lnTo>
                  <a:lnTo>
                    <a:pt x="779236" y="9407"/>
                  </a:lnTo>
                  <a:lnTo>
                    <a:pt x="788977" y="8762"/>
                  </a:lnTo>
                  <a:lnTo>
                    <a:pt x="798717" y="8267"/>
                  </a:lnTo>
                  <a:lnTo>
                    <a:pt x="808458" y="7922"/>
                  </a:lnTo>
                  <a:lnTo>
                    <a:pt x="818199" y="7722"/>
                  </a:lnTo>
                  <a:lnTo>
                    <a:pt x="827938" y="7663"/>
                  </a:lnTo>
                  <a:lnTo>
                    <a:pt x="837679" y="7740"/>
                  </a:lnTo>
                  <a:lnTo>
                    <a:pt x="847420" y="7952"/>
                  </a:lnTo>
                  <a:lnTo>
                    <a:pt x="857159" y="8288"/>
                  </a:lnTo>
                  <a:lnTo>
                    <a:pt x="866900" y="8749"/>
                  </a:lnTo>
                  <a:lnTo>
                    <a:pt x="876641" y="9322"/>
                  </a:lnTo>
                  <a:lnTo>
                    <a:pt x="886381" y="10008"/>
                  </a:lnTo>
                  <a:lnTo>
                    <a:pt x="896122" y="10794"/>
                  </a:lnTo>
                  <a:lnTo>
                    <a:pt x="905863" y="11676"/>
                  </a:lnTo>
                  <a:lnTo>
                    <a:pt x="915602" y="12648"/>
                  </a:lnTo>
                  <a:lnTo>
                    <a:pt x="925343" y="13700"/>
                  </a:lnTo>
                  <a:lnTo>
                    <a:pt x="935084" y="14826"/>
                  </a:lnTo>
                  <a:lnTo>
                    <a:pt x="944824" y="16016"/>
                  </a:lnTo>
                  <a:lnTo>
                    <a:pt x="954564" y="17265"/>
                  </a:lnTo>
                  <a:lnTo>
                    <a:pt x="964305" y="18563"/>
                  </a:lnTo>
                  <a:lnTo>
                    <a:pt x="974045" y="19902"/>
                  </a:lnTo>
                  <a:lnTo>
                    <a:pt x="983786" y="21274"/>
                  </a:lnTo>
                  <a:lnTo>
                    <a:pt x="993522" y="22672"/>
                  </a:lnTo>
                  <a:lnTo>
                    <a:pt x="1003266" y="24086"/>
                  </a:lnTo>
                  <a:lnTo>
                    <a:pt x="1013010" y="25509"/>
                  </a:lnTo>
                  <a:lnTo>
                    <a:pt x="1022754" y="26933"/>
                  </a:lnTo>
                  <a:lnTo>
                    <a:pt x="1032483" y="28350"/>
                  </a:lnTo>
                  <a:lnTo>
                    <a:pt x="1042227" y="29752"/>
                  </a:lnTo>
                  <a:lnTo>
                    <a:pt x="1051971" y="31131"/>
                  </a:lnTo>
                  <a:lnTo>
                    <a:pt x="1061715" y="32483"/>
                  </a:lnTo>
                  <a:lnTo>
                    <a:pt x="1071444" y="33797"/>
                  </a:lnTo>
                  <a:lnTo>
                    <a:pt x="1081188" y="35069"/>
                  </a:lnTo>
                  <a:lnTo>
                    <a:pt x="1090932" y="36291"/>
                  </a:lnTo>
                  <a:lnTo>
                    <a:pt x="1100676" y="37456"/>
                  </a:lnTo>
                  <a:lnTo>
                    <a:pt x="1110405" y="38560"/>
                  </a:lnTo>
                  <a:lnTo>
                    <a:pt x="1120149" y="39597"/>
                  </a:lnTo>
                  <a:lnTo>
                    <a:pt x="1129893" y="40563"/>
                  </a:lnTo>
                  <a:lnTo>
                    <a:pt x="1139637" y="41451"/>
                  </a:lnTo>
                  <a:lnTo>
                    <a:pt x="1149381" y="42258"/>
                  </a:lnTo>
                  <a:lnTo>
                    <a:pt x="1159110" y="42979"/>
                  </a:lnTo>
                  <a:lnTo>
                    <a:pt x="1168854" y="43612"/>
                  </a:lnTo>
                  <a:lnTo>
                    <a:pt x="1178598" y="44155"/>
                  </a:lnTo>
                  <a:lnTo>
                    <a:pt x="1188341" y="44602"/>
                  </a:lnTo>
                  <a:lnTo>
                    <a:pt x="1198070" y="44953"/>
                  </a:lnTo>
                  <a:lnTo>
                    <a:pt x="1207814" y="45205"/>
                  </a:lnTo>
                  <a:lnTo>
                    <a:pt x="1217558" y="45360"/>
                  </a:lnTo>
                  <a:lnTo>
                    <a:pt x="1227302" y="45412"/>
                  </a:lnTo>
                  <a:lnTo>
                    <a:pt x="1237031" y="45366"/>
                  </a:lnTo>
                  <a:lnTo>
                    <a:pt x="1246775" y="45218"/>
                  </a:lnTo>
                  <a:lnTo>
                    <a:pt x="1256519" y="44970"/>
                  </a:lnTo>
                  <a:lnTo>
                    <a:pt x="1266263" y="44624"/>
                  </a:lnTo>
                  <a:lnTo>
                    <a:pt x="1276007" y="44180"/>
                  </a:lnTo>
                  <a:lnTo>
                    <a:pt x="1285736" y="43641"/>
                  </a:lnTo>
                  <a:lnTo>
                    <a:pt x="1295480" y="43007"/>
                  </a:lnTo>
                  <a:lnTo>
                    <a:pt x="1305224" y="42285"/>
                  </a:lnTo>
                  <a:lnTo>
                    <a:pt x="1314968" y="41473"/>
                  </a:lnTo>
                  <a:lnTo>
                    <a:pt x="1324697" y="40577"/>
                  </a:lnTo>
                  <a:lnTo>
                    <a:pt x="1334441" y="39602"/>
                  </a:lnTo>
                  <a:lnTo>
                    <a:pt x="1344185" y="38550"/>
                  </a:lnTo>
                  <a:lnTo>
                    <a:pt x="1353929" y="37425"/>
                  </a:lnTo>
                  <a:lnTo>
                    <a:pt x="1363658" y="36234"/>
                  </a:lnTo>
                  <a:lnTo>
                    <a:pt x="1373402" y="34981"/>
                  </a:lnTo>
                  <a:lnTo>
                    <a:pt x="1383146" y="33672"/>
                  </a:lnTo>
                  <a:lnTo>
                    <a:pt x="1392890" y="32311"/>
                  </a:lnTo>
                  <a:lnTo>
                    <a:pt x="1402619" y="30906"/>
                  </a:lnTo>
                  <a:lnTo>
                    <a:pt x="1412363" y="29461"/>
                  </a:lnTo>
                  <a:lnTo>
                    <a:pt x="1422106" y="27985"/>
                  </a:lnTo>
                  <a:lnTo>
                    <a:pt x="1431850" y="26482"/>
                  </a:lnTo>
                  <a:lnTo>
                    <a:pt x="1441594" y="24957"/>
                  </a:lnTo>
                  <a:lnTo>
                    <a:pt x="1451323" y="23421"/>
                  </a:lnTo>
                  <a:lnTo>
                    <a:pt x="1461067" y="21879"/>
                  </a:lnTo>
                  <a:lnTo>
                    <a:pt x="1470811" y="20337"/>
                  </a:lnTo>
                  <a:lnTo>
                    <a:pt x="1480555" y="18803"/>
                  </a:lnTo>
                  <a:lnTo>
                    <a:pt x="1490284" y="17283"/>
                  </a:lnTo>
                  <a:lnTo>
                    <a:pt x="1500028" y="15784"/>
                  </a:lnTo>
                  <a:lnTo>
                    <a:pt x="1509772" y="14315"/>
                  </a:lnTo>
                  <a:lnTo>
                    <a:pt x="1519516" y="12882"/>
                  </a:lnTo>
                  <a:lnTo>
                    <a:pt x="1529245" y="11490"/>
                  </a:lnTo>
                  <a:lnTo>
                    <a:pt x="1538989" y="10148"/>
                  </a:lnTo>
                  <a:lnTo>
                    <a:pt x="1548733" y="8860"/>
                  </a:lnTo>
                  <a:lnTo>
                    <a:pt x="1558477" y="7637"/>
                  </a:lnTo>
                  <a:lnTo>
                    <a:pt x="1568221" y="6483"/>
                  </a:lnTo>
                  <a:lnTo>
                    <a:pt x="1577950" y="5404"/>
                  </a:lnTo>
                  <a:lnTo>
                    <a:pt x="1587694" y="4406"/>
                  </a:lnTo>
                  <a:lnTo>
                    <a:pt x="1597438" y="3495"/>
                  </a:lnTo>
                  <a:lnTo>
                    <a:pt x="1607182" y="2679"/>
                  </a:lnTo>
                  <a:lnTo>
                    <a:pt x="1616911" y="1961"/>
                  </a:lnTo>
                  <a:lnTo>
                    <a:pt x="1626655" y="1347"/>
                  </a:lnTo>
                  <a:lnTo>
                    <a:pt x="1636399" y="840"/>
                  </a:lnTo>
                  <a:lnTo>
                    <a:pt x="1646142" y="450"/>
                  </a:lnTo>
                  <a:lnTo>
                    <a:pt x="1655872" y="176"/>
                  </a:lnTo>
                  <a:lnTo>
                    <a:pt x="1665616" y="25"/>
                  </a:lnTo>
                  <a:lnTo>
                    <a:pt x="1675359" y="0"/>
                  </a:lnTo>
                  <a:lnTo>
                    <a:pt x="1685103" y="106"/>
                  </a:lnTo>
                  <a:lnTo>
                    <a:pt x="1694832" y="343"/>
                  </a:lnTo>
                  <a:lnTo>
                    <a:pt x="1704576" y="717"/>
                  </a:lnTo>
                  <a:lnTo>
                    <a:pt x="1714320" y="1229"/>
                  </a:lnTo>
                  <a:lnTo>
                    <a:pt x="1724064" y="1882"/>
                  </a:lnTo>
                  <a:lnTo>
                    <a:pt x="1733808" y="2677"/>
                  </a:lnTo>
                  <a:lnTo>
                    <a:pt x="1743537" y="3616"/>
                  </a:lnTo>
                  <a:lnTo>
                    <a:pt x="1753281" y="4701"/>
                  </a:lnTo>
                  <a:lnTo>
                    <a:pt x="1763025" y="5931"/>
                  </a:lnTo>
                  <a:lnTo>
                    <a:pt x="1772769" y="7308"/>
                  </a:lnTo>
                  <a:lnTo>
                    <a:pt x="1782498" y="8831"/>
                  </a:lnTo>
                  <a:lnTo>
                    <a:pt x="1792242" y="10499"/>
                  </a:lnTo>
                  <a:lnTo>
                    <a:pt x="1801986" y="12314"/>
                  </a:lnTo>
                  <a:lnTo>
                    <a:pt x="1811730" y="14273"/>
                  </a:lnTo>
                  <a:lnTo>
                    <a:pt x="1821459" y="16376"/>
                  </a:lnTo>
                  <a:lnTo>
                    <a:pt x="1831203" y="18619"/>
                  </a:lnTo>
                  <a:lnTo>
                    <a:pt x="1840947" y="21003"/>
                  </a:lnTo>
                  <a:lnTo>
                    <a:pt x="1850691" y="23524"/>
                  </a:lnTo>
                  <a:lnTo>
                    <a:pt x="1860435" y="26179"/>
                  </a:lnTo>
                  <a:lnTo>
                    <a:pt x="1870164" y="28967"/>
                  </a:lnTo>
                  <a:lnTo>
                    <a:pt x="1879908" y="31884"/>
                  </a:lnTo>
                  <a:lnTo>
                    <a:pt x="1889652" y="34925"/>
                  </a:lnTo>
                  <a:lnTo>
                    <a:pt x="1899395" y="38086"/>
                  </a:lnTo>
                  <a:lnTo>
                    <a:pt x="1909124" y="41367"/>
                  </a:lnTo>
                  <a:lnTo>
                    <a:pt x="1918868" y="44760"/>
                  </a:lnTo>
                  <a:lnTo>
                    <a:pt x="1928612" y="48261"/>
                  </a:lnTo>
                  <a:lnTo>
                    <a:pt x="1938356" y="51865"/>
                  </a:lnTo>
                  <a:lnTo>
                    <a:pt x="1948085" y="55569"/>
                  </a:lnTo>
                  <a:lnTo>
                    <a:pt x="1957829" y="59365"/>
                  </a:lnTo>
                  <a:lnTo>
                    <a:pt x="1967573" y="63249"/>
                  </a:lnTo>
                  <a:lnTo>
                    <a:pt x="1977317" y="67217"/>
                  </a:lnTo>
                  <a:lnTo>
                    <a:pt x="1987046" y="71260"/>
                  </a:lnTo>
                  <a:lnTo>
                    <a:pt x="1996790" y="75374"/>
                  </a:lnTo>
                  <a:lnTo>
                    <a:pt x="2006534" y="79553"/>
                  </a:lnTo>
                  <a:lnTo>
                    <a:pt x="2016278" y="83792"/>
                  </a:lnTo>
                  <a:lnTo>
                    <a:pt x="2026022" y="88081"/>
                  </a:lnTo>
                  <a:lnTo>
                    <a:pt x="2035751" y="92417"/>
                  </a:lnTo>
                  <a:lnTo>
                    <a:pt x="2045495" y="96791"/>
                  </a:lnTo>
                  <a:lnTo>
                    <a:pt x="2055239" y="101200"/>
                  </a:lnTo>
                  <a:lnTo>
                    <a:pt x="2064983" y="105632"/>
                  </a:lnTo>
                  <a:lnTo>
                    <a:pt x="2074712" y="110086"/>
                  </a:lnTo>
                  <a:lnTo>
                    <a:pt x="2084456" y="114552"/>
                  </a:lnTo>
                  <a:lnTo>
                    <a:pt x="2094200" y="119024"/>
                  </a:lnTo>
                  <a:lnTo>
                    <a:pt x="2103944" y="123496"/>
                  </a:lnTo>
                  <a:lnTo>
                    <a:pt x="2113673" y="127960"/>
                  </a:lnTo>
                  <a:lnTo>
                    <a:pt x="2123417" y="132409"/>
                  </a:lnTo>
                  <a:lnTo>
                    <a:pt x="2133161" y="136838"/>
                  </a:lnTo>
                  <a:lnTo>
                    <a:pt x="2142905" y="141239"/>
                  </a:lnTo>
                  <a:lnTo>
                    <a:pt x="2152649" y="145608"/>
                  </a:lnTo>
                  <a:lnTo>
                    <a:pt x="2162377" y="149934"/>
                  </a:lnTo>
                  <a:lnTo>
                    <a:pt x="2172121" y="154213"/>
                  </a:lnTo>
                  <a:lnTo>
                    <a:pt x="2181865" y="158440"/>
                  </a:lnTo>
                  <a:lnTo>
                    <a:pt x="2191609" y="162606"/>
                  </a:lnTo>
                  <a:lnTo>
                    <a:pt x="2201338" y="166708"/>
                  </a:lnTo>
                  <a:lnTo>
                    <a:pt x="2211082" y="170736"/>
                  </a:lnTo>
                  <a:lnTo>
                    <a:pt x="2220826" y="174688"/>
                  </a:lnTo>
                  <a:lnTo>
                    <a:pt x="2230570" y="178555"/>
                  </a:lnTo>
                  <a:lnTo>
                    <a:pt x="2240299" y="182334"/>
                  </a:lnTo>
                  <a:lnTo>
                    <a:pt x="2250043" y="186017"/>
                  </a:lnTo>
                  <a:lnTo>
                    <a:pt x="2259787" y="189601"/>
                  </a:lnTo>
                  <a:lnTo>
                    <a:pt x="2269531" y="193080"/>
                  </a:lnTo>
                  <a:lnTo>
                    <a:pt x="2279260" y="196451"/>
                  </a:lnTo>
                  <a:lnTo>
                    <a:pt x="2289004" y="199704"/>
                  </a:lnTo>
                  <a:lnTo>
                    <a:pt x="2298748" y="202841"/>
                  </a:lnTo>
                  <a:lnTo>
                    <a:pt x="2308492" y="205853"/>
                  </a:lnTo>
                  <a:lnTo>
                    <a:pt x="2318236" y="208739"/>
                  </a:lnTo>
                  <a:lnTo>
                    <a:pt x="2327965" y="211494"/>
                  </a:lnTo>
                  <a:lnTo>
                    <a:pt x="2337709" y="214115"/>
                  </a:lnTo>
                  <a:lnTo>
                    <a:pt x="2347453" y="216597"/>
                  </a:lnTo>
                  <a:lnTo>
                    <a:pt x="2357197" y="218941"/>
                  </a:lnTo>
                  <a:lnTo>
                    <a:pt x="2366926" y="221140"/>
                  </a:lnTo>
                  <a:lnTo>
                    <a:pt x="2376670" y="223193"/>
                  </a:lnTo>
                  <a:lnTo>
                    <a:pt x="2386413" y="225100"/>
                  </a:lnTo>
                  <a:lnTo>
                    <a:pt x="2396157" y="226856"/>
                  </a:lnTo>
                  <a:lnTo>
                    <a:pt x="2405886" y="228462"/>
                  </a:lnTo>
                  <a:lnTo>
                    <a:pt x="2415630" y="229917"/>
                  </a:lnTo>
                  <a:lnTo>
                    <a:pt x="2425374" y="231217"/>
                  </a:lnTo>
                  <a:lnTo>
                    <a:pt x="2435118" y="232366"/>
                  </a:lnTo>
                  <a:lnTo>
                    <a:pt x="2444862" y="233361"/>
                  </a:lnTo>
                  <a:lnTo>
                    <a:pt x="2454591" y="234203"/>
                  </a:lnTo>
                  <a:lnTo>
                    <a:pt x="2464335" y="234893"/>
                  </a:lnTo>
                  <a:lnTo>
                    <a:pt x="2474079" y="235431"/>
                  </a:lnTo>
                  <a:lnTo>
                    <a:pt x="2483823" y="235820"/>
                  </a:lnTo>
                  <a:lnTo>
                    <a:pt x="2493552" y="236059"/>
                  </a:lnTo>
                  <a:lnTo>
                    <a:pt x="2503296" y="236152"/>
                  </a:lnTo>
                  <a:lnTo>
                    <a:pt x="2513040" y="236103"/>
                  </a:lnTo>
                  <a:lnTo>
                    <a:pt x="2522784" y="235911"/>
                  </a:lnTo>
                  <a:lnTo>
                    <a:pt x="2532513" y="235581"/>
                  </a:lnTo>
                  <a:lnTo>
                    <a:pt x="2542257" y="235116"/>
                  </a:lnTo>
                  <a:lnTo>
                    <a:pt x="2552001" y="234520"/>
                  </a:lnTo>
                  <a:lnTo>
                    <a:pt x="2561745" y="233799"/>
                  </a:lnTo>
                  <a:lnTo>
                    <a:pt x="2571474" y="232956"/>
                  </a:lnTo>
                  <a:lnTo>
                    <a:pt x="2581218" y="231995"/>
                  </a:lnTo>
                  <a:lnTo>
                    <a:pt x="2590962" y="230922"/>
                  </a:lnTo>
                  <a:lnTo>
                    <a:pt x="2600705" y="229742"/>
                  </a:lnTo>
                  <a:lnTo>
                    <a:pt x="2610449" y="228462"/>
                  </a:lnTo>
                  <a:lnTo>
                    <a:pt x="2620178" y="227087"/>
                  </a:lnTo>
                  <a:lnTo>
                    <a:pt x="2629922" y="225626"/>
                  </a:lnTo>
                  <a:lnTo>
                    <a:pt x="2639666" y="224081"/>
                  </a:lnTo>
                  <a:lnTo>
                    <a:pt x="2649410" y="222463"/>
                  </a:lnTo>
                  <a:lnTo>
                    <a:pt x="2659139" y="220776"/>
                  </a:lnTo>
                  <a:lnTo>
                    <a:pt x="2668883" y="219030"/>
                  </a:lnTo>
                  <a:lnTo>
                    <a:pt x="2678627" y="217232"/>
                  </a:lnTo>
                  <a:lnTo>
                    <a:pt x="2688371" y="215389"/>
                  </a:lnTo>
                  <a:lnTo>
                    <a:pt x="2698100" y="213508"/>
                  </a:lnTo>
                  <a:lnTo>
                    <a:pt x="2707844" y="211600"/>
                  </a:lnTo>
                  <a:lnTo>
                    <a:pt x="2717588" y="209672"/>
                  </a:lnTo>
                  <a:lnTo>
                    <a:pt x="2727332" y="207729"/>
                  </a:lnTo>
                  <a:lnTo>
                    <a:pt x="2737076" y="205783"/>
                  </a:lnTo>
                  <a:lnTo>
                    <a:pt x="2746805" y="203842"/>
                  </a:lnTo>
                  <a:lnTo>
                    <a:pt x="2756549" y="201914"/>
                  </a:lnTo>
                  <a:lnTo>
                    <a:pt x="2766293" y="200005"/>
                  </a:lnTo>
                  <a:lnTo>
                    <a:pt x="2776037" y="198128"/>
                  </a:lnTo>
                  <a:lnTo>
                    <a:pt x="2785766" y="196287"/>
                  </a:lnTo>
                  <a:lnTo>
                    <a:pt x="2795510" y="194491"/>
                  </a:lnTo>
                  <a:lnTo>
                    <a:pt x="2805254" y="192750"/>
                  </a:lnTo>
                  <a:lnTo>
                    <a:pt x="2814998" y="191069"/>
                  </a:lnTo>
                  <a:lnTo>
                    <a:pt x="2824727" y="189459"/>
                  </a:lnTo>
                  <a:lnTo>
                    <a:pt x="2834471" y="187924"/>
                  </a:lnTo>
                  <a:lnTo>
                    <a:pt x="2844215" y="186474"/>
                  </a:lnTo>
                  <a:lnTo>
                    <a:pt x="2853958" y="185115"/>
                  </a:lnTo>
                  <a:lnTo>
                    <a:pt x="2863687" y="183853"/>
                  </a:lnTo>
                  <a:lnTo>
                    <a:pt x="2873431" y="182696"/>
                  </a:lnTo>
                  <a:lnTo>
                    <a:pt x="2883175" y="181648"/>
                  </a:lnTo>
                  <a:lnTo>
                    <a:pt x="2892919" y="180719"/>
                  </a:lnTo>
                  <a:lnTo>
                    <a:pt x="2902663" y="179908"/>
                  </a:lnTo>
                  <a:lnTo>
                    <a:pt x="2912392" y="17922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4" name="Freeform 843">
              <a:extLst>
                <a:ext uri="{FF2B5EF4-FFF2-40B4-BE49-F238E27FC236}">
                  <a16:creationId xmlns:a16="http://schemas.microsoft.com/office/drawing/2014/main" id="{20136962-5A66-3587-FD07-497E6E5439D6}"/>
                </a:ext>
              </a:extLst>
            </p:cNvPr>
            <p:cNvSpPr/>
            <p:nvPr/>
          </p:nvSpPr>
          <p:spPr>
            <a:xfrm>
              <a:off x="576446" y="2865300"/>
              <a:ext cx="2912392" cy="1027681"/>
            </a:xfrm>
            <a:custGeom>
              <a:avLst/>
              <a:gdLst>
                <a:gd name="connsiteX0" fmla="*/ 0 w 2912392"/>
                <a:gd name="connsiteY0" fmla="*/ 1027681 h 1027681"/>
                <a:gd name="connsiteX1" fmla="*/ 9739 w 2912392"/>
                <a:gd name="connsiteY1" fmla="*/ 1018767 h 1027681"/>
                <a:gd name="connsiteX2" fmla="*/ 19480 w 2912392"/>
                <a:gd name="connsiteY2" fmla="*/ 1009981 h 1027681"/>
                <a:gd name="connsiteX3" fmla="*/ 29221 w 2912392"/>
                <a:gd name="connsiteY3" fmla="*/ 1001329 h 1027681"/>
                <a:gd name="connsiteX4" fmla="*/ 38961 w 2912392"/>
                <a:gd name="connsiteY4" fmla="*/ 992810 h 1027681"/>
                <a:gd name="connsiteX5" fmla="*/ 48702 w 2912392"/>
                <a:gd name="connsiteY5" fmla="*/ 984429 h 1027681"/>
                <a:gd name="connsiteX6" fmla="*/ 58443 w 2912392"/>
                <a:gd name="connsiteY6" fmla="*/ 976189 h 1027681"/>
                <a:gd name="connsiteX7" fmla="*/ 68182 w 2912392"/>
                <a:gd name="connsiteY7" fmla="*/ 968090 h 1027681"/>
                <a:gd name="connsiteX8" fmla="*/ 77923 w 2912392"/>
                <a:gd name="connsiteY8" fmla="*/ 960134 h 1027681"/>
                <a:gd name="connsiteX9" fmla="*/ 87664 w 2912392"/>
                <a:gd name="connsiteY9" fmla="*/ 952322 h 1027681"/>
                <a:gd name="connsiteX10" fmla="*/ 97404 w 2912392"/>
                <a:gd name="connsiteY10" fmla="*/ 944654 h 1027681"/>
                <a:gd name="connsiteX11" fmla="*/ 107145 w 2912392"/>
                <a:gd name="connsiteY11" fmla="*/ 937130 h 1027681"/>
                <a:gd name="connsiteX12" fmla="*/ 116886 w 2912392"/>
                <a:gd name="connsiteY12" fmla="*/ 929750 h 1027681"/>
                <a:gd name="connsiteX13" fmla="*/ 126625 w 2912392"/>
                <a:gd name="connsiteY13" fmla="*/ 922514 h 1027681"/>
                <a:gd name="connsiteX14" fmla="*/ 136366 w 2912392"/>
                <a:gd name="connsiteY14" fmla="*/ 915419 h 1027681"/>
                <a:gd name="connsiteX15" fmla="*/ 146107 w 2912392"/>
                <a:gd name="connsiteY15" fmla="*/ 908464 h 1027681"/>
                <a:gd name="connsiteX16" fmla="*/ 155846 w 2912392"/>
                <a:gd name="connsiteY16" fmla="*/ 901648 h 1027681"/>
                <a:gd name="connsiteX17" fmla="*/ 165587 w 2912392"/>
                <a:gd name="connsiteY17" fmla="*/ 894967 h 1027681"/>
                <a:gd name="connsiteX18" fmla="*/ 175328 w 2912392"/>
                <a:gd name="connsiteY18" fmla="*/ 888420 h 1027681"/>
                <a:gd name="connsiteX19" fmla="*/ 185068 w 2912392"/>
                <a:gd name="connsiteY19" fmla="*/ 882003 h 1027681"/>
                <a:gd name="connsiteX20" fmla="*/ 194809 w 2912392"/>
                <a:gd name="connsiteY20" fmla="*/ 875713 h 1027681"/>
                <a:gd name="connsiteX21" fmla="*/ 204550 w 2912392"/>
                <a:gd name="connsiteY21" fmla="*/ 869545 h 1027681"/>
                <a:gd name="connsiteX22" fmla="*/ 214289 w 2912392"/>
                <a:gd name="connsiteY22" fmla="*/ 863496 h 1027681"/>
                <a:gd name="connsiteX23" fmla="*/ 224030 w 2912392"/>
                <a:gd name="connsiteY23" fmla="*/ 857562 h 1027681"/>
                <a:gd name="connsiteX24" fmla="*/ 233771 w 2912392"/>
                <a:gd name="connsiteY24" fmla="*/ 851736 h 1027681"/>
                <a:gd name="connsiteX25" fmla="*/ 243510 w 2912392"/>
                <a:gd name="connsiteY25" fmla="*/ 846016 h 1027681"/>
                <a:gd name="connsiteX26" fmla="*/ 253251 w 2912392"/>
                <a:gd name="connsiteY26" fmla="*/ 840395 h 1027681"/>
                <a:gd name="connsiteX27" fmla="*/ 262992 w 2912392"/>
                <a:gd name="connsiteY27" fmla="*/ 834867 h 1027681"/>
                <a:gd name="connsiteX28" fmla="*/ 272732 w 2912392"/>
                <a:gd name="connsiteY28" fmla="*/ 829428 h 1027681"/>
                <a:gd name="connsiteX29" fmla="*/ 282473 w 2912392"/>
                <a:gd name="connsiteY29" fmla="*/ 824072 h 1027681"/>
                <a:gd name="connsiteX30" fmla="*/ 292214 w 2912392"/>
                <a:gd name="connsiteY30" fmla="*/ 818790 h 1027681"/>
                <a:gd name="connsiteX31" fmla="*/ 301953 w 2912392"/>
                <a:gd name="connsiteY31" fmla="*/ 813578 h 1027681"/>
                <a:gd name="connsiteX32" fmla="*/ 311694 w 2912392"/>
                <a:gd name="connsiteY32" fmla="*/ 808431 h 1027681"/>
                <a:gd name="connsiteX33" fmla="*/ 321435 w 2912392"/>
                <a:gd name="connsiteY33" fmla="*/ 803340 h 1027681"/>
                <a:gd name="connsiteX34" fmla="*/ 331175 w 2912392"/>
                <a:gd name="connsiteY34" fmla="*/ 798298 h 1027681"/>
                <a:gd name="connsiteX35" fmla="*/ 340916 w 2912392"/>
                <a:gd name="connsiteY35" fmla="*/ 793299 h 1027681"/>
                <a:gd name="connsiteX36" fmla="*/ 350656 w 2912392"/>
                <a:gd name="connsiteY36" fmla="*/ 788338 h 1027681"/>
                <a:gd name="connsiteX37" fmla="*/ 360396 w 2912392"/>
                <a:gd name="connsiteY37" fmla="*/ 783406 h 1027681"/>
                <a:gd name="connsiteX38" fmla="*/ 370137 w 2912392"/>
                <a:gd name="connsiteY38" fmla="*/ 778496 h 1027681"/>
                <a:gd name="connsiteX39" fmla="*/ 379878 w 2912392"/>
                <a:gd name="connsiteY39" fmla="*/ 773601 h 1027681"/>
                <a:gd name="connsiteX40" fmla="*/ 389617 w 2912392"/>
                <a:gd name="connsiteY40" fmla="*/ 768716 h 1027681"/>
                <a:gd name="connsiteX41" fmla="*/ 399358 w 2912392"/>
                <a:gd name="connsiteY41" fmla="*/ 763832 h 1027681"/>
                <a:gd name="connsiteX42" fmla="*/ 409099 w 2912392"/>
                <a:gd name="connsiteY42" fmla="*/ 758942 h 1027681"/>
                <a:gd name="connsiteX43" fmla="*/ 418839 w 2912392"/>
                <a:gd name="connsiteY43" fmla="*/ 754040 h 1027681"/>
                <a:gd name="connsiteX44" fmla="*/ 428580 w 2912392"/>
                <a:gd name="connsiteY44" fmla="*/ 749119 h 1027681"/>
                <a:gd name="connsiteX45" fmla="*/ 438321 w 2912392"/>
                <a:gd name="connsiteY45" fmla="*/ 744173 h 1027681"/>
                <a:gd name="connsiteX46" fmla="*/ 448060 w 2912392"/>
                <a:gd name="connsiteY46" fmla="*/ 739194 h 1027681"/>
                <a:gd name="connsiteX47" fmla="*/ 457801 w 2912392"/>
                <a:gd name="connsiteY47" fmla="*/ 734176 h 1027681"/>
                <a:gd name="connsiteX48" fmla="*/ 467542 w 2912392"/>
                <a:gd name="connsiteY48" fmla="*/ 729114 h 1027681"/>
                <a:gd name="connsiteX49" fmla="*/ 477281 w 2912392"/>
                <a:gd name="connsiteY49" fmla="*/ 724000 h 1027681"/>
                <a:gd name="connsiteX50" fmla="*/ 487022 w 2912392"/>
                <a:gd name="connsiteY50" fmla="*/ 718830 h 1027681"/>
                <a:gd name="connsiteX51" fmla="*/ 496763 w 2912392"/>
                <a:gd name="connsiteY51" fmla="*/ 713596 h 1027681"/>
                <a:gd name="connsiteX52" fmla="*/ 506503 w 2912392"/>
                <a:gd name="connsiteY52" fmla="*/ 708292 h 1027681"/>
                <a:gd name="connsiteX53" fmla="*/ 516244 w 2912392"/>
                <a:gd name="connsiteY53" fmla="*/ 702916 h 1027681"/>
                <a:gd name="connsiteX54" fmla="*/ 525985 w 2912392"/>
                <a:gd name="connsiteY54" fmla="*/ 697459 h 1027681"/>
                <a:gd name="connsiteX55" fmla="*/ 535724 w 2912392"/>
                <a:gd name="connsiteY55" fmla="*/ 691919 h 1027681"/>
                <a:gd name="connsiteX56" fmla="*/ 545465 w 2912392"/>
                <a:gd name="connsiteY56" fmla="*/ 686289 h 1027681"/>
                <a:gd name="connsiteX57" fmla="*/ 555206 w 2912392"/>
                <a:gd name="connsiteY57" fmla="*/ 680566 h 1027681"/>
                <a:gd name="connsiteX58" fmla="*/ 564946 w 2912392"/>
                <a:gd name="connsiteY58" fmla="*/ 674745 h 1027681"/>
                <a:gd name="connsiteX59" fmla="*/ 574687 w 2912392"/>
                <a:gd name="connsiteY59" fmla="*/ 668823 h 1027681"/>
                <a:gd name="connsiteX60" fmla="*/ 584428 w 2912392"/>
                <a:gd name="connsiteY60" fmla="*/ 662793 h 1027681"/>
                <a:gd name="connsiteX61" fmla="*/ 594167 w 2912392"/>
                <a:gd name="connsiteY61" fmla="*/ 656656 h 1027681"/>
                <a:gd name="connsiteX62" fmla="*/ 603908 w 2912392"/>
                <a:gd name="connsiteY62" fmla="*/ 650408 h 1027681"/>
                <a:gd name="connsiteX63" fmla="*/ 613649 w 2912392"/>
                <a:gd name="connsiteY63" fmla="*/ 644043 h 1027681"/>
                <a:gd name="connsiteX64" fmla="*/ 623388 w 2912392"/>
                <a:gd name="connsiteY64" fmla="*/ 637560 h 1027681"/>
                <a:gd name="connsiteX65" fmla="*/ 633129 w 2912392"/>
                <a:gd name="connsiteY65" fmla="*/ 630958 h 1027681"/>
                <a:gd name="connsiteX66" fmla="*/ 642870 w 2912392"/>
                <a:gd name="connsiteY66" fmla="*/ 624235 h 1027681"/>
                <a:gd name="connsiteX67" fmla="*/ 652610 w 2912392"/>
                <a:gd name="connsiteY67" fmla="*/ 617387 h 1027681"/>
                <a:gd name="connsiteX68" fmla="*/ 662351 w 2912392"/>
                <a:gd name="connsiteY68" fmla="*/ 610414 h 1027681"/>
                <a:gd name="connsiteX69" fmla="*/ 672092 w 2912392"/>
                <a:gd name="connsiteY69" fmla="*/ 603315 h 1027681"/>
                <a:gd name="connsiteX70" fmla="*/ 681831 w 2912392"/>
                <a:gd name="connsiteY70" fmla="*/ 596090 h 1027681"/>
                <a:gd name="connsiteX71" fmla="*/ 691572 w 2912392"/>
                <a:gd name="connsiteY71" fmla="*/ 588736 h 1027681"/>
                <a:gd name="connsiteX72" fmla="*/ 701313 w 2912392"/>
                <a:gd name="connsiteY72" fmla="*/ 581255 h 1027681"/>
                <a:gd name="connsiteX73" fmla="*/ 711052 w 2912392"/>
                <a:gd name="connsiteY73" fmla="*/ 573647 h 1027681"/>
                <a:gd name="connsiteX74" fmla="*/ 720793 w 2912392"/>
                <a:gd name="connsiteY74" fmla="*/ 565911 h 1027681"/>
                <a:gd name="connsiteX75" fmla="*/ 730534 w 2912392"/>
                <a:gd name="connsiteY75" fmla="*/ 558049 h 1027681"/>
                <a:gd name="connsiteX76" fmla="*/ 740274 w 2912392"/>
                <a:gd name="connsiteY76" fmla="*/ 550061 h 1027681"/>
                <a:gd name="connsiteX77" fmla="*/ 750015 w 2912392"/>
                <a:gd name="connsiteY77" fmla="*/ 541949 h 1027681"/>
                <a:gd name="connsiteX78" fmla="*/ 759756 w 2912392"/>
                <a:gd name="connsiteY78" fmla="*/ 533714 h 1027681"/>
                <a:gd name="connsiteX79" fmla="*/ 769495 w 2912392"/>
                <a:gd name="connsiteY79" fmla="*/ 525359 h 1027681"/>
                <a:gd name="connsiteX80" fmla="*/ 779236 w 2912392"/>
                <a:gd name="connsiteY80" fmla="*/ 516884 h 1027681"/>
                <a:gd name="connsiteX81" fmla="*/ 788977 w 2912392"/>
                <a:gd name="connsiteY81" fmla="*/ 508294 h 1027681"/>
                <a:gd name="connsiteX82" fmla="*/ 798717 w 2912392"/>
                <a:gd name="connsiteY82" fmla="*/ 499590 h 1027681"/>
                <a:gd name="connsiteX83" fmla="*/ 808458 w 2912392"/>
                <a:gd name="connsiteY83" fmla="*/ 490775 h 1027681"/>
                <a:gd name="connsiteX84" fmla="*/ 818199 w 2912392"/>
                <a:gd name="connsiteY84" fmla="*/ 481852 h 1027681"/>
                <a:gd name="connsiteX85" fmla="*/ 827938 w 2912392"/>
                <a:gd name="connsiteY85" fmla="*/ 472827 h 1027681"/>
                <a:gd name="connsiteX86" fmla="*/ 837679 w 2912392"/>
                <a:gd name="connsiteY86" fmla="*/ 463702 h 1027681"/>
                <a:gd name="connsiteX87" fmla="*/ 847420 w 2912392"/>
                <a:gd name="connsiteY87" fmla="*/ 454480 h 1027681"/>
                <a:gd name="connsiteX88" fmla="*/ 857159 w 2912392"/>
                <a:gd name="connsiteY88" fmla="*/ 445167 h 1027681"/>
                <a:gd name="connsiteX89" fmla="*/ 866900 w 2912392"/>
                <a:gd name="connsiteY89" fmla="*/ 435767 h 1027681"/>
                <a:gd name="connsiteX90" fmla="*/ 876641 w 2912392"/>
                <a:gd name="connsiteY90" fmla="*/ 426285 h 1027681"/>
                <a:gd name="connsiteX91" fmla="*/ 886381 w 2912392"/>
                <a:gd name="connsiteY91" fmla="*/ 416726 h 1027681"/>
                <a:gd name="connsiteX92" fmla="*/ 896122 w 2912392"/>
                <a:gd name="connsiteY92" fmla="*/ 407095 h 1027681"/>
                <a:gd name="connsiteX93" fmla="*/ 905863 w 2912392"/>
                <a:gd name="connsiteY93" fmla="*/ 397398 h 1027681"/>
                <a:gd name="connsiteX94" fmla="*/ 915602 w 2912392"/>
                <a:gd name="connsiteY94" fmla="*/ 387640 h 1027681"/>
                <a:gd name="connsiteX95" fmla="*/ 925343 w 2912392"/>
                <a:gd name="connsiteY95" fmla="*/ 377829 h 1027681"/>
                <a:gd name="connsiteX96" fmla="*/ 935084 w 2912392"/>
                <a:gd name="connsiteY96" fmla="*/ 367971 h 1027681"/>
                <a:gd name="connsiteX97" fmla="*/ 944824 w 2912392"/>
                <a:gd name="connsiteY97" fmla="*/ 358070 h 1027681"/>
                <a:gd name="connsiteX98" fmla="*/ 954564 w 2912392"/>
                <a:gd name="connsiteY98" fmla="*/ 348136 h 1027681"/>
                <a:gd name="connsiteX99" fmla="*/ 964305 w 2912392"/>
                <a:gd name="connsiteY99" fmla="*/ 338173 h 1027681"/>
                <a:gd name="connsiteX100" fmla="*/ 974045 w 2912392"/>
                <a:gd name="connsiteY100" fmla="*/ 328189 h 1027681"/>
                <a:gd name="connsiteX101" fmla="*/ 983786 w 2912392"/>
                <a:gd name="connsiteY101" fmla="*/ 318193 h 1027681"/>
                <a:gd name="connsiteX102" fmla="*/ 993522 w 2912392"/>
                <a:gd name="connsiteY102" fmla="*/ 308193 h 1027681"/>
                <a:gd name="connsiteX103" fmla="*/ 1003266 w 2912392"/>
                <a:gd name="connsiteY103" fmla="*/ 298193 h 1027681"/>
                <a:gd name="connsiteX104" fmla="*/ 1013010 w 2912392"/>
                <a:gd name="connsiteY104" fmla="*/ 288204 h 1027681"/>
                <a:gd name="connsiteX105" fmla="*/ 1022754 w 2912392"/>
                <a:gd name="connsiteY105" fmla="*/ 278235 h 1027681"/>
                <a:gd name="connsiteX106" fmla="*/ 1032483 w 2912392"/>
                <a:gd name="connsiteY106" fmla="*/ 268293 h 1027681"/>
                <a:gd name="connsiteX107" fmla="*/ 1042227 w 2912392"/>
                <a:gd name="connsiteY107" fmla="*/ 258387 h 1027681"/>
                <a:gd name="connsiteX108" fmla="*/ 1051971 w 2912392"/>
                <a:gd name="connsiteY108" fmla="*/ 248524 h 1027681"/>
                <a:gd name="connsiteX109" fmla="*/ 1061715 w 2912392"/>
                <a:gd name="connsiteY109" fmla="*/ 238716 h 1027681"/>
                <a:gd name="connsiteX110" fmla="*/ 1071444 w 2912392"/>
                <a:gd name="connsiteY110" fmla="*/ 228969 h 1027681"/>
                <a:gd name="connsiteX111" fmla="*/ 1081188 w 2912392"/>
                <a:gd name="connsiteY111" fmla="*/ 219294 h 1027681"/>
                <a:gd name="connsiteX112" fmla="*/ 1090932 w 2912392"/>
                <a:gd name="connsiteY112" fmla="*/ 209700 h 1027681"/>
                <a:gd name="connsiteX113" fmla="*/ 1100676 w 2912392"/>
                <a:gd name="connsiteY113" fmla="*/ 200198 h 1027681"/>
                <a:gd name="connsiteX114" fmla="*/ 1110405 w 2912392"/>
                <a:gd name="connsiteY114" fmla="*/ 190795 h 1027681"/>
                <a:gd name="connsiteX115" fmla="*/ 1120149 w 2912392"/>
                <a:gd name="connsiteY115" fmla="*/ 181501 h 1027681"/>
                <a:gd name="connsiteX116" fmla="*/ 1129893 w 2912392"/>
                <a:gd name="connsiteY116" fmla="*/ 172328 h 1027681"/>
                <a:gd name="connsiteX117" fmla="*/ 1139637 w 2912392"/>
                <a:gd name="connsiteY117" fmla="*/ 163284 h 1027681"/>
                <a:gd name="connsiteX118" fmla="*/ 1149381 w 2912392"/>
                <a:gd name="connsiteY118" fmla="*/ 154380 h 1027681"/>
                <a:gd name="connsiteX119" fmla="*/ 1159110 w 2912392"/>
                <a:gd name="connsiteY119" fmla="*/ 145624 h 1027681"/>
                <a:gd name="connsiteX120" fmla="*/ 1168854 w 2912392"/>
                <a:gd name="connsiteY120" fmla="*/ 137030 h 1027681"/>
                <a:gd name="connsiteX121" fmla="*/ 1178598 w 2912392"/>
                <a:gd name="connsiteY121" fmla="*/ 128605 h 1027681"/>
                <a:gd name="connsiteX122" fmla="*/ 1188341 w 2912392"/>
                <a:gd name="connsiteY122" fmla="*/ 120360 h 1027681"/>
                <a:gd name="connsiteX123" fmla="*/ 1198070 w 2912392"/>
                <a:gd name="connsiteY123" fmla="*/ 112304 h 1027681"/>
                <a:gd name="connsiteX124" fmla="*/ 1207814 w 2912392"/>
                <a:gd name="connsiteY124" fmla="*/ 104449 h 1027681"/>
                <a:gd name="connsiteX125" fmla="*/ 1217558 w 2912392"/>
                <a:gd name="connsiteY125" fmla="*/ 96803 h 1027681"/>
                <a:gd name="connsiteX126" fmla="*/ 1227302 w 2912392"/>
                <a:gd name="connsiteY126" fmla="*/ 89379 h 1027681"/>
                <a:gd name="connsiteX127" fmla="*/ 1237031 w 2912392"/>
                <a:gd name="connsiteY127" fmla="*/ 82184 h 1027681"/>
                <a:gd name="connsiteX128" fmla="*/ 1246775 w 2912392"/>
                <a:gd name="connsiteY128" fmla="*/ 75231 h 1027681"/>
                <a:gd name="connsiteX129" fmla="*/ 1256519 w 2912392"/>
                <a:gd name="connsiteY129" fmla="*/ 68525 h 1027681"/>
                <a:gd name="connsiteX130" fmla="*/ 1266263 w 2912392"/>
                <a:gd name="connsiteY130" fmla="*/ 62080 h 1027681"/>
                <a:gd name="connsiteX131" fmla="*/ 1276007 w 2912392"/>
                <a:gd name="connsiteY131" fmla="*/ 55904 h 1027681"/>
                <a:gd name="connsiteX132" fmla="*/ 1285736 w 2912392"/>
                <a:gd name="connsiteY132" fmla="*/ 50005 h 1027681"/>
                <a:gd name="connsiteX133" fmla="*/ 1295480 w 2912392"/>
                <a:gd name="connsiteY133" fmla="*/ 44394 h 1027681"/>
                <a:gd name="connsiteX134" fmla="*/ 1305224 w 2912392"/>
                <a:gd name="connsiteY134" fmla="*/ 39079 h 1027681"/>
                <a:gd name="connsiteX135" fmla="*/ 1314968 w 2912392"/>
                <a:gd name="connsiteY135" fmla="*/ 34070 h 1027681"/>
                <a:gd name="connsiteX136" fmla="*/ 1324697 w 2912392"/>
                <a:gd name="connsiteY136" fmla="*/ 29372 h 1027681"/>
                <a:gd name="connsiteX137" fmla="*/ 1334441 w 2912392"/>
                <a:gd name="connsiteY137" fmla="*/ 24996 h 1027681"/>
                <a:gd name="connsiteX138" fmla="*/ 1344185 w 2912392"/>
                <a:gd name="connsiteY138" fmla="*/ 20948 h 1027681"/>
                <a:gd name="connsiteX139" fmla="*/ 1353929 w 2912392"/>
                <a:gd name="connsiteY139" fmla="*/ 17238 h 1027681"/>
                <a:gd name="connsiteX140" fmla="*/ 1363658 w 2912392"/>
                <a:gd name="connsiteY140" fmla="*/ 13871 h 1027681"/>
                <a:gd name="connsiteX141" fmla="*/ 1373402 w 2912392"/>
                <a:gd name="connsiteY141" fmla="*/ 10854 h 1027681"/>
                <a:gd name="connsiteX142" fmla="*/ 1383146 w 2912392"/>
                <a:gd name="connsiteY142" fmla="*/ 8193 h 1027681"/>
                <a:gd name="connsiteX143" fmla="*/ 1392890 w 2912392"/>
                <a:gd name="connsiteY143" fmla="*/ 5896 h 1027681"/>
                <a:gd name="connsiteX144" fmla="*/ 1402619 w 2912392"/>
                <a:gd name="connsiteY144" fmla="*/ 3966 h 1027681"/>
                <a:gd name="connsiteX145" fmla="*/ 1412363 w 2912392"/>
                <a:gd name="connsiteY145" fmla="*/ 2409 h 1027681"/>
                <a:gd name="connsiteX146" fmla="*/ 1422106 w 2912392"/>
                <a:gd name="connsiteY146" fmla="*/ 1231 h 1027681"/>
                <a:gd name="connsiteX147" fmla="*/ 1431850 w 2912392"/>
                <a:gd name="connsiteY147" fmla="*/ 434 h 1027681"/>
                <a:gd name="connsiteX148" fmla="*/ 1441594 w 2912392"/>
                <a:gd name="connsiteY148" fmla="*/ 22 h 1027681"/>
                <a:gd name="connsiteX149" fmla="*/ 1451323 w 2912392"/>
                <a:gd name="connsiteY149" fmla="*/ 0 h 1027681"/>
                <a:gd name="connsiteX150" fmla="*/ 1461067 w 2912392"/>
                <a:gd name="connsiteY150" fmla="*/ 368 h 1027681"/>
                <a:gd name="connsiteX151" fmla="*/ 1470811 w 2912392"/>
                <a:gd name="connsiteY151" fmla="*/ 1131 h 1027681"/>
                <a:gd name="connsiteX152" fmla="*/ 1480555 w 2912392"/>
                <a:gd name="connsiteY152" fmla="*/ 2287 h 1027681"/>
                <a:gd name="connsiteX153" fmla="*/ 1490284 w 2912392"/>
                <a:gd name="connsiteY153" fmla="*/ 3839 h 1027681"/>
                <a:gd name="connsiteX154" fmla="*/ 1500028 w 2912392"/>
                <a:gd name="connsiteY154" fmla="*/ 5788 h 1027681"/>
                <a:gd name="connsiteX155" fmla="*/ 1509772 w 2912392"/>
                <a:gd name="connsiteY155" fmla="*/ 8132 h 1027681"/>
                <a:gd name="connsiteX156" fmla="*/ 1519516 w 2912392"/>
                <a:gd name="connsiteY156" fmla="*/ 10870 h 1027681"/>
                <a:gd name="connsiteX157" fmla="*/ 1529245 w 2912392"/>
                <a:gd name="connsiteY157" fmla="*/ 14004 h 1027681"/>
                <a:gd name="connsiteX158" fmla="*/ 1538989 w 2912392"/>
                <a:gd name="connsiteY158" fmla="*/ 17527 h 1027681"/>
                <a:gd name="connsiteX159" fmla="*/ 1548733 w 2912392"/>
                <a:gd name="connsiteY159" fmla="*/ 21440 h 1027681"/>
                <a:gd name="connsiteX160" fmla="*/ 1558477 w 2912392"/>
                <a:gd name="connsiteY160" fmla="*/ 25738 h 1027681"/>
                <a:gd name="connsiteX161" fmla="*/ 1568221 w 2912392"/>
                <a:gd name="connsiteY161" fmla="*/ 30419 h 1027681"/>
                <a:gd name="connsiteX162" fmla="*/ 1577950 w 2912392"/>
                <a:gd name="connsiteY162" fmla="*/ 35476 h 1027681"/>
                <a:gd name="connsiteX163" fmla="*/ 1587694 w 2912392"/>
                <a:gd name="connsiteY163" fmla="*/ 40905 h 1027681"/>
                <a:gd name="connsiteX164" fmla="*/ 1597438 w 2912392"/>
                <a:gd name="connsiteY164" fmla="*/ 46701 h 1027681"/>
                <a:gd name="connsiteX165" fmla="*/ 1607182 w 2912392"/>
                <a:gd name="connsiteY165" fmla="*/ 52857 h 1027681"/>
                <a:gd name="connsiteX166" fmla="*/ 1616911 w 2912392"/>
                <a:gd name="connsiteY166" fmla="*/ 59366 h 1027681"/>
                <a:gd name="connsiteX167" fmla="*/ 1626655 w 2912392"/>
                <a:gd name="connsiteY167" fmla="*/ 66223 h 1027681"/>
                <a:gd name="connsiteX168" fmla="*/ 1636399 w 2912392"/>
                <a:gd name="connsiteY168" fmla="*/ 73416 h 1027681"/>
                <a:gd name="connsiteX169" fmla="*/ 1646142 w 2912392"/>
                <a:gd name="connsiteY169" fmla="*/ 80940 h 1027681"/>
                <a:gd name="connsiteX170" fmla="*/ 1655872 w 2912392"/>
                <a:gd name="connsiteY170" fmla="*/ 88783 h 1027681"/>
                <a:gd name="connsiteX171" fmla="*/ 1665616 w 2912392"/>
                <a:gd name="connsiteY171" fmla="*/ 96939 h 1027681"/>
                <a:gd name="connsiteX172" fmla="*/ 1675359 w 2912392"/>
                <a:gd name="connsiteY172" fmla="*/ 105394 h 1027681"/>
                <a:gd name="connsiteX173" fmla="*/ 1685103 w 2912392"/>
                <a:gd name="connsiteY173" fmla="*/ 114141 h 1027681"/>
                <a:gd name="connsiteX174" fmla="*/ 1694832 w 2912392"/>
                <a:gd name="connsiteY174" fmla="*/ 123167 h 1027681"/>
                <a:gd name="connsiteX175" fmla="*/ 1704576 w 2912392"/>
                <a:gd name="connsiteY175" fmla="*/ 132461 h 1027681"/>
                <a:gd name="connsiteX176" fmla="*/ 1714320 w 2912392"/>
                <a:gd name="connsiteY176" fmla="*/ 142011 h 1027681"/>
                <a:gd name="connsiteX177" fmla="*/ 1724064 w 2912392"/>
                <a:gd name="connsiteY177" fmla="*/ 151804 h 1027681"/>
                <a:gd name="connsiteX178" fmla="*/ 1733808 w 2912392"/>
                <a:gd name="connsiteY178" fmla="*/ 161830 h 1027681"/>
                <a:gd name="connsiteX179" fmla="*/ 1743537 w 2912392"/>
                <a:gd name="connsiteY179" fmla="*/ 172074 h 1027681"/>
                <a:gd name="connsiteX180" fmla="*/ 1753281 w 2912392"/>
                <a:gd name="connsiteY180" fmla="*/ 182523 h 1027681"/>
                <a:gd name="connsiteX181" fmla="*/ 1763025 w 2912392"/>
                <a:gd name="connsiteY181" fmla="*/ 193162 h 1027681"/>
                <a:gd name="connsiteX182" fmla="*/ 1772769 w 2912392"/>
                <a:gd name="connsiteY182" fmla="*/ 203980 h 1027681"/>
                <a:gd name="connsiteX183" fmla="*/ 1782498 w 2912392"/>
                <a:gd name="connsiteY183" fmla="*/ 214963 h 1027681"/>
                <a:gd name="connsiteX184" fmla="*/ 1792242 w 2912392"/>
                <a:gd name="connsiteY184" fmla="*/ 226094 h 1027681"/>
                <a:gd name="connsiteX185" fmla="*/ 1801986 w 2912392"/>
                <a:gd name="connsiteY185" fmla="*/ 237360 h 1027681"/>
                <a:gd name="connsiteX186" fmla="*/ 1811730 w 2912392"/>
                <a:gd name="connsiteY186" fmla="*/ 248746 h 1027681"/>
                <a:gd name="connsiteX187" fmla="*/ 1821459 w 2912392"/>
                <a:gd name="connsiteY187" fmla="*/ 260239 h 1027681"/>
                <a:gd name="connsiteX188" fmla="*/ 1831203 w 2912392"/>
                <a:gd name="connsiteY188" fmla="*/ 271821 h 1027681"/>
                <a:gd name="connsiteX189" fmla="*/ 1840947 w 2912392"/>
                <a:gd name="connsiteY189" fmla="*/ 283480 h 1027681"/>
                <a:gd name="connsiteX190" fmla="*/ 1850691 w 2912392"/>
                <a:gd name="connsiteY190" fmla="*/ 295199 h 1027681"/>
                <a:gd name="connsiteX191" fmla="*/ 1860435 w 2912392"/>
                <a:gd name="connsiteY191" fmla="*/ 306965 h 1027681"/>
                <a:gd name="connsiteX192" fmla="*/ 1870164 w 2912392"/>
                <a:gd name="connsiteY192" fmla="*/ 318762 h 1027681"/>
                <a:gd name="connsiteX193" fmla="*/ 1879908 w 2912392"/>
                <a:gd name="connsiteY193" fmla="*/ 330574 h 1027681"/>
                <a:gd name="connsiteX194" fmla="*/ 1889652 w 2912392"/>
                <a:gd name="connsiteY194" fmla="*/ 342389 h 1027681"/>
                <a:gd name="connsiteX195" fmla="*/ 1899395 w 2912392"/>
                <a:gd name="connsiteY195" fmla="*/ 354191 h 1027681"/>
                <a:gd name="connsiteX196" fmla="*/ 1909124 w 2912392"/>
                <a:gd name="connsiteY196" fmla="*/ 365965 h 1027681"/>
                <a:gd name="connsiteX197" fmla="*/ 1918868 w 2912392"/>
                <a:gd name="connsiteY197" fmla="*/ 377698 h 1027681"/>
                <a:gd name="connsiteX198" fmla="*/ 1928612 w 2912392"/>
                <a:gd name="connsiteY198" fmla="*/ 389374 h 1027681"/>
                <a:gd name="connsiteX199" fmla="*/ 1938356 w 2912392"/>
                <a:gd name="connsiteY199" fmla="*/ 400981 h 1027681"/>
                <a:gd name="connsiteX200" fmla="*/ 1948085 w 2912392"/>
                <a:gd name="connsiteY200" fmla="*/ 412504 h 1027681"/>
                <a:gd name="connsiteX201" fmla="*/ 1957829 w 2912392"/>
                <a:gd name="connsiteY201" fmla="*/ 423930 h 1027681"/>
                <a:gd name="connsiteX202" fmla="*/ 1967573 w 2912392"/>
                <a:gd name="connsiteY202" fmla="*/ 435247 h 1027681"/>
                <a:gd name="connsiteX203" fmla="*/ 1977317 w 2912392"/>
                <a:gd name="connsiteY203" fmla="*/ 446441 h 1027681"/>
                <a:gd name="connsiteX204" fmla="*/ 1987046 w 2912392"/>
                <a:gd name="connsiteY204" fmla="*/ 457500 h 1027681"/>
                <a:gd name="connsiteX205" fmla="*/ 1996790 w 2912392"/>
                <a:gd name="connsiteY205" fmla="*/ 468414 h 1027681"/>
                <a:gd name="connsiteX206" fmla="*/ 2006534 w 2912392"/>
                <a:gd name="connsiteY206" fmla="*/ 479166 h 1027681"/>
                <a:gd name="connsiteX207" fmla="*/ 2016278 w 2912392"/>
                <a:gd name="connsiteY207" fmla="*/ 489750 h 1027681"/>
                <a:gd name="connsiteX208" fmla="*/ 2026022 w 2912392"/>
                <a:gd name="connsiteY208" fmla="*/ 500154 h 1027681"/>
                <a:gd name="connsiteX209" fmla="*/ 2035751 w 2912392"/>
                <a:gd name="connsiteY209" fmla="*/ 510368 h 1027681"/>
                <a:gd name="connsiteX210" fmla="*/ 2045495 w 2912392"/>
                <a:gd name="connsiteY210" fmla="*/ 520380 h 1027681"/>
                <a:gd name="connsiteX211" fmla="*/ 2055239 w 2912392"/>
                <a:gd name="connsiteY211" fmla="*/ 530183 h 1027681"/>
                <a:gd name="connsiteX212" fmla="*/ 2064983 w 2912392"/>
                <a:gd name="connsiteY212" fmla="*/ 539766 h 1027681"/>
                <a:gd name="connsiteX213" fmla="*/ 2074712 w 2912392"/>
                <a:gd name="connsiteY213" fmla="*/ 549123 h 1027681"/>
                <a:gd name="connsiteX214" fmla="*/ 2084456 w 2912392"/>
                <a:gd name="connsiteY214" fmla="*/ 558244 h 1027681"/>
                <a:gd name="connsiteX215" fmla="*/ 2094200 w 2912392"/>
                <a:gd name="connsiteY215" fmla="*/ 567124 h 1027681"/>
                <a:gd name="connsiteX216" fmla="*/ 2103944 w 2912392"/>
                <a:gd name="connsiteY216" fmla="*/ 575753 h 1027681"/>
                <a:gd name="connsiteX217" fmla="*/ 2113673 w 2912392"/>
                <a:gd name="connsiteY217" fmla="*/ 584128 h 1027681"/>
                <a:gd name="connsiteX218" fmla="*/ 2123417 w 2912392"/>
                <a:gd name="connsiteY218" fmla="*/ 592242 h 1027681"/>
                <a:gd name="connsiteX219" fmla="*/ 2133161 w 2912392"/>
                <a:gd name="connsiteY219" fmla="*/ 600089 h 1027681"/>
                <a:gd name="connsiteX220" fmla="*/ 2142905 w 2912392"/>
                <a:gd name="connsiteY220" fmla="*/ 607665 h 1027681"/>
                <a:gd name="connsiteX221" fmla="*/ 2152649 w 2912392"/>
                <a:gd name="connsiteY221" fmla="*/ 614967 h 1027681"/>
                <a:gd name="connsiteX222" fmla="*/ 2162377 w 2912392"/>
                <a:gd name="connsiteY222" fmla="*/ 621992 h 1027681"/>
                <a:gd name="connsiteX223" fmla="*/ 2172121 w 2912392"/>
                <a:gd name="connsiteY223" fmla="*/ 628736 h 1027681"/>
                <a:gd name="connsiteX224" fmla="*/ 2181865 w 2912392"/>
                <a:gd name="connsiteY224" fmla="*/ 635194 h 1027681"/>
                <a:gd name="connsiteX225" fmla="*/ 2191609 w 2912392"/>
                <a:gd name="connsiteY225" fmla="*/ 641368 h 1027681"/>
                <a:gd name="connsiteX226" fmla="*/ 2201338 w 2912392"/>
                <a:gd name="connsiteY226" fmla="*/ 647258 h 1027681"/>
                <a:gd name="connsiteX227" fmla="*/ 2211082 w 2912392"/>
                <a:gd name="connsiteY227" fmla="*/ 652858 h 1027681"/>
                <a:gd name="connsiteX228" fmla="*/ 2220826 w 2912392"/>
                <a:gd name="connsiteY228" fmla="*/ 658173 h 1027681"/>
                <a:gd name="connsiteX229" fmla="*/ 2230570 w 2912392"/>
                <a:gd name="connsiteY229" fmla="*/ 663201 h 1027681"/>
                <a:gd name="connsiteX230" fmla="*/ 2240299 w 2912392"/>
                <a:gd name="connsiteY230" fmla="*/ 667945 h 1027681"/>
                <a:gd name="connsiteX231" fmla="*/ 2250043 w 2912392"/>
                <a:gd name="connsiteY231" fmla="*/ 672403 h 1027681"/>
                <a:gd name="connsiteX232" fmla="*/ 2259787 w 2912392"/>
                <a:gd name="connsiteY232" fmla="*/ 676581 h 1027681"/>
                <a:gd name="connsiteX233" fmla="*/ 2269531 w 2912392"/>
                <a:gd name="connsiteY233" fmla="*/ 680478 h 1027681"/>
                <a:gd name="connsiteX234" fmla="*/ 2279260 w 2912392"/>
                <a:gd name="connsiteY234" fmla="*/ 684100 h 1027681"/>
                <a:gd name="connsiteX235" fmla="*/ 2289004 w 2912392"/>
                <a:gd name="connsiteY235" fmla="*/ 687448 h 1027681"/>
                <a:gd name="connsiteX236" fmla="*/ 2298748 w 2912392"/>
                <a:gd name="connsiteY236" fmla="*/ 690528 h 1027681"/>
                <a:gd name="connsiteX237" fmla="*/ 2308492 w 2912392"/>
                <a:gd name="connsiteY237" fmla="*/ 693342 h 1027681"/>
                <a:gd name="connsiteX238" fmla="*/ 2318236 w 2912392"/>
                <a:gd name="connsiteY238" fmla="*/ 695897 h 1027681"/>
                <a:gd name="connsiteX239" fmla="*/ 2327965 w 2912392"/>
                <a:gd name="connsiteY239" fmla="*/ 698198 h 1027681"/>
                <a:gd name="connsiteX240" fmla="*/ 2337709 w 2912392"/>
                <a:gd name="connsiteY240" fmla="*/ 700249 h 1027681"/>
                <a:gd name="connsiteX241" fmla="*/ 2347453 w 2912392"/>
                <a:gd name="connsiteY241" fmla="*/ 702056 h 1027681"/>
                <a:gd name="connsiteX242" fmla="*/ 2357197 w 2912392"/>
                <a:gd name="connsiteY242" fmla="*/ 703628 h 1027681"/>
                <a:gd name="connsiteX243" fmla="*/ 2366926 w 2912392"/>
                <a:gd name="connsiteY243" fmla="*/ 704969 h 1027681"/>
                <a:gd name="connsiteX244" fmla="*/ 2376670 w 2912392"/>
                <a:gd name="connsiteY244" fmla="*/ 706087 h 1027681"/>
                <a:gd name="connsiteX245" fmla="*/ 2386413 w 2912392"/>
                <a:gd name="connsiteY245" fmla="*/ 706986 h 1027681"/>
                <a:gd name="connsiteX246" fmla="*/ 2396157 w 2912392"/>
                <a:gd name="connsiteY246" fmla="*/ 707679 h 1027681"/>
                <a:gd name="connsiteX247" fmla="*/ 2405886 w 2912392"/>
                <a:gd name="connsiteY247" fmla="*/ 708169 h 1027681"/>
                <a:gd name="connsiteX248" fmla="*/ 2415630 w 2912392"/>
                <a:gd name="connsiteY248" fmla="*/ 708466 h 1027681"/>
                <a:gd name="connsiteX249" fmla="*/ 2425374 w 2912392"/>
                <a:gd name="connsiteY249" fmla="*/ 708578 h 1027681"/>
                <a:gd name="connsiteX250" fmla="*/ 2435118 w 2912392"/>
                <a:gd name="connsiteY250" fmla="*/ 708511 h 1027681"/>
                <a:gd name="connsiteX251" fmla="*/ 2444862 w 2912392"/>
                <a:gd name="connsiteY251" fmla="*/ 708275 h 1027681"/>
                <a:gd name="connsiteX252" fmla="*/ 2454591 w 2912392"/>
                <a:gd name="connsiteY252" fmla="*/ 707879 h 1027681"/>
                <a:gd name="connsiteX253" fmla="*/ 2464335 w 2912392"/>
                <a:gd name="connsiteY253" fmla="*/ 707331 h 1027681"/>
                <a:gd name="connsiteX254" fmla="*/ 2474079 w 2912392"/>
                <a:gd name="connsiteY254" fmla="*/ 706636 h 1027681"/>
                <a:gd name="connsiteX255" fmla="*/ 2483823 w 2912392"/>
                <a:gd name="connsiteY255" fmla="*/ 705808 h 1027681"/>
                <a:gd name="connsiteX256" fmla="*/ 2493552 w 2912392"/>
                <a:gd name="connsiteY256" fmla="*/ 704853 h 1027681"/>
                <a:gd name="connsiteX257" fmla="*/ 2503296 w 2912392"/>
                <a:gd name="connsiteY257" fmla="*/ 703779 h 1027681"/>
                <a:gd name="connsiteX258" fmla="*/ 2513040 w 2912392"/>
                <a:gd name="connsiteY258" fmla="*/ 702593 h 1027681"/>
                <a:gd name="connsiteX259" fmla="*/ 2522784 w 2912392"/>
                <a:gd name="connsiteY259" fmla="*/ 701307 h 1027681"/>
                <a:gd name="connsiteX260" fmla="*/ 2532513 w 2912392"/>
                <a:gd name="connsiteY260" fmla="*/ 699926 h 1027681"/>
                <a:gd name="connsiteX261" fmla="*/ 2542257 w 2912392"/>
                <a:gd name="connsiteY261" fmla="*/ 698460 h 1027681"/>
                <a:gd name="connsiteX262" fmla="*/ 2552001 w 2912392"/>
                <a:gd name="connsiteY262" fmla="*/ 696915 h 1027681"/>
                <a:gd name="connsiteX263" fmla="*/ 2561745 w 2912392"/>
                <a:gd name="connsiteY263" fmla="*/ 695300 h 1027681"/>
                <a:gd name="connsiteX264" fmla="*/ 2571474 w 2912392"/>
                <a:gd name="connsiteY264" fmla="*/ 693624 h 1027681"/>
                <a:gd name="connsiteX265" fmla="*/ 2581218 w 2912392"/>
                <a:gd name="connsiteY265" fmla="*/ 691891 h 1027681"/>
                <a:gd name="connsiteX266" fmla="*/ 2590962 w 2912392"/>
                <a:gd name="connsiteY266" fmla="*/ 690110 h 1027681"/>
                <a:gd name="connsiteX267" fmla="*/ 2600705 w 2912392"/>
                <a:gd name="connsiteY267" fmla="*/ 688290 h 1027681"/>
                <a:gd name="connsiteX268" fmla="*/ 2610449 w 2912392"/>
                <a:gd name="connsiteY268" fmla="*/ 686433 h 1027681"/>
                <a:gd name="connsiteX269" fmla="*/ 2620178 w 2912392"/>
                <a:gd name="connsiteY269" fmla="*/ 684549 h 1027681"/>
                <a:gd name="connsiteX270" fmla="*/ 2629922 w 2912392"/>
                <a:gd name="connsiteY270" fmla="*/ 682643 h 1027681"/>
                <a:gd name="connsiteX271" fmla="*/ 2639666 w 2912392"/>
                <a:gd name="connsiteY271" fmla="*/ 680720 h 1027681"/>
                <a:gd name="connsiteX272" fmla="*/ 2649410 w 2912392"/>
                <a:gd name="connsiteY272" fmla="*/ 678786 h 1027681"/>
                <a:gd name="connsiteX273" fmla="*/ 2659139 w 2912392"/>
                <a:gd name="connsiteY273" fmla="*/ 676846 h 1027681"/>
                <a:gd name="connsiteX274" fmla="*/ 2668883 w 2912392"/>
                <a:gd name="connsiteY274" fmla="*/ 674904 h 1027681"/>
                <a:gd name="connsiteX275" fmla="*/ 2678627 w 2912392"/>
                <a:gd name="connsiteY275" fmla="*/ 672966 h 1027681"/>
                <a:gd name="connsiteX276" fmla="*/ 2688371 w 2912392"/>
                <a:gd name="connsiteY276" fmla="*/ 671035 h 1027681"/>
                <a:gd name="connsiteX277" fmla="*/ 2698100 w 2912392"/>
                <a:gd name="connsiteY277" fmla="*/ 669116 h 1027681"/>
                <a:gd name="connsiteX278" fmla="*/ 2707844 w 2912392"/>
                <a:gd name="connsiteY278" fmla="*/ 667211 h 1027681"/>
                <a:gd name="connsiteX279" fmla="*/ 2717588 w 2912392"/>
                <a:gd name="connsiteY279" fmla="*/ 665322 h 1027681"/>
                <a:gd name="connsiteX280" fmla="*/ 2727332 w 2912392"/>
                <a:gd name="connsiteY280" fmla="*/ 663453 h 1027681"/>
                <a:gd name="connsiteX281" fmla="*/ 2737076 w 2912392"/>
                <a:gd name="connsiteY281" fmla="*/ 661607 h 1027681"/>
                <a:gd name="connsiteX282" fmla="*/ 2746805 w 2912392"/>
                <a:gd name="connsiteY282" fmla="*/ 659785 h 1027681"/>
                <a:gd name="connsiteX283" fmla="*/ 2756549 w 2912392"/>
                <a:gd name="connsiteY283" fmla="*/ 657988 h 1027681"/>
                <a:gd name="connsiteX284" fmla="*/ 2766293 w 2912392"/>
                <a:gd name="connsiteY284" fmla="*/ 656218 h 1027681"/>
                <a:gd name="connsiteX285" fmla="*/ 2776037 w 2912392"/>
                <a:gd name="connsiteY285" fmla="*/ 654476 h 1027681"/>
                <a:gd name="connsiteX286" fmla="*/ 2785766 w 2912392"/>
                <a:gd name="connsiteY286" fmla="*/ 652762 h 1027681"/>
                <a:gd name="connsiteX287" fmla="*/ 2795510 w 2912392"/>
                <a:gd name="connsiteY287" fmla="*/ 651077 h 1027681"/>
                <a:gd name="connsiteX288" fmla="*/ 2805254 w 2912392"/>
                <a:gd name="connsiteY288" fmla="*/ 649418 h 1027681"/>
                <a:gd name="connsiteX289" fmla="*/ 2814998 w 2912392"/>
                <a:gd name="connsiteY289" fmla="*/ 647788 h 1027681"/>
                <a:gd name="connsiteX290" fmla="*/ 2824727 w 2912392"/>
                <a:gd name="connsiteY290" fmla="*/ 646185 h 1027681"/>
                <a:gd name="connsiteX291" fmla="*/ 2834471 w 2912392"/>
                <a:gd name="connsiteY291" fmla="*/ 644609 h 1027681"/>
                <a:gd name="connsiteX292" fmla="*/ 2844215 w 2912392"/>
                <a:gd name="connsiteY292" fmla="*/ 643056 h 1027681"/>
                <a:gd name="connsiteX293" fmla="*/ 2853958 w 2912392"/>
                <a:gd name="connsiteY293" fmla="*/ 641526 h 1027681"/>
                <a:gd name="connsiteX294" fmla="*/ 2863687 w 2912392"/>
                <a:gd name="connsiteY294" fmla="*/ 640020 h 1027681"/>
                <a:gd name="connsiteX295" fmla="*/ 2873431 w 2912392"/>
                <a:gd name="connsiteY295" fmla="*/ 638532 h 1027681"/>
                <a:gd name="connsiteX296" fmla="*/ 2883175 w 2912392"/>
                <a:gd name="connsiteY296" fmla="*/ 637061 h 1027681"/>
                <a:gd name="connsiteX297" fmla="*/ 2892919 w 2912392"/>
                <a:gd name="connsiteY297" fmla="*/ 635605 h 1027681"/>
                <a:gd name="connsiteX298" fmla="*/ 2902663 w 2912392"/>
                <a:gd name="connsiteY298" fmla="*/ 634162 h 1027681"/>
                <a:gd name="connsiteX299" fmla="*/ 2912392 w 2912392"/>
                <a:gd name="connsiteY299" fmla="*/ 632730 h 1027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1027681">
                  <a:moveTo>
                    <a:pt x="0" y="1027681"/>
                  </a:moveTo>
                  <a:lnTo>
                    <a:pt x="9739" y="1018767"/>
                  </a:lnTo>
                  <a:lnTo>
                    <a:pt x="19480" y="1009981"/>
                  </a:lnTo>
                  <a:lnTo>
                    <a:pt x="29221" y="1001329"/>
                  </a:lnTo>
                  <a:lnTo>
                    <a:pt x="38961" y="992810"/>
                  </a:lnTo>
                  <a:lnTo>
                    <a:pt x="48702" y="984429"/>
                  </a:lnTo>
                  <a:lnTo>
                    <a:pt x="58443" y="976189"/>
                  </a:lnTo>
                  <a:lnTo>
                    <a:pt x="68182" y="968090"/>
                  </a:lnTo>
                  <a:lnTo>
                    <a:pt x="77923" y="960134"/>
                  </a:lnTo>
                  <a:lnTo>
                    <a:pt x="87664" y="952322"/>
                  </a:lnTo>
                  <a:lnTo>
                    <a:pt x="97404" y="944654"/>
                  </a:lnTo>
                  <a:lnTo>
                    <a:pt x="107145" y="937130"/>
                  </a:lnTo>
                  <a:lnTo>
                    <a:pt x="116886" y="929750"/>
                  </a:lnTo>
                  <a:lnTo>
                    <a:pt x="126625" y="922514"/>
                  </a:lnTo>
                  <a:lnTo>
                    <a:pt x="136366" y="915419"/>
                  </a:lnTo>
                  <a:lnTo>
                    <a:pt x="146107" y="908464"/>
                  </a:lnTo>
                  <a:lnTo>
                    <a:pt x="155846" y="901648"/>
                  </a:lnTo>
                  <a:lnTo>
                    <a:pt x="165587" y="894967"/>
                  </a:lnTo>
                  <a:lnTo>
                    <a:pt x="175328" y="888420"/>
                  </a:lnTo>
                  <a:lnTo>
                    <a:pt x="185068" y="882003"/>
                  </a:lnTo>
                  <a:lnTo>
                    <a:pt x="194809" y="875713"/>
                  </a:lnTo>
                  <a:lnTo>
                    <a:pt x="204550" y="869545"/>
                  </a:lnTo>
                  <a:lnTo>
                    <a:pt x="214289" y="863496"/>
                  </a:lnTo>
                  <a:lnTo>
                    <a:pt x="224030" y="857562"/>
                  </a:lnTo>
                  <a:lnTo>
                    <a:pt x="233771" y="851736"/>
                  </a:lnTo>
                  <a:lnTo>
                    <a:pt x="243510" y="846016"/>
                  </a:lnTo>
                  <a:lnTo>
                    <a:pt x="253251" y="840395"/>
                  </a:lnTo>
                  <a:lnTo>
                    <a:pt x="262992" y="834867"/>
                  </a:lnTo>
                  <a:lnTo>
                    <a:pt x="272732" y="829428"/>
                  </a:lnTo>
                  <a:lnTo>
                    <a:pt x="282473" y="824072"/>
                  </a:lnTo>
                  <a:lnTo>
                    <a:pt x="292214" y="818790"/>
                  </a:lnTo>
                  <a:lnTo>
                    <a:pt x="301953" y="813578"/>
                  </a:lnTo>
                  <a:lnTo>
                    <a:pt x="311694" y="808431"/>
                  </a:lnTo>
                  <a:lnTo>
                    <a:pt x="321435" y="803340"/>
                  </a:lnTo>
                  <a:lnTo>
                    <a:pt x="331175" y="798298"/>
                  </a:lnTo>
                  <a:lnTo>
                    <a:pt x="340916" y="793299"/>
                  </a:lnTo>
                  <a:lnTo>
                    <a:pt x="350656" y="788338"/>
                  </a:lnTo>
                  <a:lnTo>
                    <a:pt x="360396" y="783406"/>
                  </a:lnTo>
                  <a:lnTo>
                    <a:pt x="370137" y="778496"/>
                  </a:lnTo>
                  <a:lnTo>
                    <a:pt x="379878" y="773601"/>
                  </a:lnTo>
                  <a:lnTo>
                    <a:pt x="389617" y="768716"/>
                  </a:lnTo>
                  <a:lnTo>
                    <a:pt x="399358" y="763832"/>
                  </a:lnTo>
                  <a:lnTo>
                    <a:pt x="409099" y="758942"/>
                  </a:lnTo>
                  <a:lnTo>
                    <a:pt x="418839" y="754040"/>
                  </a:lnTo>
                  <a:lnTo>
                    <a:pt x="428580" y="749119"/>
                  </a:lnTo>
                  <a:lnTo>
                    <a:pt x="438321" y="744173"/>
                  </a:lnTo>
                  <a:lnTo>
                    <a:pt x="448060" y="739194"/>
                  </a:lnTo>
                  <a:lnTo>
                    <a:pt x="457801" y="734176"/>
                  </a:lnTo>
                  <a:lnTo>
                    <a:pt x="467542" y="729114"/>
                  </a:lnTo>
                  <a:lnTo>
                    <a:pt x="477281" y="724000"/>
                  </a:lnTo>
                  <a:lnTo>
                    <a:pt x="487022" y="718830"/>
                  </a:lnTo>
                  <a:lnTo>
                    <a:pt x="496763" y="713596"/>
                  </a:lnTo>
                  <a:lnTo>
                    <a:pt x="506503" y="708292"/>
                  </a:lnTo>
                  <a:lnTo>
                    <a:pt x="516244" y="702916"/>
                  </a:lnTo>
                  <a:lnTo>
                    <a:pt x="525985" y="697459"/>
                  </a:lnTo>
                  <a:lnTo>
                    <a:pt x="535724" y="691919"/>
                  </a:lnTo>
                  <a:lnTo>
                    <a:pt x="545465" y="686289"/>
                  </a:lnTo>
                  <a:lnTo>
                    <a:pt x="555206" y="680566"/>
                  </a:lnTo>
                  <a:lnTo>
                    <a:pt x="564946" y="674745"/>
                  </a:lnTo>
                  <a:lnTo>
                    <a:pt x="574687" y="668823"/>
                  </a:lnTo>
                  <a:lnTo>
                    <a:pt x="584428" y="662793"/>
                  </a:lnTo>
                  <a:lnTo>
                    <a:pt x="594167" y="656656"/>
                  </a:lnTo>
                  <a:lnTo>
                    <a:pt x="603908" y="650408"/>
                  </a:lnTo>
                  <a:lnTo>
                    <a:pt x="613649" y="644043"/>
                  </a:lnTo>
                  <a:lnTo>
                    <a:pt x="623388" y="637560"/>
                  </a:lnTo>
                  <a:lnTo>
                    <a:pt x="633129" y="630958"/>
                  </a:lnTo>
                  <a:lnTo>
                    <a:pt x="642870" y="624235"/>
                  </a:lnTo>
                  <a:lnTo>
                    <a:pt x="652610" y="617387"/>
                  </a:lnTo>
                  <a:lnTo>
                    <a:pt x="662351" y="610414"/>
                  </a:lnTo>
                  <a:lnTo>
                    <a:pt x="672092" y="603315"/>
                  </a:lnTo>
                  <a:lnTo>
                    <a:pt x="681831" y="596090"/>
                  </a:lnTo>
                  <a:lnTo>
                    <a:pt x="691572" y="588736"/>
                  </a:lnTo>
                  <a:lnTo>
                    <a:pt x="701313" y="581255"/>
                  </a:lnTo>
                  <a:lnTo>
                    <a:pt x="711052" y="573647"/>
                  </a:lnTo>
                  <a:lnTo>
                    <a:pt x="720793" y="565911"/>
                  </a:lnTo>
                  <a:lnTo>
                    <a:pt x="730534" y="558049"/>
                  </a:lnTo>
                  <a:lnTo>
                    <a:pt x="740274" y="550061"/>
                  </a:lnTo>
                  <a:lnTo>
                    <a:pt x="750015" y="541949"/>
                  </a:lnTo>
                  <a:lnTo>
                    <a:pt x="759756" y="533714"/>
                  </a:lnTo>
                  <a:lnTo>
                    <a:pt x="769495" y="525359"/>
                  </a:lnTo>
                  <a:lnTo>
                    <a:pt x="779236" y="516884"/>
                  </a:lnTo>
                  <a:lnTo>
                    <a:pt x="788977" y="508294"/>
                  </a:lnTo>
                  <a:lnTo>
                    <a:pt x="798717" y="499590"/>
                  </a:lnTo>
                  <a:lnTo>
                    <a:pt x="808458" y="490775"/>
                  </a:lnTo>
                  <a:lnTo>
                    <a:pt x="818199" y="481852"/>
                  </a:lnTo>
                  <a:lnTo>
                    <a:pt x="827938" y="472827"/>
                  </a:lnTo>
                  <a:lnTo>
                    <a:pt x="837679" y="463702"/>
                  </a:lnTo>
                  <a:lnTo>
                    <a:pt x="847420" y="454480"/>
                  </a:lnTo>
                  <a:lnTo>
                    <a:pt x="857159" y="445167"/>
                  </a:lnTo>
                  <a:lnTo>
                    <a:pt x="866900" y="435767"/>
                  </a:lnTo>
                  <a:lnTo>
                    <a:pt x="876641" y="426285"/>
                  </a:lnTo>
                  <a:lnTo>
                    <a:pt x="886381" y="416726"/>
                  </a:lnTo>
                  <a:lnTo>
                    <a:pt x="896122" y="407095"/>
                  </a:lnTo>
                  <a:lnTo>
                    <a:pt x="905863" y="397398"/>
                  </a:lnTo>
                  <a:lnTo>
                    <a:pt x="915602" y="387640"/>
                  </a:lnTo>
                  <a:lnTo>
                    <a:pt x="925343" y="377829"/>
                  </a:lnTo>
                  <a:lnTo>
                    <a:pt x="935084" y="367971"/>
                  </a:lnTo>
                  <a:lnTo>
                    <a:pt x="944824" y="358070"/>
                  </a:lnTo>
                  <a:lnTo>
                    <a:pt x="954564" y="348136"/>
                  </a:lnTo>
                  <a:lnTo>
                    <a:pt x="964305" y="338173"/>
                  </a:lnTo>
                  <a:lnTo>
                    <a:pt x="974045" y="328189"/>
                  </a:lnTo>
                  <a:lnTo>
                    <a:pt x="983786" y="318193"/>
                  </a:lnTo>
                  <a:lnTo>
                    <a:pt x="993522" y="308193"/>
                  </a:lnTo>
                  <a:lnTo>
                    <a:pt x="1003266" y="298193"/>
                  </a:lnTo>
                  <a:lnTo>
                    <a:pt x="1013010" y="288204"/>
                  </a:lnTo>
                  <a:lnTo>
                    <a:pt x="1022754" y="278235"/>
                  </a:lnTo>
                  <a:lnTo>
                    <a:pt x="1032483" y="268293"/>
                  </a:lnTo>
                  <a:lnTo>
                    <a:pt x="1042227" y="258387"/>
                  </a:lnTo>
                  <a:lnTo>
                    <a:pt x="1051971" y="248524"/>
                  </a:lnTo>
                  <a:lnTo>
                    <a:pt x="1061715" y="238716"/>
                  </a:lnTo>
                  <a:lnTo>
                    <a:pt x="1071444" y="228969"/>
                  </a:lnTo>
                  <a:lnTo>
                    <a:pt x="1081188" y="219294"/>
                  </a:lnTo>
                  <a:lnTo>
                    <a:pt x="1090932" y="209700"/>
                  </a:lnTo>
                  <a:lnTo>
                    <a:pt x="1100676" y="200198"/>
                  </a:lnTo>
                  <a:lnTo>
                    <a:pt x="1110405" y="190795"/>
                  </a:lnTo>
                  <a:lnTo>
                    <a:pt x="1120149" y="181501"/>
                  </a:lnTo>
                  <a:lnTo>
                    <a:pt x="1129893" y="172328"/>
                  </a:lnTo>
                  <a:lnTo>
                    <a:pt x="1139637" y="163284"/>
                  </a:lnTo>
                  <a:lnTo>
                    <a:pt x="1149381" y="154380"/>
                  </a:lnTo>
                  <a:lnTo>
                    <a:pt x="1159110" y="145624"/>
                  </a:lnTo>
                  <a:lnTo>
                    <a:pt x="1168854" y="137030"/>
                  </a:lnTo>
                  <a:lnTo>
                    <a:pt x="1178598" y="128605"/>
                  </a:lnTo>
                  <a:lnTo>
                    <a:pt x="1188341" y="120360"/>
                  </a:lnTo>
                  <a:lnTo>
                    <a:pt x="1198070" y="112304"/>
                  </a:lnTo>
                  <a:lnTo>
                    <a:pt x="1207814" y="104449"/>
                  </a:lnTo>
                  <a:lnTo>
                    <a:pt x="1217558" y="96803"/>
                  </a:lnTo>
                  <a:lnTo>
                    <a:pt x="1227302" y="89379"/>
                  </a:lnTo>
                  <a:lnTo>
                    <a:pt x="1237031" y="82184"/>
                  </a:lnTo>
                  <a:lnTo>
                    <a:pt x="1246775" y="75231"/>
                  </a:lnTo>
                  <a:lnTo>
                    <a:pt x="1256519" y="68525"/>
                  </a:lnTo>
                  <a:lnTo>
                    <a:pt x="1266263" y="62080"/>
                  </a:lnTo>
                  <a:lnTo>
                    <a:pt x="1276007" y="55904"/>
                  </a:lnTo>
                  <a:lnTo>
                    <a:pt x="1285736" y="50005"/>
                  </a:lnTo>
                  <a:lnTo>
                    <a:pt x="1295480" y="44394"/>
                  </a:lnTo>
                  <a:lnTo>
                    <a:pt x="1305224" y="39079"/>
                  </a:lnTo>
                  <a:lnTo>
                    <a:pt x="1314968" y="34070"/>
                  </a:lnTo>
                  <a:lnTo>
                    <a:pt x="1324697" y="29372"/>
                  </a:lnTo>
                  <a:lnTo>
                    <a:pt x="1334441" y="24996"/>
                  </a:lnTo>
                  <a:lnTo>
                    <a:pt x="1344185" y="20948"/>
                  </a:lnTo>
                  <a:lnTo>
                    <a:pt x="1353929" y="17238"/>
                  </a:lnTo>
                  <a:lnTo>
                    <a:pt x="1363658" y="13871"/>
                  </a:lnTo>
                  <a:lnTo>
                    <a:pt x="1373402" y="10854"/>
                  </a:lnTo>
                  <a:lnTo>
                    <a:pt x="1383146" y="8193"/>
                  </a:lnTo>
                  <a:lnTo>
                    <a:pt x="1392890" y="5896"/>
                  </a:lnTo>
                  <a:lnTo>
                    <a:pt x="1402619" y="3966"/>
                  </a:lnTo>
                  <a:lnTo>
                    <a:pt x="1412363" y="2409"/>
                  </a:lnTo>
                  <a:lnTo>
                    <a:pt x="1422106" y="1231"/>
                  </a:lnTo>
                  <a:lnTo>
                    <a:pt x="1431850" y="434"/>
                  </a:lnTo>
                  <a:lnTo>
                    <a:pt x="1441594" y="22"/>
                  </a:lnTo>
                  <a:lnTo>
                    <a:pt x="1451323" y="0"/>
                  </a:lnTo>
                  <a:lnTo>
                    <a:pt x="1461067" y="368"/>
                  </a:lnTo>
                  <a:lnTo>
                    <a:pt x="1470811" y="1131"/>
                  </a:lnTo>
                  <a:lnTo>
                    <a:pt x="1480555" y="2287"/>
                  </a:lnTo>
                  <a:lnTo>
                    <a:pt x="1490284" y="3839"/>
                  </a:lnTo>
                  <a:lnTo>
                    <a:pt x="1500028" y="5788"/>
                  </a:lnTo>
                  <a:lnTo>
                    <a:pt x="1509772" y="8132"/>
                  </a:lnTo>
                  <a:lnTo>
                    <a:pt x="1519516" y="10870"/>
                  </a:lnTo>
                  <a:lnTo>
                    <a:pt x="1529245" y="14004"/>
                  </a:lnTo>
                  <a:lnTo>
                    <a:pt x="1538989" y="17527"/>
                  </a:lnTo>
                  <a:lnTo>
                    <a:pt x="1548733" y="21440"/>
                  </a:lnTo>
                  <a:lnTo>
                    <a:pt x="1558477" y="25738"/>
                  </a:lnTo>
                  <a:lnTo>
                    <a:pt x="1568221" y="30419"/>
                  </a:lnTo>
                  <a:lnTo>
                    <a:pt x="1577950" y="35476"/>
                  </a:lnTo>
                  <a:lnTo>
                    <a:pt x="1587694" y="40905"/>
                  </a:lnTo>
                  <a:lnTo>
                    <a:pt x="1597438" y="46701"/>
                  </a:lnTo>
                  <a:lnTo>
                    <a:pt x="1607182" y="52857"/>
                  </a:lnTo>
                  <a:lnTo>
                    <a:pt x="1616911" y="59366"/>
                  </a:lnTo>
                  <a:lnTo>
                    <a:pt x="1626655" y="66223"/>
                  </a:lnTo>
                  <a:lnTo>
                    <a:pt x="1636399" y="73416"/>
                  </a:lnTo>
                  <a:lnTo>
                    <a:pt x="1646142" y="80940"/>
                  </a:lnTo>
                  <a:lnTo>
                    <a:pt x="1655872" y="88783"/>
                  </a:lnTo>
                  <a:lnTo>
                    <a:pt x="1665616" y="96939"/>
                  </a:lnTo>
                  <a:lnTo>
                    <a:pt x="1675359" y="105394"/>
                  </a:lnTo>
                  <a:lnTo>
                    <a:pt x="1685103" y="114141"/>
                  </a:lnTo>
                  <a:lnTo>
                    <a:pt x="1694832" y="123167"/>
                  </a:lnTo>
                  <a:lnTo>
                    <a:pt x="1704576" y="132461"/>
                  </a:lnTo>
                  <a:lnTo>
                    <a:pt x="1714320" y="142011"/>
                  </a:lnTo>
                  <a:lnTo>
                    <a:pt x="1724064" y="151804"/>
                  </a:lnTo>
                  <a:lnTo>
                    <a:pt x="1733808" y="161830"/>
                  </a:lnTo>
                  <a:lnTo>
                    <a:pt x="1743537" y="172074"/>
                  </a:lnTo>
                  <a:lnTo>
                    <a:pt x="1753281" y="182523"/>
                  </a:lnTo>
                  <a:lnTo>
                    <a:pt x="1763025" y="193162"/>
                  </a:lnTo>
                  <a:lnTo>
                    <a:pt x="1772769" y="203980"/>
                  </a:lnTo>
                  <a:lnTo>
                    <a:pt x="1782498" y="214963"/>
                  </a:lnTo>
                  <a:lnTo>
                    <a:pt x="1792242" y="226094"/>
                  </a:lnTo>
                  <a:lnTo>
                    <a:pt x="1801986" y="237360"/>
                  </a:lnTo>
                  <a:lnTo>
                    <a:pt x="1811730" y="248746"/>
                  </a:lnTo>
                  <a:lnTo>
                    <a:pt x="1821459" y="260239"/>
                  </a:lnTo>
                  <a:lnTo>
                    <a:pt x="1831203" y="271821"/>
                  </a:lnTo>
                  <a:lnTo>
                    <a:pt x="1840947" y="283480"/>
                  </a:lnTo>
                  <a:lnTo>
                    <a:pt x="1850691" y="295199"/>
                  </a:lnTo>
                  <a:lnTo>
                    <a:pt x="1860435" y="306965"/>
                  </a:lnTo>
                  <a:lnTo>
                    <a:pt x="1870164" y="318762"/>
                  </a:lnTo>
                  <a:lnTo>
                    <a:pt x="1879908" y="330574"/>
                  </a:lnTo>
                  <a:lnTo>
                    <a:pt x="1889652" y="342389"/>
                  </a:lnTo>
                  <a:lnTo>
                    <a:pt x="1899395" y="354191"/>
                  </a:lnTo>
                  <a:lnTo>
                    <a:pt x="1909124" y="365965"/>
                  </a:lnTo>
                  <a:lnTo>
                    <a:pt x="1918868" y="377698"/>
                  </a:lnTo>
                  <a:lnTo>
                    <a:pt x="1928612" y="389374"/>
                  </a:lnTo>
                  <a:lnTo>
                    <a:pt x="1938356" y="400981"/>
                  </a:lnTo>
                  <a:lnTo>
                    <a:pt x="1948085" y="412504"/>
                  </a:lnTo>
                  <a:lnTo>
                    <a:pt x="1957829" y="423930"/>
                  </a:lnTo>
                  <a:lnTo>
                    <a:pt x="1967573" y="435247"/>
                  </a:lnTo>
                  <a:lnTo>
                    <a:pt x="1977317" y="446441"/>
                  </a:lnTo>
                  <a:lnTo>
                    <a:pt x="1987046" y="457500"/>
                  </a:lnTo>
                  <a:lnTo>
                    <a:pt x="1996790" y="468414"/>
                  </a:lnTo>
                  <a:lnTo>
                    <a:pt x="2006534" y="479166"/>
                  </a:lnTo>
                  <a:lnTo>
                    <a:pt x="2016278" y="489750"/>
                  </a:lnTo>
                  <a:lnTo>
                    <a:pt x="2026022" y="500154"/>
                  </a:lnTo>
                  <a:lnTo>
                    <a:pt x="2035751" y="510368"/>
                  </a:lnTo>
                  <a:lnTo>
                    <a:pt x="2045495" y="520380"/>
                  </a:lnTo>
                  <a:lnTo>
                    <a:pt x="2055239" y="530183"/>
                  </a:lnTo>
                  <a:lnTo>
                    <a:pt x="2064983" y="539766"/>
                  </a:lnTo>
                  <a:lnTo>
                    <a:pt x="2074712" y="549123"/>
                  </a:lnTo>
                  <a:lnTo>
                    <a:pt x="2084456" y="558244"/>
                  </a:lnTo>
                  <a:lnTo>
                    <a:pt x="2094200" y="567124"/>
                  </a:lnTo>
                  <a:lnTo>
                    <a:pt x="2103944" y="575753"/>
                  </a:lnTo>
                  <a:lnTo>
                    <a:pt x="2113673" y="584128"/>
                  </a:lnTo>
                  <a:lnTo>
                    <a:pt x="2123417" y="592242"/>
                  </a:lnTo>
                  <a:lnTo>
                    <a:pt x="2133161" y="600089"/>
                  </a:lnTo>
                  <a:lnTo>
                    <a:pt x="2142905" y="607665"/>
                  </a:lnTo>
                  <a:lnTo>
                    <a:pt x="2152649" y="614967"/>
                  </a:lnTo>
                  <a:lnTo>
                    <a:pt x="2162377" y="621992"/>
                  </a:lnTo>
                  <a:lnTo>
                    <a:pt x="2172121" y="628736"/>
                  </a:lnTo>
                  <a:lnTo>
                    <a:pt x="2181865" y="635194"/>
                  </a:lnTo>
                  <a:lnTo>
                    <a:pt x="2191609" y="641368"/>
                  </a:lnTo>
                  <a:lnTo>
                    <a:pt x="2201338" y="647258"/>
                  </a:lnTo>
                  <a:lnTo>
                    <a:pt x="2211082" y="652858"/>
                  </a:lnTo>
                  <a:lnTo>
                    <a:pt x="2220826" y="658173"/>
                  </a:lnTo>
                  <a:lnTo>
                    <a:pt x="2230570" y="663201"/>
                  </a:lnTo>
                  <a:lnTo>
                    <a:pt x="2240299" y="667945"/>
                  </a:lnTo>
                  <a:lnTo>
                    <a:pt x="2250043" y="672403"/>
                  </a:lnTo>
                  <a:lnTo>
                    <a:pt x="2259787" y="676581"/>
                  </a:lnTo>
                  <a:lnTo>
                    <a:pt x="2269531" y="680478"/>
                  </a:lnTo>
                  <a:lnTo>
                    <a:pt x="2279260" y="684100"/>
                  </a:lnTo>
                  <a:lnTo>
                    <a:pt x="2289004" y="687448"/>
                  </a:lnTo>
                  <a:lnTo>
                    <a:pt x="2298748" y="690528"/>
                  </a:lnTo>
                  <a:lnTo>
                    <a:pt x="2308492" y="693342"/>
                  </a:lnTo>
                  <a:lnTo>
                    <a:pt x="2318236" y="695897"/>
                  </a:lnTo>
                  <a:lnTo>
                    <a:pt x="2327965" y="698198"/>
                  </a:lnTo>
                  <a:lnTo>
                    <a:pt x="2337709" y="700249"/>
                  </a:lnTo>
                  <a:lnTo>
                    <a:pt x="2347453" y="702056"/>
                  </a:lnTo>
                  <a:lnTo>
                    <a:pt x="2357197" y="703628"/>
                  </a:lnTo>
                  <a:lnTo>
                    <a:pt x="2366926" y="704969"/>
                  </a:lnTo>
                  <a:lnTo>
                    <a:pt x="2376670" y="706087"/>
                  </a:lnTo>
                  <a:lnTo>
                    <a:pt x="2386413" y="706986"/>
                  </a:lnTo>
                  <a:lnTo>
                    <a:pt x="2396157" y="707679"/>
                  </a:lnTo>
                  <a:lnTo>
                    <a:pt x="2405886" y="708169"/>
                  </a:lnTo>
                  <a:lnTo>
                    <a:pt x="2415630" y="708466"/>
                  </a:lnTo>
                  <a:lnTo>
                    <a:pt x="2425374" y="708578"/>
                  </a:lnTo>
                  <a:lnTo>
                    <a:pt x="2435118" y="708511"/>
                  </a:lnTo>
                  <a:lnTo>
                    <a:pt x="2444862" y="708275"/>
                  </a:lnTo>
                  <a:lnTo>
                    <a:pt x="2454591" y="707879"/>
                  </a:lnTo>
                  <a:lnTo>
                    <a:pt x="2464335" y="707331"/>
                  </a:lnTo>
                  <a:lnTo>
                    <a:pt x="2474079" y="706636"/>
                  </a:lnTo>
                  <a:lnTo>
                    <a:pt x="2483823" y="705808"/>
                  </a:lnTo>
                  <a:lnTo>
                    <a:pt x="2493552" y="704853"/>
                  </a:lnTo>
                  <a:lnTo>
                    <a:pt x="2503296" y="703779"/>
                  </a:lnTo>
                  <a:lnTo>
                    <a:pt x="2513040" y="702593"/>
                  </a:lnTo>
                  <a:lnTo>
                    <a:pt x="2522784" y="701307"/>
                  </a:lnTo>
                  <a:lnTo>
                    <a:pt x="2532513" y="699926"/>
                  </a:lnTo>
                  <a:lnTo>
                    <a:pt x="2542257" y="698460"/>
                  </a:lnTo>
                  <a:lnTo>
                    <a:pt x="2552001" y="696915"/>
                  </a:lnTo>
                  <a:lnTo>
                    <a:pt x="2561745" y="695300"/>
                  </a:lnTo>
                  <a:lnTo>
                    <a:pt x="2571474" y="693624"/>
                  </a:lnTo>
                  <a:lnTo>
                    <a:pt x="2581218" y="691891"/>
                  </a:lnTo>
                  <a:lnTo>
                    <a:pt x="2590962" y="690110"/>
                  </a:lnTo>
                  <a:lnTo>
                    <a:pt x="2600705" y="688290"/>
                  </a:lnTo>
                  <a:lnTo>
                    <a:pt x="2610449" y="686433"/>
                  </a:lnTo>
                  <a:lnTo>
                    <a:pt x="2620178" y="684549"/>
                  </a:lnTo>
                  <a:lnTo>
                    <a:pt x="2629922" y="682643"/>
                  </a:lnTo>
                  <a:lnTo>
                    <a:pt x="2639666" y="680720"/>
                  </a:lnTo>
                  <a:lnTo>
                    <a:pt x="2649410" y="678786"/>
                  </a:lnTo>
                  <a:lnTo>
                    <a:pt x="2659139" y="676846"/>
                  </a:lnTo>
                  <a:lnTo>
                    <a:pt x="2668883" y="674904"/>
                  </a:lnTo>
                  <a:lnTo>
                    <a:pt x="2678627" y="672966"/>
                  </a:lnTo>
                  <a:lnTo>
                    <a:pt x="2688371" y="671035"/>
                  </a:lnTo>
                  <a:lnTo>
                    <a:pt x="2698100" y="669116"/>
                  </a:lnTo>
                  <a:lnTo>
                    <a:pt x="2707844" y="667211"/>
                  </a:lnTo>
                  <a:lnTo>
                    <a:pt x="2717588" y="665322"/>
                  </a:lnTo>
                  <a:lnTo>
                    <a:pt x="2727332" y="663453"/>
                  </a:lnTo>
                  <a:lnTo>
                    <a:pt x="2737076" y="661607"/>
                  </a:lnTo>
                  <a:lnTo>
                    <a:pt x="2746805" y="659785"/>
                  </a:lnTo>
                  <a:lnTo>
                    <a:pt x="2756549" y="657988"/>
                  </a:lnTo>
                  <a:lnTo>
                    <a:pt x="2766293" y="656218"/>
                  </a:lnTo>
                  <a:lnTo>
                    <a:pt x="2776037" y="654476"/>
                  </a:lnTo>
                  <a:lnTo>
                    <a:pt x="2785766" y="652762"/>
                  </a:lnTo>
                  <a:lnTo>
                    <a:pt x="2795510" y="651077"/>
                  </a:lnTo>
                  <a:lnTo>
                    <a:pt x="2805254" y="649418"/>
                  </a:lnTo>
                  <a:lnTo>
                    <a:pt x="2814998" y="647788"/>
                  </a:lnTo>
                  <a:lnTo>
                    <a:pt x="2824727" y="646185"/>
                  </a:lnTo>
                  <a:lnTo>
                    <a:pt x="2834471" y="644609"/>
                  </a:lnTo>
                  <a:lnTo>
                    <a:pt x="2844215" y="643056"/>
                  </a:lnTo>
                  <a:lnTo>
                    <a:pt x="2853958" y="641526"/>
                  </a:lnTo>
                  <a:lnTo>
                    <a:pt x="2863687" y="640020"/>
                  </a:lnTo>
                  <a:lnTo>
                    <a:pt x="2873431" y="638532"/>
                  </a:lnTo>
                  <a:lnTo>
                    <a:pt x="2883175" y="637061"/>
                  </a:lnTo>
                  <a:lnTo>
                    <a:pt x="2892919" y="635605"/>
                  </a:lnTo>
                  <a:lnTo>
                    <a:pt x="2902663" y="634162"/>
                  </a:lnTo>
                  <a:lnTo>
                    <a:pt x="2912392" y="63273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5" name="Freeform 844">
              <a:extLst>
                <a:ext uri="{FF2B5EF4-FFF2-40B4-BE49-F238E27FC236}">
                  <a16:creationId xmlns:a16="http://schemas.microsoft.com/office/drawing/2014/main" id="{ECA4D641-3D50-C5AB-888F-B4DEE3B09C17}"/>
                </a:ext>
              </a:extLst>
            </p:cNvPr>
            <p:cNvSpPr/>
            <p:nvPr/>
          </p:nvSpPr>
          <p:spPr>
            <a:xfrm>
              <a:off x="576446" y="3086386"/>
              <a:ext cx="2912392" cy="423320"/>
            </a:xfrm>
            <a:custGeom>
              <a:avLst/>
              <a:gdLst>
                <a:gd name="connsiteX0" fmla="*/ 0 w 2912392"/>
                <a:gd name="connsiteY0" fmla="*/ 0 h 423320"/>
                <a:gd name="connsiteX1" fmla="*/ 9739 w 2912392"/>
                <a:gd name="connsiteY1" fmla="*/ 2010 h 423320"/>
                <a:gd name="connsiteX2" fmla="*/ 19480 w 2912392"/>
                <a:gd name="connsiteY2" fmla="*/ 3926 h 423320"/>
                <a:gd name="connsiteX3" fmla="*/ 29221 w 2912392"/>
                <a:gd name="connsiteY3" fmla="*/ 5742 h 423320"/>
                <a:gd name="connsiteX4" fmla="*/ 38961 w 2912392"/>
                <a:gd name="connsiteY4" fmla="*/ 7455 h 423320"/>
                <a:gd name="connsiteX5" fmla="*/ 48702 w 2912392"/>
                <a:gd name="connsiteY5" fmla="*/ 9065 h 423320"/>
                <a:gd name="connsiteX6" fmla="*/ 58443 w 2912392"/>
                <a:gd name="connsiteY6" fmla="*/ 10563 h 423320"/>
                <a:gd name="connsiteX7" fmla="*/ 68182 w 2912392"/>
                <a:gd name="connsiteY7" fmla="*/ 11952 h 423320"/>
                <a:gd name="connsiteX8" fmla="*/ 77923 w 2912392"/>
                <a:gd name="connsiteY8" fmla="*/ 13226 h 423320"/>
                <a:gd name="connsiteX9" fmla="*/ 87664 w 2912392"/>
                <a:gd name="connsiteY9" fmla="*/ 14385 h 423320"/>
                <a:gd name="connsiteX10" fmla="*/ 97404 w 2912392"/>
                <a:gd name="connsiteY10" fmla="*/ 15429 h 423320"/>
                <a:gd name="connsiteX11" fmla="*/ 107145 w 2912392"/>
                <a:gd name="connsiteY11" fmla="*/ 16356 h 423320"/>
                <a:gd name="connsiteX12" fmla="*/ 116886 w 2912392"/>
                <a:gd name="connsiteY12" fmla="*/ 17167 h 423320"/>
                <a:gd name="connsiteX13" fmla="*/ 126625 w 2912392"/>
                <a:gd name="connsiteY13" fmla="*/ 17861 h 423320"/>
                <a:gd name="connsiteX14" fmla="*/ 136366 w 2912392"/>
                <a:gd name="connsiteY14" fmla="*/ 18440 h 423320"/>
                <a:gd name="connsiteX15" fmla="*/ 146107 w 2912392"/>
                <a:gd name="connsiteY15" fmla="*/ 18905 h 423320"/>
                <a:gd name="connsiteX16" fmla="*/ 155846 w 2912392"/>
                <a:gd name="connsiteY16" fmla="*/ 19258 h 423320"/>
                <a:gd name="connsiteX17" fmla="*/ 165587 w 2912392"/>
                <a:gd name="connsiteY17" fmla="*/ 19503 h 423320"/>
                <a:gd name="connsiteX18" fmla="*/ 175328 w 2912392"/>
                <a:gd name="connsiteY18" fmla="*/ 19640 h 423320"/>
                <a:gd name="connsiteX19" fmla="*/ 185068 w 2912392"/>
                <a:gd name="connsiteY19" fmla="*/ 19673 h 423320"/>
                <a:gd name="connsiteX20" fmla="*/ 194809 w 2912392"/>
                <a:gd name="connsiteY20" fmla="*/ 19607 h 423320"/>
                <a:gd name="connsiteX21" fmla="*/ 204550 w 2912392"/>
                <a:gd name="connsiteY21" fmla="*/ 19446 h 423320"/>
                <a:gd name="connsiteX22" fmla="*/ 214289 w 2912392"/>
                <a:gd name="connsiteY22" fmla="*/ 19194 h 423320"/>
                <a:gd name="connsiteX23" fmla="*/ 224030 w 2912392"/>
                <a:gd name="connsiteY23" fmla="*/ 18858 h 423320"/>
                <a:gd name="connsiteX24" fmla="*/ 233771 w 2912392"/>
                <a:gd name="connsiteY24" fmla="*/ 18440 h 423320"/>
                <a:gd name="connsiteX25" fmla="*/ 243510 w 2912392"/>
                <a:gd name="connsiteY25" fmla="*/ 17949 h 423320"/>
                <a:gd name="connsiteX26" fmla="*/ 253251 w 2912392"/>
                <a:gd name="connsiteY26" fmla="*/ 17389 h 423320"/>
                <a:gd name="connsiteX27" fmla="*/ 262992 w 2912392"/>
                <a:gd name="connsiteY27" fmla="*/ 16769 h 423320"/>
                <a:gd name="connsiteX28" fmla="*/ 272732 w 2912392"/>
                <a:gd name="connsiteY28" fmla="*/ 16094 h 423320"/>
                <a:gd name="connsiteX29" fmla="*/ 282473 w 2912392"/>
                <a:gd name="connsiteY29" fmla="*/ 15371 h 423320"/>
                <a:gd name="connsiteX30" fmla="*/ 292214 w 2912392"/>
                <a:gd name="connsiteY30" fmla="*/ 14611 h 423320"/>
                <a:gd name="connsiteX31" fmla="*/ 301953 w 2912392"/>
                <a:gd name="connsiteY31" fmla="*/ 13819 h 423320"/>
                <a:gd name="connsiteX32" fmla="*/ 311694 w 2912392"/>
                <a:gd name="connsiteY32" fmla="*/ 13002 h 423320"/>
                <a:gd name="connsiteX33" fmla="*/ 321435 w 2912392"/>
                <a:gd name="connsiteY33" fmla="*/ 12171 h 423320"/>
                <a:gd name="connsiteX34" fmla="*/ 331175 w 2912392"/>
                <a:gd name="connsiteY34" fmla="*/ 11332 h 423320"/>
                <a:gd name="connsiteX35" fmla="*/ 340916 w 2912392"/>
                <a:gd name="connsiteY35" fmla="*/ 10496 h 423320"/>
                <a:gd name="connsiteX36" fmla="*/ 350656 w 2912392"/>
                <a:gd name="connsiteY36" fmla="*/ 9669 h 423320"/>
                <a:gd name="connsiteX37" fmla="*/ 360396 w 2912392"/>
                <a:gd name="connsiteY37" fmla="*/ 8863 h 423320"/>
                <a:gd name="connsiteX38" fmla="*/ 370137 w 2912392"/>
                <a:gd name="connsiteY38" fmla="*/ 8084 h 423320"/>
                <a:gd name="connsiteX39" fmla="*/ 379878 w 2912392"/>
                <a:gd name="connsiteY39" fmla="*/ 7344 h 423320"/>
                <a:gd name="connsiteX40" fmla="*/ 389617 w 2912392"/>
                <a:gd name="connsiteY40" fmla="*/ 6648 h 423320"/>
                <a:gd name="connsiteX41" fmla="*/ 399358 w 2912392"/>
                <a:gd name="connsiteY41" fmla="*/ 6007 h 423320"/>
                <a:gd name="connsiteX42" fmla="*/ 409099 w 2912392"/>
                <a:gd name="connsiteY42" fmla="*/ 5431 h 423320"/>
                <a:gd name="connsiteX43" fmla="*/ 418839 w 2912392"/>
                <a:gd name="connsiteY43" fmla="*/ 4926 h 423320"/>
                <a:gd name="connsiteX44" fmla="*/ 428580 w 2912392"/>
                <a:gd name="connsiteY44" fmla="*/ 4501 h 423320"/>
                <a:gd name="connsiteX45" fmla="*/ 438321 w 2912392"/>
                <a:gd name="connsiteY45" fmla="*/ 4166 h 423320"/>
                <a:gd name="connsiteX46" fmla="*/ 448060 w 2912392"/>
                <a:gd name="connsiteY46" fmla="*/ 3929 h 423320"/>
                <a:gd name="connsiteX47" fmla="*/ 457801 w 2912392"/>
                <a:gd name="connsiteY47" fmla="*/ 3796 h 423320"/>
                <a:gd name="connsiteX48" fmla="*/ 467542 w 2912392"/>
                <a:gd name="connsiteY48" fmla="*/ 3777 h 423320"/>
                <a:gd name="connsiteX49" fmla="*/ 477281 w 2912392"/>
                <a:gd name="connsiteY49" fmla="*/ 3878 h 423320"/>
                <a:gd name="connsiteX50" fmla="*/ 487022 w 2912392"/>
                <a:gd name="connsiteY50" fmla="*/ 4106 h 423320"/>
                <a:gd name="connsiteX51" fmla="*/ 496763 w 2912392"/>
                <a:gd name="connsiteY51" fmla="*/ 4468 h 423320"/>
                <a:gd name="connsiteX52" fmla="*/ 506503 w 2912392"/>
                <a:gd name="connsiteY52" fmla="*/ 4972 h 423320"/>
                <a:gd name="connsiteX53" fmla="*/ 516244 w 2912392"/>
                <a:gd name="connsiteY53" fmla="*/ 5621 h 423320"/>
                <a:gd name="connsiteX54" fmla="*/ 525985 w 2912392"/>
                <a:gd name="connsiteY54" fmla="*/ 6423 h 423320"/>
                <a:gd name="connsiteX55" fmla="*/ 535724 w 2912392"/>
                <a:gd name="connsiteY55" fmla="*/ 7381 h 423320"/>
                <a:gd name="connsiteX56" fmla="*/ 545465 w 2912392"/>
                <a:gd name="connsiteY56" fmla="*/ 8501 h 423320"/>
                <a:gd name="connsiteX57" fmla="*/ 555206 w 2912392"/>
                <a:gd name="connsiteY57" fmla="*/ 9787 h 423320"/>
                <a:gd name="connsiteX58" fmla="*/ 564946 w 2912392"/>
                <a:gd name="connsiteY58" fmla="*/ 11243 h 423320"/>
                <a:gd name="connsiteX59" fmla="*/ 574687 w 2912392"/>
                <a:gd name="connsiteY59" fmla="*/ 12870 h 423320"/>
                <a:gd name="connsiteX60" fmla="*/ 584428 w 2912392"/>
                <a:gd name="connsiteY60" fmla="*/ 14673 h 423320"/>
                <a:gd name="connsiteX61" fmla="*/ 594167 w 2912392"/>
                <a:gd name="connsiteY61" fmla="*/ 16653 h 423320"/>
                <a:gd name="connsiteX62" fmla="*/ 603908 w 2912392"/>
                <a:gd name="connsiteY62" fmla="*/ 18810 h 423320"/>
                <a:gd name="connsiteX63" fmla="*/ 613649 w 2912392"/>
                <a:gd name="connsiteY63" fmla="*/ 21148 h 423320"/>
                <a:gd name="connsiteX64" fmla="*/ 623388 w 2912392"/>
                <a:gd name="connsiteY64" fmla="*/ 23666 h 423320"/>
                <a:gd name="connsiteX65" fmla="*/ 633129 w 2912392"/>
                <a:gd name="connsiteY65" fmla="*/ 26361 h 423320"/>
                <a:gd name="connsiteX66" fmla="*/ 642870 w 2912392"/>
                <a:gd name="connsiteY66" fmla="*/ 29236 h 423320"/>
                <a:gd name="connsiteX67" fmla="*/ 652610 w 2912392"/>
                <a:gd name="connsiteY67" fmla="*/ 32288 h 423320"/>
                <a:gd name="connsiteX68" fmla="*/ 662351 w 2912392"/>
                <a:gd name="connsiteY68" fmla="*/ 35513 h 423320"/>
                <a:gd name="connsiteX69" fmla="*/ 672092 w 2912392"/>
                <a:gd name="connsiteY69" fmla="*/ 38912 h 423320"/>
                <a:gd name="connsiteX70" fmla="*/ 681831 w 2912392"/>
                <a:gd name="connsiteY70" fmla="*/ 42480 h 423320"/>
                <a:gd name="connsiteX71" fmla="*/ 691572 w 2912392"/>
                <a:gd name="connsiteY71" fmla="*/ 46212 h 423320"/>
                <a:gd name="connsiteX72" fmla="*/ 701313 w 2912392"/>
                <a:gd name="connsiteY72" fmla="*/ 50105 h 423320"/>
                <a:gd name="connsiteX73" fmla="*/ 711052 w 2912392"/>
                <a:gd name="connsiteY73" fmla="*/ 54153 h 423320"/>
                <a:gd name="connsiteX74" fmla="*/ 720793 w 2912392"/>
                <a:gd name="connsiteY74" fmla="*/ 58353 h 423320"/>
                <a:gd name="connsiteX75" fmla="*/ 730534 w 2912392"/>
                <a:gd name="connsiteY75" fmla="*/ 62698 h 423320"/>
                <a:gd name="connsiteX76" fmla="*/ 740274 w 2912392"/>
                <a:gd name="connsiteY76" fmla="*/ 67180 h 423320"/>
                <a:gd name="connsiteX77" fmla="*/ 750015 w 2912392"/>
                <a:gd name="connsiteY77" fmla="*/ 71792 h 423320"/>
                <a:gd name="connsiteX78" fmla="*/ 759756 w 2912392"/>
                <a:gd name="connsiteY78" fmla="*/ 76529 h 423320"/>
                <a:gd name="connsiteX79" fmla="*/ 769495 w 2912392"/>
                <a:gd name="connsiteY79" fmla="*/ 81381 h 423320"/>
                <a:gd name="connsiteX80" fmla="*/ 779236 w 2912392"/>
                <a:gd name="connsiteY80" fmla="*/ 86343 h 423320"/>
                <a:gd name="connsiteX81" fmla="*/ 788977 w 2912392"/>
                <a:gd name="connsiteY81" fmla="*/ 91402 h 423320"/>
                <a:gd name="connsiteX82" fmla="*/ 798717 w 2912392"/>
                <a:gd name="connsiteY82" fmla="*/ 96551 h 423320"/>
                <a:gd name="connsiteX83" fmla="*/ 808458 w 2912392"/>
                <a:gd name="connsiteY83" fmla="*/ 101782 h 423320"/>
                <a:gd name="connsiteX84" fmla="*/ 818199 w 2912392"/>
                <a:gd name="connsiteY84" fmla="*/ 107083 h 423320"/>
                <a:gd name="connsiteX85" fmla="*/ 827938 w 2912392"/>
                <a:gd name="connsiteY85" fmla="*/ 112447 h 423320"/>
                <a:gd name="connsiteX86" fmla="*/ 837679 w 2912392"/>
                <a:gd name="connsiteY86" fmla="*/ 117863 h 423320"/>
                <a:gd name="connsiteX87" fmla="*/ 847420 w 2912392"/>
                <a:gd name="connsiteY87" fmla="*/ 123319 h 423320"/>
                <a:gd name="connsiteX88" fmla="*/ 857159 w 2912392"/>
                <a:gd name="connsiteY88" fmla="*/ 128805 h 423320"/>
                <a:gd name="connsiteX89" fmla="*/ 866900 w 2912392"/>
                <a:gd name="connsiteY89" fmla="*/ 134313 h 423320"/>
                <a:gd name="connsiteX90" fmla="*/ 876641 w 2912392"/>
                <a:gd name="connsiteY90" fmla="*/ 139828 h 423320"/>
                <a:gd name="connsiteX91" fmla="*/ 886381 w 2912392"/>
                <a:gd name="connsiteY91" fmla="*/ 145344 h 423320"/>
                <a:gd name="connsiteX92" fmla="*/ 896122 w 2912392"/>
                <a:gd name="connsiteY92" fmla="*/ 150848 h 423320"/>
                <a:gd name="connsiteX93" fmla="*/ 905863 w 2912392"/>
                <a:gd name="connsiteY93" fmla="*/ 156329 h 423320"/>
                <a:gd name="connsiteX94" fmla="*/ 915602 w 2912392"/>
                <a:gd name="connsiteY94" fmla="*/ 161778 h 423320"/>
                <a:gd name="connsiteX95" fmla="*/ 925343 w 2912392"/>
                <a:gd name="connsiteY95" fmla="*/ 167182 h 423320"/>
                <a:gd name="connsiteX96" fmla="*/ 935084 w 2912392"/>
                <a:gd name="connsiteY96" fmla="*/ 172532 h 423320"/>
                <a:gd name="connsiteX97" fmla="*/ 944824 w 2912392"/>
                <a:gd name="connsiteY97" fmla="*/ 177818 h 423320"/>
                <a:gd name="connsiteX98" fmla="*/ 954564 w 2912392"/>
                <a:gd name="connsiteY98" fmla="*/ 183028 h 423320"/>
                <a:gd name="connsiteX99" fmla="*/ 964305 w 2912392"/>
                <a:gd name="connsiteY99" fmla="*/ 188155 h 423320"/>
                <a:gd name="connsiteX100" fmla="*/ 974045 w 2912392"/>
                <a:gd name="connsiteY100" fmla="*/ 193188 h 423320"/>
                <a:gd name="connsiteX101" fmla="*/ 983786 w 2912392"/>
                <a:gd name="connsiteY101" fmla="*/ 198116 h 423320"/>
                <a:gd name="connsiteX102" fmla="*/ 993522 w 2912392"/>
                <a:gd name="connsiteY102" fmla="*/ 202933 h 423320"/>
                <a:gd name="connsiteX103" fmla="*/ 1003266 w 2912392"/>
                <a:gd name="connsiteY103" fmla="*/ 207628 h 423320"/>
                <a:gd name="connsiteX104" fmla="*/ 1013010 w 2912392"/>
                <a:gd name="connsiteY104" fmla="*/ 212194 h 423320"/>
                <a:gd name="connsiteX105" fmla="*/ 1022754 w 2912392"/>
                <a:gd name="connsiteY105" fmla="*/ 216622 h 423320"/>
                <a:gd name="connsiteX106" fmla="*/ 1032483 w 2912392"/>
                <a:gd name="connsiteY106" fmla="*/ 220907 h 423320"/>
                <a:gd name="connsiteX107" fmla="*/ 1042227 w 2912392"/>
                <a:gd name="connsiteY107" fmla="*/ 225039 h 423320"/>
                <a:gd name="connsiteX108" fmla="*/ 1051971 w 2912392"/>
                <a:gd name="connsiteY108" fmla="*/ 229011 h 423320"/>
                <a:gd name="connsiteX109" fmla="*/ 1061715 w 2912392"/>
                <a:gd name="connsiteY109" fmla="*/ 232820 h 423320"/>
                <a:gd name="connsiteX110" fmla="*/ 1071444 w 2912392"/>
                <a:gd name="connsiteY110" fmla="*/ 236459 h 423320"/>
                <a:gd name="connsiteX111" fmla="*/ 1081188 w 2912392"/>
                <a:gd name="connsiteY111" fmla="*/ 239921 h 423320"/>
                <a:gd name="connsiteX112" fmla="*/ 1090932 w 2912392"/>
                <a:gd name="connsiteY112" fmla="*/ 243205 h 423320"/>
                <a:gd name="connsiteX113" fmla="*/ 1100676 w 2912392"/>
                <a:gd name="connsiteY113" fmla="*/ 246304 h 423320"/>
                <a:gd name="connsiteX114" fmla="*/ 1110405 w 2912392"/>
                <a:gd name="connsiteY114" fmla="*/ 249217 h 423320"/>
                <a:gd name="connsiteX115" fmla="*/ 1120149 w 2912392"/>
                <a:gd name="connsiteY115" fmla="*/ 251940 h 423320"/>
                <a:gd name="connsiteX116" fmla="*/ 1129893 w 2912392"/>
                <a:gd name="connsiteY116" fmla="*/ 254470 h 423320"/>
                <a:gd name="connsiteX117" fmla="*/ 1139637 w 2912392"/>
                <a:gd name="connsiteY117" fmla="*/ 256806 h 423320"/>
                <a:gd name="connsiteX118" fmla="*/ 1149381 w 2912392"/>
                <a:gd name="connsiteY118" fmla="*/ 258947 h 423320"/>
                <a:gd name="connsiteX119" fmla="*/ 1159110 w 2912392"/>
                <a:gd name="connsiteY119" fmla="*/ 260893 h 423320"/>
                <a:gd name="connsiteX120" fmla="*/ 1168854 w 2912392"/>
                <a:gd name="connsiteY120" fmla="*/ 262642 h 423320"/>
                <a:gd name="connsiteX121" fmla="*/ 1178598 w 2912392"/>
                <a:gd name="connsiteY121" fmla="*/ 264198 h 423320"/>
                <a:gd name="connsiteX122" fmla="*/ 1188341 w 2912392"/>
                <a:gd name="connsiteY122" fmla="*/ 265559 h 423320"/>
                <a:gd name="connsiteX123" fmla="*/ 1198070 w 2912392"/>
                <a:gd name="connsiteY123" fmla="*/ 266729 h 423320"/>
                <a:gd name="connsiteX124" fmla="*/ 1207814 w 2912392"/>
                <a:gd name="connsiteY124" fmla="*/ 267709 h 423320"/>
                <a:gd name="connsiteX125" fmla="*/ 1217558 w 2912392"/>
                <a:gd name="connsiteY125" fmla="*/ 268504 h 423320"/>
                <a:gd name="connsiteX126" fmla="*/ 1227302 w 2912392"/>
                <a:gd name="connsiteY126" fmla="*/ 269114 h 423320"/>
                <a:gd name="connsiteX127" fmla="*/ 1237031 w 2912392"/>
                <a:gd name="connsiteY127" fmla="*/ 269545 h 423320"/>
                <a:gd name="connsiteX128" fmla="*/ 1246775 w 2912392"/>
                <a:gd name="connsiteY128" fmla="*/ 269801 h 423320"/>
                <a:gd name="connsiteX129" fmla="*/ 1256519 w 2912392"/>
                <a:gd name="connsiteY129" fmla="*/ 269888 h 423320"/>
                <a:gd name="connsiteX130" fmla="*/ 1266263 w 2912392"/>
                <a:gd name="connsiteY130" fmla="*/ 269810 h 423320"/>
                <a:gd name="connsiteX131" fmla="*/ 1276007 w 2912392"/>
                <a:gd name="connsiteY131" fmla="*/ 269573 h 423320"/>
                <a:gd name="connsiteX132" fmla="*/ 1285736 w 2912392"/>
                <a:gd name="connsiteY132" fmla="*/ 269184 h 423320"/>
                <a:gd name="connsiteX133" fmla="*/ 1295480 w 2912392"/>
                <a:gd name="connsiteY133" fmla="*/ 268651 h 423320"/>
                <a:gd name="connsiteX134" fmla="*/ 1305224 w 2912392"/>
                <a:gd name="connsiteY134" fmla="*/ 267978 h 423320"/>
                <a:gd name="connsiteX135" fmla="*/ 1314968 w 2912392"/>
                <a:gd name="connsiteY135" fmla="*/ 267173 h 423320"/>
                <a:gd name="connsiteX136" fmla="*/ 1324697 w 2912392"/>
                <a:gd name="connsiteY136" fmla="*/ 266246 h 423320"/>
                <a:gd name="connsiteX137" fmla="*/ 1334441 w 2912392"/>
                <a:gd name="connsiteY137" fmla="*/ 265203 h 423320"/>
                <a:gd name="connsiteX138" fmla="*/ 1344185 w 2912392"/>
                <a:gd name="connsiteY138" fmla="*/ 264053 h 423320"/>
                <a:gd name="connsiteX139" fmla="*/ 1353929 w 2912392"/>
                <a:gd name="connsiteY139" fmla="*/ 262805 h 423320"/>
                <a:gd name="connsiteX140" fmla="*/ 1363658 w 2912392"/>
                <a:gd name="connsiteY140" fmla="*/ 261467 h 423320"/>
                <a:gd name="connsiteX141" fmla="*/ 1373402 w 2912392"/>
                <a:gd name="connsiteY141" fmla="*/ 260048 h 423320"/>
                <a:gd name="connsiteX142" fmla="*/ 1383146 w 2912392"/>
                <a:gd name="connsiteY142" fmla="*/ 258557 h 423320"/>
                <a:gd name="connsiteX143" fmla="*/ 1392890 w 2912392"/>
                <a:gd name="connsiteY143" fmla="*/ 257004 h 423320"/>
                <a:gd name="connsiteX144" fmla="*/ 1402619 w 2912392"/>
                <a:gd name="connsiteY144" fmla="*/ 255398 h 423320"/>
                <a:gd name="connsiteX145" fmla="*/ 1412363 w 2912392"/>
                <a:gd name="connsiteY145" fmla="*/ 253748 h 423320"/>
                <a:gd name="connsiteX146" fmla="*/ 1422106 w 2912392"/>
                <a:gd name="connsiteY146" fmla="*/ 252063 h 423320"/>
                <a:gd name="connsiteX147" fmla="*/ 1431850 w 2912392"/>
                <a:gd name="connsiteY147" fmla="*/ 250354 h 423320"/>
                <a:gd name="connsiteX148" fmla="*/ 1441594 w 2912392"/>
                <a:gd name="connsiteY148" fmla="*/ 248628 h 423320"/>
                <a:gd name="connsiteX149" fmla="*/ 1451323 w 2912392"/>
                <a:gd name="connsiteY149" fmla="*/ 246897 h 423320"/>
                <a:gd name="connsiteX150" fmla="*/ 1461067 w 2912392"/>
                <a:gd name="connsiteY150" fmla="*/ 245170 h 423320"/>
                <a:gd name="connsiteX151" fmla="*/ 1470811 w 2912392"/>
                <a:gd name="connsiteY151" fmla="*/ 243454 h 423320"/>
                <a:gd name="connsiteX152" fmla="*/ 1480555 w 2912392"/>
                <a:gd name="connsiteY152" fmla="*/ 241760 h 423320"/>
                <a:gd name="connsiteX153" fmla="*/ 1490284 w 2912392"/>
                <a:gd name="connsiteY153" fmla="*/ 240096 h 423320"/>
                <a:gd name="connsiteX154" fmla="*/ 1500028 w 2912392"/>
                <a:gd name="connsiteY154" fmla="*/ 238470 h 423320"/>
                <a:gd name="connsiteX155" fmla="*/ 1509772 w 2912392"/>
                <a:gd name="connsiteY155" fmla="*/ 236891 h 423320"/>
                <a:gd name="connsiteX156" fmla="*/ 1519516 w 2912392"/>
                <a:gd name="connsiteY156" fmla="*/ 235368 h 423320"/>
                <a:gd name="connsiteX157" fmla="*/ 1529245 w 2912392"/>
                <a:gd name="connsiteY157" fmla="*/ 233910 h 423320"/>
                <a:gd name="connsiteX158" fmla="*/ 1538989 w 2912392"/>
                <a:gd name="connsiteY158" fmla="*/ 232521 h 423320"/>
                <a:gd name="connsiteX159" fmla="*/ 1548733 w 2912392"/>
                <a:gd name="connsiteY159" fmla="*/ 231213 h 423320"/>
                <a:gd name="connsiteX160" fmla="*/ 1558477 w 2912392"/>
                <a:gd name="connsiteY160" fmla="*/ 229990 h 423320"/>
                <a:gd name="connsiteX161" fmla="*/ 1568221 w 2912392"/>
                <a:gd name="connsiteY161" fmla="*/ 228859 h 423320"/>
                <a:gd name="connsiteX162" fmla="*/ 1577950 w 2912392"/>
                <a:gd name="connsiteY162" fmla="*/ 227826 h 423320"/>
                <a:gd name="connsiteX163" fmla="*/ 1587694 w 2912392"/>
                <a:gd name="connsiteY163" fmla="*/ 226900 h 423320"/>
                <a:gd name="connsiteX164" fmla="*/ 1597438 w 2912392"/>
                <a:gd name="connsiteY164" fmla="*/ 226083 h 423320"/>
                <a:gd name="connsiteX165" fmla="*/ 1607182 w 2912392"/>
                <a:gd name="connsiteY165" fmla="*/ 225384 h 423320"/>
                <a:gd name="connsiteX166" fmla="*/ 1616911 w 2912392"/>
                <a:gd name="connsiteY166" fmla="*/ 224805 h 423320"/>
                <a:gd name="connsiteX167" fmla="*/ 1626655 w 2912392"/>
                <a:gd name="connsiteY167" fmla="*/ 224352 h 423320"/>
                <a:gd name="connsiteX168" fmla="*/ 1636399 w 2912392"/>
                <a:gd name="connsiteY168" fmla="*/ 224029 h 423320"/>
                <a:gd name="connsiteX169" fmla="*/ 1646142 w 2912392"/>
                <a:gd name="connsiteY169" fmla="*/ 223839 h 423320"/>
                <a:gd name="connsiteX170" fmla="*/ 1655872 w 2912392"/>
                <a:gd name="connsiteY170" fmla="*/ 223786 h 423320"/>
                <a:gd name="connsiteX171" fmla="*/ 1665616 w 2912392"/>
                <a:gd name="connsiteY171" fmla="*/ 223872 h 423320"/>
                <a:gd name="connsiteX172" fmla="*/ 1675359 w 2912392"/>
                <a:gd name="connsiteY172" fmla="*/ 224102 h 423320"/>
                <a:gd name="connsiteX173" fmla="*/ 1685103 w 2912392"/>
                <a:gd name="connsiteY173" fmla="*/ 224474 h 423320"/>
                <a:gd name="connsiteX174" fmla="*/ 1694832 w 2912392"/>
                <a:gd name="connsiteY174" fmla="*/ 224993 h 423320"/>
                <a:gd name="connsiteX175" fmla="*/ 1704576 w 2912392"/>
                <a:gd name="connsiteY175" fmla="*/ 225658 h 423320"/>
                <a:gd name="connsiteX176" fmla="*/ 1714320 w 2912392"/>
                <a:gd name="connsiteY176" fmla="*/ 226472 h 423320"/>
                <a:gd name="connsiteX177" fmla="*/ 1724064 w 2912392"/>
                <a:gd name="connsiteY177" fmla="*/ 227433 h 423320"/>
                <a:gd name="connsiteX178" fmla="*/ 1733808 w 2912392"/>
                <a:gd name="connsiteY178" fmla="*/ 228543 h 423320"/>
                <a:gd name="connsiteX179" fmla="*/ 1743537 w 2912392"/>
                <a:gd name="connsiteY179" fmla="*/ 229802 h 423320"/>
                <a:gd name="connsiteX180" fmla="*/ 1753281 w 2912392"/>
                <a:gd name="connsiteY180" fmla="*/ 231205 h 423320"/>
                <a:gd name="connsiteX181" fmla="*/ 1763025 w 2912392"/>
                <a:gd name="connsiteY181" fmla="*/ 232756 h 423320"/>
                <a:gd name="connsiteX182" fmla="*/ 1772769 w 2912392"/>
                <a:gd name="connsiteY182" fmla="*/ 234450 h 423320"/>
                <a:gd name="connsiteX183" fmla="*/ 1782498 w 2912392"/>
                <a:gd name="connsiteY183" fmla="*/ 236287 h 423320"/>
                <a:gd name="connsiteX184" fmla="*/ 1792242 w 2912392"/>
                <a:gd name="connsiteY184" fmla="*/ 238265 h 423320"/>
                <a:gd name="connsiteX185" fmla="*/ 1801986 w 2912392"/>
                <a:gd name="connsiteY185" fmla="*/ 240379 h 423320"/>
                <a:gd name="connsiteX186" fmla="*/ 1811730 w 2912392"/>
                <a:gd name="connsiteY186" fmla="*/ 242627 h 423320"/>
                <a:gd name="connsiteX187" fmla="*/ 1821459 w 2912392"/>
                <a:gd name="connsiteY187" fmla="*/ 245008 h 423320"/>
                <a:gd name="connsiteX188" fmla="*/ 1831203 w 2912392"/>
                <a:gd name="connsiteY188" fmla="*/ 247515 h 423320"/>
                <a:gd name="connsiteX189" fmla="*/ 1840947 w 2912392"/>
                <a:gd name="connsiteY189" fmla="*/ 250146 h 423320"/>
                <a:gd name="connsiteX190" fmla="*/ 1850691 w 2912392"/>
                <a:gd name="connsiteY190" fmla="*/ 252898 h 423320"/>
                <a:gd name="connsiteX191" fmla="*/ 1860435 w 2912392"/>
                <a:gd name="connsiteY191" fmla="*/ 255765 h 423320"/>
                <a:gd name="connsiteX192" fmla="*/ 1870164 w 2912392"/>
                <a:gd name="connsiteY192" fmla="*/ 258743 h 423320"/>
                <a:gd name="connsiteX193" fmla="*/ 1879908 w 2912392"/>
                <a:gd name="connsiteY193" fmla="*/ 261827 h 423320"/>
                <a:gd name="connsiteX194" fmla="*/ 1889652 w 2912392"/>
                <a:gd name="connsiteY194" fmla="*/ 265013 h 423320"/>
                <a:gd name="connsiteX195" fmla="*/ 1899395 w 2912392"/>
                <a:gd name="connsiteY195" fmla="*/ 268293 h 423320"/>
                <a:gd name="connsiteX196" fmla="*/ 1909124 w 2912392"/>
                <a:gd name="connsiteY196" fmla="*/ 271664 h 423320"/>
                <a:gd name="connsiteX197" fmla="*/ 1918868 w 2912392"/>
                <a:gd name="connsiteY197" fmla="*/ 275120 h 423320"/>
                <a:gd name="connsiteX198" fmla="*/ 1928612 w 2912392"/>
                <a:gd name="connsiteY198" fmla="*/ 278656 h 423320"/>
                <a:gd name="connsiteX199" fmla="*/ 1938356 w 2912392"/>
                <a:gd name="connsiteY199" fmla="*/ 282264 h 423320"/>
                <a:gd name="connsiteX200" fmla="*/ 1948085 w 2912392"/>
                <a:gd name="connsiteY200" fmla="*/ 285940 h 423320"/>
                <a:gd name="connsiteX201" fmla="*/ 1957829 w 2912392"/>
                <a:gd name="connsiteY201" fmla="*/ 289676 h 423320"/>
                <a:gd name="connsiteX202" fmla="*/ 1967573 w 2912392"/>
                <a:gd name="connsiteY202" fmla="*/ 293470 h 423320"/>
                <a:gd name="connsiteX203" fmla="*/ 1977317 w 2912392"/>
                <a:gd name="connsiteY203" fmla="*/ 297311 h 423320"/>
                <a:gd name="connsiteX204" fmla="*/ 1987046 w 2912392"/>
                <a:gd name="connsiteY204" fmla="*/ 301195 h 423320"/>
                <a:gd name="connsiteX205" fmla="*/ 1996790 w 2912392"/>
                <a:gd name="connsiteY205" fmla="*/ 305115 h 423320"/>
                <a:gd name="connsiteX206" fmla="*/ 2006534 w 2912392"/>
                <a:gd name="connsiteY206" fmla="*/ 309064 h 423320"/>
                <a:gd name="connsiteX207" fmla="*/ 2016278 w 2912392"/>
                <a:gd name="connsiteY207" fmla="*/ 313037 h 423320"/>
                <a:gd name="connsiteX208" fmla="*/ 2026022 w 2912392"/>
                <a:gd name="connsiteY208" fmla="*/ 317028 h 423320"/>
                <a:gd name="connsiteX209" fmla="*/ 2035751 w 2912392"/>
                <a:gd name="connsiteY209" fmla="*/ 321028 h 423320"/>
                <a:gd name="connsiteX210" fmla="*/ 2045495 w 2912392"/>
                <a:gd name="connsiteY210" fmla="*/ 325033 h 423320"/>
                <a:gd name="connsiteX211" fmla="*/ 2055239 w 2912392"/>
                <a:gd name="connsiteY211" fmla="*/ 329035 h 423320"/>
                <a:gd name="connsiteX212" fmla="*/ 2064983 w 2912392"/>
                <a:gd name="connsiteY212" fmla="*/ 333028 h 423320"/>
                <a:gd name="connsiteX213" fmla="*/ 2074712 w 2912392"/>
                <a:gd name="connsiteY213" fmla="*/ 337006 h 423320"/>
                <a:gd name="connsiteX214" fmla="*/ 2084456 w 2912392"/>
                <a:gd name="connsiteY214" fmla="*/ 340963 h 423320"/>
                <a:gd name="connsiteX215" fmla="*/ 2094200 w 2912392"/>
                <a:gd name="connsiteY215" fmla="*/ 344892 h 423320"/>
                <a:gd name="connsiteX216" fmla="*/ 2103944 w 2912392"/>
                <a:gd name="connsiteY216" fmla="*/ 348787 h 423320"/>
                <a:gd name="connsiteX217" fmla="*/ 2113673 w 2912392"/>
                <a:gd name="connsiteY217" fmla="*/ 352643 h 423320"/>
                <a:gd name="connsiteX218" fmla="*/ 2123417 w 2912392"/>
                <a:gd name="connsiteY218" fmla="*/ 356451 h 423320"/>
                <a:gd name="connsiteX219" fmla="*/ 2133161 w 2912392"/>
                <a:gd name="connsiteY219" fmla="*/ 360207 h 423320"/>
                <a:gd name="connsiteX220" fmla="*/ 2142905 w 2912392"/>
                <a:gd name="connsiteY220" fmla="*/ 363905 h 423320"/>
                <a:gd name="connsiteX221" fmla="*/ 2152649 w 2912392"/>
                <a:gd name="connsiteY221" fmla="*/ 367540 h 423320"/>
                <a:gd name="connsiteX222" fmla="*/ 2162377 w 2912392"/>
                <a:gd name="connsiteY222" fmla="*/ 371104 h 423320"/>
                <a:gd name="connsiteX223" fmla="*/ 2172121 w 2912392"/>
                <a:gd name="connsiteY223" fmla="*/ 374593 h 423320"/>
                <a:gd name="connsiteX224" fmla="*/ 2181865 w 2912392"/>
                <a:gd name="connsiteY224" fmla="*/ 378002 h 423320"/>
                <a:gd name="connsiteX225" fmla="*/ 2191609 w 2912392"/>
                <a:gd name="connsiteY225" fmla="*/ 381325 h 423320"/>
                <a:gd name="connsiteX226" fmla="*/ 2201338 w 2912392"/>
                <a:gd name="connsiteY226" fmla="*/ 384555 h 423320"/>
                <a:gd name="connsiteX227" fmla="*/ 2211082 w 2912392"/>
                <a:gd name="connsiteY227" fmla="*/ 387688 h 423320"/>
                <a:gd name="connsiteX228" fmla="*/ 2220826 w 2912392"/>
                <a:gd name="connsiteY228" fmla="*/ 390720 h 423320"/>
                <a:gd name="connsiteX229" fmla="*/ 2230570 w 2912392"/>
                <a:gd name="connsiteY229" fmla="*/ 393646 h 423320"/>
                <a:gd name="connsiteX230" fmla="*/ 2240299 w 2912392"/>
                <a:gd name="connsiteY230" fmla="*/ 396459 h 423320"/>
                <a:gd name="connsiteX231" fmla="*/ 2250043 w 2912392"/>
                <a:gd name="connsiteY231" fmla="*/ 399157 h 423320"/>
                <a:gd name="connsiteX232" fmla="*/ 2259787 w 2912392"/>
                <a:gd name="connsiteY232" fmla="*/ 401733 h 423320"/>
                <a:gd name="connsiteX233" fmla="*/ 2269531 w 2912392"/>
                <a:gd name="connsiteY233" fmla="*/ 404184 h 423320"/>
                <a:gd name="connsiteX234" fmla="*/ 2279260 w 2912392"/>
                <a:gd name="connsiteY234" fmla="*/ 406505 h 423320"/>
                <a:gd name="connsiteX235" fmla="*/ 2289004 w 2912392"/>
                <a:gd name="connsiteY235" fmla="*/ 408693 h 423320"/>
                <a:gd name="connsiteX236" fmla="*/ 2298748 w 2912392"/>
                <a:gd name="connsiteY236" fmla="*/ 410743 h 423320"/>
                <a:gd name="connsiteX237" fmla="*/ 2308492 w 2912392"/>
                <a:gd name="connsiteY237" fmla="*/ 412650 h 423320"/>
                <a:gd name="connsiteX238" fmla="*/ 2318236 w 2912392"/>
                <a:gd name="connsiteY238" fmla="*/ 414412 h 423320"/>
                <a:gd name="connsiteX239" fmla="*/ 2327965 w 2912392"/>
                <a:gd name="connsiteY239" fmla="*/ 416026 h 423320"/>
                <a:gd name="connsiteX240" fmla="*/ 2337709 w 2912392"/>
                <a:gd name="connsiteY240" fmla="*/ 417486 h 423320"/>
                <a:gd name="connsiteX241" fmla="*/ 2347453 w 2912392"/>
                <a:gd name="connsiteY241" fmla="*/ 418791 h 423320"/>
                <a:gd name="connsiteX242" fmla="*/ 2357197 w 2912392"/>
                <a:gd name="connsiteY242" fmla="*/ 419937 h 423320"/>
                <a:gd name="connsiteX243" fmla="*/ 2366926 w 2912392"/>
                <a:gd name="connsiteY243" fmla="*/ 420920 h 423320"/>
                <a:gd name="connsiteX244" fmla="*/ 2376670 w 2912392"/>
                <a:gd name="connsiteY244" fmla="*/ 421740 h 423320"/>
                <a:gd name="connsiteX245" fmla="*/ 2386413 w 2912392"/>
                <a:gd name="connsiteY245" fmla="*/ 422392 h 423320"/>
                <a:gd name="connsiteX246" fmla="*/ 2396157 w 2912392"/>
                <a:gd name="connsiteY246" fmla="*/ 422875 h 423320"/>
                <a:gd name="connsiteX247" fmla="*/ 2405886 w 2912392"/>
                <a:gd name="connsiteY247" fmla="*/ 423185 h 423320"/>
                <a:gd name="connsiteX248" fmla="*/ 2415630 w 2912392"/>
                <a:gd name="connsiteY248" fmla="*/ 423320 h 423320"/>
                <a:gd name="connsiteX249" fmla="*/ 2425374 w 2912392"/>
                <a:gd name="connsiteY249" fmla="*/ 423282 h 423320"/>
                <a:gd name="connsiteX250" fmla="*/ 2435118 w 2912392"/>
                <a:gd name="connsiteY250" fmla="*/ 423064 h 423320"/>
                <a:gd name="connsiteX251" fmla="*/ 2444862 w 2912392"/>
                <a:gd name="connsiteY251" fmla="*/ 422668 h 423320"/>
                <a:gd name="connsiteX252" fmla="*/ 2454591 w 2912392"/>
                <a:gd name="connsiteY252" fmla="*/ 422090 h 423320"/>
                <a:gd name="connsiteX253" fmla="*/ 2464335 w 2912392"/>
                <a:gd name="connsiteY253" fmla="*/ 421333 h 423320"/>
                <a:gd name="connsiteX254" fmla="*/ 2474079 w 2912392"/>
                <a:gd name="connsiteY254" fmla="*/ 420391 h 423320"/>
                <a:gd name="connsiteX255" fmla="*/ 2483823 w 2912392"/>
                <a:gd name="connsiteY255" fmla="*/ 419268 h 423320"/>
                <a:gd name="connsiteX256" fmla="*/ 2493552 w 2912392"/>
                <a:gd name="connsiteY256" fmla="*/ 417963 h 423320"/>
                <a:gd name="connsiteX257" fmla="*/ 2503296 w 2912392"/>
                <a:gd name="connsiteY257" fmla="*/ 416473 h 423320"/>
                <a:gd name="connsiteX258" fmla="*/ 2513040 w 2912392"/>
                <a:gd name="connsiteY258" fmla="*/ 414800 h 423320"/>
                <a:gd name="connsiteX259" fmla="*/ 2522784 w 2912392"/>
                <a:gd name="connsiteY259" fmla="*/ 412945 h 423320"/>
                <a:gd name="connsiteX260" fmla="*/ 2532513 w 2912392"/>
                <a:gd name="connsiteY260" fmla="*/ 410908 h 423320"/>
                <a:gd name="connsiteX261" fmla="*/ 2542257 w 2912392"/>
                <a:gd name="connsiteY261" fmla="*/ 408691 h 423320"/>
                <a:gd name="connsiteX262" fmla="*/ 2552001 w 2912392"/>
                <a:gd name="connsiteY262" fmla="*/ 406292 h 423320"/>
                <a:gd name="connsiteX263" fmla="*/ 2561745 w 2912392"/>
                <a:gd name="connsiteY263" fmla="*/ 403718 h 423320"/>
                <a:gd name="connsiteX264" fmla="*/ 2571474 w 2912392"/>
                <a:gd name="connsiteY264" fmla="*/ 400966 h 423320"/>
                <a:gd name="connsiteX265" fmla="*/ 2581218 w 2912392"/>
                <a:gd name="connsiteY265" fmla="*/ 398041 h 423320"/>
                <a:gd name="connsiteX266" fmla="*/ 2590962 w 2912392"/>
                <a:gd name="connsiteY266" fmla="*/ 394944 h 423320"/>
                <a:gd name="connsiteX267" fmla="*/ 2600705 w 2912392"/>
                <a:gd name="connsiteY267" fmla="*/ 391679 h 423320"/>
                <a:gd name="connsiteX268" fmla="*/ 2610449 w 2912392"/>
                <a:gd name="connsiteY268" fmla="*/ 388250 h 423320"/>
                <a:gd name="connsiteX269" fmla="*/ 2620178 w 2912392"/>
                <a:gd name="connsiteY269" fmla="*/ 384657 h 423320"/>
                <a:gd name="connsiteX270" fmla="*/ 2629922 w 2912392"/>
                <a:gd name="connsiteY270" fmla="*/ 380907 h 423320"/>
                <a:gd name="connsiteX271" fmla="*/ 2639666 w 2912392"/>
                <a:gd name="connsiteY271" fmla="*/ 377004 h 423320"/>
                <a:gd name="connsiteX272" fmla="*/ 2649410 w 2912392"/>
                <a:gd name="connsiteY272" fmla="*/ 372951 h 423320"/>
                <a:gd name="connsiteX273" fmla="*/ 2659139 w 2912392"/>
                <a:gd name="connsiteY273" fmla="*/ 368756 h 423320"/>
                <a:gd name="connsiteX274" fmla="*/ 2668883 w 2912392"/>
                <a:gd name="connsiteY274" fmla="*/ 364420 h 423320"/>
                <a:gd name="connsiteX275" fmla="*/ 2678627 w 2912392"/>
                <a:gd name="connsiteY275" fmla="*/ 359952 h 423320"/>
                <a:gd name="connsiteX276" fmla="*/ 2688371 w 2912392"/>
                <a:gd name="connsiteY276" fmla="*/ 355357 h 423320"/>
                <a:gd name="connsiteX277" fmla="*/ 2698100 w 2912392"/>
                <a:gd name="connsiteY277" fmla="*/ 350642 h 423320"/>
                <a:gd name="connsiteX278" fmla="*/ 2707844 w 2912392"/>
                <a:gd name="connsiteY278" fmla="*/ 345813 h 423320"/>
                <a:gd name="connsiteX279" fmla="*/ 2717588 w 2912392"/>
                <a:gd name="connsiteY279" fmla="*/ 340878 h 423320"/>
                <a:gd name="connsiteX280" fmla="*/ 2727332 w 2912392"/>
                <a:gd name="connsiteY280" fmla="*/ 335844 h 423320"/>
                <a:gd name="connsiteX281" fmla="*/ 2737076 w 2912392"/>
                <a:gd name="connsiteY281" fmla="*/ 330719 h 423320"/>
                <a:gd name="connsiteX282" fmla="*/ 2746805 w 2912392"/>
                <a:gd name="connsiteY282" fmla="*/ 325511 h 423320"/>
                <a:gd name="connsiteX283" fmla="*/ 2756549 w 2912392"/>
                <a:gd name="connsiteY283" fmla="*/ 320230 h 423320"/>
                <a:gd name="connsiteX284" fmla="*/ 2766293 w 2912392"/>
                <a:gd name="connsiteY284" fmla="*/ 314884 h 423320"/>
                <a:gd name="connsiteX285" fmla="*/ 2776037 w 2912392"/>
                <a:gd name="connsiteY285" fmla="*/ 309482 h 423320"/>
                <a:gd name="connsiteX286" fmla="*/ 2785766 w 2912392"/>
                <a:gd name="connsiteY286" fmla="*/ 304035 h 423320"/>
                <a:gd name="connsiteX287" fmla="*/ 2795510 w 2912392"/>
                <a:gd name="connsiteY287" fmla="*/ 298550 h 423320"/>
                <a:gd name="connsiteX288" fmla="*/ 2805254 w 2912392"/>
                <a:gd name="connsiteY288" fmla="*/ 293041 h 423320"/>
                <a:gd name="connsiteX289" fmla="*/ 2814998 w 2912392"/>
                <a:gd name="connsiteY289" fmla="*/ 287516 h 423320"/>
                <a:gd name="connsiteX290" fmla="*/ 2824727 w 2912392"/>
                <a:gd name="connsiteY290" fmla="*/ 281989 h 423320"/>
                <a:gd name="connsiteX291" fmla="*/ 2834471 w 2912392"/>
                <a:gd name="connsiteY291" fmla="*/ 276467 h 423320"/>
                <a:gd name="connsiteX292" fmla="*/ 2844215 w 2912392"/>
                <a:gd name="connsiteY292" fmla="*/ 270963 h 423320"/>
                <a:gd name="connsiteX293" fmla="*/ 2853958 w 2912392"/>
                <a:gd name="connsiteY293" fmla="*/ 265489 h 423320"/>
                <a:gd name="connsiteX294" fmla="*/ 2863687 w 2912392"/>
                <a:gd name="connsiteY294" fmla="*/ 260059 h 423320"/>
                <a:gd name="connsiteX295" fmla="*/ 2873431 w 2912392"/>
                <a:gd name="connsiteY295" fmla="*/ 254680 h 423320"/>
                <a:gd name="connsiteX296" fmla="*/ 2883175 w 2912392"/>
                <a:gd name="connsiteY296" fmla="*/ 249369 h 423320"/>
                <a:gd name="connsiteX297" fmla="*/ 2892919 w 2912392"/>
                <a:gd name="connsiteY297" fmla="*/ 244135 h 423320"/>
                <a:gd name="connsiteX298" fmla="*/ 2902663 w 2912392"/>
                <a:gd name="connsiteY298" fmla="*/ 238990 h 423320"/>
                <a:gd name="connsiteX299" fmla="*/ 2912392 w 2912392"/>
                <a:gd name="connsiteY299" fmla="*/ 233950 h 423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23320">
                  <a:moveTo>
                    <a:pt x="0" y="0"/>
                  </a:moveTo>
                  <a:lnTo>
                    <a:pt x="9739" y="2010"/>
                  </a:lnTo>
                  <a:lnTo>
                    <a:pt x="19480" y="3926"/>
                  </a:lnTo>
                  <a:lnTo>
                    <a:pt x="29221" y="5742"/>
                  </a:lnTo>
                  <a:lnTo>
                    <a:pt x="38961" y="7455"/>
                  </a:lnTo>
                  <a:lnTo>
                    <a:pt x="48702" y="9065"/>
                  </a:lnTo>
                  <a:lnTo>
                    <a:pt x="58443" y="10563"/>
                  </a:lnTo>
                  <a:lnTo>
                    <a:pt x="68182" y="11952"/>
                  </a:lnTo>
                  <a:lnTo>
                    <a:pt x="77923" y="13226"/>
                  </a:lnTo>
                  <a:lnTo>
                    <a:pt x="87664" y="14385"/>
                  </a:lnTo>
                  <a:lnTo>
                    <a:pt x="97404" y="15429"/>
                  </a:lnTo>
                  <a:lnTo>
                    <a:pt x="107145" y="16356"/>
                  </a:lnTo>
                  <a:lnTo>
                    <a:pt x="116886" y="17167"/>
                  </a:lnTo>
                  <a:lnTo>
                    <a:pt x="126625" y="17861"/>
                  </a:lnTo>
                  <a:lnTo>
                    <a:pt x="136366" y="18440"/>
                  </a:lnTo>
                  <a:lnTo>
                    <a:pt x="146107" y="18905"/>
                  </a:lnTo>
                  <a:lnTo>
                    <a:pt x="155846" y="19258"/>
                  </a:lnTo>
                  <a:lnTo>
                    <a:pt x="165587" y="19503"/>
                  </a:lnTo>
                  <a:lnTo>
                    <a:pt x="175328" y="19640"/>
                  </a:lnTo>
                  <a:lnTo>
                    <a:pt x="185068" y="19673"/>
                  </a:lnTo>
                  <a:lnTo>
                    <a:pt x="194809" y="19607"/>
                  </a:lnTo>
                  <a:lnTo>
                    <a:pt x="204550" y="19446"/>
                  </a:lnTo>
                  <a:lnTo>
                    <a:pt x="214289" y="19194"/>
                  </a:lnTo>
                  <a:lnTo>
                    <a:pt x="224030" y="18858"/>
                  </a:lnTo>
                  <a:lnTo>
                    <a:pt x="233771" y="18440"/>
                  </a:lnTo>
                  <a:lnTo>
                    <a:pt x="243510" y="17949"/>
                  </a:lnTo>
                  <a:lnTo>
                    <a:pt x="253251" y="17389"/>
                  </a:lnTo>
                  <a:lnTo>
                    <a:pt x="262992" y="16769"/>
                  </a:lnTo>
                  <a:lnTo>
                    <a:pt x="272732" y="16094"/>
                  </a:lnTo>
                  <a:lnTo>
                    <a:pt x="282473" y="15371"/>
                  </a:lnTo>
                  <a:lnTo>
                    <a:pt x="292214" y="14611"/>
                  </a:lnTo>
                  <a:lnTo>
                    <a:pt x="301953" y="13819"/>
                  </a:lnTo>
                  <a:lnTo>
                    <a:pt x="311694" y="13002"/>
                  </a:lnTo>
                  <a:lnTo>
                    <a:pt x="321435" y="12171"/>
                  </a:lnTo>
                  <a:lnTo>
                    <a:pt x="331175" y="11332"/>
                  </a:lnTo>
                  <a:lnTo>
                    <a:pt x="340916" y="10496"/>
                  </a:lnTo>
                  <a:lnTo>
                    <a:pt x="350656" y="9669"/>
                  </a:lnTo>
                  <a:lnTo>
                    <a:pt x="360396" y="8863"/>
                  </a:lnTo>
                  <a:lnTo>
                    <a:pt x="370137" y="8084"/>
                  </a:lnTo>
                  <a:lnTo>
                    <a:pt x="379878" y="7344"/>
                  </a:lnTo>
                  <a:lnTo>
                    <a:pt x="389617" y="6648"/>
                  </a:lnTo>
                  <a:lnTo>
                    <a:pt x="399358" y="6007"/>
                  </a:lnTo>
                  <a:lnTo>
                    <a:pt x="409099" y="5431"/>
                  </a:lnTo>
                  <a:lnTo>
                    <a:pt x="418839" y="4926"/>
                  </a:lnTo>
                  <a:lnTo>
                    <a:pt x="428580" y="4501"/>
                  </a:lnTo>
                  <a:lnTo>
                    <a:pt x="438321" y="4166"/>
                  </a:lnTo>
                  <a:lnTo>
                    <a:pt x="448060" y="3929"/>
                  </a:lnTo>
                  <a:lnTo>
                    <a:pt x="457801" y="3796"/>
                  </a:lnTo>
                  <a:lnTo>
                    <a:pt x="467542" y="3777"/>
                  </a:lnTo>
                  <a:lnTo>
                    <a:pt x="477281" y="3878"/>
                  </a:lnTo>
                  <a:lnTo>
                    <a:pt x="487022" y="4106"/>
                  </a:lnTo>
                  <a:lnTo>
                    <a:pt x="496763" y="4468"/>
                  </a:lnTo>
                  <a:lnTo>
                    <a:pt x="506503" y="4972"/>
                  </a:lnTo>
                  <a:lnTo>
                    <a:pt x="516244" y="5621"/>
                  </a:lnTo>
                  <a:lnTo>
                    <a:pt x="525985" y="6423"/>
                  </a:lnTo>
                  <a:lnTo>
                    <a:pt x="535724" y="7381"/>
                  </a:lnTo>
                  <a:lnTo>
                    <a:pt x="545465" y="8501"/>
                  </a:lnTo>
                  <a:lnTo>
                    <a:pt x="555206" y="9787"/>
                  </a:lnTo>
                  <a:lnTo>
                    <a:pt x="564946" y="11243"/>
                  </a:lnTo>
                  <a:lnTo>
                    <a:pt x="574687" y="12870"/>
                  </a:lnTo>
                  <a:lnTo>
                    <a:pt x="584428" y="14673"/>
                  </a:lnTo>
                  <a:lnTo>
                    <a:pt x="594167" y="16653"/>
                  </a:lnTo>
                  <a:lnTo>
                    <a:pt x="603908" y="18810"/>
                  </a:lnTo>
                  <a:lnTo>
                    <a:pt x="613649" y="21148"/>
                  </a:lnTo>
                  <a:lnTo>
                    <a:pt x="623388" y="23666"/>
                  </a:lnTo>
                  <a:lnTo>
                    <a:pt x="633129" y="26361"/>
                  </a:lnTo>
                  <a:lnTo>
                    <a:pt x="642870" y="29236"/>
                  </a:lnTo>
                  <a:lnTo>
                    <a:pt x="652610" y="32288"/>
                  </a:lnTo>
                  <a:lnTo>
                    <a:pt x="662351" y="35513"/>
                  </a:lnTo>
                  <a:lnTo>
                    <a:pt x="672092" y="38912"/>
                  </a:lnTo>
                  <a:lnTo>
                    <a:pt x="681831" y="42480"/>
                  </a:lnTo>
                  <a:lnTo>
                    <a:pt x="691572" y="46212"/>
                  </a:lnTo>
                  <a:lnTo>
                    <a:pt x="701313" y="50105"/>
                  </a:lnTo>
                  <a:lnTo>
                    <a:pt x="711052" y="54153"/>
                  </a:lnTo>
                  <a:lnTo>
                    <a:pt x="720793" y="58353"/>
                  </a:lnTo>
                  <a:lnTo>
                    <a:pt x="730534" y="62698"/>
                  </a:lnTo>
                  <a:lnTo>
                    <a:pt x="740274" y="67180"/>
                  </a:lnTo>
                  <a:lnTo>
                    <a:pt x="750015" y="71792"/>
                  </a:lnTo>
                  <a:lnTo>
                    <a:pt x="759756" y="76529"/>
                  </a:lnTo>
                  <a:lnTo>
                    <a:pt x="769495" y="81381"/>
                  </a:lnTo>
                  <a:lnTo>
                    <a:pt x="779236" y="86343"/>
                  </a:lnTo>
                  <a:lnTo>
                    <a:pt x="788977" y="91402"/>
                  </a:lnTo>
                  <a:lnTo>
                    <a:pt x="798717" y="96551"/>
                  </a:lnTo>
                  <a:lnTo>
                    <a:pt x="808458" y="101782"/>
                  </a:lnTo>
                  <a:lnTo>
                    <a:pt x="818199" y="107083"/>
                  </a:lnTo>
                  <a:lnTo>
                    <a:pt x="827938" y="112447"/>
                  </a:lnTo>
                  <a:lnTo>
                    <a:pt x="837679" y="117863"/>
                  </a:lnTo>
                  <a:lnTo>
                    <a:pt x="847420" y="123319"/>
                  </a:lnTo>
                  <a:lnTo>
                    <a:pt x="857159" y="128805"/>
                  </a:lnTo>
                  <a:lnTo>
                    <a:pt x="866900" y="134313"/>
                  </a:lnTo>
                  <a:lnTo>
                    <a:pt x="876641" y="139828"/>
                  </a:lnTo>
                  <a:lnTo>
                    <a:pt x="886381" y="145344"/>
                  </a:lnTo>
                  <a:lnTo>
                    <a:pt x="896122" y="150848"/>
                  </a:lnTo>
                  <a:lnTo>
                    <a:pt x="905863" y="156329"/>
                  </a:lnTo>
                  <a:lnTo>
                    <a:pt x="915602" y="161778"/>
                  </a:lnTo>
                  <a:lnTo>
                    <a:pt x="925343" y="167182"/>
                  </a:lnTo>
                  <a:lnTo>
                    <a:pt x="935084" y="172532"/>
                  </a:lnTo>
                  <a:lnTo>
                    <a:pt x="944824" y="177818"/>
                  </a:lnTo>
                  <a:lnTo>
                    <a:pt x="954564" y="183028"/>
                  </a:lnTo>
                  <a:lnTo>
                    <a:pt x="964305" y="188155"/>
                  </a:lnTo>
                  <a:lnTo>
                    <a:pt x="974045" y="193188"/>
                  </a:lnTo>
                  <a:lnTo>
                    <a:pt x="983786" y="198116"/>
                  </a:lnTo>
                  <a:lnTo>
                    <a:pt x="993522" y="202933"/>
                  </a:lnTo>
                  <a:lnTo>
                    <a:pt x="1003266" y="207628"/>
                  </a:lnTo>
                  <a:lnTo>
                    <a:pt x="1013010" y="212194"/>
                  </a:lnTo>
                  <a:lnTo>
                    <a:pt x="1022754" y="216622"/>
                  </a:lnTo>
                  <a:lnTo>
                    <a:pt x="1032483" y="220907"/>
                  </a:lnTo>
                  <a:lnTo>
                    <a:pt x="1042227" y="225039"/>
                  </a:lnTo>
                  <a:lnTo>
                    <a:pt x="1051971" y="229011"/>
                  </a:lnTo>
                  <a:lnTo>
                    <a:pt x="1061715" y="232820"/>
                  </a:lnTo>
                  <a:lnTo>
                    <a:pt x="1071444" y="236459"/>
                  </a:lnTo>
                  <a:lnTo>
                    <a:pt x="1081188" y="239921"/>
                  </a:lnTo>
                  <a:lnTo>
                    <a:pt x="1090932" y="243205"/>
                  </a:lnTo>
                  <a:lnTo>
                    <a:pt x="1100676" y="246304"/>
                  </a:lnTo>
                  <a:lnTo>
                    <a:pt x="1110405" y="249217"/>
                  </a:lnTo>
                  <a:lnTo>
                    <a:pt x="1120149" y="251940"/>
                  </a:lnTo>
                  <a:lnTo>
                    <a:pt x="1129893" y="254470"/>
                  </a:lnTo>
                  <a:lnTo>
                    <a:pt x="1139637" y="256806"/>
                  </a:lnTo>
                  <a:lnTo>
                    <a:pt x="1149381" y="258947"/>
                  </a:lnTo>
                  <a:lnTo>
                    <a:pt x="1159110" y="260893"/>
                  </a:lnTo>
                  <a:lnTo>
                    <a:pt x="1168854" y="262642"/>
                  </a:lnTo>
                  <a:lnTo>
                    <a:pt x="1178598" y="264198"/>
                  </a:lnTo>
                  <a:lnTo>
                    <a:pt x="1188341" y="265559"/>
                  </a:lnTo>
                  <a:lnTo>
                    <a:pt x="1198070" y="266729"/>
                  </a:lnTo>
                  <a:lnTo>
                    <a:pt x="1207814" y="267709"/>
                  </a:lnTo>
                  <a:lnTo>
                    <a:pt x="1217558" y="268504"/>
                  </a:lnTo>
                  <a:lnTo>
                    <a:pt x="1227302" y="269114"/>
                  </a:lnTo>
                  <a:lnTo>
                    <a:pt x="1237031" y="269545"/>
                  </a:lnTo>
                  <a:lnTo>
                    <a:pt x="1246775" y="269801"/>
                  </a:lnTo>
                  <a:lnTo>
                    <a:pt x="1256519" y="269888"/>
                  </a:lnTo>
                  <a:lnTo>
                    <a:pt x="1266263" y="269810"/>
                  </a:lnTo>
                  <a:lnTo>
                    <a:pt x="1276007" y="269573"/>
                  </a:lnTo>
                  <a:lnTo>
                    <a:pt x="1285736" y="269184"/>
                  </a:lnTo>
                  <a:lnTo>
                    <a:pt x="1295480" y="268651"/>
                  </a:lnTo>
                  <a:lnTo>
                    <a:pt x="1305224" y="267978"/>
                  </a:lnTo>
                  <a:lnTo>
                    <a:pt x="1314968" y="267173"/>
                  </a:lnTo>
                  <a:lnTo>
                    <a:pt x="1324697" y="266246"/>
                  </a:lnTo>
                  <a:lnTo>
                    <a:pt x="1334441" y="265203"/>
                  </a:lnTo>
                  <a:lnTo>
                    <a:pt x="1344185" y="264053"/>
                  </a:lnTo>
                  <a:lnTo>
                    <a:pt x="1353929" y="262805"/>
                  </a:lnTo>
                  <a:lnTo>
                    <a:pt x="1363658" y="261467"/>
                  </a:lnTo>
                  <a:lnTo>
                    <a:pt x="1373402" y="260048"/>
                  </a:lnTo>
                  <a:lnTo>
                    <a:pt x="1383146" y="258557"/>
                  </a:lnTo>
                  <a:lnTo>
                    <a:pt x="1392890" y="257004"/>
                  </a:lnTo>
                  <a:lnTo>
                    <a:pt x="1402619" y="255398"/>
                  </a:lnTo>
                  <a:lnTo>
                    <a:pt x="1412363" y="253748"/>
                  </a:lnTo>
                  <a:lnTo>
                    <a:pt x="1422106" y="252063"/>
                  </a:lnTo>
                  <a:lnTo>
                    <a:pt x="1431850" y="250354"/>
                  </a:lnTo>
                  <a:lnTo>
                    <a:pt x="1441594" y="248628"/>
                  </a:lnTo>
                  <a:lnTo>
                    <a:pt x="1451323" y="246897"/>
                  </a:lnTo>
                  <a:lnTo>
                    <a:pt x="1461067" y="245170"/>
                  </a:lnTo>
                  <a:lnTo>
                    <a:pt x="1470811" y="243454"/>
                  </a:lnTo>
                  <a:lnTo>
                    <a:pt x="1480555" y="241760"/>
                  </a:lnTo>
                  <a:lnTo>
                    <a:pt x="1490284" y="240096"/>
                  </a:lnTo>
                  <a:lnTo>
                    <a:pt x="1500028" y="238470"/>
                  </a:lnTo>
                  <a:lnTo>
                    <a:pt x="1509772" y="236891"/>
                  </a:lnTo>
                  <a:lnTo>
                    <a:pt x="1519516" y="235368"/>
                  </a:lnTo>
                  <a:lnTo>
                    <a:pt x="1529245" y="233910"/>
                  </a:lnTo>
                  <a:lnTo>
                    <a:pt x="1538989" y="232521"/>
                  </a:lnTo>
                  <a:lnTo>
                    <a:pt x="1548733" y="231213"/>
                  </a:lnTo>
                  <a:lnTo>
                    <a:pt x="1558477" y="229990"/>
                  </a:lnTo>
                  <a:lnTo>
                    <a:pt x="1568221" y="228859"/>
                  </a:lnTo>
                  <a:lnTo>
                    <a:pt x="1577950" y="227826"/>
                  </a:lnTo>
                  <a:lnTo>
                    <a:pt x="1587694" y="226900"/>
                  </a:lnTo>
                  <a:lnTo>
                    <a:pt x="1597438" y="226083"/>
                  </a:lnTo>
                  <a:lnTo>
                    <a:pt x="1607182" y="225384"/>
                  </a:lnTo>
                  <a:lnTo>
                    <a:pt x="1616911" y="224805"/>
                  </a:lnTo>
                  <a:lnTo>
                    <a:pt x="1626655" y="224352"/>
                  </a:lnTo>
                  <a:lnTo>
                    <a:pt x="1636399" y="224029"/>
                  </a:lnTo>
                  <a:lnTo>
                    <a:pt x="1646142" y="223839"/>
                  </a:lnTo>
                  <a:lnTo>
                    <a:pt x="1655872" y="223786"/>
                  </a:lnTo>
                  <a:lnTo>
                    <a:pt x="1665616" y="223872"/>
                  </a:lnTo>
                  <a:lnTo>
                    <a:pt x="1675359" y="224102"/>
                  </a:lnTo>
                  <a:lnTo>
                    <a:pt x="1685103" y="224474"/>
                  </a:lnTo>
                  <a:lnTo>
                    <a:pt x="1694832" y="224993"/>
                  </a:lnTo>
                  <a:lnTo>
                    <a:pt x="1704576" y="225658"/>
                  </a:lnTo>
                  <a:lnTo>
                    <a:pt x="1714320" y="226472"/>
                  </a:lnTo>
                  <a:lnTo>
                    <a:pt x="1724064" y="227433"/>
                  </a:lnTo>
                  <a:lnTo>
                    <a:pt x="1733808" y="228543"/>
                  </a:lnTo>
                  <a:lnTo>
                    <a:pt x="1743537" y="229802"/>
                  </a:lnTo>
                  <a:lnTo>
                    <a:pt x="1753281" y="231205"/>
                  </a:lnTo>
                  <a:lnTo>
                    <a:pt x="1763025" y="232756"/>
                  </a:lnTo>
                  <a:lnTo>
                    <a:pt x="1772769" y="234450"/>
                  </a:lnTo>
                  <a:lnTo>
                    <a:pt x="1782498" y="236287"/>
                  </a:lnTo>
                  <a:lnTo>
                    <a:pt x="1792242" y="238265"/>
                  </a:lnTo>
                  <a:lnTo>
                    <a:pt x="1801986" y="240379"/>
                  </a:lnTo>
                  <a:lnTo>
                    <a:pt x="1811730" y="242627"/>
                  </a:lnTo>
                  <a:lnTo>
                    <a:pt x="1821459" y="245008"/>
                  </a:lnTo>
                  <a:lnTo>
                    <a:pt x="1831203" y="247515"/>
                  </a:lnTo>
                  <a:lnTo>
                    <a:pt x="1840947" y="250146"/>
                  </a:lnTo>
                  <a:lnTo>
                    <a:pt x="1850691" y="252898"/>
                  </a:lnTo>
                  <a:lnTo>
                    <a:pt x="1860435" y="255765"/>
                  </a:lnTo>
                  <a:lnTo>
                    <a:pt x="1870164" y="258743"/>
                  </a:lnTo>
                  <a:lnTo>
                    <a:pt x="1879908" y="261827"/>
                  </a:lnTo>
                  <a:lnTo>
                    <a:pt x="1889652" y="265013"/>
                  </a:lnTo>
                  <a:lnTo>
                    <a:pt x="1899395" y="268293"/>
                  </a:lnTo>
                  <a:lnTo>
                    <a:pt x="1909124" y="271664"/>
                  </a:lnTo>
                  <a:lnTo>
                    <a:pt x="1918868" y="275120"/>
                  </a:lnTo>
                  <a:lnTo>
                    <a:pt x="1928612" y="278656"/>
                  </a:lnTo>
                  <a:lnTo>
                    <a:pt x="1938356" y="282264"/>
                  </a:lnTo>
                  <a:lnTo>
                    <a:pt x="1948085" y="285940"/>
                  </a:lnTo>
                  <a:lnTo>
                    <a:pt x="1957829" y="289676"/>
                  </a:lnTo>
                  <a:lnTo>
                    <a:pt x="1967573" y="293470"/>
                  </a:lnTo>
                  <a:lnTo>
                    <a:pt x="1977317" y="297311"/>
                  </a:lnTo>
                  <a:lnTo>
                    <a:pt x="1987046" y="301195"/>
                  </a:lnTo>
                  <a:lnTo>
                    <a:pt x="1996790" y="305115"/>
                  </a:lnTo>
                  <a:lnTo>
                    <a:pt x="2006534" y="309064"/>
                  </a:lnTo>
                  <a:lnTo>
                    <a:pt x="2016278" y="313037"/>
                  </a:lnTo>
                  <a:lnTo>
                    <a:pt x="2026022" y="317028"/>
                  </a:lnTo>
                  <a:lnTo>
                    <a:pt x="2035751" y="321028"/>
                  </a:lnTo>
                  <a:lnTo>
                    <a:pt x="2045495" y="325033"/>
                  </a:lnTo>
                  <a:lnTo>
                    <a:pt x="2055239" y="329035"/>
                  </a:lnTo>
                  <a:lnTo>
                    <a:pt x="2064983" y="333028"/>
                  </a:lnTo>
                  <a:lnTo>
                    <a:pt x="2074712" y="337006"/>
                  </a:lnTo>
                  <a:lnTo>
                    <a:pt x="2084456" y="340963"/>
                  </a:lnTo>
                  <a:lnTo>
                    <a:pt x="2094200" y="344892"/>
                  </a:lnTo>
                  <a:lnTo>
                    <a:pt x="2103944" y="348787"/>
                  </a:lnTo>
                  <a:lnTo>
                    <a:pt x="2113673" y="352643"/>
                  </a:lnTo>
                  <a:lnTo>
                    <a:pt x="2123417" y="356451"/>
                  </a:lnTo>
                  <a:lnTo>
                    <a:pt x="2133161" y="360207"/>
                  </a:lnTo>
                  <a:lnTo>
                    <a:pt x="2142905" y="363905"/>
                  </a:lnTo>
                  <a:lnTo>
                    <a:pt x="2152649" y="367540"/>
                  </a:lnTo>
                  <a:lnTo>
                    <a:pt x="2162377" y="371104"/>
                  </a:lnTo>
                  <a:lnTo>
                    <a:pt x="2172121" y="374593"/>
                  </a:lnTo>
                  <a:lnTo>
                    <a:pt x="2181865" y="378002"/>
                  </a:lnTo>
                  <a:lnTo>
                    <a:pt x="2191609" y="381325"/>
                  </a:lnTo>
                  <a:lnTo>
                    <a:pt x="2201338" y="384555"/>
                  </a:lnTo>
                  <a:lnTo>
                    <a:pt x="2211082" y="387688"/>
                  </a:lnTo>
                  <a:lnTo>
                    <a:pt x="2220826" y="390720"/>
                  </a:lnTo>
                  <a:lnTo>
                    <a:pt x="2230570" y="393646"/>
                  </a:lnTo>
                  <a:lnTo>
                    <a:pt x="2240299" y="396459"/>
                  </a:lnTo>
                  <a:lnTo>
                    <a:pt x="2250043" y="399157"/>
                  </a:lnTo>
                  <a:lnTo>
                    <a:pt x="2259787" y="401733"/>
                  </a:lnTo>
                  <a:lnTo>
                    <a:pt x="2269531" y="404184"/>
                  </a:lnTo>
                  <a:lnTo>
                    <a:pt x="2279260" y="406505"/>
                  </a:lnTo>
                  <a:lnTo>
                    <a:pt x="2289004" y="408693"/>
                  </a:lnTo>
                  <a:lnTo>
                    <a:pt x="2298748" y="410743"/>
                  </a:lnTo>
                  <a:lnTo>
                    <a:pt x="2308492" y="412650"/>
                  </a:lnTo>
                  <a:lnTo>
                    <a:pt x="2318236" y="414412"/>
                  </a:lnTo>
                  <a:lnTo>
                    <a:pt x="2327965" y="416026"/>
                  </a:lnTo>
                  <a:lnTo>
                    <a:pt x="2337709" y="417486"/>
                  </a:lnTo>
                  <a:lnTo>
                    <a:pt x="2347453" y="418791"/>
                  </a:lnTo>
                  <a:lnTo>
                    <a:pt x="2357197" y="419937"/>
                  </a:lnTo>
                  <a:lnTo>
                    <a:pt x="2366926" y="420920"/>
                  </a:lnTo>
                  <a:lnTo>
                    <a:pt x="2376670" y="421740"/>
                  </a:lnTo>
                  <a:lnTo>
                    <a:pt x="2386413" y="422392"/>
                  </a:lnTo>
                  <a:lnTo>
                    <a:pt x="2396157" y="422875"/>
                  </a:lnTo>
                  <a:lnTo>
                    <a:pt x="2405886" y="423185"/>
                  </a:lnTo>
                  <a:lnTo>
                    <a:pt x="2415630" y="423320"/>
                  </a:lnTo>
                  <a:lnTo>
                    <a:pt x="2425374" y="423282"/>
                  </a:lnTo>
                  <a:lnTo>
                    <a:pt x="2435118" y="423064"/>
                  </a:lnTo>
                  <a:lnTo>
                    <a:pt x="2444862" y="422668"/>
                  </a:lnTo>
                  <a:lnTo>
                    <a:pt x="2454591" y="422090"/>
                  </a:lnTo>
                  <a:lnTo>
                    <a:pt x="2464335" y="421333"/>
                  </a:lnTo>
                  <a:lnTo>
                    <a:pt x="2474079" y="420391"/>
                  </a:lnTo>
                  <a:lnTo>
                    <a:pt x="2483823" y="419268"/>
                  </a:lnTo>
                  <a:lnTo>
                    <a:pt x="2493552" y="417963"/>
                  </a:lnTo>
                  <a:lnTo>
                    <a:pt x="2503296" y="416473"/>
                  </a:lnTo>
                  <a:lnTo>
                    <a:pt x="2513040" y="414800"/>
                  </a:lnTo>
                  <a:lnTo>
                    <a:pt x="2522784" y="412945"/>
                  </a:lnTo>
                  <a:lnTo>
                    <a:pt x="2532513" y="410908"/>
                  </a:lnTo>
                  <a:lnTo>
                    <a:pt x="2542257" y="408691"/>
                  </a:lnTo>
                  <a:lnTo>
                    <a:pt x="2552001" y="406292"/>
                  </a:lnTo>
                  <a:lnTo>
                    <a:pt x="2561745" y="403718"/>
                  </a:lnTo>
                  <a:lnTo>
                    <a:pt x="2571474" y="400966"/>
                  </a:lnTo>
                  <a:lnTo>
                    <a:pt x="2581218" y="398041"/>
                  </a:lnTo>
                  <a:lnTo>
                    <a:pt x="2590962" y="394944"/>
                  </a:lnTo>
                  <a:lnTo>
                    <a:pt x="2600705" y="391679"/>
                  </a:lnTo>
                  <a:lnTo>
                    <a:pt x="2610449" y="388250"/>
                  </a:lnTo>
                  <a:lnTo>
                    <a:pt x="2620178" y="384657"/>
                  </a:lnTo>
                  <a:lnTo>
                    <a:pt x="2629922" y="380907"/>
                  </a:lnTo>
                  <a:lnTo>
                    <a:pt x="2639666" y="377004"/>
                  </a:lnTo>
                  <a:lnTo>
                    <a:pt x="2649410" y="372951"/>
                  </a:lnTo>
                  <a:lnTo>
                    <a:pt x="2659139" y="368756"/>
                  </a:lnTo>
                  <a:lnTo>
                    <a:pt x="2668883" y="364420"/>
                  </a:lnTo>
                  <a:lnTo>
                    <a:pt x="2678627" y="359952"/>
                  </a:lnTo>
                  <a:lnTo>
                    <a:pt x="2688371" y="355357"/>
                  </a:lnTo>
                  <a:lnTo>
                    <a:pt x="2698100" y="350642"/>
                  </a:lnTo>
                  <a:lnTo>
                    <a:pt x="2707844" y="345813"/>
                  </a:lnTo>
                  <a:lnTo>
                    <a:pt x="2717588" y="340878"/>
                  </a:lnTo>
                  <a:lnTo>
                    <a:pt x="2727332" y="335844"/>
                  </a:lnTo>
                  <a:lnTo>
                    <a:pt x="2737076" y="330719"/>
                  </a:lnTo>
                  <a:lnTo>
                    <a:pt x="2746805" y="325511"/>
                  </a:lnTo>
                  <a:lnTo>
                    <a:pt x="2756549" y="320230"/>
                  </a:lnTo>
                  <a:lnTo>
                    <a:pt x="2766293" y="314884"/>
                  </a:lnTo>
                  <a:lnTo>
                    <a:pt x="2776037" y="309482"/>
                  </a:lnTo>
                  <a:lnTo>
                    <a:pt x="2785766" y="304035"/>
                  </a:lnTo>
                  <a:lnTo>
                    <a:pt x="2795510" y="298550"/>
                  </a:lnTo>
                  <a:lnTo>
                    <a:pt x="2805254" y="293041"/>
                  </a:lnTo>
                  <a:lnTo>
                    <a:pt x="2814998" y="287516"/>
                  </a:lnTo>
                  <a:lnTo>
                    <a:pt x="2824727" y="281989"/>
                  </a:lnTo>
                  <a:lnTo>
                    <a:pt x="2834471" y="276467"/>
                  </a:lnTo>
                  <a:lnTo>
                    <a:pt x="2844215" y="270963"/>
                  </a:lnTo>
                  <a:lnTo>
                    <a:pt x="2853958" y="265489"/>
                  </a:lnTo>
                  <a:lnTo>
                    <a:pt x="2863687" y="260059"/>
                  </a:lnTo>
                  <a:lnTo>
                    <a:pt x="2873431" y="254680"/>
                  </a:lnTo>
                  <a:lnTo>
                    <a:pt x="2883175" y="249369"/>
                  </a:lnTo>
                  <a:lnTo>
                    <a:pt x="2892919" y="244135"/>
                  </a:lnTo>
                  <a:lnTo>
                    <a:pt x="2902663" y="238990"/>
                  </a:lnTo>
                  <a:lnTo>
                    <a:pt x="2912392" y="23395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6" name="Freeform 845">
              <a:extLst>
                <a:ext uri="{FF2B5EF4-FFF2-40B4-BE49-F238E27FC236}">
                  <a16:creationId xmlns:a16="http://schemas.microsoft.com/office/drawing/2014/main" id="{A0780F82-309E-C698-A956-7B271F4ABAAF}"/>
                </a:ext>
              </a:extLst>
            </p:cNvPr>
            <p:cNvSpPr/>
            <p:nvPr/>
          </p:nvSpPr>
          <p:spPr>
            <a:xfrm>
              <a:off x="576446" y="3463197"/>
              <a:ext cx="2912392" cy="624673"/>
            </a:xfrm>
            <a:custGeom>
              <a:avLst/>
              <a:gdLst>
                <a:gd name="connsiteX0" fmla="*/ 0 w 2912392"/>
                <a:gd name="connsiteY0" fmla="*/ 236293 h 624673"/>
                <a:gd name="connsiteX1" fmla="*/ 9739 w 2912392"/>
                <a:gd name="connsiteY1" fmla="*/ 233777 h 624673"/>
                <a:gd name="connsiteX2" fmla="*/ 19480 w 2912392"/>
                <a:gd name="connsiteY2" fmla="*/ 231255 h 624673"/>
                <a:gd name="connsiteX3" fmla="*/ 29221 w 2912392"/>
                <a:gd name="connsiteY3" fmla="*/ 228726 h 624673"/>
                <a:gd name="connsiteX4" fmla="*/ 38961 w 2912392"/>
                <a:gd name="connsiteY4" fmla="*/ 226190 h 624673"/>
                <a:gd name="connsiteX5" fmla="*/ 48702 w 2912392"/>
                <a:gd name="connsiteY5" fmla="*/ 223644 h 624673"/>
                <a:gd name="connsiteX6" fmla="*/ 58443 w 2912392"/>
                <a:gd name="connsiteY6" fmla="*/ 221087 h 624673"/>
                <a:gd name="connsiteX7" fmla="*/ 68182 w 2912392"/>
                <a:gd name="connsiteY7" fmla="*/ 218517 h 624673"/>
                <a:gd name="connsiteX8" fmla="*/ 77923 w 2912392"/>
                <a:gd name="connsiteY8" fmla="*/ 215934 h 624673"/>
                <a:gd name="connsiteX9" fmla="*/ 87664 w 2912392"/>
                <a:gd name="connsiteY9" fmla="*/ 213336 h 624673"/>
                <a:gd name="connsiteX10" fmla="*/ 97404 w 2912392"/>
                <a:gd name="connsiteY10" fmla="*/ 210721 h 624673"/>
                <a:gd name="connsiteX11" fmla="*/ 107145 w 2912392"/>
                <a:gd name="connsiteY11" fmla="*/ 208090 h 624673"/>
                <a:gd name="connsiteX12" fmla="*/ 116886 w 2912392"/>
                <a:gd name="connsiteY12" fmla="*/ 205441 h 624673"/>
                <a:gd name="connsiteX13" fmla="*/ 126625 w 2912392"/>
                <a:gd name="connsiteY13" fmla="*/ 202774 h 624673"/>
                <a:gd name="connsiteX14" fmla="*/ 136366 w 2912392"/>
                <a:gd name="connsiteY14" fmla="*/ 200087 h 624673"/>
                <a:gd name="connsiteX15" fmla="*/ 146107 w 2912392"/>
                <a:gd name="connsiteY15" fmla="*/ 197383 h 624673"/>
                <a:gd name="connsiteX16" fmla="*/ 155846 w 2912392"/>
                <a:gd name="connsiteY16" fmla="*/ 194660 h 624673"/>
                <a:gd name="connsiteX17" fmla="*/ 165587 w 2912392"/>
                <a:gd name="connsiteY17" fmla="*/ 191917 h 624673"/>
                <a:gd name="connsiteX18" fmla="*/ 175328 w 2912392"/>
                <a:gd name="connsiteY18" fmla="*/ 189155 h 624673"/>
                <a:gd name="connsiteX19" fmla="*/ 185068 w 2912392"/>
                <a:gd name="connsiteY19" fmla="*/ 186374 h 624673"/>
                <a:gd name="connsiteX20" fmla="*/ 194809 w 2912392"/>
                <a:gd name="connsiteY20" fmla="*/ 183573 h 624673"/>
                <a:gd name="connsiteX21" fmla="*/ 204550 w 2912392"/>
                <a:gd name="connsiteY21" fmla="*/ 180754 h 624673"/>
                <a:gd name="connsiteX22" fmla="*/ 214289 w 2912392"/>
                <a:gd name="connsiteY22" fmla="*/ 177918 h 624673"/>
                <a:gd name="connsiteX23" fmla="*/ 224030 w 2912392"/>
                <a:gd name="connsiteY23" fmla="*/ 175062 h 624673"/>
                <a:gd name="connsiteX24" fmla="*/ 233771 w 2912392"/>
                <a:gd name="connsiteY24" fmla="*/ 172189 h 624673"/>
                <a:gd name="connsiteX25" fmla="*/ 243510 w 2912392"/>
                <a:gd name="connsiteY25" fmla="*/ 169300 h 624673"/>
                <a:gd name="connsiteX26" fmla="*/ 253251 w 2912392"/>
                <a:gd name="connsiteY26" fmla="*/ 166396 h 624673"/>
                <a:gd name="connsiteX27" fmla="*/ 262992 w 2912392"/>
                <a:gd name="connsiteY27" fmla="*/ 163476 h 624673"/>
                <a:gd name="connsiteX28" fmla="*/ 272732 w 2912392"/>
                <a:gd name="connsiteY28" fmla="*/ 160543 h 624673"/>
                <a:gd name="connsiteX29" fmla="*/ 282473 w 2912392"/>
                <a:gd name="connsiteY29" fmla="*/ 157595 h 624673"/>
                <a:gd name="connsiteX30" fmla="*/ 292214 w 2912392"/>
                <a:gd name="connsiteY30" fmla="*/ 154637 h 624673"/>
                <a:gd name="connsiteX31" fmla="*/ 301953 w 2912392"/>
                <a:gd name="connsiteY31" fmla="*/ 151667 h 624673"/>
                <a:gd name="connsiteX32" fmla="*/ 311694 w 2912392"/>
                <a:gd name="connsiteY32" fmla="*/ 148689 h 624673"/>
                <a:gd name="connsiteX33" fmla="*/ 321435 w 2912392"/>
                <a:gd name="connsiteY33" fmla="*/ 145702 h 624673"/>
                <a:gd name="connsiteX34" fmla="*/ 331175 w 2912392"/>
                <a:gd name="connsiteY34" fmla="*/ 142707 h 624673"/>
                <a:gd name="connsiteX35" fmla="*/ 340916 w 2912392"/>
                <a:gd name="connsiteY35" fmla="*/ 139708 h 624673"/>
                <a:gd name="connsiteX36" fmla="*/ 350656 w 2912392"/>
                <a:gd name="connsiteY36" fmla="*/ 136704 h 624673"/>
                <a:gd name="connsiteX37" fmla="*/ 360396 w 2912392"/>
                <a:gd name="connsiteY37" fmla="*/ 133699 h 624673"/>
                <a:gd name="connsiteX38" fmla="*/ 370137 w 2912392"/>
                <a:gd name="connsiteY38" fmla="*/ 130692 h 624673"/>
                <a:gd name="connsiteX39" fmla="*/ 379878 w 2912392"/>
                <a:gd name="connsiteY39" fmla="*/ 127686 h 624673"/>
                <a:gd name="connsiteX40" fmla="*/ 389617 w 2912392"/>
                <a:gd name="connsiteY40" fmla="*/ 124684 h 624673"/>
                <a:gd name="connsiteX41" fmla="*/ 399358 w 2912392"/>
                <a:gd name="connsiteY41" fmla="*/ 121684 h 624673"/>
                <a:gd name="connsiteX42" fmla="*/ 409099 w 2912392"/>
                <a:gd name="connsiteY42" fmla="*/ 118693 h 624673"/>
                <a:gd name="connsiteX43" fmla="*/ 418839 w 2912392"/>
                <a:gd name="connsiteY43" fmla="*/ 115708 h 624673"/>
                <a:gd name="connsiteX44" fmla="*/ 428580 w 2912392"/>
                <a:gd name="connsiteY44" fmla="*/ 112735 h 624673"/>
                <a:gd name="connsiteX45" fmla="*/ 438321 w 2912392"/>
                <a:gd name="connsiteY45" fmla="*/ 109773 h 624673"/>
                <a:gd name="connsiteX46" fmla="*/ 448060 w 2912392"/>
                <a:gd name="connsiteY46" fmla="*/ 106824 h 624673"/>
                <a:gd name="connsiteX47" fmla="*/ 457801 w 2912392"/>
                <a:gd name="connsiteY47" fmla="*/ 103892 h 624673"/>
                <a:gd name="connsiteX48" fmla="*/ 467542 w 2912392"/>
                <a:gd name="connsiteY48" fmla="*/ 100979 h 624673"/>
                <a:gd name="connsiteX49" fmla="*/ 477281 w 2912392"/>
                <a:gd name="connsiteY49" fmla="*/ 98084 h 624673"/>
                <a:gd name="connsiteX50" fmla="*/ 487022 w 2912392"/>
                <a:gd name="connsiteY50" fmla="*/ 95213 h 624673"/>
                <a:gd name="connsiteX51" fmla="*/ 496763 w 2912392"/>
                <a:gd name="connsiteY51" fmla="*/ 92366 h 624673"/>
                <a:gd name="connsiteX52" fmla="*/ 506503 w 2912392"/>
                <a:gd name="connsiteY52" fmla="*/ 89544 h 624673"/>
                <a:gd name="connsiteX53" fmla="*/ 516244 w 2912392"/>
                <a:gd name="connsiteY53" fmla="*/ 86752 h 624673"/>
                <a:gd name="connsiteX54" fmla="*/ 525985 w 2912392"/>
                <a:gd name="connsiteY54" fmla="*/ 83990 h 624673"/>
                <a:gd name="connsiteX55" fmla="*/ 535724 w 2912392"/>
                <a:gd name="connsiteY55" fmla="*/ 81261 h 624673"/>
                <a:gd name="connsiteX56" fmla="*/ 545465 w 2912392"/>
                <a:gd name="connsiteY56" fmla="*/ 78565 h 624673"/>
                <a:gd name="connsiteX57" fmla="*/ 555206 w 2912392"/>
                <a:gd name="connsiteY57" fmla="*/ 75907 h 624673"/>
                <a:gd name="connsiteX58" fmla="*/ 564946 w 2912392"/>
                <a:gd name="connsiteY58" fmla="*/ 73288 h 624673"/>
                <a:gd name="connsiteX59" fmla="*/ 574687 w 2912392"/>
                <a:gd name="connsiteY59" fmla="*/ 70709 h 624673"/>
                <a:gd name="connsiteX60" fmla="*/ 584428 w 2912392"/>
                <a:gd name="connsiteY60" fmla="*/ 68173 h 624673"/>
                <a:gd name="connsiteX61" fmla="*/ 594167 w 2912392"/>
                <a:gd name="connsiteY61" fmla="*/ 65681 h 624673"/>
                <a:gd name="connsiteX62" fmla="*/ 603908 w 2912392"/>
                <a:gd name="connsiteY62" fmla="*/ 63236 h 624673"/>
                <a:gd name="connsiteX63" fmla="*/ 613649 w 2912392"/>
                <a:gd name="connsiteY63" fmla="*/ 60840 h 624673"/>
                <a:gd name="connsiteX64" fmla="*/ 623388 w 2912392"/>
                <a:gd name="connsiteY64" fmla="*/ 58493 h 624673"/>
                <a:gd name="connsiteX65" fmla="*/ 633129 w 2912392"/>
                <a:gd name="connsiteY65" fmla="*/ 56197 h 624673"/>
                <a:gd name="connsiteX66" fmla="*/ 642870 w 2912392"/>
                <a:gd name="connsiteY66" fmla="*/ 53957 h 624673"/>
                <a:gd name="connsiteX67" fmla="*/ 652610 w 2912392"/>
                <a:gd name="connsiteY67" fmla="*/ 51771 h 624673"/>
                <a:gd name="connsiteX68" fmla="*/ 662351 w 2912392"/>
                <a:gd name="connsiteY68" fmla="*/ 49640 h 624673"/>
                <a:gd name="connsiteX69" fmla="*/ 672092 w 2912392"/>
                <a:gd name="connsiteY69" fmla="*/ 47568 h 624673"/>
                <a:gd name="connsiteX70" fmla="*/ 681831 w 2912392"/>
                <a:gd name="connsiteY70" fmla="*/ 45555 h 624673"/>
                <a:gd name="connsiteX71" fmla="*/ 691572 w 2912392"/>
                <a:gd name="connsiteY71" fmla="*/ 43603 h 624673"/>
                <a:gd name="connsiteX72" fmla="*/ 701313 w 2912392"/>
                <a:gd name="connsiteY72" fmla="*/ 41713 h 624673"/>
                <a:gd name="connsiteX73" fmla="*/ 711052 w 2912392"/>
                <a:gd name="connsiteY73" fmla="*/ 39886 h 624673"/>
                <a:gd name="connsiteX74" fmla="*/ 720793 w 2912392"/>
                <a:gd name="connsiteY74" fmla="*/ 38122 h 624673"/>
                <a:gd name="connsiteX75" fmla="*/ 730534 w 2912392"/>
                <a:gd name="connsiteY75" fmla="*/ 36422 h 624673"/>
                <a:gd name="connsiteX76" fmla="*/ 740274 w 2912392"/>
                <a:gd name="connsiteY76" fmla="*/ 34788 h 624673"/>
                <a:gd name="connsiteX77" fmla="*/ 750015 w 2912392"/>
                <a:gd name="connsiteY77" fmla="*/ 33220 h 624673"/>
                <a:gd name="connsiteX78" fmla="*/ 759756 w 2912392"/>
                <a:gd name="connsiteY78" fmla="*/ 31718 h 624673"/>
                <a:gd name="connsiteX79" fmla="*/ 769495 w 2912392"/>
                <a:gd name="connsiteY79" fmla="*/ 30285 h 624673"/>
                <a:gd name="connsiteX80" fmla="*/ 779236 w 2912392"/>
                <a:gd name="connsiteY80" fmla="*/ 28917 h 624673"/>
                <a:gd name="connsiteX81" fmla="*/ 788977 w 2912392"/>
                <a:gd name="connsiteY81" fmla="*/ 27620 h 624673"/>
                <a:gd name="connsiteX82" fmla="*/ 798717 w 2912392"/>
                <a:gd name="connsiteY82" fmla="*/ 26388 h 624673"/>
                <a:gd name="connsiteX83" fmla="*/ 808458 w 2912392"/>
                <a:gd name="connsiteY83" fmla="*/ 25226 h 624673"/>
                <a:gd name="connsiteX84" fmla="*/ 818199 w 2912392"/>
                <a:gd name="connsiteY84" fmla="*/ 24130 h 624673"/>
                <a:gd name="connsiteX85" fmla="*/ 827938 w 2912392"/>
                <a:gd name="connsiteY85" fmla="*/ 23102 h 624673"/>
                <a:gd name="connsiteX86" fmla="*/ 837679 w 2912392"/>
                <a:gd name="connsiteY86" fmla="*/ 22143 h 624673"/>
                <a:gd name="connsiteX87" fmla="*/ 847420 w 2912392"/>
                <a:gd name="connsiteY87" fmla="*/ 21249 h 624673"/>
                <a:gd name="connsiteX88" fmla="*/ 857159 w 2912392"/>
                <a:gd name="connsiteY88" fmla="*/ 20424 h 624673"/>
                <a:gd name="connsiteX89" fmla="*/ 866900 w 2912392"/>
                <a:gd name="connsiteY89" fmla="*/ 19664 h 624673"/>
                <a:gd name="connsiteX90" fmla="*/ 876641 w 2912392"/>
                <a:gd name="connsiteY90" fmla="*/ 18969 h 624673"/>
                <a:gd name="connsiteX91" fmla="*/ 886381 w 2912392"/>
                <a:gd name="connsiteY91" fmla="*/ 18339 h 624673"/>
                <a:gd name="connsiteX92" fmla="*/ 896122 w 2912392"/>
                <a:gd name="connsiteY92" fmla="*/ 17773 h 624673"/>
                <a:gd name="connsiteX93" fmla="*/ 905863 w 2912392"/>
                <a:gd name="connsiteY93" fmla="*/ 17271 h 624673"/>
                <a:gd name="connsiteX94" fmla="*/ 915602 w 2912392"/>
                <a:gd name="connsiteY94" fmla="*/ 16830 h 624673"/>
                <a:gd name="connsiteX95" fmla="*/ 925343 w 2912392"/>
                <a:gd name="connsiteY95" fmla="*/ 16451 h 624673"/>
                <a:gd name="connsiteX96" fmla="*/ 935084 w 2912392"/>
                <a:gd name="connsiteY96" fmla="*/ 16131 h 624673"/>
                <a:gd name="connsiteX97" fmla="*/ 944824 w 2912392"/>
                <a:gd name="connsiteY97" fmla="*/ 15872 h 624673"/>
                <a:gd name="connsiteX98" fmla="*/ 954564 w 2912392"/>
                <a:gd name="connsiteY98" fmla="*/ 15668 h 624673"/>
                <a:gd name="connsiteX99" fmla="*/ 964305 w 2912392"/>
                <a:gd name="connsiteY99" fmla="*/ 15522 h 624673"/>
                <a:gd name="connsiteX100" fmla="*/ 974045 w 2912392"/>
                <a:gd name="connsiteY100" fmla="*/ 15431 h 624673"/>
                <a:gd name="connsiteX101" fmla="*/ 983786 w 2912392"/>
                <a:gd name="connsiteY101" fmla="*/ 15392 h 624673"/>
                <a:gd name="connsiteX102" fmla="*/ 993522 w 2912392"/>
                <a:gd name="connsiteY102" fmla="*/ 15407 h 624673"/>
                <a:gd name="connsiteX103" fmla="*/ 1003266 w 2912392"/>
                <a:gd name="connsiteY103" fmla="*/ 15471 h 624673"/>
                <a:gd name="connsiteX104" fmla="*/ 1013010 w 2912392"/>
                <a:gd name="connsiteY104" fmla="*/ 15586 h 624673"/>
                <a:gd name="connsiteX105" fmla="*/ 1022754 w 2912392"/>
                <a:gd name="connsiteY105" fmla="*/ 15748 h 624673"/>
                <a:gd name="connsiteX106" fmla="*/ 1032483 w 2912392"/>
                <a:gd name="connsiteY106" fmla="*/ 15955 h 624673"/>
                <a:gd name="connsiteX107" fmla="*/ 1042227 w 2912392"/>
                <a:gd name="connsiteY107" fmla="*/ 16209 h 624673"/>
                <a:gd name="connsiteX108" fmla="*/ 1051971 w 2912392"/>
                <a:gd name="connsiteY108" fmla="*/ 16504 h 624673"/>
                <a:gd name="connsiteX109" fmla="*/ 1061715 w 2912392"/>
                <a:gd name="connsiteY109" fmla="*/ 16840 h 624673"/>
                <a:gd name="connsiteX110" fmla="*/ 1071444 w 2912392"/>
                <a:gd name="connsiteY110" fmla="*/ 17216 h 624673"/>
                <a:gd name="connsiteX111" fmla="*/ 1081188 w 2912392"/>
                <a:gd name="connsiteY111" fmla="*/ 17630 h 624673"/>
                <a:gd name="connsiteX112" fmla="*/ 1090932 w 2912392"/>
                <a:gd name="connsiteY112" fmla="*/ 18081 h 624673"/>
                <a:gd name="connsiteX113" fmla="*/ 1100676 w 2912392"/>
                <a:gd name="connsiteY113" fmla="*/ 18566 h 624673"/>
                <a:gd name="connsiteX114" fmla="*/ 1110405 w 2912392"/>
                <a:gd name="connsiteY114" fmla="*/ 19083 h 624673"/>
                <a:gd name="connsiteX115" fmla="*/ 1120149 w 2912392"/>
                <a:gd name="connsiteY115" fmla="*/ 19632 h 624673"/>
                <a:gd name="connsiteX116" fmla="*/ 1129893 w 2912392"/>
                <a:gd name="connsiteY116" fmla="*/ 20210 h 624673"/>
                <a:gd name="connsiteX117" fmla="*/ 1139637 w 2912392"/>
                <a:gd name="connsiteY117" fmla="*/ 20815 h 624673"/>
                <a:gd name="connsiteX118" fmla="*/ 1149381 w 2912392"/>
                <a:gd name="connsiteY118" fmla="*/ 21447 h 624673"/>
                <a:gd name="connsiteX119" fmla="*/ 1159110 w 2912392"/>
                <a:gd name="connsiteY119" fmla="*/ 22103 h 624673"/>
                <a:gd name="connsiteX120" fmla="*/ 1168854 w 2912392"/>
                <a:gd name="connsiteY120" fmla="*/ 22781 h 624673"/>
                <a:gd name="connsiteX121" fmla="*/ 1178598 w 2912392"/>
                <a:gd name="connsiteY121" fmla="*/ 23478 h 624673"/>
                <a:gd name="connsiteX122" fmla="*/ 1188341 w 2912392"/>
                <a:gd name="connsiteY122" fmla="*/ 24194 h 624673"/>
                <a:gd name="connsiteX123" fmla="*/ 1198070 w 2912392"/>
                <a:gd name="connsiteY123" fmla="*/ 24928 h 624673"/>
                <a:gd name="connsiteX124" fmla="*/ 1207814 w 2912392"/>
                <a:gd name="connsiteY124" fmla="*/ 25677 h 624673"/>
                <a:gd name="connsiteX125" fmla="*/ 1217558 w 2912392"/>
                <a:gd name="connsiteY125" fmla="*/ 26438 h 624673"/>
                <a:gd name="connsiteX126" fmla="*/ 1227302 w 2912392"/>
                <a:gd name="connsiteY126" fmla="*/ 27210 h 624673"/>
                <a:gd name="connsiteX127" fmla="*/ 1237031 w 2912392"/>
                <a:gd name="connsiteY127" fmla="*/ 27992 h 624673"/>
                <a:gd name="connsiteX128" fmla="*/ 1246775 w 2912392"/>
                <a:gd name="connsiteY128" fmla="*/ 28780 h 624673"/>
                <a:gd name="connsiteX129" fmla="*/ 1256519 w 2912392"/>
                <a:gd name="connsiteY129" fmla="*/ 29576 h 624673"/>
                <a:gd name="connsiteX130" fmla="*/ 1266263 w 2912392"/>
                <a:gd name="connsiteY130" fmla="*/ 30373 h 624673"/>
                <a:gd name="connsiteX131" fmla="*/ 1276007 w 2912392"/>
                <a:gd name="connsiteY131" fmla="*/ 31172 h 624673"/>
                <a:gd name="connsiteX132" fmla="*/ 1285736 w 2912392"/>
                <a:gd name="connsiteY132" fmla="*/ 31970 h 624673"/>
                <a:gd name="connsiteX133" fmla="*/ 1295480 w 2912392"/>
                <a:gd name="connsiteY133" fmla="*/ 32766 h 624673"/>
                <a:gd name="connsiteX134" fmla="*/ 1305224 w 2912392"/>
                <a:gd name="connsiteY134" fmla="*/ 33555 h 624673"/>
                <a:gd name="connsiteX135" fmla="*/ 1314968 w 2912392"/>
                <a:gd name="connsiteY135" fmla="*/ 34338 h 624673"/>
                <a:gd name="connsiteX136" fmla="*/ 1324697 w 2912392"/>
                <a:gd name="connsiteY136" fmla="*/ 35112 h 624673"/>
                <a:gd name="connsiteX137" fmla="*/ 1334441 w 2912392"/>
                <a:gd name="connsiteY137" fmla="*/ 35874 h 624673"/>
                <a:gd name="connsiteX138" fmla="*/ 1344185 w 2912392"/>
                <a:gd name="connsiteY138" fmla="*/ 36622 h 624673"/>
                <a:gd name="connsiteX139" fmla="*/ 1353929 w 2912392"/>
                <a:gd name="connsiteY139" fmla="*/ 37353 h 624673"/>
                <a:gd name="connsiteX140" fmla="*/ 1363658 w 2912392"/>
                <a:gd name="connsiteY140" fmla="*/ 38067 h 624673"/>
                <a:gd name="connsiteX141" fmla="*/ 1373402 w 2912392"/>
                <a:gd name="connsiteY141" fmla="*/ 38760 h 624673"/>
                <a:gd name="connsiteX142" fmla="*/ 1383146 w 2912392"/>
                <a:gd name="connsiteY142" fmla="*/ 39429 h 624673"/>
                <a:gd name="connsiteX143" fmla="*/ 1392890 w 2912392"/>
                <a:gd name="connsiteY143" fmla="*/ 40072 h 624673"/>
                <a:gd name="connsiteX144" fmla="*/ 1402619 w 2912392"/>
                <a:gd name="connsiteY144" fmla="*/ 40688 h 624673"/>
                <a:gd name="connsiteX145" fmla="*/ 1412363 w 2912392"/>
                <a:gd name="connsiteY145" fmla="*/ 41273 h 624673"/>
                <a:gd name="connsiteX146" fmla="*/ 1422106 w 2912392"/>
                <a:gd name="connsiteY146" fmla="*/ 41826 h 624673"/>
                <a:gd name="connsiteX147" fmla="*/ 1431850 w 2912392"/>
                <a:gd name="connsiteY147" fmla="*/ 42343 h 624673"/>
                <a:gd name="connsiteX148" fmla="*/ 1441594 w 2912392"/>
                <a:gd name="connsiteY148" fmla="*/ 42821 h 624673"/>
                <a:gd name="connsiteX149" fmla="*/ 1451323 w 2912392"/>
                <a:gd name="connsiteY149" fmla="*/ 43259 h 624673"/>
                <a:gd name="connsiteX150" fmla="*/ 1461067 w 2912392"/>
                <a:gd name="connsiteY150" fmla="*/ 43656 h 624673"/>
                <a:gd name="connsiteX151" fmla="*/ 1470811 w 2912392"/>
                <a:gd name="connsiteY151" fmla="*/ 44007 h 624673"/>
                <a:gd name="connsiteX152" fmla="*/ 1480555 w 2912392"/>
                <a:gd name="connsiteY152" fmla="*/ 44311 h 624673"/>
                <a:gd name="connsiteX153" fmla="*/ 1490284 w 2912392"/>
                <a:gd name="connsiteY153" fmla="*/ 44564 h 624673"/>
                <a:gd name="connsiteX154" fmla="*/ 1500028 w 2912392"/>
                <a:gd name="connsiteY154" fmla="*/ 44767 h 624673"/>
                <a:gd name="connsiteX155" fmla="*/ 1509772 w 2912392"/>
                <a:gd name="connsiteY155" fmla="*/ 44916 h 624673"/>
                <a:gd name="connsiteX156" fmla="*/ 1519516 w 2912392"/>
                <a:gd name="connsiteY156" fmla="*/ 45008 h 624673"/>
                <a:gd name="connsiteX157" fmla="*/ 1529245 w 2912392"/>
                <a:gd name="connsiteY157" fmla="*/ 45044 h 624673"/>
                <a:gd name="connsiteX158" fmla="*/ 1538989 w 2912392"/>
                <a:gd name="connsiteY158" fmla="*/ 45019 h 624673"/>
                <a:gd name="connsiteX159" fmla="*/ 1548733 w 2912392"/>
                <a:gd name="connsiteY159" fmla="*/ 44934 h 624673"/>
                <a:gd name="connsiteX160" fmla="*/ 1558477 w 2912392"/>
                <a:gd name="connsiteY160" fmla="*/ 44785 h 624673"/>
                <a:gd name="connsiteX161" fmla="*/ 1568221 w 2912392"/>
                <a:gd name="connsiteY161" fmla="*/ 44572 h 624673"/>
                <a:gd name="connsiteX162" fmla="*/ 1577950 w 2912392"/>
                <a:gd name="connsiteY162" fmla="*/ 44293 h 624673"/>
                <a:gd name="connsiteX163" fmla="*/ 1587694 w 2912392"/>
                <a:gd name="connsiteY163" fmla="*/ 43948 h 624673"/>
                <a:gd name="connsiteX164" fmla="*/ 1597438 w 2912392"/>
                <a:gd name="connsiteY164" fmla="*/ 43536 h 624673"/>
                <a:gd name="connsiteX165" fmla="*/ 1607182 w 2912392"/>
                <a:gd name="connsiteY165" fmla="*/ 43055 h 624673"/>
                <a:gd name="connsiteX166" fmla="*/ 1616911 w 2912392"/>
                <a:gd name="connsiteY166" fmla="*/ 42508 h 624673"/>
                <a:gd name="connsiteX167" fmla="*/ 1626655 w 2912392"/>
                <a:gd name="connsiteY167" fmla="*/ 41891 h 624673"/>
                <a:gd name="connsiteX168" fmla="*/ 1636399 w 2912392"/>
                <a:gd name="connsiteY168" fmla="*/ 41208 h 624673"/>
                <a:gd name="connsiteX169" fmla="*/ 1646142 w 2912392"/>
                <a:gd name="connsiteY169" fmla="*/ 40455 h 624673"/>
                <a:gd name="connsiteX170" fmla="*/ 1655872 w 2912392"/>
                <a:gd name="connsiteY170" fmla="*/ 39637 h 624673"/>
                <a:gd name="connsiteX171" fmla="*/ 1665616 w 2912392"/>
                <a:gd name="connsiteY171" fmla="*/ 38752 h 624673"/>
                <a:gd name="connsiteX172" fmla="*/ 1675359 w 2912392"/>
                <a:gd name="connsiteY172" fmla="*/ 37803 h 624673"/>
                <a:gd name="connsiteX173" fmla="*/ 1685103 w 2912392"/>
                <a:gd name="connsiteY173" fmla="*/ 36792 h 624673"/>
                <a:gd name="connsiteX174" fmla="*/ 1694832 w 2912392"/>
                <a:gd name="connsiteY174" fmla="*/ 35719 h 624673"/>
                <a:gd name="connsiteX175" fmla="*/ 1704576 w 2912392"/>
                <a:gd name="connsiteY175" fmla="*/ 34589 h 624673"/>
                <a:gd name="connsiteX176" fmla="*/ 1714320 w 2912392"/>
                <a:gd name="connsiteY176" fmla="*/ 33402 h 624673"/>
                <a:gd name="connsiteX177" fmla="*/ 1724064 w 2912392"/>
                <a:gd name="connsiteY177" fmla="*/ 32164 h 624673"/>
                <a:gd name="connsiteX178" fmla="*/ 1733808 w 2912392"/>
                <a:gd name="connsiteY178" fmla="*/ 30877 h 624673"/>
                <a:gd name="connsiteX179" fmla="*/ 1743537 w 2912392"/>
                <a:gd name="connsiteY179" fmla="*/ 29543 h 624673"/>
                <a:gd name="connsiteX180" fmla="*/ 1753281 w 2912392"/>
                <a:gd name="connsiteY180" fmla="*/ 28169 h 624673"/>
                <a:gd name="connsiteX181" fmla="*/ 1763025 w 2912392"/>
                <a:gd name="connsiteY181" fmla="*/ 26759 h 624673"/>
                <a:gd name="connsiteX182" fmla="*/ 1772769 w 2912392"/>
                <a:gd name="connsiteY182" fmla="*/ 25318 h 624673"/>
                <a:gd name="connsiteX183" fmla="*/ 1782498 w 2912392"/>
                <a:gd name="connsiteY183" fmla="*/ 23850 h 624673"/>
                <a:gd name="connsiteX184" fmla="*/ 1792242 w 2912392"/>
                <a:gd name="connsiteY184" fmla="*/ 22362 h 624673"/>
                <a:gd name="connsiteX185" fmla="*/ 1801986 w 2912392"/>
                <a:gd name="connsiteY185" fmla="*/ 20860 h 624673"/>
                <a:gd name="connsiteX186" fmla="*/ 1811730 w 2912392"/>
                <a:gd name="connsiteY186" fmla="*/ 19349 h 624673"/>
                <a:gd name="connsiteX187" fmla="*/ 1821459 w 2912392"/>
                <a:gd name="connsiteY187" fmla="*/ 17840 h 624673"/>
                <a:gd name="connsiteX188" fmla="*/ 1831203 w 2912392"/>
                <a:gd name="connsiteY188" fmla="*/ 16335 h 624673"/>
                <a:gd name="connsiteX189" fmla="*/ 1840947 w 2912392"/>
                <a:gd name="connsiteY189" fmla="*/ 14844 h 624673"/>
                <a:gd name="connsiteX190" fmla="*/ 1850691 w 2912392"/>
                <a:gd name="connsiteY190" fmla="*/ 13375 h 624673"/>
                <a:gd name="connsiteX191" fmla="*/ 1860435 w 2912392"/>
                <a:gd name="connsiteY191" fmla="*/ 11936 h 624673"/>
                <a:gd name="connsiteX192" fmla="*/ 1870164 w 2912392"/>
                <a:gd name="connsiteY192" fmla="*/ 10535 h 624673"/>
                <a:gd name="connsiteX193" fmla="*/ 1879908 w 2912392"/>
                <a:gd name="connsiteY193" fmla="*/ 9181 h 624673"/>
                <a:gd name="connsiteX194" fmla="*/ 1889652 w 2912392"/>
                <a:gd name="connsiteY194" fmla="*/ 7883 h 624673"/>
                <a:gd name="connsiteX195" fmla="*/ 1899395 w 2912392"/>
                <a:gd name="connsiteY195" fmla="*/ 6648 h 624673"/>
                <a:gd name="connsiteX196" fmla="*/ 1909124 w 2912392"/>
                <a:gd name="connsiteY196" fmla="*/ 5489 h 624673"/>
                <a:gd name="connsiteX197" fmla="*/ 1918868 w 2912392"/>
                <a:gd name="connsiteY197" fmla="*/ 4413 h 624673"/>
                <a:gd name="connsiteX198" fmla="*/ 1928612 w 2912392"/>
                <a:gd name="connsiteY198" fmla="*/ 3431 h 624673"/>
                <a:gd name="connsiteX199" fmla="*/ 1938356 w 2912392"/>
                <a:gd name="connsiteY199" fmla="*/ 2552 h 624673"/>
                <a:gd name="connsiteX200" fmla="*/ 1948085 w 2912392"/>
                <a:gd name="connsiteY200" fmla="*/ 1786 h 624673"/>
                <a:gd name="connsiteX201" fmla="*/ 1957829 w 2912392"/>
                <a:gd name="connsiteY201" fmla="*/ 1143 h 624673"/>
                <a:gd name="connsiteX202" fmla="*/ 1967573 w 2912392"/>
                <a:gd name="connsiteY202" fmla="*/ 633 h 624673"/>
                <a:gd name="connsiteX203" fmla="*/ 1977317 w 2912392"/>
                <a:gd name="connsiteY203" fmla="*/ 267 h 624673"/>
                <a:gd name="connsiteX204" fmla="*/ 1987046 w 2912392"/>
                <a:gd name="connsiteY204" fmla="*/ 52 h 624673"/>
                <a:gd name="connsiteX205" fmla="*/ 1996790 w 2912392"/>
                <a:gd name="connsiteY205" fmla="*/ 0 h 624673"/>
                <a:gd name="connsiteX206" fmla="*/ 2006534 w 2912392"/>
                <a:gd name="connsiteY206" fmla="*/ 121 h 624673"/>
                <a:gd name="connsiteX207" fmla="*/ 2016278 w 2912392"/>
                <a:gd name="connsiteY207" fmla="*/ 425 h 624673"/>
                <a:gd name="connsiteX208" fmla="*/ 2026022 w 2912392"/>
                <a:gd name="connsiteY208" fmla="*/ 918 h 624673"/>
                <a:gd name="connsiteX209" fmla="*/ 2035751 w 2912392"/>
                <a:gd name="connsiteY209" fmla="*/ 1614 h 624673"/>
                <a:gd name="connsiteX210" fmla="*/ 2045495 w 2912392"/>
                <a:gd name="connsiteY210" fmla="*/ 2518 h 624673"/>
                <a:gd name="connsiteX211" fmla="*/ 2055239 w 2912392"/>
                <a:gd name="connsiteY211" fmla="*/ 3641 h 624673"/>
                <a:gd name="connsiteX212" fmla="*/ 2064983 w 2912392"/>
                <a:gd name="connsiteY212" fmla="*/ 4991 h 624673"/>
                <a:gd name="connsiteX213" fmla="*/ 2074712 w 2912392"/>
                <a:gd name="connsiteY213" fmla="*/ 6575 h 624673"/>
                <a:gd name="connsiteX214" fmla="*/ 2084456 w 2912392"/>
                <a:gd name="connsiteY214" fmla="*/ 8400 h 624673"/>
                <a:gd name="connsiteX215" fmla="*/ 2094200 w 2912392"/>
                <a:gd name="connsiteY215" fmla="*/ 10477 h 624673"/>
                <a:gd name="connsiteX216" fmla="*/ 2103944 w 2912392"/>
                <a:gd name="connsiteY216" fmla="*/ 12807 h 624673"/>
                <a:gd name="connsiteX217" fmla="*/ 2113673 w 2912392"/>
                <a:gd name="connsiteY217" fmla="*/ 15401 h 624673"/>
                <a:gd name="connsiteX218" fmla="*/ 2123417 w 2912392"/>
                <a:gd name="connsiteY218" fmla="*/ 18263 h 624673"/>
                <a:gd name="connsiteX219" fmla="*/ 2133161 w 2912392"/>
                <a:gd name="connsiteY219" fmla="*/ 21398 h 624673"/>
                <a:gd name="connsiteX220" fmla="*/ 2142905 w 2912392"/>
                <a:gd name="connsiteY220" fmla="*/ 24810 h 624673"/>
                <a:gd name="connsiteX221" fmla="*/ 2152649 w 2912392"/>
                <a:gd name="connsiteY221" fmla="*/ 28503 h 624673"/>
                <a:gd name="connsiteX222" fmla="*/ 2162377 w 2912392"/>
                <a:gd name="connsiteY222" fmla="*/ 32483 h 624673"/>
                <a:gd name="connsiteX223" fmla="*/ 2172121 w 2912392"/>
                <a:gd name="connsiteY223" fmla="*/ 36750 h 624673"/>
                <a:gd name="connsiteX224" fmla="*/ 2181865 w 2912392"/>
                <a:gd name="connsiteY224" fmla="*/ 41306 h 624673"/>
                <a:gd name="connsiteX225" fmla="*/ 2191609 w 2912392"/>
                <a:gd name="connsiteY225" fmla="*/ 46153 h 624673"/>
                <a:gd name="connsiteX226" fmla="*/ 2201338 w 2912392"/>
                <a:gd name="connsiteY226" fmla="*/ 51291 h 624673"/>
                <a:gd name="connsiteX227" fmla="*/ 2211082 w 2912392"/>
                <a:gd name="connsiteY227" fmla="*/ 56722 h 624673"/>
                <a:gd name="connsiteX228" fmla="*/ 2220826 w 2912392"/>
                <a:gd name="connsiteY228" fmla="*/ 62443 h 624673"/>
                <a:gd name="connsiteX229" fmla="*/ 2230570 w 2912392"/>
                <a:gd name="connsiteY229" fmla="*/ 68453 h 624673"/>
                <a:gd name="connsiteX230" fmla="*/ 2240299 w 2912392"/>
                <a:gd name="connsiteY230" fmla="*/ 74751 h 624673"/>
                <a:gd name="connsiteX231" fmla="*/ 2250043 w 2912392"/>
                <a:gd name="connsiteY231" fmla="*/ 81332 h 624673"/>
                <a:gd name="connsiteX232" fmla="*/ 2259787 w 2912392"/>
                <a:gd name="connsiteY232" fmla="*/ 88195 h 624673"/>
                <a:gd name="connsiteX233" fmla="*/ 2269531 w 2912392"/>
                <a:gd name="connsiteY233" fmla="*/ 95333 h 624673"/>
                <a:gd name="connsiteX234" fmla="*/ 2279260 w 2912392"/>
                <a:gd name="connsiteY234" fmla="*/ 102740 h 624673"/>
                <a:gd name="connsiteX235" fmla="*/ 2289004 w 2912392"/>
                <a:gd name="connsiteY235" fmla="*/ 110413 h 624673"/>
                <a:gd name="connsiteX236" fmla="*/ 2298748 w 2912392"/>
                <a:gd name="connsiteY236" fmla="*/ 118344 h 624673"/>
                <a:gd name="connsiteX237" fmla="*/ 2308492 w 2912392"/>
                <a:gd name="connsiteY237" fmla="*/ 126525 h 624673"/>
                <a:gd name="connsiteX238" fmla="*/ 2318236 w 2912392"/>
                <a:gd name="connsiteY238" fmla="*/ 134951 h 624673"/>
                <a:gd name="connsiteX239" fmla="*/ 2327965 w 2912392"/>
                <a:gd name="connsiteY239" fmla="*/ 143608 h 624673"/>
                <a:gd name="connsiteX240" fmla="*/ 2337709 w 2912392"/>
                <a:gd name="connsiteY240" fmla="*/ 152491 h 624673"/>
                <a:gd name="connsiteX241" fmla="*/ 2347453 w 2912392"/>
                <a:gd name="connsiteY241" fmla="*/ 161588 h 624673"/>
                <a:gd name="connsiteX242" fmla="*/ 2357197 w 2912392"/>
                <a:gd name="connsiteY242" fmla="*/ 170890 h 624673"/>
                <a:gd name="connsiteX243" fmla="*/ 2366926 w 2912392"/>
                <a:gd name="connsiteY243" fmla="*/ 180385 h 624673"/>
                <a:gd name="connsiteX244" fmla="*/ 2376670 w 2912392"/>
                <a:gd name="connsiteY244" fmla="*/ 190060 h 624673"/>
                <a:gd name="connsiteX245" fmla="*/ 2386413 w 2912392"/>
                <a:gd name="connsiteY245" fmla="*/ 199906 h 624673"/>
                <a:gd name="connsiteX246" fmla="*/ 2396157 w 2912392"/>
                <a:gd name="connsiteY246" fmla="*/ 209906 h 624673"/>
                <a:gd name="connsiteX247" fmla="*/ 2405886 w 2912392"/>
                <a:gd name="connsiteY247" fmla="*/ 220051 h 624673"/>
                <a:gd name="connsiteX248" fmla="*/ 2415630 w 2912392"/>
                <a:gd name="connsiteY248" fmla="*/ 230325 h 624673"/>
                <a:gd name="connsiteX249" fmla="*/ 2425374 w 2912392"/>
                <a:gd name="connsiteY249" fmla="*/ 240714 h 624673"/>
                <a:gd name="connsiteX250" fmla="*/ 2435118 w 2912392"/>
                <a:gd name="connsiteY250" fmla="*/ 251206 h 624673"/>
                <a:gd name="connsiteX251" fmla="*/ 2444862 w 2912392"/>
                <a:gd name="connsiteY251" fmla="*/ 261786 h 624673"/>
                <a:gd name="connsiteX252" fmla="*/ 2454591 w 2912392"/>
                <a:gd name="connsiteY252" fmla="*/ 272437 h 624673"/>
                <a:gd name="connsiteX253" fmla="*/ 2464335 w 2912392"/>
                <a:gd name="connsiteY253" fmla="*/ 283146 h 624673"/>
                <a:gd name="connsiteX254" fmla="*/ 2474079 w 2912392"/>
                <a:gd name="connsiteY254" fmla="*/ 293899 h 624673"/>
                <a:gd name="connsiteX255" fmla="*/ 2483823 w 2912392"/>
                <a:gd name="connsiteY255" fmla="*/ 304678 h 624673"/>
                <a:gd name="connsiteX256" fmla="*/ 2493552 w 2912392"/>
                <a:gd name="connsiteY256" fmla="*/ 315470 h 624673"/>
                <a:gd name="connsiteX257" fmla="*/ 2503296 w 2912392"/>
                <a:gd name="connsiteY257" fmla="*/ 326258 h 624673"/>
                <a:gd name="connsiteX258" fmla="*/ 2513040 w 2912392"/>
                <a:gd name="connsiteY258" fmla="*/ 337030 h 624673"/>
                <a:gd name="connsiteX259" fmla="*/ 2522784 w 2912392"/>
                <a:gd name="connsiteY259" fmla="*/ 347766 h 624673"/>
                <a:gd name="connsiteX260" fmla="*/ 2532513 w 2912392"/>
                <a:gd name="connsiteY260" fmla="*/ 358456 h 624673"/>
                <a:gd name="connsiteX261" fmla="*/ 2542257 w 2912392"/>
                <a:gd name="connsiteY261" fmla="*/ 369082 h 624673"/>
                <a:gd name="connsiteX262" fmla="*/ 2552001 w 2912392"/>
                <a:gd name="connsiteY262" fmla="*/ 379630 h 624673"/>
                <a:gd name="connsiteX263" fmla="*/ 2561745 w 2912392"/>
                <a:gd name="connsiteY263" fmla="*/ 390088 h 624673"/>
                <a:gd name="connsiteX264" fmla="*/ 2571474 w 2912392"/>
                <a:gd name="connsiteY264" fmla="*/ 400438 h 624673"/>
                <a:gd name="connsiteX265" fmla="*/ 2581218 w 2912392"/>
                <a:gd name="connsiteY265" fmla="*/ 410668 h 624673"/>
                <a:gd name="connsiteX266" fmla="*/ 2590962 w 2912392"/>
                <a:gd name="connsiteY266" fmla="*/ 420767 h 624673"/>
                <a:gd name="connsiteX267" fmla="*/ 2600705 w 2912392"/>
                <a:gd name="connsiteY267" fmla="*/ 430718 h 624673"/>
                <a:gd name="connsiteX268" fmla="*/ 2610449 w 2912392"/>
                <a:gd name="connsiteY268" fmla="*/ 440511 h 624673"/>
                <a:gd name="connsiteX269" fmla="*/ 2620178 w 2912392"/>
                <a:gd name="connsiteY269" fmla="*/ 450132 h 624673"/>
                <a:gd name="connsiteX270" fmla="*/ 2629922 w 2912392"/>
                <a:gd name="connsiteY270" fmla="*/ 459571 h 624673"/>
                <a:gd name="connsiteX271" fmla="*/ 2639666 w 2912392"/>
                <a:gd name="connsiteY271" fmla="*/ 468817 h 624673"/>
                <a:gd name="connsiteX272" fmla="*/ 2649410 w 2912392"/>
                <a:gd name="connsiteY272" fmla="*/ 477860 h 624673"/>
                <a:gd name="connsiteX273" fmla="*/ 2659139 w 2912392"/>
                <a:gd name="connsiteY273" fmla="*/ 486689 h 624673"/>
                <a:gd name="connsiteX274" fmla="*/ 2668883 w 2912392"/>
                <a:gd name="connsiteY274" fmla="*/ 495294 h 624673"/>
                <a:gd name="connsiteX275" fmla="*/ 2678627 w 2912392"/>
                <a:gd name="connsiteY275" fmla="*/ 503669 h 624673"/>
                <a:gd name="connsiteX276" fmla="*/ 2688371 w 2912392"/>
                <a:gd name="connsiteY276" fmla="*/ 511804 h 624673"/>
                <a:gd name="connsiteX277" fmla="*/ 2698100 w 2912392"/>
                <a:gd name="connsiteY277" fmla="*/ 519693 h 624673"/>
                <a:gd name="connsiteX278" fmla="*/ 2707844 w 2912392"/>
                <a:gd name="connsiteY278" fmla="*/ 527327 h 624673"/>
                <a:gd name="connsiteX279" fmla="*/ 2717588 w 2912392"/>
                <a:gd name="connsiteY279" fmla="*/ 534704 h 624673"/>
                <a:gd name="connsiteX280" fmla="*/ 2727332 w 2912392"/>
                <a:gd name="connsiteY280" fmla="*/ 541815 h 624673"/>
                <a:gd name="connsiteX281" fmla="*/ 2737076 w 2912392"/>
                <a:gd name="connsiteY281" fmla="*/ 548656 h 624673"/>
                <a:gd name="connsiteX282" fmla="*/ 2746805 w 2912392"/>
                <a:gd name="connsiteY282" fmla="*/ 555230 h 624673"/>
                <a:gd name="connsiteX283" fmla="*/ 2756549 w 2912392"/>
                <a:gd name="connsiteY283" fmla="*/ 561517 h 624673"/>
                <a:gd name="connsiteX284" fmla="*/ 2766293 w 2912392"/>
                <a:gd name="connsiteY284" fmla="*/ 567536 h 624673"/>
                <a:gd name="connsiteX285" fmla="*/ 2776037 w 2912392"/>
                <a:gd name="connsiteY285" fmla="*/ 573273 h 624673"/>
                <a:gd name="connsiteX286" fmla="*/ 2785766 w 2912392"/>
                <a:gd name="connsiteY286" fmla="*/ 578726 h 624673"/>
                <a:gd name="connsiteX287" fmla="*/ 2795510 w 2912392"/>
                <a:gd name="connsiteY287" fmla="*/ 583896 h 624673"/>
                <a:gd name="connsiteX288" fmla="*/ 2805254 w 2912392"/>
                <a:gd name="connsiteY288" fmla="*/ 588782 h 624673"/>
                <a:gd name="connsiteX289" fmla="*/ 2814998 w 2912392"/>
                <a:gd name="connsiteY289" fmla="*/ 593386 h 624673"/>
                <a:gd name="connsiteX290" fmla="*/ 2824727 w 2912392"/>
                <a:gd name="connsiteY290" fmla="*/ 597722 h 624673"/>
                <a:gd name="connsiteX291" fmla="*/ 2834471 w 2912392"/>
                <a:gd name="connsiteY291" fmla="*/ 601774 h 624673"/>
                <a:gd name="connsiteX292" fmla="*/ 2844215 w 2912392"/>
                <a:gd name="connsiteY292" fmla="*/ 605559 h 624673"/>
                <a:gd name="connsiteX293" fmla="*/ 2853958 w 2912392"/>
                <a:gd name="connsiteY293" fmla="*/ 609060 h 624673"/>
                <a:gd name="connsiteX294" fmla="*/ 2863687 w 2912392"/>
                <a:gd name="connsiteY294" fmla="*/ 612308 h 624673"/>
                <a:gd name="connsiteX295" fmla="*/ 2873431 w 2912392"/>
                <a:gd name="connsiteY295" fmla="*/ 615288 h 624673"/>
                <a:gd name="connsiteX296" fmla="*/ 2883175 w 2912392"/>
                <a:gd name="connsiteY296" fmla="*/ 617999 h 624673"/>
                <a:gd name="connsiteX297" fmla="*/ 2892919 w 2912392"/>
                <a:gd name="connsiteY297" fmla="*/ 620473 h 624673"/>
                <a:gd name="connsiteX298" fmla="*/ 2902663 w 2912392"/>
                <a:gd name="connsiteY298" fmla="*/ 622693 h 624673"/>
                <a:gd name="connsiteX299" fmla="*/ 2912392 w 2912392"/>
                <a:gd name="connsiteY299" fmla="*/ 624674 h 624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24673">
                  <a:moveTo>
                    <a:pt x="0" y="236293"/>
                  </a:moveTo>
                  <a:lnTo>
                    <a:pt x="9739" y="233777"/>
                  </a:lnTo>
                  <a:lnTo>
                    <a:pt x="19480" y="231255"/>
                  </a:lnTo>
                  <a:lnTo>
                    <a:pt x="29221" y="228726"/>
                  </a:lnTo>
                  <a:lnTo>
                    <a:pt x="38961" y="226190"/>
                  </a:lnTo>
                  <a:lnTo>
                    <a:pt x="48702" y="223644"/>
                  </a:lnTo>
                  <a:lnTo>
                    <a:pt x="58443" y="221087"/>
                  </a:lnTo>
                  <a:lnTo>
                    <a:pt x="68182" y="218517"/>
                  </a:lnTo>
                  <a:lnTo>
                    <a:pt x="77923" y="215934"/>
                  </a:lnTo>
                  <a:lnTo>
                    <a:pt x="87664" y="213336"/>
                  </a:lnTo>
                  <a:lnTo>
                    <a:pt x="97404" y="210721"/>
                  </a:lnTo>
                  <a:lnTo>
                    <a:pt x="107145" y="208090"/>
                  </a:lnTo>
                  <a:lnTo>
                    <a:pt x="116886" y="205441"/>
                  </a:lnTo>
                  <a:lnTo>
                    <a:pt x="126625" y="202774"/>
                  </a:lnTo>
                  <a:lnTo>
                    <a:pt x="136366" y="200087"/>
                  </a:lnTo>
                  <a:lnTo>
                    <a:pt x="146107" y="197383"/>
                  </a:lnTo>
                  <a:lnTo>
                    <a:pt x="155846" y="194660"/>
                  </a:lnTo>
                  <a:lnTo>
                    <a:pt x="165587" y="191917"/>
                  </a:lnTo>
                  <a:lnTo>
                    <a:pt x="175328" y="189155"/>
                  </a:lnTo>
                  <a:lnTo>
                    <a:pt x="185068" y="186374"/>
                  </a:lnTo>
                  <a:lnTo>
                    <a:pt x="194809" y="183573"/>
                  </a:lnTo>
                  <a:lnTo>
                    <a:pt x="204550" y="180754"/>
                  </a:lnTo>
                  <a:lnTo>
                    <a:pt x="214289" y="177918"/>
                  </a:lnTo>
                  <a:lnTo>
                    <a:pt x="224030" y="175062"/>
                  </a:lnTo>
                  <a:lnTo>
                    <a:pt x="233771" y="172189"/>
                  </a:lnTo>
                  <a:lnTo>
                    <a:pt x="243510" y="169300"/>
                  </a:lnTo>
                  <a:lnTo>
                    <a:pt x="253251" y="166396"/>
                  </a:lnTo>
                  <a:lnTo>
                    <a:pt x="262992" y="163476"/>
                  </a:lnTo>
                  <a:lnTo>
                    <a:pt x="272732" y="160543"/>
                  </a:lnTo>
                  <a:lnTo>
                    <a:pt x="282473" y="157595"/>
                  </a:lnTo>
                  <a:lnTo>
                    <a:pt x="292214" y="154637"/>
                  </a:lnTo>
                  <a:lnTo>
                    <a:pt x="301953" y="151667"/>
                  </a:lnTo>
                  <a:lnTo>
                    <a:pt x="311694" y="148689"/>
                  </a:lnTo>
                  <a:lnTo>
                    <a:pt x="321435" y="145702"/>
                  </a:lnTo>
                  <a:lnTo>
                    <a:pt x="331175" y="142707"/>
                  </a:lnTo>
                  <a:lnTo>
                    <a:pt x="340916" y="139708"/>
                  </a:lnTo>
                  <a:lnTo>
                    <a:pt x="350656" y="136704"/>
                  </a:lnTo>
                  <a:lnTo>
                    <a:pt x="360396" y="133699"/>
                  </a:lnTo>
                  <a:lnTo>
                    <a:pt x="370137" y="130692"/>
                  </a:lnTo>
                  <a:lnTo>
                    <a:pt x="379878" y="127686"/>
                  </a:lnTo>
                  <a:lnTo>
                    <a:pt x="389617" y="124684"/>
                  </a:lnTo>
                  <a:lnTo>
                    <a:pt x="399358" y="121684"/>
                  </a:lnTo>
                  <a:lnTo>
                    <a:pt x="409099" y="118693"/>
                  </a:lnTo>
                  <a:lnTo>
                    <a:pt x="418839" y="115708"/>
                  </a:lnTo>
                  <a:lnTo>
                    <a:pt x="428580" y="112735"/>
                  </a:lnTo>
                  <a:lnTo>
                    <a:pt x="438321" y="109773"/>
                  </a:lnTo>
                  <a:lnTo>
                    <a:pt x="448060" y="106824"/>
                  </a:lnTo>
                  <a:lnTo>
                    <a:pt x="457801" y="103892"/>
                  </a:lnTo>
                  <a:lnTo>
                    <a:pt x="467542" y="100979"/>
                  </a:lnTo>
                  <a:lnTo>
                    <a:pt x="477281" y="98084"/>
                  </a:lnTo>
                  <a:lnTo>
                    <a:pt x="487022" y="95213"/>
                  </a:lnTo>
                  <a:lnTo>
                    <a:pt x="496763" y="92366"/>
                  </a:lnTo>
                  <a:lnTo>
                    <a:pt x="506503" y="89544"/>
                  </a:lnTo>
                  <a:lnTo>
                    <a:pt x="516244" y="86752"/>
                  </a:lnTo>
                  <a:lnTo>
                    <a:pt x="525985" y="83990"/>
                  </a:lnTo>
                  <a:lnTo>
                    <a:pt x="535724" y="81261"/>
                  </a:lnTo>
                  <a:lnTo>
                    <a:pt x="545465" y="78565"/>
                  </a:lnTo>
                  <a:lnTo>
                    <a:pt x="555206" y="75907"/>
                  </a:lnTo>
                  <a:lnTo>
                    <a:pt x="564946" y="73288"/>
                  </a:lnTo>
                  <a:lnTo>
                    <a:pt x="574687" y="70709"/>
                  </a:lnTo>
                  <a:lnTo>
                    <a:pt x="584428" y="68173"/>
                  </a:lnTo>
                  <a:lnTo>
                    <a:pt x="594167" y="65681"/>
                  </a:lnTo>
                  <a:lnTo>
                    <a:pt x="603908" y="63236"/>
                  </a:lnTo>
                  <a:lnTo>
                    <a:pt x="613649" y="60840"/>
                  </a:lnTo>
                  <a:lnTo>
                    <a:pt x="623388" y="58493"/>
                  </a:lnTo>
                  <a:lnTo>
                    <a:pt x="633129" y="56197"/>
                  </a:lnTo>
                  <a:lnTo>
                    <a:pt x="642870" y="53957"/>
                  </a:lnTo>
                  <a:lnTo>
                    <a:pt x="652610" y="51771"/>
                  </a:lnTo>
                  <a:lnTo>
                    <a:pt x="662351" y="49640"/>
                  </a:lnTo>
                  <a:lnTo>
                    <a:pt x="672092" y="47568"/>
                  </a:lnTo>
                  <a:lnTo>
                    <a:pt x="681831" y="45555"/>
                  </a:lnTo>
                  <a:lnTo>
                    <a:pt x="691572" y="43603"/>
                  </a:lnTo>
                  <a:lnTo>
                    <a:pt x="701313" y="41713"/>
                  </a:lnTo>
                  <a:lnTo>
                    <a:pt x="711052" y="39886"/>
                  </a:lnTo>
                  <a:lnTo>
                    <a:pt x="720793" y="38122"/>
                  </a:lnTo>
                  <a:lnTo>
                    <a:pt x="730534" y="36422"/>
                  </a:lnTo>
                  <a:lnTo>
                    <a:pt x="740274" y="34788"/>
                  </a:lnTo>
                  <a:lnTo>
                    <a:pt x="750015" y="33220"/>
                  </a:lnTo>
                  <a:lnTo>
                    <a:pt x="759756" y="31718"/>
                  </a:lnTo>
                  <a:lnTo>
                    <a:pt x="769495" y="30285"/>
                  </a:lnTo>
                  <a:lnTo>
                    <a:pt x="779236" y="28917"/>
                  </a:lnTo>
                  <a:lnTo>
                    <a:pt x="788977" y="27620"/>
                  </a:lnTo>
                  <a:lnTo>
                    <a:pt x="798717" y="26388"/>
                  </a:lnTo>
                  <a:lnTo>
                    <a:pt x="808458" y="25226"/>
                  </a:lnTo>
                  <a:lnTo>
                    <a:pt x="818199" y="24130"/>
                  </a:lnTo>
                  <a:lnTo>
                    <a:pt x="827938" y="23102"/>
                  </a:lnTo>
                  <a:lnTo>
                    <a:pt x="837679" y="22143"/>
                  </a:lnTo>
                  <a:lnTo>
                    <a:pt x="847420" y="21249"/>
                  </a:lnTo>
                  <a:lnTo>
                    <a:pt x="857159" y="20424"/>
                  </a:lnTo>
                  <a:lnTo>
                    <a:pt x="866900" y="19664"/>
                  </a:lnTo>
                  <a:lnTo>
                    <a:pt x="876641" y="18969"/>
                  </a:lnTo>
                  <a:lnTo>
                    <a:pt x="886381" y="18339"/>
                  </a:lnTo>
                  <a:lnTo>
                    <a:pt x="896122" y="17773"/>
                  </a:lnTo>
                  <a:lnTo>
                    <a:pt x="905863" y="17271"/>
                  </a:lnTo>
                  <a:lnTo>
                    <a:pt x="915602" y="16830"/>
                  </a:lnTo>
                  <a:lnTo>
                    <a:pt x="925343" y="16451"/>
                  </a:lnTo>
                  <a:lnTo>
                    <a:pt x="935084" y="16131"/>
                  </a:lnTo>
                  <a:lnTo>
                    <a:pt x="944824" y="15872"/>
                  </a:lnTo>
                  <a:lnTo>
                    <a:pt x="954564" y="15668"/>
                  </a:lnTo>
                  <a:lnTo>
                    <a:pt x="964305" y="15522"/>
                  </a:lnTo>
                  <a:lnTo>
                    <a:pt x="974045" y="15431"/>
                  </a:lnTo>
                  <a:lnTo>
                    <a:pt x="983786" y="15392"/>
                  </a:lnTo>
                  <a:lnTo>
                    <a:pt x="993522" y="15407"/>
                  </a:lnTo>
                  <a:lnTo>
                    <a:pt x="1003266" y="15471"/>
                  </a:lnTo>
                  <a:lnTo>
                    <a:pt x="1013010" y="15586"/>
                  </a:lnTo>
                  <a:lnTo>
                    <a:pt x="1022754" y="15748"/>
                  </a:lnTo>
                  <a:lnTo>
                    <a:pt x="1032483" y="15955"/>
                  </a:lnTo>
                  <a:lnTo>
                    <a:pt x="1042227" y="16209"/>
                  </a:lnTo>
                  <a:lnTo>
                    <a:pt x="1051971" y="16504"/>
                  </a:lnTo>
                  <a:lnTo>
                    <a:pt x="1061715" y="16840"/>
                  </a:lnTo>
                  <a:lnTo>
                    <a:pt x="1071444" y="17216"/>
                  </a:lnTo>
                  <a:lnTo>
                    <a:pt x="1081188" y="17630"/>
                  </a:lnTo>
                  <a:lnTo>
                    <a:pt x="1090932" y="18081"/>
                  </a:lnTo>
                  <a:lnTo>
                    <a:pt x="1100676" y="18566"/>
                  </a:lnTo>
                  <a:lnTo>
                    <a:pt x="1110405" y="19083"/>
                  </a:lnTo>
                  <a:lnTo>
                    <a:pt x="1120149" y="19632"/>
                  </a:lnTo>
                  <a:lnTo>
                    <a:pt x="1129893" y="20210"/>
                  </a:lnTo>
                  <a:lnTo>
                    <a:pt x="1139637" y="20815"/>
                  </a:lnTo>
                  <a:lnTo>
                    <a:pt x="1149381" y="21447"/>
                  </a:lnTo>
                  <a:lnTo>
                    <a:pt x="1159110" y="22103"/>
                  </a:lnTo>
                  <a:lnTo>
                    <a:pt x="1168854" y="22781"/>
                  </a:lnTo>
                  <a:lnTo>
                    <a:pt x="1178598" y="23478"/>
                  </a:lnTo>
                  <a:lnTo>
                    <a:pt x="1188341" y="24194"/>
                  </a:lnTo>
                  <a:lnTo>
                    <a:pt x="1198070" y="24928"/>
                  </a:lnTo>
                  <a:lnTo>
                    <a:pt x="1207814" y="25677"/>
                  </a:lnTo>
                  <a:lnTo>
                    <a:pt x="1217558" y="26438"/>
                  </a:lnTo>
                  <a:lnTo>
                    <a:pt x="1227302" y="27210"/>
                  </a:lnTo>
                  <a:lnTo>
                    <a:pt x="1237031" y="27992"/>
                  </a:lnTo>
                  <a:lnTo>
                    <a:pt x="1246775" y="28780"/>
                  </a:lnTo>
                  <a:lnTo>
                    <a:pt x="1256519" y="29576"/>
                  </a:lnTo>
                  <a:lnTo>
                    <a:pt x="1266263" y="30373"/>
                  </a:lnTo>
                  <a:lnTo>
                    <a:pt x="1276007" y="31172"/>
                  </a:lnTo>
                  <a:lnTo>
                    <a:pt x="1285736" y="31970"/>
                  </a:lnTo>
                  <a:lnTo>
                    <a:pt x="1295480" y="32766"/>
                  </a:lnTo>
                  <a:lnTo>
                    <a:pt x="1305224" y="33555"/>
                  </a:lnTo>
                  <a:lnTo>
                    <a:pt x="1314968" y="34338"/>
                  </a:lnTo>
                  <a:lnTo>
                    <a:pt x="1324697" y="35112"/>
                  </a:lnTo>
                  <a:lnTo>
                    <a:pt x="1334441" y="35874"/>
                  </a:lnTo>
                  <a:lnTo>
                    <a:pt x="1344185" y="36622"/>
                  </a:lnTo>
                  <a:lnTo>
                    <a:pt x="1353929" y="37353"/>
                  </a:lnTo>
                  <a:lnTo>
                    <a:pt x="1363658" y="38067"/>
                  </a:lnTo>
                  <a:lnTo>
                    <a:pt x="1373402" y="38760"/>
                  </a:lnTo>
                  <a:lnTo>
                    <a:pt x="1383146" y="39429"/>
                  </a:lnTo>
                  <a:lnTo>
                    <a:pt x="1392890" y="40072"/>
                  </a:lnTo>
                  <a:lnTo>
                    <a:pt x="1402619" y="40688"/>
                  </a:lnTo>
                  <a:lnTo>
                    <a:pt x="1412363" y="41273"/>
                  </a:lnTo>
                  <a:lnTo>
                    <a:pt x="1422106" y="41826"/>
                  </a:lnTo>
                  <a:lnTo>
                    <a:pt x="1431850" y="42343"/>
                  </a:lnTo>
                  <a:lnTo>
                    <a:pt x="1441594" y="42821"/>
                  </a:lnTo>
                  <a:lnTo>
                    <a:pt x="1451323" y="43259"/>
                  </a:lnTo>
                  <a:lnTo>
                    <a:pt x="1461067" y="43656"/>
                  </a:lnTo>
                  <a:lnTo>
                    <a:pt x="1470811" y="44007"/>
                  </a:lnTo>
                  <a:lnTo>
                    <a:pt x="1480555" y="44311"/>
                  </a:lnTo>
                  <a:lnTo>
                    <a:pt x="1490284" y="44564"/>
                  </a:lnTo>
                  <a:lnTo>
                    <a:pt x="1500028" y="44767"/>
                  </a:lnTo>
                  <a:lnTo>
                    <a:pt x="1509772" y="44916"/>
                  </a:lnTo>
                  <a:lnTo>
                    <a:pt x="1519516" y="45008"/>
                  </a:lnTo>
                  <a:lnTo>
                    <a:pt x="1529245" y="45044"/>
                  </a:lnTo>
                  <a:lnTo>
                    <a:pt x="1538989" y="45019"/>
                  </a:lnTo>
                  <a:lnTo>
                    <a:pt x="1548733" y="44934"/>
                  </a:lnTo>
                  <a:lnTo>
                    <a:pt x="1558477" y="44785"/>
                  </a:lnTo>
                  <a:lnTo>
                    <a:pt x="1568221" y="44572"/>
                  </a:lnTo>
                  <a:lnTo>
                    <a:pt x="1577950" y="44293"/>
                  </a:lnTo>
                  <a:lnTo>
                    <a:pt x="1587694" y="43948"/>
                  </a:lnTo>
                  <a:lnTo>
                    <a:pt x="1597438" y="43536"/>
                  </a:lnTo>
                  <a:lnTo>
                    <a:pt x="1607182" y="43055"/>
                  </a:lnTo>
                  <a:lnTo>
                    <a:pt x="1616911" y="42508"/>
                  </a:lnTo>
                  <a:lnTo>
                    <a:pt x="1626655" y="41891"/>
                  </a:lnTo>
                  <a:lnTo>
                    <a:pt x="1636399" y="41208"/>
                  </a:lnTo>
                  <a:lnTo>
                    <a:pt x="1646142" y="40455"/>
                  </a:lnTo>
                  <a:lnTo>
                    <a:pt x="1655872" y="39637"/>
                  </a:lnTo>
                  <a:lnTo>
                    <a:pt x="1665616" y="38752"/>
                  </a:lnTo>
                  <a:lnTo>
                    <a:pt x="1675359" y="37803"/>
                  </a:lnTo>
                  <a:lnTo>
                    <a:pt x="1685103" y="36792"/>
                  </a:lnTo>
                  <a:lnTo>
                    <a:pt x="1694832" y="35719"/>
                  </a:lnTo>
                  <a:lnTo>
                    <a:pt x="1704576" y="34589"/>
                  </a:lnTo>
                  <a:lnTo>
                    <a:pt x="1714320" y="33402"/>
                  </a:lnTo>
                  <a:lnTo>
                    <a:pt x="1724064" y="32164"/>
                  </a:lnTo>
                  <a:lnTo>
                    <a:pt x="1733808" y="30877"/>
                  </a:lnTo>
                  <a:lnTo>
                    <a:pt x="1743537" y="29543"/>
                  </a:lnTo>
                  <a:lnTo>
                    <a:pt x="1753281" y="28169"/>
                  </a:lnTo>
                  <a:lnTo>
                    <a:pt x="1763025" y="26759"/>
                  </a:lnTo>
                  <a:lnTo>
                    <a:pt x="1772769" y="25318"/>
                  </a:lnTo>
                  <a:lnTo>
                    <a:pt x="1782498" y="23850"/>
                  </a:lnTo>
                  <a:lnTo>
                    <a:pt x="1792242" y="22362"/>
                  </a:lnTo>
                  <a:lnTo>
                    <a:pt x="1801986" y="20860"/>
                  </a:lnTo>
                  <a:lnTo>
                    <a:pt x="1811730" y="19349"/>
                  </a:lnTo>
                  <a:lnTo>
                    <a:pt x="1821459" y="17840"/>
                  </a:lnTo>
                  <a:lnTo>
                    <a:pt x="1831203" y="16335"/>
                  </a:lnTo>
                  <a:lnTo>
                    <a:pt x="1840947" y="14844"/>
                  </a:lnTo>
                  <a:lnTo>
                    <a:pt x="1850691" y="13375"/>
                  </a:lnTo>
                  <a:lnTo>
                    <a:pt x="1860435" y="11936"/>
                  </a:lnTo>
                  <a:lnTo>
                    <a:pt x="1870164" y="10535"/>
                  </a:lnTo>
                  <a:lnTo>
                    <a:pt x="1879908" y="9181"/>
                  </a:lnTo>
                  <a:lnTo>
                    <a:pt x="1889652" y="7883"/>
                  </a:lnTo>
                  <a:lnTo>
                    <a:pt x="1899395" y="6648"/>
                  </a:lnTo>
                  <a:lnTo>
                    <a:pt x="1909124" y="5489"/>
                  </a:lnTo>
                  <a:lnTo>
                    <a:pt x="1918868" y="4413"/>
                  </a:lnTo>
                  <a:lnTo>
                    <a:pt x="1928612" y="3431"/>
                  </a:lnTo>
                  <a:lnTo>
                    <a:pt x="1938356" y="2552"/>
                  </a:lnTo>
                  <a:lnTo>
                    <a:pt x="1948085" y="1786"/>
                  </a:lnTo>
                  <a:lnTo>
                    <a:pt x="1957829" y="1143"/>
                  </a:lnTo>
                  <a:lnTo>
                    <a:pt x="1967573" y="633"/>
                  </a:lnTo>
                  <a:lnTo>
                    <a:pt x="1977317" y="267"/>
                  </a:lnTo>
                  <a:lnTo>
                    <a:pt x="1987046" y="52"/>
                  </a:lnTo>
                  <a:lnTo>
                    <a:pt x="1996790" y="0"/>
                  </a:lnTo>
                  <a:lnTo>
                    <a:pt x="2006534" y="121"/>
                  </a:lnTo>
                  <a:lnTo>
                    <a:pt x="2016278" y="425"/>
                  </a:lnTo>
                  <a:lnTo>
                    <a:pt x="2026022" y="918"/>
                  </a:lnTo>
                  <a:lnTo>
                    <a:pt x="2035751" y="1614"/>
                  </a:lnTo>
                  <a:lnTo>
                    <a:pt x="2045495" y="2518"/>
                  </a:lnTo>
                  <a:lnTo>
                    <a:pt x="2055239" y="3641"/>
                  </a:lnTo>
                  <a:lnTo>
                    <a:pt x="2064983" y="4991"/>
                  </a:lnTo>
                  <a:lnTo>
                    <a:pt x="2074712" y="6575"/>
                  </a:lnTo>
                  <a:lnTo>
                    <a:pt x="2084456" y="8400"/>
                  </a:lnTo>
                  <a:lnTo>
                    <a:pt x="2094200" y="10477"/>
                  </a:lnTo>
                  <a:lnTo>
                    <a:pt x="2103944" y="12807"/>
                  </a:lnTo>
                  <a:lnTo>
                    <a:pt x="2113673" y="15401"/>
                  </a:lnTo>
                  <a:lnTo>
                    <a:pt x="2123417" y="18263"/>
                  </a:lnTo>
                  <a:lnTo>
                    <a:pt x="2133161" y="21398"/>
                  </a:lnTo>
                  <a:lnTo>
                    <a:pt x="2142905" y="24810"/>
                  </a:lnTo>
                  <a:lnTo>
                    <a:pt x="2152649" y="28503"/>
                  </a:lnTo>
                  <a:lnTo>
                    <a:pt x="2162377" y="32483"/>
                  </a:lnTo>
                  <a:lnTo>
                    <a:pt x="2172121" y="36750"/>
                  </a:lnTo>
                  <a:lnTo>
                    <a:pt x="2181865" y="41306"/>
                  </a:lnTo>
                  <a:lnTo>
                    <a:pt x="2191609" y="46153"/>
                  </a:lnTo>
                  <a:lnTo>
                    <a:pt x="2201338" y="51291"/>
                  </a:lnTo>
                  <a:lnTo>
                    <a:pt x="2211082" y="56722"/>
                  </a:lnTo>
                  <a:lnTo>
                    <a:pt x="2220826" y="62443"/>
                  </a:lnTo>
                  <a:lnTo>
                    <a:pt x="2230570" y="68453"/>
                  </a:lnTo>
                  <a:lnTo>
                    <a:pt x="2240299" y="74751"/>
                  </a:lnTo>
                  <a:lnTo>
                    <a:pt x="2250043" y="81332"/>
                  </a:lnTo>
                  <a:lnTo>
                    <a:pt x="2259787" y="88195"/>
                  </a:lnTo>
                  <a:lnTo>
                    <a:pt x="2269531" y="95333"/>
                  </a:lnTo>
                  <a:lnTo>
                    <a:pt x="2279260" y="102740"/>
                  </a:lnTo>
                  <a:lnTo>
                    <a:pt x="2289004" y="110413"/>
                  </a:lnTo>
                  <a:lnTo>
                    <a:pt x="2298748" y="118344"/>
                  </a:lnTo>
                  <a:lnTo>
                    <a:pt x="2308492" y="126525"/>
                  </a:lnTo>
                  <a:lnTo>
                    <a:pt x="2318236" y="134951"/>
                  </a:lnTo>
                  <a:lnTo>
                    <a:pt x="2327965" y="143608"/>
                  </a:lnTo>
                  <a:lnTo>
                    <a:pt x="2337709" y="152491"/>
                  </a:lnTo>
                  <a:lnTo>
                    <a:pt x="2347453" y="161588"/>
                  </a:lnTo>
                  <a:lnTo>
                    <a:pt x="2357197" y="170890"/>
                  </a:lnTo>
                  <a:lnTo>
                    <a:pt x="2366926" y="180385"/>
                  </a:lnTo>
                  <a:lnTo>
                    <a:pt x="2376670" y="190060"/>
                  </a:lnTo>
                  <a:lnTo>
                    <a:pt x="2386413" y="199906"/>
                  </a:lnTo>
                  <a:lnTo>
                    <a:pt x="2396157" y="209906"/>
                  </a:lnTo>
                  <a:lnTo>
                    <a:pt x="2405886" y="220051"/>
                  </a:lnTo>
                  <a:lnTo>
                    <a:pt x="2415630" y="230325"/>
                  </a:lnTo>
                  <a:lnTo>
                    <a:pt x="2425374" y="240714"/>
                  </a:lnTo>
                  <a:lnTo>
                    <a:pt x="2435118" y="251206"/>
                  </a:lnTo>
                  <a:lnTo>
                    <a:pt x="2444862" y="261786"/>
                  </a:lnTo>
                  <a:lnTo>
                    <a:pt x="2454591" y="272437"/>
                  </a:lnTo>
                  <a:lnTo>
                    <a:pt x="2464335" y="283146"/>
                  </a:lnTo>
                  <a:lnTo>
                    <a:pt x="2474079" y="293899"/>
                  </a:lnTo>
                  <a:lnTo>
                    <a:pt x="2483823" y="304678"/>
                  </a:lnTo>
                  <a:lnTo>
                    <a:pt x="2493552" y="315470"/>
                  </a:lnTo>
                  <a:lnTo>
                    <a:pt x="2503296" y="326258"/>
                  </a:lnTo>
                  <a:lnTo>
                    <a:pt x="2513040" y="337030"/>
                  </a:lnTo>
                  <a:lnTo>
                    <a:pt x="2522784" y="347766"/>
                  </a:lnTo>
                  <a:lnTo>
                    <a:pt x="2532513" y="358456"/>
                  </a:lnTo>
                  <a:lnTo>
                    <a:pt x="2542257" y="369082"/>
                  </a:lnTo>
                  <a:lnTo>
                    <a:pt x="2552001" y="379630"/>
                  </a:lnTo>
                  <a:lnTo>
                    <a:pt x="2561745" y="390088"/>
                  </a:lnTo>
                  <a:lnTo>
                    <a:pt x="2571474" y="400438"/>
                  </a:lnTo>
                  <a:lnTo>
                    <a:pt x="2581218" y="410668"/>
                  </a:lnTo>
                  <a:lnTo>
                    <a:pt x="2590962" y="420767"/>
                  </a:lnTo>
                  <a:lnTo>
                    <a:pt x="2600705" y="430718"/>
                  </a:lnTo>
                  <a:lnTo>
                    <a:pt x="2610449" y="440511"/>
                  </a:lnTo>
                  <a:lnTo>
                    <a:pt x="2620178" y="450132"/>
                  </a:lnTo>
                  <a:lnTo>
                    <a:pt x="2629922" y="459571"/>
                  </a:lnTo>
                  <a:lnTo>
                    <a:pt x="2639666" y="468817"/>
                  </a:lnTo>
                  <a:lnTo>
                    <a:pt x="2649410" y="477860"/>
                  </a:lnTo>
                  <a:lnTo>
                    <a:pt x="2659139" y="486689"/>
                  </a:lnTo>
                  <a:lnTo>
                    <a:pt x="2668883" y="495294"/>
                  </a:lnTo>
                  <a:lnTo>
                    <a:pt x="2678627" y="503669"/>
                  </a:lnTo>
                  <a:lnTo>
                    <a:pt x="2688371" y="511804"/>
                  </a:lnTo>
                  <a:lnTo>
                    <a:pt x="2698100" y="519693"/>
                  </a:lnTo>
                  <a:lnTo>
                    <a:pt x="2707844" y="527327"/>
                  </a:lnTo>
                  <a:lnTo>
                    <a:pt x="2717588" y="534704"/>
                  </a:lnTo>
                  <a:lnTo>
                    <a:pt x="2727332" y="541815"/>
                  </a:lnTo>
                  <a:lnTo>
                    <a:pt x="2737076" y="548656"/>
                  </a:lnTo>
                  <a:lnTo>
                    <a:pt x="2746805" y="555230"/>
                  </a:lnTo>
                  <a:lnTo>
                    <a:pt x="2756549" y="561517"/>
                  </a:lnTo>
                  <a:lnTo>
                    <a:pt x="2766293" y="567536"/>
                  </a:lnTo>
                  <a:lnTo>
                    <a:pt x="2776037" y="573273"/>
                  </a:lnTo>
                  <a:lnTo>
                    <a:pt x="2785766" y="578726"/>
                  </a:lnTo>
                  <a:lnTo>
                    <a:pt x="2795510" y="583896"/>
                  </a:lnTo>
                  <a:lnTo>
                    <a:pt x="2805254" y="588782"/>
                  </a:lnTo>
                  <a:lnTo>
                    <a:pt x="2814998" y="593386"/>
                  </a:lnTo>
                  <a:lnTo>
                    <a:pt x="2824727" y="597722"/>
                  </a:lnTo>
                  <a:lnTo>
                    <a:pt x="2834471" y="601774"/>
                  </a:lnTo>
                  <a:lnTo>
                    <a:pt x="2844215" y="605559"/>
                  </a:lnTo>
                  <a:lnTo>
                    <a:pt x="2853958" y="609060"/>
                  </a:lnTo>
                  <a:lnTo>
                    <a:pt x="2863687" y="612308"/>
                  </a:lnTo>
                  <a:lnTo>
                    <a:pt x="2873431" y="615288"/>
                  </a:lnTo>
                  <a:lnTo>
                    <a:pt x="2883175" y="617999"/>
                  </a:lnTo>
                  <a:lnTo>
                    <a:pt x="2892919" y="620473"/>
                  </a:lnTo>
                  <a:lnTo>
                    <a:pt x="2902663" y="622693"/>
                  </a:lnTo>
                  <a:lnTo>
                    <a:pt x="2912392" y="62467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7" name="Freeform 846">
              <a:extLst>
                <a:ext uri="{FF2B5EF4-FFF2-40B4-BE49-F238E27FC236}">
                  <a16:creationId xmlns:a16="http://schemas.microsoft.com/office/drawing/2014/main" id="{5C6C6939-C3B3-69FF-B311-39E8073F3603}"/>
                </a:ext>
              </a:extLst>
            </p:cNvPr>
            <p:cNvSpPr/>
            <p:nvPr/>
          </p:nvSpPr>
          <p:spPr>
            <a:xfrm>
              <a:off x="576446" y="2881915"/>
              <a:ext cx="2912392" cy="985140"/>
            </a:xfrm>
            <a:custGeom>
              <a:avLst/>
              <a:gdLst>
                <a:gd name="connsiteX0" fmla="*/ 0 w 2912392"/>
                <a:gd name="connsiteY0" fmla="*/ 374534 h 985140"/>
                <a:gd name="connsiteX1" fmla="*/ 9739 w 2912392"/>
                <a:gd name="connsiteY1" fmla="*/ 376524 h 985140"/>
                <a:gd name="connsiteX2" fmla="*/ 19480 w 2912392"/>
                <a:gd name="connsiteY2" fmla="*/ 378628 h 985140"/>
                <a:gd name="connsiteX3" fmla="*/ 29221 w 2912392"/>
                <a:gd name="connsiteY3" fmla="*/ 380845 h 985140"/>
                <a:gd name="connsiteX4" fmla="*/ 38961 w 2912392"/>
                <a:gd name="connsiteY4" fmla="*/ 383171 h 985140"/>
                <a:gd name="connsiteX5" fmla="*/ 48702 w 2912392"/>
                <a:gd name="connsiteY5" fmla="*/ 385608 h 985140"/>
                <a:gd name="connsiteX6" fmla="*/ 58443 w 2912392"/>
                <a:gd name="connsiteY6" fmla="*/ 388153 h 985140"/>
                <a:gd name="connsiteX7" fmla="*/ 68182 w 2912392"/>
                <a:gd name="connsiteY7" fmla="*/ 390802 h 985140"/>
                <a:gd name="connsiteX8" fmla="*/ 77923 w 2912392"/>
                <a:gd name="connsiteY8" fmla="*/ 393552 h 985140"/>
                <a:gd name="connsiteX9" fmla="*/ 87664 w 2912392"/>
                <a:gd name="connsiteY9" fmla="*/ 396402 h 985140"/>
                <a:gd name="connsiteX10" fmla="*/ 97404 w 2912392"/>
                <a:gd name="connsiteY10" fmla="*/ 399348 h 985140"/>
                <a:gd name="connsiteX11" fmla="*/ 107145 w 2912392"/>
                <a:gd name="connsiteY11" fmla="*/ 402383 h 985140"/>
                <a:gd name="connsiteX12" fmla="*/ 116886 w 2912392"/>
                <a:gd name="connsiteY12" fmla="*/ 405506 h 985140"/>
                <a:gd name="connsiteX13" fmla="*/ 126625 w 2912392"/>
                <a:gd name="connsiteY13" fmla="*/ 408709 h 985140"/>
                <a:gd name="connsiteX14" fmla="*/ 136366 w 2912392"/>
                <a:gd name="connsiteY14" fmla="*/ 411988 h 985140"/>
                <a:gd name="connsiteX15" fmla="*/ 146107 w 2912392"/>
                <a:gd name="connsiteY15" fmla="*/ 415339 h 985140"/>
                <a:gd name="connsiteX16" fmla="*/ 155846 w 2912392"/>
                <a:gd name="connsiteY16" fmla="*/ 418754 h 985140"/>
                <a:gd name="connsiteX17" fmla="*/ 165587 w 2912392"/>
                <a:gd name="connsiteY17" fmla="*/ 422228 h 985140"/>
                <a:gd name="connsiteX18" fmla="*/ 175328 w 2912392"/>
                <a:gd name="connsiteY18" fmla="*/ 425756 h 985140"/>
                <a:gd name="connsiteX19" fmla="*/ 185068 w 2912392"/>
                <a:gd name="connsiteY19" fmla="*/ 429331 h 985140"/>
                <a:gd name="connsiteX20" fmla="*/ 194809 w 2912392"/>
                <a:gd name="connsiteY20" fmla="*/ 432945 h 985140"/>
                <a:gd name="connsiteX21" fmla="*/ 204550 w 2912392"/>
                <a:gd name="connsiteY21" fmla="*/ 436591 h 985140"/>
                <a:gd name="connsiteX22" fmla="*/ 214289 w 2912392"/>
                <a:gd name="connsiteY22" fmla="*/ 440265 h 985140"/>
                <a:gd name="connsiteX23" fmla="*/ 224030 w 2912392"/>
                <a:gd name="connsiteY23" fmla="*/ 443958 h 985140"/>
                <a:gd name="connsiteX24" fmla="*/ 233771 w 2912392"/>
                <a:gd name="connsiteY24" fmla="*/ 447664 h 985140"/>
                <a:gd name="connsiteX25" fmla="*/ 243510 w 2912392"/>
                <a:gd name="connsiteY25" fmla="*/ 451374 h 985140"/>
                <a:gd name="connsiteX26" fmla="*/ 253251 w 2912392"/>
                <a:gd name="connsiteY26" fmla="*/ 455083 h 985140"/>
                <a:gd name="connsiteX27" fmla="*/ 262992 w 2912392"/>
                <a:gd name="connsiteY27" fmla="*/ 458783 h 985140"/>
                <a:gd name="connsiteX28" fmla="*/ 272732 w 2912392"/>
                <a:gd name="connsiteY28" fmla="*/ 462467 h 985140"/>
                <a:gd name="connsiteX29" fmla="*/ 282473 w 2912392"/>
                <a:gd name="connsiteY29" fmla="*/ 466131 h 985140"/>
                <a:gd name="connsiteX30" fmla="*/ 292214 w 2912392"/>
                <a:gd name="connsiteY30" fmla="*/ 469763 h 985140"/>
                <a:gd name="connsiteX31" fmla="*/ 301953 w 2912392"/>
                <a:gd name="connsiteY31" fmla="*/ 473360 h 985140"/>
                <a:gd name="connsiteX32" fmla="*/ 311694 w 2912392"/>
                <a:gd name="connsiteY32" fmla="*/ 476915 h 985140"/>
                <a:gd name="connsiteX33" fmla="*/ 321435 w 2912392"/>
                <a:gd name="connsiteY33" fmla="*/ 480422 h 985140"/>
                <a:gd name="connsiteX34" fmla="*/ 331175 w 2912392"/>
                <a:gd name="connsiteY34" fmla="*/ 483874 h 985140"/>
                <a:gd name="connsiteX35" fmla="*/ 340916 w 2912392"/>
                <a:gd name="connsiteY35" fmla="*/ 487265 h 985140"/>
                <a:gd name="connsiteX36" fmla="*/ 350656 w 2912392"/>
                <a:gd name="connsiteY36" fmla="*/ 490589 h 985140"/>
                <a:gd name="connsiteX37" fmla="*/ 360396 w 2912392"/>
                <a:gd name="connsiteY37" fmla="*/ 493843 h 985140"/>
                <a:gd name="connsiteX38" fmla="*/ 370137 w 2912392"/>
                <a:gd name="connsiteY38" fmla="*/ 497020 h 985140"/>
                <a:gd name="connsiteX39" fmla="*/ 379878 w 2912392"/>
                <a:gd name="connsiteY39" fmla="*/ 500114 h 985140"/>
                <a:gd name="connsiteX40" fmla="*/ 389617 w 2912392"/>
                <a:gd name="connsiteY40" fmla="*/ 503124 h 985140"/>
                <a:gd name="connsiteX41" fmla="*/ 399358 w 2912392"/>
                <a:gd name="connsiteY41" fmla="*/ 506044 h 985140"/>
                <a:gd name="connsiteX42" fmla="*/ 409099 w 2912392"/>
                <a:gd name="connsiteY42" fmla="*/ 508869 h 985140"/>
                <a:gd name="connsiteX43" fmla="*/ 418839 w 2912392"/>
                <a:gd name="connsiteY43" fmla="*/ 511598 h 985140"/>
                <a:gd name="connsiteX44" fmla="*/ 428580 w 2912392"/>
                <a:gd name="connsiteY44" fmla="*/ 514226 h 985140"/>
                <a:gd name="connsiteX45" fmla="*/ 438321 w 2912392"/>
                <a:gd name="connsiteY45" fmla="*/ 516752 h 985140"/>
                <a:gd name="connsiteX46" fmla="*/ 448060 w 2912392"/>
                <a:gd name="connsiteY46" fmla="*/ 519173 h 985140"/>
                <a:gd name="connsiteX47" fmla="*/ 457801 w 2912392"/>
                <a:gd name="connsiteY47" fmla="*/ 521487 h 985140"/>
                <a:gd name="connsiteX48" fmla="*/ 467542 w 2912392"/>
                <a:gd name="connsiteY48" fmla="*/ 523690 h 985140"/>
                <a:gd name="connsiteX49" fmla="*/ 477281 w 2912392"/>
                <a:gd name="connsiteY49" fmla="*/ 525785 h 985140"/>
                <a:gd name="connsiteX50" fmla="*/ 487022 w 2912392"/>
                <a:gd name="connsiteY50" fmla="*/ 527770 h 985140"/>
                <a:gd name="connsiteX51" fmla="*/ 496763 w 2912392"/>
                <a:gd name="connsiteY51" fmla="*/ 529642 h 985140"/>
                <a:gd name="connsiteX52" fmla="*/ 506503 w 2912392"/>
                <a:gd name="connsiteY52" fmla="*/ 531403 h 985140"/>
                <a:gd name="connsiteX53" fmla="*/ 516244 w 2912392"/>
                <a:gd name="connsiteY53" fmla="*/ 533054 h 985140"/>
                <a:gd name="connsiteX54" fmla="*/ 525985 w 2912392"/>
                <a:gd name="connsiteY54" fmla="*/ 534595 h 985140"/>
                <a:gd name="connsiteX55" fmla="*/ 535724 w 2912392"/>
                <a:gd name="connsiteY55" fmla="*/ 536025 h 985140"/>
                <a:gd name="connsiteX56" fmla="*/ 545465 w 2912392"/>
                <a:gd name="connsiteY56" fmla="*/ 537347 h 985140"/>
                <a:gd name="connsiteX57" fmla="*/ 555206 w 2912392"/>
                <a:gd name="connsiteY57" fmla="*/ 538562 h 985140"/>
                <a:gd name="connsiteX58" fmla="*/ 564946 w 2912392"/>
                <a:gd name="connsiteY58" fmla="*/ 539674 h 985140"/>
                <a:gd name="connsiteX59" fmla="*/ 574687 w 2912392"/>
                <a:gd name="connsiteY59" fmla="*/ 540683 h 985140"/>
                <a:gd name="connsiteX60" fmla="*/ 584428 w 2912392"/>
                <a:gd name="connsiteY60" fmla="*/ 541591 h 985140"/>
                <a:gd name="connsiteX61" fmla="*/ 594167 w 2912392"/>
                <a:gd name="connsiteY61" fmla="*/ 542402 h 985140"/>
                <a:gd name="connsiteX62" fmla="*/ 603908 w 2912392"/>
                <a:gd name="connsiteY62" fmla="*/ 543119 h 985140"/>
                <a:gd name="connsiteX63" fmla="*/ 613649 w 2912392"/>
                <a:gd name="connsiteY63" fmla="*/ 543744 h 985140"/>
                <a:gd name="connsiteX64" fmla="*/ 623388 w 2912392"/>
                <a:gd name="connsiteY64" fmla="*/ 544282 h 985140"/>
                <a:gd name="connsiteX65" fmla="*/ 633129 w 2912392"/>
                <a:gd name="connsiteY65" fmla="*/ 544735 h 985140"/>
                <a:gd name="connsiteX66" fmla="*/ 642870 w 2912392"/>
                <a:gd name="connsiteY66" fmla="*/ 545108 h 985140"/>
                <a:gd name="connsiteX67" fmla="*/ 652610 w 2912392"/>
                <a:gd name="connsiteY67" fmla="*/ 545403 h 985140"/>
                <a:gd name="connsiteX68" fmla="*/ 662351 w 2912392"/>
                <a:gd name="connsiteY68" fmla="*/ 545626 h 985140"/>
                <a:gd name="connsiteX69" fmla="*/ 672092 w 2912392"/>
                <a:gd name="connsiteY69" fmla="*/ 545780 h 985140"/>
                <a:gd name="connsiteX70" fmla="*/ 681831 w 2912392"/>
                <a:gd name="connsiteY70" fmla="*/ 545869 h 985140"/>
                <a:gd name="connsiteX71" fmla="*/ 691572 w 2912392"/>
                <a:gd name="connsiteY71" fmla="*/ 545899 h 985140"/>
                <a:gd name="connsiteX72" fmla="*/ 701313 w 2912392"/>
                <a:gd name="connsiteY72" fmla="*/ 545872 h 985140"/>
                <a:gd name="connsiteX73" fmla="*/ 711052 w 2912392"/>
                <a:gd name="connsiteY73" fmla="*/ 545794 h 985140"/>
                <a:gd name="connsiteX74" fmla="*/ 720793 w 2912392"/>
                <a:gd name="connsiteY74" fmla="*/ 545668 h 985140"/>
                <a:gd name="connsiteX75" fmla="*/ 730534 w 2912392"/>
                <a:gd name="connsiteY75" fmla="*/ 545499 h 985140"/>
                <a:gd name="connsiteX76" fmla="*/ 740274 w 2912392"/>
                <a:gd name="connsiteY76" fmla="*/ 545294 h 985140"/>
                <a:gd name="connsiteX77" fmla="*/ 750015 w 2912392"/>
                <a:gd name="connsiteY77" fmla="*/ 545052 h 985140"/>
                <a:gd name="connsiteX78" fmla="*/ 759756 w 2912392"/>
                <a:gd name="connsiteY78" fmla="*/ 544783 h 985140"/>
                <a:gd name="connsiteX79" fmla="*/ 769495 w 2912392"/>
                <a:gd name="connsiteY79" fmla="*/ 544486 h 985140"/>
                <a:gd name="connsiteX80" fmla="*/ 779236 w 2912392"/>
                <a:gd name="connsiteY80" fmla="*/ 544169 h 985140"/>
                <a:gd name="connsiteX81" fmla="*/ 788977 w 2912392"/>
                <a:gd name="connsiteY81" fmla="*/ 543835 h 985140"/>
                <a:gd name="connsiteX82" fmla="*/ 798717 w 2912392"/>
                <a:gd name="connsiteY82" fmla="*/ 543488 h 985140"/>
                <a:gd name="connsiteX83" fmla="*/ 808458 w 2912392"/>
                <a:gd name="connsiteY83" fmla="*/ 543132 h 985140"/>
                <a:gd name="connsiteX84" fmla="*/ 818199 w 2912392"/>
                <a:gd name="connsiteY84" fmla="*/ 542771 h 985140"/>
                <a:gd name="connsiteX85" fmla="*/ 827938 w 2912392"/>
                <a:gd name="connsiteY85" fmla="*/ 542409 h 985140"/>
                <a:gd name="connsiteX86" fmla="*/ 837679 w 2912392"/>
                <a:gd name="connsiteY86" fmla="*/ 542050 h 985140"/>
                <a:gd name="connsiteX87" fmla="*/ 847420 w 2912392"/>
                <a:gd name="connsiteY87" fmla="*/ 541697 h 985140"/>
                <a:gd name="connsiteX88" fmla="*/ 857159 w 2912392"/>
                <a:gd name="connsiteY88" fmla="*/ 541353 h 985140"/>
                <a:gd name="connsiteX89" fmla="*/ 866900 w 2912392"/>
                <a:gd name="connsiteY89" fmla="*/ 541024 h 985140"/>
                <a:gd name="connsiteX90" fmla="*/ 876641 w 2912392"/>
                <a:gd name="connsiteY90" fmla="*/ 540711 h 985140"/>
                <a:gd name="connsiteX91" fmla="*/ 886381 w 2912392"/>
                <a:gd name="connsiteY91" fmla="*/ 540419 h 985140"/>
                <a:gd name="connsiteX92" fmla="*/ 896122 w 2912392"/>
                <a:gd name="connsiteY92" fmla="*/ 540149 h 985140"/>
                <a:gd name="connsiteX93" fmla="*/ 905863 w 2912392"/>
                <a:gd name="connsiteY93" fmla="*/ 539908 h 985140"/>
                <a:gd name="connsiteX94" fmla="*/ 915602 w 2912392"/>
                <a:gd name="connsiteY94" fmla="*/ 539695 h 985140"/>
                <a:gd name="connsiteX95" fmla="*/ 925343 w 2912392"/>
                <a:gd name="connsiteY95" fmla="*/ 539514 h 985140"/>
                <a:gd name="connsiteX96" fmla="*/ 935084 w 2912392"/>
                <a:gd name="connsiteY96" fmla="*/ 539370 h 985140"/>
                <a:gd name="connsiteX97" fmla="*/ 944824 w 2912392"/>
                <a:gd name="connsiteY97" fmla="*/ 539263 h 985140"/>
                <a:gd name="connsiteX98" fmla="*/ 954564 w 2912392"/>
                <a:gd name="connsiteY98" fmla="*/ 539199 h 985140"/>
                <a:gd name="connsiteX99" fmla="*/ 964305 w 2912392"/>
                <a:gd name="connsiteY99" fmla="*/ 539178 h 985140"/>
                <a:gd name="connsiteX100" fmla="*/ 974045 w 2912392"/>
                <a:gd name="connsiteY100" fmla="*/ 539203 h 985140"/>
                <a:gd name="connsiteX101" fmla="*/ 983786 w 2912392"/>
                <a:gd name="connsiteY101" fmla="*/ 539279 h 985140"/>
                <a:gd name="connsiteX102" fmla="*/ 993522 w 2912392"/>
                <a:gd name="connsiteY102" fmla="*/ 539407 h 985140"/>
                <a:gd name="connsiteX103" fmla="*/ 1003266 w 2912392"/>
                <a:gd name="connsiteY103" fmla="*/ 539591 h 985140"/>
                <a:gd name="connsiteX104" fmla="*/ 1013010 w 2912392"/>
                <a:gd name="connsiteY104" fmla="*/ 539830 h 985140"/>
                <a:gd name="connsiteX105" fmla="*/ 1022754 w 2912392"/>
                <a:gd name="connsiteY105" fmla="*/ 540131 h 985140"/>
                <a:gd name="connsiteX106" fmla="*/ 1032483 w 2912392"/>
                <a:gd name="connsiteY106" fmla="*/ 540495 h 985140"/>
                <a:gd name="connsiteX107" fmla="*/ 1042227 w 2912392"/>
                <a:gd name="connsiteY107" fmla="*/ 540925 h 985140"/>
                <a:gd name="connsiteX108" fmla="*/ 1051971 w 2912392"/>
                <a:gd name="connsiteY108" fmla="*/ 541423 h 985140"/>
                <a:gd name="connsiteX109" fmla="*/ 1061715 w 2912392"/>
                <a:gd name="connsiteY109" fmla="*/ 541992 h 985140"/>
                <a:gd name="connsiteX110" fmla="*/ 1071444 w 2912392"/>
                <a:gd name="connsiteY110" fmla="*/ 542636 h 985140"/>
                <a:gd name="connsiteX111" fmla="*/ 1081188 w 2912392"/>
                <a:gd name="connsiteY111" fmla="*/ 543355 h 985140"/>
                <a:gd name="connsiteX112" fmla="*/ 1090932 w 2912392"/>
                <a:gd name="connsiteY112" fmla="*/ 544156 h 985140"/>
                <a:gd name="connsiteX113" fmla="*/ 1100676 w 2912392"/>
                <a:gd name="connsiteY113" fmla="*/ 545039 h 985140"/>
                <a:gd name="connsiteX114" fmla="*/ 1110405 w 2912392"/>
                <a:gd name="connsiteY114" fmla="*/ 546006 h 985140"/>
                <a:gd name="connsiteX115" fmla="*/ 1120149 w 2912392"/>
                <a:gd name="connsiteY115" fmla="*/ 547064 h 985140"/>
                <a:gd name="connsiteX116" fmla="*/ 1129893 w 2912392"/>
                <a:gd name="connsiteY116" fmla="*/ 548211 h 985140"/>
                <a:gd name="connsiteX117" fmla="*/ 1139637 w 2912392"/>
                <a:gd name="connsiteY117" fmla="*/ 549454 h 985140"/>
                <a:gd name="connsiteX118" fmla="*/ 1149381 w 2912392"/>
                <a:gd name="connsiteY118" fmla="*/ 550794 h 985140"/>
                <a:gd name="connsiteX119" fmla="*/ 1159110 w 2912392"/>
                <a:gd name="connsiteY119" fmla="*/ 552235 h 985140"/>
                <a:gd name="connsiteX120" fmla="*/ 1168854 w 2912392"/>
                <a:gd name="connsiteY120" fmla="*/ 553780 h 985140"/>
                <a:gd name="connsiteX121" fmla="*/ 1178598 w 2912392"/>
                <a:gd name="connsiteY121" fmla="*/ 555431 h 985140"/>
                <a:gd name="connsiteX122" fmla="*/ 1188341 w 2912392"/>
                <a:gd name="connsiteY122" fmla="*/ 557194 h 985140"/>
                <a:gd name="connsiteX123" fmla="*/ 1198070 w 2912392"/>
                <a:gd name="connsiteY123" fmla="*/ 559068 h 985140"/>
                <a:gd name="connsiteX124" fmla="*/ 1207814 w 2912392"/>
                <a:gd name="connsiteY124" fmla="*/ 561060 h 985140"/>
                <a:gd name="connsiteX125" fmla="*/ 1217558 w 2912392"/>
                <a:gd name="connsiteY125" fmla="*/ 563170 h 985140"/>
                <a:gd name="connsiteX126" fmla="*/ 1227302 w 2912392"/>
                <a:gd name="connsiteY126" fmla="*/ 565403 h 985140"/>
                <a:gd name="connsiteX127" fmla="*/ 1237031 w 2912392"/>
                <a:gd name="connsiteY127" fmla="*/ 567761 h 985140"/>
                <a:gd name="connsiteX128" fmla="*/ 1246775 w 2912392"/>
                <a:gd name="connsiteY128" fmla="*/ 570248 h 985140"/>
                <a:gd name="connsiteX129" fmla="*/ 1256519 w 2912392"/>
                <a:gd name="connsiteY129" fmla="*/ 572866 h 985140"/>
                <a:gd name="connsiteX130" fmla="*/ 1266263 w 2912392"/>
                <a:gd name="connsiteY130" fmla="*/ 575618 h 985140"/>
                <a:gd name="connsiteX131" fmla="*/ 1276007 w 2912392"/>
                <a:gd name="connsiteY131" fmla="*/ 578507 h 985140"/>
                <a:gd name="connsiteX132" fmla="*/ 1285736 w 2912392"/>
                <a:gd name="connsiteY132" fmla="*/ 581534 h 985140"/>
                <a:gd name="connsiteX133" fmla="*/ 1295480 w 2912392"/>
                <a:gd name="connsiteY133" fmla="*/ 584703 h 985140"/>
                <a:gd name="connsiteX134" fmla="*/ 1305224 w 2912392"/>
                <a:gd name="connsiteY134" fmla="*/ 588017 h 985140"/>
                <a:gd name="connsiteX135" fmla="*/ 1314968 w 2912392"/>
                <a:gd name="connsiteY135" fmla="*/ 591475 h 985140"/>
                <a:gd name="connsiteX136" fmla="*/ 1324697 w 2912392"/>
                <a:gd name="connsiteY136" fmla="*/ 595082 h 985140"/>
                <a:gd name="connsiteX137" fmla="*/ 1334441 w 2912392"/>
                <a:gd name="connsiteY137" fmla="*/ 598838 h 985140"/>
                <a:gd name="connsiteX138" fmla="*/ 1344185 w 2912392"/>
                <a:gd name="connsiteY138" fmla="*/ 602744 h 985140"/>
                <a:gd name="connsiteX139" fmla="*/ 1353929 w 2912392"/>
                <a:gd name="connsiteY139" fmla="*/ 606804 h 985140"/>
                <a:gd name="connsiteX140" fmla="*/ 1363658 w 2912392"/>
                <a:gd name="connsiteY140" fmla="*/ 611016 h 985140"/>
                <a:gd name="connsiteX141" fmla="*/ 1373402 w 2912392"/>
                <a:gd name="connsiteY141" fmla="*/ 615382 h 985140"/>
                <a:gd name="connsiteX142" fmla="*/ 1383146 w 2912392"/>
                <a:gd name="connsiteY142" fmla="*/ 619902 h 985140"/>
                <a:gd name="connsiteX143" fmla="*/ 1392890 w 2912392"/>
                <a:gd name="connsiteY143" fmla="*/ 624576 h 985140"/>
                <a:gd name="connsiteX144" fmla="*/ 1402619 w 2912392"/>
                <a:gd name="connsiteY144" fmla="*/ 629403 h 985140"/>
                <a:gd name="connsiteX145" fmla="*/ 1412363 w 2912392"/>
                <a:gd name="connsiteY145" fmla="*/ 634385 h 985140"/>
                <a:gd name="connsiteX146" fmla="*/ 1422106 w 2912392"/>
                <a:gd name="connsiteY146" fmla="*/ 639519 h 985140"/>
                <a:gd name="connsiteX147" fmla="*/ 1431850 w 2912392"/>
                <a:gd name="connsiteY147" fmla="*/ 644804 h 985140"/>
                <a:gd name="connsiteX148" fmla="*/ 1441594 w 2912392"/>
                <a:gd name="connsiteY148" fmla="*/ 650239 h 985140"/>
                <a:gd name="connsiteX149" fmla="*/ 1451323 w 2912392"/>
                <a:gd name="connsiteY149" fmla="*/ 655822 h 985140"/>
                <a:gd name="connsiteX150" fmla="*/ 1461067 w 2912392"/>
                <a:gd name="connsiteY150" fmla="*/ 661551 h 985140"/>
                <a:gd name="connsiteX151" fmla="*/ 1470811 w 2912392"/>
                <a:gd name="connsiteY151" fmla="*/ 667422 h 985140"/>
                <a:gd name="connsiteX152" fmla="*/ 1480555 w 2912392"/>
                <a:gd name="connsiteY152" fmla="*/ 673432 h 985140"/>
                <a:gd name="connsiteX153" fmla="*/ 1490284 w 2912392"/>
                <a:gd name="connsiteY153" fmla="*/ 679580 h 985140"/>
                <a:gd name="connsiteX154" fmla="*/ 1500028 w 2912392"/>
                <a:gd name="connsiteY154" fmla="*/ 685858 h 985140"/>
                <a:gd name="connsiteX155" fmla="*/ 1509772 w 2912392"/>
                <a:gd name="connsiteY155" fmla="*/ 692266 h 985140"/>
                <a:gd name="connsiteX156" fmla="*/ 1519516 w 2912392"/>
                <a:gd name="connsiteY156" fmla="*/ 698795 h 985140"/>
                <a:gd name="connsiteX157" fmla="*/ 1529245 w 2912392"/>
                <a:gd name="connsiteY157" fmla="*/ 705443 h 985140"/>
                <a:gd name="connsiteX158" fmla="*/ 1538989 w 2912392"/>
                <a:gd name="connsiteY158" fmla="*/ 712204 h 985140"/>
                <a:gd name="connsiteX159" fmla="*/ 1548733 w 2912392"/>
                <a:gd name="connsiteY159" fmla="*/ 719070 h 985140"/>
                <a:gd name="connsiteX160" fmla="*/ 1558477 w 2912392"/>
                <a:gd name="connsiteY160" fmla="*/ 726036 h 985140"/>
                <a:gd name="connsiteX161" fmla="*/ 1568221 w 2912392"/>
                <a:gd name="connsiteY161" fmla="*/ 733097 h 985140"/>
                <a:gd name="connsiteX162" fmla="*/ 1577950 w 2912392"/>
                <a:gd name="connsiteY162" fmla="*/ 740243 h 985140"/>
                <a:gd name="connsiteX163" fmla="*/ 1587694 w 2912392"/>
                <a:gd name="connsiteY163" fmla="*/ 747467 h 985140"/>
                <a:gd name="connsiteX164" fmla="*/ 1597438 w 2912392"/>
                <a:gd name="connsiteY164" fmla="*/ 754762 h 985140"/>
                <a:gd name="connsiteX165" fmla="*/ 1607182 w 2912392"/>
                <a:gd name="connsiteY165" fmla="*/ 762120 h 985140"/>
                <a:gd name="connsiteX166" fmla="*/ 1616911 w 2912392"/>
                <a:gd name="connsiteY166" fmla="*/ 769531 h 985140"/>
                <a:gd name="connsiteX167" fmla="*/ 1626655 w 2912392"/>
                <a:gd name="connsiteY167" fmla="*/ 776988 h 985140"/>
                <a:gd name="connsiteX168" fmla="*/ 1636399 w 2912392"/>
                <a:gd name="connsiteY168" fmla="*/ 784481 h 985140"/>
                <a:gd name="connsiteX169" fmla="*/ 1646142 w 2912392"/>
                <a:gd name="connsiteY169" fmla="*/ 791997 h 985140"/>
                <a:gd name="connsiteX170" fmla="*/ 1655872 w 2912392"/>
                <a:gd name="connsiteY170" fmla="*/ 799532 h 985140"/>
                <a:gd name="connsiteX171" fmla="*/ 1665616 w 2912392"/>
                <a:gd name="connsiteY171" fmla="*/ 807072 h 985140"/>
                <a:gd name="connsiteX172" fmla="*/ 1675359 w 2912392"/>
                <a:gd name="connsiteY172" fmla="*/ 814606 h 985140"/>
                <a:gd name="connsiteX173" fmla="*/ 1685103 w 2912392"/>
                <a:gd name="connsiteY173" fmla="*/ 822126 h 985140"/>
                <a:gd name="connsiteX174" fmla="*/ 1694832 w 2912392"/>
                <a:gd name="connsiteY174" fmla="*/ 829619 h 985140"/>
                <a:gd name="connsiteX175" fmla="*/ 1704576 w 2912392"/>
                <a:gd name="connsiteY175" fmla="*/ 837075 h 985140"/>
                <a:gd name="connsiteX176" fmla="*/ 1714320 w 2912392"/>
                <a:gd name="connsiteY176" fmla="*/ 844482 h 985140"/>
                <a:gd name="connsiteX177" fmla="*/ 1724064 w 2912392"/>
                <a:gd name="connsiteY177" fmla="*/ 851828 h 985140"/>
                <a:gd name="connsiteX178" fmla="*/ 1733808 w 2912392"/>
                <a:gd name="connsiteY178" fmla="*/ 859102 h 985140"/>
                <a:gd name="connsiteX179" fmla="*/ 1743537 w 2912392"/>
                <a:gd name="connsiteY179" fmla="*/ 866292 h 985140"/>
                <a:gd name="connsiteX180" fmla="*/ 1753281 w 2912392"/>
                <a:gd name="connsiteY180" fmla="*/ 873386 h 985140"/>
                <a:gd name="connsiteX181" fmla="*/ 1763025 w 2912392"/>
                <a:gd name="connsiteY181" fmla="*/ 880372 h 985140"/>
                <a:gd name="connsiteX182" fmla="*/ 1772769 w 2912392"/>
                <a:gd name="connsiteY182" fmla="*/ 887236 h 985140"/>
                <a:gd name="connsiteX183" fmla="*/ 1782498 w 2912392"/>
                <a:gd name="connsiteY183" fmla="*/ 893969 h 985140"/>
                <a:gd name="connsiteX184" fmla="*/ 1792242 w 2912392"/>
                <a:gd name="connsiteY184" fmla="*/ 900557 h 985140"/>
                <a:gd name="connsiteX185" fmla="*/ 1801986 w 2912392"/>
                <a:gd name="connsiteY185" fmla="*/ 906987 h 985140"/>
                <a:gd name="connsiteX186" fmla="*/ 1811730 w 2912392"/>
                <a:gd name="connsiteY186" fmla="*/ 913249 h 985140"/>
                <a:gd name="connsiteX187" fmla="*/ 1821459 w 2912392"/>
                <a:gd name="connsiteY187" fmla="*/ 919328 h 985140"/>
                <a:gd name="connsiteX188" fmla="*/ 1831203 w 2912392"/>
                <a:gd name="connsiteY188" fmla="*/ 925215 h 985140"/>
                <a:gd name="connsiteX189" fmla="*/ 1840947 w 2912392"/>
                <a:gd name="connsiteY189" fmla="*/ 930894 h 985140"/>
                <a:gd name="connsiteX190" fmla="*/ 1850691 w 2912392"/>
                <a:gd name="connsiteY190" fmla="*/ 936356 h 985140"/>
                <a:gd name="connsiteX191" fmla="*/ 1860435 w 2912392"/>
                <a:gd name="connsiteY191" fmla="*/ 941589 h 985140"/>
                <a:gd name="connsiteX192" fmla="*/ 1870164 w 2912392"/>
                <a:gd name="connsiteY192" fmla="*/ 946580 h 985140"/>
                <a:gd name="connsiteX193" fmla="*/ 1879908 w 2912392"/>
                <a:gd name="connsiteY193" fmla="*/ 951318 h 985140"/>
                <a:gd name="connsiteX194" fmla="*/ 1889652 w 2912392"/>
                <a:gd name="connsiteY194" fmla="*/ 955791 h 985140"/>
                <a:gd name="connsiteX195" fmla="*/ 1899395 w 2912392"/>
                <a:gd name="connsiteY195" fmla="*/ 959988 h 985140"/>
                <a:gd name="connsiteX196" fmla="*/ 1909124 w 2912392"/>
                <a:gd name="connsiteY196" fmla="*/ 963899 h 985140"/>
                <a:gd name="connsiteX197" fmla="*/ 1918868 w 2912392"/>
                <a:gd name="connsiteY197" fmla="*/ 967512 h 985140"/>
                <a:gd name="connsiteX198" fmla="*/ 1928612 w 2912392"/>
                <a:gd name="connsiteY198" fmla="*/ 970816 h 985140"/>
                <a:gd name="connsiteX199" fmla="*/ 1938356 w 2912392"/>
                <a:gd name="connsiteY199" fmla="*/ 973803 h 985140"/>
                <a:gd name="connsiteX200" fmla="*/ 1948085 w 2912392"/>
                <a:gd name="connsiteY200" fmla="*/ 976463 h 985140"/>
                <a:gd name="connsiteX201" fmla="*/ 1957829 w 2912392"/>
                <a:gd name="connsiteY201" fmla="*/ 978784 h 985140"/>
                <a:gd name="connsiteX202" fmla="*/ 1967573 w 2912392"/>
                <a:gd name="connsiteY202" fmla="*/ 980760 h 985140"/>
                <a:gd name="connsiteX203" fmla="*/ 1977317 w 2912392"/>
                <a:gd name="connsiteY203" fmla="*/ 982379 h 985140"/>
                <a:gd name="connsiteX204" fmla="*/ 1987046 w 2912392"/>
                <a:gd name="connsiteY204" fmla="*/ 983634 h 985140"/>
                <a:gd name="connsiteX205" fmla="*/ 1996790 w 2912392"/>
                <a:gd name="connsiteY205" fmla="*/ 984519 h 985140"/>
                <a:gd name="connsiteX206" fmla="*/ 2006534 w 2912392"/>
                <a:gd name="connsiteY206" fmla="*/ 985022 h 985140"/>
                <a:gd name="connsiteX207" fmla="*/ 2016278 w 2912392"/>
                <a:gd name="connsiteY207" fmla="*/ 985140 h 985140"/>
                <a:gd name="connsiteX208" fmla="*/ 2026022 w 2912392"/>
                <a:gd name="connsiteY208" fmla="*/ 984864 h 985140"/>
                <a:gd name="connsiteX209" fmla="*/ 2035751 w 2912392"/>
                <a:gd name="connsiteY209" fmla="*/ 984190 h 985140"/>
                <a:gd name="connsiteX210" fmla="*/ 2045495 w 2912392"/>
                <a:gd name="connsiteY210" fmla="*/ 983108 h 985140"/>
                <a:gd name="connsiteX211" fmla="*/ 2055239 w 2912392"/>
                <a:gd name="connsiteY211" fmla="*/ 981616 h 985140"/>
                <a:gd name="connsiteX212" fmla="*/ 2064983 w 2912392"/>
                <a:gd name="connsiteY212" fmla="*/ 979709 h 985140"/>
                <a:gd name="connsiteX213" fmla="*/ 2074712 w 2912392"/>
                <a:gd name="connsiteY213" fmla="*/ 977382 h 985140"/>
                <a:gd name="connsiteX214" fmla="*/ 2084456 w 2912392"/>
                <a:gd name="connsiteY214" fmla="*/ 974633 h 985140"/>
                <a:gd name="connsiteX215" fmla="*/ 2094200 w 2912392"/>
                <a:gd name="connsiteY215" fmla="*/ 971457 h 985140"/>
                <a:gd name="connsiteX216" fmla="*/ 2103944 w 2912392"/>
                <a:gd name="connsiteY216" fmla="*/ 967851 h 985140"/>
                <a:gd name="connsiteX217" fmla="*/ 2113673 w 2912392"/>
                <a:gd name="connsiteY217" fmla="*/ 963815 h 985140"/>
                <a:gd name="connsiteX218" fmla="*/ 2123417 w 2912392"/>
                <a:gd name="connsiteY218" fmla="*/ 959345 h 985140"/>
                <a:gd name="connsiteX219" fmla="*/ 2133161 w 2912392"/>
                <a:gd name="connsiteY219" fmla="*/ 954444 h 985140"/>
                <a:gd name="connsiteX220" fmla="*/ 2142905 w 2912392"/>
                <a:gd name="connsiteY220" fmla="*/ 949108 h 985140"/>
                <a:gd name="connsiteX221" fmla="*/ 2152649 w 2912392"/>
                <a:gd name="connsiteY221" fmla="*/ 943339 h 985140"/>
                <a:gd name="connsiteX222" fmla="*/ 2162377 w 2912392"/>
                <a:gd name="connsiteY222" fmla="*/ 937139 h 985140"/>
                <a:gd name="connsiteX223" fmla="*/ 2172121 w 2912392"/>
                <a:gd name="connsiteY223" fmla="*/ 930507 h 985140"/>
                <a:gd name="connsiteX224" fmla="*/ 2181865 w 2912392"/>
                <a:gd name="connsiteY224" fmla="*/ 923448 h 985140"/>
                <a:gd name="connsiteX225" fmla="*/ 2191609 w 2912392"/>
                <a:gd name="connsiteY225" fmla="*/ 915963 h 985140"/>
                <a:gd name="connsiteX226" fmla="*/ 2201338 w 2912392"/>
                <a:gd name="connsiteY226" fmla="*/ 908056 h 985140"/>
                <a:gd name="connsiteX227" fmla="*/ 2211082 w 2912392"/>
                <a:gd name="connsiteY227" fmla="*/ 899732 h 985140"/>
                <a:gd name="connsiteX228" fmla="*/ 2220826 w 2912392"/>
                <a:gd name="connsiteY228" fmla="*/ 890993 h 985140"/>
                <a:gd name="connsiteX229" fmla="*/ 2230570 w 2912392"/>
                <a:gd name="connsiteY229" fmla="*/ 881847 h 985140"/>
                <a:gd name="connsiteX230" fmla="*/ 2240299 w 2912392"/>
                <a:gd name="connsiteY230" fmla="*/ 872300 h 985140"/>
                <a:gd name="connsiteX231" fmla="*/ 2250043 w 2912392"/>
                <a:gd name="connsiteY231" fmla="*/ 862356 h 985140"/>
                <a:gd name="connsiteX232" fmla="*/ 2259787 w 2912392"/>
                <a:gd name="connsiteY232" fmla="*/ 852025 h 985140"/>
                <a:gd name="connsiteX233" fmla="*/ 2269531 w 2912392"/>
                <a:gd name="connsiteY233" fmla="*/ 841313 h 985140"/>
                <a:gd name="connsiteX234" fmla="*/ 2279260 w 2912392"/>
                <a:gd name="connsiteY234" fmla="*/ 830229 h 985140"/>
                <a:gd name="connsiteX235" fmla="*/ 2289004 w 2912392"/>
                <a:gd name="connsiteY235" fmla="*/ 818781 h 985140"/>
                <a:gd name="connsiteX236" fmla="*/ 2298748 w 2912392"/>
                <a:gd name="connsiteY236" fmla="*/ 806979 h 985140"/>
                <a:gd name="connsiteX237" fmla="*/ 2308492 w 2912392"/>
                <a:gd name="connsiteY237" fmla="*/ 794835 h 985140"/>
                <a:gd name="connsiteX238" fmla="*/ 2318236 w 2912392"/>
                <a:gd name="connsiteY238" fmla="*/ 782357 h 985140"/>
                <a:gd name="connsiteX239" fmla="*/ 2327965 w 2912392"/>
                <a:gd name="connsiteY239" fmla="*/ 769558 h 985140"/>
                <a:gd name="connsiteX240" fmla="*/ 2337709 w 2912392"/>
                <a:gd name="connsiteY240" fmla="*/ 756448 h 985140"/>
                <a:gd name="connsiteX241" fmla="*/ 2347453 w 2912392"/>
                <a:gd name="connsiteY241" fmla="*/ 743039 h 985140"/>
                <a:gd name="connsiteX242" fmla="*/ 2357197 w 2912392"/>
                <a:gd name="connsiteY242" fmla="*/ 729347 h 985140"/>
                <a:gd name="connsiteX243" fmla="*/ 2366926 w 2912392"/>
                <a:gd name="connsiteY243" fmla="*/ 715381 h 985140"/>
                <a:gd name="connsiteX244" fmla="*/ 2376670 w 2912392"/>
                <a:gd name="connsiteY244" fmla="*/ 701157 h 985140"/>
                <a:gd name="connsiteX245" fmla="*/ 2386413 w 2912392"/>
                <a:gd name="connsiteY245" fmla="*/ 686688 h 985140"/>
                <a:gd name="connsiteX246" fmla="*/ 2396157 w 2912392"/>
                <a:gd name="connsiteY246" fmla="*/ 671989 h 985140"/>
                <a:gd name="connsiteX247" fmla="*/ 2405886 w 2912392"/>
                <a:gd name="connsiteY247" fmla="*/ 657075 h 985140"/>
                <a:gd name="connsiteX248" fmla="*/ 2415630 w 2912392"/>
                <a:gd name="connsiteY248" fmla="*/ 641960 h 985140"/>
                <a:gd name="connsiteX249" fmla="*/ 2425374 w 2912392"/>
                <a:gd name="connsiteY249" fmla="*/ 626662 h 985140"/>
                <a:gd name="connsiteX250" fmla="*/ 2435118 w 2912392"/>
                <a:gd name="connsiteY250" fmla="*/ 611195 h 985140"/>
                <a:gd name="connsiteX251" fmla="*/ 2444862 w 2912392"/>
                <a:gd name="connsiteY251" fmla="*/ 595575 h 985140"/>
                <a:gd name="connsiteX252" fmla="*/ 2454591 w 2912392"/>
                <a:gd name="connsiteY252" fmla="*/ 579821 h 985140"/>
                <a:gd name="connsiteX253" fmla="*/ 2464335 w 2912392"/>
                <a:gd name="connsiteY253" fmla="*/ 563947 h 985140"/>
                <a:gd name="connsiteX254" fmla="*/ 2474079 w 2912392"/>
                <a:gd name="connsiteY254" fmla="*/ 547971 h 985140"/>
                <a:gd name="connsiteX255" fmla="*/ 2483823 w 2912392"/>
                <a:gd name="connsiteY255" fmla="*/ 531912 h 985140"/>
                <a:gd name="connsiteX256" fmla="*/ 2493552 w 2912392"/>
                <a:gd name="connsiteY256" fmla="*/ 515785 h 985140"/>
                <a:gd name="connsiteX257" fmla="*/ 2503296 w 2912392"/>
                <a:gd name="connsiteY257" fmla="*/ 499609 h 985140"/>
                <a:gd name="connsiteX258" fmla="*/ 2513040 w 2912392"/>
                <a:gd name="connsiteY258" fmla="*/ 483400 h 985140"/>
                <a:gd name="connsiteX259" fmla="*/ 2522784 w 2912392"/>
                <a:gd name="connsiteY259" fmla="*/ 467178 h 985140"/>
                <a:gd name="connsiteX260" fmla="*/ 2532513 w 2912392"/>
                <a:gd name="connsiteY260" fmla="*/ 450962 h 985140"/>
                <a:gd name="connsiteX261" fmla="*/ 2542257 w 2912392"/>
                <a:gd name="connsiteY261" fmla="*/ 434767 h 985140"/>
                <a:gd name="connsiteX262" fmla="*/ 2552001 w 2912392"/>
                <a:gd name="connsiteY262" fmla="*/ 418612 h 985140"/>
                <a:gd name="connsiteX263" fmla="*/ 2561745 w 2912392"/>
                <a:gd name="connsiteY263" fmla="*/ 402515 h 985140"/>
                <a:gd name="connsiteX264" fmla="*/ 2571474 w 2912392"/>
                <a:gd name="connsiteY264" fmla="*/ 386496 h 985140"/>
                <a:gd name="connsiteX265" fmla="*/ 2581218 w 2912392"/>
                <a:gd name="connsiteY265" fmla="*/ 370572 h 985140"/>
                <a:gd name="connsiteX266" fmla="*/ 2590962 w 2912392"/>
                <a:gd name="connsiteY266" fmla="*/ 354760 h 985140"/>
                <a:gd name="connsiteX267" fmla="*/ 2600705 w 2912392"/>
                <a:gd name="connsiteY267" fmla="*/ 339077 h 985140"/>
                <a:gd name="connsiteX268" fmla="*/ 2610449 w 2912392"/>
                <a:gd name="connsiteY268" fmla="*/ 323545 h 985140"/>
                <a:gd name="connsiteX269" fmla="*/ 2620178 w 2912392"/>
                <a:gd name="connsiteY269" fmla="*/ 308177 h 985140"/>
                <a:gd name="connsiteX270" fmla="*/ 2629922 w 2912392"/>
                <a:gd name="connsiteY270" fmla="*/ 292993 h 985140"/>
                <a:gd name="connsiteX271" fmla="*/ 2639666 w 2912392"/>
                <a:gd name="connsiteY271" fmla="*/ 278011 h 985140"/>
                <a:gd name="connsiteX272" fmla="*/ 2649410 w 2912392"/>
                <a:gd name="connsiteY272" fmla="*/ 263244 h 985140"/>
                <a:gd name="connsiteX273" fmla="*/ 2659139 w 2912392"/>
                <a:gd name="connsiteY273" fmla="*/ 248715 h 985140"/>
                <a:gd name="connsiteX274" fmla="*/ 2668883 w 2912392"/>
                <a:gd name="connsiteY274" fmla="*/ 234435 h 985140"/>
                <a:gd name="connsiteX275" fmla="*/ 2678627 w 2912392"/>
                <a:gd name="connsiteY275" fmla="*/ 220424 h 985140"/>
                <a:gd name="connsiteX276" fmla="*/ 2688371 w 2912392"/>
                <a:gd name="connsiteY276" fmla="*/ 206697 h 985140"/>
                <a:gd name="connsiteX277" fmla="*/ 2698100 w 2912392"/>
                <a:gd name="connsiteY277" fmla="*/ 193268 h 985140"/>
                <a:gd name="connsiteX278" fmla="*/ 2707844 w 2912392"/>
                <a:gd name="connsiteY278" fmla="*/ 180154 h 985140"/>
                <a:gd name="connsiteX279" fmla="*/ 2717588 w 2912392"/>
                <a:gd name="connsiteY279" fmla="*/ 167369 h 985140"/>
                <a:gd name="connsiteX280" fmla="*/ 2727332 w 2912392"/>
                <a:gd name="connsiteY280" fmla="*/ 154930 h 985140"/>
                <a:gd name="connsiteX281" fmla="*/ 2737076 w 2912392"/>
                <a:gd name="connsiteY281" fmla="*/ 142848 h 985140"/>
                <a:gd name="connsiteX282" fmla="*/ 2746805 w 2912392"/>
                <a:gd name="connsiteY282" fmla="*/ 131141 h 985140"/>
                <a:gd name="connsiteX283" fmla="*/ 2756549 w 2912392"/>
                <a:gd name="connsiteY283" fmla="*/ 119818 h 985140"/>
                <a:gd name="connsiteX284" fmla="*/ 2766293 w 2912392"/>
                <a:gd name="connsiteY284" fmla="*/ 108892 h 985140"/>
                <a:gd name="connsiteX285" fmla="*/ 2776037 w 2912392"/>
                <a:gd name="connsiteY285" fmla="*/ 98378 h 985140"/>
                <a:gd name="connsiteX286" fmla="*/ 2785766 w 2912392"/>
                <a:gd name="connsiteY286" fmla="*/ 88287 h 985140"/>
                <a:gd name="connsiteX287" fmla="*/ 2795510 w 2912392"/>
                <a:gd name="connsiteY287" fmla="*/ 78629 h 985140"/>
                <a:gd name="connsiteX288" fmla="*/ 2805254 w 2912392"/>
                <a:gd name="connsiteY288" fmla="*/ 69417 h 985140"/>
                <a:gd name="connsiteX289" fmla="*/ 2814998 w 2912392"/>
                <a:gd name="connsiteY289" fmla="*/ 60661 h 985140"/>
                <a:gd name="connsiteX290" fmla="*/ 2824727 w 2912392"/>
                <a:gd name="connsiteY290" fmla="*/ 52370 h 985140"/>
                <a:gd name="connsiteX291" fmla="*/ 2834471 w 2912392"/>
                <a:gd name="connsiteY291" fmla="*/ 44552 h 985140"/>
                <a:gd name="connsiteX292" fmla="*/ 2844215 w 2912392"/>
                <a:gd name="connsiteY292" fmla="*/ 37218 h 985140"/>
                <a:gd name="connsiteX293" fmla="*/ 2853958 w 2912392"/>
                <a:gd name="connsiteY293" fmla="*/ 30375 h 985140"/>
                <a:gd name="connsiteX294" fmla="*/ 2863687 w 2912392"/>
                <a:gd name="connsiteY294" fmla="*/ 24029 h 985140"/>
                <a:gd name="connsiteX295" fmla="*/ 2873431 w 2912392"/>
                <a:gd name="connsiteY295" fmla="*/ 18190 h 985140"/>
                <a:gd name="connsiteX296" fmla="*/ 2883175 w 2912392"/>
                <a:gd name="connsiteY296" fmla="*/ 12861 h 985140"/>
                <a:gd name="connsiteX297" fmla="*/ 2892919 w 2912392"/>
                <a:gd name="connsiteY297" fmla="*/ 8050 h 985140"/>
                <a:gd name="connsiteX298" fmla="*/ 2902663 w 2912392"/>
                <a:gd name="connsiteY298" fmla="*/ 3762 h 985140"/>
                <a:gd name="connsiteX299" fmla="*/ 2912392 w 2912392"/>
                <a:gd name="connsiteY299" fmla="*/ 0 h 985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985140">
                  <a:moveTo>
                    <a:pt x="0" y="374534"/>
                  </a:moveTo>
                  <a:lnTo>
                    <a:pt x="9739" y="376524"/>
                  </a:lnTo>
                  <a:lnTo>
                    <a:pt x="19480" y="378628"/>
                  </a:lnTo>
                  <a:lnTo>
                    <a:pt x="29221" y="380845"/>
                  </a:lnTo>
                  <a:lnTo>
                    <a:pt x="38961" y="383171"/>
                  </a:lnTo>
                  <a:lnTo>
                    <a:pt x="48702" y="385608"/>
                  </a:lnTo>
                  <a:lnTo>
                    <a:pt x="58443" y="388153"/>
                  </a:lnTo>
                  <a:lnTo>
                    <a:pt x="68182" y="390802"/>
                  </a:lnTo>
                  <a:lnTo>
                    <a:pt x="77923" y="393552"/>
                  </a:lnTo>
                  <a:lnTo>
                    <a:pt x="87664" y="396402"/>
                  </a:lnTo>
                  <a:lnTo>
                    <a:pt x="97404" y="399348"/>
                  </a:lnTo>
                  <a:lnTo>
                    <a:pt x="107145" y="402383"/>
                  </a:lnTo>
                  <a:lnTo>
                    <a:pt x="116886" y="405506"/>
                  </a:lnTo>
                  <a:lnTo>
                    <a:pt x="126625" y="408709"/>
                  </a:lnTo>
                  <a:lnTo>
                    <a:pt x="136366" y="411988"/>
                  </a:lnTo>
                  <a:lnTo>
                    <a:pt x="146107" y="415339"/>
                  </a:lnTo>
                  <a:lnTo>
                    <a:pt x="155846" y="418754"/>
                  </a:lnTo>
                  <a:lnTo>
                    <a:pt x="165587" y="422228"/>
                  </a:lnTo>
                  <a:lnTo>
                    <a:pt x="175328" y="425756"/>
                  </a:lnTo>
                  <a:lnTo>
                    <a:pt x="185068" y="429331"/>
                  </a:lnTo>
                  <a:lnTo>
                    <a:pt x="194809" y="432945"/>
                  </a:lnTo>
                  <a:lnTo>
                    <a:pt x="204550" y="436591"/>
                  </a:lnTo>
                  <a:lnTo>
                    <a:pt x="214289" y="440265"/>
                  </a:lnTo>
                  <a:lnTo>
                    <a:pt x="224030" y="443958"/>
                  </a:lnTo>
                  <a:lnTo>
                    <a:pt x="233771" y="447664"/>
                  </a:lnTo>
                  <a:lnTo>
                    <a:pt x="243510" y="451374"/>
                  </a:lnTo>
                  <a:lnTo>
                    <a:pt x="253251" y="455083"/>
                  </a:lnTo>
                  <a:lnTo>
                    <a:pt x="262992" y="458783"/>
                  </a:lnTo>
                  <a:lnTo>
                    <a:pt x="272732" y="462467"/>
                  </a:lnTo>
                  <a:lnTo>
                    <a:pt x="282473" y="466131"/>
                  </a:lnTo>
                  <a:lnTo>
                    <a:pt x="292214" y="469763"/>
                  </a:lnTo>
                  <a:lnTo>
                    <a:pt x="301953" y="473360"/>
                  </a:lnTo>
                  <a:lnTo>
                    <a:pt x="311694" y="476915"/>
                  </a:lnTo>
                  <a:lnTo>
                    <a:pt x="321435" y="480422"/>
                  </a:lnTo>
                  <a:lnTo>
                    <a:pt x="331175" y="483874"/>
                  </a:lnTo>
                  <a:lnTo>
                    <a:pt x="340916" y="487265"/>
                  </a:lnTo>
                  <a:lnTo>
                    <a:pt x="350656" y="490589"/>
                  </a:lnTo>
                  <a:lnTo>
                    <a:pt x="360396" y="493843"/>
                  </a:lnTo>
                  <a:lnTo>
                    <a:pt x="370137" y="497020"/>
                  </a:lnTo>
                  <a:lnTo>
                    <a:pt x="379878" y="500114"/>
                  </a:lnTo>
                  <a:lnTo>
                    <a:pt x="389617" y="503124"/>
                  </a:lnTo>
                  <a:lnTo>
                    <a:pt x="399358" y="506044"/>
                  </a:lnTo>
                  <a:lnTo>
                    <a:pt x="409099" y="508869"/>
                  </a:lnTo>
                  <a:lnTo>
                    <a:pt x="418839" y="511598"/>
                  </a:lnTo>
                  <a:lnTo>
                    <a:pt x="428580" y="514226"/>
                  </a:lnTo>
                  <a:lnTo>
                    <a:pt x="438321" y="516752"/>
                  </a:lnTo>
                  <a:lnTo>
                    <a:pt x="448060" y="519173"/>
                  </a:lnTo>
                  <a:lnTo>
                    <a:pt x="457801" y="521487"/>
                  </a:lnTo>
                  <a:lnTo>
                    <a:pt x="467542" y="523690"/>
                  </a:lnTo>
                  <a:lnTo>
                    <a:pt x="477281" y="525785"/>
                  </a:lnTo>
                  <a:lnTo>
                    <a:pt x="487022" y="527770"/>
                  </a:lnTo>
                  <a:lnTo>
                    <a:pt x="496763" y="529642"/>
                  </a:lnTo>
                  <a:lnTo>
                    <a:pt x="506503" y="531403"/>
                  </a:lnTo>
                  <a:lnTo>
                    <a:pt x="516244" y="533054"/>
                  </a:lnTo>
                  <a:lnTo>
                    <a:pt x="525985" y="534595"/>
                  </a:lnTo>
                  <a:lnTo>
                    <a:pt x="535724" y="536025"/>
                  </a:lnTo>
                  <a:lnTo>
                    <a:pt x="545465" y="537347"/>
                  </a:lnTo>
                  <a:lnTo>
                    <a:pt x="555206" y="538562"/>
                  </a:lnTo>
                  <a:lnTo>
                    <a:pt x="564946" y="539674"/>
                  </a:lnTo>
                  <a:lnTo>
                    <a:pt x="574687" y="540683"/>
                  </a:lnTo>
                  <a:lnTo>
                    <a:pt x="584428" y="541591"/>
                  </a:lnTo>
                  <a:lnTo>
                    <a:pt x="594167" y="542402"/>
                  </a:lnTo>
                  <a:lnTo>
                    <a:pt x="603908" y="543119"/>
                  </a:lnTo>
                  <a:lnTo>
                    <a:pt x="613649" y="543744"/>
                  </a:lnTo>
                  <a:lnTo>
                    <a:pt x="623388" y="544282"/>
                  </a:lnTo>
                  <a:lnTo>
                    <a:pt x="633129" y="544735"/>
                  </a:lnTo>
                  <a:lnTo>
                    <a:pt x="642870" y="545108"/>
                  </a:lnTo>
                  <a:lnTo>
                    <a:pt x="652610" y="545403"/>
                  </a:lnTo>
                  <a:lnTo>
                    <a:pt x="662351" y="545626"/>
                  </a:lnTo>
                  <a:lnTo>
                    <a:pt x="672092" y="545780"/>
                  </a:lnTo>
                  <a:lnTo>
                    <a:pt x="681831" y="545869"/>
                  </a:lnTo>
                  <a:lnTo>
                    <a:pt x="691572" y="545899"/>
                  </a:lnTo>
                  <a:lnTo>
                    <a:pt x="701313" y="545872"/>
                  </a:lnTo>
                  <a:lnTo>
                    <a:pt x="711052" y="545794"/>
                  </a:lnTo>
                  <a:lnTo>
                    <a:pt x="720793" y="545668"/>
                  </a:lnTo>
                  <a:lnTo>
                    <a:pt x="730534" y="545499"/>
                  </a:lnTo>
                  <a:lnTo>
                    <a:pt x="740274" y="545294"/>
                  </a:lnTo>
                  <a:lnTo>
                    <a:pt x="750015" y="545052"/>
                  </a:lnTo>
                  <a:lnTo>
                    <a:pt x="759756" y="544783"/>
                  </a:lnTo>
                  <a:lnTo>
                    <a:pt x="769495" y="544486"/>
                  </a:lnTo>
                  <a:lnTo>
                    <a:pt x="779236" y="544169"/>
                  </a:lnTo>
                  <a:lnTo>
                    <a:pt x="788977" y="543835"/>
                  </a:lnTo>
                  <a:lnTo>
                    <a:pt x="798717" y="543488"/>
                  </a:lnTo>
                  <a:lnTo>
                    <a:pt x="808458" y="543132"/>
                  </a:lnTo>
                  <a:lnTo>
                    <a:pt x="818199" y="542771"/>
                  </a:lnTo>
                  <a:lnTo>
                    <a:pt x="827938" y="542409"/>
                  </a:lnTo>
                  <a:lnTo>
                    <a:pt x="837679" y="542050"/>
                  </a:lnTo>
                  <a:lnTo>
                    <a:pt x="847420" y="541697"/>
                  </a:lnTo>
                  <a:lnTo>
                    <a:pt x="857159" y="541353"/>
                  </a:lnTo>
                  <a:lnTo>
                    <a:pt x="866900" y="541024"/>
                  </a:lnTo>
                  <a:lnTo>
                    <a:pt x="876641" y="540711"/>
                  </a:lnTo>
                  <a:lnTo>
                    <a:pt x="886381" y="540419"/>
                  </a:lnTo>
                  <a:lnTo>
                    <a:pt x="896122" y="540149"/>
                  </a:lnTo>
                  <a:lnTo>
                    <a:pt x="905863" y="539908"/>
                  </a:lnTo>
                  <a:lnTo>
                    <a:pt x="915602" y="539695"/>
                  </a:lnTo>
                  <a:lnTo>
                    <a:pt x="925343" y="539514"/>
                  </a:lnTo>
                  <a:lnTo>
                    <a:pt x="935084" y="539370"/>
                  </a:lnTo>
                  <a:lnTo>
                    <a:pt x="944824" y="539263"/>
                  </a:lnTo>
                  <a:lnTo>
                    <a:pt x="954564" y="539199"/>
                  </a:lnTo>
                  <a:lnTo>
                    <a:pt x="964305" y="539178"/>
                  </a:lnTo>
                  <a:lnTo>
                    <a:pt x="974045" y="539203"/>
                  </a:lnTo>
                  <a:lnTo>
                    <a:pt x="983786" y="539279"/>
                  </a:lnTo>
                  <a:lnTo>
                    <a:pt x="993522" y="539407"/>
                  </a:lnTo>
                  <a:lnTo>
                    <a:pt x="1003266" y="539591"/>
                  </a:lnTo>
                  <a:lnTo>
                    <a:pt x="1013010" y="539830"/>
                  </a:lnTo>
                  <a:lnTo>
                    <a:pt x="1022754" y="540131"/>
                  </a:lnTo>
                  <a:lnTo>
                    <a:pt x="1032483" y="540495"/>
                  </a:lnTo>
                  <a:lnTo>
                    <a:pt x="1042227" y="540925"/>
                  </a:lnTo>
                  <a:lnTo>
                    <a:pt x="1051971" y="541423"/>
                  </a:lnTo>
                  <a:lnTo>
                    <a:pt x="1061715" y="541992"/>
                  </a:lnTo>
                  <a:lnTo>
                    <a:pt x="1071444" y="542636"/>
                  </a:lnTo>
                  <a:lnTo>
                    <a:pt x="1081188" y="543355"/>
                  </a:lnTo>
                  <a:lnTo>
                    <a:pt x="1090932" y="544156"/>
                  </a:lnTo>
                  <a:lnTo>
                    <a:pt x="1100676" y="545039"/>
                  </a:lnTo>
                  <a:lnTo>
                    <a:pt x="1110405" y="546006"/>
                  </a:lnTo>
                  <a:lnTo>
                    <a:pt x="1120149" y="547064"/>
                  </a:lnTo>
                  <a:lnTo>
                    <a:pt x="1129893" y="548211"/>
                  </a:lnTo>
                  <a:lnTo>
                    <a:pt x="1139637" y="549454"/>
                  </a:lnTo>
                  <a:lnTo>
                    <a:pt x="1149381" y="550794"/>
                  </a:lnTo>
                  <a:lnTo>
                    <a:pt x="1159110" y="552235"/>
                  </a:lnTo>
                  <a:lnTo>
                    <a:pt x="1168854" y="553780"/>
                  </a:lnTo>
                  <a:lnTo>
                    <a:pt x="1178598" y="555431"/>
                  </a:lnTo>
                  <a:lnTo>
                    <a:pt x="1188341" y="557194"/>
                  </a:lnTo>
                  <a:lnTo>
                    <a:pt x="1198070" y="559068"/>
                  </a:lnTo>
                  <a:lnTo>
                    <a:pt x="1207814" y="561060"/>
                  </a:lnTo>
                  <a:lnTo>
                    <a:pt x="1217558" y="563170"/>
                  </a:lnTo>
                  <a:lnTo>
                    <a:pt x="1227302" y="565403"/>
                  </a:lnTo>
                  <a:lnTo>
                    <a:pt x="1237031" y="567761"/>
                  </a:lnTo>
                  <a:lnTo>
                    <a:pt x="1246775" y="570248"/>
                  </a:lnTo>
                  <a:lnTo>
                    <a:pt x="1256519" y="572866"/>
                  </a:lnTo>
                  <a:lnTo>
                    <a:pt x="1266263" y="575618"/>
                  </a:lnTo>
                  <a:lnTo>
                    <a:pt x="1276007" y="578507"/>
                  </a:lnTo>
                  <a:lnTo>
                    <a:pt x="1285736" y="581534"/>
                  </a:lnTo>
                  <a:lnTo>
                    <a:pt x="1295480" y="584703"/>
                  </a:lnTo>
                  <a:lnTo>
                    <a:pt x="1305224" y="588017"/>
                  </a:lnTo>
                  <a:lnTo>
                    <a:pt x="1314968" y="591475"/>
                  </a:lnTo>
                  <a:lnTo>
                    <a:pt x="1324697" y="595082"/>
                  </a:lnTo>
                  <a:lnTo>
                    <a:pt x="1334441" y="598838"/>
                  </a:lnTo>
                  <a:lnTo>
                    <a:pt x="1344185" y="602744"/>
                  </a:lnTo>
                  <a:lnTo>
                    <a:pt x="1353929" y="606804"/>
                  </a:lnTo>
                  <a:lnTo>
                    <a:pt x="1363658" y="611016"/>
                  </a:lnTo>
                  <a:lnTo>
                    <a:pt x="1373402" y="615382"/>
                  </a:lnTo>
                  <a:lnTo>
                    <a:pt x="1383146" y="619902"/>
                  </a:lnTo>
                  <a:lnTo>
                    <a:pt x="1392890" y="624576"/>
                  </a:lnTo>
                  <a:lnTo>
                    <a:pt x="1402619" y="629403"/>
                  </a:lnTo>
                  <a:lnTo>
                    <a:pt x="1412363" y="634385"/>
                  </a:lnTo>
                  <a:lnTo>
                    <a:pt x="1422106" y="639519"/>
                  </a:lnTo>
                  <a:lnTo>
                    <a:pt x="1431850" y="644804"/>
                  </a:lnTo>
                  <a:lnTo>
                    <a:pt x="1441594" y="650239"/>
                  </a:lnTo>
                  <a:lnTo>
                    <a:pt x="1451323" y="655822"/>
                  </a:lnTo>
                  <a:lnTo>
                    <a:pt x="1461067" y="661551"/>
                  </a:lnTo>
                  <a:lnTo>
                    <a:pt x="1470811" y="667422"/>
                  </a:lnTo>
                  <a:lnTo>
                    <a:pt x="1480555" y="673432"/>
                  </a:lnTo>
                  <a:lnTo>
                    <a:pt x="1490284" y="679580"/>
                  </a:lnTo>
                  <a:lnTo>
                    <a:pt x="1500028" y="685858"/>
                  </a:lnTo>
                  <a:lnTo>
                    <a:pt x="1509772" y="692266"/>
                  </a:lnTo>
                  <a:lnTo>
                    <a:pt x="1519516" y="698795"/>
                  </a:lnTo>
                  <a:lnTo>
                    <a:pt x="1529245" y="705443"/>
                  </a:lnTo>
                  <a:lnTo>
                    <a:pt x="1538989" y="712204"/>
                  </a:lnTo>
                  <a:lnTo>
                    <a:pt x="1548733" y="719070"/>
                  </a:lnTo>
                  <a:lnTo>
                    <a:pt x="1558477" y="726036"/>
                  </a:lnTo>
                  <a:lnTo>
                    <a:pt x="1568221" y="733097"/>
                  </a:lnTo>
                  <a:lnTo>
                    <a:pt x="1577950" y="740243"/>
                  </a:lnTo>
                  <a:lnTo>
                    <a:pt x="1587694" y="747467"/>
                  </a:lnTo>
                  <a:lnTo>
                    <a:pt x="1597438" y="754762"/>
                  </a:lnTo>
                  <a:lnTo>
                    <a:pt x="1607182" y="762120"/>
                  </a:lnTo>
                  <a:lnTo>
                    <a:pt x="1616911" y="769531"/>
                  </a:lnTo>
                  <a:lnTo>
                    <a:pt x="1626655" y="776988"/>
                  </a:lnTo>
                  <a:lnTo>
                    <a:pt x="1636399" y="784481"/>
                  </a:lnTo>
                  <a:lnTo>
                    <a:pt x="1646142" y="791997"/>
                  </a:lnTo>
                  <a:lnTo>
                    <a:pt x="1655872" y="799532"/>
                  </a:lnTo>
                  <a:lnTo>
                    <a:pt x="1665616" y="807072"/>
                  </a:lnTo>
                  <a:lnTo>
                    <a:pt x="1675359" y="814606"/>
                  </a:lnTo>
                  <a:lnTo>
                    <a:pt x="1685103" y="822126"/>
                  </a:lnTo>
                  <a:lnTo>
                    <a:pt x="1694832" y="829619"/>
                  </a:lnTo>
                  <a:lnTo>
                    <a:pt x="1704576" y="837075"/>
                  </a:lnTo>
                  <a:lnTo>
                    <a:pt x="1714320" y="844482"/>
                  </a:lnTo>
                  <a:lnTo>
                    <a:pt x="1724064" y="851828"/>
                  </a:lnTo>
                  <a:lnTo>
                    <a:pt x="1733808" y="859102"/>
                  </a:lnTo>
                  <a:lnTo>
                    <a:pt x="1743537" y="866292"/>
                  </a:lnTo>
                  <a:lnTo>
                    <a:pt x="1753281" y="873386"/>
                  </a:lnTo>
                  <a:lnTo>
                    <a:pt x="1763025" y="880372"/>
                  </a:lnTo>
                  <a:lnTo>
                    <a:pt x="1772769" y="887236"/>
                  </a:lnTo>
                  <a:lnTo>
                    <a:pt x="1782498" y="893969"/>
                  </a:lnTo>
                  <a:lnTo>
                    <a:pt x="1792242" y="900557"/>
                  </a:lnTo>
                  <a:lnTo>
                    <a:pt x="1801986" y="906987"/>
                  </a:lnTo>
                  <a:lnTo>
                    <a:pt x="1811730" y="913249"/>
                  </a:lnTo>
                  <a:lnTo>
                    <a:pt x="1821459" y="919328"/>
                  </a:lnTo>
                  <a:lnTo>
                    <a:pt x="1831203" y="925215"/>
                  </a:lnTo>
                  <a:lnTo>
                    <a:pt x="1840947" y="930894"/>
                  </a:lnTo>
                  <a:lnTo>
                    <a:pt x="1850691" y="936356"/>
                  </a:lnTo>
                  <a:lnTo>
                    <a:pt x="1860435" y="941589"/>
                  </a:lnTo>
                  <a:lnTo>
                    <a:pt x="1870164" y="946580"/>
                  </a:lnTo>
                  <a:lnTo>
                    <a:pt x="1879908" y="951318"/>
                  </a:lnTo>
                  <a:lnTo>
                    <a:pt x="1889652" y="955791"/>
                  </a:lnTo>
                  <a:lnTo>
                    <a:pt x="1899395" y="959988"/>
                  </a:lnTo>
                  <a:lnTo>
                    <a:pt x="1909124" y="963899"/>
                  </a:lnTo>
                  <a:lnTo>
                    <a:pt x="1918868" y="967512"/>
                  </a:lnTo>
                  <a:lnTo>
                    <a:pt x="1928612" y="970816"/>
                  </a:lnTo>
                  <a:lnTo>
                    <a:pt x="1938356" y="973803"/>
                  </a:lnTo>
                  <a:lnTo>
                    <a:pt x="1948085" y="976463"/>
                  </a:lnTo>
                  <a:lnTo>
                    <a:pt x="1957829" y="978784"/>
                  </a:lnTo>
                  <a:lnTo>
                    <a:pt x="1967573" y="980760"/>
                  </a:lnTo>
                  <a:lnTo>
                    <a:pt x="1977317" y="982379"/>
                  </a:lnTo>
                  <a:lnTo>
                    <a:pt x="1987046" y="983634"/>
                  </a:lnTo>
                  <a:lnTo>
                    <a:pt x="1996790" y="984519"/>
                  </a:lnTo>
                  <a:lnTo>
                    <a:pt x="2006534" y="985022"/>
                  </a:lnTo>
                  <a:lnTo>
                    <a:pt x="2016278" y="985140"/>
                  </a:lnTo>
                  <a:lnTo>
                    <a:pt x="2026022" y="984864"/>
                  </a:lnTo>
                  <a:lnTo>
                    <a:pt x="2035751" y="984190"/>
                  </a:lnTo>
                  <a:lnTo>
                    <a:pt x="2045495" y="983108"/>
                  </a:lnTo>
                  <a:lnTo>
                    <a:pt x="2055239" y="981616"/>
                  </a:lnTo>
                  <a:lnTo>
                    <a:pt x="2064983" y="979709"/>
                  </a:lnTo>
                  <a:lnTo>
                    <a:pt x="2074712" y="977382"/>
                  </a:lnTo>
                  <a:lnTo>
                    <a:pt x="2084456" y="974633"/>
                  </a:lnTo>
                  <a:lnTo>
                    <a:pt x="2094200" y="971457"/>
                  </a:lnTo>
                  <a:lnTo>
                    <a:pt x="2103944" y="967851"/>
                  </a:lnTo>
                  <a:lnTo>
                    <a:pt x="2113673" y="963815"/>
                  </a:lnTo>
                  <a:lnTo>
                    <a:pt x="2123417" y="959345"/>
                  </a:lnTo>
                  <a:lnTo>
                    <a:pt x="2133161" y="954444"/>
                  </a:lnTo>
                  <a:lnTo>
                    <a:pt x="2142905" y="949108"/>
                  </a:lnTo>
                  <a:lnTo>
                    <a:pt x="2152649" y="943339"/>
                  </a:lnTo>
                  <a:lnTo>
                    <a:pt x="2162377" y="937139"/>
                  </a:lnTo>
                  <a:lnTo>
                    <a:pt x="2172121" y="930507"/>
                  </a:lnTo>
                  <a:lnTo>
                    <a:pt x="2181865" y="923448"/>
                  </a:lnTo>
                  <a:lnTo>
                    <a:pt x="2191609" y="915963"/>
                  </a:lnTo>
                  <a:lnTo>
                    <a:pt x="2201338" y="908056"/>
                  </a:lnTo>
                  <a:lnTo>
                    <a:pt x="2211082" y="899732"/>
                  </a:lnTo>
                  <a:lnTo>
                    <a:pt x="2220826" y="890993"/>
                  </a:lnTo>
                  <a:lnTo>
                    <a:pt x="2230570" y="881847"/>
                  </a:lnTo>
                  <a:lnTo>
                    <a:pt x="2240299" y="872300"/>
                  </a:lnTo>
                  <a:lnTo>
                    <a:pt x="2250043" y="862356"/>
                  </a:lnTo>
                  <a:lnTo>
                    <a:pt x="2259787" y="852025"/>
                  </a:lnTo>
                  <a:lnTo>
                    <a:pt x="2269531" y="841313"/>
                  </a:lnTo>
                  <a:lnTo>
                    <a:pt x="2279260" y="830229"/>
                  </a:lnTo>
                  <a:lnTo>
                    <a:pt x="2289004" y="818781"/>
                  </a:lnTo>
                  <a:lnTo>
                    <a:pt x="2298748" y="806979"/>
                  </a:lnTo>
                  <a:lnTo>
                    <a:pt x="2308492" y="794835"/>
                  </a:lnTo>
                  <a:lnTo>
                    <a:pt x="2318236" y="782357"/>
                  </a:lnTo>
                  <a:lnTo>
                    <a:pt x="2327965" y="769558"/>
                  </a:lnTo>
                  <a:lnTo>
                    <a:pt x="2337709" y="756448"/>
                  </a:lnTo>
                  <a:lnTo>
                    <a:pt x="2347453" y="743039"/>
                  </a:lnTo>
                  <a:lnTo>
                    <a:pt x="2357197" y="729347"/>
                  </a:lnTo>
                  <a:lnTo>
                    <a:pt x="2366926" y="715381"/>
                  </a:lnTo>
                  <a:lnTo>
                    <a:pt x="2376670" y="701157"/>
                  </a:lnTo>
                  <a:lnTo>
                    <a:pt x="2386413" y="686688"/>
                  </a:lnTo>
                  <a:lnTo>
                    <a:pt x="2396157" y="671989"/>
                  </a:lnTo>
                  <a:lnTo>
                    <a:pt x="2405886" y="657075"/>
                  </a:lnTo>
                  <a:lnTo>
                    <a:pt x="2415630" y="641960"/>
                  </a:lnTo>
                  <a:lnTo>
                    <a:pt x="2425374" y="626662"/>
                  </a:lnTo>
                  <a:lnTo>
                    <a:pt x="2435118" y="611195"/>
                  </a:lnTo>
                  <a:lnTo>
                    <a:pt x="2444862" y="595575"/>
                  </a:lnTo>
                  <a:lnTo>
                    <a:pt x="2454591" y="579821"/>
                  </a:lnTo>
                  <a:lnTo>
                    <a:pt x="2464335" y="563947"/>
                  </a:lnTo>
                  <a:lnTo>
                    <a:pt x="2474079" y="547971"/>
                  </a:lnTo>
                  <a:lnTo>
                    <a:pt x="2483823" y="531912"/>
                  </a:lnTo>
                  <a:lnTo>
                    <a:pt x="2493552" y="515785"/>
                  </a:lnTo>
                  <a:lnTo>
                    <a:pt x="2503296" y="499609"/>
                  </a:lnTo>
                  <a:lnTo>
                    <a:pt x="2513040" y="483400"/>
                  </a:lnTo>
                  <a:lnTo>
                    <a:pt x="2522784" y="467178"/>
                  </a:lnTo>
                  <a:lnTo>
                    <a:pt x="2532513" y="450962"/>
                  </a:lnTo>
                  <a:lnTo>
                    <a:pt x="2542257" y="434767"/>
                  </a:lnTo>
                  <a:lnTo>
                    <a:pt x="2552001" y="418612"/>
                  </a:lnTo>
                  <a:lnTo>
                    <a:pt x="2561745" y="402515"/>
                  </a:lnTo>
                  <a:lnTo>
                    <a:pt x="2571474" y="386496"/>
                  </a:lnTo>
                  <a:lnTo>
                    <a:pt x="2581218" y="370572"/>
                  </a:lnTo>
                  <a:lnTo>
                    <a:pt x="2590962" y="354760"/>
                  </a:lnTo>
                  <a:lnTo>
                    <a:pt x="2600705" y="339077"/>
                  </a:lnTo>
                  <a:lnTo>
                    <a:pt x="2610449" y="323545"/>
                  </a:lnTo>
                  <a:lnTo>
                    <a:pt x="2620178" y="308177"/>
                  </a:lnTo>
                  <a:lnTo>
                    <a:pt x="2629922" y="292993"/>
                  </a:lnTo>
                  <a:lnTo>
                    <a:pt x="2639666" y="278011"/>
                  </a:lnTo>
                  <a:lnTo>
                    <a:pt x="2649410" y="263244"/>
                  </a:lnTo>
                  <a:lnTo>
                    <a:pt x="2659139" y="248715"/>
                  </a:lnTo>
                  <a:lnTo>
                    <a:pt x="2668883" y="234435"/>
                  </a:lnTo>
                  <a:lnTo>
                    <a:pt x="2678627" y="220424"/>
                  </a:lnTo>
                  <a:lnTo>
                    <a:pt x="2688371" y="206697"/>
                  </a:lnTo>
                  <a:lnTo>
                    <a:pt x="2698100" y="193268"/>
                  </a:lnTo>
                  <a:lnTo>
                    <a:pt x="2707844" y="180154"/>
                  </a:lnTo>
                  <a:lnTo>
                    <a:pt x="2717588" y="167369"/>
                  </a:lnTo>
                  <a:lnTo>
                    <a:pt x="2727332" y="154930"/>
                  </a:lnTo>
                  <a:lnTo>
                    <a:pt x="2737076" y="142848"/>
                  </a:lnTo>
                  <a:lnTo>
                    <a:pt x="2746805" y="131141"/>
                  </a:lnTo>
                  <a:lnTo>
                    <a:pt x="2756549" y="119818"/>
                  </a:lnTo>
                  <a:lnTo>
                    <a:pt x="2766293" y="108892"/>
                  </a:lnTo>
                  <a:lnTo>
                    <a:pt x="2776037" y="98378"/>
                  </a:lnTo>
                  <a:lnTo>
                    <a:pt x="2785766" y="88287"/>
                  </a:lnTo>
                  <a:lnTo>
                    <a:pt x="2795510" y="78629"/>
                  </a:lnTo>
                  <a:lnTo>
                    <a:pt x="2805254" y="69417"/>
                  </a:lnTo>
                  <a:lnTo>
                    <a:pt x="2814998" y="60661"/>
                  </a:lnTo>
                  <a:lnTo>
                    <a:pt x="2824727" y="52370"/>
                  </a:lnTo>
                  <a:lnTo>
                    <a:pt x="2834471" y="44552"/>
                  </a:lnTo>
                  <a:lnTo>
                    <a:pt x="2844215" y="37218"/>
                  </a:lnTo>
                  <a:lnTo>
                    <a:pt x="2853958" y="30375"/>
                  </a:lnTo>
                  <a:lnTo>
                    <a:pt x="2863687" y="24029"/>
                  </a:lnTo>
                  <a:lnTo>
                    <a:pt x="2873431" y="18190"/>
                  </a:lnTo>
                  <a:lnTo>
                    <a:pt x="2883175" y="12861"/>
                  </a:lnTo>
                  <a:lnTo>
                    <a:pt x="2892919" y="8050"/>
                  </a:lnTo>
                  <a:lnTo>
                    <a:pt x="2902663" y="3762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8" name="Freeform 847">
              <a:extLst>
                <a:ext uri="{FF2B5EF4-FFF2-40B4-BE49-F238E27FC236}">
                  <a16:creationId xmlns:a16="http://schemas.microsoft.com/office/drawing/2014/main" id="{9A9AA2C9-8E84-7DE4-A6DA-C610B6F0173F}"/>
                </a:ext>
              </a:extLst>
            </p:cNvPr>
            <p:cNvSpPr/>
            <p:nvPr/>
          </p:nvSpPr>
          <p:spPr>
            <a:xfrm>
              <a:off x="576446" y="3060757"/>
              <a:ext cx="2912392" cy="725936"/>
            </a:xfrm>
            <a:custGeom>
              <a:avLst/>
              <a:gdLst>
                <a:gd name="connsiteX0" fmla="*/ 0 w 2912392"/>
                <a:gd name="connsiteY0" fmla="*/ 305775 h 725936"/>
                <a:gd name="connsiteX1" fmla="*/ 9739 w 2912392"/>
                <a:gd name="connsiteY1" fmla="*/ 298617 h 725936"/>
                <a:gd name="connsiteX2" fmla="*/ 19480 w 2912392"/>
                <a:gd name="connsiteY2" fmla="*/ 291519 h 725936"/>
                <a:gd name="connsiteX3" fmla="*/ 29221 w 2912392"/>
                <a:gd name="connsiteY3" fmla="*/ 284493 h 725936"/>
                <a:gd name="connsiteX4" fmla="*/ 38961 w 2912392"/>
                <a:gd name="connsiteY4" fmla="*/ 277547 h 725936"/>
                <a:gd name="connsiteX5" fmla="*/ 48702 w 2912392"/>
                <a:gd name="connsiteY5" fmla="*/ 270692 h 725936"/>
                <a:gd name="connsiteX6" fmla="*/ 58443 w 2912392"/>
                <a:gd name="connsiteY6" fmla="*/ 263941 h 725936"/>
                <a:gd name="connsiteX7" fmla="*/ 68182 w 2912392"/>
                <a:gd name="connsiteY7" fmla="*/ 257305 h 725936"/>
                <a:gd name="connsiteX8" fmla="*/ 77923 w 2912392"/>
                <a:gd name="connsiteY8" fmla="*/ 250795 h 725936"/>
                <a:gd name="connsiteX9" fmla="*/ 87664 w 2912392"/>
                <a:gd name="connsiteY9" fmla="*/ 244419 h 725936"/>
                <a:gd name="connsiteX10" fmla="*/ 97404 w 2912392"/>
                <a:gd name="connsiteY10" fmla="*/ 238192 h 725936"/>
                <a:gd name="connsiteX11" fmla="*/ 107145 w 2912392"/>
                <a:gd name="connsiteY11" fmla="*/ 232123 h 725936"/>
                <a:gd name="connsiteX12" fmla="*/ 116886 w 2912392"/>
                <a:gd name="connsiteY12" fmla="*/ 226223 h 725936"/>
                <a:gd name="connsiteX13" fmla="*/ 126625 w 2912392"/>
                <a:gd name="connsiteY13" fmla="*/ 220503 h 725936"/>
                <a:gd name="connsiteX14" fmla="*/ 136366 w 2912392"/>
                <a:gd name="connsiteY14" fmla="*/ 214974 h 725936"/>
                <a:gd name="connsiteX15" fmla="*/ 146107 w 2912392"/>
                <a:gd name="connsiteY15" fmla="*/ 209647 h 725936"/>
                <a:gd name="connsiteX16" fmla="*/ 155846 w 2912392"/>
                <a:gd name="connsiteY16" fmla="*/ 204529 h 725936"/>
                <a:gd name="connsiteX17" fmla="*/ 165587 w 2912392"/>
                <a:gd name="connsiteY17" fmla="*/ 199633 h 725936"/>
                <a:gd name="connsiteX18" fmla="*/ 175328 w 2912392"/>
                <a:gd name="connsiteY18" fmla="*/ 194968 h 725936"/>
                <a:gd name="connsiteX19" fmla="*/ 185068 w 2912392"/>
                <a:gd name="connsiteY19" fmla="*/ 190542 h 725936"/>
                <a:gd name="connsiteX20" fmla="*/ 194809 w 2912392"/>
                <a:gd name="connsiteY20" fmla="*/ 186364 h 725936"/>
                <a:gd name="connsiteX21" fmla="*/ 204550 w 2912392"/>
                <a:gd name="connsiteY21" fmla="*/ 182446 h 725936"/>
                <a:gd name="connsiteX22" fmla="*/ 214289 w 2912392"/>
                <a:gd name="connsiteY22" fmla="*/ 178791 h 725936"/>
                <a:gd name="connsiteX23" fmla="*/ 224030 w 2912392"/>
                <a:gd name="connsiteY23" fmla="*/ 175410 h 725936"/>
                <a:gd name="connsiteX24" fmla="*/ 233771 w 2912392"/>
                <a:gd name="connsiteY24" fmla="*/ 172311 h 725936"/>
                <a:gd name="connsiteX25" fmla="*/ 243510 w 2912392"/>
                <a:gd name="connsiteY25" fmla="*/ 169500 h 725936"/>
                <a:gd name="connsiteX26" fmla="*/ 253251 w 2912392"/>
                <a:gd name="connsiteY26" fmla="*/ 166983 h 725936"/>
                <a:gd name="connsiteX27" fmla="*/ 262992 w 2912392"/>
                <a:gd name="connsiteY27" fmla="*/ 164768 h 725936"/>
                <a:gd name="connsiteX28" fmla="*/ 272732 w 2912392"/>
                <a:gd name="connsiteY28" fmla="*/ 162858 h 725936"/>
                <a:gd name="connsiteX29" fmla="*/ 282473 w 2912392"/>
                <a:gd name="connsiteY29" fmla="*/ 161258 h 725936"/>
                <a:gd name="connsiteX30" fmla="*/ 292214 w 2912392"/>
                <a:gd name="connsiteY30" fmla="*/ 159975 h 725936"/>
                <a:gd name="connsiteX31" fmla="*/ 301953 w 2912392"/>
                <a:gd name="connsiteY31" fmla="*/ 159009 h 725936"/>
                <a:gd name="connsiteX32" fmla="*/ 311694 w 2912392"/>
                <a:gd name="connsiteY32" fmla="*/ 158369 h 725936"/>
                <a:gd name="connsiteX33" fmla="*/ 321435 w 2912392"/>
                <a:gd name="connsiteY33" fmla="*/ 158051 h 725936"/>
                <a:gd name="connsiteX34" fmla="*/ 331175 w 2912392"/>
                <a:gd name="connsiteY34" fmla="*/ 158063 h 725936"/>
                <a:gd name="connsiteX35" fmla="*/ 340916 w 2912392"/>
                <a:gd name="connsiteY35" fmla="*/ 158403 h 725936"/>
                <a:gd name="connsiteX36" fmla="*/ 350656 w 2912392"/>
                <a:gd name="connsiteY36" fmla="*/ 159073 h 725936"/>
                <a:gd name="connsiteX37" fmla="*/ 360396 w 2912392"/>
                <a:gd name="connsiteY37" fmla="*/ 160075 h 725936"/>
                <a:gd name="connsiteX38" fmla="*/ 370137 w 2912392"/>
                <a:gd name="connsiteY38" fmla="*/ 161405 h 725936"/>
                <a:gd name="connsiteX39" fmla="*/ 379878 w 2912392"/>
                <a:gd name="connsiteY39" fmla="*/ 163066 h 725936"/>
                <a:gd name="connsiteX40" fmla="*/ 389617 w 2912392"/>
                <a:gd name="connsiteY40" fmla="*/ 165054 h 725936"/>
                <a:gd name="connsiteX41" fmla="*/ 399358 w 2912392"/>
                <a:gd name="connsiteY41" fmla="*/ 167368 h 725936"/>
                <a:gd name="connsiteX42" fmla="*/ 409099 w 2912392"/>
                <a:gd name="connsiteY42" fmla="*/ 170003 h 725936"/>
                <a:gd name="connsiteX43" fmla="*/ 418839 w 2912392"/>
                <a:gd name="connsiteY43" fmla="*/ 172961 h 725936"/>
                <a:gd name="connsiteX44" fmla="*/ 428580 w 2912392"/>
                <a:gd name="connsiteY44" fmla="*/ 176233 h 725936"/>
                <a:gd name="connsiteX45" fmla="*/ 438321 w 2912392"/>
                <a:gd name="connsiteY45" fmla="*/ 179816 h 725936"/>
                <a:gd name="connsiteX46" fmla="*/ 448060 w 2912392"/>
                <a:gd name="connsiteY46" fmla="*/ 183706 h 725936"/>
                <a:gd name="connsiteX47" fmla="*/ 457801 w 2912392"/>
                <a:gd name="connsiteY47" fmla="*/ 187897 h 725936"/>
                <a:gd name="connsiteX48" fmla="*/ 467542 w 2912392"/>
                <a:gd name="connsiteY48" fmla="*/ 192382 h 725936"/>
                <a:gd name="connsiteX49" fmla="*/ 477281 w 2912392"/>
                <a:gd name="connsiteY49" fmla="*/ 197155 h 725936"/>
                <a:gd name="connsiteX50" fmla="*/ 487022 w 2912392"/>
                <a:gd name="connsiteY50" fmla="*/ 202210 h 725936"/>
                <a:gd name="connsiteX51" fmla="*/ 496763 w 2912392"/>
                <a:gd name="connsiteY51" fmla="*/ 207537 h 725936"/>
                <a:gd name="connsiteX52" fmla="*/ 506503 w 2912392"/>
                <a:gd name="connsiteY52" fmla="*/ 213130 h 725936"/>
                <a:gd name="connsiteX53" fmla="*/ 516244 w 2912392"/>
                <a:gd name="connsiteY53" fmla="*/ 218979 h 725936"/>
                <a:gd name="connsiteX54" fmla="*/ 525985 w 2912392"/>
                <a:gd name="connsiteY54" fmla="*/ 225077 h 725936"/>
                <a:gd name="connsiteX55" fmla="*/ 535724 w 2912392"/>
                <a:gd name="connsiteY55" fmla="*/ 231412 h 725936"/>
                <a:gd name="connsiteX56" fmla="*/ 545465 w 2912392"/>
                <a:gd name="connsiteY56" fmla="*/ 237975 h 725936"/>
                <a:gd name="connsiteX57" fmla="*/ 555206 w 2912392"/>
                <a:gd name="connsiteY57" fmla="*/ 244757 h 725936"/>
                <a:gd name="connsiteX58" fmla="*/ 564946 w 2912392"/>
                <a:gd name="connsiteY58" fmla="*/ 251748 h 725936"/>
                <a:gd name="connsiteX59" fmla="*/ 574687 w 2912392"/>
                <a:gd name="connsiteY59" fmla="*/ 258935 h 725936"/>
                <a:gd name="connsiteX60" fmla="*/ 584428 w 2912392"/>
                <a:gd name="connsiteY60" fmla="*/ 266310 h 725936"/>
                <a:gd name="connsiteX61" fmla="*/ 594167 w 2912392"/>
                <a:gd name="connsiteY61" fmla="*/ 273860 h 725936"/>
                <a:gd name="connsiteX62" fmla="*/ 603908 w 2912392"/>
                <a:gd name="connsiteY62" fmla="*/ 281571 h 725936"/>
                <a:gd name="connsiteX63" fmla="*/ 613649 w 2912392"/>
                <a:gd name="connsiteY63" fmla="*/ 289437 h 725936"/>
                <a:gd name="connsiteX64" fmla="*/ 623388 w 2912392"/>
                <a:gd name="connsiteY64" fmla="*/ 297442 h 725936"/>
                <a:gd name="connsiteX65" fmla="*/ 633129 w 2912392"/>
                <a:gd name="connsiteY65" fmla="*/ 305575 h 725936"/>
                <a:gd name="connsiteX66" fmla="*/ 642870 w 2912392"/>
                <a:gd name="connsiteY66" fmla="*/ 313825 h 725936"/>
                <a:gd name="connsiteX67" fmla="*/ 652610 w 2912392"/>
                <a:gd name="connsiteY67" fmla="*/ 322180 h 725936"/>
                <a:gd name="connsiteX68" fmla="*/ 662351 w 2912392"/>
                <a:gd name="connsiteY68" fmla="*/ 330626 h 725936"/>
                <a:gd name="connsiteX69" fmla="*/ 672092 w 2912392"/>
                <a:gd name="connsiteY69" fmla="*/ 339154 h 725936"/>
                <a:gd name="connsiteX70" fmla="*/ 681831 w 2912392"/>
                <a:gd name="connsiteY70" fmla="*/ 347750 h 725936"/>
                <a:gd name="connsiteX71" fmla="*/ 691572 w 2912392"/>
                <a:gd name="connsiteY71" fmla="*/ 356402 h 725936"/>
                <a:gd name="connsiteX72" fmla="*/ 701313 w 2912392"/>
                <a:gd name="connsiteY72" fmla="*/ 365098 h 725936"/>
                <a:gd name="connsiteX73" fmla="*/ 711052 w 2912392"/>
                <a:gd name="connsiteY73" fmla="*/ 373827 h 725936"/>
                <a:gd name="connsiteX74" fmla="*/ 720793 w 2912392"/>
                <a:gd name="connsiteY74" fmla="*/ 382578 h 725936"/>
                <a:gd name="connsiteX75" fmla="*/ 730534 w 2912392"/>
                <a:gd name="connsiteY75" fmla="*/ 391338 h 725936"/>
                <a:gd name="connsiteX76" fmla="*/ 740274 w 2912392"/>
                <a:gd name="connsiteY76" fmla="*/ 400097 h 725936"/>
                <a:gd name="connsiteX77" fmla="*/ 750015 w 2912392"/>
                <a:gd name="connsiteY77" fmla="*/ 408844 h 725936"/>
                <a:gd name="connsiteX78" fmla="*/ 759756 w 2912392"/>
                <a:gd name="connsiteY78" fmla="*/ 417568 h 725936"/>
                <a:gd name="connsiteX79" fmla="*/ 769495 w 2912392"/>
                <a:gd name="connsiteY79" fmla="*/ 426258 h 725936"/>
                <a:gd name="connsiteX80" fmla="*/ 779236 w 2912392"/>
                <a:gd name="connsiteY80" fmla="*/ 434904 h 725936"/>
                <a:gd name="connsiteX81" fmla="*/ 788977 w 2912392"/>
                <a:gd name="connsiteY81" fmla="*/ 443497 h 725936"/>
                <a:gd name="connsiteX82" fmla="*/ 798717 w 2912392"/>
                <a:gd name="connsiteY82" fmla="*/ 452026 h 725936"/>
                <a:gd name="connsiteX83" fmla="*/ 808458 w 2912392"/>
                <a:gd name="connsiteY83" fmla="*/ 460483 h 725936"/>
                <a:gd name="connsiteX84" fmla="*/ 818199 w 2912392"/>
                <a:gd name="connsiteY84" fmla="*/ 468859 h 725936"/>
                <a:gd name="connsiteX85" fmla="*/ 827938 w 2912392"/>
                <a:gd name="connsiteY85" fmla="*/ 477146 h 725936"/>
                <a:gd name="connsiteX86" fmla="*/ 837679 w 2912392"/>
                <a:gd name="connsiteY86" fmla="*/ 485334 h 725936"/>
                <a:gd name="connsiteX87" fmla="*/ 847420 w 2912392"/>
                <a:gd name="connsiteY87" fmla="*/ 493419 h 725936"/>
                <a:gd name="connsiteX88" fmla="*/ 857159 w 2912392"/>
                <a:gd name="connsiteY88" fmla="*/ 501391 h 725936"/>
                <a:gd name="connsiteX89" fmla="*/ 866900 w 2912392"/>
                <a:gd name="connsiteY89" fmla="*/ 509243 h 725936"/>
                <a:gd name="connsiteX90" fmla="*/ 876641 w 2912392"/>
                <a:gd name="connsiteY90" fmla="*/ 516971 h 725936"/>
                <a:gd name="connsiteX91" fmla="*/ 886381 w 2912392"/>
                <a:gd name="connsiteY91" fmla="*/ 524568 h 725936"/>
                <a:gd name="connsiteX92" fmla="*/ 896122 w 2912392"/>
                <a:gd name="connsiteY92" fmla="*/ 532028 h 725936"/>
                <a:gd name="connsiteX93" fmla="*/ 905863 w 2912392"/>
                <a:gd name="connsiteY93" fmla="*/ 539346 h 725936"/>
                <a:gd name="connsiteX94" fmla="*/ 915602 w 2912392"/>
                <a:gd name="connsiteY94" fmla="*/ 546519 h 725936"/>
                <a:gd name="connsiteX95" fmla="*/ 925343 w 2912392"/>
                <a:gd name="connsiteY95" fmla="*/ 553542 h 725936"/>
                <a:gd name="connsiteX96" fmla="*/ 935084 w 2912392"/>
                <a:gd name="connsiteY96" fmla="*/ 560412 h 725936"/>
                <a:gd name="connsiteX97" fmla="*/ 944824 w 2912392"/>
                <a:gd name="connsiteY97" fmla="*/ 567125 h 725936"/>
                <a:gd name="connsiteX98" fmla="*/ 954564 w 2912392"/>
                <a:gd name="connsiteY98" fmla="*/ 573679 h 725936"/>
                <a:gd name="connsiteX99" fmla="*/ 964305 w 2912392"/>
                <a:gd name="connsiteY99" fmla="*/ 580073 h 725936"/>
                <a:gd name="connsiteX100" fmla="*/ 974045 w 2912392"/>
                <a:gd name="connsiteY100" fmla="*/ 586302 h 725936"/>
                <a:gd name="connsiteX101" fmla="*/ 983786 w 2912392"/>
                <a:gd name="connsiteY101" fmla="*/ 592369 h 725936"/>
                <a:gd name="connsiteX102" fmla="*/ 993522 w 2912392"/>
                <a:gd name="connsiteY102" fmla="*/ 598269 h 725936"/>
                <a:gd name="connsiteX103" fmla="*/ 1003266 w 2912392"/>
                <a:gd name="connsiteY103" fmla="*/ 604003 h 725936"/>
                <a:gd name="connsiteX104" fmla="*/ 1013010 w 2912392"/>
                <a:gd name="connsiteY104" fmla="*/ 609571 h 725936"/>
                <a:gd name="connsiteX105" fmla="*/ 1022754 w 2912392"/>
                <a:gd name="connsiteY105" fmla="*/ 614973 h 725936"/>
                <a:gd name="connsiteX106" fmla="*/ 1032483 w 2912392"/>
                <a:gd name="connsiteY106" fmla="*/ 620212 h 725936"/>
                <a:gd name="connsiteX107" fmla="*/ 1042227 w 2912392"/>
                <a:gd name="connsiteY107" fmla="*/ 625285 h 725936"/>
                <a:gd name="connsiteX108" fmla="*/ 1051971 w 2912392"/>
                <a:gd name="connsiteY108" fmla="*/ 630196 h 725936"/>
                <a:gd name="connsiteX109" fmla="*/ 1061715 w 2912392"/>
                <a:gd name="connsiteY109" fmla="*/ 634944 h 725936"/>
                <a:gd name="connsiteX110" fmla="*/ 1071444 w 2912392"/>
                <a:gd name="connsiteY110" fmla="*/ 639534 h 725936"/>
                <a:gd name="connsiteX111" fmla="*/ 1081188 w 2912392"/>
                <a:gd name="connsiteY111" fmla="*/ 643965 h 725936"/>
                <a:gd name="connsiteX112" fmla="*/ 1090932 w 2912392"/>
                <a:gd name="connsiteY112" fmla="*/ 648243 h 725936"/>
                <a:gd name="connsiteX113" fmla="*/ 1100676 w 2912392"/>
                <a:gd name="connsiteY113" fmla="*/ 652368 h 725936"/>
                <a:gd name="connsiteX114" fmla="*/ 1110405 w 2912392"/>
                <a:gd name="connsiteY114" fmla="*/ 656343 h 725936"/>
                <a:gd name="connsiteX115" fmla="*/ 1120149 w 2912392"/>
                <a:gd name="connsiteY115" fmla="*/ 660172 h 725936"/>
                <a:gd name="connsiteX116" fmla="*/ 1129893 w 2912392"/>
                <a:gd name="connsiteY116" fmla="*/ 663857 h 725936"/>
                <a:gd name="connsiteX117" fmla="*/ 1139637 w 2912392"/>
                <a:gd name="connsiteY117" fmla="*/ 667401 h 725936"/>
                <a:gd name="connsiteX118" fmla="*/ 1149381 w 2912392"/>
                <a:gd name="connsiteY118" fmla="*/ 670809 h 725936"/>
                <a:gd name="connsiteX119" fmla="*/ 1159110 w 2912392"/>
                <a:gd name="connsiteY119" fmla="*/ 674084 h 725936"/>
                <a:gd name="connsiteX120" fmla="*/ 1168854 w 2912392"/>
                <a:gd name="connsiteY120" fmla="*/ 677227 h 725936"/>
                <a:gd name="connsiteX121" fmla="*/ 1178598 w 2912392"/>
                <a:gd name="connsiteY121" fmla="*/ 680246 h 725936"/>
                <a:gd name="connsiteX122" fmla="*/ 1188341 w 2912392"/>
                <a:gd name="connsiteY122" fmla="*/ 683141 h 725936"/>
                <a:gd name="connsiteX123" fmla="*/ 1198070 w 2912392"/>
                <a:gd name="connsiteY123" fmla="*/ 685916 h 725936"/>
                <a:gd name="connsiteX124" fmla="*/ 1207814 w 2912392"/>
                <a:gd name="connsiteY124" fmla="*/ 688576 h 725936"/>
                <a:gd name="connsiteX125" fmla="*/ 1217558 w 2912392"/>
                <a:gd name="connsiteY125" fmla="*/ 691124 h 725936"/>
                <a:gd name="connsiteX126" fmla="*/ 1227302 w 2912392"/>
                <a:gd name="connsiteY126" fmla="*/ 693561 h 725936"/>
                <a:gd name="connsiteX127" fmla="*/ 1237031 w 2912392"/>
                <a:gd name="connsiteY127" fmla="*/ 695894 h 725936"/>
                <a:gd name="connsiteX128" fmla="*/ 1246775 w 2912392"/>
                <a:gd name="connsiteY128" fmla="*/ 698123 h 725936"/>
                <a:gd name="connsiteX129" fmla="*/ 1256519 w 2912392"/>
                <a:gd name="connsiteY129" fmla="*/ 700254 h 725936"/>
                <a:gd name="connsiteX130" fmla="*/ 1266263 w 2912392"/>
                <a:gd name="connsiteY130" fmla="*/ 702287 h 725936"/>
                <a:gd name="connsiteX131" fmla="*/ 1276007 w 2912392"/>
                <a:gd name="connsiteY131" fmla="*/ 704227 h 725936"/>
                <a:gd name="connsiteX132" fmla="*/ 1285736 w 2912392"/>
                <a:gd name="connsiteY132" fmla="*/ 706076 h 725936"/>
                <a:gd name="connsiteX133" fmla="*/ 1295480 w 2912392"/>
                <a:gd name="connsiteY133" fmla="*/ 707836 h 725936"/>
                <a:gd name="connsiteX134" fmla="*/ 1305224 w 2912392"/>
                <a:gd name="connsiteY134" fmla="*/ 709509 h 725936"/>
                <a:gd name="connsiteX135" fmla="*/ 1314968 w 2912392"/>
                <a:gd name="connsiteY135" fmla="*/ 711097 h 725936"/>
                <a:gd name="connsiteX136" fmla="*/ 1324697 w 2912392"/>
                <a:gd name="connsiteY136" fmla="*/ 712602 h 725936"/>
                <a:gd name="connsiteX137" fmla="*/ 1334441 w 2912392"/>
                <a:gd name="connsiteY137" fmla="*/ 714025 h 725936"/>
                <a:gd name="connsiteX138" fmla="*/ 1344185 w 2912392"/>
                <a:gd name="connsiteY138" fmla="*/ 715369 h 725936"/>
                <a:gd name="connsiteX139" fmla="*/ 1353929 w 2912392"/>
                <a:gd name="connsiteY139" fmla="*/ 716631 h 725936"/>
                <a:gd name="connsiteX140" fmla="*/ 1363658 w 2912392"/>
                <a:gd name="connsiteY140" fmla="*/ 717817 h 725936"/>
                <a:gd name="connsiteX141" fmla="*/ 1373402 w 2912392"/>
                <a:gd name="connsiteY141" fmla="*/ 718922 h 725936"/>
                <a:gd name="connsiteX142" fmla="*/ 1383146 w 2912392"/>
                <a:gd name="connsiteY142" fmla="*/ 719950 h 725936"/>
                <a:gd name="connsiteX143" fmla="*/ 1392890 w 2912392"/>
                <a:gd name="connsiteY143" fmla="*/ 720901 h 725936"/>
                <a:gd name="connsiteX144" fmla="*/ 1402619 w 2912392"/>
                <a:gd name="connsiteY144" fmla="*/ 721772 h 725936"/>
                <a:gd name="connsiteX145" fmla="*/ 1412363 w 2912392"/>
                <a:gd name="connsiteY145" fmla="*/ 722565 h 725936"/>
                <a:gd name="connsiteX146" fmla="*/ 1422106 w 2912392"/>
                <a:gd name="connsiteY146" fmla="*/ 723279 h 725936"/>
                <a:gd name="connsiteX147" fmla="*/ 1431850 w 2912392"/>
                <a:gd name="connsiteY147" fmla="*/ 723910 h 725936"/>
                <a:gd name="connsiteX148" fmla="*/ 1441594 w 2912392"/>
                <a:gd name="connsiteY148" fmla="*/ 724460 h 725936"/>
                <a:gd name="connsiteX149" fmla="*/ 1451323 w 2912392"/>
                <a:gd name="connsiteY149" fmla="*/ 724926 h 725936"/>
                <a:gd name="connsiteX150" fmla="*/ 1461067 w 2912392"/>
                <a:gd name="connsiteY150" fmla="*/ 725308 h 725936"/>
                <a:gd name="connsiteX151" fmla="*/ 1470811 w 2912392"/>
                <a:gd name="connsiteY151" fmla="*/ 725601 h 725936"/>
                <a:gd name="connsiteX152" fmla="*/ 1480555 w 2912392"/>
                <a:gd name="connsiteY152" fmla="*/ 725805 h 725936"/>
                <a:gd name="connsiteX153" fmla="*/ 1490284 w 2912392"/>
                <a:gd name="connsiteY153" fmla="*/ 725919 h 725936"/>
                <a:gd name="connsiteX154" fmla="*/ 1500028 w 2912392"/>
                <a:gd name="connsiteY154" fmla="*/ 725936 h 725936"/>
                <a:gd name="connsiteX155" fmla="*/ 1509772 w 2912392"/>
                <a:gd name="connsiteY155" fmla="*/ 725859 h 725936"/>
                <a:gd name="connsiteX156" fmla="*/ 1519516 w 2912392"/>
                <a:gd name="connsiteY156" fmla="*/ 725680 h 725936"/>
                <a:gd name="connsiteX157" fmla="*/ 1529245 w 2912392"/>
                <a:gd name="connsiteY157" fmla="*/ 725400 h 725936"/>
                <a:gd name="connsiteX158" fmla="*/ 1538989 w 2912392"/>
                <a:gd name="connsiteY158" fmla="*/ 725014 h 725936"/>
                <a:gd name="connsiteX159" fmla="*/ 1548733 w 2912392"/>
                <a:gd name="connsiteY159" fmla="*/ 724520 h 725936"/>
                <a:gd name="connsiteX160" fmla="*/ 1558477 w 2912392"/>
                <a:gd name="connsiteY160" fmla="*/ 723913 h 725936"/>
                <a:gd name="connsiteX161" fmla="*/ 1568221 w 2912392"/>
                <a:gd name="connsiteY161" fmla="*/ 723194 h 725936"/>
                <a:gd name="connsiteX162" fmla="*/ 1577950 w 2912392"/>
                <a:gd name="connsiteY162" fmla="*/ 722355 h 725936"/>
                <a:gd name="connsiteX163" fmla="*/ 1587694 w 2912392"/>
                <a:gd name="connsiteY163" fmla="*/ 721395 h 725936"/>
                <a:gd name="connsiteX164" fmla="*/ 1597438 w 2912392"/>
                <a:gd name="connsiteY164" fmla="*/ 720311 h 725936"/>
                <a:gd name="connsiteX165" fmla="*/ 1607182 w 2912392"/>
                <a:gd name="connsiteY165" fmla="*/ 719099 h 725936"/>
                <a:gd name="connsiteX166" fmla="*/ 1616911 w 2912392"/>
                <a:gd name="connsiteY166" fmla="*/ 717757 h 725936"/>
                <a:gd name="connsiteX167" fmla="*/ 1626655 w 2912392"/>
                <a:gd name="connsiteY167" fmla="*/ 716282 h 725936"/>
                <a:gd name="connsiteX168" fmla="*/ 1636399 w 2912392"/>
                <a:gd name="connsiteY168" fmla="*/ 714671 h 725936"/>
                <a:gd name="connsiteX169" fmla="*/ 1646142 w 2912392"/>
                <a:gd name="connsiteY169" fmla="*/ 712921 h 725936"/>
                <a:gd name="connsiteX170" fmla="*/ 1655872 w 2912392"/>
                <a:gd name="connsiteY170" fmla="*/ 711029 h 725936"/>
                <a:gd name="connsiteX171" fmla="*/ 1665616 w 2912392"/>
                <a:gd name="connsiteY171" fmla="*/ 708992 h 725936"/>
                <a:gd name="connsiteX172" fmla="*/ 1675359 w 2912392"/>
                <a:gd name="connsiteY172" fmla="*/ 706808 h 725936"/>
                <a:gd name="connsiteX173" fmla="*/ 1685103 w 2912392"/>
                <a:gd name="connsiteY173" fmla="*/ 704476 h 725936"/>
                <a:gd name="connsiteX174" fmla="*/ 1694832 w 2912392"/>
                <a:gd name="connsiteY174" fmla="*/ 701994 h 725936"/>
                <a:gd name="connsiteX175" fmla="*/ 1704576 w 2912392"/>
                <a:gd name="connsiteY175" fmla="*/ 699360 h 725936"/>
                <a:gd name="connsiteX176" fmla="*/ 1714320 w 2912392"/>
                <a:gd name="connsiteY176" fmla="*/ 696572 h 725936"/>
                <a:gd name="connsiteX177" fmla="*/ 1724064 w 2912392"/>
                <a:gd name="connsiteY177" fmla="*/ 693628 h 725936"/>
                <a:gd name="connsiteX178" fmla="*/ 1733808 w 2912392"/>
                <a:gd name="connsiteY178" fmla="*/ 690529 h 725936"/>
                <a:gd name="connsiteX179" fmla="*/ 1743537 w 2912392"/>
                <a:gd name="connsiteY179" fmla="*/ 687274 h 725936"/>
                <a:gd name="connsiteX180" fmla="*/ 1753281 w 2912392"/>
                <a:gd name="connsiteY180" fmla="*/ 683860 h 725936"/>
                <a:gd name="connsiteX181" fmla="*/ 1763025 w 2912392"/>
                <a:gd name="connsiteY181" fmla="*/ 680291 h 725936"/>
                <a:gd name="connsiteX182" fmla="*/ 1772769 w 2912392"/>
                <a:gd name="connsiteY182" fmla="*/ 676563 h 725936"/>
                <a:gd name="connsiteX183" fmla="*/ 1782498 w 2912392"/>
                <a:gd name="connsiteY183" fmla="*/ 672679 h 725936"/>
                <a:gd name="connsiteX184" fmla="*/ 1792242 w 2912392"/>
                <a:gd name="connsiteY184" fmla="*/ 668640 h 725936"/>
                <a:gd name="connsiteX185" fmla="*/ 1801986 w 2912392"/>
                <a:gd name="connsiteY185" fmla="*/ 664445 h 725936"/>
                <a:gd name="connsiteX186" fmla="*/ 1811730 w 2912392"/>
                <a:gd name="connsiteY186" fmla="*/ 660096 h 725936"/>
                <a:gd name="connsiteX187" fmla="*/ 1821459 w 2912392"/>
                <a:gd name="connsiteY187" fmla="*/ 655597 h 725936"/>
                <a:gd name="connsiteX188" fmla="*/ 1831203 w 2912392"/>
                <a:gd name="connsiteY188" fmla="*/ 650948 h 725936"/>
                <a:gd name="connsiteX189" fmla="*/ 1840947 w 2912392"/>
                <a:gd name="connsiteY189" fmla="*/ 646151 h 725936"/>
                <a:gd name="connsiteX190" fmla="*/ 1850691 w 2912392"/>
                <a:gd name="connsiteY190" fmla="*/ 641209 h 725936"/>
                <a:gd name="connsiteX191" fmla="*/ 1860435 w 2912392"/>
                <a:gd name="connsiteY191" fmla="*/ 636125 h 725936"/>
                <a:gd name="connsiteX192" fmla="*/ 1870164 w 2912392"/>
                <a:gd name="connsiteY192" fmla="*/ 630903 h 725936"/>
                <a:gd name="connsiteX193" fmla="*/ 1879908 w 2912392"/>
                <a:gd name="connsiteY193" fmla="*/ 625544 h 725936"/>
                <a:gd name="connsiteX194" fmla="*/ 1889652 w 2912392"/>
                <a:gd name="connsiteY194" fmla="*/ 620054 h 725936"/>
                <a:gd name="connsiteX195" fmla="*/ 1899395 w 2912392"/>
                <a:gd name="connsiteY195" fmla="*/ 614437 h 725936"/>
                <a:gd name="connsiteX196" fmla="*/ 1909124 w 2912392"/>
                <a:gd name="connsiteY196" fmla="*/ 608695 h 725936"/>
                <a:gd name="connsiteX197" fmla="*/ 1918868 w 2912392"/>
                <a:gd name="connsiteY197" fmla="*/ 602835 h 725936"/>
                <a:gd name="connsiteX198" fmla="*/ 1928612 w 2912392"/>
                <a:gd name="connsiteY198" fmla="*/ 596861 h 725936"/>
                <a:gd name="connsiteX199" fmla="*/ 1938356 w 2912392"/>
                <a:gd name="connsiteY199" fmla="*/ 590776 h 725936"/>
                <a:gd name="connsiteX200" fmla="*/ 1948085 w 2912392"/>
                <a:gd name="connsiteY200" fmla="*/ 584587 h 725936"/>
                <a:gd name="connsiteX201" fmla="*/ 1957829 w 2912392"/>
                <a:gd name="connsiteY201" fmla="*/ 578300 h 725936"/>
                <a:gd name="connsiteX202" fmla="*/ 1967573 w 2912392"/>
                <a:gd name="connsiteY202" fmla="*/ 571917 h 725936"/>
                <a:gd name="connsiteX203" fmla="*/ 1977317 w 2912392"/>
                <a:gd name="connsiteY203" fmla="*/ 565446 h 725936"/>
                <a:gd name="connsiteX204" fmla="*/ 1987046 w 2912392"/>
                <a:gd name="connsiteY204" fmla="*/ 558894 h 725936"/>
                <a:gd name="connsiteX205" fmla="*/ 1996790 w 2912392"/>
                <a:gd name="connsiteY205" fmla="*/ 552264 h 725936"/>
                <a:gd name="connsiteX206" fmla="*/ 2006534 w 2912392"/>
                <a:gd name="connsiteY206" fmla="*/ 545562 h 725936"/>
                <a:gd name="connsiteX207" fmla="*/ 2016278 w 2912392"/>
                <a:gd name="connsiteY207" fmla="*/ 538796 h 725936"/>
                <a:gd name="connsiteX208" fmla="*/ 2026022 w 2912392"/>
                <a:gd name="connsiteY208" fmla="*/ 531971 h 725936"/>
                <a:gd name="connsiteX209" fmla="*/ 2035751 w 2912392"/>
                <a:gd name="connsiteY209" fmla="*/ 525092 h 725936"/>
                <a:gd name="connsiteX210" fmla="*/ 2045495 w 2912392"/>
                <a:gd name="connsiteY210" fmla="*/ 518166 h 725936"/>
                <a:gd name="connsiteX211" fmla="*/ 2055239 w 2912392"/>
                <a:gd name="connsiteY211" fmla="*/ 511198 h 725936"/>
                <a:gd name="connsiteX212" fmla="*/ 2064983 w 2912392"/>
                <a:gd name="connsiteY212" fmla="*/ 504193 h 725936"/>
                <a:gd name="connsiteX213" fmla="*/ 2074712 w 2912392"/>
                <a:gd name="connsiteY213" fmla="*/ 497161 h 725936"/>
                <a:gd name="connsiteX214" fmla="*/ 2084456 w 2912392"/>
                <a:gd name="connsiteY214" fmla="*/ 490104 h 725936"/>
                <a:gd name="connsiteX215" fmla="*/ 2094200 w 2912392"/>
                <a:gd name="connsiteY215" fmla="*/ 483028 h 725936"/>
                <a:gd name="connsiteX216" fmla="*/ 2103944 w 2912392"/>
                <a:gd name="connsiteY216" fmla="*/ 475939 h 725936"/>
                <a:gd name="connsiteX217" fmla="*/ 2113673 w 2912392"/>
                <a:gd name="connsiteY217" fmla="*/ 468843 h 725936"/>
                <a:gd name="connsiteX218" fmla="*/ 2123417 w 2912392"/>
                <a:gd name="connsiteY218" fmla="*/ 461745 h 725936"/>
                <a:gd name="connsiteX219" fmla="*/ 2133161 w 2912392"/>
                <a:gd name="connsiteY219" fmla="*/ 454648 h 725936"/>
                <a:gd name="connsiteX220" fmla="*/ 2142905 w 2912392"/>
                <a:gd name="connsiteY220" fmla="*/ 447559 h 725936"/>
                <a:gd name="connsiteX221" fmla="*/ 2152649 w 2912392"/>
                <a:gd name="connsiteY221" fmla="*/ 440482 h 725936"/>
                <a:gd name="connsiteX222" fmla="*/ 2162377 w 2912392"/>
                <a:gd name="connsiteY222" fmla="*/ 433423 h 725936"/>
                <a:gd name="connsiteX223" fmla="*/ 2172121 w 2912392"/>
                <a:gd name="connsiteY223" fmla="*/ 426384 h 725936"/>
                <a:gd name="connsiteX224" fmla="*/ 2181865 w 2912392"/>
                <a:gd name="connsiteY224" fmla="*/ 419369 h 725936"/>
                <a:gd name="connsiteX225" fmla="*/ 2191609 w 2912392"/>
                <a:gd name="connsiteY225" fmla="*/ 412381 h 725936"/>
                <a:gd name="connsiteX226" fmla="*/ 2201338 w 2912392"/>
                <a:gd name="connsiteY226" fmla="*/ 405427 h 725936"/>
                <a:gd name="connsiteX227" fmla="*/ 2211082 w 2912392"/>
                <a:gd name="connsiteY227" fmla="*/ 398506 h 725936"/>
                <a:gd name="connsiteX228" fmla="*/ 2220826 w 2912392"/>
                <a:gd name="connsiteY228" fmla="*/ 391623 h 725936"/>
                <a:gd name="connsiteX229" fmla="*/ 2230570 w 2912392"/>
                <a:gd name="connsiteY229" fmla="*/ 384780 h 725936"/>
                <a:gd name="connsiteX230" fmla="*/ 2240299 w 2912392"/>
                <a:gd name="connsiteY230" fmla="*/ 377978 h 725936"/>
                <a:gd name="connsiteX231" fmla="*/ 2250043 w 2912392"/>
                <a:gd name="connsiteY231" fmla="*/ 371222 h 725936"/>
                <a:gd name="connsiteX232" fmla="*/ 2259787 w 2912392"/>
                <a:gd name="connsiteY232" fmla="*/ 364511 h 725936"/>
                <a:gd name="connsiteX233" fmla="*/ 2269531 w 2912392"/>
                <a:gd name="connsiteY233" fmla="*/ 357847 h 725936"/>
                <a:gd name="connsiteX234" fmla="*/ 2279260 w 2912392"/>
                <a:gd name="connsiteY234" fmla="*/ 351232 h 725936"/>
                <a:gd name="connsiteX235" fmla="*/ 2289004 w 2912392"/>
                <a:gd name="connsiteY235" fmla="*/ 344666 h 725936"/>
                <a:gd name="connsiteX236" fmla="*/ 2298748 w 2912392"/>
                <a:gd name="connsiteY236" fmla="*/ 338147 h 725936"/>
                <a:gd name="connsiteX237" fmla="*/ 2308492 w 2912392"/>
                <a:gd name="connsiteY237" fmla="*/ 331680 h 725936"/>
                <a:gd name="connsiteX238" fmla="*/ 2318236 w 2912392"/>
                <a:gd name="connsiteY238" fmla="*/ 325261 h 725936"/>
                <a:gd name="connsiteX239" fmla="*/ 2327965 w 2912392"/>
                <a:gd name="connsiteY239" fmla="*/ 318893 h 725936"/>
                <a:gd name="connsiteX240" fmla="*/ 2337709 w 2912392"/>
                <a:gd name="connsiteY240" fmla="*/ 312573 h 725936"/>
                <a:gd name="connsiteX241" fmla="*/ 2347453 w 2912392"/>
                <a:gd name="connsiteY241" fmla="*/ 306299 h 725936"/>
                <a:gd name="connsiteX242" fmla="*/ 2357197 w 2912392"/>
                <a:gd name="connsiteY242" fmla="*/ 300074 h 725936"/>
                <a:gd name="connsiteX243" fmla="*/ 2366926 w 2912392"/>
                <a:gd name="connsiteY243" fmla="*/ 293894 h 725936"/>
                <a:gd name="connsiteX244" fmla="*/ 2376670 w 2912392"/>
                <a:gd name="connsiteY244" fmla="*/ 287757 h 725936"/>
                <a:gd name="connsiteX245" fmla="*/ 2386413 w 2912392"/>
                <a:gd name="connsiteY245" fmla="*/ 281664 h 725936"/>
                <a:gd name="connsiteX246" fmla="*/ 2396157 w 2912392"/>
                <a:gd name="connsiteY246" fmla="*/ 275610 h 725936"/>
                <a:gd name="connsiteX247" fmla="*/ 2405886 w 2912392"/>
                <a:gd name="connsiteY247" fmla="*/ 269596 h 725936"/>
                <a:gd name="connsiteX248" fmla="*/ 2415630 w 2912392"/>
                <a:gd name="connsiteY248" fmla="*/ 263618 h 725936"/>
                <a:gd name="connsiteX249" fmla="*/ 2425374 w 2912392"/>
                <a:gd name="connsiteY249" fmla="*/ 257676 h 725936"/>
                <a:gd name="connsiteX250" fmla="*/ 2435118 w 2912392"/>
                <a:gd name="connsiteY250" fmla="*/ 251766 h 725936"/>
                <a:gd name="connsiteX251" fmla="*/ 2444862 w 2912392"/>
                <a:gd name="connsiteY251" fmla="*/ 245885 h 725936"/>
                <a:gd name="connsiteX252" fmla="*/ 2454591 w 2912392"/>
                <a:gd name="connsiteY252" fmla="*/ 240033 h 725936"/>
                <a:gd name="connsiteX253" fmla="*/ 2464335 w 2912392"/>
                <a:gd name="connsiteY253" fmla="*/ 234208 h 725936"/>
                <a:gd name="connsiteX254" fmla="*/ 2474079 w 2912392"/>
                <a:gd name="connsiteY254" fmla="*/ 228406 h 725936"/>
                <a:gd name="connsiteX255" fmla="*/ 2483823 w 2912392"/>
                <a:gd name="connsiteY255" fmla="*/ 222625 h 725936"/>
                <a:gd name="connsiteX256" fmla="*/ 2493552 w 2912392"/>
                <a:gd name="connsiteY256" fmla="*/ 216864 h 725936"/>
                <a:gd name="connsiteX257" fmla="*/ 2503296 w 2912392"/>
                <a:gd name="connsiteY257" fmla="*/ 211120 h 725936"/>
                <a:gd name="connsiteX258" fmla="*/ 2513040 w 2912392"/>
                <a:gd name="connsiteY258" fmla="*/ 205393 h 725936"/>
                <a:gd name="connsiteX259" fmla="*/ 2522784 w 2912392"/>
                <a:gd name="connsiteY259" fmla="*/ 199681 h 725936"/>
                <a:gd name="connsiteX260" fmla="*/ 2532513 w 2912392"/>
                <a:gd name="connsiteY260" fmla="*/ 193979 h 725936"/>
                <a:gd name="connsiteX261" fmla="*/ 2542257 w 2912392"/>
                <a:gd name="connsiteY261" fmla="*/ 188290 h 725936"/>
                <a:gd name="connsiteX262" fmla="*/ 2552001 w 2912392"/>
                <a:gd name="connsiteY262" fmla="*/ 182611 h 725936"/>
                <a:gd name="connsiteX263" fmla="*/ 2561745 w 2912392"/>
                <a:gd name="connsiteY263" fmla="*/ 176942 h 725936"/>
                <a:gd name="connsiteX264" fmla="*/ 2571474 w 2912392"/>
                <a:gd name="connsiteY264" fmla="*/ 171282 h 725936"/>
                <a:gd name="connsiteX265" fmla="*/ 2581218 w 2912392"/>
                <a:gd name="connsiteY265" fmla="*/ 165631 h 725936"/>
                <a:gd name="connsiteX266" fmla="*/ 2590962 w 2912392"/>
                <a:gd name="connsiteY266" fmla="*/ 159987 h 725936"/>
                <a:gd name="connsiteX267" fmla="*/ 2600705 w 2912392"/>
                <a:gd name="connsiteY267" fmla="*/ 154353 h 725936"/>
                <a:gd name="connsiteX268" fmla="*/ 2610449 w 2912392"/>
                <a:gd name="connsiteY268" fmla="*/ 148729 h 725936"/>
                <a:gd name="connsiteX269" fmla="*/ 2620178 w 2912392"/>
                <a:gd name="connsiteY269" fmla="*/ 143117 h 725936"/>
                <a:gd name="connsiteX270" fmla="*/ 2629922 w 2912392"/>
                <a:gd name="connsiteY270" fmla="*/ 137515 h 725936"/>
                <a:gd name="connsiteX271" fmla="*/ 2639666 w 2912392"/>
                <a:gd name="connsiteY271" fmla="*/ 131929 h 725936"/>
                <a:gd name="connsiteX272" fmla="*/ 2649410 w 2912392"/>
                <a:gd name="connsiteY272" fmla="*/ 126358 h 725936"/>
                <a:gd name="connsiteX273" fmla="*/ 2659139 w 2912392"/>
                <a:gd name="connsiteY273" fmla="*/ 120805 h 725936"/>
                <a:gd name="connsiteX274" fmla="*/ 2668883 w 2912392"/>
                <a:gd name="connsiteY274" fmla="*/ 115275 h 725936"/>
                <a:gd name="connsiteX275" fmla="*/ 2678627 w 2912392"/>
                <a:gd name="connsiteY275" fmla="*/ 109770 h 725936"/>
                <a:gd name="connsiteX276" fmla="*/ 2688371 w 2912392"/>
                <a:gd name="connsiteY276" fmla="*/ 104291 h 725936"/>
                <a:gd name="connsiteX277" fmla="*/ 2698100 w 2912392"/>
                <a:gd name="connsiteY277" fmla="*/ 98847 h 725936"/>
                <a:gd name="connsiteX278" fmla="*/ 2707844 w 2912392"/>
                <a:gd name="connsiteY278" fmla="*/ 93440 h 725936"/>
                <a:gd name="connsiteX279" fmla="*/ 2717588 w 2912392"/>
                <a:gd name="connsiteY279" fmla="*/ 88075 h 725936"/>
                <a:gd name="connsiteX280" fmla="*/ 2727332 w 2912392"/>
                <a:gd name="connsiteY280" fmla="*/ 82756 h 725936"/>
                <a:gd name="connsiteX281" fmla="*/ 2737076 w 2912392"/>
                <a:gd name="connsiteY281" fmla="*/ 77493 h 725936"/>
                <a:gd name="connsiteX282" fmla="*/ 2746805 w 2912392"/>
                <a:gd name="connsiteY282" fmla="*/ 72287 h 725936"/>
                <a:gd name="connsiteX283" fmla="*/ 2756549 w 2912392"/>
                <a:gd name="connsiteY283" fmla="*/ 67145 h 725936"/>
                <a:gd name="connsiteX284" fmla="*/ 2766293 w 2912392"/>
                <a:gd name="connsiteY284" fmla="*/ 62077 h 725936"/>
                <a:gd name="connsiteX285" fmla="*/ 2776037 w 2912392"/>
                <a:gd name="connsiteY285" fmla="*/ 57088 h 725936"/>
                <a:gd name="connsiteX286" fmla="*/ 2785766 w 2912392"/>
                <a:gd name="connsiteY286" fmla="*/ 52184 h 725936"/>
                <a:gd name="connsiteX287" fmla="*/ 2795510 w 2912392"/>
                <a:gd name="connsiteY287" fmla="*/ 47374 h 725936"/>
                <a:gd name="connsiteX288" fmla="*/ 2805254 w 2912392"/>
                <a:gd name="connsiteY288" fmla="*/ 42668 h 725936"/>
                <a:gd name="connsiteX289" fmla="*/ 2814998 w 2912392"/>
                <a:gd name="connsiteY289" fmla="*/ 38068 h 725936"/>
                <a:gd name="connsiteX290" fmla="*/ 2824727 w 2912392"/>
                <a:gd name="connsiteY290" fmla="*/ 33588 h 725936"/>
                <a:gd name="connsiteX291" fmla="*/ 2834471 w 2912392"/>
                <a:gd name="connsiteY291" fmla="*/ 29235 h 725936"/>
                <a:gd name="connsiteX292" fmla="*/ 2844215 w 2912392"/>
                <a:gd name="connsiteY292" fmla="*/ 25015 h 725936"/>
                <a:gd name="connsiteX293" fmla="*/ 2853958 w 2912392"/>
                <a:gd name="connsiteY293" fmla="*/ 20941 h 725936"/>
                <a:gd name="connsiteX294" fmla="*/ 2863687 w 2912392"/>
                <a:gd name="connsiteY294" fmla="*/ 17018 h 725936"/>
                <a:gd name="connsiteX295" fmla="*/ 2873431 w 2912392"/>
                <a:gd name="connsiteY295" fmla="*/ 13256 h 725936"/>
                <a:gd name="connsiteX296" fmla="*/ 2883175 w 2912392"/>
                <a:gd name="connsiteY296" fmla="*/ 9665 h 725936"/>
                <a:gd name="connsiteX297" fmla="*/ 2892919 w 2912392"/>
                <a:gd name="connsiteY297" fmla="*/ 6252 h 725936"/>
                <a:gd name="connsiteX298" fmla="*/ 2902663 w 2912392"/>
                <a:gd name="connsiteY298" fmla="*/ 3027 h 725936"/>
                <a:gd name="connsiteX299" fmla="*/ 2912392 w 2912392"/>
                <a:gd name="connsiteY299" fmla="*/ 0 h 725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25936">
                  <a:moveTo>
                    <a:pt x="0" y="305775"/>
                  </a:moveTo>
                  <a:lnTo>
                    <a:pt x="9739" y="298617"/>
                  </a:lnTo>
                  <a:lnTo>
                    <a:pt x="19480" y="291519"/>
                  </a:lnTo>
                  <a:lnTo>
                    <a:pt x="29221" y="284493"/>
                  </a:lnTo>
                  <a:lnTo>
                    <a:pt x="38961" y="277547"/>
                  </a:lnTo>
                  <a:lnTo>
                    <a:pt x="48702" y="270692"/>
                  </a:lnTo>
                  <a:lnTo>
                    <a:pt x="58443" y="263941"/>
                  </a:lnTo>
                  <a:lnTo>
                    <a:pt x="68182" y="257305"/>
                  </a:lnTo>
                  <a:lnTo>
                    <a:pt x="77923" y="250795"/>
                  </a:lnTo>
                  <a:lnTo>
                    <a:pt x="87664" y="244419"/>
                  </a:lnTo>
                  <a:lnTo>
                    <a:pt x="97404" y="238192"/>
                  </a:lnTo>
                  <a:lnTo>
                    <a:pt x="107145" y="232123"/>
                  </a:lnTo>
                  <a:lnTo>
                    <a:pt x="116886" y="226223"/>
                  </a:lnTo>
                  <a:lnTo>
                    <a:pt x="126625" y="220503"/>
                  </a:lnTo>
                  <a:lnTo>
                    <a:pt x="136366" y="214974"/>
                  </a:lnTo>
                  <a:lnTo>
                    <a:pt x="146107" y="209647"/>
                  </a:lnTo>
                  <a:lnTo>
                    <a:pt x="155846" y="204529"/>
                  </a:lnTo>
                  <a:lnTo>
                    <a:pt x="165587" y="199633"/>
                  </a:lnTo>
                  <a:lnTo>
                    <a:pt x="175328" y="194968"/>
                  </a:lnTo>
                  <a:lnTo>
                    <a:pt x="185068" y="190542"/>
                  </a:lnTo>
                  <a:lnTo>
                    <a:pt x="194809" y="186364"/>
                  </a:lnTo>
                  <a:lnTo>
                    <a:pt x="204550" y="182446"/>
                  </a:lnTo>
                  <a:lnTo>
                    <a:pt x="214289" y="178791"/>
                  </a:lnTo>
                  <a:lnTo>
                    <a:pt x="224030" y="175410"/>
                  </a:lnTo>
                  <a:lnTo>
                    <a:pt x="233771" y="172311"/>
                  </a:lnTo>
                  <a:lnTo>
                    <a:pt x="243510" y="169500"/>
                  </a:lnTo>
                  <a:lnTo>
                    <a:pt x="253251" y="166983"/>
                  </a:lnTo>
                  <a:lnTo>
                    <a:pt x="262992" y="164768"/>
                  </a:lnTo>
                  <a:lnTo>
                    <a:pt x="272732" y="162858"/>
                  </a:lnTo>
                  <a:lnTo>
                    <a:pt x="282473" y="161258"/>
                  </a:lnTo>
                  <a:lnTo>
                    <a:pt x="292214" y="159975"/>
                  </a:lnTo>
                  <a:lnTo>
                    <a:pt x="301953" y="159009"/>
                  </a:lnTo>
                  <a:lnTo>
                    <a:pt x="311694" y="158369"/>
                  </a:lnTo>
                  <a:lnTo>
                    <a:pt x="321435" y="158051"/>
                  </a:lnTo>
                  <a:lnTo>
                    <a:pt x="331175" y="158063"/>
                  </a:lnTo>
                  <a:lnTo>
                    <a:pt x="340916" y="158403"/>
                  </a:lnTo>
                  <a:lnTo>
                    <a:pt x="350656" y="159073"/>
                  </a:lnTo>
                  <a:lnTo>
                    <a:pt x="360396" y="160075"/>
                  </a:lnTo>
                  <a:lnTo>
                    <a:pt x="370137" y="161405"/>
                  </a:lnTo>
                  <a:lnTo>
                    <a:pt x="379878" y="163066"/>
                  </a:lnTo>
                  <a:lnTo>
                    <a:pt x="389617" y="165054"/>
                  </a:lnTo>
                  <a:lnTo>
                    <a:pt x="399358" y="167368"/>
                  </a:lnTo>
                  <a:lnTo>
                    <a:pt x="409099" y="170003"/>
                  </a:lnTo>
                  <a:lnTo>
                    <a:pt x="418839" y="172961"/>
                  </a:lnTo>
                  <a:lnTo>
                    <a:pt x="428580" y="176233"/>
                  </a:lnTo>
                  <a:lnTo>
                    <a:pt x="438321" y="179816"/>
                  </a:lnTo>
                  <a:lnTo>
                    <a:pt x="448060" y="183706"/>
                  </a:lnTo>
                  <a:lnTo>
                    <a:pt x="457801" y="187897"/>
                  </a:lnTo>
                  <a:lnTo>
                    <a:pt x="467542" y="192382"/>
                  </a:lnTo>
                  <a:lnTo>
                    <a:pt x="477281" y="197155"/>
                  </a:lnTo>
                  <a:lnTo>
                    <a:pt x="487022" y="202210"/>
                  </a:lnTo>
                  <a:lnTo>
                    <a:pt x="496763" y="207537"/>
                  </a:lnTo>
                  <a:lnTo>
                    <a:pt x="506503" y="213130"/>
                  </a:lnTo>
                  <a:lnTo>
                    <a:pt x="516244" y="218979"/>
                  </a:lnTo>
                  <a:lnTo>
                    <a:pt x="525985" y="225077"/>
                  </a:lnTo>
                  <a:lnTo>
                    <a:pt x="535724" y="231412"/>
                  </a:lnTo>
                  <a:lnTo>
                    <a:pt x="545465" y="237975"/>
                  </a:lnTo>
                  <a:lnTo>
                    <a:pt x="555206" y="244757"/>
                  </a:lnTo>
                  <a:lnTo>
                    <a:pt x="564946" y="251748"/>
                  </a:lnTo>
                  <a:lnTo>
                    <a:pt x="574687" y="258935"/>
                  </a:lnTo>
                  <a:lnTo>
                    <a:pt x="584428" y="266310"/>
                  </a:lnTo>
                  <a:lnTo>
                    <a:pt x="594167" y="273860"/>
                  </a:lnTo>
                  <a:lnTo>
                    <a:pt x="603908" y="281571"/>
                  </a:lnTo>
                  <a:lnTo>
                    <a:pt x="613649" y="289437"/>
                  </a:lnTo>
                  <a:lnTo>
                    <a:pt x="623388" y="297442"/>
                  </a:lnTo>
                  <a:lnTo>
                    <a:pt x="633129" y="305575"/>
                  </a:lnTo>
                  <a:lnTo>
                    <a:pt x="642870" y="313825"/>
                  </a:lnTo>
                  <a:lnTo>
                    <a:pt x="652610" y="322180"/>
                  </a:lnTo>
                  <a:lnTo>
                    <a:pt x="662351" y="330626"/>
                  </a:lnTo>
                  <a:lnTo>
                    <a:pt x="672092" y="339154"/>
                  </a:lnTo>
                  <a:lnTo>
                    <a:pt x="681831" y="347750"/>
                  </a:lnTo>
                  <a:lnTo>
                    <a:pt x="691572" y="356402"/>
                  </a:lnTo>
                  <a:lnTo>
                    <a:pt x="701313" y="365098"/>
                  </a:lnTo>
                  <a:lnTo>
                    <a:pt x="711052" y="373827"/>
                  </a:lnTo>
                  <a:lnTo>
                    <a:pt x="720793" y="382578"/>
                  </a:lnTo>
                  <a:lnTo>
                    <a:pt x="730534" y="391338"/>
                  </a:lnTo>
                  <a:lnTo>
                    <a:pt x="740274" y="400097"/>
                  </a:lnTo>
                  <a:lnTo>
                    <a:pt x="750015" y="408844"/>
                  </a:lnTo>
                  <a:lnTo>
                    <a:pt x="759756" y="417568"/>
                  </a:lnTo>
                  <a:lnTo>
                    <a:pt x="769495" y="426258"/>
                  </a:lnTo>
                  <a:lnTo>
                    <a:pt x="779236" y="434904"/>
                  </a:lnTo>
                  <a:lnTo>
                    <a:pt x="788977" y="443497"/>
                  </a:lnTo>
                  <a:lnTo>
                    <a:pt x="798717" y="452026"/>
                  </a:lnTo>
                  <a:lnTo>
                    <a:pt x="808458" y="460483"/>
                  </a:lnTo>
                  <a:lnTo>
                    <a:pt x="818199" y="468859"/>
                  </a:lnTo>
                  <a:lnTo>
                    <a:pt x="827938" y="477146"/>
                  </a:lnTo>
                  <a:lnTo>
                    <a:pt x="837679" y="485334"/>
                  </a:lnTo>
                  <a:lnTo>
                    <a:pt x="847420" y="493419"/>
                  </a:lnTo>
                  <a:lnTo>
                    <a:pt x="857159" y="501391"/>
                  </a:lnTo>
                  <a:lnTo>
                    <a:pt x="866900" y="509243"/>
                  </a:lnTo>
                  <a:lnTo>
                    <a:pt x="876641" y="516971"/>
                  </a:lnTo>
                  <a:lnTo>
                    <a:pt x="886381" y="524568"/>
                  </a:lnTo>
                  <a:lnTo>
                    <a:pt x="896122" y="532028"/>
                  </a:lnTo>
                  <a:lnTo>
                    <a:pt x="905863" y="539346"/>
                  </a:lnTo>
                  <a:lnTo>
                    <a:pt x="915602" y="546519"/>
                  </a:lnTo>
                  <a:lnTo>
                    <a:pt x="925343" y="553542"/>
                  </a:lnTo>
                  <a:lnTo>
                    <a:pt x="935084" y="560412"/>
                  </a:lnTo>
                  <a:lnTo>
                    <a:pt x="944824" y="567125"/>
                  </a:lnTo>
                  <a:lnTo>
                    <a:pt x="954564" y="573679"/>
                  </a:lnTo>
                  <a:lnTo>
                    <a:pt x="964305" y="580073"/>
                  </a:lnTo>
                  <a:lnTo>
                    <a:pt x="974045" y="586302"/>
                  </a:lnTo>
                  <a:lnTo>
                    <a:pt x="983786" y="592369"/>
                  </a:lnTo>
                  <a:lnTo>
                    <a:pt x="993522" y="598269"/>
                  </a:lnTo>
                  <a:lnTo>
                    <a:pt x="1003266" y="604003"/>
                  </a:lnTo>
                  <a:lnTo>
                    <a:pt x="1013010" y="609571"/>
                  </a:lnTo>
                  <a:lnTo>
                    <a:pt x="1022754" y="614973"/>
                  </a:lnTo>
                  <a:lnTo>
                    <a:pt x="1032483" y="620212"/>
                  </a:lnTo>
                  <a:lnTo>
                    <a:pt x="1042227" y="625285"/>
                  </a:lnTo>
                  <a:lnTo>
                    <a:pt x="1051971" y="630196"/>
                  </a:lnTo>
                  <a:lnTo>
                    <a:pt x="1061715" y="634944"/>
                  </a:lnTo>
                  <a:lnTo>
                    <a:pt x="1071444" y="639534"/>
                  </a:lnTo>
                  <a:lnTo>
                    <a:pt x="1081188" y="643965"/>
                  </a:lnTo>
                  <a:lnTo>
                    <a:pt x="1090932" y="648243"/>
                  </a:lnTo>
                  <a:lnTo>
                    <a:pt x="1100676" y="652368"/>
                  </a:lnTo>
                  <a:lnTo>
                    <a:pt x="1110405" y="656343"/>
                  </a:lnTo>
                  <a:lnTo>
                    <a:pt x="1120149" y="660172"/>
                  </a:lnTo>
                  <a:lnTo>
                    <a:pt x="1129893" y="663857"/>
                  </a:lnTo>
                  <a:lnTo>
                    <a:pt x="1139637" y="667401"/>
                  </a:lnTo>
                  <a:lnTo>
                    <a:pt x="1149381" y="670809"/>
                  </a:lnTo>
                  <a:lnTo>
                    <a:pt x="1159110" y="674084"/>
                  </a:lnTo>
                  <a:lnTo>
                    <a:pt x="1168854" y="677227"/>
                  </a:lnTo>
                  <a:lnTo>
                    <a:pt x="1178598" y="680246"/>
                  </a:lnTo>
                  <a:lnTo>
                    <a:pt x="1188341" y="683141"/>
                  </a:lnTo>
                  <a:lnTo>
                    <a:pt x="1198070" y="685916"/>
                  </a:lnTo>
                  <a:lnTo>
                    <a:pt x="1207814" y="688576"/>
                  </a:lnTo>
                  <a:lnTo>
                    <a:pt x="1217558" y="691124"/>
                  </a:lnTo>
                  <a:lnTo>
                    <a:pt x="1227302" y="693561"/>
                  </a:lnTo>
                  <a:lnTo>
                    <a:pt x="1237031" y="695894"/>
                  </a:lnTo>
                  <a:lnTo>
                    <a:pt x="1246775" y="698123"/>
                  </a:lnTo>
                  <a:lnTo>
                    <a:pt x="1256519" y="700254"/>
                  </a:lnTo>
                  <a:lnTo>
                    <a:pt x="1266263" y="702287"/>
                  </a:lnTo>
                  <a:lnTo>
                    <a:pt x="1276007" y="704227"/>
                  </a:lnTo>
                  <a:lnTo>
                    <a:pt x="1285736" y="706076"/>
                  </a:lnTo>
                  <a:lnTo>
                    <a:pt x="1295480" y="707836"/>
                  </a:lnTo>
                  <a:lnTo>
                    <a:pt x="1305224" y="709509"/>
                  </a:lnTo>
                  <a:lnTo>
                    <a:pt x="1314968" y="711097"/>
                  </a:lnTo>
                  <a:lnTo>
                    <a:pt x="1324697" y="712602"/>
                  </a:lnTo>
                  <a:lnTo>
                    <a:pt x="1334441" y="714025"/>
                  </a:lnTo>
                  <a:lnTo>
                    <a:pt x="1344185" y="715369"/>
                  </a:lnTo>
                  <a:lnTo>
                    <a:pt x="1353929" y="716631"/>
                  </a:lnTo>
                  <a:lnTo>
                    <a:pt x="1363658" y="717817"/>
                  </a:lnTo>
                  <a:lnTo>
                    <a:pt x="1373402" y="718922"/>
                  </a:lnTo>
                  <a:lnTo>
                    <a:pt x="1383146" y="719950"/>
                  </a:lnTo>
                  <a:lnTo>
                    <a:pt x="1392890" y="720901"/>
                  </a:lnTo>
                  <a:lnTo>
                    <a:pt x="1402619" y="721772"/>
                  </a:lnTo>
                  <a:lnTo>
                    <a:pt x="1412363" y="722565"/>
                  </a:lnTo>
                  <a:lnTo>
                    <a:pt x="1422106" y="723279"/>
                  </a:lnTo>
                  <a:lnTo>
                    <a:pt x="1431850" y="723910"/>
                  </a:lnTo>
                  <a:lnTo>
                    <a:pt x="1441594" y="724460"/>
                  </a:lnTo>
                  <a:lnTo>
                    <a:pt x="1451323" y="724926"/>
                  </a:lnTo>
                  <a:lnTo>
                    <a:pt x="1461067" y="725308"/>
                  </a:lnTo>
                  <a:lnTo>
                    <a:pt x="1470811" y="725601"/>
                  </a:lnTo>
                  <a:lnTo>
                    <a:pt x="1480555" y="725805"/>
                  </a:lnTo>
                  <a:lnTo>
                    <a:pt x="1490284" y="725919"/>
                  </a:lnTo>
                  <a:lnTo>
                    <a:pt x="1500028" y="725936"/>
                  </a:lnTo>
                  <a:lnTo>
                    <a:pt x="1509772" y="725859"/>
                  </a:lnTo>
                  <a:lnTo>
                    <a:pt x="1519516" y="725680"/>
                  </a:lnTo>
                  <a:lnTo>
                    <a:pt x="1529245" y="725400"/>
                  </a:lnTo>
                  <a:lnTo>
                    <a:pt x="1538989" y="725014"/>
                  </a:lnTo>
                  <a:lnTo>
                    <a:pt x="1548733" y="724520"/>
                  </a:lnTo>
                  <a:lnTo>
                    <a:pt x="1558477" y="723913"/>
                  </a:lnTo>
                  <a:lnTo>
                    <a:pt x="1568221" y="723194"/>
                  </a:lnTo>
                  <a:lnTo>
                    <a:pt x="1577950" y="722355"/>
                  </a:lnTo>
                  <a:lnTo>
                    <a:pt x="1587694" y="721395"/>
                  </a:lnTo>
                  <a:lnTo>
                    <a:pt x="1597438" y="720311"/>
                  </a:lnTo>
                  <a:lnTo>
                    <a:pt x="1607182" y="719099"/>
                  </a:lnTo>
                  <a:lnTo>
                    <a:pt x="1616911" y="717757"/>
                  </a:lnTo>
                  <a:lnTo>
                    <a:pt x="1626655" y="716282"/>
                  </a:lnTo>
                  <a:lnTo>
                    <a:pt x="1636399" y="714671"/>
                  </a:lnTo>
                  <a:lnTo>
                    <a:pt x="1646142" y="712921"/>
                  </a:lnTo>
                  <a:lnTo>
                    <a:pt x="1655872" y="711029"/>
                  </a:lnTo>
                  <a:lnTo>
                    <a:pt x="1665616" y="708992"/>
                  </a:lnTo>
                  <a:lnTo>
                    <a:pt x="1675359" y="706808"/>
                  </a:lnTo>
                  <a:lnTo>
                    <a:pt x="1685103" y="704476"/>
                  </a:lnTo>
                  <a:lnTo>
                    <a:pt x="1694832" y="701994"/>
                  </a:lnTo>
                  <a:lnTo>
                    <a:pt x="1704576" y="699360"/>
                  </a:lnTo>
                  <a:lnTo>
                    <a:pt x="1714320" y="696572"/>
                  </a:lnTo>
                  <a:lnTo>
                    <a:pt x="1724064" y="693628"/>
                  </a:lnTo>
                  <a:lnTo>
                    <a:pt x="1733808" y="690529"/>
                  </a:lnTo>
                  <a:lnTo>
                    <a:pt x="1743537" y="687274"/>
                  </a:lnTo>
                  <a:lnTo>
                    <a:pt x="1753281" y="683860"/>
                  </a:lnTo>
                  <a:lnTo>
                    <a:pt x="1763025" y="680291"/>
                  </a:lnTo>
                  <a:lnTo>
                    <a:pt x="1772769" y="676563"/>
                  </a:lnTo>
                  <a:lnTo>
                    <a:pt x="1782498" y="672679"/>
                  </a:lnTo>
                  <a:lnTo>
                    <a:pt x="1792242" y="668640"/>
                  </a:lnTo>
                  <a:lnTo>
                    <a:pt x="1801986" y="664445"/>
                  </a:lnTo>
                  <a:lnTo>
                    <a:pt x="1811730" y="660096"/>
                  </a:lnTo>
                  <a:lnTo>
                    <a:pt x="1821459" y="655597"/>
                  </a:lnTo>
                  <a:lnTo>
                    <a:pt x="1831203" y="650948"/>
                  </a:lnTo>
                  <a:lnTo>
                    <a:pt x="1840947" y="646151"/>
                  </a:lnTo>
                  <a:lnTo>
                    <a:pt x="1850691" y="641209"/>
                  </a:lnTo>
                  <a:lnTo>
                    <a:pt x="1860435" y="636125"/>
                  </a:lnTo>
                  <a:lnTo>
                    <a:pt x="1870164" y="630903"/>
                  </a:lnTo>
                  <a:lnTo>
                    <a:pt x="1879908" y="625544"/>
                  </a:lnTo>
                  <a:lnTo>
                    <a:pt x="1889652" y="620054"/>
                  </a:lnTo>
                  <a:lnTo>
                    <a:pt x="1899395" y="614437"/>
                  </a:lnTo>
                  <a:lnTo>
                    <a:pt x="1909124" y="608695"/>
                  </a:lnTo>
                  <a:lnTo>
                    <a:pt x="1918868" y="602835"/>
                  </a:lnTo>
                  <a:lnTo>
                    <a:pt x="1928612" y="596861"/>
                  </a:lnTo>
                  <a:lnTo>
                    <a:pt x="1938356" y="590776"/>
                  </a:lnTo>
                  <a:lnTo>
                    <a:pt x="1948085" y="584587"/>
                  </a:lnTo>
                  <a:lnTo>
                    <a:pt x="1957829" y="578300"/>
                  </a:lnTo>
                  <a:lnTo>
                    <a:pt x="1967573" y="571917"/>
                  </a:lnTo>
                  <a:lnTo>
                    <a:pt x="1977317" y="565446"/>
                  </a:lnTo>
                  <a:lnTo>
                    <a:pt x="1987046" y="558894"/>
                  </a:lnTo>
                  <a:lnTo>
                    <a:pt x="1996790" y="552264"/>
                  </a:lnTo>
                  <a:lnTo>
                    <a:pt x="2006534" y="545562"/>
                  </a:lnTo>
                  <a:lnTo>
                    <a:pt x="2016278" y="538796"/>
                  </a:lnTo>
                  <a:lnTo>
                    <a:pt x="2026022" y="531971"/>
                  </a:lnTo>
                  <a:lnTo>
                    <a:pt x="2035751" y="525092"/>
                  </a:lnTo>
                  <a:lnTo>
                    <a:pt x="2045495" y="518166"/>
                  </a:lnTo>
                  <a:lnTo>
                    <a:pt x="2055239" y="511198"/>
                  </a:lnTo>
                  <a:lnTo>
                    <a:pt x="2064983" y="504193"/>
                  </a:lnTo>
                  <a:lnTo>
                    <a:pt x="2074712" y="497161"/>
                  </a:lnTo>
                  <a:lnTo>
                    <a:pt x="2084456" y="490104"/>
                  </a:lnTo>
                  <a:lnTo>
                    <a:pt x="2094200" y="483028"/>
                  </a:lnTo>
                  <a:lnTo>
                    <a:pt x="2103944" y="475939"/>
                  </a:lnTo>
                  <a:lnTo>
                    <a:pt x="2113673" y="468843"/>
                  </a:lnTo>
                  <a:lnTo>
                    <a:pt x="2123417" y="461745"/>
                  </a:lnTo>
                  <a:lnTo>
                    <a:pt x="2133161" y="454648"/>
                  </a:lnTo>
                  <a:lnTo>
                    <a:pt x="2142905" y="447559"/>
                  </a:lnTo>
                  <a:lnTo>
                    <a:pt x="2152649" y="440482"/>
                  </a:lnTo>
                  <a:lnTo>
                    <a:pt x="2162377" y="433423"/>
                  </a:lnTo>
                  <a:lnTo>
                    <a:pt x="2172121" y="426384"/>
                  </a:lnTo>
                  <a:lnTo>
                    <a:pt x="2181865" y="419369"/>
                  </a:lnTo>
                  <a:lnTo>
                    <a:pt x="2191609" y="412381"/>
                  </a:lnTo>
                  <a:lnTo>
                    <a:pt x="2201338" y="405427"/>
                  </a:lnTo>
                  <a:lnTo>
                    <a:pt x="2211082" y="398506"/>
                  </a:lnTo>
                  <a:lnTo>
                    <a:pt x="2220826" y="391623"/>
                  </a:lnTo>
                  <a:lnTo>
                    <a:pt x="2230570" y="384780"/>
                  </a:lnTo>
                  <a:lnTo>
                    <a:pt x="2240299" y="377978"/>
                  </a:lnTo>
                  <a:lnTo>
                    <a:pt x="2250043" y="371222"/>
                  </a:lnTo>
                  <a:lnTo>
                    <a:pt x="2259787" y="364511"/>
                  </a:lnTo>
                  <a:lnTo>
                    <a:pt x="2269531" y="357847"/>
                  </a:lnTo>
                  <a:lnTo>
                    <a:pt x="2279260" y="351232"/>
                  </a:lnTo>
                  <a:lnTo>
                    <a:pt x="2289004" y="344666"/>
                  </a:lnTo>
                  <a:lnTo>
                    <a:pt x="2298748" y="338147"/>
                  </a:lnTo>
                  <a:lnTo>
                    <a:pt x="2308492" y="331680"/>
                  </a:lnTo>
                  <a:lnTo>
                    <a:pt x="2318236" y="325261"/>
                  </a:lnTo>
                  <a:lnTo>
                    <a:pt x="2327965" y="318893"/>
                  </a:lnTo>
                  <a:lnTo>
                    <a:pt x="2337709" y="312573"/>
                  </a:lnTo>
                  <a:lnTo>
                    <a:pt x="2347453" y="306299"/>
                  </a:lnTo>
                  <a:lnTo>
                    <a:pt x="2357197" y="300074"/>
                  </a:lnTo>
                  <a:lnTo>
                    <a:pt x="2366926" y="293894"/>
                  </a:lnTo>
                  <a:lnTo>
                    <a:pt x="2376670" y="287757"/>
                  </a:lnTo>
                  <a:lnTo>
                    <a:pt x="2386413" y="281664"/>
                  </a:lnTo>
                  <a:lnTo>
                    <a:pt x="2396157" y="275610"/>
                  </a:lnTo>
                  <a:lnTo>
                    <a:pt x="2405886" y="269596"/>
                  </a:lnTo>
                  <a:lnTo>
                    <a:pt x="2415630" y="263618"/>
                  </a:lnTo>
                  <a:lnTo>
                    <a:pt x="2425374" y="257676"/>
                  </a:lnTo>
                  <a:lnTo>
                    <a:pt x="2435118" y="251766"/>
                  </a:lnTo>
                  <a:lnTo>
                    <a:pt x="2444862" y="245885"/>
                  </a:lnTo>
                  <a:lnTo>
                    <a:pt x="2454591" y="240033"/>
                  </a:lnTo>
                  <a:lnTo>
                    <a:pt x="2464335" y="234208"/>
                  </a:lnTo>
                  <a:lnTo>
                    <a:pt x="2474079" y="228406"/>
                  </a:lnTo>
                  <a:lnTo>
                    <a:pt x="2483823" y="222625"/>
                  </a:lnTo>
                  <a:lnTo>
                    <a:pt x="2493552" y="216864"/>
                  </a:lnTo>
                  <a:lnTo>
                    <a:pt x="2503296" y="211120"/>
                  </a:lnTo>
                  <a:lnTo>
                    <a:pt x="2513040" y="205393"/>
                  </a:lnTo>
                  <a:lnTo>
                    <a:pt x="2522784" y="199681"/>
                  </a:lnTo>
                  <a:lnTo>
                    <a:pt x="2532513" y="193979"/>
                  </a:lnTo>
                  <a:lnTo>
                    <a:pt x="2542257" y="188290"/>
                  </a:lnTo>
                  <a:lnTo>
                    <a:pt x="2552001" y="182611"/>
                  </a:lnTo>
                  <a:lnTo>
                    <a:pt x="2561745" y="176942"/>
                  </a:lnTo>
                  <a:lnTo>
                    <a:pt x="2571474" y="171282"/>
                  </a:lnTo>
                  <a:lnTo>
                    <a:pt x="2581218" y="165631"/>
                  </a:lnTo>
                  <a:lnTo>
                    <a:pt x="2590962" y="159987"/>
                  </a:lnTo>
                  <a:lnTo>
                    <a:pt x="2600705" y="154353"/>
                  </a:lnTo>
                  <a:lnTo>
                    <a:pt x="2610449" y="148729"/>
                  </a:lnTo>
                  <a:lnTo>
                    <a:pt x="2620178" y="143117"/>
                  </a:lnTo>
                  <a:lnTo>
                    <a:pt x="2629922" y="137515"/>
                  </a:lnTo>
                  <a:lnTo>
                    <a:pt x="2639666" y="131929"/>
                  </a:lnTo>
                  <a:lnTo>
                    <a:pt x="2649410" y="126358"/>
                  </a:lnTo>
                  <a:lnTo>
                    <a:pt x="2659139" y="120805"/>
                  </a:lnTo>
                  <a:lnTo>
                    <a:pt x="2668883" y="115275"/>
                  </a:lnTo>
                  <a:lnTo>
                    <a:pt x="2678627" y="109770"/>
                  </a:lnTo>
                  <a:lnTo>
                    <a:pt x="2688371" y="104291"/>
                  </a:lnTo>
                  <a:lnTo>
                    <a:pt x="2698100" y="98847"/>
                  </a:lnTo>
                  <a:lnTo>
                    <a:pt x="2707844" y="93440"/>
                  </a:lnTo>
                  <a:lnTo>
                    <a:pt x="2717588" y="88075"/>
                  </a:lnTo>
                  <a:lnTo>
                    <a:pt x="2727332" y="82756"/>
                  </a:lnTo>
                  <a:lnTo>
                    <a:pt x="2737076" y="77493"/>
                  </a:lnTo>
                  <a:lnTo>
                    <a:pt x="2746805" y="72287"/>
                  </a:lnTo>
                  <a:lnTo>
                    <a:pt x="2756549" y="67145"/>
                  </a:lnTo>
                  <a:lnTo>
                    <a:pt x="2766293" y="62077"/>
                  </a:lnTo>
                  <a:lnTo>
                    <a:pt x="2776037" y="57088"/>
                  </a:lnTo>
                  <a:lnTo>
                    <a:pt x="2785766" y="52184"/>
                  </a:lnTo>
                  <a:lnTo>
                    <a:pt x="2795510" y="47374"/>
                  </a:lnTo>
                  <a:lnTo>
                    <a:pt x="2805254" y="42668"/>
                  </a:lnTo>
                  <a:lnTo>
                    <a:pt x="2814998" y="38068"/>
                  </a:lnTo>
                  <a:lnTo>
                    <a:pt x="2824727" y="33588"/>
                  </a:lnTo>
                  <a:lnTo>
                    <a:pt x="2834471" y="29235"/>
                  </a:lnTo>
                  <a:lnTo>
                    <a:pt x="2844215" y="25015"/>
                  </a:lnTo>
                  <a:lnTo>
                    <a:pt x="2853958" y="20941"/>
                  </a:lnTo>
                  <a:lnTo>
                    <a:pt x="2863687" y="17018"/>
                  </a:lnTo>
                  <a:lnTo>
                    <a:pt x="2873431" y="13256"/>
                  </a:lnTo>
                  <a:lnTo>
                    <a:pt x="2883175" y="9665"/>
                  </a:lnTo>
                  <a:lnTo>
                    <a:pt x="2892919" y="6252"/>
                  </a:lnTo>
                  <a:lnTo>
                    <a:pt x="2902663" y="3027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9" name="Freeform 848">
              <a:extLst>
                <a:ext uri="{FF2B5EF4-FFF2-40B4-BE49-F238E27FC236}">
                  <a16:creationId xmlns:a16="http://schemas.microsoft.com/office/drawing/2014/main" id="{D19031BF-AA0E-6371-E719-66B503717FB6}"/>
                </a:ext>
              </a:extLst>
            </p:cNvPr>
            <p:cNvSpPr/>
            <p:nvPr/>
          </p:nvSpPr>
          <p:spPr>
            <a:xfrm>
              <a:off x="576446" y="3337673"/>
              <a:ext cx="2912392" cy="139348"/>
            </a:xfrm>
            <a:custGeom>
              <a:avLst/>
              <a:gdLst>
                <a:gd name="connsiteX0" fmla="*/ 0 w 2912392"/>
                <a:gd name="connsiteY0" fmla="*/ 85659 h 139348"/>
                <a:gd name="connsiteX1" fmla="*/ 9739 w 2912392"/>
                <a:gd name="connsiteY1" fmla="*/ 84076 h 139348"/>
                <a:gd name="connsiteX2" fmla="*/ 19480 w 2912392"/>
                <a:gd name="connsiteY2" fmla="*/ 82481 h 139348"/>
                <a:gd name="connsiteX3" fmla="*/ 29221 w 2912392"/>
                <a:gd name="connsiteY3" fmla="*/ 80875 h 139348"/>
                <a:gd name="connsiteX4" fmla="*/ 38961 w 2912392"/>
                <a:gd name="connsiteY4" fmla="*/ 79260 h 139348"/>
                <a:gd name="connsiteX5" fmla="*/ 48702 w 2912392"/>
                <a:gd name="connsiteY5" fmla="*/ 77639 h 139348"/>
                <a:gd name="connsiteX6" fmla="*/ 58443 w 2912392"/>
                <a:gd name="connsiteY6" fmla="*/ 76015 h 139348"/>
                <a:gd name="connsiteX7" fmla="*/ 68182 w 2912392"/>
                <a:gd name="connsiteY7" fmla="*/ 74392 h 139348"/>
                <a:gd name="connsiteX8" fmla="*/ 77923 w 2912392"/>
                <a:gd name="connsiteY8" fmla="*/ 72771 h 139348"/>
                <a:gd name="connsiteX9" fmla="*/ 87664 w 2912392"/>
                <a:gd name="connsiteY9" fmla="*/ 71156 h 139348"/>
                <a:gd name="connsiteX10" fmla="*/ 97404 w 2912392"/>
                <a:gd name="connsiteY10" fmla="*/ 69550 h 139348"/>
                <a:gd name="connsiteX11" fmla="*/ 107145 w 2912392"/>
                <a:gd name="connsiteY11" fmla="*/ 67954 h 139348"/>
                <a:gd name="connsiteX12" fmla="*/ 116886 w 2912392"/>
                <a:gd name="connsiteY12" fmla="*/ 66373 h 139348"/>
                <a:gd name="connsiteX13" fmla="*/ 126625 w 2912392"/>
                <a:gd name="connsiteY13" fmla="*/ 64809 h 139348"/>
                <a:gd name="connsiteX14" fmla="*/ 136366 w 2912392"/>
                <a:gd name="connsiteY14" fmla="*/ 63267 h 139348"/>
                <a:gd name="connsiteX15" fmla="*/ 146107 w 2912392"/>
                <a:gd name="connsiteY15" fmla="*/ 61747 h 139348"/>
                <a:gd name="connsiteX16" fmla="*/ 155846 w 2912392"/>
                <a:gd name="connsiteY16" fmla="*/ 60253 h 139348"/>
                <a:gd name="connsiteX17" fmla="*/ 165587 w 2912392"/>
                <a:gd name="connsiteY17" fmla="*/ 58790 h 139348"/>
                <a:gd name="connsiteX18" fmla="*/ 175328 w 2912392"/>
                <a:gd name="connsiteY18" fmla="*/ 57360 h 139348"/>
                <a:gd name="connsiteX19" fmla="*/ 185068 w 2912392"/>
                <a:gd name="connsiteY19" fmla="*/ 55965 h 139348"/>
                <a:gd name="connsiteX20" fmla="*/ 194809 w 2912392"/>
                <a:gd name="connsiteY20" fmla="*/ 54611 h 139348"/>
                <a:gd name="connsiteX21" fmla="*/ 204550 w 2912392"/>
                <a:gd name="connsiteY21" fmla="*/ 53298 h 139348"/>
                <a:gd name="connsiteX22" fmla="*/ 214289 w 2912392"/>
                <a:gd name="connsiteY22" fmla="*/ 52033 h 139348"/>
                <a:gd name="connsiteX23" fmla="*/ 224030 w 2912392"/>
                <a:gd name="connsiteY23" fmla="*/ 50817 h 139348"/>
                <a:gd name="connsiteX24" fmla="*/ 233771 w 2912392"/>
                <a:gd name="connsiteY24" fmla="*/ 49654 h 139348"/>
                <a:gd name="connsiteX25" fmla="*/ 243510 w 2912392"/>
                <a:gd name="connsiteY25" fmla="*/ 48547 h 139348"/>
                <a:gd name="connsiteX26" fmla="*/ 253251 w 2912392"/>
                <a:gd name="connsiteY26" fmla="*/ 47499 h 139348"/>
                <a:gd name="connsiteX27" fmla="*/ 262992 w 2912392"/>
                <a:gd name="connsiteY27" fmla="*/ 46515 h 139348"/>
                <a:gd name="connsiteX28" fmla="*/ 272732 w 2912392"/>
                <a:gd name="connsiteY28" fmla="*/ 45597 h 139348"/>
                <a:gd name="connsiteX29" fmla="*/ 282473 w 2912392"/>
                <a:gd name="connsiteY29" fmla="*/ 44748 h 139348"/>
                <a:gd name="connsiteX30" fmla="*/ 292214 w 2912392"/>
                <a:gd name="connsiteY30" fmla="*/ 43973 h 139348"/>
                <a:gd name="connsiteX31" fmla="*/ 301953 w 2912392"/>
                <a:gd name="connsiteY31" fmla="*/ 43273 h 139348"/>
                <a:gd name="connsiteX32" fmla="*/ 311694 w 2912392"/>
                <a:gd name="connsiteY32" fmla="*/ 42651 h 139348"/>
                <a:gd name="connsiteX33" fmla="*/ 321435 w 2912392"/>
                <a:gd name="connsiteY33" fmla="*/ 42110 h 139348"/>
                <a:gd name="connsiteX34" fmla="*/ 331175 w 2912392"/>
                <a:gd name="connsiteY34" fmla="*/ 41656 h 139348"/>
                <a:gd name="connsiteX35" fmla="*/ 340916 w 2912392"/>
                <a:gd name="connsiteY35" fmla="*/ 41288 h 139348"/>
                <a:gd name="connsiteX36" fmla="*/ 350656 w 2912392"/>
                <a:gd name="connsiteY36" fmla="*/ 41011 h 139348"/>
                <a:gd name="connsiteX37" fmla="*/ 360396 w 2912392"/>
                <a:gd name="connsiteY37" fmla="*/ 40825 h 139348"/>
                <a:gd name="connsiteX38" fmla="*/ 370137 w 2912392"/>
                <a:gd name="connsiteY38" fmla="*/ 40734 h 139348"/>
                <a:gd name="connsiteX39" fmla="*/ 379878 w 2912392"/>
                <a:gd name="connsiteY39" fmla="*/ 40740 h 139348"/>
                <a:gd name="connsiteX40" fmla="*/ 389617 w 2912392"/>
                <a:gd name="connsiteY40" fmla="*/ 40844 h 139348"/>
                <a:gd name="connsiteX41" fmla="*/ 399358 w 2912392"/>
                <a:gd name="connsiteY41" fmla="*/ 41047 h 139348"/>
                <a:gd name="connsiteX42" fmla="*/ 409099 w 2912392"/>
                <a:gd name="connsiteY42" fmla="*/ 41352 h 139348"/>
                <a:gd name="connsiteX43" fmla="*/ 418839 w 2912392"/>
                <a:gd name="connsiteY43" fmla="*/ 41760 h 139348"/>
                <a:gd name="connsiteX44" fmla="*/ 428580 w 2912392"/>
                <a:gd name="connsiteY44" fmla="*/ 42271 h 139348"/>
                <a:gd name="connsiteX45" fmla="*/ 438321 w 2912392"/>
                <a:gd name="connsiteY45" fmla="*/ 42885 h 139348"/>
                <a:gd name="connsiteX46" fmla="*/ 448060 w 2912392"/>
                <a:gd name="connsiteY46" fmla="*/ 43605 h 139348"/>
                <a:gd name="connsiteX47" fmla="*/ 457801 w 2912392"/>
                <a:gd name="connsiteY47" fmla="*/ 44429 h 139348"/>
                <a:gd name="connsiteX48" fmla="*/ 467542 w 2912392"/>
                <a:gd name="connsiteY48" fmla="*/ 45356 h 139348"/>
                <a:gd name="connsiteX49" fmla="*/ 477281 w 2912392"/>
                <a:gd name="connsiteY49" fmla="*/ 46387 h 139348"/>
                <a:gd name="connsiteX50" fmla="*/ 487022 w 2912392"/>
                <a:gd name="connsiteY50" fmla="*/ 47520 h 139348"/>
                <a:gd name="connsiteX51" fmla="*/ 496763 w 2912392"/>
                <a:gd name="connsiteY51" fmla="*/ 48755 h 139348"/>
                <a:gd name="connsiteX52" fmla="*/ 506503 w 2912392"/>
                <a:gd name="connsiteY52" fmla="*/ 50089 h 139348"/>
                <a:gd name="connsiteX53" fmla="*/ 516244 w 2912392"/>
                <a:gd name="connsiteY53" fmla="*/ 51522 h 139348"/>
                <a:gd name="connsiteX54" fmla="*/ 525985 w 2912392"/>
                <a:gd name="connsiteY54" fmla="*/ 53049 h 139348"/>
                <a:gd name="connsiteX55" fmla="*/ 535724 w 2912392"/>
                <a:gd name="connsiteY55" fmla="*/ 54672 h 139348"/>
                <a:gd name="connsiteX56" fmla="*/ 545465 w 2912392"/>
                <a:gd name="connsiteY56" fmla="*/ 56382 h 139348"/>
                <a:gd name="connsiteX57" fmla="*/ 555206 w 2912392"/>
                <a:gd name="connsiteY57" fmla="*/ 58181 h 139348"/>
                <a:gd name="connsiteX58" fmla="*/ 564946 w 2912392"/>
                <a:gd name="connsiteY58" fmla="*/ 60062 h 139348"/>
                <a:gd name="connsiteX59" fmla="*/ 574687 w 2912392"/>
                <a:gd name="connsiteY59" fmla="*/ 62024 h 139348"/>
                <a:gd name="connsiteX60" fmla="*/ 584428 w 2912392"/>
                <a:gd name="connsiteY60" fmla="*/ 64061 h 139348"/>
                <a:gd name="connsiteX61" fmla="*/ 594167 w 2912392"/>
                <a:gd name="connsiteY61" fmla="*/ 66168 h 139348"/>
                <a:gd name="connsiteX62" fmla="*/ 603908 w 2912392"/>
                <a:gd name="connsiteY62" fmla="*/ 68342 h 139348"/>
                <a:gd name="connsiteX63" fmla="*/ 613649 w 2912392"/>
                <a:gd name="connsiteY63" fmla="*/ 70576 h 139348"/>
                <a:gd name="connsiteX64" fmla="*/ 623388 w 2912392"/>
                <a:gd name="connsiteY64" fmla="*/ 72868 h 139348"/>
                <a:gd name="connsiteX65" fmla="*/ 633129 w 2912392"/>
                <a:gd name="connsiteY65" fmla="*/ 75209 h 139348"/>
                <a:gd name="connsiteX66" fmla="*/ 642870 w 2912392"/>
                <a:gd name="connsiteY66" fmla="*/ 77594 h 139348"/>
                <a:gd name="connsiteX67" fmla="*/ 652610 w 2912392"/>
                <a:gd name="connsiteY67" fmla="*/ 80016 h 139348"/>
                <a:gd name="connsiteX68" fmla="*/ 662351 w 2912392"/>
                <a:gd name="connsiteY68" fmla="*/ 82472 h 139348"/>
                <a:gd name="connsiteX69" fmla="*/ 672092 w 2912392"/>
                <a:gd name="connsiteY69" fmla="*/ 84952 h 139348"/>
                <a:gd name="connsiteX70" fmla="*/ 681831 w 2912392"/>
                <a:gd name="connsiteY70" fmla="*/ 87453 h 139348"/>
                <a:gd name="connsiteX71" fmla="*/ 691572 w 2912392"/>
                <a:gd name="connsiteY71" fmla="*/ 89966 h 139348"/>
                <a:gd name="connsiteX72" fmla="*/ 701313 w 2912392"/>
                <a:gd name="connsiteY72" fmla="*/ 92484 h 139348"/>
                <a:gd name="connsiteX73" fmla="*/ 711052 w 2912392"/>
                <a:gd name="connsiteY73" fmla="*/ 95000 h 139348"/>
                <a:gd name="connsiteX74" fmla="*/ 720793 w 2912392"/>
                <a:gd name="connsiteY74" fmla="*/ 97508 h 139348"/>
                <a:gd name="connsiteX75" fmla="*/ 730534 w 2912392"/>
                <a:gd name="connsiteY75" fmla="*/ 100001 h 139348"/>
                <a:gd name="connsiteX76" fmla="*/ 740274 w 2912392"/>
                <a:gd name="connsiteY76" fmla="*/ 102471 h 139348"/>
                <a:gd name="connsiteX77" fmla="*/ 750015 w 2912392"/>
                <a:gd name="connsiteY77" fmla="*/ 104911 h 139348"/>
                <a:gd name="connsiteX78" fmla="*/ 759756 w 2912392"/>
                <a:gd name="connsiteY78" fmla="*/ 107316 h 139348"/>
                <a:gd name="connsiteX79" fmla="*/ 769495 w 2912392"/>
                <a:gd name="connsiteY79" fmla="*/ 109677 h 139348"/>
                <a:gd name="connsiteX80" fmla="*/ 779236 w 2912392"/>
                <a:gd name="connsiteY80" fmla="*/ 111988 h 139348"/>
                <a:gd name="connsiteX81" fmla="*/ 788977 w 2912392"/>
                <a:gd name="connsiteY81" fmla="*/ 114242 h 139348"/>
                <a:gd name="connsiteX82" fmla="*/ 798717 w 2912392"/>
                <a:gd name="connsiteY82" fmla="*/ 116434 h 139348"/>
                <a:gd name="connsiteX83" fmla="*/ 808458 w 2912392"/>
                <a:gd name="connsiteY83" fmla="*/ 118556 h 139348"/>
                <a:gd name="connsiteX84" fmla="*/ 818199 w 2912392"/>
                <a:gd name="connsiteY84" fmla="*/ 120601 h 139348"/>
                <a:gd name="connsiteX85" fmla="*/ 827938 w 2912392"/>
                <a:gd name="connsiteY85" fmla="*/ 122566 h 139348"/>
                <a:gd name="connsiteX86" fmla="*/ 837679 w 2912392"/>
                <a:gd name="connsiteY86" fmla="*/ 124444 h 139348"/>
                <a:gd name="connsiteX87" fmla="*/ 847420 w 2912392"/>
                <a:gd name="connsiteY87" fmla="*/ 126229 h 139348"/>
                <a:gd name="connsiteX88" fmla="*/ 857159 w 2912392"/>
                <a:gd name="connsiteY88" fmla="*/ 127915 h 139348"/>
                <a:gd name="connsiteX89" fmla="*/ 866900 w 2912392"/>
                <a:gd name="connsiteY89" fmla="*/ 129500 h 139348"/>
                <a:gd name="connsiteX90" fmla="*/ 876641 w 2912392"/>
                <a:gd name="connsiteY90" fmla="*/ 130978 h 139348"/>
                <a:gd name="connsiteX91" fmla="*/ 886381 w 2912392"/>
                <a:gd name="connsiteY91" fmla="*/ 132346 h 139348"/>
                <a:gd name="connsiteX92" fmla="*/ 896122 w 2912392"/>
                <a:gd name="connsiteY92" fmla="*/ 133599 h 139348"/>
                <a:gd name="connsiteX93" fmla="*/ 905863 w 2912392"/>
                <a:gd name="connsiteY93" fmla="*/ 134734 h 139348"/>
                <a:gd name="connsiteX94" fmla="*/ 915602 w 2912392"/>
                <a:gd name="connsiteY94" fmla="*/ 135749 h 139348"/>
                <a:gd name="connsiteX95" fmla="*/ 925343 w 2912392"/>
                <a:gd name="connsiteY95" fmla="*/ 136642 h 139348"/>
                <a:gd name="connsiteX96" fmla="*/ 935084 w 2912392"/>
                <a:gd name="connsiteY96" fmla="*/ 137409 h 139348"/>
                <a:gd name="connsiteX97" fmla="*/ 944824 w 2912392"/>
                <a:gd name="connsiteY97" fmla="*/ 138051 h 139348"/>
                <a:gd name="connsiteX98" fmla="*/ 954564 w 2912392"/>
                <a:gd name="connsiteY98" fmla="*/ 138565 h 139348"/>
                <a:gd name="connsiteX99" fmla="*/ 964305 w 2912392"/>
                <a:gd name="connsiteY99" fmla="*/ 138952 h 139348"/>
                <a:gd name="connsiteX100" fmla="*/ 974045 w 2912392"/>
                <a:gd name="connsiteY100" fmla="*/ 139212 h 139348"/>
                <a:gd name="connsiteX101" fmla="*/ 983786 w 2912392"/>
                <a:gd name="connsiteY101" fmla="*/ 139343 h 139348"/>
                <a:gd name="connsiteX102" fmla="*/ 993522 w 2912392"/>
                <a:gd name="connsiteY102" fmla="*/ 139349 h 139348"/>
                <a:gd name="connsiteX103" fmla="*/ 1003266 w 2912392"/>
                <a:gd name="connsiteY103" fmla="*/ 139228 h 139348"/>
                <a:gd name="connsiteX104" fmla="*/ 1013010 w 2912392"/>
                <a:gd name="connsiteY104" fmla="*/ 138985 h 139348"/>
                <a:gd name="connsiteX105" fmla="*/ 1022754 w 2912392"/>
                <a:gd name="connsiteY105" fmla="*/ 138620 h 139348"/>
                <a:gd name="connsiteX106" fmla="*/ 1032483 w 2912392"/>
                <a:gd name="connsiteY106" fmla="*/ 138139 h 139348"/>
                <a:gd name="connsiteX107" fmla="*/ 1042227 w 2912392"/>
                <a:gd name="connsiteY107" fmla="*/ 137540 h 139348"/>
                <a:gd name="connsiteX108" fmla="*/ 1051971 w 2912392"/>
                <a:gd name="connsiteY108" fmla="*/ 136831 h 139348"/>
                <a:gd name="connsiteX109" fmla="*/ 1061715 w 2912392"/>
                <a:gd name="connsiteY109" fmla="*/ 136014 h 139348"/>
                <a:gd name="connsiteX110" fmla="*/ 1071444 w 2912392"/>
                <a:gd name="connsiteY110" fmla="*/ 135095 h 139348"/>
                <a:gd name="connsiteX111" fmla="*/ 1081188 w 2912392"/>
                <a:gd name="connsiteY111" fmla="*/ 134077 h 139348"/>
                <a:gd name="connsiteX112" fmla="*/ 1090932 w 2912392"/>
                <a:gd name="connsiteY112" fmla="*/ 132968 h 139348"/>
                <a:gd name="connsiteX113" fmla="*/ 1100676 w 2912392"/>
                <a:gd name="connsiteY113" fmla="*/ 131770 h 139348"/>
                <a:gd name="connsiteX114" fmla="*/ 1110405 w 2912392"/>
                <a:gd name="connsiteY114" fmla="*/ 130490 h 139348"/>
                <a:gd name="connsiteX115" fmla="*/ 1120149 w 2912392"/>
                <a:gd name="connsiteY115" fmla="*/ 129135 h 139348"/>
                <a:gd name="connsiteX116" fmla="*/ 1129893 w 2912392"/>
                <a:gd name="connsiteY116" fmla="*/ 127713 h 139348"/>
                <a:gd name="connsiteX117" fmla="*/ 1139637 w 2912392"/>
                <a:gd name="connsiteY117" fmla="*/ 126227 h 139348"/>
                <a:gd name="connsiteX118" fmla="*/ 1149381 w 2912392"/>
                <a:gd name="connsiteY118" fmla="*/ 124687 h 139348"/>
                <a:gd name="connsiteX119" fmla="*/ 1159110 w 2912392"/>
                <a:gd name="connsiteY119" fmla="*/ 123098 h 139348"/>
                <a:gd name="connsiteX120" fmla="*/ 1168854 w 2912392"/>
                <a:gd name="connsiteY120" fmla="*/ 121470 h 139348"/>
                <a:gd name="connsiteX121" fmla="*/ 1178598 w 2912392"/>
                <a:gd name="connsiteY121" fmla="*/ 119809 h 139348"/>
                <a:gd name="connsiteX122" fmla="*/ 1188341 w 2912392"/>
                <a:gd name="connsiteY122" fmla="*/ 118121 h 139348"/>
                <a:gd name="connsiteX123" fmla="*/ 1198070 w 2912392"/>
                <a:gd name="connsiteY123" fmla="*/ 116416 h 139348"/>
                <a:gd name="connsiteX124" fmla="*/ 1207814 w 2912392"/>
                <a:gd name="connsiteY124" fmla="*/ 114701 h 139348"/>
                <a:gd name="connsiteX125" fmla="*/ 1217558 w 2912392"/>
                <a:gd name="connsiteY125" fmla="*/ 112983 h 139348"/>
                <a:gd name="connsiteX126" fmla="*/ 1227302 w 2912392"/>
                <a:gd name="connsiteY126" fmla="*/ 111272 h 139348"/>
                <a:gd name="connsiteX127" fmla="*/ 1237031 w 2912392"/>
                <a:gd name="connsiteY127" fmla="*/ 109573 h 139348"/>
                <a:gd name="connsiteX128" fmla="*/ 1246775 w 2912392"/>
                <a:gd name="connsiteY128" fmla="*/ 107894 h 139348"/>
                <a:gd name="connsiteX129" fmla="*/ 1256519 w 2912392"/>
                <a:gd name="connsiteY129" fmla="*/ 106243 h 139348"/>
                <a:gd name="connsiteX130" fmla="*/ 1266263 w 2912392"/>
                <a:gd name="connsiteY130" fmla="*/ 104628 h 139348"/>
                <a:gd name="connsiteX131" fmla="*/ 1276007 w 2912392"/>
                <a:gd name="connsiteY131" fmla="*/ 103056 h 139348"/>
                <a:gd name="connsiteX132" fmla="*/ 1285736 w 2912392"/>
                <a:gd name="connsiteY132" fmla="*/ 101532 h 139348"/>
                <a:gd name="connsiteX133" fmla="*/ 1295480 w 2912392"/>
                <a:gd name="connsiteY133" fmla="*/ 100065 h 139348"/>
                <a:gd name="connsiteX134" fmla="*/ 1305224 w 2912392"/>
                <a:gd name="connsiteY134" fmla="*/ 98660 h 139348"/>
                <a:gd name="connsiteX135" fmla="*/ 1314968 w 2912392"/>
                <a:gd name="connsiteY135" fmla="*/ 97323 h 139348"/>
                <a:gd name="connsiteX136" fmla="*/ 1324697 w 2912392"/>
                <a:gd name="connsiteY136" fmla="*/ 96061 h 139348"/>
                <a:gd name="connsiteX137" fmla="*/ 1334441 w 2912392"/>
                <a:gd name="connsiteY137" fmla="*/ 94878 h 139348"/>
                <a:gd name="connsiteX138" fmla="*/ 1344185 w 2912392"/>
                <a:gd name="connsiteY138" fmla="*/ 93782 h 139348"/>
                <a:gd name="connsiteX139" fmla="*/ 1353929 w 2912392"/>
                <a:gd name="connsiteY139" fmla="*/ 92773 h 139348"/>
                <a:gd name="connsiteX140" fmla="*/ 1363658 w 2912392"/>
                <a:gd name="connsiteY140" fmla="*/ 91860 h 139348"/>
                <a:gd name="connsiteX141" fmla="*/ 1373402 w 2912392"/>
                <a:gd name="connsiteY141" fmla="*/ 91043 h 139348"/>
                <a:gd name="connsiteX142" fmla="*/ 1383146 w 2912392"/>
                <a:gd name="connsiteY142" fmla="*/ 90328 h 139348"/>
                <a:gd name="connsiteX143" fmla="*/ 1392890 w 2912392"/>
                <a:gd name="connsiteY143" fmla="*/ 89717 h 139348"/>
                <a:gd name="connsiteX144" fmla="*/ 1402619 w 2912392"/>
                <a:gd name="connsiteY144" fmla="*/ 89212 h 139348"/>
                <a:gd name="connsiteX145" fmla="*/ 1412363 w 2912392"/>
                <a:gd name="connsiteY145" fmla="*/ 88816 h 139348"/>
                <a:gd name="connsiteX146" fmla="*/ 1422106 w 2912392"/>
                <a:gd name="connsiteY146" fmla="*/ 88530 h 139348"/>
                <a:gd name="connsiteX147" fmla="*/ 1431850 w 2912392"/>
                <a:gd name="connsiteY147" fmla="*/ 88354 h 139348"/>
                <a:gd name="connsiteX148" fmla="*/ 1441594 w 2912392"/>
                <a:gd name="connsiteY148" fmla="*/ 88291 h 139348"/>
                <a:gd name="connsiteX149" fmla="*/ 1451323 w 2912392"/>
                <a:gd name="connsiteY149" fmla="*/ 88339 h 139348"/>
                <a:gd name="connsiteX150" fmla="*/ 1461067 w 2912392"/>
                <a:gd name="connsiteY150" fmla="*/ 88497 h 139348"/>
                <a:gd name="connsiteX151" fmla="*/ 1470811 w 2912392"/>
                <a:gd name="connsiteY151" fmla="*/ 88765 h 139348"/>
                <a:gd name="connsiteX152" fmla="*/ 1480555 w 2912392"/>
                <a:gd name="connsiteY152" fmla="*/ 89142 h 139348"/>
                <a:gd name="connsiteX153" fmla="*/ 1490284 w 2912392"/>
                <a:gd name="connsiteY153" fmla="*/ 89625 h 139348"/>
                <a:gd name="connsiteX154" fmla="*/ 1500028 w 2912392"/>
                <a:gd name="connsiteY154" fmla="*/ 90212 h 139348"/>
                <a:gd name="connsiteX155" fmla="*/ 1509772 w 2912392"/>
                <a:gd name="connsiteY155" fmla="*/ 90900 h 139348"/>
                <a:gd name="connsiteX156" fmla="*/ 1519516 w 2912392"/>
                <a:gd name="connsiteY156" fmla="*/ 91685 h 139348"/>
                <a:gd name="connsiteX157" fmla="*/ 1529245 w 2912392"/>
                <a:gd name="connsiteY157" fmla="*/ 92563 h 139348"/>
                <a:gd name="connsiteX158" fmla="*/ 1538989 w 2912392"/>
                <a:gd name="connsiteY158" fmla="*/ 93531 h 139348"/>
                <a:gd name="connsiteX159" fmla="*/ 1548733 w 2912392"/>
                <a:gd name="connsiteY159" fmla="*/ 94583 h 139348"/>
                <a:gd name="connsiteX160" fmla="*/ 1558477 w 2912392"/>
                <a:gd name="connsiteY160" fmla="*/ 95714 h 139348"/>
                <a:gd name="connsiteX161" fmla="*/ 1568221 w 2912392"/>
                <a:gd name="connsiteY161" fmla="*/ 96919 h 139348"/>
                <a:gd name="connsiteX162" fmla="*/ 1577950 w 2912392"/>
                <a:gd name="connsiteY162" fmla="*/ 98192 h 139348"/>
                <a:gd name="connsiteX163" fmla="*/ 1587694 w 2912392"/>
                <a:gd name="connsiteY163" fmla="*/ 99527 h 139348"/>
                <a:gd name="connsiteX164" fmla="*/ 1597438 w 2912392"/>
                <a:gd name="connsiteY164" fmla="*/ 100915 h 139348"/>
                <a:gd name="connsiteX165" fmla="*/ 1607182 w 2912392"/>
                <a:gd name="connsiteY165" fmla="*/ 102353 h 139348"/>
                <a:gd name="connsiteX166" fmla="*/ 1616911 w 2912392"/>
                <a:gd name="connsiteY166" fmla="*/ 103832 h 139348"/>
                <a:gd name="connsiteX167" fmla="*/ 1626655 w 2912392"/>
                <a:gd name="connsiteY167" fmla="*/ 105346 h 139348"/>
                <a:gd name="connsiteX168" fmla="*/ 1636399 w 2912392"/>
                <a:gd name="connsiteY168" fmla="*/ 106887 h 139348"/>
                <a:gd name="connsiteX169" fmla="*/ 1646142 w 2912392"/>
                <a:gd name="connsiteY169" fmla="*/ 108447 h 139348"/>
                <a:gd name="connsiteX170" fmla="*/ 1655872 w 2912392"/>
                <a:gd name="connsiteY170" fmla="*/ 110019 h 139348"/>
                <a:gd name="connsiteX171" fmla="*/ 1665616 w 2912392"/>
                <a:gd name="connsiteY171" fmla="*/ 111593 h 139348"/>
                <a:gd name="connsiteX172" fmla="*/ 1675359 w 2912392"/>
                <a:gd name="connsiteY172" fmla="*/ 113165 h 139348"/>
                <a:gd name="connsiteX173" fmla="*/ 1685103 w 2912392"/>
                <a:gd name="connsiteY173" fmla="*/ 114725 h 139348"/>
                <a:gd name="connsiteX174" fmla="*/ 1694832 w 2912392"/>
                <a:gd name="connsiteY174" fmla="*/ 116266 h 139348"/>
                <a:gd name="connsiteX175" fmla="*/ 1704576 w 2912392"/>
                <a:gd name="connsiteY175" fmla="*/ 117778 h 139348"/>
                <a:gd name="connsiteX176" fmla="*/ 1714320 w 2912392"/>
                <a:gd name="connsiteY176" fmla="*/ 119256 h 139348"/>
                <a:gd name="connsiteX177" fmla="*/ 1724064 w 2912392"/>
                <a:gd name="connsiteY177" fmla="*/ 120691 h 139348"/>
                <a:gd name="connsiteX178" fmla="*/ 1733808 w 2912392"/>
                <a:gd name="connsiteY178" fmla="*/ 122076 h 139348"/>
                <a:gd name="connsiteX179" fmla="*/ 1743537 w 2912392"/>
                <a:gd name="connsiteY179" fmla="*/ 123404 h 139348"/>
                <a:gd name="connsiteX180" fmla="*/ 1753281 w 2912392"/>
                <a:gd name="connsiteY180" fmla="*/ 124667 h 139348"/>
                <a:gd name="connsiteX181" fmla="*/ 1763025 w 2912392"/>
                <a:gd name="connsiteY181" fmla="*/ 125859 h 139348"/>
                <a:gd name="connsiteX182" fmla="*/ 1772769 w 2912392"/>
                <a:gd name="connsiteY182" fmla="*/ 126972 h 139348"/>
                <a:gd name="connsiteX183" fmla="*/ 1782498 w 2912392"/>
                <a:gd name="connsiteY183" fmla="*/ 128002 h 139348"/>
                <a:gd name="connsiteX184" fmla="*/ 1792242 w 2912392"/>
                <a:gd name="connsiteY184" fmla="*/ 128940 h 139348"/>
                <a:gd name="connsiteX185" fmla="*/ 1801986 w 2912392"/>
                <a:gd name="connsiteY185" fmla="*/ 129782 h 139348"/>
                <a:gd name="connsiteX186" fmla="*/ 1811730 w 2912392"/>
                <a:gd name="connsiteY186" fmla="*/ 130523 h 139348"/>
                <a:gd name="connsiteX187" fmla="*/ 1821459 w 2912392"/>
                <a:gd name="connsiteY187" fmla="*/ 131157 h 139348"/>
                <a:gd name="connsiteX188" fmla="*/ 1831203 w 2912392"/>
                <a:gd name="connsiteY188" fmla="*/ 131679 h 139348"/>
                <a:gd name="connsiteX189" fmla="*/ 1840947 w 2912392"/>
                <a:gd name="connsiteY189" fmla="*/ 132085 h 139348"/>
                <a:gd name="connsiteX190" fmla="*/ 1850691 w 2912392"/>
                <a:gd name="connsiteY190" fmla="*/ 132372 h 139348"/>
                <a:gd name="connsiteX191" fmla="*/ 1860435 w 2912392"/>
                <a:gd name="connsiteY191" fmla="*/ 132535 h 139348"/>
                <a:gd name="connsiteX192" fmla="*/ 1870164 w 2912392"/>
                <a:gd name="connsiteY192" fmla="*/ 132573 h 139348"/>
                <a:gd name="connsiteX193" fmla="*/ 1879908 w 2912392"/>
                <a:gd name="connsiteY193" fmla="*/ 132482 h 139348"/>
                <a:gd name="connsiteX194" fmla="*/ 1889652 w 2912392"/>
                <a:gd name="connsiteY194" fmla="*/ 132260 h 139348"/>
                <a:gd name="connsiteX195" fmla="*/ 1899395 w 2912392"/>
                <a:gd name="connsiteY195" fmla="*/ 131905 h 139348"/>
                <a:gd name="connsiteX196" fmla="*/ 1909124 w 2912392"/>
                <a:gd name="connsiteY196" fmla="*/ 131418 h 139348"/>
                <a:gd name="connsiteX197" fmla="*/ 1918868 w 2912392"/>
                <a:gd name="connsiteY197" fmla="*/ 130795 h 139348"/>
                <a:gd name="connsiteX198" fmla="*/ 1928612 w 2912392"/>
                <a:gd name="connsiteY198" fmla="*/ 130038 h 139348"/>
                <a:gd name="connsiteX199" fmla="*/ 1938356 w 2912392"/>
                <a:gd name="connsiteY199" fmla="*/ 129146 h 139348"/>
                <a:gd name="connsiteX200" fmla="*/ 1948085 w 2912392"/>
                <a:gd name="connsiteY200" fmla="*/ 128121 h 139348"/>
                <a:gd name="connsiteX201" fmla="*/ 1957829 w 2912392"/>
                <a:gd name="connsiteY201" fmla="*/ 126962 h 139348"/>
                <a:gd name="connsiteX202" fmla="*/ 1967573 w 2912392"/>
                <a:gd name="connsiteY202" fmla="*/ 125673 h 139348"/>
                <a:gd name="connsiteX203" fmla="*/ 1977317 w 2912392"/>
                <a:gd name="connsiteY203" fmla="*/ 124253 h 139348"/>
                <a:gd name="connsiteX204" fmla="*/ 1987046 w 2912392"/>
                <a:gd name="connsiteY204" fmla="*/ 122707 h 139348"/>
                <a:gd name="connsiteX205" fmla="*/ 1996790 w 2912392"/>
                <a:gd name="connsiteY205" fmla="*/ 121036 h 139348"/>
                <a:gd name="connsiteX206" fmla="*/ 2006534 w 2912392"/>
                <a:gd name="connsiteY206" fmla="*/ 119246 h 139348"/>
                <a:gd name="connsiteX207" fmla="*/ 2016278 w 2912392"/>
                <a:gd name="connsiteY207" fmla="*/ 117337 h 139348"/>
                <a:gd name="connsiteX208" fmla="*/ 2026022 w 2912392"/>
                <a:gd name="connsiteY208" fmla="*/ 115315 h 139348"/>
                <a:gd name="connsiteX209" fmla="*/ 2035751 w 2912392"/>
                <a:gd name="connsiteY209" fmla="*/ 113185 h 139348"/>
                <a:gd name="connsiteX210" fmla="*/ 2045495 w 2912392"/>
                <a:gd name="connsiteY210" fmla="*/ 110948 h 139348"/>
                <a:gd name="connsiteX211" fmla="*/ 2055239 w 2912392"/>
                <a:gd name="connsiteY211" fmla="*/ 108614 h 139348"/>
                <a:gd name="connsiteX212" fmla="*/ 2064983 w 2912392"/>
                <a:gd name="connsiteY212" fmla="*/ 106185 h 139348"/>
                <a:gd name="connsiteX213" fmla="*/ 2074712 w 2912392"/>
                <a:gd name="connsiteY213" fmla="*/ 103666 h 139348"/>
                <a:gd name="connsiteX214" fmla="*/ 2084456 w 2912392"/>
                <a:gd name="connsiteY214" fmla="*/ 101064 h 139348"/>
                <a:gd name="connsiteX215" fmla="*/ 2094200 w 2912392"/>
                <a:gd name="connsiteY215" fmla="*/ 98387 h 139348"/>
                <a:gd name="connsiteX216" fmla="*/ 2103944 w 2912392"/>
                <a:gd name="connsiteY216" fmla="*/ 95637 h 139348"/>
                <a:gd name="connsiteX217" fmla="*/ 2113673 w 2912392"/>
                <a:gd name="connsiteY217" fmla="*/ 92824 h 139348"/>
                <a:gd name="connsiteX218" fmla="*/ 2123417 w 2912392"/>
                <a:gd name="connsiteY218" fmla="*/ 89951 h 139348"/>
                <a:gd name="connsiteX219" fmla="*/ 2133161 w 2912392"/>
                <a:gd name="connsiteY219" fmla="*/ 87028 h 139348"/>
                <a:gd name="connsiteX220" fmla="*/ 2142905 w 2912392"/>
                <a:gd name="connsiteY220" fmla="*/ 84060 h 139348"/>
                <a:gd name="connsiteX221" fmla="*/ 2152649 w 2912392"/>
                <a:gd name="connsiteY221" fmla="*/ 81053 h 139348"/>
                <a:gd name="connsiteX222" fmla="*/ 2162377 w 2912392"/>
                <a:gd name="connsiteY222" fmla="*/ 78019 h 139348"/>
                <a:gd name="connsiteX223" fmla="*/ 2172121 w 2912392"/>
                <a:gd name="connsiteY223" fmla="*/ 74958 h 139348"/>
                <a:gd name="connsiteX224" fmla="*/ 2181865 w 2912392"/>
                <a:gd name="connsiteY224" fmla="*/ 71880 h 139348"/>
                <a:gd name="connsiteX225" fmla="*/ 2191609 w 2912392"/>
                <a:gd name="connsiteY225" fmla="*/ 68795 h 139348"/>
                <a:gd name="connsiteX226" fmla="*/ 2201338 w 2912392"/>
                <a:gd name="connsiteY226" fmla="*/ 65704 h 139348"/>
                <a:gd name="connsiteX227" fmla="*/ 2211082 w 2912392"/>
                <a:gd name="connsiteY227" fmla="*/ 62619 h 139348"/>
                <a:gd name="connsiteX228" fmla="*/ 2220826 w 2912392"/>
                <a:gd name="connsiteY228" fmla="*/ 59545 h 139348"/>
                <a:gd name="connsiteX229" fmla="*/ 2230570 w 2912392"/>
                <a:gd name="connsiteY229" fmla="*/ 56488 h 139348"/>
                <a:gd name="connsiteX230" fmla="*/ 2240299 w 2912392"/>
                <a:gd name="connsiteY230" fmla="*/ 53458 h 139348"/>
                <a:gd name="connsiteX231" fmla="*/ 2250043 w 2912392"/>
                <a:gd name="connsiteY231" fmla="*/ 50457 h 139348"/>
                <a:gd name="connsiteX232" fmla="*/ 2259787 w 2912392"/>
                <a:gd name="connsiteY232" fmla="*/ 47494 h 139348"/>
                <a:gd name="connsiteX233" fmla="*/ 2269531 w 2912392"/>
                <a:gd name="connsiteY233" fmla="*/ 44575 h 139348"/>
                <a:gd name="connsiteX234" fmla="*/ 2279260 w 2912392"/>
                <a:gd name="connsiteY234" fmla="*/ 41707 h 139348"/>
                <a:gd name="connsiteX235" fmla="*/ 2289004 w 2912392"/>
                <a:gd name="connsiteY235" fmla="*/ 38894 h 139348"/>
                <a:gd name="connsiteX236" fmla="*/ 2298748 w 2912392"/>
                <a:gd name="connsiteY236" fmla="*/ 36145 h 139348"/>
                <a:gd name="connsiteX237" fmla="*/ 2308492 w 2912392"/>
                <a:gd name="connsiteY237" fmla="*/ 33462 h 139348"/>
                <a:gd name="connsiteX238" fmla="*/ 2318236 w 2912392"/>
                <a:gd name="connsiteY238" fmla="*/ 30853 h 139348"/>
                <a:gd name="connsiteX239" fmla="*/ 2327965 w 2912392"/>
                <a:gd name="connsiteY239" fmla="*/ 28322 h 139348"/>
                <a:gd name="connsiteX240" fmla="*/ 2337709 w 2912392"/>
                <a:gd name="connsiteY240" fmla="*/ 25874 h 139348"/>
                <a:gd name="connsiteX241" fmla="*/ 2347453 w 2912392"/>
                <a:gd name="connsiteY241" fmla="*/ 23515 h 139348"/>
                <a:gd name="connsiteX242" fmla="*/ 2357197 w 2912392"/>
                <a:gd name="connsiteY242" fmla="*/ 21247 h 139348"/>
                <a:gd name="connsiteX243" fmla="*/ 2366926 w 2912392"/>
                <a:gd name="connsiteY243" fmla="*/ 19078 h 139348"/>
                <a:gd name="connsiteX244" fmla="*/ 2376670 w 2912392"/>
                <a:gd name="connsiteY244" fmla="*/ 17009 h 139348"/>
                <a:gd name="connsiteX245" fmla="*/ 2386413 w 2912392"/>
                <a:gd name="connsiteY245" fmla="*/ 15045 h 139348"/>
                <a:gd name="connsiteX246" fmla="*/ 2396157 w 2912392"/>
                <a:gd name="connsiteY246" fmla="*/ 13189 h 139348"/>
                <a:gd name="connsiteX247" fmla="*/ 2405886 w 2912392"/>
                <a:gd name="connsiteY247" fmla="*/ 11444 h 139348"/>
                <a:gd name="connsiteX248" fmla="*/ 2415630 w 2912392"/>
                <a:gd name="connsiteY248" fmla="*/ 9815 h 139348"/>
                <a:gd name="connsiteX249" fmla="*/ 2425374 w 2912392"/>
                <a:gd name="connsiteY249" fmla="*/ 8303 h 139348"/>
                <a:gd name="connsiteX250" fmla="*/ 2435118 w 2912392"/>
                <a:gd name="connsiteY250" fmla="*/ 6912 h 139348"/>
                <a:gd name="connsiteX251" fmla="*/ 2444862 w 2912392"/>
                <a:gd name="connsiteY251" fmla="*/ 5642 h 139348"/>
                <a:gd name="connsiteX252" fmla="*/ 2454591 w 2912392"/>
                <a:gd name="connsiteY252" fmla="*/ 4498 h 139348"/>
                <a:gd name="connsiteX253" fmla="*/ 2464335 w 2912392"/>
                <a:gd name="connsiteY253" fmla="*/ 3479 h 139348"/>
                <a:gd name="connsiteX254" fmla="*/ 2474079 w 2912392"/>
                <a:gd name="connsiteY254" fmla="*/ 2589 h 139348"/>
                <a:gd name="connsiteX255" fmla="*/ 2483823 w 2912392"/>
                <a:gd name="connsiteY255" fmla="*/ 1828 h 139348"/>
                <a:gd name="connsiteX256" fmla="*/ 2493552 w 2912392"/>
                <a:gd name="connsiteY256" fmla="*/ 1198 h 139348"/>
                <a:gd name="connsiteX257" fmla="*/ 2503296 w 2912392"/>
                <a:gd name="connsiteY257" fmla="*/ 699 h 139348"/>
                <a:gd name="connsiteX258" fmla="*/ 2513040 w 2912392"/>
                <a:gd name="connsiteY258" fmla="*/ 334 h 139348"/>
                <a:gd name="connsiteX259" fmla="*/ 2522784 w 2912392"/>
                <a:gd name="connsiteY259" fmla="*/ 100 h 139348"/>
                <a:gd name="connsiteX260" fmla="*/ 2532513 w 2912392"/>
                <a:gd name="connsiteY260" fmla="*/ 0 h 139348"/>
                <a:gd name="connsiteX261" fmla="*/ 2542257 w 2912392"/>
                <a:gd name="connsiteY261" fmla="*/ 33 h 139348"/>
                <a:gd name="connsiteX262" fmla="*/ 2552001 w 2912392"/>
                <a:gd name="connsiteY262" fmla="*/ 200 h 139348"/>
                <a:gd name="connsiteX263" fmla="*/ 2561745 w 2912392"/>
                <a:gd name="connsiteY263" fmla="*/ 499 h 139348"/>
                <a:gd name="connsiteX264" fmla="*/ 2571474 w 2912392"/>
                <a:gd name="connsiteY264" fmla="*/ 931 h 139348"/>
                <a:gd name="connsiteX265" fmla="*/ 2581218 w 2912392"/>
                <a:gd name="connsiteY265" fmla="*/ 1494 h 139348"/>
                <a:gd name="connsiteX266" fmla="*/ 2590962 w 2912392"/>
                <a:gd name="connsiteY266" fmla="*/ 2190 h 139348"/>
                <a:gd name="connsiteX267" fmla="*/ 2600705 w 2912392"/>
                <a:gd name="connsiteY267" fmla="*/ 3017 h 139348"/>
                <a:gd name="connsiteX268" fmla="*/ 2610449 w 2912392"/>
                <a:gd name="connsiteY268" fmla="*/ 3972 h 139348"/>
                <a:gd name="connsiteX269" fmla="*/ 2620178 w 2912392"/>
                <a:gd name="connsiteY269" fmla="*/ 5057 h 139348"/>
                <a:gd name="connsiteX270" fmla="*/ 2629922 w 2912392"/>
                <a:gd name="connsiteY270" fmla="*/ 6268 h 139348"/>
                <a:gd name="connsiteX271" fmla="*/ 2639666 w 2912392"/>
                <a:gd name="connsiteY271" fmla="*/ 7604 h 139348"/>
                <a:gd name="connsiteX272" fmla="*/ 2649410 w 2912392"/>
                <a:gd name="connsiteY272" fmla="*/ 9065 h 139348"/>
                <a:gd name="connsiteX273" fmla="*/ 2659139 w 2912392"/>
                <a:gd name="connsiteY273" fmla="*/ 10647 h 139348"/>
                <a:gd name="connsiteX274" fmla="*/ 2668883 w 2912392"/>
                <a:gd name="connsiteY274" fmla="*/ 12351 h 139348"/>
                <a:gd name="connsiteX275" fmla="*/ 2678627 w 2912392"/>
                <a:gd name="connsiteY275" fmla="*/ 14172 h 139348"/>
                <a:gd name="connsiteX276" fmla="*/ 2688371 w 2912392"/>
                <a:gd name="connsiteY276" fmla="*/ 16110 h 139348"/>
                <a:gd name="connsiteX277" fmla="*/ 2698100 w 2912392"/>
                <a:gd name="connsiteY277" fmla="*/ 18163 h 139348"/>
                <a:gd name="connsiteX278" fmla="*/ 2707844 w 2912392"/>
                <a:gd name="connsiteY278" fmla="*/ 20328 h 139348"/>
                <a:gd name="connsiteX279" fmla="*/ 2717588 w 2912392"/>
                <a:gd name="connsiteY279" fmla="*/ 22603 h 139348"/>
                <a:gd name="connsiteX280" fmla="*/ 2727332 w 2912392"/>
                <a:gd name="connsiteY280" fmla="*/ 24986 h 139348"/>
                <a:gd name="connsiteX281" fmla="*/ 2737076 w 2912392"/>
                <a:gd name="connsiteY281" fmla="*/ 27472 h 139348"/>
                <a:gd name="connsiteX282" fmla="*/ 2746805 w 2912392"/>
                <a:gd name="connsiteY282" fmla="*/ 30062 h 139348"/>
                <a:gd name="connsiteX283" fmla="*/ 2756549 w 2912392"/>
                <a:gd name="connsiteY283" fmla="*/ 32751 h 139348"/>
                <a:gd name="connsiteX284" fmla="*/ 2766293 w 2912392"/>
                <a:gd name="connsiteY284" fmla="*/ 35536 h 139348"/>
                <a:gd name="connsiteX285" fmla="*/ 2776037 w 2912392"/>
                <a:gd name="connsiteY285" fmla="*/ 38416 h 139348"/>
                <a:gd name="connsiteX286" fmla="*/ 2785766 w 2912392"/>
                <a:gd name="connsiteY286" fmla="*/ 41385 h 139348"/>
                <a:gd name="connsiteX287" fmla="*/ 2795510 w 2912392"/>
                <a:gd name="connsiteY287" fmla="*/ 44444 h 139348"/>
                <a:gd name="connsiteX288" fmla="*/ 2805254 w 2912392"/>
                <a:gd name="connsiteY288" fmla="*/ 47586 h 139348"/>
                <a:gd name="connsiteX289" fmla="*/ 2814998 w 2912392"/>
                <a:gd name="connsiteY289" fmla="*/ 50810 h 139348"/>
                <a:gd name="connsiteX290" fmla="*/ 2824727 w 2912392"/>
                <a:gd name="connsiteY290" fmla="*/ 54112 h 139348"/>
                <a:gd name="connsiteX291" fmla="*/ 2834471 w 2912392"/>
                <a:gd name="connsiteY291" fmla="*/ 57488 h 139348"/>
                <a:gd name="connsiteX292" fmla="*/ 2844215 w 2912392"/>
                <a:gd name="connsiteY292" fmla="*/ 60937 h 139348"/>
                <a:gd name="connsiteX293" fmla="*/ 2853958 w 2912392"/>
                <a:gd name="connsiteY293" fmla="*/ 64452 h 139348"/>
                <a:gd name="connsiteX294" fmla="*/ 2863687 w 2912392"/>
                <a:gd name="connsiteY294" fmla="*/ 68032 h 139348"/>
                <a:gd name="connsiteX295" fmla="*/ 2873431 w 2912392"/>
                <a:gd name="connsiteY295" fmla="*/ 71672 h 139348"/>
                <a:gd name="connsiteX296" fmla="*/ 2883175 w 2912392"/>
                <a:gd name="connsiteY296" fmla="*/ 75369 h 139348"/>
                <a:gd name="connsiteX297" fmla="*/ 2892919 w 2912392"/>
                <a:gd name="connsiteY297" fmla="*/ 79118 h 139348"/>
                <a:gd name="connsiteX298" fmla="*/ 2902663 w 2912392"/>
                <a:gd name="connsiteY298" fmla="*/ 82916 h 139348"/>
                <a:gd name="connsiteX299" fmla="*/ 2912392 w 2912392"/>
                <a:gd name="connsiteY299" fmla="*/ 86760 h 139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139348">
                  <a:moveTo>
                    <a:pt x="0" y="85659"/>
                  </a:moveTo>
                  <a:lnTo>
                    <a:pt x="9739" y="84076"/>
                  </a:lnTo>
                  <a:lnTo>
                    <a:pt x="19480" y="82481"/>
                  </a:lnTo>
                  <a:lnTo>
                    <a:pt x="29221" y="80875"/>
                  </a:lnTo>
                  <a:lnTo>
                    <a:pt x="38961" y="79260"/>
                  </a:lnTo>
                  <a:lnTo>
                    <a:pt x="48702" y="77639"/>
                  </a:lnTo>
                  <a:lnTo>
                    <a:pt x="58443" y="76015"/>
                  </a:lnTo>
                  <a:lnTo>
                    <a:pt x="68182" y="74392"/>
                  </a:lnTo>
                  <a:lnTo>
                    <a:pt x="77923" y="72771"/>
                  </a:lnTo>
                  <a:lnTo>
                    <a:pt x="87664" y="71156"/>
                  </a:lnTo>
                  <a:lnTo>
                    <a:pt x="97404" y="69550"/>
                  </a:lnTo>
                  <a:lnTo>
                    <a:pt x="107145" y="67954"/>
                  </a:lnTo>
                  <a:lnTo>
                    <a:pt x="116886" y="66373"/>
                  </a:lnTo>
                  <a:lnTo>
                    <a:pt x="126625" y="64809"/>
                  </a:lnTo>
                  <a:lnTo>
                    <a:pt x="136366" y="63267"/>
                  </a:lnTo>
                  <a:lnTo>
                    <a:pt x="146107" y="61747"/>
                  </a:lnTo>
                  <a:lnTo>
                    <a:pt x="155846" y="60253"/>
                  </a:lnTo>
                  <a:lnTo>
                    <a:pt x="165587" y="58790"/>
                  </a:lnTo>
                  <a:lnTo>
                    <a:pt x="175328" y="57360"/>
                  </a:lnTo>
                  <a:lnTo>
                    <a:pt x="185068" y="55965"/>
                  </a:lnTo>
                  <a:lnTo>
                    <a:pt x="194809" y="54611"/>
                  </a:lnTo>
                  <a:lnTo>
                    <a:pt x="204550" y="53298"/>
                  </a:lnTo>
                  <a:lnTo>
                    <a:pt x="214289" y="52033"/>
                  </a:lnTo>
                  <a:lnTo>
                    <a:pt x="224030" y="50817"/>
                  </a:lnTo>
                  <a:lnTo>
                    <a:pt x="233771" y="49654"/>
                  </a:lnTo>
                  <a:lnTo>
                    <a:pt x="243510" y="48547"/>
                  </a:lnTo>
                  <a:lnTo>
                    <a:pt x="253251" y="47499"/>
                  </a:lnTo>
                  <a:lnTo>
                    <a:pt x="262992" y="46515"/>
                  </a:lnTo>
                  <a:lnTo>
                    <a:pt x="272732" y="45597"/>
                  </a:lnTo>
                  <a:lnTo>
                    <a:pt x="282473" y="44748"/>
                  </a:lnTo>
                  <a:lnTo>
                    <a:pt x="292214" y="43973"/>
                  </a:lnTo>
                  <a:lnTo>
                    <a:pt x="301953" y="43273"/>
                  </a:lnTo>
                  <a:lnTo>
                    <a:pt x="311694" y="42651"/>
                  </a:lnTo>
                  <a:lnTo>
                    <a:pt x="321435" y="42110"/>
                  </a:lnTo>
                  <a:lnTo>
                    <a:pt x="331175" y="41656"/>
                  </a:lnTo>
                  <a:lnTo>
                    <a:pt x="340916" y="41288"/>
                  </a:lnTo>
                  <a:lnTo>
                    <a:pt x="350656" y="41011"/>
                  </a:lnTo>
                  <a:lnTo>
                    <a:pt x="360396" y="40825"/>
                  </a:lnTo>
                  <a:lnTo>
                    <a:pt x="370137" y="40734"/>
                  </a:lnTo>
                  <a:lnTo>
                    <a:pt x="379878" y="40740"/>
                  </a:lnTo>
                  <a:lnTo>
                    <a:pt x="389617" y="40844"/>
                  </a:lnTo>
                  <a:lnTo>
                    <a:pt x="399358" y="41047"/>
                  </a:lnTo>
                  <a:lnTo>
                    <a:pt x="409099" y="41352"/>
                  </a:lnTo>
                  <a:lnTo>
                    <a:pt x="418839" y="41760"/>
                  </a:lnTo>
                  <a:lnTo>
                    <a:pt x="428580" y="42271"/>
                  </a:lnTo>
                  <a:lnTo>
                    <a:pt x="438321" y="42885"/>
                  </a:lnTo>
                  <a:lnTo>
                    <a:pt x="448060" y="43605"/>
                  </a:lnTo>
                  <a:lnTo>
                    <a:pt x="457801" y="44429"/>
                  </a:lnTo>
                  <a:lnTo>
                    <a:pt x="467542" y="45356"/>
                  </a:lnTo>
                  <a:lnTo>
                    <a:pt x="477281" y="46387"/>
                  </a:lnTo>
                  <a:lnTo>
                    <a:pt x="487022" y="47520"/>
                  </a:lnTo>
                  <a:lnTo>
                    <a:pt x="496763" y="48755"/>
                  </a:lnTo>
                  <a:lnTo>
                    <a:pt x="506503" y="50089"/>
                  </a:lnTo>
                  <a:lnTo>
                    <a:pt x="516244" y="51522"/>
                  </a:lnTo>
                  <a:lnTo>
                    <a:pt x="525985" y="53049"/>
                  </a:lnTo>
                  <a:lnTo>
                    <a:pt x="535724" y="54672"/>
                  </a:lnTo>
                  <a:lnTo>
                    <a:pt x="545465" y="56382"/>
                  </a:lnTo>
                  <a:lnTo>
                    <a:pt x="555206" y="58181"/>
                  </a:lnTo>
                  <a:lnTo>
                    <a:pt x="564946" y="60062"/>
                  </a:lnTo>
                  <a:lnTo>
                    <a:pt x="574687" y="62024"/>
                  </a:lnTo>
                  <a:lnTo>
                    <a:pt x="584428" y="64061"/>
                  </a:lnTo>
                  <a:lnTo>
                    <a:pt x="594167" y="66168"/>
                  </a:lnTo>
                  <a:lnTo>
                    <a:pt x="603908" y="68342"/>
                  </a:lnTo>
                  <a:lnTo>
                    <a:pt x="613649" y="70576"/>
                  </a:lnTo>
                  <a:lnTo>
                    <a:pt x="623388" y="72868"/>
                  </a:lnTo>
                  <a:lnTo>
                    <a:pt x="633129" y="75209"/>
                  </a:lnTo>
                  <a:lnTo>
                    <a:pt x="642870" y="77594"/>
                  </a:lnTo>
                  <a:lnTo>
                    <a:pt x="652610" y="80016"/>
                  </a:lnTo>
                  <a:lnTo>
                    <a:pt x="662351" y="82472"/>
                  </a:lnTo>
                  <a:lnTo>
                    <a:pt x="672092" y="84952"/>
                  </a:lnTo>
                  <a:lnTo>
                    <a:pt x="681831" y="87453"/>
                  </a:lnTo>
                  <a:lnTo>
                    <a:pt x="691572" y="89966"/>
                  </a:lnTo>
                  <a:lnTo>
                    <a:pt x="701313" y="92484"/>
                  </a:lnTo>
                  <a:lnTo>
                    <a:pt x="711052" y="95000"/>
                  </a:lnTo>
                  <a:lnTo>
                    <a:pt x="720793" y="97508"/>
                  </a:lnTo>
                  <a:lnTo>
                    <a:pt x="730534" y="100001"/>
                  </a:lnTo>
                  <a:lnTo>
                    <a:pt x="740274" y="102471"/>
                  </a:lnTo>
                  <a:lnTo>
                    <a:pt x="750015" y="104911"/>
                  </a:lnTo>
                  <a:lnTo>
                    <a:pt x="759756" y="107316"/>
                  </a:lnTo>
                  <a:lnTo>
                    <a:pt x="769495" y="109677"/>
                  </a:lnTo>
                  <a:lnTo>
                    <a:pt x="779236" y="111988"/>
                  </a:lnTo>
                  <a:lnTo>
                    <a:pt x="788977" y="114242"/>
                  </a:lnTo>
                  <a:lnTo>
                    <a:pt x="798717" y="116434"/>
                  </a:lnTo>
                  <a:lnTo>
                    <a:pt x="808458" y="118556"/>
                  </a:lnTo>
                  <a:lnTo>
                    <a:pt x="818199" y="120601"/>
                  </a:lnTo>
                  <a:lnTo>
                    <a:pt x="827938" y="122566"/>
                  </a:lnTo>
                  <a:lnTo>
                    <a:pt x="837679" y="124444"/>
                  </a:lnTo>
                  <a:lnTo>
                    <a:pt x="847420" y="126229"/>
                  </a:lnTo>
                  <a:lnTo>
                    <a:pt x="857159" y="127915"/>
                  </a:lnTo>
                  <a:lnTo>
                    <a:pt x="866900" y="129500"/>
                  </a:lnTo>
                  <a:lnTo>
                    <a:pt x="876641" y="130978"/>
                  </a:lnTo>
                  <a:lnTo>
                    <a:pt x="886381" y="132346"/>
                  </a:lnTo>
                  <a:lnTo>
                    <a:pt x="896122" y="133599"/>
                  </a:lnTo>
                  <a:lnTo>
                    <a:pt x="905863" y="134734"/>
                  </a:lnTo>
                  <a:lnTo>
                    <a:pt x="915602" y="135749"/>
                  </a:lnTo>
                  <a:lnTo>
                    <a:pt x="925343" y="136642"/>
                  </a:lnTo>
                  <a:lnTo>
                    <a:pt x="935084" y="137409"/>
                  </a:lnTo>
                  <a:lnTo>
                    <a:pt x="944824" y="138051"/>
                  </a:lnTo>
                  <a:lnTo>
                    <a:pt x="954564" y="138565"/>
                  </a:lnTo>
                  <a:lnTo>
                    <a:pt x="964305" y="138952"/>
                  </a:lnTo>
                  <a:lnTo>
                    <a:pt x="974045" y="139212"/>
                  </a:lnTo>
                  <a:lnTo>
                    <a:pt x="983786" y="139343"/>
                  </a:lnTo>
                  <a:lnTo>
                    <a:pt x="993522" y="139349"/>
                  </a:lnTo>
                  <a:lnTo>
                    <a:pt x="1003266" y="139228"/>
                  </a:lnTo>
                  <a:lnTo>
                    <a:pt x="1013010" y="138985"/>
                  </a:lnTo>
                  <a:lnTo>
                    <a:pt x="1022754" y="138620"/>
                  </a:lnTo>
                  <a:lnTo>
                    <a:pt x="1032483" y="138139"/>
                  </a:lnTo>
                  <a:lnTo>
                    <a:pt x="1042227" y="137540"/>
                  </a:lnTo>
                  <a:lnTo>
                    <a:pt x="1051971" y="136831"/>
                  </a:lnTo>
                  <a:lnTo>
                    <a:pt x="1061715" y="136014"/>
                  </a:lnTo>
                  <a:lnTo>
                    <a:pt x="1071444" y="135095"/>
                  </a:lnTo>
                  <a:lnTo>
                    <a:pt x="1081188" y="134077"/>
                  </a:lnTo>
                  <a:lnTo>
                    <a:pt x="1090932" y="132968"/>
                  </a:lnTo>
                  <a:lnTo>
                    <a:pt x="1100676" y="131770"/>
                  </a:lnTo>
                  <a:lnTo>
                    <a:pt x="1110405" y="130490"/>
                  </a:lnTo>
                  <a:lnTo>
                    <a:pt x="1120149" y="129135"/>
                  </a:lnTo>
                  <a:lnTo>
                    <a:pt x="1129893" y="127713"/>
                  </a:lnTo>
                  <a:lnTo>
                    <a:pt x="1139637" y="126227"/>
                  </a:lnTo>
                  <a:lnTo>
                    <a:pt x="1149381" y="124687"/>
                  </a:lnTo>
                  <a:lnTo>
                    <a:pt x="1159110" y="123098"/>
                  </a:lnTo>
                  <a:lnTo>
                    <a:pt x="1168854" y="121470"/>
                  </a:lnTo>
                  <a:lnTo>
                    <a:pt x="1178598" y="119809"/>
                  </a:lnTo>
                  <a:lnTo>
                    <a:pt x="1188341" y="118121"/>
                  </a:lnTo>
                  <a:lnTo>
                    <a:pt x="1198070" y="116416"/>
                  </a:lnTo>
                  <a:lnTo>
                    <a:pt x="1207814" y="114701"/>
                  </a:lnTo>
                  <a:lnTo>
                    <a:pt x="1217558" y="112983"/>
                  </a:lnTo>
                  <a:lnTo>
                    <a:pt x="1227302" y="111272"/>
                  </a:lnTo>
                  <a:lnTo>
                    <a:pt x="1237031" y="109573"/>
                  </a:lnTo>
                  <a:lnTo>
                    <a:pt x="1246775" y="107894"/>
                  </a:lnTo>
                  <a:lnTo>
                    <a:pt x="1256519" y="106243"/>
                  </a:lnTo>
                  <a:lnTo>
                    <a:pt x="1266263" y="104628"/>
                  </a:lnTo>
                  <a:lnTo>
                    <a:pt x="1276007" y="103056"/>
                  </a:lnTo>
                  <a:lnTo>
                    <a:pt x="1285736" y="101532"/>
                  </a:lnTo>
                  <a:lnTo>
                    <a:pt x="1295480" y="100065"/>
                  </a:lnTo>
                  <a:lnTo>
                    <a:pt x="1305224" y="98660"/>
                  </a:lnTo>
                  <a:lnTo>
                    <a:pt x="1314968" y="97323"/>
                  </a:lnTo>
                  <a:lnTo>
                    <a:pt x="1324697" y="96061"/>
                  </a:lnTo>
                  <a:lnTo>
                    <a:pt x="1334441" y="94878"/>
                  </a:lnTo>
                  <a:lnTo>
                    <a:pt x="1344185" y="93782"/>
                  </a:lnTo>
                  <a:lnTo>
                    <a:pt x="1353929" y="92773"/>
                  </a:lnTo>
                  <a:lnTo>
                    <a:pt x="1363658" y="91860"/>
                  </a:lnTo>
                  <a:lnTo>
                    <a:pt x="1373402" y="91043"/>
                  </a:lnTo>
                  <a:lnTo>
                    <a:pt x="1383146" y="90328"/>
                  </a:lnTo>
                  <a:lnTo>
                    <a:pt x="1392890" y="89717"/>
                  </a:lnTo>
                  <a:lnTo>
                    <a:pt x="1402619" y="89212"/>
                  </a:lnTo>
                  <a:lnTo>
                    <a:pt x="1412363" y="88816"/>
                  </a:lnTo>
                  <a:lnTo>
                    <a:pt x="1422106" y="88530"/>
                  </a:lnTo>
                  <a:lnTo>
                    <a:pt x="1431850" y="88354"/>
                  </a:lnTo>
                  <a:lnTo>
                    <a:pt x="1441594" y="88291"/>
                  </a:lnTo>
                  <a:lnTo>
                    <a:pt x="1451323" y="88339"/>
                  </a:lnTo>
                  <a:lnTo>
                    <a:pt x="1461067" y="88497"/>
                  </a:lnTo>
                  <a:lnTo>
                    <a:pt x="1470811" y="88765"/>
                  </a:lnTo>
                  <a:lnTo>
                    <a:pt x="1480555" y="89142"/>
                  </a:lnTo>
                  <a:lnTo>
                    <a:pt x="1490284" y="89625"/>
                  </a:lnTo>
                  <a:lnTo>
                    <a:pt x="1500028" y="90212"/>
                  </a:lnTo>
                  <a:lnTo>
                    <a:pt x="1509772" y="90900"/>
                  </a:lnTo>
                  <a:lnTo>
                    <a:pt x="1519516" y="91685"/>
                  </a:lnTo>
                  <a:lnTo>
                    <a:pt x="1529245" y="92563"/>
                  </a:lnTo>
                  <a:lnTo>
                    <a:pt x="1538989" y="93531"/>
                  </a:lnTo>
                  <a:lnTo>
                    <a:pt x="1548733" y="94583"/>
                  </a:lnTo>
                  <a:lnTo>
                    <a:pt x="1558477" y="95714"/>
                  </a:lnTo>
                  <a:lnTo>
                    <a:pt x="1568221" y="96919"/>
                  </a:lnTo>
                  <a:lnTo>
                    <a:pt x="1577950" y="98192"/>
                  </a:lnTo>
                  <a:lnTo>
                    <a:pt x="1587694" y="99527"/>
                  </a:lnTo>
                  <a:lnTo>
                    <a:pt x="1597438" y="100915"/>
                  </a:lnTo>
                  <a:lnTo>
                    <a:pt x="1607182" y="102353"/>
                  </a:lnTo>
                  <a:lnTo>
                    <a:pt x="1616911" y="103832"/>
                  </a:lnTo>
                  <a:lnTo>
                    <a:pt x="1626655" y="105346"/>
                  </a:lnTo>
                  <a:lnTo>
                    <a:pt x="1636399" y="106887"/>
                  </a:lnTo>
                  <a:lnTo>
                    <a:pt x="1646142" y="108447"/>
                  </a:lnTo>
                  <a:lnTo>
                    <a:pt x="1655872" y="110019"/>
                  </a:lnTo>
                  <a:lnTo>
                    <a:pt x="1665616" y="111593"/>
                  </a:lnTo>
                  <a:lnTo>
                    <a:pt x="1675359" y="113165"/>
                  </a:lnTo>
                  <a:lnTo>
                    <a:pt x="1685103" y="114725"/>
                  </a:lnTo>
                  <a:lnTo>
                    <a:pt x="1694832" y="116266"/>
                  </a:lnTo>
                  <a:lnTo>
                    <a:pt x="1704576" y="117778"/>
                  </a:lnTo>
                  <a:lnTo>
                    <a:pt x="1714320" y="119256"/>
                  </a:lnTo>
                  <a:lnTo>
                    <a:pt x="1724064" y="120691"/>
                  </a:lnTo>
                  <a:lnTo>
                    <a:pt x="1733808" y="122076"/>
                  </a:lnTo>
                  <a:lnTo>
                    <a:pt x="1743537" y="123404"/>
                  </a:lnTo>
                  <a:lnTo>
                    <a:pt x="1753281" y="124667"/>
                  </a:lnTo>
                  <a:lnTo>
                    <a:pt x="1763025" y="125859"/>
                  </a:lnTo>
                  <a:lnTo>
                    <a:pt x="1772769" y="126972"/>
                  </a:lnTo>
                  <a:lnTo>
                    <a:pt x="1782498" y="128002"/>
                  </a:lnTo>
                  <a:lnTo>
                    <a:pt x="1792242" y="128940"/>
                  </a:lnTo>
                  <a:lnTo>
                    <a:pt x="1801986" y="129782"/>
                  </a:lnTo>
                  <a:lnTo>
                    <a:pt x="1811730" y="130523"/>
                  </a:lnTo>
                  <a:lnTo>
                    <a:pt x="1821459" y="131157"/>
                  </a:lnTo>
                  <a:lnTo>
                    <a:pt x="1831203" y="131679"/>
                  </a:lnTo>
                  <a:lnTo>
                    <a:pt x="1840947" y="132085"/>
                  </a:lnTo>
                  <a:lnTo>
                    <a:pt x="1850691" y="132372"/>
                  </a:lnTo>
                  <a:lnTo>
                    <a:pt x="1860435" y="132535"/>
                  </a:lnTo>
                  <a:lnTo>
                    <a:pt x="1870164" y="132573"/>
                  </a:lnTo>
                  <a:lnTo>
                    <a:pt x="1879908" y="132482"/>
                  </a:lnTo>
                  <a:lnTo>
                    <a:pt x="1889652" y="132260"/>
                  </a:lnTo>
                  <a:lnTo>
                    <a:pt x="1899395" y="131905"/>
                  </a:lnTo>
                  <a:lnTo>
                    <a:pt x="1909124" y="131418"/>
                  </a:lnTo>
                  <a:lnTo>
                    <a:pt x="1918868" y="130795"/>
                  </a:lnTo>
                  <a:lnTo>
                    <a:pt x="1928612" y="130038"/>
                  </a:lnTo>
                  <a:lnTo>
                    <a:pt x="1938356" y="129146"/>
                  </a:lnTo>
                  <a:lnTo>
                    <a:pt x="1948085" y="128121"/>
                  </a:lnTo>
                  <a:lnTo>
                    <a:pt x="1957829" y="126962"/>
                  </a:lnTo>
                  <a:lnTo>
                    <a:pt x="1967573" y="125673"/>
                  </a:lnTo>
                  <a:lnTo>
                    <a:pt x="1977317" y="124253"/>
                  </a:lnTo>
                  <a:lnTo>
                    <a:pt x="1987046" y="122707"/>
                  </a:lnTo>
                  <a:lnTo>
                    <a:pt x="1996790" y="121036"/>
                  </a:lnTo>
                  <a:lnTo>
                    <a:pt x="2006534" y="119246"/>
                  </a:lnTo>
                  <a:lnTo>
                    <a:pt x="2016278" y="117337"/>
                  </a:lnTo>
                  <a:lnTo>
                    <a:pt x="2026022" y="115315"/>
                  </a:lnTo>
                  <a:lnTo>
                    <a:pt x="2035751" y="113185"/>
                  </a:lnTo>
                  <a:lnTo>
                    <a:pt x="2045495" y="110948"/>
                  </a:lnTo>
                  <a:lnTo>
                    <a:pt x="2055239" y="108614"/>
                  </a:lnTo>
                  <a:lnTo>
                    <a:pt x="2064983" y="106185"/>
                  </a:lnTo>
                  <a:lnTo>
                    <a:pt x="2074712" y="103666"/>
                  </a:lnTo>
                  <a:lnTo>
                    <a:pt x="2084456" y="101064"/>
                  </a:lnTo>
                  <a:lnTo>
                    <a:pt x="2094200" y="98387"/>
                  </a:lnTo>
                  <a:lnTo>
                    <a:pt x="2103944" y="95637"/>
                  </a:lnTo>
                  <a:lnTo>
                    <a:pt x="2113673" y="92824"/>
                  </a:lnTo>
                  <a:lnTo>
                    <a:pt x="2123417" y="89951"/>
                  </a:lnTo>
                  <a:lnTo>
                    <a:pt x="2133161" y="87028"/>
                  </a:lnTo>
                  <a:lnTo>
                    <a:pt x="2142905" y="84060"/>
                  </a:lnTo>
                  <a:lnTo>
                    <a:pt x="2152649" y="81053"/>
                  </a:lnTo>
                  <a:lnTo>
                    <a:pt x="2162377" y="78019"/>
                  </a:lnTo>
                  <a:lnTo>
                    <a:pt x="2172121" y="74958"/>
                  </a:lnTo>
                  <a:lnTo>
                    <a:pt x="2181865" y="71880"/>
                  </a:lnTo>
                  <a:lnTo>
                    <a:pt x="2191609" y="68795"/>
                  </a:lnTo>
                  <a:lnTo>
                    <a:pt x="2201338" y="65704"/>
                  </a:lnTo>
                  <a:lnTo>
                    <a:pt x="2211082" y="62619"/>
                  </a:lnTo>
                  <a:lnTo>
                    <a:pt x="2220826" y="59545"/>
                  </a:lnTo>
                  <a:lnTo>
                    <a:pt x="2230570" y="56488"/>
                  </a:lnTo>
                  <a:lnTo>
                    <a:pt x="2240299" y="53458"/>
                  </a:lnTo>
                  <a:lnTo>
                    <a:pt x="2250043" y="50457"/>
                  </a:lnTo>
                  <a:lnTo>
                    <a:pt x="2259787" y="47494"/>
                  </a:lnTo>
                  <a:lnTo>
                    <a:pt x="2269531" y="44575"/>
                  </a:lnTo>
                  <a:lnTo>
                    <a:pt x="2279260" y="41707"/>
                  </a:lnTo>
                  <a:lnTo>
                    <a:pt x="2289004" y="38894"/>
                  </a:lnTo>
                  <a:lnTo>
                    <a:pt x="2298748" y="36145"/>
                  </a:lnTo>
                  <a:lnTo>
                    <a:pt x="2308492" y="33462"/>
                  </a:lnTo>
                  <a:lnTo>
                    <a:pt x="2318236" y="30853"/>
                  </a:lnTo>
                  <a:lnTo>
                    <a:pt x="2327965" y="28322"/>
                  </a:lnTo>
                  <a:lnTo>
                    <a:pt x="2337709" y="25874"/>
                  </a:lnTo>
                  <a:lnTo>
                    <a:pt x="2347453" y="23515"/>
                  </a:lnTo>
                  <a:lnTo>
                    <a:pt x="2357197" y="21247"/>
                  </a:lnTo>
                  <a:lnTo>
                    <a:pt x="2366926" y="19078"/>
                  </a:lnTo>
                  <a:lnTo>
                    <a:pt x="2376670" y="17009"/>
                  </a:lnTo>
                  <a:lnTo>
                    <a:pt x="2386413" y="15045"/>
                  </a:lnTo>
                  <a:lnTo>
                    <a:pt x="2396157" y="13189"/>
                  </a:lnTo>
                  <a:lnTo>
                    <a:pt x="2405886" y="11444"/>
                  </a:lnTo>
                  <a:lnTo>
                    <a:pt x="2415630" y="9815"/>
                  </a:lnTo>
                  <a:lnTo>
                    <a:pt x="2425374" y="8303"/>
                  </a:lnTo>
                  <a:lnTo>
                    <a:pt x="2435118" y="6912"/>
                  </a:lnTo>
                  <a:lnTo>
                    <a:pt x="2444862" y="5642"/>
                  </a:lnTo>
                  <a:lnTo>
                    <a:pt x="2454591" y="4498"/>
                  </a:lnTo>
                  <a:lnTo>
                    <a:pt x="2464335" y="3479"/>
                  </a:lnTo>
                  <a:lnTo>
                    <a:pt x="2474079" y="2589"/>
                  </a:lnTo>
                  <a:lnTo>
                    <a:pt x="2483823" y="1828"/>
                  </a:lnTo>
                  <a:lnTo>
                    <a:pt x="2493552" y="1198"/>
                  </a:lnTo>
                  <a:lnTo>
                    <a:pt x="2503296" y="699"/>
                  </a:lnTo>
                  <a:lnTo>
                    <a:pt x="2513040" y="334"/>
                  </a:lnTo>
                  <a:lnTo>
                    <a:pt x="2522784" y="100"/>
                  </a:lnTo>
                  <a:lnTo>
                    <a:pt x="2532513" y="0"/>
                  </a:lnTo>
                  <a:lnTo>
                    <a:pt x="2542257" y="33"/>
                  </a:lnTo>
                  <a:lnTo>
                    <a:pt x="2552001" y="200"/>
                  </a:lnTo>
                  <a:lnTo>
                    <a:pt x="2561745" y="499"/>
                  </a:lnTo>
                  <a:lnTo>
                    <a:pt x="2571474" y="931"/>
                  </a:lnTo>
                  <a:lnTo>
                    <a:pt x="2581218" y="1494"/>
                  </a:lnTo>
                  <a:lnTo>
                    <a:pt x="2590962" y="2190"/>
                  </a:lnTo>
                  <a:lnTo>
                    <a:pt x="2600705" y="3017"/>
                  </a:lnTo>
                  <a:lnTo>
                    <a:pt x="2610449" y="3972"/>
                  </a:lnTo>
                  <a:lnTo>
                    <a:pt x="2620178" y="5057"/>
                  </a:lnTo>
                  <a:lnTo>
                    <a:pt x="2629922" y="6268"/>
                  </a:lnTo>
                  <a:lnTo>
                    <a:pt x="2639666" y="7604"/>
                  </a:lnTo>
                  <a:lnTo>
                    <a:pt x="2649410" y="9065"/>
                  </a:lnTo>
                  <a:lnTo>
                    <a:pt x="2659139" y="10647"/>
                  </a:lnTo>
                  <a:lnTo>
                    <a:pt x="2668883" y="12351"/>
                  </a:lnTo>
                  <a:lnTo>
                    <a:pt x="2678627" y="14172"/>
                  </a:lnTo>
                  <a:lnTo>
                    <a:pt x="2688371" y="16110"/>
                  </a:lnTo>
                  <a:lnTo>
                    <a:pt x="2698100" y="18163"/>
                  </a:lnTo>
                  <a:lnTo>
                    <a:pt x="2707844" y="20328"/>
                  </a:lnTo>
                  <a:lnTo>
                    <a:pt x="2717588" y="22603"/>
                  </a:lnTo>
                  <a:lnTo>
                    <a:pt x="2727332" y="24986"/>
                  </a:lnTo>
                  <a:lnTo>
                    <a:pt x="2737076" y="27472"/>
                  </a:lnTo>
                  <a:lnTo>
                    <a:pt x="2746805" y="30062"/>
                  </a:lnTo>
                  <a:lnTo>
                    <a:pt x="2756549" y="32751"/>
                  </a:lnTo>
                  <a:lnTo>
                    <a:pt x="2766293" y="35536"/>
                  </a:lnTo>
                  <a:lnTo>
                    <a:pt x="2776037" y="38416"/>
                  </a:lnTo>
                  <a:lnTo>
                    <a:pt x="2785766" y="41385"/>
                  </a:lnTo>
                  <a:lnTo>
                    <a:pt x="2795510" y="44444"/>
                  </a:lnTo>
                  <a:lnTo>
                    <a:pt x="2805254" y="47586"/>
                  </a:lnTo>
                  <a:lnTo>
                    <a:pt x="2814998" y="50810"/>
                  </a:lnTo>
                  <a:lnTo>
                    <a:pt x="2824727" y="54112"/>
                  </a:lnTo>
                  <a:lnTo>
                    <a:pt x="2834471" y="57488"/>
                  </a:lnTo>
                  <a:lnTo>
                    <a:pt x="2844215" y="60937"/>
                  </a:lnTo>
                  <a:lnTo>
                    <a:pt x="2853958" y="64452"/>
                  </a:lnTo>
                  <a:lnTo>
                    <a:pt x="2863687" y="68032"/>
                  </a:lnTo>
                  <a:lnTo>
                    <a:pt x="2873431" y="71672"/>
                  </a:lnTo>
                  <a:lnTo>
                    <a:pt x="2883175" y="75369"/>
                  </a:lnTo>
                  <a:lnTo>
                    <a:pt x="2892919" y="79118"/>
                  </a:lnTo>
                  <a:lnTo>
                    <a:pt x="2902663" y="82916"/>
                  </a:lnTo>
                  <a:lnTo>
                    <a:pt x="2912392" y="8676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0" name="Freeform 849">
              <a:extLst>
                <a:ext uri="{FF2B5EF4-FFF2-40B4-BE49-F238E27FC236}">
                  <a16:creationId xmlns:a16="http://schemas.microsoft.com/office/drawing/2014/main" id="{691ADE0A-D01C-7F3A-C1EB-F81EC3987C62}"/>
                </a:ext>
              </a:extLst>
            </p:cNvPr>
            <p:cNvSpPr/>
            <p:nvPr/>
          </p:nvSpPr>
          <p:spPr>
            <a:xfrm>
              <a:off x="576446" y="3215308"/>
              <a:ext cx="2912392" cy="512980"/>
            </a:xfrm>
            <a:custGeom>
              <a:avLst/>
              <a:gdLst>
                <a:gd name="connsiteX0" fmla="*/ 0 w 2912392"/>
                <a:gd name="connsiteY0" fmla="*/ 512981 h 512980"/>
                <a:gd name="connsiteX1" fmla="*/ 9739 w 2912392"/>
                <a:gd name="connsiteY1" fmla="*/ 512234 h 512980"/>
                <a:gd name="connsiteX2" fmla="*/ 19480 w 2912392"/>
                <a:gd name="connsiteY2" fmla="*/ 511419 h 512980"/>
                <a:gd name="connsiteX3" fmla="*/ 29221 w 2912392"/>
                <a:gd name="connsiteY3" fmla="*/ 510536 h 512980"/>
                <a:gd name="connsiteX4" fmla="*/ 38961 w 2912392"/>
                <a:gd name="connsiteY4" fmla="*/ 509587 h 512980"/>
                <a:gd name="connsiteX5" fmla="*/ 48702 w 2912392"/>
                <a:gd name="connsiteY5" fmla="*/ 508571 h 512980"/>
                <a:gd name="connsiteX6" fmla="*/ 58443 w 2912392"/>
                <a:gd name="connsiteY6" fmla="*/ 507491 h 512980"/>
                <a:gd name="connsiteX7" fmla="*/ 68182 w 2912392"/>
                <a:gd name="connsiteY7" fmla="*/ 506345 h 512980"/>
                <a:gd name="connsiteX8" fmla="*/ 77923 w 2912392"/>
                <a:gd name="connsiteY8" fmla="*/ 505138 h 512980"/>
                <a:gd name="connsiteX9" fmla="*/ 87664 w 2912392"/>
                <a:gd name="connsiteY9" fmla="*/ 503872 h 512980"/>
                <a:gd name="connsiteX10" fmla="*/ 97404 w 2912392"/>
                <a:gd name="connsiteY10" fmla="*/ 502544 h 512980"/>
                <a:gd name="connsiteX11" fmla="*/ 107145 w 2912392"/>
                <a:gd name="connsiteY11" fmla="*/ 501160 h 512980"/>
                <a:gd name="connsiteX12" fmla="*/ 116886 w 2912392"/>
                <a:gd name="connsiteY12" fmla="*/ 499721 h 512980"/>
                <a:gd name="connsiteX13" fmla="*/ 126625 w 2912392"/>
                <a:gd name="connsiteY13" fmla="*/ 498228 h 512980"/>
                <a:gd name="connsiteX14" fmla="*/ 136366 w 2912392"/>
                <a:gd name="connsiteY14" fmla="*/ 496683 h 512980"/>
                <a:gd name="connsiteX15" fmla="*/ 146107 w 2912392"/>
                <a:gd name="connsiteY15" fmla="*/ 495087 h 512980"/>
                <a:gd name="connsiteX16" fmla="*/ 155846 w 2912392"/>
                <a:gd name="connsiteY16" fmla="*/ 493444 h 512980"/>
                <a:gd name="connsiteX17" fmla="*/ 165587 w 2912392"/>
                <a:gd name="connsiteY17" fmla="*/ 491756 h 512980"/>
                <a:gd name="connsiteX18" fmla="*/ 175328 w 2912392"/>
                <a:gd name="connsiteY18" fmla="*/ 490023 h 512980"/>
                <a:gd name="connsiteX19" fmla="*/ 185068 w 2912392"/>
                <a:gd name="connsiteY19" fmla="*/ 488250 h 512980"/>
                <a:gd name="connsiteX20" fmla="*/ 194809 w 2912392"/>
                <a:gd name="connsiteY20" fmla="*/ 486437 h 512980"/>
                <a:gd name="connsiteX21" fmla="*/ 204550 w 2912392"/>
                <a:gd name="connsiteY21" fmla="*/ 484585 h 512980"/>
                <a:gd name="connsiteX22" fmla="*/ 214289 w 2912392"/>
                <a:gd name="connsiteY22" fmla="*/ 482699 h 512980"/>
                <a:gd name="connsiteX23" fmla="*/ 224030 w 2912392"/>
                <a:gd name="connsiteY23" fmla="*/ 480780 h 512980"/>
                <a:gd name="connsiteX24" fmla="*/ 233771 w 2912392"/>
                <a:gd name="connsiteY24" fmla="*/ 478829 h 512980"/>
                <a:gd name="connsiteX25" fmla="*/ 243510 w 2912392"/>
                <a:gd name="connsiteY25" fmla="*/ 476848 h 512980"/>
                <a:gd name="connsiteX26" fmla="*/ 253251 w 2912392"/>
                <a:gd name="connsiteY26" fmla="*/ 474841 h 512980"/>
                <a:gd name="connsiteX27" fmla="*/ 262992 w 2912392"/>
                <a:gd name="connsiteY27" fmla="*/ 472807 h 512980"/>
                <a:gd name="connsiteX28" fmla="*/ 272732 w 2912392"/>
                <a:gd name="connsiteY28" fmla="*/ 470751 h 512980"/>
                <a:gd name="connsiteX29" fmla="*/ 282473 w 2912392"/>
                <a:gd name="connsiteY29" fmla="*/ 468671 h 512980"/>
                <a:gd name="connsiteX30" fmla="*/ 292214 w 2912392"/>
                <a:gd name="connsiteY30" fmla="*/ 466572 h 512980"/>
                <a:gd name="connsiteX31" fmla="*/ 301953 w 2912392"/>
                <a:gd name="connsiteY31" fmla="*/ 464453 h 512980"/>
                <a:gd name="connsiteX32" fmla="*/ 311694 w 2912392"/>
                <a:gd name="connsiteY32" fmla="*/ 462317 h 512980"/>
                <a:gd name="connsiteX33" fmla="*/ 321435 w 2912392"/>
                <a:gd name="connsiteY33" fmla="*/ 460164 h 512980"/>
                <a:gd name="connsiteX34" fmla="*/ 331175 w 2912392"/>
                <a:gd name="connsiteY34" fmla="*/ 457996 h 512980"/>
                <a:gd name="connsiteX35" fmla="*/ 340916 w 2912392"/>
                <a:gd name="connsiteY35" fmla="*/ 455814 h 512980"/>
                <a:gd name="connsiteX36" fmla="*/ 350656 w 2912392"/>
                <a:gd name="connsiteY36" fmla="*/ 453619 h 512980"/>
                <a:gd name="connsiteX37" fmla="*/ 360396 w 2912392"/>
                <a:gd name="connsiteY37" fmla="*/ 451411 h 512980"/>
                <a:gd name="connsiteX38" fmla="*/ 370137 w 2912392"/>
                <a:gd name="connsiteY38" fmla="*/ 449191 h 512980"/>
                <a:gd name="connsiteX39" fmla="*/ 379878 w 2912392"/>
                <a:gd name="connsiteY39" fmla="*/ 446961 h 512980"/>
                <a:gd name="connsiteX40" fmla="*/ 389617 w 2912392"/>
                <a:gd name="connsiteY40" fmla="*/ 444720 h 512980"/>
                <a:gd name="connsiteX41" fmla="*/ 399358 w 2912392"/>
                <a:gd name="connsiteY41" fmla="*/ 442468 h 512980"/>
                <a:gd name="connsiteX42" fmla="*/ 409099 w 2912392"/>
                <a:gd name="connsiteY42" fmla="*/ 440208 h 512980"/>
                <a:gd name="connsiteX43" fmla="*/ 418839 w 2912392"/>
                <a:gd name="connsiteY43" fmla="*/ 437936 h 512980"/>
                <a:gd name="connsiteX44" fmla="*/ 428580 w 2912392"/>
                <a:gd name="connsiteY44" fmla="*/ 435655 h 512980"/>
                <a:gd name="connsiteX45" fmla="*/ 438321 w 2912392"/>
                <a:gd name="connsiteY45" fmla="*/ 433364 h 512980"/>
                <a:gd name="connsiteX46" fmla="*/ 448060 w 2912392"/>
                <a:gd name="connsiteY46" fmla="*/ 431062 h 512980"/>
                <a:gd name="connsiteX47" fmla="*/ 457801 w 2912392"/>
                <a:gd name="connsiteY47" fmla="*/ 428749 h 512980"/>
                <a:gd name="connsiteX48" fmla="*/ 467542 w 2912392"/>
                <a:gd name="connsiteY48" fmla="*/ 426425 h 512980"/>
                <a:gd name="connsiteX49" fmla="*/ 477281 w 2912392"/>
                <a:gd name="connsiteY49" fmla="*/ 424089 h 512980"/>
                <a:gd name="connsiteX50" fmla="*/ 487022 w 2912392"/>
                <a:gd name="connsiteY50" fmla="*/ 421741 h 512980"/>
                <a:gd name="connsiteX51" fmla="*/ 496763 w 2912392"/>
                <a:gd name="connsiteY51" fmla="*/ 419378 h 512980"/>
                <a:gd name="connsiteX52" fmla="*/ 506503 w 2912392"/>
                <a:gd name="connsiteY52" fmla="*/ 417002 h 512980"/>
                <a:gd name="connsiteX53" fmla="*/ 516244 w 2912392"/>
                <a:gd name="connsiteY53" fmla="*/ 414610 h 512980"/>
                <a:gd name="connsiteX54" fmla="*/ 525985 w 2912392"/>
                <a:gd name="connsiteY54" fmla="*/ 412201 h 512980"/>
                <a:gd name="connsiteX55" fmla="*/ 535724 w 2912392"/>
                <a:gd name="connsiteY55" fmla="*/ 409776 h 512980"/>
                <a:gd name="connsiteX56" fmla="*/ 545465 w 2912392"/>
                <a:gd name="connsiteY56" fmla="*/ 407332 h 512980"/>
                <a:gd name="connsiteX57" fmla="*/ 555206 w 2912392"/>
                <a:gd name="connsiteY57" fmla="*/ 404868 h 512980"/>
                <a:gd name="connsiteX58" fmla="*/ 564946 w 2912392"/>
                <a:gd name="connsiteY58" fmla="*/ 402381 h 512980"/>
                <a:gd name="connsiteX59" fmla="*/ 574687 w 2912392"/>
                <a:gd name="connsiteY59" fmla="*/ 399874 h 512980"/>
                <a:gd name="connsiteX60" fmla="*/ 584428 w 2912392"/>
                <a:gd name="connsiteY60" fmla="*/ 397342 h 512980"/>
                <a:gd name="connsiteX61" fmla="*/ 594167 w 2912392"/>
                <a:gd name="connsiteY61" fmla="*/ 394784 h 512980"/>
                <a:gd name="connsiteX62" fmla="*/ 603908 w 2912392"/>
                <a:gd name="connsiteY62" fmla="*/ 392201 h 512980"/>
                <a:gd name="connsiteX63" fmla="*/ 613649 w 2912392"/>
                <a:gd name="connsiteY63" fmla="*/ 389589 h 512980"/>
                <a:gd name="connsiteX64" fmla="*/ 623388 w 2912392"/>
                <a:gd name="connsiteY64" fmla="*/ 386947 h 512980"/>
                <a:gd name="connsiteX65" fmla="*/ 633129 w 2912392"/>
                <a:gd name="connsiteY65" fmla="*/ 384275 h 512980"/>
                <a:gd name="connsiteX66" fmla="*/ 642870 w 2912392"/>
                <a:gd name="connsiteY66" fmla="*/ 381569 h 512980"/>
                <a:gd name="connsiteX67" fmla="*/ 652610 w 2912392"/>
                <a:gd name="connsiteY67" fmla="*/ 378830 h 512980"/>
                <a:gd name="connsiteX68" fmla="*/ 662351 w 2912392"/>
                <a:gd name="connsiteY68" fmla="*/ 376055 h 512980"/>
                <a:gd name="connsiteX69" fmla="*/ 672092 w 2912392"/>
                <a:gd name="connsiteY69" fmla="*/ 373243 h 512980"/>
                <a:gd name="connsiteX70" fmla="*/ 681831 w 2912392"/>
                <a:gd name="connsiteY70" fmla="*/ 370395 h 512980"/>
                <a:gd name="connsiteX71" fmla="*/ 691572 w 2912392"/>
                <a:gd name="connsiteY71" fmla="*/ 367504 h 512980"/>
                <a:gd name="connsiteX72" fmla="*/ 701313 w 2912392"/>
                <a:gd name="connsiteY72" fmla="*/ 364575 h 512980"/>
                <a:gd name="connsiteX73" fmla="*/ 711052 w 2912392"/>
                <a:gd name="connsiteY73" fmla="*/ 361603 h 512980"/>
                <a:gd name="connsiteX74" fmla="*/ 720793 w 2912392"/>
                <a:gd name="connsiteY74" fmla="*/ 358586 h 512980"/>
                <a:gd name="connsiteX75" fmla="*/ 730534 w 2912392"/>
                <a:gd name="connsiteY75" fmla="*/ 355526 h 512980"/>
                <a:gd name="connsiteX76" fmla="*/ 740274 w 2912392"/>
                <a:gd name="connsiteY76" fmla="*/ 352419 h 512980"/>
                <a:gd name="connsiteX77" fmla="*/ 750015 w 2912392"/>
                <a:gd name="connsiteY77" fmla="*/ 349266 h 512980"/>
                <a:gd name="connsiteX78" fmla="*/ 759756 w 2912392"/>
                <a:gd name="connsiteY78" fmla="*/ 346065 h 512980"/>
                <a:gd name="connsiteX79" fmla="*/ 769495 w 2912392"/>
                <a:gd name="connsiteY79" fmla="*/ 342815 h 512980"/>
                <a:gd name="connsiteX80" fmla="*/ 779236 w 2912392"/>
                <a:gd name="connsiteY80" fmla="*/ 339515 h 512980"/>
                <a:gd name="connsiteX81" fmla="*/ 788977 w 2912392"/>
                <a:gd name="connsiteY81" fmla="*/ 336163 h 512980"/>
                <a:gd name="connsiteX82" fmla="*/ 798717 w 2912392"/>
                <a:gd name="connsiteY82" fmla="*/ 332761 h 512980"/>
                <a:gd name="connsiteX83" fmla="*/ 808458 w 2912392"/>
                <a:gd name="connsiteY83" fmla="*/ 329306 h 512980"/>
                <a:gd name="connsiteX84" fmla="*/ 818199 w 2912392"/>
                <a:gd name="connsiteY84" fmla="*/ 325799 h 512980"/>
                <a:gd name="connsiteX85" fmla="*/ 827938 w 2912392"/>
                <a:gd name="connsiteY85" fmla="*/ 322237 h 512980"/>
                <a:gd name="connsiteX86" fmla="*/ 837679 w 2912392"/>
                <a:gd name="connsiteY86" fmla="*/ 318622 h 512980"/>
                <a:gd name="connsiteX87" fmla="*/ 847420 w 2912392"/>
                <a:gd name="connsiteY87" fmla="*/ 314953 h 512980"/>
                <a:gd name="connsiteX88" fmla="*/ 857159 w 2912392"/>
                <a:gd name="connsiteY88" fmla="*/ 311228 h 512980"/>
                <a:gd name="connsiteX89" fmla="*/ 866900 w 2912392"/>
                <a:gd name="connsiteY89" fmla="*/ 307448 h 512980"/>
                <a:gd name="connsiteX90" fmla="*/ 876641 w 2912392"/>
                <a:gd name="connsiteY90" fmla="*/ 303613 h 512980"/>
                <a:gd name="connsiteX91" fmla="*/ 886381 w 2912392"/>
                <a:gd name="connsiteY91" fmla="*/ 299723 h 512980"/>
                <a:gd name="connsiteX92" fmla="*/ 896122 w 2912392"/>
                <a:gd name="connsiteY92" fmla="*/ 295776 h 512980"/>
                <a:gd name="connsiteX93" fmla="*/ 905863 w 2912392"/>
                <a:gd name="connsiteY93" fmla="*/ 291776 h 512980"/>
                <a:gd name="connsiteX94" fmla="*/ 915602 w 2912392"/>
                <a:gd name="connsiteY94" fmla="*/ 287719 h 512980"/>
                <a:gd name="connsiteX95" fmla="*/ 925343 w 2912392"/>
                <a:gd name="connsiteY95" fmla="*/ 283608 h 512980"/>
                <a:gd name="connsiteX96" fmla="*/ 935084 w 2912392"/>
                <a:gd name="connsiteY96" fmla="*/ 279441 h 512980"/>
                <a:gd name="connsiteX97" fmla="*/ 944824 w 2912392"/>
                <a:gd name="connsiteY97" fmla="*/ 275222 h 512980"/>
                <a:gd name="connsiteX98" fmla="*/ 954564 w 2912392"/>
                <a:gd name="connsiteY98" fmla="*/ 270947 h 512980"/>
                <a:gd name="connsiteX99" fmla="*/ 964305 w 2912392"/>
                <a:gd name="connsiteY99" fmla="*/ 266620 h 512980"/>
                <a:gd name="connsiteX100" fmla="*/ 974045 w 2912392"/>
                <a:gd name="connsiteY100" fmla="*/ 262240 h 512980"/>
                <a:gd name="connsiteX101" fmla="*/ 983786 w 2912392"/>
                <a:gd name="connsiteY101" fmla="*/ 257809 h 512980"/>
                <a:gd name="connsiteX102" fmla="*/ 993522 w 2912392"/>
                <a:gd name="connsiteY102" fmla="*/ 253327 h 512980"/>
                <a:gd name="connsiteX103" fmla="*/ 1003266 w 2912392"/>
                <a:gd name="connsiteY103" fmla="*/ 248797 h 512980"/>
                <a:gd name="connsiteX104" fmla="*/ 1013010 w 2912392"/>
                <a:gd name="connsiteY104" fmla="*/ 244218 h 512980"/>
                <a:gd name="connsiteX105" fmla="*/ 1022754 w 2912392"/>
                <a:gd name="connsiteY105" fmla="*/ 239592 h 512980"/>
                <a:gd name="connsiteX106" fmla="*/ 1032483 w 2912392"/>
                <a:gd name="connsiteY106" fmla="*/ 234920 h 512980"/>
                <a:gd name="connsiteX107" fmla="*/ 1042227 w 2912392"/>
                <a:gd name="connsiteY107" fmla="*/ 230204 h 512980"/>
                <a:gd name="connsiteX108" fmla="*/ 1051971 w 2912392"/>
                <a:gd name="connsiteY108" fmla="*/ 225445 h 512980"/>
                <a:gd name="connsiteX109" fmla="*/ 1061715 w 2912392"/>
                <a:gd name="connsiteY109" fmla="*/ 220647 h 512980"/>
                <a:gd name="connsiteX110" fmla="*/ 1071444 w 2912392"/>
                <a:gd name="connsiteY110" fmla="*/ 215810 h 512980"/>
                <a:gd name="connsiteX111" fmla="*/ 1081188 w 2912392"/>
                <a:gd name="connsiteY111" fmla="*/ 210935 h 512980"/>
                <a:gd name="connsiteX112" fmla="*/ 1090932 w 2912392"/>
                <a:gd name="connsiteY112" fmla="*/ 206028 h 512980"/>
                <a:gd name="connsiteX113" fmla="*/ 1100676 w 2912392"/>
                <a:gd name="connsiteY113" fmla="*/ 201087 h 512980"/>
                <a:gd name="connsiteX114" fmla="*/ 1110405 w 2912392"/>
                <a:gd name="connsiteY114" fmla="*/ 196117 h 512980"/>
                <a:gd name="connsiteX115" fmla="*/ 1120149 w 2912392"/>
                <a:gd name="connsiteY115" fmla="*/ 191121 h 512980"/>
                <a:gd name="connsiteX116" fmla="*/ 1129893 w 2912392"/>
                <a:gd name="connsiteY116" fmla="*/ 186100 h 512980"/>
                <a:gd name="connsiteX117" fmla="*/ 1139637 w 2912392"/>
                <a:gd name="connsiteY117" fmla="*/ 181058 h 512980"/>
                <a:gd name="connsiteX118" fmla="*/ 1149381 w 2912392"/>
                <a:gd name="connsiteY118" fmla="*/ 175997 h 512980"/>
                <a:gd name="connsiteX119" fmla="*/ 1159110 w 2912392"/>
                <a:gd name="connsiteY119" fmla="*/ 170923 h 512980"/>
                <a:gd name="connsiteX120" fmla="*/ 1168854 w 2912392"/>
                <a:gd name="connsiteY120" fmla="*/ 165835 h 512980"/>
                <a:gd name="connsiteX121" fmla="*/ 1178598 w 2912392"/>
                <a:gd name="connsiteY121" fmla="*/ 160741 h 512980"/>
                <a:gd name="connsiteX122" fmla="*/ 1188341 w 2912392"/>
                <a:gd name="connsiteY122" fmla="*/ 155641 h 512980"/>
                <a:gd name="connsiteX123" fmla="*/ 1198070 w 2912392"/>
                <a:gd name="connsiteY123" fmla="*/ 150541 h 512980"/>
                <a:gd name="connsiteX124" fmla="*/ 1207814 w 2912392"/>
                <a:gd name="connsiteY124" fmla="*/ 145445 h 512980"/>
                <a:gd name="connsiteX125" fmla="*/ 1217558 w 2912392"/>
                <a:gd name="connsiteY125" fmla="*/ 140356 h 512980"/>
                <a:gd name="connsiteX126" fmla="*/ 1227302 w 2912392"/>
                <a:gd name="connsiteY126" fmla="*/ 135278 h 512980"/>
                <a:gd name="connsiteX127" fmla="*/ 1237031 w 2912392"/>
                <a:gd name="connsiteY127" fmla="*/ 130217 h 512980"/>
                <a:gd name="connsiteX128" fmla="*/ 1246775 w 2912392"/>
                <a:gd name="connsiteY128" fmla="*/ 125177 h 512980"/>
                <a:gd name="connsiteX129" fmla="*/ 1256519 w 2912392"/>
                <a:gd name="connsiteY129" fmla="*/ 120160 h 512980"/>
                <a:gd name="connsiteX130" fmla="*/ 1266263 w 2912392"/>
                <a:gd name="connsiteY130" fmla="*/ 115175 h 512980"/>
                <a:gd name="connsiteX131" fmla="*/ 1276007 w 2912392"/>
                <a:gd name="connsiteY131" fmla="*/ 110224 h 512980"/>
                <a:gd name="connsiteX132" fmla="*/ 1285736 w 2912392"/>
                <a:gd name="connsiteY132" fmla="*/ 105313 h 512980"/>
                <a:gd name="connsiteX133" fmla="*/ 1295480 w 2912392"/>
                <a:gd name="connsiteY133" fmla="*/ 100447 h 512980"/>
                <a:gd name="connsiteX134" fmla="*/ 1305224 w 2912392"/>
                <a:gd name="connsiteY134" fmla="*/ 95631 h 512980"/>
                <a:gd name="connsiteX135" fmla="*/ 1314968 w 2912392"/>
                <a:gd name="connsiteY135" fmla="*/ 90870 h 512980"/>
                <a:gd name="connsiteX136" fmla="*/ 1324697 w 2912392"/>
                <a:gd name="connsiteY136" fmla="*/ 86170 h 512980"/>
                <a:gd name="connsiteX137" fmla="*/ 1334441 w 2912392"/>
                <a:gd name="connsiteY137" fmla="*/ 81536 h 512980"/>
                <a:gd name="connsiteX138" fmla="*/ 1344185 w 2912392"/>
                <a:gd name="connsiteY138" fmla="*/ 76974 h 512980"/>
                <a:gd name="connsiteX139" fmla="*/ 1353929 w 2912392"/>
                <a:gd name="connsiteY139" fmla="*/ 72490 h 512980"/>
                <a:gd name="connsiteX140" fmla="*/ 1363658 w 2912392"/>
                <a:gd name="connsiteY140" fmla="*/ 68087 h 512980"/>
                <a:gd name="connsiteX141" fmla="*/ 1373402 w 2912392"/>
                <a:gd name="connsiteY141" fmla="*/ 63774 h 512980"/>
                <a:gd name="connsiteX142" fmla="*/ 1383146 w 2912392"/>
                <a:gd name="connsiteY142" fmla="*/ 59554 h 512980"/>
                <a:gd name="connsiteX143" fmla="*/ 1392890 w 2912392"/>
                <a:gd name="connsiteY143" fmla="*/ 55435 h 512980"/>
                <a:gd name="connsiteX144" fmla="*/ 1402619 w 2912392"/>
                <a:gd name="connsiteY144" fmla="*/ 51419 h 512980"/>
                <a:gd name="connsiteX145" fmla="*/ 1412363 w 2912392"/>
                <a:gd name="connsiteY145" fmla="*/ 47516 h 512980"/>
                <a:gd name="connsiteX146" fmla="*/ 1422106 w 2912392"/>
                <a:gd name="connsiteY146" fmla="*/ 43729 h 512980"/>
                <a:gd name="connsiteX147" fmla="*/ 1431850 w 2912392"/>
                <a:gd name="connsiteY147" fmla="*/ 40063 h 512980"/>
                <a:gd name="connsiteX148" fmla="*/ 1441594 w 2912392"/>
                <a:gd name="connsiteY148" fmla="*/ 36526 h 512980"/>
                <a:gd name="connsiteX149" fmla="*/ 1451323 w 2912392"/>
                <a:gd name="connsiteY149" fmla="*/ 33122 h 512980"/>
                <a:gd name="connsiteX150" fmla="*/ 1461067 w 2912392"/>
                <a:gd name="connsiteY150" fmla="*/ 29856 h 512980"/>
                <a:gd name="connsiteX151" fmla="*/ 1470811 w 2912392"/>
                <a:gd name="connsiteY151" fmla="*/ 26733 h 512980"/>
                <a:gd name="connsiteX152" fmla="*/ 1480555 w 2912392"/>
                <a:gd name="connsiteY152" fmla="*/ 23761 h 512980"/>
                <a:gd name="connsiteX153" fmla="*/ 1490284 w 2912392"/>
                <a:gd name="connsiteY153" fmla="*/ 20941 h 512980"/>
                <a:gd name="connsiteX154" fmla="*/ 1500028 w 2912392"/>
                <a:gd name="connsiteY154" fmla="*/ 18280 h 512980"/>
                <a:gd name="connsiteX155" fmla="*/ 1509772 w 2912392"/>
                <a:gd name="connsiteY155" fmla="*/ 15781 h 512980"/>
                <a:gd name="connsiteX156" fmla="*/ 1519516 w 2912392"/>
                <a:gd name="connsiteY156" fmla="*/ 13452 h 512980"/>
                <a:gd name="connsiteX157" fmla="*/ 1529245 w 2912392"/>
                <a:gd name="connsiteY157" fmla="*/ 11295 h 512980"/>
                <a:gd name="connsiteX158" fmla="*/ 1538989 w 2912392"/>
                <a:gd name="connsiteY158" fmla="*/ 9313 h 512980"/>
                <a:gd name="connsiteX159" fmla="*/ 1548733 w 2912392"/>
                <a:gd name="connsiteY159" fmla="*/ 7514 h 512980"/>
                <a:gd name="connsiteX160" fmla="*/ 1558477 w 2912392"/>
                <a:gd name="connsiteY160" fmla="*/ 5899 h 512980"/>
                <a:gd name="connsiteX161" fmla="*/ 1568221 w 2912392"/>
                <a:gd name="connsiteY161" fmla="*/ 4471 h 512980"/>
                <a:gd name="connsiteX162" fmla="*/ 1577950 w 2912392"/>
                <a:gd name="connsiteY162" fmla="*/ 3235 h 512980"/>
                <a:gd name="connsiteX163" fmla="*/ 1587694 w 2912392"/>
                <a:gd name="connsiteY163" fmla="*/ 2195 h 512980"/>
                <a:gd name="connsiteX164" fmla="*/ 1597438 w 2912392"/>
                <a:gd name="connsiteY164" fmla="*/ 1350 h 512980"/>
                <a:gd name="connsiteX165" fmla="*/ 1607182 w 2912392"/>
                <a:gd name="connsiteY165" fmla="*/ 706 h 512980"/>
                <a:gd name="connsiteX166" fmla="*/ 1616911 w 2912392"/>
                <a:gd name="connsiteY166" fmla="*/ 267 h 512980"/>
                <a:gd name="connsiteX167" fmla="*/ 1626655 w 2912392"/>
                <a:gd name="connsiteY167" fmla="*/ 30 h 512980"/>
                <a:gd name="connsiteX168" fmla="*/ 1636399 w 2912392"/>
                <a:gd name="connsiteY168" fmla="*/ 0 h 512980"/>
                <a:gd name="connsiteX169" fmla="*/ 1646142 w 2912392"/>
                <a:gd name="connsiteY169" fmla="*/ 179 h 512980"/>
                <a:gd name="connsiteX170" fmla="*/ 1655872 w 2912392"/>
                <a:gd name="connsiteY170" fmla="*/ 568 h 512980"/>
                <a:gd name="connsiteX171" fmla="*/ 1665616 w 2912392"/>
                <a:gd name="connsiteY171" fmla="*/ 1165 h 512980"/>
                <a:gd name="connsiteX172" fmla="*/ 1675359 w 2912392"/>
                <a:gd name="connsiteY172" fmla="*/ 1976 h 512980"/>
                <a:gd name="connsiteX173" fmla="*/ 1685103 w 2912392"/>
                <a:gd name="connsiteY173" fmla="*/ 2998 h 512980"/>
                <a:gd name="connsiteX174" fmla="*/ 1694832 w 2912392"/>
                <a:gd name="connsiteY174" fmla="*/ 4230 h 512980"/>
                <a:gd name="connsiteX175" fmla="*/ 1704576 w 2912392"/>
                <a:gd name="connsiteY175" fmla="*/ 5675 h 512980"/>
                <a:gd name="connsiteX176" fmla="*/ 1714320 w 2912392"/>
                <a:gd name="connsiteY176" fmla="*/ 7330 h 512980"/>
                <a:gd name="connsiteX177" fmla="*/ 1724064 w 2912392"/>
                <a:gd name="connsiteY177" fmla="*/ 9197 h 512980"/>
                <a:gd name="connsiteX178" fmla="*/ 1733808 w 2912392"/>
                <a:gd name="connsiteY178" fmla="*/ 11273 h 512980"/>
                <a:gd name="connsiteX179" fmla="*/ 1743537 w 2912392"/>
                <a:gd name="connsiteY179" fmla="*/ 13557 h 512980"/>
                <a:gd name="connsiteX180" fmla="*/ 1753281 w 2912392"/>
                <a:gd name="connsiteY180" fmla="*/ 16046 h 512980"/>
                <a:gd name="connsiteX181" fmla="*/ 1763025 w 2912392"/>
                <a:gd name="connsiteY181" fmla="*/ 18740 h 512980"/>
                <a:gd name="connsiteX182" fmla="*/ 1772769 w 2912392"/>
                <a:gd name="connsiteY182" fmla="*/ 21636 h 512980"/>
                <a:gd name="connsiteX183" fmla="*/ 1782498 w 2912392"/>
                <a:gd name="connsiteY183" fmla="*/ 24732 h 512980"/>
                <a:gd name="connsiteX184" fmla="*/ 1792242 w 2912392"/>
                <a:gd name="connsiteY184" fmla="*/ 28025 h 512980"/>
                <a:gd name="connsiteX185" fmla="*/ 1801986 w 2912392"/>
                <a:gd name="connsiteY185" fmla="*/ 31511 h 512980"/>
                <a:gd name="connsiteX186" fmla="*/ 1811730 w 2912392"/>
                <a:gd name="connsiteY186" fmla="*/ 35188 h 512980"/>
                <a:gd name="connsiteX187" fmla="*/ 1821459 w 2912392"/>
                <a:gd name="connsiteY187" fmla="*/ 39053 h 512980"/>
                <a:gd name="connsiteX188" fmla="*/ 1831203 w 2912392"/>
                <a:gd name="connsiteY188" fmla="*/ 43100 h 512980"/>
                <a:gd name="connsiteX189" fmla="*/ 1840947 w 2912392"/>
                <a:gd name="connsiteY189" fmla="*/ 47327 h 512980"/>
                <a:gd name="connsiteX190" fmla="*/ 1850691 w 2912392"/>
                <a:gd name="connsiteY190" fmla="*/ 51728 h 512980"/>
                <a:gd name="connsiteX191" fmla="*/ 1860435 w 2912392"/>
                <a:gd name="connsiteY191" fmla="*/ 56299 h 512980"/>
                <a:gd name="connsiteX192" fmla="*/ 1870164 w 2912392"/>
                <a:gd name="connsiteY192" fmla="*/ 61035 h 512980"/>
                <a:gd name="connsiteX193" fmla="*/ 1879908 w 2912392"/>
                <a:gd name="connsiteY193" fmla="*/ 65934 h 512980"/>
                <a:gd name="connsiteX194" fmla="*/ 1889652 w 2912392"/>
                <a:gd name="connsiteY194" fmla="*/ 70986 h 512980"/>
                <a:gd name="connsiteX195" fmla="*/ 1899395 w 2912392"/>
                <a:gd name="connsiteY195" fmla="*/ 76189 h 512980"/>
                <a:gd name="connsiteX196" fmla="*/ 1909124 w 2912392"/>
                <a:gd name="connsiteY196" fmla="*/ 81538 h 512980"/>
                <a:gd name="connsiteX197" fmla="*/ 1918868 w 2912392"/>
                <a:gd name="connsiteY197" fmla="*/ 87023 h 512980"/>
                <a:gd name="connsiteX198" fmla="*/ 1928612 w 2912392"/>
                <a:gd name="connsiteY198" fmla="*/ 92643 h 512980"/>
                <a:gd name="connsiteX199" fmla="*/ 1938356 w 2912392"/>
                <a:gd name="connsiteY199" fmla="*/ 98390 h 512980"/>
                <a:gd name="connsiteX200" fmla="*/ 1948085 w 2912392"/>
                <a:gd name="connsiteY200" fmla="*/ 104257 h 512980"/>
                <a:gd name="connsiteX201" fmla="*/ 1957829 w 2912392"/>
                <a:gd name="connsiteY201" fmla="*/ 110238 h 512980"/>
                <a:gd name="connsiteX202" fmla="*/ 1967573 w 2912392"/>
                <a:gd name="connsiteY202" fmla="*/ 116328 h 512980"/>
                <a:gd name="connsiteX203" fmla="*/ 1977317 w 2912392"/>
                <a:gd name="connsiteY203" fmla="*/ 122519 h 512980"/>
                <a:gd name="connsiteX204" fmla="*/ 1987046 w 2912392"/>
                <a:gd name="connsiteY204" fmla="*/ 128805 h 512980"/>
                <a:gd name="connsiteX205" fmla="*/ 1996790 w 2912392"/>
                <a:gd name="connsiteY205" fmla="*/ 135178 h 512980"/>
                <a:gd name="connsiteX206" fmla="*/ 2006534 w 2912392"/>
                <a:gd name="connsiteY206" fmla="*/ 141633 h 512980"/>
                <a:gd name="connsiteX207" fmla="*/ 2016278 w 2912392"/>
                <a:gd name="connsiteY207" fmla="*/ 148161 h 512980"/>
                <a:gd name="connsiteX208" fmla="*/ 2026022 w 2912392"/>
                <a:gd name="connsiteY208" fmla="*/ 154757 h 512980"/>
                <a:gd name="connsiteX209" fmla="*/ 2035751 w 2912392"/>
                <a:gd name="connsiteY209" fmla="*/ 161414 h 512980"/>
                <a:gd name="connsiteX210" fmla="*/ 2045495 w 2912392"/>
                <a:gd name="connsiteY210" fmla="*/ 168122 h 512980"/>
                <a:gd name="connsiteX211" fmla="*/ 2055239 w 2912392"/>
                <a:gd name="connsiteY211" fmla="*/ 174875 h 512980"/>
                <a:gd name="connsiteX212" fmla="*/ 2064983 w 2912392"/>
                <a:gd name="connsiteY212" fmla="*/ 181668 h 512980"/>
                <a:gd name="connsiteX213" fmla="*/ 2074712 w 2912392"/>
                <a:gd name="connsiteY213" fmla="*/ 188491 h 512980"/>
                <a:gd name="connsiteX214" fmla="*/ 2084456 w 2912392"/>
                <a:gd name="connsiteY214" fmla="*/ 195338 h 512980"/>
                <a:gd name="connsiteX215" fmla="*/ 2094200 w 2912392"/>
                <a:gd name="connsiteY215" fmla="*/ 202202 h 512980"/>
                <a:gd name="connsiteX216" fmla="*/ 2103944 w 2912392"/>
                <a:gd name="connsiteY216" fmla="*/ 209073 h 512980"/>
                <a:gd name="connsiteX217" fmla="*/ 2113673 w 2912392"/>
                <a:gd name="connsiteY217" fmla="*/ 215946 h 512980"/>
                <a:gd name="connsiteX218" fmla="*/ 2123417 w 2912392"/>
                <a:gd name="connsiteY218" fmla="*/ 222813 h 512980"/>
                <a:gd name="connsiteX219" fmla="*/ 2133161 w 2912392"/>
                <a:gd name="connsiteY219" fmla="*/ 229665 h 512980"/>
                <a:gd name="connsiteX220" fmla="*/ 2142905 w 2912392"/>
                <a:gd name="connsiteY220" fmla="*/ 236498 h 512980"/>
                <a:gd name="connsiteX221" fmla="*/ 2152649 w 2912392"/>
                <a:gd name="connsiteY221" fmla="*/ 243300 h 512980"/>
                <a:gd name="connsiteX222" fmla="*/ 2162377 w 2912392"/>
                <a:gd name="connsiteY222" fmla="*/ 250069 h 512980"/>
                <a:gd name="connsiteX223" fmla="*/ 2172121 w 2912392"/>
                <a:gd name="connsiteY223" fmla="*/ 256793 h 512980"/>
                <a:gd name="connsiteX224" fmla="*/ 2181865 w 2912392"/>
                <a:gd name="connsiteY224" fmla="*/ 263468 h 512980"/>
                <a:gd name="connsiteX225" fmla="*/ 2191609 w 2912392"/>
                <a:gd name="connsiteY225" fmla="*/ 270083 h 512980"/>
                <a:gd name="connsiteX226" fmla="*/ 2201338 w 2912392"/>
                <a:gd name="connsiteY226" fmla="*/ 276632 h 512980"/>
                <a:gd name="connsiteX227" fmla="*/ 2211082 w 2912392"/>
                <a:gd name="connsiteY227" fmla="*/ 283110 h 512980"/>
                <a:gd name="connsiteX228" fmla="*/ 2220826 w 2912392"/>
                <a:gd name="connsiteY228" fmla="*/ 289508 h 512980"/>
                <a:gd name="connsiteX229" fmla="*/ 2230570 w 2912392"/>
                <a:gd name="connsiteY229" fmla="*/ 295819 h 512980"/>
                <a:gd name="connsiteX230" fmla="*/ 2240299 w 2912392"/>
                <a:gd name="connsiteY230" fmla="*/ 302035 h 512980"/>
                <a:gd name="connsiteX231" fmla="*/ 2250043 w 2912392"/>
                <a:gd name="connsiteY231" fmla="*/ 308151 h 512980"/>
                <a:gd name="connsiteX232" fmla="*/ 2259787 w 2912392"/>
                <a:gd name="connsiteY232" fmla="*/ 314157 h 512980"/>
                <a:gd name="connsiteX233" fmla="*/ 2269531 w 2912392"/>
                <a:gd name="connsiteY233" fmla="*/ 320049 h 512980"/>
                <a:gd name="connsiteX234" fmla="*/ 2279260 w 2912392"/>
                <a:gd name="connsiteY234" fmla="*/ 325818 h 512980"/>
                <a:gd name="connsiteX235" fmla="*/ 2289004 w 2912392"/>
                <a:gd name="connsiteY235" fmla="*/ 331459 h 512980"/>
                <a:gd name="connsiteX236" fmla="*/ 2298748 w 2912392"/>
                <a:gd name="connsiteY236" fmla="*/ 336964 h 512980"/>
                <a:gd name="connsiteX237" fmla="*/ 2308492 w 2912392"/>
                <a:gd name="connsiteY237" fmla="*/ 342328 h 512980"/>
                <a:gd name="connsiteX238" fmla="*/ 2318236 w 2912392"/>
                <a:gd name="connsiteY238" fmla="*/ 347543 h 512980"/>
                <a:gd name="connsiteX239" fmla="*/ 2327965 w 2912392"/>
                <a:gd name="connsiteY239" fmla="*/ 352602 h 512980"/>
                <a:gd name="connsiteX240" fmla="*/ 2337709 w 2912392"/>
                <a:gd name="connsiteY240" fmla="*/ 357501 h 512980"/>
                <a:gd name="connsiteX241" fmla="*/ 2347453 w 2912392"/>
                <a:gd name="connsiteY241" fmla="*/ 362233 h 512980"/>
                <a:gd name="connsiteX242" fmla="*/ 2357197 w 2912392"/>
                <a:gd name="connsiteY242" fmla="*/ 366792 h 512980"/>
                <a:gd name="connsiteX243" fmla="*/ 2366926 w 2912392"/>
                <a:gd name="connsiteY243" fmla="*/ 371171 h 512980"/>
                <a:gd name="connsiteX244" fmla="*/ 2376670 w 2912392"/>
                <a:gd name="connsiteY244" fmla="*/ 375366 h 512980"/>
                <a:gd name="connsiteX245" fmla="*/ 2386413 w 2912392"/>
                <a:gd name="connsiteY245" fmla="*/ 379373 h 512980"/>
                <a:gd name="connsiteX246" fmla="*/ 2396157 w 2912392"/>
                <a:gd name="connsiteY246" fmla="*/ 383182 h 512980"/>
                <a:gd name="connsiteX247" fmla="*/ 2405886 w 2912392"/>
                <a:gd name="connsiteY247" fmla="*/ 386794 h 512980"/>
                <a:gd name="connsiteX248" fmla="*/ 2415630 w 2912392"/>
                <a:gd name="connsiteY248" fmla="*/ 390200 h 512980"/>
                <a:gd name="connsiteX249" fmla="*/ 2425374 w 2912392"/>
                <a:gd name="connsiteY249" fmla="*/ 393396 h 512980"/>
                <a:gd name="connsiteX250" fmla="*/ 2435118 w 2912392"/>
                <a:gd name="connsiteY250" fmla="*/ 396378 h 512980"/>
                <a:gd name="connsiteX251" fmla="*/ 2444862 w 2912392"/>
                <a:gd name="connsiteY251" fmla="*/ 399142 h 512980"/>
                <a:gd name="connsiteX252" fmla="*/ 2454591 w 2912392"/>
                <a:gd name="connsiteY252" fmla="*/ 401686 h 512980"/>
                <a:gd name="connsiteX253" fmla="*/ 2464335 w 2912392"/>
                <a:gd name="connsiteY253" fmla="*/ 404002 h 512980"/>
                <a:gd name="connsiteX254" fmla="*/ 2474079 w 2912392"/>
                <a:gd name="connsiteY254" fmla="*/ 406091 h 512980"/>
                <a:gd name="connsiteX255" fmla="*/ 2483823 w 2912392"/>
                <a:gd name="connsiteY255" fmla="*/ 407949 h 512980"/>
                <a:gd name="connsiteX256" fmla="*/ 2493552 w 2912392"/>
                <a:gd name="connsiteY256" fmla="*/ 409572 h 512980"/>
                <a:gd name="connsiteX257" fmla="*/ 2503296 w 2912392"/>
                <a:gd name="connsiteY257" fmla="*/ 410959 h 512980"/>
                <a:gd name="connsiteX258" fmla="*/ 2513040 w 2912392"/>
                <a:gd name="connsiteY258" fmla="*/ 412106 h 512980"/>
                <a:gd name="connsiteX259" fmla="*/ 2522784 w 2912392"/>
                <a:gd name="connsiteY259" fmla="*/ 413013 h 512980"/>
                <a:gd name="connsiteX260" fmla="*/ 2532513 w 2912392"/>
                <a:gd name="connsiteY260" fmla="*/ 413678 h 512980"/>
                <a:gd name="connsiteX261" fmla="*/ 2542257 w 2912392"/>
                <a:gd name="connsiteY261" fmla="*/ 414101 h 512980"/>
                <a:gd name="connsiteX262" fmla="*/ 2552001 w 2912392"/>
                <a:gd name="connsiteY262" fmla="*/ 414281 h 512980"/>
                <a:gd name="connsiteX263" fmla="*/ 2561745 w 2912392"/>
                <a:gd name="connsiteY263" fmla="*/ 414217 h 512980"/>
                <a:gd name="connsiteX264" fmla="*/ 2571474 w 2912392"/>
                <a:gd name="connsiteY264" fmla="*/ 413910 h 512980"/>
                <a:gd name="connsiteX265" fmla="*/ 2581218 w 2912392"/>
                <a:gd name="connsiteY265" fmla="*/ 413359 h 512980"/>
                <a:gd name="connsiteX266" fmla="*/ 2590962 w 2912392"/>
                <a:gd name="connsiteY266" fmla="*/ 412568 h 512980"/>
                <a:gd name="connsiteX267" fmla="*/ 2600705 w 2912392"/>
                <a:gd name="connsiteY267" fmla="*/ 411535 h 512980"/>
                <a:gd name="connsiteX268" fmla="*/ 2610449 w 2912392"/>
                <a:gd name="connsiteY268" fmla="*/ 410264 h 512980"/>
                <a:gd name="connsiteX269" fmla="*/ 2620178 w 2912392"/>
                <a:gd name="connsiteY269" fmla="*/ 408757 h 512980"/>
                <a:gd name="connsiteX270" fmla="*/ 2629922 w 2912392"/>
                <a:gd name="connsiteY270" fmla="*/ 407015 h 512980"/>
                <a:gd name="connsiteX271" fmla="*/ 2639666 w 2912392"/>
                <a:gd name="connsiteY271" fmla="*/ 405042 h 512980"/>
                <a:gd name="connsiteX272" fmla="*/ 2649410 w 2912392"/>
                <a:gd name="connsiteY272" fmla="*/ 402843 h 512980"/>
                <a:gd name="connsiteX273" fmla="*/ 2659139 w 2912392"/>
                <a:gd name="connsiteY273" fmla="*/ 400419 h 512980"/>
                <a:gd name="connsiteX274" fmla="*/ 2668883 w 2912392"/>
                <a:gd name="connsiteY274" fmla="*/ 397776 h 512980"/>
                <a:gd name="connsiteX275" fmla="*/ 2678627 w 2912392"/>
                <a:gd name="connsiteY275" fmla="*/ 394918 h 512980"/>
                <a:gd name="connsiteX276" fmla="*/ 2688371 w 2912392"/>
                <a:gd name="connsiteY276" fmla="*/ 391851 h 512980"/>
                <a:gd name="connsiteX277" fmla="*/ 2698100 w 2912392"/>
                <a:gd name="connsiteY277" fmla="*/ 388577 h 512980"/>
                <a:gd name="connsiteX278" fmla="*/ 2707844 w 2912392"/>
                <a:gd name="connsiteY278" fmla="*/ 385106 h 512980"/>
                <a:gd name="connsiteX279" fmla="*/ 2717588 w 2912392"/>
                <a:gd name="connsiteY279" fmla="*/ 381442 h 512980"/>
                <a:gd name="connsiteX280" fmla="*/ 2727332 w 2912392"/>
                <a:gd name="connsiteY280" fmla="*/ 377592 h 512980"/>
                <a:gd name="connsiteX281" fmla="*/ 2737076 w 2912392"/>
                <a:gd name="connsiteY281" fmla="*/ 373562 h 512980"/>
                <a:gd name="connsiteX282" fmla="*/ 2746805 w 2912392"/>
                <a:gd name="connsiteY282" fmla="*/ 369359 h 512980"/>
                <a:gd name="connsiteX283" fmla="*/ 2756549 w 2912392"/>
                <a:gd name="connsiteY283" fmla="*/ 364992 h 512980"/>
                <a:gd name="connsiteX284" fmla="*/ 2766293 w 2912392"/>
                <a:gd name="connsiteY284" fmla="*/ 360466 h 512980"/>
                <a:gd name="connsiteX285" fmla="*/ 2776037 w 2912392"/>
                <a:gd name="connsiteY285" fmla="*/ 355791 h 512980"/>
                <a:gd name="connsiteX286" fmla="*/ 2785766 w 2912392"/>
                <a:gd name="connsiteY286" fmla="*/ 350972 h 512980"/>
                <a:gd name="connsiteX287" fmla="*/ 2795510 w 2912392"/>
                <a:gd name="connsiteY287" fmla="*/ 346021 h 512980"/>
                <a:gd name="connsiteX288" fmla="*/ 2805254 w 2912392"/>
                <a:gd name="connsiteY288" fmla="*/ 340944 h 512980"/>
                <a:gd name="connsiteX289" fmla="*/ 2814998 w 2912392"/>
                <a:gd name="connsiteY289" fmla="*/ 335750 h 512980"/>
                <a:gd name="connsiteX290" fmla="*/ 2824727 w 2912392"/>
                <a:gd name="connsiteY290" fmla="*/ 330447 h 512980"/>
                <a:gd name="connsiteX291" fmla="*/ 2834471 w 2912392"/>
                <a:gd name="connsiteY291" fmla="*/ 325045 h 512980"/>
                <a:gd name="connsiteX292" fmla="*/ 2844215 w 2912392"/>
                <a:gd name="connsiteY292" fmla="*/ 319550 h 512980"/>
                <a:gd name="connsiteX293" fmla="*/ 2853958 w 2912392"/>
                <a:gd name="connsiteY293" fmla="*/ 313975 h 512980"/>
                <a:gd name="connsiteX294" fmla="*/ 2863687 w 2912392"/>
                <a:gd name="connsiteY294" fmla="*/ 308324 h 512980"/>
                <a:gd name="connsiteX295" fmla="*/ 2873431 w 2912392"/>
                <a:gd name="connsiteY295" fmla="*/ 302609 h 512980"/>
                <a:gd name="connsiteX296" fmla="*/ 2883175 w 2912392"/>
                <a:gd name="connsiteY296" fmla="*/ 296837 h 512980"/>
                <a:gd name="connsiteX297" fmla="*/ 2892919 w 2912392"/>
                <a:gd name="connsiteY297" fmla="*/ 291016 h 512980"/>
                <a:gd name="connsiteX298" fmla="*/ 2902663 w 2912392"/>
                <a:gd name="connsiteY298" fmla="*/ 285156 h 512980"/>
                <a:gd name="connsiteX299" fmla="*/ 2912392 w 2912392"/>
                <a:gd name="connsiteY299" fmla="*/ 279262 h 512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12980">
                  <a:moveTo>
                    <a:pt x="0" y="512981"/>
                  </a:moveTo>
                  <a:lnTo>
                    <a:pt x="9739" y="512234"/>
                  </a:lnTo>
                  <a:lnTo>
                    <a:pt x="19480" y="511419"/>
                  </a:lnTo>
                  <a:lnTo>
                    <a:pt x="29221" y="510536"/>
                  </a:lnTo>
                  <a:lnTo>
                    <a:pt x="38961" y="509587"/>
                  </a:lnTo>
                  <a:lnTo>
                    <a:pt x="48702" y="508571"/>
                  </a:lnTo>
                  <a:lnTo>
                    <a:pt x="58443" y="507491"/>
                  </a:lnTo>
                  <a:lnTo>
                    <a:pt x="68182" y="506345"/>
                  </a:lnTo>
                  <a:lnTo>
                    <a:pt x="77923" y="505138"/>
                  </a:lnTo>
                  <a:lnTo>
                    <a:pt x="87664" y="503872"/>
                  </a:lnTo>
                  <a:lnTo>
                    <a:pt x="97404" y="502544"/>
                  </a:lnTo>
                  <a:lnTo>
                    <a:pt x="107145" y="501160"/>
                  </a:lnTo>
                  <a:lnTo>
                    <a:pt x="116886" y="499721"/>
                  </a:lnTo>
                  <a:lnTo>
                    <a:pt x="126625" y="498228"/>
                  </a:lnTo>
                  <a:lnTo>
                    <a:pt x="136366" y="496683"/>
                  </a:lnTo>
                  <a:lnTo>
                    <a:pt x="146107" y="495087"/>
                  </a:lnTo>
                  <a:lnTo>
                    <a:pt x="155846" y="493444"/>
                  </a:lnTo>
                  <a:lnTo>
                    <a:pt x="165587" y="491756"/>
                  </a:lnTo>
                  <a:lnTo>
                    <a:pt x="175328" y="490023"/>
                  </a:lnTo>
                  <a:lnTo>
                    <a:pt x="185068" y="488250"/>
                  </a:lnTo>
                  <a:lnTo>
                    <a:pt x="194809" y="486437"/>
                  </a:lnTo>
                  <a:lnTo>
                    <a:pt x="204550" y="484585"/>
                  </a:lnTo>
                  <a:lnTo>
                    <a:pt x="214289" y="482699"/>
                  </a:lnTo>
                  <a:lnTo>
                    <a:pt x="224030" y="480780"/>
                  </a:lnTo>
                  <a:lnTo>
                    <a:pt x="233771" y="478829"/>
                  </a:lnTo>
                  <a:lnTo>
                    <a:pt x="243510" y="476848"/>
                  </a:lnTo>
                  <a:lnTo>
                    <a:pt x="253251" y="474841"/>
                  </a:lnTo>
                  <a:lnTo>
                    <a:pt x="262992" y="472807"/>
                  </a:lnTo>
                  <a:lnTo>
                    <a:pt x="272732" y="470751"/>
                  </a:lnTo>
                  <a:lnTo>
                    <a:pt x="282473" y="468671"/>
                  </a:lnTo>
                  <a:lnTo>
                    <a:pt x="292214" y="466572"/>
                  </a:lnTo>
                  <a:lnTo>
                    <a:pt x="301953" y="464453"/>
                  </a:lnTo>
                  <a:lnTo>
                    <a:pt x="311694" y="462317"/>
                  </a:lnTo>
                  <a:lnTo>
                    <a:pt x="321435" y="460164"/>
                  </a:lnTo>
                  <a:lnTo>
                    <a:pt x="331175" y="457996"/>
                  </a:lnTo>
                  <a:lnTo>
                    <a:pt x="340916" y="455814"/>
                  </a:lnTo>
                  <a:lnTo>
                    <a:pt x="350656" y="453619"/>
                  </a:lnTo>
                  <a:lnTo>
                    <a:pt x="360396" y="451411"/>
                  </a:lnTo>
                  <a:lnTo>
                    <a:pt x="370137" y="449191"/>
                  </a:lnTo>
                  <a:lnTo>
                    <a:pt x="379878" y="446961"/>
                  </a:lnTo>
                  <a:lnTo>
                    <a:pt x="389617" y="444720"/>
                  </a:lnTo>
                  <a:lnTo>
                    <a:pt x="399358" y="442468"/>
                  </a:lnTo>
                  <a:lnTo>
                    <a:pt x="409099" y="440208"/>
                  </a:lnTo>
                  <a:lnTo>
                    <a:pt x="418839" y="437936"/>
                  </a:lnTo>
                  <a:lnTo>
                    <a:pt x="428580" y="435655"/>
                  </a:lnTo>
                  <a:lnTo>
                    <a:pt x="438321" y="433364"/>
                  </a:lnTo>
                  <a:lnTo>
                    <a:pt x="448060" y="431062"/>
                  </a:lnTo>
                  <a:lnTo>
                    <a:pt x="457801" y="428749"/>
                  </a:lnTo>
                  <a:lnTo>
                    <a:pt x="467542" y="426425"/>
                  </a:lnTo>
                  <a:lnTo>
                    <a:pt x="477281" y="424089"/>
                  </a:lnTo>
                  <a:lnTo>
                    <a:pt x="487022" y="421741"/>
                  </a:lnTo>
                  <a:lnTo>
                    <a:pt x="496763" y="419378"/>
                  </a:lnTo>
                  <a:lnTo>
                    <a:pt x="506503" y="417002"/>
                  </a:lnTo>
                  <a:lnTo>
                    <a:pt x="516244" y="414610"/>
                  </a:lnTo>
                  <a:lnTo>
                    <a:pt x="525985" y="412201"/>
                  </a:lnTo>
                  <a:lnTo>
                    <a:pt x="535724" y="409776"/>
                  </a:lnTo>
                  <a:lnTo>
                    <a:pt x="545465" y="407332"/>
                  </a:lnTo>
                  <a:lnTo>
                    <a:pt x="555206" y="404868"/>
                  </a:lnTo>
                  <a:lnTo>
                    <a:pt x="564946" y="402381"/>
                  </a:lnTo>
                  <a:lnTo>
                    <a:pt x="574687" y="399874"/>
                  </a:lnTo>
                  <a:lnTo>
                    <a:pt x="584428" y="397342"/>
                  </a:lnTo>
                  <a:lnTo>
                    <a:pt x="594167" y="394784"/>
                  </a:lnTo>
                  <a:lnTo>
                    <a:pt x="603908" y="392201"/>
                  </a:lnTo>
                  <a:lnTo>
                    <a:pt x="613649" y="389589"/>
                  </a:lnTo>
                  <a:lnTo>
                    <a:pt x="623388" y="386947"/>
                  </a:lnTo>
                  <a:lnTo>
                    <a:pt x="633129" y="384275"/>
                  </a:lnTo>
                  <a:lnTo>
                    <a:pt x="642870" y="381569"/>
                  </a:lnTo>
                  <a:lnTo>
                    <a:pt x="652610" y="378830"/>
                  </a:lnTo>
                  <a:lnTo>
                    <a:pt x="662351" y="376055"/>
                  </a:lnTo>
                  <a:lnTo>
                    <a:pt x="672092" y="373243"/>
                  </a:lnTo>
                  <a:lnTo>
                    <a:pt x="681831" y="370395"/>
                  </a:lnTo>
                  <a:lnTo>
                    <a:pt x="691572" y="367504"/>
                  </a:lnTo>
                  <a:lnTo>
                    <a:pt x="701313" y="364575"/>
                  </a:lnTo>
                  <a:lnTo>
                    <a:pt x="711052" y="361603"/>
                  </a:lnTo>
                  <a:lnTo>
                    <a:pt x="720793" y="358586"/>
                  </a:lnTo>
                  <a:lnTo>
                    <a:pt x="730534" y="355526"/>
                  </a:lnTo>
                  <a:lnTo>
                    <a:pt x="740274" y="352419"/>
                  </a:lnTo>
                  <a:lnTo>
                    <a:pt x="750015" y="349266"/>
                  </a:lnTo>
                  <a:lnTo>
                    <a:pt x="759756" y="346065"/>
                  </a:lnTo>
                  <a:lnTo>
                    <a:pt x="769495" y="342815"/>
                  </a:lnTo>
                  <a:lnTo>
                    <a:pt x="779236" y="339515"/>
                  </a:lnTo>
                  <a:lnTo>
                    <a:pt x="788977" y="336163"/>
                  </a:lnTo>
                  <a:lnTo>
                    <a:pt x="798717" y="332761"/>
                  </a:lnTo>
                  <a:lnTo>
                    <a:pt x="808458" y="329306"/>
                  </a:lnTo>
                  <a:lnTo>
                    <a:pt x="818199" y="325799"/>
                  </a:lnTo>
                  <a:lnTo>
                    <a:pt x="827938" y="322237"/>
                  </a:lnTo>
                  <a:lnTo>
                    <a:pt x="837679" y="318622"/>
                  </a:lnTo>
                  <a:lnTo>
                    <a:pt x="847420" y="314953"/>
                  </a:lnTo>
                  <a:lnTo>
                    <a:pt x="857159" y="311228"/>
                  </a:lnTo>
                  <a:lnTo>
                    <a:pt x="866900" y="307448"/>
                  </a:lnTo>
                  <a:lnTo>
                    <a:pt x="876641" y="303613"/>
                  </a:lnTo>
                  <a:lnTo>
                    <a:pt x="886381" y="299723"/>
                  </a:lnTo>
                  <a:lnTo>
                    <a:pt x="896122" y="295776"/>
                  </a:lnTo>
                  <a:lnTo>
                    <a:pt x="905863" y="291776"/>
                  </a:lnTo>
                  <a:lnTo>
                    <a:pt x="915602" y="287719"/>
                  </a:lnTo>
                  <a:lnTo>
                    <a:pt x="925343" y="283608"/>
                  </a:lnTo>
                  <a:lnTo>
                    <a:pt x="935084" y="279441"/>
                  </a:lnTo>
                  <a:lnTo>
                    <a:pt x="944824" y="275222"/>
                  </a:lnTo>
                  <a:lnTo>
                    <a:pt x="954564" y="270947"/>
                  </a:lnTo>
                  <a:lnTo>
                    <a:pt x="964305" y="266620"/>
                  </a:lnTo>
                  <a:lnTo>
                    <a:pt x="974045" y="262240"/>
                  </a:lnTo>
                  <a:lnTo>
                    <a:pt x="983786" y="257809"/>
                  </a:lnTo>
                  <a:lnTo>
                    <a:pt x="993522" y="253327"/>
                  </a:lnTo>
                  <a:lnTo>
                    <a:pt x="1003266" y="248797"/>
                  </a:lnTo>
                  <a:lnTo>
                    <a:pt x="1013010" y="244218"/>
                  </a:lnTo>
                  <a:lnTo>
                    <a:pt x="1022754" y="239592"/>
                  </a:lnTo>
                  <a:lnTo>
                    <a:pt x="1032483" y="234920"/>
                  </a:lnTo>
                  <a:lnTo>
                    <a:pt x="1042227" y="230204"/>
                  </a:lnTo>
                  <a:lnTo>
                    <a:pt x="1051971" y="225445"/>
                  </a:lnTo>
                  <a:lnTo>
                    <a:pt x="1061715" y="220647"/>
                  </a:lnTo>
                  <a:lnTo>
                    <a:pt x="1071444" y="215810"/>
                  </a:lnTo>
                  <a:lnTo>
                    <a:pt x="1081188" y="210935"/>
                  </a:lnTo>
                  <a:lnTo>
                    <a:pt x="1090932" y="206028"/>
                  </a:lnTo>
                  <a:lnTo>
                    <a:pt x="1100676" y="201087"/>
                  </a:lnTo>
                  <a:lnTo>
                    <a:pt x="1110405" y="196117"/>
                  </a:lnTo>
                  <a:lnTo>
                    <a:pt x="1120149" y="191121"/>
                  </a:lnTo>
                  <a:lnTo>
                    <a:pt x="1129893" y="186100"/>
                  </a:lnTo>
                  <a:lnTo>
                    <a:pt x="1139637" y="181058"/>
                  </a:lnTo>
                  <a:lnTo>
                    <a:pt x="1149381" y="175997"/>
                  </a:lnTo>
                  <a:lnTo>
                    <a:pt x="1159110" y="170923"/>
                  </a:lnTo>
                  <a:lnTo>
                    <a:pt x="1168854" y="165835"/>
                  </a:lnTo>
                  <a:lnTo>
                    <a:pt x="1178598" y="160741"/>
                  </a:lnTo>
                  <a:lnTo>
                    <a:pt x="1188341" y="155641"/>
                  </a:lnTo>
                  <a:lnTo>
                    <a:pt x="1198070" y="150541"/>
                  </a:lnTo>
                  <a:lnTo>
                    <a:pt x="1207814" y="145445"/>
                  </a:lnTo>
                  <a:lnTo>
                    <a:pt x="1217558" y="140356"/>
                  </a:lnTo>
                  <a:lnTo>
                    <a:pt x="1227302" y="135278"/>
                  </a:lnTo>
                  <a:lnTo>
                    <a:pt x="1237031" y="130217"/>
                  </a:lnTo>
                  <a:lnTo>
                    <a:pt x="1246775" y="125177"/>
                  </a:lnTo>
                  <a:lnTo>
                    <a:pt x="1256519" y="120160"/>
                  </a:lnTo>
                  <a:lnTo>
                    <a:pt x="1266263" y="115175"/>
                  </a:lnTo>
                  <a:lnTo>
                    <a:pt x="1276007" y="110224"/>
                  </a:lnTo>
                  <a:lnTo>
                    <a:pt x="1285736" y="105313"/>
                  </a:lnTo>
                  <a:lnTo>
                    <a:pt x="1295480" y="100447"/>
                  </a:lnTo>
                  <a:lnTo>
                    <a:pt x="1305224" y="95631"/>
                  </a:lnTo>
                  <a:lnTo>
                    <a:pt x="1314968" y="90870"/>
                  </a:lnTo>
                  <a:lnTo>
                    <a:pt x="1324697" y="86170"/>
                  </a:lnTo>
                  <a:lnTo>
                    <a:pt x="1334441" y="81536"/>
                  </a:lnTo>
                  <a:lnTo>
                    <a:pt x="1344185" y="76974"/>
                  </a:lnTo>
                  <a:lnTo>
                    <a:pt x="1353929" y="72490"/>
                  </a:lnTo>
                  <a:lnTo>
                    <a:pt x="1363658" y="68087"/>
                  </a:lnTo>
                  <a:lnTo>
                    <a:pt x="1373402" y="63774"/>
                  </a:lnTo>
                  <a:lnTo>
                    <a:pt x="1383146" y="59554"/>
                  </a:lnTo>
                  <a:lnTo>
                    <a:pt x="1392890" y="55435"/>
                  </a:lnTo>
                  <a:lnTo>
                    <a:pt x="1402619" y="51419"/>
                  </a:lnTo>
                  <a:lnTo>
                    <a:pt x="1412363" y="47516"/>
                  </a:lnTo>
                  <a:lnTo>
                    <a:pt x="1422106" y="43729"/>
                  </a:lnTo>
                  <a:lnTo>
                    <a:pt x="1431850" y="40063"/>
                  </a:lnTo>
                  <a:lnTo>
                    <a:pt x="1441594" y="36526"/>
                  </a:lnTo>
                  <a:lnTo>
                    <a:pt x="1451323" y="33122"/>
                  </a:lnTo>
                  <a:lnTo>
                    <a:pt x="1461067" y="29856"/>
                  </a:lnTo>
                  <a:lnTo>
                    <a:pt x="1470811" y="26733"/>
                  </a:lnTo>
                  <a:lnTo>
                    <a:pt x="1480555" y="23761"/>
                  </a:lnTo>
                  <a:lnTo>
                    <a:pt x="1490284" y="20941"/>
                  </a:lnTo>
                  <a:lnTo>
                    <a:pt x="1500028" y="18280"/>
                  </a:lnTo>
                  <a:lnTo>
                    <a:pt x="1509772" y="15781"/>
                  </a:lnTo>
                  <a:lnTo>
                    <a:pt x="1519516" y="13452"/>
                  </a:lnTo>
                  <a:lnTo>
                    <a:pt x="1529245" y="11295"/>
                  </a:lnTo>
                  <a:lnTo>
                    <a:pt x="1538989" y="9313"/>
                  </a:lnTo>
                  <a:lnTo>
                    <a:pt x="1548733" y="7514"/>
                  </a:lnTo>
                  <a:lnTo>
                    <a:pt x="1558477" y="5899"/>
                  </a:lnTo>
                  <a:lnTo>
                    <a:pt x="1568221" y="4471"/>
                  </a:lnTo>
                  <a:lnTo>
                    <a:pt x="1577950" y="3235"/>
                  </a:lnTo>
                  <a:lnTo>
                    <a:pt x="1587694" y="2195"/>
                  </a:lnTo>
                  <a:lnTo>
                    <a:pt x="1597438" y="1350"/>
                  </a:lnTo>
                  <a:lnTo>
                    <a:pt x="1607182" y="706"/>
                  </a:lnTo>
                  <a:lnTo>
                    <a:pt x="1616911" y="267"/>
                  </a:lnTo>
                  <a:lnTo>
                    <a:pt x="1626655" y="30"/>
                  </a:lnTo>
                  <a:lnTo>
                    <a:pt x="1636399" y="0"/>
                  </a:lnTo>
                  <a:lnTo>
                    <a:pt x="1646142" y="179"/>
                  </a:lnTo>
                  <a:lnTo>
                    <a:pt x="1655872" y="568"/>
                  </a:lnTo>
                  <a:lnTo>
                    <a:pt x="1665616" y="1165"/>
                  </a:lnTo>
                  <a:lnTo>
                    <a:pt x="1675359" y="1976"/>
                  </a:lnTo>
                  <a:lnTo>
                    <a:pt x="1685103" y="2998"/>
                  </a:lnTo>
                  <a:lnTo>
                    <a:pt x="1694832" y="4230"/>
                  </a:lnTo>
                  <a:lnTo>
                    <a:pt x="1704576" y="5675"/>
                  </a:lnTo>
                  <a:lnTo>
                    <a:pt x="1714320" y="7330"/>
                  </a:lnTo>
                  <a:lnTo>
                    <a:pt x="1724064" y="9197"/>
                  </a:lnTo>
                  <a:lnTo>
                    <a:pt x="1733808" y="11273"/>
                  </a:lnTo>
                  <a:lnTo>
                    <a:pt x="1743537" y="13557"/>
                  </a:lnTo>
                  <a:lnTo>
                    <a:pt x="1753281" y="16046"/>
                  </a:lnTo>
                  <a:lnTo>
                    <a:pt x="1763025" y="18740"/>
                  </a:lnTo>
                  <a:lnTo>
                    <a:pt x="1772769" y="21636"/>
                  </a:lnTo>
                  <a:lnTo>
                    <a:pt x="1782498" y="24732"/>
                  </a:lnTo>
                  <a:lnTo>
                    <a:pt x="1792242" y="28025"/>
                  </a:lnTo>
                  <a:lnTo>
                    <a:pt x="1801986" y="31511"/>
                  </a:lnTo>
                  <a:lnTo>
                    <a:pt x="1811730" y="35188"/>
                  </a:lnTo>
                  <a:lnTo>
                    <a:pt x="1821459" y="39053"/>
                  </a:lnTo>
                  <a:lnTo>
                    <a:pt x="1831203" y="43100"/>
                  </a:lnTo>
                  <a:lnTo>
                    <a:pt x="1840947" y="47327"/>
                  </a:lnTo>
                  <a:lnTo>
                    <a:pt x="1850691" y="51728"/>
                  </a:lnTo>
                  <a:lnTo>
                    <a:pt x="1860435" y="56299"/>
                  </a:lnTo>
                  <a:lnTo>
                    <a:pt x="1870164" y="61035"/>
                  </a:lnTo>
                  <a:lnTo>
                    <a:pt x="1879908" y="65934"/>
                  </a:lnTo>
                  <a:lnTo>
                    <a:pt x="1889652" y="70986"/>
                  </a:lnTo>
                  <a:lnTo>
                    <a:pt x="1899395" y="76189"/>
                  </a:lnTo>
                  <a:lnTo>
                    <a:pt x="1909124" y="81538"/>
                  </a:lnTo>
                  <a:lnTo>
                    <a:pt x="1918868" y="87023"/>
                  </a:lnTo>
                  <a:lnTo>
                    <a:pt x="1928612" y="92643"/>
                  </a:lnTo>
                  <a:lnTo>
                    <a:pt x="1938356" y="98390"/>
                  </a:lnTo>
                  <a:lnTo>
                    <a:pt x="1948085" y="104257"/>
                  </a:lnTo>
                  <a:lnTo>
                    <a:pt x="1957829" y="110238"/>
                  </a:lnTo>
                  <a:lnTo>
                    <a:pt x="1967573" y="116328"/>
                  </a:lnTo>
                  <a:lnTo>
                    <a:pt x="1977317" y="122519"/>
                  </a:lnTo>
                  <a:lnTo>
                    <a:pt x="1987046" y="128805"/>
                  </a:lnTo>
                  <a:lnTo>
                    <a:pt x="1996790" y="135178"/>
                  </a:lnTo>
                  <a:lnTo>
                    <a:pt x="2006534" y="141633"/>
                  </a:lnTo>
                  <a:lnTo>
                    <a:pt x="2016278" y="148161"/>
                  </a:lnTo>
                  <a:lnTo>
                    <a:pt x="2026022" y="154757"/>
                  </a:lnTo>
                  <a:lnTo>
                    <a:pt x="2035751" y="161414"/>
                  </a:lnTo>
                  <a:lnTo>
                    <a:pt x="2045495" y="168122"/>
                  </a:lnTo>
                  <a:lnTo>
                    <a:pt x="2055239" y="174875"/>
                  </a:lnTo>
                  <a:lnTo>
                    <a:pt x="2064983" y="181668"/>
                  </a:lnTo>
                  <a:lnTo>
                    <a:pt x="2074712" y="188491"/>
                  </a:lnTo>
                  <a:lnTo>
                    <a:pt x="2084456" y="195338"/>
                  </a:lnTo>
                  <a:lnTo>
                    <a:pt x="2094200" y="202202"/>
                  </a:lnTo>
                  <a:lnTo>
                    <a:pt x="2103944" y="209073"/>
                  </a:lnTo>
                  <a:lnTo>
                    <a:pt x="2113673" y="215946"/>
                  </a:lnTo>
                  <a:lnTo>
                    <a:pt x="2123417" y="222813"/>
                  </a:lnTo>
                  <a:lnTo>
                    <a:pt x="2133161" y="229665"/>
                  </a:lnTo>
                  <a:lnTo>
                    <a:pt x="2142905" y="236498"/>
                  </a:lnTo>
                  <a:lnTo>
                    <a:pt x="2152649" y="243300"/>
                  </a:lnTo>
                  <a:lnTo>
                    <a:pt x="2162377" y="250069"/>
                  </a:lnTo>
                  <a:lnTo>
                    <a:pt x="2172121" y="256793"/>
                  </a:lnTo>
                  <a:lnTo>
                    <a:pt x="2181865" y="263468"/>
                  </a:lnTo>
                  <a:lnTo>
                    <a:pt x="2191609" y="270083"/>
                  </a:lnTo>
                  <a:lnTo>
                    <a:pt x="2201338" y="276632"/>
                  </a:lnTo>
                  <a:lnTo>
                    <a:pt x="2211082" y="283110"/>
                  </a:lnTo>
                  <a:lnTo>
                    <a:pt x="2220826" y="289508"/>
                  </a:lnTo>
                  <a:lnTo>
                    <a:pt x="2230570" y="295819"/>
                  </a:lnTo>
                  <a:lnTo>
                    <a:pt x="2240299" y="302035"/>
                  </a:lnTo>
                  <a:lnTo>
                    <a:pt x="2250043" y="308151"/>
                  </a:lnTo>
                  <a:lnTo>
                    <a:pt x="2259787" y="314157"/>
                  </a:lnTo>
                  <a:lnTo>
                    <a:pt x="2269531" y="320049"/>
                  </a:lnTo>
                  <a:lnTo>
                    <a:pt x="2279260" y="325818"/>
                  </a:lnTo>
                  <a:lnTo>
                    <a:pt x="2289004" y="331459"/>
                  </a:lnTo>
                  <a:lnTo>
                    <a:pt x="2298748" y="336964"/>
                  </a:lnTo>
                  <a:lnTo>
                    <a:pt x="2308492" y="342328"/>
                  </a:lnTo>
                  <a:lnTo>
                    <a:pt x="2318236" y="347543"/>
                  </a:lnTo>
                  <a:lnTo>
                    <a:pt x="2327965" y="352602"/>
                  </a:lnTo>
                  <a:lnTo>
                    <a:pt x="2337709" y="357501"/>
                  </a:lnTo>
                  <a:lnTo>
                    <a:pt x="2347453" y="362233"/>
                  </a:lnTo>
                  <a:lnTo>
                    <a:pt x="2357197" y="366792"/>
                  </a:lnTo>
                  <a:lnTo>
                    <a:pt x="2366926" y="371171"/>
                  </a:lnTo>
                  <a:lnTo>
                    <a:pt x="2376670" y="375366"/>
                  </a:lnTo>
                  <a:lnTo>
                    <a:pt x="2386413" y="379373"/>
                  </a:lnTo>
                  <a:lnTo>
                    <a:pt x="2396157" y="383182"/>
                  </a:lnTo>
                  <a:lnTo>
                    <a:pt x="2405886" y="386794"/>
                  </a:lnTo>
                  <a:lnTo>
                    <a:pt x="2415630" y="390200"/>
                  </a:lnTo>
                  <a:lnTo>
                    <a:pt x="2425374" y="393396"/>
                  </a:lnTo>
                  <a:lnTo>
                    <a:pt x="2435118" y="396378"/>
                  </a:lnTo>
                  <a:lnTo>
                    <a:pt x="2444862" y="399142"/>
                  </a:lnTo>
                  <a:lnTo>
                    <a:pt x="2454591" y="401686"/>
                  </a:lnTo>
                  <a:lnTo>
                    <a:pt x="2464335" y="404002"/>
                  </a:lnTo>
                  <a:lnTo>
                    <a:pt x="2474079" y="406091"/>
                  </a:lnTo>
                  <a:lnTo>
                    <a:pt x="2483823" y="407949"/>
                  </a:lnTo>
                  <a:lnTo>
                    <a:pt x="2493552" y="409572"/>
                  </a:lnTo>
                  <a:lnTo>
                    <a:pt x="2503296" y="410959"/>
                  </a:lnTo>
                  <a:lnTo>
                    <a:pt x="2513040" y="412106"/>
                  </a:lnTo>
                  <a:lnTo>
                    <a:pt x="2522784" y="413013"/>
                  </a:lnTo>
                  <a:lnTo>
                    <a:pt x="2532513" y="413678"/>
                  </a:lnTo>
                  <a:lnTo>
                    <a:pt x="2542257" y="414101"/>
                  </a:lnTo>
                  <a:lnTo>
                    <a:pt x="2552001" y="414281"/>
                  </a:lnTo>
                  <a:lnTo>
                    <a:pt x="2561745" y="414217"/>
                  </a:lnTo>
                  <a:lnTo>
                    <a:pt x="2571474" y="413910"/>
                  </a:lnTo>
                  <a:lnTo>
                    <a:pt x="2581218" y="413359"/>
                  </a:lnTo>
                  <a:lnTo>
                    <a:pt x="2590962" y="412568"/>
                  </a:lnTo>
                  <a:lnTo>
                    <a:pt x="2600705" y="411535"/>
                  </a:lnTo>
                  <a:lnTo>
                    <a:pt x="2610449" y="410264"/>
                  </a:lnTo>
                  <a:lnTo>
                    <a:pt x="2620178" y="408757"/>
                  </a:lnTo>
                  <a:lnTo>
                    <a:pt x="2629922" y="407015"/>
                  </a:lnTo>
                  <a:lnTo>
                    <a:pt x="2639666" y="405042"/>
                  </a:lnTo>
                  <a:lnTo>
                    <a:pt x="2649410" y="402843"/>
                  </a:lnTo>
                  <a:lnTo>
                    <a:pt x="2659139" y="400419"/>
                  </a:lnTo>
                  <a:lnTo>
                    <a:pt x="2668883" y="397776"/>
                  </a:lnTo>
                  <a:lnTo>
                    <a:pt x="2678627" y="394918"/>
                  </a:lnTo>
                  <a:lnTo>
                    <a:pt x="2688371" y="391851"/>
                  </a:lnTo>
                  <a:lnTo>
                    <a:pt x="2698100" y="388577"/>
                  </a:lnTo>
                  <a:lnTo>
                    <a:pt x="2707844" y="385106"/>
                  </a:lnTo>
                  <a:lnTo>
                    <a:pt x="2717588" y="381442"/>
                  </a:lnTo>
                  <a:lnTo>
                    <a:pt x="2727332" y="377592"/>
                  </a:lnTo>
                  <a:lnTo>
                    <a:pt x="2737076" y="373562"/>
                  </a:lnTo>
                  <a:lnTo>
                    <a:pt x="2746805" y="369359"/>
                  </a:lnTo>
                  <a:lnTo>
                    <a:pt x="2756549" y="364992"/>
                  </a:lnTo>
                  <a:lnTo>
                    <a:pt x="2766293" y="360466"/>
                  </a:lnTo>
                  <a:lnTo>
                    <a:pt x="2776037" y="355791"/>
                  </a:lnTo>
                  <a:lnTo>
                    <a:pt x="2785766" y="350972"/>
                  </a:lnTo>
                  <a:lnTo>
                    <a:pt x="2795510" y="346021"/>
                  </a:lnTo>
                  <a:lnTo>
                    <a:pt x="2805254" y="340944"/>
                  </a:lnTo>
                  <a:lnTo>
                    <a:pt x="2814998" y="335750"/>
                  </a:lnTo>
                  <a:lnTo>
                    <a:pt x="2824727" y="330447"/>
                  </a:lnTo>
                  <a:lnTo>
                    <a:pt x="2834471" y="325045"/>
                  </a:lnTo>
                  <a:lnTo>
                    <a:pt x="2844215" y="319550"/>
                  </a:lnTo>
                  <a:lnTo>
                    <a:pt x="2853958" y="313975"/>
                  </a:lnTo>
                  <a:lnTo>
                    <a:pt x="2863687" y="308324"/>
                  </a:lnTo>
                  <a:lnTo>
                    <a:pt x="2873431" y="302609"/>
                  </a:lnTo>
                  <a:lnTo>
                    <a:pt x="2883175" y="296837"/>
                  </a:lnTo>
                  <a:lnTo>
                    <a:pt x="2892919" y="291016"/>
                  </a:lnTo>
                  <a:lnTo>
                    <a:pt x="2902663" y="285156"/>
                  </a:lnTo>
                  <a:lnTo>
                    <a:pt x="2912392" y="27926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1" name="Freeform 850">
              <a:extLst>
                <a:ext uri="{FF2B5EF4-FFF2-40B4-BE49-F238E27FC236}">
                  <a16:creationId xmlns:a16="http://schemas.microsoft.com/office/drawing/2014/main" id="{A67DD218-188F-EE6A-356B-2D9E84D5933C}"/>
                </a:ext>
              </a:extLst>
            </p:cNvPr>
            <p:cNvSpPr/>
            <p:nvPr/>
          </p:nvSpPr>
          <p:spPr>
            <a:xfrm>
              <a:off x="576446" y="3243831"/>
              <a:ext cx="2912392" cy="693023"/>
            </a:xfrm>
            <a:custGeom>
              <a:avLst/>
              <a:gdLst>
                <a:gd name="connsiteX0" fmla="*/ 0 w 2912392"/>
                <a:gd name="connsiteY0" fmla="*/ 20193 h 693023"/>
                <a:gd name="connsiteX1" fmla="*/ 9739 w 2912392"/>
                <a:gd name="connsiteY1" fmla="*/ 18399 h 693023"/>
                <a:gd name="connsiteX2" fmla="*/ 19480 w 2912392"/>
                <a:gd name="connsiteY2" fmla="*/ 16691 h 693023"/>
                <a:gd name="connsiteX3" fmla="*/ 29221 w 2912392"/>
                <a:gd name="connsiteY3" fmla="*/ 15070 h 693023"/>
                <a:gd name="connsiteX4" fmla="*/ 38961 w 2912392"/>
                <a:gd name="connsiteY4" fmla="*/ 13537 h 693023"/>
                <a:gd name="connsiteX5" fmla="*/ 48702 w 2912392"/>
                <a:gd name="connsiteY5" fmla="*/ 12089 h 693023"/>
                <a:gd name="connsiteX6" fmla="*/ 58443 w 2912392"/>
                <a:gd name="connsiteY6" fmla="*/ 10729 h 693023"/>
                <a:gd name="connsiteX7" fmla="*/ 68182 w 2912392"/>
                <a:gd name="connsiteY7" fmla="*/ 9455 h 693023"/>
                <a:gd name="connsiteX8" fmla="*/ 77923 w 2912392"/>
                <a:gd name="connsiteY8" fmla="*/ 8266 h 693023"/>
                <a:gd name="connsiteX9" fmla="*/ 87664 w 2912392"/>
                <a:gd name="connsiteY9" fmla="*/ 7162 h 693023"/>
                <a:gd name="connsiteX10" fmla="*/ 97404 w 2912392"/>
                <a:gd name="connsiteY10" fmla="*/ 6141 h 693023"/>
                <a:gd name="connsiteX11" fmla="*/ 107145 w 2912392"/>
                <a:gd name="connsiteY11" fmla="*/ 5206 h 693023"/>
                <a:gd name="connsiteX12" fmla="*/ 116886 w 2912392"/>
                <a:gd name="connsiteY12" fmla="*/ 4352 h 693023"/>
                <a:gd name="connsiteX13" fmla="*/ 126625 w 2912392"/>
                <a:gd name="connsiteY13" fmla="*/ 3579 h 693023"/>
                <a:gd name="connsiteX14" fmla="*/ 136366 w 2912392"/>
                <a:gd name="connsiteY14" fmla="*/ 2886 h 693023"/>
                <a:gd name="connsiteX15" fmla="*/ 146107 w 2912392"/>
                <a:gd name="connsiteY15" fmla="*/ 2271 h 693023"/>
                <a:gd name="connsiteX16" fmla="*/ 155846 w 2912392"/>
                <a:gd name="connsiteY16" fmla="*/ 1734 h 693023"/>
                <a:gd name="connsiteX17" fmla="*/ 165587 w 2912392"/>
                <a:gd name="connsiteY17" fmla="*/ 1272 h 693023"/>
                <a:gd name="connsiteX18" fmla="*/ 175328 w 2912392"/>
                <a:gd name="connsiteY18" fmla="*/ 883 h 693023"/>
                <a:gd name="connsiteX19" fmla="*/ 185068 w 2912392"/>
                <a:gd name="connsiteY19" fmla="*/ 569 h 693023"/>
                <a:gd name="connsiteX20" fmla="*/ 194809 w 2912392"/>
                <a:gd name="connsiteY20" fmla="*/ 325 h 693023"/>
                <a:gd name="connsiteX21" fmla="*/ 204550 w 2912392"/>
                <a:gd name="connsiteY21" fmla="*/ 149 h 693023"/>
                <a:gd name="connsiteX22" fmla="*/ 214289 w 2912392"/>
                <a:gd name="connsiteY22" fmla="*/ 42 h 693023"/>
                <a:gd name="connsiteX23" fmla="*/ 224030 w 2912392"/>
                <a:gd name="connsiteY23" fmla="*/ 0 h 693023"/>
                <a:gd name="connsiteX24" fmla="*/ 233771 w 2912392"/>
                <a:gd name="connsiteY24" fmla="*/ 24 h 693023"/>
                <a:gd name="connsiteX25" fmla="*/ 243510 w 2912392"/>
                <a:gd name="connsiteY25" fmla="*/ 109 h 693023"/>
                <a:gd name="connsiteX26" fmla="*/ 253251 w 2912392"/>
                <a:gd name="connsiteY26" fmla="*/ 256 h 693023"/>
                <a:gd name="connsiteX27" fmla="*/ 262992 w 2912392"/>
                <a:gd name="connsiteY27" fmla="*/ 463 h 693023"/>
                <a:gd name="connsiteX28" fmla="*/ 272732 w 2912392"/>
                <a:gd name="connsiteY28" fmla="*/ 729 h 693023"/>
                <a:gd name="connsiteX29" fmla="*/ 282473 w 2912392"/>
                <a:gd name="connsiteY29" fmla="*/ 1052 h 693023"/>
                <a:gd name="connsiteX30" fmla="*/ 292214 w 2912392"/>
                <a:gd name="connsiteY30" fmla="*/ 1430 h 693023"/>
                <a:gd name="connsiteX31" fmla="*/ 301953 w 2912392"/>
                <a:gd name="connsiteY31" fmla="*/ 1864 h 693023"/>
                <a:gd name="connsiteX32" fmla="*/ 311694 w 2912392"/>
                <a:gd name="connsiteY32" fmla="*/ 2353 h 693023"/>
                <a:gd name="connsiteX33" fmla="*/ 321435 w 2912392"/>
                <a:gd name="connsiteY33" fmla="*/ 2892 h 693023"/>
                <a:gd name="connsiteX34" fmla="*/ 331175 w 2912392"/>
                <a:gd name="connsiteY34" fmla="*/ 3485 h 693023"/>
                <a:gd name="connsiteX35" fmla="*/ 340916 w 2912392"/>
                <a:gd name="connsiteY35" fmla="*/ 4129 h 693023"/>
                <a:gd name="connsiteX36" fmla="*/ 350656 w 2912392"/>
                <a:gd name="connsiteY36" fmla="*/ 4823 h 693023"/>
                <a:gd name="connsiteX37" fmla="*/ 360396 w 2912392"/>
                <a:gd name="connsiteY37" fmla="*/ 5569 h 693023"/>
                <a:gd name="connsiteX38" fmla="*/ 370137 w 2912392"/>
                <a:gd name="connsiteY38" fmla="*/ 6365 h 693023"/>
                <a:gd name="connsiteX39" fmla="*/ 379878 w 2912392"/>
                <a:gd name="connsiteY39" fmla="*/ 7210 h 693023"/>
                <a:gd name="connsiteX40" fmla="*/ 389617 w 2912392"/>
                <a:gd name="connsiteY40" fmla="*/ 8107 h 693023"/>
                <a:gd name="connsiteX41" fmla="*/ 399358 w 2912392"/>
                <a:gd name="connsiteY41" fmla="*/ 9053 h 693023"/>
                <a:gd name="connsiteX42" fmla="*/ 409099 w 2912392"/>
                <a:gd name="connsiteY42" fmla="*/ 10051 h 693023"/>
                <a:gd name="connsiteX43" fmla="*/ 418839 w 2912392"/>
                <a:gd name="connsiteY43" fmla="*/ 11100 h 693023"/>
                <a:gd name="connsiteX44" fmla="*/ 428580 w 2912392"/>
                <a:gd name="connsiteY44" fmla="*/ 12201 h 693023"/>
                <a:gd name="connsiteX45" fmla="*/ 438321 w 2912392"/>
                <a:gd name="connsiteY45" fmla="*/ 13355 h 693023"/>
                <a:gd name="connsiteX46" fmla="*/ 448060 w 2912392"/>
                <a:gd name="connsiteY46" fmla="*/ 14565 h 693023"/>
                <a:gd name="connsiteX47" fmla="*/ 457801 w 2912392"/>
                <a:gd name="connsiteY47" fmla="*/ 15829 h 693023"/>
                <a:gd name="connsiteX48" fmla="*/ 467542 w 2912392"/>
                <a:gd name="connsiteY48" fmla="*/ 17150 h 693023"/>
                <a:gd name="connsiteX49" fmla="*/ 477281 w 2912392"/>
                <a:gd name="connsiteY49" fmla="*/ 18530 h 693023"/>
                <a:gd name="connsiteX50" fmla="*/ 487022 w 2912392"/>
                <a:gd name="connsiteY50" fmla="*/ 19971 h 693023"/>
                <a:gd name="connsiteX51" fmla="*/ 496763 w 2912392"/>
                <a:gd name="connsiteY51" fmla="*/ 21472 h 693023"/>
                <a:gd name="connsiteX52" fmla="*/ 506503 w 2912392"/>
                <a:gd name="connsiteY52" fmla="*/ 23038 h 693023"/>
                <a:gd name="connsiteX53" fmla="*/ 516244 w 2912392"/>
                <a:gd name="connsiteY53" fmla="*/ 24670 h 693023"/>
                <a:gd name="connsiteX54" fmla="*/ 525985 w 2912392"/>
                <a:gd name="connsiteY54" fmla="*/ 26371 h 693023"/>
                <a:gd name="connsiteX55" fmla="*/ 535724 w 2912392"/>
                <a:gd name="connsiteY55" fmla="*/ 28143 h 693023"/>
                <a:gd name="connsiteX56" fmla="*/ 545465 w 2912392"/>
                <a:gd name="connsiteY56" fmla="*/ 29987 h 693023"/>
                <a:gd name="connsiteX57" fmla="*/ 555206 w 2912392"/>
                <a:gd name="connsiteY57" fmla="*/ 31909 h 693023"/>
                <a:gd name="connsiteX58" fmla="*/ 564946 w 2912392"/>
                <a:gd name="connsiteY58" fmla="*/ 33909 h 693023"/>
                <a:gd name="connsiteX59" fmla="*/ 574687 w 2912392"/>
                <a:gd name="connsiteY59" fmla="*/ 35988 h 693023"/>
                <a:gd name="connsiteX60" fmla="*/ 584428 w 2912392"/>
                <a:gd name="connsiteY60" fmla="*/ 38155 h 693023"/>
                <a:gd name="connsiteX61" fmla="*/ 594167 w 2912392"/>
                <a:gd name="connsiteY61" fmla="*/ 40406 h 693023"/>
                <a:gd name="connsiteX62" fmla="*/ 603908 w 2912392"/>
                <a:gd name="connsiteY62" fmla="*/ 42748 h 693023"/>
                <a:gd name="connsiteX63" fmla="*/ 613649 w 2912392"/>
                <a:gd name="connsiteY63" fmla="*/ 45183 h 693023"/>
                <a:gd name="connsiteX64" fmla="*/ 623388 w 2912392"/>
                <a:gd name="connsiteY64" fmla="*/ 47714 h 693023"/>
                <a:gd name="connsiteX65" fmla="*/ 633129 w 2912392"/>
                <a:gd name="connsiteY65" fmla="*/ 50344 h 693023"/>
                <a:gd name="connsiteX66" fmla="*/ 642870 w 2912392"/>
                <a:gd name="connsiteY66" fmla="*/ 53073 h 693023"/>
                <a:gd name="connsiteX67" fmla="*/ 652610 w 2912392"/>
                <a:gd name="connsiteY67" fmla="*/ 55908 h 693023"/>
                <a:gd name="connsiteX68" fmla="*/ 662351 w 2912392"/>
                <a:gd name="connsiteY68" fmla="*/ 58851 h 693023"/>
                <a:gd name="connsiteX69" fmla="*/ 672092 w 2912392"/>
                <a:gd name="connsiteY69" fmla="*/ 61904 h 693023"/>
                <a:gd name="connsiteX70" fmla="*/ 681831 w 2912392"/>
                <a:gd name="connsiteY70" fmla="*/ 65068 h 693023"/>
                <a:gd name="connsiteX71" fmla="*/ 691572 w 2912392"/>
                <a:gd name="connsiteY71" fmla="*/ 68348 h 693023"/>
                <a:gd name="connsiteX72" fmla="*/ 701313 w 2912392"/>
                <a:gd name="connsiteY72" fmla="*/ 71743 h 693023"/>
                <a:gd name="connsiteX73" fmla="*/ 711052 w 2912392"/>
                <a:gd name="connsiteY73" fmla="*/ 75259 h 693023"/>
                <a:gd name="connsiteX74" fmla="*/ 720793 w 2912392"/>
                <a:gd name="connsiteY74" fmla="*/ 78898 h 693023"/>
                <a:gd name="connsiteX75" fmla="*/ 730534 w 2912392"/>
                <a:gd name="connsiteY75" fmla="*/ 82660 h 693023"/>
                <a:gd name="connsiteX76" fmla="*/ 740274 w 2912392"/>
                <a:gd name="connsiteY76" fmla="*/ 86547 h 693023"/>
                <a:gd name="connsiteX77" fmla="*/ 750015 w 2912392"/>
                <a:gd name="connsiteY77" fmla="*/ 90560 h 693023"/>
                <a:gd name="connsiteX78" fmla="*/ 759756 w 2912392"/>
                <a:gd name="connsiteY78" fmla="*/ 94702 h 693023"/>
                <a:gd name="connsiteX79" fmla="*/ 769495 w 2912392"/>
                <a:gd name="connsiteY79" fmla="*/ 98972 h 693023"/>
                <a:gd name="connsiteX80" fmla="*/ 779236 w 2912392"/>
                <a:gd name="connsiteY80" fmla="*/ 103375 h 693023"/>
                <a:gd name="connsiteX81" fmla="*/ 788977 w 2912392"/>
                <a:gd name="connsiteY81" fmla="*/ 107907 h 693023"/>
                <a:gd name="connsiteX82" fmla="*/ 798717 w 2912392"/>
                <a:gd name="connsiteY82" fmla="*/ 112571 h 693023"/>
                <a:gd name="connsiteX83" fmla="*/ 808458 w 2912392"/>
                <a:gd name="connsiteY83" fmla="*/ 117365 h 693023"/>
                <a:gd name="connsiteX84" fmla="*/ 818199 w 2912392"/>
                <a:gd name="connsiteY84" fmla="*/ 122292 h 693023"/>
                <a:gd name="connsiteX85" fmla="*/ 827938 w 2912392"/>
                <a:gd name="connsiteY85" fmla="*/ 127349 h 693023"/>
                <a:gd name="connsiteX86" fmla="*/ 837679 w 2912392"/>
                <a:gd name="connsiteY86" fmla="*/ 132537 h 693023"/>
                <a:gd name="connsiteX87" fmla="*/ 847420 w 2912392"/>
                <a:gd name="connsiteY87" fmla="*/ 137854 h 693023"/>
                <a:gd name="connsiteX88" fmla="*/ 857159 w 2912392"/>
                <a:gd name="connsiteY88" fmla="*/ 143300 h 693023"/>
                <a:gd name="connsiteX89" fmla="*/ 866900 w 2912392"/>
                <a:gd name="connsiteY89" fmla="*/ 148871 h 693023"/>
                <a:gd name="connsiteX90" fmla="*/ 876641 w 2912392"/>
                <a:gd name="connsiteY90" fmla="*/ 154568 h 693023"/>
                <a:gd name="connsiteX91" fmla="*/ 886381 w 2912392"/>
                <a:gd name="connsiteY91" fmla="*/ 160386 h 693023"/>
                <a:gd name="connsiteX92" fmla="*/ 896122 w 2912392"/>
                <a:gd name="connsiteY92" fmla="*/ 166326 h 693023"/>
                <a:gd name="connsiteX93" fmla="*/ 905863 w 2912392"/>
                <a:gd name="connsiteY93" fmla="*/ 172383 h 693023"/>
                <a:gd name="connsiteX94" fmla="*/ 915602 w 2912392"/>
                <a:gd name="connsiteY94" fmla="*/ 178554 h 693023"/>
                <a:gd name="connsiteX95" fmla="*/ 925343 w 2912392"/>
                <a:gd name="connsiteY95" fmla="*/ 184837 h 693023"/>
                <a:gd name="connsiteX96" fmla="*/ 935084 w 2912392"/>
                <a:gd name="connsiteY96" fmla="*/ 191227 h 693023"/>
                <a:gd name="connsiteX97" fmla="*/ 944824 w 2912392"/>
                <a:gd name="connsiteY97" fmla="*/ 197723 h 693023"/>
                <a:gd name="connsiteX98" fmla="*/ 954564 w 2912392"/>
                <a:gd name="connsiteY98" fmla="*/ 204317 h 693023"/>
                <a:gd name="connsiteX99" fmla="*/ 964305 w 2912392"/>
                <a:gd name="connsiteY99" fmla="*/ 211008 h 693023"/>
                <a:gd name="connsiteX100" fmla="*/ 974045 w 2912392"/>
                <a:gd name="connsiteY100" fmla="*/ 217790 h 693023"/>
                <a:gd name="connsiteX101" fmla="*/ 983786 w 2912392"/>
                <a:gd name="connsiteY101" fmla="*/ 224660 h 693023"/>
                <a:gd name="connsiteX102" fmla="*/ 993522 w 2912392"/>
                <a:gd name="connsiteY102" fmla="*/ 231611 h 693023"/>
                <a:gd name="connsiteX103" fmla="*/ 1003266 w 2912392"/>
                <a:gd name="connsiteY103" fmla="*/ 238640 h 693023"/>
                <a:gd name="connsiteX104" fmla="*/ 1013010 w 2912392"/>
                <a:gd name="connsiteY104" fmla="*/ 245739 h 693023"/>
                <a:gd name="connsiteX105" fmla="*/ 1022754 w 2912392"/>
                <a:gd name="connsiteY105" fmla="*/ 252904 h 693023"/>
                <a:gd name="connsiteX106" fmla="*/ 1032483 w 2912392"/>
                <a:gd name="connsiteY106" fmla="*/ 260132 h 693023"/>
                <a:gd name="connsiteX107" fmla="*/ 1042227 w 2912392"/>
                <a:gd name="connsiteY107" fmla="*/ 267413 h 693023"/>
                <a:gd name="connsiteX108" fmla="*/ 1051971 w 2912392"/>
                <a:gd name="connsiteY108" fmla="*/ 274743 h 693023"/>
                <a:gd name="connsiteX109" fmla="*/ 1061715 w 2912392"/>
                <a:gd name="connsiteY109" fmla="*/ 282117 h 693023"/>
                <a:gd name="connsiteX110" fmla="*/ 1071444 w 2912392"/>
                <a:gd name="connsiteY110" fmla="*/ 289526 h 693023"/>
                <a:gd name="connsiteX111" fmla="*/ 1081188 w 2912392"/>
                <a:gd name="connsiteY111" fmla="*/ 296968 h 693023"/>
                <a:gd name="connsiteX112" fmla="*/ 1090932 w 2912392"/>
                <a:gd name="connsiteY112" fmla="*/ 304435 h 693023"/>
                <a:gd name="connsiteX113" fmla="*/ 1100676 w 2912392"/>
                <a:gd name="connsiteY113" fmla="*/ 311921 h 693023"/>
                <a:gd name="connsiteX114" fmla="*/ 1110405 w 2912392"/>
                <a:gd name="connsiteY114" fmla="*/ 319419 h 693023"/>
                <a:gd name="connsiteX115" fmla="*/ 1120149 w 2912392"/>
                <a:gd name="connsiteY115" fmla="*/ 326924 h 693023"/>
                <a:gd name="connsiteX116" fmla="*/ 1129893 w 2912392"/>
                <a:gd name="connsiteY116" fmla="*/ 334430 h 693023"/>
                <a:gd name="connsiteX117" fmla="*/ 1139637 w 2912392"/>
                <a:gd name="connsiteY117" fmla="*/ 341929 h 693023"/>
                <a:gd name="connsiteX118" fmla="*/ 1149381 w 2912392"/>
                <a:gd name="connsiteY118" fmla="*/ 349417 h 693023"/>
                <a:gd name="connsiteX119" fmla="*/ 1159110 w 2912392"/>
                <a:gd name="connsiteY119" fmla="*/ 356887 h 693023"/>
                <a:gd name="connsiteX120" fmla="*/ 1168854 w 2912392"/>
                <a:gd name="connsiteY120" fmla="*/ 364335 h 693023"/>
                <a:gd name="connsiteX121" fmla="*/ 1178598 w 2912392"/>
                <a:gd name="connsiteY121" fmla="*/ 371752 h 693023"/>
                <a:gd name="connsiteX122" fmla="*/ 1188341 w 2912392"/>
                <a:gd name="connsiteY122" fmla="*/ 379134 h 693023"/>
                <a:gd name="connsiteX123" fmla="*/ 1198070 w 2912392"/>
                <a:gd name="connsiteY123" fmla="*/ 386477 h 693023"/>
                <a:gd name="connsiteX124" fmla="*/ 1207814 w 2912392"/>
                <a:gd name="connsiteY124" fmla="*/ 393774 h 693023"/>
                <a:gd name="connsiteX125" fmla="*/ 1217558 w 2912392"/>
                <a:gd name="connsiteY125" fmla="*/ 401018 h 693023"/>
                <a:gd name="connsiteX126" fmla="*/ 1227302 w 2912392"/>
                <a:gd name="connsiteY126" fmla="*/ 408207 h 693023"/>
                <a:gd name="connsiteX127" fmla="*/ 1237031 w 2912392"/>
                <a:gd name="connsiteY127" fmla="*/ 415334 h 693023"/>
                <a:gd name="connsiteX128" fmla="*/ 1246775 w 2912392"/>
                <a:gd name="connsiteY128" fmla="*/ 422397 h 693023"/>
                <a:gd name="connsiteX129" fmla="*/ 1256519 w 2912392"/>
                <a:gd name="connsiteY129" fmla="*/ 429389 h 693023"/>
                <a:gd name="connsiteX130" fmla="*/ 1266263 w 2912392"/>
                <a:gd name="connsiteY130" fmla="*/ 436305 h 693023"/>
                <a:gd name="connsiteX131" fmla="*/ 1276007 w 2912392"/>
                <a:gd name="connsiteY131" fmla="*/ 443142 h 693023"/>
                <a:gd name="connsiteX132" fmla="*/ 1285736 w 2912392"/>
                <a:gd name="connsiteY132" fmla="*/ 449897 h 693023"/>
                <a:gd name="connsiteX133" fmla="*/ 1295480 w 2912392"/>
                <a:gd name="connsiteY133" fmla="*/ 456566 h 693023"/>
                <a:gd name="connsiteX134" fmla="*/ 1305224 w 2912392"/>
                <a:gd name="connsiteY134" fmla="*/ 463144 h 693023"/>
                <a:gd name="connsiteX135" fmla="*/ 1314968 w 2912392"/>
                <a:gd name="connsiteY135" fmla="*/ 469628 h 693023"/>
                <a:gd name="connsiteX136" fmla="*/ 1324697 w 2912392"/>
                <a:gd name="connsiteY136" fmla="*/ 476017 h 693023"/>
                <a:gd name="connsiteX137" fmla="*/ 1334441 w 2912392"/>
                <a:gd name="connsiteY137" fmla="*/ 482305 h 693023"/>
                <a:gd name="connsiteX138" fmla="*/ 1344185 w 2912392"/>
                <a:gd name="connsiteY138" fmla="*/ 488493 h 693023"/>
                <a:gd name="connsiteX139" fmla="*/ 1353929 w 2912392"/>
                <a:gd name="connsiteY139" fmla="*/ 494578 h 693023"/>
                <a:gd name="connsiteX140" fmla="*/ 1363658 w 2912392"/>
                <a:gd name="connsiteY140" fmla="*/ 500555 h 693023"/>
                <a:gd name="connsiteX141" fmla="*/ 1373402 w 2912392"/>
                <a:gd name="connsiteY141" fmla="*/ 506424 h 693023"/>
                <a:gd name="connsiteX142" fmla="*/ 1383146 w 2912392"/>
                <a:gd name="connsiteY142" fmla="*/ 512184 h 693023"/>
                <a:gd name="connsiteX143" fmla="*/ 1392890 w 2912392"/>
                <a:gd name="connsiteY143" fmla="*/ 517834 h 693023"/>
                <a:gd name="connsiteX144" fmla="*/ 1402619 w 2912392"/>
                <a:gd name="connsiteY144" fmla="*/ 523370 h 693023"/>
                <a:gd name="connsiteX145" fmla="*/ 1412363 w 2912392"/>
                <a:gd name="connsiteY145" fmla="*/ 528795 h 693023"/>
                <a:gd name="connsiteX146" fmla="*/ 1422106 w 2912392"/>
                <a:gd name="connsiteY146" fmla="*/ 534105 h 693023"/>
                <a:gd name="connsiteX147" fmla="*/ 1431850 w 2912392"/>
                <a:gd name="connsiteY147" fmla="*/ 539300 h 693023"/>
                <a:gd name="connsiteX148" fmla="*/ 1441594 w 2912392"/>
                <a:gd name="connsiteY148" fmla="*/ 544382 h 693023"/>
                <a:gd name="connsiteX149" fmla="*/ 1451323 w 2912392"/>
                <a:gd name="connsiteY149" fmla="*/ 549348 h 693023"/>
                <a:gd name="connsiteX150" fmla="*/ 1461067 w 2912392"/>
                <a:gd name="connsiteY150" fmla="*/ 554200 h 693023"/>
                <a:gd name="connsiteX151" fmla="*/ 1470811 w 2912392"/>
                <a:gd name="connsiteY151" fmla="*/ 558938 h 693023"/>
                <a:gd name="connsiteX152" fmla="*/ 1480555 w 2912392"/>
                <a:gd name="connsiteY152" fmla="*/ 563563 h 693023"/>
                <a:gd name="connsiteX153" fmla="*/ 1490284 w 2912392"/>
                <a:gd name="connsiteY153" fmla="*/ 568074 h 693023"/>
                <a:gd name="connsiteX154" fmla="*/ 1500028 w 2912392"/>
                <a:gd name="connsiteY154" fmla="*/ 572473 h 693023"/>
                <a:gd name="connsiteX155" fmla="*/ 1509772 w 2912392"/>
                <a:gd name="connsiteY155" fmla="*/ 576762 h 693023"/>
                <a:gd name="connsiteX156" fmla="*/ 1519516 w 2912392"/>
                <a:gd name="connsiteY156" fmla="*/ 580940 h 693023"/>
                <a:gd name="connsiteX157" fmla="*/ 1529245 w 2912392"/>
                <a:gd name="connsiteY157" fmla="*/ 585010 h 693023"/>
                <a:gd name="connsiteX158" fmla="*/ 1538989 w 2912392"/>
                <a:gd name="connsiteY158" fmla="*/ 588972 h 693023"/>
                <a:gd name="connsiteX159" fmla="*/ 1548733 w 2912392"/>
                <a:gd name="connsiteY159" fmla="*/ 592829 h 693023"/>
                <a:gd name="connsiteX160" fmla="*/ 1558477 w 2912392"/>
                <a:gd name="connsiteY160" fmla="*/ 596584 h 693023"/>
                <a:gd name="connsiteX161" fmla="*/ 1568221 w 2912392"/>
                <a:gd name="connsiteY161" fmla="*/ 600235 h 693023"/>
                <a:gd name="connsiteX162" fmla="*/ 1577950 w 2912392"/>
                <a:gd name="connsiteY162" fmla="*/ 603787 h 693023"/>
                <a:gd name="connsiteX163" fmla="*/ 1587694 w 2912392"/>
                <a:gd name="connsiteY163" fmla="*/ 607241 h 693023"/>
                <a:gd name="connsiteX164" fmla="*/ 1597438 w 2912392"/>
                <a:gd name="connsiteY164" fmla="*/ 610599 h 693023"/>
                <a:gd name="connsiteX165" fmla="*/ 1607182 w 2912392"/>
                <a:gd name="connsiteY165" fmla="*/ 613865 h 693023"/>
                <a:gd name="connsiteX166" fmla="*/ 1616911 w 2912392"/>
                <a:gd name="connsiteY166" fmla="*/ 617038 h 693023"/>
                <a:gd name="connsiteX167" fmla="*/ 1626655 w 2912392"/>
                <a:gd name="connsiteY167" fmla="*/ 620124 h 693023"/>
                <a:gd name="connsiteX168" fmla="*/ 1636399 w 2912392"/>
                <a:gd name="connsiteY168" fmla="*/ 623123 h 693023"/>
                <a:gd name="connsiteX169" fmla="*/ 1646142 w 2912392"/>
                <a:gd name="connsiteY169" fmla="*/ 626037 h 693023"/>
                <a:gd name="connsiteX170" fmla="*/ 1655872 w 2912392"/>
                <a:gd name="connsiteY170" fmla="*/ 628871 h 693023"/>
                <a:gd name="connsiteX171" fmla="*/ 1665616 w 2912392"/>
                <a:gd name="connsiteY171" fmla="*/ 631624 h 693023"/>
                <a:gd name="connsiteX172" fmla="*/ 1675359 w 2912392"/>
                <a:gd name="connsiteY172" fmla="*/ 634302 h 693023"/>
                <a:gd name="connsiteX173" fmla="*/ 1685103 w 2912392"/>
                <a:gd name="connsiteY173" fmla="*/ 636906 h 693023"/>
                <a:gd name="connsiteX174" fmla="*/ 1694832 w 2912392"/>
                <a:gd name="connsiteY174" fmla="*/ 639437 h 693023"/>
                <a:gd name="connsiteX175" fmla="*/ 1704576 w 2912392"/>
                <a:gd name="connsiteY175" fmla="*/ 641899 h 693023"/>
                <a:gd name="connsiteX176" fmla="*/ 1714320 w 2912392"/>
                <a:gd name="connsiteY176" fmla="*/ 644293 h 693023"/>
                <a:gd name="connsiteX177" fmla="*/ 1724064 w 2912392"/>
                <a:gd name="connsiteY177" fmla="*/ 646623 h 693023"/>
                <a:gd name="connsiteX178" fmla="*/ 1733808 w 2912392"/>
                <a:gd name="connsiteY178" fmla="*/ 648891 h 693023"/>
                <a:gd name="connsiteX179" fmla="*/ 1743537 w 2912392"/>
                <a:gd name="connsiteY179" fmla="*/ 651096 h 693023"/>
                <a:gd name="connsiteX180" fmla="*/ 1753281 w 2912392"/>
                <a:gd name="connsiteY180" fmla="*/ 653243 h 693023"/>
                <a:gd name="connsiteX181" fmla="*/ 1763025 w 2912392"/>
                <a:gd name="connsiteY181" fmla="*/ 655333 h 693023"/>
                <a:gd name="connsiteX182" fmla="*/ 1772769 w 2912392"/>
                <a:gd name="connsiteY182" fmla="*/ 657368 h 693023"/>
                <a:gd name="connsiteX183" fmla="*/ 1782498 w 2912392"/>
                <a:gd name="connsiteY183" fmla="*/ 659350 h 693023"/>
                <a:gd name="connsiteX184" fmla="*/ 1792242 w 2912392"/>
                <a:gd name="connsiteY184" fmla="*/ 661279 h 693023"/>
                <a:gd name="connsiteX185" fmla="*/ 1801986 w 2912392"/>
                <a:gd name="connsiteY185" fmla="*/ 663157 h 693023"/>
                <a:gd name="connsiteX186" fmla="*/ 1811730 w 2912392"/>
                <a:gd name="connsiteY186" fmla="*/ 664985 h 693023"/>
                <a:gd name="connsiteX187" fmla="*/ 1821459 w 2912392"/>
                <a:gd name="connsiteY187" fmla="*/ 666764 h 693023"/>
                <a:gd name="connsiteX188" fmla="*/ 1831203 w 2912392"/>
                <a:gd name="connsiteY188" fmla="*/ 668493 h 693023"/>
                <a:gd name="connsiteX189" fmla="*/ 1840947 w 2912392"/>
                <a:gd name="connsiteY189" fmla="*/ 670176 h 693023"/>
                <a:gd name="connsiteX190" fmla="*/ 1850691 w 2912392"/>
                <a:gd name="connsiteY190" fmla="*/ 671810 h 693023"/>
                <a:gd name="connsiteX191" fmla="*/ 1860435 w 2912392"/>
                <a:gd name="connsiteY191" fmla="*/ 673397 h 693023"/>
                <a:gd name="connsiteX192" fmla="*/ 1870164 w 2912392"/>
                <a:gd name="connsiteY192" fmla="*/ 674936 h 693023"/>
                <a:gd name="connsiteX193" fmla="*/ 1879908 w 2912392"/>
                <a:gd name="connsiteY193" fmla="*/ 676427 h 693023"/>
                <a:gd name="connsiteX194" fmla="*/ 1889652 w 2912392"/>
                <a:gd name="connsiteY194" fmla="*/ 677868 h 693023"/>
                <a:gd name="connsiteX195" fmla="*/ 1899395 w 2912392"/>
                <a:gd name="connsiteY195" fmla="*/ 679259 h 693023"/>
                <a:gd name="connsiteX196" fmla="*/ 1909124 w 2912392"/>
                <a:gd name="connsiteY196" fmla="*/ 680600 h 693023"/>
                <a:gd name="connsiteX197" fmla="*/ 1918868 w 2912392"/>
                <a:gd name="connsiteY197" fmla="*/ 681888 h 693023"/>
                <a:gd name="connsiteX198" fmla="*/ 1928612 w 2912392"/>
                <a:gd name="connsiteY198" fmla="*/ 683120 h 693023"/>
                <a:gd name="connsiteX199" fmla="*/ 1938356 w 2912392"/>
                <a:gd name="connsiteY199" fmla="*/ 684295 h 693023"/>
                <a:gd name="connsiteX200" fmla="*/ 1948085 w 2912392"/>
                <a:gd name="connsiteY200" fmla="*/ 685413 h 693023"/>
                <a:gd name="connsiteX201" fmla="*/ 1957829 w 2912392"/>
                <a:gd name="connsiteY201" fmla="*/ 686469 h 693023"/>
                <a:gd name="connsiteX202" fmla="*/ 1967573 w 2912392"/>
                <a:gd name="connsiteY202" fmla="*/ 687460 h 693023"/>
                <a:gd name="connsiteX203" fmla="*/ 1977317 w 2912392"/>
                <a:gd name="connsiteY203" fmla="*/ 688384 h 693023"/>
                <a:gd name="connsiteX204" fmla="*/ 1987046 w 2912392"/>
                <a:gd name="connsiteY204" fmla="*/ 689236 h 693023"/>
                <a:gd name="connsiteX205" fmla="*/ 1996790 w 2912392"/>
                <a:gd name="connsiteY205" fmla="*/ 690014 h 693023"/>
                <a:gd name="connsiteX206" fmla="*/ 2006534 w 2912392"/>
                <a:gd name="connsiteY206" fmla="*/ 690712 h 693023"/>
                <a:gd name="connsiteX207" fmla="*/ 2016278 w 2912392"/>
                <a:gd name="connsiteY207" fmla="*/ 691328 h 693023"/>
                <a:gd name="connsiteX208" fmla="*/ 2026022 w 2912392"/>
                <a:gd name="connsiteY208" fmla="*/ 691857 h 693023"/>
                <a:gd name="connsiteX209" fmla="*/ 2035751 w 2912392"/>
                <a:gd name="connsiteY209" fmla="*/ 692295 h 693023"/>
                <a:gd name="connsiteX210" fmla="*/ 2045495 w 2912392"/>
                <a:gd name="connsiteY210" fmla="*/ 692634 h 693023"/>
                <a:gd name="connsiteX211" fmla="*/ 2055239 w 2912392"/>
                <a:gd name="connsiteY211" fmla="*/ 692873 h 693023"/>
                <a:gd name="connsiteX212" fmla="*/ 2064983 w 2912392"/>
                <a:gd name="connsiteY212" fmla="*/ 693004 h 693023"/>
                <a:gd name="connsiteX213" fmla="*/ 2074712 w 2912392"/>
                <a:gd name="connsiteY213" fmla="*/ 693023 h 693023"/>
                <a:gd name="connsiteX214" fmla="*/ 2084456 w 2912392"/>
                <a:gd name="connsiteY214" fmla="*/ 692923 h 693023"/>
                <a:gd name="connsiteX215" fmla="*/ 2094200 w 2912392"/>
                <a:gd name="connsiteY215" fmla="*/ 692700 h 693023"/>
                <a:gd name="connsiteX216" fmla="*/ 2103944 w 2912392"/>
                <a:gd name="connsiteY216" fmla="*/ 692345 h 693023"/>
                <a:gd name="connsiteX217" fmla="*/ 2113673 w 2912392"/>
                <a:gd name="connsiteY217" fmla="*/ 691857 h 693023"/>
                <a:gd name="connsiteX218" fmla="*/ 2123417 w 2912392"/>
                <a:gd name="connsiteY218" fmla="*/ 691225 h 693023"/>
                <a:gd name="connsiteX219" fmla="*/ 2133161 w 2912392"/>
                <a:gd name="connsiteY219" fmla="*/ 690447 h 693023"/>
                <a:gd name="connsiteX220" fmla="*/ 2142905 w 2912392"/>
                <a:gd name="connsiteY220" fmla="*/ 689513 h 693023"/>
                <a:gd name="connsiteX221" fmla="*/ 2152649 w 2912392"/>
                <a:gd name="connsiteY221" fmla="*/ 688421 h 693023"/>
                <a:gd name="connsiteX222" fmla="*/ 2162377 w 2912392"/>
                <a:gd name="connsiteY222" fmla="*/ 687160 h 693023"/>
                <a:gd name="connsiteX223" fmla="*/ 2172121 w 2912392"/>
                <a:gd name="connsiteY223" fmla="*/ 685729 h 693023"/>
                <a:gd name="connsiteX224" fmla="*/ 2181865 w 2912392"/>
                <a:gd name="connsiteY224" fmla="*/ 684118 h 693023"/>
                <a:gd name="connsiteX225" fmla="*/ 2191609 w 2912392"/>
                <a:gd name="connsiteY225" fmla="*/ 682323 h 693023"/>
                <a:gd name="connsiteX226" fmla="*/ 2201338 w 2912392"/>
                <a:gd name="connsiteY226" fmla="*/ 680338 h 693023"/>
                <a:gd name="connsiteX227" fmla="*/ 2211082 w 2912392"/>
                <a:gd name="connsiteY227" fmla="*/ 678157 h 693023"/>
                <a:gd name="connsiteX228" fmla="*/ 2220826 w 2912392"/>
                <a:gd name="connsiteY228" fmla="*/ 675775 h 693023"/>
                <a:gd name="connsiteX229" fmla="*/ 2230570 w 2912392"/>
                <a:gd name="connsiteY229" fmla="*/ 673185 h 693023"/>
                <a:gd name="connsiteX230" fmla="*/ 2240299 w 2912392"/>
                <a:gd name="connsiteY230" fmla="*/ 670384 h 693023"/>
                <a:gd name="connsiteX231" fmla="*/ 2250043 w 2912392"/>
                <a:gd name="connsiteY231" fmla="*/ 667366 h 693023"/>
                <a:gd name="connsiteX232" fmla="*/ 2259787 w 2912392"/>
                <a:gd name="connsiteY232" fmla="*/ 664127 h 693023"/>
                <a:gd name="connsiteX233" fmla="*/ 2269531 w 2912392"/>
                <a:gd name="connsiteY233" fmla="*/ 660663 h 693023"/>
                <a:gd name="connsiteX234" fmla="*/ 2279260 w 2912392"/>
                <a:gd name="connsiteY234" fmla="*/ 656968 h 693023"/>
                <a:gd name="connsiteX235" fmla="*/ 2289004 w 2912392"/>
                <a:gd name="connsiteY235" fmla="*/ 653042 h 693023"/>
                <a:gd name="connsiteX236" fmla="*/ 2298748 w 2912392"/>
                <a:gd name="connsiteY236" fmla="*/ 648877 h 693023"/>
                <a:gd name="connsiteX237" fmla="*/ 2308492 w 2912392"/>
                <a:gd name="connsiteY237" fmla="*/ 644475 h 693023"/>
                <a:gd name="connsiteX238" fmla="*/ 2318236 w 2912392"/>
                <a:gd name="connsiteY238" fmla="*/ 639831 h 693023"/>
                <a:gd name="connsiteX239" fmla="*/ 2327965 w 2912392"/>
                <a:gd name="connsiteY239" fmla="*/ 634942 h 693023"/>
                <a:gd name="connsiteX240" fmla="*/ 2337709 w 2912392"/>
                <a:gd name="connsiteY240" fmla="*/ 629810 h 693023"/>
                <a:gd name="connsiteX241" fmla="*/ 2347453 w 2912392"/>
                <a:gd name="connsiteY241" fmla="*/ 624430 h 693023"/>
                <a:gd name="connsiteX242" fmla="*/ 2357197 w 2912392"/>
                <a:gd name="connsiteY242" fmla="*/ 618802 h 693023"/>
                <a:gd name="connsiteX243" fmla="*/ 2366926 w 2912392"/>
                <a:gd name="connsiteY243" fmla="*/ 612928 h 693023"/>
                <a:gd name="connsiteX244" fmla="*/ 2376670 w 2912392"/>
                <a:gd name="connsiteY244" fmla="*/ 606807 h 693023"/>
                <a:gd name="connsiteX245" fmla="*/ 2386413 w 2912392"/>
                <a:gd name="connsiteY245" fmla="*/ 600439 h 693023"/>
                <a:gd name="connsiteX246" fmla="*/ 2396157 w 2912392"/>
                <a:gd name="connsiteY246" fmla="*/ 593827 h 693023"/>
                <a:gd name="connsiteX247" fmla="*/ 2405886 w 2912392"/>
                <a:gd name="connsiteY247" fmla="*/ 586972 h 693023"/>
                <a:gd name="connsiteX248" fmla="*/ 2415630 w 2912392"/>
                <a:gd name="connsiteY248" fmla="*/ 579876 h 693023"/>
                <a:gd name="connsiteX249" fmla="*/ 2425374 w 2912392"/>
                <a:gd name="connsiteY249" fmla="*/ 572541 h 693023"/>
                <a:gd name="connsiteX250" fmla="*/ 2435118 w 2912392"/>
                <a:gd name="connsiteY250" fmla="*/ 564974 h 693023"/>
                <a:gd name="connsiteX251" fmla="*/ 2444862 w 2912392"/>
                <a:gd name="connsiteY251" fmla="*/ 557174 h 693023"/>
                <a:gd name="connsiteX252" fmla="*/ 2454591 w 2912392"/>
                <a:gd name="connsiteY252" fmla="*/ 549150 h 693023"/>
                <a:gd name="connsiteX253" fmla="*/ 2464335 w 2912392"/>
                <a:gd name="connsiteY253" fmla="*/ 540905 h 693023"/>
                <a:gd name="connsiteX254" fmla="*/ 2474079 w 2912392"/>
                <a:gd name="connsiteY254" fmla="*/ 532442 h 693023"/>
                <a:gd name="connsiteX255" fmla="*/ 2483823 w 2912392"/>
                <a:gd name="connsiteY255" fmla="*/ 523771 h 693023"/>
                <a:gd name="connsiteX256" fmla="*/ 2493552 w 2912392"/>
                <a:gd name="connsiteY256" fmla="*/ 514897 h 693023"/>
                <a:gd name="connsiteX257" fmla="*/ 2503296 w 2912392"/>
                <a:gd name="connsiteY257" fmla="*/ 505825 h 693023"/>
                <a:gd name="connsiteX258" fmla="*/ 2513040 w 2912392"/>
                <a:gd name="connsiteY258" fmla="*/ 496565 h 693023"/>
                <a:gd name="connsiteX259" fmla="*/ 2522784 w 2912392"/>
                <a:gd name="connsiteY259" fmla="*/ 487124 h 693023"/>
                <a:gd name="connsiteX260" fmla="*/ 2532513 w 2912392"/>
                <a:gd name="connsiteY260" fmla="*/ 477509 h 693023"/>
                <a:gd name="connsiteX261" fmla="*/ 2542257 w 2912392"/>
                <a:gd name="connsiteY261" fmla="*/ 467731 h 693023"/>
                <a:gd name="connsiteX262" fmla="*/ 2552001 w 2912392"/>
                <a:gd name="connsiteY262" fmla="*/ 457797 h 693023"/>
                <a:gd name="connsiteX263" fmla="*/ 2561745 w 2912392"/>
                <a:gd name="connsiteY263" fmla="*/ 447716 h 693023"/>
                <a:gd name="connsiteX264" fmla="*/ 2571474 w 2912392"/>
                <a:gd name="connsiteY264" fmla="*/ 437500 h 693023"/>
                <a:gd name="connsiteX265" fmla="*/ 2581218 w 2912392"/>
                <a:gd name="connsiteY265" fmla="*/ 427158 h 693023"/>
                <a:gd name="connsiteX266" fmla="*/ 2590962 w 2912392"/>
                <a:gd name="connsiteY266" fmla="*/ 416699 h 693023"/>
                <a:gd name="connsiteX267" fmla="*/ 2600705 w 2912392"/>
                <a:gd name="connsiteY267" fmla="*/ 406136 h 693023"/>
                <a:gd name="connsiteX268" fmla="*/ 2610449 w 2912392"/>
                <a:gd name="connsiteY268" fmla="*/ 395479 h 693023"/>
                <a:gd name="connsiteX269" fmla="*/ 2620178 w 2912392"/>
                <a:gd name="connsiteY269" fmla="*/ 384738 h 693023"/>
                <a:gd name="connsiteX270" fmla="*/ 2629922 w 2912392"/>
                <a:gd name="connsiteY270" fmla="*/ 373924 h 693023"/>
                <a:gd name="connsiteX271" fmla="*/ 2639666 w 2912392"/>
                <a:gd name="connsiteY271" fmla="*/ 363051 h 693023"/>
                <a:gd name="connsiteX272" fmla="*/ 2649410 w 2912392"/>
                <a:gd name="connsiteY272" fmla="*/ 352130 h 693023"/>
                <a:gd name="connsiteX273" fmla="*/ 2659139 w 2912392"/>
                <a:gd name="connsiteY273" fmla="*/ 341170 h 693023"/>
                <a:gd name="connsiteX274" fmla="*/ 2668883 w 2912392"/>
                <a:gd name="connsiteY274" fmla="*/ 330187 h 693023"/>
                <a:gd name="connsiteX275" fmla="*/ 2678627 w 2912392"/>
                <a:gd name="connsiteY275" fmla="*/ 319190 h 693023"/>
                <a:gd name="connsiteX276" fmla="*/ 2688371 w 2912392"/>
                <a:gd name="connsiteY276" fmla="*/ 308191 h 693023"/>
                <a:gd name="connsiteX277" fmla="*/ 2698100 w 2912392"/>
                <a:gd name="connsiteY277" fmla="*/ 297203 h 693023"/>
                <a:gd name="connsiteX278" fmla="*/ 2707844 w 2912392"/>
                <a:gd name="connsiteY278" fmla="*/ 286238 h 693023"/>
                <a:gd name="connsiteX279" fmla="*/ 2717588 w 2912392"/>
                <a:gd name="connsiteY279" fmla="*/ 275306 h 693023"/>
                <a:gd name="connsiteX280" fmla="*/ 2727332 w 2912392"/>
                <a:gd name="connsiteY280" fmla="*/ 264421 h 693023"/>
                <a:gd name="connsiteX281" fmla="*/ 2737076 w 2912392"/>
                <a:gd name="connsiteY281" fmla="*/ 253596 h 693023"/>
                <a:gd name="connsiteX282" fmla="*/ 2746805 w 2912392"/>
                <a:gd name="connsiteY282" fmla="*/ 242839 h 693023"/>
                <a:gd name="connsiteX283" fmla="*/ 2756549 w 2912392"/>
                <a:gd name="connsiteY283" fmla="*/ 232162 h 693023"/>
                <a:gd name="connsiteX284" fmla="*/ 2766293 w 2912392"/>
                <a:gd name="connsiteY284" fmla="*/ 221579 h 693023"/>
                <a:gd name="connsiteX285" fmla="*/ 2776037 w 2912392"/>
                <a:gd name="connsiteY285" fmla="*/ 211099 h 693023"/>
                <a:gd name="connsiteX286" fmla="*/ 2785766 w 2912392"/>
                <a:gd name="connsiteY286" fmla="*/ 200734 h 693023"/>
                <a:gd name="connsiteX287" fmla="*/ 2795510 w 2912392"/>
                <a:gd name="connsiteY287" fmla="*/ 190494 h 693023"/>
                <a:gd name="connsiteX288" fmla="*/ 2805254 w 2912392"/>
                <a:gd name="connsiteY288" fmla="*/ 180389 h 693023"/>
                <a:gd name="connsiteX289" fmla="*/ 2814998 w 2912392"/>
                <a:gd name="connsiteY289" fmla="*/ 170431 h 693023"/>
                <a:gd name="connsiteX290" fmla="*/ 2824727 w 2912392"/>
                <a:gd name="connsiteY290" fmla="*/ 160629 h 693023"/>
                <a:gd name="connsiteX291" fmla="*/ 2834471 w 2912392"/>
                <a:gd name="connsiteY291" fmla="*/ 150991 h 693023"/>
                <a:gd name="connsiteX292" fmla="*/ 2844215 w 2912392"/>
                <a:gd name="connsiteY292" fmla="*/ 141530 h 693023"/>
                <a:gd name="connsiteX293" fmla="*/ 2853958 w 2912392"/>
                <a:gd name="connsiteY293" fmla="*/ 132251 h 693023"/>
                <a:gd name="connsiteX294" fmla="*/ 2863687 w 2912392"/>
                <a:gd name="connsiteY294" fmla="*/ 123165 h 693023"/>
                <a:gd name="connsiteX295" fmla="*/ 2873431 w 2912392"/>
                <a:gd name="connsiteY295" fmla="*/ 114280 h 693023"/>
                <a:gd name="connsiteX296" fmla="*/ 2883175 w 2912392"/>
                <a:gd name="connsiteY296" fmla="*/ 105604 h 693023"/>
                <a:gd name="connsiteX297" fmla="*/ 2892919 w 2912392"/>
                <a:gd name="connsiteY297" fmla="*/ 97144 h 693023"/>
                <a:gd name="connsiteX298" fmla="*/ 2902663 w 2912392"/>
                <a:gd name="connsiteY298" fmla="*/ 88908 h 693023"/>
                <a:gd name="connsiteX299" fmla="*/ 2912392 w 2912392"/>
                <a:gd name="connsiteY299" fmla="*/ 80903 h 693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93023">
                  <a:moveTo>
                    <a:pt x="0" y="20193"/>
                  </a:moveTo>
                  <a:lnTo>
                    <a:pt x="9739" y="18399"/>
                  </a:lnTo>
                  <a:lnTo>
                    <a:pt x="19480" y="16691"/>
                  </a:lnTo>
                  <a:lnTo>
                    <a:pt x="29221" y="15070"/>
                  </a:lnTo>
                  <a:lnTo>
                    <a:pt x="38961" y="13537"/>
                  </a:lnTo>
                  <a:lnTo>
                    <a:pt x="48702" y="12089"/>
                  </a:lnTo>
                  <a:lnTo>
                    <a:pt x="58443" y="10729"/>
                  </a:lnTo>
                  <a:lnTo>
                    <a:pt x="68182" y="9455"/>
                  </a:lnTo>
                  <a:lnTo>
                    <a:pt x="77923" y="8266"/>
                  </a:lnTo>
                  <a:lnTo>
                    <a:pt x="87664" y="7162"/>
                  </a:lnTo>
                  <a:lnTo>
                    <a:pt x="97404" y="6141"/>
                  </a:lnTo>
                  <a:lnTo>
                    <a:pt x="107145" y="5206"/>
                  </a:lnTo>
                  <a:lnTo>
                    <a:pt x="116886" y="4352"/>
                  </a:lnTo>
                  <a:lnTo>
                    <a:pt x="126625" y="3579"/>
                  </a:lnTo>
                  <a:lnTo>
                    <a:pt x="136366" y="2886"/>
                  </a:lnTo>
                  <a:lnTo>
                    <a:pt x="146107" y="2271"/>
                  </a:lnTo>
                  <a:lnTo>
                    <a:pt x="155846" y="1734"/>
                  </a:lnTo>
                  <a:lnTo>
                    <a:pt x="165587" y="1272"/>
                  </a:lnTo>
                  <a:lnTo>
                    <a:pt x="175328" y="883"/>
                  </a:lnTo>
                  <a:lnTo>
                    <a:pt x="185068" y="569"/>
                  </a:lnTo>
                  <a:lnTo>
                    <a:pt x="194809" y="325"/>
                  </a:lnTo>
                  <a:lnTo>
                    <a:pt x="204550" y="149"/>
                  </a:lnTo>
                  <a:lnTo>
                    <a:pt x="214289" y="42"/>
                  </a:lnTo>
                  <a:lnTo>
                    <a:pt x="224030" y="0"/>
                  </a:lnTo>
                  <a:lnTo>
                    <a:pt x="233771" y="24"/>
                  </a:lnTo>
                  <a:lnTo>
                    <a:pt x="243510" y="109"/>
                  </a:lnTo>
                  <a:lnTo>
                    <a:pt x="253251" y="256"/>
                  </a:lnTo>
                  <a:lnTo>
                    <a:pt x="262992" y="463"/>
                  </a:lnTo>
                  <a:lnTo>
                    <a:pt x="272732" y="729"/>
                  </a:lnTo>
                  <a:lnTo>
                    <a:pt x="282473" y="1052"/>
                  </a:lnTo>
                  <a:lnTo>
                    <a:pt x="292214" y="1430"/>
                  </a:lnTo>
                  <a:lnTo>
                    <a:pt x="301953" y="1864"/>
                  </a:lnTo>
                  <a:lnTo>
                    <a:pt x="311694" y="2353"/>
                  </a:lnTo>
                  <a:lnTo>
                    <a:pt x="321435" y="2892"/>
                  </a:lnTo>
                  <a:lnTo>
                    <a:pt x="331175" y="3485"/>
                  </a:lnTo>
                  <a:lnTo>
                    <a:pt x="340916" y="4129"/>
                  </a:lnTo>
                  <a:lnTo>
                    <a:pt x="350656" y="4823"/>
                  </a:lnTo>
                  <a:lnTo>
                    <a:pt x="360396" y="5569"/>
                  </a:lnTo>
                  <a:lnTo>
                    <a:pt x="370137" y="6365"/>
                  </a:lnTo>
                  <a:lnTo>
                    <a:pt x="379878" y="7210"/>
                  </a:lnTo>
                  <a:lnTo>
                    <a:pt x="389617" y="8107"/>
                  </a:lnTo>
                  <a:lnTo>
                    <a:pt x="399358" y="9053"/>
                  </a:lnTo>
                  <a:lnTo>
                    <a:pt x="409099" y="10051"/>
                  </a:lnTo>
                  <a:lnTo>
                    <a:pt x="418839" y="11100"/>
                  </a:lnTo>
                  <a:lnTo>
                    <a:pt x="428580" y="12201"/>
                  </a:lnTo>
                  <a:lnTo>
                    <a:pt x="438321" y="13355"/>
                  </a:lnTo>
                  <a:lnTo>
                    <a:pt x="448060" y="14565"/>
                  </a:lnTo>
                  <a:lnTo>
                    <a:pt x="457801" y="15829"/>
                  </a:lnTo>
                  <a:lnTo>
                    <a:pt x="467542" y="17150"/>
                  </a:lnTo>
                  <a:lnTo>
                    <a:pt x="477281" y="18530"/>
                  </a:lnTo>
                  <a:lnTo>
                    <a:pt x="487022" y="19971"/>
                  </a:lnTo>
                  <a:lnTo>
                    <a:pt x="496763" y="21472"/>
                  </a:lnTo>
                  <a:lnTo>
                    <a:pt x="506503" y="23038"/>
                  </a:lnTo>
                  <a:lnTo>
                    <a:pt x="516244" y="24670"/>
                  </a:lnTo>
                  <a:lnTo>
                    <a:pt x="525985" y="26371"/>
                  </a:lnTo>
                  <a:lnTo>
                    <a:pt x="535724" y="28143"/>
                  </a:lnTo>
                  <a:lnTo>
                    <a:pt x="545465" y="29987"/>
                  </a:lnTo>
                  <a:lnTo>
                    <a:pt x="555206" y="31909"/>
                  </a:lnTo>
                  <a:lnTo>
                    <a:pt x="564946" y="33909"/>
                  </a:lnTo>
                  <a:lnTo>
                    <a:pt x="574687" y="35988"/>
                  </a:lnTo>
                  <a:lnTo>
                    <a:pt x="584428" y="38155"/>
                  </a:lnTo>
                  <a:lnTo>
                    <a:pt x="594167" y="40406"/>
                  </a:lnTo>
                  <a:lnTo>
                    <a:pt x="603908" y="42748"/>
                  </a:lnTo>
                  <a:lnTo>
                    <a:pt x="613649" y="45183"/>
                  </a:lnTo>
                  <a:lnTo>
                    <a:pt x="623388" y="47714"/>
                  </a:lnTo>
                  <a:lnTo>
                    <a:pt x="633129" y="50344"/>
                  </a:lnTo>
                  <a:lnTo>
                    <a:pt x="642870" y="53073"/>
                  </a:lnTo>
                  <a:lnTo>
                    <a:pt x="652610" y="55908"/>
                  </a:lnTo>
                  <a:lnTo>
                    <a:pt x="662351" y="58851"/>
                  </a:lnTo>
                  <a:lnTo>
                    <a:pt x="672092" y="61904"/>
                  </a:lnTo>
                  <a:lnTo>
                    <a:pt x="681831" y="65068"/>
                  </a:lnTo>
                  <a:lnTo>
                    <a:pt x="691572" y="68348"/>
                  </a:lnTo>
                  <a:lnTo>
                    <a:pt x="701313" y="71743"/>
                  </a:lnTo>
                  <a:lnTo>
                    <a:pt x="711052" y="75259"/>
                  </a:lnTo>
                  <a:lnTo>
                    <a:pt x="720793" y="78898"/>
                  </a:lnTo>
                  <a:lnTo>
                    <a:pt x="730534" y="82660"/>
                  </a:lnTo>
                  <a:lnTo>
                    <a:pt x="740274" y="86547"/>
                  </a:lnTo>
                  <a:lnTo>
                    <a:pt x="750015" y="90560"/>
                  </a:lnTo>
                  <a:lnTo>
                    <a:pt x="759756" y="94702"/>
                  </a:lnTo>
                  <a:lnTo>
                    <a:pt x="769495" y="98972"/>
                  </a:lnTo>
                  <a:lnTo>
                    <a:pt x="779236" y="103375"/>
                  </a:lnTo>
                  <a:lnTo>
                    <a:pt x="788977" y="107907"/>
                  </a:lnTo>
                  <a:lnTo>
                    <a:pt x="798717" y="112571"/>
                  </a:lnTo>
                  <a:lnTo>
                    <a:pt x="808458" y="117365"/>
                  </a:lnTo>
                  <a:lnTo>
                    <a:pt x="818199" y="122292"/>
                  </a:lnTo>
                  <a:lnTo>
                    <a:pt x="827938" y="127349"/>
                  </a:lnTo>
                  <a:lnTo>
                    <a:pt x="837679" y="132537"/>
                  </a:lnTo>
                  <a:lnTo>
                    <a:pt x="847420" y="137854"/>
                  </a:lnTo>
                  <a:lnTo>
                    <a:pt x="857159" y="143300"/>
                  </a:lnTo>
                  <a:lnTo>
                    <a:pt x="866900" y="148871"/>
                  </a:lnTo>
                  <a:lnTo>
                    <a:pt x="876641" y="154568"/>
                  </a:lnTo>
                  <a:lnTo>
                    <a:pt x="886381" y="160386"/>
                  </a:lnTo>
                  <a:lnTo>
                    <a:pt x="896122" y="166326"/>
                  </a:lnTo>
                  <a:lnTo>
                    <a:pt x="905863" y="172383"/>
                  </a:lnTo>
                  <a:lnTo>
                    <a:pt x="915602" y="178554"/>
                  </a:lnTo>
                  <a:lnTo>
                    <a:pt x="925343" y="184837"/>
                  </a:lnTo>
                  <a:lnTo>
                    <a:pt x="935084" y="191227"/>
                  </a:lnTo>
                  <a:lnTo>
                    <a:pt x="944824" y="197723"/>
                  </a:lnTo>
                  <a:lnTo>
                    <a:pt x="954564" y="204317"/>
                  </a:lnTo>
                  <a:lnTo>
                    <a:pt x="964305" y="211008"/>
                  </a:lnTo>
                  <a:lnTo>
                    <a:pt x="974045" y="217790"/>
                  </a:lnTo>
                  <a:lnTo>
                    <a:pt x="983786" y="224660"/>
                  </a:lnTo>
                  <a:lnTo>
                    <a:pt x="993522" y="231611"/>
                  </a:lnTo>
                  <a:lnTo>
                    <a:pt x="1003266" y="238640"/>
                  </a:lnTo>
                  <a:lnTo>
                    <a:pt x="1013010" y="245739"/>
                  </a:lnTo>
                  <a:lnTo>
                    <a:pt x="1022754" y="252904"/>
                  </a:lnTo>
                  <a:lnTo>
                    <a:pt x="1032483" y="260132"/>
                  </a:lnTo>
                  <a:lnTo>
                    <a:pt x="1042227" y="267413"/>
                  </a:lnTo>
                  <a:lnTo>
                    <a:pt x="1051971" y="274743"/>
                  </a:lnTo>
                  <a:lnTo>
                    <a:pt x="1061715" y="282117"/>
                  </a:lnTo>
                  <a:lnTo>
                    <a:pt x="1071444" y="289526"/>
                  </a:lnTo>
                  <a:lnTo>
                    <a:pt x="1081188" y="296968"/>
                  </a:lnTo>
                  <a:lnTo>
                    <a:pt x="1090932" y="304435"/>
                  </a:lnTo>
                  <a:lnTo>
                    <a:pt x="1100676" y="311921"/>
                  </a:lnTo>
                  <a:lnTo>
                    <a:pt x="1110405" y="319419"/>
                  </a:lnTo>
                  <a:lnTo>
                    <a:pt x="1120149" y="326924"/>
                  </a:lnTo>
                  <a:lnTo>
                    <a:pt x="1129893" y="334430"/>
                  </a:lnTo>
                  <a:lnTo>
                    <a:pt x="1139637" y="341929"/>
                  </a:lnTo>
                  <a:lnTo>
                    <a:pt x="1149381" y="349417"/>
                  </a:lnTo>
                  <a:lnTo>
                    <a:pt x="1159110" y="356887"/>
                  </a:lnTo>
                  <a:lnTo>
                    <a:pt x="1168854" y="364335"/>
                  </a:lnTo>
                  <a:lnTo>
                    <a:pt x="1178598" y="371752"/>
                  </a:lnTo>
                  <a:lnTo>
                    <a:pt x="1188341" y="379134"/>
                  </a:lnTo>
                  <a:lnTo>
                    <a:pt x="1198070" y="386477"/>
                  </a:lnTo>
                  <a:lnTo>
                    <a:pt x="1207814" y="393774"/>
                  </a:lnTo>
                  <a:lnTo>
                    <a:pt x="1217558" y="401018"/>
                  </a:lnTo>
                  <a:lnTo>
                    <a:pt x="1227302" y="408207"/>
                  </a:lnTo>
                  <a:lnTo>
                    <a:pt x="1237031" y="415334"/>
                  </a:lnTo>
                  <a:lnTo>
                    <a:pt x="1246775" y="422397"/>
                  </a:lnTo>
                  <a:lnTo>
                    <a:pt x="1256519" y="429389"/>
                  </a:lnTo>
                  <a:lnTo>
                    <a:pt x="1266263" y="436305"/>
                  </a:lnTo>
                  <a:lnTo>
                    <a:pt x="1276007" y="443142"/>
                  </a:lnTo>
                  <a:lnTo>
                    <a:pt x="1285736" y="449897"/>
                  </a:lnTo>
                  <a:lnTo>
                    <a:pt x="1295480" y="456566"/>
                  </a:lnTo>
                  <a:lnTo>
                    <a:pt x="1305224" y="463144"/>
                  </a:lnTo>
                  <a:lnTo>
                    <a:pt x="1314968" y="469628"/>
                  </a:lnTo>
                  <a:lnTo>
                    <a:pt x="1324697" y="476017"/>
                  </a:lnTo>
                  <a:lnTo>
                    <a:pt x="1334441" y="482305"/>
                  </a:lnTo>
                  <a:lnTo>
                    <a:pt x="1344185" y="488493"/>
                  </a:lnTo>
                  <a:lnTo>
                    <a:pt x="1353929" y="494578"/>
                  </a:lnTo>
                  <a:lnTo>
                    <a:pt x="1363658" y="500555"/>
                  </a:lnTo>
                  <a:lnTo>
                    <a:pt x="1373402" y="506424"/>
                  </a:lnTo>
                  <a:lnTo>
                    <a:pt x="1383146" y="512184"/>
                  </a:lnTo>
                  <a:lnTo>
                    <a:pt x="1392890" y="517834"/>
                  </a:lnTo>
                  <a:lnTo>
                    <a:pt x="1402619" y="523370"/>
                  </a:lnTo>
                  <a:lnTo>
                    <a:pt x="1412363" y="528795"/>
                  </a:lnTo>
                  <a:lnTo>
                    <a:pt x="1422106" y="534105"/>
                  </a:lnTo>
                  <a:lnTo>
                    <a:pt x="1431850" y="539300"/>
                  </a:lnTo>
                  <a:lnTo>
                    <a:pt x="1441594" y="544382"/>
                  </a:lnTo>
                  <a:lnTo>
                    <a:pt x="1451323" y="549348"/>
                  </a:lnTo>
                  <a:lnTo>
                    <a:pt x="1461067" y="554200"/>
                  </a:lnTo>
                  <a:lnTo>
                    <a:pt x="1470811" y="558938"/>
                  </a:lnTo>
                  <a:lnTo>
                    <a:pt x="1480555" y="563563"/>
                  </a:lnTo>
                  <a:lnTo>
                    <a:pt x="1490284" y="568074"/>
                  </a:lnTo>
                  <a:lnTo>
                    <a:pt x="1500028" y="572473"/>
                  </a:lnTo>
                  <a:lnTo>
                    <a:pt x="1509772" y="576762"/>
                  </a:lnTo>
                  <a:lnTo>
                    <a:pt x="1519516" y="580940"/>
                  </a:lnTo>
                  <a:lnTo>
                    <a:pt x="1529245" y="585010"/>
                  </a:lnTo>
                  <a:lnTo>
                    <a:pt x="1538989" y="588972"/>
                  </a:lnTo>
                  <a:lnTo>
                    <a:pt x="1548733" y="592829"/>
                  </a:lnTo>
                  <a:lnTo>
                    <a:pt x="1558477" y="596584"/>
                  </a:lnTo>
                  <a:lnTo>
                    <a:pt x="1568221" y="600235"/>
                  </a:lnTo>
                  <a:lnTo>
                    <a:pt x="1577950" y="603787"/>
                  </a:lnTo>
                  <a:lnTo>
                    <a:pt x="1587694" y="607241"/>
                  </a:lnTo>
                  <a:lnTo>
                    <a:pt x="1597438" y="610599"/>
                  </a:lnTo>
                  <a:lnTo>
                    <a:pt x="1607182" y="613865"/>
                  </a:lnTo>
                  <a:lnTo>
                    <a:pt x="1616911" y="617038"/>
                  </a:lnTo>
                  <a:lnTo>
                    <a:pt x="1626655" y="620124"/>
                  </a:lnTo>
                  <a:lnTo>
                    <a:pt x="1636399" y="623123"/>
                  </a:lnTo>
                  <a:lnTo>
                    <a:pt x="1646142" y="626037"/>
                  </a:lnTo>
                  <a:lnTo>
                    <a:pt x="1655872" y="628871"/>
                  </a:lnTo>
                  <a:lnTo>
                    <a:pt x="1665616" y="631624"/>
                  </a:lnTo>
                  <a:lnTo>
                    <a:pt x="1675359" y="634302"/>
                  </a:lnTo>
                  <a:lnTo>
                    <a:pt x="1685103" y="636906"/>
                  </a:lnTo>
                  <a:lnTo>
                    <a:pt x="1694832" y="639437"/>
                  </a:lnTo>
                  <a:lnTo>
                    <a:pt x="1704576" y="641899"/>
                  </a:lnTo>
                  <a:lnTo>
                    <a:pt x="1714320" y="644293"/>
                  </a:lnTo>
                  <a:lnTo>
                    <a:pt x="1724064" y="646623"/>
                  </a:lnTo>
                  <a:lnTo>
                    <a:pt x="1733808" y="648891"/>
                  </a:lnTo>
                  <a:lnTo>
                    <a:pt x="1743537" y="651096"/>
                  </a:lnTo>
                  <a:lnTo>
                    <a:pt x="1753281" y="653243"/>
                  </a:lnTo>
                  <a:lnTo>
                    <a:pt x="1763025" y="655333"/>
                  </a:lnTo>
                  <a:lnTo>
                    <a:pt x="1772769" y="657368"/>
                  </a:lnTo>
                  <a:lnTo>
                    <a:pt x="1782498" y="659350"/>
                  </a:lnTo>
                  <a:lnTo>
                    <a:pt x="1792242" y="661279"/>
                  </a:lnTo>
                  <a:lnTo>
                    <a:pt x="1801986" y="663157"/>
                  </a:lnTo>
                  <a:lnTo>
                    <a:pt x="1811730" y="664985"/>
                  </a:lnTo>
                  <a:lnTo>
                    <a:pt x="1821459" y="666764"/>
                  </a:lnTo>
                  <a:lnTo>
                    <a:pt x="1831203" y="668493"/>
                  </a:lnTo>
                  <a:lnTo>
                    <a:pt x="1840947" y="670176"/>
                  </a:lnTo>
                  <a:lnTo>
                    <a:pt x="1850691" y="671810"/>
                  </a:lnTo>
                  <a:lnTo>
                    <a:pt x="1860435" y="673397"/>
                  </a:lnTo>
                  <a:lnTo>
                    <a:pt x="1870164" y="674936"/>
                  </a:lnTo>
                  <a:lnTo>
                    <a:pt x="1879908" y="676427"/>
                  </a:lnTo>
                  <a:lnTo>
                    <a:pt x="1889652" y="677868"/>
                  </a:lnTo>
                  <a:lnTo>
                    <a:pt x="1899395" y="679259"/>
                  </a:lnTo>
                  <a:lnTo>
                    <a:pt x="1909124" y="680600"/>
                  </a:lnTo>
                  <a:lnTo>
                    <a:pt x="1918868" y="681888"/>
                  </a:lnTo>
                  <a:lnTo>
                    <a:pt x="1928612" y="683120"/>
                  </a:lnTo>
                  <a:lnTo>
                    <a:pt x="1938356" y="684295"/>
                  </a:lnTo>
                  <a:lnTo>
                    <a:pt x="1948085" y="685413"/>
                  </a:lnTo>
                  <a:lnTo>
                    <a:pt x="1957829" y="686469"/>
                  </a:lnTo>
                  <a:lnTo>
                    <a:pt x="1967573" y="687460"/>
                  </a:lnTo>
                  <a:lnTo>
                    <a:pt x="1977317" y="688384"/>
                  </a:lnTo>
                  <a:lnTo>
                    <a:pt x="1987046" y="689236"/>
                  </a:lnTo>
                  <a:lnTo>
                    <a:pt x="1996790" y="690014"/>
                  </a:lnTo>
                  <a:lnTo>
                    <a:pt x="2006534" y="690712"/>
                  </a:lnTo>
                  <a:lnTo>
                    <a:pt x="2016278" y="691328"/>
                  </a:lnTo>
                  <a:lnTo>
                    <a:pt x="2026022" y="691857"/>
                  </a:lnTo>
                  <a:lnTo>
                    <a:pt x="2035751" y="692295"/>
                  </a:lnTo>
                  <a:lnTo>
                    <a:pt x="2045495" y="692634"/>
                  </a:lnTo>
                  <a:lnTo>
                    <a:pt x="2055239" y="692873"/>
                  </a:lnTo>
                  <a:lnTo>
                    <a:pt x="2064983" y="693004"/>
                  </a:lnTo>
                  <a:lnTo>
                    <a:pt x="2074712" y="693023"/>
                  </a:lnTo>
                  <a:lnTo>
                    <a:pt x="2084456" y="692923"/>
                  </a:lnTo>
                  <a:lnTo>
                    <a:pt x="2094200" y="692700"/>
                  </a:lnTo>
                  <a:lnTo>
                    <a:pt x="2103944" y="692345"/>
                  </a:lnTo>
                  <a:lnTo>
                    <a:pt x="2113673" y="691857"/>
                  </a:lnTo>
                  <a:lnTo>
                    <a:pt x="2123417" y="691225"/>
                  </a:lnTo>
                  <a:lnTo>
                    <a:pt x="2133161" y="690447"/>
                  </a:lnTo>
                  <a:lnTo>
                    <a:pt x="2142905" y="689513"/>
                  </a:lnTo>
                  <a:lnTo>
                    <a:pt x="2152649" y="688421"/>
                  </a:lnTo>
                  <a:lnTo>
                    <a:pt x="2162377" y="687160"/>
                  </a:lnTo>
                  <a:lnTo>
                    <a:pt x="2172121" y="685729"/>
                  </a:lnTo>
                  <a:lnTo>
                    <a:pt x="2181865" y="684118"/>
                  </a:lnTo>
                  <a:lnTo>
                    <a:pt x="2191609" y="682323"/>
                  </a:lnTo>
                  <a:lnTo>
                    <a:pt x="2201338" y="680338"/>
                  </a:lnTo>
                  <a:lnTo>
                    <a:pt x="2211082" y="678157"/>
                  </a:lnTo>
                  <a:lnTo>
                    <a:pt x="2220826" y="675775"/>
                  </a:lnTo>
                  <a:lnTo>
                    <a:pt x="2230570" y="673185"/>
                  </a:lnTo>
                  <a:lnTo>
                    <a:pt x="2240299" y="670384"/>
                  </a:lnTo>
                  <a:lnTo>
                    <a:pt x="2250043" y="667366"/>
                  </a:lnTo>
                  <a:lnTo>
                    <a:pt x="2259787" y="664127"/>
                  </a:lnTo>
                  <a:lnTo>
                    <a:pt x="2269531" y="660663"/>
                  </a:lnTo>
                  <a:lnTo>
                    <a:pt x="2279260" y="656968"/>
                  </a:lnTo>
                  <a:lnTo>
                    <a:pt x="2289004" y="653042"/>
                  </a:lnTo>
                  <a:lnTo>
                    <a:pt x="2298748" y="648877"/>
                  </a:lnTo>
                  <a:lnTo>
                    <a:pt x="2308492" y="644475"/>
                  </a:lnTo>
                  <a:lnTo>
                    <a:pt x="2318236" y="639831"/>
                  </a:lnTo>
                  <a:lnTo>
                    <a:pt x="2327965" y="634942"/>
                  </a:lnTo>
                  <a:lnTo>
                    <a:pt x="2337709" y="629810"/>
                  </a:lnTo>
                  <a:lnTo>
                    <a:pt x="2347453" y="624430"/>
                  </a:lnTo>
                  <a:lnTo>
                    <a:pt x="2357197" y="618802"/>
                  </a:lnTo>
                  <a:lnTo>
                    <a:pt x="2366926" y="612928"/>
                  </a:lnTo>
                  <a:lnTo>
                    <a:pt x="2376670" y="606807"/>
                  </a:lnTo>
                  <a:lnTo>
                    <a:pt x="2386413" y="600439"/>
                  </a:lnTo>
                  <a:lnTo>
                    <a:pt x="2396157" y="593827"/>
                  </a:lnTo>
                  <a:lnTo>
                    <a:pt x="2405886" y="586972"/>
                  </a:lnTo>
                  <a:lnTo>
                    <a:pt x="2415630" y="579876"/>
                  </a:lnTo>
                  <a:lnTo>
                    <a:pt x="2425374" y="572541"/>
                  </a:lnTo>
                  <a:lnTo>
                    <a:pt x="2435118" y="564974"/>
                  </a:lnTo>
                  <a:lnTo>
                    <a:pt x="2444862" y="557174"/>
                  </a:lnTo>
                  <a:lnTo>
                    <a:pt x="2454591" y="549150"/>
                  </a:lnTo>
                  <a:lnTo>
                    <a:pt x="2464335" y="540905"/>
                  </a:lnTo>
                  <a:lnTo>
                    <a:pt x="2474079" y="532442"/>
                  </a:lnTo>
                  <a:lnTo>
                    <a:pt x="2483823" y="523771"/>
                  </a:lnTo>
                  <a:lnTo>
                    <a:pt x="2493552" y="514897"/>
                  </a:lnTo>
                  <a:lnTo>
                    <a:pt x="2503296" y="505825"/>
                  </a:lnTo>
                  <a:lnTo>
                    <a:pt x="2513040" y="496565"/>
                  </a:lnTo>
                  <a:lnTo>
                    <a:pt x="2522784" y="487124"/>
                  </a:lnTo>
                  <a:lnTo>
                    <a:pt x="2532513" y="477509"/>
                  </a:lnTo>
                  <a:lnTo>
                    <a:pt x="2542257" y="467731"/>
                  </a:lnTo>
                  <a:lnTo>
                    <a:pt x="2552001" y="457797"/>
                  </a:lnTo>
                  <a:lnTo>
                    <a:pt x="2561745" y="447716"/>
                  </a:lnTo>
                  <a:lnTo>
                    <a:pt x="2571474" y="437500"/>
                  </a:lnTo>
                  <a:lnTo>
                    <a:pt x="2581218" y="427158"/>
                  </a:lnTo>
                  <a:lnTo>
                    <a:pt x="2590962" y="416699"/>
                  </a:lnTo>
                  <a:lnTo>
                    <a:pt x="2600705" y="406136"/>
                  </a:lnTo>
                  <a:lnTo>
                    <a:pt x="2610449" y="395479"/>
                  </a:lnTo>
                  <a:lnTo>
                    <a:pt x="2620178" y="384738"/>
                  </a:lnTo>
                  <a:lnTo>
                    <a:pt x="2629922" y="373924"/>
                  </a:lnTo>
                  <a:lnTo>
                    <a:pt x="2639666" y="363051"/>
                  </a:lnTo>
                  <a:lnTo>
                    <a:pt x="2649410" y="352130"/>
                  </a:lnTo>
                  <a:lnTo>
                    <a:pt x="2659139" y="341170"/>
                  </a:lnTo>
                  <a:lnTo>
                    <a:pt x="2668883" y="330187"/>
                  </a:lnTo>
                  <a:lnTo>
                    <a:pt x="2678627" y="319190"/>
                  </a:lnTo>
                  <a:lnTo>
                    <a:pt x="2688371" y="308191"/>
                  </a:lnTo>
                  <a:lnTo>
                    <a:pt x="2698100" y="297203"/>
                  </a:lnTo>
                  <a:lnTo>
                    <a:pt x="2707844" y="286238"/>
                  </a:lnTo>
                  <a:lnTo>
                    <a:pt x="2717588" y="275306"/>
                  </a:lnTo>
                  <a:lnTo>
                    <a:pt x="2727332" y="264421"/>
                  </a:lnTo>
                  <a:lnTo>
                    <a:pt x="2737076" y="253596"/>
                  </a:lnTo>
                  <a:lnTo>
                    <a:pt x="2746805" y="242839"/>
                  </a:lnTo>
                  <a:lnTo>
                    <a:pt x="2756549" y="232162"/>
                  </a:lnTo>
                  <a:lnTo>
                    <a:pt x="2766293" y="221579"/>
                  </a:lnTo>
                  <a:lnTo>
                    <a:pt x="2776037" y="211099"/>
                  </a:lnTo>
                  <a:lnTo>
                    <a:pt x="2785766" y="200734"/>
                  </a:lnTo>
                  <a:lnTo>
                    <a:pt x="2795510" y="190494"/>
                  </a:lnTo>
                  <a:lnTo>
                    <a:pt x="2805254" y="180389"/>
                  </a:lnTo>
                  <a:lnTo>
                    <a:pt x="2814998" y="170431"/>
                  </a:lnTo>
                  <a:lnTo>
                    <a:pt x="2824727" y="160629"/>
                  </a:lnTo>
                  <a:lnTo>
                    <a:pt x="2834471" y="150991"/>
                  </a:lnTo>
                  <a:lnTo>
                    <a:pt x="2844215" y="141530"/>
                  </a:lnTo>
                  <a:lnTo>
                    <a:pt x="2853958" y="132251"/>
                  </a:lnTo>
                  <a:lnTo>
                    <a:pt x="2863687" y="123165"/>
                  </a:lnTo>
                  <a:lnTo>
                    <a:pt x="2873431" y="114280"/>
                  </a:lnTo>
                  <a:lnTo>
                    <a:pt x="2883175" y="105604"/>
                  </a:lnTo>
                  <a:lnTo>
                    <a:pt x="2892919" y="97144"/>
                  </a:lnTo>
                  <a:lnTo>
                    <a:pt x="2902663" y="88908"/>
                  </a:lnTo>
                  <a:lnTo>
                    <a:pt x="2912392" y="8090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2" name="Freeform 851">
              <a:extLst>
                <a:ext uri="{FF2B5EF4-FFF2-40B4-BE49-F238E27FC236}">
                  <a16:creationId xmlns:a16="http://schemas.microsoft.com/office/drawing/2014/main" id="{589E2D75-4841-2C0D-F82C-CBBBEC211A86}"/>
                </a:ext>
              </a:extLst>
            </p:cNvPr>
            <p:cNvSpPr/>
            <p:nvPr/>
          </p:nvSpPr>
          <p:spPr>
            <a:xfrm>
              <a:off x="576446" y="3190603"/>
              <a:ext cx="2912392" cy="635036"/>
            </a:xfrm>
            <a:custGeom>
              <a:avLst/>
              <a:gdLst>
                <a:gd name="connsiteX0" fmla="*/ 0 w 2912392"/>
                <a:gd name="connsiteY0" fmla="*/ 432540 h 635036"/>
                <a:gd name="connsiteX1" fmla="*/ 9739 w 2912392"/>
                <a:gd name="connsiteY1" fmla="*/ 431031 h 635036"/>
                <a:gd name="connsiteX2" fmla="*/ 19480 w 2912392"/>
                <a:gd name="connsiteY2" fmla="*/ 429500 h 635036"/>
                <a:gd name="connsiteX3" fmla="*/ 29221 w 2912392"/>
                <a:gd name="connsiteY3" fmla="*/ 427954 h 635036"/>
                <a:gd name="connsiteX4" fmla="*/ 38961 w 2912392"/>
                <a:gd name="connsiteY4" fmla="*/ 426395 h 635036"/>
                <a:gd name="connsiteX5" fmla="*/ 48702 w 2912392"/>
                <a:gd name="connsiteY5" fmla="*/ 424825 h 635036"/>
                <a:gd name="connsiteX6" fmla="*/ 58443 w 2912392"/>
                <a:gd name="connsiteY6" fmla="*/ 423246 h 635036"/>
                <a:gd name="connsiteX7" fmla="*/ 68182 w 2912392"/>
                <a:gd name="connsiteY7" fmla="*/ 421662 h 635036"/>
                <a:gd name="connsiteX8" fmla="*/ 77923 w 2912392"/>
                <a:gd name="connsiteY8" fmla="*/ 420075 h 635036"/>
                <a:gd name="connsiteX9" fmla="*/ 87664 w 2912392"/>
                <a:gd name="connsiteY9" fmla="*/ 418489 h 635036"/>
                <a:gd name="connsiteX10" fmla="*/ 97404 w 2912392"/>
                <a:gd name="connsiteY10" fmla="*/ 416905 h 635036"/>
                <a:gd name="connsiteX11" fmla="*/ 107145 w 2912392"/>
                <a:gd name="connsiteY11" fmla="*/ 415324 h 635036"/>
                <a:gd name="connsiteX12" fmla="*/ 116886 w 2912392"/>
                <a:gd name="connsiteY12" fmla="*/ 413751 h 635036"/>
                <a:gd name="connsiteX13" fmla="*/ 126625 w 2912392"/>
                <a:gd name="connsiteY13" fmla="*/ 412185 h 635036"/>
                <a:gd name="connsiteX14" fmla="*/ 136366 w 2912392"/>
                <a:gd name="connsiteY14" fmla="*/ 410629 h 635036"/>
                <a:gd name="connsiteX15" fmla="*/ 146107 w 2912392"/>
                <a:gd name="connsiteY15" fmla="*/ 409086 h 635036"/>
                <a:gd name="connsiteX16" fmla="*/ 155846 w 2912392"/>
                <a:gd name="connsiteY16" fmla="*/ 407554 h 635036"/>
                <a:gd name="connsiteX17" fmla="*/ 165587 w 2912392"/>
                <a:gd name="connsiteY17" fmla="*/ 406037 h 635036"/>
                <a:gd name="connsiteX18" fmla="*/ 175328 w 2912392"/>
                <a:gd name="connsiteY18" fmla="*/ 404534 h 635036"/>
                <a:gd name="connsiteX19" fmla="*/ 185068 w 2912392"/>
                <a:gd name="connsiteY19" fmla="*/ 403046 h 635036"/>
                <a:gd name="connsiteX20" fmla="*/ 194809 w 2912392"/>
                <a:gd name="connsiteY20" fmla="*/ 401574 h 635036"/>
                <a:gd name="connsiteX21" fmla="*/ 204550 w 2912392"/>
                <a:gd name="connsiteY21" fmla="*/ 400115 h 635036"/>
                <a:gd name="connsiteX22" fmla="*/ 214289 w 2912392"/>
                <a:gd name="connsiteY22" fmla="*/ 398673 h 635036"/>
                <a:gd name="connsiteX23" fmla="*/ 224030 w 2912392"/>
                <a:gd name="connsiteY23" fmla="*/ 397246 h 635036"/>
                <a:gd name="connsiteX24" fmla="*/ 233771 w 2912392"/>
                <a:gd name="connsiteY24" fmla="*/ 395830 h 635036"/>
                <a:gd name="connsiteX25" fmla="*/ 243510 w 2912392"/>
                <a:gd name="connsiteY25" fmla="*/ 394430 h 635036"/>
                <a:gd name="connsiteX26" fmla="*/ 253251 w 2912392"/>
                <a:gd name="connsiteY26" fmla="*/ 393038 h 635036"/>
                <a:gd name="connsiteX27" fmla="*/ 262992 w 2912392"/>
                <a:gd name="connsiteY27" fmla="*/ 391657 h 635036"/>
                <a:gd name="connsiteX28" fmla="*/ 272732 w 2912392"/>
                <a:gd name="connsiteY28" fmla="*/ 390283 h 635036"/>
                <a:gd name="connsiteX29" fmla="*/ 282473 w 2912392"/>
                <a:gd name="connsiteY29" fmla="*/ 388916 h 635036"/>
                <a:gd name="connsiteX30" fmla="*/ 292214 w 2912392"/>
                <a:gd name="connsiteY30" fmla="*/ 387551 h 635036"/>
                <a:gd name="connsiteX31" fmla="*/ 301953 w 2912392"/>
                <a:gd name="connsiteY31" fmla="*/ 386186 h 635036"/>
                <a:gd name="connsiteX32" fmla="*/ 311694 w 2912392"/>
                <a:gd name="connsiteY32" fmla="*/ 384818 h 635036"/>
                <a:gd name="connsiteX33" fmla="*/ 321435 w 2912392"/>
                <a:gd name="connsiteY33" fmla="*/ 383445 h 635036"/>
                <a:gd name="connsiteX34" fmla="*/ 331175 w 2912392"/>
                <a:gd name="connsiteY34" fmla="*/ 382062 h 635036"/>
                <a:gd name="connsiteX35" fmla="*/ 340916 w 2912392"/>
                <a:gd name="connsiteY35" fmla="*/ 380667 h 635036"/>
                <a:gd name="connsiteX36" fmla="*/ 350656 w 2912392"/>
                <a:gd name="connsiteY36" fmla="*/ 379255 h 635036"/>
                <a:gd name="connsiteX37" fmla="*/ 360396 w 2912392"/>
                <a:gd name="connsiteY37" fmla="*/ 377823 h 635036"/>
                <a:gd name="connsiteX38" fmla="*/ 370137 w 2912392"/>
                <a:gd name="connsiteY38" fmla="*/ 376366 h 635036"/>
                <a:gd name="connsiteX39" fmla="*/ 379878 w 2912392"/>
                <a:gd name="connsiteY39" fmla="*/ 374879 h 635036"/>
                <a:gd name="connsiteX40" fmla="*/ 389617 w 2912392"/>
                <a:gd name="connsiteY40" fmla="*/ 373360 h 635036"/>
                <a:gd name="connsiteX41" fmla="*/ 399358 w 2912392"/>
                <a:gd name="connsiteY41" fmla="*/ 371801 h 635036"/>
                <a:gd name="connsiteX42" fmla="*/ 409099 w 2912392"/>
                <a:gd name="connsiteY42" fmla="*/ 370201 h 635036"/>
                <a:gd name="connsiteX43" fmla="*/ 418839 w 2912392"/>
                <a:gd name="connsiteY43" fmla="*/ 368553 h 635036"/>
                <a:gd name="connsiteX44" fmla="*/ 428580 w 2912392"/>
                <a:gd name="connsiteY44" fmla="*/ 366853 h 635036"/>
                <a:gd name="connsiteX45" fmla="*/ 438321 w 2912392"/>
                <a:gd name="connsiteY45" fmla="*/ 365097 h 635036"/>
                <a:gd name="connsiteX46" fmla="*/ 448060 w 2912392"/>
                <a:gd name="connsiteY46" fmla="*/ 363277 h 635036"/>
                <a:gd name="connsiteX47" fmla="*/ 457801 w 2912392"/>
                <a:gd name="connsiteY47" fmla="*/ 361393 h 635036"/>
                <a:gd name="connsiteX48" fmla="*/ 467542 w 2912392"/>
                <a:gd name="connsiteY48" fmla="*/ 359435 h 635036"/>
                <a:gd name="connsiteX49" fmla="*/ 477281 w 2912392"/>
                <a:gd name="connsiteY49" fmla="*/ 357403 h 635036"/>
                <a:gd name="connsiteX50" fmla="*/ 487022 w 2912392"/>
                <a:gd name="connsiteY50" fmla="*/ 355290 h 635036"/>
                <a:gd name="connsiteX51" fmla="*/ 496763 w 2912392"/>
                <a:gd name="connsiteY51" fmla="*/ 353091 h 635036"/>
                <a:gd name="connsiteX52" fmla="*/ 506503 w 2912392"/>
                <a:gd name="connsiteY52" fmla="*/ 350803 h 635036"/>
                <a:gd name="connsiteX53" fmla="*/ 516244 w 2912392"/>
                <a:gd name="connsiteY53" fmla="*/ 348420 h 635036"/>
                <a:gd name="connsiteX54" fmla="*/ 525985 w 2912392"/>
                <a:gd name="connsiteY54" fmla="*/ 345941 h 635036"/>
                <a:gd name="connsiteX55" fmla="*/ 535724 w 2912392"/>
                <a:gd name="connsiteY55" fmla="*/ 343357 h 635036"/>
                <a:gd name="connsiteX56" fmla="*/ 545465 w 2912392"/>
                <a:gd name="connsiteY56" fmla="*/ 340670 h 635036"/>
                <a:gd name="connsiteX57" fmla="*/ 555206 w 2912392"/>
                <a:gd name="connsiteY57" fmla="*/ 337873 h 635036"/>
                <a:gd name="connsiteX58" fmla="*/ 564946 w 2912392"/>
                <a:gd name="connsiteY58" fmla="*/ 334962 h 635036"/>
                <a:gd name="connsiteX59" fmla="*/ 574687 w 2912392"/>
                <a:gd name="connsiteY59" fmla="*/ 331936 h 635036"/>
                <a:gd name="connsiteX60" fmla="*/ 584428 w 2912392"/>
                <a:gd name="connsiteY60" fmla="*/ 328792 h 635036"/>
                <a:gd name="connsiteX61" fmla="*/ 594167 w 2912392"/>
                <a:gd name="connsiteY61" fmla="*/ 325526 h 635036"/>
                <a:gd name="connsiteX62" fmla="*/ 603908 w 2912392"/>
                <a:gd name="connsiteY62" fmla="*/ 322138 h 635036"/>
                <a:gd name="connsiteX63" fmla="*/ 613649 w 2912392"/>
                <a:gd name="connsiteY63" fmla="*/ 318624 h 635036"/>
                <a:gd name="connsiteX64" fmla="*/ 623388 w 2912392"/>
                <a:gd name="connsiteY64" fmla="*/ 314984 h 635036"/>
                <a:gd name="connsiteX65" fmla="*/ 633129 w 2912392"/>
                <a:gd name="connsiteY65" fmla="*/ 311216 h 635036"/>
                <a:gd name="connsiteX66" fmla="*/ 642870 w 2912392"/>
                <a:gd name="connsiteY66" fmla="*/ 307318 h 635036"/>
                <a:gd name="connsiteX67" fmla="*/ 652610 w 2912392"/>
                <a:gd name="connsiteY67" fmla="*/ 303293 h 635036"/>
                <a:gd name="connsiteX68" fmla="*/ 662351 w 2912392"/>
                <a:gd name="connsiteY68" fmla="*/ 299137 h 635036"/>
                <a:gd name="connsiteX69" fmla="*/ 672092 w 2912392"/>
                <a:gd name="connsiteY69" fmla="*/ 294852 h 635036"/>
                <a:gd name="connsiteX70" fmla="*/ 681831 w 2912392"/>
                <a:gd name="connsiteY70" fmla="*/ 290439 h 635036"/>
                <a:gd name="connsiteX71" fmla="*/ 691572 w 2912392"/>
                <a:gd name="connsiteY71" fmla="*/ 285898 h 635036"/>
                <a:gd name="connsiteX72" fmla="*/ 701313 w 2912392"/>
                <a:gd name="connsiteY72" fmla="*/ 281232 h 635036"/>
                <a:gd name="connsiteX73" fmla="*/ 711052 w 2912392"/>
                <a:gd name="connsiteY73" fmla="*/ 276440 h 635036"/>
                <a:gd name="connsiteX74" fmla="*/ 720793 w 2912392"/>
                <a:gd name="connsiteY74" fmla="*/ 271528 h 635036"/>
                <a:gd name="connsiteX75" fmla="*/ 730534 w 2912392"/>
                <a:gd name="connsiteY75" fmla="*/ 266495 h 635036"/>
                <a:gd name="connsiteX76" fmla="*/ 740274 w 2912392"/>
                <a:gd name="connsiteY76" fmla="*/ 261346 h 635036"/>
                <a:gd name="connsiteX77" fmla="*/ 750015 w 2912392"/>
                <a:gd name="connsiteY77" fmla="*/ 256084 h 635036"/>
                <a:gd name="connsiteX78" fmla="*/ 759756 w 2912392"/>
                <a:gd name="connsiteY78" fmla="*/ 250713 h 635036"/>
                <a:gd name="connsiteX79" fmla="*/ 769495 w 2912392"/>
                <a:gd name="connsiteY79" fmla="*/ 245236 h 635036"/>
                <a:gd name="connsiteX80" fmla="*/ 779236 w 2912392"/>
                <a:gd name="connsiteY80" fmla="*/ 239659 h 635036"/>
                <a:gd name="connsiteX81" fmla="*/ 788977 w 2912392"/>
                <a:gd name="connsiteY81" fmla="*/ 233987 h 635036"/>
                <a:gd name="connsiteX82" fmla="*/ 798717 w 2912392"/>
                <a:gd name="connsiteY82" fmla="*/ 228224 h 635036"/>
                <a:gd name="connsiteX83" fmla="*/ 808458 w 2912392"/>
                <a:gd name="connsiteY83" fmla="*/ 222376 h 635036"/>
                <a:gd name="connsiteX84" fmla="*/ 818199 w 2912392"/>
                <a:gd name="connsiteY84" fmla="*/ 216449 h 635036"/>
                <a:gd name="connsiteX85" fmla="*/ 827938 w 2912392"/>
                <a:gd name="connsiteY85" fmla="*/ 210451 h 635036"/>
                <a:gd name="connsiteX86" fmla="*/ 837679 w 2912392"/>
                <a:gd name="connsiteY86" fmla="*/ 204387 h 635036"/>
                <a:gd name="connsiteX87" fmla="*/ 847420 w 2912392"/>
                <a:gd name="connsiteY87" fmla="*/ 198264 h 635036"/>
                <a:gd name="connsiteX88" fmla="*/ 857159 w 2912392"/>
                <a:gd name="connsiteY88" fmla="*/ 192090 h 635036"/>
                <a:gd name="connsiteX89" fmla="*/ 866900 w 2912392"/>
                <a:gd name="connsiteY89" fmla="*/ 185872 h 635036"/>
                <a:gd name="connsiteX90" fmla="*/ 876641 w 2912392"/>
                <a:gd name="connsiteY90" fmla="*/ 179618 h 635036"/>
                <a:gd name="connsiteX91" fmla="*/ 886381 w 2912392"/>
                <a:gd name="connsiteY91" fmla="*/ 173336 h 635036"/>
                <a:gd name="connsiteX92" fmla="*/ 896122 w 2912392"/>
                <a:gd name="connsiteY92" fmla="*/ 167034 h 635036"/>
                <a:gd name="connsiteX93" fmla="*/ 905863 w 2912392"/>
                <a:gd name="connsiteY93" fmla="*/ 160721 h 635036"/>
                <a:gd name="connsiteX94" fmla="*/ 915602 w 2912392"/>
                <a:gd name="connsiteY94" fmla="*/ 154406 h 635036"/>
                <a:gd name="connsiteX95" fmla="*/ 925343 w 2912392"/>
                <a:gd name="connsiteY95" fmla="*/ 148097 h 635036"/>
                <a:gd name="connsiteX96" fmla="*/ 935084 w 2912392"/>
                <a:gd name="connsiteY96" fmla="*/ 141804 h 635036"/>
                <a:gd name="connsiteX97" fmla="*/ 944824 w 2912392"/>
                <a:gd name="connsiteY97" fmla="*/ 135536 h 635036"/>
                <a:gd name="connsiteX98" fmla="*/ 954564 w 2912392"/>
                <a:gd name="connsiteY98" fmla="*/ 129301 h 635036"/>
                <a:gd name="connsiteX99" fmla="*/ 964305 w 2912392"/>
                <a:gd name="connsiteY99" fmla="*/ 123110 h 635036"/>
                <a:gd name="connsiteX100" fmla="*/ 974045 w 2912392"/>
                <a:gd name="connsiteY100" fmla="*/ 116972 h 635036"/>
                <a:gd name="connsiteX101" fmla="*/ 983786 w 2912392"/>
                <a:gd name="connsiteY101" fmla="*/ 110896 h 635036"/>
                <a:gd name="connsiteX102" fmla="*/ 993522 w 2912392"/>
                <a:gd name="connsiteY102" fmla="*/ 104892 h 635036"/>
                <a:gd name="connsiteX103" fmla="*/ 1003266 w 2912392"/>
                <a:gd name="connsiteY103" fmla="*/ 98970 h 635036"/>
                <a:gd name="connsiteX104" fmla="*/ 1013010 w 2912392"/>
                <a:gd name="connsiteY104" fmla="*/ 93138 h 635036"/>
                <a:gd name="connsiteX105" fmla="*/ 1022754 w 2912392"/>
                <a:gd name="connsiteY105" fmla="*/ 87408 h 635036"/>
                <a:gd name="connsiteX106" fmla="*/ 1032483 w 2912392"/>
                <a:gd name="connsiteY106" fmla="*/ 81786 h 635036"/>
                <a:gd name="connsiteX107" fmla="*/ 1042227 w 2912392"/>
                <a:gd name="connsiteY107" fmla="*/ 76284 h 635036"/>
                <a:gd name="connsiteX108" fmla="*/ 1051971 w 2912392"/>
                <a:gd name="connsiteY108" fmla="*/ 70912 h 635036"/>
                <a:gd name="connsiteX109" fmla="*/ 1061715 w 2912392"/>
                <a:gd name="connsiteY109" fmla="*/ 65675 h 635036"/>
                <a:gd name="connsiteX110" fmla="*/ 1071444 w 2912392"/>
                <a:gd name="connsiteY110" fmla="*/ 60585 h 635036"/>
                <a:gd name="connsiteX111" fmla="*/ 1081188 w 2912392"/>
                <a:gd name="connsiteY111" fmla="*/ 55651 h 635036"/>
                <a:gd name="connsiteX112" fmla="*/ 1090932 w 2912392"/>
                <a:gd name="connsiteY112" fmla="*/ 50879 h 635036"/>
                <a:gd name="connsiteX113" fmla="*/ 1100676 w 2912392"/>
                <a:gd name="connsiteY113" fmla="*/ 46278 h 635036"/>
                <a:gd name="connsiteX114" fmla="*/ 1110405 w 2912392"/>
                <a:gd name="connsiteY114" fmla="*/ 41859 h 635036"/>
                <a:gd name="connsiteX115" fmla="*/ 1120149 w 2912392"/>
                <a:gd name="connsiteY115" fmla="*/ 37626 h 635036"/>
                <a:gd name="connsiteX116" fmla="*/ 1129893 w 2912392"/>
                <a:gd name="connsiteY116" fmla="*/ 33587 h 635036"/>
                <a:gd name="connsiteX117" fmla="*/ 1139637 w 2912392"/>
                <a:gd name="connsiteY117" fmla="*/ 29750 h 635036"/>
                <a:gd name="connsiteX118" fmla="*/ 1149381 w 2912392"/>
                <a:gd name="connsiteY118" fmla="*/ 26124 h 635036"/>
                <a:gd name="connsiteX119" fmla="*/ 1159110 w 2912392"/>
                <a:gd name="connsiteY119" fmla="*/ 22711 h 635036"/>
                <a:gd name="connsiteX120" fmla="*/ 1168854 w 2912392"/>
                <a:gd name="connsiteY120" fmla="*/ 19518 h 635036"/>
                <a:gd name="connsiteX121" fmla="*/ 1178598 w 2912392"/>
                <a:gd name="connsiteY121" fmla="*/ 16553 h 635036"/>
                <a:gd name="connsiteX122" fmla="*/ 1188341 w 2912392"/>
                <a:gd name="connsiteY122" fmla="*/ 13819 h 635036"/>
                <a:gd name="connsiteX123" fmla="*/ 1198070 w 2912392"/>
                <a:gd name="connsiteY123" fmla="*/ 11320 h 635036"/>
                <a:gd name="connsiteX124" fmla="*/ 1207814 w 2912392"/>
                <a:gd name="connsiteY124" fmla="*/ 9063 h 635036"/>
                <a:gd name="connsiteX125" fmla="*/ 1217558 w 2912392"/>
                <a:gd name="connsiteY125" fmla="*/ 7050 h 635036"/>
                <a:gd name="connsiteX126" fmla="*/ 1227302 w 2912392"/>
                <a:gd name="connsiteY126" fmla="*/ 5283 h 635036"/>
                <a:gd name="connsiteX127" fmla="*/ 1237031 w 2912392"/>
                <a:gd name="connsiteY127" fmla="*/ 3768 h 635036"/>
                <a:gd name="connsiteX128" fmla="*/ 1246775 w 2912392"/>
                <a:gd name="connsiteY128" fmla="*/ 2505 h 635036"/>
                <a:gd name="connsiteX129" fmla="*/ 1256519 w 2912392"/>
                <a:gd name="connsiteY129" fmla="*/ 1494 h 635036"/>
                <a:gd name="connsiteX130" fmla="*/ 1266263 w 2912392"/>
                <a:gd name="connsiteY130" fmla="*/ 740 h 635036"/>
                <a:gd name="connsiteX131" fmla="*/ 1276007 w 2912392"/>
                <a:gd name="connsiteY131" fmla="*/ 243 h 635036"/>
                <a:gd name="connsiteX132" fmla="*/ 1285736 w 2912392"/>
                <a:gd name="connsiteY132" fmla="*/ 0 h 635036"/>
                <a:gd name="connsiteX133" fmla="*/ 1295480 w 2912392"/>
                <a:gd name="connsiteY133" fmla="*/ 12 h 635036"/>
                <a:gd name="connsiteX134" fmla="*/ 1305224 w 2912392"/>
                <a:gd name="connsiteY134" fmla="*/ 280 h 635036"/>
                <a:gd name="connsiteX135" fmla="*/ 1314968 w 2912392"/>
                <a:gd name="connsiteY135" fmla="*/ 799 h 635036"/>
                <a:gd name="connsiteX136" fmla="*/ 1324697 w 2912392"/>
                <a:gd name="connsiteY136" fmla="*/ 1569 h 635036"/>
                <a:gd name="connsiteX137" fmla="*/ 1334441 w 2912392"/>
                <a:gd name="connsiteY137" fmla="*/ 2586 h 635036"/>
                <a:gd name="connsiteX138" fmla="*/ 1344185 w 2912392"/>
                <a:gd name="connsiteY138" fmla="*/ 3848 h 635036"/>
                <a:gd name="connsiteX139" fmla="*/ 1353929 w 2912392"/>
                <a:gd name="connsiteY139" fmla="*/ 5350 h 635036"/>
                <a:gd name="connsiteX140" fmla="*/ 1363658 w 2912392"/>
                <a:gd name="connsiteY140" fmla="*/ 7087 h 635036"/>
                <a:gd name="connsiteX141" fmla="*/ 1373402 w 2912392"/>
                <a:gd name="connsiteY141" fmla="*/ 9057 h 635036"/>
                <a:gd name="connsiteX142" fmla="*/ 1383146 w 2912392"/>
                <a:gd name="connsiteY142" fmla="*/ 11250 h 635036"/>
                <a:gd name="connsiteX143" fmla="*/ 1392890 w 2912392"/>
                <a:gd name="connsiteY143" fmla="*/ 13664 h 635036"/>
                <a:gd name="connsiteX144" fmla="*/ 1402619 w 2912392"/>
                <a:gd name="connsiteY144" fmla="*/ 16289 h 635036"/>
                <a:gd name="connsiteX145" fmla="*/ 1412363 w 2912392"/>
                <a:gd name="connsiteY145" fmla="*/ 19120 h 635036"/>
                <a:gd name="connsiteX146" fmla="*/ 1422106 w 2912392"/>
                <a:gd name="connsiteY146" fmla="*/ 22147 h 635036"/>
                <a:gd name="connsiteX147" fmla="*/ 1431850 w 2912392"/>
                <a:gd name="connsiteY147" fmla="*/ 25366 h 635036"/>
                <a:gd name="connsiteX148" fmla="*/ 1441594 w 2912392"/>
                <a:gd name="connsiteY148" fmla="*/ 28765 h 635036"/>
                <a:gd name="connsiteX149" fmla="*/ 1451323 w 2912392"/>
                <a:gd name="connsiteY149" fmla="*/ 32337 h 635036"/>
                <a:gd name="connsiteX150" fmla="*/ 1461067 w 2912392"/>
                <a:gd name="connsiteY150" fmla="*/ 36072 h 635036"/>
                <a:gd name="connsiteX151" fmla="*/ 1470811 w 2912392"/>
                <a:gd name="connsiteY151" fmla="*/ 39959 h 635036"/>
                <a:gd name="connsiteX152" fmla="*/ 1480555 w 2912392"/>
                <a:gd name="connsiteY152" fmla="*/ 43991 h 635036"/>
                <a:gd name="connsiteX153" fmla="*/ 1490284 w 2912392"/>
                <a:gd name="connsiteY153" fmla="*/ 48154 h 635036"/>
                <a:gd name="connsiteX154" fmla="*/ 1500028 w 2912392"/>
                <a:gd name="connsiteY154" fmla="*/ 52440 h 635036"/>
                <a:gd name="connsiteX155" fmla="*/ 1509772 w 2912392"/>
                <a:gd name="connsiteY155" fmla="*/ 56838 h 635036"/>
                <a:gd name="connsiteX156" fmla="*/ 1519516 w 2912392"/>
                <a:gd name="connsiteY156" fmla="*/ 61335 h 635036"/>
                <a:gd name="connsiteX157" fmla="*/ 1529245 w 2912392"/>
                <a:gd name="connsiteY157" fmla="*/ 65921 h 635036"/>
                <a:gd name="connsiteX158" fmla="*/ 1538989 w 2912392"/>
                <a:gd name="connsiteY158" fmla="*/ 70584 h 635036"/>
                <a:gd name="connsiteX159" fmla="*/ 1548733 w 2912392"/>
                <a:gd name="connsiteY159" fmla="*/ 75313 h 635036"/>
                <a:gd name="connsiteX160" fmla="*/ 1558477 w 2912392"/>
                <a:gd name="connsiteY160" fmla="*/ 80097 h 635036"/>
                <a:gd name="connsiteX161" fmla="*/ 1568221 w 2912392"/>
                <a:gd name="connsiteY161" fmla="*/ 84921 h 635036"/>
                <a:gd name="connsiteX162" fmla="*/ 1577950 w 2912392"/>
                <a:gd name="connsiteY162" fmla="*/ 89777 h 635036"/>
                <a:gd name="connsiteX163" fmla="*/ 1587694 w 2912392"/>
                <a:gd name="connsiteY163" fmla="*/ 94652 h 635036"/>
                <a:gd name="connsiteX164" fmla="*/ 1597438 w 2912392"/>
                <a:gd name="connsiteY164" fmla="*/ 99533 h 635036"/>
                <a:gd name="connsiteX165" fmla="*/ 1607182 w 2912392"/>
                <a:gd name="connsiteY165" fmla="*/ 104411 h 635036"/>
                <a:gd name="connsiteX166" fmla="*/ 1616911 w 2912392"/>
                <a:gd name="connsiteY166" fmla="*/ 109271 h 635036"/>
                <a:gd name="connsiteX167" fmla="*/ 1626655 w 2912392"/>
                <a:gd name="connsiteY167" fmla="*/ 114105 h 635036"/>
                <a:gd name="connsiteX168" fmla="*/ 1636399 w 2912392"/>
                <a:gd name="connsiteY168" fmla="*/ 118900 h 635036"/>
                <a:gd name="connsiteX169" fmla="*/ 1646142 w 2912392"/>
                <a:gd name="connsiteY169" fmla="*/ 123647 h 635036"/>
                <a:gd name="connsiteX170" fmla="*/ 1655872 w 2912392"/>
                <a:gd name="connsiteY170" fmla="*/ 128334 h 635036"/>
                <a:gd name="connsiteX171" fmla="*/ 1665616 w 2912392"/>
                <a:gd name="connsiteY171" fmla="*/ 132951 h 635036"/>
                <a:gd name="connsiteX172" fmla="*/ 1675359 w 2912392"/>
                <a:gd name="connsiteY172" fmla="*/ 137489 h 635036"/>
                <a:gd name="connsiteX173" fmla="*/ 1685103 w 2912392"/>
                <a:gd name="connsiteY173" fmla="*/ 141938 h 635036"/>
                <a:gd name="connsiteX174" fmla="*/ 1694832 w 2912392"/>
                <a:gd name="connsiteY174" fmla="*/ 146290 h 635036"/>
                <a:gd name="connsiteX175" fmla="*/ 1704576 w 2912392"/>
                <a:gd name="connsiteY175" fmla="*/ 150535 h 635036"/>
                <a:gd name="connsiteX176" fmla="*/ 1714320 w 2912392"/>
                <a:gd name="connsiteY176" fmla="*/ 154665 h 635036"/>
                <a:gd name="connsiteX177" fmla="*/ 1724064 w 2912392"/>
                <a:gd name="connsiteY177" fmla="*/ 158673 h 635036"/>
                <a:gd name="connsiteX178" fmla="*/ 1733808 w 2912392"/>
                <a:gd name="connsiteY178" fmla="*/ 162552 h 635036"/>
                <a:gd name="connsiteX179" fmla="*/ 1743537 w 2912392"/>
                <a:gd name="connsiteY179" fmla="*/ 166296 h 635036"/>
                <a:gd name="connsiteX180" fmla="*/ 1753281 w 2912392"/>
                <a:gd name="connsiteY180" fmla="*/ 169899 h 635036"/>
                <a:gd name="connsiteX181" fmla="*/ 1763025 w 2912392"/>
                <a:gd name="connsiteY181" fmla="*/ 173354 h 635036"/>
                <a:gd name="connsiteX182" fmla="*/ 1772769 w 2912392"/>
                <a:gd name="connsiteY182" fmla="*/ 176660 h 635036"/>
                <a:gd name="connsiteX183" fmla="*/ 1782498 w 2912392"/>
                <a:gd name="connsiteY183" fmla="*/ 179810 h 635036"/>
                <a:gd name="connsiteX184" fmla="*/ 1792242 w 2912392"/>
                <a:gd name="connsiteY184" fmla="*/ 182803 h 635036"/>
                <a:gd name="connsiteX185" fmla="*/ 1801986 w 2912392"/>
                <a:gd name="connsiteY185" fmla="*/ 185634 h 635036"/>
                <a:gd name="connsiteX186" fmla="*/ 1811730 w 2912392"/>
                <a:gd name="connsiteY186" fmla="*/ 188302 h 635036"/>
                <a:gd name="connsiteX187" fmla="*/ 1821459 w 2912392"/>
                <a:gd name="connsiteY187" fmla="*/ 190807 h 635036"/>
                <a:gd name="connsiteX188" fmla="*/ 1831203 w 2912392"/>
                <a:gd name="connsiteY188" fmla="*/ 193146 h 635036"/>
                <a:gd name="connsiteX189" fmla="*/ 1840947 w 2912392"/>
                <a:gd name="connsiteY189" fmla="*/ 195321 h 635036"/>
                <a:gd name="connsiteX190" fmla="*/ 1850691 w 2912392"/>
                <a:gd name="connsiteY190" fmla="*/ 197333 h 635036"/>
                <a:gd name="connsiteX191" fmla="*/ 1860435 w 2912392"/>
                <a:gd name="connsiteY191" fmla="*/ 199182 h 635036"/>
                <a:gd name="connsiteX192" fmla="*/ 1870164 w 2912392"/>
                <a:gd name="connsiteY192" fmla="*/ 200870 h 635036"/>
                <a:gd name="connsiteX193" fmla="*/ 1879908 w 2912392"/>
                <a:gd name="connsiteY193" fmla="*/ 202401 h 635036"/>
                <a:gd name="connsiteX194" fmla="*/ 1889652 w 2912392"/>
                <a:gd name="connsiteY194" fmla="*/ 203779 h 635036"/>
                <a:gd name="connsiteX195" fmla="*/ 1899395 w 2912392"/>
                <a:gd name="connsiteY195" fmla="*/ 205009 h 635036"/>
                <a:gd name="connsiteX196" fmla="*/ 1909124 w 2912392"/>
                <a:gd name="connsiteY196" fmla="*/ 206092 h 635036"/>
                <a:gd name="connsiteX197" fmla="*/ 1918868 w 2912392"/>
                <a:gd name="connsiteY197" fmla="*/ 207036 h 635036"/>
                <a:gd name="connsiteX198" fmla="*/ 1928612 w 2912392"/>
                <a:gd name="connsiteY198" fmla="*/ 207847 h 635036"/>
                <a:gd name="connsiteX199" fmla="*/ 1938356 w 2912392"/>
                <a:gd name="connsiteY199" fmla="*/ 208531 h 635036"/>
                <a:gd name="connsiteX200" fmla="*/ 1948085 w 2912392"/>
                <a:gd name="connsiteY200" fmla="*/ 209094 h 635036"/>
                <a:gd name="connsiteX201" fmla="*/ 1957829 w 2912392"/>
                <a:gd name="connsiteY201" fmla="*/ 209545 h 635036"/>
                <a:gd name="connsiteX202" fmla="*/ 1967573 w 2912392"/>
                <a:gd name="connsiteY202" fmla="*/ 209894 h 635036"/>
                <a:gd name="connsiteX203" fmla="*/ 1977317 w 2912392"/>
                <a:gd name="connsiteY203" fmla="*/ 210146 h 635036"/>
                <a:gd name="connsiteX204" fmla="*/ 1987046 w 2912392"/>
                <a:gd name="connsiteY204" fmla="*/ 210311 h 635036"/>
                <a:gd name="connsiteX205" fmla="*/ 1996790 w 2912392"/>
                <a:gd name="connsiteY205" fmla="*/ 210400 h 635036"/>
                <a:gd name="connsiteX206" fmla="*/ 2006534 w 2912392"/>
                <a:gd name="connsiteY206" fmla="*/ 210421 h 635036"/>
                <a:gd name="connsiteX207" fmla="*/ 2016278 w 2912392"/>
                <a:gd name="connsiteY207" fmla="*/ 210386 h 635036"/>
                <a:gd name="connsiteX208" fmla="*/ 2026022 w 2912392"/>
                <a:gd name="connsiteY208" fmla="*/ 210304 h 635036"/>
                <a:gd name="connsiteX209" fmla="*/ 2035751 w 2912392"/>
                <a:gd name="connsiteY209" fmla="*/ 210184 h 635036"/>
                <a:gd name="connsiteX210" fmla="*/ 2045495 w 2912392"/>
                <a:gd name="connsiteY210" fmla="*/ 210041 h 635036"/>
                <a:gd name="connsiteX211" fmla="*/ 2055239 w 2912392"/>
                <a:gd name="connsiteY211" fmla="*/ 209883 h 635036"/>
                <a:gd name="connsiteX212" fmla="*/ 2064983 w 2912392"/>
                <a:gd name="connsiteY212" fmla="*/ 209723 h 635036"/>
                <a:gd name="connsiteX213" fmla="*/ 2074712 w 2912392"/>
                <a:gd name="connsiteY213" fmla="*/ 209569 h 635036"/>
                <a:gd name="connsiteX214" fmla="*/ 2084456 w 2912392"/>
                <a:gd name="connsiteY214" fmla="*/ 209436 h 635036"/>
                <a:gd name="connsiteX215" fmla="*/ 2094200 w 2912392"/>
                <a:gd name="connsiteY215" fmla="*/ 209335 h 635036"/>
                <a:gd name="connsiteX216" fmla="*/ 2103944 w 2912392"/>
                <a:gd name="connsiteY216" fmla="*/ 209277 h 635036"/>
                <a:gd name="connsiteX217" fmla="*/ 2113673 w 2912392"/>
                <a:gd name="connsiteY217" fmla="*/ 209271 h 635036"/>
                <a:gd name="connsiteX218" fmla="*/ 2123417 w 2912392"/>
                <a:gd name="connsiteY218" fmla="*/ 209332 h 635036"/>
                <a:gd name="connsiteX219" fmla="*/ 2133161 w 2912392"/>
                <a:gd name="connsiteY219" fmla="*/ 209469 h 635036"/>
                <a:gd name="connsiteX220" fmla="*/ 2142905 w 2912392"/>
                <a:gd name="connsiteY220" fmla="*/ 209693 h 635036"/>
                <a:gd name="connsiteX221" fmla="*/ 2152649 w 2912392"/>
                <a:gd name="connsiteY221" fmla="*/ 210016 h 635036"/>
                <a:gd name="connsiteX222" fmla="*/ 2162377 w 2912392"/>
                <a:gd name="connsiteY222" fmla="*/ 210448 h 635036"/>
                <a:gd name="connsiteX223" fmla="*/ 2172121 w 2912392"/>
                <a:gd name="connsiteY223" fmla="*/ 210998 h 635036"/>
                <a:gd name="connsiteX224" fmla="*/ 2181865 w 2912392"/>
                <a:gd name="connsiteY224" fmla="*/ 211677 h 635036"/>
                <a:gd name="connsiteX225" fmla="*/ 2191609 w 2912392"/>
                <a:gd name="connsiteY225" fmla="*/ 212497 h 635036"/>
                <a:gd name="connsiteX226" fmla="*/ 2201338 w 2912392"/>
                <a:gd name="connsiteY226" fmla="*/ 213464 h 635036"/>
                <a:gd name="connsiteX227" fmla="*/ 2211082 w 2912392"/>
                <a:gd name="connsiteY227" fmla="*/ 214587 h 635036"/>
                <a:gd name="connsiteX228" fmla="*/ 2220826 w 2912392"/>
                <a:gd name="connsiteY228" fmla="*/ 215876 h 635036"/>
                <a:gd name="connsiteX229" fmla="*/ 2230570 w 2912392"/>
                <a:gd name="connsiteY229" fmla="*/ 217339 h 635036"/>
                <a:gd name="connsiteX230" fmla="*/ 2240299 w 2912392"/>
                <a:gd name="connsiteY230" fmla="*/ 218982 h 635036"/>
                <a:gd name="connsiteX231" fmla="*/ 2250043 w 2912392"/>
                <a:gd name="connsiteY231" fmla="*/ 220815 h 635036"/>
                <a:gd name="connsiteX232" fmla="*/ 2259787 w 2912392"/>
                <a:gd name="connsiteY232" fmla="*/ 222841 h 635036"/>
                <a:gd name="connsiteX233" fmla="*/ 2269531 w 2912392"/>
                <a:gd name="connsiteY233" fmla="*/ 225069 h 635036"/>
                <a:gd name="connsiteX234" fmla="*/ 2279260 w 2912392"/>
                <a:gd name="connsiteY234" fmla="*/ 227502 h 635036"/>
                <a:gd name="connsiteX235" fmla="*/ 2289004 w 2912392"/>
                <a:gd name="connsiteY235" fmla="*/ 230146 h 635036"/>
                <a:gd name="connsiteX236" fmla="*/ 2298748 w 2912392"/>
                <a:gd name="connsiteY236" fmla="*/ 233005 h 635036"/>
                <a:gd name="connsiteX237" fmla="*/ 2308492 w 2912392"/>
                <a:gd name="connsiteY237" fmla="*/ 236083 h 635036"/>
                <a:gd name="connsiteX238" fmla="*/ 2318236 w 2912392"/>
                <a:gd name="connsiteY238" fmla="*/ 239383 h 635036"/>
                <a:gd name="connsiteX239" fmla="*/ 2327965 w 2912392"/>
                <a:gd name="connsiteY239" fmla="*/ 242909 h 635036"/>
                <a:gd name="connsiteX240" fmla="*/ 2337709 w 2912392"/>
                <a:gd name="connsiteY240" fmla="*/ 246659 h 635036"/>
                <a:gd name="connsiteX241" fmla="*/ 2347453 w 2912392"/>
                <a:gd name="connsiteY241" fmla="*/ 250637 h 635036"/>
                <a:gd name="connsiteX242" fmla="*/ 2357197 w 2912392"/>
                <a:gd name="connsiteY242" fmla="*/ 254841 h 635036"/>
                <a:gd name="connsiteX243" fmla="*/ 2366926 w 2912392"/>
                <a:gd name="connsiteY243" fmla="*/ 259274 h 635036"/>
                <a:gd name="connsiteX244" fmla="*/ 2376670 w 2912392"/>
                <a:gd name="connsiteY244" fmla="*/ 263934 h 635036"/>
                <a:gd name="connsiteX245" fmla="*/ 2386413 w 2912392"/>
                <a:gd name="connsiteY245" fmla="*/ 268818 h 635036"/>
                <a:gd name="connsiteX246" fmla="*/ 2396157 w 2912392"/>
                <a:gd name="connsiteY246" fmla="*/ 273924 h 635036"/>
                <a:gd name="connsiteX247" fmla="*/ 2405886 w 2912392"/>
                <a:gd name="connsiteY247" fmla="*/ 279252 h 635036"/>
                <a:gd name="connsiteX248" fmla="*/ 2415630 w 2912392"/>
                <a:gd name="connsiteY248" fmla="*/ 284796 h 635036"/>
                <a:gd name="connsiteX249" fmla="*/ 2425374 w 2912392"/>
                <a:gd name="connsiteY249" fmla="*/ 290551 h 635036"/>
                <a:gd name="connsiteX250" fmla="*/ 2435118 w 2912392"/>
                <a:gd name="connsiteY250" fmla="*/ 296515 h 635036"/>
                <a:gd name="connsiteX251" fmla="*/ 2444862 w 2912392"/>
                <a:gd name="connsiteY251" fmla="*/ 302682 h 635036"/>
                <a:gd name="connsiteX252" fmla="*/ 2454591 w 2912392"/>
                <a:gd name="connsiteY252" fmla="*/ 309044 h 635036"/>
                <a:gd name="connsiteX253" fmla="*/ 2464335 w 2912392"/>
                <a:gd name="connsiteY253" fmla="*/ 315598 h 635036"/>
                <a:gd name="connsiteX254" fmla="*/ 2474079 w 2912392"/>
                <a:gd name="connsiteY254" fmla="*/ 322332 h 635036"/>
                <a:gd name="connsiteX255" fmla="*/ 2483823 w 2912392"/>
                <a:gd name="connsiteY255" fmla="*/ 329244 h 635036"/>
                <a:gd name="connsiteX256" fmla="*/ 2493552 w 2912392"/>
                <a:gd name="connsiteY256" fmla="*/ 336322 h 635036"/>
                <a:gd name="connsiteX257" fmla="*/ 2503296 w 2912392"/>
                <a:gd name="connsiteY257" fmla="*/ 343557 h 635036"/>
                <a:gd name="connsiteX258" fmla="*/ 2513040 w 2912392"/>
                <a:gd name="connsiteY258" fmla="*/ 350943 h 635036"/>
                <a:gd name="connsiteX259" fmla="*/ 2522784 w 2912392"/>
                <a:gd name="connsiteY259" fmla="*/ 358467 h 635036"/>
                <a:gd name="connsiteX260" fmla="*/ 2532513 w 2912392"/>
                <a:gd name="connsiteY260" fmla="*/ 366122 h 635036"/>
                <a:gd name="connsiteX261" fmla="*/ 2542257 w 2912392"/>
                <a:gd name="connsiteY261" fmla="*/ 373893 h 635036"/>
                <a:gd name="connsiteX262" fmla="*/ 2552001 w 2912392"/>
                <a:gd name="connsiteY262" fmla="*/ 381773 h 635036"/>
                <a:gd name="connsiteX263" fmla="*/ 2561745 w 2912392"/>
                <a:gd name="connsiteY263" fmla="*/ 389750 h 635036"/>
                <a:gd name="connsiteX264" fmla="*/ 2571474 w 2912392"/>
                <a:gd name="connsiteY264" fmla="*/ 397810 h 635036"/>
                <a:gd name="connsiteX265" fmla="*/ 2581218 w 2912392"/>
                <a:gd name="connsiteY265" fmla="*/ 405944 h 635036"/>
                <a:gd name="connsiteX266" fmla="*/ 2590962 w 2912392"/>
                <a:gd name="connsiteY266" fmla="*/ 414138 h 635036"/>
                <a:gd name="connsiteX267" fmla="*/ 2600705 w 2912392"/>
                <a:gd name="connsiteY267" fmla="*/ 422380 h 635036"/>
                <a:gd name="connsiteX268" fmla="*/ 2610449 w 2912392"/>
                <a:gd name="connsiteY268" fmla="*/ 430657 h 635036"/>
                <a:gd name="connsiteX269" fmla="*/ 2620178 w 2912392"/>
                <a:gd name="connsiteY269" fmla="*/ 438955 h 635036"/>
                <a:gd name="connsiteX270" fmla="*/ 2629922 w 2912392"/>
                <a:gd name="connsiteY270" fmla="*/ 447263 h 635036"/>
                <a:gd name="connsiteX271" fmla="*/ 2639666 w 2912392"/>
                <a:gd name="connsiteY271" fmla="*/ 455566 h 635036"/>
                <a:gd name="connsiteX272" fmla="*/ 2649410 w 2912392"/>
                <a:gd name="connsiteY272" fmla="*/ 463852 h 635036"/>
                <a:gd name="connsiteX273" fmla="*/ 2659139 w 2912392"/>
                <a:gd name="connsiteY273" fmla="*/ 472106 h 635036"/>
                <a:gd name="connsiteX274" fmla="*/ 2668883 w 2912392"/>
                <a:gd name="connsiteY274" fmla="*/ 480315 h 635036"/>
                <a:gd name="connsiteX275" fmla="*/ 2678627 w 2912392"/>
                <a:gd name="connsiteY275" fmla="*/ 488466 h 635036"/>
                <a:gd name="connsiteX276" fmla="*/ 2688371 w 2912392"/>
                <a:gd name="connsiteY276" fmla="*/ 496546 h 635036"/>
                <a:gd name="connsiteX277" fmla="*/ 2698100 w 2912392"/>
                <a:gd name="connsiteY277" fmla="*/ 504542 h 635036"/>
                <a:gd name="connsiteX278" fmla="*/ 2707844 w 2912392"/>
                <a:gd name="connsiteY278" fmla="*/ 512439 h 635036"/>
                <a:gd name="connsiteX279" fmla="*/ 2717588 w 2912392"/>
                <a:gd name="connsiteY279" fmla="*/ 520226 h 635036"/>
                <a:gd name="connsiteX280" fmla="*/ 2727332 w 2912392"/>
                <a:gd name="connsiteY280" fmla="*/ 527889 h 635036"/>
                <a:gd name="connsiteX281" fmla="*/ 2737076 w 2912392"/>
                <a:gd name="connsiteY281" fmla="*/ 535414 h 635036"/>
                <a:gd name="connsiteX282" fmla="*/ 2746805 w 2912392"/>
                <a:gd name="connsiteY282" fmla="*/ 542791 h 635036"/>
                <a:gd name="connsiteX283" fmla="*/ 2756549 w 2912392"/>
                <a:gd name="connsiteY283" fmla="*/ 550006 h 635036"/>
                <a:gd name="connsiteX284" fmla="*/ 2766293 w 2912392"/>
                <a:gd name="connsiteY284" fmla="*/ 557049 h 635036"/>
                <a:gd name="connsiteX285" fmla="*/ 2776037 w 2912392"/>
                <a:gd name="connsiteY285" fmla="*/ 563907 h 635036"/>
                <a:gd name="connsiteX286" fmla="*/ 2785766 w 2912392"/>
                <a:gd name="connsiteY286" fmla="*/ 570568 h 635036"/>
                <a:gd name="connsiteX287" fmla="*/ 2795510 w 2912392"/>
                <a:gd name="connsiteY287" fmla="*/ 577024 h 635036"/>
                <a:gd name="connsiteX288" fmla="*/ 2805254 w 2912392"/>
                <a:gd name="connsiteY288" fmla="*/ 583262 h 635036"/>
                <a:gd name="connsiteX289" fmla="*/ 2814998 w 2912392"/>
                <a:gd name="connsiteY289" fmla="*/ 589274 h 635036"/>
                <a:gd name="connsiteX290" fmla="*/ 2824727 w 2912392"/>
                <a:gd name="connsiteY290" fmla="*/ 595048 h 635036"/>
                <a:gd name="connsiteX291" fmla="*/ 2834471 w 2912392"/>
                <a:gd name="connsiteY291" fmla="*/ 600577 h 635036"/>
                <a:gd name="connsiteX292" fmla="*/ 2844215 w 2912392"/>
                <a:gd name="connsiteY292" fmla="*/ 605851 h 635036"/>
                <a:gd name="connsiteX293" fmla="*/ 2853958 w 2912392"/>
                <a:gd name="connsiteY293" fmla="*/ 610863 h 635036"/>
                <a:gd name="connsiteX294" fmla="*/ 2863687 w 2912392"/>
                <a:gd name="connsiteY294" fmla="*/ 615604 h 635036"/>
                <a:gd name="connsiteX295" fmla="*/ 2873431 w 2912392"/>
                <a:gd name="connsiteY295" fmla="*/ 620069 h 635036"/>
                <a:gd name="connsiteX296" fmla="*/ 2883175 w 2912392"/>
                <a:gd name="connsiteY296" fmla="*/ 624249 h 635036"/>
                <a:gd name="connsiteX297" fmla="*/ 2892919 w 2912392"/>
                <a:gd name="connsiteY297" fmla="*/ 628143 h 635036"/>
                <a:gd name="connsiteX298" fmla="*/ 2902663 w 2912392"/>
                <a:gd name="connsiteY298" fmla="*/ 631739 h 635036"/>
                <a:gd name="connsiteX299" fmla="*/ 2912392 w 2912392"/>
                <a:gd name="connsiteY299" fmla="*/ 635036 h 635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35036">
                  <a:moveTo>
                    <a:pt x="0" y="432540"/>
                  </a:moveTo>
                  <a:lnTo>
                    <a:pt x="9739" y="431031"/>
                  </a:lnTo>
                  <a:lnTo>
                    <a:pt x="19480" y="429500"/>
                  </a:lnTo>
                  <a:lnTo>
                    <a:pt x="29221" y="427954"/>
                  </a:lnTo>
                  <a:lnTo>
                    <a:pt x="38961" y="426395"/>
                  </a:lnTo>
                  <a:lnTo>
                    <a:pt x="48702" y="424825"/>
                  </a:lnTo>
                  <a:lnTo>
                    <a:pt x="58443" y="423246"/>
                  </a:lnTo>
                  <a:lnTo>
                    <a:pt x="68182" y="421662"/>
                  </a:lnTo>
                  <a:lnTo>
                    <a:pt x="77923" y="420075"/>
                  </a:lnTo>
                  <a:lnTo>
                    <a:pt x="87664" y="418489"/>
                  </a:lnTo>
                  <a:lnTo>
                    <a:pt x="97404" y="416905"/>
                  </a:lnTo>
                  <a:lnTo>
                    <a:pt x="107145" y="415324"/>
                  </a:lnTo>
                  <a:lnTo>
                    <a:pt x="116886" y="413751"/>
                  </a:lnTo>
                  <a:lnTo>
                    <a:pt x="126625" y="412185"/>
                  </a:lnTo>
                  <a:lnTo>
                    <a:pt x="136366" y="410629"/>
                  </a:lnTo>
                  <a:lnTo>
                    <a:pt x="146107" y="409086"/>
                  </a:lnTo>
                  <a:lnTo>
                    <a:pt x="155846" y="407554"/>
                  </a:lnTo>
                  <a:lnTo>
                    <a:pt x="165587" y="406037"/>
                  </a:lnTo>
                  <a:lnTo>
                    <a:pt x="175328" y="404534"/>
                  </a:lnTo>
                  <a:lnTo>
                    <a:pt x="185068" y="403046"/>
                  </a:lnTo>
                  <a:lnTo>
                    <a:pt x="194809" y="401574"/>
                  </a:lnTo>
                  <a:lnTo>
                    <a:pt x="204550" y="400115"/>
                  </a:lnTo>
                  <a:lnTo>
                    <a:pt x="214289" y="398673"/>
                  </a:lnTo>
                  <a:lnTo>
                    <a:pt x="224030" y="397246"/>
                  </a:lnTo>
                  <a:lnTo>
                    <a:pt x="233771" y="395830"/>
                  </a:lnTo>
                  <a:lnTo>
                    <a:pt x="243510" y="394430"/>
                  </a:lnTo>
                  <a:lnTo>
                    <a:pt x="253251" y="393038"/>
                  </a:lnTo>
                  <a:lnTo>
                    <a:pt x="262992" y="391657"/>
                  </a:lnTo>
                  <a:lnTo>
                    <a:pt x="272732" y="390283"/>
                  </a:lnTo>
                  <a:lnTo>
                    <a:pt x="282473" y="388916"/>
                  </a:lnTo>
                  <a:lnTo>
                    <a:pt x="292214" y="387551"/>
                  </a:lnTo>
                  <a:lnTo>
                    <a:pt x="301953" y="386186"/>
                  </a:lnTo>
                  <a:lnTo>
                    <a:pt x="311694" y="384818"/>
                  </a:lnTo>
                  <a:lnTo>
                    <a:pt x="321435" y="383445"/>
                  </a:lnTo>
                  <a:lnTo>
                    <a:pt x="331175" y="382062"/>
                  </a:lnTo>
                  <a:lnTo>
                    <a:pt x="340916" y="380667"/>
                  </a:lnTo>
                  <a:lnTo>
                    <a:pt x="350656" y="379255"/>
                  </a:lnTo>
                  <a:lnTo>
                    <a:pt x="360396" y="377823"/>
                  </a:lnTo>
                  <a:lnTo>
                    <a:pt x="370137" y="376366"/>
                  </a:lnTo>
                  <a:lnTo>
                    <a:pt x="379878" y="374879"/>
                  </a:lnTo>
                  <a:lnTo>
                    <a:pt x="389617" y="373360"/>
                  </a:lnTo>
                  <a:lnTo>
                    <a:pt x="399358" y="371801"/>
                  </a:lnTo>
                  <a:lnTo>
                    <a:pt x="409099" y="370201"/>
                  </a:lnTo>
                  <a:lnTo>
                    <a:pt x="418839" y="368553"/>
                  </a:lnTo>
                  <a:lnTo>
                    <a:pt x="428580" y="366853"/>
                  </a:lnTo>
                  <a:lnTo>
                    <a:pt x="438321" y="365097"/>
                  </a:lnTo>
                  <a:lnTo>
                    <a:pt x="448060" y="363277"/>
                  </a:lnTo>
                  <a:lnTo>
                    <a:pt x="457801" y="361393"/>
                  </a:lnTo>
                  <a:lnTo>
                    <a:pt x="467542" y="359435"/>
                  </a:lnTo>
                  <a:lnTo>
                    <a:pt x="477281" y="357403"/>
                  </a:lnTo>
                  <a:lnTo>
                    <a:pt x="487022" y="355290"/>
                  </a:lnTo>
                  <a:lnTo>
                    <a:pt x="496763" y="353091"/>
                  </a:lnTo>
                  <a:lnTo>
                    <a:pt x="506503" y="350803"/>
                  </a:lnTo>
                  <a:lnTo>
                    <a:pt x="516244" y="348420"/>
                  </a:lnTo>
                  <a:lnTo>
                    <a:pt x="525985" y="345941"/>
                  </a:lnTo>
                  <a:lnTo>
                    <a:pt x="535724" y="343357"/>
                  </a:lnTo>
                  <a:lnTo>
                    <a:pt x="545465" y="340670"/>
                  </a:lnTo>
                  <a:lnTo>
                    <a:pt x="555206" y="337873"/>
                  </a:lnTo>
                  <a:lnTo>
                    <a:pt x="564946" y="334962"/>
                  </a:lnTo>
                  <a:lnTo>
                    <a:pt x="574687" y="331936"/>
                  </a:lnTo>
                  <a:lnTo>
                    <a:pt x="584428" y="328792"/>
                  </a:lnTo>
                  <a:lnTo>
                    <a:pt x="594167" y="325526"/>
                  </a:lnTo>
                  <a:lnTo>
                    <a:pt x="603908" y="322138"/>
                  </a:lnTo>
                  <a:lnTo>
                    <a:pt x="613649" y="318624"/>
                  </a:lnTo>
                  <a:lnTo>
                    <a:pt x="623388" y="314984"/>
                  </a:lnTo>
                  <a:lnTo>
                    <a:pt x="633129" y="311216"/>
                  </a:lnTo>
                  <a:lnTo>
                    <a:pt x="642870" y="307318"/>
                  </a:lnTo>
                  <a:lnTo>
                    <a:pt x="652610" y="303293"/>
                  </a:lnTo>
                  <a:lnTo>
                    <a:pt x="662351" y="299137"/>
                  </a:lnTo>
                  <a:lnTo>
                    <a:pt x="672092" y="294852"/>
                  </a:lnTo>
                  <a:lnTo>
                    <a:pt x="681831" y="290439"/>
                  </a:lnTo>
                  <a:lnTo>
                    <a:pt x="691572" y="285898"/>
                  </a:lnTo>
                  <a:lnTo>
                    <a:pt x="701313" y="281232"/>
                  </a:lnTo>
                  <a:lnTo>
                    <a:pt x="711052" y="276440"/>
                  </a:lnTo>
                  <a:lnTo>
                    <a:pt x="720793" y="271528"/>
                  </a:lnTo>
                  <a:lnTo>
                    <a:pt x="730534" y="266495"/>
                  </a:lnTo>
                  <a:lnTo>
                    <a:pt x="740274" y="261346"/>
                  </a:lnTo>
                  <a:lnTo>
                    <a:pt x="750015" y="256084"/>
                  </a:lnTo>
                  <a:lnTo>
                    <a:pt x="759756" y="250713"/>
                  </a:lnTo>
                  <a:lnTo>
                    <a:pt x="769495" y="245236"/>
                  </a:lnTo>
                  <a:lnTo>
                    <a:pt x="779236" y="239659"/>
                  </a:lnTo>
                  <a:lnTo>
                    <a:pt x="788977" y="233987"/>
                  </a:lnTo>
                  <a:lnTo>
                    <a:pt x="798717" y="228224"/>
                  </a:lnTo>
                  <a:lnTo>
                    <a:pt x="808458" y="222376"/>
                  </a:lnTo>
                  <a:lnTo>
                    <a:pt x="818199" y="216449"/>
                  </a:lnTo>
                  <a:lnTo>
                    <a:pt x="827938" y="210451"/>
                  </a:lnTo>
                  <a:lnTo>
                    <a:pt x="837679" y="204387"/>
                  </a:lnTo>
                  <a:lnTo>
                    <a:pt x="847420" y="198264"/>
                  </a:lnTo>
                  <a:lnTo>
                    <a:pt x="857159" y="192090"/>
                  </a:lnTo>
                  <a:lnTo>
                    <a:pt x="866900" y="185872"/>
                  </a:lnTo>
                  <a:lnTo>
                    <a:pt x="876641" y="179618"/>
                  </a:lnTo>
                  <a:lnTo>
                    <a:pt x="886381" y="173336"/>
                  </a:lnTo>
                  <a:lnTo>
                    <a:pt x="896122" y="167034"/>
                  </a:lnTo>
                  <a:lnTo>
                    <a:pt x="905863" y="160721"/>
                  </a:lnTo>
                  <a:lnTo>
                    <a:pt x="915602" y="154406"/>
                  </a:lnTo>
                  <a:lnTo>
                    <a:pt x="925343" y="148097"/>
                  </a:lnTo>
                  <a:lnTo>
                    <a:pt x="935084" y="141804"/>
                  </a:lnTo>
                  <a:lnTo>
                    <a:pt x="944824" y="135536"/>
                  </a:lnTo>
                  <a:lnTo>
                    <a:pt x="954564" y="129301"/>
                  </a:lnTo>
                  <a:lnTo>
                    <a:pt x="964305" y="123110"/>
                  </a:lnTo>
                  <a:lnTo>
                    <a:pt x="974045" y="116972"/>
                  </a:lnTo>
                  <a:lnTo>
                    <a:pt x="983786" y="110896"/>
                  </a:lnTo>
                  <a:lnTo>
                    <a:pt x="993522" y="104892"/>
                  </a:lnTo>
                  <a:lnTo>
                    <a:pt x="1003266" y="98970"/>
                  </a:lnTo>
                  <a:lnTo>
                    <a:pt x="1013010" y="93138"/>
                  </a:lnTo>
                  <a:lnTo>
                    <a:pt x="1022754" y="87408"/>
                  </a:lnTo>
                  <a:lnTo>
                    <a:pt x="1032483" y="81786"/>
                  </a:lnTo>
                  <a:lnTo>
                    <a:pt x="1042227" y="76284"/>
                  </a:lnTo>
                  <a:lnTo>
                    <a:pt x="1051971" y="70912"/>
                  </a:lnTo>
                  <a:lnTo>
                    <a:pt x="1061715" y="65675"/>
                  </a:lnTo>
                  <a:lnTo>
                    <a:pt x="1071444" y="60585"/>
                  </a:lnTo>
                  <a:lnTo>
                    <a:pt x="1081188" y="55651"/>
                  </a:lnTo>
                  <a:lnTo>
                    <a:pt x="1090932" y="50879"/>
                  </a:lnTo>
                  <a:lnTo>
                    <a:pt x="1100676" y="46278"/>
                  </a:lnTo>
                  <a:lnTo>
                    <a:pt x="1110405" y="41859"/>
                  </a:lnTo>
                  <a:lnTo>
                    <a:pt x="1120149" y="37626"/>
                  </a:lnTo>
                  <a:lnTo>
                    <a:pt x="1129893" y="33587"/>
                  </a:lnTo>
                  <a:lnTo>
                    <a:pt x="1139637" y="29750"/>
                  </a:lnTo>
                  <a:lnTo>
                    <a:pt x="1149381" y="26124"/>
                  </a:lnTo>
                  <a:lnTo>
                    <a:pt x="1159110" y="22711"/>
                  </a:lnTo>
                  <a:lnTo>
                    <a:pt x="1168854" y="19518"/>
                  </a:lnTo>
                  <a:lnTo>
                    <a:pt x="1178598" y="16553"/>
                  </a:lnTo>
                  <a:lnTo>
                    <a:pt x="1188341" y="13819"/>
                  </a:lnTo>
                  <a:lnTo>
                    <a:pt x="1198070" y="11320"/>
                  </a:lnTo>
                  <a:lnTo>
                    <a:pt x="1207814" y="9063"/>
                  </a:lnTo>
                  <a:lnTo>
                    <a:pt x="1217558" y="7050"/>
                  </a:lnTo>
                  <a:lnTo>
                    <a:pt x="1227302" y="5283"/>
                  </a:lnTo>
                  <a:lnTo>
                    <a:pt x="1237031" y="3768"/>
                  </a:lnTo>
                  <a:lnTo>
                    <a:pt x="1246775" y="2505"/>
                  </a:lnTo>
                  <a:lnTo>
                    <a:pt x="1256519" y="1494"/>
                  </a:lnTo>
                  <a:lnTo>
                    <a:pt x="1266263" y="740"/>
                  </a:lnTo>
                  <a:lnTo>
                    <a:pt x="1276007" y="243"/>
                  </a:lnTo>
                  <a:lnTo>
                    <a:pt x="1285736" y="0"/>
                  </a:lnTo>
                  <a:lnTo>
                    <a:pt x="1295480" y="12"/>
                  </a:lnTo>
                  <a:lnTo>
                    <a:pt x="1305224" y="280"/>
                  </a:lnTo>
                  <a:lnTo>
                    <a:pt x="1314968" y="799"/>
                  </a:lnTo>
                  <a:lnTo>
                    <a:pt x="1324697" y="1569"/>
                  </a:lnTo>
                  <a:lnTo>
                    <a:pt x="1334441" y="2586"/>
                  </a:lnTo>
                  <a:lnTo>
                    <a:pt x="1344185" y="3848"/>
                  </a:lnTo>
                  <a:lnTo>
                    <a:pt x="1353929" y="5350"/>
                  </a:lnTo>
                  <a:lnTo>
                    <a:pt x="1363658" y="7087"/>
                  </a:lnTo>
                  <a:lnTo>
                    <a:pt x="1373402" y="9057"/>
                  </a:lnTo>
                  <a:lnTo>
                    <a:pt x="1383146" y="11250"/>
                  </a:lnTo>
                  <a:lnTo>
                    <a:pt x="1392890" y="13664"/>
                  </a:lnTo>
                  <a:lnTo>
                    <a:pt x="1402619" y="16289"/>
                  </a:lnTo>
                  <a:lnTo>
                    <a:pt x="1412363" y="19120"/>
                  </a:lnTo>
                  <a:lnTo>
                    <a:pt x="1422106" y="22147"/>
                  </a:lnTo>
                  <a:lnTo>
                    <a:pt x="1431850" y="25366"/>
                  </a:lnTo>
                  <a:lnTo>
                    <a:pt x="1441594" y="28765"/>
                  </a:lnTo>
                  <a:lnTo>
                    <a:pt x="1451323" y="32337"/>
                  </a:lnTo>
                  <a:lnTo>
                    <a:pt x="1461067" y="36072"/>
                  </a:lnTo>
                  <a:lnTo>
                    <a:pt x="1470811" y="39959"/>
                  </a:lnTo>
                  <a:lnTo>
                    <a:pt x="1480555" y="43991"/>
                  </a:lnTo>
                  <a:lnTo>
                    <a:pt x="1490284" y="48154"/>
                  </a:lnTo>
                  <a:lnTo>
                    <a:pt x="1500028" y="52440"/>
                  </a:lnTo>
                  <a:lnTo>
                    <a:pt x="1509772" y="56838"/>
                  </a:lnTo>
                  <a:lnTo>
                    <a:pt x="1519516" y="61335"/>
                  </a:lnTo>
                  <a:lnTo>
                    <a:pt x="1529245" y="65921"/>
                  </a:lnTo>
                  <a:lnTo>
                    <a:pt x="1538989" y="70584"/>
                  </a:lnTo>
                  <a:lnTo>
                    <a:pt x="1548733" y="75313"/>
                  </a:lnTo>
                  <a:lnTo>
                    <a:pt x="1558477" y="80097"/>
                  </a:lnTo>
                  <a:lnTo>
                    <a:pt x="1568221" y="84921"/>
                  </a:lnTo>
                  <a:lnTo>
                    <a:pt x="1577950" y="89777"/>
                  </a:lnTo>
                  <a:lnTo>
                    <a:pt x="1587694" y="94652"/>
                  </a:lnTo>
                  <a:lnTo>
                    <a:pt x="1597438" y="99533"/>
                  </a:lnTo>
                  <a:lnTo>
                    <a:pt x="1607182" y="104411"/>
                  </a:lnTo>
                  <a:lnTo>
                    <a:pt x="1616911" y="109271"/>
                  </a:lnTo>
                  <a:lnTo>
                    <a:pt x="1626655" y="114105"/>
                  </a:lnTo>
                  <a:lnTo>
                    <a:pt x="1636399" y="118900"/>
                  </a:lnTo>
                  <a:lnTo>
                    <a:pt x="1646142" y="123647"/>
                  </a:lnTo>
                  <a:lnTo>
                    <a:pt x="1655872" y="128334"/>
                  </a:lnTo>
                  <a:lnTo>
                    <a:pt x="1665616" y="132951"/>
                  </a:lnTo>
                  <a:lnTo>
                    <a:pt x="1675359" y="137489"/>
                  </a:lnTo>
                  <a:lnTo>
                    <a:pt x="1685103" y="141938"/>
                  </a:lnTo>
                  <a:lnTo>
                    <a:pt x="1694832" y="146290"/>
                  </a:lnTo>
                  <a:lnTo>
                    <a:pt x="1704576" y="150535"/>
                  </a:lnTo>
                  <a:lnTo>
                    <a:pt x="1714320" y="154665"/>
                  </a:lnTo>
                  <a:lnTo>
                    <a:pt x="1724064" y="158673"/>
                  </a:lnTo>
                  <a:lnTo>
                    <a:pt x="1733808" y="162552"/>
                  </a:lnTo>
                  <a:lnTo>
                    <a:pt x="1743537" y="166296"/>
                  </a:lnTo>
                  <a:lnTo>
                    <a:pt x="1753281" y="169899"/>
                  </a:lnTo>
                  <a:lnTo>
                    <a:pt x="1763025" y="173354"/>
                  </a:lnTo>
                  <a:lnTo>
                    <a:pt x="1772769" y="176660"/>
                  </a:lnTo>
                  <a:lnTo>
                    <a:pt x="1782498" y="179810"/>
                  </a:lnTo>
                  <a:lnTo>
                    <a:pt x="1792242" y="182803"/>
                  </a:lnTo>
                  <a:lnTo>
                    <a:pt x="1801986" y="185634"/>
                  </a:lnTo>
                  <a:lnTo>
                    <a:pt x="1811730" y="188302"/>
                  </a:lnTo>
                  <a:lnTo>
                    <a:pt x="1821459" y="190807"/>
                  </a:lnTo>
                  <a:lnTo>
                    <a:pt x="1831203" y="193146"/>
                  </a:lnTo>
                  <a:lnTo>
                    <a:pt x="1840947" y="195321"/>
                  </a:lnTo>
                  <a:lnTo>
                    <a:pt x="1850691" y="197333"/>
                  </a:lnTo>
                  <a:lnTo>
                    <a:pt x="1860435" y="199182"/>
                  </a:lnTo>
                  <a:lnTo>
                    <a:pt x="1870164" y="200870"/>
                  </a:lnTo>
                  <a:lnTo>
                    <a:pt x="1879908" y="202401"/>
                  </a:lnTo>
                  <a:lnTo>
                    <a:pt x="1889652" y="203779"/>
                  </a:lnTo>
                  <a:lnTo>
                    <a:pt x="1899395" y="205009"/>
                  </a:lnTo>
                  <a:lnTo>
                    <a:pt x="1909124" y="206092"/>
                  </a:lnTo>
                  <a:lnTo>
                    <a:pt x="1918868" y="207036"/>
                  </a:lnTo>
                  <a:lnTo>
                    <a:pt x="1928612" y="207847"/>
                  </a:lnTo>
                  <a:lnTo>
                    <a:pt x="1938356" y="208531"/>
                  </a:lnTo>
                  <a:lnTo>
                    <a:pt x="1948085" y="209094"/>
                  </a:lnTo>
                  <a:lnTo>
                    <a:pt x="1957829" y="209545"/>
                  </a:lnTo>
                  <a:lnTo>
                    <a:pt x="1967573" y="209894"/>
                  </a:lnTo>
                  <a:lnTo>
                    <a:pt x="1977317" y="210146"/>
                  </a:lnTo>
                  <a:lnTo>
                    <a:pt x="1987046" y="210311"/>
                  </a:lnTo>
                  <a:lnTo>
                    <a:pt x="1996790" y="210400"/>
                  </a:lnTo>
                  <a:lnTo>
                    <a:pt x="2006534" y="210421"/>
                  </a:lnTo>
                  <a:lnTo>
                    <a:pt x="2016278" y="210386"/>
                  </a:lnTo>
                  <a:lnTo>
                    <a:pt x="2026022" y="210304"/>
                  </a:lnTo>
                  <a:lnTo>
                    <a:pt x="2035751" y="210184"/>
                  </a:lnTo>
                  <a:lnTo>
                    <a:pt x="2045495" y="210041"/>
                  </a:lnTo>
                  <a:lnTo>
                    <a:pt x="2055239" y="209883"/>
                  </a:lnTo>
                  <a:lnTo>
                    <a:pt x="2064983" y="209723"/>
                  </a:lnTo>
                  <a:lnTo>
                    <a:pt x="2074712" y="209569"/>
                  </a:lnTo>
                  <a:lnTo>
                    <a:pt x="2084456" y="209436"/>
                  </a:lnTo>
                  <a:lnTo>
                    <a:pt x="2094200" y="209335"/>
                  </a:lnTo>
                  <a:lnTo>
                    <a:pt x="2103944" y="209277"/>
                  </a:lnTo>
                  <a:lnTo>
                    <a:pt x="2113673" y="209271"/>
                  </a:lnTo>
                  <a:lnTo>
                    <a:pt x="2123417" y="209332"/>
                  </a:lnTo>
                  <a:lnTo>
                    <a:pt x="2133161" y="209469"/>
                  </a:lnTo>
                  <a:lnTo>
                    <a:pt x="2142905" y="209693"/>
                  </a:lnTo>
                  <a:lnTo>
                    <a:pt x="2152649" y="210016"/>
                  </a:lnTo>
                  <a:lnTo>
                    <a:pt x="2162377" y="210448"/>
                  </a:lnTo>
                  <a:lnTo>
                    <a:pt x="2172121" y="210998"/>
                  </a:lnTo>
                  <a:lnTo>
                    <a:pt x="2181865" y="211677"/>
                  </a:lnTo>
                  <a:lnTo>
                    <a:pt x="2191609" y="212497"/>
                  </a:lnTo>
                  <a:lnTo>
                    <a:pt x="2201338" y="213464"/>
                  </a:lnTo>
                  <a:lnTo>
                    <a:pt x="2211082" y="214587"/>
                  </a:lnTo>
                  <a:lnTo>
                    <a:pt x="2220826" y="215876"/>
                  </a:lnTo>
                  <a:lnTo>
                    <a:pt x="2230570" y="217339"/>
                  </a:lnTo>
                  <a:lnTo>
                    <a:pt x="2240299" y="218982"/>
                  </a:lnTo>
                  <a:lnTo>
                    <a:pt x="2250043" y="220815"/>
                  </a:lnTo>
                  <a:lnTo>
                    <a:pt x="2259787" y="222841"/>
                  </a:lnTo>
                  <a:lnTo>
                    <a:pt x="2269531" y="225069"/>
                  </a:lnTo>
                  <a:lnTo>
                    <a:pt x="2279260" y="227502"/>
                  </a:lnTo>
                  <a:lnTo>
                    <a:pt x="2289004" y="230146"/>
                  </a:lnTo>
                  <a:lnTo>
                    <a:pt x="2298748" y="233005"/>
                  </a:lnTo>
                  <a:lnTo>
                    <a:pt x="2308492" y="236083"/>
                  </a:lnTo>
                  <a:lnTo>
                    <a:pt x="2318236" y="239383"/>
                  </a:lnTo>
                  <a:lnTo>
                    <a:pt x="2327965" y="242909"/>
                  </a:lnTo>
                  <a:lnTo>
                    <a:pt x="2337709" y="246659"/>
                  </a:lnTo>
                  <a:lnTo>
                    <a:pt x="2347453" y="250637"/>
                  </a:lnTo>
                  <a:lnTo>
                    <a:pt x="2357197" y="254841"/>
                  </a:lnTo>
                  <a:lnTo>
                    <a:pt x="2366926" y="259274"/>
                  </a:lnTo>
                  <a:lnTo>
                    <a:pt x="2376670" y="263934"/>
                  </a:lnTo>
                  <a:lnTo>
                    <a:pt x="2386413" y="268818"/>
                  </a:lnTo>
                  <a:lnTo>
                    <a:pt x="2396157" y="273924"/>
                  </a:lnTo>
                  <a:lnTo>
                    <a:pt x="2405886" y="279252"/>
                  </a:lnTo>
                  <a:lnTo>
                    <a:pt x="2415630" y="284796"/>
                  </a:lnTo>
                  <a:lnTo>
                    <a:pt x="2425374" y="290551"/>
                  </a:lnTo>
                  <a:lnTo>
                    <a:pt x="2435118" y="296515"/>
                  </a:lnTo>
                  <a:lnTo>
                    <a:pt x="2444862" y="302682"/>
                  </a:lnTo>
                  <a:lnTo>
                    <a:pt x="2454591" y="309044"/>
                  </a:lnTo>
                  <a:lnTo>
                    <a:pt x="2464335" y="315598"/>
                  </a:lnTo>
                  <a:lnTo>
                    <a:pt x="2474079" y="322332"/>
                  </a:lnTo>
                  <a:lnTo>
                    <a:pt x="2483823" y="329244"/>
                  </a:lnTo>
                  <a:lnTo>
                    <a:pt x="2493552" y="336322"/>
                  </a:lnTo>
                  <a:lnTo>
                    <a:pt x="2503296" y="343557"/>
                  </a:lnTo>
                  <a:lnTo>
                    <a:pt x="2513040" y="350943"/>
                  </a:lnTo>
                  <a:lnTo>
                    <a:pt x="2522784" y="358467"/>
                  </a:lnTo>
                  <a:lnTo>
                    <a:pt x="2532513" y="366122"/>
                  </a:lnTo>
                  <a:lnTo>
                    <a:pt x="2542257" y="373893"/>
                  </a:lnTo>
                  <a:lnTo>
                    <a:pt x="2552001" y="381773"/>
                  </a:lnTo>
                  <a:lnTo>
                    <a:pt x="2561745" y="389750"/>
                  </a:lnTo>
                  <a:lnTo>
                    <a:pt x="2571474" y="397810"/>
                  </a:lnTo>
                  <a:lnTo>
                    <a:pt x="2581218" y="405944"/>
                  </a:lnTo>
                  <a:lnTo>
                    <a:pt x="2590962" y="414138"/>
                  </a:lnTo>
                  <a:lnTo>
                    <a:pt x="2600705" y="422380"/>
                  </a:lnTo>
                  <a:lnTo>
                    <a:pt x="2610449" y="430657"/>
                  </a:lnTo>
                  <a:lnTo>
                    <a:pt x="2620178" y="438955"/>
                  </a:lnTo>
                  <a:lnTo>
                    <a:pt x="2629922" y="447263"/>
                  </a:lnTo>
                  <a:lnTo>
                    <a:pt x="2639666" y="455566"/>
                  </a:lnTo>
                  <a:lnTo>
                    <a:pt x="2649410" y="463852"/>
                  </a:lnTo>
                  <a:lnTo>
                    <a:pt x="2659139" y="472106"/>
                  </a:lnTo>
                  <a:lnTo>
                    <a:pt x="2668883" y="480315"/>
                  </a:lnTo>
                  <a:lnTo>
                    <a:pt x="2678627" y="488466"/>
                  </a:lnTo>
                  <a:lnTo>
                    <a:pt x="2688371" y="496546"/>
                  </a:lnTo>
                  <a:lnTo>
                    <a:pt x="2698100" y="504542"/>
                  </a:lnTo>
                  <a:lnTo>
                    <a:pt x="2707844" y="512439"/>
                  </a:lnTo>
                  <a:lnTo>
                    <a:pt x="2717588" y="520226"/>
                  </a:lnTo>
                  <a:lnTo>
                    <a:pt x="2727332" y="527889"/>
                  </a:lnTo>
                  <a:lnTo>
                    <a:pt x="2737076" y="535414"/>
                  </a:lnTo>
                  <a:lnTo>
                    <a:pt x="2746805" y="542791"/>
                  </a:lnTo>
                  <a:lnTo>
                    <a:pt x="2756549" y="550006"/>
                  </a:lnTo>
                  <a:lnTo>
                    <a:pt x="2766293" y="557049"/>
                  </a:lnTo>
                  <a:lnTo>
                    <a:pt x="2776037" y="563907"/>
                  </a:lnTo>
                  <a:lnTo>
                    <a:pt x="2785766" y="570568"/>
                  </a:lnTo>
                  <a:lnTo>
                    <a:pt x="2795510" y="577024"/>
                  </a:lnTo>
                  <a:lnTo>
                    <a:pt x="2805254" y="583262"/>
                  </a:lnTo>
                  <a:lnTo>
                    <a:pt x="2814998" y="589274"/>
                  </a:lnTo>
                  <a:lnTo>
                    <a:pt x="2824727" y="595048"/>
                  </a:lnTo>
                  <a:lnTo>
                    <a:pt x="2834471" y="600577"/>
                  </a:lnTo>
                  <a:lnTo>
                    <a:pt x="2844215" y="605851"/>
                  </a:lnTo>
                  <a:lnTo>
                    <a:pt x="2853958" y="610863"/>
                  </a:lnTo>
                  <a:lnTo>
                    <a:pt x="2863687" y="615604"/>
                  </a:lnTo>
                  <a:lnTo>
                    <a:pt x="2873431" y="620069"/>
                  </a:lnTo>
                  <a:lnTo>
                    <a:pt x="2883175" y="624249"/>
                  </a:lnTo>
                  <a:lnTo>
                    <a:pt x="2892919" y="628143"/>
                  </a:lnTo>
                  <a:lnTo>
                    <a:pt x="2902663" y="631739"/>
                  </a:lnTo>
                  <a:lnTo>
                    <a:pt x="2912392" y="63503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3" name="Freeform 852">
              <a:extLst>
                <a:ext uri="{FF2B5EF4-FFF2-40B4-BE49-F238E27FC236}">
                  <a16:creationId xmlns:a16="http://schemas.microsoft.com/office/drawing/2014/main" id="{6AE96A28-9202-AFFF-02C2-E2B92E1A1166}"/>
                </a:ext>
              </a:extLst>
            </p:cNvPr>
            <p:cNvSpPr/>
            <p:nvPr/>
          </p:nvSpPr>
          <p:spPr>
            <a:xfrm>
              <a:off x="576446" y="3312725"/>
              <a:ext cx="2912392" cy="590363"/>
            </a:xfrm>
            <a:custGeom>
              <a:avLst/>
              <a:gdLst>
                <a:gd name="connsiteX0" fmla="*/ 0 w 2912392"/>
                <a:gd name="connsiteY0" fmla="*/ 269382 h 590363"/>
                <a:gd name="connsiteX1" fmla="*/ 9739 w 2912392"/>
                <a:gd name="connsiteY1" fmla="*/ 263028 h 590363"/>
                <a:gd name="connsiteX2" fmla="*/ 19480 w 2912392"/>
                <a:gd name="connsiteY2" fmla="*/ 256867 h 590363"/>
                <a:gd name="connsiteX3" fmla="*/ 29221 w 2912392"/>
                <a:gd name="connsiteY3" fmla="*/ 250906 h 590363"/>
                <a:gd name="connsiteX4" fmla="*/ 38961 w 2912392"/>
                <a:gd name="connsiteY4" fmla="*/ 245152 h 590363"/>
                <a:gd name="connsiteX5" fmla="*/ 48702 w 2912392"/>
                <a:gd name="connsiteY5" fmla="*/ 239608 h 590363"/>
                <a:gd name="connsiteX6" fmla="*/ 58443 w 2912392"/>
                <a:gd name="connsiteY6" fmla="*/ 234282 h 590363"/>
                <a:gd name="connsiteX7" fmla="*/ 68182 w 2912392"/>
                <a:gd name="connsiteY7" fmla="*/ 229175 h 590363"/>
                <a:gd name="connsiteX8" fmla="*/ 77923 w 2912392"/>
                <a:gd name="connsiteY8" fmla="*/ 224294 h 590363"/>
                <a:gd name="connsiteX9" fmla="*/ 87664 w 2912392"/>
                <a:gd name="connsiteY9" fmla="*/ 219641 h 590363"/>
                <a:gd name="connsiteX10" fmla="*/ 97404 w 2912392"/>
                <a:gd name="connsiteY10" fmla="*/ 215219 h 590363"/>
                <a:gd name="connsiteX11" fmla="*/ 107145 w 2912392"/>
                <a:gd name="connsiteY11" fmla="*/ 211031 h 590363"/>
                <a:gd name="connsiteX12" fmla="*/ 116886 w 2912392"/>
                <a:gd name="connsiteY12" fmla="*/ 207081 h 590363"/>
                <a:gd name="connsiteX13" fmla="*/ 126625 w 2912392"/>
                <a:gd name="connsiteY13" fmla="*/ 203370 h 590363"/>
                <a:gd name="connsiteX14" fmla="*/ 136366 w 2912392"/>
                <a:gd name="connsiteY14" fmla="*/ 199898 h 590363"/>
                <a:gd name="connsiteX15" fmla="*/ 146107 w 2912392"/>
                <a:gd name="connsiteY15" fmla="*/ 196667 h 590363"/>
                <a:gd name="connsiteX16" fmla="*/ 155846 w 2912392"/>
                <a:gd name="connsiteY16" fmla="*/ 193679 h 590363"/>
                <a:gd name="connsiteX17" fmla="*/ 165587 w 2912392"/>
                <a:gd name="connsiteY17" fmla="*/ 190932 h 590363"/>
                <a:gd name="connsiteX18" fmla="*/ 175328 w 2912392"/>
                <a:gd name="connsiteY18" fmla="*/ 188429 h 590363"/>
                <a:gd name="connsiteX19" fmla="*/ 185068 w 2912392"/>
                <a:gd name="connsiteY19" fmla="*/ 186167 h 590363"/>
                <a:gd name="connsiteX20" fmla="*/ 194809 w 2912392"/>
                <a:gd name="connsiteY20" fmla="*/ 184145 h 590363"/>
                <a:gd name="connsiteX21" fmla="*/ 204550 w 2912392"/>
                <a:gd name="connsiteY21" fmla="*/ 182364 h 590363"/>
                <a:gd name="connsiteX22" fmla="*/ 214289 w 2912392"/>
                <a:gd name="connsiteY22" fmla="*/ 180820 h 590363"/>
                <a:gd name="connsiteX23" fmla="*/ 224030 w 2912392"/>
                <a:gd name="connsiteY23" fmla="*/ 179513 h 590363"/>
                <a:gd name="connsiteX24" fmla="*/ 233771 w 2912392"/>
                <a:gd name="connsiteY24" fmla="*/ 178439 h 590363"/>
                <a:gd name="connsiteX25" fmla="*/ 243510 w 2912392"/>
                <a:gd name="connsiteY25" fmla="*/ 177597 h 590363"/>
                <a:gd name="connsiteX26" fmla="*/ 253251 w 2912392"/>
                <a:gd name="connsiteY26" fmla="*/ 176985 h 590363"/>
                <a:gd name="connsiteX27" fmla="*/ 262992 w 2912392"/>
                <a:gd name="connsiteY27" fmla="*/ 176598 h 590363"/>
                <a:gd name="connsiteX28" fmla="*/ 272732 w 2912392"/>
                <a:gd name="connsiteY28" fmla="*/ 176432 h 590363"/>
                <a:gd name="connsiteX29" fmla="*/ 282473 w 2912392"/>
                <a:gd name="connsiteY29" fmla="*/ 176486 h 590363"/>
                <a:gd name="connsiteX30" fmla="*/ 292214 w 2912392"/>
                <a:gd name="connsiteY30" fmla="*/ 176753 h 590363"/>
                <a:gd name="connsiteX31" fmla="*/ 301953 w 2912392"/>
                <a:gd name="connsiteY31" fmla="*/ 177229 h 590363"/>
                <a:gd name="connsiteX32" fmla="*/ 311694 w 2912392"/>
                <a:gd name="connsiteY32" fmla="*/ 177913 h 590363"/>
                <a:gd name="connsiteX33" fmla="*/ 321435 w 2912392"/>
                <a:gd name="connsiteY33" fmla="*/ 178797 h 590363"/>
                <a:gd name="connsiteX34" fmla="*/ 331175 w 2912392"/>
                <a:gd name="connsiteY34" fmla="*/ 179877 h 590363"/>
                <a:gd name="connsiteX35" fmla="*/ 340916 w 2912392"/>
                <a:gd name="connsiteY35" fmla="*/ 181148 h 590363"/>
                <a:gd name="connsiteX36" fmla="*/ 350656 w 2912392"/>
                <a:gd name="connsiteY36" fmla="*/ 182603 h 590363"/>
                <a:gd name="connsiteX37" fmla="*/ 360396 w 2912392"/>
                <a:gd name="connsiteY37" fmla="*/ 184239 h 590363"/>
                <a:gd name="connsiteX38" fmla="*/ 370137 w 2912392"/>
                <a:gd name="connsiteY38" fmla="*/ 186050 h 590363"/>
                <a:gd name="connsiteX39" fmla="*/ 379878 w 2912392"/>
                <a:gd name="connsiteY39" fmla="*/ 188027 h 590363"/>
                <a:gd name="connsiteX40" fmla="*/ 389617 w 2912392"/>
                <a:gd name="connsiteY40" fmla="*/ 190165 h 590363"/>
                <a:gd name="connsiteX41" fmla="*/ 399358 w 2912392"/>
                <a:gd name="connsiteY41" fmla="*/ 192459 h 590363"/>
                <a:gd name="connsiteX42" fmla="*/ 409099 w 2912392"/>
                <a:gd name="connsiteY42" fmla="*/ 194902 h 590363"/>
                <a:gd name="connsiteX43" fmla="*/ 418839 w 2912392"/>
                <a:gd name="connsiteY43" fmla="*/ 197489 h 590363"/>
                <a:gd name="connsiteX44" fmla="*/ 428580 w 2912392"/>
                <a:gd name="connsiteY44" fmla="*/ 200210 h 590363"/>
                <a:gd name="connsiteX45" fmla="*/ 438321 w 2912392"/>
                <a:gd name="connsiteY45" fmla="*/ 203060 h 590363"/>
                <a:gd name="connsiteX46" fmla="*/ 448060 w 2912392"/>
                <a:gd name="connsiteY46" fmla="*/ 206031 h 590363"/>
                <a:gd name="connsiteX47" fmla="*/ 457801 w 2912392"/>
                <a:gd name="connsiteY47" fmla="*/ 209116 h 590363"/>
                <a:gd name="connsiteX48" fmla="*/ 467542 w 2912392"/>
                <a:gd name="connsiteY48" fmla="*/ 212309 h 590363"/>
                <a:gd name="connsiteX49" fmla="*/ 477281 w 2912392"/>
                <a:gd name="connsiteY49" fmla="*/ 215602 h 590363"/>
                <a:gd name="connsiteX50" fmla="*/ 487022 w 2912392"/>
                <a:gd name="connsiteY50" fmla="*/ 218987 h 590363"/>
                <a:gd name="connsiteX51" fmla="*/ 496763 w 2912392"/>
                <a:gd name="connsiteY51" fmla="*/ 222457 h 590363"/>
                <a:gd name="connsiteX52" fmla="*/ 506503 w 2912392"/>
                <a:gd name="connsiteY52" fmla="*/ 226004 h 590363"/>
                <a:gd name="connsiteX53" fmla="*/ 516244 w 2912392"/>
                <a:gd name="connsiteY53" fmla="*/ 229622 h 590363"/>
                <a:gd name="connsiteX54" fmla="*/ 525985 w 2912392"/>
                <a:gd name="connsiteY54" fmla="*/ 233300 h 590363"/>
                <a:gd name="connsiteX55" fmla="*/ 535724 w 2912392"/>
                <a:gd name="connsiteY55" fmla="*/ 237035 h 590363"/>
                <a:gd name="connsiteX56" fmla="*/ 545465 w 2912392"/>
                <a:gd name="connsiteY56" fmla="*/ 240817 h 590363"/>
                <a:gd name="connsiteX57" fmla="*/ 555206 w 2912392"/>
                <a:gd name="connsiteY57" fmla="*/ 244638 h 590363"/>
                <a:gd name="connsiteX58" fmla="*/ 564946 w 2912392"/>
                <a:gd name="connsiteY58" fmla="*/ 248490 h 590363"/>
                <a:gd name="connsiteX59" fmla="*/ 574687 w 2912392"/>
                <a:gd name="connsiteY59" fmla="*/ 252368 h 590363"/>
                <a:gd name="connsiteX60" fmla="*/ 584428 w 2912392"/>
                <a:gd name="connsiteY60" fmla="*/ 256261 h 590363"/>
                <a:gd name="connsiteX61" fmla="*/ 594167 w 2912392"/>
                <a:gd name="connsiteY61" fmla="*/ 260163 h 590363"/>
                <a:gd name="connsiteX62" fmla="*/ 603908 w 2912392"/>
                <a:gd name="connsiteY62" fmla="*/ 264068 h 590363"/>
                <a:gd name="connsiteX63" fmla="*/ 613649 w 2912392"/>
                <a:gd name="connsiteY63" fmla="*/ 267967 h 590363"/>
                <a:gd name="connsiteX64" fmla="*/ 623388 w 2912392"/>
                <a:gd name="connsiteY64" fmla="*/ 271853 h 590363"/>
                <a:gd name="connsiteX65" fmla="*/ 633129 w 2912392"/>
                <a:gd name="connsiteY65" fmla="*/ 275719 h 590363"/>
                <a:gd name="connsiteX66" fmla="*/ 642870 w 2912392"/>
                <a:gd name="connsiteY66" fmla="*/ 279559 h 590363"/>
                <a:gd name="connsiteX67" fmla="*/ 652610 w 2912392"/>
                <a:gd name="connsiteY67" fmla="*/ 283364 h 590363"/>
                <a:gd name="connsiteX68" fmla="*/ 662351 w 2912392"/>
                <a:gd name="connsiteY68" fmla="*/ 287127 h 590363"/>
                <a:gd name="connsiteX69" fmla="*/ 672092 w 2912392"/>
                <a:gd name="connsiteY69" fmla="*/ 290845 h 590363"/>
                <a:gd name="connsiteX70" fmla="*/ 681831 w 2912392"/>
                <a:gd name="connsiteY70" fmla="*/ 294508 h 590363"/>
                <a:gd name="connsiteX71" fmla="*/ 691572 w 2912392"/>
                <a:gd name="connsiteY71" fmla="*/ 298112 h 590363"/>
                <a:gd name="connsiteX72" fmla="*/ 701313 w 2912392"/>
                <a:gd name="connsiteY72" fmla="*/ 301651 h 590363"/>
                <a:gd name="connsiteX73" fmla="*/ 711052 w 2912392"/>
                <a:gd name="connsiteY73" fmla="*/ 305118 h 590363"/>
                <a:gd name="connsiteX74" fmla="*/ 720793 w 2912392"/>
                <a:gd name="connsiteY74" fmla="*/ 308507 h 590363"/>
                <a:gd name="connsiteX75" fmla="*/ 730534 w 2912392"/>
                <a:gd name="connsiteY75" fmla="*/ 311815 h 590363"/>
                <a:gd name="connsiteX76" fmla="*/ 740274 w 2912392"/>
                <a:gd name="connsiteY76" fmla="*/ 315035 h 590363"/>
                <a:gd name="connsiteX77" fmla="*/ 750015 w 2912392"/>
                <a:gd name="connsiteY77" fmla="*/ 318163 h 590363"/>
                <a:gd name="connsiteX78" fmla="*/ 759756 w 2912392"/>
                <a:gd name="connsiteY78" fmla="*/ 321197 h 590363"/>
                <a:gd name="connsiteX79" fmla="*/ 769495 w 2912392"/>
                <a:gd name="connsiteY79" fmla="*/ 324129 h 590363"/>
                <a:gd name="connsiteX80" fmla="*/ 779236 w 2912392"/>
                <a:gd name="connsiteY80" fmla="*/ 326957 h 590363"/>
                <a:gd name="connsiteX81" fmla="*/ 788977 w 2912392"/>
                <a:gd name="connsiteY81" fmla="*/ 329677 h 590363"/>
                <a:gd name="connsiteX82" fmla="*/ 798717 w 2912392"/>
                <a:gd name="connsiteY82" fmla="*/ 332289 h 590363"/>
                <a:gd name="connsiteX83" fmla="*/ 808458 w 2912392"/>
                <a:gd name="connsiteY83" fmla="*/ 334786 h 590363"/>
                <a:gd name="connsiteX84" fmla="*/ 818199 w 2912392"/>
                <a:gd name="connsiteY84" fmla="*/ 337168 h 590363"/>
                <a:gd name="connsiteX85" fmla="*/ 827938 w 2912392"/>
                <a:gd name="connsiteY85" fmla="*/ 339433 h 590363"/>
                <a:gd name="connsiteX86" fmla="*/ 837679 w 2912392"/>
                <a:gd name="connsiteY86" fmla="*/ 341579 h 590363"/>
                <a:gd name="connsiteX87" fmla="*/ 847420 w 2912392"/>
                <a:gd name="connsiteY87" fmla="*/ 343605 h 590363"/>
                <a:gd name="connsiteX88" fmla="*/ 857159 w 2912392"/>
                <a:gd name="connsiteY88" fmla="*/ 345510 h 590363"/>
                <a:gd name="connsiteX89" fmla="*/ 866900 w 2912392"/>
                <a:gd name="connsiteY89" fmla="*/ 347295 h 590363"/>
                <a:gd name="connsiteX90" fmla="*/ 876641 w 2912392"/>
                <a:gd name="connsiteY90" fmla="*/ 348958 h 590363"/>
                <a:gd name="connsiteX91" fmla="*/ 886381 w 2912392"/>
                <a:gd name="connsiteY91" fmla="*/ 350500 h 590363"/>
                <a:gd name="connsiteX92" fmla="*/ 896122 w 2912392"/>
                <a:gd name="connsiteY92" fmla="*/ 351923 h 590363"/>
                <a:gd name="connsiteX93" fmla="*/ 905863 w 2912392"/>
                <a:gd name="connsiteY93" fmla="*/ 353228 h 590363"/>
                <a:gd name="connsiteX94" fmla="*/ 915602 w 2912392"/>
                <a:gd name="connsiteY94" fmla="*/ 354416 h 590363"/>
                <a:gd name="connsiteX95" fmla="*/ 925343 w 2912392"/>
                <a:gd name="connsiteY95" fmla="*/ 355488 h 590363"/>
                <a:gd name="connsiteX96" fmla="*/ 935084 w 2912392"/>
                <a:gd name="connsiteY96" fmla="*/ 356449 h 590363"/>
                <a:gd name="connsiteX97" fmla="*/ 944824 w 2912392"/>
                <a:gd name="connsiteY97" fmla="*/ 357300 h 590363"/>
                <a:gd name="connsiteX98" fmla="*/ 954564 w 2912392"/>
                <a:gd name="connsiteY98" fmla="*/ 358046 h 590363"/>
                <a:gd name="connsiteX99" fmla="*/ 964305 w 2912392"/>
                <a:gd name="connsiteY99" fmla="*/ 358690 h 590363"/>
                <a:gd name="connsiteX100" fmla="*/ 974045 w 2912392"/>
                <a:gd name="connsiteY100" fmla="*/ 359235 h 590363"/>
                <a:gd name="connsiteX101" fmla="*/ 983786 w 2912392"/>
                <a:gd name="connsiteY101" fmla="*/ 359688 h 590363"/>
                <a:gd name="connsiteX102" fmla="*/ 993522 w 2912392"/>
                <a:gd name="connsiteY102" fmla="*/ 360050 h 590363"/>
                <a:gd name="connsiteX103" fmla="*/ 1003266 w 2912392"/>
                <a:gd name="connsiteY103" fmla="*/ 360330 h 590363"/>
                <a:gd name="connsiteX104" fmla="*/ 1013010 w 2912392"/>
                <a:gd name="connsiteY104" fmla="*/ 360532 h 590363"/>
                <a:gd name="connsiteX105" fmla="*/ 1022754 w 2912392"/>
                <a:gd name="connsiteY105" fmla="*/ 360660 h 590363"/>
                <a:gd name="connsiteX106" fmla="*/ 1032483 w 2912392"/>
                <a:gd name="connsiteY106" fmla="*/ 360722 h 590363"/>
                <a:gd name="connsiteX107" fmla="*/ 1042227 w 2912392"/>
                <a:gd name="connsiteY107" fmla="*/ 360724 h 590363"/>
                <a:gd name="connsiteX108" fmla="*/ 1051971 w 2912392"/>
                <a:gd name="connsiteY108" fmla="*/ 360673 h 590363"/>
                <a:gd name="connsiteX109" fmla="*/ 1061715 w 2912392"/>
                <a:gd name="connsiteY109" fmla="*/ 360575 h 590363"/>
                <a:gd name="connsiteX110" fmla="*/ 1071444 w 2912392"/>
                <a:gd name="connsiteY110" fmla="*/ 360436 h 590363"/>
                <a:gd name="connsiteX111" fmla="*/ 1081188 w 2912392"/>
                <a:gd name="connsiteY111" fmla="*/ 360265 h 590363"/>
                <a:gd name="connsiteX112" fmla="*/ 1090932 w 2912392"/>
                <a:gd name="connsiteY112" fmla="*/ 360070 h 590363"/>
                <a:gd name="connsiteX113" fmla="*/ 1100676 w 2912392"/>
                <a:gd name="connsiteY113" fmla="*/ 359857 h 590363"/>
                <a:gd name="connsiteX114" fmla="*/ 1110405 w 2912392"/>
                <a:gd name="connsiteY114" fmla="*/ 359635 h 590363"/>
                <a:gd name="connsiteX115" fmla="*/ 1120149 w 2912392"/>
                <a:gd name="connsiteY115" fmla="*/ 359410 h 590363"/>
                <a:gd name="connsiteX116" fmla="*/ 1129893 w 2912392"/>
                <a:gd name="connsiteY116" fmla="*/ 359191 h 590363"/>
                <a:gd name="connsiteX117" fmla="*/ 1139637 w 2912392"/>
                <a:gd name="connsiteY117" fmla="*/ 358985 h 590363"/>
                <a:gd name="connsiteX118" fmla="*/ 1149381 w 2912392"/>
                <a:gd name="connsiteY118" fmla="*/ 358802 h 590363"/>
                <a:gd name="connsiteX119" fmla="*/ 1159110 w 2912392"/>
                <a:gd name="connsiteY119" fmla="*/ 358647 h 590363"/>
                <a:gd name="connsiteX120" fmla="*/ 1168854 w 2912392"/>
                <a:gd name="connsiteY120" fmla="*/ 358529 h 590363"/>
                <a:gd name="connsiteX121" fmla="*/ 1178598 w 2912392"/>
                <a:gd name="connsiteY121" fmla="*/ 358456 h 590363"/>
                <a:gd name="connsiteX122" fmla="*/ 1188341 w 2912392"/>
                <a:gd name="connsiteY122" fmla="*/ 358437 h 590363"/>
                <a:gd name="connsiteX123" fmla="*/ 1198070 w 2912392"/>
                <a:gd name="connsiteY123" fmla="*/ 358477 h 590363"/>
                <a:gd name="connsiteX124" fmla="*/ 1207814 w 2912392"/>
                <a:gd name="connsiteY124" fmla="*/ 358586 h 590363"/>
                <a:gd name="connsiteX125" fmla="*/ 1217558 w 2912392"/>
                <a:gd name="connsiteY125" fmla="*/ 358767 h 590363"/>
                <a:gd name="connsiteX126" fmla="*/ 1227302 w 2912392"/>
                <a:gd name="connsiteY126" fmla="*/ 359033 h 590363"/>
                <a:gd name="connsiteX127" fmla="*/ 1237031 w 2912392"/>
                <a:gd name="connsiteY127" fmla="*/ 359386 h 590363"/>
                <a:gd name="connsiteX128" fmla="*/ 1246775 w 2912392"/>
                <a:gd name="connsiteY128" fmla="*/ 359834 h 590363"/>
                <a:gd name="connsiteX129" fmla="*/ 1256519 w 2912392"/>
                <a:gd name="connsiteY129" fmla="*/ 360385 h 590363"/>
                <a:gd name="connsiteX130" fmla="*/ 1266263 w 2912392"/>
                <a:gd name="connsiteY130" fmla="*/ 361043 h 590363"/>
                <a:gd name="connsiteX131" fmla="*/ 1276007 w 2912392"/>
                <a:gd name="connsiteY131" fmla="*/ 361814 h 590363"/>
                <a:gd name="connsiteX132" fmla="*/ 1285736 w 2912392"/>
                <a:gd name="connsiteY132" fmla="*/ 362704 h 590363"/>
                <a:gd name="connsiteX133" fmla="*/ 1295480 w 2912392"/>
                <a:gd name="connsiteY133" fmla="*/ 363715 h 590363"/>
                <a:gd name="connsiteX134" fmla="*/ 1305224 w 2912392"/>
                <a:gd name="connsiteY134" fmla="*/ 364857 h 590363"/>
                <a:gd name="connsiteX135" fmla="*/ 1314968 w 2912392"/>
                <a:gd name="connsiteY135" fmla="*/ 366131 h 590363"/>
                <a:gd name="connsiteX136" fmla="*/ 1324697 w 2912392"/>
                <a:gd name="connsiteY136" fmla="*/ 367539 h 590363"/>
                <a:gd name="connsiteX137" fmla="*/ 1334441 w 2912392"/>
                <a:gd name="connsiteY137" fmla="*/ 369088 h 590363"/>
                <a:gd name="connsiteX138" fmla="*/ 1344185 w 2912392"/>
                <a:gd name="connsiteY138" fmla="*/ 370779 h 590363"/>
                <a:gd name="connsiteX139" fmla="*/ 1353929 w 2912392"/>
                <a:gd name="connsiteY139" fmla="*/ 372615 h 590363"/>
                <a:gd name="connsiteX140" fmla="*/ 1363658 w 2912392"/>
                <a:gd name="connsiteY140" fmla="*/ 374596 h 590363"/>
                <a:gd name="connsiteX141" fmla="*/ 1373402 w 2912392"/>
                <a:gd name="connsiteY141" fmla="*/ 376727 h 590363"/>
                <a:gd name="connsiteX142" fmla="*/ 1383146 w 2912392"/>
                <a:gd name="connsiteY142" fmla="*/ 379006 h 590363"/>
                <a:gd name="connsiteX143" fmla="*/ 1392890 w 2912392"/>
                <a:gd name="connsiteY143" fmla="*/ 381435 h 590363"/>
                <a:gd name="connsiteX144" fmla="*/ 1402619 w 2912392"/>
                <a:gd name="connsiteY144" fmla="*/ 384014 h 590363"/>
                <a:gd name="connsiteX145" fmla="*/ 1412363 w 2912392"/>
                <a:gd name="connsiteY145" fmla="*/ 386742 h 590363"/>
                <a:gd name="connsiteX146" fmla="*/ 1422106 w 2912392"/>
                <a:gd name="connsiteY146" fmla="*/ 389619 h 590363"/>
                <a:gd name="connsiteX147" fmla="*/ 1431850 w 2912392"/>
                <a:gd name="connsiteY147" fmla="*/ 392642 h 590363"/>
                <a:gd name="connsiteX148" fmla="*/ 1441594 w 2912392"/>
                <a:gd name="connsiteY148" fmla="*/ 395809 h 590363"/>
                <a:gd name="connsiteX149" fmla="*/ 1451323 w 2912392"/>
                <a:gd name="connsiteY149" fmla="*/ 399120 h 590363"/>
                <a:gd name="connsiteX150" fmla="*/ 1461067 w 2912392"/>
                <a:gd name="connsiteY150" fmla="*/ 402569 h 590363"/>
                <a:gd name="connsiteX151" fmla="*/ 1470811 w 2912392"/>
                <a:gd name="connsiteY151" fmla="*/ 406154 h 590363"/>
                <a:gd name="connsiteX152" fmla="*/ 1480555 w 2912392"/>
                <a:gd name="connsiteY152" fmla="*/ 409871 h 590363"/>
                <a:gd name="connsiteX153" fmla="*/ 1490284 w 2912392"/>
                <a:gd name="connsiteY153" fmla="*/ 413716 h 590363"/>
                <a:gd name="connsiteX154" fmla="*/ 1500028 w 2912392"/>
                <a:gd name="connsiteY154" fmla="*/ 417683 h 590363"/>
                <a:gd name="connsiteX155" fmla="*/ 1509772 w 2912392"/>
                <a:gd name="connsiteY155" fmla="*/ 421766 h 590363"/>
                <a:gd name="connsiteX156" fmla="*/ 1519516 w 2912392"/>
                <a:gd name="connsiteY156" fmla="*/ 425962 h 590363"/>
                <a:gd name="connsiteX157" fmla="*/ 1529245 w 2912392"/>
                <a:gd name="connsiteY157" fmla="*/ 430263 h 590363"/>
                <a:gd name="connsiteX158" fmla="*/ 1538989 w 2912392"/>
                <a:gd name="connsiteY158" fmla="*/ 434663 h 590363"/>
                <a:gd name="connsiteX159" fmla="*/ 1548733 w 2912392"/>
                <a:gd name="connsiteY159" fmla="*/ 439153 h 590363"/>
                <a:gd name="connsiteX160" fmla="*/ 1558477 w 2912392"/>
                <a:gd name="connsiteY160" fmla="*/ 443729 h 590363"/>
                <a:gd name="connsiteX161" fmla="*/ 1568221 w 2912392"/>
                <a:gd name="connsiteY161" fmla="*/ 448380 h 590363"/>
                <a:gd name="connsiteX162" fmla="*/ 1577950 w 2912392"/>
                <a:gd name="connsiteY162" fmla="*/ 453100 h 590363"/>
                <a:gd name="connsiteX163" fmla="*/ 1587694 w 2912392"/>
                <a:gd name="connsiteY163" fmla="*/ 457881 h 590363"/>
                <a:gd name="connsiteX164" fmla="*/ 1597438 w 2912392"/>
                <a:gd name="connsiteY164" fmla="*/ 462713 h 590363"/>
                <a:gd name="connsiteX165" fmla="*/ 1607182 w 2912392"/>
                <a:gd name="connsiteY165" fmla="*/ 467588 h 590363"/>
                <a:gd name="connsiteX166" fmla="*/ 1616911 w 2912392"/>
                <a:gd name="connsiteY166" fmla="*/ 472496 h 590363"/>
                <a:gd name="connsiteX167" fmla="*/ 1626655 w 2912392"/>
                <a:gd name="connsiteY167" fmla="*/ 477429 h 590363"/>
                <a:gd name="connsiteX168" fmla="*/ 1636399 w 2912392"/>
                <a:gd name="connsiteY168" fmla="*/ 482375 h 590363"/>
                <a:gd name="connsiteX169" fmla="*/ 1646142 w 2912392"/>
                <a:gd name="connsiteY169" fmla="*/ 487326 h 590363"/>
                <a:gd name="connsiteX170" fmla="*/ 1655872 w 2912392"/>
                <a:gd name="connsiteY170" fmla="*/ 492273 h 590363"/>
                <a:gd name="connsiteX171" fmla="*/ 1665616 w 2912392"/>
                <a:gd name="connsiteY171" fmla="*/ 497204 h 590363"/>
                <a:gd name="connsiteX172" fmla="*/ 1675359 w 2912392"/>
                <a:gd name="connsiteY172" fmla="*/ 502111 h 590363"/>
                <a:gd name="connsiteX173" fmla="*/ 1685103 w 2912392"/>
                <a:gd name="connsiteY173" fmla="*/ 506981 h 590363"/>
                <a:gd name="connsiteX174" fmla="*/ 1694832 w 2912392"/>
                <a:gd name="connsiteY174" fmla="*/ 511805 h 590363"/>
                <a:gd name="connsiteX175" fmla="*/ 1704576 w 2912392"/>
                <a:gd name="connsiteY175" fmla="*/ 516575 h 590363"/>
                <a:gd name="connsiteX176" fmla="*/ 1714320 w 2912392"/>
                <a:gd name="connsiteY176" fmla="*/ 521278 h 590363"/>
                <a:gd name="connsiteX177" fmla="*/ 1724064 w 2912392"/>
                <a:gd name="connsiteY177" fmla="*/ 525904 h 590363"/>
                <a:gd name="connsiteX178" fmla="*/ 1733808 w 2912392"/>
                <a:gd name="connsiteY178" fmla="*/ 530444 h 590363"/>
                <a:gd name="connsiteX179" fmla="*/ 1743537 w 2912392"/>
                <a:gd name="connsiteY179" fmla="*/ 534888 h 590363"/>
                <a:gd name="connsiteX180" fmla="*/ 1753281 w 2912392"/>
                <a:gd name="connsiteY180" fmla="*/ 539225 h 590363"/>
                <a:gd name="connsiteX181" fmla="*/ 1763025 w 2912392"/>
                <a:gd name="connsiteY181" fmla="*/ 543446 h 590363"/>
                <a:gd name="connsiteX182" fmla="*/ 1772769 w 2912392"/>
                <a:gd name="connsiteY182" fmla="*/ 547542 h 590363"/>
                <a:gd name="connsiteX183" fmla="*/ 1782498 w 2912392"/>
                <a:gd name="connsiteY183" fmla="*/ 551501 h 590363"/>
                <a:gd name="connsiteX184" fmla="*/ 1792242 w 2912392"/>
                <a:gd name="connsiteY184" fmla="*/ 555316 h 590363"/>
                <a:gd name="connsiteX185" fmla="*/ 1801986 w 2912392"/>
                <a:gd name="connsiteY185" fmla="*/ 558977 h 590363"/>
                <a:gd name="connsiteX186" fmla="*/ 1811730 w 2912392"/>
                <a:gd name="connsiteY186" fmla="*/ 562475 h 590363"/>
                <a:gd name="connsiteX187" fmla="*/ 1821459 w 2912392"/>
                <a:gd name="connsiteY187" fmla="*/ 565802 h 590363"/>
                <a:gd name="connsiteX188" fmla="*/ 1831203 w 2912392"/>
                <a:gd name="connsiteY188" fmla="*/ 568950 h 590363"/>
                <a:gd name="connsiteX189" fmla="*/ 1840947 w 2912392"/>
                <a:gd name="connsiteY189" fmla="*/ 571911 h 590363"/>
                <a:gd name="connsiteX190" fmla="*/ 1850691 w 2912392"/>
                <a:gd name="connsiteY190" fmla="*/ 574675 h 590363"/>
                <a:gd name="connsiteX191" fmla="*/ 1860435 w 2912392"/>
                <a:gd name="connsiteY191" fmla="*/ 577237 h 590363"/>
                <a:gd name="connsiteX192" fmla="*/ 1870164 w 2912392"/>
                <a:gd name="connsiteY192" fmla="*/ 579590 h 590363"/>
                <a:gd name="connsiteX193" fmla="*/ 1879908 w 2912392"/>
                <a:gd name="connsiteY193" fmla="*/ 581726 h 590363"/>
                <a:gd name="connsiteX194" fmla="*/ 1889652 w 2912392"/>
                <a:gd name="connsiteY194" fmla="*/ 583641 h 590363"/>
                <a:gd name="connsiteX195" fmla="*/ 1899395 w 2912392"/>
                <a:gd name="connsiteY195" fmla="*/ 585326 h 590363"/>
                <a:gd name="connsiteX196" fmla="*/ 1909124 w 2912392"/>
                <a:gd name="connsiteY196" fmla="*/ 586779 h 590363"/>
                <a:gd name="connsiteX197" fmla="*/ 1918868 w 2912392"/>
                <a:gd name="connsiteY197" fmla="*/ 587991 h 590363"/>
                <a:gd name="connsiteX198" fmla="*/ 1928612 w 2912392"/>
                <a:gd name="connsiteY198" fmla="*/ 588960 h 590363"/>
                <a:gd name="connsiteX199" fmla="*/ 1938356 w 2912392"/>
                <a:gd name="connsiteY199" fmla="*/ 589681 h 590363"/>
                <a:gd name="connsiteX200" fmla="*/ 1948085 w 2912392"/>
                <a:gd name="connsiteY200" fmla="*/ 590150 h 590363"/>
                <a:gd name="connsiteX201" fmla="*/ 1957829 w 2912392"/>
                <a:gd name="connsiteY201" fmla="*/ 590363 h 590363"/>
                <a:gd name="connsiteX202" fmla="*/ 1967573 w 2912392"/>
                <a:gd name="connsiteY202" fmla="*/ 590319 h 590363"/>
                <a:gd name="connsiteX203" fmla="*/ 1977317 w 2912392"/>
                <a:gd name="connsiteY203" fmla="*/ 590013 h 590363"/>
                <a:gd name="connsiteX204" fmla="*/ 1987046 w 2912392"/>
                <a:gd name="connsiteY204" fmla="*/ 589445 h 590363"/>
                <a:gd name="connsiteX205" fmla="*/ 1996790 w 2912392"/>
                <a:gd name="connsiteY205" fmla="*/ 588613 h 590363"/>
                <a:gd name="connsiteX206" fmla="*/ 2006534 w 2912392"/>
                <a:gd name="connsiteY206" fmla="*/ 587514 h 590363"/>
                <a:gd name="connsiteX207" fmla="*/ 2016278 w 2912392"/>
                <a:gd name="connsiteY207" fmla="*/ 586148 h 590363"/>
                <a:gd name="connsiteX208" fmla="*/ 2026022 w 2912392"/>
                <a:gd name="connsiteY208" fmla="*/ 584517 h 590363"/>
                <a:gd name="connsiteX209" fmla="*/ 2035751 w 2912392"/>
                <a:gd name="connsiteY209" fmla="*/ 582619 h 590363"/>
                <a:gd name="connsiteX210" fmla="*/ 2045495 w 2912392"/>
                <a:gd name="connsiteY210" fmla="*/ 580452 h 590363"/>
                <a:gd name="connsiteX211" fmla="*/ 2055239 w 2912392"/>
                <a:gd name="connsiteY211" fmla="*/ 578022 h 590363"/>
                <a:gd name="connsiteX212" fmla="*/ 2064983 w 2912392"/>
                <a:gd name="connsiteY212" fmla="*/ 575327 h 590363"/>
                <a:gd name="connsiteX213" fmla="*/ 2074712 w 2912392"/>
                <a:gd name="connsiteY213" fmla="*/ 572370 h 590363"/>
                <a:gd name="connsiteX214" fmla="*/ 2084456 w 2912392"/>
                <a:gd name="connsiteY214" fmla="*/ 569153 h 590363"/>
                <a:gd name="connsiteX215" fmla="*/ 2094200 w 2912392"/>
                <a:gd name="connsiteY215" fmla="*/ 565679 h 590363"/>
                <a:gd name="connsiteX216" fmla="*/ 2103944 w 2912392"/>
                <a:gd name="connsiteY216" fmla="*/ 561948 h 590363"/>
                <a:gd name="connsiteX217" fmla="*/ 2113673 w 2912392"/>
                <a:gd name="connsiteY217" fmla="*/ 557967 h 590363"/>
                <a:gd name="connsiteX218" fmla="*/ 2123417 w 2912392"/>
                <a:gd name="connsiteY218" fmla="*/ 553739 h 590363"/>
                <a:gd name="connsiteX219" fmla="*/ 2133161 w 2912392"/>
                <a:gd name="connsiteY219" fmla="*/ 549266 h 590363"/>
                <a:gd name="connsiteX220" fmla="*/ 2142905 w 2912392"/>
                <a:gd name="connsiteY220" fmla="*/ 544553 h 590363"/>
                <a:gd name="connsiteX221" fmla="*/ 2152649 w 2912392"/>
                <a:gd name="connsiteY221" fmla="*/ 539607 h 590363"/>
                <a:gd name="connsiteX222" fmla="*/ 2162377 w 2912392"/>
                <a:gd name="connsiteY222" fmla="*/ 534430 h 590363"/>
                <a:gd name="connsiteX223" fmla="*/ 2172121 w 2912392"/>
                <a:gd name="connsiteY223" fmla="*/ 529027 h 590363"/>
                <a:gd name="connsiteX224" fmla="*/ 2181865 w 2912392"/>
                <a:gd name="connsiteY224" fmla="*/ 523407 h 590363"/>
                <a:gd name="connsiteX225" fmla="*/ 2191609 w 2912392"/>
                <a:gd name="connsiteY225" fmla="*/ 517573 h 590363"/>
                <a:gd name="connsiteX226" fmla="*/ 2201338 w 2912392"/>
                <a:gd name="connsiteY226" fmla="*/ 511531 h 590363"/>
                <a:gd name="connsiteX227" fmla="*/ 2211082 w 2912392"/>
                <a:gd name="connsiteY227" fmla="*/ 505289 h 590363"/>
                <a:gd name="connsiteX228" fmla="*/ 2220826 w 2912392"/>
                <a:gd name="connsiteY228" fmla="*/ 498852 h 590363"/>
                <a:gd name="connsiteX229" fmla="*/ 2230570 w 2912392"/>
                <a:gd name="connsiteY229" fmla="*/ 492227 h 590363"/>
                <a:gd name="connsiteX230" fmla="*/ 2240299 w 2912392"/>
                <a:gd name="connsiteY230" fmla="*/ 485422 h 590363"/>
                <a:gd name="connsiteX231" fmla="*/ 2250043 w 2912392"/>
                <a:gd name="connsiteY231" fmla="*/ 478442 h 590363"/>
                <a:gd name="connsiteX232" fmla="*/ 2259787 w 2912392"/>
                <a:gd name="connsiteY232" fmla="*/ 471297 h 590363"/>
                <a:gd name="connsiteX233" fmla="*/ 2269531 w 2912392"/>
                <a:gd name="connsiteY233" fmla="*/ 463992 h 590363"/>
                <a:gd name="connsiteX234" fmla="*/ 2279260 w 2912392"/>
                <a:gd name="connsiteY234" fmla="*/ 456536 h 590363"/>
                <a:gd name="connsiteX235" fmla="*/ 2289004 w 2912392"/>
                <a:gd name="connsiteY235" fmla="*/ 448936 h 590363"/>
                <a:gd name="connsiteX236" fmla="*/ 2298748 w 2912392"/>
                <a:gd name="connsiteY236" fmla="*/ 441199 h 590363"/>
                <a:gd name="connsiteX237" fmla="*/ 2308492 w 2912392"/>
                <a:gd name="connsiteY237" fmla="*/ 433335 h 590363"/>
                <a:gd name="connsiteX238" fmla="*/ 2318236 w 2912392"/>
                <a:gd name="connsiteY238" fmla="*/ 425350 h 590363"/>
                <a:gd name="connsiteX239" fmla="*/ 2327965 w 2912392"/>
                <a:gd name="connsiteY239" fmla="*/ 417253 h 590363"/>
                <a:gd name="connsiteX240" fmla="*/ 2337709 w 2912392"/>
                <a:gd name="connsiteY240" fmla="*/ 409052 h 590363"/>
                <a:gd name="connsiteX241" fmla="*/ 2347453 w 2912392"/>
                <a:gd name="connsiteY241" fmla="*/ 400754 h 590363"/>
                <a:gd name="connsiteX242" fmla="*/ 2357197 w 2912392"/>
                <a:gd name="connsiteY242" fmla="*/ 392368 h 590363"/>
                <a:gd name="connsiteX243" fmla="*/ 2366926 w 2912392"/>
                <a:gd name="connsiteY243" fmla="*/ 383902 h 590363"/>
                <a:gd name="connsiteX244" fmla="*/ 2376670 w 2912392"/>
                <a:gd name="connsiteY244" fmla="*/ 375365 h 590363"/>
                <a:gd name="connsiteX245" fmla="*/ 2386413 w 2912392"/>
                <a:gd name="connsiteY245" fmla="*/ 366764 h 590363"/>
                <a:gd name="connsiteX246" fmla="*/ 2396157 w 2912392"/>
                <a:gd name="connsiteY246" fmla="*/ 358106 h 590363"/>
                <a:gd name="connsiteX247" fmla="*/ 2405886 w 2912392"/>
                <a:gd name="connsiteY247" fmla="*/ 349402 h 590363"/>
                <a:gd name="connsiteX248" fmla="*/ 2415630 w 2912392"/>
                <a:gd name="connsiteY248" fmla="*/ 340656 h 590363"/>
                <a:gd name="connsiteX249" fmla="*/ 2425374 w 2912392"/>
                <a:gd name="connsiteY249" fmla="*/ 331881 h 590363"/>
                <a:gd name="connsiteX250" fmla="*/ 2435118 w 2912392"/>
                <a:gd name="connsiteY250" fmla="*/ 323081 h 590363"/>
                <a:gd name="connsiteX251" fmla="*/ 2444862 w 2912392"/>
                <a:gd name="connsiteY251" fmla="*/ 314266 h 590363"/>
                <a:gd name="connsiteX252" fmla="*/ 2454591 w 2912392"/>
                <a:gd name="connsiteY252" fmla="*/ 305442 h 590363"/>
                <a:gd name="connsiteX253" fmla="*/ 2464335 w 2912392"/>
                <a:gd name="connsiteY253" fmla="*/ 296618 h 590363"/>
                <a:gd name="connsiteX254" fmla="*/ 2474079 w 2912392"/>
                <a:gd name="connsiteY254" fmla="*/ 287801 h 590363"/>
                <a:gd name="connsiteX255" fmla="*/ 2483823 w 2912392"/>
                <a:gd name="connsiteY255" fmla="*/ 278998 h 590363"/>
                <a:gd name="connsiteX256" fmla="*/ 2493552 w 2912392"/>
                <a:gd name="connsiteY256" fmla="*/ 270218 h 590363"/>
                <a:gd name="connsiteX257" fmla="*/ 2503296 w 2912392"/>
                <a:gd name="connsiteY257" fmla="*/ 261468 h 590363"/>
                <a:gd name="connsiteX258" fmla="*/ 2513040 w 2912392"/>
                <a:gd name="connsiteY258" fmla="*/ 252754 h 590363"/>
                <a:gd name="connsiteX259" fmla="*/ 2522784 w 2912392"/>
                <a:gd name="connsiteY259" fmla="*/ 244083 h 590363"/>
                <a:gd name="connsiteX260" fmla="*/ 2532513 w 2912392"/>
                <a:gd name="connsiteY260" fmla="*/ 235463 h 590363"/>
                <a:gd name="connsiteX261" fmla="*/ 2542257 w 2912392"/>
                <a:gd name="connsiteY261" fmla="*/ 226901 h 590363"/>
                <a:gd name="connsiteX262" fmla="*/ 2552001 w 2912392"/>
                <a:gd name="connsiteY262" fmla="*/ 218403 h 590363"/>
                <a:gd name="connsiteX263" fmla="*/ 2561745 w 2912392"/>
                <a:gd name="connsiteY263" fmla="*/ 209976 h 590363"/>
                <a:gd name="connsiteX264" fmla="*/ 2571474 w 2912392"/>
                <a:gd name="connsiteY264" fmla="*/ 201626 h 590363"/>
                <a:gd name="connsiteX265" fmla="*/ 2581218 w 2912392"/>
                <a:gd name="connsiteY265" fmla="*/ 193362 h 590363"/>
                <a:gd name="connsiteX266" fmla="*/ 2590962 w 2912392"/>
                <a:gd name="connsiteY266" fmla="*/ 185185 h 590363"/>
                <a:gd name="connsiteX267" fmla="*/ 2600705 w 2912392"/>
                <a:gd name="connsiteY267" fmla="*/ 177107 h 590363"/>
                <a:gd name="connsiteX268" fmla="*/ 2610449 w 2912392"/>
                <a:gd name="connsiteY268" fmla="*/ 169130 h 590363"/>
                <a:gd name="connsiteX269" fmla="*/ 2620178 w 2912392"/>
                <a:gd name="connsiteY269" fmla="*/ 161261 h 590363"/>
                <a:gd name="connsiteX270" fmla="*/ 2629922 w 2912392"/>
                <a:gd name="connsiteY270" fmla="*/ 153506 h 590363"/>
                <a:gd name="connsiteX271" fmla="*/ 2639666 w 2912392"/>
                <a:gd name="connsiteY271" fmla="*/ 145871 h 590363"/>
                <a:gd name="connsiteX272" fmla="*/ 2649410 w 2912392"/>
                <a:gd name="connsiteY272" fmla="*/ 138361 h 590363"/>
                <a:gd name="connsiteX273" fmla="*/ 2659139 w 2912392"/>
                <a:gd name="connsiteY273" fmla="*/ 130981 h 590363"/>
                <a:gd name="connsiteX274" fmla="*/ 2668883 w 2912392"/>
                <a:gd name="connsiteY274" fmla="*/ 123738 h 590363"/>
                <a:gd name="connsiteX275" fmla="*/ 2678627 w 2912392"/>
                <a:gd name="connsiteY275" fmla="*/ 116635 h 590363"/>
                <a:gd name="connsiteX276" fmla="*/ 2688371 w 2912392"/>
                <a:gd name="connsiteY276" fmla="*/ 109677 h 590363"/>
                <a:gd name="connsiteX277" fmla="*/ 2698100 w 2912392"/>
                <a:gd name="connsiteY277" fmla="*/ 102872 h 590363"/>
                <a:gd name="connsiteX278" fmla="*/ 2707844 w 2912392"/>
                <a:gd name="connsiteY278" fmla="*/ 96222 h 590363"/>
                <a:gd name="connsiteX279" fmla="*/ 2717588 w 2912392"/>
                <a:gd name="connsiteY279" fmla="*/ 89732 h 590363"/>
                <a:gd name="connsiteX280" fmla="*/ 2727332 w 2912392"/>
                <a:gd name="connsiteY280" fmla="*/ 83409 h 590363"/>
                <a:gd name="connsiteX281" fmla="*/ 2737076 w 2912392"/>
                <a:gd name="connsiteY281" fmla="*/ 77254 h 590363"/>
                <a:gd name="connsiteX282" fmla="*/ 2746805 w 2912392"/>
                <a:gd name="connsiteY282" fmla="*/ 71274 h 590363"/>
                <a:gd name="connsiteX283" fmla="*/ 2756549 w 2912392"/>
                <a:gd name="connsiteY283" fmla="*/ 65472 h 590363"/>
                <a:gd name="connsiteX284" fmla="*/ 2766293 w 2912392"/>
                <a:gd name="connsiteY284" fmla="*/ 59852 h 590363"/>
                <a:gd name="connsiteX285" fmla="*/ 2776037 w 2912392"/>
                <a:gd name="connsiteY285" fmla="*/ 54420 h 590363"/>
                <a:gd name="connsiteX286" fmla="*/ 2785766 w 2912392"/>
                <a:gd name="connsiteY286" fmla="*/ 49177 h 590363"/>
                <a:gd name="connsiteX287" fmla="*/ 2795510 w 2912392"/>
                <a:gd name="connsiteY287" fmla="*/ 44129 h 590363"/>
                <a:gd name="connsiteX288" fmla="*/ 2805254 w 2912392"/>
                <a:gd name="connsiteY288" fmla="*/ 39281 h 590363"/>
                <a:gd name="connsiteX289" fmla="*/ 2814998 w 2912392"/>
                <a:gd name="connsiteY289" fmla="*/ 34634 h 590363"/>
                <a:gd name="connsiteX290" fmla="*/ 2824727 w 2912392"/>
                <a:gd name="connsiteY290" fmla="*/ 30191 h 590363"/>
                <a:gd name="connsiteX291" fmla="*/ 2834471 w 2912392"/>
                <a:gd name="connsiteY291" fmla="*/ 25958 h 590363"/>
                <a:gd name="connsiteX292" fmla="*/ 2844215 w 2912392"/>
                <a:gd name="connsiteY292" fmla="*/ 21939 h 590363"/>
                <a:gd name="connsiteX293" fmla="*/ 2853958 w 2912392"/>
                <a:gd name="connsiteY293" fmla="*/ 18134 h 590363"/>
                <a:gd name="connsiteX294" fmla="*/ 2863687 w 2912392"/>
                <a:gd name="connsiteY294" fmla="*/ 14549 h 590363"/>
                <a:gd name="connsiteX295" fmla="*/ 2873431 w 2912392"/>
                <a:gd name="connsiteY295" fmla="*/ 11185 h 590363"/>
                <a:gd name="connsiteX296" fmla="*/ 2883175 w 2912392"/>
                <a:gd name="connsiteY296" fmla="*/ 8044 h 590363"/>
                <a:gd name="connsiteX297" fmla="*/ 2892919 w 2912392"/>
                <a:gd name="connsiteY297" fmla="*/ 5133 h 590363"/>
                <a:gd name="connsiteX298" fmla="*/ 2902663 w 2912392"/>
                <a:gd name="connsiteY298" fmla="*/ 2449 h 590363"/>
                <a:gd name="connsiteX299" fmla="*/ 2912392 w 2912392"/>
                <a:gd name="connsiteY299" fmla="*/ 0 h 590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90363">
                  <a:moveTo>
                    <a:pt x="0" y="269382"/>
                  </a:moveTo>
                  <a:lnTo>
                    <a:pt x="9739" y="263028"/>
                  </a:lnTo>
                  <a:lnTo>
                    <a:pt x="19480" y="256867"/>
                  </a:lnTo>
                  <a:lnTo>
                    <a:pt x="29221" y="250906"/>
                  </a:lnTo>
                  <a:lnTo>
                    <a:pt x="38961" y="245152"/>
                  </a:lnTo>
                  <a:lnTo>
                    <a:pt x="48702" y="239608"/>
                  </a:lnTo>
                  <a:lnTo>
                    <a:pt x="58443" y="234282"/>
                  </a:lnTo>
                  <a:lnTo>
                    <a:pt x="68182" y="229175"/>
                  </a:lnTo>
                  <a:lnTo>
                    <a:pt x="77923" y="224294"/>
                  </a:lnTo>
                  <a:lnTo>
                    <a:pt x="87664" y="219641"/>
                  </a:lnTo>
                  <a:lnTo>
                    <a:pt x="97404" y="215219"/>
                  </a:lnTo>
                  <a:lnTo>
                    <a:pt x="107145" y="211031"/>
                  </a:lnTo>
                  <a:lnTo>
                    <a:pt x="116886" y="207081"/>
                  </a:lnTo>
                  <a:lnTo>
                    <a:pt x="126625" y="203370"/>
                  </a:lnTo>
                  <a:lnTo>
                    <a:pt x="136366" y="199898"/>
                  </a:lnTo>
                  <a:lnTo>
                    <a:pt x="146107" y="196667"/>
                  </a:lnTo>
                  <a:lnTo>
                    <a:pt x="155846" y="193679"/>
                  </a:lnTo>
                  <a:lnTo>
                    <a:pt x="165587" y="190932"/>
                  </a:lnTo>
                  <a:lnTo>
                    <a:pt x="175328" y="188429"/>
                  </a:lnTo>
                  <a:lnTo>
                    <a:pt x="185068" y="186167"/>
                  </a:lnTo>
                  <a:lnTo>
                    <a:pt x="194809" y="184145"/>
                  </a:lnTo>
                  <a:lnTo>
                    <a:pt x="204550" y="182364"/>
                  </a:lnTo>
                  <a:lnTo>
                    <a:pt x="214289" y="180820"/>
                  </a:lnTo>
                  <a:lnTo>
                    <a:pt x="224030" y="179513"/>
                  </a:lnTo>
                  <a:lnTo>
                    <a:pt x="233771" y="178439"/>
                  </a:lnTo>
                  <a:lnTo>
                    <a:pt x="243510" y="177597"/>
                  </a:lnTo>
                  <a:lnTo>
                    <a:pt x="253251" y="176985"/>
                  </a:lnTo>
                  <a:lnTo>
                    <a:pt x="262992" y="176598"/>
                  </a:lnTo>
                  <a:lnTo>
                    <a:pt x="272732" y="176432"/>
                  </a:lnTo>
                  <a:lnTo>
                    <a:pt x="282473" y="176486"/>
                  </a:lnTo>
                  <a:lnTo>
                    <a:pt x="292214" y="176753"/>
                  </a:lnTo>
                  <a:lnTo>
                    <a:pt x="301953" y="177229"/>
                  </a:lnTo>
                  <a:lnTo>
                    <a:pt x="311694" y="177913"/>
                  </a:lnTo>
                  <a:lnTo>
                    <a:pt x="321435" y="178797"/>
                  </a:lnTo>
                  <a:lnTo>
                    <a:pt x="331175" y="179877"/>
                  </a:lnTo>
                  <a:lnTo>
                    <a:pt x="340916" y="181148"/>
                  </a:lnTo>
                  <a:lnTo>
                    <a:pt x="350656" y="182603"/>
                  </a:lnTo>
                  <a:lnTo>
                    <a:pt x="360396" y="184239"/>
                  </a:lnTo>
                  <a:lnTo>
                    <a:pt x="370137" y="186050"/>
                  </a:lnTo>
                  <a:lnTo>
                    <a:pt x="379878" y="188027"/>
                  </a:lnTo>
                  <a:lnTo>
                    <a:pt x="389617" y="190165"/>
                  </a:lnTo>
                  <a:lnTo>
                    <a:pt x="399358" y="192459"/>
                  </a:lnTo>
                  <a:lnTo>
                    <a:pt x="409099" y="194902"/>
                  </a:lnTo>
                  <a:lnTo>
                    <a:pt x="418839" y="197489"/>
                  </a:lnTo>
                  <a:lnTo>
                    <a:pt x="428580" y="200210"/>
                  </a:lnTo>
                  <a:lnTo>
                    <a:pt x="438321" y="203060"/>
                  </a:lnTo>
                  <a:lnTo>
                    <a:pt x="448060" y="206031"/>
                  </a:lnTo>
                  <a:lnTo>
                    <a:pt x="457801" y="209116"/>
                  </a:lnTo>
                  <a:lnTo>
                    <a:pt x="467542" y="212309"/>
                  </a:lnTo>
                  <a:lnTo>
                    <a:pt x="477281" y="215602"/>
                  </a:lnTo>
                  <a:lnTo>
                    <a:pt x="487022" y="218987"/>
                  </a:lnTo>
                  <a:lnTo>
                    <a:pt x="496763" y="222457"/>
                  </a:lnTo>
                  <a:lnTo>
                    <a:pt x="506503" y="226004"/>
                  </a:lnTo>
                  <a:lnTo>
                    <a:pt x="516244" y="229622"/>
                  </a:lnTo>
                  <a:lnTo>
                    <a:pt x="525985" y="233300"/>
                  </a:lnTo>
                  <a:lnTo>
                    <a:pt x="535724" y="237035"/>
                  </a:lnTo>
                  <a:lnTo>
                    <a:pt x="545465" y="240817"/>
                  </a:lnTo>
                  <a:lnTo>
                    <a:pt x="555206" y="244638"/>
                  </a:lnTo>
                  <a:lnTo>
                    <a:pt x="564946" y="248490"/>
                  </a:lnTo>
                  <a:lnTo>
                    <a:pt x="574687" y="252368"/>
                  </a:lnTo>
                  <a:lnTo>
                    <a:pt x="584428" y="256261"/>
                  </a:lnTo>
                  <a:lnTo>
                    <a:pt x="594167" y="260163"/>
                  </a:lnTo>
                  <a:lnTo>
                    <a:pt x="603908" y="264068"/>
                  </a:lnTo>
                  <a:lnTo>
                    <a:pt x="613649" y="267967"/>
                  </a:lnTo>
                  <a:lnTo>
                    <a:pt x="623388" y="271853"/>
                  </a:lnTo>
                  <a:lnTo>
                    <a:pt x="633129" y="275719"/>
                  </a:lnTo>
                  <a:lnTo>
                    <a:pt x="642870" y="279559"/>
                  </a:lnTo>
                  <a:lnTo>
                    <a:pt x="652610" y="283364"/>
                  </a:lnTo>
                  <a:lnTo>
                    <a:pt x="662351" y="287127"/>
                  </a:lnTo>
                  <a:lnTo>
                    <a:pt x="672092" y="290845"/>
                  </a:lnTo>
                  <a:lnTo>
                    <a:pt x="681831" y="294508"/>
                  </a:lnTo>
                  <a:lnTo>
                    <a:pt x="691572" y="298112"/>
                  </a:lnTo>
                  <a:lnTo>
                    <a:pt x="701313" y="301651"/>
                  </a:lnTo>
                  <a:lnTo>
                    <a:pt x="711052" y="305118"/>
                  </a:lnTo>
                  <a:lnTo>
                    <a:pt x="720793" y="308507"/>
                  </a:lnTo>
                  <a:lnTo>
                    <a:pt x="730534" y="311815"/>
                  </a:lnTo>
                  <a:lnTo>
                    <a:pt x="740274" y="315035"/>
                  </a:lnTo>
                  <a:lnTo>
                    <a:pt x="750015" y="318163"/>
                  </a:lnTo>
                  <a:lnTo>
                    <a:pt x="759756" y="321197"/>
                  </a:lnTo>
                  <a:lnTo>
                    <a:pt x="769495" y="324129"/>
                  </a:lnTo>
                  <a:lnTo>
                    <a:pt x="779236" y="326957"/>
                  </a:lnTo>
                  <a:lnTo>
                    <a:pt x="788977" y="329677"/>
                  </a:lnTo>
                  <a:lnTo>
                    <a:pt x="798717" y="332289"/>
                  </a:lnTo>
                  <a:lnTo>
                    <a:pt x="808458" y="334786"/>
                  </a:lnTo>
                  <a:lnTo>
                    <a:pt x="818199" y="337168"/>
                  </a:lnTo>
                  <a:lnTo>
                    <a:pt x="827938" y="339433"/>
                  </a:lnTo>
                  <a:lnTo>
                    <a:pt x="837679" y="341579"/>
                  </a:lnTo>
                  <a:lnTo>
                    <a:pt x="847420" y="343605"/>
                  </a:lnTo>
                  <a:lnTo>
                    <a:pt x="857159" y="345510"/>
                  </a:lnTo>
                  <a:lnTo>
                    <a:pt x="866900" y="347295"/>
                  </a:lnTo>
                  <a:lnTo>
                    <a:pt x="876641" y="348958"/>
                  </a:lnTo>
                  <a:lnTo>
                    <a:pt x="886381" y="350500"/>
                  </a:lnTo>
                  <a:lnTo>
                    <a:pt x="896122" y="351923"/>
                  </a:lnTo>
                  <a:lnTo>
                    <a:pt x="905863" y="353228"/>
                  </a:lnTo>
                  <a:lnTo>
                    <a:pt x="915602" y="354416"/>
                  </a:lnTo>
                  <a:lnTo>
                    <a:pt x="925343" y="355488"/>
                  </a:lnTo>
                  <a:lnTo>
                    <a:pt x="935084" y="356449"/>
                  </a:lnTo>
                  <a:lnTo>
                    <a:pt x="944824" y="357300"/>
                  </a:lnTo>
                  <a:lnTo>
                    <a:pt x="954564" y="358046"/>
                  </a:lnTo>
                  <a:lnTo>
                    <a:pt x="964305" y="358690"/>
                  </a:lnTo>
                  <a:lnTo>
                    <a:pt x="974045" y="359235"/>
                  </a:lnTo>
                  <a:lnTo>
                    <a:pt x="983786" y="359688"/>
                  </a:lnTo>
                  <a:lnTo>
                    <a:pt x="993522" y="360050"/>
                  </a:lnTo>
                  <a:lnTo>
                    <a:pt x="1003266" y="360330"/>
                  </a:lnTo>
                  <a:lnTo>
                    <a:pt x="1013010" y="360532"/>
                  </a:lnTo>
                  <a:lnTo>
                    <a:pt x="1022754" y="360660"/>
                  </a:lnTo>
                  <a:lnTo>
                    <a:pt x="1032483" y="360722"/>
                  </a:lnTo>
                  <a:lnTo>
                    <a:pt x="1042227" y="360724"/>
                  </a:lnTo>
                  <a:lnTo>
                    <a:pt x="1051971" y="360673"/>
                  </a:lnTo>
                  <a:lnTo>
                    <a:pt x="1061715" y="360575"/>
                  </a:lnTo>
                  <a:lnTo>
                    <a:pt x="1071444" y="360436"/>
                  </a:lnTo>
                  <a:lnTo>
                    <a:pt x="1081188" y="360265"/>
                  </a:lnTo>
                  <a:lnTo>
                    <a:pt x="1090932" y="360070"/>
                  </a:lnTo>
                  <a:lnTo>
                    <a:pt x="1100676" y="359857"/>
                  </a:lnTo>
                  <a:lnTo>
                    <a:pt x="1110405" y="359635"/>
                  </a:lnTo>
                  <a:lnTo>
                    <a:pt x="1120149" y="359410"/>
                  </a:lnTo>
                  <a:lnTo>
                    <a:pt x="1129893" y="359191"/>
                  </a:lnTo>
                  <a:lnTo>
                    <a:pt x="1139637" y="358985"/>
                  </a:lnTo>
                  <a:lnTo>
                    <a:pt x="1149381" y="358802"/>
                  </a:lnTo>
                  <a:lnTo>
                    <a:pt x="1159110" y="358647"/>
                  </a:lnTo>
                  <a:lnTo>
                    <a:pt x="1168854" y="358529"/>
                  </a:lnTo>
                  <a:lnTo>
                    <a:pt x="1178598" y="358456"/>
                  </a:lnTo>
                  <a:lnTo>
                    <a:pt x="1188341" y="358437"/>
                  </a:lnTo>
                  <a:lnTo>
                    <a:pt x="1198070" y="358477"/>
                  </a:lnTo>
                  <a:lnTo>
                    <a:pt x="1207814" y="358586"/>
                  </a:lnTo>
                  <a:lnTo>
                    <a:pt x="1217558" y="358767"/>
                  </a:lnTo>
                  <a:lnTo>
                    <a:pt x="1227302" y="359033"/>
                  </a:lnTo>
                  <a:lnTo>
                    <a:pt x="1237031" y="359386"/>
                  </a:lnTo>
                  <a:lnTo>
                    <a:pt x="1246775" y="359834"/>
                  </a:lnTo>
                  <a:lnTo>
                    <a:pt x="1256519" y="360385"/>
                  </a:lnTo>
                  <a:lnTo>
                    <a:pt x="1266263" y="361043"/>
                  </a:lnTo>
                  <a:lnTo>
                    <a:pt x="1276007" y="361814"/>
                  </a:lnTo>
                  <a:lnTo>
                    <a:pt x="1285736" y="362704"/>
                  </a:lnTo>
                  <a:lnTo>
                    <a:pt x="1295480" y="363715"/>
                  </a:lnTo>
                  <a:lnTo>
                    <a:pt x="1305224" y="364857"/>
                  </a:lnTo>
                  <a:lnTo>
                    <a:pt x="1314968" y="366131"/>
                  </a:lnTo>
                  <a:lnTo>
                    <a:pt x="1324697" y="367539"/>
                  </a:lnTo>
                  <a:lnTo>
                    <a:pt x="1334441" y="369088"/>
                  </a:lnTo>
                  <a:lnTo>
                    <a:pt x="1344185" y="370779"/>
                  </a:lnTo>
                  <a:lnTo>
                    <a:pt x="1353929" y="372615"/>
                  </a:lnTo>
                  <a:lnTo>
                    <a:pt x="1363658" y="374596"/>
                  </a:lnTo>
                  <a:lnTo>
                    <a:pt x="1373402" y="376727"/>
                  </a:lnTo>
                  <a:lnTo>
                    <a:pt x="1383146" y="379006"/>
                  </a:lnTo>
                  <a:lnTo>
                    <a:pt x="1392890" y="381435"/>
                  </a:lnTo>
                  <a:lnTo>
                    <a:pt x="1402619" y="384014"/>
                  </a:lnTo>
                  <a:lnTo>
                    <a:pt x="1412363" y="386742"/>
                  </a:lnTo>
                  <a:lnTo>
                    <a:pt x="1422106" y="389619"/>
                  </a:lnTo>
                  <a:lnTo>
                    <a:pt x="1431850" y="392642"/>
                  </a:lnTo>
                  <a:lnTo>
                    <a:pt x="1441594" y="395809"/>
                  </a:lnTo>
                  <a:lnTo>
                    <a:pt x="1451323" y="399120"/>
                  </a:lnTo>
                  <a:lnTo>
                    <a:pt x="1461067" y="402569"/>
                  </a:lnTo>
                  <a:lnTo>
                    <a:pt x="1470811" y="406154"/>
                  </a:lnTo>
                  <a:lnTo>
                    <a:pt x="1480555" y="409871"/>
                  </a:lnTo>
                  <a:lnTo>
                    <a:pt x="1490284" y="413716"/>
                  </a:lnTo>
                  <a:lnTo>
                    <a:pt x="1500028" y="417683"/>
                  </a:lnTo>
                  <a:lnTo>
                    <a:pt x="1509772" y="421766"/>
                  </a:lnTo>
                  <a:lnTo>
                    <a:pt x="1519516" y="425962"/>
                  </a:lnTo>
                  <a:lnTo>
                    <a:pt x="1529245" y="430263"/>
                  </a:lnTo>
                  <a:lnTo>
                    <a:pt x="1538989" y="434663"/>
                  </a:lnTo>
                  <a:lnTo>
                    <a:pt x="1548733" y="439153"/>
                  </a:lnTo>
                  <a:lnTo>
                    <a:pt x="1558477" y="443729"/>
                  </a:lnTo>
                  <a:lnTo>
                    <a:pt x="1568221" y="448380"/>
                  </a:lnTo>
                  <a:lnTo>
                    <a:pt x="1577950" y="453100"/>
                  </a:lnTo>
                  <a:lnTo>
                    <a:pt x="1587694" y="457881"/>
                  </a:lnTo>
                  <a:lnTo>
                    <a:pt x="1597438" y="462713"/>
                  </a:lnTo>
                  <a:lnTo>
                    <a:pt x="1607182" y="467588"/>
                  </a:lnTo>
                  <a:lnTo>
                    <a:pt x="1616911" y="472496"/>
                  </a:lnTo>
                  <a:lnTo>
                    <a:pt x="1626655" y="477429"/>
                  </a:lnTo>
                  <a:lnTo>
                    <a:pt x="1636399" y="482375"/>
                  </a:lnTo>
                  <a:lnTo>
                    <a:pt x="1646142" y="487326"/>
                  </a:lnTo>
                  <a:lnTo>
                    <a:pt x="1655872" y="492273"/>
                  </a:lnTo>
                  <a:lnTo>
                    <a:pt x="1665616" y="497204"/>
                  </a:lnTo>
                  <a:lnTo>
                    <a:pt x="1675359" y="502111"/>
                  </a:lnTo>
                  <a:lnTo>
                    <a:pt x="1685103" y="506981"/>
                  </a:lnTo>
                  <a:lnTo>
                    <a:pt x="1694832" y="511805"/>
                  </a:lnTo>
                  <a:lnTo>
                    <a:pt x="1704576" y="516575"/>
                  </a:lnTo>
                  <a:lnTo>
                    <a:pt x="1714320" y="521278"/>
                  </a:lnTo>
                  <a:lnTo>
                    <a:pt x="1724064" y="525904"/>
                  </a:lnTo>
                  <a:lnTo>
                    <a:pt x="1733808" y="530444"/>
                  </a:lnTo>
                  <a:lnTo>
                    <a:pt x="1743537" y="534888"/>
                  </a:lnTo>
                  <a:lnTo>
                    <a:pt x="1753281" y="539225"/>
                  </a:lnTo>
                  <a:lnTo>
                    <a:pt x="1763025" y="543446"/>
                  </a:lnTo>
                  <a:lnTo>
                    <a:pt x="1772769" y="547542"/>
                  </a:lnTo>
                  <a:lnTo>
                    <a:pt x="1782498" y="551501"/>
                  </a:lnTo>
                  <a:lnTo>
                    <a:pt x="1792242" y="555316"/>
                  </a:lnTo>
                  <a:lnTo>
                    <a:pt x="1801986" y="558977"/>
                  </a:lnTo>
                  <a:lnTo>
                    <a:pt x="1811730" y="562475"/>
                  </a:lnTo>
                  <a:lnTo>
                    <a:pt x="1821459" y="565802"/>
                  </a:lnTo>
                  <a:lnTo>
                    <a:pt x="1831203" y="568950"/>
                  </a:lnTo>
                  <a:lnTo>
                    <a:pt x="1840947" y="571911"/>
                  </a:lnTo>
                  <a:lnTo>
                    <a:pt x="1850691" y="574675"/>
                  </a:lnTo>
                  <a:lnTo>
                    <a:pt x="1860435" y="577237"/>
                  </a:lnTo>
                  <a:lnTo>
                    <a:pt x="1870164" y="579590"/>
                  </a:lnTo>
                  <a:lnTo>
                    <a:pt x="1879908" y="581726"/>
                  </a:lnTo>
                  <a:lnTo>
                    <a:pt x="1889652" y="583641"/>
                  </a:lnTo>
                  <a:lnTo>
                    <a:pt x="1899395" y="585326"/>
                  </a:lnTo>
                  <a:lnTo>
                    <a:pt x="1909124" y="586779"/>
                  </a:lnTo>
                  <a:lnTo>
                    <a:pt x="1918868" y="587991"/>
                  </a:lnTo>
                  <a:lnTo>
                    <a:pt x="1928612" y="588960"/>
                  </a:lnTo>
                  <a:lnTo>
                    <a:pt x="1938356" y="589681"/>
                  </a:lnTo>
                  <a:lnTo>
                    <a:pt x="1948085" y="590150"/>
                  </a:lnTo>
                  <a:lnTo>
                    <a:pt x="1957829" y="590363"/>
                  </a:lnTo>
                  <a:lnTo>
                    <a:pt x="1967573" y="590319"/>
                  </a:lnTo>
                  <a:lnTo>
                    <a:pt x="1977317" y="590013"/>
                  </a:lnTo>
                  <a:lnTo>
                    <a:pt x="1987046" y="589445"/>
                  </a:lnTo>
                  <a:lnTo>
                    <a:pt x="1996790" y="588613"/>
                  </a:lnTo>
                  <a:lnTo>
                    <a:pt x="2006534" y="587514"/>
                  </a:lnTo>
                  <a:lnTo>
                    <a:pt x="2016278" y="586148"/>
                  </a:lnTo>
                  <a:lnTo>
                    <a:pt x="2026022" y="584517"/>
                  </a:lnTo>
                  <a:lnTo>
                    <a:pt x="2035751" y="582619"/>
                  </a:lnTo>
                  <a:lnTo>
                    <a:pt x="2045495" y="580452"/>
                  </a:lnTo>
                  <a:lnTo>
                    <a:pt x="2055239" y="578022"/>
                  </a:lnTo>
                  <a:lnTo>
                    <a:pt x="2064983" y="575327"/>
                  </a:lnTo>
                  <a:lnTo>
                    <a:pt x="2074712" y="572370"/>
                  </a:lnTo>
                  <a:lnTo>
                    <a:pt x="2084456" y="569153"/>
                  </a:lnTo>
                  <a:lnTo>
                    <a:pt x="2094200" y="565679"/>
                  </a:lnTo>
                  <a:lnTo>
                    <a:pt x="2103944" y="561948"/>
                  </a:lnTo>
                  <a:lnTo>
                    <a:pt x="2113673" y="557967"/>
                  </a:lnTo>
                  <a:lnTo>
                    <a:pt x="2123417" y="553739"/>
                  </a:lnTo>
                  <a:lnTo>
                    <a:pt x="2133161" y="549266"/>
                  </a:lnTo>
                  <a:lnTo>
                    <a:pt x="2142905" y="544553"/>
                  </a:lnTo>
                  <a:lnTo>
                    <a:pt x="2152649" y="539607"/>
                  </a:lnTo>
                  <a:lnTo>
                    <a:pt x="2162377" y="534430"/>
                  </a:lnTo>
                  <a:lnTo>
                    <a:pt x="2172121" y="529027"/>
                  </a:lnTo>
                  <a:lnTo>
                    <a:pt x="2181865" y="523407"/>
                  </a:lnTo>
                  <a:lnTo>
                    <a:pt x="2191609" y="517573"/>
                  </a:lnTo>
                  <a:lnTo>
                    <a:pt x="2201338" y="511531"/>
                  </a:lnTo>
                  <a:lnTo>
                    <a:pt x="2211082" y="505289"/>
                  </a:lnTo>
                  <a:lnTo>
                    <a:pt x="2220826" y="498852"/>
                  </a:lnTo>
                  <a:lnTo>
                    <a:pt x="2230570" y="492227"/>
                  </a:lnTo>
                  <a:lnTo>
                    <a:pt x="2240299" y="485422"/>
                  </a:lnTo>
                  <a:lnTo>
                    <a:pt x="2250043" y="478442"/>
                  </a:lnTo>
                  <a:lnTo>
                    <a:pt x="2259787" y="471297"/>
                  </a:lnTo>
                  <a:lnTo>
                    <a:pt x="2269531" y="463992"/>
                  </a:lnTo>
                  <a:lnTo>
                    <a:pt x="2279260" y="456536"/>
                  </a:lnTo>
                  <a:lnTo>
                    <a:pt x="2289004" y="448936"/>
                  </a:lnTo>
                  <a:lnTo>
                    <a:pt x="2298748" y="441199"/>
                  </a:lnTo>
                  <a:lnTo>
                    <a:pt x="2308492" y="433335"/>
                  </a:lnTo>
                  <a:lnTo>
                    <a:pt x="2318236" y="425350"/>
                  </a:lnTo>
                  <a:lnTo>
                    <a:pt x="2327965" y="417253"/>
                  </a:lnTo>
                  <a:lnTo>
                    <a:pt x="2337709" y="409052"/>
                  </a:lnTo>
                  <a:lnTo>
                    <a:pt x="2347453" y="400754"/>
                  </a:lnTo>
                  <a:lnTo>
                    <a:pt x="2357197" y="392368"/>
                  </a:lnTo>
                  <a:lnTo>
                    <a:pt x="2366926" y="383902"/>
                  </a:lnTo>
                  <a:lnTo>
                    <a:pt x="2376670" y="375365"/>
                  </a:lnTo>
                  <a:lnTo>
                    <a:pt x="2386413" y="366764"/>
                  </a:lnTo>
                  <a:lnTo>
                    <a:pt x="2396157" y="358106"/>
                  </a:lnTo>
                  <a:lnTo>
                    <a:pt x="2405886" y="349402"/>
                  </a:lnTo>
                  <a:lnTo>
                    <a:pt x="2415630" y="340656"/>
                  </a:lnTo>
                  <a:lnTo>
                    <a:pt x="2425374" y="331881"/>
                  </a:lnTo>
                  <a:lnTo>
                    <a:pt x="2435118" y="323081"/>
                  </a:lnTo>
                  <a:lnTo>
                    <a:pt x="2444862" y="314266"/>
                  </a:lnTo>
                  <a:lnTo>
                    <a:pt x="2454591" y="305442"/>
                  </a:lnTo>
                  <a:lnTo>
                    <a:pt x="2464335" y="296618"/>
                  </a:lnTo>
                  <a:lnTo>
                    <a:pt x="2474079" y="287801"/>
                  </a:lnTo>
                  <a:lnTo>
                    <a:pt x="2483823" y="278998"/>
                  </a:lnTo>
                  <a:lnTo>
                    <a:pt x="2493552" y="270218"/>
                  </a:lnTo>
                  <a:lnTo>
                    <a:pt x="2503296" y="261468"/>
                  </a:lnTo>
                  <a:lnTo>
                    <a:pt x="2513040" y="252754"/>
                  </a:lnTo>
                  <a:lnTo>
                    <a:pt x="2522784" y="244083"/>
                  </a:lnTo>
                  <a:lnTo>
                    <a:pt x="2532513" y="235463"/>
                  </a:lnTo>
                  <a:lnTo>
                    <a:pt x="2542257" y="226901"/>
                  </a:lnTo>
                  <a:lnTo>
                    <a:pt x="2552001" y="218403"/>
                  </a:lnTo>
                  <a:lnTo>
                    <a:pt x="2561745" y="209976"/>
                  </a:lnTo>
                  <a:lnTo>
                    <a:pt x="2571474" y="201626"/>
                  </a:lnTo>
                  <a:lnTo>
                    <a:pt x="2581218" y="193362"/>
                  </a:lnTo>
                  <a:lnTo>
                    <a:pt x="2590962" y="185185"/>
                  </a:lnTo>
                  <a:lnTo>
                    <a:pt x="2600705" y="177107"/>
                  </a:lnTo>
                  <a:lnTo>
                    <a:pt x="2610449" y="169130"/>
                  </a:lnTo>
                  <a:lnTo>
                    <a:pt x="2620178" y="161261"/>
                  </a:lnTo>
                  <a:lnTo>
                    <a:pt x="2629922" y="153506"/>
                  </a:lnTo>
                  <a:lnTo>
                    <a:pt x="2639666" y="145871"/>
                  </a:lnTo>
                  <a:lnTo>
                    <a:pt x="2649410" y="138361"/>
                  </a:lnTo>
                  <a:lnTo>
                    <a:pt x="2659139" y="130981"/>
                  </a:lnTo>
                  <a:lnTo>
                    <a:pt x="2668883" y="123738"/>
                  </a:lnTo>
                  <a:lnTo>
                    <a:pt x="2678627" y="116635"/>
                  </a:lnTo>
                  <a:lnTo>
                    <a:pt x="2688371" y="109677"/>
                  </a:lnTo>
                  <a:lnTo>
                    <a:pt x="2698100" y="102872"/>
                  </a:lnTo>
                  <a:lnTo>
                    <a:pt x="2707844" y="96222"/>
                  </a:lnTo>
                  <a:lnTo>
                    <a:pt x="2717588" y="89732"/>
                  </a:lnTo>
                  <a:lnTo>
                    <a:pt x="2727332" y="83409"/>
                  </a:lnTo>
                  <a:lnTo>
                    <a:pt x="2737076" y="77254"/>
                  </a:lnTo>
                  <a:lnTo>
                    <a:pt x="2746805" y="71274"/>
                  </a:lnTo>
                  <a:lnTo>
                    <a:pt x="2756549" y="65472"/>
                  </a:lnTo>
                  <a:lnTo>
                    <a:pt x="2766293" y="59852"/>
                  </a:lnTo>
                  <a:lnTo>
                    <a:pt x="2776037" y="54420"/>
                  </a:lnTo>
                  <a:lnTo>
                    <a:pt x="2785766" y="49177"/>
                  </a:lnTo>
                  <a:lnTo>
                    <a:pt x="2795510" y="44129"/>
                  </a:lnTo>
                  <a:lnTo>
                    <a:pt x="2805254" y="39281"/>
                  </a:lnTo>
                  <a:lnTo>
                    <a:pt x="2814998" y="34634"/>
                  </a:lnTo>
                  <a:lnTo>
                    <a:pt x="2824727" y="30191"/>
                  </a:lnTo>
                  <a:lnTo>
                    <a:pt x="2834471" y="25958"/>
                  </a:lnTo>
                  <a:lnTo>
                    <a:pt x="2844215" y="21939"/>
                  </a:lnTo>
                  <a:lnTo>
                    <a:pt x="2853958" y="18134"/>
                  </a:lnTo>
                  <a:lnTo>
                    <a:pt x="2863687" y="14549"/>
                  </a:lnTo>
                  <a:lnTo>
                    <a:pt x="2873431" y="11185"/>
                  </a:lnTo>
                  <a:lnTo>
                    <a:pt x="2883175" y="8044"/>
                  </a:lnTo>
                  <a:lnTo>
                    <a:pt x="2892919" y="5133"/>
                  </a:lnTo>
                  <a:lnTo>
                    <a:pt x="2902663" y="2449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4" name="Freeform 853">
              <a:extLst>
                <a:ext uri="{FF2B5EF4-FFF2-40B4-BE49-F238E27FC236}">
                  <a16:creationId xmlns:a16="http://schemas.microsoft.com/office/drawing/2014/main" id="{75880D36-8B02-52C0-84E1-3343D9BE5C62}"/>
                </a:ext>
              </a:extLst>
            </p:cNvPr>
            <p:cNvSpPr/>
            <p:nvPr/>
          </p:nvSpPr>
          <p:spPr>
            <a:xfrm>
              <a:off x="576446" y="3329159"/>
              <a:ext cx="2912392" cy="376582"/>
            </a:xfrm>
            <a:custGeom>
              <a:avLst/>
              <a:gdLst>
                <a:gd name="connsiteX0" fmla="*/ 0 w 2912392"/>
                <a:gd name="connsiteY0" fmla="*/ 92970 h 376582"/>
                <a:gd name="connsiteX1" fmla="*/ 9739 w 2912392"/>
                <a:gd name="connsiteY1" fmla="*/ 86380 h 376582"/>
                <a:gd name="connsiteX2" fmla="*/ 19480 w 2912392"/>
                <a:gd name="connsiteY2" fmla="*/ 79955 h 376582"/>
                <a:gd name="connsiteX3" fmla="*/ 29221 w 2912392"/>
                <a:gd name="connsiteY3" fmla="*/ 73708 h 376582"/>
                <a:gd name="connsiteX4" fmla="*/ 38961 w 2912392"/>
                <a:gd name="connsiteY4" fmla="*/ 67652 h 376582"/>
                <a:gd name="connsiteX5" fmla="*/ 48702 w 2912392"/>
                <a:gd name="connsiteY5" fmla="*/ 61797 h 376582"/>
                <a:gd name="connsiteX6" fmla="*/ 58443 w 2912392"/>
                <a:gd name="connsiteY6" fmla="*/ 56153 h 376582"/>
                <a:gd name="connsiteX7" fmla="*/ 68182 w 2912392"/>
                <a:gd name="connsiteY7" fmla="*/ 50734 h 376582"/>
                <a:gd name="connsiteX8" fmla="*/ 77923 w 2912392"/>
                <a:gd name="connsiteY8" fmla="*/ 45549 h 376582"/>
                <a:gd name="connsiteX9" fmla="*/ 87664 w 2912392"/>
                <a:gd name="connsiteY9" fmla="*/ 40609 h 376582"/>
                <a:gd name="connsiteX10" fmla="*/ 97404 w 2912392"/>
                <a:gd name="connsiteY10" fmla="*/ 35920 h 376582"/>
                <a:gd name="connsiteX11" fmla="*/ 107145 w 2912392"/>
                <a:gd name="connsiteY11" fmla="*/ 31493 h 376582"/>
                <a:gd name="connsiteX12" fmla="*/ 116886 w 2912392"/>
                <a:gd name="connsiteY12" fmla="*/ 27335 h 376582"/>
                <a:gd name="connsiteX13" fmla="*/ 126625 w 2912392"/>
                <a:gd name="connsiteY13" fmla="*/ 23454 h 376582"/>
                <a:gd name="connsiteX14" fmla="*/ 136366 w 2912392"/>
                <a:gd name="connsiteY14" fmla="*/ 19854 h 376582"/>
                <a:gd name="connsiteX15" fmla="*/ 146107 w 2912392"/>
                <a:gd name="connsiteY15" fmla="*/ 16544 h 376582"/>
                <a:gd name="connsiteX16" fmla="*/ 155846 w 2912392"/>
                <a:gd name="connsiteY16" fmla="*/ 13527 h 376582"/>
                <a:gd name="connsiteX17" fmla="*/ 165587 w 2912392"/>
                <a:gd name="connsiteY17" fmla="*/ 10806 h 376582"/>
                <a:gd name="connsiteX18" fmla="*/ 175328 w 2912392"/>
                <a:gd name="connsiteY18" fmla="*/ 8388 h 376582"/>
                <a:gd name="connsiteX19" fmla="*/ 185068 w 2912392"/>
                <a:gd name="connsiteY19" fmla="*/ 6273 h 376582"/>
                <a:gd name="connsiteX20" fmla="*/ 194809 w 2912392"/>
                <a:gd name="connsiteY20" fmla="*/ 4462 h 376582"/>
                <a:gd name="connsiteX21" fmla="*/ 204550 w 2912392"/>
                <a:gd name="connsiteY21" fmla="*/ 2958 h 376582"/>
                <a:gd name="connsiteX22" fmla="*/ 214289 w 2912392"/>
                <a:gd name="connsiteY22" fmla="*/ 1761 h 376582"/>
                <a:gd name="connsiteX23" fmla="*/ 224030 w 2912392"/>
                <a:gd name="connsiteY23" fmla="*/ 870 h 376582"/>
                <a:gd name="connsiteX24" fmla="*/ 233771 w 2912392"/>
                <a:gd name="connsiteY24" fmla="*/ 283 h 376582"/>
                <a:gd name="connsiteX25" fmla="*/ 243510 w 2912392"/>
                <a:gd name="connsiteY25" fmla="*/ 0 h 376582"/>
                <a:gd name="connsiteX26" fmla="*/ 253251 w 2912392"/>
                <a:gd name="connsiteY26" fmla="*/ 16 h 376582"/>
                <a:gd name="connsiteX27" fmla="*/ 262992 w 2912392"/>
                <a:gd name="connsiteY27" fmla="*/ 329 h 376582"/>
                <a:gd name="connsiteX28" fmla="*/ 272732 w 2912392"/>
                <a:gd name="connsiteY28" fmla="*/ 934 h 376582"/>
                <a:gd name="connsiteX29" fmla="*/ 282473 w 2912392"/>
                <a:gd name="connsiteY29" fmla="*/ 1825 h 376582"/>
                <a:gd name="connsiteX30" fmla="*/ 292214 w 2912392"/>
                <a:gd name="connsiteY30" fmla="*/ 2998 h 376582"/>
                <a:gd name="connsiteX31" fmla="*/ 301953 w 2912392"/>
                <a:gd name="connsiteY31" fmla="*/ 4446 h 376582"/>
                <a:gd name="connsiteX32" fmla="*/ 311694 w 2912392"/>
                <a:gd name="connsiteY32" fmla="*/ 6161 h 376582"/>
                <a:gd name="connsiteX33" fmla="*/ 321435 w 2912392"/>
                <a:gd name="connsiteY33" fmla="*/ 8135 h 376582"/>
                <a:gd name="connsiteX34" fmla="*/ 331175 w 2912392"/>
                <a:gd name="connsiteY34" fmla="*/ 10361 h 376582"/>
                <a:gd name="connsiteX35" fmla="*/ 340916 w 2912392"/>
                <a:gd name="connsiteY35" fmla="*/ 12830 h 376582"/>
                <a:gd name="connsiteX36" fmla="*/ 350656 w 2912392"/>
                <a:gd name="connsiteY36" fmla="*/ 15532 h 376582"/>
                <a:gd name="connsiteX37" fmla="*/ 360396 w 2912392"/>
                <a:gd name="connsiteY37" fmla="*/ 18457 h 376582"/>
                <a:gd name="connsiteX38" fmla="*/ 370137 w 2912392"/>
                <a:gd name="connsiteY38" fmla="*/ 21593 h 376582"/>
                <a:gd name="connsiteX39" fmla="*/ 379878 w 2912392"/>
                <a:gd name="connsiteY39" fmla="*/ 24934 h 376582"/>
                <a:gd name="connsiteX40" fmla="*/ 389617 w 2912392"/>
                <a:gd name="connsiteY40" fmla="*/ 28463 h 376582"/>
                <a:gd name="connsiteX41" fmla="*/ 399358 w 2912392"/>
                <a:gd name="connsiteY41" fmla="*/ 32171 h 376582"/>
                <a:gd name="connsiteX42" fmla="*/ 409099 w 2912392"/>
                <a:gd name="connsiteY42" fmla="*/ 36045 h 376582"/>
                <a:gd name="connsiteX43" fmla="*/ 418839 w 2912392"/>
                <a:gd name="connsiteY43" fmla="*/ 40075 h 376582"/>
                <a:gd name="connsiteX44" fmla="*/ 428580 w 2912392"/>
                <a:gd name="connsiteY44" fmla="*/ 44247 h 376582"/>
                <a:gd name="connsiteX45" fmla="*/ 438321 w 2912392"/>
                <a:gd name="connsiteY45" fmla="*/ 48548 h 376582"/>
                <a:gd name="connsiteX46" fmla="*/ 448060 w 2912392"/>
                <a:gd name="connsiteY46" fmla="*/ 52966 h 376582"/>
                <a:gd name="connsiteX47" fmla="*/ 457801 w 2912392"/>
                <a:gd name="connsiteY47" fmla="*/ 57488 h 376582"/>
                <a:gd name="connsiteX48" fmla="*/ 467542 w 2912392"/>
                <a:gd name="connsiteY48" fmla="*/ 62100 h 376582"/>
                <a:gd name="connsiteX49" fmla="*/ 477281 w 2912392"/>
                <a:gd name="connsiteY49" fmla="*/ 66791 h 376582"/>
                <a:gd name="connsiteX50" fmla="*/ 487022 w 2912392"/>
                <a:gd name="connsiteY50" fmla="*/ 71546 h 376582"/>
                <a:gd name="connsiteX51" fmla="*/ 496763 w 2912392"/>
                <a:gd name="connsiteY51" fmla="*/ 76353 h 376582"/>
                <a:gd name="connsiteX52" fmla="*/ 506503 w 2912392"/>
                <a:gd name="connsiteY52" fmla="*/ 81198 h 376582"/>
                <a:gd name="connsiteX53" fmla="*/ 516244 w 2912392"/>
                <a:gd name="connsiteY53" fmla="*/ 86071 h 376582"/>
                <a:gd name="connsiteX54" fmla="*/ 525985 w 2912392"/>
                <a:gd name="connsiteY54" fmla="*/ 90957 h 376582"/>
                <a:gd name="connsiteX55" fmla="*/ 535724 w 2912392"/>
                <a:gd name="connsiteY55" fmla="*/ 95847 h 376582"/>
                <a:gd name="connsiteX56" fmla="*/ 545465 w 2912392"/>
                <a:gd name="connsiteY56" fmla="*/ 100725 h 376582"/>
                <a:gd name="connsiteX57" fmla="*/ 555206 w 2912392"/>
                <a:gd name="connsiteY57" fmla="*/ 105580 h 376582"/>
                <a:gd name="connsiteX58" fmla="*/ 564946 w 2912392"/>
                <a:gd name="connsiteY58" fmla="*/ 110405 h 376582"/>
                <a:gd name="connsiteX59" fmla="*/ 574687 w 2912392"/>
                <a:gd name="connsiteY59" fmla="*/ 115184 h 376582"/>
                <a:gd name="connsiteX60" fmla="*/ 584428 w 2912392"/>
                <a:gd name="connsiteY60" fmla="*/ 119909 h 376582"/>
                <a:gd name="connsiteX61" fmla="*/ 594167 w 2912392"/>
                <a:gd name="connsiteY61" fmla="*/ 124569 h 376582"/>
                <a:gd name="connsiteX62" fmla="*/ 603908 w 2912392"/>
                <a:gd name="connsiteY62" fmla="*/ 129155 h 376582"/>
                <a:gd name="connsiteX63" fmla="*/ 613649 w 2912392"/>
                <a:gd name="connsiteY63" fmla="*/ 133657 h 376582"/>
                <a:gd name="connsiteX64" fmla="*/ 623388 w 2912392"/>
                <a:gd name="connsiteY64" fmla="*/ 138069 h 376582"/>
                <a:gd name="connsiteX65" fmla="*/ 633129 w 2912392"/>
                <a:gd name="connsiteY65" fmla="*/ 142379 h 376582"/>
                <a:gd name="connsiteX66" fmla="*/ 642870 w 2912392"/>
                <a:gd name="connsiteY66" fmla="*/ 146584 h 376582"/>
                <a:gd name="connsiteX67" fmla="*/ 652610 w 2912392"/>
                <a:gd name="connsiteY67" fmla="*/ 150672 h 376582"/>
                <a:gd name="connsiteX68" fmla="*/ 662351 w 2912392"/>
                <a:gd name="connsiteY68" fmla="*/ 154640 h 376582"/>
                <a:gd name="connsiteX69" fmla="*/ 672092 w 2912392"/>
                <a:gd name="connsiteY69" fmla="*/ 158481 h 376582"/>
                <a:gd name="connsiteX70" fmla="*/ 681831 w 2912392"/>
                <a:gd name="connsiteY70" fmla="*/ 162190 h 376582"/>
                <a:gd name="connsiteX71" fmla="*/ 691572 w 2912392"/>
                <a:gd name="connsiteY71" fmla="*/ 165763 h 376582"/>
                <a:gd name="connsiteX72" fmla="*/ 701313 w 2912392"/>
                <a:gd name="connsiteY72" fmla="*/ 169194 h 376582"/>
                <a:gd name="connsiteX73" fmla="*/ 711052 w 2912392"/>
                <a:gd name="connsiteY73" fmla="*/ 172483 h 376582"/>
                <a:gd name="connsiteX74" fmla="*/ 720793 w 2912392"/>
                <a:gd name="connsiteY74" fmla="*/ 175625 h 376582"/>
                <a:gd name="connsiteX75" fmla="*/ 730534 w 2912392"/>
                <a:gd name="connsiteY75" fmla="*/ 178618 h 376582"/>
                <a:gd name="connsiteX76" fmla="*/ 740274 w 2912392"/>
                <a:gd name="connsiteY76" fmla="*/ 181462 h 376582"/>
                <a:gd name="connsiteX77" fmla="*/ 750015 w 2912392"/>
                <a:gd name="connsiteY77" fmla="*/ 184153 h 376582"/>
                <a:gd name="connsiteX78" fmla="*/ 759756 w 2912392"/>
                <a:gd name="connsiteY78" fmla="*/ 186695 h 376582"/>
                <a:gd name="connsiteX79" fmla="*/ 769495 w 2912392"/>
                <a:gd name="connsiteY79" fmla="*/ 189084 h 376582"/>
                <a:gd name="connsiteX80" fmla="*/ 779236 w 2912392"/>
                <a:gd name="connsiteY80" fmla="*/ 191324 h 376582"/>
                <a:gd name="connsiteX81" fmla="*/ 788977 w 2912392"/>
                <a:gd name="connsiteY81" fmla="*/ 193414 h 376582"/>
                <a:gd name="connsiteX82" fmla="*/ 798717 w 2912392"/>
                <a:gd name="connsiteY82" fmla="*/ 195358 h 376582"/>
                <a:gd name="connsiteX83" fmla="*/ 808458 w 2912392"/>
                <a:gd name="connsiteY83" fmla="*/ 197158 h 376582"/>
                <a:gd name="connsiteX84" fmla="*/ 818199 w 2912392"/>
                <a:gd name="connsiteY84" fmla="*/ 198817 h 376582"/>
                <a:gd name="connsiteX85" fmla="*/ 827938 w 2912392"/>
                <a:gd name="connsiteY85" fmla="*/ 200336 h 376582"/>
                <a:gd name="connsiteX86" fmla="*/ 837679 w 2912392"/>
                <a:gd name="connsiteY86" fmla="*/ 201722 h 376582"/>
                <a:gd name="connsiteX87" fmla="*/ 847420 w 2912392"/>
                <a:gd name="connsiteY87" fmla="*/ 202978 h 376582"/>
                <a:gd name="connsiteX88" fmla="*/ 857159 w 2912392"/>
                <a:gd name="connsiteY88" fmla="*/ 204110 h 376582"/>
                <a:gd name="connsiteX89" fmla="*/ 866900 w 2912392"/>
                <a:gd name="connsiteY89" fmla="*/ 205120 h 376582"/>
                <a:gd name="connsiteX90" fmla="*/ 876641 w 2912392"/>
                <a:gd name="connsiteY90" fmla="*/ 206017 h 376582"/>
                <a:gd name="connsiteX91" fmla="*/ 886381 w 2912392"/>
                <a:gd name="connsiteY91" fmla="*/ 206805 h 376582"/>
                <a:gd name="connsiteX92" fmla="*/ 896122 w 2912392"/>
                <a:gd name="connsiteY92" fmla="*/ 207491 h 376582"/>
                <a:gd name="connsiteX93" fmla="*/ 905863 w 2912392"/>
                <a:gd name="connsiteY93" fmla="*/ 208079 h 376582"/>
                <a:gd name="connsiteX94" fmla="*/ 915602 w 2912392"/>
                <a:gd name="connsiteY94" fmla="*/ 208578 h 376582"/>
                <a:gd name="connsiteX95" fmla="*/ 925343 w 2912392"/>
                <a:gd name="connsiteY95" fmla="*/ 208994 h 376582"/>
                <a:gd name="connsiteX96" fmla="*/ 935084 w 2912392"/>
                <a:gd name="connsiteY96" fmla="*/ 209332 h 376582"/>
                <a:gd name="connsiteX97" fmla="*/ 944824 w 2912392"/>
                <a:gd name="connsiteY97" fmla="*/ 209602 h 376582"/>
                <a:gd name="connsiteX98" fmla="*/ 954564 w 2912392"/>
                <a:gd name="connsiteY98" fmla="*/ 209810 h 376582"/>
                <a:gd name="connsiteX99" fmla="*/ 964305 w 2912392"/>
                <a:gd name="connsiteY99" fmla="*/ 209964 h 376582"/>
                <a:gd name="connsiteX100" fmla="*/ 974045 w 2912392"/>
                <a:gd name="connsiteY100" fmla="*/ 210068 h 376582"/>
                <a:gd name="connsiteX101" fmla="*/ 983786 w 2912392"/>
                <a:gd name="connsiteY101" fmla="*/ 210134 h 376582"/>
                <a:gd name="connsiteX102" fmla="*/ 993522 w 2912392"/>
                <a:gd name="connsiteY102" fmla="*/ 210165 h 376582"/>
                <a:gd name="connsiteX103" fmla="*/ 1003266 w 2912392"/>
                <a:gd name="connsiteY103" fmla="*/ 210171 h 376582"/>
                <a:gd name="connsiteX104" fmla="*/ 1013010 w 2912392"/>
                <a:gd name="connsiteY104" fmla="*/ 210158 h 376582"/>
                <a:gd name="connsiteX105" fmla="*/ 1022754 w 2912392"/>
                <a:gd name="connsiteY105" fmla="*/ 210134 h 376582"/>
                <a:gd name="connsiteX106" fmla="*/ 1032483 w 2912392"/>
                <a:gd name="connsiteY106" fmla="*/ 210104 h 376582"/>
                <a:gd name="connsiteX107" fmla="*/ 1042227 w 2912392"/>
                <a:gd name="connsiteY107" fmla="*/ 210077 h 376582"/>
                <a:gd name="connsiteX108" fmla="*/ 1051971 w 2912392"/>
                <a:gd name="connsiteY108" fmla="*/ 210058 h 376582"/>
                <a:gd name="connsiteX109" fmla="*/ 1061715 w 2912392"/>
                <a:gd name="connsiteY109" fmla="*/ 210055 h 376582"/>
                <a:gd name="connsiteX110" fmla="*/ 1071444 w 2912392"/>
                <a:gd name="connsiteY110" fmla="*/ 210071 h 376582"/>
                <a:gd name="connsiteX111" fmla="*/ 1081188 w 2912392"/>
                <a:gd name="connsiteY111" fmla="*/ 210117 h 376582"/>
                <a:gd name="connsiteX112" fmla="*/ 1090932 w 2912392"/>
                <a:gd name="connsiteY112" fmla="*/ 210195 h 376582"/>
                <a:gd name="connsiteX113" fmla="*/ 1100676 w 2912392"/>
                <a:gd name="connsiteY113" fmla="*/ 210311 h 376582"/>
                <a:gd name="connsiteX114" fmla="*/ 1110405 w 2912392"/>
                <a:gd name="connsiteY114" fmla="*/ 210472 h 376582"/>
                <a:gd name="connsiteX115" fmla="*/ 1120149 w 2912392"/>
                <a:gd name="connsiteY115" fmla="*/ 210682 h 376582"/>
                <a:gd name="connsiteX116" fmla="*/ 1129893 w 2912392"/>
                <a:gd name="connsiteY116" fmla="*/ 210944 h 376582"/>
                <a:gd name="connsiteX117" fmla="*/ 1139637 w 2912392"/>
                <a:gd name="connsiteY117" fmla="*/ 211265 h 376582"/>
                <a:gd name="connsiteX118" fmla="*/ 1149381 w 2912392"/>
                <a:gd name="connsiteY118" fmla="*/ 211646 h 376582"/>
                <a:gd name="connsiteX119" fmla="*/ 1159110 w 2912392"/>
                <a:gd name="connsiteY119" fmla="*/ 212093 h 376582"/>
                <a:gd name="connsiteX120" fmla="*/ 1168854 w 2912392"/>
                <a:gd name="connsiteY120" fmla="*/ 212608 h 376582"/>
                <a:gd name="connsiteX121" fmla="*/ 1178598 w 2912392"/>
                <a:gd name="connsiteY121" fmla="*/ 213196 h 376582"/>
                <a:gd name="connsiteX122" fmla="*/ 1188341 w 2912392"/>
                <a:gd name="connsiteY122" fmla="*/ 213856 h 376582"/>
                <a:gd name="connsiteX123" fmla="*/ 1198070 w 2912392"/>
                <a:gd name="connsiteY123" fmla="*/ 214593 h 376582"/>
                <a:gd name="connsiteX124" fmla="*/ 1207814 w 2912392"/>
                <a:gd name="connsiteY124" fmla="*/ 215408 h 376582"/>
                <a:gd name="connsiteX125" fmla="*/ 1217558 w 2912392"/>
                <a:gd name="connsiteY125" fmla="*/ 216302 h 376582"/>
                <a:gd name="connsiteX126" fmla="*/ 1227302 w 2912392"/>
                <a:gd name="connsiteY126" fmla="*/ 217276 h 376582"/>
                <a:gd name="connsiteX127" fmla="*/ 1237031 w 2912392"/>
                <a:gd name="connsiteY127" fmla="*/ 218334 h 376582"/>
                <a:gd name="connsiteX128" fmla="*/ 1246775 w 2912392"/>
                <a:gd name="connsiteY128" fmla="*/ 219472 h 376582"/>
                <a:gd name="connsiteX129" fmla="*/ 1256519 w 2912392"/>
                <a:gd name="connsiteY129" fmla="*/ 220693 h 376582"/>
                <a:gd name="connsiteX130" fmla="*/ 1266263 w 2912392"/>
                <a:gd name="connsiteY130" fmla="*/ 221995 h 376582"/>
                <a:gd name="connsiteX131" fmla="*/ 1276007 w 2912392"/>
                <a:gd name="connsiteY131" fmla="*/ 223379 h 376582"/>
                <a:gd name="connsiteX132" fmla="*/ 1285736 w 2912392"/>
                <a:gd name="connsiteY132" fmla="*/ 224842 h 376582"/>
                <a:gd name="connsiteX133" fmla="*/ 1295480 w 2912392"/>
                <a:gd name="connsiteY133" fmla="*/ 226386 h 376582"/>
                <a:gd name="connsiteX134" fmla="*/ 1305224 w 2912392"/>
                <a:gd name="connsiteY134" fmla="*/ 228005 h 376582"/>
                <a:gd name="connsiteX135" fmla="*/ 1314968 w 2912392"/>
                <a:gd name="connsiteY135" fmla="*/ 229701 h 376582"/>
                <a:gd name="connsiteX136" fmla="*/ 1324697 w 2912392"/>
                <a:gd name="connsiteY136" fmla="*/ 231471 h 376582"/>
                <a:gd name="connsiteX137" fmla="*/ 1334441 w 2912392"/>
                <a:gd name="connsiteY137" fmla="*/ 233311 h 376582"/>
                <a:gd name="connsiteX138" fmla="*/ 1344185 w 2912392"/>
                <a:gd name="connsiteY138" fmla="*/ 235219 h 376582"/>
                <a:gd name="connsiteX139" fmla="*/ 1353929 w 2912392"/>
                <a:gd name="connsiteY139" fmla="*/ 237193 h 376582"/>
                <a:gd name="connsiteX140" fmla="*/ 1363658 w 2912392"/>
                <a:gd name="connsiteY140" fmla="*/ 239230 h 376582"/>
                <a:gd name="connsiteX141" fmla="*/ 1373402 w 2912392"/>
                <a:gd name="connsiteY141" fmla="*/ 241326 h 376582"/>
                <a:gd name="connsiteX142" fmla="*/ 1383146 w 2912392"/>
                <a:gd name="connsiteY142" fmla="*/ 243476 h 376582"/>
                <a:gd name="connsiteX143" fmla="*/ 1392890 w 2912392"/>
                <a:gd name="connsiteY143" fmla="*/ 245678 h 376582"/>
                <a:gd name="connsiteX144" fmla="*/ 1402619 w 2912392"/>
                <a:gd name="connsiteY144" fmla="*/ 247928 h 376582"/>
                <a:gd name="connsiteX145" fmla="*/ 1412363 w 2912392"/>
                <a:gd name="connsiteY145" fmla="*/ 250221 h 376582"/>
                <a:gd name="connsiteX146" fmla="*/ 1422106 w 2912392"/>
                <a:gd name="connsiteY146" fmla="*/ 252553 h 376582"/>
                <a:gd name="connsiteX147" fmla="*/ 1431850 w 2912392"/>
                <a:gd name="connsiteY147" fmla="*/ 254920 h 376582"/>
                <a:gd name="connsiteX148" fmla="*/ 1441594 w 2912392"/>
                <a:gd name="connsiteY148" fmla="*/ 257316 h 376582"/>
                <a:gd name="connsiteX149" fmla="*/ 1451323 w 2912392"/>
                <a:gd name="connsiteY149" fmla="*/ 259737 h 376582"/>
                <a:gd name="connsiteX150" fmla="*/ 1461067 w 2912392"/>
                <a:gd name="connsiteY150" fmla="*/ 262179 h 376582"/>
                <a:gd name="connsiteX151" fmla="*/ 1470811 w 2912392"/>
                <a:gd name="connsiteY151" fmla="*/ 264637 h 376582"/>
                <a:gd name="connsiteX152" fmla="*/ 1480555 w 2912392"/>
                <a:gd name="connsiteY152" fmla="*/ 267105 h 376582"/>
                <a:gd name="connsiteX153" fmla="*/ 1490284 w 2912392"/>
                <a:gd name="connsiteY153" fmla="*/ 269578 h 376582"/>
                <a:gd name="connsiteX154" fmla="*/ 1500028 w 2912392"/>
                <a:gd name="connsiteY154" fmla="*/ 272051 h 376582"/>
                <a:gd name="connsiteX155" fmla="*/ 1509772 w 2912392"/>
                <a:gd name="connsiteY155" fmla="*/ 274521 h 376582"/>
                <a:gd name="connsiteX156" fmla="*/ 1519516 w 2912392"/>
                <a:gd name="connsiteY156" fmla="*/ 276980 h 376582"/>
                <a:gd name="connsiteX157" fmla="*/ 1529245 w 2912392"/>
                <a:gd name="connsiteY157" fmla="*/ 279424 h 376582"/>
                <a:gd name="connsiteX158" fmla="*/ 1538989 w 2912392"/>
                <a:gd name="connsiteY158" fmla="*/ 281850 h 376582"/>
                <a:gd name="connsiteX159" fmla="*/ 1548733 w 2912392"/>
                <a:gd name="connsiteY159" fmla="*/ 284249 h 376582"/>
                <a:gd name="connsiteX160" fmla="*/ 1558477 w 2912392"/>
                <a:gd name="connsiteY160" fmla="*/ 286619 h 376582"/>
                <a:gd name="connsiteX161" fmla="*/ 1568221 w 2912392"/>
                <a:gd name="connsiteY161" fmla="*/ 288954 h 376582"/>
                <a:gd name="connsiteX162" fmla="*/ 1577950 w 2912392"/>
                <a:gd name="connsiteY162" fmla="*/ 291248 h 376582"/>
                <a:gd name="connsiteX163" fmla="*/ 1587694 w 2912392"/>
                <a:gd name="connsiteY163" fmla="*/ 293500 h 376582"/>
                <a:gd name="connsiteX164" fmla="*/ 1597438 w 2912392"/>
                <a:gd name="connsiteY164" fmla="*/ 295700 h 376582"/>
                <a:gd name="connsiteX165" fmla="*/ 1607182 w 2912392"/>
                <a:gd name="connsiteY165" fmla="*/ 297847 h 376582"/>
                <a:gd name="connsiteX166" fmla="*/ 1616911 w 2912392"/>
                <a:gd name="connsiteY166" fmla="*/ 299936 h 376582"/>
                <a:gd name="connsiteX167" fmla="*/ 1626655 w 2912392"/>
                <a:gd name="connsiteY167" fmla="*/ 301962 h 376582"/>
                <a:gd name="connsiteX168" fmla="*/ 1636399 w 2912392"/>
                <a:gd name="connsiteY168" fmla="*/ 303921 h 376582"/>
                <a:gd name="connsiteX169" fmla="*/ 1646142 w 2912392"/>
                <a:gd name="connsiteY169" fmla="*/ 305809 h 376582"/>
                <a:gd name="connsiteX170" fmla="*/ 1655872 w 2912392"/>
                <a:gd name="connsiteY170" fmla="*/ 307621 h 376582"/>
                <a:gd name="connsiteX171" fmla="*/ 1665616 w 2912392"/>
                <a:gd name="connsiteY171" fmla="*/ 309354 h 376582"/>
                <a:gd name="connsiteX172" fmla="*/ 1675359 w 2912392"/>
                <a:gd name="connsiteY172" fmla="*/ 311004 h 376582"/>
                <a:gd name="connsiteX173" fmla="*/ 1685103 w 2912392"/>
                <a:gd name="connsiteY173" fmla="*/ 312569 h 376582"/>
                <a:gd name="connsiteX174" fmla="*/ 1694832 w 2912392"/>
                <a:gd name="connsiteY174" fmla="*/ 314044 h 376582"/>
                <a:gd name="connsiteX175" fmla="*/ 1704576 w 2912392"/>
                <a:gd name="connsiteY175" fmla="*/ 315425 h 376582"/>
                <a:gd name="connsiteX176" fmla="*/ 1714320 w 2912392"/>
                <a:gd name="connsiteY176" fmla="*/ 316712 h 376582"/>
                <a:gd name="connsiteX177" fmla="*/ 1724064 w 2912392"/>
                <a:gd name="connsiteY177" fmla="*/ 317901 h 376582"/>
                <a:gd name="connsiteX178" fmla="*/ 1733808 w 2912392"/>
                <a:gd name="connsiteY178" fmla="*/ 318989 h 376582"/>
                <a:gd name="connsiteX179" fmla="*/ 1743537 w 2912392"/>
                <a:gd name="connsiteY179" fmla="*/ 319974 h 376582"/>
                <a:gd name="connsiteX180" fmla="*/ 1753281 w 2912392"/>
                <a:gd name="connsiteY180" fmla="*/ 320853 h 376582"/>
                <a:gd name="connsiteX181" fmla="*/ 1763025 w 2912392"/>
                <a:gd name="connsiteY181" fmla="*/ 321626 h 376582"/>
                <a:gd name="connsiteX182" fmla="*/ 1772769 w 2912392"/>
                <a:gd name="connsiteY182" fmla="*/ 322290 h 376582"/>
                <a:gd name="connsiteX183" fmla="*/ 1782498 w 2912392"/>
                <a:gd name="connsiteY183" fmla="*/ 322845 h 376582"/>
                <a:gd name="connsiteX184" fmla="*/ 1792242 w 2912392"/>
                <a:gd name="connsiteY184" fmla="*/ 323287 h 376582"/>
                <a:gd name="connsiteX185" fmla="*/ 1801986 w 2912392"/>
                <a:gd name="connsiteY185" fmla="*/ 323618 h 376582"/>
                <a:gd name="connsiteX186" fmla="*/ 1811730 w 2912392"/>
                <a:gd name="connsiteY186" fmla="*/ 323837 h 376582"/>
                <a:gd name="connsiteX187" fmla="*/ 1821459 w 2912392"/>
                <a:gd name="connsiteY187" fmla="*/ 323943 h 376582"/>
                <a:gd name="connsiteX188" fmla="*/ 1831203 w 2912392"/>
                <a:gd name="connsiteY188" fmla="*/ 323935 h 376582"/>
                <a:gd name="connsiteX189" fmla="*/ 1840947 w 2912392"/>
                <a:gd name="connsiteY189" fmla="*/ 323813 h 376582"/>
                <a:gd name="connsiteX190" fmla="*/ 1850691 w 2912392"/>
                <a:gd name="connsiteY190" fmla="*/ 323579 h 376582"/>
                <a:gd name="connsiteX191" fmla="*/ 1860435 w 2912392"/>
                <a:gd name="connsiteY191" fmla="*/ 323233 h 376582"/>
                <a:gd name="connsiteX192" fmla="*/ 1870164 w 2912392"/>
                <a:gd name="connsiteY192" fmla="*/ 322775 h 376582"/>
                <a:gd name="connsiteX193" fmla="*/ 1879908 w 2912392"/>
                <a:gd name="connsiteY193" fmla="*/ 322205 h 376582"/>
                <a:gd name="connsiteX194" fmla="*/ 1889652 w 2912392"/>
                <a:gd name="connsiteY194" fmla="*/ 321528 h 376582"/>
                <a:gd name="connsiteX195" fmla="*/ 1899395 w 2912392"/>
                <a:gd name="connsiteY195" fmla="*/ 320742 h 376582"/>
                <a:gd name="connsiteX196" fmla="*/ 1909124 w 2912392"/>
                <a:gd name="connsiteY196" fmla="*/ 319850 h 376582"/>
                <a:gd name="connsiteX197" fmla="*/ 1918868 w 2912392"/>
                <a:gd name="connsiteY197" fmla="*/ 318855 h 376582"/>
                <a:gd name="connsiteX198" fmla="*/ 1928612 w 2912392"/>
                <a:gd name="connsiteY198" fmla="*/ 317757 h 376582"/>
                <a:gd name="connsiteX199" fmla="*/ 1938356 w 2912392"/>
                <a:gd name="connsiteY199" fmla="*/ 316560 h 376582"/>
                <a:gd name="connsiteX200" fmla="*/ 1948085 w 2912392"/>
                <a:gd name="connsiteY200" fmla="*/ 315267 h 376582"/>
                <a:gd name="connsiteX201" fmla="*/ 1957829 w 2912392"/>
                <a:gd name="connsiteY201" fmla="*/ 313878 h 376582"/>
                <a:gd name="connsiteX202" fmla="*/ 1967573 w 2912392"/>
                <a:gd name="connsiteY202" fmla="*/ 312400 h 376582"/>
                <a:gd name="connsiteX203" fmla="*/ 1977317 w 2912392"/>
                <a:gd name="connsiteY203" fmla="*/ 310836 h 376582"/>
                <a:gd name="connsiteX204" fmla="*/ 1987046 w 2912392"/>
                <a:gd name="connsiteY204" fmla="*/ 309187 h 376582"/>
                <a:gd name="connsiteX205" fmla="*/ 1996790 w 2912392"/>
                <a:gd name="connsiteY205" fmla="*/ 307458 h 376582"/>
                <a:gd name="connsiteX206" fmla="*/ 2006534 w 2912392"/>
                <a:gd name="connsiteY206" fmla="*/ 305654 h 376582"/>
                <a:gd name="connsiteX207" fmla="*/ 2016278 w 2912392"/>
                <a:gd name="connsiteY207" fmla="*/ 303777 h 376582"/>
                <a:gd name="connsiteX208" fmla="*/ 2026022 w 2912392"/>
                <a:gd name="connsiteY208" fmla="*/ 301833 h 376582"/>
                <a:gd name="connsiteX209" fmla="*/ 2035751 w 2912392"/>
                <a:gd name="connsiteY209" fmla="*/ 299826 h 376582"/>
                <a:gd name="connsiteX210" fmla="*/ 2045495 w 2912392"/>
                <a:gd name="connsiteY210" fmla="*/ 297759 h 376582"/>
                <a:gd name="connsiteX211" fmla="*/ 2055239 w 2912392"/>
                <a:gd name="connsiteY211" fmla="*/ 295641 h 376582"/>
                <a:gd name="connsiteX212" fmla="*/ 2064983 w 2912392"/>
                <a:gd name="connsiteY212" fmla="*/ 293473 h 376582"/>
                <a:gd name="connsiteX213" fmla="*/ 2074712 w 2912392"/>
                <a:gd name="connsiteY213" fmla="*/ 291262 h 376582"/>
                <a:gd name="connsiteX214" fmla="*/ 2084456 w 2912392"/>
                <a:gd name="connsiteY214" fmla="*/ 289012 h 376582"/>
                <a:gd name="connsiteX215" fmla="*/ 2094200 w 2912392"/>
                <a:gd name="connsiteY215" fmla="*/ 286731 h 376582"/>
                <a:gd name="connsiteX216" fmla="*/ 2103944 w 2912392"/>
                <a:gd name="connsiteY216" fmla="*/ 284422 h 376582"/>
                <a:gd name="connsiteX217" fmla="*/ 2113673 w 2912392"/>
                <a:gd name="connsiteY217" fmla="*/ 282090 h 376582"/>
                <a:gd name="connsiteX218" fmla="*/ 2123417 w 2912392"/>
                <a:gd name="connsiteY218" fmla="*/ 279742 h 376582"/>
                <a:gd name="connsiteX219" fmla="*/ 2133161 w 2912392"/>
                <a:gd name="connsiteY219" fmla="*/ 277385 h 376582"/>
                <a:gd name="connsiteX220" fmla="*/ 2142905 w 2912392"/>
                <a:gd name="connsiteY220" fmla="*/ 275022 h 376582"/>
                <a:gd name="connsiteX221" fmla="*/ 2152649 w 2912392"/>
                <a:gd name="connsiteY221" fmla="*/ 272662 h 376582"/>
                <a:gd name="connsiteX222" fmla="*/ 2162377 w 2912392"/>
                <a:gd name="connsiteY222" fmla="*/ 270308 h 376582"/>
                <a:gd name="connsiteX223" fmla="*/ 2172121 w 2912392"/>
                <a:gd name="connsiteY223" fmla="*/ 267967 h 376582"/>
                <a:gd name="connsiteX224" fmla="*/ 2181865 w 2912392"/>
                <a:gd name="connsiteY224" fmla="*/ 265646 h 376582"/>
                <a:gd name="connsiteX225" fmla="*/ 2191609 w 2912392"/>
                <a:gd name="connsiteY225" fmla="*/ 263350 h 376582"/>
                <a:gd name="connsiteX226" fmla="*/ 2201338 w 2912392"/>
                <a:gd name="connsiteY226" fmla="*/ 261085 h 376582"/>
                <a:gd name="connsiteX227" fmla="*/ 2211082 w 2912392"/>
                <a:gd name="connsiteY227" fmla="*/ 258858 h 376582"/>
                <a:gd name="connsiteX228" fmla="*/ 2220826 w 2912392"/>
                <a:gd name="connsiteY228" fmla="*/ 256674 h 376582"/>
                <a:gd name="connsiteX229" fmla="*/ 2230570 w 2912392"/>
                <a:gd name="connsiteY229" fmla="*/ 254539 h 376582"/>
                <a:gd name="connsiteX230" fmla="*/ 2240299 w 2912392"/>
                <a:gd name="connsiteY230" fmla="*/ 252459 h 376582"/>
                <a:gd name="connsiteX231" fmla="*/ 2250043 w 2912392"/>
                <a:gd name="connsiteY231" fmla="*/ 250440 h 376582"/>
                <a:gd name="connsiteX232" fmla="*/ 2259787 w 2912392"/>
                <a:gd name="connsiteY232" fmla="*/ 248487 h 376582"/>
                <a:gd name="connsiteX233" fmla="*/ 2269531 w 2912392"/>
                <a:gd name="connsiteY233" fmla="*/ 246608 h 376582"/>
                <a:gd name="connsiteX234" fmla="*/ 2279260 w 2912392"/>
                <a:gd name="connsiteY234" fmla="*/ 244805 h 376582"/>
                <a:gd name="connsiteX235" fmla="*/ 2289004 w 2912392"/>
                <a:gd name="connsiteY235" fmla="*/ 243087 h 376582"/>
                <a:gd name="connsiteX236" fmla="*/ 2298748 w 2912392"/>
                <a:gd name="connsiteY236" fmla="*/ 241459 h 376582"/>
                <a:gd name="connsiteX237" fmla="*/ 2308492 w 2912392"/>
                <a:gd name="connsiteY237" fmla="*/ 239923 h 376582"/>
                <a:gd name="connsiteX238" fmla="*/ 2318236 w 2912392"/>
                <a:gd name="connsiteY238" fmla="*/ 238488 h 376582"/>
                <a:gd name="connsiteX239" fmla="*/ 2327965 w 2912392"/>
                <a:gd name="connsiteY239" fmla="*/ 237156 h 376582"/>
                <a:gd name="connsiteX240" fmla="*/ 2337709 w 2912392"/>
                <a:gd name="connsiteY240" fmla="*/ 235934 h 376582"/>
                <a:gd name="connsiteX241" fmla="*/ 2347453 w 2912392"/>
                <a:gd name="connsiteY241" fmla="*/ 234824 h 376582"/>
                <a:gd name="connsiteX242" fmla="*/ 2357197 w 2912392"/>
                <a:gd name="connsiteY242" fmla="*/ 233834 h 376582"/>
                <a:gd name="connsiteX243" fmla="*/ 2366926 w 2912392"/>
                <a:gd name="connsiteY243" fmla="*/ 232966 h 376582"/>
                <a:gd name="connsiteX244" fmla="*/ 2376670 w 2912392"/>
                <a:gd name="connsiteY244" fmla="*/ 232223 h 376582"/>
                <a:gd name="connsiteX245" fmla="*/ 2386413 w 2912392"/>
                <a:gd name="connsiteY245" fmla="*/ 231612 h 376582"/>
                <a:gd name="connsiteX246" fmla="*/ 2396157 w 2912392"/>
                <a:gd name="connsiteY246" fmla="*/ 231132 h 376582"/>
                <a:gd name="connsiteX247" fmla="*/ 2405886 w 2912392"/>
                <a:gd name="connsiteY247" fmla="*/ 230791 h 376582"/>
                <a:gd name="connsiteX248" fmla="*/ 2415630 w 2912392"/>
                <a:gd name="connsiteY248" fmla="*/ 230590 h 376582"/>
                <a:gd name="connsiteX249" fmla="*/ 2425374 w 2912392"/>
                <a:gd name="connsiteY249" fmla="*/ 230530 h 376582"/>
                <a:gd name="connsiteX250" fmla="*/ 2435118 w 2912392"/>
                <a:gd name="connsiteY250" fmla="*/ 230617 h 376582"/>
                <a:gd name="connsiteX251" fmla="*/ 2444862 w 2912392"/>
                <a:gd name="connsiteY251" fmla="*/ 230852 h 376582"/>
                <a:gd name="connsiteX252" fmla="*/ 2454591 w 2912392"/>
                <a:gd name="connsiteY252" fmla="*/ 231235 h 376582"/>
                <a:gd name="connsiteX253" fmla="*/ 2464335 w 2912392"/>
                <a:gd name="connsiteY253" fmla="*/ 231769 h 376582"/>
                <a:gd name="connsiteX254" fmla="*/ 2474079 w 2912392"/>
                <a:gd name="connsiteY254" fmla="*/ 232455 h 376582"/>
                <a:gd name="connsiteX255" fmla="*/ 2483823 w 2912392"/>
                <a:gd name="connsiteY255" fmla="*/ 233296 h 376582"/>
                <a:gd name="connsiteX256" fmla="*/ 2493552 w 2912392"/>
                <a:gd name="connsiteY256" fmla="*/ 234289 h 376582"/>
                <a:gd name="connsiteX257" fmla="*/ 2503296 w 2912392"/>
                <a:gd name="connsiteY257" fmla="*/ 235438 h 376582"/>
                <a:gd name="connsiteX258" fmla="*/ 2513040 w 2912392"/>
                <a:gd name="connsiteY258" fmla="*/ 236740 h 376582"/>
                <a:gd name="connsiteX259" fmla="*/ 2522784 w 2912392"/>
                <a:gd name="connsiteY259" fmla="*/ 238196 h 376582"/>
                <a:gd name="connsiteX260" fmla="*/ 2532513 w 2912392"/>
                <a:gd name="connsiteY260" fmla="*/ 239805 h 376582"/>
                <a:gd name="connsiteX261" fmla="*/ 2542257 w 2912392"/>
                <a:gd name="connsiteY261" fmla="*/ 241568 h 376582"/>
                <a:gd name="connsiteX262" fmla="*/ 2552001 w 2912392"/>
                <a:gd name="connsiteY262" fmla="*/ 243479 h 376582"/>
                <a:gd name="connsiteX263" fmla="*/ 2561745 w 2912392"/>
                <a:gd name="connsiteY263" fmla="*/ 245540 h 376582"/>
                <a:gd name="connsiteX264" fmla="*/ 2571474 w 2912392"/>
                <a:gd name="connsiteY264" fmla="*/ 247748 h 376582"/>
                <a:gd name="connsiteX265" fmla="*/ 2581218 w 2912392"/>
                <a:gd name="connsiteY265" fmla="*/ 250099 h 376582"/>
                <a:gd name="connsiteX266" fmla="*/ 2590962 w 2912392"/>
                <a:gd name="connsiteY266" fmla="*/ 252593 h 376582"/>
                <a:gd name="connsiteX267" fmla="*/ 2600705 w 2912392"/>
                <a:gd name="connsiteY267" fmla="*/ 255223 h 376582"/>
                <a:gd name="connsiteX268" fmla="*/ 2610449 w 2912392"/>
                <a:gd name="connsiteY268" fmla="*/ 257989 h 376582"/>
                <a:gd name="connsiteX269" fmla="*/ 2620178 w 2912392"/>
                <a:gd name="connsiteY269" fmla="*/ 260884 h 376582"/>
                <a:gd name="connsiteX270" fmla="*/ 2629922 w 2912392"/>
                <a:gd name="connsiteY270" fmla="*/ 263906 h 376582"/>
                <a:gd name="connsiteX271" fmla="*/ 2639666 w 2912392"/>
                <a:gd name="connsiteY271" fmla="*/ 267049 h 376582"/>
                <a:gd name="connsiteX272" fmla="*/ 2649410 w 2912392"/>
                <a:gd name="connsiteY272" fmla="*/ 270309 h 376582"/>
                <a:gd name="connsiteX273" fmla="*/ 2659139 w 2912392"/>
                <a:gd name="connsiteY273" fmla="*/ 273679 h 376582"/>
                <a:gd name="connsiteX274" fmla="*/ 2668883 w 2912392"/>
                <a:gd name="connsiteY274" fmla="*/ 277155 h 376582"/>
                <a:gd name="connsiteX275" fmla="*/ 2678627 w 2912392"/>
                <a:gd name="connsiteY275" fmla="*/ 280731 h 376582"/>
                <a:gd name="connsiteX276" fmla="*/ 2688371 w 2912392"/>
                <a:gd name="connsiteY276" fmla="*/ 284399 h 376582"/>
                <a:gd name="connsiteX277" fmla="*/ 2698100 w 2912392"/>
                <a:gd name="connsiteY277" fmla="*/ 288154 h 376582"/>
                <a:gd name="connsiteX278" fmla="*/ 2707844 w 2912392"/>
                <a:gd name="connsiteY278" fmla="*/ 291989 h 376582"/>
                <a:gd name="connsiteX279" fmla="*/ 2717588 w 2912392"/>
                <a:gd name="connsiteY279" fmla="*/ 295895 h 376582"/>
                <a:gd name="connsiteX280" fmla="*/ 2727332 w 2912392"/>
                <a:gd name="connsiteY280" fmla="*/ 299867 h 376582"/>
                <a:gd name="connsiteX281" fmla="*/ 2737076 w 2912392"/>
                <a:gd name="connsiteY281" fmla="*/ 303896 h 376582"/>
                <a:gd name="connsiteX282" fmla="*/ 2746805 w 2912392"/>
                <a:gd name="connsiteY282" fmla="*/ 307975 h 376582"/>
                <a:gd name="connsiteX283" fmla="*/ 2756549 w 2912392"/>
                <a:gd name="connsiteY283" fmla="*/ 312095 h 376582"/>
                <a:gd name="connsiteX284" fmla="*/ 2766293 w 2912392"/>
                <a:gd name="connsiteY284" fmla="*/ 316247 h 376582"/>
                <a:gd name="connsiteX285" fmla="*/ 2776037 w 2912392"/>
                <a:gd name="connsiteY285" fmla="*/ 320425 h 376582"/>
                <a:gd name="connsiteX286" fmla="*/ 2785766 w 2912392"/>
                <a:gd name="connsiteY286" fmla="*/ 324619 h 376582"/>
                <a:gd name="connsiteX287" fmla="*/ 2795510 w 2912392"/>
                <a:gd name="connsiteY287" fmla="*/ 328821 h 376582"/>
                <a:gd name="connsiteX288" fmla="*/ 2805254 w 2912392"/>
                <a:gd name="connsiteY288" fmla="*/ 333021 h 376582"/>
                <a:gd name="connsiteX289" fmla="*/ 2814998 w 2912392"/>
                <a:gd name="connsiteY289" fmla="*/ 337210 h 376582"/>
                <a:gd name="connsiteX290" fmla="*/ 2824727 w 2912392"/>
                <a:gd name="connsiteY290" fmla="*/ 341380 h 376582"/>
                <a:gd name="connsiteX291" fmla="*/ 2834471 w 2912392"/>
                <a:gd name="connsiteY291" fmla="*/ 345522 h 376582"/>
                <a:gd name="connsiteX292" fmla="*/ 2844215 w 2912392"/>
                <a:gd name="connsiteY292" fmla="*/ 349627 h 376582"/>
                <a:gd name="connsiteX293" fmla="*/ 2853958 w 2912392"/>
                <a:gd name="connsiteY293" fmla="*/ 353687 h 376582"/>
                <a:gd name="connsiteX294" fmla="*/ 2863687 w 2912392"/>
                <a:gd name="connsiteY294" fmla="*/ 357690 h 376582"/>
                <a:gd name="connsiteX295" fmla="*/ 2873431 w 2912392"/>
                <a:gd name="connsiteY295" fmla="*/ 361631 h 376582"/>
                <a:gd name="connsiteX296" fmla="*/ 2883175 w 2912392"/>
                <a:gd name="connsiteY296" fmla="*/ 365499 h 376582"/>
                <a:gd name="connsiteX297" fmla="*/ 2892919 w 2912392"/>
                <a:gd name="connsiteY297" fmla="*/ 369286 h 376582"/>
                <a:gd name="connsiteX298" fmla="*/ 2902663 w 2912392"/>
                <a:gd name="connsiteY298" fmla="*/ 372983 h 376582"/>
                <a:gd name="connsiteX299" fmla="*/ 2912392 w 2912392"/>
                <a:gd name="connsiteY299" fmla="*/ 376582 h 376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76582">
                  <a:moveTo>
                    <a:pt x="0" y="92970"/>
                  </a:moveTo>
                  <a:lnTo>
                    <a:pt x="9739" y="86380"/>
                  </a:lnTo>
                  <a:lnTo>
                    <a:pt x="19480" y="79955"/>
                  </a:lnTo>
                  <a:lnTo>
                    <a:pt x="29221" y="73708"/>
                  </a:lnTo>
                  <a:lnTo>
                    <a:pt x="38961" y="67652"/>
                  </a:lnTo>
                  <a:lnTo>
                    <a:pt x="48702" y="61797"/>
                  </a:lnTo>
                  <a:lnTo>
                    <a:pt x="58443" y="56153"/>
                  </a:lnTo>
                  <a:lnTo>
                    <a:pt x="68182" y="50734"/>
                  </a:lnTo>
                  <a:lnTo>
                    <a:pt x="77923" y="45549"/>
                  </a:lnTo>
                  <a:lnTo>
                    <a:pt x="87664" y="40609"/>
                  </a:lnTo>
                  <a:lnTo>
                    <a:pt x="97404" y="35920"/>
                  </a:lnTo>
                  <a:lnTo>
                    <a:pt x="107145" y="31493"/>
                  </a:lnTo>
                  <a:lnTo>
                    <a:pt x="116886" y="27335"/>
                  </a:lnTo>
                  <a:lnTo>
                    <a:pt x="126625" y="23454"/>
                  </a:lnTo>
                  <a:lnTo>
                    <a:pt x="136366" y="19854"/>
                  </a:lnTo>
                  <a:lnTo>
                    <a:pt x="146107" y="16544"/>
                  </a:lnTo>
                  <a:lnTo>
                    <a:pt x="155846" y="13527"/>
                  </a:lnTo>
                  <a:lnTo>
                    <a:pt x="165587" y="10806"/>
                  </a:lnTo>
                  <a:lnTo>
                    <a:pt x="175328" y="8388"/>
                  </a:lnTo>
                  <a:lnTo>
                    <a:pt x="185068" y="6273"/>
                  </a:lnTo>
                  <a:lnTo>
                    <a:pt x="194809" y="4462"/>
                  </a:lnTo>
                  <a:lnTo>
                    <a:pt x="204550" y="2958"/>
                  </a:lnTo>
                  <a:lnTo>
                    <a:pt x="214289" y="1761"/>
                  </a:lnTo>
                  <a:lnTo>
                    <a:pt x="224030" y="870"/>
                  </a:lnTo>
                  <a:lnTo>
                    <a:pt x="233771" y="283"/>
                  </a:lnTo>
                  <a:lnTo>
                    <a:pt x="243510" y="0"/>
                  </a:lnTo>
                  <a:lnTo>
                    <a:pt x="253251" y="16"/>
                  </a:lnTo>
                  <a:lnTo>
                    <a:pt x="262992" y="329"/>
                  </a:lnTo>
                  <a:lnTo>
                    <a:pt x="272732" y="934"/>
                  </a:lnTo>
                  <a:lnTo>
                    <a:pt x="282473" y="1825"/>
                  </a:lnTo>
                  <a:lnTo>
                    <a:pt x="292214" y="2998"/>
                  </a:lnTo>
                  <a:lnTo>
                    <a:pt x="301953" y="4446"/>
                  </a:lnTo>
                  <a:lnTo>
                    <a:pt x="311694" y="6161"/>
                  </a:lnTo>
                  <a:lnTo>
                    <a:pt x="321435" y="8135"/>
                  </a:lnTo>
                  <a:lnTo>
                    <a:pt x="331175" y="10361"/>
                  </a:lnTo>
                  <a:lnTo>
                    <a:pt x="340916" y="12830"/>
                  </a:lnTo>
                  <a:lnTo>
                    <a:pt x="350656" y="15532"/>
                  </a:lnTo>
                  <a:lnTo>
                    <a:pt x="360396" y="18457"/>
                  </a:lnTo>
                  <a:lnTo>
                    <a:pt x="370137" y="21593"/>
                  </a:lnTo>
                  <a:lnTo>
                    <a:pt x="379878" y="24934"/>
                  </a:lnTo>
                  <a:lnTo>
                    <a:pt x="389617" y="28463"/>
                  </a:lnTo>
                  <a:lnTo>
                    <a:pt x="399358" y="32171"/>
                  </a:lnTo>
                  <a:lnTo>
                    <a:pt x="409099" y="36045"/>
                  </a:lnTo>
                  <a:lnTo>
                    <a:pt x="418839" y="40075"/>
                  </a:lnTo>
                  <a:lnTo>
                    <a:pt x="428580" y="44247"/>
                  </a:lnTo>
                  <a:lnTo>
                    <a:pt x="438321" y="48548"/>
                  </a:lnTo>
                  <a:lnTo>
                    <a:pt x="448060" y="52966"/>
                  </a:lnTo>
                  <a:lnTo>
                    <a:pt x="457801" y="57488"/>
                  </a:lnTo>
                  <a:lnTo>
                    <a:pt x="467542" y="62100"/>
                  </a:lnTo>
                  <a:lnTo>
                    <a:pt x="477281" y="66791"/>
                  </a:lnTo>
                  <a:lnTo>
                    <a:pt x="487022" y="71546"/>
                  </a:lnTo>
                  <a:lnTo>
                    <a:pt x="496763" y="76353"/>
                  </a:lnTo>
                  <a:lnTo>
                    <a:pt x="506503" y="81198"/>
                  </a:lnTo>
                  <a:lnTo>
                    <a:pt x="516244" y="86071"/>
                  </a:lnTo>
                  <a:lnTo>
                    <a:pt x="525985" y="90957"/>
                  </a:lnTo>
                  <a:lnTo>
                    <a:pt x="535724" y="95847"/>
                  </a:lnTo>
                  <a:lnTo>
                    <a:pt x="545465" y="100725"/>
                  </a:lnTo>
                  <a:lnTo>
                    <a:pt x="555206" y="105580"/>
                  </a:lnTo>
                  <a:lnTo>
                    <a:pt x="564946" y="110405"/>
                  </a:lnTo>
                  <a:lnTo>
                    <a:pt x="574687" y="115184"/>
                  </a:lnTo>
                  <a:lnTo>
                    <a:pt x="584428" y="119909"/>
                  </a:lnTo>
                  <a:lnTo>
                    <a:pt x="594167" y="124569"/>
                  </a:lnTo>
                  <a:lnTo>
                    <a:pt x="603908" y="129155"/>
                  </a:lnTo>
                  <a:lnTo>
                    <a:pt x="613649" y="133657"/>
                  </a:lnTo>
                  <a:lnTo>
                    <a:pt x="623388" y="138069"/>
                  </a:lnTo>
                  <a:lnTo>
                    <a:pt x="633129" y="142379"/>
                  </a:lnTo>
                  <a:lnTo>
                    <a:pt x="642870" y="146584"/>
                  </a:lnTo>
                  <a:lnTo>
                    <a:pt x="652610" y="150672"/>
                  </a:lnTo>
                  <a:lnTo>
                    <a:pt x="662351" y="154640"/>
                  </a:lnTo>
                  <a:lnTo>
                    <a:pt x="672092" y="158481"/>
                  </a:lnTo>
                  <a:lnTo>
                    <a:pt x="681831" y="162190"/>
                  </a:lnTo>
                  <a:lnTo>
                    <a:pt x="691572" y="165763"/>
                  </a:lnTo>
                  <a:lnTo>
                    <a:pt x="701313" y="169194"/>
                  </a:lnTo>
                  <a:lnTo>
                    <a:pt x="711052" y="172483"/>
                  </a:lnTo>
                  <a:lnTo>
                    <a:pt x="720793" y="175625"/>
                  </a:lnTo>
                  <a:lnTo>
                    <a:pt x="730534" y="178618"/>
                  </a:lnTo>
                  <a:lnTo>
                    <a:pt x="740274" y="181462"/>
                  </a:lnTo>
                  <a:lnTo>
                    <a:pt x="750015" y="184153"/>
                  </a:lnTo>
                  <a:lnTo>
                    <a:pt x="759756" y="186695"/>
                  </a:lnTo>
                  <a:lnTo>
                    <a:pt x="769495" y="189084"/>
                  </a:lnTo>
                  <a:lnTo>
                    <a:pt x="779236" y="191324"/>
                  </a:lnTo>
                  <a:lnTo>
                    <a:pt x="788977" y="193414"/>
                  </a:lnTo>
                  <a:lnTo>
                    <a:pt x="798717" y="195358"/>
                  </a:lnTo>
                  <a:lnTo>
                    <a:pt x="808458" y="197158"/>
                  </a:lnTo>
                  <a:lnTo>
                    <a:pt x="818199" y="198817"/>
                  </a:lnTo>
                  <a:lnTo>
                    <a:pt x="827938" y="200336"/>
                  </a:lnTo>
                  <a:lnTo>
                    <a:pt x="837679" y="201722"/>
                  </a:lnTo>
                  <a:lnTo>
                    <a:pt x="847420" y="202978"/>
                  </a:lnTo>
                  <a:lnTo>
                    <a:pt x="857159" y="204110"/>
                  </a:lnTo>
                  <a:lnTo>
                    <a:pt x="866900" y="205120"/>
                  </a:lnTo>
                  <a:lnTo>
                    <a:pt x="876641" y="206017"/>
                  </a:lnTo>
                  <a:lnTo>
                    <a:pt x="886381" y="206805"/>
                  </a:lnTo>
                  <a:lnTo>
                    <a:pt x="896122" y="207491"/>
                  </a:lnTo>
                  <a:lnTo>
                    <a:pt x="905863" y="208079"/>
                  </a:lnTo>
                  <a:lnTo>
                    <a:pt x="915602" y="208578"/>
                  </a:lnTo>
                  <a:lnTo>
                    <a:pt x="925343" y="208994"/>
                  </a:lnTo>
                  <a:lnTo>
                    <a:pt x="935084" y="209332"/>
                  </a:lnTo>
                  <a:lnTo>
                    <a:pt x="944824" y="209602"/>
                  </a:lnTo>
                  <a:lnTo>
                    <a:pt x="954564" y="209810"/>
                  </a:lnTo>
                  <a:lnTo>
                    <a:pt x="964305" y="209964"/>
                  </a:lnTo>
                  <a:lnTo>
                    <a:pt x="974045" y="210068"/>
                  </a:lnTo>
                  <a:lnTo>
                    <a:pt x="983786" y="210134"/>
                  </a:lnTo>
                  <a:lnTo>
                    <a:pt x="993522" y="210165"/>
                  </a:lnTo>
                  <a:lnTo>
                    <a:pt x="1003266" y="210171"/>
                  </a:lnTo>
                  <a:lnTo>
                    <a:pt x="1013010" y="210158"/>
                  </a:lnTo>
                  <a:lnTo>
                    <a:pt x="1022754" y="210134"/>
                  </a:lnTo>
                  <a:lnTo>
                    <a:pt x="1032483" y="210104"/>
                  </a:lnTo>
                  <a:lnTo>
                    <a:pt x="1042227" y="210077"/>
                  </a:lnTo>
                  <a:lnTo>
                    <a:pt x="1051971" y="210058"/>
                  </a:lnTo>
                  <a:lnTo>
                    <a:pt x="1061715" y="210055"/>
                  </a:lnTo>
                  <a:lnTo>
                    <a:pt x="1071444" y="210071"/>
                  </a:lnTo>
                  <a:lnTo>
                    <a:pt x="1081188" y="210117"/>
                  </a:lnTo>
                  <a:lnTo>
                    <a:pt x="1090932" y="210195"/>
                  </a:lnTo>
                  <a:lnTo>
                    <a:pt x="1100676" y="210311"/>
                  </a:lnTo>
                  <a:lnTo>
                    <a:pt x="1110405" y="210472"/>
                  </a:lnTo>
                  <a:lnTo>
                    <a:pt x="1120149" y="210682"/>
                  </a:lnTo>
                  <a:lnTo>
                    <a:pt x="1129893" y="210944"/>
                  </a:lnTo>
                  <a:lnTo>
                    <a:pt x="1139637" y="211265"/>
                  </a:lnTo>
                  <a:lnTo>
                    <a:pt x="1149381" y="211646"/>
                  </a:lnTo>
                  <a:lnTo>
                    <a:pt x="1159110" y="212093"/>
                  </a:lnTo>
                  <a:lnTo>
                    <a:pt x="1168854" y="212608"/>
                  </a:lnTo>
                  <a:lnTo>
                    <a:pt x="1178598" y="213196"/>
                  </a:lnTo>
                  <a:lnTo>
                    <a:pt x="1188341" y="213856"/>
                  </a:lnTo>
                  <a:lnTo>
                    <a:pt x="1198070" y="214593"/>
                  </a:lnTo>
                  <a:lnTo>
                    <a:pt x="1207814" y="215408"/>
                  </a:lnTo>
                  <a:lnTo>
                    <a:pt x="1217558" y="216302"/>
                  </a:lnTo>
                  <a:lnTo>
                    <a:pt x="1227302" y="217276"/>
                  </a:lnTo>
                  <a:lnTo>
                    <a:pt x="1237031" y="218334"/>
                  </a:lnTo>
                  <a:lnTo>
                    <a:pt x="1246775" y="219472"/>
                  </a:lnTo>
                  <a:lnTo>
                    <a:pt x="1256519" y="220693"/>
                  </a:lnTo>
                  <a:lnTo>
                    <a:pt x="1266263" y="221995"/>
                  </a:lnTo>
                  <a:lnTo>
                    <a:pt x="1276007" y="223379"/>
                  </a:lnTo>
                  <a:lnTo>
                    <a:pt x="1285736" y="224842"/>
                  </a:lnTo>
                  <a:lnTo>
                    <a:pt x="1295480" y="226386"/>
                  </a:lnTo>
                  <a:lnTo>
                    <a:pt x="1305224" y="228005"/>
                  </a:lnTo>
                  <a:lnTo>
                    <a:pt x="1314968" y="229701"/>
                  </a:lnTo>
                  <a:lnTo>
                    <a:pt x="1324697" y="231471"/>
                  </a:lnTo>
                  <a:lnTo>
                    <a:pt x="1334441" y="233311"/>
                  </a:lnTo>
                  <a:lnTo>
                    <a:pt x="1344185" y="235219"/>
                  </a:lnTo>
                  <a:lnTo>
                    <a:pt x="1353929" y="237193"/>
                  </a:lnTo>
                  <a:lnTo>
                    <a:pt x="1363658" y="239230"/>
                  </a:lnTo>
                  <a:lnTo>
                    <a:pt x="1373402" y="241326"/>
                  </a:lnTo>
                  <a:lnTo>
                    <a:pt x="1383146" y="243476"/>
                  </a:lnTo>
                  <a:lnTo>
                    <a:pt x="1392890" y="245678"/>
                  </a:lnTo>
                  <a:lnTo>
                    <a:pt x="1402619" y="247928"/>
                  </a:lnTo>
                  <a:lnTo>
                    <a:pt x="1412363" y="250221"/>
                  </a:lnTo>
                  <a:lnTo>
                    <a:pt x="1422106" y="252553"/>
                  </a:lnTo>
                  <a:lnTo>
                    <a:pt x="1431850" y="254920"/>
                  </a:lnTo>
                  <a:lnTo>
                    <a:pt x="1441594" y="257316"/>
                  </a:lnTo>
                  <a:lnTo>
                    <a:pt x="1451323" y="259737"/>
                  </a:lnTo>
                  <a:lnTo>
                    <a:pt x="1461067" y="262179"/>
                  </a:lnTo>
                  <a:lnTo>
                    <a:pt x="1470811" y="264637"/>
                  </a:lnTo>
                  <a:lnTo>
                    <a:pt x="1480555" y="267105"/>
                  </a:lnTo>
                  <a:lnTo>
                    <a:pt x="1490284" y="269578"/>
                  </a:lnTo>
                  <a:lnTo>
                    <a:pt x="1500028" y="272051"/>
                  </a:lnTo>
                  <a:lnTo>
                    <a:pt x="1509772" y="274521"/>
                  </a:lnTo>
                  <a:lnTo>
                    <a:pt x="1519516" y="276980"/>
                  </a:lnTo>
                  <a:lnTo>
                    <a:pt x="1529245" y="279424"/>
                  </a:lnTo>
                  <a:lnTo>
                    <a:pt x="1538989" y="281850"/>
                  </a:lnTo>
                  <a:lnTo>
                    <a:pt x="1548733" y="284249"/>
                  </a:lnTo>
                  <a:lnTo>
                    <a:pt x="1558477" y="286619"/>
                  </a:lnTo>
                  <a:lnTo>
                    <a:pt x="1568221" y="288954"/>
                  </a:lnTo>
                  <a:lnTo>
                    <a:pt x="1577950" y="291248"/>
                  </a:lnTo>
                  <a:lnTo>
                    <a:pt x="1587694" y="293500"/>
                  </a:lnTo>
                  <a:lnTo>
                    <a:pt x="1597438" y="295700"/>
                  </a:lnTo>
                  <a:lnTo>
                    <a:pt x="1607182" y="297847"/>
                  </a:lnTo>
                  <a:lnTo>
                    <a:pt x="1616911" y="299936"/>
                  </a:lnTo>
                  <a:lnTo>
                    <a:pt x="1626655" y="301962"/>
                  </a:lnTo>
                  <a:lnTo>
                    <a:pt x="1636399" y="303921"/>
                  </a:lnTo>
                  <a:lnTo>
                    <a:pt x="1646142" y="305809"/>
                  </a:lnTo>
                  <a:lnTo>
                    <a:pt x="1655872" y="307621"/>
                  </a:lnTo>
                  <a:lnTo>
                    <a:pt x="1665616" y="309354"/>
                  </a:lnTo>
                  <a:lnTo>
                    <a:pt x="1675359" y="311004"/>
                  </a:lnTo>
                  <a:lnTo>
                    <a:pt x="1685103" y="312569"/>
                  </a:lnTo>
                  <a:lnTo>
                    <a:pt x="1694832" y="314044"/>
                  </a:lnTo>
                  <a:lnTo>
                    <a:pt x="1704576" y="315425"/>
                  </a:lnTo>
                  <a:lnTo>
                    <a:pt x="1714320" y="316712"/>
                  </a:lnTo>
                  <a:lnTo>
                    <a:pt x="1724064" y="317901"/>
                  </a:lnTo>
                  <a:lnTo>
                    <a:pt x="1733808" y="318989"/>
                  </a:lnTo>
                  <a:lnTo>
                    <a:pt x="1743537" y="319974"/>
                  </a:lnTo>
                  <a:lnTo>
                    <a:pt x="1753281" y="320853"/>
                  </a:lnTo>
                  <a:lnTo>
                    <a:pt x="1763025" y="321626"/>
                  </a:lnTo>
                  <a:lnTo>
                    <a:pt x="1772769" y="322290"/>
                  </a:lnTo>
                  <a:lnTo>
                    <a:pt x="1782498" y="322845"/>
                  </a:lnTo>
                  <a:lnTo>
                    <a:pt x="1792242" y="323287"/>
                  </a:lnTo>
                  <a:lnTo>
                    <a:pt x="1801986" y="323618"/>
                  </a:lnTo>
                  <a:lnTo>
                    <a:pt x="1811730" y="323837"/>
                  </a:lnTo>
                  <a:lnTo>
                    <a:pt x="1821459" y="323943"/>
                  </a:lnTo>
                  <a:lnTo>
                    <a:pt x="1831203" y="323935"/>
                  </a:lnTo>
                  <a:lnTo>
                    <a:pt x="1840947" y="323813"/>
                  </a:lnTo>
                  <a:lnTo>
                    <a:pt x="1850691" y="323579"/>
                  </a:lnTo>
                  <a:lnTo>
                    <a:pt x="1860435" y="323233"/>
                  </a:lnTo>
                  <a:lnTo>
                    <a:pt x="1870164" y="322775"/>
                  </a:lnTo>
                  <a:lnTo>
                    <a:pt x="1879908" y="322205"/>
                  </a:lnTo>
                  <a:lnTo>
                    <a:pt x="1889652" y="321528"/>
                  </a:lnTo>
                  <a:lnTo>
                    <a:pt x="1899395" y="320742"/>
                  </a:lnTo>
                  <a:lnTo>
                    <a:pt x="1909124" y="319850"/>
                  </a:lnTo>
                  <a:lnTo>
                    <a:pt x="1918868" y="318855"/>
                  </a:lnTo>
                  <a:lnTo>
                    <a:pt x="1928612" y="317757"/>
                  </a:lnTo>
                  <a:lnTo>
                    <a:pt x="1938356" y="316560"/>
                  </a:lnTo>
                  <a:lnTo>
                    <a:pt x="1948085" y="315267"/>
                  </a:lnTo>
                  <a:lnTo>
                    <a:pt x="1957829" y="313878"/>
                  </a:lnTo>
                  <a:lnTo>
                    <a:pt x="1967573" y="312400"/>
                  </a:lnTo>
                  <a:lnTo>
                    <a:pt x="1977317" y="310836"/>
                  </a:lnTo>
                  <a:lnTo>
                    <a:pt x="1987046" y="309187"/>
                  </a:lnTo>
                  <a:lnTo>
                    <a:pt x="1996790" y="307458"/>
                  </a:lnTo>
                  <a:lnTo>
                    <a:pt x="2006534" y="305654"/>
                  </a:lnTo>
                  <a:lnTo>
                    <a:pt x="2016278" y="303777"/>
                  </a:lnTo>
                  <a:lnTo>
                    <a:pt x="2026022" y="301833"/>
                  </a:lnTo>
                  <a:lnTo>
                    <a:pt x="2035751" y="299826"/>
                  </a:lnTo>
                  <a:lnTo>
                    <a:pt x="2045495" y="297759"/>
                  </a:lnTo>
                  <a:lnTo>
                    <a:pt x="2055239" y="295641"/>
                  </a:lnTo>
                  <a:lnTo>
                    <a:pt x="2064983" y="293473"/>
                  </a:lnTo>
                  <a:lnTo>
                    <a:pt x="2074712" y="291262"/>
                  </a:lnTo>
                  <a:lnTo>
                    <a:pt x="2084456" y="289012"/>
                  </a:lnTo>
                  <a:lnTo>
                    <a:pt x="2094200" y="286731"/>
                  </a:lnTo>
                  <a:lnTo>
                    <a:pt x="2103944" y="284422"/>
                  </a:lnTo>
                  <a:lnTo>
                    <a:pt x="2113673" y="282090"/>
                  </a:lnTo>
                  <a:lnTo>
                    <a:pt x="2123417" y="279742"/>
                  </a:lnTo>
                  <a:lnTo>
                    <a:pt x="2133161" y="277385"/>
                  </a:lnTo>
                  <a:lnTo>
                    <a:pt x="2142905" y="275022"/>
                  </a:lnTo>
                  <a:lnTo>
                    <a:pt x="2152649" y="272662"/>
                  </a:lnTo>
                  <a:lnTo>
                    <a:pt x="2162377" y="270308"/>
                  </a:lnTo>
                  <a:lnTo>
                    <a:pt x="2172121" y="267967"/>
                  </a:lnTo>
                  <a:lnTo>
                    <a:pt x="2181865" y="265646"/>
                  </a:lnTo>
                  <a:lnTo>
                    <a:pt x="2191609" y="263350"/>
                  </a:lnTo>
                  <a:lnTo>
                    <a:pt x="2201338" y="261085"/>
                  </a:lnTo>
                  <a:lnTo>
                    <a:pt x="2211082" y="258858"/>
                  </a:lnTo>
                  <a:lnTo>
                    <a:pt x="2220826" y="256674"/>
                  </a:lnTo>
                  <a:lnTo>
                    <a:pt x="2230570" y="254539"/>
                  </a:lnTo>
                  <a:lnTo>
                    <a:pt x="2240299" y="252459"/>
                  </a:lnTo>
                  <a:lnTo>
                    <a:pt x="2250043" y="250440"/>
                  </a:lnTo>
                  <a:lnTo>
                    <a:pt x="2259787" y="248487"/>
                  </a:lnTo>
                  <a:lnTo>
                    <a:pt x="2269531" y="246608"/>
                  </a:lnTo>
                  <a:lnTo>
                    <a:pt x="2279260" y="244805"/>
                  </a:lnTo>
                  <a:lnTo>
                    <a:pt x="2289004" y="243087"/>
                  </a:lnTo>
                  <a:lnTo>
                    <a:pt x="2298748" y="241459"/>
                  </a:lnTo>
                  <a:lnTo>
                    <a:pt x="2308492" y="239923"/>
                  </a:lnTo>
                  <a:lnTo>
                    <a:pt x="2318236" y="238488"/>
                  </a:lnTo>
                  <a:lnTo>
                    <a:pt x="2327965" y="237156"/>
                  </a:lnTo>
                  <a:lnTo>
                    <a:pt x="2337709" y="235934"/>
                  </a:lnTo>
                  <a:lnTo>
                    <a:pt x="2347453" y="234824"/>
                  </a:lnTo>
                  <a:lnTo>
                    <a:pt x="2357197" y="233834"/>
                  </a:lnTo>
                  <a:lnTo>
                    <a:pt x="2366926" y="232966"/>
                  </a:lnTo>
                  <a:lnTo>
                    <a:pt x="2376670" y="232223"/>
                  </a:lnTo>
                  <a:lnTo>
                    <a:pt x="2386413" y="231612"/>
                  </a:lnTo>
                  <a:lnTo>
                    <a:pt x="2396157" y="231132"/>
                  </a:lnTo>
                  <a:lnTo>
                    <a:pt x="2405886" y="230791"/>
                  </a:lnTo>
                  <a:lnTo>
                    <a:pt x="2415630" y="230590"/>
                  </a:lnTo>
                  <a:lnTo>
                    <a:pt x="2425374" y="230530"/>
                  </a:lnTo>
                  <a:lnTo>
                    <a:pt x="2435118" y="230617"/>
                  </a:lnTo>
                  <a:lnTo>
                    <a:pt x="2444862" y="230852"/>
                  </a:lnTo>
                  <a:lnTo>
                    <a:pt x="2454591" y="231235"/>
                  </a:lnTo>
                  <a:lnTo>
                    <a:pt x="2464335" y="231769"/>
                  </a:lnTo>
                  <a:lnTo>
                    <a:pt x="2474079" y="232455"/>
                  </a:lnTo>
                  <a:lnTo>
                    <a:pt x="2483823" y="233296"/>
                  </a:lnTo>
                  <a:lnTo>
                    <a:pt x="2493552" y="234289"/>
                  </a:lnTo>
                  <a:lnTo>
                    <a:pt x="2503296" y="235438"/>
                  </a:lnTo>
                  <a:lnTo>
                    <a:pt x="2513040" y="236740"/>
                  </a:lnTo>
                  <a:lnTo>
                    <a:pt x="2522784" y="238196"/>
                  </a:lnTo>
                  <a:lnTo>
                    <a:pt x="2532513" y="239805"/>
                  </a:lnTo>
                  <a:lnTo>
                    <a:pt x="2542257" y="241568"/>
                  </a:lnTo>
                  <a:lnTo>
                    <a:pt x="2552001" y="243479"/>
                  </a:lnTo>
                  <a:lnTo>
                    <a:pt x="2561745" y="245540"/>
                  </a:lnTo>
                  <a:lnTo>
                    <a:pt x="2571474" y="247748"/>
                  </a:lnTo>
                  <a:lnTo>
                    <a:pt x="2581218" y="250099"/>
                  </a:lnTo>
                  <a:lnTo>
                    <a:pt x="2590962" y="252593"/>
                  </a:lnTo>
                  <a:lnTo>
                    <a:pt x="2600705" y="255223"/>
                  </a:lnTo>
                  <a:lnTo>
                    <a:pt x="2610449" y="257989"/>
                  </a:lnTo>
                  <a:lnTo>
                    <a:pt x="2620178" y="260884"/>
                  </a:lnTo>
                  <a:lnTo>
                    <a:pt x="2629922" y="263906"/>
                  </a:lnTo>
                  <a:lnTo>
                    <a:pt x="2639666" y="267049"/>
                  </a:lnTo>
                  <a:lnTo>
                    <a:pt x="2649410" y="270309"/>
                  </a:lnTo>
                  <a:lnTo>
                    <a:pt x="2659139" y="273679"/>
                  </a:lnTo>
                  <a:lnTo>
                    <a:pt x="2668883" y="277155"/>
                  </a:lnTo>
                  <a:lnTo>
                    <a:pt x="2678627" y="280731"/>
                  </a:lnTo>
                  <a:lnTo>
                    <a:pt x="2688371" y="284399"/>
                  </a:lnTo>
                  <a:lnTo>
                    <a:pt x="2698100" y="288154"/>
                  </a:lnTo>
                  <a:lnTo>
                    <a:pt x="2707844" y="291989"/>
                  </a:lnTo>
                  <a:lnTo>
                    <a:pt x="2717588" y="295895"/>
                  </a:lnTo>
                  <a:lnTo>
                    <a:pt x="2727332" y="299867"/>
                  </a:lnTo>
                  <a:lnTo>
                    <a:pt x="2737076" y="303896"/>
                  </a:lnTo>
                  <a:lnTo>
                    <a:pt x="2746805" y="307975"/>
                  </a:lnTo>
                  <a:lnTo>
                    <a:pt x="2756549" y="312095"/>
                  </a:lnTo>
                  <a:lnTo>
                    <a:pt x="2766293" y="316247"/>
                  </a:lnTo>
                  <a:lnTo>
                    <a:pt x="2776037" y="320425"/>
                  </a:lnTo>
                  <a:lnTo>
                    <a:pt x="2785766" y="324619"/>
                  </a:lnTo>
                  <a:lnTo>
                    <a:pt x="2795510" y="328821"/>
                  </a:lnTo>
                  <a:lnTo>
                    <a:pt x="2805254" y="333021"/>
                  </a:lnTo>
                  <a:lnTo>
                    <a:pt x="2814998" y="337210"/>
                  </a:lnTo>
                  <a:lnTo>
                    <a:pt x="2824727" y="341380"/>
                  </a:lnTo>
                  <a:lnTo>
                    <a:pt x="2834471" y="345522"/>
                  </a:lnTo>
                  <a:lnTo>
                    <a:pt x="2844215" y="349627"/>
                  </a:lnTo>
                  <a:lnTo>
                    <a:pt x="2853958" y="353687"/>
                  </a:lnTo>
                  <a:lnTo>
                    <a:pt x="2863687" y="357690"/>
                  </a:lnTo>
                  <a:lnTo>
                    <a:pt x="2873431" y="361631"/>
                  </a:lnTo>
                  <a:lnTo>
                    <a:pt x="2883175" y="365499"/>
                  </a:lnTo>
                  <a:lnTo>
                    <a:pt x="2892919" y="369286"/>
                  </a:lnTo>
                  <a:lnTo>
                    <a:pt x="2902663" y="372983"/>
                  </a:lnTo>
                  <a:lnTo>
                    <a:pt x="2912392" y="37658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5" name="Freeform 854">
              <a:extLst>
                <a:ext uri="{FF2B5EF4-FFF2-40B4-BE49-F238E27FC236}">
                  <a16:creationId xmlns:a16="http://schemas.microsoft.com/office/drawing/2014/main" id="{6FAF4016-7B68-290A-6A29-2A9F601EA5CC}"/>
                </a:ext>
              </a:extLst>
            </p:cNvPr>
            <p:cNvSpPr/>
            <p:nvPr/>
          </p:nvSpPr>
          <p:spPr>
            <a:xfrm>
              <a:off x="576446" y="3305831"/>
              <a:ext cx="2912392" cy="475658"/>
            </a:xfrm>
            <a:custGeom>
              <a:avLst/>
              <a:gdLst>
                <a:gd name="connsiteX0" fmla="*/ 0 w 2912392"/>
                <a:gd name="connsiteY0" fmla="*/ 463552 h 475658"/>
                <a:gd name="connsiteX1" fmla="*/ 9739 w 2912392"/>
                <a:gd name="connsiteY1" fmla="*/ 465470 h 475658"/>
                <a:gd name="connsiteX2" fmla="*/ 19480 w 2912392"/>
                <a:gd name="connsiteY2" fmla="*/ 467242 h 475658"/>
                <a:gd name="connsiteX3" fmla="*/ 29221 w 2912392"/>
                <a:gd name="connsiteY3" fmla="*/ 468861 h 475658"/>
                <a:gd name="connsiteX4" fmla="*/ 38961 w 2912392"/>
                <a:gd name="connsiteY4" fmla="*/ 470321 h 475658"/>
                <a:gd name="connsiteX5" fmla="*/ 48702 w 2912392"/>
                <a:gd name="connsiteY5" fmla="*/ 471617 h 475658"/>
                <a:gd name="connsiteX6" fmla="*/ 58443 w 2912392"/>
                <a:gd name="connsiteY6" fmla="*/ 472742 h 475658"/>
                <a:gd name="connsiteX7" fmla="*/ 68182 w 2912392"/>
                <a:gd name="connsiteY7" fmla="*/ 473691 h 475658"/>
                <a:gd name="connsiteX8" fmla="*/ 77923 w 2912392"/>
                <a:gd name="connsiteY8" fmla="*/ 474461 h 475658"/>
                <a:gd name="connsiteX9" fmla="*/ 87664 w 2912392"/>
                <a:gd name="connsiteY9" fmla="*/ 475045 h 475658"/>
                <a:gd name="connsiteX10" fmla="*/ 97404 w 2912392"/>
                <a:gd name="connsiteY10" fmla="*/ 475441 h 475658"/>
                <a:gd name="connsiteX11" fmla="*/ 107145 w 2912392"/>
                <a:gd name="connsiteY11" fmla="*/ 475647 h 475658"/>
                <a:gd name="connsiteX12" fmla="*/ 116886 w 2912392"/>
                <a:gd name="connsiteY12" fmla="*/ 475659 h 475658"/>
                <a:gd name="connsiteX13" fmla="*/ 126625 w 2912392"/>
                <a:gd name="connsiteY13" fmla="*/ 475476 h 475658"/>
                <a:gd name="connsiteX14" fmla="*/ 136366 w 2912392"/>
                <a:gd name="connsiteY14" fmla="*/ 475094 h 475658"/>
                <a:gd name="connsiteX15" fmla="*/ 146107 w 2912392"/>
                <a:gd name="connsiteY15" fmla="*/ 474515 h 475658"/>
                <a:gd name="connsiteX16" fmla="*/ 155846 w 2912392"/>
                <a:gd name="connsiteY16" fmla="*/ 473737 h 475658"/>
                <a:gd name="connsiteX17" fmla="*/ 165587 w 2912392"/>
                <a:gd name="connsiteY17" fmla="*/ 472761 h 475658"/>
                <a:gd name="connsiteX18" fmla="*/ 175328 w 2912392"/>
                <a:gd name="connsiteY18" fmla="*/ 471587 h 475658"/>
                <a:gd name="connsiteX19" fmla="*/ 185068 w 2912392"/>
                <a:gd name="connsiteY19" fmla="*/ 470218 h 475658"/>
                <a:gd name="connsiteX20" fmla="*/ 194809 w 2912392"/>
                <a:gd name="connsiteY20" fmla="*/ 468655 h 475658"/>
                <a:gd name="connsiteX21" fmla="*/ 204550 w 2912392"/>
                <a:gd name="connsiteY21" fmla="*/ 466900 h 475658"/>
                <a:gd name="connsiteX22" fmla="*/ 214289 w 2912392"/>
                <a:gd name="connsiteY22" fmla="*/ 464956 h 475658"/>
                <a:gd name="connsiteX23" fmla="*/ 224030 w 2912392"/>
                <a:gd name="connsiteY23" fmla="*/ 462828 h 475658"/>
                <a:gd name="connsiteX24" fmla="*/ 233771 w 2912392"/>
                <a:gd name="connsiteY24" fmla="*/ 460522 h 475658"/>
                <a:gd name="connsiteX25" fmla="*/ 243510 w 2912392"/>
                <a:gd name="connsiteY25" fmla="*/ 458038 h 475658"/>
                <a:gd name="connsiteX26" fmla="*/ 253251 w 2912392"/>
                <a:gd name="connsiteY26" fmla="*/ 455386 h 475658"/>
                <a:gd name="connsiteX27" fmla="*/ 262992 w 2912392"/>
                <a:gd name="connsiteY27" fmla="*/ 452570 h 475658"/>
                <a:gd name="connsiteX28" fmla="*/ 272732 w 2912392"/>
                <a:gd name="connsiteY28" fmla="*/ 449596 h 475658"/>
                <a:gd name="connsiteX29" fmla="*/ 282473 w 2912392"/>
                <a:gd name="connsiteY29" fmla="*/ 446473 h 475658"/>
                <a:gd name="connsiteX30" fmla="*/ 292214 w 2912392"/>
                <a:gd name="connsiteY30" fmla="*/ 443209 h 475658"/>
                <a:gd name="connsiteX31" fmla="*/ 301953 w 2912392"/>
                <a:gd name="connsiteY31" fmla="*/ 439809 h 475658"/>
                <a:gd name="connsiteX32" fmla="*/ 311694 w 2912392"/>
                <a:gd name="connsiteY32" fmla="*/ 436285 h 475658"/>
                <a:gd name="connsiteX33" fmla="*/ 321435 w 2912392"/>
                <a:gd name="connsiteY33" fmla="*/ 432644 h 475658"/>
                <a:gd name="connsiteX34" fmla="*/ 331175 w 2912392"/>
                <a:gd name="connsiteY34" fmla="*/ 428896 h 475658"/>
                <a:gd name="connsiteX35" fmla="*/ 340916 w 2912392"/>
                <a:gd name="connsiteY35" fmla="*/ 425050 h 475658"/>
                <a:gd name="connsiteX36" fmla="*/ 350656 w 2912392"/>
                <a:gd name="connsiteY36" fmla="*/ 421118 h 475658"/>
                <a:gd name="connsiteX37" fmla="*/ 360396 w 2912392"/>
                <a:gd name="connsiteY37" fmla="*/ 417110 h 475658"/>
                <a:gd name="connsiteX38" fmla="*/ 370137 w 2912392"/>
                <a:gd name="connsiteY38" fmla="*/ 413036 h 475658"/>
                <a:gd name="connsiteX39" fmla="*/ 379878 w 2912392"/>
                <a:gd name="connsiteY39" fmla="*/ 408909 h 475658"/>
                <a:gd name="connsiteX40" fmla="*/ 389617 w 2912392"/>
                <a:gd name="connsiteY40" fmla="*/ 404738 h 475658"/>
                <a:gd name="connsiteX41" fmla="*/ 399358 w 2912392"/>
                <a:gd name="connsiteY41" fmla="*/ 400535 h 475658"/>
                <a:gd name="connsiteX42" fmla="*/ 409099 w 2912392"/>
                <a:gd name="connsiteY42" fmla="*/ 396314 h 475658"/>
                <a:gd name="connsiteX43" fmla="*/ 418839 w 2912392"/>
                <a:gd name="connsiteY43" fmla="*/ 392086 h 475658"/>
                <a:gd name="connsiteX44" fmla="*/ 428580 w 2912392"/>
                <a:gd name="connsiteY44" fmla="*/ 387864 h 475658"/>
                <a:gd name="connsiteX45" fmla="*/ 438321 w 2912392"/>
                <a:gd name="connsiteY45" fmla="*/ 383658 h 475658"/>
                <a:gd name="connsiteX46" fmla="*/ 448060 w 2912392"/>
                <a:gd name="connsiteY46" fmla="*/ 379480 h 475658"/>
                <a:gd name="connsiteX47" fmla="*/ 457801 w 2912392"/>
                <a:gd name="connsiteY47" fmla="*/ 375344 h 475658"/>
                <a:gd name="connsiteX48" fmla="*/ 467542 w 2912392"/>
                <a:gd name="connsiteY48" fmla="*/ 371263 h 475658"/>
                <a:gd name="connsiteX49" fmla="*/ 477281 w 2912392"/>
                <a:gd name="connsiteY49" fmla="*/ 367247 h 475658"/>
                <a:gd name="connsiteX50" fmla="*/ 487022 w 2912392"/>
                <a:gd name="connsiteY50" fmla="*/ 363307 h 475658"/>
                <a:gd name="connsiteX51" fmla="*/ 496763 w 2912392"/>
                <a:gd name="connsiteY51" fmla="*/ 359459 h 475658"/>
                <a:gd name="connsiteX52" fmla="*/ 506503 w 2912392"/>
                <a:gd name="connsiteY52" fmla="*/ 355710 h 475658"/>
                <a:gd name="connsiteX53" fmla="*/ 516244 w 2912392"/>
                <a:gd name="connsiteY53" fmla="*/ 352073 h 475658"/>
                <a:gd name="connsiteX54" fmla="*/ 525985 w 2912392"/>
                <a:gd name="connsiteY54" fmla="*/ 348560 h 475658"/>
                <a:gd name="connsiteX55" fmla="*/ 535724 w 2912392"/>
                <a:gd name="connsiteY55" fmla="*/ 345181 h 475658"/>
                <a:gd name="connsiteX56" fmla="*/ 545465 w 2912392"/>
                <a:gd name="connsiteY56" fmla="*/ 341945 h 475658"/>
                <a:gd name="connsiteX57" fmla="*/ 555206 w 2912392"/>
                <a:gd name="connsiteY57" fmla="*/ 338864 h 475658"/>
                <a:gd name="connsiteX58" fmla="*/ 564946 w 2912392"/>
                <a:gd name="connsiteY58" fmla="*/ 335947 h 475658"/>
                <a:gd name="connsiteX59" fmla="*/ 574687 w 2912392"/>
                <a:gd name="connsiteY59" fmla="*/ 333202 h 475658"/>
                <a:gd name="connsiteX60" fmla="*/ 584428 w 2912392"/>
                <a:gd name="connsiteY60" fmla="*/ 330638 h 475658"/>
                <a:gd name="connsiteX61" fmla="*/ 594167 w 2912392"/>
                <a:gd name="connsiteY61" fmla="*/ 328265 h 475658"/>
                <a:gd name="connsiteX62" fmla="*/ 603908 w 2912392"/>
                <a:gd name="connsiteY62" fmla="*/ 326087 h 475658"/>
                <a:gd name="connsiteX63" fmla="*/ 613649 w 2912392"/>
                <a:gd name="connsiteY63" fmla="*/ 324113 h 475658"/>
                <a:gd name="connsiteX64" fmla="*/ 623388 w 2912392"/>
                <a:gd name="connsiteY64" fmla="*/ 322348 h 475658"/>
                <a:gd name="connsiteX65" fmla="*/ 633129 w 2912392"/>
                <a:gd name="connsiteY65" fmla="*/ 320800 h 475658"/>
                <a:gd name="connsiteX66" fmla="*/ 642870 w 2912392"/>
                <a:gd name="connsiteY66" fmla="*/ 319471 h 475658"/>
                <a:gd name="connsiteX67" fmla="*/ 652610 w 2912392"/>
                <a:gd name="connsiteY67" fmla="*/ 318369 h 475658"/>
                <a:gd name="connsiteX68" fmla="*/ 662351 w 2912392"/>
                <a:gd name="connsiteY68" fmla="*/ 317493 h 475658"/>
                <a:gd name="connsiteX69" fmla="*/ 672092 w 2912392"/>
                <a:gd name="connsiteY69" fmla="*/ 316849 h 475658"/>
                <a:gd name="connsiteX70" fmla="*/ 681831 w 2912392"/>
                <a:gd name="connsiteY70" fmla="*/ 316438 h 475658"/>
                <a:gd name="connsiteX71" fmla="*/ 691572 w 2912392"/>
                <a:gd name="connsiteY71" fmla="*/ 316262 h 475658"/>
                <a:gd name="connsiteX72" fmla="*/ 701313 w 2912392"/>
                <a:gd name="connsiteY72" fmla="*/ 316322 h 475658"/>
                <a:gd name="connsiteX73" fmla="*/ 711052 w 2912392"/>
                <a:gd name="connsiteY73" fmla="*/ 316617 h 475658"/>
                <a:gd name="connsiteX74" fmla="*/ 720793 w 2912392"/>
                <a:gd name="connsiteY74" fmla="*/ 317146 h 475658"/>
                <a:gd name="connsiteX75" fmla="*/ 730534 w 2912392"/>
                <a:gd name="connsiteY75" fmla="*/ 317909 h 475658"/>
                <a:gd name="connsiteX76" fmla="*/ 740274 w 2912392"/>
                <a:gd name="connsiteY76" fmla="*/ 318904 h 475658"/>
                <a:gd name="connsiteX77" fmla="*/ 750015 w 2912392"/>
                <a:gd name="connsiteY77" fmla="*/ 320126 h 475658"/>
                <a:gd name="connsiteX78" fmla="*/ 759756 w 2912392"/>
                <a:gd name="connsiteY78" fmla="*/ 321572 h 475658"/>
                <a:gd name="connsiteX79" fmla="*/ 769495 w 2912392"/>
                <a:gd name="connsiteY79" fmla="*/ 323239 h 475658"/>
                <a:gd name="connsiteX80" fmla="*/ 779236 w 2912392"/>
                <a:gd name="connsiteY80" fmla="*/ 325121 h 475658"/>
                <a:gd name="connsiteX81" fmla="*/ 788977 w 2912392"/>
                <a:gd name="connsiteY81" fmla="*/ 327211 h 475658"/>
                <a:gd name="connsiteX82" fmla="*/ 798717 w 2912392"/>
                <a:gd name="connsiteY82" fmla="*/ 329506 h 475658"/>
                <a:gd name="connsiteX83" fmla="*/ 808458 w 2912392"/>
                <a:gd name="connsiteY83" fmla="*/ 331995 h 475658"/>
                <a:gd name="connsiteX84" fmla="*/ 818199 w 2912392"/>
                <a:gd name="connsiteY84" fmla="*/ 334674 h 475658"/>
                <a:gd name="connsiteX85" fmla="*/ 827938 w 2912392"/>
                <a:gd name="connsiteY85" fmla="*/ 337532 h 475658"/>
                <a:gd name="connsiteX86" fmla="*/ 837679 w 2912392"/>
                <a:gd name="connsiteY86" fmla="*/ 340562 h 475658"/>
                <a:gd name="connsiteX87" fmla="*/ 847420 w 2912392"/>
                <a:gd name="connsiteY87" fmla="*/ 343754 h 475658"/>
                <a:gd name="connsiteX88" fmla="*/ 857159 w 2912392"/>
                <a:gd name="connsiteY88" fmla="*/ 347097 h 475658"/>
                <a:gd name="connsiteX89" fmla="*/ 866900 w 2912392"/>
                <a:gd name="connsiteY89" fmla="*/ 350583 h 475658"/>
                <a:gd name="connsiteX90" fmla="*/ 876641 w 2912392"/>
                <a:gd name="connsiteY90" fmla="*/ 354201 h 475658"/>
                <a:gd name="connsiteX91" fmla="*/ 886381 w 2912392"/>
                <a:gd name="connsiteY91" fmla="*/ 357938 h 475658"/>
                <a:gd name="connsiteX92" fmla="*/ 896122 w 2912392"/>
                <a:gd name="connsiteY92" fmla="*/ 361785 h 475658"/>
                <a:gd name="connsiteX93" fmla="*/ 905863 w 2912392"/>
                <a:gd name="connsiteY93" fmla="*/ 365727 h 475658"/>
                <a:gd name="connsiteX94" fmla="*/ 915602 w 2912392"/>
                <a:gd name="connsiteY94" fmla="*/ 369755 h 475658"/>
                <a:gd name="connsiteX95" fmla="*/ 925343 w 2912392"/>
                <a:gd name="connsiteY95" fmla="*/ 373856 h 475658"/>
                <a:gd name="connsiteX96" fmla="*/ 935084 w 2912392"/>
                <a:gd name="connsiteY96" fmla="*/ 378017 h 475658"/>
                <a:gd name="connsiteX97" fmla="*/ 944824 w 2912392"/>
                <a:gd name="connsiteY97" fmla="*/ 382224 h 475658"/>
                <a:gd name="connsiteX98" fmla="*/ 954564 w 2912392"/>
                <a:gd name="connsiteY98" fmla="*/ 386466 h 475658"/>
                <a:gd name="connsiteX99" fmla="*/ 964305 w 2912392"/>
                <a:gd name="connsiteY99" fmla="*/ 390730 h 475658"/>
                <a:gd name="connsiteX100" fmla="*/ 974045 w 2912392"/>
                <a:gd name="connsiteY100" fmla="*/ 395003 h 475658"/>
                <a:gd name="connsiteX101" fmla="*/ 983786 w 2912392"/>
                <a:gd name="connsiteY101" fmla="*/ 399270 h 475658"/>
                <a:gd name="connsiteX102" fmla="*/ 993522 w 2912392"/>
                <a:gd name="connsiteY102" fmla="*/ 403521 h 475658"/>
                <a:gd name="connsiteX103" fmla="*/ 1003266 w 2912392"/>
                <a:gd name="connsiteY103" fmla="*/ 407740 h 475658"/>
                <a:gd name="connsiteX104" fmla="*/ 1013010 w 2912392"/>
                <a:gd name="connsiteY104" fmla="*/ 411917 h 475658"/>
                <a:gd name="connsiteX105" fmla="*/ 1022754 w 2912392"/>
                <a:gd name="connsiteY105" fmla="*/ 416038 h 475658"/>
                <a:gd name="connsiteX106" fmla="*/ 1032483 w 2912392"/>
                <a:gd name="connsiteY106" fmla="*/ 420089 h 475658"/>
                <a:gd name="connsiteX107" fmla="*/ 1042227 w 2912392"/>
                <a:gd name="connsiteY107" fmla="*/ 424061 h 475658"/>
                <a:gd name="connsiteX108" fmla="*/ 1051971 w 2912392"/>
                <a:gd name="connsiteY108" fmla="*/ 427938 h 475658"/>
                <a:gd name="connsiteX109" fmla="*/ 1061715 w 2912392"/>
                <a:gd name="connsiteY109" fmla="*/ 431710 h 475658"/>
                <a:gd name="connsiteX110" fmla="*/ 1071444 w 2912392"/>
                <a:gd name="connsiteY110" fmla="*/ 435366 h 475658"/>
                <a:gd name="connsiteX111" fmla="*/ 1081188 w 2912392"/>
                <a:gd name="connsiteY111" fmla="*/ 438894 h 475658"/>
                <a:gd name="connsiteX112" fmla="*/ 1090932 w 2912392"/>
                <a:gd name="connsiteY112" fmla="*/ 442284 h 475658"/>
                <a:gd name="connsiteX113" fmla="*/ 1100676 w 2912392"/>
                <a:gd name="connsiteY113" fmla="*/ 445524 h 475658"/>
                <a:gd name="connsiteX114" fmla="*/ 1110405 w 2912392"/>
                <a:gd name="connsiteY114" fmla="*/ 448605 h 475658"/>
                <a:gd name="connsiteX115" fmla="*/ 1120149 w 2912392"/>
                <a:gd name="connsiteY115" fmla="*/ 451517 h 475658"/>
                <a:gd name="connsiteX116" fmla="*/ 1129893 w 2912392"/>
                <a:gd name="connsiteY116" fmla="*/ 454249 h 475658"/>
                <a:gd name="connsiteX117" fmla="*/ 1139637 w 2912392"/>
                <a:gd name="connsiteY117" fmla="*/ 456795 h 475658"/>
                <a:gd name="connsiteX118" fmla="*/ 1149381 w 2912392"/>
                <a:gd name="connsiteY118" fmla="*/ 459146 h 475658"/>
                <a:gd name="connsiteX119" fmla="*/ 1159110 w 2912392"/>
                <a:gd name="connsiteY119" fmla="*/ 461293 h 475658"/>
                <a:gd name="connsiteX120" fmla="*/ 1168854 w 2912392"/>
                <a:gd name="connsiteY120" fmla="*/ 463230 h 475658"/>
                <a:gd name="connsiteX121" fmla="*/ 1178598 w 2912392"/>
                <a:gd name="connsiteY121" fmla="*/ 464950 h 475658"/>
                <a:gd name="connsiteX122" fmla="*/ 1188341 w 2912392"/>
                <a:gd name="connsiteY122" fmla="*/ 466444 h 475658"/>
                <a:gd name="connsiteX123" fmla="*/ 1198070 w 2912392"/>
                <a:gd name="connsiteY123" fmla="*/ 467709 h 475658"/>
                <a:gd name="connsiteX124" fmla="*/ 1207814 w 2912392"/>
                <a:gd name="connsiteY124" fmla="*/ 468740 h 475658"/>
                <a:gd name="connsiteX125" fmla="*/ 1217558 w 2912392"/>
                <a:gd name="connsiteY125" fmla="*/ 469532 h 475658"/>
                <a:gd name="connsiteX126" fmla="*/ 1227302 w 2912392"/>
                <a:gd name="connsiteY126" fmla="*/ 470079 h 475658"/>
                <a:gd name="connsiteX127" fmla="*/ 1237031 w 2912392"/>
                <a:gd name="connsiteY127" fmla="*/ 470380 h 475658"/>
                <a:gd name="connsiteX128" fmla="*/ 1246775 w 2912392"/>
                <a:gd name="connsiteY128" fmla="*/ 470431 h 475658"/>
                <a:gd name="connsiteX129" fmla="*/ 1256519 w 2912392"/>
                <a:gd name="connsiteY129" fmla="*/ 470230 h 475658"/>
                <a:gd name="connsiteX130" fmla="*/ 1266263 w 2912392"/>
                <a:gd name="connsiteY130" fmla="*/ 469774 h 475658"/>
                <a:gd name="connsiteX131" fmla="*/ 1276007 w 2912392"/>
                <a:gd name="connsiteY131" fmla="*/ 469062 h 475658"/>
                <a:gd name="connsiteX132" fmla="*/ 1285736 w 2912392"/>
                <a:gd name="connsiteY132" fmla="*/ 468093 h 475658"/>
                <a:gd name="connsiteX133" fmla="*/ 1295480 w 2912392"/>
                <a:gd name="connsiteY133" fmla="*/ 466869 h 475658"/>
                <a:gd name="connsiteX134" fmla="*/ 1305224 w 2912392"/>
                <a:gd name="connsiteY134" fmla="*/ 465386 h 475658"/>
                <a:gd name="connsiteX135" fmla="*/ 1314968 w 2912392"/>
                <a:gd name="connsiteY135" fmla="*/ 463647 h 475658"/>
                <a:gd name="connsiteX136" fmla="*/ 1324697 w 2912392"/>
                <a:gd name="connsiteY136" fmla="*/ 461655 h 475658"/>
                <a:gd name="connsiteX137" fmla="*/ 1334441 w 2912392"/>
                <a:gd name="connsiteY137" fmla="*/ 459409 h 475658"/>
                <a:gd name="connsiteX138" fmla="*/ 1344185 w 2912392"/>
                <a:gd name="connsiteY138" fmla="*/ 456912 h 475658"/>
                <a:gd name="connsiteX139" fmla="*/ 1353929 w 2912392"/>
                <a:gd name="connsiteY139" fmla="*/ 454167 h 475658"/>
                <a:gd name="connsiteX140" fmla="*/ 1363658 w 2912392"/>
                <a:gd name="connsiteY140" fmla="*/ 451177 h 475658"/>
                <a:gd name="connsiteX141" fmla="*/ 1373402 w 2912392"/>
                <a:gd name="connsiteY141" fmla="*/ 447945 h 475658"/>
                <a:gd name="connsiteX142" fmla="*/ 1383146 w 2912392"/>
                <a:gd name="connsiteY142" fmla="*/ 444475 h 475658"/>
                <a:gd name="connsiteX143" fmla="*/ 1392890 w 2912392"/>
                <a:gd name="connsiteY143" fmla="*/ 440773 h 475658"/>
                <a:gd name="connsiteX144" fmla="*/ 1402619 w 2912392"/>
                <a:gd name="connsiteY144" fmla="*/ 436841 h 475658"/>
                <a:gd name="connsiteX145" fmla="*/ 1412363 w 2912392"/>
                <a:gd name="connsiteY145" fmla="*/ 432686 h 475658"/>
                <a:gd name="connsiteX146" fmla="*/ 1422106 w 2912392"/>
                <a:gd name="connsiteY146" fmla="*/ 428311 h 475658"/>
                <a:gd name="connsiteX147" fmla="*/ 1431850 w 2912392"/>
                <a:gd name="connsiteY147" fmla="*/ 423726 h 475658"/>
                <a:gd name="connsiteX148" fmla="*/ 1441594 w 2912392"/>
                <a:gd name="connsiteY148" fmla="*/ 418933 h 475658"/>
                <a:gd name="connsiteX149" fmla="*/ 1451323 w 2912392"/>
                <a:gd name="connsiteY149" fmla="*/ 413940 h 475658"/>
                <a:gd name="connsiteX150" fmla="*/ 1461067 w 2912392"/>
                <a:gd name="connsiteY150" fmla="*/ 408754 h 475658"/>
                <a:gd name="connsiteX151" fmla="*/ 1470811 w 2912392"/>
                <a:gd name="connsiteY151" fmla="*/ 403380 h 475658"/>
                <a:gd name="connsiteX152" fmla="*/ 1480555 w 2912392"/>
                <a:gd name="connsiteY152" fmla="*/ 397827 h 475658"/>
                <a:gd name="connsiteX153" fmla="*/ 1490284 w 2912392"/>
                <a:gd name="connsiteY153" fmla="*/ 392101 h 475658"/>
                <a:gd name="connsiteX154" fmla="*/ 1500028 w 2912392"/>
                <a:gd name="connsiteY154" fmla="*/ 386210 h 475658"/>
                <a:gd name="connsiteX155" fmla="*/ 1509772 w 2912392"/>
                <a:gd name="connsiteY155" fmla="*/ 380162 h 475658"/>
                <a:gd name="connsiteX156" fmla="*/ 1519516 w 2912392"/>
                <a:gd name="connsiteY156" fmla="*/ 373964 h 475658"/>
                <a:gd name="connsiteX157" fmla="*/ 1529245 w 2912392"/>
                <a:gd name="connsiteY157" fmla="*/ 367625 h 475658"/>
                <a:gd name="connsiteX158" fmla="*/ 1538989 w 2912392"/>
                <a:gd name="connsiteY158" fmla="*/ 361153 h 475658"/>
                <a:gd name="connsiteX159" fmla="*/ 1548733 w 2912392"/>
                <a:gd name="connsiteY159" fmla="*/ 354554 h 475658"/>
                <a:gd name="connsiteX160" fmla="*/ 1558477 w 2912392"/>
                <a:gd name="connsiteY160" fmla="*/ 347839 h 475658"/>
                <a:gd name="connsiteX161" fmla="*/ 1568221 w 2912392"/>
                <a:gd name="connsiteY161" fmla="*/ 341015 h 475658"/>
                <a:gd name="connsiteX162" fmla="*/ 1577950 w 2912392"/>
                <a:gd name="connsiteY162" fmla="*/ 334092 h 475658"/>
                <a:gd name="connsiteX163" fmla="*/ 1587694 w 2912392"/>
                <a:gd name="connsiteY163" fmla="*/ 327076 h 475658"/>
                <a:gd name="connsiteX164" fmla="*/ 1597438 w 2912392"/>
                <a:gd name="connsiteY164" fmla="*/ 319977 h 475658"/>
                <a:gd name="connsiteX165" fmla="*/ 1607182 w 2912392"/>
                <a:gd name="connsiteY165" fmla="*/ 312801 h 475658"/>
                <a:gd name="connsiteX166" fmla="*/ 1616911 w 2912392"/>
                <a:gd name="connsiteY166" fmla="*/ 305560 h 475658"/>
                <a:gd name="connsiteX167" fmla="*/ 1626655 w 2912392"/>
                <a:gd name="connsiteY167" fmla="*/ 298261 h 475658"/>
                <a:gd name="connsiteX168" fmla="*/ 1636399 w 2912392"/>
                <a:gd name="connsiteY168" fmla="*/ 290913 h 475658"/>
                <a:gd name="connsiteX169" fmla="*/ 1646142 w 2912392"/>
                <a:gd name="connsiteY169" fmla="*/ 283523 h 475658"/>
                <a:gd name="connsiteX170" fmla="*/ 1655872 w 2912392"/>
                <a:gd name="connsiteY170" fmla="*/ 276102 h 475658"/>
                <a:gd name="connsiteX171" fmla="*/ 1665616 w 2912392"/>
                <a:gd name="connsiteY171" fmla="*/ 268654 h 475658"/>
                <a:gd name="connsiteX172" fmla="*/ 1675359 w 2912392"/>
                <a:gd name="connsiteY172" fmla="*/ 261191 h 475658"/>
                <a:gd name="connsiteX173" fmla="*/ 1685103 w 2912392"/>
                <a:gd name="connsiteY173" fmla="*/ 253719 h 475658"/>
                <a:gd name="connsiteX174" fmla="*/ 1694832 w 2912392"/>
                <a:gd name="connsiteY174" fmla="*/ 246249 h 475658"/>
                <a:gd name="connsiteX175" fmla="*/ 1704576 w 2912392"/>
                <a:gd name="connsiteY175" fmla="*/ 238784 h 475658"/>
                <a:gd name="connsiteX176" fmla="*/ 1714320 w 2912392"/>
                <a:gd name="connsiteY176" fmla="*/ 231337 h 475658"/>
                <a:gd name="connsiteX177" fmla="*/ 1724064 w 2912392"/>
                <a:gd name="connsiteY177" fmla="*/ 223911 h 475658"/>
                <a:gd name="connsiteX178" fmla="*/ 1733808 w 2912392"/>
                <a:gd name="connsiteY178" fmla="*/ 216518 h 475658"/>
                <a:gd name="connsiteX179" fmla="*/ 1743537 w 2912392"/>
                <a:gd name="connsiteY179" fmla="*/ 209161 h 475658"/>
                <a:gd name="connsiteX180" fmla="*/ 1753281 w 2912392"/>
                <a:gd name="connsiteY180" fmla="*/ 201851 h 475658"/>
                <a:gd name="connsiteX181" fmla="*/ 1763025 w 2912392"/>
                <a:gd name="connsiteY181" fmla="*/ 194594 h 475658"/>
                <a:gd name="connsiteX182" fmla="*/ 1772769 w 2912392"/>
                <a:gd name="connsiteY182" fmla="*/ 187395 h 475658"/>
                <a:gd name="connsiteX183" fmla="*/ 1782498 w 2912392"/>
                <a:gd name="connsiteY183" fmla="*/ 180264 h 475658"/>
                <a:gd name="connsiteX184" fmla="*/ 1792242 w 2912392"/>
                <a:gd name="connsiteY184" fmla="*/ 173205 h 475658"/>
                <a:gd name="connsiteX185" fmla="*/ 1801986 w 2912392"/>
                <a:gd name="connsiteY185" fmla="*/ 166226 h 475658"/>
                <a:gd name="connsiteX186" fmla="*/ 1811730 w 2912392"/>
                <a:gd name="connsiteY186" fmla="*/ 159334 h 475658"/>
                <a:gd name="connsiteX187" fmla="*/ 1821459 w 2912392"/>
                <a:gd name="connsiteY187" fmla="*/ 152533 h 475658"/>
                <a:gd name="connsiteX188" fmla="*/ 1831203 w 2912392"/>
                <a:gd name="connsiteY188" fmla="*/ 145828 h 475658"/>
                <a:gd name="connsiteX189" fmla="*/ 1840947 w 2912392"/>
                <a:gd name="connsiteY189" fmla="*/ 139228 h 475658"/>
                <a:gd name="connsiteX190" fmla="*/ 1850691 w 2912392"/>
                <a:gd name="connsiteY190" fmla="*/ 132738 h 475658"/>
                <a:gd name="connsiteX191" fmla="*/ 1860435 w 2912392"/>
                <a:gd name="connsiteY191" fmla="*/ 126361 h 475658"/>
                <a:gd name="connsiteX192" fmla="*/ 1870164 w 2912392"/>
                <a:gd name="connsiteY192" fmla="*/ 120104 h 475658"/>
                <a:gd name="connsiteX193" fmla="*/ 1879908 w 2912392"/>
                <a:gd name="connsiteY193" fmla="*/ 113970 h 475658"/>
                <a:gd name="connsiteX194" fmla="*/ 1889652 w 2912392"/>
                <a:gd name="connsiteY194" fmla="*/ 107966 h 475658"/>
                <a:gd name="connsiteX195" fmla="*/ 1899395 w 2912392"/>
                <a:gd name="connsiteY195" fmla="*/ 102095 h 475658"/>
                <a:gd name="connsiteX196" fmla="*/ 1909124 w 2912392"/>
                <a:gd name="connsiteY196" fmla="*/ 96362 h 475658"/>
                <a:gd name="connsiteX197" fmla="*/ 1918868 w 2912392"/>
                <a:gd name="connsiteY197" fmla="*/ 90771 h 475658"/>
                <a:gd name="connsiteX198" fmla="*/ 1928612 w 2912392"/>
                <a:gd name="connsiteY198" fmla="*/ 85325 h 475658"/>
                <a:gd name="connsiteX199" fmla="*/ 1938356 w 2912392"/>
                <a:gd name="connsiteY199" fmla="*/ 80028 h 475658"/>
                <a:gd name="connsiteX200" fmla="*/ 1948085 w 2912392"/>
                <a:gd name="connsiteY200" fmla="*/ 74885 h 475658"/>
                <a:gd name="connsiteX201" fmla="*/ 1957829 w 2912392"/>
                <a:gd name="connsiteY201" fmla="*/ 69897 h 475658"/>
                <a:gd name="connsiteX202" fmla="*/ 1967573 w 2912392"/>
                <a:gd name="connsiteY202" fmla="*/ 65068 h 475658"/>
                <a:gd name="connsiteX203" fmla="*/ 1977317 w 2912392"/>
                <a:gd name="connsiteY203" fmla="*/ 60401 h 475658"/>
                <a:gd name="connsiteX204" fmla="*/ 1987046 w 2912392"/>
                <a:gd name="connsiteY204" fmla="*/ 55898 h 475658"/>
                <a:gd name="connsiteX205" fmla="*/ 1996790 w 2912392"/>
                <a:gd name="connsiteY205" fmla="*/ 51561 h 475658"/>
                <a:gd name="connsiteX206" fmla="*/ 2006534 w 2912392"/>
                <a:gd name="connsiteY206" fmla="*/ 47392 h 475658"/>
                <a:gd name="connsiteX207" fmla="*/ 2016278 w 2912392"/>
                <a:gd name="connsiteY207" fmla="*/ 43395 h 475658"/>
                <a:gd name="connsiteX208" fmla="*/ 2026022 w 2912392"/>
                <a:gd name="connsiteY208" fmla="*/ 39570 h 475658"/>
                <a:gd name="connsiteX209" fmla="*/ 2035751 w 2912392"/>
                <a:gd name="connsiteY209" fmla="*/ 35919 h 475658"/>
                <a:gd name="connsiteX210" fmla="*/ 2045495 w 2912392"/>
                <a:gd name="connsiteY210" fmla="*/ 32441 h 475658"/>
                <a:gd name="connsiteX211" fmla="*/ 2055239 w 2912392"/>
                <a:gd name="connsiteY211" fmla="*/ 29141 h 475658"/>
                <a:gd name="connsiteX212" fmla="*/ 2064983 w 2912392"/>
                <a:gd name="connsiteY212" fmla="*/ 26017 h 475658"/>
                <a:gd name="connsiteX213" fmla="*/ 2074712 w 2912392"/>
                <a:gd name="connsiteY213" fmla="*/ 23071 h 475658"/>
                <a:gd name="connsiteX214" fmla="*/ 2084456 w 2912392"/>
                <a:gd name="connsiteY214" fmla="*/ 20304 h 475658"/>
                <a:gd name="connsiteX215" fmla="*/ 2094200 w 2912392"/>
                <a:gd name="connsiteY215" fmla="*/ 17715 h 475658"/>
                <a:gd name="connsiteX216" fmla="*/ 2103944 w 2912392"/>
                <a:gd name="connsiteY216" fmla="*/ 15304 h 475658"/>
                <a:gd name="connsiteX217" fmla="*/ 2113673 w 2912392"/>
                <a:gd name="connsiteY217" fmla="*/ 13074 h 475658"/>
                <a:gd name="connsiteX218" fmla="*/ 2123417 w 2912392"/>
                <a:gd name="connsiteY218" fmla="*/ 11021 h 475658"/>
                <a:gd name="connsiteX219" fmla="*/ 2133161 w 2912392"/>
                <a:gd name="connsiteY219" fmla="*/ 9145 h 475658"/>
                <a:gd name="connsiteX220" fmla="*/ 2142905 w 2912392"/>
                <a:gd name="connsiteY220" fmla="*/ 7448 h 475658"/>
                <a:gd name="connsiteX221" fmla="*/ 2152649 w 2912392"/>
                <a:gd name="connsiteY221" fmla="*/ 5928 h 475658"/>
                <a:gd name="connsiteX222" fmla="*/ 2162377 w 2912392"/>
                <a:gd name="connsiteY222" fmla="*/ 4584 h 475658"/>
                <a:gd name="connsiteX223" fmla="*/ 2172121 w 2912392"/>
                <a:gd name="connsiteY223" fmla="*/ 3415 h 475658"/>
                <a:gd name="connsiteX224" fmla="*/ 2181865 w 2912392"/>
                <a:gd name="connsiteY224" fmla="*/ 2420 h 475658"/>
                <a:gd name="connsiteX225" fmla="*/ 2191609 w 2912392"/>
                <a:gd name="connsiteY225" fmla="*/ 1596 h 475658"/>
                <a:gd name="connsiteX226" fmla="*/ 2201338 w 2912392"/>
                <a:gd name="connsiteY226" fmla="*/ 945 h 475658"/>
                <a:gd name="connsiteX227" fmla="*/ 2211082 w 2912392"/>
                <a:gd name="connsiteY227" fmla="*/ 462 h 475658"/>
                <a:gd name="connsiteX228" fmla="*/ 2220826 w 2912392"/>
                <a:gd name="connsiteY228" fmla="*/ 147 h 475658"/>
                <a:gd name="connsiteX229" fmla="*/ 2230570 w 2912392"/>
                <a:gd name="connsiteY229" fmla="*/ 0 h 475658"/>
                <a:gd name="connsiteX230" fmla="*/ 2240299 w 2912392"/>
                <a:gd name="connsiteY230" fmla="*/ 16 h 475658"/>
                <a:gd name="connsiteX231" fmla="*/ 2250043 w 2912392"/>
                <a:gd name="connsiteY231" fmla="*/ 194 h 475658"/>
                <a:gd name="connsiteX232" fmla="*/ 2259787 w 2912392"/>
                <a:gd name="connsiteY232" fmla="*/ 532 h 475658"/>
                <a:gd name="connsiteX233" fmla="*/ 2269531 w 2912392"/>
                <a:gd name="connsiteY233" fmla="*/ 1028 h 475658"/>
                <a:gd name="connsiteX234" fmla="*/ 2279260 w 2912392"/>
                <a:gd name="connsiteY234" fmla="*/ 1679 h 475658"/>
                <a:gd name="connsiteX235" fmla="*/ 2289004 w 2912392"/>
                <a:gd name="connsiteY235" fmla="*/ 2484 h 475658"/>
                <a:gd name="connsiteX236" fmla="*/ 2298748 w 2912392"/>
                <a:gd name="connsiteY236" fmla="*/ 3439 h 475658"/>
                <a:gd name="connsiteX237" fmla="*/ 2308492 w 2912392"/>
                <a:gd name="connsiteY237" fmla="*/ 4541 h 475658"/>
                <a:gd name="connsiteX238" fmla="*/ 2318236 w 2912392"/>
                <a:gd name="connsiteY238" fmla="*/ 5790 h 475658"/>
                <a:gd name="connsiteX239" fmla="*/ 2327965 w 2912392"/>
                <a:gd name="connsiteY239" fmla="*/ 7181 h 475658"/>
                <a:gd name="connsiteX240" fmla="*/ 2337709 w 2912392"/>
                <a:gd name="connsiteY240" fmla="*/ 8711 h 475658"/>
                <a:gd name="connsiteX241" fmla="*/ 2347453 w 2912392"/>
                <a:gd name="connsiteY241" fmla="*/ 10379 h 475658"/>
                <a:gd name="connsiteX242" fmla="*/ 2357197 w 2912392"/>
                <a:gd name="connsiteY242" fmla="*/ 12180 h 475658"/>
                <a:gd name="connsiteX243" fmla="*/ 2366926 w 2912392"/>
                <a:gd name="connsiteY243" fmla="*/ 14112 h 475658"/>
                <a:gd name="connsiteX244" fmla="*/ 2376670 w 2912392"/>
                <a:gd name="connsiteY244" fmla="*/ 16173 h 475658"/>
                <a:gd name="connsiteX245" fmla="*/ 2386413 w 2912392"/>
                <a:gd name="connsiteY245" fmla="*/ 18357 h 475658"/>
                <a:gd name="connsiteX246" fmla="*/ 2396157 w 2912392"/>
                <a:gd name="connsiteY246" fmla="*/ 20663 h 475658"/>
                <a:gd name="connsiteX247" fmla="*/ 2405886 w 2912392"/>
                <a:gd name="connsiteY247" fmla="*/ 23089 h 475658"/>
                <a:gd name="connsiteX248" fmla="*/ 2415630 w 2912392"/>
                <a:gd name="connsiteY248" fmla="*/ 25628 h 475658"/>
                <a:gd name="connsiteX249" fmla="*/ 2425374 w 2912392"/>
                <a:gd name="connsiteY249" fmla="*/ 28280 h 475658"/>
                <a:gd name="connsiteX250" fmla="*/ 2435118 w 2912392"/>
                <a:gd name="connsiteY250" fmla="*/ 31039 h 475658"/>
                <a:gd name="connsiteX251" fmla="*/ 2444862 w 2912392"/>
                <a:gd name="connsiteY251" fmla="*/ 33904 h 475658"/>
                <a:gd name="connsiteX252" fmla="*/ 2454591 w 2912392"/>
                <a:gd name="connsiteY252" fmla="*/ 36869 h 475658"/>
                <a:gd name="connsiteX253" fmla="*/ 2464335 w 2912392"/>
                <a:gd name="connsiteY253" fmla="*/ 39932 h 475658"/>
                <a:gd name="connsiteX254" fmla="*/ 2474079 w 2912392"/>
                <a:gd name="connsiteY254" fmla="*/ 43091 h 475658"/>
                <a:gd name="connsiteX255" fmla="*/ 2483823 w 2912392"/>
                <a:gd name="connsiteY255" fmla="*/ 46339 h 475658"/>
                <a:gd name="connsiteX256" fmla="*/ 2493552 w 2912392"/>
                <a:gd name="connsiteY256" fmla="*/ 49673 h 475658"/>
                <a:gd name="connsiteX257" fmla="*/ 2503296 w 2912392"/>
                <a:gd name="connsiteY257" fmla="*/ 53091 h 475658"/>
                <a:gd name="connsiteX258" fmla="*/ 2513040 w 2912392"/>
                <a:gd name="connsiteY258" fmla="*/ 56589 h 475658"/>
                <a:gd name="connsiteX259" fmla="*/ 2522784 w 2912392"/>
                <a:gd name="connsiteY259" fmla="*/ 60161 h 475658"/>
                <a:gd name="connsiteX260" fmla="*/ 2532513 w 2912392"/>
                <a:gd name="connsiteY260" fmla="*/ 63805 h 475658"/>
                <a:gd name="connsiteX261" fmla="*/ 2542257 w 2912392"/>
                <a:gd name="connsiteY261" fmla="*/ 67515 h 475658"/>
                <a:gd name="connsiteX262" fmla="*/ 2552001 w 2912392"/>
                <a:gd name="connsiteY262" fmla="*/ 71290 h 475658"/>
                <a:gd name="connsiteX263" fmla="*/ 2561745 w 2912392"/>
                <a:gd name="connsiteY263" fmla="*/ 75122 h 475658"/>
                <a:gd name="connsiteX264" fmla="*/ 2571474 w 2912392"/>
                <a:gd name="connsiteY264" fmla="*/ 79011 h 475658"/>
                <a:gd name="connsiteX265" fmla="*/ 2581218 w 2912392"/>
                <a:gd name="connsiteY265" fmla="*/ 82949 h 475658"/>
                <a:gd name="connsiteX266" fmla="*/ 2590962 w 2912392"/>
                <a:gd name="connsiteY266" fmla="*/ 86933 h 475658"/>
                <a:gd name="connsiteX267" fmla="*/ 2600705 w 2912392"/>
                <a:gd name="connsiteY267" fmla="*/ 90960 h 475658"/>
                <a:gd name="connsiteX268" fmla="*/ 2610449 w 2912392"/>
                <a:gd name="connsiteY268" fmla="*/ 95023 h 475658"/>
                <a:gd name="connsiteX269" fmla="*/ 2620178 w 2912392"/>
                <a:gd name="connsiteY269" fmla="*/ 99120 h 475658"/>
                <a:gd name="connsiteX270" fmla="*/ 2629922 w 2912392"/>
                <a:gd name="connsiteY270" fmla="*/ 103244 h 475658"/>
                <a:gd name="connsiteX271" fmla="*/ 2639666 w 2912392"/>
                <a:gd name="connsiteY271" fmla="*/ 107392 h 475658"/>
                <a:gd name="connsiteX272" fmla="*/ 2649410 w 2912392"/>
                <a:gd name="connsiteY272" fmla="*/ 111559 h 475658"/>
                <a:gd name="connsiteX273" fmla="*/ 2659139 w 2912392"/>
                <a:gd name="connsiteY273" fmla="*/ 115738 h 475658"/>
                <a:gd name="connsiteX274" fmla="*/ 2668883 w 2912392"/>
                <a:gd name="connsiteY274" fmla="*/ 119928 h 475658"/>
                <a:gd name="connsiteX275" fmla="*/ 2678627 w 2912392"/>
                <a:gd name="connsiteY275" fmla="*/ 124120 h 475658"/>
                <a:gd name="connsiteX276" fmla="*/ 2688371 w 2912392"/>
                <a:gd name="connsiteY276" fmla="*/ 128313 h 475658"/>
                <a:gd name="connsiteX277" fmla="*/ 2698100 w 2912392"/>
                <a:gd name="connsiteY277" fmla="*/ 132500 h 475658"/>
                <a:gd name="connsiteX278" fmla="*/ 2707844 w 2912392"/>
                <a:gd name="connsiteY278" fmla="*/ 136674 h 475658"/>
                <a:gd name="connsiteX279" fmla="*/ 2717588 w 2912392"/>
                <a:gd name="connsiteY279" fmla="*/ 140833 h 475658"/>
                <a:gd name="connsiteX280" fmla="*/ 2727332 w 2912392"/>
                <a:gd name="connsiteY280" fmla="*/ 144969 h 475658"/>
                <a:gd name="connsiteX281" fmla="*/ 2737076 w 2912392"/>
                <a:gd name="connsiteY281" fmla="*/ 149078 h 475658"/>
                <a:gd name="connsiteX282" fmla="*/ 2746805 w 2912392"/>
                <a:gd name="connsiteY282" fmla="*/ 153154 h 475658"/>
                <a:gd name="connsiteX283" fmla="*/ 2756549 w 2912392"/>
                <a:gd name="connsiteY283" fmla="*/ 157195 h 475658"/>
                <a:gd name="connsiteX284" fmla="*/ 2766293 w 2912392"/>
                <a:gd name="connsiteY284" fmla="*/ 161191 h 475658"/>
                <a:gd name="connsiteX285" fmla="*/ 2776037 w 2912392"/>
                <a:gd name="connsiteY285" fmla="*/ 165137 h 475658"/>
                <a:gd name="connsiteX286" fmla="*/ 2785766 w 2912392"/>
                <a:gd name="connsiteY286" fmla="*/ 169032 h 475658"/>
                <a:gd name="connsiteX287" fmla="*/ 2795510 w 2912392"/>
                <a:gd name="connsiteY287" fmla="*/ 172865 h 475658"/>
                <a:gd name="connsiteX288" fmla="*/ 2805254 w 2912392"/>
                <a:gd name="connsiteY288" fmla="*/ 176635 h 475658"/>
                <a:gd name="connsiteX289" fmla="*/ 2814998 w 2912392"/>
                <a:gd name="connsiteY289" fmla="*/ 180334 h 475658"/>
                <a:gd name="connsiteX290" fmla="*/ 2824727 w 2912392"/>
                <a:gd name="connsiteY290" fmla="*/ 183956 h 475658"/>
                <a:gd name="connsiteX291" fmla="*/ 2834471 w 2912392"/>
                <a:gd name="connsiteY291" fmla="*/ 187499 h 475658"/>
                <a:gd name="connsiteX292" fmla="*/ 2844215 w 2912392"/>
                <a:gd name="connsiteY292" fmla="*/ 190954 h 475658"/>
                <a:gd name="connsiteX293" fmla="*/ 2853958 w 2912392"/>
                <a:gd name="connsiteY293" fmla="*/ 194317 h 475658"/>
                <a:gd name="connsiteX294" fmla="*/ 2863687 w 2912392"/>
                <a:gd name="connsiteY294" fmla="*/ 197583 h 475658"/>
                <a:gd name="connsiteX295" fmla="*/ 2873431 w 2912392"/>
                <a:gd name="connsiteY295" fmla="*/ 200747 h 475658"/>
                <a:gd name="connsiteX296" fmla="*/ 2883175 w 2912392"/>
                <a:gd name="connsiteY296" fmla="*/ 203803 h 475658"/>
                <a:gd name="connsiteX297" fmla="*/ 2892919 w 2912392"/>
                <a:gd name="connsiteY297" fmla="*/ 206746 h 475658"/>
                <a:gd name="connsiteX298" fmla="*/ 2902663 w 2912392"/>
                <a:gd name="connsiteY298" fmla="*/ 209572 h 475658"/>
                <a:gd name="connsiteX299" fmla="*/ 2912392 w 2912392"/>
                <a:gd name="connsiteY299" fmla="*/ 212273 h 4756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75658">
                  <a:moveTo>
                    <a:pt x="0" y="463552"/>
                  </a:moveTo>
                  <a:lnTo>
                    <a:pt x="9739" y="465470"/>
                  </a:lnTo>
                  <a:lnTo>
                    <a:pt x="19480" y="467242"/>
                  </a:lnTo>
                  <a:lnTo>
                    <a:pt x="29221" y="468861"/>
                  </a:lnTo>
                  <a:lnTo>
                    <a:pt x="38961" y="470321"/>
                  </a:lnTo>
                  <a:lnTo>
                    <a:pt x="48702" y="471617"/>
                  </a:lnTo>
                  <a:lnTo>
                    <a:pt x="58443" y="472742"/>
                  </a:lnTo>
                  <a:lnTo>
                    <a:pt x="68182" y="473691"/>
                  </a:lnTo>
                  <a:lnTo>
                    <a:pt x="77923" y="474461"/>
                  </a:lnTo>
                  <a:lnTo>
                    <a:pt x="87664" y="475045"/>
                  </a:lnTo>
                  <a:lnTo>
                    <a:pt x="97404" y="475441"/>
                  </a:lnTo>
                  <a:lnTo>
                    <a:pt x="107145" y="475647"/>
                  </a:lnTo>
                  <a:lnTo>
                    <a:pt x="116886" y="475659"/>
                  </a:lnTo>
                  <a:lnTo>
                    <a:pt x="126625" y="475476"/>
                  </a:lnTo>
                  <a:lnTo>
                    <a:pt x="136366" y="475094"/>
                  </a:lnTo>
                  <a:lnTo>
                    <a:pt x="146107" y="474515"/>
                  </a:lnTo>
                  <a:lnTo>
                    <a:pt x="155846" y="473737"/>
                  </a:lnTo>
                  <a:lnTo>
                    <a:pt x="165587" y="472761"/>
                  </a:lnTo>
                  <a:lnTo>
                    <a:pt x="175328" y="471587"/>
                  </a:lnTo>
                  <a:lnTo>
                    <a:pt x="185068" y="470218"/>
                  </a:lnTo>
                  <a:lnTo>
                    <a:pt x="194809" y="468655"/>
                  </a:lnTo>
                  <a:lnTo>
                    <a:pt x="204550" y="466900"/>
                  </a:lnTo>
                  <a:lnTo>
                    <a:pt x="214289" y="464956"/>
                  </a:lnTo>
                  <a:lnTo>
                    <a:pt x="224030" y="462828"/>
                  </a:lnTo>
                  <a:lnTo>
                    <a:pt x="233771" y="460522"/>
                  </a:lnTo>
                  <a:lnTo>
                    <a:pt x="243510" y="458038"/>
                  </a:lnTo>
                  <a:lnTo>
                    <a:pt x="253251" y="455386"/>
                  </a:lnTo>
                  <a:lnTo>
                    <a:pt x="262992" y="452570"/>
                  </a:lnTo>
                  <a:lnTo>
                    <a:pt x="272732" y="449596"/>
                  </a:lnTo>
                  <a:lnTo>
                    <a:pt x="282473" y="446473"/>
                  </a:lnTo>
                  <a:lnTo>
                    <a:pt x="292214" y="443209"/>
                  </a:lnTo>
                  <a:lnTo>
                    <a:pt x="301953" y="439809"/>
                  </a:lnTo>
                  <a:lnTo>
                    <a:pt x="311694" y="436285"/>
                  </a:lnTo>
                  <a:lnTo>
                    <a:pt x="321435" y="432644"/>
                  </a:lnTo>
                  <a:lnTo>
                    <a:pt x="331175" y="428896"/>
                  </a:lnTo>
                  <a:lnTo>
                    <a:pt x="340916" y="425050"/>
                  </a:lnTo>
                  <a:lnTo>
                    <a:pt x="350656" y="421118"/>
                  </a:lnTo>
                  <a:lnTo>
                    <a:pt x="360396" y="417110"/>
                  </a:lnTo>
                  <a:lnTo>
                    <a:pt x="370137" y="413036"/>
                  </a:lnTo>
                  <a:lnTo>
                    <a:pt x="379878" y="408909"/>
                  </a:lnTo>
                  <a:lnTo>
                    <a:pt x="389617" y="404738"/>
                  </a:lnTo>
                  <a:lnTo>
                    <a:pt x="399358" y="400535"/>
                  </a:lnTo>
                  <a:lnTo>
                    <a:pt x="409099" y="396314"/>
                  </a:lnTo>
                  <a:lnTo>
                    <a:pt x="418839" y="392086"/>
                  </a:lnTo>
                  <a:lnTo>
                    <a:pt x="428580" y="387864"/>
                  </a:lnTo>
                  <a:lnTo>
                    <a:pt x="438321" y="383658"/>
                  </a:lnTo>
                  <a:lnTo>
                    <a:pt x="448060" y="379480"/>
                  </a:lnTo>
                  <a:lnTo>
                    <a:pt x="457801" y="375344"/>
                  </a:lnTo>
                  <a:lnTo>
                    <a:pt x="467542" y="371263"/>
                  </a:lnTo>
                  <a:lnTo>
                    <a:pt x="477281" y="367247"/>
                  </a:lnTo>
                  <a:lnTo>
                    <a:pt x="487022" y="363307"/>
                  </a:lnTo>
                  <a:lnTo>
                    <a:pt x="496763" y="359459"/>
                  </a:lnTo>
                  <a:lnTo>
                    <a:pt x="506503" y="355710"/>
                  </a:lnTo>
                  <a:lnTo>
                    <a:pt x="516244" y="352073"/>
                  </a:lnTo>
                  <a:lnTo>
                    <a:pt x="525985" y="348560"/>
                  </a:lnTo>
                  <a:lnTo>
                    <a:pt x="535724" y="345181"/>
                  </a:lnTo>
                  <a:lnTo>
                    <a:pt x="545465" y="341945"/>
                  </a:lnTo>
                  <a:lnTo>
                    <a:pt x="555206" y="338864"/>
                  </a:lnTo>
                  <a:lnTo>
                    <a:pt x="564946" y="335947"/>
                  </a:lnTo>
                  <a:lnTo>
                    <a:pt x="574687" y="333202"/>
                  </a:lnTo>
                  <a:lnTo>
                    <a:pt x="584428" y="330638"/>
                  </a:lnTo>
                  <a:lnTo>
                    <a:pt x="594167" y="328265"/>
                  </a:lnTo>
                  <a:lnTo>
                    <a:pt x="603908" y="326087"/>
                  </a:lnTo>
                  <a:lnTo>
                    <a:pt x="613649" y="324113"/>
                  </a:lnTo>
                  <a:lnTo>
                    <a:pt x="623388" y="322348"/>
                  </a:lnTo>
                  <a:lnTo>
                    <a:pt x="633129" y="320800"/>
                  </a:lnTo>
                  <a:lnTo>
                    <a:pt x="642870" y="319471"/>
                  </a:lnTo>
                  <a:lnTo>
                    <a:pt x="652610" y="318369"/>
                  </a:lnTo>
                  <a:lnTo>
                    <a:pt x="662351" y="317493"/>
                  </a:lnTo>
                  <a:lnTo>
                    <a:pt x="672092" y="316849"/>
                  </a:lnTo>
                  <a:lnTo>
                    <a:pt x="681831" y="316438"/>
                  </a:lnTo>
                  <a:lnTo>
                    <a:pt x="691572" y="316262"/>
                  </a:lnTo>
                  <a:lnTo>
                    <a:pt x="701313" y="316322"/>
                  </a:lnTo>
                  <a:lnTo>
                    <a:pt x="711052" y="316617"/>
                  </a:lnTo>
                  <a:lnTo>
                    <a:pt x="720793" y="317146"/>
                  </a:lnTo>
                  <a:lnTo>
                    <a:pt x="730534" y="317909"/>
                  </a:lnTo>
                  <a:lnTo>
                    <a:pt x="740274" y="318904"/>
                  </a:lnTo>
                  <a:lnTo>
                    <a:pt x="750015" y="320126"/>
                  </a:lnTo>
                  <a:lnTo>
                    <a:pt x="759756" y="321572"/>
                  </a:lnTo>
                  <a:lnTo>
                    <a:pt x="769495" y="323239"/>
                  </a:lnTo>
                  <a:lnTo>
                    <a:pt x="779236" y="325121"/>
                  </a:lnTo>
                  <a:lnTo>
                    <a:pt x="788977" y="327211"/>
                  </a:lnTo>
                  <a:lnTo>
                    <a:pt x="798717" y="329506"/>
                  </a:lnTo>
                  <a:lnTo>
                    <a:pt x="808458" y="331995"/>
                  </a:lnTo>
                  <a:lnTo>
                    <a:pt x="818199" y="334674"/>
                  </a:lnTo>
                  <a:lnTo>
                    <a:pt x="827938" y="337532"/>
                  </a:lnTo>
                  <a:lnTo>
                    <a:pt x="837679" y="340562"/>
                  </a:lnTo>
                  <a:lnTo>
                    <a:pt x="847420" y="343754"/>
                  </a:lnTo>
                  <a:lnTo>
                    <a:pt x="857159" y="347097"/>
                  </a:lnTo>
                  <a:lnTo>
                    <a:pt x="866900" y="350583"/>
                  </a:lnTo>
                  <a:lnTo>
                    <a:pt x="876641" y="354201"/>
                  </a:lnTo>
                  <a:lnTo>
                    <a:pt x="886381" y="357938"/>
                  </a:lnTo>
                  <a:lnTo>
                    <a:pt x="896122" y="361785"/>
                  </a:lnTo>
                  <a:lnTo>
                    <a:pt x="905863" y="365727"/>
                  </a:lnTo>
                  <a:lnTo>
                    <a:pt x="915602" y="369755"/>
                  </a:lnTo>
                  <a:lnTo>
                    <a:pt x="925343" y="373856"/>
                  </a:lnTo>
                  <a:lnTo>
                    <a:pt x="935084" y="378017"/>
                  </a:lnTo>
                  <a:lnTo>
                    <a:pt x="944824" y="382224"/>
                  </a:lnTo>
                  <a:lnTo>
                    <a:pt x="954564" y="386466"/>
                  </a:lnTo>
                  <a:lnTo>
                    <a:pt x="964305" y="390730"/>
                  </a:lnTo>
                  <a:lnTo>
                    <a:pt x="974045" y="395003"/>
                  </a:lnTo>
                  <a:lnTo>
                    <a:pt x="983786" y="399270"/>
                  </a:lnTo>
                  <a:lnTo>
                    <a:pt x="993522" y="403521"/>
                  </a:lnTo>
                  <a:lnTo>
                    <a:pt x="1003266" y="407740"/>
                  </a:lnTo>
                  <a:lnTo>
                    <a:pt x="1013010" y="411917"/>
                  </a:lnTo>
                  <a:lnTo>
                    <a:pt x="1022754" y="416038"/>
                  </a:lnTo>
                  <a:lnTo>
                    <a:pt x="1032483" y="420089"/>
                  </a:lnTo>
                  <a:lnTo>
                    <a:pt x="1042227" y="424061"/>
                  </a:lnTo>
                  <a:lnTo>
                    <a:pt x="1051971" y="427938"/>
                  </a:lnTo>
                  <a:lnTo>
                    <a:pt x="1061715" y="431710"/>
                  </a:lnTo>
                  <a:lnTo>
                    <a:pt x="1071444" y="435366"/>
                  </a:lnTo>
                  <a:lnTo>
                    <a:pt x="1081188" y="438894"/>
                  </a:lnTo>
                  <a:lnTo>
                    <a:pt x="1090932" y="442284"/>
                  </a:lnTo>
                  <a:lnTo>
                    <a:pt x="1100676" y="445524"/>
                  </a:lnTo>
                  <a:lnTo>
                    <a:pt x="1110405" y="448605"/>
                  </a:lnTo>
                  <a:lnTo>
                    <a:pt x="1120149" y="451517"/>
                  </a:lnTo>
                  <a:lnTo>
                    <a:pt x="1129893" y="454249"/>
                  </a:lnTo>
                  <a:lnTo>
                    <a:pt x="1139637" y="456795"/>
                  </a:lnTo>
                  <a:lnTo>
                    <a:pt x="1149381" y="459146"/>
                  </a:lnTo>
                  <a:lnTo>
                    <a:pt x="1159110" y="461293"/>
                  </a:lnTo>
                  <a:lnTo>
                    <a:pt x="1168854" y="463230"/>
                  </a:lnTo>
                  <a:lnTo>
                    <a:pt x="1178598" y="464950"/>
                  </a:lnTo>
                  <a:lnTo>
                    <a:pt x="1188341" y="466444"/>
                  </a:lnTo>
                  <a:lnTo>
                    <a:pt x="1198070" y="467709"/>
                  </a:lnTo>
                  <a:lnTo>
                    <a:pt x="1207814" y="468740"/>
                  </a:lnTo>
                  <a:lnTo>
                    <a:pt x="1217558" y="469532"/>
                  </a:lnTo>
                  <a:lnTo>
                    <a:pt x="1227302" y="470079"/>
                  </a:lnTo>
                  <a:lnTo>
                    <a:pt x="1237031" y="470380"/>
                  </a:lnTo>
                  <a:lnTo>
                    <a:pt x="1246775" y="470431"/>
                  </a:lnTo>
                  <a:lnTo>
                    <a:pt x="1256519" y="470230"/>
                  </a:lnTo>
                  <a:lnTo>
                    <a:pt x="1266263" y="469774"/>
                  </a:lnTo>
                  <a:lnTo>
                    <a:pt x="1276007" y="469062"/>
                  </a:lnTo>
                  <a:lnTo>
                    <a:pt x="1285736" y="468093"/>
                  </a:lnTo>
                  <a:lnTo>
                    <a:pt x="1295480" y="466869"/>
                  </a:lnTo>
                  <a:lnTo>
                    <a:pt x="1305224" y="465386"/>
                  </a:lnTo>
                  <a:lnTo>
                    <a:pt x="1314968" y="463647"/>
                  </a:lnTo>
                  <a:lnTo>
                    <a:pt x="1324697" y="461655"/>
                  </a:lnTo>
                  <a:lnTo>
                    <a:pt x="1334441" y="459409"/>
                  </a:lnTo>
                  <a:lnTo>
                    <a:pt x="1344185" y="456912"/>
                  </a:lnTo>
                  <a:lnTo>
                    <a:pt x="1353929" y="454167"/>
                  </a:lnTo>
                  <a:lnTo>
                    <a:pt x="1363658" y="451177"/>
                  </a:lnTo>
                  <a:lnTo>
                    <a:pt x="1373402" y="447945"/>
                  </a:lnTo>
                  <a:lnTo>
                    <a:pt x="1383146" y="444475"/>
                  </a:lnTo>
                  <a:lnTo>
                    <a:pt x="1392890" y="440773"/>
                  </a:lnTo>
                  <a:lnTo>
                    <a:pt x="1402619" y="436841"/>
                  </a:lnTo>
                  <a:lnTo>
                    <a:pt x="1412363" y="432686"/>
                  </a:lnTo>
                  <a:lnTo>
                    <a:pt x="1422106" y="428311"/>
                  </a:lnTo>
                  <a:lnTo>
                    <a:pt x="1431850" y="423726"/>
                  </a:lnTo>
                  <a:lnTo>
                    <a:pt x="1441594" y="418933"/>
                  </a:lnTo>
                  <a:lnTo>
                    <a:pt x="1451323" y="413940"/>
                  </a:lnTo>
                  <a:lnTo>
                    <a:pt x="1461067" y="408754"/>
                  </a:lnTo>
                  <a:lnTo>
                    <a:pt x="1470811" y="403380"/>
                  </a:lnTo>
                  <a:lnTo>
                    <a:pt x="1480555" y="397827"/>
                  </a:lnTo>
                  <a:lnTo>
                    <a:pt x="1490284" y="392101"/>
                  </a:lnTo>
                  <a:lnTo>
                    <a:pt x="1500028" y="386210"/>
                  </a:lnTo>
                  <a:lnTo>
                    <a:pt x="1509772" y="380162"/>
                  </a:lnTo>
                  <a:lnTo>
                    <a:pt x="1519516" y="373964"/>
                  </a:lnTo>
                  <a:lnTo>
                    <a:pt x="1529245" y="367625"/>
                  </a:lnTo>
                  <a:lnTo>
                    <a:pt x="1538989" y="361153"/>
                  </a:lnTo>
                  <a:lnTo>
                    <a:pt x="1548733" y="354554"/>
                  </a:lnTo>
                  <a:lnTo>
                    <a:pt x="1558477" y="347839"/>
                  </a:lnTo>
                  <a:lnTo>
                    <a:pt x="1568221" y="341015"/>
                  </a:lnTo>
                  <a:lnTo>
                    <a:pt x="1577950" y="334092"/>
                  </a:lnTo>
                  <a:lnTo>
                    <a:pt x="1587694" y="327076"/>
                  </a:lnTo>
                  <a:lnTo>
                    <a:pt x="1597438" y="319977"/>
                  </a:lnTo>
                  <a:lnTo>
                    <a:pt x="1607182" y="312801"/>
                  </a:lnTo>
                  <a:lnTo>
                    <a:pt x="1616911" y="305560"/>
                  </a:lnTo>
                  <a:lnTo>
                    <a:pt x="1626655" y="298261"/>
                  </a:lnTo>
                  <a:lnTo>
                    <a:pt x="1636399" y="290913"/>
                  </a:lnTo>
                  <a:lnTo>
                    <a:pt x="1646142" y="283523"/>
                  </a:lnTo>
                  <a:lnTo>
                    <a:pt x="1655872" y="276102"/>
                  </a:lnTo>
                  <a:lnTo>
                    <a:pt x="1665616" y="268654"/>
                  </a:lnTo>
                  <a:lnTo>
                    <a:pt x="1675359" y="261191"/>
                  </a:lnTo>
                  <a:lnTo>
                    <a:pt x="1685103" y="253719"/>
                  </a:lnTo>
                  <a:lnTo>
                    <a:pt x="1694832" y="246249"/>
                  </a:lnTo>
                  <a:lnTo>
                    <a:pt x="1704576" y="238784"/>
                  </a:lnTo>
                  <a:lnTo>
                    <a:pt x="1714320" y="231337"/>
                  </a:lnTo>
                  <a:lnTo>
                    <a:pt x="1724064" y="223911"/>
                  </a:lnTo>
                  <a:lnTo>
                    <a:pt x="1733808" y="216518"/>
                  </a:lnTo>
                  <a:lnTo>
                    <a:pt x="1743537" y="209161"/>
                  </a:lnTo>
                  <a:lnTo>
                    <a:pt x="1753281" y="201851"/>
                  </a:lnTo>
                  <a:lnTo>
                    <a:pt x="1763025" y="194594"/>
                  </a:lnTo>
                  <a:lnTo>
                    <a:pt x="1772769" y="187395"/>
                  </a:lnTo>
                  <a:lnTo>
                    <a:pt x="1782498" y="180264"/>
                  </a:lnTo>
                  <a:lnTo>
                    <a:pt x="1792242" y="173205"/>
                  </a:lnTo>
                  <a:lnTo>
                    <a:pt x="1801986" y="166226"/>
                  </a:lnTo>
                  <a:lnTo>
                    <a:pt x="1811730" y="159334"/>
                  </a:lnTo>
                  <a:lnTo>
                    <a:pt x="1821459" y="152533"/>
                  </a:lnTo>
                  <a:lnTo>
                    <a:pt x="1831203" y="145828"/>
                  </a:lnTo>
                  <a:lnTo>
                    <a:pt x="1840947" y="139228"/>
                  </a:lnTo>
                  <a:lnTo>
                    <a:pt x="1850691" y="132738"/>
                  </a:lnTo>
                  <a:lnTo>
                    <a:pt x="1860435" y="126361"/>
                  </a:lnTo>
                  <a:lnTo>
                    <a:pt x="1870164" y="120104"/>
                  </a:lnTo>
                  <a:lnTo>
                    <a:pt x="1879908" y="113970"/>
                  </a:lnTo>
                  <a:lnTo>
                    <a:pt x="1889652" y="107966"/>
                  </a:lnTo>
                  <a:lnTo>
                    <a:pt x="1899395" y="102095"/>
                  </a:lnTo>
                  <a:lnTo>
                    <a:pt x="1909124" y="96362"/>
                  </a:lnTo>
                  <a:lnTo>
                    <a:pt x="1918868" y="90771"/>
                  </a:lnTo>
                  <a:lnTo>
                    <a:pt x="1928612" y="85325"/>
                  </a:lnTo>
                  <a:lnTo>
                    <a:pt x="1938356" y="80028"/>
                  </a:lnTo>
                  <a:lnTo>
                    <a:pt x="1948085" y="74885"/>
                  </a:lnTo>
                  <a:lnTo>
                    <a:pt x="1957829" y="69897"/>
                  </a:lnTo>
                  <a:lnTo>
                    <a:pt x="1967573" y="65068"/>
                  </a:lnTo>
                  <a:lnTo>
                    <a:pt x="1977317" y="60401"/>
                  </a:lnTo>
                  <a:lnTo>
                    <a:pt x="1987046" y="55898"/>
                  </a:lnTo>
                  <a:lnTo>
                    <a:pt x="1996790" y="51561"/>
                  </a:lnTo>
                  <a:lnTo>
                    <a:pt x="2006534" y="47392"/>
                  </a:lnTo>
                  <a:lnTo>
                    <a:pt x="2016278" y="43395"/>
                  </a:lnTo>
                  <a:lnTo>
                    <a:pt x="2026022" y="39570"/>
                  </a:lnTo>
                  <a:lnTo>
                    <a:pt x="2035751" y="35919"/>
                  </a:lnTo>
                  <a:lnTo>
                    <a:pt x="2045495" y="32441"/>
                  </a:lnTo>
                  <a:lnTo>
                    <a:pt x="2055239" y="29141"/>
                  </a:lnTo>
                  <a:lnTo>
                    <a:pt x="2064983" y="26017"/>
                  </a:lnTo>
                  <a:lnTo>
                    <a:pt x="2074712" y="23071"/>
                  </a:lnTo>
                  <a:lnTo>
                    <a:pt x="2084456" y="20304"/>
                  </a:lnTo>
                  <a:lnTo>
                    <a:pt x="2094200" y="17715"/>
                  </a:lnTo>
                  <a:lnTo>
                    <a:pt x="2103944" y="15304"/>
                  </a:lnTo>
                  <a:lnTo>
                    <a:pt x="2113673" y="13074"/>
                  </a:lnTo>
                  <a:lnTo>
                    <a:pt x="2123417" y="11021"/>
                  </a:lnTo>
                  <a:lnTo>
                    <a:pt x="2133161" y="9145"/>
                  </a:lnTo>
                  <a:lnTo>
                    <a:pt x="2142905" y="7448"/>
                  </a:lnTo>
                  <a:lnTo>
                    <a:pt x="2152649" y="5928"/>
                  </a:lnTo>
                  <a:lnTo>
                    <a:pt x="2162377" y="4584"/>
                  </a:lnTo>
                  <a:lnTo>
                    <a:pt x="2172121" y="3415"/>
                  </a:lnTo>
                  <a:lnTo>
                    <a:pt x="2181865" y="2420"/>
                  </a:lnTo>
                  <a:lnTo>
                    <a:pt x="2191609" y="1596"/>
                  </a:lnTo>
                  <a:lnTo>
                    <a:pt x="2201338" y="945"/>
                  </a:lnTo>
                  <a:lnTo>
                    <a:pt x="2211082" y="462"/>
                  </a:lnTo>
                  <a:lnTo>
                    <a:pt x="2220826" y="147"/>
                  </a:lnTo>
                  <a:lnTo>
                    <a:pt x="2230570" y="0"/>
                  </a:lnTo>
                  <a:lnTo>
                    <a:pt x="2240299" y="16"/>
                  </a:lnTo>
                  <a:lnTo>
                    <a:pt x="2250043" y="194"/>
                  </a:lnTo>
                  <a:lnTo>
                    <a:pt x="2259787" y="532"/>
                  </a:lnTo>
                  <a:lnTo>
                    <a:pt x="2269531" y="1028"/>
                  </a:lnTo>
                  <a:lnTo>
                    <a:pt x="2279260" y="1679"/>
                  </a:lnTo>
                  <a:lnTo>
                    <a:pt x="2289004" y="2484"/>
                  </a:lnTo>
                  <a:lnTo>
                    <a:pt x="2298748" y="3439"/>
                  </a:lnTo>
                  <a:lnTo>
                    <a:pt x="2308492" y="4541"/>
                  </a:lnTo>
                  <a:lnTo>
                    <a:pt x="2318236" y="5790"/>
                  </a:lnTo>
                  <a:lnTo>
                    <a:pt x="2327965" y="7181"/>
                  </a:lnTo>
                  <a:lnTo>
                    <a:pt x="2337709" y="8711"/>
                  </a:lnTo>
                  <a:lnTo>
                    <a:pt x="2347453" y="10379"/>
                  </a:lnTo>
                  <a:lnTo>
                    <a:pt x="2357197" y="12180"/>
                  </a:lnTo>
                  <a:lnTo>
                    <a:pt x="2366926" y="14112"/>
                  </a:lnTo>
                  <a:lnTo>
                    <a:pt x="2376670" y="16173"/>
                  </a:lnTo>
                  <a:lnTo>
                    <a:pt x="2386413" y="18357"/>
                  </a:lnTo>
                  <a:lnTo>
                    <a:pt x="2396157" y="20663"/>
                  </a:lnTo>
                  <a:lnTo>
                    <a:pt x="2405886" y="23089"/>
                  </a:lnTo>
                  <a:lnTo>
                    <a:pt x="2415630" y="25628"/>
                  </a:lnTo>
                  <a:lnTo>
                    <a:pt x="2425374" y="28280"/>
                  </a:lnTo>
                  <a:lnTo>
                    <a:pt x="2435118" y="31039"/>
                  </a:lnTo>
                  <a:lnTo>
                    <a:pt x="2444862" y="33904"/>
                  </a:lnTo>
                  <a:lnTo>
                    <a:pt x="2454591" y="36869"/>
                  </a:lnTo>
                  <a:lnTo>
                    <a:pt x="2464335" y="39932"/>
                  </a:lnTo>
                  <a:lnTo>
                    <a:pt x="2474079" y="43091"/>
                  </a:lnTo>
                  <a:lnTo>
                    <a:pt x="2483823" y="46339"/>
                  </a:lnTo>
                  <a:lnTo>
                    <a:pt x="2493552" y="49673"/>
                  </a:lnTo>
                  <a:lnTo>
                    <a:pt x="2503296" y="53091"/>
                  </a:lnTo>
                  <a:lnTo>
                    <a:pt x="2513040" y="56589"/>
                  </a:lnTo>
                  <a:lnTo>
                    <a:pt x="2522784" y="60161"/>
                  </a:lnTo>
                  <a:lnTo>
                    <a:pt x="2532513" y="63805"/>
                  </a:lnTo>
                  <a:lnTo>
                    <a:pt x="2542257" y="67515"/>
                  </a:lnTo>
                  <a:lnTo>
                    <a:pt x="2552001" y="71290"/>
                  </a:lnTo>
                  <a:lnTo>
                    <a:pt x="2561745" y="75122"/>
                  </a:lnTo>
                  <a:lnTo>
                    <a:pt x="2571474" y="79011"/>
                  </a:lnTo>
                  <a:lnTo>
                    <a:pt x="2581218" y="82949"/>
                  </a:lnTo>
                  <a:lnTo>
                    <a:pt x="2590962" y="86933"/>
                  </a:lnTo>
                  <a:lnTo>
                    <a:pt x="2600705" y="90960"/>
                  </a:lnTo>
                  <a:lnTo>
                    <a:pt x="2610449" y="95023"/>
                  </a:lnTo>
                  <a:lnTo>
                    <a:pt x="2620178" y="99120"/>
                  </a:lnTo>
                  <a:lnTo>
                    <a:pt x="2629922" y="103244"/>
                  </a:lnTo>
                  <a:lnTo>
                    <a:pt x="2639666" y="107392"/>
                  </a:lnTo>
                  <a:lnTo>
                    <a:pt x="2649410" y="111559"/>
                  </a:lnTo>
                  <a:lnTo>
                    <a:pt x="2659139" y="115738"/>
                  </a:lnTo>
                  <a:lnTo>
                    <a:pt x="2668883" y="119928"/>
                  </a:lnTo>
                  <a:lnTo>
                    <a:pt x="2678627" y="124120"/>
                  </a:lnTo>
                  <a:lnTo>
                    <a:pt x="2688371" y="128313"/>
                  </a:lnTo>
                  <a:lnTo>
                    <a:pt x="2698100" y="132500"/>
                  </a:lnTo>
                  <a:lnTo>
                    <a:pt x="2707844" y="136674"/>
                  </a:lnTo>
                  <a:lnTo>
                    <a:pt x="2717588" y="140833"/>
                  </a:lnTo>
                  <a:lnTo>
                    <a:pt x="2727332" y="144969"/>
                  </a:lnTo>
                  <a:lnTo>
                    <a:pt x="2737076" y="149078"/>
                  </a:lnTo>
                  <a:lnTo>
                    <a:pt x="2746805" y="153154"/>
                  </a:lnTo>
                  <a:lnTo>
                    <a:pt x="2756549" y="157195"/>
                  </a:lnTo>
                  <a:lnTo>
                    <a:pt x="2766293" y="161191"/>
                  </a:lnTo>
                  <a:lnTo>
                    <a:pt x="2776037" y="165137"/>
                  </a:lnTo>
                  <a:lnTo>
                    <a:pt x="2785766" y="169032"/>
                  </a:lnTo>
                  <a:lnTo>
                    <a:pt x="2795510" y="172865"/>
                  </a:lnTo>
                  <a:lnTo>
                    <a:pt x="2805254" y="176635"/>
                  </a:lnTo>
                  <a:lnTo>
                    <a:pt x="2814998" y="180334"/>
                  </a:lnTo>
                  <a:lnTo>
                    <a:pt x="2824727" y="183956"/>
                  </a:lnTo>
                  <a:lnTo>
                    <a:pt x="2834471" y="187499"/>
                  </a:lnTo>
                  <a:lnTo>
                    <a:pt x="2844215" y="190954"/>
                  </a:lnTo>
                  <a:lnTo>
                    <a:pt x="2853958" y="194317"/>
                  </a:lnTo>
                  <a:lnTo>
                    <a:pt x="2863687" y="197583"/>
                  </a:lnTo>
                  <a:lnTo>
                    <a:pt x="2873431" y="200747"/>
                  </a:lnTo>
                  <a:lnTo>
                    <a:pt x="2883175" y="203803"/>
                  </a:lnTo>
                  <a:lnTo>
                    <a:pt x="2892919" y="206746"/>
                  </a:lnTo>
                  <a:lnTo>
                    <a:pt x="2902663" y="209572"/>
                  </a:lnTo>
                  <a:lnTo>
                    <a:pt x="2912392" y="21227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6" name="Freeform 855">
              <a:extLst>
                <a:ext uri="{FF2B5EF4-FFF2-40B4-BE49-F238E27FC236}">
                  <a16:creationId xmlns:a16="http://schemas.microsoft.com/office/drawing/2014/main" id="{C77BE785-4B2B-1361-B5B5-41F59B3F4281}"/>
                </a:ext>
              </a:extLst>
            </p:cNvPr>
            <p:cNvSpPr/>
            <p:nvPr/>
          </p:nvSpPr>
          <p:spPr>
            <a:xfrm>
              <a:off x="576446" y="3087737"/>
              <a:ext cx="2912392" cy="908016"/>
            </a:xfrm>
            <a:custGeom>
              <a:avLst/>
              <a:gdLst>
                <a:gd name="connsiteX0" fmla="*/ 0 w 2912392"/>
                <a:gd name="connsiteY0" fmla="*/ 469595 h 908016"/>
                <a:gd name="connsiteX1" fmla="*/ 9739 w 2912392"/>
                <a:gd name="connsiteY1" fmla="*/ 473058 h 908016"/>
                <a:gd name="connsiteX2" fmla="*/ 19480 w 2912392"/>
                <a:gd name="connsiteY2" fmla="*/ 476458 h 908016"/>
                <a:gd name="connsiteX3" fmla="*/ 29221 w 2912392"/>
                <a:gd name="connsiteY3" fmla="*/ 479786 h 908016"/>
                <a:gd name="connsiteX4" fmla="*/ 38961 w 2912392"/>
                <a:gd name="connsiteY4" fmla="*/ 483035 h 908016"/>
                <a:gd name="connsiteX5" fmla="*/ 48702 w 2912392"/>
                <a:gd name="connsiteY5" fmla="*/ 486201 h 908016"/>
                <a:gd name="connsiteX6" fmla="*/ 58443 w 2912392"/>
                <a:gd name="connsiteY6" fmla="*/ 489275 h 908016"/>
                <a:gd name="connsiteX7" fmla="*/ 68182 w 2912392"/>
                <a:gd name="connsiteY7" fmla="*/ 492249 h 908016"/>
                <a:gd name="connsiteX8" fmla="*/ 77923 w 2912392"/>
                <a:gd name="connsiteY8" fmla="*/ 495118 h 908016"/>
                <a:gd name="connsiteX9" fmla="*/ 87664 w 2912392"/>
                <a:gd name="connsiteY9" fmla="*/ 497876 h 908016"/>
                <a:gd name="connsiteX10" fmla="*/ 97404 w 2912392"/>
                <a:gd name="connsiteY10" fmla="*/ 500515 h 908016"/>
                <a:gd name="connsiteX11" fmla="*/ 107145 w 2912392"/>
                <a:gd name="connsiteY11" fmla="*/ 503030 h 908016"/>
                <a:gd name="connsiteX12" fmla="*/ 116886 w 2912392"/>
                <a:gd name="connsiteY12" fmla="*/ 505414 h 908016"/>
                <a:gd name="connsiteX13" fmla="*/ 126625 w 2912392"/>
                <a:gd name="connsiteY13" fmla="*/ 507662 h 908016"/>
                <a:gd name="connsiteX14" fmla="*/ 136366 w 2912392"/>
                <a:gd name="connsiteY14" fmla="*/ 509767 h 908016"/>
                <a:gd name="connsiteX15" fmla="*/ 146107 w 2912392"/>
                <a:gd name="connsiteY15" fmla="*/ 511725 h 908016"/>
                <a:gd name="connsiteX16" fmla="*/ 155846 w 2912392"/>
                <a:gd name="connsiteY16" fmla="*/ 513532 h 908016"/>
                <a:gd name="connsiteX17" fmla="*/ 165587 w 2912392"/>
                <a:gd name="connsiteY17" fmla="*/ 515181 h 908016"/>
                <a:gd name="connsiteX18" fmla="*/ 175328 w 2912392"/>
                <a:gd name="connsiteY18" fmla="*/ 516670 h 908016"/>
                <a:gd name="connsiteX19" fmla="*/ 185068 w 2912392"/>
                <a:gd name="connsiteY19" fmla="*/ 517993 h 908016"/>
                <a:gd name="connsiteX20" fmla="*/ 194809 w 2912392"/>
                <a:gd name="connsiteY20" fmla="*/ 519148 h 908016"/>
                <a:gd name="connsiteX21" fmla="*/ 204550 w 2912392"/>
                <a:gd name="connsiteY21" fmla="*/ 520131 h 908016"/>
                <a:gd name="connsiteX22" fmla="*/ 214289 w 2912392"/>
                <a:gd name="connsiteY22" fmla="*/ 520938 h 908016"/>
                <a:gd name="connsiteX23" fmla="*/ 224030 w 2912392"/>
                <a:gd name="connsiteY23" fmla="*/ 521570 h 908016"/>
                <a:gd name="connsiteX24" fmla="*/ 233771 w 2912392"/>
                <a:gd name="connsiteY24" fmla="*/ 522023 h 908016"/>
                <a:gd name="connsiteX25" fmla="*/ 243510 w 2912392"/>
                <a:gd name="connsiteY25" fmla="*/ 522296 h 908016"/>
                <a:gd name="connsiteX26" fmla="*/ 253251 w 2912392"/>
                <a:gd name="connsiteY26" fmla="*/ 522387 h 908016"/>
                <a:gd name="connsiteX27" fmla="*/ 262992 w 2912392"/>
                <a:gd name="connsiteY27" fmla="*/ 522296 h 908016"/>
                <a:gd name="connsiteX28" fmla="*/ 272732 w 2912392"/>
                <a:gd name="connsiteY28" fmla="*/ 522022 h 908016"/>
                <a:gd name="connsiteX29" fmla="*/ 282473 w 2912392"/>
                <a:gd name="connsiteY29" fmla="*/ 521567 h 908016"/>
                <a:gd name="connsiteX30" fmla="*/ 292214 w 2912392"/>
                <a:gd name="connsiteY30" fmla="*/ 520931 h 908016"/>
                <a:gd name="connsiteX31" fmla="*/ 301953 w 2912392"/>
                <a:gd name="connsiteY31" fmla="*/ 520115 h 908016"/>
                <a:gd name="connsiteX32" fmla="*/ 311694 w 2912392"/>
                <a:gd name="connsiteY32" fmla="*/ 519119 h 908016"/>
                <a:gd name="connsiteX33" fmla="*/ 321435 w 2912392"/>
                <a:gd name="connsiteY33" fmla="*/ 517948 h 908016"/>
                <a:gd name="connsiteX34" fmla="*/ 331175 w 2912392"/>
                <a:gd name="connsiteY34" fmla="*/ 516604 h 908016"/>
                <a:gd name="connsiteX35" fmla="*/ 340916 w 2912392"/>
                <a:gd name="connsiteY35" fmla="*/ 515088 h 908016"/>
                <a:gd name="connsiteX36" fmla="*/ 350656 w 2912392"/>
                <a:gd name="connsiteY36" fmla="*/ 513404 h 908016"/>
                <a:gd name="connsiteX37" fmla="*/ 360396 w 2912392"/>
                <a:gd name="connsiteY37" fmla="*/ 511557 h 908016"/>
                <a:gd name="connsiteX38" fmla="*/ 370137 w 2912392"/>
                <a:gd name="connsiteY38" fmla="*/ 509550 h 908016"/>
                <a:gd name="connsiteX39" fmla="*/ 379878 w 2912392"/>
                <a:gd name="connsiteY39" fmla="*/ 507388 h 908016"/>
                <a:gd name="connsiteX40" fmla="*/ 389617 w 2912392"/>
                <a:gd name="connsiteY40" fmla="*/ 505074 h 908016"/>
                <a:gd name="connsiteX41" fmla="*/ 399358 w 2912392"/>
                <a:gd name="connsiteY41" fmla="*/ 502616 h 908016"/>
                <a:gd name="connsiteX42" fmla="*/ 409099 w 2912392"/>
                <a:gd name="connsiteY42" fmla="*/ 500017 h 908016"/>
                <a:gd name="connsiteX43" fmla="*/ 418839 w 2912392"/>
                <a:gd name="connsiteY43" fmla="*/ 497285 h 908016"/>
                <a:gd name="connsiteX44" fmla="*/ 428580 w 2912392"/>
                <a:gd name="connsiteY44" fmla="*/ 494424 h 908016"/>
                <a:gd name="connsiteX45" fmla="*/ 438321 w 2912392"/>
                <a:gd name="connsiteY45" fmla="*/ 491441 h 908016"/>
                <a:gd name="connsiteX46" fmla="*/ 448060 w 2912392"/>
                <a:gd name="connsiteY46" fmla="*/ 488344 h 908016"/>
                <a:gd name="connsiteX47" fmla="*/ 457801 w 2912392"/>
                <a:gd name="connsiteY47" fmla="*/ 485139 h 908016"/>
                <a:gd name="connsiteX48" fmla="*/ 467542 w 2912392"/>
                <a:gd name="connsiteY48" fmla="*/ 481832 h 908016"/>
                <a:gd name="connsiteX49" fmla="*/ 477281 w 2912392"/>
                <a:gd name="connsiteY49" fmla="*/ 478430 h 908016"/>
                <a:gd name="connsiteX50" fmla="*/ 487022 w 2912392"/>
                <a:gd name="connsiteY50" fmla="*/ 474942 h 908016"/>
                <a:gd name="connsiteX51" fmla="*/ 496763 w 2912392"/>
                <a:gd name="connsiteY51" fmla="*/ 471375 h 908016"/>
                <a:gd name="connsiteX52" fmla="*/ 506503 w 2912392"/>
                <a:gd name="connsiteY52" fmla="*/ 467737 h 908016"/>
                <a:gd name="connsiteX53" fmla="*/ 516244 w 2912392"/>
                <a:gd name="connsiteY53" fmla="*/ 464035 h 908016"/>
                <a:gd name="connsiteX54" fmla="*/ 525985 w 2912392"/>
                <a:gd name="connsiteY54" fmla="*/ 460276 h 908016"/>
                <a:gd name="connsiteX55" fmla="*/ 535724 w 2912392"/>
                <a:gd name="connsiteY55" fmla="*/ 456469 h 908016"/>
                <a:gd name="connsiteX56" fmla="*/ 545465 w 2912392"/>
                <a:gd name="connsiteY56" fmla="*/ 452621 h 908016"/>
                <a:gd name="connsiteX57" fmla="*/ 555206 w 2912392"/>
                <a:gd name="connsiteY57" fmla="*/ 448741 h 908016"/>
                <a:gd name="connsiteX58" fmla="*/ 564946 w 2912392"/>
                <a:gd name="connsiteY58" fmla="*/ 444836 h 908016"/>
                <a:gd name="connsiteX59" fmla="*/ 574687 w 2912392"/>
                <a:gd name="connsiteY59" fmla="*/ 440913 h 908016"/>
                <a:gd name="connsiteX60" fmla="*/ 584428 w 2912392"/>
                <a:gd name="connsiteY60" fmla="*/ 436983 h 908016"/>
                <a:gd name="connsiteX61" fmla="*/ 594167 w 2912392"/>
                <a:gd name="connsiteY61" fmla="*/ 433051 h 908016"/>
                <a:gd name="connsiteX62" fmla="*/ 603908 w 2912392"/>
                <a:gd name="connsiteY62" fmla="*/ 429125 h 908016"/>
                <a:gd name="connsiteX63" fmla="*/ 613649 w 2912392"/>
                <a:gd name="connsiteY63" fmla="*/ 425212 h 908016"/>
                <a:gd name="connsiteX64" fmla="*/ 623388 w 2912392"/>
                <a:gd name="connsiteY64" fmla="*/ 421322 h 908016"/>
                <a:gd name="connsiteX65" fmla="*/ 633129 w 2912392"/>
                <a:gd name="connsiteY65" fmla="*/ 417459 h 908016"/>
                <a:gd name="connsiteX66" fmla="*/ 642870 w 2912392"/>
                <a:gd name="connsiteY66" fmla="*/ 413633 h 908016"/>
                <a:gd name="connsiteX67" fmla="*/ 652610 w 2912392"/>
                <a:gd name="connsiteY67" fmla="*/ 409850 h 908016"/>
                <a:gd name="connsiteX68" fmla="*/ 662351 w 2912392"/>
                <a:gd name="connsiteY68" fmla="*/ 406116 h 908016"/>
                <a:gd name="connsiteX69" fmla="*/ 672092 w 2912392"/>
                <a:gd name="connsiteY69" fmla="*/ 402441 h 908016"/>
                <a:gd name="connsiteX70" fmla="*/ 681831 w 2912392"/>
                <a:gd name="connsiteY70" fmla="*/ 398826 h 908016"/>
                <a:gd name="connsiteX71" fmla="*/ 691572 w 2912392"/>
                <a:gd name="connsiteY71" fmla="*/ 395283 h 908016"/>
                <a:gd name="connsiteX72" fmla="*/ 701313 w 2912392"/>
                <a:gd name="connsiteY72" fmla="*/ 391815 h 908016"/>
                <a:gd name="connsiteX73" fmla="*/ 711052 w 2912392"/>
                <a:gd name="connsiteY73" fmla="*/ 388428 h 908016"/>
                <a:gd name="connsiteX74" fmla="*/ 720793 w 2912392"/>
                <a:gd name="connsiteY74" fmla="*/ 385130 h 908016"/>
                <a:gd name="connsiteX75" fmla="*/ 730534 w 2912392"/>
                <a:gd name="connsiteY75" fmla="*/ 381923 h 908016"/>
                <a:gd name="connsiteX76" fmla="*/ 740274 w 2912392"/>
                <a:gd name="connsiteY76" fmla="*/ 378817 h 908016"/>
                <a:gd name="connsiteX77" fmla="*/ 750015 w 2912392"/>
                <a:gd name="connsiteY77" fmla="*/ 375813 h 908016"/>
                <a:gd name="connsiteX78" fmla="*/ 759756 w 2912392"/>
                <a:gd name="connsiteY78" fmla="*/ 372919 h 908016"/>
                <a:gd name="connsiteX79" fmla="*/ 769495 w 2912392"/>
                <a:gd name="connsiteY79" fmla="*/ 370137 h 908016"/>
                <a:gd name="connsiteX80" fmla="*/ 779236 w 2912392"/>
                <a:gd name="connsiteY80" fmla="*/ 367473 h 908016"/>
                <a:gd name="connsiteX81" fmla="*/ 788977 w 2912392"/>
                <a:gd name="connsiteY81" fmla="*/ 364931 h 908016"/>
                <a:gd name="connsiteX82" fmla="*/ 798717 w 2912392"/>
                <a:gd name="connsiteY82" fmla="*/ 362516 h 908016"/>
                <a:gd name="connsiteX83" fmla="*/ 808458 w 2912392"/>
                <a:gd name="connsiteY83" fmla="*/ 360231 h 908016"/>
                <a:gd name="connsiteX84" fmla="*/ 818199 w 2912392"/>
                <a:gd name="connsiteY84" fmla="*/ 358081 h 908016"/>
                <a:gd name="connsiteX85" fmla="*/ 827938 w 2912392"/>
                <a:gd name="connsiteY85" fmla="*/ 356066 h 908016"/>
                <a:gd name="connsiteX86" fmla="*/ 837679 w 2912392"/>
                <a:gd name="connsiteY86" fmla="*/ 354194 h 908016"/>
                <a:gd name="connsiteX87" fmla="*/ 847420 w 2912392"/>
                <a:gd name="connsiteY87" fmla="*/ 352464 h 908016"/>
                <a:gd name="connsiteX88" fmla="*/ 857159 w 2912392"/>
                <a:gd name="connsiteY88" fmla="*/ 350880 h 908016"/>
                <a:gd name="connsiteX89" fmla="*/ 866900 w 2912392"/>
                <a:gd name="connsiteY89" fmla="*/ 349447 h 908016"/>
                <a:gd name="connsiteX90" fmla="*/ 876641 w 2912392"/>
                <a:gd name="connsiteY90" fmla="*/ 348165 h 908016"/>
                <a:gd name="connsiteX91" fmla="*/ 886381 w 2912392"/>
                <a:gd name="connsiteY91" fmla="*/ 347037 h 908016"/>
                <a:gd name="connsiteX92" fmla="*/ 896122 w 2912392"/>
                <a:gd name="connsiteY92" fmla="*/ 346065 h 908016"/>
                <a:gd name="connsiteX93" fmla="*/ 905863 w 2912392"/>
                <a:gd name="connsiteY93" fmla="*/ 345251 h 908016"/>
                <a:gd name="connsiteX94" fmla="*/ 915602 w 2912392"/>
                <a:gd name="connsiteY94" fmla="*/ 344597 h 908016"/>
                <a:gd name="connsiteX95" fmla="*/ 925343 w 2912392"/>
                <a:gd name="connsiteY95" fmla="*/ 344105 h 908016"/>
                <a:gd name="connsiteX96" fmla="*/ 935084 w 2912392"/>
                <a:gd name="connsiteY96" fmla="*/ 343776 h 908016"/>
                <a:gd name="connsiteX97" fmla="*/ 944824 w 2912392"/>
                <a:gd name="connsiteY97" fmla="*/ 343611 h 908016"/>
                <a:gd name="connsiteX98" fmla="*/ 954564 w 2912392"/>
                <a:gd name="connsiteY98" fmla="*/ 343611 h 908016"/>
                <a:gd name="connsiteX99" fmla="*/ 964305 w 2912392"/>
                <a:gd name="connsiteY99" fmla="*/ 343778 h 908016"/>
                <a:gd name="connsiteX100" fmla="*/ 974045 w 2912392"/>
                <a:gd name="connsiteY100" fmla="*/ 344113 h 908016"/>
                <a:gd name="connsiteX101" fmla="*/ 983786 w 2912392"/>
                <a:gd name="connsiteY101" fmla="*/ 344615 h 908016"/>
                <a:gd name="connsiteX102" fmla="*/ 993522 w 2912392"/>
                <a:gd name="connsiteY102" fmla="*/ 345285 h 908016"/>
                <a:gd name="connsiteX103" fmla="*/ 1003266 w 2912392"/>
                <a:gd name="connsiteY103" fmla="*/ 346124 h 908016"/>
                <a:gd name="connsiteX104" fmla="*/ 1013010 w 2912392"/>
                <a:gd name="connsiteY104" fmla="*/ 347134 h 908016"/>
                <a:gd name="connsiteX105" fmla="*/ 1022754 w 2912392"/>
                <a:gd name="connsiteY105" fmla="*/ 348313 h 908016"/>
                <a:gd name="connsiteX106" fmla="*/ 1032483 w 2912392"/>
                <a:gd name="connsiteY106" fmla="*/ 349661 h 908016"/>
                <a:gd name="connsiteX107" fmla="*/ 1042227 w 2912392"/>
                <a:gd name="connsiteY107" fmla="*/ 351179 h 908016"/>
                <a:gd name="connsiteX108" fmla="*/ 1051971 w 2912392"/>
                <a:gd name="connsiteY108" fmla="*/ 352866 h 908016"/>
                <a:gd name="connsiteX109" fmla="*/ 1061715 w 2912392"/>
                <a:gd name="connsiteY109" fmla="*/ 354724 h 908016"/>
                <a:gd name="connsiteX110" fmla="*/ 1071444 w 2912392"/>
                <a:gd name="connsiteY110" fmla="*/ 356749 h 908016"/>
                <a:gd name="connsiteX111" fmla="*/ 1081188 w 2912392"/>
                <a:gd name="connsiteY111" fmla="*/ 358942 h 908016"/>
                <a:gd name="connsiteX112" fmla="*/ 1090932 w 2912392"/>
                <a:gd name="connsiteY112" fmla="*/ 361305 h 908016"/>
                <a:gd name="connsiteX113" fmla="*/ 1100676 w 2912392"/>
                <a:gd name="connsiteY113" fmla="*/ 363833 h 908016"/>
                <a:gd name="connsiteX114" fmla="*/ 1110405 w 2912392"/>
                <a:gd name="connsiteY114" fmla="*/ 366527 h 908016"/>
                <a:gd name="connsiteX115" fmla="*/ 1120149 w 2912392"/>
                <a:gd name="connsiteY115" fmla="*/ 369387 h 908016"/>
                <a:gd name="connsiteX116" fmla="*/ 1129893 w 2912392"/>
                <a:gd name="connsiteY116" fmla="*/ 372412 h 908016"/>
                <a:gd name="connsiteX117" fmla="*/ 1139637 w 2912392"/>
                <a:gd name="connsiteY117" fmla="*/ 375600 h 908016"/>
                <a:gd name="connsiteX118" fmla="*/ 1149381 w 2912392"/>
                <a:gd name="connsiteY118" fmla="*/ 378950 h 908016"/>
                <a:gd name="connsiteX119" fmla="*/ 1159110 w 2912392"/>
                <a:gd name="connsiteY119" fmla="*/ 382461 h 908016"/>
                <a:gd name="connsiteX120" fmla="*/ 1168854 w 2912392"/>
                <a:gd name="connsiteY120" fmla="*/ 386131 h 908016"/>
                <a:gd name="connsiteX121" fmla="*/ 1178598 w 2912392"/>
                <a:gd name="connsiteY121" fmla="*/ 389960 h 908016"/>
                <a:gd name="connsiteX122" fmla="*/ 1188341 w 2912392"/>
                <a:gd name="connsiteY122" fmla="*/ 393944 h 908016"/>
                <a:gd name="connsiteX123" fmla="*/ 1198070 w 2912392"/>
                <a:gd name="connsiteY123" fmla="*/ 398083 h 908016"/>
                <a:gd name="connsiteX124" fmla="*/ 1207814 w 2912392"/>
                <a:gd name="connsiteY124" fmla="*/ 402375 h 908016"/>
                <a:gd name="connsiteX125" fmla="*/ 1217558 w 2912392"/>
                <a:gd name="connsiteY125" fmla="*/ 406820 h 908016"/>
                <a:gd name="connsiteX126" fmla="*/ 1227302 w 2912392"/>
                <a:gd name="connsiteY126" fmla="*/ 411412 h 908016"/>
                <a:gd name="connsiteX127" fmla="*/ 1237031 w 2912392"/>
                <a:gd name="connsiteY127" fmla="*/ 416152 h 908016"/>
                <a:gd name="connsiteX128" fmla="*/ 1246775 w 2912392"/>
                <a:gd name="connsiteY128" fmla="*/ 421036 h 908016"/>
                <a:gd name="connsiteX129" fmla="*/ 1256519 w 2912392"/>
                <a:gd name="connsiteY129" fmla="*/ 426065 h 908016"/>
                <a:gd name="connsiteX130" fmla="*/ 1266263 w 2912392"/>
                <a:gd name="connsiteY130" fmla="*/ 431233 h 908016"/>
                <a:gd name="connsiteX131" fmla="*/ 1276007 w 2912392"/>
                <a:gd name="connsiteY131" fmla="*/ 436540 h 908016"/>
                <a:gd name="connsiteX132" fmla="*/ 1285736 w 2912392"/>
                <a:gd name="connsiteY132" fmla="*/ 441983 h 908016"/>
                <a:gd name="connsiteX133" fmla="*/ 1295480 w 2912392"/>
                <a:gd name="connsiteY133" fmla="*/ 447559 h 908016"/>
                <a:gd name="connsiteX134" fmla="*/ 1305224 w 2912392"/>
                <a:gd name="connsiteY134" fmla="*/ 453266 h 908016"/>
                <a:gd name="connsiteX135" fmla="*/ 1314968 w 2912392"/>
                <a:gd name="connsiteY135" fmla="*/ 459102 h 908016"/>
                <a:gd name="connsiteX136" fmla="*/ 1324697 w 2912392"/>
                <a:gd name="connsiteY136" fmla="*/ 465061 h 908016"/>
                <a:gd name="connsiteX137" fmla="*/ 1334441 w 2912392"/>
                <a:gd name="connsiteY137" fmla="*/ 471145 h 908016"/>
                <a:gd name="connsiteX138" fmla="*/ 1344185 w 2912392"/>
                <a:gd name="connsiteY138" fmla="*/ 477346 h 908016"/>
                <a:gd name="connsiteX139" fmla="*/ 1353929 w 2912392"/>
                <a:gd name="connsiteY139" fmla="*/ 483664 h 908016"/>
                <a:gd name="connsiteX140" fmla="*/ 1363658 w 2912392"/>
                <a:gd name="connsiteY140" fmla="*/ 490096 h 908016"/>
                <a:gd name="connsiteX141" fmla="*/ 1373402 w 2912392"/>
                <a:gd name="connsiteY141" fmla="*/ 496637 h 908016"/>
                <a:gd name="connsiteX142" fmla="*/ 1383146 w 2912392"/>
                <a:gd name="connsiteY142" fmla="*/ 503285 h 908016"/>
                <a:gd name="connsiteX143" fmla="*/ 1392890 w 2912392"/>
                <a:gd name="connsiteY143" fmla="*/ 510037 h 908016"/>
                <a:gd name="connsiteX144" fmla="*/ 1402619 w 2912392"/>
                <a:gd name="connsiteY144" fmla="*/ 516887 h 908016"/>
                <a:gd name="connsiteX145" fmla="*/ 1412363 w 2912392"/>
                <a:gd name="connsiteY145" fmla="*/ 523835 h 908016"/>
                <a:gd name="connsiteX146" fmla="*/ 1422106 w 2912392"/>
                <a:gd name="connsiteY146" fmla="*/ 530876 h 908016"/>
                <a:gd name="connsiteX147" fmla="*/ 1431850 w 2912392"/>
                <a:gd name="connsiteY147" fmla="*/ 538004 h 908016"/>
                <a:gd name="connsiteX148" fmla="*/ 1441594 w 2912392"/>
                <a:gd name="connsiteY148" fmla="*/ 545218 h 908016"/>
                <a:gd name="connsiteX149" fmla="*/ 1451323 w 2912392"/>
                <a:gd name="connsiteY149" fmla="*/ 552512 h 908016"/>
                <a:gd name="connsiteX150" fmla="*/ 1461067 w 2912392"/>
                <a:gd name="connsiteY150" fmla="*/ 559884 h 908016"/>
                <a:gd name="connsiteX151" fmla="*/ 1470811 w 2912392"/>
                <a:gd name="connsiteY151" fmla="*/ 567328 h 908016"/>
                <a:gd name="connsiteX152" fmla="*/ 1480555 w 2912392"/>
                <a:gd name="connsiteY152" fmla="*/ 574840 h 908016"/>
                <a:gd name="connsiteX153" fmla="*/ 1490284 w 2912392"/>
                <a:gd name="connsiteY153" fmla="*/ 582416 h 908016"/>
                <a:gd name="connsiteX154" fmla="*/ 1500028 w 2912392"/>
                <a:gd name="connsiteY154" fmla="*/ 590052 h 908016"/>
                <a:gd name="connsiteX155" fmla="*/ 1509772 w 2912392"/>
                <a:gd name="connsiteY155" fmla="*/ 597743 h 908016"/>
                <a:gd name="connsiteX156" fmla="*/ 1519516 w 2912392"/>
                <a:gd name="connsiteY156" fmla="*/ 605483 h 908016"/>
                <a:gd name="connsiteX157" fmla="*/ 1529245 w 2912392"/>
                <a:gd name="connsiteY157" fmla="*/ 613267 h 908016"/>
                <a:gd name="connsiteX158" fmla="*/ 1538989 w 2912392"/>
                <a:gd name="connsiteY158" fmla="*/ 621092 h 908016"/>
                <a:gd name="connsiteX159" fmla="*/ 1548733 w 2912392"/>
                <a:gd name="connsiteY159" fmla="*/ 628953 h 908016"/>
                <a:gd name="connsiteX160" fmla="*/ 1558477 w 2912392"/>
                <a:gd name="connsiteY160" fmla="*/ 636842 h 908016"/>
                <a:gd name="connsiteX161" fmla="*/ 1568221 w 2912392"/>
                <a:gd name="connsiteY161" fmla="*/ 644755 h 908016"/>
                <a:gd name="connsiteX162" fmla="*/ 1577950 w 2912392"/>
                <a:gd name="connsiteY162" fmla="*/ 652687 h 908016"/>
                <a:gd name="connsiteX163" fmla="*/ 1587694 w 2912392"/>
                <a:gd name="connsiteY163" fmla="*/ 660631 h 908016"/>
                <a:gd name="connsiteX164" fmla="*/ 1597438 w 2912392"/>
                <a:gd name="connsiteY164" fmla="*/ 668581 h 908016"/>
                <a:gd name="connsiteX165" fmla="*/ 1607182 w 2912392"/>
                <a:gd name="connsiteY165" fmla="*/ 676533 h 908016"/>
                <a:gd name="connsiteX166" fmla="*/ 1616911 w 2912392"/>
                <a:gd name="connsiteY166" fmla="*/ 684477 h 908016"/>
                <a:gd name="connsiteX167" fmla="*/ 1626655 w 2912392"/>
                <a:gd name="connsiteY167" fmla="*/ 692411 h 908016"/>
                <a:gd name="connsiteX168" fmla="*/ 1636399 w 2912392"/>
                <a:gd name="connsiteY168" fmla="*/ 700324 h 908016"/>
                <a:gd name="connsiteX169" fmla="*/ 1646142 w 2912392"/>
                <a:gd name="connsiteY169" fmla="*/ 708213 h 908016"/>
                <a:gd name="connsiteX170" fmla="*/ 1655872 w 2912392"/>
                <a:gd name="connsiteY170" fmla="*/ 716069 h 908016"/>
                <a:gd name="connsiteX171" fmla="*/ 1665616 w 2912392"/>
                <a:gd name="connsiteY171" fmla="*/ 723883 h 908016"/>
                <a:gd name="connsiteX172" fmla="*/ 1675359 w 2912392"/>
                <a:gd name="connsiteY172" fmla="*/ 731653 h 908016"/>
                <a:gd name="connsiteX173" fmla="*/ 1685103 w 2912392"/>
                <a:gd name="connsiteY173" fmla="*/ 739366 h 908016"/>
                <a:gd name="connsiteX174" fmla="*/ 1694832 w 2912392"/>
                <a:gd name="connsiteY174" fmla="*/ 747019 h 908016"/>
                <a:gd name="connsiteX175" fmla="*/ 1704576 w 2912392"/>
                <a:gd name="connsiteY175" fmla="*/ 754601 h 908016"/>
                <a:gd name="connsiteX176" fmla="*/ 1714320 w 2912392"/>
                <a:gd name="connsiteY176" fmla="*/ 762104 h 908016"/>
                <a:gd name="connsiteX177" fmla="*/ 1724064 w 2912392"/>
                <a:gd name="connsiteY177" fmla="*/ 769520 h 908016"/>
                <a:gd name="connsiteX178" fmla="*/ 1733808 w 2912392"/>
                <a:gd name="connsiteY178" fmla="*/ 776843 h 908016"/>
                <a:gd name="connsiteX179" fmla="*/ 1743537 w 2912392"/>
                <a:gd name="connsiteY179" fmla="*/ 784063 h 908016"/>
                <a:gd name="connsiteX180" fmla="*/ 1753281 w 2912392"/>
                <a:gd name="connsiteY180" fmla="*/ 791172 h 908016"/>
                <a:gd name="connsiteX181" fmla="*/ 1763025 w 2912392"/>
                <a:gd name="connsiteY181" fmla="*/ 798159 h 908016"/>
                <a:gd name="connsiteX182" fmla="*/ 1772769 w 2912392"/>
                <a:gd name="connsiteY182" fmla="*/ 805017 h 908016"/>
                <a:gd name="connsiteX183" fmla="*/ 1782498 w 2912392"/>
                <a:gd name="connsiteY183" fmla="*/ 811737 h 908016"/>
                <a:gd name="connsiteX184" fmla="*/ 1792242 w 2912392"/>
                <a:gd name="connsiteY184" fmla="*/ 818309 h 908016"/>
                <a:gd name="connsiteX185" fmla="*/ 1801986 w 2912392"/>
                <a:gd name="connsiteY185" fmla="*/ 824724 h 908016"/>
                <a:gd name="connsiteX186" fmla="*/ 1811730 w 2912392"/>
                <a:gd name="connsiteY186" fmla="*/ 830974 h 908016"/>
                <a:gd name="connsiteX187" fmla="*/ 1821459 w 2912392"/>
                <a:gd name="connsiteY187" fmla="*/ 837049 h 908016"/>
                <a:gd name="connsiteX188" fmla="*/ 1831203 w 2912392"/>
                <a:gd name="connsiteY188" fmla="*/ 842938 h 908016"/>
                <a:gd name="connsiteX189" fmla="*/ 1840947 w 2912392"/>
                <a:gd name="connsiteY189" fmla="*/ 848634 h 908016"/>
                <a:gd name="connsiteX190" fmla="*/ 1850691 w 2912392"/>
                <a:gd name="connsiteY190" fmla="*/ 854127 h 908016"/>
                <a:gd name="connsiteX191" fmla="*/ 1860435 w 2912392"/>
                <a:gd name="connsiteY191" fmla="*/ 859408 h 908016"/>
                <a:gd name="connsiteX192" fmla="*/ 1870164 w 2912392"/>
                <a:gd name="connsiteY192" fmla="*/ 864464 h 908016"/>
                <a:gd name="connsiteX193" fmla="*/ 1879908 w 2912392"/>
                <a:gd name="connsiteY193" fmla="*/ 869290 h 908016"/>
                <a:gd name="connsiteX194" fmla="*/ 1889652 w 2912392"/>
                <a:gd name="connsiteY194" fmla="*/ 873876 h 908016"/>
                <a:gd name="connsiteX195" fmla="*/ 1899395 w 2912392"/>
                <a:gd name="connsiteY195" fmla="*/ 878212 h 908016"/>
                <a:gd name="connsiteX196" fmla="*/ 1909124 w 2912392"/>
                <a:gd name="connsiteY196" fmla="*/ 882288 h 908016"/>
                <a:gd name="connsiteX197" fmla="*/ 1918868 w 2912392"/>
                <a:gd name="connsiteY197" fmla="*/ 886098 h 908016"/>
                <a:gd name="connsiteX198" fmla="*/ 1928612 w 2912392"/>
                <a:gd name="connsiteY198" fmla="*/ 889630 h 908016"/>
                <a:gd name="connsiteX199" fmla="*/ 1938356 w 2912392"/>
                <a:gd name="connsiteY199" fmla="*/ 892877 h 908016"/>
                <a:gd name="connsiteX200" fmla="*/ 1948085 w 2912392"/>
                <a:gd name="connsiteY200" fmla="*/ 895831 h 908016"/>
                <a:gd name="connsiteX201" fmla="*/ 1957829 w 2912392"/>
                <a:gd name="connsiteY201" fmla="*/ 898485 h 908016"/>
                <a:gd name="connsiteX202" fmla="*/ 1967573 w 2912392"/>
                <a:gd name="connsiteY202" fmla="*/ 900830 h 908016"/>
                <a:gd name="connsiteX203" fmla="*/ 1977317 w 2912392"/>
                <a:gd name="connsiteY203" fmla="*/ 902857 h 908016"/>
                <a:gd name="connsiteX204" fmla="*/ 1987046 w 2912392"/>
                <a:gd name="connsiteY204" fmla="*/ 904563 h 908016"/>
                <a:gd name="connsiteX205" fmla="*/ 1996790 w 2912392"/>
                <a:gd name="connsiteY205" fmla="*/ 905937 h 908016"/>
                <a:gd name="connsiteX206" fmla="*/ 2006534 w 2912392"/>
                <a:gd name="connsiteY206" fmla="*/ 906976 h 908016"/>
                <a:gd name="connsiteX207" fmla="*/ 2016278 w 2912392"/>
                <a:gd name="connsiteY207" fmla="*/ 907670 h 908016"/>
                <a:gd name="connsiteX208" fmla="*/ 2026022 w 2912392"/>
                <a:gd name="connsiteY208" fmla="*/ 908017 h 908016"/>
                <a:gd name="connsiteX209" fmla="*/ 2035751 w 2912392"/>
                <a:gd name="connsiteY209" fmla="*/ 908011 h 908016"/>
                <a:gd name="connsiteX210" fmla="*/ 2045495 w 2912392"/>
                <a:gd name="connsiteY210" fmla="*/ 907647 h 908016"/>
                <a:gd name="connsiteX211" fmla="*/ 2055239 w 2912392"/>
                <a:gd name="connsiteY211" fmla="*/ 906922 h 908016"/>
                <a:gd name="connsiteX212" fmla="*/ 2064983 w 2912392"/>
                <a:gd name="connsiteY212" fmla="*/ 905830 h 908016"/>
                <a:gd name="connsiteX213" fmla="*/ 2074712 w 2912392"/>
                <a:gd name="connsiteY213" fmla="*/ 904370 h 908016"/>
                <a:gd name="connsiteX214" fmla="*/ 2084456 w 2912392"/>
                <a:gd name="connsiteY214" fmla="*/ 902537 h 908016"/>
                <a:gd name="connsiteX215" fmla="*/ 2094200 w 2912392"/>
                <a:gd name="connsiteY215" fmla="*/ 900331 h 908016"/>
                <a:gd name="connsiteX216" fmla="*/ 2103944 w 2912392"/>
                <a:gd name="connsiteY216" fmla="*/ 897750 h 908016"/>
                <a:gd name="connsiteX217" fmla="*/ 2113673 w 2912392"/>
                <a:gd name="connsiteY217" fmla="*/ 894793 h 908016"/>
                <a:gd name="connsiteX218" fmla="*/ 2123417 w 2912392"/>
                <a:gd name="connsiteY218" fmla="*/ 891460 h 908016"/>
                <a:gd name="connsiteX219" fmla="*/ 2133161 w 2912392"/>
                <a:gd name="connsiteY219" fmla="*/ 887750 h 908016"/>
                <a:gd name="connsiteX220" fmla="*/ 2142905 w 2912392"/>
                <a:gd name="connsiteY220" fmla="*/ 883665 h 908016"/>
                <a:gd name="connsiteX221" fmla="*/ 2152649 w 2912392"/>
                <a:gd name="connsiteY221" fmla="*/ 879205 h 908016"/>
                <a:gd name="connsiteX222" fmla="*/ 2162377 w 2912392"/>
                <a:gd name="connsiteY222" fmla="*/ 874374 h 908016"/>
                <a:gd name="connsiteX223" fmla="*/ 2172121 w 2912392"/>
                <a:gd name="connsiteY223" fmla="*/ 869174 h 908016"/>
                <a:gd name="connsiteX224" fmla="*/ 2181865 w 2912392"/>
                <a:gd name="connsiteY224" fmla="*/ 863606 h 908016"/>
                <a:gd name="connsiteX225" fmla="*/ 2191609 w 2912392"/>
                <a:gd name="connsiteY225" fmla="*/ 857678 h 908016"/>
                <a:gd name="connsiteX226" fmla="*/ 2201338 w 2912392"/>
                <a:gd name="connsiteY226" fmla="*/ 851389 h 908016"/>
                <a:gd name="connsiteX227" fmla="*/ 2211082 w 2912392"/>
                <a:gd name="connsiteY227" fmla="*/ 844748 h 908016"/>
                <a:gd name="connsiteX228" fmla="*/ 2220826 w 2912392"/>
                <a:gd name="connsiteY228" fmla="*/ 837758 h 908016"/>
                <a:gd name="connsiteX229" fmla="*/ 2230570 w 2912392"/>
                <a:gd name="connsiteY229" fmla="*/ 830426 h 908016"/>
                <a:gd name="connsiteX230" fmla="*/ 2240299 w 2912392"/>
                <a:gd name="connsiteY230" fmla="*/ 822759 h 908016"/>
                <a:gd name="connsiteX231" fmla="*/ 2250043 w 2912392"/>
                <a:gd name="connsiteY231" fmla="*/ 814763 h 908016"/>
                <a:gd name="connsiteX232" fmla="*/ 2259787 w 2912392"/>
                <a:gd name="connsiteY232" fmla="*/ 806445 h 908016"/>
                <a:gd name="connsiteX233" fmla="*/ 2269531 w 2912392"/>
                <a:gd name="connsiteY233" fmla="*/ 797812 h 908016"/>
                <a:gd name="connsiteX234" fmla="*/ 2279260 w 2912392"/>
                <a:gd name="connsiteY234" fmla="*/ 788874 h 908016"/>
                <a:gd name="connsiteX235" fmla="*/ 2289004 w 2912392"/>
                <a:gd name="connsiteY235" fmla="*/ 779640 h 908016"/>
                <a:gd name="connsiteX236" fmla="*/ 2298748 w 2912392"/>
                <a:gd name="connsiteY236" fmla="*/ 770118 h 908016"/>
                <a:gd name="connsiteX237" fmla="*/ 2308492 w 2912392"/>
                <a:gd name="connsiteY237" fmla="*/ 760316 h 908016"/>
                <a:gd name="connsiteX238" fmla="*/ 2318236 w 2912392"/>
                <a:gd name="connsiteY238" fmla="*/ 750246 h 908016"/>
                <a:gd name="connsiteX239" fmla="*/ 2327965 w 2912392"/>
                <a:gd name="connsiteY239" fmla="*/ 739916 h 908016"/>
                <a:gd name="connsiteX240" fmla="*/ 2337709 w 2912392"/>
                <a:gd name="connsiteY240" fmla="*/ 729336 h 908016"/>
                <a:gd name="connsiteX241" fmla="*/ 2347453 w 2912392"/>
                <a:gd name="connsiteY241" fmla="*/ 718520 h 908016"/>
                <a:gd name="connsiteX242" fmla="*/ 2357197 w 2912392"/>
                <a:gd name="connsiteY242" fmla="*/ 707474 h 908016"/>
                <a:gd name="connsiteX243" fmla="*/ 2366926 w 2912392"/>
                <a:gd name="connsiteY243" fmla="*/ 696210 h 908016"/>
                <a:gd name="connsiteX244" fmla="*/ 2376670 w 2912392"/>
                <a:gd name="connsiteY244" fmla="*/ 684741 h 908016"/>
                <a:gd name="connsiteX245" fmla="*/ 2386413 w 2912392"/>
                <a:gd name="connsiteY245" fmla="*/ 673075 h 908016"/>
                <a:gd name="connsiteX246" fmla="*/ 2396157 w 2912392"/>
                <a:gd name="connsiteY246" fmla="*/ 661224 h 908016"/>
                <a:gd name="connsiteX247" fmla="*/ 2405886 w 2912392"/>
                <a:gd name="connsiteY247" fmla="*/ 649199 h 908016"/>
                <a:gd name="connsiteX248" fmla="*/ 2415630 w 2912392"/>
                <a:gd name="connsiteY248" fmla="*/ 637012 h 908016"/>
                <a:gd name="connsiteX249" fmla="*/ 2425374 w 2912392"/>
                <a:gd name="connsiteY249" fmla="*/ 624673 h 908016"/>
                <a:gd name="connsiteX250" fmla="*/ 2435118 w 2912392"/>
                <a:gd name="connsiteY250" fmla="*/ 612192 h 908016"/>
                <a:gd name="connsiteX251" fmla="*/ 2444862 w 2912392"/>
                <a:gd name="connsiteY251" fmla="*/ 599580 h 908016"/>
                <a:gd name="connsiteX252" fmla="*/ 2454591 w 2912392"/>
                <a:gd name="connsiteY252" fmla="*/ 586850 h 908016"/>
                <a:gd name="connsiteX253" fmla="*/ 2464335 w 2912392"/>
                <a:gd name="connsiteY253" fmla="*/ 574009 h 908016"/>
                <a:gd name="connsiteX254" fmla="*/ 2474079 w 2912392"/>
                <a:gd name="connsiteY254" fmla="*/ 561070 h 908016"/>
                <a:gd name="connsiteX255" fmla="*/ 2483823 w 2912392"/>
                <a:gd name="connsiteY255" fmla="*/ 548043 h 908016"/>
                <a:gd name="connsiteX256" fmla="*/ 2493552 w 2912392"/>
                <a:gd name="connsiteY256" fmla="*/ 534936 h 908016"/>
                <a:gd name="connsiteX257" fmla="*/ 2503296 w 2912392"/>
                <a:gd name="connsiteY257" fmla="*/ 521761 h 908016"/>
                <a:gd name="connsiteX258" fmla="*/ 2513040 w 2912392"/>
                <a:gd name="connsiteY258" fmla="*/ 508526 h 908016"/>
                <a:gd name="connsiteX259" fmla="*/ 2522784 w 2912392"/>
                <a:gd name="connsiteY259" fmla="*/ 495241 h 908016"/>
                <a:gd name="connsiteX260" fmla="*/ 2532513 w 2912392"/>
                <a:gd name="connsiteY260" fmla="*/ 481914 h 908016"/>
                <a:gd name="connsiteX261" fmla="*/ 2542257 w 2912392"/>
                <a:gd name="connsiteY261" fmla="*/ 468555 h 908016"/>
                <a:gd name="connsiteX262" fmla="*/ 2552001 w 2912392"/>
                <a:gd name="connsiteY262" fmla="*/ 455173 h 908016"/>
                <a:gd name="connsiteX263" fmla="*/ 2561745 w 2912392"/>
                <a:gd name="connsiteY263" fmla="*/ 441774 h 908016"/>
                <a:gd name="connsiteX264" fmla="*/ 2571474 w 2912392"/>
                <a:gd name="connsiteY264" fmla="*/ 428368 h 908016"/>
                <a:gd name="connsiteX265" fmla="*/ 2581218 w 2912392"/>
                <a:gd name="connsiteY265" fmla="*/ 414962 h 908016"/>
                <a:gd name="connsiteX266" fmla="*/ 2590962 w 2912392"/>
                <a:gd name="connsiteY266" fmla="*/ 401562 h 908016"/>
                <a:gd name="connsiteX267" fmla="*/ 2600705 w 2912392"/>
                <a:gd name="connsiteY267" fmla="*/ 388177 h 908016"/>
                <a:gd name="connsiteX268" fmla="*/ 2610449 w 2912392"/>
                <a:gd name="connsiteY268" fmla="*/ 374812 h 908016"/>
                <a:gd name="connsiteX269" fmla="*/ 2620178 w 2912392"/>
                <a:gd name="connsiteY269" fmla="*/ 361476 h 908016"/>
                <a:gd name="connsiteX270" fmla="*/ 2629922 w 2912392"/>
                <a:gd name="connsiteY270" fmla="*/ 348173 h 908016"/>
                <a:gd name="connsiteX271" fmla="*/ 2639666 w 2912392"/>
                <a:gd name="connsiteY271" fmla="*/ 334910 h 908016"/>
                <a:gd name="connsiteX272" fmla="*/ 2649410 w 2912392"/>
                <a:gd name="connsiteY272" fmla="*/ 321693 h 908016"/>
                <a:gd name="connsiteX273" fmla="*/ 2659139 w 2912392"/>
                <a:gd name="connsiteY273" fmla="*/ 308527 h 908016"/>
                <a:gd name="connsiteX274" fmla="*/ 2668883 w 2912392"/>
                <a:gd name="connsiteY274" fmla="*/ 295417 h 908016"/>
                <a:gd name="connsiteX275" fmla="*/ 2678627 w 2912392"/>
                <a:gd name="connsiteY275" fmla="*/ 282370 h 908016"/>
                <a:gd name="connsiteX276" fmla="*/ 2688371 w 2912392"/>
                <a:gd name="connsiteY276" fmla="*/ 269390 h 908016"/>
                <a:gd name="connsiteX277" fmla="*/ 2698100 w 2912392"/>
                <a:gd name="connsiteY277" fmla="*/ 256482 h 908016"/>
                <a:gd name="connsiteX278" fmla="*/ 2707844 w 2912392"/>
                <a:gd name="connsiteY278" fmla="*/ 243649 h 908016"/>
                <a:gd name="connsiteX279" fmla="*/ 2717588 w 2912392"/>
                <a:gd name="connsiteY279" fmla="*/ 230898 h 908016"/>
                <a:gd name="connsiteX280" fmla="*/ 2727332 w 2912392"/>
                <a:gd name="connsiteY280" fmla="*/ 218234 h 908016"/>
                <a:gd name="connsiteX281" fmla="*/ 2737076 w 2912392"/>
                <a:gd name="connsiteY281" fmla="*/ 205660 h 908016"/>
                <a:gd name="connsiteX282" fmla="*/ 2746805 w 2912392"/>
                <a:gd name="connsiteY282" fmla="*/ 193180 h 908016"/>
                <a:gd name="connsiteX283" fmla="*/ 2756549 w 2912392"/>
                <a:gd name="connsiteY283" fmla="*/ 180801 h 908016"/>
                <a:gd name="connsiteX284" fmla="*/ 2766293 w 2912392"/>
                <a:gd name="connsiteY284" fmla="*/ 168524 h 908016"/>
                <a:gd name="connsiteX285" fmla="*/ 2776037 w 2912392"/>
                <a:gd name="connsiteY285" fmla="*/ 156356 h 908016"/>
                <a:gd name="connsiteX286" fmla="*/ 2785766 w 2912392"/>
                <a:gd name="connsiteY286" fmla="*/ 144301 h 908016"/>
                <a:gd name="connsiteX287" fmla="*/ 2795510 w 2912392"/>
                <a:gd name="connsiteY287" fmla="*/ 132363 h 908016"/>
                <a:gd name="connsiteX288" fmla="*/ 2805254 w 2912392"/>
                <a:gd name="connsiteY288" fmla="*/ 120545 h 908016"/>
                <a:gd name="connsiteX289" fmla="*/ 2814998 w 2912392"/>
                <a:gd name="connsiteY289" fmla="*/ 108855 h 908016"/>
                <a:gd name="connsiteX290" fmla="*/ 2824727 w 2912392"/>
                <a:gd name="connsiteY290" fmla="*/ 97295 h 908016"/>
                <a:gd name="connsiteX291" fmla="*/ 2834471 w 2912392"/>
                <a:gd name="connsiteY291" fmla="*/ 85872 h 908016"/>
                <a:gd name="connsiteX292" fmla="*/ 2844215 w 2912392"/>
                <a:gd name="connsiteY292" fmla="*/ 74589 h 908016"/>
                <a:gd name="connsiteX293" fmla="*/ 2853958 w 2912392"/>
                <a:gd name="connsiteY293" fmla="*/ 63452 h 908016"/>
                <a:gd name="connsiteX294" fmla="*/ 2863687 w 2912392"/>
                <a:gd name="connsiteY294" fmla="*/ 52467 h 908016"/>
                <a:gd name="connsiteX295" fmla="*/ 2873431 w 2912392"/>
                <a:gd name="connsiteY295" fmla="*/ 41638 h 908016"/>
                <a:gd name="connsiteX296" fmla="*/ 2883175 w 2912392"/>
                <a:gd name="connsiteY296" fmla="*/ 30970 h 908016"/>
                <a:gd name="connsiteX297" fmla="*/ 2892919 w 2912392"/>
                <a:gd name="connsiteY297" fmla="*/ 20471 h 908016"/>
                <a:gd name="connsiteX298" fmla="*/ 2902663 w 2912392"/>
                <a:gd name="connsiteY298" fmla="*/ 10146 h 908016"/>
                <a:gd name="connsiteX299" fmla="*/ 2912392 w 2912392"/>
                <a:gd name="connsiteY299" fmla="*/ 0 h 908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908016">
                  <a:moveTo>
                    <a:pt x="0" y="469595"/>
                  </a:moveTo>
                  <a:lnTo>
                    <a:pt x="9739" y="473058"/>
                  </a:lnTo>
                  <a:lnTo>
                    <a:pt x="19480" y="476458"/>
                  </a:lnTo>
                  <a:lnTo>
                    <a:pt x="29221" y="479786"/>
                  </a:lnTo>
                  <a:lnTo>
                    <a:pt x="38961" y="483035"/>
                  </a:lnTo>
                  <a:lnTo>
                    <a:pt x="48702" y="486201"/>
                  </a:lnTo>
                  <a:lnTo>
                    <a:pt x="58443" y="489275"/>
                  </a:lnTo>
                  <a:lnTo>
                    <a:pt x="68182" y="492249"/>
                  </a:lnTo>
                  <a:lnTo>
                    <a:pt x="77923" y="495118"/>
                  </a:lnTo>
                  <a:lnTo>
                    <a:pt x="87664" y="497876"/>
                  </a:lnTo>
                  <a:lnTo>
                    <a:pt x="97404" y="500515"/>
                  </a:lnTo>
                  <a:lnTo>
                    <a:pt x="107145" y="503030"/>
                  </a:lnTo>
                  <a:lnTo>
                    <a:pt x="116886" y="505414"/>
                  </a:lnTo>
                  <a:lnTo>
                    <a:pt x="126625" y="507662"/>
                  </a:lnTo>
                  <a:lnTo>
                    <a:pt x="136366" y="509767"/>
                  </a:lnTo>
                  <a:lnTo>
                    <a:pt x="146107" y="511725"/>
                  </a:lnTo>
                  <a:lnTo>
                    <a:pt x="155846" y="513532"/>
                  </a:lnTo>
                  <a:lnTo>
                    <a:pt x="165587" y="515181"/>
                  </a:lnTo>
                  <a:lnTo>
                    <a:pt x="175328" y="516670"/>
                  </a:lnTo>
                  <a:lnTo>
                    <a:pt x="185068" y="517993"/>
                  </a:lnTo>
                  <a:lnTo>
                    <a:pt x="194809" y="519148"/>
                  </a:lnTo>
                  <a:lnTo>
                    <a:pt x="204550" y="520131"/>
                  </a:lnTo>
                  <a:lnTo>
                    <a:pt x="214289" y="520938"/>
                  </a:lnTo>
                  <a:lnTo>
                    <a:pt x="224030" y="521570"/>
                  </a:lnTo>
                  <a:lnTo>
                    <a:pt x="233771" y="522023"/>
                  </a:lnTo>
                  <a:lnTo>
                    <a:pt x="243510" y="522296"/>
                  </a:lnTo>
                  <a:lnTo>
                    <a:pt x="253251" y="522387"/>
                  </a:lnTo>
                  <a:lnTo>
                    <a:pt x="262992" y="522296"/>
                  </a:lnTo>
                  <a:lnTo>
                    <a:pt x="272732" y="522022"/>
                  </a:lnTo>
                  <a:lnTo>
                    <a:pt x="282473" y="521567"/>
                  </a:lnTo>
                  <a:lnTo>
                    <a:pt x="292214" y="520931"/>
                  </a:lnTo>
                  <a:lnTo>
                    <a:pt x="301953" y="520115"/>
                  </a:lnTo>
                  <a:lnTo>
                    <a:pt x="311694" y="519119"/>
                  </a:lnTo>
                  <a:lnTo>
                    <a:pt x="321435" y="517948"/>
                  </a:lnTo>
                  <a:lnTo>
                    <a:pt x="331175" y="516604"/>
                  </a:lnTo>
                  <a:lnTo>
                    <a:pt x="340916" y="515088"/>
                  </a:lnTo>
                  <a:lnTo>
                    <a:pt x="350656" y="513404"/>
                  </a:lnTo>
                  <a:lnTo>
                    <a:pt x="360396" y="511557"/>
                  </a:lnTo>
                  <a:lnTo>
                    <a:pt x="370137" y="509550"/>
                  </a:lnTo>
                  <a:lnTo>
                    <a:pt x="379878" y="507388"/>
                  </a:lnTo>
                  <a:lnTo>
                    <a:pt x="389617" y="505074"/>
                  </a:lnTo>
                  <a:lnTo>
                    <a:pt x="399358" y="502616"/>
                  </a:lnTo>
                  <a:lnTo>
                    <a:pt x="409099" y="500017"/>
                  </a:lnTo>
                  <a:lnTo>
                    <a:pt x="418839" y="497285"/>
                  </a:lnTo>
                  <a:lnTo>
                    <a:pt x="428580" y="494424"/>
                  </a:lnTo>
                  <a:lnTo>
                    <a:pt x="438321" y="491441"/>
                  </a:lnTo>
                  <a:lnTo>
                    <a:pt x="448060" y="488344"/>
                  </a:lnTo>
                  <a:lnTo>
                    <a:pt x="457801" y="485139"/>
                  </a:lnTo>
                  <a:lnTo>
                    <a:pt x="467542" y="481832"/>
                  </a:lnTo>
                  <a:lnTo>
                    <a:pt x="477281" y="478430"/>
                  </a:lnTo>
                  <a:lnTo>
                    <a:pt x="487022" y="474942"/>
                  </a:lnTo>
                  <a:lnTo>
                    <a:pt x="496763" y="471375"/>
                  </a:lnTo>
                  <a:lnTo>
                    <a:pt x="506503" y="467737"/>
                  </a:lnTo>
                  <a:lnTo>
                    <a:pt x="516244" y="464035"/>
                  </a:lnTo>
                  <a:lnTo>
                    <a:pt x="525985" y="460276"/>
                  </a:lnTo>
                  <a:lnTo>
                    <a:pt x="535724" y="456469"/>
                  </a:lnTo>
                  <a:lnTo>
                    <a:pt x="545465" y="452621"/>
                  </a:lnTo>
                  <a:lnTo>
                    <a:pt x="555206" y="448741"/>
                  </a:lnTo>
                  <a:lnTo>
                    <a:pt x="564946" y="444836"/>
                  </a:lnTo>
                  <a:lnTo>
                    <a:pt x="574687" y="440913"/>
                  </a:lnTo>
                  <a:lnTo>
                    <a:pt x="584428" y="436983"/>
                  </a:lnTo>
                  <a:lnTo>
                    <a:pt x="594167" y="433051"/>
                  </a:lnTo>
                  <a:lnTo>
                    <a:pt x="603908" y="429125"/>
                  </a:lnTo>
                  <a:lnTo>
                    <a:pt x="613649" y="425212"/>
                  </a:lnTo>
                  <a:lnTo>
                    <a:pt x="623388" y="421322"/>
                  </a:lnTo>
                  <a:lnTo>
                    <a:pt x="633129" y="417459"/>
                  </a:lnTo>
                  <a:lnTo>
                    <a:pt x="642870" y="413633"/>
                  </a:lnTo>
                  <a:lnTo>
                    <a:pt x="652610" y="409850"/>
                  </a:lnTo>
                  <a:lnTo>
                    <a:pt x="662351" y="406116"/>
                  </a:lnTo>
                  <a:lnTo>
                    <a:pt x="672092" y="402441"/>
                  </a:lnTo>
                  <a:lnTo>
                    <a:pt x="681831" y="398826"/>
                  </a:lnTo>
                  <a:lnTo>
                    <a:pt x="691572" y="395283"/>
                  </a:lnTo>
                  <a:lnTo>
                    <a:pt x="701313" y="391815"/>
                  </a:lnTo>
                  <a:lnTo>
                    <a:pt x="711052" y="388428"/>
                  </a:lnTo>
                  <a:lnTo>
                    <a:pt x="720793" y="385130"/>
                  </a:lnTo>
                  <a:lnTo>
                    <a:pt x="730534" y="381923"/>
                  </a:lnTo>
                  <a:lnTo>
                    <a:pt x="740274" y="378817"/>
                  </a:lnTo>
                  <a:lnTo>
                    <a:pt x="750015" y="375813"/>
                  </a:lnTo>
                  <a:lnTo>
                    <a:pt x="759756" y="372919"/>
                  </a:lnTo>
                  <a:lnTo>
                    <a:pt x="769495" y="370137"/>
                  </a:lnTo>
                  <a:lnTo>
                    <a:pt x="779236" y="367473"/>
                  </a:lnTo>
                  <a:lnTo>
                    <a:pt x="788977" y="364931"/>
                  </a:lnTo>
                  <a:lnTo>
                    <a:pt x="798717" y="362516"/>
                  </a:lnTo>
                  <a:lnTo>
                    <a:pt x="808458" y="360231"/>
                  </a:lnTo>
                  <a:lnTo>
                    <a:pt x="818199" y="358081"/>
                  </a:lnTo>
                  <a:lnTo>
                    <a:pt x="827938" y="356066"/>
                  </a:lnTo>
                  <a:lnTo>
                    <a:pt x="837679" y="354194"/>
                  </a:lnTo>
                  <a:lnTo>
                    <a:pt x="847420" y="352464"/>
                  </a:lnTo>
                  <a:lnTo>
                    <a:pt x="857159" y="350880"/>
                  </a:lnTo>
                  <a:lnTo>
                    <a:pt x="866900" y="349447"/>
                  </a:lnTo>
                  <a:lnTo>
                    <a:pt x="876641" y="348165"/>
                  </a:lnTo>
                  <a:lnTo>
                    <a:pt x="886381" y="347037"/>
                  </a:lnTo>
                  <a:lnTo>
                    <a:pt x="896122" y="346065"/>
                  </a:lnTo>
                  <a:lnTo>
                    <a:pt x="905863" y="345251"/>
                  </a:lnTo>
                  <a:lnTo>
                    <a:pt x="915602" y="344597"/>
                  </a:lnTo>
                  <a:lnTo>
                    <a:pt x="925343" y="344105"/>
                  </a:lnTo>
                  <a:lnTo>
                    <a:pt x="935084" y="343776"/>
                  </a:lnTo>
                  <a:lnTo>
                    <a:pt x="944824" y="343611"/>
                  </a:lnTo>
                  <a:lnTo>
                    <a:pt x="954564" y="343611"/>
                  </a:lnTo>
                  <a:lnTo>
                    <a:pt x="964305" y="343778"/>
                  </a:lnTo>
                  <a:lnTo>
                    <a:pt x="974045" y="344113"/>
                  </a:lnTo>
                  <a:lnTo>
                    <a:pt x="983786" y="344615"/>
                  </a:lnTo>
                  <a:lnTo>
                    <a:pt x="993522" y="345285"/>
                  </a:lnTo>
                  <a:lnTo>
                    <a:pt x="1003266" y="346124"/>
                  </a:lnTo>
                  <a:lnTo>
                    <a:pt x="1013010" y="347134"/>
                  </a:lnTo>
                  <a:lnTo>
                    <a:pt x="1022754" y="348313"/>
                  </a:lnTo>
                  <a:lnTo>
                    <a:pt x="1032483" y="349661"/>
                  </a:lnTo>
                  <a:lnTo>
                    <a:pt x="1042227" y="351179"/>
                  </a:lnTo>
                  <a:lnTo>
                    <a:pt x="1051971" y="352866"/>
                  </a:lnTo>
                  <a:lnTo>
                    <a:pt x="1061715" y="354724"/>
                  </a:lnTo>
                  <a:lnTo>
                    <a:pt x="1071444" y="356749"/>
                  </a:lnTo>
                  <a:lnTo>
                    <a:pt x="1081188" y="358942"/>
                  </a:lnTo>
                  <a:lnTo>
                    <a:pt x="1090932" y="361305"/>
                  </a:lnTo>
                  <a:lnTo>
                    <a:pt x="1100676" y="363833"/>
                  </a:lnTo>
                  <a:lnTo>
                    <a:pt x="1110405" y="366527"/>
                  </a:lnTo>
                  <a:lnTo>
                    <a:pt x="1120149" y="369387"/>
                  </a:lnTo>
                  <a:lnTo>
                    <a:pt x="1129893" y="372412"/>
                  </a:lnTo>
                  <a:lnTo>
                    <a:pt x="1139637" y="375600"/>
                  </a:lnTo>
                  <a:lnTo>
                    <a:pt x="1149381" y="378950"/>
                  </a:lnTo>
                  <a:lnTo>
                    <a:pt x="1159110" y="382461"/>
                  </a:lnTo>
                  <a:lnTo>
                    <a:pt x="1168854" y="386131"/>
                  </a:lnTo>
                  <a:lnTo>
                    <a:pt x="1178598" y="389960"/>
                  </a:lnTo>
                  <a:lnTo>
                    <a:pt x="1188341" y="393944"/>
                  </a:lnTo>
                  <a:lnTo>
                    <a:pt x="1198070" y="398083"/>
                  </a:lnTo>
                  <a:lnTo>
                    <a:pt x="1207814" y="402375"/>
                  </a:lnTo>
                  <a:lnTo>
                    <a:pt x="1217558" y="406820"/>
                  </a:lnTo>
                  <a:lnTo>
                    <a:pt x="1227302" y="411412"/>
                  </a:lnTo>
                  <a:lnTo>
                    <a:pt x="1237031" y="416152"/>
                  </a:lnTo>
                  <a:lnTo>
                    <a:pt x="1246775" y="421036"/>
                  </a:lnTo>
                  <a:lnTo>
                    <a:pt x="1256519" y="426065"/>
                  </a:lnTo>
                  <a:lnTo>
                    <a:pt x="1266263" y="431233"/>
                  </a:lnTo>
                  <a:lnTo>
                    <a:pt x="1276007" y="436540"/>
                  </a:lnTo>
                  <a:lnTo>
                    <a:pt x="1285736" y="441983"/>
                  </a:lnTo>
                  <a:lnTo>
                    <a:pt x="1295480" y="447559"/>
                  </a:lnTo>
                  <a:lnTo>
                    <a:pt x="1305224" y="453266"/>
                  </a:lnTo>
                  <a:lnTo>
                    <a:pt x="1314968" y="459102"/>
                  </a:lnTo>
                  <a:lnTo>
                    <a:pt x="1324697" y="465061"/>
                  </a:lnTo>
                  <a:lnTo>
                    <a:pt x="1334441" y="471145"/>
                  </a:lnTo>
                  <a:lnTo>
                    <a:pt x="1344185" y="477346"/>
                  </a:lnTo>
                  <a:lnTo>
                    <a:pt x="1353929" y="483664"/>
                  </a:lnTo>
                  <a:lnTo>
                    <a:pt x="1363658" y="490096"/>
                  </a:lnTo>
                  <a:lnTo>
                    <a:pt x="1373402" y="496637"/>
                  </a:lnTo>
                  <a:lnTo>
                    <a:pt x="1383146" y="503285"/>
                  </a:lnTo>
                  <a:lnTo>
                    <a:pt x="1392890" y="510037"/>
                  </a:lnTo>
                  <a:lnTo>
                    <a:pt x="1402619" y="516887"/>
                  </a:lnTo>
                  <a:lnTo>
                    <a:pt x="1412363" y="523835"/>
                  </a:lnTo>
                  <a:lnTo>
                    <a:pt x="1422106" y="530876"/>
                  </a:lnTo>
                  <a:lnTo>
                    <a:pt x="1431850" y="538004"/>
                  </a:lnTo>
                  <a:lnTo>
                    <a:pt x="1441594" y="545218"/>
                  </a:lnTo>
                  <a:lnTo>
                    <a:pt x="1451323" y="552512"/>
                  </a:lnTo>
                  <a:lnTo>
                    <a:pt x="1461067" y="559884"/>
                  </a:lnTo>
                  <a:lnTo>
                    <a:pt x="1470811" y="567328"/>
                  </a:lnTo>
                  <a:lnTo>
                    <a:pt x="1480555" y="574840"/>
                  </a:lnTo>
                  <a:lnTo>
                    <a:pt x="1490284" y="582416"/>
                  </a:lnTo>
                  <a:lnTo>
                    <a:pt x="1500028" y="590052"/>
                  </a:lnTo>
                  <a:lnTo>
                    <a:pt x="1509772" y="597743"/>
                  </a:lnTo>
                  <a:lnTo>
                    <a:pt x="1519516" y="605483"/>
                  </a:lnTo>
                  <a:lnTo>
                    <a:pt x="1529245" y="613267"/>
                  </a:lnTo>
                  <a:lnTo>
                    <a:pt x="1538989" y="621092"/>
                  </a:lnTo>
                  <a:lnTo>
                    <a:pt x="1548733" y="628953"/>
                  </a:lnTo>
                  <a:lnTo>
                    <a:pt x="1558477" y="636842"/>
                  </a:lnTo>
                  <a:lnTo>
                    <a:pt x="1568221" y="644755"/>
                  </a:lnTo>
                  <a:lnTo>
                    <a:pt x="1577950" y="652687"/>
                  </a:lnTo>
                  <a:lnTo>
                    <a:pt x="1587694" y="660631"/>
                  </a:lnTo>
                  <a:lnTo>
                    <a:pt x="1597438" y="668581"/>
                  </a:lnTo>
                  <a:lnTo>
                    <a:pt x="1607182" y="676533"/>
                  </a:lnTo>
                  <a:lnTo>
                    <a:pt x="1616911" y="684477"/>
                  </a:lnTo>
                  <a:lnTo>
                    <a:pt x="1626655" y="692411"/>
                  </a:lnTo>
                  <a:lnTo>
                    <a:pt x="1636399" y="700324"/>
                  </a:lnTo>
                  <a:lnTo>
                    <a:pt x="1646142" y="708213"/>
                  </a:lnTo>
                  <a:lnTo>
                    <a:pt x="1655872" y="716069"/>
                  </a:lnTo>
                  <a:lnTo>
                    <a:pt x="1665616" y="723883"/>
                  </a:lnTo>
                  <a:lnTo>
                    <a:pt x="1675359" y="731653"/>
                  </a:lnTo>
                  <a:lnTo>
                    <a:pt x="1685103" y="739366"/>
                  </a:lnTo>
                  <a:lnTo>
                    <a:pt x="1694832" y="747019"/>
                  </a:lnTo>
                  <a:lnTo>
                    <a:pt x="1704576" y="754601"/>
                  </a:lnTo>
                  <a:lnTo>
                    <a:pt x="1714320" y="762104"/>
                  </a:lnTo>
                  <a:lnTo>
                    <a:pt x="1724064" y="769520"/>
                  </a:lnTo>
                  <a:lnTo>
                    <a:pt x="1733808" y="776843"/>
                  </a:lnTo>
                  <a:lnTo>
                    <a:pt x="1743537" y="784063"/>
                  </a:lnTo>
                  <a:lnTo>
                    <a:pt x="1753281" y="791172"/>
                  </a:lnTo>
                  <a:lnTo>
                    <a:pt x="1763025" y="798159"/>
                  </a:lnTo>
                  <a:lnTo>
                    <a:pt x="1772769" y="805017"/>
                  </a:lnTo>
                  <a:lnTo>
                    <a:pt x="1782498" y="811737"/>
                  </a:lnTo>
                  <a:lnTo>
                    <a:pt x="1792242" y="818309"/>
                  </a:lnTo>
                  <a:lnTo>
                    <a:pt x="1801986" y="824724"/>
                  </a:lnTo>
                  <a:lnTo>
                    <a:pt x="1811730" y="830974"/>
                  </a:lnTo>
                  <a:lnTo>
                    <a:pt x="1821459" y="837049"/>
                  </a:lnTo>
                  <a:lnTo>
                    <a:pt x="1831203" y="842938"/>
                  </a:lnTo>
                  <a:lnTo>
                    <a:pt x="1840947" y="848634"/>
                  </a:lnTo>
                  <a:lnTo>
                    <a:pt x="1850691" y="854127"/>
                  </a:lnTo>
                  <a:lnTo>
                    <a:pt x="1860435" y="859408"/>
                  </a:lnTo>
                  <a:lnTo>
                    <a:pt x="1870164" y="864464"/>
                  </a:lnTo>
                  <a:lnTo>
                    <a:pt x="1879908" y="869290"/>
                  </a:lnTo>
                  <a:lnTo>
                    <a:pt x="1889652" y="873876"/>
                  </a:lnTo>
                  <a:lnTo>
                    <a:pt x="1899395" y="878212"/>
                  </a:lnTo>
                  <a:lnTo>
                    <a:pt x="1909124" y="882288"/>
                  </a:lnTo>
                  <a:lnTo>
                    <a:pt x="1918868" y="886098"/>
                  </a:lnTo>
                  <a:lnTo>
                    <a:pt x="1928612" y="889630"/>
                  </a:lnTo>
                  <a:lnTo>
                    <a:pt x="1938356" y="892877"/>
                  </a:lnTo>
                  <a:lnTo>
                    <a:pt x="1948085" y="895831"/>
                  </a:lnTo>
                  <a:lnTo>
                    <a:pt x="1957829" y="898485"/>
                  </a:lnTo>
                  <a:lnTo>
                    <a:pt x="1967573" y="900830"/>
                  </a:lnTo>
                  <a:lnTo>
                    <a:pt x="1977317" y="902857"/>
                  </a:lnTo>
                  <a:lnTo>
                    <a:pt x="1987046" y="904563"/>
                  </a:lnTo>
                  <a:lnTo>
                    <a:pt x="1996790" y="905937"/>
                  </a:lnTo>
                  <a:lnTo>
                    <a:pt x="2006534" y="906976"/>
                  </a:lnTo>
                  <a:lnTo>
                    <a:pt x="2016278" y="907670"/>
                  </a:lnTo>
                  <a:lnTo>
                    <a:pt x="2026022" y="908017"/>
                  </a:lnTo>
                  <a:lnTo>
                    <a:pt x="2035751" y="908011"/>
                  </a:lnTo>
                  <a:lnTo>
                    <a:pt x="2045495" y="907647"/>
                  </a:lnTo>
                  <a:lnTo>
                    <a:pt x="2055239" y="906922"/>
                  </a:lnTo>
                  <a:lnTo>
                    <a:pt x="2064983" y="905830"/>
                  </a:lnTo>
                  <a:lnTo>
                    <a:pt x="2074712" y="904370"/>
                  </a:lnTo>
                  <a:lnTo>
                    <a:pt x="2084456" y="902537"/>
                  </a:lnTo>
                  <a:lnTo>
                    <a:pt x="2094200" y="900331"/>
                  </a:lnTo>
                  <a:lnTo>
                    <a:pt x="2103944" y="897750"/>
                  </a:lnTo>
                  <a:lnTo>
                    <a:pt x="2113673" y="894793"/>
                  </a:lnTo>
                  <a:lnTo>
                    <a:pt x="2123417" y="891460"/>
                  </a:lnTo>
                  <a:lnTo>
                    <a:pt x="2133161" y="887750"/>
                  </a:lnTo>
                  <a:lnTo>
                    <a:pt x="2142905" y="883665"/>
                  </a:lnTo>
                  <a:lnTo>
                    <a:pt x="2152649" y="879205"/>
                  </a:lnTo>
                  <a:lnTo>
                    <a:pt x="2162377" y="874374"/>
                  </a:lnTo>
                  <a:lnTo>
                    <a:pt x="2172121" y="869174"/>
                  </a:lnTo>
                  <a:lnTo>
                    <a:pt x="2181865" y="863606"/>
                  </a:lnTo>
                  <a:lnTo>
                    <a:pt x="2191609" y="857678"/>
                  </a:lnTo>
                  <a:lnTo>
                    <a:pt x="2201338" y="851389"/>
                  </a:lnTo>
                  <a:lnTo>
                    <a:pt x="2211082" y="844748"/>
                  </a:lnTo>
                  <a:lnTo>
                    <a:pt x="2220826" y="837758"/>
                  </a:lnTo>
                  <a:lnTo>
                    <a:pt x="2230570" y="830426"/>
                  </a:lnTo>
                  <a:lnTo>
                    <a:pt x="2240299" y="822759"/>
                  </a:lnTo>
                  <a:lnTo>
                    <a:pt x="2250043" y="814763"/>
                  </a:lnTo>
                  <a:lnTo>
                    <a:pt x="2259787" y="806445"/>
                  </a:lnTo>
                  <a:lnTo>
                    <a:pt x="2269531" y="797812"/>
                  </a:lnTo>
                  <a:lnTo>
                    <a:pt x="2279260" y="788874"/>
                  </a:lnTo>
                  <a:lnTo>
                    <a:pt x="2289004" y="779640"/>
                  </a:lnTo>
                  <a:lnTo>
                    <a:pt x="2298748" y="770118"/>
                  </a:lnTo>
                  <a:lnTo>
                    <a:pt x="2308492" y="760316"/>
                  </a:lnTo>
                  <a:lnTo>
                    <a:pt x="2318236" y="750246"/>
                  </a:lnTo>
                  <a:lnTo>
                    <a:pt x="2327965" y="739916"/>
                  </a:lnTo>
                  <a:lnTo>
                    <a:pt x="2337709" y="729336"/>
                  </a:lnTo>
                  <a:lnTo>
                    <a:pt x="2347453" y="718520"/>
                  </a:lnTo>
                  <a:lnTo>
                    <a:pt x="2357197" y="707474"/>
                  </a:lnTo>
                  <a:lnTo>
                    <a:pt x="2366926" y="696210"/>
                  </a:lnTo>
                  <a:lnTo>
                    <a:pt x="2376670" y="684741"/>
                  </a:lnTo>
                  <a:lnTo>
                    <a:pt x="2386413" y="673075"/>
                  </a:lnTo>
                  <a:lnTo>
                    <a:pt x="2396157" y="661224"/>
                  </a:lnTo>
                  <a:lnTo>
                    <a:pt x="2405886" y="649199"/>
                  </a:lnTo>
                  <a:lnTo>
                    <a:pt x="2415630" y="637012"/>
                  </a:lnTo>
                  <a:lnTo>
                    <a:pt x="2425374" y="624673"/>
                  </a:lnTo>
                  <a:lnTo>
                    <a:pt x="2435118" y="612192"/>
                  </a:lnTo>
                  <a:lnTo>
                    <a:pt x="2444862" y="599580"/>
                  </a:lnTo>
                  <a:lnTo>
                    <a:pt x="2454591" y="586850"/>
                  </a:lnTo>
                  <a:lnTo>
                    <a:pt x="2464335" y="574009"/>
                  </a:lnTo>
                  <a:lnTo>
                    <a:pt x="2474079" y="561070"/>
                  </a:lnTo>
                  <a:lnTo>
                    <a:pt x="2483823" y="548043"/>
                  </a:lnTo>
                  <a:lnTo>
                    <a:pt x="2493552" y="534936"/>
                  </a:lnTo>
                  <a:lnTo>
                    <a:pt x="2503296" y="521761"/>
                  </a:lnTo>
                  <a:lnTo>
                    <a:pt x="2513040" y="508526"/>
                  </a:lnTo>
                  <a:lnTo>
                    <a:pt x="2522784" y="495241"/>
                  </a:lnTo>
                  <a:lnTo>
                    <a:pt x="2532513" y="481914"/>
                  </a:lnTo>
                  <a:lnTo>
                    <a:pt x="2542257" y="468555"/>
                  </a:lnTo>
                  <a:lnTo>
                    <a:pt x="2552001" y="455173"/>
                  </a:lnTo>
                  <a:lnTo>
                    <a:pt x="2561745" y="441774"/>
                  </a:lnTo>
                  <a:lnTo>
                    <a:pt x="2571474" y="428368"/>
                  </a:lnTo>
                  <a:lnTo>
                    <a:pt x="2581218" y="414962"/>
                  </a:lnTo>
                  <a:lnTo>
                    <a:pt x="2590962" y="401562"/>
                  </a:lnTo>
                  <a:lnTo>
                    <a:pt x="2600705" y="388177"/>
                  </a:lnTo>
                  <a:lnTo>
                    <a:pt x="2610449" y="374812"/>
                  </a:lnTo>
                  <a:lnTo>
                    <a:pt x="2620178" y="361476"/>
                  </a:lnTo>
                  <a:lnTo>
                    <a:pt x="2629922" y="348173"/>
                  </a:lnTo>
                  <a:lnTo>
                    <a:pt x="2639666" y="334910"/>
                  </a:lnTo>
                  <a:lnTo>
                    <a:pt x="2649410" y="321693"/>
                  </a:lnTo>
                  <a:lnTo>
                    <a:pt x="2659139" y="308527"/>
                  </a:lnTo>
                  <a:lnTo>
                    <a:pt x="2668883" y="295417"/>
                  </a:lnTo>
                  <a:lnTo>
                    <a:pt x="2678627" y="282370"/>
                  </a:lnTo>
                  <a:lnTo>
                    <a:pt x="2688371" y="269390"/>
                  </a:lnTo>
                  <a:lnTo>
                    <a:pt x="2698100" y="256482"/>
                  </a:lnTo>
                  <a:lnTo>
                    <a:pt x="2707844" y="243649"/>
                  </a:lnTo>
                  <a:lnTo>
                    <a:pt x="2717588" y="230898"/>
                  </a:lnTo>
                  <a:lnTo>
                    <a:pt x="2727332" y="218234"/>
                  </a:lnTo>
                  <a:lnTo>
                    <a:pt x="2737076" y="205660"/>
                  </a:lnTo>
                  <a:lnTo>
                    <a:pt x="2746805" y="193180"/>
                  </a:lnTo>
                  <a:lnTo>
                    <a:pt x="2756549" y="180801"/>
                  </a:lnTo>
                  <a:lnTo>
                    <a:pt x="2766293" y="168524"/>
                  </a:lnTo>
                  <a:lnTo>
                    <a:pt x="2776037" y="156356"/>
                  </a:lnTo>
                  <a:lnTo>
                    <a:pt x="2785766" y="144301"/>
                  </a:lnTo>
                  <a:lnTo>
                    <a:pt x="2795510" y="132363"/>
                  </a:lnTo>
                  <a:lnTo>
                    <a:pt x="2805254" y="120545"/>
                  </a:lnTo>
                  <a:lnTo>
                    <a:pt x="2814998" y="108855"/>
                  </a:lnTo>
                  <a:lnTo>
                    <a:pt x="2824727" y="97295"/>
                  </a:lnTo>
                  <a:lnTo>
                    <a:pt x="2834471" y="85872"/>
                  </a:lnTo>
                  <a:lnTo>
                    <a:pt x="2844215" y="74589"/>
                  </a:lnTo>
                  <a:lnTo>
                    <a:pt x="2853958" y="63452"/>
                  </a:lnTo>
                  <a:lnTo>
                    <a:pt x="2863687" y="52467"/>
                  </a:lnTo>
                  <a:lnTo>
                    <a:pt x="2873431" y="41638"/>
                  </a:lnTo>
                  <a:lnTo>
                    <a:pt x="2883175" y="30970"/>
                  </a:lnTo>
                  <a:lnTo>
                    <a:pt x="2892919" y="20471"/>
                  </a:lnTo>
                  <a:lnTo>
                    <a:pt x="2902663" y="10146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7" name="Freeform 856">
              <a:extLst>
                <a:ext uri="{FF2B5EF4-FFF2-40B4-BE49-F238E27FC236}">
                  <a16:creationId xmlns:a16="http://schemas.microsoft.com/office/drawing/2014/main" id="{996DD588-908F-C40B-AC33-9F717BDF9CC8}"/>
                </a:ext>
              </a:extLst>
            </p:cNvPr>
            <p:cNvSpPr/>
            <p:nvPr/>
          </p:nvSpPr>
          <p:spPr>
            <a:xfrm>
              <a:off x="576446" y="3580786"/>
              <a:ext cx="2912392" cy="739286"/>
            </a:xfrm>
            <a:custGeom>
              <a:avLst/>
              <a:gdLst>
                <a:gd name="connsiteX0" fmla="*/ 0 w 2912392"/>
                <a:gd name="connsiteY0" fmla="*/ 199628 h 739286"/>
                <a:gd name="connsiteX1" fmla="*/ 9739 w 2912392"/>
                <a:gd name="connsiteY1" fmla="*/ 193910 h 739286"/>
                <a:gd name="connsiteX2" fmla="*/ 19480 w 2912392"/>
                <a:gd name="connsiteY2" fmla="*/ 188123 h 739286"/>
                <a:gd name="connsiteX3" fmla="*/ 29221 w 2912392"/>
                <a:gd name="connsiteY3" fmla="*/ 182282 h 739286"/>
                <a:gd name="connsiteX4" fmla="*/ 38961 w 2912392"/>
                <a:gd name="connsiteY4" fmla="*/ 176391 h 739286"/>
                <a:gd name="connsiteX5" fmla="*/ 48702 w 2912392"/>
                <a:gd name="connsiteY5" fmla="*/ 170461 h 739286"/>
                <a:gd name="connsiteX6" fmla="*/ 58443 w 2912392"/>
                <a:gd name="connsiteY6" fmla="*/ 164503 h 739286"/>
                <a:gd name="connsiteX7" fmla="*/ 68182 w 2912392"/>
                <a:gd name="connsiteY7" fmla="*/ 158527 h 739286"/>
                <a:gd name="connsiteX8" fmla="*/ 77923 w 2912392"/>
                <a:gd name="connsiteY8" fmla="*/ 152542 h 739286"/>
                <a:gd name="connsiteX9" fmla="*/ 87664 w 2912392"/>
                <a:gd name="connsiteY9" fmla="*/ 146558 h 739286"/>
                <a:gd name="connsiteX10" fmla="*/ 97404 w 2912392"/>
                <a:gd name="connsiteY10" fmla="*/ 140585 h 739286"/>
                <a:gd name="connsiteX11" fmla="*/ 107145 w 2912392"/>
                <a:gd name="connsiteY11" fmla="*/ 134633 h 739286"/>
                <a:gd name="connsiteX12" fmla="*/ 116886 w 2912392"/>
                <a:gd name="connsiteY12" fmla="*/ 128712 h 739286"/>
                <a:gd name="connsiteX13" fmla="*/ 126625 w 2912392"/>
                <a:gd name="connsiteY13" fmla="*/ 122832 h 739286"/>
                <a:gd name="connsiteX14" fmla="*/ 136366 w 2912392"/>
                <a:gd name="connsiteY14" fmla="*/ 117002 h 739286"/>
                <a:gd name="connsiteX15" fmla="*/ 146107 w 2912392"/>
                <a:gd name="connsiteY15" fmla="*/ 111231 h 739286"/>
                <a:gd name="connsiteX16" fmla="*/ 155846 w 2912392"/>
                <a:gd name="connsiteY16" fmla="*/ 105531 h 739286"/>
                <a:gd name="connsiteX17" fmla="*/ 165587 w 2912392"/>
                <a:gd name="connsiteY17" fmla="*/ 99907 h 739286"/>
                <a:gd name="connsiteX18" fmla="*/ 175328 w 2912392"/>
                <a:gd name="connsiteY18" fmla="*/ 94370 h 739286"/>
                <a:gd name="connsiteX19" fmla="*/ 185068 w 2912392"/>
                <a:gd name="connsiteY19" fmla="*/ 88930 h 739286"/>
                <a:gd name="connsiteX20" fmla="*/ 194809 w 2912392"/>
                <a:gd name="connsiteY20" fmla="*/ 83595 h 739286"/>
                <a:gd name="connsiteX21" fmla="*/ 204550 w 2912392"/>
                <a:gd name="connsiteY21" fmla="*/ 78372 h 739286"/>
                <a:gd name="connsiteX22" fmla="*/ 214289 w 2912392"/>
                <a:gd name="connsiteY22" fmla="*/ 73269 h 739286"/>
                <a:gd name="connsiteX23" fmla="*/ 224030 w 2912392"/>
                <a:gd name="connsiteY23" fmla="*/ 68295 h 739286"/>
                <a:gd name="connsiteX24" fmla="*/ 233771 w 2912392"/>
                <a:gd name="connsiteY24" fmla="*/ 63456 h 739286"/>
                <a:gd name="connsiteX25" fmla="*/ 243510 w 2912392"/>
                <a:gd name="connsiteY25" fmla="*/ 58762 h 739286"/>
                <a:gd name="connsiteX26" fmla="*/ 253251 w 2912392"/>
                <a:gd name="connsiteY26" fmla="*/ 54214 h 739286"/>
                <a:gd name="connsiteX27" fmla="*/ 262992 w 2912392"/>
                <a:gd name="connsiteY27" fmla="*/ 49824 h 739286"/>
                <a:gd name="connsiteX28" fmla="*/ 272732 w 2912392"/>
                <a:gd name="connsiteY28" fmla="*/ 45594 h 739286"/>
                <a:gd name="connsiteX29" fmla="*/ 282473 w 2912392"/>
                <a:gd name="connsiteY29" fmla="*/ 41532 h 739286"/>
                <a:gd name="connsiteX30" fmla="*/ 292214 w 2912392"/>
                <a:gd name="connsiteY30" fmla="*/ 37641 h 739286"/>
                <a:gd name="connsiteX31" fmla="*/ 301953 w 2912392"/>
                <a:gd name="connsiteY31" fmla="*/ 33928 h 739286"/>
                <a:gd name="connsiteX32" fmla="*/ 311694 w 2912392"/>
                <a:gd name="connsiteY32" fmla="*/ 30395 h 739286"/>
                <a:gd name="connsiteX33" fmla="*/ 321435 w 2912392"/>
                <a:gd name="connsiteY33" fmla="*/ 27048 h 739286"/>
                <a:gd name="connsiteX34" fmla="*/ 331175 w 2912392"/>
                <a:gd name="connsiteY34" fmla="*/ 23888 h 739286"/>
                <a:gd name="connsiteX35" fmla="*/ 340916 w 2912392"/>
                <a:gd name="connsiteY35" fmla="*/ 20920 h 739286"/>
                <a:gd name="connsiteX36" fmla="*/ 350656 w 2912392"/>
                <a:gd name="connsiteY36" fmla="*/ 18145 h 739286"/>
                <a:gd name="connsiteX37" fmla="*/ 360396 w 2912392"/>
                <a:gd name="connsiteY37" fmla="*/ 15566 h 739286"/>
                <a:gd name="connsiteX38" fmla="*/ 370137 w 2912392"/>
                <a:gd name="connsiteY38" fmla="*/ 13184 h 739286"/>
                <a:gd name="connsiteX39" fmla="*/ 379878 w 2912392"/>
                <a:gd name="connsiteY39" fmla="*/ 11001 h 739286"/>
                <a:gd name="connsiteX40" fmla="*/ 389617 w 2912392"/>
                <a:gd name="connsiteY40" fmla="*/ 9017 h 739286"/>
                <a:gd name="connsiteX41" fmla="*/ 399358 w 2912392"/>
                <a:gd name="connsiteY41" fmla="*/ 7232 h 739286"/>
                <a:gd name="connsiteX42" fmla="*/ 409099 w 2912392"/>
                <a:gd name="connsiteY42" fmla="*/ 5648 h 739286"/>
                <a:gd name="connsiteX43" fmla="*/ 418839 w 2912392"/>
                <a:gd name="connsiteY43" fmla="*/ 4261 h 739286"/>
                <a:gd name="connsiteX44" fmla="*/ 428580 w 2912392"/>
                <a:gd name="connsiteY44" fmla="*/ 3074 h 739286"/>
                <a:gd name="connsiteX45" fmla="*/ 438321 w 2912392"/>
                <a:gd name="connsiteY45" fmla="*/ 2081 h 739286"/>
                <a:gd name="connsiteX46" fmla="*/ 448060 w 2912392"/>
                <a:gd name="connsiteY46" fmla="*/ 1284 h 739286"/>
                <a:gd name="connsiteX47" fmla="*/ 457801 w 2912392"/>
                <a:gd name="connsiteY47" fmla="*/ 681 h 739286"/>
                <a:gd name="connsiteX48" fmla="*/ 467542 w 2912392"/>
                <a:gd name="connsiteY48" fmla="*/ 268 h 739286"/>
                <a:gd name="connsiteX49" fmla="*/ 477281 w 2912392"/>
                <a:gd name="connsiteY49" fmla="*/ 42 h 739286"/>
                <a:gd name="connsiteX50" fmla="*/ 487022 w 2912392"/>
                <a:gd name="connsiteY50" fmla="*/ 0 h 739286"/>
                <a:gd name="connsiteX51" fmla="*/ 496763 w 2912392"/>
                <a:gd name="connsiteY51" fmla="*/ 139 h 739286"/>
                <a:gd name="connsiteX52" fmla="*/ 506503 w 2912392"/>
                <a:gd name="connsiteY52" fmla="*/ 456 h 739286"/>
                <a:gd name="connsiteX53" fmla="*/ 516244 w 2912392"/>
                <a:gd name="connsiteY53" fmla="*/ 945 h 739286"/>
                <a:gd name="connsiteX54" fmla="*/ 525985 w 2912392"/>
                <a:gd name="connsiteY54" fmla="*/ 1603 h 739286"/>
                <a:gd name="connsiteX55" fmla="*/ 535724 w 2912392"/>
                <a:gd name="connsiteY55" fmla="*/ 2427 h 739286"/>
                <a:gd name="connsiteX56" fmla="*/ 545465 w 2912392"/>
                <a:gd name="connsiteY56" fmla="*/ 3409 h 739286"/>
                <a:gd name="connsiteX57" fmla="*/ 555206 w 2912392"/>
                <a:gd name="connsiteY57" fmla="*/ 4547 h 739286"/>
                <a:gd name="connsiteX58" fmla="*/ 564946 w 2912392"/>
                <a:gd name="connsiteY58" fmla="*/ 5834 h 739286"/>
                <a:gd name="connsiteX59" fmla="*/ 574687 w 2912392"/>
                <a:gd name="connsiteY59" fmla="*/ 7266 h 739286"/>
                <a:gd name="connsiteX60" fmla="*/ 584428 w 2912392"/>
                <a:gd name="connsiteY60" fmla="*/ 8838 h 739286"/>
                <a:gd name="connsiteX61" fmla="*/ 594167 w 2912392"/>
                <a:gd name="connsiteY61" fmla="*/ 10543 h 739286"/>
                <a:gd name="connsiteX62" fmla="*/ 603908 w 2912392"/>
                <a:gd name="connsiteY62" fmla="*/ 12375 h 739286"/>
                <a:gd name="connsiteX63" fmla="*/ 613649 w 2912392"/>
                <a:gd name="connsiteY63" fmla="*/ 14331 h 739286"/>
                <a:gd name="connsiteX64" fmla="*/ 623388 w 2912392"/>
                <a:gd name="connsiteY64" fmla="*/ 16404 h 739286"/>
                <a:gd name="connsiteX65" fmla="*/ 633129 w 2912392"/>
                <a:gd name="connsiteY65" fmla="*/ 18586 h 739286"/>
                <a:gd name="connsiteX66" fmla="*/ 642870 w 2912392"/>
                <a:gd name="connsiteY66" fmla="*/ 20876 h 739286"/>
                <a:gd name="connsiteX67" fmla="*/ 652610 w 2912392"/>
                <a:gd name="connsiteY67" fmla="*/ 23265 h 739286"/>
                <a:gd name="connsiteX68" fmla="*/ 662351 w 2912392"/>
                <a:gd name="connsiteY68" fmla="*/ 25747 h 739286"/>
                <a:gd name="connsiteX69" fmla="*/ 672092 w 2912392"/>
                <a:gd name="connsiteY69" fmla="*/ 28319 h 739286"/>
                <a:gd name="connsiteX70" fmla="*/ 681831 w 2912392"/>
                <a:gd name="connsiteY70" fmla="*/ 30973 h 739286"/>
                <a:gd name="connsiteX71" fmla="*/ 691572 w 2912392"/>
                <a:gd name="connsiteY71" fmla="*/ 33704 h 739286"/>
                <a:gd name="connsiteX72" fmla="*/ 701313 w 2912392"/>
                <a:gd name="connsiteY72" fmla="*/ 36508 h 739286"/>
                <a:gd name="connsiteX73" fmla="*/ 711052 w 2912392"/>
                <a:gd name="connsiteY73" fmla="*/ 39379 h 739286"/>
                <a:gd name="connsiteX74" fmla="*/ 720793 w 2912392"/>
                <a:gd name="connsiteY74" fmla="*/ 42312 h 739286"/>
                <a:gd name="connsiteX75" fmla="*/ 730534 w 2912392"/>
                <a:gd name="connsiteY75" fmla="*/ 45300 h 739286"/>
                <a:gd name="connsiteX76" fmla="*/ 740274 w 2912392"/>
                <a:gd name="connsiteY76" fmla="*/ 48341 h 739286"/>
                <a:gd name="connsiteX77" fmla="*/ 750015 w 2912392"/>
                <a:gd name="connsiteY77" fmla="*/ 51430 h 739286"/>
                <a:gd name="connsiteX78" fmla="*/ 759756 w 2912392"/>
                <a:gd name="connsiteY78" fmla="*/ 54560 h 739286"/>
                <a:gd name="connsiteX79" fmla="*/ 769495 w 2912392"/>
                <a:gd name="connsiteY79" fmla="*/ 57729 h 739286"/>
                <a:gd name="connsiteX80" fmla="*/ 779236 w 2912392"/>
                <a:gd name="connsiteY80" fmla="*/ 60934 h 739286"/>
                <a:gd name="connsiteX81" fmla="*/ 788977 w 2912392"/>
                <a:gd name="connsiteY81" fmla="*/ 64168 h 739286"/>
                <a:gd name="connsiteX82" fmla="*/ 798717 w 2912392"/>
                <a:gd name="connsiteY82" fmla="*/ 67430 h 739286"/>
                <a:gd name="connsiteX83" fmla="*/ 808458 w 2912392"/>
                <a:gd name="connsiteY83" fmla="*/ 70715 h 739286"/>
                <a:gd name="connsiteX84" fmla="*/ 818199 w 2912392"/>
                <a:gd name="connsiteY84" fmla="*/ 74021 h 739286"/>
                <a:gd name="connsiteX85" fmla="*/ 827938 w 2912392"/>
                <a:gd name="connsiteY85" fmla="*/ 77345 h 739286"/>
                <a:gd name="connsiteX86" fmla="*/ 837679 w 2912392"/>
                <a:gd name="connsiteY86" fmla="*/ 80682 h 739286"/>
                <a:gd name="connsiteX87" fmla="*/ 847420 w 2912392"/>
                <a:gd name="connsiteY87" fmla="*/ 84035 h 739286"/>
                <a:gd name="connsiteX88" fmla="*/ 857159 w 2912392"/>
                <a:gd name="connsiteY88" fmla="*/ 87396 h 739286"/>
                <a:gd name="connsiteX89" fmla="*/ 866900 w 2912392"/>
                <a:gd name="connsiteY89" fmla="*/ 90766 h 739286"/>
                <a:gd name="connsiteX90" fmla="*/ 876641 w 2912392"/>
                <a:gd name="connsiteY90" fmla="*/ 94142 h 739286"/>
                <a:gd name="connsiteX91" fmla="*/ 886381 w 2912392"/>
                <a:gd name="connsiteY91" fmla="*/ 97524 h 739286"/>
                <a:gd name="connsiteX92" fmla="*/ 896122 w 2912392"/>
                <a:gd name="connsiteY92" fmla="*/ 100911 h 739286"/>
                <a:gd name="connsiteX93" fmla="*/ 905863 w 2912392"/>
                <a:gd name="connsiteY93" fmla="*/ 104300 h 739286"/>
                <a:gd name="connsiteX94" fmla="*/ 915602 w 2912392"/>
                <a:gd name="connsiteY94" fmla="*/ 107693 h 739286"/>
                <a:gd name="connsiteX95" fmla="*/ 925343 w 2912392"/>
                <a:gd name="connsiteY95" fmla="*/ 111088 h 739286"/>
                <a:gd name="connsiteX96" fmla="*/ 935084 w 2912392"/>
                <a:gd name="connsiteY96" fmla="*/ 114487 h 739286"/>
                <a:gd name="connsiteX97" fmla="*/ 944824 w 2912392"/>
                <a:gd name="connsiteY97" fmla="*/ 117887 h 739286"/>
                <a:gd name="connsiteX98" fmla="*/ 954564 w 2912392"/>
                <a:gd name="connsiteY98" fmla="*/ 121290 h 739286"/>
                <a:gd name="connsiteX99" fmla="*/ 964305 w 2912392"/>
                <a:gd name="connsiteY99" fmla="*/ 124695 h 739286"/>
                <a:gd name="connsiteX100" fmla="*/ 974045 w 2912392"/>
                <a:gd name="connsiteY100" fmla="*/ 128107 h 739286"/>
                <a:gd name="connsiteX101" fmla="*/ 983786 w 2912392"/>
                <a:gd name="connsiteY101" fmla="*/ 131524 h 739286"/>
                <a:gd name="connsiteX102" fmla="*/ 993522 w 2912392"/>
                <a:gd name="connsiteY102" fmla="*/ 134948 h 739286"/>
                <a:gd name="connsiteX103" fmla="*/ 1003266 w 2912392"/>
                <a:gd name="connsiteY103" fmla="*/ 138379 h 739286"/>
                <a:gd name="connsiteX104" fmla="*/ 1013010 w 2912392"/>
                <a:gd name="connsiteY104" fmla="*/ 141819 h 739286"/>
                <a:gd name="connsiteX105" fmla="*/ 1022754 w 2912392"/>
                <a:gd name="connsiteY105" fmla="*/ 145273 h 739286"/>
                <a:gd name="connsiteX106" fmla="*/ 1032483 w 2912392"/>
                <a:gd name="connsiteY106" fmla="*/ 148739 h 739286"/>
                <a:gd name="connsiteX107" fmla="*/ 1042227 w 2912392"/>
                <a:gd name="connsiteY107" fmla="*/ 152224 h 739286"/>
                <a:gd name="connsiteX108" fmla="*/ 1051971 w 2912392"/>
                <a:gd name="connsiteY108" fmla="*/ 155726 h 739286"/>
                <a:gd name="connsiteX109" fmla="*/ 1061715 w 2912392"/>
                <a:gd name="connsiteY109" fmla="*/ 159249 h 739286"/>
                <a:gd name="connsiteX110" fmla="*/ 1071444 w 2912392"/>
                <a:gd name="connsiteY110" fmla="*/ 162797 h 739286"/>
                <a:gd name="connsiteX111" fmla="*/ 1081188 w 2912392"/>
                <a:gd name="connsiteY111" fmla="*/ 166372 h 739286"/>
                <a:gd name="connsiteX112" fmla="*/ 1090932 w 2912392"/>
                <a:gd name="connsiteY112" fmla="*/ 169977 h 739286"/>
                <a:gd name="connsiteX113" fmla="*/ 1100676 w 2912392"/>
                <a:gd name="connsiteY113" fmla="*/ 173615 h 739286"/>
                <a:gd name="connsiteX114" fmla="*/ 1110405 w 2912392"/>
                <a:gd name="connsiteY114" fmla="*/ 177289 h 739286"/>
                <a:gd name="connsiteX115" fmla="*/ 1120149 w 2912392"/>
                <a:gd name="connsiteY115" fmla="*/ 181003 h 739286"/>
                <a:gd name="connsiteX116" fmla="*/ 1129893 w 2912392"/>
                <a:gd name="connsiteY116" fmla="*/ 184759 h 739286"/>
                <a:gd name="connsiteX117" fmla="*/ 1139637 w 2912392"/>
                <a:gd name="connsiteY117" fmla="*/ 188563 h 739286"/>
                <a:gd name="connsiteX118" fmla="*/ 1149381 w 2912392"/>
                <a:gd name="connsiteY118" fmla="*/ 192417 h 739286"/>
                <a:gd name="connsiteX119" fmla="*/ 1159110 w 2912392"/>
                <a:gd name="connsiteY119" fmla="*/ 196324 h 739286"/>
                <a:gd name="connsiteX120" fmla="*/ 1168854 w 2912392"/>
                <a:gd name="connsiteY120" fmla="*/ 200288 h 739286"/>
                <a:gd name="connsiteX121" fmla="*/ 1178598 w 2912392"/>
                <a:gd name="connsiteY121" fmla="*/ 204314 h 739286"/>
                <a:gd name="connsiteX122" fmla="*/ 1188341 w 2912392"/>
                <a:gd name="connsiteY122" fmla="*/ 208404 h 739286"/>
                <a:gd name="connsiteX123" fmla="*/ 1198070 w 2912392"/>
                <a:gd name="connsiteY123" fmla="*/ 212562 h 739286"/>
                <a:gd name="connsiteX124" fmla="*/ 1207814 w 2912392"/>
                <a:gd name="connsiteY124" fmla="*/ 216792 h 739286"/>
                <a:gd name="connsiteX125" fmla="*/ 1217558 w 2912392"/>
                <a:gd name="connsiteY125" fmla="*/ 221096 h 739286"/>
                <a:gd name="connsiteX126" fmla="*/ 1227302 w 2912392"/>
                <a:gd name="connsiteY126" fmla="*/ 225480 h 739286"/>
                <a:gd name="connsiteX127" fmla="*/ 1237031 w 2912392"/>
                <a:gd name="connsiteY127" fmla="*/ 229945 h 739286"/>
                <a:gd name="connsiteX128" fmla="*/ 1246775 w 2912392"/>
                <a:gd name="connsiteY128" fmla="*/ 234495 h 739286"/>
                <a:gd name="connsiteX129" fmla="*/ 1256519 w 2912392"/>
                <a:gd name="connsiteY129" fmla="*/ 239133 h 739286"/>
                <a:gd name="connsiteX130" fmla="*/ 1266263 w 2912392"/>
                <a:gd name="connsiteY130" fmla="*/ 243864 h 739286"/>
                <a:gd name="connsiteX131" fmla="*/ 1276007 w 2912392"/>
                <a:gd name="connsiteY131" fmla="*/ 248686 h 739286"/>
                <a:gd name="connsiteX132" fmla="*/ 1285736 w 2912392"/>
                <a:gd name="connsiteY132" fmla="*/ 253608 h 739286"/>
                <a:gd name="connsiteX133" fmla="*/ 1295480 w 2912392"/>
                <a:gd name="connsiteY133" fmla="*/ 258628 h 739286"/>
                <a:gd name="connsiteX134" fmla="*/ 1305224 w 2912392"/>
                <a:gd name="connsiteY134" fmla="*/ 263749 h 739286"/>
                <a:gd name="connsiteX135" fmla="*/ 1314968 w 2912392"/>
                <a:gd name="connsiteY135" fmla="*/ 268976 h 739286"/>
                <a:gd name="connsiteX136" fmla="*/ 1324697 w 2912392"/>
                <a:gd name="connsiteY136" fmla="*/ 274308 h 739286"/>
                <a:gd name="connsiteX137" fmla="*/ 1334441 w 2912392"/>
                <a:gd name="connsiteY137" fmla="*/ 279748 h 739286"/>
                <a:gd name="connsiteX138" fmla="*/ 1344185 w 2912392"/>
                <a:gd name="connsiteY138" fmla="*/ 285298 h 739286"/>
                <a:gd name="connsiteX139" fmla="*/ 1353929 w 2912392"/>
                <a:gd name="connsiteY139" fmla="*/ 290958 h 739286"/>
                <a:gd name="connsiteX140" fmla="*/ 1363658 w 2912392"/>
                <a:gd name="connsiteY140" fmla="*/ 296730 h 739286"/>
                <a:gd name="connsiteX141" fmla="*/ 1373402 w 2912392"/>
                <a:gd name="connsiteY141" fmla="*/ 302613 h 739286"/>
                <a:gd name="connsiteX142" fmla="*/ 1383146 w 2912392"/>
                <a:gd name="connsiteY142" fmla="*/ 308610 h 739286"/>
                <a:gd name="connsiteX143" fmla="*/ 1392890 w 2912392"/>
                <a:gd name="connsiteY143" fmla="*/ 314720 h 739286"/>
                <a:gd name="connsiteX144" fmla="*/ 1402619 w 2912392"/>
                <a:gd name="connsiteY144" fmla="*/ 320943 h 739286"/>
                <a:gd name="connsiteX145" fmla="*/ 1412363 w 2912392"/>
                <a:gd name="connsiteY145" fmla="*/ 327278 h 739286"/>
                <a:gd name="connsiteX146" fmla="*/ 1422106 w 2912392"/>
                <a:gd name="connsiteY146" fmla="*/ 333727 h 739286"/>
                <a:gd name="connsiteX147" fmla="*/ 1431850 w 2912392"/>
                <a:gd name="connsiteY147" fmla="*/ 340284 h 739286"/>
                <a:gd name="connsiteX148" fmla="*/ 1441594 w 2912392"/>
                <a:gd name="connsiteY148" fmla="*/ 346951 h 739286"/>
                <a:gd name="connsiteX149" fmla="*/ 1451323 w 2912392"/>
                <a:gd name="connsiteY149" fmla="*/ 353726 h 739286"/>
                <a:gd name="connsiteX150" fmla="*/ 1461067 w 2912392"/>
                <a:gd name="connsiteY150" fmla="*/ 360606 h 739286"/>
                <a:gd name="connsiteX151" fmla="*/ 1470811 w 2912392"/>
                <a:gd name="connsiteY151" fmla="*/ 367589 h 739286"/>
                <a:gd name="connsiteX152" fmla="*/ 1480555 w 2912392"/>
                <a:gd name="connsiteY152" fmla="*/ 374674 h 739286"/>
                <a:gd name="connsiteX153" fmla="*/ 1490284 w 2912392"/>
                <a:gd name="connsiteY153" fmla="*/ 381853 h 739286"/>
                <a:gd name="connsiteX154" fmla="*/ 1500028 w 2912392"/>
                <a:gd name="connsiteY154" fmla="*/ 389127 h 739286"/>
                <a:gd name="connsiteX155" fmla="*/ 1509772 w 2912392"/>
                <a:gd name="connsiteY155" fmla="*/ 396492 h 739286"/>
                <a:gd name="connsiteX156" fmla="*/ 1519516 w 2912392"/>
                <a:gd name="connsiteY156" fmla="*/ 403941 h 739286"/>
                <a:gd name="connsiteX157" fmla="*/ 1529245 w 2912392"/>
                <a:gd name="connsiteY157" fmla="*/ 411473 h 739286"/>
                <a:gd name="connsiteX158" fmla="*/ 1538989 w 2912392"/>
                <a:gd name="connsiteY158" fmla="*/ 419080 h 739286"/>
                <a:gd name="connsiteX159" fmla="*/ 1548733 w 2912392"/>
                <a:gd name="connsiteY159" fmla="*/ 426759 h 739286"/>
                <a:gd name="connsiteX160" fmla="*/ 1558477 w 2912392"/>
                <a:gd name="connsiteY160" fmla="*/ 434497 h 739286"/>
                <a:gd name="connsiteX161" fmla="*/ 1568221 w 2912392"/>
                <a:gd name="connsiteY161" fmla="*/ 442305 h 739286"/>
                <a:gd name="connsiteX162" fmla="*/ 1577950 w 2912392"/>
                <a:gd name="connsiteY162" fmla="*/ 450171 h 739286"/>
                <a:gd name="connsiteX163" fmla="*/ 1587694 w 2912392"/>
                <a:gd name="connsiteY163" fmla="*/ 458068 h 739286"/>
                <a:gd name="connsiteX164" fmla="*/ 1597438 w 2912392"/>
                <a:gd name="connsiteY164" fmla="*/ 466024 h 739286"/>
                <a:gd name="connsiteX165" fmla="*/ 1607182 w 2912392"/>
                <a:gd name="connsiteY165" fmla="*/ 473995 h 739286"/>
                <a:gd name="connsiteX166" fmla="*/ 1616911 w 2912392"/>
                <a:gd name="connsiteY166" fmla="*/ 482010 h 739286"/>
                <a:gd name="connsiteX167" fmla="*/ 1626655 w 2912392"/>
                <a:gd name="connsiteY167" fmla="*/ 490026 h 739286"/>
                <a:gd name="connsiteX168" fmla="*/ 1636399 w 2912392"/>
                <a:gd name="connsiteY168" fmla="*/ 498071 h 739286"/>
                <a:gd name="connsiteX169" fmla="*/ 1646142 w 2912392"/>
                <a:gd name="connsiteY169" fmla="*/ 506117 h 739286"/>
                <a:gd name="connsiteX170" fmla="*/ 1655872 w 2912392"/>
                <a:gd name="connsiteY170" fmla="*/ 514148 h 739286"/>
                <a:gd name="connsiteX171" fmla="*/ 1665616 w 2912392"/>
                <a:gd name="connsiteY171" fmla="*/ 522163 h 739286"/>
                <a:gd name="connsiteX172" fmla="*/ 1675359 w 2912392"/>
                <a:gd name="connsiteY172" fmla="*/ 530179 h 739286"/>
                <a:gd name="connsiteX173" fmla="*/ 1685103 w 2912392"/>
                <a:gd name="connsiteY173" fmla="*/ 538150 h 739286"/>
                <a:gd name="connsiteX174" fmla="*/ 1694832 w 2912392"/>
                <a:gd name="connsiteY174" fmla="*/ 546076 h 739286"/>
                <a:gd name="connsiteX175" fmla="*/ 1704576 w 2912392"/>
                <a:gd name="connsiteY175" fmla="*/ 553958 h 739286"/>
                <a:gd name="connsiteX176" fmla="*/ 1714320 w 2912392"/>
                <a:gd name="connsiteY176" fmla="*/ 561794 h 739286"/>
                <a:gd name="connsiteX177" fmla="*/ 1724064 w 2912392"/>
                <a:gd name="connsiteY177" fmla="*/ 569557 h 739286"/>
                <a:gd name="connsiteX178" fmla="*/ 1733808 w 2912392"/>
                <a:gd name="connsiteY178" fmla="*/ 577245 h 739286"/>
                <a:gd name="connsiteX179" fmla="*/ 1743537 w 2912392"/>
                <a:gd name="connsiteY179" fmla="*/ 584858 h 739286"/>
                <a:gd name="connsiteX180" fmla="*/ 1753281 w 2912392"/>
                <a:gd name="connsiteY180" fmla="*/ 592367 h 739286"/>
                <a:gd name="connsiteX181" fmla="*/ 1763025 w 2912392"/>
                <a:gd name="connsiteY181" fmla="*/ 599787 h 739286"/>
                <a:gd name="connsiteX182" fmla="*/ 1772769 w 2912392"/>
                <a:gd name="connsiteY182" fmla="*/ 607087 h 739286"/>
                <a:gd name="connsiteX183" fmla="*/ 1782498 w 2912392"/>
                <a:gd name="connsiteY183" fmla="*/ 614269 h 739286"/>
                <a:gd name="connsiteX184" fmla="*/ 1792242 w 2912392"/>
                <a:gd name="connsiteY184" fmla="*/ 621331 h 739286"/>
                <a:gd name="connsiteX185" fmla="*/ 1801986 w 2912392"/>
                <a:gd name="connsiteY185" fmla="*/ 628244 h 739286"/>
                <a:gd name="connsiteX186" fmla="*/ 1811730 w 2912392"/>
                <a:gd name="connsiteY186" fmla="*/ 635023 h 739286"/>
                <a:gd name="connsiteX187" fmla="*/ 1821459 w 2912392"/>
                <a:gd name="connsiteY187" fmla="*/ 641638 h 739286"/>
                <a:gd name="connsiteX188" fmla="*/ 1831203 w 2912392"/>
                <a:gd name="connsiteY188" fmla="*/ 648104 h 739286"/>
                <a:gd name="connsiteX189" fmla="*/ 1840947 w 2912392"/>
                <a:gd name="connsiteY189" fmla="*/ 654391 h 739286"/>
                <a:gd name="connsiteX190" fmla="*/ 1850691 w 2912392"/>
                <a:gd name="connsiteY190" fmla="*/ 660500 h 739286"/>
                <a:gd name="connsiteX191" fmla="*/ 1860435 w 2912392"/>
                <a:gd name="connsiteY191" fmla="*/ 666430 h 739286"/>
                <a:gd name="connsiteX192" fmla="*/ 1870164 w 2912392"/>
                <a:gd name="connsiteY192" fmla="*/ 672151 h 739286"/>
                <a:gd name="connsiteX193" fmla="*/ 1879908 w 2912392"/>
                <a:gd name="connsiteY193" fmla="*/ 677694 h 739286"/>
                <a:gd name="connsiteX194" fmla="*/ 1889652 w 2912392"/>
                <a:gd name="connsiteY194" fmla="*/ 683027 h 739286"/>
                <a:gd name="connsiteX195" fmla="*/ 1899395 w 2912392"/>
                <a:gd name="connsiteY195" fmla="*/ 688138 h 739286"/>
                <a:gd name="connsiteX196" fmla="*/ 1909124 w 2912392"/>
                <a:gd name="connsiteY196" fmla="*/ 693040 h 739286"/>
                <a:gd name="connsiteX197" fmla="*/ 1918868 w 2912392"/>
                <a:gd name="connsiteY197" fmla="*/ 697703 h 739286"/>
                <a:gd name="connsiteX198" fmla="*/ 1928612 w 2912392"/>
                <a:gd name="connsiteY198" fmla="*/ 702158 h 739286"/>
                <a:gd name="connsiteX199" fmla="*/ 1938356 w 2912392"/>
                <a:gd name="connsiteY199" fmla="*/ 706359 h 739286"/>
                <a:gd name="connsiteX200" fmla="*/ 1948085 w 2912392"/>
                <a:gd name="connsiteY200" fmla="*/ 710337 h 739286"/>
                <a:gd name="connsiteX201" fmla="*/ 1957829 w 2912392"/>
                <a:gd name="connsiteY201" fmla="*/ 714062 h 739286"/>
                <a:gd name="connsiteX202" fmla="*/ 1967573 w 2912392"/>
                <a:gd name="connsiteY202" fmla="*/ 717533 h 739286"/>
                <a:gd name="connsiteX203" fmla="*/ 1977317 w 2912392"/>
                <a:gd name="connsiteY203" fmla="*/ 720767 h 739286"/>
                <a:gd name="connsiteX204" fmla="*/ 1987046 w 2912392"/>
                <a:gd name="connsiteY204" fmla="*/ 723746 h 739286"/>
                <a:gd name="connsiteX205" fmla="*/ 1996790 w 2912392"/>
                <a:gd name="connsiteY205" fmla="*/ 726458 h 739286"/>
                <a:gd name="connsiteX206" fmla="*/ 2006534 w 2912392"/>
                <a:gd name="connsiteY206" fmla="*/ 728916 h 739286"/>
                <a:gd name="connsiteX207" fmla="*/ 2016278 w 2912392"/>
                <a:gd name="connsiteY207" fmla="*/ 731121 h 739286"/>
                <a:gd name="connsiteX208" fmla="*/ 2026022 w 2912392"/>
                <a:gd name="connsiteY208" fmla="*/ 733058 h 739286"/>
                <a:gd name="connsiteX209" fmla="*/ 2035751 w 2912392"/>
                <a:gd name="connsiteY209" fmla="*/ 734742 h 739286"/>
                <a:gd name="connsiteX210" fmla="*/ 2045495 w 2912392"/>
                <a:gd name="connsiteY210" fmla="*/ 736157 h 739286"/>
                <a:gd name="connsiteX211" fmla="*/ 2055239 w 2912392"/>
                <a:gd name="connsiteY211" fmla="*/ 737304 h 739286"/>
                <a:gd name="connsiteX212" fmla="*/ 2064983 w 2912392"/>
                <a:gd name="connsiteY212" fmla="*/ 738198 h 739286"/>
                <a:gd name="connsiteX213" fmla="*/ 2074712 w 2912392"/>
                <a:gd name="connsiteY213" fmla="*/ 738824 h 739286"/>
                <a:gd name="connsiteX214" fmla="*/ 2084456 w 2912392"/>
                <a:gd name="connsiteY214" fmla="*/ 739182 h 739286"/>
                <a:gd name="connsiteX215" fmla="*/ 2094200 w 2912392"/>
                <a:gd name="connsiteY215" fmla="*/ 739286 h 739286"/>
                <a:gd name="connsiteX216" fmla="*/ 2103944 w 2912392"/>
                <a:gd name="connsiteY216" fmla="*/ 739137 h 739286"/>
                <a:gd name="connsiteX217" fmla="*/ 2113673 w 2912392"/>
                <a:gd name="connsiteY217" fmla="*/ 738735 h 739286"/>
                <a:gd name="connsiteX218" fmla="*/ 2123417 w 2912392"/>
                <a:gd name="connsiteY218" fmla="*/ 738079 h 739286"/>
                <a:gd name="connsiteX219" fmla="*/ 2133161 w 2912392"/>
                <a:gd name="connsiteY219" fmla="*/ 737170 h 739286"/>
                <a:gd name="connsiteX220" fmla="*/ 2142905 w 2912392"/>
                <a:gd name="connsiteY220" fmla="*/ 736008 h 739286"/>
                <a:gd name="connsiteX221" fmla="*/ 2152649 w 2912392"/>
                <a:gd name="connsiteY221" fmla="*/ 734623 h 739286"/>
                <a:gd name="connsiteX222" fmla="*/ 2162377 w 2912392"/>
                <a:gd name="connsiteY222" fmla="*/ 732984 h 739286"/>
                <a:gd name="connsiteX223" fmla="*/ 2172121 w 2912392"/>
                <a:gd name="connsiteY223" fmla="*/ 731121 h 739286"/>
                <a:gd name="connsiteX224" fmla="*/ 2181865 w 2912392"/>
                <a:gd name="connsiteY224" fmla="*/ 729021 h 739286"/>
                <a:gd name="connsiteX225" fmla="*/ 2191609 w 2912392"/>
                <a:gd name="connsiteY225" fmla="*/ 726696 h 739286"/>
                <a:gd name="connsiteX226" fmla="*/ 2201338 w 2912392"/>
                <a:gd name="connsiteY226" fmla="*/ 724149 h 739286"/>
                <a:gd name="connsiteX227" fmla="*/ 2211082 w 2912392"/>
                <a:gd name="connsiteY227" fmla="*/ 721392 h 739286"/>
                <a:gd name="connsiteX228" fmla="*/ 2220826 w 2912392"/>
                <a:gd name="connsiteY228" fmla="*/ 718427 h 739286"/>
                <a:gd name="connsiteX229" fmla="*/ 2230570 w 2912392"/>
                <a:gd name="connsiteY229" fmla="*/ 715269 h 739286"/>
                <a:gd name="connsiteX230" fmla="*/ 2240299 w 2912392"/>
                <a:gd name="connsiteY230" fmla="*/ 711902 h 739286"/>
                <a:gd name="connsiteX231" fmla="*/ 2250043 w 2912392"/>
                <a:gd name="connsiteY231" fmla="*/ 708341 h 739286"/>
                <a:gd name="connsiteX232" fmla="*/ 2259787 w 2912392"/>
                <a:gd name="connsiteY232" fmla="*/ 704586 h 739286"/>
                <a:gd name="connsiteX233" fmla="*/ 2269531 w 2912392"/>
                <a:gd name="connsiteY233" fmla="*/ 700668 h 739286"/>
                <a:gd name="connsiteX234" fmla="*/ 2279260 w 2912392"/>
                <a:gd name="connsiteY234" fmla="*/ 696556 h 739286"/>
                <a:gd name="connsiteX235" fmla="*/ 2289004 w 2912392"/>
                <a:gd name="connsiteY235" fmla="*/ 692295 h 739286"/>
                <a:gd name="connsiteX236" fmla="*/ 2298748 w 2912392"/>
                <a:gd name="connsiteY236" fmla="*/ 687855 h 739286"/>
                <a:gd name="connsiteX237" fmla="*/ 2308492 w 2912392"/>
                <a:gd name="connsiteY237" fmla="*/ 683266 h 739286"/>
                <a:gd name="connsiteX238" fmla="*/ 2318236 w 2912392"/>
                <a:gd name="connsiteY238" fmla="*/ 678528 h 739286"/>
                <a:gd name="connsiteX239" fmla="*/ 2327965 w 2912392"/>
                <a:gd name="connsiteY239" fmla="*/ 673641 h 739286"/>
                <a:gd name="connsiteX240" fmla="*/ 2337709 w 2912392"/>
                <a:gd name="connsiteY240" fmla="*/ 668605 h 739286"/>
                <a:gd name="connsiteX241" fmla="*/ 2347453 w 2912392"/>
                <a:gd name="connsiteY241" fmla="*/ 663450 h 739286"/>
                <a:gd name="connsiteX242" fmla="*/ 2357197 w 2912392"/>
                <a:gd name="connsiteY242" fmla="*/ 658161 h 739286"/>
                <a:gd name="connsiteX243" fmla="*/ 2366926 w 2912392"/>
                <a:gd name="connsiteY243" fmla="*/ 652753 h 739286"/>
                <a:gd name="connsiteX244" fmla="*/ 2376670 w 2912392"/>
                <a:gd name="connsiteY244" fmla="*/ 647225 h 739286"/>
                <a:gd name="connsiteX245" fmla="*/ 2386413 w 2912392"/>
                <a:gd name="connsiteY245" fmla="*/ 641593 h 739286"/>
                <a:gd name="connsiteX246" fmla="*/ 2396157 w 2912392"/>
                <a:gd name="connsiteY246" fmla="*/ 635842 h 739286"/>
                <a:gd name="connsiteX247" fmla="*/ 2405886 w 2912392"/>
                <a:gd name="connsiteY247" fmla="*/ 629987 h 739286"/>
                <a:gd name="connsiteX248" fmla="*/ 2415630 w 2912392"/>
                <a:gd name="connsiteY248" fmla="*/ 624042 h 739286"/>
                <a:gd name="connsiteX249" fmla="*/ 2425374 w 2912392"/>
                <a:gd name="connsiteY249" fmla="*/ 618008 h 739286"/>
                <a:gd name="connsiteX250" fmla="*/ 2435118 w 2912392"/>
                <a:gd name="connsiteY250" fmla="*/ 611870 h 739286"/>
                <a:gd name="connsiteX251" fmla="*/ 2444862 w 2912392"/>
                <a:gd name="connsiteY251" fmla="*/ 605657 h 739286"/>
                <a:gd name="connsiteX252" fmla="*/ 2454591 w 2912392"/>
                <a:gd name="connsiteY252" fmla="*/ 599355 h 739286"/>
                <a:gd name="connsiteX253" fmla="*/ 2464335 w 2912392"/>
                <a:gd name="connsiteY253" fmla="*/ 592978 h 739286"/>
                <a:gd name="connsiteX254" fmla="*/ 2474079 w 2912392"/>
                <a:gd name="connsiteY254" fmla="*/ 586527 h 739286"/>
                <a:gd name="connsiteX255" fmla="*/ 2483823 w 2912392"/>
                <a:gd name="connsiteY255" fmla="*/ 580001 h 739286"/>
                <a:gd name="connsiteX256" fmla="*/ 2493552 w 2912392"/>
                <a:gd name="connsiteY256" fmla="*/ 573401 h 739286"/>
                <a:gd name="connsiteX257" fmla="*/ 2503296 w 2912392"/>
                <a:gd name="connsiteY257" fmla="*/ 566726 h 739286"/>
                <a:gd name="connsiteX258" fmla="*/ 2513040 w 2912392"/>
                <a:gd name="connsiteY258" fmla="*/ 559992 h 739286"/>
                <a:gd name="connsiteX259" fmla="*/ 2522784 w 2912392"/>
                <a:gd name="connsiteY259" fmla="*/ 553198 h 739286"/>
                <a:gd name="connsiteX260" fmla="*/ 2532513 w 2912392"/>
                <a:gd name="connsiteY260" fmla="*/ 546344 h 739286"/>
                <a:gd name="connsiteX261" fmla="*/ 2542257 w 2912392"/>
                <a:gd name="connsiteY261" fmla="*/ 539416 h 739286"/>
                <a:gd name="connsiteX262" fmla="*/ 2552001 w 2912392"/>
                <a:gd name="connsiteY262" fmla="*/ 532443 h 739286"/>
                <a:gd name="connsiteX263" fmla="*/ 2561745 w 2912392"/>
                <a:gd name="connsiteY263" fmla="*/ 525396 h 739286"/>
                <a:gd name="connsiteX264" fmla="*/ 2571474 w 2912392"/>
                <a:gd name="connsiteY264" fmla="*/ 518304 h 739286"/>
                <a:gd name="connsiteX265" fmla="*/ 2581218 w 2912392"/>
                <a:gd name="connsiteY265" fmla="*/ 511138 h 739286"/>
                <a:gd name="connsiteX266" fmla="*/ 2590962 w 2912392"/>
                <a:gd name="connsiteY266" fmla="*/ 503927 h 739286"/>
                <a:gd name="connsiteX267" fmla="*/ 2600705 w 2912392"/>
                <a:gd name="connsiteY267" fmla="*/ 496656 h 739286"/>
                <a:gd name="connsiteX268" fmla="*/ 2610449 w 2912392"/>
                <a:gd name="connsiteY268" fmla="*/ 489341 h 739286"/>
                <a:gd name="connsiteX269" fmla="*/ 2620178 w 2912392"/>
                <a:gd name="connsiteY269" fmla="*/ 481966 h 739286"/>
                <a:gd name="connsiteX270" fmla="*/ 2629922 w 2912392"/>
                <a:gd name="connsiteY270" fmla="*/ 474516 h 739286"/>
                <a:gd name="connsiteX271" fmla="*/ 2639666 w 2912392"/>
                <a:gd name="connsiteY271" fmla="*/ 467037 h 739286"/>
                <a:gd name="connsiteX272" fmla="*/ 2649410 w 2912392"/>
                <a:gd name="connsiteY272" fmla="*/ 459483 h 739286"/>
                <a:gd name="connsiteX273" fmla="*/ 2659139 w 2912392"/>
                <a:gd name="connsiteY273" fmla="*/ 451885 h 739286"/>
                <a:gd name="connsiteX274" fmla="*/ 2668883 w 2912392"/>
                <a:gd name="connsiteY274" fmla="*/ 444227 h 739286"/>
                <a:gd name="connsiteX275" fmla="*/ 2678627 w 2912392"/>
                <a:gd name="connsiteY275" fmla="*/ 436524 h 739286"/>
                <a:gd name="connsiteX276" fmla="*/ 2688371 w 2912392"/>
                <a:gd name="connsiteY276" fmla="*/ 428752 h 739286"/>
                <a:gd name="connsiteX277" fmla="*/ 2698100 w 2912392"/>
                <a:gd name="connsiteY277" fmla="*/ 420932 h 739286"/>
                <a:gd name="connsiteX278" fmla="*/ 2707844 w 2912392"/>
                <a:gd name="connsiteY278" fmla="*/ 413058 h 739286"/>
                <a:gd name="connsiteX279" fmla="*/ 2717588 w 2912392"/>
                <a:gd name="connsiteY279" fmla="*/ 405130 h 739286"/>
                <a:gd name="connsiteX280" fmla="*/ 2727332 w 2912392"/>
                <a:gd name="connsiteY280" fmla="*/ 397149 h 739286"/>
                <a:gd name="connsiteX281" fmla="*/ 2737076 w 2912392"/>
                <a:gd name="connsiteY281" fmla="*/ 389117 h 739286"/>
                <a:gd name="connsiteX282" fmla="*/ 2746805 w 2912392"/>
                <a:gd name="connsiteY282" fmla="*/ 381033 h 739286"/>
                <a:gd name="connsiteX283" fmla="*/ 2756549 w 2912392"/>
                <a:gd name="connsiteY283" fmla="*/ 372899 h 739286"/>
                <a:gd name="connsiteX284" fmla="*/ 2766293 w 2912392"/>
                <a:gd name="connsiteY284" fmla="*/ 364717 h 739286"/>
                <a:gd name="connsiteX285" fmla="*/ 2776037 w 2912392"/>
                <a:gd name="connsiteY285" fmla="*/ 356488 h 739286"/>
                <a:gd name="connsiteX286" fmla="*/ 2785766 w 2912392"/>
                <a:gd name="connsiteY286" fmla="*/ 348213 h 739286"/>
                <a:gd name="connsiteX287" fmla="*/ 2795510 w 2912392"/>
                <a:gd name="connsiteY287" fmla="*/ 339896 h 739286"/>
                <a:gd name="connsiteX288" fmla="*/ 2805254 w 2912392"/>
                <a:gd name="connsiteY288" fmla="*/ 331538 h 739286"/>
                <a:gd name="connsiteX289" fmla="*/ 2814998 w 2912392"/>
                <a:gd name="connsiteY289" fmla="*/ 323142 h 739286"/>
                <a:gd name="connsiteX290" fmla="*/ 2824727 w 2912392"/>
                <a:gd name="connsiteY290" fmla="*/ 314713 h 739286"/>
                <a:gd name="connsiteX291" fmla="*/ 2834471 w 2912392"/>
                <a:gd name="connsiteY291" fmla="*/ 306252 h 739286"/>
                <a:gd name="connsiteX292" fmla="*/ 2844215 w 2912392"/>
                <a:gd name="connsiteY292" fmla="*/ 297761 h 739286"/>
                <a:gd name="connsiteX293" fmla="*/ 2853958 w 2912392"/>
                <a:gd name="connsiteY293" fmla="*/ 289247 h 739286"/>
                <a:gd name="connsiteX294" fmla="*/ 2863687 w 2912392"/>
                <a:gd name="connsiteY294" fmla="*/ 280713 h 739286"/>
                <a:gd name="connsiteX295" fmla="*/ 2873431 w 2912392"/>
                <a:gd name="connsiteY295" fmla="*/ 272163 h 739286"/>
                <a:gd name="connsiteX296" fmla="*/ 2883175 w 2912392"/>
                <a:gd name="connsiteY296" fmla="*/ 263603 h 739286"/>
                <a:gd name="connsiteX297" fmla="*/ 2892919 w 2912392"/>
                <a:gd name="connsiteY297" fmla="*/ 255036 h 739286"/>
                <a:gd name="connsiteX298" fmla="*/ 2902663 w 2912392"/>
                <a:gd name="connsiteY298" fmla="*/ 246469 h 739286"/>
                <a:gd name="connsiteX299" fmla="*/ 2912392 w 2912392"/>
                <a:gd name="connsiteY299" fmla="*/ 237907 h 7392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39286">
                  <a:moveTo>
                    <a:pt x="0" y="199628"/>
                  </a:moveTo>
                  <a:lnTo>
                    <a:pt x="9739" y="193910"/>
                  </a:lnTo>
                  <a:lnTo>
                    <a:pt x="19480" y="188123"/>
                  </a:lnTo>
                  <a:lnTo>
                    <a:pt x="29221" y="182282"/>
                  </a:lnTo>
                  <a:lnTo>
                    <a:pt x="38961" y="176391"/>
                  </a:lnTo>
                  <a:lnTo>
                    <a:pt x="48702" y="170461"/>
                  </a:lnTo>
                  <a:lnTo>
                    <a:pt x="58443" y="164503"/>
                  </a:lnTo>
                  <a:lnTo>
                    <a:pt x="68182" y="158527"/>
                  </a:lnTo>
                  <a:lnTo>
                    <a:pt x="77923" y="152542"/>
                  </a:lnTo>
                  <a:lnTo>
                    <a:pt x="87664" y="146558"/>
                  </a:lnTo>
                  <a:lnTo>
                    <a:pt x="97404" y="140585"/>
                  </a:lnTo>
                  <a:lnTo>
                    <a:pt x="107145" y="134633"/>
                  </a:lnTo>
                  <a:lnTo>
                    <a:pt x="116886" y="128712"/>
                  </a:lnTo>
                  <a:lnTo>
                    <a:pt x="126625" y="122832"/>
                  </a:lnTo>
                  <a:lnTo>
                    <a:pt x="136366" y="117002"/>
                  </a:lnTo>
                  <a:lnTo>
                    <a:pt x="146107" y="111231"/>
                  </a:lnTo>
                  <a:lnTo>
                    <a:pt x="155846" y="105531"/>
                  </a:lnTo>
                  <a:lnTo>
                    <a:pt x="165587" y="99907"/>
                  </a:lnTo>
                  <a:lnTo>
                    <a:pt x="175328" y="94370"/>
                  </a:lnTo>
                  <a:lnTo>
                    <a:pt x="185068" y="88930"/>
                  </a:lnTo>
                  <a:lnTo>
                    <a:pt x="194809" y="83595"/>
                  </a:lnTo>
                  <a:lnTo>
                    <a:pt x="204550" y="78372"/>
                  </a:lnTo>
                  <a:lnTo>
                    <a:pt x="214289" y="73269"/>
                  </a:lnTo>
                  <a:lnTo>
                    <a:pt x="224030" y="68295"/>
                  </a:lnTo>
                  <a:lnTo>
                    <a:pt x="233771" y="63456"/>
                  </a:lnTo>
                  <a:lnTo>
                    <a:pt x="243510" y="58762"/>
                  </a:lnTo>
                  <a:lnTo>
                    <a:pt x="253251" y="54214"/>
                  </a:lnTo>
                  <a:lnTo>
                    <a:pt x="262992" y="49824"/>
                  </a:lnTo>
                  <a:lnTo>
                    <a:pt x="272732" y="45594"/>
                  </a:lnTo>
                  <a:lnTo>
                    <a:pt x="282473" y="41532"/>
                  </a:lnTo>
                  <a:lnTo>
                    <a:pt x="292214" y="37641"/>
                  </a:lnTo>
                  <a:lnTo>
                    <a:pt x="301953" y="33928"/>
                  </a:lnTo>
                  <a:lnTo>
                    <a:pt x="311694" y="30395"/>
                  </a:lnTo>
                  <a:lnTo>
                    <a:pt x="321435" y="27048"/>
                  </a:lnTo>
                  <a:lnTo>
                    <a:pt x="331175" y="23888"/>
                  </a:lnTo>
                  <a:lnTo>
                    <a:pt x="340916" y="20920"/>
                  </a:lnTo>
                  <a:lnTo>
                    <a:pt x="350656" y="18145"/>
                  </a:lnTo>
                  <a:lnTo>
                    <a:pt x="360396" y="15566"/>
                  </a:lnTo>
                  <a:lnTo>
                    <a:pt x="370137" y="13184"/>
                  </a:lnTo>
                  <a:lnTo>
                    <a:pt x="379878" y="11001"/>
                  </a:lnTo>
                  <a:lnTo>
                    <a:pt x="389617" y="9017"/>
                  </a:lnTo>
                  <a:lnTo>
                    <a:pt x="399358" y="7232"/>
                  </a:lnTo>
                  <a:lnTo>
                    <a:pt x="409099" y="5648"/>
                  </a:lnTo>
                  <a:lnTo>
                    <a:pt x="418839" y="4261"/>
                  </a:lnTo>
                  <a:lnTo>
                    <a:pt x="428580" y="3074"/>
                  </a:lnTo>
                  <a:lnTo>
                    <a:pt x="438321" y="2081"/>
                  </a:lnTo>
                  <a:lnTo>
                    <a:pt x="448060" y="1284"/>
                  </a:lnTo>
                  <a:lnTo>
                    <a:pt x="457801" y="681"/>
                  </a:lnTo>
                  <a:lnTo>
                    <a:pt x="467542" y="268"/>
                  </a:lnTo>
                  <a:lnTo>
                    <a:pt x="477281" y="42"/>
                  </a:lnTo>
                  <a:lnTo>
                    <a:pt x="487022" y="0"/>
                  </a:lnTo>
                  <a:lnTo>
                    <a:pt x="496763" y="139"/>
                  </a:lnTo>
                  <a:lnTo>
                    <a:pt x="506503" y="456"/>
                  </a:lnTo>
                  <a:lnTo>
                    <a:pt x="516244" y="945"/>
                  </a:lnTo>
                  <a:lnTo>
                    <a:pt x="525985" y="1603"/>
                  </a:lnTo>
                  <a:lnTo>
                    <a:pt x="535724" y="2427"/>
                  </a:lnTo>
                  <a:lnTo>
                    <a:pt x="545465" y="3409"/>
                  </a:lnTo>
                  <a:lnTo>
                    <a:pt x="555206" y="4547"/>
                  </a:lnTo>
                  <a:lnTo>
                    <a:pt x="564946" y="5834"/>
                  </a:lnTo>
                  <a:lnTo>
                    <a:pt x="574687" y="7266"/>
                  </a:lnTo>
                  <a:lnTo>
                    <a:pt x="584428" y="8838"/>
                  </a:lnTo>
                  <a:lnTo>
                    <a:pt x="594167" y="10543"/>
                  </a:lnTo>
                  <a:lnTo>
                    <a:pt x="603908" y="12375"/>
                  </a:lnTo>
                  <a:lnTo>
                    <a:pt x="613649" y="14331"/>
                  </a:lnTo>
                  <a:lnTo>
                    <a:pt x="623388" y="16404"/>
                  </a:lnTo>
                  <a:lnTo>
                    <a:pt x="633129" y="18586"/>
                  </a:lnTo>
                  <a:lnTo>
                    <a:pt x="642870" y="20876"/>
                  </a:lnTo>
                  <a:lnTo>
                    <a:pt x="652610" y="23265"/>
                  </a:lnTo>
                  <a:lnTo>
                    <a:pt x="662351" y="25747"/>
                  </a:lnTo>
                  <a:lnTo>
                    <a:pt x="672092" y="28319"/>
                  </a:lnTo>
                  <a:lnTo>
                    <a:pt x="681831" y="30973"/>
                  </a:lnTo>
                  <a:lnTo>
                    <a:pt x="691572" y="33704"/>
                  </a:lnTo>
                  <a:lnTo>
                    <a:pt x="701313" y="36508"/>
                  </a:lnTo>
                  <a:lnTo>
                    <a:pt x="711052" y="39379"/>
                  </a:lnTo>
                  <a:lnTo>
                    <a:pt x="720793" y="42312"/>
                  </a:lnTo>
                  <a:lnTo>
                    <a:pt x="730534" y="45300"/>
                  </a:lnTo>
                  <a:lnTo>
                    <a:pt x="740274" y="48341"/>
                  </a:lnTo>
                  <a:lnTo>
                    <a:pt x="750015" y="51430"/>
                  </a:lnTo>
                  <a:lnTo>
                    <a:pt x="759756" y="54560"/>
                  </a:lnTo>
                  <a:lnTo>
                    <a:pt x="769495" y="57729"/>
                  </a:lnTo>
                  <a:lnTo>
                    <a:pt x="779236" y="60934"/>
                  </a:lnTo>
                  <a:lnTo>
                    <a:pt x="788977" y="64168"/>
                  </a:lnTo>
                  <a:lnTo>
                    <a:pt x="798717" y="67430"/>
                  </a:lnTo>
                  <a:lnTo>
                    <a:pt x="808458" y="70715"/>
                  </a:lnTo>
                  <a:lnTo>
                    <a:pt x="818199" y="74021"/>
                  </a:lnTo>
                  <a:lnTo>
                    <a:pt x="827938" y="77345"/>
                  </a:lnTo>
                  <a:lnTo>
                    <a:pt x="837679" y="80682"/>
                  </a:lnTo>
                  <a:lnTo>
                    <a:pt x="847420" y="84035"/>
                  </a:lnTo>
                  <a:lnTo>
                    <a:pt x="857159" y="87396"/>
                  </a:lnTo>
                  <a:lnTo>
                    <a:pt x="866900" y="90766"/>
                  </a:lnTo>
                  <a:lnTo>
                    <a:pt x="876641" y="94142"/>
                  </a:lnTo>
                  <a:lnTo>
                    <a:pt x="886381" y="97524"/>
                  </a:lnTo>
                  <a:lnTo>
                    <a:pt x="896122" y="100911"/>
                  </a:lnTo>
                  <a:lnTo>
                    <a:pt x="905863" y="104300"/>
                  </a:lnTo>
                  <a:lnTo>
                    <a:pt x="915602" y="107693"/>
                  </a:lnTo>
                  <a:lnTo>
                    <a:pt x="925343" y="111088"/>
                  </a:lnTo>
                  <a:lnTo>
                    <a:pt x="935084" y="114487"/>
                  </a:lnTo>
                  <a:lnTo>
                    <a:pt x="944824" y="117887"/>
                  </a:lnTo>
                  <a:lnTo>
                    <a:pt x="954564" y="121290"/>
                  </a:lnTo>
                  <a:lnTo>
                    <a:pt x="964305" y="124695"/>
                  </a:lnTo>
                  <a:lnTo>
                    <a:pt x="974045" y="128107"/>
                  </a:lnTo>
                  <a:lnTo>
                    <a:pt x="983786" y="131524"/>
                  </a:lnTo>
                  <a:lnTo>
                    <a:pt x="993522" y="134948"/>
                  </a:lnTo>
                  <a:lnTo>
                    <a:pt x="1003266" y="138379"/>
                  </a:lnTo>
                  <a:lnTo>
                    <a:pt x="1013010" y="141819"/>
                  </a:lnTo>
                  <a:lnTo>
                    <a:pt x="1022754" y="145273"/>
                  </a:lnTo>
                  <a:lnTo>
                    <a:pt x="1032483" y="148739"/>
                  </a:lnTo>
                  <a:lnTo>
                    <a:pt x="1042227" y="152224"/>
                  </a:lnTo>
                  <a:lnTo>
                    <a:pt x="1051971" y="155726"/>
                  </a:lnTo>
                  <a:lnTo>
                    <a:pt x="1061715" y="159249"/>
                  </a:lnTo>
                  <a:lnTo>
                    <a:pt x="1071444" y="162797"/>
                  </a:lnTo>
                  <a:lnTo>
                    <a:pt x="1081188" y="166372"/>
                  </a:lnTo>
                  <a:lnTo>
                    <a:pt x="1090932" y="169977"/>
                  </a:lnTo>
                  <a:lnTo>
                    <a:pt x="1100676" y="173615"/>
                  </a:lnTo>
                  <a:lnTo>
                    <a:pt x="1110405" y="177289"/>
                  </a:lnTo>
                  <a:lnTo>
                    <a:pt x="1120149" y="181003"/>
                  </a:lnTo>
                  <a:lnTo>
                    <a:pt x="1129893" y="184759"/>
                  </a:lnTo>
                  <a:lnTo>
                    <a:pt x="1139637" y="188563"/>
                  </a:lnTo>
                  <a:lnTo>
                    <a:pt x="1149381" y="192417"/>
                  </a:lnTo>
                  <a:lnTo>
                    <a:pt x="1159110" y="196324"/>
                  </a:lnTo>
                  <a:lnTo>
                    <a:pt x="1168854" y="200288"/>
                  </a:lnTo>
                  <a:lnTo>
                    <a:pt x="1178598" y="204314"/>
                  </a:lnTo>
                  <a:lnTo>
                    <a:pt x="1188341" y="208404"/>
                  </a:lnTo>
                  <a:lnTo>
                    <a:pt x="1198070" y="212562"/>
                  </a:lnTo>
                  <a:lnTo>
                    <a:pt x="1207814" y="216792"/>
                  </a:lnTo>
                  <a:lnTo>
                    <a:pt x="1217558" y="221096"/>
                  </a:lnTo>
                  <a:lnTo>
                    <a:pt x="1227302" y="225480"/>
                  </a:lnTo>
                  <a:lnTo>
                    <a:pt x="1237031" y="229945"/>
                  </a:lnTo>
                  <a:lnTo>
                    <a:pt x="1246775" y="234495"/>
                  </a:lnTo>
                  <a:lnTo>
                    <a:pt x="1256519" y="239133"/>
                  </a:lnTo>
                  <a:lnTo>
                    <a:pt x="1266263" y="243864"/>
                  </a:lnTo>
                  <a:lnTo>
                    <a:pt x="1276007" y="248686"/>
                  </a:lnTo>
                  <a:lnTo>
                    <a:pt x="1285736" y="253608"/>
                  </a:lnTo>
                  <a:lnTo>
                    <a:pt x="1295480" y="258628"/>
                  </a:lnTo>
                  <a:lnTo>
                    <a:pt x="1305224" y="263749"/>
                  </a:lnTo>
                  <a:lnTo>
                    <a:pt x="1314968" y="268976"/>
                  </a:lnTo>
                  <a:lnTo>
                    <a:pt x="1324697" y="274308"/>
                  </a:lnTo>
                  <a:lnTo>
                    <a:pt x="1334441" y="279748"/>
                  </a:lnTo>
                  <a:lnTo>
                    <a:pt x="1344185" y="285298"/>
                  </a:lnTo>
                  <a:lnTo>
                    <a:pt x="1353929" y="290958"/>
                  </a:lnTo>
                  <a:lnTo>
                    <a:pt x="1363658" y="296730"/>
                  </a:lnTo>
                  <a:lnTo>
                    <a:pt x="1373402" y="302613"/>
                  </a:lnTo>
                  <a:lnTo>
                    <a:pt x="1383146" y="308610"/>
                  </a:lnTo>
                  <a:lnTo>
                    <a:pt x="1392890" y="314720"/>
                  </a:lnTo>
                  <a:lnTo>
                    <a:pt x="1402619" y="320943"/>
                  </a:lnTo>
                  <a:lnTo>
                    <a:pt x="1412363" y="327278"/>
                  </a:lnTo>
                  <a:lnTo>
                    <a:pt x="1422106" y="333727"/>
                  </a:lnTo>
                  <a:lnTo>
                    <a:pt x="1431850" y="340284"/>
                  </a:lnTo>
                  <a:lnTo>
                    <a:pt x="1441594" y="346951"/>
                  </a:lnTo>
                  <a:lnTo>
                    <a:pt x="1451323" y="353726"/>
                  </a:lnTo>
                  <a:lnTo>
                    <a:pt x="1461067" y="360606"/>
                  </a:lnTo>
                  <a:lnTo>
                    <a:pt x="1470811" y="367589"/>
                  </a:lnTo>
                  <a:lnTo>
                    <a:pt x="1480555" y="374674"/>
                  </a:lnTo>
                  <a:lnTo>
                    <a:pt x="1490284" y="381853"/>
                  </a:lnTo>
                  <a:lnTo>
                    <a:pt x="1500028" y="389127"/>
                  </a:lnTo>
                  <a:lnTo>
                    <a:pt x="1509772" y="396492"/>
                  </a:lnTo>
                  <a:lnTo>
                    <a:pt x="1519516" y="403941"/>
                  </a:lnTo>
                  <a:lnTo>
                    <a:pt x="1529245" y="411473"/>
                  </a:lnTo>
                  <a:lnTo>
                    <a:pt x="1538989" y="419080"/>
                  </a:lnTo>
                  <a:lnTo>
                    <a:pt x="1548733" y="426759"/>
                  </a:lnTo>
                  <a:lnTo>
                    <a:pt x="1558477" y="434497"/>
                  </a:lnTo>
                  <a:lnTo>
                    <a:pt x="1568221" y="442305"/>
                  </a:lnTo>
                  <a:lnTo>
                    <a:pt x="1577950" y="450171"/>
                  </a:lnTo>
                  <a:lnTo>
                    <a:pt x="1587694" y="458068"/>
                  </a:lnTo>
                  <a:lnTo>
                    <a:pt x="1597438" y="466024"/>
                  </a:lnTo>
                  <a:lnTo>
                    <a:pt x="1607182" y="473995"/>
                  </a:lnTo>
                  <a:lnTo>
                    <a:pt x="1616911" y="482010"/>
                  </a:lnTo>
                  <a:lnTo>
                    <a:pt x="1626655" y="490026"/>
                  </a:lnTo>
                  <a:lnTo>
                    <a:pt x="1636399" y="498071"/>
                  </a:lnTo>
                  <a:lnTo>
                    <a:pt x="1646142" y="506117"/>
                  </a:lnTo>
                  <a:lnTo>
                    <a:pt x="1655872" y="514148"/>
                  </a:lnTo>
                  <a:lnTo>
                    <a:pt x="1665616" y="522163"/>
                  </a:lnTo>
                  <a:lnTo>
                    <a:pt x="1675359" y="530179"/>
                  </a:lnTo>
                  <a:lnTo>
                    <a:pt x="1685103" y="538150"/>
                  </a:lnTo>
                  <a:lnTo>
                    <a:pt x="1694832" y="546076"/>
                  </a:lnTo>
                  <a:lnTo>
                    <a:pt x="1704576" y="553958"/>
                  </a:lnTo>
                  <a:lnTo>
                    <a:pt x="1714320" y="561794"/>
                  </a:lnTo>
                  <a:lnTo>
                    <a:pt x="1724064" y="569557"/>
                  </a:lnTo>
                  <a:lnTo>
                    <a:pt x="1733808" y="577245"/>
                  </a:lnTo>
                  <a:lnTo>
                    <a:pt x="1743537" y="584858"/>
                  </a:lnTo>
                  <a:lnTo>
                    <a:pt x="1753281" y="592367"/>
                  </a:lnTo>
                  <a:lnTo>
                    <a:pt x="1763025" y="599787"/>
                  </a:lnTo>
                  <a:lnTo>
                    <a:pt x="1772769" y="607087"/>
                  </a:lnTo>
                  <a:lnTo>
                    <a:pt x="1782498" y="614269"/>
                  </a:lnTo>
                  <a:lnTo>
                    <a:pt x="1792242" y="621331"/>
                  </a:lnTo>
                  <a:lnTo>
                    <a:pt x="1801986" y="628244"/>
                  </a:lnTo>
                  <a:lnTo>
                    <a:pt x="1811730" y="635023"/>
                  </a:lnTo>
                  <a:lnTo>
                    <a:pt x="1821459" y="641638"/>
                  </a:lnTo>
                  <a:lnTo>
                    <a:pt x="1831203" y="648104"/>
                  </a:lnTo>
                  <a:lnTo>
                    <a:pt x="1840947" y="654391"/>
                  </a:lnTo>
                  <a:lnTo>
                    <a:pt x="1850691" y="660500"/>
                  </a:lnTo>
                  <a:lnTo>
                    <a:pt x="1860435" y="666430"/>
                  </a:lnTo>
                  <a:lnTo>
                    <a:pt x="1870164" y="672151"/>
                  </a:lnTo>
                  <a:lnTo>
                    <a:pt x="1879908" y="677694"/>
                  </a:lnTo>
                  <a:lnTo>
                    <a:pt x="1889652" y="683027"/>
                  </a:lnTo>
                  <a:lnTo>
                    <a:pt x="1899395" y="688138"/>
                  </a:lnTo>
                  <a:lnTo>
                    <a:pt x="1909124" y="693040"/>
                  </a:lnTo>
                  <a:lnTo>
                    <a:pt x="1918868" y="697703"/>
                  </a:lnTo>
                  <a:lnTo>
                    <a:pt x="1928612" y="702158"/>
                  </a:lnTo>
                  <a:lnTo>
                    <a:pt x="1938356" y="706359"/>
                  </a:lnTo>
                  <a:lnTo>
                    <a:pt x="1948085" y="710337"/>
                  </a:lnTo>
                  <a:lnTo>
                    <a:pt x="1957829" y="714062"/>
                  </a:lnTo>
                  <a:lnTo>
                    <a:pt x="1967573" y="717533"/>
                  </a:lnTo>
                  <a:lnTo>
                    <a:pt x="1977317" y="720767"/>
                  </a:lnTo>
                  <a:lnTo>
                    <a:pt x="1987046" y="723746"/>
                  </a:lnTo>
                  <a:lnTo>
                    <a:pt x="1996790" y="726458"/>
                  </a:lnTo>
                  <a:lnTo>
                    <a:pt x="2006534" y="728916"/>
                  </a:lnTo>
                  <a:lnTo>
                    <a:pt x="2016278" y="731121"/>
                  </a:lnTo>
                  <a:lnTo>
                    <a:pt x="2026022" y="733058"/>
                  </a:lnTo>
                  <a:lnTo>
                    <a:pt x="2035751" y="734742"/>
                  </a:lnTo>
                  <a:lnTo>
                    <a:pt x="2045495" y="736157"/>
                  </a:lnTo>
                  <a:lnTo>
                    <a:pt x="2055239" y="737304"/>
                  </a:lnTo>
                  <a:lnTo>
                    <a:pt x="2064983" y="738198"/>
                  </a:lnTo>
                  <a:lnTo>
                    <a:pt x="2074712" y="738824"/>
                  </a:lnTo>
                  <a:lnTo>
                    <a:pt x="2084456" y="739182"/>
                  </a:lnTo>
                  <a:lnTo>
                    <a:pt x="2094200" y="739286"/>
                  </a:lnTo>
                  <a:lnTo>
                    <a:pt x="2103944" y="739137"/>
                  </a:lnTo>
                  <a:lnTo>
                    <a:pt x="2113673" y="738735"/>
                  </a:lnTo>
                  <a:lnTo>
                    <a:pt x="2123417" y="738079"/>
                  </a:lnTo>
                  <a:lnTo>
                    <a:pt x="2133161" y="737170"/>
                  </a:lnTo>
                  <a:lnTo>
                    <a:pt x="2142905" y="736008"/>
                  </a:lnTo>
                  <a:lnTo>
                    <a:pt x="2152649" y="734623"/>
                  </a:lnTo>
                  <a:lnTo>
                    <a:pt x="2162377" y="732984"/>
                  </a:lnTo>
                  <a:lnTo>
                    <a:pt x="2172121" y="731121"/>
                  </a:lnTo>
                  <a:lnTo>
                    <a:pt x="2181865" y="729021"/>
                  </a:lnTo>
                  <a:lnTo>
                    <a:pt x="2191609" y="726696"/>
                  </a:lnTo>
                  <a:lnTo>
                    <a:pt x="2201338" y="724149"/>
                  </a:lnTo>
                  <a:lnTo>
                    <a:pt x="2211082" y="721392"/>
                  </a:lnTo>
                  <a:lnTo>
                    <a:pt x="2220826" y="718427"/>
                  </a:lnTo>
                  <a:lnTo>
                    <a:pt x="2230570" y="715269"/>
                  </a:lnTo>
                  <a:lnTo>
                    <a:pt x="2240299" y="711902"/>
                  </a:lnTo>
                  <a:lnTo>
                    <a:pt x="2250043" y="708341"/>
                  </a:lnTo>
                  <a:lnTo>
                    <a:pt x="2259787" y="704586"/>
                  </a:lnTo>
                  <a:lnTo>
                    <a:pt x="2269531" y="700668"/>
                  </a:lnTo>
                  <a:lnTo>
                    <a:pt x="2279260" y="696556"/>
                  </a:lnTo>
                  <a:lnTo>
                    <a:pt x="2289004" y="692295"/>
                  </a:lnTo>
                  <a:lnTo>
                    <a:pt x="2298748" y="687855"/>
                  </a:lnTo>
                  <a:lnTo>
                    <a:pt x="2308492" y="683266"/>
                  </a:lnTo>
                  <a:lnTo>
                    <a:pt x="2318236" y="678528"/>
                  </a:lnTo>
                  <a:lnTo>
                    <a:pt x="2327965" y="673641"/>
                  </a:lnTo>
                  <a:lnTo>
                    <a:pt x="2337709" y="668605"/>
                  </a:lnTo>
                  <a:lnTo>
                    <a:pt x="2347453" y="663450"/>
                  </a:lnTo>
                  <a:lnTo>
                    <a:pt x="2357197" y="658161"/>
                  </a:lnTo>
                  <a:lnTo>
                    <a:pt x="2366926" y="652753"/>
                  </a:lnTo>
                  <a:lnTo>
                    <a:pt x="2376670" y="647225"/>
                  </a:lnTo>
                  <a:lnTo>
                    <a:pt x="2386413" y="641593"/>
                  </a:lnTo>
                  <a:lnTo>
                    <a:pt x="2396157" y="635842"/>
                  </a:lnTo>
                  <a:lnTo>
                    <a:pt x="2405886" y="629987"/>
                  </a:lnTo>
                  <a:lnTo>
                    <a:pt x="2415630" y="624042"/>
                  </a:lnTo>
                  <a:lnTo>
                    <a:pt x="2425374" y="618008"/>
                  </a:lnTo>
                  <a:lnTo>
                    <a:pt x="2435118" y="611870"/>
                  </a:lnTo>
                  <a:lnTo>
                    <a:pt x="2444862" y="605657"/>
                  </a:lnTo>
                  <a:lnTo>
                    <a:pt x="2454591" y="599355"/>
                  </a:lnTo>
                  <a:lnTo>
                    <a:pt x="2464335" y="592978"/>
                  </a:lnTo>
                  <a:lnTo>
                    <a:pt x="2474079" y="586527"/>
                  </a:lnTo>
                  <a:lnTo>
                    <a:pt x="2483823" y="580001"/>
                  </a:lnTo>
                  <a:lnTo>
                    <a:pt x="2493552" y="573401"/>
                  </a:lnTo>
                  <a:lnTo>
                    <a:pt x="2503296" y="566726"/>
                  </a:lnTo>
                  <a:lnTo>
                    <a:pt x="2513040" y="559992"/>
                  </a:lnTo>
                  <a:lnTo>
                    <a:pt x="2522784" y="553198"/>
                  </a:lnTo>
                  <a:lnTo>
                    <a:pt x="2532513" y="546344"/>
                  </a:lnTo>
                  <a:lnTo>
                    <a:pt x="2542257" y="539416"/>
                  </a:lnTo>
                  <a:lnTo>
                    <a:pt x="2552001" y="532443"/>
                  </a:lnTo>
                  <a:lnTo>
                    <a:pt x="2561745" y="525396"/>
                  </a:lnTo>
                  <a:lnTo>
                    <a:pt x="2571474" y="518304"/>
                  </a:lnTo>
                  <a:lnTo>
                    <a:pt x="2581218" y="511138"/>
                  </a:lnTo>
                  <a:lnTo>
                    <a:pt x="2590962" y="503927"/>
                  </a:lnTo>
                  <a:lnTo>
                    <a:pt x="2600705" y="496656"/>
                  </a:lnTo>
                  <a:lnTo>
                    <a:pt x="2610449" y="489341"/>
                  </a:lnTo>
                  <a:lnTo>
                    <a:pt x="2620178" y="481966"/>
                  </a:lnTo>
                  <a:lnTo>
                    <a:pt x="2629922" y="474516"/>
                  </a:lnTo>
                  <a:lnTo>
                    <a:pt x="2639666" y="467037"/>
                  </a:lnTo>
                  <a:lnTo>
                    <a:pt x="2649410" y="459483"/>
                  </a:lnTo>
                  <a:lnTo>
                    <a:pt x="2659139" y="451885"/>
                  </a:lnTo>
                  <a:lnTo>
                    <a:pt x="2668883" y="444227"/>
                  </a:lnTo>
                  <a:lnTo>
                    <a:pt x="2678627" y="436524"/>
                  </a:lnTo>
                  <a:lnTo>
                    <a:pt x="2688371" y="428752"/>
                  </a:lnTo>
                  <a:lnTo>
                    <a:pt x="2698100" y="420932"/>
                  </a:lnTo>
                  <a:lnTo>
                    <a:pt x="2707844" y="413058"/>
                  </a:lnTo>
                  <a:lnTo>
                    <a:pt x="2717588" y="405130"/>
                  </a:lnTo>
                  <a:lnTo>
                    <a:pt x="2727332" y="397149"/>
                  </a:lnTo>
                  <a:lnTo>
                    <a:pt x="2737076" y="389117"/>
                  </a:lnTo>
                  <a:lnTo>
                    <a:pt x="2746805" y="381033"/>
                  </a:lnTo>
                  <a:lnTo>
                    <a:pt x="2756549" y="372899"/>
                  </a:lnTo>
                  <a:lnTo>
                    <a:pt x="2766293" y="364717"/>
                  </a:lnTo>
                  <a:lnTo>
                    <a:pt x="2776037" y="356488"/>
                  </a:lnTo>
                  <a:lnTo>
                    <a:pt x="2785766" y="348213"/>
                  </a:lnTo>
                  <a:lnTo>
                    <a:pt x="2795510" y="339896"/>
                  </a:lnTo>
                  <a:lnTo>
                    <a:pt x="2805254" y="331538"/>
                  </a:lnTo>
                  <a:lnTo>
                    <a:pt x="2814998" y="323142"/>
                  </a:lnTo>
                  <a:lnTo>
                    <a:pt x="2824727" y="314713"/>
                  </a:lnTo>
                  <a:lnTo>
                    <a:pt x="2834471" y="306252"/>
                  </a:lnTo>
                  <a:lnTo>
                    <a:pt x="2844215" y="297761"/>
                  </a:lnTo>
                  <a:lnTo>
                    <a:pt x="2853958" y="289247"/>
                  </a:lnTo>
                  <a:lnTo>
                    <a:pt x="2863687" y="280713"/>
                  </a:lnTo>
                  <a:lnTo>
                    <a:pt x="2873431" y="272163"/>
                  </a:lnTo>
                  <a:lnTo>
                    <a:pt x="2883175" y="263603"/>
                  </a:lnTo>
                  <a:lnTo>
                    <a:pt x="2892919" y="255036"/>
                  </a:lnTo>
                  <a:lnTo>
                    <a:pt x="2902663" y="246469"/>
                  </a:lnTo>
                  <a:lnTo>
                    <a:pt x="2912392" y="23790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8" name="Freeform 857">
              <a:extLst>
                <a:ext uri="{FF2B5EF4-FFF2-40B4-BE49-F238E27FC236}">
                  <a16:creationId xmlns:a16="http://schemas.microsoft.com/office/drawing/2014/main" id="{DB293DF4-8418-A3AD-D29E-FBDB35EB9A03}"/>
                </a:ext>
              </a:extLst>
            </p:cNvPr>
            <p:cNvSpPr/>
            <p:nvPr/>
          </p:nvSpPr>
          <p:spPr>
            <a:xfrm>
              <a:off x="576446" y="3272109"/>
              <a:ext cx="2912392" cy="454839"/>
            </a:xfrm>
            <a:custGeom>
              <a:avLst/>
              <a:gdLst>
                <a:gd name="connsiteX0" fmla="*/ 0 w 2912392"/>
                <a:gd name="connsiteY0" fmla="*/ 24995 h 454839"/>
                <a:gd name="connsiteX1" fmla="*/ 9739 w 2912392"/>
                <a:gd name="connsiteY1" fmla="*/ 23284 h 454839"/>
                <a:gd name="connsiteX2" fmla="*/ 19480 w 2912392"/>
                <a:gd name="connsiteY2" fmla="*/ 21636 h 454839"/>
                <a:gd name="connsiteX3" fmla="*/ 29221 w 2912392"/>
                <a:gd name="connsiteY3" fmla="*/ 20054 h 454839"/>
                <a:gd name="connsiteX4" fmla="*/ 38961 w 2912392"/>
                <a:gd name="connsiteY4" fmla="*/ 18536 h 454839"/>
                <a:gd name="connsiteX5" fmla="*/ 48702 w 2912392"/>
                <a:gd name="connsiteY5" fmla="*/ 17085 h 454839"/>
                <a:gd name="connsiteX6" fmla="*/ 58443 w 2912392"/>
                <a:gd name="connsiteY6" fmla="*/ 15698 h 454839"/>
                <a:gd name="connsiteX7" fmla="*/ 68182 w 2912392"/>
                <a:gd name="connsiteY7" fmla="*/ 14378 h 454839"/>
                <a:gd name="connsiteX8" fmla="*/ 77923 w 2912392"/>
                <a:gd name="connsiteY8" fmla="*/ 13122 h 454839"/>
                <a:gd name="connsiteX9" fmla="*/ 87664 w 2912392"/>
                <a:gd name="connsiteY9" fmla="*/ 11933 h 454839"/>
                <a:gd name="connsiteX10" fmla="*/ 97404 w 2912392"/>
                <a:gd name="connsiteY10" fmla="*/ 10808 h 454839"/>
                <a:gd name="connsiteX11" fmla="*/ 107145 w 2912392"/>
                <a:gd name="connsiteY11" fmla="*/ 9747 h 454839"/>
                <a:gd name="connsiteX12" fmla="*/ 116886 w 2912392"/>
                <a:gd name="connsiteY12" fmla="*/ 8750 h 454839"/>
                <a:gd name="connsiteX13" fmla="*/ 126625 w 2912392"/>
                <a:gd name="connsiteY13" fmla="*/ 7816 h 454839"/>
                <a:gd name="connsiteX14" fmla="*/ 136366 w 2912392"/>
                <a:gd name="connsiteY14" fmla="*/ 6944 h 454839"/>
                <a:gd name="connsiteX15" fmla="*/ 146107 w 2912392"/>
                <a:gd name="connsiteY15" fmla="*/ 6132 h 454839"/>
                <a:gd name="connsiteX16" fmla="*/ 155846 w 2912392"/>
                <a:gd name="connsiteY16" fmla="*/ 5382 h 454839"/>
                <a:gd name="connsiteX17" fmla="*/ 165587 w 2912392"/>
                <a:gd name="connsiteY17" fmla="*/ 4687 h 454839"/>
                <a:gd name="connsiteX18" fmla="*/ 175328 w 2912392"/>
                <a:gd name="connsiteY18" fmla="*/ 4050 h 454839"/>
                <a:gd name="connsiteX19" fmla="*/ 185068 w 2912392"/>
                <a:gd name="connsiteY19" fmla="*/ 3467 h 454839"/>
                <a:gd name="connsiteX20" fmla="*/ 194809 w 2912392"/>
                <a:gd name="connsiteY20" fmla="*/ 2938 h 454839"/>
                <a:gd name="connsiteX21" fmla="*/ 204550 w 2912392"/>
                <a:gd name="connsiteY21" fmla="*/ 2460 h 454839"/>
                <a:gd name="connsiteX22" fmla="*/ 214289 w 2912392"/>
                <a:gd name="connsiteY22" fmla="*/ 2031 h 454839"/>
                <a:gd name="connsiteX23" fmla="*/ 224030 w 2912392"/>
                <a:gd name="connsiteY23" fmla="*/ 1649 h 454839"/>
                <a:gd name="connsiteX24" fmla="*/ 233771 w 2912392"/>
                <a:gd name="connsiteY24" fmla="*/ 1313 h 454839"/>
                <a:gd name="connsiteX25" fmla="*/ 243510 w 2912392"/>
                <a:gd name="connsiteY25" fmla="*/ 1021 h 454839"/>
                <a:gd name="connsiteX26" fmla="*/ 253251 w 2912392"/>
                <a:gd name="connsiteY26" fmla="*/ 769 h 454839"/>
                <a:gd name="connsiteX27" fmla="*/ 262992 w 2912392"/>
                <a:gd name="connsiteY27" fmla="*/ 557 h 454839"/>
                <a:gd name="connsiteX28" fmla="*/ 272732 w 2912392"/>
                <a:gd name="connsiteY28" fmla="*/ 383 h 454839"/>
                <a:gd name="connsiteX29" fmla="*/ 282473 w 2912392"/>
                <a:gd name="connsiteY29" fmla="*/ 243 h 454839"/>
                <a:gd name="connsiteX30" fmla="*/ 292214 w 2912392"/>
                <a:gd name="connsiteY30" fmla="*/ 137 h 454839"/>
                <a:gd name="connsiteX31" fmla="*/ 301953 w 2912392"/>
                <a:gd name="connsiteY31" fmla="*/ 63 h 454839"/>
                <a:gd name="connsiteX32" fmla="*/ 311694 w 2912392"/>
                <a:gd name="connsiteY32" fmla="*/ 18 h 454839"/>
                <a:gd name="connsiteX33" fmla="*/ 321435 w 2912392"/>
                <a:gd name="connsiteY33" fmla="*/ 0 h 454839"/>
                <a:gd name="connsiteX34" fmla="*/ 331175 w 2912392"/>
                <a:gd name="connsiteY34" fmla="*/ 9 h 454839"/>
                <a:gd name="connsiteX35" fmla="*/ 340916 w 2912392"/>
                <a:gd name="connsiteY35" fmla="*/ 43 h 454839"/>
                <a:gd name="connsiteX36" fmla="*/ 350656 w 2912392"/>
                <a:gd name="connsiteY36" fmla="*/ 100 h 454839"/>
                <a:gd name="connsiteX37" fmla="*/ 360396 w 2912392"/>
                <a:gd name="connsiteY37" fmla="*/ 177 h 454839"/>
                <a:gd name="connsiteX38" fmla="*/ 370137 w 2912392"/>
                <a:gd name="connsiteY38" fmla="*/ 277 h 454839"/>
                <a:gd name="connsiteX39" fmla="*/ 379878 w 2912392"/>
                <a:gd name="connsiteY39" fmla="*/ 396 h 454839"/>
                <a:gd name="connsiteX40" fmla="*/ 389617 w 2912392"/>
                <a:gd name="connsiteY40" fmla="*/ 535 h 454839"/>
                <a:gd name="connsiteX41" fmla="*/ 399358 w 2912392"/>
                <a:gd name="connsiteY41" fmla="*/ 691 h 454839"/>
                <a:gd name="connsiteX42" fmla="*/ 409099 w 2912392"/>
                <a:gd name="connsiteY42" fmla="*/ 866 h 454839"/>
                <a:gd name="connsiteX43" fmla="*/ 418839 w 2912392"/>
                <a:gd name="connsiteY43" fmla="*/ 1059 h 454839"/>
                <a:gd name="connsiteX44" fmla="*/ 428580 w 2912392"/>
                <a:gd name="connsiteY44" fmla="*/ 1269 h 454839"/>
                <a:gd name="connsiteX45" fmla="*/ 438321 w 2912392"/>
                <a:gd name="connsiteY45" fmla="*/ 1497 h 454839"/>
                <a:gd name="connsiteX46" fmla="*/ 448060 w 2912392"/>
                <a:gd name="connsiteY46" fmla="*/ 1745 h 454839"/>
                <a:gd name="connsiteX47" fmla="*/ 457801 w 2912392"/>
                <a:gd name="connsiteY47" fmla="*/ 2011 h 454839"/>
                <a:gd name="connsiteX48" fmla="*/ 467542 w 2912392"/>
                <a:gd name="connsiteY48" fmla="*/ 2297 h 454839"/>
                <a:gd name="connsiteX49" fmla="*/ 477281 w 2912392"/>
                <a:gd name="connsiteY49" fmla="*/ 2606 h 454839"/>
                <a:gd name="connsiteX50" fmla="*/ 487022 w 2912392"/>
                <a:gd name="connsiteY50" fmla="*/ 2935 h 454839"/>
                <a:gd name="connsiteX51" fmla="*/ 496763 w 2912392"/>
                <a:gd name="connsiteY51" fmla="*/ 3290 h 454839"/>
                <a:gd name="connsiteX52" fmla="*/ 506503 w 2912392"/>
                <a:gd name="connsiteY52" fmla="*/ 3670 h 454839"/>
                <a:gd name="connsiteX53" fmla="*/ 516244 w 2912392"/>
                <a:gd name="connsiteY53" fmla="*/ 4076 h 454839"/>
                <a:gd name="connsiteX54" fmla="*/ 525985 w 2912392"/>
                <a:gd name="connsiteY54" fmla="*/ 4513 h 454839"/>
                <a:gd name="connsiteX55" fmla="*/ 535724 w 2912392"/>
                <a:gd name="connsiteY55" fmla="*/ 4981 h 454839"/>
                <a:gd name="connsiteX56" fmla="*/ 545465 w 2912392"/>
                <a:gd name="connsiteY56" fmla="*/ 5484 h 454839"/>
                <a:gd name="connsiteX57" fmla="*/ 555206 w 2912392"/>
                <a:gd name="connsiteY57" fmla="*/ 6024 h 454839"/>
                <a:gd name="connsiteX58" fmla="*/ 564946 w 2912392"/>
                <a:gd name="connsiteY58" fmla="*/ 6605 h 454839"/>
                <a:gd name="connsiteX59" fmla="*/ 574687 w 2912392"/>
                <a:gd name="connsiteY59" fmla="*/ 7226 h 454839"/>
                <a:gd name="connsiteX60" fmla="*/ 584428 w 2912392"/>
                <a:gd name="connsiteY60" fmla="*/ 7893 h 454839"/>
                <a:gd name="connsiteX61" fmla="*/ 594167 w 2912392"/>
                <a:gd name="connsiteY61" fmla="*/ 8610 h 454839"/>
                <a:gd name="connsiteX62" fmla="*/ 603908 w 2912392"/>
                <a:gd name="connsiteY62" fmla="*/ 9379 h 454839"/>
                <a:gd name="connsiteX63" fmla="*/ 613649 w 2912392"/>
                <a:gd name="connsiteY63" fmla="*/ 10201 h 454839"/>
                <a:gd name="connsiteX64" fmla="*/ 623388 w 2912392"/>
                <a:gd name="connsiteY64" fmla="*/ 11083 h 454839"/>
                <a:gd name="connsiteX65" fmla="*/ 633129 w 2912392"/>
                <a:gd name="connsiteY65" fmla="*/ 12026 h 454839"/>
                <a:gd name="connsiteX66" fmla="*/ 642870 w 2912392"/>
                <a:gd name="connsiteY66" fmla="*/ 13035 h 454839"/>
                <a:gd name="connsiteX67" fmla="*/ 652610 w 2912392"/>
                <a:gd name="connsiteY67" fmla="*/ 14112 h 454839"/>
                <a:gd name="connsiteX68" fmla="*/ 662351 w 2912392"/>
                <a:gd name="connsiteY68" fmla="*/ 15260 h 454839"/>
                <a:gd name="connsiteX69" fmla="*/ 672092 w 2912392"/>
                <a:gd name="connsiteY69" fmla="*/ 16483 h 454839"/>
                <a:gd name="connsiteX70" fmla="*/ 681831 w 2912392"/>
                <a:gd name="connsiteY70" fmla="*/ 17785 h 454839"/>
                <a:gd name="connsiteX71" fmla="*/ 691572 w 2912392"/>
                <a:gd name="connsiteY71" fmla="*/ 19168 h 454839"/>
                <a:gd name="connsiteX72" fmla="*/ 701313 w 2912392"/>
                <a:gd name="connsiteY72" fmla="*/ 20634 h 454839"/>
                <a:gd name="connsiteX73" fmla="*/ 711052 w 2912392"/>
                <a:gd name="connsiteY73" fmla="*/ 22188 h 454839"/>
                <a:gd name="connsiteX74" fmla="*/ 720793 w 2912392"/>
                <a:gd name="connsiteY74" fmla="*/ 23831 h 454839"/>
                <a:gd name="connsiteX75" fmla="*/ 730534 w 2912392"/>
                <a:gd name="connsiteY75" fmla="*/ 25567 h 454839"/>
                <a:gd name="connsiteX76" fmla="*/ 740274 w 2912392"/>
                <a:gd name="connsiteY76" fmla="*/ 27396 h 454839"/>
                <a:gd name="connsiteX77" fmla="*/ 750015 w 2912392"/>
                <a:gd name="connsiteY77" fmla="*/ 29324 h 454839"/>
                <a:gd name="connsiteX78" fmla="*/ 759756 w 2912392"/>
                <a:gd name="connsiteY78" fmla="*/ 31350 h 454839"/>
                <a:gd name="connsiteX79" fmla="*/ 769495 w 2912392"/>
                <a:gd name="connsiteY79" fmla="*/ 33478 h 454839"/>
                <a:gd name="connsiteX80" fmla="*/ 779236 w 2912392"/>
                <a:gd name="connsiteY80" fmla="*/ 35708 h 454839"/>
                <a:gd name="connsiteX81" fmla="*/ 788977 w 2912392"/>
                <a:gd name="connsiteY81" fmla="*/ 38042 h 454839"/>
                <a:gd name="connsiteX82" fmla="*/ 798717 w 2912392"/>
                <a:gd name="connsiteY82" fmla="*/ 40479 h 454839"/>
                <a:gd name="connsiteX83" fmla="*/ 808458 w 2912392"/>
                <a:gd name="connsiteY83" fmla="*/ 43024 h 454839"/>
                <a:gd name="connsiteX84" fmla="*/ 818199 w 2912392"/>
                <a:gd name="connsiteY84" fmla="*/ 45674 h 454839"/>
                <a:gd name="connsiteX85" fmla="*/ 827938 w 2912392"/>
                <a:gd name="connsiteY85" fmla="*/ 48431 h 454839"/>
                <a:gd name="connsiteX86" fmla="*/ 837679 w 2912392"/>
                <a:gd name="connsiteY86" fmla="*/ 51294 h 454839"/>
                <a:gd name="connsiteX87" fmla="*/ 847420 w 2912392"/>
                <a:gd name="connsiteY87" fmla="*/ 54264 h 454839"/>
                <a:gd name="connsiteX88" fmla="*/ 857159 w 2912392"/>
                <a:gd name="connsiteY88" fmla="*/ 57339 h 454839"/>
                <a:gd name="connsiteX89" fmla="*/ 866900 w 2912392"/>
                <a:gd name="connsiteY89" fmla="*/ 60520 h 454839"/>
                <a:gd name="connsiteX90" fmla="*/ 876641 w 2912392"/>
                <a:gd name="connsiteY90" fmla="*/ 63803 h 454839"/>
                <a:gd name="connsiteX91" fmla="*/ 886381 w 2912392"/>
                <a:gd name="connsiteY91" fmla="*/ 67190 h 454839"/>
                <a:gd name="connsiteX92" fmla="*/ 896122 w 2912392"/>
                <a:gd name="connsiteY92" fmla="*/ 70678 h 454839"/>
                <a:gd name="connsiteX93" fmla="*/ 905863 w 2912392"/>
                <a:gd name="connsiteY93" fmla="*/ 74266 h 454839"/>
                <a:gd name="connsiteX94" fmla="*/ 915602 w 2912392"/>
                <a:gd name="connsiteY94" fmla="*/ 77949 h 454839"/>
                <a:gd name="connsiteX95" fmla="*/ 925343 w 2912392"/>
                <a:gd name="connsiteY95" fmla="*/ 81725 h 454839"/>
                <a:gd name="connsiteX96" fmla="*/ 935084 w 2912392"/>
                <a:gd name="connsiteY96" fmla="*/ 85595 h 454839"/>
                <a:gd name="connsiteX97" fmla="*/ 944824 w 2912392"/>
                <a:gd name="connsiteY97" fmla="*/ 89552 h 454839"/>
                <a:gd name="connsiteX98" fmla="*/ 954564 w 2912392"/>
                <a:gd name="connsiteY98" fmla="*/ 93595 h 454839"/>
                <a:gd name="connsiteX99" fmla="*/ 964305 w 2912392"/>
                <a:gd name="connsiteY99" fmla="*/ 97720 h 454839"/>
                <a:gd name="connsiteX100" fmla="*/ 974045 w 2912392"/>
                <a:gd name="connsiteY100" fmla="*/ 101924 h 454839"/>
                <a:gd name="connsiteX101" fmla="*/ 983786 w 2912392"/>
                <a:gd name="connsiteY101" fmla="*/ 106201 h 454839"/>
                <a:gd name="connsiteX102" fmla="*/ 993522 w 2912392"/>
                <a:gd name="connsiteY102" fmla="*/ 110549 h 454839"/>
                <a:gd name="connsiteX103" fmla="*/ 1003266 w 2912392"/>
                <a:gd name="connsiteY103" fmla="*/ 114964 h 454839"/>
                <a:gd name="connsiteX104" fmla="*/ 1013010 w 2912392"/>
                <a:gd name="connsiteY104" fmla="*/ 119441 h 454839"/>
                <a:gd name="connsiteX105" fmla="*/ 1022754 w 2912392"/>
                <a:gd name="connsiteY105" fmla="*/ 123974 h 454839"/>
                <a:gd name="connsiteX106" fmla="*/ 1032483 w 2912392"/>
                <a:gd name="connsiteY106" fmla="*/ 128560 h 454839"/>
                <a:gd name="connsiteX107" fmla="*/ 1042227 w 2912392"/>
                <a:gd name="connsiteY107" fmla="*/ 133195 h 454839"/>
                <a:gd name="connsiteX108" fmla="*/ 1051971 w 2912392"/>
                <a:gd name="connsiteY108" fmla="*/ 137874 h 454839"/>
                <a:gd name="connsiteX109" fmla="*/ 1061715 w 2912392"/>
                <a:gd name="connsiteY109" fmla="*/ 142589 h 454839"/>
                <a:gd name="connsiteX110" fmla="*/ 1071444 w 2912392"/>
                <a:gd name="connsiteY110" fmla="*/ 147339 h 454839"/>
                <a:gd name="connsiteX111" fmla="*/ 1081188 w 2912392"/>
                <a:gd name="connsiteY111" fmla="*/ 152117 h 454839"/>
                <a:gd name="connsiteX112" fmla="*/ 1090932 w 2912392"/>
                <a:gd name="connsiteY112" fmla="*/ 156918 h 454839"/>
                <a:gd name="connsiteX113" fmla="*/ 1100676 w 2912392"/>
                <a:gd name="connsiteY113" fmla="*/ 161736 h 454839"/>
                <a:gd name="connsiteX114" fmla="*/ 1110405 w 2912392"/>
                <a:gd name="connsiteY114" fmla="*/ 166568 h 454839"/>
                <a:gd name="connsiteX115" fmla="*/ 1120149 w 2912392"/>
                <a:gd name="connsiteY115" fmla="*/ 171407 h 454839"/>
                <a:gd name="connsiteX116" fmla="*/ 1129893 w 2912392"/>
                <a:gd name="connsiteY116" fmla="*/ 176248 h 454839"/>
                <a:gd name="connsiteX117" fmla="*/ 1139637 w 2912392"/>
                <a:gd name="connsiteY117" fmla="*/ 181087 h 454839"/>
                <a:gd name="connsiteX118" fmla="*/ 1149381 w 2912392"/>
                <a:gd name="connsiteY118" fmla="*/ 185918 h 454839"/>
                <a:gd name="connsiteX119" fmla="*/ 1159110 w 2912392"/>
                <a:gd name="connsiteY119" fmla="*/ 190737 h 454839"/>
                <a:gd name="connsiteX120" fmla="*/ 1168854 w 2912392"/>
                <a:gd name="connsiteY120" fmla="*/ 195537 h 454839"/>
                <a:gd name="connsiteX121" fmla="*/ 1178598 w 2912392"/>
                <a:gd name="connsiteY121" fmla="*/ 200314 h 454839"/>
                <a:gd name="connsiteX122" fmla="*/ 1188341 w 2912392"/>
                <a:gd name="connsiteY122" fmla="*/ 205065 h 454839"/>
                <a:gd name="connsiteX123" fmla="*/ 1198070 w 2912392"/>
                <a:gd name="connsiteY123" fmla="*/ 209784 h 454839"/>
                <a:gd name="connsiteX124" fmla="*/ 1207814 w 2912392"/>
                <a:gd name="connsiteY124" fmla="*/ 214465 h 454839"/>
                <a:gd name="connsiteX125" fmla="*/ 1217558 w 2912392"/>
                <a:gd name="connsiteY125" fmla="*/ 219104 h 454839"/>
                <a:gd name="connsiteX126" fmla="*/ 1227302 w 2912392"/>
                <a:gd name="connsiteY126" fmla="*/ 223698 h 454839"/>
                <a:gd name="connsiteX127" fmla="*/ 1237031 w 2912392"/>
                <a:gd name="connsiteY127" fmla="*/ 228242 h 454839"/>
                <a:gd name="connsiteX128" fmla="*/ 1246775 w 2912392"/>
                <a:gd name="connsiteY128" fmla="*/ 232731 h 454839"/>
                <a:gd name="connsiteX129" fmla="*/ 1256519 w 2912392"/>
                <a:gd name="connsiteY129" fmla="*/ 237162 h 454839"/>
                <a:gd name="connsiteX130" fmla="*/ 1266263 w 2912392"/>
                <a:gd name="connsiteY130" fmla="*/ 241530 h 454839"/>
                <a:gd name="connsiteX131" fmla="*/ 1276007 w 2912392"/>
                <a:gd name="connsiteY131" fmla="*/ 245833 h 454839"/>
                <a:gd name="connsiteX132" fmla="*/ 1285736 w 2912392"/>
                <a:gd name="connsiteY132" fmla="*/ 250066 h 454839"/>
                <a:gd name="connsiteX133" fmla="*/ 1295480 w 2912392"/>
                <a:gd name="connsiteY133" fmla="*/ 254226 h 454839"/>
                <a:gd name="connsiteX134" fmla="*/ 1305224 w 2912392"/>
                <a:gd name="connsiteY134" fmla="*/ 258310 h 454839"/>
                <a:gd name="connsiteX135" fmla="*/ 1314968 w 2912392"/>
                <a:gd name="connsiteY135" fmla="*/ 262312 h 454839"/>
                <a:gd name="connsiteX136" fmla="*/ 1324697 w 2912392"/>
                <a:gd name="connsiteY136" fmla="*/ 266233 h 454839"/>
                <a:gd name="connsiteX137" fmla="*/ 1334441 w 2912392"/>
                <a:gd name="connsiteY137" fmla="*/ 270066 h 454839"/>
                <a:gd name="connsiteX138" fmla="*/ 1344185 w 2912392"/>
                <a:gd name="connsiteY138" fmla="*/ 273812 h 454839"/>
                <a:gd name="connsiteX139" fmla="*/ 1353929 w 2912392"/>
                <a:gd name="connsiteY139" fmla="*/ 277467 h 454839"/>
                <a:gd name="connsiteX140" fmla="*/ 1363658 w 2912392"/>
                <a:gd name="connsiteY140" fmla="*/ 281026 h 454839"/>
                <a:gd name="connsiteX141" fmla="*/ 1373402 w 2912392"/>
                <a:gd name="connsiteY141" fmla="*/ 284492 h 454839"/>
                <a:gd name="connsiteX142" fmla="*/ 1383146 w 2912392"/>
                <a:gd name="connsiteY142" fmla="*/ 287857 h 454839"/>
                <a:gd name="connsiteX143" fmla="*/ 1392890 w 2912392"/>
                <a:gd name="connsiteY143" fmla="*/ 291123 h 454839"/>
                <a:gd name="connsiteX144" fmla="*/ 1402619 w 2912392"/>
                <a:gd name="connsiteY144" fmla="*/ 294286 h 454839"/>
                <a:gd name="connsiteX145" fmla="*/ 1412363 w 2912392"/>
                <a:gd name="connsiteY145" fmla="*/ 297346 h 454839"/>
                <a:gd name="connsiteX146" fmla="*/ 1422106 w 2912392"/>
                <a:gd name="connsiteY146" fmla="*/ 300299 h 454839"/>
                <a:gd name="connsiteX147" fmla="*/ 1431850 w 2912392"/>
                <a:gd name="connsiteY147" fmla="*/ 303147 h 454839"/>
                <a:gd name="connsiteX148" fmla="*/ 1441594 w 2912392"/>
                <a:gd name="connsiteY148" fmla="*/ 305885 h 454839"/>
                <a:gd name="connsiteX149" fmla="*/ 1451323 w 2912392"/>
                <a:gd name="connsiteY149" fmla="*/ 308513 h 454839"/>
                <a:gd name="connsiteX150" fmla="*/ 1461067 w 2912392"/>
                <a:gd name="connsiteY150" fmla="*/ 311031 h 454839"/>
                <a:gd name="connsiteX151" fmla="*/ 1470811 w 2912392"/>
                <a:gd name="connsiteY151" fmla="*/ 313437 h 454839"/>
                <a:gd name="connsiteX152" fmla="*/ 1480555 w 2912392"/>
                <a:gd name="connsiteY152" fmla="*/ 315730 h 454839"/>
                <a:gd name="connsiteX153" fmla="*/ 1490284 w 2912392"/>
                <a:gd name="connsiteY153" fmla="*/ 317912 h 454839"/>
                <a:gd name="connsiteX154" fmla="*/ 1500028 w 2912392"/>
                <a:gd name="connsiteY154" fmla="*/ 319978 h 454839"/>
                <a:gd name="connsiteX155" fmla="*/ 1509772 w 2912392"/>
                <a:gd name="connsiteY155" fmla="*/ 321931 h 454839"/>
                <a:gd name="connsiteX156" fmla="*/ 1519516 w 2912392"/>
                <a:gd name="connsiteY156" fmla="*/ 323770 h 454839"/>
                <a:gd name="connsiteX157" fmla="*/ 1529245 w 2912392"/>
                <a:gd name="connsiteY157" fmla="*/ 325495 h 454839"/>
                <a:gd name="connsiteX158" fmla="*/ 1538989 w 2912392"/>
                <a:gd name="connsiteY158" fmla="*/ 327104 h 454839"/>
                <a:gd name="connsiteX159" fmla="*/ 1548733 w 2912392"/>
                <a:gd name="connsiteY159" fmla="*/ 328600 h 454839"/>
                <a:gd name="connsiteX160" fmla="*/ 1558477 w 2912392"/>
                <a:gd name="connsiteY160" fmla="*/ 329983 h 454839"/>
                <a:gd name="connsiteX161" fmla="*/ 1568221 w 2912392"/>
                <a:gd name="connsiteY161" fmla="*/ 331252 h 454839"/>
                <a:gd name="connsiteX162" fmla="*/ 1577950 w 2912392"/>
                <a:gd name="connsiteY162" fmla="*/ 332408 h 454839"/>
                <a:gd name="connsiteX163" fmla="*/ 1587694 w 2912392"/>
                <a:gd name="connsiteY163" fmla="*/ 333451 h 454839"/>
                <a:gd name="connsiteX164" fmla="*/ 1597438 w 2912392"/>
                <a:gd name="connsiteY164" fmla="*/ 334385 h 454839"/>
                <a:gd name="connsiteX165" fmla="*/ 1607182 w 2912392"/>
                <a:gd name="connsiteY165" fmla="*/ 335208 h 454839"/>
                <a:gd name="connsiteX166" fmla="*/ 1616911 w 2912392"/>
                <a:gd name="connsiteY166" fmla="*/ 335923 h 454839"/>
                <a:gd name="connsiteX167" fmla="*/ 1626655 w 2912392"/>
                <a:gd name="connsiteY167" fmla="*/ 336531 h 454839"/>
                <a:gd name="connsiteX168" fmla="*/ 1636399 w 2912392"/>
                <a:gd name="connsiteY168" fmla="*/ 337031 h 454839"/>
                <a:gd name="connsiteX169" fmla="*/ 1646142 w 2912392"/>
                <a:gd name="connsiteY169" fmla="*/ 337429 h 454839"/>
                <a:gd name="connsiteX170" fmla="*/ 1655872 w 2912392"/>
                <a:gd name="connsiteY170" fmla="*/ 337724 h 454839"/>
                <a:gd name="connsiteX171" fmla="*/ 1665616 w 2912392"/>
                <a:gd name="connsiteY171" fmla="*/ 337919 h 454839"/>
                <a:gd name="connsiteX172" fmla="*/ 1675359 w 2912392"/>
                <a:gd name="connsiteY172" fmla="*/ 338018 h 454839"/>
                <a:gd name="connsiteX173" fmla="*/ 1685103 w 2912392"/>
                <a:gd name="connsiteY173" fmla="*/ 338019 h 454839"/>
                <a:gd name="connsiteX174" fmla="*/ 1694832 w 2912392"/>
                <a:gd name="connsiteY174" fmla="*/ 337930 h 454839"/>
                <a:gd name="connsiteX175" fmla="*/ 1704576 w 2912392"/>
                <a:gd name="connsiteY175" fmla="*/ 337748 h 454839"/>
                <a:gd name="connsiteX176" fmla="*/ 1714320 w 2912392"/>
                <a:gd name="connsiteY176" fmla="*/ 337481 h 454839"/>
                <a:gd name="connsiteX177" fmla="*/ 1724064 w 2912392"/>
                <a:gd name="connsiteY177" fmla="*/ 337130 h 454839"/>
                <a:gd name="connsiteX178" fmla="*/ 1733808 w 2912392"/>
                <a:gd name="connsiteY178" fmla="*/ 336698 h 454839"/>
                <a:gd name="connsiteX179" fmla="*/ 1743537 w 2912392"/>
                <a:gd name="connsiteY179" fmla="*/ 336190 h 454839"/>
                <a:gd name="connsiteX180" fmla="*/ 1753281 w 2912392"/>
                <a:gd name="connsiteY180" fmla="*/ 335609 h 454839"/>
                <a:gd name="connsiteX181" fmla="*/ 1763025 w 2912392"/>
                <a:gd name="connsiteY181" fmla="*/ 334957 h 454839"/>
                <a:gd name="connsiteX182" fmla="*/ 1772769 w 2912392"/>
                <a:gd name="connsiteY182" fmla="*/ 334241 h 454839"/>
                <a:gd name="connsiteX183" fmla="*/ 1782498 w 2912392"/>
                <a:gd name="connsiteY183" fmla="*/ 333465 h 454839"/>
                <a:gd name="connsiteX184" fmla="*/ 1792242 w 2912392"/>
                <a:gd name="connsiteY184" fmla="*/ 332632 h 454839"/>
                <a:gd name="connsiteX185" fmla="*/ 1801986 w 2912392"/>
                <a:gd name="connsiteY185" fmla="*/ 331747 h 454839"/>
                <a:gd name="connsiteX186" fmla="*/ 1811730 w 2912392"/>
                <a:gd name="connsiteY186" fmla="*/ 330816 h 454839"/>
                <a:gd name="connsiteX187" fmla="*/ 1821459 w 2912392"/>
                <a:gd name="connsiteY187" fmla="*/ 329843 h 454839"/>
                <a:gd name="connsiteX188" fmla="*/ 1831203 w 2912392"/>
                <a:gd name="connsiteY188" fmla="*/ 328834 h 454839"/>
                <a:gd name="connsiteX189" fmla="*/ 1840947 w 2912392"/>
                <a:gd name="connsiteY189" fmla="*/ 327794 h 454839"/>
                <a:gd name="connsiteX190" fmla="*/ 1850691 w 2912392"/>
                <a:gd name="connsiteY190" fmla="*/ 326727 h 454839"/>
                <a:gd name="connsiteX191" fmla="*/ 1860435 w 2912392"/>
                <a:gd name="connsiteY191" fmla="*/ 325643 h 454839"/>
                <a:gd name="connsiteX192" fmla="*/ 1870164 w 2912392"/>
                <a:gd name="connsiteY192" fmla="*/ 324543 h 454839"/>
                <a:gd name="connsiteX193" fmla="*/ 1879908 w 2912392"/>
                <a:gd name="connsiteY193" fmla="*/ 323435 h 454839"/>
                <a:gd name="connsiteX194" fmla="*/ 1889652 w 2912392"/>
                <a:gd name="connsiteY194" fmla="*/ 322325 h 454839"/>
                <a:gd name="connsiteX195" fmla="*/ 1899395 w 2912392"/>
                <a:gd name="connsiteY195" fmla="*/ 321219 h 454839"/>
                <a:gd name="connsiteX196" fmla="*/ 1909124 w 2912392"/>
                <a:gd name="connsiteY196" fmla="*/ 320123 h 454839"/>
                <a:gd name="connsiteX197" fmla="*/ 1918868 w 2912392"/>
                <a:gd name="connsiteY197" fmla="*/ 319044 h 454839"/>
                <a:gd name="connsiteX198" fmla="*/ 1928612 w 2912392"/>
                <a:gd name="connsiteY198" fmla="*/ 317989 h 454839"/>
                <a:gd name="connsiteX199" fmla="*/ 1938356 w 2912392"/>
                <a:gd name="connsiteY199" fmla="*/ 316962 h 454839"/>
                <a:gd name="connsiteX200" fmla="*/ 1948085 w 2912392"/>
                <a:gd name="connsiteY200" fmla="*/ 315972 h 454839"/>
                <a:gd name="connsiteX201" fmla="*/ 1957829 w 2912392"/>
                <a:gd name="connsiteY201" fmla="*/ 315024 h 454839"/>
                <a:gd name="connsiteX202" fmla="*/ 1967573 w 2912392"/>
                <a:gd name="connsiteY202" fmla="*/ 314124 h 454839"/>
                <a:gd name="connsiteX203" fmla="*/ 1977317 w 2912392"/>
                <a:gd name="connsiteY203" fmla="*/ 313281 h 454839"/>
                <a:gd name="connsiteX204" fmla="*/ 1987046 w 2912392"/>
                <a:gd name="connsiteY204" fmla="*/ 312499 h 454839"/>
                <a:gd name="connsiteX205" fmla="*/ 1996790 w 2912392"/>
                <a:gd name="connsiteY205" fmla="*/ 311784 h 454839"/>
                <a:gd name="connsiteX206" fmla="*/ 2006534 w 2912392"/>
                <a:gd name="connsiteY206" fmla="*/ 311144 h 454839"/>
                <a:gd name="connsiteX207" fmla="*/ 2016278 w 2912392"/>
                <a:gd name="connsiteY207" fmla="*/ 310584 h 454839"/>
                <a:gd name="connsiteX208" fmla="*/ 2026022 w 2912392"/>
                <a:gd name="connsiteY208" fmla="*/ 310110 h 454839"/>
                <a:gd name="connsiteX209" fmla="*/ 2035751 w 2912392"/>
                <a:gd name="connsiteY209" fmla="*/ 309728 h 454839"/>
                <a:gd name="connsiteX210" fmla="*/ 2045495 w 2912392"/>
                <a:gd name="connsiteY210" fmla="*/ 309444 h 454839"/>
                <a:gd name="connsiteX211" fmla="*/ 2055239 w 2912392"/>
                <a:gd name="connsiteY211" fmla="*/ 309263 h 454839"/>
                <a:gd name="connsiteX212" fmla="*/ 2064983 w 2912392"/>
                <a:gd name="connsiteY212" fmla="*/ 309190 h 454839"/>
                <a:gd name="connsiteX213" fmla="*/ 2074712 w 2912392"/>
                <a:gd name="connsiteY213" fmla="*/ 309228 h 454839"/>
                <a:gd name="connsiteX214" fmla="*/ 2084456 w 2912392"/>
                <a:gd name="connsiteY214" fmla="*/ 309386 h 454839"/>
                <a:gd name="connsiteX215" fmla="*/ 2094200 w 2912392"/>
                <a:gd name="connsiteY215" fmla="*/ 309665 h 454839"/>
                <a:gd name="connsiteX216" fmla="*/ 2103944 w 2912392"/>
                <a:gd name="connsiteY216" fmla="*/ 310070 h 454839"/>
                <a:gd name="connsiteX217" fmla="*/ 2113673 w 2912392"/>
                <a:gd name="connsiteY217" fmla="*/ 310605 h 454839"/>
                <a:gd name="connsiteX218" fmla="*/ 2123417 w 2912392"/>
                <a:gd name="connsiteY218" fmla="*/ 311273 h 454839"/>
                <a:gd name="connsiteX219" fmla="*/ 2133161 w 2912392"/>
                <a:gd name="connsiteY219" fmla="*/ 312076 h 454839"/>
                <a:gd name="connsiteX220" fmla="*/ 2142905 w 2912392"/>
                <a:gd name="connsiteY220" fmla="*/ 313016 h 454839"/>
                <a:gd name="connsiteX221" fmla="*/ 2152649 w 2912392"/>
                <a:gd name="connsiteY221" fmla="*/ 314097 h 454839"/>
                <a:gd name="connsiteX222" fmla="*/ 2162377 w 2912392"/>
                <a:gd name="connsiteY222" fmla="*/ 315321 h 454839"/>
                <a:gd name="connsiteX223" fmla="*/ 2172121 w 2912392"/>
                <a:gd name="connsiteY223" fmla="*/ 316687 h 454839"/>
                <a:gd name="connsiteX224" fmla="*/ 2181865 w 2912392"/>
                <a:gd name="connsiteY224" fmla="*/ 318196 h 454839"/>
                <a:gd name="connsiteX225" fmla="*/ 2191609 w 2912392"/>
                <a:gd name="connsiteY225" fmla="*/ 319850 h 454839"/>
                <a:gd name="connsiteX226" fmla="*/ 2201338 w 2912392"/>
                <a:gd name="connsiteY226" fmla="*/ 321647 h 454839"/>
                <a:gd name="connsiteX227" fmla="*/ 2211082 w 2912392"/>
                <a:gd name="connsiteY227" fmla="*/ 323585 h 454839"/>
                <a:gd name="connsiteX228" fmla="*/ 2220826 w 2912392"/>
                <a:gd name="connsiteY228" fmla="*/ 325665 h 454839"/>
                <a:gd name="connsiteX229" fmla="*/ 2230570 w 2912392"/>
                <a:gd name="connsiteY229" fmla="*/ 327885 h 454839"/>
                <a:gd name="connsiteX230" fmla="*/ 2240299 w 2912392"/>
                <a:gd name="connsiteY230" fmla="*/ 330240 h 454839"/>
                <a:gd name="connsiteX231" fmla="*/ 2250043 w 2912392"/>
                <a:gd name="connsiteY231" fmla="*/ 332730 h 454839"/>
                <a:gd name="connsiteX232" fmla="*/ 2259787 w 2912392"/>
                <a:gd name="connsiteY232" fmla="*/ 335349 h 454839"/>
                <a:gd name="connsiteX233" fmla="*/ 2269531 w 2912392"/>
                <a:gd name="connsiteY233" fmla="*/ 338095 h 454839"/>
                <a:gd name="connsiteX234" fmla="*/ 2279260 w 2912392"/>
                <a:gd name="connsiteY234" fmla="*/ 340962 h 454839"/>
                <a:gd name="connsiteX235" fmla="*/ 2289004 w 2912392"/>
                <a:gd name="connsiteY235" fmla="*/ 343945 h 454839"/>
                <a:gd name="connsiteX236" fmla="*/ 2298748 w 2912392"/>
                <a:gd name="connsiteY236" fmla="*/ 347038 h 454839"/>
                <a:gd name="connsiteX237" fmla="*/ 2308492 w 2912392"/>
                <a:gd name="connsiteY237" fmla="*/ 350235 h 454839"/>
                <a:gd name="connsiteX238" fmla="*/ 2318236 w 2912392"/>
                <a:gd name="connsiteY238" fmla="*/ 353530 h 454839"/>
                <a:gd name="connsiteX239" fmla="*/ 2327965 w 2912392"/>
                <a:gd name="connsiteY239" fmla="*/ 356916 h 454839"/>
                <a:gd name="connsiteX240" fmla="*/ 2337709 w 2912392"/>
                <a:gd name="connsiteY240" fmla="*/ 360383 h 454839"/>
                <a:gd name="connsiteX241" fmla="*/ 2347453 w 2912392"/>
                <a:gd name="connsiteY241" fmla="*/ 363926 h 454839"/>
                <a:gd name="connsiteX242" fmla="*/ 2357197 w 2912392"/>
                <a:gd name="connsiteY242" fmla="*/ 367533 h 454839"/>
                <a:gd name="connsiteX243" fmla="*/ 2366926 w 2912392"/>
                <a:gd name="connsiteY243" fmla="*/ 371198 h 454839"/>
                <a:gd name="connsiteX244" fmla="*/ 2376670 w 2912392"/>
                <a:gd name="connsiteY244" fmla="*/ 374909 h 454839"/>
                <a:gd name="connsiteX245" fmla="*/ 2386413 w 2912392"/>
                <a:gd name="connsiteY245" fmla="*/ 378659 h 454839"/>
                <a:gd name="connsiteX246" fmla="*/ 2396157 w 2912392"/>
                <a:gd name="connsiteY246" fmla="*/ 382436 h 454839"/>
                <a:gd name="connsiteX247" fmla="*/ 2405886 w 2912392"/>
                <a:gd name="connsiteY247" fmla="*/ 386231 h 454839"/>
                <a:gd name="connsiteX248" fmla="*/ 2415630 w 2912392"/>
                <a:gd name="connsiteY248" fmla="*/ 390030 h 454839"/>
                <a:gd name="connsiteX249" fmla="*/ 2425374 w 2912392"/>
                <a:gd name="connsiteY249" fmla="*/ 393826 h 454839"/>
                <a:gd name="connsiteX250" fmla="*/ 2435118 w 2912392"/>
                <a:gd name="connsiteY250" fmla="*/ 397606 h 454839"/>
                <a:gd name="connsiteX251" fmla="*/ 2444862 w 2912392"/>
                <a:gd name="connsiteY251" fmla="*/ 401359 h 454839"/>
                <a:gd name="connsiteX252" fmla="*/ 2454591 w 2912392"/>
                <a:gd name="connsiteY252" fmla="*/ 405075 h 454839"/>
                <a:gd name="connsiteX253" fmla="*/ 2464335 w 2912392"/>
                <a:gd name="connsiteY253" fmla="*/ 408740 h 454839"/>
                <a:gd name="connsiteX254" fmla="*/ 2474079 w 2912392"/>
                <a:gd name="connsiteY254" fmla="*/ 412343 h 454839"/>
                <a:gd name="connsiteX255" fmla="*/ 2483823 w 2912392"/>
                <a:gd name="connsiteY255" fmla="*/ 415872 h 454839"/>
                <a:gd name="connsiteX256" fmla="*/ 2493552 w 2912392"/>
                <a:gd name="connsiteY256" fmla="*/ 419318 h 454839"/>
                <a:gd name="connsiteX257" fmla="*/ 2503296 w 2912392"/>
                <a:gd name="connsiteY257" fmla="*/ 422668 h 454839"/>
                <a:gd name="connsiteX258" fmla="*/ 2513040 w 2912392"/>
                <a:gd name="connsiteY258" fmla="*/ 425908 h 454839"/>
                <a:gd name="connsiteX259" fmla="*/ 2522784 w 2912392"/>
                <a:gd name="connsiteY259" fmla="*/ 429031 h 454839"/>
                <a:gd name="connsiteX260" fmla="*/ 2532513 w 2912392"/>
                <a:gd name="connsiteY260" fmla="*/ 432023 h 454839"/>
                <a:gd name="connsiteX261" fmla="*/ 2542257 w 2912392"/>
                <a:gd name="connsiteY261" fmla="*/ 434874 h 454839"/>
                <a:gd name="connsiteX262" fmla="*/ 2552001 w 2912392"/>
                <a:gd name="connsiteY262" fmla="*/ 437574 h 454839"/>
                <a:gd name="connsiteX263" fmla="*/ 2561745 w 2912392"/>
                <a:gd name="connsiteY263" fmla="*/ 440113 h 454839"/>
                <a:gd name="connsiteX264" fmla="*/ 2571474 w 2912392"/>
                <a:gd name="connsiteY264" fmla="*/ 442479 h 454839"/>
                <a:gd name="connsiteX265" fmla="*/ 2581218 w 2912392"/>
                <a:gd name="connsiteY265" fmla="*/ 444665 h 454839"/>
                <a:gd name="connsiteX266" fmla="*/ 2590962 w 2912392"/>
                <a:gd name="connsiteY266" fmla="*/ 446660 h 454839"/>
                <a:gd name="connsiteX267" fmla="*/ 2600705 w 2912392"/>
                <a:gd name="connsiteY267" fmla="*/ 448456 h 454839"/>
                <a:gd name="connsiteX268" fmla="*/ 2610449 w 2912392"/>
                <a:gd name="connsiteY268" fmla="*/ 450045 h 454839"/>
                <a:gd name="connsiteX269" fmla="*/ 2620178 w 2912392"/>
                <a:gd name="connsiteY269" fmla="*/ 451418 h 454839"/>
                <a:gd name="connsiteX270" fmla="*/ 2629922 w 2912392"/>
                <a:gd name="connsiteY270" fmla="*/ 452572 h 454839"/>
                <a:gd name="connsiteX271" fmla="*/ 2639666 w 2912392"/>
                <a:gd name="connsiteY271" fmla="*/ 453495 h 454839"/>
                <a:gd name="connsiteX272" fmla="*/ 2649410 w 2912392"/>
                <a:gd name="connsiteY272" fmla="*/ 454184 h 454839"/>
                <a:gd name="connsiteX273" fmla="*/ 2659139 w 2912392"/>
                <a:gd name="connsiteY273" fmla="*/ 454634 h 454839"/>
                <a:gd name="connsiteX274" fmla="*/ 2668883 w 2912392"/>
                <a:gd name="connsiteY274" fmla="*/ 454839 h 454839"/>
                <a:gd name="connsiteX275" fmla="*/ 2678627 w 2912392"/>
                <a:gd name="connsiteY275" fmla="*/ 454796 h 454839"/>
                <a:gd name="connsiteX276" fmla="*/ 2688371 w 2912392"/>
                <a:gd name="connsiteY276" fmla="*/ 454502 h 454839"/>
                <a:gd name="connsiteX277" fmla="*/ 2698100 w 2912392"/>
                <a:gd name="connsiteY277" fmla="*/ 453953 h 454839"/>
                <a:gd name="connsiteX278" fmla="*/ 2707844 w 2912392"/>
                <a:gd name="connsiteY278" fmla="*/ 453148 h 454839"/>
                <a:gd name="connsiteX279" fmla="*/ 2717588 w 2912392"/>
                <a:gd name="connsiteY279" fmla="*/ 452087 h 454839"/>
                <a:gd name="connsiteX280" fmla="*/ 2727332 w 2912392"/>
                <a:gd name="connsiteY280" fmla="*/ 450767 h 454839"/>
                <a:gd name="connsiteX281" fmla="*/ 2737076 w 2912392"/>
                <a:gd name="connsiteY281" fmla="*/ 449191 h 454839"/>
                <a:gd name="connsiteX282" fmla="*/ 2746805 w 2912392"/>
                <a:gd name="connsiteY282" fmla="*/ 447358 h 454839"/>
                <a:gd name="connsiteX283" fmla="*/ 2756549 w 2912392"/>
                <a:gd name="connsiteY283" fmla="*/ 445271 h 454839"/>
                <a:gd name="connsiteX284" fmla="*/ 2766293 w 2912392"/>
                <a:gd name="connsiteY284" fmla="*/ 442932 h 454839"/>
                <a:gd name="connsiteX285" fmla="*/ 2776037 w 2912392"/>
                <a:gd name="connsiteY285" fmla="*/ 440342 h 454839"/>
                <a:gd name="connsiteX286" fmla="*/ 2785766 w 2912392"/>
                <a:gd name="connsiteY286" fmla="*/ 437510 h 454839"/>
                <a:gd name="connsiteX287" fmla="*/ 2795510 w 2912392"/>
                <a:gd name="connsiteY287" fmla="*/ 434436 h 454839"/>
                <a:gd name="connsiteX288" fmla="*/ 2805254 w 2912392"/>
                <a:gd name="connsiteY288" fmla="*/ 431129 h 454839"/>
                <a:gd name="connsiteX289" fmla="*/ 2814998 w 2912392"/>
                <a:gd name="connsiteY289" fmla="*/ 427592 h 454839"/>
                <a:gd name="connsiteX290" fmla="*/ 2824727 w 2912392"/>
                <a:gd name="connsiteY290" fmla="*/ 423833 h 454839"/>
                <a:gd name="connsiteX291" fmla="*/ 2834471 w 2912392"/>
                <a:gd name="connsiteY291" fmla="*/ 419859 h 454839"/>
                <a:gd name="connsiteX292" fmla="*/ 2844215 w 2912392"/>
                <a:gd name="connsiteY292" fmla="*/ 415677 h 454839"/>
                <a:gd name="connsiteX293" fmla="*/ 2853958 w 2912392"/>
                <a:gd name="connsiteY293" fmla="*/ 411297 h 454839"/>
                <a:gd name="connsiteX294" fmla="*/ 2863687 w 2912392"/>
                <a:gd name="connsiteY294" fmla="*/ 406726 h 454839"/>
                <a:gd name="connsiteX295" fmla="*/ 2873431 w 2912392"/>
                <a:gd name="connsiteY295" fmla="*/ 401975 h 454839"/>
                <a:gd name="connsiteX296" fmla="*/ 2883175 w 2912392"/>
                <a:gd name="connsiteY296" fmla="*/ 397053 h 454839"/>
                <a:gd name="connsiteX297" fmla="*/ 2892919 w 2912392"/>
                <a:gd name="connsiteY297" fmla="*/ 391971 h 454839"/>
                <a:gd name="connsiteX298" fmla="*/ 2902663 w 2912392"/>
                <a:gd name="connsiteY298" fmla="*/ 386740 h 454839"/>
                <a:gd name="connsiteX299" fmla="*/ 2912392 w 2912392"/>
                <a:gd name="connsiteY299" fmla="*/ 381371 h 454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54839">
                  <a:moveTo>
                    <a:pt x="0" y="24995"/>
                  </a:moveTo>
                  <a:lnTo>
                    <a:pt x="9739" y="23284"/>
                  </a:lnTo>
                  <a:lnTo>
                    <a:pt x="19480" y="21636"/>
                  </a:lnTo>
                  <a:lnTo>
                    <a:pt x="29221" y="20054"/>
                  </a:lnTo>
                  <a:lnTo>
                    <a:pt x="38961" y="18536"/>
                  </a:lnTo>
                  <a:lnTo>
                    <a:pt x="48702" y="17085"/>
                  </a:lnTo>
                  <a:lnTo>
                    <a:pt x="58443" y="15698"/>
                  </a:lnTo>
                  <a:lnTo>
                    <a:pt x="68182" y="14378"/>
                  </a:lnTo>
                  <a:lnTo>
                    <a:pt x="77923" y="13122"/>
                  </a:lnTo>
                  <a:lnTo>
                    <a:pt x="87664" y="11933"/>
                  </a:lnTo>
                  <a:lnTo>
                    <a:pt x="97404" y="10808"/>
                  </a:lnTo>
                  <a:lnTo>
                    <a:pt x="107145" y="9747"/>
                  </a:lnTo>
                  <a:lnTo>
                    <a:pt x="116886" y="8750"/>
                  </a:lnTo>
                  <a:lnTo>
                    <a:pt x="126625" y="7816"/>
                  </a:lnTo>
                  <a:lnTo>
                    <a:pt x="136366" y="6944"/>
                  </a:lnTo>
                  <a:lnTo>
                    <a:pt x="146107" y="6132"/>
                  </a:lnTo>
                  <a:lnTo>
                    <a:pt x="155846" y="5382"/>
                  </a:lnTo>
                  <a:lnTo>
                    <a:pt x="165587" y="4687"/>
                  </a:lnTo>
                  <a:lnTo>
                    <a:pt x="175328" y="4050"/>
                  </a:lnTo>
                  <a:lnTo>
                    <a:pt x="185068" y="3467"/>
                  </a:lnTo>
                  <a:lnTo>
                    <a:pt x="194809" y="2938"/>
                  </a:lnTo>
                  <a:lnTo>
                    <a:pt x="204550" y="2460"/>
                  </a:lnTo>
                  <a:lnTo>
                    <a:pt x="214289" y="2031"/>
                  </a:lnTo>
                  <a:lnTo>
                    <a:pt x="224030" y="1649"/>
                  </a:lnTo>
                  <a:lnTo>
                    <a:pt x="233771" y="1313"/>
                  </a:lnTo>
                  <a:lnTo>
                    <a:pt x="243510" y="1021"/>
                  </a:lnTo>
                  <a:lnTo>
                    <a:pt x="253251" y="769"/>
                  </a:lnTo>
                  <a:lnTo>
                    <a:pt x="262992" y="557"/>
                  </a:lnTo>
                  <a:lnTo>
                    <a:pt x="272732" y="383"/>
                  </a:lnTo>
                  <a:lnTo>
                    <a:pt x="282473" y="243"/>
                  </a:lnTo>
                  <a:lnTo>
                    <a:pt x="292214" y="137"/>
                  </a:lnTo>
                  <a:lnTo>
                    <a:pt x="301953" y="63"/>
                  </a:lnTo>
                  <a:lnTo>
                    <a:pt x="311694" y="18"/>
                  </a:lnTo>
                  <a:lnTo>
                    <a:pt x="321435" y="0"/>
                  </a:lnTo>
                  <a:lnTo>
                    <a:pt x="331175" y="9"/>
                  </a:lnTo>
                  <a:lnTo>
                    <a:pt x="340916" y="43"/>
                  </a:lnTo>
                  <a:lnTo>
                    <a:pt x="350656" y="100"/>
                  </a:lnTo>
                  <a:lnTo>
                    <a:pt x="360396" y="177"/>
                  </a:lnTo>
                  <a:lnTo>
                    <a:pt x="370137" y="277"/>
                  </a:lnTo>
                  <a:lnTo>
                    <a:pt x="379878" y="396"/>
                  </a:lnTo>
                  <a:lnTo>
                    <a:pt x="389617" y="535"/>
                  </a:lnTo>
                  <a:lnTo>
                    <a:pt x="399358" y="691"/>
                  </a:lnTo>
                  <a:lnTo>
                    <a:pt x="409099" y="866"/>
                  </a:lnTo>
                  <a:lnTo>
                    <a:pt x="418839" y="1059"/>
                  </a:lnTo>
                  <a:lnTo>
                    <a:pt x="428580" y="1269"/>
                  </a:lnTo>
                  <a:lnTo>
                    <a:pt x="438321" y="1497"/>
                  </a:lnTo>
                  <a:lnTo>
                    <a:pt x="448060" y="1745"/>
                  </a:lnTo>
                  <a:lnTo>
                    <a:pt x="457801" y="2011"/>
                  </a:lnTo>
                  <a:lnTo>
                    <a:pt x="467542" y="2297"/>
                  </a:lnTo>
                  <a:lnTo>
                    <a:pt x="477281" y="2606"/>
                  </a:lnTo>
                  <a:lnTo>
                    <a:pt x="487022" y="2935"/>
                  </a:lnTo>
                  <a:lnTo>
                    <a:pt x="496763" y="3290"/>
                  </a:lnTo>
                  <a:lnTo>
                    <a:pt x="506503" y="3670"/>
                  </a:lnTo>
                  <a:lnTo>
                    <a:pt x="516244" y="4076"/>
                  </a:lnTo>
                  <a:lnTo>
                    <a:pt x="525985" y="4513"/>
                  </a:lnTo>
                  <a:lnTo>
                    <a:pt x="535724" y="4981"/>
                  </a:lnTo>
                  <a:lnTo>
                    <a:pt x="545465" y="5484"/>
                  </a:lnTo>
                  <a:lnTo>
                    <a:pt x="555206" y="6024"/>
                  </a:lnTo>
                  <a:lnTo>
                    <a:pt x="564946" y="6605"/>
                  </a:lnTo>
                  <a:lnTo>
                    <a:pt x="574687" y="7226"/>
                  </a:lnTo>
                  <a:lnTo>
                    <a:pt x="584428" y="7893"/>
                  </a:lnTo>
                  <a:lnTo>
                    <a:pt x="594167" y="8610"/>
                  </a:lnTo>
                  <a:lnTo>
                    <a:pt x="603908" y="9379"/>
                  </a:lnTo>
                  <a:lnTo>
                    <a:pt x="613649" y="10201"/>
                  </a:lnTo>
                  <a:lnTo>
                    <a:pt x="623388" y="11083"/>
                  </a:lnTo>
                  <a:lnTo>
                    <a:pt x="633129" y="12026"/>
                  </a:lnTo>
                  <a:lnTo>
                    <a:pt x="642870" y="13035"/>
                  </a:lnTo>
                  <a:lnTo>
                    <a:pt x="652610" y="14112"/>
                  </a:lnTo>
                  <a:lnTo>
                    <a:pt x="662351" y="15260"/>
                  </a:lnTo>
                  <a:lnTo>
                    <a:pt x="672092" y="16483"/>
                  </a:lnTo>
                  <a:lnTo>
                    <a:pt x="681831" y="17785"/>
                  </a:lnTo>
                  <a:lnTo>
                    <a:pt x="691572" y="19168"/>
                  </a:lnTo>
                  <a:lnTo>
                    <a:pt x="701313" y="20634"/>
                  </a:lnTo>
                  <a:lnTo>
                    <a:pt x="711052" y="22188"/>
                  </a:lnTo>
                  <a:lnTo>
                    <a:pt x="720793" y="23831"/>
                  </a:lnTo>
                  <a:lnTo>
                    <a:pt x="730534" y="25567"/>
                  </a:lnTo>
                  <a:lnTo>
                    <a:pt x="740274" y="27396"/>
                  </a:lnTo>
                  <a:lnTo>
                    <a:pt x="750015" y="29324"/>
                  </a:lnTo>
                  <a:lnTo>
                    <a:pt x="759756" y="31350"/>
                  </a:lnTo>
                  <a:lnTo>
                    <a:pt x="769495" y="33478"/>
                  </a:lnTo>
                  <a:lnTo>
                    <a:pt x="779236" y="35708"/>
                  </a:lnTo>
                  <a:lnTo>
                    <a:pt x="788977" y="38042"/>
                  </a:lnTo>
                  <a:lnTo>
                    <a:pt x="798717" y="40479"/>
                  </a:lnTo>
                  <a:lnTo>
                    <a:pt x="808458" y="43024"/>
                  </a:lnTo>
                  <a:lnTo>
                    <a:pt x="818199" y="45674"/>
                  </a:lnTo>
                  <a:lnTo>
                    <a:pt x="827938" y="48431"/>
                  </a:lnTo>
                  <a:lnTo>
                    <a:pt x="837679" y="51294"/>
                  </a:lnTo>
                  <a:lnTo>
                    <a:pt x="847420" y="54264"/>
                  </a:lnTo>
                  <a:lnTo>
                    <a:pt x="857159" y="57339"/>
                  </a:lnTo>
                  <a:lnTo>
                    <a:pt x="866900" y="60520"/>
                  </a:lnTo>
                  <a:lnTo>
                    <a:pt x="876641" y="63803"/>
                  </a:lnTo>
                  <a:lnTo>
                    <a:pt x="886381" y="67190"/>
                  </a:lnTo>
                  <a:lnTo>
                    <a:pt x="896122" y="70678"/>
                  </a:lnTo>
                  <a:lnTo>
                    <a:pt x="905863" y="74266"/>
                  </a:lnTo>
                  <a:lnTo>
                    <a:pt x="915602" y="77949"/>
                  </a:lnTo>
                  <a:lnTo>
                    <a:pt x="925343" y="81725"/>
                  </a:lnTo>
                  <a:lnTo>
                    <a:pt x="935084" y="85595"/>
                  </a:lnTo>
                  <a:lnTo>
                    <a:pt x="944824" y="89552"/>
                  </a:lnTo>
                  <a:lnTo>
                    <a:pt x="954564" y="93595"/>
                  </a:lnTo>
                  <a:lnTo>
                    <a:pt x="964305" y="97720"/>
                  </a:lnTo>
                  <a:lnTo>
                    <a:pt x="974045" y="101924"/>
                  </a:lnTo>
                  <a:lnTo>
                    <a:pt x="983786" y="106201"/>
                  </a:lnTo>
                  <a:lnTo>
                    <a:pt x="993522" y="110549"/>
                  </a:lnTo>
                  <a:lnTo>
                    <a:pt x="1003266" y="114964"/>
                  </a:lnTo>
                  <a:lnTo>
                    <a:pt x="1013010" y="119441"/>
                  </a:lnTo>
                  <a:lnTo>
                    <a:pt x="1022754" y="123974"/>
                  </a:lnTo>
                  <a:lnTo>
                    <a:pt x="1032483" y="128560"/>
                  </a:lnTo>
                  <a:lnTo>
                    <a:pt x="1042227" y="133195"/>
                  </a:lnTo>
                  <a:lnTo>
                    <a:pt x="1051971" y="137874"/>
                  </a:lnTo>
                  <a:lnTo>
                    <a:pt x="1061715" y="142589"/>
                  </a:lnTo>
                  <a:lnTo>
                    <a:pt x="1071444" y="147339"/>
                  </a:lnTo>
                  <a:lnTo>
                    <a:pt x="1081188" y="152117"/>
                  </a:lnTo>
                  <a:lnTo>
                    <a:pt x="1090932" y="156918"/>
                  </a:lnTo>
                  <a:lnTo>
                    <a:pt x="1100676" y="161736"/>
                  </a:lnTo>
                  <a:lnTo>
                    <a:pt x="1110405" y="166568"/>
                  </a:lnTo>
                  <a:lnTo>
                    <a:pt x="1120149" y="171407"/>
                  </a:lnTo>
                  <a:lnTo>
                    <a:pt x="1129893" y="176248"/>
                  </a:lnTo>
                  <a:lnTo>
                    <a:pt x="1139637" y="181087"/>
                  </a:lnTo>
                  <a:lnTo>
                    <a:pt x="1149381" y="185918"/>
                  </a:lnTo>
                  <a:lnTo>
                    <a:pt x="1159110" y="190737"/>
                  </a:lnTo>
                  <a:lnTo>
                    <a:pt x="1168854" y="195537"/>
                  </a:lnTo>
                  <a:lnTo>
                    <a:pt x="1178598" y="200314"/>
                  </a:lnTo>
                  <a:lnTo>
                    <a:pt x="1188341" y="205065"/>
                  </a:lnTo>
                  <a:lnTo>
                    <a:pt x="1198070" y="209784"/>
                  </a:lnTo>
                  <a:lnTo>
                    <a:pt x="1207814" y="214465"/>
                  </a:lnTo>
                  <a:lnTo>
                    <a:pt x="1217558" y="219104"/>
                  </a:lnTo>
                  <a:lnTo>
                    <a:pt x="1227302" y="223698"/>
                  </a:lnTo>
                  <a:lnTo>
                    <a:pt x="1237031" y="228242"/>
                  </a:lnTo>
                  <a:lnTo>
                    <a:pt x="1246775" y="232731"/>
                  </a:lnTo>
                  <a:lnTo>
                    <a:pt x="1256519" y="237162"/>
                  </a:lnTo>
                  <a:lnTo>
                    <a:pt x="1266263" y="241530"/>
                  </a:lnTo>
                  <a:lnTo>
                    <a:pt x="1276007" y="245833"/>
                  </a:lnTo>
                  <a:lnTo>
                    <a:pt x="1285736" y="250066"/>
                  </a:lnTo>
                  <a:lnTo>
                    <a:pt x="1295480" y="254226"/>
                  </a:lnTo>
                  <a:lnTo>
                    <a:pt x="1305224" y="258310"/>
                  </a:lnTo>
                  <a:lnTo>
                    <a:pt x="1314968" y="262312"/>
                  </a:lnTo>
                  <a:lnTo>
                    <a:pt x="1324697" y="266233"/>
                  </a:lnTo>
                  <a:lnTo>
                    <a:pt x="1334441" y="270066"/>
                  </a:lnTo>
                  <a:lnTo>
                    <a:pt x="1344185" y="273812"/>
                  </a:lnTo>
                  <a:lnTo>
                    <a:pt x="1353929" y="277467"/>
                  </a:lnTo>
                  <a:lnTo>
                    <a:pt x="1363658" y="281026"/>
                  </a:lnTo>
                  <a:lnTo>
                    <a:pt x="1373402" y="284492"/>
                  </a:lnTo>
                  <a:lnTo>
                    <a:pt x="1383146" y="287857"/>
                  </a:lnTo>
                  <a:lnTo>
                    <a:pt x="1392890" y="291123"/>
                  </a:lnTo>
                  <a:lnTo>
                    <a:pt x="1402619" y="294286"/>
                  </a:lnTo>
                  <a:lnTo>
                    <a:pt x="1412363" y="297346"/>
                  </a:lnTo>
                  <a:lnTo>
                    <a:pt x="1422106" y="300299"/>
                  </a:lnTo>
                  <a:lnTo>
                    <a:pt x="1431850" y="303147"/>
                  </a:lnTo>
                  <a:lnTo>
                    <a:pt x="1441594" y="305885"/>
                  </a:lnTo>
                  <a:lnTo>
                    <a:pt x="1451323" y="308513"/>
                  </a:lnTo>
                  <a:lnTo>
                    <a:pt x="1461067" y="311031"/>
                  </a:lnTo>
                  <a:lnTo>
                    <a:pt x="1470811" y="313437"/>
                  </a:lnTo>
                  <a:lnTo>
                    <a:pt x="1480555" y="315730"/>
                  </a:lnTo>
                  <a:lnTo>
                    <a:pt x="1490284" y="317912"/>
                  </a:lnTo>
                  <a:lnTo>
                    <a:pt x="1500028" y="319978"/>
                  </a:lnTo>
                  <a:lnTo>
                    <a:pt x="1509772" y="321931"/>
                  </a:lnTo>
                  <a:lnTo>
                    <a:pt x="1519516" y="323770"/>
                  </a:lnTo>
                  <a:lnTo>
                    <a:pt x="1529245" y="325495"/>
                  </a:lnTo>
                  <a:lnTo>
                    <a:pt x="1538989" y="327104"/>
                  </a:lnTo>
                  <a:lnTo>
                    <a:pt x="1548733" y="328600"/>
                  </a:lnTo>
                  <a:lnTo>
                    <a:pt x="1558477" y="329983"/>
                  </a:lnTo>
                  <a:lnTo>
                    <a:pt x="1568221" y="331252"/>
                  </a:lnTo>
                  <a:lnTo>
                    <a:pt x="1577950" y="332408"/>
                  </a:lnTo>
                  <a:lnTo>
                    <a:pt x="1587694" y="333451"/>
                  </a:lnTo>
                  <a:lnTo>
                    <a:pt x="1597438" y="334385"/>
                  </a:lnTo>
                  <a:lnTo>
                    <a:pt x="1607182" y="335208"/>
                  </a:lnTo>
                  <a:lnTo>
                    <a:pt x="1616911" y="335923"/>
                  </a:lnTo>
                  <a:lnTo>
                    <a:pt x="1626655" y="336531"/>
                  </a:lnTo>
                  <a:lnTo>
                    <a:pt x="1636399" y="337031"/>
                  </a:lnTo>
                  <a:lnTo>
                    <a:pt x="1646142" y="337429"/>
                  </a:lnTo>
                  <a:lnTo>
                    <a:pt x="1655872" y="337724"/>
                  </a:lnTo>
                  <a:lnTo>
                    <a:pt x="1665616" y="337919"/>
                  </a:lnTo>
                  <a:lnTo>
                    <a:pt x="1675359" y="338018"/>
                  </a:lnTo>
                  <a:lnTo>
                    <a:pt x="1685103" y="338019"/>
                  </a:lnTo>
                  <a:lnTo>
                    <a:pt x="1694832" y="337930"/>
                  </a:lnTo>
                  <a:lnTo>
                    <a:pt x="1704576" y="337748"/>
                  </a:lnTo>
                  <a:lnTo>
                    <a:pt x="1714320" y="337481"/>
                  </a:lnTo>
                  <a:lnTo>
                    <a:pt x="1724064" y="337130"/>
                  </a:lnTo>
                  <a:lnTo>
                    <a:pt x="1733808" y="336698"/>
                  </a:lnTo>
                  <a:lnTo>
                    <a:pt x="1743537" y="336190"/>
                  </a:lnTo>
                  <a:lnTo>
                    <a:pt x="1753281" y="335609"/>
                  </a:lnTo>
                  <a:lnTo>
                    <a:pt x="1763025" y="334957"/>
                  </a:lnTo>
                  <a:lnTo>
                    <a:pt x="1772769" y="334241"/>
                  </a:lnTo>
                  <a:lnTo>
                    <a:pt x="1782498" y="333465"/>
                  </a:lnTo>
                  <a:lnTo>
                    <a:pt x="1792242" y="332632"/>
                  </a:lnTo>
                  <a:lnTo>
                    <a:pt x="1801986" y="331747"/>
                  </a:lnTo>
                  <a:lnTo>
                    <a:pt x="1811730" y="330816"/>
                  </a:lnTo>
                  <a:lnTo>
                    <a:pt x="1821459" y="329843"/>
                  </a:lnTo>
                  <a:lnTo>
                    <a:pt x="1831203" y="328834"/>
                  </a:lnTo>
                  <a:lnTo>
                    <a:pt x="1840947" y="327794"/>
                  </a:lnTo>
                  <a:lnTo>
                    <a:pt x="1850691" y="326727"/>
                  </a:lnTo>
                  <a:lnTo>
                    <a:pt x="1860435" y="325643"/>
                  </a:lnTo>
                  <a:lnTo>
                    <a:pt x="1870164" y="324543"/>
                  </a:lnTo>
                  <a:lnTo>
                    <a:pt x="1879908" y="323435"/>
                  </a:lnTo>
                  <a:lnTo>
                    <a:pt x="1889652" y="322325"/>
                  </a:lnTo>
                  <a:lnTo>
                    <a:pt x="1899395" y="321219"/>
                  </a:lnTo>
                  <a:lnTo>
                    <a:pt x="1909124" y="320123"/>
                  </a:lnTo>
                  <a:lnTo>
                    <a:pt x="1918868" y="319044"/>
                  </a:lnTo>
                  <a:lnTo>
                    <a:pt x="1928612" y="317989"/>
                  </a:lnTo>
                  <a:lnTo>
                    <a:pt x="1938356" y="316962"/>
                  </a:lnTo>
                  <a:lnTo>
                    <a:pt x="1948085" y="315972"/>
                  </a:lnTo>
                  <a:lnTo>
                    <a:pt x="1957829" y="315024"/>
                  </a:lnTo>
                  <a:lnTo>
                    <a:pt x="1967573" y="314124"/>
                  </a:lnTo>
                  <a:lnTo>
                    <a:pt x="1977317" y="313281"/>
                  </a:lnTo>
                  <a:lnTo>
                    <a:pt x="1987046" y="312499"/>
                  </a:lnTo>
                  <a:lnTo>
                    <a:pt x="1996790" y="311784"/>
                  </a:lnTo>
                  <a:lnTo>
                    <a:pt x="2006534" y="311144"/>
                  </a:lnTo>
                  <a:lnTo>
                    <a:pt x="2016278" y="310584"/>
                  </a:lnTo>
                  <a:lnTo>
                    <a:pt x="2026022" y="310110"/>
                  </a:lnTo>
                  <a:lnTo>
                    <a:pt x="2035751" y="309728"/>
                  </a:lnTo>
                  <a:lnTo>
                    <a:pt x="2045495" y="309444"/>
                  </a:lnTo>
                  <a:lnTo>
                    <a:pt x="2055239" y="309263"/>
                  </a:lnTo>
                  <a:lnTo>
                    <a:pt x="2064983" y="309190"/>
                  </a:lnTo>
                  <a:lnTo>
                    <a:pt x="2074712" y="309228"/>
                  </a:lnTo>
                  <a:lnTo>
                    <a:pt x="2084456" y="309386"/>
                  </a:lnTo>
                  <a:lnTo>
                    <a:pt x="2094200" y="309665"/>
                  </a:lnTo>
                  <a:lnTo>
                    <a:pt x="2103944" y="310070"/>
                  </a:lnTo>
                  <a:lnTo>
                    <a:pt x="2113673" y="310605"/>
                  </a:lnTo>
                  <a:lnTo>
                    <a:pt x="2123417" y="311273"/>
                  </a:lnTo>
                  <a:lnTo>
                    <a:pt x="2133161" y="312076"/>
                  </a:lnTo>
                  <a:lnTo>
                    <a:pt x="2142905" y="313016"/>
                  </a:lnTo>
                  <a:lnTo>
                    <a:pt x="2152649" y="314097"/>
                  </a:lnTo>
                  <a:lnTo>
                    <a:pt x="2162377" y="315321"/>
                  </a:lnTo>
                  <a:lnTo>
                    <a:pt x="2172121" y="316687"/>
                  </a:lnTo>
                  <a:lnTo>
                    <a:pt x="2181865" y="318196"/>
                  </a:lnTo>
                  <a:lnTo>
                    <a:pt x="2191609" y="319850"/>
                  </a:lnTo>
                  <a:lnTo>
                    <a:pt x="2201338" y="321647"/>
                  </a:lnTo>
                  <a:lnTo>
                    <a:pt x="2211082" y="323585"/>
                  </a:lnTo>
                  <a:lnTo>
                    <a:pt x="2220826" y="325665"/>
                  </a:lnTo>
                  <a:lnTo>
                    <a:pt x="2230570" y="327885"/>
                  </a:lnTo>
                  <a:lnTo>
                    <a:pt x="2240299" y="330240"/>
                  </a:lnTo>
                  <a:lnTo>
                    <a:pt x="2250043" y="332730"/>
                  </a:lnTo>
                  <a:lnTo>
                    <a:pt x="2259787" y="335349"/>
                  </a:lnTo>
                  <a:lnTo>
                    <a:pt x="2269531" y="338095"/>
                  </a:lnTo>
                  <a:lnTo>
                    <a:pt x="2279260" y="340962"/>
                  </a:lnTo>
                  <a:lnTo>
                    <a:pt x="2289004" y="343945"/>
                  </a:lnTo>
                  <a:lnTo>
                    <a:pt x="2298748" y="347038"/>
                  </a:lnTo>
                  <a:lnTo>
                    <a:pt x="2308492" y="350235"/>
                  </a:lnTo>
                  <a:lnTo>
                    <a:pt x="2318236" y="353530"/>
                  </a:lnTo>
                  <a:lnTo>
                    <a:pt x="2327965" y="356916"/>
                  </a:lnTo>
                  <a:lnTo>
                    <a:pt x="2337709" y="360383"/>
                  </a:lnTo>
                  <a:lnTo>
                    <a:pt x="2347453" y="363926"/>
                  </a:lnTo>
                  <a:lnTo>
                    <a:pt x="2357197" y="367533"/>
                  </a:lnTo>
                  <a:lnTo>
                    <a:pt x="2366926" y="371198"/>
                  </a:lnTo>
                  <a:lnTo>
                    <a:pt x="2376670" y="374909"/>
                  </a:lnTo>
                  <a:lnTo>
                    <a:pt x="2386413" y="378659"/>
                  </a:lnTo>
                  <a:lnTo>
                    <a:pt x="2396157" y="382436"/>
                  </a:lnTo>
                  <a:lnTo>
                    <a:pt x="2405886" y="386231"/>
                  </a:lnTo>
                  <a:lnTo>
                    <a:pt x="2415630" y="390030"/>
                  </a:lnTo>
                  <a:lnTo>
                    <a:pt x="2425374" y="393826"/>
                  </a:lnTo>
                  <a:lnTo>
                    <a:pt x="2435118" y="397606"/>
                  </a:lnTo>
                  <a:lnTo>
                    <a:pt x="2444862" y="401359"/>
                  </a:lnTo>
                  <a:lnTo>
                    <a:pt x="2454591" y="405075"/>
                  </a:lnTo>
                  <a:lnTo>
                    <a:pt x="2464335" y="408740"/>
                  </a:lnTo>
                  <a:lnTo>
                    <a:pt x="2474079" y="412343"/>
                  </a:lnTo>
                  <a:lnTo>
                    <a:pt x="2483823" y="415872"/>
                  </a:lnTo>
                  <a:lnTo>
                    <a:pt x="2493552" y="419318"/>
                  </a:lnTo>
                  <a:lnTo>
                    <a:pt x="2503296" y="422668"/>
                  </a:lnTo>
                  <a:lnTo>
                    <a:pt x="2513040" y="425908"/>
                  </a:lnTo>
                  <a:lnTo>
                    <a:pt x="2522784" y="429031"/>
                  </a:lnTo>
                  <a:lnTo>
                    <a:pt x="2532513" y="432023"/>
                  </a:lnTo>
                  <a:lnTo>
                    <a:pt x="2542257" y="434874"/>
                  </a:lnTo>
                  <a:lnTo>
                    <a:pt x="2552001" y="437574"/>
                  </a:lnTo>
                  <a:lnTo>
                    <a:pt x="2561745" y="440113"/>
                  </a:lnTo>
                  <a:lnTo>
                    <a:pt x="2571474" y="442479"/>
                  </a:lnTo>
                  <a:lnTo>
                    <a:pt x="2581218" y="444665"/>
                  </a:lnTo>
                  <a:lnTo>
                    <a:pt x="2590962" y="446660"/>
                  </a:lnTo>
                  <a:lnTo>
                    <a:pt x="2600705" y="448456"/>
                  </a:lnTo>
                  <a:lnTo>
                    <a:pt x="2610449" y="450045"/>
                  </a:lnTo>
                  <a:lnTo>
                    <a:pt x="2620178" y="451418"/>
                  </a:lnTo>
                  <a:lnTo>
                    <a:pt x="2629922" y="452572"/>
                  </a:lnTo>
                  <a:lnTo>
                    <a:pt x="2639666" y="453495"/>
                  </a:lnTo>
                  <a:lnTo>
                    <a:pt x="2649410" y="454184"/>
                  </a:lnTo>
                  <a:lnTo>
                    <a:pt x="2659139" y="454634"/>
                  </a:lnTo>
                  <a:lnTo>
                    <a:pt x="2668883" y="454839"/>
                  </a:lnTo>
                  <a:lnTo>
                    <a:pt x="2678627" y="454796"/>
                  </a:lnTo>
                  <a:lnTo>
                    <a:pt x="2688371" y="454502"/>
                  </a:lnTo>
                  <a:lnTo>
                    <a:pt x="2698100" y="453953"/>
                  </a:lnTo>
                  <a:lnTo>
                    <a:pt x="2707844" y="453148"/>
                  </a:lnTo>
                  <a:lnTo>
                    <a:pt x="2717588" y="452087"/>
                  </a:lnTo>
                  <a:lnTo>
                    <a:pt x="2727332" y="450767"/>
                  </a:lnTo>
                  <a:lnTo>
                    <a:pt x="2737076" y="449191"/>
                  </a:lnTo>
                  <a:lnTo>
                    <a:pt x="2746805" y="447358"/>
                  </a:lnTo>
                  <a:lnTo>
                    <a:pt x="2756549" y="445271"/>
                  </a:lnTo>
                  <a:lnTo>
                    <a:pt x="2766293" y="442932"/>
                  </a:lnTo>
                  <a:lnTo>
                    <a:pt x="2776037" y="440342"/>
                  </a:lnTo>
                  <a:lnTo>
                    <a:pt x="2785766" y="437510"/>
                  </a:lnTo>
                  <a:lnTo>
                    <a:pt x="2795510" y="434436"/>
                  </a:lnTo>
                  <a:lnTo>
                    <a:pt x="2805254" y="431129"/>
                  </a:lnTo>
                  <a:lnTo>
                    <a:pt x="2814998" y="427592"/>
                  </a:lnTo>
                  <a:lnTo>
                    <a:pt x="2824727" y="423833"/>
                  </a:lnTo>
                  <a:lnTo>
                    <a:pt x="2834471" y="419859"/>
                  </a:lnTo>
                  <a:lnTo>
                    <a:pt x="2844215" y="415677"/>
                  </a:lnTo>
                  <a:lnTo>
                    <a:pt x="2853958" y="411297"/>
                  </a:lnTo>
                  <a:lnTo>
                    <a:pt x="2863687" y="406726"/>
                  </a:lnTo>
                  <a:lnTo>
                    <a:pt x="2873431" y="401975"/>
                  </a:lnTo>
                  <a:lnTo>
                    <a:pt x="2883175" y="397053"/>
                  </a:lnTo>
                  <a:lnTo>
                    <a:pt x="2892919" y="391971"/>
                  </a:lnTo>
                  <a:lnTo>
                    <a:pt x="2902663" y="386740"/>
                  </a:lnTo>
                  <a:lnTo>
                    <a:pt x="2912392" y="38137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9" name="Freeform 858">
              <a:extLst>
                <a:ext uri="{FF2B5EF4-FFF2-40B4-BE49-F238E27FC236}">
                  <a16:creationId xmlns:a16="http://schemas.microsoft.com/office/drawing/2014/main" id="{49C2F07A-50BC-0A9D-1A9D-5A07696AD532}"/>
                </a:ext>
              </a:extLst>
            </p:cNvPr>
            <p:cNvSpPr/>
            <p:nvPr/>
          </p:nvSpPr>
          <p:spPr>
            <a:xfrm>
              <a:off x="576446" y="3548198"/>
              <a:ext cx="2912392" cy="679485"/>
            </a:xfrm>
            <a:custGeom>
              <a:avLst/>
              <a:gdLst>
                <a:gd name="connsiteX0" fmla="*/ 0 w 2912392"/>
                <a:gd name="connsiteY0" fmla="*/ 101671 h 679485"/>
                <a:gd name="connsiteX1" fmla="*/ 9739 w 2912392"/>
                <a:gd name="connsiteY1" fmla="*/ 107548 h 679485"/>
                <a:gd name="connsiteX2" fmla="*/ 19480 w 2912392"/>
                <a:gd name="connsiteY2" fmla="*/ 113448 h 679485"/>
                <a:gd name="connsiteX3" fmla="*/ 29221 w 2912392"/>
                <a:gd name="connsiteY3" fmla="*/ 119369 h 679485"/>
                <a:gd name="connsiteX4" fmla="*/ 38961 w 2912392"/>
                <a:gd name="connsiteY4" fmla="*/ 125309 h 679485"/>
                <a:gd name="connsiteX5" fmla="*/ 48702 w 2912392"/>
                <a:gd name="connsiteY5" fmla="*/ 131267 h 679485"/>
                <a:gd name="connsiteX6" fmla="*/ 58443 w 2912392"/>
                <a:gd name="connsiteY6" fmla="*/ 137240 h 679485"/>
                <a:gd name="connsiteX7" fmla="*/ 68182 w 2912392"/>
                <a:gd name="connsiteY7" fmla="*/ 143228 h 679485"/>
                <a:gd name="connsiteX8" fmla="*/ 77923 w 2912392"/>
                <a:gd name="connsiteY8" fmla="*/ 149227 h 679485"/>
                <a:gd name="connsiteX9" fmla="*/ 87664 w 2912392"/>
                <a:gd name="connsiteY9" fmla="*/ 155232 h 679485"/>
                <a:gd name="connsiteX10" fmla="*/ 97404 w 2912392"/>
                <a:gd name="connsiteY10" fmla="*/ 161246 h 679485"/>
                <a:gd name="connsiteX11" fmla="*/ 107145 w 2912392"/>
                <a:gd name="connsiteY11" fmla="*/ 167263 h 679485"/>
                <a:gd name="connsiteX12" fmla="*/ 116886 w 2912392"/>
                <a:gd name="connsiteY12" fmla="*/ 173280 h 679485"/>
                <a:gd name="connsiteX13" fmla="*/ 126625 w 2912392"/>
                <a:gd name="connsiteY13" fmla="*/ 179294 h 679485"/>
                <a:gd name="connsiteX14" fmla="*/ 136366 w 2912392"/>
                <a:gd name="connsiteY14" fmla="*/ 185303 h 679485"/>
                <a:gd name="connsiteX15" fmla="*/ 146107 w 2912392"/>
                <a:gd name="connsiteY15" fmla="*/ 191303 h 679485"/>
                <a:gd name="connsiteX16" fmla="*/ 155846 w 2912392"/>
                <a:gd name="connsiteY16" fmla="*/ 197289 h 679485"/>
                <a:gd name="connsiteX17" fmla="*/ 165587 w 2912392"/>
                <a:gd name="connsiteY17" fmla="*/ 203259 h 679485"/>
                <a:gd name="connsiteX18" fmla="*/ 175328 w 2912392"/>
                <a:gd name="connsiteY18" fmla="*/ 209208 h 679485"/>
                <a:gd name="connsiteX19" fmla="*/ 185068 w 2912392"/>
                <a:gd name="connsiteY19" fmla="*/ 215134 h 679485"/>
                <a:gd name="connsiteX20" fmla="*/ 194809 w 2912392"/>
                <a:gd name="connsiteY20" fmla="*/ 221029 h 679485"/>
                <a:gd name="connsiteX21" fmla="*/ 204550 w 2912392"/>
                <a:gd name="connsiteY21" fmla="*/ 226891 h 679485"/>
                <a:gd name="connsiteX22" fmla="*/ 214289 w 2912392"/>
                <a:gd name="connsiteY22" fmla="*/ 232715 h 679485"/>
                <a:gd name="connsiteX23" fmla="*/ 224030 w 2912392"/>
                <a:gd name="connsiteY23" fmla="*/ 238495 h 679485"/>
                <a:gd name="connsiteX24" fmla="*/ 233771 w 2912392"/>
                <a:gd name="connsiteY24" fmla="*/ 244227 h 679485"/>
                <a:gd name="connsiteX25" fmla="*/ 243510 w 2912392"/>
                <a:gd name="connsiteY25" fmla="*/ 249907 h 679485"/>
                <a:gd name="connsiteX26" fmla="*/ 253251 w 2912392"/>
                <a:gd name="connsiteY26" fmla="*/ 255528 h 679485"/>
                <a:gd name="connsiteX27" fmla="*/ 262992 w 2912392"/>
                <a:gd name="connsiteY27" fmla="*/ 261085 h 679485"/>
                <a:gd name="connsiteX28" fmla="*/ 272732 w 2912392"/>
                <a:gd name="connsiteY28" fmla="*/ 266573 h 679485"/>
                <a:gd name="connsiteX29" fmla="*/ 282473 w 2912392"/>
                <a:gd name="connsiteY29" fmla="*/ 271987 h 679485"/>
                <a:gd name="connsiteX30" fmla="*/ 292214 w 2912392"/>
                <a:gd name="connsiteY30" fmla="*/ 277321 h 679485"/>
                <a:gd name="connsiteX31" fmla="*/ 301953 w 2912392"/>
                <a:gd name="connsiteY31" fmla="*/ 282570 h 679485"/>
                <a:gd name="connsiteX32" fmla="*/ 311694 w 2912392"/>
                <a:gd name="connsiteY32" fmla="*/ 287726 h 679485"/>
                <a:gd name="connsiteX33" fmla="*/ 321435 w 2912392"/>
                <a:gd name="connsiteY33" fmla="*/ 292786 h 679485"/>
                <a:gd name="connsiteX34" fmla="*/ 331175 w 2912392"/>
                <a:gd name="connsiteY34" fmla="*/ 297744 h 679485"/>
                <a:gd name="connsiteX35" fmla="*/ 340916 w 2912392"/>
                <a:gd name="connsiteY35" fmla="*/ 302594 h 679485"/>
                <a:gd name="connsiteX36" fmla="*/ 350656 w 2912392"/>
                <a:gd name="connsiteY36" fmla="*/ 307330 h 679485"/>
                <a:gd name="connsiteX37" fmla="*/ 360396 w 2912392"/>
                <a:gd name="connsiteY37" fmla="*/ 311947 h 679485"/>
                <a:gd name="connsiteX38" fmla="*/ 370137 w 2912392"/>
                <a:gd name="connsiteY38" fmla="*/ 316441 h 679485"/>
                <a:gd name="connsiteX39" fmla="*/ 379878 w 2912392"/>
                <a:gd name="connsiteY39" fmla="*/ 320805 h 679485"/>
                <a:gd name="connsiteX40" fmla="*/ 389617 w 2912392"/>
                <a:gd name="connsiteY40" fmla="*/ 325035 h 679485"/>
                <a:gd name="connsiteX41" fmla="*/ 399358 w 2912392"/>
                <a:gd name="connsiteY41" fmla="*/ 329126 h 679485"/>
                <a:gd name="connsiteX42" fmla="*/ 409099 w 2912392"/>
                <a:gd name="connsiteY42" fmla="*/ 333071 h 679485"/>
                <a:gd name="connsiteX43" fmla="*/ 418839 w 2912392"/>
                <a:gd name="connsiteY43" fmla="*/ 336869 h 679485"/>
                <a:gd name="connsiteX44" fmla="*/ 428580 w 2912392"/>
                <a:gd name="connsiteY44" fmla="*/ 340515 h 679485"/>
                <a:gd name="connsiteX45" fmla="*/ 438321 w 2912392"/>
                <a:gd name="connsiteY45" fmla="*/ 344003 h 679485"/>
                <a:gd name="connsiteX46" fmla="*/ 448060 w 2912392"/>
                <a:gd name="connsiteY46" fmla="*/ 347330 h 679485"/>
                <a:gd name="connsiteX47" fmla="*/ 457801 w 2912392"/>
                <a:gd name="connsiteY47" fmla="*/ 350493 h 679485"/>
                <a:gd name="connsiteX48" fmla="*/ 467542 w 2912392"/>
                <a:gd name="connsiteY48" fmla="*/ 353489 h 679485"/>
                <a:gd name="connsiteX49" fmla="*/ 477281 w 2912392"/>
                <a:gd name="connsiteY49" fmla="*/ 356314 h 679485"/>
                <a:gd name="connsiteX50" fmla="*/ 487022 w 2912392"/>
                <a:gd name="connsiteY50" fmla="*/ 358966 h 679485"/>
                <a:gd name="connsiteX51" fmla="*/ 496763 w 2912392"/>
                <a:gd name="connsiteY51" fmla="*/ 361443 h 679485"/>
                <a:gd name="connsiteX52" fmla="*/ 506503 w 2912392"/>
                <a:gd name="connsiteY52" fmla="*/ 363744 h 679485"/>
                <a:gd name="connsiteX53" fmla="*/ 516244 w 2912392"/>
                <a:gd name="connsiteY53" fmla="*/ 365867 h 679485"/>
                <a:gd name="connsiteX54" fmla="*/ 525985 w 2912392"/>
                <a:gd name="connsiteY54" fmla="*/ 367808 h 679485"/>
                <a:gd name="connsiteX55" fmla="*/ 535724 w 2912392"/>
                <a:gd name="connsiteY55" fmla="*/ 369571 h 679485"/>
                <a:gd name="connsiteX56" fmla="*/ 545465 w 2912392"/>
                <a:gd name="connsiteY56" fmla="*/ 371152 h 679485"/>
                <a:gd name="connsiteX57" fmla="*/ 555206 w 2912392"/>
                <a:gd name="connsiteY57" fmla="*/ 372553 h 679485"/>
                <a:gd name="connsiteX58" fmla="*/ 564946 w 2912392"/>
                <a:gd name="connsiteY58" fmla="*/ 373774 h 679485"/>
                <a:gd name="connsiteX59" fmla="*/ 574687 w 2912392"/>
                <a:gd name="connsiteY59" fmla="*/ 374815 h 679485"/>
                <a:gd name="connsiteX60" fmla="*/ 584428 w 2912392"/>
                <a:gd name="connsiteY60" fmla="*/ 375679 h 679485"/>
                <a:gd name="connsiteX61" fmla="*/ 594167 w 2912392"/>
                <a:gd name="connsiteY61" fmla="*/ 376366 h 679485"/>
                <a:gd name="connsiteX62" fmla="*/ 603908 w 2912392"/>
                <a:gd name="connsiteY62" fmla="*/ 376880 h 679485"/>
                <a:gd name="connsiteX63" fmla="*/ 613649 w 2912392"/>
                <a:gd name="connsiteY63" fmla="*/ 377221 h 679485"/>
                <a:gd name="connsiteX64" fmla="*/ 623388 w 2912392"/>
                <a:gd name="connsiteY64" fmla="*/ 377394 h 679485"/>
                <a:gd name="connsiteX65" fmla="*/ 633129 w 2912392"/>
                <a:gd name="connsiteY65" fmla="*/ 377403 h 679485"/>
                <a:gd name="connsiteX66" fmla="*/ 642870 w 2912392"/>
                <a:gd name="connsiteY66" fmla="*/ 377250 h 679485"/>
                <a:gd name="connsiteX67" fmla="*/ 652610 w 2912392"/>
                <a:gd name="connsiteY67" fmla="*/ 376938 h 679485"/>
                <a:gd name="connsiteX68" fmla="*/ 662351 w 2912392"/>
                <a:gd name="connsiteY68" fmla="*/ 376475 h 679485"/>
                <a:gd name="connsiteX69" fmla="*/ 672092 w 2912392"/>
                <a:gd name="connsiteY69" fmla="*/ 375863 h 679485"/>
                <a:gd name="connsiteX70" fmla="*/ 681831 w 2912392"/>
                <a:gd name="connsiteY70" fmla="*/ 375109 h 679485"/>
                <a:gd name="connsiteX71" fmla="*/ 691572 w 2912392"/>
                <a:gd name="connsiteY71" fmla="*/ 374218 h 679485"/>
                <a:gd name="connsiteX72" fmla="*/ 701313 w 2912392"/>
                <a:gd name="connsiteY72" fmla="*/ 373194 h 679485"/>
                <a:gd name="connsiteX73" fmla="*/ 711052 w 2912392"/>
                <a:gd name="connsiteY73" fmla="*/ 372047 h 679485"/>
                <a:gd name="connsiteX74" fmla="*/ 720793 w 2912392"/>
                <a:gd name="connsiteY74" fmla="*/ 370780 h 679485"/>
                <a:gd name="connsiteX75" fmla="*/ 730534 w 2912392"/>
                <a:gd name="connsiteY75" fmla="*/ 369402 h 679485"/>
                <a:gd name="connsiteX76" fmla="*/ 740274 w 2912392"/>
                <a:gd name="connsiteY76" fmla="*/ 367920 h 679485"/>
                <a:gd name="connsiteX77" fmla="*/ 750015 w 2912392"/>
                <a:gd name="connsiteY77" fmla="*/ 366341 h 679485"/>
                <a:gd name="connsiteX78" fmla="*/ 759756 w 2912392"/>
                <a:gd name="connsiteY78" fmla="*/ 364672 h 679485"/>
                <a:gd name="connsiteX79" fmla="*/ 769495 w 2912392"/>
                <a:gd name="connsiteY79" fmla="*/ 362921 h 679485"/>
                <a:gd name="connsiteX80" fmla="*/ 779236 w 2912392"/>
                <a:gd name="connsiteY80" fmla="*/ 361096 h 679485"/>
                <a:gd name="connsiteX81" fmla="*/ 788977 w 2912392"/>
                <a:gd name="connsiteY81" fmla="*/ 359206 h 679485"/>
                <a:gd name="connsiteX82" fmla="*/ 798717 w 2912392"/>
                <a:gd name="connsiteY82" fmla="*/ 357258 h 679485"/>
                <a:gd name="connsiteX83" fmla="*/ 808458 w 2912392"/>
                <a:gd name="connsiteY83" fmla="*/ 355262 h 679485"/>
                <a:gd name="connsiteX84" fmla="*/ 818199 w 2912392"/>
                <a:gd name="connsiteY84" fmla="*/ 353225 h 679485"/>
                <a:gd name="connsiteX85" fmla="*/ 827938 w 2912392"/>
                <a:gd name="connsiteY85" fmla="*/ 351156 h 679485"/>
                <a:gd name="connsiteX86" fmla="*/ 837679 w 2912392"/>
                <a:gd name="connsiteY86" fmla="*/ 349065 h 679485"/>
                <a:gd name="connsiteX87" fmla="*/ 847420 w 2912392"/>
                <a:gd name="connsiteY87" fmla="*/ 346958 h 679485"/>
                <a:gd name="connsiteX88" fmla="*/ 857159 w 2912392"/>
                <a:gd name="connsiteY88" fmla="*/ 344849 h 679485"/>
                <a:gd name="connsiteX89" fmla="*/ 866900 w 2912392"/>
                <a:gd name="connsiteY89" fmla="*/ 342741 h 679485"/>
                <a:gd name="connsiteX90" fmla="*/ 876641 w 2912392"/>
                <a:gd name="connsiteY90" fmla="*/ 340646 h 679485"/>
                <a:gd name="connsiteX91" fmla="*/ 886381 w 2912392"/>
                <a:gd name="connsiteY91" fmla="*/ 338573 h 679485"/>
                <a:gd name="connsiteX92" fmla="*/ 896122 w 2912392"/>
                <a:gd name="connsiteY92" fmla="*/ 336529 h 679485"/>
                <a:gd name="connsiteX93" fmla="*/ 905863 w 2912392"/>
                <a:gd name="connsiteY93" fmla="*/ 334525 h 679485"/>
                <a:gd name="connsiteX94" fmla="*/ 915602 w 2912392"/>
                <a:gd name="connsiteY94" fmla="*/ 332569 h 679485"/>
                <a:gd name="connsiteX95" fmla="*/ 925343 w 2912392"/>
                <a:gd name="connsiteY95" fmla="*/ 330669 h 679485"/>
                <a:gd name="connsiteX96" fmla="*/ 935084 w 2912392"/>
                <a:gd name="connsiteY96" fmla="*/ 328834 h 679485"/>
                <a:gd name="connsiteX97" fmla="*/ 944824 w 2912392"/>
                <a:gd name="connsiteY97" fmla="*/ 327071 h 679485"/>
                <a:gd name="connsiteX98" fmla="*/ 954564 w 2912392"/>
                <a:gd name="connsiteY98" fmla="*/ 325391 h 679485"/>
                <a:gd name="connsiteX99" fmla="*/ 964305 w 2912392"/>
                <a:gd name="connsiteY99" fmla="*/ 323800 h 679485"/>
                <a:gd name="connsiteX100" fmla="*/ 974045 w 2912392"/>
                <a:gd name="connsiteY100" fmla="*/ 322307 h 679485"/>
                <a:gd name="connsiteX101" fmla="*/ 983786 w 2912392"/>
                <a:gd name="connsiteY101" fmla="*/ 320918 h 679485"/>
                <a:gd name="connsiteX102" fmla="*/ 993522 w 2912392"/>
                <a:gd name="connsiteY102" fmla="*/ 319644 h 679485"/>
                <a:gd name="connsiteX103" fmla="*/ 1003266 w 2912392"/>
                <a:gd name="connsiteY103" fmla="*/ 318490 h 679485"/>
                <a:gd name="connsiteX104" fmla="*/ 1013010 w 2912392"/>
                <a:gd name="connsiteY104" fmla="*/ 317463 h 679485"/>
                <a:gd name="connsiteX105" fmla="*/ 1022754 w 2912392"/>
                <a:gd name="connsiteY105" fmla="*/ 316571 h 679485"/>
                <a:gd name="connsiteX106" fmla="*/ 1032483 w 2912392"/>
                <a:gd name="connsiteY106" fmla="*/ 315820 h 679485"/>
                <a:gd name="connsiteX107" fmla="*/ 1042227 w 2912392"/>
                <a:gd name="connsiteY107" fmla="*/ 315218 h 679485"/>
                <a:gd name="connsiteX108" fmla="*/ 1051971 w 2912392"/>
                <a:gd name="connsiteY108" fmla="*/ 314769 h 679485"/>
                <a:gd name="connsiteX109" fmla="*/ 1061715 w 2912392"/>
                <a:gd name="connsiteY109" fmla="*/ 314480 h 679485"/>
                <a:gd name="connsiteX110" fmla="*/ 1071444 w 2912392"/>
                <a:gd name="connsiteY110" fmla="*/ 314358 h 679485"/>
                <a:gd name="connsiteX111" fmla="*/ 1081188 w 2912392"/>
                <a:gd name="connsiteY111" fmla="*/ 314407 h 679485"/>
                <a:gd name="connsiteX112" fmla="*/ 1090932 w 2912392"/>
                <a:gd name="connsiteY112" fmla="*/ 314634 h 679485"/>
                <a:gd name="connsiteX113" fmla="*/ 1100676 w 2912392"/>
                <a:gd name="connsiteY113" fmla="*/ 315040 h 679485"/>
                <a:gd name="connsiteX114" fmla="*/ 1110405 w 2912392"/>
                <a:gd name="connsiteY114" fmla="*/ 315633 h 679485"/>
                <a:gd name="connsiteX115" fmla="*/ 1120149 w 2912392"/>
                <a:gd name="connsiteY115" fmla="*/ 316417 h 679485"/>
                <a:gd name="connsiteX116" fmla="*/ 1129893 w 2912392"/>
                <a:gd name="connsiteY116" fmla="*/ 317393 h 679485"/>
                <a:gd name="connsiteX117" fmla="*/ 1139637 w 2912392"/>
                <a:gd name="connsiteY117" fmla="*/ 318568 h 679485"/>
                <a:gd name="connsiteX118" fmla="*/ 1149381 w 2912392"/>
                <a:gd name="connsiteY118" fmla="*/ 319944 h 679485"/>
                <a:gd name="connsiteX119" fmla="*/ 1159110 w 2912392"/>
                <a:gd name="connsiteY119" fmla="*/ 321523 h 679485"/>
                <a:gd name="connsiteX120" fmla="*/ 1168854 w 2912392"/>
                <a:gd name="connsiteY120" fmla="*/ 323309 h 679485"/>
                <a:gd name="connsiteX121" fmla="*/ 1178598 w 2912392"/>
                <a:gd name="connsiteY121" fmla="*/ 325303 h 679485"/>
                <a:gd name="connsiteX122" fmla="*/ 1188341 w 2912392"/>
                <a:gd name="connsiteY122" fmla="*/ 327508 h 679485"/>
                <a:gd name="connsiteX123" fmla="*/ 1198070 w 2912392"/>
                <a:gd name="connsiteY123" fmla="*/ 329925 h 679485"/>
                <a:gd name="connsiteX124" fmla="*/ 1207814 w 2912392"/>
                <a:gd name="connsiteY124" fmla="*/ 332553 h 679485"/>
                <a:gd name="connsiteX125" fmla="*/ 1217558 w 2912392"/>
                <a:gd name="connsiteY125" fmla="*/ 335394 h 679485"/>
                <a:gd name="connsiteX126" fmla="*/ 1227302 w 2912392"/>
                <a:gd name="connsiteY126" fmla="*/ 338450 h 679485"/>
                <a:gd name="connsiteX127" fmla="*/ 1237031 w 2912392"/>
                <a:gd name="connsiteY127" fmla="*/ 341719 h 679485"/>
                <a:gd name="connsiteX128" fmla="*/ 1246775 w 2912392"/>
                <a:gd name="connsiteY128" fmla="*/ 345200 h 679485"/>
                <a:gd name="connsiteX129" fmla="*/ 1256519 w 2912392"/>
                <a:gd name="connsiteY129" fmla="*/ 348894 h 679485"/>
                <a:gd name="connsiteX130" fmla="*/ 1266263 w 2912392"/>
                <a:gd name="connsiteY130" fmla="*/ 352797 h 679485"/>
                <a:gd name="connsiteX131" fmla="*/ 1276007 w 2912392"/>
                <a:gd name="connsiteY131" fmla="*/ 356910 h 679485"/>
                <a:gd name="connsiteX132" fmla="*/ 1285736 w 2912392"/>
                <a:gd name="connsiteY132" fmla="*/ 361227 h 679485"/>
                <a:gd name="connsiteX133" fmla="*/ 1295480 w 2912392"/>
                <a:gd name="connsiteY133" fmla="*/ 365749 h 679485"/>
                <a:gd name="connsiteX134" fmla="*/ 1305224 w 2912392"/>
                <a:gd name="connsiteY134" fmla="*/ 370471 h 679485"/>
                <a:gd name="connsiteX135" fmla="*/ 1314968 w 2912392"/>
                <a:gd name="connsiteY135" fmla="*/ 375387 h 679485"/>
                <a:gd name="connsiteX136" fmla="*/ 1324697 w 2912392"/>
                <a:gd name="connsiteY136" fmla="*/ 380498 h 679485"/>
                <a:gd name="connsiteX137" fmla="*/ 1334441 w 2912392"/>
                <a:gd name="connsiteY137" fmla="*/ 385796 h 679485"/>
                <a:gd name="connsiteX138" fmla="*/ 1344185 w 2912392"/>
                <a:gd name="connsiteY138" fmla="*/ 391277 h 679485"/>
                <a:gd name="connsiteX139" fmla="*/ 1353929 w 2912392"/>
                <a:gd name="connsiteY139" fmla="*/ 396936 h 679485"/>
                <a:gd name="connsiteX140" fmla="*/ 1363658 w 2912392"/>
                <a:gd name="connsiteY140" fmla="*/ 402764 h 679485"/>
                <a:gd name="connsiteX141" fmla="*/ 1373402 w 2912392"/>
                <a:gd name="connsiteY141" fmla="*/ 408758 h 679485"/>
                <a:gd name="connsiteX142" fmla="*/ 1383146 w 2912392"/>
                <a:gd name="connsiteY142" fmla="*/ 414911 h 679485"/>
                <a:gd name="connsiteX143" fmla="*/ 1392890 w 2912392"/>
                <a:gd name="connsiteY143" fmla="*/ 421214 h 679485"/>
                <a:gd name="connsiteX144" fmla="*/ 1402619 w 2912392"/>
                <a:gd name="connsiteY144" fmla="*/ 427660 h 679485"/>
                <a:gd name="connsiteX145" fmla="*/ 1412363 w 2912392"/>
                <a:gd name="connsiteY145" fmla="*/ 434240 h 679485"/>
                <a:gd name="connsiteX146" fmla="*/ 1422106 w 2912392"/>
                <a:gd name="connsiteY146" fmla="*/ 440947 h 679485"/>
                <a:gd name="connsiteX147" fmla="*/ 1431850 w 2912392"/>
                <a:gd name="connsiteY147" fmla="*/ 447770 h 679485"/>
                <a:gd name="connsiteX148" fmla="*/ 1441594 w 2912392"/>
                <a:gd name="connsiteY148" fmla="*/ 454700 h 679485"/>
                <a:gd name="connsiteX149" fmla="*/ 1451323 w 2912392"/>
                <a:gd name="connsiteY149" fmla="*/ 461728 h 679485"/>
                <a:gd name="connsiteX150" fmla="*/ 1461067 w 2912392"/>
                <a:gd name="connsiteY150" fmla="*/ 468844 h 679485"/>
                <a:gd name="connsiteX151" fmla="*/ 1470811 w 2912392"/>
                <a:gd name="connsiteY151" fmla="*/ 476040 h 679485"/>
                <a:gd name="connsiteX152" fmla="*/ 1480555 w 2912392"/>
                <a:gd name="connsiteY152" fmla="*/ 483296 h 679485"/>
                <a:gd name="connsiteX153" fmla="*/ 1490284 w 2912392"/>
                <a:gd name="connsiteY153" fmla="*/ 490597 h 679485"/>
                <a:gd name="connsiteX154" fmla="*/ 1500028 w 2912392"/>
                <a:gd name="connsiteY154" fmla="*/ 497957 h 679485"/>
                <a:gd name="connsiteX155" fmla="*/ 1509772 w 2912392"/>
                <a:gd name="connsiteY155" fmla="*/ 505332 h 679485"/>
                <a:gd name="connsiteX156" fmla="*/ 1519516 w 2912392"/>
                <a:gd name="connsiteY156" fmla="*/ 512736 h 679485"/>
                <a:gd name="connsiteX157" fmla="*/ 1529245 w 2912392"/>
                <a:gd name="connsiteY157" fmla="*/ 520141 h 679485"/>
                <a:gd name="connsiteX158" fmla="*/ 1538989 w 2912392"/>
                <a:gd name="connsiteY158" fmla="*/ 527531 h 679485"/>
                <a:gd name="connsiteX159" fmla="*/ 1548733 w 2912392"/>
                <a:gd name="connsiteY159" fmla="*/ 534906 h 679485"/>
                <a:gd name="connsiteX160" fmla="*/ 1558477 w 2912392"/>
                <a:gd name="connsiteY160" fmla="*/ 542237 h 679485"/>
                <a:gd name="connsiteX161" fmla="*/ 1568221 w 2912392"/>
                <a:gd name="connsiteY161" fmla="*/ 549522 h 679485"/>
                <a:gd name="connsiteX162" fmla="*/ 1577950 w 2912392"/>
                <a:gd name="connsiteY162" fmla="*/ 556748 h 679485"/>
                <a:gd name="connsiteX163" fmla="*/ 1587694 w 2912392"/>
                <a:gd name="connsiteY163" fmla="*/ 563900 h 679485"/>
                <a:gd name="connsiteX164" fmla="*/ 1597438 w 2912392"/>
                <a:gd name="connsiteY164" fmla="*/ 570962 h 679485"/>
                <a:gd name="connsiteX165" fmla="*/ 1607182 w 2912392"/>
                <a:gd name="connsiteY165" fmla="*/ 577920 h 679485"/>
                <a:gd name="connsiteX166" fmla="*/ 1616911 w 2912392"/>
                <a:gd name="connsiteY166" fmla="*/ 584758 h 679485"/>
                <a:gd name="connsiteX167" fmla="*/ 1626655 w 2912392"/>
                <a:gd name="connsiteY167" fmla="*/ 591448 h 679485"/>
                <a:gd name="connsiteX168" fmla="*/ 1636399 w 2912392"/>
                <a:gd name="connsiteY168" fmla="*/ 598003 h 679485"/>
                <a:gd name="connsiteX169" fmla="*/ 1646142 w 2912392"/>
                <a:gd name="connsiteY169" fmla="*/ 604410 h 679485"/>
                <a:gd name="connsiteX170" fmla="*/ 1655872 w 2912392"/>
                <a:gd name="connsiteY170" fmla="*/ 610623 h 679485"/>
                <a:gd name="connsiteX171" fmla="*/ 1665616 w 2912392"/>
                <a:gd name="connsiteY171" fmla="*/ 616657 h 679485"/>
                <a:gd name="connsiteX172" fmla="*/ 1675359 w 2912392"/>
                <a:gd name="connsiteY172" fmla="*/ 622482 h 679485"/>
                <a:gd name="connsiteX173" fmla="*/ 1685103 w 2912392"/>
                <a:gd name="connsiteY173" fmla="*/ 628099 h 679485"/>
                <a:gd name="connsiteX174" fmla="*/ 1694832 w 2912392"/>
                <a:gd name="connsiteY174" fmla="*/ 633478 h 679485"/>
                <a:gd name="connsiteX175" fmla="*/ 1704576 w 2912392"/>
                <a:gd name="connsiteY175" fmla="*/ 638633 h 679485"/>
                <a:gd name="connsiteX176" fmla="*/ 1714320 w 2912392"/>
                <a:gd name="connsiteY176" fmla="*/ 643520 h 679485"/>
                <a:gd name="connsiteX177" fmla="*/ 1724064 w 2912392"/>
                <a:gd name="connsiteY177" fmla="*/ 648138 h 679485"/>
                <a:gd name="connsiteX178" fmla="*/ 1733808 w 2912392"/>
                <a:gd name="connsiteY178" fmla="*/ 652489 h 679485"/>
                <a:gd name="connsiteX179" fmla="*/ 1743537 w 2912392"/>
                <a:gd name="connsiteY179" fmla="*/ 656556 h 679485"/>
                <a:gd name="connsiteX180" fmla="*/ 1753281 w 2912392"/>
                <a:gd name="connsiteY180" fmla="*/ 660311 h 679485"/>
                <a:gd name="connsiteX181" fmla="*/ 1763025 w 2912392"/>
                <a:gd name="connsiteY181" fmla="*/ 663767 h 679485"/>
                <a:gd name="connsiteX182" fmla="*/ 1772769 w 2912392"/>
                <a:gd name="connsiteY182" fmla="*/ 666896 h 679485"/>
                <a:gd name="connsiteX183" fmla="*/ 1782498 w 2912392"/>
                <a:gd name="connsiteY183" fmla="*/ 669697 h 679485"/>
                <a:gd name="connsiteX184" fmla="*/ 1792242 w 2912392"/>
                <a:gd name="connsiteY184" fmla="*/ 672171 h 679485"/>
                <a:gd name="connsiteX185" fmla="*/ 1801986 w 2912392"/>
                <a:gd name="connsiteY185" fmla="*/ 674286 h 679485"/>
                <a:gd name="connsiteX186" fmla="*/ 1811730 w 2912392"/>
                <a:gd name="connsiteY186" fmla="*/ 676059 h 679485"/>
                <a:gd name="connsiteX187" fmla="*/ 1821459 w 2912392"/>
                <a:gd name="connsiteY187" fmla="*/ 677460 h 679485"/>
                <a:gd name="connsiteX188" fmla="*/ 1831203 w 2912392"/>
                <a:gd name="connsiteY188" fmla="*/ 678503 h 679485"/>
                <a:gd name="connsiteX189" fmla="*/ 1840947 w 2912392"/>
                <a:gd name="connsiteY189" fmla="*/ 679188 h 679485"/>
                <a:gd name="connsiteX190" fmla="*/ 1850691 w 2912392"/>
                <a:gd name="connsiteY190" fmla="*/ 679486 h 679485"/>
                <a:gd name="connsiteX191" fmla="*/ 1860435 w 2912392"/>
                <a:gd name="connsiteY191" fmla="*/ 679396 h 679485"/>
                <a:gd name="connsiteX192" fmla="*/ 1870164 w 2912392"/>
                <a:gd name="connsiteY192" fmla="*/ 678950 h 679485"/>
                <a:gd name="connsiteX193" fmla="*/ 1879908 w 2912392"/>
                <a:gd name="connsiteY193" fmla="*/ 678100 h 679485"/>
                <a:gd name="connsiteX194" fmla="*/ 1889652 w 2912392"/>
                <a:gd name="connsiteY194" fmla="*/ 676864 h 679485"/>
                <a:gd name="connsiteX195" fmla="*/ 1899395 w 2912392"/>
                <a:gd name="connsiteY195" fmla="*/ 675255 h 679485"/>
                <a:gd name="connsiteX196" fmla="*/ 1909124 w 2912392"/>
                <a:gd name="connsiteY196" fmla="*/ 673243 h 679485"/>
                <a:gd name="connsiteX197" fmla="*/ 1918868 w 2912392"/>
                <a:gd name="connsiteY197" fmla="*/ 670859 h 679485"/>
                <a:gd name="connsiteX198" fmla="*/ 1928612 w 2912392"/>
                <a:gd name="connsiteY198" fmla="*/ 668088 h 679485"/>
                <a:gd name="connsiteX199" fmla="*/ 1938356 w 2912392"/>
                <a:gd name="connsiteY199" fmla="*/ 664930 h 679485"/>
                <a:gd name="connsiteX200" fmla="*/ 1948085 w 2912392"/>
                <a:gd name="connsiteY200" fmla="*/ 661399 h 679485"/>
                <a:gd name="connsiteX201" fmla="*/ 1957829 w 2912392"/>
                <a:gd name="connsiteY201" fmla="*/ 657495 h 679485"/>
                <a:gd name="connsiteX202" fmla="*/ 1967573 w 2912392"/>
                <a:gd name="connsiteY202" fmla="*/ 653219 h 679485"/>
                <a:gd name="connsiteX203" fmla="*/ 1977317 w 2912392"/>
                <a:gd name="connsiteY203" fmla="*/ 648585 h 679485"/>
                <a:gd name="connsiteX204" fmla="*/ 1987046 w 2912392"/>
                <a:gd name="connsiteY204" fmla="*/ 643579 h 679485"/>
                <a:gd name="connsiteX205" fmla="*/ 1996790 w 2912392"/>
                <a:gd name="connsiteY205" fmla="*/ 638231 h 679485"/>
                <a:gd name="connsiteX206" fmla="*/ 2006534 w 2912392"/>
                <a:gd name="connsiteY206" fmla="*/ 632539 h 679485"/>
                <a:gd name="connsiteX207" fmla="*/ 2016278 w 2912392"/>
                <a:gd name="connsiteY207" fmla="*/ 626505 h 679485"/>
                <a:gd name="connsiteX208" fmla="*/ 2026022 w 2912392"/>
                <a:gd name="connsiteY208" fmla="*/ 620158 h 679485"/>
                <a:gd name="connsiteX209" fmla="*/ 2035751 w 2912392"/>
                <a:gd name="connsiteY209" fmla="*/ 613483 h 679485"/>
                <a:gd name="connsiteX210" fmla="*/ 2045495 w 2912392"/>
                <a:gd name="connsiteY210" fmla="*/ 606496 h 679485"/>
                <a:gd name="connsiteX211" fmla="*/ 2055239 w 2912392"/>
                <a:gd name="connsiteY211" fmla="*/ 599225 h 679485"/>
                <a:gd name="connsiteX212" fmla="*/ 2064983 w 2912392"/>
                <a:gd name="connsiteY212" fmla="*/ 591656 h 679485"/>
                <a:gd name="connsiteX213" fmla="*/ 2074712 w 2912392"/>
                <a:gd name="connsiteY213" fmla="*/ 583819 h 679485"/>
                <a:gd name="connsiteX214" fmla="*/ 2084456 w 2912392"/>
                <a:gd name="connsiteY214" fmla="*/ 575729 h 679485"/>
                <a:gd name="connsiteX215" fmla="*/ 2094200 w 2912392"/>
                <a:gd name="connsiteY215" fmla="*/ 567371 h 679485"/>
                <a:gd name="connsiteX216" fmla="*/ 2103944 w 2912392"/>
                <a:gd name="connsiteY216" fmla="*/ 558789 h 679485"/>
                <a:gd name="connsiteX217" fmla="*/ 2113673 w 2912392"/>
                <a:gd name="connsiteY217" fmla="*/ 549984 h 679485"/>
                <a:gd name="connsiteX218" fmla="*/ 2123417 w 2912392"/>
                <a:gd name="connsiteY218" fmla="*/ 540955 h 679485"/>
                <a:gd name="connsiteX219" fmla="*/ 2133161 w 2912392"/>
                <a:gd name="connsiteY219" fmla="*/ 531748 h 679485"/>
                <a:gd name="connsiteX220" fmla="*/ 2142905 w 2912392"/>
                <a:gd name="connsiteY220" fmla="*/ 522346 h 679485"/>
                <a:gd name="connsiteX221" fmla="*/ 2152649 w 2912392"/>
                <a:gd name="connsiteY221" fmla="*/ 512796 h 679485"/>
                <a:gd name="connsiteX222" fmla="*/ 2162377 w 2912392"/>
                <a:gd name="connsiteY222" fmla="*/ 503067 h 679485"/>
                <a:gd name="connsiteX223" fmla="*/ 2172121 w 2912392"/>
                <a:gd name="connsiteY223" fmla="*/ 493219 h 679485"/>
                <a:gd name="connsiteX224" fmla="*/ 2181865 w 2912392"/>
                <a:gd name="connsiteY224" fmla="*/ 483237 h 679485"/>
                <a:gd name="connsiteX225" fmla="*/ 2191609 w 2912392"/>
                <a:gd name="connsiteY225" fmla="*/ 473150 h 679485"/>
                <a:gd name="connsiteX226" fmla="*/ 2201338 w 2912392"/>
                <a:gd name="connsiteY226" fmla="*/ 462968 h 679485"/>
                <a:gd name="connsiteX227" fmla="*/ 2211082 w 2912392"/>
                <a:gd name="connsiteY227" fmla="*/ 452706 h 679485"/>
                <a:gd name="connsiteX228" fmla="*/ 2220826 w 2912392"/>
                <a:gd name="connsiteY228" fmla="*/ 442378 h 679485"/>
                <a:gd name="connsiteX229" fmla="*/ 2230570 w 2912392"/>
                <a:gd name="connsiteY229" fmla="*/ 432000 h 679485"/>
                <a:gd name="connsiteX230" fmla="*/ 2240299 w 2912392"/>
                <a:gd name="connsiteY230" fmla="*/ 421586 h 679485"/>
                <a:gd name="connsiteX231" fmla="*/ 2250043 w 2912392"/>
                <a:gd name="connsiteY231" fmla="*/ 411149 h 679485"/>
                <a:gd name="connsiteX232" fmla="*/ 2259787 w 2912392"/>
                <a:gd name="connsiteY232" fmla="*/ 400705 h 679485"/>
                <a:gd name="connsiteX233" fmla="*/ 2269531 w 2912392"/>
                <a:gd name="connsiteY233" fmla="*/ 390267 h 679485"/>
                <a:gd name="connsiteX234" fmla="*/ 2279260 w 2912392"/>
                <a:gd name="connsiteY234" fmla="*/ 379847 h 679485"/>
                <a:gd name="connsiteX235" fmla="*/ 2289004 w 2912392"/>
                <a:gd name="connsiteY235" fmla="*/ 369460 h 679485"/>
                <a:gd name="connsiteX236" fmla="*/ 2298748 w 2912392"/>
                <a:gd name="connsiteY236" fmla="*/ 359118 h 679485"/>
                <a:gd name="connsiteX237" fmla="*/ 2308492 w 2912392"/>
                <a:gd name="connsiteY237" fmla="*/ 348833 h 679485"/>
                <a:gd name="connsiteX238" fmla="*/ 2318236 w 2912392"/>
                <a:gd name="connsiteY238" fmla="*/ 338618 h 679485"/>
                <a:gd name="connsiteX239" fmla="*/ 2327965 w 2912392"/>
                <a:gd name="connsiteY239" fmla="*/ 328484 h 679485"/>
                <a:gd name="connsiteX240" fmla="*/ 2337709 w 2912392"/>
                <a:gd name="connsiteY240" fmla="*/ 318442 h 679485"/>
                <a:gd name="connsiteX241" fmla="*/ 2347453 w 2912392"/>
                <a:gd name="connsiteY241" fmla="*/ 308503 h 679485"/>
                <a:gd name="connsiteX242" fmla="*/ 2357197 w 2912392"/>
                <a:gd name="connsiteY242" fmla="*/ 298677 h 679485"/>
                <a:gd name="connsiteX243" fmla="*/ 2366926 w 2912392"/>
                <a:gd name="connsiteY243" fmla="*/ 288975 h 679485"/>
                <a:gd name="connsiteX244" fmla="*/ 2376670 w 2912392"/>
                <a:gd name="connsiteY244" fmla="*/ 279404 h 679485"/>
                <a:gd name="connsiteX245" fmla="*/ 2386413 w 2912392"/>
                <a:gd name="connsiteY245" fmla="*/ 269974 h 679485"/>
                <a:gd name="connsiteX246" fmla="*/ 2396157 w 2912392"/>
                <a:gd name="connsiteY246" fmla="*/ 260693 h 679485"/>
                <a:gd name="connsiteX247" fmla="*/ 2405886 w 2912392"/>
                <a:gd name="connsiteY247" fmla="*/ 251569 h 679485"/>
                <a:gd name="connsiteX248" fmla="*/ 2415630 w 2912392"/>
                <a:gd name="connsiteY248" fmla="*/ 242609 h 679485"/>
                <a:gd name="connsiteX249" fmla="*/ 2425374 w 2912392"/>
                <a:gd name="connsiteY249" fmla="*/ 233817 h 679485"/>
                <a:gd name="connsiteX250" fmla="*/ 2435118 w 2912392"/>
                <a:gd name="connsiteY250" fmla="*/ 225203 h 679485"/>
                <a:gd name="connsiteX251" fmla="*/ 2444862 w 2912392"/>
                <a:gd name="connsiteY251" fmla="*/ 216768 h 679485"/>
                <a:gd name="connsiteX252" fmla="*/ 2454591 w 2912392"/>
                <a:gd name="connsiteY252" fmla="*/ 208519 h 679485"/>
                <a:gd name="connsiteX253" fmla="*/ 2464335 w 2912392"/>
                <a:gd name="connsiteY253" fmla="*/ 200458 h 679485"/>
                <a:gd name="connsiteX254" fmla="*/ 2474079 w 2912392"/>
                <a:gd name="connsiteY254" fmla="*/ 192592 h 679485"/>
                <a:gd name="connsiteX255" fmla="*/ 2483823 w 2912392"/>
                <a:gd name="connsiteY255" fmla="*/ 184920 h 679485"/>
                <a:gd name="connsiteX256" fmla="*/ 2493552 w 2912392"/>
                <a:gd name="connsiteY256" fmla="*/ 177447 h 679485"/>
                <a:gd name="connsiteX257" fmla="*/ 2503296 w 2912392"/>
                <a:gd name="connsiteY257" fmla="*/ 170172 h 679485"/>
                <a:gd name="connsiteX258" fmla="*/ 2513040 w 2912392"/>
                <a:gd name="connsiteY258" fmla="*/ 163099 h 679485"/>
                <a:gd name="connsiteX259" fmla="*/ 2522784 w 2912392"/>
                <a:gd name="connsiteY259" fmla="*/ 156225 h 679485"/>
                <a:gd name="connsiteX260" fmla="*/ 2532513 w 2912392"/>
                <a:gd name="connsiteY260" fmla="*/ 149553 h 679485"/>
                <a:gd name="connsiteX261" fmla="*/ 2542257 w 2912392"/>
                <a:gd name="connsiteY261" fmla="*/ 143081 h 679485"/>
                <a:gd name="connsiteX262" fmla="*/ 2552001 w 2912392"/>
                <a:gd name="connsiteY262" fmla="*/ 136807 h 679485"/>
                <a:gd name="connsiteX263" fmla="*/ 2561745 w 2912392"/>
                <a:gd name="connsiteY263" fmla="*/ 130731 h 679485"/>
                <a:gd name="connsiteX264" fmla="*/ 2571474 w 2912392"/>
                <a:gd name="connsiteY264" fmla="*/ 124849 h 679485"/>
                <a:gd name="connsiteX265" fmla="*/ 2581218 w 2912392"/>
                <a:gd name="connsiteY265" fmla="*/ 119161 h 679485"/>
                <a:gd name="connsiteX266" fmla="*/ 2590962 w 2912392"/>
                <a:gd name="connsiteY266" fmla="*/ 113660 h 679485"/>
                <a:gd name="connsiteX267" fmla="*/ 2600705 w 2912392"/>
                <a:gd name="connsiteY267" fmla="*/ 108344 h 679485"/>
                <a:gd name="connsiteX268" fmla="*/ 2610449 w 2912392"/>
                <a:gd name="connsiteY268" fmla="*/ 103210 h 679485"/>
                <a:gd name="connsiteX269" fmla="*/ 2620178 w 2912392"/>
                <a:gd name="connsiteY269" fmla="*/ 98251 h 679485"/>
                <a:gd name="connsiteX270" fmla="*/ 2629922 w 2912392"/>
                <a:gd name="connsiteY270" fmla="*/ 93464 h 679485"/>
                <a:gd name="connsiteX271" fmla="*/ 2639666 w 2912392"/>
                <a:gd name="connsiteY271" fmla="*/ 88844 h 679485"/>
                <a:gd name="connsiteX272" fmla="*/ 2649410 w 2912392"/>
                <a:gd name="connsiteY272" fmla="*/ 84385 h 679485"/>
                <a:gd name="connsiteX273" fmla="*/ 2659139 w 2912392"/>
                <a:gd name="connsiteY273" fmla="*/ 80079 h 679485"/>
                <a:gd name="connsiteX274" fmla="*/ 2668883 w 2912392"/>
                <a:gd name="connsiteY274" fmla="*/ 75924 h 679485"/>
                <a:gd name="connsiteX275" fmla="*/ 2678627 w 2912392"/>
                <a:gd name="connsiteY275" fmla="*/ 71908 h 679485"/>
                <a:gd name="connsiteX276" fmla="*/ 2688371 w 2912392"/>
                <a:gd name="connsiteY276" fmla="*/ 68030 h 679485"/>
                <a:gd name="connsiteX277" fmla="*/ 2698100 w 2912392"/>
                <a:gd name="connsiteY277" fmla="*/ 64279 h 679485"/>
                <a:gd name="connsiteX278" fmla="*/ 2707844 w 2912392"/>
                <a:gd name="connsiteY278" fmla="*/ 60649 h 679485"/>
                <a:gd name="connsiteX279" fmla="*/ 2717588 w 2912392"/>
                <a:gd name="connsiteY279" fmla="*/ 57135 h 679485"/>
                <a:gd name="connsiteX280" fmla="*/ 2727332 w 2912392"/>
                <a:gd name="connsiteY280" fmla="*/ 53726 h 679485"/>
                <a:gd name="connsiteX281" fmla="*/ 2737076 w 2912392"/>
                <a:gd name="connsiteY281" fmla="*/ 50417 h 679485"/>
                <a:gd name="connsiteX282" fmla="*/ 2746805 w 2912392"/>
                <a:gd name="connsiteY282" fmla="*/ 47200 h 679485"/>
                <a:gd name="connsiteX283" fmla="*/ 2756549 w 2912392"/>
                <a:gd name="connsiteY283" fmla="*/ 44068 h 679485"/>
                <a:gd name="connsiteX284" fmla="*/ 2766293 w 2912392"/>
                <a:gd name="connsiteY284" fmla="*/ 41014 h 679485"/>
                <a:gd name="connsiteX285" fmla="*/ 2776037 w 2912392"/>
                <a:gd name="connsiteY285" fmla="*/ 38030 h 679485"/>
                <a:gd name="connsiteX286" fmla="*/ 2785766 w 2912392"/>
                <a:gd name="connsiteY286" fmla="*/ 35108 h 679485"/>
                <a:gd name="connsiteX287" fmla="*/ 2795510 w 2912392"/>
                <a:gd name="connsiteY287" fmla="*/ 32243 h 679485"/>
                <a:gd name="connsiteX288" fmla="*/ 2805254 w 2912392"/>
                <a:gd name="connsiteY288" fmla="*/ 29427 h 679485"/>
                <a:gd name="connsiteX289" fmla="*/ 2814998 w 2912392"/>
                <a:gd name="connsiteY289" fmla="*/ 26653 h 679485"/>
                <a:gd name="connsiteX290" fmla="*/ 2824727 w 2912392"/>
                <a:gd name="connsiteY290" fmla="*/ 23914 h 679485"/>
                <a:gd name="connsiteX291" fmla="*/ 2834471 w 2912392"/>
                <a:gd name="connsiteY291" fmla="*/ 21207 h 679485"/>
                <a:gd name="connsiteX292" fmla="*/ 2844215 w 2912392"/>
                <a:gd name="connsiteY292" fmla="*/ 18524 h 679485"/>
                <a:gd name="connsiteX293" fmla="*/ 2853958 w 2912392"/>
                <a:gd name="connsiteY293" fmla="*/ 15858 h 679485"/>
                <a:gd name="connsiteX294" fmla="*/ 2863687 w 2912392"/>
                <a:gd name="connsiteY294" fmla="*/ 13206 h 679485"/>
                <a:gd name="connsiteX295" fmla="*/ 2873431 w 2912392"/>
                <a:gd name="connsiteY295" fmla="*/ 10565 h 679485"/>
                <a:gd name="connsiteX296" fmla="*/ 2883175 w 2912392"/>
                <a:gd name="connsiteY296" fmla="*/ 7926 h 679485"/>
                <a:gd name="connsiteX297" fmla="*/ 2892919 w 2912392"/>
                <a:gd name="connsiteY297" fmla="*/ 5288 h 679485"/>
                <a:gd name="connsiteX298" fmla="*/ 2902663 w 2912392"/>
                <a:gd name="connsiteY298" fmla="*/ 2648 h 679485"/>
                <a:gd name="connsiteX299" fmla="*/ 2912392 w 2912392"/>
                <a:gd name="connsiteY299" fmla="*/ 0 h 679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79485">
                  <a:moveTo>
                    <a:pt x="0" y="101671"/>
                  </a:moveTo>
                  <a:lnTo>
                    <a:pt x="9739" y="107548"/>
                  </a:lnTo>
                  <a:lnTo>
                    <a:pt x="19480" y="113448"/>
                  </a:lnTo>
                  <a:lnTo>
                    <a:pt x="29221" y="119369"/>
                  </a:lnTo>
                  <a:lnTo>
                    <a:pt x="38961" y="125309"/>
                  </a:lnTo>
                  <a:lnTo>
                    <a:pt x="48702" y="131267"/>
                  </a:lnTo>
                  <a:lnTo>
                    <a:pt x="58443" y="137240"/>
                  </a:lnTo>
                  <a:lnTo>
                    <a:pt x="68182" y="143228"/>
                  </a:lnTo>
                  <a:lnTo>
                    <a:pt x="77923" y="149227"/>
                  </a:lnTo>
                  <a:lnTo>
                    <a:pt x="87664" y="155232"/>
                  </a:lnTo>
                  <a:lnTo>
                    <a:pt x="97404" y="161246"/>
                  </a:lnTo>
                  <a:lnTo>
                    <a:pt x="107145" y="167263"/>
                  </a:lnTo>
                  <a:lnTo>
                    <a:pt x="116886" y="173280"/>
                  </a:lnTo>
                  <a:lnTo>
                    <a:pt x="126625" y="179294"/>
                  </a:lnTo>
                  <a:lnTo>
                    <a:pt x="136366" y="185303"/>
                  </a:lnTo>
                  <a:lnTo>
                    <a:pt x="146107" y="191303"/>
                  </a:lnTo>
                  <a:lnTo>
                    <a:pt x="155846" y="197289"/>
                  </a:lnTo>
                  <a:lnTo>
                    <a:pt x="165587" y="203259"/>
                  </a:lnTo>
                  <a:lnTo>
                    <a:pt x="175328" y="209208"/>
                  </a:lnTo>
                  <a:lnTo>
                    <a:pt x="185068" y="215134"/>
                  </a:lnTo>
                  <a:lnTo>
                    <a:pt x="194809" y="221029"/>
                  </a:lnTo>
                  <a:lnTo>
                    <a:pt x="204550" y="226891"/>
                  </a:lnTo>
                  <a:lnTo>
                    <a:pt x="214289" y="232715"/>
                  </a:lnTo>
                  <a:lnTo>
                    <a:pt x="224030" y="238495"/>
                  </a:lnTo>
                  <a:lnTo>
                    <a:pt x="233771" y="244227"/>
                  </a:lnTo>
                  <a:lnTo>
                    <a:pt x="243510" y="249907"/>
                  </a:lnTo>
                  <a:lnTo>
                    <a:pt x="253251" y="255528"/>
                  </a:lnTo>
                  <a:lnTo>
                    <a:pt x="262992" y="261085"/>
                  </a:lnTo>
                  <a:lnTo>
                    <a:pt x="272732" y="266573"/>
                  </a:lnTo>
                  <a:lnTo>
                    <a:pt x="282473" y="271987"/>
                  </a:lnTo>
                  <a:lnTo>
                    <a:pt x="292214" y="277321"/>
                  </a:lnTo>
                  <a:lnTo>
                    <a:pt x="301953" y="282570"/>
                  </a:lnTo>
                  <a:lnTo>
                    <a:pt x="311694" y="287726"/>
                  </a:lnTo>
                  <a:lnTo>
                    <a:pt x="321435" y="292786"/>
                  </a:lnTo>
                  <a:lnTo>
                    <a:pt x="331175" y="297744"/>
                  </a:lnTo>
                  <a:lnTo>
                    <a:pt x="340916" y="302594"/>
                  </a:lnTo>
                  <a:lnTo>
                    <a:pt x="350656" y="307330"/>
                  </a:lnTo>
                  <a:lnTo>
                    <a:pt x="360396" y="311947"/>
                  </a:lnTo>
                  <a:lnTo>
                    <a:pt x="370137" y="316441"/>
                  </a:lnTo>
                  <a:lnTo>
                    <a:pt x="379878" y="320805"/>
                  </a:lnTo>
                  <a:lnTo>
                    <a:pt x="389617" y="325035"/>
                  </a:lnTo>
                  <a:lnTo>
                    <a:pt x="399358" y="329126"/>
                  </a:lnTo>
                  <a:lnTo>
                    <a:pt x="409099" y="333071"/>
                  </a:lnTo>
                  <a:lnTo>
                    <a:pt x="418839" y="336869"/>
                  </a:lnTo>
                  <a:lnTo>
                    <a:pt x="428580" y="340515"/>
                  </a:lnTo>
                  <a:lnTo>
                    <a:pt x="438321" y="344003"/>
                  </a:lnTo>
                  <a:lnTo>
                    <a:pt x="448060" y="347330"/>
                  </a:lnTo>
                  <a:lnTo>
                    <a:pt x="457801" y="350493"/>
                  </a:lnTo>
                  <a:lnTo>
                    <a:pt x="467542" y="353489"/>
                  </a:lnTo>
                  <a:lnTo>
                    <a:pt x="477281" y="356314"/>
                  </a:lnTo>
                  <a:lnTo>
                    <a:pt x="487022" y="358966"/>
                  </a:lnTo>
                  <a:lnTo>
                    <a:pt x="496763" y="361443"/>
                  </a:lnTo>
                  <a:lnTo>
                    <a:pt x="506503" y="363744"/>
                  </a:lnTo>
                  <a:lnTo>
                    <a:pt x="516244" y="365867"/>
                  </a:lnTo>
                  <a:lnTo>
                    <a:pt x="525985" y="367808"/>
                  </a:lnTo>
                  <a:lnTo>
                    <a:pt x="535724" y="369571"/>
                  </a:lnTo>
                  <a:lnTo>
                    <a:pt x="545465" y="371152"/>
                  </a:lnTo>
                  <a:lnTo>
                    <a:pt x="555206" y="372553"/>
                  </a:lnTo>
                  <a:lnTo>
                    <a:pt x="564946" y="373774"/>
                  </a:lnTo>
                  <a:lnTo>
                    <a:pt x="574687" y="374815"/>
                  </a:lnTo>
                  <a:lnTo>
                    <a:pt x="584428" y="375679"/>
                  </a:lnTo>
                  <a:lnTo>
                    <a:pt x="594167" y="376366"/>
                  </a:lnTo>
                  <a:lnTo>
                    <a:pt x="603908" y="376880"/>
                  </a:lnTo>
                  <a:lnTo>
                    <a:pt x="613649" y="377221"/>
                  </a:lnTo>
                  <a:lnTo>
                    <a:pt x="623388" y="377394"/>
                  </a:lnTo>
                  <a:lnTo>
                    <a:pt x="633129" y="377403"/>
                  </a:lnTo>
                  <a:lnTo>
                    <a:pt x="642870" y="377250"/>
                  </a:lnTo>
                  <a:lnTo>
                    <a:pt x="652610" y="376938"/>
                  </a:lnTo>
                  <a:lnTo>
                    <a:pt x="662351" y="376475"/>
                  </a:lnTo>
                  <a:lnTo>
                    <a:pt x="672092" y="375863"/>
                  </a:lnTo>
                  <a:lnTo>
                    <a:pt x="681831" y="375109"/>
                  </a:lnTo>
                  <a:lnTo>
                    <a:pt x="691572" y="374218"/>
                  </a:lnTo>
                  <a:lnTo>
                    <a:pt x="701313" y="373194"/>
                  </a:lnTo>
                  <a:lnTo>
                    <a:pt x="711052" y="372047"/>
                  </a:lnTo>
                  <a:lnTo>
                    <a:pt x="720793" y="370780"/>
                  </a:lnTo>
                  <a:lnTo>
                    <a:pt x="730534" y="369402"/>
                  </a:lnTo>
                  <a:lnTo>
                    <a:pt x="740274" y="367920"/>
                  </a:lnTo>
                  <a:lnTo>
                    <a:pt x="750015" y="366341"/>
                  </a:lnTo>
                  <a:lnTo>
                    <a:pt x="759756" y="364672"/>
                  </a:lnTo>
                  <a:lnTo>
                    <a:pt x="769495" y="362921"/>
                  </a:lnTo>
                  <a:lnTo>
                    <a:pt x="779236" y="361096"/>
                  </a:lnTo>
                  <a:lnTo>
                    <a:pt x="788977" y="359206"/>
                  </a:lnTo>
                  <a:lnTo>
                    <a:pt x="798717" y="357258"/>
                  </a:lnTo>
                  <a:lnTo>
                    <a:pt x="808458" y="355262"/>
                  </a:lnTo>
                  <a:lnTo>
                    <a:pt x="818199" y="353225"/>
                  </a:lnTo>
                  <a:lnTo>
                    <a:pt x="827938" y="351156"/>
                  </a:lnTo>
                  <a:lnTo>
                    <a:pt x="837679" y="349065"/>
                  </a:lnTo>
                  <a:lnTo>
                    <a:pt x="847420" y="346958"/>
                  </a:lnTo>
                  <a:lnTo>
                    <a:pt x="857159" y="344849"/>
                  </a:lnTo>
                  <a:lnTo>
                    <a:pt x="866900" y="342741"/>
                  </a:lnTo>
                  <a:lnTo>
                    <a:pt x="876641" y="340646"/>
                  </a:lnTo>
                  <a:lnTo>
                    <a:pt x="886381" y="338573"/>
                  </a:lnTo>
                  <a:lnTo>
                    <a:pt x="896122" y="336529"/>
                  </a:lnTo>
                  <a:lnTo>
                    <a:pt x="905863" y="334525"/>
                  </a:lnTo>
                  <a:lnTo>
                    <a:pt x="915602" y="332569"/>
                  </a:lnTo>
                  <a:lnTo>
                    <a:pt x="925343" y="330669"/>
                  </a:lnTo>
                  <a:lnTo>
                    <a:pt x="935084" y="328834"/>
                  </a:lnTo>
                  <a:lnTo>
                    <a:pt x="944824" y="327071"/>
                  </a:lnTo>
                  <a:lnTo>
                    <a:pt x="954564" y="325391"/>
                  </a:lnTo>
                  <a:lnTo>
                    <a:pt x="964305" y="323800"/>
                  </a:lnTo>
                  <a:lnTo>
                    <a:pt x="974045" y="322307"/>
                  </a:lnTo>
                  <a:lnTo>
                    <a:pt x="983786" y="320918"/>
                  </a:lnTo>
                  <a:lnTo>
                    <a:pt x="993522" y="319644"/>
                  </a:lnTo>
                  <a:lnTo>
                    <a:pt x="1003266" y="318490"/>
                  </a:lnTo>
                  <a:lnTo>
                    <a:pt x="1013010" y="317463"/>
                  </a:lnTo>
                  <a:lnTo>
                    <a:pt x="1022754" y="316571"/>
                  </a:lnTo>
                  <a:lnTo>
                    <a:pt x="1032483" y="315820"/>
                  </a:lnTo>
                  <a:lnTo>
                    <a:pt x="1042227" y="315218"/>
                  </a:lnTo>
                  <a:lnTo>
                    <a:pt x="1051971" y="314769"/>
                  </a:lnTo>
                  <a:lnTo>
                    <a:pt x="1061715" y="314480"/>
                  </a:lnTo>
                  <a:lnTo>
                    <a:pt x="1071444" y="314358"/>
                  </a:lnTo>
                  <a:lnTo>
                    <a:pt x="1081188" y="314407"/>
                  </a:lnTo>
                  <a:lnTo>
                    <a:pt x="1090932" y="314634"/>
                  </a:lnTo>
                  <a:lnTo>
                    <a:pt x="1100676" y="315040"/>
                  </a:lnTo>
                  <a:lnTo>
                    <a:pt x="1110405" y="315633"/>
                  </a:lnTo>
                  <a:lnTo>
                    <a:pt x="1120149" y="316417"/>
                  </a:lnTo>
                  <a:lnTo>
                    <a:pt x="1129893" y="317393"/>
                  </a:lnTo>
                  <a:lnTo>
                    <a:pt x="1139637" y="318568"/>
                  </a:lnTo>
                  <a:lnTo>
                    <a:pt x="1149381" y="319944"/>
                  </a:lnTo>
                  <a:lnTo>
                    <a:pt x="1159110" y="321523"/>
                  </a:lnTo>
                  <a:lnTo>
                    <a:pt x="1168854" y="323309"/>
                  </a:lnTo>
                  <a:lnTo>
                    <a:pt x="1178598" y="325303"/>
                  </a:lnTo>
                  <a:lnTo>
                    <a:pt x="1188341" y="327508"/>
                  </a:lnTo>
                  <a:lnTo>
                    <a:pt x="1198070" y="329925"/>
                  </a:lnTo>
                  <a:lnTo>
                    <a:pt x="1207814" y="332553"/>
                  </a:lnTo>
                  <a:lnTo>
                    <a:pt x="1217558" y="335394"/>
                  </a:lnTo>
                  <a:lnTo>
                    <a:pt x="1227302" y="338450"/>
                  </a:lnTo>
                  <a:lnTo>
                    <a:pt x="1237031" y="341719"/>
                  </a:lnTo>
                  <a:lnTo>
                    <a:pt x="1246775" y="345200"/>
                  </a:lnTo>
                  <a:lnTo>
                    <a:pt x="1256519" y="348894"/>
                  </a:lnTo>
                  <a:lnTo>
                    <a:pt x="1266263" y="352797"/>
                  </a:lnTo>
                  <a:lnTo>
                    <a:pt x="1276007" y="356910"/>
                  </a:lnTo>
                  <a:lnTo>
                    <a:pt x="1285736" y="361227"/>
                  </a:lnTo>
                  <a:lnTo>
                    <a:pt x="1295480" y="365749"/>
                  </a:lnTo>
                  <a:lnTo>
                    <a:pt x="1305224" y="370471"/>
                  </a:lnTo>
                  <a:lnTo>
                    <a:pt x="1314968" y="375387"/>
                  </a:lnTo>
                  <a:lnTo>
                    <a:pt x="1324697" y="380498"/>
                  </a:lnTo>
                  <a:lnTo>
                    <a:pt x="1334441" y="385796"/>
                  </a:lnTo>
                  <a:lnTo>
                    <a:pt x="1344185" y="391277"/>
                  </a:lnTo>
                  <a:lnTo>
                    <a:pt x="1353929" y="396936"/>
                  </a:lnTo>
                  <a:lnTo>
                    <a:pt x="1363658" y="402764"/>
                  </a:lnTo>
                  <a:lnTo>
                    <a:pt x="1373402" y="408758"/>
                  </a:lnTo>
                  <a:lnTo>
                    <a:pt x="1383146" y="414911"/>
                  </a:lnTo>
                  <a:lnTo>
                    <a:pt x="1392890" y="421214"/>
                  </a:lnTo>
                  <a:lnTo>
                    <a:pt x="1402619" y="427660"/>
                  </a:lnTo>
                  <a:lnTo>
                    <a:pt x="1412363" y="434240"/>
                  </a:lnTo>
                  <a:lnTo>
                    <a:pt x="1422106" y="440947"/>
                  </a:lnTo>
                  <a:lnTo>
                    <a:pt x="1431850" y="447770"/>
                  </a:lnTo>
                  <a:lnTo>
                    <a:pt x="1441594" y="454700"/>
                  </a:lnTo>
                  <a:lnTo>
                    <a:pt x="1451323" y="461728"/>
                  </a:lnTo>
                  <a:lnTo>
                    <a:pt x="1461067" y="468844"/>
                  </a:lnTo>
                  <a:lnTo>
                    <a:pt x="1470811" y="476040"/>
                  </a:lnTo>
                  <a:lnTo>
                    <a:pt x="1480555" y="483296"/>
                  </a:lnTo>
                  <a:lnTo>
                    <a:pt x="1490284" y="490597"/>
                  </a:lnTo>
                  <a:lnTo>
                    <a:pt x="1500028" y="497957"/>
                  </a:lnTo>
                  <a:lnTo>
                    <a:pt x="1509772" y="505332"/>
                  </a:lnTo>
                  <a:lnTo>
                    <a:pt x="1519516" y="512736"/>
                  </a:lnTo>
                  <a:lnTo>
                    <a:pt x="1529245" y="520141"/>
                  </a:lnTo>
                  <a:lnTo>
                    <a:pt x="1538989" y="527531"/>
                  </a:lnTo>
                  <a:lnTo>
                    <a:pt x="1548733" y="534906"/>
                  </a:lnTo>
                  <a:lnTo>
                    <a:pt x="1558477" y="542237"/>
                  </a:lnTo>
                  <a:lnTo>
                    <a:pt x="1568221" y="549522"/>
                  </a:lnTo>
                  <a:lnTo>
                    <a:pt x="1577950" y="556748"/>
                  </a:lnTo>
                  <a:lnTo>
                    <a:pt x="1587694" y="563900"/>
                  </a:lnTo>
                  <a:lnTo>
                    <a:pt x="1597438" y="570962"/>
                  </a:lnTo>
                  <a:lnTo>
                    <a:pt x="1607182" y="577920"/>
                  </a:lnTo>
                  <a:lnTo>
                    <a:pt x="1616911" y="584758"/>
                  </a:lnTo>
                  <a:lnTo>
                    <a:pt x="1626655" y="591448"/>
                  </a:lnTo>
                  <a:lnTo>
                    <a:pt x="1636399" y="598003"/>
                  </a:lnTo>
                  <a:lnTo>
                    <a:pt x="1646142" y="604410"/>
                  </a:lnTo>
                  <a:lnTo>
                    <a:pt x="1655872" y="610623"/>
                  </a:lnTo>
                  <a:lnTo>
                    <a:pt x="1665616" y="616657"/>
                  </a:lnTo>
                  <a:lnTo>
                    <a:pt x="1675359" y="622482"/>
                  </a:lnTo>
                  <a:lnTo>
                    <a:pt x="1685103" y="628099"/>
                  </a:lnTo>
                  <a:lnTo>
                    <a:pt x="1694832" y="633478"/>
                  </a:lnTo>
                  <a:lnTo>
                    <a:pt x="1704576" y="638633"/>
                  </a:lnTo>
                  <a:lnTo>
                    <a:pt x="1714320" y="643520"/>
                  </a:lnTo>
                  <a:lnTo>
                    <a:pt x="1724064" y="648138"/>
                  </a:lnTo>
                  <a:lnTo>
                    <a:pt x="1733808" y="652489"/>
                  </a:lnTo>
                  <a:lnTo>
                    <a:pt x="1743537" y="656556"/>
                  </a:lnTo>
                  <a:lnTo>
                    <a:pt x="1753281" y="660311"/>
                  </a:lnTo>
                  <a:lnTo>
                    <a:pt x="1763025" y="663767"/>
                  </a:lnTo>
                  <a:lnTo>
                    <a:pt x="1772769" y="666896"/>
                  </a:lnTo>
                  <a:lnTo>
                    <a:pt x="1782498" y="669697"/>
                  </a:lnTo>
                  <a:lnTo>
                    <a:pt x="1792242" y="672171"/>
                  </a:lnTo>
                  <a:lnTo>
                    <a:pt x="1801986" y="674286"/>
                  </a:lnTo>
                  <a:lnTo>
                    <a:pt x="1811730" y="676059"/>
                  </a:lnTo>
                  <a:lnTo>
                    <a:pt x="1821459" y="677460"/>
                  </a:lnTo>
                  <a:lnTo>
                    <a:pt x="1831203" y="678503"/>
                  </a:lnTo>
                  <a:lnTo>
                    <a:pt x="1840947" y="679188"/>
                  </a:lnTo>
                  <a:lnTo>
                    <a:pt x="1850691" y="679486"/>
                  </a:lnTo>
                  <a:lnTo>
                    <a:pt x="1860435" y="679396"/>
                  </a:lnTo>
                  <a:lnTo>
                    <a:pt x="1870164" y="678950"/>
                  </a:lnTo>
                  <a:lnTo>
                    <a:pt x="1879908" y="678100"/>
                  </a:lnTo>
                  <a:lnTo>
                    <a:pt x="1889652" y="676864"/>
                  </a:lnTo>
                  <a:lnTo>
                    <a:pt x="1899395" y="675255"/>
                  </a:lnTo>
                  <a:lnTo>
                    <a:pt x="1909124" y="673243"/>
                  </a:lnTo>
                  <a:lnTo>
                    <a:pt x="1918868" y="670859"/>
                  </a:lnTo>
                  <a:lnTo>
                    <a:pt x="1928612" y="668088"/>
                  </a:lnTo>
                  <a:lnTo>
                    <a:pt x="1938356" y="664930"/>
                  </a:lnTo>
                  <a:lnTo>
                    <a:pt x="1948085" y="661399"/>
                  </a:lnTo>
                  <a:lnTo>
                    <a:pt x="1957829" y="657495"/>
                  </a:lnTo>
                  <a:lnTo>
                    <a:pt x="1967573" y="653219"/>
                  </a:lnTo>
                  <a:lnTo>
                    <a:pt x="1977317" y="648585"/>
                  </a:lnTo>
                  <a:lnTo>
                    <a:pt x="1987046" y="643579"/>
                  </a:lnTo>
                  <a:lnTo>
                    <a:pt x="1996790" y="638231"/>
                  </a:lnTo>
                  <a:lnTo>
                    <a:pt x="2006534" y="632539"/>
                  </a:lnTo>
                  <a:lnTo>
                    <a:pt x="2016278" y="626505"/>
                  </a:lnTo>
                  <a:lnTo>
                    <a:pt x="2026022" y="620158"/>
                  </a:lnTo>
                  <a:lnTo>
                    <a:pt x="2035751" y="613483"/>
                  </a:lnTo>
                  <a:lnTo>
                    <a:pt x="2045495" y="606496"/>
                  </a:lnTo>
                  <a:lnTo>
                    <a:pt x="2055239" y="599225"/>
                  </a:lnTo>
                  <a:lnTo>
                    <a:pt x="2064983" y="591656"/>
                  </a:lnTo>
                  <a:lnTo>
                    <a:pt x="2074712" y="583819"/>
                  </a:lnTo>
                  <a:lnTo>
                    <a:pt x="2084456" y="575729"/>
                  </a:lnTo>
                  <a:lnTo>
                    <a:pt x="2094200" y="567371"/>
                  </a:lnTo>
                  <a:lnTo>
                    <a:pt x="2103944" y="558789"/>
                  </a:lnTo>
                  <a:lnTo>
                    <a:pt x="2113673" y="549984"/>
                  </a:lnTo>
                  <a:lnTo>
                    <a:pt x="2123417" y="540955"/>
                  </a:lnTo>
                  <a:lnTo>
                    <a:pt x="2133161" y="531748"/>
                  </a:lnTo>
                  <a:lnTo>
                    <a:pt x="2142905" y="522346"/>
                  </a:lnTo>
                  <a:lnTo>
                    <a:pt x="2152649" y="512796"/>
                  </a:lnTo>
                  <a:lnTo>
                    <a:pt x="2162377" y="503067"/>
                  </a:lnTo>
                  <a:lnTo>
                    <a:pt x="2172121" y="493219"/>
                  </a:lnTo>
                  <a:lnTo>
                    <a:pt x="2181865" y="483237"/>
                  </a:lnTo>
                  <a:lnTo>
                    <a:pt x="2191609" y="473150"/>
                  </a:lnTo>
                  <a:lnTo>
                    <a:pt x="2201338" y="462968"/>
                  </a:lnTo>
                  <a:lnTo>
                    <a:pt x="2211082" y="452706"/>
                  </a:lnTo>
                  <a:lnTo>
                    <a:pt x="2220826" y="442378"/>
                  </a:lnTo>
                  <a:lnTo>
                    <a:pt x="2230570" y="432000"/>
                  </a:lnTo>
                  <a:lnTo>
                    <a:pt x="2240299" y="421586"/>
                  </a:lnTo>
                  <a:lnTo>
                    <a:pt x="2250043" y="411149"/>
                  </a:lnTo>
                  <a:lnTo>
                    <a:pt x="2259787" y="400705"/>
                  </a:lnTo>
                  <a:lnTo>
                    <a:pt x="2269531" y="390267"/>
                  </a:lnTo>
                  <a:lnTo>
                    <a:pt x="2279260" y="379847"/>
                  </a:lnTo>
                  <a:lnTo>
                    <a:pt x="2289004" y="369460"/>
                  </a:lnTo>
                  <a:lnTo>
                    <a:pt x="2298748" y="359118"/>
                  </a:lnTo>
                  <a:lnTo>
                    <a:pt x="2308492" y="348833"/>
                  </a:lnTo>
                  <a:lnTo>
                    <a:pt x="2318236" y="338618"/>
                  </a:lnTo>
                  <a:lnTo>
                    <a:pt x="2327965" y="328484"/>
                  </a:lnTo>
                  <a:lnTo>
                    <a:pt x="2337709" y="318442"/>
                  </a:lnTo>
                  <a:lnTo>
                    <a:pt x="2347453" y="308503"/>
                  </a:lnTo>
                  <a:lnTo>
                    <a:pt x="2357197" y="298677"/>
                  </a:lnTo>
                  <a:lnTo>
                    <a:pt x="2366926" y="288975"/>
                  </a:lnTo>
                  <a:lnTo>
                    <a:pt x="2376670" y="279404"/>
                  </a:lnTo>
                  <a:lnTo>
                    <a:pt x="2386413" y="269974"/>
                  </a:lnTo>
                  <a:lnTo>
                    <a:pt x="2396157" y="260693"/>
                  </a:lnTo>
                  <a:lnTo>
                    <a:pt x="2405886" y="251569"/>
                  </a:lnTo>
                  <a:lnTo>
                    <a:pt x="2415630" y="242609"/>
                  </a:lnTo>
                  <a:lnTo>
                    <a:pt x="2425374" y="233817"/>
                  </a:lnTo>
                  <a:lnTo>
                    <a:pt x="2435118" y="225203"/>
                  </a:lnTo>
                  <a:lnTo>
                    <a:pt x="2444862" y="216768"/>
                  </a:lnTo>
                  <a:lnTo>
                    <a:pt x="2454591" y="208519"/>
                  </a:lnTo>
                  <a:lnTo>
                    <a:pt x="2464335" y="200458"/>
                  </a:lnTo>
                  <a:lnTo>
                    <a:pt x="2474079" y="192592"/>
                  </a:lnTo>
                  <a:lnTo>
                    <a:pt x="2483823" y="184920"/>
                  </a:lnTo>
                  <a:lnTo>
                    <a:pt x="2493552" y="177447"/>
                  </a:lnTo>
                  <a:lnTo>
                    <a:pt x="2503296" y="170172"/>
                  </a:lnTo>
                  <a:lnTo>
                    <a:pt x="2513040" y="163099"/>
                  </a:lnTo>
                  <a:lnTo>
                    <a:pt x="2522784" y="156225"/>
                  </a:lnTo>
                  <a:lnTo>
                    <a:pt x="2532513" y="149553"/>
                  </a:lnTo>
                  <a:lnTo>
                    <a:pt x="2542257" y="143081"/>
                  </a:lnTo>
                  <a:lnTo>
                    <a:pt x="2552001" y="136807"/>
                  </a:lnTo>
                  <a:lnTo>
                    <a:pt x="2561745" y="130731"/>
                  </a:lnTo>
                  <a:lnTo>
                    <a:pt x="2571474" y="124849"/>
                  </a:lnTo>
                  <a:lnTo>
                    <a:pt x="2581218" y="119161"/>
                  </a:lnTo>
                  <a:lnTo>
                    <a:pt x="2590962" y="113660"/>
                  </a:lnTo>
                  <a:lnTo>
                    <a:pt x="2600705" y="108344"/>
                  </a:lnTo>
                  <a:lnTo>
                    <a:pt x="2610449" y="103210"/>
                  </a:lnTo>
                  <a:lnTo>
                    <a:pt x="2620178" y="98251"/>
                  </a:lnTo>
                  <a:lnTo>
                    <a:pt x="2629922" y="93464"/>
                  </a:lnTo>
                  <a:lnTo>
                    <a:pt x="2639666" y="88844"/>
                  </a:lnTo>
                  <a:lnTo>
                    <a:pt x="2649410" y="84385"/>
                  </a:lnTo>
                  <a:lnTo>
                    <a:pt x="2659139" y="80079"/>
                  </a:lnTo>
                  <a:lnTo>
                    <a:pt x="2668883" y="75924"/>
                  </a:lnTo>
                  <a:lnTo>
                    <a:pt x="2678627" y="71908"/>
                  </a:lnTo>
                  <a:lnTo>
                    <a:pt x="2688371" y="68030"/>
                  </a:lnTo>
                  <a:lnTo>
                    <a:pt x="2698100" y="64279"/>
                  </a:lnTo>
                  <a:lnTo>
                    <a:pt x="2707844" y="60649"/>
                  </a:lnTo>
                  <a:lnTo>
                    <a:pt x="2717588" y="57135"/>
                  </a:lnTo>
                  <a:lnTo>
                    <a:pt x="2727332" y="53726"/>
                  </a:lnTo>
                  <a:lnTo>
                    <a:pt x="2737076" y="50417"/>
                  </a:lnTo>
                  <a:lnTo>
                    <a:pt x="2746805" y="47200"/>
                  </a:lnTo>
                  <a:lnTo>
                    <a:pt x="2756549" y="44068"/>
                  </a:lnTo>
                  <a:lnTo>
                    <a:pt x="2766293" y="41014"/>
                  </a:lnTo>
                  <a:lnTo>
                    <a:pt x="2776037" y="38030"/>
                  </a:lnTo>
                  <a:lnTo>
                    <a:pt x="2785766" y="35108"/>
                  </a:lnTo>
                  <a:lnTo>
                    <a:pt x="2795510" y="32243"/>
                  </a:lnTo>
                  <a:lnTo>
                    <a:pt x="2805254" y="29427"/>
                  </a:lnTo>
                  <a:lnTo>
                    <a:pt x="2814998" y="26653"/>
                  </a:lnTo>
                  <a:lnTo>
                    <a:pt x="2824727" y="23914"/>
                  </a:lnTo>
                  <a:lnTo>
                    <a:pt x="2834471" y="21207"/>
                  </a:lnTo>
                  <a:lnTo>
                    <a:pt x="2844215" y="18524"/>
                  </a:lnTo>
                  <a:lnTo>
                    <a:pt x="2853958" y="15858"/>
                  </a:lnTo>
                  <a:lnTo>
                    <a:pt x="2863687" y="13206"/>
                  </a:lnTo>
                  <a:lnTo>
                    <a:pt x="2873431" y="10565"/>
                  </a:lnTo>
                  <a:lnTo>
                    <a:pt x="2883175" y="7926"/>
                  </a:lnTo>
                  <a:lnTo>
                    <a:pt x="2892919" y="5288"/>
                  </a:lnTo>
                  <a:lnTo>
                    <a:pt x="2902663" y="2648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0" name="Freeform 859">
              <a:extLst>
                <a:ext uri="{FF2B5EF4-FFF2-40B4-BE49-F238E27FC236}">
                  <a16:creationId xmlns:a16="http://schemas.microsoft.com/office/drawing/2014/main" id="{D906D28E-9E26-1201-0F2F-62FD1825D764}"/>
                </a:ext>
              </a:extLst>
            </p:cNvPr>
            <p:cNvSpPr/>
            <p:nvPr/>
          </p:nvSpPr>
          <p:spPr>
            <a:xfrm>
              <a:off x="576446" y="3446055"/>
              <a:ext cx="2912392" cy="299770"/>
            </a:xfrm>
            <a:custGeom>
              <a:avLst/>
              <a:gdLst>
                <a:gd name="connsiteX0" fmla="*/ 0 w 2912392"/>
                <a:gd name="connsiteY0" fmla="*/ 228664 h 299770"/>
                <a:gd name="connsiteX1" fmla="*/ 9739 w 2912392"/>
                <a:gd name="connsiteY1" fmla="*/ 230746 h 299770"/>
                <a:gd name="connsiteX2" fmla="*/ 19480 w 2912392"/>
                <a:gd name="connsiteY2" fmla="*/ 232868 h 299770"/>
                <a:gd name="connsiteX3" fmla="*/ 29221 w 2912392"/>
                <a:gd name="connsiteY3" fmla="*/ 235028 h 299770"/>
                <a:gd name="connsiteX4" fmla="*/ 38961 w 2912392"/>
                <a:gd name="connsiteY4" fmla="*/ 237220 h 299770"/>
                <a:gd name="connsiteX5" fmla="*/ 48702 w 2912392"/>
                <a:gd name="connsiteY5" fmla="*/ 239444 h 299770"/>
                <a:gd name="connsiteX6" fmla="*/ 58443 w 2912392"/>
                <a:gd name="connsiteY6" fmla="*/ 241693 h 299770"/>
                <a:gd name="connsiteX7" fmla="*/ 68182 w 2912392"/>
                <a:gd name="connsiteY7" fmla="*/ 243966 h 299770"/>
                <a:gd name="connsiteX8" fmla="*/ 77923 w 2912392"/>
                <a:gd name="connsiteY8" fmla="*/ 246256 h 299770"/>
                <a:gd name="connsiteX9" fmla="*/ 87664 w 2912392"/>
                <a:gd name="connsiteY9" fmla="*/ 248561 h 299770"/>
                <a:gd name="connsiteX10" fmla="*/ 97404 w 2912392"/>
                <a:gd name="connsiteY10" fmla="*/ 250877 h 299770"/>
                <a:gd name="connsiteX11" fmla="*/ 107145 w 2912392"/>
                <a:gd name="connsiteY11" fmla="*/ 253196 h 299770"/>
                <a:gd name="connsiteX12" fmla="*/ 116886 w 2912392"/>
                <a:gd name="connsiteY12" fmla="*/ 255516 h 299770"/>
                <a:gd name="connsiteX13" fmla="*/ 126625 w 2912392"/>
                <a:gd name="connsiteY13" fmla="*/ 257833 h 299770"/>
                <a:gd name="connsiteX14" fmla="*/ 136366 w 2912392"/>
                <a:gd name="connsiteY14" fmla="*/ 260139 h 299770"/>
                <a:gd name="connsiteX15" fmla="*/ 146107 w 2912392"/>
                <a:gd name="connsiteY15" fmla="*/ 262432 h 299770"/>
                <a:gd name="connsiteX16" fmla="*/ 155846 w 2912392"/>
                <a:gd name="connsiteY16" fmla="*/ 264704 h 299770"/>
                <a:gd name="connsiteX17" fmla="*/ 165587 w 2912392"/>
                <a:gd name="connsiteY17" fmla="*/ 266951 h 299770"/>
                <a:gd name="connsiteX18" fmla="*/ 175328 w 2912392"/>
                <a:gd name="connsiteY18" fmla="*/ 269168 h 299770"/>
                <a:gd name="connsiteX19" fmla="*/ 185068 w 2912392"/>
                <a:gd name="connsiteY19" fmla="*/ 271349 h 299770"/>
                <a:gd name="connsiteX20" fmla="*/ 194809 w 2912392"/>
                <a:gd name="connsiteY20" fmla="*/ 273490 h 299770"/>
                <a:gd name="connsiteX21" fmla="*/ 204550 w 2912392"/>
                <a:gd name="connsiteY21" fmla="*/ 275582 h 299770"/>
                <a:gd name="connsiteX22" fmla="*/ 214289 w 2912392"/>
                <a:gd name="connsiteY22" fmla="*/ 277623 h 299770"/>
                <a:gd name="connsiteX23" fmla="*/ 224030 w 2912392"/>
                <a:gd name="connsiteY23" fmla="*/ 279606 h 299770"/>
                <a:gd name="connsiteX24" fmla="*/ 233771 w 2912392"/>
                <a:gd name="connsiteY24" fmla="*/ 281525 h 299770"/>
                <a:gd name="connsiteX25" fmla="*/ 243510 w 2912392"/>
                <a:gd name="connsiteY25" fmla="*/ 283376 h 299770"/>
                <a:gd name="connsiteX26" fmla="*/ 253251 w 2912392"/>
                <a:gd name="connsiteY26" fmla="*/ 285152 h 299770"/>
                <a:gd name="connsiteX27" fmla="*/ 262992 w 2912392"/>
                <a:gd name="connsiteY27" fmla="*/ 286849 h 299770"/>
                <a:gd name="connsiteX28" fmla="*/ 272732 w 2912392"/>
                <a:gd name="connsiteY28" fmla="*/ 288462 h 299770"/>
                <a:gd name="connsiteX29" fmla="*/ 282473 w 2912392"/>
                <a:gd name="connsiteY29" fmla="*/ 289985 h 299770"/>
                <a:gd name="connsiteX30" fmla="*/ 292214 w 2912392"/>
                <a:gd name="connsiteY30" fmla="*/ 291414 h 299770"/>
                <a:gd name="connsiteX31" fmla="*/ 301953 w 2912392"/>
                <a:gd name="connsiteY31" fmla="*/ 292744 h 299770"/>
                <a:gd name="connsiteX32" fmla="*/ 311694 w 2912392"/>
                <a:gd name="connsiteY32" fmla="*/ 293972 h 299770"/>
                <a:gd name="connsiteX33" fmla="*/ 321435 w 2912392"/>
                <a:gd name="connsiteY33" fmla="*/ 295091 h 299770"/>
                <a:gd name="connsiteX34" fmla="*/ 331175 w 2912392"/>
                <a:gd name="connsiteY34" fmla="*/ 296099 h 299770"/>
                <a:gd name="connsiteX35" fmla="*/ 340916 w 2912392"/>
                <a:gd name="connsiteY35" fmla="*/ 296992 h 299770"/>
                <a:gd name="connsiteX36" fmla="*/ 350656 w 2912392"/>
                <a:gd name="connsiteY36" fmla="*/ 297767 h 299770"/>
                <a:gd name="connsiteX37" fmla="*/ 360396 w 2912392"/>
                <a:gd name="connsiteY37" fmla="*/ 298419 h 299770"/>
                <a:gd name="connsiteX38" fmla="*/ 370137 w 2912392"/>
                <a:gd name="connsiteY38" fmla="*/ 298948 h 299770"/>
                <a:gd name="connsiteX39" fmla="*/ 379878 w 2912392"/>
                <a:gd name="connsiteY39" fmla="*/ 299349 h 299770"/>
                <a:gd name="connsiteX40" fmla="*/ 389617 w 2912392"/>
                <a:gd name="connsiteY40" fmla="*/ 299621 h 299770"/>
                <a:gd name="connsiteX41" fmla="*/ 399358 w 2912392"/>
                <a:gd name="connsiteY41" fmla="*/ 299762 h 299770"/>
                <a:gd name="connsiteX42" fmla="*/ 409099 w 2912392"/>
                <a:gd name="connsiteY42" fmla="*/ 299770 h 299770"/>
                <a:gd name="connsiteX43" fmla="*/ 418839 w 2912392"/>
                <a:gd name="connsiteY43" fmla="*/ 299645 h 299770"/>
                <a:gd name="connsiteX44" fmla="*/ 428580 w 2912392"/>
                <a:gd name="connsiteY44" fmla="*/ 299385 h 299770"/>
                <a:gd name="connsiteX45" fmla="*/ 438321 w 2912392"/>
                <a:gd name="connsiteY45" fmla="*/ 298988 h 299770"/>
                <a:gd name="connsiteX46" fmla="*/ 448060 w 2912392"/>
                <a:gd name="connsiteY46" fmla="*/ 298458 h 299770"/>
                <a:gd name="connsiteX47" fmla="*/ 457801 w 2912392"/>
                <a:gd name="connsiteY47" fmla="*/ 297792 h 299770"/>
                <a:gd name="connsiteX48" fmla="*/ 467542 w 2912392"/>
                <a:gd name="connsiteY48" fmla="*/ 296990 h 299770"/>
                <a:gd name="connsiteX49" fmla="*/ 477281 w 2912392"/>
                <a:gd name="connsiteY49" fmla="*/ 296056 h 299770"/>
                <a:gd name="connsiteX50" fmla="*/ 487022 w 2912392"/>
                <a:gd name="connsiteY50" fmla="*/ 294989 h 299770"/>
                <a:gd name="connsiteX51" fmla="*/ 496763 w 2912392"/>
                <a:gd name="connsiteY51" fmla="*/ 293791 h 299770"/>
                <a:gd name="connsiteX52" fmla="*/ 506503 w 2912392"/>
                <a:gd name="connsiteY52" fmla="*/ 292466 h 299770"/>
                <a:gd name="connsiteX53" fmla="*/ 516244 w 2912392"/>
                <a:gd name="connsiteY53" fmla="*/ 291013 h 299770"/>
                <a:gd name="connsiteX54" fmla="*/ 525985 w 2912392"/>
                <a:gd name="connsiteY54" fmla="*/ 289435 h 299770"/>
                <a:gd name="connsiteX55" fmla="*/ 535724 w 2912392"/>
                <a:gd name="connsiteY55" fmla="*/ 287737 h 299770"/>
                <a:gd name="connsiteX56" fmla="*/ 545465 w 2912392"/>
                <a:gd name="connsiteY56" fmla="*/ 285920 h 299770"/>
                <a:gd name="connsiteX57" fmla="*/ 555206 w 2912392"/>
                <a:gd name="connsiteY57" fmla="*/ 283988 h 299770"/>
                <a:gd name="connsiteX58" fmla="*/ 564946 w 2912392"/>
                <a:gd name="connsiteY58" fmla="*/ 281947 h 299770"/>
                <a:gd name="connsiteX59" fmla="*/ 574687 w 2912392"/>
                <a:gd name="connsiteY59" fmla="*/ 279797 h 299770"/>
                <a:gd name="connsiteX60" fmla="*/ 584428 w 2912392"/>
                <a:gd name="connsiteY60" fmla="*/ 277544 h 299770"/>
                <a:gd name="connsiteX61" fmla="*/ 594167 w 2912392"/>
                <a:gd name="connsiteY61" fmla="*/ 275192 h 299770"/>
                <a:gd name="connsiteX62" fmla="*/ 603908 w 2912392"/>
                <a:gd name="connsiteY62" fmla="*/ 272747 h 299770"/>
                <a:gd name="connsiteX63" fmla="*/ 613649 w 2912392"/>
                <a:gd name="connsiteY63" fmla="*/ 270211 h 299770"/>
                <a:gd name="connsiteX64" fmla="*/ 623388 w 2912392"/>
                <a:gd name="connsiteY64" fmla="*/ 267590 h 299770"/>
                <a:gd name="connsiteX65" fmla="*/ 633129 w 2912392"/>
                <a:gd name="connsiteY65" fmla="*/ 264890 h 299770"/>
                <a:gd name="connsiteX66" fmla="*/ 642870 w 2912392"/>
                <a:gd name="connsiteY66" fmla="*/ 262115 h 299770"/>
                <a:gd name="connsiteX67" fmla="*/ 652610 w 2912392"/>
                <a:gd name="connsiteY67" fmla="*/ 259271 h 299770"/>
                <a:gd name="connsiteX68" fmla="*/ 662351 w 2912392"/>
                <a:gd name="connsiteY68" fmla="*/ 256362 h 299770"/>
                <a:gd name="connsiteX69" fmla="*/ 672092 w 2912392"/>
                <a:gd name="connsiteY69" fmla="*/ 253394 h 299770"/>
                <a:gd name="connsiteX70" fmla="*/ 681831 w 2912392"/>
                <a:gd name="connsiteY70" fmla="*/ 250373 h 299770"/>
                <a:gd name="connsiteX71" fmla="*/ 691572 w 2912392"/>
                <a:gd name="connsiteY71" fmla="*/ 247302 h 299770"/>
                <a:gd name="connsiteX72" fmla="*/ 701313 w 2912392"/>
                <a:gd name="connsiteY72" fmla="*/ 244190 h 299770"/>
                <a:gd name="connsiteX73" fmla="*/ 711052 w 2912392"/>
                <a:gd name="connsiteY73" fmla="*/ 241039 h 299770"/>
                <a:gd name="connsiteX74" fmla="*/ 720793 w 2912392"/>
                <a:gd name="connsiteY74" fmla="*/ 237856 h 299770"/>
                <a:gd name="connsiteX75" fmla="*/ 730534 w 2912392"/>
                <a:gd name="connsiteY75" fmla="*/ 234647 h 299770"/>
                <a:gd name="connsiteX76" fmla="*/ 740274 w 2912392"/>
                <a:gd name="connsiteY76" fmla="*/ 231417 h 299770"/>
                <a:gd name="connsiteX77" fmla="*/ 750015 w 2912392"/>
                <a:gd name="connsiteY77" fmla="*/ 228170 h 299770"/>
                <a:gd name="connsiteX78" fmla="*/ 759756 w 2912392"/>
                <a:gd name="connsiteY78" fmla="*/ 224912 h 299770"/>
                <a:gd name="connsiteX79" fmla="*/ 769495 w 2912392"/>
                <a:gd name="connsiteY79" fmla="*/ 221649 h 299770"/>
                <a:gd name="connsiteX80" fmla="*/ 779236 w 2912392"/>
                <a:gd name="connsiteY80" fmla="*/ 218386 h 299770"/>
                <a:gd name="connsiteX81" fmla="*/ 788977 w 2912392"/>
                <a:gd name="connsiteY81" fmla="*/ 215128 h 299770"/>
                <a:gd name="connsiteX82" fmla="*/ 798717 w 2912392"/>
                <a:gd name="connsiteY82" fmla="*/ 211878 h 299770"/>
                <a:gd name="connsiteX83" fmla="*/ 808458 w 2912392"/>
                <a:gd name="connsiteY83" fmla="*/ 208644 h 299770"/>
                <a:gd name="connsiteX84" fmla="*/ 818199 w 2912392"/>
                <a:gd name="connsiteY84" fmla="*/ 205427 h 299770"/>
                <a:gd name="connsiteX85" fmla="*/ 827938 w 2912392"/>
                <a:gd name="connsiteY85" fmla="*/ 202236 h 299770"/>
                <a:gd name="connsiteX86" fmla="*/ 837679 w 2912392"/>
                <a:gd name="connsiteY86" fmla="*/ 199073 h 299770"/>
                <a:gd name="connsiteX87" fmla="*/ 847420 w 2912392"/>
                <a:gd name="connsiteY87" fmla="*/ 195944 h 299770"/>
                <a:gd name="connsiteX88" fmla="*/ 857159 w 2912392"/>
                <a:gd name="connsiteY88" fmla="*/ 192852 h 299770"/>
                <a:gd name="connsiteX89" fmla="*/ 866900 w 2912392"/>
                <a:gd name="connsiteY89" fmla="*/ 189803 h 299770"/>
                <a:gd name="connsiteX90" fmla="*/ 876641 w 2912392"/>
                <a:gd name="connsiteY90" fmla="*/ 186799 h 299770"/>
                <a:gd name="connsiteX91" fmla="*/ 886381 w 2912392"/>
                <a:gd name="connsiteY91" fmla="*/ 183846 h 299770"/>
                <a:gd name="connsiteX92" fmla="*/ 896122 w 2912392"/>
                <a:gd name="connsiteY92" fmla="*/ 180950 h 299770"/>
                <a:gd name="connsiteX93" fmla="*/ 905863 w 2912392"/>
                <a:gd name="connsiteY93" fmla="*/ 178110 h 299770"/>
                <a:gd name="connsiteX94" fmla="*/ 915602 w 2912392"/>
                <a:gd name="connsiteY94" fmla="*/ 175334 h 299770"/>
                <a:gd name="connsiteX95" fmla="*/ 925343 w 2912392"/>
                <a:gd name="connsiteY95" fmla="*/ 172626 h 299770"/>
                <a:gd name="connsiteX96" fmla="*/ 935084 w 2912392"/>
                <a:gd name="connsiteY96" fmla="*/ 169988 h 299770"/>
                <a:gd name="connsiteX97" fmla="*/ 944824 w 2912392"/>
                <a:gd name="connsiteY97" fmla="*/ 167426 h 299770"/>
                <a:gd name="connsiteX98" fmla="*/ 954564 w 2912392"/>
                <a:gd name="connsiteY98" fmla="*/ 164941 h 299770"/>
                <a:gd name="connsiteX99" fmla="*/ 964305 w 2912392"/>
                <a:gd name="connsiteY99" fmla="*/ 162539 h 299770"/>
                <a:gd name="connsiteX100" fmla="*/ 974045 w 2912392"/>
                <a:gd name="connsiteY100" fmla="*/ 160224 h 299770"/>
                <a:gd name="connsiteX101" fmla="*/ 983786 w 2912392"/>
                <a:gd name="connsiteY101" fmla="*/ 157998 h 299770"/>
                <a:gd name="connsiteX102" fmla="*/ 993522 w 2912392"/>
                <a:gd name="connsiteY102" fmla="*/ 155864 h 299770"/>
                <a:gd name="connsiteX103" fmla="*/ 1003266 w 2912392"/>
                <a:gd name="connsiteY103" fmla="*/ 153829 h 299770"/>
                <a:gd name="connsiteX104" fmla="*/ 1013010 w 2912392"/>
                <a:gd name="connsiteY104" fmla="*/ 151895 h 299770"/>
                <a:gd name="connsiteX105" fmla="*/ 1022754 w 2912392"/>
                <a:gd name="connsiteY105" fmla="*/ 150064 h 299770"/>
                <a:gd name="connsiteX106" fmla="*/ 1032483 w 2912392"/>
                <a:gd name="connsiteY106" fmla="*/ 148340 h 299770"/>
                <a:gd name="connsiteX107" fmla="*/ 1042227 w 2912392"/>
                <a:gd name="connsiteY107" fmla="*/ 146728 h 299770"/>
                <a:gd name="connsiteX108" fmla="*/ 1051971 w 2912392"/>
                <a:gd name="connsiteY108" fmla="*/ 145229 h 299770"/>
                <a:gd name="connsiteX109" fmla="*/ 1061715 w 2912392"/>
                <a:gd name="connsiteY109" fmla="*/ 143850 h 299770"/>
                <a:gd name="connsiteX110" fmla="*/ 1071444 w 2912392"/>
                <a:gd name="connsiteY110" fmla="*/ 142591 h 299770"/>
                <a:gd name="connsiteX111" fmla="*/ 1081188 w 2912392"/>
                <a:gd name="connsiteY111" fmla="*/ 141455 h 299770"/>
                <a:gd name="connsiteX112" fmla="*/ 1090932 w 2912392"/>
                <a:gd name="connsiteY112" fmla="*/ 140447 h 299770"/>
                <a:gd name="connsiteX113" fmla="*/ 1100676 w 2912392"/>
                <a:gd name="connsiteY113" fmla="*/ 139569 h 299770"/>
                <a:gd name="connsiteX114" fmla="*/ 1110405 w 2912392"/>
                <a:gd name="connsiteY114" fmla="*/ 138824 h 299770"/>
                <a:gd name="connsiteX115" fmla="*/ 1120149 w 2912392"/>
                <a:gd name="connsiteY115" fmla="*/ 138216 h 299770"/>
                <a:gd name="connsiteX116" fmla="*/ 1129893 w 2912392"/>
                <a:gd name="connsiteY116" fmla="*/ 137747 h 299770"/>
                <a:gd name="connsiteX117" fmla="*/ 1139637 w 2912392"/>
                <a:gd name="connsiteY117" fmla="*/ 137418 h 299770"/>
                <a:gd name="connsiteX118" fmla="*/ 1149381 w 2912392"/>
                <a:gd name="connsiteY118" fmla="*/ 137233 h 299770"/>
                <a:gd name="connsiteX119" fmla="*/ 1159110 w 2912392"/>
                <a:gd name="connsiteY119" fmla="*/ 137194 h 299770"/>
                <a:gd name="connsiteX120" fmla="*/ 1168854 w 2912392"/>
                <a:gd name="connsiteY120" fmla="*/ 137303 h 299770"/>
                <a:gd name="connsiteX121" fmla="*/ 1178598 w 2912392"/>
                <a:gd name="connsiteY121" fmla="*/ 137562 h 299770"/>
                <a:gd name="connsiteX122" fmla="*/ 1188341 w 2912392"/>
                <a:gd name="connsiteY122" fmla="*/ 137972 h 299770"/>
                <a:gd name="connsiteX123" fmla="*/ 1198070 w 2912392"/>
                <a:gd name="connsiteY123" fmla="*/ 138535 h 299770"/>
                <a:gd name="connsiteX124" fmla="*/ 1207814 w 2912392"/>
                <a:gd name="connsiteY124" fmla="*/ 139253 h 299770"/>
                <a:gd name="connsiteX125" fmla="*/ 1217558 w 2912392"/>
                <a:gd name="connsiteY125" fmla="*/ 140126 h 299770"/>
                <a:gd name="connsiteX126" fmla="*/ 1227302 w 2912392"/>
                <a:gd name="connsiteY126" fmla="*/ 141154 h 299770"/>
                <a:gd name="connsiteX127" fmla="*/ 1237031 w 2912392"/>
                <a:gd name="connsiteY127" fmla="*/ 142339 h 299770"/>
                <a:gd name="connsiteX128" fmla="*/ 1246775 w 2912392"/>
                <a:gd name="connsiteY128" fmla="*/ 143678 h 299770"/>
                <a:gd name="connsiteX129" fmla="*/ 1256519 w 2912392"/>
                <a:gd name="connsiteY129" fmla="*/ 145174 h 299770"/>
                <a:gd name="connsiteX130" fmla="*/ 1266263 w 2912392"/>
                <a:gd name="connsiteY130" fmla="*/ 146825 h 299770"/>
                <a:gd name="connsiteX131" fmla="*/ 1276007 w 2912392"/>
                <a:gd name="connsiteY131" fmla="*/ 148631 h 299770"/>
                <a:gd name="connsiteX132" fmla="*/ 1285736 w 2912392"/>
                <a:gd name="connsiteY132" fmla="*/ 150587 h 299770"/>
                <a:gd name="connsiteX133" fmla="*/ 1295480 w 2912392"/>
                <a:gd name="connsiteY133" fmla="*/ 152695 h 299770"/>
                <a:gd name="connsiteX134" fmla="*/ 1305224 w 2912392"/>
                <a:gd name="connsiteY134" fmla="*/ 154952 h 299770"/>
                <a:gd name="connsiteX135" fmla="*/ 1314968 w 2912392"/>
                <a:gd name="connsiteY135" fmla="*/ 157354 h 299770"/>
                <a:gd name="connsiteX136" fmla="*/ 1324697 w 2912392"/>
                <a:gd name="connsiteY136" fmla="*/ 159899 h 299770"/>
                <a:gd name="connsiteX137" fmla="*/ 1334441 w 2912392"/>
                <a:gd name="connsiteY137" fmla="*/ 162582 h 299770"/>
                <a:gd name="connsiteX138" fmla="*/ 1344185 w 2912392"/>
                <a:gd name="connsiteY138" fmla="*/ 165401 h 299770"/>
                <a:gd name="connsiteX139" fmla="*/ 1353929 w 2912392"/>
                <a:gd name="connsiteY139" fmla="*/ 168349 h 299770"/>
                <a:gd name="connsiteX140" fmla="*/ 1363658 w 2912392"/>
                <a:gd name="connsiteY140" fmla="*/ 171425 h 299770"/>
                <a:gd name="connsiteX141" fmla="*/ 1373402 w 2912392"/>
                <a:gd name="connsiteY141" fmla="*/ 174621 h 299770"/>
                <a:gd name="connsiteX142" fmla="*/ 1383146 w 2912392"/>
                <a:gd name="connsiteY142" fmla="*/ 177930 h 299770"/>
                <a:gd name="connsiteX143" fmla="*/ 1392890 w 2912392"/>
                <a:gd name="connsiteY143" fmla="*/ 181347 h 299770"/>
                <a:gd name="connsiteX144" fmla="*/ 1402619 w 2912392"/>
                <a:gd name="connsiteY144" fmla="*/ 184867 h 299770"/>
                <a:gd name="connsiteX145" fmla="*/ 1412363 w 2912392"/>
                <a:gd name="connsiteY145" fmla="*/ 188480 h 299770"/>
                <a:gd name="connsiteX146" fmla="*/ 1422106 w 2912392"/>
                <a:gd name="connsiteY146" fmla="*/ 192180 h 299770"/>
                <a:gd name="connsiteX147" fmla="*/ 1431850 w 2912392"/>
                <a:gd name="connsiteY147" fmla="*/ 195957 h 299770"/>
                <a:gd name="connsiteX148" fmla="*/ 1441594 w 2912392"/>
                <a:gd name="connsiteY148" fmla="*/ 199806 h 299770"/>
                <a:gd name="connsiteX149" fmla="*/ 1451323 w 2912392"/>
                <a:gd name="connsiteY149" fmla="*/ 203715 h 299770"/>
                <a:gd name="connsiteX150" fmla="*/ 1461067 w 2912392"/>
                <a:gd name="connsiteY150" fmla="*/ 207677 h 299770"/>
                <a:gd name="connsiteX151" fmla="*/ 1470811 w 2912392"/>
                <a:gd name="connsiteY151" fmla="*/ 211680 h 299770"/>
                <a:gd name="connsiteX152" fmla="*/ 1480555 w 2912392"/>
                <a:gd name="connsiteY152" fmla="*/ 215715 h 299770"/>
                <a:gd name="connsiteX153" fmla="*/ 1490284 w 2912392"/>
                <a:gd name="connsiteY153" fmla="*/ 219772 h 299770"/>
                <a:gd name="connsiteX154" fmla="*/ 1500028 w 2912392"/>
                <a:gd name="connsiteY154" fmla="*/ 223841 h 299770"/>
                <a:gd name="connsiteX155" fmla="*/ 1509772 w 2912392"/>
                <a:gd name="connsiteY155" fmla="*/ 227908 h 299770"/>
                <a:gd name="connsiteX156" fmla="*/ 1519516 w 2912392"/>
                <a:gd name="connsiteY156" fmla="*/ 231967 h 299770"/>
                <a:gd name="connsiteX157" fmla="*/ 1529245 w 2912392"/>
                <a:gd name="connsiteY157" fmla="*/ 236003 h 299770"/>
                <a:gd name="connsiteX158" fmla="*/ 1538989 w 2912392"/>
                <a:gd name="connsiteY158" fmla="*/ 240005 h 299770"/>
                <a:gd name="connsiteX159" fmla="*/ 1548733 w 2912392"/>
                <a:gd name="connsiteY159" fmla="*/ 243962 h 299770"/>
                <a:gd name="connsiteX160" fmla="*/ 1558477 w 2912392"/>
                <a:gd name="connsiteY160" fmla="*/ 247861 h 299770"/>
                <a:gd name="connsiteX161" fmla="*/ 1568221 w 2912392"/>
                <a:gd name="connsiteY161" fmla="*/ 251693 h 299770"/>
                <a:gd name="connsiteX162" fmla="*/ 1577950 w 2912392"/>
                <a:gd name="connsiteY162" fmla="*/ 255445 h 299770"/>
                <a:gd name="connsiteX163" fmla="*/ 1587694 w 2912392"/>
                <a:gd name="connsiteY163" fmla="*/ 259102 h 299770"/>
                <a:gd name="connsiteX164" fmla="*/ 1597438 w 2912392"/>
                <a:gd name="connsiteY164" fmla="*/ 262657 h 299770"/>
                <a:gd name="connsiteX165" fmla="*/ 1607182 w 2912392"/>
                <a:gd name="connsiteY165" fmla="*/ 266097 h 299770"/>
                <a:gd name="connsiteX166" fmla="*/ 1616911 w 2912392"/>
                <a:gd name="connsiteY166" fmla="*/ 269409 h 299770"/>
                <a:gd name="connsiteX167" fmla="*/ 1626655 w 2912392"/>
                <a:gd name="connsiteY167" fmla="*/ 272583 h 299770"/>
                <a:gd name="connsiteX168" fmla="*/ 1636399 w 2912392"/>
                <a:gd name="connsiteY168" fmla="*/ 275606 h 299770"/>
                <a:gd name="connsiteX169" fmla="*/ 1646142 w 2912392"/>
                <a:gd name="connsiteY169" fmla="*/ 278469 h 299770"/>
                <a:gd name="connsiteX170" fmla="*/ 1655872 w 2912392"/>
                <a:gd name="connsiteY170" fmla="*/ 281163 h 299770"/>
                <a:gd name="connsiteX171" fmla="*/ 1665616 w 2912392"/>
                <a:gd name="connsiteY171" fmla="*/ 283674 h 299770"/>
                <a:gd name="connsiteX172" fmla="*/ 1675359 w 2912392"/>
                <a:gd name="connsiteY172" fmla="*/ 285995 h 299770"/>
                <a:gd name="connsiteX173" fmla="*/ 1685103 w 2912392"/>
                <a:gd name="connsiteY173" fmla="*/ 288115 h 299770"/>
                <a:gd name="connsiteX174" fmla="*/ 1694832 w 2912392"/>
                <a:gd name="connsiteY174" fmla="*/ 290027 h 299770"/>
                <a:gd name="connsiteX175" fmla="*/ 1704576 w 2912392"/>
                <a:gd name="connsiteY175" fmla="*/ 291719 h 299770"/>
                <a:gd name="connsiteX176" fmla="*/ 1714320 w 2912392"/>
                <a:gd name="connsiteY176" fmla="*/ 293187 h 299770"/>
                <a:gd name="connsiteX177" fmla="*/ 1724064 w 2912392"/>
                <a:gd name="connsiteY177" fmla="*/ 294420 h 299770"/>
                <a:gd name="connsiteX178" fmla="*/ 1733808 w 2912392"/>
                <a:gd name="connsiteY178" fmla="*/ 295416 h 299770"/>
                <a:gd name="connsiteX179" fmla="*/ 1743537 w 2912392"/>
                <a:gd name="connsiteY179" fmla="*/ 296163 h 299770"/>
                <a:gd name="connsiteX180" fmla="*/ 1753281 w 2912392"/>
                <a:gd name="connsiteY180" fmla="*/ 296660 h 299770"/>
                <a:gd name="connsiteX181" fmla="*/ 1763025 w 2912392"/>
                <a:gd name="connsiteY181" fmla="*/ 296901 h 299770"/>
                <a:gd name="connsiteX182" fmla="*/ 1772769 w 2912392"/>
                <a:gd name="connsiteY182" fmla="*/ 296880 h 299770"/>
                <a:gd name="connsiteX183" fmla="*/ 1782498 w 2912392"/>
                <a:gd name="connsiteY183" fmla="*/ 296596 h 299770"/>
                <a:gd name="connsiteX184" fmla="*/ 1792242 w 2912392"/>
                <a:gd name="connsiteY184" fmla="*/ 296046 h 299770"/>
                <a:gd name="connsiteX185" fmla="*/ 1801986 w 2912392"/>
                <a:gd name="connsiteY185" fmla="*/ 295225 h 299770"/>
                <a:gd name="connsiteX186" fmla="*/ 1811730 w 2912392"/>
                <a:gd name="connsiteY186" fmla="*/ 294136 h 299770"/>
                <a:gd name="connsiteX187" fmla="*/ 1821459 w 2912392"/>
                <a:gd name="connsiteY187" fmla="*/ 292775 h 299770"/>
                <a:gd name="connsiteX188" fmla="*/ 1831203 w 2912392"/>
                <a:gd name="connsiteY188" fmla="*/ 291145 h 299770"/>
                <a:gd name="connsiteX189" fmla="*/ 1840947 w 2912392"/>
                <a:gd name="connsiteY189" fmla="*/ 289246 h 299770"/>
                <a:gd name="connsiteX190" fmla="*/ 1850691 w 2912392"/>
                <a:gd name="connsiteY190" fmla="*/ 287079 h 299770"/>
                <a:gd name="connsiteX191" fmla="*/ 1860435 w 2912392"/>
                <a:gd name="connsiteY191" fmla="*/ 284648 h 299770"/>
                <a:gd name="connsiteX192" fmla="*/ 1870164 w 2912392"/>
                <a:gd name="connsiteY192" fmla="*/ 281956 h 299770"/>
                <a:gd name="connsiteX193" fmla="*/ 1879908 w 2912392"/>
                <a:gd name="connsiteY193" fmla="*/ 279007 h 299770"/>
                <a:gd name="connsiteX194" fmla="*/ 1889652 w 2912392"/>
                <a:gd name="connsiteY194" fmla="*/ 275805 h 299770"/>
                <a:gd name="connsiteX195" fmla="*/ 1899395 w 2912392"/>
                <a:gd name="connsiteY195" fmla="*/ 272358 h 299770"/>
                <a:gd name="connsiteX196" fmla="*/ 1909124 w 2912392"/>
                <a:gd name="connsiteY196" fmla="*/ 268669 h 299770"/>
                <a:gd name="connsiteX197" fmla="*/ 1918868 w 2912392"/>
                <a:gd name="connsiteY197" fmla="*/ 264747 h 299770"/>
                <a:gd name="connsiteX198" fmla="*/ 1928612 w 2912392"/>
                <a:gd name="connsiteY198" fmla="*/ 260600 h 299770"/>
                <a:gd name="connsiteX199" fmla="*/ 1938356 w 2912392"/>
                <a:gd name="connsiteY199" fmla="*/ 256234 h 299770"/>
                <a:gd name="connsiteX200" fmla="*/ 1948085 w 2912392"/>
                <a:gd name="connsiteY200" fmla="*/ 251662 h 299770"/>
                <a:gd name="connsiteX201" fmla="*/ 1957829 w 2912392"/>
                <a:gd name="connsiteY201" fmla="*/ 246888 h 299770"/>
                <a:gd name="connsiteX202" fmla="*/ 1967573 w 2912392"/>
                <a:gd name="connsiteY202" fmla="*/ 241927 h 299770"/>
                <a:gd name="connsiteX203" fmla="*/ 1977317 w 2912392"/>
                <a:gd name="connsiteY203" fmla="*/ 236787 h 299770"/>
                <a:gd name="connsiteX204" fmla="*/ 1987046 w 2912392"/>
                <a:gd name="connsiteY204" fmla="*/ 231478 h 299770"/>
                <a:gd name="connsiteX205" fmla="*/ 1996790 w 2912392"/>
                <a:gd name="connsiteY205" fmla="*/ 226015 h 299770"/>
                <a:gd name="connsiteX206" fmla="*/ 2006534 w 2912392"/>
                <a:gd name="connsiteY206" fmla="*/ 220407 h 299770"/>
                <a:gd name="connsiteX207" fmla="*/ 2016278 w 2912392"/>
                <a:gd name="connsiteY207" fmla="*/ 214666 h 299770"/>
                <a:gd name="connsiteX208" fmla="*/ 2026022 w 2912392"/>
                <a:gd name="connsiteY208" fmla="*/ 208805 h 299770"/>
                <a:gd name="connsiteX209" fmla="*/ 2035751 w 2912392"/>
                <a:gd name="connsiteY209" fmla="*/ 202838 h 299770"/>
                <a:gd name="connsiteX210" fmla="*/ 2045495 w 2912392"/>
                <a:gd name="connsiteY210" fmla="*/ 196777 h 299770"/>
                <a:gd name="connsiteX211" fmla="*/ 2055239 w 2912392"/>
                <a:gd name="connsiteY211" fmla="*/ 190634 h 299770"/>
                <a:gd name="connsiteX212" fmla="*/ 2064983 w 2912392"/>
                <a:gd name="connsiteY212" fmla="*/ 184423 h 299770"/>
                <a:gd name="connsiteX213" fmla="*/ 2074712 w 2912392"/>
                <a:gd name="connsiteY213" fmla="*/ 178158 h 299770"/>
                <a:gd name="connsiteX214" fmla="*/ 2084456 w 2912392"/>
                <a:gd name="connsiteY214" fmla="*/ 171852 h 299770"/>
                <a:gd name="connsiteX215" fmla="*/ 2094200 w 2912392"/>
                <a:gd name="connsiteY215" fmla="*/ 165517 h 299770"/>
                <a:gd name="connsiteX216" fmla="*/ 2103944 w 2912392"/>
                <a:gd name="connsiteY216" fmla="*/ 159169 h 299770"/>
                <a:gd name="connsiteX217" fmla="*/ 2113673 w 2912392"/>
                <a:gd name="connsiteY217" fmla="*/ 152819 h 299770"/>
                <a:gd name="connsiteX218" fmla="*/ 2123417 w 2912392"/>
                <a:gd name="connsiteY218" fmla="*/ 146479 h 299770"/>
                <a:gd name="connsiteX219" fmla="*/ 2133161 w 2912392"/>
                <a:gd name="connsiteY219" fmla="*/ 140165 h 299770"/>
                <a:gd name="connsiteX220" fmla="*/ 2142905 w 2912392"/>
                <a:gd name="connsiteY220" fmla="*/ 133888 h 299770"/>
                <a:gd name="connsiteX221" fmla="*/ 2152649 w 2912392"/>
                <a:gd name="connsiteY221" fmla="*/ 127660 h 299770"/>
                <a:gd name="connsiteX222" fmla="*/ 2162377 w 2912392"/>
                <a:gd name="connsiteY222" fmla="*/ 121494 h 299770"/>
                <a:gd name="connsiteX223" fmla="*/ 2172121 w 2912392"/>
                <a:gd name="connsiteY223" fmla="*/ 115399 h 299770"/>
                <a:gd name="connsiteX224" fmla="*/ 2181865 w 2912392"/>
                <a:gd name="connsiteY224" fmla="*/ 109390 h 299770"/>
                <a:gd name="connsiteX225" fmla="*/ 2191609 w 2912392"/>
                <a:gd name="connsiteY225" fmla="*/ 103475 h 299770"/>
                <a:gd name="connsiteX226" fmla="*/ 2201338 w 2912392"/>
                <a:gd name="connsiteY226" fmla="*/ 97666 h 299770"/>
                <a:gd name="connsiteX227" fmla="*/ 2211082 w 2912392"/>
                <a:gd name="connsiteY227" fmla="*/ 91971 h 299770"/>
                <a:gd name="connsiteX228" fmla="*/ 2220826 w 2912392"/>
                <a:gd name="connsiteY228" fmla="*/ 86402 h 299770"/>
                <a:gd name="connsiteX229" fmla="*/ 2230570 w 2912392"/>
                <a:gd name="connsiteY229" fmla="*/ 80965 h 299770"/>
                <a:gd name="connsiteX230" fmla="*/ 2240299 w 2912392"/>
                <a:gd name="connsiteY230" fmla="*/ 75672 h 299770"/>
                <a:gd name="connsiteX231" fmla="*/ 2250043 w 2912392"/>
                <a:gd name="connsiteY231" fmla="*/ 70529 h 299770"/>
                <a:gd name="connsiteX232" fmla="*/ 2259787 w 2912392"/>
                <a:gd name="connsiteY232" fmla="*/ 65542 h 299770"/>
                <a:gd name="connsiteX233" fmla="*/ 2269531 w 2912392"/>
                <a:gd name="connsiteY233" fmla="*/ 60718 h 299770"/>
                <a:gd name="connsiteX234" fmla="*/ 2279260 w 2912392"/>
                <a:gd name="connsiteY234" fmla="*/ 56063 h 299770"/>
                <a:gd name="connsiteX235" fmla="*/ 2289004 w 2912392"/>
                <a:gd name="connsiteY235" fmla="*/ 51585 h 299770"/>
                <a:gd name="connsiteX236" fmla="*/ 2298748 w 2912392"/>
                <a:gd name="connsiteY236" fmla="*/ 47285 h 299770"/>
                <a:gd name="connsiteX237" fmla="*/ 2308492 w 2912392"/>
                <a:gd name="connsiteY237" fmla="*/ 43170 h 299770"/>
                <a:gd name="connsiteX238" fmla="*/ 2318236 w 2912392"/>
                <a:gd name="connsiteY238" fmla="*/ 39241 h 299770"/>
                <a:gd name="connsiteX239" fmla="*/ 2327965 w 2912392"/>
                <a:gd name="connsiteY239" fmla="*/ 35501 h 299770"/>
                <a:gd name="connsiteX240" fmla="*/ 2337709 w 2912392"/>
                <a:gd name="connsiteY240" fmla="*/ 31955 h 299770"/>
                <a:gd name="connsiteX241" fmla="*/ 2347453 w 2912392"/>
                <a:gd name="connsiteY241" fmla="*/ 28603 h 299770"/>
                <a:gd name="connsiteX242" fmla="*/ 2357197 w 2912392"/>
                <a:gd name="connsiteY242" fmla="*/ 25446 h 299770"/>
                <a:gd name="connsiteX243" fmla="*/ 2366926 w 2912392"/>
                <a:gd name="connsiteY243" fmla="*/ 22483 h 299770"/>
                <a:gd name="connsiteX244" fmla="*/ 2376670 w 2912392"/>
                <a:gd name="connsiteY244" fmla="*/ 19716 h 299770"/>
                <a:gd name="connsiteX245" fmla="*/ 2386413 w 2912392"/>
                <a:gd name="connsiteY245" fmla="*/ 17144 h 299770"/>
                <a:gd name="connsiteX246" fmla="*/ 2396157 w 2912392"/>
                <a:gd name="connsiteY246" fmla="*/ 14765 h 299770"/>
                <a:gd name="connsiteX247" fmla="*/ 2405886 w 2912392"/>
                <a:gd name="connsiteY247" fmla="*/ 12576 h 299770"/>
                <a:gd name="connsiteX248" fmla="*/ 2415630 w 2912392"/>
                <a:gd name="connsiteY248" fmla="*/ 10578 h 299770"/>
                <a:gd name="connsiteX249" fmla="*/ 2425374 w 2912392"/>
                <a:gd name="connsiteY249" fmla="*/ 8767 h 299770"/>
                <a:gd name="connsiteX250" fmla="*/ 2435118 w 2912392"/>
                <a:gd name="connsiteY250" fmla="*/ 7138 h 299770"/>
                <a:gd name="connsiteX251" fmla="*/ 2444862 w 2912392"/>
                <a:gd name="connsiteY251" fmla="*/ 5690 h 299770"/>
                <a:gd name="connsiteX252" fmla="*/ 2454591 w 2912392"/>
                <a:gd name="connsiteY252" fmla="*/ 4419 h 299770"/>
                <a:gd name="connsiteX253" fmla="*/ 2464335 w 2912392"/>
                <a:gd name="connsiteY253" fmla="*/ 3318 h 299770"/>
                <a:gd name="connsiteX254" fmla="*/ 2474079 w 2912392"/>
                <a:gd name="connsiteY254" fmla="*/ 2384 h 299770"/>
                <a:gd name="connsiteX255" fmla="*/ 2483823 w 2912392"/>
                <a:gd name="connsiteY255" fmla="*/ 1614 h 299770"/>
                <a:gd name="connsiteX256" fmla="*/ 2493552 w 2912392"/>
                <a:gd name="connsiteY256" fmla="*/ 998 h 299770"/>
                <a:gd name="connsiteX257" fmla="*/ 2503296 w 2912392"/>
                <a:gd name="connsiteY257" fmla="*/ 536 h 299770"/>
                <a:gd name="connsiteX258" fmla="*/ 2513040 w 2912392"/>
                <a:gd name="connsiteY258" fmla="*/ 219 h 299770"/>
                <a:gd name="connsiteX259" fmla="*/ 2522784 w 2912392"/>
                <a:gd name="connsiteY259" fmla="*/ 42 h 299770"/>
                <a:gd name="connsiteX260" fmla="*/ 2532513 w 2912392"/>
                <a:gd name="connsiteY260" fmla="*/ 0 h 299770"/>
                <a:gd name="connsiteX261" fmla="*/ 2542257 w 2912392"/>
                <a:gd name="connsiteY261" fmla="*/ 85 h 299770"/>
                <a:gd name="connsiteX262" fmla="*/ 2552001 w 2912392"/>
                <a:gd name="connsiteY262" fmla="*/ 293 h 299770"/>
                <a:gd name="connsiteX263" fmla="*/ 2561745 w 2912392"/>
                <a:gd name="connsiteY263" fmla="*/ 617 h 299770"/>
                <a:gd name="connsiteX264" fmla="*/ 2571474 w 2912392"/>
                <a:gd name="connsiteY264" fmla="*/ 1050 h 299770"/>
                <a:gd name="connsiteX265" fmla="*/ 2581218 w 2912392"/>
                <a:gd name="connsiteY265" fmla="*/ 1588 h 299770"/>
                <a:gd name="connsiteX266" fmla="*/ 2590962 w 2912392"/>
                <a:gd name="connsiteY266" fmla="*/ 2223 h 299770"/>
                <a:gd name="connsiteX267" fmla="*/ 2600705 w 2912392"/>
                <a:gd name="connsiteY267" fmla="*/ 2950 h 299770"/>
                <a:gd name="connsiteX268" fmla="*/ 2610449 w 2912392"/>
                <a:gd name="connsiteY268" fmla="*/ 3763 h 299770"/>
                <a:gd name="connsiteX269" fmla="*/ 2620178 w 2912392"/>
                <a:gd name="connsiteY269" fmla="*/ 4656 h 299770"/>
                <a:gd name="connsiteX270" fmla="*/ 2629922 w 2912392"/>
                <a:gd name="connsiteY270" fmla="*/ 5623 h 299770"/>
                <a:gd name="connsiteX271" fmla="*/ 2639666 w 2912392"/>
                <a:gd name="connsiteY271" fmla="*/ 6660 h 299770"/>
                <a:gd name="connsiteX272" fmla="*/ 2649410 w 2912392"/>
                <a:gd name="connsiteY272" fmla="*/ 7761 h 299770"/>
                <a:gd name="connsiteX273" fmla="*/ 2659139 w 2912392"/>
                <a:gd name="connsiteY273" fmla="*/ 8920 h 299770"/>
                <a:gd name="connsiteX274" fmla="*/ 2668883 w 2912392"/>
                <a:gd name="connsiteY274" fmla="*/ 10134 h 299770"/>
                <a:gd name="connsiteX275" fmla="*/ 2678627 w 2912392"/>
                <a:gd name="connsiteY275" fmla="*/ 11398 h 299770"/>
                <a:gd name="connsiteX276" fmla="*/ 2688371 w 2912392"/>
                <a:gd name="connsiteY276" fmla="*/ 12707 h 299770"/>
                <a:gd name="connsiteX277" fmla="*/ 2698100 w 2912392"/>
                <a:gd name="connsiteY277" fmla="*/ 14059 h 299770"/>
                <a:gd name="connsiteX278" fmla="*/ 2707844 w 2912392"/>
                <a:gd name="connsiteY278" fmla="*/ 15449 h 299770"/>
                <a:gd name="connsiteX279" fmla="*/ 2717588 w 2912392"/>
                <a:gd name="connsiteY279" fmla="*/ 16873 h 299770"/>
                <a:gd name="connsiteX280" fmla="*/ 2727332 w 2912392"/>
                <a:gd name="connsiteY280" fmla="*/ 18329 h 299770"/>
                <a:gd name="connsiteX281" fmla="*/ 2737076 w 2912392"/>
                <a:gd name="connsiteY281" fmla="*/ 19814 h 299770"/>
                <a:gd name="connsiteX282" fmla="*/ 2746805 w 2912392"/>
                <a:gd name="connsiteY282" fmla="*/ 21328 h 299770"/>
                <a:gd name="connsiteX283" fmla="*/ 2756549 w 2912392"/>
                <a:gd name="connsiteY283" fmla="*/ 22865 h 299770"/>
                <a:gd name="connsiteX284" fmla="*/ 2766293 w 2912392"/>
                <a:gd name="connsiteY284" fmla="*/ 24427 h 299770"/>
                <a:gd name="connsiteX285" fmla="*/ 2776037 w 2912392"/>
                <a:gd name="connsiteY285" fmla="*/ 26009 h 299770"/>
                <a:gd name="connsiteX286" fmla="*/ 2785766 w 2912392"/>
                <a:gd name="connsiteY286" fmla="*/ 27614 h 299770"/>
                <a:gd name="connsiteX287" fmla="*/ 2795510 w 2912392"/>
                <a:gd name="connsiteY287" fmla="*/ 29239 h 299770"/>
                <a:gd name="connsiteX288" fmla="*/ 2805254 w 2912392"/>
                <a:gd name="connsiteY288" fmla="*/ 30886 h 299770"/>
                <a:gd name="connsiteX289" fmla="*/ 2814998 w 2912392"/>
                <a:gd name="connsiteY289" fmla="*/ 32551 h 299770"/>
                <a:gd name="connsiteX290" fmla="*/ 2824727 w 2912392"/>
                <a:gd name="connsiteY290" fmla="*/ 34238 h 299770"/>
                <a:gd name="connsiteX291" fmla="*/ 2834471 w 2912392"/>
                <a:gd name="connsiteY291" fmla="*/ 35947 h 299770"/>
                <a:gd name="connsiteX292" fmla="*/ 2844215 w 2912392"/>
                <a:gd name="connsiteY292" fmla="*/ 37676 h 299770"/>
                <a:gd name="connsiteX293" fmla="*/ 2853958 w 2912392"/>
                <a:gd name="connsiteY293" fmla="*/ 39432 h 299770"/>
                <a:gd name="connsiteX294" fmla="*/ 2863687 w 2912392"/>
                <a:gd name="connsiteY294" fmla="*/ 41211 h 299770"/>
                <a:gd name="connsiteX295" fmla="*/ 2873431 w 2912392"/>
                <a:gd name="connsiteY295" fmla="*/ 43018 h 299770"/>
                <a:gd name="connsiteX296" fmla="*/ 2883175 w 2912392"/>
                <a:gd name="connsiteY296" fmla="*/ 44853 h 299770"/>
                <a:gd name="connsiteX297" fmla="*/ 2892919 w 2912392"/>
                <a:gd name="connsiteY297" fmla="*/ 46722 h 299770"/>
                <a:gd name="connsiteX298" fmla="*/ 2902663 w 2912392"/>
                <a:gd name="connsiteY298" fmla="*/ 48623 h 299770"/>
                <a:gd name="connsiteX299" fmla="*/ 2912392 w 2912392"/>
                <a:gd name="connsiteY299" fmla="*/ 50561 h 299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299770">
                  <a:moveTo>
                    <a:pt x="0" y="228664"/>
                  </a:moveTo>
                  <a:lnTo>
                    <a:pt x="9739" y="230746"/>
                  </a:lnTo>
                  <a:lnTo>
                    <a:pt x="19480" y="232868"/>
                  </a:lnTo>
                  <a:lnTo>
                    <a:pt x="29221" y="235028"/>
                  </a:lnTo>
                  <a:lnTo>
                    <a:pt x="38961" y="237220"/>
                  </a:lnTo>
                  <a:lnTo>
                    <a:pt x="48702" y="239444"/>
                  </a:lnTo>
                  <a:lnTo>
                    <a:pt x="58443" y="241693"/>
                  </a:lnTo>
                  <a:lnTo>
                    <a:pt x="68182" y="243966"/>
                  </a:lnTo>
                  <a:lnTo>
                    <a:pt x="77923" y="246256"/>
                  </a:lnTo>
                  <a:lnTo>
                    <a:pt x="87664" y="248561"/>
                  </a:lnTo>
                  <a:lnTo>
                    <a:pt x="97404" y="250877"/>
                  </a:lnTo>
                  <a:lnTo>
                    <a:pt x="107145" y="253196"/>
                  </a:lnTo>
                  <a:lnTo>
                    <a:pt x="116886" y="255516"/>
                  </a:lnTo>
                  <a:lnTo>
                    <a:pt x="126625" y="257833"/>
                  </a:lnTo>
                  <a:lnTo>
                    <a:pt x="136366" y="260139"/>
                  </a:lnTo>
                  <a:lnTo>
                    <a:pt x="146107" y="262432"/>
                  </a:lnTo>
                  <a:lnTo>
                    <a:pt x="155846" y="264704"/>
                  </a:lnTo>
                  <a:lnTo>
                    <a:pt x="165587" y="266951"/>
                  </a:lnTo>
                  <a:lnTo>
                    <a:pt x="175328" y="269168"/>
                  </a:lnTo>
                  <a:lnTo>
                    <a:pt x="185068" y="271349"/>
                  </a:lnTo>
                  <a:lnTo>
                    <a:pt x="194809" y="273490"/>
                  </a:lnTo>
                  <a:lnTo>
                    <a:pt x="204550" y="275582"/>
                  </a:lnTo>
                  <a:lnTo>
                    <a:pt x="214289" y="277623"/>
                  </a:lnTo>
                  <a:lnTo>
                    <a:pt x="224030" y="279606"/>
                  </a:lnTo>
                  <a:lnTo>
                    <a:pt x="233771" y="281525"/>
                  </a:lnTo>
                  <a:lnTo>
                    <a:pt x="243510" y="283376"/>
                  </a:lnTo>
                  <a:lnTo>
                    <a:pt x="253251" y="285152"/>
                  </a:lnTo>
                  <a:lnTo>
                    <a:pt x="262992" y="286849"/>
                  </a:lnTo>
                  <a:lnTo>
                    <a:pt x="272732" y="288462"/>
                  </a:lnTo>
                  <a:lnTo>
                    <a:pt x="282473" y="289985"/>
                  </a:lnTo>
                  <a:lnTo>
                    <a:pt x="292214" y="291414"/>
                  </a:lnTo>
                  <a:lnTo>
                    <a:pt x="301953" y="292744"/>
                  </a:lnTo>
                  <a:lnTo>
                    <a:pt x="311694" y="293972"/>
                  </a:lnTo>
                  <a:lnTo>
                    <a:pt x="321435" y="295091"/>
                  </a:lnTo>
                  <a:lnTo>
                    <a:pt x="331175" y="296099"/>
                  </a:lnTo>
                  <a:lnTo>
                    <a:pt x="340916" y="296992"/>
                  </a:lnTo>
                  <a:lnTo>
                    <a:pt x="350656" y="297767"/>
                  </a:lnTo>
                  <a:lnTo>
                    <a:pt x="360396" y="298419"/>
                  </a:lnTo>
                  <a:lnTo>
                    <a:pt x="370137" y="298948"/>
                  </a:lnTo>
                  <a:lnTo>
                    <a:pt x="379878" y="299349"/>
                  </a:lnTo>
                  <a:lnTo>
                    <a:pt x="389617" y="299621"/>
                  </a:lnTo>
                  <a:lnTo>
                    <a:pt x="399358" y="299762"/>
                  </a:lnTo>
                  <a:lnTo>
                    <a:pt x="409099" y="299770"/>
                  </a:lnTo>
                  <a:lnTo>
                    <a:pt x="418839" y="299645"/>
                  </a:lnTo>
                  <a:lnTo>
                    <a:pt x="428580" y="299385"/>
                  </a:lnTo>
                  <a:lnTo>
                    <a:pt x="438321" y="298988"/>
                  </a:lnTo>
                  <a:lnTo>
                    <a:pt x="448060" y="298458"/>
                  </a:lnTo>
                  <a:lnTo>
                    <a:pt x="457801" y="297792"/>
                  </a:lnTo>
                  <a:lnTo>
                    <a:pt x="467542" y="296990"/>
                  </a:lnTo>
                  <a:lnTo>
                    <a:pt x="477281" y="296056"/>
                  </a:lnTo>
                  <a:lnTo>
                    <a:pt x="487022" y="294989"/>
                  </a:lnTo>
                  <a:lnTo>
                    <a:pt x="496763" y="293791"/>
                  </a:lnTo>
                  <a:lnTo>
                    <a:pt x="506503" y="292466"/>
                  </a:lnTo>
                  <a:lnTo>
                    <a:pt x="516244" y="291013"/>
                  </a:lnTo>
                  <a:lnTo>
                    <a:pt x="525985" y="289435"/>
                  </a:lnTo>
                  <a:lnTo>
                    <a:pt x="535724" y="287737"/>
                  </a:lnTo>
                  <a:lnTo>
                    <a:pt x="545465" y="285920"/>
                  </a:lnTo>
                  <a:lnTo>
                    <a:pt x="555206" y="283988"/>
                  </a:lnTo>
                  <a:lnTo>
                    <a:pt x="564946" y="281947"/>
                  </a:lnTo>
                  <a:lnTo>
                    <a:pt x="574687" y="279797"/>
                  </a:lnTo>
                  <a:lnTo>
                    <a:pt x="584428" y="277544"/>
                  </a:lnTo>
                  <a:lnTo>
                    <a:pt x="594167" y="275192"/>
                  </a:lnTo>
                  <a:lnTo>
                    <a:pt x="603908" y="272747"/>
                  </a:lnTo>
                  <a:lnTo>
                    <a:pt x="613649" y="270211"/>
                  </a:lnTo>
                  <a:lnTo>
                    <a:pt x="623388" y="267590"/>
                  </a:lnTo>
                  <a:lnTo>
                    <a:pt x="633129" y="264890"/>
                  </a:lnTo>
                  <a:lnTo>
                    <a:pt x="642870" y="262115"/>
                  </a:lnTo>
                  <a:lnTo>
                    <a:pt x="652610" y="259271"/>
                  </a:lnTo>
                  <a:lnTo>
                    <a:pt x="662351" y="256362"/>
                  </a:lnTo>
                  <a:lnTo>
                    <a:pt x="672092" y="253394"/>
                  </a:lnTo>
                  <a:lnTo>
                    <a:pt x="681831" y="250373"/>
                  </a:lnTo>
                  <a:lnTo>
                    <a:pt x="691572" y="247302"/>
                  </a:lnTo>
                  <a:lnTo>
                    <a:pt x="701313" y="244190"/>
                  </a:lnTo>
                  <a:lnTo>
                    <a:pt x="711052" y="241039"/>
                  </a:lnTo>
                  <a:lnTo>
                    <a:pt x="720793" y="237856"/>
                  </a:lnTo>
                  <a:lnTo>
                    <a:pt x="730534" y="234647"/>
                  </a:lnTo>
                  <a:lnTo>
                    <a:pt x="740274" y="231417"/>
                  </a:lnTo>
                  <a:lnTo>
                    <a:pt x="750015" y="228170"/>
                  </a:lnTo>
                  <a:lnTo>
                    <a:pt x="759756" y="224912"/>
                  </a:lnTo>
                  <a:lnTo>
                    <a:pt x="769495" y="221649"/>
                  </a:lnTo>
                  <a:lnTo>
                    <a:pt x="779236" y="218386"/>
                  </a:lnTo>
                  <a:lnTo>
                    <a:pt x="788977" y="215128"/>
                  </a:lnTo>
                  <a:lnTo>
                    <a:pt x="798717" y="211878"/>
                  </a:lnTo>
                  <a:lnTo>
                    <a:pt x="808458" y="208644"/>
                  </a:lnTo>
                  <a:lnTo>
                    <a:pt x="818199" y="205427"/>
                  </a:lnTo>
                  <a:lnTo>
                    <a:pt x="827938" y="202236"/>
                  </a:lnTo>
                  <a:lnTo>
                    <a:pt x="837679" y="199073"/>
                  </a:lnTo>
                  <a:lnTo>
                    <a:pt x="847420" y="195944"/>
                  </a:lnTo>
                  <a:lnTo>
                    <a:pt x="857159" y="192852"/>
                  </a:lnTo>
                  <a:lnTo>
                    <a:pt x="866900" y="189803"/>
                  </a:lnTo>
                  <a:lnTo>
                    <a:pt x="876641" y="186799"/>
                  </a:lnTo>
                  <a:lnTo>
                    <a:pt x="886381" y="183846"/>
                  </a:lnTo>
                  <a:lnTo>
                    <a:pt x="896122" y="180950"/>
                  </a:lnTo>
                  <a:lnTo>
                    <a:pt x="905863" y="178110"/>
                  </a:lnTo>
                  <a:lnTo>
                    <a:pt x="915602" y="175334"/>
                  </a:lnTo>
                  <a:lnTo>
                    <a:pt x="925343" y="172626"/>
                  </a:lnTo>
                  <a:lnTo>
                    <a:pt x="935084" y="169988"/>
                  </a:lnTo>
                  <a:lnTo>
                    <a:pt x="944824" y="167426"/>
                  </a:lnTo>
                  <a:lnTo>
                    <a:pt x="954564" y="164941"/>
                  </a:lnTo>
                  <a:lnTo>
                    <a:pt x="964305" y="162539"/>
                  </a:lnTo>
                  <a:lnTo>
                    <a:pt x="974045" y="160224"/>
                  </a:lnTo>
                  <a:lnTo>
                    <a:pt x="983786" y="157998"/>
                  </a:lnTo>
                  <a:lnTo>
                    <a:pt x="993522" y="155864"/>
                  </a:lnTo>
                  <a:lnTo>
                    <a:pt x="1003266" y="153829"/>
                  </a:lnTo>
                  <a:lnTo>
                    <a:pt x="1013010" y="151895"/>
                  </a:lnTo>
                  <a:lnTo>
                    <a:pt x="1022754" y="150064"/>
                  </a:lnTo>
                  <a:lnTo>
                    <a:pt x="1032483" y="148340"/>
                  </a:lnTo>
                  <a:lnTo>
                    <a:pt x="1042227" y="146728"/>
                  </a:lnTo>
                  <a:lnTo>
                    <a:pt x="1051971" y="145229"/>
                  </a:lnTo>
                  <a:lnTo>
                    <a:pt x="1061715" y="143850"/>
                  </a:lnTo>
                  <a:lnTo>
                    <a:pt x="1071444" y="142591"/>
                  </a:lnTo>
                  <a:lnTo>
                    <a:pt x="1081188" y="141455"/>
                  </a:lnTo>
                  <a:lnTo>
                    <a:pt x="1090932" y="140447"/>
                  </a:lnTo>
                  <a:lnTo>
                    <a:pt x="1100676" y="139569"/>
                  </a:lnTo>
                  <a:lnTo>
                    <a:pt x="1110405" y="138824"/>
                  </a:lnTo>
                  <a:lnTo>
                    <a:pt x="1120149" y="138216"/>
                  </a:lnTo>
                  <a:lnTo>
                    <a:pt x="1129893" y="137747"/>
                  </a:lnTo>
                  <a:lnTo>
                    <a:pt x="1139637" y="137418"/>
                  </a:lnTo>
                  <a:lnTo>
                    <a:pt x="1149381" y="137233"/>
                  </a:lnTo>
                  <a:lnTo>
                    <a:pt x="1159110" y="137194"/>
                  </a:lnTo>
                  <a:lnTo>
                    <a:pt x="1168854" y="137303"/>
                  </a:lnTo>
                  <a:lnTo>
                    <a:pt x="1178598" y="137562"/>
                  </a:lnTo>
                  <a:lnTo>
                    <a:pt x="1188341" y="137972"/>
                  </a:lnTo>
                  <a:lnTo>
                    <a:pt x="1198070" y="138535"/>
                  </a:lnTo>
                  <a:lnTo>
                    <a:pt x="1207814" y="139253"/>
                  </a:lnTo>
                  <a:lnTo>
                    <a:pt x="1217558" y="140126"/>
                  </a:lnTo>
                  <a:lnTo>
                    <a:pt x="1227302" y="141154"/>
                  </a:lnTo>
                  <a:lnTo>
                    <a:pt x="1237031" y="142339"/>
                  </a:lnTo>
                  <a:lnTo>
                    <a:pt x="1246775" y="143678"/>
                  </a:lnTo>
                  <a:lnTo>
                    <a:pt x="1256519" y="145174"/>
                  </a:lnTo>
                  <a:lnTo>
                    <a:pt x="1266263" y="146825"/>
                  </a:lnTo>
                  <a:lnTo>
                    <a:pt x="1276007" y="148631"/>
                  </a:lnTo>
                  <a:lnTo>
                    <a:pt x="1285736" y="150587"/>
                  </a:lnTo>
                  <a:lnTo>
                    <a:pt x="1295480" y="152695"/>
                  </a:lnTo>
                  <a:lnTo>
                    <a:pt x="1305224" y="154952"/>
                  </a:lnTo>
                  <a:lnTo>
                    <a:pt x="1314968" y="157354"/>
                  </a:lnTo>
                  <a:lnTo>
                    <a:pt x="1324697" y="159899"/>
                  </a:lnTo>
                  <a:lnTo>
                    <a:pt x="1334441" y="162582"/>
                  </a:lnTo>
                  <a:lnTo>
                    <a:pt x="1344185" y="165401"/>
                  </a:lnTo>
                  <a:lnTo>
                    <a:pt x="1353929" y="168349"/>
                  </a:lnTo>
                  <a:lnTo>
                    <a:pt x="1363658" y="171425"/>
                  </a:lnTo>
                  <a:lnTo>
                    <a:pt x="1373402" y="174621"/>
                  </a:lnTo>
                  <a:lnTo>
                    <a:pt x="1383146" y="177930"/>
                  </a:lnTo>
                  <a:lnTo>
                    <a:pt x="1392890" y="181347"/>
                  </a:lnTo>
                  <a:lnTo>
                    <a:pt x="1402619" y="184867"/>
                  </a:lnTo>
                  <a:lnTo>
                    <a:pt x="1412363" y="188480"/>
                  </a:lnTo>
                  <a:lnTo>
                    <a:pt x="1422106" y="192180"/>
                  </a:lnTo>
                  <a:lnTo>
                    <a:pt x="1431850" y="195957"/>
                  </a:lnTo>
                  <a:lnTo>
                    <a:pt x="1441594" y="199806"/>
                  </a:lnTo>
                  <a:lnTo>
                    <a:pt x="1451323" y="203715"/>
                  </a:lnTo>
                  <a:lnTo>
                    <a:pt x="1461067" y="207677"/>
                  </a:lnTo>
                  <a:lnTo>
                    <a:pt x="1470811" y="211680"/>
                  </a:lnTo>
                  <a:lnTo>
                    <a:pt x="1480555" y="215715"/>
                  </a:lnTo>
                  <a:lnTo>
                    <a:pt x="1490284" y="219772"/>
                  </a:lnTo>
                  <a:lnTo>
                    <a:pt x="1500028" y="223841"/>
                  </a:lnTo>
                  <a:lnTo>
                    <a:pt x="1509772" y="227908"/>
                  </a:lnTo>
                  <a:lnTo>
                    <a:pt x="1519516" y="231967"/>
                  </a:lnTo>
                  <a:lnTo>
                    <a:pt x="1529245" y="236003"/>
                  </a:lnTo>
                  <a:lnTo>
                    <a:pt x="1538989" y="240005"/>
                  </a:lnTo>
                  <a:lnTo>
                    <a:pt x="1548733" y="243962"/>
                  </a:lnTo>
                  <a:lnTo>
                    <a:pt x="1558477" y="247861"/>
                  </a:lnTo>
                  <a:lnTo>
                    <a:pt x="1568221" y="251693"/>
                  </a:lnTo>
                  <a:lnTo>
                    <a:pt x="1577950" y="255445"/>
                  </a:lnTo>
                  <a:lnTo>
                    <a:pt x="1587694" y="259102"/>
                  </a:lnTo>
                  <a:lnTo>
                    <a:pt x="1597438" y="262657"/>
                  </a:lnTo>
                  <a:lnTo>
                    <a:pt x="1607182" y="266097"/>
                  </a:lnTo>
                  <a:lnTo>
                    <a:pt x="1616911" y="269409"/>
                  </a:lnTo>
                  <a:lnTo>
                    <a:pt x="1626655" y="272583"/>
                  </a:lnTo>
                  <a:lnTo>
                    <a:pt x="1636399" y="275606"/>
                  </a:lnTo>
                  <a:lnTo>
                    <a:pt x="1646142" y="278469"/>
                  </a:lnTo>
                  <a:lnTo>
                    <a:pt x="1655872" y="281163"/>
                  </a:lnTo>
                  <a:lnTo>
                    <a:pt x="1665616" y="283674"/>
                  </a:lnTo>
                  <a:lnTo>
                    <a:pt x="1675359" y="285995"/>
                  </a:lnTo>
                  <a:lnTo>
                    <a:pt x="1685103" y="288115"/>
                  </a:lnTo>
                  <a:lnTo>
                    <a:pt x="1694832" y="290027"/>
                  </a:lnTo>
                  <a:lnTo>
                    <a:pt x="1704576" y="291719"/>
                  </a:lnTo>
                  <a:lnTo>
                    <a:pt x="1714320" y="293187"/>
                  </a:lnTo>
                  <a:lnTo>
                    <a:pt x="1724064" y="294420"/>
                  </a:lnTo>
                  <a:lnTo>
                    <a:pt x="1733808" y="295416"/>
                  </a:lnTo>
                  <a:lnTo>
                    <a:pt x="1743537" y="296163"/>
                  </a:lnTo>
                  <a:lnTo>
                    <a:pt x="1753281" y="296660"/>
                  </a:lnTo>
                  <a:lnTo>
                    <a:pt x="1763025" y="296901"/>
                  </a:lnTo>
                  <a:lnTo>
                    <a:pt x="1772769" y="296880"/>
                  </a:lnTo>
                  <a:lnTo>
                    <a:pt x="1782498" y="296596"/>
                  </a:lnTo>
                  <a:lnTo>
                    <a:pt x="1792242" y="296046"/>
                  </a:lnTo>
                  <a:lnTo>
                    <a:pt x="1801986" y="295225"/>
                  </a:lnTo>
                  <a:lnTo>
                    <a:pt x="1811730" y="294136"/>
                  </a:lnTo>
                  <a:lnTo>
                    <a:pt x="1821459" y="292775"/>
                  </a:lnTo>
                  <a:lnTo>
                    <a:pt x="1831203" y="291145"/>
                  </a:lnTo>
                  <a:lnTo>
                    <a:pt x="1840947" y="289246"/>
                  </a:lnTo>
                  <a:lnTo>
                    <a:pt x="1850691" y="287079"/>
                  </a:lnTo>
                  <a:lnTo>
                    <a:pt x="1860435" y="284648"/>
                  </a:lnTo>
                  <a:lnTo>
                    <a:pt x="1870164" y="281956"/>
                  </a:lnTo>
                  <a:lnTo>
                    <a:pt x="1879908" y="279007"/>
                  </a:lnTo>
                  <a:lnTo>
                    <a:pt x="1889652" y="275805"/>
                  </a:lnTo>
                  <a:lnTo>
                    <a:pt x="1899395" y="272358"/>
                  </a:lnTo>
                  <a:lnTo>
                    <a:pt x="1909124" y="268669"/>
                  </a:lnTo>
                  <a:lnTo>
                    <a:pt x="1918868" y="264747"/>
                  </a:lnTo>
                  <a:lnTo>
                    <a:pt x="1928612" y="260600"/>
                  </a:lnTo>
                  <a:lnTo>
                    <a:pt x="1938356" y="256234"/>
                  </a:lnTo>
                  <a:lnTo>
                    <a:pt x="1948085" y="251662"/>
                  </a:lnTo>
                  <a:lnTo>
                    <a:pt x="1957829" y="246888"/>
                  </a:lnTo>
                  <a:lnTo>
                    <a:pt x="1967573" y="241927"/>
                  </a:lnTo>
                  <a:lnTo>
                    <a:pt x="1977317" y="236787"/>
                  </a:lnTo>
                  <a:lnTo>
                    <a:pt x="1987046" y="231478"/>
                  </a:lnTo>
                  <a:lnTo>
                    <a:pt x="1996790" y="226015"/>
                  </a:lnTo>
                  <a:lnTo>
                    <a:pt x="2006534" y="220407"/>
                  </a:lnTo>
                  <a:lnTo>
                    <a:pt x="2016278" y="214666"/>
                  </a:lnTo>
                  <a:lnTo>
                    <a:pt x="2026022" y="208805"/>
                  </a:lnTo>
                  <a:lnTo>
                    <a:pt x="2035751" y="202838"/>
                  </a:lnTo>
                  <a:lnTo>
                    <a:pt x="2045495" y="196777"/>
                  </a:lnTo>
                  <a:lnTo>
                    <a:pt x="2055239" y="190634"/>
                  </a:lnTo>
                  <a:lnTo>
                    <a:pt x="2064983" y="184423"/>
                  </a:lnTo>
                  <a:lnTo>
                    <a:pt x="2074712" y="178158"/>
                  </a:lnTo>
                  <a:lnTo>
                    <a:pt x="2084456" y="171852"/>
                  </a:lnTo>
                  <a:lnTo>
                    <a:pt x="2094200" y="165517"/>
                  </a:lnTo>
                  <a:lnTo>
                    <a:pt x="2103944" y="159169"/>
                  </a:lnTo>
                  <a:lnTo>
                    <a:pt x="2113673" y="152819"/>
                  </a:lnTo>
                  <a:lnTo>
                    <a:pt x="2123417" y="146479"/>
                  </a:lnTo>
                  <a:lnTo>
                    <a:pt x="2133161" y="140165"/>
                  </a:lnTo>
                  <a:lnTo>
                    <a:pt x="2142905" y="133888"/>
                  </a:lnTo>
                  <a:lnTo>
                    <a:pt x="2152649" y="127660"/>
                  </a:lnTo>
                  <a:lnTo>
                    <a:pt x="2162377" y="121494"/>
                  </a:lnTo>
                  <a:lnTo>
                    <a:pt x="2172121" y="115399"/>
                  </a:lnTo>
                  <a:lnTo>
                    <a:pt x="2181865" y="109390"/>
                  </a:lnTo>
                  <a:lnTo>
                    <a:pt x="2191609" y="103475"/>
                  </a:lnTo>
                  <a:lnTo>
                    <a:pt x="2201338" y="97666"/>
                  </a:lnTo>
                  <a:lnTo>
                    <a:pt x="2211082" y="91971"/>
                  </a:lnTo>
                  <a:lnTo>
                    <a:pt x="2220826" y="86402"/>
                  </a:lnTo>
                  <a:lnTo>
                    <a:pt x="2230570" y="80965"/>
                  </a:lnTo>
                  <a:lnTo>
                    <a:pt x="2240299" y="75672"/>
                  </a:lnTo>
                  <a:lnTo>
                    <a:pt x="2250043" y="70529"/>
                  </a:lnTo>
                  <a:lnTo>
                    <a:pt x="2259787" y="65542"/>
                  </a:lnTo>
                  <a:lnTo>
                    <a:pt x="2269531" y="60718"/>
                  </a:lnTo>
                  <a:lnTo>
                    <a:pt x="2279260" y="56063"/>
                  </a:lnTo>
                  <a:lnTo>
                    <a:pt x="2289004" y="51585"/>
                  </a:lnTo>
                  <a:lnTo>
                    <a:pt x="2298748" y="47285"/>
                  </a:lnTo>
                  <a:lnTo>
                    <a:pt x="2308492" y="43170"/>
                  </a:lnTo>
                  <a:lnTo>
                    <a:pt x="2318236" y="39241"/>
                  </a:lnTo>
                  <a:lnTo>
                    <a:pt x="2327965" y="35501"/>
                  </a:lnTo>
                  <a:lnTo>
                    <a:pt x="2337709" y="31955"/>
                  </a:lnTo>
                  <a:lnTo>
                    <a:pt x="2347453" y="28603"/>
                  </a:lnTo>
                  <a:lnTo>
                    <a:pt x="2357197" y="25446"/>
                  </a:lnTo>
                  <a:lnTo>
                    <a:pt x="2366926" y="22483"/>
                  </a:lnTo>
                  <a:lnTo>
                    <a:pt x="2376670" y="19716"/>
                  </a:lnTo>
                  <a:lnTo>
                    <a:pt x="2386413" y="17144"/>
                  </a:lnTo>
                  <a:lnTo>
                    <a:pt x="2396157" y="14765"/>
                  </a:lnTo>
                  <a:lnTo>
                    <a:pt x="2405886" y="12576"/>
                  </a:lnTo>
                  <a:lnTo>
                    <a:pt x="2415630" y="10578"/>
                  </a:lnTo>
                  <a:lnTo>
                    <a:pt x="2425374" y="8767"/>
                  </a:lnTo>
                  <a:lnTo>
                    <a:pt x="2435118" y="7138"/>
                  </a:lnTo>
                  <a:lnTo>
                    <a:pt x="2444862" y="5690"/>
                  </a:lnTo>
                  <a:lnTo>
                    <a:pt x="2454591" y="4419"/>
                  </a:lnTo>
                  <a:lnTo>
                    <a:pt x="2464335" y="3318"/>
                  </a:lnTo>
                  <a:lnTo>
                    <a:pt x="2474079" y="2384"/>
                  </a:lnTo>
                  <a:lnTo>
                    <a:pt x="2483823" y="1614"/>
                  </a:lnTo>
                  <a:lnTo>
                    <a:pt x="2493552" y="998"/>
                  </a:lnTo>
                  <a:lnTo>
                    <a:pt x="2503296" y="536"/>
                  </a:lnTo>
                  <a:lnTo>
                    <a:pt x="2513040" y="219"/>
                  </a:lnTo>
                  <a:lnTo>
                    <a:pt x="2522784" y="42"/>
                  </a:lnTo>
                  <a:lnTo>
                    <a:pt x="2532513" y="0"/>
                  </a:lnTo>
                  <a:lnTo>
                    <a:pt x="2542257" y="85"/>
                  </a:lnTo>
                  <a:lnTo>
                    <a:pt x="2552001" y="293"/>
                  </a:lnTo>
                  <a:lnTo>
                    <a:pt x="2561745" y="617"/>
                  </a:lnTo>
                  <a:lnTo>
                    <a:pt x="2571474" y="1050"/>
                  </a:lnTo>
                  <a:lnTo>
                    <a:pt x="2581218" y="1588"/>
                  </a:lnTo>
                  <a:lnTo>
                    <a:pt x="2590962" y="2223"/>
                  </a:lnTo>
                  <a:lnTo>
                    <a:pt x="2600705" y="2950"/>
                  </a:lnTo>
                  <a:lnTo>
                    <a:pt x="2610449" y="3763"/>
                  </a:lnTo>
                  <a:lnTo>
                    <a:pt x="2620178" y="4656"/>
                  </a:lnTo>
                  <a:lnTo>
                    <a:pt x="2629922" y="5623"/>
                  </a:lnTo>
                  <a:lnTo>
                    <a:pt x="2639666" y="6660"/>
                  </a:lnTo>
                  <a:lnTo>
                    <a:pt x="2649410" y="7761"/>
                  </a:lnTo>
                  <a:lnTo>
                    <a:pt x="2659139" y="8920"/>
                  </a:lnTo>
                  <a:lnTo>
                    <a:pt x="2668883" y="10134"/>
                  </a:lnTo>
                  <a:lnTo>
                    <a:pt x="2678627" y="11398"/>
                  </a:lnTo>
                  <a:lnTo>
                    <a:pt x="2688371" y="12707"/>
                  </a:lnTo>
                  <a:lnTo>
                    <a:pt x="2698100" y="14059"/>
                  </a:lnTo>
                  <a:lnTo>
                    <a:pt x="2707844" y="15449"/>
                  </a:lnTo>
                  <a:lnTo>
                    <a:pt x="2717588" y="16873"/>
                  </a:lnTo>
                  <a:lnTo>
                    <a:pt x="2727332" y="18329"/>
                  </a:lnTo>
                  <a:lnTo>
                    <a:pt x="2737076" y="19814"/>
                  </a:lnTo>
                  <a:lnTo>
                    <a:pt x="2746805" y="21328"/>
                  </a:lnTo>
                  <a:lnTo>
                    <a:pt x="2756549" y="22865"/>
                  </a:lnTo>
                  <a:lnTo>
                    <a:pt x="2766293" y="24427"/>
                  </a:lnTo>
                  <a:lnTo>
                    <a:pt x="2776037" y="26009"/>
                  </a:lnTo>
                  <a:lnTo>
                    <a:pt x="2785766" y="27614"/>
                  </a:lnTo>
                  <a:lnTo>
                    <a:pt x="2795510" y="29239"/>
                  </a:lnTo>
                  <a:lnTo>
                    <a:pt x="2805254" y="30886"/>
                  </a:lnTo>
                  <a:lnTo>
                    <a:pt x="2814998" y="32551"/>
                  </a:lnTo>
                  <a:lnTo>
                    <a:pt x="2824727" y="34238"/>
                  </a:lnTo>
                  <a:lnTo>
                    <a:pt x="2834471" y="35947"/>
                  </a:lnTo>
                  <a:lnTo>
                    <a:pt x="2844215" y="37676"/>
                  </a:lnTo>
                  <a:lnTo>
                    <a:pt x="2853958" y="39432"/>
                  </a:lnTo>
                  <a:lnTo>
                    <a:pt x="2863687" y="41211"/>
                  </a:lnTo>
                  <a:lnTo>
                    <a:pt x="2873431" y="43018"/>
                  </a:lnTo>
                  <a:lnTo>
                    <a:pt x="2883175" y="44853"/>
                  </a:lnTo>
                  <a:lnTo>
                    <a:pt x="2892919" y="46722"/>
                  </a:lnTo>
                  <a:lnTo>
                    <a:pt x="2902663" y="48623"/>
                  </a:lnTo>
                  <a:lnTo>
                    <a:pt x="2912392" y="5056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1" name="Freeform 860">
              <a:extLst>
                <a:ext uri="{FF2B5EF4-FFF2-40B4-BE49-F238E27FC236}">
                  <a16:creationId xmlns:a16="http://schemas.microsoft.com/office/drawing/2014/main" id="{340F5B63-A15C-90DC-81F9-690C0A704C7C}"/>
                </a:ext>
              </a:extLst>
            </p:cNvPr>
            <p:cNvSpPr/>
            <p:nvPr/>
          </p:nvSpPr>
          <p:spPr>
            <a:xfrm>
              <a:off x="576446" y="3556626"/>
              <a:ext cx="2912392" cy="470144"/>
            </a:xfrm>
            <a:custGeom>
              <a:avLst/>
              <a:gdLst>
                <a:gd name="connsiteX0" fmla="*/ 0 w 2912392"/>
                <a:gd name="connsiteY0" fmla="*/ 470145 h 470144"/>
                <a:gd name="connsiteX1" fmla="*/ 9739 w 2912392"/>
                <a:gd name="connsiteY1" fmla="*/ 466807 h 470144"/>
                <a:gd name="connsiteX2" fmla="*/ 19480 w 2912392"/>
                <a:gd name="connsiteY2" fmla="*/ 463619 h 470144"/>
                <a:gd name="connsiteX3" fmla="*/ 29221 w 2912392"/>
                <a:gd name="connsiteY3" fmla="*/ 460609 h 470144"/>
                <a:gd name="connsiteX4" fmla="*/ 38961 w 2912392"/>
                <a:gd name="connsiteY4" fmla="*/ 457770 h 470144"/>
                <a:gd name="connsiteX5" fmla="*/ 48702 w 2912392"/>
                <a:gd name="connsiteY5" fmla="*/ 455091 h 470144"/>
                <a:gd name="connsiteX6" fmla="*/ 58443 w 2912392"/>
                <a:gd name="connsiteY6" fmla="*/ 452577 h 470144"/>
                <a:gd name="connsiteX7" fmla="*/ 68182 w 2912392"/>
                <a:gd name="connsiteY7" fmla="*/ 450232 h 470144"/>
                <a:gd name="connsiteX8" fmla="*/ 77923 w 2912392"/>
                <a:gd name="connsiteY8" fmla="*/ 448053 h 470144"/>
                <a:gd name="connsiteX9" fmla="*/ 87664 w 2912392"/>
                <a:gd name="connsiteY9" fmla="*/ 446037 h 470144"/>
                <a:gd name="connsiteX10" fmla="*/ 97404 w 2912392"/>
                <a:gd name="connsiteY10" fmla="*/ 444183 h 470144"/>
                <a:gd name="connsiteX11" fmla="*/ 107145 w 2912392"/>
                <a:gd name="connsiteY11" fmla="*/ 442489 h 470144"/>
                <a:gd name="connsiteX12" fmla="*/ 116886 w 2912392"/>
                <a:gd name="connsiteY12" fmla="*/ 440955 h 470144"/>
                <a:gd name="connsiteX13" fmla="*/ 126625 w 2912392"/>
                <a:gd name="connsiteY13" fmla="*/ 439574 h 470144"/>
                <a:gd name="connsiteX14" fmla="*/ 136366 w 2912392"/>
                <a:gd name="connsiteY14" fmla="*/ 438344 h 470144"/>
                <a:gd name="connsiteX15" fmla="*/ 146107 w 2912392"/>
                <a:gd name="connsiteY15" fmla="*/ 437261 h 470144"/>
                <a:gd name="connsiteX16" fmla="*/ 155846 w 2912392"/>
                <a:gd name="connsiteY16" fmla="*/ 436320 h 470144"/>
                <a:gd name="connsiteX17" fmla="*/ 165587 w 2912392"/>
                <a:gd name="connsiteY17" fmla="*/ 435518 h 470144"/>
                <a:gd name="connsiteX18" fmla="*/ 175328 w 2912392"/>
                <a:gd name="connsiteY18" fmla="*/ 434848 h 470144"/>
                <a:gd name="connsiteX19" fmla="*/ 185068 w 2912392"/>
                <a:gd name="connsiteY19" fmla="*/ 434304 h 470144"/>
                <a:gd name="connsiteX20" fmla="*/ 194809 w 2912392"/>
                <a:gd name="connsiteY20" fmla="*/ 433882 h 470144"/>
                <a:gd name="connsiteX21" fmla="*/ 204550 w 2912392"/>
                <a:gd name="connsiteY21" fmla="*/ 433575 h 470144"/>
                <a:gd name="connsiteX22" fmla="*/ 214289 w 2912392"/>
                <a:gd name="connsiteY22" fmla="*/ 433379 h 470144"/>
                <a:gd name="connsiteX23" fmla="*/ 224030 w 2912392"/>
                <a:gd name="connsiteY23" fmla="*/ 433283 h 470144"/>
                <a:gd name="connsiteX24" fmla="*/ 233771 w 2912392"/>
                <a:gd name="connsiteY24" fmla="*/ 433285 h 470144"/>
                <a:gd name="connsiteX25" fmla="*/ 243510 w 2912392"/>
                <a:gd name="connsiteY25" fmla="*/ 433374 h 470144"/>
                <a:gd name="connsiteX26" fmla="*/ 253251 w 2912392"/>
                <a:gd name="connsiteY26" fmla="*/ 433545 h 470144"/>
                <a:gd name="connsiteX27" fmla="*/ 262992 w 2912392"/>
                <a:gd name="connsiteY27" fmla="*/ 433791 h 470144"/>
                <a:gd name="connsiteX28" fmla="*/ 272732 w 2912392"/>
                <a:gd name="connsiteY28" fmla="*/ 434104 h 470144"/>
                <a:gd name="connsiteX29" fmla="*/ 282473 w 2912392"/>
                <a:gd name="connsiteY29" fmla="*/ 434477 h 470144"/>
                <a:gd name="connsiteX30" fmla="*/ 292214 w 2912392"/>
                <a:gd name="connsiteY30" fmla="*/ 434901 h 470144"/>
                <a:gd name="connsiteX31" fmla="*/ 301953 w 2912392"/>
                <a:gd name="connsiteY31" fmla="*/ 435372 h 470144"/>
                <a:gd name="connsiteX32" fmla="*/ 311694 w 2912392"/>
                <a:gd name="connsiteY32" fmla="*/ 435879 h 470144"/>
                <a:gd name="connsiteX33" fmla="*/ 321435 w 2912392"/>
                <a:gd name="connsiteY33" fmla="*/ 436415 h 470144"/>
                <a:gd name="connsiteX34" fmla="*/ 331175 w 2912392"/>
                <a:gd name="connsiteY34" fmla="*/ 436975 h 470144"/>
                <a:gd name="connsiteX35" fmla="*/ 340916 w 2912392"/>
                <a:gd name="connsiteY35" fmla="*/ 437550 h 470144"/>
                <a:gd name="connsiteX36" fmla="*/ 350656 w 2912392"/>
                <a:gd name="connsiteY36" fmla="*/ 438133 h 470144"/>
                <a:gd name="connsiteX37" fmla="*/ 360396 w 2912392"/>
                <a:gd name="connsiteY37" fmla="*/ 438715 h 470144"/>
                <a:gd name="connsiteX38" fmla="*/ 370137 w 2912392"/>
                <a:gd name="connsiteY38" fmla="*/ 439292 h 470144"/>
                <a:gd name="connsiteX39" fmla="*/ 379878 w 2912392"/>
                <a:gd name="connsiteY39" fmla="*/ 439857 h 470144"/>
                <a:gd name="connsiteX40" fmla="*/ 389617 w 2912392"/>
                <a:gd name="connsiteY40" fmla="*/ 440400 h 470144"/>
                <a:gd name="connsiteX41" fmla="*/ 399358 w 2912392"/>
                <a:gd name="connsiteY41" fmla="*/ 440917 h 470144"/>
                <a:gd name="connsiteX42" fmla="*/ 409099 w 2912392"/>
                <a:gd name="connsiteY42" fmla="*/ 441403 h 470144"/>
                <a:gd name="connsiteX43" fmla="*/ 418839 w 2912392"/>
                <a:gd name="connsiteY43" fmla="*/ 441850 h 470144"/>
                <a:gd name="connsiteX44" fmla="*/ 428580 w 2912392"/>
                <a:gd name="connsiteY44" fmla="*/ 442251 h 470144"/>
                <a:gd name="connsiteX45" fmla="*/ 438321 w 2912392"/>
                <a:gd name="connsiteY45" fmla="*/ 442604 h 470144"/>
                <a:gd name="connsiteX46" fmla="*/ 448060 w 2912392"/>
                <a:gd name="connsiteY46" fmla="*/ 442899 h 470144"/>
                <a:gd name="connsiteX47" fmla="*/ 457801 w 2912392"/>
                <a:gd name="connsiteY47" fmla="*/ 443136 h 470144"/>
                <a:gd name="connsiteX48" fmla="*/ 467542 w 2912392"/>
                <a:gd name="connsiteY48" fmla="*/ 443306 h 470144"/>
                <a:gd name="connsiteX49" fmla="*/ 477281 w 2912392"/>
                <a:gd name="connsiteY49" fmla="*/ 443406 h 470144"/>
                <a:gd name="connsiteX50" fmla="*/ 487022 w 2912392"/>
                <a:gd name="connsiteY50" fmla="*/ 443431 h 470144"/>
                <a:gd name="connsiteX51" fmla="*/ 496763 w 2912392"/>
                <a:gd name="connsiteY51" fmla="*/ 443379 h 470144"/>
                <a:gd name="connsiteX52" fmla="*/ 506503 w 2912392"/>
                <a:gd name="connsiteY52" fmla="*/ 443243 h 470144"/>
                <a:gd name="connsiteX53" fmla="*/ 516244 w 2912392"/>
                <a:gd name="connsiteY53" fmla="*/ 443023 h 470144"/>
                <a:gd name="connsiteX54" fmla="*/ 525985 w 2912392"/>
                <a:gd name="connsiteY54" fmla="*/ 442713 h 470144"/>
                <a:gd name="connsiteX55" fmla="*/ 535724 w 2912392"/>
                <a:gd name="connsiteY55" fmla="*/ 442312 h 470144"/>
                <a:gd name="connsiteX56" fmla="*/ 545465 w 2912392"/>
                <a:gd name="connsiteY56" fmla="*/ 441816 h 470144"/>
                <a:gd name="connsiteX57" fmla="*/ 555206 w 2912392"/>
                <a:gd name="connsiteY57" fmla="*/ 441223 h 470144"/>
                <a:gd name="connsiteX58" fmla="*/ 564946 w 2912392"/>
                <a:gd name="connsiteY58" fmla="*/ 440530 h 470144"/>
                <a:gd name="connsiteX59" fmla="*/ 574687 w 2912392"/>
                <a:gd name="connsiteY59" fmla="*/ 439736 h 470144"/>
                <a:gd name="connsiteX60" fmla="*/ 584428 w 2912392"/>
                <a:gd name="connsiteY60" fmla="*/ 438838 h 470144"/>
                <a:gd name="connsiteX61" fmla="*/ 594167 w 2912392"/>
                <a:gd name="connsiteY61" fmla="*/ 437836 h 470144"/>
                <a:gd name="connsiteX62" fmla="*/ 603908 w 2912392"/>
                <a:gd name="connsiteY62" fmla="*/ 436728 h 470144"/>
                <a:gd name="connsiteX63" fmla="*/ 613649 w 2912392"/>
                <a:gd name="connsiteY63" fmla="*/ 435514 h 470144"/>
                <a:gd name="connsiteX64" fmla="*/ 623388 w 2912392"/>
                <a:gd name="connsiteY64" fmla="*/ 434191 h 470144"/>
                <a:gd name="connsiteX65" fmla="*/ 633129 w 2912392"/>
                <a:gd name="connsiteY65" fmla="*/ 432759 h 470144"/>
                <a:gd name="connsiteX66" fmla="*/ 642870 w 2912392"/>
                <a:gd name="connsiteY66" fmla="*/ 431217 h 470144"/>
                <a:gd name="connsiteX67" fmla="*/ 652610 w 2912392"/>
                <a:gd name="connsiteY67" fmla="*/ 429566 h 470144"/>
                <a:gd name="connsiteX68" fmla="*/ 662351 w 2912392"/>
                <a:gd name="connsiteY68" fmla="*/ 427803 h 470144"/>
                <a:gd name="connsiteX69" fmla="*/ 672092 w 2912392"/>
                <a:gd name="connsiteY69" fmla="*/ 425932 h 470144"/>
                <a:gd name="connsiteX70" fmla="*/ 681831 w 2912392"/>
                <a:gd name="connsiteY70" fmla="*/ 423949 h 470144"/>
                <a:gd name="connsiteX71" fmla="*/ 691572 w 2912392"/>
                <a:gd name="connsiteY71" fmla="*/ 421856 h 470144"/>
                <a:gd name="connsiteX72" fmla="*/ 701313 w 2912392"/>
                <a:gd name="connsiteY72" fmla="*/ 419652 h 470144"/>
                <a:gd name="connsiteX73" fmla="*/ 711052 w 2912392"/>
                <a:gd name="connsiteY73" fmla="*/ 417338 h 470144"/>
                <a:gd name="connsiteX74" fmla="*/ 720793 w 2912392"/>
                <a:gd name="connsiteY74" fmla="*/ 414916 h 470144"/>
                <a:gd name="connsiteX75" fmla="*/ 730534 w 2912392"/>
                <a:gd name="connsiteY75" fmla="*/ 412381 h 470144"/>
                <a:gd name="connsiteX76" fmla="*/ 740274 w 2912392"/>
                <a:gd name="connsiteY76" fmla="*/ 409740 h 470144"/>
                <a:gd name="connsiteX77" fmla="*/ 750015 w 2912392"/>
                <a:gd name="connsiteY77" fmla="*/ 406988 h 470144"/>
                <a:gd name="connsiteX78" fmla="*/ 759756 w 2912392"/>
                <a:gd name="connsiteY78" fmla="*/ 404127 h 470144"/>
                <a:gd name="connsiteX79" fmla="*/ 769495 w 2912392"/>
                <a:gd name="connsiteY79" fmla="*/ 401160 h 470144"/>
                <a:gd name="connsiteX80" fmla="*/ 779236 w 2912392"/>
                <a:gd name="connsiteY80" fmla="*/ 398084 h 470144"/>
                <a:gd name="connsiteX81" fmla="*/ 788977 w 2912392"/>
                <a:gd name="connsiteY81" fmla="*/ 394903 h 470144"/>
                <a:gd name="connsiteX82" fmla="*/ 798717 w 2912392"/>
                <a:gd name="connsiteY82" fmla="*/ 391615 h 470144"/>
                <a:gd name="connsiteX83" fmla="*/ 808458 w 2912392"/>
                <a:gd name="connsiteY83" fmla="*/ 388221 h 470144"/>
                <a:gd name="connsiteX84" fmla="*/ 818199 w 2912392"/>
                <a:gd name="connsiteY84" fmla="*/ 384723 h 470144"/>
                <a:gd name="connsiteX85" fmla="*/ 827938 w 2912392"/>
                <a:gd name="connsiteY85" fmla="*/ 381120 h 470144"/>
                <a:gd name="connsiteX86" fmla="*/ 837679 w 2912392"/>
                <a:gd name="connsiteY86" fmla="*/ 377414 h 470144"/>
                <a:gd name="connsiteX87" fmla="*/ 847420 w 2912392"/>
                <a:gd name="connsiteY87" fmla="*/ 373604 h 470144"/>
                <a:gd name="connsiteX88" fmla="*/ 857159 w 2912392"/>
                <a:gd name="connsiteY88" fmla="*/ 369693 h 470144"/>
                <a:gd name="connsiteX89" fmla="*/ 866900 w 2912392"/>
                <a:gd name="connsiteY89" fmla="*/ 365681 h 470144"/>
                <a:gd name="connsiteX90" fmla="*/ 876641 w 2912392"/>
                <a:gd name="connsiteY90" fmla="*/ 361567 h 470144"/>
                <a:gd name="connsiteX91" fmla="*/ 886381 w 2912392"/>
                <a:gd name="connsiteY91" fmla="*/ 357354 h 470144"/>
                <a:gd name="connsiteX92" fmla="*/ 896122 w 2912392"/>
                <a:gd name="connsiteY92" fmla="*/ 353042 h 470144"/>
                <a:gd name="connsiteX93" fmla="*/ 905863 w 2912392"/>
                <a:gd name="connsiteY93" fmla="*/ 348632 h 470144"/>
                <a:gd name="connsiteX94" fmla="*/ 915602 w 2912392"/>
                <a:gd name="connsiteY94" fmla="*/ 344125 h 470144"/>
                <a:gd name="connsiteX95" fmla="*/ 925343 w 2912392"/>
                <a:gd name="connsiteY95" fmla="*/ 339522 h 470144"/>
                <a:gd name="connsiteX96" fmla="*/ 935084 w 2912392"/>
                <a:gd name="connsiteY96" fmla="*/ 334826 h 470144"/>
                <a:gd name="connsiteX97" fmla="*/ 944824 w 2912392"/>
                <a:gd name="connsiteY97" fmla="*/ 330036 h 470144"/>
                <a:gd name="connsiteX98" fmla="*/ 954564 w 2912392"/>
                <a:gd name="connsiteY98" fmla="*/ 325155 h 470144"/>
                <a:gd name="connsiteX99" fmla="*/ 964305 w 2912392"/>
                <a:gd name="connsiteY99" fmla="*/ 320185 h 470144"/>
                <a:gd name="connsiteX100" fmla="*/ 974045 w 2912392"/>
                <a:gd name="connsiteY100" fmla="*/ 315125 h 470144"/>
                <a:gd name="connsiteX101" fmla="*/ 983786 w 2912392"/>
                <a:gd name="connsiteY101" fmla="*/ 309981 h 470144"/>
                <a:gd name="connsiteX102" fmla="*/ 993522 w 2912392"/>
                <a:gd name="connsiteY102" fmla="*/ 304751 h 470144"/>
                <a:gd name="connsiteX103" fmla="*/ 1003266 w 2912392"/>
                <a:gd name="connsiteY103" fmla="*/ 299440 h 470144"/>
                <a:gd name="connsiteX104" fmla="*/ 1013010 w 2912392"/>
                <a:gd name="connsiteY104" fmla="*/ 294048 h 470144"/>
                <a:gd name="connsiteX105" fmla="*/ 1022754 w 2912392"/>
                <a:gd name="connsiteY105" fmla="*/ 288580 h 470144"/>
                <a:gd name="connsiteX106" fmla="*/ 1032483 w 2912392"/>
                <a:gd name="connsiteY106" fmla="*/ 283037 h 470144"/>
                <a:gd name="connsiteX107" fmla="*/ 1042227 w 2912392"/>
                <a:gd name="connsiteY107" fmla="*/ 277422 h 470144"/>
                <a:gd name="connsiteX108" fmla="*/ 1051971 w 2912392"/>
                <a:gd name="connsiteY108" fmla="*/ 271740 h 470144"/>
                <a:gd name="connsiteX109" fmla="*/ 1061715 w 2912392"/>
                <a:gd name="connsiteY109" fmla="*/ 265993 h 470144"/>
                <a:gd name="connsiteX110" fmla="*/ 1071444 w 2912392"/>
                <a:gd name="connsiteY110" fmla="*/ 260184 h 470144"/>
                <a:gd name="connsiteX111" fmla="*/ 1081188 w 2912392"/>
                <a:gd name="connsiteY111" fmla="*/ 254317 h 470144"/>
                <a:gd name="connsiteX112" fmla="*/ 1090932 w 2912392"/>
                <a:gd name="connsiteY112" fmla="*/ 248397 h 470144"/>
                <a:gd name="connsiteX113" fmla="*/ 1100676 w 2912392"/>
                <a:gd name="connsiteY113" fmla="*/ 242429 h 470144"/>
                <a:gd name="connsiteX114" fmla="*/ 1110405 w 2912392"/>
                <a:gd name="connsiteY114" fmla="*/ 236416 h 470144"/>
                <a:gd name="connsiteX115" fmla="*/ 1120149 w 2912392"/>
                <a:gd name="connsiteY115" fmla="*/ 230361 h 470144"/>
                <a:gd name="connsiteX116" fmla="*/ 1129893 w 2912392"/>
                <a:gd name="connsiteY116" fmla="*/ 224271 h 470144"/>
                <a:gd name="connsiteX117" fmla="*/ 1139637 w 2912392"/>
                <a:gd name="connsiteY117" fmla="*/ 218154 h 470144"/>
                <a:gd name="connsiteX118" fmla="*/ 1149381 w 2912392"/>
                <a:gd name="connsiteY118" fmla="*/ 212009 h 470144"/>
                <a:gd name="connsiteX119" fmla="*/ 1159110 w 2912392"/>
                <a:gd name="connsiteY119" fmla="*/ 205847 h 470144"/>
                <a:gd name="connsiteX120" fmla="*/ 1168854 w 2912392"/>
                <a:gd name="connsiteY120" fmla="*/ 199672 h 470144"/>
                <a:gd name="connsiteX121" fmla="*/ 1178598 w 2912392"/>
                <a:gd name="connsiteY121" fmla="*/ 193487 h 470144"/>
                <a:gd name="connsiteX122" fmla="*/ 1188341 w 2912392"/>
                <a:gd name="connsiteY122" fmla="*/ 187302 h 470144"/>
                <a:gd name="connsiteX123" fmla="*/ 1198070 w 2912392"/>
                <a:gd name="connsiteY123" fmla="*/ 181122 h 470144"/>
                <a:gd name="connsiteX124" fmla="*/ 1207814 w 2912392"/>
                <a:gd name="connsiteY124" fmla="*/ 174953 h 470144"/>
                <a:gd name="connsiteX125" fmla="*/ 1217558 w 2912392"/>
                <a:gd name="connsiteY125" fmla="*/ 168802 h 470144"/>
                <a:gd name="connsiteX126" fmla="*/ 1227302 w 2912392"/>
                <a:gd name="connsiteY126" fmla="*/ 162675 h 470144"/>
                <a:gd name="connsiteX127" fmla="*/ 1237031 w 2912392"/>
                <a:gd name="connsiteY127" fmla="*/ 156579 h 470144"/>
                <a:gd name="connsiteX128" fmla="*/ 1246775 w 2912392"/>
                <a:gd name="connsiteY128" fmla="*/ 150521 h 470144"/>
                <a:gd name="connsiteX129" fmla="*/ 1256519 w 2912392"/>
                <a:gd name="connsiteY129" fmla="*/ 144507 h 470144"/>
                <a:gd name="connsiteX130" fmla="*/ 1266263 w 2912392"/>
                <a:gd name="connsiteY130" fmla="*/ 138544 h 470144"/>
                <a:gd name="connsiteX131" fmla="*/ 1276007 w 2912392"/>
                <a:gd name="connsiteY131" fmla="*/ 132640 h 470144"/>
                <a:gd name="connsiteX132" fmla="*/ 1285736 w 2912392"/>
                <a:gd name="connsiteY132" fmla="*/ 126801 h 470144"/>
                <a:gd name="connsiteX133" fmla="*/ 1295480 w 2912392"/>
                <a:gd name="connsiteY133" fmla="*/ 121033 h 470144"/>
                <a:gd name="connsiteX134" fmla="*/ 1305224 w 2912392"/>
                <a:gd name="connsiteY134" fmla="*/ 115343 h 470144"/>
                <a:gd name="connsiteX135" fmla="*/ 1314968 w 2912392"/>
                <a:gd name="connsiteY135" fmla="*/ 109740 h 470144"/>
                <a:gd name="connsiteX136" fmla="*/ 1324697 w 2912392"/>
                <a:gd name="connsiteY136" fmla="*/ 104227 h 470144"/>
                <a:gd name="connsiteX137" fmla="*/ 1334441 w 2912392"/>
                <a:gd name="connsiteY137" fmla="*/ 98813 h 470144"/>
                <a:gd name="connsiteX138" fmla="*/ 1344185 w 2912392"/>
                <a:gd name="connsiteY138" fmla="*/ 93503 h 470144"/>
                <a:gd name="connsiteX139" fmla="*/ 1353929 w 2912392"/>
                <a:gd name="connsiteY139" fmla="*/ 88303 h 470144"/>
                <a:gd name="connsiteX140" fmla="*/ 1363658 w 2912392"/>
                <a:gd name="connsiteY140" fmla="*/ 83218 h 470144"/>
                <a:gd name="connsiteX141" fmla="*/ 1373402 w 2912392"/>
                <a:gd name="connsiteY141" fmla="*/ 78257 h 470144"/>
                <a:gd name="connsiteX142" fmla="*/ 1383146 w 2912392"/>
                <a:gd name="connsiteY142" fmla="*/ 73421 h 470144"/>
                <a:gd name="connsiteX143" fmla="*/ 1392890 w 2912392"/>
                <a:gd name="connsiteY143" fmla="*/ 68719 h 470144"/>
                <a:gd name="connsiteX144" fmla="*/ 1402619 w 2912392"/>
                <a:gd name="connsiteY144" fmla="*/ 64152 h 470144"/>
                <a:gd name="connsiteX145" fmla="*/ 1412363 w 2912392"/>
                <a:gd name="connsiteY145" fmla="*/ 59729 h 470144"/>
                <a:gd name="connsiteX146" fmla="*/ 1422106 w 2912392"/>
                <a:gd name="connsiteY146" fmla="*/ 55450 h 470144"/>
                <a:gd name="connsiteX147" fmla="*/ 1431850 w 2912392"/>
                <a:gd name="connsiteY147" fmla="*/ 51320 h 470144"/>
                <a:gd name="connsiteX148" fmla="*/ 1441594 w 2912392"/>
                <a:gd name="connsiteY148" fmla="*/ 47343 h 470144"/>
                <a:gd name="connsiteX149" fmla="*/ 1451323 w 2912392"/>
                <a:gd name="connsiteY149" fmla="*/ 43523 h 470144"/>
                <a:gd name="connsiteX150" fmla="*/ 1461067 w 2912392"/>
                <a:gd name="connsiteY150" fmla="*/ 39862 h 470144"/>
                <a:gd name="connsiteX151" fmla="*/ 1470811 w 2912392"/>
                <a:gd name="connsiteY151" fmla="*/ 36362 h 470144"/>
                <a:gd name="connsiteX152" fmla="*/ 1480555 w 2912392"/>
                <a:gd name="connsiteY152" fmla="*/ 33025 h 470144"/>
                <a:gd name="connsiteX153" fmla="*/ 1490284 w 2912392"/>
                <a:gd name="connsiteY153" fmla="*/ 29855 h 470144"/>
                <a:gd name="connsiteX154" fmla="*/ 1500028 w 2912392"/>
                <a:gd name="connsiteY154" fmla="*/ 26848 h 470144"/>
                <a:gd name="connsiteX155" fmla="*/ 1509772 w 2912392"/>
                <a:gd name="connsiteY155" fmla="*/ 24010 h 470144"/>
                <a:gd name="connsiteX156" fmla="*/ 1519516 w 2912392"/>
                <a:gd name="connsiteY156" fmla="*/ 21338 h 470144"/>
                <a:gd name="connsiteX157" fmla="*/ 1529245 w 2912392"/>
                <a:gd name="connsiteY157" fmla="*/ 18834 h 470144"/>
                <a:gd name="connsiteX158" fmla="*/ 1538989 w 2912392"/>
                <a:gd name="connsiteY158" fmla="*/ 16495 h 470144"/>
                <a:gd name="connsiteX159" fmla="*/ 1548733 w 2912392"/>
                <a:gd name="connsiteY159" fmla="*/ 14324 h 470144"/>
                <a:gd name="connsiteX160" fmla="*/ 1558477 w 2912392"/>
                <a:gd name="connsiteY160" fmla="*/ 12317 h 470144"/>
                <a:gd name="connsiteX161" fmla="*/ 1568221 w 2912392"/>
                <a:gd name="connsiteY161" fmla="*/ 10472 h 470144"/>
                <a:gd name="connsiteX162" fmla="*/ 1577950 w 2912392"/>
                <a:gd name="connsiteY162" fmla="*/ 8789 h 470144"/>
                <a:gd name="connsiteX163" fmla="*/ 1587694 w 2912392"/>
                <a:gd name="connsiteY163" fmla="*/ 7265 h 470144"/>
                <a:gd name="connsiteX164" fmla="*/ 1597438 w 2912392"/>
                <a:gd name="connsiteY164" fmla="*/ 5897 h 470144"/>
                <a:gd name="connsiteX165" fmla="*/ 1607182 w 2912392"/>
                <a:gd name="connsiteY165" fmla="*/ 4681 h 470144"/>
                <a:gd name="connsiteX166" fmla="*/ 1616911 w 2912392"/>
                <a:gd name="connsiteY166" fmla="*/ 3616 h 470144"/>
                <a:gd name="connsiteX167" fmla="*/ 1626655 w 2912392"/>
                <a:gd name="connsiteY167" fmla="*/ 2697 h 470144"/>
                <a:gd name="connsiteX168" fmla="*/ 1636399 w 2912392"/>
                <a:gd name="connsiteY168" fmla="*/ 1920 h 470144"/>
                <a:gd name="connsiteX169" fmla="*/ 1646142 w 2912392"/>
                <a:gd name="connsiteY169" fmla="*/ 1281 h 470144"/>
                <a:gd name="connsiteX170" fmla="*/ 1655872 w 2912392"/>
                <a:gd name="connsiteY170" fmla="*/ 776 h 470144"/>
                <a:gd name="connsiteX171" fmla="*/ 1665616 w 2912392"/>
                <a:gd name="connsiteY171" fmla="*/ 401 h 470144"/>
                <a:gd name="connsiteX172" fmla="*/ 1675359 w 2912392"/>
                <a:gd name="connsiteY172" fmla="*/ 150 h 470144"/>
                <a:gd name="connsiteX173" fmla="*/ 1685103 w 2912392"/>
                <a:gd name="connsiteY173" fmla="*/ 18 h 470144"/>
                <a:gd name="connsiteX174" fmla="*/ 1694832 w 2912392"/>
                <a:gd name="connsiteY174" fmla="*/ 0 h 470144"/>
                <a:gd name="connsiteX175" fmla="*/ 1704576 w 2912392"/>
                <a:gd name="connsiteY175" fmla="*/ 92 h 470144"/>
                <a:gd name="connsiteX176" fmla="*/ 1714320 w 2912392"/>
                <a:gd name="connsiteY176" fmla="*/ 289 h 470144"/>
                <a:gd name="connsiteX177" fmla="*/ 1724064 w 2912392"/>
                <a:gd name="connsiteY177" fmla="*/ 583 h 470144"/>
                <a:gd name="connsiteX178" fmla="*/ 1733808 w 2912392"/>
                <a:gd name="connsiteY178" fmla="*/ 970 h 470144"/>
                <a:gd name="connsiteX179" fmla="*/ 1743537 w 2912392"/>
                <a:gd name="connsiteY179" fmla="*/ 1445 h 470144"/>
                <a:gd name="connsiteX180" fmla="*/ 1753281 w 2912392"/>
                <a:gd name="connsiteY180" fmla="*/ 2004 h 470144"/>
                <a:gd name="connsiteX181" fmla="*/ 1763025 w 2912392"/>
                <a:gd name="connsiteY181" fmla="*/ 2639 h 470144"/>
                <a:gd name="connsiteX182" fmla="*/ 1772769 w 2912392"/>
                <a:gd name="connsiteY182" fmla="*/ 3345 h 470144"/>
                <a:gd name="connsiteX183" fmla="*/ 1782498 w 2912392"/>
                <a:gd name="connsiteY183" fmla="*/ 4117 h 470144"/>
                <a:gd name="connsiteX184" fmla="*/ 1792242 w 2912392"/>
                <a:gd name="connsiteY184" fmla="*/ 4951 h 470144"/>
                <a:gd name="connsiteX185" fmla="*/ 1801986 w 2912392"/>
                <a:gd name="connsiteY185" fmla="*/ 5842 h 470144"/>
                <a:gd name="connsiteX186" fmla="*/ 1811730 w 2912392"/>
                <a:gd name="connsiteY186" fmla="*/ 6782 h 470144"/>
                <a:gd name="connsiteX187" fmla="*/ 1821459 w 2912392"/>
                <a:gd name="connsiteY187" fmla="*/ 7771 h 470144"/>
                <a:gd name="connsiteX188" fmla="*/ 1831203 w 2912392"/>
                <a:gd name="connsiteY188" fmla="*/ 8801 h 470144"/>
                <a:gd name="connsiteX189" fmla="*/ 1840947 w 2912392"/>
                <a:gd name="connsiteY189" fmla="*/ 9869 h 470144"/>
                <a:gd name="connsiteX190" fmla="*/ 1850691 w 2912392"/>
                <a:gd name="connsiteY190" fmla="*/ 10970 h 470144"/>
                <a:gd name="connsiteX191" fmla="*/ 1860435 w 2912392"/>
                <a:gd name="connsiteY191" fmla="*/ 12101 h 470144"/>
                <a:gd name="connsiteX192" fmla="*/ 1870164 w 2912392"/>
                <a:gd name="connsiteY192" fmla="*/ 13257 h 470144"/>
                <a:gd name="connsiteX193" fmla="*/ 1879908 w 2912392"/>
                <a:gd name="connsiteY193" fmla="*/ 14437 h 470144"/>
                <a:gd name="connsiteX194" fmla="*/ 1889652 w 2912392"/>
                <a:gd name="connsiteY194" fmla="*/ 15635 h 470144"/>
                <a:gd name="connsiteX195" fmla="*/ 1899395 w 2912392"/>
                <a:gd name="connsiteY195" fmla="*/ 16849 h 470144"/>
                <a:gd name="connsiteX196" fmla="*/ 1909124 w 2912392"/>
                <a:gd name="connsiteY196" fmla="*/ 18077 h 470144"/>
                <a:gd name="connsiteX197" fmla="*/ 1918868 w 2912392"/>
                <a:gd name="connsiteY197" fmla="*/ 19316 h 470144"/>
                <a:gd name="connsiteX198" fmla="*/ 1928612 w 2912392"/>
                <a:gd name="connsiteY198" fmla="*/ 20565 h 470144"/>
                <a:gd name="connsiteX199" fmla="*/ 1938356 w 2912392"/>
                <a:gd name="connsiteY199" fmla="*/ 21821 h 470144"/>
                <a:gd name="connsiteX200" fmla="*/ 1948085 w 2912392"/>
                <a:gd name="connsiteY200" fmla="*/ 23082 h 470144"/>
                <a:gd name="connsiteX201" fmla="*/ 1957829 w 2912392"/>
                <a:gd name="connsiteY201" fmla="*/ 24348 h 470144"/>
                <a:gd name="connsiteX202" fmla="*/ 1967573 w 2912392"/>
                <a:gd name="connsiteY202" fmla="*/ 25616 h 470144"/>
                <a:gd name="connsiteX203" fmla="*/ 1977317 w 2912392"/>
                <a:gd name="connsiteY203" fmla="*/ 26888 h 470144"/>
                <a:gd name="connsiteX204" fmla="*/ 1987046 w 2912392"/>
                <a:gd name="connsiteY204" fmla="*/ 28162 h 470144"/>
                <a:gd name="connsiteX205" fmla="*/ 1996790 w 2912392"/>
                <a:gd name="connsiteY205" fmla="*/ 29437 h 470144"/>
                <a:gd name="connsiteX206" fmla="*/ 2006534 w 2912392"/>
                <a:gd name="connsiteY206" fmla="*/ 30716 h 470144"/>
                <a:gd name="connsiteX207" fmla="*/ 2016278 w 2912392"/>
                <a:gd name="connsiteY207" fmla="*/ 31997 h 470144"/>
                <a:gd name="connsiteX208" fmla="*/ 2026022 w 2912392"/>
                <a:gd name="connsiteY208" fmla="*/ 33281 h 470144"/>
                <a:gd name="connsiteX209" fmla="*/ 2035751 w 2912392"/>
                <a:gd name="connsiteY209" fmla="*/ 34569 h 470144"/>
                <a:gd name="connsiteX210" fmla="*/ 2045495 w 2912392"/>
                <a:gd name="connsiteY210" fmla="*/ 35860 h 470144"/>
                <a:gd name="connsiteX211" fmla="*/ 2055239 w 2912392"/>
                <a:gd name="connsiteY211" fmla="*/ 37160 h 470144"/>
                <a:gd name="connsiteX212" fmla="*/ 2064983 w 2912392"/>
                <a:gd name="connsiteY212" fmla="*/ 38466 h 470144"/>
                <a:gd name="connsiteX213" fmla="*/ 2074712 w 2912392"/>
                <a:gd name="connsiteY213" fmla="*/ 39782 h 470144"/>
                <a:gd name="connsiteX214" fmla="*/ 2084456 w 2912392"/>
                <a:gd name="connsiteY214" fmla="*/ 41108 h 470144"/>
                <a:gd name="connsiteX215" fmla="*/ 2094200 w 2912392"/>
                <a:gd name="connsiteY215" fmla="*/ 42447 h 470144"/>
                <a:gd name="connsiteX216" fmla="*/ 2103944 w 2912392"/>
                <a:gd name="connsiteY216" fmla="*/ 43801 h 470144"/>
                <a:gd name="connsiteX217" fmla="*/ 2113673 w 2912392"/>
                <a:gd name="connsiteY217" fmla="*/ 45172 h 470144"/>
                <a:gd name="connsiteX218" fmla="*/ 2123417 w 2912392"/>
                <a:gd name="connsiteY218" fmla="*/ 46562 h 470144"/>
                <a:gd name="connsiteX219" fmla="*/ 2133161 w 2912392"/>
                <a:gd name="connsiteY219" fmla="*/ 47975 h 470144"/>
                <a:gd name="connsiteX220" fmla="*/ 2142905 w 2912392"/>
                <a:gd name="connsiteY220" fmla="*/ 49411 h 470144"/>
                <a:gd name="connsiteX221" fmla="*/ 2152649 w 2912392"/>
                <a:gd name="connsiteY221" fmla="*/ 50873 h 470144"/>
                <a:gd name="connsiteX222" fmla="*/ 2162377 w 2912392"/>
                <a:gd name="connsiteY222" fmla="*/ 52364 h 470144"/>
                <a:gd name="connsiteX223" fmla="*/ 2172121 w 2912392"/>
                <a:gd name="connsiteY223" fmla="*/ 53887 h 470144"/>
                <a:gd name="connsiteX224" fmla="*/ 2181865 w 2912392"/>
                <a:gd name="connsiteY224" fmla="*/ 55444 h 470144"/>
                <a:gd name="connsiteX225" fmla="*/ 2191609 w 2912392"/>
                <a:gd name="connsiteY225" fmla="*/ 57038 h 470144"/>
                <a:gd name="connsiteX226" fmla="*/ 2201338 w 2912392"/>
                <a:gd name="connsiteY226" fmla="*/ 58669 h 470144"/>
                <a:gd name="connsiteX227" fmla="*/ 2211082 w 2912392"/>
                <a:gd name="connsiteY227" fmla="*/ 60342 h 470144"/>
                <a:gd name="connsiteX228" fmla="*/ 2220826 w 2912392"/>
                <a:gd name="connsiteY228" fmla="*/ 62057 h 470144"/>
                <a:gd name="connsiteX229" fmla="*/ 2230570 w 2912392"/>
                <a:gd name="connsiteY229" fmla="*/ 63820 h 470144"/>
                <a:gd name="connsiteX230" fmla="*/ 2240299 w 2912392"/>
                <a:gd name="connsiteY230" fmla="*/ 65629 h 470144"/>
                <a:gd name="connsiteX231" fmla="*/ 2250043 w 2912392"/>
                <a:gd name="connsiteY231" fmla="*/ 67488 h 470144"/>
                <a:gd name="connsiteX232" fmla="*/ 2259787 w 2912392"/>
                <a:gd name="connsiteY232" fmla="*/ 69396 h 470144"/>
                <a:gd name="connsiteX233" fmla="*/ 2269531 w 2912392"/>
                <a:gd name="connsiteY233" fmla="*/ 71360 h 470144"/>
                <a:gd name="connsiteX234" fmla="*/ 2279260 w 2912392"/>
                <a:gd name="connsiteY234" fmla="*/ 73376 h 470144"/>
                <a:gd name="connsiteX235" fmla="*/ 2289004 w 2912392"/>
                <a:gd name="connsiteY235" fmla="*/ 75448 h 470144"/>
                <a:gd name="connsiteX236" fmla="*/ 2298748 w 2912392"/>
                <a:gd name="connsiteY236" fmla="*/ 77577 h 470144"/>
                <a:gd name="connsiteX237" fmla="*/ 2308492 w 2912392"/>
                <a:gd name="connsiteY237" fmla="*/ 79763 h 470144"/>
                <a:gd name="connsiteX238" fmla="*/ 2318236 w 2912392"/>
                <a:gd name="connsiteY238" fmla="*/ 82007 h 470144"/>
                <a:gd name="connsiteX239" fmla="*/ 2327965 w 2912392"/>
                <a:gd name="connsiteY239" fmla="*/ 84309 h 470144"/>
                <a:gd name="connsiteX240" fmla="*/ 2337709 w 2912392"/>
                <a:gd name="connsiteY240" fmla="*/ 86670 h 470144"/>
                <a:gd name="connsiteX241" fmla="*/ 2347453 w 2912392"/>
                <a:gd name="connsiteY241" fmla="*/ 89088 h 470144"/>
                <a:gd name="connsiteX242" fmla="*/ 2357197 w 2912392"/>
                <a:gd name="connsiteY242" fmla="*/ 91563 h 470144"/>
                <a:gd name="connsiteX243" fmla="*/ 2366926 w 2912392"/>
                <a:gd name="connsiteY243" fmla="*/ 94096 h 470144"/>
                <a:gd name="connsiteX244" fmla="*/ 2376670 w 2912392"/>
                <a:gd name="connsiteY244" fmla="*/ 96684 h 470144"/>
                <a:gd name="connsiteX245" fmla="*/ 2386413 w 2912392"/>
                <a:gd name="connsiteY245" fmla="*/ 99326 h 470144"/>
                <a:gd name="connsiteX246" fmla="*/ 2396157 w 2912392"/>
                <a:gd name="connsiteY246" fmla="*/ 102021 h 470144"/>
                <a:gd name="connsiteX247" fmla="*/ 2405886 w 2912392"/>
                <a:gd name="connsiteY247" fmla="*/ 104767 h 470144"/>
                <a:gd name="connsiteX248" fmla="*/ 2415630 w 2912392"/>
                <a:gd name="connsiteY248" fmla="*/ 107560 h 470144"/>
                <a:gd name="connsiteX249" fmla="*/ 2425374 w 2912392"/>
                <a:gd name="connsiteY249" fmla="*/ 110400 h 470144"/>
                <a:gd name="connsiteX250" fmla="*/ 2435118 w 2912392"/>
                <a:gd name="connsiteY250" fmla="*/ 113281 h 470144"/>
                <a:gd name="connsiteX251" fmla="*/ 2444862 w 2912392"/>
                <a:gd name="connsiteY251" fmla="*/ 116202 h 470144"/>
                <a:gd name="connsiteX252" fmla="*/ 2454591 w 2912392"/>
                <a:gd name="connsiteY252" fmla="*/ 119159 h 470144"/>
                <a:gd name="connsiteX253" fmla="*/ 2464335 w 2912392"/>
                <a:gd name="connsiteY253" fmla="*/ 122146 h 470144"/>
                <a:gd name="connsiteX254" fmla="*/ 2474079 w 2912392"/>
                <a:gd name="connsiteY254" fmla="*/ 125162 h 470144"/>
                <a:gd name="connsiteX255" fmla="*/ 2483823 w 2912392"/>
                <a:gd name="connsiteY255" fmla="*/ 128200 h 470144"/>
                <a:gd name="connsiteX256" fmla="*/ 2493552 w 2912392"/>
                <a:gd name="connsiteY256" fmla="*/ 131256 h 470144"/>
                <a:gd name="connsiteX257" fmla="*/ 2503296 w 2912392"/>
                <a:gd name="connsiteY257" fmla="*/ 134323 h 470144"/>
                <a:gd name="connsiteX258" fmla="*/ 2513040 w 2912392"/>
                <a:gd name="connsiteY258" fmla="*/ 137398 h 470144"/>
                <a:gd name="connsiteX259" fmla="*/ 2522784 w 2912392"/>
                <a:gd name="connsiteY259" fmla="*/ 140474 h 470144"/>
                <a:gd name="connsiteX260" fmla="*/ 2532513 w 2912392"/>
                <a:gd name="connsiteY260" fmla="*/ 143544 h 470144"/>
                <a:gd name="connsiteX261" fmla="*/ 2542257 w 2912392"/>
                <a:gd name="connsiteY261" fmla="*/ 146601 h 470144"/>
                <a:gd name="connsiteX262" fmla="*/ 2552001 w 2912392"/>
                <a:gd name="connsiteY262" fmla="*/ 149641 h 470144"/>
                <a:gd name="connsiteX263" fmla="*/ 2561745 w 2912392"/>
                <a:gd name="connsiteY263" fmla="*/ 152653 h 470144"/>
                <a:gd name="connsiteX264" fmla="*/ 2571474 w 2912392"/>
                <a:gd name="connsiteY264" fmla="*/ 155633 h 470144"/>
                <a:gd name="connsiteX265" fmla="*/ 2581218 w 2912392"/>
                <a:gd name="connsiteY265" fmla="*/ 158571 h 470144"/>
                <a:gd name="connsiteX266" fmla="*/ 2590962 w 2912392"/>
                <a:gd name="connsiteY266" fmla="*/ 161462 h 470144"/>
                <a:gd name="connsiteX267" fmla="*/ 2600705 w 2912392"/>
                <a:gd name="connsiteY267" fmla="*/ 164294 h 470144"/>
                <a:gd name="connsiteX268" fmla="*/ 2610449 w 2912392"/>
                <a:gd name="connsiteY268" fmla="*/ 167062 h 470144"/>
                <a:gd name="connsiteX269" fmla="*/ 2620178 w 2912392"/>
                <a:gd name="connsiteY269" fmla="*/ 169756 h 470144"/>
                <a:gd name="connsiteX270" fmla="*/ 2629922 w 2912392"/>
                <a:gd name="connsiteY270" fmla="*/ 172368 h 470144"/>
                <a:gd name="connsiteX271" fmla="*/ 2639666 w 2912392"/>
                <a:gd name="connsiteY271" fmla="*/ 174889 h 470144"/>
                <a:gd name="connsiteX272" fmla="*/ 2649410 w 2912392"/>
                <a:gd name="connsiteY272" fmla="*/ 177310 h 470144"/>
                <a:gd name="connsiteX273" fmla="*/ 2659139 w 2912392"/>
                <a:gd name="connsiteY273" fmla="*/ 179622 h 470144"/>
                <a:gd name="connsiteX274" fmla="*/ 2668883 w 2912392"/>
                <a:gd name="connsiteY274" fmla="*/ 181815 h 470144"/>
                <a:gd name="connsiteX275" fmla="*/ 2678627 w 2912392"/>
                <a:gd name="connsiteY275" fmla="*/ 183882 h 470144"/>
                <a:gd name="connsiteX276" fmla="*/ 2688371 w 2912392"/>
                <a:gd name="connsiteY276" fmla="*/ 185813 h 470144"/>
                <a:gd name="connsiteX277" fmla="*/ 2698100 w 2912392"/>
                <a:gd name="connsiteY277" fmla="*/ 187596 h 470144"/>
                <a:gd name="connsiteX278" fmla="*/ 2707844 w 2912392"/>
                <a:gd name="connsiteY278" fmla="*/ 189226 h 470144"/>
                <a:gd name="connsiteX279" fmla="*/ 2717588 w 2912392"/>
                <a:gd name="connsiteY279" fmla="*/ 190691 h 470144"/>
                <a:gd name="connsiteX280" fmla="*/ 2727332 w 2912392"/>
                <a:gd name="connsiteY280" fmla="*/ 191982 h 470144"/>
                <a:gd name="connsiteX281" fmla="*/ 2737076 w 2912392"/>
                <a:gd name="connsiteY281" fmla="*/ 193091 h 470144"/>
                <a:gd name="connsiteX282" fmla="*/ 2746805 w 2912392"/>
                <a:gd name="connsiteY282" fmla="*/ 194010 h 470144"/>
                <a:gd name="connsiteX283" fmla="*/ 2756549 w 2912392"/>
                <a:gd name="connsiteY283" fmla="*/ 194728 h 470144"/>
                <a:gd name="connsiteX284" fmla="*/ 2766293 w 2912392"/>
                <a:gd name="connsiteY284" fmla="*/ 195238 h 470144"/>
                <a:gd name="connsiteX285" fmla="*/ 2776037 w 2912392"/>
                <a:gd name="connsiteY285" fmla="*/ 195530 h 470144"/>
                <a:gd name="connsiteX286" fmla="*/ 2785766 w 2912392"/>
                <a:gd name="connsiteY286" fmla="*/ 195598 h 470144"/>
                <a:gd name="connsiteX287" fmla="*/ 2795510 w 2912392"/>
                <a:gd name="connsiteY287" fmla="*/ 195431 h 470144"/>
                <a:gd name="connsiteX288" fmla="*/ 2805254 w 2912392"/>
                <a:gd name="connsiteY288" fmla="*/ 195026 h 470144"/>
                <a:gd name="connsiteX289" fmla="*/ 2814998 w 2912392"/>
                <a:gd name="connsiteY289" fmla="*/ 194372 h 470144"/>
                <a:gd name="connsiteX290" fmla="*/ 2824727 w 2912392"/>
                <a:gd name="connsiteY290" fmla="*/ 193462 h 470144"/>
                <a:gd name="connsiteX291" fmla="*/ 2834471 w 2912392"/>
                <a:gd name="connsiteY291" fmla="*/ 192292 h 470144"/>
                <a:gd name="connsiteX292" fmla="*/ 2844215 w 2912392"/>
                <a:gd name="connsiteY292" fmla="*/ 190853 h 470144"/>
                <a:gd name="connsiteX293" fmla="*/ 2853958 w 2912392"/>
                <a:gd name="connsiteY293" fmla="*/ 189141 h 470144"/>
                <a:gd name="connsiteX294" fmla="*/ 2863687 w 2912392"/>
                <a:gd name="connsiteY294" fmla="*/ 187151 h 470144"/>
                <a:gd name="connsiteX295" fmla="*/ 2873431 w 2912392"/>
                <a:gd name="connsiteY295" fmla="*/ 184876 h 470144"/>
                <a:gd name="connsiteX296" fmla="*/ 2883175 w 2912392"/>
                <a:gd name="connsiteY296" fmla="*/ 182313 h 470144"/>
                <a:gd name="connsiteX297" fmla="*/ 2892919 w 2912392"/>
                <a:gd name="connsiteY297" fmla="*/ 179458 h 470144"/>
                <a:gd name="connsiteX298" fmla="*/ 2902663 w 2912392"/>
                <a:gd name="connsiteY298" fmla="*/ 176309 h 470144"/>
                <a:gd name="connsiteX299" fmla="*/ 2912392 w 2912392"/>
                <a:gd name="connsiteY299" fmla="*/ 172861 h 470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70144">
                  <a:moveTo>
                    <a:pt x="0" y="470145"/>
                  </a:moveTo>
                  <a:lnTo>
                    <a:pt x="9739" y="466807"/>
                  </a:lnTo>
                  <a:lnTo>
                    <a:pt x="19480" y="463619"/>
                  </a:lnTo>
                  <a:lnTo>
                    <a:pt x="29221" y="460609"/>
                  </a:lnTo>
                  <a:lnTo>
                    <a:pt x="38961" y="457770"/>
                  </a:lnTo>
                  <a:lnTo>
                    <a:pt x="48702" y="455091"/>
                  </a:lnTo>
                  <a:lnTo>
                    <a:pt x="58443" y="452577"/>
                  </a:lnTo>
                  <a:lnTo>
                    <a:pt x="68182" y="450232"/>
                  </a:lnTo>
                  <a:lnTo>
                    <a:pt x="77923" y="448053"/>
                  </a:lnTo>
                  <a:lnTo>
                    <a:pt x="87664" y="446037"/>
                  </a:lnTo>
                  <a:lnTo>
                    <a:pt x="97404" y="444183"/>
                  </a:lnTo>
                  <a:lnTo>
                    <a:pt x="107145" y="442489"/>
                  </a:lnTo>
                  <a:lnTo>
                    <a:pt x="116886" y="440955"/>
                  </a:lnTo>
                  <a:lnTo>
                    <a:pt x="126625" y="439574"/>
                  </a:lnTo>
                  <a:lnTo>
                    <a:pt x="136366" y="438344"/>
                  </a:lnTo>
                  <a:lnTo>
                    <a:pt x="146107" y="437261"/>
                  </a:lnTo>
                  <a:lnTo>
                    <a:pt x="155846" y="436320"/>
                  </a:lnTo>
                  <a:lnTo>
                    <a:pt x="165587" y="435518"/>
                  </a:lnTo>
                  <a:lnTo>
                    <a:pt x="175328" y="434848"/>
                  </a:lnTo>
                  <a:lnTo>
                    <a:pt x="185068" y="434304"/>
                  </a:lnTo>
                  <a:lnTo>
                    <a:pt x="194809" y="433882"/>
                  </a:lnTo>
                  <a:lnTo>
                    <a:pt x="204550" y="433575"/>
                  </a:lnTo>
                  <a:lnTo>
                    <a:pt x="214289" y="433379"/>
                  </a:lnTo>
                  <a:lnTo>
                    <a:pt x="224030" y="433283"/>
                  </a:lnTo>
                  <a:lnTo>
                    <a:pt x="233771" y="433285"/>
                  </a:lnTo>
                  <a:lnTo>
                    <a:pt x="243510" y="433374"/>
                  </a:lnTo>
                  <a:lnTo>
                    <a:pt x="253251" y="433545"/>
                  </a:lnTo>
                  <a:lnTo>
                    <a:pt x="262992" y="433791"/>
                  </a:lnTo>
                  <a:lnTo>
                    <a:pt x="272732" y="434104"/>
                  </a:lnTo>
                  <a:lnTo>
                    <a:pt x="282473" y="434477"/>
                  </a:lnTo>
                  <a:lnTo>
                    <a:pt x="292214" y="434901"/>
                  </a:lnTo>
                  <a:lnTo>
                    <a:pt x="301953" y="435372"/>
                  </a:lnTo>
                  <a:lnTo>
                    <a:pt x="311694" y="435879"/>
                  </a:lnTo>
                  <a:lnTo>
                    <a:pt x="321435" y="436415"/>
                  </a:lnTo>
                  <a:lnTo>
                    <a:pt x="331175" y="436975"/>
                  </a:lnTo>
                  <a:lnTo>
                    <a:pt x="340916" y="437550"/>
                  </a:lnTo>
                  <a:lnTo>
                    <a:pt x="350656" y="438133"/>
                  </a:lnTo>
                  <a:lnTo>
                    <a:pt x="360396" y="438715"/>
                  </a:lnTo>
                  <a:lnTo>
                    <a:pt x="370137" y="439292"/>
                  </a:lnTo>
                  <a:lnTo>
                    <a:pt x="379878" y="439857"/>
                  </a:lnTo>
                  <a:lnTo>
                    <a:pt x="389617" y="440400"/>
                  </a:lnTo>
                  <a:lnTo>
                    <a:pt x="399358" y="440917"/>
                  </a:lnTo>
                  <a:lnTo>
                    <a:pt x="409099" y="441403"/>
                  </a:lnTo>
                  <a:lnTo>
                    <a:pt x="418839" y="441850"/>
                  </a:lnTo>
                  <a:lnTo>
                    <a:pt x="428580" y="442251"/>
                  </a:lnTo>
                  <a:lnTo>
                    <a:pt x="438321" y="442604"/>
                  </a:lnTo>
                  <a:lnTo>
                    <a:pt x="448060" y="442899"/>
                  </a:lnTo>
                  <a:lnTo>
                    <a:pt x="457801" y="443136"/>
                  </a:lnTo>
                  <a:lnTo>
                    <a:pt x="467542" y="443306"/>
                  </a:lnTo>
                  <a:lnTo>
                    <a:pt x="477281" y="443406"/>
                  </a:lnTo>
                  <a:lnTo>
                    <a:pt x="487022" y="443431"/>
                  </a:lnTo>
                  <a:lnTo>
                    <a:pt x="496763" y="443379"/>
                  </a:lnTo>
                  <a:lnTo>
                    <a:pt x="506503" y="443243"/>
                  </a:lnTo>
                  <a:lnTo>
                    <a:pt x="516244" y="443023"/>
                  </a:lnTo>
                  <a:lnTo>
                    <a:pt x="525985" y="442713"/>
                  </a:lnTo>
                  <a:lnTo>
                    <a:pt x="535724" y="442312"/>
                  </a:lnTo>
                  <a:lnTo>
                    <a:pt x="545465" y="441816"/>
                  </a:lnTo>
                  <a:lnTo>
                    <a:pt x="555206" y="441223"/>
                  </a:lnTo>
                  <a:lnTo>
                    <a:pt x="564946" y="440530"/>
                  </a:lnTo>
                  <a:lnTo>
                    <a:pt x="574687" y="439736"/>
                  </a:lnTo>
                  <a:lnTo>
                    <a:pt x="584428" y="438838"/>
                  </a:lnTo>
                  <a:lnTo>
                    <a:pt x="594167" y="437836"/>
                  </a:lnTo>
                  <a:lnTo>
                    <a:pt x="603908" y="436728"/>
                  </a:lnTo>
                  <a:lnTo>
                    <a:pt x="613649" y="435514"/>
                  </a:lnTo>
                  <a:lnTo>
                    <a:pt x="623388" y="434191"/>
                  </a:lnTo>
                  <a:lnTo>
                    <a:pt x="633129" y="432759"/>
                  </a:lnTo>
                  <a:lnTo>
                    <a:pt x="642870" y="431217"/>
                  </a:lnTo>
                  <a:lnTo>
                    <a:pt x="652610" y="429566"/>
                  </a:lnTo>
                  <a:lnTo>
                    <a:pt x="662351" y="427803"/>
                  </a:lnTo>
                  <a:lnTo>
                    <a:pt x="672092" y="425932"/>
                  </a:lnTo>
                  <a:lnTo>
                    <a:pt x="681831" y="423949"/>
                  </a:lnTo>
                  <a:lnTo>
                    <a:pt x="691572" y="421856"/>
                  </a:lnTo>
                  <a:lnTo>
                    <a:pt x="701313" y="419652"/>
                  </a:lnTo>
                  <a:lnTo>
                    <a:pt x="711052" y="417338"/>
                  </a:lnTo>
                  <a:lnTo>
                    <a:pt x="720793" y="414916"/>
                  </a:lnTo>
                  <a:lnTo>
                    <a:pt x="730534" y="412381"/>
                  </a:lnTo>
                  <a:lnTo>
                    <a:pt x="740274" y="409740"/>
                  </a:lnTo>
                  <a:lnTo>
                    <a:pt x="750015" y="406988"/>
                  </a:lnTo>
                  <a:lnTo>
                    <a:pt x="759756" y="404127"/>
                  </a:lnTo>
                  <a:lnTo>
                    <a:pt x="769495" y="401160"/>
                  </a:lnTo>
                  <a:lnTo>
                    <a:pt x="779236" y="398084"/>
                  </a:lnTo>
                  <a:lnTo>
                    <a:pt x="788977" y="394903"/>
                  </a:lnTo>
                  <a:lnTo>
                    <a:pt x="798717" y="391615"/>
                  </a:lnTo>
                  <a:lnTo>
                    <a:pt x="808458" y="388221"/>
                  </a:lnTo>
                  <a:lnTo>
                    <a:pt x="818199" y="384723"/>
                  </a:lnTo>
                  <a:lnTo>
                    <a:pt x="827938" y="381120"/>
                  </a:lnTo>
                  <a:lnTo>
                    <a:pt x="837679" y="377414"/>
                  </a:lnTo>
                  <a:lnTo>
                    <a:pt x="847420" y="373604"/>
                  </a:lnTo>
                  <a:lnTo>
                    <a:pt x="857159" y="369693"/>
                  </a:lnTo>
                  <a:lnTo>
                    <a:pt x="866900" y="365681"/>
                  </a:lnTo>
                  <a:lnTo>
                    <a:pt x="876641" y="361567"/>
                  </a:lnTo>
                  <a:lnTo>
                    <a:pt x="886381" y="357354"/>
                  </a:lnTo>
                  <a:lnTo>
                    <a:pt x="896122" y="353042"/>
                  </a:lnTo>
                  <a:lnTo>
                    <a:pt x="905863" y="348632"/>
                  </a:lnTo>
                  <a:lnTo>
                    <a:pt x="915602" y="344125"/>
                  </a:lnTo>
                  <a:lnTo>
                    <a:pt x="925343" y="339522"/>
                  </a:lnTo>
                  <a:lnTo>
                    <a:pt x="935084" y="334826"/>
                  </a:lnTo>
                  <a:lnTo>
                    <a:pt x="944824" y="330036"/>
                  </a:lnTo>
                  <a:lnTo>
                    <a:pt x="954564" y="325155"/>
                  </a:lnTo>
                  <a:lnTo>
                    <a:pt x="964305" y="320185"/>
                  </a:lnTo>
                  <a:lnTo>
                    <a:pt x="974045" y="315125"/>
                  </a:lnTo>
                  <a:lnTo>
                    <a:pt x="983786" y="309981"/>
                  </a:lnTo>
                  <a:lnTo>
                    <a:pt x="993522" y="304751"/>
                  </a:lnTo>
                  <a:lnTo>
                    <a:pt x="1003266" y="299440"/>
                  </a:lnTo>
                  <a:lnTo>
                    <a:pt x="1013010" y="294048"/>
                  </a:lnTo>
                  <a:lnTo>
                    <a:pt x="1022754" y="288580"/>
                  </a:lnTo>
                  <a:lnTo>
                    <a:pt x="1032483" y="283037"/>
                  </a:lnTo>
                  <a:lnTo>
                    <a:pt x="1042227" y="277422"/>
                  </a:lnTo>
                  <a:lnTo>
                    <a:pt x="1051971" y="271740"/>
                  </a:lnTo>
                  <a:lnTo>
                    <a:pt x="1061715" y="265993"/>
                  </a:lnTo>
                  <a:lnTo>
                    <a:pt x="1071444" y="260184"/>
                  </a:lnTo>
                  <a:lnTo>
                    <a:pt x="1081188" y="254317"/>
                  </a:lnTo>
                  <a:lnTo>
                    <a:pt x="1090932" y="248397"/>
                  </a:lnTo>
                  <a:lnTo>
                    <a:pt x="1100676" y="242429"/>
                  </a:lnTo>
                  <a:lnTo>
                    <a:pt x="1110405" y="236416"/>
                  </a:lnTo>
                  <a:lnTo>
                    <a:pt x="1120149" y="230361"/>
                  </a:lnTo>
                  <a:lnTo>
                    <a:pt x="1129893" y="224271"/>
                  </a:lnTo>
                  <a:lnTo>
                    <a:pt x="1139637" y="218154"/>
                  </a:lnTo>
                  <a:lnTo>
                    <a:pt x="1149381" y="212009"/>
                  </a:lnTo>
                  <a:lnTo>
                    <a:pt x="1159110" y="205847"/>
                  </a:lnTo>
                  <a:lnTo>
                    <a:pt x="1168854" y="199672"/>
                  </a:lnTo>
                  <a:lnTo>
                    <a:pt x="1178598" y="193487"/>
                  </a:lnTo>
                  <a:lnTo>
                    <a:pt x="1188341" y="187302"/>
                  </a:lnTo>
                  <a:lnTo>
                    <a:pt x="1198070" y="181122"/>
                  </a:lnTo>
                  <a:lnTo>
                    <a:pt x="1207814" y="174953"/>
                  </a:lnTo>
                  <a:lnTo>
                    <a:pt x="1217558" y="168802"/>
                  </a:lnTo>
                  <a:lnTo>
                    <a:pt x="1227302" y="162675"/>
                  </a:lnTo>
                  <a:lnTo>
                    <a:pt x="1237031" y="156579"/>
                  </a:lnTo>
                  <a:lnTo>
                    <a:pt x="1246775" y="150521"/>
                  </a:lnTo>
                  <a:lnTo>
                    <a:pt x="1256519" y="144507"/>
                  </a:lnTo>
                  <a:lnTo>
                    <a:pt x="1266263" y="138544"/>
                  </a:lnTo>
                  <a:lnTo>
                    <a:pt x="1276007" y="132640"/>
                  </a:lnTo>
                  <a:lnTo>
                    <a:pt x="1285736" y="126801"/>
                  </a:lnTo>
                  <a:lnTo>
                    <a:pt x="1295480" y="121033"/>
                  </a:lnTo>
                  <a:lnTo>
                    <a:pt x="1305224" y="115343"/>
                  </a:lnTo>
                  <a:lnTo>
                    <a:pt x="1314968" y="109740"/>
                  </a:lnTo>
                  <a:lnTo>
                    <a:pt x="1324697" y="104227"/>
                  </a:lnTo>
                  <a:lnTo>
                    <a:pt x="1334441" y="98813"/>
                  </a:lnTo>
                  <a:lnTo>
                    <a:pt x="1344185" y="93503"/>
                  </a:lnTo>
                  <a:lnTo>
                    <a:pt x="1353929" y="88303"/>
                  </a:lnTo>
                  <a:lnTo>
                    <a:pt x="1363658" y="83218"/>
                  </a:lnTo>
                  <a:lnTo>
                    <a:pt x="1373402" y="78257"/>
                  </a:lnTo>
                  <a:lnTo>
                    <a:pt x="1383146" y="73421"/>
                  </a:lnTo>
                  <a:lnTo>
                    <a:pt x="1392890" y="68719"/>
                  </a:lnTo>
                  <a:lnTo>
                    <a:pt x="1402619" y="64152"/>
                  </a:lnTo>
                  <a:lnTo>
                    <a:pt x="1412363" y="59729"/>
                  </a:lnTo>
                  <a:lnTo>
                    <a:pt x="1422106" y="55450"/>
                  </a:lnTo>
                  <a:lnTo>
                    <a:pt x="1431850" y="51320"/>
                  </a:lnTo>
                  <a:lnTo>
                    <a:pt x="1441594" y="47343"/>
                  </a:lnTo>
                  <a:lnTo>
                    <a:pt x="1451323" y="43523"/>
                  </a:lnTo>
                  <a:lnTo>
                    <a:pt x="1461067" y="39862"/>
                  </a:lnTo>
                  <a:lnTo>
                    <a:pt x="1470811" y="36362"/>
                  </a:lnTo>
                  <a:lnTo>
                    <a:pt x="1480555" y="33025"/>
                  </a:lnTo>
                  <a:lnTo>
                    <a:pt x="1490284" y="29855"/>
                  </a:lnTo>
                  <a:lnTo>
                    <a:pt x="1500028" y="26848"/>
                  </a:lnTo>
                  <a:lnTo>
                    <a:pt x="1509772" y="24010"/>
                  </a:lnTo>
                  <a:lnTo>
                    <a:pt x="1519516" y="21338"/>
                  </a:lnTo>
                  <a:lnTo>
                    <a:pt x="1529245" y="18834"/>
                  </a:lnTo>
                  <a:lnTo>
                    <a:pt x="1538989" y="16495"/>
                  </a:lnTo>
                  <a:lnTo>
                    <a:pt x="1548733" y="14324"/>
                  </a:lnTo>
                  <a:lnTo>
                    <a:pt x="1558477" y="12317"/>
                  </a:lnTo>
                  <a:lnTo>
                    <a:pt x="1568221" y="10472"/>
                  </a:lnTo>
                  <a:lnTo>
                    <a:pt x="1577950" y="8789"/>
                  </a:lnTo>
                  <a:lnTo>
                    <a:pt x="1587694" y="7265"/>
                  </a:lnTo>
                  <a:lnTo>
                    <a:pt x="1597438" y="5897"/>
                  </a:lnTo>
                  <a:lnTo>
                    <a:pt x="1607182" y="4681"/>
                  </a:lnTo>
                  <a:lnTo>
                    <a:pt x="1616911" y="3616"/>
                  </a:lnTo>
                  <a:lnTo>
                    <a:pt x="1626655" y="2697"/>
                  </a:lnTo>
                  <a:lnTo>
                    <a:pt x="1636399" y="1920"/>
                  </a:lnTo>
                  <a:lnTo>
                    <a:pt x="1646142" y="1281"/>
                  </a:lnTo>
                  <a:lnTo>
                    <a:pt x="1655872" y="776"/>
                  </a:lnTo>
                  <a:lnTo>
                    <a:pt x="1665616" y="401"/>
                  </a:lnTo>
                  <a:lnTo>
                    <a:pt x="1675359" y="150"/>
                  </a:lnTo>
                  <a:lnTo>
                    <a:pt x="1685103" y="18"/>
                  </a:lnTo>
                  <a:lnTo>
                    <a:pt x="1694832" y="0"/>
                  </a:lnTo>
                  <a:lnTo>
                    <a:pt x="1704576" y="92"/>
                  </a:lnTo>
                  <a:lnTo>
                    <a:pt x="1714320" y="289"/>
                  </a:lnTo>
                  <a:lnTo>
                    <a:pt x="1724064" y="583"/>
                  </a:lnTo>
                  <a:lnTo>
                    <a:pt x="1733808" y="970"/>
                  </a:lnTo>
                  <a:lnTo>
                    <a:pt x="1743537" y="1445"/>
                  </a:lnTo>
                  <a:lnTo>
                    <a:pt x="1753281" y="2004"/>
                  </a:lnTo>
                  <a:lnTo>
                    <a:pt x="1763025" y="2639"/>
                  </a:lnTo>
                  <a:lnTo>
                    <a:pt x="1772769" y="3345"/>
                  </a:lnTo>
                  <a:lnTo>
                    <a:pt x="1782498" y="4117"/>
                  </a:lnTo>
                  <a:lnTo>
                    <a:pt x="1792242" y="4951"/>
                  </a:lnTo>
                  <a:lnTo>
                    <a:pt x="1801986" y="5842"/>
                  </a:lnTo>
                  <a:lnTo>
                    <a:pt x="1811730" y="6782"/>
                  </a:lnTo>
                  <a:lnTo>
                    <a:pt x="1821459" y="7771"/>
                  </a:lnTo>
                  <a:lnTo>
                    <a:pt x="1831203" y="8801"/>
                  </a:lnTo>
                  <a:lnTo>
                    <a:pt x="1840947" y="9869"/>
                  </a:lnTo>
                  <a:lnTo>
                    <a:pt x="1850691" y="10970"/>
                  </a:lnTo>
                  <a:lnTo>
                    <a:pt x="1860435" y="12101"/>
                  </a:lnTo>
                  <a:lnTo>
                    <a:pt x="1870164" y="13257"/>
                  </a:lnTo>
                  <a:lnTo>
                    <a:pt x="1879908" y="14437"/>
                  </a:lnTo>
                  <a:lnTo>
                    <a:pt x="1889652" y="15635"/>
                  </a:lnTo>
                  <a:lnTo>
                    <a:pt x="1899395" y="16849"/>
                  </a:lnTo>
                  <a:lnTo>
                    <a:pt x="1909124" y="18077"/>
                  </a:lnTo>
                  <a:lnTo>
                    <a:pt x="1918868" y="19316"/>
                  </a:lnTo>
                  <a:lnTo>
                    <a:pt x="1928612" y="20565"/>
                  </a:lnTo>
                  <a:lnTo>
                    <a:pt x="1938356" y="21821"/>
                  </a:lnTo>
                  <a:lnTo>
                    <a:pt x="1948085" y="23082"/>
                  </a:lnTo>
                  <a:lnTo>
                    <a:pt x="1957829" y="24348"/>
                  </a:lnTo>
                  <a:lnTo>
                    <a:pt x="1967573" y="25616"/>
                  </a:lnTo>
                  <a:lnTo>
                    <a:pt x="1977317" y="26888"/>
                  </a:lnTo>
                  <a:lnTo>
                    <a:pt x="1987046" y="28162"/>
                  </a:lnTo>
                  <a:lnTo>
                    <a:pt x="1996790" y="29437"/>
                  </a:lnTo>
                  <a:lnTo>
                    <a:pt x="2006534" y="30716"/>
                  </a:lnTo>
                  <a:lnTo>
                    <a:pt x="2016278" y="31997"/>
                  </a:lnTo>
                  <a:lnTo>
                    <a:pt x="2026022" y="33281"/>
                  </a:lnTo>
                  <a:lnTo>
                    <a:pt x="2035751" y="34569"/>
                  </a:lnTo>
                  <a:lnTo>
                    <a:pt x="2045495" y="35860"/>
                  </a:lnTo>
                  <a:lnTo>
                    <a:pt x="2055239" y="37160"/>
                  </a:lnTo>
                  <a:lnTo>
                    <a:pt x="2064983" y="38466"/>
                  </a:lnTo>
                  <a:lnTo>
                    <a:pt x="2074712" y="39782"/>
                  </a:lnTo>
                  <a:lnTo>
                    <a:pt x="2084456" y="41108"/>
                  </a:lnTo>
                  <a:lnTo>
                    <a:pt x="2094200" y="42447"/>
                  </a:lnTo>
                  <a:lnTo>
                    <a:pt x="2103944" y="43801"/>
                  </a:lnTo>
                  <a:lnTo>
                    <a:pt x="2113673" y="45172"/>
                  </a:lnTo>
                  <a:lnTo>
                    <a:pt x="2123417" y="46562"/>
                  </a:lnTo>
                  <a:lnTo>
                    <a:pt x="2133161" y="47975"/>
                  </a:lnTo>
                  <a:lnTo>
                    <a:pt x="2142905" y="49411"/>
                  </a:lnTo>
                  <a:lnTo>
                    <a:pt x="2152649" y="50873"/>
                  </a:lnTo>
                  <a:lnTo>
                    <a:pt x="2162377" y="52364"/>
                  </a:lnTo>
                  <a:lnTo>
                    <a:pt x="2172121" y="53887"/>
                  </a:lnTo>
                  <a:lnTo>
                    <a:pt x="2181865" y="55444"/>
                  </a:lnTo>
                  <a:lnTo>
                    <a:pt x="2191609" y="57038"/>
                  </a:lnTo>
                  <a:lnTo>
                    <a:pt x="2201338" y="58669"/>
                  </a:lnTo>
                  <a:lnTo>
                    <a:pt x="2211082" y="60342"/>
                  </a:lnTo>
                  <a:lnTo>
                    <a:pt x="2220826" y="62057"/>
                  </a:lnTo>
                  <a:lnTo>
                    <a:pt x="2230570" y="63820"/>
                  </a:lnTo>
                  <a:lnTo>
                    <a:pt x="2240299" y="65629"/>
                  </a:lnTo>
                  <a:lnTo>
                    <a:pt x="2250043" y="67488"/>
                  </a:lnTo>
                  <a:lnTo>
                    <a:pt x="2259787" y="69396"/>
                  </a:lnTo>
                  <a:lnTo>
                    <a:pt x="2269531" y="71360"/>
                  </a:lnTo>
                  <a:lnTo>
                    <a:pt x="2279260" y="73376"/>
                  </a:lnTo>
                  <a:lnTo>
                    <a:pt x="2289004" y="75448"/>
                  </a:lnTo>
                  <a:lnTo>
                    <a:pt x="2298748" y="77577"/>
                  </a:lnTo>
                  <a:lnTo>
                    <a:pt x="2308492" y="79763"/>
                  </a:lnTo>
                  <a:lnTo>
                    <a:pt x="2318236" y="82007"/>
                  </a:lnTo>
                  <a:lnTo>
                    <a:pt x="2327965" y="84309"/>
                  </a:lnTo>
                  <a:lnTo>
                    <a:pt x="2337709" y="86670"/>
                  </a:lnTo>
                  <a:lnTo>
                    <a:pt x="2347453" y="89088"/>
                  </a:lnTo>
                  <a:lnTo>
                    <a:pt x="2357197" y="91563"/>
                  </a:lnTo>
                  <a:lnTo>
                    <a:pt x="2366926" y="94096"/>
                  </a:lnTo>
                  <a:lnTo>
                    <a:pt x="2376670" y="96684"/>
                  </a:lnTo>
                  <a:lnTo>
                    <a:pt x="2386413" y="99326"/>
                  </a:lnTo>
                  <a:lnTo>
                    <a:pt x="2396157" y="102021"/>
                  </a:lnTo>
                  <a:lnTo>
                    <a:pt x="2405886" y="104767"/>
                  </a:lnTo>
                  <a:lnTo>
                    <a:pt x="2415630" y="107560"/>
                  </a:lnTo>
                  <a:lnTo>
                    <a:pt x="2425374" y="110400"/>
                  </a:lnTo>
                  <a:lnTo>
                    <a:pt x="2435118" y="113281"/>
                  </a:lnTo>
                  <a:lnTo>
                    <a:pt x="2444862" y="116202"/>
                  </a:lnTo>
                  <a:lnTo>
                    <a:pt x="2454591" y="119159"/>
                  </a:lnTo>
                  <a:lnTo>
                    <a:pt x="2464335" y="122146"/>
                  </a:lnTo>
                  <a:lnTo>
                    <a:pt x="2474079" y="125162"/>
                  </a:lnTo>
                  <a:lnTo>
                    <a:pt x="2483823" y="128200"/>
                  </a:lnTo>
                  <a:lnTo>
                    <a:pt x="2493552" y="131256"/>
                  </a:lnTo>
                  <a:lnTo>
                    <a:pt x="2503296" y="134323"/>
                  </a:lnTo>
                  <a:lnTo>
                    <a:pt x="2513040" y="137398"/>
                  </a:lnTo>
                  <a:lnTo>
                    <a:pt x="2522784" y="140474"/>
                  </a:lnTo>
                  <a:lnTo>
                    <a:pt x="2532513" y="143544"/>
                  </a:lnTo>
                  <a:lnTo>
                    <a:pt x="2542257" y="146601"/>
                  </a:lnTo>
                  <a:lnTo>
                    <a:pt x="2552001" y="149641"/>
                  </a:lnTo>
                  <a:lnTo>
                    <a:pt x="2561745" y="152653"/>
                  </a:lnTo>
                  <a:lnTo>
                    <a:pt x="2571474" y="155633"/>
                  </a:lnTo>
                  <a:lnTo>
                    <a:pt x="2581218" y="158571"/>
                  </a:lnTo>
                  <a:lnTo>
                    <a:pt x="2590962" y="161462"/>
                  </a:lnTo>
                  <a:lnTo>
                    <a:pt x="2600705" y="164294"/>
                  </a:lnTo>
                  <a:lnTo>
                    <a:pt x="2610449" y="167062"/>
                  </a:lnTo>
                  <a:lnTo>
                    <a:pt x="2620178" y="169756"/>
                  </a:lnTo>
                  <a:lnTo>
                    <a:pt x="2629922" y="172368"/>
                  </a:lnTo>
                  <a:lnTo>
                    <a:pt x="2639666" y="174889"/>
                  </a:lnTo>
                  <a:lnTo>
                    <a:pt x="2649410" y="177310"/>
                  </a:lnTo>
                  <a:lnTo>
                    <a:pt x="2659139" y="179622"/>
                  </a:lnTo>
                  <a:lnTo>
                    <a:pt x="2668883" y="181815"/>
                  </a:lnTo>
                  <a:lnTo>
                    <a:pt x="2678627" y="183882"/>
                  </a:lnTo>
                  <a:lnTo>
                    <a:pt x="2688371" y="185813"/>
                  </a:lnTo>
                  <a:lnTo>
                    <a:pt x="2698100" y="187596"/>
                  </a:lnTo>
                  <a:lnTo>
                    <a:pt x="2707844" y="189226"/>
                  </a:lnTo>
                  <a:lnTo>
                    <a:pt x="2717588" y="190691"/>
                  </a:lnTo>
                  <a:lnTo>
                    <a:pt x="2727332" y="191982"/>
                  </a:lnTo>
                  <a:lnTo>
                    <a:pt x="2737076" y="193091"/>
                  </a:lnTo>
                  <a:lnTo>
                    <a:pt x="2746805" y="194010"/>
                  </a:lnTo>
                  <a:lnTo>
                    <a:pt x="2756549" y="194728"/>
                  </a:lnTo>
                  <a:lnTo>
                    <a:pt x="2766293" y="195238"/>
                  </a:lnTo>
                  <a:lnTo>
                    <a:pt x="2776037" y="195530"/>
                  </a:lnTo>
                  <a:lnTo>
                    <a:pt x="2785766" y="195598"/>
                  </a:lnTo>
                  <a:lnTo>
                    <a:pt x="2795510" y="195431"/>
                  </a:lnTo>
                  <a:lnTo>
                    <a:pt x="2805254" y="195026"/>
                  </a:lnTo>
                  <a:lnTo>
                    <a:pt x="2814998" y="194372"/>
                  </a:lnTo>
                  <a:lnTo>
                    <a:pt x="2824727" y="193462"/>
                  </a:lnTo>
                  <a:lnTo>
                    <a:pt x="2834471" y="192292"/>
                  </a:lnTo>
                  <a:lnTo>
                    <a:pt x="2844215" y="190853"/>
                  </a:lnTo>
                  <a:lnTo>
                    <a:pt x="2853958" y="189141"/>
                  </a:lnTo>
                  <a:lnTo>
                    <a:pt x="2863687" y="187151"/>
                  </a:lnTo>
                  <a:lnTo>
                    <a:pt x="2873431" y="184876"/>
                  </a:lnTo>
                  <a:lnTo>
                    <a:pt x="2883175" y="182313"/>
                  </a:lnTo>
                  <a:lnTo>
                    <a:pt x="2892919" y="179458"/>
                  </a:lnTo>
                  <a:lnTo>
                    <a:pt x="2902663" y="176309"/>
                  </a:lnTo>
                  <a:lnTo>
                    <a:pt x="2912392" y="17286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2" name="Freeform 861">
              <a:extLst>
                <a:ext uri="{FF2B5EF4-FFF2-40B4-BE49-F238E27FC236}">
                  <a16:creationId xmlns:a16="http://schemas.microsoft.com/office/drawing/2014/main" id="{03944346-4149-620A-F99D-EACEDB916CA2}"/>
                </a:ext>
              </a:extLst>
            </p:cNvPr>
            <p:cNvSpPr/>
            <p:nvPr/>
          </p:nvSpPr>
          <p:spPr>
            <a:xfrm>
              <a:off x="576446" y="3279757"/>
              <a:ext cx="2912392" cy="381534"/>
            </a:xfrm>
            <a:custGeom>
              <a:avLst/>
              <a:gdLst>
                <a:gd name="connsiteX0" fmla="*/ 0 w 2912392"/>
                <a:gd name="connsiteY0" fmla="*/ 14988 h 381534"/>
                <a:gd name="connsiteX1" fmla="*/ 9739 w 2912392"/>
                <a:gd name="connsiteY1" fmla="*/ 23628 h 381534"/>
                <a:gd name="connsiteX2" fmla="*/ 19480 w 2912392"/>
                <a:gd name="connsiteY2" fmla="*/ 32256 h 381534"/>
                <a:gd name="connsiteX3" fmla="*/ 29221 w 2912392"/>
                <a:gd name="connsiteY3" fmla="*/ 40859 h 381534"/>
                <a:gd name="connsiteX4" fmla="*/ 38961 w 2912392"/>
                <a:gd name="connsiteY4" fmla="*/ 49426 h 381534"/>
                <a:gd name="connsiteX5" fmla="*/ 48702 w 2912392"/>
                <a:gd name="connsiteY5" fmla="*/ 57942 h 381534"/>
                <a:gd name="connsiteX6" fmla="*/ 58443 w 2912392"/>
                <a:gd name="connsiteY6" fmla="*/ 66397 h 381534"/>
                <a:gd name="connsiteX7" fmla="*/ 68182 w 2912392"/>
                <a:gd name="connsiteY7" fmla="*/ 74781 h 381534"/>
                <a:gd name="connsiteX8" fmla="*/ 77923 w 2912392"/>
                <a:gd name="connsiteY8" fmla="*/ 83080 h 381534"/>
                <a:gd name="connsiteX9" fmla="*/ 87664 w 2912392"/>
                <a:gd name="connsiteY9" fmla="*/ 91283 h 381534"/>
                <a:gd name="connsiteX10" fmla="*/ 97404 w 2912392"/>
                <a:gd name="connsiteY10" fmla="*/ 99382 h 381534"/>
                <a:gd name="connsiteX11" fmla="*/ 107145 w 2912392"/>
                <a:gd name="connsiteY11" fmla="*/ 107365 h 381534"/>
                <a:gd name="connsiteX12" fmla="*/ 116886 w 2912392"/>
                <a:gd name="connsiteY12" fmla="*/ 115224 h 381534"/>
                <a:gd name="connsiteX13" fmla="*/ 126625 w 2912392"/>
                <a:gd name="connsiteY13" fmla="*/ 122951 h 381534"/>
                <a:gd name="connsiteX14" fmla="*/ 136366 w 2912392"/>
                <a:gd name="connsiteY14" fmla="*/ 130533 h 381534"/>
                <a:gd name="connsiteX15" fmla="*/ 146107 w 2912392"/>
                <a:gd name="connsiteY15" fmla="*/ 137968 h 381534"/>
                <a:gd name="connsiteX16" fmla="*/ 155846 w 2912392"/>
                <a:gd name="connsiteY16" fmla="*/ 145243 h 381534"/>
                <a:gd name="connsiteX17" fmla="*/ 165587 w 2912392"/>
                <a:gd name="connsiteY17" fmla="*/ 152355 h 381534"/>
                <a:gd name="connsiteX18" fmla="*/ 175328 w 2912392"/>
                <a:gd name="connsiteY18" fmla="*/ 159297 h 381534"/>
                <a:gd name="connsiteX19" fmla="*/ 185068 w 2912392"/>
                <a:gd name="connsiteY19" fmla="*/ 166064 h 381534"/>
                <a:gd name="connsiteX20" fmla="*/ 194809 w 2912392"/>
                <a:gd name="connsiteY20" fmla="*/ 172649 h 381534"/>
                <a:gd name="connsiteX21" fmla="*/ 204550 w 2912392"/>
                <a:gd name="connsiteY21" fmla="*/ 179050 h 381534"/>
                <a:gd name="connsiteX22" fmla="*/ 214289 w 2912392"/>
                <a:gd name="connsiteY22" fmla="*/ 185261 h 381534"/>
                <a:gd name="connsiteX23" fmla="*/ 224030 w 2912392"/>
                <a:gd name="connsiteY23" fmla="*/ 191282 h 381534"/>
                <a:gd name="connsiteX24" fmla="*/ 233771 w 2912392"/>
                <a:gd name="connsiteY24" fmla="*/ 197108 h 381534"/>
                <a:gd name="connsiteX25" fmla="*/ 243510 w 2912392"/>
                <a:gd name="connsiteY25" fmla="*/ 202738 h 381534"/>
                <a:gd name="connsiteX26" fmla="*/ 253251 w 2912392"/>
                <a:gd name="connsiteY26" fmla="*/ 208170 h 381534"/>
                <a:gd name="connsiteX27" fmla="*/ 262992 w 2912392"/>
                <a:gd name="connsiteY27" fmla="*/ 213406 h 381534"/>
                <a:gd name="connsiteX28" fmla="*/ 272732 w 2912392"/>
                <a:gd name="connsiteY28" fmla="*/ 218444 h 381534"/>
                <a:gd name="connsiteX29" fmla="*/ 282473 w 2912392"/>
                <a:gd name="connsiteY29" fmla="*/ 223285 h 381534"/>
                <a:gd name="connsiteX30" fmla="*/ 292214 w 2912392"/>
                <a:gd name="connsiteY30" fmla="*/ 227931 h 381534"/>
                <a:gd name="connsiteX31" fmla="*/ 301953 w 2912392"/>
                <a:gd name="connsiteY31" fmla="*/ 232381 h 381534"/>
                <a:gd name="connsiteX32" fmla="*/ 311694 w 2912392"/>
                <a:gd name="connsiteY32" fmla="*/ 236641 h 381534"/>
                <a:gd name="connsiteX33" fmla="*/ 321435 w 2912392"/>
                <a:gd name="connsiteY33" fmla="*/ 240711 h 381534"/>
                <a:gd name="connsiteX34" fmla="*/ 331175 w 2912392"/>
                <a:gd name="connsiteY34" fmla="*/ 244597 h 381534"/>
                <a:gd name="connsiteX35" fmla="*/ 340916 w 2912392"/>
                <a:gd name="connsiteY35" fmla="*/ 248299 h 381534"/>
                <a:gd name="connsiteX36" fmla="*/ 350656 w 2912392"/>
                <a:gd name="connsiteY36" fmla="*/ 251824 h 381534"/>
                <a:gd name="connsiteX37" fmla="*/ 360396 w 2912392"/>
                <a:gd name="connsiteY37" fmla="*/ 255176 h 381534"/>
                <a:gd name="connsiteX38" fmla="*/ 370137 w 2912392"/>
                <a:gd name="connsiteY38" fmla="*/ 258362 h 381534"/>
                <a:gd name="connsiteX39" fmla="*/ 379878 w 2912392"/>
                <a:gd name="connsiteY39" fmla="*/ 261383 h 381534"/>
                <a:gd name="connsiteX40" fmla="*/ 389617 w 2912392"/>
                <a:gd name="connsiteY40" fmla="*/ 264248 h 381534"/>
                <a:gd name="connsiteX41" fmla="*/ 399358 w 2912392"/>
                <a:gd name="connsiteY41" fmla="*/ 266961 h 381534"/>
                <a:gd name="connsiteX42" fmla="*/ 409099 w 2912392"/>
                <a:gd name="connsiteY42" fmla="*/ 269532 h 381534"/>
                <a:gd name="connsiteX43" fmla="*/ 418839 w 2912392"/>
                <a:gd name="connsiteY43" fmla="*/ 271963 h 381534"/>
                <a:gd name="connsiteX44" fmla="*/ 428580 w 2912392"/>
                <a:gd name="connsiteY44" fmla="*/ 274263 h 381534"/>
                <a:gd name="connsiteX45" fmla="*/ 438321 w 2912392"/>
                <a:gd name="connsiteY45" fmla="*/ 276439 h 381534"/>
                <a:gd name="connsiteX46" fmla="*/ 448060 w 2912392"/>
                <a:gd name="connsiteY46" fmla="*/ 278498 h 381534"/>
                <a:gd name="connsiteX47" fmla="*/ 457801 w 2912392"/>
                <a:gd name="connsiteY47" fmla="*/ 280447 h 381534"/>
                <a:gd name="connsiteX48" fmla="*/ 467542 w 2912392"/>
                <a:gd name="connsiteY48" fmla="*/ 282293 h 381534"/>
                <a:gd name="connsiteX49" fmla="*/ 477281 w 2912392"/>
                <a:gd name="connsiteY49" fmla="*/ 284042 h 381534"/>
                <a:gd name="connsiteX50" fmla="*/ 487022 w 2912392"/>
                <a:gd name="connsiteY50" fmla="*/ 285704 h 381534"/>
                <a:gd name="connsiteX51" fmla="*/ 496763 w 2912392"/>
                <a:gd name="connsiteY51" fmla="*/ 287285 h 381534"/>
                <a:gd name="connsiteX52" fmla="*/ 506503 w 2912392"/>
                <a:gd name="connsiteY52" fmla="*/ 288793 h 381534"/>
                <a:gd name="connsiteX53" fmla="*/ 516244 w 2912392"/>
                <a:gd name="connsiteY53" fmla="*/ 290235 h 381534"/>
                <a:gd name="connsiteX54" fmla="*/ 525985 w 2912392"/>
                <a:gd name="connsiteY54" fmla="*/ 291619 h 381534"/>
                <a:gd name="connsiteX55" fmla="*/ 535724 w 2912392"/>
                <a:gd name="connsiteY55" fmla="*/ 292950 h 381534"/>
                <a:gd name="connsiteX56" fmla="*/ 545465 w 2912392"/>
                <a:gd name="connsiteY56" fmla="*/ 294236 h 381534"/>
                <a:gd name="connsiteX57" fmla="*/ 555206 w 2912392"/>
                <a:gd name="connsiteY57" fmla="*/ 295484 h 381534"/>
                <a:gd name="connsiteX58" fmla="*/ 564946 w 2912392"/>
                <a:gd name="connsiteY58" fmla="*/ 296701 h 381534"/>
                <a:gd name="connsiteX59" fmla="*/ 574687 w 2912392"/>
                <a:gd name="connsiteY59" fmla="*/ 297893 h 381534"/>
                <a:gd name="connsiteX60" fmla="*/ 584428 w 2912392"/>
                <a:gd name="connsiteY60" fmla="*/ 299066 h 381534"/>
                <a:gd name="connsiteX61" fmla="*/ 594167 w 2912392"/>
                <a:gd name="connsiteY61" fmla="*/ 300225 h 381534"/>
                <a:gd name="connsiteX62" fmla="*/ 603908 w 2912392"/>
                <a:gd name="connsiteY62" fmla="*/ 301378 h 381534"/>
                <a:gd name="connsiteX63" fmla="*/ 613649 w 2912392"/>
                <a:gd name="connsiteY63" fmla="*/ 302528 h 381534"/>
                <a:gd name="connsiteX64" fmla="*/ 623388 w 2912392"/>
                <a:gd name="connsiteY64" fmla="*/ 303681 h 381534"/>
                <a:gd name="connsiteX65" fmla="*/ 633129 w 2912392"/>
                <a:gd name="connsiteY65" fmla="*/ 304844 h 381534"/>
                <a:gd name="connsiteX66" fmla="*/ 642870 w 2912392"/>
                <a:gd name="connsiteY66" fmla="*/ 306018 h 381534"/>
                <a:gd name="connsiteX67" fmla="*/ 652610 w 2912392"/>
                <a:gd name="connsiteY67" fmla="*/ 307208 h 381534"/>
                <a:gd name="connsiteX68" fmla="*/ 662351 w 2912392"/>
                <a:gd name="connsiteY68" fmla="*/ 308419 h 381534"/>
                <a:gd name="connsiteX69" fmla="*/ 672092 w 2912392"/>
                <a:gd name="connsiteY69" fmla="*/ 309653 h 381534"/>
                <a:gd name="connsiteX70" fmla="*/ 681831 w 2912392"/>
                <a:gd name="connsiteY70" fmla="*/ 310915 h 381534"/>
                <a:gd name="connsiteX71" fmla="*/ 691572 w 2912392"/>
                <a:gd name="connsiteY71" fmla="*/ 312205 h 381534"/>
                <a:gd name="connsiteX72" fmla="*/ 701313 w 2912392"/>
                <a:gd name="connsiteY72" fmla="*/ 313528 h 381534"/>
                <a:gd name="connsiteX73" fmla="*/ 711052 w 2912392"/>
                <a:gd name="connsiteY73" fmla="*/ 314884 h 381534"/>
                <a:gd name="connsiteX74" fmla="*/ 720793 w 2912392"/>
                <a:gd name="connsiteY74" fmla="*/ 316277 h 381534"/>
                <a:gd name="connsiteX75" fmla="*/ 730534 w 2912392"/>
                <a:gd name="connsiteY75" fmla="*/ 317706 h 381534"/>
                <a:gd name="connsiteX76" fmla="*/ 740274 w 2912392"/>
                <a:gd name="connsiteY76" fmla="*/ 319172 h 381534"/>
                <a:gd name="connsiteX77" fmla="*/ 750015 w 2912392"/>
                <a:gd name="connsiteY77" fmla="*/ 320677 h 381534"/>
                <a:gd name="connsiteX78" fmla="*/ 759756 w 2912392"/>
                <a:gd name="connsiteY78" fmla="*/ 322219 h 381534"/>
                <a:gd name="connsiteX79" fmla="*/ 769495 w 2912392"/>
                <a:gd name="connsiteY79" fmla="*/ 323800 h 381534"/>
                <a:gd name="connsiteX80" fmla="*/ 779236 w 2912392"/>
                <a:gd name="connsiteY80" fmla="*/ 325416 h 381534"/>
                <a:gd name="connsiteX81" fmla="*/ 788977 w 2912392"/>
                <a:gd name="connsiteY81" fmla="*/ 327070 h 381534"/>
                <a:gd name="connsiteX82" fmla="*/ 798717 w 2912392"/>
                <a:gd name="connsiteY82" fmla="*/ 328759 h 381534"/>
                <a:gd name="connsiteX83" fmla="*/ 808458 w 2912392"/>
                <a:gd name="connsiteY83" fmla="*/ 330482 h 381534"/>
                <a:gd name="connsiteX84" fmla="*/ 818199 w 2912392"/>
                <a:gd name="connsiteY84" fmla="*/ 332235 h 381534"/>
                <a:gd name="connsiteX85" fmla="*/ 827938 w 2912392"/>
                <a:gd name="connsiteY85" fmla="*/ 334017 h 381534"/>
                <a:gd name="connsiteX86" fmla="*/ 837679 w 2912392"/>
                <a:gd name="connsiteY86" fmla="*/ 335828 h 381534"/>
                <a:gd name="connsiteX87" fmla="*/ 847420 w 2912392"/>
                <a:gd name="connsiteY87" fmla="*/ 337660 h 381534"/>
                <a:gd name="connsiteX88" fmla="*/ 857159 w 2912392"/>
                <a:gd name="connsiteY88" fmla="*/ 339512 h 381534"/>
                <a:gd name="connsiteX89" fmla="*/ 866900 w 2912392"/>
                <a:gd name="connsiteY89" fmla="*/ 341382 h 381534"/>
                <a:gd name="connsiteX90" fmla="*/ 876641 w 2912392"/>
                <a:gd name="connsiteY90" fmla="*/ 343265 h 381534"/>
                <a:gd name="connsiteX91" fmla="*/ 886381 w 2912392"/>
                <a:gd name="connsiteY91" fmla="*/ 345157 h 381534"/>
                <a:gd name="connsiteX92" fmla="*/ 896122 w 2912392"/>
                <a:gd name="connsiteY92" fmla="*/ 347055 h 381534"/>
                <a:gd name="connsiteX93" fmla="*/ 905863 w 2912392"/>
                <a:gd name="connsiteY93" fmla="*/ 348954 h 381534"/>
                <a:gd name="connsiteX94" fmla="*/ 915602 w 2912392"/>
                <a:gd name="connsiteY94" fmla="*/ 350847 h 381534"/>
                <a:gd name="connsiteX95" fmla="*/ 925343 w 2912392"/>
                <a:gd name="connsiteY95" fmla="*/ 352732 h 381534"/>
                <a:gd name="connsiteX96" fmla="*/ 935084 w 2912392"/>
                <a:gd name="connsiteY96" fmla="*/ 354603 h 381534"/>
                <a:gd name="connsiteX97" fmla="*/ 944824 w 2912392"/>
                <a:gd name="connsiteY97" fmla="*/ 356457 h 381534"/>
                <a:gd name="connsiteX98" fmla="*/ 954564 w 2912392"/>
                <a:gd name="connsiteY98" fmla="*/ 358285 h 381534"/>
                <a:gd name="connsiteX99" fmla="*/ 964305 w 2912392"/>
                <a:gd name="connsiteY99" fmla="*/ 360084 h 381534"/>
                <a:gd name="connsiteX100" fmla="*/ 974045 w 2912392"/>
                <a:gd name="connsiteY100" fmla="*/ 361850 h 381534"/>
                <a:gd name="connsiteX101" fmla="*/ 983786 w 2912392"/>
                <a:gd name="connsiteY101" fmla="*/ 363574 h 381534"/>
                <a:gd name="connsiteX102" fmla="*/ 993522 w 2912392"/>
                <a:gd name="connsiteY102" fmla="*/ 365253 h 381534"/>
                <a:gd name="connsiteX103" fmla="*/ 1003266 w 2912392"/>
                <a:gd name="connsiteY103" fmla="*/ 366880 h 381534"/>
                <a:gd name="connsiteX104" fmla="*/ 1013010 w 2912392"/>
                <a:gd name="connsiteY104" fmla="*/ 368452 h 381534"/>
                <a:gd name="connsiteX105" fmla="*/ 1022754 w 2912392"/>
                <a:gd name="connsiteY105" fmla="*/ 369960 h 381534"/>
                <a:gd name="connsiteX106" fmla="*/ 1032483 w 2912392"/>
                <a:gd name="connsiteY106" fmla="*/ 371400 h 381534"/>
                <a:gd name="connsiteX107" fmla="*/ 1042227 w 2912392"/>
                <a:gd name="connsiteY107" fmla="*/ 372767 h 381534"/>
                <a:gd name="connsiteX108" fmla="*/ 1051971 w 2912392"/>
                <a:gd name="connsiteY108" fmla="*/ 374054 h 381534"/>
                <a:gd name="connsiteX109" fmla="*/ 1061715 w 2912392"/>
                <a:gd name="connsiteY109" fmla="*/ 375256 h 381534"/>
                <a:gd name="connsiteX110" fmla="*/ 1071444 w 2912392"/>
                <a:gd name="connsiteY110" fmla="*/ 376371 h 381534"/>
                <a:gd name="connsiteX111" fmla="*/ 1081188 w 2912392"/>
                <a:gd name="connsiteY111" fmla="*/ 377388 h 381534"/>
                <a:gd name="connsiteX112" fmla="*/ 1090932 w 2912392"/>
                <a:gd name="connsiteY112" fmla="*/ 378306 h 381534"/>
                <a:gd name="connsiteX113" fmla="*/ 1100676 w 2912392"/>
                <a:gd name="connsiteY113" fmla="*/ 379119 h 381534"/>
                <a:gd name="connsiteX114" fmla="*/ 1110405 w 2912392"/>
                <a:gd name="connsiteY114" fmla="*/ 379823 h 381534"/>
                <a:gd name="connsiteX115" fmla="*/ 1120149 w 2912392"/>
                <a:gd name="connsiteY115" fmla="*/ 380411 h 381534"/>
                <a:gd name="connsiteX116" fmla="*/ 1129893 w 2912392"/>
                <a:gd name="connsiteY116" fmla="*/ 380881 h 381534"/>
                <a:gd name="connsiteX117" fmla="*/ 1139637 w 2912392"/>
                <a:gd name="connsiteY117" fmla="*/ 381226 h 381534"/>
                <a:gd name="connsiteX118" fmla="*/ 1149381 w 2912392"/>
                <a:gd name="connsiteY118" fmla="*/ 381445 h 381534"/>
                <a:gd name="connsiteX119" fmla="*/ 1159110 w 2912392"/>
                <a:gd name="connsiteY119" fmla="*/ 381535 h 381534"/>
                <a:gd name="connsiteX120" fmla="*/ 1168854 w 2912392"/>
                <a:gd name="connsiteY120" fmla="*/ 381487 h 381534"/>
                <a:gd name="connsiteX121" fmla="*/ 1178598 w 2912392"/>
                <a:gd name="connsiteY121" fmla="*/ 381304 h 381534"/>
                <a:gd name="connsiteX122" fmla="*/ 1188341 w 2912392"/>
                <a:gd name="connsiteY122" fmla="*/ 380977 h 381534"/>
                <a:gd name="connsiteX123" fmla="*/ 1198070 w 2912392"/>
                <a:gd name="connsiteY123" fmla="*/ 380508 h 381534"/>
                <a:gd name="connsiteX124" fmla="*/ 1207814 w 2912392"/>
                <a:gd name="connsiteY124" fmla="*/ 379893 h 381534"/>
                <a:gd name="connsiteX125" fmla="*/ 1217558 w 2912392"/>
                <a:gd name="connsiteY125" fmla="*/ 379128 h 381534"/>
                <a:gd name="connsiteX126" fmla="*/ 1227302 w 2912392"/>
                <a:gd name="connsiteY126" fmla="*/ 378214 h 381534"/>
                <a:gd name="connsiteX127" fmla="*/ 1237031 w 2912392"/>
                <a:gd name="connsiteY127" fmla="*/ 377145 h 381534"/>
                <a:gd name="connsiteX128" fmla="*/ 1246775 w 2912392"/>
                <a:gd name="connsiteY128" fmla="*/ 375924 h 381534"/>
                <a:gd name="connsiteX129" fmla="*/ 1256519 w 2912392"/>
                <a:gd name="connsiteY129" fmla="*/ 374548 h 381534"/>
                <a:gd name="connsiteX130" fmla="*/ 1266263 w 2912392"/>
                <a:gd name="connsiteY130" fmla="*/ 373015 h 381534"/>
                <a:gd name="connsiteX131" fmla="*/ 1276007 w 2912392"/>
                <a:gd name="connsiteY131" fmla="*/ 371327 h 381534"/>
                <a:gd name="connsiteX132" fmla="*/ 1285736 w 2912392"/>
                <a:gd name="connsiteY132" fmla="*/ 369483 h 381534"/>
                <a:gd name="connsiteX133" fmla="*/ 1295480 w 2912392"/>
                <a:gd name="connsiteY133" fmla="*/ 367482 h 381534"/>
                <a:gd name="connsiteX134" fmla="*/ 1305224 w 2912392"/>
                <a:gd name="connsiteY134" fmla="*/ 365325 h 381534"/>
                <a:gd name="connsiteX135" fmla="*/ 1314968 w 2912392"/>
                <a:gd name="connsiteY135" fmla="*/ 363012 h 381534"/>
                <a:gd name="connsiteX136" fmla="*/ 1324697 w 2912392"/>
                <a:gd name="connsiteY136" fmla="*/ 360546 h 381534"/>
                <a:gd name="connsiteX137" fmla="*/ 1334441 w 2912392"/>
                <a:gd name="connsiteY137" fmla="*/ 357926 h 381534"/>
                <a:gd name="connsiteX138" fmla="*/ 1344185 w 2912392"/>
                <a:gd name="connsiteY138" fmla="*/ 355154 h 381534"/>
                <a:gd name="connsiteX139" fmla="*/ 1353929 w 2912392"/>
                <a:gd name="connsiteY139" fmla="*/ 352233 h 381534"/>
                <a:gd name="connsiteX140" fmla="*/ 1363658 w 2912392"/>
                <a:gd name="connsiteY140" fmla="*/ 349162 h 381534"/>
                <a:gd name="connsiteX141" fmla="*/ 1373402 w 2912392"/>
                <a:gd name="connsiteY141" fmla="*/ 345948 h 381534"/>
                <a:gd name="connsiteX142" fmla="*/ 1383146 w 2912392"/>
                <a:gd name="connsiteY142" fmla="*/ 342590 h 381534"/>
                <a:gd name="connsiteX143" fmla="*/ 1392890 w 2912392"/>
                <a:gd name="connsiteY143" fmla="*/ 339092 h 381534"/>
                <a:gd name="connsiteX144" fmla="*/ 1402619 w 2912392"/>
                <a:gd name="connsiteY144" fmla="*/ 335457 h 381534"/>
                <a:gd name="connsiteX145" fmla="*/ 1412363 w 2912392"/>
                <a:gd name="connsiteY145" fmla="*/ 331687 h 381534"/>
                <a:gd name="connsiteX146" fmla="*/ 1422106 w 2912392"/>
                <a:gd name="connsiteY146" fmla="*/ 327787 h 381534"/>
                <a:gd name="connsiteX147" fmla="*/ 1431850 w 2912392"/>
                <a:gd name="connsiteY147" fmla="*/ 323761 h 381534"/>
                <a:gd name="connsiteX148" fmla="*/ 1441594 w 2912392"/>
                <a:gd name="connsiteY148" fmla="*/ 319611 h 381534"/>
                <a:gd name="connsiteX149" fmla="*/ 1451323 w 2912392"/>
                <a:gd name="connsiteY149" fmla="*/ 315343 h 381534"/>
                <a:gd name="connsiteX150" fmla="*/ 1461067 w 2912392"/>
                <a:gd name="connsiteY150" fmla="*/ 310958 h 381534"/>
                <a:gd name="connsiteX151" fmla="*/ 1470811 w 2912392"/>
                <a:gd name="connsiteY151" fmla="*/ 306465 h 381534"/>
                <a:gd name="connsiteX152" fmla="*/ 1480555 w 2912392"/>
                <a:gd name="connsiteY152" fmla="*/ 301865 h 381534"/>
                <a:gd name="connsiteX153" fmla="*/ 1490284 w 2912392"/>
                <a:gd name="connsiteY153" fmla="*/ 297163 h 381534"/>
                <a:gd name="connsiteX154" fmla="*/ 1500028 w 2912392"/>
                <a:gd name="connsiteY154" fmla="*/ 292366 h 381534"/>
                <a:gd name="connsiteX155" fmla="*/ 1509772 w 2912392"/>
                <a:gd name="connsiteY155" fmla="*/ 287476 h 381534"/>
                <a:gd name="connsiteX156" fmla="*/ 1519516 w 2912392"/>
                <a:gd name="connsiteY156" fmla="*/ 282498 h 381534"/>
                <a:gd name="connsiteX157" fmla="*/ 1529245 w 2912392"/>
                <a:gd name="connsiteY157" fmla="*/ 277438 h 381534"/>
                <a:gd name="connsiteX158" fmla="*/ 1538989 w 2912392"/>
                <a:gd name="connsiteY158" fmla="*/ 272303 h 381534"/>
                <a:gd name="connsiteX159" fmla="*/ 1548733 w 2912392"/>
                <a:gd name="connsiteY159" fmla="*/ 267096 h 381534"/>
                <a:gd name="connsiteX160" fmla="*/ 1558477 w 2912392"/>
                <a:gd name="connsiteY160" fmla="*/ 261820 h 381534"/>
                <a:gd name="connsiteX161" fmla="*/ 1568221 w 2912392"/>
                <a:gd name="connsiteY161" fmla="*/ 256483 h 381534"/>
                <a:gd name="connsiteX162" fmla="*/ 1577950 w 2912392"/>
                <a:gd name="connsiteY162" fmla="*/ 251091 h 381534"/>
                <a:gd name="connsiteX163" fmla="*/ 1587694 w 2912392"/>
                <a:gd name="connsiteY163" fmla="*/ 245647 h 381534"/>
                <a:gd name="connsiteX164" fmla="*/ 1597438 w 2912392"/>
                <a:gd name="connsiteY164" fmla="*/ 240158 h 381534"/>
                <a:gd name="connsiteX165" fmla="*/ 1607182 w 2912392"/>
                <a:gd name="connsiteY165" fmla="*/ 234628 h 381534"/>
                <a:gd name="connsiteX166" fmla="*/ 1616911 w 2912392"/>
                <a:gd name="connsiteY166" fmla="*/ 229061 h 381534"/>
                <a:gd name="connsiteX167" fmla="*/ 1626655 w 2912392"/>
                <a:gd name="connsiteY167" fmla="*/ 223465 h 381534"/>
                <a:gd name="connsiteX168" fmla="*/ 1636399 w 2912392"/>
                <a:gd name="connsiteY168" fmla="*/ 217845 h 381534"/>
                <a:gd name="connsiteX169" fmla="*/ 1646142 w 2912392"/>
                <a:gd name="connsiteY169" fmla="*/ 212205 h 381534"/>
                <a:gd name="connsiteX170" fmla="*/ 1655872 w 2912392"/>
                <a:gd name="connsiteY170" fmla="*/ 206551 h 381534"/>
                <a:gd name="connsiteX171" fmla="*/ 1665616 w 2912392"/>
                <a:gd name="connsiteY171" fmla="*/ 200886 h 381534"/>
                <a:gd name="connsiteX172" fmla="*/ 1675359 w 2912392"/>
                <a:gd name="connsiteY172" fmla="*/ 195217 h 381534"/>
                <a:gd name="connsiteX173" fmla="*/ 1685103 w 2912392"/>
                <a:gd name="connsiteY173" fmla="*/ 189549 h 381534"/>
                <a:gd name="connsiteX174" fmla="*/ 1694832 w 2912392"/>
                <a:gd name="connsiteY174" fmla="*/ 183886 h 381534"/>
                <a:gd name="connsiteX175" fmla="*/ 1704576 w 2912392"/>
                <a:gd name="connsiteY175" fmla="*/ 178235 h 381534"/>
                <a:gd name="connsiteX176" fmla="*/ 1714320 w 2912392"/>
                <a:gd name="connsiteY176" fmla="*/ 172599 h 381534"/>
                <a:gd name="connsiteX177" fmla="*/ 1724064 w 2912392"/>
                <a:gd name="connsiteY177" fmla="*/ 166983 h 381534"/>
                <a:gd name="connsiteX178" fmla="*/ 1733808 w 2912392"/>
                <a:gd name="connsiteY178" fmla="*/ 161392 h 381534"/>
                <a:gd name="connsiteX179" fmla="*/ 1743537 w 2912392"/>
                <a:gd name="connsiteY179" fmla="*/ 155831 h 381534"/>
                <a:gd name="connsiteX180" fmla="*/ 1753281 w 2912392"/>
                <a:gd name="connsiteY180" fmla="*/ 150304 h 381534"/>
                <a:gd name="connsiteX181" fmla="*/ 1763025 w 2912392"/>
                <a:gd name="connsiteY181" fmla="*/ 144817 h 381534"/>
                <a:gd name="connsiteX182" fmla="*/ 1772769 w 2912392"/>
                <a:gd name="connsiteY182" fmla="*/ 139374 h 381534"/>
                <a:gd name="connsiteX183" fmla="*/ 1782498 w 2912392"/>
                <a:gd name="connsiteY183" fmla="*/ 133978 h 381534"/>
                <a:gd name="connsiteX184" fmla="*/ 1792242 w 2912392"/>
                <a:gd name="connsiteY184" fmla="*/ 128635 h 381534"/>
                <a:gd name="connsiteX185" fmla="*/ 1801986 w 2912392"/>
                <a:gd name="connsiteY185" fmla="*/ 123349 h 381534"/>
                <a:gd name="connsiteX186" fmla="*/ 1811730 w 2912392"/>
                <a:gd name="connsiteY186" fmla="*/ 118124 h 381534"/>
                <a:gd name="connsiteX187" fmla="*/ 1821459 w 2912392"/>
                <a:gd name="connsiteY187" fmla="*/ 112964 h 381534"/>
                <a:gd name="connsiteX188" fmla="*/ 1831203 w 2912392"/>
                <a:gd name="connsiteY188" fmla="*/ 107875 h 381534"/>
                <a:gd name="connsiteX189" fmla="*/ 1840947 w 2912392"/>
                <a:gd name="connsiteY189" fmla="*/ 102860 h 381534"/>
                <a:gd name="connsiteX190" fmla="*/ 1850691 w 2912392"/>
                <a:gd name="connsiteY190" fmla="*/ 97922 h 381534"/>
                <a:gd name="connsiteX191" fmla="*/ 1860435 w 2912392"/>
                <a:gd name="connsiteY191" fmla="*/ 93066 h 381534"/>
                <a:gd name="connsiteX192" fmla="*/ 1870164 w 2912392"/>
                <a:gd name="connsiteY192" fmla="*/ 88296 h 381534"/>
                <a:gd name="connsiteX193" fmla="*/ 1879908 w 2912392"/>
                <a:gd name="connsiteY193" fmla="*/ 83616 h 381534"/>
                <a:gd name="connsiteX194" fmla="*/ 1889652 w 2912392"/>
                <a:gd name="connsiteY194" fmla="*/ 79030 h 381534"/>
                <a:gd name="connsiteX195" fmla="*/ 1899395 w 2912392"/>
                <a:gd name="connsiteY195" fmla="*/ 74541 h 381534"/>
                <a:gd name="connsiteX196" fmla="*/ 1909124 w 2912392"/>
                <a:gd name="connsiteY196" fmla="*/ 70155 h 381534"/>
                <a:gd name="connsiteX197" fmla="*/ 1918868 w 2912392"/>
                <a:gd name="connsiteY197" fmla="*/ 65871 h 381534"/>
                <a:gd name="connsiteX198" fmla="*/ 1928612 w 2912392"/>
                <a:gd name="connsiteY198" fmla="*/ 61697 h 381534"/>
                <a:gd name="connsiteX199" fmla="*/ 1938356 w 2912392"/>
                <a:gd name="connsiteY199" fmla="*/ 57635 h 381534"/>
                <a:gd name="connsiteX200" fmla="*/ 1948085 w 2912392"/>
                <a:gd name="connsiteY200" fmla="*/ 53688 h 381534"/>
                <a:gd name="connsiteX201" fmla="*/ 1957829 w 2912392"/>
                <a:gd name="connsiteY201" fmla="*/ 49859 h 381534"/>
                <a:gd name="connsiteX202" fmla="*/ 1967573 w 2912392"/>
                <a:gd name="connsiteY202" fmla="*/ 46153 h 381534"/>
                <a:gd name="connsiteX203" fmla="*/ 1977317 w 2912392"/>
                <a:gd name="connsiteY203" fmla="*/ 42571 h 381534"/>
                <a:gd name="connsiteX204" fmla="*/ 1987046 w 2912392"/>
                <a:gd name="connsiteY204" fmla="*/ 39119 h 381534"/>
                <a:gd name="connsiteX205" fmla="*/ 1996790 w 2912392"/>
                <a:gd name="connsiteY205" fmla="*/ 35796 h 381534"/>
                <a:gd name="connsiteX206" fmla="*/ 2006534 w 2912392"/>
                <a:gd name="connsiteY206" fmla="*/ 32608 h 381534"/>
                <a:gd name="connsiteX207" fmla="*/ 2016278 w 2912392"/>
                <a:gd name="connsiteY207" fmla="*/ 29555 h 381534"/>
                <a:gd name="connsiteX208" fmla="*/ 2026022 w 2912392"/>
                <a:gd name="connsiteY208" fmla="*/ 26642 h 381534"/>
                <a:gd name="connsiteX209" fmla="*/ 2035751 w 2912392"/>
                <a:gd name="connsiteY209" fmla="*/ 23873 h 381534"/>
                <a:gd name="connsiteX210" fmla="*/ 2045495 w 2912392"/>
                <a:gd name="connsiteY210" fmla="*/ 21244 h 381534"/>
                <a:gd name="connsiteX211" fmla="*/ 2055239 w 2912392"/>
                <a:gd name="connsiteY211" fmla="*/ 18764 h 381534"/>
                <a:gd name="connsiteX212" fmla="*/ 2064983 w 2912392"/>
                <a:gd name="connsiteY212" fmla="*/ 16431 h 381534"/>
                <a:gd name="connsiteX213" fmla="*/ 2074712 w 2912392"/>
                <a:gd name="connsiteY213" fmla="*/ 14248 h 381534"/>
                <a:gd name="connsiteX214" fmla="*/ 2084456 w 2912392"/>
                <a:gd name="connsiteY214" fmla="*/ 12217 h 381534"/>
                <a:gd name="connsiteX215" fmla="*/ 2094200 w 2912392"/>
                <a:gd name="connsiteY215" fmla="*/ 10340 h 381534"/>
                <a:gd name="connsiteX216" fmla="*/ 2103944 w 2912392"/>
                <a:gd name="connsiteY216" fmla="*/ 8616 h 381534"/>
                <a:gd name="connsiteX217" fmla="*/ 2113673 w 2912392"/>
                <a:gd name="connsiteY217" fmla="*/ 7047 h 381534"/>
                <a:gd name="connsiteX218" fmla="*/ 2123417 w 2912392"/>
                <a:gd name="connsiteY218" fmla="*/ 5636 h 381534"/>
                <a:gd name="connsiteX219" fmla="*/ 2133161 w 2912392"/>
                <a:gd name="connsiteY219" fmla="*/ 4382 h 381534"/>
                <a:gd name="connsiteX220" fmla="*/ 2142905 w 2912392"/>
                <a:gd name="connsiteY220" fmla="*/ 3284 h 381534"/>
                <a:gd name="connsiteX221" fmla="*/ 2152649 w 2912392"/>
                <a:gd name="connsiteY221" fmla="*/ 2345 h 381534"/>
                <a:gd name="connsiteX222" fmla="*/ 2162377 w 2912392"/>
                <a:gd name="connsiteY222" fmla="*/ 1563 h 381534"/>
                <a:gd name="connsiteX223" fmla="*/ 2172121 w 2912392"/>
                <a:gd name="connsiteY223" fmla="*/ 939 h 381534"/>
                <a:gd name="connsiteX224" fmla="*/ 2181865 w 2912392"/>
                <a:gd name="connsiteY224" fmla="*/ 471 h 381534"/>
                <a:gd name="connsiteX225" fmla="*/ 2191609 w 2912392"/>
                <a:gd name="connsiteY225" fmla="*/ 159 h 381534"/>
                <a:gd name="connsiteX226" fmla="*/ 2201338 w 2912392"/>
                <a:gd name="connsiteY226" fmla="*/ 3 h 381534"/>
                <a:gd name="connsiteX227" fmla="*/ 2211082 w 2912392"/>
                <a:gd name="connsiteY227" fmla="*/ 0 h 381534"/>
                <a:gd name="connsiteX228" fmla="*/ 2220826 w 2912392"/>
                <a:gd name="connsiteY228" fmla="*/ 147 h 381534"/>
                <a:gd name="connsiteX229" fmla="*/ 2230570 w 2912392"/>
                <a:gd name="connsiteY229" fmla="*/ 447 h 381534"/>
                <a:gd name="connsiteX230" fmla="*/ 2240299 w 2912392"/>
                <a:gd name="connsiteY230" fmla="*/ 894 h 381534"/>
                <a:gd name="connsiteX231" fmla="*/ 2250043 w 2912392"/>
                <a:gd name="connsiteY231" fmla="*/ 1485 h 381534"/>
                <a:gd name="connsiteX232" fmla="*/ 2259787 w 2912392"/>
                <a:gd name="connsiteY232" fmla="*/ 2220 h 381534"/>
                <a:gd name="connsiteX233" fmla="*/ 2269531 w 2912392"/>
                <a:gd name="connsiteY233" fmla="*/ 3095 h 381534"/>
                <a:gd name="connsiteX234" fmla="*/ 2279260 w 2912392"/>
                <a:gd name="connsiteY234" fmla="*/ 4105 h 381534"/>
                <a:gd name="connsiteX235" fmla="*/ 2289004 w 2912392"/>
                <a:gd name="connsiteY235" fmla="*/ 5247 h 381534"/>
                <a:gd name="connsiteX236" fmla="*/ 2298748 w 2912392"/>
                <a:gd name="connsiteY236" fmla="*/ 6518 h 381534"/>
                <a:gd name="connsiteX237" fmla="*/ 2308492 w 2912392"/>
                <a:gd name="connsiteY237" fmla="*/ 7914 h 381534"/>
                <a:gd name="connsiteX238" fmla="*/ 2318236 w 2912392"/>
                <a:gd name="connsiteY238" fmla="*/ 9430 h 381534"/>
                <a:gd name="connsiteX239" fmla="*/ 2327965 w 2912392"/>
                <a:gd name="connsiteY239" fmla="*/ 11061 h 381534"/>
                <a:gd name="connsiteX240" fmla="*/ 2337709 w 2912392"/>
                <a:gd name="connsiteY240" fmla="*/ 12803 h 381534"/>
                <a:gd name="connsiteX241" fmla="*/ 2347453 w 2912392"/>
                <a:gd name="connsiteY241" fmla="*/ 14649 h 381534"/>
                <a:gd name="connsiteX242" fmla="*/ 2357197 w 2912392"/>
                <a:gd name="connsiteY242" fmla="*/ 16594 h 381534"/>
                <a:gd name="connsiteX243" fmla="*/ 2366926 w 2912392"/>
                <a:gd name="connsiteY243" fmla="*/ 18634 h 381534"/>
                <a:gd name="connsiteX244" fmla="*/ 2376670 w 2912392"/>
                <a:gd name="connsiteY244" fmla="*/ 20762 h 381534"/>
                <a:gd name="connsiteX245" fmla="*/ 2386413 w 2912392"/>
                <a:gd name="connsiteY245" fmla="*/ 22971 h 381534"/>
                <a:gd name="connsiteX246" fmla="*/ 2396157 w 2912392"/>
                <a:gd name="connsiteY246" fmla="*/ 25255 h 381534"/>
                <a:gd name="connsiteX247" fmla="*/ 2405886 w 2912392"/>
                <a:gd name="connsiteY247" fmla="*/ 27609 h 381534"/>
                <a:gd name="connsiteX248" fmla="*/ 2415630 w 2912392"/>
                <a:gd name="connsiteY248" fmla="*/ 30024 h 381534"/>
                <a:gd name="connsiteX249" fmla="*/ 2425374 w 2912392"/>
                <a:gd name="connsiteY249" fmla="*/ 32495 h 381534"/>
                <a:gd name="connsiteX250" fmla="*/ 2435118 w 2912392"/>
                <a:gd name="connsiteY250" fmla="*/ 35013 h 381534"/>
                <a:gd name="connsiteX251" fmla="*/ 2444862 w 2912392"/>
                <a:gd name="connsiteY251" fmla="*/ 37572 h 381534"/>
                <a:gd name="connsiteX252" fmla="*/ 2454591 w 2912392"/>
                <a:gd name="connsiteY252" fmla="*/ 40166 h 381534"/>
                <a:gd name="connsiteX253" fmla="*/ 2464335 w 2912392"/>
                <a:gd name="connsiteY253" fmla="*/ 42785 h 381534"/>
                <a:gd name="connsiteX254" fmla="*/ 2474079 w 2912392"/>
                <a:gd name="connsiteY254" fmla="*/ 45424 h 381534"/>
                <a:gd name="connsiteX255" fmla="*/ 2483823 w 2912392"/>
                <a:gd name="connsiteY255" fmla="*/ 48074 h 381534"/>
                <a:gd name="connsiteX256" fmla="*/ 2493552 w 2912392"/>
                <a:gd name="connsiteY256" fmla="*/ 50728 h 381534"/>
                <a:gd name="connsiteX257" fmla="*/ 2503296 w 2912392"/>
                <a:gd name="connsiteY257" fmla="*/ 53379 h 381534"/>
                <a:gd name="connsiteX258" fmla="*/ 2513040 w 2912392"/>
                <a:gd name="connsiteY258" fmla="*/ 56017 h 381534"/>
                <a:gd name="connsiteX259" fmla="*/ 2522784 w 2912392"/>
                <a:gd name="connsiteY259" fmla="*/ 58639 h 381534"/>
                <a:gd name="connsiteX260" fmla="*/ 2532513 w 2912392"/>
                <a:gd name="connsiteY260" fmla="*/ 61233 h 381534"/>
                <a:gd name="connsiteX261" fmla="*/ 2542257 w 2912392"/>
                <a:gd name="connsiteY261" fmla="*/ 63796 h 381534"/>
                <a:gd name="connsiteX262" fmla="*/ 2552001 w 2912392"/>
                <a:gd name="connsiteY262" fmla="*/ 66317 h 381534"/>
                <a:gd name="connsiteX263" fmla="*/ 2561745 w 2912392"/>
                <a:gd name="connsiteY263" fmla="*/ 68790 h 381534"/>
                <a:gd name="connsiteX264" fmla="*/ 2571474 w 2912392"/>
                <a:gd name="connsiteY264" fmla="*/ 71208 h 381534"/>
                <a:gd name="connsiteX265" fmla="*/ 2581218 w 2912392"/>
                <a:gd name="connsiteY265" fmla="*/ 73565 h 381534"/>
                <a:gd name="connsiteX266" fmla="*/ 2590962 w 2912392"/>
                <a:gd name="connsiteY266" fmla="*/ 75852 h 381534"/>
                <a:gd name="connsiteX267" fmla="*/ 2600705 w 2912392"/>
                <a:gd name="connsiteY267" fmla="*/ 78066 h 381534"/>
                <a:gd name="connsiteX268" fmla="*/ 2610449 w 2912392"/>
                <a:gd name="connsiteY268" fmla="*/ 80197 h 381534"/>
                <a:gd name="connsiteX269" fmla="*/ 2620178 w 2912392"/>
                <a:gd name="connsiteY269" fmla="*/ 82241 h 381534"/>
                <a:gd name="connsiteX270" fmla="*/ 2629922 w 2912392"/>
                <a:gd name="connsiteY270" fmla="*/ 84191 h 381534"/>
                <a:gd name="connsiteX271" fmla="*/ 2639666 w 2912392"/>
                <a:gd name="connsiteY271" fmla="*/ 86043 h 381534"/>
                <a:gd name="connsiteX272" fmla="*/ 2649410 w 2912392"/>
                <a:gd name="connsiteY272" fmla="*/ 87791 h 381534"/>
                <a:gd name="connsiteX273" fmla="*/ 2659139 w 2912392"/>
                <a:gd name="connsiteY273" fmla="*/ 89428 h 381534"/>
                <a:gd name="connsiteX274" fmla="*/ 2668883 w 2912392"/>
                <a:gd name="connsiteY274" fmla="*/ 90951 h 381534"/>
                <a:gd name="connsiteX275" fmla="*/ 2678627 w 2912392"/>
                <a:gd name="connsiteY275" fmla="*/ 92356 h 381534"/>
                <a:gd name="connsiteX276" fmla="*/ 2688371 w 2912392"/>
                <a:gd name="connsiteY276" fmla="*/ 93637 h 381534"/>
                <a:gd name="connsiteX277" fmla="*/ 2698100 w 2912392"/>
                <a:gd name="connsiteY277" fmla="*/ 94792 h 381534"/>
                <a:gd name="connsiteX278" fmla="*/ 2707844 w 2912392"/>
                <a:gd name="connsiteY278" fmla="*/ 95817 h 381534"/>
                <a:gd name="connsiteX279" fmla="*/ 2717588 w 2912392"/>
                <a:gd name="connsiteY279" fmla="*/ 96709 h 381534"/>
                <a:gd name="connsiteX280" fmla="*/ 2727332 w 2912392"/>
                <a:gd name="connsiteY280" fmla="*/ 97465 h 381534"/>
                <a:gd name="connsiteX281" fmla="*/ 2737076 w 2912392"/>
                <a:gd name="connsiteY281" fmla="*/ 98081 h 381534"/>
                <a:gd name="connsiteX282" fmla="*/ 2746805 w 2912392"/>
                <a:gd name="connsiteY282" fmla="*/ 98558 h 381534"/>
                <a:gd name="connsiteX283" fmla="*/ 2756549 w 2912392"/>
                <a:gd name="connsiteY283" fmla="*/ 98893 h 381534"/>
                <a:gd name="connsiteX284" fmla="*/ 2766293 w 2912392"/>
                <a:gd name="connsiteY284" fmla="*/ 99086 h 381534"/>
                <a:gd name="connsiteX285" fmla="*/ 2776037 w 2912392"/>
                <a:gd name="connsiteY285" fmla="*/ 99133 h 381534"/>
                <a:gd name="connsiteX286" fmla="*/ 2785766 w 2912392"/>
                <a:gd name="connsiteY286" fmla="*/ 99036 h 381534"/>
                <a:gd name="connsiteX287" fmla="*/ 2795510 w 2912392"/>
                <a:gd name="connsiteY287" fmla="*/ 98795 h 381534"/>
                <a:gd name="connsiteX288" fmla="*/ 2805254 w 2912392"/>
                <a:gd name="connsiteY288" fmla="*/ 98411 h 381534"/>
                <a:gd name="connsiteX289" fmla="*/ 2814998 w 2912392"/>
                <a:gd name="connsiteY289" fmla="*/ 97883 h 381534"/>
                <a:gd name="connsiteX290" fmla="*/ 2824727 w 2912392"/>
                <a:gd name="connsiteY290" fmla="*/ 97213 h 381534"/>
                <a:gd name="connsiteX291" fmla="*/ 2834471 w 2912392"/>
                <a:gd name="connsiteY291" fmla="*/ 96402 h 381534"/>
                <a:gd name="connsiteX292" fmla="*/ 2844215 w 2912392"/>
                <a:gd name="connsiteY292" fmla="*/ 95453 h 381534"/>
                <a:gd name="connsiteX293" fmla="*/ 2853958 w 2912392"/>
                <a:gd name="connsiteY293" fmla="*/ 94367 h 381534"/>
                <a:gd name="connsiteX294" fmla="*/ 2863687 w 2912392"/>
                <a:gd name="connsiteY294" fmla="*/ 93147 h 381534"/>
                <a:gd name="connsiteX295" fmla="*/ 2873431 w 2912392"/>
                <a:gd name="connsiteY295" fmla="*/ 91797 h 381534"/>
                <a:gd name="connsiteX296" fmla="*/ 2883175 w 2912392"/>
                <a:gd name="connsiteY296" fmla="*/ 90321 h 381534"/>
                <a:gd name="connsiteX297" fmla="*/ 2892919 w 2912392"/>
                <a:gd name="connsiteY297" fmla="*/ 88719 h 381534"/>
                <a:gd name="connsiteX298" fmla="*/ 2902663 w 2912392"/>
                <a:gd name="connsiteY298" fmla="*/ 86998 h 381534"/>
                <a:gd name="connsiteX299" fmla="*/ 2912392 w 2912392"/>
                <a:gd name="connsiteY299" fmla="*/ 85163 h 381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81534">
                  <a:moveTo>
                    <a:pt x="0" y="14988"/>
                  </a:moveTo>
                  <a:lnTo>
                    <a:pt x="9739" y="23628"/>
                  </a:lnTo>
                  <a:lnTo>
                    <a:pt x="19480" y="32256"/>
                  </a:lnTo>
                  <a:lnTo>
                    <a:pt x="29221" y="40859"/>
                  </a:lnTo>
                  <a:lnTo>
                    <a:pt x="38961" y="49426"/>
                  </a:lnTo>
                  <a:lnTo>
                    <a:pt x="48702" y="57942"/>
                  </a:lnTo>
                  <a:lnTo>
                    <a:pt x="58443" y="66397"/>
                  </a:lnTo>
                  <a:lnTo>
                    <a:pt x="68182" y="74781"/>
                  </a:lnTo>
                  <a:lnTo>
                    <a:pt x="77923" y="83080"/>
                  </a:lnTo>
                  <a:lnTo>
                    <a:pt x="87664" y="91283"/>
                  </a:lnTo>
                  <a:lnTo>
                    <a:pt x="97404" y="99382"/>
                  </a:lnTo>
                  <a:lnTo>
                    <a:pt x="107145" y="107365"/>
                  </a:lnTo>
                  <a:lnTo>
                    <a:pt x="116886" y="115224"/>
                  </a:lnTo>
                  <a:lnTo>
                    <a:pt x="126625" y="122951"/>
                  </a:lnTo>
                  <a:lnTo>
                    <a:pt x="136366" y="130533"/>
                  </a:lnTo>
                  <a:lnTo>
                    <a:pt x="146107" y="137968"/>
                  </a:lnTo>
                  <a:lnTo>
                    <a:pt x="155846" y="145243"/>
                  </a:lnTo>
                  <a:lnTo>
                    <a:pt x="165587" y="152355"/>
                  </a:lnTo>
                  <a:lnTo>
                    <a:pt x="175328" y="159297"/>
                  </a:lnTo>
                  <a:lnTo>
                    <a:pt x="185068" y="166064"/>
                  </a:lnTo>
                  <a:lnTo>
                    <a:pt x="194809" y="172649"/>
                  </a:lnTo>
                  <a:lnTo>
                    <a:pt x="204550" y="179050"/>
                  </a:lnTo>
                  <a:lnTo>
                    <a:pt x="214289" y="185261"/>
                  </a:lnTo>
                  <a:lnTo>
                    <a:pt x="224030" y="191282"/>
                  </a:lnTo>
                  <a:lnTo>
                    <a:pt x="233771" y="197108"/>
                  </a:lnTo>
                  <a:lnTo>
                    <a:pt x="243510" y="202738"/>
                  </a:lnTo>
                  <a:lnTo>
                    <a:pt x="253251" y="208170"/>
                  </a:lnTo>
                  <a:lnTo>
                    <a:pt x="262992" y="213406"/>
                  </a:lnTo>
                  <a:lnTo>
                    <a:pt x="272732" y="218444"/>
                  </a:lnTo>
                  <a:lnTo>
                    <a:pt x="282473" y="223285"/>
                  </a:lnTo>
                  <a:lnTo>
                    <a:pt x="292214" y="227931"/>
                  </a:lnTo>
                  <a:lnTo>
                    <a:pt x="301953" y="232381"/>
                  </a:lnTo>
                  <a:lnTo>
                    <a:pt x="311694" y="236641"/>
                  </a:lnTo>
                  <a:lnTo>
                    <a:pt x="321435" y="240711"/>
                  </a:lnTo>
                  <a:lnTo>
                    <a:pt x="331175" y="244597"/>
                  </a:lnTo>
                  <a:lnTo>
                    <a:pt x="340916" y="248299"/>
                  </a:lnTo>
                  <a:lnTo>
                    <a:pt x="350656" y="251824"/>
                  </a:lnTo>
                  <a:lnTo>
                    <a:pt x="360396" y="255176"/>
                  </a:lnTo>
                  <a:lnTo>
                    <a:pt x="370137" y="258362"/>
                  </a:lnTo>
                  <a:lnTo>
                    <a:pt x="379878" y="261383"/>
                  </a:lnTo>
                  <a:lnTo>
                    <a:pt x="389617" y="264248"/>
                  </a:lnTo>
                  <a:lnTo>
                    <a:pt x="399358" y="266961"/>
                  </a:lnTo>
                  <a:lnTo>
                    <a:pt x="409099" y="269532"/>
                  </a:lnTo>
                  <a:lnTo>
                    <a:pt x="418839" y="271963"/>
                  </a:lnTo>
                  <a:lnTo>
                    <a:pt x="428580" y="274263"/>
                  </a:lnTo>
                  <a:lnTo>
                    <a:pt x="438321" y="276439"/>
                  </a:lnTo>
                  <a:lnTo>
                    <a:pt x="448060" y="278498"/>
                  </a:lnTo>
                  <a:lnTo>
                    <a:pt x="457801" y="280447"/>
                  </a:lnTo>
                  <a:lnTo>
                    <a:pt x="467542" y="282293"/>
                  </a:lnTo>
                  <a:lnTo>
                    <a:pt x="477281" y="284042"/>
                  </a:lnTo>
                  <a:lnTo>
                    <a:pt x="487022" y="285704"/>
                  </a:lnTo>
                  <a:lnTo>
                    <a:pt x="496763" y="287285"/>
                  </a:lnTo>
                  <a:lnTo>
                    <a:pt x="506503" y="288793"/>
                  </a:lnTo>
                  <a:lnTo>
                    <a:pt x="516244" y="290235"/>
                  </a:lnTo>
                  <a:lnTo>
                    <a:pt x="525985" y="291619"/>
                  </a:lnTo>
                  <a:lnTo>
                    <a:pt x="535724" y="292950"/>
                  </a:lnTo>
                  <a:lnTo>
                    <a:pt x="545465" y="294236"/>
                  </a:lnTo>
                  <a:lnTo>
                    <a:pt x="555206" y="295484"/>
                  </a:lnTo>
                  <a:lnTo>
                    <a:pt x="564946" y="296701"/>
                  </a:lnTo>
                  <a:lnTo>
                    <a:pt x="574687" y="297893"/>
                  </a:lnTo>
                  <a:lnTo>
                    <a:pt x="584428" y="299066"/>
                  </a:lnTo>
                  <a:lnTo>
                    <a:pt x="594167" y="300225"/>
                  </a:lnTo>
                  <a:lnTo>
                    <a:pt x="603908" y="301378"/>
                  </a:lnTo>
                  <a:lnTo>
                    <a:pt x="613649" y="302528"/>
                  </a:lnTo>
                  <a:lnTo>
                    <a:pt x="623388" y="303681"/>
                  </a:lnTo>
                  <a:lnTo>
                    <a:pt x="633129" y="304844"/>
                  </a:lnTo>
                  <a:lnTo>
                    <a:pt x="642870" y="306018"/>
                  </a:lnTo>
                  <a:lnTo>
                    <a:pt x="652610" y="307208"/>
                  </a:lnTo>
                  <a:lnTo>
                    <a:pt x="662351" y="308419"/>
                  </a:lnTo>
                  <a:lnTo>
                    <a:pt x="672092" y="309653"/>
                  </a:lnTo>
                  <a:lnTo>
                    <a:pt x="681831" y="310915"/>
                  </a:lnTo>
                  <a:lnTo>
                    <a:pt x="691572" y="312205"/>
                  </a:lnTo>
                  <a:lnTo>
                    <a:pt x="701313" y="313528"/>
                  </a:lnTo>
                  <a:lnTo>
                    <a:pt x="711052" y="314884"/>
                  </a:lnTo>
                  <a:lnTo>
                    <a:pt x="720793" y="316277"/>
                  </a:lnTo>
                  <a:lnTo>
                    <a:pt x="730534" y="317706"/>
                  </a:lnTo>
                  <a:lnTo>
                    <a:pt x="740274" y="319172"/>
                  </a:lnTo>
                  <a:lnTo>
                    <a:pt x="750015" y="320677"/>
                  </a:lnTo>
                  <a:lnTo>
                    <a:pt x="759756" y="322219"/>
                  </a:lnTo>
                  <a:lnTo>
                    <a:pt x="769495" y="323800"/>
                  </a:lnTo>
                  <a:lnTo>
                    <a:pt x="779236" y="325416"/>
                  </a:lnTo>
                  <a:lnTo>
                    <a:pt x="788977" y="327070"/>
                  </a:lnTo>
                  <a:lnTo>
                    <a:pt x="798717" y="328759"/>
                  </a:lnTo>
                  <a:lnTo>
                    <a:pt x="808458" y="330482"/>
                  </a:lnTo>
                  <a:lnTo>
                    <a:pt x="818199" y="332235"/>
                  </a:lnTo>
                  <a:lnTo>
                    <a:pt x="827938" y="334017"/>
                  </a:lnTo>
                  <a:lnTo>
                    <a:pt x="837679" y="335828"/>
                  </a:lnTo>
                  <a:lnTo>
                    <a:pt x="847420" y="337660"/>
                  </a:lnTo>
                  <a:lnTo>
                    <a:pt x="857159" y="339512"/>
                  </a:lnTo>
                  <a:lnTo>
                    <a:pt x="866900" y="341382"/>
                  </a:lnTo>
                  <a:lnTo>
                    <a:pt x="876641" y="343265"/>
                  </a:lnTo>
                  <a:lnTo>
                    <a:pt x="886381" y="345157"/>
                  </a:lnTo>
                  <a:lnTo>
                    <a:pt x="896122" y="347055"/>
                  </a:lnTo>
                  <a:lnTo>
                    <a:pt x="905863" y="348954"/>
                  </a:lnTo>
                  <a:lnTo>
                    <a:pt x="915602" y="350847"/>
                  </a:lnTo>
                  <a:lnTo>
                    <a:pt x="925343" y="352732"/>
                  </a:lnTo>
                  <a:lnTo>
                    <a:pt x="935084" y="354603"/>
                  </a:lnTo>
                  <a:lnTo>
                    <a:pt x="944824" y="356457"/>
                  </a:lnTo>
                  <a:lnTo>
                    <a:pt x="954564" y="358285"/>
                  </a:lnTo>
                  <a:lnTo>
                    <a:pt x="964305" y="360084"/>
                  </a:lnTo>
                  <a:lnTo>
                    <a:pt x="974045" y="361850"/>
                  </a:lnTo>
                  <a:lnTo>
                    <a:pt x="983786" y="363574"/>
                  </a:lnTo>
                  <a:lnTo>
                    <a:pt x="993522" y="365253"/>
                  </a:lnTo>
                  <a:lnTo>
                    <a:pt x="1003266" y="366880"/>
                  </a:lnTo>
                  <a:lnTo>
                    <a:pt x="1013010" y="368452"/>
                  </a:lnTo>
                  <a:lnTo>
                    <a:pt x="1022754" y="369960"/>
                  </a:lnTo>
                  <a:lnTo>
                    <a:pt x="1032483" y="371400"/>
                  </a:lnTo>
                  <a:lnTo>
                    <a:pt x="1042227" y="372767"/>
                  </a:lnTo>
                  <a:lnTo>
                    <a:pt x="1051971" y="374054"/>
                  </a:lnTo>
                  <a:lnTo>
                    <a:pt x="1061715" y="375256"/>
                  </a:lnTo>
                  <a:lnTo>
                    <a:pt x="1071444" y="376371"/>
                  </a:lnTo>
                  <a:lnTo>
                    <a:pt x="1081188" y="377388"/>
                  </a:lnTo>
                  <a:lnTo>
                    <a:pt x="1090932" y="378306"/>
                  </a:lnTo>
                  <a:lnTo>
                    <a:pt x="1100676" y="379119"/>
                  </a:lnTo>
                  <a:lnTo>
                    <a:pt x="1110405" y="379823"/>
                  </a:lnTo>
                  <a:lnTo>
                    <a:pt x="1120149" y="380411"/>
                  </a:lnTo>
                  <a:lnTo>
                    <a:pt x="1129893" y="380881"/>
                  </a:lnTo>
                  <a:lnTo>
                    <a:pt x="1139637" y="381226"/>
                  </a:lnTo>
                  <a:lnTo>
                    <a:pt x="1149381" y="381445"/>
                  </a:lnTo>
                  <a:lnTo>
                    <a:pt x="1159110" y="381535"/>
                  </a:lnTo>
                  <a:lnTo>
                    <a:pt x="1168854" y="381487"/>
                  </a:lnTo>
                  <a:lnTo>
                    <a:pt x="1178598" y="381304"/>
                  </a:lnTo>
                  <a:lnTo>
                    <a:pt x="1188341" y="380977"/>
                  </a:lnTo>
                  <a:lnTo>
                    <a:pt x="1198070" y="380508"/>
                  </a:lnTo>
                  <a:lnTo>
                    <a:pt x="1207814" y="379893"/>
                  </a:lnTo>
                  <a:lnTo>
                    <a:pt x="1217558" y="379128"/>
                  </a:lnTo>
                  <a:lnTo>
                    <a:pt x="1227302" y="378214"/>
                  </a:lnTo>
                  <a:lnTo>
                    <a:pt x="1237031" y="377145"/>
                  </a:lnTo>
                  <a:lnTo>
                    <a:pt x="1246775" y="375924"/>
                  </a:lnTo>
                  <a:lnTo>
                    <a:pt x="1256519" y="374548"/>
                  </a:lnTo>
                  <a:lnTo>
                    <a:pt x="1266263" y="373015"/>
                  </a:lnTo>
                  <a:lnTo>
                    <a:pt x="1276007" y="371327"/>
                  </a:lnTo>
                  <a:lnTo>
                    <a:pt x="1285736" y="369483"/>
                  </a:lnTo>
                  <a:lnTo>
                    <a:pt x="1295480" y="367482"/>
                  </a:lnTo>
                  <a:lnTo>
                    <a:pt x="1305224" y="365325"/>
                  </a:lnTo>
                  <a:lnTo>
                    <a:pt x="1314968" y="363012"/>
                  </a:lnTo>
                  <a:lnTo>
                    <a:pt x="1324697" y="360546"/>
                  </a:lnTo>
                  <a:lnTo>
                    <a:pt x="1334441" y="357926"/>
                  </a:lnTo>
                  <a:lnTo>
                    <a:pt x="1344185" y="355154"/>
                  </a:lnTo>
                  <a:lnTo>
                    <a:pt x="1353929" y="352233"/>
                  </a:lnTo>
                  <a:lnTo>
                    <a:pt x="1363658" y="349162"/>
                  </a:lnTo>
                  <a:lnTo>
                    <a:pt x="1373402" y="345948"/>
                  </a:lnTo>
                  <a:lnTo>
                    <a:pt x="1383146" y="342590"/>
                  </a:lnTo>
                  <a:lnTo>
                    <a:pt x="1392890" y="339092"/>
                  </a:lnTo>
                  <a:lnTo>
                    <a:pt x="1402619" y="335457"/>
                  </a:lnTo>
                  <a:lnTo>
                    <a:pt x="1412363" y="331687"/>
                  </a:lnTo>
                  <a:lnTo>
                    <a:pt x="1422106" y="327787"/>
                  </a:lnTo>
                  <a:lnTo>
                    <a:pt x="1431850" y="323761"/>
                  </a:lnTo>
                  <a:lnTo>
                    <a:pt x="1441594" y="319611"/>
                  </a:lnTo>
                  <a:lnTo>
                    <a:pt x="1451323" y="315343"/>
                  </a:lnTo>
                  <a:lnTo>
                    <a:pt x="1461067" y="310958"/>
                  </a:lnTo>
                  <a:lnTo>
                    <a:pt x="1470811" y="306465"/>
                  </a:lnTo>
                  <a:lnTo>
                    <a:pt x="1480555" y="301865"/>
                  </a:lnTo>
                  <a:lnTo>
                    <a:pt x="1490284" y="297163"/>
                  </a:lnTo>
                  <a:lnTo>
                    <a:pt x="1500028" y="292366"/>
                  </a:lnTo>
                  <a:lnTo>
                    <a:pt x="1509772" y="287476"/>
                  </a:lnTo>
                  <a:lnTo>
                    <a:pt x="1519516" y="282498"/>
                  </a:lnTo>
                  <a:lnTo>
                    <a:pt x="1529245" y="277438"/>
                  </a:lnTo>
                  <a:lnTo>
                    <a:pt x="1538989" y="272303"/>
                  </a:lnTo>
                  <a:lnTo>
                    <a:pt x="1548733" y="267096"/>
                  </a:lnTo>
                  <a:lnTo>
                    <a:pt x="1558477" y="261820"/>
                  </a:lnTo>
                  <a:lnTo>
                    <a:pt x="1568221" y="256483"/>
                  </a:lnTo>
                  <a:lnTo>
                    <a:pt x="1577950" y="251091"/>
                  </a:lnTo>
                  <a:lnTo>
                    <a:pt x="1587694" y="245647"/>
                  </a:lnTo>
                  <a:lnTo>
                    <a:pt x="1597438" y="240158"/>
                  </a:lnTo>
                  <a:lnTo>
                    <a:pt x="1607182" y="234628"/>
                  </a:lnTo>
                  <a:lnTo>
                    <a:pt x="1616911" y="229061"/>
                  </a:lnTo>
                  <a:lnTo>
                    <a:pt x="1626655" y="223465"/>
                  </a:lnTo>
                  <a:lnTo>
                    <a:pt x="1636399" y="217845"/>
                  </a:lnTo>
                  <a:lnTo>
                    <a:pt x="1646142" y="212205"/>
                  </a:lnTo>
                  <a:lnTo>
                    <a:pt x="1655872" y="206551"/>
                  </a:lnTo>
                  <a:lnTo>
                    <a:pt x="1665616" y="200886"/>
                  </a:lnTo>
                  <a:lnTo>
                    <a:pt x="1675359" y="195217"/>
                  </a:lnTo>
                  <a:lnTo>
                    <a:pt x="1685103" y="189549"/>
                  </a:lnTo>
                  <a:lnTo>
                    <a:pt x="1694832" y="183886"/>
                  </a:lnTo>
                  <a:lnTo>
                    <a:pt x="1704576" y="178235"/>
                  </a:lnTo>
                  <a:lnTo>
                    <a:pt x="1714320" y="172599"/>
                  </a:lnTo>
                  <a:lnTo>
                    <a:pt x="1724064" y="166983"/>
                  </a:lnTo>
                  <a:lnTo>
                    <a:pt x="1733808" y="161392"/>
                  </a:lnTo>
                  <a:lnTo>
                    <a:pt x="1743537" y="155831"/>
                  </a:lnTo>
                  <a:lnTo>
                    <a:pt x="1753281" y="150304"/>
                  </a:lnTo>
                  <a:lnTo>
                    <a:pt x="1763025" y="144817"/>
                  </a:lnTo>
                  <a:lnTo>
                    <a:pt x="1772769" y="139374"/>
                  </a:lnTo>
                  <a:lnTo>
                    <a:pt x="1782498" y="133978"/>
                  </a:lnTo>
                  <a:lnTo>
                    <a:pt x="1792242" y="128635"/>
                  </a:lnTo>
                  <a:lnTo>
                    <a:pt x="1801986" y="123349"/>
                  </a:lnTo>
                  <a:lnTo>
                    <a:pt x="1811730" y="118124"/>
                  </a:lnTo>
                  <a:lnTo>
                    <a:pt x="1821459" y="112964"/>
                  </a:lnTo>
                  <a:lnTo>
                    <a:pt x="1831203" y="107875"/>
                  </a:lnTo>
                  <a:lnTo>
                    <a:pt x="1840947" y="102860"/>
                  </a:lnTo>
                  <a:lnTo>
                    <a:pt x="1850691" y="97922"/>
                  </a:lnTo>
                  <a:lnTo>
                    <a:pt x="1860435" y="93066"/>
                  </a:lnTo>
                  <a:lnTo>
                    <a:pt x="1870164" y="88296"/>
                  </a:lnTo>
                  <a:lnTo>
                    <a:pt x="1879908" y="83616"/>
                  </a:lnTo>
                  <a:lnTo>
                    <a:pt x="1889652" y="79030"/>
                  </a:lnTo>
                  <a:lnTo>
                    <a:pt x="1899395" y="74541"/>
                  </a:lnTo>
                  <a:lnTo>
                    <a:pt x="1909124" y="70155"/>
                  </a:lnTo>
                  <a:lnTo>
                    <a:pt x="1918868" y="65871"/>
                  </a:lnTo>
                  <a:lnTo>
                    <a:pt x="1928612" y="61697"/>
                  </a:lnTo>
                  <a:lnTo>
                    <a:pt x="1938356" y="57635"/>
                  </a:lnTo>
                  <a:lnTo>
                    <a:pt x="1948085" y="53688"/>
                  </a:lnTo>
                  <a:lnTo>
                    <a:pt x="1957829" y="49859"/>
                  </a:lnTo>
                  <a:lnTo>
                    <a:pt x="1967573" y="46153"/>
                  </a:lnTo>
                  <a:lnTo>
                    <a:pt x="1977317" y="42571"/>
                  </a:lnTo>
                  <a:lnTo>
                    <a:pt x="1987046" y="39119"/>
                  </a:lnTo>
                  <a:lnTo>
                    <a:pt x="1996790" y="35796"/>
                  </a:lnTo>
                  <a:lnTo>
                    <a:pt x="2006534" y="32608"/>
                  </a:lnTo>
                  <a:lnTo>
                    <a:pt x="2016278" y="29555"/>
                  </a:lnTo>
                  <a:lnTo>
                    <a:pt x="2026022" y="26642"/>
                  </a:lnTo>
                  <a:lnTo>
                    <a:pt x="2035751" y="23873"/>
                  </a:lnTo>
                  <a:lnTo>
                    <a:pt x="2045495" y="21244"/>
                  </a:lnTo>
                  <a:lnTo>
                    <a:pt x="2055239" y="18764"/>
                  </a:lnTo>
                  <a:lnTo>
                    <a:pt x="2064983" y="16431"/>
                  </a:lnTo>
                  <a:lnTo>
                    <a:pt x="2074712" y="14248"/>
                  </a:lnTo>
                  <a:lnTo>
                    <a:pt x="2084456" y="12217"/>
                  </a:lnTo>
                  <a:lnTo>
                    <a:pt x="2094200" y="10340"/>
                  </a:lnTo>
                  <a:lnTo>
                    <a:pt x="2103944" y="8616"/>
                  </a:lnTo>
                  <a:lnTo>
                    <a:pt x="2113673" y="7047"/>
                  </a:lnTo>
                  <a:lnTo>
                    <a:pt x="2123417" y="5636"/>
                  </a:lnTo>
                  <a:lnTo>
                    <a:pt x="2133161" y="4382"/>
                  </a:lnTo>
                  <a:lnTo>
                    <a:pt x="2142905" y="3284"/>
                  </a:lnTo>
                  <a:lnTo>
                    <a:pt x="2152649" y="2345"/>
                  </a:lnTo>
                  <a:lnTo>
                    <a:pt x="2162377" y="1563"/>
                  </a:lnTo>
                  <a:lnTo>
                    <a:pt x="2172121" y="939"/>
                  </a:lnTo>
                  <a:lnTo>
                    <a:pt x="2181865" y="471"/>
                  </a:lnTo>
                  <a:lnTo>
                    <a:pt x="2191609" y="159"/>
                  </a:lnTo>
                  <a:lnTo>
                    <a:pt x="2201338" y="3"/>
                  </a:lnTo>
                  <a:lnTo>
                    <a:pt x="2211082" y="0"/>
                  </a:lnTo>
                  <a:lnTo>
                    <a:pt x="2220826" y="147"/>
                  </a:lnTo>
                  <a:lnTo>
                    <a:pt x="2230570" y="447"/>
                  </a:lnTo>
                  <a:lnTo>
                    <a:pt x="2240299" y="894"/>
                  </a:lnTo>
                  <a:lnTo>
                    <a:pt x="2250043" y="1485"/>
                  </a:lnTo>
                  <a:lnTo>
                    <a:pt x="2259787" y="2220"/>
                  </a:lnTo>
                  <a:lnTo>
                    <a:pt x="2269531" y="3095"/>
                  </a:lnTo>
                  <a:lnTo>
                    <a:pt x="2279260" y="4105"/>
                  </a:lnTo>
                  <a:lnTo>
                    <a:pt x="2289004" y="5247"/>
                  </a:lnTo>
                  <a:lnTo>
                    <a:pt x="2298748" y="6518"/>
                  </a:lnTo>
                  <a:lnTo>
                    <a:pt x="2308492" y="7914"/>
                  </a:lnTo>
                  <a:lnTo>
                    <a:pt x="2318236" y="9430"/>
                  </a:lnTo>
                  <a:lnTo>
                    <a:pt x="2327965" y="11061"/>
                  </a:lnTo>
                  <a:lnTo>
                    <a:pt x="2337709" y="12803"/>
                  </a:lnTo>
                  <a:lnTo>
                    <a:pt x="2347453" y="14649"/>
                  </a:lnTo>
                  <a:lnTo>
                    <a:pt x="2357197" y="16594"/>
                  </a:lnTo>
                  <a:lnTo>
                    <a:pt x="2366926" y="18634"/>
                  </a:lnTo>
                  <a:lnTo>
                    <a:pt x="2376670" y="20762"/>
                  </a:lnTo>
                  <a:lnTo>
                    <a:pt x="2386413" y="22971"/>
                  </a:lnTo>
                  <a:lnTo>
                    <a:pt x="2396157" y="25255"/>
                  </a:lnTo>
                  <a:lnTo>
                    <a:pt x="2405886" y="27609"/>
                  </a:lnTo>
                  <a:lnTo>
                    <a:pt x="2415630" y="30024"/>
                  </a:lnTo>
                  <a:lnTo>
                    <a:pt x="2425374" y="32495"/>
                  </a:lnTo>
                  <a:lnTo>
                    <a:pt x="2435118" y="35013"/>
                  </a:lnTo>
                  <a:lnTo>
                    <a:pt x="2444862" y="37572"/>
                  </a:lnTo>
                  <a:lnTo>
                    <a:pt x="2454591" y="40166"/>
                  </a:lnTo>
                  <a:lnTo>
                    <a:pt x="2464335" y="42785"/>
                  </a:lnTo>
                  <a:lnTo>
                    <a:pt x="2474079" y="45424"/>
                  </a:lnTo>
                  <a:lnTo>
                    <a:pt x="2483823" y="48074"/>
                  </a:lnTo>
                  <a:lnTo>
                    <a:pt x="2493552" y="50728"/>
                  </a:lnTo>
                  <a:lnTo>
                    <a:pt x="2503296" y="53379"/>
                  </a:lnTo>
                  <a:lnTo>
                    <a:pt x="2513040" y="56017"/>
                  </a:lnTo>
                  <a:lnTo>
                    <a:pt x="2522784" y="58639"/>
                  </a:lnTo>
                  <a:lnTo>
                    <a:pt x="2532513" y="61233"/>
                  </a:lnTo>
                  <a:lnTo>
                    <a:pt x="2542257" y="63796"/>
                  </a:lnTo>
                  <a:lnTo>
                    <a:pt x="2552001" y="66317"/>
                  </a:lnTo>
                  <a:lnTo>
                    <a:pt x="2561745" y="68790"/>
                  </a:lnTo>
                  <a:lnTo>
                    <a:pt x="2571474" y="71208"/>
                  </a:lnTo>
                  <a:lnTo>
                    <a:pt x="2581218" y="73565"/>
                  </a:lnTo>
                  <a:lnTo>
                    <a:pt x="2590962" y="75852"/>
                  </a:lnTo>
                  <a:lnTo>
                    <a:pt x="2600705" y="78066"/>
                  </a:lnTo>
                  <a:lnTo>
                    <a:pt x="2610449" y="80197"/>
                  </a:lnTo>
                  <a:lnTo>
                    <a:pt x="2620178" y="82241"/>
                  </a:lnTo>
                  <a:lnTo>
                    <a:pt x="2629922" y="84191"/>
                  </a:lnTo>
                  <a:lnTo>
                    <a:pt x="2639666" y="86043"/>
                  </a:lnTo>
                  <a:lnTo>
                    <a:pt x="2649410" y="87791"/>
                  </a:lnTo>
                  <a:lnTo>
                    <a:pt x="2659139" y="89428"/>
                  </a:lnTo>
                  <a:lnTo>
                    <a:pt x="2668883" y="90951"/>
                  </a:lnTo>
                  <a:lnTo>
                    <a:pt x="2678627" y="92356"/>
                  </a:lnTo>
                  <a:lnTo>
                    <a:pt x="2688371" y="93637"/>
                  </a:lnTo>
                  <a:lnTo>
                    <a:pt x="2698100" y="94792"/>
                  </a:lnTo>
                  <a:lnTo>
                    <a:pt x="2707844" y="95817"/>
                  </a:lnTo>
                  <a:lnTo>
                    <a:pt x="2717588" y="96709"/>
                  </a:lnTo>
                  <a:lnTo>
                    <a:pt x="2727332" y="97465"/>
                  </a:lnTo>
                  <a:lnTo>
                    <a:pt x="2737076" y="98081"/>
                  </a:lnTo>
                  <a:lnTo>
                    <a:pt x="2746805" y="98558"/>
                  </a:lnTo>
                  <a:lnTo>
                    <a:pt x="2756549" y="98893"/>
                  </a:lnTo>
                  <a:lnTo>
                    <a:pt x="2766293" y="99086"/>
                  </a:lnTo>
                  <a:lnTo>
                    <a:pt x="2776037" y="99133"/>
                  </a:lnTo>
                  <a:lnTo>
                    <a:pt x="2785766" y="99036"/>
                  </a:lnTo>
                  <a:lnTo>
                    <a:pt x="2795510" y="98795"/>
                  </a:lnTo>
                  <a:lnTo>
                    <a:pt x="2805254" y="98411"/>
                  </a:lnTo>
                  <a:lnTo>
                    <a:pt x="2814998" y="97883"/>
                  </a:lnTo>
                  <a:lnTo>
                    <a:pt x="2824727" y="97213"/>
                  </a:lnTo>
                  <a:lnTo>
                    <a:pt x="2834471" y="96402"/>
                  </a:lnTo>
                  <a:lnTo>
                    <a:pt x="2844215" y="95453"/>
                  </a:lnTo>
                  <a:lnTo>
                    <a:pt x="2853958" y="94367"/>
                  </a:lnTo>
                  <a:lnTo>
                    <a:pt x="2863687" y="93147"/>
                  </a:lnTo>
                  <a:lnTo>
                    <a:pt x="2873431" y="91797"/>
                  </a:lnTo>
                  <a:lnTo>
                    <a:pt x="2883175" y="90321"/>
                  </a:lnTo>
                  <a:lnTo>
                    <a:pt x="2892919" y="88719"/>
                  </a:lnTo>
                  <a:lnTo>
                    <a:pt x="2902663" y="86998"/>
                  </a:lnTo>
                  <a:lnTo>
                    <a:pt x="2912392" y="8516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3" name="Freeform 862">
              <a:extLst>
                <a:ext uri="{FF2B5EF4-FFF2-40B4-BE49-F238E27FC236}">
                  <a16:creationId xmlns:a16="http://schemas.microsoft.com/office/drawing/2014/main" id="{E1BE080A-928E-2BA5-4AC8-93B252A6EAF7}"/>
                </a:ext>
              </a:extLst>
            </p:cNvPr>
            <p:cNvSpPr/>
            <p:nvPr/>
          </p:nvSpPr>
          <p:spPr>
            <a:xfrm>
              <a:off x="576446" y="3135235"/>
              <a:ext cx="2912392" cy="291233"/>
            </a:xfrm>
            <a:custGeom>
              <a:avLst/>
              <a:gdLst>
                <a:gd name="connsiteX0" fmla="*/ 0 w 2912392"/>
                <a:gd name="connsiteY0" fmla="*/ 129277 h 291233"/>
                <a:gd name="connsiteX1" fmla="*/ 9739 w 2912392"/>
                <a:gd name="connsiteY1" fmla="*/ 122711 h 291233"/>
                <a:gd name="connsiteX2" fmla="*/ 19480 w 2912392"/>
                <a:gd name="connsiteY2" fmla="*/ 116191 h 291233"/>
                <a:gd name="connsiteX3" fmla="*/ 29221 w 2912392"/>
                <a:gd name="connsiteY3" fmla="*/ 109732 h 291233"/>
                <a:gd name="connsiteX4" fmla="*/ 38961 w 2912392"/>
                <a:gd name="connsiteY4" fmla="*/ 103348 h 291233"/>
                <a:gd name="connsiteX5" fmla="*/ 48702 w 2912392"/>
                <a:gd name="connsiteY5" fmla="*/ 97050 h 291233"/>
                <a:gd name="connsiteX6" fmla="*/ 58443 w 2912392"/>
                <a:gd name="connsiteY6" fmla="*/ 90853 h 291233"/>
                <a:gd name="connsiteX7" fmla="*/ 68182 w 2912392"/>
                <a:gd name="connsiteY7" fmla="*/ 84768 h 291233"/>
                <a:gd name="connsiteX8" fmla="*/ 77923 w 2912392"/>
                <a:gd name="connsiteY8" fmla="*/ 78808 h 291233"/>
                <a:gd name="connsiteX9" fmla="*/ 87664 w 2912392"/>
                <a:gd name="connsiteY9" fmla="*/ 72987 h 291233"/>
                <a:gd name="connsiteX10" fmla="*/ 97404 w 2912392"/>
                <a:gd name="connsiteY10" fmla="*/ 67315 h 291233"/>
                <a:gd name="connsiteX11" fmla="*/ 107145 w 2912392"/>
                <a:gd name="connsiteY11" fmla="*/ 61805 h 291233"/>
                <a:gd name="connsiteX12" fmla="*/ 116886 w 2912392"/>
                <a:gd name="connsiteY12" fmla="*/ 56469 h 291233"/>
                <a:gd name="connsiteX13" fmla="*/ 126625 w 2912392"/>
                <a:gd name="connsiteY13" fmla="*/ 51318 h 291233"/>
                <a:gd name="connsiteX14" fmla="*/ 136366 w 2912392"/>
                <a:gd name="connsiteY14" fmla="*/ 46363 h 291233"/>
                <a:gd name="connsiteX15" fmla="*/ 146107 w 2912392"/>
                <a:gd name="connsiteY15" fmla="*/ 41613 h 291233"/>
                <a:gd name="connsiteX16" fmla="*/ 155846 w 2912392"/>
                <a:gd name="connsiteY16" fmla="*/ 37079 h 291233"/>
                <a:gd name="connsiteX17" fmla="*/ 165587 w 2912392"/>
                <a:gd name="connsiteY17" fmla="*/ 32770 h 291233"/>
                <a:gd name="connsiteX18" fmla="*/ 175328 w 2912392"/>
                <a:gd name="connsiteY18" fmla="*/ 28697 h 291233"/>
                <a:gd name="connsiteX19" fmla="*/ 185068 w 2912392"/>
                <a:gd name="connsiteY19" fmla="*/ 24866 h 291233"/>
                <a:gd name="connsiteX20" fmla="*/ 194809 w 2912392"/>
                <a:gd name="connsiteY20" fmla="*/ 21288 h 291233"/>
                <a:gd name="connsiteX21" fmla="*/ 204550 w 2912392"/>
                <a:gd name="connsiteY21" fmla="*/ 17967 h 291233"/>
                <a:gd name="connsiteX22" fmla="*/ 214289 w 2912392"/>
                <a:gd name="connsiteY22" fmla="*/ 14911 h 291233"/>
                <a:gd name="connsiteX23" fmla="*/ 224030 w 2912392"/>
                <a:gd name="connsiteY23" fmla="*/ 12128 h 291233"/>
                <a:gd name="connsiteX24" fmla="*/ 233771 w 2912392"/>
                <a:gd name="connsiteY24" fmla="*/ 9620 h 291233"/>
                <a:gd name="connsiteX25" fmla="*/ 243510 w 2912392"/>
                <a:gd name="connsiteY25" fmla="*/ 7396 h 291233"/>
                <a:gd name="connsiteX26" fmla="*/ 253251 w 2912392"/>
                <a:gd name="connsiteY26" fmla="*/ 5457 h 291233"/>
                <a:gd name="connsiteX27" fmla="*/ 262992 w 2912392"/>
                <a:gd name="connsiteY27" fmla="*/ 3810 h 291233"/>
                <a:gd name="connsiteX28" fmla="*/ 272732 w 2912392"/>
                <a:gd name="connsiteY28" fmla="*/ 2454 h 291233"/>
                <a:gd name="connsiteX29" fmla="*/ 282473 w 2912392"/>
                <a:gd name="connsiteY29" fmla="*/ 1395 h 291233"/>
                <a:gd name="connsiteX30" fmla="*/ 292214 w 2912392"/>
                <a:gd name="connsiteY30" fmla="*/ 630 h 291233"/>
                <a:gd name="connsiteX31" fmla="*/ 301953 w 2912392"/>
                <a:gd name="connsiteY31" fmla="*/ 165 h 291233"/>
                <a:gd name="connsiteX32" fmla="*/ 311694 w 2912392"/>
                <a:gd name="connsiteY32" fmla="*/ 0 h 291233"/>
                <a:gd name="connsiteX33" fmla="*/ 321435 w 2912392"/>
                <a:gd name="connsiteY33" fmla="*/ 131 h 291233"/>
                <a:gd name="connsiteX34" fmla="*/ 331175 w 2912392"/>
                <a:gd name="connsiteY34" fmla="*/ 559 h 291233"/>
                <a:gd name="connsiteX35" fmla="*/ 340916 w 2912392"/>
                <a:gd name="connsiteY35" fmla="*/ 1283 h 291233"/>
                <a:gd name="connsiteX36" fmla="*/ 350656 w 2912392"/>
                <a:gd name="connsiteY36" fmla="*/ 2299 h 291233"/>
                <a:gd name="connsiteX37" fmla="*/ 360396 w 2912392"/>
                <a:gd name="connsiteY37" fmla="*/ 3606 h 291233"/>
                <a:gd name="connsiteX38" fmla="*/ 370137 w 2912392"/>
                <a:gd name="connsiteY38" fmla="*/ 5198 h 291233"/>
                <a:gd name="connsiteX39" fmla="*/ 379878 w 2912392"/>
                <a:gd name="connsiteY39" fmla="*/ 7074 h 291233"/>
                <a:gd name="connsiteX40" fmla="*/ 389617 w 2912392"/>
                <a:gd name="connsiteY40" fmla="*/ 9227 h 291233"/>
                <a:gd name="connsiteX41" fmla="*/ 399358 w 2912392"/>
                <a:gd name="connsiteY41" fmla="*/ 11652 h 291233"/>
                <a:gd name="connsiteX42" fmla="*/ 409099 w 2912392"/>
                <a:gd name="connsiteY42" fmla="*/ 14345 h 291233"/>
                <a:gd name="connsiteX43" fmla="*/ 418839 w 2912392"/>
                <a:gd name="connsiteY43" fmla="*/ 17296 h 291233"/>
                <a:gd name="connsiteX44" fmla="*/ 428580 w 2912392"/>
                <a:gd name="connsiteY44" fmla="*/ 20502 h 291233"/>
                <a:gd name="connsiteX45" fmla="*/ 438321 w 2912392"/>
                <a:gd name="connsiteY45" fmla="*/ 23953 h 291233"/>
                <a:gd name="connsiteX46" fmla="*/ 448060 w 2912392"/>
                <a:gd name="connsiteY46" fmla="*/ 27641 h 291233"/>
                <a:gd name="connsiteX47" fmla="*/ 457801 w 2912392"/>
                <a:gd name="connsiteY47" fmla="*/ 31559 h 291233"/>
                <a:gd name="connsiteX48" fmla="*/ 467542 w 2912392"/>
                <a:gd name="connsiteY48" fmla="*/ 35698 h 291233"/>
                <a:gd name="connsiteX49" fmla="*/ 477281 w 2912392"/>
                <a:gd name="connsiteY49" fmla="*/ 40048 h 291233"/>
                <a:gd name="connsiteX50" fmla="*/ 487022 w 2912392"/>
                <a:gd name="connsiteY50" fmla="*/ 44602 h 291233"/>
                <a:gd name="connsiteX51" fmla="*/ 496763 w 2912392"/>
                <a:gd name="connsiteY51" fmla="*/ 49345 h 291233"/>
                <a:gd name="connsiteX52" fmla="*/ 506503 w 2912392"/>
                <a:gd name="connsiteY52" fmla="*/ 54274 h 291233"/>
                <a:gd name="connsiteX53" fmla="*/ 516244 w 2912392"/>
                <a:gd name="connsiteY53" fmla="*/ 59372 h 291233"/>
                <a:gd name="connsiteX54" fmla="*/ 525985 w 2912392"/>
                <a:gd name="connsiteY54" fmla="*/ 64632 h 291233"/>
                <a:gd name="connsiteX55" fmla="*/ 535724 w 2912392"/>
                <a:gd name="connsiteY55" fmla="*/ 70042 h 291233"/>
                <a:gd name="connsiteX56" fmla="*/ 545465 w 2912392"/>
                <a:gd name="connsiteY56" fmla="*/ 75591 h 291233"/>
                <a:gd name="connsiteX57" fmla="*/ 555206 w 2912392"/>
                <a:gd name="connsiteY57" fmla="*/ 81268 h 291233"/>
                <a:gd name="connsiteX58" fmla="*/ 564946 w 2912392"/>
                <a:gd name="connsiteY58" fmla="*/ 87059 h 291233"/>
                <a:gd name="connsiteX59" fmla="*/ 574687 w 2912392"/>
                <a:gd name="connsiteY59" fmla="*/ 92956 h 291233"/>
                <a:gd name="connsiteX60" fmla="*/ 584428 w 2912392"/>
                <a:gd name="connsiteY60" fmla="*/ 98946 h 291233"/>
                <a:gd name="connsiteX61" fmla="*/ 594167 w 2912392"/>
                <a:gd name="connsiteY61" fmla="*/ 105015 h 291233"/>
                <a:gd name="connsiteX62" fmla="*/ 603908 w 2912392"/>
                <a:gd name="connsiteY62" fmla="*/ 111155 h 291233"/>
                <a:gd name="connsiteX63" fmla="*/ 613649 w 2912392"/>
                <a:gd name="connsiteY63" fmla="*/ 117350 h 291233"/>
                <a:gd name="connsiteX64" fmla="*/ 623388 w 2912392"/>
                <a:gd name="connsiteY64" fmla="*/ 123592 h 291233"/>
                <a:gd name="connsiteX65" fmla="*/ 633129 w 2912392"/>
                <a:gd name="connsiteY65" fmla="*/ 129865 h 291233"/>
                <a:gd name="connsiteX66" fmla="*/ 642870 w 2912392"/>
                <a:gd name="connsiteY66" fmla="*/ 136160 h 291233"/>
                <a:gd name="connsiteX67" fmla="*/ 652610 w 2912392"/>
                <a:gd name="connsiteY67" fmla="*/ 142464 h 291233"/>
                <a:gd name="connsiteX68" fmla="*/ 662351 w 2912392"/>
                <a:gd name="connsiteY68" fmla="*/ 148765 h 291233"/>
                <a:gd name="connsiteX69" fmla="*/ 672092 w 2912392"/>
                <a:gd name="connsiteY69" fmla="*/ 155052 h 291233"/>
                <a:gd name="connsiteX70" fmla="*/ 681831 w 2912392"/>
                <a:gd name="connsiteY70" fmla="*/ 161311 h 291233"/>
                <a:gd name="connsiteX71" fmla="*/ 691572 w 2912392"/>
                <a:gd name="connsiteY71" fmla="*/ 167535 h 291233"/>
                <a:gd name="connsiteX72" fmla="*/ 701313 w 2912392"/>
                <a:gd name="connsiteY72" fmla="*/ 173709 h 291233"/>
                <a:gd name="connsiteX73" fmla="*/ 711052 w 2912392"/>
                <a:gd name="connsiteY73" fmla="*/ 179822 h 291233"/>
                <a:gd name="connsiteX74" fmla="*/ 720793 w 2912392"/>
                <a:gd name="connsiteY74" fmla="*/ 185865 h 291233"/>
                <a:gd name="connsiteX75" fmla="*/ 730534 w 2912392"/>
                <a:gd name="connsiteY75" fmla="*/ 191826 h 291233"/>
                <a:gd name="connsiteX76" fmla="*/ 740274 w 2912392"/>
                <a:gd name="connsiteY76" fmla="*/ 197693 h 291233"/>
                <a:gd name="connsiteX77" fmla="*/ 750015 w 2912392"/>
                <a:gd name="connsiteY77" fmla="*/ 203459 h 291233"/>
                <a:gd name="connsiteX78" fmla="*/ 759756 w 2912392"/>
                <a:gd name="connsiteY78" fmla="*/ 209110 h 291233"/>
                <a:gd name="connsiteX79" fmla="*/ 769495 w 2912392"/>
                <a:gd name="connsiteY79" fmla="*/ 214639 h 291233"/>
                <a:gd name="connsiteX80" fmla="*/ 779236 w 2912392"/>
                <a:gd name="connsiteY80" fmla="*/ 220037 h 291233"/>
                <a:gd name="connsiteX81" fmla="*/ 788977 w 2912392"/>
                <a:gd name="connsiteY81" fmla="*/ 225292 h 291233"/>
                <a:gd name="connsiteX82" fmla="*/ 798717 w 2912392"/>
                <a:gd name="connsiteY82" fmla="*/ 230395 h 291233"/>
                <a:gd name="connsiteX83" fmla="*/ 808458 w 2912392"/>
                <a:gd name="connsiteY83" fmla="*/ 235340 h 291233"/>
                <a:gd name="connsiteX84" fmla="*/ 818199 w 2912392"/>
                <a:gd name="connsiteY84" fmla="*/ 240118 h 291233"/>
                <a:gd name="connsiteX85" fmla="*/ 827938 w 2912392"/>
                <a:gd name="connsiteY85" fmla="*/ 244719 h 291233"/>
                <a:gd name="connsiteX86" fmla="*/ 837679 w 2912392"/>
                <a:gd name="connsiteY86" fmla="*/ 249138 h 291233"/>
                <a:gd name="connsiteX87" fmla="*/ 847420 w 2912392"/>
                <a:gd name="connsiteY87" fmla="*/ 253365 h 291233"/>
                <a:gd name="connsiteX88" fmla="*/ 857159 w 2912392"/>
                <a:gd name="connsiteY88" fmla="*/ 257396 h 291233"/>
                <a:gd name="connsiteX89" fmla="*/ 866900 w 2912392"/>
                <a:gd name="connsiteY89" fmla="*/ 261222 h 291233"/>
                <a:gd name="connsiteX90" fmla="*/ 876641 w 2912392"/>
                <a:gd name="connsiteY90" fmla="*/ 264840 h 291233"/>
                <a:gd name="connsiteX91" fmla="*/ 886381 w 2912392"/>
                <a:gd name="connsiteY91" fmla="*/ 268241 h 291233"/>
                <a:gd name="connsiteX92" fmla="*/ 896122 w 2912392"/>
                <a:gd name="connsiteY92" fmla="*/ 271424 h 291233"/>
                <a:gd name="connsiteX93" fmla="*/ 905863 w 2912392"/>
                <a:gd name="connsiteY93" fmla="*/ 274380 h 291233"/>
                <a:gd name="connsiteX94" fmla="*/ 915602 w 2912392"/>
                <a:gd name="connsiteY94" fmla="*/ 277106 h 291233"/>
                <a:gd name="connsiteX95" fmla="*/ 925343 w 2912392"/>
                <a:gd name="connsiteY95" fmla="*/ 279600 h 291233"/>
                <a:gd name="connsiteX96" fmla="*/ 935084 w 2912392"/>
                <a:gd name="connsiteY96" fmla="*/ 281857 h 291233"/>
                <a:gd name="connsiteX97" fmla="*/ 944824 w 2912392"/>
                <a:gd name="connsiteY97" fmla="*/ 283875 h 291233"/>
                <a:gd name="connsiteX98" fmla="*/ 954564 w 2912392"/>
                <a:gd name="connsiteY98" fmla="*/ 285651 h 291233"/>
                <a:gd name="connsiteX99" fmla="*/ 964305 w 2912392"/>
                <a:gd name="connsiteY99" fmla="*/ 287184 h 291233"/>
                <a:gd name="connsiteX100" fmla="*/ 974045 w 2912392"/>
                <a:gd name="connsiteY100" fmla="*/ 288473 h 291233"/>
                <a:gd name="connsiteX101" fmla="*/ 983786 w 2912392"/>
                <a:gd name="connsiteY101" fmla="*/ 289516 h 291233"/>
                <a:gd name="connsiteX102" fmla="*/ 993522 w 2912392"/>
                <a:gd name="connsiteY102" fmla="*/ 290313 h 291233"/>
                <a:gd name="connsiteX103" fmla="*/ 1003266 w 2912392"/>
                <a:gd name="connsiteY103" fmla="*/ 290864 h 291233"/>
                <a:gd name="connsiteX104" fmla="*/ 1013010 w 2912392"/>
                <a:gd name="connsiteY104" fmla="*/ 291171 h 291233"/>
                <a:gd name="connsiteX105" fmla="*/ 1022754 w 2912392"/>
                <a:gd name="connsiteY105" fmla="*/ 291233 h 291233"/>
                <a:gd name="connsiteX106" fmla="*/ 1032483 w 2912392"/>
                <a:gd name="connsiteY106" fmla="*/ 291056 h 291233"/>
                <a:gd name="connsiteX107" fmla="*/ 1042227 w 2912392"/>
                <a:gd name="connsiteY107" fmla="*/ 290639 h 291233"/>
                <a:gd name="connsiteX108" fmla="*/ 1051971 w 2912392"/>
                <a:gd name="connsiteY108" fmla="*/ 289985 h 291233"/>
                <a:gd name="connsiteX109" fmla="*/ 1061715 w 2912392"/>
                <a:gd name="connsiteY109" fmla="*/ 289098 h 291233"/>
                <a:gd name="connsiteX110" fmla="*/ 1071444 w 2912392"/>
                <a:gd name="connsiteY110" fmla="*/ 287982 h 291233"/>
                <a:gd name="connsiteX111" fmla="*/ 1081188 w 2912392"/>
                <a:gd name="connsiteY111" fmla="*/ 286643 h 291233"/>
                <a:gd name="connsiteX112" fmla="*/ 1090932 w 2912392"/>
                <a:gd name="connsiteY112" fmla="*/ 285085 h 291233"/>
                <a:gd name="connsiteX113" fmla="*/ 1100676 w 2912392"/>
                <a:gd name="connsiteY113" fmla="*/ 283310 h 291233"/>
                <a:gd name="connsiteX114" fmla="*/ 1110405 w 2912392"/>
                <a:gd name="connsiteY114" fmla="*/ 281329 h 291233"/>
                <a:gd name="connsiteX115" fmla="*/ 1120149 w 2912392"/>
                <a:gd name="connsiteY115" fmla="*/ 279146 h 291233"/>
                <a:gd name="connsiteX116" fmla="*/ 1129893 w 2912392"/>
                <a:gd name="connsiteY116" fmla="*/ 276768 h 291233"/>
                <a:gd name="connsiteX117" fmla="*/ 1139637 w 2912392"/>
                <a:gd name="connsiteY117" fmla="*/ 274202 h 291233"/>
                <a:gd name="connsiteX118" fmla="*/ 1149381 w 2912392"/>
                <a:gd name="connsiteY118" fmla="*/ 271458 h 291233"/>
                <a:gd name="connsiteX119" fmla="*/ 1159110 w 2912392"/>
                <a:gd name="connsiteY119" fmla="*/ 268541 h 291233"/>
                <a:gd name="connsiteX120" fmla="*/ 1168854 w 2912392"/>
                <a:gd name="connsiteY120" fmla="*/ 265460 h 291233"/>
                <a:gd name="connsiteX121" fmla="*/ 1178598 w 2912392"/>
                <a:gd name="connsiteY121" fmla="*/ 262227 h 291233"/>
                <a:gd name="connsiteX122" fmla="*/ 1188341 w 2912392"/>
                <a:gd name="connsiteY122" fmla="*/ 258846 h 291233"/>
                <a:gd name="connsiteX123" fmla="*/ 1198070 w 2912392"/>
                <a:gd name="connsiteY123" fmla="*/ 255331 h 291233"/>
                <a:gd name="connsiteX124" fmla="*/ 1207814 w 2912392"/>
                <a:gd name="connsiteY124" fmla="*/ 251691 h 291233"/>
                <a:gd name="connsiteX125" fmla="*/ 1217558 w 2912392"/>
                <a:gd name="connsiteY125" fmla="*/ 247935 h 291233"/>
                <a:gd name="connsiteX126" fmla="*/ 1227302 w 2912392"/>
                <a:gd name="connsiteY126" fmla="*/ 244074 h 291233"/>
                <a:gd name="connsiteX127" fmla="*/ 1237031 w 2912392"/>
                <a:gd name="connsiteY127" fmla="*/ 240116 h 291233"/>
                <a:gd name="connsiteX128" fmla="*/ 1246775 w 2912392"/>
                <a:gd name="connsiteY128" fmla="*/ 236076 h 291233"/>
                <a:gd name="connsiteX129" fmla="*/ 1256519 w 2912392"/>
                <a:gd name="connsiteY129" fmla="*/ 231962 h 291233"/>
                <a:gd name="connsiteX130" fmla="*/ 1266263 w 2912392"/>
                <a:gd name="connsiteY130" fmla="*/ 227786 h 291233"/>
                <a:gd name="connsiteX131" fmla="*/ 1276007 w 2912392"/>
                <a:gd name="connsiteY131" fmla="*/ 223558 h 291233"/>
                <a:gd name="connsiteX132" fmla="*/ 1285736 w 2912392"/>
                <a:gd name="connsiteY132" fmla="*/ 219289 h 291233"/>
                <a:gd name="connsiteX133" fmla="*/ 1295480 w 2912392"/>
                <a:gd name="connsiteY133" fmla="*/ 214991 h 291233"/>
                <a:gd name="connsiteX134" fmla="*/ 1305224 w 2912392"/>
                <a:gd name="connsiteY134" fmla="*/ 210675 h 291233"/>
                <a:gd name="connsiteX135" fmla="*/ 1314968 w 2912392"/>
                <a:gd name="connsiteY135" fmla="*/ 206349 h 291233"/>
                <a:gd name="connsiteX136" fmla="*/ 1324697 w 2912392"/>
                <a:gd name="connsiteY136" fmla="*/ 202027 h 291233"/>
                <a:gd name="connsiteX137" fmla="*/ 1334441 w 2912392"/>
                <a:gd name="connsiteY137" fmla="*/ 197720 h 291233"/>
                <a:gd name="connsiteX138" fmla="*/ 1344185 w 2912392"/>
                <a:gd name="connsiteY138" fmla="*/ 193436 h 291233"/>
                <a:gd name="connsiteX139" fmla="*/ 1353929 w 2912392"/>
                <a:gd name="connsiteY139" fmla="*/ 189186 h 291233"/>
                <a:gd name="connsiteX140" fmla="*/ 1363658 w 2912392"/>
                <a:gd name="connsiteY140" fmla="*/ 184980 h 291233"/>
                <a:gd name="connsiteX141" fmla="*/ 1373402 w 2912392"/>
                <a:gd name="connsiteY141" fmla="*/ 180827 h 291233"/>
                <a:gd name="connsiteX142" fmla="*/ 1383146 w 2912392"/>
                <a:gd name="connsiteY142" fmla="*/ 176739 h 291233"/>
                <a:gd name="connsiteX143" fmla="*/ 1392890 w 2912392"/>
                <a:gd name="connsiteY143" fmla="*/ 172722 h 291233"/>
                <a:gd name="connsiteX144" fmla="*/ 1402619 w 2912392"/>
                <a:gd name="connsiteY144" fmla="*/ 168786 h 291233"/>
                <a:gd name="connsiteX145" fmla="*/ 1412363 w 2912392"/>
                <a:gd name="connsiteY145" fmla="*/ 164939 h 291233"/>
                <a:gd name="connsiteX146" fmla="*/ 1422106 w 2912392"/>
                <a:gd name="connsiteY146" fmla="*/ 161189 h 291233"/>
                <a:gd name="connsiteX147" fmla="*/ 1431850 w 2912392"/>
                <a:gd name="connsiteY147" fmla="*/ 157543 h 291233"/>
                <a:gd name="connsiteX148" fmla="*/ 1441594 w 2912392"/>
                <a:gd name="connsiteY148" fmla="*/ 154008 h 291233"/>
                <a:gd name="connsiteX149" fmla="*/ 1451323 w 2912392"/>
                <a:gd name="connsiteY149" fmla="*/ 150588 h 291233"/>
                <a:gd name="connsiteX150" fmla="*/ 1461067 w 2912392"/>
                <a:gd name="connsiteY150" fmla="*/ 147294 h 291233"/>
                <a:gd name="connsiteX151" fmla="*/ 1470811 w 2912392"/>
                <a:gd name="connsiteY151" fmla="*/ 144127 h 291233"/>
                <a:gd name="connsiteX152" fmla="*/ 1480555 w 2912392"/>
                <a:gd name="connsiteY152" fmla="*/ 141093 h 291233"/>
                <a:gd name="connsiteX153" fmla="*/ 1490284 w 2912392"/>
                <a:gd name="connsiteY153" fmla="*/ 138197 h 291233"/>
                <a:gd name="connsiteX154" fmla="*/ 1500028 w 2912392"/>
                <a:gd name="connsiteY154" fmla="*/ 135441 h 291233"/>
                <a:gd name="connsiteX155" fmla="*/ 1509772 w 2912392"/>
                <a:gd name="connsiteY155" fmla="*/ 132827 h 291233"/>
                <a:gd name="connsiteX156" fmla="*/ 1519516 w 2912392"/>
                <a:gd name="connsiteY156" fmla="*/ 130362 h 291233"/>
                <a:gd name="connsiteX157" fmla="*/ 1529245 w 2912392"/>
                <a:gd name="connsiteY157" fmla="*/ 128043 h 291233"/>
                <a:gd name="connsiteX158" fmla="*/ 1538989 w 2912392"/>
                <a:gd name="connsiteY158" fmla="*/ 125874 h 291233"/>
                <a:gd name="connsiteX159" fmla="*/ 1548733 w 2912392"/>
                <a:gd name="connsiteY159" fmla="*/ 123854 h 291233"/>
                <a:gd name="connsiteX160" fmla="*/ 1558477 w 2912392"/>
                <a:gd name="connsiteY160" fmla="*/ 121984 h 291233"/>
                <a:gd name="connsiteX161" fmla="*/ 1568221 w 2912392"/>
                <a:gd name="connsiteY161" fmla="*/ 120263 h 291233"/>
                <a:gd name="connsiteX162" fmla="*/ 1577950 w 2912392"/>
                <a:gd name="connsiteY162" fmla="*/ 118691 h 291233"/>
                <a:gd name="connsiteX163" fmla="*/ 1587694 w 2912392"/>
                <a:gd name="connsiteY163" fmla="*/ 117265 h 291233"/>
                <a:gd name="connsiteX164" fmla="*/ 1597438 w 2912392"/>
                <a:gd name="connsiteY164" fmla="*/ 115983 h 291233"/>
                <a:gd name="connsiteX165" fmla="*/ 1607182 w 2912392"/>
                <a:gd name="connsiteY165" fmla="*/ 114843 h 291233"/>
                <a:gd name="connsiteX166" fmla="*/ 1616911 w 2912392"/>
                <a:gd name="connsiteY166" fmla="*/ 113842 h 291233"/>
                <a:gd name="connsiteX167" fmla="*/ 1626655 w 2912392"/>
                <a:gd name="connsiteY167" fmla="*/ 112973 h 291233"/>
                <a:gd name="connsiteX168" fmla="*/ 1636399 w 2912392"/>
                <a:gd name="connsiteY168" fmla="*/ 112237 h 291233"/>
                <a:gd name="connsiteX169" fmla="*/ 1646142 w 2912392"/>
                <a:gd name="connsiteY169" fmla="*/ 111626 h 291233"/>
                <a:gd name="connsiteX170" fmla="*/ 1655872 w 2912392"/>
                <a:gd name="connsiteY170" fmla="*/ 111136 h 291233"/>
                <a:gd name="connsiteX171" fmla="*/ 1665616 w 2912392"/>
                <a:gd name="connsiteY171" fmla="*/ 110762 h 291233"/>
                <a:gd name="connsiteX172" fmla="*/ 1675359 w 2912392"/>
                <a:gd name="connsiteY172" fmla="*/ 110497 h 291233"/>
                <a:gd name="connsiteX173" fmla="*/ 1685103 w 2912392"/>
                <a:gd name="connsiteY173" fmla="*/ 110336 h 291233"/>
                <a:gd name="connsiteX174" fmla="*/ 1694832 w 2912392"/>
                <a:gd name="connsiteY174" fmla="*/ 110272 h 291233"/>
                <a:gd name="connsiteX175" fmla="*/ 1704576 w 2912392"/>
                <a:gd name="connsiteY175" fmla="*/ 110300 h 291233"/>
                <a:gd name="connsiteX176" fmla="*/ 1714320 w 2912392"/>
                <a:gd name="connsiteY176" fmla="*/ 110412 h 291233"/>
                <a:gd name="connsiteX177" fmla="*/ 1724064 w 2912392"/>
                <a:gd name="connsiteY177" fmla="*/ 110601 h 291233"/>
                <a:gd name="connsiteX178" fmla="*/ 1733808 w 2912392"/>
                <a:gd name="connsiteY178" fmla="*/ 110859 h 291233"/>
                <a:gd name="connsiteX179" fmla="*/ 1743537 w 2912392"/>
                <a:gd name="connsiteY179" fmla="*/ 111181 h 291233"/>
                <a:gd name="connsiteX180" fmla="*/ 1753281 w 2912392"/>
                <a:gd name="connsiteY180" fmla="*/ 111559 h 291233"/>
                <a:gd name="connsiteX181" fmla="*/ 1763025 w 2912392"/>
                <a:gd name="connsiteY181" fmla="*/ 111984 h 291233"/>
                <a:gd name="connsiteX182" fmla="*/ 1772769 w 2912392"/>
                <a:gd name="connsiteY182" fmla="*/ 112452 h 291233"/>
                <a:gd name="connsiteX183" fmla="*/ 1782498 w 2912392"/>
                <a:gd name="connsiteY183" fmla="*/ 112951 h 291233"/>
                <a:gd name="connsiteX184" fmla="*/ 1792242 w 2912392"/>
                <a:gd name="connsiteY184" fmla="*/ 113478 h 291233"/>
                <a:gd name="connsiteX185" fmla="*/ 1801986 w 2912392"/>
                <a:gd name="connsiteY185" fmla="*/ 114023 h 291233"/>
                <a:gd name="connsiteX186" fmla="*/ 1811730 w 2912392"/>
                <a:gd name="connsiteY186" fmla="*/ 114581 h 291233"/>
                <a:gd name="connsiteX187" fmla="*/ 1821459 w 2912392"/>
                <a:gd name="connsiteY187" fmla="*/ 115144 h 291233"/>
                <a:gd name="connsiteX188" fmla="*/ 1831203 w 2912392"/>
                <a:gd name="connsiteY188" fmla="*/ 115705 h 291233"/>
                <a:gd name="connsiteX189" fmla="*/ 1840947 w 2912392"/>
                <a:gd name="connsiteY189" fmla="*/ 116260 h 291233"/>
                <a:gd name="connsiteX190" fmla="*/ 1850691 w 2912392"/>
                <a:gd name="connsiteY190" fmla="*/ 116799 h 291233"/>
                <a:gd name="connsiteX191" fmla="*/ 1860435 w 2912392"/>
                <a:gd name="connsiteY191" fmla="*/ 117318 h 291233"/>
                <a:gd name="connsiteX192" fmla="*/ 1870164 w 2912392"/>
                <a:gd name="connsiteY192" fmla="*/ 117811 h 291233"/>
                <a:gd name="connsiteX193" fmla="*/ 1879908 w 2912392"/>
                <a:gd name="connsiteY193" fmla="*/ 118273 h 291233"/>
                <a:gd name="connsiteX194" fmla="*/ 1889652 w 2912392"/>
                <a:gd name="connsiteY194" fmla="*/ 118697 h 291233"/>
                <a:gd name="connsiteX195" fmla="*/ 1899395 w 2912392"/>
                <a:gd name="connsiteY195" fmla="*/ 119082 h 291233"/>
                <a:gd name="connsiteX196" fmla="*/ 1909124 w 2912392"/>
                <a:gd name="connsiteY196" fmla="*/ 119420 h 291233"/>
                <a:gd name="connsiteX197" fmla="*/ 1918868 w 2912392"/>
                <a:gd name="connsiteY197" fmla="*/ 119709 h 291233"/>
                <a:gd name="connsiteX198" fmla="*/ 1928612 w 2912392"/>
                <a:gd name="connsiteY198" fmla="*/ 119944 h 291233"/>
                <a:gd name="connsiteX199" fmla="*/ 1938356 w 2912392"/>
                <a:gd name="connsiteY199" fmla="*/ 120122 h 291233"/>
                <a:gd name="connsiteX200" fmla="*/ 1948085 w 2912392"/>
                <a:gd name="connsiteY200" fmla="*/ 120241 h 291233"/>
                <a:gd name="connsiteX201" fmla="*/ 1957829 w 2912392"/>
                <a:gd name="connsiteY201" fmla="*/ 120299 h 291233"/>
                <a:gd name="connsiteX202" fmla="*/ 1967573 w 2912392"/>
                <a:gd name="connsiteY202" fmla="*/ 120291 h 291233"/>
                <a:gd name="connsiteX203" fmla="*/ 1977317 w 2912392"/>
                <a:gd name="connsiteY203" fmla="*/ 120218 h 291233"/>
                <a:gd name="connsiteX204" fmla="*/ 1987046 w 2912392"/>
                <a:gd name="connsiteY204" fmla="*/ 120078 h 291233"/>
                <a:gd name="connsiteX205" fmla="*/ 1996790 w 2912392"/>
                <a:gd name="connsiteY205" fmla="*/ 119870 h 291233"/>
                <a:gd name="connsiteX206" fmla="*/ 2006534 w 2912392"/>
                <a:gd name="connsiteY206" fmla="*/ 119593 h 291233"/>
                <a:gd name="connsiteX207" fmla="*/ 2016278 w 2912392"/>
                <a:gd name="connsiteY207" fmla="*/ 119247 h 291233"/>
                <a:gd name="connsiteX208" fmla="*/ 2026022 w 2912392"/>
                <a:gd name="connsiteY208" fmla="*/ 118833 h 291233"/>
                <a:gd name="connsiteX209" fmla="*/ 2035751 w 2912392"/>
                <a:gd name="connsiteY209" fmla="*/ 118352 h 291233"/>
                <a:gd name="connsiteX210" fmla="*/ 2045495 w 2912392"/>
                <a:gd name="connsiteY210" fmla="*/ 117802 h 291233"/>
                <a:gd name="connsiteX211" fmla="*/ 2055239 w 2912392"/>
                <a:gd name="connsiteY211" fmla="*/ 117186 h 291233"/>
                <a:gd name="connsiteX212" fmla="*/ 2064983 w 2912392"/>
                <a:gd name="connsiteY212" fmla="*/ 116507 h 291233"/>
                <a:gd name="connsiteX213" fmla="*/ 2074712 w 2912392"/>
                <a:gd name="connsiteY213" fmla="*/ 115765 h 291233"/>
                <a:gd name="connsiteX214" fmla="*/ 2084456 w 2912392"/>
                <a:gd name="connsiteY214" fmla="*/ 114962 h 291233"/>
                <a:gd name="connsiteX215" fmla="*/ 2094200 w 2912392"/>
                <a:gd name="connsiteY215" fmla="*/ 114102 h 291233"/>
                <a:gd name="connsiteX216" fmla="*/ 2103944 w 2912392"/>
                <a:gd name="connsiteY216" fmla="*/ 113186 h 291233"/>
                <a:gd name="connsiteX217" fmla="*/ 2113673 w 2912392"/>
                <a:gd name="connsiteY217" fmla="*/ 112218 h 291233"/>
                <a:gd name="connsiteX218" fmla="*/ 2123417 w 2912392"/>
                <a:gd name="connsiteY218" fmla="*/ 111200 h 291233"/>
                <a:gd name="connsiteX219" fmla="*/ 2133161 w 2912392"/>
                <a:gd name="connsiteY219" fmla="*/ 110135 h 291233"/>
                <a:gd name="connsiteX220" fmla="*/ 2142905 w 2912392"/>
                <a:gd name="connsiteY220" fmla="*/ 109028 h 291233"/>
                <a:gd name="connsiteX221" fmla="*/ 2152649 w 2912392"/>
                <a:gd name="connsiteY221" fmla="*/ 107881 h 291233"/>
                <a:gd name="connsiteX222" fmla="*/ 2162377 w 2912392"/>
                <a:gd name="connsiteY222" fmla="*/ 106698 h 291233"/>
                <a:gd name="connsiteX223" fmla="*/ 2172121 w 2912392"/>
                <a:gd name="connsiteY223" fmla="*/ 105482 h 291233"/>
                <a:gd name="connsiteX224" fmla="*/ 2181865 w 2912392"/>
                <a:gd name="connsiteY224" fmla="*/ 104238 h 291233"/>
                <a:gd name="connsiteX225" fmla="*/ 2191609 w 2912392"/>
                <a:gd name="connsiteY225" fmla="*/ 102970 h 291233"/>
                <a:gd name="connsiteX226" fmla="*/ 2201338 w 2912392"/>
                <a:gd name="connsiteY226" fmla="*/ 101680 h 291233"/>
                <a:gd name="connsiteX227" fmla="*/ 2211082 w 2912392"/>
                <a:gd name="connsiteY227" fmla="*/ 100373 h 291233"/>
                <a:gd name="connsiteX228" fmla="*/ 2220826 w 2912392"/>
                <a:gd name="connsiteY228" fmla="*/ 99051 h 291233"/>
                <a:gd name="connsiteX229" fmla="*/ 2230570 w 2912392"/>
                <a:gd name="connsiteY229" fmla="*/ 97722 h 291233"/>
                <a:gd name="connsiteX230" fmla="*/ 2240299 w 2912392"/>
                <a:gd name="connsiteY230" fmla="*/ 96386 h 291233"/>
                <a:gd name="connsiteX231" fmla="*/ 2250043 w 2912392"/>
                <a:gd name="connsiteY231" fmla="*/ 95047 h 291233"/>
                <a:gd name="connsiteX232" fmla="*/ 2259787 w 2912392"/>
                <a:gd name="connsiteY232" fmla="*/ 93709 h 291233"/>
                <a:gd name="connsiteX233" fmla="*/ 2269531 w 2912392"/>
                <a:gd name="connsiteY233" fmla="*/ 92375 h 291233"/>
                <a:gd name="connsiteX234" fmla="*/ 2279260 w 2912392"/>
                <a:gd name="connsiteY234" fmla="*/ 91049 h 291233"/>
                <a:gd name="connsiteX235" fmla="*/ 2289004 w 2912392"/>
                <a:gd name="connsiteY235" fmla="*/ 89734 h 291233"/>
                <a:gd name="connsiteX236" fmla="*/ 2298748 w 2912392"/>
                <a:gd name="connsiteY236" fmla="*/ 88433 h 291233"/>
                <a:gd name="connsiteX237" fmla="*/ 2308492 w 2912392"/>
                <a:gd name="connsiteY237" fmla="*/ 87147 h 291233"/>
                <a:gd name="connsiteX238" fmla="*/ 2318236 w 2912392"/>
                <a:gd name="connsiteY238" fmla="*/ 85881 h 291233"/>
                <a:gd name="connsiteX239" fmla="*/ 2327965 w 2912392"/>
                <a:gd name="connsiteY239" fmla="*/ 84637 h 291233"/>
                <a:gd name="connsiteX240" fmla="*/ 2337709 w 2912392"/>
                <a:gd name="connsiteY240" fmla="*/ 83416 h 291233"/>
                <a:gd name="connsiteX241" fmla="*/ 2347453 w 2912392"/>
                <a:gd name="connsiteY241" fmla="*/ 82223 h 291233"/>
                <a:gd name="connsiteX242" fmla="*/ 2357197 w 2912392"/>
                <a:gd name="connsiteY242" fmla="*/ 81056 h 291233"/>
                <a:gd name="connsiteX243" fmla="*/ 2366926 w 2912392"/>
                <a:gd name="connsiteY243" fmla="*/ 79918 h 291233"/>
                <a:gd name="connsiteX244" fmla="*/ 2376670 w 2912392"/>
                <a:gd name="connsiteY244" fmla="*/ 78813 h 291233"/>
                <a:gd name="connsiteX245" fmla="*/ 2386413 w 2912392"/>
                <a:gd name="connsiteY245" fmla="*/ 77738 h 291233"/>
                <a:gd name="connsiteX246" fmla="*/ 2396157 w 2912392"/>
                <a:gd name="connsiteY246" fmla="*/ 76698 h 291233"/>
                <a:gd name="connsiteX247" fmla="*/ 2405886 w 2912392"/>
                <a:gd name="connsiteY247" fmla="*/ 75691 h 291233"/>
                <a:gd name="connsiteX248" fmla="*/ 2415630 w 2912392"/>
                <a:gd name="connsiteY248" fmla="*/ 74720 h 291233"/>
                <a:gd name="connsiteX249" fmla="*/ 2425374 w 2912392"/>
                <a:gd name="connsiteY249" fmla="*/ 73784 h 291233"/>
                <a:gd name="connsiteX250" fmla="*/ 2435118 w 2912392"/>
                <a:gd name="connsiteY250" fmla="*/ 72884 h 291233"/>
                <a:gd name="connsiteX251" fmla="*/ 2444862 w 2912392"/>
                <a:gd name="connsiteY251" fmla="*/ 72019 h 291233"/>
                <a:gd name="connsiteX252" fmla="*/ 2454591 w 2912392"/>
                <a:gd name="connsiteY252" fmla="*/ 71190 h 291233"/>
                <a:gd name="connsiteX253" fmla="*/ 2464335 w 2912392"/>
                <a:gd name="connsiteY253" fmla="*/ 70398 h 291233"/>
                <a:gd name="connsiteX254" fmla="*/ 2474079 w 2912392"/>
                <a:gd name="connsiteY254" fmla="*/ 69639 h 291233"/>
                <a:gd name="connsiteX255" fmla="*/ 2483823 w 2912392"/>
                <a:gd name="connsiteY255" fmla="*/ 68915 h 291233"/>
                <a:gd name="connsiteX256" fmla="*/ 2493552 w 2912392"/>
                <a:gd name="connsiteY256" fmla="*/ 68227 h 291233"/>
                <a:gd name="connsiteX257" fmla="*/ 2503296 w 2912392"/>
                <a:gd name="connsiteY257" fmla="*/ 67570 h 291233"/>
                <a:gd name="connsiteX258" fmla="*/ 2513040 w 2912392"/>
                <a:gd name="connsiteY258" fmla="*/ 66946 h 291233"/>
                <a:gd name="connsiteX259" fmla="*/ 2522784 w 2912392"/>
                <a:gd name="connsiteY259" fmla="*/ 66354 h 291233"/>
                <a:gd name="connsiteX260" fmla="*/ 2532513 w 2912392"/>
                <a:gd name="connsiteY260" fmla="*/ 65791 h 291233"/>
                <a:gd name="connsiteX261" fmla="*/ 2542257 w 2912392"/>
                <a:gd name="connsiteY261" fmla="*/ 65258 h 291233"/>
                <a:gd name="connsiteX262" fmla="*/ 2552001 w 2912392"/>
                <a:gd name="connsiteY262" fmla="*/ 64752 h 291233"/>
                <a:gd name="connsiteX263" fmla="*/ 2561745 w 2912392"/>
                <a:gd name="connsiteY263" fmla="*/ 64273 h 291233"/>
                <a:gd name="connsiteX264" fmla="*/ 2571474 w 2912392"/>
                <a:gd name="connsiteY264" fmla="*/ 63818 h 291233"/>
                <a:gd name="connsiteX265" fmla="*/ 2581218 w 2912392"/>
                <a:gd name="connsiteY265" fmla="*/ 63389 h 291233"/>
                <a:gd name="connsiteX266" fmla="*/ 2590962 w 2912392"/>
                <a:gd name="connsiteY266" fmla="*/ 62981 h 291233"/>
                <a:gd name="connsiteX267" fmla="*/ 2600705 w 2912392"/>
                <a:gd name="connsiteY267" fmla="*/ 62595 h 291233"/>
                <a:gd name="connsiteX268" fmla="*/ 2610449 w 2912392"/>
                <a:gd name="connsiteY268" fmla="*/ 62229 h 291233"/>
                <a:gd name="connsiteX269" fmla="*/ 2620178 w 2912392"/>
                <a:gd name="connsiteY269" fmla="*/ 61880 h 291233"/>
                <a:gd name="connsiteX270" fmla="*/ 2629922 w 2912392"/>
                <a:gd name="connsiteY270" fmla="*/ 61548 h 291233"/>
                <a:gd name="connsiteX271" fmla="*/ 2639666 w 2912392"/>
                <a:gd name="connsiteY271" fmla="*/ 61232 h 291233"/>
                <a:gd name="connsiteX272" fmla="*/ 2649410 w 2912392"/>
                <a:gd name="connsiteY272" fmla="*/ 60931 h 291233"/>
                <a:gd name="connsiteX273" fmla="*/ 2659139 w 2912392"/>
                <a:gd name="connsiteY273" fmla="*/ 60643 h 291233"/>
                <a:gd name="connsiteX274" fmla="*/ 2668883 w 2912392"/>
                <a:gd name="connsiteY274" fmla="*/ 60366 h 291233"/>
                <a:gd name="connsiteX275" fmla="*/ 2678627 w 2912392"/>
                <a:gd name="connsiteY275" fmla="*/ 60102 h 291233"/>
                <a:gd name="connsiteX276" fmla="*/ 2688371 w 2912392"/>
                <a:gd name="connsiteY276" fmla="*/ 59848 h 291233"/>
                <a:gd name="connsiteX277" fmla="*/ 2698100 w 2912392"/>
                <a:gd name="connsiteY277" fmla="*/ 59602 h 291233"/>
                <a:gd name="connsiteX278" fmla="*/ 2707844 w 2912392"/>
                <a:gd name="connsiteY278" fmla="*/ 59366 h 291233"/>
                <a:gd name="connsiteX279" fmla="*/ 2717588 w 2912392"/>
                <a:gd name="connsiteY279" fmla="*/ 59137 h 291233"/>
                <a:gd name="connsiteX280" fmla="*/ 2727332 w 2912392"/>
                <a:gd name="connsiteY280" fmla="*/ 58917 h 291233"/>
                <a:gd name="connsiteX281" fmla="*/ 2737076 w 2912392"/>
                <a:gd name="connsiteY281" fmla="*/ 58702 h 291233"/>
                <a:gd name="connsiteX282" fmla="*/ 2746805 w 2912392"/>
                <a:gd name="connsiteY282" fmla="*/ 58495 h 291233"/>
                <a:gd name="connsiteX283" fmla="*/ 2756549 w 2912392"/>
                <a:gd name="connsiteY283" fmla="*/ 58294 h 291233"/>
                <a:gd name="connsiteX284" fmla="*/ 2766293 w 2912392"/>
                <a:gd name="connsiteY284" fmla="*/ 58099 h 291233"/>
                <a:gd name="connsiteX285" fmla="*/ 2776037 w 2912392"/>
                <a:gd name="connsiteY285" fmla="*/ 57909 h 291233"/>
                <a:gd name="connsiteX286" fmla="*/ 2785766 w 2912392"/>
                <a:gd name="connsiteY286" fmla="*/ 57728 h 291233"/>
                <a:gd name="connsiteX287" fmla="*/ 2795510 w 2912392"/>
                <a:gd name="connsiteY287" fmla="*/ 57553 h 291233"/>
                <a:gd name="connsiteX288" fmla="*/ 2805254 w 2912392"/>
                <a:gd name="connsiteY288" fmla="*/ 57385 h 291233"/>
                <a:gd name="connsiteX289" fmla="*/ 2814998 w 2912392"/>
                <a:gd name="connsiteY289" fmla="*/ 57225 h 291233"/>
                <a:gd name="connsiteX290" fmla="*/ 2824727 w 2912392"/>
                <a:gd name="connsiteY290" fmla="*/ 57074 h 291233"/>
                <a:gd name="connsiteX291" fmla="*/ 2834471 w 2912392"/>
                <a:gd name="connsiteY291" fmla="*/ 56932 h 291233"/>
                <a:gd name="connsiteX292" fmla="*/ 2844215 w 2912392"/>
                <a:gd name="connsiteY292" fmla="*/ 56799 h 291233"/>
                <a:gd name="connsiteX293" fmla="*/ 2853958 w 2912392"/>
                <a:gd name="connsiteY293" fmla="*/ 56677 h 291233"/>
                <a:gd name="connsiteX294" fmla="*/ 2863687 w 2912392"/>
                <a:gd name="connsiteY294" fmla="*/ 56568 h 291233"/>
                <a:gd name="connsiteX295" fmla="*/ 2873431 w 2912392"/>
                <a:gd name="connsiteY295" fmla="*/ 56472 h 291233"/>
                <a:gd name="connsiteX296" fmla="*/ 2883175 w 2912392"/>
                <a:gd name="connsiteY296" fmla="*/ 56390 h 291233"/>
                <a:gd name="connsiteX297" fmla="*/ 2892919 w 2912392"/>
                <a:gd name="connsiteY297" fmla="*/ 56324 h 291233"/>
                <a:gd name="connsiteX298" fmla="*/ 2902663 w 2912392"/>
                <a:gd name="connsiteY298" fmla="*/ 56275 h 291233"/>
                <a:gd name="connsiteX299" fmla="*/ 2912392 w 2912392"/>
                <a:gd name="connsiteY299" fmla="*/ 56245 h 291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291233">
                  <a:moveTo>
                    <a:pt x="0" y="129277"/>
                  </a:moveTo>
                  <a:lnTo>
                    <a:pt x="9739" y="122711"/>
                  </a:lnTo>
                  <a:lnTo>
                    <a:pt x="19480" y="116191"/>
                  </a:lnTo>
                  <a:lnTo>
                    <a:pt x="29221" y="109732"/>
                  </a:lnTo>
                  <a:lnTo>
                    <a:pt x="38961" y="103348"/>
                  </a:lnTo>
                  <a:lnTo>
                    <a:pt x="48702" y="97050"/>
                  </a:lnTo>
                  <a:lnTo>
                    <a:pt x="58443" y="90853"/>
                  </a:lnTo>
                  <a:lnTo>
                    <a:pt x="68182" y="84768"/>
                  </a:lnTo>
                  <a:lnTo>
                    <a:pt x="77923" y="78808"/>
                  </a:lnTo>
                  <a:lnTo>
                    <a:pt x="87664" y="72987"/>
                  </a:lnTo>
                  <a:lnTo>
                    <a:pt x="97404" y="67315"/>
                  </a:lnTo>
                  <a:lnTo>
                    <a:pt x="107145" y="61805"/>
                  </a:lnTo>
                  <a:lnTo>
                    <a:pt x="116886" y="56469"/>
                  </a:lnTo>
                  <a:lnTo>
                    <a:pt x="126625" y="51318"/>
                  </a:lnTo>
                  <a:lnTo>
                    <a:pt x="136366" y="46363"/>
                  </a:lnTo>
                  <a:lnTo>
                    <a:pt x="146107" y="41613"/>
                  </a:lnTo>
                  <a:lnTo>
                    <a:pt x="155846" y="37079"/>
                  </a:lnTo>
                  <a:lnTo>
                    <a:pt x="165587" y="32770"/>
                  </a:lnTo>
                  <a:lnTo>
                    <a:pt x="175328" y="28697"/>
                  </a:lnTo>
                  <a:lnTo>
                    <a:pt x="185068" y="24866"/>
                  </a:lnTo>
                  <a:lnTo>
                    <a:pt x="194809" y="21288"/>
                  </a:lnTo>
                  <a:lnTo>
                    <a:pt x="204550" y="17967"/>
                  </a:lnTo>
                  <a:lnTo>
                    <a:pt x="214289" y="14911"/>
                  </a:lnTo>
                  <a:lnTo>
                    <a:pt x="224030" y="12128"/>
                  </a:lnTo>
                  <a:lnTo>
                    <a:pt x="233771" y="9620"/>
                  </a:lnTo>
                  <a:lnTo>
                    <a:pt x="243510" y="7396"/>
                  </a:lnTo>
                  <a:lnTo>
                    <a:pt x="253251" y="5457"/>
                  </a:lnTo>
                  <a:lnTo>
                    <a:pt x="262992" y="3810"/>
                  </a:lnTo>
                  <a:lnTo>
                    <a:pt x="272732" y="2454"/>
                  </a:lnTo>
                  <a:lnTo>
                    <a:pt x="282473" y="1395"/>
                  </a:lnTo>
                  <a:lnTo>
                    <a:pt x="292214" y="630"/>
                  </a:lnTo>
                  <a:lnTo>
                    <a:pt x="301953" y="165"/>
                  </a:lnTo>
                  <a:lnTo>
                    <a:pt x="311694" y="0"/>
                  </a:lnTo>
                  <a:lnTo>
                    <a:pt x="321435" y="131"/>
                  </a:lnTo>
                  <a:lnTo>
                    <a:pt x="331175" y="559"/>
                  </a:lnTo>
                  <a:lnTo>
                    <a:pt x="340916" y="1283"/>
                  </a:lnTo>
                  <a:lnTo>
                    <a:pt x="350656" y="2299"/>
                  </a:lnTo>
                  <a:lnTo>
                    <a:pt x="360396" y="3606"/>
                  </a:lnTo>
                  <a:lnTo>
                    <a:pt x="370137" y="5198"/>
                  </a:lnTo>
                  <a:lnTo>
                    <a:pt x="379878" y="7074"/>
                  </a:lnTo>
                  <a:lnTo>
                    <a:pt x="389617" y="9227"/>
                  </a:lnTo>
                  <a:lnTo>
                    <a:pt x="399358" y="11652"/>
                  </a:lnTo>
                  <a:lnTo>
                    <a:pt x="409099" y="14345"/>
                  </a:lnTo>
                  <a:lnTo>
                    <a:pt x="418839" y="17296"/>
                  </a:lnTo>
                  <a:lnTo>
                    <a:pt x="428580" y="20502"/>
                  </a:lnTo>
                  <a:lnTo>
                    <a:pt x="438321" y="23953"/>
                  </a:lnTo>
                  <a:lnTo>
                    <a:pt x="448060" y="27641"/>
                  </a:lnTo>
                  <a:lnTo>
                    <a:pt x="457801" y="31559"/>
                  </a:lnTo>
                  <a:lnTo>
                    <a:pt x="467542" y="35698"/>
                  </a:lnTo>
                  <a:lnTo>
                    <a:pt x="477281" y="40048"/>
                  </a:lnTo>
                  <a:lnTo>
                    <a:pt x="487022" y="44602"/>
                  </a:lnTo>
                  <a:lnTo>
                    <a:pt x="496763" y="49345"/>
                  </a:lnTo>
                  <a:lnTo>
                    <a:pt x="506503" y="54274"/>
                  </a:lnTo>
                  <a:lnTo>
                    <a:pt x="516244" y="59372"/>
                  </a:lnTo>
                  <a:lnTo>
                    <a:pt x="525985" y="64632"/>
                  </a:lnTo>
                  <a:lnTo>
                    <a:pt x="535724" y="70042"/>
                  </a:lnTo>
                  <a:lnTo>
                    <a:pt x="545465" y="75591"/>
                  </a:lnTo>
                  <a:lnTo>
                    <a:pt x="555206" y="81268"/>
                  </a:lnTo>
                  <a:lnTo>
                    <a:pt x="564946" y="87059"/>
                  </a:lnTo>
                  <a:lnTo>
                    <a:pt x="574687" y="92956"/>
                  </a:lnTo>
                  <a:lnTo>
                    <a:pt x="584428" y="98946"/>
                  </a:lnTo>
                  <a:lnTo>
                    <a:pt x="594167" y="105015"/>
                  </a:lnTo>
                  <a:lnTo>
                    <a:pt x="603908" y="111155"/>
                  </a:lnTo>
                  <a:lnTo>
                    <a:pt x="613649" y="117350"/>
                  </a:lnTo>
                  <a:lnTo>
                    <a:pt x="623388" y="123592"/>
                  </a:lnTo>
                  <a:lnTo>
                    <a:pt x="633129" y="129865"/>
                  </a:lnTo>
                  <a:lnTo>
                    <a:pt x="642870" y="136160"/>
                  </a:lnTo>
                  <a:lnTo>
                    <a:pt x="652610" y="142464"/>
                  </a:lnTo>
                  <a:lnTo>
                    <a:pt x="662351" y="148765"/>
                  </a:lnTo>
                  <a:lnTo>
                    <a:pt x="672092" y="155052"/>
                  </a:lnTo>
                  <a:lnTo>
                    <a:pt x="681831" y="161311"/>
                  </a:lnTo>
                  <a:lnTo>
                    <a:pt x="691572" y="167535"/>
                  </a:lnTo>
                  <a:lnTo>
                    <a:pt x="701313" y="173709"/>
                  </a:lnTo>
                  <a:lnTo>
                    <a:pt x="711052" y="179822"/>
                  </a:lnTo>
                  <a:lnTo>
                    <a:pt x="720793" y="185865"/>
                  </a:lnTo>
                  <a:lnTo>
                    <a:pt x="730534" y="191826"/>
                  </a:lnTo>
                  <a:lnTo>
                    <a:pt x="740274" y="197693"/>
                  </a:lnTo>
                  <a:lnTo>
                    <a:pt x="750015" y="203459"/>
                  </a:lnTo>
                  <a:lnTo>
                    <a:pt x="759756" y="209110"/>
                  </a:lnTo>
                  <a:lnTo>
                    <a:pt x="769495" y="214639"/>
                  </a:lnTo>
                  <a:lnTo>
                    <a:pt x="779236" y="220037"/>
                  </a:lnTo>
                  <a:lnTo>
                    <a:pt x="788977" y="225292"/>
                  </a:lnTo>
                  <a:lnTo>
                    <a:pt x="798717" y="230395"/>
                  </a:lnTo>
                  <a:lnTo>
                    <a:pt x="808458" y="235340"/>
                  </a:lnTo>
                  <a:lnTo>
                    <a:pt x="818199" y="240118"/>
                  </a:lnTo>
                  <a:lnTo>
                    <a:pt x="827938" y="244719"/>
                  </a:lnTo>
                  <a:lnTo>
                    <a:pt x="837679" y="249138"/>
                  </a:lnTo>
                  <a:lnTo>
                    <a:pt x="847420" y="253365"/>
                  </a:lnTo>
                  <a:lnTo>
                    <a:pt x="857159" y="257396"/>
                  </a:lnTo>
                  <a:lnTo>
                    <a:pt x="866900" y="261222"/>
                  </a:lnTo>
                  <a:lnTo>
                    <a:pt x="876641" y="264840"/>
                  </a:lnTo>
                  <a:lnTo>
                    <a:pt x="886381" y="268241"/>
                  </a:lnTo>
                  <a:lnTo>
                    <a:pt x="896122" y="271424"/>
                  </a:lnTo>
                  <a:lnTo>
                    <a:pt x="905863" y="274380"/>
                  </a:lnTo>
                  <a:lnTo>
                    <a:pt x="915602" y="277106"/>
                  </a:lnTo>
                  <a:lnTo>
                    <a:pt x="925343" y="279600"/>
                  </a:lnTo>
                  <a:lnTo>
                    <a:pt x="935084" y="281857"/>
                  </a:lnTo>
                  <a:lnTo>
                    <a:pt x="944824" y="283875"/>
                  </a:lnTo>
                  <a:lnTo>
                    <a:pt x="954564" y="285651"/>
                  </a:lnTo>
                  <a:lnTo>
                    <a:pt x="964305" y="287184"/>
                  </a:lnTo>
                  <a:lnTo>
                    <a:pt x="974045" y="288473"/>
                  </a:lnTo>
                  <a:lnTo>
                    <a:pt x="983786" y="289516"/>
                  </a:lnTo>
                  <a:lnTo>
                    <a:pt x="993522" y="290313"/>
                  </a:lnTo>
                  <a:lnTo>
                    <a:pt x="1003266" y="290864"/>
                  </a:lnTo>
                  <a:lnTo>
                    <a:pt x="1013010" y="291171"/>
                  </a:lnTo>
                  <a:lnTo>
                    <a:pt x="1022754" y="291233"/>
                  </a:lnTo>
                  <a:lnTo>
                    <a:pt x="1032483" y="291056"/>
                  </a:lnTo>
                  <a:lnTo>
                    <a:pt x="1042227" y="290639"/>
                  </a:lnTo>
                  <a:lnTo>
                    <a:pt x="1051971" y="289985"/>
                  </a:lnTo>
                  <a:lnTo>
                    <a:pt x="1061715" y="289098"/>
                  </a:lnTo>
                  <a:lnTo>
                    <a:pt x="1071444" y="287982"/>
                  </a:lnTo>
                  <a:lnTo>
                    <a:pt x="1081188" y="286643"/>
                  </a:lnTo>
                  <a:lnTo>
                    <a:pt x="1090932" y="285085"/>
                  </a:lnTo>
                  <a:lnTo>
                    <a:pt x="1100676" y="283310"/>
                  </a:lnTo>
                  <a:lnTo>
                    <a:pt x="1110405" y="281329"/>
                  </a:lnTo>
                  <a:lnTo>
                    <a:pt x="1120149" y="279146"/>
                  </a:lnTo>
                  <a:lnTo>
                    <a:pt x="1129893" y="276768"/>
                  </a:lnTo>
                  <a:lnTo>
                    <a:pt x="1139637" y="274202"/>
                  </a:lnTo>
                  <a:lnTo>
                    <a:pt x="1149381" y="271458"/>
                  </a:lnTo>
                  <a:lnTo>
                    <a:pt x="1159110" y="268541"/>
                  </a:lnTo>
                  <a:lnTo>
                    <a:pt x="1168854" y="265460"/>
                  </a:lnTo>
                  <a:lnTo>
                    <a:pt x="1178598" y="262227"/>
                  </a:lnTo>
                  <a:lnTo>
                    <a:pt x="1188341" y="258846"/>
                  </a:lnTo>
                  <a:lnTo>
                    <a:pt x="1198070" y="255331"/>
                  </a:lnTo>
                  <a:lnTo>
                    <a:pt x="1207814" y="251691"/>
                  </a:lnTo>
                  <a:lnTo>
                    <a:pt x="1217558" y="247935"/>
                  </a:lnTo>
                  <a:lnTo>
                    <a:pt x="1227302" y="244074"/>
                  </a:lnTo>
                  <a:lnTo>
                    <a:pt x="1237031" y="240116"/>
                  </a:lnTo>
                  <a:lnTo>
                    <a:pt x="1246775" y="236076"/>
                  </a:lnTo>
                  <a:lnTo>
                    <a:pt x="1256519" y="231962"/>
                  </a:lnTo>
                  <a:lnTo>
                    <a:pt x="1266263" y="227786"/>
                  </a:lnTo>
                  <a:lnTo>
                    <a:pt x="1276007" y="223558"/>
                  </a:lnTo>
                  <a:lnTo>
                    <a:pt x="1285736" y="219289"/>
                  </a:lnTo>
                  <a:lnTo>
                    <a:pt x="1295480" y="214991"/>
                  </a:lnTo>
                  <a:lnTo>
                    <a:pt x="1305224" y="210675"/>
                  </a:lnTo>
                  <a:lnTo>
                    <a:pt x="1314968" y="206349"/>
                  </a:lnTo>
                  <a:lnTo>
                    <a:pt x="1324697" y="202027"/>
                  </a:lnTo>
                  <a:lnTo>
                    <a:pt x="1334441" y="197720"/>
                  </a:lnTo>
                  <a:lnTo>
                    <a:pt x="1344185" y="193436"/>
                  </a:lnTo>
                  <a:lnTo>
                    <a:pt x="1353929" y="189186"/>
                  </a:lnTo>
                  <a:lnTo>
                    <a:pt x="1363658" y="184980"/>
                  </a:lnTo>
                  <a:lnTo>
                    <a:pt x="1373402" y="180827"/>
                  </a:lnTo>
                  <a:lnTo>
                    <a:pt x="1383146" y="176739"/>
                  </a:lnTo>
                  <a:lnTo>
                    <a:pt x="1392890" y="172722"/>
                  </a:lnTo>
                  <a:lnTo>
                    <a:pt x="1402619" y="168786"/>
                  </a:lnTo>
                  <a:lnTo>
                    <a:pt x="1412363" y="164939"/>
                  </a:lnTo>
                  <a:lnTo>
                    <a:pt x="1422106" y="161189"/>
                  </a:lnTo>
                  <a:lnTo>
                    <a:pt x="1431850" y="157543"/>
                  </a:lnTo>
                  <a:lnTo>
                    <a:pt x="1441594" y="154008"/>
                  </a:lnTo>
                  <a:lnTo>
                    <a:pt x="1451323" y="150588"/>
                  </a:lnTo>
                  <a:lnTo>
                    <a:pt x="1461067" y="147294"/>
                  </a:lnTo>
                  <a:lnTo>
                    <a:pt x="1470811" y="144127"/>
                  </a:lnTo>
                  <a:lnTo>
                    <a:pt x="1480555" y="141093"/>
                  </a:lnTo>
                  <a:lnTo>
                    <a:pt x="1490284" y="138197"/>
                  </a:lnTo>
                  <a:lnTo>
                    <a:pt x="1500028" y="135441"/>
                  </a:lnTo>
                  <a:lnTo>
                    <a:pt x="1509772" y="132827"/>
                  </a:lnTo>
                  <a:lnTo>
                    <a:pt x="1519516" y="130362"/>
                  </a:lnTo>
                  <a:lnTo>
                    <a:pt x="1529245" y="128043"/>
                  </a:lnTo>
                  <a:lnTo>
                    <a:pt x="1538989" y="125874"/>
                  </a:lnTo>
                  <a:lnTo>
                    <a:pt x="1548733" y="123854"/>
                  </a:lnTo>
                  <a:lnTo>
                    <a:pt x="1558477" y="121984"/>
                  </a:lnTo>
                  <a:lnTo>
                    <a:pt x="1568221" y="120263"/>
                  </a:lnTo>
                  <a:lnTo>
                    <a:pt x="1577950" y="118691"/>
                  </a:lnTo>
                  <a:lnTo>
                    <a:pt x="1587694" y="117265"/>
                  </a:lnTo>
                  <a:lnTo>
                    <a:pt x="1597438" y="115983"/>
                  </a:lnTo>
                  <a:lnTo>
                    <a:pt x="1607182" y="114843"/>
                  </a:lnTo>
                  <a:lnTo>
                    <a:pt x="1616911" y="113842"/>
                  </a:lnTo>
                  <a:lnTo>
                    <a:pt x="1626655" y="112973"/>
                  </a:lnTo>
                  <a:lnTo>
                    <a:pt x="1636399" y="112237"/>
                  </a:lnTo>
                  <a:lnTo>
                    <a:pt x="1646142" y="111626"/>
                  </a:lnTo>
                  <a:lnTo>
                    <a:pt x="1655872" y="111136"/>
                  </a:lnTo>
                  <a:lnTo>
                    <a:pt x="1665616" y="110762"/>
                  </a:lnTo>
                  <a:lnTo>
                    <a:pt x="1675359" y="110497"/>
                  </a:lnTo>
                  <a:lnTo>
                    <a:pt x="1685103" y="110336"/>
                  </a:lnTo>
                  <a:lnTo>
                    <a:pt x="1694832" y="110272"/>
                  </a:lnTo>
                  <a:lnTo>
                    <a:pt x="1704576" y="110300"/>
                  </a:lnTo>
                  <a:lnTo>
                    <a:pt x="1714320" y="110412"/>
                  </a:lnTo>
                  <a:lnTo>
                    <a:pt x="1724064" y="110601"/>
                  </a:lnTo>
                  <a:lnTo>
                    <a:pt x="1733808" y="110859"/>
                  </a:lnTo>
                  <a:lnTo>
                    <a:pt x="1743537" y="111181"/>
                  </a:lnTo>
                  <a:lnTo>
                    <a:pt x="1753281" y="111559"/>
                  </a:lnTo>
                  <a:lnTo>
                    <a:pt x="1763025" y="111984"/>
                  </a:lnTo>
                  <a:lnTo>
                    <a:pt x="1772769" y="112452"/>
                  </a:lnTo>
                  <a:lnTo>
                    <a:pt x="1782498" y="112951"/>
                  </a:lnTo>
                  <a:lnTo>
                    <a:pt x="1792242" y="113478"/>
                  </a:lnTo>
                  <a:lnTo>
                    <a:pt x="1801986" y="114023"/>
                  </a:lnTo>
                  <a:lnTo>
                    <a:pt x="1811730" y="114581"/>
                  </a:lnTo>
                  <a:lnTo>
                    <a:pt x="1821459" y="115144"/>
                  </a:lnTo>
                  <a:lnTo>
                    <a:pt x="1831203" y="115705"/>
                  </a:lnTo>
                  <a:lnTo>
                    <a:pt x="1840947" y="116260"/>
                  </a:lnTo>
                  <a:lnTo>
                    <a:pt x="1850691" y="116799"/>
                  </a:lnTo>
                  <a:lnTo>
                    <a:pt x="1860435" y="117318"/>
                  </a:lnTo>
                  <a:lnTo>
                    <a:pt x="1870164" y="117811"/>
                  </a:lnTo>
                  <a:lnTo>
                    <a:pt x="1879908" y="118273"/>
                  </a:lnTo>
                  <a:lnTo>
                    <a:pt x="1889652" y="118697"/>
                  </a:lnTo>
                  <a:lnTo>
                    <a:pt x="1899395" y="119082"/>
                  </a:lnTo>
                  <a:lnTo>
                    <a:pt x="1909124" y="119420"/>
                  </a:lnTo>
                  <a:lnTo>
                    <a:pt x="1918868" y="119709"/>
                  </a:lnTo>
                  <a:lnTo>
                    <a:pt x="1928612" y="119944"/>
                  </a:lnTo>
                  <a:lnTo>
                    <a:pt x="1938356" y="120122"/>
                  </a:lnTo>
                  <a:lnTo>
                    <a:pt x="1948085" y="120241"/>
                  </a:lnTo>
                  <a:lnTo>
                    <a:pt x="1957829" y="120299"/>
                  </a:lnTo>
                  <a:lnTo>
                    <a:pt x="1967573" y="120291"/>
                  </a:lnTo>
                  <a:lnTo>
                    <a:pt x="1977317" y="120218"/>
                  </a:lnTo>
                  <a:lnTo>
                    <a:pt x="1987046" y="120078"/>
                  </a:lnTo>
                  <a:lnTo>
                    <a:pt x="1996790" y="119870"/>
                  </a:lnTo>
                  <a:lnTo>
                    <a:pt x="2006534" y="119593"/>
                  </a:lnTo>
                  <a:lnTo>
                    <a:pt x="2016278" y="119247"/>
                  </a:lnTo>
                  <a:lnTo>
                    <a:pt x="2026022" y="118833"/>
                  </a:lnTo>
                  <a:lnTo>
                    <a:pt x="2035751" y="118352"/>
                  </a:lnTo>
                  <a:lnTo>
                    <a:pt x="2045495" y="117802"/>
                  </a:lnTo>
                  <a:lnTo>
                    <a:pt x="2055239" y="117186"/>
                  </a:lnTo>
                  <a:lnTo>
                    <a:pt x="2064983" y="116507"/>
                  </a:lnTo>
                  <a:lnTo>
                    <a:pt x="2074712" y="115765"/>
                  </a:lnTo>
                  <a:lnTo>
                    <a:pt x="2084456" y="114962"/>
                  </a:lnTo>
                  <a:lnTo>
                    <a:pt x="2094200" y="114102"/>
                  </a:lnTo>
                  <a:lnTo>
                    <a:pt x="2103944" y="113186"/>
                  </a:lnTo>
                  <a:lnTo>
                    <a:pt x="2113673" y="112218"/>
                  </a:lnTo>
                  <a:lnTo>
                    <a:pt x="2123417" y="111200"/>
                  </a:lnTo>
                  <a:lnTo>
                    <a:pt x="2133161" y="110135"/>
                  </a:lnTo>
                  <a:lnTo>
                    <a:pt x="2142905" y="109028"/>
                  </a:lnTo>
                  <a:lnTo>
                    <a:pt x="2152649" y="107881"/>
                  </a:lnTo>
                  <a:lnTo>
                    <a:pt x="2162377" y="106698"/>
                  </a:lnTo>
                  <a:lnTo>
                    <a:pt x="2172121" y="105482"/>
                  </a:lnTo>
                  <a:lnTo>
                    <a:pt x="2181865" y="104238"/>
                  </a:lnTo>
                  <a:lnTo>
                    <a:pt x="2191609" y="102970"/>
                  </a:lnTo>
                  <a:lnTo>
                    <a:pt x="2201338" y="101680"/>
                  </a:lnTo>
                  <a:lnTo>
                    <a:pt x="2211082" y="100373"/>
                  </a:lnTo>
                  <a:lnTo>
                    <a:pt x="2220826" y="99051"/>
                  </a:lnTo>
                  <a:lnTo>
                    <a:pt x="2230570" y="97722"/>
                  </a:lnTo>
                  <a:lnTo>
                    <a:pt x="2240299" y="96386"/>
                  </a:lnTo>
                  <a:lnTo>
                    <a:pt x="2250043" y="95047"/>
                  </a:lnTo>
                  <a:lnTo>
                    <a:pt x="2259787" y="93709"/>
                  </a:lnTo>
                  <a:lnTo>
                    <a:pt x="2269531" y="92375"/>
                  </a:lnTo>
                  <a:lnTo>
                    <a:pt x="2279260" y="91049"/>
                  </a:lnTo>
                  <a:lnTo>
                    <a:pt x="2289004" y="89734"/>
                  </a:lnTo>
                  <a:lnTo>
                    <a:pt x="2298748" y="88433"/>
                  </a:lnTo>
                  <a:lnTo>
                    <a:pt x="2308492" y="87147"/>
                  </a:lnTo>
                  <a:lnTo>
                    <a:pt x="2318236" y="85881"/>
                  </a:lnTo>
                  <a:lnTo>
                    <a:pt x="2327965" y="84637"/>
                  </a:lnTo>
                  <a:lnTo>
                    <a:pt x="2337709" y="83416"/>
                  </a:lnTo>
                  <a:lnTo>
                    <a:pt x="2347453" y="82223"/>
                  </a:lnTo>
                  <a:lnTo>
                    <a:pt x="2357197" y="81056"/>
                  </a:lnTo>
                  <a:lnTo>
                    <a:pt x="2366926" y="79918"/>
                  </a:lnTo>
                  <a:lnTo>
                    <a:pt x="2376670" y="78813"/>
                  </a:lnTo>
                  <a:lnTo>
                    <a:pt x="2386413" y="77738"/>
                  </a:lnTo>
                  <a:lnTo>
                    <a:pt x="2396157" y="76698"/>
                  </a:lnTo>
                  <a:lnTo>
                    <a:pt x="2405886" y="75691"/>
                  </a:lnTo>
                  <a:lnTo>
                    <a:pt x="2415630" y="74720"/>
                  </a:lnTo>
                  <a:lnTo>
                    <a:pt x="2425374" y="73784"/>
                  </a:lnTo>
                  <a:lnTo>
                    <a:pt x="2435118" y="72884"/>
                  </a:lnTo>
                  <a:lnTo>
                    <a:pt x="2444862" y="72019"/>
                  </a:lnTo>
                  <a:lnTo>
                    <a:pt x="2454591" y="71190"/>
                  </a:lnTo>
                  <a:lnTo>
                    <a:pt x="2464335" y="70398"/>
                  </a:lnTo>
                  <a:lnTo>
                    <a:pt x="2474079" y="69639"/>
                  </a:lnTo>
                  <a:lnTo>
                    <a:pt x="2483823" y="68915"/>
                  </a:lnTo>
                  <a:lnTo>
                    <a:pt x="2493552" y="68227"/>
                  </a:lnTo>
                  <a:lnTo>
                    <a:pt x="2503296" y="67570"/>
                  </a:lnTo>
                  <a:lnTo>
                    <a:pt x="2513040" y="66946"/>
                  </a:lnTo>
                  <a:lnTo>
                    <a:pt x="2522784" y="66354"/>
                  </a:lnTo>
                  <a:lnTo>
                    <a:pt x="2532513" y="65791"/>
                  </a:lnTo>
                  <a:lnTo>
                    <a:pt x="2542257" y="65258"/>
                  </a:lnTo>
                  <a:lnTo>
                    <a:pt x="2552001" y="64752"/>
                  </a:lnTo>
                  <a:lnTo>
                    <a:pt x="2561745" y="64273"/>
                  </a:lnTo>
                  <a:lnTo>
                    <a:pt x="2571474" y="63818"/>
                  </a:lnTo>
                  <a:lnTo>
                    <a:pt x="2581218" y="63389"/>
                  </a:lnTo>
                  <a:lnTo>
                    <a:pt x="2590962" y="62981"/>
                  </a:lnTo>
                  <a:lnTo>
                    <a:pt x="2600705" y="62595"/>
                  </a:lnTo>
                  <a:lnTo>
                    <a:pt x="2610449" y="62229"/>
                  </a:lnTo>
                  <a:lnTo>
                    <a:pt x="2620178" y="61880"/>
                  </a:lnTo>
                  <a:lnTo>
                    <a:pt x="2629922" y="61548"/>
                  </a:lnTo>
                  <a:lnTo>
                    <a:pt x="2639666" y="61232"/>
                  </a:lnTo>
                  <a:lnTo>
                    <a:pt x="2649410" y="60931"/>
                  </a:lnTo>
                  <a:lnTo>
                    <a:pt x="2659139" y="60643"/>
                  </a:lnTo>
                  <a:lnTo>
                    <a:pt x="2668883" y="60366"/>
                  </a:lnTo>
                  <a:lnTo>
                    <a:pt x="2678627" y="60102"/>
                  </a:lnTo>
                  <a:lnTo>
                    <a:pt x="2688371" y="59848"/>
                  </a:lnTo>
                  <a:lnTo>
                    <a:pt x="2698100" y="59602"/>
                  </a:lnTo>
                  <a:lnTo>
                    <a:pt x="2707844" y="59366"/>
                  </a:lnTo>
                  <a:lnTo>
                    <a:pt x="2717588" y="59137"/>
                  </a:lnTo>
                  <a:lnTo>
                    <a:pt x="2727332" y="58917"/>
                  </a:lnTo>
                  <a:lnTo>
                    <a:pt x="2737076" y="58702"/>
                  </a:lnTo>
                  <a:lnTo>
                    <a:pt x="2746805" y="58495"/>
                  </a:lnTo>
                  <a:lnTo>
                    <a:pt x="2756549" y="58294"/>
                  </a:lnTo>
                  <a:lnTo>
                    <a:pt x="2766293" y="58099"/>
                  </a:lnTo>
                  <a:lnTo>
                    <a:pt x="2776037" y="57909"/>
                  </a:lnTo>
                  <a:lnTo>
                    <a:pt x="2785766" y="57728"/>
                  </a:lnTo>
                  <a:lnTo>
                    <a:pt x="2795510" y="57553"/>
                  </a:lnTo>
                  <a:lnTo>
                    <a:pt x="2805254" y="57385"/>
                  </a:lnTo>
                  <a:lnTo>
                    <a:pt x="2814998" y="57225"/>
                  </a:lnTo>
                  <a:lnTo>
                    <a:pt x="2824727" y="57074"/>
                  </a:lnTo>
                  <a:lnTo>
                    <a:pt x="2834471" y="56932"/>
                  </a:lnTo>
                  <a:lnTo>
                    <a:pt x="2844215" y="56799"/>
                  </a:lnTo>
                  <a:lnTo>
                    <a:pt x="2853958" y="56677"/>
                  </a:lnTo>
                  <a:lnTo>
                    <a:pt x="2863687" y="56568"/>
                  </a:lnTo>
                  <a:lnTo>
                    <a:pt x="2873431" y="56472"/>
                  </a:lnTo>
                  <a:lnTo>
                    <a:pt x="2883175" y="56390"/>
                  </a:lnTo>
                  <a:lnTo>
                    <a:pt x="2892919" y="56324"/>
                  </a:lnTo>
                  <a:lnTo>
                    <a:pt x="2902663" y="56275"/>
                  </a:lnTo>
                  <a:lnTo>
                    <a:pt x="2912392" y="5624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4" name="Freeform 863">
              <a:extLst>
                <a:ext uri="{FF2B5EF4-FFF2-40B4-BE49-F238E27FC236}">
                  <a16:creationId xmlns:a16="http://schemas.microsoft.com/office/drawing/2014/main" id="{5E62E48E-A653-D36B-B061-11E91F457AF3}"/>
                </a:ext>
              </a:extLst>
            </p:cNvPr>
            <p:cNvSpPr/>
            <p:nvPr/>
          </p:nvSpPr>
          <p:spPr>
            <a:xfrm>
              <a:off x="576446" y="3553208"/>
              <a:ext cx="2912392" cy="148048"/>
            </a:xfrm>
            <a:custGeom>
              <a:avLst/>
              <a:gdLst>
                <a:gd name="connsiteX0" fmla="*/ 0 w 2912392"/>
                <a:gd name="connsiteY0" fmla="*/ 14544 h 148048"/>
                <a:gd name="connsiteX1" fmla="*/ 9739 w 2912392"/>
                <a:gd name="connsiteY1" fmla="*/ 13425 h 148048"/>
                <a:gd name="connsiteX2" fmla="*/ 19480 w 2912392"/>
                <a:gd name="connsiteY2" fmla="*/ 12330 h 148048"/>
                <a:gd name="connsiteX3" fmla="*/ 29221 w 2912392"/>
                <a:gd name="connsiteY3" fmla="*/ 11264 h 148048"/>
                <a:gd name="connsiteX4" fmla="*/ 38961 w 2912392"/>
                <a:gd name="connsiteY4" fmla="*/ 10227 h 148048"/>
                <a:gd name="connsiteX5" fmla="*/ 48702 w 2912392"/>
                <a:gd name="connsiteY5" fmla="*/ 9222 h 148048"/>
                <a:gd name="connsiteX6" fmla="*/ 58443 w 2912392"/>
                <a:gd name="connsiteY6" fmla="*/ 8256 h 148048"/>
                <a:gd name="connsiteX7" fmla="*/ 68182 w 2912392"/>
                <a:gd name="connsiteY7" fmla="*/ 7329 h 148048"/>
                <a:gd name="connsiteX8" fmla="*/ 77923 w 2912392"/>
                <a:gd name="connsiteY8" fmla="*/ 6445 h 148048"/>
                <a:gd name="connsiteX9" fmla="*/ 87664 w 2912392"/>
                <a:gd name="connsiteY9" fmla="*/ 5606 h 148048"/>
                <a:gd name="connsiteX10" fmla="*/ 97404 w 2912392"/>
                <a:gd name="connsiteY10" fmla="*/ 4818 h 148048"/>
                <a:gd name="connsiteX11" fmla="*/ 107145 w 2912392"/>
                <a:gd name="connsiteY11" fmla="*/ 4079 h 148048"/>
                <a:gd name="connsiteX12" fmla="*/ 116886 w 2912392"/>
                <a:gd name="connsiteY12" fmla="*/ 3395 h 148048"/>
                <a:gd name="connsiteX13" fmla="*/ 126625 w 2912392"/>
                <a:gd name="connsiteY13" fmla="*/ 2768 h 148048"/>
                <a:gd name="connsiteX14" fmla="*/ 136366 w 2912392"/>
                <a:gd name="connsiteY14" fmla="*/ 2199 h 148048"/>
                <a:gd name="connsiteX15" fmla="*/ 146107 w 2912392"/>
                <a:gd name="connsiteY15" fmla="*/ 1691 h 148048"/>
                <a:gd name="connsiteX16" fmla="*/ 155846 w 2912392"/>
                <a:gd name="connsiteY16" fmla="*/ 1246 h 148048"/>
                <a:gd name="connsiteX17" fmla="*/ 165587 w 2912392"/>
                <a:gd name="connsiteY17" fmla="*/ 867 h 148048"/>
                <a:gd name="connsiteX18" fmla="*/ 175328 w 2912392"/>
                <a:gd name="connsiteY18" fmla="*/ 554 h 148048"/>
                <a:gd name="connsiteX19" fmla="*/ 185068 w 2912392"/>
                <a:gd name="connsiteY19" fmla="*/ 310 h 148048"/>
                <a:gd name="connsiteX20" fmla="*/ 194809 w 2912392"/>
                <a:gd name="connsiteY20" fmla="*/ 134 h 148048"/>
                <a:gd name="connsiteX21" fmla="*/ 204550 w 2912392"/>
                <a:gd name="connsiteY21" fmla="*/ 31 h 148048"/>
                <a:gd name="connsiteX22" fmla="*/ 214289 w 2912392"/>
                <a:gd name="connsiteY22" fmla="*/ 0 h 148048"/>
                <a:gd name="connsiteX23" fmla="*/ 224030 w 2912392"/>
                <a:gd name="connsiteY23" fmla="*/ 42 h 148048"/>
                <a:gd name="connsiteX24" fmla="*/ 233771 w 2912392"/>
                <a:gd name="connsiteY24" fmla="*/ 156 h 148048"/>
                <a:gd name="connsiteX25" fmla="*/ 243510 w 2912392"/>
                <a:gd name="connsiteY25" fmla="*/ 347 h 148048"/>
                <a:gd name="connsiteX26" fmla="*/ 253251 w 2912392"/>
                <a:gd name="connsiteY26" fmla="*/ 611 h 148048"/>
                <a:gd name="connsiteX27" fmla="*/ 262992 w 2912392"/>
                <a:gd name="connsiteY27" fmla="*/ 949 h 148048"/>
                <a:gd name="connsiteX28" fmla="*/ 272732 w 2912392"/>
                <a:gd name="connsiteY28" fmla="*/ 1362 h 148048"/>
                <a:gd name="connsiteX29" fmla="*/ 282473 w 2912392"/>
                <a:gd name="connsiteY29" fmla="*/ 1849 h 148048"/>
                <a:gd name="connsiteX30" fmla="*/ 292214 w 2912392"/>
                <a:gd name="connsiteY30" fmla="*/ 2408 h 148048"/>
                <a:gd name="connsiteX31" fmla="*/ 301953 w 2912392"/>
                <a:gd name="connsiteY31" fmla="*/ 3039 h 148048"/>
                <a:gd name="connsiteX32" fmla="*/ 311694 w 2912392"/>
                <a:gd name="connsiteY32" fmla="*/ 3743 h 148048"/>
                <a:gd name="connsiteX33" fmla="*/ 321435 w 2912392"/>
                <a:gd name="connsiteY33" fmla="*/ 4514 h 148048"/>
                <a:gd name="connsiteX34" fmla="*/ 331175 w 2912392"/>
                <a:gd name="connsiteY34" fmla="*/ 5355 h 148048"/>
                <a:gd name="connsiteX35" fmla="*/ 340916 w 2912392"/>
                <a:gd name="connsiteY35" fmla="*/ 6262 h 148048"/>
                <a:gd name="connsiteX36" fmla="*/ 350656 w 2912392"/>
                <a:gd name="connsiteY36" fmla="*/ 7232 h 148048"/>
                <a:gd name="connsiteX37" fmla="*/ 360396 w 2912392"/>
                <a:gd name="connsiteY37" fmla="*/ 8264 h 148048"/>
                <a:gd name="connsiteX38" fmla="*/ 370137 w 2912392"/>
                <a:gd name="connsiteY38" fmla="*/ 9355 h 148048"/>
                <a:gd name="connsiteX39" fmla="*/ 379878 w 2912392"/>
                <a:gd name="connsiteY39" fmla="*/ 10501 h 148048"/>
                <a:gd name="connsiteX40" fmla="*/ 389617 w 2912392"/>
                <a:gd name="connsiteY40" fmla="*/ 11700 h 148048"/>
                <a:gd name="connsiteX41" fmla="*/ 399358 w 2912392"/>
                <a:gd name="connsiteY41" fmla="*/ 12950 h 148048"/>
                <a:gd name="connsiteX42" fmla="*/ 409099 w 2912392"/>
                <a:gd name="connsiteY42" fmla="*/ 14245 h 148048"/>
                <a:gd name="connsiteX43" fmla="*/ 418839 w 2912392"/>
                <a:gd name="connsiteY43" fmla="*/ 15581 h 148048"/>
                <a:gd name="connsiteX44" fmla="*/ 428580 w 2912392"/>
                <a:gd name="connsiteY44" fmla="*/ 16957 h 148048"/>
                <a:gd name="connsiteX45" fmla="*/ 438321 w 2912392"/>
                <a:gd name="connsiteY45" fmla="*/ 18364 h 148048"/>
                <a:gd name="connsiteX46" fmla="*/ 448060 w 2912392"/>
                <a:gd name="connsiteY46" fmla="*/ 19802 h 148048"/>
                <a:gd name="connsiteX47" fmla="*/ 457801 w 2912392"/>
                <a:gd name="connsiteY47" fmla="*/ 21265 h 148048"/>
                <a:gd name="connsiteX48" fmla="*/ 467542 w 2912392"/>
                <a:gd name="connsiteY48" fmla="*/ 22746 h 148048"/>
                <a:gd name="connsiteX49" fmla="*/ 477281 w 2912392"/>
                <a:gd name="connsiteY49" fmla="*/ 24244 h 148048"/>
                <a:gd name="connsiteX50" fmla="*/ 487022 w 2912392"/>
                <a:gd name="connsiteY50" fmla="*/ 25751 h 148048"/>
                <a:gd name="connsiteX51" fmla="*/ 496763 w 2912392"/>
                <a:gd name="connsiteY51" fmla="*/ 27262 h 148048"/>
                <a:gd name="connsiteX52" fmla="*/ 506503 w 2912392"/>
                <a:gd name="connsiteY52" fmla="*/ 28773 h 148048"/>
                <a:gd name="connsiteX53" fmla="*/ 516244 w 2912392"/>
                <a:gd name="connsiteY53" fmla="*/ 30276 h 148048"/>
                <a:gd name="connsiteX54" fmla="*/ 525985 w 2912392"/>
                <a:gd name="connsiteY54" fmla="*/ 31769 h 148048"/>
                <a:gd name="connsiteX55" fmla="*/ 535724 w 2912392"/>
                <a:gd name="connsiteY55" fmla="*/ 33244 h 148048"/>
                <a:gd name="connsiteX56" fmla="*/ 545465 w 2912392"/>
                <a:gd name="connsiteY56" fmla="*/ 34697 h 148048"/>
                <a:gd name="connsiteX57" fmla="*/ 555206 w 2912392"/>
                <a:gd name="connsiteY57" fmla="*/ 36121 h 148048"/>
                <a:gd name="connsiteX58" fmla="*/ 564946 w 2912392"/>
                <a:gd name="connsiteY58" fmla="*/ 37513 h 148048"/>
                <a:gd name="connsiteX59" fmla="*/ 574687 w 2912392"/>
                <a:gd name="connsiteY59" fmla="*/ 38864 h 148048"/>
                <a:gd name="connsiteX60" fmla="*/ 584428 w 2912392"/>
                <a:gd name="connsiteY60" fmla="*/ 40169 h 148048"/>
                <a:gd name="connsiteX61" fmla="*/ 594167 w 2912392"/>
                <a:gd name="connsiteY61" fmla="*/ 41427 h 148048"/>
                <a:gd name="connsiteX62" fmla="*/ 603908 w 2912392"/>
                <a:gd name="connsiteY62" fmla="*/ 42628 h 148048"/>
                <a:gd name="connsiteX63" fmla="*/ 613649 w 2912392"/>
                <a:gd name="connsiteY63" fmla="*/ 43767 h 148048"/>
                <a:gd name="connsiteX64" fmla="*/ 623388 w 2912392"/>
                <a:gd name="connsiteY64" fmla="*/ 44843 h 148048"/>
                <a:gd name="connsiteX65" fmla="*/ 633129 w 2912392"/>
                <a:gd name="connsiteY65" fmla="*/ 45850 h 148048"/>
                <a:gd name="connsiteX66" fmla="*/ 642870 w 2912392"/>
                <a:gd name="connsiteY66" fmla="*/ 46781 h 148048"/>
                <a:gd name="connsiteX67" fmla="*/ 652610 w 2912392"/>
                <a:gd name="connsiteY67" fmla="*/ 47634 h 148048"/>
                <a:gd name="connsiteX68" fmla="*/ 662351 w 2912392"/>
                <a:gd name="connsiteY68" fmla="*/ 48405 h 148048"/>
                <a:gd name="connsiteX69" fmla="*/ 672092 w 2912392"/>
                <a:gd name="connsiteY69" fmla="*/ 49089 h 148048"/>
                <a:gd name="connsiteX70" fmla="*/ 681831 w 2912392"/>
                <a:gd name="connsiteY70" fmla="*/ 49685 h 148048"/>
                <a:gd name="connsiteX71" fmla="*/ 691572 w 2912392"/>
                <a:gd name="connsiteY71" fmla="*/ 50189 h 148048"/>
                <a:gd name="connsiteX72" fmla="*/ 701313 w 2912392"/>
                <a:gd name="connsiteY72" fmla="*/ 50597 h 148048"/>
                <a:gd name="connsiteX73" fmla="*/ 711052 w 2912392"/>
                <a:gd name="connsiteY73" fmla="*/ 50908 h 148048"/>
                <a:gd name="connsiteX74" fmla="*/ 720793 w 2912392"/>
                <a:gd name="connsiteY74" fmla="*/ 51121 h 148048"/>
                <a:gd name="connsiteX75" fmla="*/ 730534 w 2912392"/>
                <a:gd name="connsiteY75" fmla="*/ 51235 h 148048"/>
                <a:gd name="connsiteX76" fmla="*/ 740274 w 2912392"/>
                <a:gd name="connsiteY76" fmla="*/ 51245 h 148048"/>
                <a:gd name="connsiteX77" fmla="*/ 750015 w 2912392"/>
                <a:gd name="connsiteY77" fmla="*/ 51156 h 148048"/>
                <a:gd name="connsiteX78" fmla="*/ 759756 w 2912392"/>
                <a:gd name="connsiteY78" fmla="*/ 50963 h 148048"/>
                <a:gd name="connsiteX79" fmla="*/ 769495 w 2912392"/>
                <a:gd name="connsiteY79" fmla="*/ 50671 h 148048"/>
                <a:gd name="connsiteX80" fmla="*/ 779236 w 2912392"/>
                <a:gd name="connsiteY80" fmla="*/ 50278 h 148048"/>
                <a:gd name="connsiteX81" fmla="*/ 788977 w 2912392"/>
                <a:gd name="connsiteY81" fmla="*/ 49788 h 148048"/>
                <a:gd name="connsiteX82" fmla="*/ 798717 w 2912392"/>
                <a:gd name="connsiteY82" fmla="*/ 49199 h 148048"/>
                <a:gd name="connsiteX83" fmla="*/ 808458 w 2912392"/>
                <a:gd name="connsiteY83" fmla="*/ 48516 h 148048"/>
                <a:gd name="connsiteX84" fmla="*/ 818199 w 2912392"/>
                <a:gd name="connsiteY84" fmla="*/ 47742 h 148048"/>
                <a:gd name="connsiteX85" fmla="*/ 827938 w 2912392"/>
                <a:gd name="connsiteY85" fmla="*/ 46880 h 148048"/>
                <a:gd name="connsiteX86" fmla="*/ 837679 w 2912392"/>
                <a:gd name="connsiteY86" fmla="*/ 45932 h 148048"/>
                <a:gd name="connsiteX87" fmla="*/ 847420 w 2912392"/>
                <a:gd name="connsiteY87" fmla="*/ 44906 h 148048"/>
                <a:gd name="connsiteX88" fmla="*/ 857159 w 2912392"/>
                <a:gd name="connsiteY88" fmla="*/ 43804 h 148048"/>
                <a:gd name="connsiteX89" fmla="*/ 866900 w 2912392"/>
                <a:gd name="connsiteY89" fmla="*/ 42633 h 148048"/>
                <a:gd name="connsiteX90" fmla="*/ 876641 w 2912392"/>
                <a:gd name="connsiteY90" fmla="*/ 41397 h 148048"/>
                <a:gd name="connsiteX91" fmla="*/ 886381 w 2912392"/>
                <a:gd name="connsiteY91" fmla="*/ 40104 h 148048"/>
                <a:gd name="connsiteX92" fmla="*/ 896122 w 2912392"/>
                <a:gd name="connsiteY92" fmla="*/ 38757 h 148048"/>
                <a:gd name="connsiteX93" fmla="*/ 905863 w 2912392"/>
                <a:gd name="connsiteY93" fmla="*/ 37367 h 148048"/>
                <a:gd name="connsiteX94" fmla="*/ 915602 w 2912392"/>
                <a:gd name="connsiteY94" fmla="*/ 35939 h 148048"/>
                <a:gd name="connsiteX95" fmla="*/ 925343 w 2912392"/>
                <a:gd name="connsiteY95" fmla="*/ 34482 h 148048"/>
                <a:gd name="connsiteX96" fmla="*/ 935084 w 2912392"/>
                <a:gd name="connsiteY96" fmla="*/ 33001 h 148048"/>
                <a:gd name="connsiteX97" fmla="*/ 944824 w 2912392"/>
                <a:gd name="connsiteY97" fmla="*/ 31507 h 148048"/>
                <a:gd name="connsiteX98" fmla="*/ 954564 w 2912392"/>
                <a:gd name="connsiteY98" fmla="*/ 30008 h 148048"/>
                <a:gd name="connsiteX99" fmla="*/ 964305 w 2912392"/>
                <a:gd name="connsiteY99" fmla="*/ 28511 h 148048"/>
                <a:gd name="connsiteX100" fmla="*/ 974045 w 2912392"/>
                <a:gd name="connsiteY100" fmla="*/ 27024 h 148048"/>
                <a:gd name="connsiteX101" fmla="*/ 983786 w 2912392"/>
                <a:gd name="connsiteY101" fmla="*/ 25558 h 148048"/>
                <a:gd name="connsiteX102" fmla="*/ 993522 w 2912392"/>
                <a:gd name="connsiteY102" fmla="*/ 24121 h 148048"/>
                <a:gd name="connsiteX103" fmla="*/ 1003266 w 2912392"/>
                <a:gd name="connsiteY103" fmla="*/ 22722 h 148048"/>
                <a:gd name="connsiteX104" fmla="*/ 1013010 w 2912392"/>
                <a:gd name="connsiteY104" fmla="*/ 21370 h 148048"/>
                <a:gd name="connsiteX105" fmla="*/ 1022754 w 2912392"/>
                <a:gd name="connsiteY105" fmla="*/ 20073 h 148048"/>
                <a:gd name="connsiteX106" fmla="*/ 1032483 w 2912392"/>
                <a:gd name="connsiteY106" fmla="*/ 18841 h 148048"/>
                <a:gd name="connsiteX107" fmla="*/ 1042227 w 2912392"/>
                <a:gd name="connsiteY107" fmla="*/ 17682 h 148048"/>
                <a:gd name="connsiteX108" fmla="*/ 1051971 w 2912392"/>
                <a:gd name="connsiteY108" fmla="*/ 16605 h 148048"/>
                <a:gd name="connsiteX109" fmla="*/ 1061715 w 2912392"/>
                <a:gd name="connsiteY109" fmla="*/ 15619 h 148048"/>
                <a:gd name="connsiteX110" fmla="*/ 1071444 w 2912392"/>
                <a:gd name="connsiteY110" fmla="*/ 14729 h 148048"/>
                <a:gd name="connsiteX111" fmla="*/ 1081188 w 2912392"/>
                <a:gd name="connsiteY111" fmla="*/ 13945 h 148048"/>
                <a:gd name="connsiteX112" fmla="*/ 1090932 w 2912392"/>
                <a:gd name="connsiteY112" fmla="*/ 13275 h 148048"/>
                <a:gd name="connsiteX113" fmla="*/ 1100676 w 2912392"/>
                <a:gd name="connsiteY113" fmla="*/ 12727 h 148048"/>
                <a:gd name="connsiteX114" fmla="*/ 1110405 w 2912392"/>
                <a:gd name="connsiteY114" fmla="*/ 12304 h 148048"/>
                <a:gd name="connsiteX115" fmla="*/ 1120149 w 2912392"/>
                <a:gd name="connsiteY115" fmla="*/ 12015 h 148048"/>
                <a:gd name="connsiteX116" fmla="*/ 1129893 w 2912392"/>
                <a:gd name="connsiteY116" fmla="*/ 11866 h 148048"/>
                <a:gd name="connsiteX117" fmla="*/ 1139637 w 2912392"/>
                <a:gd name="connsiteY117" fmla="*/ 11861 h 148048"/>
                <a:gd name="connsiteX118" fmla="*/ 1149381 w 2912392"/>
                <a:gd name="connsiteY118" fmla="*/ 12006 h 148048"/>
                <a:gd name="connsiteX119" fmla="*/ 1159110 w 2912392"/>
                <a:gd name="connsiteY119" fmla="*/ 12304 h 148048"/>
                <a:gd name="connsiteX120" fmla="*/ 1168854 w 2912392"/>
                <a:gd name="connsiteY120" fmla="*/ 12760 h 148048"/>
                <a:gd name="connsiteX121" fmla="*/ 1178598 w 2912392"/>
                <a:gd name="connsiteY121" fmla="*/ 13376 h 148048"/>
                <a:gd name="connsiteX122" fmla="*/ 1188341 w 2912392"/>
                <a:gd name="connsiteY122" fmla="*/ 14155 h 148048"/>
                <a:gd name="connsiteX123" fmla="*/ 1198070 w 2912392"/>
                <a:gd name="connsiteY123" fmla="*/ 15099 h 148048"/>
                <a:gd name="connsiteX124" fmla="*/ 1207814 w 2912392"/>
                <a:gd name="connsiteY124" fmla="*/ 16210 h 148048"/>
                <a:gd name="connsiteX125" fmla="*/ 1217558 w 2912392"/>
                <a:gd name="connsiteY125" fmla="*/ 17487 h 148048"/>
                <a:gd name="connsiteX126" fmla="*/ 1227302 w 2912392"/>
                <a:gd name="connsiteY126" fmla="*/ 18929 h 148048"/>
                <a:gd name="connsiteX127" fmla="*/ 1237031 w 2912392"/>
                <a:gd name="connsiteY127" fmla="*/ 20538 h 148048"/>
                <a:gd name="connsiteX128" fmla="*/ 1246775 w 2912392"/>
                <a:gd name="connsiteY128" fmla="*/ 22310 h 148048"/>
                <a:gd name="connsiteX129" fmla="*/ 1256519 w 2912392"/>
                <a:gd name="connsiteY129" fmla="*/ 24244 h 148048"/>
                <a:gd name="connsiteX130" fmla="*/ 1266263 w 2912392"/>
                <a:gd name="connsiteY130" fmla="*/ 26337 h 148048"/>
                <a:gd name="connsiteX131" fmla="*/ 1276007 w 2912392"/>
                <a:gd name="connsiteY131" fmla="*/ 28585 h 148048"/>
                <a:gd name="connsiteX132" fmla="*/ 1285736 w 2912392"/>
                <a:gd name="connsiteY132" fmla="*/ 30982 h 148048"/>
                <a:gd name="connsiteX133" fmla="*/ 1295480 w 2912392"/>
                <a:gd name="connsiteY133" fmla="*/ 33527 h 148048"/>
                <a:gd name="connsiteX134" fmla="*/ 1305224 w 2912392"/>
                <a:gd name="connsiteY134" fmla="*/ 36212 h 148048"/>
                <a:gd name="connsiteX135" fmla="*/ 1314968 w 2912392"/>
                <a:gd name="connsiteY135" fmla="*/ 39029 h 148048"/>
                <a:gd name="connsiteX136" fmla="*/ 1324697 w 2912392"/>
                <a:gd name="connsiteY136" fmla="*/ 41975 h 148048"/>
                <a:gd name="connsiteX137" fmla="*/ 1334441 w 2912392"/>
                <a:gd name="connsiteY137" fmla="*/ 45040 h 148048"/>
                <a:gd name="connsiteX138" fmla="*/ 1344185 w 2912392"/>
                <a:gd name="connsiteY138" fmla="*/ 48216 h 148048"/>
                <a:gd name="connsiteX139" fmla="*/ 1353929 w 2912392"/>
                <a:gd name="connsiteY139" fmla="*/ 51495 h 148048"/>
                <a:gd name="connsiteX140" fmla="*/ 1363658 w 2912392"/>
                <a:gd name="connsiteY140" fmla="*/ 54869 h 148048"/>
                <a:gd name="connsiteX141" fmla="*/ 1373402 w 2912392"/>
                <a:gd name="connsiteY141" fmla="*/ 58327 h 148048"/>
                <a:gd name="connsiteX142" fmla="*/ 1383146 w 2912392"/>
                <a:gd name="connsiteY142" fmla="*/ 61858 h 148048"/>
                <a:gd name="connsiteX143" fmla="*/ 1392890 w 2912392"/>
                <a:gd name="connsiteY143" fmla="*/ 65454 h 148048"/>
                <a:gd name="connsiteX144" fmla="*/ 1402619 w 2912392"/>
                <a:gd name="connsiteY144" fmla="*/ 69103 h 148048"/>
                <a:gd name="connsiteX145" fmla="*/ 1412363 w 2912392"/>
                <a:gd name="connsiteY145" fmla="*/ 72795 h 148048"/>
                <a:gd name="connsiteX146" fmla="*/ 1422106 w 2912392"/>
                <a:gd name="connsiteY146" fmla="*/ 76517 h 148048"/>
                <a:gd name="connsiteX147" fmla="*/ 1431850 w 2912392"/>
                <a:gd name="connsiteY147" fmla="*/ 80258 h 148048"/>
                <a:gd name="connsiteX148" fmla="*/ 1441594 w 2912392"/>
                <a:gd name="connsiteY148" fmla="*/ 84006 h 148048"/>
                <a:gd name="connsiteX149" fmla="*/ 1451323 w 2912392"/>
                <a:gd name="connsiteY149" fmla="*/ 87752 h 148048"/>
                <a:gd name="connsiteX150" fmla="*/ 1461067 w 2912392"/>
                <a:gd name="connsiteY150" fmla="*/ 91480 h 148048"/>
                <a:gd name="connsiteX151" fmla="*/ 1470811 w 2912392"/>
                <a:gd name="connsiteY151" fmla="*/ 95181 h 148048"/>
                <a:gd name="connsiteX152" fmla="*/ 1480555 w 2912392"/>
                <a:gd name="connsiteY152" fmla="*/ 98840 h 148048"/>
                <a:gd name="connsiteX153" fmla="*/ 1490284 w 2912392"/>
                <a:gd name="connsiteY153" fmla="*/ 102447 h 148048"/>
                <a:gd name="connsiteX154" fmla="*/ 1500028 w 2912392"/>
                <a:gd name="connsiteY154" fmla="*/ 105990 h 148048"/>
                <a:gd name="connsiteX155" fmla="*/ 1509772 w 2912392"/>
                <a:gd name="connsiteY155" fmla="*/ 109458 h 148048"/>
                <a:gd name="connsiteX156" fmla="*/ 1519516 w 2912392"/>
                <a:gd name="connsiteY156" fmla="*/ 112837 h 148048"/>
                <a:gd name="connsiteX157" fmla="*/ 1529245 w 2912392"/>
                <a:gd name="connsiteY157" fmla="*/ 116120 h 148048"/>
                <a:gd name="connsiteX158" fmla="*/ 1538989 w 2912392"/>
                <a:gd name="connsiteY158" fmla="*/ 119290 h 148048"/>
                <a:gd name="connsiteX159" fmla="*/ 1548733 w 2912392"/>
                <a:gd name="connsiteY159" fmla="*/ 122342 h 148048"/>
                <a:gd name="connsiteX160" fmla="*/ 1558477 w 2912392"/>
                <a:gd name="connsiteY160" fmla="*/ 125263 h 148048"/>
                <a:gd name="connsiteX161" fmla="*/ 1568221 w 2912392"/>
                <a:gd name="connsiteY161" fmla="*/ 128043 h 148048"/>
                <a:gd name="connsiteX162" fmla="*/ 1577950 w 2912392"/>
                <a:gd name="connsiteY162" fmla="*/ 130675 h 148048"/>
                <a:gd name="connsiteX163" fmla="*/ 1587694 w 2912392"/>
                <a:gd name="connsiteY163" fmla="*/ 133146 h 148048"/>
                <a:gd name="connsiteX164" fmla="*/ 1597438 w 2912392"/>
                <a:gd name="connsiteY164" fmla="*/ 135451 h 148048"/>
                <a:gd name="connsiteX165" fmla="*/ 1607182 w 2912392"/>
                <a:gd name="connsiteY165" fmla="*/ 137582 h 148048"/>
                <a:gd name="connsiteX166" fmla="*/ 1616911 w 2912392"/>
                <a:gd name="connsiteY166" fmla="*/ 139530 h 148048"/>
                <a:gd name="connsiteX167" fmla="*/ 1626655 w 2912392"/>
                <a:gd name="connsiteY167" fmla="*/ 141292 h 148048"/>
                <a:gd name="connsiteX168" fmla="*/ 1636399 w 2912392"/>
                <a:gd name="connsiteY168" fmla="*/ 142857 h 148048"/>
                <a:gd name="connsiteX169" fmla="*/ 1646142 w 2912392"/>
                <a:gd name="connsiteY169" fmla="*/ 144225 h 148048"/>
                <a:gd name="connsiteX170" fmla="*/ 1655872 w 2912392"/>
                <a:gd name="connsiteY170" fmla="*/ 145387 h 148048"/>
                <a:gd name="connsiteX171" fmla="*/ 1665616 w 2912392"/>
                <a:gd name="connsiteY171" fmla="*/ 146344 h 148048"/>
                <a:gd name="connsiteX172" fmla="*/ 1675359 w 2912392"/>
                <a:gd name="connsiteY172" fmla="*/ 147090 h 148048"/>
                <a:gd name="connsiteX173" fmla="*/ 1685103 w 2912392"/>
                <a:gd name="connsiteY173" fmla="*/ 147624 h 148048"/>
                <a:gd name="connsiteX174" fmla="*/ 1694832 w 2912392"/>
                <a:gd name="connsiteY174" fmla="*/ 147942 h 148048"/>
                <a:gd name="connsiteX175" fmla="*/ 1704576 w 2912392"/>
                <a:gd name="connsiteY175" fmla="*/ 148048 h 148048"/>
                <a:gd name="connsiteX176" fmla="*/ 1714320 w 2912392"/>
                <a:gd name="connsiteY176" fmla="*/ 147939 h 148048"/>
                <a:gd name="connsiteX177" fmla="*/ 1724064 w 2912392"/>
                <a:gd name="connsiteY177" fmla="*/ 147616 h 148048"/>
                <a:gd name="connsiteX178" fmla="*/ 1733808 w 2912392"/>
                <a:gd name="connsiteY178" fmla="*/ 147083 h 148048"/>
                <a:gd name="connsiteX179" fmla="*/ 1743537 w 2912392"/>
                <a:gd name="connsiteY179" fmla="*/ 146339 h 148048"/>
                <a:gd name="connsiteX180" fmla="*/ 1753281 w 2912392"/>
                <a:gd name="connsiteY180" fmla="*/ 145390 h 148048"/>
                <a:gd name="connsiteX181" fmla="*/ 1763025 w 2912392"/>
                <a:gd name="connsiteY181" fmla="*/ 144240 h 148048"/>
                <a:gd name="connsiteX182" fmla="*/ 1772769 w 2912392"/>
                <a:gd name="connsiteY182" fmla="*/ 142892 h 148048"/>
                <a:gd name="connsiteX183" fmla="*/ 1782498 w 2912392"/>
                <a:gd name="connsiteY183" fmla="*/ 141353 h 148048"/>
                <a:gd name="connsiteX184" fmla="*/ 1792242 w 2912392"/>
                <a:gd name="connsiteY184" fmla="*/ 139629 h 148048"/>
                <a:gd name="connsiteX185" fmla="*/ 1801986 w 2912392"/>
                <a:gd name="connsiteY185" fmla="*/ 137726 h 148048"/>
                <a:gd name="connsiteX186" fmla="*/ 1811730 w 2912392"/>
                <a:gd name="connsiteY186" fmla="*/ 135652 h 148048"/>
                <a:gd name="connsiteX187" fmla="*/ 1821459 w 2912392"/>
                <a:gd name="connsiteY187" fmla="*/ 133416 h 148048"/>
                <a:gd name="connsiteX188" fmla="*/ 1831203 w 2912392"/>
                <a:gd name="connsiteY188" fmla="*/ 131026 h 148048"/>
                <a:gd name="connsiteX189" fmla="*/ 1840947 w 2912392"/>
                <a:gd name="connsiteY189" fmla="*/ 128492 h 148048"/>
                <a:gd name="connsiteX190" fmla="*/ 1850691 w 2912392"/>
                <a:gd name="connsiteY190" fmla="*/ 125822 h 148048"/>
                <a:gd name="connsiteX191" fmla="*/ 1860435 w 2912392"/>
                <a:gd name="connsiteY191" fmla="*/ 123028 h 148048"/>
                <a:gd name="connsiteX192" fmla="*/ 1870164 w 2912392"/>
                <a:gd name="connsiteY192" fmla="*/ 120120 h 148048"/>
                <a:gd name="connsiteX193" fmla="*/ 1879908 w 2912392"/>
                <a:gd name="connsiteY193" fmla="*/ 117109 h 148048"/>
                <a:gd name="connsiteX194" fmla="*/ 1889652 w 2912392"/>
                <a:gd name="connsiteY194" fmla="*/ 114008 h 148048"/>
                <a:gd name="connsiteX195" fmla="*/ 1899395 w 2912392"/>
                <a:gd name="connsiteY195" fmla="*/ 110826 h 148048"/>
                <a:gd name="connsiteX196" fmla="*/ 1909124 w 2912392"/>
                <a:gd name="connsiteY196" fmla="*/ 107578 h 148048"/>
                <a:gd name="connsiteX197" fmla="*/ 1918868 w 2912392"/>
                <a:gd name="connsiteY197" fmla="*/ 104275 h 148048"/>
                <a:gd name="connsiteX198" fmla="*/ 1928612 w 2912392"/>
                <a:gd name="connsiteY198" fmla="*/ 100929 h 148048"/>
                <a:gd name="connsiteX199" fmla="*/ 1938356 w 2912392"/>
                <a:gd name="connsiteY199" fmla="*/ 97553 h 148048"/>
                <a:gd name="connsiteX200" fmla="*/ 1948085 w 2912392"/>
                <a:gd name="connsiteY200" fmla="*/ 94160 h 148048"/>
                <a:gd name="connsiteX201" fmla="*/ 1957829 w 2912392"/>
                <a:gd name="connsiteY201" fmla="*/ 90762 h 148048"/>
                <a:gd name="connsiteX202" fmla="*/ 1967573 w 2912392"/>
                <a:gd name="connsiteY202" fmla="*/ 87372 h 148048"/>
                <a:gd name="connsiteX203" fmla="*/ 1977317 w 2912392"/>
                <a:gd name="connsiteY203" fmla="*/ 84002 h 148048"/>
                <a:gd name="connsiteX204" fmla="*/ 1987046 w 2912392"/>
                <a:gd name="connsiteY204" fmla="*/ 80666 h 148048"/>
                <a:gd name="connsiteX205" fmla="*/ 1996790 w 2912392"/>
                <a:gd name="connsiteY205" fmla="*/ 77375 h 148048"/>
                <a:gd name="connsiteX206" fmla="*/ 2006534 w 2912392"/>
                <a:gd name="connsiteY206" fmla="*/ 74140 h 148048"/>
                <a:gd name="connsiteX207" fmla="*/ 2016278 w 2912392"/>
                <a:gd name="connsiteY207" fmla="*/ 70976 h 148048"/>
                <a:gd name="connsiteX208" fmla="*/ 2026022 w 2912392"/>
                <a:gd name="connsiteY208" fmla="*/ 67892 h 148048"/>
                <a:gd name="connsiteX209" fmla="*/ 2035751 w 2912392"/>
                <a:gd name="connsiteY209" fmla="*/ 64899 h 148048"/>
                <a:gd name="connsiteX210" fmla="*/ 2045495 w 2912392"/>
                <a:gd name="connsiteY210" fmla="*/ 62008 h 148048"/>
                <a:gd name="connsiteX211" fmla="*/ 2055239 w 2912392"/>
                <a:gd name="connsiteY211" fmla="*/ 59231 h 148048"/>
                <a:gd name="connsiteX212" fmla="*/ 2064983 w 2912392"/>
                <a:gd name="connsiteY212" fmla="*/ 56577 h 148048"/>
                <a:gd name="connsiteX213" fmla="*/ 2074712 w 2912392"/>
                <a:gd name="connsiteY213" fmla="*/ 54054 h 148048"/>
                <a:gd name="connsiteX214" fmla="*/ 2084456 w 2912392"/>
                <a:gd name="connsiteY214" fmla="*/ 51673 h 148048"/>
                <a:gd name="connsiteX215" fmla="*/ 2094200 w 2912392"/>
                <a:gd name="connsiteY215" fmla="*/ 49439 h 148048"/>
                <a:gd name="connsiteX216" fmla="*/ 2103944 w 2912392"/>
                <a:gd name="connsiteY216" fmla="*/ 47362 h 148048"/>
                <a:gd name="connsiteX217" fmla="*/ 2113673 w 2912392"/>
                <a:gd name="connsiteY217" fmla="*/ 45449 h 148048"/>
                <a:gd name="connsiteX218" fmla="*/ 2123417 w 2912392"/>
                <a:gd name="connsiteY218" fmla="*/ 43708 h 148048"/>
                <a:gd name="connsiteX219" fmla="*/ 2133161 w 2912392"/>
                <a:gd name="connsiteY219" fmla="*/ 42140 h 148048"/>
                <a:gd name="connsiteX220" fmla="*/ 2142905 w 2912392"/>
                <a:gd name="connsiteY220" fmla="*/ 40753 h 148048"/>
                <a:gd name="connsiteX221" fmla="*/ 2152649 w 2912392"/>
                <a:gd name="connsiteY221" fmla="*/ 39551 h 148048"/>
                <a:gd name="connsiteX222" fmla="*/ 2162377 w 2912392"/>
                <a:gd name="connsiteY222" fmla="*/ 38538 h 148048"/>
                <a:gd name="connsiteX223" fmla="*/ 2172121 w 2912392"/>
                <a:gd name="connsiteY223" fmla="*/ 37715 h 148048"/>
                <a:gd name="connsiteX224" fmla="*/ 2181865 w 2912392"/>
                <a:gd name="connsiteY224" fmla="*/ 37087 h 148048"/>
                <a:gd name="connsiteX225" fmla="*/ 2191609 w 2912392"/>
                <a:gd name="connsiteY225" fmla="*/ 36651 h 148048"/>
                <a:gd name="connsiteX226" fmla="*/ 2201338 w 2912392"/>
                <a:gd name="connsiteY226" fmla="*/ 36412 h 148048"/>
                <a:gd name="connsiteX227" fmla="*/ 2211082 w 2912392"/>
                <a:gd name="connsiteY227" fmla="*/ 36368 h 148048"/>
                <a:gd name="connsiteX228" fmla="*/ 2220826 w 2912392"/>
                <a:gd name="connsiteY228" fmla="*/ 36517 h 148048"/>
                <a:gd name="connsiteX229" fmla="*/ 2230570 w 2912392"/>
                <a:gd name="connsiteY229" fmla="*/ 36859 h 148048"/>
                <a:gd name="connsiteX230" fmla="*/ 2240299 w 2912392"/>
                <a:gd name="connsiteY230" fmla="*/ 37390 h 148048"/>
                <a:gd name="connsiteX231" fmla="*/ 2250043 w 2912392"/>
                <a:gd name="connsiteY231" fmla="*/ 38109 h 148048"/>
                <a:gd name="connsiteX232" fmla="*/ 2259787 w 2912392"/>
                <a:gd name="connsiteY232" fmla="*/ 39010 h 148048"/>
                <a:gd name="connsiteX233" fmla="*/ 2269531 w 2912392"/>
                <a:gd name="connsiteY233" fmla="*/ 40090 h 148048"/>
                <a:gd name="connsiteX234" fmla="*/ 2279260 w 2912392"/>
                <a:gd name="connsiteY234" fmla="*/ 41343 h 148048"/>
                <a:gd name="connsiteX235" fmla="*/ 2289004 w 2912392"/>
                <a:gd name="connsiteY235" fmla="*/ 42763 h 148048"/>
                <a:gd name="connsiteX236" fmla="*/ 2298748 w 2912392"/>
                <a:gd name="connsiteY236" fmla="*/ 44344 h 148048"/>
                <a:gd name="connsiteX237" fmla="*/ 2308492 w 2912392"/>
                <a:gd name="connsiteY237" fmla="*/ 46080 h 148048"/>
                <a:gd name="connsiteX238" fmla="*/ 2318236 w 2912392"/>
                <a:gd name="connsiteY238" fmla="*/ 47960 h 148048"/>
                <a:gd name="connsiteX239" fmla="*/ 2327965 w 2912392"/>
                <a:gd name="connsiteY239" fmla="*/ 49979 h 148048"/>
                <a:gd name="connsiteX240" fmla="*/ 2337709 w 2912392"/>
                <a:gd name="connsiteY240" fmla="*/ 52126 h 148048"/>
                <a:gd name="connsiteX241" fmla="*/ 2347453 w 2912392"/>
                <a:gd name="connsiteY241" fmla="*/ 54393 h 148048"/>
                <a:gd name="connsiteX242" fmla="*/ 2357197 w 2912392"/>
                <a:gd name="connsiteY242" fmla="*/ 56771 h 148048"/>
                <a:gd name="connsiteX243" fmla="*/ 2366926 w 2912392"/>
                <a:gd name="connsiteY243" fmla="*/ 59247 h 148048"/>
                <a:gd name="connsiteX244" fmla="*/ 2376670 w 2912392"/>
                <a:gd name="connsiteY244" fmla="*/ 61814 h 148048"/>
                <a:gd name="connsiteX245" fmla="*/ 2386413 w 2912392"/>
                <a:gd name="connsiteY245" fmla="*/ 64460 h 148048"/>
                <a:gd name="connsiteX246" fmla="*/ 2396157 w 2912392"/>
                <a:gd name="connsiteY246" fmla="*/ 67174 h 148048"/>
                <a:gd name="connsiteX247" fmla="*/ 2405886 w 2912392"/>
                <a:gd name="connsiteY247" fmla="*/ 69942 h 148048"/>
                <a:gd name="connsiteX248" fmla="*/ 2415630 w 2912392"/>
                <a:gd name="connsiteY248" fmla="*/ 72755 h 148048"/>
                <a:gd name="connsiteX249" fmla="*/ 2425374 w 2912392"/>
                <a:gd name="connsiteY249" fmla="*/ 75600 h 148048"/>
                <a:gd name="connsiteX250" fmla="*/ 2435118 w 2912392"/>
                <a:gd name="connsiteY250" fmla="*/ 78467 h 148048"/>
                <a:gd name="connsiteX251" fmla="*/ 2444862 w 2912392"/>
                <a:gd name="connsiteY251" fmla="*/ 81341 h 148048"/>
                <a:gd name="connsiteX252" fmla="*/ 2454591 w 2912392"/>
                <a:gd name="connsiteY252" fmla="*/ 84211 h 148048"/>
                <a:gd name="connsiteX253" fmla="*/ 2464335 w 2912392"/>
                <a:gd name="connsiteY253" fmla="*/ 87065 h 148048"/>
                <a:gd name="connsiteX254" fmla="*/ 2474079 w 2912392"/>
                <a:gd name="connsiteY254" fmla="*/ 89890 h 148048"/>
                <a:gd name="connsiteX255" fmla="*/ 2483823 w 2912392"/>
                <a:gd name="connsiteY255" fmla="*/ 92675 h 148048"/>
                <a:gd name="connsiteX256" fmla="*/ 2493552 w 2912392"/>
                <a:gd name="connsiteY256" fmla="*/ 95406 h 148048"/>
                <a:gd name="connsiteX257" fmla="*/ 2503296 w 2912392"/>
                <a:gd name="connsiteY257" fmla="*/ 98071 h 148048"/>
                <a:gd name="connsiteX258" fmla="*/ 2513040 w 2912392"/>
                <a:gd name="connsiteY258" fmla="*/ 100661 h 148048"/>
                <a:gd name="connsiteX259" fmla="*/ 2522784 w 2912392"/>
                <a:gd name="connsiteY259" fmla="*/ 103159 h 148048"/>
                <a:gd name="connsiteX260" fmla="*/ 2532513 w 2912392"/>
                <a:gd name="connsiteY260" fmla="*/ 105559 h 148048"/>
                <a:gd name="connsiteX261" fmla="*/ 2542257 w 2912392"/>
                <a:gd name="connsiteY261" fmla="*/ 107846 h 148048"/>
                <a:gd name="connsiteX262" fmla="*/ 2552001 w 2912392"/>
                <a:gd name="connsiteY262" fmla="*/ 110011 h 148048"/>
                <a:gd name="connsiteX263" fmla="*/ 2561745 w 2912392"/>
                <a:gd name="connsiteY263" fmla="*/ 112042 h 148048"/>
                <a:gd name="connsiteX264" fmla="*/ 2571474 w 2912392"/>
                <a:gd name="connsiteY264" fmla="*/ 113928 h 148048"/>
                <a:gd name="connsiteX265" fmla="*/ 2581218 w 2912392"/>
                <a:gd name="connsiteY265" fmla="*/ 115661 h 148048"/>
                <a:gd name="connsiteX266" fmla="*/ 2590962 w 2912392"/>
                <a:gd name="connsiteY266" fmla="*/ 117230 h 148048"/>
                <a:gd name="connsiteX267" fmla="*/ 2600705 w 2912392"/>
                <a:gd name="connsiteY267" fmla="*/ 118626 h 148048"/>
                <a:gd name="connsiteX268" fmla="*/ 2610449 w 2912392"/>
                <a:gd name="connsiteY268" fmla="*/ 119840 h 148048"/>
                <a:gd name="connsiteX269" fmla="*/ 2620178 w 2912392"/>
                <a:gd name="connsiteY269" fmla="*/ 120864 h 148048"/>
                <a:gd name="connsiteX270" fmla="*/ 2629922 w 2912392"/>
                <a:gd name="connsiteY270" fmla="*/ 121689 h 148048"/>
                <a:gd name="connsiteX271" fmla="*/ 2639666 w 2912392"/>
                <a:gd name="connsiteY271" fmla="*/ 122310 h 148048"/>
                <a:gd name="connsiteX272" fmla="*/ 2649410 w 2912392"/>
                <a:gd name="connsiteY272" fmla="*/ 122718 h 148048"/>
                <a:gd name="connsiteX273" fmla="*/ 2659139 w 2912392"/>
                <a:gd name="connsiteY273" fmla="*/ 122908 h 148048"/>
                <a:gd name="connsiteX274" fmla="*/ 2668883 w 2912392"/>
                <a:gd name="connsiteY274" fmla="*/ 122873 h 148048"/>
                <a:gd name="connsiteX275" fmla="*/ 2678627 w 2912392"/>
                <a:gd name="connsiteY275" fmla="*/ 122610 h 148048"/>
                <a:gd name="connsiteX276" fmla="*/ 2688371 w 2912392"/>
                <a:gd name="connsiteY276" fmla="*/ 122112 h 148048"/>
                <a:gd name="connsiteX277" fmla="*/ 2698100 w 2912392"/>
                <a:gd name="connsiteY277" fmla="*/ 121376 h 148048"/>
                <a:gd name="connsiteX278" fmla="*/ 2707844 w 2912392"/>
                <a:gd name="connsiteY278" fmla="*/ 120397 h 148048"/>
                <a:gd name="connsiteX279" fmla="*/ 2717588 w 2912392"/>
                <a:gd name="connsiteY279" fmla="*/ 119175 h 148048"/>
                <a:gd name="connsiteX280" fmla="*/ 2727332 w 2912392"/>
                <a:gd name="connsiteY280" fmla="*/ 117706 h 148048"/>
                <a:gd name="connsiteX281" fmla="*/ 2737076 w 2912392"/>
                <a:gd name="connsiteY281" fmla="*/ 115990 h 148048"/>
                <a:gd name="connsiteX282" fmla="*/ 2746805 w 2912392"/>
                <a:gd name="connsiteY282" fmla="*/ 114023 h 148048"/>
                <a:gd name="connsiteX283" fmla="*/ 2756549 w 2912392"/>
                <a:gd name="connsiteY283" fmla="*/ 111806 h 148048"/>
                <a:gd name="connsiteX284" fmla="*/ 2766293 w 2912392"/>
                <a:gd name="connsiteY284" fmla="*/ 109341 h 148048"/>
                <a:gd name="connsiteX285" fmla="*/ 2776037 w 2912392"/>
                <a:gd name="connsiteY285" fmla="*/ 106626 h 148048"/>
                <a:gd name="connsiteX286" fmla="*/ 2785766 w 2912392"/>
                <a:gd name="connsiteY286" fmla="*/ 103666 h 148048"/>
                <a:gd name="connsiteX287" fmla="*/ 2795510 w 2912392"/>
                <a:gd name="connsiteY287" fmla="*/ 100458 h 148048"/>
                <a:gd name="connsiteX288" fmla="*/ 2805254 w 2912392"/>
                <a:gd name="connsiteY288" fmla="*/ 97009 h 148048"/>
                <a:gd name="connsiteX289" fmla="*/ 2814998 w 2912392"/>
                <a:gd name="connsiteY289" fmla="*/ 93320 h 148048"/>
                <a:gd name="connsiteX290" fmla="*/ 2824727 w 2912392"/>
                <a:gd name="connsiteY290" fmla="*/ 89397 h 148048"/>
                <a:gd name="connsiteX291" fmla="*/ 2834471 w 2912392"/>
                <a:gd name="connsiteY291" fmla="*/ 85242 h 148048"/>
                <a:gd name="connsiteX292" fmla="*/ 2844215 w 2912392"/>
                <a:gd name="connsiteY292" fmla="*/ 80860 h 148048"/>
                <a:gd name="connsiteX293" fmla="*/ 2853958 w 2912392"/>
                <a:gd name="connsiteY293" fmla="*/ 76259 h 148048"/>
                <a:gd name="connsiteX294" fmla="*/ 2863687 w 2912392"/>
                <a:gd name="connsiteY294" fmla="*/ 71442 h 148048"/>
                <a:gd name="connsiteX295" fmla="*/ 2873431 w 2912392"/>
                <a:gd name="connsiteY295" fmla="*/ 66418 h 148048"/>
                <a:gd name="connsiteX296" fmla="*/ 2883175 w 2912392"/>
                <a:gd name="connsiteY296" fmla="*/ 61195 h 148048"/>
                <a:gd name="connsiteX297" fmla="*/ 2892919 w 2912392"/>
                <a:gd name="connsiteY297" fmla="*/ 55776 h 148048"/>
                <a:gd name="connsiteX298" fmla="*/ 2902663 w 2912392"/>
                <a:gd name="connsiteY298" fmla="*/ 50174 h 148048"/>
                <a:gd name="connsiteX299" fmla="*/ 2912392 w 2912392"/>
                <a:gd name="connsiteY299" fmla="*/ 44396 h 148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148048">
                  <a:moveTo>
                    <a:pt x="0" y="14544"/>
                  </a:moveTo>
                  <a:lnTo>
                    <a:pt x="9739" y="13425"/>
                  </a:lnTo>
                  <a:lnTo>
                    <a:pt x="19480" y="12330"/>
                  </a:lnTo>
                  <a:lnTo>
                    <a:pt x="29221" y="11264"/>
                  </a:lnTo>
                  <a:lnTo>
                    <a:pt x="38961" y="10227"/>
                  </a:lnTo>
                  <a:lnTo>
                    <a:pt x="48702" y="9222"/>
                  </a:lnTo>
                  <a:lnTo>
                    <a:pt x="58443" y="8256"/>
                  </a:lnTo>
                  <a:lnTo>
                    <a:pt x="68182" y="7329"/>
                  </a:lnTo>
                  <a:lnTo>
                    <a:pt x="77923" y="6445"/>
                  </a:lnTo>
                  <a:lnTo>
                    <a:pt x="87664" y="5606"/>
                  </a:lnTo>
                  <a:lnTo>
                    <a:pt x="97404" y="4818"/>
                  </a:lnTo>
                  <a:lnTo>
                    <a:pt x="107145" y="4079"/>
                  </a:lnTo>
                  <a:lnTo>
                    <a:pt x="116886" y="3395"/>
                  </a:lnTo>
                  <a:lnTo>
                    <a:pt x="126625" y="2768"/>
                  </a:lnTo>
                  <a:lnTo>
                    <a:pt x="136366" y="2199"/>
                  </a:lnTo>
                  <a:lnTo>
                    <a:pt x="146107" y="1691"/>
                  </a:lnTo>
                  <a:lnTo>
                    <a:pt x="155846" y="1246"/>
                  </a:lnTo>
                  <a:lnTo>
                    <a:pt x="165587" y="867"/>
                  </a:lnTo>
                  <a:lnTo>
                    <a:pt x="175328" y="554"/>
                  </a:lnTo>
                  <a:lnTo>
                    <a:pt x="185068" y="310"/>
                  </a:lnTo>
                  <a:lnTo>
                    <a:pt x="194809" y="134"/>
                  </a:lnTo>
                  <a:lnTo>
                    <a:pt x="204550" y="31"/>
                  </a:lnTo>
                  <a:lnTo>
                    <a:pt x="214289" y="0"/>
                  </a:lnTo>
                  <a:lnTo>
                    <a:pt x="224030" y="42"/>
                  </a:lnTo>
                  <a:lnTo>
                    <a:pt x="233771" y="156"/>
                  </a:lnTo>
                  <a:lnTo>
                    <a:pt x="243510" y="347"/>
                  </a:lnTo>
                  <a:lnTo>
                    <a:pt x="253251" y="611"/>
                  </a:lnTo>
                  <a:lnTo>
                    <a:pt x="262992" y="949"/>
                  </a:lnTo>
                  <a:lnTo>
                    <a:pt x="272732" y="1362"/>
                  </a:lnTo>
                  <a:lnTo>
                    <a:pt x="282473" y="1849"/>
                  </a:lnTo>
                  <a:lnTo>
                    <a:pt x="292214" y="2408"/>
                  </a:lnTo>
                  <a:lnTo>
                    <a:pt x="301953" y="3039"/>
                  </a:lnTo>
                  <a:lnTo>
                    <a:pt x="311694" y="3743"/>
                  </a:lnTo>
                  <a:lnTo>
                    <a:pt x="321435" y="4514"/>
                  </a:lnTo>
                  <a:lnTo>
                    <a:pt x="331175" y="5355"/>
                  </a:lnTo>
                  <a:lnTo>
                    <a:pt x="340916" y="6262"/>
                  </a:lnTo>
                  <a:lnTo>
                    <a:pt x="350656" y="7232"/>
                  </a:lnTo>
                  <a:lnTo>
                    <a:pt x="360396" y="8264"/>
                  </a:lnTo>
                  <a:lnTo>
                    <a:pt x="370137" y="9355"/>
                  </a:lnTo>
                  <a:lnTo>
                    <a:pt x="379878" y="10501"/>
                  </a:lnTo>
                  <a:lnTo>
                    <a:pt x="389617" y="11700"/>
                  </a:lnTo>
                  <a:lnTo>
                    <a:pt x="399358" y="12950"/>
                  </a:lnTo>
                  <a:lnTo>
                    <a:pt x="409099" y="14245"/>
                  </a:lnTo>
                  <a:lnTo>
                    <a:pt x="418839" y="15581"/>
                  </a:lnTo>
                  <a:lnTo>
                    <a:pt x="428580" y="16957"/>
                  </a:lnTo>
                  <a:lnTo>
                    <a:pt x="438321" y="18364"/>
                  </a:lnTo>
                  <a:lnTo>
                    <a:pt x="448060" y="19802"/>
                  </a:lnTo>
                  <a:lnTo>
                    <a:pt x="457801" y="21265"/>
                  </a:lnTo>
                  <a:lnTo>
                    <a:pt x="467542" y="22746"/>
                  </a:lnTo>
                  <a:lnTo>
                    <a:pt x="477281" y="24244"/>
                  </a:lnTo>
                  <a:lnTo>
                    <a:pt x="487022" y="25751"/>
                  </a:lnTo>
                  <a:lnTo>
                    <a:pt x="496763" y="27262"/>
                  </a:lnTo>
                  <a:lnTo>
                    <a:pt x="506503" y="28773"/>
                  </a:lnTo>
                  <a:lnTo>
                    <a:pt x="516244" y="30276"/>
                  </a:lnTo>
                  <a:lnTo>
                    <a:pt x="525985" y="31769"/>
                  </a:lnTo>
                  <a:lnTo>
                    <a:pt x="535724" y="33244"/>
                  </a:lnTo>
                  <a:lnTo>
                    <a:pt x="545465" y="34697"/>
                  </a:lnTo>
                  <a:lnTo>
                    <a:pt x="555206" y="36121"/>
                  </a:lnTo>
                  <a:lnTo>
                    <a:pt x="564946" y="37513"/>
                  </a:lnTo>
                  <a:lnTo>
                    <a:pt x="574687" y="38864"/>
                  </a:lnTo>
                  <a:lnTo>
                    <a:pt x="584428" y="40169"/>
                  </a:lnTo>
                  <a:lnTo>
                    <a:pt x="594167" y="41427"/>
                  </a:lnTo>
                  <a:lnTo>
                    <a:pt x="603908" y="42628"/>
                  </a:lnTo>
                  <a:lnTo>
                    <a:pt x="613649" y="43767"/>
                  </a:lnTo>
                  <a:lnTo>
                    <a:pt x="623388" y="44843"/>
                  </a:lnTo>
                  <a:lnTo>
                    <a:pt x="633129" y="45850"/>
                  </a:lnTo>
                  <a:lnTo>
                    <a:pt x="642870" y="46781"/>
                  </a:lnTo>
                  <a:lnTo>
                    <a:pt x="652610" y="47634"/>
                  </a:lnTo>
                  <a:lnTo>
                    <a:pt x="662351" y="48405"/>
                  </a:lnTo>
                  <a:lnTo>
                    <a:pt x="672092" y="49089"/>
                  </a:lnTo>
                  <a:lnTo>
                    <a:pt x="681831" y="49685"/>
                  </a:lnTo>
                  <a:lnTo>
                    <a:pt x="691572" y="50189"/>
                  </a:lnTo>
                  <a:lnTo>
                    <a:pt x="701313" y="50597"/>
                  </a:lnTo>
                  <a:lnTo>
                    <a:pt x="711052" y="50908"/>
                  </a:lnTo>
                  <a:lnTo>
                    <a:pt x="720793" y="51121"/>
                  </a:lnTo>
                  <a:lnTo>
                    <a:pt x="730534" y="51235"/>
                  </a:lnTo>
                  <a:lnTo>
                    <a:pt x="740274" y="51245"/>
                  </a:lnTo>
                  <a:lnTo>
                    <a:pt x="750015" y="51156"/>
                  </a:lnTo>
                  <a:lnTo>
                    <a:pt x="759756" y="50963"/>
                  </a:lnTo>
                  <a:lnTo>
                    <a:pt x="769495" y="50671"/>
                  </a:lnTo>
                  <a:lnTo>
                    <a:pt x="779236" y="50278"/>
                  </a:lnTo>
                  <a:lnTo>
                    <a:pt x="788977" y="49788"/>
                  </a:lnTo>
                  <a:lnTo>
                    <a:pt x="798717" y="49199"/>
                  </a:lnTo>
                  <a:lnTo>
                    <a:pt x="808458" y="48516"/>
                  </a:lnTo>
                  <a:lnTo>
                    <a:pt x="818199" y="47742"/>
                  </a:lnTo>
                  <a:lnTo>
                    <a:pt x="827938" y="46880"/>
                  </a:lnTo>
                  <a:lnTo>
                    <a:pt x="837679" y="45932"/>
                  </a:lnTo>
                  <a:lnTo>
                    <a:pt x="847420" y="44906"/>
                  </a:lnTo>
                  <a:lnTo>
                    <a:pt x="857159" y="43804"/>
                  </a:lnTo>
                  <a:lnTo>
                    <a:pt x="866900" y="42633"/>
                  </a:lnTo>
                  <a:lnTo>
                    <a:pt x="876641" y="41397"/>
                  </a:lnTo>
                  <a:lnTo>
                    <a:pt x="886381" y="40104"/>
                  </a:lnTo>
                  <a:lnTo>
                    <a:pt x="896122" y="38757"/>
                  </a:lnTo>
                  <a:lnTo>
                    <a:pt x="905863" y="37367"/>
                  </a:lnTo>
                  <a:lnTo>
                    <a:pt x="915602" y="35939"/>
                  </a:lnTo>
                  <a:lnTo>
                    <a:pt x="925343" y="34482"/>
                  </a:lnTo>
                  <a:lnTo>
                    <a:pt x="935084" y="33001"/>
                  </a:lnTo>
                  <a:lnTo>
                    <a:pt x="944824" y="31507"/>
                  </a:lnTo>
                  <a:lnTo>
                    <a:pt x="954564" y="30008"/>
                  </a:lnTo>
                  <a:lnTo>
                    <a:pt x="964305" y="28511"/>
                  </a:lnTo>
                  <a:lnTo>
                    <a:pt x="974045" y="27024"/>
                  </a:lnTo>
                  <a:lnTo>
                    <a:pt x="983786" y="25558"/>
                  </a:lnTo>
                  <a:lnTo>
                    <a:pt x="993522" y="24121"/>
                  </a:lnTo>
                  <a:lnTo>
                    <a:pt x="1003266" y="22722"/>
                  </a:lnTo>
                  <a:lnTo>
                    <a:pt x="1013010" y="21370"/>
                  </a:lnTo>
                  <a:lnTo>
                    <a:pt x="1022754" y="20073"/>
                  </a:lnTo>
                  <a:lnTo>
                    <a:pt x="1032483" y="18841"/>
                  </a:lnTo>
                  <a:lnTo>
                    <a:pt x="1042227" y="17682"/>
                  </a:lnTo>
                  <a:lnTo>
                    <a:pt x="1051971" y="16605"/>
                  </a:lnTo>
                  <a:lnTo>
                    <a:pt x="1061715" y="15619"/>
                  </a:lnTo>
                  <a:lnTo>
                    <a:pt x="1071444" y="14729"/>
                  </a:lnTo>
                  <a:lnTo>
                    <a:pt x="1081188" y="13945"/>
                  </a:lnTo>
                  <a:lnTo>
                    <a:pt x="1090932" y="13275"/>
                  </a:lnTo>
                  <a:lnTo>
                    <a:pt x="1100676" y="12727"/>
                  </a:lnTo>
                  <a:lnTo>
                    <a:pt x="1110405" y="12304"/>
                  </a:lnTo>
                  <a:lnTo>
                    <a:pt x="1120149" y="12015"/>
                  </a:lnTo>
                  <a:lnTo>
                    <a:pt x="1129893" y="11866"/>
                  </a:lnTo>
                  <a:lnTo>
                    <a:pt x="1139637" y="11861"/>
                  </a:lnTo>
                  <a:lnTo>
                    <a:pt x="1149381" y="12006"/>
                  </a:lnTo>
                  <a:lnTo>
                    <a:pt x="1159110" y="12304"/>
                  </a:lnTo>
                  <a:lnTo>
                    <a:pt x="1168854" y="12760"/>
                  </a:lnTo>
                  <a:lnTo>
                    <a:pt x="1178598" y="13376"/>
                  </a:lnTo>
                  <a:lnTo>
                    <a:pt x="1188341" y="14155"/>
                  </a:lnTo>
                  <a:lnTo>
                    <a:pt x="1198070" y="15099"/>
                  </a:lnTo>
                  <a:lnTo>
                    <a:pt x="1207814" y="16210"/>
                  </a:lnTo>
                  <a:lnTo>
                    <a:pt x="1217558" y="17487"/>
                  </a:lnTo>
                  <a:lnTo>
                    <a:pt x="1227302" y="18929"/>
                  </a:lnTo>
                  <a:lnTo>
                    <a:pt x="1237031" y="20538"/>
                  </a:lnTo>
                  <a:lnTo>
                    <a:pt x="1246775" y="22310"/>
                  </a:lnTo>
                  <a:lnTo>
                    <a:pt x="1256519" y="24244"/>
                  </a:lnTo>
                  <a:lnTo>
                    <a:pt x="1266263" y="26337"/>
                  </a:lnTo>
                  <a:lnTo>
                    <a:pt x="1276007" y="28585"/>
                  </a:lnTo>
                  <a:lnTo>
                    <a:pt x="1285736" y="30982"/>
                  </a:lnTo>
                  <a:lnTo>
                    <a:pt x="1295480" y="33527"/>
                  </a:lnTo>
                  <a:lnTo>
                    <a:pt x="1305224" y="36212"/>
                  </a:lnTo>
                  <a:lnTo>
                    <a:pt x="1314968" y="39029"/>
                  </a:lnTo>
                  <a:lnTo>
                    <a:pt x="1324697" y="41975"/>
                  </a:lnTo>
                  <a:lnTo>
                    <a:pt x="1334441" y="45040"/>
                  </a:lnTo>
                  <a:lnTo>
                    <a:pt x="1344185" y="48216"/>
                  </a:lnTo>
                  <a:lnTo>
                    <a:pt x="1353929" y="51495"/>
                  </a:lnTo>
                  <a:lnTo>
                    <a:pt x="1363658" y="54869"/>
                  </a:lnTo>
                  <a:lnTo>
                    <a:pt x="1373402" y="58327"/>
                  </a:lnTo>
                  <a:lnTo>
                    <a:pt x="1383146" y="61858"/>
                  </a:lnTo>
                  <a:lnTo>
                    <a:pt x="1392890" y="65454"/>
                  </a:lnTo>
                  <a:lnTo>
                    <a:pt x="1402619" y="69103"/>
                  </a:lnTo>
                  <a:lnTo>
                    <a:pt x="1412363" y="72795"/>
                  </a:lnTo>
                  <a:lnTo>
                    <a:pt x="1422106" y="76517"/>
                  </a:lnTo>
                  <a:lnTo>
                    <a:pt x="1431850" y="80258"/>
                  </a:lnTo>
                  <a:lnTo>
                    <a:pt x="1441594" y="84006"/>
                  </a:lnTo>
                  <a:lnTo>
                    <a:pt x="1451323" y="87752"/>
                  </a:lnTo>
                  <a:lnTo>
                    <a:pt x="1461067" y="91480"/>
                  </a:lnTo>
                  <a:lnTo>
                    <a:pt x="1470811" y="95181"/>
                  </a:lnTo>
                  <a:lnTo>
                    <a:pt x="1480555" y="98840"/>
                  </a:lnTo>
                  <a:lnTo>
                    <a:pt x="1490284" y="102447"/>
                  </a:lnTo>
                  <a:lnTo>
                    <a:pt x="1500028" y="105990"/>
                  </a:lnTo>
                  <a:lnTo>
                    <a:pt x="1509772" y="109458"/>
                  </a:lnTo>
                  <a:lnTo>
                    <a:pt x="1519516" y="112837"/>
                  </a:lnTo>
                  <a:lnTo>
                    <a:pt x="1529245" y="116120"/>
                  </a:lnTo>
                  <a:lnTo>
                    <a:pt x="1538989" y="119290"/>
                  </a:lnTo>
                  <a:lnTo>
                    <a:pt x="1548733" y="122342"/>
                  </a:lnTo>
                  <a:lnTo>
                    <a:pt x="1558477" y="125263"/>
                  </a:lnTo>
                  <a:lnTo>
                    <a:pt x="1568221" y="128043"/>
                  </a:lnTo>
                  <a:lnTo>
                    <a:pt x="1577950" y="130675"/>
                  </a:lnTo>
                  <a:lnTo>
                    <a:pt x="1587694" y="133146"/>
                  </a:lnTo>
                  <a:lnTo>
                    <a:pt x="1597438" y="135451"/>
                  </a:lnTo>
                  <a:lnTo>
                    <a:pt x="1607182" y="137582"/>
                  </a:lnTo>
                  <a:lnTo>
                    <a:pt x="1616911" y="139530"/>
                  </a:lnTo>
                  <a:lnTo>
                    <a:pt x="1626655" y="141292"/>
                  </a:lnTo>
                  <a:lnTo>
                    <a:pt x="1636399" y="142857"/>
                  </a:lnTo>
                  <a:lnTo>
                    <a:pt x="1646142" y="144225"/>
                  </a:lnTo>
                  <a:lnTo>
                    <a:pt x="1655872" y="145387"/>
                  </a:lnTo>
                  <a:lnTo>
                    <a:pt x="1665616" y="146344"/>
                  </a:lnTo>
                  <a:lnTo>
                    <a:pt x="1675359" y="147090"/>
                  </a:lnTo>
                  <a:lnTo>
                    <a:pt x="1685103" y="147624"/>
                  </a:lnTo>
                  <a:lnTo>
                    <a:pt x="1694832" y="147942"/>
                  </a:lnTo>
                  <a:lnTo>
                    <a:pt x="1704576" y="148048"/>
                  </a:lnTo>
                  <a:lnTo>
                    <a:pt x="1714320" y="147939"/>
                  </a:lnTo>
                  <a:lnTo>
                    <a:pt x="1724064" y="147616"/>
                  </a:lnTo>
                  <a:lnTo>
                    <a:pt x="1733808" y="147083"/>
                  </a:lnTo>
                  <a:lnTo>
                    <a:pt x="1743537" y="146339"/>
                  </a:lnTo>
                  <a:lnTo>
                    <a:pt x="1753281" y="145390"/>
                  </a:lnTo>
                  <a:lnTo>
                    <a:pt x="1763025" y="144240"/>
                  </a:lnTo>
                  <a:lnTo>
                    <a:pt x="1772769" y="142892"/>
                  </a:lnTo>
                  <a:lnTo>
                    <a:pt x="1782498" y="141353"/>
                  </a:lnTo>
                  <a:lnTo>
                    <a:pt x="1792242" y="139629"/>
                  </a:lnTo>
                  <a:lnTo>
                    <a:pt x="1801986" y="137726"/>
                  </a:lnTo>
                  <a:lnTo>
                    <a:pt x="1811730" y="135652"/>
                  </a:lnTo>
                  <a:lnTo>
                    <a:pt x="1821459" y="133416"/>
                  </a:lnTo>
                  <a:lnTo>
                    <a:pt x="1831203" y="131026"/>
                  </a:lnTo>
                  <a:lnTo>
                    <a:pt x="1840947" y="128492"/>
                  </a:lnTo>
                  <a:lnTo>
                    <a:pt x="1850691" y="125822"/>
                  </a:lnTo>
                  <a:lnTo>
                    <a:pt x="1860435" y="123028"/>
                  </a:lnTo>
                  <a:lnTo>
                    <a:pt x="1870164" y="120120"/>
                  </a:lnTo>
                  <a:lnTo>
                    <a:pt x="1879908" y="117109"/>
                  </a:lnTo>
                  <a:lnTo>
                    <a:pt x="1889652" y="114008"/>
                  </a:lnTo>
                  <a:lnTo>
                    <a:pt x="1899395" y="110826"/>
                  </a:lnTo>
                  <a:lnTo>
                    <a:pt x="1909124" y="107578"/>
                  </a:lnTo>
                  <a:lnTo>
                    <a:pt x="1918868" y="104275"/>
                  </a:lnTo>
                  <a:lnTo>
                    <a:pt x="1928612" y="100929"/>
                  </a:lnTo>
                  <a:lnTo>
                    <a:pt x="1938356" y="97553"/>
                  </a:lnTo>
                  <a:lnTo>
                    <a:pt x="1948085" y="94160"/>
                  </a:lnTo>
                  <a:lnTo>
                    <a:pt x="1957829" y="90762"/>
                  </a:lnTo>
                  <a:lnTo>
                    <a:pt x="1967573" y="87372"/>
                  </a:lnTo>
                  <a:lnTo>
                    <a:pt x="1977317" y="84002"/>
                  </a:lnTo>
                  <a:lnTo>
                    <a:pt x="1987046" y="80666"/>
                  </a:lnTo>
                  <a:lnTo>
                    <a:pt x="1996790" y="77375"/>
                  </a:lnTo>
                  <a:lnTo>
                    <a:pt x="2006534" y="74140"/>
                  </a:lnTo>
                  <a:lnTo>
                    <a:pt x="2016278" y="70976"/>
                  </a:lnTo>
                  <a:lnTo>
                    <a:pt x="2026022" y="67892"/>
                  </a:lnTo>
                  <a:lnTo>
                    <a:pt x="2035751" y="64899"/>
                  </a:lnTo>
                  <a:lnTo>
                    <a:pt x="2045495" y="62008"/>
                  </a:lnTo>
                  <a:lnTo>
                    <a:pt x="2055239" y="59231"/>
                  </a:lnTo>
                  <a:lnTo>
                    <a:pt x="2064983" y="56577"/>
                  </a:lnTo>
                  <a:lnTo>
                    <a:pt x="2074712" y="54054"/>
                  </a:lnTo>
                  <a:lnTo>
                    <a:pt x="2084456" y="51673"/>
                  </a:lnTo>
                  <a:lnTo>
                    <a:pt x="2094200" y="49439"/>
                  </a:lnTo>
                  <a:lnTo>
                    <a:pt x="2103944" y="47362"/>
                  </a:lnTo>
                  <a:lnTo>
                    <a:pt x="2113673" y="45449"/>
                  </a:lnTo>
                  <a:lnTo>
                    <a:pt x="2123417" y="43708"/>
                  </a:lnTo>
                  <a:lnTo>
                    <a:pt x="2133161" y="42140"/>
                  </a:lnTo>
                  <a:lnTo>
                    <a:pt x="2142905" y="40753"/>
                  </a:lnTo>
                  <a:lnTo>
                    <a:pt x="2152649" y="39551"/>
                  </a:lnTo>
                  <a:lnTo>
                    <a:pt x="2162377" y="38538"/>
                  </a:lnTo>
                  <a:lnTo>
                    <a:pt x="2172121" y="37715"/>
                  </a:lnTo>
                  <a:lnTo>
                    <a:pt x="2181865" y="37087"/>
                  </a:lnTo>
                  <a:lnTo>
                    <a:pt x="2191609" y="36651"/>
                  </a:lnTo>
                  <a:lnTo>
                    <a:pt x="2201338" y="36412"/>
                  </a:lnTo>
                  <a:lnTo>
                    <a:pt x="2211082" y="36368"/>
                  </a:lnTo>
                  <a:lnTo>
                    <a:pt x="2220826" y="36517"/>
                  </a:lnTo>
                  <a:lnTo>
                    <a:pt x="2230570" y="36859"/>
                  </a:lnTo>
                  <a:lnTo>
                    <a:pt x="2240299" y="37390"/>
                  </a:lnTo>
                  <a:lnTo>
                    <a:pt x="2250043" y="38109"/>
                  </a:lnTo>
                  <a:lnTo>
                    <a:pt x="2259787" y="39010"/>
                  </a:lnTo>
                  <a:lnTo>
                    <a:pt x="2269531" y="40090"/>
                  </a:lnTo>
                  <a:lnTo>
                    <a:pt x="2279260" y="41343"/>
                  </a:lnTo>
                  <a:lnTo>
                    <a:pt x="2289004" y="42763"/>
                  </a:lnTo>
                  <a:lnTo>
                    <a:pt x="2298748" y="44344"/>
                  </a:lnTo>
                  <a:lnTo>
                    <a:pt x="2308492" y="46080"/>
                  </a:lnTo>
                  <a:lnTo>
                    <a:pt x="2318236" y="47960"/>
                  </a:lnTo>
                  <a:lnTo>
                    <a:pt x="2327965" y="49979"/>
                  </a:lnTo>
                  <a:lnTo>
                    <a:pt x="2337709" y="52126"/>
                  </a:lnTo>
                  <a:lnTo>
                    <a:pt x="2347453" y="54393"/>
                  </a:lnTo>
                  <a:lnTo>
                    <a:pt x="2357197" y="56771"/>
                  </a:lnTo>
                  <a:lnTo>
                    <a:pt x="2366926" y="59247"/>
                  </a:lnTo>
                  <a:lnTo>
                    <a:pt x="2376670" y="61814"/>
                  </a:lnTo>
                  <a:lnTo>
                    <a:pt x="2386413" y="64460"/>
                  </a:lnTo>
                  <a:lnTo>
                    <a:pt x="2396157" y="67174"/>
                  </a:lnTo>
                  <a:lnTo>
                    <a:pt x="2405886" y="69942"/>
                  </a:lnTo>
                  <a:lnTo>
                    <a:pt x="2415630" y="72755"/>
                  </a:lnTo>
                  <a:lnTo>
                    <a:pt x="2425374" y="75600"/>
                  </a:lnTo>
                  <a:lnTo>
                    <a:pt x="2435118" y="78467"/>
                  </a:lnTo>
                  <a:lnTo>
                    <a:pt x="2444862" y="81341"/>
                  </a:lnTo>
                  <a:lnTo>
                    <a:pt x="2454591" y="84211"/>
                  </a:lnTo>
                  <a:lnTo>
                    <a:pt x="2464335" y="87065"/>
                  </a:lnTo>
                  <a:lnTo>
                    <a:pt x="2474079" y="89890"/>
                  </a:lnTo>
                  <a:lnTo>
                    <a:pt x="2483823" y="92675"/>
                  </a:lnTo>
                  <a:lnTo>
                    <a:pt x="2493552" y="95406"/>
                  </a:lnTo>
                  <a:lnTo>
                    <a:pt x="2503296" y="98071"/>
                  </a:lnTo>
                  <a:lnTo>
                    <a:pt x="2513040" y="100661"/>
                  </a:lnTo>
                  <a:lnTo>
                    <a:pt x="2522784" y="103159"/>
                  </a:lnTo>
                  <a:lnTo>
                    <a:pt x="2532513" y="105559"/>
                  </a:lnTo>
                  <a:lnTo>
                    <a:pt x="2542257" y="107846"/>
                  </a:lnTo>
                  <a:lnTo>
                    <a:pt x="2552001" y="110011"/>
                  </a:lnTo>
                  <a:lnTo>
                    <a:pt x="2561745" y="112042"/>
                  </a:lnTo>
                  <a:lnTo>
                    <a:pt x="2571474" y="113928"/>
                  </a:lnTo>
                  <a:lnTo>
                    <a:pt x="2581218" y="115661"/>
                  </a:lnTo>
                  <a:lnTo>
                    <a:pt x="2590962" y="117230"/>
                  </a:lnTo>
                  <a:lnTo>
                    <a:pt x="2600705" y="118626"/>
                  </a:lnTo>
                  <a:lnTo>
                    <a:pt x="2610449" y="119840"/>
                  </a:lnTo>
                  <a:lnTo>
                    <a:pt x="2620178" y="120864"/>
                  </a:lnTo>
                  <a:lnTo>
                    <a:pt x="2629922" y="121689"/>
                  </a:lnTo>
                  <a:lnTo>
                    <a:pt x="2639666" y="122310"/>
                  </a:lnTo>
                  <a:lnTo>
                    <a:pt x="2649410" y="122718"/>
                  </a:lnTo>
                  <a:lnTo>
                    <a:pt x="2659139" y="122908"/>
                  </a:lnTo>
                  <a:lnTo>
                    <a:pt x="2668883" y="122873"/>
                  </a:lnTo>
                  <a:lnTo>
                    <a:pt x="2678627" y="122610"/>
                  </a:lnTo>
                  <a:lnTo>
                    <a:pt x="2688371" y="122112"/>
                  </a:lnTo>
                  <a:lnTo>
                    <a:pt x="2698100" y="121376"/>
                  </a:lnTo>
                  <a:lnTo>
                    <a:pt x="2707844" y="120397"/>
                  </a:lnTo>
                  <a:lnTo>
                    <a:pt x="2717588" y="119175"/>
                  </a:lnTo>
                  <a:lnTo>
                    <a:pt x="2727332" y="117706"/>
                  </a:lnTo>
                  <a:lnTo>
                    <a:pt x="2737076" y="115990"/>
                  </a:lnTo>
                  <a:lnTo>
                    <a:pt x="2746805" y="114023"/>
                  </a:lnTo>
                  <a:lnTo>
                    <a:pt x="2756549" y="111806"/>
                  </a:lnTo>
                  <a:lnTo>
                    <a:pt x="2766293" y="109341"/>
                  </a:lnTo>
                  <a:lnTo>
                    <a:pt x="2776037" y="106626"/>
                  </a:lnTo>
                  <a:lnTo>
                    <a:pt x="2785766" y="103666"/>
                  </a:lnTo>
                  <a:lnTo>
                    <a:pt x="2795510" y="100458"/>
                  </a:lnTo>
                  <a:lnTo>
                    <a:pt x="2805254" y="97009"/>
                  </a:lnTo>
                  <a:lnTo>
                    <a:pt x="2814998" y="93320"/>
                  </a:lnTo>
                  <a:lnTo>
                    <a:pt x="2824727" y="89397"/>
                  </a:lnTo>
                  <a:lnTo>
                    <a:pt x="2834471" y="85242"/>
                  </a:lnTo>
                  <a:lnTo>
                    <a:pt x="2844215" y="80860"/>
                  </a:lnTo>
                  <a:lnTo>
                    <a:pt x="2853958" y="76259"/>
                  </a:lnTo>
                  <a:lnTo>
                    <a:pt x="2863687" y="71442"/>
                  </a:lnTo>
                  <a:lnTo>
                    <a:pt x="2873431" y="66418"/>
                  </a:lnTo>
                  <a:lnTo>
                    <a:pt x="2883175" y="61195"/>
                  </a:lnTo>
                  <a:lnTo>
                    <a:pt x="2892919" y="55776"/>
                  </a:lnTo>
                  <a:lnTo>
                    <a:pt x="2902663" y="50174"/>
                  </a:lnTo>
                  <a:lnTo>
                    <a:pt x="2912392" y="4439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5" name="Freeform 864">
              <a:extLst>
                <a:ext uri="{FF2B5EF4-FFF2-40B4-BE49-F238E27FC236}">
                  <a16:creationId xmlns:a16="http://schemas.microsoft.com/office/drawing/2014/main" id="{071058B7-FA70-93AF-15FD-A5EA8B6C4737}"/>
                </a:ext>
              </a:extLst>
            </p:cNvPr>
            <p:cNvSpPr/>
            <p:nvPr/>
          </p:nvSpPr>
          <p:spPr>
            <a:xfrm>
              <a:off x="576446" y="3095289"/>
              <a:ext cx="2912392" cy="878257"/>
            </a:xfrm>
            <a:custGeom>
              <a:avLst/>
              <a:gdLst>
                <a:gd name="connsiteX0" fmla="*/ 0 w 2912392"/>
                <a:gd name="connsiteY0" fmla="*/ 0 h 878257"/>
                <a:gd name="connsiteX1" fmla="*/ 9739 w 2912392"/>
                <a:gd name="connsiteY1" fmla="*/ 1365 h 878257"/>
                <a:gd name="connsiteX2" fmla="*/ 19480 w 2912392"/>
                <a:gd name="connsiteY2" fmla="*/ 2898 h 878257"/>
                <a:gd name="connsiteX3" fmla="*/ 29221 w 2912392"/>
                <a:gd name="connsiteY3" fmla="*/ 4601 h 878257"/>
                <a:gd name="connsiteX4" fmla="*/ 38961 w 2912392"/>
                <a:gd name="connsiteY4" fmla="*/ 6480 h 878257"/>
                <a:gd name="connsiteX5" fmla="*/ 48702 w 2912392"/>
                <a:gd name="connsiteY5" fmla="*/ 8533 h 878257"/>
                <a:gd name="connsiteX6" fmla="*/ 58443 w 2912392"/>
                <a:gd name="connsiteY6" fmla="*/ 10763 h 878257"/>
                <a:gd name="connsiteX7" fmla="*/ 68182 w 2912392"/>
                <a:gd name="connsiteY7" fmla="*/ 13174 h 878257"/>
                <a:gd name="connsiteX8" fmla="*/ 77923 w 2912392"/>
                <a:gd name="connsiteY8" fmla="*/ 15765 h 878257"/>
                <a:gd name="connsiteX9" fmla="*/ 87664 w 2912392"/>
                <a:gd name="connsiteY9" fmla="*/ 18537 h 878257"/>
                <a:gd name="connsiteX10" fmla="*/ 97404 w 2912392"/>
                <a:gd name="connsiteY10" fmla="*/ 21492 h 878257"/>
                <a:gd name="connsiteX11" fmla="*/ 107145 w 2912392"/>
                <a:gd name="connsiteY11" fmla="*/ 24628 h 878257"/>
                <a:gd name="connsiteX12" fmla="*/ 116886 w 2912392"/>
                <a:gd name="connsiteY12" fmla="*/ 27948 h 878257"/>
                <a:gd name="connsiteX13" fmla="*/ 126625 w 2912392"/>
                <a:gd name="connsiteY13" fmla="*/ 31447 h 878257"/>
                <a:gd name="connsiteX14" fmla="*/ 136366 w 2912392"/>
                <a:gd name="connsiteY14" fmla="*/ 35127 h 878257"/>
                <a:gd name="connsiteX15" fmla="*/ 146107 w 2912392"/>
                <a:gd name="connsiteY15" fmla="*/ 38988 h 878257"/>
                <a:gd name="connsiteX16" fmla="*/ 155846 w 2912392"/>
                <a:gd name="connsiteY16" fmla="*/ 43025 h 878257"/>
                <a:gd name="connsiteX17" fmla="*/ 165587 w 2912392"/>
                <a:gd name="connsiteY17" fmla="*/ 47237 h 878257"/>
                <a:gd name="connsiteX18" fmla="*/ 175328 w 2912392"/>
                <a:gd name="connsiteY18" fmla="*/ 51623 h 878257"/>
                <a:gd name="connsiteX19" fmla="*/ 185068 w 2912392"/>
                <a:gd name="connsiteY19" fmla="*/ 56180 h 878257"/>
                <a:gd name="connsiteX20" fmla="*/ 194809 w 2912392"/>
                <a:gd name="connsiteY20" fmla="*/ 60904 h 878257"/>
                <a:gd name="connsiteX21" fmla="*/ 204550 w 2912392"/>
                <a:gd name="connsiteY21" fmla="*/ 65791 h 878257"/>
                <a:gd name="connsiteX22" fmla="*/ 214289 w 2912392"/>
                <a:gd name="connsiteY22" fmla="*/ 70839 h 878257"/>
                <a:gd name="connsiteX23" fmla="*/ 224030 w 2912392"/>
                <a:gd name="connsiteY23" fmla="*/ 76043 h 878257"/>
                <a:gd name="connsiteX24" fmla="*/ 233771 w 2912392"/>
                <a:gd name="connsiteY24" fmla="*/ 81399 h 878257"/>
                <a:gd name="connsiteX25" fmla="*/ 243510 w 2912392"/>
                <a:gd name="connsiteY25" fmla="*/ 86901 h 878257"/>
                <a:gd name="connsiteX26" fmla="*/ 253251 w 2912392"/>
                <a:gd name="connsiteY26" fmla="*/ 92547 h 878257"/>
                <a:gd name="connsiteX27" fmla="*/ 262992 w 2912392"/>
                <a:gd name="connsiteY27" fmla="*/ 98329 h 878257"/>
                <a:gd name="connsiteX28" fmla="*/ 272732 w 2912392"/>
                <a:gd name="connsiteY28" fmla="*/ 104242 h 878257"/>
                <a:gd name="connsiteX29" fmla="*/ 282473 w 2912392"/>
                <a:gd name="connsiteY29" fmla="*/ 110281 h 878257"/>
                <a:gd name="connsiteX30" fmla="*/ 292214 w 2912392"/>
                <a:gd name="connsiteY30" fmla="*/ 116439 h 878257"/>
                <a:gd name="connsiteX31" fmla="*/ 301953 w 2912392"/>
                <a:gd name="connsiteY31" fmla="*/ 122709 h 878257"/>
                <a:gd name="connsiteX32" fmla="*/ 311694 w 2912392"/>
                <a:gd name="connsiteY32" fmla="*/ 129088 h 878257"/>
                <a:gd name="connsiteX33" fmla="*/ 321435 w 2912392"/>
                <a:gd name="connsiteY33" fmla="*/ 135566 h 878257"/>
                <a:gd name="connsiteX34" fmla="*/ 331175 w 2912392"/>
                <a:gd name="connsiteY34" fmla="*/ 142136 h 878257"/>
                <a:gd name="connsiteX35" fmla="*/ 340916 w 2912392"/>
                <a:gd name="connsiteY35" fmla="*/ 148793 h 878257"/>
                <a:gd name="connsiteX36" fmla="*/ 350656 w 2912392"/>
                <a:gd name="connsiteY36" fmla="*/ 155529 h 878257"/>
                <a:gd name="connsiteX37" fmla="*/ 360396 w 2912392"/>
                <a:gd name="connsiteY37" fmla="*/ 162336 h 878257"/>
                <a:gd name="connsiteX38" fmla="*/ 370137 w 2912392"/>
                <a:gd name="connsiteY38" fmla="*/ 169208 h 878257"/>
                <a:gd name="connsiteX39" fmla="*/ 379878 w 2912392"/>
                <a:gd name="connsiteY39" fmla="*/ 176136 h 878257"/>
                <a:gd name="connsiteX40" fmla="*/ 389617 w 2912392"/>
                <a:gd name="connsiteY40" fmla="*/ 183111 h 878257"/>
                <a:gd name="connsiteX41" fmla="*/ 399358 w 2912392"/>
                <a:gd name="connsiteY41" fmla="*/ 190127 h 878257"/>
                <a:gd name="connsiteX42" fmla="*/ 409099 w 2912392"/>
                <a:gd name="connsiteY42" fmla="*/ 197176 h 878257"/>
                <a:gd name="connsiteX43" fmla="*/ 418839 w 2912392"/>
                <a:gd name="connsiteY43" fmla="*/ 204250 h 878257"/>
                <a:gd name="connsiteX44" fmla="*/ 428580 w 2912392"/>
                <a:gd name="connsiteY44" fmla="*/ 211341 h 878257"/>
                <a:gd name="connsiteX45" fmla="*/ 438321 w 2912392"/>
                <a:gd name="connsiteY45" fmla="*/ 218440 h 878257"/>
                <a:gd name="connsiteX46" fmla="*/ 448060 w 2912392"/>
                <a:gd name="connsiteY46" fmla="*/ 225541 h 878257"/>
                <a:gd name="connsiteX47" fmla="*/ 457801 w 2912392"/>
                <a:gd name="connsiteY47" fmla="*/ 232634 h 878257"/>
                <a:gd name="connsiteX48" fmla="*/ 467542 w 2912392"/>
                <a:gd name="connsiteY48" fmla="*/ 239713 h 878257"/>
                <a:gd name="connsiteX49" fmla="*/ 477281 w 2912392"/>
                <a:gd name="connsiteY49" fmla="*/ 246767 h 878257"/>
                <a:gd name="connsiteX50" fmla="*/ 487022 w 2912392"/>
                <a:gd name="connsiteY50" fmla="*/ 253792 h 878257"/>
                <a:gd name="connsiteX51" fmla="*/ 496763 w 2912392"/>
                <a:gd name="connsiteY51" fmla="*/ 260777 h 878257"/>
                <a:gd name="connsiteX52" fmla="*/ 506503 w 2912392"/>
                <a:gd name="connsiteY52" fmla="*/ 267717 h 878257"/>
                <a:gd name="connsiteX53" fmla="*/ 516244 w 2912392"/>
                <a:gd name="connsiteY53" fmla="*/ 274602 h 878257"/>
                <a:gd name="connsiteX54" fmla="*/ 525985 w 2912392"/>
                <a:gd name="connsiteY54" fmla="*/ 281427 h 878257"/>
                <a:gd name="connsiteX55" fmla="*/ 535724 w 2912392"/>
                <a:gd name="connsiteY55" fmla="*/ 288182 h 878257"/>
                <a:gd name="connsiteX56" fmla="*/ 545465 w 2912392"/>
                <a:gd name="connsiteY56" fmla="*/ 294863 h 878257"/>
                <a:gd name="connsiteX57" fmla="*/ 555206 w 2912392"/>
                <a:gd name="connsiteY57" fmla="*/ 301461 h 878257"/>
                <a:gd name="connsiteX58" fmla="*/ 564946 w 2912392"/>
                <a:gd name="connsiteY58" fmla="*/ 307969 h 878257"/>
                <a:gd name="connsiteX59" fmla="*/ 574687 w 2912392"/>
                <a:gd name="connsiteY59" fmla="*/ 314383 h 878257"/>
                <a:gd name="connsiteX60" fmla="*/ 584428 w 2912392"/>
                <a:gd name="connsiteY60" fmla="*/ 320693 h 878257"/>
                <a:gd name="connsiteX61" fmla="*/ 594167 w 2912392"/>
                <a:gd name="connsiteY61" fmla="*/ 326897 h 878257"/>
                <a:gd name="connsiteX62" fmla="*/ 603908 w 2912392"/>
                <a:gd name="connsiteY62" fmla="*/ 332985 h 878257"/>
                <a:gd name="connsiteX63" fmla="*/ 613649 w 2912392"/>
                <a:gd name="connsiteY63" fmla="*/ 338955 h 878257"/>
                <a:gd name="connsiteX64" fmla="*/ 623388 w 2912392"/>
                <a:gd name="connsiteY64" fmla="*/ 344800 h 878257"/>
                <a:gd name="connsiteX65" fmla="*/ 633129 w 2912392"/>
                <a:gd name="connsiteY65" fmla="*/ 350513 h 878257"/>
                <a:gd name="connsiteX66" fmla="*/ 642870 w 2912392"/>
                <a:gd name="connsiteY66" fmla="*/ 356095 h 878257"/>
                <a:gd name="connsiteX67" fmla="*/ 652610 w 2912392"/>
                <a:gd name="connsiteY67" fmla="*/ 361536 h 878257"/>
                <a:gd name="connsiteX68" fmla="*/ 662351 w 2912392"/>
                <a:gd name="connsiteY68" fmla="*/ 366835 h 878257"/>
                <a:gd name="connsiteX69" fmla="*/ 672092 w 2912392"/>
                <a:gd name="connsiteY69" fmla="*/ 371987 h 878257"/>
                <a:gd name="connsiteX70" fmla="*/ 681831 w 2912392"/>
                <a:gd name="connsiteY70" fmla="*/ 376989 h 878257"/>
                <a:gd name="connsiteX71" fmla="*/ 691572 w 2912392"/>
                <a:gd name="connsiteY71" fmla="*/ 381839 h 878257"/>
                <a:gd name="connsiteX72" fmla="*/ 701313 w 2912392"/>
                <a:gd name="connsiteY72" fmla="*/ 386532 h 878257"/>
                <a:gd name="connsiteX73" fmla="*/ 711052 w 2912392"/>
                <a:gd name="connsiteY73" fmla="*/ 391067 h 878257"/>
                <a:gd name="connsiteX74" fmla="*/ 720793 w 2912392"/>
                <a:gd name="connsiteY74" fmla="*/ 395441 h 878257"/>
                <a:gd name="connsiteX75" fmla="*/ 730534 w 2912392"/>
                <a:gd name="connsiteY75" fmla="*/ 399655 h 878257"/>
                <a:gd name="connsiteX76" fmla="*/ 740274 w 2912392"/>
                <a:gd name="connsiteY76" fmla="*/ 403706 h 878257"/>
                <a:gd name="connsiteX77" fmla="*/ 750015 w 2912392"/>
                <a:gd name="connsiteY77" fmla="*/ 407593 h 878257"/>
                <a:gd name="connsiteX78" fmla="*/ 759756 w 2912392"/>
                <a:gd name="connsiteY78" fmla="*/ 411315 h 878257"/>
                <a:gd name="connsiteX79" fmla="*/ 769495 w 2912392"/>
                <a:gd name="connsiteY79" fmla="*/ 414874 h 878257"/>
                <a:gd name="connsiteX80" fmla="*/ 779236 w 2912392"/>
                <a:gd name="connsiteY80" fmla="*/ 418268 h 878257"/>
                <a:gd name="connsiteX81" fmla="*/ 788977 w 2912392"/>
                <a:gd name="connsiteY81" fmla="*/ 421500 h 878257"/>
                <a:gd name="connsiteX82" fmla="*/ 798717 w 2912392"/>
                <a:gd name="connsiteY82" fmla="*/ 424569 h 878257"/>
                <a:gd name="connsiteX83" fmla="*/ 808458 w 2912392"/>
                <a:gd name="connsiteY83" fmla="*/ 427477 h 878257"/>
                <a:gd name="connsiteX84" fmla="*/ 818199 w 2912392"/>
                <a:gd name="connsiteY84" fmla="*/ 430226 h 878257"/>
                <a:gd name="connsiteX85" fmla="*/ 827938 w 2912392"/>
                <a:gd name="connsiteY85" fmla="*/ 432818 h 878257"/>
                <a:gd name="connsiteX86" fmla="*/ 837679 w 2912392"/>
                <a:gd name="connsiteY86" fmla="*/ 435257 h 878257"/>
                <a:gd name="connsiteX87" fmla="*/ 847420 w 2912392"/>
                <a:gd name="connsiteY87" fmla="*/ 437546 h 878257"/>
                <a:gd name="connsiteX88" fmla="*/ 857159 w 2912392"/>
                <a:gd name="connsiteY88" fmla="*/ 439685 h 878257"/>
                <a:gd name="connsiteX89" fmla="*/ 866900 w 2912392"/>
                <a:gd name="connsiteY89" fmla="*/ 441680 h 878257"/>
                <a:gd name="connsiteX90" fmla="*/ 876641 w 2912392"/>
                <a:gd name="connsiteY90" fmla="*/ 443535 h 878257"/>
                <a:gd name="connsiteX91" fmla="*/ 886381 w 2912392"/>
                <a:gd name="connsiteY91" fmla="*/ 445255 h 878257"/>
                <a:gd name="connsiteX92" fmla="*/ 896122 w 2912392"/>
                <a:gd name="connsiteY92" fmla="*/ 446841 h 878257"/>
                <a:gd name="connsiteX93" fmla="*/ 905863 w 2912392"/>
                <a:gd name="connsiteY93" fmla="*/ 448303 h 878257"/>
                <a:gd name="connsiteX94" fmla="*/ 915602 w 2912392"/>
                <a:gd name="connsiteY94" fmla="*/ 449642 h 878257"/>
                <a:gd name="connsiteX95" fmla="*/ 925343 w 2912392"/>
                <a:gd name="connsiteY95" fmla="*/ 450867 h 878257"/>
                <a:gd name="connsiteX96" fmla="*/ 935084 w 2912392"/>
                <a:gd name="connsiteY96" fmla="*/ 451981 h 878257"/>
                <a:gd name="connsiteX97" fmla="*/ 944824 w 2912392"/>
                <a:gd name="connsiteY97" fmla="*/ 452992 h 878257"/>
                <a:gd name="connsiteX98" fmla="*/ 954564 w 2912392"/>
                <a:gd name="connsiteY98" fmla="*/ 453903 h 878257"/>
                <a:gd name="connsiteX99" fmla="*/ 964305 w 2912392"/>
                <a:gd name="connsiteY99" fmla="*/ 454724 h 878257"/>
                <a:gd name="connsiteX100" fmla="*/ 974045 w 2912392"/>
                <a:gd name="connsiteY100" fmla="*/ 455460 h 878257"/>
                <a:gd name="connsiteX101" fmla="*/ 983786 w 2912392"/>
                <a:gd name="connsiteY101" fmla="*/ 456120 h 878257"/>
                <a:gd name="connsiteX102" fmla="*/ 993522 w 2912392"/>
                <a:gd name="connsiteY102" fmla="*/ 456709 h 878257"/>
                <a:gd name="connsiteX103" fmla="*/ 1003266 w 2912392"/>
                <a:gd name="connsiteY103" fmla="*/ 457233 h 878257"/>
                <a:gd name="connsiteX104" fmla="*/ 1013010 w 2912392"/>
                <a:gd name="connsiteY104" fmla="*/ 457703 h 878257"/>
                <a:gd name="connsiteX105" fmla="*/ 1022754 w 2912392"/>
                <a:gd name="connsiteY105" fmla="*/ 458121 h 878257"/>
                <a:gd name="connsiteX106" fmla="*/ 1032483 w 2912392"/>
                <a:gd name="connsiteY106" fmla="*/ 458501 h 878257"/>
                <a:gd name="connsiteX107" fmla="*/ 1042227 w 2912392"/>
                <a:gd name="connsiteY107" fmla="*/ 458847 h 878257"/>
                <a:gd name="connsiteX108" fmla="*/ 1051971 w 2912392"/>
                <a:gd name="connsiteY108" fmla="*/ 459166 h 878257"/>
                <a:gd name="connsiteX109" fmla="*/ 1061715 w 2912392"/>
                <a:gd name="connsiteY109" fmla="*/ 459467 h 878257"/>
                <a:gd name="connsiteX110" fmla="*/ 1071444 w 2912392"/>
                <a:gd name="connsiteY110" fmla="*/ 459757 h 878257"/>
                <a:gd name="connsiteX111" fmla="*/ 1081188 w 2912392"/>
                <a:gd name="connsiteY111" fmla="*/ 460046 h 878257"/>
                <a:gd name="connsiteX112" fmla="*/ 1090932 w 2912392"/>
                <a:gd name="connsiteY112" fmla="*/ 460338 h 878257"/>
                <a:gd name="connsiteX113" fmla="*/ 1100676 w 2912392"/>
                <a:gd name="connsiteY113" fmla="*/ 460644 h 878257"/>
                <a:gd name="connsiteX114" fmla="*/ 1110405 w 2912392"/>
                <a:gd name="connsiteY114" fmla="*/ 460969 h 878257"/>
                <a:gd name="connsiteX115" fmla="*/ 1120149 w 2912392"/>
                <a:gd name="connsiteY115" fmla="*/ 461322 h 878257"/>
                <a:gd name="connsiteX116" fmla="*/ 1129893 w 2912392"/>
                <a:gd name="connsiteY116" fmla="*/ 461709 h 878257"/>
                <a:gd name="connsiteX117" fmla="*/ 1139637 w 2912392"/>
                <a:gd name="connsiteY117" fmla="*/ 462140 h 878257"/>
                <a:gd name="connsiteX118" fmla="*/ 1149381 w 2912392"/>
                <a:gd name="connsiteY118" fmla="*/ 462618 h 878257"/>
                <a:gd name="connsiteX119" fmla="*/ 1159110 w 2912392"/>
                <a:gd name="connsiteY119" fmla="*/ 463153 h 878257"/>
                <a:gd name="connsiteX120" fmla="*/ 1168854 w 2912392"/>
                <a:gd name="connsiteY120" fmla="*/ 463749 h 878257"/>
                <a:gd name="connsiteX121" fmla="*/ 1178598 w 2912392"/>
                <a:gd name="connsiteY121" fmla="*/ 464415 h 878257"/>
                <a:gd name="connsiteX122" fmla="*/ 1188341 w 2912392"/>
                <a:gd name="connsiteY122" fmla="*/ 465157 h 878257"/>
                <a:gd name="connsiteX123" fmla="*/ 1198070 w 2912392"/>
                <a:gd name="connsiteY123" fmla="*/ 465978 h 878257"/>
                <a:gd name="connsiteX124" fmla="*/ 1207814 w 2912392"/>
                <a:gd name="connsiteY124" fmla="*/ 466888 h 878257"/>
                <a:gd name="connsiteX125" fmla="*/ 1217558 w 2912392"/>
                <a:gd name="connsiteY125" fmla="*/ 467889 h 878257"/>
                <a:gd name="connsiteX126" fmla="*/ 1227302 w 2912392"/>
                <a:gd name="connsiteY126" fmla="*/ 468987 h 878257"/>
                <a:gd name="connsiteX127" fmla="*/ 1237031 w 2912392"/>
                <a:gd name="connsiteY127" fmla="*/ 470188 h 878257"/>
                <a:gd name="connsiteX128" fmla="*/ 1246775 w 2912392"/>
                <a:gd name="connsiteY128" fmla="*/ 471495 h 878257"/>
                <a:gd name="connsiteX129" fmla="*/ 1256519 w 2912392"/>
                <a:gd name="connsiteY129" fmla="*/ 472913 h 878257"/>
                <a:gd name="connsiteX130" fmla="*/ 1266263 w 2912392"/>
                <a:gd name="connsiteY130" fmla="*/ 474445 h 878257"/>
                <a:gd name="connsiteX131" fmla="*/ 1276007 w 2912392"/>
                <a:gd name="connsiteY131" fmla="*/ 476094 h 878257"/>
                <a:gd name="connsiteX132" fmla="*/ 1285736 w 2912392"/>
                <a:gd name="connsiteY132" fmla="*/ 477864 h 878257"/>
                <a:gd name="connsiteX133" fmla="*/ 1295480 w 2912392"/>
                <a:gd name="connsiteY133" fmla="*/ 479758 h 878257"/>
                <a:gd name="connsiteX134" fmla="*/ 1305224 w 2912392"/>
                <a:gd name="connsiteY134" fmla="*/ 481775 h 878257"/>
                <a:gd name="connsiteX135" fmla="*/ 1314968 w 2912392"/>
                <a:gd name="connsiteY135" fmla="*/ 483920 h 878257"/>
                <a:gd name="connsiteX136" fmla="*/ 1324697 w 2912392"/>
                <a:gd name="connsiteY136" fmla="*/ 486192 h 878257"/>
                <a:gd name="connsiteX137" fmla="*/ 1334441 w 2912392"/>
                <a:gd name="connsiteY137" fmla="*/ 488594 h 878257"/>
                <a:gd name="connsiteX138" fmla="*/ 1344185 w 2912392"/>
                <a:gd name="connsiteY138" fmla="*/ 491126 h 878257"/>
                <a:gd name="connsiteX139" fmla="*/ 1353929 w 2912392"/>
                <a:gd name="connsiteY139" fmla="*/ 493785 h 878257"/>
                <a:gd name="connsiteX140" fmla="*/ 1363658 w 2912392"/>
                <a:gd name="connsiteY140" fmla="*/ 496574 h 878257"/>
                <a:gd name="connsiteX141" fmla="*/ 1373402 w 2912392"/>
                <a:gd name="connsiteY141" fmla="*/ 499490 h 878257"/>
                <a:gd name="connsiteX142" fmla="*/ 1383146 w 2912392"/>
                <a:gd name="connsiteY142" fmla="*/ 502532 h 878257"/>
                <a:gd name="connsiteX143" fmla="*/ 1392890 w 2912392"/>
                <a:gd name="connsiteY143" fmla="*/ 505698 h 878257"/>
                <a:gd name="connsiteX144" fmla="*/ 1402619 w 2912392"/>
                <a:gd name="connsiteY144" fmla="*/ 508986 h 878257"/>
                <a:gd name="connsiteX145" fmla="*/ 1412363 w 2912392"/>
                <a:gd name="connsiteY145" fmla="*/ 512394 h 878257"/>
                <a:gd name="connsiteX146" fmla="*/ 1422106 w 2912392"/>
                <a:gd name="connsiteY146" fmla="*/ 515916 h 878257"/>
                <a:gd name="connsiteX147" fmla="*/ 1431850 w 2912392"/>
                <a:gd name="connsiteY147" fmla="*/ 519551 h 878257"/>
                <a:gd name="connsiteX148" fmla="*/ 1441594 w 2912392"/>
                <a:gd name="connsiteY148" fmla="*/ 523292 h 878257"/>
                <a:gd name="connsiteX149" fmla="*/ 1451323 w 2912392"/>
                <a:gd name="connsiteY149" fmla="*/ 527138 h 878257"/>
                <a:gd name="connsiteX150" fmla="*/ 1461067 w 2912392"/>
                <a:gd name="connsiteY150" fmla="*/ 531082 h 878257"/>
                <a:gd name="connsiteX151" fmla="*/ 1470811 w 2912392"/>
                <a:gd name="connsiteY151" fmla="*/ 535118 h 878257"/>
                <a:gd name="connsiteX152" fmla="*/ 1480555 w 2912392"/>
                <a:gd name="connsiteY152" fmla="*/ 539242 h 878257"/>
                <a:gd name="connsiteX153" fmla="*/ 1490284 w 2912392"/>
                <a:gd name="connsiteY153" fmla="*/ 543445 h 878257"/>
                <a:gd name="connsiteX154" fmla="*/ 1500028 w 2912392"/>
                <a:gd name="connsiteY154" fmla="*/ 547722 h 878257"/>
                <a:gd name="connsiteX155" fmla="*/ 1509772 w 2912392"/>
                <a:gd name="connsiteY155" fmla="*/ 552067 h 878257"/>
                <a:gd name="connsiteX156" fmla="*/ 1519516 w 2912392"/>
                <a:gd name="connsiteY156" fmla="*/ 556473 h 878257"/>
                <a:gd name="connsiteX157" fmla="*/ 1529245 w 2912392"/>
                <a:gd name="connsiteY157" fmla="*/ 560929 h 878257"/>
                <a:gd name="connsiteX158" fmla="*/ 1538989 w 2912392"/>
                <a:gd name="connsiteY158" fmla="*/ 565430 h 878257"/>
                <a:gd name="connsiteX159" fmla="*/ 1548733 w 2912392"/>
                <a:gd name="connsiteY159" fmla="*/ 569967 h 878257"/>
                <a:gd name="connsiteX160" fmla="*/ 1558477 w 2912392"/>
                <a:gd name="connsiteY160" fmla="*/ 574530 h 878257"/>
                <a:gd name="connsiteX161" fmla="*/ 1568221 w 2912392"/>
                <a:gd name="connsiteY161" fmla="*/ 579115 h 878257"/>
                <a:gd name="connsiteX162" fmla="*/ 1577950 w 2912392"/>
                <a:gd name="connsiteY162" fmla="*/ 583706 h 878257"/>
                <a:gd name="connsiteX163" fmla="*/ 1587694 w 2912392"/>
                <a:gd name="connsiteY163" fmla="*/ 588301 h 878257"/>
                <a:gd name="connsiteX164" fmla="*/ 1597438 w 2912392"/>
                <a:gd name="connsiteY164" fmla="*/ 592886 h 878257"/>
                <a:gd name="connsiteX165" fmla="*/ 1607182 w 2912392"/>
                <a:gd name="connsiteY165" fmla="*/ 597454 h 878257"/>
                <a:gd name="connsiteX166" fmla="*/ 1616911 w 2912392"/>
                <a:gd name="connsiteY166" fmla="*/ 601993 h 878257"/>
                <a:gd name="connsiteX167" fmla="*/ 1626655 w 2912392"/>
                <a:gd name="connsiteY167" fmla="*/ 606496 h 878257"/>
                <a:gd name="connsiteX168" fmla="*/ 1636399 w 2912392"/>
                <a:gd name="connsiteY168" fmla="*/ 610951 h 878257"/>
                <a:gd name="connsiteX169" fmla="*/ 1646142 w 2912392"/>
                <a:gd name="connsiteY169" fmla="*/ 615350 h 878257"/>
                <a:gd name="connsiteX170" fmla="*/ 1655872 w 2912392"/>
                <a:gd name="connsiteY170" fmla="*/ 619683 h 878257"/>
                <a:gd name="connsiteX171" fmla="*/ 1665616 w 2912392"/>
                <a:gd name="connsiteY171" fmla="*/ 623938 h 878257"/>
                <a:gd name="connsiteX172" fmla="*/ 1675359 w 2912392"/>
                <a:gd name="connsiteY172" fmla="*/ 628110 h 878257"/>
                <a:gd name="connsiteX173" fmla="*/ 1685103 w 2912392"/>
                <a:gd name="connsiteY173" fmla="*/ 632185 h 878257"/>
                <a:gd name="connsiteX174" fmla="*/ 1694832 w 2912392"/>
                <a:gd name="connsiteY174" fmla="*/ 636154 h 878257"/>
                <a:gd name="connsiteX175" fmla="*/ 1704576 w 2912392"/>
                <a:gd name="connsiteY175" fmla="*/ 640011 h 878257"/>
                <a:gd name="connsiteX176" fmla="*/ 1714320 w 2912392"/>
                <a:gd name="connsiteY176" fmla="*/ 643743 h 878257"/>
                <a:gd name="connsiteX177" fmla="*/ 1724064 w 2912392"/>
                <a:gd name="connsiteY177" fmla="*/ 647343 h 878257"/>
                <a:gd name="connsiteX178" fmla="*/ 1733808 w 2912392"/>
                <a:gd name="connsiteY178" fmla="*/ 650802 h 878257"/>
                <a:gd name="connsiteX179" fmla="*/ 1743537 w 2912392"/>
                <a:gd name="connsiteY179" fmla="*/ 654113 h 878257"/>
                <a:gd name="connsiteX180" fmla="*/ 1753281 w 2912392"/>
                <a:gd name="connsiteY180" fmla="*/ 657266 h 878257"/>
                <a:gd name="connsiteX181" fmla="*/ 1763025 w 2912392"/>
                <a:gd name="connsiteY181" fmla="*/ 660253 h 878257"/>
                <a:gd name="connsiteX182" fmla="*/ 1772769 w 2912392"/>
                <a:gd name="connsiteY182" fmla="*/ 663067 h 878257"/>
                <a:gd name="connsiteX183" fmla="*/ 1782498 w 2912392"/>
                <a:gd name="connsiteY183" fmla="*/ 665703 h 878257"/>
                <a:gd name="connsiteX184" fmla="*/ 1792242 w 2912392"/>
                <a:gd name="connsiteY184" fmla="*/ 668151 h 878257"/>
                <a:gd name="connsiteX185" fmla="*/ 1801986 w 2912392"/>
                <a:gd name="connsiteY185" fmla="*/ 670407 h 878257"/>
                <a:gd name="connsiteX186" fmla="*/ 1811730 w 2912392"/>
                <a:gd name="connsiteY186" fmla="*/ 672464 h 878257"/>
                <a:gd name="connsiteX187" fmla="*/ 1821459 w 2912392"/>
                <a:gd name="connsiteY187" fmla="*/ 674318 h 878257"/>
                <a:gd name="connsiteX188" fmla="*/ 1831203 w 2912392"/>
                <a:gd name="connsiteY188" fmla="*/ 675962 h 878257"/>
                <a:gd name="connsiteX189" fmla="*/ 1840947 w 2912392"/>
                <a:gd name="connsiteY189" fmla="*/ 677394 h 878257"/>
                <a:gd name="connsiteX190" fmla="*/ 1850691 w 2912392"/>
                <a:gd name="connsiteY190" fmla="*/ 678610 h 878257"/>
                <a:gd name="connsiteX191" fmla="*/ 1860435 w 2912392"/>
                <a:gd name="connsiteY191" fmla="*/ 679607 h 878257"/>
                <a:gd name="connsiteX192" fmla="*/ 1870164 w 2912392"/>
                <a:gd name="connsiteY192" fmla="*/ 680381 h 878257"/>
                <a:gd name="connsiteX193" fmla="*/ 1879908 w 2912392"/>
                <a:gd name="connsiteY193" fmla="*/ 680933 h 878257"/>
                <a:gd name="connsiteX194" fmla="*/ 1889652 w 2912392"/>
                <a:gd name="connsiteY194" fmla="*/ 681259 h 878257"/>
                <a:gd name="connsiteX195" fmla="*/ 1899395 w 2912392"/>
                <a:gd name="connsiteY195" fmla="*/ 681359 h 878257"/>
                <a:gd name="connsiteX196" fmla="*/ 1909124 w 2912392"/>
                <a:gd name="connsiteY196" fmla="*/ 681232 h 878257"/>
                <a:gd name="connsiteX197" fmla="*/ 1918868 w 2912392"/>
                <a:gd name="connsiteY197" fmla="*/ 680882 h 878257"/>
                <a:gd name="connsiteX198" fmla="*/ 1928612 w 2912392"/>
                <a:gd name="connsiteY198" fmla="*/ 680308 h 878257"/>
                <a:gd name="connsiteX199" fmla="*/ 1938356 w 2912392"/>
                <a:gd name="connsiteY199" fmla="*/ 679511 h 878257"/>
                <a:gd name="connsiteX200" fmla="*/ 1948085 w 2912392"/>
                <a:gd name="connsiteY200" fmla="*/ 678497 h 878257"/>
                <a:gd name="connsiteX201" fmla="*/ 1957829 w 2912392"/>
                <a:gd name="connsiteY201" fmla="*/ 677266 h 878257"/>
                <a:gd name="connsiteX202" fmla="*/ 1967573 w 2912392"/>
                <a:gd name="connsiteY202" fmla="*/ 675824 h 878257"/>
                <a:gd name="connsiteX203" fmla="*/ 1977317 w 2912392"/>
                <a:gd name="connsiteY203" fmla="*/ 674174 h 878257"/>
                <a:gd name="connsiteX204" fmla="*/ 1987046 w 2912392"/>
                <a:gd name="connsiteY204" fmla="*/ 672323 h 878257"/>
                <a:gd name="connsiteX205" fmla="*/ 1996790 w 2912392"/>
                <a:gd name="connsiteY205" fmla="*/ 670277 h 878257"/>
                <a:gd name="connsiteX206" fmla="*/ 2006534 w 2912392"/>
                <a:gd name="connsiteY206" fmla="*/ 668041 h 878257"/>
                <a:gd name="connsiteX207" fmla="*/ 2016278 w 2912392"/>
                <a:gd name="connsiteY207" fmla="*/ 665624 h 878257"/>
                <a:gd name="connsiteX208" fmla="*/ 2026022 w 2912392"/>
                <a:gd name="connsiteY208" fmla="*/ 663035 h 878257"/>
                <a:gd name="connsiteX209" fmla="*/ 2035751 w 2912392"/>
                <a:gd name="connsiteY209" fmla="*/ 660280 h 878257"/>
                <a:gd name="connsiteX210" fmla="*/ 2045495 w 2912392"/>
                <a:gd name="connsiteY210" fmla="*/ 657368 h 878257"/>
                <a:gd name="connsiteX211" fmla="*/ 2055239 w 2912392"/>
                <a:gd name="connsiteY211" fmla="*/ 654311 h 878257"/>
                <a:gd name="connsiteX212" fmla="*/ 2064983 w 2912392"/>
                <a:gd name="connsiteY212" fmla="*/ 651120 h 878257"/>
                <a:gd name="connsiteX213" fmla="*/ 2074712 w 2912392"/>
                <a:gd name="connsiteY213" fmla="*/ 647803 h 878257"/>
                <a:gd name="connsiteX214" fmla="*/ 2084456 w 2912392"/>
                <a:gd name="connsiteY214" fmla="*/ 644372 h 878257"/>
                <a:gd name="connsiteX215" fmla="*/ 2094200 w 2912392"/>
                <a:gd name="connsiteY215" fmla="*/ 640841 h 878257"/>
                <a:gd name="connsiteX216" fmla="*/ 2103944 w 2912392"/>
                <a:gd name="connsiteY216" fmla="*/ 637221 h 878257"/>
                <a:gd name="connsiteX217" fmla="*/ 2113673 w 2912392"/>
                <a:gd name="connsiteY217" fmla="*/ 633524 h 878257"/>
                <a:gd name="connsiteX218" fmla="*/ 2123417 w 2912392"/>
                <a:gd name="connsiteY218" fmla="*/ 629764 h 878257"/>
                <a:gd name="connsiteX219" fmla="*/ 2133161 w 2912392"/>
                <a:gd name="connsiteY219" fmla="*/ 625955 h 878257"/>
                <a:gd name="connsiteX220" fmla="*/ 2142905 w 2912392"/>
                <a:gd name="connsiteY220" fmla="*/ 622110 h 878257"/>
                <a:gd name="connsiteX221" fmla="*/ 2152649 w 2912392"/>
                <a:gd name="connsiteY221" fmla="*/ 618244 h 878257"/>
                <a:gd name="connsiteX222" fmla="*/ 2162377 w 2912392"/>
                <a:gd name="connsiteY222" fmla="*/ 614371 h 878257"/>
                <a:gd name="connsiteX223" fmla="*/ 2172121 w 2912392"/>
                <a:gd name="connsiteY223" fmla="*/ 610505 h 878257"/>
                <a:gd name="connsiteX224" fmla="*/ 2181865 w 2912392"/>
                <a:gd name="connsiteY224" fmla="*/ 606663 h 878257"/>
                <a:gd name="connsiteX225" fmla="*/ 2191609 w 2912392"/>
                <a:gd name="connsiteY225" fmla="*/ 602858 h 878257"/>
                <a:gd name="connsiteX226" fmla="*/ 2201338 w 2912392"/>
                <a:gd name="connsiteY226" fmla="*/ 599104 h 878257"/>
                <a:gd name="connsiteX227" fmla="*/ 2211082 w 2912392"/>
                <a:gd name="connsiteY227" fmla="*/ 595420 h 878257"/>
                <a:gd name="connsiteX228" fmla="*/ 2220826 w 2912392"/>
                <a:gd name="connsiteY228" fmla="*/ 591819 h 878257"/>
                <a:gd name="connsiteX229" fmla="*/ 2230570 w 2912392"/>
                <a:gd name="connsiteY229" fmla="*/ 588315 h 878257"/>
                <a:gd name="connsiteX230" fmla="*/ 2240299 w 2912392"/>
                <a:gd name="connsiteY230" fmla="*/ 584924 h 878257"/>
                <a:gd name="connsiteX231" fmla="*/ 2250043 w 2912392"/>
                <a:gd name="connsiteY231" fmla="*/ 581661 h 878257"/>
                <a:gd name="connsiteX232" fmla="*/ 2259787 w 2912392"/>
                <a:gd name="connsiteY232" fmla="*/ 578539 h 878257"/>
                <a:gd name="connsiteX233" fmla="*/ 2269531 w 2912392"/>
                <a:gd name="connsiteY233" fmla="*/ 575576 h 878257"/>
                <a:gd name="connsiteX234" fmla="*/ 2279260 w 2912392"/>
                <a:gd name="connsiteY234" fmla="*/ 572784 h 878257"/>
                <a:gd name="connsiteX235" fmla="*/ 2289004 w 2912392"/>
                <a:gd name="connsiteY235" fmla="*/ 570178 h 878257"/>
                <a:gd name="connsiteX236" fmla="*/ 2298748 w 2912392"/>
                <a:gd name="connsiteY236" fmla="*/ 567769 h 878257"/>
                <a:gd name="connsiteX237" fmla="*/ 2308492 w 2912392"/>
                <a:gd name="connsiteY237" fmla="*/ 565574 h 878257"/>
                <a:gd name="connsiteX238" fmla="*/ 2318236 w 2912392"/>
                <a:gd name="connsiteY238" fmla="*/ 563603 h 878257"/>
                <a:gd name="connsiteX239" fmla="*/ 2327965 w 2912392"/>
                <a:gd name="connsiteY239" fmla="*/ 561869 h 878257"/>
                <a:gd name="connsiteX240" fmla="*/ 2337709 w 2912392"/>
                <a:gd name="connsiteY240" fmla="*/ 560382 h 878257"/>
                <a:gd name="connsiteX241" fmla="*/ 2347453 w 2912392"/>
                <a:gd name="connsiteY241" fmla="*/ 559157 h 878257"/>
                <a:gd name="connsiteX242" fmla="*/ 2357197 w 2912392"/>
                <a:gd name="connsiteY242" fmla="*/ 558202 h 878257"/>
                <a:gd name="connsiteX243" fmla="*/ 2366926 w 2912392"/>
                <a:gd name="connsiteY243" fmla="*/ 557526 h 878257"/>
                <a:gd name="connsiteX244" fmla="*/ 2376670 w 2912392"/>
                <a:gd name="connsiteY244" fmla="*/ 557140 h 878257"/>
                <a:gd name="connsiteX245" fmla="*/ 2386413 w 2912392"/>
                <a:gd name="connsiteY245" fmla="*/ 557052 h 878257"/>
                <a:gd name="connsiteX246" fmla="*/ 2396157 w 2912392"/>
                <a:gd name="connsiteY246" fmla="*/ 557270 h 878257"/>
                <a:gd name="connsiteX247" fmla="*/ 2405886 w 2912392"/>
                <a:gd name="connsiteY247" fmla="*/ 557799 h 878257"/>
                <a:gd name="connsiteX248" fmla="*/ 2415630 w 2912392"/>
                <a:gd name="connsiteY248" fmla="*/ 558646 h 878257"/>
                <a:gd name="connsiteX249" fmla="*/ 2425374 w 2912392"/>
                <a:gd name="connsiteY249" fmla="*/ 559817 h 878257"/>
                <a:gd name="connsiteX250" fmla="*/ 2435118 w 2912392"/>
                <a:gd name="connsiteY250" fmla="*/ 561318 h 878257"/>
                <a:gd name="connsiteX251" fmla="*/ 2444862 w 2912392"/>
                <a:gd name="connsiteY251" fmla="*/ 563147 h 878257"/>
                <a:gd name="connsiteX252" fmla="*/ 2454591 w 2912392"/>
                <a:gd name="connsiteY252" fmla="*/ 565311 h 878257"/>
                <a:gd name="connsiteX253" fmla="*/ 2464335 w 2912392"/>
                <a:gd name="connsiteY253" fmla="*/ 567811 h 878257"/>
                <a:gd name="connsiteX254" fmla="*/ 2474079 w 2912392"/>
                <a:gd name="connsiteY254" fmla="*/ 570644 h 878257"/>
                <a:gd name="connsiteX255" fmla="*/ 2483823 w 2912392"/>
                <a:gd name="connsiteY255" fmla="*/ 573813 h 878257"/>
                <a:gd name="connsiteX256" fmla="*/ 2493552 w 2912392"/>
                <a:gd name="connsiteY256" fmla="*/ 577318 h 878257"/>
                <a:gd name="connsiteX257" fmla="*/ 2503296 w 2912392"/>
                <a:gd name="connsiteY257" fmla="*/ 581151 h 878257"/>
                <a:gd name="connsiteX258" fmla="*/ 2513040 w 2912392"/>
                <a:gd name="connsiteY258" fmla="*/ 585312 h 878257"/>
                <a:gd name="connsiteX259" fmla="*/ 2522784 w 2912392"/>
                <a:gd name="connsiteY259" fmla="*/ 589797 h 878257"/>
                <a:gd name="connsiteX260" fmla="*/ 2532513 w 2912392"/>
                <a:gd name="connsiteY260" fmla="*/ 594601 h 878257"/>
                <a:gd name="connsiteX261" fmla="*/ 2542257 w 2912392"/>
                <a:gd name="connsiteY261" fmla="*/ 599714 h 878257"/>
                <a:gd name="connsiteX262" fmla="*/ 2552001 w 2912392"/>
                <a:gd name="connsiteY262" fmla="*/ 605130 h 878257"/>
                <a:gd name="connsiteX263" fmla="*/ 2561745 w 2912392"/>
                <a:gd name="connsiteY263" fmla="*/ 610842 h 878257"/>
                <a:gd name="connsiteX264" fmla="*/ 2571474 w 2912392"/>
                <a:gd name="connsiteY264" fmla="*/ 616837 h 878257"/>
                <a:gd name="connsiteX265" fmla="*/ 2581218 w 2912392"/>
                <a:gd name="connsiteY265" fmla="*/ 623110 h 878257"/>
                <a:gd name="connsiteX266" fmla="*/ 2590962 w 2912392"/>
                <a:gd name="connsiteY266" fmla="*/ 629643 h 878257"/>
                <a:gd name="connsiteX267" fmla="*/ 2600705 w 2912392"/>
                <a:gd name="connsiteY267" fmla="*/ 636428 h 878257"/>
                <a:gd name="connsiteX268" fmla="*/ 2610449 w 2912392"/>
                <a:gd name="connsiteY268" fmla="*/ 643451 h 878257"/>
                <a:gd name="connsiteX269" fmla="*/ 2620178 w 2912392"/>
                <a:gd name="connsiteY269" fmla="*/ 650697 h 878257"/>
                <a:gd name="connsiteX270" fmla="*/ 2629922 w 2912392"/>
                <a:gd name="connsiteY270" fmla="*/ 658151 h 878257"/>
                <a:gd name="connsiteX271" fmla="*/ 2639666 w 2912392"/>
                <a:gd name="connsiteY271" fmla="*/ 665797 h 878257"/>
                <a:gd name="connsiteX272" fmla="*/ 2649410 w 2912392"/>
                <a:gd name="connsiteY272" fmla="*/ 673619 h 878257"/>
                <a:gd name="connsiteX273" fmla="*/ 2659139 w 2912392"/>
                <a:gd name="connsiteY273" fmla="*/ 681599 h 878257"/>
                <a:gd name="connsiteX274" fmla="*/ 2668883 w 2912392"/>
                <a:gd name="connsiteY274" fmla="*/ 689720 h 878257"/>
                <a:gd name="connsiteX275" fmla="*/ 2678627 w 2912392"/>
                <a:gd name="connsiteY275" fmla="*/ 697962 h 878257"/>
                <a:gd name="connsiteX276" fmla="*/ 2688371 w 2912392"/>
                <a:gd name="connsiteY276" fmla="*/ 706307 h 878257"/>
                <a:gd name="connsiteX277" fmla="*/ 2698100 w 2912392"/>
                <a:gd name="connsiteY277" fmla="*/ 714734 h 878257"/>
                <a:gd name="connsiteX278" fmla="*/ 2707844 w 2912392"/>
                <a:gd name="connsiteY278" fmla="*/ 723223 h 878257"/>
                <a:gd name="connsiteX279" fmla="*/ 2717588 w 2912392"/>
                <a:gd name="connsiteY279" fmla="*/ 731756 h 878257"/>
                <a:gd name="connsiteX280" fmla="*/ 2727332 w 2912392"/>
                <a:gd name="connsiteY280" fmla="*/ 740308 h 878257"/>
                <a:gd name="connsiteX281" fmla="*/ 2737076 w 2912392"/>
                <a:gd name="connsiteY281" fmla="*/ 748859 h 878257"/>
                <a:gd name="connsiteX282" fmla="*/ 2746805 w 2912392"/>
                <a:gd name="connsiteY282" fmla="*/ 757388 h 878257"/>
                <a:gd name="connsiteX283" fmla="*/ 2756549 w 2912392"/>
                <a:gd name="connsiteY283" fmla="*/ 765873 h 878257"/>
                <a:gd name="connsiteX284" fmla="*/ 2766293 w 2912392"/>
                <a:gd name="connsiteY284" fmla="*/ 774293 h 878257"/>
                <a:gd name="connsiteX285" fmla="*/ 2776037 w 2912392"/>
                <a:gd name="connsiteY285" fmla="*/ 782626 h 878257"/>
                <a:gd name="connsiteX286" fmla="*/ 2785766 w 2912392"/>
                <a:gd name="connsiteY286" fmla="*/ 790847 h 878257"/>
                <a:gd name="connsiteX287" fmla="*/ 2795510 w 2912392"/>
                <a:gd name="connsiteY287" fmla="*/ 798937 h 878257"/>
                <a:gd name="connsiteX288" fmla="*/ 2805254 w 2912392"/>
                <a:gd name="connsiteY288" fmla="*/ 806875 h 878257"/>
                <a:gd name="connsiteX289" fmla="*/ 2814998 w 2912392"/>
                <a:gd name="connsiteY289" fmla="*/ 814639 h 878257"/>
                <a:gd name="connsiteX290" fmla="*/ 2824727 w 2912392"/>
                <a:gd name="connsiteY290" fmla="*/ 822206 h 878257"/>
                <a:gd name="connsiteX291" fmla="*/ 2834471 w 2912392"/>
                <a:gd name="connsiteY291" fmla="*/ 829557 h 878257"/>
                <a:gd name="connsiteX292" fmla="*/ 2844215 w 2912392"/>
                <a:gd name="connsiteY292" fmla="*/ 836672 h 878257"/>
                <a:gd name="connsiteX293" fmla="*/ 2853958 w 2912392"/>
                <a:gd name="connsiteY293" fmla="*/ 843530 h 878257"/>
                <a:gd name="connsiteX294" fmla="*/ 2863687 w 2912392"/>
                <a:gd name="connsiteY294" fmla="*/ 850112 h 878257"/>
                <a:gd name="connsiteX295" fmla="*/ 2873431 w 2912392"/>
                <a:gd name="connsiteY295" fmla="*/ 856399 h 878257"/>
                <a:gd name="connsiteX296" fmla="*/ 2883175 w 2912392"/>
                <a:gd name="connsiteY296" fmla="*/ 862375 h 878257"/>
                <a:gd name="connsiteX297" fmla="*/ 2892919 w 2912392"/>
                <a:gd name="connsiteY297" fmla="*/ 868021 h 878257"/>
                <a:gd name="connsiteX298" fmla="*/ 2902663 w 2912392"/>
                <a:gd name="connsiteY298" fmla="*/ 873320 h 878257"/>
                <a:gd name="connsiteX299" fmla="*/ 2912392 w 2912392"/>
                <a:gd name="connsiteY299" fmla="*/ 878258 h 8782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78257">
                  <a:moveTo>
                    <a:pt x="0" y="0"/>
                  </a:moveTo>
                  <a:lnTo>
                    <a:pt x="9739" y="1365"/>
                  </a:lnTo>
                  <a:lnTo>
                    <a:pt x="19480" y="2898"/>
                  </a:lnTo>
                  <a:lnTo>
                    <a:pt x="29221" y="4601"/>
                  </a:lnTo>
                  <a:lnTo>
                    <a:pt x="38961" y="6480"/>
                  </a:lnTo>
                  <a:lnTo>
                    <a:pt x="48702" y="8533"/>
                  </a:lnTo>
                  <a:lnTo>
                    <a:pt x="58443" y="10763"/>
                  </a:lnTo>
                  <a:lnTo>
                    <a:pt x="68182" y="13174"/>
                  </a:lnTo>
                  <a:lnTo>
                    <a:pt x="77923" y="15765"/>
                  </a:lnTo>
                  <a:lnTo>
                    <a:pt x="87664" y="18537"/>
                  </a:lnTo>
                  <a:lnTo>
                    <a:pt x="97404" y="21492"/>
                  </a:lnTo>
                  <a:lnTo>
                    <a:pt x="107145" y="24628"/>
                  </a:lnTo>
                  <a:lnTo>
                    <a:pt x="116886" y="27948"/>
                  </a:lnTo>
                  <a:lnTo>
                    <a:pt x="126625" y="31447"/>
                  </a:lnTo>
                  <a:lnTo>
                    <a:pt x="136366" y="35127"/>
                  </a:lnTo>
                  <a:lnTo>
                    <a:pt x="146107" y="38988"/>
                  </a:lnTo>
                  <a:lnTo>
                    <a:pt x="155846" y="43025"/>
                  </a:lnTo>
                  <a:lnTo>
                    <a:pt x="165587" y="47237"/>
                  </a:lnTo>
                  <a:lnTo>
                    <a:pt x="175328" y="51623"/>
                  </a:lnTo>
                  <a:lnTo>
                    <a:pt x="185068" y="56180"/>
                  </a:lnTo>
                  <a:lnTo>
                    <a:pt x="194809" y="60904"/>
                  </a:lnTo>
                  <a:lnTo>
                    <a:pt x="204550" y="65791"/>
                  </a:lnTo>
                  <a:lnTo>
                    <a:pt x="214289" y="70839"/>
                  </a:lnTo>
                  <a:lnTo>
                    <a:pt x="224030" y="76043"/>
                  </a:lnTo>
                  <a:lnTo>
                    <a:pt x="233771" y="81399"/>
                  </a:lnTo>
                  <a:lnTo>
                    <a:pt x="243510" y="86901"/>
                  </a:lnTo>
                  <a:lnTo>
                    <a:pt x="253251" y="92547"/>
                  </a:lnTo>
                  <a:lnTo>
                    <a:pt x="262992" y="98329"/>
                  </a:lnTo>
                  <a:lnTo>
                    <a:pt x="272732" y="104242"/>
                  </a:lnTo>
                  <a:lnTo>
                    <a:pt x="282473" y="110281"/>
                  </a:lnTo>
                  <a:lnTo>
                    <a:pt x="292214" y="116439"/>
                  </a:lnTo>
                  <a:lnTo>
                    <a:pt x="301953" y="122709"/>
                  </a:lnTo>
                  <a:lnTo>
                    <a:pt x="311694" y="129088"/>
                  </a:lnTo>
                  <a:lnTo>
                    <a:pt x="321435" y="135566"/>
                  </a:lnTo>
                  <a:lnTo>
                    <a:pt x="331175" y="142136"/>
                  </a:lnTo>
                  <a:lnTo>
                    <a:pt x="340916" y="148793"/>
                  </a:lnTo>
                  <a:lnTo>
                    <a:pt x="350656" y="155529"/>
                  </a:lnTo>
                  <a:lnTo>
                    <a:pt x="360396" y="162336"/>
                  </a:lnTo>
                  <a:lnTo>
                    <a:pt x="370137" y="169208"/>
                  </a:lnTo>
                  <a:lnTo>
                    <a:pt x="379878" y="176136"/>
                  </a:lnTo>
                  <a:lnTo>
                    <a:pt x="389617" y="183111"/>
                  </a:lnTo>
                  <a:lnTo>
                    <a:pt x="399358" y="190127"/>
                  </a:lnTo>
                  <a:lnTo>
                    <a:pt x="409099" y="197176"/>
                  </a:lnTo>
                  <a:lnTo>
                    <a:pt x="418839" y="204250"/>
                  </a:lnTo>
                  <a:lnTo>
                    <a:pt x="428580" y="211341"/>
                  </a:lnTo>
                  <a:lnTo>
                    <a:pt x="438321" y="218440"/>
                  </a:lnTo>
                  <a:lnTo>
                    <a:pt x="448060" y="225541"/>
                  </a:lnTo>
                  <a:lnTo>
                    <a:pt x="457801" y="232634"/>
                  </a:lnTo>
                  <a:lnTo>
                    <a:pt x="467542" y="239713"/>
                  </a:lnTo>
                  <a:lnTo>
                    <a:pt x="477281" y="246767"/>
                  </a:lnTo>
                  <a:lnTo>
                    <a:pt x="487022" y="253792"/>
                  </a:lnTo>
                  <a:lnTo>
                    <a:pt x="496763" y="260777"/>
                  </a:lnTo>
                  <a:lnTo>
                    <a:pt x="506503" y="267717"/>
                  </a:lnTo>
                  <a:lnTo>
                    <a:pt x="516244" y="274602"/>
                  </a:lnTo>
                  <a:lnTo>
                    <a:pt x="525985" y="281427"/>
                  </a:lnTo>
                  <a:lnTo>
                    <a:pt x="535724" y="288182"/>
                  </a:lnTo>
                  <a:lnTo>
                    <a:pt x="545465" y="294863"/>
                  </a:lnTo>
                  <a:lnTo>
                    <a:pt x="555206" y="301461"/>
                  </a:lnTo>
                  <a:lnTo>
                    <a:pt x="564946" y="307969"/>
                  </a:lnTo>
                  <a:lnTo>
                    <a:pt x="574687" y="314383"/>
                  </a:lnTo>
                  <a:lnTo>
                    <a:pt x="584428" y="320693"/>
                  </a:lnTo>
                  <a:lnTo>
                    <a:pt x="594167" y="326897"/>
                  </a:lnTo>
                  <a:lnTo>
                    <a:pt x="603908" y="332985"/>
                  </a:lnTo>
                  <a:lnTo>
                    <a:pt x="613649" y="338955"/>
                  </a:lnTo>
                  <a:lnTo>
                    <a:pt x="623388" y="344800"/>
                  </a:lnTo>
                  <a:lnTo>
                    <a:pt x="633129" y="350513"/>
                  </a:lnTo>
                  <a:lnTo>
                    <a:pt x="642870" y="356095"/>
                  </a:lnTo>
                  <a:lnTo>
                    <a:pt x="652610" y="361536"/>
                  </a:lnTo>
                  <a:lnTo>
                    <a:pt x="662351" y="366835"/>
                  </a:lnTo>
                  <a:lnTo>
                    <a:pt x="672092" y="371987"/>
                  </a:lnTo>
                  <a:lnTo>
                    <a:pt x="681831" y="376989"/>
                  </a:lnTo>
                  <a:lnTo>
                    <a:pt x="691572" y="381839"/>
                  </a:lnTo>
                  <a:lnTo>
                    <a:pt x="701313" y="386532"/>
                  </a:lnTo>
                  <a:lnTo>
                    <a:pt x="711052" y="391067"/>
                  </a:lnTo>
                  <a:lnTo>
                    <a:pt x="720793" y="395441"/>
                  </a:lnTo>
                  <a:lnTo>
                    <a:pt x="730534" y="399655"/>
                  </a:lnTo>
                  <a:lnTo>
                    <a:pt x="740274" y="403706"/>
                  </a:lnTo>
                  <a:lnTo>
                    <a:pt x="750015" y="407593"/>
                  </a:lnTo>
                  <a:lnTo>
                    <a:pt x="759756" y="411315"/>
                  </a:lnTo>
                  <a:lnTo>
                    <a:pt x="769495" y="414874"/>
                  </a:lnTo>
                  <a:lnTo>
                    <a:pt x="779236" y="418268"/>
                  </a:lnTo>
                  <a:lnTo>
                    <a:pt x="788977" y="421500"/>
                  </a:lnTo>
                  <a:lnTo>
                    <a:pt x="798717" y="424569"/>
                  </a:lnTo>
                  <a:lnTo>
                    <a:pt x="808458" y="427477"/>
                  </a:lnTo>
                  <a:lnTo>
                    <a:pt x="818199" y="430226"/>
                  </a:lnTo>
                  <a:lnTo>
                    <a:pt x="827938" y="432818"/>
                  </a:lnTo>
                  <a:lnTo>
                    <a:pt x="837679" y="435257"/>
                  </a:lnTo>
                  <a:lnTo>
                    <a:pt x="847420" y="437546"/>
                  </a:lnTo>
                  <a:lnTo>
                    <a:pt x="857159" y="439685"/>
                  </a:lnTo>
                  <a:lnTo>
                    <a:pt x="866900" y="441680"/>
                  </a:lnTo>
                  <a:lnTo>
                    <a:pt x="876641" y="443535"/>
                  </a:lnTo>
                  <a:lnTo>
                    <a:pt x="886381" y="445255"/>
                  </a:lnTo>
                  <a:lnTo>
                    <a:pt x="896122" y="446841"/>
                  </a:lnTo>
                  <a:lnTo>
                    <a:pt x="905863" y="448303"/>
                  </a:lnTo>
                  <a:lnTo>
                    <a:pt x="915602" y="449642"/>
                  </a:lnTo>
                  <a:lnTo>
                    <a:pt x="925343" y="450867"/>
                  </a:lnTo>
                  <a:lnTo>
                    <a:pt x="935084" y="451981"/>
                  </a:lnTo>
                  <a:lnTo>
                    <a:pt x="944824" y="452992"/>
                  </a:lnTo>
                  <a:lnTo>
                    <a:pt x="954564" y="453903"/>
                  </a:lnTo>
                  <a:lnTo>
                    <a:pt x="964305" y="454724"/>
                  </a:lnTo>
                  <a:lnTo>
                    <a:pt x="974045" y="455460"/>
                  </a:lnTo>
                  <a:lnTo>
                    <a:pt x="983786" y="456120"/>
                  </a:lnTo>
                  <a:lnTo>
                    <a:pt x="993522" y="456709"/>
                  </a:lnTo>
                  <a:lnTo>
                    <a:pt x="1003266" y="457233"/>
                  </a:lnTo>
                  <a:lnTo>
                    <a:pt x="1013010" y="457703"/>
                  </a:lnTo>
                  <a:lnTo>
                    <a:pt x="1022754" y="458121"/>
                  </a:lnTo>
                  <a:lnTo>
                    <a:pt x="1032483" y="458501"/>
                  </a:lnTo>
                  <a:lnTo>
                    <a:pt x="1042227" y="458847"/>
                  </a:lnTo>
                  <a:lnTo>
                    <a:pt x="1051971" y="459166"/>
                  </a:lnTo>
                  <a:lnTo>
                    <a:pt x="1061715" y="459467"/>
                  </a:lnTo>
                  <a:lnTo>
                    <a:pt x="1071444" y="459757"/>
                  </a:lnTo>
                  <a:lnTo>
                    <a:pt x="1081188" y="460046"/>
                  </a:lnTo>
                  <a:lnTo>
                    <a:pt x="1090932" y="460338"/>
                  </a:lnTo>
                  <a:lnTo>
                    <a:pt x="1100676" y="460644"/>
                  </a:lnTo>
                  <a:lnTo>
                    <a:pt x="1110405" y="460969"/>
                  </a:lnTo>
                  <a:lnTo>
                    <a:pt x="1120149" y="461322"/>
                  </a:lnTo>
                  <a:lnTo>
                    <a:pt x="1129893" y="461709"/>
                  </a:lnTo>
                  <a:lnTo>
                    <a:pt x="1139637" y="462140"/>
                  </a:lnTo>
                  <a:lnTo>
                    <a:pt x="1149381" y="462618"/>
                  </a:lnTo>
                  <a:lnTo>
                    <a:pt x="1159110" y="463153"/>
                  </a:lnTo>
                  <a:lnTo>
                    <a:pt x="1168854" y="463749"/>
                  </a:lnTo>
                  <a:lnTo>
                    <a:pt x="1178598" y="464415"/>
                  </a:lnTo>
                  <a:lnTo>
                    <a:pt x="1188341" y="465157"/>
                  </a:lnTo>
                  <a:lnTo>
                    <a:pt x="1198070" y="465978"/>
                  </a:lnTo>
                  <a:lnTo>
                    <a:pt x="1207814" y="466888"/>
                  </a:lnTo>
                  <a:lnTo>
                    <a:pt x="1217558" y="467889"/>
                  </a:lnTo>
                  <a:lnTo>
                    <a:pt x="1227302" y="468987"/>
                  </a:lnTo>
                  <a:lnTo>
                    <a:pt x="1237031" y="470188"/>
                  </a:lnTo>
                  <a:lnTo>
                    <a:pt x="1246775" y="471495"/>
                  </a:lnTo>
                  <a:lnTo>
                    <a:pt x="1256519" y="472913"/>
                  </a:lnTo>
                  <a:lnTo>
                    <a:pt x="1266263" y="474445"/>
                  </a:lnTo>
                  <a:lnTo>
                    <a:pt x="1276007" y="476094"/>
                  </a:lnTo>
                  <a:lnTo>
                    <a:pt x="1285736" y="477864"/>
                  </a:lnTo>
                  <a:lnTo>
                    <a:pt x="1295480" y="479758"/>
                  </a:lnTo>
                  <a:lnTo>
                    <a:pt x="1305224" y="481775"/>
                  </a:lnTo>
                  <a:lnTo>
                    <a:pt x="1314968" y="483920"/>
                  </a:lnTo>
                  <a:lnTo>
                    <a:pt x="1324697" y="486192"/>
                  </a:lnTo>
                  <a:lnTo>
                    <a:pt x="1334441" y="488594"/>
                  </a:lnTo>
                  <a:lnTo>
                    <a:pt x="1344185" y="491126"/>
                  </a:lnTo>
                  <a:lnTo>
                    <a:pt x="1353929" y="493785"/>
                  </a:lnTo>
                  <a:lnTo>
                    <a:pt x="1363658" y="496574"/>
                  </a:lnTo>
                  <a:lnTo>
                    <a:pt x="1373402" y="499490"/>
                  </a:lnTo>
                  <a:lnTo>
                    <a:pt x="1383146" y="502532"/>
                  </a:lnTo>
                  <a:lnTo>
                    <a:pt x="1392890" y="505698"/>
                  </a:lnTo>
                  <a:lnTo>
                    <a:pt x="1402619" y="508986"/>
                  </a:lnTo>
                  <a:lnTo>
                    <a:pt x="1412363" y="512394"/>
                  </a:lnTo>
                  <a:lnTo>
                    <a:pt x="1422106" y="515916"/>
                  </a:lnTo>
                  <a:lnTo>
                    <a:pt x="1431850" y="519551"/>
                  </a:lnTo>
                  <a:lnTo>
                    <a:pt x="1441594" y="523292"/>
                  </a:lnTo>
                  <a:lnTo>
                    <a:pt x="1451323" y="527138"/>
                  </a:lnTo>
                  <a:lnTo>
                    <a:pt x="1461067" y="531082"/>
                  </a:lnTo>
                  <a:lnTo>
                    <a:pt x="1470811" y="535118"/>
                  </a:lnTo>
                  <a:lnTo>
                    <a:pt x="1480555" y="539242"/>
                  </a:lnTo>
                  <a:lnTo>
                    <a:pt x="1490284" y="543445"/>
                  </a:lnTo>
                  <a:lnTo>
                    <a:pt x="1500028" y="547722"/>
                  </a:lnTo>
                  <a:lnTo>
                    <a:pt x="1509772" y="552067"/>
                  </a:lnTo>
                  <a:lnTo>
                    <a:pt x="1519516" y="556473"/>
                  </a:lnTo>
                  <a:lnTo>
                    <a:pt x="1529245" y="560929"/>
                  </a:lnTo>
                  <a:lnTo>
                    <a:pt x="1538989" y="565430"/>
                  </a:lnTo>
                  <a:lnTo>
                    <a:pt x="1548733" y="569967"/>
                  </a:lnTo>
                  <a:lnTo>
                    <a:pt x="1558477" y="574530"/>
                  </a:lnTo>
                  <a:lnTo>
                    <a:pt x="1568221" y="579115"/>
                  </a:lnTo>
                  <a:lnTo>
                    <a:pt x="1577950" y="583706"/>
                  </a:lnTo>
                  <a:lnTo>
                    <a:pt x="1587694" y="588301"/>
                  </a:lnTo>
                  <a:lnTo>
                    <a:pt x="1597438" y="592886"/>
                  </a:lnTo>
                  <a:lnTo>
                    <a:pt x="1607182" y="597454"/>
                  </a:lnTo>
                  <a:lnTo>
                    <a:pt x="1616911" y="601993"/>
                  </a:lnTo>
                  <a:lnTo>
                    <a:pt x="1626655" y="606496"/>
                  </a:lnTo>
                  <a:lnTo>
                    <a:pt x="1636399" y="610951"/>
                  </a:lnTo>
                  <a:lnTo>
                    <a:pt x="1646142" y="615350"/>
                  </a:lnTo>
                  <a:lnTo>
                    <a:pt x="1655872" y="619683"/>
                  </a:lnTo>
                  <a:lnTo>
                    <a:pt x="1665616" y="623938"/>
                  </a:lnTo>
                  <a:lnTo>
                    <a:pt x="1675359" y="628110"/>
                  </a:lnTo>
                  <a:lnTo>
                    <a:pt x="1685103" y="632185"/>
                  </a:lnTo>
                  <a:lnTo>
                    <a:pt x="1694832" y="636154"/>
                  </a:lnTo>
                  <a:lnTo>
                    <a:pt x="1704576" y="640011"/>
                  </a:lnTo>
                  <a:lnTo>
                    <a:pt x="1714320" y="643743"/>
                  </a:lnTo>
                  <a:lnTo>
                    <a:pt x="1724064" y="647343"/>
                  </a:lnTo>
                  <a:lnTo>
                    <a:pt x="1733808" y="650802"/>
                  </a:lnTo>
                  <a:lnTo>
                    <a:pt x="1743537" y="654113"/>
                  </a:lnTo>
                  <a:lnTo>
                    <a:pt x="1753281" y="657266"/>
                  </a:lnTo>
                  <a:lnTo>
                    <a:pt x="1763025" y="660253"/>
                  </a:lnTo>
                  <a:lnTo>
                    <a:pt x="1772769" y="663067"/>
                  </a:lnTo>
                  <a:lnTo>
                    <a:pt x="1782498" y="665703"/>
                  </a:lnTo>
                  <a:lnTo>
                    <a:pt x="1792242" y="668151"/>
                  </a:lnTo>
                  <a:lnTo>
                    <a:pt x="1801986" y="670407"/>
                  </a:lnTo>
                  <a:lnTo>
                    <a:pt x="1811730" y="672464"/>
                  </a:lnTo>
                  <a:lnTo>
                    <a:pt x="1821459" y="674318"/>
                  </a:lnTo>
                  <a:lnTo>
                    <a:pt x="1831203" y="675962"/>
                  </a:lnTo>
                  <a:lnTo>
                    <a:pt x="1840947" y="677394"/>
                  </a:lnTo>
                  <a:lnTo>
                    <a:pt x="1850691" y="678610"/>
                  </a:lnTo>
                  <a:lnTo>
                    <a:pt x="1860435" y="679607"/>
                  </a:lnTo>
                  <a:lnTo>
                    <a:pt x="1870164" y="680381"/>
                  </a:lnTo>
                  <a:lnTo>
                    <a:pt x="1879908" y="680933"/>
                  </a:lnTo>
                  <a:lnTo>
                    <a:pt x="1889652" y="681259"/>
                  </a:lnTo>
                  <a:lnTo>
                    <a:pt x="1899395" y="681359"/>
                  </a:lnTo>
                  <a:lnTo>
                    <a:pt x="1909124" y="681232"/>
                  </a:lnTo>
                  <a:lnTo>
                    <a:pt x="1918868" y="680882"/>
                  </a:lnTo>
                  <a:lnTo>
                    <a:pt x="1928612" y="680308"/>
                  </a:lnTo>
                  <a:lnTo>
                    <a:pt x="1938356" y="679511"/>
                  </a:lnTo>
                  <a:lnTo>
                    <a:pt x="1948085" y="678497"/>
                  </a:lnTo>
                  <a:lnTo>
                    <a:pt x="1957829" y="677266"/>
                  </a:lnTo>
                  <a:lnTo>
                    <a:pt x="1967573" y="675824"/>
                  </a:lnTo>
                  <a:lnTo>
                    <a:pt x="1977317" y="674174"/>
                  </a:lnTo>
                  <a:lnTo>
                    <a:pt x="1987046" y="672323"/>
                  </a:lnTo>
                  <a:lnTo>
                    <a:pt x="1996790" y="670277"/>
                  </a:lnTo>
                  <a:lnTo>
                    <a:pt x="2006534" y="668041"/>
                  </a:lnTo>
                  <a:lnTo>
                    <a:pt x="2016278" y="665624"/>
                  </a:lnTo>
                  <a:lnTo>
                    <a:pt x="2026022" y="663035"/>
                  </a:lnTo>
                  <a:lnTo>
                    <a:pt x="2035751" y="660280"/>
                  </a:lnTo>
                  <a:lnTo>
                    <a:pt x="2045495" y="657368"/>
                  </a:lnTo>
                  <a:lnTo>
                    <a:pt x="2055239" y="654311"/>
                  </a:lnTo>
                  <a:lnTo>
                    <a:pt x="2064983" y="651120"/>
                  </a:lnTo>
                  <a:lnTo>
                    <a:pt x="2074712" y="647803"/>
                  </a:lnTo>
                  <a:lnTo>
                    <a:pt x="2084456" y="644372"/>
                  </a:lnTo>
                  <a:lnTo>
                    <a:pt x="2094200" y="640841"/>
                  </a:lnTo>
                  <a:lnTo>
                    <a:pt x="2103944" y="637221"/>
                  </a:lnTo>
                  <a:lnTo>
                    <a:pt x="2113673" y="633524"/>
                  </a:lnTo>
                  <a:lnTo>
                    <a:pt x="2123417" y="629764"/>
                  </a:lnTo>
                  <a:lnTo>
                    <a:pt x="2133161" y="625955"/>
                  </a:lnTo>
                  <a:lnTo>
                    <a:pt x="2142905" y="622110"/>
                  </a:lnTo>
                  <a:lnTo>
                    <a:pt x="2152649" y="618244"/>
                  </a:lnTo>
                  <a:lnTo>
                    <a:pt x="2162377" y="614371"/>
                  </a:lnTo>
                  <a:lnTo>
                    <a:pt x="2172121" y="610505"/>
                  </a:lnTo>
                  <a:lnTo>
                    <a:pt x="2181865" y="606663"/>
                  </a:lnTo>
                  <a:lnTo>
                    <a:pt x="2191609" y="602858"/>
                  </a:lnTo>
                  <a:lnTo>
                    <a:pt x="2201338" y="599104"/>
                  </a:lnTo>
                  <a:lnTo>
                    <a:pt x="2211082" y="595420"/>
                  </a:lnTo>
                  <a:lnTo>
                    <a:pt x="2220826" y="591819"/>
                  </a:lnTo>
                  <a:lnTo>
                    <a:pt x="2230570" y="588315"/>
                  </a:lnTo>
                  <a:lnTo>
                    <a:pt x="2240299" y="584924"/>
                  </a:lnTo>
                  <a:lnTo>
                    <a:pt x="2250043" y="581661"/>
                  </a:lnTo>
                  <a:lnTo>
                    <a:pt x="2259787" y="578539"/>
                  </a:lnTo>
                  <a:lnTo>
                    <a:pt x="2269531" y="575576"/>
                  </a:lnTo>
                  <a:lnTo>
                    <a:pt x="2279260" y="572784"/>
                  </a:lnTo>
                  <a:lnTo>
                    <a:pt x="2289004" y="570178"/>
                  </a:lnTo>
                  <a:lnTo>
                    <a:pt x="2298748" y="567769"/>
                  </a:lnTo>
                  <a:lnTo>
                    <a:pt x="2308492" y="565574"/>
                  </a:lnTo>
                  <a:lnTo>
                    <a:pt x="2318236" y="563603"/>
                  </a:lnTo>
                  <a:lnTo>
                    <a:pt x="2327965" y="561869"/>
                  </a:lnTo>
                  <a:lnTo>
                    <a:pt x="2337709" y="560382"/>
                  </a:lnTo>
                  <a:lnTo>
                    <a:pt x="2347453" y="559157"/>
                  </a:lnTo>
                  <a:lnTo>
                    <a:pt x="2357197" y="558202"/>
                  </a:lnTo>
                  <a:lnTo>
                    <a:pt x="2366926" y="557526"/>
                  </a:lnTo>
                  <a:lnTo>
                    <a:pt x="2376670" y="557140"/>
                  </a:lnTo>
                  <a:lnTo>
                    <a:pt x="2386413" y="557052"/>
                  </a:lnTo>
                  <a:lnTo>
                    <a:pt x="2396157" y="557270"/>
                  </a:lnTo>
                  <a:lnTo>
                    <a:pt x="2405886" y="557799"/>
                  </a:lnTo>
                  <a:lnTo>
                    <a:pt x="2415630" y="558646"/>
                  </a:lnTo>
                  <a:lnTo>
                    <a:pt x="2425374" y="559817"/>
                  </a:lnTo>
                  <a:lnTo>
                    <a:pt x="2435118" y="561318"/>
                  </a:lnTo>
                  <a:lnTo>
                    <a:pt x="2444862" y="563147"/>
                  </a:lnTo>
                  <a:lnTo>
                    <a:pt x="2454591" y="565311"/>
                  </a:lnTo>
                  <a:lnTo>
                    <a:pt x="2464335" y="567811"/>
                  </a:lnTo>
                  <a:lnTo>
                    <a:pt x="2474079" y="570644"/>
                  </a:lnTo>
                  <a:lnTo>
                    <a:pt x="2483823" y="573813"/>
                  </a:lnTo>
                  <a:lnTo>
                    <a:pt x="2493552" y="577318"/>
                  </a:lnTo>
                  <a:lnTo>
                    <a:pt x="2503296" y="581151"/>
                  </a:lnTo>
                  <a:lnTo>
                    <a:pt x="2513040" y="585312"/>
                  </a:lnTo>
                  <a:lnTo>
                    <a:pt x="2522784" y="589797"/>
                  </a:lnTo>
                  <a:lnTo>
                    <a:pt x="2532513" y="594601"/>
                  </a:lnTo>
                  <a:lnTo>
                    <a:pt x="2542257" y="599714"/>
                  </a:lnTo>
                  <a:lnTo>
                    <a:pt x="2552001" y="605130"/>
                  </a:lnTo>
                  <a:lnTo>
                    <a:pt x="2561745" y="610842"/>
                  </a:lnTo>
                  <a:lnTo>
                    <a:pt x="2571474" y="616837"/>
                  </a:lnTo>
                  <a:lnTo>
                    <a:pt x="2581218" y="623110"/>
                  </a:lnTo>
                  <a:lnTo>
                    <a:pt x="2590962" y="629643"/>
                  </a:lnTo>
                  <a:lnTo>
                    <a:pt x="2600705" y="636428"/>
                  </a:lnTo>
                  <a:lnTo>
                    <a:pt x="2610449" y="643451"/>
                  </a:lnTo>
                  <a:lnTo>
                    <a:pt x="2620178" y="650697"/>
                  </a:lnTo>
                  <a:lnTo>
                    <a:pt x="2629922" y="658151"/>
                  </a:lnTo>
                  <a:lnTo>
                    <a:pt x="2639666" y="665797"/>
                  </a:lnTo>
                  <a:lnTo>
                    <a:pt x="2649410" y="673619"/>
                  </a:lnTo>
                  <a:lnTo>
                    <a:pt x="2659139" y="681599"/>
                  </a:lnTo>
                  <a:lnTo>
                    <a:pt x="2668883" y="689720"/>
                  </a:lnTo>
                  <a:lnTo>
                    <a:pt x="2678627" y="697962"/>
                  </a:lnTo>
                  <a:lnTo>
                    <a:pt x="2688371" y="706307"/>
                  </a:lnTo>
                  <a:lnTo>
                    <a:pt x="2698100" y="714734"/>
                  </a:lnTo>
                  <a:lnTo>
                    <a:pt x="2707844" y="723223"/>
                  </a:lnTo>
                  <a:lnTo>
                    <a:pt x="2717588" y="731756"/>
                  </a:lnTo>
                  <a:lnTo>
                    <a:pt x="2727332" y="740308"/>
                  </a:lnTo>
                  <a:lnTo>
                    <a:pt x="2737076" y="748859"/>
                  </a:lnTo>
                  <a:lnTo>
                    <a:pt x="2746805" y="757388"/>
                  </a:lnTo>
                  <a:lnTo>
                    <a:pt x="2756549" y="765873"/>
                  </a:lnTo>
                  <a:lnTo>
                    <a:pt x="2766293" y="774293"/>
                  </a:lnTo>
                  <a:lnTo>
                    <a:pt x="2776037" y="782626"/>
                  </a:lnTo>
                  <a:lnTo>
                    <a:pt x="2785766" y="790847"/>
                  </a:lnTo>
                  <a:lnTo>
                    <a:pt x="2795510" y="798937"/>
                  </a:lnTo>
                  <a:lnTo>
                    <a:pt x="2805254" y="806875"/>
                  </a:lnTo>
                  <a:lnTo>
                    <a:pt x="2814998" y="814639"/>
                  </a:lnTo>
                  <a:lnTo>
                    <a:pt x="2824727" y="822206"/>
                  </a:lnTo>
                  <a:lnTo>
                    <a:pt x="2834471" y="829557"/>
                  </a:lnTo>
                  <a:lnTo>
                    <a:pt x="2844215" y="836672"/>
                  </a:lnTo>
                  <a:lnTo>
                    <a:pt x="2853958" y="843530"/>
                  </a:lnTo>
                  <a:lnTo>
                    <a:pt x="2863687" y="850112"/>
                  </a:lnTo>
                  <a:lnTo>
                    <a:pt x="2873431" y="856399"/>
                  </a:lnTo>
                  <a:lnTo>
                    <a:pt x="2883175" y="862375"/>
                  </a:lnTo>
                  <a:lnTo>
                    <a:pt x="2892919" y="868021"/>
                  </a:lnTo>
                  <a:lnTo>
                    <a:pt x="2902663" y="873320"/>
                  </a:lnTo>
                  <a:lnTo>
                    <a:pt x="2912392" y="87825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6" name="Freeform 865">
              <a:extLst>
                <a:ext uri="{FF2B5EF4-FFF2-40B4-BE49-F238E27FC236}">
                  <a16:creationId xmlns:a16="http://schemas.microsoft.com/office/drawing/2014/main" id="{5F0DBFB8-5B47-C460-E169-CA454A4299AC}"/>
                </a:ext>
              </a:extLst>
            </p:cNvPr>
            <p:cNvSpPr/>
            <p:nvPr/>
          </p:nvSpPr>
          <p:spPr>
            <a:xfrm>
              <a:off x="576446" y="2951511"/>
              <a:ext cx="2912392" cy="879090"/>
            </a:xfrm>
            <a:custGeom>
              <a:avLst/>
              <a:gdLst>
                <a:gd name="connsiteX0" fmla="*/ 0 w 2912392"/>
                <a:gd name="connsiteY0" fmla="*/ 879091 h 879090"/>
                <a:gd name="connsiteX1" fmla="*/ 9739 w 2912392"/>
                <a:gd name="connsiteY1" fmla="*/ 872335 h 879090"/>
                <a:gd name="connsiteX2" fmla="*/ 19480 w 2912392"/>
                <a:gd name="connsiteY2" fmla="*/ 865632 h 879090"/>
                <a:gd name="connsiteX3" fmla="*/ 29221 w 2912392"/>
                <a:gd name="connsiteY3" fmla="*/ 858984 h 879090"/>
                <a:gd name="connsiteX4" fmla="*/ 38961 w 2912392"/>
                <a:gd name="connsiteY4" fmla="*/ 852396 h 879090"/>
                <a:gd name="connsiteX5" fmla="*/ 48702 w 2912392"/>
                <a:gd name="connsiteY5" fmla="*/ 845867 h 879090"/>
                <a:gd name="connsiteX6" fmla="*/ 58443 w 2912392"/>
                <a:gd name="connsiteY6" fmla="*/ 839403 h 879090"/>
                <a:gd name="connsiteX7" fmla="*/ 68182 w 2912392"/>
                <a:gd name="connsiteY7" fmla="*/ 833002 h 879090"/>
                <a:gd name="connsiteX8" fmla="*/ 77923 w 2912392"/>
                <a:gd name="connsiteY8" fmla="*/ 826672 h 879090"/>
                <a:gd name="connsiteX9" fmla="*/ 87664 w 2912392"/>
                <a:gd name="connsiteY9" fmla="*/ 820409 h 879090"/>
                <a:gd name="connsiteX10" fmla="*/ 97404 w 2912392"/>
                <a:gd name="connsiteY10" fmla="*/ 814220 h 879090"/>
                <a:gd name="connsiteX11" fmla="*/ 107145 w 2912392"/>
                <a:gd name="connsiteY11" fmla="*/ 808104 h 879090"/>
                <a:gd name="connsiteX12" fmla="*/ 116886 w 2912392"/>
                <a:gd name="connsiteY12" fmla="*/ 802063 h 879090"/>
                <a:gd name="connsiteX13" fmla="*/ 126625 w 2912392"/>
                <a:gd name="connsiteY13" fmla="*/ 796099 h 879090"/>
                <a:gd name="connsiteX14" fmla="*/ 136366 w 2912392"/>
                <a:gd name="connsiteY14" fmla="*/ 790214 h 879090"/>
                <a:gd name="connsiteX15" fmla="*/ 146107 w 2912392"/>
                <a:gd name="connsiteY15" fmla="*/ 784409 h 879090"/>
                <a:gd name="connsiteX16" fmla="*/ 155846 w 2912392"/>
                <a:gd name="connsiteY16" fmla="*/ 778685 h 879090"/>
                <a:gd name="connsiteX17" fmla="*/ 165587 w 2912392"/>
                <a:gd name="connsiteY17" fmla="*/ 773046 h 879090"/>
                <a:gd name="connsiteX18" fmla="*/ 175328 w 2912392"/>
                <a:gd name="connsiteY18" fmla="*/ 767490 h 879090"/>
                <a:gd name="connsiteX19" fmla="*/ 185068 w 2912392"/>
                <a:gd name="connsiteY19" fmla="*/ 762020 h 879090"/>
                <a:gd name="connsiteX20" fmla="*/ 194809 w 2912392"/>
                <a:gd name="connsiteY20" fmla="*/ 756639 h 879090"/>
                <a:gd name="connsiteX21" fmla="*/ 204550 w 2912392"/>
                <a:gd name="connsiteY21" fmla="*/ 751347 h 879090"/>
                <a:gd name="connsiteX22" fmla="*/ 214289 w 2912392"/>
                <a:gd name="connsiteY22" fmla="*/ 746146 h 879090"/>
                <a:gd name="connsiteX23" fmla="*/ 224030 w 2912392"/>
                <a:gd name="connsiteY23" fmla="*/ 741038 h 879090"/>
                <a:gd name="connsiteX24" fmla="*/ 233771 w 2912392"/>
                <a:gd name="connsiteY24" fmla="*/ 736023 h 879090"/>
                <a:gd name="connsiteX25" fmla="*/ 243510 w 2912392"/>
                <a:gd name="connsiteY25" fmla="*/ 731106 h 879090"/>
                <a:gd name="connsiteX26" fmla="*/ 253251 w 2912392"/>
                <a:gd name="connsiteY26" fmla="*/ 726287 h 879090"/>
                <a:gd name="connsiteX27" fmla="*/ 262992 w 2912392"/>
                <a:gd name="connsiteY27" fmla="*/ 721567 h 879090"/>
                <a:gd name="connsiteX28" fmla="*/ 272732 w 2912392"/>
                <a:gd name="connsiteY28" fmla="*/ 716949 h 879090"/>
                <a:gd name="connsiteX29" fmla="*/ 282473 w 2912392"/>
                <a:gd name="connsiteY29" fmla="*/ 712435 h 879090"/>
                <a:gd name="connsiteX30" fmla="*/ 292214 w 2912392"/>
                <a:gd name="connsiteY30" fmla="*/ 708026 h 879090"/>
                <a:gd name="connsiteX31" fmla="*/ 301953 w 2912392"/>
                <a:gd name="connsiteY31" fmla="*/ 703727 h 879090"/>
                <a:gd name="connsiteX32" fmla="*/ 311694 w 2912392"/>
                <a:gd name="connsiteY32" fmla="*/ 699537 h 879090"/>
                <a:gd name="connsiteX33" fmla="*/ 321435 w 2912392"/>
                <a:gd name="connsiteY33" fmla="*/ 695459 h 879090"/>
                <a:gd name="connsiteX34" fmla="*/ 331175 w 2912392"/>
                <a:gd name="connsiteY34" fmla="*/ 691496 h 879090"/>
                <a:gd name="connsiteX35" fmla="*/ 340916 w 2912392"/>
                <a:gd name="connsiteY35" fmla="*/ 687651 h 879090"/>
                <a:gd name="connsiteX36" fmla="*/ 350656 w 2912392"/>
                <a:gd name="connsiteY36" fmla="*/ 683923 h 879090"/>
                <a:gd name="connsiteX37" fmla="*/ 360396 w 2912392"/>
                <a:gd name="connsiteY37" fmla="*/ 680317 h 879090"/>
                <a:gd name="connsiteX38" fmla="*/ 370137 w 2912392"/>
                <a:gd name="connsiteY38" fmla="*/ 676834 h 879090"/>
                <a:gd name="connsiteX39" fmla="*/ 379878 w 2912392"/>
                <a:gd name="connsiteY39" fmla="*/ 673477 h 879090"/>
                <a:gd name="connsiteX40" fmla="*/ 389617 w 2912392"/>
                <a:gd name="connsiteY40" fmla="*/ 670247 h 879090"/>
                <a:gd name="connsiteX41" fmla="*/ 399358 w 2912392"/>
                <a:gd name="connsiteY41" fmla="*/ 667147 h 879090"/>
                <a:gd name="connsiteX42" fmla="*/ 409099 w 2912392"/>
                <a:gd name="connsiteY42" fmla="*/ 664179 h 879090"/>
                <a:gd name="connsiteX43" fmla="*/ 418839 w 2912392"/>
                <a:gd name="connsiteY43" fmla="*/ 661345 h 879090"/>
                <a:gd name="connsiteX44" fmla="*/ 428580 w 2912392"/>
                <a:gd name="connsiteY44" fmla="*/ 658645 h 879090"/>
                <a:gd name="connsiteX45" fmla="*/ 438321 w 2912392"/>
                <a:gd name="connsiteY45" fmla="*/ 656083 h 879090"/>
                <a:gd name="connsiteX46" fmla="*/ 448060 w 2912392"/>
                <a:gd name="connsiteY46" fmla="*/ 653659 h 879090"/>
                <a:gd name="connsiteX47" fmla="*/ 457801 w 2912392"/>
                <a:gd name="connsiteY47" fmla="*/ 651375 h 879090"/>
                <a:gd name="connsiteX48" fmla="*/ 467542 w 2912392"/>
                <a:gd name="connsiteY48" fmla="*/ 649231 h 879090"/>
                <a:gd name="connsiteX49" fmla="*/ 477281 w 2912392"/>
                <a:gd name="connsiteY49" fmla="*/ 647228 h 879090"/>
                <a:gd name="connsiteX50" fmla="*/ 487022 w 2912392"/>
                <a:gd name="connsiteY50" fmla="*/ 645369 h 879090"/>
                <a:gd name="connsiteX51" fmla="*/ 496763 w 2912392"/>
                <a:gd name="connsiteY51" fmla="*/ 643652 h 879090"/>
                <a:gd name="connsiteX52" fmla="*/ 506503 w 2912392"/>
                <a:gd name="connsiteY52" fmla="*/ 642079 h 879090"/>
                <a:gd name="connsiteX53" fmla="*/ 516244 w 2912392"/>
                <a:gd name="connsiteY53" fmla="*/ 640649 h 879090"/>
                <a:gd name="connsiteX54" fmla="*/ 525985 w 2912392"/>
                <a:gd name="connsiteY54" fmla="*/ 639362 h 879090"/>
                <a:gd name="connsiteX55" fmla="*/ 535724 w 2912392"/>
                <a:gd name="connsiteY55" fmla="*/ 638216 h 879090"/>
                <a:gd name="connsiteX56" fmla="*/ 545465 w 2912392"/>
                <a:gd name="connsiteY56" fmla="*/ 637213 h 879090"/>
                <a:gd name="connsiteX57" fmla="*/ 555206 w 2912392"/>
                <a:gd name="connsiteY57" fmla="*/ 636349 h 879090"/>
                <a:gd name="connsiteX58" fmla="*/ 564946 w 2912392"/>
                <a:gd name="connsiteY58" fmla="*/ 635623 h 879090"/>
                <a:gd name="connsiteX59" fmla="*/ 574687 w 2912392"/>
                <a:gd name="connsiteY59" fmla="*/ 635035 h 879090"/>
                <a:gd name="connsiteX60" fmla="*/ 584428 w 2912392"/>
                <a:gd name="connsiteY60" fmla="*/ 634580 h 879090"/>
                <a:gd name="connsiteX61" fmla="*/ 594167 w 2912392"/>
                <a:gd name="connsiteY61" fmla="*/ 634259 h 879090"/>
                <a:gd name="connsiteX62" fmla="*/ 603908 w 2912392"/>
                <a:gd name="connsiteY62" fmla="*/ 634066 h 879090"/>
                <a:gd name="connsiteX63" fmla="*/ 613649 w 2912392"/>
                <a:gd name="connsiteY63" fmla="*/ 634001 h 879090"/>
                <a:gd name="connsiteX64" fmla="*/ 623388 w 2912392"/>
                <a:gd name="connsiteY64" fmla="*/ 634056 h 879090"/>
                <a:gd name="connsiteX65" fmla="*/ 633129 w 2912392"/>
                <a:gd name="connsiteY65" fmla="*/ 634232 h 879090"/>
                <a:gd name="connsiteX66" fmla="*/ 642870 w 2912392"/>
                <a:gd name="connsiteY66" fmla="*/ 634522 h 879090"/>
                <a:gd name="connsiteX67" fmla="*/ 652610 w 2912392"/>
                <a:gd name="connsiteY67" fmla="*/ 634922 h 879090"/>
                <a:gd name="connsiteX68" fmla="*/ 662351 w 2912392"/>
                <a:gd name="connsiteY68" fmla="*/ 635428 h 879090"/>
                <a:gd name="connsiteX69" fmla="*/ 672092 w 2912392"/>
                <a:gd name="connsiteY69" fmla="*/ 636035 h 879090"/>
                <a:gd name="connsiteX70" fmla="*/ 681831 w 2912392"/>
                <a:gd name="connsiteY70" fmla="*/ 636735 h 879090"/>
                <a:gd name="connsiteX71" fmla="*/ 691572 w 2912392"/>
                <a:gd name="connsiteY71" fmla="*/ 637526 h 879090"/>
                <a:gd name="connsiteX72" fmla="*/ 701313 w 2912392"/>
                <a:gd name="connsiteY72" fmla="*/ 638401 h 879090"/>
                <a:gd name="connsiteX73" fmla="*/ 711052 w 2912392"/>
                <a:gd name="connsiteY73" fmla="*/ 639353 h 879090"/>
                <a:gd name="connsiteX74" fmla="*/ 720793 w 2912392"/>
                <a:gd name="connsiteY74" fmla="*/ 640376 h 879090"/>
                <a:gd name="connsiteX75" fmla="*/ 730534 w 2912392"/>
                <a:gd name="connsiteY75" fmla="*/ 641464 h 879090"/>
                <a:gd name="connsiteX76" fmla="*/ 740274 w 2912392"/>
                <a:gd name="connsiteY76" fmla="*/ 642610 h 879090"/>
                <a:gd name="connsiteX77" fmla="*/ 750015 w 2912392"/>
                <a:gd name="connsiteY77" fmla="*/ 643806 h 879090"/>
                <a:gd name="connsiteX78" fmla="*/ 759756 w 2912392"/>
                <a:gd name="connsiteY78" fmla="*/ 645047 h 879090"/>
                <a:gd name="connsiteX79" fmla="*/ 769495 w 2912392"/>
                <a:gd name="connsiteY79" fmla="*/ 646325 h 879090"/>
                <a:gd name="connsiteX80" fmla="*/ 779236 w 2912392"/>
                <a:gd name="connsiteY80" fmla="*/ 647633 h 879090"/>
                <a:gd name="connsiteX81" fmla="*/ 788977 w 2912392"/>
                <a:gd name="connsiteY81" fmla="*/ 648962 h 879090"/>
                <a:gd name="connsiteX82" fmla="*/ 798717 w 2912392"/>
                <a:gd name="connsiteY82" fmla="*/ 650308 h 879090"/>
                <a:gd name="connsiteX83" fmla="*/ 808458 w 2912392"/>
                <a:gd name="connsiteY83" fmla="*/ 651661 h 879090"/>
                <a:gd name="connsiteX84" fmla="*/ 818199 w 2912392"/>
                <a:gd name="connsiteY84" fmla="*/ 653013 h 879090"/>
                <a:gd name="connsiteX85" fmla="*/ 827938 w 2912392"/>
                <a:gd name="connsiteY85" fmla="*/ 654360 h 879090"/>
                <a:gd name="connsiteX86" fmla="*/ 837679 w 2912392"/>
                <a:gd name="connsiteY86" fmla="*/ 655692 h 879090"/>
                <a:gd name="connsiteX87" fmla="*/ 847420 w 2912392"/>
                <a:gd name="connsiteY87" fmla="*/ 657003 h 879090"/>
                <a:gd name="connsiteX88" fmla="*/ 857159 w 2912392"/>
                <a:gd name="connsiteY88" fmla="*/ 658286 h 879090"/>
                <a:gd name="connsiteX89" fmla="*/ 866900 w 2912392"/>
                <a:gd name="connsiteY89" fmla="*/ 659533 h 879090"/>
                <a:gd name="connsiteX90" fmla="*/ 876641 w 2912392"/>
                <a:gd name="connsiteY90" fmla="*/ 660740 h 879090"/>
                <a:gd name="connsiteX91" fmla="*/ 886381 w 2912392"/>
                <a:gd name="connsiteY91" fmla="*/ 661898 h 879090"/>
                <a:gd name="connsiteX92" fmla="*/ 896122 w 2912392"/>
                <a:gd name="connsiteY92" fmla="*/ 663002 h 879090"/>
                <a:gd name="connsiteX93" fmla="*/ 905863 w 2912392"/>
                <a:gd name="connsiteY93" fmla="*/ 664045 h 879090"/>
                <a:gd name="connsiteX94" fmla="*/ 915602 w 2912392"/>
                <a:gd name="connsiteY94" fmla="*/ 665022 h 879090"/>
                <a:gd name="connsiteX95" fmla="*/ 925343 w 2912392"/>
                <a:gd name="connsiteY95" fmla="*/ 665928 h 879090"/>
                <a:gd name="connsiteX96" fmla="*/ 935084 w 2912392"/>
                <a:gd name="connsiteY96" fmla="*/ 666756 h 879090"/>
                <a:gd name="connsiteX97" fmla="*/ 944824 w 2912392"/>
                <a:gd name="connsiteY97" fmla="*/ 667504 h 879090"/>
                <a:gd name="connsiteX98" fmla="*/ 954564 w 2912392"/>
                <a:gd name="connsiteY98" fmla="*/ 668166 h 879090"/>
                <a:gd name="connsiteX99" fmla="*/ 964305 w 2912392"/>
                <a:gd name="connsiteY99" fmla="*/ 668738 h 879090"/>
                <a:gd name="connsiteX100" fmla="*/ 974045 w 2912392"/>
                <a:gd name="connsiteY100" fmla="*/ 669218 h 879090"/>
                <a:gd name="connsiteX101" fmla="*/ 983786 w 2912392"/>
                <a:gd name="connsiteY101" fmla="*/ 669599 h 879090"/>
                <a:gd name="connsiteX102" fmla="*/ 993522 w 2912392"/>
                <a:gd name="connsiteY102" fmla="*/ 669881 h 879090"/>
                <a:gd name="connsiteX103" fmla="*/ 1003266 w 2912392"/>
                <a:gd name="connsiteY103" fmla="*/ 670061 h 879090"/>
                <a:gd name="connsiteX104" fmla="*/ 1013010 w 2912392"/>
                <a:gd name="connsiteY104" fmla="*/ 670137 h 879090"/>
                <a:gd name="connsiteX105" fmla="*/ 1022754 w 2912392"/>
                <a:gd name="connsiteY105" fmla="*/ 670107 h 879090"/>
                <a:gd name="connsiteX106" fmla="*/ 1032483 w 2912392"/>
                <a:gd name="connsiteY106" fmla="*/ 669970 h 879090"/>
                <a:gd name="connsiteX107" fmla="*/ 1042227 w 2912392"/>
                <a:gd name="connsiteY107" fmla="*/ 669726 h 879090"/>
                <a:gd name="connsiteX108" fmla="*/ 1051971 w 2912392"/>
                <a:gd name="connsiteY108" fmla="*/ 669374 h 879090"/>
                <a:gd name="connsiteX109" fmla="*/ 1061715 w 2912392"/>
                <a:gd name="connsiteY109" fmla="*/ 668914 h 879090"/>
                <a:gd name="connsiteX110" fmla="*/ 1071444 w 2912392"/>
                <a:gd name="connsiteY110" fmla="*/ 668346 h 879090"/>
                <a:gd name="connsiteX111" fmla="*/ 1081188 w 2912392"/>
                <a:gd name="connsiteY111" fmla="*/ 667673 h 879090"/>
                <a:gd name="connsiteX112" fmla="*/ 1090932 w 2912392"/>
                <a:gd name="connsiteY112" fmla="*/ 666893 h 879090"/>
                <a:gd name="connsiteX113" fmla="*/ 1100676 w 2912392"/>
                <a:gd name="connsiteY113" fmla="*/ 666013 h 879090"/>
                <a:gd name="connsiteX114" fmla="*/ 1110405 w 2912392"/>
                <a:gd name="connsiteY114" fmla="*/ 665031 h 879090"/>
                <a:gd name="connsiteX115" fmla="*/ 1120149 w 2912392"/>
                <a:gd name="connsiteY115" fmla="*/ 663951 h 879090"/>
                <a:gd name="connsiteX116" fmla="*/ 1129893 w 2912392"/>
                <a:gd name="connsiteY116" fmla="*/ 662775 h 879090"/>
                <a:gd name="connsiteX117" fmla="*/ 1139637 w 2912392"/>
                <a:gd name="connsiteY117" fmla="*/ 661509 h 879090"/>
                <a:gd name="connsiteX118" fmla="*/ 1149381 w 2912392"/>
                <a:gd name="connsiteY118" fmla="*/ 660155 h 879090"/>
                <a:gd name="connsiteX119" fmla="*/ 1159110 w 2912392"/>
                <a:gd name="connsiteY119" fmla="*/ 658717 h 879090"/>
                <a:gd name="connsiteX120" fmla="*/ 1168854 w 2912392"/>
                <a:gd name="connsiteY120" fmla="*/ 657199 h 879090"/>
                <a:gd name="connsiteX121" fmla="*/ 1178598 w 2912392"/>
                <a:gd name="connsiteY121" fmla="*/ 655606 h 879090"/>
                <a:gd name="connsiteX122" fmla="*/ 1188341 w 2912392"/>
                <a:gd name="connsiteY122" fmla="*/ 653945 h 879090"/>
                <a:gd name="connsiteX123" fmla="*/ 1198070 w 2912392"/>
                <a:gd name="connsiteY123" fmla="*/ 652218 h 879090"/>
                <a:gd name="connsiteX124" fmla="*/ 1207814 w 2912392"/>
                <a:gd name="connsiteY124" fmla="*/ 650433 h 879090"/>
                <a:gd name="connsiteX125" fmla="*/ 1217558 w 2912392"/>
                <a:gd name="connsiteY125" fmla="*/ 648593 h 879090"/>
                <a:gd name="connsiteX126" fmla="*/ 1227302 w 2912392"/>
                <a:gd name="connsiteY126" fmla="*/ 646707 h 879090"/>
                <a:gd name="connsiteX127" fmla="*/ 1237031 w 2912392"/>
                <a:gd name="connsiteY127" fmla="*/ 644779 h 879090"/>
                <a:gd name="connsiteX128" fmla="*/ 1246775 w 2912392"/>
                <a:gd name="connsiteY128" fmla="*/ 642815 h 879090"/>
                <a:gd name="connsiteX129" fmla="*/ 1256519 w 2912392"/>
                <a:gd name="connsiteY129" fmla="*/ 640823 h 879090"/>
                <a:gd name="connsiteX130" fmla="*/ 1266263 w 2912392"/>
                <a:gd name="connsiteY130" fmla="*/ 638807 h 879090"/>
                <a:gd name="connsiteX131" fmla="*/ 1276007 w 2912392"/>
                <a:gd name="connsiteY131" fmla="*/ 636777 h 879090"/>
                <a:gd name="connsiteX132" fmla="*/ 1285736 w 2912392"/>
                <a:gd name="connsiteY132" fmla="*/ 634734 h 879090"/>
                <a:gd name="connsiteX133" fmla="*/ 1295480 w 2912392"/>
                <a:gd name="connsiteY133" fmla="*/ 632690 h 879090"/>
                <a:gd name="connsiteX134" fmla="*/ 1305224 w 2912392"/>
                <a:gd name="connsiteY134" fmla="*/ 630647 h 879090"/>
                <a:gd name="connsiteX135" fmla="*/ 1314968 w 2912392"/>
                <a:gd name="connsiteY135" fmla="*/ 628615 h 879090"/>
                <a:gd name="connsiteX136" fmla="*/ 1324697 w 2912392"/>
                <a:gd name="connsiteY136" fmla="*/ 626598 h 879090"/>
                <a:gd name="connsiteX137" fmla="*/ 1334441 w 2912392"/>
                <a:gd name="connsiteY137" fmla="*/ 624601 h 879090"/>
                <a:gd name="connsiteX138" fmla="*/ 1344185 w 2912392"/>
                <a:gd name="connsiteY138" fmla="*/ 622634 h 879090"/>
                <a:gd name="connsiteX139" fmla="*/ 1353929 w 2912392"/>
                <a:gd name="connsiteY139" fmla="*/ 620701 h 879090"/>
                <a:gd name="connsiteX140" fmla="*/ 1363658 w 2912392"/>
                <a:gd name="connsiteY140" fmla="*/ 618807 h 879090"/>
                <a:gd name="connsiteX141" fmla="*/ 1373402 w 2912392"/>
                <a:gd name="connsiteY141" fmla="*/ 616959 h 879090"/>
                <a:gd name="connsiteX142" fmla="*/ 1383146 w 2912392"/>
                <a:gd name="connsiteY142" fmla="*/ 615161 h 879090"/>
                <a:gd name="connsiteX143" fmla="*/ 1392890 w 2912392"/>
                <a:gd name="connsiteY143" fmla="*/ 613419 h 879090"/>
                <a:gd name="connsiteX144" fmla="*/ 1402619 w 2912392"/>
                <a:gd name="connsiteY144" fmla="*/ 611739 h 879090"/>
                <a:gd name="connsiteX145" fmla="*/ 1412363 w 2912392"/>
                <a:gd name="connsiteY145" fmla="*/ 610124 h 879090"/>
                <a:gd name="connsiteX146" fmla="*/ 1422106 w 2912392"/>
                <a:gd name="connsiteY146" fmla="*/ 608579 h 879090"/>
                <a:gd name="connsiteX147" fmla="*/ 1431850 w 2912392"/>
                <a:gd name="connsiteY147" fmla="*/ 607108 h 879090"/>
                <a:gd name="connsiteX148" fmla="*/ 1441594 w 2912392"/>
                <a:gd name="connsiteY148" fmla="*/ 605715 h 879090"/>
                <a:gd name="connsiteX149" fmla="*/ 1451323 w 2912392"/>
                <a:gd name="connsiteY149" fmla="*/ 604404 h 879090"/>
                <a:gd name="connsiteX150" fmla="*/ 1461067 w 2912392"/>
                <a:gd name="connsiteY150" fmla="*/ 603178 h 879090"/>
                <a:gd name="connsiteX151" fmla="*/ 1470811 w 2912392"/>
                <a:gd name="connsiteY151" fmla="*/ 602038 h 879090"/>
                <a:gd name="connsiteX152" fmla="*/ 1480555 w 2912392"/>
                <a:gd name="connsiteY152" fmla="*/ 600988 h 879090"/>
                <a:gd name="connsiteX153" fmla="*/ 1490284 w 2912392"/>
                <a:gd name="connsiteY153" fmla="*/ 600028 h 879090"/>
                <a:gd name="connsiteX154" fmla="*/ 1500028 w 2912392"/>
                <a:gd name="connsiteY154" fmla="*/ 599164 h 879090"/>
                <a:gd name="connsiteX155" fmla="*/ 1509772 w 2912392"/>
                <a:gd name="connsiteY155" fmla="*/ 598394 h 879090"/>
                <a:gd name="connsiteX156" fmla="*/ 1519516 w 2912392"/>
                <a:gd name="connsiteY156" fmla="*/ 597717 h 879090"/>
                <a:gd name="connsiteX157" fmla="*/ 1529245 w 2912392"/>
                <a:gd name="connsiteY157" fmla="*/ 597139 h 879090"/>
                <a:gd name="connsiteX158" fmla="*/ 1538989 w 2912392"/>
                <a:gd name="connsiteY158" fmla="*/ 596655 h 879090"/>
                <a:gd name="connsiteX159" fmla="*/ 1548733 w 2912392"/>
                <a:gd name="connsiteY159" fmla="*/ 596268 h 879090"/>
                <a:gd name="connsiteX160" fmla="*/ 1558477 w 2912392"/>
                <a:gd name="connsiteY160" fmla="*/ 595974 h 879090"/>
                <a:gd name="connsiteX161" fmla="*/ 1568221 w 2912392"/>
                <a:gd name="connsiteY161" fmla="*/ 595775 h 879090"/>
                <a:gd name="connsiteX162" fmla="*/ 1577950 w 2912392"/>
                <a:gd name="connsiteY162" fmla="*/ 595667 h 879090"/>
                <a:gd name="connsiteX163" fmla="*/ 1587694 w 2912392"/>
                <a:gd name="connsiteY163" fmla="*/ 595649 h 879090"/>
                <a:gd name="connsiteX164" fmla="*/ 1597438 w 2912392"/>
                <a:gd name="connsiteY164" fmla="*/ 595721 h 879090"/>
                <a:gd name="connsiteX165" fmla="*/ 1607182 w 2912392"/>
                <a:gd name="connsiteY165" fmla="*/ 595876 h 879090"/>
                <a:gd name="connsiteX166" fmla="*/ 1616911 w 2912392"/>
                <a:gd name="connsiteY166" fmla="*/ 596113 h 879090"/>
                <a:gd name="connsiteX167" fmla="*/ 1626655 w 2912392"/>
                <a:gd name="connsiteY167" fmla="*/ 596429 h 879090"/>
                <a:gd name="connsiteX168" fmla="*/ 1636399 w 2912392"/>
                <a:gd name="connsiteY168" fmla="*/ 596819 h 879090"/>
                <a:gd name="connsiteX169" fmla="*/ 1646142 w 2912392"/>
                <a:gd name="connsiteY169" fmla="*/ 597281 h 879090"/>
                <a:gd name="connsiteX170" fmla="*/ 1655872 w 2912392"/>
                <a:gd name="connsiteY170" fmla="*/ 597807 h 879090"/>
                <a:gd name="connsiteX171" fmla="*/ 1665616 w 2912392"/>
                <a:gd name="connsiteY171" fmla="*/ 598394 h 879090"/>
                <a:gd name="connsiteX172" fmla="*/ 1675359 w 2912392"/>
                <a:gd name="connsiteY172" fmla="*/ 599037 h 879090"/>
                <a:gd name="connsiteX173" fmla="*/ 1685103 w 2912392"/>
                <a:gd name="connsiteY173" fmla="*/ 599732 h 879090"/>
                <a:gd name="connsiteX174" fmla="*/ 1694832 w 2912392"/>
                <a:gd name="connsiteY174" fmla="*/ 600469 h 879090"/>
                <a:gd name="connsiteX175" fmla="*/ 1704576 w 2912392"/>
                <a:gd name="connsiteY175" fmla="*/ 601245 h 879090"/>
                <a:gd name="connsiteX176" fmla="*/ 1714320 w 2912392"/>
                <a:gd name="connsiteY176" fmla="*/ 602054 h 879090"/>
                <a:gd name="connsiteX177" fmla="*/ 1724064 w 2912392"/>
                <a:gd name="connsiteY177" fmla="*/ 602889 h 879090"/>
                <a:gd name="connsiteX178" fmla="*/ 1733808 w 2912392"/>
                <a:gd name="connsiteY178" fmla="*/ 603743 h 879090"/>
                <a:gd name="connsiteX179" fmla="*/ 1743537 w 2912392"/>
                <a:gd name="connsiteY179" fmla="*/ 604608 h 879090"/>
                <a:gd name="connsiteX180" fmla="*/ 1753281 w 2912392"/>
                <a:gd name="connsiteY180" fmla="*/ 605480 h 879090"/>
                <a:gd name="connsiteX181" fmla="*/ 1763025 w 2912392"/>
                <a:gd name="connsiteY181" fmla="*/ 606348 h 879090"/>
                <a:gd name="connsiteX182" fmla="*/ 1772769 w 2912392"/>
                <a:gd name="connsiteY182" fmla="*/ 607207 h 879090"/>
                <a:gd name="connsiteX183" fmla="*/ 1782498 w 2912392"/>
                <a:gd name="connsiteY183" fmla="*/ 608048 h 879090"/>
                <a:gd name="connsiteX184" fmla="*/ 1792242 w 2912392"/>
                <a:gd name="connsiteY184" fmla="*/ 608866 h 879090"/>
                <a:gd name="connsiteX185" fmla="*/ 1801986 w 2912392"/>
                <a:gd name="connsiteY185" fmla="*/ 609651 h 879090"/>
                <a:gd name="connsiteX186" fmla="*/ 1811730 w 2912392"/>
                <a:gd name="connsiteY186" fmla="*/ 610396 h 879090"/>
                <a:gd name="connsiteX187" fmla="*/ 1821459 w 2912392"/>
                <a:gd name="connsiteY187" fmla="*/ 611094 h 879090"/>
                <a:gd name="connsiteX188" fmla="*/ 1831203 w 2912392"/>
                <a:gd name="connsiteY188" fmla="*/ 611737 h 879090"/>
                <a:gd name="connsiteX189" fmla="*/ 1840947 w 2912392"/>
                <a:gd name="connsiteY189" fmla="*/ 612317 h 879090"/>
                <a:gd name="connsiteX190" fmla="*/ 1850691 w 2912392"/>
                <a:gd name="connsiteY190" fmla="*/ 612825 h 879090"/>
                <a:gd name="connsiteX191" fmla="*/ 1860435 w 2912392"/>
                <a:gd name="connsiteY191" fmla="*/ 613256 h 879090"/>
                <a:gd name="connsiteX192" fmla="*/ 1870164 w 2912392"/>
                <a:gd name="connsiteY192" fmla="*/ 613601 h 879090"/>
                <a:gd name="connsiteX193" fmla="*/ 1879908 w 2912392"/>
                <a:gd name="connsiteY193" fmla="*/ 613853 h 879090"/>
                <a:gd name="connsiteX194" fmla="*/ 1889652 w 2912392"/>
                <a:gd name="connsiteY194" fmla="*/ 614005 h 879090"/>
                <a:gd name="connsiteX195" fmla="*/ 1899395 w 2912392"/>
                <a:gd name="connsiteY195" fmla="*/ 614050 h 879090"/>
                <a:gd name="connsiteX196" fmla="*/ 1909124 w 2912392"/>
                <a:gd name="connsiteY196" fmla="*/ 613980 h 879090"/>
                <a:gd name="connsiteX197" fmla="*/ 1918868 w 2912392"/>
                <a:gd name="connsiteY197" fmla="*/ 613789 h 879090"/>
                <a:gd name="connsiteX198" fmla="*/ 1928612 w 2912392"/>
                <a:gd name="connsiteY198" fmla="*/ 613472 h 879090"/>
                <a:gd name="connsiteX199" fmla="*/ 1938356 w 2912392"/>
                <a:gd name="connsiteY199" fmla="*/ 613019 h 879090"/>
                <a:gd name="connsiteX200" fmla="*/ 1948085 w 2912392"/>
                <a:gd name="connsiteY200" fmla="*/ 612426 h 879090"/>
                <a:gd name="connsiteX201" fmla="*/ 1957829 w 2912392"/>
                <a:gd name="connsiteY201" fmla="*/ 611687 h 879090"/>
                <a:gd name="connsiteX202" fmla="*/ 1967573 w 2912392"/>
                <a:gd name="connsiteY202" fmla="*/ 610797 h 879090"/>
                <a:gd name="connsiteX203" fmla="*/ 1977317 w 2912392"/>
                <a:gd name="connsiteY203" fmla="*/ 609750 h 879090"/>
                <a:gd name="connsiteX204" fmla="*/ 1987046 w 2912392"/>
                <a:gd name="connsiteY204" fmla="*/ 608541 h 879090"/>
                <a:gd name="connsiteX205" fmla="*/ 1996790 w 2912392"/>
                <a:gd name="connsiteY205" fmla="*/ 607166 h 879090"/>
                <a:gd name="connsiteX206" fmla="*/ 2006534 w 2912392"/>
                <a:gd name="connsiteY206" fmla="*/ 605620 h 879090"/>
                <a:gd name="connsiteX207" fmla="*/ 2016278 w 2912392"/>
                <a:gd name="connsiteY207" fmla="*/ 603899 h 879090"/>
                <a:gd name="connsiteX208" fmla="*/ 2026022 w 2912392"/>
                <a:gd name="connsiteY208" fmla="*/ 601998 h 879090"/>
                <a:gd name="connsiteX209" fmla="*/ 2035751 w 2912392"/>
                <a:gd name="connsiteY209" fmla="*/ 599916 h 879090"/>
                <a:gd name="connsiteX210" fmla="*/ 2045495 w 2912392"/>
                <a:gd name="connsiteY210" fmla="*/ 597649 h 879090"/>
                <a:gd name="connsiteX211" fmla="*/ 2055239 w 2912392"/>
                <a:gd name="connsiteY211" fmla="*/ 595194 h 879090"/>
                <a:gd name="connsiteX212" fmla="*/ 2064983 w 2912392"/>
                <a:gd name="connsiteY212" fmla="*/ 592547 h 879090"/>
                <a:gd name="connsiteX213" fmla="*/ 2074712 w 2912392"/>
                <a:gd name="connsiteY213" fmla="*/ 589709 h 879090"/>
                <a:gd name="connsiteX214" fmla="*/ 2084456 w 2912392"/>
                <a:gd name="connsiteY214" fmla="*/ 586677 h 879090"/>
                <a:gd name="connsiteX215" fmla="*/ 2094200 w 2912392"/>
                <a:gd name="connsiteY215" fmla="*/ 583450 h 879090"/>
                <a:gd name="connsiteX216" fmla="*/ 2103944 w 2912392"/>
                <a:gd name="connsiteY216" fmla="*/ 580028 h 879090"/>
                <a:gd name="connsiteX217" fmla="*/ 2113673 w 2912392"/>
                <a:gd name="connsiteY217" fmla="*/ 576409 h 879090"/>
                <a:gd name="connsiteX218" fmla="*/ 2123417 w 2912392"/>
                <a:gd name="connsiteY218" fmla="*/ 572592 h 879090"/>
                <a:gd name="connsiteX219" fmla="*/ 2133161 w 2912392"/>
                <a:gd name="connsiteY219" fmla="*/ 568581 h 879090"/>
                <a:gd name="connsiteX220" fmla="*/ 2142905 w 2912392"/>
                <a:gd name="connsiteY220" fmla="*/ 564372 h 879090"/>
                <a:gd name="connsiteX221" fmla="*/ 2152649 w 2912392"/>
                <a:gd name="connsiteY221" fmla="*/ 559969 h 879090"/>
                <a:gd name="connsiteX222" fmla="*/ 2162377 w 2912392"/>
                <a:gd name="connsiteY222" fmla="*/ 555373 h 879090"/>
                <a:gd name="connsiteX223" fmla="*/ 2172121 w 2912392"/>
                <a:gd name="connsiteY223" fmla="*/ 550586 h 879090"/>
                <a:gd name="connsiteX224" fmla="*/ 2181865 w 2912392"/>
                <a:gd name="connsiteY224" fmla="*/ 545608 h 879090"/>
                <a:gd name="connsiteX225" fmla="*/ 2191609 w 2912392"/>
                <a:gd name="connsiteY225" fmla="*/ 540443 h 879090"/>
                <a:gd name="connsiteX226" fmla="*/ 2201338 w 2912392"/>
                <a:gd name="connsiteY226" fmla="*/ 535093 h 879090"/>
                <a:gd name="connsiteX227" fmla="*/ 2211082 w 2912392"/>
                <a:gd name="connsiteY227" fmla="*/ 529561 h 879090"/>
                <a:gd name="connsiteX228" fmla="*/ 2220826 w 2912392"/>
                <a:gd name="connsiteY228" fmla="*/ 523848 h 879090"/>
                <a:gd name="connsiteX229" fmla="*/ 2230570 w 2912392"/>
                <a:gd name="connsiteY229" fmla="*/ 517963 h 879090"/>
                <a:gd name="connsiteX230" fmla="*/ 2240299 w 2912392"/>
                <a:gd name="connsiteY230" fmla="*/ 511905 h 879090"/>
                <a:gd name="connsiteX231" fmla="*/ 2250043 w 2912392"/>
                <a:gd name="connsiteY231" fmla="*/ 505680 h 879090"/>
                <a:gd name="connsiteX232" fmla="*/ 2259787 w 2912392"/>
                <a:gd name="connsiteY232" fmla="*/ 499292 h 879090"/>
                <a:gd name="connsiteX233" fmla="*/ 2269531 w 2912392"/>
                <a:gd name="connsiteY233" fmla="*/ 492745 h 879090"/>
                <a:gd name="connsiteX234" fmla="*/ 2279260 w 2912392"/>
                <a:gd name="connsiteY234" fmla="*/ 486045 h 879090"/>
                <a:gd name="connsiteX235" fmla="*/ 2289004 w 2912392"/>
                <a:gd name="connsiteY235" fmla="*/ 479196 h 879090"/>
                <a:gd name="connsiteX236" fmla="*/ 2298748 w 2912392"/>
                <a:gd name="connsiteY236" fmla="*/ 472204 h 879090"/>
                <a:gd name="connsiteX237" fmla="*/ 2308492 w 2912392"/>
                <a:gd name="connsiteY237" fmla="*/ 465075 h 879090"/>
                <a:gd name="connsiteX238" fmla="*/ 2318236 w 2912392"/>
                <a:gd name="connsiteY238" fmla="*/ 457811 h 879090"/>
                <a:gd name="connsiteX239" fmla="*/ 2327965 w 2912392"/>
                <a:gd name="connsiteY239" fmla="*/ 450422 h 879090"/>
                <a:gd name="connsiteX240" fmla="*/ 2337709 w 2912392"/>
                <a:gd name="connsiteY240" fmla="*/ 442913 h 879090"/>
                <a:gd name="connsiteX241" fmla="*/ 2347453 w 2912392"/>
                <a:gd name="connsiteY241" fmla="*/ 435287 h 879090"/>
                <a:gd name="connsiteX242" fmla="*/ 2357197 w 2912392"/>
                <a:gd name="connsiteY242" fmla="*/ 427555 h 879090"/>
                <a:gd name="connsiteX243" fmla="*/ 2366926 w 2912392"/>
                <a:gd name="connsiteY243" fmla="*/ 419719 h 879090"/>
                <a:gd name="connsiteX244" fmla="*/ 2376670 w 2912392"/>
                <a:gd name="connsiteY244" fmla="*/ 411789 h 879090"/>
                <a:gd name="connsiteX245" fmla="*/ 2386413 w 2912392"/>
                <a:gd name="connsiteY245" fmla="*/ 403767 h 879090"/>
                <a:gd name="connsiteX246" fmla="*/ 2396157 w 2912392"/>
                <a:gd name="connsiteY246" fmla="*/ 395663 h 879090"/>
                <a:gd name="connsiteX247" fmla="*/ 2405886 w 2912392"/>
                <a:gd name="connsiteY247" fmla="*/ 387484 h 879090"/>
                <a:gd name="connsiteX248" fmla="*/ 2415630 w 2912392"/>
                <a:gd name="connsiteY248" fmla="*/ 379233 h 879090"/>
                <a:gd name="connsiteX249" fmla="*/ 2425374 w 2912392"/>
                <a:gd name="connsiteY249" fmla="*/ 370919 h 879090"/>
                <a:gd name="connsiteX250" fmla="*/ 2435118 w 2912392"/>
                <a:gd name="connsiteY250" fmla="*/ 362550 h 879090"/>
                <a:gd name="connsiteX251" fmla="*/ 2444862 w 2912392"/>
                <a:gd name="connsiteY251" fmla="*/ 354129 h 879090"/>
                <a:gd name="connsiteX252" fmla="*/ 2454591 w 2912392"/>
                <a:gd name="connsiteY252" fmla="*/ 345667 h 879090"/>
                <a:gd name="connsiteX253" fmla="*/ 2464335 w 2912392"/>
                <a:gd name="connsiteY253" fmla="*/ 337167 h 879090"/>
                <a:gd name="connsiteX254" fmla="*/ 2474079 w 2912392"/>
                <a:gd name="connsiteY254" fmla="*/ 328636 h 879090"/>
                <a:gd name="connsiteX255" fmla="*/ 2483823 w 2912392"/>
                <a:gd name="connsiteY255" fmla="*/ 320082 h 879090"/>
                <a:gd name="connsiteX256" fmla="*/ 2493552 w 2912392"/>
                <a:gd name="connsiteY256" fmla="*/ 311511 h 879090"/>
                <a:gd name="connsiteX257" fmla="*/ 2503296 w 2912392"/>
                <a:gd name="connsiteY257" fmla="*/ 302929 h 879090"/>
                <a:gd name="connsiteX258" fmla="*/ 2513040 w 2912392"/>
                <a:gd name="connsiteY258" fmla="*/ 294343 h 879090"/>
                <a:gd name="connsiteX259" fmla="*/ 2522784 w 2912392"/>
                <a:gd name="connsiteY259" fmla="*/ 285758 h 879090"/>
                <a:gd name="connsiteX260" fmla="*/ 2532513 w 2912392"/>
                <a:gd name="connsiteY260" fmla="*/ 277182 h 879090"/>
                <a:gd name="connsiteX261" fmla="*/ 2542257 w 2912392"/>
                <a:gd name="connsiteY261" fmla="*/ 268620 h 879090"/>
                <a:gd name="connsiteX262" fmla="*/ 2552001 w 2912392"/>
                <a:gd name="connsiteY262" fmla="*/ 260077 h 879090"/>
                <a:gd name="connsiteX263" fmla="*/ 2561745 w 2912392"/>
                <a:gd name="connsiteY263" fmla="*/ 251559 h 879090"/>
                <a:gd name="connsiteX264" fmla="*/ 2571474 w 2912392"/>
                <a:gd name="connsiteY264" fmla="*/ 243074 h 879090"/>
                <a:gd name="connsiteX265" fmla="*/ 2581218 w 2912392"/>
                <a:gd name="connsiteY265" fmla="*/ 234625 h 879090"/>
                <a:gd name="connsiteX266" fmla="*/ 2590962 w 2912392"/>
                <a:gd name="connsiteY266" fmla="*/ 226219 h 879090"/>
                <a:gd name="connsiteX267" fmla="*/ 2600705 w 2912392"/>
                <a:gd name="connsiteY267" fmla="*/ 217860 h 879090"/>
                <a:gd name="connsiteX268" fmla="*/ 2610449 w 2912392"/>
                <a:gd name="connsiteY268" fmla="*/ 209554 h 879090"/>
                <a:gd name="connsiteX269" fmla="*/ 2620178 w 2912392"/>
                <a:gd name="connsiteY269" fmla="*/ 201306 h 879090"/>
                <a:gd name="connsiteX270" fmla="*/ 2629922 w 2912392"/>
                <a:gd name="connsiteY270" fmla="*/ 193122 h 879090"/>
                <a:gd name="connsiteX271" fmla="*/ 2639666 w 2912392"/>
                <a:gd name="connsiteY271" fmla="*/ 185005 h 879090"/>
                <a:gd name="connsiteX272" fmla="*/ 2649410 w 2912392"/>
                <a:gd name="connsiteY272" fmla="*/ 176960 h 879090"/>
                <a:gd name="connsiteX273" fmla="*/ 2659139 w 2912392"/>
                <a:gd name="connsiteY273" fmla="*/ 168992 h 879090"/>
                <a:gd name="connsiteX274" fmla="*/ 2668883 w 2912392"/>
                <a:gd name="connsiteY274" fmla="*/ 161104 h 879090"/>
                <a:gd name="connsiteX275" fmla="*/ 2678627 w 2912392"/>
                <a:gd name="connsiteY275" fmla="*/ 153303 h 879090"/>
                <a:gd name="connsiteX276" fmla="*/ 2688371 w 2912392"/>
                <a:gd name="connsiteY276" fmla="*/ 145590 h 879090"/>
                <a:gd name="connsiteX277" fmla="*/ 2698100 w 2912392"/>
                <a:gd name="connsiteY277" fmla="*/ 137969 h 879090"/>
                <a:gd name="connsiteX278" fmla="*/ 2707844 w 2912392"/>
                <a:gd name="connsiteY278" fmla="*/ 130447 h 879090"/>
                <a:gd name="connsiteX279" fmla="*/ 2717588 w 2912392"/>
                <a:gd name="connsiteY279" fmla="*/ 123022 h 879090"/>
                <a:gd name="connsiteX280" fmla="*/ 2727332 w 2912392"/>
                <a:gd name="connsiteY280" fmla="*/ 115703 h 879090"/>
                <a:gd name="connsiteX281" fmla="*/ 2737076 w 2912392"/>
                <a:gd name="connsiteY281" fmla="*/ 108490 h 879090"/>
                <a:gd name="connsiteX282" fmla="*/ 2746805 w 2912392"/>
                <a:gd name="connsiteY282" fmla="*/ 101388 h 879090"/>
                <a:gd name="connsiteX283" fmla="*/ 2756549 w 2912392"/>
                <a:gd name="connsiteY283" fmla="*/ 94397 h 879090"/>
                <a:gd name="connsiteX284" fmla="*/ 2766293 w 2912392"/>
                <a:gd name="connsiteY284" fmla="*/ 87523 h 879090"/>
                <a:gd name="connsiteX285" fmla="*/ 2776037 w 2912392"/>
                <a:gd name="connsiteY285" fmla="*/ 80767 h 879090"/>
                <a:gd name="connsiteX286" fmla="*/ 2785766 w 2912392"/>
                <a:gd name="connsiteY286" fmla="*/ 74134 h 879090"/>
                <a:gd name="connsiteX287" fmla="*/ 2795510 w 2912392"/>
                <a:gd name="connsiteY287" fmla="*/ 67625 h 879090"/>
                <a:gd name="connsiteX288" fmla="*/ 2805254 w 2912392"/>
                <a:gd name="connsiteY288" fmla="*/ 61241 h 879090"/>
                <a:gd name="connsiteX289" fmla="*/ 2814998 w 2912392"/>
                <a:gd name="connsiteY289" fmla="*/ 54986 h 879090"/>
                <a:gd name="connsiteX290" fmla="*/ 2824727 w 2912392"/>
                <a:gd name="connsiteY290" fmla="*/ 48863 h 879090"/>
                <a:gd name="connsiteX291" fmla="*/ 2834471 w 2912392"/>
                <a:gd name="connsiteY291" fmla="*/ 42873 h 879090"/>
                <a:gd name="connsiteX292" fmla="*/ 2844215 w 2912392"/>
                <a:gd name="connsiteY292" fmla="*/ 37018 h 879090"/>
                <a:gd name="connsiteX293" fmla="*/ 2853958 w 2912392"/>
                <a:gd name="connsiteY293" fmla="*/ 31301 h 879090"/>
                <a:gd name="connsiteX294" fmla="*/ 2863687 w 2912392"/>
                <a:gd name="connsiteY294" fmla="*/ 25723 h 879090"/>
                <a:gd name="connsiteX295" fmla="*/ 2873431 w 2912392"/>
                <a:gd name="connsiteY295" fmla="*/ 20288 h 879090"/>
                <a:gd name="connsiteX296" fmla="*/ 2883175 w 2912392"/>
                <a:gd name="connsiteY296" fmla="*/ 14996 h 879090"/>
                <a:gd name="connsiteX297" fmla="*/ 2892919 w 2912392"/>
                <a:gd name="connsiteY297" fmla="*/ 9850 h 879090"/>
                <a:gd name="connsiteX298" fmla="*/ 2902663 w 2912392"/>
                <a:gd name="connsiteY298" fmla="*/ 4850 h 879090"/>
                <a:gd name="connsiteX299" fmla="*/ 2912392 w 2912392"/>
                <a:gd name="connsiteY299" fmla="*/ 0 h 879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79090">
                  <a:moveTo>
                    <a:pt x="0" y="879091"/>
                  </a:moveTo>
                  <a:lnTo>
                    <a:pt x="9739" y="872335"/>
                  </a:lnTo>
                  <a:lnTo>
                    <a:pt x="19480" y="865632"/>
                  </a:lnTo>
                  <a:lnTo>
                    <a:pt x="29221" y="858984"/>
                  </a:lnTo>
                  <a:lnTo>
                    <a:pt x="38961" y="852396"/>
                  </a:lnTo>
                  <a:lnTo>
                    <a:pt x="48702" y="845867"/>
                  </a:lnTo>
                  <a:lnTo>
                    <a:pt x="58443" y="839403"/>
                  </a:lnTo>
                  <a:lnTo>
                    <a:pt x="68182" y="833002"/>
                  </a:lnTo>
                  <a:lnTo>
                    <a:pt x="77923" y="826672"/>
                  </a:lnTo>
                  <a:lnTo>
                    <a:pt x="87664" y="820409"/>
                  </a:lnTo>
                  <a:lnTo>
                    <a:pt x="97404" y="814220"/>
                  </a:lnTo>
                  <a:lnTo>
                    <a:pt x="107145" y="808104"/>
                  </a:lnTo>
                  <a:lnTo>
                    <a:pt x="116886" y="802063"/>
                  </a:lnTo>
                  <a:lnTo>
                    <a:pt x="126625" y="796099"/>
                  </a:lnTo>
                  <a:lnTo>
                    <a:pt x="136366" y="790214"/>
                  </a:lnTo>
                  <a:lnTo>
                    <a:pt x="146107" y="784409"/>
                  </a:lnTo>
                  <a:lnTo>
                    <a:pt x="155846" y="778685"/>
                  </a:lnTo>
                  <a:lnTo>
                    <a:pt x="165587" y="773046"/>
                  </a:lnTo>
                  <a:lnTo>
                    <a:pt x="175328" y="767490"/>
                  </a:lnTo>
                  <a:lnTo>
                    <a:pt x="185068" y="762020"/>
                  </a:lnTo>
                  <a:lnTo>
                    <a:pt x="194809" y="756639"/>
                  </a:lnTo>
                  <a:lnTo>
                    <a:pt x="204550" y="751347"/>
                  </a:lnTo>
                  <a:lnTo>
                    <a:pt x="214289" y="746146"/>
                  </a:lnTo>
                  <a:lnTo>
                    <a:pt x="224030" y="741038"/>
                  </a:lnTo>
                  <a:lnTo>
                    <a:pt x="233771" y="736023"/>
                  </a:lnTo>
                  <a:lnTo>
                    <a:pt x="243510" y="731106"/>
                  </a:lnTo>
                  <a:lnTo>
                    <a:pt x="253251" y="726287"/>
                  </a:lnTo>
                  <a:lnTo>
                    <a:pt x="262992" y="721567"/>
                  </a:lnTo>
                  <a:lnTo>
                    <a:pt x="272732" y="716949"/>
                  </a:lnTo>
                  <a:lnTo>
                    <a:pt x="282473" y="712435"/>
                  </a:lnTo>
                  <a:lnTo>
                    <a:pt x="292214" y="708026"/>
                  </a:lnTo>
                  <a:lnTo>
                    <a:pt x="301953" y="703727"/>
                  </a:lnTo>
                  <a:lnTo>
                    <a:pt x="311694" y="699537"/>
                  </a:lnTo>
                  <a:lnTo>
                    <a:pt x="321435" y="695459"/>
                  </a:lnTo>
                  <a:lnTo>
                    <a:pt x="331175" y="691496"/>
                  </a:lnTo>
                  <a:lnTo>
                    <a:pt x="340916" y="687651"/>
                  </a:lnTo>
                  <a:lnTo>
                    <a:pt x="350656" y="683923"/>
                  </a:lnTo>
                  <a:lnTo>
                    <a:pt x="360396" y="680317"/>
                  </a:lnTo>
                  <a:lnTo>
                    <a:pt x="370137" y="676834"/>
                  </a:lnTo>
                  <a:lnTo>
                    <a:pt x="379878" y="673477"/>
                  </a:lnTo>
                  <a:lnTo>
                    <a:pt x="389617" y="670247"/>
                  </a:lnTo>
                  <a:lnTo>
                    <a:pt x="399358" y="667147"/>
                  </a:lnTo>
                  <a:lnTo>
                    <a:pt x="409099" y="664179"/>
                  </a:lnTo>
                  <a:lnTo>
                    <a:pt x="418839" y="661345"/>
                  </a:lnTo>
                  <a:lnTo>
                    <a:pt x="428580" y="658645"/>
                  </a:lnTo>
                  <a:lnTo>
                    <a:pt x="438321" y="656083"/>
                  </a:lnTo>
                  <a:lnTo>
                    <a:pt x="448060" y="653659"/>
                  </a:lnTo>
                  <a:lnTo>
                    <a:pt x="457801" y="651375"/>
                  </a:lnTo>
                  <a:lnTo>
                    <a:pt x="467542" y="649231"/>
                  </a:lnTo>
                  <a:lnTo>
                    <a:pt x="477281" y="647228"/>
                  </a:lnTo>
                  <a:lnTo>
                    <a:pt x="487022" y="645369"/>
                  </a:lnTo>
                  <a:lnTo>
                    <a:pt x="496763" y="643652"/>
                  </a:lnTo>
                  <a:lnTo>
                    <a:pt x="506503" y="642079"/>
                  </a:lnTo>
                  <a:lnTo>
                    <a:pt x="516244" y="640649"/>
                  </a:lnTo>
                  <a:lnTo>
                    <a:pt x="525985" y="639362"/>
                  </a:lnTo>
                  <a:lnTo>
                    <a:pt x="535724" y="638216"/>
                  </a:lnTo>
                  <a:lnTo>
                    <a:pt x="545465" y="637213"/>
                  </a:lnTo>
                  <a:lnTo>
                    <a:pt x="555206" y="636349"/>
                  </a:lnTo>
                  <a:lnTo>
                    <a:pt x="564946" y="635623"/>
                  </a:lnTo>
                  <a:lnTo>
                    <a:pt x="574687" y="635035"/>
                  </a:lnTo>
                  <a:lnTo>
                    <a:pt x="584428" y="634580"/>
                  </a:lnTo>
                  <a:lnTo>
                    <a:pt x="594167" y="634259"/>
                  </a:lnTo>
                  <a:lnTo>
                    <a:pt x="603908" y="634066"/>
                  </a:lnTo>
                  <a:lnTo>
                    <a:pt x="613649" y="634001"/>
                  </a:lnTo>
                  <a:lnTo>
                    <a:pt x="623388" y="634056"/>
                  </a:lnTo>
                  <a:lnTo>
                    <a:pt x="633129" y="634232"/>
                  </a:lnTo>
                  <a:lnTo>
                    <a:pt x="642870" y="634522"/>
                  </a:lnTo>
                  <a:lnTo>
                    <a:pt x="652610" y="634922"/>
                  </a:lnTo>
                  <a:lnTo>
                    <a:pt x="662351" y="635428"/>
                  </a:lnTo>
                  <a:lnTo>
                    <a:pt x="672092" y="636035"/>
                  </a:lnTo>
                  <a:lnTo>
                    <a:pt x="681831" y="636735"/>
                  </a:lnTo>
                  <a:lnTo>
                    <a:pt x="691572" y="637526"/>
                  </a:lnTo>
                  <a:lnTo>
                    <a:pt x="701313" y="638401"/>
                  </a:lnTo>
                  <a:lnTo>
                    <a:pt x="711052" y="639353"/>
                  </a:lnTo>
                  <a:lnTo>
                    <a:pt x="720793" y="640376"/>
                  </a:lnTo>
                  <a:lnTo>
                    <a:pt x="730534" y="641464"/>
                  </a:lnTo>
                  <a:lnTo>
                    <a:pt x="740274" y="642610"/>
                  </a:lnTo>
                  <a:lnTo>
                    <a:pt x="750015" y="643806"/>
                  </a:lnTo>
                  <a:lnTo>
                    <a:pt x="759756" y="645047"/>
                  </a:lnTo>
                  <a:lnTo>
                    <a:pt x="769495" y="646325"/>
                  </a:lnTo>
                  <a:lnTo>
                    <a:pt x="779236" y="647633"/>
                  </a:lnTo>
                  <a:lnTo>
                    <a:pt x="788977" y="648962"/>
                  </a:lnTo>
                  <a:lnTo>
                    <a:pt x="798717" y="650308"/>
                  </a:lnTo>
                  <a:lnTo>
                    <a:pt x="808458" y="651661"/>
                  </a:lnTo>
                  <a:lnTo>
                    <a:pt x="818199" y="653013"/>
                  </a:lnTo>
                  <a:lnTo>
                    <a:pt x="827938" y="654360"/>
                  </a:lnTo>
                  <a:lnTo>
                    <a:pt x="837679" y="655692"/>
                  </a:lnTo>
                  <a:lnTo>
                    <a:pt x="847420" y="657003"/>
                  </a:lnTo>
                  <a:lnTo>
                    <a:pt x="857159" y="658286"/>
                  </a:lnTo>
                  <a:lnTo>
                    <a:pt x="866900" y="659533"/>
                  </a:lnTo>
                  <a:lnTo>
                    <a:pt x="876641" y="660740"/>
                  </a:lnTo>
                  <a:lnTo>
                    <a:pt x="886381" y="661898"/>
                  </a:lnTo>
                  <a:lnTo>
                    <a:pt x="896122" y="663002"/>
                  </a:lnTo>
                  <a:lnTo>
                    <a:pt x="905863" y="664045"/>
                  </a:lnTo>
                  <a:lnTo>
                    <a:pt x="915602" y="665022"/>
                  </a:lnTo>
                  <a:lnTo>
                    <a:pt x="925343" y="665928"/>
                  </a:lnTo>
                  <a:lnTo>
                    <a:pt x="935084" y="666756"/>
                  </a:lnTo>
                  <a:lnTo>
                    <a:pt x="944824" y="667504"/>
                  </a:lnTo>
                  <a:lnTo>
                    <a:pt x="954564" y="668166"/>
                  </a:lnTo>
                  <a:lnTo>
                    <a:pt x="964305" y="668738"/>
                  </a:lnTo>
                  <a:lnTo>
                    <a:pt x="974045" y="669218"/>
                  </a:lnTo>
                  <a:lnTo>
                    <a:pt x="983786" y="669599"/>
                  </a:lnTo>
                  <a:lnTo>
                    <a:pt x="993522" y="669881"/>
                  </a:lnTo>
                  <a:lnTo>
                    <a:pt x="1003266" y="670061"/>
                  </a:lnTo>
                  <a:lnTo>
                    <a:pt x="1013010" y="670137"/>
                  </a:lnTo>
                  <a:lnTo>
                    <a:pt x="1022754" y="670107"/>
                  </a:lnTo>
                  <a:lnTo>
                    <a:pt x="1032483" y="669970"/>
                  </a:lnTo>
                  <a:lnTo>
                    <a:pt x="1042227" y="669726"/>
                  </a:lnTo>
                  <a:lnTo>
                    <a:pt x="1051971" y="669374"/>
                  </a:lnTo>
                  <a:lnTo>
                    <a:pt x="1061715" y="668914"/>
                  </a:lnTo>
                  <a:lnTo>
                    <a:pt x="1071444" y="668346"/>
                  </a:lnTo>
                  <a:lnTo>
                    <a:pt x="1081188" y="667673"/>
                  </a:lnTo>
                  <a:lnTo>
                    <a:pt x="1090932" y="666893"/>
                  </a:lnTo>
                  <a:lnTo>
                    <a:pt x="1100676" y="666013"/>
                  </a:lnTo>
                  <a:lnTo>
                    <a:pt x="1110405" y="665031"/>
                  </a:lnTo>
                  <a:lnTo>
                    <a:pt x="1120149" y="663951"/>
                  </a:lnTo>
                  <a:lnTo>
                    <a:pt x="1129893" y="662775"/>
                  </a:lnTo>
                  <a:lnTo>
                    <a:pt x="1139637" y="661509"/>
                  </a:lnTo>
                  <a:lnTo>
                    <a:pt x="1149381" y="660155"/>
                  </a:lnTo>
                  <a:lnTo>
                    <a:pt x="1159110" y="658717"/>
                  </a:lnTo>
                  <a:lnTo>
                    <a:pt x="1168854" y="657199"/>
                  </a:lnTo>
                  <a:lnTo>
                    <a:pt x="1178598" y="655606"/>
                  </a:lnTo>
                  <a:lnTo>
                    <a:pt x="1188341" y="653945"/>
                  </a:lnTo>
                  <a:lnTo>
                    <a:pt x="1198070" y="652218"/>
                  </a:lnTo>
                  <a:lnTo>
                    <a:pt x="1207814" y="650433"/>
                  </a:lnTo>
                  <a:lnTo>
                    <a:pt x="1217558" y="648593"/>
                  </a:lnTo>
                  <a:lnTo>
                    <a:pt x="1227302" y="646707"/>
                  </a:lnTo>
                  <a:lnTo>
                    <a:pt x="1237031" y="644779"/>
                  </a:lnTo>
                  <a:lnTo>
                    <a:pt x="1246775" y="642815"/>
                  </a:lnTo>
                  <a:lnTo>
                    <a:pt x="1256519" y="640823"/>
                  </a:lnTo>
                  <a:lnTo>
                    <a:pt x="1266263" y="638807"/>
                  </a:lnTo>
                  <a:lnTo>
                    <a:pt x="1276007" y="636777"/>
                  </a:lnTo>
                  <a:lnTo>
                    <a:pt x="1285736" y="634734"/>
                  </a:lnTo>
                  <a:lnTo>
                    <a:pt x="1295480" y="632690"/>
                  </a:lnTo>
                  <a:lnTo>
                    <a:pt x="1305224" y="630647"/>
                  </a:lnTo>
                  <a:lnTo>
                    <a:pt x="1314968" y="628615"/>
                  </a:lnTo>
                  <a:lnTo>
                    <a:pt x="1324697" y="626598"/>
                  </a:lnTo>
                  <a:lnTo>
                    <a:pt x="1334441" y="624601"/>
                  </a:lnTo>
                  <a:lnTo>
                    <a:pt x="1344185" y="622634"/>
                  </a:lnTo>
                  <a:lnTo>
                    <a:pt x="1353929" y="620701"/>
                  </a:lnTo>
                  <a:lnTo>
                    <a:pt x="1363658" y="618807"/>
                  </a:lnTo>
                  <a:lnTo>
                    <a:pt x="1373402" y="616959"/>
                  </a:lnTo>
                  <a:lnTo>
                    <a:pt x="1383146" y="615161"/>
                  </a:lnTo>
                  <a:lnTo>
                    <a:pt x="1392890" y="613419"/>
                  </a:lnTo>
                  <a:lnTo>
                    <a:pt x="1402619" y="611739"/>
                  </a:lnTo>
                  <a:lnTo>
                    <a:pt x="1412363" y="610124"/>
                  </a:lnTo>
                  <a:lnTo>
                    <a:pt x="1422106" y="608579"/>
                  </a:lnTo>
                  <a:lnTo>
                    <a:pt x="1431850" y="607108"/>
                  </a:lnTo>
                  <a:lnTo>
                    <a:pt x="1441594" y="605715"/>
                  </a:lnTo>
                  <a:lnTo>
                    <a:pt x="1451323" y="604404"/>
                  </a:lnTo>
                  <a:lnTo>
                    <a:pt x="1461067" y="603178"/>
                  </a:lnTo>
                  <a:lnTo>
                    <a:pt x="1470811" y="602038"/>
                  </a:lnTo>
                  <a:lnTo>
                    <a:pt x="1480555" y="600988"/>
                  </a:lnTo>
                  <a:lnTo>
                    <a:pt x="1490284" y="600028"/>
                  </a:lnTo>
                  <a:lnTo>
                    <a:pt x="1500028" y="599164"/>
                  </a:lnTo>
                  <a:lnTo>
                    <a:pt x="1509772" y="598394"/>
                  </a:lnTo>
                  <a:lnTo>
                    <a:pt x="1519516" y="597717"/>
                  </a:lnTo>
                  <a:lnTo>
                    <a:pt x="1529245" y="597139"/>
                  </a:lnTo>
                  <a:lnTo>
                    <a:pt x="1538989" y="596655"/>
                  </a:lnTo>
                  <a:lnTo>
                    <a:pt x="1548733" y="596268"/>
                  </a:lnTo>
                  <a:lnTo>
                    <a:pt x="1558477" y="595974"/>
                  </a:lnTo>
                  <a:lnTo>
                    <a:pt x="1568221" y="595775"/>
                  </a:lnTo>
                  <a:lnTo>
                    <a:pt x="1577950" y="595667"/>
                  </a:lnTo>
                  <a:lnTo>
                    <a:pt x="1587694" y="595649"/>
                  </a:lnTo>
                  <a:lnTo>
                    <a:pt x="1597438" y="595721"/>
                  </a:lnTo>
                  <a:lnTo>
                    <a:pt x="1607182" y="595876"/>
                  </a:lnTo>
                  <a:lnTo>
                    <a:pt x="1616911" y="596113"/>
                  </a:lnTo>
                  <a:lnTo>
                    <a:pt x="1626655" y="596429"/>
                  </a:lnTo>
                  <a:lnTo>
                    <a:pt x="1636399" y="596819"/>
                  </a:lnTo>
                  <a:lnTo>
                    <a:pt x="1646142" y="597281"/>
                  </a:lnTo>
                  <a:lnTo>
                    <a:pt x="1655872" y="597807"/>
                  </a:lnTo>
                  <a:lnTo>
                    <a:pt x="1665616" y="598394"/>
                  </a:lnTo>
                  <a:lnTo>
                    <a:pt x="1675359" y="599037"/>
                  </a:lnTo>
                  <a:lnTo>
                    <a:pt x="1685103" y="599732"/>
                  </a:lnTo>
                  <a:lnTo>
                    <a:pt x="1694832" y="600469"/>
                  </a:lnTo>
                  <a:lnTo>
                    <a:pt x="1704576" y="601245"/>
                  </a:lnTo>
                  <a:lnTo>
                    <a:pt x="1714320" y="602054"/>
                  </a:lnTo>
                  <a:lnTo>
                    <a:pt x="1724064" y="602889"/>
                  </a:lnTo>
                  <a:lnTo>
                    <a:pt x="1733808" y="603743"/>
                  </a:lnTo>
                  <a:lnTo>
                    <a:pt x="1743537" y="604608"/>
                  </a:lnTo>
                  <a:lnTo>
                    <a:pt x="1753281" y="605480"/>
                  </a:lnTo>
                  <a:lnTo>
                    <a:pt x="1763025" y="606348"/>
                  </a:lnTo>
                  <a:lnTo>
                    <a:pt x="1772769" y="607207"/>
                  </a:lnTo>
                  <a:lnTo>
                    <a:pt x="1782498" y="608048"/>
                  </a:lnTo>
                  <a:lnTo>
                    <a:pt x="1792242" y="608866"/>
                  </a:lnTo>
                  <a:lnTo>
                    <a:pt x="1801986" y="609651"/>
                  </a:lnTo>
                  <a:lnTo>
                    <a:pt x="1811730" y="610396"/>
                  </a:lnTo>
                  <a:lnTo>
                    <a:pt x="1821459" y="611094"/>
                  </a:lnTo>
                  <a:lnTo>
                    <a:pt x="1831203" y="611737"/>
                  </a:lnTo>
                  <a:lnTo>
                    <a:pt x="1840947" y="612317"/>
                  </a:lnTo>
                  <a:lnTo>
                    <a:pt x="1850691" y="612825"/>
                  </a:lnTo>
                  <a:lnTo>
                    <a:pt x="1860435" y="613256"/>
                  </a:lnTo>
                  <a:lnTo>
                    <a:pt x="1870164" y="613601"/>
                  </a:lnTo>
                  <a:lnTo>
                    <a:pt x="1879908" y="613853"/>
                  </a:lnTo>
                  <a:lnTo>
                    <a:pt x="1889652" y="614005"/>
                  </a:lnTo>
                  <a:lnTo>
                    <a:pt x="1899395" y="614050"/>
                  </a:lnTo>
                  <a:lnTo>
                    <a:pt x="1909124" y="613980"/>
                  </a:lnTo>
                  <a:lnTo>
                    <a:pt x="1918868" y="613789"/>
                  </a:lnTo>
                  <a:lnTo>
                    <a:pt x="1928612" y="613472"/>
                  </a:lnTo>
                  <a:lnTo>
                    <a:pt x="1938356" y="613019"/>
                  </a:lnTo>
                  <a:lnTo>
                    <a:pt x="1948085" y="612426"/>
                  </a:lnTo>
                  <a:lnTo>
                    <a:pt x="1957829" y="611687"/>
                  </a:lnTo>
                  <a:lnTo>
                    <a:pt x="1967573" y="610797"/>
                  </a:lnTo>
                  <a:lnTo>
                    <a:pt x="1977317" y="609750"/>
                  </a:lnTo>
                  <a:lnTo>
                    <a:pt x="1987046" y="608541"/>
                  </a:lnTo>
                  <a:lnTo>
                    <a:pt x="1996790" y="607166"/>
                  </a:lnTo>
                  <a:lnTo>
                    <a:pt x="2006534" y="605620"/>
                  </a:lnTo>
                  <a:lnTo>
                    <a:pt x="2016278" y="603899"/>
                  </a:lnTo>
                  <a:lnTo>
                    <a:pt x="2026022" y="601998"/>
                  </a:lnTo>
                  <a:lnTo>
                    <a:pt x="2035751" y="599916"/>
                  </a:lnTo>
                  <a:lnTo>
                    <a:pt x="2045495" y="597649"/>
                  </a:lnTo>
                  <a:lnTo>
                    <a:pt x="2055239" y="595194"/>
                  </a:lnTo>
                  <a:lnTo>
                    <a:pt x="2064983" y="592547"/>
                  </a:lnTo>
                  <a:lnTo>
                    <a:pt x="2074712" y="589709"/>
                  </a:lnTo>
                  <a:lnTo>
                    <a:pt x="2084456" y="586677"/>
                  </a:lnTo>
                  <a:lnTo>
                    <a:pt x="2094200" y="583450"/>
                  </a:lnTo>
                  <a:lnTo>
                    <a:pt x="2103944" y="580028"/>
                  </a:lnTo>
                  <a:lnTo>
                    <a:pt x="2113673" y="576409"/>
                  </a:lnTo>
                  <a:lnTo>
                    <a:pt x="2123417" y="572592"/>
                  </a:lnTo>
                  <a:lnTo>
                    <a:pt x="2133161" y="568581"/>
                  </a:lnTo>
                  <a:lnTo>
                    <a:pt x="2142905" y="564372"/>
                  </a:lnTo>
                  <a:lnTo>
                    <a:pt x="2152649" y="559969"/>
                  </a:lnTo>
                  <a:lnTo>
                    <a:pt x="2162377" y="555373"/>
                  </a:lnTo>
                  <a:lnTo>
                    <a:pt x="2172121" y="550586"/>
                  </a:lnTo>
                  <a:lnTo>
                    <a:pt x="2181865" y="545608"/>
                  </a:lnTo>
                  <a:lnTo>
                    <a:pt x="2191609" y="540443"/>
                  </a:lnTo>
                  <a:lnTo>
                    <a:pt x="2201338" y="535093"/>
                  </a:lnTo>
                  <a:lnTo>
                    <a:pt x="2211082" y="529561"/>
                  </a:lnTo>
                  <a:lnTo>
                    <a:pt x="2220826" y="523848"/>
                  </a:lnTo>
                  <a:lnTo>
                    <a:pt x="2230570" y="517963"/>
                  </a:lnTo>
                  <a:lnTo>
                    <a:pt x="2240299" y="511905"/>
                  </a:lnTo>
                  <a:lnTo>
                    <a:pt x="2250043" y="505680"/>
                  </a:lnTo>
                  <a:lnTo>
                    <a:pt x="2259787" y="499292"/>
                  </a:lnTo>
                  <a:lnTo>
                    <a:pt x="2269531" y="492745"/>
                  </a:lnTo>
                  <a:lnTo>
                    <a:pt x="2279260" y="486045"/>
                  </a:lnTo>
                  <a:lnTo>
                    <a:pt x="2289004" y="479196"/>
                  </a:lnTo>
                  <a:lnTo>
                    <a:pt x="2298748" y="472204"/>
                  </a:lnTo>
                  <a:lnTo>
                    <a:pt x="2308492" y="465075"/>
                  </a:lnTo>
                  <a:lnTo>
                    <a:pt x="2318236" y="457811"/>
                  </a:lnTo>
                  <a:lnTo>
                    <a:pt x="2327965" y="450422"/>
                  </a:lnTo>
                  <a:lnTo>
                    <a:pt x="2337709" y="442913"/>
                  </a:lnTo>
                  <a:lnTo>
                    <a:pt x="2347453" y="435287"/>
                  </a:lnTo>
                  <a:lnTo>
                    <a:pt x="2357197" y="427555"/>
                  </a:lnTo>
                  <a:lnTo>
                    <a:pt x="2366926" y="419719"/>
                  </a:lnTo>
                  <a:lnTo>
                    <a:pt x="2376670" y="411789"/>
                  </a:lnTo>
                  <a:lnTo>
                    <a:pt x="2386413" y="403767"/>
                  </a:lnTo>
                  <a:lnTo>
                    <a:pt x="2396157" y="395663"/>
                  </a:lnTo>
                  <a:lnTo>
                    <a:pt x="2405886" y="387484"/>
                  </a:lnTo>
                  <a:lnTo>
                    <a:pt x="2415630" y="379233"/>
                  </a:lnTo>
                  <a:lnTo>
                    <a:pt x="2425374" y="370919"/>
                  </a:lnTo>
                  <a:lnTo>
                    <a:pt x="2435118" y="362550"/>
                  </a:lnTo>
                  <a:lnTo>
                    <a:pt x="2444862" y="354129"/>
                  </a:lnTo>
                  <a:lnTo>
                    <a:pt x="2454591" y="345667"/>
                  </a:lnTo>
                  <a:lnTo>
                    <a:pt x="2464335" y="337167"/>
                  </a:lnTo>
                  <a:lnTo>
                    <a:pt x="2474079" y="328636"/>
                  </a:lnTo>
                  <a:lnTo>
                    <a:pt x="2483823" y="320082"/>
                  </a:lnTo>
                  <a:lnTo>
                    <a:pt x="2493552" y="311511"/>
                  </a:lnTo>
                  <a:lnTo>
                    <a:pt x="2503296" y="302929"/>
                  </a:lnTo>
                  <a:lnTo>
                    <a:pt x="2513040" y="294343"/>
                  </a:lnTo>
                  <a:lnTo>
                    <a:pt x="2522784" y="285758"/>
                  </a:lnTo>
                  <a:lnTo>
                    <a:pt x="2532513" y="277182"/>
                  </a:lnTo>
                  <a:lnTo>
                    <a:pt x="2542257" y="268620"/>
                  </a:lnTo>
                  <a:lnTo>
                    <a:pt x="2552001" y="260077"/>
                  </a:lnTo>
                  <a:lnTo>
                    <a:pt x="2561745" y="251559"/>
                  </a:lnTo>
                  <a:lnTo>
                    <a:pt x="2571474" y="243074"/>
                  </a:lnTo>
                  <a:lnTo>
                    <a:pt x="2581218" y="234625"/>
                  </a:lnTo>
                  <a:lnTo>
                    <a:pt x="2590962" y="226219"/>
                  </a:lnTo>
                  <a:lnTo>
                    <a:pt x="2600705" y="217860"/>
                  </a:lnTo>
                  <a:lnTo>
                    <a:pt x="2610449" y="209554"/>
                  </a:lnTo>
                  <a:lnTo>
                    <a:pt x="2620178" y="201306"/>
                  </a:lnTo>
                  <a:lnTo>
                    <a:pt x="2629922" y="193122"/>
                  </a:lnTo>
                  <a:lnTo>
                    <a:pt x="2639666" y="185005"/>
                  </a:lnTo>
                  <a:lnTo>
                    <a:pt x="2649410" y="176960"/>
                  </a:lnTo>
                  <a:lnTo>
                    <a:pt x="2659139" y="168992"/>
                  </a:lnTo>
                  <a:lnTo>
                    <a:pt x="2668883" y="161104"/>
                  </a:lnTo>
                  <a:lnTo>
                    <a:pt x="2678627" y="153303"/>
                  </a:lnTo>
                  <a:lnTo>
                    <a:pt x="2688371" y="145590"/>
                  </a:lnTo>
                  <a:lnTo>
                    <a:pt x="2698100" y="137969"/>
                  </a:lnTo>
                  <a:lnTo>
                    <a:pt x="2707844" y="130447"/>
                  </a:lnTo>
                  <a:lnTo>
                    <a:pt x="2717588" y="123022"/>
                  </a:lnTo>
                  <a:lnTo>
                    <a:pt x="2727332" y="115703"/>
                  </a:lnTo>
                  <a:lnTo>
                    <a:pt x="2737076" y="108490"/>
                  </a:lnTo>
                  <a:lnTo>
                    <a:pt x="2746805" y="101388"/>
                  </a:lnTo>
                  <a:lnTo>
                    <a:pt x="2756549" y="94397"/>
                  </a:lnTo>
                  <a:lnTo>
                    <a:pt x="2766293" y="87523"/>
                  </a:lnTo>
                  <a:lnTo>
                    <a:pt x="2776037" y="80767"/>
                  </a:lnTo>
                  <a:lnTo>
                    <a:pt x="2785766" y="74134"/>
                  </a:lnTo>
                  <a:lnTo>
                    <a:pt x="2795510" y="67625"/>
                  </a:lnTo>
                  <a:lnTo>
                    <a:pt x="2805254" y="61241"/>
                  </a:lnTo>
                  <a:lnTo>
                    <a:pt x="2814998" y="54986"/>
                  </a:lnTo>
                  <a:lnTo>
                    <a:pt x="2824727" y="48863"/>
                  </a:lnTo>
                  <a:lnTo>
                    <a:pt x="2834471" y="42873"/>
                  </a:lnTo>
                  <a:lnTo>
                    <a:pt x="2844215" y="37018"/>
                  </a:lnTo>
                  <a:lnTo>
                    <a:pt x="2853958" y="31301"/>
                  </a:lnTo>
                  <a:lnTo>
                    <a:pt x="2863687" y="25723"/>
                  </a:lnTo>
                  <a:lnTo>
                    <a:pt x="2873431" y="20288"/>
                  </a:lnTo>
                  <a:lnTo>
                    <a:pt x="2883175" y="14996"/>
                  </a:lnTo>
                  <a:lnTo>
                    <a:pt x="2892919" y="9850"/>
                  </a:lnTo>
                  <a:lnTo>
                    <a:pt x="2902663" y="4850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7" name="Freeform 866">
              <a:extLst>
                <a:ext uri="{FF2B5EF4-FFF2-40B4-BE49-F238E27FC236}">
                  <a16:creationId xmlns:a16="http://schemas.microsoft.com/office/drawing/2014/main" id="{FAED65D9-4148-CC80-9FDB-662EA7019872}"/>
                </a:ext>
              </a:extLst>
            </p:cNvPr>
            <p:cNvSpPr/>
            <p:nvPr/>
          </p:nvSpPr>
          <p:spPr>
            <a:xfrm>
              <a:off x="576446" y="3325690"/>
              <a:ext cx="2912392" cy="360746"/>
            </a:xfrm>
            <a:custGeom>
              <a:avLst/>
              <a:gdLst>
                <a:gd name="connsiteX0" fmla="*/ 0 w 2912392"/>
                <a:gd name="connsiteY0" fmla="*/ 288163 h 360746"/>
                <a:gd name="connsiteX1" fmla="*/ 9739 w 2912392"/>
                <a:gd name="connsiteY1" fmla="*/ 281607 h 360746"/>
                <a:gd name="connsiteX2" fmla="*/ 19480 w 2912392"/>
                <a:gd name="connsiteY2" fmla="*/ 275043 h 360746"/>
                <a:gd name="connsiteX3" fmla="*/ 29221 w 2912392"/>
                <a:gd name="connsiteY3" fmla="*/ 268468 h 360746"/>
                <a:gd name="connsiteX4" fmla="*/ 38961 w 2912392"/>
                <a:gd name="connsiteY4" fmla="*/ 261885 h 360746"/>
                <a:gd name="connsiteX5" fmla="*/ 48702 w 2912392"/>
                <a:gd name="connsiteY5" fmla="*/ 255297 h 360746"/>
                <a:gd name="connsiteX6" fmla="*/ 58443 w 2912392"/>
                <a:gd name="connsiteY6" fmla="*/ 248704 h 360746"/>
                <a:gd name="connsiteX7" fmla="*/ 68182 w 2912392"/>
                <a:gd name="connsiteY7" fmla="*/ 242110 h 360746"/>
                <a:gd name="connsiteX8" fmla="*/ 77923 w 2912392"/>
                <a:gd name="connsiteY8" fmla="*/ 235517 h 360746"/>
                <a:gd name="connsiteX9" fmla="*/ 87664 w 2912392"/>
                <a:gd name="connsiteY9" fmla="*/ 228929 h 360746"/>
                <a:gd name="connsiteX10" fmla="*/ 97404 w 2912392"/>
                <a:gd name="connsiteY10" fmla="*/ 222343 h 360746"/>
                <a:gd name="connsiteX11" fmla="*/ 107145 w 2912392"/>
                <a:gd name="connsiteY11" fmla="*/ 215769 h 360746"/>
                <a:gd name="connsiteX12" fmla="*/ 116886 w 2912392"/>
                <a:gd name="connsiteY12" fmla="*/ 209204 h 360746"/>
                <a:gd name="connsiteX13" fmla="*/ 126625 w 2912392"/>
                <a:gd name="connsiteY13" fmla="*/ 202653 h 360746"/>
                <a:gd name="connsiteX14" fmla="*/ 136366 w 2912392"/>
                <a:gd name="connsiteY14" fmla="*/ 196120 h 360746"/>
                <a:gd name="connsiteX15" fmla="*/ 146107 w 2912392"/>
                <a:gd name="connsiteY15" fmla="*/ 189609 h 360746"/>
                <a:gd name="connsiteX16" fmla="*/ 155846 w 2912392"/>
                <a:gd name="connsiteY16" fmla="*/ 183120 h 360746"/>
                <a:gd name="connsiteX17" fmla="*/ 165587 w 2912392"/>
                <a:gd name="connsiteY17" fmla="*/ 176662 h 360746"/>
                <a:gd name="connsiteX18" fmla="*/ 175328 w 2912392"/>
                <a:gd name="connsiteY18" fmla="*/ 170236 h 360746"/>
                <a:gd name="connsiteX19" fmla="*/ 185068 w 2912392"/>
                <a:gd name="connsiteY19" fmla="*/ 163846 h 360746"/>
                <a:gd name="connsiteX20" fmla="*/ 194809 w 2912392"/>
                <a:gd name="connsiteY20" fmla="*/ 157497 h 360746"/>
                <a:gd name="connsiteX21" fmla="*/ 204550 w 2912392"/>
                <a:gd name="connsiteY21" fmla="*/ 151193 h 360746"/>
                <a:gd name="connsiteX22" fmla="*/ 214289 w 2912392"/>
                <a:gd name="connsiteY22" fmla="*/ 144942 h 360746"/>
                <a:gd name="connsiteX23" fmla="*/ 224030 w 2912392"/>
                <a:gd name="connsiteY23" fmla="*/ 138745 h 360746"/>
                <a:gd name="connsiteX24" fmla="*/ 233771 w 2912392"/>
                <a:gd name="connsiteY24" fmla="*/ 132610 h 360746"/>
                <a:gd name="connsiteX25" fmla="*/ 243510 w 2912392"/>
                <a:gd name="connsiteY25" fmla="*/ 126541 h 360746"/>
                <a:gd name="connsiteX26" fmla="*/ 253251 w 2912392"/>
                <a:gd name="connsiteY26" fmla="*/ 120545 h 360746"/>
                <a:gd name="connsiteX27" fmla="*/ 262992 w 2912392"/>
                <a:gd name="connsiteY27" fmla="*/ 114627 h 360746"/>
                <a:gd name="connsiteX28" fmla="*/ 272732 w 2912392"/>
                <a:gd name="connsiteY28" fmla="*/ 108791 h 360746"/>
                <a:gd name="connsiteX29" fmla="*/ 282473 w 2912392"/>
                <a:gd name="connsiteY29" fmla="*/ 103046 h 360746"/>
                <a:gd name="connsiteX30" fmla="*/ 292214 w 2912392"/>
                <a:gd name="connsiteY30" fmla="*/ 97396 h 360746"/>
                <a:gd name="connsiteX31" fmla="*/ 301953 w 2912392"/>
                <a:gd name="connsiteY31" fmla="*/ 91848 h 360746"/>
                <a:gd name="connsiteX32" fmla="*/ 311694 w 2912392"/>
                <a:gd name="connsiteY32" fmla="*/ 86408 h 360746"/>
                <a:gd name="connsiteX33" fmla="*/ 321435 w 2912392"/>
                <a:gd name="connsiteY33" fmla="*/ 81083 h 360746"/>
                <a:gd name="connsiteX34" fmla="*/ 331175 w 2912392"/>
                <a:gd name="connsiteY34" fmla="*/ 75878 h 360746"/>
                <a:gd name="connsiteX35" fmla="*/ 340916 w 2912392"/>
                <a:gd name="connsiteY35" fmla="*/ 70800 h 360746"/>
                <a:gd name="connsiteX36" fmla="*/ 350656 w 2912392"/>
                <a:gd name="connsiteY36" fmla="*/ 65855 h 360746"/>
                <a:gd name="connsiteX37" fmla="*/ 360396 w 2912392"/>
                <a:gd name="connsiteY37" fmla="*/ 61049 h 360746"/>
                <a:gd name="connsiteX38" fmla="*/ 370137 w 2912392"/>
                <a:gd name="connsiteY38" fmla="*/ 56388 h 360746"/>
                <a:gd name="connsiteX39" fmla="*/ 379878 w 2912392"/>
                <a:gd name="connsiteY39" fmla="*/ 51878 h 360746"/>
                <a:gd name="connsiteX40" fmla="*/ 389617 w 2912392"/>
                <a:gd name="connsiteY40" fmla="*/ 47526 h 360746"/>
                <a:gd name="connsiteX41" fmla="*/ 399358 w 2912392"/>
                <a:gd name="connsiteY41" fmla="*/ 43337 h 360746"/>
                <a:gd name="connsiteX42" fmla="*/ 409099 w 2912392"/>
                <a:gd name="connsiteY42" fmla="*/ 39314 h 360746"/>
                <a:gd name="connsiteX43" fmla="*/ 418839 w 2912392"/>
                <a:gd name="connsiteY43" fmla="*/ 35467 h 360746"/>
                <a:gd name="connsiteX44" fmla="*/ 428580 w 2912392"/>
                <a:gd name="connsiteY44" fmla="*/ 31796 h 360746"/>
                <a:gd name="connsiteX45" fmla="*/ 438321 w 2912392"/>
                <a:gd name="connsiteY45" fmla="*/ 28310 h 360746"/>
                <a:gd name="connsiteX46" fmla="*/ 448060 w 2912392"/>
                <a:gd name="connsiteY46" fmla="*/ 25011 h 360746"/>
                <a:gd name="connsiteX47" fmla="*/ 457801 w 2912392"/>
                <a:gd name="connsiteY47" fmla="*/ 21904 h 360746"/>
                <a:gd name="connsiteX48" fmla="*/ 467542 w 2912392"/>
                <a:gd name="connsiteY48" fmla="*/ 18993 h 360746"/>
                <a:gd name="connsiteX49" fmla="*/ 477281 w 2912392"/>
                <a:gd name="connsiteY49" fmla="*/ 16282 h 360746"/>
                <a:gd name="connsiteX50" fmla="*/ 487022 w 2912392"/>
                <a:gd name="connsiteY50" fmla="*/ 13771 h 360746"/>
                <a:gd name="connsiteX51" fmla="*/ 496763 w 2912392"/>
                <a:gd name="connsiteY51" fmla="*/ 11468 h 360746"/>
                <a:gd name="connsiteX52" fmla="*/ 506503 w 2912392"/>
                <a:gd name="connsiteY52" fmla="*/ 9370 h 360746"/>
                <a:gd name="connsiteX53" fmla="*/ 516244 w 2912392"/>
                <a:gd name="connsiteY53" fmla="*/ 7482 h 360746"/>
                <a:gd name="connsiteX54" fmla="*/ 525985 w 2912392"/>
                <a:gd name="connsiteY54" fmla="*/ 5805 h 360746"/>
                <a:gd name="connsiteX55" fmla="*/ 535724 w 2912392"/>
                <a:gd name="connsiteY55" fmla="*/ 4340 h 360746"/>
                <a:gd name="connsiteX56" fmla="*/ 545465 w 2912392"/>
                <a:gd name="connsiteY56" fmla="*/ 3087 h 360746"/>
                <a:gd name="connsiteX57" fmla="*/ 555206 w 2912392"/>
                <a:gd name="connsiteY57" fmla="*/ 2047 h 360746"/>
                <a:gd name="connsiteX58" fmla="*/ 564946 w 2912392"/>
                <a:gd name="connsiteY58" fmla="*/ 1220 h 360746"/>
                <a:gd name="connsiteX59" fmla="*/ 574687 w 2912392"/>
                <a:gd name="connsiteY59" fmla="*/ 603 h 360746"/>
                <a:gd name="connsiteX60" fmla="*/ 584428 w 2912392"/>
                <a:gd name="connsiteY60" fmla="*/ 198 h 360746"/>
                <a:gd name="connsiteX61" fmla="*/ 594167 w 2912392"/>
                <a:gd name="connsiteY61" fmla="*/ 0 h 360746"/>
                <a:gd name="connsiteX62" fmla="*/ 603908 w 2912392"/>
                <a:gd name="connsiteY62" fmla="*/ 9 h 360746"/>
                <a:gd name="connsiteX63" fmla="*/ 613649 w 2912392"/>
                <a:gd name="connsiteY63" fmla="*/ 222 h 360746"/>
                <a:gd name="connsiteX64" fmla="*/ 623388 w 2912392"/>
                <a:gd name="connsiteY64" fmla="*/ 635 h 360746"/>
                <a:gd name="connsiteX65" fmla="*/ 633129 w 2912392"/>
                <a:gd name="connsiteY65" fmla="*/ 1244 h 360746"/>
                <a:gd name="connsiteX66" fmla="*/ 642870 w 2912392"/>
                <a:gd name="connsiteY66" fmla="*/ 2047 h 360746"/>
                <a:gd name="connsiteX67" fmla="*/ 652610 w 2912392"/>
                <a:gd name="connsiteY67" fmla="*/ 3039 h 360746"/>
                <a:gd name="connsiteX68" fmla="*/ 662351 w 2912392"/>
                <a:gd name="connsiteY68" fmla="*/ 4215 h 360746"/>
                <a:gd name="connsiteX69" fmla="*/ 672092 w 2912392"/>
                <a:gd name="connsiteY69" fmla="*/ 5569 h 360746"/>
                <a:gd name="connsiteX70" fmla="*/ 681831 w 2912392"/>
                <a:gd name="connsiteY70" fmla="*/ 7096 h 360746"/>
                <a:gd name="connsiteX71" fmla="*/ 691572 w 2912392"/>
                <a:gd name="connsiteY71" fmla="*/ 8790 h 360746"/>
                <a:gd name="connsiteX72" fmla="*/ 701313 w 2912392"/>
                <a:gd name="connsiteY72" fmla="*/ 10645 h 360746"/>
                <a:gd name="connsiteX73" fmla="*/ 711052 w 2912392"/>
                <a:gd name="connsiteY73" fmla="*/ 12655 h 360746"/>
                <a:gd name="connsiteX74" fmla="*/ 720793 w 2912392"/>
                <a:gd name="connsiteY74" fmla="*/ 14813 h 360746"/>
                <a:gd name="connsiteX75" fmla="*/ 730534 w 2912392"/>
                <a:gd name="connsiteY75" fmla="*/ 17110 h 360746"/>
                <a:gd name="connsiteX76" fmla="*/ 740274 w 2912392"/>
                <a:gd name="connsiteY76" fmla="*/ 19540 h 360746"/>
                <a:gd name="connsiteX77" fmla="*/ 750015 w 2912392"/>
                <a:gd name="connsiteY77" fmla="*/ 22098 h 360746"/>
                <a:gd name="connsiteX78" fmla="*/ 759756 w 2912392"/>
                <a:gd name="connsiteY78" fmla="*/ 24772 h 360746"/>
                <a:gd name="connsiteX79" fmla="*/ 769495 w 2912392"/>
                <a:gd name="connsiteY79" fmla="*/ 27559 h 360746"/>
                <a:gd name="connsiteX80" fmla="*/ 779236 w 2912392"/>
                <a:gd name="connsiteY80" fmla="*/ 30448 h 360746"/>
                <a:gd name="connsiteX81" fmla="*/ 788977 w 2912392"/>
                <a:gd name="connsiteY81" fmla="*/ 33430 h 360746"/>
                <a:gd name="connsiteX82" fmla="*/ 798717 w 2912392"/>
                <a:gd name="connsiteY82" fmla="*/ 36501 h 360746"/>
                <a:gd name="connsiteX83" fmla="*/ 808458 w 2912392"/>
                <a:gd name="connsiteY83" fmla="*/ 39651 h 360746"/>
                <a:gd name="connsiteX84" fmla="*/ 818199 w 2912392"/>
                <a:gd name="connsiteY84" fmla="*/ 42872 h 360746"/>
                <a:gd name="connsiteX85" fmla="*/ 827938 w 2912392"/>
                <a:gd name="connsiteY85" fmla="*/ 46155 h 360746"/>
                <a:gd name="connsiteX86" fmla="*/ 837679 w 2912392"/>
                <a:gd name="connsiteY86" fmla="*/ 49494 h 360746"/>
                <a:gd name="connsiteX87" fmla="*/ 847420 w 2912392"/>
                <a:gd name="connsiteY87" fmla="*/ 52884 h 360746"/>
                <a:gd name="connsiteX88" fmla="*/ 857159 w 2912392"/>
                <a:gd name="connsiteY88" fmla="*/ 56312 h 360746"/>
                <a:gd name="connsiteX89" fmla="*/ 866900 w 2912392"/>
                <a:gd name="connsiteY89" fmla="*/ 59775 h 360746"/>
                <a:gd name="connsiteX90" fmla="*/ 876641 w 2912392"/>
                <a:gd name="connsiteY90" fmla="*/ 63264 h 360746"/>
                <a:gd name="connsiteX91" fmla="*/ 886381 w 2912392"/>
                <a:gd name="connsiteY91" fmla="*/ 66773 h 360746"/>
                <a:gd name="connsiteX92" fmla="*/ 896122 w 2912392"/>
                <a:gd name="connsiteY92" fmla="*/ 70295 h 360746"/>
                <a:gd name="connsiteX93" fmla="*/ 905863 w 2912392"/>
                <a:gd name="connsiteY93" fmla="*/ 73826 h 360746"/>
                <a:gd name="connsiteX94" fmla="*/ 915602 w 2912392"/>
                <a:gd name="connsiteY94" fmla="*/ 77357 h 360746"/>
                <a:gd name="connsiteX95" fmla="*/ 925343 w 2912392"/>
                <a:gd name="connsiteY95" fmla="*/ 80884 h 360746"/>
                <a:gd name="connsiteX96" fmla="*/ 935084 w 2912392"/>
                <a:gd name="connsiteY96" fmla="*/ 84403 h 360746"/>
                <a:gd name="connsiteX97" fmla="*/ 944824 w 2912392"/>
                <a:gd name="connsiteY97" fmla="*/ 87907 h 360746"/>
                <a:gd name="connsiteX98" fmla="*/ 954564 w 2912392"/>
                <a:gd name="connsiteY98" fmla="*/ 91392 h 360746"/>
                <a:gd name="connsiteX99" fmla="*/ 964305 w 2912392"/>
                <a:gd name="connsiteY99" fmla="*/ 94856 h 360746"/>
                <a:gd name="connsiteX100" fmla="*/ 974045 w 2912392"/>
                <a:gd name="connsiteY100" fmla="*/ 98295 h 360746"/>
                <a:gd name="connsiteX101" fmla="*/ 983786 w 2912392"/>
                <a:gd name="connsiteY101" fmla="*/ 101703 h 360746"/>
                <a:gd name="connsiteX102" fmla="*/ 993522 w 2912392"/>
                <a:gd name="connsiteY102" fmla="*/ 105081 h 360746"/>
                <a:gd name="connsiteX103" fmla="*/ 1003266 w 2912392"/>
                <a:gd name="connsiteY103" fmla="*/ 108424 h 360746"/>
                <a:gd name="connsiteX104" fmla="*/ 1013010 w 2912392"/>
                <a:gd name="connsiteY104" fmla="*/ 111733 h 360746"/>
                <a:gd name="connsiteX105" fmla="*/ 1022754 w 2912392"/>
                <a:gd name="connsiteY105" fmla="*/ 115004 h 360746"/>
                <a:gd name="connsiteX106" fmla="*/ 1032483 w 2912392"/>
                <a:gd name="connsiteY106" fmla="*/ 118237 h 360746"/>
                <a:gd name="connsiteX107" fmla="*/ 1042227 w 2912392"/>
                <a:gd name="connsiteY107" fmla="*/ 121431 h 360746"/>
                <a:gd name="connsiteX108" fmla="*/ 1051971 w 2912392"/>
                <a:gd name="connsiteY108" fmla="*/ 124585 h 360746"/>
                <a:gd name="connsiteX109" fmla="*/ 1061715 w 2912392"/>
                <a:gd name="connsiteY109" fmla="*/ 127702 h 360746"/>
                <a:gd name="connsiteX110" fmla="*/ 1071444 w 2912392"/>
                <a:gd name="connsiteY110" fmla="*/ 130782 h 360746"/>
                <a:gd name="connsiteX111" fmla="*/ 1081188 w 2912392"/>
                <a:gd name="connsiteY111" fmla="*/ 133823 h 360746"/>
                <a:gd name="connsiteX112" fmla="*/ 1090932 w 2912392"/>
                <a:gd name="connsiteY112" fmla="*/ 136829 h 360746"/>
                <a:gd name="connsiteX113" fmla="*/ 1100676 w 2912392"/>
                <a:gd name="connsiteY113" fmla="*/ 139802 h 360746"/>
                <a:gd name="connsiteX114" fmla="*/ 1110405 w 2912392"/>
                <a:gd name="connsiteY114" fmla="*/ 142741 h 360746"/>
                <a:gd name="connsiteX115" fmla="*/ 1120149 w 2912392"/>
                <a:gd name="connsiteY115" fmla="*/ 145651 h 360746"/>
                <a:gd name="connsiteX116" fmla="*/ 1129893 w 2912392"/>
                <a:gd name="connsiteY116" fmla="*/ 148534 h 360746"/>
                <a:gd name="connsiteX117" fmla="*/ 1139637 w 2912392"/>
                <a:gd name="connsiteY117" fmla="*/ 151393 h 360746"/>
                <a:gd name="connsiteX118" fmla="*/ 1149381 w 2912392"/>
                <a:gd name="connsiteY118" fmla="*/ 154228 h 360746"/>
                <a:gd name="connsiteX119" fmla="*/ 1159110 w 2912392"/>
                <a:gd name="connsiteY119" fmla="*/ 157047 h 360746"/>
                <a:gd name="connsiteX120" fmla="*/ 1168854 w 2912392"/>
                <a:gd name="connsiteY120" fmla="*/ 159850 h 360746"/>
                <a:gd name="connsiteX121" fmla="*/ 1178598 w 2912392"/>
                <a:gd name="connsiteY121" fmla="*/ 162640 h 360746"/>
                <a:gd name="connsiteX122" fmla="*/ 1188341 w 2912392"/>
                <a:gd name="connsiteY122" fmla="*/ 165423 h 360746"/>
                <a:gd name="connsiteX123" fmla="*/ 1198070 w 2912392"/>
                <a:gd name="connsiteY123" fmla="*/ 168201 h 360746"/>
                <a:gd name="connsiteX124" fmla="*/ 1207814 w 2912392"/>
                <a:gd name="connsiteY124" fmla="*/ 170978 h 360746"/>
                <a:gd name="connsiteX125" fmla="*/ 1217558 w 2912392"/>
                <a:gd name="connsiteY125" fmla="*/ 173756 h 360746"/>
                <a:gd name="connsiteX126" fmla="*/ 1227302 w 2912392"/>
                <a:gd name="connsiteY126" fmla="*/ 176539 h 360746"/>
                <a:gd name="connsiteX127" fmla="*/ 1237031 w 2912392"/>
                <a:gd name="connsiteY127" fmla="*/ 179333 h 360746"/>
                <a:gd name="connsiteX128" fmla="*/ 1246775 w 2912392"/>
                <a:gd name="connsiteY128" fmla="*/ 182139 h 360746"/>
                <a:gd name="connsiteX129" fmla="*/ 1256519 w 2912392"/>
                <a:gd name="connsiteY129" fmla="*/ 184960 h 360746"/>
                <a:gd name="connsiteX130" fmla="*/ 1266263 w 2912392"/>
                <a:gd name="connsiteY130" fmla="*/ 187800 h 360746"/>
                <a:gd name="connsiteX131" fmla="*/ 1276007 w 2912392"/>
                <a:gd name="connsiteY131" fmla="*/ 190662 h 360746"/>
                <a:gd name="connsiteX132" fmla="*/ 1285736 w 2912392"/>
                <a:gd name="connsiteY132" fmla="*/ 193548 h 360746"/>
                <a:gd name="connsiteX133" fmla="*/ 1295480 w 2912392"/>
                <a:gd name="connsiteY133" fmla="*/ 196461 h 360746"/>
                <a:gd name="connsiteX134" fmla="*/ 1305224 w 2912392"/>
                <a:gd name="connsiteY134" fmla="*/ 199402 h 360746"/>
                <a:gd name="connsiteX135" fmla="*/ 1314968 w 2912392"/>
                <a:gd name="connsiteY135" fmla="*/ 202374 h 360746"/>
                <a:gd name="connsiteX136" fmla="*/ 1324697 w 2912392"/>
                <a:gd name="connsiteY136" fmla="*/ 205379 h 360746"/>
                <a:gd name="connsiteX137" fmla="*/ 1334441 w 2912392"/>
                <a:gd name="connsiteY137" fmla="*/ 208419 h 360746"/>
                <a:gd name="connsiteX138" fmla="*/ 1344185 w 2912392"/>
                <a:gd name="connsiteY138" fmla="*/ 211493 h 360746"/>
                <a:gd name="connsiteX139" fmla="*/ 1353929 w 2912392"/>
                <a:gd name="connsiteY139" fmla="*/ 214603 h 360746"/>
                <a:gd name="connsiteX140" fmla="*/ 1363658 w 2912392"/>
                <a:gd name="connsiteY140" fmla="*/ 217749 h 360746"/>
                <a:gd name="connsiteX141" fmla="*/ 1373402 w 2912392"/>
                <a:gd name="connsiteY141" fmla="*/ 220931 h 360746"/>
                <a:gd name="connsiteX142" fmla="*/ 1383146 w 2912392"/>
                <a:gd name="connsiteY142" fmla="*/ 224149 h 360746"/>
                <a:gd name="connsiteX143" fmla="*/ 1392890 w 2912392"/>
                <a:gd name="connsiteY143" fmla="*/ 227402 h 360746"/>
                <a:gd name="connsiteX144" fmla="*/ 1402619 w 2912392"/>
                <a:gd name="connsiteY144" fmla="*/ 230688 h 360746"/>
                <a:gd name="connsiteX145" fmla="*/ 1412363 w 2912392"/>
                <a:gd name="connsiteY145" fmla="*/ 234009 h 360746"/>
                <a:gd name="connsiteX146" fmla="*/ 1422106 w 2912392"/>
                <a:gd name="connsiteY146" fmla="*/ 237360 h 360746"/>
                <a:gd name="connsiteX147" fmla="*/ 1431850 w 2912392"/>
                <a:gd name="connsiteY147" fmla="*/ 240739 h 360746"/>
                <a:gd name="connsiteX148" fmla="*/ 1441594 w 2912392"/>
                <a:gd name="connsiteY148" fmla="*/ 244147 h 360746"/>
                <a:gd name="connsiteX149" fmla="*/ 1451323 w 2912392"/>
                <a:gd name="connsiteY149" fmla="*/ 247576 h 360746"/>
                <a:gd name="connsiteX150" fmla="*/ 1461067 w 2912392"/>
                <a:gd name="connsiteY150" fmla="*/ 251027 h 360746"/>
                <a:gd name="connsiteX151" fmla="*/ 1470811 w 2912392"/>
                <a:gd name="connsiteY151" fmla="*/ 254497 h 360746"/>
                <a:gd name="connsiteX152" fmla="*/ 1480555 w 2912392"/>
                <a:gd name="connsiteY152" fmla="*/ 257979 h 360746"/>
                <a:gd name="connsiteX153" fmla="*/ 1490284 w 2912392"/>
                <a:gd name="connsiteY153" fmla="*/ 261473 h 360746"/>
                <a:gd name="connsiteX154" fmla="*/ 1500028 w 2912392"/>
                <a:gd name="connsiteY154" fmla="*/ 264971 h 360746"/>
                <a:gd name="connsiteX155" fmla="*/ 1509772 w 2912392"/>
                <a:gd name="connsiteY155" fmla="*/ 268472 h 360746"/>
                <a:gd name="connsiteX156" fmla="*/ 1519516 w 2912392"/>
                <a:gd name="connsiteY156" fmla="*/ 271970 h 360746"/>
                <a:gd name="connsiteX157" fmla="*/ 1529245 w 2912392"/>
                <a:gd name="connsiteY157" fmla="*/ 275461 h 360746"/>
                <a:gd name="connsiteX158" fmla="*/ 1538989 w 2912392"/>
                <a:gd name="connsiteY158" fmla="*/ 278939 h 360746"/>
                <a:gd name="connsiteX159" fmla="*/ 1548733 w 2912392"/>
                <a:gd name="connsiteY159" fmla="*/ 282400 h 360746"/>
                <a:gd name="connsiteX160" fmla="*/ 1558477 w 2912392"/>
                <a:gd name="connsiteY160" fmla="*/ 285840 h 360746"/>
                <a:gd name="connsiteX161" fmla="*/ 1568221 w 2912392"/>
                <a:gd name="connsiteY161" fmla="*/ 289252 h 360746"/>
                <a:gd name="connsiteX162" fmla="*/ 1577950 w 2912392"/>
                <a:gd name="connsiteY162" fmla="*/ 292631 h 360746"/>
                <a:gd name="connsiteX163" fmla="*/ 1587694 w 2912392"/>
                <a:gd name="connsiteY163" fmla="*/ 295973 h 360746"/>
                <a:gd name="connsiteX164" fmla="*/ 1597438 w 2912392"/>
                <a:gd name="connsiteY164" fmla="*/ 299271 h 360746"/>
                <a:gd name="connsiteX165" fmla="*/ 1607182 w 2912392"/>
                <a:gd name="connsiteY165" fmla="*/ 302524 h 360746"/>
                <a:gd name="connsiteX166" fmla="*/ 1616911 w 2912392"/>
                <a:gd name="connsiteY166" fmla="*/ 305721 h 360746"/>
                <a:gd name="connsiteX167" fmla="*/ 1626655 w 2912392"/>
                <a:gd name="connsiteY167" fmla="*/ 308862 h 360746"/>
                <a:gd name="connsiteX168" fmla="*/ 1636399 w 2912392"/>
                <a:gd name="connsiteY168" fmla="*/ 311940 h 360746"/>
                <a:gd name="connsiteX169" fmla="*/ 1646142 w 2912392"/>
                <a:gd name="connsiteY169" fmla="*/ 314951 h 360746"/>
                <a:gd name="connsiteX170" fmla="*/ 1655872 w 2912392"/>
                <a:gd name="connsiteY170" fmla="*/ 317889 h 360746"/>
                <a:gd name="connsiteX171" fmla="*/ 1665616 w 2912392"/>
                <a:gd name="connsiteY171" fmla="*/ 320751 h 360746"/>
                <a:gd name="connsiteX172" fmla="*/ 1675359 w 2912392"/>
                <a:gd name="connsiteY172" fmla="*/ 323533 h 360746"/>
                <a:gd name="connsiteX173" fmla="*/ 1685103 w 2912392"/>
                <a:gd name="connsiteY173" fmla="*/ 326231 h 360746"/>
                <a:gd name="connsiteX174" fmla="*/ 1694832 w 2912392"/>
                <a:gd name="connsiteY174" fmla="*/ 328840 h 360746"/>
                <a:gd name="connsiteX175" fmla="*/ 1704576 w 2912392"/>
                <a:gd name="connsiteY175" fmla="*/ 331358 h 360746"/>
                <a:gd name="connsiteX176" fmla="*/ 1714320 w 2912392"/>
                <a:gd name="connsiteY176" fmla="*/ 333782 h 360746"/>
                <a:gd name="connsiteX177" fmla="*/ 1724064 w 2912392"/>
                <a:gd name="connsiteY177" fmla="*/ 336108 h 360746"/>
                <a:gd name="connsiteX178" fmla="*/ 1733808 w 2912392"/>
                <a:gd name="connsiteY178" fmla="*/ 338333 h 360746"/>
                <a:gd name="connsiteX179" fmla="*/ 1743537 w 2912392"/>
                <a:gd name="connsiteY179" fmla="*/ 340457 h 360746"/>
                <a:gd name="connsiteX180" fmla="*/ 1753281 w 2912392"/>
                <a:gd name="connsiteY180" fmla="*/ 342475 h 360746"/>
                <a:gd name="connsiteX181" fmla="*/ 1763025 w 2912392"/>
                <a:gd name="connsiteY181" fmla="*/ 344388 h 360746"/>
                <a:gd name="connsiteX182" fmla="*/ 1772769 w 2912392"/>
                <a:gd name="connsiteY182" fmla="*/ 346196 h 360746"/>
                <a:gd name="connsiteX183" fmla="*/ 1782498 w 2912392"/>
                <a:gd name="connsiteY183" fmla="*/ 347893 h 360746"/>
                <a:gd name="connsiteX184" fmla="*/ 1792242 w 2912392"/>
                <a:gd name="connsiteY184" fmla="*/ 349482 h 360746"/>
                <a:gd name="connsiteX185" fmla="*/ 1801986 w 2912392"/>
                <a:gd name="connsiteY185" fmla="*/ 350962 h 360746"/>
                <a:gd name="connsiteX186" fmla="*/ 1811730 w 2912392"/>
                <a:gd name="connsiteY186" fmla="*/ 352333 h 360746"/>
                <a:gd name="connsiteX187" fmla="*/ 1821459 w 2912392"/>
                <a:gd name="connsiteY187" fmla="*/ 353594 h 360746"/>
                <a:gd name="connsiteX188" fmla="*/ 1831203 w 2912392"/>
                <a:gd name="connsiteY188" fmla="*/ 354748 h 360746"/>
                <a:gd name="connsiteX189" fmla="*/ 1840947 w 2912392"/>
                <a:gd name="connsiteY189" fmla="*/ 355794 h 360746"/>
                <a:gd name="connsiteX190" fmla="*/ 1850691 w 2912392"/>
                <a:gd name="connsiteY190" fmla="*/ 356734 h 360746"/>
                <a:gd name="connsiteX191" fmla="*/ 1860435 w 2912392"/>
                <a:gd name="connsiteY191" fmla="*/ 357570 h 360746"/>
                <a:gd name="connsiteX192" fmla="*/ 1870164 w 2912392"/>
                <a:gd name="connsiteY192" fmla="*/ 358303 h 360746"/>
                <a:gd name="connsiteX193" fmla="*/ 1879908 w 2912392"/>
                <a:gd name="connsiteY193" fmla="*/ 358934 h 360746"/>
                <a:gd name="connsiteX194" fmla="*/ 1889652 w 2912392"/>
                <a:gd name="connsiteY194" fmla="*/ 359468 h 360746"/>
                <a:gd name="connsiteX195" fmla="*/ 1899395 w 2912392"/>
                <a:gd name="connsiteY195" fmla="*/ 359904 h 360746"/>
                <a:gd name="connsiteX196" fmla="*/ 1909124 w 2912392"/>
                <a:gd name="connsiteY196" fmla="*/ 360248 h 360746"/>
                <a:gd name="connsiteX197" fmla="*/ 1918868 w 2912392"/>
                <a:gd name="connsiteY197" fmla="*/ 360500 h 360746"/>
                <a:gd name="connsiteX198" fmla="*/ 1928612 w 2912392"/>
                <a:gd name="connsiteY198" fmla="*/ 360666 h 360746"/>
                <a:gd name="connsiteX199" fmla="*/ 1938356 w 2912392"/>
                <a:gd name="connsiteY199" fmla="*/ 360746 h 360746"/>
                <a:gd name="connsiteX200" fmla="*/ 1948085 w 2912392"/>
                <a:gd name="connsiteY200" fmla="*/ 360745 h 360746"/>
                <a:gd name="connsiteX201" fmla="*/ 1957829 w 2912392"/>
                <a:gd name="connsiteY201" fmla="*/ 360666 h 360746"/>
                <a:gd name="connsiteX202" fmla="*/ 1967573 w 2912392"/>
                <a:gd name="connsiteY202" fmla="*/ 360511 h 360746"/>
                <a:gd name="connsiteX203" fmla="*/ 1977317 w 2912392"/>
                <a:gd name="connsiteY203" fmla="*/ 360286 h 360746"/>
                <a:gd name="connsiteX204" fmla="*/ 1987046 w 2912392"/>
                <a:gd name="connsiteY204" fmla="*/ 359994 h 360746"/>
                <a:gd name="connsiteX205" fmla="*/ 1996790 w 2912392"/>
                <a:gd name="connsiteY205" fmla="*/ 359638 h 360746"/>
                <a:gd name="connsiteX206" fmla="*/ 2006534 w 2912392"/>
                <a:gd name="connsiteY206" fmla="*/ 359220 h 360746"/>
                <a:gd name="connsiteX207" fmla="*/ 2016278 w 2912392"/>
                <a:gd name="connsiteY207" fmla="*/ 358745 h 360746"/>
                <a:gd name="connsiteX208" fmla="*/ 2026022 w 2912392"/>
                <a:gd name="connsiteY208" fmla="*/ 358218 h 360746"/>
                <a:gd name="connsiteX209" fmla="*/ 2035751 w 2912392"/>
                <a:gd name="connsiteY209" fmla="*/ 357640 h 360746"/>
                <a:gd name="connsiteX210" fmla="*/ 2045495 w 2912392"/>
                <a:gd name="connsiteY210" fmla="*/ 357014 h 360746"/>
                <a:gd name="connsiteX211" fmla="*/ 2055239 w 2912392"/>
                <a:gd name="connsiteY211" fmla="*/ 356345 h 360746"/>
                <a:gd name="connsiteX212" fmla="*/ 2064983 w 2912392"/>
                <a:gd name="connsiteY212" fmla="*/ 355636 h 360746"/>
                <a:gd name="connsiteX213" fmla="*/ 2074712 w 2912392"/>
                <a:gd name="connsiteY213" fmla="*/ 354889 h 360746"/>
                <a:gd name="connsiteX214" fmla="*/ 2084456 w 2912392"/>
                <a:gd name="connsiteY214" fmla="*/ 354106 h 360746"/>
                <a:gd name="connsiteX215" fmla="*/ 2094200 w 2912392"/>
                <a:gd name="connsiteY215" fmla="*/ 353292 h 360746"/>
                <a:gd name="connsiteX216" fmla="*/ 2103944 w 2912392"/>
                <a:gd name="connsiteY216" fmla="*/ 352447 h 360746"/>
                <a:gd name="connsiteX217" fmla="*/ 2113673 w 2912392"/>
                <a:gd name="connsiteY217" fmla="*/ 351576 h 360746"/>
                <a:gd name="connsiteX218" fmla="*/ 2123417 w 2912392"/>
                <a:gd name="connsiteY218" fmla="*/ 350677 h 360746"/>
                <a:gd name="connsiteX219" fmla="*/ 2133161 w 2912392"/>
                <a:gd name="connsiteY219" fmla="*/ 349757 h 360746"/>
                <a:gd name="connsiteX220" fmla="*/ 2142905 w 2912392"/>
                <a:gd name="connsiteY220" fmla="*/ 348812 h 360746"/>
                <a:gd name="connsiteX221" fmla="*/ 2152649 w 2912392"/>
                <a:gd name="connsiteY221" fmla="*/ 347848 h 360746"/>
                <a:gd name="connsiteX222" fmla="*/ 2162377 w 2912392"/>
                <a:gd name="connsiteY222" fmla="*/ 346865 h 360746"/>
                <a:gd name="connsiteX223" fmla="*/ 2172121 w 2912392"/>
                <a:gd name="connsiteY223" fmla="*/ 345863 h 360746"/>
                <a:gd name="connsiteX224" fmla="*/ 2181865 w 2912392"/>
                <a:gd name="connsiteY224" fmla="*/ 344843 h 360746"/>
                <a:gd name="connsiteX225" fmla="*/ 2191609 w 2912392"/>
                <a:gd name="connsiteY225" fmla="*/ 343806 h 360746"/>
                <a:gd name="connsiteX226" fmla="*/ 2201338 w 2912392"/>
                <a:gd name="connsiteY226" fmla="*/ 342753 h 360746"/>
                <a:gd name="connsiteX227" fmla="*/ 2211082 w 2912392"/>
                <a:gd name="connsiteY227" fmla="*/ 341683 h 360746"/>
                <a:gd name="connsiteX228" fmla="*/ 2220826 w 2912392"/>
                <a:gd name="connsiteY228" fmla="*/ 340595 h 360746"/>
                <a:gd name="connsiteX229" fmla="*/ 2230570 w 2912392"/>
                <a:gd name="connsiteY229" fmla="*/ 339490 h 360746"/>
                <a:gd name="connsiteX230" fmla="*/ 2240299 w 2912392"/>
                <a:gd name="connsiteY230" fmla="*/ 338368 h 360746"/>
                <a:gd name="connsiteX231" fmla="*/ 2250043 w 2912392"/>
                <a:gd name="connsiteY231" fmla="*/ 337225 h 360746"/>
                <a:gd name="connsiteX232" fmla="*/ 2259787 w 2912392"/>
                <a:gd name="connsiteY232" fmla="*/ 336064 h 360746"/>
                <a:gd name="connsiteX233" fmla="*/ 2269531 w 2912392"/>
                <a:gd name="connsiteY233" fmla="*/ 334883 h 360746"/>
                <a:gd name="connsiteX234" fmla="*/ 2279260 w 2912392"/>
                <a:gd name="connsiteY234" fmla="*/ 333679 h 360746"/>
                <a:gd name="connsiteX235" fmla="*/ 2289004 w 2912392"/>
                <a:gd name="connsiteY235" fmla="*/ 332451 h 360746"/>
                <a:gd name="connsiteX236" fmla="*/ 2298748 w 2912392"/>
                <a:gd name="connsiteY236" fmla="*/ 331197 h 360746"/>
                <a:gd name="connsiteX237" fmla="*/ 2308492 w 2912392"/>
                <a:gd name="connsiteY237" fmla="*/ 329917 h 360746"/>
                <a:gd name="connsiteX238" fmla="*/ 2318236 w 2912392"/>
                <a:gd name="connsiteY238" fmla="*/ 328609 h 360746"/>
                <a:gd name="connsiteX239" fmla="*/ 2327965 w 2912392"/>
                <a:gd name="connsiteY239" fmla="*/ 327268 h 360746"/>
                <a:gd name="connsiteX240" fmla="*/ 2337709 w 2912392"/>
                <a:gd name="connsiteY240" fmla="*/ 325896 h 360746"/>
                <a:gd name="connsiteX241" fmla="*/ 2347453 w 2912392"/>
                <a:gd name="connsiteY241" fmla="*/ 324488 h 360746"/>
                <a:gd name="connsiteX242" fmla="*/ 2357197 w 2912392"/>
                <a:gd name="connsiteY242" fmla="*/ 323041 h 360746"/>
                <a:gd name="connsiteX243" fmla="*/ 2366926 w 2912392"/>
                <a:gd name="connsiteY243" fmla="*/ 321556 h 360746"/>
                <a:gd name="connsiteX244" fmla="*/ 2376670 w 2912392"/>
                <a:gd name="connsiteY244" fmla="*/ 320029 h 360746"/>
                <a:gd name="connsiteX245" fmla="*/ 2386413 w 2912392"/>
                <a:gd name="connsiteY245" fmla="*/ 318458 h 360746"/>
                <a:gd name="connsiteX246" fmla="*/ 2396157 w 2912392"/>
                <a:gd name="connsiteY246" fmla="*/ 316840 h 360746"/>
                <a:gd name="connsiteX247" fmla="*/ 2405886 w 2912392"/>
                <a:gd name="connsiteY247" fmla="*/ 315173 h 360746"/>
                <a:gd name="connsiteX248" fmla="*/ 2415630 w 2912392"/>
                <a:gd name="connsiteY248" fmla="*/ 313455 h 360746"/>
                <a:gd name="connsiteX249" fmla="*/ 2425374 w 2912392"/>
                <a:gd name="connsiteY249" fmla="*/ 311684 h 360746"/>
                <a:gd name="connsiteX250" fmla="*/ 2435118 w 2912392"/>
                <a:gd name="connsiteY250" fmla="*/ 309859 h 360746"/>
                <a:gd name="connsiteX251" fmla="*/ 2444862 w 2912392"/>
                <a:gd name="connsiteY251" fmla="*/ 307974 h 360746"/>
                <a:gd name="connsiteX252" fmla="*/ 2454591 w 2912392"/>
                <a:gd name="connsiteY252" fmla="*/ 306031 h 360746"/>
                <a:gd name="connsiteX253" fmla="*/ 2464335 w 2912392"/>
                <a:gd name="connsiteY253" fmla="*/ 304027 h 360746"/>
                <a:gd name="connsiteX254" fmla="*/ 2474079 w 2912392"/>
                <a:gd name="connsiteY254" fmla="*/ 301962 h 360746"/>
                <a:gd name="connsiteX255" fmla="*/ 2483823 w 2912392"/>
                <a:gd name="connsiteY255" fmla="*/ 299832 h 360746"/>
                <a:gd name="connsiteX256" fmla="*/ 2493552 w 2912392"/>
                <a:gd name="connsiteY256" fmla="*/ 297635 h 360746"/>
                <a:gd name="connsiteX257" fmla="*/ 2503296 w 2912392"/>
                <a:gd name="connsiteY257" fmla="*/ 295372 h 360746"/>
                <a:gd name="connsiteX258" fmla="*/ 2513040 w 2912392"/>
                <a:gd name="connsiteY258" fmla="*/ 293042 h 360746"/>
                <a:gd name="connsiteX259" fmla="*/ 2522784 w 2912392"/>
                <a:gd name="connsiteY259" fmla="*/ 290642 h 360746"/>
                <a:gd name="connsiteX260" fmla="*/ 2532513 w 2912392"/>
                <a:gd name="connsiteY260" fmla="*/ 288175 h 360746"/>
                <a:gd name="connsiteX261" fmla="*/ 2542257 w 2912392"/>
                <a:gd name="connsiteY261" fmla="*/ 285636 h 360746"/>
                <a:gd name="connsiteX262" fmla="*/ 2552001 w 2912392"/>
                <a:gd name="connsiteY262" fmla="*/ 283028 h 360746"/>
                <a:gd name="connsiteX263" fmla="*/ 2561745 w 2912392"/>
                <a:gd name="connsiteY263" fmla="*/ 280351 h 360746"/>
                <a:gd name="connsiteX264" fmla="*/ 2571474 w 2912392"/>
                <a:gd name="connsiteY264" fmla="*/ 277604 h 360746"/>
                <a:gd name="connsiteX265" fmla="*/ 2581218 w 2912392"/>
                <a:gd name="connsiteY265" fmla="*/ 274788 h 360746"/>
                <a:gd name="connsiteX266" fmla="*/ 2590962 w 2912392"/>
                <a:gd name="connsiteY266" fmla="*/ 271902 h 360746"/>
                <a:gd name="connsiteX267" fmla="*/ 2600705 w 2912392"/>
                <a:gd name="connsiteY267" fmla="*/ 268949 h 360746"/>
                <a:gd name="connsiteX268" fmla="*/ 2610449 w 2912392"/>
                <a:gd name="connsiteY268" fmla="*/ 265930 h 360746"/>
                <a:gd name="connsiteX269" fmla="*/ 2620178 w 2912392"/>
                <a:gd name="connsiteY269" fmla="*/ 262845 h 360746"/>
                <a:gd name="connsiteX270" fmla="*/ 2629922 w 2912392"/>
                <a:gd name="connsiteY270" fmla="*/ 259697 h 360746"/>
                <a:gd name="connsiteX271" fmla="*/ 2639666 w 2912392"/>
                <a:gd name="connsiteY271" fmla="*/ 256486 h 360746"/>
                <a:gd name="connsiteX272" fmla="*/ 2649410 w 2912392"/>
                <a:gd name="connsiteY272" fmla="*/ 253214 h 360746"/>
                <a:gd name="connsiteX273" fmla="*/ 2659139 w 2912392"/>
                <a:gd name="connsiteY273" fmla="*/ 249886 h 360746"/>
                <a:gd name="connsiteX274" fmla="*/ 2668883 w 2912392"/>
                <a:gd name="connsiteY274" fmla="*/ 246502 h 360746"/>
                <a:gd name="connsiteX275" fmla="*/ 2678627 w 2912392"/>
                <a:gd name="connsiteY275" fmla="*/ 243063 h 360746"/>
                <a:gd name="connsiteX276" fmla="*/ 2688371 w 2912392"/>
                <a:gd name="connsiteY276" fmla="*/ 239576 h 360746"/>
                <a:gd name="connsiteX277" fmla="*/ 2698100 w 2912392"/>
                <a:gd name="connsiteY277" fmla="*/ 236040 h 360746"/>
                <a:gd name="connsiteX278" fmla="*/ 2707844 w 2912392"/>
                <a:gd name="connsiteY278" fmla="*/ 232460 h 360746"/>
                <a:gd name="connsiteX279" fmla="*/ 2717588 w 2912392"/>
                <a:gd name="connsiteY279" fmla="*/ 228838 h 360746"/>
                <a:gd name="connsiteX280" fmla="*/ 2727332 w 2912392"/>
                <a:gd name="connsiteY280" fmla="*/ 225179 h 360746"/>
                <a:gd name="connsiteX281" fmla="*/ 2737076 w 2912392"/>
                <a:gd name="connsiteY281" fmla="*/ 221485 h 360746"/>
                <a:gd name="connsiteX282" fmla="*/ 2746805 w 2912392"/>
                <a:gd name="connsiteY282" fmla="*/ 217760 h 360746"/>
                <a:gd name="connsiteX283" fmla="*/ 2756549 w 2912392"/>
                <a:gd name="connsiteY283" fmla="*/ 214007 h 360746"/>
                <a:gd name="connsiteX284" fmla="*/ 2766293 w 2912392"/>
                <a:gd name="connsiteY284" fmla="*/ 210232 h 360746"/>
                <a:gd name="connsiteX285" fmla="*/ 2776037 w 2912392"/>
                <a:gd name="connsiteY285" fmla="*/ 206436 h 360746"/>
                <a:gd name="connsiteX286" fmla="*/ 2785766 w 2912392"/>
                <a:gd name="connsiteY286" fmla="*/ 202625 h 360746"/>
                <a:gd name="connsiteX287" fmla="*/ 2795510 w 2912392"/>
                <a:gd name="connsiteY287" fmla="*/ 198802 h 360746"/>
                <a:gd name="connsiteX288" fmla="*/ 2805254 w 2912392"/>
                <a:gd name="connsiteY288" fmla="*/ 194970 h 360746"/>
                <a:gd name="connsiteX289" fmla="*/ 2814998 w 2912392"/>
                <a:gd name="connsiteY289" fmla="*/ 191133 h 360746"/>
                <a:gd name="connsiteX290" fmla="*/ 2824727 w 2912392"/>
                <a:gd name="connsiteY290" fmla="*/ 187297 h 360746"/>
                <a:gd name="connsiteX291" fmla="*/ 2834471 w 2912392"/>
                <a:gd name="connsiteY291" fmla="*/ 183465 h 360746"/>
                <a:gd name="connsiteX292" fmla="*/ 2844215 w 2912392"/>
                <a:gd name="connsiteY292" fmla="*/ 179640 h 360746"/>
                <a:gd name="connsiteX293" fmla="*/ 2853958 w 2912392"/>
                <a:gd name="connsiteY293" fmla="*/ 175826 h 360746"/>
                <a:gd name="connsiteX294" fmla="*/ 2863687 w 2912392"/>
                <a:gd name="connsiteY294" fmla="*/ 172027 h 360746"/>
                <a:gd name="connsiteX295" fmla="*/ 2873431 w 2912392"/>
                <a:gd name="connsiteY295" fmla="*/ 168248 h 360746"/>
                <a:gd name="connsiteX296" fmla="*/ 2883175 w 2912392"/>
                <a:gd name="connsiteY296" fmla="*/ 164491 h 360746"/>
                <a:gd name="connsiteX297" fmla="*/ 2892919 w 2912392"/>
                <a:gd name="connsiteY297" fmla="*/ 160759 h 360746"/>
                <a:gd name="connsiteX298" fmla="*/ 2902663 w 2912392"/>
                <a:gd name="connsiteY298" fmla="*/ 157058 h 360746"/>
                <a:gd name="connsiteX299" fmla="*/ 2912392 w 2912392"/>
                <a:gd name="connsiteY299" fmla="*/ 153388 h 360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60746">
                  <a:moveTo>
                    <a:pt x="0" y="288163"/>
                  </a:moveTo>
                  <a:lnTo>
                    <a:pt x="9739" y="281607"/>
                  </a:lnTo>
                  <a:lnTo>
                    <a:pt x="19480" y="275043"/>
                  </a:lnTo>
                  <a:lnTo>
                    <a:pt x="29221" y="268468"/>
                  </a:lnTo>
                  <a:lnTo>
                    <a:pt x="38961" y="261885"/>
                  </a:lnTo>
                  <a:lnTo>
                    <a:pt x="48702" y="255297"/>
                  </a:lnTo>
                  <a:lnTo>
                    <a:pt x="58443" y="248704"/>
                  </a:lnTo>
                  <a:lnTo>
                    <a:pt x="68182" y="242110"/>
                  </a:lnTo>
                  <a:lnTo>
                    <a:pt x="77923" y="235517"/>
                  </a:lnTo>
                  <a:lnTo>
                    <a:pt x="87664" y="228929"/>
                  </a:lnTo>
                  <a:lnTo>
                    <a:pt x="97404" y="222343"/>
                  </a:lnTo>
                  <a:lnTo>
                    <a:pt x="107145" y="215769"/>
                  </a:lnTo>
                  <a:lnTo>
                    <a:pt x="116886" y="209204"/>
                  </a:lnTo>
                  <a:lnTo>
                    <a:pt x="126625" y="202653"/>
                  </a:lnTo>
                  <a:lnTo>
                    <a:pt x="136366" y="196120"/>
                  </a:lnTo>
                  <a:lnTo>
                    <a:pt x="146107" y="189609"/>
                  </a:lnTo>
                  <a:lnTo>
                    <a:pt x="155846" y="183120"/>
                  </a:lnTo>
                  <a:lnTo>
                    <a:pt x="165587" y="176662"/>
                  </a:lnTo>
                  <a:lnTo>
                    <a:pt x="175328" y="170236"/>
                  </a:lnTo>
                  <a:lnTo>
                    <a:pt x="185068" y="163846"/>
                  </a:lnTo>
                  <a:lnTo>
                    <a:pt x="194809" y="157497"/>
                  </a:lnTo>
                  <a:lnTo>
                    <a:pt x="204550" y="151193"/>
                  </a:lnTo>
                  <a:lnTo>
                    <a:pt x="214289" y="144942"/>
                  </a:lnTo>
                  <a:lnTo>
                    <a:pt x="224030" y="138745"/>
                  </a:lnTo>
                  <a:lnTo>
                    <a:pt x="233771" y="132610"/>
                  </a:lnTo>
                  <a:lnTo>
                    <a:pt x="243510" y="126541"/>
                  </a:lnTo>
                  <a:lnTo>
                    <a:pt x="253251" y="120545"/>
                  </a:lnTo>
                  <a:lnTo>
                    <a:pt x="262992" y="114627"/>
                  </a:lnTo>
                  <a:lnTo>
                    <a:pt x="272732" y="108791"/>
                  </a:lnTo>
                  <a:lnTo>
                    <a:pt x="282473" y="103046"/>
                  </a:lnTo>
                  <a:lnTo>
                    <a:pt x="292214" y="97396"/>
                  </a:lnTo>
                  <a:lnTo>
                    <a:pt x="301953" y="91848"/>
                  </a:lnTo>
                  <a:lnTo>
                    <a:pt x="311694" y="86408"/>
                  </a:lnTo>
                  <a:lnTo>
                    <a:pt x="321435" y="81083"/>
                  </a:lnTo>
                  <a:lnTo>
                    <a:pt x="331175" y="75878"/>
                  </a:lnTo>
                  <a:lnTo>
                    <a:pt x="340916" y="70800"/>
                  </a:lnTo>
                  <a:lnTo>
                    <a:pt x="350656" y="65855"/>
                  </a:lnTo>
                  <a:lnTo>
                    <a:pt x="360396" y="61049"/>
                  </a:lnTo>
                  <a:lnTo>
                    <a:pt x="370137" y="56388"/>
                  </a:lnTo>
                  <a:lnTo>
                    <a:pt x="379878" y="51878"/>
                  </a:lnTo>
                  <a:lnTo>
                    <a:pt x="389617" y="47526"/>
                  </a:lnTo>
                  <a:lnTo>
                    <a:pt x="399358" y="43337"/>
                  </a:lnTo>
                  <a:lnTo>
                    <a:pt x="409099" y="39314"/>
                  </a:lnTo>
                  <a:lnTo>
                    <a:pt x="418839" y="35467"/>
                  </a:lnTo>
                  <a:lnTo>
                    <a:pt x="428580" y="31796"/>
                  </a:lnTo>
                  <a:lnTo>
                    <a:pt x="438321" y="28310"/>
                  </a:lnTo>
                  <a:lnTo>
                    <a:pt x="448060" y="25011"/>
                  </a:lnTo>
                  <a:lnTo>
                    <a:pt x="457801" y="21904"/>
                  </a:lnTo>
                  <a:lnTo>
                    <a:pt x="467542" y="18993"/>
                  </a:lnTo>
                  <a:lnTo>
                    <a:pt x="477281" y="16282"/>
                  </a:lnTo>
                  <a:lnTo>
                    <a:pt x="487022" y="13771"/>
                  </a:lnTo>
                  <a:lnTo>
                    <a:pt x="496763" y="11468"/>
                  </a:lnTo>
                  <a:lnTo>
                    <a:pt x="506503" y="9370"/>
                  </a:lnTo>
                  <a:lnTo>
                    <a:pt x="516244" y="7482"/>
                  </a:lnTo>
                  <a:lnTo>
                    <a:pt x="525985" y="5805"/>
                  </a:lnTo>
                  <a:lnTo>
                    <a:pt x="535724" y="4340"/>
                  </a:lnTo>
                  <a:lnTo>
                    <a:pt x="545465" y="3087"/>
                  </a:lnTo>
                  <a:lnTo>
                    <a:pt x="555206" y="2047"/>
                  </a:lnTo>
                  <a:lnTo>
                    <a:pt x="564946" y="1220"/>
                  </a:lnTo>
                  <a:lnTo>
                    <a:pt x="574687" y="603"/>
                  </a:lnTo>
                  <a:lnTo>
                    <a:pt x="584428" y="198"/>
                  </a:lnTo>
                  <a:lnTo>
                    <a:pt x="594167" y="0"/>
                  </a:lnTo>
                  <a:lnTo>
                    <a:pt x="603908" y="9"/>
                  </a:lnTo>
                  <a:lnTo>
                    <a:pt x="613649" y="222"/>
                  </a:lnTo>
                  <a:lnTo>
                    <a:pt x="623388" y="635"/>
                  </a:lnTo>
                  <a:lnTo>
                    <a:pt x="633129" y="1244"/>
                  </a:lnTo>
                  <a:lnTo>
                    <a:pt x="642870" y="2047"/>
                  </a:lnTo>
                  <a:lnTo>
                    <a:pt x="652610" y="3039"/>
                  </a:lnTo>
                  <a:lnTo>
                    <a:pt x="662351" y="4215"/>
                  </a:lnTo>
                  <a:lnTo>
                    <a:pt x="672092" y="5569"/>
                  </a:lnTo>
                  <a:lnTo>
                    <a:pt x="681831" y="7096"/>
                  </a:lnTo>
                  <a:lnTo>
                    <a:pt x="691572" y="8790"/>
                  </a:lnTo>
                  <a:lnTo>
                    <a:pt x="701313" y="10645"/>
                  </a:lnTo>
                  <a:lnTo>
                    <a:pt x="711052" y="12655"/>
                  </a:lnTo>
                  <a:lnTo>
                    <a:pt x="720793" y="14813"/>
                  </a:lnTo>
                  <a:lnTo>
                    <a:pt x="730534" y="17110"/>
                  </a:lnTo>
                  <a:lnTo>
                    <a:pt x="740274" y="19540"/>
                  </a:lnTo>
                  <a:lnTo>
                    <a:pt x="750015" y="22098"/>
                  </a:lnTo>
                  <a:lnTo>
                    <a:pt x="759756" y="24772"/>
                  </a:lnTo>
                  <a:lnTo>
                    <a:pt x="769495" y="27559"/>
                  </a:lnTo>
                  <a:lnTo>
                    <a:pt x="779236" y="30448"/>
                  </a:lnTo>
                  <a:lnTo>
                    <a:pt x="788977" y="33430"/>
                  </a:lnTo>
                  <a:lnTo>
                    <a:pt x="798717" y="36501"/>
                  </a:lnTo>
                  <a:lnTo>
                    <a:pt x="808458" y="39651"/>
                  </a:lnTo>
                  <a:lnTo>
                    <a:pt x="818199" y="42872"/>
                  </a:lnTo>
                  <a:lnTo>
                    <a:pt x="827938" y="46155"/>
                  </a:lnTo>
                  <a:lnTo>
                    <a:pt x="837679" y="49494"/>
                  </a:lnTo>
                  <a:lnTo>
                    <a:pt x="847420" y="52884"/>
                  </a:lnTo>
                  <a:lnTo>
                    <a:pt x="857159" y="56312"/>
                  </a:lnTo>
                  <a:lnTo>
                    <a:pt x="866900" y="59775"/>
                  </a:lnTo>
                  <a:lnTo>
                    <a:pt x="876641" y="63264"/>
                  </a:lnTo>
                  <a:lnTo>
                    <a:pt x="886381" y="66773"/>
                  </a:lnTo>
                  <a:lnTo>
                    <a:pt x="896122" y="70295"/>
                  </a:lnTo>
                  <a:lnTo>
                    <a:pt x="905863" y="73826"/>
                  </a:lnTo>
                  <a:lnTo>
                    <a:pt x="915602" y="77357"/>
                  </a:lnTo>
                  <a:lnTo>
                    <a:pt x="925343" y="80884"/>
                  </a:lnTo>
                  <a:lnTo>
                    <a:pt x="935084" y="84403"/>
                  </a:lnTo>
                  <a:lnTo>
                    <a:pt x="944824" y="87907"/>
                  </a:lnTo>
                  <a:lnTo>
                    <a:pt x="954564" y="91392"/>
                  </a:lnTo>
                  <a:lnTo>
                    <a:pt x="964305" y="94856"/>
                  </a:lnTo>
                  <a:lnTo>
                    <a:pt x="974045" y="98295"/>
                  </a:lnTo>
                  <a:lnTo>
                    <a:pt x="983786" y="101703"/>
                  </a:lnTo>
                  <a:lnTo>
                    <a:pt x="993522" y="105081"/>
                  </a:lnTo>
                  <a:lnTo>
                    <a:pt x="1003266" y="108424"/>
                  </a:lnTo>
                  <a:lnTo>
                    <a:pt x="1013010" y="111733"/>
                  </a:lnTo>
                  <a:lnTo>
                    <a:pt x="1022754" y="115004"/>
                  </a:lnTo>
                  <a:lnTo>
                    <a:pt x="1032483" y="118237"/>
                  </a:lnTo>
                  <a:lnTo>
                    <a:pt x="1042227" y="121431"/>
                  </a:lnTo>
                  <a:lnTo>
                    <a:pt x="1051971" y="124585"/>
                  </a:lnTo>
                  <a:lnTo>
                    <a:pt x="1061715" y="127702"/>
                  </a:lnTo>
                  <a:lnTo>
                    <a:pt x="1071444" y="130782"/>
                  </a:lnTo>
                  <a:lnTo>
                    <a:pt x="1081188" y="133823"/>
                  </a:lnTo>
                  <a:lnTo>
                    <a:pt x="1090932" y="136829"/>
                  </a:lnTo>
                  <a:lnTo>
                    <a:pt x="1100676" y="139802"/>
                  </a:lnTo>
                  <a:lnTo>
                    <a:pt x="1110405" y="142741"/>
                  </a:lnTo>
                  <a:lnTo>
                    <a:pt x="1120149" y="145651"/>
                  </a:lnTo>
                  <a:lnTo>
                    <a:pt x="1129893" y="148534"/>
                  </a:lnTo>
                  <a:lnTo>
                    <a:pt x="1139637" y="151393"/>
                  </a:lnTo>
                  <a:lnTo>
                    <a:pt x="1149381" y="154228"/>
                  </a:lnTo>
                  <a:lnTo>
                    <a:pt x="1159110" y="157047"/>
                  </a:lnTo>
                  <a:lnTo>
                    <a:pt x="1168854" y="159850"/>
                  </a:lnTo>
                  <a:lnTo>
                    <a:pt x="1178598" y="162640"/>
                  </a:lnTo>
                  <a:lnTo>
                    <a:pt x="1188341" y="165423"/>
                  </a:lnTo>
                  <a:lnTo>
                    <a:pt x="1198070" y="168201"/>
                  </a:lnTo>
                  <a:lnTo>
                    <a:pt x="1207814" y="170978"/>
                  </a:lnTo>
                  <a:lnTo>
                    <a:pt x="1217558" y="173756"/>
                  </a:lnTo>
                  <a:lnTo>
                    <a:pt x="1227302" y="176539"/>
                  </a:lnTo>
                  <a:lnTo>
                    <a:pt x="1237031" y="179333"/>
                  </a:lnTo>
                  <a:lnTo>
                    <a:pt x="1246775" y="182139"/>
                  </a:lnTo>
                  <a:lnTo>
                    <a:pt x="1256519" y="184960"/>
                  </a:lnTo>
                  <a:lnTo>
                    <a:pt x="1266263" y="187800"/>
                  </a:lnTo>
                  <a:lnTo>
                    <a:pt x="1276007" y="190662"/>
                  </a:lnTo>
                  <a:lnTo>
                    <a:pt x="1285736" y="193548"/>
                  </a:lnTo>
                  <a:lnTo>
                    <a:pt x="1295480" y="196461"/>
                  </a:lnTo>
                  <a:lnTo>
                    <a:pt x="1305224" y="199402"/>
                  </a:lnTo>
                  <a:lnTo>
                    <a:pt x="1314968" y="202374"/>
                  </a:lnTo>
                  <a:lnTo>
                    <a:pt x="1324697" y="205379"/>
                  </a:lnTo>
                  <a:lnTo>
                    <a:pt x="1334441" y="208419"/>
                  </a:lnTo>
                  <a:lnTo>
                    <a:pt x="1344185" y="211493"/>
                  </a:lnTo>
                  <a:lnTo>
                    <a:pt x="1353929" y="214603"/>
                  </a:lnTo>
                  <a:lnTo>
                    <a:pt x="1363658" y="217749"/>
                  </a:lnTo>
                  <a:lnTo>
                    <a:pt x="1373402" y="220931"/>
                  </a:lnTo>
                  <a:lnTo>
                    <a:pt x="1383146" y="224149"/>
                  </a:lnTo>
                  <a:lnTo>
                    <a:pt x="1392890" y="227402"/>
                  </a:lnTo>
                  <a:lnTo>
                    <a:pt x="1402619" y="230688"/>
                  </a:lnTo>
                  <a:lnTo>
                    <a:pt x="1412363" y="234009"/>
                  </a:lnTo>
                  <a:lnTo>
                    <a:pt x="1422106" y="237360"/>
                  </a:lnTo>
                  <a:lnTo>
                    <a:pt x="1431850" y="240739"/>
                  </a:lnTo>
                  <a:lnTo>
                    <a:pt x="1441594" y="244147"/>
                  </a:lnTo>
                  <a:lnTo>
                    <a:pt x="1451323" y="247576"/>
                  </a:lnTo>
                  <a:lnTo>
                    <a:pt x="1461067" y="251027"/>
                  </a:lnTo>
                  <a:lnTo>
                    <a:pt x="1470811" y="254497"/>
                  </a:lnTo>
                  <a:lnTo>
                    <a:pt x="1480555" y="257979"/>
                  </a:lnTo>
                  <a:lnTo>
                    <a:pt x="1490284" y="261473"/>
                  </a:lnTo>
                  <a:lnTo>
                    <a:pt x="1500028" y="264971"/>
                  </a:lnTo>
                  <a:lnTo>
                    <a:pt x="1509772" y="268472"/>
                  </a:lnTo>
                  <a:lnTo>
                    <a:pt x="1519516" y="271970"/>
                  </a:lnTo>
                  <a:lnTo>
                    <a:pt x="1529245" y="275461"/>
                  </a:lnTo>
                  <a:lnTo>
                    <a:pt x="1538989" y="278939"/>
                  </a:lnTo>
                  <a:lnTo>
                    <a:pt x="1548733" y="282400"/>
                  </a:lnTo>
                  <a:lnTo>
                    <a:pt x="1558477" y="285840"/>
                  </a:lnTo>
                  <a:lnTo>
                    <a:pt x="1568221" y="289252"/>
                  </a:lnTo>
                  <a:lnTo>
                    <a:pt x="1577950" y="292631"/>
                  </a:lnTo>
                  <a:lnTo>
                    <a:pt x="1587694" y="295973"/>
                  </a:lnTo>
                  <a:lnTo>
                    <a:pt x="1597438" y="299271"/>
                  </a:lnTo>
                  <a:lnTo>
                    <a:pt x="1607182" y="302524"/>
                  </a:lnTo>
                  <a:lnTo>
                    <a:pt x="1616911" y="305721"/>
                  </a:lnTo>
                  <a:lnTo>
                    <a:pt x="1626655" y="308862"/>
                  </a:lnTo>
                  <a:lnTo>
                    <a:pt x="1636399" y="311940"/>
                  </a:lnTo>
                  <a:lnTo>
                    <a:pt x="1646142" y="314951"/>
                  </a:lnTo>
                  <a:lnTo>
                    <a:pt x="1655872" y="317889"/>
                  </a:lnTo>
                  <a:lnTo>
                    <a:pt x="1665616" y="320751"/>
                  </a:lnTo>
                  <a:lnTo>
                    <a:pt x="1675359" y="323533"/>
                  </a:lnTo>
                  <a:lnTo>
                    <a:pt x="1685103" y="326231"/>
                  </a:lnTo>
                  <a:lnTo>
                    <a:pt x="1694832" y="328840"/>
                  </a:lnTo>
                  <a:lnTo>
                    <a:pt x="1704576" y="331358"/>
                  </a:lnTo>
                  <a:lnTo>
                    <a:pt x="1714320" y="333782"/>
                  </a:lnTo>
                  <a:lnTo>
                    <a:pt x="1724064" y="336108"/>
                  </a:lnTo>
                  <a:lnTo>
                    <a:pt x="1733808" y="338333"/>
                  </a:lnTo>
                  <a:lnTo>
                    <a:pt x="1743537" y="340457"/>
                  </a:lnTo>
                  <a:lnTo>
                    <a:pt x="1753281" y="342475"/>
                  </a:lnTo>
                  <a:lnTo>
                    <a:pt x="1763025" y="344388"/>
                  </a:lnTo>
                  <a:lnTo>
                    <a:pt x="1772769" y="346196"/>
                  </a:lnTo>
                  <a:lnTo>
                    <a:pt x="1782498" y="347893"/>
                  </a:lnTo>
                  <a:lnTo>
                    <a:pt x="1792242" y="349482"/>
                  </a:lnTo>
                  <a:lnTo>
                    <a:pt x="1801986" y="350962"/>
                  </a:lnTo>
                  <a:lnTo>
                    <a:pt x="1811730" y="352333"/>
                  </a:lnTo>
                  <a:lnTo>
                    <a:pt x="1821459" y="353594"/>
                  </a:lnTo>
                  <a:lnTo>
                    <a:pt x="1831203" y="354748"/>
                  </a:lnTo>
                  <a:lnTo>
                    <a:pt x="1840947" y="355794"/>
                  </a:lnTo>
                  <a:lnTo>
                    <a:pt x="1850691" y="356734"/>
                  </a:lnTo>
                  <a:lnTo>
                    <a:pt x="1860435" y="357570"/>
                  </a:lnTo>
                  <a:lnTo>
                    <a:pt x="1870164" y="358303"/>
                  </a:lnTo>
                  <a:lnTo>
                    <a:pt x="1879908" y="358934"/>
                  </a:lnTo>
                  <a:lnTo>
                    <a:pt x="1889652" y="359468"/>
                  </a:lnTo>
                  <a:lnTo>
                    <a:pt x="1899395" y="359904"/>
                  </a:lnTo>
                  <a:lnTo>
                    <a:pt x="1909124" y="360248"/>
                  </a:lnTo>
                  <a:lnTo>
                    <a:pt x="1918868" y="360500"/>
                  </a:lnTo>
                  <a:lnTo>
                    <a:pt x="1928612" y="360666"/>
                  </a:lnTo>
                  <a:lnTo>
                    <a:pt x="1938356" y="360746"/>
                  </a:lnTo>
                  <a:lnTo>
                    <a:pt x="1948085" y="360745"/>
                  </a:lnTo>
                  <a:lnTo>
                    <a:pt x="1957829" y="360666"/>
                  </a:lnTo>
                  <a:lnTo>
                    <a:pt x="1967573" y="360511"/>
                  </a:lnTo>
                  <a:lnTo>
                    <a:pt x="1977317" y="360286"/>
                  </a:lnTo>
                  <a:lnTo>
                    <a:pt x="1987046" y="359994"/>
                  </a:lnTo>
                  <a:lnTo>
                    <a:pt x="1996790" y="359638"/>
                  </a:lnTo>
                  <a:lnTo>
                    <a:pt x="2006534" y="359220"/>
                  </a:lnTo>
                  <a:lnTo>
                    <a:pt x="2016278" y="358745"/>
                  </a:lnTo>
                  <a:lnTo>
                    <a:pt x="2026022" y="358218"/>
                  </a:lnTo>
                  <a:lnTo>
                    <a:pt x="2035751" y="357640"/>
                  </a:lnTo>
                  <a:lnTo>
                    <a:pt x="2045495" y="357014"/>
                  </a:lnTo>
                  <a:lnTo>
                    <a:pt x="2055239" y="356345"/>
                  </a:lnTo>
                  <a:lnTo>
                    <a:pt x="2064983" y="355636"/>
                  </a:lnTo>
                  <a:lnTo>
                    <a:pt x="2074712" y="354889"/>
                  </a:lnTo>
                  <a:lnTo>
                    <a:pt x="2084456" y="354106"/>
                  </a:lnTo>
                  <a:lnTo>
                    <a:pt x="2094200" y="353292"/>
                  </a:lnTo>
                  <a:lnTo>
                    <a:pt x="2103944" y="352447"/>
                  </a:lnTo>
                  <a:lnTo>
                    <a:pt x="2113673" y="351576"/>
                  </a:lnTo>
                  <a:lnTo>
                    <a:pt x="2123417" y="350677"/>
                  </a:lnTo>
                  <a:lnTo>
                    <a:pt x="2133161" y="349757"/>
                  </a:lnTo>
                  <a:lnTo>
                    <a:pt x="2142905" y="348812"/>
                  </a:lnTo>
                  <a:lnTo>
                    <a:pt x="2152649" y="347848"/>
                  </a:lnTo>
                  <a:lnTo>
                    <a:pt x="2162377" y="346865"/>
                  </a:lnTo>
                  <a:lnTo>
                    <a:pt x="2172121" y="345863"/>
                  </a:lnTo>
                  <a:lnTo>
                    <a:pt x="2181865" y="344843"/>
                  </a:lnTo>
                  <a:lnTo>
                    <a:pt x="2191609" y="343806"/>
                  </a:lnTo>
                  <a:lnTo>
                    <a:pt x="2201338" y="342753"/>
                  </a:lnTo>
                  <a:lnTo>
                    <a:pt x="2211082" y="341683"/>
                  </a:lnTo>
                  <a:lnTo>
                    <a:pt x="2220826" y="340595"/>
                  </a:lnTo>
                  <a:lnTo>
                    <a:pt x="2230570" y="339490"/>
                  </a:lnTo>
                  <a:lnTo>
                    <a:pt x="2240299" y="338368"/>
                  </a:lnTo>
                  <a:lnTo>
                    <a:pt x="2250043" y="337225"/>
                  </a:lnTo>
                  <a:lnTo>
                    <a:pt x="2259787" y="336064"/>
                  </a:lnTo>
                  <a:lnTo>
                    <a:pt x="2269531" y="334883"/>
                  </a:lnTo>
                  <a:lnTo>
                    <a:pt x="2279260" y="333679"/>
                  </a:lnTo>
                  <a:lnTo>
                    <a:pt x="2289004" y="332451"/>
                  </a:lnTo>
                  <a:lnTo>
                    <a:pt x="2298748" y="331197"/>
                  </a:lnTo>
                  <a:lnTo>
                    <a:pt x="2308492" y="329917"/>
                  </a:lnTo>
                  <a:lnTo>
                    <a:pt x="2318236" y="328609"/>
                  </a:lnTo>
                  <a:lnTo>
                    <a:pt x="2327965" y="327268"/>
                  </a:lnTo>
                  <a:lnTo>
                    <a:pt x="2337709" y="325896"/>
                  </a:lnTo>
                  <a:lnTo>
                    <a:pt x="2347453" y="324488"/>
                  </a:lnTo>
                  <a:lnTo>
                    <a:pt x="2357197" y="323041"/>
                  </a:lnTo>
                  <a:lnTo>
                    <a:pt x="2366926" y="321556"/>
                  </a:lnTo>
                  <a:lnTo>
                    <a:pt x="2376670" y="320029"/>
                  </a:lnTo>
                  <a:lnTo>
                    <a:pt x="2386413" y="318458"/>
                  </a:lnTo>
                  <a:lnTo>
                    <a:pt x="2396157" y="316840"/>
                  </a:lnTo>
                  <a:lnTo>
                    <a:pt x="2405886" y="315173"/>
                  </a:lnTo>
                  <a:lnTo>
                    <a:pt x="2415630" y="313455"/>
                  </a:lnTo>
                  <a:lnTo>
                    <a:pt x="2425374" y="311684"/>
                  </a:lnTo>
                  <a:lnTo>
                    <a:pt x="2435118" y="309859"/>
                  </a:lnTo>
                  <a:lnTo>
                    <a:pt x="2444862" y="307974"/>
                  </a:lnTo>
                  <a:lnTo>
                    <a:pt x="2454591" y="306031"/>
                  </a:lnTo>
                  <a:lnTo>
                    <a:pt x="2464335" y="304027"/>
                  </a:lnTo>
                  <a:lnTo>
                    <a:pt x="2474079" y="301962"/>
                  </a:lnTo>
                  <a:lnTo>
                    <a:pt x="2483823" y="299832"/>
                  </a:lnTo>
                  <a:lnTo>
                    <a:pt x="2493552" y="297635"/>
                  </a:lnTo>
                  <a:lnTo>
                    <a:pt x="2503296" y="295372"/>
                  </a:lnTo>
                  <a:lnTo>
                    <a:pt x="2513040" y="293042"/>
                  </a:lnTo>
                  <a:lnTo>
                    <a:pt x="2522784" y="290642"/>
                  </a:lnTo>
                  <a:lnTo>
                    <a:pt x="2532513" y="288175"/>
                  </a:lnTo>
                  <a:lnTo>
                    <a:pt x="2542257" y="285636"/>
                  </a:lnTo>
                  <a:lnTo>
                    <a:pt x="2552001" y="283028"/>
                  </a:lnTo>
                  <a:lnTo>
                    <a:pt x="2561745" y="280351"/>
                  </a:lnTo>
                  <a:lnTo>
                    <a:pt x="2571474" y="277604"/>
                  </a:lnTo>
                  <a:lnTo>
                    <a:pt x="2581218" y="274788"/>
                  </a:lnTo>
                  <a:lnTo>
                    <a:pt x="2590962" y="271902"/>
                  </a:lnTo>
                  <a:lnTo>
                    <a:pt x="2600705" y="268949"/>
                  </a:lnTo>
                  <a:lnTo>
                    <a:pt x="2610449" y="265930"/>
                  </a:lnTo>
                  <a:lnTo>
                    <a:pt x="2620178" y="262845"/>
                  </a:lnTo>
                  <a:lnTo>
                    <a:pt x="2629922" y="259697"/>
                  </a:lnTo>
                  <a:lnTo>
                    <a:pt x="2639666" y="256486"/>
                  </a:lnTo>
                  <a:lnTo>
                    <a:pt x="2649410" y="253214"/>
                  </a:lnTo>
                  <a:lnTo>
                    <a:pt x="2659139" y="249886"/>
                  </a:lnTo>
                  <a:lnTo>
                    <a:pt x="2668883" y="246502"/>
                  </a:lnTo>
                  <a:lnTo>
                    <a:pt x="2678627" y="243063"/>
                  </a:lnTo>
                  <a:lnTo>
                    <a:pt x="2688371" y="239576"/>
                  </a:lnTo>
                  <a:lnTo>
                    <a:pt x="2698100" y="236040"/>
                  </a:lnTo>
                  <a:lnTo>
                    <a:pt x="2707844" y="232460"/>
                  </a:lnTo>
                  <a:lnTo>
                    <a:pt x="2717588" y="228838"/>
                  </a:lnTo>
                  <a:lnTo>
                    <a:pt x="2727332" y="225179"/>
                  </a:lnTo>
                  <a:lnTo>
                    <a:pt x="2737076" y="221485"/>
                  </a:lnTo>
                  <a:lnTo>
                    <a:pt x="2746805" y="217760"/>
                  </a:lnTo>
                  <a:lnTo>
                    <a:pt x="2756549" y="214007"/>
                  </a:lnTo>
                  <a:lnTo>
                    <a:pt x="2766293" y="210232"/>
                  </a:lnTo>
                  <a:lnTo>
                    <a:pt x="2776037" y="206436"/>
                  </a:lnTo>
                  <a:lnTo>
                    <a:pt x="2785766" y="202625"/>
                  </a:lnTo>
                  <a:lnTo>
                    <a:pt x="2795510" y="198802"/>
                  </a:lnTo>
                  <a:lnTo>
                    <a:pt x="2805254" y="194970"/>
                  </a:lnTo>
                  <a:lnTo>
                    <a:pt x="2814998" y="191133"/>
                  </a:lnTo>
                  <a:lnTo>
                    <a:pt x="2824727" y="187297"/>
                  </a:lnTo>
                  <a:lnTo>
                    <a:pt x="2834471" y="183465"/>
                  </a:lnTo>
                  <a:lnTo>
                    <a:pt x="2844215" y="179640"/>
                  </a:lnTo>
                  <a:lnTo>
                    <a:pt x="2853958" y="175826"/>
                  </a:lnTo>
                  <a:lnTo>
                    <a:pt x="2863687" y="172027"/>
                  </a:lnTo>
                  <a:lnTo>
                    <a:pt x="2873431" y="168248"/>
                  </a:lnTo>
                  <a:lnTo>
                    <a:pt x="2883175" y="164491"/>
                  </a:lnTo>
                  <a:lnTo>
                    <a:pt x="2892919" y="160759"/>
                  </a:lnTo>
                  <a:lnTo>
                    <a:pt x="2902663" y="157058"/>
                  </a:lnTo>
                  <a:lnTo>
                    <a:pt x="2912392" y="15338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8" name="Freeform 867">
              <a:extLst>
                <a:ext uri="{FF2B5EF4-FFF2-40B4-BE49-F238E27FC236}">
                  <a16:creationId xmlns:a16="http://schemas.microsoft.com/office/drawing/2014/main" id="{1BC0DDF5-EABD-AA8B-40A1-9AF0FB992BB0}"/>
                </a:ext>
              </a:extLst>
            </p:cNvPr>
            <p:cNvSpPr/>
            <p:nvPr/>
          </p:nvSpPr>
          <p:spPr>
            <a:xfrm>
              <a:off x="576446" y="3022062"/>
              <a:ext cx="2912392" cy="806970"/>
            </a:xfrm>
            <a:custGeom>
              <a:avLst/>
              <a:gdLst>
                <a:gd name="connsiteX0" fmla="*/ 0 w 2912392"/>
                <a:gd name="connsiteY0" fmla="*/ 806971 h 806970"/>
                <a:gd name="connsiteX1" fmla="*/ 9739 w 2912392"/>
                <a:gd name="connsiteY1" fmla="*/ 804770 h 806970"/>
                <a:gd name="connsiteX2" fmla="*/ 19480 w 2912392"/>
                <a:gd name="connsiteY2" fmla="*/ 802346 h 806970"/>
                <a:gd name="connsiteX3" fmla="*/ 29221 w 2912392"/>
                <a:gd name="connsiteY3" fmla="*/ 799695 h 806970"/>
                <a:gd name="connsiteX4" fmla="*/ 38961 w 2912392"/>
                <a:gd name="connsiteY4" fmla="*/ 796814 h 806970"/>
                <a:gd name="connsiteX5" fmla="*/ 48702 w 2912392"/>
                <a:gd name="connsiteY5" fmla="*/ 793702 h 806970"/>
                <a:gd name="connsiteX6" fmla="*/ 58443 w 2912392"/>
                <a:gd name="connsiteY6" fmla="*/ 790358 h 806970"/>
                <a:gd name="connsiteX7" fmla="*/ 68182 w 2912392"/>
                <a:gd name="connsiteY7" fmla="*/ 786779 h 806970"/>
                <a:gd name="connsiteX8" fmla="*/ 77923 w 2912392"/>
                <a:gd name="connsiteY8" fmla="*/ 782967 h 806970"/>
                <a:gd name="connsiteX9" fmla="*/ 87664 w 2912392"/>
                <a:gd name="connsiteY9" fmla="*/ 778920 h 806970"/>
                <a:gd name="connsiteX10" fmla="*/ 97404 w 2912392"/>
                <a:gd name="connsiteY10" fmla="*/ 774640 h 806970"/>
                <a:gd name="connsiteX11" fmla="*/ 107145 w 2912392"/>
                <a:gd name="connsiteY11" fmla="*/ 770124 h 806970"/>
                <a:gd name="connsiteX12" fmla="*/ 116886 w 2912392"/>
                <a:gd name="connsiteY12" fmla="*/ 765376 h 806970"/>
                <a:gd name="connsiteX13" fmla="*/ 126625 w 2912392"/>
                <a:gd name="connsiteY13" fmla="*/ 760395 h 806970"/>
                <a:gd name="connsiteX14" fmla="*/ 136366 w 2912392"/>
                <a:gd name="connsiteY14" fmla="*/ 755182 h 806970"/>
                <a:gd name="connsiteX15" fmla="*/ 146107 w 2912392"/>
                <a:gd name="connsiteY15" fmla="*/ 749741 h 806970"/>
                <a:gd name="connsiteX16" fmla="*/ 155846 w 2912392"/>
                <a:gd name="connsiteY16" fmla="*/ 744072 h 806970"/>
                <a:gd name="connsiteX17" fmla="*/ 165587 w 2912392"/>
                <a:gd name="connsiteY17" fmla="*/ 738178 h 806970"/>
                <a:gd name="connsiteX18" fmla="*/ 175328 w 2912392"/>
                <a:gd name="connsiteY18" fmla="*/ 732061 h 806970"/>
                <a:gd name="connsiteX19" fmla="*/ 185068 w 2912392"/>
                <a:gd name="connsiteY19" fmla="*/ 725726 h 806970"/>
                <a:gd name="connsiteX20" fmla="*/ 194809 w 2912392"/>
                <a:gd name="connsiteY20" fmla="*/ 719174 h 806970"/>
                <a:gd name="connsiteX21" fmla="*/ 204550 w 2912392"/>
                <a:gd name="connsiteY21" fmla="*/ 712410 h 806970"/>
                <a:gd name="connsiteX22" fmla="*/ 214289 w 2912392"/>
                <a:gd name="connsiteY22" fmla="*/ 705437 h 806970"/>
                <a:gd name="connsiteX23" fmla="*/ 224030 w 2912392"/>
                <a:gd name="connsiteY23" fmla="*/ 698259 h 806970"/>
                <a:gd name="connsiteX24" fmla="*/ 233771 w 2912392"/>
                <a:gd name="connsiteY24" fmla="*/ 690881 h 806970"/>
                <a:gd name="connsiteX25" fmla="*/ 243510 w 2912392"/>
                <a:gd name="connsiteY25" fmla="*/ 683306 h 806970"/>
                <a:gd name="connsiteX26" fmla="*/ 253251 w 2912392"/>
                <a:gd name="connsiteY26" fmla="*/ 675541 h 806970"/>
                <a:gd name="connsiteX27" fmla="*/ 262992 w 2912392"/>
                <a:gd name="connsiteY27" fmla="*/ 667591 h 806970"/>
                <a:gd name="connsiteX28" fmla="*/ 272732 w 2912392"/>
                <a:gd name="connsiteY28" fmla="*/ 659459 h 806970"/>
                <a:gd name="connsiteX29" fmla="*/ 282473 w 2912392"/>
                <a:gd name="connsiteY29" fmla="*/ 651151 h 806970"/>
                <a:gd name="connsiteX30" fmla="*/ 292214 w 2912392"/>
                <a:gd name="connsiteY30" fmla="*/ 642674 h 806970"/>
                <a:gd name="connsiteX31" fmla="*/ 301953 w 2912392"/>
                <a:gd name="connsiteY31" fmla="*/ 634032 h 806970"/>
                <a:gd name="connsiteX32" fmla="*/ 311694 w 2912392"/>
                <a:gd name="connsiteY32" fmla="*/ 625233 h 806970"/>
                <a:gd name="connsiteX33" fmla="*/ 321435 w 2912392"/>
                <a:gd name="connsiteY33" fmla="*/ 616282 h 806970"/>
                <a:gd name="connsiteX34" fmla="*/ 331175 w 2912392"/>
                <a:gd name="connsiteY34" fmla="*/ 607184 h 806970"/>
                <a:gd name="connsiteX35" fmla="*/ 340916 w 2912392"/>
                <a:gd name="connsiteY35" fmla="*/ 597948 h 806970"/>
                <a:gd name="connsiteX36" fmla="*/ 350656 w 2912392"/>
                <a:gd name="connsiteY36" fmla="*/ 588577 h 806970"/>
                <a:gd name="connsiteX37" fmla="*/ 360396 w 2912392"/>
                <a:gd name="connsiteY37" fmla="*/ 579080 h 806970"/>
                <a:gd name="connsiteX38" fmla="*/ 370137 w 2912392"/>
                <a:gd name="connsiteY38" fmla="*/ 569463 h 806970"/>
                <a:gd name="connsiteX39" fmla="*/ 379878 w 2912392"/>
                <a:gd name="connsiteY39" fmla="*/ 559731 h 806970"/>
                <a:gd name="connsiteX40" fmla="*/ 389617 w 2912392"/>
                <a:gd name="connsiteY40" fmla="*/ 549893 h 806970"/>
                <a:gd name="connsiteX41" fmla="*/ 399358 w 2912392"/>
                <a:gd name="connsiteY41" fmla="*/ 539956 h 806970"/>
                <a:gd name="connsiteX42" fmla="*/ 409099 w 2912392"/>
                <a:gd name="connsiteY42" fmla="*/ 529923 h 806970"/>
                <a:gd name="connsiteX43" fmla="*/ 418839 w 2912392"/>
                <a:gd name="connsiteY43" fmla="*/ 519805 h 806970"/>
                <a:gd name="connsiteX44" fmla="*/ 428580 w 2912392"/>
                <a:gd name="connsiteY44" fmla="*/ 509606 h 806970"/>
                <a:gd name="connsiteX45" fmla="*/ 438321 w 2912392"/>
                <a:gd name="connsiteY45" fmla="*/ 499333 h 806970"/>
                <a:gd name="connsiteX46" fmla="*/ 448060 w 2912392"/>
                <a:gd name="connsiteY46" fmla="*/ 488997 h 806970"/>
                <a:gd name="connsiteX47" fmla="*/ 457801 w 2912392"/>
                <a:gd name="connsiteY47" fmla="*/ 478599 h 806970"/>
                <a:gd name="connsiteX48" fmla="*/ 467542 w 2912392"/>
                <a:gd name="connsiteY48" fmla="*/ 468148 h 806970"/>
                <a:gd name="connsiteX49" fmla="*/ 477281 w 2912392"/>
                <a:gd name="connsiteY49" fmla="*/ 457652 h 806970"/>
                <a:gd name="connsiteX50" fmla="*/ 487022 w 2912392"/>
                <a:gd name="connsiteY50" fmla="*/ 447115 h 806970"/>
                <a:gd name="connsiteX51" fmla="*/ 496763 w 2912392"/>
                <a:gd name="connsiteY51" fmla="*/ 436549 h 806970"/>
                <a:gd name="connsiteX52" fmla="*/ 506503 w 2912392"/>
                <a:gd name="connsiteY52" fmla="*/ 425954 h 806970"/>
                <a:gd name="connsiteX53" fmla="*/ 516244 w 2912392"/>
                <a:gd name="connsiteY53" fmla="*/ 415343 h 806970"/>
                <a:gd name="connsiteX54" fmla="*/ 525985 w 2912392"/>
                <a:gd name="connsiteY54" fmla="*/ 404719 h 806970"/>
                <a:gd name="connsiteX55" fmla="*/ 535724 w 2912392"/>
                <a:gd name="connsiteY55" fmla="*/ 394088 h 806970"/>
                <a:gd name="connsiteX56" fmla="*/ 545465 w 2912392"/>
                <a:gd name="connsiteY56" fmla="*/ 383460 h 806970"/>
                <a:gd name="connsiteX57" fmla="*/ 555206 w 2912392"/>
                <a:gd name="connsiteY57" fmla="*/ 372838 h 806970"/>
                <a:gd name="connsiteX58" fmla="*/ 564946 w 2912392"/>
                <a:gd name="connsiteY58" fmla="*/ 362231 h 806970"/>
                <a:gd name="connsiteX59" fmla="*/ 574687 w 2912392"/>
                <a:gd name="connsiteY59" fmla="*/ 351646 h 806970"/>
                <a:gd name="connsiteX60" fmla="*/ 584428 w 2912392"/>
                <a:gd name="connsiteY60" fmla="*/ 341088 h 806970"/>
                <a:gd name="connsiteX61" fmla="*/ 594167 w 2912392"/>
                <a:gd name="connsiteY61" fmla="*/ 330565 h 806970"/>
                <a:gd name="connsiteX62" fmla="*/ 603908 w 2912392"/>
                <a:gd name="connsiteY62" fmla="*/ 320082 h 806970"/>
                <a:gd name="connsiteX63" fmla="*/ 613649 w 2912392"/>
                <a:gd name="connsiteY63" fmla="*/ 309647 h 806970"/>
                <a:gd name="connsiteX64" fmla="*/ 623388 w 2912392"/>
                <a:gd name="connsiteY64" fmla="*/ 299267 h 806970"/>
                <a:gd name="connsiteX65" fmla="*/ 633129 w 2912392"/>
                <a:gd name="connsiteY65" fmla="*/ 288946 h 806970"/>
                <a:gd name="connsiteX66" fmla="*/ 642870 w 2912392"/>
                <a:gd name="connsiteY66" fmla="*/ 278694 h 806970"/>
                <a:gd name="connsiteX67" fmla="*/ 652610 w 2912392"/>
                <a:gd name="connsiteY67" fmla="*/ 268515 h 806970"/>
                <a:gd name="connsiteX68" fmla="*/ 662351 w 2912392"/>
                <a:gd name="connsiteY68" fmla="*/ 258418 h 806970"/>
                <a:gd name="connsiteX69" fmla="*/ 672092 w 2912392"/>
                <a:gd name="connsiteY69" fmla="*/ 248408 h 806970"/>
                <a:gd name="connsiteX70" fmla="*/ 681831 w 2912392"/>
                <a:gd name="connsiteY70" fmla="*/ 238492 h 806970"/>
                <a:gd name="connsiteX71" fmla="*/ 691572 w 2912392"/>
                <a:gd name="connsiteY71" fmla="*/ 228679 h 806970"/>
                <a:gd name="connsiteX72" fmla="*/ 701313 w 2912392"/>
                <a:gd name="connsiteY72" fmla="*/ 218972 h 806970"/>
                <a:gd name="connsiteX73" fmla="*/ 711052 w 2912392"/>
                <a:gd name="connsiteY73" fmla="*/ 209381 h 806970"/>
                <a:gd name="connsiteX74" fmla="*/ 720793 w 2912392"/>
                <a:gd name="connsiteY74" fmla="*/ 199912 h 806970"/>
                <a:gd name="connsiteX75" fmla="*/ 730534 w 2912392"/>
                <a:gd name="connsiteY75" fmla="*/ 190571 h 806970"/>
                <a:gd name="connsiteX76" fmla="*/ 740274 w 2912392"/>
                <a:gd name="connsiteY76" fmla="*/ 181368 h 806970"/>
                <a:gd name="connsiteX77" fmla="*/ 750015 w 2912392"/>
                <a:gd name="connsiteY77" fmla="*/ 172307 h 806970"/>
                <a:gd name="connsiteX78" fmla="*/ 759756 w 2912392"/>
                <a:gd name="connsiteY78" fmla="*/ 163397 h 806970"/>
                <a:gd name="connsiteX79" fmla="*/ 769495 w 2912392"/>
                <a:gd name="connsiteY79" fmla="*/ 154644 h 806970"/>
                <a:gd name="connsiteX80" fmla="*/ 779236 w 2912392"/>
                <a:gd name="connsiteY80" fmla="*/ 146056 h 806970"/>
                <a:gd name="connsiteX81" fmla="*/ 788977 w 2912392"/>
                <a:gd name="connsiteY81" fmla="*/ 137641 h 806970"/>
                <a:gd name="connsiteX82" fmla="*/ 798717 w 2912392"/>
                <a:gd name="connsiteY82" fmla="*/ 129405 h 806970"/>
                <a:gd name="connsiteX83" fmla="*/ 808458 w 2912392"/>
                <a:gd name="connsiteY83" fmla="*/ 121357 h 806970"/>
                <a:gd name="connsiteX84" fmla="*/ 818199 w 2912392"/>
                <a:gd name="connsiteY84" fmla="*/ 113502 h 806970"/>
                <a:gd name="connsiteX85" fmla="*/ 827938 w 2912392"/>
                <a:gd name="connsiteY85" fmla="*/ 105848 h 806970"/>
                <a:gd name="connsiteX86" fmla="*/ 837679 w 2912392"/>
                <a:gd name="connsiteY86" fmla="*/ 98405 h 806970"/>
                <a:gd name="connsiteX87" fmla="*/ 847420 w 2912392"/>
                <a:gd name="connsiteY87" fmla="*/ 91177 h 806970"/>
                <a:gd name="connsiteX88" fmla="*/ 857159 w 2912392"/>
                <a:gd name="connsiteY88" fmla="*/ 84175 h 806970"/>
                <a:gd name="connsiteX89" fmla="*/ 866900 w 2912392"/>
                <a:gd name="connsiteY89" fmla="*/ 77403 h 806970"/>
                <a:gd name="connsiteX90" fmla="*/ 876641 w 2912392"/>
                <a:gd name="connsiteY90" fmla="*/ 70868 h 806970"/>
                <a:gd name="connsiteX91" fmla="*/ 886381 w 2912392"/>
                <a:gd name="connsiteY91" fmla="*/ 64581 h 806970"/>
                <a:gd name="connsiteX92" fmla="*/ 896122 w 2912392"/>
                <a:gd name="connsiteY92" fmla="*/ 58546 h 806970"/>
                <a:gd name="connsiteX93" fmla="*/ 905863 w 2912392"/>
                <a:gd name="connsiteY93" fmla="*/ 52771 h 806970"/>
                <a:gd name="connsiteX94" fmla="*/ 915602 w 2912392"/>
                <a:gd name="connsiteY94" fmla="*/ 47261 h 806970"/>
                <a:gd name="connsiteX95" fmla="*/ 925343 w 2912392"/>
                <a:gd name="connsiteY95" fmla="*/ 42026 h 806970"/>
                <a:gd name="connsiteX96" fmla="*/ 935084 w 2912392"/>
                <a:gd name="connsiteY96" fmla="*/ 37070 h 806970"/>
                <a:gd name="connsiteX97" fmla="*/ 944824 w 2912392"/>
                <a:gd name="connsiteY97" fmla="*/ 32401 h 806970"/>
                <a:gd name="connsiteX98" fmla="*/ 954564 w 2912392"/>
                <a:gd name="connsiteY98" fmla="*/ 28023 h 806970"/>
                <a:gd name="connsiteX99" fmla="*/ 964305 w 2912392"/>
                <a:gd name="connsiteY99" fmla="*/ 23946 h 806970"/>
                <a:gd name="connsiteX100" fmla="*/ 974045 w 2912392"/>
                <a:gd name="connsiteY100" fmla="*/ 20170 h 806970"/>
                <a:gd name="connsiteX101" fmla="*/ 983786 w 2912392"/>
                <a:gd name="connsiteY101" fmla="*/ 16705 h 806970"/>
                <a:gd name="connsiteX102" fmla="*/ 993522 w 2912392"/>
                <a:gd name="connsiteY102" fmla="*/ 13554 h 806970"/>
                <a:gd name="connsiteX103" fmla="*/ 1003266 w 2912392"/>
                <a:gd name="connsiteY103" fmla="*/ 10721 h 806970"/>
                <a:gd name="connsiteX104" fmla="*/ 1013010 w 2912392"/>
                <a:gd name="connsiteY104" fmla="*/ 8214 h 806970"/>
                <a:gd name="connsiteX105" fmla="*/ 1022754 w 2912392"/>
                <a:gd name="connsiteY105" fmla="*/ 6033 h 806970"/>
                <a:gd name="connsiteX106" fmla="*/ 1032483 w 2912392"/>
                <a:gd name="connsiteY106" fmla="*/ 4184 h 806970"/>
                <a:gd name="connsiteX107" fmla="*/ 1042227 w 2912392"/>
                <a:gd name="connsiteY107" fmla="*/ 2668 h 806970"/>
                <a:gd name="connsiteX108" fmla="*/ 1051971 w 2912392"/>
                <a:gd name="connsiteY108" fmla="*/ 1490 h 806970"/>
                <a:gd name="connsiteX109" fmla="*/ 1061715 w 2912392"/>
                <a:gd name="connsiteY109" fmla="*/ 651 h 806970"/>
                <a:gd name="connsiteX110" fmla="*/ 1071444 w 2912392"/>
                <a:gd name="connsiteY110" fmla="*/ 153 h 806970"/>
                <a:gd name="connsiteX111" fmla="*/ 1081188 w 2912392"/>
                <a:gd name="connsiteY111" fmla="*/ 0 h 806970"/>
                <a:gd name="connsiteX112" fmla="*/ 1090932 w 2912392"/>
                <a:gd name="connsiteY112" fmla="*/ 189 h 806970"/>
                <a:gd name="connsiteX113" fmla="*/ 1100676 w 2912392"/>
                <a:gd name="connsiteY113" fmla="*/ 723 h 806970"/>
                <a:gd name="connsiteX114" fmla="*/ 1110405 w 2912392"/>
                <a:gd name="connsiteY114" fmla="*/ 1599 h 806970"/>
                <a:gd name="connsiteX115" fmla="*/ 1120149 w 2912392"/>
                <a:gd name="connsiteY115" fmla="*/ 2819 h 806970"/>
                <a:gd name="connsiteX116" fmla="*/ 1129893 w 2912392"/>
                <a:gd name="connsiteY116" fmla="*/ 4382 h 806970"/>
                <a:gd name="connsiteX117" fmla="*/ 1139637 w 2912392"/>
                <a:gd name="connsiteY117" fmla="*/ 6284 h 806970"/>
                <a:gd name="connsiteX118" fmla="*/ 1149381 w 2912392"/>
                <a:gd name="connsiteY118" fmla="*/ 8525 h 806970"/>
                <a:gd name="connsiteX119" fmla="*/ 1159110 w 2912392"/>
                <a:gd name="connsiteY119" fmla="*/ 11100 h 806970"/>
                <a:gd name="connsiteX120" fmla="*/ 1168854 w 2912392"/>
                <a:gd name="connsiteY120" fmla="*/ 14007 h 806970"/>
                <a:gd name="connsiteX121" fmla="*/ 1178598 w 2912392"/>
                <a:gd name="connsiteY121" fmla="*/ 17241 h 806970"/>
                <a:gd name="connsiteX122" fmla="*/ 1188341 w 2912392"/>
                <a:gd name="connsiteY122" fmla="*/ 20799 h 806970"/>
                <a:gd name="connsiteX123" fmla="*/ 1198070 w 2912392"/>
                <a:gd name="connsiteY123" fmla="*/ 24673 h 806970"/>
                <a:gd name="connsiteX124" fmla="*/ 1207814 w 2912392"/>
                <a:gd name="connsiteY124" fmla="*/ 28861 h 806970"/>
                <a:gd name="connsiteX125" fmla="*/ 1217558 w 2912392"/>
                <a:gd name="connsiteY125" fmla="*/ 33354 h 806970"/>
                <a:gd name="connsiteX126" fmla="*/ 1227302 w 2912392"/>
                <a:gd name="connsiteY126" fmla="*/ 38147 h 806970"/>
                <a:gd name="connsiteX127" fmla="*/ 1237031 w 2912392"/>
                <a:gd name="connsiteY127" fmla="*/ 43232 h 806970"/>
                <a:gd name="connsiteX128" fmla="*/ 1246775 w 2912392"/>
                <a:gd name="connsiteY128" fmla="*/ 48603 h 806970"/>
                <a:gd name="connsiteX129" fmla="*/ 1256519 w 2912392"/>
                <a:gd name="connsiteY129" fmla="*/ 54249 h 806970"/>
                <a:gd name="connsiteX130" fmla="*/ 1266263 w 2912392"/>
                <a:gd name="connsiteY130" fmla="*/ 60164 h 806970"/>
                <a:gd name="connsiteX131" fmla="*/ 1276007 w 2912392"/>
                <a:gd name="connsiteY131" fmla="*/ 66338 h 806970"/>
                <a:gd name="connsiteX132" fmla="*/ 1285736 w 2912392"/>
                <a:gd name="connsiteY132" fmla="*/ 72761 h 806970"/>
                <a:gd name="connsiteX133" fmla="*/ 1295480 w 2912392"/>
                <a:gd name="connsiteY133" fmla="*/ 79425 h 806970"/>
                <a:gd name="connsiteX134" fmla="*/ 1305224 w 2912392"/>
                <a:gd name="connsiteY134" fmla="*/ 86317 h 806970"/>
                <a:gd name="connsiteX135" fmla="*/ 1314968 w 2912392"/>
                <a:gd name="connsiteY135" fmla="*/ 93430 h 806970"/>
                <a:gd name="connsiteX136" fmla="*/ 1324697 w 2912392"/>
                <a:gd name="connsiteY136" fmla="*/ 100753 h 806970"/>
                <a:gd name="connsiteX137" fmla="*/ 1334441 w 2912392"/>
                <a:gd name="connsiteY137" fmla="*/ 108272 h 806970"/>
                <a:gd name="connsiteX138" fmla="*/ 1344185 w 2912392"/>
                <a:gd name="connsiteY138" fmla="*/ 115978 h 806970"/>
                <a:gd name="connsiteX139" fmla="*/ 1353929 w 2912392"/>
                <a:gd name="connsiteY139" fmla="*/ 123861 h 806970"/>
                <a:gd name="connsiteX140" fmla="*/ 1363658 w 2912392"/>
                <a:gd name="connsiteY140" fmla="*/ 131907 h 806970"/>
                <a:gd name="connsiteX141" fmla="*/ 1373402 w 2912392"/>
                <a:gd name="connsiteY141" fmla="*/ 140106 h 806970"/>
                <a:gd name="connsiteX142" fmla="*/ 1383146 w 2912392"/>
                <a:gd name="connsiteY142" fmla="*/ 148444 h 806970"/>
                <a:gd name="connsiteX143" fmla="*/ 1392890 w 2912392"/>
                <a:gd name="connsiteY143" fmla="*/ 156913 h 806970"/>
                <a:gd name="connsiteX144" fmla="*/ 1402619 w 2912392"/>
                <a:gd name="connsiteY144" fmla="*/ 165499 h 806970"/>
                <a:gd name="connsiteX145" fmla="*/ 1412363 w 2912392"/>
                <a:gd name="connsiteY145" fmla="*/ 174190 h 806970"/>
                <a:gd name="connsiteX146" fmla="*/ 1422106 w 2912392"/>
                <a:gd name="connsiteY146" fmla="*/ 182976 h 806970"/>
                <a:gd name="connsiteX147" fmla="*/ 1431850 w 2912392"/>
                <a:gd name="connsiteY147" fmla="*/ 191842 h 806970"/>
                <a:gd name="connsiteX148" fmla="*/ 1441594 w 2912392"/>
                <a:gd name="connsiteY148" fmla="*/ 200780 h 806970"/>
                <a:gd name="connsiteX149" fmla="*/ 1451323 w 2912392"/>
                <a:gd name="connsiteY149" fmla="*/ 209778 h 806970"/>
                <a:gd name="connsiteX150" fmla="*/ 1461067 w 2912392"/>
                <a:gd name="connsiteY150" fmla="*/ 218823 h 806970"/>
                <a:gd name="connsiteX151" fmla="*/ 1470811 w 2912392"/>
                <a:gd name="connsiteY151" fmla="*/ 227905 h 806970"/>
                <a:gd name="connsiteX152" fmla="*/ 1480555 w 2912392"/>
                <a:gd name="connsiteY152" fmla="*/ 237013 h 806970"/>
                <a:gd name="connsiteX153" fmla="*/ 1490284 w 2912392"/>
                <a:gd name="connsiteY153" fmla="*/ 246137 h 806970"/>
                <a:gd name="connsiteX154" fmla="*/ 1500028 w 2912392"/>
                <a:gd name="connsiteY154" fmla="*/ 255267 h 806970"/>
                <a:gd name="connsiteX155" fmla="*/ 1509772 w 2912392"/>
                <a:gd name="connsiteY155" fmla="*/ 264391 h 806970"/>
                <a:gd name="connsiteX156" fmla="*/ 1519516 w 2912392"/>
                <a:gd name="connsiteY156" fmla="*/ 273504 h 806970"/>
                <a:gd name="connsiteX157" fmla="*/ 1529245 w 2912392"/>
                <a:gd name="connsiteY157" fmla="*/ 282590 h 806970"/>
                <a:gd name="connsiteX158" fmla="*/ 1538989 w 2912392"/>
                <a:gd name="connsiteY158" fmla="*/ 291646 h 806970"/>
                <a:gd name="connsiteX159" fmla="*/ 1548733 w 2912392"/>
                <a:gd name="connsiteY159" fmla="*/ 300660 h 806970"/>
                <a:gd name="connsiteX160" fmla="*/ 1558477 w 2912392"/>
                <a:gd name="connsiteY160" fmla="*/ 309626 h 806970"/>
                <a:gd name="connsiteX161" fmla="*/ 1568221 w 2912392"/>
                <a:gd name="connsiteY161" fmla="*/ 318534 h 806970"/>
                <a:gd name="connsiteX162" fmla="*/ 1577950 w 2912392"/>
                <a:gd name="connsiteY162" fmla="*/ 327380 h 806970"/>
                <a:gd name="connsiteX163" fmla="*/ 1587694 w 2912392"/>
                <a:gd name="connsiteY163" fmla="*/ 336154 h 806970"/>
                <a:gd name="connsiteX164" fmla="*/ 1597438 w 2912392"/>
                <a:gd name="connsiteY164" fmla="*/ 344850 h 806970"/>
                <a:gd name="connsiteX165" fmla="*/ 1607182 w 2912392"/>
                <a:gd name="connsiteY165" fmla="*/ 353463 h 806970"/>
                <a:gd name="connsiteX166" fmla="*/ 1616911 w 2912392"/>
                <a:gd name="connsiteY166" fmla="*/ 361987 h 806970"/>
                <a:gd name="connsiteX167" fmla="*/ 1626655 w 2912392"/>
                <a:gd name="connsiteY167" fmla="*/ 370417 h 806970"/>
                <a:gd name="connsiteX168" fmla="*/ 1636399 w 2912392"/>
                <a:gd name="connsiteY168" fmla="*/ 378749 h 806970"/>
                <a:gd name="connsiteX169" fmla="*/ 1646142 w 2912392"/>
                <a:gd name="connsiteY169" fmla="*/ 386976 h 806970"/>
                <a:gd name="connsiteX170" fmla="*/ 1655872 w 2912392"/>
                <a:gd name="connsiteY170" fmla="*/ 395097 h 806970"/>
                <a:gd name="connsiteX171" fmla="*/ 1665616 w 2912392"/>
                <a:gd name="connsiteY171" fmla="*/ 403108 h 806970"/>
                <a:gd name="connsiteX172" fmla="*/ 1675359 w 2912392"/>
                <a:gd name="connsiteY172" fmla="*/ 411006 h 806970"/>
                <a:gd name="connsiteX173" fmla="*/ 1685103 w 2912392"/>
                <a:gd name="connsiteY173" fmla="*/ 418788 h 806970"/>
                <a:gd name="connsiteX174" fmla="*/ 1694832 w 2912392"/>
                <a:gd name="connsiteY174" fmla="*/ 426451 h 806970"/>
                <a:gd name="connsiteX175" fmla="*/ 1704576 w 2912392"/>
                <a:gd name="connsiteY175" fmla="*/ 433995 h 806970"/>
                <a:gd name="connsiteX176" fmla="*/ 1714320 w 2912392"/>
                <a:gd name="connsiteY176" fmla="*/ 441418 h 806970"/>
                <a:gd name="connsiteX177" fmla="*/ 1724064 w 2912392"/>
                <a:gd name="connsiteY177" fmla="*/ 448719 h 806970"/>
                <a:gd name="connsiteX178" fmla="*/ 1733808 w 2912392"/>
                <a:gd name="connsiteY178" fmla="*/ 455897 h 806970"/>
                <a:gd name="connsiteX179" fmla="*/ 1743537 w 2912392"/>
                <a:gd name="connsiteY179" fmla="*/ 462952 h 806970"/>
                <a:gd name="connsiteX180" fmla="*/ 1753281 w 2912392"/>
                <a:gd name="connsiteY180" fmla="*/ 469883 h 806970"/>
                <a:gd name="connsiteX181" fmla="*/ 1763025 w 2912392"/>
                <a:gd name="connsiteY181" fmla="*/ 476690 h 806970"/>
                <a:gd name="connsiteX182" fmla="*/ 1772769 w 2912392"/>
                <a:gd name="connsiteY182" fmla="*/ 483377 h 806970"/>
                <a:gd name="connsiteX183" fmla="*/ 1782498 w 2912392"/>
                <a:gd name="connsiteY183" fmla="*/ 489941 h 806970"/>
                <a:gd name="connsiteX184" fmla="*/ 1792242 w 2912392"/>
                <a:gd name="connsiteY184" fmla="*/ 496383 h 806970"/>
                <a:gd name="connsiteX185" fmla="*/ 1801986 w 2912392"/>
                <a:gd name="connsiteY185" fmla="*/ 502708 h 806970"/>
                <a:gd name="connsiteX186" fmla="*/ 1811730 w 2912392"/>
                <a:gd name="connsiteY186" fmla="*/ 508913 h 806970"/>
                <a:gd name="connsiteX187" fmla="*/ 1821459 w 2912392"/>
                <a:gd name="connsiteY187" fmla="*/ 515004 h 806970"/>
                <a:gd name="connsiteX188" fmla="*/ 1831203 w 2912392"/>
                <a:gd name="connsiteY188" fmla="*/ 520979 h 806970"/>
                <a:gd name="connsiteX189" fmla="*/ 1840947 w 2912392"/>
                <a:gd name="connsiteY189" fmla="*/ 526841 h 806970"/>
                <a:gd name="connsiteX190" fmla="*/ 1850691 w 2912392"/>
                <a:gd name="connsiteY190" fmla="*/ 532594 h 806970"/>
                <a:gd name="connsiteX191" fmla="*/ 1860435 w 2912392"/>
                <a:gd name="connsiteY191" fmla="*/ 538238 h 806970"/>
                <a:gd name="connsiteX192" fmla="*/ 1870164 w 2912392"/>
                <a:gd name="connsiteY192" fmla="*/ 543774 h 806970"/>
                <a:gd name="connsiteX193" fmla="*/ 1879908 w 2912392"/>
                <a:gd name="connsiteY193" fmla="*/ 549208 h 806970"/>
                <a:gd name="connsiteX194" fmla="*/ 1889652 w 2912392"/>
                <a:gd name="connsiteY194" fmla="*/ 554539 h 806970"/>
                <a:gd name="connsiteX195" fmla="*/ 1899395 w 2912392"/>
                <a:gd name="connsiteY195" fmla="*/ 559771 h 806970"/>
                <a:gd name="connsiteX196" fmla="*/ 1909124 w 2912392"/>
                <a:gd name="connsiteY196" fmla="*/ 564905 h 806970"/>
                <a:gd name="connsiteX197" fmla="*/ 1918868 w 2912392"/>
                <a:gd name="connsiteY197" fmla="*/ 569946 h 806970"/>
                <a:gd name="connsiteX198" fmla="*/ 1928612 w 2912392"/>
                <a:gd name="connsiteY198" fmla="*/ 574892 h 806970"/>
                <a:gd name="connsiteX199" fmla="*/ 1938356 w 2912392"/>
                <a:gd name="connsiteY199" fmla="*/ 579749 h 806970"/>
                <a:gd name="connsiteX200" fmla="*/ 1948085 w 2912392"/>
                <a:gd name="connsiteY200" fmla="*/ 584517 h 806970"/>
                <a:gd name="connsiteX201" fmla="*/ 1957829 w 2912392"/>
                <a:gd name="connsiteY201" fmla="*/ 589198 h 806970"/>
                <a:gd name="connsiteX202" fmla="*/ 1967573 w 2912392"/>
                <a:gd name="connsiteY202" fmla="*/ 593796 h 806970"/>
                <a:gd name="connsiteX203" fmla="*/ 1977317 w 2912392"/>
                <a:gd name="connsiteY203" fmla="*/ 598310 h 806970"/>
                <a:gd name="connsiteX204" fmla="*/ 1987046 w 2912392"/>
                <a:gd name="connsiteY204" fmla="*/ 602744 h 806970"/>
                <a:gd name="connsiteX205" fmla="*/ 1996790 w 2912392"/>
                <a:gd name="connsiteY205" fmla="*/ 607098 h 806970"/>
                <a:gd name="connsiteX206" fmla="*/ 2006534 w 2912392"/>
                <a:gd name="connsiteY206" fmla="*/ 611374 h 806970"/>
                <a:gd name="connsiteX207" fmla="*/ 2016278 w 2912392"/>
                <a:gd name="connsiteY207" fmla="*/ 615574 h 806970"/>
                <a:gd name="connsiteX208" fmla="*/ 2026022 w 2912392"/>
                <a:gd name="connsiteY208" fmla="*/ 619696 h 806970"/>
                <a:gd name="connsiteX209" fmla="*/ 2035751 w 2912392"/>
                <a:gd name="connsiteY209" fmla="*/ 623744 h 806970"/>
                <a:gd name="connsiteX210" fmla="*/ 2045495 w 2912392"/>
                <a:gd name="connsiteY210" fmla="*/ 627719 h 806970"/>
                <a:gd name="connsiteX211" fmla="*/ 2055239 w 2912392"/>
                <a:gd name="connsiteY211" fmla="*/ 631620 h 806970"/>
                <a:gd name="connsiteX212" fmla="*/ 2064983 w 2912392"/>
                <a:gd name="connsiteY212" fmla="*/ 635447 h 806970"/>
                <a:gd name="connsiteX213" fmla="*/ 2074712 w 2912392"/>
                <a:gd name="connsiteY213" fmla="*/ 639201 h 806970"/>
                <a:gd name="connsiteX214" fmla="*/ 2084456 w 2912392"/>
                <a:gd name="connsiteY214" fmla="*/ 642881 h 806970"/>
                <a:gd name="connsiteX215" fmla="*/ 2094200 w 2912392"/>
                <a:gd name="connsiteY215" fmla="*/ 646488 h 806970"/>
                <a:gd name="connsiteX216" fmla="*/ 2103944 w 2912392"/>
                <a:gd name="connsiteY216" fmla="*/ 650020 h 806970"/>
                <a:gd name="connsiteX217" fmla="*/ 2113673 w 2912392"/>
                <a:gd name="connsiteY217" fmla="*/ 653477 h 806970"/>
                <a:gd name="connsiteX218" fmla="*/ 2123417 w 2912392"/>
                <a:gd name="connsiteY218" fmla="*/ 656859 h 806970"/>
                <a:gd name="connsiteX219" fmla="*/ 2133161 w 2912392"/>
                <a:gd name="connsiteY219" fmla="*/ 660163 h 806970"/>
                <a:gd name="connsiteX220" fmla="*/ 2142905 w 2912392"/>
                <a:gd name="connsiteY220" fmla="*/ 663389 h 806970"/>
                <a:gd name="connsiteX221" fmla="*/ 2152649 w 2912392"/>
                <a:gd name="connsiteY221" fmla="*/ 666534 h 806970"/>
                <a:gd name="connsiteX222" fmla="*/ 2162377 w 2912392"/>
                <a:gd name="connsiteY222" fmla="*/ 669599 h 806970"/>
                <a:gd name="connsiteX223" fmla="*/ 2172121 w 2912392"/>
                <a:gd name="connsiteY223" fmla="*/ 672580 h 806970"/>
                <a:gd name="connsiteX224" fmla="*/ 2181865 w 2912392"/>
                <a:gd name="connsiteY224" fmla="*/ 675474 h 806970"/>
                <a:gd name="connsiteX225" fmla="*/ 2191609 w 2912392"/>
                <a:gd name="connsiteY225" fmla="*/ 678281 h 806970"/>
                <a:gd name="connsiteX226" fmla="*/ 2201338 w 2912392"/>
                <a:gd name="connsiteY226" fmla="*/ 680997 h 806970"/>
                <a:gd name="connsiteX227" fmla="*/ 2211082 w 2912392"/>
                <a:gd name="connsiteY227" fmla="*/ 683619 h 806970"/>
                <a:gd name="connsiteX228" fmla="*/ 2220826 w 2912392"/>
                <a:gd name="connsiteY228" fmla="*/ 686144 h 806970"/>
                <a:gd name="connsiteX229" fmla="*/ 2230570 w 2912392"/>
                <a:gd name="connsiteY229" fmla="*/ 688571 h 806970"/>
                <a:gd name="connsiteX230" fmla="*/ 2240299 w 2912392"/>
                <a:gd name="connsiteY230" fmla="*/ 690897 h 806970"/>
                <a:gd name="connsiteX231" fmla="*/ 2250043 w 2912392"/>
                <a:gd name="connsiteY231" fmla="*/ 693115 h 806970"/>
                <a:gd name="connsiteX232" fmla="*/ 2259787 w 2912392"/>
                <a:gd name="connsiteY232" fmla="*/ 695225 h 806970"/>
                <a:gd name="connsiteX233" fmla="*/ 2269531 w 2912392"/>
                <a:gd name="connsiteY233" fmla="*/ 697223 h 806970"/>
                <a:gd name="connsiteX234" fmla="*/ 2279260 w 2912392"/>
                <a:gd name="connsiteY234" fmla="*/ 699103 h 806970"/>
                <a:gd name="connsiteX235" fmla="*/ 2289004 w 2912392"/>
                <a:gd name="connsiteY235" fmla="*/ 700865 h 806970"/>
                <a:gd name="connsiteX236" fmla="*/ 2298748 w 2912392"/>
                <a:gd name="connsiteY236" fmla="*/ 702502 h 806970"/>
                <a:gd name="connsiteX237" fmla="*/ 2308492 w 2912392"/>
                <a:gd name="connsiteY237" fmla="*/ 704013 h 806970"/>
                <a:gd name="connsiteX238" fmla="*/ 2318236 w 2912392"/>
                <a:gd name="connsiteY238" fmla="*/ 705391 h 806970"/>
                <a:gd name="connsiteX239" fmla="*/ 2327965 w 2912392"/>
                <a:gd name="connsiteY239" fmla="*/ 706633 h 806970"/>
                <a:gd name="connsiteX240" fmla="*/ 2337709 w 2912392"/>
                <a:gd name="connsiteY240" fmla="*/ 707737 h 806970"/>
                <a:gd name="connsiteX241" fmla="*/ 2347453 w 2912392"/>
                <a:gd name="connsiteY241" fmla="*/ 708698 h 806970"/>
                <a:gd name="connsiteX242" fmla="*/ 2357197 w 2912392"/>
                <a:gd name="connsiteY242" fmla="*/ 709512 h 806970"/>
                <a:gd name="connsiteX243" fmla="*/ 2366926 w 2912392"/>
                <a:gd name="connsiteY243" fmla="*/ 710175 h 806970"/>
                <a:gd name="connsiteX244" fmla="*/ 2376670 w 2912392"/>
                <a:gd name="connsiteY244" fmla="*/ 710683 h 806970"/>
                <a:gd name="connsiteX245" fmla="*/ 2386413 w 2912392"/>
                <a:gd name="connsiteY245" fmla="*/ 711032 h 806970"/>
                <a:gd name="connsiteX246" fmla="*/ 2396157 w 2912392"/>
                <a:gd name="connsiteY246" fmla="*/ 711218 h 806970"/>
                <a:gd name="connsiteX247" fmla="*/ 2405886 w 2912392"/>
                <a:gd name="connsiteY247" fmla="*/ 711237 h 806970"/>
                <a:gd name="connsiteX248" fmla="*/ 2415630 w 2912392"/>
                <a:gd name="connsiteY248" fmla="*/ 711087 h 806970"/>
                <a:gd name="connsiteX249" fmla="*/ 2425374 w 2912392"/>
                <a:gd name="connsiteY249" fmla="*/ 710763 h 806970"/>
                <a:gd name="connsiteX250" fmla="*/ 2435118 w 2912392"/>
                <a:gd name="connsiteY250" fmla="*/ 710264 h 806970"/>
                <a:gd name="connsiteX251" fmla="*/ 2444862 w 2912392"/>
                <a:gd name="connsiteY251" fmla="*/ 709585 h 806970"/>
                <a:gd name="connsiteX252" fmla="*/ 2454591 w 2912392"/>
                <a:gd name="connsiteY252" fmla="*/ 708722 h 806970"/>
                <a:gd name="connsiteX253" fmla="*/ 2464335 w 2912392"/>
                <a:gd name="connsiteY253" fmla="*/ 707673 h 806970"/>
                <a:gd name="connsiteX254" fmla="*/ 2474079 w 2912392"/>
                <a:gd name="connsiteY254" fmla="*/ 706437 h 806970"/>
                <a:gd name="connsiteX255" fmla="*/ 2483823 w 2912392"/>
                <a:gd name="connsiteY255" fmla="*/ 705009 h 806970"/>
                <a:gd name="connsiteX256" fmla="*/ 2493552 w 2912392"/>
                <a:gd name="connsiteY256" fmla="*/ 703388 h 806970"/>
                <a:gd name="connsiteX257" fmla="*/ 2503296 w 2912392"/>
                <a:gd name="connsiteY257" fmla="*/ 701572 h 806970"/>
                <a:gd name="connsiteX258" fmla="*/ 2513040 w 2912392"/>
                <a:gd name="connsiteY258" fmla="*/ 699558 h 806970"/>
                <a:gd name="connsiteX259" fmla="*/ 2522784 w 2912392"/>
                <a:gd name="connsiteY259" fmla="*/ 697345 h 806970"/>
                <a:gd name="connsiteX260" fmla="*/ 2532513 w 2912392"/>
                <a:gd name="connsiteY260" fmla="*/ 694933 h 806970"/>
                <a:gd name="connsiteX261" fmla="*/ 2542257 w 2912392"/>
                <a:gd name="connsiteY261" fmla="*/ 692318 h 806970"/>
                <a:gd name="connsiteX262" fmla="*/ 2552001 w 2912392"/>
                <a:gd name="connsiteY262" fmla="*/ 689501 h 806970"/>
                <a:gd name="connsiteX263" fmla="*/ 2561745 w 2912392"/>
                <a:gd name="connsiteY263" fmla="*/ 686483 h 806970"/>
                <a:gd name="connsiteX264" fmla="*/ 2571474 w 2912392"/>
                <a:gd name="connsiteY264" fmla="*/ 683260 h 806970"/>
                <a:gd name="connsiteX265" fmla="*/ 2581218 w 2912392"/>
                <a:gd name="connsiteY265" fmla="*/ 679833 h 806970"/>
                <a:gd name="connsiteX266" fmla="*/ 2590962 w 2912392"/>
                <a:gd name="connsiteY266" fmla="*/ 676204 h 806970"/>
                <a:gd name="connsiteX267" fmla="*/ 2600705 w 2912392"/>
                <a:gd name="connsiteY267" fmla="*/ 672373 h 806970"/>
                <a:gd name="connsiteX268" fmla="*/ 2610449 w 2912392"/>
                <a:gd name="connsiteY268" fmla="*/ 668339 h 806970"/>
                <a:gd name="connsiteX269" fmla="*/ 2620178 w 2912392"/>
                <a:gd name="connsiteY269" fmla="*/ 664106 h 806970"/>
                <a:gd name="connsiteX270" fmla="*/ 2629922 w 2912392"/>
                <a:gd name="connsiteY270" fmla="*/ 659672 h 806970"/>
                <a:gd name="connsiteX271" fmla="*/ 2639666 w 2912392"/>
                <a:gd name="connsiteY271" fmla="*/ 655041 h 806970"/>
                <a:gd name="connsiteX272" fmla="*/ 2649410 w 2912392"/>
                <a:gd name="connsiteY272" fmla="*/ 650215 h 806970"/>
                <a:gd name="connsiteX273" fmla="*/ 2659139 w 2912392"/>
                <a:gd name="connsiteY273" fmla="*/ 645196 h 806970"/>
                <a:gd name="connsiteX274" fmla="*/ 2668883 w 2912392"/>
                <a:gd name="connsiteY274" fmla="*/ 639986 h 806970"/>
                <a:gd name="connsiteX275" fmla="*/ 2678627 w 2912392"/>
                <a:gd name="connsiteY275" fmla="*/ 634588 h 806970"/>
                <a:gd name="connsiteX276" fmla="*/ 2688371 w 2912392"/>
                <a:gd name="connsiteY276" fmla="*/ 629005 h 806970"/>
                <a:gd name="connsiteX277" fmla="*/ 2698100 w 2912392"/>
                <a:gd name="connsiteY277" fmla="*/ 623242 h 806970"/>
                <a:gd name="connsiteX278" fmla="*/ 2707844 w 2912392"/>
                <a:gd name="connsiteY278" fmla="*/ 617301 h 806970"/>
                <a:gd name="connsiteX279" fmla="*/ 2717588 w 2912392"/>
                <a:gd name="connsiteY279" fmla="*/ 611186 h 806970"/>
                <a:gd name="connsiteX280" fmla="*/ 2727332 w 2912392"/>
                <a:gd name="connsiteY280" fmla="*/ 604903 h 806970"/>
                <a:gd name="connsiteX281" fmla="*/ 2737076 w 2912392"/>
                <a:gd name="connsiteY281" fmla="*/ 598455 h 806970"/>
                <a:gd name="connsiteX282" fmla="*/ 2746805 w 2912392"/>
                <a:gd name="connsiteY282" fmla="*/ 591847 h 806970"/>
                <a:gd name="connsiteX283" fmla="*/ 2756549 w 2912392"/>
                <a:gd name="connsiteY283" fmla="*/ 585083 h 806970"/>
                <a:gd name="connsiteX284" fmla="*/ 2766293 w 2912392"/>
                <a:gd name="connsiteY284" fmla="*/ 578171 h 806970"/>
                <a:gd name="connsiteX285" fmla="*/ 2776037 w 2912392"/>
                <a:gd name="connsiteY285" fmla="*/ 571114 h 806970"/>
                <a:gd name="connsiteX286" fmla="*/ 2785766 w 2912392"/>
                <a:gd name="connsiteY286" fmla="*/ 563919 h 806970"/>
                <a:gd name="connsiteX287" fmla="*/ 2795510 w 2912392"/>
                <a:gd name="connsiteY287" fmla="*/ 556592 h 806970"/>
                <a:gd name="connsiteX288" fmla="*/ 2805254 w 2912392"/>
                <a:gd name="connsiteY288" fmla="*/ 549136 h 806970"/>
                <a:gd name="connsiteX289" fmla="*/ 2814998 w 2912392"/>
                <a:gd name="connsiteY289" fmla="*/ 541562 h 806970"/>
                <a:gd name="connsiteX290" fmla="*/ 2824727 w 2912392"/>
                <a:gd name="connsiteY290" fmla="*/ 533874 h 806970"/>
                <a:gd name="connsiteX291" fmla="*/ 2834471 w 2912392"/>
                <a:gd name="connsiteY291" fmla="*/ 526077 h 806970"/>
                <a:gd name="connsiteX292" fmla="*/ 2844215 w 2912392"/>
                <a:gd name="connsiteY292" fmla="*/ 518181 h 806970"/>
                <a:gd name="connsiteX293" fmla="*/ 2853958 w 2912392"/>
                <a:gd name="connsiteY293" fmla="*/ 510190 h 806970"/>
                <a:gd name="connsiteX294" fmla="*/ 2863687 w 2912392"/>
                <a:gd name="connsiteY294" fmla="*/ 502112 h 806970"/>
                <a:gd name="connsiteX295" fmla="*/ 2873431 w 2912392"/>
                <a:gd name="connsiteY295" fmla="*/ 493955 h 806970"/>
                <a:gd name="connsiteX296" fmla="*/ 2883175 w 2912392"/>
                <a:gd name="connsiteY296" fmla="*/ 485725 h 806970"/>
                <a:gd name="connsiteX297" fmla="*/ 2892919 w 2912392"/>
                <a:gd name="connsiteY297" fmla="*/ 477429 h 806970"/>
                <a:gd name="connsiteX298" fmla="*/ 2902663 w 2912392"/>
                <a:gd name="connsiteY298" fmla="*/ 469077 h 806970"/>
                <a:gd name="connsiteX299" fmla="*/ 2912392 w 2912392"/>
                <a:gd name="connsiteY299" fmla="*/ 460672 h 806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06970">
                  <a:moveTo>
                    <a:pt x="0" y="806971"/>
                  </a:moveTo>
                  <a:lnTo>
                    <a:pt x="9739" y="804770"/>
                  </a:lnTo>
                  <a:lnTo>
                    <a:pt x="19480" y="802346"/>
                  </a:lnTo>
                  <a:lnTo>
                    <a:pt x="29221" y="799695"/>
                  </a:lnTo>
                  <a:lnTo>
                    <a:pt x="38961" y="796814"/>
                  </a:lnTo>
                  <a:lnTo>
                    <a:pt x="48702" y="793702"/>
                  </a:lnTo>
                  <a:lnTo>
                    <a:pt x="58443" y="790358"/>
                  </a:lnTo>
                  <a:lnTo>
                    <a:pt x="68182" y="786779"/>
                  </a:lnTo>
                  <a:lnTo>
                    <a:pt x="77923" y="782967"/>
                  </a:lnTo>
                  <a:lnTo>
                    <a:pt x="87664" y="778920"/>
                  </a:lnTo>
                  <a:lnTo>
                    <a:pt x="97404" y="774640"/>
                  </a:lnTo>
                  <a:lnTo>
                    <a:pt x="107145" y="770124"/>
                  </a:lnTo>
                  <a:lnTo>
                    <a:pt x="116886" y="765376"/>
                  </a:lnTo>
                  <a:lnTo>
                    <a:pt x="126625" y="760395"/>
                  </a:lnTo>
                  <a:lnTo>
                    <a:pt x="136366" y="755182"/>
                  </a:lnTo>
                  <a:lnTo>
                    <a:pt x="146107" y="749741"/>
                  </a:lnTo>
                  <a:lnTo>
                    <a:pt x="155846" y="744072"/>
                  </a:lnTo>
                  <a:lnTo>
                    <a:pt x="165587" y="738178"/>
                  </a:lnTo>
                  <a:lnTo>
                    <a:pt x="175328" y="732061"/>
                  </a:lnTo>
                  <a:lnTo>
                    <a:pt x="185068" y="725726"/>
                  </a:lnTo>
                  <a:lnTo>
                    <a:pt x="194809" y="719174"/>
                  </a:lnTo>
                  <a:lnTo>
                    <a:pt x="204550" y="712410"/>
                  </a:lnTo>
                  <a:lnTo>
                    <a:pt x="214289" y="705437"/>
                  </a:lnTo>
                  <a:lnTo>
                    <a:pt x="224030" y="698259"/>
                  </a:lnTo>
                  <a:lnTo>
                    <a:pt x="233771" y="690881"/>
                  </a:lnTo>
                  <a:lnTo>
                    <a:pt x="243510" y="683306"/>
                  </a:lnTo>
                  <a:lnTo>
                    <a:pt x="253251" y="675541"/>
                  </a:lnTo>
                  <a:lnTo>
                    <a:pt x="262992" y="667591"/>
                  </a:lnTo>
                  <a:lnTo>
                    <a:pt x="272732" y="659459"/>
                  </a:lnTo>
                  <a:lnTo>
                    <a:pt x="282473" y="651151"/>
                  </a:lnTo>
                  <a:lnTo>
                    <a:pt x="292214" y="642674"/>
                  </a:lnTo>
                  <a:lnTo>
                    <a:pt x="301953" y="634032"/>
                  </a:lnTo>
                  <a:lnTo>
                    <a:pt x="311694" y="625233"/>
                  </a:lnTo>
                  <a:lnTo>
                    <a:pt x="321435" y="616282"/>
                  </a:lnTo>
                  <a:lnTo>
                    <a:pt x="331175" y="607184"/>
                  </a:lnTo>
                  <a:lnTo>
                    <a:pt x="340916" y="597948"/>
                  </a:lnTo>
                  <a:lnTo>
                    <a:pt x="350656" y="588577"/>
                  </a:lnTo>
                  <a:lnTo>
                    <a:pt x="360396" y="579080"/>
                  </a:lnTo>
                  <a:lnTo>
                    <a:pt x="370137" y="569463"/>
                  </a:lnTo>
                  <a:lnTo>
                    <a:pt x="379878" y="559731"/>
                  </a:lnTo>
                  <a:lnTo>
                    <a:pt x="389617" y="549893"/>
                  </a:lnTo>
                  <a:lnTo>
                    <a:pt x="399358" y="539956"/>
                  </a:lnTo>
                  <a:lnTo>
                    <a:pt x="409099" y="529923"/>
                  </a:lnTo>
                  <a:lnTo>
                    <a:pt x="418839" y="519805"/>
                  </a:lnTo>
                  <a:lnTo>
                    <a:pt x="428580" y="509606"/>
                  </a:lnTo>
                  <a:lnTo>
                    <a:pt x="438321" y="499333"/>
                  </a:lnTo>
                  <a:lnTo>
                    <a:pt x="448060" y="488997"/>
                  </a:lnTo>
                  <a:lnTo>
                    <a:pt x="457801" y="478599"/>
                  </a:lnTo>
                  <a:lnTo>
                    <a:pt x="467542" y="468148"/>
                  </a:lnTo>
                  <a:lnTo>
                    <a:pt x="477281" y="457652"/>
                  </a:lnTo>
                  <a:lnTo>
                    <a:pt x="487022" y="447115"/>
                  </a:lnTo>
                  <a:lnTo>
                    <a:pt x="496763" y="436549"/>
                  </a:lnTo>
                  <a:lnTo>
                    <a:pt x="506503" y="425954"/>
                  </a:lnTo>
                  <a:lnTo>
                    <a:pt x="516244" y="415343"/>
                  </a:lnTo>
                  <a:lnTo>
                    <a:pt x="525985" y="404719"/>
                  </a:lnTo>
                  <a:lnTo>
                    <a:pt x="535724" y="394088"/>
                  </a:lnTo>
                  <a:lnTo>
                    <a:pt x="545465" y="383460"/>
                  </a:lnTo>
                  <a:lnTo>
                    <a:pt x="555206" y="372838"/>
                  </a:lnTo>
                  <a:lnTo>
                    <a:pt x="564946" y="362231"/>
                  </a:lnTo>
                  <a:lnTo>
                    <a:pt x="574687" y="351646"/>
                  </a:lnTo>
                  <a:lnTo>
                    <a:pt x="584428" y="341088"/>
                  </a:lnTo>
                  <a:lnTo>
                    <a:pt x="594167" y="330565"/>
                  </a:lnTo>
                  <a:lnTo>
                    <a:pt x="603908" y="320082"/>
                  </a:lnTo>
                  <a:lnTo>
                    <a:pt x="613649" y="309647"/>
                  </a:lnTo>
                  <a:lnTo>
                    <a:pt x="623388" y="299267"/>
                  </a:lnTo>
                  <a:lnTo>
                    <a:pt x="633129" y="288946"/>
                  </a:lnTo>
                  <a:lnTo>
                    <a:pt x="642870" y="278694"/>
                  </a:lnTo>
                  <a:lnTo>
                    <a:pt x="652610" y="268515"/>
                  </a:lnTo>
                  <a:lnTo>
                    <a:pt x="662351" y="258418"/>
                  </a:lnTo>
                  <a:lnTo>
                    <a:pt x="672092" y="248408"/>
                  </a:lnTo>
                  <a:lnTo>
                    <a:pt x="681831" y="238492"/>
                  </a:lnTo>
                  <a:lnTo>
                    <a:pt x="691572" y="228679"/>
                  </a:lnTo>
                  <a:lnTo>
                    <a:pt x="701313" y="218972"/>
                  </a:lnTo>
                  <a:lnTo>
                    <a:pt x="711052" y="209381"/>
                  </a:lnTo>
                  <a:lnTo>
                    <a:pt x="720793" y="199912"/>
                  </a:lnTo>
                  <a:lnTo>
                    <a:pt x="730534" y="190571"/>
                  </a:lnTo>
                  <a:lnTo>
                    <a:pt x="740274" y="181368"/>
                  </a:lnTo>
                  <a:lnTo>
                    <a:pt x="750015" y="172307"/>
                  </a:lnTo>
                  <a:lnTo>
                    <a:pt x="759756" y="163397"/>
                  </a:lnTo>
                  <a:lnTo>
                    <a:pt x="769495" y="154644"/>
                  </a:lnTo>
                  <a:lnTo>
                    <a:pt x="779236" y="146056"/>
                  </a:lnTo>
                  <a:lnTo>
                    <a:pt x="788977" y="137641"/>
                  </a:lnTo>
                  <a:lnTo>
                    <a:pt x="798717" y="129405"/>
                  </a:lnTo>
                  <a:lnTo>
                    <a:pt x="808458" y="121357"/>
                  </a:lnTo>
                  <a:lnTo>
                    <a:pt x="818199" y="113502"/>
                  </a:lnTo>
                  <a:lnTo>
                    <a:pt x="827938" y="105848"/>
                  </a:lnTo>
                  <a:lnTo>
                    <a:pt x="837679" y="98405"/>
                  </a:lnTo>
                  <a:lnTo>
                    <a:pt x="847420" y="91177"/>
                  </a:lnTo>
                  <a:lnTo>
                    <a:pt x="857159" y="84175"/>
                  </a:lnTo>
                  <a:lnTo>
                    <a:pt x="866900" y="77403"/>
                  </a:lnTo>
                  <a:lnTo>
                    <a:pt x="876641" y="70868"/>
                  </a:lnTo>
                  <a:lnTo>
                    <a:pt x="886381" y="64581"/>
                  </a:lnTo>
                  <a:lnTo>
                    <a:pt x="896122" y="58546"/>
                  </a:lnTo>
                  <a:lnTo>
                    <a:pt x="905863" y="52771"/>
                  </a:lnTo>
                  <a:lnTo>
                    <a:pt x="915602" y="47261"/>
                  </a:lnTo>
                  <a:lnTo>
                    <a:pt x="925343" y="42026"/>
                  </a:lnTo>
                  <a:lnTo>
                    <a:pt x="935084" y="37070"/>
                  </a:lnTo>
                  <a:lnTo>
                    <a:pt x="944824" y="32401"/>
                  </a:lnTo>
                  <a:lnTo>
                    <a:pt x="954564" y="28023"/>
                  </a:lnTo>
                  <a:lnTo>
                    <a:pt x="964305" y="23946"/>
                  </a:lnTo>
                  <a:lnTo>
                    <a:pt x="974045" y="20170"/>
                  </a:lnTo>
                  <a:lnTo>
                    <a:pt x="983786" y="16705"/>
                  </a:lnTo>
                  <a:lnTo>
                    <a:pt x="993522" y="13554"/>
                  </a:lnTo>
                  <a:lnTo>
                    <a:pt x="1003266" y="10721"/>
                  </a:lnTo>
                  <a:lnTo>
                    <a:pt x="1013010" y="8214"/>
                  </a:lnTo>
                  <a:lnTo>
                    <a:pt x="1022754" y="6033"/>
                  </a:lnTo>
                  <a:lnTo>
                    <a:pt x="1032483" y="4184"/>
                  </a:lnTo>
                  <a:lnTo>
                    <a:pt x="1042227" y="2668"/>
                  </a:lnTo>
                  <a:lnTo>
                    <a:pt x="1051971" y="1490"/>
                  </a:lnTo>
                  <a:lnTo>
                    <a:pt x="1061715" y="651"/>
                  </a:lnTo>
                  <a:lnTo>
                    <a:pt x="1071444" y="153"/>
                  </a:lnTo>
                  <a:lnTo>
                    <a:pt x="1081188" y="0"/>
                  </a:lnTo>
                  <a:lnTo>
                    <a:pt x="1090932" y="189"/>
                  </a:lnTo>
                  <a:lnTo>
                    <a:pt x="1100676" y="723"/>
                  </a:lnTo>
                  <a:lnTo>
                    <a:pt x="1110405" y="1599"/>
                  </a:lnTo>
                  <a:lnTo>
                    <a:pt x="1120149" y="2819"/>
                  </a:lnTo>
                  <a:lnTo>
                    <a:pt x="1129893" y="4382"/>
                  </a:lnTo>
                  <a:lnTo>
                    <a:pt x="1139637" y="6284"/>
                  </a:lnTo>
                  <a:lnTo>
                    <a:pt x="1149381" y="8525"/>
                  </a:lnTo>
                  <a:lnTo>
                    <a:pt x="1159110" y="11100"/>
                  </a:lnTo>
                  <a:lnTo>
                    <a:pt x="1168854" y="14007"/>
                  </a:lnTo>
                  <a:lnTo>
                    <a:pt x="1178598" y="17241"/>
                  </a:lnTo>
                  <a:lnTo>
                    <a:pt x="1188341" y="20799"/>
                  </a:lnTo>
                  <a:lnTo>
                    <a:pt x="1198070" y="24673"/>
                  </a:lnTo>
                  <a:lnTo>
                    <a:pt x="1207814" y="28861"/>
                  </a:lnTo>
                  <a:lnTo>
                    <a:pt x="1217558" y="33354"/>
                  </a:lnTo>
                  <a:lnTo>
                    <a:pt x="1227302" y="38147"/>
                  </a:lnTo>
                  <a:lnTo>
                    <a:pt x="1237031" y="43232"/>
                  </a:lnTo>
                  <a:lnTo>
                    <a:pt x="1246775" y="48603"/>
                  </a:lnTo>
                  <a:lnTo>
                    <a:pt x="1256519" y="54249"/>
                  </a:lnTo>
                  <a:lnTo>
                    <a:pt x="1266263" y="60164"/>
                  </a:lnTo>
                  <a:lnTo>
                    <a:pt x="1276007" y="66338"/>
                  </a:lnTo>
                  <a:lnTo>
                    <a:pt x="1285736" y="72761"/>
                  </a:lnTo>
                  <a:lnTo>
                    <a:pt x="1295480" y="79425"/>
                  </a:lnTo>
                  <a:lnTo>
                    <a:pt x="1305224" y="86317"/>
                  </a:lnTo>
                  <a:lnTo>
                    <a:pt x="1314968" y="93430"/>
                  </a:lnTo>
                  <a:lnTo>
                    <a:pt x="1324697" y="100753"/>
                  </a:lnTo>
                  <a:lnTo>
                    <a:pt x="1334441" y="108272"/>
                  </a:lnTo>
                  <a:lnTo>
                    <a:pt x="1344185" y="115978"/>
                  </a:lnTo>
                  <a:lnTo>
                    <a:pt x="1353929" y="123861"/>
                  </a:lnTo>
                  <a:lnTo>
                    <a:pt x="1363658" y="131907"/>
                  </a:lnTo>
                  <a:lnTo>
                    <a:pt x="1373402" y="140106"/>
                  </a:lnTo>
                  <a:lnTo>
                    <a:pt x="1383146" y="148444"/>
                  </a:lnTo>
                  <a:lnTo>
                    <a:pt x="1392890" y="156913"/>
                  </a:lnTo>
                  <a:lnTo>
                    <a:pt x="1402619" y="165499"/>
                  </a:lnTo>
                  <a:lnTo>
                    <a:pt x="1412363" y="174190"/>
                  </a:lnTo>
                  <a:lnTo>
                    <a:pt x="1422106" y="182976"/>
                  </a:lnTo>
                  <a:lnTo>
                    <a:pt x="1431850" y="191842"/>
                  </a:lnTo>
                  <a:lnTo>
                    <a:pt x="1441594" y="200780"/>
                  </a:lnTo>
                  <a:lnTo>
                    <a:pt x="1451323" y="209778"/>
                  </a:lnTo>
                  <a:lnTo>
                    <a:pt x="1461067" y="218823"/>
                  </a:lnTo>
                  <a:lnTo>
                    <a:pt x="1470811" y="227905"/>
                  </a:lnTo>
                  <a:lnTo>
                    <a:pt x="1480555" y="237013"/>
                  </a:lnTo>
                  <a:lnTo>
                    <a:pt x="1490284" y="246137"/>
                  </a:lnTo>
                  <a:lnTo>
                    <a:pt x="1500028" y="255267"/>
                  </a:lnTo>
                  <a:lnTo>
                    <a:pt x="1509772" y="264391"/>
                  </a:lnTo>
                  <a:lnTo>
                    <a:pt x="1519516" y="273504"/>
                  </a:lnTo>
                  <a:lnTo>
                    <a:pt x="1529245" y="282590"/>
                  </a:lnTo>
                  <a:lnTo>
                    <a:pt x="1538989" y="291646"/>
                  </a:lnTo>
                  <a:lnTo>
                    <a:pt x="1548733" y="300660"/>
                  </a:lnTo>
                  <a:lnTo>
                    <a:pt x="1558477" y="309626"/>
                  </a:lnTo>
                  <a:lnTo>
                    <a:pt x="1568221" y="318534"/>
                  </a:lnTo>
                  <a:lnTo>
                    <a:pt x="1577950" y="327380"/>
                  </a:lnTo>
                  <a:lnTo>
                    <a:pt x="1587694" y="336154"/>
                  </a:lnTo>
                  <a:lnTo>
                    <a:pt x="1597438" y="344850"/>
                  </a:lnTo>
                  <a:lnTo>
                    <a:pt x="1607182" y="353463"/>
                  </a:lnTo>
                  <a:lnTo>
                    <a:pt x="1616911" y="361987"/>
                  </a:lnTo>
                  <a:lnTo>
                    <a:pt x="1626655" y="370417"/>
                  </a:lnTo>
                  <a:lnTo>
                    <a:pt x="1636399" y="378749"/>
                  </a:lnTo>
                  <a:lnTo>
                    <a:pt x="1646142" y="386976"/>
                  </a:lnTo>
                  <a:lnTo>
                    <a:pt x="1655872" y="395097"/>
                  </a:lnTo>
                  <a:lnTo>
                    <a:pt x="1665616" y="403108"/>
                  </a:lnTo>
                  <a:lnTo>
                    <a:pt x="1675359" y="411006"/>
                  </a:lnTo>
                  <a:lnTo>
                    <a:pt x="1685103" y="418788"/>
                  </a:lnTo>
                  <a:lnTo>
                    <a:pt x="1694832" y="426451"/>
                  </a:lnTo>
                  <a:lnTo>
                    <a:pt x="1704576" y="433995"/>
                  </a:lnTo>
                  <a:lnTo>
                    <a:pt x="1714320" y="441418"/>
                  </a:lnTo>
                  <a:lnTo>
                    <a:pt x="1724064" y="448719"/>
                  </a:lnTo>
                  <a:lnTo>
                    <a:pt x="1733808" y="455897"/>
                  </a:lnTo>
                  <a:lnTo>
                    <a:pt x="1743537" y="462952"/>
                  </a:lnTo>
                  <a:lnTo>
                    <a:pt x="1753281" y="469883"/>
                  </a:lnTo>
                  <a:lnTo>
                    <a:pt x="1763025" y="476690"/>
                  </a:lnTo>
                  <a:lnTo>
                    <a:pt x="1772769" y="483377"/>
                  </a:lnTo>
                  <a:lnTo>
                    <a:pt x="1782498" y="489941"/>
                  </a:lnTo>
                  <a:lnTo>
                    <a:pt x="1792242" y="496383"/>
                  </a:lnTo>
                  <a:lnTo>
                    <a:pt x="1801986" y="502708"/>
                  </a:lnTo>
                  <a:lnTo>
                    <a:pt x="1811730" y="508913"/>
                  </a:lnTo>
                  <a:lnTo>
                    <a:pt x="1821459" y="515004"/>
                  </a:lnTo>
                  <a:lnTo>
                    <a:pt x="1831203" y="520979"/>
                  </a:lnTo>
                  <a:lnTo>
                    <a:pt x="1840947" y="526841"/>
                  </a:lnTo>
                  <a:lnTo>
                    <a:pt x="1850691" y="532594"/>
                  </a:lnTo>
                  <a:lnTo>
                    <a:pt x="1860435" y="538238"/>
                  </a:lnTo>
                  <a:lnTo>
                    <a:pt x="1870164" y="543774"/>
                  </a:lnTo>
                  <a:lnTo>
                    <a:pt x="1879908" y="549208"/>
                  </a:lnTo>
                  <a:lnTo>
                    <a:pt x="1889652" y="554539"/>
                  </a:lnTo>
                  <a:lnTo>
                    <a:pt x="1899395" y="559771"/>
                  </a:lnTo>
                  <a:lnTo>
                    <a:pt x="1909124" y="564905"/>
                  </a:lnTo>
                  <a:lnTo>
                    <a:pt x="1918868" y="569946"/>
                  </a:lnTo>
                  <a:lnTo>
                    <a:pt x="1928612" y="574892"/>
                  </a:lnTo>
                  <a:lnTo>
                    <a:pt x="1938356" y="579749"/>
                  </a:lnTo>
                  <a:lnTo>
                    <a:pt x="1948085" y="584517"/>
                  </a:lnTo>
                  <a:lnTo>
                    <a:pt x="1957829" y="589198"/>
                  </a:lnTo>
                  <a:lnTo>
                    <a:pt x="1967573" y="593796"/>
                  </a:lnTo>
                  <a:lnTo>
                    <a:pt x="1977317" y="598310"/>
                  </a:lnTo>
                  <a:lnTo>
                    <a:pt x="1987046" y="602744"/>
                  </a:lnTo>
                  <a:lnTo>
                    <a:pt x="1996790" y="607098"/>
                  </a:lnTo>
                  <a:lnTo>
                    <a:pt x="2006534" y="611374"/>
                  </a:lnTo>
                  <a:lnTo>
                    <a:pt x="2016278" y="615574"/>
                  </a:lnTo>
                  <a:lnTo>
                    <a:pt x="2026022" y="619696"/>
                  </a:lnTo>
                  <a:lnTo>
                    <a:pt x="2035751" y="623744"/>
                  </a:lnTo>
                  <a:lnTo>
                    <a:pt x="2045495" y="627719"/>
                  </a:lnTo>
                  <a:lnTo>
                    <a:pt x="2055239" y="631620"/>
                  </a:lnTo>
                  <a:lnTo>
                    <a:pt x="2064983" y="635447"/>
                  </a:lnTo>
                  <a:lnTo>
                    <a:pt x="2074712" y="639201"/>
                  </a:lnTo>
                  <a:lnTo>
                    <a:pt x="2084456" y="642881"/>
                  </a:lnTo>
                  <a:lnTo>
                    <a:pt x="2094200" y="646488"/>
                  </a:lnTo>
                  <a:lnTo>
                    <a:pt x="2103944" y="650020"/>
                  </a:lnTo>
                  <a:lnTo>
                    <a:pt x="2113673" y="653477"/>
                  </a:lnTo>
                  <a:lnTo>
                    <a:pt x="2123417" y="656859"/>
                  </a:lnTo>
                  <a:lnTo>
                    <a:pt x="2133161" y="660163"/>
                  </a:lnTo>
                  <a:lnTo>
                    <a:pt x="2142905" y="663389"/>
                  </a:lnTo>
                  <a:lnTo>
                    <a:pt x="2152649" y="666534"/>
                  </a:lnTo>
                  <a:lnTo>
                    <a:pt x="2162377" y="669599"/>
                  </a:lnTo>
                  <a:lnTo>
                    <a:pt x="2172121" y="672580"/>
                  </a:lnTo>
                  <a:lnTo>
                    <a:pt x="2181865" y="675474"/>
                  </a:lnTo>
                  <a:lnTo>
                    <a:pt x="2191609" y="678281"/>
                  </a:lnTo>
                  <a:lnTo>
                    <a:pt x="2201338" y="680997"/>
                  </a:lnTo>
                  <a:lnTo>
                    <a:pt x="2211082" y="683619"/>
                  </a:lnTo>
                  <a:lnTo>
                    <a:pt x="2220826" y="686144"/>
                  </a:lnTo>
                  <a:lnTo>
                    <a:pt x="2230570" y="688571"/>
                  </a:lnTo>
                  <a:lnTo>
                    <a:pt x="2240299" y="690897"/>
                  </a:lnTo>
                  <a:lnTo>
                    <a:pt x="2250043" y="693115"/>
                  </a:lnTo>
                  <a:lnTo>
                    <a:pt x="2259787" y="695225"/>
                  </a:lnTo>
                  <a:lnTo>
                    <a:pt x="2269531" y="697223"/>
                  </a:lnTo>
                  <a:lnTo>
                    <a:pt x="2279260" y="699103"/>
                  </a:lnTo>
                  <a:lnTo>
                    <a:pt x="2289004" y="700865"/>
                  </a:lnTo>
                  <a:lnTo>
                    <a:pt x="2298748" y="702502"/>
                  </a:lnTo>
                  <a:lnTo>
                    <a:pt x="2308492" y="704013"/>
                  </a:lnTo>
                  <a:lnTo>
                    <a:pt x="2318236" y="705391"/>
                  </a:lnTo>
                  <a:lnTo>
                    <a:pt x="2327965" y="706633"/>
                  </a:lnTo>
                  <a:lnTo>
                    <a:pt x="2337709" y="707737"/>
                  </a:lnTo>
                  <a:lnTo>
                    <a:pt x="2347453" y="708698"/>
                  </a:lnTo>
                  <a:lnTo>
                    <a:pt x="2357197" y="709512"/>
                  </a:lnTo>
                  <a:lnTo>
                    <a:pt x="2366926" y="710175"/>
                  </a:lnTo>
                  <a:lnTo>
                    <a:pt x="2376670" y="710683"/>
                  </a:lnTo>
                  <a:lnTo>
                    <a:pt x="2386413" y="711032"/>
                  </a:lnTo>
                  <a:lnTo>
                    <a:pt x="2396157" y="711218"/>
                  </a:lnTo>
                  <a:lnTo>
                    <a:pt x="2405886" y="711237"/>
                  </a:lnTo>
                  <a:lnTo>
                    <a:pt x="2415630" y="711087"/>
                  </a:lnTo>
                  <a:lnTo>
                    <a:pt x="2425374" y="710763"/>
                  </a:lnTo>
                  <a:lnTo>
                    <a:pt x="2435118" y="710264"/>
                  </a:lnTo>
                  <a:lnTo>
                    <a:pt x="2444862" y="709585"/>
                  </a:lnTo>
                  <a:lnTo>
                    <a:pt x="2454591" y="708722"/>
                  </a:lnTo>
                  <a:lnTo>
                    <a:pt x="2464335" y="707673"/>
                  </a:lnTo>
                  <a:lnTo>
                    <a:pt x="2474079" y="706437"/>
                  </a:lnTo>
                  <a:lnTo>
                    <a:pt x="2483823" y="705009"/>
                  </a:lnTo>
                  <a:lnTo>
                    <a:pt x="2493552" y="703388"/>
                  </a:lnTo>
                  <a:lnTo>
                    <a:pt x="2503296" y="701572"/>
                  </a:lnTo>
                  <a:lnTo>
                    <a:pt x="2513040" y="699558"/>
                  </a:lnTo>
                  <a:lnTo>
                    <a:pt x="2522784" y="697345"/>
                  </a:lnTo>
                  <a:lnTo>
                    <a:pt x="2532513" y="694933"/>
                  </a:lnTo>
                  <a:lnTo>
                    <a:pt x="2542257" y="692318"/>
                  </a:lnTo>
                  <a:lnTo>
                    <a:pt x="2552001" y="689501"/>
                  </a:lnTo>
                  <a:lnTo>
                    <a:pt x="2561745" y="686483"/>
                  </a:lnTo>
                  <a:lnTo>
                    <a:pt x="2571474" y="683260"/>
                  </a:lnTo>
                  <a:lnTo>
                    <a:pt x="2581218" y="679833"/>
                  </a:lnTo>
                  <a:lnTo>
                    <a:pt x="2590962" y="676204"/>
                  </a:lnTo>
                  <a:lnTo>
                    <a:pt x="2600705" y="672373"/>
                  </a:lnTo>
                  <a:lnTo>
                    <a:pt x="2610449" y="668339"/>
                  </a:lnTo>
                  <a:lnTo>
                    <a:pt x="2620178" y="664106"/>
                  </a:lnTo>
                  <a:lnTo>
                    <a:pt x="2629922" y="659672"/>
                  </a:lnTo>
                  <a:lnTo>
                    <a:pt x="2639666" y="655041"/>
                  </a:lnTo>
                  <a:lnTo>
                    <a:pt x="2649410" y="650215"/>
                  </a:lnTo>
                  <a:lnTo>
                    <a:pt x="2659139" y="645196"/>
                  </a:lnTo>
                  <a:lnTo>
                    <a:pt x="2668883" y="639986"/>
                  </a:lnTo>
                  <a:lnTo>
                    <a:pt x="2678627" y="634588"/>
                  </a:lnTo>
                  <a:lnTo>
                    <a:pt x="2688371" y="629005"/>
                  </a:lnTo>
                  <a:lnTo>
                    <a:pt x="2698100" y="623242"/>
                  </a:lnTo>
                  <a:lnTo>
                    <a:pt x="2707844" y="617301"/>
                  </a:lnTo>
                  <a:lnTo>
                    <a:pt x="2717588" y="611186"/>
                  </a:lnTo>
                  <a:lnTo>
                    <a:pt x="2727332" y="604903"/>
                  </a:lnTo>
                  <a:lnTo>
                    <a:pt x="2737076" y="598455"/>
                  </a:lnTo>
                  <a:lnTo>
                    <a:pt x="2746805" y="591847"/>
                  </a:lnTo>
                  <a:lnTo>
                    <a:pt x="2756549" y="585083"/>
                  </a:lnTo>
                  <a:lnTo>
                    <a:pt x="2766293" y="578171"/>
                  </a:lnTo>
                  <a:lnTo>
                    <a:pt x="2776037" y="571114"/>
                  </a:lnTo>
                  <a:lnTo>
                    <a:pt x="2785766" y="563919"/>
                  </a:lnTo>
                  <a:lnTo>
                    <a:pt x="2795510" y="556592"/>
                  </a:lnTo>
                  <a:lnTo>
                    <a:pt x="2805254" y="549136"/>
                  </a:lnTo>
                  <a:lnTo>
                    <a:pt x="2814998" y="541562"/>
                  </a:lnTo>
                  <a:lnTo>
                    <a:pt x="2824727" y="533874"/>
                  </a:lnTo>
                  <a:lnTo>
                    <a:pt x="2834471" y="526077"/>
                  </a:lnTo>
                  <a:lnTo>
                    <a:pt x="2844215" y="518181"/>
                  </a:lnTo>
                  <a:lnTo>
                    <a:pt x="2853958" y="510190"/>
                  </a:lnTo>
                  <a:lnTo>
                    <a:pt x="2863687" y="502112"/>
                  </a:lnTo>
                  <a:lnTo>
                    <a:pt x="2873431" y="493955"/>
                  </a:lnTo>
                  <a:lnTo>
                    <a:pt x="2883175" y="485725"/>
                  </a:lnTo>
                  <a:lnTo>
                    <a:pt x="2892919" y="477429"/>
                  </a:lnTo>
                  <a:lnTo>
                    <a:pt x="2902663" y="469077"/>
                  </a:lnTo>
                  <a:lnTo>
                    <a:pt x="2912392" y="46067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9" name="Freeform 868">
              <a:extLst>
                <a:ext uri="{FF2B5EF4-FFF2-40B4-BE49-F238E27FC236}">
                  <a16:creationId xmlns:a16="http://schemas.microsoft.com/office/drawing/2014/main" id="{5728F21F-680F-8F1E-A757-B554D024A0BF}"/>
                </a:ext>
              </a:extLst>
            </p:cNvPr>
            <p:cNvSpPr/>
            <p:nvPr/>
          </p:nvSpPr>
          <p:spPr>
            <a:xfrm>
              <a:off x="576446" y="3034408"/>
              <a:ext cx="2912392" cy="717231"/>
            </a:xfrm>
            <a:custGeom>
              <a:avLst/>
              <a:gdLst>
                <a:gd name="connsiteX0" fmla="*/ 0 w 2912392"/>
                <a:gd name="connsiteY0" fmla="*/ 559677 h 717231"/>
                <a:gd name="connsiteX1" fmla="*/ 9739 w 2912392"/>
                <a:gd name="connsiteY1" fmla="*/ 555291 h 717231"/>
                <a:gd name="connsiteX2" fmla="*/ 19480 w 2912392"/>
                <a:gd name="connsiteY2" fmla="*/ 550726 h 717231"/>
                <a:gd name="connsiteX3" fmla="*/ 29221 w 2912392"/>
                <a:gd name="connsiteY3" fmla="*/ 545976 h 717231"/>
                <a:gd name="connsiteX4" fmla="*/ 38961 w 2912392"/>
                <a:gd name="connsiteY4" fmla="*/ 541040 h 717231"/>
                <a:gd name="connsiteX5" fmla="*/ 48702 w 2912392"/>
                <a:gd name="connsiteY5" fmla="*/ 535913 h 717231"/>
                <a:gd name="connsiteX6" fmla="*/ 58443 w 2912392"/>
                <a:gd name="connsiteY6" fmla="*/ 530596 h 717231"/>
                <a:gd name="connsiteX7" fmla="*/ 68182 w 2912392"/>
                <a:gd name="connsiteY7" fmla="*/ 525085 h 717231"/>
                <a:gd name="connsiteX8" fmla="*/ 77923 w 2912392"/>
                <a:gd name="connsiteY8" fmla="*/ 519379 h 717231"/>
                <a:gd name="connsiteX9" fmla="*/ 87664 w 2912392"/>
                <a:gd name="connsiteY9" fmla="*/ 513477 h 717231"/>
                <a:gd name="connsiteX10" fmla="*/ 97404 w 2912392"/>
                <a:gd name="connsiteY10" fmla="*/ 507379 h 717231"/>
                <a:gd name="connsiteX11" fmla="*/ 107145 w 2912392"/>
                <a:gd name="connsiteY11" fmla="*/ 501087 h 717231"/>
                <a:gd name="connsiteX12" fmla="*/ 116886 w 2912392"/>
                <a:gd name="connsiteY12" fmla="*/ 494600 h 717231"/>
                <a:gd name="connsiteX13" fmla="*/ 126625 w 2912392"/>
                <a:gd name="connsiteY13" fmla="*/ 487921 h 717231"/>
                <a:gd name="connsiteX14" fmla="*/ 136366 w 2912392"/>
                <a:gd name="connsiteY14" fmla="*/ 481049 h 717231"/>
                <a:gd name="connsiteX15" fmla="*/ 146107 w 2912392"/>
                <a:gd name="connsiteY15" fmla="*/ 473990 h 717231"/>
                <a:gd name="connsiteX16" fmla="*/ 155846 w 2912392"/>
                <a:gd name="connsiteY16" fmla="*/ 466745 h 717231"/>
                <a:gd name="connsiteX17" fmla="*/ 165587 w 2912392"/>
                <a:gd name="connsiteY17" fmla="*/ 459316 h 717231"/>
                <a:gd name="connsiteX18" fmla="*/ 175328 w 2912392"/>
                <a:gd name="connsiteY18" fmla="*/ 451710 h 717231"/>
                <a:gd name="connsiteX19" fmla="*/ 185068 w 2912392"/>
                <a:gd name="connsiteY19" fmla="*/ 443930 h 717231"/>
                <a:gd name="connsiteX20" fmla="*/ 194809 w 2912392"/>
                <a:gd name="connsiteY20" fmla="*/ 435981 h 717231"/>
                <a:gd name="connsiteX21" fmla="*/ 204550 w 2912392"/>
                <a:gd name="connsiteY21" fmla="*/ 427869 h 717231"/>
                <a:gd name="connsiteX22" fmla="*/ 214289 w 2912392"/>
                <a:gd name="connsiteY22" fmla="*/ 419597 h 717231"/>
                <a:gd name="connsiteX23" fmla="*/ 224030 w 2912392"/>
                <a:gd name="connsiteY23" fmla="*/ 411176 h 717231"/>
                <a:gd name="connsiteX24" fmla="*/ 233771 w 2912392"/>
                <a:gd name="connsiteY24" fmla="*/ 402609 h 717231"/>
                <a:gd name="connsiteX25" fmla="*/ 243510 w 2912392"/>
                <a:gd name="connsiteY25" fmla="*/ 393905 h 717231"/>
                <a:gd name="connsiteX26" fmla="*/ 253251 w 2912392"/>
                <a:gd name="connsiteY26" fmla="*/ 385073 h 717231"/>
                <a:gd name="connsiteX27" fmla="*/ 262992 w 2912392"/>
                <a:gd name="connsiteY27" fmla="*/ 376117 h 717231"/>
                <a:gd name="connsiteX28" fmla="*/ 272732 w 2912392"/>
                <a:gd name="connsiteY28" fmla="*/ 367051 h 717231"/>
                <a:gd name="connsiteX29" fmla="*/ 282473 w 2912392"/>
                <a:gd name="connsiteY29" fmla="*/ 357880 h 717231"/>
                <a:gd name="connsiteX30" fmla="*/ 292214 w 2912392"/>
                <a:gd name="connsiteY30" fmla="*/ 348614 h 717231"/>
                <a:gd name="connsiteX31" fmla="*/ 301953 w 2912392"/>
                <a:gd name="connsiteY31" fmla="*/ 339262 h 717231"/>
                <a:gd name="connsiteX32" fmla="*/ 311694 w 2912392"/>
                <a:gd name="connsiteY32" fmla="*/ 329837 h 717231"/>
                <a:gd name="connsiteX33" fmla="*/ 321435 w 2912392"/>
                <a:gd name="connsiteY33" fmla="*/ 320346 h 717231"/>
                <a:gd name="connsiteX34" fmla="*/ 331175 w 2912392"/>
                <a:gd name="connsiteY34" fmla="*/ 310802 h 717231"/>
                <a:gd name="connsiteX35" fmla="*/ 340916 w 2912392"/>
                <a:gd name="connsiteY35" fmla="*/ 301214 h 717231"/>
                <a:gd name="connsiteX36" fmla="*/ 350656 w 2912392"/>
                <a:gd name="connsiteY36" fmla="*/ 291594 h 717231"/>
                <a:gd name="connsiteX37" fmla="*/ 360396 w 2912392"/>
                <a:gd name="connsiteY37" fmla="*/ 281953 h 717231"/>
                <a:gd name="connsiteX38" fmla="*/ 370137 w 2912392"/>
                <a:gd name="connsiteY38" fmla="*/ 272303 h 717231"/>
                <a:gd name="connsiteX39" fmla="*/ 379878 w 2912392"/>
                <a:gd name="connsiteY39" fmla="*/ 262654 h 717231"/>
                <a:gd name="connsiteX40" fmla="*/ 389617 w 2912392"/>
                <a:gd name="connsiteY40" fmla="*/ 253020 h 717231"/>
                <a:gd name="connsiteX41" fmla="*/ 399358 w 2912392"/>
                <a:gd name="connsiteY41" fmla="*/ 243412 h 717231"/>
                <a:gd name="connsiteX42" fmla="*/ 409099 w 2912392"/>
                <a:gd name="connsiteY42" fmla="*/ 233842 h 717231"/>
                <a:gd name="connsiteX43" fmla="*/ 418839 w 2912392"/>
                <a:gd name="connsiteY43" fmla="*/ 224324 h 717231"/>
                <a:gd name="connsiteX44" fmla="*/ 428580 w 2912392"/>
                <a:gd name="connsiteY44" fmla="*/ 214866 h 717231"/>
                <a:gd name="connsiteX45" fmla="*/ 438321 w 2912392"/>
                <a:gd name="connsiteY45" fmla="*/ 205484 h 717231"/>
                <a:gd name="connsiteX46" fmla="*/ 448060 w 2912392"/>
                <a:gd name="connsiteY46" fmla="*/ 196187 h 717231"/>
                <a:gd name="connsiteX47" fmla="*/ 457801 w 2912392"/>
                <a:gd name="connsiteY47" fmla="*/ 186988 h 717231"/>
                <a:gd name="connsiteX48" fmla="*/ 467542 w 2912392"/>
                <a:gd name="connsiteY48" fmla="*/ 177901 h 717231"/>
                <a:gd name="connsiteX49" fmla="*/ 477281 w 2912392"/>
                <a:gd name="connsiteY49" fmla="*/ 168935 h 717231"/>
                <a:gd name="connsiteX50" fmla="*/ 487022 w 2912392"/>
                <a:gd name="connsiteY50" fmla="*/ 160103 h 717231"/>
                <a:gd name="connsiteX51" fmla="*/ 496763 w 2912392"/>
                <a:gd name="connsiteY51" fmla="*/ 151417 h 717231"/>
                <a:gd name="connsiteX52" fmla="*/ 506503 w 2912392"/>
                <a:gd name="connsiteY52" fmla="*/ 142886 h 717231"/>
                <a:gd name="connsiteX53" fmla="*/ 516244 w 2912392"/>
                <a:gd name="connsiteY53" fmla="*/ 134523 h 717231"/>
                <a:gd name="connsiteX54" fmla="*/ 525985 w 2912392"/>
                <a:gd name="connsiteY54" fmla="*/ 126339 h 717231"/>
                <a:gd name="connsiteX55" fmla="*/ 535724 w 2912392"/>
                <a:gd name="connsiteY55" fmla="*/ 118343 h 717231"/>
                <a:gd name="connsiteX56" fmla="*/ 545465 w 2912392"/>
                <a:gd name="connsiteY56" fmla="*/ 110546 h 717231"/>
                <a:gd name="connsiteX57" fmla="*/ 555206 w 2912392"/>
                <a:gd name="connsiteY57" fmla="*/ 102956 h 717231"/>
                <a:gd name="connsiteX58" fmla="*/ 564946 w 2912392"/>
                <a:gd name="connsiteY58" fmla="*/ 95586 h 717231"/>
                <a:gd name="connsiteX59" fmla="*/ 574687 w 2912392"/>
                <a:gd name="connsiteY59" fmla="*/ 88443 h 717231"/>
                <a:gd name="connsiteX60" fmla="*/ 584428 w 2912392"/>
                <a:gd name="connsiteY60" fmla="*/ 81535 h 717231"/>
                <a:gd name="connsiteX61" fmla="*/ 594167 w 2912392"/>
                <a:gd name="connsiteY61" fmla="*/ 74870 h 717231"/>
                <a:gd name="connsiteX62" fmla="*/ 603908 w 2912392"/>
                <a:gd name="connsiteY62" fmla="*/ 68459 h 717231"/>
                <a:gd name="connsiteX63" fmla="*/ 613649 w 2912392"/>
                <a:gd name="connsiteY63" fmla="*/ 62305 h 717231"/>
                <a:gd name="connsiteX64" fmla="*/ 623388 w 2912392"/>
                <a:gd name="connsiteY64" fmla="*/ 56416 h 717231"/>
                <a:gd name="connsiteX65" fmla="*/ 633129 w 2912392"/>
                <a:gd name="connsiteY65" fmla="*/ 50800 h 717231"/>
                <a:gd name="connsiteX66" fmla="*/ 642870 w 2912392"/>
                <a:gd name="connsiteY66" fmla="*/ 45461 h 717231"/>
                <a:gd name="connsiteX67" fmla="*/ 652610 w 2912392"/>
                <a:gd name="connsiteY67" fmla="*/ 40405 h 717231"/>
                <a:gd name="connsiteX68" fmla="*/ 662351 w 2912392"/>
                <a:gd name="connsiteY68" fmla="*/ 35635 h 717231"/>
                <a:gd name="connsiteX69" fmla="*/ 672092 w 2912392"/>
                <a:gd name="connsiteY69" fmla="*/ 31157 h 717231"/>
                <a:gd name="connsiteX70" fmla="*/ 681831 w 2912392"/>
                <a:gd name="connsiteY70" fmla="*/ 26973 h 717231"/>
                <a:gd name="connsiteX71" fmla="*/ 691572 w 2912392"/>
                <a:gd name="connsiteY71" fmla="*/ 23089 h 717231"/>
                <a:gd name="connsiteX72" fmla="*/ 701313 w 2912392"/>
                <a:gd name="connsiteY72" fmla="*/ 19503 h 717231"/>
                <a:gd name="connsiteX73" fmla="*/ 711052 w 2912392"/>
                <a:gd name="connsiteY73" fmla="*/ 16219 h 717231"/>
                <a:gd name="connsiteX74" fmla="*/ 720793 w 2912392"/>
                <a:gd name="connsiteY74" fmla="*/ 13239 h 717231"/>
                <a:gd name="connsiteX75" fmla="*/ 730534 w 2912392"/>
                <a:gd name="connsiteY75" fmla="*/ 10563 h 717231"/>
                <a:gd name="connsiteX76" fmla="*/ 740274 w 2912392"/>
                <a:gd name="connsiteY76" fmla="*/ 8190 h 717231"/>
                <a:gd name="connsiteX77" fmla="*/ 750015 w 2912392"/>
                <a:gd name="connsiteY77" fmla="*/ 6122 h 717231"/>
                <a:gd name="connsiteX78" fmla="*/ 759756 w 2912392"/>
                <a:gd name="connsiteY78" fmla="*/ 4356 h 717231"/>
                <a:gd name="connsiteX79" fmla="*/ 769495 w 2912392"/>
                <a:gd name="connsiteY79" fmla="*/ 2892 h 717231"/>
                <a:gd name="connsiteX80" fmla="*/ 779236 w 2912392"/>
                <a:gd name="connsiteY80" fmla="*/ 1727 h 717231"/>
                <a:gd name="connsiteX81" fmla="*/ 788977 w 2912392"/>
                <a:gd name="connsiteY81" fmla="*/ 858 h 717231"/>
                <a:gd name="connsiteX82" fmla="*/ 798717 w 2912392"/>
                <a:gd name="connsiteY82" fmla="*/ 283 h 717231"/>
                <a:gd name="connsiteX83" fmla="*/ 808458 w 2912392"/>
                <a:gd name="connsiteY83" fmla="*/ 0 h 717231"/>
                <a:gd name="connsiteX84" fmla="*/ 818199 w 2912392"/>
                <a:gd name="connsiteY84" fmla="*/ 3 h 717231"/>
                <a:gd name="connsiteX85" fmla="*/ 827938 w 2912392"/>
                <a:gd name="connsiteY85" fmla="*/ 289 h 717231"/>
                <a:gd name="connsiteX86" fmla="*/ 837679 w 2912392"/>
                <a:gd name="connsiteY86" fmla="*/ 854 h 717231"/>
                <a:gd name="connsiteX87" fmla="*/ 847420 w 2912392"/>
                <a:gd name="connsiteY87" fmla="*/ 1691 h 717231"/>
                <a:gd name="connsiteX88" fmla="*/ 857159 w 2912392"/>
                <a:gd name="connsiteY88" fmla="*/ 2795 h 717231"/>
                <a:gd name="connsiteX89" fmla="*/ 866900 w 2912392"/>
                <a:gd name="connsiteY89" fmla="*/ 4163 h 717231"/>
                <a:gd name="connsiteX90" fmla="*/ 876641 w 2912392"/>
                <a:gd name="connsiteY90" fmla="*/ 5787 h 717231"/>
                <a:gd name="connsiteX91" fmla="*/ 886381 w 2912392"/>
                <a:gd name="connsiteY91" fmla="*/ 7660 h 717231"/>
                <a:gd name="connsiteX92" fmla="*/ 896122 w 2912392"/>
                <a:gd name="connsiteY92" fmla="*/ 9777 h 717231"/>
                <a:gd name="connsiteX93" fmla="*/ 905863 w 2912392"/>
                <a:gd name="connsiteY93" fmla="*/ 12132 h 717231"/>
                <a:gd name="connsiteX94" fmla="*/ 915602 w 2912392"/>
                <a:gd name="connsiteY94" fmla="*/ 14717 h 717231"/>
                <a:gd name="connsiteX95" fmla="*/ 925343 w 2912392"/>
                <a:gd name="connsiteY95" fmla="*/ 17527 h 717231"/>
                <a:gd name="connsiteX96" fmla="*/ 935084 w 2912392"/>
                <a:gd name="connsiteY96" fmla="*/ 20553 h 717231"/>
                <a:gd name="connsiteX97" fmla="*/ 944824 w 2912392"/>
                <a:gd name="connsiteY97" fmla="*/ 23788 h 717231"/>
                <a:gd name="connsiteX98" fmla="*/ 954564 w 2912392"/>
                <a:gd name="connsiteY98" fmla="*/ 27225 h 717231"/>
                <a:gd name="connsiteX99" fmla="*/ 964305 w 2912392"/>
                <a:gd name="connsiteY99" fmla="*/ 30859 h 717231"/>
                <a:gd name="connsiteX100" fmla="*/ 974045 w 2912392"/>
                <a:gd name="connsiteY100" fmla="*/ 34680 h 717231"/>
                <a:gd name="connsiteX101" fmla="*/ 983786 w 2912392"/>
                <a:gd name="connsiteY101" fmla="*/ 38682 h 717231"/>
                <a:gd name="connsiteX102" fmla="*/ 993522 w 2912392"/>
                <a:gd name="connsiteY102" fmla="*/ 42858 h 717231"/>
                <a:gd name="connsiteX103" fmla="*/ 1003266 w 2912392"/>
                <a:gd name="connsiteY103" fmla="*/ 47201 h 717231"/>
                <a:gd name="connsiteX104" fmla="*/ 1013010 w 2912392"/>
                <a:gd name="connsiteY104" fmla="*/ 51704 h 717231"/>
                <a:gd name="connsiteX105" fmla="*/ 1022754 w 2912392"/>
                <a:gd name="connsiteY105" fmla="*/ 56360 h 717231"/>
                <a:gd name="connsiteX106" fmla="*/ 1032483 w 2912392"/>
                <a:gd name="connsiteY106" fmla="*/ 61163 h 717231"/>
                <a:gd name="connsiteX107" fmla="*/ 1042227 w 2912392"/>
                <a:gd name="connsiteY107" fmla="*/ 66105 h 717231"/>
                <a:gd name="connsiteX108" fmla="*/ 1051971 w 2912392"/>
                <a:gd name="connsiteY108" fmla="*/ 71183 h 717231"/>
                <a:gd name="connsiteX109" fmla="*/ 1061715 w 2912392"/>
                <a:gd name="connsiteY109" fmla="*/ 76386 h 717231"/>
                <a:gd name="connsiteX110" fmla="*/ 1071444 w 2912392"/>
                <a:gd name="connsiteY110" fmla="*/ 81712 h 717231"/>
                <a:gd name="connsiteX111" fmla="*/ 1081188 w 2912392"/>
                <a:gd name="connsiteY111" fmla="*/ 87155 h 717231"/>
                <a:gd name="connsiteX112" fmla="*/ 1090932 w 2912392"/>
                <a:gd name="connsiteY112" fmla="*/ 92706 h 717231"/>
                <a:gd name="connsiteX113" fmla="*/ 1100676 w 2912392"/>
                <a:gd name="connsiteY113" fmla="*/ 98365 h 717231"/>
                <a:gd name="connsiteX114" fmla="*/ 1110405 w 2912392"/>
                <a:gd name="connsiteY114" fmla="*/ 104122 h 717231"/>
                <a:gd name="connsiteX115" fmla="*/ 1120149 w 2912392"/>
                <a:gd name="connsiteY115" fmla="*/ 109975 h 717231"/>
                <a:gd name="connsiteX116" fmla="*/ 1129893 w 2912392"/>
                <a:gd name="connsiteY116" fmla="*/ 115920 h 717231"/>
                <a:gd name="connsiteX117" fmla="*/ 1139637 w 2912392"/>
                <a:gd name="connsiteY117" fmla="*/ 121951 h 717231"/>
                <a:gd name="connsiteX118" fmla="*/ 1149381 w 2912392"/>
                <a:gd name="connsiteY118" fmla="*/ 128066 h 717231"/>
                <a:gd name="connsiteX119" fmla="*/ 1159110 w 2912392"/>
                <a:gd name="connsiteY119" fmla="*/ 134258 h 717231"/>
                <a:gd name="connsiteX120" fmla="*/ 1168854 w 2912392"/>
                <a:gd name="connsiteY120" fmla="*/ 140527 h 717231"/>
                <a:gd name="connsiteX121" fmla="*/ 1178598 w 2912392"/>
                <a:gd name="connsiteY121" fmla="*/ 146868 h 717231"/>
                <a:gd name="connsiteX122" fmla="*/ 1188341 w 2912392"/>
                <a:gd name="connsiteY122" fmla="*/ 153279 h 717231"/>
                <a:gd name="connsiteX123" fmla="*/ 1198070 w 2912392"/>
                <a:gd name="connsiteY123" fmla="*/ 159757 h 717231"/>
                <a:gd name="connsiteX124" fmla="*/ 1207814 w 2912392"/>
                <a:gd name="connsiteY124" fmla="*/ 166299 h 717231"/>
                <a:gd name="connsiteX125" fmla="*/ 1217558 w 2912392"/>
                <a:gd name="connsiteY125" fmla="*/ 172903 h 717231"/>
                <a:gd name="connsiteX126" fmla="*/ 1227302 w 2912392"/>
                <a:gd name="connsiteY126" fmla="*/ 179567 h 717231"/>
                <a:gd name="connsiteX127" fmla="*/ 1237031 w 2912392"/>
                <a:gd name="connsiteY127" fmla="*/ 186288 h 717231"/>
                <a:gd name="connsiteX128" fmla="*/ 1246775 w 2912392"/>
                <a:gd name="connsiteY128" fmla="*/ 193065 h 717231"/>
                <a:gd name="connsiteX129" fmla="*/ 1256519 w 2912392"/>
                <a:gd name="connsiteY129" fmla="*/ 199897 h 717231"/>
                <a:gd name="connsiteX130" fmla="*/ 1266263 w 2912392"/>
                <a:gd name="connsiteY130" fmla="*/ 206781 h 717231"/>
                <a:gd name="connsiteX131" fmla="*/ 1276007 w 2912392"/>
                <a:gd name="connsiteY131" fmla="*/ 213718 h 717231"/>
                <a:gd name="connsiteX132" fmla="*/ 1285736 w 2912392"/>
                <a:gd name="connsiteY132" fmla="*/ 220706 h 717231"/>
                <a:gd name="connsiteX133" fmla="*/ 1295480 w 2912392"/>
                <a:gd name="connsiteY133" fmla="*/ 227741 h 717231"/>
                <a:gd name="connsiteX134" fmla="*/ 1305224 w 2912392"/>
                <a:gd name="connsiteY134" fmla="*/ 234826 h 717231"/>
                <a:gd name="connsiteX135" fmla="*/ 1314968 w 2912392"/>
                <a:gd name="connsiteY135" fmla="*/ 241958 h 717231"/>
                <a:gd name="connsiteX136" fmla="*/ 1324697 w 2912392"/>
                <a:gd name="connsiteY136" fmla="*/ 249136 h 717231"/>
                <a:gd name="connsiteX137" fmla="*/ 1334441 w 2912392"/>
                <a:gd name="connsiteY137" fmla="*/ 256361 h 717231"/>
                <a:gd name="connsiteX138" fmla="*/ 1344185 w 2912392"/>
                <a:gd name="connsiteY138" fmla="*/ 263629 h 717231"/>
                <a:gd name="connsiteX139" fmla="*/ 1353929 w 2912392"/>
                <a:gd name="connsiteY139" fmla="*/ 270941 h 717231"/>
                <a:gd name="connsiteX140" fmla="*/ 1363658 w 2912392"/>
                <a:gd name="connsiteY140" fmla="*/ 278295 h 717231"/>
                <a:gd name="connsiteX141" fmla="*/ 1373402 w 2912392"/>
                <a:gd name="connsiteY141" fmla="*/ 285691 h 717231"/>
                <a:gd name="connsiteX142" fmla="*/ 1383146 w 2912392"/>
                <a:gd name="connsiteY142" fmla="*/ 293127 h 717231"/>
                <a:gd name="connsiteX143" fmla="*/ 1392890 w 2912392"/>
                <a:gd name="connsiteY143" fmla="*/ 300603 h 717231"/>
                <a:gd name="connsiteX144" fmla="*/ 1402619 w 2912392"/>
                <a:gd name="connsiteY144" fmla="*/ 308117 h 717231"/>
                <a:gd name="connsiteX145" fmla="*/ 1412363 w 2912392"/>
                <a:gd name="connsiteY145" fmla="*/ 315668 h 717231"/>
                <a:gd name="connsiteX146" fmla="*/ 1422106 w 2912392"/>
                <a:gd name="connsiteY146" fmla="*/ 323253 h 717231"/>
                <a:gd name="connsiteX147" fmla="*/ 1431850 w 2912392"/>
                <a:gd name="connsiteY147" fmla="*/ 330872 h 717231"/>
                <a:gd name="connsiteX148" fmla="*/ 1441594 w 2912392"/>
                <a:gd name="connsiteY148" fmla="*/ 338523 h 717231"/>
                <a:gd name="connsiteX149" fmla="*/ 1451323 w 2912392"/>
                <a:gd name="connsiteY149" fmla="*/ 346203 h 717231"/>
                <a:gd name="connsiteX150" fmla="*/ 1461067 w 2912392"/>
                <a:gd name="connsiteY150" fmla="*/ 353912 h 717231"/>
                <a:gd name="connsiteX151" fmla="*/ 1470811 w 2912392"/>
                <a:gd name="connsiteY151" fmla="*/ 361646 h 717231"/>
                <a:gd name="connsiteX152" fmla="*/ 1480555 w 2912392"/>
                <a:gd name="connsiteY152" fmla="*/ 369404 h 717231"/>
                <a:gd name="connsiteX153" fmla="*/ 1490284 w 2912392"/>
                <a:gd name="connsiteY153" fmla="*/ 377181 h 717231"/>
                <a:gd name="connsiteX154" fmla="*/ 1500028 w 2912392"/>
                <a:gd name="connsiteY154" fmla="*/ 384978 h 717231"/>
                <a:gd name="connsiteX155" fmla="*/ 1509772 w 2912392"/>
                <a:gd name="connsiteY155" fmla="*/ 392788 h 717231"/>
                <a:gd name="connsiteX156" fmla="*/ 1519516 w 2912392"/>
                <a:gd name="connsiteY156" fmla="*/ 400610 h 717231"/>
                <a:gd name="connsiteX157" fmla="*/ 1529245 w 2912392"/>
                <a:gd name="connsiteY157" fmla="*/ 408439 h 717231"/>
                <a:gd name="connsiteX158" fmla="*/ 1538989 w 2912392"/>
                <a:gd name="connsiteY158" fmla="*/ 416275 h 717231"/>
                <a:gd name="connsiteX159" fmla="*/ 1548733 w 2912392"/>
                <a:gd name="connsiteY159" fmla="*/ 424110 h 717231"/>
                <a:gd name="connsiteX160" fmla="*/ 1558477 w 2912392"/>
                <a:gd name="connsiteY160" fmla="*/ 431942 h 717231"/>
                <a:gd name="connsiteX161" fmla="*/ 1568221 w 2912392"/>
                <a:gd name="connsiteY161" fmla="*/ 439769 h 717231"/>
                <a:gd name="connsiteX162" fmla="*/ 1577950 w 2912392"/>
                <a:gd name="connsiteY162" fmla="*/ 447583 h 717231"/>
                <a:gd name="connsiteX163" fmla="*/ 1587694 w 2912392"/>
                <a:gd name="connsiteY163" fmla="*/ 455381 h 717231"/>
                <a:gd name="connsiteX164" fmla="*/ 1597438 w 2912392"/>
                <a:gd name="connsiteY164" fmla="*/ 463159 h 717231"/>
                <a:gd name="connsiteX165" fmla="*/ 1607182 w 2912392"/>
                <a:gd name="connsiteY165" fmla="*/ 470912 h 717231"/>
                <a:gd name="connsiteX166" fmla="*/ 1616911 w 2912392"/>
                <a:gd name="connsiteY166" fmla="*/ 478634 h 717231"/>
                <a:gd name="connsiteX167" fmla="*/ 1626655 w 2912392"/>
                <a:gd name="connsiteY167" fmla="*/ 486322 h 717231"/>
                <a:gd name="connsiteX168" fmla="*/ 1636399 w 2912392"/>
                <a:gd name="connsiteY168" fmla="*/ 493970 h 717231"/>
                <a:gd name="connsiteX169" fmla="*/ 1646142 w 2912392"/>
                <a:gd name="connsiteY169" fmla="*/ 501571 h 717231"/>
                <a:gd name="connsiteX170" fmla="*/ 1655872 w 2912392"/>
                <a:gd name="connsiteY170" fmla="*/ 509122 h 717231"/>
                <a:gd name="connsiteX171" fmla="*/ 1665616 w 2912392"/>
                <a:gd name="connsiteY171" fmla="*/ 516616 h 717231"/>
                <a:gd name="connsiteX172" fmla="*/ 1675359 w 2912392"/>
                <a:gd name="connsiteY172" fmla="*/ 524049 h 717231"/>
                <a:gd name="connsiteX173" fmla="*/ 1685103 w 2912392"/>
                <a:gd name="connsiteY173" fmla="*/ 531414 h 717231"/>
                <a:gd name="connsiteX174" fmla="*/ 1694832 w 2912392"/>
                <a:gd name="connsiteY174" fmla="*/ 538707 h 717231"/>
                <a:gd name="connsiteX175" fmla="*/ 1704576 w 2912392"/>
                <a:gd name="connsiteY175" fmla="*/ 545920 h 717231"/>
                <a:gd name="connsiteX176" fmla="*/ 1714320 w 2912392"/>
                <a:gd name="connsiteY176" fmla="*/ 553049 h 717231"/>
                <a:gd name="connsiteX177" fmla="*/ 1724064 w 2912392"/>
                <a:gd name="connsiteY177" fmla="*/ 560088 h 717231"/>
                <a:gd name="connsiteX178" fmla="*/ 1733808 w 2912392"/>
                <a:gd name="connsiteY178" fmla="*/ 567031 h 717231"/>
                <a:gd name="connsiteX179" fmla="*/ 1743537 w 2912392"/>
                <a:gd name="connsiteY179" fmla="*/ 573873 h 717231"/>
                <a:gd name="connsiteX180" fmla="*/ 1753281 w 2912392"/>
                <a:gd name="connsiteY180" fmla="*/ 580609 h 717231"/>
                <a:gd name="connsiteX181" fmla="*/ 1763025 w 2912392"/>
                <a:gd name="connsiteY181" fmla="*/ 587231 h 717231"/>
                <a:gd name="connsiteX182" fmla="*/ 1772769 w 2912392"/>
                <a:gd name="connsiteY182" fmla="*/ 593736 h 717231"/>
                <a:gd name="connsiteX183" fmla="*/ 1782498 w 2912392"/>
                <a:gd name="connsiteY183" fmla="*/ 600118 h 717231"/>
                <a:gd name="connsiteX184" fmla="*/ 1792242 w 2912392"/>
                <a:gd name="connsiteY184" fmla="*/ 606371 h 717231"/>
                <a:gd name="connsiteX185" fmla="*/ 1801986 w 2912392"/>
                <a:gd name="connsiteY185" fmla="*/ 612491 h 717231"/>
                <a:gd name="connsiteX186" fmla="*/ 1811730 w 2912392"/>
                <a:gd name="connsiteY186" fmla="*/ 618473 h 717231"/>
                <a:gd name="connsiteX187" fmla="*/ 1821459 w 2912392"/>
                <a:gd name="connsiteY187" fmla="*/ 624311 h 717231"/>
                <a:gd name="connsiteX188" fmla="*/ 1831203 w 2912392"/>
                <a:gd name="connsiteY188" fmla="*/ 630000 h 717231"/>
                <a:gd name="connsiteX189" fmla="*/ 1840947 w 2912392"/>
                <a:gd name="connsiteY189" fmla="*/ 635538 h 717231"/>
                <a:gd name="connsiteX190" fmla="*/ 1850691 w 2912392"/>
                <a:gd name="connsiteY190" fmla="*/ 640918 h 717231"/>
                <a:gd name="connsiteX191" fmla="*/ 1860435 w 2912392"/>
                <a:gd name="connsiteY191" fmla="*/ 646138 h 717231"/>
                <a:gd name="connsiteX192" fmla="*/ 1870164 w 2912392"/>
                <a:gd name="connsiteY192" fmla="*/ 651191 h 717231"/>
                <a:gd name="connsiteX193" fmla="*/ 1879908 w 2912392"/>
                <a:gd name="connsiteY193" fmla="*/ 656077 h 717231"/>
                <a:gd name="connsiteX194" fmla="*/ 1889652 w 2912392"/>
                <a:gd name="connsiteY194" fmla="*/ 660791 h 717231"/>
                <a:gd name="connsiteX195" fmla="*/ 1899395 w 2912392"/>
                <a:gd name="connsiteY195" fmla="*/ 665327 h 717231"/>
                <a:gd name="connsiteX196" fmla="*/ 1909124 w 2912392"/>
                <a:gd name="connsiteY196" fmla="*/ 669685 h 717231"/>
                <a:gd name="connsiteX197" fmla="*/ 1918868 w 2912392"/>
                <a:gd name="connsiteY197" fmla="*/ 673863 h 717231"/>
                <a:gd name="connsiteX198" fmla="*/ 1928612 w 2912392"/>
                <a:gd name="connsiteY198" fmla="*/ 677856 h 717231"/>
                <a:gd name="connsiteX199" fmla="*/ 1938356 w 2912392"/>
                <a:gd name="connsiteY199" fmla="*/ 681661 h 717231"/>
                <a:gd name="connsiteX200" fmla="*/ 1948085 w 2912392"/>
                <a:gd name="connsiteY200" fmla="*/ 685279 h 717231"/>
                <a:gd name="connsiteX201" fmla="*/ 1957829 w 2912392"/>
                <a:gd name="connsiteY201" fmla="*/ 688705 h 717231"/>
                <a:gd name="connsiteX202" fmla="*/ 1967573 w 2912392"/>
                <a:gd name="connsiteY202" fmla="*/ 691940 h 717231"/>
                <a:gd name="connsiteX203" fmla="*/ 1977317 w 2912392"/>
                <a:gd name="connsiteY203" fmla="*/ 694981 h 717231"/>
                <a:gd name="connsiteX204" fmla="*/ 1987046 w 2912392"/>
                <a:gd name="connsiteY204" fmla="*/ 697827 h 717231"/>
                <a:gd name="connsiteX205" fmla="*/ 1996790 w 2912392"/>
                <a:gd name="connsiteY205" fmla="*/ 700477 h 717231"/>
                <a:gd name="connsiteX206" fmla="*/ 2006534 w 2912392"/>
                <a:gd name="connsiteY206" fmla="*/ 702932 h 717231"/>
                <a:gd name="connsiteX207" fmla="*/ 2016278 w 2912392"/>
                <a:gd name="connsiteY207" fmla="*/ 705191 h 717231"/>
                <a:gd name="connsiteX208" fmla="*/ 2026022 w 2912392"/>
                <a:gd name="connsiteY208" fmla="*/ 707253 h 717231"/>
                <a:gd name="connsiteX209" fmla="*/ 2035751 w 2912392"/>
                <a:gd name="connsiteY209" fmla="*/ 709119 h 717231"/>
                <a:gd name="connsiteX210" fmla="*/ 2045495 w 2912392"/>
                <a:gd name="connsiteY210" fmla="*/ 710789 h 717231"/>
                <a:gd name="connsiteX211" fmla="*/ 2055239 w 2912392"/>
                <a:gd name="connsiteY211" fmla="*/ 712264 h 717231"/>
                <a:gd name="connsiteX212" fmla="*/ 2064983 w 2912392"/>
                <a:gd name="connsiteY212" fmla="*/ 713544 h 717231"/>
                <a:gd name="connsiteX213" fmla="*/ 2074712 w 2912392"/>
                <a:gd name="connsiteY213" fmla="*/ 714631 h 717231"/>
                <a:gd name="connsiteX214" fmla="*/ 2084456 w 2912392"/>
                <a:gd name="connsiteY214" fmla="*/ 715528 h 717231"/>
                <a:gd name="connsiteX215" fmla="*/ 2094200 w 2912392"/>
                <a:gd name="connsiteY215" fmla="*/ 716234 h 717231"/>
                <a:gd name="connsiteX216" fmla="*/ 2103944 w 2912392"/>
                <a:gd name="connsiteY216" fmla="*/ 716751 h 717231"/>
                <a:gd name="connsiteX217" fmla="*/ 2113673 w 2912392"/>
                <a:gd name="connsiteY217" fmla="*/ 717084 h 717231"/>
                <a:gd name="connsiteX218" fmla="*/ 2123417 w 2912392"/>
                <a:gd name="connsiteY218" fmla="*/ 717231 h 717231"/>
                <a:gd name="connsiteX219" fmla="*/ 2133161 w 2912392"/>
                <a:gd name="connsiteY219" fmla="*/ 717198 h 717231"/>
                <a:gd name="connsiteX220" fmla="*/ 2142905 w 2912392"/>
                <a:gd name="connsiteY220" fmla="*/ 716985 h 717231"/>
                <a:gd name="connsiteX221" fmla="*/ 2152649 w 2912392"/>
                <a:gd name="connsiteY221" fmla="*/ 716598 h 717231"/>
                <a:gd name="connsiteX222" fmla="*/ 2162377 w 2912392"/>
                <a:gd name="connsiteY222" fmla="*/ 716036 h 717231"/>
                <a:gd name="connsiteX223" fmla="*/ 2172121 w 2912392"/>
                <a:gd name="connsiteY223" fmla="*/ 715305 h 717231"/>
                <a:gd name="connsiteX224" fmla="*/ 2181865 w 2912392"/>
                <a:gd name="connsiteY224" fmla="*/ 714408 h 717231"/>
                <a:gd name="connsiteX225" fmla="*/ 2191609 w 2912392"/>
                <a:gd name="connsiteY225" fmla="*/ 713347 h 717231"/>
                <a:gd name="connsiteX226" fmla="*/ 2201338 w 2912392"/>
                <a:gd name="connsiteY226" fmla="*/ 712127 h 717231"/>
                <a:gd name="connsiteX227" fmla="*/ 2211082 w 2912392"/>
                <a:gd name="connsiteY227" fmla="*/ 710750 h 717231"/>
                <a:gd name="connsiteX228" fmla="*/ 2220826 w 2912392"/>
                <a:gd name="connsiteY228" fmla="*/ 709221 h 717231"/>
                <a:gd name="connsiteX229" fmla="*/ 2230570 w 2912392"/>
                <a:gd name="connsiteY229" fmla="*/ 707545 h 717231"/>
                <a:gd name="connsiteX230" fmla="*/ 2240299 w 2912392"/>
                <a:gd name="connsiteY230" fmla="*/ 705726 h 717231"/>
                <a:gd name="connsiteX231" fmla="*/ 2250043 w 2912392"/>
                <a:gd name="connsiteY231" fmla="*/ 703765 h 717231"/>
                <a:gd name="connsiteX232" fmla="*/ 2259787 w 2912392"/>
                <a:gd name="connsiteY232" fmla="*/ 701669 h 717231"/>
                <a:gd name="connsiteX233" fmla="*/ 2269531 w 2912392"/>
                <a:gd name="connsiteY233" fmla="*/ 699443 h 717231"/>
                <a:gd name="connsiteX234" fmla="*/ 2279260 w 2912392"/>
                <a:gd name="connsiteY234" fmla="*/ 697088 h 717231"/>
                <a:gd name="connsiteX235" fmla="*/ 2289004 w 2912392"/>
                <a:gd name="connsiteY235" fmla="*/ 694611 h 717231"/>
                <a:gd name="connsiteX236" fmla="*/ 2298748 w 2912392"/>
                <a:gd name="connsiteY236" fmla="*/ 692016 h 717231"/>
                <a:gd name="connsiteX237" fmla="*/ 2308492 w 2912392"/>
                <a:gd name="connsiteY237" fmla="*/ 689306 h 717231"/>
                <a:gd name="connsiteX238" fmla="*/ 2318236 w 2912392"/>
                <a:gd name="connsiteY238" fmla="*/ 686488 h 717231"/>
                <a:gd name="connsiteX239" fmla="*/ 2327965 w 2912392"/>
                <a:gd name="connsiteY239" fmla="*/ 683565 h 717231"/>
                <a:gd name="connsiteX240" fmla="*/ 2337709 w 2912392"/>
                <a:gd name="connsiteY240" fmla="*/ 680541 h 717231"/>
                <a:gd name="connsiteX241" fmla="*/ 2347453 w 2912392"/>
                <a:gd name="connsiteY241" fmla="*/ 677422 h 717231"/>
                <a:gd name="connsiteX242" fmla="*/ 2357197 w 2912392"/>
                <a:gd name="connsiteY242" fmla="*/ 674212 h 717231"/>
                <a:gd name="connsiteX243" fmla="*/ 2366926 w 2912392"/>
                <a:gd name="connsiteY243" fmla="*/ 670916 h 717231"/>
                <a:gd name="connsiteX244" fmla="*/ 2376670 w 2912392"/>
                <a:gd name="connsiteY244" fmla="*/ 667537 h 717231"/>
                <a:gd name="connsiteX245" fmla="*/ 2386413 w 2912392"/>
                <a:gd name="connsiteY245" fmla="*/ 664082 h 717231"/>
                <a:gd name="connsiteX246" fmla="*/ 2396157 w 2912392"/>
                <a:gd name="connsiteY246" fmla="*/ 660552 h 717231"/>
                <a:gd name="connsiteX247" fmla="*/ 2405886 w 2912392"/>
                <a:gd name="connsiteY247" fmla="*/ 656956 h 717231"/>
                <a:gd name="connsiteX248" fmla="*/ 2415630 w 2912392"/>
                <a:gd name="connsiteY248" fmla="*/ 653295 h 717231"/>
                <a:gd name="connsiteX249" fmla="*/ 2425374 w 2912392"/>
                <a:gd name="connsiteY249" fmla="*/ 649575 h 717231"/>
                <a:gd name="connsiteX250" fmla="*/ 2435118 w 2912392"/>
                <a:gd name="connsiteY250" fmla="*/ 645799 h 717231"/>
                <a:gd name="connsiteX251" fmla="*/ 2444862 w 2912392"/>
                <a:gd name="connsiteY251" fmla="*/ 641973 h 717231"/>
                <a:gd name="connsiteX252" fmla="*/ 2454591 w 2912392"/>
                <a:gd name="connsiteY252" fmla="*/ 638103 h 717231"/>
                <a:gd name="connsiteX253" fmla="*/ 2464335 w 2912392"/>
                <a:gd name="connsiteY253" fmla="*/ 634189 h 717231"/>
                <a:gd name="connsiteX254" fmla="*/ 2474079 w 2912392"/>
                <a:gd name="connsiteY254" fmla="*/ 630239 h 717231"/>
                <a:gd name="connsiteX255" fmla="*/ 2483823 w 2912392"/>
                <a:gd name="connsiteY255" fmla="*/ 626255 h 717231"/>
                <a:gd name="connsiteX256" fmla="*/ 2493552 w 2912392"/>
                <a:gd name="connsiteY256" fmla="*/ 622244 h 717231"/>
                <a:gd name="connsiteX257" fmla="*/ 2503296 w 2912392"/>
                <a:gd name="connsiteY257" fmla="*/ 618208 h 717231"/>
                <a:gd name="connsiteX258" fmla="*/ 2513040 w 2912392"/>
                <a:gd name="connsiteY258" fmla="*/ 614151 h 717231"/>
                <a:gd name="connsiteX259" fmla="*/ 2522784 w 2912392"/>
                <a:gd name="connsiteY259" fmla="*/ 610079 h 717231"/>
                <a:gd name="connsiteX260" fmla="*/ 2532513 w 2912392"/>
                <a:gd name="connsiteY260" fmla="*/ 605995 h 717231"/>
                <a:gd name="connsiteX261" fmla="*/ 2542257 w 2912392"/>
                <a:gd name="connsiteY261" fmla="*/ 601904 h 717231"/>
                <a:gd name="connsiteX262" fmla="*/ 2552001 w 2912392"/>
                <a:gd name="connsiteY262" fmla="*/ 597810 h 717231"/>
                <a:gd name="connsiteX263" fmla="*/ 2561745 w 2912392"/>
                <a:gd name="connsiteY263" fmla="*/ 593717 h 717231"/>
                <a:gd name="connsiteX264" fmla="*/ 2571474 w 2912392"/>
                <a:gd name="connsiteY264" fmla="*/ 589629 h 717231"/>
                <a:gd name="connsiteX265" fmla="*/ 2581218 w 2912392"/>
                <a:gd name="connsiteY265" fmla="*/ 585551 h 717231"/>
                <a:gd name="connsiteX266" fmla="*/ 2590962 w 2912392"/>
                <a:gd name="connsiteY266" fmla="*/ 581486 h 717231"/>
                <a:gd name="connsiteX267" fmla="*/ 2600705 w 2912392"/>
                <a:gd name="connsiteY267" fmla="*/ 577440 h 717231"/>
                <a:gd name="connsiteX268" fmla="*/ 2610449 w 2912392"/>
                <a:gd name="connsiteY268" fmla="*/ 573416 h 717231"/>
                <a:gd name="connsiteX269" fmla="*/ 2620178 w 2912392"/>
                <a:gd name="connsiteY269" fmla="*/ 569418 h 717231"/>
                <a:gd name="connsiteX270" fmla="*/ 2629922 w 2912392"/>
                <a:gd name="connsiteY270" fmla="*/ 565452 h 717231"/>
                <a:gd name="connsiteX271" fmla="*/ 2639666 w 2912392"/>
                <a:gd name="connsiteY271" fmla="*/ 561520 h 717231"/>
                <a:gd name="connsiteX272" fmla="*/ 2649410 w 2912392"/>
                <a:gd name="connsiteY272" fmla="*/ 557629 h 717231"/>
                <a:gd name="connsiteX273" fmla="*/ 2659139 w 2912392"/>
                <a:gd name="connsiteY273" fmla="*/ 553782 h 717231"/>
                <a:gd name="connsiteX274" fmla="*/ 2668883 w 2912392"/>
                <a:gd name="connsiteY274" fmla="*/ 549984 h 717231"/>
                <a:gd name="connsiteX275" fmla="*/ 2678627 w 2912392"/>
                <a:gd name="connsiteY275" fmla="*/ 546238 h 717231"/>
                <a:gd name="connsiteX276" fmla="*/ 2688371 w 2912392"/>
                <a:gd name="connsiteY276" fmla="*/ 542552 h 717231"/>
                <a:gd name="connsiteX277" fmla="*/ 2698100 w 2912392"/>
                <a:gd name="connsiteY277" fmla="*/ 538927 h 717231"/>
                <a:gd name="connsiteX278" fmla="*/ 2707844 w 2912392"/>
                <a:gd name="connsiteY278" fmla="*/ 535371 h 717231"/>
                <a:gd name="connsiteX279" fmla="*/ 2717588 w 2912392"/>
                <a:gd name="connsiteY279" fmla="*/ 531886 h 717231"/>
                <a:gd name="connsiteX280" fmla="*/ 2727332 w 2912392"/>
                <a:gd name="connsiteY280" fmla="*/ 528479 h 717231"/>
                <a:gd name="connsiteX281" fmla="*/ 2737076 w 2912392"/>
                <a:gd name="connsiteY281" fmla="*/ 525155 h 717231"/>
                <a:gd name="connsiteX282" fmla="*/ 2746805 w 2912392"/>
                <a:gd name="connsiteY282" fmla="*/ 521917 h 717231"/>
                <a:gd name="connsiteX283" fmla="*/ 2756549 w 2912392"/>
                <a:gd name="connsiteY283" fmla="*/ 518772 h 717231"/>
                <a:gd name="connsiteX284" fmla="*/ 2766293 w 2912392"/>
                <a:gd name="connsiteY284" fmla="*/ 515724 h 717231"/>
                <a:gd name="connsiteX285" fmla="*/ 2776037 w 2912392"/>
                <a:gd name="connsiteY285" fmla="*/ 512780 h 717231"/>
                <a:gd name="connsiteX286" fmla="*/ 2785766 w 2912392"/>
                <a:gd name="connsiteY286" fmla="*/ 509943 h 717231"/>
                <a:gd name="connsiteX287" fmla="*/ 2795510 w 2912392"/>
                <a:gd name="connsiteY287" fmla="*/ 507219 h 717231"/>
                <a:gd name="connsiteX288" fmla="*/ 2805254 w 2912392"/>
                <a:gd name="connsiteY288" fmla="*/ 504615 h 717231"/>
                <a:gd name="connsiteX289" fmla="*/ 2814998 w 2912392"/>
                <a:gd name="connsiteY289" fmla="*/ 502136 h 717231"/>
                <a:gd name="connsiteX290" fmla="*/ 2824727 w 2912392"/>
                <a:gd name="connsiteY290" fmla="*/ 499786 h 717231"/>
                <a:gd name="connsiteX291" fmla="*/ 2834471 w 2912392"/>
                <a:gd name="connsiteY291" fmla="*/ 497572 h 717231"/>
                <a:gd name="connsiteX292" fmla="*/ 2844215 w 2912392"/>
                <a:gd name="connsiteY292" fmla="*/ 495500 h 717231"/>
                <a:gd name="connsiteX293" fmla="*/ 2853958 w 2912392"/>
                <a:gd name="connsiteY293" fmla="*/ 493573 h 717231"/>
                <a:gd name="connsiteX294" fmla="*/ 2863687 w 2912392"/>
                <a:gd name="connsiteY294" fmla="*/ 491799 h 717231"/>
                <a:gd name="connsiteX295" fmla="*/ 2873431 w 2912392"/>
                <a:gd name="connsiteY295" fmla="*/ 490182 h 717231"/>
                <a:gd name="connsiteX296" fmla="*/ 2883175 w 2912392"/>
                <a:gd name="connsiteY296" fmla="*/ 488730 h 717231"/>
                <a:gd name="connsiteX297" fmla="*/ 2892919 w 2912392"/>
                <a:gd name="connsiteY297" fmla="*/ 487446 h 717231"/>
                <a:gd name="connsiteX298" fmla="*/ 2902663 w 2912392"/>
                <a:gd name="connsiteY298" fmla="*/ 486336 h 717231"/>
                <a:gd name="connsiteX299" fmla="*/ 2912392 w 2912392"/>
                <a:gd name="connsiteY299" fmla="*/ 485404 h 717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17231">
                  <a:moveTo>
                    <a:pt x="0" y="559677"/>
                  </a:moveTo>
                  <a:lnTo>
                    <a:pt x="9739" y="555291"/>
                  </a:lnTo>
                  <a:lnTo>
                    <a:pt x="19480" y="550726"/>
                  </a:lnTo>
                  <a:lnTo>
                    <a:pt x="29221" y="545976"/>
                  </a:lnTo>
                  <a:lnTo>
                    <a:pt x="38961" y="541040"/>
                  </a:lnTo>
                  <a:lnTo>
                    <a:pt x="48702" y="535913"/>
                  </a:lnTo>
                  <a:lnTo>
                    <a:pt x="58443" y="530596"/>
                  </a:lnTo>
                  <a:lnTo>
                    <a:pt x="68182" y="525085"/>
                  </a:lnTo>
                  <a:lnTo>
                    <a:pt x="77923" y="519379"/>
                  </a:lnTo>
                  <a:lnTo>
                    <a:pt x="87664" y="513477"/>
                  </a:lnTo>
                  <a:lnTo>
                    <a:pt x="97404" y="507379"/>
                  </a:lnTo>
                  <a:lnTo>
                    <a:pt x="107145" y="501087"/>
                  </a:lnTo>
                  <a:lnTo>
                    <a:pt x="116886" y="494600"/>
                  </a:lnTo>
                  <a:lnTo>
                    <a:pt x="126625" y="487921"/>
                  </a:lnTo>
                  <a:lnTo>
                    <a:pt x="136366" y="481049"/>
                  </a:lnTo>
                  <a:lnTo>
                    <a:pt x="146107" y="473990"/>
                  </a:lnTo>
                  <a:lnTo>
                    <a:pt x="155846" y="466745"/>
                  </a:lnTo>
                  <a:lnTo>
                    <a:pt x="165587" y="459316"/>
                  </a:lnTo>
                  <a:lnTo>
                    <a:pt x="175328" y="451710"/>
                  </a:lnTo>
                  <a:lnTo>
                    <a:pt x="185068" y="443930"/>
                  </a:lnTo>
                  <a:lnTo>
                    <a:pt x="194809" y="435981"/>
                  </a:lnTo>
                  <a:lnTo>
                    <a:pt x="204550" y="427869"/>
                  </a:lnTo>
                  <a:lnTo>
                    <a:pt x="214289" y="419597"/>
                  </a:lnTo>
                  <a:lnTo>
                    <a:pt x="224030" y="411176"/>
                  </a:lnTo>
                  <a:lnTo>
                    <a:pt x="233771" y="402609"/>
                  </a:lnTo>
                  <a:lnTo>
                    <a:pt x="243510" y="393905"/>
                  </a:lnTo>
                  <a:lnTo>
                    <a:pt x="253251" y="385073"/>
                  </a:lnTo>
                  <a:lnTo>
                    <a:pt x="262992" y="376117"/>
                  </a:lnTo>
                  <a:lnTo>
                    <a:pt x="272732" y="367051"/>
                  </a:lnTo>
                  <a:lnTo>
                    <a:pt x="282473" y="357880"/>
                  </a:lnTo>
                  <a:lnTo>
                    <a:pt x="292214" y="348614"/>
                  </a:lnTo>
                  <a:lnTo>
                    <a:pt x="301953" y="339262"/>
                  </a:lnTo>
                  <a:lnTo>
                    <a:pt x="311694" y="329837"/>
                  </a:lnTo>
                  <a:lnTo>
                    <a:pt x="321435" y="320346"/>
                  </a:lnTo>
                  <a:lnTo>
                    <a:pt x="331175" y="310802"/>
                  </a:lnTo>
                  <a:lnTo>
                    <a:pt x="340916" y="301214"/>
                  </a:lnTo>
                  <a:lnTo>
                    <a:pt x="350656" y="291594"/>
                  </a:lnTo>
                  <a:lnTo>
                    <a:pt x="360396" y="281953"/>
                  </a:lnTo>
                  <a:lnTo>
                    <a:pt x="370137" y="272303"/>
                  </a:lnTo>
                  <a:lnTo>
                    <a:pt x="379878" y="262654"/>
                  </a:lnTo>
                  <a:lnTo>
                    <a:pt x="389617" y="253020"/>
                  </a:lnTo>
                  <a:lnTo>
                    <a:pt x="399358" y="243412"/>
                  </a:lnTo>
                  <a:lnTo>
                    <a:pt x="409099" y="233842"/>
                  </a:lnTo>
                  <a:lnTo>
                    <a:pt x="418839" y="224324"/>
                  </a:lnTo>
                  <a:lnTo>
                    <a:pt x="428580" y="214866"/>
                  </a:lnTo>
                  <a:lnTo>
                    <a:pt x="438321" y="205484"/>
                  </a:lnTo>
                  <a:lnTo>
                    <a:pt x="448060" y="196187"/>
                  </a:lnTo>
                  <a:lnTo>
                    <a:pt x="457801" y="186988"/>
                  </a:lnTo>
                  <a:lnTo>
                    <a:pt x="467542" y="177901"/>
                  </a:lnTo>
                  <a:lnTo>
                    <a:pt x="477281" y="168935"/>
                  </a:lnTo>
                  <a:lnTo>
                    <a:pt x="487022" y="160103"/>
                  </a:lnTo>
                  <a:lnTo>
                    <a:pt x="496763" y="151417"/>
                  </a:lnTo>
                  <a:lnTo>
                    <a:pt x="506503" y="142886"/>
                  </a:lnTo>
                  <a:lnTo>
                    <a:pt x="516244" y="134523"/>
                  </a:lnTo>
                  <a:lnTo>
                    <a:pt x="525985" y="126339"/>
                  </a:lnTo>
                  <a:lnTo>
                    <a:pt x="535724" y="118343"/>
                  </a:lnTo>
                  <a:lnTo>
                    <a:pt x="545465" y="110546"/>
                  </a:lnTo>
                  <a:lnTo>
                    <a:pt x="555206" y="102956"/>
                  </a:lnTo>
                  <a:lnTo>
                    <a:pt x="564946" y="95586"/>
                  </a:lnTo>
                  <a:lnTo>
                    <a:pt x="574687" y="88443"/>
                  </a:lnTo>
                  <a:lnTo>
                    <a:pt x="584428" y="81535"/>
                  </a:lnTo>
                  <a:lnTo>
                    <a:pt x="594167" y="74870"/>
                  </a:lnTo>
                  <a:lnTo>
                    <a:pt x="603908" y="68459"/>
                  </a:lnTo>
                  <a:lnTo>
                    <a:pt x="613649" y="62305"/>
                  </a:lnTo>
                  <a:lnTo>
                    <a:pt x="623388" y="56416"/>
                  </a:lnTo>
                  <a:lnTo>
                    <a:pt x="633129" y="50800"/>
                  </a:lnTo>
                  <a:lnTo>
                    <a:pt x="642870" y="45461"/>
                  </a:lnTo>
                  <a:lnTo>
                    <a:pt x="652610" y="40405"/>
                  </a:lnTo>
                  <a:lnTo>
                    <a:pt x="662351" y="35635"/>
                  </a:lnTo>
                  <a:lnTo>
                    <a:pt x="672092" y="31157"/>
                  </a:lnTo>
                  <a:lnTo>
                    <a:pt x="681831" y="26973"/>
                  </a:lnTo>
                  <a:lnTo>
                    <a:pt x="691572" y="23089"/>
                  </a:lnTo>
                  <a:lnTo>
                    <a:pt x="701313" y="19503"/>
                  </a:lnTo>
                  <a:lnTo>
                    <a:pt x="711052" y="16219"/>
                  </a:lnTo>
                  <a:lnTo>
                    <a:pt x="720793" y="13239"/>
                  </a:lnTo>
                  <a:lnTo>
                    <a:pt x="730534" y="10563"/>
                  </a:lnTo>
                  <a:lnTo>
                    <a:pt x="740274" y="8190"/>
                  </a:lnTo>
                  <a:lnTo>
                    <a:pt x="750015" y="6122"/>
                  </a:lnTo>
                  <a:lnTo>
                    <a:pt x="759756" y="4356"/>
                  </a:lnTo>
                  <a:lnTo>
                    <a:pt x="769495" y="2892"/>
                  </a:lnTo>
                  <a:lnTo>
                    <a:pt x="779236" y="1727"/>
                  </a:lnTo>
                  <a:lnTo>
                    <a:pt x="788977" y="858"/>
                  </a:lnTo>
                  <a:lnTo>
                    <a:pt x="798717" y="283"/>
                  </a:lnTo>
                  <a:lnTo>
                    <a:pt x="808458" y="0"/>
                  </a:lnTo>
                  <a:lnTo>
                    <a:pt x="818199" y="3"/>
                  </a:lnTo>
                  <a:lnTo>
                    <a:pt x="827938" y="289"/>
                  </a:lnTo>
                  <a:lnTo>
                    <a:pt x="837679" y="854"/>
                  </a:lnTo>
                  <a:lnTo>
                    <a:pt x="847420" y="1691"/>
                  </a:lnTo>
                  <a:lnTo>
                    <a:pt x="857159" y="2795"/>
                  </a:lnTo>
                  <a:lnTo>
                    <a:pt x="866900" y="4163"/>
                  </a:lnTo>
                  <a:lnTo>
                    <a:pt x="876641" y="5787"/>
                  </a:lnTo>
                  <a:lnTo>
                    <a:pt x="886381" y="7660"/>
                  </a:lnTo>
                  <a:lnTo>
                    <a:pt x="896122" y="9777"/>
                  </a:lnTo>
                  <a:lnTo>
                    <a:pt x="905863" y="12132"/>
                  </a:lnTo>
                  <a:lnTo>
                    <a:pt x="915602" y="14717"/>
                  </a:lnTo>
                  <a:lnTo>
                    <a:pt x="925343" y="17527"/>
                  </a:lnTo>
                  <a:lnTo>
                    <a:pt x="935084" y="20553"/>
                  </a:lnTo>
                  <a:lnTo>
                    <a:pt x="944824" y="23788"/>
                  </a:lnTo>
                  <a:lnTo>
                    <a:pt x="954564" y="27225"/>
                  </a:lnTo>
                  <a:lnTo>
                    <a:pt x="964305" y="30859"/>
                  </a:lnTo>
                  <a:lnTo>
                    <a:pt x="974045" y="34680"/>
                  </a:lnTo>
                  <a:lnTo>
                    <a:pt x="983786" y="38682"/>
                  </a:lnTo>
                  <a:lnTo>
                    <a:pt x="993522" y="42858"/>
                  </a:lnTo>
                  <a:lnTo>
                    <a:pt x="1003266" y="47201"/>
                  </a:lnTo>
                  <a:lnTo>
                    <a:pt x="1013010" y="51704"/>
                  </a:lnTo>
                  <a:lnTo>
                    <a:pt x="1022754" y="56360"/>
                  </a:lnTo>
                  <a:lnTo>
                    <a:pt x="1032483" y="61163"/>
                  </a:lnTo>
                  <a:lnTo>
                    <a:pt x="1042227" y="66105"/>
                  </a:lnTo>
                  <a:lnTo>
                    <a:pt x="1051971" y="71183"/>
                  </a:lnTo>
                  <a:lnTo>
                    <a:pt x="1061715" y="76386"/>
                  </a:lnTo>
                  <a:lnTo>
                    <a:pt x="1071444" y="81712"/>
                  </a:lnTo>
                  <a:lnTo>
                    <a:pt x="1081188" y="87155"/>
                  </a:lnTo>
                  <a:lnTo>
                    <a:pt x="1090932" y="92706"/>
                  </a:lnTo>
                  <a:lnTo>
                    <a:pt x="1100676" y="98365"/>
                  </a:lnTo>
                  <a:lnTo>
                    <a:pt x="1110405" y="104122"/>
                  </a:lnTo>
                  <a:lnTo>
                    <a:pt x="1120149" y="109975"/>
                  </a:lnTo>
                  <a:lnTo>
                    <a:pt x="1129893" y="115920"/>
                  </a:lnTo>
                  <a:lnTo>
                    <a:pt x="1139637" y="121951"/>
                  </a:lnTo>
                  <a:lnTo>
                    <a:pt x="1149381" y="128066"/>
                  </a:lnTo>
                  <a:lnTo>
                    <a:pt x="1159110" y="134258"/>
                  </a:lnTo>
                  <a:lnTo>
                    <a:pt x="1168854" y="140527"/>
                  </a:lnTo>
                  <a:lnTo>
                    <a:pt x="1178598" y="146868"/>
                  </a:lnTo>
                  <a:lnTo>
                    <a:pt x="1188341" y="153279"/>
                  </a:lnTo>
                  <a:lnTo>
                    <a:pt x="1198070" y="159757"/>
                  </a:lnTo>
                  <a:lnTo>
                    <a:pt x="1207814" y="166299"/>
                  </a:lnTo>
                  <a:lnTo>
                    <a:pt x="1217558" y="172903"/>
                  </a:lnTo>
                  <a:lnTo>
                    <a:pt x="1227302" y="179567"/>
                  </a:lnTo>
                  <a:lnTo>
                    <a:pt x="1237031" y="186288"/>
                  </a:lnTo>
                  <a:lnTo>
                    <a:pt x="1246775" y="193065"/>
                  </a:lnTo>
                  <a:lnTo>
                    <a:pt x="1256519" y="199897"/>
                  </a:lnTo>
                  <a:lnTo>
                    <a:pt x="1266263" y="206781"/>
                  </a:lnTo>
                  <a:lnTo>
                    <a:pt x="1276007" y="213718"/>
                  </a:lnTo>
                  <a:lnTo>
                    <a:pt x="1285736" y="220706"/>
                  </a:lnTo>
                  <a:lnTo>
                    <a:pt x="1295480" y="227741"/>
                  </a:lnTo>
                  <a:lnTo>
                    <a:pt x="1305224" y="234826"/>
                  </a:lnTo>
                  <a:lnTo>
                    <a:pt x="1314968" y="241958"/>
                  </a:lnTo>
                  <a:lnTo>
                    <a:pt x="1324697" y="249136"/>
                  </a:lnTo>
                  <a:lnTo>
                    <a:pt x="1334441" y="256361"/>
                  </a:lnTo>
                  <a:lnTo>
                    <a:pt x="1344185" y="263629"/>
                  </a:lnTo>
                  <a:lnTo>
                    <a:pt x="1353929" y="270941"/>
                  </a:lnTo>
                  <a:lnTo>
                    <a:pt x="1363658" y="278295"/>
                  </a:lnTo>
                  <a:lnTo>
                    <a:pt x="1373402" y="285691"/>
                  </a:lnTo>
                  <a:lnTo>
                    <a:pt x="1383146" y="293127"/>
                  </a:lnTo>
                  <a:lnTo>
                    <a:pt x="1392890" y="300603"/>
                  </a:lnTo>
                  <a:lnTo>
                    <a:pt x="1402619" y="308117"/>
                  </a:lnTo>
                  <a:lnTo>
                    <a:pt x="1412363" y="315668"/>
                  </a:lnTo>
                  <a:lnTo>
                    <a:pt x="1422106" y="323253"/>
                  </a:lnTo>
                  <a:lnTo>
                    <a:pt x="1431850" y="330872"/>
                  </a:lnTo>
                  <a:lnTo>
                    <a:pt x="1441594" y="338523"/>
                  </a:lnTo>
                  <a:lnTo>
                    <a:pt x="1451323" y="346203"/>
                  </a:lnTo>
                  <a:lnTo>
                    <a:pt x="1461067" y="353912"/>
                  </a:lnTo>
                  <a:lnTo>
                    <a:pt x="1470811" y="361646"/>
                  </a:lnTo>
                  <a:lnTo>
                    <a:pt x="1480555" y="369404"/>
                  </a:lnTo>
                  <a:lnTo>
                    <a:pt x="1490284" y="377181"/>
                  </a:lnTo>
                  <a:lnTo>
                    <a:pt x="1500028" y="384978"/>
                  </a:lnTo>
                  <a:lnTo>
                    <a:pt x="1509772" y="392788"/>
                  </a:lnTo>
                  <a:lnTo>
                    <a:pt x="1519516" y="400610"/>
                  </a:lnTo>
                  <a:lnTo>
                    <a:pt x="1529245" y="408439"/>
                  </a:lnTo>
                  <a:lnTo>
                    <a:pt x="1538989" y="416275"/>
                  </a:lnTo>
                  <a:lnTo>
                    <a:pt x="1548733" y="424110"/>
                  </a:lnTo>
                  <a:lnTo>
                    <a:pt x="1558477" y="431942"/>
                  </a:lnTo>
                  <a:lnTo>
                    <a:pt x="1568221" y="439769"/>
                  </a:lnTo>
                  <a:lnTo>
                    <a:pt x="1577950" y="447583"/>
                  </a:lnTo>
                  <a:lnTo>
                    <a:pt x="1587694" y="455381"/>
                  </a:lnTo>
                  <a:lnTo>
                    <a:pt x="1597438" y="463159"/>
                  </a:lnTo>
                  <a:lnTo>
                    <a:pt x="1607182" y="470912"/>
                  </a:lnTo>
                  <a:lnTo>
                    <a:pt x="1616911" y="478634"/>
                  </a:lnTo>
                  <a:lnTo>
                    <a:pt x="1626655" y="486322"/>
                  </a:lnTo>
                  <a:lnTo>
                    <a:pt x="1636399" y="493970"/>
                  </a:lnTo>
                  <a:lnTo>
                    <a:pt x="1646142" y="501571"/>
                  </a:lnTo>
                  <a:lnTo>
                    <a:pt x="1655872" y="509122"/>
                  </a:lnTo>
                  <a:lnTo>
                    <a:pt x="1665616" y="516616"/>
                  </a:lnTo>
                  <a:lnTo>
                    <a:pt x="1675359" y="524049"/>
                  </a:lnTo>
                  <a:lnTo>
                    <a:pt x="1685103" y="531414"/>
                  </a:lnTo>
                  <a:lnTo>
                    <a:pt x="1694832" y="538707"/>
                  </a:lnTo>
                  <a:lnTo>
                    <a:pt x="1704576" y="545920"/>
                  </a:lnTo>
                  <a:lnTo>
                    <a:pt x="1714320" y="553049"/>
                  </a:lnTo>
                  <a:lnTo>
                    <a:pt x="1724064" y="560088"/>
                  </a:lnTo>
                  <a:lnTo>
                    <a:pt x="1733808" y="567031"/>
                  </a:lnTo>
                  <a:lnTo>
                    <a:pt x="1743537" y="573873"/>
                  </a:lnTo>
                  <a:lnTo>
                    <a:pt x="1753281" y="580609"/>
                  </a:lnTo>
                  <a:lnTo>
                    <a:pt x="1763025" y="587231"/>
                  </a:lnTo>
                  <a:lnTo>
                    <a:pt x="1772769" y="593736"/>
                  </a:lnTo>
                  <a:lnTo>
                    <a:pt x="1782498" y="600118"/>
                  </a:lnTo>
                  <a:lnTo>
                    <a:pt x="1792242" y="606371"/>
                  </a:lnTo>
                  <a:lnTo>
                    <a:pt x="1801986" y="612491"/>
                  </a:lnTo>
                  <a:lnTo>
                    <a:pt x="1811730" y="618473"/>
                  </a:lnTo>
                  <a:lnTo>
                    <a:pt x="1821459" y="624311"/>
                  </a:lnTo>
                  <a:lnTo>
                    <a:pt x="1831203" y="630000"/>
                  </a:lnTo>
                  <a:lnTo>
                    <a:pt x="1840947" y="635538"/>
                  </a:lnTo>
                  <a:lnTo>
                    <a:pt x="1850691" y="640918"/>
                  </a:lnTo>
                  <a:lnTo>
                    <a:pt x="1860435" y="646138"/>
                  </a:lnTo>
                  <a:lnTo>
                    <a:pt x="1870164" y="651191"/>
                  </a:lnTo>
                  <a:lnTo>
                    <a:pt x="1879908" y="656077"/>
                  </a:lnTo>
                  <a:lnTo>
                    <a:pt x="1889652" y="660791"/>
                  </a:lnTo>
                  <a:lnTo>
                    <a:pt x="1899395" y="665327"/>
                  </a:lnTo>
                  <a:lnTo>
                    <a:pt x="1909124" y="669685"/>
                  </a:lnTo>
                  <a:lnTo>
                    <a:pt x="1918868" y="673863"/>
                  </a:lnTo>
                  <a:lnTo>
                    <a:pt x="1928612" y="677856"/>
                  </a:lnTo>
                  <a:lnTo>
                    <a:pt x="1938356" y="681661"/>
                  </a:lnTo>
                  <a:lnTo>
                    <a:pt x="1948085" y="685279"/>
                  </a:lnTo>
                  <a:lnTo>
                    <a:pt x="1957829" y="688705"/>
                  </a:lnTo>
                  <a:lnTo>
                    <a:pt x="1967573" y="691940"/>
                  </a:lnTo>
                  <a:lnTo>
                    <a:pt x="1977317" y="694981"/>
                  </a:lnTo>
                  <a:lnTo>
                    <a:pt x="1987046" y="697827"/>
                  </a:lnTo>
                  <a:lnTo>
                    <a:pt x="1996790" y="700477"/>
                  </a:lnTo>
                  <a:lnTo>
                    <a:pt x="2006534" y="702932"/>
                  </a:lnTo>
                  <a:lnTo>
                    <a:pt x="2016278" y="705191"/>
                  </a:lnTo>
                  <a:lnTo>
                    <a:pt x="2026022" y="707253"/>
                  </a:lnTo>
                  <a:lnTo>
                    <a:pt x="2035751" y="709119"/>
                  </a:lnTo>
                  <a:lnTo>
                    <a:pt x="2045495" y="710789"/>
                  </a:lnTo>
                  <a:lnTo>
                    <a:pt x="2055239" y="712264"/>
                  </a:lnTo>
                  <a:lnTo>
                    <a:pt x="2064983" y="713544"/>
                  </a:lnTo>
                  <a:lnTo>
                    <a:pt x="2074712" y="714631"/>
                  </a:lnTo>
                  <a:lnTo>
                    <a:pt x="2084456" y="715528"/>
                  </a:lnTo>
                  <a:lnTo>
                    <a:pt x="2094200" y="716234"/>
                  </a:lnTo>
                  <a:lnTo>
                    <a:pt x="2103944" y="716751"/>
                  </a:lnTo>
                  <a:lnTo>
                    <a:pt x="2113673" y="717084"/>
                  </a:lnTo>
                  <a:lnTo>
                    <a:pt x="2123417" y="717231"/>
                  </a:lnTo>
                  <a:lnTo>
                    <a:pt x="2133161" y="717198"/>
                  </a:lnTo>
                  <a:lnTo>
                    <a:pt x="2142905" y="716985"/>
                  </a:lnTo>
                  <a:lnTo>
                    <a:pt x="2152649" y="716598"/>
                  </a:lnTo>
                  <a:lnTo>
                    <a:pt x="2162377" y="716036"/>
                  </a:lnTo>
                  <a:lnTo>
                    <a:pt x="2172121" y="715305"/>
                  </a:lnTo>
                  <a:lnTo>
                    <a:pt x="2181865" y="714408"/>
                  </a:lnTo>
                  <a:lnTo>
                    <a:pt x="2191609" y="713347"/>
                  </a:lnTo>
                  <a:lnTo>
                    <a:pt x="2201338" y="712127"/>
                  </a:lnTo>
                  <a:lnTo>
                    <a:pt x="2211082" y="710750"/>
                  </a:lnTo>
                  <a:lnTo>
                    <a:pt x="2220826" y="709221"/>
                  </a:lnTo>
                  <a:lnTo>
                    <a:pt x="2230570" y="707545"/>
                  </a:lnTo>
                  <a:lnTo>
                    <a:pt x="2240299" y="705726"/>
                  </a:lnTo>
                  <a:lnTo>
                    <a:pt x="2250043" y="703765"/>
                  </a:lnTo>
                  <a:lnTo>
                    <a:pt x="2259787" y="701669"/>
                  </a:lnTo>
                  <a:lnTo>
                    <a:pt x="2269531" y="699443"/>
                  </a:lnTo>
                  <a:lnTo>
                    <a:pt x="2279260" y="697088"/>
                  </a:lnTo>
                  <a:lnTo>
                    <a:pt x="2289004" y="694611"/>
                  </a:lnTo>
                  <a:lnTo>
                    <a:pt x="2298748" y="692016"/>
                  </a:lnTo>
                  <a:lnTo>
                    <a:pt x="2308492" y="689306"/>
                  </a:lnTo>
                  <a:lnTo>
                    <a:pt x="2318236" y="686488"/>
                  </a:lnTo>
                  <a:lnTo>
                    <a:pt x="2327965" y="683565"/>
                  </a:lnTo>
                  <a:lnTo>
                    <a:pt x="2337709" y="680541"/>
                  </a:lnTo>
                  <a:lnTo>
                    <a:pt x="2347453" y="677422"/>
                  </a:lnTo>
                  <a:lnTo>
                    <a:pt x="2357197" y="674212"/>
                  </a:lnTo>
                  <a:lnTo>
                    <a:pt x="2366926" y="670916"/>
                  </a:lnTo>
                  <a:lnTo>
                    <a:pt x="2376670" y="667537"/>
                  </a:lnTo>
                  <a:lnTo>
                    <a:pt x="2386413" y="664082"/>
                  </a:lnTo>
                  <a:lnTo>
                    <a:pt x="2396157" y="660552"/>
                  </a:lnTo>
                  <a:lnTo>
                    <a:pt x="2405886" y="656956"/>
                  </a:lnTo>
                  <a:lnTo>
                    <a:pt x="2415630" y="653295"/>
                  </a:lnTo>
                  <a:lnTo>
                    <a:pt x="2425374" y="649575"/>
                  </a:lnTo>
                  <a:lnTo>
                    <a:pt x="2435118" y="645799"/>
                  </a:lnTo>
                  <a:lnTo>
                    <a:pt x="2444862" y="641973"/>
                  </a:lnTo>
                  <a:lnTo>
                    <a:pt x="2454591" y="638103"/>
                  </a:lnTo>
                  <a:lnTo>
                    <a:pt x="2464335" y="634189"/>
                  </a:lnTo>
                  <a:lnTo>
                    <a:pt x="2474079" y="630239"/>
                  </a:lnTo>
                  <a:lnTo>
                    <a:pt x="2483823" y="626255"/>
                  </a:lnTo>
                  <a:lnTo>
                    <a:pt x="2493552" y="622244"/>
                  </a:lnTo>
                  <a:lnTo>
                    <a:pt x="2503296" y="618208"/>
                  </a:lnTo>
                  <a:lnTo>
                    <a:pt x="2513040" y="614151"/>
                  </a:lnTo>
                  <a:lnTo>
                    <a:pt x="2522784" y="610079"/>
                  </a:lnTo>
                  <a:lnTo>
                    <a:pt x="2532513" y="605995"/>
                  </a:lnTo>
                  <a:lnTo>
                    <a:pt x="2542257" y="601904"/>
                  </a:lnTo>
                  <a:lnTo>
                    <a:pt x="2552001" y="597810"/>
                  </a:lnTo>
                  <a:lnTo>
                    <a:pt x="2561745" y="593717"/>
                  </a:lnTo>
                  <a:lnTo>
                    <a:pt x="2571474" y="589629"/>
                  </a:lnTo>
                  <a:lnTo>
                    <a:pt x="2581218" y="585551"/>
                  </a:lnTo>
                  <a:lnTo>
                    <a:pt x="2590962" y="581486"/>
                  </a:lnTo>
                  <a:lnTo>
                    <a:pt x="2600705" y="577440"/>
                  </a:lnTo>
                  <a:lnTo>
                    <a:pt x="2610449" y="573416"/>
                  </a:lnTo>
                  <a:lnTo>
                    <a:pt x="2620178" y="569418"/>
                  </a:lnTo>
                  <a:lnTo>
                    <a:pt x="2629922" y="565452"/>
                  </a:lnTo>
                  <a:lnTo>
                    <a:pt x="2639666" y="561520"/>
                  </a:lnTo>
                  <a:lnTo>
                    <a:pt x="2649410" y="557629"/>
                  </a:lnTo>
                  <a:lnTo>
                    <a:pt x="2659139" y="553782"/>
                  </a:lnTo>
                  <a:lnTo>
                    <a:pt x="2668883" y="549984"/>
                  </a:lnTo>
                  <a:lnTo>
                    <a:pt x="2678627" y="546238"/>
                  </a:lnTo>
                  <a:lnTo>
                    <a:pt x="2688371" y="542552"/>
                  </a:lnTo>
                  <a:lnTo>
                    <a:pt x="2698100" y="538927"/>
                  </a:lnTo>
                  <a:lnTo>
                    <a:pt x="2707844" y="535371"/>
                  </a:lnTo>
                  <a:lnTo>
                    <a:pt x="2717588" y="531886"/>
                  </a:lnTo>
                  <a:lnTo>
                    <a:pt x="2727332" y="528479"/>
                  </a:lnTo>
                  <a:lnTo>
                    <a:pt x="2737076" y="525155"/>
                  </a:lnTo>
                  <a:lnTo>
                    <a:pt x="2746805" y="521917"/>
                  </a:lnTo>
                  <a:lnTo>
                    <a:pt x="2756549" y="518772"/>
                  </a:lnTo>
                  <a:lnTo>
                    <a:pt x="2766293" y="515724"/>
                  </a:lnTo>
                  <a:lnTo>
                    <a:pt x="2776037" y="512780"/>
                  </a:lnTo>
                  <a:lnTo>
                    <a:pt x="2785766" y="509943"/>
                  </a:lnTo>
                  <a:lnTo>
                    <a:pt x="2795510" y="507219"/>
                  </a:lnTo>
                  <a:lnTo>
                    <a:pt x="2805254" y="504615"/>
                  </a:lnTo>
                  <a:lnTo>
                    <a:pt x="2814998" y="502136"/>
                  </a:lnTo>
                  <a:lnTo>
                    <a:pt x="2824727" y="499786"/>
                  </a:lnTo>
                  <a:lnTo>
                    <a:pt x="2834471" y="497572"/>
                  </a:lnTo>
                  <a:lnTo>
                    <a:pt x="2844215" y="495500"/>
                  </a:lnTo>
                  <a:lnTo>
                    <a:pt x="2853958" y="493573"/>
                  </a:lnTo>
                  <a:lnTo>
                    <a:pt x="2863687" y="491799"/>
                  </a:lnTo>
                  <a:lnTo>
                    <a:pt x="2873431" y="490182"/>
                  </a:lnTo>
                  <a:lnTo>
                    <a:pt x="2883175" y="488730"/>
                  </a:lnTo>
                  <a:lnTo>
                    <a:pt x="2892919" y="487446"/>
                  </a:lnTo>
                  <a:lnTo>
                    <a:pt x="2902663" y="486336"/>
                  </a:lnTo>
                  <a:lnTo>
                    <a:pt x="2912392" y="48540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0" name="Freeform 869">
              <a:extLst>
                <a:ext uri="{FF2B5EF4-FFF2-40B4-BE49-F238E27FC236}">
                  <a16:creationId xmlns:a16="http://schemas.microsoft.com/office/drawing/2014/main" id="{17CD09B4-D313-F519-7839-43F7F03B0F1E}"/>
                </a:ext>
              </a:extLst>
            </p:cNvPr>
            <p:cNvSpPr/>
            <p:nvPr/>
          </p:nvSpPr>
          <p:spPr>
            <a:xfrm>
              <a:off x="576446" y="3263961"/>
              <a:ext cx="2912392" cy="553221"/>
            </a:xfrm>
            <a:custGeom>
              <a:avLst/>
              <a:gdLst>
                <a:gd name="connsiteX0" fmla="*/ 0 w 2912392"/>
                <a:gd name="connsiteY0" fmla="*/ 316612 h 553221"/>
                <a:gd name="connsiteX1" fmla="*/ 9739 w 2912392"/>
                <a:gd name="connsiteY1" fmla="*/ 323545 h 553221"/>
                <a:gd name="connsiteX2" fmla="*/ 19480 w 2912392"/>
                <a:gd name="connsiteY2" fmla="*/ 330495 h 553221"/>
                <a:gd name="connsiteX3" fmla="*/ 29221 w 2912392"/>
                <a:gd name="connsiteY3" fmla="*/ 337450 h 553221"/>
                <a:gd name="connsiteX4" fmla="*/ 38961 w 2912392"/>
                <a:gd name="connsiteY4" fmla="*/ 344402 h 553221"/>
                <a:gd name="connsiteX5" fmla="*/ 48702 w 2912392"/>
                <a:gd name="connsiteY5" fmla="*/ 351337 h 553221"/>
                <a:gd name="connsiteX6" fmla="*/ 58443 w 2912392"/>
                <a:gd name="connsiteY6" fmla="*/ 358248 h 553221"/>
                <a:gd name="connsiteX7" fmla="*/ 68182 w 2912392"/>
                <a:gd name="connsiteY7" fmla="*/ 365122 h 553221"/>
                <a:gd name="connsiteX8" fmla="*/ 77923 w 2912392"/>
                <a:gd name="connsiteY8" fmla="*/ 371949 h 553221"/>
                <a:gd name="connsiteX9" fmla="*/ 87664 w 2912392"/>
                <a:gd name="connsiteY9" fmla="*/ 378717 h 553221"/>
                <a:gd name="connsiteX10" fmla="*/ 97404 w 2912392"/>
                <a:gd name="connsiteY10" fmla="*/ 385416 h 553221"/>
                <a:gd name="connsiteX11" fmla="*/ 107145 w 2912392"/>
                <a:gd name="connsiteY11" fmla="*/ 392035 h 553221"/>
                <a:gd name="connsiteX12" fmla="*/ 116886 w 2912392"/>
                <a:gd name="connsiteY12" fmla="*/ 398561 h 553221"/>
                <a:gd name="connsiteX13" fmla="*/ 126625 w 2912392"/>
                <a:gd name="connsiteY13" fmla="*/ 404984 h 553221"/>
                <a:gd name="connsiteX14" fmla="*/ 136366 w 2912392"/>
                <a:gd name="connsiteY14" fmla="*/ 411291 h 553221"/>
                <a:gd name="connsiteX15" fmla="*/ 146107 w 2912392"/>
                <a:gd name="connsiteY15" fmla="*/ 417471 h 553221"/>
                <a:gd name="connsiteX16" fmla="*/ 155846 w 2912392"/>
                <a:gd name="connsiteY16" fmla="*/ 423514 h 553221"/>
                <a:gd name="connsiteX17" fmla="*/ 165587 w 2912392"/>
                <a:gd name="connsiteY17" fmla="*/ 429407 h 553221"/>
                <a:gd name="connsiteX18" fmla="*/ 175328 w 2912392"/>
                <a:gd name="connsiteY18" fmla="*/ 435137 h 553221"/>
                <a:gd name="connsiteX19" fmla="*/ 185068 w 2912392"/>
                <a:gd name="connsiteY19" fmla="*/ 440694 h 553221"/>
                <a:gd name="connsiteX20" fmla="*/ 194809 w 2912392"/>
                <a:gd name="connsiteY20" fmla="*/ 446067 h 553221"/>
                <a:gd name="connsiteX21" fmla="*/ 204550 w 2912392"/>
                <a:gd name="connsiteY21" fmla="*/ 451244 h 553221"/>
                <a:gd name="connsiteX22" fmla="*/ 214289 w 2912392"/>
                <a:gd name="connsiteY22" fmla="*/ 456214 h 553221"/>
                <a:gd name="connsiteX23" fmla="*/ 224030 w 2912392"/>
                <a:gd name="connsiteY23" fmla="*/ 460966 h 553221"/>
                <a:gd name="connsiteX24" fmla="*/ 233771 w 2912392"/>
                <a:gd name="connsiteY24" fmla="*/ 465487 h 553221"/>
                <a:gd name="connsiteX25" fmla="*/ 243510 w 2912392"/>
                <a:gd name="connsiteY25" fmla="*/ 469771 h 553221"/>
                <a:gd name="connsiteX26" fmla="*/ 253251 w 2912392"/>
                <a:gd name="connsiteY26" fmla="*/ 473802 h 553221"/>
                <a:gd name="connsiteX27" fmla="*/ 262992 w 2912392"/>
                <a:gd name="connsiteY27" fmla="*/ 477575 h 553221"/>
                <a:gd name="connsiteX28" fmla="*/ 272732 w 2912392"/>
                <a:gd name="connsiteY28" fmla="*/ 481076 h 553221"/>
                <a:gd name="connsiteX29" fmla="*/ 282473 w 2912392"/>
                <a:gd name="connsiteY29" fmla="*/ 484299 h 553221"/>
                <a:gd name="connsiteX30" fmla="*/ 292214 w 2912392"/>
                <a:gd name="connsiteY30" fmla="*/ 487231 h 553221"/>
                <a:gd name="connsiteX31" fmla="*/ 301953 w 2912392"/>
                <a:gd name="connsiteY31" fmla="*/ 489867 h 553221"/>
                <a:gd name="connsiteX32" fmla="*/ 311694 w 2912392"/>
                <a:gd name="connsiteY32" fmla="*/ 492197 h 553221"/>
                <a:gd name="connsiteX33" fmla="*/ 321435 w 2912392"/>
                <a:gd name="connsiteY33" fmla="*/ 494211 h 553221"/>
                <a:gd name="connsiteX34" fmla="*/ 331175 w 2912392"/>
                <a:gd name="connsiteY34" fmla="*/ 495905 h 553221"/>
                <a:gd name="connsiteX35" fmla="*/ 340916 w 2912392"/>
                <a:gd name="connsiteY35" fmla="*/ 497270 h 553221"/>
                <a:gd name="connsiteX36" fmla="*/ 350656 w 2912392"/>
                <a:gd name="connsiteY36" fmla="*/ 498301 h 553221"/>
                <a:gd name="connsiteX37" fmla="*/ 360396 w 2912392"/>
                <a:gd name="connsiteY37" fmla="*/ 498992 h 553221"/>
                <a:gd name="connsiteX38" fmla="*/ 370137 w 2912392"/>
                <a:gd name="connsiteY38" fmla="*/ 499336 h 553221"/>
                <a:gd name="connsiteX39" fmla="*/ 379878 w 2912392"/>
                <a:gd name="connsiteY39" fmla="*/ 499330 h 553221"/>
                <a:gd name="connsiteX40" fmla="*/ 389617 w 2912392"/>
                <a:gd name="connsiteY40" fmla="*/ 498970 h 553221"/>
                <a:gd name="connsiteX41" fmla="*/ 399358 w 2912392"/>
                <a:gd name="connsiteY41" fmla="*/ 498253 h 553221"/>
                <a:gd name="connsiteX42" fmla="*/ 409099 w 2912392"/>
                <a:gd name="connsiteY42" fmla="*/ 497175 h 553221"/>
                <a:gd name="connsiteX43" fmla="*/ 418839 w 2912392"/>
                <a:gd name="connsiteY43" fmla="*/ 495735 h 553221"/>
                <a:gd name="connsiteX44" fmla="*/ 428580 w 2912392"/>
                <a:gd name="connsiteY44" fmla="*/ 493931 h 553221"/>
                <a:gd name="connsiteX45" fmla="*/ 438321 w 2912392"/>
                <a:gd name="connsiteY45" fmla="*/ 491765 h 553221"/>
                <a:gd name="connsiteX46" fmla="*/ 448060 w 2912392"/>
                <a:gd name="connsiteY46" fmla="*/ 489233 h 553221"/>
                <a:gd name="connsiteX47" fmla="*/ 457801 w 2912392"/>
                <a:gd name="connsiteY47" fmla="*/ 486338 h 553221"/>
                <a:gd name="connsiteX48" fmla="*/ 467542 w 2912392"/>
                <a:gd name="connsiteY48" fmla="*/ 483083 h 553221"/>
                <a:gd name="connsiteX49" fmla="*/ 477281 w 2912392"/>
                <a:gd name="connsiteY49" fmla="*/ 479469 h 553221"/>
                <a:gd name="connsiteX50" fmla="*/ 487022 w 2912392"/>
                <a:gd name="connsiteY50" fmla="*/ 475498 h 553221"/>
                <a:gd name="connsiteX51" fmla="*/ 496763 w 2912392"/>
                <a:gd name="connsiteY51" fmla="*/ 471176 h 553221"/>
                <a:gd name="connsiteX52" fmla="*/ 506503 w 2912392"/>
                <a:gd name="connsiteY52" fmla="*/ 466506 h 553221"/>
                <a:gd name="connsiteX53" fmla="*/ 516244 w 2912392"/>
                <a:gd name="connsiteY53" fmla="*/ 461496 h 553221"/>
                <a:gd name="connsiteX54" fmla="*/ 525985 w 2912392"/>
                <a:gd name="connsiteY54" fmla="*/ 456149 h 553221"/>
                <a:gd name="connsiteX55" fmla="*/ 535724 w 2912392"/>
                <a:gd name="connsiteY55" fmla="*/ 450474 h 553221"/>
                <a:gd name="connsiteX56" fmla="*/ 545465 w 2912392"/>
                <a:gd name="connsiteY56" fmla="*/ 444477 h 553221"/>
                <a:gd name="connsiteX57" fmla="*/ 555206 w 2912392"/>
                <a:gd name="connsiteY57" fmla="*/ 438167 h 553221"/>
                <a:gd name="connsiteX58" fmla="*/ 564946 w 2912392"/>
                <a:gd name="connsiteY58" fmla="*/ 431552 h 553221"/>
                <a:gd name="connsiteX59" fmla="*/ 574687 w 2912392"/>
                <a:gd name="connsiteY59" fmla="*/ 424643 h 553221"/>
                <a:gd name="connsiteX60" fmla="*/ 584428 w 2912392"/>
                <a:gd name="connsiteY60" fmla="*/ 417450 h 553221"/>
                <a:gd name="connsiteX61" fmla="*/ 594167 w 2912392"/>
                <a:gd name="connsiteY61" fmla="*/ 409983 h 553221"/>
                <a:gd name="connsiteX62" fmla="*/ 603908 w 2912392"/>
                <a:gd name="connsiteY62" fmla="*/ 402255 h 553221"/>
                <a:gd name="connsiteX63" fmla="*/ 613649 w 2912392"/>
                <a:gd name="connsiteY63" fmla="*/ 394275 h 553221"/>
                <a:gd name="connsiteX64" fmla="*/ 623388 w 2912392"/>
                <a:gd name="connsiteY64" fmla="*/ 386058 h 553221"/>
                <a:gd name="connsiteX65" fmla="*/ 633129 w 2912392"/>
                <a:gd name="connsiteY65" fmla="*/ 377618 h 553221"/>
                <a:gd name="connsiteX66" fmla="*/ 642870 w 2912392"/>
                <a:gd name="connsiteY66" fmla="*/ 368964 h 553221"/>
                <a:gd name="connsiteX67" fmla="*/ 652610 w 2912392"/>
                <a:gd name="connsiteY67" fmla="*/ 360116 h 553221"/>
                <a:gd name="connsiteX68" fmla="*/ 662351 w 2912392"/>
                <a:gd name="connsiteY68" fmla="*/ 351084 h 553221"/>
                <a:gd name="connsiteX69" fmla="*/ 672092 w 2912392"/>
                <a:gd name="connsiteY69" fmla="*/ 341884 h 553221"/>
                <a:gd name="connsiteX70" fmla="*/ 681831 w 2912392"/>
                <a:gd name="connsiteY70" fmla="*/ 332532 h 553221"/>
                <a:gd name="connsiteX71" fmla="*/ 691572 w 2912392"/>
                <a:gd name="connsiteY71" fmla="*/ 323041 h 553221"/>
                <a:gd name="connsiteX72" fmla="*/ 701313 w 2912392"/>
                <a:gd name="connsiteY72" fmla="*/ 313430 h 553221"/>
                <a:gd name="connsiteX73" fmla="*/ 711052 w 2912392"/>
                <a:gd name="connsiteY73" fmla="*/ 303713 h 553221"/>
                <a:gd name="connsiteX74" fmla="*/ 720793 w 2912392"/>
                <a:gd name="connsiteY74" fmla="*/ 293906 h 553221"/>
                <a:gd name="connsiteX75" fmla="*/ 730534 w 2912392"/>
                <a:gd name="connsiteY75" fmla="*/ 284028 h 553221"/>
                <a:gd name="connsiteX76" fmla="*/ 740274 w 2912392"/>
                <a:gd name="connsiteY76" fmla="*/ 274092 h 553221"/>
                <a:gd name="connsiteX77" fmla="*/ 750015 w 2912392"/>
                <a:gd name="connsiteY77" fmla="*/ 264116 h 553221"/>
                <a:gd name="connsiteX78" fmla="*/ 759756 w 2912392"/>
                <a:gd name="connsiteY78" fmla="*/ 254117 h 553221"/>
                <a:gd name="connsiteX79" fmla="*/ 769495 w 2912392"/>
                <a:gd name="connsiteY79" fmla="*/ 244111 h 553221"/>
                <a:gd name="connsiteX80" fmla="*/ 779236 w 2912392"/>
                <a:gd name="connsiteY80" fmla="*/ 234115 h 553221"/>
                <a:gd name="connsiteX81" fmla="*/ 788977 w 2912392"/>
                <a:gd name="connsiteY81" fmla="*/ 224146 h 553221"/>
                <a:gd name="connsiteX82" fmla="*/ 798717 w 2912392"/>
                <a:gd name="connsiteY82" fmla="*/ 214219 h 553221"/>
                <a:gd name="connsiteX83" fmla="*/ 808458 w 2912392"/>
                <a:gd name="connsiteY83" fmla="*/ 204353 h 553221"/>
                <a:gd name="connsiteX84" fmla="*/ 818199 w 2912392"/>
                <a:gd name="connsiteY84" fmla="*/ 194561 h 553221"/>
                <a:gd name="connsiteX85" fmla="*/ 827938 w 2912392"/>
                <a:gd name="connsiteY85" fmla="*/ 184862 h 553221"/>
                <a:gd name="connsiteX86" fmla="*/ 837679 w 2912392"/>
                <a:gd name="connsiteY86" fmla="*/ 175270 h 553221"/>
                <a:gd name="connsiteX87" fmla="*/ 847420 w 2912392"/>
                <a:gd name="connsiteY87" fmla="*/ 165803 h 553221"/>
                <a:gd name="connsiteX88" fmla="*/ 857159 w 2912392"/>
                <a:gd name="connsiteY88" fmla="*/ 156474 h 553221"/>
                <a:gd name="connsiteX89" fmla="*/ 866900 w 2912392"/>
                <a:gd name="connsiteY89" fmla="*/ 147297 h 553221"/>
                <a:gd name="connsiteX90" fmla="*/ 876641 w 2912392"/>
                <a:gd name="connsiteY90" fmla="*/ 138289 h 553221"/>
                <a:gd name="connsiteX91" fmla="*/ 886381 w 2912392"/>
                <a:gd name="connsiteY91" fmla="*/ 129465 h 553221"/>
                <a:gd name="connsiteX92" fmla="*/ 896122 w 2912392"/>
                <a:gd name="connsiteY92" fmla="*/ 120837 h 553221"/>
                <a:gd name="connsiteX93" fmla="*/ 905863 w 2912392"/>
                <a:gd name="connsiteY93" fmla="*/ 112419 h 553221"/>
                <a:gd name="connsiteX94" fmla="*/ 915602 w 2912392"/>
                <a:gd name="connsiteY94" fmla="*/ 104226 h 553221"/>
                <a:gd name="connsiteX95" fmla="*/ 925343 w 2912392"/>
                <a:gd name="connsiteY95" fmla="*/ 96268 h 553221"/>
                <a:gd name="connsiteX96" fmla="*/ 935084 w 2912392"/>
                <a:gd name="connsiteY96" fmla="*/ 88558 h 553221"/>
                <a:gd name="connsiteX97" fmla="*/ 944824 w 2912392"/>
                <a:gd name="connsiteY97" fmla="*/ 81110 h 553221"/>
                <a:gd name="connsiteX98" fmla="*/ 954564 w 2912392"/>
                <a:gd name="connsiteY98" fmla="*/ 73933 h 553221"/>
                <a:gd name="connsiteX99" fmla="*/ 964305 w 2912392"/>
                <a:gd name="connsiteY99" fmla="*/ 67038 h 553221"/>
                <a:gd name="connsiteX100" fmla="*/ 974045 w 2912392"/>
                <a:gd name="connsiteY100" fmla="*/ 60436 h 553221"/>
                <a:gd name="connsiteX101" fmla="*/ 983786 w 2912392"/>
                <a:gd name="connsiteY101" fmla="*/ 54135 h 553221"/>
                <a:gd name="connsiteX102" fmla="*/ 993522 w 2912392"/>
                <a:gd name="connsiteY102" fmla="*/ 48148 h 553221"/>
                <a:gd name="connsiteX103" fmla="*/ 1003266 w 2912392"/>
                <a:gd name="connsiteY103" fmla="*/ 42480 h 553221"/>
                <a:gd name="connsiteX104" fmla="*/ 1013010 w 2912392"/>
                <a:gd name="connsiteY104" fmla="*/ 37142 h 553221"/>
                <a:gd name="connsiteX105" fmla="*/ 1022754 w 2912392"/>
                <a:gd name="connsiteY105" fmla="*/ 32137 h 553221"/>
                <a:gd name="connsiteX106" fmla="*/ 1032483 w 2912392"/>
                <a:gd name="connsiteY106" fmla="*/ 27477 h 553221"/>
                <a:gd name="connsiteX107" fmla="*/ 1042227 w 2912392"/>
                <a:gd name="connsiteY107" fmla="*/ 23165 h 553221"/>
                <a:gd name="connsiteX108" fmla="*/ 1051971 w 2912392"/>
                <a:gd name="connsiteY108" fmla="*/ 19209 h 553221"/>
                <a:gd name="connsiteX109" fmla="*/ 1061715 w 2912392"/>
                <a:gd name="connsiteY109" fmla="*/ 15613 h 553221"/>
                <a:gd name="connsiteX110" fmla="*/ 1071444 w 2912392"/>
                <a:gd name="connsiteY110" fmla="*/ 12380 h 553221"/>
                <a:gd name="connsiteX111" fmla="*/ 1081188 w 2912392"/>
                <a:gd name="connsiteY111" fmla="*/ 9516 h 553221"/>
                <a:gd name="connsiteX112" fmla="*/ 1090932 w 2912392"/>
                <a:gd name="connsiteY112" fmla="*/ 7025 h 553221"/>
                <a:gd name="connsiteX113" fmla="*/ 1100676 w 2912392"/>
                <a:gd name="connsiteY113" fmla="*/ 4908 h 553221"/>
                <a:gd name="connsiteX114" fmla="*/ 1110405 w 2912392"/>
                <a:gd name="connsiteY114" fmla="*/ 3168 h 553221"/>
                <a:gd name="connsiteX115" fmla="*/ 1120149 w 2912392"/>
                <a:gd name="connsiteY115" fmla="*/ 1807 h 553221"/>
                <a:gd name="connsiteX116" fmla="*/ 1129893 w 2912392"/>
                <a:gd name="connsiteY116" fmla="*/ 825 h 553221"/>
                <a:gd name="connsiteX117" fmla="*/ 1139637 w 2912392"/>
                <a:gd name="connsiteY117" fmla="*/ 223 h 553221"/>
                <a:gd name="connsiteX118" fmla="*/ 1149381 w 2912392"/>
                <a:gd name="connsiteY118" fmla="*/ 0 h 553221"/>
                <a:gd name="connsiteX119" fmla="*/ 1159110 w 2912392"/>
                <a:gd name="connsiteY119" fmla="*/ 158 h 553221"/>
                <a:gd name="connsiteX120" fmla="*/ 1168854 w 2912392"/>
                <a:gd name="connsiteY120" fmla="*/ 691 h 553221"/>
                <a:gd name="connsiteX121" fmla="*/ 1178598 w 2912392"/>
                <a:gd name="connsiteY121" fmla="*/ 1602 h 553221"/>
                <a:gd name="connsiteX122" fmla="*/ 1188341 w 2912392"/>
                <a:gd name="connsiteY122" fmla="*/ 2886 h 553221"/>
                <a:gd name="connsiteX123" fmla="*/ 1198070 w 2912392"/>
                <a:gd name="connsiteY123" fmla="*/ 4540 h 553221"/>
                <a:gd name="connsiteX124" fmla="*/ 1207814 w 2912392"/>
                <a:gd name="connsiteY124" fmla="*/ 6562 h 553221"/>
                <a:gd name="connsiteX125" fmla="*/ 1217558 w 2912392"/>
                <a:gd name="connsiteY125" fmla="*/ 8945 h 553221"/>
                <a:gd name="connsiteX126" fmla="*/ 1227302 w 2912392"/>
                <a:gd name="connsiteY126" fmla="*/ 11688 h 553221"/>
                <a:gd name="connsiteX127" fmla="*/ 1237031 w 2912392"/>
                <a:gd name="connsiteY127" fmla="*/ 14784 h 553221"/>
                <a:gd name="connsiteX128" fmla="*/ 1246775 w 2912392"/>
                <a:gd name="connsiteY128" fmla="*/ 18229 h 553221"/>
                <a:gd name="connsiteX129" fmla="*/ 1256519 w 2912392"/>
                <a:gd name="connsiteY129" fmla="*/ 22013 h 553221"/>
                <a:gd name="connsiteX130" fmla="*/ 1266263 w 2912392"/>
                <a:gd name="connsiteY130" fmla="*/ 26134 h 553221"/>
                <a:gd name="connsiteX131" fmla="*/ 1276007 w 2912392"/>
                <a:gd name="connsiteY131" fmla="*/ 30583 h 553221"/>
                <a:gd name="connsiteX132" fmla="*/ 1285736 w 2912392"/>
                <a:gd name="connsiteY132" fmla="*/ 35354 h 553221"/>
                <a:gd name="connsiteX133" fmla="*/ 1295480 w 2912392"/>
                <a:gd name="connsiteY133" fmla="*/ 40437 h 553221"/>
                <a:gd name="connsiteX134" fmla="*/ 1305224 w 2912392"/>
                <a:gd name="connsiteY134" fmla="*/ 45825 h 553221"/>
                <a:gd name="connsiteX135" fmla="*/ 1314968 w 2912392"/>
                <a:gd name="connsiteY135" fmla="*/ 51509 h 553221"/>
                <a:gd name="connsiteX136" fmla="*/ 1324697 w 2912392"/>
                <a:gd name="connsiteY136" fmla="*/ 57479 h 553221"/>
                <a:gd name="connsiteX137" fmla="*/ 1334441 w 2912392"/>
                <a:gd name="connsiteY137" fmla="*/ 63729 h 553221"/>
                <a:gd name="connsiteX138" fmla="*/ 1344185 w 2912392"/>
                <a:gd name="connsiteY138" fmla="*/ 70244 h 553221"/>
                <a:gd name="connsiteX139" fmla="*/ 1353929 w 2912392"/>
                <a:gd name="connsiteY139" fmla="*/ 77019 h 553221"/>
                <a:gd name="connsiteX140" fmla="*/ 1363658 w 2912392"/>
                <a:gd name="connsiteY140" fmla="*/ 84041 h 553221"/>
                <a:gd name="connsiteX141" fmla="*/ 1373402 w 2912392"/>
                <a:gd name="connsiteY141" fmla="*/ 91300 h 553221"/>
                <a:gd name="connsiteX142" fmla="*/ 1383146 w 2912392"/>
                <a:gd name="connsiteY142" fmla="*/ 98783 h 553221"/>
                <a:gd name="connsiteX143" fmla="*/ 1392890 w 2912392"/>
                <a:gd name="connsiteY143" fmla="*/ 106482 h 553221"/>
                <a:gd name="connsiteX144" fmla="*/ 1402619 w 2912392"/>
                <a:gd name="connsiteY144" fmla="*/ 114384 h 553221"/>
                <a:gd name="connsiteX145" fmla="*/ 1412363 w 2912392"/>
                <a:gd name="connsiteY145" fmla="*/ 122477 h 553221"/>
                <a:gd name="connsiteX146" fmla="*/ 1422106 w 2912392"/>
                <a:gd name="connsiteY146" fmla="*/ 130749 h 553221"/>
                <a:gd name="connsiteX147" fmla="*/ 1431850 w 2912392"/>
                <a:gd name="connsiteY147" fmla="*/ 139189 h 553221"/>
                <a:gd name="connsiteX148" fmla="*/ 1441594 w 2912392"/>
                <a:gd name="connsiteY148" fmla="*/ 147785 h 553221"/>
                <a:gd name="connsiteX149" fmla="*/ 1451323 w 2912392"/>
                <a:gd name="connsiteY149" fmla="*/ 156521 h 553221"/>
                <a:gd name="connsiteX150" fmla="*/ 1461067 w 2912392"/>
                <a:gd name="connsiteY150" fmla="*/ 165391 h 553221"/>
                <a:gd name="connsiteX151" fmla="*/ 1470811 w 2912392"/>
                <a:gd name="connsiteY151" fmla="*/ 174376 h 553221"/>
                <a:gd name="connsiteX152" fmla="*/ 1480555 w 2912392"/>
                <a:gd name="connsiteY152" fmla="*/ 183468 h 553221"/>
                <a:gd name="connsiteX153" fmla="*/ 1490284 w 2912392"/>
                <a:gd name="connsiteY153" fmla="*/ 192653 h 553221"/>
                <a:gd name="connsiteX154" fmla="*/ 1500028 w 2912392"/>
                <a:gd name="connsiteY154" fmla="*/ 201917 h 553221"/>
                <a:gd name="connsiteX155" fmla="*/ 1509772 w 2912392"/>
                <a:gd name="connsiteY155" fmla="*/ 211250 h 553221"/>
                <a:gd name="connsiteX156" fmla="*/ 1519516 w 2912392"/>
                <a:gd name="connsiteY156" fmla="*/ 220636 h 553221"/>
                <a:gd name="connsiteX157" fmla="*/ 1529245 w 2912392"/>
                <a:gd name="connsiteY157" fmla="*/ 230067 h 553221"/>
                <a:gd name="connsiteX158" fmla="*/ 1538989 w 2912392"/>
                <a:gd name="connsiteY158" fmla="*/ 239526 h 553221"/>
                <a:gd name="connsiteX159" fmla="*/ 1548733 w 2912392"/>
                <a:gd name="connsiteY159" fmla="*/ 249004 h 553221"/>
                <a:gd name="connsiteX160" fmla="*/ 1558477 w 2912392"/>
                <a:gd name="connsiteY160" fmla="*/ 258487 h 553221"/>
                <a:gd name="connsiteX161" fmla="*/ 1568221 w 2912392"/>
                <a:gd name="connsiteY161" fmla="*/ 267963 h 553221"/>
                <a:gd name="connsiteX162" fmla="*/ 1577950 w 2912392"/>
                <a:gd name="connsiteY162" fmla="*/ 277422 h 553221"/>
                <a:gd name="connsiteX163" fmla="*/ 1587694 w 2912392"/>
                <a:gd name="connsiteY163" fmla="*/ 286850 h 553221"/>
                <a:gd name="connsiteX164" fmla="*/ 1597438 w 2912392"/>
                <a:gd name="connsiteY164" fmla="*/ 296236 h 553221"/>
                <a:gd name="connsiteX165" fmla="*/ 1607182 w 2912392"/>
                <a:gd name="connsiteY165" fmla="*/ 305569 h 553221"/>
                <a:gd name="connsiteX166" fmla="*/ 1616911 w 2912392"/>
                <a:gd name="connsiteY166" fmla="*/ 314839 h 553221"/>
                <a:gd name="connsiteX167" fmla="*/ 1626655 w 2912392"/>
                <a:gd name="connsiteY167" fmla="*/ 324034 h 553221"/>
                <a:gd name="connsiteX168" fmla="*/ 1636399 w 2912392"/>
                <a:gd name="connsiteY168" fmla="*/ 333144 h 553221"/>
                <a:gd name="connsiteX169" fmla="*/ 1646142 w 2912392"/>
                <a:gd name="connsiteY169" fmla="*/ 342158 h 553221"/>
                <a:gd name="connsiteX170" fmla="*/ 1655872 w 2912392"/>
                <a:gd name="connsiteY170" fmla="*/ 351068 h 553221"/>
                <a:gd name="connsiteX171" fmla="*/ 1665616 w 2912392"/>
                <a:gd name="connsiteY171" fmla="*/ 359863 h 553221"/>
                <a:gd name="connsiteX172" fmla="*/ 1675359 w 2912392"/>
                <a:gd name="connsiteY172" fmla="*/ 368532 h 553221"/>
                <a:gd name="connsiteX173" fmla="*/ 1685103 w 2912392"/>
                <a:gd name="connsiteY173" fmla="*/ 377071 h 553221"/>
                <a:gd name="connsiteX174" fmla="*/ 1694832 w 2912392"/>
                <a:gd name="connsiteY174" fmla="*/ 385466 h 553221"/>
                <a:gd name="connsiteX175" fmla="*/ 1704576 w 2912392"/>
                <a:gd name="connsiteY175" fmla="*/ 393715 h 553221"/>
                <a:gd name="connsiteX176" fmla="*/ 1714320 w 2912392"/>
                <a:gd name="connsiteY176" fmla="*/ 401803 h 553221"/>
                <a:gd name="connsiteX177" fmla="*/ 1724064 w 2912392"/>
                <a:gd name="connsiteY177" fmla="*/ 409728 h 553221"/>
                <a:gd name="connsiteX178" fmla="*/ 1733808 w 2912392"/>
                <a:gd name="connsiteY178" fmla="*/ 417481 h 553221"/>
                <a:gd name="connsiteX179" fmla="*/ 1743537 w 2912392"/>
                <a:gd name="connsiteY179" fmla="*/ 425058 h 553221"/>
                <a:gd name="connsiteX180" fmla="*/ 1753281 w 2912392"/>
                <a:gd name="connsiteY180" fmla="*/ 432447 h 553221"/>
                <a:gd name="connsiteX181" fmla="*/ 1763025 w 2912392"/>
                <a:gd name="connsiteY181" fmla="*/ 439648 h 553221"/>
                <a:gd name="connsiteX182" fmla="*/ 1772769 w 2912392"/>
                <a:gd name="connsiteY182" fmla="*/ 446652 h 553221"/>
                <a:gd name="connsiteX183" fmla="*/ 1782498 w 2912392"/>
                <a:gd name="connsiteY183" fmla="*/ 453457 h 553221"/>
                <a:gd name="connsiteX184" fmla="*/ 1792242 w 2912392"/>
                <a:gd name="connsiteY184" fmla="*/ 460054 h 553221"/>
                <a:gd name="connsiteX185" fmla="*/ 1801986 w 2912392"/>
                <a:gd name="connsiteY185" fmla="*/ 466442 h 553221"/>
                <a:gd name="connsiteX186" fmla="*/ 1811730 w 2912392"/>
                <a:gd name="connsiteY186" fmla="*/ 472618 h 553221"/>
                <a:gd name="connsiteX187" fmla="*/ 1821459 w 2912392"/>
                <a:gd name="connsiteY187" fmla="*/ 478575 h 553221"/>
                <a:gd name="connsiteX188" fmla="*/ 1831203 w 2912392"/>
                <a:gd name="connsiteY188" fmla="*/ 484312 h 553221"/>
                <a:gd name="connsiteX189" fmla="*/ 1840947 w 2912392"/>
                <a:gd name="connsiteY189" fmla="*/ 489826 h 553221"/>
                <a:gd name="connsiteX190" fmla="*/ 1850691 w 2912392"/>
                <a:gd name="connsiteY190" fmla="*/ 495116 h 553221"/>
                <a:gd name="connsiteX191" fmla="*/ 1860435 w 2912392"/>
                <a:gd name="connsiteY191" fmla="*/ 500177 h 553221"/>
                <a:gd name="connsiteX192" fmla="*/ 1870164 w 2912392"/>
                <a:gd name="connsiteY192" fmla="*/ 505008 h 553221"/>
                <a:gd name="connsiteX193" fmla="*/ 1879908 w 2912392"/>
                <a:gd name="connsiteY193" fmla="*/ 509609 h 553221"/>
                <a:gd name="connsiteX194" fmla="*/ 1889652 w 2912392"/>
                <a:gd name="connsiteY194" fmla="*/ 513978 h 553221"/>
                <a:gd name="connsiteX195" fmla="*/ 1899395 w 2912392"/>
                <a:gd name="connsiteY195" fmla="*/ 518114 h 553221"/>
                <a:gd name="connsiteX196" fmla="*/ 1909124 w 2912392"/>
                <a:gd name="connsiteY196" fmla="*/ 522016 h 553221"/>
                <a:gd name="connsiteX197" fmla="*/ 1918868 w 2912392"/>
                <a:gd name="connsiteY197" fmla="*/ 525685 h 553221"/>
                <a:gd name="connsiteX198" fmla="*/ 1928612 w 2912392"/>
                <a:gd name="connsiteY198" fmla="*/ 529120 h 553221"/>
                <a:gd name="connsiteX199" fmla="*/ 1938356 w 2912392"/>
                <a:gd name="connsiteY199" fmla="*/ 532321 h 553221"/>
                <a:gd name="connsiteX200" fmla="*/ 1948085 w 2912392"/>
                <a:gd name="connsiteY200" fmla="*/ 535291 h 553221"/>
                <a:gd name="connsiteX201" fmla="*/ 1957829 w 2912392"/>
                <a:gd name="connsiteY201" fmla="*/ 538026 h 553221"/>
                <a:gd name="connsiteX202" fmla="*/ 1967573 w 2912392"/>
                <a:gd name="connsiteY202" fmla="*/ 540531 h 553221"/>
                <a:gd name="connsiteX203" fmla="*/ 1977317 w 2912392"/>
                <a:gd name="connsiteY203" fmla="*/ 542804 h 553221"/>
                <a:gd name="connsiteX204" fmla="*/ 1987046 w 2912392"/>
                <a:gd name="connsiteY204" fmla="*/ 544850 h 553221"/>
                <a:gd name="connsiteX205" fmla="*/ 1996790 w 2912392"/>
                <a:gd name="connsiteY205" fmla="*/ 546666 h 553221"/>
                <a:gd name="connsiteX206" fmla="*/ 2006534 w 2912392"/>
                <a:gd name="connsiteY206" fmla="*/ 548257 h 553221"/>
                <a:gd name="connsiteX207" fmla="*/ 2016278 w 2912392"/>
                <a:gd name="connsiteY207" fmla="*/ 549623 h 553221"/>
                <a:gd name="connsiteX208" fmla="*/ 2026022 w 2912392"/>
                <a:gd name="connsiteY208" fmla="*/ 550768 h 553221"/>
                <a:gd name="connsiteX209" fmla="*/ 2035751 w 2912392"/>
                <a:gd name="connsiteY209" fmla="*/ 551691 h 553221"/>
                <a:gd name="connsiteX210" fmla="*/ 2045495 w 2912392"/>
                <a:gd name="connsiteY210" fmla="*/ 552396 h 553221"/>
                <a:gd name="connsiteX211" fmla="*/ 2055239 w 2912392"/>
                <a:gd name="connsiteY211" fmla="*/ 552885 h 553221"/>
                <a:gd name="connsiteX212" fmla="*/ 2064983 w 2912392"/>
                <a:gd name="connsiteY212" fmla="*/ 553159 h 553221"/>
                <a:gd name="connsiteX213" fmla="*/ 2074712 w 2912392"/>
                <a:gd name="connsiteY213" fmla="*/ 553222 h 553221"/>
                <a:gd name="connsiteX214" fmla="*/ 2084456 w 2912392"/>
                <a:gd name="connsiteY214" fmla="*/ 553076 h 553221"/>
                <a:gd name="connsiteX215" fmla="*/ 2094200 w 2912392"/>
                <a:gd name="connsiteY215" fmla="*/ 552722 h 553221"/>
                <a:gd name="connsiteX216" fmla="*/ 2103944 w 2912392"/>
                <a:gd name="connsiteY216" fmla="*/ 552167 h 553221"/>
                <a:gd name="connsiteX217" fmla="*/ 2113673 w 2912392"/>
                <a:gd name="connsiteY217" fmla="*/ 551410 h 553221"/>
                <a:gd name="connsiteX218" fmla="*/ 2123417 w 2912392"/>
                <a:gd name="connsiteY218" fmla="*/ 550453 h 553221"/>
                <a:gd name="connsiteX219" fmla="*/ 2133161 w 2912392"/>
                <a:gd name="connsiteY219" fmla="*/ 549303 h 553221"/>
                <a:gd name="connsiteX220" fmla="*/ 2142905 w 2912392"/>
                <a:gd name="connsiteY220" fmla="*/ 547961 h 553221"/>
                <a:gd name="connsiteX221" fmla="*/ 2152649 w 2912392"/>
                <a:gd name="connsiteY221" fmla="*/ 546428 h 553221"/>
                <a:gd name="connsiteX222" fmla="*/ 2162377 w 2912392"/>
                <a:gd name="connsiteY222" fmla="*/ 544708 h 553221"/>
                <a:gd name="connsiteX223" fmla="*/ 2172121 w 2912392"/>
                <a:gd name="connsiteY223" fmla="*/ 542807 h 553221"/>
                <a:gd name="connsiteX224" fmla="*/ 2181865 w 2912392"/>
                <a:gd name="connsiteY224" fmla="*/ 540726 h 553221"/>
                <a:gd name="connsiteX225" fmla="*/ 2191609 w 2912392"/>
                <a:gd name="connsiteY225" fmla="*/ 538469 h 553221"/>
                <a:gd name="connsiteX226" fmla="*/ 2201338 w 2912392"/>
                <a:gd name="connsiteY226" fmla="*/ 536039 h 553221"/>
                <a:gd name="connsiteX227" fmla="*/ 2211082 w 2912392"/>
                <a:gd name="connsiteY227" fmla="*/ 533439 h 553221"/>
                <a:gd name="connsiteX228" fmla="*/ 2220826 w 2912392"/>
                <a:gd name="connsiteY228" fmla="*/ 530672 h 553221"/>
                <a:gd name="connsiteX229" fmla="*/ 2230570 w 2912392"/>
                <a:gd name="connsiteY229" fmla="*/ 527744 h 553221"/>
                <a:gd name="connsiteX230" fmla="*/ 2240299 w 2912392"/>
                <a:gd name="connsiteY230" fmla="*/ 524659 h 553221"/>
                <a:gd name="connsiteX231" fmla="*/ 2250043 w 2912392"/>
                <a:gd name="connsiteY231" fmla="*/ 521417 h 553221"/>
                <a:gd name="connsiteX232" fmla="*/ 2259787 w 2912392"/>
                <a:gd name="connsiteY232" fmla="*/ 518026 h 553221"/>
                <a:gd name="connsiteX233" fmla="*/ 2269531 w 2912392"/>
                <a:gd name="connsiteY233" fmla="*/ 514489 h 553221"/>
                <a:gd name="connsiteX234" fmla="*/ 2279260 w 2912392"/>
                <a:gd name="connsiteY234" fmla="*/ 510809 h 553221"/>
                <a:gd name="connsiteX235" fmla="*/ 2289004 w 2912392"/>
                <a:gd name="connsiteY235" fmla="*/ 506991 h 553221"/>
                <a:gd name="connsiteX236" fmla="*/ 2298748 w 2912392"/>
                <a:gd name="connsiteY236" fmla="*/ 503040 h 553221"/>
                <a:gd name="connsiteX237" fmla="*/ 2308492 w 2912392"/>
                <a:gd name="connsiteY237" fmla="*/ 498961 h 553221"/>
                <a:gd name="connsiteX238" fmla="*/ 2318236 w 2912392"/>
                <a:gd name="connsiteY238" fmla="*/ 494758 h 553221"/>
                <a:gd name="connsiteX239" fmla="*/ 2327965 w 2912392"/>
                <a:gd name="connsiteY239" fmla="*/ 490434 h 553221"/>
                <a:gd name="connsiteX240" fmla="*/ 2337709 w 2912392"/>
                <a:gd name="connsiteY240" fmla="*/ 485997 h 553221"/>
                <a:gd name="connsiteX241" fmla="*/ 2347453 w 2912392"/>
                <a:gd name="connsiteY241" fmla="*/ 481452 h 553221"/>
                <a:gd name="connsiteX242" fmla="*/ 2357197 w 2912392"/>
                <a:gd name="connsiteY242" fmla="*/ 476800 h 553221"/>
                <a:gd name="connsiteX243" fmla="*/ 2366926 w 2912392"/>
                <a:gd name="connsiteY243" fmla="*/ 472052 h 553221"/>
                <a:gd name="connsiteX244" fmla="*/ 2376670 w 2912392"/>
                <a:gd name="connsiteY244" fmla="*/ 467210 h 553221"/>
                <a:gd name="connsiteX245" fmla="*/ 2386413 w 2912392"/>
                <a:gd name="connsiteY245" fmla="*/ 462280 h 553221"/>
                <a:gd name="connsiteX246" fmla="*/ 2396157 w 2912392"/>
                <a:gd name="connsiteY246" fmla="*/ 457269 h 553221"/>
                <a:gd name="connsiteX247" fmla="*/ 2405886 w 2912392"/>
                <a:gd name="connsiteY247" fmla="*/ 452181 h 553221"/>
                <a:gd name="connsiteX248" fmla="*/ 2415630 w 2912392"/>
                <a:gd name="connsiteY248" fmla="*/ 447025 h 553221"/>
                <a:gd name="connsiteX249" fmla="*/ 2425374 w 2912392"/>
                <a:gd name="connsiteY249" fmla="*/ 441803 h 553221"/>
                <a:gd name="connsiteX250" fmla="*/ 2435118 w 2912392"/>
                <a:gd name="connsiteY250" fmla="*/ 436524 h 553221"/>
                <a:gd name="connsiteX251" fmla="*/ 2444862 w 2912392"/>
                <a:gd name="connsiteY251" fmla="*/ 431194 h 553221"/>
                <a:gd name="connsiteX252" fmla="*/ 2454591 w 2912392"/>
                <a:gd name="connsiteY252" fmla="*/ 425819 h 553221"/>
                <a:gd name="connsiteX253" fmla="*/ 2464335 w 2912392"/>
                <a:gd name="connsiteY253" fmla="*/ 420405 h 553221"/>
                <a:gd name="connsiteX254" fmla="*/ 2474079 w 2912392"/>
                <a:gd name="connsiteY254" fmla="*/ 414959 h 553221"/>
                <a:gd name="connsiteX255" fmla="*/ 2483823 w 2912392"/>
                <a:gd name="connsiteY255" fmla="*/ 409487 h 553221"/>
                <a:gd name="connsiteX256" fmla="*/ 2493552 w 2912392"/>
                <a:gd name="connsiteY256" fmla="*/ 403995 h 553221"/>
                <a:gd name="connsiteX257" fmla="*/ 2503296 w 2912392"/>
                <a:gd name="connsiteY257" fmla="*/ 398493 h 553221"/>
                <a:gd name="connsiteX258" fmla="*/ 2513040 w 2912392"/>
                <a:gd name="connsiteY258" fmla="*/ 392983 h 553221"/>
                <a:gd name="connsiteX259" fmla="*/ 2522784 w 2912392"/>
                <a:gd name="connsiteY259" fmla="*/ 387475 h 553221"/>
                <a:gd name="connsiteX260" fmla="*/ 2532513 w 2912392"/>
                <a:gd name="connsiteY260" fmla="*/ 381973 h 553221"/>
                <a:gd name="connsiteX261" fmla="*/ 2542257 w 2912392"/>
                <a:gd name="connsiteY261" fmla="*/ 376487 h 553221"/>
                <a:gd name="connsiteX262" fmla="*/ 2552001 w 2912392"/>
                <a:gd name="connsiteY262" fmla="*/ 371019 h 553221"/>
                <a:gd name="connsiteX263" fmla="*/ 2561745 w 2912392"/>
                <a:gd name="connsiteY263" fmla="*/ 365579 h 553221"/>
                <a:gd name="connsiteX264" fmla="*/ 2571474 w 2912392"/>
                <a:gd name="connsiteY264" fmla="*/ 360174 h 553221"/>
                <a:gd name="connsiteX265" fmla="*/ 2581218 w 2912392"/>
                <a:gd name="connsiteY265" fmla="*/ 354807 h 553221"/>
                <a:gd name="connsiteX266" fmla="*/ 2590962 w 2912392"/>
                <a:gd name="connsiteY266" fmla="*/ 349487 h 553221"/>
                <a:gd name="connsiteX267" fmla="*/ 2600705 w 2912392"/>
                <a:gd name="connsiteY267" fmla="*/ 344219 h 553221"/>
                <a:gd name="connsiteX268" fmla="*/ 2610449 w 2912392"/>
                <a:gd name="connsiteY268" fmla="*/ 339007 h 553221"/>
                <a:gd name="connsiteX269" fmla="*/ 2620178 w 2912392"/>
                <a:gd name="connsiteY269" fmla="*/ 333859 h 553221"/>
                <a:gd name="connsiteX270" fmla="*/ 2629922 w 2912392"/>
                <a:gd name="connsiteY270" fmla="*/ 328782 h 553221"/>
                <a:gd name="connsiteX271" fmla="*/ 2639666 w 2912392"/>
                <a:gd name="connsiteY271" fmla="*/ 323779 h 553221"/>
                <a:gd name="connsiteX272" fmla="*/ 2649410 w 2912392"/>
                <a:gd name="connsiteY272" fmla="*/ 318856 h 553221"/>
                <a:gd name="connsiteX273" fmla="*/ 2659139 w 2912392"/>
                <a:gd name="connsiteY273" fmla="*/ 314017 h 553221"/>
                <a:gd name="connsiteX274" fmla="*/ 2668883 w 2912392"/>
                <a:gd name="connsiteY274" fmla="*/ 309269 h 553221"/>
                <a:gd name="connsiteX275" fmla="*/ 2678627 w 2912392"/>
                <a:gd name="connsiteY275" fmla="*/ 304614 h 553221"/>
                <a:gd name="connsiteX276" fmla="*/ 2688371 w 2912392"/>
                <a:gd name="connsiteY276" fmla="*/ 300058 h 553221"/>
                <a:gd name="connsiteX277" fmla="*/ 2698100 w 2912392"/>
                <a:gd name="connsiteY277" fmla="*/ 295605 h 553221"/>
                <a:gd name="connsiteX278" fmla="*/ 2707844 w 2912392"/>
                <a:gd name="connsiteY278" fmla="*/ 291259 h 553221"/>
                <a:gd name="connsiteX279" fmla="*/ 2717588 w 2912392"/>
                <a:gd name="connsiteY279" fmla="*/ 287021 h 553221"/>
                <a:gd name="connsiteX280" fmla="*/ 2727332 w 2912392"/>
                <a:gd name="connsiteY280" fmla="*/ 282897 h 553221"/>
                <a:gd name="connsiteX281" fmla="*/ 2737076 w 2912392"/>
                <a:gd name="connsiteY281" fmla="*/ 278891 h 553221"/>
                <a:gd name="connsiteX282" fmla="*/ 2746805 w 2912392"/>
                <a:gd name="connsiteY282" fmla="*/ 275002 h 553221"/>
                <a:gd name="connsiteX283" fmla="*/ 2756549 w 2912392"/>
                <a:gd name="connsiteY283" fmla="*/ 271234 h 553221"/>
                <a:gd name="connsiteX284" fmla="*/ 2766293 w 2912392"/>
                <a:gd name="connsiteY284" fmla="*/ 267592 h 553221"/>
                <a:gd name="connsiteX285" fmla="*/ 2776037 w 2912392"/>
                <a:gd name="connsiteY285" fmla="*/ 264073 h 553221"/>
                <a:gd name="connsiteX286" fmla="*/ 2785766 w 2912392"/>
                <a:gd name="connsiteY286" fmla="*/ 260680 h 553221"/>
                <a:gd name="connsiteX287" fmla="*/ 2795510 w 2912392"/>
                <a:gd name="connsiteY287" fmla="*/ 257417 h 553221"/>
                <a:gd name="connsiteX288" fmla="*/ 2805254 w 2912392"/>
                <a:gd name="connsiteY288" fmla="*/ 254282 h 553221"/>
                <a:gd name="connsiteX289" fmla="*/ 2814998 w 2912392"/>
                <a:gd name="connsiteY289" fmla="*/ 251277 h 553221"/>
                <a:gd name="connsiteX290" fmla="*/ 2824727 w 2912392"/>
                <a:gd name="connsiteY290" fmla="*/ 248402 h 553221"/>
                <a:gd name="connsiteX291" fmla="*/ 2834471 w 2912392"/>
                <a:gd name="connsiteY291" fmla="*/ 245657 h 553221"/>
                <a:gd name="connsiteX292" fmla="*/ 2844215 w 2912392"/>
                <a:gd name="connsiteY292" fmla="*/ 243043 h 553221"/>
                <a:gd name="connsiteX293" fmla="*/ 2853958 w 2912392"/>
                <a:gd name="connsiteY293" fmla="*/ 240557 h 553221"/>
                <a:gd name="connsiteX294" fmla="*/ 2863687 w 2912392"/>
                <a:gd name="connsiteY294" fmla="*/ 238203 h 553221"/>
                <a:gd name="connsiteX295" fmla="*/ 2873431 w 2912392"/>
                <a:gd name="connsiteY295" fmla="*/ 235976 h 553221"/>
                <a:gd name="connsiteX296" fmla="*/ 2883175 w 2912392"/>
                <a:gd name="connsiteY296" fmla="*/ 233877 h 553221"/>
                <a:gd name="connsiteX297" fmla="*/ 2892919 w 2912392"/>
                <a:gd name="connsiteY297" fmla="*/ 231904 h 553221"/>
                <a:gd name="connsiteX298" fmla="*/ 2902663 w 2912392"/>
                <a:gd name="connsiteY298" fmla="*/ 230057 h 553221"/>
                <a:gd name="connsiteX299" fmla="*/ 2912392 w 2912392"/>
                <a:gd name="connsiteY299" fmla="*/ 228333 h 553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53221">
                  <a:moveTo>
                    <a:pt x="0" y="316612"/>
                  </a:moveTo>
                  <a:lnTo>
                    <a:pt x="9739" y="323545"/>
                  </a:lnTo>
                  <a:lnTo>
                    <a:pt x="19480" y="330495"/>
                  </a:lnTo>
                  <a:lnTo>
                    <a:pt x="29221" y="337450"/>
                  </a:lnTo>
                  <a:lnTo>
                    <a:pt x="38961" y="344402"/>
                  </a:lnTo>
                  <a:lnTo>
                    <a:pt x="48702" y="351337"/>
                  </a:lnTo>
                  <a:lnTo>
                    <a:pt x="58443" y="358248"/>
                  </a:lnTo>
                  <a:lnTo>
                    <a:pt x="68182" y="365122"/>
                  </a:lnTo>
                  <a:lnTo>
                    <a:pt x="77923" y="371949"/>
                  </a:lnTo>
                  <a:lnTo>
                    <a:pt x="87664" y="378717"/>
                  </a:lnTo>
                  <a:lnTo>
                    <a:pt x="97404" y="385416"/>
                  </a:lnTo>
                  <a:lnTo>
                    <a:pt x="107145" y="392035"/>
                  </a:lnTo>
                  <a:lnTo>
                    <a:pt x="116886" y="398561"/>
                  </a:lnTo>
                  <a:lnTo>
                    <a:pt x="126625" y="404984"/>
                  </a:lnTo>
                  <a:lnTo>
                    <a:pt x="136366" y="411291"/>
                  </a:lnTo>
                  <a:lnTo>
                    <a:pt x="146107" y="417471"/>
                  </a:lnTo>
                  <a:lnTo>
                    <a:pt x="155846" y="423514"/>
                  </a:lnTo>
                  <a:lnTo>
                    <a:pt x="165587" y="429407"/>
                  </a:lnTo>
                  <a:lnTo>
                    <a:pt x="175328" y="435137"/>
                  </a:lnTo>
                  <a:lnTo>
                    <a:pt x="185068" y="440694"/>
                  </a:lnTo>
                  <a:lnTo>
                    <a:pt x="194809" y="446067"/>
                  </a:lnTo>
                  <a:lnTo>
                    <a:pt x="204550" y="451244"/>
                  </a:lnTo>
                  <a:lnTo>
                    <a:pt x="214289" y="456214"/>
                  </a:lnTo>
                  <a:lnTo>
                    <a:pt x="224030" y="460966"/>
                  </a:lnTo>
                  <a:lnTo>
                    <a:pt x="233771" y="465487"/>
                  </a:lnTo>
                  <a:lnTo>
                    <a:pt x="243510" y="469771"/>
                  </a:lnTo>
                  <a:lnTo>
                    <a:pt x="253251" y="473802"/>
                  </a:lnTo>
                  <a:lnTo>
                    <a:pt x="262992" y="477575"/>
                  </a:lnTo>
                  <a:lnTo>
                    <a:pt x="272732" y="481076"/>
                  </a:lnTo>
                  <a:lnTo>
                    <a:pt x="282473" y="484299"/>
                  </a:lnTo>
                  <a:lnTo>
                    <a:pt x="292214" y="487231"/>
                  </a:lnTo>
                  <a:lnTo>
                    <a:pt x="301953" y="489867"/>
                  </a:lnTo>
                  <a:lnTo>
                    <a:pt x="311694" y="492197"/>
                  </a:lnTo>
                  <a:lnTo>
                    <a:pt x="321435" y="494211"/>
                  </a:lnTo>
                  <a:lnTo>
                    <a:pt x="331175" y="495905"/>
                  </a:lnTo>
                  <a:lnTo>
                    <a:pt x="340916" y="497270"/>
                  </a:lnTo>
                  <a:lnTo>
                    <a:pt x="350656" y="498301"/>
                  </a:lnTo>
                  <a:lnTo>
                    <a:pt x="360396" y="498992"/>
                  </a:lnTo>
                  <a:lnTo>
                    <a:pt x="370137" y="499336"/>
                  </a:lnTo>
                  <a:lnTo>
                    <a:pt x="379878" y="499330"/>
                  </a:lnTo>
                  <a:lnTo>
                    <a:pt x="389617" y="498970"/>
                  </a:lnTo>
                  <a:lnTo>
                    <a:pt x="399358" y="498253"/>
                  </a:lnTo>
                  <a:lnTo>
                    <a:pt x="409099" y="497175"/>
                  </a:lnTo>
                  <a:lnTo>
                    <a:pt x="418839" y="495735"/>
                  </a:lnTo>
                  <a:lnTo>
                    <a:pt x="428580" y="493931"/>
                  </a:lnTo>
                  <a:lnTo>
                    <a:pt x="438321" y="491765"/>
                  </a:lnTo>
                  <a:lnTo>
                    <a:pt x="448060" y="489233"/>
                  </a:lnTo>
                  <a:lnTo>
                    <a:pt x="457801" y="486338"/>
                  </a:lnTo>
                  <a:lnTo>
                    <a:pt x="467542" y="483083"/>
                  </a:lnTo>
                  <a:lnTo>
                    <a:pt x="477281" y="479469"/>
                  </a:lnTo>
                  <a:lnTo>
                    <a:pt x="487022" y="475498"/>
                  </a:lnTo>
                  <a:lnTo>
                    <a:pt x="496763" y="471176"/>
                  </a:lnTo>
                  <a:lnTo>
                    <a:pt x="506503" y="466506"/>
                  </a:lnTo>
                  <a:lnTo>
                    <a:pt x="516244" y="461496"/>
                  </a:lnTo>
                  <a:lnTo>
                    <a:pt x="525985" y="456149"/>
                  </a:lnTo>
                  <a:lnTo>
                    <a:pt x="535724" y="450474"/>
                  </a:lnTo>
                  <a:lnTo>
                    <a:pt x="545465" y="444477"/>
                  </a:lnTo>
                  <a:lnTo>
                    <a:pt x="555206" y="438167"/>
                  </a:lnTo>
                  <a:lnTo>
                    <a:pt x="564946" y="431552"/>
                  </a:lnTo>
                  <a:lnTo>
                    <a:pt x="574687" y="424643"/>
                  </a:lnTo>
                  <a:lnTo>
                    <a:pt x="584428" y="417450"/>
                  </a:lnTo>
                  <a:lnTo>
                    <a:pt x="594167" y="409983"/>
                  </a:lnTo>
                  <a:lnTo>
                    <a:pt x="603908" y="402255"/>
                  </a:lnTo>
                  <a:lnTo>
                    <a:pt x="613649" y="394275"/>
                  </a:lnTo>
                  <a:lnTo>
                    <a:pt x="623388" y="386058"/>
                  </a:lnTo>
                  <a:lnTo>
                    <a:pt x="633129" y="377618"/>
                  </a:lnTo>
                  <a:lnTo>
                    <a:pt x="642870" y="368964"/>
                  </a:lnTo>
                  <a:lnTo>
                    <a:pt x="652610" y="360116"/>
                  </a:lnTo>
                  <a:lnTo>
                    <a:pt x="662351" y="351084"/>
                  </a:lnTo>
                  <a:lnTo>
                    <a:pt x="672092" y="341884"/>
                  </a:lnTo>
                  <a:lnTo>
                    <a:pt x="681831" y="332532"/>
                  </a:lnTo>
                  <a:lnTo>
                    <a:pt x="691572" y="323041"/>
                  </a:lnTo>
                  <a:lnTo>
                    <a:pt x="701313" y="313430"/>
                  </a:lnTo>
                  <a:lnTo>
                    <a:pt x="711052" y="303713"/>
                  </a:lnTo>
                  <a:lnTo>
                    <a:pt x="720793" y="293906"/>
                  </a:lnTo>
                  <a:lnTo>
                    <a:pt x="730534" y="284028"/>
                  </a:lnTo>
                  <a:lnTo>
                    <a:pt x="740274" y="274092"/>
                  </a:lnTo>
                  <a:lnTo>
                    <a:pt x="750015" y="264116"/>
                  </a:lnTo>
                  <a:lnTo>
                    <a:pt x="759756" y="254117"/>
                  </a:lnTo>
                  <a:lnTo>
                    <a:pt x="769495" y="244111"/>
                  </a:lnTo>
                  <a:lnTo>
                    <a:pt x="779236" y="234115"/>
                  </a:lnTo>
                  <a:lnTo>
                    <a:pt x="788977" y="224146"/>
                  </a:lnTo>
                  <a:lnTo>
                    <a:pt x="798717" y="214219"/>
                  </a:lnTo>
                  <a:lnTo>
                    <a:pt x="808458" y="204353"/>
                  </a:lnTo>
                  <a:lnTo>
                    <a:pt x="818199" y="194561"/>
                  </a:lnTo>
                  <a:lnTo>
                    <a:pt x="827938" y="184862"/>
                  </a:lnTo>
                  <a:lnTo>
                    <a:pt x="837679" y="175270"/>
                  </a:lnTo>
                  <a:lnTo>
                    <a:pt x="847420" y="165803"/>
                  </a:lnTo>
                  <a:lnTo>
                    <a:pt x="857159" y="156474"/>
                  </a:lnTo>
                  <a:lnTo>
                    <a:pt x="866900" y="147297"/>
                  </a:lnTo>
                  <a:lnTo>
                    <a:pt x="876641" y="138289"/>
                  </a:lnTo>
                  <a:lnTo>
                    <a:pt x="886381" y="129465"/>
                  </a:lnTo>
                  <a:lnTo>
                    <a:pt x="896122" y="120837"/>
                  </a:lnTo>
                  <a:lnTo>
                    <a:pt x="905863" y="112419"/>
                  </a:lnTo>
                  <a:lnTo>
                    <a:pt x="915602" y="104226"/>
                  </a:lnTo>
                  <a:lnTo>
                    <a:pt x="925343" y="96268"/>
                  </a:lnTo>
                  <a:lnTo>
                    <a:pt x="935084" y="88558"/>
                  </a:lnTo>
                  <a:lnTo>
                    <a:pt x="944824" y="81110"/>
                  </a:lnTo>
                  <a:lnTo>
                    <a:pt x="954564" y="73933"/>
                  </a:lnTo>
                  <a:lnTo>
                    <a:pt x="964305" y="67038"/>
                  </a:lnTo>
                  <a:lnTo>
                    <a:pt x="974045" y="60436"/>
                  </a:lnTo>
                  <a:lnTo>
                    <a:pt x="983786" y="54135"/>
                  </a:lnTo>
                  <a:lnTo>
                    <a:pt x="993522" y="48148"/>
                  </a:lnTo>
                  <a:lnTo>
                    <a:pt x="1003266" y="42480"/>
                  </a:lnTo>
                  <a:lnTo>
                    <a:pt x="1013010" y="37142"/>
                  </a:lnTo>
                  <a:lnTo>
                    <a:pt x="1022754" y="32137"/>
                  </a:lnTo>
                  <a:lnTo>
                    <a:pt x="1032483" y="27477"/>
                  </a:lnTo>
                  <a:lnTo>
                    <a:pt x="1042227" y="23165"/>
                  </a:lnTo>
                  <a:lnTo>
                    <a:pt x="1051971" y="19209"/>
                  </a:lnTo>
                  <a:lnTo>
                    <a:pt x="1061715" y="15613"/>
                  </a:lnTo>
                  <a:lnTo>
                    <a:pt x="1071444" y="12380"/>
                  </a:lnTo>
                  <a:lnTo>
                    <a:pt x="1081188" y="9516"/>
                  </a:lnTo>
                  <a:lnTo>
                    <a:pt x="1090932" y="7025"/>
                  </a:lnTo>
                  <a:lnTo>
                    <a:pt x="1100676" y="4908"/>
                  </a:lnTo>
                  <a:lnTo>
                    <a:pt x="1110405" y="3168"/>
                  </a:lnTo>
                  <a:lnTo>
                    <a:pt x="1120149" y="1807"/>
                  </a:lnTo>
                  <a:lnTo>
                    <a:pt x="1129893" y="825"/>
                  </a:lnTo>
                  <a:lnTo>
                    <a:pt x="1139637" y="223"/>
                  </a:lnTo>
                  <a:lnTo>
                    <a:pt x="1149381" y="0"/>
                  </a:lnTo>
                  <a:lnTo>
                    <a:pt x="1159110" y="158"/>
                  </a:lnTo>
                  <a:lnTo>
                    <a:pt x="1168854" y="691"/>
                  </a:lnTo>
                  <a:lnTo>
                    <a:pt x="1178598" y="1602"/>
                  </a:lnTo>
                  <a:lnTo>
                    <a:pt x="1188341" y="2886"/>
                  </a:lnTo>
                  <a:lnTo>
                    <a:pt x="1198070" y="4540"/>
                  </a:lnTo>
                  <a:lnTo>
                    <a:pt x="1207814" y="6562"/>
                  </a:lnTo>
                  <a:lnTo>
                    <a:pt x="1217558" y="8945"/>
                  </a:lnTo>
                  <a:lnTo>
                    <a:pt x="1227302" y="11688"/>
                  </a:lnTo>
                  <a:lnTo>
                    <a:pt x="1237031" y="14784"/>
                  </a:lnTo>
                  <a:lnTo>
                    <a:pt x="1246775" y="18229"/>
                  </a:lnTo>
                  <a:lnTo>
                    <a:pt x="1256519" y="22013"/>
                  </a:lnTo>
                  <a:lnTo>
                    <a:pt x="1266263" y="26134"/>
                  </a:lnTo>
                  <a:lnTo>
                    <a:pt x="1276007" y="30583"/>
                  </a:lnTo>
                  <a:lnTo>
                    <a:pt x="1285736" y="35354"/>
                  </a:lnTo>
                  <a:lnTo>
                    <a:pt x="1295480" y="40437"/>
                  </a:lnTo>
                  <a:lnTo>
                    <a:pt x="1305224" y="45825"/>
                  </a:lnTo>
                  <a:lnTo>
                    <a:pt x="1314968" y="51509"/>
                  </a:lnTo>
                  <a:lnTo>
                    <a:pt x="1324697" y="57479"/>
                  </a:lnTo>
                  <a:lnTo>
                    <a:pt x="1334441" y="63729"/>
                  </a:lnTo>
                  <a:lnTo>
                    <a:pt x="1344185" y="70244"/>
                  </a:lnTo>
                  <a:lnTo>
                    <a:pt x="1353929" y="77019"/>
                  </a:lnTo>
                  <a:lnTo>
                    <a:pt x="1363658" y="84041"/>
                  </a:lnTo>
                  <a:lnTo>
                    <a:pt x="1373402" y="91300"/>
                  </a:lnTo>
                  <a:lnTo>
                    <a:pt x="1383146" y="98783"/>
                  </a:lnTo>
                  <a:lnTo>
                    <a:pt x="1392890" y="106482"/>
                  </a:lnTo>
                  <a:lnTo>
                    <a:pt x="1402619" y="114384"/>
                  </a:lnTo>
                  <a:lnTo>
                    <a:pt x="1412363" y="122477"/>
                  </a:lnTo>
                  <a:lnTo>
                    <a:pt x="1422106" y="130749"/>
                  </a:lnTo>
                  <a:lnTo>
                    <a:pt x="1431850" y="139189"/>
                  </a:lnTo>
                  <a:lnTo>
                    <a:pt x="1441594" y="147785"/>
                  </a:lnTo>
                  <a:lnTo>
                    <a:pt x="1451323" y="156521"/>
                  </a:lnTo>
                  <a:lnTo>
                    <a:pt x="1461067" y="165391"/>
                  </a:lnTo>
                  <a:lnTo>
                    <a:pt x="1470811" y="174376"/>
                  </a:lnTo>
                  <a:lnTo>
                    <a:pt x="1480555" y="183468"/>
                  </a:lnTo>
                  <a:lnTo>
                    <a:pt x="1490284" y="192653"/>
                  </a:lnTo>
                  <a:lnTo>
                    <a:pt x="1500028" y="201917"/>
                  </a:lnTo>
                  <a:lnTo>
                    <a:pt x="1509772" y="211250"/>
                  </a:lnTo>
                  <a:lnTo>
                    <a:pt x="1519516" y="220636"/>
                  </a:lnTo>
                  <a:lnTo>
                    <a:pt x="1529245" y="230067"/>
                  </a:lnTo>
                  <a:lnTo>
                    <a:pt x="1538989" y="239526"/>
                  </a:lnTo>
                  <a:lnTo>
                    <a:pt x="1548733" y="249004"/>
                  </a:lnTo>
                  <a:lnTo>
                    <a:pt x="1558477" y="258487"/>
                  </a:lnTo>
                  <a:lnTo>
                    <a:pt x="1568221" y="267963"/>
                  </a:lnTo>
                  <a:lnTo>
                    <a:pt x="1577950" y="277422"/>
                  </a:lnTo>
                  <a:lnTo>
                    <a:pt x="1587694" y="286850"/>
                  </a:lnTo>
                  <a:lnTo>
                    <a:pt x="1597438" y="296236"/>
                  </a:lnTo>
                  <a:lnTo>
                    <a:pt x="1607182" y="305569"/>
                  </a:lnTo>
                  <a:lnTo>
                    <a:pt x="1616911" y="314839"/>
                  </a:lnTo>
                  <a:lnTo>
                    <a:pt x="1626655" y="324034"/>
                  </a:lnTo>
                  <a:lnTo>
                    <a:pt x="1636399" y="333144"/>
                  </a:lnTo>
                  <a:lnTo>
                    <a:pt x="1646142" y="342158"/>
                  </a:lnTo>
                  <a:lnTo>
                    <a:pt x="1655872" y="351068"/>
                  </a:lnTo>
                  <a:lnTo>
                    <a:pt x="1665616" y="359863"/>
                  </a:lnTo>
                  <a:lnTo>
                    <a:pt x="1675359" y="368532"/>
                  </a:lnTo>
                  <a:lnTo>
                    <a:pt x="1685103" y="377071"/>
                  </a:lnTo>
                  <a:lnTo>
                    <a:pt x="1694832" y="385466"/>
                  </a:lnTo>
                  <a:lnTo>
                    <a:pt x="1704576" y="393715"/>
                  </a:lnTo>
                  <a:lnTo>
                    <a:pt x="1714320" y="401803"/>
                  </a:lnTo>
                  <a:lnTo>
                    <a:pt x="1724064" y="409728"/>
                  </a:lnTo>
                  <a:lnTo>
                    <a:pt x="1733808" y="417481"/>
                  </a:lnTo>
                  <a:lnTo>
                    <a:pt x="1743537" y="425058"/>
                  </a:lnTo>
                  <a:lnTo>
                    <a:pt x="1753281" y="432447"/>
                  </a:lnTo>
                  <a:lnTo>
                    <a:pt x="1763025" y="439648"/>
                  </a:lnTo>
                  <a:lnTo>
                    <a:pt x="1772769" y="446652"/>
                  </a:lnTo>
                  <a:lnTo>
                    <a:pt x="1782498" y="453457"/>
                  </a:lnTo>
                  <a:lnTo>
                    <a:pt x="1792242" y="460054"/>
                  </a:lnTo>
                  <a:lnTo>
                    <a:pt x="1801986" y="466442"/>
                  </a:lnTo>
                  <a:lnTo>
                    <a:pt x="1811730" y="472618"/>
                  </a:lnTo>
                  <a:lnTo>
                    <a:pt x="1821459" y="478575"/>
                  </a:lnTo>
                  <a:lnTo>
                    <a:pt x="1831203" y="484312"/>
                  </a:lnTo>
                  <a:lnTo>
                    <a:pt x="1840947" y="489826"/>
                  </a:lnTo>
                  <a:lnTo>
                    <a:pt x="1850691" y="495116"/>
                  </a:lnTo>
                  <a:lnTo>
                    <a:pt x="1860435" y="500177"/>
                  </a:lnTo>
                  <a:lnTo>
                    <a:pt x="1870164" y="505008"/>
                  </a:lnTo>
                  <a:lnTo>
                    <a:pt x="1879908" y="509609"/>
                  </a:lnTo>
                  <a:lnTo>
                    <a:pt x="1889652" y="513978"/>
                  </a:lnTo>
                  <a:lnTo>
                    <a:pt x="1899395" y="518114"/>
                  </a:lnTo>
                  <a:lnTo>
                    <a:pt x="1909124" y="522016"/>
                  </a:lnTo>
                  <a:lnTo>
                    <a:pt x="1918868" y="525685"/>
                  </a:lnTo>
                  <a:lnTo>
                    <a:pt x="1928612" y="529120"/>
                  </a:lnTo>
                  <a:lnTo>
                    <a:pt x="1938356" y="532321"/>
                  </a:lnTo>
                  <a:lnTo>
                    <a:pt x="1948085" y="535291"/>
                  </a:lnTo>
                  <a:lnTo>
                    <a:pt x="1957829" y="538026"/>
                  </a:lnTo>
                  <a:lnTo>
                    <a:pt x="1967573" y="540531"/>
                  </a:lnTo>
                  <a:lnTo>
                    <a:pt x="1977317" y="542804"/>
                  </a:lnTo>
                  <a:lnTo>
                    <a:pt x="1987046" y="544850"/>
                  </a:lnTo>
                  <a:lnTo>
                    <a:pt x="1996790" y="546666"/>
                  </a:lnTo>
                  <a:lnTo>
                    <a:pt x="2006534" y="548257"/>
                  </a:lnTo>
                  <a:lnTo>
                    <a:pt x="2016278" y="549623"/>
                  </a:lnTo>
                  <a:lnTo>
                    <a:pt x="2026022" y="550768"/>
                  </a:lnTo>
                  <a:lnTo>
                    <a:pt x="2035751" y="551691"/>
                  </a:lnTo>
                  <a:lnTo>
                    <a:pt x="2045495" y="552396"/>
                  </a:lnTo>
                  <a:lnTo>
                    <a:pt x="2055239" y="552885"/>
                  </a:lnTo>
                  <a:lnTo>
                    <a:pt x="2064983" y="553159"/>
                  </a:lnTo>
                  <a:lnTo>
                    <a:pt x="2074712" y="553222"/>
                  </a:lnTo>
                  <a:lnTo>
                    <a:pt x="2084456" y="553076"/>
                  </a:lnTo>
                  <a:lnTo>
                    <a:pt x="2094200" y="552722"/>
                  </a:lnTo>
                  <a:lnTo>
                    <a:pt x="2103944" y="552167"/>
                  </a:lnTo>
                  <a:lnTo>
                    <a:pt x="2113673" y="551410"/>
                  </a:lnTo>
                  <a:lnTo>
                    <a:pt x="2123417" y="550453"/>
                  </a:lnTo>
                  <a:lnTo>
                    <a:pt x="2133161" y="549303"/>
                  </a:lnTo>
                  <a:lnTo>
                    <a:pt x="2142905" y="547961"/>
                  </a:lnTo>
                  <a:lnTo>
                    <a:pt x="2152649" y="546428"/>
                  </a:lnTo>
                  <a:lnTo>
                    <a:pt x="2162377" y="544708"/>
                  </a:lnTo>
                  <a:lnTo>
                    <a:pt x="2172121" y="542807"/>
                  </a:lnTo>
                  <a:lnTo>
                    <a:pt x="2181865" y="540726"/>
                  </a:lnTo>
                  <a:lnTo>
                    <a:pt x="2191609" y="538469"/>
                  </a:lnTo>
                  <a:lnTo>
                    <a:pt x="2201338" y="536039"/>
                  </a:lnTo>
                  <a:lnTo>
                    <a:pt x="2211082" y="533439"/>
                  </a:lnTo>
                  <a:lnTo>
                    <a:pt x="2220826" y="530672"/>
                  </a:lnTo>
                  <a:lnTo>
                    <a:pt x="2230570" y="527744"/>
                  </a:lnTo>
                  <a:lnTo>
                    <a:pt x="2240299" y="524659"/>
                  </a:lnTo>
                  <a:lnTo>
                    <a:pt x="2250043" y="521417"/>
                  </a:lnTo>
                  <a:lnTo>
                    <a:pt x="2259787" y="518026"/>
                  </a:lnTo>
                  <a:lnTo>
                    <a:pt x="2269531" y="514489"/>
                  </a:lnTo>
                  <a:lnTo>
                    <a:pt x="2279260" y="510809"/>
                  </a:lnTo>
                  <a:lnTo>
                    <a:pt x="2289004" y="506991"/>
                  </a:lnTo>
                  <a:lnTo>
                    <a:pt x="2298748" y="503040"/>
                  </a:lnTo>
                  <a:lnTo>
                    <a:pt x="2308492" y="498961"/>
                  </a:lnTo>
                  <a:lnTo>
                    <a:pt x="2318236" y="494758"/>
                  </a:lnTo>
                  <a:lnTo>
                    <a:pt x="2327965" y="490434"/>
                  </a:lnTo>
                  <a:lnTo>
                    <a:pt x="2337709" y="485997"/>
                  </a:lnTo>
                  <a:lnTo>
                    <a:pt x="2347453" y="481452"/>
                  </a:lnTo>
                  <a:lnTo>
                    <a:pt x="2357197" y="476800"/>
                  </a:lnTo>
                  <a:lnTo>
                    <a:pt x="2366926" y="472052"/>
                  </a:lnTo>
                  <a:lnTo>
                    <a:pt x="2376670" y="467210"/>
                  </a:lnTo>
                  <a:lnTo>
                    <a:pt x="2386413" y="462280"/>
                  </a:lnTo>
                  <a:lnTo>
                    <a:pt x="2396157" y="457269"/>
                  </a:lnTo>
                  <a:lnTo>
                    <a:pt x="2405886" y="452181"/>
                  </a:lnTo>
                  <a:lnTo>
                    <a:pt x="2415630" y="447025"/>
                  </a:lnTo>
                  <a:lnTo>
                    <a:pt x="2425374" y="441803"/>
                  </a:lnTo>
                  <a:lnTo>
                    <a:pt x="2435118" y="436524"/>
                  </a:lnTo>
                  <a:lnTo>
                    <a:pt x="2444862" y="431194"/>
                  </a:lnTo>
                  <a:lnTo>
                    <a:pt x="2454591" y="425819"/>
                  </a:lnTo>
                  <a:lnTo>
                    <a:pt x="2464335" y="420405"/>
                  </a:lnTo>
                  <a:lnTo>
                    <a:pt x="2474079" y="414959"/>
                  </a:lnTo>
                  <a:lnTo>
                    <a:pt x="2483823" y="409487"/>
                  </a:lnTo>
                  <a:lnTo>
                    <a:pt x="2493552" y="403995"/>
                  </a:lnTo>
                  <a:lnTo>
                    <a:pt x="2503296" y="398493"/>
                  </a:lnTo>
                  <a:lnTo>
                    <a:pt x="2513040" y="392983"/>
                  </a:lnTo>
                  <a:lnTo>
                    <a:pt x="2522784" y="387475"/>
                  </a:lnTo>
                  <a:lnTo>
                    <a:pt x="2532513" y="381973"/>
                  </a:lnTo>
                  <a:lnTo>
                    <a:pt x="2542257" y="376487"/>
                  </a:lnTo>
                  <a:lnTo>
                    <a:pt x="2552001" y="371019"/>
                  </a:lnTo>
                  <a:lnTo>
                    <a:pt x="2561745" y="365579"/>
                  </a:lnTo>
                  <a:lnTo>
                    <a:pt x="2571474" y="360174"/>
                  </a:lnTo>
                  <a:lnTo>
                    <a:pt x="2581218" y="354807"/>
                  </a:lnTo>
                  <a:lnTo>
                    <a:pt x="2590962" y="349487"/>
                  </a:lnTo>
                  <a:lnTo>
                    <a:pt x="2600705" y="344219"/>
                  </a:lnTo>
                  <a:lnTo>
                    <a:pt x="2610449" y="339007"/>
                  </a:lnTo>
                  <a:lnTo>
                    <a:pt x="2620178" y="333859"/>
                  </a:lnTo>
                  <a:lnTo>
                    <a:pt x="2629922" y="328782"/>
                  </a:lnTo>
                  <a:lnTo>
                    <a:pt x="2639666" y="323779"/>
                  </a:lnTo>
                  <a:lnTo>
                    <a:pt x="2649410" y="318856"/>
                  </a:lnTo>
                  <a:lnTo>
                    <a:pt x="2659139" y="314017"/>
                  </a:lnTo>
                  <a:lnTo>
                    <a:pt x="2668883" y="309269"/>
                  </a:lnTo>
                  <a:lnTo>
                    <a:pt x="2678627" y="304614"/>
                  </a:lnTo>
                  <a:lnTo>
                    <a:pt x="2688371" y="300058"/>
                  </a:lnTo>
                  <a:lnTo>
                    <a:pt x="2698100" y="295605"/>
                  </a:lnTo>
                  <a:lnTo>
                    <a:pt x="2707844" y="291259"/>
                  </a:lnTo>
                  <a:lnTo>
                    <a:pt x="2717588" y="287021"/>
                  </a:lnTo>
                  <a:lnTo>
                    <a:pt x="2727332" y="282897"/>
                  </a:lnTo>
                  <a:lnTo>
                    <a:pt x="2737076" y="278891"/>
                  </a:lnTo>
                  <a:lnTo>
                    <a:pt x="2746805" y="275002"/>
                  </a:lnTo>
                  <a:lnTo>
                    <a:pt x="2756549" y="271234"/>
                  </a:lnTo>
                  <a:lnTo>
                    <a:pt x="2766293" y="267592"/>
                  </a:lnTo>
                  <a:lnTo>
                    <a:pt x="2776037" y="264073"/>
                  </a:lnTo>
                  <a:lnTo>
                    <a:pt x="2785766" y="260680"/>
                  </a:lnTo>
                  <a:lnTo>
                    <a:pt x="2795510" y="257417"/>
                  </a:lnTo>
                  <a:lnTo>
                    <a:pt x="2805254" y="254282"/>
                  </a:lnTo>
                  <a:lnTo>
                    <a:pt x="2814998" y="251277"/>
                  </a:lnTo>
                  <a:lnTo>
                    <a:pt x="2824727" y="248402"/>
                  </a:lnTo>
                  <a:lnTo>
                    <a:pt x="2834471" y="245657"/>
                  </a:lnTo>
                  <a:lnTo>
                    <a:pt x="2844215" y="243043"/>
                  </a:lnTo>
                  <a:lnTo>
                    <a:pt x="2853958" y="240557"/>
                  </a:lnTo>
                  <a:lnTo>
                    <a:pt x="2863687" y="238203"/>
                  </a:lnTo>
                  <a:lnTo>
                    <a:pt x="2873431" y="235976"/>
                  </a:lnTo>
                  <a:lnTo>
                    <a:pt x="2883175" y="233877"/>
                  </a:lnTo>
                  <a:lnTo>
                    <a:pt x="2892919" y="231904"/>
                  </a:lnTo>
                  <a:lnTo>
                    <a:pt x="2902663" y="230057"/>
                  </a:lnTo>
                  <a:lnTo>
                    <a:pt x="2912392" y="22833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1" name="Freeform 870">
              <a:extLst>
                <a:ext uri="{FF2B5EF4-FFF2-40B4-BE49-F238E27FC236}">
                  <a16:creationId xmlns:a16="http://schemas.microsoft.com/office/drawing/2014/main" id="{85AEE66A-072D-0220-4539-52E6500F4CA4}"/>
                </a:ext>
              </a:extLst>
            </p:cNvPr>
            <p:cNvSpPr/>
            <p:nvPr/>
          </p:nvSpPr>
          <p:spPr>
            <a:xfrm>
              <a:off x="576446" y="3254175"/>
              <a:ext cx="2912392" cy="392848"/>
            </a:xfrm>
            <a:custGeom>
              <a:avLst/>
              <a:gdLst>
                <a:gd name="connsiteX0" fmla="*/ 0 w 2912392"/>
                <a:gd name="connsiteY0" fmla="*/ 370421 h 392848"/>
                <a:gd name="connsiteX1" fmla="*/ 9739 w 2912392"/>
                <a:gd name="connsiteY1" fmla="*/ 367051 h 392848"/>
                <a:gd name="connsiteX2" fmla="*/ 19480 w 2912392"/>
                <a:gd name="connsiteY2" fmla="*/ 363604 h 392848"/>
                <a:gd name="connsiteX3" fmla="*/ 29221 w 2912392"/>
                <a:gd name="connsiteY3" fmla="*/ 360076 h 392848"/>
                <a:gd name="connsiteX4" fmla="*/ 38961 w 2912392"/>
                <a:gd name="connsiteY4" fmla="*/ 356469 h 392848"/>
                <a:gd name="connsiteX5" fmla="*/ 48702 w 2912392"/>
                <a:gd name="connsiteY5" fmla="*/ 352780 h 392848"/>
                <a:gd name="connsiteX6" fmla="*/ 58443 w 2912392"/>
                <a:gd name="connsiteY6" fmla="*/ 349009 h 392848"/>
                <a:gd name="connsiteX7" fmla="*/ 68182 w 2912392"/>
                <a:gd name="connsiteY7" fmla="*/ 345153 h 392848"/>
                <a:gd name="connsiteX8" fmla="*/ 77923 w 2912392"/>
                <a:gd name="connsiteY8" fmla="*/ 341211 h 392848"/>
                <a:gd name="connsiteX9" fmla="*/ 87664 w 2912392"/>
                <a:gd name="connsiteY9" fmla="*/ 337185 h 392848"/>
                <a:gd name="connsiteX10" fmla="*/ 97404 w 2912392"/>
                <a:gd name="connsiteY10" fmla="*/ 333071 h 392848"/>
                <a:gd name="connsiteX11" fmla="*/ 107145 w 2912392"/>
                <a:gd name="connsiteY11" fmla="*/ 328871 h 392848"/>
                <a:gd name="connsiteX12" fmla="*/ 116886 w 2912392"/>
                <a:gd name="connsiteY12" fmla="*/ 324585 h 392848"/>
                <a:gd name="connsiteX13" fmla="*/ 126625 w 2912392"/>
                <a:gd name="connsiteY13" fmla="*/ 320210 h 392848"/>
                <a:gd name="connsiteX14" fmla="*/ 136366 w 2912392"/>
                <a:gd name="connsiteY14" fmla="*/ 315750 h 392848"/>
                <a:gd name="connsiteX15" fmla="*/ 146107 w 2912392"/>
                <a:gd name="connsiteY15" fmla="*/ 311203 h 392848"/>
                <a:gd name="connsiteX16" fmla="*/ 155846 w 2912392"/>
                <a:gd name="connsiteY16" fmla="*/ 306569 h 392848"/>
                <a:gd name="connsiteX17" fmla="*/ 165587 w 2912392"/>
                <a:gd name="connsiteY17" fmla="*/ 301850 h 392848"/>
                <a:gd name="connsiteX18" fmla="*/ 175328 w 2912392"/>
                <a:gd name="connsiteY18" fmla="*/ 297048 h 392848"/>
                <a:gd name="connsiteX19" fmla="*/ 185068 w 2912392"/>
                <a:gd name="connsiteY19" fmla="*/ 292165 h 392848"/>
                <a:gd name="connsiteX20" fmla="*/ 194809 w 2912392"/>
                <a:gd name="connsiteY20" fmla="*/ 287199 h 392848"/>
                <a:gd name="connsiteX21" fmla="*/ 204550 w 2912392"/>
                <a:gd name="connsiteY21" fmla="*/ 282154 h 392848"/>
                <a:gd name="connsiteX22" fmla="*/ 214289 w 2912392"/>
                <a:gd name="connsiteY22" fmla="*/ 277033 h 392848"/>
                <a:gd name="connsiteX23" fmla="*/ 224030 w 2912392"/>
                <a:gd name="connsiteY23" fmla="*/ 271838 h 392848"/>
                <a:gd name="connsiteX24" fmla="*/ 233771 w 2912392"/>
                <a:gd name="connsiteY24" fmla="*/ 266570 h 392848"/>
                <a:gd name="connsiteX25" fmla="*/ 243510 w 2912392"/>
                <a:gd name="connsiteY25" fmla="*/ 261231 h 392848"/>
                <a:gd name="connsiteX26" fmla="*/ 253251 w 2912392"/>
                <a:gd name="connsiteY26" fmla="*/ 255829 h 392848"/>
                <a:gd name="connsiteX27" fmla="*/ 262992 w 2912392"/>
                <a:gd name="connsiteY27" fmla="*/ 250363 h 392848"/>
                <a:gd name="connsiteX28" fmla="*/ 272732 w 2912392"/>
                <a:gd name="connsiteY28" fmla="*/ 244836 h 392848"/>
                <a:gd name="connsiteX29" fmla="*/ 282473 w 2912392"/>
                <a:gd name="connsiteY29" fmla="*/ 239257 h 392848"/>
                <a:gd name="connsiteX30" fmla="*/ 292214 w 2912392"/>
                <a:gd name="connsiteY30" fmla="*/ 233626 h 392848"/>
                <a:gd name="connsiteX31" fmla="*/ 301953 w 2912392"/>
                <a:gd name="connsiteY31" fmla="*/ 227948 h 392848"/>
                <a:gd name="connsiteX32" fmla="*/ 311694 w 2912392"/>
                <a:gd name="connsiteY32" fmla="*/ 222229 h 392848"/>
                <a:gd name="connsiteX33" fmla="*/ 321435 w 2912392"/>
                <a:gd name="connsiteY33" fmla="*/ 216473 h 392848"/>
                <a:gd name="connsiteX34" fmla="*/ 331175 w 2912392"/>
                <a:gd name="connsiteY34" fmla="*/ 210685 h 392848"/>
                <a:gd name="connsiteX35" fmla="*/ 340916 w 2912392"/>
                <a:gd name="connsiteY35" fmla="*/ 204871 h 392848"/>
                <a:gd name="connsiteX36" fmla="*/ 350656 w 2912392"/>
                <a:gd name="connsiteY36" fmla="*/ 199035 h 392848"/>
                <a:gd name="connsiteX37" fmla="*/ 360396 w 2912392"/>
                <a:gd name="connsiteY37" fmla="*/ 193186 h 392848"/>
                <a:gd name="connsiteX38" fmla="*/ 370137 w 2912392"/>
                <a:gd name="connsiteY38" fmla="*/ 187326 h 392848"/>
                <a:gd name="connsiteX39" fmla="*/ 379878 w 2912392"/>
                <a:gd name="connsiteY39" fmla="*/ 181465 h 392848"/>
                <a:gd name="connsiteX40" fmla="*/ 389617 w 2912392"/>
                <a:gd name="connsiteY40" fmla="*/ 175608 h 392848"/>
                <a:gd name="connsiteX41" fmla="*/ 399358 w 2912392"/>
                <a:gd name="connsiteY41" fmla="*/ 169761 h 392848"/>
                <a:gd name="connsiteX42" fmla="*/ 409099 w 2912392"/>
                <a:gd name="connsiteY42" fmla="*/ 163930 h 392848"/>
                <a:gd name="connsiteX43" fmla="*/ 418839 w 2912392"/>
                <a:gd name="connsiteY43" fmla="*/ 158123 h 392848"/>
                <a:gd name="connsiteX44" fmla="*/ 428580 w 2912392"/>
                <a:gd name="connsiteY44" fmla="*/ 152348 h 392848"/>
                <a:gd name="connsiteX45" fmla="*/ 438321 w 2912392"/>
                <a:gd name="connsiteY45" fmla="*/ 146609 h 392848"/>
                <a:gd name="connsiteX46" fmla="*/ 448060 w 2912392"/>
                <a:gd name="connsiteY46" fmla="*/ 140916 h 392848"/>
                <a:gd name="connsiteX47" fmla="*/ 457801 w 2912392"/>
                <a:gd name="connsiteY47" fmla="*/ 135275 h 392848"/>
                <a:gd name="connsiteX48" fmla="*/ 467542 w 2912392"/>
                <a:gd name="connsiteY48" fmla="*/ 129694 h 392848"/>
                <a:gd name="connsiteX49" fmla="*/ 477281 w 2912392"/>
                <a:gd name="connsiteY49" fmla="*/ 124179 h 392848"/>
                <a:gd name="connsiteX50" fmla="*/ 487022 w 2912392"/>
                <a:gd name="connsiteY50" fmla="*/ 118737 h 392848"/>
                <a:gd name="connsiteX51" fmla="*/ 496763 w 2912392"/>
                <a:gd name="connsiteY51" fmla="*/ 113377 h 392848"/>
                <a:gd name="connsiteX52" fmla="*/ 506503 w 2912392"/>
                <a:gd name="connsiteY52" fmla="*/ 108106 h 392848"/>
                <a:gd name="connsiteX53" fmla="*/ 516244 w 2912392"/>
                <a:gd name="connsiteY53" fmla="*/ 102930 h 392848"/>
                <a:gd name="connsiteX54" fmla="*/ 525985 w 2912392"/>
                <a:gd name="connsiteY54" fmla="*/ 97857 h 392848"/>
                <a:gd name="connsiteX55" fmla="*/ 535724 w 2912392"/>
                <a:gd name="connsiteY55" fmla="*/ 92892 h 392848"/>
                <a:gd name="connsiteX56" fmla="*/ 545465 w 2912392"/>
                <a:gd name="connsiteY56" fmla="*/ 88044 h 392848"/>
                <a:gd name="connsiteX57" fmla="*/ 555206 w 2912392"/>
                <a:gd name="connsiteY57" fmla="*/ 83320 h 392848"/>
                <a:gd name="connsiteX58" fmla="*/ 564946 w 2912392"/>
                <a:gd name="connsiteY58" fmla="*/ 78725 h 392848"/>
                <a:gd name="connsiteX59" fmla="*/ 574687 w 2912392"/>
                <a:gd name="connsiteY59" fmla="*/ 74265 h 392848"/>
                <a:gd name="connsiteX60" fmla="*/ 584428 w 2912392"/>
                <a:gd name="connsiteY60" fmla="*/ 69949 h 392848"/>
                <a:gd name="connsiteX61" fmla="*/ 594167 w 2912392"/>
                <a:gd name="connsiteY61" fmla="*/ 65781 h 392848"/>
                <a:gd name="connsiteX62" fmla="*/ 603908 w 2912392"/>
                <a:gd name="connsiteY62" fmla="*/ 61765 h 392848"/>
                <a:gd name="connsiteX63" fmla="*/ 613649 w 2912392"/>
                <a:gd name="connsiteY63" fmla="*/ 57909 h 392848"/>
                <a:gd name="connsiteX64" fmla="*/ 623388 w 2912392"/>
                <a:gd name="connsiteY64" fmla="*/ 54217 h 392848"/>
                <a:gd name="connsiteX65" fmla="*/ 633129 w 2912392"/>
                <a:gd name="connsiteY65" fmla="*/ 50695 h 392848"/>
                <a:gd name="connsiteX66" fmla="*/ 642870 w 2912392"/>
                <a:gd name="connsiteY66" fmla="*/ 47346 h 392848"/>
                <a:gd name="connsiteX67" fmla="*/ 652610 w 2912392"/>
                <a:gd name="connsiteY67" fmla="*/ 44174 h 392848"/>
                <a:gd name="connsiteX68" fmla="*/ 662351 w 2912392"/>
                <a:gd name="connsiteY68" fmla="*/ 41184 h 392848"/>
                <a:gd name="connsiteX69" fmla="*/ 672092 w 2912392"/>
                <a:gd name="connsiteY69" fmla="*/ 38378 h 392848"/>
                <a:gd name="connsiteX70" fmla="*/ 681831 w 2912392"/>
                <a:gd name="connsiteY70" fmla="*/ 35761 h 392848"/>
                <a:gd name="connsiteX71" fmla="*/ 691572 w 2912392"/>
                <a:gd name="connsiteY71" fmla="*/ 33335 h 392848"/>
                <a:gd name="connsiteX72" fmla="*/ 701313 w 2912392"/>
                <a:gd name="connsiteY72" fmla="*/ 31100 h 392848"/>
                <a:gd name="connsiteX73" fmla="*/ 711052 w 2912392"/>
                <a:gd name="connsiteY73" fmla="*/ 29060 h 392848"/>
                <a:gd name="connsiteX74" fmla="*/ 720793 w 2912392"/>
                <a:gd name="connsiteY74" fmla="*/ 27217 h 392848"/>
                <a:gd name="connsiteX75" fmla="*/ 730534 w 2912392"/>
                <a:gd name="connsiteY75" fmla="*/ 25571 h 392848"/>
                <a:gd name="connsiteX76" fmla="*/ 740274 w 2912392"/>
                <a:gd name="connsiteY76" fmla="*/ 24123 h 392848"/>
                <a:gd name="connsiteX77" fmla="*/ 750015 w 2912392"/>
                <a:gd name="connsiteY77" fmla="*/ 22871 h 392848"/>
                <a:gd name="connsiteX78" fmla="*/ 759756 w 2912392"/>
                <a:gd name="connsiteY78" fmla="*/ 21818 h 392848"/>
                <a:gd name="connsiteX79" fmla="*/ 769495 w 2912392"/>
                <a:gd name="connsiteY79" fmla="*/ 20961 h 392848"/>
                <a:gd name="connsiteX80" fmla="*/ 779236 w 2912392"/>
                <a:gd name="connsiteY80" fmla="*/ 20298 h 392848"/>
                <a:gd name="connsiteX81" fmla="*/ 788977 w 2912392"/>
                <a:gd name="connsiteY81" fmla="*/ 19831 h 392848"/>
                <a:gd name="connsiteX82" fmla="*/ 798717 w 2912392"/>
                <a:gd name="connsiteY82" fmla="*/ 19555 h 392848"/>
                <a:gd name="connsiteX83" fmla="*/ 808458 w 2912392"/>
                <a:gd name="connsiteY83" fmla="*/ 19467 h 392848"/>
                <a:gd name="connsiteX84" fmla="*/ 818199 w 2912392"/>
                <a:gd name="connsiteY84" fmla="*/ 19565 h 392848"/>
                <a:gd name="connsiteX85" fmla="*/ 827938 w 2912392"/>
                <a:gd name="connsiteY85" fmla="*/ 19847 h 392848"/>
                <a:gd name="connsiteX86" fmla="*/ 837679 w 2912392"/>
                <a:gd name="connsiteY86" fmla="*/ 20307 h 392848"/>
                <a:gd name="connsiteX87" fmla="*/ 847420 w 2912392"/>
                <a:gd name="connsiteY87" fmla="*/ 20942 h 392848"/>
                <a:gd name="connsiteX88" fmla="*/ 857159 w 2912392"/>
                <a:gd name="connsiteY88" fmla="*/ 21747 h 392848"/>
                <a:gd name="connsiteX89" fmla="*/ 866900 w 2912392"/>
                <a:gd name="connsiteY89" fmla="*/ 22715 h 392848"/>
                <a:gd name="connsiteX90" fmla="*/ 876641 w 2912392"/>
                <a:gd name="connsiteY90" fmla="*/ 23844 h 392848"/>
                <a:gd name="connsiteX91" fmla="*/ 886381 w 2912392"/>
                <a:gd name="connsiteY91" fmla="*/ 25127 h 392848"/>
                <a:gd name="connsiteX92" fmla="*/ 896122 w 2912392"/>
                <a:gd name="connsiteY92" fmla="*/ 26556 h 392848"/>
                <a:gd name="connsiteX93" fmla="*/ 905863 w 2912392"/>
                <a:gd name="connsiteY93" fmla="*/ 28128 h 392848"/>
                <a:gd name="connsiteX94" fmla="*/ 915602 w 2912392"/>
                <a:gd name="connsiteY94" fmla="*/ 29832 h 392848"/>
                <a:gd name="connsiteX95" fmla="*/ 925343 w 2912392"/>
                <a:gd name="connsiteY95" fmla="*/ 31665 h 392848"/>
                <a:gd name="connsiteX96" fmla="*/ 935084 w 2912392"/>
                <a:gd name="connsiteY96" fmla="*/ 33617 h 392848"/>
                <a:gd name="connsiteX97" fmla="*/ 944824 w 2912392"/>
                <a:gd name="connsiteY97" fmla="*/ 35682 h 392848"/>
                <a:gd name="connsiteX98" fmla="*/ 954564 w 2912392"/>
                <a:gd name="connsiteY98" fmla="*/ 37849 h 392848"/>
                <a:gd name="connsiteX99" fmla="*/ 964305 w 2912392"/>
                <a:gd name="connsiteY99" fmla="*/ 40114 h 392848"/>
                <a:gd name="connsiteX100" fmla="*/ 974045 w 2912392"/>
                <a:gd name="connsiteY100" fmla="*/ 42467 h 392848"/>
                <a:gd name="connsiteX101" fmla="*/ 983786 w 2912392"/>
                <a:gd name="connsiteY101" fmla="*/ 44898 h 392848"/>
                <a:gd name="connsiteX102" fmla="*/ 993522 w 2912392"/>
                <a:gd name="connsiteY102" fmla="*/ 47400 h 392848"/>
                <a:gd name="connsiteX103" fmla="*/ 1003266 w 2912392"/>
                <a:gd name="connsiteY103" fmla="*/ 49964 h 392848"/>
                <a:gd name="connsiteX104" fmla="*/ 1013010 w 2912392"/>
                <a:gd name="connsiteY104" fmla="*/ 52582 h 392848"/>
                <a:gd name="connsiteX105" fmla="*/ 1022754 w 2912392"/>
                <a:gd name="connsiteY105" fmla="*/ 55242 h 392848"/>
                <a:gd name="connsiteX106" fmla="*/ 1032483 w 2912392"/>
                <a:gd name="connsiteY106" fmla="*/ 57938 h 392848"/>
                <a:gd name="connsiteX107" fmla="*/ 1042227 w 2912392"/>
                <a:gd name="connsiteY107" fmla="*/ 60658 h 392848"/>
                <a:gd name="connsiteX108" fmla="*/ 1051971 w 2912392"/>
                <a:gd name="connsiteY108" fmla="*/ 63397 h 392848"/>
                <a:gd name="connsiteX109" fmla="*/ 1061715 w 2912392"/>
                <a:gd name="connsiteY109" fmla="*/ 66141 h 392848"/>
                <a:gd name="connsiteX110" fmla="*/ 1071444 w 2912392"/>
                <a:gd name="connsiteY110" fmla="*/ 68884 h 392848"/>
                <a:gd name="connsiteX111" fmla="*/ 1081188 w 2912392"/>
                <a:gd name="connsiteY111" fmla="*/ 71616 h 392848"/>
                <a:gd name="connsiteX112" fmla="*/ 1090932 w 2912392"/>
                <a:gd name="connsiteY112" fmla="*/ 74330 h 392848"/>
                <a:gd name="connsiteX113" fmla="*/ 1100676 w 2912392"/>
                <a:gd name="connsiteY113" fmla="*/ 77013 h 392848"/>
                <a:gd name="connsiteX114" fmla="*/ 1110405 w 2912392"/>
                <a:gd name="connsiteY114" fmla="*/ 79659 h 392848"/>
                <a:gd name="connsiteX115" fmla="*/ 1120149 w 2912392"/>
                <a:gd name="connsiteY115" fmla="*/ 82259 h 392848"/>
                <a:gd name="connsiteX116" fmla="*/ 1129893 w 2912392"/>
                <a:gd name="connsiteY116" fmla="*/ 84803 h 392848"/>
                <a:gd name="connsiteX117" fmla="*/ 1139637 w 2912392"/>
                <a:gd name="connsiteY117" fmla="*/ 87286 h 392848"/>
                <a:gd name="connsiteX118" fmla="*/ 1149381 w 2912392"/>
                <a:gd name="connsiteY118" fmla="*/ 89696 h 392848"/>
                <a:gd name="connsiteX119" fmla="*/ 1159110 w 2912392"/>
                <a:gd name="connsiteY119" fmla="*/ 92028 h 392848"/>
                <a:gd name="connsiteX120" fmla="*/ 1168854 w 2912392"/>
                <a:gd name="connsiteY120" fmla="*/ 94272 h 392848"/>
                <a:gd name="connsiteX121" fmla="*/ 1178598 w 2912392"/>
                <a:gd name="connsiteY121" fmla="*/ 96423 h 392848"/>
                <a:gd name="connsiteX122" fmla="*/ 1188341 w 2912392"/>
                <a:gd name="connsiteY122" fmla="*/ 98472 h 392848"/>
                <a:gd name="connsiteX123" fmla="*/ 1198070 w 2912392"/>
                <a:gd name="connsiteY123" fmla="*/ 100413 h 392848"/>
                <a:gd name="connsiteX124" fmla="*/ 1207814 w 2912392"/>
                <a:gd name="connsiteY124" fmla="*/ 102240 h 392848"/>
                <a:gd name="connsiteX125" fmla="*/ 1217558 w 2912392"/>
                <a:gd name="connsiteY125" fmla="*/ 103944 h 392848"/>
                <a:gd name="connsiteX126" fmla="*/ 1227302 w 2912392"/>
                <a:gd name="connsiteY126" fmla="*/ 105524 h 392848"/>
                <a:gd name="connsiteX127" fmla="*/ 1237031 w 2912392"/>
                <a:gd name="connsiteY127" fmla="*/ 106970 h 392848"/>
                <a:gd name="connsiteX128" fmla="*/ 1246775 w 2912392"/>
                <a:gd name="connsiteY128" fmla="*/ 108280 h 392848"/>
                <a:gd name="connsiteX129" fmla="*/ 1256519 w 2912392"/>
                <a:gd name="connsiteY129" fmla="*/ 109448 h 392848"/>
                <a:gd name="connsiteX130" fmla="*/ 1266263 w 2912392"/>
                <a:gd name="connsiteY130" fmla="*/ 110470 h 392848"/>
                <a:gd name="connsiteX131" fmla="*/ 1276007 w 2912392"/>
                <a:gd name="connsiteY131" fmla="*/ 111343 h 392848"/>
                <a:gd name="connsiteX132" fmla="*/ 1285736 w 2912392"/>
                <a:gd name="connsiteY132" fmla="*/ 112061 h 392848"/>
                <a:gd name="connsiteX133" fmla="*/ 1295480 w 2912392"/>
                <a:gd name="connsiteY133" fmla="*/ 112624 h 392848"/>
                <a:gd name="connsiteX134" fmla="*/ 1305224 w 2912392"/>
                <a:gd name="connsiteY134" fmla="*/ 113028 h 392848"/>
                <a:gd name="connsiteX135" fmla="*/ 1314968 w 2912392"/>
                <a:gd name="connsiteY135" fmla="*/ 113273 h 392848"/>
                <a:gd name="connsiteX136" fmla="*/ 1324697 w 2912392"/>
                <a:gd name="connsiteY136" fmla="*/ 113354 h 392848"/>
                <a:gd name="connsiteX137" fmla="*/ 1334441 w 2912392"/>
                <a:gd name="connsiteY137" fmla="*/ 113271 h 392848"/>
                <a:gd name="connsiteX138" fmla="*/ 1344185 w 2912392"/>
                <a:gd name="connsiteY138" fmla="*/ 113025 h 392848"/>
                <a:gd name="connsiteX139" fmla="*/ 1353929 w 2912392"/>
                <a:gd name="connsiteY139" fmla="*/ 112615 h 392848"/>
                <a:gd name="connsiteX140" fmla="*/ 1363658 w 2912392"/>
                <a:gd name="connsiteY140" fmla="*/ 112042 h 392848"/>
                <a:gd name="connsiteX141" fmla="*/ 1373402 w 2912392"/>
                <a:gd name="connsiteY141" fmla="*/ 111304 h 392848"/>
                <a:gd name="connsiteX142" fmla="*/ 1383146 w 2912392"/>
                <a:gd name="connsiteY142" fmla="*/ 110406 h 392848"/>
                <a:gd name="connsiteX143" fmla="*/ 1392890 w 2912392"/>
                <a:gd name="connsiteY143" fmla="*/ 109348 h 392848"/>
                <a:gd name="connsiteX144" fmla="*/ 1402619 w 2912392"/>
                <a:gd name="connsiteY144" fmla="*/ 108132 h 392848"/>
                <a:gd name="connsiteX145" fmla="*/ 1412363 w 2912392"/>
                <a:gd name="connsiteY145" fmla="*/ 106762 h 392848"/>
                <a:gd name="connsiteX146" fmla="*/ 1422106 w 2912392"/>
                <a:gd name="connsiteY146" fmla="*/ 105239 h 392848"/>
                <a:gd name="connsiteX147" fmla="*/ 1431850 w 2912392"/>
                <a:gd name="connsiteY147" fmla="*/ 103569 h 392848"/>
                <a:gd name="connsiteX148" fmla="*/ 1441594 w 2912392"/>
                <a:gd name="connsiteY148" fmla="*/ 101756 h 392848"/>
                <a:gd name="connsiteX149" fmla="*/ 1451323 w 2912392"/>
                <a:gd name="connsiteY149" fmla="*/ 99804 h 392848"/>
                <a:gd name="connsiteX150" fmla="*/ 1461067 w 2912392"/>
                <a:gd name="connsiteY150" fmla="*/ 97718 h 392848"/>
                <a:gd name="connsiteX151" fmla="*/ 1470811 w 2912392"/>
                <a:gd name="connsiteY151" fmla="*/ 95502 h 392848"/>
                <a:gd name="connsiteX152" fmla="*/ 1480555 w 2912392"/>
                <a:gd name="connsiteY152" fmla="*/ 93166 h 392848"/>
                <a:gd name="connsiteX153" fmla="*/ 1490284 w 2912392"/>
                <a:gd name="connsiteY153" fmla="*/ 90712 h 392848"/>
                <a:gd name="connsiteX154" fmla="*/ 1500028 w 2912392"/>
                <a:gd name="connsiteY154" fmla="*/ 88151 h 392848"/>
                <a:gd name="connsiteX155" fmla="*/ 1509772 w 2912392"/>
                <a:gd name="connsiteY155" fmla="*/ 85487 h 392848"/>
                <a:gd name="connsiteX156" fmla="*/ 1519516 w 2912392"/>
                <a:gd name="connsiteY156" fmla="*/ 82728 h 392848"/>
                <a:gd name="connsiteX157" fmla="*/ 1529245 w 2912392"/>
                <a:gd name="connsiteY157" fmla="*/ 79884 h 392848"/>
                <a:gd name="connsiteX158" fmla="*/ 1538989 w 2912392"/>
                <a:gd name="connsiteY158" fmla="*/ 76959 h 392848"/>
                <a:gd name="connsiteX159" fmla="*/ 1548733 w 2912392"/>
                <a:gd name="connsiteY159" fmla="*/ 73966 h 392848"/>
                <a:gd name="connsiteX160" fmla="*/ 1558477 w 2912392"/>
                <a:gd name="connsiteY160" fmla="*/ 70912 h 392848"/>
                <a:gd name="connsiteX161" fmla="*/ 1568221 w 2912392"/>
                <a:gd name="connsiteY161" fmla="*/ 67805 h 392848"/>
                <a:gd name="connsiteX162" fmla="*/ 1577950 w 2912392"/>
                <a:gd name="connsiteY162" fmla="*/ 64657 h 392848"/>
                <a:gd name="connsiteX163" fmla="*/ 1587694 w 2912392"/>
                <a:gd name="connsiteY163" fmla="*/ 61475 h 392848"/>
                <a:gd name="connsiteX164" fmla="*/ 1597438 w 2912392"/>
                <a:gd name="connsiteY164" fmla="*/ 58270 h 392848"/>
                <a:gd name="connsiteX165" fmla="*/ 1607182 w 2912392"/>
                <a:gd name="connsiteY165" fmla="*/ 55052 h 392848"/>
                <a:gd name="connsiteX166" fmla="*/ 1616911 w 2912392"/>
                <a:gd name="connsiteY166" fmla="*/ 51831 h 392848"/>
                <a:gd name="connsiteX167" fmla="*/ 1626655 w 2912392"/>
                <a:gd name="connsiteY167" fmla="*/ 48617 h 392848"/>
                <a:gd name="connsiteX168" fmla="*/ 1636399 w 2912392"/>
                <a:gd name="connsiteY168" fmla="*/ 45421 h 392848"/>
                <a:gd name="connsiteX169" fmla="*/ 1646142 w 2912392"/>
                <a:gd name="connsiteY169" fmla="*/ 42252 h 392848"/>
                <a:gd name="connsiteX170" fmla="*/ 1655872 w 2912392"/>
                <a:gd name="connsiteY170" fmla="*/ 39123 h 392848"/>
                <a:gd name="connsiteX171" fmla="*/ 1665616 w 2912392"/>
                <a:gd name="connsiteY171" fmla="*/ 36044 h 392848"/>
                <a:gd name="connsiteX172" fmla="*/ 1675359 w 2912392"/>
                <a:gd name="connsiteY172" fmla="*/ 33022 h 392848"/>
                <a:gd name="connsiteX173" fmla="*/ 1685103 w 2912392"/>
                <a:gd name="connsiteY173" fmla="*/ 30072 h 392848"/>
                <a:gd name="connsiteX174" fmla="*/ 1694832 w 2912392"/>
                <a:gd name="connsiteY174" fmla="*/ 27203 h 392848"/>
                <a:gd name="connsiteX175" fmla="*/ 1704576 w 2912392"/>
                <a:gd name="connsiteY175" fmla="*/ 24424 h 392848"/>
                <a:gd name="connsiteX176" fmla="*/ 1714320 w 2912392"/>
                <a:gd name="connsiteY176" fmla="*/ 21747 h 392848"/>
                <a:gd name="connsiteX177" fmla="*/ 1724064 w 2912392"/>
                <a:gd name="connsiteY177" fmla="*/ 19179 h 392848"/>
                <a:gd name="connsiteX178" fmla="*/ 1733808 w 2912392"/>
                <a:gd name="connsiteY178" fmla="*/ 16735 h 392848"/>
                <a:gd name="connsiteX179" fmla="*/ 1743537 w 2912392"/>
                <a:gd name="connsiteY179" fmla="*/ 14421 h 392848"/>
                <a:gd name="connsiteX180" fmla="*/ 1753281 w 2912392"/>
                <a:gd name="connsiteY180" fmla="*/ 12247 h 392848"/>
                <a:gd name="connsiteX181" fmla="*/ 1763025 w 2912392"/>
                <a:gd name="connsiteY181" fmla="*/ 10224 h 392848"/>
                <a:gd name="connsiteX182" fmla="*/ 1772769 w 2912392"/>
                <a:gd name="connsiteY182" fmla="*/ 8358 h 392848"/>
                <a:gd name="connsiteX183" fmla="*/ 1782498 w 2912392"/>
                <a:gd name="connsiteY183" fmla="*/ 6660 h 392848"/>
                <a:gd name="connsiteX184" fmla="*/ 1792242 w 2912392"/>
                <a:gd name="connsiteY184" fmla="*/ 5136 h 392848"/>
                <a:gd name="connsiteX185" fmla="*/ 1801986 w 2912392"/>
                <a:gd name="connsiteY185" fmla="*/ 3796 h 392848"/>
                <a:gd name="connsiteX186" fmla="*/ 1811730 w 2912392"/>
                <a:gd name="connsiteY186" fmla="*/ 2648 h 392848"/>
                <a:gd name="connsiteX187" fmla="*/ 1821459 w 2912392"/>
                <a:gd name="connsiteY187" fmla="*/ 1697 h 392848"/>
                <a:gd name="connsiteX188" fmla="*/ 1831203 w 2912392"/>
                <a:gd name="connsiteY188" fmla="*/ 951 h 392848"/>
                <a:gd name="connsiteX189" fmla="*/ 1840947 w 2912392"/>
                <a:gd name="connsiteY189" fmla="*/ 416 h 392848"/>
                <a:gd name="connsiteX190" fmla="*/ 1850691 w 2912392"/>
                <a:gd name="connsiteY190" fmla="*/ 97 h 392848"/>
                <a:gd name="connsiteX191" fmla="*/ 1860435 w 2912392"/>
                <a:gd name="connsiteY191" fmla="*/ 0 h 392848"/>
                <a:gd name="connsiteX192" fmla="*/ 1870164 w 2912392"/>
                <a:gd name="connsiteY192" fmla="*/ 131 h 392848"/>
                <a:gd name="connsiteX193" fmla="*/ 1879908 w 2912392"/>
                <a:gd name="connsiteY193" fmla="*/ 492 h 392848"/>
                <a:gd name="connsiteX194" fmla="*/ 1889652 w 2912392"/>
                <a:gd name="connsiteY194" fmla="*/ 1088 h 392848"/>
                <a:gd name="connsiteX195" fmla="*/ 1899395 w 2912392"/>
                <a:gd name="connsiteY195" fmla="*/ 1922 h 392848"/>
                <a:gd name="connsiteX196" fmla="*/ 1909124 w 2912392"/>
                <a:gd name="connsiteY196" fmla="*/ 2998 h 392848"/>
                <a:gd name="connsiteX197" fmla="*/ 1918868 w 2912392"/>
                <a:gd name="connsiteY197" fmla="*/ 4316 h 392848"/>
                <a:gd name="connsiteX198" fmla="*/ 1928612 w 2912392"/>
                <a:gd name="connsiteY198" fmla="*/ 5878 h 392848"/>
                <a:gd name="connsiteX199" fmla="*/ 1938356 w 2912392"/>
                <a:gd name="connsiteY199" fmla="*/ 7685 h 392848"/>
                <a:gd name="connsiteX200" fmla="*/ 1948085 w 2912392"/>
                <a:gd name="connsiteY200" fmla="*/ 9738 h 392848"/>
                <a:gd name="connsiteX201" fmla="*/ 1957829 w 2912392"/>
                <a:gd name="connsiteY201" fmla="*/ 12037 h 392848"/>
                <a:gd name="connsiteX202" fmla="*/ 1967573 w 2912392"/>
                <a:gd name="connsiteY202" fmla="*/ 14580 h 392848"/>
                <a:gd name="connsiteX203" fmla="*/ 1977317 w 2912392"/>
                <a:gd name="connsiteY203" fmla="*/ 17368 h 392848"/>
                <a:gd name="connsiteX204" fmla="*/ 1987046 w 2912392"/>
                <a:gd name="connsiteY204" fmla="*/ 20395 h 392848"/>
                <a:gd name="connsiteX205" fmla="*/ 1996790 w 2912392"/>
                <a:gd name="connsiteY205" fmla="*/ 23663 h 392848"/>
                <a:gd name="connsiteX206" fmla="*/ 2006534 w 2912392"/>
                <a:gd name="connsiteY206" fmla="*/ 27165 h 392848"/>
                <a:gd name="connsiteX207" fmla="*/ 2016278 w 2912392"/>
                <a:gd name="connsiteY207" fmla="*/ 30900 h 392848"/>
                <a:gd name="connsiteX208" fmla="*/ 2026022 w 2912392"/>
                <a:gd name="connsiteY208" fmla="*/ 34862 h 392848"/>
                <a:gd name="connsiteX209" fmla="*/ 2035751 w 2912392"/>
                <a:gd name="connsiteY209" fmla="*/ 39049 h 392848"/>
                <a:gd name="connsiteX210" fmla="*/ 2045495 w 2912392"/>
                <a:gd name="connsiteY210" fmla="*/ 43454 h 392848"/>
                <a:gd name="connsiteX211" fmla="*/ 2055239 w 2912392"/>
                <a:gd name="connsiteY211" fmla="*/ 48070 h 392848"/>
                <a:gd name="connsiteX212" fmla="*/ 2064983 w 2912392"/>
                <a:gd name="connsiteY212" fmla="*/ 52894 h 392848"/>
                <a:gd name="connsiteX213" fmla="*/ 2074712 w 2912392"/>
                <a:gd name="connsiteY213" fmla="*/ 57917 h 392848"/>
                <a:gd name="connsiteX214" fmla="*/ 2084456 w 2912392"/>
                <a:gd name="connsiteY214" fmla="*/ 63131 h 392848"/>
                <a:gd name="connsiteX215" fmla="*/ 2094200 w 2912392"/>
                <a:gd name="connsiteY215" fmla="*/ 68532 h 392848"/>
                <a:gd name="connsiteX216" fmla="*/ 2103944 w 2912392"/>
                <a:gd name="connsiteY216" fmla="*/ 74109 h 392848"/>
                <a:gd name="connsiteX217" fmla="*/ 2113673 w 2912392"/>
                <a:gd name="connsiteY217" fmla="*/ 79856 h 392848"/>
                <a:gd name="connsiteX218" fmla="*/ 2123417 w 2912392"/>
                <a:gd name="connsiteY218" fmla="*/ 85761 h 392848"/>
                <a:gd name="connsiteX219" fmla="*/ 2133161 w 2912392"/>
                <a:gd name="connsiteY219" fmla="*/ 91819 h 392848"/>
                <a:gd name="connsiteX220" fmla="*/ 2142905 w 2912392"/>
                <a:gd name="connsiteY220" fmla="*/ 98017 h 392848"/>
                <a:gd name="connsiteX221" fmla="*/ 2152649 w 2912392"/>
                <a:gd name="connsiteY221" fmla="*/ 104348 h 392848"/>
                <a:gd name="connsiteX222" fmla="*/ 2162377 w 2912392"/>
                <a:gd name="connsiteY222" fmla="*/ 110801 h 392848"/>
                <a:gd name="connsiteX223" fmla="*/ 2172121 w 2912392"/>
                <a:gd name="connsiteY223" fmla="*/ 117367 h 392848"/>
                <a:gd name="connsiteX224" fmla="*/ 2181865 w 2912392"/>
                <a:gd name="connsiteY224" fmla="*/ 124034 h 392848"/>
                <a:gd name="connsiteX225" fmla="*/ 2191609 w 2912392"/>
                <a:gd name="connsiteY225" fmla="*/ 130792 h 392848"/>
                <a:gd name="connsiteX226" fmla="*/ 2201338 w 2912392"/>
                <a:gd name="connsiteY226" fmla="*/ 137632 h 392848"/>
                <a:gd name="connsiteX227" fmla="*/ 2211082 w 2912392"/>
                <a:gd name="connsiteY227" fmla="*/ 144542 h 392848"/>
                <a:gd name="connsiteX228" fmla="*/ 2220826 w 2912392"/>
                <a:gd name="connsiteY228" fmla="*/ 151512 h 392848"/>
                <a:gd name="connsiteX229" fmla="*/ 2230570 w 2912392"/>
                <a:gd name="connsiteY229" fmla="*/ 158531 h 392848"/>
                <a:gd name="connsiteX230" fmla="*/ 2240299 w 2912392"/>
                <a:gd name="connsiteY230" fmla="*/ 165587 h 392848"/>
                <a:gd name="connsiteX231" fmla="*/ 2250043 w 2912392"/>
                <a:gd name="connsiteY231" fmla="*/ 172670 h 392848"/>
                <a:gd name="connsiteX232" fmla="*/ 2259787 w 2912392"/>
                <a:gd name="connsiteY232" fmla="*/ 179771 h 392848"/>
                <a:gd name="connsiteX233" fmla="*/ 2269531 w 2912392"/>
                <a:gd name="connsiteY233" fmla="*/ 186876 h 392848"/>
                <a:gd name="connsiteX234" fmla="*/ 2279260 w 2912392"/>
                <a:gd name="connsiteY234" fmla="*/ 193977 h 392848"/>
                <a:gd name="connsiteX235" fmla="*/ 2289004 w 2912392"/>
                <a:gd name="connsiteY235" fmla="*/ 201063 h 392848"/>
                <a:gd name="connsiteX236" fmla="*/ 2298748 w 2912392"/>
                <a:gd name="connsiteY236" fmla="*/ 208122 h 392848"/>
                <a:gd name="connsiteX237" fmla="*/ 2308492 w 2912392"/>
                <a:gd name="connsiteY237" fmla="*/ 215147 h 392848"/>
                <a:gd name="connsiteX238" fmla="*/ 2318236 w 2912392"/>
                <a:gd name="connsiteY238" fmla="*/ 222124 h 392848"/>
                <a:gd name="connsiteX239" fmla="*/ 2327965 w 2912392"/>
                <a:gd name="connsiteY239" fmla="*/ 229048 h 392848"/>
                <a:gd name="connsiteX240" fmla="*/ 2337709 w 2912392"/>
                <a:gd name="connsiteY240" fmla="*/ 235906 h 392848"/>
                <a:gd name="connsiteX241" fmla="*/ 2347453 w 2912392"/>
                <a:gd name="connsiteY241" fmla="*/ 242689 h 392848"/>
                <a:gd name="connsiteX242" fmla="*/ 2357197 w 2912392"/>
                <a:gd name="connsiteY242" fmla="*/ 249390 h 392848"/>
                <a:gd name="connsiteX243" fmla="*/ 2366926 w 2912392"/>
                <a:gd name="connsiteY243" fmla="*/ 255999 h 392848"/>
                <a:gd name="connsiteX244" fmla="*/ 2376670 w 2912392"/>
                <a:gd name="connsiteY244" fmla="*/ 262507 h 392848"/>
                <a:gd name="connsiteX245" fmla="*/ 2386413 w 2912392"/>
                <a:gd name="connsiteY245" fmla="*/ 268907 h 392848"/>
                <a:gd name="connsiteX246" fmla="*/ 2396157 w 2912392"/>
                <a:gd name="connsiteY246" fmla="*/ 275192 h 392848"/>
                <a:gd name="connsiteX247" fmla="*/ 2405886 w 2912392"/>
                <a:gd name="connsiteY247" fmla="*/ 281354 h 392848"/>
                <a:gd name="connsiteX248" fmla="*/ 2415630 w 2912392"/>
                <a:gd name="connsiteY248" fmla="*/ 287386 h 392848"/>
                <a:gd name="connsiteX249" fmla="*/ 2425374 w 2912392"/>
                <a:gd name="connsiteY249" fmla="*/ 293282 h 392848"/>
                <a:gd name="connsiteX250" fmla="*/ 2435118 w 2912392"/>
                <a:gd name="connsiteY250" fmla="*/ 299034 h 392848"/>
                <a:gd name="connsiteX251" fmla="*/ 2444862 w 2912392"/>
                <a:gd name="connsiteY251" fmla="*/ 304639 h 392848"/>
                <a:gd name="connsiteX252" fmla="*/ 2454591 w 2912392"/>
                <a:gd name="connsiteY252" fmla="*/ 310092 h 392848"/>
                <a:gd name="connsiteX253" fmla="*/ 2464335 w 2912392"/>
                <a:gd name="connsiteY253" fmla="*/ 315385 h 392848"/>
                <a:gd name="connsiteX254" fmla="*/ 2474079 w 2912392"/>
                <a:gd name="connsiteY254" fmla="*/ 320516 h 392848"/>
                <a:gd name="connsiteX255" fmla="*/ 2483823 w 2912392"/>
                <a:gd name="connsiteY255" fmla="*/ 325480 h 392848"/>
                <a:gd name="connsiteX256" fmla="*/ 2493552 w 2912392"/>
                <a:gd name="connsiteY256" fmla="*/ 330275 h 392848"/>
                <a:gd name="connsiteX257" fmla="*/ 2503296 w 2912392"/>
                <a:gd name="connsiteY257" fmla="*/ 334895 h 392848"/>
                <a:gd name="connsiteX258" fmla="*/ 2513040 w 2912392"/>
                <a:gd name="connsiteY258" fmla="*/ 339339 h 392848"/>
                <a:gd name="connsiteX259" fmla="*/ 2522784 w 2912392"/>
                <a:gd name="connsiteY259" fmla="*/ 343605 h 392848"/>
                <a:gd name="connsiteX260" fmla="*/ 2532513 w 2912392"/>
                <a:gd name="connsiteY260" fmla="*/ 347689 h 392848"/>
                <a:gd name="connsiteX261" fmla="*/ 2542257 w 2912392"/>
                <a:gd name="connsiteY261" fmla="*/ 351592 h 392848"/>
                <a:gd name="connsiteX262" fmla="*/ 2552001 w 2912392"/>
                <a:gd name="connsiteY262" fmla="*/ 355312 h 392848"/>
                <a:gd name="connsiteX263" fmla="*/ 2561745 w 2912392"/>
                <a:gd name="connsiteY263" fmla="*/ 358848 h 392848"/>
                <a:gd name="connsiteX264" fmla="*/ 2571474 w 2912392"/>
                <a:gd name="connsiteY264" fmla="*/ 362200 h 392848"/>
                <a:gd name="connsiteX265" fmla="*/ 2581218 w 2912392"/>
                <a:gd name="connsiteY265" fmla="*/ 365368 h 392848"/>
                <a:gd name="connsiteX266" fmla="*/ 2590962 w 2912392"/>
                <a:gd name="connsiteY266" fmla="*/ 368352 h 392848"/>
                <a:gd name="connsiteX267" fmla="*/ 2600705 w 2912392"/>
                <a:gd name="connsiteY267" fmla="*/ 371153 h 392848"/>
                <a:gd name="connsiteX268" fmla="*/ 2610449 w 2912392"/>
                <a:gd name="connsiteY268" fmla="*/ 373771 h 392848"/>
                <a:gd name="connsiteX269" fmla="*/ 2620178 w 2912392"/>
                <a:gd name="connsiteY269" fmla="*/ 376210 h 392848"/>
                <a:gd name="connsiteX270" fmla="*/ 2629922 w 2912392"/>
                <a:gd name="connsiteY270" fmla="*/ 378468 h 392848"/>
                <a:gd name="connsiteX271" fmla="*/ 2639666 w 2912392"/>
                <a:gd name="connsiteY271" fmla="*/ 380551 h 392848"/>
                <a:gd name="connsiteX272" fmla="*/ 2649410 w 2912392"/>
                <a:gd name="connsiteY272" fmla="*/ 382458 h 392848"/>
                <a:gd name="connsiteX273" fmla="*/ 2659139 w 2912392"/>
                <a:gd name="connsiteY273" fmla="*/ 384194 h 392848"/>
                <a:gd name="connsiteX274" fmla="*/ 2668883 w 2912392"/>
                <a:gd name="connsiteY274" fmla="*/ 385760 h 392848"/>
                <a:gd name="connsiteX275" fmla="*/ 2678627 w 2912392"/>
                <a:gd name="connsiteY275" fmla="*/ 387159 h 392848"/>
                <a:gd name="connsiteX276" fmla="*/ 2688371 w 2912392"/>
                <a:gd name="connsiteY276" fmla="*/ 388396 h 392848"/>
                <a:gd name="connsiteX277" fmla="*/ 2698100 w 2912392"/>
                <a:gd name="connsiteY277" fmla="*/ 389471 h 392848"/>
                <a:gd name="connsiteX278" fmla="*/ 2707844 w 2912392"/>
                <a:gd name="connsiteY278" fmla="*/ 390392 h 392848"/>
                <a:gd name="connsiteX279" fmla="*/ 2717588 w 2912392"/>
                <a:gd name="connsiteY279" fmla="*/ 391159 h 392848"/>
                <a:gd name="connsiteX280" fmla="*/ 2727332 w 2912392"/>
                <a:gd name="connsiteY280" fmla="*/ 391778 h 392848"/>
                <a:gd name="connsiteX281" fmla="*/ 2737076 w 2912392"/>
                <a:gd name="connsiteY281" fmla="*/ 392253 h 392848"/>
                <a:gd name="connsiteX282" fmla="*/ 2746805 w 2912392"/>
                <a:gd name="connsiteY282" fmla="*/ 392587 h 392848"/>
                <a:gd name="connsiteX283" fmla="*/ 2756549 w 2912392"/>
                <a:gd name="connsiteY283" fmla="*/ 392783 h 392848"/>
                <a:gd name="connsiteX284" fmla="*/ 2766293 w 2912392"/>
                <a:gd name="connsiteY284" fmla="*/ 392849 h 392848"/>
                <a:gd name="connsiteX285" fmla="*/ 2776037 w 2912392"/>
                <a:gd name="connsiteY285" fmla="*/ 392788 h 392848"/>
                <a:gd name="connsiteX286" fmla="*/ 2785766 w 2912392"/>
                <a:gd name="connsiteY286" fmla="*/ 392602 h 392848"/>
                <a:gd name="connsiteX287" fmla="*/ 2795510 w 2912392"/>
                <a:gd name="connsiteY287" fmla="*/ 392298 h 392848"/>
                <a:gd name="connsiteX288" fmla="*/ 2805254 w 2912392"/>
                <a:gd name="connsiteY288" fmla="*/ 391880 h 392848"/>
                <a:gd name="connsiteX289" fmla="*/ 2814998 w 2912392"/>
                <a:gd name="connsiteY289" fmla="*/ 391352 h 392848"/>
                <a:gd name="connsiteX290" fmla="*/ 2824727 w 2912392"/>
                <a:gd name="connsiteY290" fmla="*/ 390718 h 392848"/>
                <a:gd name="connsiteX291" fmla="*/ 2834471 w 2912392"/>
                <a:gd name="connsiteY291" fmla="*/ 389984 h 392848"/>
                <a:gd name="connsiteX292" fmla="*/ 2844215 w 2912392"/>
                <a:gd name="connsiteY292" fmla="*/ 389152 h 392848"/>
                <a:gd name="connsiteX293" fmla="*/ 2853958 w 2912392"/>
                <a:gd name="connsiteY293" fmla="*/ 388229 h 392848"/>
                <a:gd name="connsiteX294" fmla="*/ 2863687 w 2912392"/>
                <a:gd name="connsiteY294" fmla="*/ 387219 h 392848"/>
                <a:gd name="connsiteX295" fmla="*/ 2873431 w 2912392"/>
                <a:gd name="connsiteY295" fmla="*/ 386123 h 392848"/>
                <a:gd name="connsiteX296" fmla="*/ 2883175 w 2912392"/>
                <a:gd name="connsiteY296" fmla="*/ 384949 h 392848"/>
                <a:gd name="connsiteX297" fmla="*/ 2892919 w 2912392"/>
                <a:gd name="connsiteY297" fmla="*/ 383699 h 392848"/>
                <a:gd name="connsiteX298" fmla="*/ 2902663 w 2912392"/>
                <a:gd name="connsiteY298" fmla="*/ 382379 h 392848"/>
                <a:gd name="connsiteX299" fmla="*/ 2912392 w 2912392"/>
                <a:gd name="connsiteY299" fmla="*/ 380991 h 392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92848">
                  <a:moveTo>
                    <a:pt x="0" y="370421"/>
                  </a:moveTo>
                  <a:lnTo>
                    <a:pt x="9739" y="367051"/>
                  </a:lnTo>
                  <a:lnTo>
                    <a:pt x="19480" y="363604"/>
                  </a:lnTo>
                  <a:lnTo>
                    <a:pt x="29221" y="360076"/>
                  </a:lnTo>
                  <a:lnTo>
                    <a:pt x="38961" y="356469"/>
                  </a:lnTo>
                  <a:lnTo>
                    <a:pt x="48702" y="352780"/>
                  </a:lnTo>
                  <a:lnTo>
                    <a:pt x="58443" y="349009"/>
                  </a:lnTo>
                  <a:lnTo>
                    <a:pt x="68182" y="345153"/>
                  </a:lnTo>
                  <a:lnTo>
                    <a:pt x="77923" y="341211"/>
                  </a:lnTo>
                  <a:lnTo>
                    <a:pt x="87664" y="337185"/>
                  </a:lnTo>
                  <a:lnTo>
                    <a:pt x="97404" y="333071"/>
                  </a:lnTo>
                  <a:lnTo>
                    <a:pt x="107145" y="328871"/>
                  </a:lnTo>
                  <a:lnTo>
                    <a:pt x="116886" y="324585"/>
                  </a:lnTo>
                  <a:lnTo>
                    <a:pt x="126625" y="320210"/>
                  </a:lnTo>
                  <a:lnTo>
                    <a:pt x="136366" y="315750"/>
                  </a:lnTo>
                  <a:lnTo>
                    <a:pt x="146107" y="311203"/>
                  </a:lnTo>
                  <a:lnTo>
                    <a:pt x="155846" y="306569"/>
                  </a:lnTo>
                  <a:lnTo>
                    <a:pt x="165587" y="301850"/>
                  </a:lnTo>
                  <a:lnTo>
                    <a:pt x="175328" y="297048"/>
                  </a:lnTo>
                  <a:lnTo>
                    <a:pt x="185068" y="292165"/>
                  </a:lnTo>
                  <a:lnTo>
                    <a:pt x="194809" y="287199"/>
                  </a:lnTo>
                  <a:lnTo>
                    <a:pt x="204550" y="282154"/>
                  </a:lnTo>
                  <a:lnTo>
                    <a:pt x="214289" y="277033"/>
                  </a:lnTo>
                  <a:lnTo>
                    <a:pt x="224030" y="271838"/>
                  </a:lnTo>
                  <a:lnTo>
                    <a:pt x="233771" y="266570"/>
                  </a:lnTo>
                  <a:lnTo>
                    <a:pt x="243510" y="261231"/>
                  </a:lnTo>
                  <a:lnTo>
                    <a:pt x="253251" y="255829"/>
                  </a:lnTo>
                  <a:lnTo>
                    <a:pt x="262992" y="250363"/>
                  </a:lnTo>
                  <a:lnTo>
                    <a:pt x="272732" y="244836"/>
                  </a:lnTo>
                  <a:lnTo>
                    <a:pt x="282473" y="239257"/>
                  </a:lnTo>
                  <a:lnTo>
                    <a:pt x="292214" y="233626"/>
                  </a:lnTo>
                  <a:lnTo>
                    <a:pt x="301953" y="227948"/>
                  </a:lnTo>
                  <a:lnTo>
                    <a:pt x="311694" y="222229"/>
                  </a:lnTo>
                  <a:lnTo>
                    <a:pt x="321435" y="216473"/>
                  </a:lnTo>
                  <a:lnTo>
                    <a:pt x="331175" y="210685"/>
                  </a:lnTo>
                  <a:lnTo>
                    <a:pt x="340916" y="204871"/>
                  </a:lnTo>
                  <a:lnTo>
                    <a:pt x="350656" y="199035"/>
                  </a:lnTo>
                  <a:lnTo>
                    <a:pt x="360396" y="193186"/>
                  </a:lnTo>
                  <a:lnTo>
                    <a:pt x="370137" y="187326"/>
                  </a:lnTo>
                  <a:lnTo>
                    <a:pt x="379878" y="181465"/>
                  </a:lnTo>
                  <a:lnTo>
                    <a:pt x="389617" y="175608"/>
                  </a:lnTo>
                  <a:lnTo>
                    <a:pt x="399358" y="169761"/>
                  </a:lnTo>
                  <a:lnTo>
                    <a:pt x="409099" y="163930"/>
                  </a:lnTo>
                  <a:lnTo>
                    <a:pt x="418839" y="158123"/>
                  </a:lnTo>
                  <a:lnTo>
                    <a:pt x="428580" y="152348"/>
                  </a:lnTo>
                  <a:lnTo>
                    <a:pt x="438321" y="146609"/>
                  </a:lnTo>
                  <a:lnTo>
                    <a:pt x="448060" y="140916"/>
                  </a:lnTo>
                  <a:lnTo>
                    <a:pt x="457801" y="135275"/>
                  </a:lnTo>
                  <a:lnTo>
                    <a:pt x="467542" y="129694"/>
                  </a:lnTo>
                  <a:lnTo>
                    <a:pt x="477281" y="124179"/>
                  </a:lnTo>
                  <a:lnTo>
                    <a:pt x="487022" y="118737"/>
                  </a:lnTo>
                  <a:lnTo>
                    <a:pt x="496763" y="113377"/>
                  </a:lnTo>
                  <a:lnTo>
                    <a:pt x="506503" y="108106"/>
                  </a:lnTo>
                  <a:lnTo>
                    <a:pt x="516244" y="102930"/>
                  </a:lnTo>
                  <a:lnTo>
                    <a:pt x="525985" y="97857"/>
                  </a:lnTo>
                  <a:lnTo>
                    <a:pt x="535724" y="92892"/>
                  </a:lnTo>
                  <a:lnTo>
                    <a:pt x="545465" y="88044"/>
                  </a:lnTo>
                  <a:lnTo>
                    <a:pt x="555206" y="83320"/>
                  </a:lnTo>
                  <a:lnTo>
                    <a:pt x="564946" y="78725"/>
                  </a:lnTo>
                  <a:lnTo>
                    <a:pt x="574687" y="74265"/>
                  </a:lnTo>
                  <a:lnTo>
                    <a:pt x="584428" y="69949"/>
                  </a:lnTo>
                  <a:lnTo>
                    <a:pt x="594167" y="65781"/>
                  </a:lnTo>
                  <a:lnTo>
                    <a:pt x="603908" y="61765"/>
                  </a:lnTo>
                  <a:lnTo>
                    <a:pt x="613649" y="57909"/>
                  </a:lnTo>
                  <a:lnTo>
                    <a:pt x="623388" y="54217"/>
                  </a:lnTo>
                  <a:lnTo>
                    <a:pt x="633129" y="50695"/>
                  </a:lnTo>
                  <a:lnTo>
                    <a:pt x="642870" y="47346"/>
                  </a:lnTo>
                  <a:lnTo>
                    <a:pt x="652610" y="44174"/>
                  </a:lnTo>
                  <a:lnTo>
                    <a:pt x="662351" y="41184"/>
                  </a:lnTo>
                  <a:lnTo>
                    <a:pt x="672092" y="38378"/>
                  </a:lnTo>
                  <a:lnTo>
                    <a:pt x="681831" y="35761"/>
                  </a:lnTo>
                  <a:lnTo>
                    <a:pt x="691572" y="33335"/>
                  </a:lnTo>
                  <a:lnTo>
                    <a:pt x="701313" y="31100"/>
                  </a:lnTo>
                  <a:lnTo>
                    <a:pt x="711052" y="29060"/>
                  </a:lnTo>
                  <a:lnTo>
                    <a:pt x="720793" y="27217"/>
                  </a:lnTo>
                  <a:lnTo>
                    <a:pt x="730534" y="25571"/>
                  </a:lnTo>
                  <a:lnTo>
                    <a:pt x="740274" y="24123"/>
                  </a:lnTo>
                  <a:lnTo>
                    <a:pt x="750015" y="22871"/>
                  </a:lnTo>
                  <a:lnTo>
                    <a:pt x="759756" y="21818"/>
                  </a:lnTo>
                  <a:lnTo>
                    <a:pt x="769495" y="20961"/>
                  </a:lnTo>
                  <a:lnTo>
                    <a:pt x="779236" y="20298"/>
                  </a:lnTo>
                  <a:lnTo>
                    <a:pt x="788977" y="19831"/>
                  </a:lnTo>
                  <a:lnTo>
                    <a:pt x="798717" y="19555"/>
                  </a:lnTo>
                  <a:lnTo>
                    <a:pt x="808458" y="19467"/>
                  </a:lnTo>
                  <a:lnTo>
                    <a:pt x="818199" y="19565"/>
                  </a:lnTo>
                  <a:lnTo>
                    <a:pt x="827938" y="19847"/>
                  </a:lnTo>
                  <a:lnTo>
                    <a:pt x="837679" y="20307"/>
                  </a:lnTo>
                  <a:lnTo>
                    <a:pt x="847420" y="20942"/>
                  </a:lnTo>
                  <a:lnTo>
                    <a:pt x="857159" y="21747"/>
                  </a:lnTo>
                  <a:lnTo>
                    <a:pt x="866900" y="22715"/>
                  </a:lnTo>
                  <a:lnTo>
                    <a:pt x="876641" y="23844"/>
                  </a:lnTo>
                  <a:lnTo>
                    <a:pt x="886381" y="25127"/>
                  </a:lnTo>
                  <a:lnTo>
                    <a:pt x="896122" y="26556"/>
                  </a:lnTo>
                  <a:lnTo>
                    <a:pt x="905863" y="28128"/>
                  </a:lnTo>
                  <a:lnTo>
                    <a:pt x="915602" y="29832"/>
                  </a:lnTo>
                  <a:lnTo>
                    <a:pt x="925343" y="31665"/>
                  </a:lnTo>
                  <a:lnTo>
                    <a:pt x="935084" y="33617"/>
                  </a:lnTo>
                  <a:lnTo>
                    <a:pt x="944824" y="35682"/>
                  </a:lnTo>
                  <a:lnTo>
                    <a:pt x="954564" y="37849"/>
                  </a:lnTo>
                  <a:lnTo>
                    <a:pt x="964305" y="40114"/>
                  </a:lnTo>
                  <a:lnTo>
                    <a:pt x="974045" y="42467"/>
                  </a:lnTo>
                  <a:lnTo>
                    <a:pt x="983786" y="44898"/>
                  </a:lnTo>
                  <a:lnTo>
                    <a:pt x="993522" y="47400"/>
                  </a:lnTo>
                  <a:lnTo>
                    <a:pt x="1003266" y="49964"/>
                  </a:lnTo>
                  <a:lnTo>
                    <a:pt x="1013010" y="52582"/>
                  </a:lnTo>
                  <a:lnTo>
                    <a:pt x="1022754" y="55242"/>
                  </a:lnTo>
                  <a:lnTo>
                    <a:pt x="1032483" y="57938"/>
                  </a:lnTo>
                  <a:lnTo>
                    <a:pt x="1042227" y="60658"/>
                  </a:lnTo>
                  <a:lnTo>
                    <a:pt x="1051971" y="63397"/>
                  </a:lnTo>
                  <a:lnTo>
                    <a:pt x="1061715" y="66141"/>
                  </a:lnTo>
                  <a:lnTo>
                    <a:pt x="1071444" y="68884"/>
                  </a:lnTo>
                  <a:lnTo>
                    <a:pt x="1081188" y="71616"/>
                  </a:lnTo>
                  <a:lnTo>
                    <a:pt x="1090932" y="74330"/>
                  </a:lnTo>
                  <a:lnTo>
                    <a:pt x="1100676" y="77013"/>
                  </a:lnTo>
                  <a:lnTo>
                    <a:pt x="1110405" y="79659"/>
                  </a:lnTo>
                  <a:lnTo>
                    <a:pt x="1120149" y="82259"/>
                  </a:lnTo>
                  <a:lnTo>
                    <a:pt x="1129893" y="84803"/>
                  </a:lnTo>
                  <a:lnTo>
                    <a:pt x="1139637" y="87286"/>
                  </a:lnTo>
                  <a:lnTo>
                    <a:pt x="1149381" y="89696"/>
                  </a:lnTo>
                  <a:lnTo>
                    <a:pt x="1159110" y="92028"/>
                  </a:lnTo>
                  <a:lnTo>
                    <a:pt x="1168854" y="94272"/>
                  </a:lnTo>
                  <a:lnTo>
                    <a:pt x="1178598" y="96423"/>
                  </a:lnTo>
                  <a:lnTo>
                    <a:pt x="1188341" y="98472"/>
                  </a:lnTo>
                  <a:lnTo>
                    <a:pt x="1198070" y="100413"/>
                  </a:lnTo>
                  <a:lnTo>
                    <a:pt x="1207814" y="102240"/>
                  </a:lnTo>
                  <a:lnTo>
                    <a:pt x="1217558" y="103944"/>
                  </a:lnTo>
                  <a:lnTo>
                    <a:pt x="1227302" y="105524"/>
                  </a:lnTo>
                  <a:lnTo>
                    <a:pt x="1237031" y="106970"/>
                  </a:lnTo>
                  <a:lnTo>
                    <a:pt x="1246775" y="108280"/>
                  </a:lnTo>
                  <a:lnTo>
                    <a:pt x="1256519" y="109448"/>
                  </a:lnTo>
                  <a:lnTo>
                    <a:pt x="1266263" y="110470"/>
                  </a:lnTo>
                  <a:lnTo>
                    <a:pt x="1276007" y="111343"/>
                  </a:lnTo>
                  <a:lnTo>
                    <a:pt x="1285736" y="112061"/>
                  </a:lnTo>
                  <a:lnTo>
                    <a:pt x="1295480" y="112624"/>
                  </a:lnTo>
                  <a:lnTo>
                    <a:pt x="1305224" y="113028"/>
                  </a:lnTo>
                  <a:lnTo>
                    <a:pt x="1314968" y="113273"/>
                  </a:lnTo>
                  <a:lnTo>
                    <a:pt x="1324697" y="113354"/>
                  </a:lnTo>
                  <a:lnTo>
                    <a:pt x="1334441" y="113271"/>
                  </a:lnTo>
                  <a:lnTo>
                    <a:pt x="1344185" y="113025"/>
                  </a:lnTo>
                  <a:lnTo>
                    <a:pt x="1353929" y="112615"/>
                  </a:lnTo>
                  <a:lnTo>
                    <a:pt x="1363658" y="112042"/>
                  </a:lnTo>
                  <a:lnTo>
                    <a:pt x="1373402" y="111304"/>
                  </a:lnTo>
                  <a:lnTo>
                    <a:pt x="1383146" y="110406"/>
                  </a:lnTo>
                  <a:lnTo>
                    <a:pt x="1392890" y="109348"/>
                  </a:lnTo>
                  <a:lnTo>
                    <a:pt x="1402619" y="108132"/>
                  </a:lnTo>
                  <a:lnTo>
                    <a:pt x="1412363" y="106762"/>
                  </a:lnTo>
                  <a:lnTo>
                    <a:pt x="1422106" y="105239"/>
                  </a:lnTo>
                  <a:lnTo>
                    <a:pt x="1431850" y="103569"/>
                  </a:lnTo>
                  <a:lnTo>
                    <a:pt x="1441594" y="101756"/>
                  </a:lnTo>
                  <a:lnTo>
                    <a:pt x="1451323" y="99804"/>
                  </a:lnTo>
                  <a:lnTo>
                    <a:pt x="1461067" y="97718"/>
                  </a:lnTo>
                  <a:lnTo>
                    <a:pt x="1470811" y="95502"/>
                  </a:lnTo>
                  <a:lnTo>
                    <a:pt x="1480555" y="93166"/>
                  </a:lnTo>
                  <a:lnTo>
                    <a:pt x="1490284" y="90712"/>
                  </a:lnTo>
                  <a:lnTo>
                    <a:pt x="1500028" y="88151"/>
                  </a:lnTo>
                  <a:lnTo>
                    <a:pt x="1509772" y="85487"/>
                  </a:lnTo>
                  <a:lnTo>
                    <a:pt x="1519516" y="82728"/>
                  </a:lnTo>
                  <a:lnTo>
                    <a:pt x="1529245" y="79884"/>
                  </a:lnTo>
                  <a:lnTo>
                    <a:pt x="1538989" y="76959"/>
                  </a:lnTo>
                  <a:lnTo>
                    <a:pt x="1548733" y="73966"/>
                  </a:lnTo>
                  <a:lnTo>
                    <a:pt x="1558477" y="70912"/>
                  </a:lnTo>
                  <a:lnTo>
                    <a:pt x="1568221" y="67805"/>
                  </a:lnTo>
                  <a:lnTo>
                    <a:pt x="1577950" y="64657"/>
                  </a:lnTo>
                  <a:lnTo>
                    <a:pt x="1587694" y="61475"/>
                  </a:lnTo>
                  <a:lnTo>
                    <a:pt x="1597438" y="58270"/>
                  </a:lnTo>
                  <a:lnTo>
                    <a:pt x="1607182" y="55052"/>
                  </a:lnTo>
                  <a:lnTo>
                    <a:pt x="1616911" y="51831"/>
                  </a:lnTo>
                  <a:lnTo>
                    <a:pt x="1626655" y="48617"/>
                  </a:lnTo>
                  <a:lnTo>
                    <a:pt x="1636399" y="45421"/>
                  </a:lnTo>
                  <a:lnTo>
                    <a:pt x="1646142" y="42252"/>
                  </a:lnTo>
                  <a:lnTo>
                    <a:pt x="1655872" y="39123"/>
                  </a:lnTo>
                  <a:lnTo>
                    <a:pt x="1665616" y="36044"/>
                  </a:lnTo>
                  <a:lnTo>
                    <a:pt x="1675359" y="33022"/>
                  </a:lnTo>
                  <a:lnTo>
                    <a:pt x="1685103" y="30072"/>
                  </a:lnTo>
                  <a:lnTo>
                    <a:pt x="1694832" y="27203"/>
                  </a:lnTo>
                  <a:lnTo>
                    <a:pt x="1704576" y="24424"/>
                  </a:lnTo>
                  <a:lnTo>
                    <a:pt x="1714320" y="21747"/>
                  </a:lnTo>
                  <a:lnTo>
                    <a:pt x="1724064" y="19179"/>
                  </a:lnTo>
                  <a:lnTo>
                    <a:pt x="1733808" y="16735"/>
                  </a:lnTo>
                  <a:lnTo>
                    <a:pt x="1743537" y="14421"/>
                  </a:lnTo>
                  <a:lnTo>
                    <a:pt x="1753281" y="12247"/>
                  </a:lnTo>
                  <a:lnTo>
                    <a:pt x="1763025" y="10224"/>
                  </a:lnTo>
                  <a:lnTo>
                    <a:pt x="1772769" y="8358"/>
                  </a:lnTo>
                  <a:lnTo>
                    <a:pt x="1782498" y="6660"/>
                  </a:lnTo>
                  <a:lnTo>
                    <a:pt x="1792242" y="5136"/>
                  </a:lnTo>
                  <a:lnTo>
                    <a:pt x="1801986" y="3796"/>
                  </a:lnTo>
                  <a:lnTo>
                    <a:pt x="1811730" y="2648"/>
                  </a:lnTo>
                  <a:lnTo>
                    <a:pt x="1821459" y="1697"/>
                  </a:lnTo>
                  <a:lnTo>
                    <a:pt x="1831203" y="951"/>
                  </a:lnTo>
                  <a:lnTo>
                    <a:pt x="1840947" y="416"/>
                  </a:lnTo>
                  <a:lnTo>
                    <a:pt x="1850691" y="97"/>
                  </a:lnTo>
                  <a:lnTo>
                    <a:pt x="1860435" y="0"/>
                  </a:lnTo>
                  <a:lnTo>
                    <a:pt x="1870164" y="131"/>
                  </a:lnTo>
                  <a:lnTo>
                    <a:pt x="1879908" y="492"/>
                  </a:lnTo>
                  <a:lnTo>
                    <a:pt x="1889652" y="1088"/>
                  </a:lnTo>
                  <a:lnTo>
                    <a:pt x="1899395" y="1922"/>
                  </a:lnTo>
                  <a:lnTo>
                    <a:pt x="1909124" y="2998"/>
                  </a:lnTo>
                  <a:lnTo>
                    <a:pt x="1918868" y="4316"/>
                  </a:lnTo>
                  <a:lnTo>
                    <a:pt x="1928612" y="5878"/>
                  </a:lnTo>
                  <a:lnTo>
                    <a:pt x="1938356" y="7685"/>
                  </a:lnTo>
                  <a:lnTo>
                    <a:pt x="1948085" y="9738"/>
                  </a:lnTo>
                  <a:lnTo>
                    <a:pt x="1957829" y="12037"/>
                  </a:lnTo>
                  <a:lnTo>
                    <a:pt x="1967573" y="14580"/>
                  </a:lnTo>
                  <a:lnTo>
                    <a:pt x="1977317" y="17368"/>
                  </a:lnTo>
                  <a:lnTo>
                    <a:pt x="1987046" y="20395"/>
                  </a:lnTo>
                  <a:lnTo>
                    <a:pt x="1996790" y="23663"/>
                  </a:lnTo>
                  <a:lnTo>
                    <a:pt x="2006534" y="27165"/>
                  </a:lnTo>
                  <a:lnTo>
                    <a:pt x="2016278" y="30900"/>
                  </a:lnTo>
                  <a:lnTo>
                    <a:pt x="2026022" y="34862"/>
                  </a:lnTo>
                  <a:lnTo>
                    <a:pt x="2035751" y="39049"/>
                  </a:lnTo>
                  <a:lnTo>
                    <a:pt x="2045495" y="43454"/>
                  </a:lnTo>
                  <a:lnTo>
                    <a:pt x="2055239" y="48070"/>
                  </a:lnTo>
                  <a:lnTo>
                    <a:pt x="2064983" y="52894"/>
                  </a:lnTo>
                  <a:lnTo>
                    <a:pt x="2074712" y="57917"/>
                  </a:lnTo>
                  <a:lnTo>
                    <a:pt x="2084456" y="63131"/>
                  </a:lnTo>
                  <a:lnTo>
                    <a:pt x="2094200" y="68532"/>
                  </a:lnTo>
                  <a:lnTo>
                    <a:pt x="2103944" y="74109"/>
                  </a:lnTo>
                  <a:lnTo>
                    <a:pt x="2113673" y="79856"/>
                  </a:lnTo>
                  <a:lnTo>
                    <a:pt x="2123417" y="85761"/>
                  </a:lnTo>
                  <a:lnTo>
                    <a:pt x="2133161" y="91819"/>
                  </a:lnTo>
                  <a:lnTo>
                    <a:pt x="2142905" y="98017"/>
                  </a:lnTo>
                  <a:lnTo>
                    <a:pt x="2152649" y="104348"/>
                  </a:lnTo>
                  <a:lnTo>
                    <a:pt x="2162377" y="110801"/>
                  </a:lnTo>
                  <a:lnTo>
                    <a:pt x="2172121" y="117367"/>
                  </a:lnTo>
                  <a:lnTo>
                    <a:pt x="2181865" y="124034"/>
                  </a:lnTo>
                  <a:lnTo>
                    <a:pt x="2191609" y="130792"/>
                  </a:lnTo>
                  <a:lnTo>
                    <a:pt x="2201338" y="137632"/>
                  </a:lnTo>
                  <a:lnTo>
                    <a:pt x="2211082" y="144542"/>
                  </a:lnTo>
                  <a:lnTo>
                    <a:pt x="2220826" y="151512"/>
                  </a:lnTo>
                  <a:lnTo>
                    <a:pt x="2230570" y="158531"/>
                  </a:lnTo>
                  <a:lnTo>
                    <a:pt x="2240299" y="165587"/>
                  </a:lnTo>
                  <a:lnTo>
                    <a:pt x="2250043" y="172670"/>
                  </a:lnTo>
                  <a:lnTo>
                    <a:pt x="2259787" y="179771"/>
                  </a:lnTo>
                  <a:lnTo>
                    <a:pt x="2269531" y="186876"/>
                  </a:lnTo>
                  <a:lnTo>
                    <a:pt x="2279260" y="193977"/>
                  </a:lnTo>
                  <a:lnTo>
                    <a:pt x="2289004" y="201063"/>
                  </a:lnTo>
                  <a:lnTo>
                    <a:pt x="2298748" y="208122"/>
                  </a:lnTo>
                  <a:lnTo>
                    <a:pt x="2308492" y="215147"/>
                  </a:lnTo>
                  <a:lnTo>
                    <a:pt x="2318236" y="222124"/>
                  </a:lnTo>
                  <a:lnTo>
                    <a:pt x="2327965" y="229048"/>
                  </a:lnTo>
                  <a:lnTo>
                    <a:pt x="2337709" y="235906"/>
                  </a:lnTo>
                  <a:lnTo>
                    <a:pt x="2347453" y="242689"/>
                  </a:lnTo>
                  <a:lnTo>
                    <a:pt x="2357197" y="249390"/>
                  </a:lnTo>
                  <a:lnTo>
                    <a:pt x="2366926" y="255999"/>
                  </a:lnTo>
                  <a:lnTo>
                    <a:pt x="2376670" y="262507"/>
                  </a:lnTo>
                  <a:lnTo>
                    <a:pt x="2386413" y="268907"/>
                  </a:lnTo>
                  <a:lnTo>
                    <a:pt x="2396157" y="275192"/>
                  </a:lnTo>
                  <a:lnTo>
                    <a:pt x="2405886" y="281354"/>
                  </a:lnTo>
                  <a:lnTo>
                    <a:pt x="2415630" y="287386"/>
                  </a:lnTo>
                  <a:lnTo>
                    <a:pt x="2425374" y="293282"/>
                  </a:lnTo>
                  <a:lnTo>
                    <a:pt x="2435118" y="299034"/>
                  </a:lnTo>
                  <a:lnTo>
                    <a:pt x="2444862" y="304639"/>
                  </a:lnTo>
                  <a:lnTo>
                    <a:pt x="2454591" y="310092"/>
                  </a:lnTo>
                  <a:lnTo>
                    <a:pt x="2464335" y="315385"/>
                  </a:lnTo>
                  <a:lnTo>
                    <a:pt x="2474079" y="320516"/>
                  </a:lnTo>
                  <a:lnTo>
                    <a:pt x="2483823" y="325480"/>
                  </a:lnTo>
                  <a:lnTo>
                    <a:pt x="2493552" y="330275"/>
                  </a:lnTo>
                  <a:lnTo>
                    <a:pt x="2503296" y="334895"/>
                  </a:lnTo>
                  <a:lnTo>
                    <a:pt x="2513040" y="339339"/>
                  </a:lnTo>
                  <a:lnTo>
                    <a:pt x="2522784" y="343605"/>
                  </a:lnTo>
                  <a:lnTo>
                    <a:pt x="2532513" y="347689"/>
                  </a:lnTo>
                  <a:lnTo>
                    <a:pt x="2542257" y="351592"/>
                  </a:lnTo>
                  <a:lnTo>
                    <a:pt x="2552001" y="355312"/>
                  </a:lnTo>
                  <a:lnTo>
                    <a:pt x="2561745" y="358848"/>
                  </a:lnTo>
                  <a:lnTo>
                    <a:pt x="2571474" y="362200"/>
                  </a:lnTo>
                  <a:lnTo>
                    <a:pt x="2581218" y="365368"/>
                  </a:lnTo>
                  <a:lnTo>
                    <a:pt x="2590962" y="368352"/>
                  </a:lnTo>
                  <a:lnTo>
                    <a:pt x="2600705" y="371153"/>
                  </a:lnTo>
                  <a:lnTo>
                    <a:pt x="2610449" y="373771"/>
                  </a:lnTo>
                  <a:lnTo>
                    <a:pt x="2620178" y="376210"/>
                  </a:lnTo>
                  <a:lnTo>
                    <a:pt x="2629922" y="378468"/>
                  </a:lnTo>
                  <a:lnTo>
                    <a:pt x="2639666" y="380551"/>
                  </a:lnTo>
                  <a:lnTo>
                    <a:pt x="2649410" y="382458"/>
                  </a:lnTo>
                  <a:lnTo>
                    <a:pt x="2659139" y="384194"/>
                  </a:lnTo>
                  <a:lnTo>
                    <a:pt x="2668883" y="385760"/>
                  </a:lnTo>
                  <a:lnTo>
                    <a:pt x="2678627" y="387159"/>
                  </a:lnTo>
                  <a:lnTo>
                    <a:pt x="2688371" y="388396"/>
                  </a:lnTo>
                  <a:lnTo>
                    <a:pt x="2698100" y="389471"/>
                  </a:lnTo>
                  <a:lnTo>
                    <a:pt x="2707844" y="390392"/>
                  </a:lnTo>
                  <a:lnTo>
                    <a:pt x="2717588" y="391159"/>
                  </a:lnTo>
                  <a:lnTo>
                    <a:pt x="2727332" y="391778"/>
                  </a:lnTo>
                  <a:lnTo>
                    <a:pt x="2737076" y="392253"/>
                  </a:lnTo>
                  <a:lnTo>
                    <a:pt x="2746805" y="392587"/>
                  </a:lnTo>
                  <a:lnTo>
                    <a:pt x="2756549" y="392783"/>
                  </a:lnTo>
                  <a:lnTo>
                    <a:pt x="2766293" y="392849"/>
                  </a:lnTo>
                  <a:lnTo>
                    <a:pt x="2776037" y="392788"/>
                  </a:lnTo>
                  <a:lnTo>
                    <a:pt x="2785766" y="392602"/>
                  </a:lnTo>
                  <a:lnTo>
                    <a:pt x="2795510" y="392298"/>
                  </a:lnTo>
                  <a:lnTo>
                    <a:pt x="2805254" y="391880"/>
                  </a:lnTo>
                  <a:lnTo>
                    <a:pt x="2814998" y="391352"/>
                  </a:lnTo>
                  <a:lnTo>
                    <a:pt x="2824727" y="390718"/>
                  </a:lnTo>
                  <a:lnTo>
                    <a:pt x="2834471" y="389984"/>
                  </a:lnTo>
                  <a:lnTo>
                    <a:pt x="2844215" y="389152"/>
                  </a:lnTo>
                  <a:lnTo>
                    <a:pt x="2853958" y="388229"/>
                  </a:lnTo>
                  <a:lnTo>
                    <a:pt x="2863687" y="387219"/>
                  </a:lnTo>
                  <a:lnTo>
                    <a:pt x="2873431" y="386123"/>
                  </a:lnTo>
                  <a:lnTo>
                    <a:pt x="2883175" y="384949"/>
                  </a:lnTo>
                  <a:lnTo>
                    <a:pt x="2892919" y="383699"/>
                  </a:lnTo>
                  <a:lnTo>
                    <a:pt x="2902663" y="382379"/>
                  </a:lnTo>
                  <a:lnTo>
                    <a:pt x="2912392" y="38099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2" name="Freeform 871">
              <a:extLst>
                <a:ext uri="{FF2B5EF4-FFF2-40B4-BE49-F238E27FC236}">
                  <a16:creationId xmlns:a16="http://schemas.microsoft.com/office/drawing/2014/main" id="{4CB69C3F-A009-00A0-780F-71AF41E95C24}"/>
                </a:ext>
              </a:extLst>
            </p:cNvPr>
            <p:cNvSpPr/>
            <p:nvPr/>
          </p:nvSpPr>
          <p:spPr>
            <a:xfrm>
              <a:off x="576446" y="3206302"/>
              <a:ext cx="2912392" cy="507277"/>
            </a:xfrm>
            <a:custGeom>
              <a:avLst/>
              <a:gdLst>
                <a:gd name="connsiteX0" fmla="*/ 0 w 2912392"/>
                <a:gd name="connsiteY0" fmla="*/ 383686 h 507277"/>
                <a:gd name="connsiteX1" fmla="*/ 9739 w 2912392"/>
                <a:gd name="connsiteY1" fmla="*/ 387202 h 507277"/>
                <a:gd name="connsiteX2" fmla="*/ 19480 w 2912392"/>
                <a:gd name="connsiteY2" fmla="*/ 390759 h 507277"/>
                <a:gd name="connsiteX3" fmla="*/ 29221 w 2912392"/>
                <a:gd name="connsiteY3" fmla="*/ 394345 h 507277"/>
                <a:gd name="connsiteX4" fmla="*/ 38961 w 2912392"/>
                <a:gd name="connsiteY4" fmla="*/ 397953 h 507277"/>
                <a:gd name="connsiteX5" fmla="*/ 48702 w 2912392"/>
                <a:gd name="connsiteY5" fmla="*/ 401574 h 507277"/>
                <a:gd name="connsiteX6" fmla="*/ 58443 w 2912392"/>
                <a:gd name="connsiteY6" fmla="*/ 405196 h 507277"/>
                <a:gd name="connsiteX7" fmla="*/ 68182 w 2912392"/>
                <a:gd name="connsiteY7" fmla="*/ 408810 h 507277"/>
                <a:gd name="connsiteX8" fmla="*/ 77923 w 2912392"/>
                <a:gd name="connsiteY8" fmla="*/ 412408 h 507277"/>
                <a:gd name="connsiteX9" fmla="*/ 87664 w 2912392"/>
                <a:gd name="connsiteY9" fmla="*/ 415980 h 507277"/>
                <a:gd name="connsiteX10" fmla="*/ 97404 w 2912392"/>
                <a:gd name="connsiteY10" fmla="*/ 419517 h 507277"/>
                <a:gd name="connsiteX11" fmla="*/ 107145 w 2912392"/>
                <a:gd name="connsiteY11" fmla="*/ 423009 h 507277"/>
                <a:gd name="connsiteX12" fmla="*/ 116886 w 2912392"/>
                <a:gd name="connsiteY12" fmla="*/ 426451 h 507277"/>
                <a:gd name="connsiteX13" fmla="*/ 126625 w 2912392"/>
                <a:gd name="connsiteY13" fmla="*/ 429831 h 507277"/>
                <a:gd name="connsiteX14" fmla="*/ 136366 w 2912392"/>
                <a:gd name="connsiteY14" fmla="*/ 433145 h 507277"/>
                <a:gd name="connsiteX15" fmla="*/ 146107 w 2912392"/>
                <a:gd name="connsiteY15" fmla="*/ 436382 h 507277"/>
                <a:gd name="connsiteX16" fmla="*/ 155846 w 2912392"/>
                <a:gd name="connsiteY16" fmla="*/ 439536 h 507277"/>
                <a:gd name="connsiteX17" fmla="*/ 165587 w 2912392"/>
                <a:gd name="connsiteY17" fmla="*/ 442600 h 507277"/>
                <a:gd name="connsiteX18" fmla="*/ 175328 w 2912392"/>
                <a:gd name="connsiteY18" fmla="*/ 445567 h 507277"/>
                <a:gd name="connsiteX19" fmla="*/ 185068 w 2912392"/>
                <a:gd name="connsiteY19" fmla="*/ 448431 h 507277"/>
                <a:gd name="connsiteX20" fmla="*/ 194809 w 2912392"/>
                <a:gd name="connsiteY20" fmla="*/ 451186 h 507277"/>
                <a:gd name="connsiteX21" fmla="*/ 204550 w 2912392"/>
                <a:gd name="connsiteY21" fmla="*/ 453824 h 507277"/>
                <a:gd name="connsiteX22" fmla="*/ 214289 w 2912392"/>
                <a:gd name="connsiteY22" fmla="*/ 456344 h 507277"/>
                <a:gd name="connsiteX23" fmla="*/ 224030 w 2912392"/>
                <a:gd name="connsiteY23" fmla="*/ 458738 h 507277"/>
                <a:gd name="connsiteX24" fmla="*/ 233771 w 2912392"/>
                <a:gd name="connsiteY24" fmla="*/ 461001 h 507277"/>
                <a:gd name="connsiteX25" fmla="*/ 243510 w 2912392"/>
                <a:gd name="connsiteY25" fmla="*/ 463129 h 507277"/>
                <a:gd name="connsiteX26" fmla="*/ 253251 w 2912392"/>
                <a:gd name="connsiteY26" fmla="*/ 465119 h 507277"/>
                <a:gd name="connsiteX27" fmla="*/ 262992 w 2912392"/>
                <a:gd name="connsiteY27" fmla="*/ 466967 h 507277"/>
                <a:gd name="connsiteX28" fmla="*/ 272732 w 2912392"/>
                <a:gd name="connsiteY28" fmla="*/ 468668 h 507277"/>
                <a:gd name="connsiteX29" fmla="*/ 282473 w 2912392"/>
                <a:gd name="connsiteY29" fmla="*/ 470221 h 507277"/>
                <a:gd name="connsiteX30" fmla="*/ 292214 w 2912392"/>
                <a:gd name="connsiteY30" fmla="*/ 471621 h 507277"/>
                <a:gd name="connsiteX31" fmla="*/ 301953 w 2912392"/>
                <a:gd name="connsiteY31" fmla="*/ 472867 h 507277"/>
                <a:gd name="connsiteX32" fmla="*/ 311694 w 2912392"/>
                <a:gd name="connsiteY32" fmla="*/ 473957 h 507277"/>
                <a:gd name="connsiteX33" fmla="*/ 321435 w 2912392"/>
                <a:gd name="connsiteY33" fmla="*/ 474889 h 507277"/>
                <a:gd name="connsiteX34" fmla="*/ 331175 w 2912392"/>
                <a:gd name="connsiteY34" fmla="*/ 475660 h 507277"/>
                <a:gd name="connsiteX35" fmla="*/ 340916 w 2912392"/>
                <a:gd name="connsiteY35" fmla="*/ 476271 h 507277"/>
                <a:gd name="connsiteX36" fmla="*/ 350656 w 2912392"/>
                <a:gd name="connsiteY36" fmla="*/ 476720 h 507277"/>
                <a:gd name="connsiteX37" fmla="*/ 360396 w 2912392"/>
                <a:gd name="connsiteY37" fmla="*/ 477004 h 507277"/>
                <a:gd name="connsiteX38" fmla="*/ 370137 w 2912392"/>
                <a:gd name="connsiteY38" fmla="*/ 477126 h 507277"/>
                <a:gd name="connsiteX39" fmla="*/ 379878 w 2912392"/>
                <a:gd name="connsiteY39" fmla="*/ 477083 h 507277"/>
                <a:gd name="connsiteX40" fmla="*/ 389617 w 2912392"/>
                <a:gd name="connsiteY40" fmla="*/ 476876 h 507277"/>
                <a:gd name="connsiteX41" fmla="*/ 399358 w 2912392"/>
                <a:gd name="connsiteY41" fmla="*/ 476505 h 507277"/>
                <a:gd name="connsiteX42" fmla="*/ 409099 w 2912392"/>
                <a:gd name="connsiteY42" fmla="*/ 475970 h 507277"/>
                <a:gd name="connsiteX43" fmla="*/ 418839 w 2912392"/>
                <a:gd name="connsiteY43" fmla="*/ 475270 h 507277"/>
                <a:gd name="connsiteX44" fmla="*/ 428580 w 2912392"/>
                <a:gd name="connsiteY44" fmla="*/ 474409 h 507277"/>
                <a:gd name="connsiteX45" fmla="*/ 438321 w 2912392"/>
                <a:gd name="connsiteY45" fmla="*/ 473384 h 507277"/>
                <a:gd name="connsiteX46" fmla="*/ 448060 w 2912392"/>
                <a:gd name="connsiteY46" fmla="*/ 472198 h 507277"/>
                <a:gd name="connsiteX47" fmla="*/ 457801 w 2912392"/>
                <a:gd name="connsiteY47" fmla="*/ 470851 h 507277"/>
                <a:gd name="connsiteX48" fmla="*/ 467542 w 2912392"/>
                <a:gd name="connsiteY48" fmla="*/ 469343 h 507277"/>
                <a:gd name="connsiteX49" fmla="*/ 477281 w 2912392"/>
                <a:gd name="connsiteY49" fmla="*/ 467678 h 507277"/>
                <a:gd name="connsiteX50" fmla="*/ 487022 w 2912392"/>
                <a:gd name="connsiteY50" fmla="*/ 465855 h 507277"/>
                <a:gd name="connsiteX51" fmla="*/ 496763 w 2912392"/>
                <a:gd name="connsiteY51" fmla="*/ 463877 h 507277"/>
                <a:gd name="connsiteX52" fmla="*/ 506503 w 2912392"/>
                <a:gd name="connsiteY52" fmla="*/ 461742 h 507277"/>
                <a:gd name="connsiteX53" fmla="*/ 516244 w 2912392"/>
                <a:gd name="connsiteY53" fmla="*/ 459455 h 507277"/>
                <a:gd name="connsiteX54" fmla="*/ 525985 w 2912392"/>
                <a:gd name="connsiteY54" fmla="*/ 457016 h 507277"/>
                <a:gd name="connsiteX55" fmla="*/ 535724 w 2912392"/>
                <a:gd name="connsiteY55" fmla="*/ 454425 h 507277"/>
                <a:gd name="connsiteX56" fmla="*/ 545465 w 2912392"/>
                <a:gd name="connsiteY56" fmla="*/ 451686 h 507277"/>
                <a:gd name="connsiteX57" fmla="*/ 555206 w 2912392"/>
                <a:gd name="connsiteY57" fmla="*/ 448799 h 507277"/>
                <a:gd name="connsiteX58" fmla="*/ 564946 w 2912392"/>
                <a:gd name="connsiteY58" fmla="*/ 445767 h 507277"/>
                <a:gd name="connsiteX59" fmla="*/ 574687 w 2912392"/>
                <a:gd name="connsiteY59" fmla="*/ 442591 h 507277"/>
                <a:gd name="connsiteX60" fmla="*/ 584428 w 2912392"/>
                <a:gd name="connsiteY60" fmla="*/ 439271 h 507277"/>
                <a:gd name="connsiteX61" fmla="*/ 594167 w 2912392"/>
                <a:gd name="connsiteY61" fmla="*/ 435810 h 507277"/>
                <a:gd name="connsiteX62" fmla="*/ 603908 w 2912392"/>
                <a:gd name="connsiteY62" fmla="*/ 432209 h 507277"/>
                <a:gd name="connsiteX63" fmla="*/ 613649 w 2912392"/>
                <a:gd name="connsiteY63" fmla="*/ 428471 h 507277"/>
                <a:gd name="connsiteX64" fmla="*/ 623388 w 2912392"/>
                <a:gd name="connsiteY64" fmla="*/ 424596 h 507277"/>
                <a:gd name="connsiteX65" fmla="*/ 633129 w 2912392"/>
                <a:gd name="connsiteY65" fmla="*/ 420586 h 507277"/>
                <a:gd name="connsiteX66" fmla="*/ 642870 w 2912392"/>
                <a:gd name="connsiteY66" fmla="*/ 416444 h 507277"/>
                <a:gd name="connsiteX67" fmla="*/ 652610 w 2912392"/>
                <a:gd name="connsiteY67" fmla="*/ 412171 h 507277"/>
                <a:gd name="connsiteX68" fmla="*/ 662351 w 2912392"/>
                <a:gd name="connsiteY68" fmla="*/ 407769 h 507277"/>
                <a:gd name="connsiteX69" fmla="*/ 672092 w 2912392"/>
                <a:gd name="connsiteY69" fmla="*/ 403238 h 507277"/>
                <a:gd name="connsiteX70" fmla="*/ 681831 w 2912392"/>
                <a:gd name="connsiteY70" fmla="*/ 398582 h 507277"/>
                <a:gd name="connsiteX71" fmla="*/ 691572 w 2912392"/>
                <a:gd name="connsiteY71" fmla="*/ 393802 h 507277"/>
                <a:gd name="connsiteX72" fmla="*/ 701313 w 2912392"/>
                <a:gd name="connsiteY72" fmla="*/ 388901 h 507277"/>
                <a:gd name="connsiteX73" fmla="*/ 711052 w 2912392"/>
                <a:gd name="connsiteY73" fmla="*/ 383878 h 507277"/>
                <a:gd name="connsiteX74" fmla="*/ 720793 w 2912392"/>
                <a:gd name="connsiteY74" fmla="*/ 378740 h 507277"/>
                <a:gd name="connsiteX75" fmla="*/ 730534 w 2912392"/>
                <a:gd name="connsiteY75" fmla="*/ 373483 h 507277"/>
                <a:gd name="connsiteX76" fmla="*/ 740274 w 2912392"/>
                <a:gd name="connsiteY76" fmla="*/ 368115 h 507277"/>
                <a:gd name="connsiteX77" fmla="*/ 750015 w 2912392"/>
                <a:gd name="connsiteY77" fmla="*/ 362637 h 507277"/>
                <a:gd name="connsiteX78" fmla="*/ 759756 w 2912392"/>
                <a:gd name="connsiteY78" fmla="*/ 357048 h 507277"/>
                <a:gd name="connsiteX79" fmla="*/ 769495 w 2912392"/>
                <a:gd name="connsiteY79" fmla="*/ 351355 h 507277"/>
                <a:gd name="connsiteX80" fmla="*/ 779236 w 2912392"/>
                <a:gd name="connsiteY80" fmla="*/ 345558 h 507277"/>
                <a:gd name="connsiteX81" fmla="*/ 788977 w 2912392"/>
                <a:gd name="connsiteY81" fmla="*/ 339661 h 507277"/>
                <a:gd name="connsiteX82" fmla="*/ 798717 w 2912392"/>
                <a:gd name="connsiteY82" fmla="*/ 333667 h 507277"/>
                <a:gd name="connsiteX83" fmla="*/ 808458 w 2912392"/>
                <a:gd name="connsiteY83" fmla="*/ 327579 h 507277"/>
                <a:gd name="connsiteX84" fmla="*/ 818199 w 2912392"/>
                <a:gd name="connsiteY84" fmla="*/ 321401 h 507277"/>
                <a:gd name="connsiteX85" fmla="*/ 827938 w 2912392"/>
                <a:gd name="connsiteY85" fmla="*/ 315136 h 507277"/>
                <a:gd name="connsiteX86" fmla="*/ 837679 w 2912392"/>
                <a:gd name="connsiteY86" fmla="*/ 308787 h 507277"/>
                <a:gd name="connsiteX87" fmla="*/ 847420 w 2912392"/>
                <a:gd name="connsiteY87" fmla="*/ 302360 h 507277"/>
                <a:gd name="connsiteX88" fmla="*/ 857159 w 2912392"/>
                <a:gd name="connsiteY88" fmla="*/ 295857 h 507277"/>
                <a:gd name="connsiteX89" fmla="*/ 866900 w 2912392"/>
                <a:gd name="connsiteY89" fmla="*/ 289283 h 507277"/>
                <a:gd name="connsiteX90" fmla="*/ 876641 w 2912392"/>
                <a:gd name="connsiteY90" fmla="*/ 282644 h 507277"/>
                <a:gd name="connsiteX91" fmla="*/ 886381 w 2912392"/>
                <a:gd name="connsiteY91" fmla="*/ 275943 h 507277"/>
                <a:gd name="connsiteX92" fmla="*/ 896122 w 2912392"/>
                <a:gd name="connsiteY92" fmla="*/ 269186 h 507277"/>
                <a:gd name="connsiteX93" fmla="*/ 905863 w 2912392"/>
                <a:gd name="connsiteY93" fmla="*/ 262377 h 507277"/>
                <a:gd name="connsiteX94" fmla="*/ 915602 w 2912392"/>
                <a:gd name="connsiteY94" fmla="*/ 255523 h 507277"/>
                <a:gd name="connsiteX95" fmla="*/ 925343 w 2912392"/>
                <a:gd name="connsiteY95" fmla="*/ 248630 h 507277"/>
                <a:gd name="connsiteX96" fmla="*/ 935084 w 2912392"/>
                <a:gd name="connsiteY96" fmla="*/ 241700 h 507277"/>
                <a:gd name="connsiteX97" fmla="*/ 944824 w 2912392"/>
                <a:gd name="connsiteY97" fmla="*/ 234744 h 507277"/>
                <a:gd name="connsiteX98" fmla="*/ 954564 w 2912392"/>
                <a:gd name="connsiteY98" fmla="*/ 227765 h 507277"/>
                <a:gd name="connsiteX99" fmla="*/ 964305 w 2912392"/>
                <a:gd name="connsiteY99" fmla="*/ 220772 h 507277"/>
                <a:gd name="connsiteX100" fmla="*/ 974045 w 2912392"/>
                <a:gd name="connsiteY100" fmla="*/ 213768 h 507277"/>
                <a:gd name="connsiteX101" fmla="*/ 983786 w 2912392"/>
                <a:gd name="connsiteY101" fmla="*/ 206762 h 507277"/>
                <a:gd name="connsiteX102" fmla="*/ 993522 w 2912392"/>
                <a:gd name="connsiteY102" fmla="*/ 199763 h 507277"/>
                <a:gd name="connsiteX103" fmla="*/ 1003266 w 2912392"/>
                <a:gd name="connsiteY103" fmla="*/ 192773 h 507277"/>
                <a:gd name="connsiteX104" fmla="*/ 1013010 w 2912392"/>
                <a:gd name="connsiteY104" fmla="*/ 185804 h 507277"/>
                <a:gd name="connsiteX105" fmla="*/ 1022754 w 2912392"/>
                <a:gd name="connsiteY105" fmla="*/ 178861 h 507277"/>
                <a:gd name="connsiteX106" fmla="*/ 1032483 w 2912392"/>
                <a:gd name="connsiteY106" fmla="*/ 171952 h 507277"/>
                <a:gd name="connsiteX107" fmla="*/ 1042227 w 2912392"/>
                <a:gd name="connsiteY107" fmla="*/ 165085 h 507277"/>
                <a:gd name="connsiteX108" fmla="*/ 1051971 w 2912392"/>
                <a:gd name="connsiteY108" fmla="*/ 158267 h 507277"/>
                <a:gd name="connsiteX109" fmla="*/ 1061715 w 2912392"/>
                <a:gd name="connsiteY109" fmla="*/ 151506 h 507277"/>
                <a:gd name="connsiteX110" fmla="*/ 1071444 w 2912392"/>
                <a:gd name="connsiteY110" fmla="*/ 144809 h 507277"/>
                <a:gd name="connsiteX111" fmla="*/ 1081188 w 2912392"/>
                <a:gd name="connsiteY111" fmla="*/ 138187 h 507277"/>
                <a:gd name="connsiteX112" fmla="*/ 1090932 w 2912392"/>
                <a:gd name="connsiteY112" fmla="*/ 131643 h 507277"/>
                <a:gd name="connsiteX113" fmla="*/ 1100676 w 2912392"/>
                <a:gd name="connsiteY113" fmla="*/ 125187 h 507277"/>
                <a:gd name="connsiteX114" fmla="*/ 1110405 w 2912392"/>
                <a:gd name="connsiteY114" fmla="*/ 118827 h 507277"/>
                <a:gd name="connsiteX115" fmla="*/ 1120149 w 2912392"/>
                <a:gd name="connsiteY115" fmla="*/ 112569 h 507277"/>
                <a:gd name="connsiteX116" fmla="*/ 1129893 w 2912392"/>
                <a:gd name="connsiteY116" fmla="*/ 106423 h 507277"/>
                <a:gd name="connsiteX117" fmla="*/ 1139637 w 2912392"/>
                <a:gd name="connsiteY117" fmla="*/ 100395 h 507277"/>
                <a:gd name="connsiteX118" fmla="*/ 1149381 w 2912392"/>
                <a:gd name="connsiteY118" fmla="*/ 94492 h 507277"/>
                <a:gd name="connsiteX119" fmla="*/ 1159110 w 2912392"/>
                <a:gd name="connsiteY119" fmla="*/ 88722 h 507277"/>
                <a:gd name="connsiteX120" fmla="*/ 1168854 w 2912392"/>
                <a:gd name="connsiteY120" fmla="*/ 83090 h 507277"/>
                <a:gd name="connsiteX121" fmla="*/ 1178598 w 2912392"/>
                <a:gd name="connsiteY121" fmla="*/ 77606 h 507277"/>
                <a:gd name="connsiteX122" fmla="*/ 1188341 w 2912392"/>
                <a:gd name="connsiteY122" fmla="*/ 72272 h 507277"/>
                <a:gd name="connsiteX123" fmla="*/ 1198070 w 2912392"/>
                <a:gd name="connsiteY123" fmla="*/ 67098 h 507277"/>
                <a:gd name="connsiteX124" fmla="*/ 1207814 w 2912392"/>
                <a:gd name="connsiteY124" fmla="*/ 62087 h 507277"/>
                <a:gd name="connsiteX125" fmla="*/ 1217558 w 2912392"/>
                <a:gd name="connsiteY125" fmla="*/ 57248 h 507277"/>
                <a:gd name="connsiteX126" fmla="*/ 1227302 w 2912392"/>
                <a:gd name="connsiteY126" fmla="*/ 52583 h 507277"/>
                <a:gd name="connsiteX127" fmla="*/ 1237031 w 2912392"/>
                <a:gd name="connsiteY127" fmla="*/ 48098 h 507277"/>
                <a:gd name="connsiteX128" fmla="*/ 1246775 w 2912392"/>
                <a:gd name="connsiteY128" fmla="*/ 43799 h 507277"/>
                <a:gd name="connsiteX129" fmla="*/ 1256519 w 2912392"/>
                <a:gd name="connsiteY129" fmla="*/ 39688 h 507277"/>
                <a:gd name="connsiteX130" fmla="*/ 1266263 w 2912392"/>
                <a:gd name="connsiteY130" fmla="*/ 35769 h 507277"/>
                <a:gd name="connsiteX131" fmla="*/ 1276007 w 2912392"/>
                <a:gd name="connsiteY131" fmla="*/ 32049 h 507277"/>
                <a:gd name="connsiteX132" fmla="*/ 1285736 w 2912392"/>
                <a:gd name="connsiteY132" fmla="*/ 28527 h 507277"/>
                <a:gd name="connsiteX133" fmla="*/ 1295480 w 2912392"/>
                <a:gd name="connsiteY133" fmla="*/ 25208 h 507277"/>
                <a:gd name="connsiteX134" fmla="*/ 1305224 w 2912392"/>
                <a:gd name="connsiteY134" fmla="*/ 22091 h 507277"/>
                <a:gd name="connsiteX135" fmla="*/ 1314968 w 2912392"/>
                <a:gd name="connsiteY135" fmla="*/ 19182 h 507277"/>
                <a:gd name="connsiteX136" fmla="*/ 1324697 w 2912392"/>
                <a:gd name="connsiteY136" fmla="*/ 16480 h 507277"/>
                <a:gd name="connsiteX137" fmla="*/ 1334441 w 2912392"/>
                <a:gd name="connsiteY137" fmla="*/ 13986 h 507277"/>
                <a:gd name="connsiteX138" fmla="*/ 1344185 w 2912392"/>
                <a:gd name="connsiteY138" fmla="*/ 11700 h 507277"/>
                <a:gd name="connsiteX139" fmla="*/ 1353929 w 2912392"/>
                <a:gd name="connsiteY139" fmla="*/ 9623 h 507277"/>
                <a:gd name="connsiteX140" fmla="*/ 1363658 w 2912392"/>
                <a:gd name="connsiteY140" fmla="*/ 7753 h 507277"/>
                <a:gd name="connsiteX141" fmla="*/ 1373402 w 2912392"/>
                <a:gd name="connsiteY141" fmla="*/ 6092 h 507277"/>
                <a:gd name="connsiteX142" fmla="*/ 1383146 w 2912392"/>
                <a:gd name="connsiteY142" fmla="*/ 4635 h 507277"/>
                <a:gd name="connsiteX143" fmla="*/ 1392890 w 2912392"/>
                <a:gd name="connsiteY143" fmla="*/ 3384 h 507277"/>
                <a:gd name="connsiteX144" fmla="*/ 1402619 w 2912392"/>
                <a:gd name="connsiteY144" fmla="*/ 2333 h 507277"/>
                <a:gd name="connsiteX145" fmla="*/ 1412363 w 2912392"/>
                <a:gd name="connsiteY145" fmla="*/ 1481 h 507277"/>
                <a:gd name="connsiteX146" fmla="*/ 1422106 w 2912392"/>
                <a:gd name="connsiteY146" fmla="*/ 825 h 507277"/>
                <a:gd name="connsiteX147" fmla="*/ 1431850 w 2912392"/>
                <a:gd name="connsiteY147" fmla="*/ 364 h 507277"/>
                <a:gd name="connsiteX148" fmla="*/ 1441594 w 2912392"/>
                <a:gd name="connsiteY148" fmla="*/ 89 h 507277"/>
                <a:gd name="connsiteX149" fmla="*/ 1451323 w 2912392"/>
                <a:gd name="connsiteY149" fmla="*/ 0 h 507277"/>
                <a:gd name="connsiteX150" fmla="*/ 1461067 w 2912392"/>
                <a:gd name="connsiteY150" fmla="*/ 91 h 507277"/>
                <a:gd name="connsiteX151" fmla="*/ 1470811 w 2912392"/>
                <a:gd name="connsiteY151" fmla="*/ 356 h 507277"/>
                <a:gd name="connsiteX152" fmla="*/ 1480555 w 2912392"/>
                <a:gd name="connsiteY152" fmla="*/ 793 h 507277"/>
                <a:gd name="connsiteX153" fmla="*/ 1490284 w 2912392"/>
                <a:gd name="connsiteY153" fmla="*/ 1393 h 507277"/>
                <a:gd name="connsiteX154" fmla="*/ 1500028 w 2912392"/>
                <a:gd name="connsiteY154" fmla="*/ 2153 h 507277"/>
                <a:gd name="connsiteX155" fmla="*/ 1509772 w 2912392"/>
                <a:gd name="connsiteY155" fmla="*/ 3066 h 507277"/>
                <a:gd name="connsiteX156" fmla="*/ 1519516 w 2912392"/>
                <a:gd name="connsiteY156" fmla="*/ 4127 h 507277"/>
                <a:gd name="connsiteX157" fmla="*/ 1529245 w 2912392"/>
                <a:gd name="connsiteY157" fmla="*/ 5329 h 507277"/>
                <a:gd name="connsiteX158" fmla="*/ 1538989 w 2912392"/>
                <a:gd name="connsiteY158" fmla="*/ 6664 h 507277"/>
                <a:gd name="connsiteX159" fmla="*/ 1548733 w 2912392"/>
                <a:gd name="connsiteY159" fmla="*/ 8129 h 507277"/>
                <a:gd name="connsiteX160" fmla="*/ 1558477 w 2912392"/>
                <a:gd name="connsiteY160" fmla="*/ 9714 h 507277"/>
                <a:gd name="connsiteX161" fmla="*/ 1568221 w 2912392"/>
                <a:gd name="connsiteY161" fmla="*/ 11414 h 507277"/>
                <a:gd name="connsiteX162" fmla="*/ 1577950 w 2912392"/>
                <a:gd name="connsiteY162" fmla="*/ 13223 h 507277"/>
                <a:gd name="connsiteX163" fmla="*/ 1587694 w 2912392"/>
                <a:gd name="connsiteY163" fmla="*/ 15131 h 507277"/>
                <a:gd name="connsiteX164" fmla="*/ 1597438 w 2912392"/>
                <a:gd name="connsiteY164" fmla="*/ 17135 h 507277"/>
                <a:gd name="connsiteX165" fmla="*/ 1607182 w 2912392"/>
                <a:gd name="connsiteY165" fmla="*/ 19227 h 507277"/>
                <a:gd name="connsiteX166" fmla="*/ 1616911 w 2912392"/>
                <a:gd name="connsiteY166" fmla="*/ 21401 h 507277"/>
                <a:gd name="connsiteX167" fmla="*/ 1626655 w 2912392"/>
                <a:gd name="connsiteY167" fmla="*/ 23649 h 507277"/>
                <a:gd name="connsiteX168" fmla="*/ 1636399 w 2912392"/>
                <a:gd name="connsiteY168" fmla="*/ 25966 h 507277"/>
                <a:gd name="connsiteX169" fmla="*/ 1646142 w 2912392"/>
                <a:gd name="connsiteY169" fmla="*/ 28344 h 507277"/>
                <a:gd name="connsiteX170" fmla="*/ 1655872 w 2912392"/>
                <a:gd name="connsiteY170" fmla="*/ 30780 h 507277"/>
                <a:gd name="connsiteX171" fmla="*/ 1665616 w 2912392"/>
                <a:gd name="connsiteY171" fmla="*/ 33265 h 507277"/>
                <a:gd name="connsiteX172" fmla="*/ 1675359 w 2912392"/>
                <a:gd name="connsiteY172" fmla="*/ 35795 h 507277"/>
                <a:gd name="connsiteX173" fmla="*/ 1685103 w 2912392"/>
                <a:gd name="connsiteY173" fmla="*/ 38365 h 507277"/>
                <a:gd name="connsiteX174" fmla="*/ 1694832 w 2912392"/>
                <a:gd name="connsiteY174" fmla="*/ 40969 h 507277"/>
                <a:gd name="connsiteX175" fmla="*/ 1704576 w 2912392"/>
                <a:gd name="connsiteY175" fmla="*/ 43602 h 507277"/>
                <a:gd name="connsiteX176" fmla="*/ 1714320 w 2912392"/>
                <a:gd name="connsiteY176" fmla="*/ 46261 h 507277"/>
                <a:gd name="connsiteX177" fmla="*/ 1724064 w 2912392"/>
                <a:gd name="connsiteY177" fmla="*/ 48940 h 507277"/>
                <a:gd name="connsiteX178" fmla="*/ 1733808 w 2912392"/>
                <a:gd name="connsiteY178" fmla="*/ 51638 h 507277"/>
                <a:gd name="connsiteX179" fmla="*/ 1743537 w 2912392"/>
                <a:gd name="connsiteY179" fmla="*/ 54349 h 507277"/>
                <a:gd name="connsiteX180" fmla="*/ 1753281 w 2912392"/>
                <a:gd name="connsiteY180" fmla="*/ 57069 h 507277"/>
                <a:gd name="connsiteX181" fmla="*/ 1763025 w 2912392"/>
                <a:gd name="connsiteY181" fmla="*/ 59797 h 507277"/>
                <a:gd name="connsiteX182" fmla="*/ 1772769 w 2912392"/>
                <a:gd name="connsiteY182" fmla="*/ 62531 h 507277"/>
                <a:gd name="connsiteX183" fmla="*/ 1782498 w 2912392"/>
                <a:gd name="connsiteY183" fmla="*/ 65268 h 507277"/>
                <a:gd name="connsiteX184" fmla="*/ 1792242 w 2912392"/>
                <a:gd name="connsiteY184" fmla="*/ 68005 h 507277"/>
                <a:gd name="connsiteX185" fmla="*/ 1801986 w 2912392"/>
                <a:gd name="connsiteY185" fmla="*/ 70743 h 507277"/>
                <a:gd name="connsiteX186" fmla="*/ 1811730 w 2912392"/>
                <a:gd name="connsiteY186" fmla="*/ 73482 h 507277"/>
                <a:gd name="connsiteX187" fmla="*/ 1821459 w 2912392"/>
                <a:gd name="connsiteY187" fmla="*/ 76217 h 507277"/>
                <a:gd name="connsiteX188" fmla="*/ 1831203 w 2912392"/>
                <a:gd name="connsiteY188" fmla="*/ 78953 h 507277"/>
                <a:gd name="connsiteX189" fmla="*/ 1840947 w 2912392"/>
                <a:gd name="connsiteY189" fmla="*/ 81685 h 507277"/>
                <a:gd name="connsiteX190" fmla="*/ 1850691 w 2912392"/>
                <a:gd name="connsiteY190" fmla="*/ 84418 h 507277"/>
                <a:gd name="connsiteX191" fmla="*/ 1860435 w 2912392"/>
                <a:gd name="connsiteY191" fmla="*/ 87149 h 507277"/>
                <a:gd name="connsiteX192" fmla="*/ 1870164 w 2912392"/>
                <a:gd name="connsiteY192" fmla="*/ 89883 h 507277"/>
                <a:gd name="connsiteX193" fmla="*/ 1879908 w 2912392"/>
                <a:gd name="connsiteY193" fmla="*/ 92618 h 507277"/>
                <a:gd name="connsiteX194" fmla="*/ 1889652 w 2912392"/>
                <a:gd name="connsiteY194" fmla="*/ 95358 h 507277"/>
                <a:gd name="connsiteX195" fmla="*/ 1899395 w 2912392"/>
                <a:gd name="connsiteY195" fmla="*/ 98104 h 507277"/>
                <a:gd name="connsiteX196" fmla="*/ 1909124 w 2912392"/>
                <a:gd name="connsiteY196" fmla="*/ 100857 h 507277"/>
                <a:gd name="connsiteX197" fmla="*/ 1918868 w 2912392"/>
                <a:gd name="connsiteY197" fmla="*/ 103622 h 507277"/>
                <a:gd name="connsiteX198" fmla="*/ 1928612 w 2912392"/>
                <a:gd name="connsiteY198" fmla="*/ 106401 h 507277"/>
                <a:gd name="connsiteX199" fmla="*/ 1938356 w 2912392"/>
                <a:gd name="connsiteY199" fmla="*/ 109196 h 507277"/>
                <a:gd name="connsiteX200" fmla="*/ 1948085 w 2912392"/>
                <a:gd name="connsiteY200" fmla="*/ 112012 h 507277"/>
                <a:gd name="connsiteX201" fmla="*/ 1957829 w 2912392"/>
                <a:gd name="connsiteY201" fmla="*/ 114849 h 507277"/>
                <a:gd name="connsiteX202" fmla="*/ 1967573 w 2912392"/>
                <a:gd name="connsiteY202" fmla="*/ 117712 h 507277"/>
                <a:gd name="connsiteX203" fmla="*/ 1977317 w 2912392"/>
                <a:gd name="connsiteY203" fmla="*/ 120604 h 507277"/>
                <a:gd name="connsiteX204" fmla="*/ 1987046 w 2912392"/>
                <a:gd name="connsiteY204" fmla="*/ 123529 h 507277"/>
                <a:gd name="connsiteX205" fmla="*/ 1996790 w 2912392"/>
                <a:gd name="connsiteY205" fmla="*/ 126491 h 507277"/>
                <a:gd name="connsiteX206" fmla="*/ 2006534 w 2912392"/>
                <a:gd name="connsiteY206" fmla="*/ 129491 h 507277"/>
                <a:gd name="connsiteX207" fmla="*/ 2016278 w 2912392"/>
                <a:gd name="connsiteY207" fmla="*/ 132535 h 507277"/>
                <a:gd name="connsiteX208" fmla="*/ 2026022 w 2912392"/>
                <a:gd name="connsiteY208" fmla="*/ 135625 h 507277"/>
                <a:gd name="connsiteX209" fmla="*/ 2035751 w 2912392"/>
                <a:gd name="connsiteY209" fmla="*/ 138766 h 507277"/>
                <a:gd name="connsiteX210" fmla="*/ 2045495 w 2912392"/>
                <a:gd name="connsiteY210" fmla="*/ 141959 h 507277"/>
                <a:gd name="connsiteX211" fmla="*/ 2055239 w 2912392"/>
                <a:gd name="connsiteY211" fmla="*/ 145207 h 507277"/>
                <a:gd name="connsiteX212" fmla="*/ 2064983 w 2912392"/>
                <a:gd name="connsiteY212" fmla="*/ 148514 h 507277"/>
                <a:gd name="connsiteX213" fmla="*/ 2074712 w 2912392"/>
                <a:gd name="connsiteY213" fmla="*/ 151883 h 507277"/>
                <a:gd name="connsiteX214" fmla="*/ 2084456 w 2912392"/>
                <a:gd name="connsiteY214" fmla="*/ 155317 h 507277"/>
                <a:gd name="connsiteX215" fmla="*/ 2094200 w 2912392"/>
                <a:gd name="connsiteY215" fmla="*/ 158816 h 507277"/>
                <a:gd name="connsiteX216" fmla="*/ 2103944 w 2912392"/>
                <a:gd name="connsiteY216" fmla="*/ 162384 h 507277"/>
                <a:gd name="connsiteX217" fmla="*/ 2113673 w 2912392"/>
                <a:gd name="connsiteY217" fmla="*/ 166024 h 507277"/>
                <a:gd name="connsiteX218" fmla="*/ 2123417 w 2912392"/>
                <a:gd name="connsiteY218" fmla="*/ 169734 h 507277"/>
                <a:gd name="connsiteX219" fmla="*/ 2133161 w 2912392"/>
                <a:gd name="connsiteY219" fmla="*/ 173518 h 507277"/>
                <a:gd name="connsiteX220" fmla="*/ 2142905 w 2912392"/>
                <a:gd name="connsiteY220" fmla="*/ 177377 h 507277"/>
                <a:gd name="connsiteX221" fmla="*/ 2152649 w 2912392"/>
                <a:gd name="connsiteY221" fmla="*/ 181310 h 507277"/>
                <a:gd name="connsiteX222" fmla="*/ 2162377 w 2912392"/>
                <a:gd name="connsiteY222" fmla="*/ 185318 h 507277"/>
                <a:gd name="connsiteX223" fmla="*/ 2172121 w 2912392"/>
                <a:gd name="connsiteY223" fmla="*/ 189403 h 507277"/>
                <a:gd name="connsiteX224" fmla="*/ 2181865 w 2912392"/>
                <a:gd name="connsiteY224" fmla="*/ 193563 h 507277"/>
                <a:gd name="connsiteX225" fmla="*/ 2191609 w 2912392"/>
                <a:gd name="connsiteY225" fmla="*/ 197797 h 507277"/>
                <a:gd name="connsiteX226" fmla="*/ 2201338 w 2912392"/>
                <a:gd name="connsiteY226" fmla="*/ 202106 h 507277"/>
                <a:gd name="connsiteX227" fmla="*/ 2211082 w 2912392"/>
                <a:gd name="connsiteY227" fmla="*/ 206486 h 507277"/>
                <a:gd name="connsiteX228" fmla="*/ 2220826 w 2912392"/>
                <a:gd name="connsiteY228" fmla="*/ 210938 h 507277"/>
                <a:gd name="connsiteX229" fmla="*/ 2230570 w 2912392"/>
                <a:gd name="connsiteY229" fmla="*/ 215460 h 507277"/>
                <a:gd name="connsiteX230" fmla="*/ 2240299 w 2912392"/>
                <a:gd name="connsiteY230" fmla="*/ 220048 h 507277"/>
                <a:gd name="connsiteX231" fmla="*/ 2250043 w 2912392"/>
                <a:gd name="connsiteY231" fmla="*/ 224700 h 507277"/>
                <a:gd name="connsiteX232" fmla="*/ 2259787 w 2912392"/>
                <a:gd name="connsiteY232" fmla="*/ 229414 h 507277"/>
                <a:gd name="connsiteX233" fmla="*/ 2269531 w 2912392"/>
                <a:gd name="connsiteY233" fmla="*/ 234188 h 507277"/>
                <a:gd name="connsiteX234" fmla="*/ 2279260 w 2912392"/>
                <a:gd name="connsiteY234" fmla="*/ 239017 h 507277"/>
                <a:gd name="connsiteX235" fmla="*/ 2289004 w 2912392"/>
                <a:gd name="connsiteY235" fmla="*/ 243898 h 507277"/>
                <a:gd name="connsiteX236" fmla="*/ 2298748 w 2912392"/>
                <a:gd name="connsiteY236" fmla="*/ 248825 h 507277"/>
                <a:gd name="connsiteX237" fmla="*/ 2308492 w 2912392"/>
                <a:gd name="connsiteY237" fmla="*/ 253798 h 507277"/>
                <a:gd name="connsiteX238" fmla="*/ 2318236 w 2912392"/>
                <a:gd name="connsiteY238" fmla="*/ 258810 h 507277"/>
                <a:gd name="connsiteX239" fmla="*/ 2327965 w 2912392"/>
                <a:gd name="connsiteY239" fmla="*/ 263858 h 507277"/>
                <a:gd name="connsiteX240" fmla="*/ 2337709 w 2912392"/>
                <a:gd name="connsiteY240" fmla="*/ 268936 h 507277"/>
                <a:gd name="connsiteX241" fmla="*/ 2347453 w 2912392"/>
                <a:gd name="connsiteY241" fmla="*/ 274040 h 507277"/>
                <a:gd name="connsiteX242" fmla="*/ 2357197 w 2912392"/>
                <a:gd name="connsiteY242" fmla="*/ 279165 h 507277"/>
                <a:gd name="connsiteX243" fmla="*/ 2366926 w 2912392"/>
                <a:gd name="connsiteY243" fmla="*/ 284308 h 507277"/>
                <a:gd name="connsiteX244" fmla="*/ 2376670 w 2912392"/>
                <a:gd name="connsiteY244" fmla="*/ 289462 h 507277"/>
                <a:gd name="connsiteX245" fmla="*/ 2386413 w 2912392"/>
                <a:gd name="connsiteY245" fmla="*/ 294623 h 507277"/>
                <a:gd name="connsiteX246" fmla="*/ 2396157 w 2912392"/>
                <a:gd name="connsiteY246" fmla="*/ 299785 h 507277"/>
                <a:gd name="connsiteX247" fmla="*/ 2405886 w 2912392"/>
                <a:gd name="connsiteY247" fmla="*/ 304945 h 507277"/>
                <a:gd name="connsiteX248" fmla="*/ 2415630 w 2912392"/>
                <a:gd name="connsiteY248" fmla="*/ 310097 h 507277"/>
                <a:gd name="connsiteX249" fmla="*/ 2425374 w 2912392"/>
                <a:gd name="connsiteY249" fmla="*/ 315234 h 507277"/>
                <a:gd name="connsiteX250" fmla="*/ 2435118 w 2912392"/>
                <a:gd name="connsiteY250" fmla="*/ 320355 h 507277"/>
                <a:gd name="connsiteX251" fmla="*/ 2444862 w 2912392"/>
                <a:gd name="connsiteY251" fmla="*/ 325453 h 507277"/>
                <a:gd name="connsiteX252" fmla="*/ 2454591 w 2912392"/>
                <a:gd name="connsiteY252" fmla="*/ 330525 h 507277"/>
                <a:gd name="connsiteX253" fmla="*/ 2464335 w 2912392"/>
                <a:gd name="connsiteY253" fmla="*/ 335565 h 507277"/>
                <a:gd name="connsiteX254" fmla="*/ 2474079 w 2912392"/>
                <a:gd name="connsiteY254" fmla="*/ 340571 h 507277"/>
                <a:gd name="connsiteX255" fmla="*/ 2483823 w 2912392"/>
                <a:gd name="connsiteY255" fmla="*/ 345536 h 507277"/>
                <a:gd name="connsiteX256" fmla="*/ 2493552 w 2912392"/>
                <a:gd name="connsiteY256" fmla="*/ 350458 h 507277"/>
                <a:gd name="connsiteX257" fmla="*/ 2503296 w 2912392"/>
                <a:gd name="connsiteY257" fmla="*/ 355335 h 507277"/>
                <a:gd name="connsiteX258" fmla="*/ 2513040 w 2912392"/>
                <a:gd name="connsiteY258" fmla="*/ 360161 h 507277"/>
                <a:gd name="connsiteX259" fmla="*/ 2522784 w 2912392"/>
                <a:gd name="connsiteY259" fmla="*/ 364933 h 507277"/>
                <a:gd name="connsiteX260" fmla="*/ 2532513 w 2912392"/>
                <a:gd name="connsiteY260" fmla="*/ 369650 h 507277"/>
                <a:gd name="connsiteX261" fmla="*/ 2542257 w 2912392"/>
                <a:gd name="connsiteY261" fmla="*/ 374307 h 507277"/>
                <a:gd name="connsiteX262" fmla="*/ 2552001 w 2912392"/>
                <a:gd name="connsiteY262" fmla="*/ 378905 h 507277"/>
                <a:gd name="connsiteX263" fmla="*/ 2561745 w 2912392"/>
                <a:gd name="connsiteY263" fmla="*/ 383439 h 507277"/>
                <a:gd name="connsiteX264" fmla="*/ 2571474 w 2912392"/>
                <a:gd name="connsiteY264" fmla="*/ 387910 h 507277"/>
                <a:gd name="connsiteX265" fmla="*/ 2581218 w 2912392"/>
                <a:gd name="connsiteY265" fmla="*/ 392313 h 507277"/>
                <a:gd name="connsiteX266" fmla="*/ 2590962 w 2912392"/>
                <a:gd name="connsiteY266" fmla="*/ 396650 h 507277"/>
                <a:gd name="connsiteX267" fmla="*/ 2600705 w 2912392"/>
                <a:gd name="connsiteY267" fmla="*/ 400920 h 507277"/>
                <a:gd name="connsiteX268" fmla="*/ 2610449 w 2912392"/>
                <a:gd name="connsiteY268" fmla="*/ 405120 h 507277"/>
                <a:gd name="connsiteX269" fmla="*/ 2620178 w 2912392"/>
                <a:gd name="connsiteY269" fmla="*/ 409251 h 507277"/>
                <a:gd name="connsiteX270" fmla="*/ 2629922 w 2912392"/>
                <a:gd name="connsiteY270" fmla="*/ 413314 h 507277"/>
                <a:gd name="connsiteX271" fmla="*/ 2639666 w 2912392"/>
                <a:gd name="connsiteY271" fmla="*/ 417309 h 507277"/>
                <a:gd name="connsiteX272" fmla="*/ 2649410 w 2912392"/>
                <a:gd name="connsiteY272" fmla="*/ 421234 h 507277"/>
                <a:gd name="connsiteX273" fmla="*/ 2659139 w 2912392"/>
                <a:gd name="connsiteY273" fmla="*/ 425093 h 507277"/>
                <a:gd name="connsiteX274" fmla="*/ 2668883 w 2912392"/>
                <a:gd name="connsiteY274" fmla="*/ 428887 h 507277"/>
                <a:gd name="connsiteX275" fmla="*/ 2678627 w 2912392"/>
                <a:gd name="connsiteY275" fmla="*/ 432613 h 507277"/>
                <a:gd name="connsiteX276" fmla="*/ 2688371 w 2912392"/>
                <a:gd name="connsiteY276" fmla="*/ 436276 h 507277"/>
                <a:gd name="connsiteX277" fmla="*/ 2698100 w 2912392"/>
                <a:gd name="connsiteY277" fmla="*/ 439876 h 507277"/>
                <a:gd name="connsiteX278" fmla="*/ 2707844 w 2912392"/>
                <a:gd name="connsiteY278" fmla="*/ 443416 h 507277"/>
                <a:gd name="connsiteX279" fmla="*/ 2717588 w 2912392"/>
                <a:gd name="connsiteY279" fmla="*/ 446896 h 507277"/>
                <a:gd name="connsiteX280" fmla="*/ 2727332 w 2912392"/>
                <a:gd name="connsiteY280" fmla="*/ 450320 h 507277"/>
                <a:gd name="connsiteX281" fmla="*/ 2737076 w 2912392"/>
                <a:gd name="connsiteY281" fmla="*/ 453689 h 507277"/>
                <a:gd name="connsiteX282" fmla="*/ 2746805 w 2912392"/>
                <a:gd name="connsiteY282" fmla="*/ 457005 h 507277"/>
                <a:gd name="connsiteX283" fmla="*/ 2756549 w 2912392"/>
                <a:gd name="connsiteY283" fmla="*/ 460270 h 507277"/>
                <a:gd name="connsiteX284" fmla="*/ 2766293 w 2912392"/>
                <a:gd name="connsiteY284" fmla="*/ 463486 h 507277"/>
                <a:gd name="connsiteX285" fmla="*/ 2776037 w 2912392"/>
                <a:gd name="connsiteY285" fmla="*/ 466657 h 507277"/>
                <a:gd name="connsiteX286" fmla="*/ 2785766 w 2912392"/>
                <a:gd name="connsiteY286" fmla="*/ 469783 h 507277"/>
                <a:gd name="connsiteX287" fmla="*/ 2795510 w 2912392"/>
                <a:gd name="connsiteY287" fmla="*/ 472867 h 507277"/>
                <a:gd name="connsiteX288" fmla="*/ 2805254 w 2912392"/>
                <a:gd name="connsiteY288" fmla="*/ 475911 h 507277"/>
                <a:gd name="connsiteX289" fmla="*/ 2814998 w 2912392"/>
                <a:gd name="connsiteY289" fmla="*/ 478917 h 507277"/>
                <a:gd name="connsiteX290" fmla="*/ 2824727 w 2912392"/>
                <a:gd name="connsiteY290" fmla="*/ 481888 h 507277"/>
                <a:gd name="connsiteX291" fmla="*/ 2834471 w 2912392"/>
                <a:gd name="connsiteY291" fmla="*/ 484825 h 507277"/>
                <a:gd name="connsiteX292" fmla="*/ 2844215 w 2912392"/>
                <a:gd name="connsiteY292" fmla="*/ 487730 h 507277"/>
                <a:gd name="connsiteX293" fmla="*/ 2853958 w 2912392"/>
                <a:gd name="connsiteY293" fmla="*/ 490604 h 507277"/>
                <a:gd name="connsiteX294" fmla="*/ 2863687 w 2912392"/>
                <a:gd name="connsiteY294" fmla="*/ 493448 h 507277"/>
                <a:gd name="connsiteX295" fmla="*/ 2873431 w 2912392"/>
                <a:gd name="connsiteY295" fmla="*/ 496266 h 507277"/>
                <a:gd name="connsiteX296" fmla="*/ 2883175 w 2912392"/>
                <a:gd name="connsiteY296" fmla="*/ 499056 h 507277"/>
                <a:gd name="connsiteX297" fmla="*/ 2892919 w 2912392"/>
                <a:gd name="connsiteY297" fmla="*/ 501822 h 507277"/>
                <a:gd name="connsiteX298" fmla="*/ 2902663 w 2912392"/>
                <a:gd name="connsiteY298" fmla="*/ 504563 h 507277"/>
                <a:gd name="connsiteX299" fmla="*/ 2912392 w 2912392"/>
                <a:gd name="connsiteY299" fmla="*/ 507277 h 507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07277">
                  <a:moveTo>
                    <a:pt x="0" y="383686"/>
                  </a:moveTo>
                  <a:lnTo>
                    <a:pt x="9739" y="387202"/>
                  </a:lnTo>
                  <a:lnTo>
                    <a:pt x="19480" y="390759"/>
                  </a:lnTo>
                  <a:lnTo>
                    <a:pt x="29221" y="394345"/>
                  </a:lnTo>
                  <a:lnTo>
                    <a:pt x="38961" y="397953"/>
                  </a:lnTo>
                  <a:lnTo>
                    <a:pt x="48702" y="401574"/>
                  </a:lnTo>
                  <a:lnTo>
                    <a:pt x="58443" y="405196"/>
                  </a:lnTo>
                  <a:lnTo>
                    <a:pt x="68182" y="408810"/>
                  </a:lnTo>
                  <a:lnTo>
                    <a:pt x="77923" y="412408"/>
                  </a:lnTo>
                  <a:lnTo>
                    <a:pt x="87664" y="415980"/>
                  </a:lnTo>
                  <a:lnTo>
                    <a:pt x="97404" y="419517"/>
                  </a:lnTo>
                  <a:lnTo>
                    <a:pt x="107145" y="423009"/>
                  </a:lnTo>
                  <a:lnTo>
                    <a:pt x="116886" y="426451"/>
                  </a:lnTo>
                  <a:lnTo>
                    <a:pt x="126625" y="429831"/>
                  </a:lnTo>
                  <a:lnTo>
                    <a:pt x="136366" y="433145"/>
                  </a:lnTo>
                  <a:lnTo>
                    <a:pt x="146107" y="436382"/>
                  </a:lnTo>
                  <a:lnTo>
                    <a:pt x="155846" y="439536"/>
                  </a:lnTo>
                  <a:lnTo>
                    <a:pt x="165587" y="442600"/>
                  </a:lnTo>
                  <a:lnTo>
                    <a:pt x="175328" y="445567"/>
                  </a:lnTo>
                  <a:lnTo>
                    <a:pt x="185068" y="448431"/>
                  </a:lnTo>
                  <a:lnTo>
                    <a:pt x="194809" y="451186"/>
                  </a:lnTo>
                  <a:lnTo>
                    <a:pt x="204550" y="453824"/>
                  </a:lnTo>
                  <a:lnTo>
                    <a:pt x="214289" y="456344"/>
                  </a:lnTo>
                  <a:lnTo>
                    <a:pt x="224030" y="458738"/>
                  </a:lnTo>
                  <a:lnTo>
                    <a:pt x="233771" y="461001"/>
                  </a:lnTo>
                  <a:lnTo>
                    <a:pt x="243510" y="463129"/>
                  </a:lnTo>
                  <a:lnTo>
                    <a:pt x="253251" y="465119"/>
                  </a:lnTo>
                  <a:lnTo>
                    <a:pt x="262992" y="466967"/>
                  </a:lnTo>
                  <a:lnTo>
                    <a:pt x="272732" y="468668"/>
                  </a:lnTo>
                  <a:lnTo>
                    <a:pt x="282473" y="470221"/>
                  </a:lnTo>
                  <a:lnTo>
                    <a:pt x="292214" y="471621"/>
                  </a:lnTo>
                  <a:lnTo>
                    <a:pt x="301953" y="472867"/>
                  </a:lnTo>
                  <a:lnTo>
                    <a:pt x="311694" y="473957"/>
                  </a:lnTo>
                  <a:lnTo>
                    <a:pt x="321435" y="474889"/>
                  </a:lnTo>
                  <a:lnTo>
                    <a:pt x="331175" y="475660"/>
                  </a:lnTo>
                  <a:lnTo>
                    <a:pt x="340916" y="476271"/>
                  </a:lnTo>
                  <a:lnTo>
                    <a:pt x="350656" y="476720"/>
                  </a:lnTo>
                  <a:lnTo>
                    <a:pt x="360396" y="477004"/>
                  </a:lnTo>
                  <a:lnTo>
                    <a:pt x="370137" y="477126"/>
                  </a:lnTo>
                  <a:lnTo>
                    <a:pt x="379878" y="477083"/>
                  </a:lnTo>
                  <a:lnTo>
                    <a:pt x="389617" y="476876"/>
                  </a:lnTo>
                  <a:lnTo>
                    <a:pt x="399358" y="476505"/>
                  </a:lnTo>
                  <a:lnTo>
                    <a:pt x="409099" y="475970"/>
                  </a:lnTo>
                  <a:lnTo>
                    <a:pt x="418839" y="475270"/>
                  </a:lnTo>
                  <a:lnTo>
                    <a:pt x="428580" y="474409"/>
                  </a:lnTo>
                  <a:lnTo>
                    <a:pt x="438321" y="473384"/>
                  </a:lnTo>
                  <a:lnTo>
                    <a:pt x="448060" y="472198"/>
                  </a:lnTo>
                  <a:lnTo>
                    <a:pt x="457801" y="470851"/>
                  </a:lnTo>
                  <a:lnTo>
                    <a:pt x="467542" y="469343"/>
                  </a:lnTo>
                  <a:lnTo>
                    <a:pt x="477281" y="467678"/>
                  </a:lnTo>
                  <a:lnTo>
                    <a:pt x="487022" y="465855"/>
                  </a:lnTo>
                  <a:lnTo>
                    <a:pt x="496763" y="463877"/>
                  </a:lnTo>
                  <a:lnTo>
                    <a:pt x="506503" y="461742"/>
                  </a:lnTo>
                  <a:lnTo>
                    <a:pt x="516244" y="459455"/>
                  </a:lnTo>
                  <a:lnTo>
                    <a:pt x="525985" y="457016"/>
                  </a:lnTo>
                  <a:lnTo>
                    <a:pt x="535724" y="454425"/>
                  </a:lnTo>
                  <a:lnTo>
                    <a:pt x="545465" y="451686"/>
                  </a:lnTo>
                  <a:lnTo>
                    <a:pt x="555206" y="448799"/>
                  </a:lnTo>
                  <a:lnTo>
                    <a:pt x="564946" y="445767"/>
                  </a:lnTo>
                  <a:lnTo>
                    <a:pt x="574687" y="442591"/>
                  </a:lnTo>
                  <a:lnTo>
                    <a:pt x="584428" y="439271"/>
                  </a:lnTo>
                  <a:lnTo>
                    <a:pt x="594167" y="435810"/>
                  </a:lnTo>
                  <a:lnTo>
                    <a:pt x="603908" y="432209"/>
                  </a:lnTo>
                  <a:lnTo>
                    <a:pt x="613649" y="428471"/>
                  </a:lnTo>
                  <a:lnTo>
                    <a:pt x="623388" y="424596"/>
                  </a:lnTo>
                  <a:lnTo>
                    <a:pt x="633129" y="420586"/>
                  </a:lnTo>
                  <a:lnTo>
                    <a:pt x="642870" y="416444"/>
                  </a:lnTo>
                  <a:lnTo>
                    <a:pt x="652610" y="412171"/>
                  </a:lnTo>
                  <a:lnTo>
                    <a:pt x="662351" y="407769"/>
                  </a:lnTo>
                  <a:lnTo>
                    <a:pt x="672092" y="403238"/>
                  </a:lnTo>
                  <a:lnTo>
                    <a:pt x="681831" y="398582"/>
                  </a:lnTo>
                  <a:lnTo>
                    <a:pt x="691572" y="393802"/>
                  </a:lnTo>
                  <a:lnTo>
                    <a:pt x="701313" y="388901"/>
                  </a:lnTo>
                  <a:lnTo>
                    <a:pt x="711052" y="383878"/>
                  </a:lnTo>
                  <a:lnTo>
                    <a:pt x="720793" y="378740"/>
                  </a:lnTo>
                  <a:lnTo>
                    <a:pt x="730534" y="373483"/>
                  </a:lnTo>
                  <a:lnTo>
                    <a:pt x="740274" y="368115"/>
                  </a:lnTo>
                  <a:lnTo>
                    <a:pt x="750015" y="362637"/>
                  </a:lnTo>
                  <a:lnTo>
                    <a:pt x="759756" y="357048"/>
                  </a:lnTo>
                  <a:lnTo>
                    <a:pt x="769495" y="351355"/>
                  </a:lnTo>
                  <a:lnTo>
                    <a:pt x="779236" y="345558"/>
                  </a:lnTo>
                  <a:lnTo>
                    <a:pt x="788977" y="339661"/>
                  </a:lnTo>
                  <a:lnTo>
                    <a:pt x="798717" y="333667"/>
                  </a:lnTo>
                  <a:lnTo>
                    <a:pt x="808458" y="327579"/>
                  </a:lnTo>
                  <a:lnTo>
                    <a:pt x="818199" y="321401"/>
                  </a:lnTo>
                  <a:lnTo>
                    <a:pt x="827938" y="315136"/>
                  </a:lnTo>
                  <a:lnTo>
                    <a:pt x="837679" y="308787"/>
                  </a:lnTo>
                  <a:lnTo>
                    <a:pt x="847420" y="302360"/>
                  </a:lnTo>
                  <a:lnTo>
                    <a:pt x="857159" y="295857"/>
                  </a:lnTo>
                  <a:lnTo>
                    <a:pt x="866900" y="289283"/>
                  </a:lnTo>
                  <a:lnTo>
                    <a:pt x="876641" y="282644"/>
                  </a:lnTo>
                  <a:lnTo>
                    <a:pt x="886381" y="275943"/>
                  </a:lnTo>
                  <a:lnTo>
                    <a:pt x="896122" y="269186"/>
                  </a:lnTo>
                  <a:lnTo>
                    <a:pt x="905863" y="262377"/>
                  </a:lnTo>
                  <a:lnTo>
                    <a:pt x="915602" y="255523"/>
                  </a:lnTo>
                  <a:lnTo>
                    <a:pt x="925343" y="248630"/>
                  </a:lnTo>
                  <a:lnTo>
                    <a:pt x="935084" y="241700"/>
                  </a:lnTo>
                  <a:lnTo>
                    <a:pt x="944824" y="234744"/>
                  </a:lnTo>
                  <a:lnTo>
                    <a:pt x="954564" y="227765"/>
                  </a:lnTo>
                  <a:lnTo>
                    <a:pt x="964305" y="220772"/>
                  </a:lnTo>
                  <a:lnTo>
                    <a:pt x="974045" y="213768"/>
                  </a:lnTo>
                  <a:lnTo>
                    <a:pt x="983786" y="206762"/>
                  </a:lnTo>
                  <a:lnTo>
                    <a:pt x="993522" y="199763"/>
                  </a:lnTo>
                  <a:lnTo>
                    <a:pt x="1003266" y="192773"/>
                  </a:lnTo>
                  <a:lnTo>
                    <a:pt x="1013010" y="185804"/>
                  </a:lnTo>
                  <a:lnTo>
                    <a:pt x="1022754" y="178861"/>
                  </a:lnTo>
                  <a:lnTo>
                    <a:pt x="1032483" y="171952"/>
                  </a:lnTo>
                  <a:lnTo>
                    <a:pt x="1042227" y="165085"/>
                  </a:lnTo>
                  <a:lnTo>
                    <a:pt x="1051971" y="158267"/>
                  </a:lnTo>
                  <a:lnTo>
                    <a:pt x="1061715" y="151506"/>
                  </a:lnTo>
                  <a:lnTo>
                    <a:pt x="1071444" y="144809"/>
                  </a:lnTo>
                  <a:lnTo>
                    <a:pt x="1081188" y="138187"/>
                  </a:lnTo>
                  <a:lnTo>
                    <a:pt x="1090932" y="131643"/>
                  </a:lnTo>
                  <a:lnTo>
                    <a:pt x="1100676" y="125187"/>
                  </a:lnTo>
                  <a:lnTo>
                    <a:pt x="1110405" y="118827"/>
                  </a:lnTo>
                  <a:lnTo>
                    <a:pt x="1120149" y="112569"/>
                  </a:lnTo>
                  <a:lnTo>
                    <a:pt x="1129893" y="106423"/>
                  </a:lnTo>
                  <a:lnTo>
                    <a:pt x="1139637" y="100395"/>
                  </a:lnTo>
                  <a:lnTo>
                    <a:pt x="1149381" y="94492"/>
                  </a:lnTo>
                  <a:lnTo>
                    <a:pt x="1159110" y="88722"/>
                  </a:lnTo>
                  <a:lnTo>
                    <a:pt x="1168854" y="83090"/>
                  </a:lnTo>
                  <a:lnTo>
                    <a:pt x="1178598" y="77606"/>
                  </a:lnTo>
                  <a:lnTo>
                    <a:pt x="1188341" y="72272"/>
                  </a:lnTo>
                  <a:lnTo>
                    <a:pt x="1198070" y="67098"/>
                  </a:lnTo>
                  <a:lnTo>
                    <a:pt x="1207814" y="62087"/>
                  </a:lnTo>
                  <a:lnTo>
                    <a:pt x="1217558" y="57248"/>
                  </a:lnTo>
                  <a:lnTo>
                    <a:pt x="1227302" y="52583"/>
                  </a:lnTo>
                  <a:lnTo>
                    <a:pt x="1237031" y="48098"/>
                  </a:lnTo>
                  <a:lnTo>
                    <a:pt x="1246775" y="43799"/>
                  </a:lnTo>
                  <a:lnTo>
                    <a:pt x="1256519" y="39688"/>
                  </a:lnTo>
                  <a:lnTo>
                    <a:pt x="1266263" y="35769"/>
                  </a:lnTo>
                  <a:lnTo>
                    <a:pt x="1276007" y="32049"/>
                  </a:lnTo>
                  <a:lnTo>
                    <a:pt x="1285736" y="28527"/>
                  </a:lnTo>
                  <a:lnTo>
                    <a:pt x="1295480" y="25208"/>
                  </a:lnTo>
                  <a:lnTo>
                    <a:pt x="1305224" y="22091"/>
                  </a:lnTo>
                  <a:lnTo>
                    <a:pt x="1314968" y="19182"/>
                  </a:lnTo>
                  <a:lnTo>
                    <a:pt x="1324697" y="16480"/>
                  </a:lnTo>
                  <a:lnTo>
                    <a:pt x="1334441" y="13986"/>
                  </a:lnTo>
                  <a:lnTo>
                    <a:pt x="1344185" y="11700"/>
                  </a:lnTo>
                  <a:lnTo>
                    <a:pt x="1353929" y="9623"/>
                  </a:lnTo>
                  <a:lnTo>
                    <a:pt x="1363658" y="7753"/>
                  </a:lnTo>
                  <a:lnTo>
                    <a:pt x="1373402" y="6092"/>
                  </a:lnTo>
                  <a:lnTo>
                    <a:pt x="1383146" y="4635"/>
                  </a:lnTo>
                  <a:lnTo>
                    <a:pt x="1392890" y="3384"/>
                  </a:lnTo>
                  <a:lnTo>
                    <a:pt x="1402619" y="2333"/>
                  </a:lnTo>
                  <a:lnTo>
                    <a:pt x="1412363" y="1481"/>
                  </a:lnTo>
                  <a:lnTo>
                    <a:pt x="1422106" y="825"/>
                  </a:lnTo>
                  <a:lnTo>
                    <a:pt x="1431850" y="364"/>
                  </a:lnTo>
                  <a:lnTo>
                    <a:pt x="1441594" y="89"/>
                  </a:lnTo>
                  <a:lnTo>
                    <a:pt x="1451323" y="0"/>
                  </a:lnTo>
                  <a:lnTo>
                    <a:pt x="1461067" y="91"/>
                  </a:lnTo>
                  <a:lnTo>
                    <a:pt x="1470811" y="356"/>
                  </a:lnTo>
                  <a:lnTo>
                    <a:pt x="1480555" y="793"/>
                  </a:lnTo>
                  <a:lnTo>
                    <a:pt x="1490284" y="1393"/>
                  </a:lnTo>
                  <a:lnTo>
                    <a:pt x="1500028" y="2153"/>
                  </a:lnTo>
                  <a:lnTo>
                    <a:pt x="1509772" y="3066"/>
                  </a:lnTo>
                  <a:lnTo>
                    <a:pt x="1519516" y="4127"/>
                  </a:lnTo>
                  <a:lnTo>
                    <a:pt x="1529245" y="5329"/>
                  </a:lnTo>
                  <a:lnTo>
                    <a:pt x="1538989" y="6664"/>
                  </a:lnTo>
                  <a:lnTo>
                    <a:pt x="1548733" y="8129"/>
                  </a:lnTo>
                  <a:lnTo>
                    <a:pt x="1558477" y="9714"/>
                  </a:lnTo>
                  <a:lnTo>
                    <a:pt x="1568221" y="11414"/>
                  </a:lnTo>
                  <a:lnTo>
                    <a:pt x="1577950" y="13223"/>
                  </a:lnTo>
                  <a:lnTo>
                    <a:pt x="1587694" y="15131"/>
                  </a:lnTo>
                  <a:lnTo>
                    <a:pt x="1597438" y="17135"/>
                  </a:lnTo>
                  <a:lnTo>
                    <a:pt x="1607182" y="19227"/>
                  </a:lnTo>
                  <a:lnTo>
                    <a:pt x="1616911" y="21401"/>
                  </a:lnTo>
                  <a:lnTo>
                    <a:pt x="1626655" y="23649"/>
                  </a:lnTo>
                  <a:lnTo>
                    <a:pt x="1636399" y="25966"/>
                  </a:lnTo>
                  <a:lnTo>
                    <a:pt x="1646142" y="28344"/>
                  </a:lnTo>
                  <a:lnTo>
                    <a:pt x="1655872" y="30780"/>
                  </a:lnTo>
                  <a:lnTo>
                    <a:pt x="1665616" y="33265"/>
                  </a:lnTo>
                  <a:lnTo>
                    <a:pt x="1675359" y="35795"/>
                  </a:lnTo>
                  <a:lnTo>
                    <a:pt x="1685103" y="38365"/>
                  </a:lnTo>
                  <a:lnTo>
                    <a:pt x="1694832" y="40969"/>
                  </a:lnTo>
                  <a:lnTo>
                    <a:pt x="1704576" y="43602"/>
                  </a:lnTo>
                  <a:lnTo>
                    <a:pt x="1714320" y="46261"/>
                  </a:lnTo>
                  <a:lnTo>
                    <a:pt x="1724064" y="48940"/>
                  </a:lnTo>
                  <a:lnTo>
                    <a:pt x="1733808" y="51638"/>
                  </a:lnTo>
                  <a:lnTo>
                    <a:pt x="1743537" y="54349"/>
                  </a:lnTo>
                  <a:lnTo>
                    <a:pt x="1753281" y="57069"/>
                  </a:lnTo>
                  <a:lnTo>
                    <a:pt x="1763025" y="59797"/>
                  </a:lnTo>
                  <a:lnTo>
                    <a:pt x="1772769" y="62531"/>
                  </a:lnTo>
                  <a:lnTo>
                    <a:pt x="1782498" y="65268"/>
                  </a:lnTo>
                  <a:lnTo>
                    <a:pt x="1792242" y="68005"/>
                  </a:lnTo>
                  <a:lnTo>
                    <a:pt x="1801986" y="70743"/>
                  </a:lnTo>
                  <a:lnTo>
                    <a:pt x="1811730" y="73482"/>
                  </a:lnTo>
                  <a:lnTo>
                    <a:pt x="1821459" y="76217"/>
                  </a:lnTo>
                  <a:lnTo>
                    <a:pt x="1831203" y="78953"/>
                  </a:lnTo>
                  <a:lnTo>
                    <a:pt x="1840947" y="81685"/>
                  </a:lnTo>
                  <a:lnTo>
                    <a:pt x="1850691" y="84418"/>
                  </a:lnTo>
                  <a:lnTo>
                    <a:pt x="1860435" y="87149"/>
                  </a:lnTo>
                  <a:lnTo>
                    <a:pt x="1870164" y="89883"/>
                  </a:lnTo>
                  <a:lnTo>
                    <a:pt x="1879908" y="92618"/>
                  </a:lnTo>
                  <a:lnTo>
                    <a:pt x="1889652" y="95358"/>
                  </a:lnTo>
                  <a:lnTo>
                    <a:pt x="1899395" y="98104"/>
                  </a:lnTo>
                  <a:lnTo>
                    <a:pt x="1909124" y="100857"/>
                  </a:lnTo>
                  <a:lnTo>
                    <a:pt x="1918868" y="103622"/>
                  </a:lnTo>
                  <a:lnTo>
                    <a:pt x="1928612" y="106401"/>
                  </a:lnTo>
                  <a:lnTo>
                    <a:pt x="1938356" y="109196"/>
                  </a:lnTo>
                  <a:lnTo>
                    <a:pt x="1948085" y="112012"/>
                  </a:lnTo>
                  <a:lnTo>
                    <a:pt x="1957829" y="114849"/>
                  </a:lnTo>
                  <a:lnTo>
                    <a:pt x="1967573" y="117712"/>
                  </a:lnTo>
                  <a:lnTo>
                    <a:pt x="1977317" y="120604"/>
                  </a:lnTo>
                  <a:lnTo>
                    <a:pt x="1987046" y="123529"/>
                  </a:lnTo>
                  <a:lnTo>
                    <a:pt x="1996790" y="126491"/>
                  </a:lnTo>
                  <a:lnTo>
                    <a:pt x="2006534" y="129491"/>
                  </a:lnTo>
                  <a:lnTo>
                    <a:pt x="2016278" y="132535"/>
                  </a:lnTo>
                  <a:lnTo>
                    <a:pt x="2026022" y="135625"/>
                  </a:lnTo>
                  <a:lnTo>
                    <a:pt x="2035751" y="138766"/>
                  </a:lnTo>
                  <a:lnTo>
                    <a:pt x="2045495" y="141959"/>
                  </a:lnTo>
                  <a:lnTo>
                    <a:pt x="2055239" y="145207"/>
                  </a:lnTo>
                  <a:lnTo>
                    <a:pt x="2064983" y="148514"/>
                  </a:lnTo>
                  <a:lnTo>
                    <a:pt x="2074712" y="151883"/>
                  </a:lnTo>
                  <a:lnTo>
                    <a:pt x="2084456" y="155317"/>
                  </a:lnTo>
                  <a:lnTo>
                    <a:pt x="2094200" y="158816"/>
                  </a:lnTo>
                  <a:lnTo>
                    <a:pt x="2103944" y="162384"/>
                  </a:lnTo>
                  <a:lnTo>
                    <a:pt x="2113673" y="166024"/>
                  </a:lnTo>
                  <a:lnTo>
                    <a:pt x="2123417" y="169734"/>
                  </a:lnTo>
                  <a:lnTo>
                    <a:pt x="2133161" y="173518"/>
                  </a:lnTo>
                  <a:lnTo>
                    <a:pt x="2142905" y="177377"/>
                  </a:lnTo>
                  <a:lnTo>
                    <a:pt x="2152649" y="181310"/>
                  </a:lnTo>
                  <a:lnTo>
                    <a:pt x="2162377" y="185318"/>
                  </a:lnTo>
                  <a:lnTo>
                    <a:pt x="2172121" y="189403"/>
                  </a:lnTo>
                  <a:lnTo>
                    <a:pt x="2181865" y="193563"/>
                  </a:lnTo>
                  <a:lnTo>
                    <a:pt x="2191609" y="197797"/>
                  </a:lnTo>
                  <a:lnTo>
                    <a:pt x="2201338" y="202106"/>
                  </a:lnTo>
                  <a:lnTo>
                    <a:pt x="2211082" y="206486"/>
                  </a:lnTo>
                  <a:lnTo>
                    <a:pt x="2220826" y="210938"/>
                  </a:lnTo>
                  <a:lnTo>
                    <a:pt x="2230570" y="215460"/>
                  </a:lnTo>
                  <a:lnTo>
                    <a:pt x="2240299" y="220048"/>
                  </a:lnTo>
                  <a:lnTo>
                    <a:pt x="2250043" y="224700"/>
                  </a:lnTo>
                  <a:lnTo>
                    <a:pt x="2259787" y="229414"/>
                  </a:lnTo>
                  <a:lnTo>
                    <a:pt x="2269531" y="234188"/>
                  </a:lnTo>
                  <a:lnTo>
                    <a:pt x="2279260" y="239017"/>
                  </a:lnTo>
                  <a:lnTo>
                    <a:pt x="2289004" y="243898"/>
                  </a:lnTo>
                  <a:lnTo>
                    <a:pt x="2298748" y="248825"/>
                  </a:lnTo>
                  <a:lnTo>
                    <a:pt x="2308492" y="253798"/>
                  </a:lnTo>
                  <a:lnTo>
                    <a:pt x="2318236" y="258810"/>
                  </a:lnTo>
                  <a:lnTo>
                    <a:pt x="2327965" y="263858"/>
                  </a:lnTo>
                  <a:lnTo>
                    <a:pt x="2337709" y="268936"/>
                  </a:lnTo>
                  <a:lnTo>
                    <a:pt x="2347453" y="274040"/>
                  </a:lnTo>
                  <a:lnTo>
                    <a:pt x="2357197" y="279165"/>
                  </a:lnTo>
                  <a:lnTo>
                    <a:pt x="2366926" y="284308"/>
                  </a:lnTo>
                  <a:lnTo>
                    <a:pt x="2376670" y="289462"/>
                  </a:lnTo>
                  <a:lnTo>
                    <a:pt x="2386413" y="294623"/>
                  </a:lnTo>
                  <a:lnTo>
                    <a:pt x="2396157" y="299785"/>
                  </a:lnTo>
                  <a:lnTo>
                    <a:pt x="2405886" y="304945"/>
                  </a:lnTo>
                  <a:lnTo>
                    <a:pt x="2415630" y="310097"/>
                  </a:lnTo>
                  <a:lnTo>
                    <a:pt x="2425374" y="315234"/>
                  </a:lnTo>
                  <a:lnTo>
                    <a:pt x="2435118" y="320355"/>
                  </a:lnTo>
                  <a:lnTo>
                    <a:pt x="2444862" y="325453"/>
                  </a:lnTo>
                  <a:lnTo>
                    <a:pt x="2454591" y="330525"/>
                  </a:lnTo>
                  <a:lnTo>
                    <a:pt x="2464335" y="335565"/>
                  </a:lnTo>
                  <a:lnTo>
                    <a:pt x="2474079" y="340571"/>
                  </a:lnTo>
                  <a:lnTo>
                    <a:pt x="2483823" y="345536"/>
                  </a:lnTo>
                  <a:lnTo>
                    <a:pt x="2493552" y="350458"/>
                  </a:lnTo>
                  <a:lnTo>
                    <a:pt x="2503296" y="355335"/>
                  </a:lnTo>
                  <a:lnTo>
                    <a:pt x="2513040" y="360161"/>
                  </a:lnTo>
                  <a:lnTo>
                    <a:pt x="2522784" y="364933"/>
                  </a:lnTo>
                  <a:lnTo>
                    <a:pt x="2532513" y="369650"/>
                  </a:lnTo>
                  <a:lnTo>
                    <a:pt x="2542257" y="374307"/>
                  </a:lnTo>
                  <a:lnTo>
                    <a:pt x="2552001" y="378905"/>
                  </a:lnTo>
                  <a:lnTo>
                    <a:pt x="2561745" y="383439"/>
                  </a:lnTo>
                  <a:lnTo>
                    <a:pt x="2571474" y="387910"/>
                  </a:lnTo>
                  <a:lnTo>
                    <a:pt x="2581218" y="392313"/>
                  </a:lnTo>
                  <a:lnTo>
                    <a:pt x="2590962" y="396650"/>
                  </a:lnTo>
                  <a:lnTo>
                    <a:pt x="2600705" y="400920"/>
                  </a:lnTo>
                  <a:lnTo>
                    <a:pt x="2610449" y="405120"/>
                  </a:lnTo>
                  <a:lnTo>
                    <a:pt x="2620178" y="409251"/>
                  </a:lnTo>
                  <a:lnTo>
                    <a:pt x="2629922" y="413314"/>
                  </a:lnTo>
                  <a:lnTo>
                    <a:pt x="2639666" y="417309"/>
                  </a:lnTo>
                  <a:lnTo>
                    <a:pt x="2649410" y="421234"/>
                  </a:lnTo>
                  <a:lnTo>
                    <a:pt x="2659139" y="425093"/>
                  </a:lnTo>
                  <a:lnTo>
                    <a:pt x="2668883" y="428887"/>
                  </a:lnTo>
                  <a:lnTo>
                    <a:pt x="2678627" y="432613"/>
                  </a:lnTo>
                  <a:lnTo>
                    <a:pt x="2688371" y="436276"/>
                  </a:lnTo>
                  <a:lnTo>
                    <a:pt x="2698100" y="439876"/>
                  </a:lnTo>
                  <a:lnTo>
                    <a:pt x="2707844" y="443416"/>
                  </a:lnTo>
                  <a:lnTo>
                    <a:pt x="2717588" y="446896"/>
                  </a:lnTo>
                  <a:lnTo>
                    <a:pt x="2727332" y="450320"/>
                  </a:lnTo>
                  <a:lnTo>
                    <a:pt x="2737076" y="453689"/>
                  </a:lnTo>
                  <a:lnTo>
                    <a:pt x="2746805" y="457005"/>
                  </a:lnTo>
                  <a:lnTo>
                    <a:pt x="2756549" y="460270"/>
                  </a:lnTo>
                  <a:lnTo>
                    <a:pt x="2766293" y="463486"/>
                  </a:lnTo>
                  <a:lnTo>
                    <a:pt x="2776037" y="466657"/>
                  </a:lnTo>
                  <a:lnTo>
                    <a:pt x="2785766" y="469783"/>
                  </a:lnTo>
                  <a:lnTo>
                    <a:pt x="2795510" y="472867"/>
                  </a:lnTo>
                  <a:lnTo>
                    <a:pt x="2805254" y="475911"/>
                  </a:lnTo>
                  <a:lnTo>
                    <a:pt x="2814998" y="478917"/>
                  </a:lnTo>
                  <a:lnTo>
                    <a:pt x="2824727" y="481888"/>
                  </a:lnTo>
                  <a:lnTo>
                    <a:pt x="2834471" y="484825"/>
                  </a:lnTo>
                  <a:lnTo>
                    <a:pt x="2844215" y="487730"/>
                  </a:lnTo>
                  <a:lnTo>
                    <a:pt x="2853958" y="490604"/>
                  </a:lnTo>
                  <a:lnTo>
                    <a:pt x="2863687" y="493448"/>
                  </a:lnTo>
                  <a:lnTo>
                    <a:pt x="2873431" y="496266"/>
                  </a:lnTo>
                  <a:lnTo>
                    <a:pt x="2883175" y="499056"/>
                  </a:lnTo>
                  <a:lnTo>
                    <a:pt x="2892919" y="501822"/>
                  </a:lnTo>
                  <a:lnTo>
                    <a:pt x="2902663" y="504563"/>
                  </a:lnTo>
                  <a:lnTo>
                    <a:pt x="2912392" y="50727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3" name="Freeform 872">
              <a:extLst>
                <a:ext uri="{FF2B5EF4-FFF2-40B4-BE49-F238E27FC236}">
                  <a16:creationId xmlns:a16="http://schemas.microsoft.com/office/drawing/2014/main" id="{56039632-F47E-9DE0-1B5B-78E7C3C008AB}"/>
                </a:ext>
              </a:extLst>
            </p:cNvPr>
            <p:cNvSpPr/>
            <p:nvPr/>
          </p:nvSpPr>
          <p:spPr>
            <a:xfrm>
              <a:off x="576446" y="3255626"/>
              <a:ext cx="2912392" cy="347772"/>
            </a:xfrm>
            <a:custGeom>
              <a:avLst/>
              <a:gdLst>
                <a:gd name="connsiteX0" fmla="*/ 0 w 2912392"/>
                <a:gd name="connsiteY0" fmla="*/ 340492 h 347772"/>
                <a:gd name="connsiteX1" fmla="*/ 9739 w 2912392"/>
                <a:gd name="connsiteY1" fmla="*/ 339013 h 347772"/>
                <a:gd name="connsiteX2" fmla="*/ 19480 w 2912392"/>
                <a:gd name="connsiteY2" fmla="*/ 337438 h 347772"/>
                <a:gd name="connsiteX3" fmla="*/ 29221 w 2912392"/>
                <a:gd name="connsiteY3" fmla="*/ 335775 h 347772"/>
                <a:gd name="connsiteX4" fmla="*/ 38961 w 2912392"/>
                <a:gd name="connsiteY4" fmla="*/ 334032 h 347772"/>
                <a:gd name="connsiteX5" fmla="*/ 48702 w 2912392"/>
                <a:gd name="connsiteY5" fmla="*/ 332218 h 347772"/>
                <a:gd name="connsiteX6" fmla="*/ 58443 w 2912392"/>
                <a:gd name="connsiteY6" fmla="*/ 330336 h 347772"/>
                <a:gd name="connsiteX7" fmla="*/ 68182 w 2912392"/>
                <a:gd name="connsiteY7" fmla="*/ 328399 h 347772"/>
                <a:gd name="connsiteX8" fmla="*/ 77923 w 2912392"/>
                <a:gd name="connsiteY8" fmla="*/ 326414 h 347772"/>
                <a:gd name="connsiteX9" fmla="*/ 87664 w 2912392"/>
                <a:gd name="connsiteY9" fmla="*/ 324388 h 347772"/>
                <a:gd name="connsiteX10" fmla="*/ 97404 w 2912392"/>
                <a:gd name="connsiteY10" fmla="*/ 322329 h 347772"/>
                <a:gd name="connsiteX11" fmla="*/ 107145 w 2912392"/>
                <a:gd name="connsiteY11" fmla="*/ 320246 h 347772"/>
                <a:gd name="connsiteX12" fmla="*/ 116886 w 2912392"/>
                <a:gd name="connsiteY12" fmla="*/ 318148 h 347772"/>
                <a:gd name="connsiteX13" fmla="*/ 126625 w 2912392"/>
                <a:gd name="connsiteY13" fmla="*/ 316042 h 347772"/>
                <a:gd name="connsiteX14" fmla="*/ 136366 w 2912392"/>
                <a:gd name="connsiteY14" fmla="*/ 313936 h 347772"/>
                <a:gd name="connsiteX15" fmla="*/ 146107 w 2912392"/>
                <a:gd name="connsiteY15" fmla="*/ 311839 h 347772"/>
                <a:gd name="connsiteX16" fmla="*/ 155846 w 2912392"/>
                <a:gd name="connsiteY16" fmla="*/ 309759 h 347772"/>
                <a:gd name="connsiteX17" fmla="*/ 165587 w 2912392"/>
                <a:gd name="connsiteY17" fmla="*/ 307701 h 347772"/>
                <a:gd name="connsiteX18" fmla="*/ 175328 w 2912392"/>
                <a:gd name="connsiteY18" fmla="*/ 305678 h 347772"/>
                <a:gd name="connsiteX19" fmla="*/ 185068 w 2912392"/>
                <a:gd name="connsiteY19" fmla="*/ 303692 h 347772"/>
                <a:gd name="connsiteX20" fmla="*/ 194809 w 2912392"/>
                <a:gd name="connsiteY20" fmla="*/ 301755 h 347772"/>
                <a:gd name="connsiteX21" fmla="*/ 204550 w 2912392"/>
                <a:gd name="connsiteY21" fmla="*/ 299870 h 347772"/>
                <a:gd name="connsiteX22" fmla="*/ 214289 w 2912392"/>
                <a:gd name="connsiteY22" fmla="*/ 298048 h 347772"/>
                <a:gd name="connsiteX23" fmla="*/ 224030 w 2912392"/>
                <a:gd name="connsiteY23" fmla="*/ 296295 h 347772"/>
                <a:gd name="connsiteX24" fmla="*/ 233771 w 2912392"/>
                <a:gd name="connsiteY24" fmla="*/ 294614 h 347772"/>
                <a:gd name="connsiteX25" fmla="*/ 243510 w 2912392"/>
                <a:gd name="connsiteY25" fmla="*/ 293014 h 347772"/>
                <a:gd name="connsiteX26" fmla="*/ 253251 w 2912392"/>
                <a:gd name="connsiteY26" fmla="*/ 291502 h 347772"/>
                <a:gd name="connsiteX27" fmla="*/ 262992 w 2912392"/>
                <a:gd name="connsiteY27" fmla="*/ 290080 h 347772"/>
                <a:gd name="connsiteX28" fmla="*/ 272732 w 2912392"/>
                <a:gd name="connsiteY28" fmla="*/ 288757 h 347772"/>
                <a:gd name="connsiteX29" fmla="*/ 282473 w 2912392"/>
                <a:gd name="connsiteY29" fmla="*/ 287537 h 347772"/>
                <a:gd name="connsiteX30" fmla="*/ 292214 w 2912392"/>
                <a:gd name="connsiteY30" fmla="*/ 286424 h 347772"/>
                <a:gd name="connsiteX31" fmla="*/ 301953 w 2912392"/>
                <a:gd name="connsiteY31" fmla="*/ 285421 h 347772"/>
                <a:gd name="connsiteX32" fmla="*/ 311694 w 2912392"/>
                <a:gd name="connsiteY32" fmla="*/ 284533 h 347772"/>
                <a:gd name="connsiteX33" fmla="*/ 321435 w 2912392"/>
                <a:gd name="connsiteY33" fmla="*/ 283765 h 347772"/>
                <a:gd name="connsiteX34" fmla="*/ 331175 w 2912392"/>
                <a:gd name="connsiteY34" fmla="*/ 283116 h 347772"/>
                <a:gd name="connsiteX35" fmla="*/ 340916 w 2912392"/>
                <a:gd name="connsiteY35" fmla="*/ 282592 h 347772"/>
                <a:gd name="connsiteX36" fmla="*/ 350656 w 2912392"/>
                <a:gd name="connsiteY36" fmla="*/ 282194 h 347772"/>
                <a:gd name="connsiteX37" fmla="*/ 360396 w 2912392"/>
                <a:gd name="connsiteY37" fmla="*/ 281923 h 347772"/>
                <a:gd name="connsiteX38" fmla="*/ 370137 w 2912392"/>
                <a:gd name="connsiteY38" fmla="*/ 281781 h 347772"/>
                <a:gd name="connsiteX39" fmla="*/ 379878 w 2912392"/>
                <a:gd name="connsiteY39" fmla="*/ 281770 h 347772"/>
                <a:gd name="connsiteX40" fmla="*/ 389617 w 2912392"/>
                <a:gd name="connsiteY40" fmla="*/ 281887 h 347772"/>
                <a:gd name="connsiteX41" fmla="*/ 399358 w 2912392"/>
                <a:gd name="connsiteY41" fmla="*/ 282133 h 347772"/>
                <a:gd name="connsiteX42" fmla="*/ 409099 w 2912392"/>
                <a:gd name="connsiteY42" fmla="*/ 282509 h 347772"/>
                <a:gd name="connsiteX43" fmla="*/ 418839 w 2912392"/>
                <a:gd name="connsiteY43" fmla="*/ 283012 h 347772"/>
                <a:gd name="connsiteX44" fmla="*/ 428580 w 2912392"/>
                <a:gd name="connsiteY44" fmla="*/ 283641 h 347772"/>
                <a:gd name="connsiteX45" fmla="*/ 438321 w 2912392"/>
                <a:gd name="connsiteY45" fmla="*/ 284393 h 347772"/>
                <a:gd name="connsiteX46" fmla="*/ 448060 w 2912392"/>
                <a:gd name="connsiteY46" fmla="*/ 285268 h 347772"/>
                <a:gd name="connsiteX47" fmla="*/ 457801 w 2912392"/>
                <a:gd name="connsiteY47" fmla="*/ 286259 h 347772"/>
                <a:gd name="connsiteX48" fmla="*/ 467542 w 2912392"/>
                <a:gd name="connsiteY48" fmla="*/ 287366 h 347772"/>
                <a:gd name="connsiteX49" fmla="*/ 477281 w 2912392"/>
                <a:gd name="connsiteY49" fmla="*/ 288583 h 347772"/>
                <a:gd name="connsiteX50" fmla="*/ 487022 w 2912392"/>
                <a:gd name="connsiteY50" fmla="*/ 289906 h 347772"/>
                <a:gd name="connsiteX51" fmla="*/ 496763 w 2912392"/>
                <a:gd name="connsiteY51" fmla="*/ 291330 h 347772"/>
                <a:gd name="connsiteX52" fmla="*/ 506503 w 2912392"/>
                <a:gd name="connsiteY52" fmla="*/ 292850 h 347772"/>
                <a:gd name="connsiteX53" fmla="*/ 516244 w 2912392"/>
                <a:gd name="connsiteY53" fmla="*/ 294462 h 347772"/>
                <a:gd name="connsiteX54" fmla="*/ 525985 w 2912392"/>
                <a:gd name="connsiteY54" fmla="*/ 296158 h 347772"/>
                <a:gd name="connsiteX55" fmla="*/ 535724 w 2912392"/>
                <a:gd name="connsiteY55" fmla="*/ 297932 h 347772"/>
                <a:gd name="connsiteX56" fmla="*/ 545465 w 2912392"/>
                <a:gd name="connsiteY56" fmla="*/ 299776 h 347772"/>
                <a:gd name="connsiteX57" fmla="*/ 555206 w 2912392"/>
                <a:gd name="connsiteY57" fmla="*/ 301687 h 347772"/>
                <a:gd name="connsiteX58" fmla="*/ 564946 w 2912392"/>
                <a:gd name="connsiteY58" fmla="*/ 303655 h 347772"/>
                <a:gd name="connsiteX59" fmla="*/ 574687 w 2912392"/>
                <a:gd name="connsiteY59" fmla="*/ 305671 h 347772"/>
                <a:gd name="connsiteX60" fmla="*/ 584428 w 2912392"/>
                <a:gd name="connsiteY60" fmla="*/ 307729 h 347772"/>
                <a:gd name="connsiteX61" fmla="*/ 594167 w 2912392"/>
                <a:gd name="connsiteY61" fmla="*/ 309821 h 347772"/>
                <a:gd name="connsiteX62" fmla="*/ 603908 w 2912392"/>
                <a:gd name="connsiteY62" fmla="*/ 311938 h 347772"/>
                <a:gd name="connsiteX63" fmla="*/ 613649 w 2912392"/>
                <a:gd name="connsiteY63" fmla="*/ 314074 h 347772"/>
                <a:gd name="connsiteX64" fmla="*/ 623388 w 2912392"/>
                <a:gd name="connsiteY64" fmla="*/ 316216 h 347772"/>
                <a:gd name="connsiteX65" fmla="*/ 633129 w 2912392"/>
                <a:gd name="connsiteY65" fmla="*/ 318357 h 347772"/>
                <a:gd name="connsiteX66" fmla="*/ 642870 w 2912392"/>
                <a:gd name="connsiteY66" fmla="*/ 320490 h 347772"/>
                <a:gd name="connsiteX67" fmla="*/ 652610 w 2912392"/>
                <a:gd name="connsiteY67" fmla="*/ 322605 h 347772"/>
                <a:gd name="connsiteX68" fmla="*/ 662351 w 2912392"/>
                <a:gd name="connsiteY68" fmla="*/ 324692 h 347772"/>
                <a:gd name="connsiteX69" fmla="*/ 672092 w 2912392"/>
                <a:gd name="connsiteY69" fmla="*/ 326742 h 347772"/>
                <a:gd name="connsiteX70" fmla="*/ 681831 w 2912392"/>
                <a:gd name="connsiteY70" fmla="*/ 328749 h 347772"/>
                <a:gd name="connsiteX71" fmla="*/ 691572 w 2912392"/>
                <a:gd name="connsiteY71" fmla="*/ 330699 h 347772"/>
                <a:gd name="connsiteX72" fmla="*/ 701313 w 2912392"/>
                <a:gd name="connsiteY72" fmla="*/ 332588 h 347772"/>
                <a:gd name="connsiteX73" fmla="*/ 711052 w 2912392"/>
                <a:gd name="connsiteY73" fmla="*/ 334405 h 347772"/>
                <a:gd name="connsiteX74" fmla="*/ 720793 w 2912392"/>
                <a:gd name="connsiteY74" fmla="*/ 336140 h 347772"/>
                <a:gd name="connsiteX75" fmla="*/ 730534 w 2912392"/>
                <a:gd name="connsiteY75" fmla="*/ 337787 h 347772"/>
                <a:gd name="connsiteX76" fmla="*/ 740274 w 2912392"/>
                <a:gd name="connsiteY76" fmla="*/ 339335 h 347772"/>
                <a:gd name="connsiteX77" fmla="*/ 750015 w 2912392"/>
                <a:gd name="connsiteY77" fmla="*/ 340778 h 347772"/>
                <a:gd name="connsiteX78" fmla="*/ 759756 w 2912392"/>
                <a:gd name="connsiteY78" fmla="*/ 342107 h 347772"/>
                <a:gd name="connsiteX79" fmla="*/ 769495 w 2912392"/>
                <a:gd name="connsiteY79" fmla="*/ 343316 h 347772"/>
                <a:gd name="connsiteX80" fmla="*/ 779236 w 2912392"/>
                <a:gd name="connsiteY80" fmla="*/ 344394 h 347772"/>
                <a:gd name="connsiteX81" fmla="*/ 788977 w 2912392"/>
                <a:gd name="connsiteY81" fmla="*/ 345336 h 347772"/>
                <a:gd name="connsiteX82" fmla="*/ 798717 w 2912392"/>
                <a:gd name="connsiteY82" fmla="*/ 346136 h 347772"/>
                <a:gd name="connsiteX83" fmla="*/ 808458 w 2912392"/>
                <a:gd name="connsiteY83" fmla="*/ 346784 h 347772"/>
                <a:gd name="connsiteX84" fmla="*/ 818199 w 2912392"/>
                <a:gd name="connsiteY84" fmla="*/ 347277 h 347772"/>
                <a:gd name="connsiteX85" fmla="*/ 827938 w 2912392"/>
                <a:gd name="connsiteY85" fmla="*/ 347608 h 347772"/>
                <a:gd name="connsiteX86" fmla="*/ 837679 w 2912392"/>
                <a:gd name="connsiteY86" fmla="*/ 347772 h 347772"/>
                <a:gd name="connsiteX87" fmla="*/ 847420 w 2912392"/>
                <a:gd name="connsiteY87" fmla="*/ 347763 h 347772"/>
                <a:gd name="connsiteX88" fmla="*/ 857159 w 2912392"/>
                <a:gd name="connsiteY88" fmla="*/ 347575 h 347772"/>
                <a:gd name="connsiteX89" fmla="*/ 866900 w 2912392"/>
                <a:gd name="connsiteY89" fmla="*/ 347206 h 347772"/>
                <a:gd name="connsiteX90" fmla="*/ 876641 w 2912392"/>
                <a:gd name="connsiteY90" fmla="*/ 346650 h 347772"/>
                <a:gd name="connsiteX91" fmla="*/ 886381 w 2912392"/>
                <a:gd name="connsiteY91" fmla="*/ 345905 h 347772"/>
                <a:gd name="connsiteX92" fmla="*/ 896122 w 2912392"/>
                <a:gd name="connsiteY92" fmla="*/ 344968 h 347772"/>
                <a:gd name="connsiteX93" fmla="*/ 905863 w 2912392"/>
                <a:gd name="connsiteY93" fmla="*/ 343834 h 347772"/>
                <a:gd name="connsiteX94" fmla="*/ 915602 w 2912392"/>
                <a:gd name="connsiteY94" fmla="*/ 342502 h 347772"/>
                <a:gd name="connsiteX95" fmla="*/ 925343 w 2912392"/>
                <a:gd name="connsiteY95" fmla="*/ 340971 h 347772"/>
                <a:gd name="connsiteX96" fmla="*/ 935084 w 2912392"/>
                <a:gd name="connsiteY96" fmla="*/ 339236 h 347772"/>
                <a:gd name="connsiteX97" fmla="*/ 944824 w 2912392"/>
                <a:gd name="connsiteY97" fmla="*/ 337302 h 347772"/>
                <a:gd name="connsiteX98" fmla="*/ 954564 w 2912392"/>
                <a:gd name="connsiteY98" fmla="*/ 335163 h 347772"/>
                <a:gd name="connsiteX99" fmla="*/ 964305 w 2912392"/>
                <a:gd name="connsiteY99" fmla="*/ 332822 h 347772"/>
                <a:gd name="connsiteX100" fmla="*/ 974045 w 2912392"/>
                <a:gd name="connsiteY100" fmla="*/ 330279 h 347772"/>
                <a:gd name="connsiteX101" fmla="*/ 983786 w 2912392"/>
                <a:gd name="connsiteY101" fmla="*/ 327532 h 347772"/>
                <a:gd name="connsiteX102" fmla="*/ 993522 w 2912392"/>
                <a:gd name="connsiteY102" fmla="*/ 324586 h 347772"/>
                <a:gd name="connsiteX103" fmla="*/ 1003266 w 2912392"/>
                <a:gd name="connsiteY103" fmla="*/ 321440 h 347772"/>
                <a:gd name="connsiteX104" fmla="*/ 1013010 w 2912392"/>
                <a:gd name="connsiteY104" fmla="*/ 318096 h 347772"/>
                <a:gd name="connsiteX105" fmla="*/ 1022754 w 2912392"/>
                <a:gd name="connsiteY105" fmla="*/ 314558 h 347772"/>
                <a:gd name="connsiteX106" fmla="*/ 1032483 w 2912392"/>
                <a:gd name="connsiteY106" fmla="*/ 310827 h 347772"/>
                <a:gd name="connsiteX107" fmla="*/ 1042227 w 2912392"/>
                <a:gd name="connsiteY107" fmla="*/ 306909 h 347772"/>
                <a:gd name="connsiteX108" fmla="*/ 1051971 w 2912392"/>
                <a:gd name="connsiteY108" fmla="*/ 302804 h 347772"/>
                <a:gd name="connsiteX109" fmla="*/ 1061715 w 2912392"/>
                <a:gd name="connsiteY109" fmla="*/ 298517 h 347772"/>
                <a:gd name="connsiteX110" fmla="*/ 1071444 w 2912392"/>
                <a:gd name="connsiteY110" fmla="*/ 294055 h 347772"/>
                <a:gd name="connsiteX111" fmla="*/ 1081188 w 2912392"/>
                <a:gd name="connsiteY111" fmla="*/ 289420 h 347772"/>
                <a:gd name="connsiteX112" fmla="*/ 1090932 w 2912392"/>
                <a:gd name="connsiteY112" fmla="*/ 284617 h 347772"/>
                <a:gd name="connsiteX113" fmla="*/ 1100676 w 2912392"/>
                <a:gd name="connsiteY113" fmla="*/ 279652 h 347772"/>
                <a:gd name="connsiteX114" fmla="*/ 1110405 w 2912392"/>
                <a:gd name="connsiteY114" fmla="*/ 274532 h 347772"/>
                <a:gd name="connsiteX115" fmla="*/ 1120149 w 2912392"/>
                <a:gd name="connsiteY115" fmla="*/ 269260 h 347772"/>
                <a:gd name="connsiteX116" fmla="*/ 1129893 w 2912392"/>
                <a:gd name="connsiteY116" fmla="*/ 263845 h 347772"/>
                <a:gd name="connsiteX117" fmla="*/ 1139637 w 2912392"/>
                <a:gd name="connsiteY117" fmla="*/ 258292 h 347772"/>
                <a:gd name="connsiteX118" fmla="*/ 1149381 w 2912392"/>
                <a:gd name="connsiteY118" fmla="*/ 252609 h 347772"/>
                <a:gd name="connsiteX119" fmla="*/ 1159110 w 2912392"/>
                <a:gd name="connsiteY119" fmla="*/ 246803 h 347772"/>
                <a:gd name="connsiteX120" fmla="*/ 1168854 w 2912392"/>
                <a:gd name="connsiteY120" fmla="*/ 240882 h 347772"/>
                <a:gd name="connsiteX121" fmla="*/ 1178598 w 2912392"/>
                <a:gd name="connsiteY121" fmla="*/ 234851 h 347772"/>
                <a:gd name="connsiteX122" fmla="*/ 1188341 w 2912392"/>
                <a:gd name="connsiteY122" fmla="*/ 228722 h 347772"/>
                <a:gd name="connsiteX123" fmla="*/ 1198070 w 2912392"/>
                <a:gd name="connsiteY123" fmla="*/ 222500 h 347772"/>
                <a:gd name="connsiteX124" fmla="*/ 1207814 w 2912392"/>
                <a:gd name="connsiteY124" fmla="*/ 216195 h 347772"/>
                <a:gd name="connsiteX125" fmla="*/ 1217558 w 2912392"/>
                <a:gd name="connsiteY125" fmla="*/ 209813 h 347772"/>
                <a:gd name="connsiteX126" fmla="*/ 1227302 w 2912392"/>
                <a:gd name="connsiteY126" fmla="*/ 203367 h 347772"/>
                <a:gd name="connsiteX127" fmla="*/ 1237031 w 2912392"/>
                <a:gd name="connsiteY127" fmla="*/ 196863 h 347772"/>
                <a:gd name="connsiteX128" fmla="*/ 1246775 w 2912392"/>
                <a:gd name="connsiteY128" fmla="*/ 190312 h 347772"/>
                <a:gd name="connsiteX129" fmla="*/ 1256519 w 2912392"/>
                <a:gd name="connsiteY129" fmla="*/ 183721 h 347772"/>
                <a:gd name="connsiteX130" fmla="*/ 1266263 w 2912392"/>
                <a:gd name="connsiteY130" fmla="*/ 177103 h 347772"/>
                <a:gd name="connsiteX131" fmla="*/ 1276007 w 2912392"/>
                <a:gd name="connsiteY131" fmla="*/ 170464 h 347772"/>
                <a:gd name="connsiteX132" fmla="*/ 1285736 w 2912392"/>
                <a:gd name="connsiteY132" fmla="*/ 163814 h 347772"/>
                <a:gd name="connsiteX133" fmla="*/ 1295480 w 2912392"/>
                <a:gd name="connsiteY133" fmla="*/ 157166 h 347772"/>
                <a:gd name="connsiteX134" fmla="*/ 1305224 w 2912392"/>
                <a:gd name="connsiteY134" fmla="*/ 150529 h 347772"/>
                <a:gd name="connsiteX135" fmla="*/ 1314968 w 2912392"/>
                <a:gd name="connsiteY135" fmla="*/ 143911 h 347772"/>
                <a:gd name="connsiteX136" fmla="*/ 1324697 w 2912392"/>
                <a:gd name="connsiteY136" fmla="*/ 137324 h 347772"/>
                <a:gd name="connsiteX137" fmla="*/ 1334441 w 2912392"/>
                <a:gd name="connsiteY137" fmla="*/ 130777 h 347772"/>
                <a:gd name="connsiteX138" fmla="*/ 1344185 w 2912392"/>
                <a:gd name="connsiteY138" fmla="*/ 124281 h 347772"/>
                <a:gd name="connsiteX139" fmla="*/ 1353929 w 2912392"/>
                <a:gd name="connsiteY139" fmla="*/ 117846 h 347772"/>
                <a:gd name="connsiteX140" fmla="*/ 1363658 w 2912392"/>
                <a:gd name="connsiteY140" fmla="*/ 111483 h 347772"/>
                <a:gd name="connsiteX141" fmla="*/ 1373402 w 2912392"/>
                <a:gd name="connsiteY141" fmla="*/ 105202 h 347772"/>
                <a:gd name="connsiteX142" fmla="*/ 1383146 w 2912392"/>
                <a:gd name="connsiteY142" fmla="*/ 99011 h 347772"/>
                <a:gd name="connsiteX143" fmla="*/ 1392890 w 2912392"/>
                <a:gd name="connsiteY143" fmla="*/ 92925 h 347772"/>
                <a:gd name="connsiteX144" fmla="*/ 1402619 w 2912392"/>
                <a:gd name="connsiteY144" fmla="*/ 86950 h 347772"/>
                <a:gd name="connsiteX145" fmla="*/ 1412363 w 2912392"/>
                <a:gd name="connsiteY145" fmla="*/ 81098 h 347772"/>
                <a:gd name="connsiteX146" fmla="*/ 1422106 w 2912392"/>
                <a:gd name="connsiteY146" fmla="*/ 75378 h 347772"/>
                <a:gd name="connsiteX147" fmla="*/ 1431850 w 2912392"/>
                <a:gd name="connsiteY147" fmla="*/ 69802 h 347772"/>
                <a:gd name="connsiteX148" fmla="*/ 1441594 w 2912392"/>
                <a:gd name="connsiteY148" fmla="*/ 64377 h 347772"/>
                <a:gd name="connsiteX149" fmla="*/ 1451323 w 2912392"/>
                <a:gd name="connsiteY149" fmla="*/ 59115 h 347772"/>
                <a:gd name="connsiteX150" fmla="*/ 1461067 w 2912392"/>
                <a:gd name="connsiteY150" fmla="*/ 54024 h 347772"/>
                <a:gd name="connsiteX151" fmla="*/ 1470811 w 2912392"/>
                <a:gd name="connsiteY151" fmla="*/ 49113 h 347772"/>
                <a:gd name="connsiteX152" fmla="*/ 1480555 w 2912392"/>
                <a:gd name="connsiteY152" fmla="*/ 44392 h 347772"/>
                <a:gd name="connsiteX153" fmla="*/ 1490284 w 2912392"/>
                <a:gd name="connsiteY153" fmla="*/ 39870 h 347772"/>
                <a:gd name="connsiteX154" fmla="*/ 1500028 w 2912392"/>
                <a:gd name="connsiteY154" fmla="*/ 35552 h 347772"/>
                <a:gd name="connsiteX155" fmla="*/ 1509772 w 2912392"/>
                <a:gd name="connsiteY155" fmla="*/ 31452 h 347772"/>
                <a:gd name="connsiteX156" fmla="*/ 1519516 w 2912392"/>
                <a:gd name="connsiteY156" fmla="*/ 27572 h 347772"/>
                <a:gd name="connsiteX157" fmla="*/ 1529245 w 2912392"/>
                <a:gd name="connsiteY157" fmla="*/ 23923 h 347772"/>
                <a:gd name="connsiteX158" fmla="*/ 1538989 w 2912392"/>
                <a:gd name="connsiteY158" fmla="*/ 20511 h 347772"/>
                <a:gd name="connsiteX159" fmla="*/ 1548733 w 2912392"/>
                <a:gd name="connsiteY159" fmla="*/ 17342 h 347772"/>
                <a:gd name="connsiteX160" fmla="*/ 1558477 w 2912392"/>
                <a:gd name="connsiteY160" fmla="*/ 14425 h 347772"/>
                <a:gd name="connsiteX161" fmla="*/ 1568221 w 2912392"/>
                <a:gd name="connsiteY161" fmla="*/ 11763 h 347772"/>
                <a:gd name="connsiteX162" fmla="*/ 1577950 w 2912392"/>
                <a:gd name="connsiteY162" fmla="*/ 9361 h 347772"/>
                <a:gd name="connsiteX163" fmla="*/ 1587694 w 2912392"/>
                <a:gd name="connsiteY163" fmla="*/ 7225 h 347772"/>
                <a:gd name="connsiteX164" fmla="*/ 1597438 w 2912392"/>
                <a:gd name="connsiteY164" fmla="*/ 5359 h 347772"/>
                <a:gd name="connsiteX165" fmla="*/ 1607182 w 2912392"/>
                <a:gd name="connsiteY165" fmla="*/ 3768 h 347772"/>
                <a:gd name="connsiteX166" fmla="*/ 1616911 w 2912392"/>
                <a:gd name="connsiteY166" fmla="*/ 2452 h 347772"/>
                <a:gd name="connsiteX167" fmla="*/ 1626655 w 2912392"/>
                <a:gd name="connsiteY167" fmla="*/ 1417 h 347772"/>
                <a:gd name="connsiteX168" fmla="*/ 1636399 w 2912392"/>
                <a:gd name="connsiteY168" fmla="*/ 662 h 347772"/>
                <a:gd name="connsiteX169" fmla="*/ 1646142 w 2912392"/>
                <a:gd name="connsiteY169" fmla="*/ 189 h 347772"/>
                <a:gd name="connsiteX170" fmla="*/ 1655872 w 2912392"/>
                <a:gd name="connsiteY170" fmla="*/ 0 h 347772"/>
                <a:gd name="connsiteX171" fmla="*/ 1665616 w 2912392"/>
                <a:gd name="connsiteY171" fmla="*/ 95 h 347772"/>
                <a:gd name="connsiteX172" fmla="*/ 1675359 w 2912392"/>
                <a:gd name="connsiteY172" fmla="*/ 471 h 347772"/>
                <a:gd name="connsiteX173" fmla="*/ 1685103 w 2912392"/>
                <a:gd name="connsiteY173" fmla="*/ 1129 h 347772"/>
                <a:gd name="connsiteX174" fmla="*/ 1694832 w 2912392"/>
                <a:gd name="connsiteY174" fmla="*/ 2066 h 347772"/>
                <a:gd name="connsiteX175" fmla="*/ 1704576 w 2912392"/>
                <a:gd name="connsiteY175" fmla="*/ 3279 h 347772"/>
                <a:gd name="connsiteX176" fmla="*/ 1714320 w 2912392"/>
                <a:gd name="connsiteY176" fmla="*/ 4765 h 347772"/>
                <a:gd name="connsiteX177" fmla="*/ 1724064 w 2912392"/>
                <a:gd name="connsiteY177" fmla="*/ 6518 h 347772"/>
                <a:gd name="connsiteX178" fmla="*/ 1733808 w 2912392"/>
                <a:gd name="connsiteY178" fmla="*/ 8537 h 347772"/>
                <a:gd name="connsiteX179" fmla="*/ 1743537 w 2912392"/>
                <a:gd name="connsiteY179" fmla="*/ 10812 h 347772"/>
                <a:gd name="connsiteX180" fmla="*/ 1753281 w 2912392"/>
                <a:gd name="connsiteY180" fmla="*/ 13341 h 347772"/>
                <a:gd name="connsiteX181" fmla="*/ 1763025 w 2912392"/>
                <a:gd name="connsiteY181" fmla="*/ 16113 h 347772"/>
                <a:gd name="connsiteX182" fmla="*/ 1772769 w 2912392"/>
                <a:gd name="connsiteY182" fmla="*/ 19123 h 347772"/>
                <a:gd name="connsiteX183" fmla="*/ 1782498 w 2912392"/>
                <a:gd name="connsiteY183" fmla="*/ 22362 h 347772"/>
                <a:gd name="connsiteX184" fmla="*/ 1792242 w 2912392"/>
                <a:gd name="connsiteY184" fmla="*/ 25821 h 347772"/>
                <a:gd name="connsiteX185" fmla="*/ 1801986 w 2912392"/>
                <a:gd name="connsiteY185" fmla="*/ 29491 h 347772"/>
                <a:gd name="connsiteX186" fmla="*/ 1811730 w 2912392"/>
                <a:gd name="connsiteY186" fmla="*/ 33360 h 347772"/>
                <a:gd name="connsiteX187" fmla="*/ 1821459 w 2912392"/>
                <a:gd name="connsiteY187" fmla="*/ 37419 h 347772"/>
                <a:gd name="connsiteX188" fmla="*/ 1831203 w 2912392"/>
                <a:gd name="connsiteY188" fmla="*/ 41656 h 347772"/>
                <a:gd name="connsiteX189" fmla="*/ 1840947 w 2912392"/>
                <a:gd name="connsiteY189" fmla="*/ 46060 h 347772"/>
                <a:gd name="connsiteX190" fmla="*/ 1850691 w 2912392"/>
                <a:gd name="connsiteY190" fmla="*/ 50618 h 347772"/>
                <a:gd name="connsiteX191" fmla="*/ 1860435 w 2912392"/>
                <a:gd name="connsiteY191" fmla="*/ 55317 h 347772"/>
                <a:gd name="connsiteX192" fmla="*/ 1870164 w 2912392"/>
                <a:gd name="connsiteY192" fmla="*/ 60146 h 347772"/>
                <a:gd name="connsiteX193" fmla="*/ 1879908 w 2912392"/>
                <a:gd name="connsiteY193" fmla="*/ 65088 h 347772"/>
                <a:gd name="connsiteX194" fmla="*/ 1889652 w 2912392"/>
                <a:gd name="connsiteY194" fmla="*/ 70131 h 347772"/>
                <a:gd name="connsiteX195" fmla="*/ 1899395 w 2912392"/>
                <a:gd name="connsiteY195" fmla="*/ 75261 h 347772"/>
                <a:gd name="connsiteX196" fmla="*/ 1909124 w 2912392"/>
                <a:gd name="connsiteY196" fmla="*/ 80463 h 347772"/>
                <a:gd name="connsiteX197" fmla="*/ 1918868 w 2912392"/>
                <a:gd name="connsiteY197" fmla="*/ 85723 h 347772"/>
                <a:gd name="connsiteX198" fmla="*/ 1928612 w 2912392"/>
                <a:gd name="connsiteY198" fmla="*/ 91027 h 347772"/>
                <a:gd name="connsiteX199" fmla="*/ 1938356 w 2912392"/>
                <a:gd name="connsiteY199" fmla="*/ 96358 h 347772"/>
                <a:gd name="connsiteX200" fmla="*/ 1948085 w 2912392"/>
                <a:gd name="connsiteY200" fmla="*/ 101702 h 347772"/>
                <a:gd name="connsiteX201" fmla="*/ 1957829 w 2912392"/>
                <a:gd name="connsiteY201" fmla="*/ 107046 h 347772"/>
                <a:gd name="connsiteX202" fmla="*/ 1967573 w 2912392"/>
                <a:gd name="connsiteY202" fmla="*/ 112373 h 347772"/>
                <a:gd name="connsiteX203" fmla="*/ 1977317 w 2912392"/>
                <a:gd name="connsiteY203" fmla="*/ 117669 h 347772"/>
                <a:gd name="connsiteX204" fmla="*/ 1987046 w 2912392"/>
                <a:gd name="connsiteY204" fmla="*/ 122920 h 347772"/>
                <a:gd name="connsiteX205" fmla="*/ 1996790 w 2912392"/>
                <a:gd name="connsiteY205" fmla="*/ 128110 h 347772"/>
                <a:gd name="connsiteX206" fmla="*/ 2006534 w 2912392"/>
                <a:gd name="connsiteY206" fmla="*/ 133227 h 347772"/>
                <a:gd name="connsiteX207" fmla="*/ 2016278 w 2912392"/>
                <a:gd name="connsiteY207" fmla="*/ 138257 h 347772"/>
                <a:gd name="connsiteX208" fmla="*/ 2026022 w 2912392"/>
                <a:gd name="connsiteY208" fmla="*/ 143185 h 347772"/>
                <a:gd name="connsiteX209" fmla="*/ 2035751 w 2912392"/>
                <a:gd name="connsiteY209" fmla="*/ 147999 h 347772"/>
                <a:gd name="connsiteX210" fmla="*/ 2045495 w 2912392"/>
                <a:gd name="connsiteY210" fmla="*/ 152688 h 347772"/>
                <a:gd name="connsiteX211" fmla="*/ 2055239 w 2912392"/>
                <a:gd name="connsiteY211" fmla="*/ 157238 h 347772"/>
                <a:gd name="connsiteX212" fmla="*/ 2064983 w 2912392"/>
                <a:gd name="connsiteY212" fmla="*/ 161638 h 347772"/>
                <a:gd name="connsiteX213" fmla="*/ 2074712 w 2912392"/>
                <a:gd name="connsiteY213" fmla="*/ 165876 h 347772"/>
                <a:gd name="connsiteX214" fmla="*/ 2084456 w 2912392"/>
                <a:gd name="connsiteY214" fmla="*/ 169944 h 347772"/>
                <a:gd name="connsiteX215" fmla="*/ 2094200 w 2912392"/>
                <a:gd name="connsiteY215" fmla="*/ 173831 h 347772"/>
                <a:gd name="connsiteX216" fmla="*/ 2103944 w 2912392"/>
                <a:gd name="connsiteY216" fmla="*/ 177529 h 347772"/>
                <a:gd name="connsiteX217" fmla="*/ 2113673 w 2912392"/>
                <a:gd name="connsiteY217" fmla="*/ 181030 h 347772"/>
                <a:gd name="connsiteX218" fmla="*/ 2123417 w 2912392"/>
                <a:gd name="connsiteY218" fmla="*/ 184324 h 347772"/>
                <a:gd name="connsiteX219" fmla="*/ 2133161 w 2912392"/>
                <a:gd name="connsiteY219" fmla="*/ 187408 h 347772"/>
                <a:gd name="connsiteX220" fmla="*/ 2142905 w 2912392"/>
                <a:gd name="connsiteY220" fmla="*/ 190275 h 347772"/>
                <a:gd name="connsiteX221" fmla="*/ 2152649 w 2912392"/>
                <a:gd name="connsiteY221" fmla="*/ 192919 h 347772"/>
                <a:gd name="connsiteX222" fmla="*/ 2162377 w 2912392"/>
                <a:gd name="connsiteY222" fmla="*/ 195338 h 347772"/>
                <a:gd name="connsiteX223" fmla="*/ 2172121 w 2912392"/>
                <a:gd name="connsiteY223" fmla="*/ 197525 h 347772"/>
                <a:gd name="connsiteX224" fmla="*/ 2181865 w 2912392"/>
                <a:gd name="connsiteY224" fmla="*/ 199480 h 347772"/>
                <a:gd name="connsiteX225" fmla="*/ 2191609 w 2912392"/>
                <a:gd name="connsiteY225" fmla="*/ 201202 h 347772"/>
                <a:gd name="connsiteX226" fmla="*/ 2201338 w 2912392"/>
                <a:gd name="connsiteY226" fmla="*/ 202689 h 347772"/>
                <a:gd name="connsiteX227" fmla="*/ 2211082 w 2912392"/>
                <a:gd name="connsiteY227" fmla="*/ 203942 h 347772"/>
                <a:gd name="connsiteX228" fmla="*/ 2220826 w 2912392"/>
                <a:gd name="connsiteY228" fmla="*/ 204961 h 347772"/>
                <a:gd name="connsiteX229" fmla="*/ 2230570 w 2912392"/>
                <a:gd name="connsiteY229" fmla="*/ 205749 h 347772"/>
                <a:gd name="connsiteX230" fmla="*/ 2240299 w 2912392"/>
                <a:gd name="connsiteY230" fmla="*/ 206308 h 347772"/>
                <a:gd name="connsiteX231" fmla="*/ 2250043 w 2912392"/>
                <a:gd name="connsiteY231" fmla="*/ 206640 h 347772"/>
                <a:gd name="connsiteX232" fmla="*/ 2259787 w 2912392"/>
                <a:gd name="connsiteY232" fmla="*/ 206752 h 347772"/>
                <a:gd name="connsiteX233" fmla="*/ 2269531 w 2912392"/>
                <a:gd name="connsiteY233" fmla="*/ 206646 h 347772"/>
                <a:gd name="connsiteX234" fmla="*/ 2279260 w 2912392"/>
                <a:gd name="connsiteY234" fmla="*/ 206332 h 347772"/>
                <a:gd name="connsiteX235" fmla="*/ 2289004 w 2912392"/>
                <a:gd name="connsiteY235" fmla="*/ 205812 h 347772"/>
                <a:gd name="connsiteX236" fmla="*/ 2298748 w 2912392"/>
                <a:gd name="connsiteY236" fmla="*/ 205093 h 347772"/>
                <a:gd name="connsiteX237" fmla="*/ 2308492 w 2912392"/>
                <a:gd name="connsiteY237" fmla="*/ 204186 h 347772"/>
                <a:gd name="connsiteX238" fmla="*/ 2318236 w 2912392"/>
                <a:gd name="connsiteY238" fmla="*/ 203098 h 347772"/>
                <a:gd name="connsiteX239" fmla="*/ 2327965 w 2912392"/>
                <a:gd name="connsiteY239" fmla="*/ 201838 h 347772"/>
                <a:gd name="connsiteX240" fmla="*/ 2337709 w 2912392"/>
                <a:gd name="connsiteY240" fmla="*/ 200415 h 347772"/>
                <a:gd name="connsiteX241" fmla="*/ 2347453 w 2912392"/>
                <a:gd name="connsiteY241" fmla="*/ 198837 h 347772"/>
                <a:gd name="connsiteX242" fmla="*/ 2357197 w 2912392"/>
                <a:gd name="connsiteY242" fmla="*/ 197118 h 347772"/>
                <a:gd name="connsiteX243" fmla="*/ 2366926 w 2912392"/>
                <a:gd name="connsiteY243" fmla="*/ 195265 h 347772"/>
                <a:gd name="connsiteX244" fmla="*/ 2376670 w 2912392"/>
                <a:gd name="connsiteY244" fmla="*/ 193292 h 347772"/>
                <a:gd name="connsiteX245" fmla="*/ 2386413 w 2912392"/>
                <a:gd name="connsiteY245" fmla="*/ 191208 h 347772"/>
                <a:gd name="connsiteX246" fmla="*/ 2396157 w 2912392"/>
                <a:gd name="connsiteY246" fmla="*/ 189025 h 347772"/>
                <a:gd name="connsiteX247" fmla="*/ 2405886 w 2912392"/>
                <a:gd name="connsiteY247" fmla="*/ 186754 h 347772"/>
                <a:gd name="connsiteX248" fmla="*/ 2415630 w 2912392"/>
                <a:gd name="connsiteY248" fmla="*/ 184408 h 347772"/>
                <a:gd name="connsiteX249" fmla="*/ 2425374 w 2912392"/>
                <a:gd name="connsiteY249" fmla="*/ 181999 h 347772"/>
                <a:gd name="connsiteX250" fmla="*/ 2435118 w 2912392"/>
                <a:gd name="connsiteY250" fmla="*/ 179537 h 347772"/>
                <a:gd name="connsiteX251" fmla="*/ 2444862 w 2912392"/>
                <a:gd name="connsiteY251" fmla="*/ 177034 h 347772"/>
                <a:gd name="connsiteX252" fmla="*/ 2454591 w 2912392"/>
                <a:gd name="connsiteY252" fmla="*/ 174504 h 347772"/>
                <a:gd name="connsiteX253" fmla="*/ 2464335 w 2912392"/>
                <a:gd name="connsiteY253" fmla="*/ 171957 h 347772"/>
                <a:gd name="connsiteX254" fmla="*/ 2474079 w 2912392"/>
                <a:gd name="connsiteY254" fmla="*/ 169404 h 347772"/>
                <a:gd name="connsiteX255" fmla="*/ 2483823 w 2912392"/>
                <a:gd name="connsiteY255" fmla="*/ 166857 h 347772"/>
                <a:gd name="connsiteX256" fmla="*/ 2493552 w 2912392"/>
                <a:gd name="connsiteY256" fmla="*/ 164327 h 347772"/>
                <a:gd name="connsiteX257" fmla="*/ 2503296 w 2912392"/>
                <a:gd name="connsiteY257" fmla="*/ 161824 h 347772"/>
                <a:gd name="connsiteX258" fmla="*/ 2513040 w 2912392"/>
                <a:gd name="connsiteY258" fmla="*/ 159358 h 347772"/>
                <a:gd name="connsiteX259" fmla="*/ 2522784 w 2912392"/>
                <a:gd name="connsiteY259" fmla="*/ 156938 h 347772"/>
                <a:gd name="connsiteX260" fmla="*/ 2532513 w 2912392"/>
                <a:gd name="connsiteY260" fmla="*/ 154577 h 347772"/>
                <a:gd name="connsiteX261" fmla="*/ 2542257 w 2912392"/>
                <a:gd name="connsiteY261" fmla="*/ 152282 h 347772"/>
                <a:gd name="connsiteX262" fmla="*/ 2552001 w 2912392"/>
                <a:gd name="connsiteY262" fmla="*/ 150061 h 347772"/>
                <a:gd name="connsiteX263" fmla="*/ 2561745 w 2912392"/>
                <a:gd name="connsiteY263" fmla="*/ 147923 h 347772"/>
                <a:gd name="connsiteX264" fmla="*/ 2571474 w 2912392"/>
                <a:gd name="connsiteY264" fmla="*/ 145874 h 347772"/>
                <a:gd name="connsiteX265" fmla="*/ 2581218 w 2912392"/>
                <a:gd name="connsiteY265" fmla="*/ 143923 h 347772"/>
                <a:gd name="connsiteX266" fmla="*/ 2590962 w 2912392"/>
                <a:gd name="connsiteY266" fmla="*/ 142075 h 347772"/>
                <a:gd name="connsiteX267" fmla="*/ 2600705 w 2912392"/>
                <a:gd name="connsiteY267" fmla="*/ 140335 h 347772"/>
                <a:gd name="connsiteX268" fmla="*/ 2610449 w 2912392"/>
                <a:gd name="connsiteY268" fmla="*/ 138711 h 347772"/>
                <a:gd name="connsiteX269" fmla="*/ 2620178 w 2912392"/>
                <a:gd name="connsiteY269" fmla="*/ 137205 h 347772"/>
                <a:gd name="connsiteX270" fmla="*/ 2629922 w 2912392"/>
                <a:gd name="connsiteY270" fmla="*/ 135822 h 347772"/>
                <a:gd name="connsiteX271" fmla="*/ 2639666 w 2912392"/>
                <a:gd name="connsiteY271" fmla="*/ 134566 h 347772"/>
                <a:gd name="connsiteX272" fmla="*/ 2649410 w 2912392"/>
                <a:gd name="connsiteY272" fmla="*/ 133437 h 347772"/>
                <a:gd name="connsiteX273" fmla="*/ 2659139 w 2912392"/>
                <a:gd name="connsiteY273" fmla="*/ 132440 h 347772"/>
                <a:gd name="connsiteX274" fmla="*/ 2668883 w 2912392"/>
                <a:gd name="connsiteY274" fmla="*/ 131574 h 347772"/>
                <a:gd name="connsiteX275" fmla="*/ 2678627 w 2912392"/>
                <a:gd name="connsiteY275" fmla="*/ 130841 h 347772"/>
                <a:gd name="connsiteX276" fmla="*/ 2688371 w 2912392"/>
                <a:gd name="connsiteY276" fmla="*/ 130241 h 347772"/>
                <a:gd name="connsiteX277" fmla="*/ 2698100 w 2912392"/>
                <a:gd name="connsiteY277" fmla="*/ 129775 h 347772"/>
                <a:gd name="connsiteX278" fmla="*/ 2707844 w 2912392"/>
                <a:gd name="connsiteY278" fmla="*/ 129438 h 347772"/>
                <a:gd name="connsiteX279" fmla="*/ 2717588 w 2912392"/>
                <a:gd name="connsiteY279" fmla="*/ 129231 h 347772"/>
                <a:gd name="connsiteX280" fmla="*/ 2727332 w 2912392"/>
                <a:gd name="connsiteY280" fmla="*/ 129150 h 347772"/>
                <a:gd name="connsiteX281" fmla="*/ 2737076 w 2912392"/>
                <a:gd name="connsiteY281" fmla="*/ 129195 h 347772"/>
                <a:gd name="connsiteX282" fmla="*/ 2746805 w 2912392"/>
                <a:gd name="connsiteY282" fmla="*/ 129359 h 347772"/>
                <a:gd name="connsiteX283" fmla="*/ 2756549 w 2912392"/>
                <a:gd name="connsiteY283" fmla="*/ 129642 h 347772"/>
                <a:gd name="connsiteX284" fmla="*/ 2766293 w 2912392"/>
                <a:gd name="connsiteY284" fmla="*/ 130035 h 347772"/>
                <a:gd name="connsiteX285" fmla="*/ 2776037 w 2912392"/>
                <a:gd name="connsiteY285" fmla="*/ 130537 h 347772"/>
                <a:gd name="connsiteX286" fmla="*/ 2785766 w 2912392"/>
                <a:gd name="connsiteY286" fmla="*/ 131142 h 347772"/>
                <a:gd name="connsiteX287" fmla="*/ 2795510 w 2912392"/>
                <a:gd name="connsiteY287" fmla="*/ 131843 h 347772"/>
                <a:gd name="connsiteX288" fmla="*/ 2805254 w 2912392"/>
                <a:gd name="connsiteY288" fmla="*/ 132632 h 347772"/>
                <a:gd name="connsiteX289" fmla="*/ 2814998 w 2912392"/>
                <a:gd name="connsiteY289" fmla="*/ 133507 h 347772"/>
                <a:gd name="connsiteX290" fmla="*/ 2824727 w 2912392"/>
                <a:gd name="connsiteY290" fmla="*/ 134457 h 347772"/>
                <a:gd name="connsiteX291" fmla="*/ 2834471 w 2912392"/>
                <a:gd name="connsiteY291" fmla="*/ 135479 h 347772"/>
                <a:gd name="connsiteX292" fmla="*/ 2844215 w 2912392"/>
                <a:gd name="connsiteY292" fmla="*/ 136563 h 347772"/>
                <a:gd name="connsiteX293" fmla="*/ 2853958 w 2912392"/>
                <a:gd name="connsiteY293" fmla="*/ 137699 h 347772"/>
                <a:gd name="connsiteX294" fmla="*/ 2863687 w 2912392"/>
                <a:gd name="connsiteY294" fmla="*/ 138884 h 347772"/>
                <a:gd name="connsiteX295" fmla="*/ 2873431 w 2912392"/>
                <a:gd name="connsiteY295" fmla="*/ 140109 h 347772"/>
                <a:gd name="connsiteX296" fmla="*/ 2883175 w 2912392"/>
                <a:gd name="connsiteY296" fmla="*/ 141362 h 347772"/>
                <a:gd name="connsiteX297" fmla="*/ 2892919 w 2912392"/>
                <a:gd name="connsiteY297" fmla="*/ 142638 h 347772"/>
                <a:gd name="connsiteX298" fmla="*/ 2902663 w 2912392"/>
                <a:gd name="connsiteY298" fmla="*/ 143929 h 347772"/>
                <a:gd name="connsiteX299" fmla="*/ 2912392 w 2912392"/>
                <a:gd name="connsiteY299" fmla="*/ 145225 h 347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47772">
                  <a:moveTo>
                    <a:pt x="0" y="340492"/>
                  </a:moveTo>
                  <a:lnTo>
                    <a:pt x="9739" y="339013"/>
                  </a:lnTo>
                  <a:lnTo>
                    <a:pt x="19480" y="337438"/>
                  </a:lnTo>
                  <a:lnTo>
                    <a:pt x="29221" y="335775"/>
                  </a:lnTo>
                  <a:lnTo>
                    <a:pt x="38961" y="334032"/>
                  </a:lnTo>
                  <a:lnTo>
                    <a:pt x="48702" y="332218"/>
                  </a:lnTo>
                  <a:lnTo>
                    <a:pt x="58443" y="330336"/>
                  </a:lnTo>
                  <a:lnTo>
                    <a:pt x="68182" y="328399"/>
                  </a:lnTo>
                  <a:lnTo>
                    <a:pt x="77923" y="326414"/>
                  </a:lnTo>
                  <a:lnTo>
                    <a:pt x="87664" y="324388"/>
                  </a:lnTo>
                  <a:lnTo>
                    <a:pt x="97404" y="322329"/>
                  </a:lnTo>
                  <a:lnTo>
                    <a:pt x="107145" y="320246"/>
                  </a:lnTo>
                  <a:lnTo>
                    <a:pt x="116886" y="318148"/>
                  </a:lnTo>
                  <a:lnTo>
                    <a:pt x="126625" y="316042"/>
                  </a:lnTo>
                  <a:lnTo>
                    <a:pt x="136366" y="313936"/>
                  </a:lnTo>
                  <a:lnTo>
                    <a:pt x="146107" y="311839"/>
                  </a:lnTo>
                  <a:lnTo>
                    <a:pt x="155846" y="309759"/>
                  </a:lnTo>
                  <a:lnTo>
                    <a:pt x="165587" y="307701"/>
                  </a:lnTo>
                  <a:lnTo>
                    <a:pt x="175328" y="305678"/>
                  </a:lnTo>
                  <a:lnTo>
                    <a:pt x="185068" y="303692"/>
                  </a:lnTo>
                  <a:lnTo>
                    <a:pt x="194809" y="301755"/>
                  </a:lnTo>
                  <a:lnTo>
                    <a:pt x="204550" y="299870"/>
                  </a:lnTo>
                  <a:lnTo>
                    <a:pt x="214289" y="298048"/>
                  </a:lnTo>
                  <a:lnTo>
                    <a:pt x="224030" y="296295"/>
                  </a:lnTo>
                  <a:lnTo>
                    <a:pt x="233771" y="294614"/>
                  </a:lnTo>
                  <a:lnTo>
                    <a:pt x="243510" y="293014"/>
                  </a:lnTo>
                  <a:lnTo>
                    <a:pt x="253251" y="291502"/>
                  </a:lnTo>
                  <a:lnTo>
                    <a:pt x="262992" y="290080"/>
                  </a:lnTo>
                  <a:lnTo>
                    <a:pt x="272732" y="288757"/>
                  </a:lnTo>
                  <a:lnTo>
                    <a:pt x="282473" y="287537"/>
                  </a:lnTo>
                  <a:lnTo>
                    <a:pt x="292214" y="286424"/>
                  </a:lnTo>
                  <a:lnTo>
                    <a:pt x="301953" y="285421"/>
                  </a:lnTo>
                  <a:lnTo>
                    <a:pt x="311694" y="284533"/>
                  </a:lnTo>
                  <a:lnTo>
                    <a:pt x="321435" y="283765"/>
                  </a:lnTo>
                  <a:lnTo>
                    <a:pt x="331175" y="283116"/>
                  </a:lnTo>
                  <a:lnTo>
                    <a:pt x="340916" y="282592"/>
                  </a:lnTo>
                  <a:lnTo>
                    <a:pt x="350656" y="282194"/>
                  </a:lnTo>
                  <a:lnTo>
                    <a:pt x="360396" y="281923"/>
                  </a:lnTo>
                  <a:lnTo>
                    <a:pt x="370137" y="281781"/>
                  </a:lnTo>
                  <a:lnTo>
                    <a:pt x="379878" y="281770"/>
                  </a:lnTo>
                  <a:lnTo>
                    <a:pt x="389617" y="281887"/>
                  </a:lnTo>
                  <a:lnTo>
                    <a:pt x="399358" y="282133"/>
                  </a:lnTo>
                  <a:lnTo>
                    <a:pt x="409099" y="282509"/>
                  </a:lnTo>
                  <a:lnTo>
                    <a:pt x="418839" y="283012"/>
                  </a:lnTo>
                  <a:lnTo>
                    <a:pt x="428580" y="283641"/>
                  </a:lnTo>
                  <a:lnTo>
                    <a:pt x="438321" y="284393"/>
                  </a:lnTo>
                  <a:lnTo>
                    <a:pt x="448060" y="285268"/>
                  </a:lnTo>
                  <a:lnTo>
                    <a:pt x="457801" y="286259"/>
                  </a:lnTo>
                  <a:lnTo>
                    <a:pt x="467542" y="287366"/>
                  </a:lnTo>
                  <a:lnTo>
                    <a:pt x="477281" y="288583"/>
                  </a:lnTo>
                  <a:lnTo>
                    <a:pt x="487022" y="289906"/>
                  </a:lnTo>
                  <a:lnTo>
                    <a:pt x="496763" y="291330"/>
                  </a:lnTo>
                  <a:lnTo>
                    <a:pt x="506503" y="292850"/>
                  </a:lnTo>
                  <a:lnTo>
                    <a:pt x="516244" y="294462"/>
                  </a:lnTo>
                  <a:lnTo>
                    <a:pt x="525985" y="296158"/>
                  </a:lnTo>
                  <a:lnTo>
                    <a:pt x="535724" y="297932"/>
                  </a:lnTo>
                  <a:lnTo>
                    <a:pt x="545465" y="299776"/>
                  </a:lnTo>
                  <a:lnTo>
                    <a:pt x="555206" y="301687"/>
                  </a:lnTo>
                  <a:lnTo>
                    <a:pt x="564946" y="303655"/>
                  </a:lnTo>
                  <a:lnTo>
                    <a:pt x="574687" y="305671"/>
                  </a:lnTo>
                  <a:lnTo>
                    <a:pt x="584428" y="307729"/>
                  </a:lnTo>
                  <a:lnTo>
                    <a:pt x="594167" y="309821"/>
                  </a:lnTo>
                  <a:lnTo>
                    <a:pt x="603908" y="311938"/>
                  </a:lnTo>
                  <a:lnTo>
                    <a:pt x="613649" y="314074"/>
                  </a:lnTo>
                  <a:lnTo>
                    <a:pt x="623388" y="316216"/>
                  </a:lnTo>
                  <a:lnTo>
                    <a:pt x="633129" y="318357"/>
                  </a:lnTo>
                  <a:lnTo>
                    <a:pt x="642870" y="320490"/>
                  </a:lnTo>
                  <a:lnTo>
                    <a:pt x="652610" y="322605"/>
                  </a:lnTo>
                  <a:lnTo>
                    <a:pt x="662351" y="324692"/>
                  </a:lnTo>
                  <a:lnTo>
                    <a:pt x="672092" y="326742"/>
                  </a:lnTo>
                  <a:lnTo>
                    <a:pt x="681831" y="328749"/>
                  </a:lnTo>
                  <a:lnTo>
                    <a:pt x="691572" y="330699"/>
                  </a:lnTo>
                  <a:lnTo>
                    <a:pt x="701313" y="332588"/>
                  </a:lnTo>
                  <a:lnTo>
                    <a:pt x="711052" y="334405"/>
                  </a:lnTo>
                  <a:lnTo>
                    <a:pt x="720793" y="336140"/>
                  </a:lnTo>
                  <a:lnTo>
                    <a:pt x="730534" y="337787"/>
                  </a:lnTo>
                  <a:lnTo>
                    <a:pt x="740274" y="339335"/>
                  </a:lnTo>
                  <a:lnTo>
                    <a:pt x="750015" y="340778"/>
                  </a:lnTo>
                  <a:lnTo>
                    <a:pt x="759756" y="342107"/>
                  </a:lnTo>
                  <a:lnTo>
                    <a:pt x="769495" y="343316"/>
                  </a:lnTo>
                  <a:lnTo>
                    <a:pt x="779236" y="344394"/>
                  </a:lnTo>
                  <a:lnTo>
                    <a:pt x="788977" y="345336"/>
                  </a:lnTo>
                  <a:lnTo>
                    <a:pt x="798717" y="346136"/>
                  </a:lnTo>
                  <a:lnTo>
                    <a:pt x="808458" y="346784"/>
                  </a:lnTo>
                  <a:lnTo>
                    <a:pt x="818199" y="347277"/>
                  </a:lnTo>
                  <a:lnTo>
                    <a:pt x="827938" y="347608"/>
                  </a:lnTo>
                  <a:lnTo>
                    <a:pt x="837679" y="347772"/>
                  </a:lnTo>
                  <a:lnTo>
                    <a:pt x="847420" y="347763"/>
                  </a:lnTo>
                  <a:lnTo>
                    <a:pt x="857159" y="347575"/>
                  </a:lnTo>
                  <a:lnTo>
                    <a:pt x="866900" y="347206"/>
                  </a:lnTo>
                  <a:lnTo>
                    <a:pt x="876641" y="346650"/>
                  </a:lnTo>
                  <a:lnTo>
                    <a:pt x="886381" y="345905"/>
                  </a:lnTo>
                  <a:lnTo>
                    <a:pt x="896122" y="344968"/>
                  </a:lnTo>
                  <a:lnTo>
                    <a:pt x="905863" y="343834"/>
                  </a:lnTo>
                  <a:lnTo>
                    <a:pt x="915602" y="342502"/>
                  </a:lnTo>
                  <a:lnTo>
                    <a:pt x="925343" y="340971"/>
                  </a:lnTo>
                  <a:lnTo>
                    <a:pt x="935084" y="339236"/>
                  </a:lnTo>
                  <a:lnTo>
                    <a:pt x="944824" y="337302"/>
                  </a:lnTo>
                  <a:lnTo>
                    <a:pt x="954564" y="335163"/>
                  </a:lnTo>
                  <a:lnTo>
                    <a:pt x="964305" y="332822"/>
                  </a:lnTo>
                  <a:lnTo>
                    <a:pt x="974045" y="330279"/>
                  </a:lnTo>
                  <a:lnTo>
                    <a:pt x="983786" y="327532"/>
                  </a:lnTo>
                  <a:lnTo>
                    <a:pt x="993522" y="324586"/>
                  </a:lnTo>
                  <a:lnTo>
                    <a:pt x="1003266" y="321440"/>
                  </a:lnTo>
                  <a:lnTo>
                    <a:pt x="1013010" y="318096"/>
                  </a:lnTo>
                  <a:lnTo>
                    <a:pt x="1022754" y="314558"/>
                  </a:lnTo>
                  <a:lnTo>
                    <a:pt x="1032483" y="310827"/>
                  </a:lnTo>
                  <a:lnTo>
                    <a:pt x="1042227" y="306909"/>
                  </a:lnTo>
                  <a:lnTo>
                    <a:pt x="1051971" y="302804"/>
                  </a:lnTo>
                  <a:lnTo>
                    <a:pt x="1061715" y="298517"/>
                  </a:lnTo>
                  <a:lnTo>
                    <a:pt x="1071444" y="294055"/>
                  </a:lnTo>
                  <a:lnTo>
                    <a:pt x="1081188" y="289420"/>
                  </a:lnTo>
                  <a:lnTo>
                    <a:pt x="1090932" y="284617"/>
                  </a:lnTo>
                  <a:lnTo>
                    <a:pt x="1100676" y="279652"/>
                  </a:lnTo>
                  <a:lnTo>
                    <a:pt x="1110405" y="274532"/>
                  </a:lnTo>
                  <a:lnTo>
                    <a:pt x="1120149" y="269260"/>
                  </a:lnTo>
                  <a:lnTo>
                    <a:pt x="1129893" y="263845"/>
                  </a:lnTo>
                  <a:lnTo>
                    <a:pt x="1139637" y="258292"/>
                  </a:lnTo>
                  <a:lnTo>
                    <a:pt x="1149381" y="252609"/>
                  </a:lnTo>
                  <a:lnTo>
                    <a:pt x="1159110" y="246803"/>
                  </a:lnTo>
                  <a:lnTo>
                    <a:pt x="1168854" y="240882"/>
                  </a:lnTo>
                  <a:lnTo>
                    <a:pt x="1178598" y="234851"/>
                  </a:lnTo>
                  <a:lnTo>
                    <a:pt x="1188341" y="228722"/>
                  </a:lnTo>
                  <a:lnTo>
                    <a:pt x="1198070" y="222500"/>
                  </a:lnTo>
                  <a:lnTo>
                    <a:pt x="1207814" y="216195"/>
                  </a:lnTo>
                  <a:lnTo>
                    <a:pt x="1217558" y="209813"/>
                  </a:lnTo>
                  <a:lnTo>
                    <a:pt x="1227302" y="203367"/>
                  </a:lnTo>
                  <a:lnTo>
                    <a:pt x="1237031" y="196863"/>
                  </a:lnTo>
                  <a:lnTo>
                    <a:pt x="1246775" y="190312"/>
                  </a:lnTo>
                  <a:lnTo>
                    <a:pt x="1256519" y="183721"/>
                  </a:lnTo>
                  <a:lnTo>
                    <a:pt x="1266263" y="177103"/>
                  </a:lnTo>
                  <a:lnTo>
                    <a:pt x="1276007" y="170464"/>
                  </a:lnTo>
                  <a:lnTo>
                    <a:pt x="1285736" y="163814"/>
                  </a:lnTo>
                  <a:lnTo>
                    <a:pt x="1295480" y="157166"/>
                  </a:lnTo>
                  <a:lnTo>
                    <a:pt x="1305224" y="150529"/>
                  </a:lnTo>
                  <a:lnTo>
                    <a:pt x="1314968" y="143911"/>
                  </a:lnTo>
                  <a:lnTo>
                    <a:pt x="1324697" y="137324"/>
                  </a:lnTo>
                  <a:lnTo>
                    <a:pt x="1334441" y="130777"/>
                  </a:lnTo>
                  <a:lnTo>
                    <a:pt x="1344185" y="124281"/>
                  </a:lnTo>
                  <a:lnTo>
                    <a:pt x="1353929" y="117846"/>
                  </a:lnTo>
                  <a:lnTo>
                    <a:pt x="1363658" y="111483"/>
                  </a:lnTo>
                  <a:lnTo>
                    <a:pt x="1373402" y="105202"/>
                  </a:lnTo>
                  <a:lnTo>
                    <a:pt x="1383146" y="99011"/>
                  </a:lnTo>
                  <a:lnTo>
                    <a:pt x="1392890" y="92925"/>
                  </a:lnTo>
                  <a:lnTo>
                    <a:pt x="1402619" y="86950"/>
                  </a:lnTo>
                  <a:lnTo>
                    <a:pt x="1412363" y="81098"/>
                  </a:lnTo>
                  <a:lnTo>
                    <a:pt x="1422106" y="75378"/>
                  </a:lnTo>
                  <a:lnTo>
                    <a:pt x="1431850" y="69802"/>
                  </a:lnTo>
                  <a:lnTo>
                    <a:pt x="1441594" y="64377"/>
                  </a:lnTo>
                  <a:lnTo>
                    <a:pt x="1451323" y="59115"/>
                  </a:lnTo>
                  <a:lnTo>
                    <a:pt x="1461067" y="54024"/>
                  </a:lnTo>
                  <a:lnTo>
                    <a:pt x="1470811" y="49113"/>
                  </a:lnTo>
                  <a:lnTo>
                    <a:pt x="1480555" y="44392"/>
                  </a:lnTo>
                  <a:lnTo>
                    <a:pt x="1490284" y="39870"/>
                  </a:lnTo>
                  <a:lnTo>
                    <a:pt x="1500028" y="35552"/>
                  </a:lnTo>
                  <a:lnTo>
                    <a:pt x="1509772" y="31452"/>
                  </a:lnTo>
                  <a:lnTo>
                    <a:pt x="1519516" y="27572"/>
                  </a:lnTo>
                  <a:lnTo>
                    <a:pt x="1529245" y="23923"/>
                  </a:lnTo>
                  <a:lnTo>
                    <a:pt x="1538989" y="20511"/>
                  </a:lnTo>
                  <a:lnTo>
                    <a:pt x="1548733" y="17342"/>
                  </a:lnTo>
                  <a:lnTo>
                    <a:pt x="1558477" y="14425"/>
                  </a:lnTo>
                  <a:lnTo>
                    <a:pt x="1568221" y="11763"/>
                  </a:lnTo>
                  <a:lnTo>
                    <a:pt x="1577950" y="9361"/>
                  </a:lnTo>
                  <a:lnTo>
                    <a:pt x="1587694" y="7225"/>
                  </a:lnTo>
                  <a:lnTo>
                    <a:pt x="1597438" y="5359"/>
                  </a:lnTo>
                  <a:lnTo>
                    <a:pt x="1607182" y="3768"/>
                  </a:lnTo>
                  <a:lnTo>
                    <a:pt x="1616911" y="2452"/>
                  </a:lnTo>
                  <a:lnTo>
                    <a:pt x="1626655" y="1417"/>
                  </a:lnTo>
                  <a:lnTo>
                    <a:pt x="1636399" y="662"/>
                  </a:lnTo>
                  <a:lnTo>
                    <a:pt x="1646142" y="189"/>
                  </a:lnTo>
                  <a:lnTo>
                    <a:pt x="1655872" y="0"/>
                  </a:lnTo>
                  <a:lnTo>
                    <a:pt x="1665616" y="95"/>
                  </a:lnTo>
                  <a:lnTo>
                    <a:pt x="1675359" y="471"/>
                  </a:lnTo>
                  <a:lnTo>
                    <a:pt x="1685103" y="1129"/>
                  </a:lnTo>
                  <a:lnTo>
                    <a:pt x="1694832" y="2066"/>
                  </a:lnTo>
                  <a:lnTo>
                    <a:pt x="1704576" y="3279"/>
                  </a:lnTo>
                  <a:lnTo>
                    <a:pt x="1714320" y="4765"/>
                  </a:lnTo>
                  <a:lnTo>
                    <a:pt x="1724064" y="6518"/>
                  </a:lnTo>
                  <a:lnTo>
                    <a:pt x="1733808" y="8537"/>
                  </a:lnTo>
                  <a:lnTo>
                    <a:pt x="1743537" y="10812"/>
                  </a:lnTo>
                  <a:lnTo>
                    <a:pt x="1753281" y="13341"/>
                  </a:lnTo>
                  <a:lnTo>
                    <a:pt x="1763025" y="16113"/>
                  </a:lnTo>
                  <a:lnTo>
                    <a:pt x="1772769" y="19123"/>
                  </a:lnTo>
                  <a:lnTo>
                    <a:pt x="1782498" y="22362"/>
                  </a:lnTo>
                  <a:lnTo>
                    <a:pt x="1792242" y="25821"/>
                  </a:lnTo>
                  <a:lnTo>
                    <a:pt x="1801986" y="29491"/>
                  </a:lnTo>
                  <a:lnTo>
                    <a:pt x="1811730" y="33360"/>
                  </a:lnTo>
                  <a:lnTo>
                    <a:pt x="1821459" y="37419"/>
                  </a:lnTo>
                  <a:lnTo>
                    <a:pt x="1831203" y="41656"/>
                  </a:lnTo>
                  <a:lnTo>
                    <a:pt x="1840947" y="46060"/>
                  </a:lnTo>
                  <a:lnTo>
                    <a:pt x="1850691" y="50618"/>
                  </a:lnTo>
                  <a:lnTo>
                    <a:pt x="1860435" y="55317"/>
                  </a:lnTo>
                  <a:lnTo>
                    <a:pt x="1870164" y="60146"/>
                  </a:lnTo>
                  <a:lnTo>
                    <a:pt x="1879908" y="65088"/>
                  </a:lnTo>
                  <a:lnTo>
                    <a:pt x="1889652" y="70131"/>
                  </a:lnTo>
                  <a:lnTo>
                    <a:pt x="1899395" y="75261"/>
                  </a:lnTo>
                  <a:lnTo>
                    <a:pt x="1909124" y="80463"/>
                  </a:lnTo>
                  <a:lnTo>
                    <a:pt x="1918868" y="85723"/>
                  </a:lnTo>
                  <a:lnTo>
                    <a:pt x="1928612" y="91027"/>
                  </a:lnTo>
                  <a:lnTo>
                    <a:pt x="1938356" y="96358"/>
                  </a:lnTo>
                  <a:lnTo>
                    <a:pt x="1948085" y="101702"/>
                  </a:lnTo>
                  <a:lnTo>
                    <a:pt x="1957829" y="107046"/>
                  </a:lnTo>
                  <a:lnTo>
                    <a:pt x="1967573" y="112373"/>
                  </a:lnTo>
                  <a:lnTo>
                    <a:pt x="1977317" y="117669"/>
                  </a:lnTo>
                  <a:lnTo>
                    <a:pt x="1987046" y="122920"/>
                  </a:lnTo>
                  <a:lnTo>
                    <a:pt x="1996790" y="128110"/>
                  </a:lnTo>
                  <a:lnTo>
                    <a:pt x="2006534" y="133227"/>
                  </a:lnTo>
                  <a:lnTo>
                    <a:pt x="2016278" y="138257"/>
                  </a:lnTo>
                  <a:lnTo>
                    <a:pt x="2026022" y="143185"/>
                  </a:lnTo>
                  <a:lnTo>
                    <a:pt x="2035751" y="147999"/>
                  </a:lnTo>
                  <a:lnTo>
                    <a:pt x="2045495" y="152688"/>
                  </a:lnTo>
                  <a:lnTo>
                    <a:pt x="2055239" y="157238"/>
                  </a:lnTo>
                  <a:lnTo>
                    <a:pt x="2064983" y="161638"/>
                  </a:lnTo>
                  <a:lnTo>
                    <a:pt x="2074712" y="165876"/>
                  </a:lnTo>
                  <a:lnTo>
                    <a:pt x="2084456" y="169944"/>
                  </a:lnTo>
                  <a:lnTo>
                    <a:pt x="2094200" y="173831"/>
                  </a:lnTo>
                  <a:lnTo>
                    <a:pt x="2103944" y="177529"/>
                  </a:lnTo>
                  <a:lnTo>
                    <a:pt x="2113673" y="181030"/>
                  </a:lnTo>
                  <a:lnTo>
                    <a:pt x="2123417" y="184324"/>
                  </a:lnTo>
                  <a:lnTo>
                    <a:pt x="2133161" y="187408"/>
                  </a:lnTo>
                  <a:lnTo>
                    <a:pt x="2142905" y="190275"/>
                  </a:lnTo>
                  <a:lnTo>
                    <a:pt x="2152649" y="192919"/>
                  </a:lnTo>
                  <a:lnTo>
                    <a:pt x="2162377" y="195338"/>
                  </a:lnTo>
                  <a:lnTo>
                    <a:pt x="2172121" y="197525"/>
                  </a:lnTo>
                  <a:lnTo>
                    <a:pt x="2181865" y="199480"/>
                  </a:lnTo>
                  <a:lnTo>
                    <a:pt x="2191609" y="201202"/>
                  </a:lnTo>
                  <a:lnTo>
                    <a:pt x="2201338" y="202689"/>
                  </a:lnTo>
                  <a:lnTo>
                    <a:pt x="2211082" y="203942"/>
                  </a:lnTo>
                  <a:lnTo>
                    <a:pt x="2220826" y="204961"/>
                  </a:lnTo>
                  <a:lnTo>
                    <a:pt x="2230570" y="205749"/>
                  </a:lnTo>
                  <a:lnTo>
                    <a:pt x="2240299" y="206308"/>
                  </a:lnTo>
                  <a:lnTo>
                    <a:pt x="2250043" y="206640"/>
                  </a:lnTo>
                  <a:lnTo>
                    <a:pt x="2259787" y="206752"/>
                  </a:lnTo>
                  <a:lnTo>
                    <a:pt x="2269531" y="206646"/>
                  </a:lnTo>
                  <a:lnTo>
                    <a:pt x="2279260" y="206332"/>
                  </a:lnTo>
                  <a:lnTo>
                    <a:pt x="2289004" y="205812"/>
                  </a:lnTo>
                  <a:lnTo>
                    <a:pt x="2298748" y="205093"/>
                  </a:lnTo>
                  <a:lnTo>
                    <a:pt x="2308492" y="204186"/>
                  </a:lnTo>
                  <a:lnTo>
                    <a:pt x="2318236" y="203098"/>
                  </a:lnTo>
                  <a:lnTo>
                    <a:pt x="2327965" y="201838"/>
                  </a:lnTo>
                  <a:lnTo>
                    <a:pt x="2337709" y="200415"/>
                  </a:lnTo>
                  <a:lnTo>
                    <a:pt x="2347453" y="198837"/>
                  </a:lnTo>
                  <a:lnTo>
                    <a:pt x="2357197" y="197118"/>
                  </a:lnTo>
                  <a:lnTo>
                    <a:pt x="2366926" y="195265"/>
                  </a:lnTo>
                  <a:lnTo>
                    <a:pt x="2376670" y="193292"/>
                  </a:lnTo>
                  <a:lnTo>
                    <a:pt x="2386413" y="191208"/>
                  </a:lnTo>
                  <a:lnTo>
                    <a:pt x="2396157" y="189025"/>
                  </a:lnTo>
                  <a:lnTo>
                    <a:pt x="2405886" y="186754"/>
                  </a:lnTo>
                  <a:lnTo>
                    <a:pt x="2415630" y="184408"/>
                  </a:lnTo>
                  <a:lnTo>
                    <a:pt x="2425374" y="181999"/>
                  </a:lnTo>
                  <a:lnTo>
                    <a:pt x="2435118" y="179537"/>
                  </a:lnTo>
                  <a:lnTo>
                    <a:pt x="2444862" y="177034"/>
                  </a:lnTo>
                  <a:lnTo>
                    <a:pt x="2454591" y="174504"/>
                  </a:lnTo>
                  <a:lnTo>
                    <a:pt x="2464335" y="171957"/>
                  </a:lnTo>
                  <a:lnTo>
                    <a:pt x="2474079" y="169404"/>
                  </a:lnTo>
                  <a:lnTo>
                    <a:pt x="2483823" y="166857"/>
                  </a:lnTo>
                  <a:lnTo>
                    <a:pt x="2493552" y="164327"/>
                  </a:lnTo>
                  <a:lnTo>
                    <a:pt x="2503296" y="161824"/>
                  </a:lnTo>
                  <a:lnTo>
                    <a:pt x="2513040" y="159358"/>
                  </a:lnTo>
                  <a:lnTo>
                    <a:pt x="2522784" y="156938"/>
                  </a:lnTo>
                  <a:lnTo>
                    <a:pt x="2532513" y="154577"/>
                  </a:lnTo>
                  <a:lnTo>
                    <a:pt x="2542257" y="152282"/>
                  </a:lnTo>
                  <a:lnTo>
                    <a:pt x="2552001" y="150061"/>
                  </a:lnTo>
                  <a:lnTo>
                    <a:pt x="2561745" y="147923"/>
                  </a:lnTo>
                  <a:lnTo>
                    <a:pt x="2571474" y="145874"/>
                  </a:lnTo>
                  <a:lnTo>
                    <a:pt x="2581218" y="143923"/>
                  </a:lnTo>
                  <a:lnTo>
                    <a:pt x="2590962" y="142075"/>
                  </a:lnTo>
                  <a:lnTo>
                    <a:pt x="2600705" y="140335"/>
                  </a:lnTo>
                  <a:lnTo>
                    <a:pt x="2610449" y="138711"/>
                  </a:lnTo>
                  <a:lnTo>
                    <a:pt x="2620178" y="137205"/>
                  </a:lnTo>
                  <a:lnTo>
                    <a:pt x="2629922" y="135822"/>
                  </a:lnTo>
                  <a:lnTo>
                    <a:pt x="2639666" y="134566"/>
                  </a:lnTo>
                  <a:lnTo>
                    <a:pt x="2649410" y="133437"/>
                  </a:lnTo>
                  <a:lnTo>
                    <a:pt x="2659139" y="132440"/>
                  </a:lnTo>
                  <a:lnTo>
                    <a:pt x="2668883" y="131574"/>
                  </a:lnTo>
                  <a:lnTo>
                    <a:pt x="2678627" y="130841"/>
                  </a:lnTo>
                  <a:lnTo>
                    <a:pt x="2688371" y="130241"/>
                  </a:lnTo>
                  <a:lnTo>
                    <a:pt x="2698100" y="129775"/>
                  </a:lnTo>
                  <a:lnTo>
                    <a:pt x="2707844" y="129438"/>
                  </a:lnTo>
                  <a:lnTo>
                    <a:pt x="2717588" y="129231"/>
                  </a:lnTo>
                  <a:lnTo>
                    <a:pt x="2727332" y="129150"/>
                  </a:lnTo>
                  <a:lnTo>
                    <a:pt x="2737076" y="129195"/>
                  </a:lnTo>
                  <a:lnTo>
                    <a:pt x="2746805" y="129359"/>
                  </a:lnTo>
                  <a:lnTo>
                    <a:pt x="2756549" y="129642"/>
                  </a:lnTo>
                  <a:lnTo>
                    <a:pt x="2766293" y="130035"/>
                  </a:lnTo>
                  <a:lnTo>
                    <a:pt x="2776037" y="130537"/>
                  </a:lnTo>
                  <a:lnTo>
                    <a:pt x="2785766" y="131142"/>
                  </a:lnTo>
                  <a:lnTo>
                    <a:pt x="2795510" y="131843"/>
                  </a:lnTo>
                  <a:lnTo>
                    <a:pt x="2805254" y="132632"/>
                  </a:lnTo>
                  <a:lnTo>
                    <a:pt x="2814998" y="133507"/>
                  </a:lnTo>
                  <a:lnTo>
                    <a:pt x="2824727" y="134457"/>
                  </a:lnTo>
                  <a:lnTo>
                    <a:pt x="2834471" y="135479"/>
                  </a:lnTo>
                  <a:lnTo>
                    <a:pt x="2844215" y="136563"/>
                  </a:lnTo>
                  <a:lnTo>
                    <a:pt x="2853958" y="137699"/>
                  </a:lnTo>
                  <a:lnTo>
                    <a:pt x="2863687" y="138884"/>
                  </a:lnTo>
                  <a:lnTo>
                    <a:pt x="2873431" y="140109"/>
                  </a:lnTo>
                  <a:lnTo>
                    <a:pt x="2883175" y="141362"/>
                  </a:lnTo>
                  <a:lnTo>
                    <a:pt x="2892919" y="142638"/>
                  </a:lnTo>
                  <a:lnTo>
                    <a:pt x="2902663" y="143929"/>
                  </a:lnTo>
                  <a:lnTo>
                    <a:pt x="2912392" y="14522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4" name="Freeform 873">
              <a:extLst>
                <a:ext uri="{FF2B5EF4-FFF2-40B4-BE49-F238E27FC236}">
                  <a16:creationId xmlns:a16="http://schemas.microsoft.com/office/drawing/2014/main" id="{C79AF073-0279-471D-01A7-4BEAB22D8185}"/>
                </a:ext>
              </a:extLst>
            </p:cNvPr>
            <p:cNvSpPr/>
            <p:nvPr/>
          </p:nvSpPr>
          <p:spPr>
            <a:xfrm>
              <a:off x="576446" y="3215438"/>
              <a:ext cx="2912392" cy="751786"/>
            </a:xfrm>
            <a:custGeom>
              <a:avLst/>
              <a:gdLst>
                <a:gd name="connsiteX0" fmla="*/ 0 w 2912392"/>
                <a:gd name="connsiteY0" fmla="*/ 724904 h 751786"/>
                <a:gd name="connsiteX1" fmla="*/ 9739 w 2912392"/>
                <a:gd name="connsiteY1" fmla="*/ 726060 h 751786"/>
                <a:gd name="connsiteX2" fmla="*/ 19480 w 2912392"/>
                <a:gd name="connsiteY2" fmla="*/ 727218 h 751786"/>
                <a:gd name="connsiteX3" fmla="*/ 29221 w 2912392"/>
                <a:gd name="connsiteY3" fmla="*/ 728378 h 751786"/>
                <a:gd name="connsiteX4" fmla="*/ 38961 w 2912392"/>
                <a:gd name="connsiteY4" fmla="*/ 729539 h 751786"/>
                <a:gd name="connsiteX5" fmla="*/ 48702 w 2912392"/>
                <a:gd name="connsiteY5" fmla="*/ 730700 h 751786"/>
                <a:gd name="connsiteX6" fmla="*/ 58443 w 2912392"/>
                <a:gd name="connsiteY6" fmla="*/ 731856 h 751786"/>
                <a:gd name="connsiteX7" fmla="*/ 68182 w 2912392"/>
                <a:gd name="connsiteY7" fmla="*/ 733008 h 751786"/>
                <a:gd name="connsiteX8" fmla="*/ 77923 w 2912392"/>
                <a:gd name="connsiteY8" fmla="*/ 734152 h 751786"/>
                <a:gd name="connsiteX9" fmla="*/ 87664 w 2912392"/>
                <a:gd name="connsiteY9" fmla="*/ 735286 h 751786"/>
                <a:gd name="connsiteX10" fmla="*/ 97404 w 2912392"/>
                <a:gd name="connsiteY10" fmla="*/ 736408 h 751786"/>
                <a:gd name="connsiteX11" fmla="*/ 107145 w 2912392"/>
                <a:gd name="connsiteY11" fmla="*/ 737514 h 751786"/>
                <a:gd name="connsiteX12" fmla="*/ 116886 w 2912392"/>
                <a:gd name="connsiteY12" fmla="*/ 738604 h 751786"/>
                <a:gd name="connsiteX13" fmla="*/ 126625 w 2912392"/>
                <a:gd name="connsiteY13" fmla="*/ 739672 h 751786"/>
                <a:gd name="connsiteX14" fmla="*/ 136366 w 2912392"/>
                <a:gd name="connsiteY14" fmla="*/ 740716 h 751786"/>
                <a:gd name="connsiteX15" fmla="*/ 146107 w 2912392"/>
                <a:gd name="connsiteY15" fmla="*/ 741732 h 751786"/>
                <a:gd name="connsiteX16" fmla="*/ 155846 w 2912392"/>
                <a:gd name="connsiteY16" fmla="*/ 742719 h 751786"/>
                <a:gd name="connsiteX17" fmla="*/ 165587 w 2912392"/>
                <a:gd name="connsiteY17" fmla="*/ 743671 h 751786"/>
                <a:gd name="connsiteX18" fmla="*/ 175328 w 2912392"/>
                <a:gd name="connsiteY18" fmla="*/ 744587 h 751786"/>
                <a:gd name="connsiteX19" fmla="*/ 185068 w 2912392"/>
                <a:gd name="connsiteY19" fmla="*/ 745462 h 751786"/>
                <a:gd name="connsiteX20" fmla="*/ 194809 w 2912392"/>
                <a:gd name="connsiteY20" fmla="*/ 746293 h 751786"/>
                <a:gd name="connsiteX21" fmla="*/ 204550 w 2912392"/>
                <a:gd name="connsiteY21" fmla="*/ 747078 h 751786"/>
                <a:gd name="connsiteX22" fmla="*/ 214289 w 2912392"/>
                <a:gd name="connsiteY22" fmla="*/ 747814 h 751786"/>
                <a:gd name="connsiteX23" fmla="*/ 224030 w 2912392"/>
                <a:gd name="connsiteY23" fmla="*/ 748497 h 751786"/>
                <a:gd name="connsiteX24" fmla="*/ 233771 w 2912392"/>
                <a:gd name="connsiteY24" fmla="*/ 749122 h 751786"/>
                <a:gd name="connsiteX25" fmla="*/ 243510 w 2912392"/>
                <a:gd name="connsiteY25" fmla="*/ 749690 h 751786"/>
                <a:gd name="connsiteX26" fmla="*/ 253251 w 2912392"/>
                <a:gd name="connsiteY26" fmla="*/ 750195 h 751786"/>
                <a:gd name="connsiteX27" fmla="*/ 262992 w 2912392"/>
                <a:gd name="connsiteY27" fmla="*/ 750635 h 751786"/>
                <a:gd name="connsiteX28" fmla="*/ 272732 w 2912392"/>
                <a:gd name="connsiteY28" fmla="*/ 751008 h 751786"/>
                <a:gd name="connsiteX29" fmla="*/ 282473 w 2912392"/>
                <a:gd name="connsiteY29" fmla="*/ 751311 h 751786"/>
                <a:gd name="connsiteX30" fmla="*/ 292214 w 2912392"/>
                <a:gd name="connsiteY30" fmla="*/ 751543 h 751786"/>
                <a:gd name="connsiteX31" fmla="*/ 301953 w 2912392"/>
                <a:gd name="connsiteY31" fmla="*/ 751701 h 751786"/>
                <a:gd name="connsiteX32" fmla="*/ 311694 w 2912392"/>
                <a:gd name="connsiteY32" fmla="*/ 751783 h 751786"/>
                <a:gd name="connsiteX33" fmla="*/ 321435 w 2912392"/>
                <a:gd name="connsiteY33" fmla="*/ 751786 h 751786"/>
                <a:gd name="connsiteX34" fmla="*/ 331175 w 2912392"/>
                <a:gd name="connsiteY34" fmla="*/ 751712 h 751786"/>
                <a:gd name="connsiteX35" fmla="*/ 340916 w 2912392"/>
                <a:gd name="connsiteY35" fmla="*/ 751555 h 751786"/>
                <a:gd name="connsiteX36" fmla="*/ 350656 w 2912392"/>
                <a:gd name="connsiteY36" fmla="*/ 751318 h 751786"/>
                <a:gd name="connsiteX37" fmla="*/ 360396 w 2912392"/>
                <a:gd name="connsiteY37" fmla="*/ 751000 h 751786"/>
                <a:gd name="connsiteX38" fmla="*/ 370137 w 2912392"/>
                <a:gd name="connsiteY38" fmla="*/ 750596 h 751786"/>
                <a:gd name="connsiteX39" fmla="*/ 379878 w 2912392"/>
                <a:gd name="connsiteY39" fmla="*/ 750109 h 751786"/>
                <a:gd name="connsiteX40" fmla="*/ 389617 w 2912392"/>
                <a:gd name="connsiteY40" fmla="*/ 749538 h 751786"/>
                <a:gd name="connsiteX41" fmla="*/ 399358 w 2912392"/>
                <a:gd name="connsiteY41" fmla="*/ 748884 h 751786"/>
                <a:gd name="connsiteX42" fmla="*/ 409099 w 2912392"/>
                <a:gd name="connsiteY42" fmla="*/ 748145 h 751786"/>
                <a:gd name="connsiteX43" fmla="*/ 418839 w 2912392"/>
                <a:gd name="connsiteY43" fmla="*/ 747324 h 751786"/>
                <a:gd name="connsiteX44" fmla="*/ 428580 w 2912392"/>
                <a:gd name="connsiteY44" fmla="*/ 746418 h 751786"/>
                <a:gd name="connsiteX45" fmla="*/ 438321 w 2912392"/>
                <a:gd name="connsiteY45" fmla="*/ 745432 h 751786"/>
                <a:gd name="connsiteX46" fmla="*/ 448060 w 2912392"/>
                <a:gd name="connsiteY46" fmla="*/ 744364 h 751786"/>
                <a:gd name="connsiteX47" fmla="*/ 457801 w 2912392"/>
                <a:gd name="connsiteY47" fmla="*/ 743216 h 751786"/>
                <a:gd name="connsiteX48" fmla="*/ 467542 w 2912392"/>
                <a:gd name="connsiteY48" fmla="*/ 741990 h 751786"/>
                <a:gd name="connsiteX49" fmla="*/ 477281 w 2912392"/>
                <a:gd name="connsiteY49" fmla="*/ 740687 h 751786"/>
                <a:gd name="connsiteX50" fmla="*/ 487022 w 2912392"/>
                <a:gd name="connsiteY50" fmla="*/ 739308 h 751786"/>
                <a:gd name="connsiteX51" fmla="*/ 496763 w 2912392"/>
                <a:gd name="connsiteY51" fmla="*/ 737857 h 751786"/>
                <a:gd name="connsiteX52" fmla="*/ 506503 w 2912392"/>
                <a:gd name="connsiteY52" fmla="*/ 736333 h 751786"/>
                <a:gd name="connsiteX53" fmla="*/ 516244 w 2912392"/>
                <a:gd name="connsiteY53" fmla="*/ 734740 h 751786"/>
                <a:gd name="connsiteX54" fmla="*/ 525985 w 2912392"/>
                <a:gd name="connsiteY54" fmla="*/ 733081 h 751786"/>
                <a:gd name="connsiteX55" fmla="*/ 535724 w 2912392"/>
                <a:gd name="connsiteY55" fmla="*/ 731355 h 751786"/>
                <a:gd name="connsiteX56" fmla="*/ 545465 w 2912392"/>
                <a:gd name="connsiteY56" fmla="*/ 729567 h 751786"/>
                <a:gd name="connsiteX57" fmla="*/ 555206 w 2912392"/>
                <a:gd name="connsiteY57" fmla="*/ 727718 h 751786"/>
                <a:gd name="connsiteX58" fmla="*/ 564946 w 2912392"/>
                <a:gd name="connsiteY58" fmla="*/ 725813 h 751786"/>
                <a:gd name="connsiteX59" fmla="*/ 574687 w 2912392"/>
                <a:gd name="connsiteY59" fmla="*/ 723852 h 751786"/>
                <a:gd name="connsiteX60" fmla="*/ 584428 w 2912392"/>
                <a:gd name="connsiteY60" fmla="*/ 721838 h 751786"/>
                <a:gd name="connsiteX61" fmla="*/ 594167 w 2912392"/>
                <a:gd name="connsiteY61" fmla="*/ 719773 h 751786"/>
                <a:gd name="connsiteX62" fmla="*/ 603908 w 2912392"/>
                <a:gd name="connsiteY62" fmla="*/ 717662 h 751786"/>
                <a:gd name="connsiteX63" fmla="*/ 613649 w 2912392"/>
                <a:gd name="connsiteY63" fmla="*/ 715504 h 751786"/>
                <a:gd name="connsiteX64" fmla="*/ 623388 w 2912392"/>
                <a:gd name="connsiteY64" fmla="*/ 713304 h 751786"/>
                <a:gd name="connsiteX65" fmla="*/ 633129 w 2912392"/>
                <a:gd name="connsiteY65" fmla="*/ 711064 h 751786"/>
                <a:gd name="connsiteX66" fmla="*/ 642870 w 2912392"/>
                <a:gd name="connsiteY66" fmla="*/ 708785 h 751786"/>
                <a:gd name="connsiteX67" fmla="*/ 652610 w 2912392"/>
                <a:gd name="connsiteY67" fmla="*/ 706471 h 751786"/>
                <a:gd name="connsiteX68" fmla="*/ 662351 w 2912392"/>
                <a:gd name="connsiteY68" fmla="*/ 704123 h 751786"/>
                <a:gd name="connsiteX69" fmla="*/ 672092 w 2912392"/>
                <a:gd name="connsiteY69" fmla="*/ 701744 h 751786"/>
                <a:gd name="connsiteX70" fmla="*/ 681831 w 2912392"/>
                <a:gd name="connsiteY70" fmla="*/ 699334 h 751786"/>
                <a:gd name="connsiteX71" fmla="*/ 691572 w 2912392"/>
                <a:gd name="connsiteY71" fmla="*/ 696897 h 751786"/>
                <a:gd name="connsiteX72" fmla="*/ 701313 w 2912392"/>
                <a:gd name="connsiteY72" fmla="*/ 694434 h 751786"/>
                <a:gd name="connsiteX73" fmla="*/ 711052 w 2912392"/>
                <a:gd name="connsiteY73" fmla="*/ 691946 h 751786"/>
                <a:gd name="connsiteX74" fmla="*/ 720793 w 2912392"/>
                <a:gd name="connsiteY74" fmla="*/ 689436 h 751786"/>
                <a:gd name="connsiteX75" fmla="*/ 730534 w 2912392"/>
                <a:gd name="connsiteY75" fmla="*/ 686903 h 751786"/>
                <a:gd name="connsiteX76" fmla="*/ 740274 w 2912392"/>
                <a:gd name="connsiteY76" fmla="*/ 684349 h 751786"/>
                <a:gd name="connsiteX77" fmla="*/ 750015 w 2912392"/>
                <a:gd name="connsiteY77" fmla="*/ 681774 h 751786"/>
                <a:gd name="connsiteX78" fmla="*/ 759756 w 2912392"/>
                <a:gd name="connsiteY78" fmla="*/ 679182 h 751786"/>
                <a:gd name="connsiteX79" fmla="*/ 769495 w 2912392"/>
                <a:gd name="connsiteY79" fmla="*/ 676570 h 751786"/>
                <a:gd name="connsiteX80" fmla="*/ 779236 w 2912392"/>
                <a:gd name="connsiteY80" fmla="*/ 673941 h 751786"/>
                <a:gd name="connsiteX81" fmla="*/ 788977 w 2912392"/>
                <a:gd name="connsiteY81" fmla="*/ 671293 h 751786"/>
                <a:gd name="connsiteX82" fmla="*/ 798717 w 2912392"/>
                <a:gd name="connsiteY82" fmla="*/ 668628 h 751786"/>
                <a:gd name="connsiteX83" fmla="*/ 808458 w 2912392"/>
                <a:gd name="connsiteY83" fmla="*/ 665944 h 751786"/>
                <a:gd name="connsiteX84" fmla="*/ 818199 w 2912392"/>
                <a:gd name="connsiteY84" fmla="*/ 663243 h 751786"/>
                <a:gd name="connsiteX85" fmla="*/ 827938 w 2912392"/>
                <a:gd name="connsiteY85" fmla="*/ 660524 h 751786"/>
                <a:gd name="connsiteX86" fmla="*/ 837679 w 2912392"/>
                <a:gd name="connsiteY86" fmla="*/ 657786 h 751786"/>
                <a:gd name="connsiteX87" fmla="*/ 847420 w 2912392"/>
                <a:gd name="connsiteY87" fmla="*/ 655028 h 751786"/>
                <a:gd name="connsiteX88" fmla="*/ 857159 w 2912392"/>
                <a:gd name="connsiteY88" fmla="*/ 652251 h 751786"/>
                <a:gd name="connsiteX89" fmla="*/ 866900 w 2912392"/>
                <a:gd name="connsiteY89" fmla="*/ 649451 h 751786"/>
                <a:gd name="connsiteX90" fmla="*/ 876641 w 2912392"/>
                <a:gd name="connsiteY90" fmla="*/ 646629 h 751786"/>
                <a:gd name="connsiteX91" fmla="*/ 886381 w 2912392"/>
                <a:gd name="connsiteY91" fmla="*/ 643785 h 751786"/>
                <a:gd name="connsiteX92" fmla="*/ 896122 w 2912392"/>
                <a:gd name="connsiteY92" fmla="*/ 640915 h 751786"/>
                <a:gd name="connsiteX93" fmla="*/ 905863 w 2912392"/>
                <a:gd name="connsiteY93" fmla="*/ 638021 h 751786"/>
                <a:gd name="connsiteX94" fmla="*/ 915602 w 2912392"/>
                <a:gd name="connsiteY94" fmla="*/ 635099 h 751786"/>
                <a:gd name="connsiteX95" fmla="*/ 925343 w 2912392"/>
                <a:gd name="connsiteY95" fmla="*/ 632150 h 751786"/>
                <a:gd name="connsiteX96" fmla="*/ 935084 w 2912392"/>
                <a:gd name="connsiteY96" fmla="*/ 629171 h 751786"/>
                <a:gd name="connsiteX97" fmla="*/ 944824 w 2912392"/>
                <a:gd name="connsiteY97" fmla="*/ 626159 h 751786"/>
                <a:gd name="connsiteX98" fmla="*/ 954564 w 2912392"/>
                <a:gd name="connsiteY98" fmla="*/ 623117 h 751786"/>
                <a:gd name="connsiteX99" fmla="*/ 964305 w 2912392"/>
                <a:gd name="connsiteY99" fmla="*/ 620040 h 751786"/>
                <a:gd name="connsiteX100" fmla="*/ 974045 w 2912392"/>
                <a:gd name="connsiteY100" fmla="*/ 616928 h 751786"/>
                <a:gd name="connsiteX101" fmla="*/ 983786 w 2912392"/>
                <a:gd name="connsiteY101" fmla="*/ 613780 h 751786"/>
                <a:gd name="connsiteX102" fmla="*/ 993522 w 2912392"/>
                <a:gd name="connsiteY102" fmla="*/ 610595 h 751786"/>
                <a:gd name="connsiteX103" fmla="*/ 1003266 w 2912392"/>
                <a:gd name="connsiteY103" fmla="*/ 607369 h 751786"/>
                <a:gd name="connsiteX104" fmla="*/ 1013010 w 2912392"/>
                <a:gd name="connsiteY104" fmla="*/ 604105 h 751786"/>
                <a:gd name="connsiteX105" fmla="*/ 1022754 w 2912392"/>
                <a:gd name="connsiteY105" fmla="*/ 600800 h 751786"/>
                <a:gd name="connsiteX106" fmla="*/ 1032483 w 2912392"/>
                <a:gd name="connsiteY106" fmla="*/ 597452 h 751786"/>
                <a:gd name="connsiteX107" fmla="*/ 1042227 w 2912392"/>
                <a:gd name="connsiteY107" fmla="*/ 594063 h 751786"/>
                <a:gd name="connsiteX108" fmla="*/ 1051971 w 2912392"/>
                <a:gd name="connsiteY108" fmla="*/ 590630 h 751786"/>
                <a:gd name="connsiteX109" fmla="*/ 1061715 w 2912392"/>
                <a:gd name="connsiteY109" fmla="*/ 587154 h 751786"/>
                <a:gd name="connsiteX110" fmla="*/ 1071444 w 2912392"/>
                <a:gd name="connsiteY110" fmla="*/ 583635 h 751786"/>
                <a:gd name="connsiteX111" fmla="*/ 1081188 w 2912392"/>
                <a:gd name="connsiteY111" fmla="*/ 580071 h 751786"/>
                <a:gd name="connsiteX112" fmla="*/ 1090932 w 2912392"/>
                <a:gd name="connsiteY112" fmla="*/ 576464 h 751786"/>
                <a:gd name="connsiteX113" fmla="*/ 1100676 w 2912392"/>
                <a:gd name="connsiteY113" fmla="*/ 572814 h 751786"/>
                <a:gd name="connsiteX114" fmla="*/ 1110405 w 2912392"/>
                <a:gd name="connsiteY114" fmla="*/ 569122 h 751786"/>
                <a:gd name="connsiteX115" fmla="*/ 1120149 w 2912392"/>
                <a:gd name="connsiteY115" fmla="*/ 565387 h 751786"/>
                <a:gd name="connsiteX116" fmla="*/ 1129893 w 2912392"/>
                <a:gd name="connsiteY116" fmla="*/ 561613 h 751786"/>
                <a:gd name="connsiteX117" fmla="*/ 1139637 w 2912392"/>
                <a:gd name="connsiteY117" fmla="*/ 557797 h 751786"/>
                <a:gd name="connsiteX118" fmla="*/ 1149381 w 2912392"/>
                <a:gd name="connsiteY118" fmla="*/ 553944 h 751786"/>
                <a:gd name="connsiteX119" fmla="*/ 1159110 w 2912392"/>
                <a:gd name="connsiteY119" fmla="*/ 550055 h 751786"/>
                <a:gd name="connsiteX120" fmla="*/ 1168854 w 2912392"/>
                <a:gd name="connsiteY120" fmla="*/ 546131 h 751786"/>
                <a:gd name="connsiteX121" fmla="*/ 1178598 w 2912392"/>
                <a:gd name="connsiteY121" fmla="*/ 542175 h 751786"/>
                <a:gd name="connsiteX122" fmla="*/ 1188341 w 2912392"/>
                <a:gd name="connsiteY122" fmla="*/ 538190 h 751786"/>
                <a:gd name="connsiteX123" fmla="*/ 1198070 w 2912392"/>
                <a:gd name="connsiteY123" fmla="*/ 534178 h 751786"/>
                <a:gd name="connsiteX124" fmla="*/ 1207814 w 2912392"/>
                <a:gd name="connsiteY124" fmla="*/ 530142 h 751786"/>
                <a:gd name="connsiteX125" fmla="*/ 1217558 w 2912392"/>
                <a:gd name="connsiteY125" fmla="*/ 526083 h 751786"/>
                <a:gd name="connsiteX126" fmla="*/ 1227302 w 2912392"/>
                <a:gd name="connsiteY126" fmla="*/ 522008 h 751786"/>
                <a:gd name="connsiteX127" fmla="*/ 1237031 w 2912392"/>
                <a:gd name="connsiteY127" fmla="*/ 517918 h 751786"/>
                <a:gd name="connsiteX128" fmla="*/ 1246775 w 2912392"/>
                <a:gd name="connsiteY128" fmla="*/ 513818 h 751786"/>
                <a:gd name="connsiteX129" fmla="*/ 1256519 w 2912392"/>
                <a:gd name="connsiteY129" fmla="*/ 509712 h 751786"/>
                <a:gd name="connsiteX130" fmla="*/ 1266263 w 2912392"/>
                <a:gd name="connsiteY130" fmla="*/ 505603 h 751786"/>
                <a:gd name="connsiteX131" fmla="*/ 1276007 w 2912392"/>
                <a:gd name="connsiteY131" fmla="*/ 501497 h 751786"/>
                <a:gd name="connsiteX132" fmla="*/ 1285736 w 2912392"/>
                <a:gd name="connsiteY132" fmla="*/ 497398 h 751786"/>
                <a:gd name="connsiteX133" fmla="*/ 1295480 w 2912392"/>
                <a:gd name="connsiteY133" fmla="*/ 493310 h 751786"/>
                <a:gd name="connsiteX134" fmla="*/ 1305224 w 2912392"/>
                <a:gd name="connsiteY134" fmla="*/ 489239 h 751786"/>
                <a:gd name="connsiteX135" fmla="*/ 1314968 w 2912392"/>
                <a:gd name="connsiteY135" fmla="*/ 485188 h 751786"/>
                <a:gd name="connsiteX136" fmla="*/ 1324697 w 2912392"/>
                <a:gd name="connsiteY136" fmla="*/ 481164 h 751786"/>
                <a:gd name="connsiteX137" fmla="*/ 1334441 w 2912392"/>
                <a:gd name="connsiteY137" fmla="*/ 477173 h 751786"/>
                <a:gd name="connsiteX138" fmla="*/ 1344185 w 2912392"/>
                <a:gd name="connsiteY138" fmla="*/ 473217 h 751786"/>
                <a:gd name="connsiteX139" fmla="*/ 1353929 w 2912392"/>
                <a:gd name="connsiteY139" fmla="*/ 469303 h 751786"/>
                <a:gd name="connsiteX140" fmla="*/ 1363658 w 2912392"/>
                <a:gd name="connsiteY140" fmla="*/ 465435 h 751786"/>
                <a:gd name="connsiteX141" fmla="*/ 1373402 w 2912392"/>
                <a:gd name="connsiteY141" fmla="*/ 461623 h 751786"/>
                <a:gd name="connsiteX142" fmla="*/ 1383146 w 2912392"/>
                <a:gd name="connsiteY142" fmla="*/ 457865 h 751786"/>
                <a:gd name="connsiteX143" fmla="*/ 1392890 w 2912392"/>
                <a:gd name="connsiteY143" fmla="*/ 454173 h 751786"/>
                <a:gd name="connsiteX144" fmla="*/ 1402619 w 2912392"/>
                <a:gd name="connsiteY144" fmla="*/ 450548 h 751786"/>
                <a:gd name="connsiteX145" fmla="*/ 1412363 w 2912392"/>
                <a:gd name="connsiteY145" fmla="*/ 446998 h 751786"/>
                <a:gd name="connsiteX146" fmla="*/ 1422106 w 2912392"/>
                <a:gd name="connsiteY146" fmla="*/ 443525 h 751786"/>
                <a:gd name="connsiteX147" fmla="*/ 1431850 w 2912392"/>
                <a:gd name="connsiteY147" fmla="*/ 440137 h 751786"/>
                <a:gd name="connsiteX148" fmla="*/ 1441594 w 2912392"/>
                <a:gd name="connsiteY148" fmla="*/ 436837 h 751786"/>
                <a:gd name="connsiteX149" fmla="*/ 1451323 w 2912392"/>
                <a:gd name="connsiteY149" fmla="*/ 433630 h 751786"/>
                <a:gd name="connsiteX150" fmla="*/ 1461067 w 2912392"/>
                <a:gd name="connsiteY150" fmla="*/ 430521 h 751786"/>
                <a:gd name="connsiteX151" fmla="*/ 1470811 w 2912392"/>
                <a:gd name="connsiteY151" fmla="*/ 427514 h 751786"/>
                <a:gd name="connsiteX152" fmla="*/ 1480555 w 2912392"/>
                <a:gd name="connsiteY152" fmla="*/ 424615 h 751786"/>
                <a:gd name="connsiteX153" fmla="*/ 1490284 w 2912392"/>
                <a:gd name="connsiteY153" fmla="*/ 421824 h 751786"/>
                <a:gd name="connsiteX154" fmla="*/ 1500028 w 2912392"/>
                <a:gd name="connsiteY154" fmla="*/ 419149 h 751786"/>
                <a:gd name="connsiteX155" fmla="*/ 1509772 w 2912392"/>
                <a:gd name="connsiteY155" fmla="*/ 416590 h 751786"/>
                <a:gd name="connsiteX156" fmla="*/ 1519516 w 2912392"/>
                <a:gd name="connsiteY156" fmla="*/ 414153 h 751786"/>
                <a:gd name="connsiteX157" fmla="*/ 1529245 w 2912392"/>
                <a:gd name="connsiteY157" fmla="*/ 411839 h 751786"/>
                <a:gd name="connsiteX158" fmla="*/ 1538989 w 2912392"/>
                <a:gd name="connsiteY158" fmla="*/ 409650 h 751786"/>
                <a:gd name="connsiteX159" fmla="*/ 1548733 w 2912392"/>
                <a:gd name="connsiteY159" fmla="*/ 407590 h 751786"/>
                <a:gd name="connsiteX160" fmla="*/ 1558477 w 2912392"/>
                <a:gd name="connsiteY160" fmla="*/ 405661 h 751786"/>
                <a:gd name="connsiteX161" fmla="*/ 1568221 w 2912392"/>
                <a:gd name="connsiteY161" fmla="*/ 403864 h 751786"/>
                <a:gd name="connsiteX162" fmla="*/ 1577950 w 2912392"/>
                <a:gd name="connsiteY162" fmla="*/ 402200 h 751786"/>
                <a:gd name="connsiteX163" fmla="*/ 1587694 w 2912392"/>
                <a:gd name="connsiteY163" fmla="*/ 400669 h 751786"/>
                <a:gd name="connsiteX164" fmla="*/ 1597438 w 2912392"/>
                <a:gd name="connsiteY164" fmla="*/ 399273 h 751786"/>
                <a:gd name="connsiteX165" fmla="*/ 1607182 w 2912392"/>
                <a:gd name="connsiteY165" fmla="*/ 398013 h 751786"/>
                <a:gd name="connsiteX166" fmla="*/ 1616911 w 2912392"/>
                <a:gd name="connsiteY166" fmla="*/ 396886 h 751786"/>
                <a:gd name="connsiteX167" fmla="*/ 1626655 w 2912392"/>
                <a:gd name="connsiteY167" fmla="*/ 395893 h 751786"/>
                <a:gd name="connsiteX168" fmla="*/ 1636399 w 2912392"/>
                <a:gd name="connsiteY168" fmla="*/ 395033 h 751786"/>
                <a:gd name="connsiteX169" fmla="*/ 1646142 w 2912392"/>
                <a:gd name="connsiteY169" fmla="*/ 394306 h 751786"/>
                <a:gd name="connsiteX170" fmla="*/ 1655872 w 2912392"/>
                <a:gd name="connsiteY170" fmla="*/ 393707 h 751786"/>
                <a:gd name="connsiteX171" fmla="*/ 1665616 w 2912392"/>
                <a:gd name="connsiteY171" fmla="*/ 393236 h 751786"/>
                <a:gd name="connsiteX172" fmla="*/ 1675359 w 2912392"/>
                <a:gd name="connsiteY172" fmla="*/ 392891 h 751786"/>
                <a:gd name="connsiteX173" fmla="*/ 1685103 w 2912392"/>
                <a:gd name="connsiteY173" fmla="*/ 392667 h 751786"/>
                <a:gd name="connsiteX174" fmla="*/ 1694832 w 2912392"/>
                <a:gd name="connsiteY174" fmla="*/ 392561 h 751786"/>
                <a:gd name="connsiteX175" fmla="*/ 1704576 w 2912392"/>
                <a:gd name="connsiteY175" fmla="*/ 392573 h 751786"/>
                <a:gd name="connsiteX176" fmla="*/ 1714320 w 2912392"/>
                <a:gd name="connsiteY176" fmla="*/ 392694 h 751786"/>
                <a:gd name="connsiteX177" fmla="*/ 1724064 w 2912392"/>
                <a:gd name="connsiteY177" fmla="*/ 392923 h 751786"/>
                <a:gd name="connsiteX178" fmla="*/ 1733808 w 2912392"/>
                <a:gd name="connsiteY178" fmla="*/ 393254 h 751786"/>
                <a:gd name="connsiteX179" fmla="*/ 1743537 w 2912392"/>
                <a:gd name="connsiteY179" fmla="*/ 393682 h 751786"/>
                <a:gd name="connsiteX180" fmla="*/ 1753281 w 2912392"/>
                <a:gd name="connsiteY180" fmla="*/ 394202 h 751786"/>
                <a:gd name="connsiteX181" fmla="*/ 1763025 w 2912392"/>
                <a:gd name="connsiteY181" fmla="*/ 394810 h 751786"/>
                <a:gd name="connsiteX182" fmla="*/ 1772769 w 2912392"/>
                <a:gd name="connsiteY182" fmla="*/ 395496 h 751786"/>
                <a:gd name="connsiteX183" fmla="*/ 1782498 w 2912392"/>
                <a:gd name="connsiteY183" fmla="*/ 396258 h 751786"/>
                <a:gd name="connsiteX184" fmla="*/ 1792242 w 2912392"/>
                <a:gd name="connsiteY184" fmla="*/ 397086 h 751786"/>
                <a:gd name="connsiteX185" fmla="*/ 1801986 w 2912392"/>
                <a:gd name="connsiteY185" fmla="*/ 397977 h 751786"/>
                <a:gd name="connsiteX186" fmla="*/ 1811730 w 2912392"/>
                <a:gd name="connsiteY186" fmla="*/ 398922 h 751786"/>
                <a:gd name="connsiteX187" fmla="*/ 1821459 w 2912392"/>
                <a:gd name="connsiteY187" fmla="*/ 399914 h 751786"/>
                <a:gd name="connsiteX188" fmla="*/ 1831203 w 2912392"/>
                <a:gd name="connsiteY188" fmla="*/ 400947 h 751786"/>
                <a:gd name="connsiteX189" fmla="*/ 1840947 w 2912392"/>
                <a:gd name="connsiteY189" fmla="*/ 402012 h 751786"/>
                <a:gd name="connsiteX190" fmla="*/ 1850691 w 2912392"/>
                <a:gd name="connsiteY190" fmla="*/ 403104 h 751786"/>
                <a:gd name="connsiteX191" fmla="*/ 1860435 w 2912392"/>
                <a:gd name="connsiteY191" fmla="*/ 404212 h 751786"/>
                <a:gd name="connsiteX192" fmla="*/ 1870164 w 2912392"/>
                <a:gd name="connsiteY192" fmla="*/ 405331 h 751786"/>
                <a:gd name="connsiteX193" fmla="*/ 1879908 w 2912392"/>
                <a:gd name="connsiteY193" fmla="*/ 406453 h 751786"/>
                <a:gd name="connsiteX194" fmla="*/ 1889652 w 2912392"/>
                <a:gd name="connsiteY194" fmla="*/ 407569 h 751786"/>
                <a:gd name="connsiteX195" fmla="*/ 1899395 w 2912392"/>
                <a:gd name="connsiteY195" fmla="*/ 408673 h 751786"/>
                <a:gd name="connsiteX196" fmla="*/ 1909124 w 2912392"/>
                <a:gd name="connsiteY196" fmla="*/ 409756 h 751786"/>
                <a:gd name="connsiteX197" fmla="*/ 1918868 w 2912392"/>
                <a:gd name="connsiteY197" fmla="*/ 410810 h 751786"/>
                <a:gd name="connsiteX198" fmla="*/ 1928612 w 2912392"/>
                <a:gd name="connsiteY198" fmla="*/ 411829 h 751786"/>
                <a:gd name="connsiteX199" fmla="*/ 1938356 w 2912392"/>
                <a:gd name="connsiteY199" fmla="*/ 412803 h 751786"/>
                <a:gd name="connsiteX200" fmla="*/ 1948085 w 2912392"/>
                <a:gd name="connsiteY200" fmla="*/ 413725 h 751786"/>
                <a:gd name="connsiteX201" fmla="*/ 1957829 w 2912392"/>
                <a:gd name="connsiteY201" fmla="*/ 414589 h 751786"/>
                <a:gd name="connsiteX202" fmla="*/ 1967573 w 2912392"/>
                <a:gd name="connsiteY202" fmla="*/ 415388 h 751786"/>
                <a:gd name="connsiteX203" fmla="*/ 1977317 w 2912392"/>
                <a:gd name="connsiteY203" fmla="*/ 416114 h 751786"/>
                <a:gd name="connsiteX204" fmla="*/ 1987046 w 2912392"/>
                <a:gd name="connsiteY204" fmla="*/ 416759 h 751786"/>
                <a:gd name="connsiteX205" fmla="*/ 1996790 w 2912392"/>
                <a:gd name="connsiteY205" fmla="*/ 417317 h 751786"/>
                <a:gd name="connsiteX206" fmla="*/ 2006534 w 2912392"/>
                <a:gd name="connsiteY206" fmla="*/ 417782 h 751786"/>
                <a:gd name="connsiteX207" fmla="*/ 2016278 w 2912392"/>
                <a:gd name="connsiteY207" fmla="*/ 418149 h 751786"/>
                <a:gd name="connsiteX208" fmla="*/ 2026022 w 2912392"/>
                <a:gd name="connsiteY208" fmla="*/ 418408 h 751786"/>
                <a:gd name="connsiteX209" fmla="*/ 2035751 w 2912392"/>
                <a:gd name="connsiteY209" fmla="*/ 418557 h 751786"/>
                <a:gd name="connsiteX210" fmla="*/ 2045495 w 2912392"/>
                <a:gd name="connsiteY210" fmla="*/ 418587 h 751786"/>
                <a:gd name="connsiteX211" fmla="*/ 2055239 w 2912392"/>
                <a:gd name="connsiteY211" fmla="*/ 418496 h 751786"/>
                <a:gd name="connsiteX212" fmla="*/ 2064983 w 2912392"/>
                <a:gd name="connsiteY212" fmla="*/ 418279 h 751786"/>
                <a:gd name="connsiteX213" fmla="*/ 2074712 w 2912392"/>
                <a:gd name="connsiteY213" fmla="*/ 417927 h 751786"/>
                <a:gd name="connsiteX214" fmla="*/ 2084456 w 2912392"/>
                <a:gd name="connsiteY214" fmla="*/ 417441 h 751786"/>
                <a:gd name="connsiteX215" fmla="*/ 2094200 w 2912392"/>
                <a:gd name="connsiteY215" fmla="*/ 416814 h 751786"/>
                <a:gd name="connsiteX216" fmla="*/ 2103944 w 2912392"/>
                <a:gd name="connsiteY216" fmla="*/ 416042 h 751786"/>
                <a:gd name="connsiteX217" fmla="*/ 2113673 w 2912392"/>
                <a:gd name="connsiteY217" fmla="*/ 415123 h 751786"/>
                <a:gd name="connsiteX218" fmla="*/ 2123417 w 2912392"/>
                <a:gd name="connsiteY218" fmla="*/ 414055 h 751786"/>
                <a:gd name="connsiteX219" fmla="*/ 2133161 w 2912392"/>
                <a:gd name="connsiteY219" fmla="*/ 412831 h 751786"/>
                <a:gd name="connsiteX220" fmla="*/ 2142905 w 2912392"/>
                <a:gd name="connsiteY220" fmla="*/ 411455 h 751786"/>
                <a:gd name="connsiteX221" fmla="*/ 2152649 w 2912392"/>
                <a:gd name="connsiteY221" fmla="*/ 409919 h 751786"/>
                <a:gd name="connsiteX222" fmla="*/ 2162377 w 2912392"/>
                <a:gd name="connsiteY222" fmla="*/ 408225 h 751786"/>
                <a:gd name="connsiteX223" fmla="*/ 2172121 w 2912392"/>
                <a:gd name="connsiteY223" fmla="*/ 406370 h 751786"/>
                <a:gd name="connsiteX224" fmla="*/ 2181865 w 2912392"/>
                <a:gd name="connsiteY224" fmla="*/ 404354 h 751786"/>
                <a:gd name="connsiteX225" fmla="*/ 2191609 w 2912392"/>
                <a:gd name="connsiteY225" fmla="*/ 402176 h 751786"/>
                <a:gd name="connsiteX226" fmla="*/ 2201338 w 2912392"/>
                <a:gd name="connsiteY226" fmla="*/ 399835 h 751786"/>
                <a:gd name="connsiteX227" fmla="*/ 2211082 w 2912392"/>
                <a:gd name="connsiteY227" fmla="*/ 397332 h 751786"/>
                <a:gd name="connsiteX228" fmla="*/ 2220826 w 2912392"/>
                <a:gd name="connsiteY228" fmla="*/ 394668 h 751786"/>
                <a:gd name="connsiteX229" fmla="*/ 2230570 w 2912392"/>
                <a:gd name="connsiteY229" fmla="*/ 391842 h 751786"/>
                <a:gd name="connsiteX230" fmla="*/ 2240299 w 2912392"/>
                <a:gd name="connsiteY230" fmla="*/ 388856 h 751786"/>
                <a:gd name="connsiteX231" fmla="*/ 2250043 w 2912392"/>
                <a:gd name="connsiteY231" fmla="*/ 385712 h 751786"/>
                <a:gd name="connsiteX232" fmla="*/ 2259787 w 2912392"/>
                <a:gd name="connsiteY232" fmla="*/ 382411 h 751786"/>
                <a:gd name="connsiteX233" fmla="*/ 2269531 w 2912392"/>
                <a:gd name="connsiteY233" fmla="*/ 378954 h 751786"/>
                <a:gd name="connsiteX234" fmla="*/ 2279260 w 2912392"/>
                <a:gd name="connsiteY234" fmla="*/ 375343 h 751786"/>
                <a:gd name="connsiteX235" fmla="*/ 2289004 w 2912392"/>
                <a:gd name="connsiteY235" fmla="*/ 371582 h 751786"/>
                <a:gd name="connsiteX236" fmla="*/ 2298748 w 2912392"/>
                <a:gd name="connsiteY236" fmla="*/ 367674 h 751786"/>
                <a:gd name="connsiteX237" fmla="*/ 2308492 w 2912392"/>
                <a:gd name="connsiteY237" fmla="*/ 363620 h 751786"/>
                <a:gd name="connsiteX238" fmla="*/ 2318236 w 2912392"/>
                <a:gd name="connsiteY238" fmla="*/ 359423 h 751786"/>
                <a:gd name="connsiteX239" fmla="*/ 2327965 w 2912392"/>
                <a:gd name="connsiteY239" fmla="*/ 355089 h 751786"/>
                <a:gd name="connsiteX240" fmla="*/ 2337709 w 2912392"/>
                <a:gd name="connsiteY240" fmla="*/ 350619 h 751786"/>
                <a:gd name="connsiteX241" fmla="*/ 2347453 w 2912392"/>
                <a:gd name="connsiteY241" fmla="*/ 346017 h 751786"/>
                <a:gd name="connsiteX242" fmla="*/ 2357197 w 2912392"/>
                <a:gd name="connsiteY242" fmla="*/ 341288 h 751786"/>
                <a:gd name="connsiteX243" fmla="*/ 2366926 w 2912392"/>
                <a:gd name="connsiteY243" fmla="*/ 336435 h 751786"/>
                <a:gd name="connsiteX244" fmla="*/ 2376670 w 2912392"/>
                <a:gd name="connsiteY244" fmla="*/ 331465 h 751786"/>
                <a:gd name="connsiteX245" fmla="*/ 2386413 w 2912392"/>
                <a:gd name="connsiteY245" fmla="*/ 326379 h 751786"/>
                <a:gd name="connsiteX246" fmla="*/ 2396157 w 2912392"/>
                <a:gd name="connsiteY246" fmla="*/ 321180 h 751786"/>
                <a:gd name="connsiteX247" fmla="*/ 2405886 w 2912392"/>
                <a:gd name="connsiteY247" fmla="*/ 315878 h 751786"/>
                <a:gd name="connsiteX248" fmla="*/ 2415630 w 2912392"/>
                <a:gd name="connsiteY248" fmla="*/ 310474 h 751786"/>
                <a:gd name="connsiteX249" fmla="*/ 2425374 w 2912392"/>
                <a:gd name="connsiteY249" fmla="*/ 304973 h 751786"/>
                <a:gd name="connsiteX250" fmla="*/ 2435118 w 2912392"/>
                <a:gd name="connsiteY250" fmla="*/ 299380 h 751786"/>
                <a:gd name="connsiteX251" fmla="*/ 2444862 w 2912392"/>
                <a:gd name="connsiteY251" fmla="*/ 293702 h 751786"/>
                <a:gd name="connsiteX252" fmla="*/ 2454591 w 2912392"/>
                <a:gd name="connsiteY252" fmla="*/ 287941 h 751786"/>
                <a:gd name="connsiteX253" fmla="*/ 2464335 w 2912392"/>
                <a:gd name="connsiteY253" fmla="*/ 282102 h 751786"/>
                <a:gd name="connsiteX254" fmla="*/ 2474079 w 2912392"/>
                <a:gd name="connsiteY254" fmla="*/ 276191 h 751786"/>
                <a:gd name="connsiteX255" fmla="*/ 2483823 w 2912392"/>
                <a:gd name="connsiteY255" fmla="*/ 270212 h 751786"/>
                <a:gd name="connsiteX256" fmla="*/ 2493552 w 2912392"/>
                <a:gd name="connsiteY256" fmla="*/ 264172 h 751786"/>
                <a:gd name="connsiteX257" fmla="*/ 2503296 w 2912392"/>
                <a:gd name="connsiteY257" fmla="*/ 258074 h 751786"/>
                <a:gd name="connsiteX258" fmla="*/ 2513040 w 2912392"/>
                <a:gd name="connsiteY258" fmla="*/ 251924 h 751786"/>
                <a:gd name="connsiteX259" fmla="*/ 2522784 w 2912392"/>
                <a:gd name="connsiteY259" fmla="*/ 245726 h 751786"/>
                <a:gd name="connsiteX260" fmla="*/ 2532513 w 2912392"/>
                <a:gd name="connsiteY260" fmla="*/ 239483 h 751786"/>
                <a:gd name="connsiteX261" fmla="*/ 2542257 w 2912392"/>
                <a:gd name="connsiteY261" fmla="*/ 233205 h 751786"/>
                <a:gd name="connsiteX262" fmla="*/ 2552001 w 2912392"/>
                <a:gd name="connsiteY262" fmla="*/ 226891 h 751786"/>
                <a:gd name="connsiteX263" fmla="*/ 2561745 w 2912392"/>
                <a:gd name="connsiteY263" fmla="*/ 220548 h 751786"/>
                <a:gd name="connsiteX264" fmla="*/ 2571474 w 2912392"/>
                <a:gd name="connsiteY264" fmla="*/ 214180 h 751786"/>
                <a:gd name="connsiteX265" fmla="*/ 2581218 w 2912392"/>
                <a:gd name="connsiteY265" fmla="*/ 207792 h 751786"/>
                <a:gd name="connsiteX266" fmla="*/ 2590962 w 2912392"/>
                <a:gd name="connsiteY266" fmla="*/ 201388 h 751786"/>
                <a:gd name="connsiteX267" fmla="*/ 2600705 w 2912392"/>
                <a:gd name="connsiteY267" fmla="*/ 194971 h 751786"/>
                <a:gd name="connsiteX268" fmla="*/ 2610449 w 2912392"/>
                <a:gd name="connsiteY268" fmla="*/ 188547 h 751786"/>
                <a:gd name="connsiteX269" fmla="*/ 2620178 w 2912392"/>
                <a:gd name="connsiteY269" fmla="*/ 182118 h 751786"/>
                <a:gd name="connsiteX270" fmla="*/ 2629922 w 2912392"/>
                <a:gd name="connsiteY270" fmla="*/ 175689 h 751786"/>
                <a:gd name="connsiteX271" fmla="*/ 2639666 w 2912392"/>
                <a:gd name="connsiteY271" fmla="*/ 169263 h 751786"/>
                <a:gd name="connsiteX272" fmla="*/ 2649410 w 2912392"/>
                <a:gd name="connsiteY272" fmla="*/ 162844 h 751786"/>
                <a:gd name="connsiteX273" fmla="*/ 2659139 w 2912392"/>
                <a:gd name="connsiteY273" fmla="*/ 156435 h 751786"/>
                <a:gd name="connsiteX274" fmla="*/ 2668883 w 2912392"/>
                <a:gd name="connsiteY274" fmla="*/ 150039 h 751786"/>
                <a:gd name="connsiteX275" fmla="*/ 2678627 w 2912392"/>
                <a:gd name="connsiteY275" fmla="*/ 143657 h 751786"/>
                <a:gd name="connsiteX276" fmla="*/ 2688371 w 2912392"/>
                <a:gd name="connsiteY276" fmla="*/ 137296 h 751786"/>
                <a:gd name="connsiteX277" fmla="*/ 2698100 w 2912392"/>
                <a:gd name="connsiteY277" fmla="*/ 130956 h 751786"/>
                <a:gd name="connsiteX278" fmla="*/ 2707844 w 2912392"/>
                <a:gd name="connsiteY278" fmla="*/ 124640 h 751786"/>
                <a:gd name="connsiteX279" fmla="*/ 2717588 w 2912392"/>
                <a:gd name="connsiteY279" fmla="*/ 118350 h 751786"/>
                <a:gd name="connsiteX280" fmla="*/ 2727332 w 2912392"/>
                <a:gd name="connsiteY280" fmla="*/ 112088 h 751786"/>
                <a:gd name="connsiteX281" fmla="*/ 2737076 w 2912392"/>
                <a:gd name="connsiteY281" fmla="*/ 105857 h 751786"/>
                <a:gd name="connsiteX282" fmla="*/ 2746805 w 2912392"/>
                <a:gd name="connsiteY282" fmla="*/ 99658 h 751786"/>
                <a:gd name="connsiteX283" fmla="*/ 2756549 w 2912392"/>
                <a:gd name="connsiteY283" fmla="*/ 93493 h 751786"/>
                <a:gd name="connsiteX284" fmla="*/ 2766293 w 2912392"/>
                <a:gd name="connsiteY284" fmla="*/ 87362 h 751786"/>
                <a:gd name="connsiteX285" fmla="*/ 2776037 w 2912392"/>
                <a:gd name="connsiteY285" fmla="*/ 81267 h 751786"/>
                <a:gd name="connsiteX286" fmla="*/ 2785766 w 2912392"/>
                <a:gd name="connsiteY286" fmla="*/ 75209 h 751786"/>
                <a:gd name="connsiteX287" fmla="*/ 2795510 w 2912392"/>
                <a:gd name="connsiteY287" fmla="*/ 69189 h 751786"/>
                <a:gd name="connsiteX288" fmla="*/ 2805254 w 2912392"/>
                <a:gd name="connsiteY288" fmla="*/ 63209 h 751786"/>
                <a:gd name="connsiteX289" fmla="*/ 2814998 w 2912392"/>
                <a:gd name="connsiteY289" fmla="*/ 57267 h 751786"/>
                <a:gd name="connsiteX290" fmla="*/ 2824727 w 2912392"/>
                <a:gd name="connsiteY290" fmla="*/ 51366 h 751786"/>
                <a:gd name="connsiteX291" fmla="*/ 2834471 w 2912392"/>
                <a:gd name="connsiteY291" fmla="*/ 45503 h 751786"/>
                <a:gd name="connsiteX292" fmla="*/ 2844215 w 2912392"/>
                <a:gd name="connsiteY292" fmla="*/ 39680 h 751786"/>
                <a:gd name="connsiteX293" fmla="*/ 2853958 w 2912392"/>
                <a:gd name="connsiteY293" fmla="*/ 33897 h 751786"/>
                <a:gd name="connsiteX294" fmla="*/ 2863687 w 2912392"/>
                <a:gd name="connsiteY294" fmla="*/ 28153 h 751786"/>
                <a:gd name="connsiteX295" fmla="*/ 2873431 w 2912392"/>
                <a:gd name="connsiteY295" fmla="*/ 22448 h 751786"/>
                <a:gd name="connsiteX296" fmla="*/ 2883175 w 2912392"/>
                <a:gd name="connsiteY296" fmla="*/ 16781 h 751786"/>
                <a:gd name="connsiteX297" fmla="*/ 2892919 w 2912392"/>
                <a:gd name="connsiteY297" fmla="*/ 11150 h 751786"/>
                <a:gd name="connsiteX298" fmla="*/ 2902663 w 2912392"/>
                <a:gd name="connsiteY298" fmla="*/ 5557 h 751786"/>
                <a:gd name="connsiteX299" fmla="*/ 2912392 w 2912392"/>
                <a:gd name="connsiteY299" fmla="*/ 0 h 75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51786">
                  <a:moveTo>
                    <a:pt x="0" y="724904"/>
                  </a:moveTo>
                  <a:lnTo>
                    <a:pt x="9739" y="726060"/>
                  </a:lnTo>
                  <a:lnTo>
                    <a:pt x="19480" y="727218"/>
                  </a:lnTo>
                  <a:lnTo>
                    <a:pt x="29221" y="728378"/>
                  </a:lnTo>
                  <a:lnTo>
                    <a:pt x="38961" y="729539"/>
                  </a:lnTo>
                  <a:lnTo>
                    <a:pt x="48702" y="730700"/>
                  </a:lnTo>
                  <a:lnTo>
                    <a:pt x="58443" y="731856"/>
                  </a:lnTo>
                  <a:lnTo>
                    <a:pt x="68182" y="733008"/>
                  </a:lnTo>
                  <a:lnTo>
                    <a:pt x="77923" y="734152"/>
                  </a:lnTo>
                  <a:lnTo>
                    <a:pt x="87664" y="735286"/>
                  </a:lnTo>
                  <a:lnTo>
                    <a:pt x="97404" y="736408"/>
                  </a:lnTo>
                  <a:lnTo>
                    <a:pt x="107145" y="737514"/>
                  </a:lnTo>
                  <a:lnTo>
                    <a:pt x="116886" y="738604"/>
                  </a:lnTo>
                  <a:lnTo>
                    <a:pt x="126625" y="739672"/>
                  </a:lnTo>
                  <a:lnTo>
                    <a:pt x="136366" y="740716"/>
                  </a:lnTo>
                  <a:lnTo>
                    <a:pt x="146107" y="741732"/>
                  </a:lnTo>
                  <a:lnTo>
                    <a:pt x="155846" y="742719"/>
                  </a:lnTo>
                  <a:lnTo>
                    <a:pt x="165587" y="743671"/>
                  </a:lnTo>
                  <a:lnTo>
                    <a:pt x="175328" y="744587"/>
                  </a:lnTo>
                  <a:lnTo>
                    <a:pt x="185068" y="745462"/>
                  </a:lnTo>
                  <a:lnTo>
                    <a:pt x="194809" y="746293"/>
                  </a:lnTo>
                  <a:lnTo>
                    <a:pt x="204550" y="747078"/>
                  </a:lnTo>
                  <a:lnTo>
                    <a:pt x="214289" y="747814"/>
                  </a:lnTo>
                  <a:lnTo>
                    <a:pt x="224030" y="748497"/>
                  </a:lnTo>
                  <a:lnTo>
                    <a:pt x="233771" y="749122"/>
                  </a:lnTo>
                  <a:lnTo>
                    <a:pt x="243510" y="749690"/>
                  </a:lnTo>
                  <a:lnTo>
                    <a:pt x="253251" y="750195"/>
                  </a:lnTo>
                  <a:lnTo>
                    <a:pt x="262992" y="750635"/>
                  </a:lnTo>
                  <a:lnTo>
                    <a:pt x="272732" y="751008"/>
                  </a:lnTo>
                  <a:lnTo>
                    <a:pt x="282473" y="751311"/>
                  </a:lnTo>
                  <a:lnTo>
                    <a:pt x="292214" y="751543"/>
                  </a:lnTo>
                  <a:lnTo>
                    <a:pt x="301953" y="751701"/>
                  </a:lnTo>
                  <a:lnTo>
                    <a:pt x="311694" y="751783"/>
                  </a:lnTo>
                  <a:lnTo>
                    <a:pt x="321435" y="751786"/>
                  </a:lnTo>
                  <a:lnTo>
                    <a:pt x="331175" y="751712"/>
                  </a:lnTo>
                  <a:lnTo>
                    <a:pt x="340916" y="751555"/>
                  </a:lnTo>
                  <a:lnTo>
                    <a:pt x="350656" y="751318"/>
                  </a:lnTo>
                  <a:lnTo>
                    <a:pt x="360396" y="751000"/>
                  </a:lnTo>
                  <a:lnTo>
                    <a:pt x="370137" y="750596"/>
                  </a:lnTo>
                  <a:lnTo>
                    <a:pt x="379878" y="750109"/>
                  </a:lnTo>
                  <a:lnTo>
                    <a:pt x="389617" y="749538"/>
                  </a:lnTo>
                  <a:lnTo>
                    <a:pt x="399358" y="748884"/>
                  </a:lnTo>
                  <a:lnTo>
                    <a:pt x="409099" y="748145"/>
                  </a:lnTo>
                  <a:lnTo>
                    <a:pt x="418839" y="747324"/>
                  </a:lnTo>
                  <a:lnTo>
                    <a:pt x="428580" y="746418"/>
                  </a:lnTo>
                  <a:lnTo>
                    <a:pt x="438321" y="745432"/>
                  </a:lnTo>
                  <a:lnTo>
                    <a:pt x="448060" y="744364"/>
                  </a:lnTo>
                  <a:lnTo>
                    <a:pt x="457801" y="743216"/>
                  </a:lnTo>
                  <a:lnTo>
                    <a:pt x="467542" y="741990"/>
                  </a:lnTo>
                  <a:lnTo>
                    <a:pt x="477281" y="740687"/>
                  </a:lnTo>
                  <a:lnTo>
                    <a:pt x="487022" y="739308"/>
                  </a:lnTo>
                  <a:lnTo>
                    <a:pt x="496763" y="737857"/>
                  </a:lnTo>
                  <a:lnTo>
                    <a:pt x="506503" y="736333"/>
                  </a:lnTo>
                  <a:lnTo>
                    <a:pt x="516244" y="734740"/>
                  </a:lnTo>
                  <a:lnTo>
                    <a:pt x="525985" y="733081"/>
                  </a:lnTo>
                  <a:lnTo>
                    <a:pt x="535724" y="731355"/>
                  </a:lnTo>
                  <a:lnTo>
                    <a:pt x="545465" y="729567"/>
                  </a:lnTo>
                  <a:lnTo>
                    <a:pt x="555206" y="727718"/>
                  </a:lnTo>
                  <a:lnTo>
                    <a:pt x="564946" y="725813"/>
                  </a:lnTo>
                  <a:lnTo>
                    <a:pt x="574687" y="723852"/>
                  </a:lnTo>
                  <a:lnTo>
                    <a:pt x="584428" y="721838"/>
                  </a:lnTo>
                  <a:lnTo>
                    <a:pt x="594167" y="719773"/>
                  </a:lnTo>
                  <a:lnTo>
                    <a:pt x="603908" y="717662"/>
                  </a:lnTo>
                  <a:lnTo>
                    <a:pt x="613649" y="715504"/>
                  </a:lnTo>
                  <a:lnTo>
                    <a:pt x="623388" y="713304"/>
                  </a:lnTo>
                  <a:lnTo>
                    <a:pt x="633129" y="711064"/>
                  </a:lnTo>
                  <a:lnTo>
                    <a:pt x="642870" y="708785"/>
                  </a:lnTo>
                  <a:lnTo>
                    <a:pt x="652610" y="706471"/>
                  </a:lnTo>
                  <a:lnTo>
                    <a:pt x="662351" y="704123"/>
                  </a:lnTo>
                  <a:lnTo>
                    <a:pt x="672092" y="701744"/>
                  </a:lnTo>
                  <a:lnTo>
                    <a:pt x="681831" y="699334"/>
                  </a:lnTo>
                  <a:lnTo>
                    <a:pt x="691572" y="696897"/>
                  </a:lnTo>
                  <a:lnTo>
                    <a:pt x="701313" y="694434"/>
                  </a:lnTo>
                  <a:lnTo>
                    <a:pt x="711052" y="691946"/>
                  </a:lnTo>
                  <a:lnTo>
                    <a:pt x="720793" y="689436"/>
                  </a:lnTo>
                  <a:lnTo>
                    <a:pt x="730534" y="686903"/>
                  </a:lnTo>
                  <a:lnTo>
                    <a:pt x="740274" y="684349"/>
                  </a:lnTo>
                  <a:lnTo>
                    <a:pt x="750015" y="681774"/>
                  </a:lnTo>
                  <a:lnTo>
                    <a:pt x="759756" y="679182"/>
                  </a:lnTo>
                  <a:lnTo>
                    <a:pt x="769495" y="676570"/>
                  </a:lnTo>
                  <a:lnTo>
                    <a:pt x="779236" y="673941"/>
                  </a:lnTo>
                  <a:lnTo>
                    <a:pt x="788977" y="671293"/>
                  </a:lnTo>
                  <a:lnTo>
                    <a:pt x="798717" y="668628"/>
                  </a:lnTo>
                  <a:lnTo>
                    <a:pt x="808458" y="665944"/>
                  </a:lnTo>
                  <a:lnTo>
                    <a:pt x="818199" y="663243"/>
                  </a:lnTo>
                  <a:lnTo>
                    <a:pt x="827938" y="660524"/>
                  </a:lnTo>
                  <a:lnTo>
                    <a:pt x="837679" y="657786"/>
                  </a:lnTo>
                  <a:lnTo>
                    <a:pt x="847420" y="655028"/>
                  </a:lnTo>
                  <a:lnTo>
                    <a:pt x="857159" y="652251"/>
                  </a:lnTo>
                  <a:lnTo>
                    <a:pt x="866900" y="649451"/>
                  </a:lnTo>
                  <a:lnTo>
                    <a:pt x="876641" y="646629"/>
                  </a:lnTo>
                  <a:lnTo>
                    <a:pt x="886381" y="643785"/>
                  </a:lnTo>
                  <a:lnTo>
                    <a:pt x="896122" y="640915"/>
                  </a:lnTo>
                  <a:lnTo>
                    <a:pt x="905863" y="638021"/>
                  </a:lnTo>
                  <a:lnTo>
                    <a:pt x="915602" y="635099"/>
                  </a:lnTo>
                  <a:lnTo>
                    <a:pt x="925343" y="632150"/>
                  </a:lnTo>
                  <a:lnTo>
                    <a:pt x="935084" y="629171"/>
                  </a:lnTo>
                  <a:lnTo>
                    <a:pt x="944824" y="626159"/>
                  </a:lnTo>
                  <a:lnTo>
                    <a:pt x="954564" y="623117"/>
                  </a:lnTo>
                  <a:lnTo>
                    <a:pt x="964305" y="620040"/>
                  </a:lnTo>
                  <a:lnTo>
                    <a:pt x="974045" y="616928"/>
                  </a:lnTo>
                  <a:lnTo>
                    <a:pt x="983786" y="613780"/>
                  </a:lnTo>
                  <a:lnTo>
                    <a:pt x="993522" y="610595"/>
                  </a:lnTo>
                  <a:lnTo>
                    <a:pt x="1003266" y="607369"/>
                  </a:lnTo>
                  <a:lnTo>
                    <a:pt x="1013010" y="604105"/>
                  </a:lnTo>
                  <a:lnTo>
                    <a:pt x="1022754" y="600800"/>
                  </a:lnTo>
                  <a:lnTo>
                    <a:pt x="1032483" y="597452"/>
                  </a:lnTo>
                  <a:lnTo>
                    <a:pt x="1042227" y="594063"/>
                  </a:lnTo>
                  <a:lnTo>
                    <a:pt x="1051971" y="590630"/>
                  </a:lnTo>
                  <a:lnTo>
                    <a:pt x="1061715" y="587154"/>
                  </a:lnTo>
                  <a:lnTo>
                    <a:pt x="1071444" y="583635"/>
                  </a:lnTo>
                  <a:lnTo>
                    <a:pt x="1081188" y="580071"/>
                  </a:lnTo>
                  <a:lnTo>
                    <a:pt x="1090932" y="576464"/>
                  </a:lnTo>
                  <a:lnTo>
                    <a:pt x="1100676" y="572814"/>
                  </a:lnTo>
                  <a:lnTo>
                    <a:pt x="1110405" y="569122"/>
                  </a:lnTo>
                  <a:lnTo>
                    <a:pt x="1120149" y="565387"/>
                  </a:lnTo>
                  <a:lnTo>
                    <a:pt x="1129893" y="561613"/>
                  </a:lnTo>
                  <a:lnTo>
                    <a:pt x="1139637" y="557797"/>
                  </a:lnTo>
                  <a:lnTo>
                    <a:pt x="1149381" y="553944"/>
                  </a:lnTo>
                  <a:lnTo>
                    <a:pt x="1159110" y="550055"/>
                  </a:lnTo>
                  <a:lnTo>
                    <a:pt x="1168854" y="546131"/>
                  </a:lnTo>
                  <a:lnTo>
                    <a:pt x="1178598" y="542175"/>
                  </a:lnTo>
                  <a:lnTo>
                    <a:pt x="1188341" y="538190"/>
                  </a:lnTo>
                  <a:lnTo>
                    <a:pt x="1198070" y="534178"/>
                  </a:lnTo>
                  <a:lnTo>
                    <a:pt x="1207814" y="530142"/>
                  </a:lnTo>
                  <a:lnTo>
                    <a:pt x="1217558" y="526083"/>
                  </a:lnTo>
                  <a:lnTo>
                    <a:pt x="1227302" y="522008"/>
                  </a:lnTo>
                  <a:lnTo>
                    <a:pt x="1237031" y="517918"/>
                  </a:lnTo>
                  <a:lnTo>
                    <a:pt x="1246775" y="513818"/>
                  </a:lnTo>
                  <a:lnTo>
                    <a:pt x="1256519" y="509712"/>
                  </a:lnTo>
                  <a:lnTo>
                    <a:pt x="1266263" y="505603"/>
                  </a:lnTo>
                  <a:lnTo>
                    <a:pt x="1276007" y="501497"/>
                  </a:lnTo>
                  <a:lnTo>
                    <a:pt x="1285736" y="497398"/>
                  </a:lnTo>
                  <a:lnTo>
                    <a:pt x="1295480" y="493310"/>
                  </a:lnTo>
                  <a:lnTo>
                    <a:pt x="1305224" y="489239"/>
                  </a:lnTo>
                  <a:lnTo>
                    <a:pt x="1314968" y="485188"/>
                  </a:lnTo>
                  <a:lnTo>
                    <a:pt x="1324697" y="481164"/>
                  </a:lnTo>
                  <a:lnTo>
                    <a:pt x="1334441" y="477173"/>
                  </a:lnTo>
                  <a:lnTo>
                    <a:pt x="1344185" y="473217"/>
                  </a:lnTo>
                  <a:lnTo>
                    <a:pt x="1353929" y="469303"/>
                  </a:lnTo>
                  <a:lnTo>
                    <a:pt x="1363658" y="465435"/>
                  </a:lnTo>
                  <a:lnTo>
                    <a:pt x="1373402" y="461623"/>
                  </a:lnTo>
                  <a:lnTo>
                    <a:pt x="1383146" y="457865"/>
                  </a:lnTo>
                  <a:lnTo>
                    <a:pt x="1392890" y="454173"/>
                  </a:lnTo>
                  <a:lnTo>
                    <a:pt x="1402619" y="450548"/>
                  </a:lnTo>
                  <a:lnTo>
                    <a:pt x="1412363" y="446998"/>
                  </a:lnTo>
                  <a:lnTo>
                    <a:pt x="1422106" y="443525"/>
                  </a:lnTo>
                  <a:lnTo>
                    <a:pt x="1431850" y="440137"/>
                  </a:lnTo>
                  <a:lnTo>
                    <a:pt x="1441594" y="436837"/>
                  </a:lnTo>
                  <a:lnTo>
                    <a:pt x="1451323" y="433630"/>
                  </a:lnTo>
                  <a:lnTo>
                    <a:pt x="1461067" y="430521"/>
                  </a:lnTo>
                  <a:lnTo>
                    <a:pt x="1470811" y="427514"/>
                  </a:lnTo>
                  <a:lnTo>
                    <a:pt x="1480555" y="424615"/>
                  </a:lnTo>
                  <a:lnTo>
                    <a:pt x="1490284" y="421824"/>
                  </a:lnTo>
                  <a:lnTo>
                    <a:pt x="1500028" y="419149"/>
                  </a:lnTo>
                  <a:lnTo>
                    <a:pt x="1509772" y="416590"/>
                  </a:lnTo>
                  <a:lnTo>
                    <a:pt x="1519516" y="414153"/>
                  </a:lnTo>
                  <a:lnTo>
                    <a:pt x="1529245" y="411839"/>
                  </a:lnTo>
                  <a:lnTo>
                    <a:pt x="1538989" y="409650"/>
                  </a:lnTo>
                  <a:lnTo>
                    <a:pt x="1548733" y="407590"/>
                  </a:lnTo>
                  <a:lnTo>
                    <a:pt x="1558477" y="405661"/>
                  </a:lnTo>
                  <a:lnTo>
                    <a:pt x="1568221" y="403864"/>
                  </a:lnTo>
                  <a:lnTo>
                    <a:pt x="1577950" y="402200"/>
                  </a:lnTo>
                  <a:lnTo>
                    <a:pt x="1587694" y="400669"/>
                  </a:lnTo>
                  <a:lnTo>
                    <a:pt x="1597438" y="399273"/>
                  </a:lnTo>
                  <a:lnTo>
                    <a:pt x="1607182" y="398013"/>
                  </a:lnTo>
                  <a:lnTo>
                    <a:pt x="1616911" y="396886"/>
                  </a:lnTo>
                  <a:lnTo>
                    <a:pt x="1626655" y="395893"/>
                  </a:lnTo>
                  <a:lnTo>
                    <a:pt x="1636399" y="395033"/>
                  </a:lnTo>
                  <a:lnTo>
                    <a:pt x="1646142" y="394306"/>
                  </a:lnTo>
                  <a:lnTo>
                    <a:pt x="1655872" y="393707"/>
                  </a:lnTo>
                  <a:lnTo>
                    <a:pt x="1665616" y="393236"/>
                  </a:lnTo>
                  <a:lnTo>
                    <a:pt x="1675359" y="392891"/>
                  </a:lnTo>
                  <a:lnTo>
                    <a:pt x="1685103" y="392667"/>
                  </a:lnTo>
                  <a:lnTo>
                    <a:pt x="1694832" y="392561"/>
                  </a:lnTo>
                  <a:lnTo>
                    <a:pt x="1704576" y="392573"/>
                  </a:lnTo>
                  <a:lnTo>
                    <a:pt x="1714320" y="392694"/>
                  </a:lnTo>
                  <a:lnTo>
                    <a:pt x="1724064" y="392923"/>
                  </a:lnTo>
                  <a:lnTo>
                    <a:pt x="1733808" y="393254"/>
                  </a:lnTo>
                  <a:lnTo>
                    <a:pt x="1743537" y="393682"/>
                  </a:lnTo>
                  <a:lnTo>
                    <a:pt x="1753281" y="394202"/>
                  </a:lnTo>
                  <a:lnTo>
                    <a:pt x="1763025" y="394810"/>
                  </a:lnTo>
                  <a:lnTo>
                    <a:pt x="1772769" y="395496"/>
                  </a:lnTo>
                  <a:lnTo>
                    <a:pt x="1782498" y="396258"/>
                  </a:lnTo>
                  <a:lnTo>
                    <a:pt x="1792242" y="397086"/>
                  </a:lnTo>
                  <a:lnTo>
                    <a:pt x="1801986" y="397977"/>
                  </a:lnTo>
                  <a:lnTo>
                    <a:pt x="1811730" y="398922"/>
                  </a:lnTo>
                  <a:lnTo>
                    <a:pt x="1821459" y="399914"/>
                  </a:lnTo>
                  <a:lnTo>
                    <a:pt x="1831203" y="400947"/>
                  </a:lnTo>
                  <a:lnTo>
                    <a:pt x="1840947" y="402012"/>
                  </a:lnTo>
                  <a:lnTo>
                    <a:pt x="1850691" y="403104"/>
                  </a:lnTo>
                  <a:lnTo>
                    <a:pt x="1860435" y="404212"/>
                  </a:lnTo>
                  <a:lnTo>
                    <a:pt x="1870164" y="405331"/>
                  </a:lnTo>
                  <a:lnTo>
                    <a:pt x="1879908" y="406453"/>
                  </a:lnTo>
                  <a:lnTo>
                    <a:pt x="1889652" y="407569"/>
                  </a:lnTo>
                  <a:lnTo>
                    <a:pt x="1899395" y="408673"/>
                  </a:lnTo>
                  <a:lnTo>
                    <a:pt x="1909124" y="409756"/>
                  </a:lnTo>
                  <a:lnTo>
                    <a:pt x="1918868" y="410810"/>
                  </a:lnTo>
                  <a:lnTo>
                    <a:pt x="1928612" y="411829"/>
                  </a:lnTo>
                  <a:lnTo>
                    <a:pt x="1938356" y="412803"/>
                  </a:lnTo>
                  <a:lnTo>
                    <a:pt x="1948085" y="413725"/>
                  </a:lnTo>
                  <a:lnTo>
                    <a:pt x="1957829" y="414589"/>
                  </a:lnTo>
                  <a:lnTo>
                    <a:pt x="1967573" y="415388"/>
                  </a:lnTo>
                  <a:lnTo>
                    <a:pt x="1977317" y="416114"/>
                  </a:lnTo>
                  <a:lnTo>
                    <a:pt x="1987046" y="416759"/>
                  </a:lnTo>
                  <a:lnTo>
                    <a:pt x="1996790" y="417317"/>
                  </a:lnTo>
                  <a:lnTo>
                    <a:pt x="2006534" y="417782"/>
                  </a:lnTo>
                  <a:lnTo>
                    <a:pt x="2016278" y="418149"/>
                  </a:lnTo>
                  <a:lnTo>
                    <a:pt x="2026022" y="418408"/>
                  </a:lnTo>
                  <a:lnTo>
                    <a:pt x="2035751" y="418557"/>
                  </a:lnTo>
                  <a:lnTo>
                    <a:pt x="2045495" y="418587"/>
                  </a:lnTo>
                  <a:lnTo>
                    <a:pt x="2055239" y="418496"/>
                  </a:lnTo>
                  <a:lnTo>
                    <a:pt x="2064983" y="418279"/>
                  </a:lnTo>
                  <a:lnTo>
                    <a:pt x="2074712" y="417927"/>
                  </a:lnTo>
                  <a:lnTo>
                    <a:pt x="2084456" y="417441"/>
                  </a:lnTo>
                  <a:lnTo>
                    <a:pt x="2094200" y="416814"/>
                  </a:lnTo>
                  <a:lnTo>
                    <a:pt x="2103944" y="416042"/>
                  </a:lnTo>
                  <a:lnTo>
                    <a:pt x="2113673" y="415123"/>
                  </a:lnTo>
                  <a:lnTo>
                    <a:pt x="2123417" y="414055"/>
                  </a:lnTo>
                  <a:lnTo>
                    <a:pt x="2133161" y="412831"/>
                  </a:lnTo>
                  <a:lnTo>
                    <a:pt x="2142905" y="411455"/>
                  </a:lnTo>
                  <a:lnTo>
                    <a:pt x="2152649" y="409919"/>
                  </a:lnTo>
                  <a:lnTo>
                    <a:pt x="2162377" y="408225"/>
                  </a:lnTo>
                  <a:lnTo>
                    <a:pt x="2172121" y="406370"/>
                  </a:lnTo>
                  <a:lnTo>
                    <a:pt x="2181865" y="404354"/>
                  </a:lnTo>
                  <a:lnTo>
                    <a:pt x="2191609" y="402176"/>
                  </a:lnTo>
                  <a:lnTo>
                    <a:pt x="2201338" y="399835"/>
                  </a:lnTo>
                  <a:lnTo>
                    <a:pt x="2211082" y="397332"/>
                  </a:lnTo>
                  <a:lnTo>
                    <a:pt x="2220826" y="394668"/>
                  </a:lnTo>
                  <a:lnTo>
                    <a:pt x="2230570" y="391842"/>
                  </a:lnTo>
                  <a:lnTo>
                    <a:pt x="2240299" y="388856"/>
                  </a:lnTo>
                  <a:lnTo>
                    <a:pt x="2250043" y="385712"/>
                  </a:lnTo>
                  <a:lnTo>
                    <a:pt x="2259787" y="382411"/>
                  </a:lnTo>
                  <a:lnTo>
                    <a:pt x="2269531" y="378954"/>
                  </a:lnTo>
                  <a:lnTo>
                    <a:pt x="2279260" y="375343"/>
                  </a:lnTo>
                  <a:lnTo>
                    <a:pt x="2289004" y="371582"/>
                  </a:lnTo>
                  <a:lnTo>
                    <a:pt x="2298748" y="367674"/>
                  </a:lnTo>
                  <a:lnTo>
                    <a:pt x="2308492" y="363620"/>
                  </a:lnTo>
                  <a:lnTo>
                    <a:pt x="2318236" y="359423"/>
                  </a:lnTo>
                  <a:lnTo>
                    <a:pt x="2327965" y="355089"/>
                  </a:lnTo>
                  <a:lnTo>
                    <a:pt x="2337709" y="350619"/>
                  </a:lnTo>
                  <a:lnTo>
                    <a:pt x="2347453" y="346017"/>
                  </a:lnTo>
                  <a:lnTo>
                    <a:pt x="2357197" y="341288"/>
                  </a:lnTo>
                  <a:lnTo>
                    <a:pt x="2366926" y="336435"/>
                  </a:lnTo>
                  <a:lnTo>
                    <a:pt x="2376670" y="331465"/>
                  </a:lnTo>
                  <a:lnTo>
                    <a:pt x="2386413" y="326379"/>
                  </a:lnTo>
                  <a:lnTo>
                    <a:pt x="2396157" y="321180"/>
                  </a:lnTo>
                  <a:lnTo>
                    <a:pt x="2405886" y="315878"/>
                  </a:lnTo>
                  <a:lnTo>
                    <a:pt x="2415630" y="310474"/>
                  </a:lnTo>
                  <a:lnTo>
                    <a:pt x="2425374" y="304973"/>
                  </a:lnTo>
                  <a:lnTo>
                    <a:pt x="2435118" y="299380"/>
                  </a:lnTo>
                  <a:lnTo>
                    <a:pt x="2444862" y="293702"/>
                  </a:lnTo>
                  <a:lnTo>
                    <a:pt x="2454591" y="287941"/>
                  </a:lnTo>
                  <a:lnTo>
                    <a:pt x="2464335" y="282102"/>
                  </a:lnTo>
                  <a:lnTo>
                    <a:pt x="2474079" y="276191"/>
                  </a:lnTo>
                  <a:lnTo>
                    <a:pt x="2483823" y="270212"/>
                  </a:lnTo>
                  <a:lnTo>
                    <a:pt x="2493552" y="264172"/>
                  </a:lnTo>
                  <a:lnTo>
                    <a:pt x="2503296" y="258074"/>
                  </a:lnTo>
                  <a:lnTo>
                    <a:pt x="2513040" y="251924"/>
                  </a:lnTo>
                  <a:lnTo>
                    <a:pt x="2522784" y="245726"/>
                  </a:lnTo>
                  <a:lnTo>
                    <a:pt x="2532513" y="239483"/>
                  </a:lnTo>
                  <a:lnTo>
                    <a:pt x="2542257" y="233205"/>
                  </a:lnTo>
                  <a:lnTo>
                    <a:pt x="2552001" y="226891"/>
                  </a:lnTo>
                  <a:lnTo>
                    <a:pt x="2561745" y="220548"/>
                  </a:lnTo>
                  <a:lnTo>
                    <a:pt x="2571474" y="214180"/>
                  </a:lnTo>
                  <a:lnTo>
                    <a:pt x="2581218" y="207792"/>
                  </a:lnTo>
                  <a:lnTo>
                    <a:pt x="2590962" y="201388"/>
                  </a:lnTo>
                  <a:lnTo>
                    <a:pt x="2600705" y="194971"/>
                  </a:lnTo>
                  <a:lnTo>
                    <a:pt x="2610449" y="188547"/>
                  </a:lnTo>
                  <a:lnTo>
                    <a:pt x="2620178" y="182118"/>
                  </a:lnTo>
                  <a:lnTo>
                    <a:pt x="2629922" y="175689"/>
                  </a:lnTo>
                  <a:lnTo>
                    <a:pt x="2639666" y="169263"/>
                  </a:lnTo>
                  <a:lnTo>
                    <a:pt x="2649410" y="162844"/>
                  </a:lnTo>
                  <a:lnTo>
                    <a:pt x="2659139" y="156435"/>
                  </a:lnTo>
                  <a:lnTo>
                    <a:pt x="2668883" y="150039"/>
                  </a:lnTo>
                  <a:lnTo>
                    <a:pt x="2678627" y="143657"/>
                  </a:lnTo>
                  <a:lnTo>
                    <a:pt x="2688371" y="137296"/>
                  </a:lnTo>
                  <a:lnTo>
                    <a:pt x="2698100" y="130956"/>
                  </a:lnTo>
                  <a:lnTo>
                    <a:pt x="2707844" y="124640"/>
                  </a:lnTo>
                  <a:lnTo>
                    <a:pt x="2717588" y="118350"/>
                  </a:lnTo>
                  <a:lnTo>
                    <a:pt x="2727332" y="112088"/>
                  </a:lnTo>
                  <a:lnTo>
                    <a:pt x="2737076" y="105857"/>
                  </a:lnTo>
                  <a:lnTo>
                    <a:pt x="2746805" y="99658"/>
                  </a:lnTo>
                  <a:lnTo>
                    <a:pt x="2756549" y="93493"/>
                  </a:lnTo>
                  <a:lnTo>
                    <a:pt x="2766293" y="87362"/>
                  </a:lnTo>
                  <a:lnTo>
                    <a:pt x="2776037" y="81267"/>
                  </a:lnTo>
                  <a:lnTo>
                    <a:pt x="2785766" y="75209"/>
                  </a:lnTo>
                  <a:lnTo>
                    <a:pt x="2795510" y="69189"/>
                  </a:lnTo>
                  <a:lnTo>
                    <a:pt x="2805254" y="63209"/>
                  </a:lnTo>
                  <a:lnTo>
                    <a:pt x="2814998" y="57267"/>
                  </a:lnTo>
                  <a:lnTo>
                    <a:pt x="2824727" y="51366"/>
                  </a:lnTo>
                  <a:lnTo>
                    <a:pt x="2834471" y="45503"/>
                  </a:lnTo>
                  <a:lnTo>
                    <a:pt x="2844215" y="39680"/>
                  </a:lnTo>
                  <a:lnTo>
                    <a:pt x="2853958" y="33897"/>
                  </a:lnTo>
                  <a:lnTo>
                    <a:pt x="2863687" y="28153"/>
                  </a:lnTo>
                  <a:lnTo>
                    <a:pt x="2873431" y="22448"/>
                  </a:lnTo>
                  <a:lnTo>
                    <a:pt x="2883175" y="16781"/>
                  </a:lnTo>
                  <a:lnTo>
                    <a:pt x="2892919" y="11150"/>
                  </a:lnTo>
                  <a:lnTo>
                    <a:pt x="2902663" y="5557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5" name="Freeform 874">
              <a:extLst>
                <a:ext uri="{FF2B5EF4-FFF2-40B4-BE49-F238E27FC236}">
                  <a16:creationId xmlns:a16="http://schemas.microsoft.com/office/drawing/2014/main" id="{5898CE57-4BA1-2768-94B2-087F25E86CC6}"/>
                </a:ext>
              </a:extLst>
            </p:cNvPr>
            <p:cNvSpPr/>
            <p:nvPr/>
          </p:nvSpPr>
          <p:spPr>
            <a:xfrm>
              <a:off x="576446" y="3228744"/>
              <a:ext cx="2912392" cy="680792"/>
            </a:xfrm>
            <a:custGeom>
              <a:avLst/>
              <a:gdLst>
                <a:gd name="connsiteX0" fmla="*/ 0 w 2912392"/>
                <a:gd name="connsiteY0" fmla="*/ 324886 h 680792"/>
                <a:gd name="connsiteX1" fmla="*/ 9739 w 2912392"/>
                <a:gd name="connsiteY1" fmla="*/ 333320 h 680792"/>
                <a:gd name="connsiteX2" fmla="*/ 19480 w 2912392"/>
                <a:gd name="connsiteY2" fmla="*/ 341768 h 680792"/>
                <a:gd name="connsiteX3" fmla="*/ 29221 w 2912392"/>
                <a:gd name="connsiteY3" fmla="*/ 350220 h 680792"/>
                <a:gd name="connsiteX4" fmla="*/ 38961 w 2912392"/>
                <a:gd name="connsiteY4" fmla="*/ 358668 h 680792"/>
                <a:gd name="connsiteX5" fmla="*/ 48702 w 2912392"/>
                <a:gd name="connsiteY5" fmla="*/ 367100 h 680792"/>
                <a:gd name="connsiteX6" fmla="*/ 58443 w 2912392"/>
                <a:gd name="connsiteY6" fmla="*/ 375512 h 680792"/>
                <a:gd name="connsiteX7" fmla="*/ 68182 w 2912392"/>
                <a:gd name="connsiteY7" fmla="*/ 383890 h 680792"/>
                <a:gd name="connsiteX8" fmla="*/ 77923 w 2912392"/>
                <a:gd name="connsiteY8" fmla="*/ 392229 h 680792"/>
                <a:gd name="connsiteX9" fmla="*/ 87664 w 2912392"/>
                <a:gd name="connsiteY9" fmla="*/ 400520 h 680792"/>
                <a:gd name="connsiteX10" fmla="*/ 97404 w 2912392"/>
                <a:gd name="connsiteY10" fmla="*/ 408755 h 680792"/>
                <a:gd name="connsiteX11" fmla="*/ 107145 w 2912392"/>
                <a:gd name="connsiteY11" fmla="*/ 416926 h 680792"/>
                <a:gd name="connsiteX12" fmla="*/ 116886 w 2912392"/>
                <a:gd name="connsiteY12" fmla="*/ 425025 h 680792"/>
                <a:gd name="connsiteX13" fmla="*/ 126625 w 2912392"/>
                <a:gd name="connsiteY13" fmla="*/ 433046 h 680792"/>
                <a:gd name="connsiteX14" fmla="*/ 136366 w 2912392"/>
                <a:gd name="connsiteY14" fmla="*/ 440983 h 680792"/>
                <a:gd name="connsiteX15" fmla="*/ 146107 w 2912392"/>
                <a:gd name="connsiteY15" fmla="*/ 448829 h 680792"/>
                <a:gd name="connsiteX16" fmla="*/ 155846 w 2912392"/>
                <a:gd name="connsiteY16" fmla="*/ 456578 h 680792"/>
                <a:gd name="connsiteX17" fmla="*/ 165587 w 2912392"/>
                <a:gd name="connsiteY17" fmla="*/ 464224 h 680792"/>
                <a:gd name="connsiteX18" fmla="*/ 175328 w 2912392"/>
                <a:gd name="connsiteY18" fmla="*/ 471761 h 680792"/>
                <a:gd name="connsiteX19" fmla="*/ 185068 w 2912392"/>
                <a:gd name="connsiteY19" fmla="*/ 479185 h 680792"/>
                <a:gd name="connsiteX20" fmla="*/ 194809 w 2912392"/>
                <a:gd name="connsiteY20" fmla="*/ 486492 h 680792"/>
                <a:gd name="connsiteX21" fmla="*/ 204550 w 2912392"/>
                <a:gd name="connsiteY21" fmla="*/ 493676 h 680792"/>
                <a:gd name="connsiteX22" fmla="*/ 214289 w 2912392"/>
                <a:gd name="connsiteY22" fmla="*/ 500734 h 680792"/>
                <a:gd name="connsiteX23" fmla="*/ 224030 w 2912392"/>
                <a:gd name="connsiteY23" fmla="*/ 507660 h 680792"/>
                <a:gd name="connsiteX24" fmla="*/ 233771 w 2912392"/>
                <a:gd name="connsiteY24" fmla="*/ 514454 h 680792"/>
                <a:gd name="connsiteX25" fmla="*/ 243510 w 2912392"/>
                <a:gd name="connsiteY25" fmla="*/ 521113 h 680792"/>
                <a:gd name="connsiteX26" fmla="*/ 253251 w 2912392"/>
                <a:gd name="connsiteY26" fmla="*/ 527631 h 680792"/>
                <a:gd name="connsiteX27" fmla="*/ 262992 w 2912392"/>
                <a:gd name="connsiteY27" fmla="*/ 534008 h 680792"/>
                <a:gd name="connsiteX28" fmla="*/ 272732 w 2912392"/>
                <a:gd name="connsiteY28" fmla="*/ 540240 h 680792"/>
                <a:gd name="connsiteX29" fmla="*/ 282473 w 2912392"/>
                <a:gd name="connsiteY29" fmla="*/ 546328 h 680792"/>
                <a:gd name="connsiteX30" fmla="*/ 292214 w 2912392"/>
                <a:gd name="connsiteY30" fmla="*/ 552268 h 680792"/>
                <a:gd name="connsiteX31" fmla="*/ 301953 w 2912392"/>
                <a:gd name="connsiteY31" fmla="*/ 558061 h 680792"/>
                <a:gd name="connsiteX32" fmla="*/ 311694 w 2912392"/>
                <a:gd name="connsiteY32" fmla="*/ 563703 h 680792"/>
                <a:gd name="connsiteX33" fmla="*/ 321435 w 2912392"/>
                <a:gd name="connsiteY33" fmla="*/ 569196 h 680792"/>
                <a:gd name="connsiteX34" fmla="*/ 331175 w 2912392"/>
                <a:gd name="connsiteY34" fmla="*/ 574539 h 680792"/>
                <a:gd name="connsiteX35" fmla="*/ 340916 w 2912392"/>
                <a:gd name="connsiteY35" fmla="*/ 579731 h 680792"/>
                <a:gd name="connsiteX36" fmla="*/ 350656 w 2912392"/>
                <a:gd name="connsiteY36" fmla="*/ 584773 h 680792"/>
                <a:gd name="connsiteX37" fmla="*/ 360396 w 2912392"/>
                <a:gd name="connsiteY37" fmla="*/ 589666 h 680792"/>
                <a:gd name="connsiteX38" fmla="*/ 370137 w 2912392"/>
                <a:gd name="connsiteY38" fmla="*/ 594408 h 680792"/>
                <a:gd name="connsiteX39" fmla="*/ 379878 w 2912392"/>
                <a:gd name="connsiteY39" fmla="*/ 599003 h 680792"/>
                <a:gd name="connsiteX40" fmla="*/ 389617 w 2912392"/>
                <a:gd name="connsiteY40" fmla="*/ 603449 h 680792"/>
                <a:gd name="connsiteX41" fmla="*/ 399358 w 2912392"/>
                <a:gd name="connsiteY41" fmla="*/ 607750 h 680792"/>
                <a:gd name="connsiteX42" fmla="*/ 409099 w 2912392"/>
                <a:gd name="connsiteY42" fmla="*/ 611904 h 680792"/>
                <a:gd name="connsiteX43" fmla="*/ 418839 w 2912392"/>
                <a:gd name="connsiteY43" fmla="*/ 615916 h 680792"/>
                <a:gd name="connsiteX44" fmla="*/ 428580 w 2912392"/>
                <a:gd name="connsiteY44" fmla="*/ 619786 h 680792"/>
                <a:gd name="connsiteX45" fmla="*/ 438321 w 2912392"/>
                <a:gd name="connsiteY45" fmla="*/ 623513 h 680792"/>
                <a:gd name="connsiteX46" fmla="*/ 448060 w 2912392"/>
                <a:gd name="connsiteY46" fmla="*/ 627104 h 680792"/>
                <a:gd name="connsiteX47" fmla="*/ 457801 w 2912392"/>
                <a:gd name="connsiteY47" fmla="*/ 630558 h 680792"/>
                <a:gd name="connsiteX48" fmla="*/ 467542 w 2912392"/>
                <a:gd name="connsiteY48" fmla="*/ 633877 h 680792"/>
                <a:gd name="connsiteX49" fmla="*/ 477281 w 2912392"/>
                <a:gd name="connsiteY49" fmla="*/ 637063 h 680792"/>
                <a:gd name="connsiteX50" fmla="*/ 487022 w 2912392"/>
                <a:gd name="connsiteY50" fmla="*/ 640118 h 680792"/>
                <a:gd name="connsiteX51" fmla="*/ 496763 w 2912392"/>
                <a:gd name="connsiteY51" fmla="*/ 643046 h 680792"/>
                <a:gd name="connsiteX52" fmla="*/ 506503 w 2912392"/>
                <a:gd name="connsiteY52" fmla="*/ 645848 h 680792"/>
                <a:gd name="connsiteX53" fmla="*/ 516244 w 2912392"/>
                <a:gd name="connsiteY53" fmla="*/ 648526 h 680792"/>
                <a:gd name="connsiteX54" fmla="*/ 525985 w 2912392"/>
                <a:gd name="connsiteY54" fmla="*/ 651083 h 680792"/>
                <a:gd name="connsiteX55" fmla="*/ 535724 w 2912392"/>
                <a:gd name="connsiteY55" fmla="*/ 653520 h 680792"/>
                <a:gd name="connsiteX56" fmla="*/ 545465 w 2912392"/>
                <a:gd name="connsiteY56" fmla="*/ 655840 h 680792"/>
                <a:gd name="connsiteX57" fmla="*/ 555206 w 2912392"/>
                <a:gd name="connsiteY57" fmla="*/ 658045 h 680792"/>
                <a:gd name="connsiteX58" fmla="*/ 564946 w 2912392"/>
                <a:gd name="connsiteY58" fmla="*/ 660137 h 680792"/>
                <a:gd name="connsiteX59" fmla="*/ 574687 w 2912392"/>
                <a:gd name="connsiteY59" fmla="*/ 662118 h 680792"/>
                <a:gd name="connsiteX60" fmla="*/ 584428 w 2912392"/>
                <a:gd name="connsiteY60" fmla="*/ 663990 h 680792"/>
                <a:gd name="connsiteX61" fmla="*/ 594167 w 2912392"/>
                <a:gd name="connsiteY61" fmla="*/ 665755 h 680792"/>
                <a:gd name="connsiteX62" fmla="*/ 603908 w 2912392"/>
                <a:gd name="connsiteY62" fmla="*/ 667416 h 680792"/>
                <a:gd name="connsiteX63" fmla="*/ 613649 w 2912392"/>
                <a:gd name="connsiteY63" fmla="*/ 668972 h 680792"/>
                <a:gd name="connsiteX64" fmla="*/ 623388 w 2912392"/>
                <a:gd name="connsiteY64" fmla="*/ 670427 h 680792"/>
                <a:gd name="connsiteX65" fmla="*/ 633129 w 2912392"/>
                <a:gd name="connsiteY65" fmla="*/ 671783 h 680792"/>
                <a:gd name="connsiteX66" fmla="*/ 642870 w 2912392"/>
                <a:gd name="connsiteY66" fmla="*/ 673039 h 680792"/>
                <a:gd name="connsiteX67" fmla="*/ 652610 w 2912392"/>
                <a:gd name="connsiteY67" fmla="*/ 674197 h 680792"/>
                <a:gd name="connsiteX68" fmla="*/ 662351 w 2912392"/>
                <a:gd name="connsiteY68" fmla="*/ 675259 h 680792"/>
                <a:gd name="connsiteX69" fmla="*/ 672092 w 2912392"/>
                <a:gd name="connsiteY69" fmla="*/ 676226 h 680792"/>
                <a:gd name="connsiteX70" fmla="*/ 681831 w 2912392"/>
                <a:gd name="connsiteY70" fmla="*/ 677099 h 680792"/>
                <a:gd name="connsiteX71" fmla="*/ 691572 w 2912392"/>
                <a:gd name="connsiteY71" fmla="*/ 677878 h 680792"/>
                <a:gd name="connsiteX72" fmla="*/ 701313 w 2912392"/>
                <a:gd name="connsiteY72" fmla="*/ 678565 h 680792"/>
                <a:gd name="connsiteX73" fmla="*/ 711052 w 2912392"/>
                <a:gd name="connsiteY73" fmla="*/ 679158 h 680792"/>
                <a:gd name="connsiteX74" fmla="*/ 720793 w 2912392"/>
                <a:gd name="connsiteY74" fmla="*/ 679660 h 680792"/>
                <a:gd name="connsiteX75" fmla="*/ 730534 w 2912392"/>
                <a:gd name="connsiteY75" fmla="*/ 680070 h 680792"/>
                <a:gd name="connsiteX76" fmla="*/ 740274 w 2912392"/>
                <a:gd name="connsiteY76" fmla="*/ 680389 h 680792"/>
                <a:gd name="connsiteX77" fmla="*/ 750015 w 2912392"/>
                <a:gd name="connsiteY77" fmla="*/ 680615 h 680792"/>
                <a:gd name="connsiteX78" fmla="*/ 759756 w 2912392"/>
                <a:gd name="connsiteY78" fmla="*/ 680751 h 680792"/>
                <a:gd name="connsiteX79" fmla="*/ 769495 w 2912392"/>
                <a:gd name="connsiteY79" fmla="*/ 680793 h 680792"/>
                <a:gd name="connsiteX80" fmla="*/ 779236 w 2912392"/>
                <a:gd name="connsiteY80" fmla="*/ 680743 h 680792"/>
                <a:gd name="connsiteX81" fmla="*/ 788977 w 2912392"/>
                <a:gd name="connsiteY81" fmla="*/ 680600 h 680792"/>
                <a:gd name="connsiteX82" fmla="*/ 798717 w 2912392"/>
                <a:gd name="connsiteY82" fmla="*/ 680365 h 680792"/>
                <a:gd name="connsiteX83" fmla="*/ 808458 w 2912392"/>
                <a:gd name="connsiteY83" fmla="*/ 680034 h 680792"/>
                <a:gd name="connsiteX84" fmla="*/ 818199 w 2912392"/>
                <a:gd name="connsiteY84" fmla="*/ 679608 h 680792"/>
                <a:gd name="connsiteX85" fmla="*/ 827938 w 2912392"/>
                <a:gd name="connsiteY85" fmla="*/ 679087 h 680792"/>
                <a:gd name="connsiteX86" fmla="*/ 837679 w 2912392"/>
                <a:gd name="connsiteY86" fmla="*/ 678468 h 680792"/>
                <a:gd name="connsiteX87" fmla="*/ 847420 w 2912392"/>
                <a:gd name="connsiteY87" fmla="*/ 677752 h 680792"/>
                <a:gd name="connsiteX88" fmla="*/ 857159 w 2912392"/>
                <a:gd name="connsiteY88" fmla="*/ 676937 h 680792"/>
                <a:gd name="connsiteX89" fmla="*/ 866900 w 2912392"/>
                <a:gd name="connsiteY89" fmla="*/ 676020 h 680792"/>
                <a:gd name="connsiteX90" fmla="*/ 876641 w 2912392"/>
                <a:gd name="connsiteY90" fmla="*/ 675003 h 680792"/>
                <a:gd name="connsiteX91" fmla="*/ 886381 w 2912392"/>
                <a:gd name="connsiteY91" fmla="*/ 673882 h 680792"/>
                <a:gd name="connsiteX92" fmla="*/ 896122 w 2912392"/>
                <a:gd name="connsiteY92" fmla="*/ 672658 h 680792"/>
                <a:gd name="connsiteX93" fmla="*/ 905863 w 2912392"/>
                <a:gd name="connsiteY93" fmla="*/ 671326 h 680792"/>
                <a:gd name="connsiteX94" fmla="*/ 915602 w 2912392"/>
                <a:gd name="connsiteY94" fmla="*/ 669890 h 680792"/>
                <a:gd name="connsiteX95" fmla="*/ 925343 w 2912392"/>
                <a:gd name="connsiteY95" fmla="*/ 668343 h 680792"/>
                <a:gd name="connsiteX96" fmla="*/ 935084 w 2912392"/>
                <a:gd name="connsiteY96" fmla="*/ 666688 h 680792"/>
                <a:gd name="connsiteX97" fmla="*/ 944824 w 2912392"/>
                <a:gd name="connsiteY97" fmla="*/ 664921 h 680792"/>
                <a:gd name="connsiteX98" fmla="*/ 954564 w 2912392"/>
                <a:gd name="connsiteY98" fmla="*/ 663042 h 680792"/>
                <a:gd name="connsiteX99" fmla="*/ 964305 w 2912392"/>
                <a:gd name="connsiteY99" fmla="*/ 661048 h 680792"/>
                <a:gd name="connsiteX100" fmla="*/ 974045 w 2912392"/>
                <a:gd name="connsiteY100" fmla="*/ 658940 h 680792"/>
                <a:gd name="connsiteX101" fmla="*/ 983786 w 2912392"/>
                <a:gd name="connsiteY101" fmla="*/ 656714 h 680792"/>
                <a:gd name="connsiteX102" fmla="*/ 993522 w 2912392"/>
                <a:gd name="connsiteY102" fmla="*/ 654371 h 680792"/>
                <a:gd name="connsiteX103" fmla="*/ 1003266 w 2912392"/>
                <a:gd name="connsiteY103" fmla="*/ 651909 h 680792"/>
                <a:gd name="connsiteX104" fmla="*/ 1013010 w 2912392"/>
                <a:gd name="connsiteY104" fmla="*/ 649327 h 680792"/>
                <a:gd name="connsiteX105" fmla="*/ 1022754 w 2912392"/>
                <a:gd name="connsiteY105" fmla="*/ 646623 h 680792"/>
                <a:gd name="connsiteX106" fmla="*/ 1032483 w 2912392"/>
                <a:gd name="connsiteY106" fmla="*/ 643797 h 680792"/>
                <a:gd name="connsiteX107" fmla="*/ 1042227 w 2912392"/>
                <a:gd name="connsiteY107" fmla="*/ 640848 h 680792"/>
                <a:gd name="connsiteX108" fmla="*/ 1051971 w 2912392"/>
                <a:gd name="connsiteY108" fmla="*/ 637775 h 680792"/>
                <a:gd name="connsiteX109" fmla="*/ 1061715 w 2912392"/>
                <a:gd name="connsiteY109" fmla="*/ 634576 h 680792"/>
                <a:gd name="connsiteX110" fmla="*/ 1071444 w 2912392"/>
                <a:gd name="connsiteY110" fmla="*/ 631252 h 680792"/>
                <a:gd name="connsiteX111" fmla="*/ 1081188 w 2912392"/>
                <a:gd name="connsiteY111" fmla="*/ 627801 h 680792"/>
                <a:gd name="connsiteX112" fmla="*/ 1090932 w 2912392"/>
                <a:gd name="connsiteY112" fmla="*/ 624226 h 680792"/>
                <a:gd name="connsiteX113" fmla="*/ 1100676 w 2912392"/>
                <a:gd name="connsiteY113" fmla="*/ 620522 h 680792"/>
                <a:gd name="connsiteX114" fmla="*/ 1110405 w 2912392"/>
                <a:gd name="connsiteY114" fmla="*/ 616691 h 680792"/>
                <a:gd name="connsiteX115" fmla="*/ 1120149 w 2912392"/>
                <a:gd name="connsiteY115" fmla="*/ 612733 h 680792"/>
                <a:gd name="connsiteX116" fmla="*/ 1129893 w 2912392"/>
                <a:gd name="connsiteY116" fmla="*/ 608647 h 680792"/>
                <a:gd name="connsiteX117" fmla="*/ 1139637 w 2912392"/>
                <a:gd name="connsiteY117" fmla="*/ 604434 h 680792"/>
                <a:gd name="connsiteX118" fmla="*/ 1149381 w 2912392"/>
                <a:gd name="connsiteY118" fmla="*/ 600095 h 680792"/>
                <a:gd name="connsiteX119" fmla="*/ 1159110 w 2912392"/>
                <a:gd name="connsiteY119" fmla="*/ 595629 h 680792"/>
                <a:gd name="connsiteX120" fmla="*/ 1168854 w 2912392"/>
                <a:gd name="connsiteY120" fmla="*/ 591037 h 680792"/>
                <a:gd name="connsiteX121" fmla="*/ 1178598 w 2912392"/>
                <a:gd name="connsiteY121" fmla="*/ 586318 h 680792"/>
                <a:gd name="connsiteX122" fmla="*/ 1188341 w 2912392"/>
                <a:gd name="connsiteY122" fmla="*/ 581476 h 680792"/>
                <a:gd name="connsiteX123" fmla="*/ 1198070 w 2912392"/>
                <a:gd name="connsiteY123" fmla="*/ 576509 h 680792"/>
                <a:gd name="connsiteX124" fmla="*/ 1207814 w 2912392"/>
                <a:gd name="connsiteY124" fmla="*/ 571421 h 680792"/>
                <a:gd name="connsiteX125" fmla="*/ 1217558 w 2912392"/>
                <a:gd name="connsiteY125" fmla="*/ 566211 h 680792"/>
                <a:gd name="connsiteX126" fmla="*/ 1227302 w 2912392"/>
                <a:gd name="connsiteY126" fmla="*/ 560880 h 680792"/>
                <a:gd name="connsiteX127" fmla="*/ 1237031 w 2912392"/>
                <a:gd name="connsiteY127" fmla="*/ 555431 h 680792"/>
                <a:gd name="connsiteX128" fmla="*/ 1246775 w 2912392"/>
                <a:gd name="connsiteY128" fmla="*/ 549865 h 680792"/>
                <a:gd name="connsiteX129" fmla="*/ 1256519 w 2912392"/>
                <a:gd name="connsiteY129" fmla="*/ 544184 h 680792"/>
                <a:gd name="connsiteX130" fmla="*/ 1266263 w 2912392"/>
                <a:gd name="connsiteY130" fmla="*/ 538390 h 680792"/>
                <a:gd name="connsiteX131" fmla="*/ 1276007 w 2912392"/>
                <a:gd name="connsiteY131" fmla="*/ 532484 h 680792"/>
                <a:gd name="connsiteX132" fmla="*/ 1285736 w 2912392"/>
                <a:gd name="connsiteY132" fmla="*/ 526469 h 680792"/>
                <a:gd name="connsiteX133" fmla="*/ 1295480 w 2912392"/>
                <a:gd name="connsiteY133" fmla="*/ 520348 h 680792"/>
                <a:gd name="connsiteX134" fmla="*/ 1305224 w 2912392"/>
                <a:gd name="connsiteY134" fmla="*/ 514124 h 680792"/>
                <a:gd name="connsiteX135" fmla="*/ 1314968 w 2912392"/>
                <a:gd name="connsiteY135" fmla="*/ 507796 h 680792"/>
                <a:gd name="connsiteX136" fmla="*/ 1324697 w 2912392"/>
                <a:gd name="connsiteY136" fmla="*/ 501372 h 680792"/>
                <a:gd name="connsiteX137" fmla="*/ 1334441 w 2912392"/>
                <a:gd name="connsiteY137" fmla="*/ 494852 h 680792"/>
                <a:gd name="connsiteX138" fmla="*/ 1344185 w 2912392"/>
                <a:gd name="connsiteY138" fmla="*/ 488238 h 680792"/>
                <a:gd name="connsiteX139" fmla="*/ 1353929 w 2912392"/>
                <a:gd name="connsiteY139" fmla="*/ 481537 h 680792"/>
                <a:gd name="connsiteX140" fmla="*/ 1363658 w 2912392"/>
                <a:gd name="connsiteY140" fmla="*/ 474747 h 680792"/>
                <a:gd name="connsiteX141" fmla="*/ 1373402 w 2912392"/>
                <a:gd name="connsiteY141" fmla="*/ 467877 h 680792"/>
                <a:gd name="connsiteX142" fmla="*/ 1383146 w 2912392"/>
                <a:gd name="connsiteY142" fmla="*/ 460928 h 680792"/>
                <a:gd name="connsiteX143" fmla="*/ 1392890 w 2912392"/>
                <a:gd name="connsiteY143" fmla="*/ 453903 h 680792"/>
                <a:gd name="connsiteX144" fmla="*/ 1402619 w 2912392"/>
                <a:gd name="connsiteY144" fmla="*/ 446807 h 680792"/>
                <a:gd name="connsiteX145" fmla="*/ 1412363 w 2912392"/>
                <a:gd name="connsiteY145" fmla="*/ 439645 h 680792"/>
                <a:gd name="connsiteX146" fmla="*/ 1422106 w 2912392"/>
                <a:gd name="connsiteY146" fmla="*/ 432419 h 680792"/>
                <a:gd name="connsiteX147" fmla="*/ 1431850 w 2912392"/>
                <a:gd name="connsiteY147" fmla="*/ 425133 h 680792"/>
                <a:gd name="connsiteX148" fmla="*/ 1441594 w 2912392"/>
                <a:gd name="connsiteY148" fmla="*/ 417794 h 680792"/>
                <a:gd name="connsiteX149" fmla="*/ 1451323 w 2912392"/>
                <a:gd name="connsiteY149" fmla="*/ 410404 h 680792"/>
                <a:gd name="connsiteX150" fmla="*/ 1461067 w 2912392"/>
                <a:gd name="connsiteY150" fmla="*/ 402968 h 680792"/>
                <a:gd name="connsiteX151" fmla="*/ 1470811 w 2912392"/>
                <a:gd name="connsiteY151" fmla="*/ 395492 h 680792"/>
                <a:gd name="connsiteX152" fmla="*/ 1480555 w 2912392"/>
                <a:gd name="connsiteY152" fmla="*/ 387980 h 680792"/>
                <a:gd name="connsiteX153" fmla="*/ 1490284 w 2912392"/>
                <a:gd name="connsiteY153" fmla="*/ 380435 h 680792"/>
                <a:gd name="connsiteX154" fmla="*/ 1500028 w 2912392"/>
                <a:gd name="connsiteY154" fmla="*/ 372865 h 680792"/>
                <a:gd name="connsiteX155" fmla="*/ 1509772 w 2912392"/>
                <a:gd name="connsiteY155" fmla="*/ 365271 h 680792"/>
                <a:gd name="connsiteX156" fmla="*/ 1519516 w 2912392"/>
                <a:gd name="connsiteY156" fmla="*/ 357662 h 680792"/>
                <a:gd name="connsiteX157" fmla="*/ 1529245 w 2912392"/>
                <a:gd name="connsiteY157" fmla="*/ 350040 h 680792"/>
                <a:gd name="connsiteX158" fmla="*/ 1538989 w 2912392"/>
                <a:gd name="connsiteY158" fmla="*/ 342410 h 680792"/>
                <a:gd name="connsiteX159" fmla="*/ 1548733 w 2912392"/>
                <a:gd name="connsiteY159" fmla="*/ 334780 h 680792"/>
                <a:gd name="connsiteX160" fmla="*/ 1558477 w 2912392"/>
                <a:gd name="connsiteY160" fmla="*/ 327152 h 680792"/>
                <a:gd name="connsiteX161" fmla="*/ 1568221 w 2912392"/>
                <a:gd name="connsiteY161" fmla="*/ 319534 h 680792"/>
                <a:gd name="connsiteX162" fmla="*/ 1577950 w 2912392"/>
                <a:gd name="connsiteY162" fmla="*/ 311928 h 680792"/>
                <a:gd name="connsiteX163" fmla="*/ 1587694 w 2912392"/>
                <a:gd name="connsiteY163" fmla="*/ 304340 h 680792"/>
                <a:gd name="connsiteX164" fmla="*/ 1597438 w 2912392"/>
                <a:gd name="connsiteY164" fmla="*/ 296777 h 680792"/>
                <a:gd name="connsiteX165" fmla="*/ 1607182 w 2912392"/>
                <a:gd name="connsiteY165" fmla="*/ 289241 h 680792"/>
                <a:gd name="connsiteX166" fmla="*/ 1616911 w 2912392"/>
                <a:gd name="connsiteY166" fmla="*/ 281740 h 680792"/>
                <a:gd name="connsiteX167" fmla="*/ 1626655 w 2912392"/>
                <a:gd name="connsiteY167" fmla="*/ 274278 h 680792"/>
                <a:gd name="connsiteX168" fmla="*/ 1636399 w 2912392"/>
                <a:gd name="connsiteY168" fmla="*/ 266859 h 680792"/>
                <a:gd name="connsiteX169" fmla="*/ 1646142 w 2912392"/>
                <a:gd name="connsiteY169" fmla="*/ 259487 h 680792"/>
                <a:gd name="connsiteX170" fmla="*/ 1655872 w 2912392"/>
                <a:gd name="connsiteY170" fmla="*/ 252170 h 680792"/>
                <a:gd name="connsiteX171" fmla="*/ 1665616 w 2912392"/>
                <a:gd name="connsiteY171" fmla="*/ 244909 h 680792"/>
                <a:gd name="connsiteX172" fmla="*/ 1675359 w 2912392"/>
                <a:gd name="connsiteY172" fmla="*/ 237712 h 680792"/>
                <a:gd name="connsiteX173" fmla="*/ 1685103 w 2912392"/>
                <a:gd name="connsiteY173" fmla="*/ 230581 h 680792"/>
                <a:gd name="connsiteX174" fmla="*/ 1694832 w 2912392"/>
                <a:gd name="connsiteY174" fmla="*/ 223520 h 680792"/>
                <a:gd name="connsiteX175" fmla="*/ 1704576 w 2912392"/>
                <a:gd name="connsiteY175" fmla="*/ 216537 h 680792"/>
                <a:gd name="connsiteX176" fmla="*/ 1714320 w 2912392"/>
                <a:gd name="connsiteY176" fmla="*/ 209632 h 680792"/>
                <a:gd name="connsiteX177" fmla="*/ 1724064 w 2912392"/>
                <a:gd name="connsiteY177" fmla="*/ 202811 h 680792"/>
                <a:gd name="connsiteX178" fmla="*/ 1733808 w 2912392"/>
                <a:gd name="connsiteY178" fmla="*/ 196077 h 680792"/>
                <a:gd name="connsiteX179" fmla="*/ 1743537 w 2912392"/>
                <a:gd name="connsiteY179" fmla="*/ 189435 h 680792"/>
                <a:gd name="connsiteX180" fmla="*/ 1753281 w 2912392"/>
                <a:gd name="connsiteY180" fmla="*/ 182886 h 680792"/>
                <a:gd name="connsiteX181" fmla="*/ 1763025 w 2912392"/>
                <a:gd name="connsiteY181" fmla="*/ 176437 h 680792"/>
                <a:gd name="connsiteX182" fmla="*/ 1772769 w 2912392"/>
                <a:gd name="connsiteY182" fmla="*/ 170088 h 680792"/>
                <a:gd name="connsiteX183" fmla="*/ 1782498 w 2912392"/>
                <a:gd name="connsiteY183" fmla="*/ 163843 h 680792"/>
                <a:gd name="connsiteX184" fmla="*/ 1792242 w 2912392"/>
                <a:gd name="connsiteY184" fmla="*/ 157704 h 680792"/>
                <a:gd name="connsiteX185" fmla="*/ 1801986 w 2912392"/>
                <a:gd name="connsiteY185" fmla="*/ 151676 h 680792"/>
                <a:gd name="connsiteX186" fmla="*/ 1811730 w 2912392"/>
                <a:gd name="connsiteY186" fmla="*/ 145760 h 680792"/>
                <a:gd name="connsiteX187" fmla="*/ 1821459 w 2912392"/>
                <a:gd name="connsiteY187" fmla="*/ 139958 h 680792"/>
                <a:gd name="connsiteX188" fmla="*/ 1831203 w 2912392"/>
                <a:gd name="connsiteY188" fmla="*/ 134271 h 680792"/>
                <a:gd name="connsiteX189" fmla="*/ 1840947 w 2912392"/>
                <a:gd name="connsiteY189" fmla="*/ 128703 h 680792"/>
                <a:gd name="connsiteX190" fmla="*/ 1850691 w 2912392"/>
                <a:gd name="connsiteY190" fmla="*/ 123255 h 680792"/>
                <a:gd name="connsiteX191" fmla="*/ 1860435 w 2912392"/>
                <a:gd name="connsiteY191" fmla="*/ 117928 h 680792"/>
                <a:gd name="connsiteX192" fmla="*/ 1870164 w 2912392"/>
                <a:gd name="connsiteY192" fmla="*/ 112723 h 680792"/>
                <a:gd name="connsiteX193" fmla="*/ 1879908 w 2912392"/>
                <a:gd name="connsiteY193" fmla="*/ 107642 h 680792"/>
                <a:gd name="connsiteX194" fmla="*/ 1889652 w 2912392"/>
                <a:gd name="connsiteY194" fmla="*/ 102685 h 680792"/>
                <a:gd name="connsiteX195" fmla="*/ 1899395 w 2912392"/>
                <a:gd name="connsiteY195" fmla="*/ 97852 h 680792"/>
                <a:gd name="connsiteX196" fmla="*/ 1909124 w 2912392"/>
                <a:gd name="connsiteY196" fmla="*/ 93145 h 680792"/>
                <a:gd name="connsiteX197" fmla="*/ 1918868 w 2912392"/>
                <a:gd name="connsiteY197" fmla="*/ 88566 h 680792"/>
                <a:gd name="connsiteX198" fmla="*/ 1928612 w 2912392"/>
                <a:gd name="connsiteY198" fmla="*/ 84111 h 680792"/>
                <a:gd name="connsiteX199" fmla="*/ 1938356 w 2912392"/>
                <a:gd name="connsiteY199" fmla="*/ 79781 h 680792"/>
                <a:gd name="connsiteX200" fmla="*/ 1948085 w 2912392"/>
                <a:gd name="connsiteY200" fmla="*/ 75578 h 680792"/>
                <a:gd name="connsiteX201" fmla="*/ 1957829 w 2912392"/>
                <a:gd name="connsiteY201" fmla="*/ 71500 h 680792"/>
                <a:gd name="connsiteX202" fmla="*/ 1967573 w 2912392"/>
                <a:gd name="connsiteY202" fmla="*/ 67546 h 680792"/>
                <a:gd name="connsiteX203" fmla="*/ 1977317 w 2912392"/>
                <a:gd name="connsiteY203" fmla="*/ 63719 h 680792"/>
                <a:gd name="connsiteX204" fmla="*/ 1987046 w 2912392"/>
                <a:gd name="connsiteY204" fmla="*/ 60012 h 680792"/>
                <a:gd name="connsiteX205" fmla="*/ 1996790 w 2912392"/>
                <a:gd name="connsiteY205" fmla="*/ 56430 h 680792"/>
                <a:gd name="connsiteX206" fmla="*/ 2006534 w 2912392"/>
                <a:gd name="connsiteY206" fmla="*/ 52969 h 680792"/>
                <a:gd name="connsiteX207" fmla="*/ 2016278 w 2912392"/>
                <a:gd name="connsiteY207" fmla="*/ 49627 h 680792"/>
                <a:gd name="connsiteX208" fmla="*/ 2026022 w 2912392"/>
                <a:gd name="connsiteY208" fmla="*/ 46407 h 680792"/>
                <a:gd name="connsiteX209" fmla="*/ 2035751 w 2912392"/>
                <a:gd name="connsiteY209" fmla="*/ 43304 h 680792"/>
                <a:gd name="connsiteX210" fmla="*/ 2045495 w 2912392"/>
                <a:gd name="connsiteY210" fmla="*/ 40318 h 680792"/>
                <a:gd name="connsiteX211" fmla="*/ 2055239 w 2912392"/>
                <a:gd name="connsiteY211" fmla="*/ 37449 h 680792"/>
                <a:gd name="connsiteX212" fmla="*/ 2064983 w 2912392"/>
                <a:gd name="connsiteY212" fmla="*/ 34692 h 680792"/>
                <a:gd name="connsiteX213" fmla="*/ 2074712 w 2912392"/>
                <a:gd name="connsiteY213" fmla="*/ 32051 h 680792"/>
                <a:gd name="connsiteX214" fmla="*/ 2084456 w 2912392"/>
                <a:gd name="connsiteY214" fmla="*/ 29519 h 680792"/>
                <a:gd name="connsiteX215" fmla="*/ 2094200 w 2912392"/>
                <a:gd name="connsiteY215" fmla="*/ 27100 h 680792"/>
                <a:gd name="connsiteX216" fmla="*/ 2103944 w 2912392"/>
                <a:gd name="connsiteY216" fmla="*/ 24789 h 680792"/>
                <a:gd name="connsiteX217" fmla="*/ 2113673 w 2912392"/>
                <a:gd name="connsiteY217" fmla="*/ 22585 h 680792"/>
                <a:gd name="connsiteX218" fmla="*/ 2123417 w 2912392"/>
                <a:gd name="connsiteY218" fmla="*/ 20489 h 680792"/>
                <a:gd name="connsiteX219" fmla="*/ 2133161 w 2912392"/>
                <a:gd name="connsiteY219" fmla="*/ 18499 h 680792"/>
                <a:gd name="connsiteX220" fmla="*/ 2142905 w 2912392"/>
                <a:gd name="connsiteY220" fmla="*/ 16612 h 680792"/>
                <a:gd name="connsiteX221" fmla="*/ 2152649 w 2912392"/>
                <a:gd name="connsiteY221" fmla="*/ 14829 h 680792"/>
                <a:gd name="connsiteX222" fmla="*/ 2162377 w 2912392"/>
                <a:gd name="connsiteY222" fmla="*/ 13148 h 680792"/>
                <a:gd name="connsiteX223" fmla="*/ 2172121 w 2912392"/>
                <a:gd name="connsiteY223" fmla="*/ 11571 h 680792"/>
                <a:gd name="connsiteX224" fmla="*/ 2181865 w 2912392"/>
                <a:gd name="connsiteY224" fmla="*/ 10093 h 680792"/>
                <a:gd name="connsiteX225" fmla="*/ 2191609 w 2912392"/>
                <a:gd name="connsiteY225" fmla="*/ 8716 h 680792"/>
                <a:gd name="connsiteX226" fmla="*/ 2201338 w 2912392"/>
                <a:gd name="connsiteY226" fmla="*/ 7441 h 680792"/>
                <a:gd name="connsiteX227" fmla="*/ 2211082 w 2912392"/>
                <a:gd name="connsiteY227" fmla="*/ 6264 h 680792"/>
                <a:gd name="connsiteX228" fmla="*/ 2220826 w 2912392"/>
                <a:gd name="connsiteY228" fmla="*/ 5186 h 680792"/>
                <a:gd name="connsiteX229" fmla="*/ 2230570 w 2912392"/>
                <a:gd name="connsiteY229" fmla="*/ 4210 h 680792"/>
                <a:gd name="connsiteX230" fmla="*/ 2240299 w 2912392"/>
                <a:gd name="connsiteY230" fmla="*/ 3333 h 680792"/>
                <a:gd name="connsiteX231" fmla="*/ 2250043 w 2912392"/>
                <a:gd name="connsiteY231" fmla="*/ 2557 h 680792"/>
                <a:gd name="connsiteX232" fmla="*/ 2259787 w 2912392"/>
                <a:gd name="connsiteY232" fmla="*/ 1882 h 680792"/>
                <a:gd name="connsiteX233" fmla="*/ 2269531 w 2912392"/>
                <a:gd name="connsiteY233" fmla="*/ 1308 h 680792"/>
                <a:gd name="connsiteX234" fmla="*/ 2279260 w 2912392"/>
                <a:gd name="connsiteY234" fmla="*/ 837 h 680792"/>
                <a:gd name="connsiteX235" fmla="*/ 2289004 w 2912392"/>
                <a:gd name="connsiteY235" fmla="*/ 469 h 680792"/>
                <a:gd name="connsiteX236" fmla="*/ 2298748 w 2912392"/>
                <a:gd name="connsiteY236" fmla="*/ 206 h 680792"/>
                <a:gd name="connsiteX237" fmla="*/ 2308492 w 2912392"/>
                <a:gd name="connsiteY237" fmla="*/ 49 h 680792"/>
                <a:gd name="connsiteX238" fmla="*/ 2318236 w 2912392"/>
                <a:gd name="connsiteY238" fmla="*/ 0 h 680792"/>
                <a:gd name="connsiteX239" fmla="*/ 2327965 w 2912392"/>
                <a:gd name="connsiteY239" fmla="*/ 60 h 680792"/>
                <a:gd name="connsiteX240" fmla="*/ 2337709 w 2912392"/>
                <a:gd name="connsiteY240" fmla="*/ 231 h 680792"/>
                <a:gd name="connsiteX241" fmla="*/ 2347453 w 2912392"/>
                <a:gd name="connsiteY241" fmla="*/ 514 h 680792"/>
                <a:gd name="connsiteX242" fmla="*/ 2357197 w 2912392"/>
                <a:gd name="connsiteY242" fmla="*/ 913 h 680792"/>
                <a:gd name="connsiteX243" fmla="*/ 2366926 w 2912392"/>
                <a:gd name="connsiteY243" fmla="*/ 1430 h 680792"/>
                <a:gd name="connsiteX244" fmla="*/ 2376670 w 2912392"/>
                <a:gd name="connsiteY244" fmla="*/ 2065 h 680792"/>
                <a:gd name="connsiteX245" fmla="*/ 2386413 w 2912392"/>
                <a:gd name="connsiteY245" fmla="*/ 2823 h 680792"/>
                <a:gd name="connsiteX246" fmla="*/ 2396157 w 2912392"/>
                <a:gd name="connsiteY246" fmla="*/ 3705 h 680792"/>
                <a:gd name="connsiteX247" fmla="*/ 2405886 w 2912392"/>
                <a:gd name="connsiteY247" fmla="*/ 4714 h 680792"/>
                <a:gd name="connsiteX248" fmla="*/ 2415630 w 2912392"/>
                <a:gd name="connsiteY248" fmla="*/ 5852 h 680792"/>
                <a:gd name="connsiteX249" fmla="*/ 2425374 w 2912392"/>
                <a:gd name="connsiteY249" fmla="*/ 7123 h 680792"/>
                <a:gd name="connsiteX250" fmla="*/ 2435118 w 2912392"/>
                <a:gd name="connsiteY250" fmla="*/ 8530 h 680792"/>
                <a:gd name="connsiteX251" fmla="*/ 2444862 w 2912392"/>
                <a:gd name="connsiteY251" fmla="*/ 10073 h 680792"/>
                <a:gd name="connsiteX252" fmla="*/ 2454591 w 2912392"/>
                <a:gd name="connsiteY252" fmla="*/ 11757 h 680792"/>
                <a:gd name="connsiteX253" fmla="*/ 2464335 w 2912392"/>
                <a:gd name="connsiteY253" fmla="*/ 13582 h 680792"/>
                <a:gd name="connsiteX254" fmla="*/ 2474079 w 2912392"/>
                <a:gd name="connsiteY254" fmla="*/ 15555 h 680792"/>
                <a:gd name="connsiteX255" fmla="*/ 2483823 w 2912392"/>
                <a:gd name="connsiteY255" fmla="*/ 17675 h 680792"/>
                <a:gd name="connsiteX256" fmla="*/ 2493552 w 2912392"/>
                <a:gd name="connsiteY256" fmla="*/ 19944 h 680792"/>
                <a:gd name="connsiteX257" fmla="*/ 2503296 w 2912392"/>
                <a:gd name="connsiteY257" fmla="*/ 22368 h 680792"/>
                <a:gd name="connsiteX258" fmla="*/ 2513040 w 2912392"/>
                <a:gd name="connsiteY258" fmla="*/ 24945 h 680792"/>
                <a:gd name="connsiteX259" fmla="*/ 2522784 w 2912392"/>
                <a:gd name="connsiteY259" fmla="*/ 27681 h 680792"/>
                <a:gd name="connsiteX260" fmla="*/ 2532513 w 2912392"/>
                <a:gd name="connsiteY260" fmla="*/ 30574 h 680792"/>
                <a:gd name="connsiteX261" fmla="*/ 2542257 w 2912392"/>
                <a:gd name="connsiteY261" fmla="*/ 33629 h 680792"/>
                <a:gd name="connsiteX262" fmla="*/ 2552001 w 2912392"/>
                <a:gd name="connsiteY262" fmla="*/ 36845 h 680792"/>
                <a:gd name="connsiteX263" fmla="*/ 2561745 w 2912392"/>
                <a:gd name="connsiteY263" fmla="*/ 40226 h 680792"/>
                <a:gd name="connsiteX264" fmla="*/ 2571474 w 2912392"/>
                <a:gd name="connsiteY264" fmla="*/ 43770 h 680792"/>
                <a:gd name="connsiteX265" fmla="*/ 2581218 w 2912392"/>
                <a:gd name="connsiteY265" fmla="*/ 47480 h 680792"/>
                <a:gd name="connsiteX266" fmla="*/ 2590962 w 2912392"/>
                <a:gd name="connsiteY266" fmla="*/ 51355 h 680792"/>
                <a:gd name="connsiteX267" fmla="*/ 2600705 w 2912392"/>
                <a:gd name="connsiteY267" fmla="*/ 55397 h 680792"/>
                <a:gd name="connsiteX268" fmla="*/ 2610449 w 2912392"/>
                <a:gd name="connsiteY268" fmla="*/ 59605 h 680792"/>
                <a:gd name="connsiteX269" fmla="*/ 2620178 w 2912392"/>
                <a:gd name="connsiteY269" fmla="*/ 63979 h 680792"/>
                <a:gd name="connsiteX270" fmla="*/ 2629922 w 2912392"/>
                <a:gd name="connsiteY270" fmla="*/ 68517 h 680792"/>
                <a:gd name="connsiteX271" fmla="*/ 2639666 w 2912392"/>
                <a:gd name="connsiteY271" fmla="*/ 73221 h 680792"/>
                <a:gd name="connsiteX272" fmla="*/ 2649410 w 2912392"/>
                <a:gd name="connsiteY272" fmla="*/ 78087 h 680792"/>
                <a:gd name="connsiteX273" fmla="*/ 2659139 w 2912392"/>
                <a:gd name="connsiteY273" fmla="*/ 83114 h 680792"/>
                <a:gd name="connsiteX274" fmla="*/ 2668883 w 2912392"/>
                <a:gd name="connsiteY274" fmla="*/ 88299 h 680792"/>
                <a:gd name="connsiteX275" fmla="*/ 2678627 w 2912392"/>
                <a:gd name="connsiteY275" fmla="*/ 93642 h 680792"/>
                <a:gd name="connsiteX276" fmla="*/ 2688371 w 2912392"/>
                <a:gd name="connsiteY276" fmla="*/ 99138 h 680792"/>
                <a:gd name="connsiteX277" fmla="*/ 2698100 w 2912392"/>
                <a:gd name="connsiteY277" fmla="*/ 104785 h 680792"/>
                <a:gd name="connsiteX278" fmla="*/ 2707844 w 2912392"/>
                <a:gd name="connsiteY278" fmla="*/ 110579 h 680792"/>
                <a:gd name="connsiteX279" fmla="*/ 2717588 w 2912392"/>
                <a:gd name="connsiteY279" fmla="*/ 116516 h 680792"/>
                <a:gd name="connsiteX280" fmla="*/ 2727332 w 2912392"/>
                <a:gd name="connsiteY280" fmla="*/ 122592 h 680792"/>
                <a:gd name="connsiteX281" fmla="*/ 2737076 w 2912392"/>
                <a:gd name="connsiteY281" fmla="*/ 128803 h 680792"/>
                <a:gd name="connsiteX282" fmla="*/ 2746805 w 2912392"/>
                <a:gd name="connsiteY282" fmla="*/ 135143 h 680792"/>
                <a:gd name="connsiteX283" fmla="*/ 2756549 w 2912392"/>
                <a:gd name="connsiteY283" fmla="*/ 141606 h 680792"/>
                <a:gd name="connsiteX284" fmla="*/ 2766293 w 2912392"/>
                <a:gd name="connsiteY284" fmla="*/ 148187 h 680792"/>
                <a:gd name="connsiteX285" fmla="*/ 2776037 w 2912392"/>
                <a:gd name="connsiteY285" fmla="*/ 154879 h 680792"/>
                <a:gd name="connsiteX286" fmla="*/ 2785766 w 2912392"/>
                <a:gd name="connsiteY286" fmla="*/ 161678 h 680792"/>
                <a:gd name="connsiteX287" fmla="*/ 2795510 w 2912392"/>
                <a:gd name="connsiteY287" fmla="*/ 168576 h 680792"/>
                <a:gd name="connsiteX288" fmla="*/ 2805254 w 2912392"/>
                <a:gd name="connsiteY288" fmla="*/ 175565 h 680792"/>
                <a:gd name="connsiteX289" fmla="*/ 2814998 w 2912392"/>
                <a:gd name="connsiteY289" fmla="*/ 182638 h 680792"/>
                <a:gd name="connsiteX290" fmla="*/ 2824727 w 2912392"/>
                <a:gd name="connsiteY290" fmla="*/ 189788 h 680792"/>
                <a:gd name="connsiteX291" fmla="*/ 2834471 w 2912392"/>
                <a:gd name="connsiteY291" fmla="*/ 197006 h 680792"/>
                <a:gd name="connsiteX292" fmla="*/ 2844215 w 2912392"/>
                <a:gd name="connsiteY292" fmla="*/ 204286 h 680792"/>
                <a:gd name="connsiteX293" fmla="*/ 2853958 w 2912392"/>
                <a:gd name="connsiteY293" fmla="*/ 211616 h 680792"/>
                <a:gd name="connsiteX294" fmla="*/ 2863687 w 2912392"/>
                <a:gd name="connsiteY294" fmla="*/ 218991 h 680792"/>
                <a:gd name="connsiteX295" fmla="*/ 2873431 w 2912392"/>
                <a:gd name="connsiteY295" fmla="*/ 226402 h 680792"/>
                <a:gd name="connsiteX296" fmla="*/ 2883175 w 2912392"/>
                <a:gd name="connsiteY296" fmla="*/ 233837 h 680792"/>
                <a:gd name="connsiteX297" fmla="*/ 2892919 w 2912392"/>
                <a:gd name="connsiteY297" fmla="*/ 241289 h 680792"/>
                <a:gd name="connsiteX298" fmla="*/ 2902663 w 2912392"/>
                <a:gd name="connsiteY298" fmla="*/ 248749 h 680792"/>
                <a:gd name="connsiteX299" fmla="*/ 2912392 w 2912392"/>
                <a:gd name="connsiteY299" fmla="*/ 256206 h 680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80792">
                  <a:moveTo>
                    <a:pt x="0" y="324886"/>
                  </a:moveTo>
                  <a:lnTo>
                    <a:pt x="9739" y="333320"/>
                  </a:lnTo>
                  <a:lnTo>
                    <a:pt x="19480" y="341768"/>
                  </a:lnTo>
                  <a:lnTo>
                    <a:pt x="29221" y="350220"/>
                  </a:lnTo>
                  <a:lnTo>
                    <a:pt x="38961" y="358668"/>
                  </a:lnTo>
                  <a:lnTo>
                    <a:pt x="48702" y="367100"/>
                  </a:lnTo>
                  <a:lnTo>
                    <a:pt x="58443" y="375512"/>
                  </a:lnTo>
                  <a:lnTo>
                    <a:pt x="68182" y="383890"/>
                  </a:lnTo>
                  <a:lnTo>
                    <a:pt x="77923" y="392229"/>
                  </a:lnTo>
                  <a:lnTo>
                    <a:pt x="87664" y="400520"/>
                  </a:lnTo>
                  <a:lnTo>
                    <a:pt x="97404" y="408755"/>
                  </a:lnTo>
                  <a:lnTo>
                    <a:pt x="107145" y="416926"/>
                  </a:lnTo>
                  <a:lnTo>
                    <a:pt x="116886" y="425025"/>
                  </a:lnTo>
                  <a:lnTo>
                    <a:pt x="126625" y="433046"/>
                  </a:lnTo>
                  <a:lnTo>
                    <a:pt x="136366" y="440983"/>
                  </a:lnTo>
                  <a:lnTo>
                    <a:pt x="146107" y="448829"/>
                  </a:lnTo>
                  <a:lnTo>
                    <a:pt x="155846" y="456578"/>
                  </a:lnTo>
                  <a:lnTo>
                    <a:pt x="165587" y="464224"/>
                  </a:lnTo>
                  <a:lnTo>
                    <a:pt x="175328" y="471761"/>
                  </a:lnTo>
                  <a:lnTo>
                    <a:pt x="185068" y="479185"/>
                  </a:lnTo>
                  <a:lnTo>
                    <a:pt x="194809" y="486492"/>
                  </a:lnTo>
                  <a:lnTo>
                    <a:pt x="204550" y="493676"/>
                  </a:lnTo>
                  <a:lnTo>
                    <a:pt x="214289" y="500734"/>
                  </a:lnTo>
                  <a:lnTo>
                    <a:pt x="224030" y="507660"/>
                  </a:lnTo>
                  <a:lnTo>
                    <a:pt x="233771" y="514454"/>
                  </a:lnTo>
                  <a:lnTo>
                    <a:pt x="243510" y="521113"/>
                  </a:lnTo>
                  <a:lnTo>
                    <a:pt x="253251" y="527631"/>
                  </a:lnTo>
                  <a:lnTo>
                    <a:pt x="262992" y="534008"/>
                  </a:lnTo>
                  <a:lnTo>
                    <a:pt x="272732" y="540240"/>
                  </a:lnTo>
                  <a:lnTo>
                    <a:pt x="282473" y="546328"/>
                  </a:lnTo>
                  <a:lnTo>
                    <a:pt x="292214" y="552268"/>
                  </a:lnTo>
                  <a:lnTo>
                    <a:pt x="301953" y="558061"/>
                  </a:lnTo>
                  <a:lnTo>
                    <a:pt x="311694" y="563703"/>
                  </a:lnTo>
                  <a:lnTo>
                    <a:pt x="321435" y="569196"/>
                  </a:lnTo>
                  <a:lnTo>
                    <a:pt x="331175" y="574539"/>
                  </a:lnTo>
                  <a:lnTo>
                    <a:pt x="340916" y="579731"/>
                  </a:lnTo>
                  <a:lnTo>
                    <a:pt x="350656" y="584773"/>
                  </a:lnTo>
                  <a:lnTo>
                    <a:pt x="360396" y="589666"/>
                  </a:lnTo>
                  <a:lnTo>
                    <a:pt x="370137" y="594408"/>
                  </a:lnTo>
                  <a:lnTo>
                    <a:pt x="379878" y="599003"/>
                  </a:lnTo>
                  <a:lnTo>
                    <a:pt x="389617" y="603449"/>
                  </a:lnTo>
                  <a:lnTo>
                    <a:pt x="399358" y="607750"/>
                  </a:lnTo>
                  <a:lnTo>
                    <a:pt x="409099" y="611904"/>
                  </a:lnTo>
                  <a:lnTo>
                    <a:pt x="418839" y="615916"/>
                  </a:lnTo>
                  <a:lnTo>
                    <a:pt x="428580" y="619786"/>
                  </a:lnTo>
                  <a:lnTo>
                    <a:pt x="438321" y="623513"/>
                  </a:lnTo>
                  <a:lnTo>
                    <a:pt x="448060" y="627104"/>
                  </a:lnTo>
                  <a:lnTo>
                    <a:pt x="457801" y="630558"/>
                  </a:lnTo>
                  <a:lnTo>
                    <a:pt x="467542" y="633877"/>
                  </a:lnTo>
                  <a:lnTo>
                    <a:pt x="477281" y="637063"/>
                  </a:lnTo>
                  <a:lnTo>
                    <a:pt x="487022" y="640118"/>
                  </a:lnTo>
                  <a:lnTo>
                    <a:pt x="496763" y="643046"/>
                  </a:lnTo>
                  <a:lnTo>
                    <a:pt x="506503" y="645848"/>
                  </a:lnTo>
                  <a:lnTo>
                    <a:pt x="516244" y="648526"/>
                  </a:lnTo>
                  <a:lnTo>
                    <a:pt x="525985" y="651083"/>
                  </a:lnTo>
                  <a:lnTo>
                    <a:pt x="535724" y="653520"/>
                  </a:lnTo>
                  <a:lnTo>
                    <a:pt x="545465" y="655840"/>
                  </a:lnTo>
                  <a:lnTo>
                    <a:pt x="555206" y="658045"/>
                  </a:lnTo>
                  <a:lnTo>
                    <a:pt x="564946" y="660137"/>
                  </a:lnTo>
                  <a:lnTo>
                    <a:pt x="574687" y="662118"/>
                  </a:lnTo>
                  <a:lnTo>
                    <a:pt x="584428" y="663990"/>
                  </a:lnTo>
                  <a:lnTo>
                    <a:pt x="594167" y="665755"/>
                  </a:lnTo>
                  <a:lnTo>
                    <a:pt x="603908" y="667416"/>
                  </a:lnTo>
                  <a:lnTo>
                    <a:pt x="613649" y="668972"/>
                  </a:lnTo>
                  <a:lnTo>
                    <a:pt x="623388" y="670427"/>
                  </a:lnTo>
                  <a:lnTo>
                    <a:pt x="633129" y="671783"/>
                  </a:lnTo>
                  <a:lnTo>
                    <a:pt x="642870" y="673039"/>
                  </a:lnTo>
                  <a:lnTo>
                    <a:pt x="652610" y="674197"/>
                  </a:lnTo>
                  <a:lnTo>
                    <a:pt x="662351" y="675259"/>
                  </a:lnTo>
                  <a:lnTo>
                    <a:pt x="672092" y="676226"/>
                  </a:lnTo>
                  <a:lnTo>
                    <a:pt x="681831" y="677099"/>
                  </a:lnTo>
                  <a:lnTo>
                    <a:pt x="691572" y="677878"/>
                  </a:lnTo>
                  <a:lnTo>
                    <a:pt x="701313" y="678565"/>
                  </a:lnTo>
                  <a:lnTo>
                    <a:pt x="711052" y="679158"/>
                  </a:lnTo>
                  <a:lnTo>
                    <a:pt x="720793" y="679660"/>
                  </a:lnTo>
                  <a:lnTo>
                    <a:pt x="730534" y="680070"/>
                  </a:lnTo>
                  <a:lnTo>
                    <a:pt x="740274" y="680389"/>
                  </a:lnTo>
                  <a:lnTo>
                    <a:pt x="750015" y="680615"/>
                  </a:lnTo>
                  <a:lnTo>
                    <a:pt x="759756" y="680751"/>
                  </a:lnTo>
                  <a:lnTo>
                    <a:pt x="769495" y="680793"/>
                  </a:lnTo>
                  <a:lnTo>
                    <a:pt x="779236" y="680743"/>
                  </a:lnTo>
                  <a:lnTo>
                    <a:pt x="788977" y="680600"/>
                  </a:lnTo>
                  <a:lnTo>
                    <a:pt x="798717" y="680365"/>
                  </a:lnTo>
                  <a:lnTo>
                    <a:pt x="808458" y="680034"/>
                  </a:lnTo>
                  <a:lnTo>
                    <a:pt x="818199" y="679608"/>
                  </a:lnTo>
                  <a:lnTo>
                    <a:pt x="827938" y="679087"/>
                  </a:lnTo>
                  <a:lnTo>
                    <a:pt x="837679" y="678468"/>
                  </a:lnTo>
                  <a:lnTo>
                    <a:pt x="847420" y="677752"/>
                  </a:lnTo>
                  <a:lnTo>
                    <a:pt x="857159" y="676937"/>
                  </a:lnTo>
                  <a:lnTo>
                    <a:pt x="866900" y="676020"/>
                  </a:lnTo>
                  <a:lnTo>
                    <a:pt x="876641" y="675003"/>
                  </a:lnTo>
                  <a:lnTo>
                    <a:pt x="886381" y="673882"/>
                  </a:lnTo>
                  <a:lnTo>
                    <a:pt x="896122" y="672658"/>
                  </a:lnTo>
                  <a:lnTo>
                    <a:pt x="905863" y="671326"/>
                  </a:lnTo>
                  <a:lnTo>
                    <a:pt x="915602" y="669890"/>
                  </a:lnTo>
                  <a:lnTo>
                    <a:pt x="925343" y="668343"/>
                  </a:lnTo>
                  <a:lnTo>
                    <a:pt x="935084" y="666688"/>
                  </a:lnTo>
                  <a:lnTo>
                    <a:pt x="944824" y="664921"/>
                  </a:lnTo>
                  <a:lnTo>
                    <a:pt x="954564" y="663042"/>
                  </a:lnTo>
                  <a:lnTo>
                    <a:pt x="964305" y="661048"/>
                  </a:lnTo>
                  <a:lnTo>
                    <a:pt x="974045" y="658940"/>
                  </a:lnTo>
                  <a:lnTo>
                    <a:pt x="983786" y="656714"/>
                  </a:lnTo>
                  <a:lnTo>
                    <a:pt x="993522" y="654371"/>
                  </a:lnTo>
                  <a:lnTo>
                    <a:pt x="1003266" y="651909"/>
                  </a:lnTo>
                  <a:lnTo>
                    <a:pt x="1013010" y="649327"/>
                  </a:lnTo>
                  <a:lnTo>
                    <a:pt x="1022754" y="646623"/>
                  </a:lnTo>
                  <a:lnTo>
                    <a:pt x="1032483" y="643797"/>
                  </a:lnTo>
                  <a:lnTo>
                    <a:pt x="1042227" y="640848"/>
                  </a:lnTo>
                  <a:lnTo>
                    <a:pt x="1051971" y="637775"/>
                  </a:lnTo>
                  <a:lnTo>
                    <a:pt x="1061715" y="634576"/>
                  </a:lnTo>
                  <a:lnTo>
                    <a:pt x="1071444" y="631252"/>
                  </a:lnTo>
                  <a:lnTo>
                    <a:pt x="1081188" y="627801"/>
                  </a:lnTo>
                  <a:lnTo>
                    <a:pt x="1090932" y="624226"/>
                  </a:lnTo>
                  <a:lnTo>
                    <a:pt x="1100676" y="620522"/>
                  </a:lnTo>
                  <a:lnTo>
                    <a:pt x="1110405" y="616691"/>
                  </a:lnTo>
                  <a:lnTo>
                    <a:pt x="1120149" y="612733"/>
                  </a:lnTo>
                  <a:lnTo>
                    <a:pt x="1129893" y="608647"/>
                  </a:lnTo>
                  <a:lnTo>
                    <a:pt x="1139637" y="604434"/>
                  </a:lnTo>
                  <a:lnTo>
                    <a:pt x="1149381" y="600095"/>
                  </a:lnTo>
                  <a:lnTo>
                    <a:pt x="1159110" y="595629"/>
                  </a:lnTo>
                  <a:lnTo>
                    <a:pt x="1168854" y="591037"/>
                  </a:lnTo>
                  <a:lnTo>
                    <a:pt x="1178598" y="586318"/>
                  </a:lnTo>
                  <a:lnTo>
                    <a:pt x="1188341" y="581476"/>
                  </a:lnTo>
                  <a:lnTo>
                    <a:pt x="1198070" y="576509"/>
                  </a:lnTo>
                  <a:lnTo>
                    <a:pt x="1207814" y="571421"/>
                  </a:lnTo>
                  <a:lnTo>
                    <a:pt x="1217558" y="566211"/>
                  </a:lnTo>
                  <a:lnTo>
                    <a:pt x="1227302" y="560880"/>
                  </a:lnTo>
                  <a:lnTo>
                    <a:pt x="1237031" y="555431"/>
                  </a:lnTo>
                  <a:lnTo>
                    <a:pt x="1246775" y="549865"/>
                  </a:lnTo>
                  <a:lnTo>
                    <a:pt x="1256519" y="544184"/>
                  </a:lnTo>
                  <a:lnTo>
                    <a:pt x="1266263" y="538390"/>
                  </a:lnTo>
                  <a:lnTo>
                    <a:pt x="1276007" y="532484"/>
                  </a:lnTo>
                  <a:lnTo>
                    <a:pt x="1285736" y="526469"/>
                  </a:lnTo>
                  <a:lnTo>
                    <a:pt x="1295480" y="520348"/>
                  </a:lnTo>
                  <a:lnTo>
                    <a:pt x="1305224" y="514124"/>
                  </a:lnTo>
                  <a:lnTo>
                    <a:pt x="1314968" y="507796"/>
                  </a:lnTo>
                  <a:lnTo>
                    <a:pt x="1324697" y="501372"/>
                  </a:lnTo>
                  <a:lnTo>
                    <a:pt x="1334441" y="494852"/>
                  </a:lnTo>
                  <a:lnTo>
                    <a:pt x="1344185" y="488238"/>
                  </a:lnTo>
                  <a:lnTo>
                    <a:pt x="1353929" y="481537"/>
                  </a:lnTo>
                  <a:lnTo>
                    <a:pt x="1363658" y="474747"/>
                  </a:lnTo>
                  <a:lnTo>
                    <a:pt x="1373402" y="467877"/>
                  </a:lnTo>
                  <a:lnTo>
                    <a:pt x="1383146" y="460928"/>
                  </a:lnTo>
                  <a:lnTo>
                    <a:pt x="1392890" y="453903"/>
                  </a:lnTo>
                  <a:lnTo>
                    <a:pt x="1402619" y="446807"/>
                  </a:lnTo>
                  <a:lnTo>
                    <a:pt x="1412363" y="439645"/>
                  </a:lnTo>
                  <a:lnTo>
                    <a:pt x="1422106" y="432419"/>
                  </a:lnTo>
                  <a:lnTo>
                    <a:pt x="1431850" y="425133"/>
                  </a:lnTo>
                  <a:lnTo>
                    <a:pt x="1441594" y="417794"/>
                  </a:lnTo>
                  <a:lnTo>
                    <a:pt x="1451323" y="410404"/>
                  </a:lnTo>
                  <a:lnTo>
                    <a:pt x="1461067" y="402968"/>
                  </a:lnTo>
                  <a:lnTo>
                    <a:pt x="1470811" y="395492"/>
                  </a:lnTo>
                  <a:lnTo>
                    <a:pt x="1480555" y="387980"/>
                  </a:lnTo>
                  <a:lnTo>
                    <a:pt x="1490284" y="380435"/>
                  </a:lnTo>
                  <a:lnTo>
                    <a:pt x="1500028" y="372865"/>
                  </a:lnTo>
                  <a:lnTo>
                    <a:pt x="1509772" y="365271"/>
                  </a:lnTo>
                  <a:lnTo>
                    <a:pt x="1519516" y="357662"/>
                  </a:lnTo>
                  <a:lnTo>
                    <a:pt x="1529245" y="350040"/>
                  </a:lnTo>
                  <a:lnTo>
                    <a:pt x="1538989" y="342410"/>
                  </a:lnTo>
                  <a:lnTo>
                    <a:pt x="1548733" y="334780"/>
                  </a:lnTo>
                  <a:lnTo>
                    <a:pt x="1558477" y="327152"/>
                  </a:lnTo>
                  <a:lnTo>
                    <a:pt x="1568221" y="319534"/>
                  </a:lnTo>
                  <a:lnTo>
                    <a:pt x="1577950" y="311928"/>
                  </a:lnTo>
                  <a:lnTo>
                    <a:pt x="1587694" y="304340"/>
                  </a:lnTo>
                  <a:lnTo>
                    <a:pt x="1597438" y="296777"/>
                  </a:lnTo>
                  <a:lnTo>
                    <a:pt x="1607182" y="289241"/>
                  </a:lnTo>
                  <a:lnTo>
                    <a:pt x="1616911" y="281740"/>
                  </a:lnTo>
                  <a:lnTo>
                    <a:pt x="1626655" y="274278"/>
                  </a:lnTo>
                  <a:lnTo>
                    <a:pt x="1636399" y="266859"/>
                  </a:lnTo>
                  <a:lnTo>
                    <a:pt x="1646142" y="259487"/>
                  </a:lnTo>
                  <a:lnTo>
                    <a:pt x="1655872" y="252170"/>
                  </a:lnTo>
                  <a:lnTo>
                    <a:pt x="1665616" y="244909"/>
                  </a:lnTo>
                  <a:lnTo>
                    <a:pt x="1675359" y="237712"/>
                  </a:lnTo>
                  <a:lnTo>
                    <a:pt x="1685103" y="230581"/>
                  </a:lnTo>
                  <a:lnTo>
                    <a:pt x="1694832" y="223520"/>
                  </a:lnTo>
                  <a:lnTo>
                    <a:pt x="1704576" y="216537"/>
                  </a:lnTo>
                  <a:lnTo>
                    <a:pt x="1714320" y="209632"/>
                  </a:lnTo>
                  <a:lnTo>
                    <a:pt x="1724064" y="202811"/>
                  </a:lnTo>
                  <a:lnTo>
                    <a:pt x="1733808" y="196077"/>
                  </a:lnTo>
                  <a:lnTo>
                    <a:pt x="1743537" y="189435"/>
                  </a:lnTo>
                  <a:lnTo>
                    <a:pt x="1753281" y="182886"/>
                  </a:lnTo>
                  <a:lnTo>
                    <a:pt x="1763025" y="176437"/>
                  </a:lnTo>
                  <a:lnTo>
                    <a:pt x="1772769" y="170088"/>
                  </a:lnTo>
                  <a:lnTo>
                    <a:pt x="1782498" y="163843"/>
                  </a:lnTo>
                  <a:lnTo>
                    <a:pt x="1792242" y="157704"/>
                  </a:lnTo>
                  <a:lnTo>
                    <a:pt x="1801986" y="151676"/>
                  </a:lnTo>
                  <a:lnTo>
                    <a:pt x="1811730" y="145760"/>
                  </a:lnTo>
                  <a:lnTo>
                    <a:pt x="1821459" y="139958"/>
                  </a:lnTo>
                  <a:lnTo>
                    <a:pt x="1831203" y="134271"/>
                  </a:lnTo>
                  <a:lnTo>
                    <a:pt x="1840947" y="128703"/>
                  </a:lnTo>
                  <a:lnTo>
                    <a:pt x="1850691" y="123255"/>
                  </a:lnTo>
                  <a:lnTo>
                    <a:pt x="1860435" y="117928"/>
                  </a:lnTo>
                  <a:lnTo>
                    <a:pt x="1870164" y="112723"/>
                  </a:lnTo>
                  <a:lnTo>
                    <a:pt x="1879908" y="107642"/>
                  </a:lnTo>
                  <a:lnTo>
                    <a:pt x="1889652" y="102685"/>
                  </a:lnTo>
                  <a:lnTo>
                    <a:pt x="1899395" y="97852"/>
                  </a:lnTo>
                  <a:lnTo>
                    <a:pt x="1909124" y="93145"/>
                  </a:lnTo>
                  <a:lnTo>
                    <a:pt x="1918868" y="88566"/>
                  </a:lnTo>
                  <a:lnTo>
                    <a:pt x="1928612" y="84111"/>
                  </a:lnTo>
                  <a:lnTo>
                    <a:pt x="1938356" y="79781"/>
                  </a:lnTo>
                  <a:lnTo>
                    <a:pt x="1948085" y="75578"/>
                  </a:lnTo>
                  <a:lnTo>
                    <a:pt x="1957829" y="71500"/>
                  </a:lnTo>
                  <a:lnTo>
                    <a:pt x="1967573" y="67546"/>
                  </a:lnTo>
                  <a:lnTo>
                    <a:pt x="1977317" y="63719"/>
                  </a:lnTo>
                  <a:lnTo>
                    <a:pt x="1987046" y="60012"/>
                  </a:lnTo>
                  <a:lnTo>
                    <a:pt x="1996790" y="56430"/>
                  </a:lnTo>
                  <a:lnTo>
                    <a:pt x="2006534" y="52969"/>
                  </a:lnTo>
                  <a:lnTo>
                    <a:pt x="2016278" y="49627"/>
                  </a:lnTo>
                  <a:lnTo>
                    <a:pt x="2026022" y="46407"/>
                  </a:lnTo>
                  <a:lnTo>
                    <a:pt x="2035751" y="43304"/>
                  </a:lnTo>
                  <a:lnTo>
                    <a:pt x="2045495" y="40318"/>
                  </a:lnTo>
                  <a:lnTo>
                    <a:pt x="2055239" y="37449"/>
                  </a:lnTo>
                  <a:lnTo>
                    <a:pt x="2064983" y="34692"/>
                  </a:lnTo>
                  <a:lnTo>
                    <a:pt x="2074712" y="32051"/>
                  </a:lnTo>
                  <a:lnTo>
                    <a:pt x="2084456" y="29519"/>
                  </a:lnTo>
                  <a:lnTo>
                    <a:pt x="2094200" y="27100"/>
                  </a:lnTo>
                  <a:lnTo>
                    <a:pt x="2103944" y="24789"/>
                  </a:lnTo>
                  <a:lnTo>
                    <a:pt x="2113673" y="22585"/>
                  </a:lnTo>
                  <a:lnTo>
                    <a:pt x="2123417" y="20489"/>
                  </a:lnTo>
                  <a:lnTo>
                    <a:pt x="2133161" y="18499"/>
                  </a:lnTo>
                  <a:lnTo>
                    <a:pt x="2142905" y="16612"/>
                  </a:lnTo>
                  <a:lnTo>
                    <a:pt x="2152649" y="14829"/>
                  </a:lnTo>
                  <a:lnTo>
                    <a:pt x="2162377" y="13148"/>
                  </a:lnTo>
                  <a:lnTo>
                    <a:pt x="2172121" y="11571"/>
                  </a:lnTo>
                  <a:lnTo>
                    <a:pt x="2181865" y="10093"/>
                  </a:lnTo>
                  <a:lnTo>
                    <a:pt x="2191609" y="8716"/>
                  </a:lnTo>
                  <a:lnTo>
                    <a:pt x="2201338" y="7441"/>
                  </a:lnTo>
                  <a:lnTo>
                    <a:pt x="2211082" y="6264"/>
                  </a:lnTo>
                  <a:lnTo>
                    <a:pt x="2220826" y="5186"/>
                  </a:lnTo>
                  <a:lnTo>
                    <a:pt x="2230570" y="4210"/>
                  </a:lnTo>
                  <a:lnTo>
                    <a:pt x="2240299" y="3333"/>
                  </a:lnTo>
                  <a:lnTo>
                    <a:pt x="2250043" y="2557"/>
                  </a:lnTo>
                  <a:lnTo>
                    <a:pt x="2259787" y="1882"/>
                  </a:lnTo>
                  <a:lnTo>
                    <a:pt x="2269531" y="1308"/>
                  </a:lnTo>
                  <a:lnTo>
                    <a:pt x="2279260" y="837"/>
                  </a:lnTo>
                  <a:lnTo>
                    <a:pt x="2289004" y="469"/>
                  </a:lnTo>
                  <a:lnTo>
                    <a:pt x="2298748" y="206"/>
                  </a:lnTo>
                  <a:lnTo>
                    <a:pt x="2308492" y="49"/>
                  </a:lnTo>
                  <a:lnTo>
                    <a:pt x="2318236" y="0"/>
                  </a:lnTo>
                  <a:lnTo>
                    <a:pt x="2327965" y="60"/>
                  </a:lnTo>
                  <a:lnTo>
                    <a:pt x="2337709" y="231"/>
                  </a:lnTo>
                  <a:lnTo>
                    <a:pt x="2347453" y="514"/>
                  </a:lnTo>
                  <a:lnTo>
                    <a:pt x="2357197" y="913"/>
                  </a:lnTo>
                  <a:lnTo>
                    <a:pt x="2366926" y="1430"/>
                  </a:lnTo>
                  <a:lnTo>
                    <a:pt x="2376670" y="2065"/>
                  </a:lnTo>
                  <a:lnTo>
                    <a:pt x="2386413" y="2823"/>
                  </a:lnTo>
                  <a:lnTo>
                    <a:pt x="2396157" y="3705"/>
                  </a:lnTo>
                  <a:lnTo>
                    <a:pt x="2405886" y="4714"/>
                  </a:lnTo>
                  <a:lnTo>
                    <a:pt x="2415630" y="5852"/>
                  </a:lnTo>
                  <a:lnTo>
                    <a:pt x="2425374" y="7123"/>
                  </a:lnTo>
                  <a:lnTo>
                    <a:pt x="2435118" y="8530"/>
                  </a:lnTo>
                  <a:lnTo>
                    <a:pt x="2444862" y="10073"/>
                  </a:lnTo>
                  <a:lnTo>
                    <a:pt x="2454591" y="11757"/>
                  </a:lnTo>
                  <a:lnTo>
                    <a:pt x="2464335" y="13582"/>
                  </a:lnTo>
                  <a:lnTo>
                    <a:pt x="2474079" y="15555"/>
                  </a:lnTo>
                  <a:lnTo>
                    <a:pt x="2483823" y="17675"/>
                  </a:lnTo>
                  <a:lnTo>
                    <a:pt x="2493552" y="19944"/>
                  </a:lnTo>
                  <a:lnTo>
                    <a:pt x="2503296" y="22368"/>
                  </a:lnTo>
                  <a:lnTo>
                    <a:pt x="2513040" y="24945"/>
                  </a:lnTo>
                  <a:lnTo>
                    <a:pt x="2522784" y="27681"/>
                  </a:lnTo>
                  <a:lnTo>
                    <a:pt x="2532513" y="30574"/>
                  </a:lnTo>
                  <a:lnTo>
                    <a:pt x="2542257" y="33629"/>
                  </a:lnTo>
                  <a:lnTo>
                    <a:pt x="2552001" y="36845"/>
                  </a:lnTo>
                  <a:lnTo>
                    <a:pt x="2561745" y="40226"/>
                  </a:lnTo>
                  <a:lnTo>
                    <a:pt x="2571474" y="43770"/>
                  </a:lnTo>
                  <a:lnTo>
                    <a:pt x="2581218" y="47480"/>
                  </a:lnTo>
                  <a:lnTo>
                    <a:pt x="2590962" y="51355"/>
                  </a:lnTo>
                  <a:lnTo>
                    <a:pt x="2600705" y="55397"/>
                  </a:lnTo>
                  <a:lnTo>
                    <a:pt x="2610449" y="59605"/>
                  </a:lnTo>
                  <a:lnTo>
                    <a:pt x="2620178" y="63979"/>
                  </a:lnTo>
                  <a:lnTo>
                    <a:pt x="2629922" y="68517"/>
                  </a:lnTo>
                  <a:lnTo>
                    <a:pt x="2639666" y="73221"/>
                  </a:lnTo>
                  <a:lnTo>
                    <a:pt x="2649410" y="78087"/>
                  </a:lnTo>
                  <a:lnTo>
                    <a:pt x="2659139" y="83114"/>
                  </a:lnTo>
                  <a:lnTo>
                    <a:pt x="2668883" y="88299"/>
                  </a:lnTo>
                  <a:lnTo>
                    <a:pt x="2678627" y="93642"/>
                  </a:lnTo>
                  <a:lnTo>
                    <a:pt x="2688371" y="99138"/>
                  </a:lnTo>
                  <a:lnTo>
                    <a:pt x="2698100" y="104785"/>
                  </a:lnTo>
                  <a:lnTo>
                    <a:pt x="2707844" y="110579"/>
                  </a:lnTo>
                  <a:lnTo>
                    <a:pt x="2717588" y="116516"/>
                  </a:lnTo>
                  <a:lnTo>
                    <a:pt x="2727332" y="122592"/>
                  </a:lnTo>
                  <a:lnTo>
                    <a:pt x="2737076" y="128803"/>
                  </a:lnTo>
                  <a:lnTo>
                    <a:pt x="2746805" y="135143"/>
                  </a:lnTo>
                  <a:lnTo>
                    <a:pt x="2756549" y="141606"/>
                  </a:lnTo>
                  <a:lnTo>
                    <a:pt x="2766293" y="148187"/>
                  </a:lnTo>
                  <a:lnTo>
                    <a:pt x="2776037" y="154879"/>
                  </a:lnTo>
                  <a:lnTo>
                    <a:pt x="2785766" y="161678"/>
                  </a:lnTo>
                  <a:lnTo>
                    <a:pt x="2795510" y="168576"/>
                  </a:lnTo>
                  <a:lnTo>
                    <a:pt x="2805254" y="175565"/>
                  </a:lnTo>
                  <a:lnTo>
                    <a:pt x="2814998" y="182638"/>
                  </a:lnTo>
                  <a:lnTo>
                    <a:pt x="2824727" y="189788"/>
                  </a:lnTo>
                  <a:lnTo>
                    <a:pt x="2834471" y="197006"/>
                  </a:lnTo>
                  <a:lnTo>
                    <a:pt x="2844215" y="204286"/>
                  </a:lnTo>
                  <a:lnTo>
                    <a:pt x="2853958" y="211616"/>
                  </a:lnTo>
                  <a:lnTo>
                    <a:pt x="2863687" y="218991"/>
                  </a:lnTo>
                  <a:lnTo>
                    <a:pt x="2873431" y="226402"/>
                  </a:lnTo>
                  <a:lnTo>
                    <a:pt x="2883175" y="233837"/>
                  </a:lnTo>
                  <a:lnTo>
                    <a:pt x="2892919" y="241289"/>
                  </a:lnTo>
                  <a:lnTo>
                    <a:pt x="2902663" y="248749"/>
                  </a:lnTo>
                  <a:lnTo>
                    <a:pt x="2912392" y="25620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6" name="Freeform 875">
              <a:extLst>
                <a:ext uri="{FF2B5EF4-FFF2-40B4-BE49-F238E27FC236}">
                  <a16:creationId xmlns:a16="http://schemas.microsoft.com/office/drawing/2014/main" id="{1AB28802-5F22-C83D-03D5-26A4B8A2C115}"/>
                </a:ext>
              </a:extLst>
            </p:cNvPr>
            <p:cNvSpPr/>
            <p:nvPr/>
          </p:nvSpPr>
          <p:spPr>
            <a:xfrm>
              <a:off x="576446" y="3128072"/>
              <a:ext cx="2912392" cy="551867"/>
            </a:xfrm>
            <a:custGeom>
              <a:avLst/>
              <a:gdLst>
                <a:gd name="connsiteX0" fmla="*/ 0 w 2912392"/>
                <a:gd name="connsiteY0" fmla="*/ 0 h 551867"/>
                <a:gd name="connsiteX1" fmla="*/ 9739 w 2912392"/>
                <a:gd name="connsiteY1" fmla="*/ 7855 h 551867"/>
                <a:gd name="connsiteX2" fmla="*/ 19480 w 2912392"/>
                <a:gd name="connsiteY2" fmla="*/ 15958 h 551867"/>
                <a:gd name="connsiteX3" fmla="*/ 29221 w 2912392"/>
                <a:gd name="connsiteY3" fmla="*/ 24305 h 551867"/>
                <a:gd name="connsiteX4" fmla="*/ 38961 w 2912392"/>
                <a:gd name="connsiteY4" fmla="*/ 32884 h 551867"/>
                <a:gd name="connsiteX5" fmla="*/ 48702 w 2912392"/>
                <a:gd name="connsiteY5" fmla="*/ 41686 h 551867"/>
                <a:gd name="connsiteX6" fmla="*/ 58443 w 2912392"/>
                <a:gd name="connsiteY6" fmla="*/ 50701 h 551867"/>
                <a:gd name="connsiteX7" fmla="*/ 68182 w 2912392"/>
                <a:gd name="connsiteY7" fmla="*/ 59921 h 551867"/>
                <a:gd name="connsiteX8" fmla="*/ 77923 w 2912392"/>
                <a:gd name="connsiteY8" fmla="*/ 69335 h 551867"/>
                <a:gd name="connsiteX9" fmla="*/ 87664 w 2912392"/>
                <a:gd name="connsiteY9" fmla="*/ 78932 h 551867"/>
                <a:gd name="connsiteX10" fmla="*/ 97404 w 2912392"/>
                <a:gd name="connsiteY10" fmla="*/ 88701 h 551867"/>
                <a:gd name="connsiteX11" fmla="*/ 107145 w 2912392"/>
                <a:gd name="connsiteY11" fmla="*/ 98633 h 551867"/>
                <a:gd name="connsiteX12" fmla="*/ 116886 w 2912392"/>
                <a:gd name="connsiteY12" fmla="*/ 108713 h 551867"/>
                <a:gd name="connsiteX13" fmla="*/ 126625 w 2912392"/>
                <a:gd name="connsiteY13" fmla="*/ 118934 h 551867"/>
                <a:gd name="connsiteX14" fmla="*/ 136366 w 2912392"/>
                <a:gd name="connsiteY14" fmla="*/ 129280 h 551867"/>
                <a:gd name="connsiteX15" fmla="*/ 146107 w 2912392"/>
                <a:gd name="connsiteY15" fmla="*/ 139742 h 551867"/>
                <a:gd name="connsiteX16" fmla="*/ 155846 w 2912392"/>
                <a:gd name="connsiteY16" fmla="*/ 150305 h 551867"/>
                <a:gd name="connsiteX17" fmla="*/ 165587 w 2912392"/>
                <a:gd name="connsiteY17" fmla="*/ 160958 h 551867"/>
                <a:gd name="connsiteX18" fmla="*/ 175328 w 2912392"/>
                <a:gd name="connsiteY18" fmla="*/ 171690 h 551867"/>
                <a:gd name="connsiteX19" fmla="*/ 185068 w 2912392"/>
                <a:gd name="connsiteY19" fmla="*/ 182486 h 551867"/>
                <a:gd name="connsiteX20" fmla="*/ 194809 w 2912392"/>
                <a:gd name="connsiteY20" fmla="*/ 193332 h 551867"/>
                <a:gd name="connsiteX21" fmla="*/ 204550 w 2912392"/>
                <a:gd name="connsiteY21" fmla="*/ 204217 h 551867"/>
                <a:gd name="connsiteX22" fmla="*/ 214289 w 2912392"/>
                <a:gd name="connsiteY22" fmla="*/ 215129 h 551867"/>
                <a:gd name="connsiteX23" fmla="*/ 224030 w 2912392"/>
                <a:gd name="connsiteY23" fmla="*/ 226052 h 551867"/>
                <a:gd name="connsiteX24" fmla="*/ 233771 w 2912392"/>
                <a:gd name="connsiteY24" fmla="*/ 236973 h 551867"/>
                <a:gd name="connsiteX25" fmla="*/ 243510 w 2912392"/>
                <a:gd name="connsiteY25" fmla="*/ 247880 h 551867"/>
                <a:gd name="connsiteX26" fmla="*/ 253251 w 2912392"/>
                <a:gd name="connsiteY26" fmla="*/ 258758 h 551867"/>
                <a:gd name="connsiteX27" fmla="*/ 262992 w 2912392"/>
                <a:gd name="connsiteY27" fmla="*/ 269596 h 551867"/>
                <a:gd name="connsiteX28" fmla="*/ 272732 w 2912392"/>
                <a:gd name="connsiteY28" fmla="*/ 280378 h 551867"/>
                <a:gd name="connsiteX29" fmla="*/ 282473 w 2912392"/>
                <a:gd name="connsiteY29" fmla="*/ 291092 h 551867"/>
                <a:gd name="connsiteX30" fmla="*/ 292214 w 2912392"/>
                <a:gd name="connsiteY30" fmla="*/ 301725 h 551867"/>
                <a:gd name="connsiteX31" fmla="*/ 301953 w 2912392"/>
                <a:gd name="connsiteY31" fmla="*/ 312265 h 551867"/>
                <a:gd name="connsiteX32" fmla="*/ 311694 w 2912392"/>
                <a:gd name="connsiteY32" fmla="*/ 322697 h 551867"/>
                <a:gd name="connsiteX33" fmla="*/ 321435 w 2912392"/>
                <a:gd name="connsiteY33" fmla="*/ 333010 h 551867"/>
                <a:gd name="connsiteX34" fmla="*/ 331175 w 2912392"/>
                <a:gd name="connsiteY34" fmla="*/ 343191 h 551867"/>
                <a:gd name="connsiteX35" fmla="*/ 340916 w 2912392"/>
                <a:gd name="connsiteY35" fmla="*/ 353227 h 551867"/>
                <a:gd name="connsiteX36" fmla="*/ 350656 w 2912392"/>
                <a:gd name="connsiteY36" fmla="*/ 363108 h 551867"/>
                <a:gd name="connsiteX37" fmla="*/ 360396 w 2912392"/>
                <a:gd name="connsiteY37" fmla="*/ 372819 h 551867"/>
                <a:gd name="connsiteX38" fmla="*/ 370137 w 2912392"/>
                <a:gd name="connsiteY38" fmla="*/ 382353 h 551867"/>
                <a:gd name="connsiteX39" fmla="*/ 379878 w 2912392"/>
                <a:gd name="connsiteY39" fmla="*/ 391696 h 551867"/>
                <a:gd name="connsiteX40" fmla="*/ 389617 w 2912392"/>
                <a:gd name="connsiteY40" fmla="*/ 400838 h 551867"/>
                <a:gd name="connsiteX41" fmla="*/ 399358 w 2912392"/>
                <a:gd name="connsiteY41" fmla="*/ 409768 h 551867"/>
                <a:gd name="connsiteX42" fmla="*/ 409099 w 2912392"/>
                <a:gd name="connsiteY42" fmla="*/ 418480 h 551867"/>
                <a:gd name="connsiteX43" fmla="*/ 418839 w 2912392"/>
                <a:gd name="connsiteY43" fmla="*/ 426960 h 551867"/>
                <a:gd name="connsiteX44" fmla="*/ 428580 w 2912392"/>
                <a:gd name="connsiteY44" fmla="*/ 435202 h 551867"/>
                <a:gd name="connsiteX45" fmla="*/ 438321 w 2912392"/>
                <a:gd name="connsiteY45" fmla="*/ 443199 h 551867"/>
                <a:gd name="connsiteX46" fmla="*/ 448060 w 2912392"/>
                <a:gd name="connsiteY46" fmla="*/ 450940 h 551867"/>
                <a:gd name="connsiteX47" fmla="*/ 457801 w 2912392"/>
                <a:gd name="connsiteY47" fmla="*/ 458418 h 551867"/>
                <a:gd name="connsiteX48" fmla="*/ 467542 w 2912392"/>
                <a:gd name="connsiteY48" fmla="*/ 465629 h 551867"/>
                <a:gd name="connsiteX49" fmla="*/ 477281 w 2912392"/>
                <a:gd name="connsiteY49" fmla="*/ 472566 h 551867"/>
                <a:gd name="connsiteX50" fmla="*/ 487022 w 2912392"/>
                <a:gd name="connsiteY50" fmla="*/ 479221 h 551867"/>
                <a:gd name="connsiteX51" fmla="*/ 496763 w 2912392"/>
                <a:gd name="connsiteY51" fmla="*/ 485594 h 551867"/>
                <a:gd name="connsiteX52" fmla="*/ 506503 w 2912392"/>
                <a:gd name="connsiteY52" fmla="*/ 491677 h 551867"/>
                <a:gd name="connsiteX53" fmla="*/ 516244 w 2912392"/>
                <a:gd name="connsiteY53" fmla="*/ 497467 h 551867"/>
                <a:gd name="connsiteX54" fmla="*/ 525985 w 2912392"/>
                <a:gd name="connsiteY54" fmla="*/ 502961 h 551867"/>
                <a:gd name="connsiteX55" fmla="*/ 535724 w 2912392"/>
                <a:gd name="connsiteY55" fmla="*/ 508158 h 551867"/>
                <a:gd name="connsiteX56" fmla="*/ 545465 w 2912392"/>
                <a:gd name="connsiteY56" fmla="*/ 513054 h 551867"/>
                <a:gd name="connsiteX57" fmla="*/ 555206 w 2912392"/>
                <a:gd name="connsiteY57" fmla="*/ 517652 h 551867"/>
                <a:gd name="connsiteX58" fmla="*/ 564946 w 2912392"/>
                <a:gd name="connsiteY58" fmla="*/ 521947 h 551867"/>
                <a:gd name="connsiteX59" fmla="*/ 574687 w 2912392"/>
                <a:gd name="connsiteY59" fmla="*/ 525942 h 551867"/>
                <a:gd name="connsiteX60" fmla="*/ 584428 w 2912392"/>
                <a:gd name="connsiteY60" fmla="*/ 529636 h 551867"/>
                <a:gd name="connsiteX61" fmla="*/ 594167 w 2912392"/>
                <a:gd name="connsiteY61" fmla="*/ 533033 h 551867"/>
                <a:gd name="connsiteX62" fmla="*/ 603908 w 2912392"/>
                <a:gd name="connsiteY62" fmla="*/ 536134 h 551867"/>
                <a:gd name="connsiteX63" fmla="*/ 613649 w 2912392"/>
                <a:gd name="connsiteY63" fmla="*/ 538941 h 551867"/>
                <a:gd name="connsiteX64" fmla="*/ 623388 w 2912392"/>
                <a:gd name="connsiteY64" fmla="*/ 541457 h 551867"/>
                <a:gd name="connsiteX65" fmla="*/ 633129 w 2912392"/>
                <a:gd name="connsiteY65" fmla="*/ 543688 h 551867"/>
                <a:gd name="connsiteX66" fmla="*/ 642870 w 2912392"/>
                <a:gd name="connsiteY66" fmla="*/ 545636 h 551867"/>
                <a:gd name="connsiteX67" fmla="*/ 652610 w 2912392"/>
                <a:gd name="connsiteY67" fmla="*/ 547308 h 551867"/>
                <a:gd name="connsiteX68" fmla="*/ 662351 w 2912392"/>
                <a:gd name="connsiteY68" fmla="*/ 548709 h 551867"/>
                <a:gd name="connsiteX69" fmla="*/ 672092 w 2912392"/>
                <a:gd name="connsiteY69" fmla="*/ 549844 h 551867"/>
                <a:gd name="connsiteX70" fmla="*/ 681831 w 2912392"/>
                <a:gd name="connsiteY70" fmla="*/ 550720 h 551867"/>
                <a:gd name="connsiteX71" fmla="*/ 691572 w 2912392"/>
                <a:gd name="connsiteY71" fmla="*/ 551344 h 551867"/>
                <a:gd name="connsiteX72" fmla="*/ 701313 w 2912392"/>
                <a:gd name="connsiteY72" fmla="*/ 551724 h 551867"/>
                <a:gd name="connsiteX73" fmla="*/ 711052 w 2912392"/>
                <a:gd name="connsiteY73" fmla="*/ 551867 h 551867"/>
                <a:gd name="connsiteX74" fmla="*/ 720793 w 2912392"/>
                <a:gd name="connsiteY74" fmla="*/ 551781 h 551867"/>
                <a:gd name="connsiteX75" fmla="*/ 730534 w 2912392"/>
                <a:gd name="connsiteY75" fmla="*/ 551474 h 551867"/>
                <a:gd name="connsiteX76" fmla="*/ 740274 w 2912392"/>
                <a:gd name="connsiteY76" fmla="*/ 550955 h 551867"/>
                <a:gd name="connsiteX77" fmla="*/ 750015 w 2912392"/>
                <a:gd name="connsiteY77" fmla="*/ 550233 h 551867"/>
                <a:gd name="connsiteX78" fmla="*/ 759756 w 2912392"/>
                <a:gd name="connsiteY78" fmla="*/ 549317 h 551867"/>
                <a:gd name="connsiteX79" fmla="*/ 769495 w 2912392"/>
                <a:gd name="connsiteY79" fmla="*/ 548217 h 551867"/>
                <a:gd name="connsiteX80" fmla="*/ 779236 w 2912392"/>
                <a:gd name="connsiteY80" fmla="*/ 546940 h 551867"/>
                <a:gd name="connsiteX81" fmla="*/ 788977 w 2912392"/>
                <a:gd name="connsiteY81" fmla="*/ 545499 h 551867"/>
                <a:gd name="connsiteX82" fmla="*/ 798717 w 2912392"/>
                <a:gd name="connsiteY82" fmla="*/ 543902 h 551867"/>
                <a:gd name="connsiteX83" fmla="*/ 808458 w 2912392"/>
                <a:gd name="connsiteY83" fmla="*/ 542159 h 551867"/>
                <a:gd name="connsiteX84" fmla="*/ 818199 w 2912392"/>
                <a:gd name="connsiteY84" fmla="*/ 540279 h 551867"/>
                <a:gd name="connsiteX85" fmla="*/ 827938 w 2912392"/>
                <a:gd name="connsiteY85" fmla="*/ 538272 h 551867"/>
                <a:gd name="connsiteX86" fmla="*/ 837679 w 2912392"/>
                <a:gd name="connsiteY86" fmla="*/ 536147 h 551867"/>
                <a:gd name="connsiteX87" fmla="*/ 847420 w 2912392"/>
                <a:gd name="connsiteY87" fmla="*/ 533915 h 551867"/>
                <a:gd name="connsiteX88" fmla="*/ 857159 w 2912392"/>
                <a:gd name="connsiteY88" fmla="*/ 531585 h 551867"/>
                <a:gd name="connsiteX89" fmla="*/ 866900 w 2912392"/>
                <a:gd name="connsiteY89" fmla="*/ 529166 h 551867"/>
                <a:gd name="connsiteX90" fmla="*/ 876641 w 2912392"/>
                <a:gd name="connsiteY90" fmla="*/ 526666 h 551867"/>
                <a:gd name="connsiteX91" fmla="*/ 886381 w 2912392"/>
                <a:gd name="connsiteY91" fmla="*/ 524096 h 551867"/>
                <a:gd name="connsiteX92" fmla="*/ 896122 w 2912392"/>
                <a:gd name="connsiteY92" fmla="*/ 521463 h 551867"/>
                <a:gd name="connsiteX93" fmla="*/ 905863 w 2912392"/>
                <a:gd name="connsiteY93" fmla="*/ 518775 h 551867"/>
                <a:gd name="connsiteX94" fmla="*/ 915602 w 2912392"/>
                <a:gd name="connsiteY94" fmla="*/ 516041 h 551867"/>
                <a:gd name="connsiteX95" fmla="*/ 925343 w 2912392"/>
                <a:gd name="connsiteY95" fmla="*/ 513270 h 551867"/>
                <a:gd name="connsiteX96" fmla="*/ 935084 w 2912392"/>
                <a:gd name="connsiteY96" fmla="*/ 510466 h 551867"/>
                <a:gd name="connsiteX97" fmla="*/ 944824 w 2912392"/>
                <a:gd name="connsiteY97" fmla="*/ 507638 h 551867"/>
                <a:gd name="connsiteX98" fmla="*/ 954564 w 2912392"/>
                <a:gd name="connsiteY98" fmla="*/ 504792 h 551867"/>
                <a:gd name="connsiteX99" fmla="*/ 964305 w 2912392"/>
                <a:gd name="connsiteY99" fmla="*/ 501935 h 551867"/>
                <a:gd name="connsiteX100" fmla="*/ 974045 w 2912392"/>
                <a:gd name="connsiteY100" fmla="*/ 499073 h 551867"/>
                <a:gd name="connsiteX101" fmla="*/ 983786 w 2912392"/>
                <a:gd name="connsiteY101" fmla="*/ 496209 h 551867"/>
                <a:gd name="connsiteX102" fmla="*/ 993522 w 2912392"/>
                <a:gd name="connsiteY102" fmla="*/ 493350 h 551867"/>
                <a:gd name="connsiteX103" fmla="*/ 1003266 w 2912392"/>
                <a:gd name="connsiteY103" fmla="*/ 490501 h 551867"/>
                <a:gd name="connsiteX104" fmla="*/ 1013010 w 2912392"/>
                <a:gd name="connsiteY104" fmla="*/ 487663 h 551867"/>
                <a:gd name="connsiteX105" fmla="*/ 1022754 w 2912392"/>
                <a:gd name="connsiteY105" fmla="*/ 484843 h 551867"/>
                <a:gd name="connsiteX106" fmla="*/ 1032483 w 2912392"/>
                <a:gd name="connsiteY106" fmla="*/ 482040 h 551867"/>
                <a:gd name="connsiteX107" fmla="*/ 1042227 w 2912392"/>
                <a:gd name="connsiteY107" fmla="*/ 479260 h 551867"/>
                <a:gd name="connsiteX108" fmla="*/ 1051971 w 2912392"/>
                <a:gd name="connsiteY108" fmla="*/ 476504 h 551867"/>
                <a:gd name="connsiteX109" fmla="*/ 1061715 w 2912392"/>
                <a:gd name="connsiteY109" fmla="*/ 473773 h 551867"/>
                <a:gd name="connsiteX110" fmla="*/ 1071444 w 2912392"/>
                <a:gd name="connsiteY110" fmla="*/ 471069 h 551867"/>
                <a:gd name="connsiteX111" fmla="*/ 1081188 w 2912392"/>
                <a:gd name="connsiteY111" fmla="*/ 468391 h 551867"/>
                <a:gd name="connsiteX112" fmla="*/ 1090932 w 2912392"/>
                <a:gd name="connsiteY112" fmla="*/ 465741 h 551867"/>
                <a:gd name="connsiteX113" fmla="*/ 1100676 w 2912392"/>
                <a:gd name="connsiteY113" fmla="*/ 463117 h 551867"/>
                <a:gd name="connsiteX114" fmla="*/ 1110405 w 2912392"/>
                <a:gd name="connsiteY114" fmla="*/ 460520 h 551867"/>
                <a:gd name="connsiteX115" fmla="*/ 1120149 w 2912392"/>
                <a:gd name="connsiteY115" fmla="*/ 457949 h 551867"/>
                <a:gd name="connsiteX116" fmla="*/ 1129893 w 2912392"/>
                <a:gd name="connsiteY116" fmla="*/ 455399 h 551867"/>
                <a:gd name="connsiteX117" fmla="*/ 1139637 w 2912392"/>
                <a:gd name="connsiteY117" fmla="*/ 452872 h 551867"/>
                <a:gd name="connsiteX118" fmla="*/ 1149381 w 2912392"/>
                <a:gd name="connsiteY118" fmla="*/ 450365 h 551867"/>
                <a:gd name="connsiteX119" fmla="*/ 1159110 w 2912392"/>
                <a:gd name="connsiteY119" fmla="*/ 447874 h 551867"/>
                <a:gd name="connsiteX120" fmla="*/ 1168854 w 2912392"/>
                <a:gd name="connsiteY120" fmla="*/ 445398 h 551867"/>
                <a:gd name="connsiteX121" fmla="*/ 1178598 w 2912392"/>
                <a:gd name="connsiteY121" fmla="*/ 442930 h 551867"/>
                <a:gd name="connsiteX122" fmla="*/ 1188341 w 2912392"/>
                <a:gd name="connsiteY122" fmla="*/ 440471 h 551867"/>
                <a:gd name="connsiteX123" fmla="*/ 1198070 w 2912392"/>
                <a:gd name="connsiteY123" fmla="*/ 438014 h 551867"/>
                <a:gd name="connsiteX124" fmla="*/ 1207814 w 2912392"/>
                <a:gd name="connsiteY124" fmla="*/ 435557 h 551867"/>
                <a:gd name="connsiteX125" fmla="*/ 1217558 w 2912392"/>
                <a:gd name="connsiteY125" fmla="*/ 433093 h 551867"/>
                <a:gd name="connsiteX126" fmla="*/ 1227302 w 2912392"/>
                <a:gd name="connsiteY126" fmla="*/ 430621 h 551867"/>
                <a:gd name="connsiteX127" fmla="*/ 1237031 w 2912392"/>
                <a:gd name="connsiteY127" fmla="*/ 428133 h 551867"/>
                <a:gd name="connsiteX128" fmla="*/ 1246775 w 2912392"/>
                <a:gd name="connsiteY128" fmla="*/ 425627 h 551867"/>
                <a:gd name="connsiteX129" fmla="*/ 1256519 w 2912392"/>
                <a:gd name="connsiteY129" fmla="*/ 423095 h 551867"/>
                <a:gd name="connsiteX130" fmla="*/ 1266263 w 2912392"/>
                <a:gd name="connsiteY130" fmla="*/ 420537 h 551867"/>
                <a:gd name="connsiteX131" fmla="*/ 1276007 w 2912392"/>
                <a:gd name="connsiteY131" fmla="*/ 417943 h 551867"/>
                <a:gd name="connsiteX132" fmla="*/ 1285736 w 2912392"/>
                <a:gd name="connsiteY132" fmla="*/ 415311 h 551867"/>
                <a:gd name="connsiteX133" fmla="*/ 1295480 w 2912392"/>
                <a:gd name="connsiteY133" fmla="*/ 412636 h 551867"/>
                <a:gd name="connsiteX134" fmla="*/ 1305224 w 2912392"/>
                <a:gd name="connsiteY134" fmla="*/ 409911 h 551867"/>
                <a:gd name="connsiteX135" fmla="*/ 1314968 w 2912392"/>
                <a:gd name="connsiteY135" fmla="*/ 407133 h 551867"/>
                <a:gd name="connsiteX136" fmla="*/ 1324697 w 2912392"/>
                <a:gd name="connsiteY136" fmla="*/ 404297 h 551867"/>
                <a:gd name="connsiteX137" fmla="*/ 1334441 w 2912392"/>
                <a:gd name="connsiteY137" fmla="*/ 401398 h 551867"/>
                <a:gd name="connsiteX138" fmla="*/ 1344185 w 2912392"/>
                <a:gd name="connsiteY138" fmla="*/ 398432 h 551867"/>
                <a:gd name="connsiteX139" fmla="*/ 1353929 w 2912392"/>
                <a:gd name="connsiteY139" fmla="*/ 395395 h 551867"/>
                <a:gd name="connsiteX140" fmla="*/ 1363658 w 2912392"/>
                <a:gd name="connsiteY140" fmla="*/ 392281 h 551867"/>
                <a:gd name="connsiteX141" fmla="*/ 1373402 w 2912392"/>
                <a:gd name="connsiteY141" fmla="*/ 389090 h 551867"/>
                <a:gd name="connsiteX142" fmla="*/ 1383146 w 2912392"/>
                <a:gd name="connsiteY142" fmla="*/ 385814 h 551867"/>
                <a:gd name="connsiteX143" fmla="*/ 1392890 w 2912392"/>
                <a:gd name="connsiteY143" fmla="*/ 382454 h 551867"/>
                <a:gd name="connsiteX144" fmla="*/ 1402619 w 2912392"/>
                <a:gd name="connsiteY144" fmla="*/ 379003 h 551867"/>
                <a:gd name="connsiteX145" fmla="*/ 1412363 w 2912392"/>
                <a:gd name="connsiteY145" fmla="*/ 375462 h 551867"/>
                <a:gd name="connsiteX146" fmla="*/ 1422106 w 2912392"/>
                <a:gd name="connsiteY146" fmla="*/ 371826 h 551867"/>
                <a:gd name="connsiteX147" fmla="*/ 1431850 w 2912392"/>
                <a:gd name="connsiteY147" fmla="*/ 368096 h 551867"/>
                <a:gd name="connsiteX148" fmla="*/ 1441594 w 2912392"/>
                <a:gd name="connsiteY148" fmla="*/ 364267 h 551867"/>
                <a:gd name="connsiteX149" fmla="*/ 1451323 w 2912392"/>
                <a:gd name="connsiteY149" fmla="*/ 360341 h 551867"/>
                <a:gd name="connsiteX150" fmla="*/ 1461067 w 2912392"/>
                <a:gd name="connsiteY150" fmla="*/ 356315 h 551867"/>
                <a:gd name="connsiteX151" fmla="*/ 1470811 w 2912392"/>
                <a:gd name="connsiteY151" fmla="*/ 352191 h 551867"/>
                <a:gd name="connsiteX152" fmla="*/ 1480555 w 2912392"/>
                <a:gd name="connsiteY152" fmla="*/ 347967 h 551867"/>
                <a:gd name="connsiteX153" fmla="*/ 1490284 w 2912392"/>
                <a:gd name="connsiteY153" fmla="*/ 343645 h 551867"/>
                <a:gd name="connsiteX154" fmla="*/ 1500028 w 2912392"/>
                <a:gd name="connsiteY154" fmla="*/ 339227 h 551867"/>
                <a:gd name="connsiteX155" fmla="*/ 1509772 w 2912392"/>
                <a:gd name="connsiteY155" fmla="*/ 334713 h 551867"/>
                <a:gd name="connsiteX156" fmla="*/ 1519516 w 2912392"/>
                <a:gd name="connsiteY156" fmla="*/ 330105 h 551867"/>
                <a:gd name="connsiteX157" fmla="*/ 1529245 w 2912392"/>
                <a:gd name="connsiteY157" fmla="*/ 325406 h 551867"/>
                <a:gd name="connsiteX158" fmla="*/ 1538989 w 2912392"/>
                <a:gd name="connsiteY158" fmla="*/ 320619 h 551867"/>
                <a:gd name="connsiteX159" fmla="*/ 1548733 w 2912392"/>
                <a:gd name="connsiteY159" fmla="*/ 315748 h 551867"/>
                <a:gd name="connsiteX160" fmla="*/ 1558477 w 2912392"/>
                <a:gd name="connsiteY160" fmla="*/ 310797 h 551867"/>
                <a:gd name="connsiteX161" fmla="*/ 1568221 w 2912392"/>
                <a:gd name="connsiteY161" fmla="*/ 305769 h 551867"/>
                <a:gd name="connsiteX162" fmla="*/ 1577950 w 2912392"/>
                <a:gd name="connsiteY162" fmla="*/ 300670 h 551867"/>
                <a:gd name="connsiteX163" fmla="*/ 1587694 w 2912392"/>
                <a:gd name="connsiteY163" fmla="*/ 295506 h 551867"/>
                <a:gd name="connsiteX164" fmla="*/ 1597438 w 2912392"/>
                <a:gd name="connsiteY164" fmla="*/ 290283 h 551867"/>
                <a:gd name="connsiteX165" fmla="*/ 1607182 w 2912392"/>
                <a:gd name="connsiteY165" fmla="*/ 285006 h 551867"/>
                <a:gd name="connsiteX166" fmla="*/ 1616911 w 2912392"/>
                <a:gd name="connsiteY166" fmla="*/ 279682 h 551867"/>
                <a:gd name="connsiteX167" fmla="*/ 1626655 w 2912392"/>
                <a:gd name="connsiteY167" fmla="*/ 274319 h 551867"/>
                <a:gd name="connsiteX168" fmla="*/ 1636399 w 2912392"/>
                <a:gd name="connsiteY168" fmla="*/ 268924 h 551867"/>
                <a:gd name="connsiteX169" fmla="*/ 1646142 w 2912392"/>
                <a:gd name="connsiteY169" fmla="*/ 263503 h 551867"/>
                <a:gd name="connsiteX170" fmla="*/ 1655872 w 2912392"/>
                <a:gd name="connsiteY170" fmla="*/ 258068 h 551867"/>
                <a:gd name="connsiteX171" fmla="*/ 1665616 w 2912392"/>
                <a:gd name="connsiteY171" fmla="*/ 252626 h 551867"/>
                <a:gd name="connsiteX172" fmla="*/ 1675359 w 2912392"/>
                <a:gd name="connsiteY172" fmla="*/ 247186 h 551867"/>
                <a:gd name="connsiteX173" fmla="*/ 1685103 w 2912392"/>
                <a:gd name="connsiteY173" fmla="*/ 241757 h 551867"/>
                <a:gd name="connsiteX174" fmla="*/ 1694832 w 2912392"/>
                <a:gd name="connsiteY174" fmla="*/ 236349 h 551867"/>
                <a:gd name="connsiteX175" fmla="*/ 1704576 w 2912392"/>
                <a:gd name="connsiteY175" fmla="*/ 230970 h 551867"/>
                <a:gd name="connsiteX176" fmla="*/ 1714320 w 2912392"/>
                <a:gd name="connsiteY176" fmla="*/ 225633 h 551867"/>
                <a:gd name="connsiteX177" fmla="*/ 1724064 w 2912392"/>
                <a:gd name="connsiteY177" fmla="*/ 220347 h 551867"/>
                <a:gd name="connsiteX178" fmla="*/ 1733808 w 2912392"/>
                <a:gd name="connsiteY178" fmla="*/ 215123 h 551867"/>
                <a:gd name="connsiteX179" fmla="*/ 1743537 w 2912392"/>
                <a:gd name="connsiteY179" fmla="*/ 209970 h 551867"/>
                <a:gd name="connsiteX180" fmla="*/ 1753281 w 2912392"/>
                <a:gd name="connsiteY180" fmla="*/ 204901 h 551867"/>
                <a:gd name="connsiteX181" fmla="*/ 1763025 w 2912392"/>
                <a:gd name="connsiteY181" fmla="*/ 199925 h 551867"/>
                <a:gd name="connsiteX182" fmla="*/ 1772769 w 2912392"/>
                <a:gd name="connsiteY182" fmla="*/ 195053 h 551867"/>
                <a:gd name="connsiteX183" fmla="*/ 1782498 w 2912392"/>
                <a:gd name="connsiteY183" fmla="*/ 190297 h 551867"/>
                <a:gd name="connsiteX184" fmla="*/ 1792242 w 2912392"/>
                <a:gd name="connsiteY184" fmla="*/ 185667 h 551867"/>
                <a:gd name="connsiteX185" fmla="*/ 1801986 w 2912392"/>
                <a:gd name="connsiteY185" fmla="*/ 181175 h 551867"/>
                <a:gd name="connsiteX186" fmla="*/ 1811730 w 2912392"/>
                <a:gd name="connsiteY186" fmla="*/ 176830 h 551867"/>
                <a:gd name="connsiteX187" fmla="*/ 1821459 w 2912392"/>
                <a:gd name="connsiteY187" fmla="*/ 172643 h 551867"/>
                <a:gd name="connsiteX188" fmla="*/ 1831203 w 2912392"/>
                <a:gd name="connsiteY188" fmla="*/ 168627 h 551867"/>
                <a:gd name="connsiteX189" fmla="*/ 1840947 w 2912392"/>
                <a:gd name="connsiteY189" fmla="*/ 164790 h 551867"/>
                <a:gd name="connsiteX190" fmla="*/ 1850691 w 2912392"/>
                <a:gd name="connsiteY190" fmla="*/ 161143 h 551867"/>
                <a:gd name="connsiteX191" fmla="*/ 1860435 w 2912392"/>
                <a:gd name="connsiteY191" fmla="*/ 157695 h 551867"/>
                <a:gd name="connsiteX192" fmla="*/ 1870164 w 2912392"/>
                <a:gd name="connsiteY192" fmla="*/ 154456 h 551867"/>
                <a:gd name="connsiteX193" fmla="*/ 1879908 w 2912392"/>
                <a:gd name="connsiteY193" fmla="*/ 151436 h 551867"/>
                <a:gd name="connsiteX194" fmla="*/ 1889652 w 2912392"/>
                <a:gd name="connsiteY194" fmla="*/ 148646 h 551867"/>
                <a:gd name="connsiteX195" fmla="*/ 1899395 w 2912392"/>
                <a:gd name="connsiteY195" fmla="*/ 146091 h 551867"/>
                <a:gd name="connsiteX196" fmla="*/ 1909124 w 2912392"/>
                <a:gd name="connsiteY196" fmla="*/ 143780 h 551867"/>
                <a:gd name="connsiteX197" fmla="*/ 1918868 w 2912392"/>
                <a:gd name="connsiteY197" fmla="*/ 141722 h 551867"/>
                <a:gd name="connsiteX198" fmla="*/ 1928612 w 2912392"/>
                <a:gd name="connsiteY198" fmla="*/ 139925 h 551867"/>
                <a:gd name="connsiteX199" fmla="*/ 1938356 w 2912392"/>
                <a:gd name="connsiteY199" fmla="*/ 138397 h 551867"/>
                <a:gd name="connsiteX200" fmla="*/ 1948085 w 2912392"/>
                <a:gd name="connsiteY200" fmla="*/ 137141 h 551867"/>
                <a:gd name="connsiteX201" fmla="*/ 1957829 w 2912392"/>
                <a:gd name="connsiteY201" fmla="*/ 136165 h 551867"/>
                <a:gd name="connsiteX202" fmla="*/ 1967573 w 2912392"/>
                <a:gd name="connsiteY202" fmla="*/ 135473 h 551867"/>
                <a:gd name="connsiteX203" fmla="*/ 1977317 w 2912392"/>
                <a:gd name="connsiteY203" fmla="*/ 135074 h 551867"/>
                <a:gd name="connsiteX204" fmla="*/ 1987046 w 2912392"/>
                <a:gd name="connsiteY204" fmla="*/ 134968 h 551867"/>
                <a:gd name="connsiteX205" fmla="*/ 1996790 w 2912392"/>
                <a:gd name="connsiteY205" fmla="*/ 135161 h 551867"/>
                <a:gd name="connsiteX206" fmla="*/ 2006534 w 2912392"/>
                <a:gd name="connsiteY206" fmla="*/ 135654 h 551867"/>
                <a:gd name="connsiteX207" fmla="*/ 2016278 w 2912392"/>
                <a:gd name="connsiteY207" fmla="*/ 136451 h 551867"/>
                <a:gd name="connsiteX208" fmla="*/ 2026022 w 2912392"/>
                <a:gd name="connsiteY208" fmla="*/ 137555 h 551867"/>
                <a:gd name="connsiteX209" fmla="*/ 2035751 w 2912392"/>
                <a:gd name="connsiteY209" fmla="*/ 138964 h 551867"/>
                <a:gd name="connsiteX210" fmla="*/ 2045495 w 2912392"/>
                <a:gd name="connsiteY210" fmla="*/ 140682 h 551867"/>
                <a:gd name="connsiteX211" fmla="*/ 2055239 w 2912392"/>
                <a:gd name="connsiteY211" fmla="*/ 142707 h 551867"/>
                <a:gd name="connsiteX212" fmla="*/ 2064983 w 2912392"/>
                <a:gd name="connsiteY212" fmla="*/ 145037 h 551867"/>
                <a:gd name="connsiteX213" fmla="*/ 2074712 w 2912392"/>
                <a:gd name="connsiteY213" fmla="*/ 147673 h 551867"/>
                <a:gd name="connsiteX214" fmla="*/ 2084456 w 2912392"/>
                <a:gd name="connsiteY214" fmla="*/ 150611 h 551867"/>
                <a:gd name="connsiteX215" fmla="*/ 2094200 w 2912392"/>
                <a:gd name="connsiteY215" fmla="*/ 153848 h 551867"/>
                <a:gd name="connsiteX216" fmla="*/ 2103944 w 2912392"/>
                <a:gd name="connsiteY216" fmla="*/ 157382 h 551867"/>
                <a:gd name="connsiteX217" fmla="*/ 2113673 w 2912392"/>
                <a:gd name="connsiteY217" fmla="*/ 161207 h 551867"/>
                <a:gd name="connsiteX218" fmla="*/ 2123417 w 2912392"/>
                <a:gd name="connsiteY218" fmla="*/ 165319 h 551867"/>
                <a:gd name="connsiteX219" fmla="*/ 2133161 w 2912392"/>
                <a:gd name="connsiteY219" fmla="*/ 169711 h 551867"/>
                <a:gd name="connsiteX220" fmla="*/ 2142905 w 2912392"/>
                <a:gd name="connsiteY220" fmla="*/ 174379 h 551867"/>
                <a:gd name="connsiteX221" fmla="*/ 2152649 w 2912392"/>
                <a:gd name="connsiteY221" fmla="*/ 179314 h 551867"/>
                <a:gd name="connsiteX222" fmla="*/ 2162377 w 2912392"/>
                <a:gd name="connsiteY222" fmla="*/ 184509 h 551867"/>
                <a:gd name="connsiteX223" fmla="*/ 2172121 w 2912392"/>
                <a:gd name="connsiteY223" fmla="*/ 189955 h 551867"/>
                <a:gd name="connsiteX224" fmla="*/ 2181865 w 2912392"/>
                <a:gd name="connsiteY224" fmla="*/ 195643 h 551867"/>
                <a:gd name="connsiteX225" fmla="*/ 2191609 w 2912392"/>
                <a:gd name="connsiteY225" fmla="*/ 201565 h 551867"/>
                <a:gd name="connsiteX226" fmla="*/ 2201338 w 2912392"/>
                <a:gd name="connsiteY226" fmla="*/ 207711 h 551867"/>
                <a:gd name="connsiteX227" fmla="*/ 2211082 w 2912392"/>
                <a:gd name="connsiteY227" fmla="*/ 214069 h 551867"/>
                <a:gd name="connsiteX228" fmla="*/ 2220826 w 2912392"/>
                <a:gd name="connsiteY228" fmla="*/ 220627 h 551867"/>
                <a:gd name="connsiteX229" fmla="*/ 2230570 w 2912392"/>
                <a:gd name="connsiteY229" fmla="*/ 227375 h 551867"/>
                <a:gd name="connsiteX230" fmla="*/ 2240299 w 2912392"/>
                <a:gd name="connsiteY230" fmla="*/ 234300 h 551867"/>
                <a:gd name="connsiteX231" fmla="*/ 2250043 w 2912392"/>
                <a:gd name="connsiteY231" fmla="*/ 241389 h 551867"/>
                <a:gd name="connsiteX232" fmla="*/ 2259787 w 2912392"/>
                <a:gd name="connsiteY232" fmla="*/ 248630 h 551867"/>
                <a:gd name="connsiteX233" fmla="*/ 2269531 w 2912392"/>
                <a:gd name="connsiteY233" fmla="*/ 256009 h 551867"/>
                <a:gd name="connsiteX234" fmla="*/ 2279260 w 2912392"/>
                <a:gd name="connsiteY234" fmla="*/ 263511 h 551867"/>
                <a:gd name="connsiteX235" fmla="*/ 2289004 w 2912392"/>
                <a:gd name="connsiteY235" fmla="*/ 271124 h 551867"/>
                <a:gd name="connsiteX236" fmla="*/ 2298748 w 2912392"/>
                <a:gd name="connsiteY236" fmla="*/ 278831 h 551867"/>
                <a:gd name="connsiteX237" fmla="*/ 2308492 w 2912392"/>
                <a:gd name="connsiteY237" fmla="*/ 286618 h 551867"/>
                <a:gd name="connsiteX238" fmla="*/ 2318236 w 2912392"/>
                <a:gd name="connsiteY238" fmla="*/ 294471 h 551867"/>
                <a:gd name="connsiteX239" fmla="*/ 2327965 w 2912392"/>
                <a:gd name="connsiteY239" fmla="*/ 302373 h 551867"/>
                <a:gd name="connsiteX240" fmla="*/ 2337709 w 2912392"/>
                <a:gd name="connsiteY240" fmla="*/ 310309 h 551867"/>
                <a:gd name="connsiteX241" fmla="*/ 2347453 w 2912392"/>
                <a:gd name="connsiteY241" fmla="*/ 318263 h 551867"/>
                <a:gd name="connsiteX242" fmla="*/ 2357197 w 2912392"/>
                <a:gd name="connsiteY242" fmla="*/ 326221 h 551867"/>
                <a:gd name="connsiteX243" fmla="*/ 2366926 w 2912392"/>
                <a:gd name="connsiteY243" fmla="*/ 334165 h 551867"/>
                <a:gd name="connsiteX244" fmla="*/ 2376670 w 2912392"/>
                <a:gd name="connsiteY244" fmla="*/ 342081 h 551867"/>
                <a:gd name="connsiteX245" fmla="*/ 2386413 w 2912392"/>
                <a:gd name="connsiteY245" fmla="*/ 349952 h 551867"/>
                <a:gd name="connsiteX246" fmla="*/ 2396157 w 2912392"/>
                <a:gd name="connsiteY246" fmla="*/ 357762 h 551867"/>
                <a:gd name="connsiteX247" fmla="*/ 2405886 w 2912392"/>
                <a:gd name="connsiteY247" fmla="*/ 365496 h 551867"/>
                <a:gd name="connsiteX248" fmla="*/ 2415630 w 2912392"/>
                <a:gd name="connsiteY248" fmla="*/ 373138 h 551867"/>
                <a:gd name="connsiteX249" fmla="*/ 2425374 w 2912392"/>
                <a:gd name="connsiteY249" fmla="*/ 380672 h 551867"/>
                <a:gd name="connsiteX250" fmla="*/ 2435118 w 2912392"/>
                <a:gd name="connsiteY250" fmla="*/ 388084 h 551867"/>
                <a:gd name="connsiteX251" fmla="*/ 2444862 w 2912392"/>
                <a:gd name="connsiteY251" fmla="*/ 395358 h 551867"/>
                <a:gd name="connsiteX252" fmla="*/ 2454591 w 2912392"/>
                <a:gd name="connsiteY252" fmla="*/ 402481 h 551867"/>
                <a:gd name="connsiteX253" fmla="*/ 2464335 w 2912392"/>
                <a:gd name="connsiteY253" fmla="*/ 409436 h 551867"/>
                <a:gd name="connsiteX254" fmla="*/ 2474079 w 2912392"/>
                <a:gd name="connsiteY254" fmla="*/ 416210 h 551867"/>
                <a:gd name="connsiteX255" fmla="*/ 2483823 w 2912392"/>
                <a:gd name="connsiteY255" fmla="*/ 422790 h 551867"/>
                <a:gd name="connsiteX256" fmla="*/ 2493552 w 2912392"/>
                <a:gd name="connsiteY256" fmla="*/ 429162 h 551867"/>
                <a:gd name="connsiteX257" fmla="*/ 2503296 w 2912392"/>
                <a:gd name="connsiteY257" fmla="*/ 435314 h 551867"/>
                <a:gd name="connsiteX258" fmla="*/ 2513040 w 2912392"/>
                <a:gd name="connsiteY258" fmla="*/ 441232 h 551867"/>
                <a:gd name="connsiteX259" fmla="*/ 2522784 w 2912392"/>
                <a:gd name="connsiteY259" fmla="*/ 446904 h 551867"/>
                <a:gd name="connsiteX260" fmla="*/ 2532513 w 2912392"/>
                <a:gd name="connsiteY260" fmla="*/ 452321 h 551867"/>
                <a:gd name="connsiteX261" fmla="*/ 2542257 w 2912392"/>
                <a:gd name="connsiteY261" fmla="*/ 457470 h 551867"/>
                <a:gd name="connsiteX262" fmla="*/ 2552001 w 2912392"/>
                <a:gd name="connsiteY262" fmla="*/ 462341 h 551867"/>
                <a:gd name="connsiteX263" fmla="*/ 2561745 w 2912392"/>
                <a:gd name="connsiteY263" fmla="*/ 466925 h 551867"/>
                <a:gd name="connsiteX264" fmla="*/ 2571474 w 2912392"/>
                <a:gd name="connsiteY264" fmla="*/ 471212 h 551867"/>
                <a:gd name="connsiteX265" fmla="*/ 2581218 w 2912392"/>
                <a:gd name="connsiteY265" fmla="*/ 475194 h 551867"/>
                <a:gd name="connsiteX266" fmla="*/ 2590962 w 2912392"/>
                <a:gd name="connsiteY266" fmla="*/ 478865 h 551867"/>
                <a:gd name="connsiteX267" fmla="*/ 2600705 w 2912392"/>
                <a:gd name="connsiteY267" fmla="*/ 482216 h 551867"/>
                <a:gd name="connsiteX268" fmla="*/ 2610449 w 2912392"/>
                <a:gd name="connsiteY268" fmla="*/ 485239 h 551867"/>
                <a:gd name="connsiteX269" fmla="*/ 2620178 w 2912392"/>
                <a:gd name="connsiteY269" fmla="*/ 487933 h 551867"/>
                <a:gd name="connsiteX270" fmla="*/ 2629922 w 2912392"/>
                <a:gd name="connsiteY270" fmla="*/ 490288 h 551867"/>
                <a:gd name="connsiteX271" fmla="*/ 2639666 w 2912392"/>
                <a:gd name="connsiteY271" fmla="*/ 492304 h 551867"/>
                <a:gd name="connsiteX272" fmla="*/ 2649410 w 2912392"/>
                <a:gd name="connsiteY272" fmla="*/ 493974 h 551867"/>
                <a:gd name="connsiteX273" fmla="*/ 2659139 w 2912392"/>
                <a:gd name="connsiteY273" fmla="*/ 495299 h 551867"/>
                <a:gd name="connsiteX274" fmla="*/ 2668883 w 2912392"/>
                <a:gd name="connsiteY274" fmla="*/ 496273 h 551867"/>
                <a:gd name="connsiteX275" fmla="*/ 2678627 w 2912392"/>
                <a:gd name="connsiteY275" fmla="*/ 496897 h 551867"/>
                <a:gd name="connsiteX276" fmla="*/ 2688371 w 2912392"/>
                <a:gd name="connsiteY276" fmla="*/ 497170 h 551867"/>
                <a:gd name="connsiteX277" fmla="*/ 2698100 w 2912392"/>
                <a:gd name="connsiteY277" fmla="*/ 497093 h 551867"/>
                <a:gd name="connsiteX278" fmla="*/ 2707844 w 2912392"/>
                <a:gd name="connsiteY278" fmla="*/ 496667 h 551867"/>
                <a:gd name="connsiteX279" fmla="*/ 2717588 w 2912392"/>
                <a:gd name="connsiteY279" fmla="*/ 495892 h 551867"/>
                <a:gd name="connsiteX280" fmla="*/ 2727332 w 2912392"/>
                <a:gd name="connsiteY280" fmla="*/ 494771 h 551867"/>
                <a:gd name="connsiteX281" fmla="*/ 2737076 w 2912392"/>
                <a:gd name="connsiteY281" fmla="*/ 493308 h 551867"/>
                <a:gd name="connsiteX282" fmla="*/ 2746805 w 2912392"/>
                <a:gd name="connsiteY282" fmla="*/ 491508 h 551867"/>
                <a:gd name="connsiteX283" fmla="*/ 2756549 w 2912392"/>
                <a:gd name="connsiteY283" fmla="*/ 489373 h 551867"/>
                <a:gd name="connsiteX284" fmla="*/ 2766293 w 2912392"/>
                <a:gd name="connsiteY284" fmla="*/ 486911 h 551867"/>
                <a:gd name="connsiteX285" fmla="*/ 2776037 w 2912392"/>
                <a:gd name="connsiteY285" fmla="*/ 484125 h 551867"/>
                <a:gd name="connsiteX286" fmla="*/ 2785766 w 2912392"/>
                <a:gd name="connsiteY286" fmla="*/ 481023 h 551867"/>
                <a:gd name="connsiteX287" fmla="*/ 2795510 w 2912392"/>
                <a:gd name="connsiteY287" fmla="*/ 477612 h 551867"/>
                <a:gd name="connsiteX288" fmla="*/ 2805254 w 2912392"/>
                <a:gd name="connsiteY288" fmla="*/ 473901 h 551867"/>
                <a:gd name="connsiteX289" fmla="*/ 2814998 w 2912392"/>
                <a:gd name="connsiteY289" fmla="*/ 469898 h 551867"/>
                <a:gd name="connsiteX290" fmla="*/ 2824727 w 2912392"/>
                <a:gd name="connsiteY290" fmla="*/ 465610 h 551867"/>
                <a:gd name="connsiteX291" fmla="*/ 2834471 w 2912392"/>
                <a:gd name="connsiteY291" fmla="*/ 461049 h 551867"/>
                <a:gd name="connsiteX292" fmla="*/ 2844215 w 2912392"/>
                <a:gd name="connsiteY292" fmla="*/ 456223 h 551867"/>
                <a:gd name="connsiteX293" fmla="*/ 2853958 w 2912392"/>
                <a:gd name="connsiteY293" fmla="*/ 451146 h 551867"/>
                <a:gd name="connsiteX294" fmla="*/ 2863687 w 2912392"/>
                <a:gd name="connsiteY294" fmla="*/ 445825 h 551867"/>
                <a:gd name="connsiteX295" fmla="*/ 2873431 w 2912392"/>
                <a:gd name="connsiteY295" fmla="*/ 440274 h 551867"/>
                <a:gd name="connsiteX296" fmla="*/ 2883175 w 2912392"/>
                <a:gd name="connsiteY296" fmla="*/ 434503 h 551867"/>
                <a:gd name="connsiteX297" fmla="*/ 2892919 w 2912392"/>
                <a:gd name="connsiteY297" fmla="*/ 428526 h 551867"/>
                <a:gd name="connsiteX298" fmla="*/ 2902663 w 2912392"/>
                <a:gd name="connsiteY298" fmla="*/ 422356 h 551867"/>
                <a:gd name="connsiteX299" fmla="*/ 2912392 w 2912392"/>
                <a:gd name="connsiteY299" fmla="*/ 416005 h 551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51867">
                  <a:moveTo>
                    <a:pt x="0" y="0"/>
                  </a:moveTo>
                  <a:lnTo>
                    <a:pt x="9739" y="7855"/>
                  </a:lnTo>
                  <a:lnTo>
                    <a:pt x="19480" y="15958"/>
                  </a:lnTo>
                  <a:lnTo>
                    <a:pt x="29221" y="24305"/>
                  </a:lnTo>
                  <a:lnTo>
                    <a:pt x="38961" y="32884"/>
                  </a:lnTo>
                  <a:lnTo>
                    <a:pt x="48702" y="41686"/>
                  </a:lnTo>
                  <a:lnTo>
                    <a:pt x="58443" y="50701"/>
                  </a:lnTo>
                  <a:lnTo>
                    <a:pt x="68182" y="59921"/>
                  </a:lnTo>
                  <a:lnTo>
                    <a:pt x="77923" y="69335"/>
                  </a:lnTo>
                  <a:lnTo>
                    <a:pt x="87664" y="78932"/>
                  </a:lnTo>
                  <a:lnTo>
                    <a:pt x="97404" y="88701"/>
                  </a:lnTo>
                  <a:lnTo>
                    <a:pt x="107145" y="98633"/>
                  </a:lnTo>
                  <a:lnTo>
                    <a:pt x="116886" y="108713"/>
                  </a:lnTo>
                  <a:lnTo>
                    <a:pt x="126625" y="118934"/>
                  </a:lnTo>
                  <a:lnTo>
                    <a:pt x="136366" y="129280"/>
                  </a:lnTo>
                  <a:lnTo>
                    <a:pt x="146107" y="139742"/>
                  </a:lnTo>
                  <a:lnTo>
                    <a:pt x="155846" y="150305"/>
                  </a:lnTo>
                  <a:lnTo>
                    <a:pt x="165587" y="160958"/>
                  </a:lnTo>
                  <a:lnTo>
                    <a:pt x="175328" y="171690"/>
                  </a:lnTo>
                  <a:lnTo>
                    <a:pt x="185068" y="182486"/>
                  </a:lnTo>
                  <a:lnTo>
                    <a:pt x="194809" y="193332"/>
                  </a:lnTo>
                  <a:lnTo>
                    <a:pt x="204550" y="204217"/>
                  </a:lnTo>
                  <a:lnTo>
                    <a:pt x="214289" y="215129"/>
                  </a:lnTo>
                  <a:lnTo>
                    <a:pt x="224030" y="226052"/>
                  </a:lnTo>
                  <a:lnTo>
                    <a:pt x="233771" y="236973"/>
                  </a:lnTo>
                  <a:lnTo>
                    <a:pt x="243510" y="247880"/>
                  </a:lnTo>
                  <a:lnTo>
                    <a:pt x="253251" y="258758"/>
                  </a:lnTo>
                  <a:lnTo>
                    <a:pt x="262992" y="269596"/>
                  </a:lnTo>
                  <a:lnTo>
                    <a:pt x="272732" y="280378"/>
                  </a:lnTo>
                  <a:lnTo>
                    <a:pt x="282473" y="291092"/>
                  </a:lnTo>
                  <a:lnTo>
                    <a:pt x="292214" y="301725"/>
                  </a:lnTo>
                  <a:lnTo>
                    <a:pt x="301953" y="312265"/>
                  </a:lnTo>
                  <a:lnTo>
                    <a:pt x="311694" y="322697"/>
                  </a:lnTo>
                  <a:lnTo>
                    <a:pt x="321435" y="333010"/>
                  </a:lnTo>
                  <a:lnTo>
                    <a:pt x="331175" y="343191"/>
                  </a:lnTo>
                  <a:lnTo>
                    <a:pt x="340916" y="353227"/>
                  </a:lnTo>
                  <a:lnTo>
                    <a:pt x="350656" y="363108"/>
                  </a:lnTo>
                  <a:lnTo>
                    <a:pt x="360396" y="372819"/>
                  </a:lnTo>
                  <a:lnTo>
                    <a:pt x="370137" y="382353"/>
                  </a:lnTo>
                  <a:lnTo>
                    <a:pt x="379878" y="391696"/>
                  </a:lnTo>
                  <a:lnTo>
                    <a:pt x="389617" y="400838"/>
                  </a:lnTo>
                  <a:lnTo>
                    <a:pt x="399358" y="409768"/>
                  </a:lnTo>
                  <a:lnTo>
                    <a:pt x="409099" y="418480"/>
                  </a:lnTo>
                  <a:lnTo>
                    <a:pt x="418839" y="426960"/>
                  </a:lnTo>
                  <a:lnTo>
                    <a:pt x="428580" y="435202"/>
                  </a:lnTo>
                  <a:lnTo>
                    <a:pt x="438321" y="443199"/>
                  </a:lnTo>
                  <a:lnTo>
                    <a:pt x="448060" y="450940"/>
                  </a:lnTo>
                  <a:lnTo>
                    <a:pt x="457801" y="458418"/>
                  </a:lnTo>
                  <a:lnTo>
                    <a:pt x="467542" y="465629"/>
                  </a:lnTo>
                  <a:lnTo>
                    <a:pt x="477281" y="472566"/>
                  </a:lnTo>
                  <a:lnTo>
                    <a:pt x="487022" y="479221"/>
                  </a:lnTo>
                  <a:lnTo>
                    <a:pt x="496763" y="485594"/>
                  </a:lnTo>
                  <a:lnTo>
                    <a:pt x="506503" y="491677"/>
                  </a:lnTo>
                  <a:lnTo>
                    <a:pt x="516244" y="497467"/>
                  </a:lnTo>
                  <a:lnTo>
                    <a:pt x="525985" y="502961"/>
                  </a:lnTo>
                  <a:lnTo>
                    <a:pt x="535724" y="508158"/>
                  </a:lnTo>
                  <a:lnTo>
                    <a:pt x="545465" y="513054"/>
                  </a:lnTo>
                  <a:lnTo>
                    <a:pt x="555206" y="517652"/>
                  </a:lnTo>
                  <a:lnTo>
                    <a:pt x="564946" y="521947"/>
                  </a:lnTo>
                  <a:lnTo>
                    <a:pt x="574687" y="525942"/>
                  </a:lnTo>
                  <a:lnTo>
                    <a:pt x="584428" y="529636"/>
                  </a:lnTo>
                  <a:lnTo>
                    <a:pt x="594167" y="533033"/>
                  </a:lnTo>
                  <a:lnTo>
                    <a:pt x="603908" y="536134"/>
                  </a:lnTo>
                  <a:lnTo>
                    <a:pt x="613649" y="538941"/>
                  </a:lnTo>
                  <a:lnTo>
                    <a:pt x="623388" y="541457"/>
                  </a:lnTo>
                  <a:lnTo>
                    <a:pt x="633129" y="543688"/>
                  </a:lnTo>
                  <a:lnTo>
                    <a:pt x="642870" y="545636"/>
                  </a:lnTo>
                  <a:lnTo>
                    <a:pt x="652610" y="547308"/>
                  </a:lnTo>
                  <a:lnTo>
                    <a:pt x="662351" y="548709"/>
                  </a:lnTo>
                  <a:lnTo>
                    <a:pt x="672092" y="549844"/>
                  </a:lnTo>
                  <a:lnTo>
                    <a:pt x="681831" y="550720"/>
                  </a:lnTo>
                  <a:lnTo>
                    <a:pt x="691572" y="551344"/>
                  </a:lnTo>
                  <a:lnTo>
                    <a:pt x="701313" y="551724"/>
                  </a:lnTo>
                  <a:lnTo>
                    <a:pt x="711052" y="551867"/>
                  </a:lnTo>
                  <a:lnTo>
                    <a:pt x="720793" y="551781"/>
                  </a:lnTo>
                  <a:lnTo>
                    <a:pt x="730534" y="551474"/>
                  </a:lnTo>
                  <a:lnTo>
                    <a:pt x="740274" y="550955"/>
                  </a:lnTo>
                  <a:lnTo>
                    <a:pt x="750015" y="550233"/>
                  </a:lnTo>
                  <a:lnTo>
                    <a:pt x="759756" y="549317"/>
                  </a:lnTo>
                  <a:lnTo>
                    <a:pt x="769495" y="548217"/>
                  </a:lnTo>
                  <a:lnTo>
                    <a:pt x="779236" y="546940"/>
                  </a:lnTo>
                  <a:lnTo>
                    <a:pt x="788977" y="545499"/>
                  </a:lnTo>
                  <a:lnTo>
                    <a:pt x="798717" y="543902"/>
                  </a:lnTo>
                  <a:lnTo>
                    <a:pt x="808458" y="542159"/>
                  </a:lnTo>
                  <a:lnTo>
                    <a:pt x="818199" y="540279"/>
                  </a:lnTo>
                  <a:lnTo>
                    <a:pt x="827938" y="538272"/>
                  </a:lnTo>
                  <a:lnTo>
                    <a:pt x="837679" y="536147"/>
                  </a:lnTo>
                  <a:lnTo>
                    <a:pt x="847420" y="533915"/>
                  </a:lnTo>
                  <a:lnTo>
                    <a:pt x="857159" y="531585"/>
                  </a:lnTo>
                  <a:lnTo>
                    <a:pt x="866900" y="529166"/>
                  </a:lnTo>
                  <a:lnTo>
                    <a:pt x="876641" y="526666"/>
                  </a:lnTo>
                  <a:lnTo>
                    <a:pt x="886381" y="524096"/>
                  </a:lnTo>
                  <a:lnTo>
                    <a:pt x="896122" y="521463"/>
                  </a:lnTo>
                  <a:lnTo>
                    <a:pt x="905863" y="518775"/>
                  </a:lnTo>
                  <a:lnTo>
                    <a:pt x="915602" y="516041"/>
                  </a:lnTo>
                  <a:lnTo>
                    <a:pt x="925343" y="513270"/>
                  </a:lnTo>
                  <a:lnTo>
                    <a:pt x="935084" y="510466"/>
                  </a:lnTo>
                  <a:lnTo>
                    <a:pt x="944824" y="507638"/>
                  </a:lnTo>
                  <a:lnTo>
                    <a:pt x="954564" y="504792"/>
                  </a:lnTo>
                  <a:lnTo>
                    <a:pt x="964305" y="501935"/>
                  </a:lnTo>
                  <a:lnTo>
                    <a:pt x="974045" y="499073"/>
                  </a:lnTo>
                  <a:lnTo>
                    <a:pt x="983786" y="496209"/>
                  </a:lnTo>
                  <a:lnTo>
                    <a:pt x="993522" y="493350"/>
                  </a:lnTo>
                  <a:lnTo>
                    <a:pt x="1003266" y="490501"/>
                  </a:lnTo>
                  <a:lnTo>
                    <a:pt x="1013010" y="487663"/>
                  </a:lnTo>
                  <a:lnTo>
                    <a:pt x="1022754" y="484843"/>
                  </a:lnTo>
                  <a:lnTo>
                    <a:pt x="1032483" y="482040"/>
                  </a:lnTo>
                  <a:lnTo>
                    <a:pt x="1042227" y="479260"/>
                  </a:lnTo>
                  <a:lnTo>
                    <a:pt x="1051971" y="476504"/>
                  </a:lnTo>
                  <a:lnTo>
                    <a:pt x="1061715" y="473773"/>
                  </a:lnTo>
                  <a:lnTo>
                    <a:pt x="1071444" y="471069"/>
                  </a:lnTo>
                  <a:lnTo>
                    <a:pt x="1081188" y="468391"/>
                  </a:lnTo>
                  <a:lnTo>
                    <a:pt x="1090932" y="465741"/>
                  </a:lnTo>
                  <a:lnTo>
                    <a:pt x="1100676" y="463117"/>
                  </a:lnTo>
                  <a:lnTo>
                    <a:pt x="1110405" y="460520"/>
                  </a:lnTo>
                  <a:lnTo>
                    <a:pt x="1120149" y="457949"/>
                  </a:lnTo>
                  <a:lnTo>
                    <a:pt x="1129893" y="455399"/>
                  </a:lnTo>
                  <a:lnTo>
                    <a:pt x="1139637" y="452872"/>
                  </a:lnTo>
                  <a:lnTo>
                    <a:pt x="1149381" y="450365"/>
                  </a:lnTo>
                  <a:lnTo>
                    <a:pt x="1159110" y="447874"/>
                  </a:lnTo>
                  <a:lnTo>
                    <a:pt x="1168854" y="445398"/>
                  </a:lnTo>
                  <a:lnTo>
                    <a:pt x="1178598" y="442930"/>
                  </a:lnTo>
                  <a:lnTo>
                    <a:pt x="1188341" y="440471"/>
                  </a:lnTo>
                  <a:lnTo>
                    <a:pt x="1198070" y="438014"/>
                  </a:lnTo>
                  <a:lnTo>
                    <a:pt x="1207814" y="435557"/>
                  </a:lnTo>
                  <a:lnTo>
                    <a:pt x="1217558" y="433093"/>
                  </a:lnTo>
                  <a:lnTo>
                    <a:pt x="1227302" y="430621"/>
                  </a:lnTo>
                  <a:lnTo>
                    <a:pt x="1237031" y="428133"/>
                  </a:lnTo>
                  <a:lnTo>
                    <a:pt x="1246775" y="425627"/>
                  </a:lnTo>
                  <a:lnTo>
                    <a:pt x="1256519" y="423095"/>
                  </a:lnTo>
                  <a:lnTo>
                    <a:pt x="1266263" y="420537"/>
                  </a:lnTo>
                  <a:lnTo>
                    <a:pt x="1276007" y="417943"/>
                  </a:lnTo>
                  <a:lnTo>
                    <a:pt x="1285736" y="415311"/>
                  </a:lnTo>
                  <a:lnTo>
                    <a:pt x="1295480" y="412636"/>
                  </a:lnTo>
                  <a:lnTo>
                    <a:pt x="1305224" y="409911"/>
                  </a:lnTo>
                  <a:lnTo>
                    <a:pt x="1314968" y="407133"/>
                  </a:lnTo>
                  <a:lnTo>
                    <a:pt x="1324697" y="404297"/>
                  </a:lnTo>
                  <a:lnTo>
                    <a:pt x="1334441" y="401398"/>
                  </a:lnTo>
                  <a:lnTo>
                    <a:pt x="1344185" y="398432"/>
                  </a:lnTo>
                  <a:lnTo>
                    <a:pt x="1353929" y="395395"/>
                  </a:lnTo>
                  <a:lnTo>
                    <a:pt x="1363658" y="392281"/>
                  </a:lnTo>
                  <a:lnTo>
                    <a:pt x="1373402" y="389090"/>
                  </a:lnTo>
                  <a:lnTo>
                    <a:pt x="1383146" y="385814"/>
                  </a:lnTo>
                  <a:lnTo>
                    <a:pt x="1392890" y="382454"/>
                  </a:lnTo>
                  <a:lnTo>
                    <a:pt x="1402619" y="379003"/>
                  </a:lnTo>
                  <a:lnTo>
                    <a:pt x="1412363" y="375462"/>
                  </a:lnTo>
                  <a:lnTo>
                    <a:pt x="1422106" y="371826"/>
                  </a:lnTo>
                  <a:lnTo>
                    <a:pt x="1431850" y="368096"/>
                  </a:lnTo>
                  <a:lnTo>
                    <a:pt x="1441594" y="364267"/>
                  </a:lnTo>
                  <a:lnTo>
                    <a:pt x="1451323" y="360341"/>
                  </a:lnTo>
                  <a:lnTo>
                    <a:pt x="1461067" y="356315"/>
                  </a:lnTo>
                  <a:lnTo>
                    <a:pt x="1470811" y="352191"/>
                  </a:lnTo>
                  <a:lnTo>
                    <a:pt x="1480555" y="347967"/>
                  </a:lnTo>
                  <a:lnTo>
                    <a:pt x="1490284" y="343645"/>
                  </a:lnTo>
                  <a:lnTo>
                    <a:pt x="1500028" y="339227"/>
                  </a:lnTo>
                  <a:lnTo>
                    <a:pt x="1509772" y="334713"/>
                  </a:lnTo>
                  <a:lnTo>
                    <a:pt x="1519516" y="330105"/>
                  </a:lnTo>
                  <a:lnTo>
                    <a:pt x="1529245" y="325406"/>
                  </a:lnTo>
                  <a:lnTo>
                    <a:pt x="1538989" y="320619"/>
                  </a:lnTo>
                  <a:lnTo>
                    <a:pt x="1548733" y="315748"/>
                  </a:lnTo>
                  <a:lnTo>
                    <a:pt x="1558477" y="310797"/>
                  </a:lnTo>
                  <a:lnTo>
                    <a:pt x="1568221" y="305769"/>
                  </a:lnTo>
                  <a:lnTo>
                    <a:pt x="1577950" y="300670"/>
                  </a:lnTo>
                  <a:lnTo>
                    <a:pt x="1587694" y="295506"/>
                  </a:lnTo>
                  <a:lnTo>
                    <a:pt x="1597438" y="290283"/>
                  </a:lnTo>
                  <a:lnTo>
                    <a:pt x="1607182" y="285006"/>
                  </a:lnTo>
                  <a:lnTo>
                    <a:pt x="1616911" y="279682"/>
                  </a:lnTo>
                  <a:lnTo>
                    <a:pt x="1626655" y="274319"/>
                  </a:lnTo>
                  <a:lnTo>
                    <a:pt x="1636399" y="268924"/>
                  </a:lnTo>
                  <a:lnTo>
                    <a:pt x="1646142" y="263503"/>
                  </a:lnTo>
                  <a:lnTo>
                    <a:pt x="1655872" y="258068"/>
                  </a:lnTo>
                  <a:lnTo>
                    <a:pt x="1665616" y="252626"/>
                  </a:lnTo>
                  <a:lnTo>
                    <a:pt x="1675359" y="247186"/>
                  </a:lnTo>
                  <a:lnTo>
                    <a:pt x="1685103" y="241757"/>
                  </a:lnTo>
                  <a:lnTo>
                    <a:pt x="1694832" y="236349"/>
                  </a:lnTo>
                  <a:lnTo>
                    <a:pt x="1704576" y="230970"/>
                  </a:lnTo>
                  <a:lnTo>
                    <a:pt x="1714320" y="225633"/>
                  </a:lnTo>
                  <a:lnTo>
                    <a:pt x="1724064" y="220347"/>
                  </a:lnTo>
                  <a:lnTo>
                    <a:pt x="1733808" y="215123"/>
                  </a:lnTo>
                  <a:lnTo>
                    <a:pt x="1743537" y="209970"/>
                  </a:lnTo>
                  <a:lnTo>
                    <a:pt x="1753281" y="204901"/>
                  </a:lnTo>
                  <a:lnTo>
                    <a:pt x="1763025" y="199925"/>
                  </a:lnTo>
                  <a:lnTo>
                    <a:pt x="1772769" y="195053"/>
                  </a:lnTo>
                  <a:lnTo>
                    <a:pt x="1782498" y="190297"/>
                  </a:lnTo>
                  <a:lnTo>
                    <a:pt x="1792242" y="185667"/>
                  </a:lnTo>
                  <a:lnTo>
                    <a:pt x="1801986" y="181175"/>
                  </a:lnTo>
                  <a:lnTo>
                    <a:pt x="1811730" y="176830"/>
                  </a:lnTo>
                  <a:lnTo>
                    <a:pt x="1821459" y="172643"/>
                  </a:lnTo>
                  <a:lnTo>
                    <a:pt x="1831203" y="168627"/>
                  </a:lnTo>
                  <a:lnTo>
                    <a:pt x="1840947" y="164790"/>
                  </a:lnTo>
                  <a:lnTo>
                    <a:pt x="1850691" y="161143"/>
                  </a:lnTo>
                  <a:lnTo>
                    <a:pt x="1860435" y="157695"/>
                  </a:lnTo>
                  <a:lnTo>
                    <a:pt x="1870164" y="154456"/>
                  </a:lnTo>
                  <a:lnTo>
                    <a:pt x="1879908" y="151436"/>
                  </a:lnTo>
                  <a:lnTo>
                    <a:pt x="1889652" y="148646"/>
                  </a:lnTo>
                  <a:lnTo>
                    <a:pt x="1899395" y="146091"/>
                  </a:lnTo>
                  <a:lnTo>
                    <a:pt x="1909124" y="143780"/>
                  </a:lnTo>
                  <a:lnTo>
                    <a:pt x="1918868" y="141722"/>
                  </a:lnTo>
                  <a:lnTo>
                    <a:pt x="1928612" y="139925"/>
                  </a:lnTo>
                  <a:lnTo>
                    <a:pt x="1938356" y="138397"/>
                  </a:lnTo>
                  <a:lnTo>
                    <a:pt x="1948085" y="137141"/>
                  </a:lnTo>
                  <a:lnTo>
                    <a:pt x="1957829" y="136165"/>
                  </a:lnTo>
                  <a:lnTo>
                    <a:pt x="1967573" y="135473"/>
                  </a:lnTo>
                  <a:lnTo>
                    <a:pt x="1977317" y="135074"/>
                  </a:lnTo>
                  <a:lnTo>
                    <a:pt x="1987046" y="134968"/>
                  </a:lnTo>
                  <a:lnTo>
                    <a:pt x="1996790" y="135161"/>
                  </a:lnTo>
                  <a:lnTo>
                    <a:pt x="2006534" y="135654"/>
                  </a:lnTo>
                  <a:lnTo>
                    <a:pt x="2016278" y="136451"/>
                  </a:lnTo>
                  <a:lnTo>
                    <a:pt x="2026022" y="137555"/>
                  </a:lnTo>
                  <a:lnTo>
                    <a:pt x="2035751" y="138964"/>
                  </a:lnTo>
                  <a:lnTo>
                    <a:pt x="2045495" y="140682"/>
                  </a:lnTo>
                  <a:lnTo>
                    <a:pt x="2055239" y="142707"/>
                  </a:lnTo>
                  <a:lnTo>
                    <a:pt x="2064983" y="145037"/>
                  </a:lnTo>
                  <a:lnTo>
                    <a:pt x="2074712" y="147673"/>
                  </a:lnTo>
                  <a:lnTo>
                    <a:pt x="2084456" y="150611"/>
                  </a:lnTo>
                  <a:lnTo>
                    <a:pt x="2094200" y="153848"/>
                  </a:lnTo>
                  <a:lnTo>
                    <a:pt x="2103944" y="157382"/>
                  </a:lnTo>
                  <a:lnTo>
                    <a:pt x="2113673" y="161207"/>
                  </a:lnTo>
                  <a:lnTo>
                    <a:pt x="2123417" y="165319"/>
                  </a:lnTo>
                  <a:lnTo>
                    <a:pt x="2133161" y="169711"/>
                  </a:lnTo>
                  <a:lnTo>
                    <a:pt x="2142905" y="174379"/>
                  </a:lnTo>
                  <a:lnTo>
                    <a:pt x="2152649" y="179314"/>
                  </a:lnTo>
                  <a:lnTo>
                    <a:pt x="2162377" y="184509"/>
                  </a:lnTo>
                  <a:lnTo>
                    <a:pt x="2172121" y="189955"/>
                  </a:lnTo>
                  <a:lnTo>
                    <a:pt x="2181865" y="195643"/>
                  </a:lnTo>
                  <a:lnTo>
                    <a:pt x="2191609" y="201565"/>
                  </a:lnTo>
                  <a:lnTo>
                    <a:pt x="2201338" y="207711"/>
                  </a:lnTo>
                  <a:lnTo>
                    <a:pt x="2211082" y="214069"/>
                  </a:lnTo>
                  <a:lnTo>
                    <a:pt x="2220826" y="220627"/>
                  </a:lnTo>
                  <a:lnTo>
                    <a:pt x="2230570" y="227375"/>
                  </a:lnTo>
                  <a:lnTo>
                    <a:pt x="2240299" y="234300"/>
                  </a:lnTo>
                  <a:lnTo>
                    <a:pt x="2250043" y="241389"/>
                  </a:lnTo>
                  <a:lnTo>
                    <a:pt x="2259787" y="248630"/>
                  </a:lnTo>
                  <a:lnTo>
                    <a:pt x="2269531" y="256009"/>
                  </a:lnTo>
                  <a:lnTo>
                    <a:pt x="2279260" y="263511"/>
                  </a:lnTo>
                  <a:lnTo>
                    <a:pt x="2289004" y="271124"/>
                  </a:lnTo>
                  <a:lnTo>
                    <a:pt x="2298748" y="278831"/>
                  </a:lnTo>
                  <a:lnTo>
                    <a:pt x="2308492" y="286618"/>
                  </a:lnTo>
                  <a:lnTo>
                    <a:pt x="2318236" y="294471"/>
                  </a:lnTo>
                  <a:lnTo>
                    <a:pt x="2327965" y="302373"/>
                  </a:lnTo>
                  <a:lnTo>
                    <a:pt x="2337709" y="310309"/>
                  </a:lnTo>
                  <a:lnTo>
                    <a:pt x="2347453" y="318263"/>
                  </a:lnTo>
                  <a:lnTo>
                    <a:pt x="2357197" y="326221"/>
                  </a:lnTo>
                  <a:lnTo>
                    <a:pt x="2366926" y="334165"/>
                  </a:lnTo>
                  <a:lnTo>
                    <a:pt x="2376670" y="342081"/>
                  </a:lnTo>
                  <a:lnTo>
                    <a:pt x="2386413" y="349952"/>
                  </a:lnTo>
                  <a:lnTo>
                    <a:pt x="2396157" y="357762"/>
                  </a:lnTo>
                  <a:lnTo>
                    <a:pt x="2405886" y="365496"/>
                  </a:lnTo>
                  <a:lnTo>
                    <a:pt x="2415630" y="373138"/>
                  </a:lnTo>
                  <a:lnTo>
                    <a:pt x="2425374" y="380672"/>
                  </a:lnTo>
                  <a:lnTo>
                    <a:pt x="2435118" y="388084"/>
                  </a:lnTo>
                  <a:lnTo>
                    <a:pt x="2444862" y="395358"/>
                  </a:lnTo>
                  <a:lnTo>
                    <a:pt x="2454591" y="402481"/>
                  </a:lnTo>
                  <a:lnTo>
                    <a:pt x="2464335" y="409436"/>
                  </a:lnTo>
                  <a:lnTo>
                    <a:pt x="2474079" y="416210"/>
                  </a:lnTo>
                  <a:lnTo>
                    <a:pt x="2483823" y="422790"/>
                  </a:lnTo>
                  <a:lnTo>
                    <a:pt x="2493552" y="429162"/>
                  </a:lnTo>
                  <a:lnTo>
                    <a:pt x="2503296" y="435314"/>
                  </a:lnTo>
                  <a:lnTo>
                    <a:pt x="2513040" y="441232"/>
                  </a:lnTo>
                  <a:lnTo>
                    <a:pt x="2522784" y="446904"/>
                  </a:lnTo>
                  <a:lnTo>
                    <a:pt x="2532513" y="452321"/>
                  </a:lnTo>
                  <a:lnTo>
                    <a:pt x="2542257" y="457470"/>
                  </a:lnTo>
                  <a:lnTo>
                    <a:pt x="2552001" y="462341"/>
                  </a:lnTo>
                  <a:lnTo>
                    <a:pt x="2561745" y="466925"/>
                  </a:lnTo>
                  <a:lnTo>
                    <a:pt x="2571474" y="471212"/>
                  </a:lnTo>
                  <a:lnTo>
                    <a:pt x="2581218" y="475194"/>
                  </a:lnTo>
                  <a:lnTo>
                    <a:pt x="2590962" y="478865"/>
                  </a:lnTo>
                  <a:lnTo>
                    <a:pt x="2600705" y="482216"/>
                  </a:lnTo>
                  <a:lnTo>
                    <a:pt x="2610449" y="485239"/>
                  </a:lnTo>
                  <a:lnTo>
                    <a:pt x="2620178" y="487933"/>
                  </a:lnTo>
                  <a:lnTo>
                    <a:pt x="2629922" y="490288"/>
                  </a:lnTo>
                  <a:lnTo>
                    <a:pt x="2639666" y="492304"/>
                  </a:lnTo>
                  <a:lnTo>
                    <a:pt x="2649410" y="493974"/>
                  </a:lnTo>
                  <a:lnTo>
                    <a:pt x="2659139" y="495299"/>
                  </a:lnTo>
                  <a:lnTo>
                    <a:pt x="2668883" y="496273"/>
                  </a:lnTo>
                  <a:lnTo>
                    <a:pt x="2678627" y="496897"/>
                  </a:lnTo>
                  <a:lnTo>
                    <a:pt x="2688371" y="497170"/>
                  </a:lnTo>
                  <a:lnTo>
                    <a:pt x="2698100" y="497093"/>
                  </a:lnTo>
                  <a:lnTo>
                    <a:pt x="2707844" y="496667"/>
                  </a:lnTo>
                  <a:lnTo>
                    <a:pt x="2717588" y="495892"/>
                  </a:lnTo>
                  <a:lnTo>
                    <a:pt x="2727332" y="494771"/>
                  </a:lnTo>
                  <a:lnTo>
                    <a:pt x="2737076" y="493308"/>
                  </a:lnTo>
                  <a:lnTo>
                    <a:pt x="2746805" y="491508"/>
                  </a:lnTo>
                  <a:lnTo>
                    <a:pt x="2756549" y="489373"/>
                  </a:lnTo>
                  <a:lnTo>
                    <a:pt x="2766293" y="486911"/>
                  </a:lnTo>
                  <a:lnTo>
                    <a:pt x="2776037" y="484125"/>
                  </a:lnTo>
                  <a:lnTo>
                    <a:pt x="2785766" y="481023"/>
                  </a:lnTo>
                  <a:lnTo>
                    <a:pt x="2795510" y="477612"/>
                  </a:lnTo>
                  <a:lnTo>
                    <a:pt x="2805254" y="473901"/>
                  </a:lnTo>
                  <a:lnTo>
                    <a:pt x="2814998" y="469898"/>
                  </a:lnTo>
                  <a:lnTo>
                    <a:pt x="2824727" y="465610"/>
                  </a:lnTo>
                  <a:lnTo>
                    <a:pt x="2834471" y="461049"/>
                  </a:lnTo>
                  <a:lnTo>
                    <a:pt x="2844215" y="456223"/>
                  </a:lnTo>
                  <a:lnTo>
                    <a:pt x="2853958" y="451146"/>
                  </a:lnTo>
                  <a:lnTo>
                    <a:pt x="2863687" y="445825"/>
                  </a:lnTo>
                  <a:lnTo>
                    <a:pt x="2873431" y="440274"/>
                  </a:lnTo>
                  <a:lnTo>
                    <a:pt x="2883175" y="434503"/>
                  </a:lnTo>
                  <a:lnTo>
                    <a:pt x="2892919" y="428526"/>
                  </a:lnTo>
                  <a:lnTo>
                    <a:pt x="2902663" y="422356"/>
                  </a:lnTo>
                  <a:lnTo>
                    <a:pt x="2912392" y="41600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7" name="Freeform 876">
              <a:extLst>
                <a:ext uri="{FF2B5EF4-FFF2-40B4-BE49-F238E27FC236}">
                  <a16:creationId xmlns:a16="http://schemas.microsoft.com/office/drawing/2014/main" id="{2FC5B8CD-1722-C658-F26F-ADE539CD96E2}"/>
                </a:ext>
              </a:extLst>
            </p:cNvPr>
            <p:cNvSpPr/>
            <p:nvPr/>
          </p:nvSpPr>
          <p:spPr>
            <a:xfrm>
              <a:off x="576446" y="3295065"/>
              <a:ext cx="2912392" cy="908630"/>
            </a:xfrm>
            <a:custGeom>
              <a:avLst/>
              <a:gdLst>
                <a:gd name="connsiteX0" fmla="*/ 0 w 2912392"/>
                <a:gd name="connsiteY0" fmla="*/ 138747 h 908630"/>
                <a:gd name="connsiteX1" fmla="*/ 9739 w 2912392"/>
                <a:gd name="connsiteY1" fmla="*/ 146573 h 908630"/>
                <a:gd name="connsiteX2" fmla="*/ 19480 w 2912392"/>
                <a:gd name="connsiteY2" fmla="*/ 154485 h 908630"/>
                <a:gd name="connsiteX3" fmla="*/ 29221 w 2912392"/>
                <a:gd name="connsiteY3" fmla="*/ 162466 h 908630"/>
                <a:gd name="connsiteX4" fmla="*/ 38961 w 2912392"/>
                <a:gd name="connsiteY4" fmla="*/ 170504 h 908630"/>
                <a:gd name="connsiteX5" fmla="*/ 48702 w 2912392"/>
                <a:gd name="connsiteY5" fmla="*/ 178582 h 908630"/>
                <a:gd name="connsiteX6" fmla="*/ 58443 w 2912392"/>
                <a:gd name="connsiteY6" fmla="*/ 186686 h 908630"/>
                <a:gd name="connsiteX7" fmla="*/ 68182 w 2912392"/>
                <a:gd name="connsiteY7" fmla="*/ 194800 h 908630"/>
                <a:gd name="connsiteX8" fmla="*/ 77923 w 2912392"/>
                <a:gd name="connsiteY8" fmla="*/ 202906 h 908630"/>
                <a:gd name="connsiteX9" fmla="*/ 87664 w 2912392"/>
                <a:gd name="connsiteY9" fmla="*/ 210992 h 908630"/>
                <a:gd name="connsiteX10" fmla="*/ 97404 w 2912392"/>
                <a:gd name="connsiteY10" fmla="*/ 219040 h 908630"/>
                <a:gd name="connsiteX11" fmla="*/ 107145 w 2912392"/>
                <a:gd name="connsiteY11" fmla="*/ 227035 h 908630"/>
                <a:gd name="connsiteX12" fmla="*/ 116886 w 2912392"/>
                <a:gd name="connsiteY12" fmla="*/ 234961 h 908630"/>
                <a:gd name="connsiteX13" fmla="*/ 126625 w 2912392"/>
                <a:gd name="connsiteY13" fmla="*/ 242803 h 908630"/>
                <a:gd name="connsiteX14" fmla="*/ 136366 w 2912392"/>
                <a:gd name="connsiteY14" fmla="*/ 250544 h 908630"/>
                <a:gd name="connsiteX15" fmla="*/ 146107 w 2912392"/>
                <a:gd name="connsiteY15" fmla="*/ 258170 h 908630"/>
                <a:gd name="connsiteX16" fmla="*/ 155846 w 2912392"/>
                <a:gd name="connsiteY16" fmla="*/ 265665 h 908630"/>
                <a:gd name="connsiteX17" fmla="*/ 165587 w 2912392"/>
                <a:gd name="connsiteY17" fmla="*/ 273015 h 908630"/>
                <a:gd name="connsiteX18" fmla="*/ 175328 w 2912392"/>
                <a:gd name="connsiteY18" fmla="*/ 280205 h 908630"/>
                <a:gd name="connsiteX19" fmla="*/ 185068 w 2912392"/>
                <a:gd name="connsiteY19" fmla="*/ 287223 h 908630"/>
                <a:gd name="connsiteX20" fmla="*/ 194809 w 2912392"/>
                <a:gd name="connsiteY20" fmla="*/ 294051 h 908630"/>
                <a:gd name="connsiteX21" fmla="*/ 204550 w 2912392"/>
                <a:gd name="connsiteY21" fmla="*/ 300679 h 908630"/>
                <a:gd name="connsiteX22" fmla="*/ 214289 w 2912392"/>
                <a:gd name="connsiteY22" fmla="*/ 307093 h 908630"/>
                <a:gd name="connsiteX23" fmla="*/ 224030 w 2912392"/>
                <a:gd name="connsiteY23" fmla="*/ 313282 h 908630"/>
                <a:gd name="connsiteX24" fmla="*/ 233771 w 2912392"/>
                <a:gd name="connsiteY24" fmla="*/ 319232 h 908630"/>
                <a:gd name="connsiteX25" fmla="*/ 243510 w 2912392"/>
                <a:gd name="connsiteY25" fmla="*/ 324933 h 908630"/>
                <a:gd name="connsiteX26" fmla="*/ 253251 w 2912392"/>
                <a:gd name="connsiteY26" fmla="*/ 330376 h 908630"/>
                <a:gd name="connsiteX27" fmla="*/ 262992 w 2912392"/>
                <a:gd name="connsiteY27" fmla="*/ 335547 h 908630"/>
                <a:gd name="connsiteX28" fmla="*/ 272732 w 2912392"/>
                <a:gd name="connsiteY28" fmla="*/ 340440 h 908630"/>
                <a:gd name="connsiteX29" fmla="*/ 282473 w 2912392"/>
                <a:gd name="connsiteY29" fmla="*/ 345047 h 908630"/>
                <a:gd name="connsiteX30" fmla="*/ 292214 w 2912392"/>
                <a:gd name="connsiteY30" fmla="*/ 349356 h 908630"/>
                <a:gd name="connsiteX31" fmla="*/ 301953 w 2912392"/>
                <a:gd name="connsiteY31" fmla="*/ 353364 h 908630"/>
                <a:gd name="connsiteX32" fmla="*/ 311694 w 2912392"/>
                <a:gd name="connsiteY32" fmla="*/ 357062 h 908630"/>
                <a:gd name="connsiteX33" fmla="*/ 321435 w 2912392"/>
                <a:gd name="connsiteY33" fmla="*/ 360444 h 908630"/>
                <a:gd name="connsiteX34" fmla="*/ 331175 w 2912392"/>
                <a:gd name="connsiteY34" fmla="*/ 363507 h 908630"/>
                <a:gd name="connsiteX35" fmla="*/ 340916 w 2912392"/>
                <a:gd name="connsiteY35" fmla="*/ 366245 h 908630"/>
                <a:gd name="connsiteX36" fmla="*/ 350656 w 2912392"/>
                <a:gd name="connsiteY36" fmla="*/ 368656 h 908630"/>
                <a:gd name="connsiteX37" fmla="*/ 360396 w 2912392"/>
                <a:gd name="connsiteY37" fmla="*/ 370736 h 908630"/>
                <a:gd name="connsiteX38" fmla="*/ 370137 w 2912392"/>
                <a:gd name="connsiteY38" fmla="*/ 372485 h 908630"/>
                <a:gd name="connsiteX39" fmla="*/ 379878 w 2912392"/>
                <a:gd name="connsiteY39" fmla="*/ 373900 h 908630"/>
                <a:gd name="connsiteX40" fmla="*/ 389617 w 2912392"/>
                <a:gd name="connsiteY40" fmla="*/ 374982 h 908630"/>
                <a:gd name="connsiteX41" fmla="*/ 399358 w 2912392"/>
                <a:gd name="connsiteY41" fmla="*/ 375732 h 908630"/>
                <a:gd name="connsiteX42" fmla="*/ 409099 w 2912392"/>
                <a:gd name="connsiteY42" fmla="*/ 376149 h 908630"/>
                <a:gd name="connsiteX43" fmla="*/ 418839 w 2912392"/>
                <a:gd name="connsiteY43" fmla="*/ 376237 h 908630"/>
                <a:gd name="connsiteX44" fmla="*/ 428580 w 2912392"/>
                <a:gd name="connsiteY44" fmla="*/ 375998 h 908630"/>
                <a:gd name="connsiteX45" fmla="*/ 438321 w 2912392"/>
                <a:gd name="connsiteY45" fmla="*/ 375438 h 908630"/>
                <a:gd name="connsiteX46" fmla="*/ 448060 w 2912392"/>
                <a:gd name="connsiteY46" fmla="*/ 374559 h 908630"/>
                <a:gd name="connsiteX47" fmla="*/ 457801 w 2912392"/>
                <a:gd name="connsiteY47" fmla="*/ 373366 h 908630"/>
                <a:gd name="connsiteX48" fmla="*/ 467542 w 2912392"/>
                <a:gd name="connsiteY48" fmla="*/ 371867 h 908630"/>
                <a:gd name="connsiteX49" fmla="*/ 477281 w 2912392"/>
                <a:gd name="connsiteY49" fmla="*/ 370065 h 908630"/>
                <a:gd name="connsiteX50" fmla="*/ 487022 w 2912392"/>
                <a:gd name="connsiteY50" fmla="*/ 367972 h 908630"/>
                <a:gd name="connsiteX51" fmla="*/ 496763 w 2912392"/>
                <a:gd name="connsiteY51" fmla="*/ 365593 h 908630"/>
                <a:gd name="connsiteX52" fmla="*/ 506503 w 2912392"/>
                <a:gd name="connsiteY52" fmla="*/ 362938 h 908630"/>
                <a:gd name="connsiteX53" fmla="*/ 516244 w 2912392"/>
                <a:gd name="connsiteY53" fmla="*/ 360015 h 908630"/>
                <a:gd name="connsiteX54" fmla="*/ 525985 w 2912392"/>
                <a:gd name="connsiteY54" fmla="*/ 356834 h 908630"/>
                <a:gd name="connsiteX55" fmla="*/ 535724 w 2912392"/>
                <a:gd name="connsiteY55" fmla="*/ 353405 h 908630"/>
                <a:gd name="connsiteX56" fmla="*/ 545465 w 2912392"/>
                <a:gd name="connsiteY56" fmla="*/ 349742 h 908630"/>
                <a:gd name="connsiteX57" fmla="*/ 555206 w 2912392"/>
                <a:gd name="connsiteY57" fmla="*/ 345855 h 908630"/>
                <a:gd name="connsiteX58" fmla="*/ 564946 w 2912392"/>
                <a:gd name="connsiteY58" fmla="*/ 341753 h 908630"/>
                <a:gd name="connsiteX59" fmla="*/ 574687 w 2912392"/>
                <a:gd name="connsiteY59" fmla="*/ 337453 h 908630"/>
                <a:gd name="connsiteX60" fmla="*/ 584428 w 2912392"/>
                <a:gd name="connsiteY60" fmla="*/ 332966 h 908630"/>
                <a:gd name="connsiteX61" fmla="*/ 594167 w 2912392"/>
                <a:gd name="connsiteY61" fmla="*/ 328307 h 908630"/>
                <a:gd name="connsiteX62" fmla="*/ 603908 w 2912392"/>
                <a:gd name="connsiteY62" fmla="*/ 323487 h 908630"/>
                <a:gd name="connsiteX63" fmla="*/ 613649 w 2912392"/>
                <a:gd name="connsiteY63" fmla="*/ 318522 h 908630"/>
                <a:gd name="connsiteX64" fmla="*/ 623388 w 2912392"/>
                <a:gd name="connsiteY64" fmla="*/ 313427 h 908630"/>
                <a:gd name="connsiteX65" fmla="*/ 633129 w 2912392"/>
                <a:gd name="connsiteY65" fmla="*/ 308217 h 908630"/>
                <a:gd name="connsiteX66" fmla="*/ 642870 w 2912392"/>
                <a:gd name="connsiteY66" fmla="*/ 302907 h 908630"/>
                <a:gd name="connsiteX67" fmla="*/ 652610 w 2912392"/>
                <a:gd name="connsiteY67" fmla="*/ 297510 h 908630"/>
                <a:gd name="connsiteX68" fmla="*/ 662351 w 2912392"/>
                <a:gd name="connsiteY68" fmla="*/ 292047 h 908630"/>
                <a:gd name="connsiteX69" fmla="*/ 672092 w 2912392"/>
                <a:gd name="connsiteY69" fmla="*/ 286528 h 908630"/>
                <a:gd name="connsiteX70" fmla="*/ 681831 w 2912392"/>
                <a:gd name="connsiteY70" fmla="*/ 280975 h 908630"/>
                <a:gd name="connsiteX71" fmla="*/ 691572 w 2912392"/>
                <a:gd name="connsiteY71" fmla="*/ 275400 h 908630"/>
                <a:gd name="connsiteX72" fmla="*/ 701313 w 2912392"/>
                <a:gd name="connsiteY72" fmla="*/ 269821 h 908630"/>
                <a:gd name="connsiteX73" fmla="*/ 711052 w 2912392"/>
                <a:gd name="connsiteY73" fmla="*/ 264253 h 908630"/>
                <a:gd name="connsiteX74" fmla="*/ 720793 w 2912392"/>
                <a:gd name="connsiteY74" fmla="*/ 258715 h 908630"/>
                <a:gd name="connsiteX75" fmla="*/ 730534 w 2912392"/>
                <a:gd name="connsiteY75" fmla="*/ 253222 h 908630"/>
                <a:gd name="connsiteX76" fmla="*/ 740274 w 2912392"/>
                <a:gd name="connsiteY76" fmla="*/ 247790 h 908630"/>
                <a:gd name="connsiteX77" fmla="*/ 750015 w 2912392"/>
                <a:gd name="connsiteY77" fmla="*/ 242435 h 908630"/>
                <a:gd name="connsiteX78" fmla="*/ 759756 w 2912392"/>
                <a:gd name="connsiteY78" fmla="*/ 237175 h 908630"/>
                <a:gd name="connsiteX79" fmla="*/ 769495 w 2912392"/>
                <a:gd name="connsiteY79" fmla="*/ 232028 h 908630"/>
                <a:gd name="connsiteX80" fmla="*/ 779236 w 2912392"/>
                <a:gd name="connsiteY80" fmla="*/ 227007 h 908630"/>
                <a:gd name="connsiteX81" fmla="*/ 788977 w 2912392"/>
                <a:gd name="connsiteY81" fmla="*/ 222128 h 908630"/>
                <a:gd name="connsiteX82" fmla="*/ 798717 w 2912392"/>
                <a:gd name="connsiteY82" fmla="*/ 217407 h 908630"/>
                <a:gd name="connsiteX83" fmla="*/ 808458 w 2912392"/>
                <a:gd name="connsiteY83" fmla="*/ 212863 h 908630"/>
                <a:gd name="connsiteX84" fmla="*/ 818199 w 2912392"/>
                <a:gd name="connsiteY84" fmla="*/ 208507 h 908630"/>
                <a:gd name="connsiteX85" fmla="*/ 827938 w 2912392"/>
                <a:gd name="connsiteY85" fmla="*/ 204357 h 908630"/>
                <a:gd name="connsiteX86" fmla="*/ 837679 w 2912392"/>
                <a:gd name="connsiteY86" fmla="*/ 200426 h 908630"/>
                <a:gd name="connsiteX87" fmla="*/ 847420 w 2912392"/>
                <a:gd name="connsiteY87" fmla="*/ 196729 h 908630"/>
                <a:gd name="connsiteX88" fmla="*/ 857159 w 2912392"/>
                <a:gd name="connsiteY88" fmla="*/ 193282 h 908630"/>
                <a:gd name="connsiteX89" fmla="*/ 866900 w 2912392"/>
                <a:gd name="connsiteY89" fmla="*/ 190095 h 908630"/>
                <a:gd name="connsiteX90" fmla="*/ 876641 w 2912392"/>
                <a:gd name="connsiteY90" fmla="*/ 187185 h 908630"/>
                <a:gd name="connsiteX91" fmla="*/ 886381 w 2912392"/>
                <a:gd name="connsiteY91" fmla="*/ 184561 h 908630"/>
                <a:gd name="connsiteX92" fmla="*/ 896122 w 2912392"/>
                <a:gd name="connsiteY92" fmla="*/ 182240 h 908630"/>
                <a:gd name="connsiteX93" fmla="*/ 905863 w 2912392"/>
                <a:gd name="connsiteY93" fmla="*/ 180230 h 908630"/>
                <a:gd name="connsiteX94" fmla="*/ 915602 w 2912392"/>
                <a:gd name="connsiteY94" fmla="*/ 178545 h 908630"/>
                <a:gd name="connsiteX95" fmla="*/ 925343 w 2912392"/>
                <a:gd name="connsiteY95" fmla="*/ 177194 h 908630"/>
                <a:gd name="connsiteX96" fmla="*/ 935084 w 2912392"/>
                <a:gd name="connsiteY96" fmla="*/ 176188 h 908630"/>
                <a:gd name="connsiteX97" fmla="*/ 944824 w 2912392"/>
                <a:gd name="connsiteY97" fmla="*/ 175537 h 908630"/>
                <a:gd name="connsiteX98" fmla="*/ 954564 w 2912392"/>
                <a:gd name="connsiteY98" fmla="*/ 175249 h 908630"/>
                <a:gd name="connsiteX99" fmla="*/ 964305 w 2912392"/>
                <a:gd name="connsiteY99" fmla="*/ 175336 h 908630"/>
                <a:gd name="connsiteX100" fmla="*/ 974045 w 2912392"/>
                <a:gd name="connsiteY100" fmla="*/ 175801 h 908630"/>
                <a:gd name="connsiteX101" fmla="*/ 983786 w 2912392"/>
                <a:gd name="connsiteY101" fmla="*/ 176654 h 908630"/>
                <a:gd name="connsiteX102" fmla="*/ 993522 w 2912392"/>
                <a:gd name="connsiteY102" fmla="*/ 177901 h 908630"/>
                <a:gd name="connsiteX103" fmla="*/ 1003266 w 2912392"/>
                <a:gd name="connsiteY103" fmla="*/ 179548 h 908630"/>
                <a:gd name="connsiteX104" fmla="*/ 1013010 w 2912392"/>
                <a:gd name="connsiteY104" fmla="*/ 181599 h 908630"/>
                <a:gd name="connsiteX105" fmla="*/ 1022754 w 2912392"/>
                <a:gd name="connsiteY105" fmla="*/ 184059 h 908630"/>
                <a:gd name="connsiteX106" fmla="*/ 1032483 w 2912392"/>
                <a:gd name="connsiteY106" fmla="*/ 186933 h 908630"/>
                <a:gd name="connsiteX107" fmla="*/ 1042227 w 2912392"/>
                <a:gd name="connsiteY107" fmla="*/ 190221 h 908630"/>
                <a:gd name="connsiteX108" fmla="*/ 1051971 w 2912392"/>
                <a:gd name="connsiteY108" fmla="*/ 193927 h 908630"/>
                <a:gd name="connsiteX109" fmla="*/ 1061715 w 2912392"/>
                <a:gd name="connsiteY109" fmla="*/ 198052 h 908630"/>
                <a:gd name="connsiteX110" fmla="*/ 1071444 w 2912392"/>
                <a:gd name="connsiteY110" fmla="*/ 202595 h 908630"/>
                <a:gd name="connsiteX111" fmla="*/ 1081188 w 2912392"/>
                <a:gd name="connsiteY111" fmla="*/ 207558 h 908630"/>
                <a:gd name="connsiteX112" fmla="*/ 1090932 w 2912392"/>
                <a:gd name="connsiteY112" fmla="*/ 212938 h 908630"/>
                <a:gd name="connsiteX113" fmla="*/ 1100676 w 2912392"/>
                <a:gd name="connsiteY113" fmla="*/ 218733 h 908630"/>
                <a:gd name="connsiteX114" fmla="*/ 1110405 w 2912392"/>
                <a:gd name="connsiteY114" fmla="*/ 224942 h 908630"/>
                <a:gd name="connsiteX115" fmla="*/ 1120149 w 2912392"/>
                <a:gd name="connsiteY115" fmla="*/ 231560 h 908630"/>
                <a:gd name="connsiteX116" fmla="*/ 1129893 w 2912392"/>
                <a:gd name="connsiteY116" fmla="*/ 238582 h 908630"/>
                <a:gd name="connsiteX117" fmla="*/ 1139637 w 2912392"/>
                <a:gd name="connsiteY117" fmla="*/ 246005 h 908630"/>
                <a:gd name="connsiteX118" fmla="*/ 1149381 w 2912392"/>
                <a:gd name="connsiteY118" fmla="*/ 253821 h 908630"/>
                <a:gd name="connsiteX119" fmla="*/ 1159110 w 2912392"/>
                <a:gd name="connsiteY119" fmla="*/ 262022 h 908630"/>
                <a:gd name="connsiteX120" fmla="*/ 1168854 w 2912392"/>
                <a:gd name="connsiteY120" fmla="*/ 270604 h 908630"/>
                <a:gd name="connsiteX121" fmla="*/ 1178598 w 2912392"/>
                <a:gd name="connsiteY121" fmla="*/ 279556 h 908630"/>
                <a:gd name="connsiteX122" fmla="*/ 1188341 w 2912392"/>
                <a:gd name="connsiteY122" fmla="*/ 288869 h 908630"/>
                <a:gd name="connsiteX123" fmla="*/ 1198070 w 2912392"/>
                <a:gd name="connsiteY123" fmla="*/ 298535 h 908630"/>
                <a:gd name="connsiteX124" fmla="*/ 1207814 w 2912392"/>
                <a:gd name="connsiteY124" fmla="*/ 308540 h 908630"/>
                <a:gd name="connsiteX125" fmla="*/ 1217558 w 2912392"/>
                <a:gd name="connsiteY125" fmla="*/ 318875 h 908630"/>
                <a:gd name="connsiteX126" fmla="*/ 1227302 w 2912392"/>
                <a:gd name="connsiteY126" fmla="*/ 329528 h 908630"/>
                <a:gd name="connsiteX127" fmla="*/ 1237031 w 2912392"/>
                <a:gd name="connsiteY127" fmla="*/ 340486 h 908630"/>
                <a:gd name="connsiteX128" fmla="*/ 1246775 w 2912392"/>
                <a:gd name="connsiteY128" fmla="*/ 351734 h 908630"/>
                <a:gd name="connsiteX129" fmla="*/ 1256519 w 2912392"/>
                <a:gd name="connsiteY129" fmla="*/ 363260 h 908630"/>
                <a:gd name="connsiteX130" fmla="*/ 1266263 w 2912392"/>
                <a:gd name="connsiteY130" fmla="*/ 375046 h 908630"/>
                <a:gd name="connsiteX131" fmla="*/ 1276007 w 2912392"/>
                <a:gd name="connsiteY131" fmla="*/ 387080 h 908630"/>
                <a:gd name="connsiteX132" fmla="*/ 1285736 w 2912392"/>
                <a:gd name="connsiteY132" fmla="*/ 399345 h 908630"/>
                <a:gd name="connsiteX133" fmla="*/ 1295480 w 2912392"/>
                <a:gd name="connsiteY133" fmla="*/ 411824 h 908630"/>
                <a:gd name="connsiteX134" fmla="*/ 1305224 w 2912392"/>
                <a:gd name="connsiteY134" fmla="*/ 424500 h 908630"/>
                <a:gd name="connsiteX135" fmla="*/ 1314968 w 2912392"/>
                <a:gd name="connsiteY135" fmla="*/ 437357 h 908630"/>
                <a:gd name="connsiteX136" fmla="*/ 1324697 w 2912392"/>
                <a:gd name="connsiteY136" fmla="*/ 450375 h 908630"/>
                <a:gd name="connsiteX137" fmla="*/ 1334441 w 2912392"/>
                <a:gd name="connsiteY137" fmla="*/ 463537 h 908630"/>
                <a:gd name="connsiteX138" fmla="*/ 1344185 w 2912392"/>
                <a:gd name="connsiteY138" fmla="*/ 476826 h 908630"/>
                <a:gd name="connsiteX139" fmla="*/ 1353929 w 2912392"/>
                <a:gd name="connsiteY139" fmla="*/ 490220 h 908630"/>
                <a:gd name="connsiteX140" fmla="*/ 1363658 w 2912392"/>
                <a:gd name="connsiteY140" fmla="*/ 503700 h 908630"/>
                <a:gd name="connsiteX141" fmla="*/ 1373402 w 2912392"/>
                <a:gd name="connsiteY141" fmla="*/ 517249 h 908630"/>
                <a:gd name="connsiteX142" fmla="*/ 1383146 w 2912392"/>
                <a:gd name="connsiteY142" fmla="*/ 530845 h 908630"/>
                <a:gd name="connsiteX143" fmla="*/ 1392890 w 2912392"/>
                <a:gd name="connsiteY143" fmla="*/ 544470 h 908630"/>
                <a:gd name="connsiteX144" fmla="*/ 1402619 w 2912392"/>
                <a:gd name="connsiteY144" fmla="*/ 558102 h 908630"/>
                <a:gd name="connsiteX145" fmla="*/ 1412363 w 2912392"/>
                <a:gd name="connsiteY145" fmla="*/ 571723 h 908630"/>
                <a:gd name="connsiteX146" fmla="*/ 1422106 w 2912392"/>
                <a:gd name="connsiteY146" fmla="*/ 585311 h 908630"/>
                <a:gd name="connsiteX147" fmla="*/ 1431850 w 2912392"/>
                <a:gd name="connsiteY147" fmla="*/ 598847 h 908630"/>
                <a:gd name="connsiteX148" fmla="*/ 1441594 w 2912392"/>
                <a:gd name="connsiteY148" fmla="*/ 612309 h 908630"/>
                <a:gd name="connsiteX149" fmla="*/ 1451323 w 2912392"/>
                <a:gd name="connsiteY149" fmla="*/ 625681 h 908630"/>
                <a:gd name="connsiteX150" fmla="*/ 1461067 w 2912392"/>
                <a:gd name="connsiteY150" fmla="*/ 638940 h 908630"/>
                <a:gd name="connsiteX151" fmla="*/ 1470811 w 2912392"/>
                <a:gd name="connsiteY151" fmla="*/ 652066 h 908630"/>
                <a:gd name="connsiteX152" fmla="*/ 1480555 w 2912392"/>
                <a:gd name="connsiteY152" fmla="*/ 665041 h 908630"/>
                <a:gd name="connsiteX153" fmla="*/ 1490284 w 2912392"/>
                <a:gd name="connsiteY153" fmla="*/ 677846 h 908630"/>
                <a:gd name="connsiteX154" fmla="*/ 1500028 w 2912392"/>
                <a:gd name="connsiteY154" fmla="*/ 690459 h 908630"/>
                <a:gd name="connsiteX155" fmla="*/ 1509772 w 2912392"/>
                <a:gd name="connsiteY155" fmla="*/ 702865 h 908630"/>
                <a:gd name="connsiteX156" fmla="*/ 1519516 w 2912392"/>
                <a:gd name="connsiteY156" fmla="*/ 715044 h 908630"/>
                <a:gd name="connsiteX157" fmla="*/ 1529245 w 2912392"/>
                <a:gd name="connsiteY157" fmla="*/ 726982 h 908630"/>
                <a:gd name="connsiteX158" fmla="*/ 1538989 w 2912392"/>
                <a:gd name="connsiteY158" fmla="*/ 738648 h 908630"/>
                <a:gd name="connsiteX159" fmla="*/ 1548733 w 2912392"/>
                <a:gd name="connsiteY159" fmla="*/ 750046 h 908630"/>
                <a:gd name="connsiteX160" fmla="*/ 1558477 w 2912392"/>
                <a:gd name="connsiteY160" fmla="*/ 761146 h 908630"/>
                <a:gd name="connsiteX161" fmla="*/ 1568221 w 2912392"/>
                <a:gd name="connsiteY161" fmla="*/ 771933 h 908630"/>
                <a:gd name="connsiteX162" fmla="*/ 1577950 w 2912392"/>
                <a:gd name="connsiteY162" fmla="*/ 782392 h 908630"/>
                <a:gd name="connsiteX163" fmla="*/ 1587694 w 2912392"/>
                <a:gd name="connsiteY163" fmla="*/ 792508 h 908630"/>
                <a:gd name="connsiteX164" fmla="*/ 1597438 w 2912392"/>
                <a:gd name="connsiteY164" fmla="*/ 802282 h 908630"/>
                <a:gd name="connsiteX165" fmla="*/ 1607182 w 2912392"/>
                <a:gd name="connsiteY165" fmla="*/ 811668 h 908630"/>
                <a:gd name="connsiteX166" fmla="*/ 1616911 w 2912392"/>
                <a:gd name="connsiteY166" fmla="*/ 820682 h 908630"/>
                <a:gd name="connsiteX167" fmla="*/ 1626655 w 2912392"/>
                <a:gd name="connsiteY167" fmla="*/ 829309 h 908630"/>
                <a:gd name="connsiteX168" fmla="*/ 1636399 w 2912392"/>
                <a:gd name="connsiteY168" fmla="*/ 837533 h 908630"/>
                <a:gd name="connsiteX169" fmla="*/ 1646142 w 2912392"/>
                <a:gd name="connsiteY169" fmla="*/ 845340 h 908630"/>
                <a:gd name="connsiteX170" fmla="*/ 1655872 w 2912392"/>
                <a:gd name="connsiteY170" fmla="*/ 852715 h 908630"/>
                <a:gd name="connsiteX171" fmla="*/ 1665616 w 2912392"/>
                <a:gd name="connsiteY171" fmla="*/ 859658 h 908630"/>
                <a:gd name="connsiteX172" fmla="*/ 1675359 w 2912392"/>
                <a:gd name="connsiteY172" fmla="*/ 866169 h 908630"/>
                <a:gd name="connsiteX173" fmla="*/ 1685103 w 2912392"/>
                <a:gd name="connsiteY173" fmla="*/ 872233 h 908630"/>
                <a:gd name="connsiteX174" fmla="*/ 1694832 w 2912392"/>
                <a:gd name="connsiteY174" fmla="*/ 877835 h 908630"/>
                <a:gd name="connsiteX175" fmla="*/ 1704576 w 2912392"/>
                <a:gd name="connsiteY175" fmla="*/ 882990 h 908630"/>
                <a:gd name="connsiteX176" fmla="*/ 1714320 w 2912392"/>
                <a:gd name="connsiteY176" fmla="*/ 887668 h 908630"/>
                <a:gd name="connsiteX177" fmla="*/ 1724064 w 2912392"/>
                <a:gd name="connsiteY177" fmla="*/ 891884 h 908630"/>
                <a:gd name="connsiteX178" fmla="*/ 1733808 w 2912392"/>
                <a:gd name="connsiteY178" fmla="*/ 895624 h 908630"/>
                <a:gd name="connsiteX179" fmla="*/ 1743537 w 2912392"/>
                <a:gd name="connsiteY179" fmla="*/ 898902 h 908630"/>
                <a:gd name="connsiteX180" fmla="*/ 1753281 w 2912392"/>
                <a:gd name="connsiteY180" fmla="*/ 901703 h 908630"/>
                <a:gd name="connsiteX181" fmla="*/ 1763025 w 2912392"/>
                <a:gd name="connsiteY181" fmla="*/ 904027 h 908630"/>
                <a:gd name="connsiteX182" fmla="*/ 1772769 w 2912392"/>
                <a:gd name="connsiteY182" fmla="*/ 905874 h 908630"/>
                <a:gd name="connsiteX183" fmla="*/ 1782498 w 2912392"/>
                <a:gd name="connsiteY183" fmla="*/ 907260 h 908630"/>
                <a:gd name="connsiteX184" fmla="*/ 1792242 w 2912392"/>
                <a:gd name="connsiteY184" fmla="*/ 908184 h 908630"/>
                <a:gd name="connsiteX185" fmla="*/ 1801986 w 2912392"/>
                <a:gd name="connsiteY185" fmla="*/ 908631 h 908630"/>
                <a:gd name="connsiteX186" fmla="*/ 1811730 w 2912392"/>
                <a:gd name="connsiteY186" fmla="*/ 908616 h 908630"/>
                <a:gd name="connsiteX187" fmla="*/ 1821459 w 2912392"/>
                <a:gd name="connsiteY187" fmla="*/ 908139 h 908630"/>
                <a:gd name="connsiteX188" fmla="*/ 1831203 w 2912392"/>
                <a:gd name="connsiteY188" fmla="*/ 907230 h 908630"/>
                <a:gd name="connsiteX189" fmla="*/ 1840947 w 2912392"/>
                <a:gd name="connsiteY189" fmla="*/ 905860 h 908630"/>
                <a:gd name="connsiteX190" fmla="*/ 1850691 w 2912392"/>
                <a:gd name="connsiteY190" fmla="*/ 904057 h 908630"/>
                <a:gd name="connsiteX191" fmla="*/ 1860435 w 2912392"/>
                <a:gd name="connsiteY191" fmla="*/ 901822 h 908630"/>
                <a:gd name="connsiteX192" fmla="*/ 1870164 w 2912392"/>
                <a:gd name="connsiteY192" fmla="*/ 899170 h 908630"/>
                <a:gd name="connsiteX193" fmla="*/ 1879908 w 2912392"/>
                <a:gd name="connsiteY193" fmla="*/ 896116 h 908630"/>
                <a:gd name="connsiteX194" fmla="*/ 1889652 w 2912392"/>
                <a:gd name="connsiteY194" fmla="*/ 892644 h 908630"/>
                <a:gd name="connsiteX195" fmla="*/ 1899395 w 2912392"/>
                <a:gd name="connsiteY195" fmla="*/ 888785 h 908630"/>
                <a:gd name="connsiteX196" fmla="*/ 1909124 w 2912392"/>
                <a:gd name="connsiteY196" fmla="*/ 884554 h 908630"/>
                <a:gd name="connsiteX197" fmla="*/ 1918868 w 2912392"/>
                <a:gd name="connsiteY197" fmla="*/ 879935 h 908630"/>
                <a:gd name="connsiteX198" fmla="*/ 1928612 w 2912392"/>
                <a:gd name="connsiteY198" fmla="*/ 874974 h 908630"/>
                <a:gd name="connsiteX199" fmla="*/ 1938356 w 2912392"/>
                <a:gd name="connsiteY199" fmla="*/ 869655 h 908630"/>
                <a:gd name="connsiteX200" fmla="*/ 1948085 w 2912392"/>
                <a:gd name="connsiteY200" fmla="*/ 864023 h 908630"/>
                <a:gd name="connsiteX201" fmla="*/ 1957829 w 2912392"/>
                <a:gd name="connsiteY201" fmla="*/ 858064 h 908630"/>
                <a:gd name="connsiteX202" fmla="*/ 1967573 w 2912392"/>
                <a:gd name="connsiteY202" fmla="*/ 851791 h 908630"/>
                <a:gd name="connsiteX203" fmla="*/ 1977317 w 2912392"/>
                <a:gd name="connsiteY203" fmla="*/ 845236 h 908630"/>
                <a:gd name="connsiteX204" fmla="*/ 1987046 w 2912392"/>
                <a:gd name="connsiteY204" fmla="*/ 838397 h 908630"/>
                <a:gd name="connsiteX205" fmla="*/ 1996790 w 2912392"/>
                <a:gd name="connsiteY205" fmla="*/ 831290 h 908630"/>
                <a:gd name="connsiteX206" fmla="*/ 2006534 w 2912392"/>
                <a:gd name="connsiteY206" fmla="*/ 823945 h 908630"/>
                <a:gd name="connsiteX207" fmla="*/ 2016278 w 2912392"/>
                <a:gd name="connsiteY207" fmla="*/ 816361 h 908630"/>
                <a:gd name="connsiteX208" fmla="*/ 2026022 w 2912392"/>
                <a:gd name="connsiteY208" fmla="*/ 808554 h 908630"/>
                <a:gd name="connsiteX209" fmla="*/ 2035751 w 2912392"/>
                <a:gd name="connsiteY209" fmla="*/ 800554 h 908630"/>
                <a:gd name="connsiteX210" fmla="*/ 2045495 w 2912392"/>
                <a:gd name="connsiteY210" fmla="*/ 792359 h 908630"/>
                <a:gd name="connsiteX211" fmla="*/ 2055239 w 2912392"/>
                <a:gd name="connsiteY211" fmla="*/ 783986 h 908630"/>
                <a:gd name="connsiteX212" fmla="*/ 2064983 w 2912392"/>
                <a:gd name="connsiteY212" fmla="*/ 775449 h 908630"/>
                <a:gd name="connsiteX213" fmla="*/ 2074712 w 2912392"/>
                <a:gd name="connsiteY213" fmla="*/ 766763 h 908630"/>
                <a:gd name="connsiteX214" fmla="*/ 2084456 w 2912392"/>
                <a:gd name="connsiteY214" fmla="*/ 757958 h 908630"/>
                <a:gd name="connsiteX215" fmla="*/ 2094200 w 2912392"/>
                <a:gd name="connsiteY215" fmla="*/ 749033 h 908630"/>
                <a:gd name="connsiteX216" fmla="*/ 2103944 w 2912392"/>
                <a:gd name="connsiteY216" fmla="*/ 739989 h 908630"/>
                <a:gd name="connsiteX217" fmla="*/ 2113673 w 2912392"/>
                <a:gd name="connsiteY217" fmla="*/ 730871 h 908630"/>
                <a:gd name="connsiteX218" fmla="*/ 2123417 w 2912392"/>
                <a:gd name="connsiteY218" fmla="*/ 721664 h 908630"/>
                <a:gd name="connsiteX219" fmla="*/ 2133161 w 2912392"/>
                <a:gd name="connsiteY219" fmla="*/ 712393 h 908630"/>
                <a:gd name="connsiteX220" fmla="*/ 2142905 w 2912392"/>
                <a:gd name="connsiteY220" fmla="*/ 703073 h 908630"/>
                <a:gd name="connsiteX221" fmla="*/ 2152649 w 2912392"/>
                <a:gd name="connsiteY221" fmla="*/ 693710 h 908630"/>
                <a:gd name="connsiteX222" fmla="*/ 2162377 w 2912392"/>
                <a:gd name="connsiteY222" fmla="*/ 684319 h 908630"/>
                <a:gd name="connsiteX223" fmla="*/ 2172121 w 2912392"/>
                <a:gd name="connsiteY223" fmla="*/ 674911 h 908630"/>
                <a:gd name="connsiteX224" fmla="*/ 2181865 w 2912392"/>
                <a:gd name="connsiteY224" fmla="*/ 665493 h 908630"/>
                <a:gd name="connsiteX225" fmla="*/ 2191609 w 2912392"/>
                <a:gd name="connsiteY225" fmla="*/ 656078 h 908630"/>
                <a:gd name="connsiteX226" fmla="*/ 2201338 w 2912392"/>
                <a:gd name="connsiteY226" fmla="*/ 646675 h 908630"/>
                <a:gd name="connsiteX227" fmla="*/ 2211082 w 2912392"/>
                <a:gd name="connsiteY227" fmla="*/ 637294 h 908630"/>
                <a:gd name="connsiteX228" fmla="*/ 2220826 w 2912392"/>
                <a:gd name="connsiteY228" fmla="*/ 627940 h 908630"/>
                <a:gd name="connsiteX229" fmla="*/ 2230570 w 2912392"/>
                <a:gd name="connsiteY229" fmla="*/ 618621 h 908630"/>
                <a:gd name="connsiteX230" fmla="*/ 2240299 w 2912392"/>
                <a:gd name="connsiteY230" fmla="*/ 609346 h 908630"/>
                <a:gd name="connsiteX231" fmla="*/ 2250043 w 2912392"/>
                <a:gd name="connsiteY231" fmla="*/ 600121 h 908630"/>
                <a:gd name="connsiteX232" fmla="*/ 2259787 w 2912392"/>
                <a:gd name="connsiteY232" fmla="*/ 590949 h 908630"/>
                <a:gd name="connsiteX233" fmla="*/ 2269531 w 2912392"/>
                <a:gd name="connsiteY233" fmla="*/ 581837 h 908630"/>
                <a:gd name="connsiteX234" fmla="*/ 2279260 w 2912392"/>
                <a:gd name="connsiteY234" fmla="*/ 572788 h 908630"/>
                <a:gd name="connsiteX235" fmla="*/ 2289004 w 2912392"/>
                <a:gd name="connsiteY235" fmla="*/ 563806 h 908630"/>
                <a:gd name="connsiteX236" fmla="*/ 2298748 w 2912392"/>
                <a:gd name="connsiteY236" fmla="*/ 554895 h 908630"/>
                <a:gd name="connsiteX237" fmla="*/ 2308492 w 2912392"/>
                <a:gd name="connsiteY237" fmla="*/ 546055 h 908630"/>
                <a:gd name="connsiteX238" fmla="*/ 2318236 w 2912392"/>
                <a:gd name="connsiteY238" fmla="*/ 537290 h 908630"/>
                <a:gd name="connsiteX239" fmla="*/ 2327965 w 2912392"/>
                <a:gd name="connsiteY239" fmla="*/ 528598 h 908630"/>
                <a:gd name="connsiteX240" fmla="*/ 2337709 w 2912392"/>
                <a:gd name="connsiteY240" fmla="*/ 519982 h 908630"/>
                <a:gd name="connsiteX241" fmla="*/ 2347453 w 2912392"/>
                <a:gd name="connsiteY241" fmla="*/ 511439 h 908630"/>
                <a:gd name="connsiteX242" fmla="*/ 2357197 w 2912392"/>
                <a:gd name="connsiteY242" fmla="*/ 502969 h 908630"/>
                <a:gd name="connsiteX243" fmla="*/ 2366926 w 2912392"/>
                <a:gd name="connsiteY243" fmla="*/ 494570 h 908630"/>
                <a:gd name="connsiteX244" fmla="*/ 2376670 w 2912392"/>
                <a:gd name="connsiteY244" fmla="*/ 486242 h 908630"/>
                <a:gd name="connsiteX245" fmla="*/ 2386413 w 2912392"/>
                <a:gd name="connsiteY245" fmla="*/ 477979 h 908630"/>
                <a:gd name="connsiteX246" fmla="*/ 2396157 w 2912392"/>
                <a:gd name="connsiteY246" fmla="*/ 469778 h 908630"/>
                <a:gd name="connsiteX247" fmla="*/ 2405886 w 2912392"/>
                <a:gd name="connsiteY247" fmla="*/ 461638 h 908630"/>
                <a:gd name="connsiteX248" fmla="*/ 2415630 w 2912392"/>
                <a:gd name="connsiteY248" fmla="*/ 453553 h 908630"/>
                <a:gd name="connsiteX249" fmla="*/ 2425374 w 2912392"/>
                <a:gd name="connsiteY249" fmla="*/ 445517 h 908630"/>
                <a:gd name="connsiteX250" fmla="*/ 2435118 w 2912392"/>
                <a:gd name="connsiteY250" fmla="*/ 437528 h 908630"/>
                <a:gd name="connsiteX251" fmla="*/ 2444862 w 2912392"/>
                <a:gd name="connsiteY251" fmla="*/ 429578 h 908630"/>
                <a:gd name="connsiteX252" fmla="*/ 2454591 w 2912392"/>
                <a:gd name="connsiteY252" fmla="*/ 421662 h 908630"/>
                <a:gd name="connsiteX253" fmla="*/ 2464335 w 2912392"/>
                <a:gd name="connsiteY253" fmla="*/ 413775 h 908630"/>
                <a:gd name="connsiteX254" fmla="*/ 2474079 w 2912392"/>
                <a:gd name="connsiteY254" fmla="*/ 405908 h 908630"/>
                <a:gd name="connsiteX255" fmla="*/ 2483823 w 2912392"/>
                <a:gd name="connsiteY255" fmla="*/ 398058 h 908630"/>
                <a:gd name="connsiteX256" fmla="*/ 2493552 w 2912392"/>
                <a:gd name="connsiteY256" fmla="*/ 390216 h 908630"/>
                <a:gd name="connsiteX257" fmla="*/ 2503296 w 2912392"/>
                <a:gd name="connsiteY257" fmla="*/ 382376 h 908630"/>
                <a:gd name="connsiteX258" fmla="*/ 2513040 w 2912392"/>
                <a:gd name="connsiteY258" fmla="*/ 374532 h 908630"/>
                <a:gd name="connsiteX259" fmla="*/ 2522784 w 2912392"/>
                <a:gd name="connsiteY259" fmla="*/ 366677 h 908630"/>
                <a:gd name="connsiteX260" fmla="*/ 2532513 w 2912392"/>
                <a:gd name="connsiteY260" fmla="*/ 358803 h 908630"/>
                <a:gd name="connsiteX261" fmla="*/ 2542257 w 2912392"/>
                <a:gd name="connsiteY261" fmla="*/ 350904 h 908630"/>
                <a:gd name="connsiteX262" fmla="*/ 2552001 w 2912392"/>
                <a:gd name="connsiteY262" fmla="*/ 342973 h 908630"/>
                <a:gd name="connsiteX263" fmla="*/ 2561745 w 2912392"/>
                <a:gd name="connsiteY263" fmla="*/ 335004 h 908630"/>
                <a:gd name="connsiteX264" fmla="*/ 2571474 w 2912392"/>
                <a:gd name="connsiteY264" fmla="*/ 326989 h 908630"/>
                <a:gd name="connsiteX265" fmla="*/ 2581218 w 2912392"/>
                <a:gd name="connsiteY265" fmla="*/ 318925 h 908630"/>
                <a:gd name="connsiteX266" fmla="*/ 2590962 w 2912392"/>
                <a:gd name="connsiteY266" fmla="*/ 310803 h 908630"/>
                <a:gd name="connsiteX267" fmla="*/ 2600705 w 2912392"/>
                <a:gd name="connsiteY267" fmla="*/ 302621 h 908630"/>
                <a:gd name="connsiteX268" fmla="*/ 2610449 w 2912392"/>
                <a:gd name="connsiteY268" fmla="*/ 294371 h 908630"/>
                <a:gd name="connsiteX269" fmla="*/ 2620178 w 2912392"/>
                <a:gd name="connsiteY269" fmla="*/ 286049 h 908630"/>
                <a:gd name="connsiteX270" fmla="*/ 2629922 w 2912392"/>
                <a:gd name="connsiteY270" fmla="*/ 277650 h 908630"/>
                <a:gd name="connsiteX271" fmla="*/ 2639666 w 2912392"/>
                <a:gd name="connsiteY271" fmla="*/ 269170 h 908630"/>
                <a:gd name="connsiteX272" fmla="*/ 2649410 w 2912392"/>
                <a:gd name="connsiteY272" fmla="*/ 260607 h 908630"/>
                <a:gd name="connsiteX273" fmla="*/ 2659139 w 2912392"/>
                <a:gd name="connsiteY273" fmla="*/ 251957 h 908630"/>
                <a:gd name="connsiteX274" fmla="*/ 2668883 w 2912392"/>
                <a:gd name="connsiteY274" fmla="*/ 243217 h 908630"/>
                <a:gd name="connsiteX275" fmla="*/ 2678627 w 2912392"/>
                <a:gd name="connsiteY275" fmla="*/ 234386 h 908630"/>
                <a:gd name="connsiteX276" fmla="*/ 2688371 w 2912392"/>
                <a:gd name="connsiteY276" fmla="*/ 225462 h 908630"/>
                <a:gd name="connsiteX277" fmla="*/ 2698100 w 2912392"/>
                <a:gd name="connsiteY277" fmla="*/ 216445 h 908630"/>
                <a:gd name="connsiteX278" fmla="*/ 2707844 w 2912392"/>
                <a:gd name="connsiteY278" fmla="*/ 207333 h 908630"/>
                <a:gd name="connsiteX279" fmla="*/ 2717588 w 2912392"/>
                <a:gd name="connsiteY279" fmla="*/ 198127 h 908630"/>
                <a:gd name="connsiteX280" fmla="*/ 2727332 w 2912392"/>
                <a:gd name="connsiteY280" fmla="*/ 188830 h 908630"/>
                <a:gd name="connsiteX281" fmla="*/ 2737076 w 2912392"/>
                <a:gd name="connsiteY281" fmla="*/ 179440 h 908630"/>
                <a:gd name="connsiteX282" fmla="*/ 2746805 w 2912392"/>
                <a:gd name="connsiteY282" fmla="*/ 169962 h 908630"/>
                <a:gd name="connsiteX283" fmla="*/ 2756549 w 2912392"/>
                <a:gd name="connsiteY283" fmla="*/ 160396 h 908630"/>
                <a:gd name="connsiteX284" fmla="*/ 2766293 w 2912392"/>
                <a:gd name="connsiteY284" fmla="*/ 150748 h 908630"/>
                <a:gd name="connsiteX285" fmla="*/ 2776037 w 2912392"/>
                <a:gd name="connsiteY285" fmla="*/ 141022 h 908630"/>
                <a:gd name="connsiteX286" fmla="*/ 2785766 w 2912392"/>
                <a:gd name="connsiteY286" fmla="*/ 131220 h 908630"/>
                <a:gd name="connsiteX287" fmla="*/ 2795510 w 2912392"/>
                <a:gd name="connsiteY287" fmla="*/ 121348 h 908630"/>
                <a:gd name="connsiteX288" fmla="*/ 2805254 w 2912392"/>
                <a:gd name="connsiteY288" fmla="*/ 111413 h 908630"/>
                <a:gd name="connsiteX289" fmla="*/ 2814998 w 2912392"/>
                <a:gd name="connsiteY289" fmla="*/ 101420 h 908630"/>
                <a:gd name="connsiteX290" fmla="*/ 2824727 w 2912392"/>
                <a:gd name="connsiteY290" fmla="*/ 91377 h 908630"/>
                <a:gd name="connsiteX291" fmla="*/ 2834471 w 2912392"/>
                <a:gd name="connsiteY291" fmla="*/ 81289 h 908630"/>
                <a:gd name="connsiteX292" fmla="*/ 2844215 w 2912392"/>
                <a:gd name="connsiteY292" fmla="*/ 71164 h 908630"/>
                <a:gd name="connsiteX293" fmla="*/ 2853958 w 2912392"/>
                <a:gd name="connsiteY293" fmla="*/ 61011 h 908630"/>
                <a:gd name="connsiteX294" fmla="*/ 2863687 w 2912392"/>
                <a:gd name="connsiteY294" fmla="*/ 50840 h 908630"/>
                <a:gd name="connsiteX295" fmla="*/ 2873431 w 2912392"/>
                <a:gd name="connsiteY295" fmla="*/ 40656 h 908630"/>
                <a:gd name="connsiteX296" fmla="*/ 2883175 w 2912392"/>
                <a:gd name="connsiteY296" fmla="*/ 30471 h 908630"/>
                <a:gd name="connsiteX297" fmla="*/ 2892919 w 2912392"/>
                <a:gd name="connsiteY297" fmla="*/ 20294 h 908630"/>
                <a:gd name="connsiteX298" fmla="*/ 2902663 w 2912392"/>
                <a:gd name="connsiteY298" fmla="*/ 10133 h 908630"/>
                <a:gd name="connsiteX299" fmla="*/ 2912392 w 2912392"/>
                <a:gd name="connsiteY299" fmla="*/ 0 h 908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908630">
                  <a:moveTo>
                    <a:pt x="0" y="138747"/>
                  </a:moveTo>
                  <a:lnTo>
                    <a:pt x="9739" y="146573"/>
                  </a:lnTo>
                  <a:lnTo>
                    <a:pt x="19480" y="154485"/>
                  </a:lnTo>
                  <a:lnTo>
                    <a:pt x="29221" y="162466"/>
                  </a:lnTo>
                  <a:lnTo>
                    <a:pt x="38961" y="170504"/>
                  </a:lnTo>
                  <a:lnTo>
                    <a:pt x="48702" y="178582"/>
                  </a:lnTo>
                  <a:lnTo>
                    <a:pt x="58443" y="186686"/>
                  </a:lnTo>
                  <a:lnTo>
                    <a:pt x="68182" y="194800"/>
                  </a:lnTo>
                  <a:lnTo>
                    <a:pt x="77923" y="202906"/>
                  </a:lnTo>
                  <a:lnTo>
                    <a:pt x="87664" y="210992"/>
                  </a:lnTo>
                  <a:lnTo>
                    <a:pt x="97404" y="219040"/>
                  </a:lnTo>
                  <a:lnTo>
                    <a:pt x="107145" y="227035"/>
                  </a:lnTo>
                  <a:lnTo>
                    <a:pt x="116886" y="234961"/>
                  </a:lnTo>
                  <a:lnTo>
                    <a:pt x="126625" y="242803"/>
                  </a:lnTo>
                  <a:lnTo>
                    <a:pt x="136366" y="250544"/>
                  </a:lnTo>
                  <a:lnTo>
                    <a:pt x="146107" y="258170"/>
                  </a:lnTo>
                  <a:lnTo>
                    <a:pt x="155846" y="265665"/>
                  </a:lnTo>
                  <a:lnTo>
                    <a:pt x="165587" y="273015"/>
                  </a:lnTo>
                  <a:lnTo>
                    <a:pt x="175328" y="280205"/>
                  </a:lnTo>
                  <a:lnTo>
                    <a:pt x="185068" y="287223"/>
                  </a:lnTo>
                  <a:lnTo>
                    <a:pt x="194809" y="294051"/>
                  </a:lnTo>
                  <a:lnTo>
                    <a:pt x="204550" y="300679"/>
                  </a:lnTo>
                  <a:lnTo>
                    <a:pt x="214289" y="307093"/>
                  </a:lnTo>
                  <a:lnTo>
                    <a:pt x="224030" y="313282"/>
                  </a:lnTo>
                  <a:lnTo>
                    <a:pt x="233771" y="319232"/>
                  </a:lnTo>
                  <a:lnTo>
                    <a:pt x="243510" y="324933"/>
                  </a:lnTo>
                  <a:lnTo>
                    <a:pt x="253251" y="330376"/>
                  </a:lnTo>
                  <a:lnTo>
                    <a:pt x="262992" y="335547"/>
                  </a:lnTo>
                  <a:lnTo>
                    <a:pt x="272732" y="340440"/>
                  </a:lnTo>
                  <a:lnTo>
                    <a:pt x="282473" y="345047"/>
                  </a:lnTo>
                  <a:lnTo>
                    <a:pt x="292214" y="349356"/>
                  </a:lnTo>
                  <a:lnTo>
                    <a:pt x="301953" y="353364"/>
                  </a:lnTo>
                  <a:lnTo>
                    <a:pt x="311694" y="357062"/>
                  </a:lnTo>
                  <a:lnTo>
                    <a:pt x="321435" y="360444"/>
                  </a:lnTo>
                  <a:lnTo>
                    <a:pt x="331175" y="363507"/>
                  </a:lnTo>
                  <a:lnTo>
                    <a:pt x="340916" y="366245"/>
                  </a:lnTo>
                  <a:lnTo>
                    <a:pt x="350656" y="368656"/>
                  </a:lnTo>
                  <a:lnTo>
                    <a:pt x="360396" y="370736"/>
                  </a:lnTo>
                  <a:lnTo>
                    <a:pt x="370137" y="372485"/>
                  </a:lnTo>
                  <a:lnTo>
                    <a:pt x="379878" y="373900"/>
                  </a:lnTo>
                  <a:lnTo>
                    <a:pt x="389617" y="374982"/>
                  </a:lnTo>
                  <a:lnTo>
                    <a:pt x="399358" y="375732"/>
                  </a:lnTo>
                  <a:lnTo>
                    <a:pt x="409099" y="376149"/>
                  </a:lnTo>
                  <a:lnTo>
                    <a:pt x="418839" y="376237"/>
                  </a:lnTo>
                  <a:lnTo>
                    <a:pt x="428580" y="375998"/>
                  </a:lnTo>
                  <a:lnTo>
                    <a:pt x="438321" y="375438"/>
                  </a:lnTo>
                  <a:lnTo>
                    <a:pt x="448060" y="374559"/>
                  </a:lnTo>
                  <a:lnTo>
                    <a:pt x="457801" y="373366"/>
                  </a:lnTo>
                  <a:lnTo>
                    <a:pt x="467542" y="371867"/>
                  </a:lnTo>
                  <a:lnTo>
                    <a:pt x="477281" y="370065"/>
                  </a:lnTo>
                  <a:lnTo>
                    <a:pt x="487022" y="367972"/>
                  </a:lnTo>
                  <a:lnTo>
                    <a:pt x="496763" y="365593"/>
                  </a:lnTo>
                  <a:lnTo>
                    <a:pt x="506503" y="362938"/>
                  </a:lnTo>
                  <a:lnTo>
                    <a:pt x="516244" y="360015"/>
                  </a:lnTo>
                  <a:lnTo>
                    <a:pt x="525985" y="356834"/>
                  </a:lnTo>
                  <a:lnTo>
                    <a:pt x="535724" y="353405"/>
                  </a:lnTo>
                  <a:lnTo>
                    <a:pt x="545465" y="349742"/>
                  </a:lnTo>
                  <a:lnTo>
                    <a:pt x="555206" y="345855"/>
                  </a:lnTo>
                  <a:lnTo>
                    <a:pt x="564946" y="341753"/>
                  </a:lnTo>
                  <a:lnTo>
                    <a:pt x="574687" y="337453"/>
                  </a:lnTo>
                  <a:lnTo>
                    <a:pt x="584428" y="332966"/>
                  </a:lnTo>
                  <a:lnTo>
                    <a:pt x="594167" y="328307"/>
                  </a:lnTo>
                  <a:lnTo>
                    <a:pt x="603908" y="323487"/>
                  </a:lnTo>
                  <a:lnTo>
                    <a:pt x="613649" y="318522"/>
                  </a:lnTo>
                  <a:lnTo>
                    <a:pt x="623388" y="313427"/>
                  </a:lnTo>
                  <a:lnTo>
                    <a:pt x="633129" y="308217"/>
                  </a:lnTo>
                  <a:lnTo>
                    <a:pt x="642870" y="302907"/>
                  </a:lnTo>
                  <a:lnTo>
                    <a:pt x="652610" y="297510"/>
                  </a:lnTo>
                  <a:lnTo>
                    <a:pt x="662351" y="292047"/>
                  </a:lnTo>
                  <a:lnTo>
                    <a:pt x="672092" y="286528"/>
                  </a:lnTo>
                  <a:lnTo>
                    <a:pt x="681831" y="280975"/>
                  </a:lnTo>
                  <a:lnTo>
                    <a:pt x="691572" y="275400"/>
                  </a:lnTo>
                  <a:lnTo>
                    <a:pt x="701313" y="269821"/>
                  </a:lnTo>
                  <a:lnTo>
                    <a:pt x="711052" y="264253"/>
                  </a:lnTo>
                  <a:lnTo>
                    <a:pt x="720793" y="258715"/>
                  </a:lnTo>
                  <a:lnTo>
                    <a:pt x="730534" y="253222"/>
                  </a:lnTo>
                  <a:lnTo>
                    <a:pt x="740274" y="247790"/>
                  </a:lnTo>
                  <a:lnTo>
                    <a:pt x="750015" y="242435"/>
                  </a:lnTo>
                  <a:lnTo>
                    <a:pt x="759756" y="237175"/>
                  </a:lnTo>
                  <a:lnTo>
                    <a:pt x="769495" y="232028"/>
                  </a:lnTo>
                  <a:lnTo>
                    <a:pt x="779236" y="227007"/>
                  </a:lnTo>
                  <a:lnTo>
                    <a:pt x="788977" y="222128"/>
                  </a:lnTo>
                  <a:lnTo>
                    <a:pt x="798717" y="217407"/>
                  </a:lnTo>
                  <a:lnTo>
                    <a:pt x="808458" y="212863"/>
                  </a:lnTo>
                  <a:lnTo>
                    <a:pt x="818199" y="208507"/>
                  </a:lnTo>
                  <a:lnTo>
                    <a:pt x="827938" y="204357"/>
                  </a:lnTo>
                  <a:lnTo>
                    <a:pt x="837679" y="200426"/>
                  </a:lnTo>
                  <a:lnTo>
                    <a:pt x="847420" y="196729"/>
                  </a:lnTo>
                  <a:lnTo>
                    <a:pt x="857159" y="193282"/>
                  </a:lnTo>
                  <a:lnTo>
                    <a:pt x="866900" y="190095"/>
                  </a:lnTo>
                  <a:lnTo>
                    <a:pt x="876641" y="187185"/>
                  </a:lnTo>
                  <a:lnTo>
                    <a:pt x="886381" y="184561"/>
                  </a:lnTo>
                  <a:lnTo>
                    <a:pt x="896122" y="182240"/>
                  </a:lnTo>
                  <a:lnTo>
                    <a:pt x="905863" y="180230"/>
                  </a:lnTo>
                  <a:lnTo>
                    <a:pt x="915602" y="178545"/>
                  </a:lnTo>
                  <a:lnTo>
                    <a:pt x="925343" y="177194"/>
                  </a:lnTo>
                  <a:lnTo>
                    <a:pt x="935084" y="176188"/>
                  </a:lnTo>
                  <a:lnTo>
                    <a:pt x="944824" y="175537"/>
                  </a:lnTo>
                  <a:lnTo>
                    <a:pt x="954564" y="175249"/>
                  </a:lnTo>
                  <a:lnTo>
                    <a:pt x="964305" y="175336"/>
                  </a:lnTo>
                  <a:lnTo>
                    <a:pt x="974045" y="175801"/>
                  </a:lnTo>
                  <a:lnTo>
                    <a:pt x="983786" y="176654"/>
                  </a:lnTo>
                  <a:lnTo>
                    <a:pt x="993522" y="177901"/>
                  </a:lnTo>
                  <a:lnTo>
                    <a:pt x="1003266" y="179548"/>
                  </a:lnTo>
                  <a:lnTo>
                    <a:pt x="1013010" y="181599"/>
                  </a:lnTo>
                  <a:lnTo>
                    <a:pt x="1022754" y="184059"/>
                  </a:lnTo>
                  <a:lnTo>
                    <a:pt x="1032483" y="186933"/>
                  </a:lnTo>
                  <a:lnTo>
                    <a:pt x="1042227" y="190221"/>
                  </a:lnTo>
                  <a:lnTo>
                    <a:pt x="1051971" y="193927"/>
                  </a:lnTo>
                  <a:lnTo>
                    <a:pt x="1061715" y="198052"/>
                  </a:lnTo>
                  <a:lnTo>
                    <a:pt x="1071444" y="202595"/>
                  </a:lnTo>
                  <a:lnTo>
                    <a:pt x="1081188" y="207558"/>
                  </a:lnTo>
                  <a:lnTo>
                    <a:pt x="1090932" y="212938"/>
                  </a:lnTo>
                  <a:lnTo>
                    <a:pt x="1100676" y="218733"/>
                  </a:lnTo>
                  <a:lnTo>
                    <a:pt x="1110405" y="224942"/>
                  </a:lnTo>
                  <a:lnTo>
                    <a:pt x="1120149" y="231560"/>
                  </a:lnTo>
                  <a:lnTo>
                    <a:pt x="1129893" y="238582"/>
                  </a:lnTo>
                  <a:lnTo>
                    <a:pt x="1139637" y="246005"/>
                  </a:lnTo>
                  <a:lnTo>
                    <a:pt x="1149381" y="253821"/>
                  </a:lnTo>
                  <a:lnTo>
                    <a:pt x="1159110" y="262022"/>
                  </a:lnTo>
                  <a:lnTo>
                    <a:pt x="1168854" y="270604"/>
                  </a:lnTo>
                  <a:lnTo>
                    <a:pt x="1178598" y="279556"/>
                  </a:lnTo>
                  <a:lnTo>
                    <a:pt x="1188341" y="288869"/>
                  </a:lnTo>
                  <a:lnTo>
                    <a:pt x="1198070" y="298535"/>
                  </a:lnTo>
                  <a:lnTo>
                    <a:pt x="1207814" y="308540"/>
                  </a:lnTo>
                  <a:lnTo>
                    <a:pt x="1217558" y="318875"/>
                  </a:lnTo>
                  <a:lnTo>
                    <a:pt x="1227302" y="329528"/>
                  </a:lnTo>
                  <a:lnTo>
                    <a:pt x="1237031" y="340486"/>
                  </a:lnTo>
                  <a:lnTo>
                    <a:pt x="1246775" y="351734"/>
                  </a:lnTo>
                  <a:lnTo>
                    <a:pt x="1256519" y="363260"/>
                  </a:lnTo>
                  <a:lnTo>
                    <a:pt x="1266263" y="375046"/>
                  </a:lnTo>
                  <a:lnTo>
                    <a:pt x="1276007" y="387080"/>
                  </a:lnTo>
                  <a:lnTo>
                    <a:pt x="1285736" y="399345"/>
                  </a:lnTo>
                  <a:lnTo>
                    <a:pt x="1295480" y="411824"/>
                  </a:lnTo>
                  <a:lnTo>
                    <a:pt x="1305224" y="424500"/>
                  </a:lnTo>
                  <a:lnTo>
                    <a:pt x="1314968" y="437357"/>
                  </a:lnTo>
                  <a:lnTo>
                    <a:pt x="1324697" y="450375"/>
                  </a:lnTo>
                  <a:lnTo>
                    <a:pt x="1334441" y="463537"/>
                  </a:lnTo>
                  <a:lnTo>
                    <a:pt x="1344185" y="476826"/>
                  </a:lnTo>
                  <a:lnTo>
                    <a:pt x="1353929" y="490220"/>
                  </a:lnTo>
                  <a:lnTo>
                    <a:pt x="1363658" y="503700"/>
                  </a:lnTo>
                  <a:lnTo>
                    <a:pt x="1373402" y="517249"/>
                  </a:lnTo>
                  <a:lnTo>
                    <a:pt x="1383146" y="530845"/>
                  </a:lnTo>
                  <a:lnTo>
                    <a:pt x="1392890" y="544470"/>
                  </a:lnTo>
                  <a:lnTo>
                    <a:pt x="1402619" y="558102"/>
                  </a:lnTo>
                  <a:lnTo>
                    <a:pt x="1412363" y="571723"/>
                  </a:lnTo>
                  <a:lnTo>
                    <a:pt x="1422106" y="585311"/>
                  </a:lnTo>
                  <a:lnTo>
                    <a:pt x="1431850" y="598847"/>
                  </a:lnTo>
                  <a:lnTo>
                    <a:pt x="1441594" y="612309"/>
                  </a:lnTo>
                  <a:lnTo>
                    <a:pt x="1451323" y="625681"/>
                  </a:lnTo>
                  <a:lnTo>
                    <a:pt x="1461067" y="638940"/>
                  </a:lnTo>
                  <a:lnTo>
                    <a:pt x="1470811" y="652066"/>
                  </a:lnTo>
                  <a:lnTo>
                    <a:pt x="1480555" y="665041"/>
                  </a:lnTo>
                  <a:lnTo>
                    <a:pt x="1490284" y="677846"/>
                  </a:lnTo>
                  <a:lnTo>
                    <a:pt x="1500028" y="690459"/>
                  </a:lnTo>
                  <a:lnTo>
                    <a:pt x="1509772" y="702865"/>
                  </a:lnTo>
                  <a:lnTo>
                    <a:pt x="1519516" y="715044"/>
                  </a:lnTo>
                  <a:lnTo>
                    <a:pt x="1529245" y="726982"/>
                  </a:lnTo>
                  <a:lnTo>
                    <a:pt x="1538989" y="738648"/>
                  </a:lnTo>
                  <a:lnTo>
                    <a:pt x="1548733" y="750046"/>
                  </a:lnTo>
                  <a:lnTo>
                    <a:pt x="1558477" y="761146"/>
                  </a:lnTo>
                  <a:lnTo>
                    <a:pt x="1568221" y="771933"/>
                  </a:lnTo>
                  <a:lnTo>
                    <a:pt x="1577950" y="782392"/>
                  </a:lnTo>
                  <a:lnTo>
                    <a:pt x="1587694" y="792508"/>
                  </a:lnTo>
                  <a:lnTo>
                    <a:pt x="1597438" y="802282"/>
                  </a:lnTo>
                  <a:lnTo>
                    <a:pt x="1607182" y="811668"/>
                  </a:lnTo>
                  <a:lnTo>
                    <a:pt x="1616911" y="820682"/>
                  </a:lnTo>
                  <a:lnTo>
                    <a:pt x="1626655" y="829309"/>
                  </a:lnTo>
                  <a:lnTo>
                    <a:pt x="1636399" y="837533"/>
                  </a:lnTo>
                  <a:lnTo>
                    <a:pt x="1646142" y="845340"/>
                  </a:lnTo>
                  <a:lnTo>
                    <a:pt x="1655872" y="852715"/>
                  </a:lnTo>
                  <a:lnTo>
                    <a:pt x="1665616" y="859658"/>
                  </a:lnTo>
                  <a:lnTo>
                    <a:pt x="1675359" y="866169"/>
                  </a:lnTo>
                  <a:lnTo>
                    <a:pt x="1685103" y="872233"/>
                  </a:lnTo>
                  <a:lnTo>
                    <a:pt x="1694832" y="877835"/>
                  </a:lnTo>
                  <a:lnTo>
                    <a:pt x="1704576" y="882990"/>
                  </a:lnTo>
                  <a:lnTo>
                    <a:pt x="1714320" y="887668"/>
                  </a:lnTo>
                  <a:lnTo>
                    <a:pt x="1724064" y="891884"/>
                  </a:lnTo>
                  <a:lnTo>
                    <a:pt x="1733808" y="895624"/>
                  </a:lnTo>
                  <a:lnTo>
                    <a:pt x="1743537" y="898902"/>
                  </a:lnTo>
                  <a:lnTo>
                    <a:pt x="1753281" y="901703"/>
                  </a:lnTo>
                  <a:lnTo>
                    <a:pt x="1763025" y="904027"/>
                  </a:lnTo>
                  <a:lnTo>
                    <a:pt x="1772769" y="905874"/>
                  </a:lnTo>
                  <a:lnTo>
                    <a:pt x="1782498" y="907260"/>
                  </a:lnTo>
                  <a:lnTo>
                    <a:pt x="1792242" y="908184"/>
                  </a:lnTo>
                  <a:lnTo>
                    <a:pt x="1801986" y="908631"/>
                  </a:lnTo>
                  <a:lnTo>
                    <a:pt x="1811730" y="908616"/>
                  </a:lnTo>
                  <a:lnTo>
                    <a:pt x="1821459" y="908139"/>
                  </a:lnTo>
                  <a:lnTo>
                    <a:pt x="1831203" y="907230"/>
                  </a:lnTo>
                  <a:lnTo>
                    <a:pt x="1840947" y="905860"/>
                  </a:lnTo>
                  <a:lnTo>
                    <a:pt x="1850691" y="904057"/>
                  </a:lnTo>
                  <a:lnTo>
                    <a:pt x="1860435" y="901822"/>
                  </a:lnTo>
                  <a:lnTo>
                    <a:pt x="1870164" y="899170"/>
                  </a:lnTo>
                  <a:lnTo>
                    <a:pt x="1879908" y="896116"/>
                  </a:lnTo>
                  <a:lnTo>
                    <a:pt x="1889652" y="892644"/>
                  </a:lnTo>
                  <a:lnTo>
                    <a:pt x="1899395" y="888785"/>
                  </a:lnTo>
                  <a:lnTo>
                    <a:pt x="1909124" y="884554"/>
                  </a:lnTo>
                  <a:lnTo>
                    <a:pt x="1918868" y="879935"/>
                  </a:lnTo>
                  <a:lnTo>
                    <a:pt x="1928612" y="874974"/>
                  </a:lnTo>
                  <a:lnTo>
                    <a:pt x="1938356" y="869655"/>
                  </a:lnTo>
                  <a:lnTo>
                    <a:pt x="1948085" y="864023"/>
                  </a:lnTo>
                  <a:lnTo>
                    <a:pt x="1957829" y="858064"/>
                  </a:lnTo>
                  <a:lnTo>
                    <a:pt x="1967573" y="851791"/>
                  </a:lnTo>
                  <a:lnTo>
                    <a:pt x="1977317" y="845236"/>
                  </a:lnTo>
                  <a:lnTo>
                    <a:pt x="1987046" y="838397"/>
                  </a:lnTo>
                  <a:lnTo>
                    <a:pt x="1996790" y="831290"/>
                  </a:lnTo>
                  <a:lnTo>
                    <a:pt x="2006534" y="823945"/>
                  </a:lnTo>
                  <a:lnTo>
                    <a:pt x="2016278" y="816361"/>
                  </a:lnTo>
                  <a:lnTo>
                    <a:pt x="2026022" y="808554"/>
                  </a:lnTo>
                  <a:lnTo>
                    <a:pt x="2035751" y="800554"/>
                  </a:lnTo>
                  <a:lnTo>
                    <a:pt x="2045495" y="792359"/>
                  </a:lnTo>
                  <a:lnTo>
                    <a:pt x="2055239" y="783986"/>
                  </a:lnTo>
                  <a:lnTo>
                    <a:pt x="2064983" y="775449"/>
                  </a:lnTo>
                  <a:lnTo>
                    <a:pt x="2074712" y="766763"/>
                  </a:lnTo>
                  <a:lnTo>
                    <a:pt x="2084456" y="757958"/>
                  </a:lnTo>
                  <a:lnTo>
                    <a:pt x="2094200" y="749033"/>
                  </a:lnTo>
                  <a:lnTo>
                    <a:pt x="2103944" y="739989"/>
                  </a:lnTo>
                  <a:lnTo>
                    <a:pt x="2113673" y="730871"/>
                  </a:lnTo>
                  <a:lnTo>
                    <a:pt x="2123417" y="721664"/>
                  </a:lnTo>
                  <a:lnTo>
                    <a:pt x="2133161" y="712393"/>
                  </a:lnTo>
                  <a:lnTo>
                    <a:pt x="2142905" y="703073"/>
                  </a:lnTo>
                  <a:lnTo>
                    <a:pt x="2152649" y="693710"/>
                  </a:lnTo>
                  <a:lnTo>
                    <a:pt x="2162377" y="684319"/>
                  </a:lnTo>
                  <a:lnTo>
                    <a:pt x="2172121" y="674911"/>
                  </a:lnTo>
                  <a:lnTo>
                    <a:pt x="2181865" y="665493"/>
                  </a:lnTo>
                  <a:lnTo>
                    <a:pt x="2191609" y="656078"/>
                  </a:lnTo>
                  <a:lnTo>
                    <a:pt x="2201338" y="646675"/>
                  </a:lnTo>
                  <a:lnTo>
                    <a:pt x="2211082" y="637294"/>
                  </a:lnTo>
                  <a:lnTo>
                    <a:pt x="2220826" y="627940"/>
                  </a:lnTo>
                  <a:lnTo>
                    <a:pt x="2230570" y="618621"/>
                  </a:lnTo>
                  <a:lnTo>
                    <a:pt x="2240299" y="609346"/>
                  </a:lnTo>
                  <a:lnTo>
                    <a:pt x="2250043" y="600121"/>
                  </a:lnTo>
                  <a:lnTo>
                    <a:pt x="2259787" y="590949"/>
                  </a:lnTo>
                  <a:lnTo>
                    <a:pt x="2269531" y="581837"/>
                  </a:lnTo>
                  <a:lnTo>
                    <a:pt x="2279260" y="572788"/>
                  </a:lnTo>
                  <a:lnTo>
                    <a:pt x="2289004" y="563806"/>
                  </a:lnTo>
                  <a:lnTo>
                    <a:pt x="2298748" y="554895"/>
                  </a:lnTo>
                  <a:lnTo>
                    <a:pt x="2308492" y="546055"/>
                  </a:lnTo>
                  <a:lnTo>
                    <a:pt x="2318236" y="537290"/>
                  </a:lnTo>
                  <a:lnTo>
                    <a:pt x="2327965" y="528598"/>
                  </a:lnTo>
                  <a:lnTo>
                    <a:pt x="2337709" y="519982"/>
                  </a:lnTo>
                  <a:lnTo>
                    <a:pt x="2347453" y="511439"/>
                  </a:lnTo>
                  <a:lnTo>
                    <a:pt x="2357197" y="502969"/>
                  </a:lnTo>
                  <a:lnTo>
                    <a:pt x="2366926" y="494570"/>
                  </a:lnTo>
                  <a:lnTo>
                    <a:pt x="2376670" y="486242"/>
                  </a:lnTo>
                  <a:lnTo>
                    <a:pt x="2386413" y="477979"/>
                  </a:lnTo>
                  <a:lnTo>
                    <a:pt x="2396157" y="469778"/>
                  </a:lnTo>
                  <a:lnTo>
                    <a:pt x="2405886" y="461638"/>
                  </a:lnTo>
                  <a:lnTo>
                    <a:pt x="2415630" y="453553"/>
                  </a:lnTo>
                  <a:lnTo>
                    <a:pt x="2425374" y="445517"/>
                  </a:lnTo>
                  <a:lnTo>
                    <a:pt x="2435118" y="437528"/>
                  </a:lnTo>
                  <a:lnTo>
                    <a:pt x="2444862" y="429578"/>
                  </a:lnTo>
                  <a:lnTo>
                    <a:pt x="2454591" y="421662"/>
                  </a:lnTo>
                  <a:lnTo>
                    <a:pt x="2464335" y="413775"/>
                  </a:lnTo>
                  <a:lnTo>
                    <a:pt x="2474079" y="405908"/>
                  </a:lnTo>
                  <a:lnTo>
                    <a:pt x="2483823" y="398058"/>
                  </a:lnTo>
                  <a:lnTo>
                    <a:pt x="2493552" y="390216"/>
                  </a:lnTo>
                  <a:lnTo>
                    <a:pt x="2503296" y="382376"/>
                  </a:lnTo>
                  <a:lnTo>
                    <a:pt x="2513040" y="374532"/>
                  </a:lnTo>
                  <a:lnTo>
                    <a:pt x="2522784" y="366677"/>
                  </a:lnTo>
                  <a:lnTo>
                    <a:pt x="2532513" y="358803"/>
                  </a:lnTo>
                  <a:lnTo>
                    <a:pt x="2542257" y="350904"/>
                  </a:lnTo>
                  <a:lnTo>
                    <a:pt x="2552001" y="342973"/>
                  </a:lnTo>
                  <a:lnTo>
                    <a:pt x="2561745" y="335004"/>
                  </a:lnTo>
                  <a:lnTo>
                    <a:pt x="2571474" y="326989"/>
                  </a:lnTo>
                  <a:lnTo>
                    <a:pt x="2581218" y="318925"/>
                  </a:lnTo>
                  <a:lnTo>
                    <a:pt x="2590962" y="310803"/>
                  </a:lnTo>
                  <a:lnTo>
                    <a:pt x="2600705" y="302621"/>
                  </a:lnTo>
                  <a:lnTo>
                    <a:pt x="2610449" y="294371"/>
                  </a:lnTo>
                  <a:lnTo>
                    <a:pt x="2620178" y="286049"/>
                  </a:lnTo>
                  <a:lnTo>
                    <a:pt x="2629922" y="277650"/>
                  </a:lnTo>
                  <a:lnTo>
                    <a:pt x="2639666" y="269170"/>
                  </a:lnTo>
                  <a:lnTo>
                    <a:pt x="2649410" y="260607"/>
                  </a:lnTo>
                  <a:lnTo>
                    <a:pt x="2659139" y="251957"/>
                  </a:lnTo>
                  <a:lnTo>
                    <a:pt x="2668883" y="243217"/>
                  </a:lnTo>
                  <a:lnTo>
                    <a:pt x="2678627" y="234386"/>
                  </a:lnTo>
                  <a:lnTo>
                    <a:pt x="2688371" y="225462"/>
                  </a:lnTo>
                  <a:lnTo>
                    <a:pt x="2698100" y="216445"/>
                  </a:lnTo>
                  <a:lnTo>
                    <a:pt x="2707844" y="207333"/>
                  </a:lnTo>
                  <a:lnTo>
                    <a:pt x="2717588" y="198127"/>
                  </a:lnTo>
                  <a:lnTo>
                    <a:pt x="2727332" y="188830"/>
                  </a:lnTo>
                  <a:lnTo>
                    <a:pt x="2737076" y="179440"/>
                  </a:lnTo>
                  <a:lnTo>
                    <a:pt x="2746805" y="169962"/>
                  </a:lnTo>
                  <a:lnTo>
                    <a:pt x="2756549" y="160396"/>
                  </a:lnTo>
                  <a:lnTo>
                    <a:pt x="2766293" y="150748"/>
                  </a:lnTo>
                  <a:lnTo>
                    <a:pt x="2776037" y="141022"/>
                  </a:lnTo>
                  <a:lnTo>
                    <a:pt x="2785766" y="131220"/>
                  </a:lnTo>
                  <a:lnTo>
                    <a:pt x="2795510" y="121348"/>
                  </a:lnTo>
                  <a:lnTo>
                    <a:pt x="2805254" y="111413"/>
                  </a:lnTo>
                  <a:lnTo>
                    <a:pt x="2814998" y="101420"/>
                  </a:lnTo>
                  <a:lnTo>
                    <a:pt x="2824727" y="91377"/>
                  </a:lnTo>
                  <a:lnTo>
                    <a:pt x="2834471" y="81289"/>
                  </a:lnTo>
                  <a:lnTo>
                    <a:pt x="2844215" y="71164"/>
                  </a:lnTo>
                  <a:lnTo>
                    <a:pt x="2853958" y="61011"/>
                  </a:lnTo>
                  <a:lnTo>
                    <a:pt x="2863687" y="50840"/>
                  </a:lnTo>
                  <a:lnTo>
                    <a:pt x="2873431" y="40656"/>
                  </a:lnTo>
                  <a:lnTo>
                    <a:pt x="2883175" y="30471"/>
                  </a:lnTo>
                  <a:lnTo>
                    <a:pt x="2892919" y="20294"/>
                  </a:lnTo>
                  <a:lnTo>
                    <a:pt x="2902663" y="10133"/>
                  </a:lnTo>
                  <a:lnTo>
                    <a:pt x="29123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8" name="Freeform 877">
              <a:extLst>
                <a:ext uri="{FF2B5EF4-FFF2-40B4-BE49-F238E27FC236}">
                  <a16:creationId xmlns:a16="http://schemas.microsoft.com/office/drawing/2014/main" id="{FB82B8F3-DC19-8E85-B3E4-7831C0794317}"/>
                </a:ext>
              </a:extLst>
            </p:cNvPr>
            <p:cNvSpPr/>
            <p:nvPr/>
          </p:nvSpPr>
          <p:spPr>
            <a:xfrm>
              <a:off x="576446" y="3242934"/>
              <a:ext cx="2912392" cy="415470"/>
            </a:xfrm>
            <a:custGeom>
              <a:avLst/>
              <a:gdLst>
                <a:gd name="connsiteX0" fmla="*/ 0 w 2912392"/>
                <a:gd name="connsiteY0" fmla="*/ 241212 h 415470"/>
                <a:gd name="connsiteX1" fmla="*/ 9739 w 2912392"/>
                <a:gd name="connsiteY1" fmla="*/ 237427 h 415470"/>
                <a:gd name="connsiteX2" fmla="*/ 19480 w 2912392"/>
                <a:gd name="connsiteY2" fmla="*/ 233610 h 415470"/>
                <a:gd name="connsiteX3" fmla="*/ 29221 w 2912392"/>
                <a:gd name="connsiteY3" fmla="*/ 229771 h 415470"/>
                <a:gd name="connsiteX4" fmla="*/ 38961 w 2912392"/>
                <a:gd name="connsiteY4" fmla="*/ 225921 h 415470"/>
                <a:gd name="connsiteX5" fmla="*/ 48702 w 2912392"/>
                <a:gd name="connsiteY5" fmla="*/ 222071 h 415470"/>
                <a:gd name="connsiteX6" fmla="*/ 58443 w 2912392"/>
                <a:gd name="connsiteY6" fmla="*/ 218233 h 415470"/>
                <a:gd name="connsiteX7" fmla="*/ 68182 w 2912392"/>
                <a:gd name="connsiteY7" fmla="*/ 214416 h 415470"/>
                <a:gd name="connsiteX8" fmla="*/ 77923 w 2912392"/>
                <a:gd name="connsiteY8" fmla="*/ 210631 h 415470"/>
                <a:gd name="connsiteX9" fmla="*/ 87664 w 2912392"/>
                <a:gd name="connsiteY9" fmla="*/ 206892 h 415470"/>
                <a:gd name="connsiteX10" fmla="*/ 97404 w 2912392"/>
                <a:gd name="connsiteY10" fmla="*/ 203206 h 415470"/>
                <a:gd name="connsiteX11" fmla="*/ 107145 w 2912392"/>
                <a:gd name="connsiteY11" fmla="*/ 199585 h 415470"/>
                <a:gd name="connsiteX12" fmla="*/ 116886 w 2912392"/>
                <a:gd name="connsiteY12" fmla="*/ 196039 h 415470"/>
                <a:gd name="connsiteX13" fmla="*/ 126625 w 2912392"/>
                <a:gd name="connsiteY13" fmla="*/ 192580 h 415470"/>
                <a:gd name="connsiteX14" fmla="*/ 136366 w 2912392"/>
                <a:gd name="connsiteY14" fmla="*/ 189216 h 415470"/>
                <a:gd name="connsiteX15" fmla="*/ 146107 w 2912392"/>
                <a:gd name="connsiteY15" fmla="*/ 185956 h 415470"/>
                <a:gd name="connsiteX16" fmla="*/ 155846 w 2912392"/>
                <a:gd name="connsiteY16" fmla="*/ 182810 h 415470"/>
                <a:gd name="connsiteX17" fmla="*/ 165587 w 2912392"/>
                <a:gd name="connsiteY17" fmla="*/ 179789 h 415470"/>
                <a:gd name="connsiteX18" fmla="*/ 175328 w 2912392"/>
                <a:gd name="connsiteY18" fmla="*/ 176899 h 415470"/>
                <a:gd name="connsiteX19" fmla="*/ 185068 w 2912392"/>
                <a:gd name="connsiteY19" fmla="*/ 174148 h 415470"/>
                <a:gd name="connsiteX20" fmla="*/ 194809 w 2912392"/>
                <a:gd name="connsiteY20" fmla="*/ 171544 h 415470"/>
                <a:gd name="connsiteX21" fmla="*/ 204550 w 2912392"/>
                <a:gd name="connsiteY21" fmla="*/ 169096 h 415470"/>
                <a:gd name="connsiteX22" fmla="*/ 214289 w 2912392"/>
                <a:gd name="connsiteY22" fmla="*/ 166808 h 415470"/>
                <a:gd name="connsiteX23" fmla="*/ 224030 w 2912392"/>
                <a:gd name="connsiteY23" fmla="*/ 164687 h 415470"/>
                <a:gd name="connsiteX24" fmla="*/ 233771 w 2912392"/>
                <a:gd name="connsiteY24" fmla="*/ 162740 h 415470"/>
                <a:gd name="connsiteX25" fmla="*/ 243510 w 2912392"/>
                <a:gd name="connsiteY25" fmla="*/ 160972 h 415470"/>
                <a:gd name="connsiteX26" fmla="*/ 253251 w 2912392"/>
                <a:gd name="connsiteY26" fmla="*/ 159385 h 415470"/>
                <a:gd name="connsiteX27" fmla="*/ 262992 w 2912392"/>
                <a:gd name="connsiteY27" fmla="*/ 157984 h 415470"/>
                <a:gd name="connsiteX28" fmla="*/ 272732 w 2912392"/>
                <a:gd name="connsiteY28" fmla="*/ 156773 h 415470"/>
                <a:gd name="connsiteX29" fmla="*/ 282473 w 2912392"/>
                <a:gd name="connsiteY29" fmla="*/ 155754 h 415470"/>
                <a:gd name="connsiteX30" fmla="*/ 292214 w 2912392"/>
                <a:gd name="connsiteY30" fmla="*/ 154930 h 415470"/>
                <a:gd name="connsiteX31" fmla="*/ 301953 w 2912392"/>
                <a:gd name="connsiteY31" fmla="*/ 154301 h 415470"/>
                <a:gd name="connsiteX32" fmla="*/ 311694 w 2912392"/>
                <a:gd name="connsiteY32" fmla="*/ 153868 h 415470"/>
                <a:gd name="connsiteX33" fmla="*/ 321435 w 2912392"/>
                <a:gd name="connsiteY33" fmla="*/ 153631 h 415470"/>
                <a:gd name="connsiteX34" fmla="*/ 331175 w 2912392"/>
                <a:gd name="connsiteY34" fmla="*/ 153589 h 415470"/>
                <a:gd name="connsiteX35" fmla="*/ 340916 w 2912392"/>
                <a:gd name="connsiteY35" fmla="*/ 153743 h 415470"/>
                <a:gd name="connsiteX36" fmla="*/ 350656 w 2912392"/>
                <a:gd name="connsiteY36" fmla="*/ 154088 h 415470"/>
                <a:gd name="connsiteX37" fmla="*/ 360396 w 2912392"/>
                <a:gd name="connsiteY37" fmla="*/ 154625 h 415470"/>
                <a:gd name="connsiteX38" fmla="*/ 370137 w 2912392"/>
                <a:gd name="connsiteY38" fmla="*/ 155347 h 415470"/>
                <a:gd name="connsiteX39" fmla="*/ 379878 w 2912392"/>
                <a:gd name="connsiteY39" fmla="*/ 156253 h 415470"/>
                <a:gd name="connsiteX40" fmla="*/ 389617 w 2912392"/>
                <a:gd name="connsiteY40" fmla="*/ 157338 h 415470"/>
                <a:gd name="connsiteX41" fmla="*/ 399358 w 2912392"/>
                <a:gd name="connsiteY41" fmla="*/ 158597 h 415470"/>
                <a:gd name="connsiteX42" fmla="*/ 409099 w 2912392"/>
                <a:gd name="connsiteY42" fmla="*/ 160026 h 415470"/>
                <a:gd name="connsiteX43" fmla="*/ 418839 w 2912392"/>
                <a:gd name="connsiteY43" fmla="*/ 161615 h 415470"/>
                <a:gd name="connsiteX44" fmla="*/ 428580 w 2912392"/>
                <a:gd name="connsiteY44" fmla="*/ 163361 h 415470"/>
                <a:gd name="connsiteX45" fmla="*/ 438321 w 2912392"/>
                <a:gd name="connsiteY45" fmla="*/ 165258 h 415470"/>
                <a:gd name="connsiteX46" fmla="*/ 448060 w 2912392"/>
                <a:gd name="connsiteY46" fmla="*/ 167296 h 415470"/>
                <a:gd name="connsiteX47" fmla="*/ 457801 w 2912392"/>
                <a:gd name="connsiteY47" fmla="*/ 169468 h 415470"/>
                <a:gd name="connsiteX48" fmla="*/ 467542 w 2912392"/>
                <a:gd name="connsiteY48" fmla="*/ 171766 h 415470"/>
                <a:gd name="connsiteX49" fmla="*/ 477281 w 2912392"/>
                <a:gd name="connsiteY49" fmla="*/ 174182 h 415470"/>
                <a:gd name="connsiteX50" fmla="*/ 487022 w 2912392"/>
                <a:gd name="connsiteY50" fmla="*/ 176708 h 415470"/>
                <a:gd name="connsiteX51" fmla="*/ 496763 w 2912392"/>
                <a:gd name="connsiteY51" fmla="*/ 179332 h 415470"/>
                <a:gd name="connsiteX52" fmla="*/ 506503 w 2912392"/>
                <a:gd name="connsiteY52" fmla="*/ 182048 h 415470"/>
                <a:gd name="connsiteX53" fmla="*/ 516244 w 2912392"/>
                <a:gd name="connsiteY53" fmla="*/ 184844 h 415470"/>
                <a:gd name="connsiteX54" fmla="*/ 525985 w 2912392"/>
                <a:gd name="connsiteY54" fmla="*/ 187711 h 415470"/>
                <a:gd name="connsiteX55" fmla="*/ 535724 w 2912392"/>
                <a:gd name="connsiteY55" fmla="*/ 190641 h 415470"/>
                <a:gd name="connsiteX56" fmla="*/ 545465 w 2912392"/>
                <a:gd name="connsiteY56" fmla="*/ 193621 h 415470"/>
                <a:gd name="connsiteX57" fmla="*/ 555206 w 2912392"/>
                <a:gd name="connsiteY57" fmla="*/ 196644 h 415470"/>
                <a:gd name="connsiteX58" fmla="*/ 564946 w 2912392"/>
                <a:gd name="connsiteY58" fmla="*/ 199700 h 415470"/>
                <a:gd name="connsiteX59" fmla="*/ 574687 w 2912392"/>
                <a:gd name="connsiteY59" fmla="*/ 202777 h 415470"/>
                <a:gd name="connsiteX60" fmla="*/ 584428 w 2912392"/>
                <a:gd name="connsiteY60" fmla="*/ 205867 h 415470"/>
                <a:gd name="connsiteX61" fmla="*/ 594167 w 2912392"/>
                <a:gd name="connsiteY61" fmla="*/ 208960 h 415470"/>
                <a:gd name="connsiteX62" fmla="*/ 603908 w 2912392"/>
                <a:gd name="connsiteY62" fmla="*/ 212045 h 415470"/>
                <a:gd name="connsiteX63" fmla="*/ 613649 w 2912392"/>
                <a:gd name="connsiteY63" fmla="*/ 215116 h 415470"/>
                <a:gd name="connsiteX64" fmla="*/ 623388 w 2912392"/>
                <a:gd name="connsiteY64" fmla="*/ 218160 h 415470"/>
                <a:gd name="connsiteX65" fmla="*/ 633129 w 2912392"/>
                <a:gd name="connsiteY65" fmla="*/ 221171 h 415470"/>
                <a:gd name="connsiteX66" fmla="*/ 642870 w 2912392"/>
                <a:gd name="connsiteY66" fmla="*/ 224140 h 415470"/>
                <a:gd name="connsiteX67" fmla="*/ 652610 w 2912392"/>
                <a:gd name="connsiteY67" fmla="*/ 227057 h 415470"/>
                <a:gd name="connsiteX68" fmla="*/ 662351 w 2912392"/>
                <a:gd name="connsiteY68" fmla="*/ 229918 h 415470"/>
                <a:gd name="connsiteX69" fmla="*/ 672092 w 2912392"/>
                <a:gd name="connsiteY69" fmla="*/ 232712 h 415470"/>
                <a:gd name="connsiteX70" fmla="*/ 681831 w 2912392"/>
                <a:gd name="connsiteY70" fmla="*/ 235434 h 415470"/>
                <a:gd name="connsiteX71" fmla="*/ 691572 w 2912392"/>
                <a:gd name="connsiteY71" fmla="*/ 238075 h 415470"/>
                <a:gd name="connsiteX72" fmla="*/ 701313 w 2912392"/>
                <a:gd name="connsiteY72" fmla="*/ 240632 h 415470"/>
                <a:gd name="connsiteX73" fmla="*/ 711052 w 2912392"/>
                <a:gd name="connsiteY73" fmla="*/ 243096 h 415470"/>
                <a:gd name="connsiteX74" fmla="*/ 720793 w 2912392"/>
                <a:gd name="connsiteY74" fmla="*/ 245464 h 415470"/>
                <a:gd name="connsiteX75" fmla="*/ 730534 w 2912392"/>
                <a:gd name="connsiteY75" fmla="*/ 247730 h 415470"/>
                <a:gd name="connsiteX76" fmla="*/ 740274 w 2912392"/>
                <a:gd name="connsiteY76" fmla="*/ 249892 h 415470"/>
                <a:gd name="connsiteX77" fmla="*/ 750015 w 2912392"/>
                <a:gd name="connsiteY77" fmla="*/ 251943 h 415470"/>
                <a:gd name="connsiteX78" fmla="*/ 759756 w 2912392"/>
                <a:gd name="connsiteY78" fmla="*/ 253882 h 415470"/>
                <a:gd name="connsiteX79" fmla="*/ 769495 w 2912392"/>
                <a:gd name="connsiteY79" fmla="*/ 255705 h 415470"/>
                <a:gd name="connsiteX80" fmla="*/ 779236 w 2912392"/>
                <a:gd name="connsiteY80" fmla="*/ 257411 h 415470"/>
                <a:gd name="connsiteX81" fmla="*/ 788977 w 2912392"/>
                <a:gd name="connsiteY81" fmla="*/ 258996 h 415470"/>
                <a:gd name="connsiteX82" fmla="*/ 798717 w 2912392"/>
                <a:gd name="connsiteY82" fmla="*/ 260463 h 415470"/>
                <a:gd name="connsiteX83" fmla="*/ 808458 w 2912392"/>
                <a:gd name="connsiteY83" fmla="*/ 261808 h 415470"/>
                <a:gd name="connsiteX84" fmla="*/ 818199 w 2912392"/>
                <a:gd name="connsiteY84" fmla="*/ 263033 h 415470"/>
                <a:gd name="connsiteX85" fmla="*/ 827938 w 2912392"/>
                <a:gd name="connsiteY85" fmla="*/ 264135 h 415470"/>
                <a:gd name="connsiteX86" fmla="*/ 837679 w 2912392"/>
                <a:gd name="connsiteY86" fmla="*/ 265117 h 415470"/>
                <a:gd name="connsiteX87" fmla="*/ 847420 w 2912392"/>
                <a:gd name="connsiteY87" fmla="*/ 265981 h 415470"/>
                <a:gd name="connsiteX88" fmla="*/ 857159 w 2912392"/>
                <a:gd name="connsiteY88" fmla="*/ 266727 h 415470"/>
                <a:gd name="connsiteX89" fmla="*/ 866900 w 2912392"/>
                <a:gd name="connsiteY89" fmla="*/ 267359 h 415470"/>
                <a:gd name="connsiteX90" fmla="*/ 876641 w 2912392"/>
                <a:gd name="connsiteY90" fmla="*/ 267879 h 415470"/>
                <a:gd name="connsiteX91" fmla="*/ 886381 w 2912392"/>
                <a:gd name="connsiteY91" fmla="*/ 268289 h 415470"/>
                <a:gd name="connsiteX92" fmla="*/ 896122 w 2912392"/>
                <a:gd name="connsiteY92" fmla="*/ 268593 h 415470"/>
                <a:gd name="connsiteX93" fmla="*/ 905863 w 2912392"/>
                <a:gd name="connsiteY93" fmla="*/ 268794 h 415470"/>
                <a:gd name="connsiteX94" fmla="*/ 915602 w 2912392"/>
                <a:gd name="connsiteY94" fmla="*/ 268897 h 415470"/>
                <a:gd name="connsiteX95" fmla="*/ 925343 w 2912392"/>
                <a:gd name="connsiteY95" fmla="*/ 268904 h 415470"/>
                <a:gd name="connsiteX96" fmla="*/ 935084 w 2912392"/>
                <a:gd name="connsiteY96" fmla="*/ 268822 h 415470"/>
                <a:gd name="connsiteX97" fmla="*/ 944824 w 2912392"/>
                <a:gd name="connsiteY97" fmla="*/ 268657 h 415470"/>
                <a:gd name="connsiteX98" fmla="*/ 954564 w 2912392"/>
                <a:gd name="connsiteY98" fmla="*/ 268411 h 415470"/>
                <a:gd name="connsiteX99" fmla="*/ 964305 w 2912392"/>
                <a:gd name="connsiteY99" fmla="*/ 268089 h 415470"/>
                <a:gd name="connsiteX100" fmla="*/ 974045 w 2912392"/>
                <a:gd name="connsiteY100" fmla="*/ 267699 h 415470"/>
                <a:gd name="connsiteX101" fmla="*/ 983786 w 2912392"/>
                <a:gd name="connsiteY101" fmla="*/ 267246 h 415470"/>
                <a:gd name="connsiteX102" fmla="*/ 993522 w 2912392"/>
                <a:gd name="connsiteY102" fmla="*/ 266733 h 415470"/>
                <a:gd name="connsiteX103" fmla="*/ 1003266 w 2912392"/>
                <a:gd name="connsiteY103" fmla="*/ 266169 h 415470"/>
                <a:gd name="connsiteX104" fmla="*/ 1013010 w 2912392"/>
                <a:gd name="connsiteY104" fmla="*/ 265559 h 415470"/>
                <a:gd name="connsiteX105" fmla="*/ 1022754 w 2912392"/>
                <a:gd name="connsiteY105" fmla="*/ 264908 h 415470"/>
                <a:gd name="connsiteX106" fmla="*/ 1032483 w 2912392"/>
                <a:gd name="connsiteY106" fmla="*/ 264223 h 415470"/>
                <a:gd name="connsiteX107" fmla="*/ 1042227 w 2912392"/>
                <a:gd name="connsiteY107" fmla="*/ 263508 h 415470"/>
                <a:gd name="connsiteX108" fmla="*/ 1051971 w 2912392"/>
                <a:gd name="connsiteY108" fmla="*/ 262772 h 415470"/>
                <a:gd name="connsiteX109" fmla="*/ 1061715 w 2912392"/>
                <a:gd name="connsiteY109" fmla="*/ 262018 h 415470"/>
                <a:gd name="connsiteX110" fmla="*/ 1071444 w 2912392"/>
                <a:gd name="connsiteY110" fmla="*/ 261254 h 415470"/>
                <a:gd name="connsiteX111" fmla="*/ 1081188 w 2912392"/>
                <a:gd name="connsiteY111" fmla="*/ 260485 h 415470"/>
                <a:gd name="connsiteX112" fmla="*/ 1090932 w 2912392"/>
                <a:gd name="connsiteY112" fmla="*/ 259715 h 415470"/>
                <a:gd name="connsiteX113" fmla="*/ 1100676 w 2912392"/>
                <a:gd name="connsiteY113" fmla="*/ 258953 h 415470"/>
                <a:gd name="connsiteX114" fmla="*/ 1110405 w 2912392"/>
                <a:gd name="connsiteY114" fmla="*/ 258202 h 415470"/>
                <a:gd name="connsiteX115" fmla="*/ 1120149 w 2912392"/>
                <a:gd name="connsiteY115" fmla="*/ 257468 h 415470"/>
                <a:gd name="connsiteX116" fmla="*/ 1129893 w 2912392"/>
                <a:gd name="connsiteY116" fmla="*/ 256757 h 415470"/>
                <a:gd name="connsiteX117" fmla="*/ 1139637 w 2912392"/>
                <a:gd name="connsiteY117" fmla="*/ 256073 h 415470"/>
                <a:gd name="connsiteX118" fmla="*/ 1149381 w 2912392"/>
                <a:gd name="connsiteY118" fmla="*/ 255422 h 415470"/>
                <a:gd name="connsiteX119" fmla="*/ 1159110 w 2912392"/>
                <a:gd name="connsiteY119" fmla="*/ 254808 h 415470"/>
                <a:gd name="connsiteX120" fmla="*/ 1168854 w 2912392"/>
                <a:gd name="connsiteY120" fmla="*/ 254236 h 415470"/>
                <a:gd name="connsiteX121" fmla="*/ 1178598 w 2912392"/>
                <a:gd name="connsiteY121" fmla="*/ 253710 h 415470"/>
                <a:gd name="connsiteX122" fmla="*/ 1188341 w 2912392"/>
                <a:gd name="connsiteY122" fmla="*/ 253236 h 415470"/>
                <a:gd name="connsiteX123" fmla="*/ 1198070 w 2912392"/>
                <a:gd name="connsiteY123" fmla="*/ 252816 h 415470"/>
                <a:gd name="connsiteX124" fmla="*/ 1207814 w 2912392"/>
                <a:gd name="connsiteY124" fmla="*/ 252454 h 415470"/>
                <a:gd name="connsiteX125" fmla="*/ 1217558 w 2912392"/>
                <a:gd name="connsiteY125" fmla="*/ 252156 h 415470"/>
                <a:gd name="connsiteX126" fmla="*/ 1227302 w 2912392"/>
                <a:gd name="connsiteY126" fmla="*/ 251924 h 415470"/>
                <a:gd name="connsiteX127" fmla="*/ 1237031 w 2912392"/>
                <a:gd name="connsiteY127" fmla="*/ 251761 h 415470"/>
                <a:gd name="connsiteX128" fmla="*/ 1246775 w 2912392"/>
                <a:gd name="connsiteY128" fmla="*/ 251671 h 415470"/>
                <a:gd name="connsiteX129" fmla="*/ 1256519 w 2912392"/>
                <a:gd name="connsiteY129" fmla="*/ 251657 h 415470"/>
                <a:gd name="connsiteX130" fmla="*/ 1266263 w 2912392"/>
                <a:gd name="connsiteY130" fmla="*/ 251721 h 415470"/>
                <a:gd name="connsiteX131" fmla="*/ 1276007 w 2912392"/>
                <a:gd name="connsiteY131" fmla="*/ 251867 h 415470"/>
                <a:gd name="connsiteX132" fmla="*/ 1285736 w 2912392"/>
                <a:gd name="connsiteY132" fmla="*/ 252097 h 415470"/>
                <a:gd name="connsiteX133" fmla="*/ 1295480 w 2912392"/>
                <a:gd name="connsiteY133" fmla="*/ 252411 h 415470"/>
                <a:gd name="connsiteX134" fmla="*/ 1305224 w 2912392"/>
                <a:gd name="connsiteY134" fmla="*/ 252815 h 415470"/>
                <a:gd name="connsiteX135" fmla="*/ 1314968 w 2912392"/>
                <a:gd name="connsiteY135" fmla="*/ 253309 h 415470"/>
                <a:gd name="connsiteX136" fmla="*/ 1324697 w 2912392"/>
                <a:gd name="connsiteY136" fmla="*/ 253895 h 415470"/>
                <a:gd name="connsiteX137" fmla="*/ 1334441 w 2912392"/>
                <a:gd name="connsiteY137" fmla="*/ 254574 h 415470"/>
                <a:gd name="connsiteX138" fmla="*/ 1344185 w 2912392"/>
                <a:gd name="connsiteY138" fmla="*/ 255349 h 415470"/>
                <a:gd name="connsiteX139" fmla="*/ 1353929 w 2912392"/>
                <a:gd name="connsiteY139" fmla="*/ 256219 h 415470"/>
                <a:gd name="connsiteX140" fmla="*/ 1363658 w 2912392"/>
                <a:gd name="connsiteY140" fmla="*/ 257188 h 415470"/>
                <a:gd name="connsiteX141" fmla="*/ 1373402 w 2912392"/>
                <a:gd name="connsiteY141" fmla="*/ 258253 h 415470"/>
                <a:gd name="connsiteX142" fmla="*/ 1383146 w 2912392"/>
                <a:gd name="connsiteY142" fmla="*/ 259420 h 415470"/>
                <a:gd name="connsiteX143" fmla="*/ 1392890 w 2912392"/>
                <a:gd name="connsiteY143" fmla="*/ 260684 h 415470"/>
                <a:gd name="connsiteX144" fmla="*/ 1402619 w 2912392"/>
                <a:gd name="connsiteY144" fmla="*/ 262049 h 415470"/>
                <a:gd name="connsiteX145" fmla="*/ 1412363 w 2912392"/>
                <a:gd name="connsiteY145" fmla="*/ 263515 h 415470"/>
                <a:gd name="connsiteX146" fmla="*/ 1422106 w 2912392"/>
                <a:gd name="connsiteY146" fmla="*/ 265081 h 415470"/>
                <a:gd name="connsiteX147" fmla="*/ 1431850 w 2912392"/>
                <a:gd name="connsiteY147" fmla="*/ 266747 h 415470"/>
                <a:gd name="connsiteX148" fmla="*/ 1441594 w 2912392"/>
                <a:gd name="connsiteY148" fmla="*/ 268514 h 415470"/>
                <a:gd name="connsiteX149" fmla="*/ 1451323 w 2912392"/>
                <a:gd name="connsiteY149" fmla="*/ 270379 h 415470"/>
                <a:gd name="connsiteX150" fmla="*/ 1461067 w 2912392"/>
                <a:gd name="connsiteY150" fmla="*/ 272344 h 415470"/>
                <a:gd name="connsiteX151" fmla="*/ 1470811 w 2912392"/>
                <a:gd name="connsiteY151" fmla="*/ 274406 h 415470"/>
                <a:gd name="connsiteX152" fmla="*/ 1480555 w 2912392"/>
                <a:gd name="connsiteY152" fmla="*/ 276567 h 415470"/>
                <a:gd name="connsiteX153" fmla="*/ 1490284 w 2912392"/>
                <a:gd name="connsiteY153" fmla="*/ 278821 h 415470"/>
                <a:gd name="connsiteX154" fmla="*/ 1500028 w 2912392"/>
                <a:gd name="connsiteY154" fmla="*/ 281171 h 415470"/>
                <a:gd name="connsiteX155" fmla="*/ 1509772 w 2912392"/>
                <a:gd name="connsiteY155" fmla="*/ 283612 h 415470"/>
                <a:gd name="connsiteX156" fmla="*/ 1519516 w 2912392"/>
                <a:gd name="connsiteY156" fmla="*/ 286145 h 415470"/>
                <a:gd name="connsiteX157" fmla="*/ 1529245 w 2912392"/>
                <a:gd name="connsiteY157" fmla="*/ 288766 h 415470"/>
                <a:gd name="connsiteX158" fmla="*/ 1538989 w 2912392"/>
                <a:gd name="connsiteY158" fmla="*/ 291473 h 415470"/>
                <a:gd name="connsiteX159" fmla="*/ 1548733 w 2912392"/>
                <a:gd name="connsiteY159" fmla="*/ 294262 h 415470"/>
                <a:gd name="connsiteX160" fmla="*/ 1558477 w 2912392"/>
                <a:gd name="connsiteY160" fmla="*/ 297133 h 415470"/>
                <a:gd name="connsiteX161" fmla="*/ 1568221 w 2912392"/>
                <a:gd name="connsiteY161" fmla="*/ 300080 h 415470"/>
                <a:gd name="connsiteX162" fmla="*/ 1577950 w 2912392"/>
                <a:gd name="connsiteY162" fmla="*/ 303102 h 415470"/>
                <a:gd name="connsiteX163" fmla="*/ 1587694 w 2912392"/>
                <a:gd name="connsiteY163" fmla="*/ 306193 h 415470"/>
                <a:gd name="connsiteX164" fmla="*/ 1597438 w 2912392"/>
                <a:gd name="connsiteY164" fmla="*/ 309352 h 415470"/>
                <a:gd name="connsiteX165" fmla="*/ 1607182 w 2912392"/>
                <a:gd name="connsiteY165" fmla="*/ 312572 h 415470"/>
                <a:gd name="connsiteX166" fmla="*/ 1616911 w 2912392"/>
                <a:gd name="connsiteY166" fmla="*/ 315849 h 415470"/>
                <a:gd name="connsiteX167" fmla="*/ 1626655 w 2912392"/>
                <a:gd name="connsiteY167" fmla="*/ 319179 h 415470"/>
                <a:gd name="connsiteX168" fmla="*/ 1636399 w 2912392"/>
                <a:gd name="connsiteY168" fmla="*/ 322557 h 415470"/>
                <a:gd name="connsiteX169" fmla="*/ 1646142 w 2912392"/>
                <a:gd name="connsiteY169" fmla="*/ 325978 h 415470"/>
                <a:gd name="connsiteX170" fmla="*/ 1655872 w 2912392"/>
                <a:gd name="connsiteY170" fmla="*/ 329436 h 415470"/>
                <a:gd name="connsiteX171" fmla="*/ 1665616 w 2912392"/>
                <a:gd name="connsiteY171" fmla="*/ 332924 h 415470"/>
                <a:gd name="connsiteX172" fmla="*/ 1675359 w 2912392"/>
                <a:gd name="connsiteY172" fmla="*/ 336437 h 415470"/>
                <a:gd name="connsiteX173" fmla="*/ 1685103 w 2912392"/>
                <a:gd name="connsiteY173" fmla="*/ 339969 h 415470"/>
                <a:gd name="connsiteX174" fmla="*/ 1694832 w 2912392"/>
                <a:gd name="connsiteY174" fmla="*/ 343512 h 415470"/>
                <a:gd name="connsiteX175" fmla="*/ 1704576 w 2912392"/>
                <a:gd name="connsiteY175" fmla="*/ 347060 h 415470"/>
                <a:gd name="connsiteX176" fmla="*/ 1714320 w 2912392"/>
                <a:gd name="connsiteY176" fmla="*/ 350606 h 415470"/>
                <a:gd name="connsiteX177" fmla="*/ 1724064 w 2912392"/>
                <a:gd name="connsiteY177" fmla="*/ 354143 h 415470"/>
                <a:gd name="connsiteX178" fmla="*/ 1733808 w 2912392"/>
                <a:gd name="connsiteY178" fmla="*/ 357662 h 415470"/>
                <a:gd name="connsiteX179" fmla="*/ 1743537 w 2912392"/>
                <a:gd name="connsiteY179" fmla="*/ 361156 h 415470"/>
                <a:gd name="connsiteX180" fmla="*/ 1753281 w 2912392"/>
                <a:gd name="connsiteY180" fmla="*/ 364617 h 415470"/>
                <a:gd name="connsiteX181" fmla="*/ 1763025 w 2912392"/>
                <a:gd name="connsiteY181" fmla="*/ 368036 h 415470"/>
                <a:gd name="connsiteX182" fmla="*/ 1772769 w 2912392"/>
                <a:gd name="connsiteY182" fmla="*/ 371406 h 415470"/>
                <a:gd name="connsiteX183" fmla="*/ 1782498 w 2912392"/>
                <a:gd name="connsiteY183" fmla="*/ 374717 h 415470"/>
                <a:gd name="connsiteX184" fmla="*/ 1792242 w 2912392"/>
                <a:gd name="connsiteY184" fmla="*/ 377962 h 415470"/>
                <a:gd name="connsiteX185" fmla="*/ 1801986 w 2912392"/>
                <a:gd name="connsiteY185" fmla="*/ 381131 h 415470"/>
                <a:gd name="connsiteX186" fmla="*/ 1811730 w 2912392"/>
                <a:gd name="connsiteY186" fmla="*/ 384215 h 415470"/>
                <a:gd name="connsiteX187" fmla="*/ 1821459 w 2912392"/>
                <a:gd name="connsiteY187" fmla="*/ 387207 h 415470"/>
                <a:gd name="connsiteX188" fmla="*/ 1831203 w 2912392"/>
                <a:gd name="connsiteY188" fmla="*/ 390096 h 415470"/>
                <a:gd name="connsiteX189" fmla="*/ 1840947 w 2912392"/>
                <a:gd name="connsiteY189" fmla="*/ 392873 h 415470"/>
                <a:gd name="connsiteX190" fmla="*/ 1850691 w 2912392"/>
                <a:gd name="connsiteY190" fmla="*/ 395531 h 415470"/>
                <a:gd name="connsiteX191" fmla="*/ 1860435 w 2912392"/>
                <a:gd name="connsiteY191" fmla="*/ 398061 h 415470"/>
                <a:gd name="connsiteX192" fmla="*/ 1870164 w 2912392"/>
                <a:gd name="connsiteY192" fmla="*/ 400452 h 415470"/>
                <a:gd name="connsiteX193" fmla="*/ 1879908 w 2912392"/>
                <a:gd name="connsiteY193" fmla="*/ 402697 h 415470"/>
                <a:gd name="connsiteX194" fmla="*/ 1889652 w 2912392"/>
                <a:gd name="connsiteY194" fmla="*/ 404787 h 415470"/>
                <a:gd name="connsiteX195" fmla="*/ 1899395 w 2912392"/>
                <a:gd name="connsiteY195" fmla="*/ 406715 h 415470"/>
                <a:gd name="connsiteX196" fmla="*/ 1909124 w 2912392"/>
                <a:gd name="connsiteY196" fmla="*/ 408472 h 415470"/>
                <a:gd name="connsiteX197" fmla="*/ 1918868 w 2912392"/>
                <a:gd name="connsiteY197" fmla="*/ 410050 h 415470"/>
                <a:gd name="connsiteX198" fmla="*/ 1928612 w 2912392"/>
                <a:gd name="connsiteY198" fmla="*/ 411440 h 415470"/>
                <a:gd name="connsiteX199" fmla="*/ 1938356 w 2912392"/>
                <a:gd name="connsiteY199" fmla="*/ 412636 h 415470"/>
                <a:gd name="connsiteX200" fmla="*/ 1948085 w 2912392"/>
                <a:gd name="connsiteY200" fmla="*/ 413631 h 415470"/>
                <a:gd name="connsiteX201" fmla="*/ 1957829 w 2912392"/>
                <a:gd name="connsiteY201" fmla="*/ 414418 h 415470"/>
                <a:gd name="connsiteX202" fmla="*/ 1967573 w 2912392"/>
                <a:gd name="connsiteY202" fmla="*/ 414992 h 415470"/>
                <a:gd name="connsiteX203" fmla="*/ 1977317 w 2912392"/>
                <a:gd name="connsiteY203" fmla="*/ 415343 h 415470"/>
                <a:gd name="connsiteX204" fmla="*/ 1987046 w 2912392"/>
                <a:gd name="connsiteY204" fmla="*/ 415470 h 415470"/>
                <a:gd name="connsiteX205" fmla="*/ 1996790 w 2912392"/>
                <a:gd name="connsiteY205" fmla="*/ 415366 h 415470"/>
                <a:gd name="connsiteX206" fmla="*/ 2006534 w 2912392"/>
                <a:gd name="connsiteY206" fmla="*/ 415025 h 415470"/>
                <a:gd name="connsiteX207" fmla="*/ 2016278 w 2912392"/>
                <a:gd name="connsiteY207" fmla="*/ 414445 h 415470"/>
                <a:gd name="connsiteX208" fmla="*/ 2026022 w 2912392"/>
                <a:gd name="connsiteY208" fmla="*/ 413621 h 415470"/>
                <a:gd name="connsiteX209" fmla="*/ 2035751 w 2912392"/>
                <a:gd name="connsiteY209" fmla="*/ 412551 h 415470"/>
                <a:gd name="connsiteX210" fmla="*/ 2045495 w 2912392"/>
                <a:gd name="connsiteY210" fmla="*/ 411233 h 415470"/>
                <a:gd name="connsiteX211" fmla="*/ 2055239 w 2912392"/>
                <a:gd name="connsiteY211" fmla="*/ 409664 h 415470"/>
                <a:gd name="connsiteX212" fmla="*/ 2064983 w 2912392"/>
                <a:gd name="connsiteY212" fmla="*/ 407842 h 415470"/>
                <a:gd name="connsiteX213" fmla="*/ 2074712 w 2912392"/>
                <a:gd name="connsiteY213" fmla="*/ 405766 h 415470"/>
                <a:gd name="connsiteX214" fmla="*/ 2084456 w 2912392"/>
                <a:gd name="connsiteY214" fmla="*/ 403438 h 415470"/>
                <a:gd name="connsiteX215" fmla="*/ 2094200 w 2912392"/>
                <a:gd name="connsiteY215" fmla="*/ 400856 h 415470"/>
                <a:gd name="connsiteX216" fmla="*/ 2103944 w 2912392"/>
                <a:gd name="connsiteY216" fmla="*/ 398022 h 415470"/>
                <a:gd name="connsiteX217" fmla="*/ 2113673 w 2912392"/>
                <a:gd name="connsiteY217" fmla="*/ 394938 h 415470"/>
                <a:gd name="connsiteX218" fmla="*/ 2123417 w 2912392"/>
                <a:gd name="connsiteY218" fmla="*/ 391605 h 415470"/>
                <a:gd name="connsiteX219" fmla="*/ 2133161 w 2912392"/>
                <a:gd name="connsiteY219" fmla="*/ 388026 h 415470"/>
                <a:gd name="connsiteX220" fmla="*/ 2142905 w 2912392"/>
                <a:gd name="connsiteY220" fmla="*/ 384206 h 415470"/>
                <a:gd name="connsiteX221" fmla="*/ 2152649 w 2912392"/>
                <a:gd name="connsiteY221" fmla="*/ 380149 h 415470"/>
                <a:gd name="connsiteX222" fmla="*/ 2162377 w 2912392"/>
                <a:gd name="connsiteY222" fmla="*/ 375857 h 415470"/>
                <a:gd name="connsiteX223" fmla="*/ 2172121 w 2912392"/>
                <a:gd name="connsiteY223" fmla="*/ 371338 h 415470"/>
                <a:gd name="connsiteX224" fmla="*/ 2181865 w 2912392"/>
                <a:gd name="connsiteY224" fmla="*/ 366595 h 415470"/>
                <a:gd name="connsiteX225" fmla="*/ 2191609 w 2912392"/>
                <a:gd name="connsiteY225" fmla="*/ 361637 h 415470"/>
                <a:gd name="connsiteX226" fmla="*/ 2201338 w 2912392"/>
                <a:gd name="connsiteY226" fmla="*/ 356469 h 415470"/>
                <a:gd name="connsiteX227" fmla="*/ 2211082 w 2912392"/>
                <a:gd name="connsiteY227" fmla="*/ 351098 h 415470"/>
                <a:gd name="connsiteX228" fmla="*/ 2220826 w 2912392"/>
                <a:gd name="connsiteY228" fmla="*/ 345533 h 415470"/>
                <a:gd name="connsiteX229" fmla="*/ 2230570 w 2912392"/>
                <a:gd name="connsiteY229" fmla="*/ 339782 h 415470"/>
                <a:gd name="connsiteX230" fmla="*/ 2240299 w 2912392"/>
                <a:gd name="connsiteY230" fmla="*/ 333853 h 415470"/>
                <a:gd name="connsiteX231" fmla="*/ 2250043 w 2912392"/>
                <a:gd name="connsiteY231" fmla="*/ 327757 h 415470"/>
                <a:gd name="connsiteX232" fmla="*/ 2259787 w 2912392"/>
                <a:gd name="connsiteY232" fmla="*/ 321499 h 415470"/>
                <a:gd name="connsiteX233" fmla="*/ 2269531 w 2912392"/>
                <a:gd name="connsiteY233" fmla="*/ 315093 h 415470"/>
                <a:gd name="connsiteX234" fmla="*/ 2279260 w 2912392"/>
                <a:gd name="connsiteY234" fmla="*/ 308547 h 415470"/>
                <a:gd name="connsiteX235" fmla="*/ 2289004 w 2912392"/>
                <a:gd name="connsiteY235" fmla="*/ 301873 h 415470"/>
                <a:gd name="connsiteX236" fmla="*/ 2298748 w 2912392"/>
                <a:gd name="connsiteY236" fmla="*/ 295079 h 415470"/>
                <a:gd name="connsiteX237" fmla="*/ 2308492 w 2912392"/>
                <a:gd name="connsiteY237" fmla="*/ 288178 h 415470"/>
                <a:gd name="connsiteX238" fmla="*/ 2318236 w 2912392"/>
                <a:gd name="connsiteY238" fmla="*/ 281180 h 415470"/>
                <a:gd name="connsiteX239" fmla="*/ 2327965 w 2912392"/>
                <a:gd name="connsiteY239" fmla="*/ 274095 h 415470"/>
                <a:gd name="connsiteX240" fmla="*/ 2337709 w 2912392"/>
                <a:gd name="connsiteY240" fmla="*/ 266935 h 415470"/>
                <a:gd name="connsiteX241" fmla="*/ 2347453 w 2912392"/>
                <a:gd name="connsiteY241" fmla="*/ 259712 h 415470"/>
                <a:gd name="connsiteX242" fmla="*/ 2357197 w 2912392"/>
                <a:gd name="connsiteY242" fmla="*/ 252436 h 415470"/>
                <a:gd name="connsiteX243" fmla="*/ 2366926 w 2912392"/>
                <a:gd name="connsiteY243" fmla="*/ 245119 h 415470"/>
                <a:gd name="connsiteX244" fmla="*/ 2376670 w 2912392"/>
                <a:gd name="connsiteY244" fmla="*/ 237773 h 415470"/>
                <a:gd name="connsiteX245" fmla="*/ 2386413 w 2912392"/>
                <a:gd name="connsiteY245" fmla="*/ 230407 h 415470"/>
                <a:gd name="connsiteX246" fmla="*/ 2396157 w 2912392"/>
                <a:gd name="connsiteY246" fmla="*/ 223032 h 415470"/>
                <a:gd name="connsiteX247" fmla="*/ 2405886 w 2912392"/>
                <a:gd name="connsiteY247" fmla="*/ 215661 h 415470"/>
                <a:gd name="connsiteX248" fmla="*/ 2415630 w 2912392"/>
                <a:gd name="connsiteY248" fmla="*/ 208303 h 415470"/>
                <a:gd name="connsiteX249" fmla="*/ 2425374 w 2912392"/>
                <a:gd name="connsiteY249" fmla="*/ 200969 h 415470"/>
                <a:gd name="connsiteX250" fmla="*/ 2435118 w 2912392"/>
                <a:gd name="connsiteY250" fmla="*/ 193669 h 415470"/>
                <a:gd name="connsiteX251" fmla="*/ 2444862 w 2912392"/>
                <a:gd name="connsiteY251" fmla="*/ 186413 h 415470"/>
                <a:gd name="connsiteX252" fmla="*/ 2454591 w 2912392"/>
                <a:gd name="connsiteY252" fmla="*/ 179211 h 415470"/>
                <a:gd name="connsiteX253" fmla="*/ 2464335 w 2912392"/>
                <a:gd name="connsiteY253" fmla="*/ 172071 h 415470"/>
                <a:gd name="connsiteX254" fmla="*/ 2474079 w 2912392"/>
                <a:gd name="connsiteY254" fmla="*/ 165005 h 415470"/>
                <a:gd name="connsiteX255" fmla="*/ 2483823 w 2912392"/>
                <a:gd name="connsiteY255" fmla="*/ 158017 h 415470"/>
                <a:gd name="connsiteX256" fmla="*/ 2493552 w 2912392"/>
                <a:gd name="connsiteY256" fmla="*/ 151120 h 415470"/>
                <a:gd name="connsiteX257" fmla="*/ 2503296 w 2912392"/>
                <a:gd name="connsiteY257" fmla="*/ 144320 h 415470"/>
                <a:gd name="connsiteX258" fmla="*/ 2513040 w 2912392"/>
                <a:gd name="connsiteY258" fmla="*/ 137626 h 415470"/>
                <a:gd name="connsiteX259" fmla="*/ 2522784 w 2912392"/>
                <a:gd name="connsiteY259" fmla="*/ 131043 h 415470"/>
                <a:gd name="connsiteX260" fmla="*/ 2532513 w 2912392"/>
                <a:gd name="connsiteY260" fmla="*/ 124579 h 415470"/>
                <a:gd name="connsiteX261" fmla="*/ 2542257 w 2912392"/>
                <a:gd name="connsiteY261" fmla="*/ 118240 h 415470"/>
                <a:gd name="connsiteX262" fmla="*/ 2552001 w 2912392"/>
                <a:gd name="connsiteY262" fmla="*/ 112033 h 415470"/>
                <a:gd name="connsiteX263" fmla="*/ 2561745 w 2912392"/>
                <a:gd name="connsiteY263" fmla="*/ 105963 h 415470"/>
                <a:gd name="connsiteX264" fmla="*/ 2571474 w 2912392"/>
                <a:gd name="connsiteY264" fmla="*/ 100035 h 415470"/>
                <a:gd name="connsiteX265" fmla="*/ 2581218 w 2912392"/>
                <a:gd name="connsiteY265" fmla="*/ 94254 h 415470"/>
                <a:gd name="connsiteX266" fmla="*/ 2590962 w 2912392"/>
                <a:gd name="connsiteY266" fmla="*/ 88625 h 415470"/>
                <a:gd name="connsiteX267" fmla="*/ 2600705 w 2912392"/>
                <a:gd name="connsiteY267" fmla="*/ 83151 h 415470"/>
                <a:gd name="connsiteX268" fmla="*/ 2610449 w 2912392"/>
                <a:gd name="connsiteY268" fmla="*/ 77837 h 415470"/>
                <a:gd name="connsiteX269" fmla="*/ 2620178 w 2912392"/>
                <a:gd name="connsiteY269" fmla="*/ 72685 h 415470"/>
                <a:gd name="connsiteX270" fmla="*/ 2629922 w 2912392"/>
                <a:gd name="connsiteY270" fmla="*/ 67698 h 415470"/>
                <a:gd name="connsiteX271" fmla="*/ 2639666 w 2912392"/>
                <a:gd name="connsiteY271" fmla="*/ 62880 h 415470"/>
                <a:gd name="connsiteX272" fmla="*/ 2649410 w 2912392"/>
                <a:gd name="connsiteY272" fmla="*/ 58233 h 415470"/>
                <a:gd name="connsiteX273" fmla="*/ 2659139 w 2912392"/>
                <a:gd name="connsiteY273" fmla="*/ 53757 h 415470"/>
                <a:gd name="connsiteX274" fmla="*/ 2668883 w 2912392"/>
                <a:gd name="connsiteY274" fmla="*/ 49456 h 415470"/>
                <a:gd name="connsiteX275" fmla="*/ 2678627 w 2912392"/>
                <a:gd name="connsiteY275" fmla="*/ 45330 h 415470"/>
                <a:gd name="connsiteX276" fmla="*/ 2688371 w 2912392"/>
                <a:gd name="connsiteY276" fmla="*/ 41382 h 415470"/>
                <a:gd name="connsiteX277" fmla="*/ 2698100 w 2912392"/>
                <a:gd name="connsiteY277" fmla="*/ 37612 h 415470"/>
                <a:gd name="connsiteX278" fmla="*/ 2707844 w 2912392"/>
                <a:gd name="connsiteY278" fmla="*/ 34020 h 415470"/>
                <a:gd name="connsiteX279" fmla="*/ 2717588 w 2912392"/>
                <a:gd name="connsiteY279" fmla="*/ 30608 h 415470"/>
                <a:gd name="connsiteX280" fmla="*/ 2727332 w 2912392"/>
                <a:gd name="connsiteY280" fmla="*/ 27375 h 415470"/>
                <a:gd name="connsiteX281" fmla="*/ 2737076 w 2912392"/>
                <a:gd name="connsiteY281" fmla="*/ 24323 h 415470"/>
                <a:gd name="connsiteX282" fmla="*/ 2746805 w 2912392"/>
                <a:gd name="connsiteY282" fmla="*/ 21450 h 415470"/>
                <a:gd name="connsiteX283" fmla="*/ 2756549 w 2912392"/>
                <a:gd name="connsiteY283" fmla="*/ 18759 h 415470"/>
                <a:gd name="connsiteX284" fmla="*/ 2766293 w 2912392"/>
                <a:gd name="connsiteY284" fmla="*/ 16247 h 415470"/>
                <a:gd name="connsiteX285" fmla="*/ 2776037 w 2912392"/>
                <a:gd name="connsiteY285" fmla="*/ 13916 h 415470"/>
                <a:gd name="connsiteX286" fmla="*/ 2785766 w 2912392"/>
                <a:gd name="connsiteY286" fmla="*/ 11766 h 415470"/>
                <a:gd name="connsiteX287" fmla="*/ 2795510 w 2912392"/>
                <a:gd name="connsiteY287" fmla="*/ 9795 h 415470"/>
                <a:gd name="connsiteX288" fmla="*/ 2805254 w 2912392"/>
                <a:gd name="connsiteY288" fmla="*/ 8005 h 415470"/>
                <a:gd name="connsiteX289" fmla="*/ 2814998 w 2912392"/>
                <a:gd name="connsiteY289" fmla="*/ 6395 h 415470"/>
                <a:gd name="connsiteX290" fmla="*/ 2824727 w 2912392"/>
                <a:gd name="connsiteY290" fmla="*/ 4964 h 415470"/>
                <a:gd name="connsiteX291" fmla="*/ 2834471 w 2912392"/>
                <a:gd name="connsiteY291" fmla="*/ 3714 h 415470"/>
                <a:gd name="connsiteX292" fmla="*/ 2844215 w 2912392"/>
                <a:gd name="connsiteY292" fmla="*/ 2645 h 415470"/>
                <a:gd name="connsiteX293" fmla="*/ 2853958 w 2912392"/>
                <a:gd name="connsiteY293" fmla="*/ 1754 h 415470"/>
                <a:gd name="connsiteX294" fmla="*/ 2863687 w 2912392"/>
                <a:gd name="connsiteY294" fmla="*/ 1044 h 415470"/>
                <a:gd name="connsiteX295" fmla="*/ 2873431 w 2912392"/>
                <a:gd name="connsiteY295" fmla="*/ 515 h 415470"/>
                <a:gd name="connsiteX296" fmla="*/ 2883175 w 2912392"/>
                <a:gd name="connsiteY296" fmla="*/ 167 h 415470"/>
                <a:gd name="connsiteX297" fmla="*/ 2892919 w 2912392"/>
                <a:gd name="connsiteY297" fmla="*/ 0 h 415470"/>
                <a:gd name="connsiteX298" fmla="*/ 2902663 w 2912392"/>
                <a:gd name="connsiteY298" fmla="*/ 15 h 415470"/>
                <a:gd name="connsiteX299" fmla="*/ 2912392 w 2912392"/>
                <a:gd name="connsiteY299" fmla="*/ 213 h 4154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15470">
                  <a:moveTo>
                    <a:pt x="0" y="241212"/>
                  </a:moveTo>
                  <a:lnTo>
                    <a:pt x="9739" y="237427"/>
                  </a:lnTo>
                  <a:lnTo>
                    <a:pt x="19480" y="233610"/>
                  </a:lnTo>
                  <a:lnTo>
                    <a:pt x="29221" y="229771"/>
                  </a:lnTo>
                  <a:lnTo>
                    <a:pt x="38961" y="225921"/>
                  </a:lnTo>
                  <a:lnTo>
                    <a:pt x="48702" y="222071"/>
                  </a:lnTo>
                  <a:lnTo>
                    <a:pt x="58443" y="218233"/>
                  </a:lnTo>
                  <a:lnTo>
                    <a:pt x="68182" y="214416"/>
                  </a:lnTo>
                  <a:lnTo>
                    <a:pt x="77923" y="210631"/>
                  </a:lnTo>
                  <a:lnTo>
                    <a:pt x="87664" y="206892"/>
                  </a:lnTo>
                  <a:lnTo>
                    <a:pt x="97404" y="203206"/>
                  </a:lnTo>
                  <a:lnTo>
                    <a:pt x="107145" y="199585"/>
                  </a:lnTo>
                  <a:lnTo>
                    <a:pt x="116886" y="196039"/>
                  </a:lnTo>
                  <a:lnTo>
                    <a:pt x="126625" y="192580"/>
                  </a:lnTo>
                  <a:lnTo>
                    <a:pt x="136366" y="189216"/>
                  </a:lnTo>
                  <a:lnTo>
                    <a:pt x="146107" y="185956"/>
                  </a:lnTo>
                  <a:lnTo>
                    <a:pt x="155846" y="182810"/>
                  </a:lnTo>
                  <a:lnTo>
                    <a:pt x="165587" y="179789"/>
                  </a:lnTo>
                  <a:lnTo>
                    <a:pt x="175328" y="176899"/>
                  </a:lnTo>
                  <a:lnTo>
                    <a:pt x="185068" y="174148"/>
                  </a:lnTo>
                  <a:lnTo>
                    <a:pt x="194809" y="171544"/>
                  </a:lnTo>
                  <a:lnTo>
                    <a:pt x="204550" y="169096"/>
                  </a:lnTo>
                  <a:lnTo>
                    <a:pt x="214289" y="166808"/>
                  </a:lnTo>
                  <a:lnTo>
                    <a:pt x="224030" y="164687"/>
                  </a:lnTo>
                  <a:lnTo>
                    <a:pt x="233771" y="162740"/>
                  </a:lnTo>
                  <a:lnTo>
                    <a:pt x="243510" y="160972"/>
                  </a:lnTo>
                  <a:lnTo>
                    <a:pt x="253251" y="159385"/>
                  </a:lnTo>
                  <a:lnTo>
                    <a:pt x="262992" y="157984"/>
                  </a:lnTo>
                  <a:lnTo>
                    <a:pt x="272732" y="156773"/>
                  </a:lnTo>
                  <a:lnTo>
                    <a:pt x="282473" y="155754"/>
                  </a:lnTo>
                  <a:lnTo>
                    <a:pt x="292214" y="154930"/>
                  </a:lnTo>
                  <a:lnTo>
                    <a:pt x="301953" y="154301"/>
                  </a:lnTo>
                  <a:lnTo>
                    <a:pt x="311694" y="153868"/>
                  </a:lnTo>
                  <a:lnTo>
                    <a:pt x="321435" y="153631"/>
                  </a:lnTo>
                  <a:lnTo>
                    <a:pt x="331175" y="153589"/>
                  </a:lnTo>
                  <a:lnTo>
                    <a:pt x="340916" y="153743"/>
                  </a:lnTo>
                  <a:lnTo>
                    <a:pt x="350656" y="154088"/>
                  </a:lnTo>
                  <a:lnTo>
                    <a:pt x="360396" y="154625"/>
                  </a:lnTo>
                  <a:lnTo>
                    <a:pt x="370137" y="155347"/>
                  </a:lnTo>
                  <a:lnTo>
                    <a:pt x="379878" y="156253"/>
                  </a:lnTo>
                  <a:lnTo>
                    <a:pt x="389617" y="157338"/>
                  </a:lnTo>
                  <a:lnTo>
                    <a:pt x="399358" y="158597"/>
                  </a:lnTo>
                  <a:lnTo>
                    <a:pt x="409099" y="160026"/>
                  </a:lnTo>
                  <a:lnTo>
                    <a:pt x="418839" y="161615"/>
                  </a:lnTo>
                  <a:lnTo>
                    <a:pt x="428580" y="163361"/>
                  </a:lnTo>
                  <a:lnTo>
                    <a:pt x="438321" y="165258"/>
                  </a:lnTo>
                  <a:lnTo>
                    <a:pt x="448060" y="167296"/>
                  </a:lnTo>
                  <a:lnTo>
                    <a:pt x="457801" y="169468"/>
                  </a:lnTo>
                  <a:lnTo>
                    <a:pt x="467542" y="171766"/>
                  </a:lnTo>
                  <a:lnTo>
                    <a:pt x="477281" y="174182"/>
                  </a:lnTo>
                  <a:lnTo>
                    <a:pt x="487022" y="176708"/>
                  </a:lnTo>
                  <a:lnTo>
                    <a:pt x="496763" y="179332"/>
                  </a:lnTo>
                  <a:lnTo>
                    <a:pt x="506503" y="182048"/>
                  </a:lnTo>
                  <a:lnTo>
                    <a:pt x="516244" y="184844"/>
                  </a:lnTo>
                  <a:lnTo>
                    <a:pt x="525985" y="187711"/>
                  </a:lnTo>
                  <a:lnTo>
                    <a:pt x="535724" y="190641"/>
                  </a:lnTo>
                  <a:lnTo>
                    <a:pt x="545465" y="193621"/>
                  </a:lnTo>
                  <a:lnTo>
                    <a:pt x="555206" y="196644"/>
                  </a:lnTo>
                  <a:lnTo>
                    <a:pt x="564946" y="199700"/>
                  </a:lnTo>
                  <a:lnTo>
                    <a:pt x="574687" y="202777"/>
                  </a:lnTo>
                  <a:lnTo>
                    <a:pt x="584428" y="205867"/>
                  </a:lnTo>
                  <a:lnTo>
                    <a:pt x="594167" y="208960"/>
                  </a:lnTo>
                  <a:lnTo>
                    <a:pt x="603908" y="212045"/>
                  </a:lnTo>
                  <a:lnTo>
                    <a:pt x="613649" y="215116"/>
                  </a:lnTo>
                  <a:lnTo>
                    <a:pt x="623388" y="218160"/>
                  </a:lnTo>
                  <a:lnTo>
                    <a:pt x="633129" y="221171"/>
                  </a:lnTo>
                  <a:lnTo>
                    <a:pt x="642870" y="224140"/>
                  </a:lnTo>
                  <a:lnTo>
                    <a:pt x="652610" y="227057"/>
                  </a:lnTo>
                  <a:lnTo>
                    <a:pt x="662351" y="229918"/>
                  </a:lnTo>
                  <a:lnTo>
                    <a:pt x="672092" y="232712"/>
                  </a:lnTo>
                  <a:lnTo>
                    <a:pt x="681831" y="235434"/>
                  </a:lnTo>
                  <a:lnTo>
                    <a:pt x="691572" y="238075"/>
                  </a:lnTo>
                  <a:lnTo>
                    <a:pt x="701313" y="240632"/>
                  </a:lnTo>
                  <a:lnTo>
                    <a:pt x="711052" y="243096"/>
                  </a:lnTo>
                  <a:lnTo>
                    <a:pt x="720793" y="245464"/>
                  </a:lnTo>
                  <a:lnTo>
                    <a:pt x="730534" y="247730"/>
                  </a:lnTo>
                  <a:lnTo>
                    <a:pt x="740274" y="249892"/>
                  </a:lnTo>
                  <a:lnTo>
                    <a:pt x="750015" y="251943"/>
                  </a:lnTo>
                  <a:lnTo>
                    <a:pt x="759756" y="253882"/>
                  </a:lnTo>
                  <a:lnTo>
                    <a:pt x="769495" y="255705"/>
                  </a:lnTo>
                  <a:lnTo>
                    <a:pt x="779236" y="257411"/>
                  </a:lnTo>
                  <a:lnTo>
                    <a:pt x="788977" y="258996"/>
                  </a:lnTo>
                  <a:lnTo>
                    <a:pt x="798717" y="260463"/>
                  </a:lnTo>
                  <a:lnTo>
                    <a:pt x="808458" y="261808"/>
                  </a:lnTo>
                  <a:lnTo>
                    <a:pt x="818199" y="263033"/>
                  </a:lnTo>
                  <a:lnTo>
                    <a:pt x="827938" y="264135"/>
                  </a:lnTo>
                  <a:lnTo>
                    <a:pt x="837679" y="265117"/>
                  </a:lnTo>
                  <a:lnTo>
                    <a:pt x="847420" y="265981"/>
                  </a:lnTo>
                  <a:lnTo>
                    <a:pt x="857159" y="266727"/>
                  </a:lnTo>
                  <a:lnTo>
                    <a:pt x="866900" y="267359"/>
                  </a:lnTo>
                  <a:lnTo>
                    <a:pt x="876641" y="267879"/>
                  </a:lnTo>
                  <a:lnTo>
                    <a:pt x="886381" y="268289"/>
                  </a:lnTo>
                  <a:lnTo>
                    <a:pt x="896122" y="268593"/>
                  </a:lnTo>
                  <a:lnTo>
                    <a:pt x="905863" y="268794"/>
                  </a:lnTo>
                  <a:lnTo>
                    <a:pt x="915602" y="268897"/>
                  </a:lnTo>
                  <a:lnTo>
                    <a:pt x="925343" y="268904"/>
                  </a:lnTo>
                  <a:lnTo>
                    <a:pt x="935084" y="268822"/>
                  </a:lnTo>
                  <a:lnTo>
                    <a:pt x="944824" y="268657"/>
                  </a:lnTo>
                  <a:lnTo>
                    <a:pt x="954564" y="268411"/>
                  </a:lnTo>
                  <a:lnTo>
                    <a:pt x="964305" y="268089"/>
                  </a:lnTo>
                  <a:lnTo>
                    <a:pt x="974045" y="267699"/>
                  </a:lnTo>
                  <a:lnTo>
                    <a:pt x="983786" y="267246"/>
                  </a:lnTo>
                  <a:lnTo>
                    <a:pt x="993522" y="266733"/>
                  </a:lnTo>
                  <a:lnTo>
                    <a:pt x="1003266" y="266169"/>
                  </a:lnTo>
                  <a:lnTo>
                    <a:pt x="1013010" y="265559"/>
                  </a:lnTo>
                  <a:lnTo>
                    <a:pt x="1022754" y="264908"/>
                  </a:lnTo>
                  <a:lnTo>
                    <a:pt x="1032483" y="264223"/>
                  </a:lnTo>
                  <a:lnTo>
                    <a:pt x="1042227" y="263508"/>
                  </a:lnTo>
                  <a:lnTo>
                    <a:pt x="1051971" y="262772"/>
                  </a:lnTo>
                  <a:lnTo>
                    <a:pt x="1061715" y="262018"/>
                  </a:lnTo>
                  <a:lnTo>
                    <a:pt x="1071444" y="261254"/>
                  </a:lnTo>
                  <a:lnTo>
                    <a:pt x="1081188" y="260485"/>
                  </a:lnTo>
                  <a:lnTo>
                    <a:pt x="1090932" y="259715"/>
                  </a:lnTo>
                  <a:lnTo>
                    <a:pt x="1100676" y="258953"/>
                  </a:lnTo>
                  <a:lnTo>
                    <a:pt x="1110405" y="258202"/>
                  </a:lnTo>
                  <a:lnTo>
                    <a:pt x="1120149" y="257468"/>
                  </a:lnTo>
                  <a:lnTo>
                    <a:pt x="1129893" y="256757"/>
                  </a:lnTo>
                  <a:lnTo>
                    <a:pt x="1139637" y="256073"/>
                  </a:lnTo>
                  <a:lnTo>
                    <a:pt x="1149381" y="255422"/>
                  </a:lnTo>
                  <a:lnTo>
                    <a:pt x="1159110" y="254808"/>
                  </a:lnTo>
                  <a:lnTo>
                    <a:pt x="1168854" y="254236"/>
                  </a:lnTo>
                  <a:lnTo>
                    <a:pt x="1178598" y="253710"/>
                  </a:lnTo>
                  <a:lnTo>
                    <a:pt x="1188341" y="253236"/>
                  </a:lnTo>
                  <a:lnTo>
                    <a:pt x="1198070" y="252816"/>
                  </a:lnTo>
                  <a:lnTo>
                    <a:pt x="1207814" y="252454"/>
                  </a:lnTo>
                  <a:lnTo>
                    <a:pt x="1217558" y="252156"/>
                  </a:lnTo>
                  <a:lnTo>
                    <a:pt x="1227302" y="251924"/>
                  </a:lnTo>
                  <a:lnTo>
                    <a:pt x="1237031" y="251761"/>
                  </a:lnTo>
                  <a:lnTo>
                    <a:pt x="1246775" y="251671"/>
                  </a:lnTo>
                  <a:lnTo>
                    <a:pt x="1256519" y="251657"/>
                  </a:lnTo>
                  <a:lnTo>
                    <a:pt x="1266263" y="251721"/>
                  </a:lnTo>
                  <a:lnTo>
                    <a:pt x="1276007" y="251867"/>
                  </a:lnTo>
                  <a:lnTo>
                    <a:pt x="1285736" y="252097"/>
                  </a:lnTo>
                  <a:lnTo>
                    <a:pt x="1295480" y="252411"/>
                  </a:lnTo>
                  <a:lnTo>
                    <a:pt x="1305224" y="252815"/>
                  </a:lnTo>
                  <a:lnTo>
                    <a:pt x="1314968" y="253309"/>
                  </a:lnTo>
                  <a:lnTo>
                    <a:pt x="1324697" y="253895"/>
                  </a:lnTo>
                  <a:lnTo>
                    <a:pt x="1334441" y="254574"/>
                  </a:lnTo>
                  <a:lnTo>
                    <a:pt x="1344185" y="255349"/>
                  </a:lnTo>
                  <a:lnTo>
                    <a:pt x="1353929" y="256219"/>
                  </a:lnTo>
                  <a:lnTo>
                    <a:pt x="1363658" y="257188"/>
                  </a:lnTo>
                  <a:lnTo>
                    <a:pt x="1373402" y="258253"/>
                  </a:lnTo>
                  <a:lnTo>
                    <a:pt x="1383146" y="259420"/>
                  </a:lnTo>
                  <a:lnTo>
                    <a:pt x="1392890" y="260684"/>
                  </a:lnTo>
                  <a:lnTo>
                    <a:pt x="1402619" y="262049"/>
                  </a:lnTo>
                  <a:lnTo>
                    <a:pt x="1412363" y="263515"/>
                  </a:lnTo>
                  <a:lnTo>
                    <a:pt x="1422106" y="265081"/>
                  </a:lnTo>
                  <a:lnTo>
                    <a:pt x="1431850" y="266747"/>
                  </a:lnTo>
                  <a:lnTo>
                    <a:pt x="1441594" y="268514"/>
                  </a:lnTo>
                  <a:lnTo>
                    <a:pt x="1451323" y="270379"/>
                  </a:lnTo>
                  <a:lnTo>
                    <a:pt x="1461067" y="272344"/>
                  </a:lnTo>
                  <a:lnTo>
                    <a:pt x="1470811" y="274406"/>
                  </a:lnTo>
                  <a:lnTo>
                    <a:pt x="1480555" y="276567"/>
                  </a:lnTo>
                  <a:lnTo>
                    <a:pt x="1490284" y="278821"/>
                  </a:lnTo>
                  <a:lnTo>
                    <a:pt x="1500028" y="281171"/>
                  </a:lnTo>
                  <a:lnTo>
                    <a:pt x="1509772" y="283612"/>
                  </a:lnTo>
                  <a:lnTo>
                    <a:pt x="1519516" y="286145"/>
                  </a:lnTo>
                  <a:lnTo>
                    <a:pt x="1529245" y="288766"/>
                  </a:lnTo>
                  <a:lnTo>
                    <a:pt x="1538989" y="291473"/>
                  </a:lnTo>
                  <a:lnTo>
                    <a:pt x="1548733" y="294262"/>
                  </a:lnTo>
                  <a:lnTo>
                    <a:pt x="1558477" y="297133"/>
                  </a:lnTo>
                  <a:lnTo>
                    <a:pt x="1568221" y="300080"/>
                  </a:lnTo>
                  <a:lnTo>
                    <a:pt x="1577950" y="303102"/>
                  </a:lnTo>
                  <a:lnTo>
                    <a:pt x="1587694" y="306193"/>
                  </a:lnTo>
                  <a:lnTo>
                    <a:pt x="1597438" y="309352"/>
                  </a:lnTo>
                  <a:lnTo>
                    <a:pt x="1607182" y="312572"/>
                  </a:lnTo>
                  <a:lnTo>
                    <a:pt x="1616911" y="315849"/>
                  </a:lnTo>
                  <a:lnTo>
                    <a:pt x="1626655" y="319179"/>
                  </a:lnTo>
                  <a:lnTo>
                    <a:pt x="1636399" y="322557"/>
                  </a:lnTo>
                  <a:lnTo>
                    <a:pt x="1646142" y="325978"/>
                  </a:lnTo>
                  <a:lnTo>
                    <a:pt x="1655872" y="329436"/>
                  </a:lnTo>
                  <a:lnTo>
                    <a:pt x="1665616" y="332924"/>
                  </a:lnTo>
                  <a:lnTo>
                    <a:pt x="1675359" y="336437"/>
                  </a:lnTo>
                  <a:lnTo>
                    <a:pt x="1685103" y="339969"/>
                  </a:lnTo>
                  <a:lnTo>
                    <a:pt x="1694832" y="343512"/>
                  </a:lnTo>
                  <a:lnTo>
                    <a:pt x="1704576" y="347060"/>
                  </a:lnTo>
                  <a:lnTo>
                    <a:pt x="1714320" y="350606"/>
                  </a:lnTo>
                  <a:lnTo>
                    <a:pt x="1724064" y="354143"/>
                  </a:lnTo>
                  <a:lnTo>
                    <a:pt x="1733808" y="357662"/>
                  </a:lnTo>
                  <a:lnTo>
                    <a:pt x="1743537" y="361156"/>
                  </a:lnTo>
                  <a:lnTo>
                    <a:pt x="1753281" y="364617"/>
                  </a:lnTo>
                  <a:lnTo>
                    <a:pt x="1763025" y="368036"/>
                  </a:lnTo>
                  <a:lnTo>
                    <a:pt x="1772769" y="371406"/>
                  </a:lnTo>
                  <a:lnTo>
                    <a:pt x="1782498" y="374717"/>
                  </a:lnTo>
                  <a:lnTo>
                    <a:pt x="1792242" y="377962"/>
                  </a:lnTo>
                  <a:lnTo>
                    <a:pt x="1801986" y="381131"/>
                  </a:lnTo>
                  <a:lnTo>
                    <a:pt x="1811730" y="384215"/>
                  </a:lnTo>
                  <a:lnTo>
                    <a:pt x="1821459" y="387207"/>
                  </a:lnTo>
                  <a:lnTo>
                    <a:pt x="1831203" y="390096"/>
                  </a:lnTo>
                  <a:lnTo>
                    <a:pt x="1840947" y="392873"/>
                  </a:lnTo>
                  <a:lnTo>
                    <a:pt x="1850691" y="395531"/>
                  </a:lnTo>
                  <a:lnTo>
                    <a:pt x="1860435" y="398061"/>
                  </a:lnTo>
                  <a:lnTo>
                    <a:pt x="1870164" y="400452"/>
                  </a:lnTo>
                  <a:lnTo>
                    <a:pt x="1879908" y="402697"/>
                  </a:lnTo>
                  <a:lnTo>
                    <a:pt x="1889652" y="404787"/>
                  </a:lnTo>
                  <a:lnTo>
                    <a:pt x="1899395" y="406715"/>
                  </a:lnTo>
                  <a:lnTo>
                    <a:pt x="1909124" y="408472"/>
                  </a:lnTo>
                  <a:lnTo>
                    <a:pt x="1918868" y="410050"/>
                  </a:lnTo>
                  <a:lnTo>
                    <a:pt x="1928612" y="411440"/>
                  </a:lnTo>
                  <a:lnTo>
                    <a:pt x="1938356" y="412636"/>
                  </a:lnTo>
                  <a:lnTo>
                    <a:pt x="1948085" y="413631"/>
                  </a:lnTo>
                  <a:lnTo>
                    <a:pt x="1957829" y="414418"/>
                  </a:lnTo>
                  <a:lnTo>
                    <a:pt x="1967573" y="414992"/>
                  </a:lnTo>
                  <a:lnTo>
                    <a:pt x="1977317" y="415343"/>
                  </a:lnTo>
                  <a:lnTo>
                    <a:pt x="1987046" y="415470"/>
                  </a:lnTo>
                  <a:lnTo>
                    <a:pt x="1996790" y="415366"/>
                  </a:lnTo>
                  <a:lnTo>
                    <a:pt x="2006534" y="415025"/>
                  </a:lnTo>
                  <a:lnTo>
                    <a:pt x="2016278" y="414445"/>
                  </a:lnTo>
                  <a:lnTo>
                    <a:pt x="2026022" y="413621"/>
                  </a:lnTo>
                  <a:lnTo>
                    <a:pt x="2035751" y="412551"/>
                  </a:lnTo>
                  <a:lnTo>
                    <a:pt x="2045495" y="411233"/>
                  </a:lnTo>
                  <a:lnTo>
                    <a:pt x="2055239" y="409664"/>
                  </a:lnTo>
                  <a:lnTo>
                    <a:pt x="2064983" y="407842"/>
                  </a:lnTo>
                  <a:lnTo>
                    <a:pt x="2074712" y="405766"/>
                  </a:lnTo>
                  <a:lnTo>
                    <a:pt x="2084456" y="403438"/>
                  </a:lnTo>
                  <a:lnTo>
                    <a:pt x="2094200" y="400856"/>
                  </a:lnTo>
                  <a:lnTo>
                    <a:pt x="2103944" y="398022"/>
                  </a:lnTo>
                  <a:lnTo>
                    <a:pt x="2113673" y="394938"/>
                  </a:lnTo>
                  <a:lnTo>
                    <a:pt x="2123417" y="391605"/>
                  </a:lnTo>
                  <a:lnTo>
                    <a:pt x="2133161" y="388026"/>
                  </a:lnTo>
                  <a:lnTo>
                    <a:pt x="2142905" y="384206"/>
                  </a:lnTo>
                  <a:lnTo>
                    <a:pt x="2152649" y="380149"/>
                  </a:lnTo>
                  <a:lnTo>
                    <a:pt x="2162377" y="375857"/>
                  </a:lnTo>
                  <a:lnTo>
                    <a:pt x="2172121" y="371338"/>
                  </a:lnTo>
                  <a:lnTo>
                    <a:pt x="2181865" y="366595"/>
                  </a:lnTo>
                  <a:lnTo>
                    <a:pt x="2191609" y="361637"/>
                  </a:lnTo>
                  <a:lnTo>
                    <a:pt x="2201338" y="356469"/>
                  </a:lnTo>
                  <a:lnTo>
                    <a:pt x="2211082" y="351098"/>
                  </a:lnTo>
                  <a:lnTo>
                    <a:pt x="2220826" y="345533"/>
                  </a:lnTo>
                  <a:lnTo>
                    <a:pt x="2230570" y="339782"/>
                  </a:lnTo>
                  <a:lnTo>
                    <a:pt x="2240299" y="333853"/>
                  </a:lnTo>
                  <a:lnTo>
                    <a:pt x="2250043" y="327757"/>
                  </a:lnTo>
                  <a:lnTo>
                    <a:pt x="2259787" y="321499"/>
                  </a:lnTo>
                  <a:lnTo>
                    <a:pt x="2269531" y="315093"/>
                  </a:lnTo>
                  <a:lnTo>
                    <a:pt x="2279260" y="308547"/>
                  </a:lnTo>
                  <a:lnTo>
                    <a:pt x="2289004" y="301873"/>
                  </a:lnTo>
                  <a:lnTo>
                    <a:pt x="2298748" y="295079"/>
                  </a:lnTo>
                  <a:lnTo>
                    <a:pt x="2308492" y="288178"/>
                  </a:lnTo>
                  <a:lnTo>
                    <a:pt x="2318236" y="281180"/>
                  </a:lnTo>
                  <a:lnTo>
                    <a:pt x="2327965" y="274095"/>
                  </a:lnTo>
                  <a:lnTo>
                    <a:pt x="2337709" y="266935"/>
                  </a:lnTo>
                  <a:lnTo>
                    <a:pt x="2347453" y="259712"/>
                  </a:lnTo>
                  <a:lnTo>
                    <a:pt x="2357197" y="252436"/>
                  </a:lnTo>
                  <a:lnTo>
                    <a:pt x="2366926" y="245119"/>
                  </a:lnTo>
                  <a:lnTo>
                    <a:pt x="2376670" y="237773"/>
                  </a:lnTo>
                  <a:lnTo>
                    <a:pt x="2386413" y="230407"/>
                  </a:lnTo>
                  <a:lnTo>
                    <a:pt x="2396157" y="223032"/>
                  </a:lnTo>
                  <a:lnTo>
                    <a:pt x="2405886" y="215661"/>
                  </a:lnTo>
                  <a:lnTo>
                    <a:pt x="2415630" y="208303"/>
                  </a:lnTo>
                  <a:lnTo>
                    <a:pt x="2425374" y="200969"/>
                  </a:lnTo>
                  <a:lnTo>
                    <a:pt x="2435118" y="193669"/>
                  </a:lnTo>
                  <a:lnTo>
                    <a:pt x="2444862" y="186413"/>
                  </a:lnTo>
                  <a:lnTo>
                    <a:pt x="2454591" y="179211"/>
                  </a:lnTo>
                  <a:lnTo>
                    <a:pt x="2464335" y="172071"/>
                  </a:lnTo>
                  <a:lnTo>
                    <a:pt x="2474079" y="165005"/>
                  </a:lnTo>
                  <a:lnTo>
                    <a:pt x="2483823" y="158017"/>
                  </a:lnTo>
                  <a:lnTo>
                    <a:pt x="2493552" y="151120"/>
                  </a:lnTo>
                  <a:lnTo>
                    <a:pt x="2503296" y="144320"/>
                  </a:lnTo>
                  <a:lnTo>
                    <a:pt x="2513040" y="137626"/>
                  </a:lnTo>
                  <a:lnTo>
                    <a:pt x="2522784" y="131043"/>
                  </a:lnTo>
                  <a:lnTo>
                    <a:pt x="2532513" y="124579"/>
                  </a:lnTo>
                  <a:lnTo>
                    <a:pt x="2542257" y="118240"/>
                  </a:lnTo>
                  <a:lnTo>
                    <a:pt x="2552001" y="112033"/>
                  </a:lnTo>
                  <a:lnTo>
                    <a:pt x="2561745" y="105963"/>
                  </a:lnTo>
                  <a:lnTo>
                    <a:pt x="2571474" y="100035"/>
                  </a:lnTo>
                  <a:lnTo>
                    <a:pt x="2581218" y="94254"/>
                  </a:lnTo>
                  <a:lnTo>
                    <a:pt x="2590962" y="88625"/>
                  </a:lnTo>
                  <a:lnTo>
                    <a:pt x="2600705" y="83151"/>
                  </a:lnTo>
                  <a:lnTo>
                    <a:pt x="2610449" y="77837"/>
                  </a:lnTo>
                  <a:lnTo>
                    <a:pt x="2620178" y="72685"/>
                  </a:lnTo>
                  <a:lnTo>
                    <a:pt x="2629922" y="67698"/>
                  </a:lnTo>
                  <a:lnTo>
                    <a:pt x="2639666" y="62880"/>
                  </a:lnTo>
                  <a:lnTo>
                    <a:pt x="2649410" y="58233"/>
                  </a:lnTo>
                  <a:lnTo>
                    <a:pt x="2659139" y="53757"/>
                  </a:lnTo>
                  <a:lnTo>
                    <a:pt x="2668883" y="49456"/>
                  </a:lnTo>
                  <a:lnTo>
                    <a:pt x="2678627" y="45330"/>
                  </a:lnTo>
                  <a:lnTo>
                    <a:pt x="2688371" y="41382"/>
                  </a:lnTo>
                  <a:lnTo>
                    <a:pt x="2698100" y="37612"/>
                  </a:lnTo>
                  <a:lnTo>
                    <a:pt x="2707844" y="34020"/>
                  </a:lnTo>
                  <a:lnTo>
                    <a:pt x="2717588" y="30608"/>
                  </a:lnTo>
                  <a:lnTo>
                    <a:pt x="2727332" y="27375"/>
                  </a:lnTo>
                  <a:lnTo>
                    <a:pt x="2737076" y="24323"/>
                  </a:lnTo>
                  <a:lnTo>
                    <a:pt x="2746805" y="21450"/>
                  </a:lnTo>
                  <a:lnTo>
                    <a:pt x="2756549" y="18759"/>
                  </a:lnTo>
                  <a:lnTo>
                    <a:pt x="2766293" y="16247"/>
                  </a:lnTo>
                  <a:lnTo>
                    <a:pt x="2776037" y="13916"/>
                  </a:lnTo>
                  <a:lnTo>
                    <a:pt x="2785766" y="11766"/>
                  </a:lnTo>
                  <a:lnTo>
                    <a:pt x="2795510" y="9795"/>
                  </a:lnTo>
                  <a:lnTo>
                    <a:pt x="2805254" y="8005"/>
                  </a:lnTo>
                  <a:lnTo>
                    <a:pt x="2814998" y="6395"/>
                  </a:lnTo>
                  <a:lnTo>
                    <a:pt x="2824727" y="4964"/>
                  </a:lnTo>
                  <a:lnTo>
                    <a:pt x="2834471" y="3714"/>
                  </a:lnTo>
                  <a:lnTo>
                    <a:pt x="2844215" y="2645"/>
                  </a:lnTo>
                  <a:lnTo>
                    <a:pt x="2853958" y="1754"/>
                  </a:lnTo>
                  <a:lnTo>
                    <a:pt x="2863687" y="1044"/>
                  </a:lnTo>
                  <a:lnTo>
                    <a:pt x="2873431" y="515"/>
                  </a:lnTo>
                  <a:lnTo>
                    <a:pt x="2883175" y="167"/>
                  </a:lnTo>
                  <a:lnTo>
                    <a:pt x="2892919" y="0"/>
                  </a:lnTo>
                  <a:lnTo>
                    <a:pt x="2902663" y="15"/>
                  </a:lnTo>
                  <a:lnTo>
                    <a:pt x="2912392" y="21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9" name="Freeform 878">
              <a:extLst>
                <a:ext uri="{FF2B5EF4-FFF2-40B4-BE49-F238E27FC236}">
                  <a16:creationId xmlns:a16="http://schemas.microsoft.com/office/drawing/2014/main" id="{0ABCE44C-5525-5B4E-C79A-167F0216B5BE}"/>
                </a:ext>
              </a:extLst>
            </p:cNvPr>
            <p:cNvSpPr/>
            <p:nvPr/>
          </p:nvSpPr>
          <p:spPr>
            <a:xfrm>
              <a:off x="576446" y="3223386"/>
              <a:ext cx="2912392" cy="625646"/>
            </a:xfrm>
            <a:custGeom>
              <a:avLst/>
              <a:gdLst>
                <a:gd name="connsiteX0" fmla="*/ 0 w 2912392"/>
                <a:gd name="connsiteY0" fmla="*/ 590655 h 625646"/>
                <a:gd name="connsiteX1" fmla="*/ 9739 w 2912392"/>
                <a:gd name="connsiteY1" fmla="*/ 593598 h 625646"/>
                <a:gd name="connsiteX2" fmla="*/ 19480 w 2912392"/>
                <a:gd name="connsiteY2" fmla="*/ 596432 h 625646"/>
                <a:gd name="connsiteX3" fmla="*/ 29221 w 2912392"/>
                <a:gd name="connsiteY3" fmla="*/ 599151 h 625646"/>
                <a:gd name="connsiteX4" fmla="*/ 38961 w 2912392"/>
                <a:gd name="connsiteY4" fmla="*/ 601754 h 625646"/>
                <a:gd name="connsiteX5" fmla="*/ 48702 w 2912392"/>
                <a:gd name="connsiteY5" fmla="*/ 604237 h 625646"/>
                <a:gd name="connsiteX6" fmla="*/ 58443 w 2912392"/>
                <a:gd name="connsiteY6" fmla="*/ 606599 h 625646"/>
                <a:gd name="connsiteX7" fmla="*/ 68182 w 2912392"/>
                <a:gd name="connsiteY7" fmla="*/ 608833 h 625646"/>
                <a:gd name="connsiteX8" fmla="*/ 77923 w 2912392"/>
                <a:gd name="connsiteY8" fmla="*/ 610939 h 625646"/>
                <a:gd name="connsiteX9" fmla="*/ 87664 w 2912392"/>
                <a:gd name="connsiteY9" fmla="*/ 612914 h 625646"/>
                <a:gd name="connsiteX10" fmla="*/ 97404 w 2912392"/>
                <a:gd name="connsiteY10" fmla="*/ 614754 h 625646"/>
                <a:gd name="connsiteX11" fmla="*/ 107145 w 2912392"/>
                <a:gd name="connsiteY11" fmla="*/ 616459 h 625646"/>
                <a:gd name="connsiteX12" fmla="*/ 116886 w 2912392"/>
                <a:gd name="connsiteY12" fmla="*/ 618023 h 625646"/>
                <a:gd name="connsiteX13" fmla="*/ 126625 w 2912392"/>
                <a:gd name="connsiteY13" fmla="*/ 619448 h 625646"/>
                <a:gd name="connsiteX14" fmla="*/ 136366 w 2912392"/>
                <a:gd name="connsiteY14" fmla="*/ 620727 h 625646"/>
                <a:gd name="connsiteX15" fmla="*/ 146107 w 2912392"/>
                <a:gd name="connsiteY15" fmla="*/ 621864 h 625646"/>
                <a:gd name="connsiteX16" fmla="*/ 155846 w 2912392"/>
                <a:gd name="connsiteY16" fmla="*/ 622853 h 625646"/>
                <a:gd name="connsiteX17" fmla="*/ 165587 w 2912392"/>
                <a:gd name="connsiteY17" fmla="*/ 623694 h 625646"/>
                <a:gd name="connsiteX18" fmla="*/ 175328 w 2912392"/>
                <a:gd name="connsiteY18" fmla="*/ 624387 h 625646"/>
                <a:gd name="connsiteX19" fmla="*/ 185068 w 2912392"/>
                <a:gd name="connsiteY19" fmla="*/ 624927 h 625646"/>
                <a:gd name="connsiteX20" fmla="*/ 194809 w 2912392"/>
                <a:gd name="connsiteY20" fmla="*/ 625319 h 625646"/>
                <a:gd name="connsiteX21" fmla="*/ 204550 w 2912392"/>
                <a:gd name="connsiteY21" fmla="*/ 625559 h 625646"/>
                <a:gd name="connsiteX22" fmla="*/ 214289 w 2912392"/>
                <a:gd name="connsiteY22" fmla="*/ 625647 h 625646"/>
                <a:gd name="connsiteX23" fmla="*/ 224030 w 2912392"/>
                <a:gd name="connsiteY23" fmla="*/ 625583 h 625646"/>
                <a:gd name="connsiteX24" fmla="*/ 233771 w 2912392"/>
                <a:gd name="connsiteY24" fmla="*/ 625368 h 625646"/>
                <a:gd name="connsiteX25" fmla="*/ 243510 w 2912392"/>
                <a:gd name="connsiteY25" fmla="*/ 625005 h 625646"/>
                <a:gd name="connsiteX26" fmla="*/ 253251 w 2912392"/>
                <a:gd name="connsiteY26" fmla="*/ 624491 h 625646"/>
                <a:gd name="connsiteX27" fmla="*/ 262992 w 2912392"/>
                <a:gd name="connsiteY27" fmla="*/ 623828 h 625646"/>
                <a:gd name="connsiteX28" fmla="*/ 272732 w 2912392"/>
                <a:gd name="connsiteY28" fmla="*/ 623019 h 625646"/>
                <a:gd name="connsiteX29" fmla="*/ 282473 w 2912392"/>
                <a:gd name="connsiteY29" fmla="*/ 622065 h 625646"/>
                <a:gd name="connsiteX30" fmla="*/ 292214 w 2912392"/>
                <a:gd name="connsiteY30" fmla="*/ 620969 h 625646"/>
                <a:gd name="connsiteX31" fmla="*/ 301953 w 2912392"/>
                <a:gd name="connsiteY31" fmla="*/ 619732 h 625646"/>
                <a:gd name="connsiteX32" fmla="*/ 311694 w 2912392"/>
                <a:gd name="connsiteY32" fmla="*/ 618360 h 625646"/>
                <a:gd name="connsiteX33" fmla="*/ 321435 w 2912392"/>
                <a:gd name="connsiteY33" fmla="*/ 616852 h 625646"/>
                <a:gd name="connsiteX34" fmla="*/ 331175 w 2912392"/>
                <a:gd name="connsiteY34" fmla="*/ 615213 h 625646"/>
                <a:gd name="connsiteX35" fmla="*/ 340916 w 2912392"/>
                <a:gd name="connsiteY35" fmla="*/ 613448 h 625646"/>
                <a:gd name="connsiteX36" fmla="*/ 350656 w 2912392"/>
                <a:gd name="connsiteY36" fmla="*/ 611559 h 625646"/>
                <a:gd name="connsiteX37" fmla="*/ 360396 w 2912392"/>
                <a:gd name="connsiteY37" fmla="*/ 609552 h 625646"/>
                <a:gd name="connsiteX38" fmla="*/ 370137 w 2912392"/>
                <a:gd name="connsiteY38" fmla="*/ 607430 h 625646"/>
                <a:gd name="connsiteX39" fmla="*/ 379878 w 2912392"/>
                <a:gd name="connsiteY39" fmla="*/ 605198 h 625646"/>
                <a:gd name="connsiteX40" fmla="*/ 389617 w 2912392"/>
                <a:gd name="connsiteY40" fmla="*/ 602862 h 625646"/>
                <a:gd name="connsiteX41" fmla="*/ 399358 w 2912392"/>
                <a:gd name="connsiteY41" fmla="*/ 600428 h 625646"/>
                <a:gd name="connsiteX42" fmla="*/ 409099 w 2912392"/>
                <a:gd name="connsiteY42" fmla="*/ 597899 h 625646"/>
                <a:gd name="connsiteX43" fmla="*/ 418839 w 2912392"/>
                <a:gd name="connsiteY43" fmla="*/ 595281 h 625646"/>
                <a:gd name="connsiteX44" fmla="*/ 428580 w 2912392"/>
                <a:gd name="connsiteY44" fmla="*/ 592583 h 625646"/>
                <a:gd name="connsiteX45" fmla="*/ 438321 w 2912392"/>
                <a:gd name="connsiteY45" fmla="*/ 589809 h 625646"/>
                <a:gd name="connsiteX46" fmla="*/ 448060 w 2912392"/>
                <a:gd name="connsiteY46" fmla="*/ 586963 h 625646"/>
                <a:gd name="connsiteX47" fmla="*/ 457801 w 2912392"/>
                <a:gd name="connsiteY47" fmla="*/ 584055 h 625646"/>
                <a:gd name="connsiteX48" fmla="*/ 467542 w 2912392"/>
                <a:gd name="connsiteY48" fmla="*/ 581090 h 625646"/>
                <a:gd name="connsiteX49" fmla="*/ 477281 w 2912392"/>
                <a:gd name="connsiteY49" fmla="*/ 578075 h 625646"/>
                <a:gd name="connsiteX50" fmla="*/ 487022 w 2912392"/>
                <a:gd name="connsiteY50" fmla="*/ 575014 h 625646"/>
                <a:gd name="connsiteX51" fmla="*/ 496763 w 2912392"/>
                <a:gd name="connsiteY51" fmla="*/ 571918 h 625646"/>
                <a:gd name="connsiteX52" fmla="*/ 506503 w 2912392"/>
                <a:gd name="connsiteY52" fmla="*/ 568791 h 625646"/>
                <a:gd name="connsiteX53" fmla="*/ 516244 w 2912392"/>
                <a:gd name="connsiteY53" fmla="*/ 565640 h 625646"/>
                <a:gd name="connsiteX54" fmla="*/ 525985 w 2912392"/>
                <a:gd name="connsiteY54" fmla="*/ 562471 h 625646"/>
                <a:gd name="connsiteX55" fmla="*/ 535724 w 2912392"/>
                <a:gd name="connsiteY55" fmla="*/ 559293 h 625646"/>
                <a:gd name="connsiteX56" fmla="*/ 545465 w 2912392"/>
                <a:gd name="connsiteY56" fmla="*/ 556111 h 625646"/>
                <a:gd name="connsiteX57" fmla="*/ 555206 w 2912392"/>
                <a:gd name="connsiteY57" fmla="*/ 552931 h 625646"/>
                <a:gd name="connsiteX58" fmla="*/ 564946 w 2912392"/>
                <a:gd name="connsiteY58" fmla="*/ 549761 h 625646"/>
                <a:gd name="connsiteX59" fmla="*/ 574687 w 2912392"/>
                <a:gd name="connsiteY59" fmla="*/ 546605 h 625646"/>
                <a:gd name="connsiteX60" fmla="*/ 584428 w 2912392"/>
                <a:gd name="connsiteY60" fmla="*/ 543472 h 625646"/>
                <a:gd name="connsiteX61" fmla="*/ 594167 w 2912392"/>
                <a:gd name="connsiteY61" fmla="*/ 540365 h 625646"/>
                <a:gd name="connsiteX62" fmla="*/ 603908 w 2912392"/>
                <a:gd name="connsiteY62" fmla="*/ 537293 h 625646"/>
                <a:gd name="connsiteX63" fmla="*/ 613649 w 2912392"/>
                <a:gd name="connsiteY63" fmla="*/ 534258 h 625646"/>
                <a:gd name="connsiteX64" fmla="*/ 623388 w 2912392"/>
                <a:gd name="connsiteY64" fmla="*/ 531268 h 625646"/>
                <a:gd name="connsiteX65" fmla="*/ 633129 w 2912392"/>
                <a:gd name="connsiteY65" fmla="*/ 528328 h 625646"/>
                <a:gd name="connsiteX66" fmla="*/ 642870 w 2912392"/>
                <a:gd name="connsiteY66" fmla="*/ 525441 h 625646"/>
                <a:gd name="connsiteX67" fmla="*/ 652610 w 2912392"/>
                <a:gd name="connsiteY67" fmla="*/ 522613 h 625646"/>
                <a:gd name="connsiteX68" fmla="*/ 662351 w 2912392"/>
                <a:gd name="connsiteY68" fmla="*/ 519848 h 625646"/>
                <a:gd name="connsiteX69" fmla="*/ 672092 w 2912392"/>
                <a:gd name="connsiteY69" fmla="*/ 517150 h 625646"/>
                <a:gd name="connsiteX70" fmla="*/ 681831 w 2912392"/>
                <a:gd name="connsiteY70" fmla="*/ 514523 h 625646"/>
                <a:gd name="connsiteX71" fmla="*/ 691572 w 2912392"/>
                <a:gd name="connsiteY71" fmla="*/ 511969 h 625646"/>
                <a:gd name="connsiteX72" fmla="*/ 701313 w 2912392"/>
                <a:gd name="connsiteY72" fmla="*/ 509493 h 625646"/>
                <a:gd name="connsiteX73" fmla="*/ 711052 w 2912392"/>
                <a:gd name="connsiteY73" fmla="*/ 507096 h 625646"/>
                <a:gd name="connsiteX74" fmla="*/ 720793 w 2912392"/>
                <a:gd name="connsiteY74" fmla="*/ 504782 h 625646"/>
                <a:gd name="connsiteX75" fmla="*/ 730534 w 2912392"/>
                <a:gd name="connsiteY75" fmla="*/ 502552 h 625646"/>
                <a:gd name="connsiteX76" fmla="*/ 740274 w 2912392"/>
                <a:gd name="connsiteY76" fmla="*/ 500408 h 625646"/>
                <a:gd name="connsiteX77" fmla="*/ 750015 w 2912392"/>
                <a:gd name="connsiteY77" fmla="*/ 498352 h 625646"/>
                <a:gd name="connsiteX78" fmla="*/ 759756 w 2912392"/>
                <a:gd name="connsiteY78" fmla="*/ 496383 h 625646"/>
                <a:gd name="connsiteX79" fmla="*/ 769495 w 2912392"/>
                <a:gd name="connsiteY79" fmla="*/ 494503 h 625646"/>
                <a:gd name="connsiteX80" fmla="*/ 779236 w 2912392"/>
                <a:gd name="connsiteY80" fmla="*/ 492714 h 625646"/>
                <a:gd name="connsiteX81" fmla="*/ 788977 w 2912392"/>
                <a:gd name="connsiteY81" fmla="*/ 491014 h 625646"/>
                <a:gd name="connsiteX82" fmla="*/ 798717 w 2912392"/>
                <a:gd name="connsiteY82" fmla="*/ 489403 h 625646"/>
                <a:gd name="connsiteX83" fmla="*/ 808458 w 2912392"/>
                <a:gd name="connsiteY83" fmla="*/ 487881 h 625646"/>
                <a:gd name="connsiteX84" fmla="*/ 818199 w 2912392"/>
                <a:gd name="connsiteY84" fmla="*/ 486446 h 625646"/>
                <a:gd name="connsiteX85" fmla="*/ 827938 w 2912392"/>
                <a:gd name="connsiteY85" fmla="*/ 485099 h 625646"/>
                <a:gd name="connsiteX86" fmla="*/ 837679 w 2912392"/>
                <a:gd name="connsiteY86" fmla="*/ 483836 h 625646"/>
                <a:gd name="connsiteX87" fmla="*/ 847420 w 2912392"/>
                <a:gd name="connsiteY87" fmla="*/ 482657 h 625646"/>
                <a:gd name="connsiteX88" fmla="*/ 857159 w 2912392"/>
                <a:gd name="connsiteY88" fmla="*/ 481560 h 625646"/>
                <a:gd name="connsiteX89" fmla="*/ 866900 w 2912392"/>
                <a:gd name="connsiteY89" fmla="*/ 480543 h 625646"/>
                <a:gd name="connsiteX90" fmla="*/ 876641 w 2912392"/>
                <a:gd name="connsiteY90" fmla="*/ 479603 h 625646"/>
                <a:gd name="connsiteX91" fmla="*/ 886381 w 2912392"/>
                <a:gd name="connsiteY91" fmla="*/ 478736 h 625646"/>
                <a:gd name="connsiteX92" fmla="*/ 896122 w 2912392"/>
                <a:gd name="connsiteY92" fmla="*/ 477941 h 625646"/>
                <a:gd name="connsiteX93" fmla="*/ 905863 w 2912392"/>
                <a:gd name="connsiteY93" fmla="*/ 477216 h 625646"/>
                <a:gd name="connsiteX94" fmla="*/ 915602 w 2912392"/>
                <a:gd name="connsiteY94" fmla="*/ 476556 h 625646"/>
                <a:gd name="connsiteX95" fmla="*/ 925343 w 2912392"/>
                <a:gd name="connsiteY95" fmla="*/ 475958 h 625646"/>
                <a:gd name="connsiteX96" fmla="*/ 935084 w 2912392"/>
                <a:gd name="connsiteY96" fmla="*/ 475421 h 625646"/>
                <a:gd name="connsiteX97" fmla="*/ 944824 w 2912392"/>
                <a:gd name="connsiteY97" fmla="*/ 474938 h 625646"/>
                <a:gd name="connsiteX98" fmla="*/ 954564 w 2912392"/>
                <a:gd name="connsiteY98" fmla="*/ 474507 h 625646"/>
                <a:gd name="connsiteX99" fmla="*/ 964305 w 2912392"/>
                <a:gd name="connsiteY99" fmla="*/ 474124 h 625646"/>
                <a:gd name="connsiteX100" fmla="*/ 974045 w 2912392"/>
                <a:gd name="connsiteY100" fmla="*/ 473788 h 625646"/>
                <a:gd name="connsiteX101" fmla="*/ 983786 w 2912392"/>
                <a:gd name="connsiteY101" fmla="*/ 473491 h 625646"/>
                <a:gd name="connsiteX102" fmla="*/ 993522 w 2912392"/>
                <a:gd name="connsiteY102" fmla="*/ 473232 h 625646"/>
                <a:gd name="connsiteX103" fmla="*/ 1003266 w 2912392"/>
                <a:gd name="connsiteY103" fmla="*/ 473007 h 625646"/>
                <a:gd name="connsiteX104" fmla="*/ 1013010 w 2912392"/>
                <a:gd name="connsiteY104" fmla="*/ 472812 h 625646"/>
                <a:gd name="connsiteX105" fmla="*/ 1022754 w 2912392"/>
                <a:gd name="connsiteY105" fmla="*/ 472643 h 625646"/>
                <a:gd name="connsiteX106" fmla="*/ 1032483 w 2912392"/>
                <a:gd name="connsiteY106" fmla="*/ 472497 h 625646"/>
                <a:gd name="connsiteX107" fmla="*/ 1042227 w 2912392"/>
                <a:gd name="connsiteY107" fmla="*/ 472371 h 625646"/>
                <a:gd name="connsiteX108" fmla="*/ 1051971 w 2912392"/>
                <a:gd name="connsiteY108" fmla="*/ 472261 h 625646"/>
                <a:gd name="connsiteX109" fmla="*/ 1061715 w 2912392"/>
                <a:gd name="connsiteY109" fmla="*/ 472162 h 625646"/>
                <a:gd name="connsiteX110" fmla="*/ 1071444 w 2912392"/>
                <a:gd name="connsiteY110" fmla="*/ 472071 h 625646"/>
                <a:gd name="connsiteX111" fmla="*/ 1081188 w 2912392"/>
                <a:gd name="connsiteY111" fmla="*/ 471988 h 625646"/>
                <a:gd name="connsiteX112" fmla="*/ 1090932 w 2912392"/>
                <a:gd name="connsiteY112" fmla="*/ 471906 h 625646"/>
                <a:gd name="connsiteX113" fmla="*/ 1100676 w 2912392"/>
                <a:gd name="connsiteY113" fmla="*/ 471824 h 625646"/>
                <a:gd name="connsiteX114" fmla="*/ 1110405 w 2912392"/>
                <a:gd name="connsiteY114" fmla="*/ 471738 h 625646"/>
                <a:gd name="connsiteX115" fmla="*/ 1120149 w 2912392"/>
                <a:gd name="connsiteY115" fmla="*/ 471645 h 625646"/>
                <a:gd name="connsiteX116" fmla="*/ 1129893 w 2912392"/>
                <a:gd name="connsiteY116" fmla="*/ 471544 h 625646"/>
                <a:gd name="connsiteX117" fmla="*/ 1139637 w 2912392"/>
                <a:gd name="connsiteY117" fmla="*/ 471431 h 625646"/>
                <a:gd name="connsiteX118" fmla="*/ 1149381 w 2912392"/>
                <a:gd name="connsiteY118" fmla="*/ 471303 h 625646"/>
                <a:gd name="connsiteX119" fmla="*/ 1159110 w 2912392"/>
                <a:gd name="connsiteY119" fmla="*/ 471158 h 625646"/>
                <a:gd name="connsiteX120" fmla="*/ 1168854 w 2912392"/>
                <a:gd name="connsiteY120" fmla="*/ 470994 h 625646"/>
                <a:gd name="connsiteX121" fmla="*/ 1178598 w 2912392"/>
                <a:gd name="connsiteY121" fmla="*/ 470809 h 625646"/>
                <a:gd name="connsiteX122" fmla="*/ 1188341 w 2912392"/>
                <a:gd name="connsiteY122" fmla="*/ 470601 h 625646"/>
                <a:gd name="connsiteX123" fmla="*/ 1198070 w 2912392"/>
                <a:gd name="connsiteY123" fmla="*/ 470367 h 625646"/>
                <a:gd name="connsiteX124" fmla="*/ 1207814 w 2912392"/>
                <a:gd name="connsiteY124" fmla="*/ 470106 h 625646"/>
                <a:gd name="connsiteX125" fmla="*/ 1217558 w 2912392"/>
                <a:gd name="connsiteY125" fmla="*/ 469816 h 625646"/>
                <a:gd name="connsiteX126" fmla="*/ 1227302 w 2912392"/>
                <a:gd name="connsiteY126" fmla="*/ 469495 h 625646"/>
                <a:gd name="connsiteX127" fmla="*/ 1237031 w 2912392"/>
                <a:gd name="connsiteY127" fmla="*/ 469141 h 625646"/>
                <a:gd name="connsiteX128" fmla="*/ 1246775 w 2912392"/>
                <a:gd name="connsiteY128" fmla="*/ 468752 h 625646"/>
                <a:gd name="connsiteX129" fmla="*/ 1256519 w 2912392"/>
                <a:gd name="connsiteY129" fmla="*/ 468327 h 625646"/>
                <a:gd name="connsiteX130" fmla="*/ 1266263 w 2912392"/>
                <a:gd name="connsiteY130" fmla="*/ 467865 h 625646"/>
                <a:gd name="connsiteX131" fmla="*/ 1276007 w 2912392"/>
                <a:gd name="connsiteY131" fmla="*/ 467365 h 625646"/>
                <a:gd name="connsiteX132" fmla="*/ 1285736 w 2912392"/>
                <a:gd name="connsiteY132" fmla="*/ 466822 h 625646"/>
                <a:gd name="connsiteX133" fmla="*/ 1295480 w 2912392"/>
                <a:gd name="connsiteY133" fmla="*/ 466238 h 625646"/>
                <a:gd name="connsiteX134" fmla="*/ 1305224 w 2912392"/>
                <a:gd name="connsiteY134" fmla="*/ 465610 h 625646"/>
                <a:gd name="connsiteX135" fmla="*/ 1314968 w 2912392"/>
                <a:gd name="connsiteY135" fmla="*/ 464936 h 625646"/>
                <a:gd name="connsiteX136" fmla="*/ 1324697 w 2912392"/>
                <a:gd name="connsiteY136" fmla="*/ 464216 h 625646"/>
                <a:gd name="connsiteX137" fmla="*/ 1334441 w 2912392"/>
                <a:gd name="connsiteY137" fmla="*/ 463448 h 625646"/>
                <a:gd name="connsiteX138" fmla="*/ 1344185 w 2912392"/>
                <a:gd name="connsiteY138" fmla="*/ 462628 h 625646"/>
                <a:gd name="connsiteX139" fmla="*/ 1353929 w 2912392"/>
                <a:gd name="connsiteY139" fmla="*/ 461757 h 625646"/>
                <a:gd name="connsiteX140" fmla="*/ 1363658 w 2912392"/>
                <a:gd name="connsiteY140" fmla="*/ 460831 h 625646"/>
                <a:gd name="connsiteX141" fmla="*/ 1373402 w 2912392"/>
                <a:gd name="connsiteY141" fmla="*/ 459850 h 625646"/>
                <a:gd name="connsiteX142" fmla="*/ 1383146 w 2912392"/>
                <a:gd name="connsiteY142" fmla="*/ 458811 h 625646"/>
                <a:gd name="connsiteX143" fmla="*/ 1392890 w 2912392"/>
                <a:gd name="connsiteY143" fmla="*/ 457713 h 625646"/>
                <a:gd name="connsiteX144" fmla="*/ 1402619 w 2912392"/>
                <a:gd name="connsiteY144" fmla="*/ 456552 h 625646"/>
                <a:gd name="connsiteX145" fmla="*/ 1412363 w 2912392"/>
                <a:gd name="connsiteY145" fmla="*/ 455328 h 625646"/>
                <a:gd name="connsiteX146" fmla="*/ 1422106 w 2912392"/>
                <a:gd name="connsiteY146" fmla="*/ 454038 h 625646"/>
                <a:gd name="connsiteX147" fmla="*/ 1431850 w 2912392"/>
                <a:gd name="connsiteY147" fmla="*/ 452677 h 625646"/>
                <a:gd name="connsiteX148" fmla="*/ 1441594 w 2912392"/>
                <a:gd name="connsiteY148" fmla="*/ 451247 h 625646"/>
                <a:gd name="connsiteX149" fmla="*/ 1451323 w 2912392"/>
                <a:gd name="connsiteY149" fmla="*/ 449742 h 625646"/>
                <a:gd name="connsiteX150" fmla="*/ 1461067 w 2912392"/>
                <a:gd name="connsiteY150" fmla="*/ 448161 h 625646"/>
                <a:gd name="connsiteX151" fmla="*/ 1470811 w 2912392"/>
                <a:gd name="connsiteY151" fmla="*/ 446502 h 625646"/>
                <a:gd name="connsiteX152" fmla="*/ 1480555 w 2912392"/>
                <a:gd name="connsiteY152" fmla="*/ 444758 h 625646"/>
                <a:gd name="connsiteX153" fmla="*/ 1490284 w 2912392"/>
                <a:gd name="connsiteY153" fmla="*/ 442932 h 625646"/>
                <a:gd name="connsiteX154" fmla="*/ 1500028 w 2912392"/>
                <a:gd name="connsiteY154" fmla="*/ 441016 h 625646"/>
                <a:gd name="connsiteX155" fmla="*/ 1509772 w 2912392"/>
                <a:gd name="connsiteY155" fmla="*/ 439010 h 625646"/>
                <a:gd name="connsiteX156" fmla="*/ 1519516 w 2912392"/>
                <a:gd name="connsiteY156" fmla="*/ 436910 h 625646"/>
                <a:gd name="connsiteX157" fmla="*/ 1529245 w 2912392"/>
                <a:gd name="connsiteY157" fmla="*/ 434712 h 625646"/>
                <a:gd name="connsiteX158" fmla="*/ 1538989 w 2912392"/>
                <a:gd name="connsiteY158" fmla="*/ 432415 h 625646"/>
                <a:gd name="connsiteX159" fmla="*/ 1548733 w 2912392"/>
                <a:gd name="connsiteY159" fmla="*/ 430013 h 625646"/>
                <a:gd name="connsiteX160" fmla="*/ 1558477 w 2912392"/>
                <a:gd name="connsiteY160" fmla="*/ 427504 h 625646"/>
                <a:gd name="connsiteX161" fmla="*/ 1568221 w 2912392"/>
                <a:gd name="connsiteY161" fmla="*/ 424885 h 625646"/>
                <a:gd name="connsiteX162" fmla="*/ 1577950 w 2912392"/>
                <a:gd name="connsiteY162" fmla="*/ 422154 h 625646"/>
                <a:gd name="connsiteX163" fmla="*/ 1587694 w 2912392"/>
                <a:gd name="connsiteY163" fmla="*/ 419305 h 625646"/>
                <a:gd name="connsiteX164" fmla="*/ 1597438 w 2912392"/>
                <a:gd name="connsiteY164" fmla="*/ 416339 h 625646"/>
                <a:gd name="connsiteX165" fmla="*/ 1607182 w 2912392"/>
                <a:gd name="connsiteY165" fmla="*/ 413249 h 625646"/>
                <a:gd name="connsiteX166" fmla="*/ 1616911 w 2912392"/>
                <a:gd name="connsiteY166" fmla="*/ 410033 h 625646"/>
                <a:gd name="connsiteX167" fmla="*/ 1626655 w 2912392"/>
                <a:gd name="connsiteY167" fmla="*/ 406692 h 625646"/>
                <a:gd name="connsiteX168" fmla="*/ 1636399 w 2912392"/>
                <a:gd name="connsiteY168" fmla="*/ 403219 h 625646"/>
                <a:gd name="connsiteX169" fmla="*/ 1646142 w 2912392"/>
                <a:gd name="connsiteY169" fmla="*/ 399613 h 625646"/>
                <a:gd name="connsiteX170" fmla="*/ 1655872 w 2912392"/>
                <a:gd name="connsiteY170" fmla="*/ 395873 h 625646"/>
                <a:gd name="connsiteX171" fmla="*/ 1665616 w 2912392"/>
                <a:gd name="connsiteY171" fmla="*/ 391995 h 625646"/>
                <a:gd name="connsiteX172" fmla="*/ 1675359 w 2912392"/>
                <a:gd name="connsiteY172" fmla="*/ 387978 h 625646"/>
                <a:gd name="connsiteX173" fmla="*/ 1685103 w 2912392"/>
                <a:gd name="connsiteY173" fmla="*/ 383822 h 625646"/>
                <a:gd name="connsiteX174" fmla="*/ 1694832 w 2912392"/>
                <a:gd name="connsiteY174" fmla="*/ 379522 h 625646"/>
                <a:gd name="connsiteX175" fmla="*/ 1704576 w 2912392"/>
                <a:gd name="connsiteY175" fmla="*/ 375080 h 625646"/>
                <a:gd name="connsiteX176" fmla="*/ 1714320 w 2912392"/>
                <a:gd name="connsiteY176" fmla="*/ 370495 h 625646"/>
                <a:gd name="connsiteX177" fmla="*/ 1724064 w 2912392"/>
                <a:gd name="connsiteY177" fmla="*/ 365766 h 625646"/>
                <a:gd name="connsiteX178" fmla="*/ 1733808 w 2912392"/>
                <a:gd name="connsiteY178" fmla="*/ 360892 h 625646"/>
                <a:gd name="connsiteX179" fmla="*/ 1743537 w 2912392"/>
                <a:gd name="connsiteY179" fmla="*/ 355874 h 625646"/>
                <a:gd name="connsiteX180" fmla="*/ 1753281 w 2912392"/>
                <a:gd name="connsiteY180" fmla="*/ 350713 h 625646"/>
                <a:gd name="connsiteX181" fmla="*/ 1763025 w 2912392"/>
                <a:gd name="connsiteY181" fmla="*/ 345411 h 625646"/>
                <a:gd name="connsiteX182" fmla="*/ 1772769 w 2912392"/>
                <a:gd name="connsiteY182" fmla="*/ 339967 h 625646"/>
                <a:gd name="connsiteX183" fmla="*/ 1782498 w 2912392"/>
                <a:gd name="connsiteY183" fmla="*/ 334382 h 625646"/>
                <a:gd name="connsiteX184" fmla="*/ 1792242 w 2912392"/>
                <a:gd name="connsiteY184" fmla="*/ 328663 h 625646"/>
                <a:gd name="connsiteX185" fmla="*/ 1801986 w 2912392"/>
                <a:gd name="connsiteY185" fmla="*/ 322809 h 625646"/>
                <a:gd name="connsiteX186" fmla="*/ 1811730 w 2912392"/>
                <a:gd name="connsiteY186" fmla="*/ 316822 h 625646"/>
                <a:gd name="connsiteX187" fmla="*/ 1821459 w 2912392"/>
                <a:gd name="connsiteY187" fmla="*/ 310709 h 625646"/>
                <a:gd name="connsiteX188" fmla="*/ 1831203 w 2912392"/>
                <a:gd name="connsiteY188" fmla="*/ 304471 h 625646"/>
                <a:gd name="connsiteX189" fmla="*/ 1840947 w 2912392"/>
                <a:gd name="connsiteY189" fmla="*/ 298114 h 625646"/>
                <a:gd name="connsiteX190" fmla="*/ 1850691 w 2912392"/>
                <a:gd name="connsiteY190" fmla="*/ 291642 h 625646"/>
                <a:gd name="connsiteX191" fmla="*/ 1860435 w 2912392"/>
                <a:gd name="connsiteY191" fmla="*/ 285061 h 625646"/>
                <a:gd name="connsiteX192" fmla="*/ 1870164 w 2912392"/>
                <a:gd name="connsiteY192" fmla="*/ 278376 h 625646"/>
                <a:gd name="connsiteX193" fmla="*/ 1879908 w 2912392"/>
                <a:gd name="connsiteY193" fmla="*/ 271592 h 625646"/>
                <a:gd name="connsiteX194" fmla="*/ 1889652 w 2912392"/>
                <a:gd name="connsiteY194" fmla="*/ 264716 h 625646"/>
                <a:gd name="connsiteX195" fmla="*/ 1899395 w 2912392"/>
                <a:gd name="connsiteY195" fmla="*/ 257757 h 625646"/>
                <a:gd name="connsiteX196" fmla="*/ 1909124 w 2912392"/>
                <a:gd name="connsiteY196" fmla="*/ 250719 h 625646"/>
                <a:gd name="connsiteX197" fmla="*/ 1918868 w 2912392"/>
                <a:gd name="connsiteY197" fmla="*/ 243612 h 625646"/>
                <a:gd name="connsiteX198" fmla="*/ 1928612 w 2912392"/>
                <a:gd name="connsiteY198" fmla="*/ 236442 h 625646"/>
                <a:gd name="connsiteX199" fmla="*/ 1938356 w 2912392"/>
                <a:gd name="connsiteY199" fmla="*/ 229221 h 625646"/>
                <a:gd name="connsiteX200" fmla="*/ 1948085 w 2912392"/>
                <a:gd name="connsiteY200" fmla="*/ 221953 h 625646"/>
                <a:gd name="connsiteX201" fmla="*/ 1957829 w 2912392"/>
                <a:gd name="connsiteY201" fmla="*/ 214651 h 625646"/>
                <a:gd name="connsiteX202" fmla="*/ 1967573 w 2912392"/>
                <a:gd name="connsiteY202" fmla="*/ 207321 h 625646"/>
                <a:gd name="connsiteX203" fmla="*/ 1977317 w 2912392"/>
                <a:gd name="connsiteY203" fmla="*/ 199976 h 625646"/>
                <a:gd name="connsiteX204" fmla="*/ 1987046 w 2912392"/>
                <a:gd name="connsiteY204" fmla="*/ 192622 h 625646"/>
                <a:gd name="connsiteX205" fmla="*/ 1996790 w 2912392"/>
                <a:gd name="connsiteY205" fmla="*/ 185270 h 625646"/>
                <a:gd name="connsiteX206" fmla="*/ 2006534 w 2912392"/>
                <a:gd name="connsiteY206" fmla="*/ 177933 h 625646"/>
                <a:gd name="connsiteX207" fmla="*/ 2016278 w 2912392"/>
                <a:gd name="connsiteY207" fmla="*/ 170617 h 625646"/>
                <a:gd name="connsiteX208" fmla="*/ 2026022 w 2912392"/>
                <a:gd name="connsiteY208" fmla="*/ 163335 h 625646"/>
                <a:gd name="connsiteX209" fmla="*/ 2035751 w 2912392"/>
                <a:gd name="connsiteY209" fmla="*/ 156098 h 625646"/>
                <a:gd name="connsiteX210" fmla="*/ 2045495 w 2912392"/>
                <a:gd name="connsiteY210" fmla="*/ 148914 h 625646"/>
                <a:gd name="connsiteX211" fmla="*/ 2055239 w 2912392"/>
                <a:gd name="connsiteY211" fmla="*/ 141797 h 625646"/>
                <a:gd name="connsiteX212" fmla="*/ 2064983 w 2912392"/>
                <a:gd name="connsiteY212" fmla="*/ 134755 h 625646"/>
                <a:gd name="connsiteX213" fmla="*/ 2074712 w 2912392"/>
                <a:gd name="connsiteY213" fmla="*/ 127799 h 625646"/>
                <a:gd name="connsiteX214" fmla="*/ 2084456 w 2912392"/>
                <a:gd name="connsiteY214" fmla="*/ 120941 h 625646"/>
                <a:gd name="connsiteX215" fmla="*/ 2094200 w 2912392"/>
                <a:gd name="connsiteY215" fmla="*/ 114189 h 625646"/>
                <a:gd name="connsiteX216" fmla="*/ 2103944 w 2912392"/>
                <a:gd name="connsiteY216" fmla="*/ 107554 h 625646"/>
                <a:gd name="connsiteX217" fmla="*/ 2113673 w 2912392"/>
                <a:gd name="connsiteY217" fmla="*/ 101048 h 625646"/>
                <a:gd name="connsiteX218" fmla="*/ 2123417 w 2912392"/>
                <a:gd name="connsiteY218" fmla="*/ 94679 h 625646"/>
                <a:gd name="connsiteX219" fmla="*/ 2133161 w 2912392"/>
                <a:gd name="connsiteY219" fmla="*/ 88455 h 625646"/>
                <a:gd name="connsiteX220" fmla="*/ 2142905 w 2912392"/>
                <a:gd name="connsiteY220" fmla="*/ 82390 h 625646"/>
                <a:gd name="connsiteX221" fmla="*/ 2152649 w 2912392"/>
                <a:gd name="connsiteY221" fmla="*/ 76488 h 625646"/>
                <a:gd name="connsiteX222" fmla="*/ 2162377 w 2912392"/>
                <a:gd name="connsiteY222" fmla="*/ 70761 h 625646"/>
                <a:gd name="connsiteX223" fmla="*/ 2172121 w 2912392"/>
                <a:gd name="connsiteY223" fmla="*/ 65217 h 625646"/>
                <a:gd name="connsiteX224" fmla="*/ 2181865 w 2912392"/>
                <a:gd name="connsiteY224" fmla="*/ 59863 h 625646"/>
                <a:gd name="connsiteX225" fmla="*/ 2191609 w 2912392"/>
                <a:gd name="connsiteY225" fmla="*/ 54706 h 625646"/>
                <a:gd name="connsiteX226" fmla="*/ 2201338 w 2912392"/>
                <a:gd name="connsiteY226" fmla="*/ 49755 h 625646"/>
                <a:gd name="connsiteX227" fmla="*/ 2211082 w 2912392"/>
                <a:gd name="connsiteY227" fmla="*/ 45016 h 625646"/>
                <a:gd name="connsiteX228" fmla="*/ 2220826 w 2912392"/>
                <a:gd name="connsiteY228" fmla="*/ 40494 h 625646"/>
                <a:gd name="connsiteX229" fmla="*/ 2230570 w 2912392"/>
                <a:gd name="connsiteY229" fmla="*/ 36196 h 625646"/>
                <a:gd name="connsiteX230" fmla="*/ 2240299 w 2912392"/>
                <a:gd name="connsiteY230" fmla="*/ 32125 h 625646"/>
                <a:gd name="connsiteX231" fmla="*/ 2250043 w 2912392"/>
                <a:gd name="connsiteY231" fmla="*/ 28287 h 625646"/>
                <a:gd name="connsiteX232" fmla="*/ 2259787 w 2912392"/>
                <a:gd name="connsiteY232" fmla="*/ 24688 h 625646"/>
                <a:gd name="connsiteX233" fmla="*/ 2269531 w 2912392"/>
                <a:gd name="connsiteY233" fmla="*/ 21328 h 625646"/>
                <a:gd name="connsiteX234" fmla="*/ 2279260 w 2912392"/>
                <a:gd name="connsiteY234" fmla="*/ 18211 h 625646"/>
                <a:gd name="connsiteX235" fmla="*/ 2289004 w 2912392"/>
                <a:gd name="connsiteY235" fmla="*/ 15340 h 625646"/>
                <a:gd name="connsiteX236" fmla="*/ 2298748 w 2912392"/>
                <a:gd name="connsiteY236" fmla="*/ 12716 h 625646"/>
                <a:gd name="connsiteX237" fmla="*/ 2308492 w 2912392"/>
                <a:gd name="connsiteY237" fmla="*/ 10341 h 625646"/>
                <a:gd name="connsiteX238" fmla="*/ 2318236 w 2912392"/>
                <a:gd name="connsiteY238" fmla="*/ 8214 h 625646"/>
                <a:gd name="connsiteX239" fmla="*/ 2327965 w 2912392"/>
                <a:gd name="connsiteY239" fmla="*/ 6335 h 625646"/>
                <a:gd name="connsiteX240" fmla="*/ 2337709 w 2912392"/>
                <a:gd name="connsiteY240" fmla="*/ 4705 h 625646"/>
                <a:gd name="connsiteX241" fmla="*/ 2347453 w 2912392"/>
                <a:gd name="connsiteY241" fmla="*/ 3319 h 625646"/>
                <a:gd name="connsiteX242" fmla="*/ 2357197 w 2912392"/>
                <a:gd name="connsiteY242" fmla="*/ 2180 h 625646"/>
                <a:gd name="connsiteX243" fmla="*/ 2366926 w 2912392"/>
                <a:gd name="connsiteY243" fmla="*/ 1281 h 625646"/>
                <a:gd name="connsiteX244" fmla="*/ 2376670 w 2912392"/>
                <a:gd name="connsiteY244" fmla="*/ 621 h 625646"/>
                <a:gd name="connsiteX245" fmla="*/ 2386413 w 2912392"/>
                <a:gd name="connsiteY245" fmla="*/ 195 h 625646"/>
                <a:gd name="connsiteX246" fmla="*/ 2396157 w 2912392"/>
                <a:gd name="connsiteY246" fmla="*/ 0 h 625646"/>
                <a:gd name="connsiteX247" fmla="*/ 2405886 w 2912392"/>
                <a:gd name="connsiteY247" fmla="*/ 31 h 625646"/>
                <a:gd name="connsiteX248" fmla="*/ 2415630 w 2912392"/>
                <a:gd name="connsiteY248" fmla="*/ 283 h 625646"/>
                <a:gd name="connsiteX249" fmla="*/ 2425374 w 2912392"/>
                <a:gd name="connsiteY249" fmla="*/ 748 h 625646"/>
                <a:gd name="connsiteX250" fmla="*/ 2435118 w 2912392"/>
                <a:gd name="connsiteY250" fmla="*/ 1423 h 625646"/>
                <a:gd name="connsiteX251" fmla="*/ 2444862 w 2912392"/>
                <a:gd name="connsiteY251" fmla="*/ 2297 h 625646"/>
                <a:gd name="connsiteX252" fmla="*/ 2454591 w 2912392"/>
                <a:gd name="connsiteY252" fmla="*/ 3367 h 625646"/>
                <a:gd name="connsiteX253" fmla="*/ 2464335 w 2912392"/>
                <a:gd name="connsiteY253" fmla="*/ 4623 h 625646"/>
                <a:gd name="connsiteX254" fmla="*/ 2474079 w 2912392"/>
                <a:gd name="connsiteY254" fmla="*/ 6058 h 625646"/>
                <a:gd name="connsiteX255" fmla="*/ 2483823 w 2912392"/>
                <a:gd name="connsiteY255" fmla="*/ 7664 h 625646"/>
                <a:gd name="connsiteX256" fmla="*/ 2493552 w 2912392"/>
                <a:gd name="connsiteY256" fmla="*/ 9431 h 625646"/>
                <a:gd name="connsiteX257" fmla="*/ 2503296 w 2912392"/>
                <a:gd name="connsiteY257" fmla="*/ 11350 h 625646"/>
                <a:gd name="connsiteX258" fmla="*/ 2513040 w 2912392"/>
                <a:gd name="connsiteY258" fmla="*/ 13414 h 625646"/>
                <a:gd name="connsiteX259" fmla="*/ 2522784 w 2912392"/>
                <a:gd name="connsiteY259" fmla="*/ 15611 h 625646"/>
                <a:gd name="connsiteX260" fmla="*/ 2532513 w 2912392"/>
                <a:gd name="connsiteY260" fmla="*/ 17934 h 625646"/>
                <a:gd name="connsiteX261" fmla="*/ 2542257 w 2912392"/>
                <a:gd name="connsiteY261" fmla="*/ 20370 h 625646"/>
                <a:gd name="connsiteX262" fmla="*/ 2552001 w 2912392"/>
                <a:gd name="connsiteY262" fmla="*/ 22912 h 625646"/>
                <a:gd name="connsiteX263" fmla="*/ 2561745 w 2912392"/>
                <a:gd name="connsiteY263" fmla="*/ 25549 h 625646"/>
                <a:gd name="connsiteX264" fmla="*/ 2571474 w 2912392"/>
                <a:gd name="connsiteY264" fmla="*/ 28271 h 625646"/>
                <a:gd name="connsiteX265" fmla="*/ 2581218 w 2912392"/>
                <a:gd name="connsiteY265" fmla="*/ 31067 h 625646"/>
                <a:gd name="connsiteX266" fmla="*/ 2590962 w 2912392"/>
                <a:gd name="connsiteY266" fmla="*/ 33928 h 625646"/>
                <a:gd name="connsiteX267" fmla="*/ 2600705 w 2912392"/>
                <a:gd name="connsiteY267" fmla="*/ 36844 h 625646"/>
                <a:gd name="connsiteX268" fmla="*/ 2610449 w 2912392"/>
                <a:gd name="connsiteY268" fmla="*/ 39804 h 625646"/>
                <a:gd name="connsiteX269" fmla="*/ 2620178 w 2912392"/>
                <a:gd name="connsiteY269" fmla="*/ 42799 h 625646"/>
                <a:gd name="connsiteX270" fmla="*/ 2629922 w 2912392"/>
                <a:gd name="connsiteY270" fmla="*/ 45820 h 625646"/>
                <a:gd name="connsiteX271" fmla="*/ 2639666 w 2912392"/>
                <a:gd name="connsiteY271" fmla="*/ 48855 h 625646"/>
                <a:gd name="connsiteX272" fmla="*/ 2649410 w 2912392"/>
                <a:gd name="connsiteY272" fmla="*/ 51896 h 625646"/>
                <a:gd name="connsiteX273" fmla="*/ 2659139 w 2912392"/>
                <a:gd name="connsiteY273" fmla="*/ 54936 h 625646"/>
                <a:gd name="connsiteX274" fmla="*/ 2668883 w 2912392"/>
                <a:gd name="connsiteY274" fmla="*/ 57962 h 625646"/>
                <a:gd name="connsiteX275" fmla="*/ 2678627 w 2912392"/>
                <a:gd name="connsiteY275" fmla="*/ 60967 h 625646"/>
                <a:gd name="connsiteX276" fmla="*/ 2688371 w 2912392"/>
                <a:gd name="connsiteY276" fmla="*/ 63942 h 625646"/>
                <a:gd name="connsiteX277" fmla="*/ 2698100 w 2912392"/>
                <a:gd name="connsiteY277" fmla="*/ 66882 h 625646"/>
                <a:gd name="connsiteX278" fmla="*/ 2707844 w 2912392"/>
                <a:gd name="connsiteY278" fmla="*/ 69775 h 625646"/>
                <a:gd name="connsiteX279" fmla="*/ 2717588 w 2912392"/>
                <a:gd name="connsiteY279" fmla="*/ 72615 h 625646"/>
                <a:gd name="connsiteX280" fmla="*/ 2727332 w 2912392"/>
                <a:gd name="connsiteY280" fmla="*/ 75396 h 625646"/>
                <a:gd name="connsiteX281" fmla="*/ 2737076 w 2912392"/>
                <a:gd name="connsiteY281" fmla="*/ 78111 h 625646"/>
                <a:gd name="connsiteX282" fmla="*/ 2746805 w 2912392"/>
                <a:gd name="connsiteY282" fmla="*/ 80754 h 625646"/>
                <a:gd name="connsiteX283" fmla="*/ 2756549 w 2912392"/>
                <a:gd name="connsiteY283" fmla="*/ 83318 h 625646"/>
                <a:gd name="connsiteX284" fmla="*/ 2766293 w 2912392"/>
                <a:gd name="connsiteY284" fmla="*/ 85799 h 625646"/>
                <a:gd name="connsiteX285" fmla="*/ 2776037 w 2912392"/>
                <a:gd name="connsiteY285" fmla="*/ 88192 h 625646"/>
                <a:gd name="connsiteX286" fmla="*/ 2785766 w 2912392"/>
                <a:gd name="connsiteY286" fmla="*/ 90490 h 625646"/>
                <a:gd name="connsiteX287" fmla="*/ 2795510 w 2912392"/>
                <a:gd name="connsiteY287" fmla="*/ 92691 h 625646"/>
                <a:gd name="connsiteX288" fmla="*/ 2805254 w 2912392"/>
                <a:gd name="connsiteY288" fmla="*/ 94793 h 625646"/>
                <a:gd name="connsiteX289" fmla="*/ 2814998 w 2912392"/>
                <a:gd name="connsiteY289" fmla="*/ 96790 h 625646"/>
                <a:gd name="connsiteX290" fmla="*/ 2824727 w 2912392"/>
                <a:gd name="connsiteY290" fmla="*/ 98680 h 625646"/>
                <a:gd name="connsiteX291" fmla="*/ 2834471 w 2912392"/>
                <a:gd name="connsiteY291" fmla="*/ 100464 h 625646"/>
                <a:gd name="connsiteX292" fmla="*/ 2844215 w 2912392"/>
                <a:gd name="connsiteY292" fmla="*/ 102136 h 625646"/>
                <a:gd name="connsiteX293" fmla="*/ 2853958 w 2912392"/>
                <a:gd name="connsiteY293" fmla="*/ 103695 h 625646"/>
                <a:gd name="connsiteX294" fmla="*/ 2863687 w 2912392"/>
                <a:gd name="connsiteY294" fmla="*/ 105144 h 625646"/>
                <a:gd name="connsiteX295" fmla="*/ 2873431 w 2912392"/>
                <a:gd name="connsiteY295" fmla="*/ 106480 h 625646"/>
                <a:gd name="connsiteX296" fmla="*/ 2883175 w 2912392"/>
                <a:gd name="connsiteY296" fmla="*/ 107703 h 625646"/>
                <a:gd name="connsiteX297" fmla="*/ 2892919 w 2912392"/>
                <a:gd name="connsiteY297" fmla="*/ 108816 h 625646"/>
                <a:gd name="connsiteX298" fmla="*/ 2902663 w 2912392"/>
                <a:gd name="connsiteY298" fmla="*/ 109817 h 625646"/>
                <a:gd name="connsiteX299" fmla="*/ 2912392 w 2912392"/>
                <a:gd name="connsiteY299" fmla="*/ 110710 h 625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25646">
                  <a:moveTo>
                    <a:pt x="0" y="590655"/>
                  </a:moveTo>
                  <a:lnTo>
                    <a:pt x="9739" y="593598"/>
                  </a:lnTo>
                  <a:lnTo>
                    <a:pt x="19480" y="596432"/>
                  </a:lnTo>
                  <a:lnTo>
                    <a:pt x="29221" y="599151"/>
                  </a:lnTo>
                  <a:lnTo>
                    <a:pt x="38961" y="601754"/>
                  </a:lnTo>
                  <a:lnTo>
                    <a:pt x="48702" y="604237"/>
                  </a:lnTo>
                  <a:lnTo>
                    <a:pt x="58443" y="606599"/>
                  </a:lnTo>
                  <a:lnTo>
                    <a:pt x="68182" y="608833"/>
                  </a:lnTo>
                  <a:lnTo>
                    <a:pt x="77923" y="610939"/>
                  </a:lnTo>
                  <a:lnTo>
                    <a:pt x="87664" y="612914"/>
                  </a:lnTo>
                  <a:lnTo>
                    <a:pt x="97404" y="614754"/>
                  </a:lnTo>
                  <a:lnTo>
                    <a:pt x="107145" y="616459"/>
                  </a:lnTo>
                  <a:lnTo>
                    <a:pt x="116886" y="618023"/>
                  </a:lnTo>
                  <a:lnTo>
                    <a:pt x="126625" y="619448"/>
                  </a:lnTo>
                  <a:lnTo>
                    <a:pt x="136366" y="620727"/>
                  </a:lnTo>
                  <a:lnTo>
                    <a:pt x="146107" y="621864"/>
                  </a:lnTo>
                  <a:lnTo>
                    <a:pt x="155846" y="622853"/>
                  </a:lnTo>
                  <a:lnTo>
                    <a:pt x="165587" y="623694"/>
                  </a:lnTo>
                  <a:lnTo>
                    <a:pt x="175328" y="624387"/>
                  </a:lnTo>
                  <a:lnTo>
                    <a:pt x="185068" y="624927"/>
                  </a:lnTo>
                  <a:lnTo>
                    <a:pt x="194809" y="625319"/>
                  </a:lnTo>
                  <a:lnTo>
                    <a:pt x="204550" y="625559"/>
                  </a:lnTo>
                  <a:lnTo>
                    <a:pt x="214289" y="625647"/>
                  </a:lnTo>
                  <a:lnTo>
                    <a:pt x="224030" y="625583"/>
                  </a:lnTo>
                  <a:lnTo>
                    <a:pt x="233771" y="625368"/>
                  </a:lnTo>
                  <a:lnTo>
                    <a:pt x="243510" y="625005"/>
                  </a:lnTo>
                  <a:lnTo>
                    <a:pt x="253251" y="624491"/>
                  </a:lnTo>
                  <a:lnTo>
                    <a:pt x="262992" y="623828"/>
                  </a:lnTo>
                  <a:lnTo>
                    <a:pt x="272732" y="623019"/>
                  </a:lnTo>
                  <a:lnTo>
                    <a:pt x="282473" y="622065"/>
                  </a:lnTo>
                  <a:lnTo>
                    <a:pt x="292214" y="620969"/>
                  </a:lnTo>
                  <a:lnTo>
                    <a:pt x="301953" y="619732"/>
                  </a:lnTo>
                  <a:lnTo>
                    <a:pt x="311694" y="618360"/>
                  </a:lnTo>
                  <a:lnTo>
                    <a:pt x="321435" y="616852"/>
                  </a:lnTo>
                  <a:lnTo>
                    <a:pt x="331175" y="615213"/>
                  </a:lnTo>
                  <a:lnTo>
                    <a:pt x="340916" y="613448"/>
                  </a:lnTo>
                  <a:lnTo>
                    <a:pt x="350656" y="611559"/>
                  </a:lnTo>
                  <a:lnTo>
                    <a:pt x="360396" y="609552"/>
                  </a:lnTo>
                  <a:lnTo>
                    <a:pt x="370137" y="607430"/>
                  </a:lnTo>
                  <a:lnTo>
                    <a:pt x="379878" y="605198"/>
                  </a:lnTo>
                  <a:lnTo>
                    <a:pt x="389617" y="602862"/>
                  </a:lnTo>
                  <a:lnTo>
                    <a:pt x="399358" y="600428"/>
                  </a:lnTo>
                  <a:lnTo>
                    <a:pt x="409099" y="597899"/>
                  </a:lnTo>
                  <a:lnTo>
                    <a:pt x="418839" y="595281"/>
                  </a:lnTo>
                  <a:lnTo>
                    <a:pt x="428580" y="592583"/>
                  </a:lnTo>
                  <a:lnTo>
                    <a:pt x="438321" y="589809"/>
                  </a:lnTo>
                  <a:lnTo>
                    <a:pt x="448060" y="586963"/>
                  </a:lnTo>
                  <a:lnTo>
                    <a:pt x="457801" y="584055"/>
                  </a:lnTo>
                  <a:lnTo>
                    <a:pt x="467542" y="581090"/>
                  </a:lnTo>
                  <a:lnTo>
                    <a:pt x="477281" y="578075"/>
                  </a:lnTo>
                  <a:lnTo>
                    <a:pt x="487022" y="575014"/>
                  </a:lnTo>
                  <a:lnTo>
                    <a:pt x="496763" y="571918"/>
                  </a:lnTo>
                  <a:lnTo>
                    <a:pt x="506503" y="568791"/>
                  </a:lnTo>
                  <a:lnTo>
                    <a:pt x="516244" y="565640"/>
                  </a:lnTo>
                  <a:lnTo>
                    <a:pt x="525985" y="562471"/>
                  </a:lnTo>
                  <a:lnTo>
                    <a:pt x="535724" y="559293"/>
                  </a:lnTo>
                  <a:lnTo>
                    <a:pt x="545465" y="556111"/>
                  </a:lnTo>
                  <a:lnTo>
                    <a:pt x="555206" y="552931"/>
                  </a:lnTo>
                  <a:lnTo>
                    <a:pt x="564946" y="549761"/>
                  </a:lnTo>
                  <a:lnTo>
                    <a:pt x="574687" y="546605"/>
                  </a:lnTo>
                  <a:lnTo>
                    <a:pt x="584428" y="543472"/>
                  </a:lnTo>
                  <a:lnTo>
                    <a:pt x="594167" y="540365"/>
                  </a:lnTo>
                  <a:lnTo>
                    <a:pt x="603908" y="537293"/>
                  </a:lnTo>
                  <a:lnTo>
                    <a:pt x="613649" y="534258"/>
                  </a:lnTo>
                  <a:lnTo>
                    <a:pt x="623388" y="531268"/>
                  </a:lnTo>
                  <a:lnTo>
                    <a:pt x="633129" y="528328"/>
                  </a:lnTo>
                  <a:lnTo>
                    <a:pt x="642870" y="525441"/>
                  </a:lnTo>
                  <a:lnTo>
                    <a:pt x="652610" y="522613"/>
                  </a:lnTo>
                  <a:lnTo>
                    <a:pt x="662351" y="519848"/>
                  </a:lnTo>
                  <a:lnTo>
                    <a:pt x="672092" y="517150"/>
                  </a:lnTo>
                  <a:lnTo>
                    <a:pt x="681831" y="514523"/>
                  </a:lnTo>
                  <a:lnTo>
                    <a:pt x="691572" y="511969"/>
                  </a:lnTo>
                  <a:lnTo>
                    <a:pt x="701313" y="509493"/>
                  </a:lnTo>
                  <a:lnTo>
                    <a:pt x="711052" y="507096"/>
                  </a:lnTo>
                  <a:lnTo>
                    <a:pt x="720793" y="504782"/>
                  </a:lnTo>
                  <a:lnTo>
                    <a:pt x="730534" y="502552"/>
                  </a:lnTo>
                  <a:lnTo>
                    <a:pt x="740274" y="500408"/>
                  </a:lnTo>
                  <a:lnTo>
                    <a:pt x="750015" y="498352"/>
                  </a:lnTo>
                  <a:lnTo>
                    <a:pt x="759756" y="496383"/>
                  </a:lnTo>
                  <a:lnTo>
                    <a:pt x="769495" y="494503"/>
                  </a:lnTo>
                  <a:lnTo>
                    <a:pt x="779236" y="492714"/>
                  </a:lnTo>
                  <a:lnTo>
                    <a:pt x="788977" y="491014"/>
                  </a:lnTo>
                  <a:lnTo>
                    <a:pt x="798717" y="489403"/>
                  </a:lnTo>
                  <a:lnTo>
                    <a:pt x="808458" y="487881"/>
                  </a:lnTo>
                  <a:lnTo>
                    <a:pt x="818199" y="486446"/>
                  </a:lnTo>
                  <a:lnTo>
                    <a:pt x="827938" y="485099"/>
                  </a:lnTo>
                  <a:lnTo>
                    <a:pt x="837679" y="483836"/>
                  </a:lnTo>
                  <a:lnTo>
                    <a:pt x="847420" y="482657"/>
                  </a:lnTo>
                  <a:lnTo>
                    <a:pt x="857159" y="481560"/>
                  </a:lnTo>
                  <a:lnTo>
                    <a:pt x="866900" y="480543"/>
                  </a:lnTo>
                  <a:lnTo>
                    <a:pt x="876641" y="479603"/>
                  </a:lnTo>
                  <a:lnTo>
                    <a:pt x="886381" y="478736"/>
                  </a:lnTo>
                  <a:lnTo>
                    <a:pt x="896122" y="477941"/>
                  </a:lnTo>
                  <a:lnTo>
                    <a:pt x="905863" y="477216"/>
                  </a:lnTo>
                  <a:lnTo>
                    <a:pt x="915602" y="476556"/>
                  </a:lnTo>
                  <a:lnTo>
                    <a:pt x="925343" y="475958"/>
                  </a:lnTo>
                  <a:lnTo>
                    <a:pt x="935084" y="475421"/>
                  </a:lnTo>
                  <a:lnTo>
                    <a:pt x="944824" y="474938"/>
                  </a:lnTo>
                  <a:lnTo>
                    <a:pt x="954564" y="474507"/>
                  </a:lnTo>
                  <a:lnTo>
                    <a:pt x="964305" y="474124"/>
                  </a:lnTo>
                  <a:lnTo>
                    <a:pt x="974045" y="473788"/>
                  </a:lnTo>
                  <a:lnTo>
                    <a:pt x="983786" y="473491"/>
                  </a:lnTo>
                  <a:lnTo>
                    <a:pt x="993522" y="473232"/>
                  </a:lnTo>
                  <a:lnTo>
                    <a:pt x="1003266" y="473007"/>
                  </a:lnTo>
                  <a:lnTo>
                    <a:pt x="1013010" y="472812"/>
                  </a:lnTo>
                  <a:lnTo>
                    <a:pt x="1022754" y="472643"/>
                  </a:lnTo>
                  <a:lnTo>
                    <a:pt x="1032483" y="472497"/>
                  </a:lnTo>
                  <a:lnTo>
                    <a:pt x="1042227" y="472371"/>
                  </a:lnTo>
                  <a:lnTo>
                    <a:pt x="1051971" y="472261"/>
                  </a:lnTo>
                  <a:lnTo>
                    <a:pt x="1061715" y="472162"/>
                  </a:lnTo>
                  <a:lnTo>
                    <a:pt x="1071444" y="472071"/>
                  </a:lnTo>
                  <a:lnTo>
                    <a:pt x="1081188" y="471988"/>
                  </a:lnTo>
                  <a:lnTo>
                    <a:pt x="1090932" y="471906"/>
                  </a:lnTo>
                  <a:lnTo>
                    <a:pt x="1100676" y="471824"/>
                  </a:lnTo>
                  <a:lnTo>
                    <a:pt x="1110405" y="471738"/>
                  </a:lnTo>
                  <a:lnTo>
                    <a:pt x="1120149" y="471645"/>
                  </a:lnTo>
                  <a:lnTo>
                    <a:pt x="1129893" y="471544"/>
                  </a:lnTo>
                  <a:lnTo>
                    <a:pt x="1139637" y="471431"/>
                  </a:lnTo>
                  <a:lnTo>
                    <a:pt x="1149381" y="471303"/>
                  </a:lnTo>
                  <a:lnTo>
                    <a:pt x="1159110" y="471158"/>
                  </a:lnTo>
                  <a:lnTo>
                    <a:pt x="1168854" y="470994"/>
                  </a:lnTo>
                  <a:lnTo>
                    <a:pt x="1178598" y="470809"/>
                  </a:lnTo>
                  <a:lnTo>
                    <a:pt x="1188341" y="470601"/>
                  </a:lnTo>
                  <a:lnTo>
                    <a:pt x="1198070" y="470367"/>
                  </a:lnTo>
                  <a:lnTo>
                    <a:pt x="1207814" y="470106"/>
                  </a:lnTo>
                  <a:lnTo>
                    <a:pt x="1217558" y="469816"/>
                  </a:lnTo>
                  <a:lnTo>
                    <a:pt x="1227302" y="469495"/>
                  </a:lnTo>
                  <a:lnTo>
                    <a:pt x="1237031" y="469141"/>
                  </a:lnTo>
                  <a:lnTo>
                    <a:pt x="1246775" y="468752"/>
                  </a:lnTo>
                  <a:lnTo>
                    <a:pt x="1256519" y="468327"/>
                  </a:lnTo>
                  <a:lnTo>
                    <a:pt x="1266263" y="467865"/>
                  </a:lnTo>
                  <a:lnTo>
                    <a:pt x="1276007" y="467365"/>
                  </a:lnTo>
                  <a:lnTo>
                    <a:pt x="1285736" y="466822"/>
                  </a:lnTo>
                  <a:lnTo>
                    <a:pt x="1295480" y="466238"/>
                  </a:lnTo>
                  <a:lnTo>
                    <a:pt x="1305224" y="465610"/>
                  </a:lnTo>
                  <a:lnTo>
                    <a:pt x="1314968" y="464936"/>
                  </a:lnTo>
                  <a:lnTo>
                    <a:pt x="1324697" y="464216"/>
                  </a:lnTo>
                  <a:lnTo>
                    <a:pt x="1334441" y="463448"/>
                  </a:lnTo>
                  <a:lnTo>
                    <a:pt x="1344185" y="462628"/>
                  </a:lnTo>
                  <a:lnTo>
                    <a:pt x="1353929" y="461757"/>
                  </a:lnTo>
                  <a:lnTo>
                    <a:pt x="1363658" y="460831"/>
                  </a:lnTo>
                  <a:lnTo>
                    <a:pt x="1373402" y="459850"/>
                  </a:lnTo>
                  <a:lnTo>
                    <a:pt x="1383146" y="458811"/>
                  </a:lnTo>
                  <a:lnTo>
                    <a:pt x="1392890" y="457713"/>
                  </a:lnTo>
                  <a:lnTo>
                    <a:pt x="1402619" y="456552"/>
                  </a:lnTo>
                  <a:lnTo>
                    <a:pt x="1412363" y="455328"/>
                  </a:lnTo>
                  <a:lnTo>
                    <a:pt x="1422106" y="454038"/>
                  </a:lnTo>
                  <a:lnTo>
                    <a:pt x="1431850" y="452677"/>
                  </a:lnTo>
                  <a:lnTo>
                    <a:pt x="1441594" y="451247"/>
                  </a:lnTo>
                  <a:lnTo>
                    <a:pt x="1451323" y="449742"/>
                  </a:lnTo>
                  <a:lnTo>
                    <a:pt x="1461067" y="448161"/>
                  </a:lnTo>
                  <a:lnTo>
                    <a:pt x="1470811" y="446502"/>
                  </a:lnTo>
                  <a:lnTo>
                    <a:pt x="1480555" y="444758"/>
                  </a:lnTo>
                  <a:lnTo>
                    <a:pt x="1490284" y="442932"/>
                  </a:lnTo>
                  <a:lnTo>
                    <a:pt x="1500028" y="441016"/>
                  </a:lnTo>
                  <a:lnTo>
                    <a:pt x="1509772" y="439010"/>
                  </a:lnTo>
                  <a:lnTo>
                    <a:pt x="1519516" y="436910"/>
                  </a:lnTo>
                  <a:lnTo>
                    <a:pt x="1529245" y="434712"/>
                  </a:lnTo>
                  <a:lnTo>
                    <a:pt x="1538989" y="432415"/>
                  </a:lnTo>
                  <a:lnTo>
                    <a:pt x="1548733" y="430013"/>
                  </a:lnTo>
                  <a:lnTo>
                    <a:pt x="1558477" y="427504"/>
                  </a:lnTo>
                  <a:lnTo>
                    <a:pt x="1568221" y="424885"/>
                  </a:lnTo>
                  <a:lnTo>
                    <a:pt x="1577950" y="422154"/>
                  </a:lnTo>
                  <a:lnTo>
                    <a:pt x="1587694" y="419305"/>
                  </a:lnTo>
                  <a:lnTo>
                    <a:pt x="1597438" y="416339"/>
                  </a:lnTo>
                  <a:lnTo>
                    <a:pt x="1607182" y="413249"/>
                  </a:lnTo>
                  <a:lnTo>
                    <a:pt x="1616911" y="410033"/>
                  </a:lnTo>
                  <a:lnTo>
                    <a:pt x="1626655" y="406692"/>
                  </a:lnTo>
                  <a:lnTo>
                    <a:pt x="1636399" y="403219"/>
                  </a:lnTo>
                  <a:lnTo>
                    <a:pt x="1646142" y="399613"/>
                  </a:lnTo>
                  <a:lnTo>
                    <a:pt x="1655872" y="395873"/>
                  </a:lnTo>
                  <a:lnTo>
                    <a:pt x="1665616" y="391995"/>
                  </a:lnTo>
                  <a:lnTo>
                    <a:pt x="1675359" y="387978"/>
                  </a:lnTo>
                  <a:lnTo>
                    <a:pt x="1685103" y="383822"/>
                  </a:lnTo>
                  <a:lnTo>
                    <a:pt x="1694832" y="379522"/>
                  </a:lnTo>
                  <a:lnTo>
                    <a:pt x="1704576" y="375080"/>
                  </a:lnTo>
                  <a:lnTo>
                    <a:pt x="1714320" y="370495"/>
                  </a:lnTo>
                  <a:lnTo>
                    <a:pt x="1724064" y="365766"/>
                  </a:lnTo>
                  <a:lnTo>
                    <a:pt x="1733808" y="360892"/>
                  </a:lnTo>
                  <a:lnTo>
                    <a:pt x="1743537" y="355874"/>
                  </a:lnTo>
                  <a:lnTo>
                    <a:pt x="1753281" y="350713"/>
                  </a:lnTo>
                  <a:lnTo>
                    <a:pt x="1763025" y="345411"/>
                  </a:lnTo>
                  <a:lnTo>
                    <a:pt x="1772769" y="339967"/>
                  </a:lnTo>
                  <a:lnTo>
                    <a:pt x="1782498" y="334382"/>
                  </a:lnTo>
                  <a:lnTo>
                    <a:pt x="1792242" y="328663"/>
                  </a:lnTo>
                  <a:lnTo>
                    <a:pt x="1801986" y="322809"/>
                  </a:lnTo>
                  <a:lnTo>
                    <a:pt x="1811730" y="316822"/>
                  </a:lnTo>
                  <a:lnTo>
                    <a:pt x="1821459" y="310709"/>
                  </a:lnTo>
                  <a:lnTo>
                    <a:pt x="1831203" y="304471"/>
                  </a:lnTo>
                  <a:lnTo>
                    <a:pt x="1840947" y="298114"/>
                  </a:lnTo>
                  <a:lnTo>
                    <a:pt x="1850691" y="291642"/>
                  </a:lnTo>
                  <a:lnTo>
                    <a:pt x="1860435" y="285061"/>
                  </a:lnTo>
                  <a:lnTo>
                    <a:pt x="1870164" y="278376"/>
                  </a:lnTo>
                  <a:lnTo>
                    <a:pt x="1879908" y="271592"/>
                  </a:lnTo>
                  <a:lnTo>
                    <a:pt x="1889652" y="264716"/>
                  </a:lnTo>
                  <a:lnTo>
                    <a:pt x="1899395" y="257757"/>
                  </a:lnTo>
                  <a:lnTo>
                    <a:pt x="1909124" y="250719"/>
                  </a:lnTo>
                  <a:lnTo>
                    <a:pt x="1918868" y="243612"/>
                  </a:lnTo>
                  <a:lnTo>
                    <a:pt x="1928612" y="236442"/>
                  </a:lnTo>
                  <a:lnTo>
                    <a:pt x="1938356" y="229221"/>
                  </a:lnTo>
                  <a:lnTo>
                    <a:pt x="1948085" y="221953"/>
                  </a:lnTo>
                  <a:lnTo>
                    <a:pt x="1957829" y="214651"/>
                  </a:lnTo>
                  <a:lnTo>
                    <a:pt x="1967573" y="207321"/>
                  </a:lnTo>
                  <a:lnTo>
                    <a:pt x="1977317" y="199976"/>
                  </a:lnTo>
                  <a:lnTo>
                    <a:pt x="1987046" y="192622"/>
                  </a:lnTo>
                  <a:lnTo>
                    <a:pt x="1996790" y="185270"/>
                  </a:lnTo>
                  <a:lnTo>
                    <a:pt x="2006534" y="177933"/>
                  </a:lnTo>
                  <a:lnTo>
                    <a:pt x="2016278" y="170617"/>
                  </a:lnTo>
                  <a:lnTo>
                    <a:pt x="2026022" y="163335"/>
                  </a:lnTo>
                  <a:lnTo>
                    <a:pt x="2035751" y="156098"/>
                  </a:lnTo>
                  <a:lnTo>
                    <a:pt x="2045495" y="148914"/>
                  </a:lnTo>
                  <a:lnTo>
                    <a:pt x="2055239" y="141797"/>
                  </a:lnTo>
                  <a:lnTo>
                    <a:pt x="2064983" y="134755"/>
                  </a:lnTo>
                  <a:lnTo>
                    <a:pt x="2074712" y="127799"/>
                  </a:lnTo>
                  <a:lnTo>
                    <a:pt x="2084456" y="120941"/>
                  </a:lnTo>
                  <a:lnTo>
                    <a:pt x="2094200" y="114189"/>
                  </a:lnTo>
                  <a:lnTo>
                    <a:pt x="2103944" y="107554"/>
                  </a:lnTo>
                  <a:lnTo>
                    <a:pt x="2113673" y="101048"/>
                  </a:lnTo>
                  <a:lnTo>
                    <a:pt x="2123417" y="94679"/>
                  </a:lnTo>
                  <a:lnTo>
                    <a:pt x="2133161" y="88455"/>
                  </a:lnTo>
                  <a:lnTo>
                    <a:pt x="2142905" y="82390"/>
                  </a:lnTo>
                  <a:lnTo>
                    <a:pt x="2152649" y="76488"/>
                  </a:lnTo>
                  <a:lnTo>
                    <a:pt x="2162377" y="70761"/>
                  </a:lnTo>
                  <a:lnTo>
                    <a:pt x="2172121" y="65217"/>
                  </a:lnTo>
                  <a:lnTo>
                    <a:pt x="2181865" y="59863"/>
                  </a:lnTo>
                  <a:lnTo>
                    <a:pt x="2191609" y="54706"/>
                  </a:lnTo>
                  <a:lnTo>
                    <a:pt x="2201338" y="49755"/>
                  </a:lnTo>
                  <a:lnTo>
                    <a:pt x="2211082" y="45016"/>
                  </a:lnTo>
                  <a:lnTo>
                    <a:pt x="2220826" y="40494"/>
                  </a:lnTo>
                  <a:lnTo>
                    <a:pt x="2230570" y="36196"/>
                  </a:lnTo>
                  <a:lnTo>
                    <a:pt x="2240299" y="32125"/>
                  </a:lnTo>
                  <a:lnTo>
                    <a:pt x="2250043" y="28287"/>
                  </a:lnTo>
                  <a:lnTo>
                    <a:pt x="2259787" y="24688"/>
                  </a:lnTo>
                  <a:lnTo>
                    <a:pt x="2269531" y="21328"/>
                  </a:lnTo>
                  <a:lnTo>
                    <a:pt x="2279260" y="18211"/>
                  </a:lnTo>
                  <a:lnTo>
                    <a:pt x="2289004" y="15340"/>
                  </a:lnTo>
                  <a:lnTo>
                    <a:pt x="2298748" y="12716"/>
                  </a:lnTo>
                  <a:lnTo>
                    <a:pt x="2308492" y="10341"/>
                  </a:lnTo>
                  <a:lnTo>
                    <a:pt x="2318236" y="8214"/>
                  </a:lnTo>
                  <a:lnTo>
                    <a:pt x="2327965" y="6335"/>
                  </a:lnTo>
                  <a:lnTo>
                    <a:pt x="2337709" y="4705"/>
                  </a:lnTo>
                  <a:lnTo>
                    <a:pt x="2347453" y="3319"/>
                  </a:lnTo>
                  <a:lnTo>
                    <a:pt x="2357197" y="2180"/>
                  </a:lnTo>
                  <a:lnTo>
                    <a:pt x="2366926" y="1281"/>
                  </a:lnTo>
                  <a:lnTo>
                    <a:pt x="2376670" y="621"/>
                  </a:lnTo>
                  <a:lnTo>
                    <a:pt x="2386413" y="195"/>
                  </a:lnTo>
                  <a:lnTo>
                    <a:pt x="2396157" y="0"/>
                  </a:lnTo>
                  <a:lnTo>
                    <a:pt x="2405886" y="31"/>
                  </a:lnTo>
                  <a:lnTo>
                    <a:pt x="2415630" y="283"/>
                  </a:lnTo>
                  <a:lnTo>
                    <a:pt x="2425374" y="748"/>
                  </a:lnTo>
                  <a:lnTo>
                    <a:pt x="2435118" y="1423"/>
                  </a:lnTo>
                  <a:lnTo>
                    <a:pt x="2444862" y="2297"/>
                  </a:lnTo>
                  <a:lnTo>
                    <a:pt x="2454591" y="3367"/>
                  </a:lnTo>
                  <a:lnTo>
                    <a:pt x="2464335" y="4623"/>
                  </a:lnTo>
                  <a:lnTo>
                    <a:pt x="2474079" y="6058"/>
                  </a:lnTo>
                  <a:lnTo>
                    <a:pt x="2483823" y="7664"/>
                  </a:lnTo>
                  <a:lnTo>
                    <a:pt x="2493552" y="9431"/>
                  </a:lnTo>
                  <a:lnTo>
                    <a:pt x="2503296" y="11350"/>
                  </a:lnTo>
                  <a:lnTo>
                    <a:pt x="2513040" y="13414"/>
                  </a:lnTo>
                  <a:lnTo>
                    <a:pt x="2522784" y="15611"/>
                  </a:lnTo>
                  <a:lnTo>
                    <a:pt x="2532513" y="17934"/>
                  </a:lnTo>
                  <a:lnTo>
                    <a:pt x="2542257" y="20370"/>
                  </a:lnTo>
                  <a:lnTo>
                    <a:pt x="2552001" y="22912"/>
                  </a:lnTo>
                  <a:lnTo>
                    <a:pt x="2561745" y="25549"/>
                  </a:lnTo>
                  <a:lnTo>
                    <a:pt x="2571474" y="28271"/>
                  </a:lnTo>
                  <a:lnTo>
                    <a:pt x="2581218" y="31067"/>
                  </a:lnTo>
                  <a:lnTo>
                    <a:pt x="2590962" y="33928"/>
                  </a:lnTo>
                  <a:lnTo>
                    <a:pt x="2600705" y="36844"/>
                  </a:lnTo>
                  <a:lnTo>
                    <a:pt x="2610449" y="39804"/>
                  </a:lnTo>
                  <a:lnTo>
                    <a:pt x="2620178" y="42799"/>
                  </a:lnTo>
                  <a:lnTo>
                    <a:pt x="2629922" y="45820"/>
                  </a:lnTo>
                  <a:lnTo>
                    <a:pt x="2639666" y="48855"/>
                  </a:lnTo>
                  <a:lnTo>
                    <a:pt x="2649410" y="51896"/>
                  </a:lnTo>
                  <a:lnTo>
                    <a:pt x="2659139" y="54936"/>
                  </a:lnTo>
                  <a:lnTo>
                    <a:pt x="2668883" y="57962"/>
                  </a:lnTo>
                  <a:lnTo>
                    <a:pt x="2678627" y="60967"/>
                  </a:lnTo>
                  <a:lnTo>
                    <a:pt x="2688371" y="63942"/>
                  </a:lnTo>
                  <a:lnTo>
                    <a:pt x="2698100" y="66882"/>
                  </a:lnTo>
                  <a:lnTo>
                    <a:pt x="2707844" y="69775"/>
                  </a:lnTo>
                  <a:lnTo>
                    <a:pt x="2717588" y="72615"/>
                  </a:lnTo>
                  <a:lnTo>
                    <a:pt x="2727332" y="75396"/>
                  </a:lnTo>
                  <a:lnTo>
                    <a:pt x="2737076" y="78111"/>
                  </a:lnTo>
                  <a:lnTo>
                    <a:pt x="2746805" y="80754"/>
                  </a:lnTo>
                  <a:lnTo>
                    <a:pt x="2756549" y="83318"/>
                  </a:lnTo>
                  <a:lnTo>
                    <a:pt x="2766293" y="85799"/>
                  </a:lnTo>
                  <a:lnTo>
                    <a:pt x="2776037" y="88192"/>
                  </a:lnTo>
                  <a:lnTo>
                    <a:pt x="2785766" y="90490"/>
                  </a:lnTo>
                  <a:lnTo>
                    <a:pt x="2795510" y="92691"/>
                  </a:lnTo>
                  <a:lnTo>
                    <a:pt x="2805254" y="94793"/>
                  </a:lnTo>
                  <a:lnTo>
                    <a:pt x="2814998" y="96790"/>
                  </a:lnTo>
                  <a:lnTo>
                    <a:pt x="2824727" y="98680"/>
                  </a:lnTo>
                  <a:lnTo>
                    <a:pt x="2834471" y="100464"/>
                  </a:lnTo>
                  <a:lnTo>
                    <a:pt x="2844215" y="102136"/>
                  </a:lnTo>
                  <a:lnTo>
                    <a:pt x="2853958" y="103695"/>
                  </a:lnTo>
                  <a:lnTo>
                    <a:pt x="2863687" y="105144"/>
                  </a:lnTo>
                  <a:lnTo>
                    <a:pt x="2873431" y="106480"/>
                  </a:lnTo>
                  <a:lnTo>
                    <a:pt x="2883175" y="107703"/>
                  </a:lnTo>
                  <a:lnTo>
                    <a:pt x="2892919" y="108816"/>
                  </a:lnTo>
                  <a:lnTo>
                    <a:pt x="2902663" y="109817"/>
                  </a:lnTo>
                  <a:lnTo>
                    <a:pt x="2912392" y="11071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0" name="Freeform 879">
              <a:extLst>
                <a:ext uri="{FF2B5EF4-FFF2-40B4-BE49-F238E27FC236}">
                  <a16:creationId xmlns:a16="http://schemas.microsoft.com/office/drawing/2014/main" id="{41B04A4D-F0AB-8C88-211D-A3924D5BA5C7}"/>
                </a:ext>
              </a:extLst>
            </p:cNvPr>
            <p:cNvSpPr/>
            <p:nvPr/>
          </p:nvSpPr>
          <p:spPr>
            <a:xfrm>
              <a:off x="576446" y="3413673"/>
              <a:ext cx="2912392" cy="288562"/>
            </a:xfrm>
            <a:custGeom>
              <a:avLst/>
              <a:gdLst>
                <a:gd name="connsiteX0" fmla="*/ 0 w 2912392"/>
                <a:gd name="connsiteY0" fmla="*/ 158683 h 288562"/>
                <a:gd name="connsiteX1" fmla="*/ 9739 w 2912392"/>
                <a:gd name="connsiteY1" fmla="*/ 157257 h 288562"/>
                <a:gd name="connsiteX2" fmla="*/ 19480 w 2912392"/>
                <a:gd name="connsiteY2" fmla="*/ 155881 h 288562"/>
                <a:gd name="connsiteX3" fmla="*/ 29221 w 2912392"/>
                <a:gd name="connsiteY3" fmla="*/ 154549 h 288562"/>
                <a:gd name="connsiteX4" fmla="*/ 38961 w 2912392"/>
                <a:gd name="connsiteY4" fmla="*/ 153261 h 288562"/>
                <a:gd name="connsiteX5" fmla="*/ 48702 w 2912392"/>
                <a:gd name="connsiteY5" fmla="*/ 152016 h 288562"/>
                <a:gd name="connsiteX6" fmla="*/ 58443 w 2912392"/>
                <a:gd name="connsiteY6" fmla="*/ 150806 h 288562"/>
                <a:gd name="connsiteX7" fmla="*/ 68182 w 2912392"/>
                <a:gd name="connsiteY7" fmla="*/ 149630 h 288562"/>
                <a:gd name="connsiteX8" fmla="*/ 77923 w 2912392"/>
                <a:gd name="connsiteY8" fmla="*/ 148483 h 288562"/>
                <a:gd name="connsiteX9" fmla="*/ 87664 w 2912392"/>
                <a:gd name="connsiteY9" fmla="*/ 147363 h 288562"/>
                <a:gd name="connsiteX10" fmla="*/ 97404 w 2912392"/>
                <a:gd name="connsiteY10" fmla="*/ 146265 h 288562"/>
                <a:gd name="connsiteX11" fmla="*/ 107145 w 2912392"/>
                <a:gd name="connsiteY11" fmla="*/ 145185 h 288562"/>
                <a:gd name="connsiteX12" fmla="*/ 116886 w 2912392"/>
                <a:gd name="connsiteY12" fmla="*/ 144116 h 288562"/>
                <a:gd name="connsiteX13" fmla="*/ 126625 w 2912392"/>
                <a:gd name="connsiteY13" fmla="*/ 143059 h 288562"/>
                <a:gd name="connsiteX14" fmla="*/ 136366 w 2912392"/>
                <a:gd name="connsiteY14" fmla="*/ 142004 h 288562"/>
                <a:gd name="connsiteX15" fmla="*/ 146107 w 2912392"/>
                <a:gd name="connsiteY15" fmla="*/ 140950 h 288562"/>
                <a:gd name="connsiteX16" fmla="*/ 155846 w 2912392"/>
                <a:gd name="connsiteY16" fmla="*/ 139891 h 288562"/>
                <a:gd name="connsiteX17" fmla="*/ 165587 w 2912392"/>
                <a:gd name="connsiteY17" fmla="*/ 138824 h 288562"/>
                <a:gd name="connsiteX18" fmla="*/ 175328 w 2912392"/>
                <a:gd name="connsiteY18" fmla="*/ 137743 h 288562"/>
                <a:gd name="connsiteX19" fmla="*/ 185068 w 2912392"/>
                <a:gd name="connsiteY19" fmla="*/ 136643 h 288562"/>
                <a:gd name="connsiteX20" fmla="*/ 194809 w 2912392"/>
                <a:gd name="connsiteY20" fmla="*/ 135521 h 288562"/>
                <a:gd name="connsiteX21" fmla="*/ 204550 w 2912392"/>
                <a:gd name="connsiteY21" fmla="*/ 134372 h 288562"/>
                <a:gd name="connsiteX22" fmla="*/ 214289 w 2912392"/>
                <a:gd name="connsiteY22" fmla="*/ 133194 h 288562"/>
                <a:gd name="connsiteX23" fmla="*/ 224030 w 2912392"/>
                <a:gd name="connsiteY23" fmla="*/ 131980 h 288562"/>
                <a:gd name="connsiteX24" fmla="*/ 233771 w 2912392"/>
                <a:gd name="connsiteY24" fmla="*/ 130725 h 288562"/>
                <a:gd name="connsiteX25" fmla="*/ 243510 w 2912392"/>
                <a:gd name="connsiteY25" fmla="*/ 129430 h 288562"/>
                <a:gd name="connsiteX26" fmla="*/ 253251 w 2912392"/>
                <a:gd name="connsiteY26" fmla="*/ 128088 h 288562"/>
                <a:gd name="connsiteX27" fmla="*/ 262992 w 2912392"/>
                <a:gd name="connsiteY27" fmla="*/ 126696 h 288562"/>
                <a:gd name="connsiteX28" fmla="*/ 272732 w 2912392"/>
                <a:gd name="connsiteY28" fmla="*/ 125253 h 288562"/>
                <a:gd name="connsiteX29" fmla="*/ 282473 w 2912392"/>
                <a:gd name="connsiteY29" fmla="*/ 123754 h 288562"/>
                <a:gd name="connsiteX30" fmla="*/ 292214 w 2912392"/>
                <a:gd name="connsiteY30" fmla="*/ 122198 h 288562"/>
                <a:gd name="connsiteX31" fmla="*/ 301953 w 2912392"/>
                <a:gd name="connsiteY31" fmla="*/ 120582 h 288562"/>
                <a:gd name="connsiteX32" fmla="*/ 311694 w 2912392"/>
                <a:gd name="connsiteY32" fmla="*/ 118903 h 288562"/>
                <a:gd name="connsiteX33" fmla="*/ 321435 w 2912392"/>
                <a:gd name="connsiteY33" fmla="*/ 117161 h 288562"/>
                <a:gd name="connsiteX34" fmla="*/ 331175 w 2912392"/>
                <a:gd name="connsiteY34" fmla="*/ 115355 h 288562"/>
                <a:gd name="connsiteX35" fmla="*/ 340916 w 2912392"/>
                <a:gd name="connsiteY35" fmla="*/ 113483 h 288562"/>
                <a:gd name="connsiteX36" fmla="*/ 350656 w 2912392"/>
                <a:gd name="connsiteY36" fmla="*/ 111544 h 288562"/>
                <a:gd name="connsiteX37" fmla="*/ 360396 w 2912392"/>
                <a:gd name="connsiteY37" fmla="*/ 109539 h 288562"/>
                <a:gd name="connsiteX38" fmla="*/ 370137 w 2912392"/>
                <a:gd name="connsiteY38" fmla="*/ 107466 h 288562"/>
                <a:gd name="connsiteX39" fmla="*/ 379878 w 2912392"/>
                <a:gd name="connsiteY39" fmla="*/ 105327 h 288562"/>
                <a:gd name="connsiteX40" fmla="*/ 389617 w 2912392"/>
                <a:gd name="connsiteY40" fmla="*/ 103123 h 288562"/>
                <a:gd name="connsiteX41" fmla="*/ 399358 w 2912392"/>
                <a:gd name="connsiteY41" fmla="*/ 100856 h 288562"/>
                <a:gd name="connsiteX42" fmla="*/ 409099 w 2912392"/>
                <a:gd name="connsiteY42" fmla="*/ 98524 h 288562"/>
                <a:gd name="connsiteX43" fmla="*/ 418839 w 2912392"/>
                <a:gd name="connsiteY43" fmla="*/ 96131 h 288562"/>
                <a:gd name="connsiteX44" fmla="*/ 428580 w 2912392"/>
                <a:gd name="connsiteY44" fmla="*/ 93680 h 288562"/>
                <a:gd name="connsiteX45" fmla="*/ 438321 w 2912392"/>
                <a:gd name="connsiteY45" fmla="*/ 91173 h 288562"/>
                <a:gd name="connsiteX46" fmla="*/ 448060 w 2912392"/>
                <a:gd name="connsiteY46" fmla="*/ 88612 h 288562"/>
                <a:gd name="connsiteX47" fmla="*/ 457801 w 2912392"/>
                <a:gd name="connsiteY47" fmla="*/ 86000 h 288562"/>
                <a:gd name="connsiteX48" fmla="*/ 467542 w 2912392"/>
                <a:gd name="connsiteY48" fmla="*/ 83342 h 288562"/>
                <a:gd name="connsiteX49" fmla="*/ 477281 w 2912392"/>
                <a:gd name="connsiteY49" fmla="*/ 80641 h 288562"/>
                <a:gd name="connsiteX50" fmla="*/ 487022 w 2912392"/>
                <a:gd name="connsiteY50" fmla="*/ 77901 h 288562"/>
                <a:gd name="connsiteX51" fmla="*/ 496763 w 2912392"/>
                <a:gd name="connsiteY51" fmla="*/ 75125 h 288562"/>
                <a:gd name="connsiteX52" fmla="*/ 506503 w 2912392"/>
                <a:gd name="connsiteY52" fmla="*/ 72321 h 288562"/>
                <a:gd name="connsiteX53" fmla="*/ 516244 w 2912392"/>
                <a:gd name="connsiteY53" fmla="*/ 69490 h 288562"/>
                <a:gd name="connsiteX54" fmla="*/ 525985 w 2912392"/>
                <a:gd name="connsiteY54" fmla="*/ 66642 h 288562"/>
                <a:gd name="connsiteX55" fmla="*/ 535724 w 2912392"/>
                <a:gd name="connsiteY55" fmla="*/ 63777 h 288562"/>
                <a:gd name="connsiteX56" fmla="*/ 545465 w 2912392"/>
                <a:gd name="connsiteY56" fmla="*/ 60903 h 288562"/>
                <a:gd name="connsiteX57" fmla="*/ 555206 w 2912392"/>
                <a:gd name="connsiteY57" fmla="*/ 58026 h 288562"/>
                <a:gd name="connsiteX58" fmla="*/ 564946 w 2912392"/>
                <a:gd name="connsiteY58" fmla="*/ 55152 h 288562"/>
                <a:gd name="connsiteX59" fmla="*/ 574687 w 2912392"/>
                <a:gd name="connsiteY59" fmla="*/ 52285 h 288562"/>
                <a:gd name="connsiteX60" fmla="*/ 584428 w 2912392"/>
                <a:gd name="connsiteY60" fmla="*/ 49433 h 288562"/>
                <a:gd name="connsiteX61" fmla="*/ 594167 w 2912392"/>
                <a:gd name="connsiteY61" fmla="*/ 46604 h 288562"/>
                <a:gd name="connsiteX62" fmla="*/ 603908 w 2912392"/>
                <a:gd name="connsiteY62" fmla="*/ 43800 h 288562"/>
                <a:gd name="connsiteX63" fmla="*/ 613649 w 2912392"/>
                <a:gd name="connsiteY63" fmla="*/ 41030 h 288562"/>
                <a:gd name="connsiteX64" fmla="*/ 623388 w 2912392"/>
                <a:gd name="connsiteY64" fmla="*/ 38299 h 288562"/>
                <a:gd name="connsiteX65" fmla="*/ 633129 w 2912392"/>
                <a:gd name="connsiteY65" fmla="*/ 35616 h 288562"/>
                <a:gd name="connsiteX66" fmla="*/ 642870 w 2912392"/>
                <a:gd name="connsiteY66" fmla="*/ 32985 h 288562"/>
                <a:gd name="connsiteX67" fmla="*/ 652610 w 2912392"/>
                <a:gd name="connsiteY67" fmla="*/ 30412 h 288562"/>
                <a:gd name="connsiteX68" fmla="*/ 662351 w 2912392"/>
                <a:gd name="connsiteY68" fmla="*/ 27904 h 288562"/>
                <a:gd name="connsiteX69" fmla="*/ 672092 w 2912392"/>
                <a:gd name="connsiteY69" fmla="*/ 25470 h 288562"/>
                <a:gd name="connsiteX70" fmla="*/ 681831 w 2912392"/>
                <a:gd name="connsiteY70" fmla="*/ 23111 h 288562"/>
                <a:gd name="connsiteX71" fmla="*/ 691572 w 2912392"/>
                <a:gd name="connsiteY71" fmla="*/ 20838 h 288562"/>
                <a:gd name="connsiteX72" fmla="*/ 701313 w 2912392"/>
                <a:gd name="connsiteY72" fmla="*/ 18654 h 288562"/>
                <a:gd name="connsiteX73" fmla="*/ 711052 w 2912392"/>
                <a:gd name="connsiteY73" fmla="*/ 16565 h 288562"/>
                <a:gd name="connsiteX74" fmla="*/ 720793 w 2912392"/>
                <a:gd name="connsiteY74" fmla="*/ 14576 h 288562"/>
                <a:gd name="connsiteX75" fmla="*/ 730534 w 2912392"/>
                <a:gd name="connsiteY75" fmla="*/ 12695 h 288562"/>
                <a:gd name="connsiteX76" fmla="*/ 740274 w 2912392"/>
                <a:gd name="connsiteY76" fmla="*/ 10925 h 288562"/>
                <a:gd name="connsiteX77" fmla="*/ 750015 w 2912392"/>
                <a:gd name="connsiteY77" fmla="*/ 9273 h 288562"/>
                <a:gd name="connsiteX78" fmla="*/ 759756 w 2912392"/>
                <a:gd name="connsiteY78" fmla="*/ 7741 h 288562"/>
                <a:gd name="connsiteX79" fmla="*/ 769495 w 2912392"/>
                <a:gd name="connsiteY79" fmla="*/ 6337 h 288562"/>
                <a:gd name="connsiteX80" fmla="*/ 779236 w 2912392"/>
                <a:gd name="connsiteY80" fmla="*/ 5063 h 288562"/>
                <a:gd name="connsiteX81" fmla="*/ 788977 w 2912392"/>
                <a:gd name="connsiteY81" fmla="*/ 3923 h 288562"/>
                <a:gd name="connsiteX82" fmla="*/ 798717 w 2912392"/>
                <a:gd name="connsiteY82" fmla="*/ 2922 h 288562"/>
                <a:gd name="connsiteX83" fmla="*/ 808458 w 2912392"/>
                <a:gd name="connsiteY83" fmla="*/ 2062 h 288562"/>
                <a:gd name="connsiteX84" fmla="*/ 818199 w 2912392"/>
                <a:gd name="connsiteY84" fmla="*/ 1348 h 288562"/>
                <a:gd name="connsiteX85" fmla="*/ 827938 w 2912392"/>
                <a:gd name="connsiteY85" fmla="*/ 782 h 288562"/>
                <a:gd name="connsiteX86" fmla="*/ 837679 w 2912392"/>
                <a:gd name="connsiteY86" fmla="*/ 368 h 288562"/>
                <a:gd name="connsiteX87" fmla="*/ 847420 w 2912392"/>
                <a:gd name="connsiteY87" fmla="*/ 106 h 288562"/>
                <a:gd name="connsiteX88" fmla="*/ 857159 w 2912392"/>
                <a:gd name="connsiteY88" fmla="*/ 0 h 288562"/>
                <a:gd name="connsiteX89" fmla="*/ 866900 w 2912392"/>
                <a:gd name="connsiteY89" fmla="*/ 51 h 288562"/>
                <a:gd name="connsiteX90" fmla="*/ 876641 w 2912392"/>
                <a:gd name="connsiteY90" fmla="*/ 259 h 288562"/>
                <a:gd name="connsiteX91" fmla="*/ 886381 w 2912392"/>
                <a:gd name="connsiteY91" fmla="*/ 629 h 288562"/>
                <a:gd name="connsiteX92" fmla="*/ 896122 w 2912392"/>
                <a:gd name="connsiteY92" fmla="*/ 1158 h 288562"/>
                <a:gd name="connsiteX93" fmla="*/ 905863 w 2912392"/>
                <a:gd name="connsiteY93" fmla="*/ 1847 h 288562"/>
                <a:gd name="connsiteX94" fmla="*/ 915602 w 2912392"/>
                <a:gd name="connsiteY94" fmla="*/ 2700 h 288562"/>
                <a:gd name="connsiteX95" fmla="*/ 925343 w 2912392"/>
                <a:gd name="connsiteY95" fmla="*/ 3711 h 288562"/>
                <a:gd name="connsiteX96" fmla="*/ 935084 w 2912392"/>
                <a:gd name="connsiteY96" fmla="*/ 4884 h 288562"/>
                <a:gd name="connsiteX97" fmla="*/ 944824 w 2912392"/>
                <a:gd name="connsiteY97" fmla="*/ 6217 h 288562"/>
                <a:gd name="connsiteX98" fmla="*/ 954564 w 2912392"/>
                <a:gd name="connsiteY98" fmla="*/ 7709 h 288562"/>
                <a:gd name="connsiteX99" fmla="*/ 964305 w 2912392"/>
                <a:gd name="connsiteY99" fmla="*/ 9358 h 288562"/>
                <a:gd name="connsiteX100" fmla="*/ 974045 w 2912392"/>
                <a:gd name="connsiteY100" fmla="*/ 11164 h 288562"/>
                <a:gd name="connsiteX101" fmla="*/ 983786 w 2912392"/>
                <a:gd name="connsiteY101" fmla="*/ 13123 h 288562"/>
                <a:gd name="connsiteX102" fmla="*/ 993522 w 2912392"/>
                <a:gd name="connsiteY102" fmla="*/ 15234 h 288562"/>
                <a:gd name="connsiteX103" fmla="*/ 1003266 w 2912392"/>
                <a:gd name="connsiteY103" fmla="*/ 17494 h 288562"/>
                <a:gd name="connsiteX104" fmla="*/ 1013010 w 2912392"/>
                <a:gd name="connsiteY104" fmla="*/ 19902 h 288562"/>
                <a:gd name="connsiteX105" fmla="*/ 1022754 w 2912392"/>
                <a:gd name="connsiteY105" fmla="*/ 22454 h 288562"/>
                <a:gd name="connsiteX106" fmla="*/ 1032483 w 2912392"/>
                <a:gd name="connsiteY106" fmla="*/ 25145 h 288562"/>
                <a:gd name="connsiteX107" fmla="*/ 1042227 w 2912392"/>
                <a:gd name="connsiteY107" fmla="*/ 27976 h 288562"/>
                <a:gd name="connsiteX108" fmla="*/ 1051971 w 2912392"/>
                <a:gd name="connsiteY108" fmla="*/ 30938 h 288562"/>
                <a:gd name="connsiteX109" fmla="*/ 1061715 w 2912392"/>
                <a:gd name="connsiteY109" fmla="*/ 34031 h 288562"/>
                <a:gd name="connsiteX110" fmla="*/ 1071444 w 2912392"/>
                <a:gd name="connsiteY110" fmla="*/ 37250 h 288562"/>
                <a:gd name="connsiteX111" fmla="*/ 1081188 w 2912392"/>
                <a:gd name="connsiteY111" fmla="*/ 40591 h 288562"/>
                <a:gd name="connsiteX112" fmla="*/ 1090932 w 2912392"/>
                <a:gd name="connsiteY112" fmla="*/ 44049 h 288562"/>
                <a:gd name="connsiteX113" fmla="*/ 1100676 w 2912392"/>
                <a:gd name="connsiteY113" fmla="*/ 47619 h 288562"/>
                <a:gd name="connsiteX114" fmla="*/ 1110405 w 2912392"/>
                <a:gd name="connsiteY114" fmla="*/ 51297 h 288562"/>
                <a:gd name="connsiteX115" fmla="*/ 1120149 w 2912392"/>
                <a:gd name="connsiteY115" fmla="*/ 55079 h 288562"/>
                <a:gd name="connsiteX116" fmla="*/ 1129893 w 2912392"/>
                <a:gd name="connsiteY116" fmla="*/ 58958 h 288562"/>
                <a:gd name="connsiteX117" fmla="*/ 1139637 w 2912392"/>
                <a:gd name="connsiteY117" fmla="*/ 62930 h 288562"/>
                <a:gd name="connsiteX118" fmla="*/ 1149381 w 2912392"/>
                <a:gd name="connsiteY118" fmla="*/ 66990 h 288562"/>
                <a:gd name="connsiteX119" fmla="*/ 1159110 w 2912392"/>
                <a:gd name="connsiteY119" fmla="*/ 71132 h 288562"/>
                <a:gd name="connsiteX120" fmla="*/ 1168854 w 2912392"/>
                <a:gd name="connsiteY120" fmla="*/ 75350 h 288562"/>
                <a:gd name="connsiteX121" fmla="*/ 1178598 w 2912392"/>
                <a:gd name="connsiteY121" fmla="*/ 79641 h 288562"/>
                <a:gd name="connsiteX122" fmla="*/ 1188341 w 2912392"/>
                <a:gd name="connsiteY122" fmla="*/ 83996 h 288562"/>
                <a:gd name="connsiteX123" fmla="*/ 1198070 w 2912392"/>
                <a:gd name="connsiteY123" fmla="*/ 88412 h 288562"/>
                <a:gd name="connsiteX124" fmla="*/ 1207814 w 2912392"/>
                <a:gd name="connsiteY124" fmla="*/ 92882 h 288562"/>
                <a:gd name="connsiteX125" fmla="*/ 1217558 w 2912392"/>
                <a:gd name="connsiteY125" fmla="*/ 97399 h 288562"/>
                <a:gd name="connsiteX126" fmla="*/ 1227302 w 2912392"/>
                <a:gd name="connsiteY126" fmla="*/ 101961 h 288562"/>
                <a:gd name="connsiteX127" fmla="*/ 1237031 w 2912392"/>
                <a:gd name="connsiteY127" fmla="*/ 106558 h 288562"/>
                <a:gd name="connsiteX128" fmla="*/ 1246775 w 2912392"/>
                <a:gd name="connsiteY128" fmla="*/ 111187 h 288562"/>
                <a:gd name="connsiteX129" fmla="*/ 1256519 w 2912392"/>
                <a:gd name="connsiteY129" fmla="*/ 115841 h 288562"/>
                <a:gd name="connsiteX130" fmla="*/ 1266263 w 2912392"/>
                <a:gd name="connsiteY130" fmla="*/ 120515 h 288562"/>
                <a:gd name="connsiteX131" fmla="*/ 1276007 w 2912392"/>
                <a:gd name="connsiteY131" fmla="*/ 125202 h 288562"/>
                <a:gd name="connsiteX132" fmla="*/ 1285736 w 2912392"/>
                <a:gd name="connsiteY132" fmla="*/ 129897 h 288562"/>
                <a:gd name="connsiteX133" fmla="*/ 1295480 w 2912392"/>
                <a:gd name="connsiteY133" fmla="*/ 134594 h 288562"/>
                <a:gd name="connsiteX134" fmla="*/ 1305224 w 2912392"/>
                <a:gd name="connsiteY134" fmla="*/ 139289 h 288562"/>
                <a:gd name="connsiteX135" fmla="*/ 1314968 w 2912392"/>
                <a:gd name="connsiteY135" fmla="*/ 143975 h 288562"/>
                <a:gd name="connsiteX136" fmla="*/ 1324697 w 2912392"/>
                <a:gd name="connsiteY136" fmla="*/ 148647 h 288562"/>
                <a:gd name="connsiteX137" fmla="*/ 1334441 w 2912392"/>
                <a:gd name="connsiteY137" fmla="*/ 153299 h 288562"/>
                <a:gd name="connsiteX138" fmla="*/ 1344185 w 2912392"/>
                <a:gd name="connsiteY138" fmla="*/ 157926 h 288562"/>
                <a:gd name="connsiteX139" fmla="*/ 1353929 w 2912392"/>
                <a:gd name="connsiteY139" fmla="*/ 162524 h 288562"/>
                <a:gd name="connsiteX140" fmla="*/ 1363658 w 2912392"/>
                <a:gd name="connsiteY140" fmla="*/ 167085 h 288562"/>
                <a:gd name="connsiteX141" fmla="*/ 1373402 w 2912392"/>
                <a:gd name="connsiteY141" fmla="*/ 171608 h 288562"/>
                <a:gd name="connsiteX142" fmla="*/ 1383146 w 2912392"/>
                <a:gd name="connsiteY142" fmla="*/ 176085 h 288562"/>
                <a:gd name="connsiteX143" fmla="*/ 1392890 w 2912392"/>
                <a:gd name="connsiteY143" fmla="*/ 180513 h 288562"/>
                <a:gd name="connsiteX144" fmla="*/ 1402619 w 2912392"/>
                <a:gd name="connsiteY144" fmla="*/ 184886 h 288562"/>
                <a:gd name="connsiteX145" fmla="*/ 1412363 w 2912392"/>
                <a:gd name="connsiteY145" fmla="*/ 189202 h 288562"/>
                <a:gd name="connsiteX146" fmla="*/ 1422106 w 2912392"/>
                <a:gd name="connsiteY146" fmla="*/ 193454 h 288562"/>
                <a:gd name="connsiteX147" fmla="*/ 1431850 w 2912392"/>
                <a:gd name="connsiteY147" fmla="*/ 197641 h 288562"/>
                <a:gd name="connsiteX148" fmla="*/ 1441594 w 2912392"/>
                <a:gd name="connsiteY148" fmla="*/ 201756 h 288562"/>
                <a:gd name="connsiteX149" fmla="*/ 1451323 w 2912392"/>
                <a:gd name="connsiteY149" fmla="*/ 205798 h 288562"/>
                <a:gd name="connsiteX150" fmla="*/ 1461067 w 2912392"/>
                <a:gd name="connsiteY150" fmla="*/ 209763 h 288562"/>
                <a:gd name="connsiteX151" fmla="*/ 1470811 w 2912392"/>
                <a:gd name="connsiteY151" fmla="*/ 213645 h 288562"/>
                <a:gd name="connsiteX152" fmla="*/ 1480555 w 2912392"/>
                <a:gd name="connsiteY152" fmla="*/ 217445 h 288562"/>
                <a:gd name="connsiteX153" fmla="*/ 1490284 w 2912392"/>
                <a:gd name="connsiteY153" fmla="*/ 221156 h 288562"/>
                <a:gd name="connsiteX154" fmla="*/ 1500028 w 2912392"/>
                <a:gd name="connsiteY154" fmla="*/ 224779 h 288562"/>
                <a:gd name="connsiteX155" fmla="*/ 1509772 w 2912392"/>
                <a:gd name="connsiteY155" fmla="*/ 228309 h 288562"/>
                <a:gd name="connsiteX156" fmla="*/ 1519516 w 2912392"/>
                <a:gd name="connsiteY156" fmla="*/ 231745 h 288562"/>
                <a:gd name="connsiteX157" fmla="*/ 1529245 w 2912392"/>
                <a:gd name="connsiteY157" fmla="*/ 235084 h 288562"/>
                <a:gd name="connsiteX158" fmla="*/ 1538989 w 2912392"/>
                <a:gd name="connsiteY158" fmla="*/ 238323 h 288562"/>
                <a:gd name="connsiteX159" fmla="*/ 1548733 w 2912392"/>
                <a:gd name="connsiteY159" fmla="*/ 241463 h 288562"/>
                <a:gd name="connsiteX160" fmla="*/ 1558477 w 2912392"/>
                <a:gd name="connsiteY160" fmla="*/ 244501 h 288562"/>
                <a:gd name="connsiteX161" fmla="*/ 1568221 w 2912392"/>
                <a:gd name="connsiteY161" fmla="*/ 247436 h 288562"/>
                <a:gd name="connsiteX162" fmla="*/ 1577950 w 2912392"/>
                <a:gd name="connsiteY162" fmla="*/ 250267 h 288562"/>
                <a:gd name="connsiteX163" fmla="*/ 1587694 w 2912392"/>
                <a:gd name="connsiteY163" fmla="*/ 252992 h 288562"/>
                <a:gd name="connsiteX164" fmla="*/ 1597438 w 2912392"/>
                <a:gd name="connsiteY164" fmla="*/ 255613 h 288562"/>
                <a:gd name="connsiteX165" fmla="*/ 1607182 w 2912392"/>
                <a:gd name="connsiteY165" fmla="*/ 258128 h 288562"/>
                <a:gd name="connsiteX166" fmla="*/ 1616911 w 2912392"/>
                <a:gd name="connsiteY166" fmla="*/ 260535 h 288562"/>
                <a:gd name="connsiteX167" fmla="*/ 1626655 w 2912392"/>
                <a:gd name="connsiteY167" fmla="*/ 262836 h 288562"/>
                <a:gd name="connsiteX168" fmla="*/ 1636399 w 2912392"/>
                <a:gd name="connsiteY168" fmla="*/ 265031 h 288562"/>
                <a:gd name="connsiteX169" fmla="*/ 1646142 w 2912392"/>
                <a:gd name="connsiteY169" fmla="*/ 267119 h 288562"/>
                <a:gd name="connsiteX170" fmla="*/ 1655872 w 2912392"/>
                <a:gd name="connsiteY170" fmla="*/ 269102 h 288562"/>
                <a:gd name="connsiteX171" fmla="*/ 1665616 w 2912392"/>
                <a:gd name="connsiteY171" fmla="*/ 270980 h 288562"/>
                <a:gd name="connsiteX172" fmla="*/ 1675359 w 2912392"/>
                <a:gd name="connsiteY172" fmla="*/ 272754 h 288562"/>
                <a:gd name="connsiteX173" fmla="*/ 1685103 w 2912392"/>
                <a:gd name="connsiteY173" fmla="*/ 274424 h 288562"/>
                <a:gd name="connsiteX174" fmla="*/ 1694832 w 2912392"/>
                <a:gd name="connsiteY174" fmla="*/ 275992 h 288562"/>
                <a:gd name="connsiteX175" fmla="*/ 1704576 w 2912392"/>
                <a:gd name="connsiteY175" fmla="*/ 277459 h 288562"/>
                <a:gd name="connsiteX176" fmla="*/ 1714320 w 2912392"/>
                <a:gd name="connsiteY176" fmla="*/ 278827 h 288562"/>
                <a:gd name="connsiteX177" fmla="*/ 1724064 w 2912392"/>
                <a:gd name="connsiteY177" fmla="*/ 280096 h 288562"/>
                <a:gd name="connsiteX178" fmla="*/ 1733808 w 2912392"/>
                <a:gd name="connsiteY178" fmla="*/ 281269 h 288562"/>
                <a:gd name="connsiteX179" fmla="*/ 1743537 w 2912392"/>
                <a:gd name="connsiteY179" fmla="*/ 282346 h 288562"/>
                <a:gd name="connsiteX180" fmla="*/ 1753281 w 2912392"/>
                <a:gd name="connsiteY180" fmla="*/ 283329 h 288562"/>
                <a:gd name="connsiteX181" fmla="*/ 1763025 w 2912392"/>
                <a:gd name="connsiteY181" fmla="*/ 284223 h 288562"/>
                <a:gd name="connsiteX182" fmla="*/ 1772769 w 2912392"/>
                <a:gd name="connsiteY182" fmla="*/ 285026 h 288562"/>
                <a:gd name="connsiteX183" fmla="*/ 1782498 w 2912392"/>
                <a:gd name="connsiteY183" fmla="*/ 285742 h 288562"/>
                <a:gd name="connsiteX184" fmla="*/ 1792242 w 2912392"/>
                <a:gd name="connsiteY184" fmla="*/ 286370 h 288562"/>
                <a:gd name="connsiteX185" fmla="*/ 1801986 w 2912392"/>
                <a:gd name="connsiteY185" fmla="*/ 286917 h 288562"/>
                <a:gd name="connsiteX186" fmla="*/ 1811730 w 2912392"/>
                <a:gd name="connsiteY186" fmla="*/ 287380 h 288562"/>
                <a:gd name="connsiteX187" fmla="*/ 1821459 w 2912392"/>
                <a:gd name="connsiteY187" fmla="*/ 287765 h 288562"/>
                <a:gd name="connsiteX188" fmla="*/ 1831203 w 2912392"/>
                <a:gd name="connsiteY188" fmla="*/ 288072 h 288562"/>
                <a:gd name="connsiteX189" fmla="*/ 1840947 w 2912392"/>
                <a:gd name="connsiteY189" fmla="*/ 288303 h 288562"/>
                <a:gd name="connsiteX190" fmla="*/ 1850691 w 2912392"/>
                <a:gd name="connsiteY190" fmla="*/ 288461 h 288562"/>
                <a:gd name="connsiteX191" fmla="*/ 1860435 w 2912392"/>
                <a:gd name="connsiteY191" fmla="*/ 288546 h 288562"/>
                <a:gd name="connsiteX192" fmla="*/ 1870164 w 2912392"/>
                <a:gd name="connsiteY192" fmla="*/ 288562 h 288562"/>
                <a:gd name="connsiteX193" fmla="*/ 1879908 w 2912392"/>
                <a:gd name="connsiteY193" fmla="*/ 288510 h 288562"/>
                <a:gd name="connsiteX194" fmla="*/ 1889652 w 2912392"/>
                <a:gd name="connsiteY194" fmla="*/ 288391 h 288562"/>
                <a:gd name="connsiteX195" fmla="*/ 1899395 w 2912392"/>
                <a:gd name="connsiteY195" fmla="*/ 288207 h 288562"/>
                <a:gd name="connsiteX196" fmla="*/ 1909124 w 2912392"/>
                <a:gd name="connsiteY196" fmla="*/ 287960 h 288562"/>
                <a:gd name="connsiteX197" fmla="*/ 1918868 w 2912392"/>
                <a:gd name="connsiteY197" fmla="*/ 287652 h 288562"/>
                <a:gd name="connsiteX198" fmla="*/ 1928612 w 2912392"/>
                <a:gd name="connsiteY198" fmla="*/ 287284 h 288562"/>
                <a:gd name="connsiteX199" fmla="*/ 1938356 w 2912392"/>
                <a:gd name="connsiteY199" fmla="*/ 286856 h 288562"/>
                <a:gd name="connsiteX200" fmla="*/ 1948085 w 2912392"/>
                <a:gd name="connsiteY200" fmla="*/ 286372 h 288562"/>
                <a:gd name="connsiteX201" fmla="*/ 1957829 w 2912392"/>
                <a:gd name="connsiteY201" fmla="*/ 285831 h 288562"/>
                <a:gd name="connsiteX202" fmla="*/ 1967573 w 2912392"/>
                <a:gd name="connsiteY202" fmla="*/ 285235 h 288562"/>
                <a:gd name="connsiteX203" fmla="*/ 1977317 w 2912392"/>
                <a:gd name="connsiteY203" fmla="*/ 284582 h 288562"/>
                <a:gd name="connsiteX204" fmla="*/ 1987046 w 2912392"/>
                <a:gd name="connsiteY204" fmla="*/ 283878 h 288562"/>
                <a:gd name="connsiteX205" fmla="*/ 1996790 w 2912392"/>
                <a:gd name="connsiteY205" fmla="*/ 283119 h 288562"/>
                <a:gd name="connsiteX206" fmla="*/ 2006534 w 2912392"/>
                <a:gd name="connsiteY206" fmla="*/ 282309 h 288562"/>
                <a:gd name="connsiteX207" fmla="*/ 2016278 w 2912392"/>
                <a:gd name="connsiteY207" fmla="*/ 281446 h 288562"/>
                <a:gd name="connsiteX208" fmla="*/ 2026022 w 2912392"/>
                <a:gd name="connsiteY208" fmla="*/ 280531 h 288562"/>
                <a:gd name="connsiteX209" fmla="*/ 2035751 w 2912392"/>
                <a:gd name="connsiteY209" fmla="*/ 279566 h 288562"/>
                <a:gd name="connsiteX210" fmla="*/ 2045495 w 2912392"/>
                <a:gd name="connsiteY210" fmla="*/ 278548 h 288562"/>
                <a:gd name="connsiteX211" fmla="*/ 2055239 w 2912392"/>
                <a:gd name="connsiteY211" fmla="*/ 277480 h 288562"/>
                <a:gd name="connsiteX212" fmla="*/ 2064983 w 2912392"/>
                <a:gd name="connsiteY212" fmla="*/ 276360 h 288562"/>
                <a:gd name="connsiteX213" fmla="*/ 2074712 w 2912392"/>
                <a:gd name="connsiteY213" fmla="*/ 275189 h 288562"/>
                <a:gd name="connsiteX214" fmla="*/ 2084456 w 2912392"/>
                <a:gd name="connsiteY214" fmla="*/ 273965 h 288562"/>
                <a:gd name="connsiteX215" fmla="*/ 2094200 w 2912392"/>
                <a:gd name="connsiteY215" fmla="*/ 272692 h 288562"/>
                <a:gd name="connsiteX216" fmla="*/ 2103944 w 2912392"/>
                <a:gd name="connsiteY216" fmla="*/ 271364 h 288562"/>
                <a:gd name="connsiteX217" fmla="*/ 2113673 w 2912392"/>
                <a:gd name="connsiteY217" fmla="*/ 269986 h 288562"/>
                <a:gd name="connsiteX218" fmla="*/ 2123417 w 2912392"/>
                <a:gd name="connsiteY218" fmla="*/ 268556 h 288562"/>
                <a:gd name="connsiteX219" fmla="*/ 2133161 w 2912392"/>
                <a:gd name="connsiteY219" fmla="*/ 267072 h 288562"/>
                <a:gd name="connsiteX220" fmla="*/ 2142905 w 2912392"/>
                <a:gd name="connsiteY220" fmla="*/ 265536 h 288562"/>
                <a:gd name="connsiteX221" fmla="*/ 2152649 w 2912392"/>
                <a:gd name="connsiteY221" fmla="*/ 263946 h 288562"/>
                <a:gd name="connsiteX222" fmla="*/ 2162377 w 2912392"/>
                <a:gd name="connsiteY222" fmla="*/ 262304 h 288562"/>
                <a:gd name="connsiteX223" fmla="*/ 2172121 w 2912392"/>
                <a:gd name="connsiteY223" fmla="*/ 260609 h 288562"/>
                <a:gd name="connsiteX224" fmla="*/ 2181865 w 2912392"/>
                <a:gd name="connsiteY224" fmla="*/ 258859 h 288562"/>
                <a:gd name="connsiteX225" fmla="*/ 2191609 w 2912392"/>
                <a:gd name="connsiteY225" fmla="*/ 257057 h 288562"/>
                <a:gd name="connsiteX226" fmla="*/ 2201338 w 2912392"/>
                <a:gd name="connsiteY226" fmla="*/ 255202 h 288562"/>
                <a:gd name="connsiteX227" fmla="*/ 2211082 w 2912392"/>
                <a:gd name="connsiteY227" fmla="*/ 253295 h 288562"/>
                <a:gd name="connsiteX228" fmla="*/ 2220826 w 2912392"/>
                <a:gd name="connsiteY228" fmla="*/ 251335 h 288562"/>
                <a:gd name="connsiteX229" fmla="*/ 2230570 w 2912392"/>
                <a:gd name="connsiteY229" fmla="*/ 249324 h 288562"/>
                <a:gd name="connsiteX230" fmla="*/ 2240299 w 2912392"/>
                <a:gd name="connsiteY230" fmla="*/ 247262 h 288562"/>
                <a:gd name="connsiteX231" fmla="*/ 2250043 w 2912392"/>
                <a:gd name="connsiteY231" fmla="*/ 245151 h 288562"/>
                <a:gd name="connsiteX232" fmla="*/ 2259787 w 2912392"/>
                <a:gd name="connsiteY232" fmla="*/ 242990 h 288562"/>
                <a:gd name="connsiteX233" fmla="*/ 2269531 w 2912392"/>
                <a:gd name="connsiteY233" fmla="*/ 240784 h 288562"/>
                <a:gd name="connsiteX234" fmla="*/ 2279260 w 2912392"/>
                <a:gd name="connsiteY234" fmla="*/ 238531 h 288562"/>
                <a:gd name="connsiteX235" fmla="*/ 2289004 w 2912392"/>
                <a:gd name="connsiteY235" fmla="*/ 236237 h 288562"/>
                <a:gd name="connsiteX236" fmla="*/ 2298748 w 2912392"/>
                <a:gd name="connsiteY236" fmla="*/ 233899 h 288562"/>
                <a:gd name="connsiteX237" fmla="*/ 2308492 w 2912392"/>
                <a:gd name="connsiteY237" fmla="*/ 231523 h 288562"/>
                <a:gd name="connsiteX238" fmla="*/ 2318236 w 2912392"/>
                <a:gd name="connsiteY238" fmla="*/ 229112 h 288562"/>
                <a:gd name="connsiteX239" fmla="*/ 2327965 w 2912392"/>
                <a:gd name="connsiteY239" fmla="*/ 226666 h 288562"/>
                <a:gd name="connsiteX240" fmla="*/ 2337709 w 2912392"/>
                <a:gd name="connsiteY240" fmla="*/ 224191 h 288562"/>
                <a:gd name="connsiteX241" fmla="*/ 2347453 w 2912392"/>
                <a:gd name="connsiteY241" fmla="*/ 221689 h 288562"/>
                <a:gd name="connsiteX242" fmla="*/ 2357197 w 2912392"/>
                <a:gd name="connsiteY242" fmla="*/ 219164 h 288562"/>
                <a:gd name="connsiteX243" fmla="*/ 2366926 w 2912392"/>
                <a:gd name="connsiteY243" fmla="*/ 216619 h 288562"/>
                <a:gd name="connsiteX244" fmla="*/ 2376670 w 2912392"/>
                <a:gd name="connsiteY244" fmla="*/ 214061 h 288562"/>
                <a:gd name="connsiteX245" fmla="*/ 2386413 w 2912392"/>
                <a:gd name="connsiteY245" fmla="*/ 211494 h 288562"/>
                <a:gd name="connsiteX246" fmla="*/ 2396157 w 2912392"/>
                <a:gd name="connsiteY246" fmla="*/ 208919 h 288562"/>
                <a:gd name="connsiteX247" fmla="*/ 2405886 w 2912392"/>
                <a:gd name="connsiteY247" fmla="*/ 206346 h 288562"/>
                <a:gd name="connsiteX248" fmla="*/ 2415630 w 2912392"/>
                <a:gd name="connsiteY248" fmla="*/ 203778 h 288562"/>
                <a:gd name="connsiteX249" fmla="*/ 2425374 w 2912392"/>
                <a:gd name="connsiteY249" fmla="*/ 201220 h 288562"/>
                <a:gd name="connsiteX250" fmla="*/ 2435118 w 2912392"/>
                <a:gd name="connsiteY250" fmla="*/ 198679 h 288562"/>
                <a:gd name="connsiteX251" fmla="*/ 2444862 w 2912392"/>
                <a:gd name="connsiteY251" fmla="*/ 196160 h 288562"/>
                <a:gd name="connsiteX252" fmla="*/ 2454591 w 2912392"/>
                <a:gd name="connsiteY252" fmla="*/ 193670 h 288562"/>
                <a:gd name="connsiteX253" fmla="*/ 2464335 w 2912392"/>
                <a:gd name="connsiteY253" fmla="*/ 191215 h 288562"/>
                <a:gd name="connsiteX254" fmla="*/ 2474079 w 2912392"/>
                <a:gd name="connsiteY254" fmla="*/ 188800 h 288562"/>
                <a:gd name="connsiteX255" fmla="*/ 2483823 w 2912392"/>
                <a:gd name="connsiteY255" fmla="*/ 186434 h 288562"/>
                <a:gd name="connsiteX256" fmla="*/ 2493552 w 2912392"/>
                <a:gd name="connsiteY256" fmla="*/ 184122 h 288562"/>
                <a:gd name="connsiteX257" fmla="*/ 2503296 w 2912392"/>
                <a:gd name="connsiteY257" fmla="*/ 181872 h 288562"/>
                <a:gd name="connsiteX258" fmla="*/ 2513040 w 2912392"/>
                <a:gd name="connsiteY258" fmla="*/ 179688 h 288562"/>
                <a:gd name="connsiteX259" fmla="*/ 2522784 w 2912392"/>
                <a:gd name="connsiteY259" fmla="*/ 177579 h 288562"/>
                <a:gd name="connsiteX260" fmla="*/ 2532513 w 2912392"/>
                <a:gd name="connsiteY260" fmla="*/ 175552 h 288562"/>
                <a:gd name="connsiteX261" fmla="*/ 2542257 w 2912392"/>
                <a:gd name="connsiteY261" fmla="*/ 173613 h 288562"/>
                <a:gd name="connsiteX262" fmla="*/ 2552001 w 2912392"/>
                <a:gd name="connsiteY262" fmla="*/ 171767 h 288562"/>
                <a:gd name="connsiteX263" fmla="*/ 2561745 w 2912392"/>
                <a:gd name="connsiteY263" fmla="*/ 170023 h 288562"/>
                <a:gd name="connsiteX264" fmla="*/ 2571474 w 2912392"/>
                <a:gd name="connsiteY264" fmla="*/ 168385 h 288562"/>
                <a:gd name="connsiteX265" fmla="*/ 2581218 w 2912392"/>
                <a:gd name="connsiteY265" fmla="*/ 166861 h 288562"/>
                <a:gd name="connsiteX266" fmla="*/ 2590962 w 2912392"/>
                <a:gd name="connsiteY266" fmla="*/ 165455 h 288562"/>
                <a:gd name="connsiteX267" fmla="*/ 2600705 w 2912392"/>
                <a:gd name="connsiteY267" fmla="*/ 164173 h 288562"/>
                <a:gd name="connsiteX268" fmla="*/ 2610449 w 2912392"/>
                <a:gd name="connsiteY268" fmla="*/ 163022 h 288562"/>
                <a:gd name="connsiteX269" fmla="*/ 2620178 w 2912392"/>
                <a:gd name="connsiteY269" fmla="*/ 162006 h 288562"/>
                <a:gd name="connsiteX270" fmla="*/ 2629922 w 2912392"/>
                <a:gd name="connsiteY270" fmla="*/ 161127 h 288562"/>
                <a:gd name="connsiteX271" fmla="*/ 2639666 w 2912392"/>
                <a:gd name="connsiteY271" fmla="*/ 160392 h 288562"/>
                <a:gd name="connsiteX272" fmla="*/ 2649410 w 2912392"/>
                <a:gd name="connsiteY272" fmla="*/ 159805 h 288562"/>
                <a:gd name="connsiteX273" fmla="*/ 2659139 w 2912392"/>
                <a:gd name="connsiteY273" fmla="*/ 159368 h 288562"/>
                <a:gd name="connsiteX274" fmla="*/ 2668883 w 2912392"/>
                <a:gd name="connsiteY274" fmla="*/ 159085 h 288562"/>
                <a:gd name="connsiteX275" fmla="*/ 2678627 w 2912392"/>
                <a:gd name="connsiteY275" fmla="*/ 158957 h 288562"/>
                <a:gd name="connsiteX276" fmla="*/ 2688371 w 2912392"/>
                <a:gd name="connsiteY276" fmla="*/ 158987 h 288562"/>
                <a:gd name="connsiteX277" fmla="*/ 2698100 w 2912392"/>
                <a:gd name="connsiteY277" fmla="*/ 159176 h 288562"/>
                <a:gd name="connsiteX278" fmla="*/ 2707844 w 2912392"/>
                <a:gd name="connsiteY278" fmla="*/ 159523 h 288562"/>
                <a:gd name="connsiteX279" fmla="*/ 2717588 w 2912392"/>
                <a:gd name="connsiteY279" fmla="*/ 160031 h 288562"/>
                <a:gd name="connsiteX280" fmla="*/ 2727332 w 2912392"/>
                <a:gd name="connsiteY280" fmla="*/ 160697 h 288562"/>
                <a:gd name="connsiteX281" fmla="*/ 2737076 w 2912392"/>
                <a:gd name="connsiteY281" fmla="*/ 161521 h 288562"/>
                <a:gd name="connsiteX282" fmla="*/ 2746805 w 2912392"/>
                <a:gd name="connsiteY282" fmla="*/ 162502 h 288562"/>
                <a:gd name="connsiteX283" fmla="*/ 2756549 w 2912392"/>
                <a:gd name="connsiteY283" fmla="*/ 163636 h 288562"/>
                <a:gd name="connsiteX284" fmla="*/ 2766293 w 2912392"/>
                <a:gd name="connsiteY284" fmla="*/ 164920 h 288562"/>
                <a:gd name="connsiteX285" fmla="*/ 2776037 w 2912392"/>
                <a:gd name="connsiteY285" fmla="*/ 166352 h 288562"/>
                <a:gd name="connsiteX286" fmla="*/ 2785766 w 2912392"/>
                <a:gd name="connsiteY286" fmla="*/ 167925 h 288562"/>
                <a:gd name="connsiteX287" fmla="*/ 2795510 w 2912392"/>
                <a:gd name="connsiteY287" fmla="*/ 169635 h 288562"/>
                <a:gd name="connsiteX288" fmla="*/ 2805254 w 2912392"/>
                <a:gd name="connsiteY288" fmla="*/ 171478 h 288562"/>
                <a:gd name="connsiteX289" fmla="*/ 2814998 w 2912392"/>
                <a:gd name="connsiteY289" fmla="*/ 173446 h 288562"/>
                <a:gd name="connsiteX290" fmla="*/ 2824727 w 2912392"/>
                <a:gd name="connsiteY290" fmla="*/ 175534 h 288562"/>
                <a:gd name="connsiteX291" fmla="*/ 2834471 w 2912392"/>
                <a:gd name="connsiteY291" fmla="*/ 177730 h 288562"/>
                <a:gd name="connsiteX292" fmla="*/ 2844215 w 2912392"/>
                <a:gd name="connsiteY292" fmla="*/ 180030 h 288562"/>
                <a:gd name="connsiteX293" fmla="*/ 2853958 w 2912392"/>
                <a:gd name="connsiteY293" fmla="*/ 182425 h 288562"/>
                <a:gd name="connsiteX294" fmla="*/ 2863687 w 2912392"/>
                <a:gd name="connsiteY294" fmla="*/ 184904 h 288562"/>
                <a:gd name="connsiteX295" fmla="*/ 2873431 w 2912392"/>
                <a:gd name="connsiteY295" fmla="*/ 187459 h 288562"/>
                <a:gd name="connsiteX296" fmla="*/ 2883175 w 2912392"/>
                <a:gd name="connsiteY296" fmla="*/ 190078 h 288562"/>
                <a:gd name="connsiteX297" fmla="*/ 2892919 w 2912392"/>
                <a:gd name="connsiteY297" fmla="*/ 192751 h 288562"/>
                <a:gd name="connsiteX298" fmla="*/ 2902663 w 2912392"/>
                <a:gd name="connsiteY298" fmla="*/ 195467 h 288562"/>
                <a:gd name="connsiteX299" fmla="*/ 2912392 w 2912392"/>
                <a:gd name="connsiteY299" fmla="*/ 198215 h 288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288562">
                  <a:moveTo>
                    <a:pt x="0" y="158683"/>
                  </a:moveTo>
                  <a:lnTo>
                    <a:pt x="9739" y="157257"/>
                  </a:lnTo>
                  <a:lnTo>
                    <a:pt x="19480" y="155881"/>
                  </a:lnTo>
                  <a:lnTo>
                    <a:pt x="29221" y="154549"/>
                  </a:lnTo>
                  <a:lnTo>
                    <a:pt x="38961" y="153261"/>
                  </a:lnTo>
                  <a:lnTo>
                    <a:pt x="48702" y="152016"/>
                  </a:lnTo>
                  <a:lnTo>
                    <a:pt x="58443" y="150806"/>
                  </a:lnTo>
                  <a:lnTo>
                    <a:pt x="68182" y="149630"/>
                  </a:lnTo>
                  <a:lnTo>
                    <a:pt x="77923" y="148483"/>
                  </a:lnTo>
                  <a:lnTo>
                    <a:pt x="87664" y="147363"/>
                  </a:lnTo>
                  <a:lnTo>
                    <a:pt x="97404" y="146265"/>
                  </a:lnTo>
                  <a:lnTo>
                    <a:pt x="107145" y="145185"/>
                  </a:lnTo>
                  <a:lnTo>
                    <a:pt x="116886" y="144116"/>
                  </a:lnTo>
                  <a:lnTo>
                    <a:pt x="126625" y="143059"/>
                  </a:lnTo>
                  <a:lnTo>
                    <a:pt x="136366" y="142004"/>
                  </a:lnTo>
                  <a:lnTo>
                    <a:pt x="146107" y="140950"/>
                  </a:lnTo>
                  <a:lnTo>
                    <a:pt x="155846" y="139891"/>
                  </a:lnTo>
                  <a:lnTo>
                    <a:pt x="165587" y="138824"/>
                  </a:lnTo>
                  <a:lnTo>
                    <a:pt x="175328" y="137743"/>
                  </a:lnTo>
                  <a:lnTo>
                    <a:pt x="185068" y="136643"/>
                  </a:lnTo>
                  <a:lnTo>
                    <a:pt x="194809" y="135521"/>
                  </a:lnTo>
                  <a:lnTo>
                    <a:pt x="204550" y="134372"/>
                  </a:lnTo>
                  <a:lnTo>
                    <a:pt x="214289" y="133194"/>
                  </a:lnTo>
                  <a:lnTo>
                    <a:pt x="224030" y="131980"/>
                  </a:lnTo>
                  <a:lnTo>
                    <a:pt x="233771" y="130725"/>
                  </a:lnTo>
                  <a:lnTo>
                    <a:pt x="243510" y="129430"/>
                  </a:lnTo>
                  <a:lnTo>
                    <a:pt x="253251" y="128088"/>
                  </a:lnTo>
                  <a:lnTo>
                    <a:pt x="262992" y="126696"/>
                  </a:lnTo>
                  <a:lnTo>
                    <a:pt x="272732" y="125253"/>
                  </a:lnTo>
                  <a:lnTo>
                    <a:pt x="282473" y="123754"/>
                  </a:lnTo>
                  <a:lnTo>
                    <a:pt x="292214" y="122198"/>
                  </a:lnTo>
                  <a:lnTo>
                    <a:pt x="301953" y="120582"/>
                  </a:lnTo>
                  <a:lnTo>
                    <a:pt x="311694" y="118903"/>
                  </a:lnTo>
                  <a:lnTo>
                    <a:pt x="321435" y="117161"/>
                  </a:lnTo>
                  <a:lnTo>
                    <a:pt x="331175" y="115355"/>
                  </a:lnTo>
                  <a:lnTo>
                    <a:pt x="340916" y="113483"/>
                  </a:lnTo>
                  <a:lnTo>
                    <a:pt x="350656" y="111544"/>
                  </a:lnTo>
                  <a:lnTo>
                    <a:pt x="360396" y="109539"/>
                  </a:lnTo>
                  <a:lnTo>
                    <a:pt x="370137" y="107466"/>
                  </a:lnTo>
                  <a:lnTo>
                    <a:pt x="379878" y="105327"/>
                  </a:lnTo>
                  <a:lnTo>
                    <a:pt x="389617" y="103123"/>
                  </a:lnTo>
                  <a:lnTo>
                    <a:pt x="399358" y="100856"/>
                  </a:lnTo>
                  <a:lnTo>
                    <a:pt x="409099" y="98524"/>
                  </a:lnTo>
                  <a:lnTo>
                    <a:pt x="418839" y="96131"/>
                  </a:lnTo>
                  <a:lnTo>
                    <a:pt x="428580" y="93680"/>
                  </a:lnTo>
                  <a:lnTo>
                    <a:pt x="438321" y="91173"/>
                  </a:lnTo>
                  <a:lnTo>
                    <a:pt x="448060" y="88612"/>
                  </a:lnTo>
                  <a:lnTo>
                    <a:pt x="457801" y="86000"/>
                  </a:lnTo>
                  <a:lnTo>
                    <a:pt x="467542" y="83342"/>
                  </a:lnTo>
                  <a:lnTo>
                    <a:pt x="477281" y="80641"/>
                  </a:lnTo>
                  <a:lnTo>
                    <a:pt x="487022" y="77901"/>
                  </a:lnTo>
                  <a:lnTo>
                    <a:pt x="496763" y="75125"/>
                  </a:lnTo>
                  <a:lnTo>
                    <a:pt x="506503" y="72321"/>
                  </a:lnTo>
                  <a:lnTo>
                    <a:pt x="516244" y="69490"/>
                  </a:lnTo>
                  <a:lnTo>
                    <a:pt x="525985" y="66642"/>
                  </a:lnTo>
                  <a:lnTo>
                    <a:pt x="535724" y="63777"/>
                  </a:lnTo>
                  <a:lnTo>
                    <a:pt x="545465" y="60903"/>
                  </a:lnTo>
                  <a:lnTo>
                    <a:pt x="555206" y="58026"/>
                  </a:lnTo>
                  <a:lnTo>
                    <a:pt x="564946" y="55152"/>
                  </a:lnTo>
                  <a:lnTo>
                    <a:pt x="574687" y="52285"/>
                  </a:lnTo>
                  <a:lnTo>
                    <a:pt x="584428" y="49433"/>
                  </a:lnTo>
                  <a:lnTo>
                    <a:pt x="594167" y="46604"/>
                  </a:lnTo>
                  <a:lnTo>
                    <a:pt x="603908" y="43800"/>
                  </a:lnTo>
                  <a:lnTo>
                    <a:pt x="613649" y="41030"/>
                  </a:lnTo>
                  <a:lnTo>
                    <a:pt x="623388" y="38299"/>
                  </a:lnTo>
                  <a:lnTo>
                    <a:pt x="633129" y="35616"/>
                  </a:lnTo>
                  <a:lnTo>
                    <a:pt x="642870" y="32985"/>
                  </a:lnTo>
                  <a:lnTo>
                    <a:pt x="652610" y="30412"/>
                  </a:lnTo>
                  <a:lnTo>
                    <a:pt x="662351" y="27904"/>
                  </a:lnTo>
                  <a:lnTo>
                    <a:pt x="672092" y="25470"/>
                  </a:lnTo>
                  <a:lnTo>
                    <a:pt x="681831" y="23111"/>
                  </a:lnTo>
                  <a:lnTo>
                    <a:pt x="691572" y="20838"/>
                  </a:lnTo>
                  <a:lnTo>
                    <a:pt x="701313" y="18654"/>
                  </a:lnTo>
                  <a:lnTo>
                    <a:pt x="711052" y="16565"/>
                  </a:lnTo>
                  <a:lnTo>
                    <a:pt x="720793" y="14576"/>
                  </a:lnTo>
                  <a:lnTo>
                    <a:pt x="730534" y="12695"/>
                  </a:lnTo>
                  <a:lnTo>
                    <a:pt x="740274" y="10925"/>
                  </a:lnTo>
                  <a:lnTo>
                    <a:pt x="750015" y="9273"/>
                  </a:lnTo>
                  <a:lnTo>
                    <a:pt x="759756" y="7741"/>
                  </a:lnTo>
                  <a:lnTo>
                    <a:pt x="769495" y="6337"/>
                  </a:lnTo>
                  <a:lnTo>
                    <a:pt x="779236" y="5063"/>
                  </a:lnTo>
                  <a:lnTo>
                    <a:pt x="788977" y="3923"/>
                  </a:lnTo>
                  <a:lnTo>
                    <a:pt x="798717" y="2922"/>
                  </a:lnTo>
                  <a:lnTo>
                    <a:pt x="808458" y="2062"/>
                  </a:lnTo>
                  <a:lnTo>
                    <a:pt x="818199" y="1348"/>
                  </a:lnTo>
                  <a:lnTo>
                    <a:pt x="827938" y="782"/>
                  </a:lnTo>
                  <a:lnTo>
                    <a:pt x="837679" y="368"/>
                  </a:lnTo>
                  <a:lnTo>
                    <a:pt x="847420" y="106"/>
                  </a:lnTo>
                  <a:lnTo>
                    <a:pt x="857159" y="0"/>
                  </a:lnTo>
                  <a:lnTo>
                    <a:pt x="866900" y="51"/>
                  </a:lnTo>
                  <a:lnTo>
                    <a:pt x="876641" y="259"/>
                  </a:lnTo>
                  <a:lnTo>
                    <a:pt x="886381" y="629"/>
                  </a:lnTo>
                  <a:lnTo>
                    <a:pt x="896122" y="1158"/>
                  </a:lnTo>
                  <a:lnTo>
                    <a:pt x="905863" y="1847"/>
                  </a:lnTo>
                  <a:lnTo>
                    <a:pt x="915602" y="2700"/>
                  </a:lnTo>
                  <a:lnTo>
                    <a:pt x="925343" y="3711"/>
                  </a:lnTo>
                  <a:lnTo>
                    <a:pt x="935084" y="4884"/>
                  </a:lnTo>
                  <a:lnTo>
                    <a:pt x="944824" y="6217"/>
                  </a:lnTo>
                  <a:lnTo>
                    <a:pt x="954564" y="7709"/>
                  </a:lnTo>
                  <a:lnTo>
                    <a:pt x="964305" y="9358"/>
                  </a:lnTo>
                  <a:lnTo>
                    <a:pt x="974045" y="11164"/>
                  </a:lnTo>
                  <a:lnTo>
                    <a:pt x="983786" y="13123"/>
                  </a:lnTo>
                  <a:lnTo>
                    <a:pt x="993522" y="15234"/>
                  </a:lnTo>
                  <a:lnTo>
                    <a:pt x="1003266" y="17494"/>
                  </a:lnTo>
                  <a:lnTo>
                    <a:pt x="1013010" y="19902"/>
                  </a:lnTo>
                  <a:lnTo>
                    <a:pt x="1022754" y="22454"/>
                  </a:lnTo>
                  <a:lnTo>
                    <a:pt x="1032483" y="25145"/>
                  </a:lnTo>
                  <a:lnTo>
                    <a:pt x="1042227" y="27976"/>
                  </a:lnTo>
                  <a:lnTo>
                    <a:pt x="1051971" y="30938"/>
                  </a:lnTo>
                  <a:lnTo>
                    <a:pt x="1061715" y="34031"/>
                  </a:lnTo>
                  <a:lnTo>
                    <a:pt x="1071444" y="37250"/>
                  </a:lnTo>
                  <a:lnTo>
                    <a:pt x="1081188" y="40591"/>
                  </a:lnTo>
                  <a:lnTo>
                    <a:pt x="1090932" y="44049"/>
                  </a:lnTo>
                  <a:lnTo>
                    <a:pt x="1100676" y="47619"/>
                  </a:lnTo>
                  <a:lnTo>
                    <a:pt x="1110405" y="51297"/>
                  </a:lnTo>
                  <a:lnTo>
                    <a:pt x="1120149" y="55079"/>
                  </a:lnTo>
                  <a:lnTo>
                    <a:pt x="1129893" y="58958"/>
                  </a:lnTo>
                  <a:lnTo>
                    <a:pt x="1139637" y="62930"/>
                  </a:lnTo>
                  <a:lnTo>
                    <a:pt x="1149381" y="66990"/>
                  </a:lnTo>
                  <a:lnTo>
                    <a:pt x="1159110" y="71132"/>
                  </a:lnTo>
                  <a:lnTo>
                    <a:pt x="1168854" y="75350"/>
                  </a:lnTo>
                  <a:lnTo>
                    <a:pt x="1178598" y="79641"/>
                  </a:lnTo>
                  <a:lnTo>
                    <a:pt x="1188341" y="83996"/>
                  </a:lnTo>
                  <a:lnTo>
                    <a:pt x="1198070" y="88412"/>
                  </a:lnTo>
                  <a:lnTo>
                    <a:pt x="1207814" y="92882"/>
                  </a:lnTo>
                  <a:lnTo>
                    <a:pt x="1217558" y="97399"/>
                  </a:lnTo>
                  <a:lnTo>
                    <a:pt x="1227302" y="101961"/>
                  </a:lnTo>
                  <a:lnTo>
                    <a:pt x="1237031" y="106558"/>
                  </a:lnTo>
                  <a:lnTo>
                    <a:pt x="1246775" y="111187"/>
                  </a:lnTo>
                  <a:lnTo>
                    <a:pt x="1256519" y="115841"/>
                  </a:lnTo>
                  <a:lnTo>
                    <a:pt x="1266263" y="120515"/>
                  </a:lnTo>
                  <a:lnTo>
                    <a:pt x="1276007" y="125202"/>
                  </a:lnTo>
                  <a:lnTo>
                    <a:pt x="1285736" y="129897"/>
                  </a:lnTo>
                  <a:lnTo>
                    <a:pt x="1295480" y="134594"/>
                  </a:lnTo>
                  <a:lnTo>
                    <a:pt x="1305224" y="139289"/>
                  </a:lnTo>
                  <a:lnTo>
                    <a:pt x="1314968" y="143975"/>
                  </a:lnTo>
                  <a:lnTo>
                    <a:pt x="1324697" y="148647"/>
                  </a:lnTo>
                  <a:lnTo>
                    <a:pt x="1334441" y="153299"/>
                  </a:lnTo>
                  <a:lnTo>
                    <a:pt x="1344185" y="157926"/>
                  </a:lnTo>
                  <a:lnTo>
                    <a:pt x="1353929" y="162524"/>
                  </a:lnTo>
                  <a:lnTo>
                    <a:pt x="1363658" y="167085"/>
                  </a:lnTo>
                  <a:lnTo>
                    <a:pt x="1373402" y="171608"/>
                  </a:lnTo>
                  <a:lnTo>
                    <a:pt x="1383146" y="176085"/>
                  </a:lnTo>
                  <a:lnTo>
                    <a:pt x="1392890" y="180513"/>
                  </a:lnTo>
                  <a:lnTo>
                    <a:pt x="1402619" y="184886"/>
                  </a:lnTo>
                  <a:lnTo>
                    <a:pt x="1412363" y="189202"/>
                  </a:lnTo>
                  <a:lnTo>
                    <a:pt x="1422106" y="193454"/>
                  </a:lnTo>
                  <a:lnTo>
                    <a:pt x="1431850" y="197641"/>
                  </a:lnTo>
                  <a:lnTo>
                    <a:pt x="1441594" y="201756"/>
                  </a:lnTo>
                  <a:lnTo>
                    <a:pt x="1451323" y="205798"/>
                  </a:lnTo>
                  <a:lnTo>
                    <a:pt x="1461067" y="209763"/>
                  </a:lnTo>
                  <a:lnTo>
                    <a:pt x="1470811" y="213645"/>
                  </a:lnTo>
                  <a:lnTo>
                    <a:pt x="1480555" y="217445"/>
                  </a:lnTo>
                  <a:lnTo>
                    <a:pt x="1490284" y="221156"/>
                  </a:lnTo>
                  <a:lnTo>
                    <a:pt x="1500028" y="224779"/>
                  </a:lnTo>
                  <a:lnTo>
                    <a:pt x="1509772" y="228309"/>
                  </a:lnTo>
                  <a:lnTo>
                    <a:pt x="1519516" y="231745"/>
                  </a:lnTo>
                  <a:lnTo>
                    <a:pt x="1529245" y="235084"/>
                  </a:lnTo>
                  <a:lnTo>
                    <a:pt x="1538989" y="238323"/>
                  </a:lnTo>
                  <a:lnTo>
                    <a:pt x="1548733" y="241463"/>
                  </a:lnTo>
                  <a:lnTo>
                    <a:pt x="1558477" y="244501"/>
                  </a:lnTo>
                  <a:lnTo>
                    <a:pt x="1568221" y="247436"/>
                  </a:lnTo>
                  <a:lnTo>
                    <a:pt x="1577950" y="250267"/>
                  </a:lnTo>
                  <a:lnTo>
                    <a:pt x="1587694" y="252992"/>
                  </a:lnTo>
                  <a:lnTo>
                    <a:pt x="1597438" y="255613"/>
                  </a:lnTo>
                  <a:lnTo>
                    <a:pt x="1607182" y="258128"/>
                  </a:lnTo>
                  <a:lnTo>
                    <a:pt x="1616911" y="260535"/>
                  </a:lnTo>
                  <a:lnTo>
                    <a:pt x="1626655" y="262836"/>
                  </a:lnTo>
                  <a:lnTo>
                    <a:pt x="1636399" y="265031"/>
                  </a:lnTo>
                  <a:lnTo>
                    <a:pt x="1646142" y="267119"/>
                  </a:lnTo>
                  <a:lnTo>
                    <a:pt x="1655872" y="269102"/>
                  </a:lnTo>
                  <a:lnTo>
                    <a:pt x="1665616" y="270980"/>
                  </a:lnTo>
                  <a:lnTo>
                    <a:pt x="1675359" y="272754"/>
                  </a:lnTo>
                  <a:lnTo>
                    <a:pt x="1685103" y="274424"/>
                  </a:lnTo>
                  <a:lnTo>
                    <a:pt x="1694832" y="275992"/>
                  </a:lnTo>
                  <a:lnTo>
                    <a:pt x="1704576" y="277459"/>
                  </a:lnTo>
                  <a:lnTo>
                    <a:pt x="1714320" y="278827"/>
                  </a:lnTo>
                  <a:lnTo>
                    <a:pt x="1724064" y="280096"/>
                  </a:lnTo>
                  <a:lnTo>
                    <a:pt x="1733808" y="281269"/>
                  </a:lnTo>
                  <a:lnTo>
                    <a:pt x="1743537" y="282346"/>
                  </a:lnTo>
                  <a:lnTo>
                    <a:pt x="1753281" y="283329"/>
                  </a:lnTo>
                  <a:lnTo>
                    <a:pt x="1763025" y="284223"/>
                  </a:lnTo>
                  <a:lnTo>
                    <a:pt x="1772769" y="285026"/>
                  </a:lnTo>
                  <a:lnTo>
                    <a:pt x="1782498" y="285742"/>
                  </a:lnTo>
                  <a:lnTo>
                    <a:pt x="1792242" y="286370"/>
                  </a:lnTo>
                  <a:lnTo>
                    <a:pt x="1801986" y="286917"/>
                  </a:lnTo>
                  <a:lnTo>
                    <a:pt x="1811730" y="287380"/>
                  </a:lnTo>
                  <a:lnTo>
                    <a:pt x="1821459" y="287765"/>
                  </a:lnTo>
                  <a:lnTo>
                    <a:pt x="1831203" y="288072"/>
                  </a:lnTo>
                  <a:lnTo>
                    <a:pt x="1840947" y="288303"/>
                  </a:lnTo>
                  <a:lnTo>
                    <a:pt x="1850691" y="288461"/>
                  </a:lnTo>
                  <a:lnTo>
                    <a:pt x="1860435" y="288546"/>
                  </a:lnTo>
                  <a:lnTo>
                    <a:pt x="1870164" y="288562"/>
                  </a:lnTo>
                  <a:lnTo>
                    <a:pt x="1879908" y="288510"/>
                  </a:lnTo>
                  <a:lnTo>
                    <a:pt x="1889652" y="288391"/>
                  </a:lnTo>
                  <a:lnTo>
                    <a:pt x="1899395" y="288207"/>
                  </a:lnTo>
                  <a:lnTo>
                    <a:pt x="1909124" y="287960"/>
                  </a:lnTo>
                  <a:lnTo>
                    <a:pt x="1918868" y="287652"/>
                  </a:lnTo>
                  <a:lnTo>
                    <a:pt x="1928612" y="287284"/>
                  </a:lnTo>
                  <a:lnTo>
                    <a:pt x="1938356" y="286856"/>
                  </a:lnTo>
                  <a:lnTo>
                    <a:pt x="1948085" y="286372"/>
                  </a:lnTo>
                  <a:lnTo>
                    <a:pt x="1957829" y="285831"/>
                  </a:lnTo>
                  <a:lnTo>
                    <a:pt x="1967573" y="285235"/>
                  </a:lnTo>
                  <a:lnTo>
                    <a:pt x="1977317" y="284582"/>
                  </a:lnTo>
                  <a:lnTo>
                    <a:pt x="1987046" y="283878"/>
                  </a:lnTo>
                  <a:lnTo>
                    <a:pt x="1996790" y="283119"/>
                  </a:lnTo>
                  <a:lnTo>
                    <a:pt x="2006534" y="282309"/>
                  </a:lnTo>
                  <a:lnTo>
                    <a:pt x="2016278" y="281446"/>
                  </a:lnTo>
                  <a:lnTo>
                    <a:pt x="2026022" y="280531"/>
                  </a:lnTo>
                  <a:lnTo>
                    <a:pt x="2035751" y="279566"/>
                  </a:lnTo>
                  <a:lnTo>
                    <a:pt x="2045495" y="278548"/>
                  </a:lnTo>
                  <a:lnTo>
                    <a:pt x="2055239" y="277480"/>
                  </a:lnTo>
                  <a:lnTo>
                    <a:pt x="2064983" y="276360"/>
                  </a:lnTo>
                  <a:lnTo>
                    <a:pt x="2074712" y="275189"/>
                  </a:lnTo>
                  <a:lnTo>
                    <a:pt x="2084456" y="273965"/>
                  </a:lnTo>
                  <a:lnTo>
                    <a:pt x="2094200" y="272692"/>
                  </a:lnTo>
                  <a:lnTo>
                    <a:pt x="2103944" y="271364"/>
                  </a:lnTo>
                  <a:lnTo>
                    <a:pt x="2113673" y="269986"/>
                  </a:lnTo>
                  <a:lnTo>
                    <a:pt x="2123417" y="268556"/>
                  </a:lnTo>
                  <a:lnTo>
                    <a:pt x="2133161" y="267072"/>
                  </a:lnTo>
                  <a:lnTo>
                    <a:pt x="2142905" y="265536"/>
                  </a:lnTo>
                  <a:lnTo>
                    <a:pt x="2152649" y="263946"/>
                  </a:lnTo>
                  <a:lnTo>
                    <a:pt x="2162377" y="262304"/>
                  </a:lnTo>
                  <a:lnTo>
                    <a:pt x="2172121" y="260609"/>
                  </a:lnTo>
                  <a:lnTo>
                    <a:pt x="2181865" y="258859"/>
                  </a:lnTo>
                  <a:lnTo>
                    <a:pt x="2191609" y="257057"/>
                  </a:lnTo>
                  <a:lnTo>
                    <a:pt x="2201338" y="255202"/>
                  </a:lnTo>
                  <a:lnTo>
                    <a:pt x="2211082" y="253295"/>
                  </a:lnTo>
                  <a:lnTo>
                    <a:pt x="2220826" y="251335"/>
                  </a:lnTo>
                  <a:lnTo>
                    <a:pt x="2230570" y="249324"/>
                  </a:lnTo>
                  <a:lnTo>
                    <a:pt x="2240299" y="247262"/>
                  </a:lnTo>
                  <a:lnTo>
                    <a:pt x="2250043" y="245151"/>
                  </a:lnTo>
                  <a:lnTo>
                    <a:pt x="2259787" y="242990"/>
                  </a:lnTo>
                  <a:lnTo>
                    <a:pt x="2269531" y="240784"/>
                  </a:lnTo>
                  <a:lnTo>
                    <a:pt x="2279260" y="238531"/>
                  </a:lnTo>
                  <a:lnTo>
                    <a:pt x="2289004" y="236237"/>
                  </a:lnTo>
                  <a:lnTo>
                    <a:pt x="2298748" y="233899"/>
                  </a:lnTo>
                  <a:lnTo>
                    <a:pt x="2308492" y="231523"/>
                  </a:lnTo>
                  <a:lnTo>
                    <a:pt x="2318236" y="229112"/>
                  </a:lnTo>
                  <a:lnTo>
                    <a:pt x="2327965" y="226666"/>
                  </a:lnTo>
                  <a:lnTo>
                    <a:pt x="2337709" y="224191"/>
                  </a:lnTo>
                  <a:lnTo>
                    <a:pt x="2347453" y="221689"/>
                  </a:lnTo>
                  <a:lnTo>
                    <a:pt x="2357197" y="219164"/>
                  </a:lnTo>
                  <a:lnTo>
                    <a:pt x="2366926" y="216619"/>
                  </a:lnTo>
                  <a:lnTo>
                    <a:pt x="2376670" y="214061"/>
                  </a:lnTo>
                  <a:lnTo>
                    <a:pt x="2386413" y="211494"/>
                  </a:lnTo>
                  <a:lnTo>
                    <a:pt x="2396157" y="208919"/>
                  </a:lnTo>
                  <a:lnTo>
                    <a:pt x="2405886" y="206346"/>
                  </a:lnTo>
                  <a:lnTo>
                    <a:pt x="2415630" y="203778"/>
                  </a:lnTo>
                  <a:lnTo>
                    <a:pt x="2425374" y="201220"/>
                  </a:lnTo>
                  <a:lnTo>
                    <a:pt x="2435118" y="198679"/>
                  </a:lnTo>
                  <a:lnTo>
                    <a:pt x="2444862" y="196160"/>
                  </a:lnTo>
                  <a:lnTo>
                    <a:pt x="2454591" y="193670"/>
                  </a:lnTo>
                  <a:lnTo>
                    <a:pt x="2464335" y="191215"/>
                  </a:lnTo>
                  <a:lnTo>
                    <a:pt x="2474079" y="188800"/>
                  </a:lnTo>
                  <a:lnTo>
                    <a:pt x="2483823" y="186434"/>
                  </a:lnTo>
                  <a:lnTo>
                    <a:pt x="2493552" y="184122"/>
                  </a:lnTo>
                  <a:lnTo>
                    <a:pt x="2503296" y="181872"/>
                  </a:lnTo>
                  <a:lnTo>
                    <a:pt x="2513040" y="179688"/>
                  </a:lnTo>
                  <a:lnTo>
                    <a:pt x="2522784" y="177579"/>
                  </a:lnTo>
                  <a:lnTo>
                    <a:pt x="2532513" y="175552"/>
                  </a:lnTo>
                  <a:lnTo>
                    <a:pt x="2542257" y="173613"/>
                  </a:lnTo>
                  <a:lnTo>
                    <a:pt x="2552001" y="171767"/>
                  </a:lnTo>
                  <a:lnTo>
                    <a:pt x="2561745" y="170023"/>
                  </a:lnTo>
                  <a:lnTo>
                    <a:pt x="2571474" y="168385"/>
                  </a:lnTo>
                  <a:lnTo>
                    <a:pt x="2581218" y="166861"/>
                  </a:lnTo>
                  <a:lnTo>
                    <a:pt x="2590962" y="165455"/>
                  </a:lnTo>
                  <a:lnTo>
                    <a:pt x="2600705" y="164173"/>
                  </a:lnTo>
                  <a:lnTo>
                    <a:pt x="2610449" y="163022"/>
                  </a:lnTo>
                  <a:lnTo>
                    <a:pt x="2620178" y="162006"/>
                  </a:lnTo>
                  <a:lnTo>
                    <a:pt x="2629922" y="161127"/>
                  </a:lnTo>
                  <a:lnTo>
                    <a:pt x="2639666" y="160392"/>
                  </a:lnTo>
                  <a:lnTo>
                    <a:pt x="2649410" y="159805"/>
                  </a:lnTo>
                  <a:lnTo>
                    <a:pt x="2659139" y="159368"/>
                  </a:lnTo>
                  <a:lnTo>
                    <a:pt x="2668883" y="159085"/>
                  </a:lnTo>
                  <a:lnTo>
                    <a:pt x="2678627" y="158957"/>
                  </a:lnTo>
                  <a:lnTo>
                    <a:pt x="2688371" y="158987"/>
                  </a:lnTo>
                  <a:lnTo>
                    <a:pt x="2698100" y="159176"/>
                  </a:lnTo>
                  <a:lnTo>
                    <a:pt x="2707844" y="159523"/>
                  </a:lnTo>
                  <a:lnTo>
                    <a:pt x="2717588" y="160031"/>
                  </a:lnTo>
                  <a:lnTo>
                    <a:pt x="2727332" y="160697"/>
                  </a:lnTo>
                  <a:lnTo>
                    <a:pt x="2737076" y="161521"/>
                  </a:lnTo>
                  <a:lnTo>
                    <a:pt x="2746805" y="162502"/>
                  </a:lnTo>
                  <a:lnTo>
                    <a:pt x="2756549" y="163636"/>
                  </a:lnTo>
                  <a:lnTo>
                    <a:pt x="2766293" y="164920"/>
                  </a:lnTo>
                  <a:lnTo>
                    <a:pt x="2776037" y="166352"/>
                  </a:lnTo>
                  <a:lnTo>
                    <a:pt x="2785766" y="167925"/>
                  </a:lnTo>
                  <a:lnTo>
                    <a:pt x="2795510" y="169635"/>
                  </a:lnTo>
                  <a:lnTo>
                    <a:pt x="2805254" y="171478"/>
                  </a:lnTo>
                  <a:lnTo>
                    <a:pt x="2814998" y="173446"/>
                  </a:lnTo>
                  <a:lnTo>
                    <a:pt x="2824727" y="175534"/>
                  </a:lnTo>
                  <a:lnTo>
                    <a:pt x="2834471" y="177730"/>
                  </a:lnTo>
                  <a:lnTo>
                    <a:pt x="2844215" y="180030"/>
                  </a:lnTo>
                  <a:lnTo>
                    <a:pt x="2853958" y="182425"/>
                  </a:lnTo>
                  <a:lnTo>
                    <a:pt x="2863687" y="184904"/>
                  </a:lnTo>
                  <a:lnTo>
                    <a:pt x="2873431" y="187459"/>
                  </a:lnTo>
                  <a:lnTo>
                    <a:pt x="2883175" y="190078"/>
                  </a:lnTo>
                  <a:lnTo>
                    <a:pt x="2892919" y="192751"/>
                  </a:lnTo>
                  <a:lnTo>
                    <a:pt x="2902663" y="195467"/>
                  </a:lnTo>
                  <a:lnTo>
                    <a:pt x="2912392" y="19821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1" name="Freeform 880">
              <a:extLst>
                <a:ext uri="{FF2B5EF4-FFF2-40B4-BE49-F238E27FC236}">
                  <a16:creationId xmlns:a16="http://schemas.microsoft.com/office/drawing/2014/main" id="{C2FA2C48-8E2E-700C-9DB0-51217640AE6A}"/>
                </a:ext>
              </a:extLst>
            </p:cNvPr>
            <p:cNvSpPr/>
            <p:nvPr/>
          </p:nvSpPr>
          <p:spPr>
            <a:xfrm>
              <a:off x="576446" y="2979754"/>
              <a:ext cx="2912392" cy="486387"/>
            </a:xfrm>
            <a:custGeom>
              <a:avLst/>
              <a:gdLst>
                <a:gd name="connsiteX0" fmla="*/ 0 w 2912392"/>
                <a:gd name="connsiteY0" fmla="*/ 475707 h 486387"/>
                <a:gd name="connsiteX1" fmla="*/ 9739 w 2912392"/>
                <a:gd name="connsiteY1" fmla="*/ 467138 h 486387"/>
                <a:gd name="connsiteX2" fmla="*/ 19480 w 2912392"/>
                <a:gd name="connsiteY2" fmla="*/ 458744 h 486387"/>
                <a:gd name="connsiteX3" fmla="*/ 29221 w 2912392"/>
                <a:gd name="connsiteY3" fmla="*/ 450527 h 486387"/>
                <a:gd name="connsiteX4" fmla="*/ 38961 w 2912392"/>
                <a:gd name="connsiteY4" fmla="*/ 442494 h 486387"/>
                <a:gd name="connsiteX5" fmla="*/ 48702 w 2912392"/>
                <a:gd name="connsiteY5" fmla="*/ 434649 h 486387"/>
                <a:gd name="connsiteX6" fmla="*/ 58443 w 2912392"/>
                <a:gd name="connsiteY6" fmla="*/ 427000 h 486387"/>
                <a:gd name="connsiteX7" fmla="*/ 68182 w 2912392"/>
                <a:gd name="connsiteY7" fmla="*/ 419551 h 486387"/>
                <a:gd name="connsiteX8" fmla="*/ 77923 w 2912392"/>
                <a:gd name="connsiteY8" fmla="*/ 412304 h 486387"/>
                <a:gd name="connsiteX9" fmla="*/ 87664 w 2912392"/>
                <a:gd name="connsiteY9" fmla="*/ 405266 h 486387"/>
                <a:gd name="connsiteX10" fmla="*/ 97404 w 2912392"/>
                <a:gd name="connsiteY10" fmla="*/ 398438 h 486387"/>
                <a:gd name="connsiteX11" fmla="*/ 107145 w 2912392"/>
                <a:gd name="connsiteY11" fmla="*/ 391825 h 486387"/>
                <a:gd name="connsiteX12" fmla="*/ 116886 w 2912392"/>
                <a:gd name="connsiteY12" fmla="*/ 385429 h 486387"/>
                <a:gd name="connsiteX13" fmla="*/ 126625 w 2912392"/>
                <a:gd name="connsiteY13" fmla="*/ 379254 h 486387"/>
                <a:gd name="connsiteX14" fmla="*/ 136366 w 2912392"/>
                <a:gd name="connsiteY14" fmla="*/ 373298 h 486387"/>
                <a:gd name="connsiteX15" fmla="*/ 146107 w 2912392"/>
                <a:gd name="connsiteY15" fmla="*/ 367568 h 486387"/>
                <a:gd name="connsiteX16" fmla="*/ 155846 w 2912392"/>
                <a:gd name="connsiteY16" fmla="*/ 362063 h 486387"/>
                <a:gd name="connsiteX17" fmla="*/ 165587 w 2912392"/>
                <a:gd name="connsiteY17" fmla="*/ 356783 h 486387"/>
                <a:gd name="connsiteX18" fmla="*/ 175328 w 2912392"/>
                <a:gd name="connsiteY18" fmla="*/ 351731 h 486387"/>
                <a:gd name="connsiteX19" fmla="*/ 185068 w 2912392"/>
                <a:gd name="connsiteY19" fmla="*/ 346905 h 486387"/>
                <a:gd name="connsiteX20" fmla="*/ 194809 w 2912392"/>
                <a:gd name="connsiteY20" fmla="*/ 342307 h 486387"/>
                <a:gd name="connsiteX21" fmla="*/ 204550 w 2912392"/>
                <a:gd name="connsiteY21" fmla="*/ 337937 h 486387"/>
                <a:gd name="connsiteX22" fmla="*/ 214289 w 2912392"/>
                <a:gd name="connsiteY22" fmla="*/ 333792 h 486387"/>
                <a:gd name="connsiteX23" fmla="*/ 224030 w 2912392"/>
                <a:gd name="connsiteY23" fmla="*/ 329874 h 486387"/>
                <a:gd name="connsiteX24" fmla="*/ 233771 w 2912392"/>
                <a:gd name="connsiteY24" fmla="*/ 326179 h 486387"/>
                <a:gd name="connsiteX25" fmla="*/ 243510 w 2912392"/>
                <a:gd name="connsiteY25" fmla="*/ 322708 h 486387"/>
                <a:gd name="connsiteX26" fmla="*/ 253251 w 2912392"/>
                <a:gd name="connsiteY26" fmla="*/ 319457 h 486387"/>
                <a:gd name="connsiteX27" fmla="*/ 262992 w 2912392"/>
                <a:gd name="connsiteY27" fmla="*/ 316425 h 486387"/>
                <a:gd name="connsiteX28" fmla="*/ 272732 w 2912392"/>
                <a:gd name="connsiteY28" fmla="*/ 313610 h 486387"/>
                <a:gd name="connsiteX29" fmla="*/ 282473 w 2912392"/>
                <a:gd name="connsiteY29" fmla="*/ 311010 h 486387"/>
                <a:gd name="connsiteX30" fmla="*/ 292214 w 2912392"/>
                <a:gd name="connsiteY30" fmla="*/ 308622 h 486387"/>
                <a:gd name="connsiteX31" fmla="*/ 301953 w 2912392"/>
                <a:gd name="connsiteY31" fmla="*/ 306442 h 486387"/>
                <a:gd name="connsiteX32" fmla="*/ 311694 w 2912392"/>
                <a:gd name="connsiteY32" fmla="*/ 304468 h 486387"/>
                <a:gd name="connsiteX33" fmla="*/ 321435 w 2912392"/>
                <a:gd name="connsiteY33" fmla="*/ 302695 h 486387"/>
                <a:gd name="connsiteX34" fmla="*/ 331175 w 2912392"/>
                <a:gd name="connsiteY34" fmla="*/ 301122 h 486387"/>
                <a:gd name="connsiteX35" fmla="*/ 340916 w 2912392"/>
                <a:gd name="connsiteY35" fmla="*/ 299744 h 486387"/>
                <a:gd name="connsiteX36" fmla="*/ 350656 w 2912392"/>
                <a:gd name="connsiteY36" fmla="*/ 298558 h 486387"/>
                <a:gd name="connsiteX37" fmla="*/ 360396 w 2912392"/>
                <a:gd name="connsiteY37" fmla="*/ 297558 h 486387"/>
                <a:gd name="connsiteX38" fmla="*/ 370137 w 2912392"/>
                <a:gd name="connsiteY38" fmla="*/ 296741 h 486387"/>
                <a:gd name="connsiteX39" fmla="*/ 379878 w 2912392"/>
                <a:gd name="connsiteY39" fmla="*/ 296105 h 486387"/>
                <a:gd name="connsiteX40" fmla="*/ 389617 w 2912392"/>
                <a:gd name="connsiteY40" fmla="*/ 295643 h 486387"/>
                <a:gd name="connsiteX41" fmla="*/ 399358 w 2912392"/>
                <a:gd name="connsiteY41" fmla="*/ 295353 h 486387"/>
                <a:gd name="connsiteX42" fmla="*/ 409099 w 2912392"/>
                <a:gd name="connsiteY42" fmla="*/ 295229 h 486387"/>
                <a:gd name="connsiteX43" fmla="*/ 418839 w 2912392"/>
                <a:gd name="connsiteY43" fmla="*/ 295267 h 486387"/>
                <a:gd name="connsiteX44" fmla="*/ 428580 w 2912392"/>
                <a:gd name="connsiteY44" fmla="*/ 295463 h 486387"/>
                <a:gd name="connsiteX45" fmla="*/ 438321 w 2912392"/>
                <a:gd name="connsiteY45" fmla="*/ 295813 h 486387"/>
                <a:gd name="connsiteX46" fmla="*/ 448060 w 2912392"/>
                <a:gd name="connsiteY46" fmla="*/ 296311 h 486387"/>
                <a:gd name="connsiteX47" fmla="*/ 457801 w 2912392"/>
                <a:gd name="connsiteY47" fmla="*/ 296955 h 486387"/>
                <a:gd name="connsiteX48" fmla="*/ 467542 w 2912392"/>
                <a:gd name="connsiteY48" fmla="*/ 297737 h 486387"/>
                <a:gd name="connsiteX49" fmla="*/ 477281 w 2912392"/>
                <a:gd name="connsiteY49" fmla="*/ 298656 h 486387"/>
                <a:gd name="connsiteX50" fmla="*/ 487022 w 2912392"/>
                <a:gd name="connsiteY50" fmla="*/ 299706 h 486387"/>
                <a:gd name="connsiteX51" fmla="*/ 496763 w 2912392"/>
                <a:gd name="connsiteY51" fmla="*/ 300883 h 486387"/>
                <a:gd name="connsiteX52" fmla="*/ 506503 w 2912392"/>
                <a:gd name="connsiteY52" fmla="*/ 302184 h 486387"/>
                <a:gd name="connsiteX53" fmla="*/ 516244 w 2912392"/>
                <a:gd name="connsiteY53" fmla="*/ 303602 h 486387"/>
                <a:gd name="connsiteX54" fmla="*/ 525985 w 2912392"/>
                <a:gd name="connsiteY54" fmla="*/ 305137 h 486387"/>
                <a:gd name="connsiteX55" fmla="*/ 535724 w 2912392"/>
                <a:gd name="connsiteY55" fmla="*/ 306782 h 486387"/>
                <a:gd name="connsiteX56" fmla="*/ 545465 w 2912392"/>
                <a:gd name="connsiteY56" fmla="*/ 308533 h 486387"/>
                <a:gd name="connsiteX57" fmla="*/ 555206 w 2912392"/>
                <a:gd name="connsiteY57" fmla="*/ 310386 h 486387"/>
                <a:gd name="connsiteX58" fmla="*/ 564946 w 2912392"/>
                <a:gd name="connsiteY58" fmla="*/ 312338 h 486387"/>
                <a:gd name="connsiteX59" fmla="*/ 574687 w 2912392"/>
                <a:gd name="connsiteY59" fmla="*/ 314385 h 486387"/>
                <a:gd name="connsiteX60" fmla="*/ 584428 w 2912392"/>
                <a:gd name="connsiteY60" fmla="*/ 316524 h 486387"/>
                <a:gd name="connsiteX61" fmla="*/ 594167 w 2912392"/>
                <a:gd name="connsiteY61" fmla="*/ 318750 h 486387"/>
                <a:gd name="connsiteX62" fmla="*/ 603908 w 2912392"/>
                <a:gd name="connsiteY62" fmla="*/ 321061 h 486387"/>
                <a:gd name="connsiteX63" fmla="*/ 613649 w 2912392"/>
                <a:gd name="connsiteY63" fmla="*/ 323452 h 486387"/>
                <a:gd name="connsiteX64" fmla="*/ 623388 w 2912392"/>
                <a:gd name="connsiteY64" fmla="*/ 325921 h 486387"/>
                <a:gd name="connsiteX65" fmla="*/ 633129 w 2912392"/>
                <a:gd name="connsiteY65" fmla="*/ 328463 h 486387"/>
                <a:gd name="connsiteX66" fmla="*/ 642870 w 2912392"/>
                <a:gd name="connsiteY66" fmla="*/ 331078 h 486387"/>
                <a:gd name="connsiteX67" fmla="*/ 652610 w 2912392"/>
                <a:gd name="connsiteY67" fmla="*/ 333758 h 486387"/>
                <a:gd name="connsiteX68" fmla="*/ 662351 w 2912392"/>
                <a:gd name="connsiteY68" fmla="*/ 336504 h 486387"/>
                <a:gd name="connsiteX69" fmla="*/ 672092 w 2912392"/>
                <a:gd name="connsiteY69" fmla="*/ 339311 h 486387"/>
                <a:gd name="connsiteX70" fmla="*/ 681831 w 2912392"/>
                <a:gd name="connsiteY70" fmla="*/ 342174 h 486387"/>
                <a:gd name="connsiteX71" fmla="*/ 691572 w 2912392"/>
                <a:gd name="connsiteY71" fmla="*/ 345095 h 486387"/>
                <a:gd name="connsiteX72" fmla="*/ 701313 w 2912392"/>
                <a:gd name="connsiteY72" fmla="*/ 348067 h 486387"/>
                <a:gd name="connsiteX73" fmla="*/ 711052 w 2912392"/>
                <a:gd name="connsiteY73" fmla="*/ 351088 h 486387"/>
                <a:gd name="connsiteX74" fmla="*/ 720793 w 2912392"/>
                <a:gd name="connsiteY74" fmla="*/ 354156 h 486387"/>
                <a:gd name="connsiteX75" fmla="*/ 730534 w 2912392"/>
                <a:gd name="connsiteY75" fmla="*/ 357267 h 486387"/>
                <a:gd name="connsiteX76" fmla="*/ 740274 w 2912392"/>
                <a:gd name="connsiteY76" fmla="*/ 360417 h 486387"/>
                <a:gd name="connsiteX77" fmla="*/ 750015 w 2912392"/>
                <a:gd name="connsiteY77" fmla="*/ 363605 h 486387"/>
                <a:gd name="connsiteX78" fmla="*/ 759756 w 2912392"/>
                <a:gd name="connsiteY78" fmla="*/ 366826 h 486387"/>
                <a:gd name="connsiteX79" fmla="*/ 769495 w 2912392"/>
                <a:gd name="connsiteY79" fmla="*/ 370079 h 486387"/>
                <a:gd name="connsiteX80" fmla="*/ 779236 w 2912392"/>
                <a:gd name="connsiteY80" fmla="*/ 373359 h 486387"/>
                <a:gd name="connsiteX81" fmla="*/ 788977 w 2912392"/>
                <a:gd name="connsiteY81" fmla="*/ 376666 h 486387"/>
                <a:gd name="connsiteX82" fmla="*/ 798717 w 2912392"/>
                <a:gd name="connsiteY82" fmla="*/ 379991 h 486387"/>
                <a:gd name="connsiteX83" fmla="*/ 808458 w 2912392"/>
                <a:gd name="connsiteY83" fmla="*/ 383336 h 486387"/>
                <a:gd name="connsiteX84" fmla="*/ 818199 w 2912392"/>
                <a:gd name="connsiteY84" fmla="*/ 386696 h 486387"/>
                <a:gd name="connsiteX85" fmla="*/ 827938 w 2912392"/>
                <a:gd name="connsiteY85" fmla="*/ 390066 h 486387"/>
                <a:gd name="connsiteX86" fmla="*/ 837679 w 2912392"/>
                <a:gd name="connsiteY86" fmla="*/ 393445 h 486387"/>
                <a:gd name="connsiteX87" fmla="*/ 847420 w 2912392"/>
                <a:gd name="connsiteY87" fmla="*/ 396828 h 486387"/>
                <a:gd name="connsiteX88" fmla="*/ 857159 w 2912392"/>
                <a:gd name="connsiteY88" fmla="*/ 400210 h 486387"/>
                <a:gd name="connsiteX89" fmla="*/ 866900 w 2912392"/>
                <a:gd name="connsiteY89" fmla="*/ 403591 h 486387"/>
                <a:gd name="connsiteX90" fmla="*/ 876641 w 2912392"/>
                <a:gd name="connsiteY90" fmla="*/ 406964 h 486387"/>
                <a:gd name="connsiteX91" fmla="*/ 886381 w 2912392"/>
                <a:gd name="connsiteY91" fmla="*/ 410327 h 486387"/>
                <a:gd name="connsiteX92" fmla="*/ 896122 w 2912392"/>
                <a:gd name="connsiteY92" fmla="*/ 413673 h 486387"/>
                <a:gd name="connsiteX93" fmla="*/ 905863 w 2912392"/>
                <a:gd name="connsiteY93" fmla="*/ 417002 h 486387"/>
                <a:gd name="connsiteX94" fmla="*/ 915602 w 2912392"/>
                <a:gd name="connsiteY94" fmla="*/ 420306 h 486387"/>
                <a:gd name="connsiteX95" fmla="*/ 925343 w 2912392"/>
                <a:gd name="connsiteY95" fmla="*/ 423583 h 486387"/>
                <a:gd name="connsiteX96" fmla="*/ 935084 w 2912392"/>
                <a:gd name="connsiteY96" fmla="*/ 426828 h 486387"/>
                <a:gd name="connsiteX97" fmla="*/ 944824 w 2912392"/>
                <a:gd name="connsiteY97" fmla="*/ 430037 h 486387"/>
                <a:gd name="connsiteX98" fmla="*/ 954564 w 2912392"/>
                <a:gd name="connsiteY98" fmla="*/ 433204 h 486387"/>
                <a:gd name="connsiteX99" fmla="*/ 964305 w 2912392"/>
                <a:gd name="connsiteY99" fmla="*/ 436326 h 486387"/>
                <a:gd name="connsiteX100" fmla="*/ 974045 w 2912392"/>
                <a:gd name="connsiteY100" fmla="*/ 439398 h 486387"/>
                <a:gd name="connsiteX101" fmla="*/ 983786 w 2912392"/>
                <a:gd name="connsiteY101" fmla="*/ 442415 h 486387"/>
                <a:gd name="connsiteX102" fmla="*/ 993522 w 2912392"/>
                <a:gd name="connsiteY102" fmla="*/ 445372 h 486387"/>
                <a:gd name="connsiteX103" fmla="*/ 1003266 w 2912392"/>
                <a:gd name="connsiteY103" fmla="*/ 448266 h 486387"/>
                <a:gd name="connsiteX104" fmla="*/ 1013010 w 2912392"/>
                <a:gd name="connsiteY104" fmla="*/ 451089 h 486387"/>
                <a:gd name="connsiteX105" fmla="*/ 1022754 w 2912392"/>
                <a:gd name="connsiteY105" fmla="*/ 453838 h 486387"/>
                <a:gd name="connsiteX106" fmla="*/ 1032483 w 2912392"/>
                <a:gd name="connsiteY106" fmla="*/ 456509 h 486387"/>
                <a:gd name="connsiteX107" fmla="*/ 1042227 w 2912392"/>
                <a:gd name="connsiteY107" fmla="*/ 459096 h 486387"/>
                <a:gd name="connsiteX108" fmla="*/ 1051971 w 2912392"/>
                <a:gd name="connsiteY108" fmla="*/ 461594 h 486387"/>
                <a:gd name="connsiteX109" fmla="*/ 1061715 w 2912392"/>
                <a:gd name="connsiteY109" fmla="*/ 464000 h 486387"/>
                <a:gd name="connsiteX110" fmla="*/ 1071444 w 2912392"/>
                <a:gd name="connsiteY110" fmla="*/ 466307 h 486387"/>
                <a:gd name="connsiteX111" fmla="*/ 1081188 w 2912392"/>
                <a:gd name="connsiteY111" fmla="*/ 468512 h 486387"/>
                <a:gd name="connsiteX112" fmla="*/ 1090932 w 2912392"/>
                <a:gd name="connsiteY112" fmla="*/ 470608 h 486387"/>
                <a:gd name="connsiteX113" fmla="*/ 1100676 w 2912392"/>
                <a:gd name="connsiteY113" fmla="*/ 472594 h 486387"/>
                <a:gd name="connsiteX114" fmla="*/ 1110405 w 2912392"/>
                <a:gd name="connsiteY114" fmla="*/ 474464 h 486387"/>
                <a:gd name="connsiteX115" fmla="*/ 1120149 w 2912392"/>
                <a:gd name="connsiteY115" fmla="*/ 476212 h 486387"/>
                <a:gd name="connsiteX116" fmla="*/ 1129893 w 2912392"/>
                <a:gd name="connsiteY116" fmla="*/ 477836 h 486387"/>
                <a:gd name="connsiteX117" fmla="*/ 1139637 w 2912392"/>
                <a:gd name="connsiteY117" fmla="*/ 479330 h 486387"/>
                <a:gd name="connsiteX118" fmla="*/ 1149381 w 2912392"/>
                <a:gd name="connsiteY118" fmla="*/ 480692 h 486387"/>
                <a:gd name="connsiteX119" fmla="*/ 1159110 w 2912392"/>
                <a:gd name="connsiteY119" fmla="*/ 481916 h 486387"/>
                <a:gd name="connsiteX120" fmla="*/ 1168854 w 2912392"/>
                <a:gd name="connsiteY120" fmla="*/ 483001 h 486387"/>
                <a:gd name="connsiteX121" fmla="*/ 1178598 w 2912392"/>
                <a:gd name="connsiteY121" fmla="*/ 483941 h 486387"/>
                <a:gd name="connsiteX122" fmla="*/ 1188341 w 2912392"/>
                <a:gd name="connsiteY122" fmla="*/ 484734 h 486387"/>
                <a:gd name="connsiteX123" fmla="*/ 1198070 w 2912392"/>
                <a:gd name="connsiteY123" fmla="*/ 485377 h 486387"/>
                <a:gd name="connsiteX124" fmla="*/ 1207814 w 2912392"/>
                <a:gd name="connsiteY124" fmla="*/ 485866 h 486387"/>
                <a:gd name="connsiteX125" fmla="*/ 1217558 w 2912392"/>
                <a:gd name="connsiteY125" fmla="*/ 486200 h 486387"/>
                <a:gd name="connsiteX126" fmla="*/ 1227302 w 2912392"/>
                <a:gd name="connsiteY126" fmla="*/ 486374 h 486387"/>
                <a:gd name="connsiteX127" fmla="*/ 1237031 w 2912392"/>
                <a:gd name="connsiteY127" fmla="*/ 486388 h 486387"/>
                <a:gd name="connsiteX128" fmla="*/ 1246775 w 2912392"/>
                <a:gd name="connsiteY128" fmla="*/ 486239 h 486387"/>
                <a:gd name="connsiteX129" fmla="*/ 1256519 w 2912392"/>
                <a:gd name="connsiteY129" fmla="*/ 485924 h 486387"/>
                <a:gd name="connsiteX130" fmla="*/ 1266263 w 2912392"/>
                <a:gd name="connsiteY130" fmla="*/ 485445 h 486387"/>
                <a:gd name="connsiteX131" fmla="*/ 1276007 w 2912392"/>
                <a:gd name="connsiteY131" fmla="*/ 484796 h 486387"/>
                <a:gd name="connsiteX132" fmla="*/ 1285736 w 2912392"/>
                <a:gd name="connsiteY132" fmla="*/ 483979 h 486387"/>
                <a:gd name="connsiteX133" fmla="*/ 1295480 w 2912392"/>
                <a:gd name="connsiteY133" fmla="*/ 482992 h 486387"/>
                <a:gd name="connsiteX134" fmla="*/ 1305224 w 2912392"/>
                <a:gd name="connsiteY134" fmla="*/ 481835 h 486387"/>
                <a:gd name="connsiteX135" fmla="*/ 1314968 w 2912392"/>
                <a:gd name="connsiteY135" fmla="*/ 480506 h 486387"/>
                <a:gd name="connsiteX136" fmla="*/ 1324697 w 2912392"/>
                <a:gd name="connsiteY136" fmla="*/ 479005 h 486387"/>
                <a:gd name="connsiteX137" fmla="*/ 1334441 w 2912392"/>
                <a:gd name="connsiteY137" fmla="*/ 477335 h 486387"/>
                <a:gd name="connsiteX138" fmla="*/ 1344185 w 2912392"/>
                <a:gd name="connsiteY138" fmla="*/ 475494 h 486387"/>
                <a:gd name="connsiteX139" fmla="*/ 1353929 w 2912392"/>
                <a:gd name="connsiteY139" fmla="*/ 473481 h 486387"/>
                <a:gd name="connsiteX140" fmla="*/ 1363658 w 2912392"/>
                <a:gd name="connsiteY140" fmla="*/ 471298 h 486387"/>
                <a:gd name="connsiteX141" fmla="*/ 1373402 w 2912392"/>
                <a:gd name="connsiteY141" fmla="*/ 468948 h 486387"/>
                <a:gd name="connsiteX142" fmla="*/ 1383146 w 2912392"/>
                <a:gd name="connsiteY142" fmla="*/ 466429 h 486387"/>
                <a:gd name="connsiteX143" fmla="*/ 1392890 w 2912392"/>
                <a:gd name="connsiteY143" fmla="*/ 463744 h 486387"/>
                <a:gd name="connsiteX144" fmla="*/ 1402619 w 2912392"/>
                <a:gd name="connsiteY144" fmla="*/ 460896 h 486387"/>
                <a:gd name="connsiteX145" fmla="*/ 1412363 w 2912392"/>
                <a:gd name="connsiteY145" fmla="*/ 457883 h 486387"/>
                <a:gd name="connsiteX146" fmla="*/ 1422106 w 2912392"/>
                <a:gd name="connsiteY146" fmla="*/ 454709 h 486387"/>
                <a:gd name="connsiteX147" fmla="*/ 1431850 w 2912392"/>
                <a:gd name="connsiteY147" fmla="*/ 451377 h 486387"/>
                <a:gd name="connsiteX148" fmla="*/ 1441594 w 2912392"/>
                <a:gd name="connsiteY148" fmla="*/ 447887 h 486387"/>
                <a:gd name="connsiteX149" fmla="*/ 1451323 w 2912392"/>
                <a:gd name="connsiteY149" fmla="*/ 444244 h 486387"/>
                <a:gd name="connsiteX150" fmla="*/ 1461067 w 2912392"/>
                <a:gd name="connsiteY150" fmla="*/ 440448 h 486387"/>
                <a:gd name="connsiteX151" fmla="*/ 1470811 w 2912392"/>
                <a:gd name="connsiteY151" fmla="*/ 436504 h 486387"/>
                <a:gd name="connsiteX152" fmla="*/ 1480555 w 2912392"/>
                <a:gd name="connsiteY152" fmla="*/ 432415 h 486387"/>
                <a:gd name="connsiteX153" fmla="*/ 1490284 w 2912392"/>
                <a:gd name="connsiteY153" fmla="*/ 428180 h 486387"/>
                <a:gd name="connsiteX154" fmla="*/ 1500028 w 2912392"/>
                <a:gd name="connsiteY154" fmla="*/ 423808 h 486387"/>
                <a:gd name="connsiteX155" fmla="*/ 1509772 w 2912392"/>
                <a:gd name="connsiteY155" fmla="*/ 419298 h 486387"/>
                <a:gd name="connsiteX156" fmla="*/ 1519516 w 2912392"/>
                <a:gd name="connsiteY156" fmla="*/ 414654 h 486387"/>
                <a:gd name="connsiteX157" fmla="*/ 1529245 w 2912392"/>
                <a:gd name="connsiteY157" fmla="*/ 409878 h 486387"/>
                <a:gd name="connsiteX158" fmla="*/ 1538989 w 2912392"/>
                <a:gd name="connsiteY158" fmla="*/ 404978 h 486387"/>
                <a:gd name="connsiteX159" fmla="*/ 1548733 w 2912392"/>
                <a:gd name="connsiteY159" fmla="*/ 399954 h 486387"/>
                <a:gd name="connsiteX160" fmla="*/ 1558477 w 2912392"/>
                <a:gd name="connsiteY160" fmla="*/ 394811 h 486387"/>
                <a:gd name="connsiteX161" fmla="*/ 1568221 w 2912392"/>
                <a:gd name="connsiteY161" fmla="*/ 389550 h 486387"/>
                <a:gd name="connsiteX162" fmla="*/ 1577950 w 2912392"/>
                <a:gd name="connsiteY162" fmla="*/ 384179 h 486387"/>
                <a:gd name="connsiteX163" fmla="*/ 1587694 w 2912392"/>
                <a:gd name="connsiteY163" fmla="*/ 378699 h 486387"/>
                <a:gd name="connsiteX164" fmla="*/ 1597438 w 2912392"/>
                <a:gd name="connsiteY164" fmla="*/ 373115 h 486387"/>
                <a:gd name="connsiteX165" fmla="*/ 1607182 w 2912392"/>
                <a:gd name="connsiteY165" fmla="*/ 367430 h 486387"/>
                <a:gd name="connsiteX166" fmla="*/ 1616911 w 2912392"/>
                <a:gd name="connsiteY166" fmla="*/ 361647 h 486387"/>
                <a:gd name="connsiteX167" fmla="*/ 1626655 w 2912392"/>
                <a:gd name="connsiteY167" fmla="*/ 355774 h 486387"/>
                <a:gd name="connsiteX168" fmla="*/ 1636399 w 2912392"/>
                <a:gd name="connsiteY168" fmla="*/ 349810 h 486387"/>
                <a:gd name="connsiteX169" fmla="*/ 1646142 w 2912392"/>
                <a:gd name="connsiteY169" fmla="*/ 343761 h 486387"/>
                <a:gd name="connsiteX170" fmla="*/ 1655872 w 2912392"/>
                <a:gd name="connsiteY170" fmla="*/ 337633 h 486387"/>
                <a:gd name="connsiteX171" fmla="*/ 1665616 w 2912392"/>
                <a:gd name="connsiteY171" fmla="*/ 331426 h 486387"/>
                <a:gd name="connsiteX172" fmla="*/ 1675359 w 2912392"/>
                <a:gd name="connsiteY172" fmla="*/ 325148 h 486387"/>
                <a:gd name="connsiteX173" fmla="*/ 1685103 w 2912392"/>
                <a:gd name="connsiteY173" fmla="*/ 318801 h 486387"/>
                <a:gd name="connsiteX174" fmla="*/ 1694832 w 2912392"/>
                <a:gd name="connsiteY174" fmla="*/ 312390 h 486387"/>
                <a:gd name="connsiteX175" fmla="*/ 1704576 w 2912392"/>
                <a:gd name="connsiteY175" fmla="*/ 305919 h 486387"/>
                <a:gd name="connsiteX176" fmla="*/ 1714320 w 2912392"/>
                <a:gd name="connsiteY176" fmla="*/ 299391 h 486387"/>
                <a:gd name="connsiteX177" fmla="*/ 1724064 w 2912392"/>
                <a:gd name="connsiteY177" fmla="*/ 292811 h 486387"/>
                <a:gd name="connsiteX178" fmla="*/ 1733808 w 2912392"/>
                <a:gd name="connsiteY178" fmla="*/ 286186 h 486387"/>
                <a:gd name="connsiteX179" fmla="*/ 1743537 w 2912392"/>
                <a:gd name="connsiteY179" fmla="*/ 279515 h 486387"/>
                <a:gd name="connsiteX180" fmla="*/ 1753281 w 2912392"/>
                <a:gd name="connsiteY180" fmla="*/ 272806 h 486387"/>
                <a:gd name="connsiteX181" fmla="*/ 1763025 w 2912392"/>
                <a:gd name="connsiteY181" fmla="*/ 266065 h 486387"/>
                <a:gd name="connsiteX182" fmla="*/ 1772769 w 2912392"/>
                <a:gd name="connsiteY182" fmla="*/ 259291 h 486387"/>
                <a:gd name="connsiteX183" fmla="*/ 1782498 w 2912392"/>
                <a:gd name="connsiteY183" fmla="*/ 252493 h 486387"/>
                <a:gd name="connsiteX184" fmla="*/ 1792242 w 2912392"/>
                <a:gd name="connsiteY184" fmla="*/ 245674 h 486387"/>
                <a:gd name="connsiteX185" fmla="*/ 1801986 w 2912392"/>
                <a:gd name="connsiteY185" fmla="*/ 238840 h 486387"/>
                <a:gd name="connsiteX186" fmla="*/ 1811730 w 2912392"/>
                <a:gd name="connsiteY186" fmla="*/ 231994 h 486387"/>
                <a:gd name="connsiteX187" fmla="*/ 1821459 w 2912392"/>
                <a:gd name="connsiteY187" fmla="*/ 225141 h 486387"/>
                <a:gd name="connsiteX188" fmla="*/ 1831203 w 2912392"/>
                <a:gd name="connsiteY188" fmla="*/ 218286 h 486387"/>
                <a:gd name="connsiteX189" fmla="*/ 1840947 w 2912392"/>
                <a:gd name="connsiteY189" fmla="*/ 211436 h 486387"/>
                <a:gd name="connsiteX190" fmla="*/ 1850691 w 2912392"/>
                <a:gd name="connsiteY190" fmla="*/ 204593 h 486387"/>
                <a:gd name="connsiteX191" fmla="*/ 1860435 w 2912392"/>
                <a:gd name="connsiteY191" fmla="*/ 197765 h 486387"/>
                <a:gd name="connsiteX192" fmla="*/ 1870164 w 2912392"/>
                <a:gd name="connsiteY192" fmla="*/ 190954 h 486387"/>
                <a:gd name="connsiteX193" fmla="*/ 1879908 w 2912392"/>
                <a:gd name="connsiteY193" fmla="*/ 184169 h 486387"/>
                <a:gd name="connsiteX194" fmla="*/ 1889652 w 2912392"/>
                <a:gd name="connsiteY194" fmla="*/ 177413 h 486387"/>
                <a:gd name="connsiteX195" fmla="*/ 1899395 w 2912392"/>
                <a:gd name="connsiteY195" fmla="*/ 170692 h 486387"/>
                <a:gd name="connsiteX196" fmla="*/ 1909124 w 2912392"/>
                <a:gd name="connsiteY196" fmla="*/ 164011 h 486387"/>
                <a:gd name="connsiteX197" fmla="*/ 1918868 w 2912392"/>
                <a:gd name="connsiteY197" fmla="*/ 157376 h 486387"/>
                <a:gd name="connsiteX198" fmla="*/ 1928612 w 2912392"/>
                <a:gd name="connsiteY198" fmla="*/ 150794 h 486387"/>
                <a:gd name="connsiteX199" fmla="*/ 1938356 w 2912392"/>
                <a:gd name="connsiteY199" fmla="*/ 144270 h 486387"/>
                <a:gd name="connsiteX200" fmla="*/ 1948085 w 2912392"/>
                <a:gd name="connsiteY200" fmla="*/ 137811 h 486387"/>
                <a:gd name="connsiteX201" fmla="*/ 1957829 w 2912392"/>
                <a:gd name="connsiteY201" fmla="*/ 131421 h 486387"/>
                <a:gd name="connsiteX202" fmla="*/ 1967573 w 2912392"/>
                <a:gd name="connsiteY202" fmla="*/ 125107 h 486387"/>
                <a:gd name="connsiteX203" fmla="*/ 1977317 w 2912392"/>
                <a:gd name="connsiteY203" fmla="*/ 118876 h 486387"/>
                <a:gd name="connsiteX204" fmla="*/ 1987046 w 2912392"/>
                <a:gd name="connsiteY204" fmla="*/ 112733 h 486387"/>
                <a:gd name="connsiteX205" fmla="*/ 1996790 w 2912392"/>
                <a:gd name="connsiteY205" fmla="*/ 106686 h 486387"/>
                <a:gd name="connsiteX206" fmla="*/ 2006534 w 2912392"/>
                <a:gd name="connsiteY206" fmla="*/ 100741 h 486387"/>
                <a:gd name="connsiteX207" fmla="*/ 2016278 w 2912392"/>
                <a:gd name="connsiteY207" fmla="*/ 94902 h 486387"/>
                <a:gd name="connsiteX208" fmla="*/ 2026022 w 2912392"/>
                <a:gd name="connsiteY208" fmla="*/ 89179 h 486387"/>
                <a:gd name="connsiteX209" fmla="*/ 2035751 w 2912392"/>
                <a:gd name="connsiteY209" fmla="*/ 83576 h 486387"/>
                <a:gd name="connsiteX210" fmla="*/ 2045495 w 2912392"/>
                <a:gd name="connsiteY210" fmla="*/ 78100 h 486387"/>
                <a:gd name="connsiteX211" fmla="*/ 2055239 w 2912392"/>
                <a:gd name="connsiteY211" fmla="*/ 72759 h 486387"/>
                <a:gd name="connsiteX212" fmla="*/ 2064983 w 2912392"/>
                <a:gd name="connsiteY212" fmla="*/ 67558 h 486387"/>
                <a:gd name="connsiteX213" fmla="*/ 2074712 w 2912392"/>
                <a:gd name="connsiteY213" fmla="*/ 62504 h 486387"/>
                <a:gd name="connsiteX214" fmla="*/ 2084456 w 2912392"/>
                <a:gd name="connsiteY214" fmla="*/ 57604 h 486387"/>
                <a:gd name="connsiteX215" fmla="*/ 2094200 w 2912392"/>
                <a:gd name="connsiteY215" fmla="*/ 52862 h 486387"/>
                <a:gd name="connsiteX216" fmla="*/ 2103944 w 2912392"/>
                <a:gd name="connsiteY216" fmla="*/ 48286 h 486387"/>
                <a:gd name="connsiteX217" fmla="*/ 2113673 w 2912392"/>
                <a:gd name="connsiteY217" fmla="*/ 43883 h 486387"/>
                <a:gd name="connsiteX218" fmla="*/ 2123417 w 2912392"/>
                <a:gd name="connsiteY218" fmla="*/ 39658 h 486387"/>
                <a:gd name="connsiteX219" fmla="*/ 2133161 w 2912392"/>
                <a:gd name="connsiteY219" fmla="*/ 35617 h 486387"/>
                <a:gd name="connsiteX220" fmla="*/ 2142905 w 2912392"/>
                <a:gd name="connsiteY220" fmla="*/ 31766 h 486387"/>
                <a:gd name="connsiteX221" fmla="*/ 2152649 w 2912392"/>
                <a:gd name="connsiteY221" fmla="*/ 28111 h 486387"/>
                <a:gd name="connsiteX222" fmla="*/ 2162377 w 2912392"/>
                <a:gd name="connsiteY222" fmla="*/ 24658 h 486387"/>
                <a:gd name="connsiteX223" fmla="*/ 2172121 w 2912392"/>
                <a:gd name="connsiteY223" fmla="*/ 21410 h 486387"/>
                <a:gd name="connsiteX224" fmla="*/ 2181865 w 2912392"/>
                <a:gd name="connsiteY224" fmla="*/ 18375 h 486387"/>
                <a:gd name="connsiteX225" fmla="*/ 2191609 w 2912392"/>
                <a:gd name="connsiteY225" fmla="*/ 15556 h 486387"/>
                <a:gd name="connsiteX226" fmla="*/ 2201338 w 2912392"/>
                <a:gd name="connsiteY226" fmla="*/ 12959 h 486387"/>
                <a:gd name="connsiteX227" fmla="*/ 2211082 w 2912392"/>
                <a:gd name="connsiteY227" fmla="*/ 10587 h 486387"/>
                <a:gd name="connsiteX228" fmla="*/ 2220826 w 2912392"/>
                <a:gd name="connsiteY228" fmla="*/ 8446 h 486387"/>
                <a:gd name="connsiteX229" fmla="*/ 2230570 w 2912392"/>
                <a:gd name="connsiteY229" fmla="*/ 6539 h 486387"/>
                <a:gd name="connsiteX230" fmla="*/ 2240299 w 2912392"/>
                <a:gd name="connsiteY230" fmla="*/ 4869 h 486387"/>
                <a:gd name="connsiteX231" fmla="*/ 2250043 w 2912392"/>
                <a:gd name="connsiteY231" fmla="*/ 3440 h 486387"/>
                <a:gd name="connsiteX232" fmla="*/ 2259787 w 2912392"/>
                <a:gd name="connsiteY232" fmla="*/ 2254 h 486387"/>
                <a:gd name="connsiteX233" fmla="*/ 2269531 w 2912392"/>
                <a:gd name="connsiteY233" fmla="*/ 1316 h 486387"/>
                <a:gd name="connsiteX234" fmla="*/ 2279260 w 2912392"/>
                <a:gd name="connsiteY234" fmla="*/ 626 h 486387"/>
                <a:gd name="connsiteX235" fmla="*/ 2289004 w 2912392"/>
                <a:gd name="connsiteY235" fmla="*/ 186 h 486387"/>
                <a:gd name="connsiteX236" fmla="*/ 2298748 w 2912392"/>
                <a:gd name="connsiteY236" fmla="*/ 0 h 486387"/>
                <a:gd name="connsiteX237" fmla="*/ 2308492 w 2912392"/>
                <a:gd name="connsiteY237" fmla="*/ 66 h 486387"/>
                <a:gd name="connsiteX238" fmla="*/ 2318236 w 2912392"/>
                <a:gd name="connsiteY238" fmla="*/ 387 h 486387"/>
                <a:gd name="connsiteX239" fmla="*/ 2327965 w 2912392"/>
                <a:gd name="connsiteY239" fmla="*/ 962 h 486387"/>
                <a:gd name="connsiteX240" fmla="*/ 2337709 w 2912392"/>
                <a:gd name="connsiteY240" fmla="*/ 1794 h 486387"/>
                <a:gd name="connsiteX241" fmla="*/ 2347453 w 2912392"/>
                <a:gd name="connsiteY241" fmla="*/ 2880 h 486387"/>
                <a:gd name="connsiteX242" fmla="*/ 2357197 w 2912392"/>
                <a:gd name="connsiteY242" fmla="*/ 4219 h 486387"/>
                <a:gd name="connsiteX243" fmla="*/ 2366926 w 2912392"/>
                <a:gd name="connsiteY243" fmla="*/ 5812 h 486387"/>
                <a:gd name="connsiteX244" fmla="*/ 2376670 w 2912392"/>
                <a:gd name="connsiteY244" fmla="*/ 7657 h 486387"/>
                <a:gd name="connsiteX245" fmla="*/ 2386413 w 2912392"/>
                <a:gd name="connsiteY245" fmla="*/ 9750 h 486387"/>
                <a:gd name="connsiteX246" fmla="*/ 2396157 w 2912392"/>
                <a:gd name="connsiteY246" fmla="*/ 12092 h 486387"/>
                <a:gd name="connsiteX247" fmla="*/ 2405886 w 2912392"/>
                <a:gd name="connsiteY247" fmla="*/ 14677 h 486387"/>
                <a:gd name="connsiteX248" fmla="*/ 2415630 w 2912392"/>
                <a:gd name="connsiteY248" fmla="*/ 17505 h 486387"/>
                <a:gd name="connsiteX249" fmla="*/ 2425374 w 2912392"/>
                <a:gd name="connsiteY249" fmla="*/ 20571 h 486387"/>
                <a:gd name="connsiteX250" fmla="*/ 2435118 w 2912392"/>
                <a:gd name="connsiteY250" fmla="*/ 23871 h 486387"/>
                <a:gd name="connsiteX251" fmla="*/ 2444862 w 2912392"/>
                <a:gd name="connsiteY251" fmla="*/ 27402 h 486387"/>
                <a:gd name="connsiteX252" fmla="*/ 2454591 w 2912392"/>
                <a:gd name="connsiteY252" fmla="*/ 31160 h 486387"/>
                <a:gd name="connsiteX253" fmla="*/ 2464335 w 2912392"/>
                <a:gd name="connsiteY253" fmla="*/ 35138 h 486387"/>
                <a:gd name="connsiteX254" fmla="*/ 2474079 w 2912392"/>
                <a:gd name="connsiteY254" fmla="*/ 39332 h 486387"/>
                <a:gd name="connsiteX255" fmla="*/ 2483823 w 2912392"/>
                <a:gd name="connsiteY255" fmla="*/ 43737 h 486387"/>
                <a:gd name="connsiteX256" fmla="*/ 2493552 w 2912392"/>
                <a:gd name="connsiteY256" fmla="*/ 48347 h 486387"/>
                <a:gd name="connsiteX257" fmla="*/ 2503296 w 2912392"/>
                <a:gd name="connsiteY257" fmla="*/ 53155 h 486387"/>
                <a:gd name="connsiteX258" fmla="*/ 2513040 w 2912392"/>
                <a:gd name="connsiteY258" fmla="*/ 58157 h 486387"/>
                <a:gd name="connsiteX259" fmla="*/ 2522784 w 2912392"/>
                <a:gd name="connsiteY259" fmla="*/ 63344 h 486387"/>
                <a:gd name="connsiteX260" fmla="*/ 2532513 w 2912392"/>
                <a:gd name="connsiteY260" fmla="*/ 68711 h 486387"/>
                <a:gd name="connsiteX261" fmla="*/ 2542257 w 2912392"/>
                <a:gd name="connsiteY261" fmla="*/ 74249 h 486387"/>
                <a:gd name="connsiteX262" fmla="*/ 2552001 w 2912392"/>
                <a:gd name="connsiteY262" fmla="*/ 79954 h 486387"/>
                <a:gd name="connsiteX263" fmla="*/ 2561745 w 2912392"/>
                <a:gd name="connsiteY263" fmla="*/ 85814 h 486387"/>
                <a:gd name="connsiteX264" fmla="*/ 2571474 w 2912392"/>
                <a:gd name="connsiteY264" fmla="*/ 91825 h 486387"/>
                <a:gd name="connsiteX265" fmla="*/ 2581218 w 2912392"/>
                <a:gd name="connsiteY265" fmla="*/ 97977 h 486387"/>
                <a:gd name="connsiteX266" fmla="*/ 2590962 w 2912392"/>
                <a:gd name="connsiteY266" fmla="*/ 104265 h 486387"/>
                <a:gd name="connsiteX267" fmla="*/ 2600705 w 2912392"/>
                <a:gd name="connsiteY267" fmla="*/ 110677 h 486387"/>
                <a:gd name="connsiteX268" fmla="*/ 2610449 w 2912392"/>
                <a:gd name="connsiteY268" fmla="*/ 117209 h 486387"/>
                <a:gd name="connsiteX269" fmla="*/ 2620178 w 2912392"/>
                <a:gd name="connsiteY269" fmla="*/ 123849 h 486387"/>
                <a:gd name="connsiteX270" fmla="*/ 2629922 w 2912392"/>
                <a:gd name="connsiteY270" fmla="*/ 130590 h 486387"/>
                <a:gd name="connsiteX271" fmla="*/ 2639666 w 2912392"/>
                <a:gd name="connsiteY271" fmla="*/ 137424 h 486387"/>
                <a:gd name="connsiteX272" fmla="*/ 2649410 w 2912392"/>
                <a:gd name="connsiteY272" fmla="*/ 144343 h 486387"/>
                <a:gd name="connsiteX273" fmla="*/ 2659139 w 2912392"/>
                <a:gd name="connsiteY273" fmla="*/ 151336 h 486387"/>
                <a:gd name="connsiteX274" fmla="*/ 2668883 w 2912392"/>
                <a:gd name="connsiteY274" fmla="*/ 158397 h 486387"/>
                <a:gd name="connsiteX275" fmla="*/ 2678627 w 2912392"/>
                <a:gd name="connsiteY275" fmla="*/ 165517 h 486387"/>
                <a:gd name="connsiteX276" fmla="*/ 2688371 w 2912392"/>
                <a:gd name="connsiteY276" fmla="*/ 172687 h 486387"/>
                <a:gd name="connsiteX277" fmla="*/ 2698100 w 2912392"/>
                <a:gd name="connsiteY277" fmla="*/ 179898 h 486387"/>
                <a:gd name="connsiteX278" fmla="*/ 2707844 w 2912392"/>
                <a:gd name="connsiteY278" fmla="*/ 187142 h 486387"/>
                <a:gd name="connsiteX279" fmla="*/ 2717588 w 2912392"/>
                <a:gd name="connsiteY279" fmla="*/ 194411 h 486387"/>
                <a:gd name="connsiteX280" fmla="*/ 2727332 w 2912392"/>
                <a:gd name="connsiteY280" fmla="*/ 201696 h 486387"/>
                <a:gd name="connsiteX281" fmla="*/ 2737076 w 2912392"/>
                <a:gd name="connsiteY281" fmla="*/ 208990 h 486387"/>
                <a:gd name="connsiteX282" fmla="*/ 2746805 w 2912392"/>
                <a:gd name="connsiteY282" fmla="*/ 216283 h 486387"/>
                <a:gd name="connsiteX283" fmla="*/ 2756549 w 2912392"/>
                <a:gd name="connsiteY283" fmla="*/ 223567 h 486387"/>
                <a:gd name="connsiteX284" fmla="*/ 2766293 w 2912392"/>
                <a:gd name="connsiteY284" fmla="*/ 230836 h 486387"/>
                <a:gd name="connsiteX285" fmla="*/ 2776037 w 2912392"/>
                <a:gd name="connsiteY285" fmla="*/ 238080 h 486387"/>
                <a:gd name="connsiteX286" fmla="*/ 2785766 w 2912392"/>
                <a:gd name="connsiteY286" fmla="*/ 245291 h 486387"/>
                <a:gd name="connsiteX287" fmla="*/ 2795510 w 2912392"/>
                <a:gd name="connsiteY287" fmla="*/ 252463 h 486387"/>
                <a:gd name="connsiteX288" fmla="*/ 2805254 w 2912392"/>
                <a:gd name="connsiteY288" fmla="*/ 259588 h 486387"/>
                <a:gd name="connsiteX289" fmla="*/ 2814998 w 2912392"/>
                <a:gd name="connsiteY289" fmla="*/ 266657 h 486387"/>
                <a:gd name="connsiteX290" fmla="*/ 2824727 w 2912392"/>
                <a:gd name="connsiteY290" fmla="*/ 273666 h 486387"/>
                <a:gd name="connsiteX291" fmla="*/ 2834471 w 2912392"/>
                <a:gd name="connsiteY291" fmla="*/ 280604 h 486387"/>
                <a:gd name="connsiteX292" fmla="*/ 2844215 w 2912392"/>
                <a:gd name="connsiteY292" fmla="*/ 287468 h 486387"/>
                <a:gd name="connsiteX293" fmla="*/ 2853958 w 2912392"/>
                <a:gd name="connsiteY293" fmla="*/ 294249 h 486387"/>
                <a:gd name="connsiteX294" fmla="*/ 2863687 w 2912392"/>
                <a:gd name="connsiteY294" fmla="*/ 300940 h 486387"/>
                <a:gd name="connsiteX295" fmla="*/ 2873431 w 2912392"/>
                <a:gd name="connsiteY295" fmla="*/ 307536 h 486387"/>
                <a:gd name="connsiteX296" fmla="*/ 2883175 w 2912392"/>
                <a:gd name="connsiteY296" fmla="*/ 314030 h 486387"/>
                <a:gd name="connsiteX297" fmla="*/ 2892919 w 2912392"/>
                <a:gd name="connsiteY297" fmla="*/ 320416 h 486387"/>
                <a:gd name="connsiteX298" fmla="*/ 2902663 w 2912392"/>
                <a:gd name="connsiteY298" fmla="*/ 326689 h 486387"/>
                <a:gd name="connsiteX299" fmla="*/ 2912392 w 2912392"/>
                <a:gd name="connsiteY299" fmla="*/ 332842 h 486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86387">
                  <a:moveTo>
                    <a:pt x="0" y="475707"/>
                  </a:moveTo>
                  <a:lnTo>
                    <a:pt x="9739" y="467138"/>
                  </a:lnTo>
                  <a:lnTo>
                    <a:pt x="19480" y="458744"/>
                  </a:lnTo>
                  <a:lnTo>
                    <a:pt x="29221" y="450527"/>
                  </a:lnTo>
                  <a:lnTo>
                    <a:pt x="38961" y="442494"/>
                  </a:lnTo>
                  <a:lnTo>
                    <a:pt x="48702" y="434649"/>
                  </a:lnTo>
                  <a:lnTo>
                    <a:pt x="58443" y="427000"/>
                  </a:lnTo>
                  <a:lnTo>
                    <a:pt x="68182" y="419551"/>
                  </a:lnTo>
                  <a:lnTo>
                    <a:pt x="77923" y="412304"/>
                  </a:lnTo>
                  <a:lnTo>
                    <a:pt x="87664" y="405266"/>
                  </a:lnTo>
                  <a:lnTo>
                    <a:pt x="97404" y="398438"/>
                  </a:lnTo>
                  <a:lnTo>
                    <a:pt x="107145" y="391825"/>
                  </a:lnTo>
                  <a:lnTo>
                    <a:pt x="116886" y="385429"/>
                  </a:lnTo>
                  <a:lnTo>
                    <a:pt x="126625" y="379254"/>
                  </a:lnTo>
                  <a:lnTo>
                    <a:pt x="136366" y="373298"/>
                  </a:lnTo>
                  <a:lnTo>
                    <a:pt x="146107" y="367568"/>
                  </a:lnTo>
                  <a:lnTo>
                    <a:pt x="155846" y="362063"/>
                  </a:lnTo>
                  <a:lnTo>
                    <a:pt x="165587" y="356783"/>
                  </a:lnTo>
                  <a:lnTo>
                    <a:pt x="175328" y="351731"/>
                  </a:lnTo>
                  <a:lnTo>
                    <a:pt x="185068" y="346905"/>
                  </a:lnTo>
                  <a:lnTo>
                    <a:pt x="194809" y="342307"/>
                  </a:lnTo>
                  <a:lnTo>
                    <a:pt x="204550" y="337937"/>
                  </a:lnTo>
                  <a:lnTo>
                    <a:pt x="214289" y="333792"/>
                  </a:lnTo>
                  <a:lnTo>
                    <a:pt x="224030" y="329874"/>
                  </a:lnTo>
                  <a:lnTo>
                    <a:pt x="233771" y="326179"/>
                  </a:lnTo>
                  <a:lnTo>
                    <a:pt x="243510" y="322708"/>
                  </a:lnTo>
                  <a:lnTo>
                    <a:pt x="253251" y="319457"/>
                  </a:lnTo>
                  <a:lnTo>
                    <a:pt x="262992" y="316425"/>
                  </a:lnTo>
                  <a:lnTo>
                    <a:pt x="272732" y="313610"/>
                  </a:lnTo>
                  <a:lnTo>
                    <a:pt x="282473" y="311010"/>
                  </a:lnTo>
                  <a:lnTo>
                    <a:pt x="292214" y="308622"/>
                  </a:lnTo>
                  <a:lnTo>
                    <a:pt x="301953" y="306442"/>
                  </a:lnTo>
                  <a:lnTo>
                    <a:pt x="311694" y="304468"/>
                  </a:lnTo>
                  <a:lnTo>
                    <a:pt x="321435" y="302695"/>
                  </a:lnTo>
                  <a:lnTo>
                    <a:pt x="331175" y="301122"/>
                  </a:lnTo>
                  <a:lnTo>
                    <a:pt x="340916" y="299744"/>
                  </a:lnTo>
                  <a:lnTo>
                    <a:pt x="350656" y="298558"/>
                  </a:lnTo>
                  <a:lnTo>
                    <a:pt x="360396" y="297558"/>
                  </a:lnTo>
                  <a:lnTo>
                    <a:pt x="370137" y="296741"/>
                  </a:lnTo>
                  <a:lnTo>
                    <a:pt x="379878" y="296105"/>
                  </a:lnTo>
                  <a:lnTo>
                    <a:pt x="389617" y="295643"/>
                  </a:lnTo>
                  <a:lnTo>
                    <a:pt x="399358" y="295353"/>
                  </a:lnTo>
                  <a:lnTo>
                    <a:pt x="409099" y="295229"/>
                  </a:lnTo>
                  <a:lnTo>
                    <a:pt x="418839" y="295267"/>
                  </a:lnTo>
                  <a:lnTo>
                    <a:pt x="428580" y="295463"/>
                  </a:lnTo>
                  <a:lnTo>
                    <a:pt x="438321" y="295813"/>
                  </a:lnTo>
                  <a:lnTo>
                    <a:pt x="448060" y="296311"/>
                  </a:lnTo>
                  <a:lnTo>
                    <a:pt x="457801" y="296955"/>
                  </a:lnTo>
                  <a:lnTo>
                    <a:pt x="467542" y="297737"/>
                  </a:lnTo>
                  <a:lnTo>
                    <a:pt x="477281" y="298656"/>
                  </a:lnTo>
                  <a:lnTo>
                    <a:pt x="487022" y="299706"/>
                  </a:lnTo>
                  <a:lnTo>
                    <a:pt x="496763" y="300883"/>
                  </a:lnTo>
                  <a:lnTo>
                    <a:pt x="506503" y="302184"/>
                  </a:lnTo>
                  <a:lnTo>
                    <a:pt x="516244" y="303602"/>
                  </a:lnTo>
                  <a:lnTo>
                    <a:pt x="525985" y="305137"/>
                  </a:lnTo>
                  <a:lnTo>
                    <a:pt x="535724" y="306782"/>
                  </a:lnTo>
                  <a:lnTo>
                    <a:pt x="545465" y="308533"/>
                  </a:lnTo>
                  <a:lnTo>
                    <a:pt x="555206" y="310386"/>
                  </a:lnTo>
                  <a:lnTo>
                    <a:pt x="564946" y="312338"/>
                  </a:lnTo>
                  <a:lnTo>
                    <a:pt x="574687" y="314385"/>
                  </a:lnTo>
                  <a:lnTo>
                    <a:pt x="584428" y="316524"/>
                  </a:lnTo>
                  <a:lnTo>
                    <a:pt x="594167" y="318750"/>
                  </a:lnTo>
                  <a:lnTo>
                    <a:pt x="603908" y="321061"/>
                  </a:lnTo>
                  <a:lnTo>
                    <a:pt x="613649" y="323452"/>
                  </a:lnTo>
                  <a:lnTo>
                    <a:pt x="623388" y="325921"/>
                  </a:lnTo>
                  <a:lnTo>
                    <a:pt x="633129" y="328463"/>
                  </a:lnTo>
                  <a:lnTo>
                    <a:pt x="642870" y="331078"/>
                  </a:lnTo>
                  <a:lnTo>
                    <a:pt x="652610" y="333758"/>
                  </a:lnTo>
                  <a:lnTo>
                    <a:pt x="662351" y="336504"/>
                  </a:lnTo>
                  <a:lnTo>
                    <a:pt x="672092" y="339311"/>
                  </a:lnTo>
                  <a:lnTo>
                    <a:pt x="681831" y="342174"/>
                  </a:lnTo>
                  <a:lnTo>
                    <a:pt x="691572" y="345095"/>
                  </a:lnTo>
                  <a:lnTo>
                    <a:pt x="701313" y="348067"/>
                  </a:lnTo>
                  <a:lnTo>
                    <a:pt x="711052" y="351088"/>
                  </a:lnTo>
                  <a:lnTo>
                    <a:pt x="720793" y="354156"/>
                  </a:lnTo>
                  <a:lnTo>
                    <a:pt x="730534" y="357267"/>
                  </a:lnTo>
                  <a:lnTo>
                    <a:pt x="740274" y="360417"/>
                  </a:lnTo>
                  <a:lnTo>
                    <a:pt x="750015" y="363605"/>
                  </a:lnTo>
                  <a:lnTo>
                    <a:pt x="759756" y="366826"/>
                  </a:lnTo>
                  <a:lnTo>
                    <a:pt x="769495" y="370079"/>
                  </a:lnTo>
                  <a:lnTo>
                    <a:pt x="779236" y="373359"/>
                  </a:lnTo>
                  <a:lnTo>
                    <a:pt x="788977" y="376666"/>
                  </a:lnTo>
                  <a:lnTo>
                    <a:pt x="798717" y="379991"/>
                  </a:lnTo>
                  <a:lnTo>
                    <a:pt x="808458" y="383336"/>
                  </a:lnTo>
                  <a:lnTo>
                    <a:pt x="818199" y="386696"/>
                  </a:lnTo>
                  <a:lnTo>
                    <a:pt x="827938" y="390066"/>
                  </a:lnTo>
                  <a:lnTo>
                    <a:pt x="837679" y="393445"/>
                  </a:lnTo>
                  <a:lnTo>
                    <a:pt x="847420" y="396828"/>
                  </a:lnTo>
                  <a:lnTo>
                    <a:pt x="857159" y="400210"/>
                  </a:lnTo>
                  <a:lnTo>
                    <a:pt x="866900" y="403591"/>
                  </a:lnTo>
                  <a:lnTo>
                    <a:pt x="876641" y="406964"/>
                  </a:lnTo>
                  <a:lnTo>
                    <a:pt x="886381" y="410327"/>
                  </a:lnTo>
                  <a:lnTo>
                    <a:pt x="896122" y="413673"/>
                  </a:lnTo>
                  <a:lnTo>
                    <a:pt x="905863" y="417002"/>
                  </a:lnTo>
                  <a:lnTo>
                    <a:pt x="915602" y="420306"/>
                  </a:lnTo>
                  <a:lnTo>
                    <a:pt x="925343" y="423583"/>
                  </a:lnTo>
                  <a:lnTo>
                    <a:pt x="935084" y="426828"/>
                  </a:lnTo>
                  <a:lnTo>
                    <a:pt x="944824" y="430037"/>
                  </a:lnTo>
                  <a:lnTo>
                    <a:pt x="954564" y="433204"/>
                  </a:lnTo>
                  <a:lnTo>
                    <a:pt x="964305" y="436326"/>
                  </a:lnTo>
                  <a:lnTo>
                    <a:pt x="974045" y="439398"/>
                  </a:lnTo>
                  <a:lnTo>
                    <a:pt x="983786" y="442415"/>
                  </a:lnTo>
                  <a:lnTo>
                    <a:pt x="993522" y="445372"/>
                  </a:lnTo>
                  <a:lnTo>
                    <a:pt x="1003266" y="448266"/>
                  </a:lnTo>
                  <a:lnTo>
                    <a:pt x="1013010" y="451089"/>
                  </a:lnTo>
                  <a:lnTo>
                    <a:pt x="1022754" y="453838"/>
                  </a:lnTo>
                  <a:lnTo>
                    <a:pt x="1032483" y="456509"/>
                  </a:lnTo>
                  <a:lnTo>
                    <a:pt x="1042227" y="459096"/>
                  </a:lnTo>
                  <a:lnTo>
                    <a:pt x="1051971" y="461594"/>
                  </a:lnTo>
                  <a:lnTo>
                    <a:pt x="1061715" y="464000"/>
                  </a:lnTo>
                  <a:lnTo>
                    <a:pt x="1071444" y="466307"/>
                  </a:lnTo>
                  <a:lnTo>
                    <a:pt x="1081188" y="468512"/>
                  </a:lnTo>
                  <a:lnTo>
                    <a:pt x="1090932" y="470608"/>
                  </a:lnTo>
                  <a:lnTo>
                    <a:pt x="1100676" y="472594"/>
                  </a:lnTo>
                  <a:lnTo>
                    <a:pt x="1110405" y="474464"/>
                  </a:lnTo>
                  <a:lnTo>
                    <a:pt x="1120149" y="476212"/>
                  </a:lnTo>
                  <a:lnTo>
                    <a:pt x="1129893" y="477836"/>
                  </a:lnTo>
                  <a:lnTo>
                    <a:pt x="1139637" y="479330"/>
                  </a:lnTo>
                  <a:lnTo>
                    <a:pt x="1149381" y="480692"/>
                  </a:lnTo>
                  <a:lnTo>
                    <a:pt x="1159110" y="481916"/>
                  </a:lnTo>
                  <a:lnTo>
                    <a:pt x="1168854" y="483001"/>
                  </a:lnTo>
                  <a:lnTo>
                    <a:pt x="1178598" y="483941"/>
                  </a:lnTo>
                  <a:lnTo>
                    <a:pt x="1188341" y="484734"/>
                  </a:lnTo>
                  <a:lnTo>
                    <a:pt x="1198070" y="485377"/>
                  </a:lnTo>
                  <a:lnTo>
                    <a:pt x="1207814" y="485866"/>
                  </a:lnTo>
                  <a:lnTo>
                    <a:pt x="1217558" y="486200"/>
                  </a:lnTo>
                  <a:lnTo>
                    <a:pt x="1227302" y="486374"/>
                  </a:lnTo>
                  <a:lnTo>
                    <a:pt x="1237031" y="486388"/>
                  </a:lnTo>
                  <a:lnTo>
                    <a:pt x="1246775" y="486239"/>
                  </a:lnTo>
                  <a:lnTo>
                    <a:pt x="1256519" y="485924"/>
                  </a:lnTo>
                  <a:lnTo>
                    <a:pt x="1266263" y="485445"/>
                  </a:lnTo>
                  <a:lnTo>
                    <a:pt x="1276007" y="484796"/>
                  </a:lnTo>
                  <a:lnTo>
                    <a:pt x="1285736" y="483979"/>
                  </a:lnTo>
                  <a:lnTo>
                    <a:pt x="1295480" y="482992"/>
                  </a:lnTo>
                  <a:lnTo>
                    <a:pt x="1305224" y="481835"/>
                  </a:lnTo>
                  <a:lnTo>
                    <a:pt x="1314968" y="480506"/>
                  </a:lnTo>
                  <a:lnTo>
                    <a:pt x="1324697" y="479005"/>
                  </a:lnTo>
                  <a:lnTo>
                    <a:pt x="1334441" y="477335"/>
                  </a:lnTo>
                  <a:lnTo>
                    <a:pt x="1344185" y="475494"/>
                  </a:lnTo>
                  <a:lnTo>
                    <a:pt x="1353929" y="473481"/>
                  </a:lnTo>
                  <a:lnTo>
                    <a:pt x="1363658" y="471298"/>
                  </a:lnTo>
                  <a:lnTo>
                    <a:pt x="1373402" y="468948"/>
                  </a:lnTo>
                  <a:lnTo>
                    <a:pt x="1383146" y="466429"/>
                  </a:lnTo>
                  <a:lnTo>
                    <a:pt x="1392890" y="463744"/>
                  </a:lnTo>
                  <a:lnTo>
                    <a:pt x="1402619" y="460896"/>
                  </a:lnTo>
                  <a:lnTo>
                    <a:pt x="1412363" y="457883"/>
                  </a:lnTo>
                  <a:lnTo>
                    <a:pt x="1422106" y="454709"/>
                  </a:lnTo>
                  <a:lnTo>
                    <a:pt x="1431850" y="451377"/>
                  </a:lnTo>
                  <a:lnTo>
                    <a:pt x="1441594" y="447887"/>
                  </a:lnTo>
                  <a:lnTo>
                    <a:pt x="1451323" y="444244"/>
                  </a:lnTo>
                  <a:lnTo>
                    <a:pt x="1461067" y="440448"/>
                  </a:lnTo>
                  <a:lnTo>
                    <a:pt x="1470811" y="436504"/>
                  </a:lnTo>
                  <a:lnTo>
                    <a:pt x="1480555" y="432415"/>
                  </a:lnTo>
                  <a:lnTo>
                    <a:pt x="1490284" y="428180"/>
                  </a:lnTo>
                  <a:lnTo>
                    <a:pt x="1500028" y="423808"/>
                  </a:lnTo>
                  <a:lnTo>
                    <a:pt x="1509772" y="419298"/>
                  </a:lnTo>
                  <a:lnTo>
                    <a:pt x="1519516" y="414654"/>
                  </a:lnTo>
                  <a:lnTo>
                    <a:pt x="1529245" y="409878"/>
                  </a:lnTo>
                  <a:lnTo>
                    <a:pt x="1538989" y="404978"/>
                  </a:lnTo>
                  <a:lnTo>
                    <a:pt x="1548733" y="399954"/>
                  </a:lnTo>
                  <a:lnTo>
                    <a:pt x="1558477" y="394811"/>
                  </a:lnTo>
                  <a:lnTo>
                    <a:pt x="1568221" y="389550"/>
                  </a:lnTo>
                  <a:lnTo>
                    <a:pt x="1577950" y="384179"/>
                  </a:lnTo>
                  <a:lnTo>
                    <a:pt x="1587694" y="378699"/>
                  </a:lnTo>
                  <a:lnTo>
                    <a:pt x="1597438" y="373115"/>
                  </a:lnTo>
                  <a:lnTo>
                    <a:pt x="1607182" y="367430"/>
                  </a:lnTo>
                  <a:lnTo>
                    <a:pt x="1616911" y="361647"/>
                  </a:lnTo>
                  <a:lnTo>
                    <a:pt x="1626655" y="355774"/>
                  </a:lnTo>
                  <a:lnTo>
                    <a:pt x="1636399" y="349810"/>
                  </a:lnTo>
                  <a:lnTo>
                    <a:pt x="1646142" y="343761"/>
                  </a:lnTo>
                  <a:lnTo>
                    <a:pt x="1655872" y="337633"/>
                  </a:lnTo>
                  <a:lnTo>
                    <a:pt x="1665616" y="331426"/>
                  </a:lnTo>
                  <a:lnTo>
                    <a:pt x="1675359" y="325148"/>
                  </a:lnTo>
                  <a:lnTo>
                    <a:pt x="1685103" y="318801"/>
                  </a:lnTo>
                  <a:lnTo>
                    <a:pt x="1694832" y="312390"/>
                  </a:lnTo>
                  <a:lnTo>
                    <a:pt x="1704576" y="305919"/>
                  </a:lnTo>
                  <a:lnTo>
                    <a:pt x="1714320" y="299391"/>
                  </a:lnTo>
                  <a:lnTo>
                    <a:pt x="1724064" y="292811"/>
                  </a:lnTo>
                  <a:lnTo>
                    <a:pt x="1733808" y="286186"/>
                  </a:lnTo>
                  <a:lnTo>
                    <a:pt x="1743537" y="279515"/>
                  </a:lnTo>
                  <a:lnTo>
                    <a:pt x="1753281" y="272806"/>
                  </a:lnTo>
                  <a:lnTo>
                    <a:pt x="1763025" y="266065"/>
                  </a:lnTo>
                  <a:lnTo>
                    <a:pt x="1772769" y="259291"/>
                  </a:lnTo>
                  <a:lnTo>
                    <a:pt x="1782498" y="252493"/>
                  </a:lnTo>
                  <a:lnTo>
                    <a:pt x="1792242" y="245674"/>
                  </a:lnTo>
                  <a:lnTo>
                    <a:pt x="1801986" y="238840"/>
                  </a:lnTo>
                  <a:lnTo>
                    <a:pt x="1811730" y="231994"/>
                  </a:lnTo>
                  <a:lnTo>
                    <a:pt x="1821459" y="225141"/>
                  </a:lnTo>
                  <a:lnTo>
                    <a:pt x="1831203" y="218286"/>
                  </a:lnTo>
                  <a:lnTo>
                    <a:pt x="1840947" y="211436"/>
                  </a:lnTo>
                  <a:lnTo>
                    <a:pt x="1850691" y="204593"/>
                  </a:lnTo>
                  <a:lnTo>
                    <a:pt x="1860435" y="197765"/>
                  </a:lnTo>
                  <a:lnTo>
                    <a:pt x="1870164" y="190954"/>
                  </a:lnTo>
                  <a:lnTo>
                    <a:pt x="1879908" y="184169"/>
                  </a:lnTo>
                  <a:lnTo>
                    <a:pt x="1889652" y="177413"/>
                  </a:lnTo>
                  <a:lnTo>
                    <a:pt x="1899395" y="170692"/>
                  </a:lnTo>
                  <a:lnTo>
                    <a:pt x="1909124" y="164011"/>
                  </a:lnTo>
                  <a:lnTo>
                    <a:pt x="1918868" y="157376"/>
                  </a:lnTo>
                  <a:lnTo>
                    <a:pt x="1928612" y="150794"/>
                  </a:lnTo>
                  <a:lnTo>
                    <a:pt x="1938356" y="144270"/>
                  </a:lnTo>
                  <a:lnTo>
                    <a:pt x="1948085" y="137811"/>
                  </a:lnTo>
                  <a:lnTo>
                    <a:pt x="1957829" y="131421"/>
                  </a:lnTo>
                  <a:lnTo>
                    <a:pt x="1967573" y="125107"/>
                  </a:lnTo>
                  <a:lnTo>
                    <a:pt x="1977317" y="118876"/>
                  </a:lnTo>
                  <a:lnTo>
                    <a:pt x="1987046" y="112733"/>
                  </a:lnTo>
                  <a:lnTo>
                    <a:pt x="1996790" y="106686"/>
                  </a:lnTo>
                  <a:lnTo>
                    <a:pt x="2006534" y="100741"/>
                  </a:lnTo>
                  <a:lnTo>
                    <a:pt x="2016278" y="94902"/>
                  </a:lnTo>
                  <a:lnTo>
                    <a:pt x="2026022" y="89179"/>
                  </a:lnTo>
                  <a:lnTo>
                    <a:pt x="2035751" y="83576"/>
                  </a:lnTo>
                  <a:lnTo>
                    <a:pt x="2045495" y="78100"/>
                  </a:lnTo>
                  <a:lnTo>
                    <a:pt x="2055239" y="72759"/>
                  </a:lnTo>
                  <a:lnTo>
                    <a:pt x="2064983" y="67558"/>
                  </a:lnTo>
                  <a:lnTo>
                    <a:pt x="2074712" y="62504"/>
                  </a:lnTo>
                  <a:lnTo>
                    <a:pt x="2084456" y="57604"/>
                  </a:lnTo>
                  <a:lnTo>
                    <a:pt x="2094200" y="52862"/>
                  </a:lnTo>
                  <a:lnTo>
                    <a:pt x="2103944" y="48286"/>
                  </a:lnTo>
                  <a:lnTo>
                    <a:pt x="2113673" y="43883"/>
                  </a:lnTo>
                  <a:lnTo>
                    <a:pt x="2123417" y="39658"/>
                  </a:lnTo>
                  <a:lnTo>
                    <a:pt x="2133161" y="35617"/>
                  </a:lnTo>
                  <a:lnTo>
                    <a:pt x="2142905" y="31766"/>
                  </a:lnTo>
                  <a:lnTo>
                    <a:pt x="2152649" y="28111"/>
                  </a:lnTo>
                  <a:lnTo>
                    <a:pt x="2162377" y="24658"/>
                  </a:lnTo>
                  <a:lnTo>
                    <a:pt x="2172121" y="21410"/>
                  </a:lnTo>
                  <a:lnTo>
                    <a:pt x="2181865" y="18375"/>
                  </a:lnTo>
                  <a:lnTo>
                    <a:pt x="2191609" y="15556"/>
                  </a:lnTo>
                  <a:lnTo>
                    <a:pt x="2201338" y="12959"/>
                  </a:lnTo>
                  <a:lnTo>
                    <a:pt x="2211082" y="10587"/>
                  </a:lnTo>
                  <a:lnTo>
                    <a:pt x="2220826" y="8446"/>
                  </a:lnTo>
                  <a:lnTo>
                    <a:pt x="2230570" y="6539"/>
                  </a:lnTo>
                  <a:lnTo>
                    <a:pt x="2240299" y="4869"/>
                  </a:lnTo>
                  <a:lnTo>
                    <a:pt x="2250043" y="3440"/>
                  </a:lnTo>
                  <a:lnTo>
                    <a:pt x="2259787" y="2254"/>
                  </a:lnTo>
                  <a:lnTo>
                    <a:pt x="2269531" y="1316"/>
                  </a:lnTo>
                  <a:lnTo>
                    <a:pt x="2279260" y="626"/>
                  </a:lnTo>
                  <a:lnTo>
                    <a:pt x="2289004" y="186"/>
                  </a:lnTo>
                  <a:lnTo>
                    <a:pt x="2298748" y="0"/>
                  </a:lnTo>
                  <a:lnTo>
                    <a:pt x="2308492" y="66"/>
                  </a:lnTo>
                  <a:lnTo>
                    <a:pt x="2318236" y="387"/>
                  </a:lnTo>
                  <a:lnTo>
                    <a:pt x="2327965" y="962"/>
                  </a:lnTo>
                  <a:lnTo>
                    <a:pt x="2337709" y="1794"/>
                  </a:lnTo>
                  <a:lnTo>
                    <a:pt x="2347453" y="2880"/>
                  </a:lnTo>
                  <a:lnTo>
                    <a:pt x="2357197" y="4219"/>
                  </a:lnTo>
                  <a:lnTo>
                    <a:pt x="2366926" y="5812"/>
                  </a:lnTo>
                  <a:lnTo>
                    <a:pt x="2376670" y="7657"/>
                  </a:lnTo>
                  <a:lnTo>
                    <a:pt x="2386413" y="9750"/>
                  </a:lnTo>
                  <a:lnTo>
                    <a:pt x="2396157" y="12092"/>
                  </a:lnTo>
                  <a:lnTo>
                    <a:pt x="2405886" y="14677"/>
                  </a:lnTo>
                  <a:lnTo>
                    <a:pt x="2415630" y="17505"/>
                  </a:lnTo>
                  <a:lnTo>
                    <a:pt x="2425374" y="20571"/>
                  </a:lnTo>
                  <a:lnTo>
                    <a:pt x="2435118" y="23871"/>
                  </a:lnTo>
                  <a:lnTo>
                    <a:pt x="2444862" y="27402"/>
                  </a:lnTo>
                  <a:lnTo>
                    <a:pt x="2454591" y="31160"/>
                  </a:lnTo>
                  <a:lnTo>
                    <a:pt x="2464335" y="35138"/>
                  </a:lnTo>
                  <a:lnTo>
                    <a:pt x="2474079" y="39332"/>
                  </a:lnTo>
                  <a:lnTo>
                    <a:pt x="2483823" y="43737"/>
                  </a:lnTo>
                  <a:lnTo>
                    <a:pt x="2493552" y="48347"/>
                  </a:lnTo>
                  <a:lnTo>
                    <a:pt x="2503296" y="53155"/>
                  </a:lnTo>
                  <a:lnTo>
                    <a:pt x="2513040" y="58157"/>
                  </a:lnTo>
                  <a:lnTo>
                    <a:pt x="2522784" y="63344"/>
                  </a:lnTo>
                  <a:lnTo>
                    <a:pt x="2532513" y="68711"/>
                  </a:lnTo>
                  <a:lnTo>
                    <a:pt x="2542257" y="74249"/>
                  </a:lnTo>
                  <a:lnTo>
                    <a:pt x="2552001" y="79954"/>
                  </a:lnTo>
                  <a:lnTo>
                    <a:pt x="2561745" y="85814"/>
                  </a:lnTo>
                  <a:lnTo>
                    <a:pt x="2571474" y="91825"/>
                  </a:lnTo>
                  <a:lnTo>
                    <a:pt x="2581218" y="97977"/>
                  </a:lnTo>
                  <a:lnTo>
                    <a:pt x="2590962" y="104265"/>
                  </a:lnTo>
                  <a:lnTo>
                    <a:pt x="2600705" y="110677"/>
                  </a:lnTo>
                  <a:lnTo>
                    <a:pt x="2610449" y="117209"/>
                  </a:lnTo>
                  <a:lnTo>
                    <a:pt x="2620178" y="123849"/>
                  </a:lnTo>
                  <a:lnTo>
                    <a:pt x="2629922" y="130590"/>
                  </a:lnTo>
                  <a:lnTo>
                    <a:pt x="2639666" y="137424"/>
                  </a:lnTo>
                  <a:lnTo>
                    <a:pt x="2649410" y="144343"/>
                  </a:lnTo>
                  <a:lnTo>
                    <a:pt x="2659139" y="151336"/>
                  </a:lnTo>
                  <a:lnTo>
                    <a:pt x="2668883" y="158397"/>
                  </a:lnTo>
                  <a:lnTo>
                    <a:pt x="2678627" y="165517"/>
                  </a:lnTo>
                  <a:lnTo>
                    <a:pt x="2688371" y="172687"/>
                  </a:lnTo>
                  <a:lnTo>
                    <a:pt x="2698100" y="179898"/>
                  </a:lnTo>
                  <a:lnTo>
                    <a:pt x="2707844" y="187142"/>
                  </a:lnTo>
                  <a:lnTo>
                    <a:pt x="2717588" y="194411"/>
                  </a:lnTo>
                  <a:lnTo>
                    <a:pt x="2727332" y="201696"/>
                  </a:lnTo>
                  <a:lnTo>
                    <a:pt x="2737076" y="208990"/>
                  </a:lnTo>
                  <a:lnTo>
                    <a:pt x="2746805" y="216283"/>
                  </a:lnTo>
                  <a:lnTo>
                    <a:pt x="2756549" y="223567"/>
                  </a:lnTo>
                  <a:lnTo>
                    <a:pt x="2766293" y="230836"/>
                  </a:lnTo>
                  <a:lnTo>
                    <a:pt x="2776037" y="238080"/>
                  </a:lnTo>
                  <a:lnTo>
                    <a:pt x="2785766" y="245291"/>
                  </a:lnTo>
                  <a:lnTo>
                    <a:pt x="2795510" y="252463"/>
                  </a:lnTo>
                  <a:lnTo>
                    <a:pt x="2805254" y="259588"/>
                  </a:lnTo>
                  <a:lnTo>
                    <a:pt x="2814998" y="266657"/>
                  </a:lnTo>
                  <a:lnTo>
                    <a:pt x="2824727" y="273666"/>
                  </a:lnTo>
                  <a:lnTo>
                    <a:pt x="2834471" y="280604"/>
                  </a:lnTo>
                  <a:lnTo>
                    <a:pt x="2844215" y="287468"/>
                  </a:lnTo>
                  <a:lnTo>
                    <a:pt x="2853958" y="294249"/>
                  </a:lnTo>
                  <a:lnTo>
                    <a:pt x="2863687" y="300940"/>
                  </a:lnTo>
                  <a:lnTo>
                    <a:pt x="2873431" y="307536"/>
                  </a:lnTo>
                  <a:lnTo>
                    <a:pt x="2883175" y="314030"/>
                  </a:lnTo>
                  <a:lnTo>
                    <a:pt x="2892919" y="320416"/>
                  </a:lnTo>
                  <a:lnTo>
                    <a:pt x="2902663" y="326689"/>
                  </a:lnTo>
                  <a:lnTo>
                    <a:pt x="2912392" y="33284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2" name="Freeform 881">
              <a:extLst>
                <a:ext uri="{FF2B5EF4-FFF2-40B4-BE49-F238E27FC236}">
                  <a16:creationId xmlns:a16="http://schemas.microsoft.com/office/drawing/2014/main" id="{3F5D3849-D437-2A3D-9398-07EA292E7441}"/>
                </a:ext>
              </a:extLst>
            </p:cNvPr>
            <p:cNvSpPr/>
            <p:nvPr/>
          </p:nvSpPr>
          <p:spPr>
            <a:xfrm>
              <a:off x="576446" y="3271184"/>
              <a:ext cx="2912392" cy="555989"/>
            </a:xfrm>
            <a:custGeom>
              <a:avLst/>
              <a:gdLst>
                <a:gd name="connsiteX0" fmla="*/ 0 w 2912392"/>
                <a:gd name="connsiteY0" fmla="*/ 65420 h 555989"/>
                <a:gd name="connsiteX1" fmla="*/ 9739 w 2912392"/>
                <a:gd name="connsiteY1" fmla="*/ 60955 h 555989"/>
                <a:gd name="connsiteX2" fmla="*/ 19480 w 2912392"/>
                <a:gd name="connsiteY2" fmla="*/ 56576 h 555989"/>
                <a:gd name="connsiteX3" fmla="*/ 29221 w 2912392"/>
                <a:gd name="connsiteY3" fmla="*/ 52294 h 555989"/>
                <a:gd name="connsiteX4" fmla="*/ 38961 w 2912392"/>
                <a:gd name="connsiteY4" fmla="*/ 48116 h 555989"/>
                <a:gd name="connsiteX5" fmla="*/ 48702 w 2912392"/>
                <a:gd name="connsiteY5" fmla="*/ 44049 h 555989"/>
                <a:gd name="connsiteX6" fmla="*/ 58443 w 2912392"/>
                <a:gd name="connsiteY6" fmla="*/ 40104 h 555989"/>
                <a:gd name="connsiteX7" fmla="*/ 68182 w 2912392"/>
                <a:gd name="connsiteY7" fmla="*/ 36288 h 555989"/>
                <a:gd name="connsiteX8" fmla="*/ 77923 w 2912392"/>
                <a:gd name="connsiteY8" fmla="*/ 32609 h 555989"/>
                <a:gd name="connsiteX9" fmla="*/ 87664 w 2912392"/>
                <a:gd name="connsiteY9" fmla="*/ 29078 h 555989"/>
                <a:gd name="connsiteX10" fmla="*/ 97404 w 2912392"/>
                <a:gd name="connsiteY10" fmla="*/ 25704 h 555989"/>
                <a:gd name="connsiteX11" fmla="*/ 107145 w 2912392"/>
                <a:gd name="connsiteY11" fmla="*/ 22494 h 555989"/>
                <a:gd name="connsiteX12" fmla="*/ 116886 w 2912392"/>
                <a:gd name="connsiteY12" fmla="*/ 19460 h 555989"/>
                <a:gd name="connsiteX13" fmla="*/ 126625 w 2912392"/>
                <a:gd name="connsiteY13" fmla="*/ 16609 h 555989"/>
                <a:gd name="connsiteX14" fmla="*/ 136366 w 2912392"/>
                <a:gd name="connsiteY14" fmla="*/ 13953 h 555989"/>
                <a:gd name="connsiteX15" fmla="*/ 146107 w 2912392"/>
                <a:gd name="connsiteY15" fmla="*/ 11498 h 555989"/>
                <a:gd name="connsiteX16" fmla="*/ 155846 w 2912392"/>
                <a:gd name="connsiteY16" fmla="*/ 9255 h 555989"/>
                <a:gd name="connsiteX17" fmla="*/ 165587 w 2912392"/>
                <a:gd name="connsiteY17" fmla="*/ 7233 h 555989"/>
                <a:gd name="connsiteX18" fmla="*/ 175328 w 2912392"/>
                <a:gd name="connsiteY18" fmla="*/ 5441 h 555989"/>
                <a:gd name="connsiteX19" fmla="*/ 185068 w 2912392"/>
                <a:gd name="connsiteY19" fmla="*/ 3889 h 555989"/>
                <a:gd name="connsiteX20" fmla="*/ 194809 w 2912392"/>
                <a:gd name="connsiteY20" fmla="*/ 2583 h 555989"/>
                <a:gd name="connsiteX21" fmla="*/ 204550 w 2912392"/>
                <a:gd name="connsiteY21" fmla="*/ 1533 h 555989"/>
                <a:gd name="connsiteX22" fmla="*/ 214289 w 2912392"/>
                <a:gd name="connsiteY22" fmla="*/ 748 h 555989"/>
                <a:gd name="connsiteX23" fmla="*/ 224030 w 2912392"/>
                <a:gd name="connsiteY23" fmla="*/ 234 h 555989"/>
                <a:gd name="connsiteX24" fmla="*/ 233771 w 2912392"/>
                <a:gd name="connsiteY24" fmla="*/ 0 h 555989"/>
                <a:gd name="connsiteX25" fmla="*/ 243510 w 2912392"/>
                <a:gd name="connsiteY25" fmla="*/ 51 h 555989"/>
                <a:gd name="connsiteX26" fmla="*/ 253251 w 2912392"/>
                <a:gd name="connsiteY26" fmla="*/ 396 h 555989"/>
                <a:gd name="connsiteX27" fmla="*/ 262992 w 2912392"/>
                <a:gd name="connsiteY27" fmla="*/ 1041 h 555989"/>
                <a:gd name="connsiteX28" fmla="*/ 272732 w 2912392"/>
                <a:gd name="connsiteY28" fmla="*/ 1991 h 555989"/>
                <a:gd name="connsiteX29" fmla="*/ 282473 w 2912392"/>
                <a:gd name="connsiteY29" fmla="*/ 3251 h 555989"/>
                <a:gd name="connsiteX30" fmla="*/ 292214 w 2912392"/>
                <a:gd name="connsiteY30" fmla="*/ 4827 h 555989"/>
                <a:gd name="connsiteX31" fmla="*/ 301953 w 2912392"/>
                <a:gd name="connsiteY31" fmla="*/ 6724 h 555989"/>
                <a:gd name="connsiteX32" fmla="*/ 311694 w 2912392"/>
                <a:gd name="connsiteY32" fmla="*/ 8942 h 555989"/>
                <a:gd name="connsiteX33" fmla="*/ 321435 w 2912392"/>
                <a:gd name="connsiteY33" fmla="*/ 11489 h 555989"/>
                <a:gd name="connsiteX34" fmla="*/ 331175 w 2912392"/>
                <a:gd name="connsiteY34" fmla="*/ 14364 h 555989"/>
                <a:gd name="connsiteX35" fmla="*/ 340916 w 2912392"/>
                <a:gd name="connsiteY35" fmla="*/ 17569 h 555989"/>
                <a:gd name="connsiteX36" fmla="*/ 350656 w 2912392"/>
                <a:gd name="connsiteY36" fmla="*/ 21106 h 555989"/>
                <a:gd name="connsiteX37" fmla="*/ 360396 w 2912392"/>
                <a:gd name="connsiteY37" fmla="*/ 24977 h 555989"/>
                <a:gd name="connsiteX38" fmla="*/ 370137 w 2912392"/>
                <a:gd name="connsiteY38" fmla="*/ 29178 h 555989"/>
                <a:gd name="connsiteX39" fmla="*/ 379878 w 2912392"/>
                <a:gd name="connsiteY39" fmla="*/ 33712 h 555989"/>
                <a:gd name="connsiteX40" fmla="*/ 389617 w 2912392"/>
                <a:gd name="connsiteY40" fmla="*/ 38573 h 555989"/>
                <a:gd name="connsiteX41" fmla="*/ 399358 w 2912392"/>
                <a:gd name="connsiteY41" fmla="*/ 43763 h 555989"/>
                <a:gd name="connsiteX42" fmla="*/ 409099 w 2912392"/>
                <a:gd name="connsiteY42" fmla="*/ 49277 h 555989"/>
                <a:gd name="connsiteX43" fmla="*/ 418839 w 2912392"/>
                <a:gd name="connsiteY43" fmla="*/ 55110 h 555989"/>
                <a:gd name="connsiteX44" fmla="*/ 428580 w 2912392"/>
                <a:gd name="connsiteY44" fmla="*/ 61259 h 555989"/>
                <a:gd name="connsiteX45" fmla="*/ 438321 w 2912392"/>
                <a:gd name="connsiteY45" fmla="*/ 67717 h 555989"/>
                <a:gd name="connsiteX46" fmla="*/ 448060 w 2912392"/>
                <a:gd name="connsiteY46" fmla="*/ 74480 h 555989"/>
                <a:gd name="connsiteX47" fmla="*/ 457801 w 2912392"/>
                <a:gd name="connsiteY47" fmla="*/ 81538 h 555989"/>
                <a:gd name="connsiteX48" fmla="*/ 467542 w 2912392"/>
                <a:gd name="connsiteY48" fmla="*/ 88886 h 555989"/>
                <a:gd name="connsiteX49" fmla="*/ 477281 w 2912392"/>
                <a:gd name="connsiteY49" fmla="*/ 96516 h 555989"/>
                <a:gd name="connsiteX50" fmla="*/ 487022 w 2912392"/>
                <a:gd name="connsiteY50" fmla="*/ 104417 h 555989"/>
                <a:gd name="connsiteX51" fmla="*/ 496763 w 2912392"/>
                <a:gd name="connsiteY51" fmla="*/ 112578 h 555989"/>
                <a:gd name="connsiteX52" fmla="*/ 506503 w 2912392"/>
                <a:gd name="connsiteY52" fmla="*/ 120993 h 555989"/>
                <a:gd name="connsiteX53" fmla="*/ 516244 w 2912392"/>
                <a:gd name="connsiteY53" fmla="*/ 129648 h 555989"/>
                <a:gd name="connsiteX54" fmla="*/ 525985 w 2912392"/>
                <a:gd name="connsiteY54" fmla="*/ 138531 h 555989"/>
                <a:gd name="connsiteX55" fmla="*/ 535724 w 2912392"/>
                <a:gd name="connsiteY55" fmla="*/ 147631 h 555989"/>
                <a:gd name="connsiteX56" fmla="*/ 545465 w 2912392"/>
                <a:gd name="connsiteY56" fmla="*/ 156935 h 555989"/>
                <a:gd name="connsiteX57" fmla="*/ 555206 w 2912392"/>
                <a:gd name="connsiteY57" fmla="*/ 166429 h 555989"/>
                <a:gd name="connsiteX58" fmla="*/ 564946 w 2912392"/>
                <a:gd name="connsiteY58" fmla="*/ 176098 h 555989"/>
                <a:gd name="connsiteX59" fmla="*/ 574687 w 2912392"/>
                <a:gd name="connsiteY59" fmla="*/ 185930 h 555989"/>
                <a:gd name="connsiteX60" fmla="*/ 584428 w 2912392"/>
                <a:gd name="connsiteY60" fmla="*/ 195910 h 555989"/>
                <a:gd name="connsiteX61" fmla="*/ 594167 w 2912392"/>
                <a:gd name="connsiteY61" fmla="*/ 206019 h 555989"/>
                <a:gd name="connsiteX62" fmla="*/ 603908 w 2912392"/>
                <a:gd name="connsiteY62" fmla="*/ 216245 h 555989"/>
                <a:gd name="connsiteX63" fmla="*/ 613649 w 2912392"/>
                <a:gd name="connsiteY63" fmla="*/ 226570 h 555989"/>
                <a:gd name="connsiteX64" fmla="*/ 623388 w 2912392"/>
                <a:gd name="connsiteY64" fmla="*/ 236980 h 555989"/>
                <a:gd name="connsiteX65" fmla="*/ 633129 w 2912392"/>
                <a:gd name="connsiteY65" fmla="*/ 247457 h 555989"/>
                <a:gd name="connsiteX66" fmla="*/ 642870 w 2912392"/>
                <a:gd name="connsiteY66" fmla="*/ 257983 h 555989"/>
                <a:gd name="connsiteX67" fmla="*/ 652610 w 2912392"/>
                <a:gd name="connsiteY67" fmla="*/ 268542 h 555989"/>
                <a:gd name="connsiteX68" fmla="*/ 662351 w 2912392"/>
                <a:gd name="connsiteY68" fmla="*/ 279119 h 555989"/>
                <a:gd name="connsiteX69" fmla="*/ 672092 w 2912392"/>
                <a:gd name="connsiteY69" fmla="*/ 289694 h 555989"/>
                <a:gd name="connsiteX70" fmla="*/ 681831 w 2912392"/>
                <a:gd name="connsiteY70" fmla="*/ 300252 h 555989"/>
                <a:gd name="connsiteX71" fmla="*/ 691572 w 2912392"/>
                <a:gd name="connsiteY71" fmla="*/ 310773 h 555989"/>
                <a:gd name="connsiteX72" fmla="*/ 701313 w 2912392"/>
                <a:gd name="connsiteY72" fmla="*/ 321243 h 555989"/>
                <a:gd name="connsiteX73" fmla="*/ 711052 w 2912392"/>
                <a:gd name="connsiteY73" fmla="*/ 331644 h 555989"/>
                <a:gd name="connsiteX74" fmla="*/ 720793 w 2912392"/>
                <a:gd name="connsiteY74" fmla="*/ 341960 h 555989"/>
                <a:gd name="connsiteX75" fmla="*/ 730534 w 2912392"/>
                <a:gd name="connsiteY75" fmla="*/ 352173 h 555989"/>
                <a:gd name="connsiteX76" fmla="*/ 740274 w 2912392"/>
                <a:gd name="connsiteY76" fmla="*/ 362269 h 555989"/>
                <a:gd name="connsiteX77" fmla="*/ 750015 w 2912392"/>
                <a:gd name="connsiteY77" fmla="*/ 372229 h 555989"/>
                <a:gd name="connsiteX78" fmla="*/ 759756 w 2912392"/>
                <a:gd name="connsiteY78" fmla="*/ 382040 h 555989"/>
                <a:gd name="connsiteX79" fmla="*/ 769495 w 2912392"/>
                <a:gd name="connsiteY79" fmla="*/ 391685 h 555989"/>
                <a:gd name="connsiteX80" fmla="*/ 779236 w 2912392"/>
                <a:gd name="connsiteY80" fmla="*/ 401151 h 555989"/>
                <a:gd name="connsiteX81" fmla="*/ 788977 w 2912392"/>
                <a:gd name="connsiteY81" fmla="*/ 410422 h 555989"/>
                <a:gd name="connsiteX82" fmla="*/ 798717 w 2912392"/>
                <a:gd name="connsiteY82" fmla="*/ 419487 h 555989"/>
                <a:gd name="connsiteX83" fmla="*/ 808458 w 2912392"/>
                <a:gd name="connsiteY83" fmla="*/ 428329 h 555989"/>
                <a:gd name="connsiteX84" fmla="*/ 818199 w 2912392"/>
                <a:gd name="connsiteY84" fmla="*/ 436939 h 555989"/>
                <a:gd name="connsiteX85" fmla="*/ 827938 w 2912392"/>
                <a:gd name="connsiteY85" fmla="*/ 445304 h 555989"/>
                <a:gd name="connsiteX86" fmla="*/ 837679 w 2912392"/>
                <a:gd name="connsiteY86" fmla="*/ 453412 h 555989"/>
                <a:gd name="connsiteX87" fmla="*/ 847420 w 2912392"/>
                <a:gd name="connsiteY87" fmla="*/ 461252 h 555989"/>
                <a:gd name="connsiteX88" fmla="*/ 857159 w 2912392"/>
                <a:gd name="connsiteY88" fmla="*/ 468816 h 555989"/>
                <a:gd name="connsiteX89" fmla="*/ 866900 w 2912392"/>
                <a:gd name="connsiteY89" fmla="*/ 476094 h 555989"/>
                <a:gd name="connsiteX90" fmla="*/ 876641 w 2912392"/>
                <a:gd name="connsiteY90" fmla="*/ 483079 h 555989"/>
                <a:gd name="connsiteX91" fmla="*/ 886381 w 2912392"/>
                <a:gd name="connsiteY91" fmla="*/ 489761 h 555989"/>
                <a:gd name="connsiteX92" fmla="*/ 896122 w 2912392"/>
                <a:gd name="connsiteY92" fmla="*/ 496135 h 555989"/>
                <a:gd name="connsiteX93" fmla="*/ 905863 w 2912392"/>
                <a:gd name="connsiteY93" fmla="*/ 502194 h 555989"/>
                <a:gd name="connsiteX94" fmla="*/ 915602 w 2912392"/>
                <a:gd name="connsiteY94" fmla="*/ 507935 h 555989"/>
                <a:gd name="connsiteX95" fmla="*/ 925343 w 2912392"/>
                <a:gd name="connsiteY95" fmla="*/ 513352 h 555989"/>
                <a:gd name="connsiteX96" fmla="*/ 935084 w 2912392"/>
                <a:gd name="connsiteY96" fmla="*/ 518441 h 555989"/>
                <a:gd name="connsiteX97" fmla="*/ 944824 w 2912392"/>
                <a:gd name="connsiteY97" fmla="*/ 523203 h 555989"/>
                <a:gd name="connsiteX98" fmla="*/ 954564 w 2912392"/>
                <a:gd name="connsiteY98" fmla="*/ 527634 h 555989"/>
                <a:gd name="connsiteX99" fmla="*/ 964305 w 2912392"/>
                <a:gd name="connsiteY99" fmla="*/ 531733 h 555989"/>
                <a:gd name="connsiteX100" fmla="*/ 974045 w 2912392"/>
                <a:gd name="connsiteY100" fmla="*/ 535501 h 555989"/>
                <a:gd name="connsiteX101" fmla="*/ 983786 w 2912392"/>
                <a:gd name="connsiteY101" fmla="*/ 538938 h 555989"/>
                <a:gd name="connsiteX102" fmla="*/ 993522 w 2912392"/>
                <a:gd name="connsiteY102" fmla="*/ 542047 h 555989"/>
                <a:gd name="connsiteX103" fmla="*/ 1003266 w 2912392"/>
                <a:gd name="connsiteY103" fmla="*/ 544829 h 555989"/>
                <a:gd name="connsiteX104" fmla="*/ 1013010 w 2912392"/>
                <a:gd name="connsiteY104" fmla="*/ 547289 h 555989"/>
                <a:gd name="connsiteX105" fmla="*/ 1022754 w 2912392"/>
                <a:gd name="connsiteY105" fmla="*/ 549430 h 555989"/>
                <a:gd name="connsiteX106" fmla="*/ 1032483 w 2912392"/>
                <a:gd name="connsiteY106" fmla="*/ 551258 h 555989"/>
                <a:gd name="connsiteX107" fmla="*/ 1042227 w 2912392"/>
                <a:gd name="connsiteY107" fmla="*/ 552776 h 555989"/>
                <a:gd name="connsiteX108" fmla="*/ 1051971 w 2912392"/>
                <a:gd name="connsiteY108" fmla="*/ 553993 h 555989"/>
                <a:gd name="connsiteX109" fmla="*/ 1061715 w 2912392"/>
                <a:gd name="connsiteY109" fmla="*/ 554916 h 555989"/>
                <a:gd name="connsiteX110" fmla="*/ 1071444 w 2912392"/>
                <a:gd name="connsiteY110" fmla="*/ 555550 h 555989"/>
                <a:gd name="connsiteX111" fmla="*/ 1081188 w 2912392"/>
                <a:gd name="connsiteY111" fmla="*/ 555905 h 555989"/>
                <a:gd name="connsiteX112" fmla="*/ 1090932 w 2912392"/>
                <a:gd name="connsiteY112" fmla="*/ 555990 h 555989"/>
                <a:gd name="connsiteX113" fmla="*/ 1100676 w 2912392"/>
                <a:gd name="connsiteY113" fmla="*/ 555814 h 555989"/>
                <a:gd name="connsiteX114" fmla="*/ 1110405 w 2912392"/>
                <a:gd name="connsiteY114" fmla="*/ 555385 h 555989"/>
                <a:gd name="connsiteX115" fmla="*/ 1120149 w 2912392"/>
                <a:gd name="connsiteY115" fmla="*/ 554716 h 555989"/>
                <a:gd name="connsiteX116" fmla="*/ 1129893 w 2912392"/>
                <a:gd name="connsiteY116" fmla="*/ 553816 h 555989"/>
                <a:gd name="connsiteX117" fmla="*/ 1139637 w 2912392"/>
                <a:gd name="connsiteY117" fmla="*/ 552696 h 555989"/>
                <a:gd name="connsiteX118" fmla="*/ 1149381 w 2912392"/>
                <a:gd name="connsiteY118" fmla="*/ 551367 h 555989"/>
                <a:gd name="connsiteX119" fmla="*/ 1159110 w 2912392"/>
                <a:gd name="connsiteY119" fmla="*/ 549841 h 555989"/>
                <a:gd name="connsiteX120" fmla="*/ 1168854 w 2912392"/>
                <a:gd name="connsiteY120" fmla="*/ 548131 h 555989"/>
                <a:gd name="connsiteX121" fmla="*/ 1178598 w 2912392"/>
                <a:gd name="connsiteY121" fmla="*/ 546247 h 555989"/>
                <a:gd name="connsiteX122" fmla="*/ 1188341 w 2912392"/>
                <a:gd name="connsiteY122" fmla="*/ 544203 h 555989"/>
                <a:gd name="connsiteX123" fmla="*/ 1198070 w 2912392"/>
                <a:gd name="connsiteY123" fmla="*/ 542010 h 555989"/>
                <a:gd name="connsiteX124" fmla="*/ 1207814 w 2912392"/>
                <a:gd name="connsiteY124" fmla="*/ 539680 h 555989"/>
                <a:gd name="connsiteX125" fmla="*/ 1217558 w 2912392"/>
                <a:gd name="connsiteY125" fmla="*/ 537226 h 555989"/>
                <a:gd name="connsiteX126" fmla="*/ 1227302 w 2912392"/>
                <a:gd name="connsiteY126" fmla="*/ 534662 h 555989"/>
                <a:gd name="connsiteX127" fmla="*/ 1237031 w 2912392"/>
                <a:gd name="connsiteY127" fmla="*/ 531998 h 555989"/>
                <a:gd name="connsiteX128" fmla="*/ 1246775 w 2912392"/>
                <a:gd name="connsiteY128" fmla="*/ 529248 h 555989"/>
                <a:gd name="connsiteX129" fmla="*/ 1256519 w 2912392"/>
                <a:gd name="connsiteY129" fmla="*/ 526421 h 555989"/>
                <a:gd name="connsiteX130" fmla="*/ 1266263 w 2912392"/>
                <a:gd name="connsiteY130" fmla="*/ 523534 h 555989"/>
                <a:gd name="connsiteX131" fmla="*/ 1276007 w 2912392"/>
                <a:gd name="connsiteY131" fmla="*/ 520596 h 555989"/>
                <a:gd name="connsiteX132" fmla="*/ 1285736 w 2912392"/>
                <a:gd name="connsiteY132" fmla="*/ 517617 h 555989"/>
                <a:gd name="connsiteX133" fmla="*/ 1295480 w 2912392"/>
                <a:gd name="connsiteY133" fmla="*/ 514611 h 555989"/>
                <a:gd name="connsiteX134" fmla="*/ 1305224 w 2912392"/>
                <a:gd name="connsiteY134" fmla="*/ 511589 h 555989"/>
                <a:gd name="connsiteX135" fmla="*/ 1314968 w 2912392"/>
                <a:gd name="connsiteY135" fmla="*/ 508560 h 555989"/>
                <a:gd name="connsiteX136" fmla="*/ 1324697 w 2912392"/>
                <a:gd name="connsiteY136" fmla="*/ 505536 h 555989"/>
                <a:gd name="connsiteX137" fmla="*/ 1334441 w 2912392"/>
                <a:gd name="connsiteY137" fmla="*/ 502528 h 555989"/>
                <a:gd name="connsiteX138" fmla="*/ 1344185 w 2912392"/>
                <a:gd name="connsiteY138" fmla="*/ 499543 h 555989"/>
                <a:gd name="connsiteX139" fmla="*/ 1353929 w 2912392"/>
                <a:gd name="connsiteY139" fmla="*/ 496592 h 555989"/>
                <a:gd name="connsiteX140" fmla="*/ 1363658 w 2912392"/>
                <a:gd name="connsiteY140" fmla="*/ 493684 h 555989"/>
                <a:gd name="connsiteX141" fmla="*/ 1373402 w 2912392"/>
                <a:gd name="connsiteY141" fmla="*/ 490828 h 555989"/>
                <a:gd name="connsiteX142" fmla="*/ 1383146 w 2912392"/>
                <a:gd name="connsiteY142" fmla="*/ 488031 h 555989"/>
                <a:gd name="connsiteX143" fmla="*/ 1392890 w 2912392"/>
                <a:gd name="connsiteY143" fmla="*/ 485302 h 555989"/>
                <a:gd name="connsiteX144" fmla="*/ 1402619 w 2912392"/>
                <a:gd name="connsiteY144" fmla="*/ 482648 h 555989"/>
                <a:gd name="connsiteX145" fmla="*/ 1412363 w 2912392"/>
                <a:gd name="connsiteY145" fmla="*/ 480075 h 555989"/>
                <a:gd name="connsiteX146" fmla="*/ 1422106 w 2912392"/>
                <a:gd name="connsiteY146" fmla="*/ 477590 h 555989"/>
                <a:gd name="connsiteX147" fmla="*/ 1431850 w 2912392"/>
                <a:gd name="connsiteY147" fmla="*/ 475197 h 555989"/>
                <a:gd name="connsiteX148" fmla="*/ 1441594 w 2912392"/>
                <a:gd name="connsiteY148" fmla="*/ 472906 h 555989"/>
                <a:gd name="connsiteX149" fmla="*/ 1451323 w 2912392"/>
                <a:gd name="connsiteY149" fmla="*/ 470718 h 555989"/>
                <a:gd name="connsiteX150" fmla="*/ 1461067 w 2912392"/>
                <a:gd name="connsiteY150" fmla="*/ 468638 h 555989"/>
                <a:gd name="connsiteX151" fmla="*/ 1470811 w 2912392"/>
                <a:gd name="connsiteY151" fmla="*/ 466673 h 555989"/>
                <a:gd name="connsiteX152" fmla="*/ 1480555 w 2912392"/>
                <a:gd name="connsiteY152" fmla="*/ 464823 h 555989"/>
                <a:gd name="connsiteX153" fmla="*/ 1490284 w 2912392"/>
                <a:gd name="connsiteY153" fmla="*/ 463095 h 555989"/>
                <a:gd name="connsiteX154" fmla="*/ 1500028 w 2912392"/>
                <a:gd name="connsiteY154" fmla="*/ 461487 h 555989"/>
                <a:gd name="connsiteX155" fmla="*/ 1509772 w 2912392"/>
                <a:gd name="connsiteY155" fmla="*/ 460005 h 555989"/>
                <a:gd name="connsiteX156" fmla="*/ 1519516 w 2912392"/>
                <a:gd name="connsiteY156" fmla="*/ 458650 h 555989"/>
                <a:gd name="connsiteX157" fmla="*/ 1529245 w 2912392"/>
                <a:gd name="connsiteY157" fmla="*/ 457423 h 555989"/>
                <a:gd name="connsiteX158" fmla="*/ 1538989 w 2912392"/>
                <a:gd name="connsiteY158" fmla="*/ 456324 h 555989"/>
                <a:gd name="connsiteX159" fmla="*/ 1548733 w 2912392"/>
                <a:gd name="connsiteY159" fmla="*/ 455358 h 555989"/>
                <a:gd name="connsiteX160" fmla="*/ 1558477 w 2912392"/>
                <a:gd name="connsiteY160" fmla="*/ 454520 h 555989"/>
                <a:gd name="connsiteX161" fmla="*/ 1568221 w 2912392"/>
                <a:gd name="connsiteY161" fmla="*/ 453813 h 555989"/>
                <a:gd name="connsiteX162" fmla="*/ 1577950 w 2912392"/>
                <a:gd name="connsiteY162" fmla="*/ 453236 h 555989"/>
                <a:gd name="connsiteX163" fmla="*/ 1587694 w 2912392"/>
                <a:gd name="connsiteY163" fmla="*/ 452788 h 555989"/>
                <a:gd name="connsiteX164" fmla="*/ 1597438 w 2912392"/>
                <a:gd name="connsiteY164" fmla="*/ 452466 h 555989"/>
                <a:gd name="connsiteX165" fmla="*/ 1607182 w 2912392"/>
                <a:gd name="connsiteY165" fmla="*/ 452272 h 555989"/>
                <a:gd name="connsiteX166" fmla="*/ 1616911 w 2912392"/>
                <a:gd name="connsiteY166" fmla="*/ 452202 h 555989"/>
                <a:gd name="connsiteX167" fmla="*/ 1626655 w 2912392"/>
                <a:gd name="connsiteY167" fmla="*/ 452254 h 555989"/>
                <a:gd name="connsiteX168" fmla="*/ 1636399 w 2912392"/>
                <a:gd name="connsiteY168" fmla="*/ 452425 h 555989"/>
                <a:gd name="connsiteX169" fmla="*/ 1646142 w 2912392"/>
                <a:gd name="connsiteY169" fmla="*/ 452714 h 555989"/>
                <a:gd name="connsiteX170" fmla="*/ 1655872 w 2912392"/>
                <a:gd name="connsiteY170" fmla="*/ 453118 h 555989"/>
                <a:gd name="connsiteX171" fmla="*/ 1665616 w 2912392"/>
                <a:gd name="connsiteY171" fmla="*/ 453632 h 555989"/>
                <a:gd name="connsiteX172" fmla="*/ 1675359 w 2912392"/>
                <a:gd name="connsiteY172" fmla="*/ 454254 h 555989"/>
                <a:gd name="connsiteX173" fmla="*/ 1685103 w 2912392"/>
                <a:gd name="connsiteY173" fmla="*/ 454979 h 555989"/>
                <a:gd name="connsiteX174" fmla="*/ 1694832 w 2912392"/>
                <a:gd name="connsiteY174" fmla="*/ 455803 h 555989"/>
                <a:gd name="connsiteX175" fmla="*/ 1704576 w 2912392"/>
                <a:gd name="connsiteY175" fmla="*/ 456722 h 555989"/>
                <a:gd name="connsiteX176" fmla="*/ 1714320 w 2912392"/>
                <a:gd name="connsiteY176" fmla="*/ 457732 h 555989"/>
                <a:gd name="connsiteX177" fmla="*/ 1724064 w 2912392"/>
                <a:gd name="connsiteY177" fmla="*/ 458828 h 555989"/>
                <a:gd name="connsiteX178" fmla="*/ 1733808 w 2912392"/>
                <a:gd name="connsiteY178" fmla="*/ 460005 h 555989"/>
                <a:gd name="connsiteX179" fmla="*/ 1743537 w 2912392"/>
                <a:gd name="connsiteY179" fmla="*/ 461258 h 555989"/>
                <a:gd name="connsiteX180" fmla="*/ 1753281 w 2912392"/>
                <a:gd name="connsiteY180" fmla="*/ 462581 h 555989"/>
                <a:gd name="connsiteX181" fmla="*/ 1763025 w 2912392"/>
                <a:gd name="connsiteY181" fmla="*/ 463968 h 555989"/>
                <a:gd name="connsiteX182" fmla="*/ 1772769 w 2912392"/>
                <a:gd name="connsiteY182" fmla="*/ 465416 h 555989"/>
                <a:gd name="connsiteX183" fmla="*/ 1782498 w 2912392"/>
                <a:gd name="connsiteY183" fmla="*/ 466916 h 555989"/>
                <a:gd name="connsiteX184" fmla="*/ 1792242 w 2912392"/>
                <a:gd name="connsiteY184" fmla="*/ 468466 h 555989"/>
                <a:gd name="connsiteX185" fmla="*/ 1801986 w 2912392"/>
                <a:gd name="connsiteY185" fmla="*/ 470055 h 555989"/>
                <a:gd name="connsiteX186" fmla="*/ 1811730 w 2912392"/>
                <a:gd name="connsiteY186" fmla="*/ 471679 h 555989"/>
                <a:gd name="connsiteX187" fmla="*/ 1821459 w 2912392"/>
                <a:gd name="connsiteY187" fmla="*/ 473335 h 555989"/>
                <a:gd name="connsiteX188" fmla="*/ 1831203 w 2912392"/>
                <a:gd name="connsiteY188" fmla="*/ 475011 h 555989"/>
                <a:gd name="connsiteX189" fmla="*/ 1840947 w 2912392"/>
                <a:gd name="connsiteY189" fmla="*/ 476702 h 555989"/>
                <a:gd name="connsiteX190" fmla="*/ 1850691 w 2912392"/>
                <a:gd name="connsiteY190" fmla="*/ 478403 h 555989"/>
                <a:gd name="connsiteX191" fmla="*/ 1860435 w 2912392"/>
                <a:gd name="connsiteY191" fmla="*/ 480106 h 555989"/>
                <a:gd name="connsiteX192" fmla="*/ 1870164 w 2912392"/>
                <a:gd name="connsiteY192" fmla="*/ 481805 h 555989"/>
                <a:gd name="connsiteX193" fmla="*/ 1879908 w 2912392"/>
                <a:gd name="connsiteY193" fmla="*/ 483493 h 555989"/>
                <a:gd name="connsiteX194" fmla="*/ 1889652 w 2912392"/>
                <a:gd name="connsiteY194" fmla="*/ 485162 h 555989"/>
                <a:gd name="connsiteX195" fmla="*/ 1899395 w 2912392"/>
                <a:gd name="connsiteY195" fmla="*/ 486806 h 555989"/>
                <a:gd name="connsiteX196" fmla="*/ 1909124 w 2912392"/>
                <a:gd name="connsiteY196" fmla="*/ 488418 h 555989"/>
                <a:gd name="connsiteX197" fmla="*/ 1918868 w 2912392"/>
                <a:gd name="connsiteY197" fmla="*/ 489990 h 555989"/>
                <a:gd name="connsiteX198" fmla="*/ 1928612 w 2912392"/>
                <a:gd name="connsiteY198" fmla="*/ 491517 h 555989"/>
                <a:gd name="connsiteX199" fmla="*/ 1938356 w 2912392"/>
                <a:gd name="connsiteY199" fmla="*/ 492991 h 555989"/>
                <a:gd name="connsiteX200" fmla="*/ 1948085 w 2912392"/>
                <a:gd name="connsiteY200" fmla="*/ 494406 h 555989"/>
                <a:gd name="connsiteX201" fmla="*/ 1957829 w 2912392"/>
                <a:gd name="connsiteY201" fmla="*/ 495753 h 555989"/>
                <a:gd name="connsiteX202" fmla="*/ 1967573 w 2912392"/>
                <a:gd name="connsiteY202" fmla="*/ 497028 h 555989"/>
                <a:gd name="connsiteX203" fmla="*/ 1977317 w 2912392"/>
                <a:gd name="connsiteY203" fmla="*/ 498223 h 555989"/>
                <a:gd name="connsiteX204" fmla="*/ 1987046 w 2912392"/>
                <a:gd name="connsiteY204" fmla="*/ 499333 h 555989"/>
                <a:gd name="connsiteX205" fmla="*/ 1996790 w 2912392"/>
                <a:gd name="connsiteY205" fmla="*/ 500349 h 555989"/>
                <a:gd name="connsiteX206" fmla="*/ 2006534 w 2912392"/>
                <a:gd name="connsiteY206" fmla="*/ 501269 h 555989"/>
                <a:gd name="connsiteX207" fmla="*/ 2016278 w 2912392"/>
                <a:gd name="connsiteY207" fmla="*/ 502084 h 555989"/>
                <a:gd name="connsiteX208" fmla="*/ 2026022 w 2912392"/>
                <a:gd name="connsiteY208" fmla="*/ 502787 h 555989"/>
                <a:gd name="connsiteX209" fmla="*/ 2035751 w 2912392"/>
                <a:gd name="connsiteY209" fmla="*/ 503377 h 555989"/>
                <a:gd name="connsiteX210" fmla="*/ 2045495 w 2912392"/>
                <a:gd name="connsiteY210" fmla="*/ 503846 h 555989"/>
                <a:gd name="connsiteX211" fmla="*/ 2055239 w 2912392"/>
                <a:gd name="connsiteY211" fmla="*/ 504189 h 555989"/>
                <a:gd name="connsiteX212" fmla="*/ 2064983 w 2912392"/>
                <a:gd name="connsiteY212" fmla="*/ 504402 h 555989"/>
                <a:gd name="connsiteX213" fmla="*/ 2074712 w 2912392"/>
                <a:gd name="connsiteY213" fmla="*/ 504480 h 555989"/>
                <a:gd name="connsiteX214" fmla="*/ 2084456 w 2912392"/>
                <a:gd name="connsiteY214" fmla="*/ 504420 h 555989"/>
                <a:gd name="connsiteX215" fmla="*/ 2094200 w 2912392"/>
                <a:gd name="connsiteY215" fmla="*/ 504217 h 555989"/>
                <a:gd name="connsiteX216" fmla="*/ 2103944 w 2912392"/>
                <a:gd name="connsiteY216" fmla="*/ 503869 h 555989"/>
                <a:gd name="connsiteX217" fmla="*/ 2113673 w 2912392"/>
                <a:gd name="connsiteY217" fmla="*/ 503372 h 555989"/>
                <a:gd name="connsiteX218" fmla="*/ 2123417 w 2912392"/>
                <a:gd name="connsiteY218" fmla="*/ 502724 h 555989"/>
                <a:gd name="connsiteX219" fmla="*/ 2133161 w 2912392"/>
                <a:gd name="connsiteY219" fmla="*/ 501923 h 555989"/>
                <a:gd name="connsiteX220" fmla="*/ 2142905 w 2912392"/>
                <a:gd name="connsiteY220" fmla="*/ 500966 h 555989"/>
                <a:gd name="connsiteX221" fmla="*/ 2152649 w 2912392"/>
                <a:gd name="connsiteY221" fmla="*/ 499855 h 555989"/>
                <a:gd name="connsiteX222" fmla="*/ 2162377 w 2912392"/>
                <a:gd name="connsiteY222" fmla="*/ 498584 h 555989"/>
                <a:gd name="connsiteX223" fmla="*/ 2172121 w 2912392"/>
                <a:gd name="connsiteY223" fmla="*/ 497157 h 555989"/>
                <a:gd name="connsiteX224" fmla="*/ 2181865 w 2912392"/>
                <a:gd name="connsiteY224" fmla="*/ 495570 h 555989"/>
                <a:gd name="connsiteX225" fmla="*/ 2191609 w 2912392"/>
                <a:gd name="connsiteY225" fmla="*/ 493827 h 555989"/>
                <a:gd name="connsiteX226" fmla="*/ 2201338 w 2912392"/>
                <a:gd name="connsiteY226" fmla="*/ 491927 h 555989"/>
                <a:gd name="connsiteX227" fmla="*/ 2211082 w 2912392"/>
                <a:gd name="connsiteY227" fmla="*/ 489871 h 555989"/>
                <a:gd name="connsiteX228" fmla="*/ 2220826 w 2912392"/>
                <a:gd name="connsiteY228" fmla="*/ 487663 h 555989"/>
                <a:gd name="connsiteX229" fmla="*/ 2230570 w 2912392"/>
                <a:gd name="connsiteY229" fmla="*/ 485303 h 555989"/>
                <a:gd name="connsiteX230" fmla="*/ 2240299 w 2912392"/>
                <a:gd name="connsiteY230" fmla="*/ 482794 h 555989"/>
                <a:gd name="connsiteX231" fmla="*/ 2250043 w 2912392"/>
                <a:gd name="connsiteY231" fmla="*/ 480141 h 555989"/>
                <a:gd name="connsiteX232" fmla="*/ 2259787 w 2912392"/>
                <a:gd name="connsiteY232" fmla="*/ 477345 h 555989"/>
                <a:gd name="connsiteX233" fmla="*/ 2269531 w 2912392"/>
                <a:gd name="connsiteY233" fmla="*/ 474412 h 555989"/>
                <a:gd name="connsiteX234" fmla="*/ 2279260 w 2912392"/>
                <a:gd name="connsiteY234" fmla="*/ 471344 h 555989"/>
                <a:gd name="connsiteX235" fmla="*/ 2289004 w 2912392"/>
                <a:gd name="connsiteY235" fmla="*/ 468148 h 555989"/>
                <a:gd name="connsiteX236" fmla="*/ 2298748 w 2912392"/>
                <a:gd name="connsiteY236" fmla="*/ 464829 h 555989"/>
                <a:gd name="connsiteX237" fmla="*/ 2308492 w 2912392"/>
                <a:gd name="connsiteY237" fmla="*/ 461392 h 555989"/>
                <a:gd name="connsiteX238" fmla="*/ 2318236 w 2912392"/>
                <a:gd name="connsiteY238" fmla="*/ 457841 h 555989"/>
                <a:gd name="connsiteX239" fmla="*/ 2327965 w 2912392"/>
                <a:gd name="connsiteY239" fmla="*/ 454186 h 555989"/>
                <a:gd name="connsiteX240" fmla="*/ 2337709 w 2912392"/>
                <a:gd name="connsiteY240" fmla="*/ 450430 h 555989"/>
                <a:gd name="connsiteX241" fmla="*/ 2347453 w 2912392"/>
                <a:gd name="connsiteY241" fmla="*/ 446584 h 555989"/>
                <a:gd name="connsiteX242" fmla="*/ 2357197 w 2912392"/>
                <a:gd name="connsiteY242" fmla="*/ 442650 h 555989"/>
                <a:gd name="connsiteX243" fmla="*/ 2366926 w 2912392"/>
                <a:gd name="connsiteY243" fmla="*/ 438638 h 555989"/>
                <a:gd name="connsiteX244" fmla="*/ 2376670 w 2912392"/>
                <a:gd name="connsiteY244" fmla="*/ 434554 h 555989"/>
                <a:gd name="connsiteX245" fmla="*/ 2386413 w 2912392"/>
                <a:gd name="connsiteY245" fmla="*/ 430408 h 555989"/>
                <a:gd name="connsiteX246" fmla="*/ 2396157 w 2912392"/>
                <a:gd name="connsiteY246" fmla="*/ 426206 h 555989"/>
                <a:gd name="connsiteX247" fmla="*/ 2405886 w 2912392"/>
                <a:gd name="connsiteY247" fmla="*/ 421956 h 555989"/>
                <a:gd name="connsiteX248" fmla="*/ 2415630 w 2912392"/>
                <a:gd name="connsiteY248" fmla="*/ 417666 h 555989"/>
                <a:gd name="connsiteX249" fmla="*/ 2425374 w 2912392"/>
                <a:gd name="connsiteY249" fmla="*/ 413345 h 555989"/>
                <a:gd name="connsiteX250" fmla="*/ 2435118 w 2912392"/>
                <a:gd name="connsiteY250" fmla="*/ 408999 h 555989"/>
                <a:gd name="connsiteX251" fmla="*/ 2444862 w 2912392"/>
                <a:gd name="connsiteY251" fmla="*/ 404638 h 555989"/>
                <a:gd name="connsiteX252" fmla="*/ 2454591 w 2912392"/>
                <a:gd name="connsiteY252" fmla="*/ 400269 h 555989"/>
                <a:gd name="connsiteX253" fmla="*/ 2464335 w 2912392"/>
                <a:gd name="connsiteY253" fmla="*/ 395900 h 555989"/>
                <a:gd name="connsiteX254" fmla="*/ 2474079 w 2912392"/>
                <a:gd name="connsiteY254" fmla="*/ 391539 h 555989"/>
                <a:gd name="connsiteX255" fmla="*/ 2483823 w 2912392"/>
                <a:gd name="connsiteY255" fmla="*/ 387195 h 555989"/>
                <a:gd name="connsiteX256" fmla="*/ 2493552 w 2912392"/>
                <a:gd name="connsiteY256" fmla="*/ 382873 h 555989"/>
                <a:gd name="connsiteX257" fmla="*/ 2503296 w 2912392"/>
                <a:gd name="connsiteY257" fmla="*/ 378580 h 555989"/>
                <a:gd name="connsiteX258" fmla="*/ 2513040 w 2912392"/>
                <a:gd name="connsiteY258" fmla="*/ 374327 h 555989"/>
                <a:gd name="connsiteX259" fmla="*/ 2522784 w 2912392"/>
                <a:gd name="connsiteY259" fmla="*/ 370118 h 555989"/>
                <a:gd name="connsiteX260" fmla="*/ 2532513 w 2912392"/>
                <a:gd name="connsiteY260" fmla="*/ 365959 h 555989"/>
                <a:gd name="connsiteX261" fmla="*/ 2542257 w 2912392"/>
                <a:gd name="connsiteY261" fmla="*/ 361859 h 555989"/>
                <a:gd name="connsiteX262" fmla="*/ 2552001 w 2912392"/>
                <a:gd name="connsiteY262" fmla="*/ 357823 h 555989"/>
                <a:gd name="connsiteX263" fmla="*/ 2561745 w 2912392"/>
                <a:gd name="connsiteY263" fmla="*/ 353858 h 555989"/>
                <a:gd name="connsiteX264" fmla="*/ 2571474 w 2912392"/>
                <a:gd name="connsiteY264" fmla="*/ 349967 h 555989"/>
                <a:gd name="connsiteX265" fmla="*/ 2581218 w 2912392"/>
                <a:gd name="connsiteY265" fmla="*/ 346157 h 555989"/>
                <a:gd name="connsiteX266" fmla="*/ 2590962 w 2912392"/>
                <a:gd name="connsiteY266" fmla="*/ 342434 h 555989"/>
                <a:gd name="connsiteX267" fmla="*/ 2600705 w 2912392"/>
                <a:gd name="connsiteY267" fmla="*/ 338800 h 555989"/>
                <a:gd name="connsiteX268" fmla="*/ 2610449 w 2912392"/>
                <a:gd name="connsiteY268" fmla="*/ 335260 h 555989"/>
                <a:gd name="connsiteX269" fmla="*/ 2620178 w 2912392"/>
                <a:gd name="connsiteY269" fmla="*/ 331818 h 555989"/>
                <a:gd name="connsiteX270" fmla="*/ 2629922 w 2912392"/>
                <a:gd name="connsiteY270" fmla="*/ 328478 h 555989"/>
                <a:gd name="connsiteX271" fmla="*/ 2639666 w 2912392"/>
                <a:gd name="connsiteY271" fmla="*/ 325242 h 555989"/>
                <a:gd name="connsiteX272" fmla="*/ 2649410 w 2912392"/>
                <a:gd name="connsiteY272" fmla="*/ 322115 h 555989"/>
                <a:gd name="connsiteX273" fmla="*/ 2659139 w 2912392"/>
                <a:gd name="connsiteY273" fmla="*/ 319096 h 555989"/>
                <a:gd name="connsiteX274" fmla="*/ 2668883 w 2912392"/>
                <a:gd name="connsiteY274" fmla="*/ 316188 h 555989"/>
                <a:gd name="connsiteX275" fmla="*/ 2678627 w 2912392"/>
                <a:gd name="connsiteY275" fmla="*/ 313394 h 555989"/>
                <a:gd name="connsiteX276" fmla="*/ 2688371 w 2912392"/>
                <a:gd name="connsiteY276" fmla="*/ 310715 h 555989"/>
                <a:gd name="connsiteX277" fmla="*/ 2698100 w 2912392"/>
                <a:gd name="connsiteY277" fmla="*/ 308151 h 555989"/>
                <a:gd name="connsiteX278" fmla="*/ 2707844 w 2912392"/>
                <a:gd name="connsiteY278" fmla="*/ 305703 h 555989"/>
                <a:gd name="connsiteX279" fmla="*/ 2717588 w 2912392"/>
                <a:gd name="connsiteY279" fmla="*/ 303372 h 555989"/>
                <a:gd name="connsiteX280" fmla="*/ 2727332 w 2912392"/>
                <a:gd name="connsiteY280" fmla="*/ 301155 h 555989"/>
                <a:gd name="connsiteX281" fmla="*/ 2737076 w 2912392"/>
                <a:gd name="connsiteY281" fmla="*/ 299055 h 555989"/>
                <a:gd name="connsiteX282" fmla="*/ 2746805 w 2912392"/>
                <a:gd name="connsiteY282" fmla="*/ 297071 h 555989"/>
                <a:gd name="connsiteX283" fmla="*/ 2756549 w 2912392"/>
                <a:gd name="connsiteY283" fmla="*/ 295199 h 555989"/>
                <a:gd name="connsiteX284" fmla="*/ 2766293 w 2912392"/>
                <a:gd name="connsiteY284" fmla="*/ 293443 h 555989"/>
                <a:gd name="connsiteX285" fmla="*/ 2776037 w 2912392"/>
                <a:gd name="connsiteY285" fmla="*/ 291797 h 555989"/>
                <a:gd name="connsiteX286" fmla="*/ 2785766 w 2912392"/>
                <a:gd name="connsiteY286" fmla="*/ 290262 h 555989"/>
                <a:gd name="connsiteX287" fmla="*/ 2795510 w 2912392"/>
                <a:gd name="connsiteY287" fmla="*/ 288835 h 555989"/>
                <a:gd name="connsiteX288" fmla="*/ 2805254 w 2912392"/>
                <a:gd name="connsiteY288" fmla="*/ 287515 h 555989"/>
                <a:gd name="connsiteX289" fmla="*/ 2814998 w 2912392"/>
                <a:gd name="connsiteY289" fmla="*/ 286299 h 555989"/>
                <a:gd name="connsiteX290" fmla="*/ 2824727 w 2912392"/>
                <a:gd name="connsiteY290" fmla="*/ 285186 h 555989"/>
                <a:gd name="connsiteX291" fmla="*/ 2834471 w 2912392"/>
                <a:gd name="connsiteY291" fmla="*/ 284173 h 555989"/>
                <a:gd name="connsiteX292" fmla="*/ 2844215 w 2912392"/>
                <a:gd name="connsiteY292" fmla="*/ 283256 h 555989"/>
                <a:gd name="connsiteX293" fmla="*/ 2853958 w 2912392"/>
                <a:gd name="connsiteY293" fmla="*/ 282434 h 555989"/>
                <a:gd name="connsiteX294" fmla="*/ 2863687 w 2912392"/>
                <a:gd name="connsiteY294" fmla="*/ 281705 h 555989"/>
                <a:gd name="connsiteX295" fmla="*/ 2873431 w 2912392"/>
                <a:gd name="connsiteY295" fmla="*/ 281066 h 555989"/>
                <a:gd name="connsiteX296" fmla="*/ 2883175 w 2912392"/>
                <a:gd name="connsiteY296" fmla="*/ 280514 h 555989"/>
                <a:gd name="connsiteX297" fmla="*/ 2892919 w 2912392"/>
                <a:gd name="connsiteY297" fmla="*/ 280046 h 555989"/>
                <a:gd name="connsiteX298" fmla="*/ 2902663 w 2912392"/>
                <a:gd name="connsiteY298" fmla="*/ 279660 h 555989"/>
                <a:gd name="connsiteX299" fmla="*/ 2912392 w 2912392"/>
                <a:gd name="connsiteY299" fmla="*/ 279351 h 555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55989">
                  <a:moveTo>
                    <a:pt x="0" y="65420"/>
                  </a:moveTo>
                  <a:lnTo>
                    <a:pt x="9739" y="60955"/>
                  </a:lnTo>
                  <a:lnTo>
                    <a:pt x="19480" y="56576"/>
                  </a:lnTo>
                  <a:lnTo>
                    <a:pt x="29221" y="52294"/>
                  </a:lnTo>
                  <a:lnTo>
                    <a:pt x="38961" y="48116"/>
                  </a:lnTo>
                  <a:lnTo>
                    <a:pt x="48702" y="44049"/>
                  </a:lnTo>
                  <a:lnTo>
                    <a:pt x="58443" y="40104"/>
                  </a:lnTo>
                  <a:lnTo>
                    <a:pt x="68182" y="36288"/>
                  </a:lnTo>
                  <a:lnTo>
                    <a:pt x="77923" y="32609"/>
                  </a:lnTo>
                  <a:lnTo>
                    <a:pt x="87664" y="29078"/>
                  </a:lnTo>
                  <a:lnTo>
                    <a:pt x="97404" y="25704"/>
                  </a:lnTo>
                  <a:lnTo>
                    <a:pt x="107145" y="22494"/>
                  </a:lnTo>
                  <a:lnTo>
                    <a:pt x="116886" y="19460"/>
                  </a:lnTo>
                  <a:lnTo>
                    <a:pt x="126625" y="16609"/>
                  </a:lnTo>
                  <a:lnTo>
                    <a:pt x="136366" y="13953"/>
                  </a:lnTo>
                  <a:lnTo>
                    <a:pt x="146107" y="11498"/>
                  </a:lnTo>
                  <a:lnTo>
                    <a:pt x="155846" y="9255"/>
                  </a:lnTo>
                  <a:lnTo>
                    <a:pt x="165587" y="7233"/>
                  </a:lnTo>
                  <a:lnTo>
                    <a:pt x="175328" y="5441"/>
                  </a:lnTo>
                  <a:lnTo>
                    <a:pt x="185068" y="3889"/>
                  </a:lnTo>
                  <a:lnTo>
                    <a:pt x="194809" y="2583"/>
                  </a:lnTo>
                  <a:lnTo>
                    <a:pt x="204550" y="1533"/>
                  </a:lnTo>
                  <a:lnTo>
                    <a:pt x="214289" y="748"/>
                  </a:lnTo>
                  <a:lnTo>
                    <a:pt x="224030" y="234"/>
                  </a:lnTo>
                  <a:lnTo>
                    <a:pt x="233771" y="0"/>
                  </a:lnTo>
                  <a:lnTo>
                    <a:pt x="243510" y="51"/>
                  </a:lnTo>
                  <a:lnTo>
                    <a:pt x="253251" y="396"/>
                  </a:lnTo>
                  <a:lnTo>
                    <a:pt x="262992" y="1041"/>
                  </a:lnTo>
                  <a:lnTo>
                    <a:pt x="272732" y="1991"/>
                  </a:lnTo>
                  <a:lnTo>
                    <a:pt x="282473" y="3251"/>
                  </a:lnTo>
                  <a:lnTo>
                    <a:pt x="292214" y="4827"/>
                  </a:lnTo>
                  <a:lnTo>
                    <a:pt x="301953" y="6724"/>
                  </a:lnTo>
                  <a:lnTo>
                    <a:pt x="311694" y="8942"/>
                  </a:lnTo>
                  <a:lnTo>
                    <a:pt x="321435" y="11489"/>
                  </a:lnTo>
                  <a:lnTo>
                    <a:pt x="331175" y="14364"/>
                  </a:lnTo>
                  <a:lnTo>
                    <a:pt x="340916" y="17569"/>
                  </a:lnTo>
                  <a:lnTo>
                    <a:pt x="350656" y="21106"/>
                  </a:lnTo>
                  <a:lnTo>
                    <a:pt x="360396" y="24977"/>
                  </a:lnTo>
                  <a:lnTo>
                    <a:pt x="370137" y="29178"/>
                  </a:lnTo>
                  <a:lnTo>
                    <a:pt x="379878" y="33712"/>
                  </a:lnTo>
                  <a:lnTo>
                    <a:pt x="389617" y="38573"/>
                  </a:lnTo>
                  <a:lnTo>
                    <a:pt x="399358" y="43763"/>
                  </a:lnTo>
                  <a:lnTo>
                    <a:pt x="409099" y="49277"/>
                  </a:lnTo>
                  <a:lnTo>
                    <a:pt x="418839" y="55110"/>
                  </a:lnTo>
                  <a:lnTo>
                    <a:pt x="428580" y="61259"/>
                  </a:lnTo>
                  <a:lnTo>
                    <a:pt x="438321" y="67717"/>
                  </a:lnTo>
                  <a:lnTo>
                    <a:pt x="448060" y="74480"/>
                  </a:lnTo>
                  <a:lnTo>
                    <a:pt x="457801" y="81538"/>
                  </a:lnTo>
                  <a:lnTo>
                    <a:pt x="467542" y="88886"/>
                  </a:lnTo>
                  <a:lnTo>
                    <a:pt x="477281" y="96516"/>
                  </a:lnTo>
                  <a:lnTo>
                    <a:pt x="487022" y="104417"/>
                  </a:lnTo>
                  <a:lnTo>
                    <a:pt x="496763" y="112578"/>
                  </a:lnTo>
                  <a:lnTo>
                    <a:pt x="506503" y="120993"/>
                  </a:lnTo>
                  <a:lnTo>
                    <a:pt x="516244" y="129648"/>
                  </a:lnTo>
                  <a:lnTo>
                    <a:pt x="525985" y="138531"/>
                  </a:lnTo>
                  <a:lnTo>
                    <a:pt x="535724" y="147631"/>
                  </a:lnTo>
                  <a:lnTo>
                    <a:pt x="545465" y="156935"/>
                  </a:lnTo>
                  <a:lnTo>
                    <a:pt x="555206" y="166429"/>
                  </a:lnTo>
                  <a:lnTo>
                    <a:pt x="564946" y="176098"/>
                  </a:lnTo>
                  <a:lnTo>
                    <a:pt x="574687" y="185930"/>
                  </a:lnTo>
                  <a:lnTo>
                    <a:pt x="584428" y="195910"/>
                  </a:lnTo>
                  <a:lnTo>
                    <a:pt x="594167" y="206019"/>
                  </a:lnTo>
                  <a:lnTo>
                    <a:pt x="603908" y="216245"/>
                  </a:lnTo>
                  <a:lnTo>
                    <a:pt x="613649" y="226570"/>
                  </a:lnTo>
                  <a:lnTo>
                    <a:pt x="623388" y="236980"/>
                  </a:lnTo>
                  <a:lnTo>
                    <a:pt x="633129" y="247457"/>
                  </a:lnTo>
                  <a:lnTo>
                    <a:pt x="642870" y="257983"/>
                  </a:lnTo>
                  <a:lnTo>
                    <a:pt x="652610" y="268542"/>
                  </a:lnTo>
                  <a:lnTo>
                    <a:pt x="662351" y="279119"/>
                  </a:lnTo>
                  <a:lnTo>
                    <a:pt x="672092" y="289694"/>
                  </a:lnTo>
                  <a:lnTo>
                    <a:pt x="681831" y="300252"/>
                  </a:lnTo>
                  <a:lnTo>
                    <a:pt x="691572" y="310773"/>
                  </a:lnTo>
                  <a:lnTo>
                    <a:pt x="701313" y="321243"/>
                  </a:lnTo>
                  <a:lnTo>
                    <a:pt x="711052" y="331644"/>
                  </a:lnTo>
                  <a:lnTo>
                    <a:pt x="720793" y="341960"/>
                  </a:lnTo>
                  <a:lnTo>
                    <a:pt x="730534" y="352173"/>
                  </a:lnTo>
                  <a:lnTo>
                    <a:pt x="740274" y="362269"/>
                  </a:lnTo>
                  <a:lnTo>
                    <a:pt x="750015" y="372229"/>
                  </a:lnTo>
                  <a:lnTo>
                    <a:pt x="759756" y="382040"/>
                  </a:lnTo>
                  <a:lnTo>
                    <a:pt x="769495" y="391685"/>
                  </a:lnTo>
                  <a:lnTo>
                    <a:pt x="779236" y="401151"/>
                  </a:lnTo>
                  <a:lnTo>
                    <a:pt x="788977" y="410422"/>
                  </a:lnTo>
                  <a:lnTo>
                    <a:pt x="798717" y="419487"/>
                  </a:lnTo>
                  <a:lnTo>
                    <a:pt x="808458" y="428329"/>
                  </a:lnTo>
                  <a:lnTo>
                    <a:pt x="818199" y="436939"/>
                  </a:lnTo>
                  <a:lnTo>
                    <a:pt x="827938" y="445304"/>
                  </a:lnTo>
                  <a:lnTo>
                    <a:pt x="837679" y="453412"/>
                  </a:lnTo>
                  <a:lnTo>
                    <a:pt x="847420" y="461252"/>
                  </a:lnTo>
                  <a:lnTo>
                    <a:pt x="857159" y="468816"/>
                  </a:lnTo>
                  <a:lnTo>
                    <a:pt x="866900" y="476094"/>
                  </a:lnTo>
                  <a:lnTo>
                    <a:pt x="876641" y="483079"/>
                  </a:lnTo>
                  <a:lnTo>
                    <a:pt x="886381" y="489761"/>
                  </a:lnTo>
                  <a:lnTo>
                    <a:pt x="896122" y="496135"/>
                  </a:lnTo>
                  <a:lnTo>
                    <a:pt x="905863" y="502194"/>
                  </a:lnTo>
                  <a:lnTo>
                    <a:pt x="915602" y="507935"/>
                  </a:lnTo>
                  <a:lnTo>
                    <a:pt x="925343" y="513352"/>
                  </a:lnTo>
                  <a:lnTo>
                    <a:pt x="935084" y="518441"/>
                  </a:lnTo>
                  <a:lnTo>
                    <a:pt x="944824" y="523203"/>
                  </a:lnTo>
                  <a:lnTo>
                    <a:pt x="954564" y="527634"/>
                  </a:lnTo>
                  <a:lnTo>
                    <a:pt x="964305" y="531733"/>
                  </a:lnTo>
                  <a:lnTo>
                    <a:pt x="974045" y="535501"/>
                  </a:lnTo>
                  <a:lnTo>
                    <a:pt x="983786" y="538938"/>
                  </a:lnTo>
                  <a:lnTo>
                    <a:pt x="993522" y="542047"/>
                  </a:lnTo>
                  <a:lnTo>
                    <a:pt x="1003266" y="544829"/>
                  </a:lnTo>
                  <a:lnTo>
                    <a:pt x="1013010" y="547289"/>
                  </a:lnTo>
                  <a:lnTo>
                    <a:pt x="1022754" y="549430"/>
                  </a:lnTo>
                  <a:lnTo>
                    <a:pt x="1032483" y="551258"/>
                  </a:lnTo>
                  <a:lnTo>
                    <a:pt x="1042227" y="552776"/>
                  </a:lnTo>
                  <a:lnTo>
                    <a:pt x="1051971" y="553993"/>
                  </a:lnTo>
                  <a:lnTo>
                    <a:pt x="1061715" y="554916"/>
                  </a:lnTo>
                  <a:lnTo>
                    <a:pt x="1071444" y="555550"/>
                  </a:lnTo>
                  <a:lnTo>
                    <a:pt x="1081188" y="555905"/>
                  </a:lnTo>
                  <a:lnTo>
                    <a:pt x="1090932" y="555990"/>
                  </a:lnTo>
                  <a:lnTo>
                    <a:pt x="1100676" y="555814"/>
                  </a:lnTo>
                  <a:lnTo>
                    <a:pt x="1110405" y="555385"/>
                  </a:lnTo>
                  <a:lnTo>
                    <a:pt x="1120149" y="554716"/>
                  </a:lnTo>
                  <a:lnTo>
                    <a:pt x="1129893" y="553816"/>
                  </a:lnTo>
                  <a:lnTo>
                    <a:pt x="1139637" y="552696"/>
                  </a:lnTo>
                  <a:lnTo>
                    <a:pt x="1149381" y="551367"/>
                  </a:lnTo>
                  <a:lnTo>
                    <a:pt x="1159110" y="549841"/>
                  </a:lnTo>
                  <a:lnTo>
                    <a:pt x="1168854" y="548131"/>
                  </a:lnTo>
                  <a:lnTo>
                    <a:pt x="1178598" y="546247"/>
                  </a:lnTo>
                  <a:lnTo>
                    <a:pt x="1188341" y="544203"/>
                  </a:lnTo>
                  <a:lnTo>
                    <a:pt x="1198070" y="542010"/>
                  </a:lnTo>
                  <a:lnTo>
                    <a:pt x="1207814" y="539680"/>
                  </a:lnTo>
                  <a:lnTo>
                    <a:pt x="1217558" y="537226"/>
                  </a:lnTo>
                  <a:lnTo>
                    <a:pt x="1227302" y="534662"/>
                  </a:lnTo>
                  <a:lnTo>
                    <a:pt x="1237031" y="531998"/>
                  </a:lnTo>
                  <a:lnTo>
                    <a:pt x="1246775" y="529248"/>
                  </a:lnTo>
                  <a:lnTo>
                    <a:pt x="1256519" y="526421"/>
                  </a:lnTo>
                  <a:lnTo>
                    <a:pt x="1266263" y="523534"/>
                  </a:lnTo>
                  <a:lnTo>
                    <a:pt x="1276007" y="520596"/>
                  </a:lnTo>
                  <a:lnTo>
                    <a:pt x="1285736" y="517617"/>
                  </a:lnTo>
                  <a:lnTo>
                    <a:pt x="1295480" y="514611"/>
                  </a:lnTo>
                  <a:lnTo>
                    <a:pt x="1305224" y="511589"/>
                  </a:lnTo>
                  <a:lnTo>
                    <a:pt x="1314968" y="508560"/>
                  </a:lnTo>
                  <a:lnTo>
                    <a:pt x="1324697" y="505536"/>
                  </a:lnTo>
                  <a:lnTo>
                    <a:pt x="1334441" y="502528"/>
                  </a:lnTo>
                  <a:lnTo>
                    <a:pt x="1344185" y="499543"/>
                  </a:lnTo>
                  <a:lnTo>
                    <a:pt x="1353929" y="496592"/>
                  </a:lnTo>
                  <a:lnTo>
                    <a:pt x="1363658" y="493684"/>
                  </a:lnTo>
                  <a:lnTo>
                    <a:pt x="1373402" y="490828"/>
                  </a:lnTo>
                  <a:lnTo>
                    <a:pt x="1383146" y="488031"/>
                  </a:lnTo>
                  <a:lnTo>
                    <a:pt x="1392890" y="485302"/>
                  </a:lnTo>
                  <a:lnTo>
                    <a:pt x="1402619" y="482648"/>
                  </a:lnTo>
                  <a:lnTo>
                    <a:pt x="1412363" y="480075"/>
                  </a:lnTo>
                  <a:lnTo>
                    <a:pt x="1422106" y="477590"/>
                  </a:lnTo>
                  <a:lnTo>
                    <a:pt x="1431850" y="475197"/>
                  </a:lnTo>
                  <a:lnTo>
                    <a:pt x="1441594" y="472906"/>
                  </a:lnTo>
                  <a:lnTo>
                    <a:pt x="1451323" y="470718"/>
                  </a:lnTo>
                  <a:lnTo>
                    <a:pt x="1461067" y="468638"/>
                  </a:lnTo>
                  <a:lnTo>
                    <a:pt x="1470811" y="466673"/>
                  </a:lnTo>
                  <a:lnTo>
                    <a:pt x="1480555" y="464823"/>
                  </a:lnTo>
                  <a:lnTo>
                    <a:pt x="1490284" y="463095"/>
                  </a:lnTo>
                  <a:lnTo>
                    <a:pt x="1500028" y="461487"/>
                  </a:lnTo>
                  <a:lnTo>
                    <a:pt x="1509772" y="460005"/>
                  </a:lnTo>
                  <a:lnTo>
                    <a:pt x="1519516" y="458650"/>
                  </a:lnTo>
                  <a:lnTo>
                    <a:pt x="1529245" y="457423"/>
                  </a:lnTo>
                  <a:lnTo>
                    <a:pt x="1538989" y="456324"/>
                  </a:lnTo>
                  <a:lnTo>
                    <a:pt x="1548733" y="455358"/>
                  </a:lnTo>
                  <a:lnTo>
                    <a:pt x="1558477" y="454520"/>
                  </a:lnTo>
                  <a:lnTo>
                    <a:pt x="1568221" y="453813"/>
                  </a:lnTo>
                  <a:lnTo>
                    <a:pt x="1577950" y="453236"/>
                  </a:lnTo>
                  <a:lnTo>
                    <a:pt x="1587694" y="452788"/>
                  </a:lnTo>
                  <a:lnTo>
                    <a:pt x="1597438" y="452466"/>
                  </a:lnTo>
                  <a:lnTo>
                    <a:pt x="1607182" y="452272"/>
                  </a:lnTo>
                  <a:lnTo>
                    <a:pt x="1616911" y="452202"/>
                  </a:lnTo>
                  <a:lnTo>
                    <a:pt x="1626655" y="452254"/>
                  </a:lnTo>
                  <a:lnTo>
                    <a:pt x="1636399" y="452425"/>
                  </a:lnTo>
                  <a:lnTo>
                    <a:pt x="1646142" y="452714"/>
                  </a:lnTo>
                  <a:lnTo>
                    <a:pt x="1655872" y="453118"/>
                  </a:lnTo>
                  <a:lnTo>
                    <a:pt x="1665616" y="453632"/>
                  </a:lnTo>
                  <a:lnTo>
                    <a:pt x="1675359" y="454254"/>
                  </a:lnTo>
                  <a:lnTo>
                    <a:pt x="1685103" y="454979"/>
                  </a:lnTo>
                  <a:lnTo>
                    <a:pt x="1694832" y="455803"/>
                  </a:lnTo>
                  <a:lnTo>
                    <a:pt x="1704576" y="456722"/>
                  </a:lnTo>
                  <a:lnTo>
                    <a:pt x="1714320" y="457732"/>
                  </a:lnTo>
                  <a:lnTo>
                    <a:pt x="1724064" y="458828"/>
                  </a:lnTo>
                  <a:lnTo>
                    <a:pt x="1733808" y="460005"/>
                  </a:lnTo>
                  <a:lnTo>
                    <a:pt x="1743537" y="461258"/>
                  </a:lnTo>
                  <a:lnTo>
                    <a:pt x="1753281" y="462581"/>
                  </a:lnTo>
                  <a:lnTo>
                    <a:pt x="1763025" y="463968"/>
                  </a:lnTo>
                  <a:lnTo>
                    <a:pt x="1772769" y="465416"/>
                  </a:lnTo>
                  <a:lnTo>
                    <a:pt x="1782498" y="466916"/>
                  </a:lnTo>
                  <a:lnTo>
                    <a:pt x="1792242" y="468466"/>
                  </a:lnTo>
                  <a:lnTo>
                    <a:pt x="1801986" y="470055"/>
                  </a:lnTo>
                  <a:lnTo>
                    <a:pt x="1811730" y="471679"/>
                  </a:lnTo>
                  <a:lnTo>
                    <a:pt x="1821459" y="473335"/>
                  </a:lnTo>
                  <a:lnTo>
                    <a:pt x="1831203" y="475011"/>
                  </a:lnTo>
                  <a:lnTo>
                    <a:pt x="1840947" y="476702"/>
                  </a:lnTo>
                  <a:lnTo>
                    <a:pt x="1850691" y="478403"/>
                  </a:lnTo>
                  <a:lnTo>
                    <a:pt x="1860435" y="480106"/>
                  </a:lnTo>
                  <a:lnTo>
                    <a:pt x="1870164" y="481805"/>
                  </a:lnTo>
                  <a:lnTo>
                    <a:pt x="1879908" y="483493"/>
                  </a:lnTo>
                  <a:lnTo>
                    <a:pt x="1889652" y="485162"/>
                  </a:lnTo>
                  <a:lnTo>
                    <a:pt x="1899395" y="486806"/>
                  </a:lnTo>
                  <a:lnTo>
                    <a:pt x="1909124" y="488418"/>
                  </a:lnTo>
                  <a:lnTo>
                    <a:pt x="1918868" y="489990"/>
                  </a:lnTo>
                  <a:lnTo>
                    <a:pt x="1928612" y="491517"/>
                  </a:lnTo>
                  <a:lnTo>
                    <a:pt x="1938356" y="492991"/>
                  </a:lnTo>
                  <a:lnTo>
                    <a:pt x="1948085" y="494406"/>
                  </a:lnTo>
                  <a:lnTo>
                    <a:pt x="1957829" y="495753"/>
                  </a:lnTo>
                  <a:lnTo>
                    <a:pt x="1967573" y="497028"/>
                  </a:lnTo>
                  <a:lnTo>
                    <a:pt x="1977317" y="498223"/>
                  </a:lnTo>
                  <a:lnTo>
                    <a:pt x="1987046" y="499333"/>
                  </a:lnTo>
                  <a:lnTo>
                    <a:pt x="1996790" y="500349"/>
                  </a:lnTo>
                  <a:lnTo>
                    <a:pt x="2006534" y="501269"/>
                  </a:lnTo>
                  <a:lnTo>
                    <a:pt x="2016278" y="502084"/>
                  </a:lnTo>
                  <a:lnTo>
                    <a:pt x="2026022" y="502787"/>
                  </a:lnTo>
                  <a:lnTo>
                    <a:pt x="2035751" y="503377"/>
                  </a:lnTo>
                  <a:lnTo>
                    <a:pt x="2045495" y="503846"/>
                  </a:lnTo>
                  <a:lnTo>
                    <a:pt x="2055239" y="504189"/>
                  </a:lnTo>
                  <a:lnTo>
                    <a:pt x="2064983" y="504402"/>
                  </a:lnTo>
                  <a:lnTo>
                    <a:pt x="2074712" y="504480"/>
                  </a:lnTo>
                  <a:lnTo>
                    <a:pt x="2084456" y="504420"/>
                  </a:lnTo>
                  <a:lnTo>
                    <a:pt x="2094200" y="504217"/>
                  </a:lnTo>
                  <a:lnTo>
                    <a:pt x="2103944" y="503869"/>
                  </a:lnTo>
                  <a:lnTo>
                    <a:pt x="2113673" y="503372"/>
                  </a:lnTo>
                  <a:lnTo>
                    <a:pt x="2123417" y="502724"/>
                  </a:lnTo>
                  <a:lnTo>
                    <a:pt x="2133161" y="501923"/>
                  </a:lnTo>
                  <a:lnTo>
                    <a:pt x="2142905" y="500966"/>
                  </a:lnTo>
                  <a:lnTo>
                    <a:pt x="2152649" y="499855"/>
                  </a:lnTo>
                  <a:lnTo>
                    <a:pt x="2162377" y="498584"/>
                  </a:lnTo>
                  <a:lnTo>
                    <a:pt x="2172121" y="497157"/>
                  </a:lnTo>
                  <a:lnTo>
                    <a:pt x="2181865" y="495570"/>
                  </a:lnTo>
                  <a:lnTo>
                    <a:pt x="2191609" y="493827"/>
                  </a:lnTo>
                  <a:lnTo>
                    <a:pt x="2201338" y="491927"/>
                  </a:lnTo>
                  <a:lnTo>
                    <a:pt x="2211082" y="489871"/>
                  </a:lnTo>
                  <a:lnTo>
                    <a:pt x="2220826" y="487663"/>
                  </a:lnTo>
                  <a:lnTo>
                    <a:pt x="2230570" y="485303"/>
                  </a:lnTo>
                  <a:lnTo>
                    <a:pt x="2240299" y="482794"/>
                  </a:lnTo>
                  <a:lnTo>
                    <a:pt x="2250043" y="480141"/>
                  </a:lnTo>
                  <a:lnTo>
                    <a:pt x="2259787" y="477345"/>
                  </a:lnTo>
                  <a:lnTo>
                    <a:pt x="2269531" y="474412"/>
                  </a:lnTo>
                  <a:lnTo>
                    <a:pt x="2279260" y="471344"/>
                  </a:lnTo>
                  <a:lnTo>
                    <a:pt x="2289004" y="468148"/>
                  </a:lnTo>
                  <a:lnTo>
                    <a:pt x="2298748" y="464829"/>
                  </a:lnTo>
                  <a:lnTo>
                    <a:pt x="2308492" y="461392"/>
                  </a:lnTo>
                  <a:lnTo>
                    <a:pt x="2318236" y="457841"/>
                  </a:lnTo>
                  <a:lnTo>
                    <a:pt x="2327965" y="454186"/>
                  </a:lnTo>
                  <a:lnTo>
                    <a:pt x="2337709" y="450430"/>
                  </a:lnTo>
                  <a:lnTo>
                    <a:pt x="2347453" y="446584"/>
                  </a:lnTo>
                  <a:lnTo>
                    <a:pt x="2357197" y="442650"/>
                  </a:lnTo>
                  <a:lnTo>
                    <a:pt x="2366926" y="438638"/>
                  </a:lnTo>
                  <a:lnTo>
                    <a:pt x="2376670" y="434554"/>
                  </a:lnTo>
                  <a:lnTo>
                    <a:pt x="2386413" y="430408"/>
                  </a:lnTo>
                  <a:lnTo>
                    <a:pt x="2396157" y="426206"/>
                  </a:lnTo>
                  <a:lnTo>
                    <a:pt x="2405886" y="421956"/>
                  </a:lnTo>
                  <a:lnTo>
                    <a:pt x="2415630" y="417666"/>
                  </a:lnTo>
                  <a:lnTo>
                    <a:pt x="2425374" y="413345"/>
                  </a:lnTo>
                  <a:lnTo>
                    <a:pt x="2435118" y="408999"/>
                  </a:lnTo>
                  <a:lnTo>
                    <a:pt x="2444862" y="404638"/>
                  </a:lnTo>
                  <a:lnTo>
                    <a:pt x="2454591" y="400269"/>
                  </a:lnTo>
                  <a:lnTo>
                    <a:pt x="2464335" y="395900"/>
                  </a:lnTo>
                  <a:lnTo>
                    <a:pt x="2474079" y="391539"/>
                  </a:lnTo>
                  <a:lnTo>
                    <a:pt x="2483823" y="387195"/>
                  </a:lnTo>
                  <a:lnTo>
                    <a:pt x="2493552" y="382873"/>
                  </a:lnTo>
                  <a:lnTo>
                    <a:pt x="2503296" y="378580"/>
                  </a:lnTo>
                  <a:lnTo>
                    <a:pt x="2513040" y="374327"/>
                  </a:lnTo>
                  <a:lnTo>
                    <a:pt x="2522784" y="370118"/>
                  </a:lnTo>
                  <a:lnTo>
                    <a:pt x="2532513" y="365959"/>
                  </a:lnTo>
                  <a:lnTo>
                    <a:pt x="2542257" y="361859"/>
                  </a:lnTo>
                  <a:lnTo>
                    <a:pt x="2552001" y="357823"/>
                  </a:lnTo>
                  <a:lnTo>
                    <a:pt x="2561745" y="353858"/>
                  </a:lnTo>
                  <a:lnTo>
                    <a:pt x="2571474" y="349967"/>
                  </a:lnTo>
                  <a:lnTo>
                    <a:pt x="2581218" y="346157"/>
                  </a:lnTo>
                  <a:lnTo>
                    <a:pt x="2590962" y="342434"/>
                  </a:lnTo>
                  <a:lnTo>
                    <a:pt x="2600705" y="338800"/>
                  </a:lnTo>
                  <a:lnTo>
                    <a:pt x="2610449" y="335260"/>
                  </a:lnTo>
                  <a:lnTo>
                    <a:pt x="2620178" y="331818"/>
                  </a:lnTo>
                  <a:lnTo>
                    <a:pt x="2629922" y="328478"/>
                  </a:lnTo>
                  <a:lnTo>
                    <a:pt x="2639666" y="325242"/>
                  </a:lnTo>
                  <a:lnTo>
                    <a:pt x="2649410" y="322115"/>
                  </a:lnTo>
                  <a:lnTo>
                    <a:pt x="2659139" y="319096"/>
                  </a:lnTo>
                  <a:lnTo>
                    <a:pt x="2668883" y="316188"/>
                  </a:lnTo>
                  <a:lnTo>
                    <a:pt x="2678627" y="313394"/>
                  </a:lnTo>
                  <a:lnTo>
                    <a:pt x="2688371" y="310715"/>
                  </a:lnTo>
                  <a:lnTo>
                    <a:pt x="2698100" y="308151"/>
                  </a:lnTo>
                  <a:lnTo>
                    <a:pt x="2707844" y="305703"/>
                  </a:lnTo>
                  <a:lnTo>
                    <a:pt x="2717588" y="303372"/>
                  </a:lnTo>
                  <a:lnTo>
                    <a:pt x="2727332" y="301155"/>
                  </a:lnTo>
                  <a:lnTo>
                    <a:pt x="2737076" y="299055"/>
                  </a:lnTo>
                  <a:lnTo>
                    <a:pt x="2746805" y="297071"/>
                  </a:lnTo>
                  <a:lnTo>
                    <a:pt x="2756549" y="295199"/>
                  </a:lnTo>
                  <a:lnTo>
                    <a:pt x="2766293" y="293443"/>
                  </a:lnTo>
                  <a:lnTo>
                    <a:pt x="2776037" y="291797"/>
                  </a:lnTo>
                  <a:lnTo>
                    <a:pt x="2785766" y="290262"/>
                  </a:lnTo>
                  <a:lnTo>
                    <a:pt x="2795510" y="288835"/>
                  </a:lnTo>
                  <a:lnTo>
                    <a:pt x="2805254" y="287515"/>
                  </a:lnTo>
                  <a:lnTo>
                    <a:pt x="2814998" y="286299"/>
                  </a:lnTo>
                  <a:lnTo>
                    <a:pt x="2824727" y="285186"/>
                  </a:lnTo>
                  <a:lnTo>
                    <a:pt x="2834471" y="284173"/>
                  </a:lnTo>
                  <a:lnTo>
                    <a:pt x="2844215" y="283256"/>
                  </a:lnTo>
                  <a:lnTo>
                    <a:pt x="2853958" y="282434"/>
                  </a:lnTo>
                  <a:lnTo>
                    <a:pt x="2863687" y="281705"/>
                  </a:lnTo>
                  <a:lnTo>
                    <a:pt x="2873431" y="281066"/>
                  </a:lnTo>
                  <a:lnTo>
                    <a:pt x="2883175" y="280514"/>
                  </a:lnTo>
                  <a:lnTo>
                    <a:pt x="2892919" y="280046"/>
                  </a:lnTo>
                  <a:lnTo>
                    <a:pt x="2902663" y="279660"/>
                  </a:lnTo>
                  <a:lnTo>
                    <a:pt x="2912392" y="27935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3" name="Freeform 882">
              <a:extLst>
                <a:ext uri="{FF2B5EF4-FFF2-40B4-BE49-F238E27FC236}">
                  <a16:creationId xmlns:a16="http://schemas.microsoft.com/office/drawing/2014/main" id="{FA8D9715-2F87-0812-E200-CB95C77E2513}"/>
                </a:ext>
              </a:extLst>
            </p:cNvPr>
            <p:cNvSpPr/>
            <p:nvPr/>
          </p:nvSpPr>
          <p:spPr>
            <a:xfrm>
              <a:off x="576446" y="3352833"/>
              <a:ext cx="2912392" cy="860100"/>
            </a:xfrm>
            <a:custGeom>
              <a:avLst/>
              <a:gdLst>
                <a:gd name="connsiteX0" fmla="*/ 0 w 2912392"/>
                <a:gd name="connsiteY0" fmla="*/ 448880 h 860100"/>
                <a:gd name="connsiteX1" fmla="*/ 9739 w 2912392"/>
                <a:gd name="connsiteY1" fmla="*/ 455626 h 860100"/>
                <a:gd name="connsiteX2" fmla="*/ 19480 w 2912392"/>
                <a:gd name="connsiteY2" fmla="*/ 462509 h 860100"/>
                <a:gd name="connsiteX3" fmla="*/ 29221 w 2912392"/>
                <a:gd name="connsiteY3" fmla="*/ 469522 h 860100"/>
                <a:gd name="connsiteX4" fmla="*/ 38961 w 2912392"/>
                <a:gd name="connsiteY4" fmla="*/ 476660 h 860100"/>
                <a:gd name="connsiteX5" fmla="*/ 48702 w 2912392"/>
                <a:gd name="connsiteY5" fmla="*/ 483916 h 860100"/>
                <a:gd name="connsiteX6" fmla="*/ 58443 w 2912392"/>
                <a:gd name="connsiteY6" fmla="*/ 491284 h 860100"/>
                <a:gd name="connsiteX7" fmla="*/ 68182 w 2912392"/>
                <a:gd name="connsiteY7" fmla="*/ 498755 h 860100"/>
                <a:gd name="connsiteX8" fmla="*/ 77923 w 2912392"/>
                <a:gd name="connsiteY8" fmla="*/ 506323 h 860100"/>
                <a:gd name="connsiteX9" fmla="*/ 87664 w 2912392"/>
                <a:gd name="connsiteY9" fmla="*/ 513981 h 860100"/>
                <a:gd name="connsiteX10" fmla="*/ 97404 w 2912392"/>
                <a:gd name="connsiteY10" fmla="*/ 521721 h 860100"/>
                <a:gd name="connsiteX11" fmla="*/ 107145 w 2912392"/>
                <a:gd name="connsiteY11" fmla="*/ 529535 h 860100"/>
                <a:gd name="connsiteX12" fmla="*/ 116886 w 2912392"/>
                <a:gd name="connsiteY12" fmla="*/ 537415 h 860100"/>
                <a:gd name="connsiteX13" fmla="*/ 126625 w 2912392"/>
                <a:gd name="connsiteY13" fmla="*/ 545355 h 860100"/>
                <a:gd name="connsiteX14" fmla="*/ 136366 w 2912392"/>
                <a:gd name="connsiteY14" fmla="*/ 553344 h 860100"/>
                <a:gd name="connsiteX15" fmla="*/ 146107 w 2912392"/>
                <a:gd name="connsiteY15" fmla="*/ 561376 h 860100"/>
                <a:gd name="connsiteX16" fmla="*/ 155846 w 2912392"/>
                <a:gd name="connsiteY16" fmla="*/ 569442 h 860100"/>
                <a:gd name="connsiteX17" fmla="*/ 165587 w 2912392"/>
                <a:gd name="connsiteY17" fmla="*/ 577535 h 860100"/>
                <a:gd name="connsiteX18" fmla="*/ 175328 w 2912392"/>
                <a:gd name="connsiteY18" fmla="*/ 585645 h 860100"/>
                <a:gd name="connsiteX19" fmla="*/ 185068 w 2912392"/>
                <a:gd name="connsiteY19" fmla="*/ 593763 h 860100"/>
                <a:gd name="connsiteX20" fmla="*/ 194809 w 2912392"/>
                <a:gd name="connsiteY20" fmla="*/ 601885 h 860100"/>
                <a:gd name="connsiteX21" fmla="*/ 204550 w 2912392"/>
                <a:gd name="connsiteY21" fmla="*/ 609999 h 860100"/>
                <a:gd name="connsiteX22" fmla="*/ 214289 w 2912392"/>
                <a:gd name="connsiteY22" fmla="*/ 618098 h 860100"/>
                <a:gd name="connsiteX23" fmla="*/ 224030 w 2912392"/>
                <a:gd name="connsiteY23" fmla="*/ 626173 h 860100"/>
                <a:gd name="connsiteX24" fmla="*/ 233771 w 2912392"/>
                <a:gd name="connsiteY24" fmla="*/ 634217 h 860100"/>
                <a:gd name="connsiteX25" fmla="*/ 243510 w 2912392"/>
                <a:gd name="connsiteY25" fmla="*/ 642221 h 860100"/>
                <a:gd name="connsiteX26" fmla="*/ 253251 w 2912392"/>
                <a:gd name="connsiteY26" fmla="*/ 650178 h 860100"/>
                <a:gd name="connsiteX27" fmla="*/ 262992 w 2912392"/>
                <a:gd name="connsiteY27" fmla="*/ 658081 h 860100"/>
                <a:gd name="connsiteX28" fmla="*/ 272732 w 2912392"/>
                <a:gd name="connsiteY28" fmla="*/ 665922 h 860100"/>
                <a:gd name="connsiteX29" fmla="*/ 282473 w 2912392"/>
                <a:gd name="connsiteY29" fmla="*/ 673684 h 860100"/>
                <a:gd name="connsiteX30" fmla="*/ 292214 w 2912392"/>
                <a:gd name="connsiteY30" fmla="*/ 681372 h 860100"/>
                <a:gd name="connsiteX31" fmla="*/ 301953 w 2912392"/>
                <a:gd name="connsiteY31" fmla="*/ 688986 h 860100"/>
                <a:gd name="connsiteX32" fmla="*/ 311694 w 2912392"/>
                <a:gd name="connsiteY32" fmla="*/ 696495 h 860100"/>
                <a:gd name="connsiteX33" fmla="*/ 321435 w 2912392"/>
                <a:gd name="connsiteY33" fmla="*/ 703914 h 860100"/>
                <a:gd name="connsiteX34" fmla="*/ 331175 w 2912392"/>
                <a:gd name="connsiteY34" fmla="*/ 711215 h 860100"/>
                <a:gd name="connsiteX35" fmla="*/ 340916 w 2912392"/>
                <a:gd name="connsiteY35" fmla="*/ 718411 h 860100"/>
                <a:gd name="connsiteX36" fmla="*/ 350656 w 2912392"/>
                <a:gd name="connsiteY36" fmla="*/ 725473 h 860100"/>
                <a:gd name="connsiteX37" fmla="*/ 360396 w 2912392"/>
                <a:gd name="connsiteY37" fmla="*/ 732431 h 860100"/>
                <a:gd name="connsiteX38" fmla="*/ 370137 w 2912392"/>
                <a:gd name="connsiteY38" fmla="*/ 739240 h 860100"/>
                <a:gd name="connsiteX39" fmla="*/ 379878 w 2912392"/>
                <a:gd name="connsiteY39" fmla="*/ 745915 h 860100"/>
                <a:gd name="connsiteX40" fmla="*/ 389617 w 2912392"/>
                <a:gd name="connsiteY40" fmla="*/ 752440 h 860100"/>
                <a:gd name="connsiteX41" fmla="*/ 399358 w 2912392"/>
                <a:gd name="connsiteY41" fmla="*/ 758832 h 860100"/>
                <a:gd name="connsiteX42" fmla="*/ 409099 w 2912392"/>
                <a:gd name="connsiteY42" fmla="*/ 765045 h 860100"/>
                <a:gd name="connsiteX43" fmla="*/ 418839 w 2912392"/>
                <a:gd name="connsiteY43" fmla="*/ 771109 h 860100"/>
                <a:gd name="connsiteX44" fmla="*/ 428580 w 2912392"/>
                <a:gd name="connsiteY44" fmla="*/ 777009 h 860100"/>
                <a:gd name="connsiteX45" fmla="*/ 438321 w 2912392"/>
                <a:gd name="connsiteY45" fmla="*/ 782745 h 860100"/>
                <a:gd name="connsiteX46" fmla="*/ 448060 w 2912392"/>
                <a:gd name="connsiteY46" fmla="*/ 788287 h 860100"/>
                <a:gd name="connsiteX47" fmla="*/ 457801 w 2912392"/>
                <a:gd name="connsiteY47" fmla="*/ 793666 h 860100"/>
                <a:gd name="connsiteX48" fmla="*/ 467542 w 2912392"/>
                <a:gd name="connsiteY48" fmla="*/ 798851 h 860100"/>
                <a:gd name="connsiteX49" fmla="*/ 477281 w 2912392"/>
                <a:gd name="connsiteY49" fmla="*/ 803842 h 860100"/>
                <a:gd name="connsiteX50" fmla="*/ 487022 w 2912392"/>
                <a:gd name="connsiteY50" fmla="*/ 808654 h 860100"/>
                <a:gd name="connsiteX51" fmla="*/ 496763 w 2912392"/>
                <a:gd name="connsiteY51" fmla="*/ 813258 h 860100"/>
                <a:gd name="connsiteX52" fmla="*/ 506503 w 2912392"/>
                <a:gd name="connsiteY52" fmla="*/ 817668 h 860100"/>
                <a:gd name="connsiteX53" fmla="*/ 516244 w 2912392"/>
                <a:gd name="connsiteY53" fmla="*/ 821870 h 860100"/>
                <a:gd name="connsiteX54" fmla="*/ 525985 w 2912392"/>
                <a:gd name="connsiteY54" fmla="*/ 825877 h 860100"/>
                <a:gd name="connsiteX55" fmla="*/ 535724 w 2912392"/>
                <a:gd name="connsiteY55" fmla="*/ 829662 h 860100"/>
                <a:gd name="connsiteX56" fmla="*/ 545465 w 2912392"/>
                <a:gd name="connsiteY56" fmla="*/ 833237 h 860100"/>
                <a:gd name="connsiteX57" fmla="*/ 555206 w 2912392"/>
                <a:gd name="connsiteY57" fmla="*/ 836605 h 860100"/>
                <a:gd name="connsiteX58" fmla="*/ 564946 w 2912392"/>
                <a:gd name="connsiteY58" fmla="*/ 839748 h 860100"/>
                <a:gd name="connsiteX59" fmla="*/ 574687 w 2912392"/>
                <a:gd name="connsiteY59" fmla="*/ 842669 h 860100"/>
                <a:gd name="connsiteX60" fmla="*/ 584428 w 2912392"/>
                <a:gd name="connsiteY60" fmla="*/ 845380 h 860100"/>
                <a:gd name="connsiteX61" fmla="*/ 594167 w 2912392"/>
                <a:gd name="connsiteY61" fmla="*/ 847853 h 860100"/>
                <a:gd name="connsiteX62" fmla="*/ 603908 w 2912392"/>
                <a:gd name="connsiteY62" fmla="*/ 850118 h 860100"/>
                <a:gd name="connsiteX63" fmla="*/ 613649 w 2912392"/>
                <a:gd name="connsiteY63" fmla="*/ 852144 h 860100"/>
                <a:gd name="connsiteX64" fmla="*/ 623388 w 2912392"/>
                <a:gd name="connsiteY64" fmla="*/ 853947 h 860100"/>
                <a:gd name="connsiteX65" fmla="*/ 633129 w 2912392"/>
                <a:gd name="connsiteY65" fmla="*/ 855526 h 860100"/>
                <a:gd name="connsiteX66" fmla="*/ 642870 w 2912392"/>
                <a:gd name="connsiteY66" fmla="*/ 856867 h 860100"/>
                <a:gd name="connsiteX67" fmla="*/ 652610 w 2912392"/>
                <a:gd name="connsiteY67" fmla="*/ 857970 h 860100"/>
                <a:gd name="connsiteX68" fmla="*/ 662351 w 2912392"/>
                <a:gd name="connsiteY68" fmla="*/ 858849 h 860100"/>
                <a:gd name="connsiteX69" fmla="*/ 672092 w 2912392"/>
                <a:gd name="connsiteY69" fmla="*/ 859504 h 860100"/>
                <a:gd name="connsiteX70" fmla="*/ 681831 w 2912392"/>
                <a:gd name="connsiteY70" fmla="*/ 859922 h 860100"/>
                <a:gd name="connsiteX71" fmla="*/ 691572 w 2912392"/>
                <a:gd name="connsiteY71" fmla="*/ 860100 h 860100"/>
                <a:gd name="connsiteX72" fmla="*/ 701313 w 2912392"/>
                <a:gd name="connsiteY72" fmla="*/ 860056 h 860100"/>
                <a:gd name="connsiteX73" fmla="*/ 711052 w 2912392"/>
                <a:gd name="connsiteY73" fmla="*/ 859773 h 860100"/>
                <a:gd name="connsiteX74" fmla="*/ 720793 w 2912392"/>
                <a:gd name="connsiteY74" fmla="*/ 859266 h 860100"/>
                <a:gd name="connsiteX75" fmla="*/ 730534 w 2912392"/>
                <a:gd name="connsiteY75" fmla="*/ 858521 h 860100"/>
                <a:gd name="connsiteX76" fmla="*/ 740274 w 2912392"/>
                <a:gd name="connsiteY76" fmla="*/ 857553 h 860100"/>
                <a:gd name="connsiteX77" fmla="*/ 750015 w 2912392"/>
                <a:gd name="connsiteY77" fmla="*/ 856346 h 860100"/>
                <a:gd name="connsiteX78" fmla="*/ 759756 w 2912392"/>
                <a:gd name="connsiteY78" fmla="*/ 854916 h 860100"/>
                <a:gd name="connsiteX79" fmla="*/ 769495 w 2912392"/>
                <a:gd name="connsiteY79" fmla="*/ 853262 h 860100"/>
                <a:gd name="connsiteX80" fmla="*/ 779236 w 2912392"/>
                <a:gd name="connsiteY80" fmla="*/ 851385 h 860100"/>
                <a:gd name="connsiteX81" fmla="*/ 788977 w 2912392"/>
                <a:gd name="connsiteY81" fmla="*/ 849284 h 860100"/>
                <a:gd name="connsiteX82" fmla="*/ 798717 w 2912392"/>
                <a:gd name="connsiteY82" fmla="*/ 846959 h 860100"/>
                <a:gd name="connsiteX83" fmla="*/ 808458 w 2912392"/>
                <a:gd name="connsiteY83" fmla="*/ 844412 h 860100"/>
                <a:gd name="connsiteX84" fmla="*/ 818199 w 2912392"/>
                <a:gd name="connsiteY84" fmla="*/ 841655 h 860100"/>
                <a:gd name="connsiteX85" fmla="*/ 827938 w 2912392"/>
                <a:gd name="connsiteY85" fmla="*/ 838676 h 860100"/>
                <a:gd name="connsiteX86" fmla="*/ 837679 w 2912392"/>
                <a:gd name="connsiteY86" fmla="*/ 835487 h 860100"/>
                <a:gd name="connsiteX87" fmla="*/ 847420 w 2912392"/>
                <a:gd name="connsiteY87" fmla="*/ 832105 h 860100"/>
                <a:gd name="connsiteX88" fmla="*/ 857159 w 2912392"/>
                <a:gd name="connsiteY88" fmla="*/ 828500 h 860100"/>
                <a:gd name="connsiteX89" fmla="*/ 866900 w 2912392"/>
                <a:gd name="connsiteY89" fmla="*/ 824700 h 860100"/>
                <a:gd name="connsiteX90" fmla="*/ 876641 w 2912392"/>
                <a:gd name="connsiteY90" fmla="*/ 820693 h 860100"/>
                <a:gd name="connsiteX91" fmla="*/ 886381 w 2912392"/>
                <a:gd name="connsiteY91" fmla="*/ 816506 h 860100"/>
                <a:gd name="connsiteX92" fmla="*/ 896122 w 2912392"/>
                <a:gd name="connsiteY92" fmla="*/ 812111 h 860100"/>
                <a:gd name="connsiteX93" fmla="*/ 905863 w 2912392"/>
                <a:gd name="connsiteY93" fmla="*/ 807537 h 860100"/>
                <a:gd name="connsiteX94" fmla="*/ 915602 w 2912392"/>
                <a:gd name="connsiteY94" fmla="*/ 802784 h 860100"/>
                <a:gd name="connsiteX95" fmla="*/ 925343 w 2912392"/>
                <a:gd name="connsiteY95" fmla="*/ 797837 h 860100"/>
                <a:gd name="connsiteX96" fmla="*/ 935084 w 2912392"/>
                <a:gd name="connsiteY96" fmla="*/ 792727 h 860100"/>
                <a:gd name="connsiteX97" fmla="*/ 944824 w 2912392"/>
                <a:gd name="connsiteY97" fmla="*/ 787438 h 860100"/>
                <a:gd name="connsiteX98" fmla="*/ 954564 w 2912392"/>
                <a:gd name="connsiteY98" fmla="*/ 782000 h 860100"/>
                <a:gd name="connsiteX99" fmla="*/ 964305 w 2912392"/>
                <a:gd name="connsiteY99" fmla="*/ 776383 h 860100"/>
                <a:gd name="connsiteX100" fmla="*/ 974045 w 2912392"/>
                <a:gd name="connsiteY100" fmla="*/ 770617 h 860100"/>
                <a:gd name="connsiteX101" fmla="*/ 983786 w 2912392"/>
                <a:gd name="connsiteY101" fmla="*/ 764717 h 860100"/>
                <a:gd name="connsiteX102" fmla="*/ 993522 w 2912392"/>
                <a:gd name="connsiteY102" fmla="*/ 758653 h 860100"/>
                <a:gd name="connsiteX103" fmla="*/ 1003266 w 2912392"/>
                <a:gd name="connsiteY103" fmla="*/ 752455 h 860100"/>
                <a:gd name="connsiteX104" fmla="*/ 1013010 w 2912392"/>
                <a:gd name="connsiteY104" fmla="*/ 746123 h 860100"/>
                <a:gd name="connsiteX105" fmla="*/ 1022754 w 2912392"/>
                <a:gd name="connsiteY105" fmla="*/ 739657 h 860100"/>
                <a:gd name="connsiteX106" fmla="*/ 1032483 w 2912392"/>
                <a:gd name="connsiteY106" fmla="*/ 733087 h 860100"/>
                <a:gd name="connsiteX107" fmla="*/ 1042227 w 2912392"/>
                <a:gd name="connsiteY107" fmla="*/ 726382 h 860100"/>
                <a:gd name="connsiteX108" fmla="*/ 1051971 w 2912392"/>
                <a:gd name="connsiteY108" fmla="*/ 719573 h 860100"/>
                <a:gd name="connsiteX109" fmla="*/ 1061715 w 2912392"/>
                <a:gd name="connsiteY109" fmla="*/ 712660 h 860100"/>
                <a:gd name="connsiteX110" fmla="*/ 1071444 w 2912392"/>
                <a:gd name="connsiteY110" fmla="*/ 705643 h 860100"/>
                <a:gd name="connsiteX111" fmla="*/ 1081188 w 2912392"/>
                <a:gd name="connsiteY111" fmla="*/ 698536 h 860100"/>
                <a:gd name="connsiteX112" fmla="*/ 1090932 w 2912392"/>
                <a:gd name="connsiteY112" fmla="*/ 691340 h 860100"/>
                <a:gd name="connsiteX113" fmla="*/ 1100676 w 2912392"/>
                <a:gd name="connsiteY113" fmla="*/ 684069 h 860100"/>
                <a:gd name="connsiteX114" fmla="*/ 1110405 w 2912392"/>
                <a:gd name="connsiteY114" fmla="*/ 676724 h 860100"/>
                <a:gd name="connsiteX115" fmla="*/ 1120149 w 2912392"/>
                <a:gd name="connsiteY115" fmla="*/ 669304 h 860100"/>
                <a:gd name="connsiteX116" fmla="*/ 1129893 w 2912392"/>
                <a:gd name="connsiteY116" fmla="*/ 661829 h 860100"/>
                <a:gd name="connsiteX117" fmla="*/ 1139637 w 2912392"/>
                <a:gd name="connsiteY117" fmla="*/ 654295 h 860100"/>
                <a:gd name="connsiteX118" fmla="*/ 1149381 w 2912392"/>
                <a:gd name="connsiteY118" fmla="*/ 646710 h 860100"/>
                <a:gd name="connsiteX119" fmla="*/ 1159110 w 2912392"/>
                <a:gd name="connsiteY119" fmla="*/ 639080 h 860100"/>
                <a:gd name="connsiteX120" fmla="*/ 1168854 w 2912392"/>
                <a:gd name="connsiteY120" fmla="*/ 631411 h 860100"/>
                <a:gd name="connsiteX121" fmla="*/ 1178598 w 2912392"/>
                <a:gd name="connsiteY121" fmla="*/ 623710 h 860100"/>
                <a:gd name="connsiteX122" fmla="*/ 1188341 w 2912392"/>
                <a:gd name="connsiteY122" fmla="*/ 615982 h 860100"/>
                <a:gd name="connsiteX123" fmla="*/ 1198070 w 2912392"/>
                <a:gd name="connsiteY123" fmla="*/ 608232 h 860100"/>
                <a:gd name="connsiteX124" fmla="*/ 1207814 w 2912392"/>
                <a:gd name="connsiteY124" fmla="*/ 600466 h 860100"/>
                <a:gd name="connsiteX125" fmla="*/ 1217558 w 2912392"/>
                <a:gd name="connsiteY125" fmla="*/ 592689 h 860100"/>
                <a:gd name="connsiteX126" fmla="*/ 1227302 w 2912392"/>
                <a:gd name="connsiteY126" fmla="*/ 584907 h 860100"/>
                <a:gd name="connsiteX127" fmla="*/ 1237031 w 2912392"/>
                <a:gd name="connsiteY127" fmla="*/ 577124 h 860100"/>
                <a:gd name="connsiteX128" fmla="*/ 1246775 w 2912392"/>
                <a:gd name="connsiteY128" fmla="*/ 569347 h 860100"/>
                <a:gd name="connsiteX129" fmla="*/ 1256519 w 2912392"/>
                <a:gd name="connsiteY129" fmla="*/ 561577 h 860100"/>
                <a:gd name="connsiteX130" fmla="*/ 1266263 w 2912392"/>
                <a:gd name="connsiteY130" fmla="*/ 553822 h 860100"/>
                <a:gd name="connsiteX131" fmla="*/ 1276007 w 2912392"/>
                <a:gd name="connsiteY131" fmla="*/ 546085 h 860100"/>
                <a:gd name="connsiteX132" fmla="*/ 1285736 w 2912392"/>
                <a:gd name="connsiteY132" fmla="*/ 538370 h 860100"/>
                <a:gd name="connsiteX133" fmla="*/ 1295480 w 2912392"/>
                <a:gd name="connsiteY133" fmla="*/ 530684 h 860100"/>
                <a:gd name="connsiteX134" fmla="*/ 1305224 w 2912392"/>
                <a:gd name="connsiteY134" fmla="*/ 523026 h 860100"/>
                <a:gd name="connsiteX135" fmla="*/ 1314968 w 2912392"/>
                <a:gd name="connsiteY135" fmla="*/ 515403 h 860100"/>
                <a:gd name="connsiteX136" fmla="*/ 1324697 w 2912392"/>
                <a:gd name="connsiteY136" fmla="*/ 507818 h 860100"/>
                <a:gd name="connsiteX137" fmla="*/ 1334441 w 2912392"/>
                <a:gd name="connsiteY137" fmla="*/ 500274 h 860100"/>
                <a:gd name="connsiteX138" fmla="*/ 1344185 w 2912392"/>
                <a:gd name="connsiteY138" fmla="*/ 492773 h 860100"/>
                <a:gd name="connsiteX139" fmla="*/ 1353929 w 2912392"/>
                <a:gd name="connsiteY139" fmla="*/ 485319 h 860100"/>
                <a:gd name="connsiteX140" fmla="*/ 1363658 w 2912392"/>
                <a:gd name="connsiteY140" fmla="*/ 477916 h 860100"/>
                <a:gd name="connsiteX141" fmla="*/ 1373402 w 2912392"/>
                <a:gd name="connsiteY141" fmla="*/ 470565 h 860100"/>
                <a:gd name="connsiteX142" fmla="*/ 1383146 w 2912392"/>
                <a:gd name="connsiteY142" fmla="*/ 463266 h 860100"/>
                <a:gd name="connsiteX143" fmla="*/ 1392890 w 2912392"/>
                <a:gd name="connsiteY143" fmla="*/ 456025 h 860100"/>
                <a:gd name="connsiteX144" fmla="*/ 1402619 w 2912392"/>
                <a:gd name="connsiteY144" fmla="*/ 448841 h 860100"/>
                <a:gd name="connsiteX145" fmla="*/ 1412363 w 2912392"/>
                <a:gd name="connsiteY145" fmla="*/ 441718 h 860100"/>
                <a:gd name="connsiteX146" fmla="*/ 1422106 w 2912392"/>
                <a:gd name="connsiteY146" fmla="*/ 434654 h 860100"/>
                <a:gd name="connsiteX147" fmla="*/ 1431850 w 2912392"/>
                <a:gd name="connsiteY147" fmla="*/ 427653 h 860100"/>
                <a:gd name="connsiteX148" fmla="*/ 1441594 w 2912392"/>
                <a:gd name="connsiteY148" fmla="*/ 420716 h 860100"/>
                <a:gd name="connsiteX149" fmla="*/ 1451323 w 2912392"/>
                <a:gd name="connsiteY149" fmla="*/ 413842 h 860100"/>
                <a:gd name="connsiteX150" fmla="*/ 1461067 w 2912392"/>
                <a:gd name="connsiteY150" fmla="*/ 407033 h 860100"/>
                <a:gd name="connsiteX151" fmla="*/ 1470811 w 2912392"/>
                <a:gd name="connsiteY151" fmla="*/ 400288 h 860100"/>
                <a:gd name="connsiteX152" fmla="*/ 1480555 w 2912392"/>
                <a:gd name="connsiteY152" fmla="*/ 393607 h 860100"/>
                <a:gd name="connsiteX153" fmla="*/ 1490284 w 2912392"/>
                <a:gd name="connsiteY153" fmla="*/ 386994 h 860100"/>
                <a:gd name="connsiteX154" fmla="*/ 1500028 w 2912392"/>
                <a:gd name="connsiteY154" fmla="*/ 380444 h 860100"/>
                <a:gd name="connsiteX155" fmla="*/ 1509772 w 2912392"/>
                <a:gd name="connsiteY155" fmla="*/ 373960 h 860100"/>
                <a:gd name="connsiteX156" fmla="*/ 1519516 w 2912392"/>
                <a:gd name="connsiteY156" fmla="*/ 367539 h 860100"/>
                <a:gd name="connsiteX157" fmla="*/ 1529245 w 2912392"/>
                <a:gd name="connsiteY157" fmla="*/ 361183 h 860100"/>
                <a:gd name="connsiteX158" fmla="*/ 1538989 w 2912392"/>
                <a:gd name="connsiteY158" fmla="*/ 354889 h 860100"/>
                <a:gd name="connsiteX159" fmla="*/ 1548733 w 2912392"/>
                <a:gd name="connsiteY159" fmla="*/ 348657 h 860100"/>
                <a:gd name="connsiteX160" fmla="*/ 1558477 w 2912392"/>
                <a:gd name="connsiteY160" fmla="*/ 342487 h 860100"/>
                <a:gd name="connsiteX161" fmla="*/ 1568221 w 2912392"/>
                <a:gd name="connsiteY161" fmla="*/ 336377 h 860100"/>
                <a:gd name="connsiteX162" fmla="*/ 1577950 w 2912392"/>
                <a:gd name="connsiteY162" fmla="*/ 330325 h 860100"/>
                <a:gd name="connsiteX163" fmla="*/ 1587694 w 2912392"/>
                <a:gd name="connsiteY163" fmla="*/ 324331 h 860100"/>
                <a:gd name="connsiteX164" fmla="*/ 1597438 w 2912392"/>
                <a:gd name="connsiteY164" fmla="*/ 318394 h 860100"/>
                <a:gd name="connsiteX165" fmla="*/ 1607182 w 2912392"/>
                <a:gd name="connsiteY165" fmla="*/ 312514 h 860100"/>
                <a:gd name="connsiteX166" fmla="*/ 1616911 w 2912392"/>
                <a:gd name="connsiteY166" fmla="*/ 306684 h 860100"/>
                <a:gd name="connsiteX167" fmla="*/ 1626655 w 2912392"/>
                <a:gd name="connsiteY167" fmla="*/ 300907 h 860100"/>
                <a:gd name="connsiteX168" fmla="*/ 1636399 w 2912392"/>
                <a:gd name="connsiteY168" fmla="*/ 295182 h 860100"/>
                <a:gd name="connsiteX169" fmla="*/ 1646142 w 2912392"/>
                <a:gd name="connsiteY169" fmla="*/ 289505 h 860100"/>
                <a:gd name="connsiteX170" fmla="*/ 1655872 w 2912392"/>
                <a:gd name="connsiteY170" fmla="*/ 283875 h 860100"/>
                <a:gd name="connsiteX171" fmla="*/ 1665616 w 2912392"/>
                <a:gd name="connsiteY171" fmla="*/ 278291 h 860100"/>
                <a:gd name="connsiteX172" fmla="*/ 1675359 w 2912392"/>
                <a:gd name="connsiteY172" fmla="*/ 272750 h 860100"/>
                <a:gd name="connsiteX173" fmla="*/ 1685103 w 2912392"/>
                <a:gd name="connsiteY173" fmla="*/ 267252 h 860100"/>
                <a:gd name="connsiteX174" fmla="*/ 1694832 w 2912392"/>
                <a:gd name="connsiteY174" fmla="*/ 261796 h 860100"/>
                <a:gd name="connsiteX175" fmla="*/ 1704576 w 2912392"/>
                <a:gd name="connsiteY175" fmla="*/ 256379 h 860100"/>
                <a:gd name="connsiteX176" fmla="*/ 1714320 w 2912392"/>
                <a:gd name="connsiteY176" fmla="*/ 250999 h 860100"/>
                <a:gd name="connsiteX177" fmla="*/ 1724064 w 2912392"/>
                <a:gd name="connsiteY177" fmla="*/ 245656 h 860100"/>
                <a:gd name="connsiteX178" fmla="*/ 1733808 w 2912392"/>
                <a:gd name="connsiteY178" fmla="*/ 240347 h 860100"/>
                <a:gd name="connsiteX179" fmla="*/ 1743537 w 2912392"/>
                <a:gd name="connsiteY179" fmla="*/ 235073 h 860100"/>
                <a:gd name="connsiteX180" fmla="*/ 1753281 w 2912392"/>
                <a:gd name="connsiteY180" fmla="*/ 229832 h 860100"/>
                <a:gd name="connsiteX181" fmla="*/ 1763025 w 2912392"/>
                <a:gd name="connsiteY181" fmla="*/ 224622 h 860100"/>
                <a:gd name="connsiteX182" fmla="*/ 1772769 w 2912392"/>
                <a:gd name="connsiteY182" fmla="*/ 219441 h 860100"/>
                <a:gd name="connsiteX183" fmla="*/ 1782498 w 2912392"/>
                <a:gd name="connsiteY183" fmla="*/ 214291 h 860100"/>
                <a:gd name="connsiteX184" fmla="*/ 1792242 w 2912392"/>
                <a:gd name="connsiteY184" fmla="*/ 209168 h 860100"/>
                <a:gd name="connsiteX185" fmla="*/ 1801986 w 2912392"/>
                <a:gd name="connsiteY185" fmla="*/ 204074 h 860100"/>
                <a:gd name="connsiteX186" fmla="*/ 1811730 w 2912392"/>
                <a:gd name="connsiteY186" fmla="*/ 199007 h 860100"/>
                <a:gd name="connsiteX187" fmla="*/ 1821459 w 2912392"/>
                <a:gd name="connsiteY187" fmla="*/ 193967 h 860100"/>
                <a:gd name="connsiteX188" fmla="*/ 1831203 w 2912392"/>
                <a:gd name="connsiteY188" fmla="*/ 188953 h 860100"/>
                <a:gd name="connsiteX189" fmla="*/ 1840947 w 2912392"/>
                <a:gd name="connsiteY189" fmla="*/ 183965 h 860100"/>
                <a:gd name="connsiteX190" fmla="*/ 1850691 w 2912392"/>
                <a:gd name="connsiteY190" fmla="*/ 179002 h 860100"/>
                <a:gd name="connsiteX191" fmla="*/ 1860435 w 2912392"/>
                <a:gd name="connsiteY191" fmla="*/ 174068 h 860100"/>
                <a:gd name="connsiteX192" fmla="*/ 1870164 w 2912392"/>
                <a:gd name="connsiteY192" fmla="*/ 169159 h 860100"/>
                <a:gd name="connsiteX193" fmla="*/ 1879908 w 2912392"/>
                <a:gd name="connsiteY193" fmla="*/ 164276 h 860100"/>
                <a:gd name="connsiteX194" fmla="*/ 1889652 w 2912392"/>
                <a:gd name="connsiteY194" fmla="*/ 159421 h 860100"/>
                <a:gd name="connsiteX195" fmla="*/ 1899395 w 2912392"/>
                <a:gd name="connsiteY195" fmla="*/ 154593 h 860100"/>
                <a:gd name="connsiteX196" fmla="*/ 1909124 w 2912392"/>
                <a:gd name="connsiteY196" fmla="*/ 149796 h 860100"/>
                <a:gd name="connsiteX197" fmla="*/ 1918868 w 2912392"/>
                <a:gd name="connsiteY197" fmla="*/ 145028 h 860100"/>
                <a:gd name="connsiteX198" fmla="*/ 1928612 w 2912392"/>
                <a:gd name="connsiteY198" fmla="*/ 140290 h 860100"/>
                <a:gd name="connsiteX199" fmla="*/ 1938356 w 2912392"/>
                <a:gd name="connsiteY199" fmla="*/ 135585 h 860100"/>
                <a:gd name="connsiteX200" fmla="*/ 1948085 w 2912392"/>
                <a:gd name="connsiteY200" fmla="*/ 130916 h 860100"/>
                <a:gd name="connsiteX201" fmla="*/ 1957829 w 2912392"/>
                <a:gd name="connsiteY201" fmla="*/ 126281 h 860100"/>
                <a:gd name="connsiteX202" fmla="*/ 1967573 w 2912392"/>
                <a:gd name="connsiteY202" fmla="*/ 121683 h 860100"/>
                <a:gd name="connsiteX203" fmla="*/ 1977317 w 2912392"/>
                <a:gd name="connsiteY203" fmla="*/ 117124 h 860100"/>
                <a:gd name="connsiteX204" fmla="*/ 1987046 w 2912392"/>
                <a:gd name="connsiteY204" fmla="*/ 112608 h 860100"/>
                <a:gd name="connsiteX205" fmla="*/ 1996790 w 2912392"/>
                <a:gd name="connsiteY205" fmla="*/ 108134 h 860100"/>
                <a:gd name="connsiteX206" fmla="*/ 2006534 w 2912392"/>
                <a:gd name="connsiteY206" fmla="*/ 103707 h 860100"/>
                <a:gd name="connsiteX207" fmla="*/ 2016278 w 2912392"/>
                <a:gd name="connsiteY207" fmla="*/ 99329 h 860100"/>
                <a:gd name="connsiteX208" fmla="*/ 2026022 w 2912392"/>
                <a:gd name="connsiteY208" fmla="*/ 95002 h 860100"/>
                <a:gd name="connsiteX209" fmla="*/ 2035751 w 2912392"/>
                <a:gd name="connsiteY209" fmla="*/ 90729 h 860100"/>
                <a:gd name="connsiteX210" fmla="*/ 2045495 w 2912392"/>
                <a:gd name="connsiteY210" fmla="*/ 86512 h 860100"/>
                <a:gd name="connsiteX211" fmla="*/ 2055239 w 2912392"/>
                <a:gd name="connsiteY211" fmla="*/ 82356 h 860100"/>
                <a:gd name="connsiteX212" fmla="*/ 2064983 w 2912392"/>
                <a:gd name="connsiteY212" fmla="*/ 78263 h 860100"/>
                <a:gd name="connsiteX213" fmla="*/ 2074712 w 2912392"/>
                <a:gd name="connsiteY213" fmla="*/ 74236 h 860100"/>
                <a:gd name="connsiteX214" fmla="*/ 2084456 w 2912392"/>
                <a:gd name="connsiteY214" fmla="*/ 70279 h 860100"/>
                <a:gd name="connsiteX215" fmla="*/ 2094200 w 2912392"/>
                <a:gd name="connsiteY215" fmla="*/ 66393 h 860100"/>
                <a:gd name="connsiteX216" fmla="*/ 2103944 w 2912392"/>
                <a:gd name="connsiteY216" fmla="*/ 62585 h 860100"/>
                <a:gd name="connsiteX217" fmla="*/ 2113673 w 2912392"/>
                <a:gd name="connsiteY217" fmla="*/ 58855 h 860100"/>
                <a:gd name="connsiteX218" fmla="*/ 2123417 w 2912392"/>
                <a:gd name="connsiteY218" fmla="*/ 55208 h 860100"/>
                <a:gd name="connsiteX219" fmla="*/ 2133161 w 2912392"/>
                <a:gd name="connsiteY219" fmla="*/ 51649 h 860100"/>
                <a:gd name="connsiteX220" fmla="*/ 2142905 w 2912392"/>
                <a:gd name="connsiteY220" fmla="*/ 48180 h 860100"/>
                <a:gd name="connsiteX221" fmla="*/ 2152649 w 2912392"/>
                <a:gd name="connsiteY221" fmla="*/ 44804 h 860100"/>
                <a:gd name="connsiteX222" fmla="*/ 2162377 w 2912392"/>
                <a:gd name="connsiteY222" fmla="*/ 41525 h 860100"/>
                <a:gd name="connsiteX223" fmla="*/ 2172121 w 2912392"/>
                <a:gd name="connsiteY223" fmla="*/ 38347 h 860100"/>
                <a:gd name="connsiteX224" fmla="*/ 2181865 w 2912392"/>
                <a:gd name="connsiteY224" fmla="*/ 35275 h 860100"/>
                <a:gd name="connsiteX225" fmla="*/ 2191609 w 2912392"/>
                <a:gd name="connsiteY225" fmla="*/ 32308 h 860100"/>
                <a:gd name="connsiteX226" fmla="*/ 2201338 w 2912392"/>
                <a:gd name="connsiteY226" fmla="*/ 29454 h 860100"/>
                <a:gd name="connsiteX227" fmla="*/ 2211082 w 2912392"/>
                <a:gd name="connsiteY227" fmla="*/ 26714 h 860100"/>
                <a:gd name="connsiteX228" fmla="*/ 2220826 w 2912392"/>
                <a:gd name="connsiteY228" fmla="*/ 24092 h 860100"/>
                <a:gd name="connsiteX229" fmla="*/ 2230570 w 2912392"/>
                <a:gd name="connsiteY229" fmla="*/ 21590 h 860100"/>
                <a:gd name="connsiteX230" fmla="*/ 2240299 w 2912392"/>
                <a:gd name="connsiteY230" fmla="*/ 19212 h 860100"/>
                <a:gd name="connsiteX231" fmla="*/ 2250043 w 2912392"/>
                <a:gd name="connsiteY231" fmla="*/ 16961 h 860100"/>
                <a:gd name="connsiteX232" fmla="*/ 2259787 w 2912392"/>
                <a:gd name="connsiteY232" fmla="*/ 14841 h 860100"/>
                <a:gd name="connsiteX233" fmla="*/ 2269531 w 2912392"/>
                <a:gd name="connsiteY233" fmla="*/ 12853 h 860100"/>
                <a:gd name="connsiteX234" fmla="*/ 2279260 w 2912392"/>
                <a:gd name="connsiteY234" fmla="*/ 11000 h 860100"/>
                <a:gd name="connsiteX235" fmla="*/ 2289004 w 2912392"/>
                <a:gd name="connsiteY235" fmla="*/ 9285 h 860100"/>
                <a:gd name="connsiteX236" fmla="*/ 2298748 w 2912392"/>
                <a:gd name="connsiteY236" fmla="*/ 7709 h 860100"/>
                <a:gd name="connsiteX237" fmla="*/ 2308492 w 2912392"/>
                <a:gd name="connsiteY237" fmla="*/ 6276 h 860100"/>
                <a:gd name="connsiteX238" fmla="*/ 2318236 w 2912392"/>
                <a:gd name="connsiteY238" fmla="*/ 4987 h 860100"/>
                <a:gd name="connsiteX239" fmla="*/ 2327965 w 2912392"/>
                <a:gd name="connsiteY239" fmla="*/ 3843 h 860100"/>
                <a:gd name="connsiteX240" fmla="*/ 2337709 w 2912392"/>
                <a:gd name="connsiteY240" fmla="*/ 2844 h 860100"/>
                <a:gd name="connsiteX241" fmla="*/ 2347453 w 2912392"/>
                <a:gd name="connsiteY241" fmla="*/ 1995 h 860100"/>
                <a:gd name="connsiteX242" fmla="*/ 2357197 w 2912392"/>
                <a:gd name="connsiteY242" fmla="*/ 1295 h 860100"/>
                <a:gd name="connsiteX243" fmla="*/ 2366926 w 2912392"/>
                <a:gd name="connsiteY243" fmla="*/ 745 h 860100"/>
                <a:gd name="connsiteX244" fmla="*/ 2376670 w 2912392"/>
                <a:gd name="connsiteY244" fmla="*/ 346 h 860100"/>
                <a:gd name="connsiteX245" fmla="*/ 2386413 w 2912392"/>
                <a:gd name="connsiteY245" fmla="*/ 97 h 860100"/>
                <a:gd name="connsiteX246" fmla="*/ 2396157 w 2912392"/>
                <a:gd name="connsiteY246" fmla="*/ 0 h 860100"/>
                <a:gd name="connsiteX247" fmla="*/ 2405886 w 2912392"/>
                <a:gd name="connsiteY247" fmla="*/ 54 h 860100"/>
                <a:gd name="connsiteX248" fmla="*/ 2415630 w 2912392"/>
                <a:gd name="connsiteY248" fmla="*/ 258 h 860100"/>
                <a:gd name="connsiteX249" fmla="*/ 2425374 w 2912392"/>
                <a:gd name="connsiteY249" fmla="*/ 611 h 860100"/>
                <a:gd name="connsiteX250" fmla="*/ 2435118 w 2912392"/>
                <a:gd name="connsiteY250" fmla="*/ 1114 h 860100"/>
                <a:gd name="connsiteX251" fmla="*/ 2444862 w 2912392"/>
                <a:gd name="connsiteY251" fmla="*/ 1764 h 860100"/>
                <a:gd name="connsiteX252" fmla="*/ 2454591 w 2912392"/>
                <a:gd name="connsiteY252" fmla="*/ 2560 h 860100"/>
                <a:gd name="connsiteX253" fmla="*/ 2464335 w 2912392"/>
                <a:gd name="connsiteY253" fmla="*/ 3500 h 860100"/>
                <a:gd name="connsiteX254" fmla="*/ 2474079 w 2912392"/>
                <a:gd name="connsiteY254" fmla="*/ 4581 h 860100"/>
                <a:gd name="connsiteX255" fmla="*/ 2483823 w 2912392"/>
                <a:gd name="connsiteY255" fmla="*/ 5805 h 860100"/>
                <a:gd name="connsiteX256" fmla="*/ 2493552 w 2912392"/>
                <a:gd name="connsiteY256" fmla="*/ 7163 h 860100"/>
                <a:gd name="connsiteX257" fmla="*/ 2503296 w 2912392"/>
                <a:gd name="connsiteY257" fmla="*/ 8658 h 860100"/>
                <a:gd name="connsiteX258" fmla="*/ 2513040 w 2912392"/>
                <a:gd name="connsiteY258" fmla="*/ 10283 h 860100"/>
                <a:gd name="connsiteX259" fmla="*/ 2522784 w 2912392"/>
                <a:gd name="connsiteY259" fmla="*/ 12035 h 860100"/>
                <a:gd name="connsiteX260" fmla="*/ 2532513 w 2912392"/>
                <a:gd name="connsiteY260" fmla="*/ 13913 h 860100"/>
                <a:gd name="connsiteX261" fmla="*/ 2542257 w 2912392"/>
                <a:gd name="connsiteY261" fmla="*/ 15911 h 860100"/>
                <a:gd name="connsiteX262" fmla="*/ 2552001 w 2912392"/>
                <a:gd name="connsiteY262" fmla="*/ 18025 h 860100"/>
                <a:gd name="connsiteX263" fmla="*/ 2561745 w 2912392"/>
                <a:gd name="connsiteY263" fmla="*/ 20251 h 860100"/>
                <a:gd name="connsiteX264" fmla="*/ 2571474 w 2912392"/>
                <a:gd name="connsiteY264" fmla="*/ 22584 h 860100"/>
                <a:gd name="connsiteX265" fmla="*/ 2581218 w 2912392"/>
                <a:gd name="connsiteY265" fmla="*/ 25018 h 860100"/>
                <a:gd name="connsiteX266" fmla="*/ 2590962 w 2912392"/>
                <a:gd name="connsiteY266" fmla="*/ 27551 h 860100"/>
                <a:gd name="connsiteX267" fmla="*/ 2600705 w 2912392"/>
                <a:gd name="connsiteY267" fmla="*/ 30176 h 860100"/>
                <a:gd name="connsiteX268" fmla="*/ 2610449 w 2912392"/>
                <a:gd name="connsiteY268" fmla="*/ 32887 h 860100"/>
                <a:gd name="connsiteX269" fmla="*/ 2620178 w 2912392"/>
                <a:gd name="connsiteY269" fmla="*/ 35679 h 860100"/>
                <a:gd name="connsiteX270" fmla="*/ 2629922 w 2912392"/>
                <a:gd name="connsiteY270" fmla="*/ 38545 h 860100"/>
                <a:gd name="connsiteX271" fmla="*/ 2639666 w 2912392"/>
                <a:gd name="connsiteY271" fmla="*/ 41482 h 860100"/>
                <a:gd name="connsiteX272" fmla="*/ 2649410 w 2912392"/>
                <a:gd name="connsiteY272" fmla="*/ 44479 h 860100"/>
                <a:gd name="connsiteX273" fmla="*/ 2659139 w 2912392"/>
                <a:gd name="connsiteY273" fmla="*/ 47535 h 860100"/>
                <a:gd name="connsiteX274" fmla="*/ 2668883 w 2912392"/>
                <a:gd name="connsiteY274" fmla="*/ 50640 h 860100"/>
                <a:gd name="connsiteX275" fmla="*/ 2678627 w 2912392"/>
                <a:gd name="connsiteY275" fmla="*/ 53788 h 860100"/>
                <a:gd name="connsiteX276" fmla="*/ 2688371 w 2912392"/>
                <a:gd name="connsiteY276" fmla="*/ 56972 h 860100"/>
                <a:gd name="connsiteX277" fmla="*/ 2698100 w 2912392"/>
                <a:gd name="connsiteY277" fmla="*/ 60187 h 860100"/>
                <a:gd name="connsiteX278" fmla="*/ 2707844 w 2912392"/>
                <a:gd name="connsiteY278" fmla="*/ 63425 h 860100"/>
                <a:gd name="connsiteX279" fmla="*/ 2717588 w 2912392"/>
                <a:gd name="connsiteY279" fmla="*/ 66679 h 860100"/>
                <a:gd name="connsiteX280" fmla="*/ 2727332 w 2912392"/>
                <a:gd name="connsiteY280" fmla="*/ 69940 h 860100"/>
                <a:gd name="connsiteX281" fmla="*/ 2737076 w 2912392"/>
                <a:gd name="connsiteY281" fmla="*/ 73206 h 860100"/>
                <a:gd name="connsiteX282" fmla="*/ 2746805 w 2912392"/>
                <a:gd name="connsiteY282" fmla="*/ 76465 h 860100"/>
                <a:gd name="connsiteX283" fmla="*/ 2756549 w 2912392"/>
                <a:gd name="connsiteY283" fmla="*/ 79713 h 860100"/>
                <a:gd name="connsiteX284" fmla="*/ 2766293 w 2912392"/>
                <a:gd name="connsiteY284" fmla="*/ 82941 h 860100"/>
                <a:gd name="connsiteX285" fmla="*/ 2776037 w 2912392"/>
                <a:gd name="connsiteY285" fmla="*/ 86143 h 860100"/>
                <a:gd name="connsiteX286" fmla="*/ 2785766 w 2912392"/>
                <a:gd name="connsiteY286" fmla="*/ 89312 h 860100"/>
                <a:gd name="connsiteX287" fmla="*/ 2795510 w 2912392"/>
                <a:gd name="connsiteY287" fmla="*/ 92439 h 860100"/>
                <a:gd name="connsiteX288" fmla="*/ 2805254 w 2912392"/>
                <a:gd name="connsiteY288" fmla="*/ 95522 h 860100"/>
                <a:gd name="connsiteX289" fmla="*/ 2814998 w 2912392"/>
                <a:gd name="connsiteY289" fmla="*/ 98549 h 860100"/>
                <a:gd name="connsiteX290" fmla="*/ 2824727 w 2912392"/>
                <a:gd name="connsiteY290" fmla="*/ 101516 h 860100"/>
                <a:gd name="connsiteX291" fmla="*/ 2834471 w 2912392"/>
                <a:gd name="connsiteY291" fmla="*/ 104415 h 860100"/>
                <a:gd name="connsiteX292" fmla="*/ 2844215 w 2912392"/>
                <a:gd name="connsiteY292" fmla="*/ 107241 h 860100"/>
                <a:gd name="connsiteX293" fmla="*/ 2853958 w 2912392"/>
                <a:gd name="connsiteY293" fmla="*/ 109987 h 860100"/>
                <a:gd name="connsiteX294" fmla="*/ 2863687 w 2912392"/>
                <a:gd name="connsiteY294" fmla="*/ 112647 h 860100"/>
                <a:gd name="connsiteX295" fmla="*/ 2873431 w 2912392"/>
                <a:gd name="connsiteY295" fmla="*/ 115215 h 860100"/>
                <a:gd name="connsiteX296" fmla="*/ 2883175 w 2912392"/>
                <a:gd name="connsiteY296" fmla="*/ 117686 h 860100"/>
                <a:gd name="connsiteX297" fmla="*/ 2892919 w 2912392"/>
                <a:gd name="connsiteY297" fmla="*/ 120052 h 860100"/>
                <a:gd name="connsiteX298" fmla="*/ 2902663 w 2912392"/>
                <a:gd name="connsiteY298" fmla="*/ 122309 h 860100"/>
                <a:gd name="connsiteX299" fmla="*/ 2912392 w 2912392"/>
                <a:gd name="connsiteY299" fmla="*/ 124453 h 860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860100">
                  <a:moveTo>
                    <a:pt x="0" y="448880"/>
                  </a:moveTo>
                  <a:lnTo>
                    <a:pt x="9739" y="455626"/>
                  </a:lnTo>
                  <a:lnTo>
                    <a:pt x="19480" y="462509"/>
                  </a:lnTo>
                  <a:lnTo>
                    <a:pt x="29221" y="469522"/>
                  </a:lnTo>
                  <a:lnTo>
                    <a:pt x="38961" y="476660"/>
                  </a:lnTo>
                  <a:lnTo>
                    <a:pt x="48702" y="483916"/>
                  </a:lnTo>
                  <a:lnTo>
                    <a:pt x="58443" y="491284"/>
                  </a:lnTo>
                  <a:lnTo>
                    <a:pt x="68182" y="498755"/>
                  </a:lnTo>
                  <a:lnTo>
                    <a:pt x="77923" y="506323"/>
                  </a:lnTo>
                  <a:lnTo>
                    <a:pt x="87664" y="513981"/>
                  </a:lnTo>
                  <a:lnTo>
                    <a:pt x="97404" y="521721"/>
                  </a:lnTo>
                  <a:lnTo>
                    <a:pt x="107145" y="529535"/>
                  </a:lnTo>
                  <a:lnTo>
                    <a:pt x="116886" y="537415"/>
                  </a:lnTo>
                  <a:lnTo>
                    <a:pt x="126625" y="545355"/>
                  </a:lnTo>
                  <a:lnTo>
                    <a:pt x="136366" y="553344"/>
                  </a:lnTo>
                  <a:lnTo>
                    <a:pt x="146107" y="561376"/>
                  </a:lnTo>
                  <a:lnTo>
                    <a:pt x="155846" y="569442"/>
                  </a:lnTo>
                  <a:lnTo>
                    <a:pt x="165587" y="577535"/>
                  </a:lnTo>
                  <a:lnTo>
                    <a:pt x="175328" y="585645"/>
                  </a:lnTo>
                  <a:lnTo>
                    <a:pt x="185068" y="593763"/>
                  </a:lnTo>
                  <a:lnTo>
                    <a:pt x="194809" y="601885"/>
                  </a:lnTo>
                  <a:lnTo>
                    <a:pt x="204550" y="609999"/>
                  </a:lnTo>
                  <a:lnTo>
                    <a:pt x="214289" y="618098"/>
                  </a:lnTo>
                  <a:lnTo>
                    <a:pt x="224030" y="626173"/>
                  </a:lnTo>
                  <a:lnTo>
                    <a:pt x="233771" y="634217"/>
                  </a:lnTo>
                  <a:lnTo>
                    <a:pt x="243510" y="642221"/>
                  </a:lnTo>
                  <a:lnTo>
                    <a:pt x="253251" y="650178"/>
                  </a:lnTo>
                  <a:lnTo>
                    <a:pt x="262992" y="658081"/>
                  </a:lnTo>
                  <a:lnTo>
                    <a:pt x="272732" y="665922"/>
                  </a:lnTo>
                  <a:lnTo>
                    <a:pt x="282473" y="673684"/>
                  </a:lnTo>
                  <a:lnTo>
                    <a:pt x="292214" y="681372"/>
                  </a:lnTo>
                  <a:lnTo>
                    <a:pt x="301953" y="688986"/>
                  </a:lnTo>
                  <a:lnTo>
                    <a:pt x="311694" y="696495"/>
                  </a:lnTo>
                  <a:lnTo>
                    <a:pt x="321435" y="703914"/>
                  </a:lnTo>
                  <a:lnTo>
                    <a:pt x="331175" y="711215"/>
                  </a:lnTo>
                  <a:lnTo>
                    <a:pt x="340916" y="718411"/>
                  </a:lnTo>
                  <a:lnTo>
                    <a:pt x="350656" y="725473"/>
                  </a:lnTo>
                  <a:lnTo>
                    <a:pt x="360396" y="732431"/>
                  </a:lnTo>
                  <a:lnTo>
                    <a:pt x="370137" y="739240"/>
                  </a:lnTo>
                  <a:lnTo>
                    <a:pt x="379878" y="745915"/>
                  </a:lnTo>
                  <a:lnTo>
                    <a:pt x="389617" y="752440"/>
                  </a:lnTo>
                  <a:lnTo>
                    <a:pt x="399358" y="758832"/>
                  </a:lnTo>
                  <a:lnTo>
                    <a:pt x="409099" y="765045"/>
                  </a:lnTo>
                  <a:lnTo>
                    <a:pt x="418839" y="771109"/>
                  </a:lnTo>
                  <a:lnTo>
                    <a:pt x="428580" y="777009"/>
                  </a:lnTo>
                  <a:lnTo>
                    <a:pt x="438321" y="782745"/>
                  </a:lnTo>
                  <a:lnTo>
                    <a:pt x="448060" y="788287"/>
                  </a:lnTo>
                  <a:lnTo>
                    <a:pt x="457801" y="793666"/>
                  </a:lnTo>
                  <a:lnTo>
                    <a:pt x="467542" y="798851"/>
                  </a:lnTo>
                  <a:lnTo>
                    <a:pt x="477281" y="803842"/>
                  </a:lnTo>
                  <a:lnTo>
                    <a:pt x="487022" y="808654"/>
                  </a:lnTo>
                  <a:lnTo>
                    <a:pt x="496763" y="813258"/>
                  </a:lnTo>
                  <a:lnTo>
                    <a:pt x="506503" y="817668"/>
                  </a:lnTo>
                  <a:lnTo>
                    <a:pt x="516244" y="821870"/>
                  </a:lnTo>
                  <a:lnTo>
                    <a:pt x="525985" y="825877"/>
                  </a:lnTo>
                  <a:lnTo>
                    <a:pt x="535724" y="829662"/>
                  </a:lnTo>
                  <a:lnTo>
                    <a:pt x="545465" y="833237"/>
                  </a:lnTo>
                  <a:lnTo>
                    <a:pt x="555206" y="836605"/>
                  </a:lnTo>
                  <a:lnTo>
                    <a:pt x="564946" y="839748"/>
                  </a:lnTo>
                  <a:lnTo>
                    <a:pt x="574687" y="842669"/>
                  </a:lnTo>
                  <a:lnTo>
                    <a:pt x="584428" y="845380"/>
                  </a:lnTo>
                  <a:lnTo>
                    <a:pt x="594167" y="847853"/>
                  </a:lnTo>
                  <a:lnTo>
                    <a:pt x="603908" y="850118"/>
                  </a:lnTo>
                  <a:lnTo>
                    <a:pt x="613649" y="852144"/>
                  </a:lnTo>
                  <a:lnTo>
                    <a:pt x="623388" y="853947"/>
                  </a:lnTo>
                  <a:lnTo>
                    <a:pt x="633129" y="855526"/>
                  </a:lnTo>
                  <a:lnTo>
                    <a:pt x="642870" y="856867"/>
                  </a:lnTo>
                  <a:lnTo>
                    <a:pt x="652610" y="857970"/>
                  </a:lnTo>
                  <a:lnTo>
                    <a:pt x="662351" y="858849"/>
                  </a:lnTo>
                  <a:lnTo>
                    <a:pt x="672092" y="859504"/>
                  </a:lnTo>
                  <a:lnTo>
                    <a:pt x="681831" y="859922"/>
                  </a:lnTo>
                  <a:lnTo>
                    <a:pt x="691572" y="860100"/>
                  </a:lnTo>
                  <a:lnTo>
                    <a:pt x="701313" y="860056"/>
                  </a:lnTo>
                  <a:lnTo>
                    <a:pt x="711052" y="859773"/>
                  </a:lnTo>
                  <a:lnTo>
                    <a:pt x="720793" y="859266"/>
                  </a:lnTo>
                  <a:lnTo>
                    <a:pt x="730534" y="858521"/>
                  </a:lnTo>
                  <a:lnTo>
                    <a:pt x="740274" y="857553"/>
                  </a:lnTo>
                  <a:lnTo>
                    <a:pt x="750015" y="856346"/>
                  </a:lnTo>
                  <a:lnTo>
                    <a:pt x="759756" y="854916"/>
                  </a:lnTo>
                  <a:lnTo>
                    <a:pt x="769495" y="853262"/>
                  </a:lnTo>
                  <a:lnTo>
                    <a:pt x="779236" y="851385"/>
                  </a:lnTo>
                  <a:lnTo>
                    <a:pt x="788977" y="849284"/>
                  </a:lnTo>
                  <a:lnTo>
                    <a:pt x="798717" y="846959"/>
                  </a:lnTo>
                  <a:lnTo>
                    <a:pt x="808458" y="844412"/>
                  </a:lnTo>
                  <a:lnTo>
                    <a:pt x="818199" y="841655"/>
                  </a:lnTo>
                  <a:lnTo>
                    <a:pt x="827938" y="838676"/>
                  </a:lnTo>
                  <a:lnTo>
                    <a:pt x="837679" y="835487"/>
                  </a:lnTo>
                  <a:lnTo>
                    <a:pt x="847420" y="832105"/>
                  </a:lnTo>
                  <a:lnTo>
                    <a:pt x="857159" y="828500"/>
                  </a:lnTo>
                  <a:lnTo>
                    <a:pt x="866900" y="824700"/>
                  </a:lnTo>
                  <a:lnTo>
                    <a:pt x="876641" y="820693"/>
                  </a:lnTo>
                  <a:lnTo>
                    <a:pt x="886381" y="816506"/>
                  </a:lnTo>
                  <a:lnTo>
                    <a:pt x="896122" y="812111"/>
                  </a:lnTo>
                  <a:lnTo>
                    <a:pt x="905863" y="807537"/>
                  </a:lnTo>
                  <a:lnTo>
                    <a:pt x="915602" y="802784"/>
                  </a:lnTo>
                  <a:lnTo>
                    <a:pt x="925343" y="797837"/>
                  </a:lnTo>
                  <a:lnTo>
                    <a:pt x="935084" y="792727"/>
                  </a:lnTo>
                  <a:lnTo>
                    <a:pt x="944824" y="787438"/>
                  </a:lnTo>
                  <a:lnTo>
                    <a:pt x="954564" y="782000"/>
                  </a:lnTo>
                  <a:lnTo>
                    <a:pt x="964305" y="776383"/>
                  </a:lnTo>
                  <a:lnTo>
                    <a:pt x="974045" y="770617"/>
                  </a:lnTo>
                  <a:lnTo>
                    <a:pt x="983786" y="764717"/>
                  </a:lnTo>
                  <a:lnTo>
                    <a:pt x="993522" y="758653"/>
                  </a:lnTo>
                  <a:lnTo>
                    <a:pt x="1003266" y="752455"/>
                  </a:lnTo>
                  <a:lnTo>
                    <a:pt x="1013010" y="746123"/>
                  </a:lnTo>
                  <a:lnTo>
                    <a:pt x="1022754" y="739657"/>
                  </a:lnTo>
                  <a:lnTo>
                    <a:pt x="1032483" y="733087"/>
                  </a:lnTo>
                  <a:lnTo>
                    <a:pt x="1042227" y="726382"/>
                  </a:lnTo>
                  <a:lnTo>
                    <a:pt x="1051971" y="719573"/>
                  </a:lnTo>
                  <a:lnTo>
                    <a:pt x="1061715" y="712660"/>
                  </a:lnTo>
                  <a:lnTo>
                    <a:pt x="1071444" y="705643"/>
                  </a:lnTo>
                  <a:lnTo>
                    <a:pt x="1081188" y="698536"/>
                  </a:lnTo>
                  <a:lnTo>
                    <a:pt x="1090932" y="691340"/>
                  </a:lnTo>
                  <a:lnTo>
                    <a:pt x="1100676" y="684069"/>
                  </a:lnTo>
                  <a:lnTo>
                    <a:pt x="1110405" y="676724"/>
                  </a:lnTo>
                  <a:lnTo>
                    <a:pt x="1120149" y="669304"/>
                  </a:lnTo>
                  <a:lnTo>
                    <a:pt x="1129893" y="661829"/>
                  </a:lnTo>
                  <a:lnTo>
                    <a:pt x="1139637" y="654295"/>
                  </a:lnTo>
                  <a:lnTo>
                    <a:pt x="1149381" y="646710"/>
                  </a:lnTo>
                  <a:lnTo>
                    <a:pt x="1159110" y="639080"/>
                  </a:lnTo>
                  <a:lnTo>
                    <a:pt x="1168854" y="631411"/>
                  </a:lnTo>
                  <a:lnTo>
                    <a:pt x="1178598" y="623710"/>
                  </a:lnTo>
                  <a:lnTo>
                    <a:pt x="1188341" y="615982"/>
                  </a:lnTo>
                  <a:lnTo>
                    <a:pt x="1198070" y="608232"/>
                  </a:lnTo>
                  <a:lnTo>
                    <a:pt x="1207814" y="600466"/>
                  </a:lnTo>
                  <a:lnTo>
                    <a:pt x="1217558" y="592689"/>
                  </a:lnTo>
                  <a:lnTo>
                    <a:pt x="1227302" y="584907"/>
                  </a:lnTo>
                  <a:lnTo>
                    <a:pt x="1237031" y="577124"/>
                  </a:lnTo>
                  <a:lnTo>
                    <a:pt x="1246775" y="569347"/>
                  </a:lnTo>
                  <a:lnTo>
                    <a:pt x="1256519" y="561577"/>
                  </a:lnTo>
                  <a:lnTo>
                    <a:pt x="1266263" y="553822"/>
                  </a:lnTo>
                  <a:lnTo>
                    <a:pt x="1276007" y="546085"/>
                  </a:lnTo>
                  <a:lnTo>
                    <a:pt x="1285736" y="538370"/>
                  </a:lnTo>
                  <a:lnTo>
                    <a:pt x="1295480" y="530684"/>
                  </a:lnTo>
                  <a:lnTo>
                    <a:pt x="1305224" y="523026"/>
                  </a:lnTo>
                  <a:lnTo>
                    <a:pt x="1314968" y="515403"/>
                  </a:lnTo>
                  <a:lnTo>
                    <a:pt x="1324697" y="507818"/>
                  </a:lnTo>
                  <a:lnTo>
                    <a:pt x="1334441" y="500274"/>
                  </a:lnTo>
                  <a:lnTo>
                    <a:pt x="1344185" y="492773"/>
                  </a:lnTo>
                  <a:lnTo>
                    <a:pt x="1353929" y="485319"/>
                  </a:lnTo>
                  <a:lnTo>
                    <a:pt x="1363658" y="477916"/>
                  </a:lnTo>
                  <a:lnTo>
                    <a:pt x="1373402" y="470565"/>
                  </a:lnTo>
                  <a:lnTo>
                    <a:pt x="1383146" y="463266"/>
                  </a:lnTo>
                  <a:lnTo>
                    <a:pt x="1392890" y="456025"/>
                  </a:lnTo>
                  <a:lnTo>
                    <a:pt x="1402619" y="448841"/>
                  </a:lnTo>
                  <a:lnTo>
                    <a:pt x="1412363" y="441718"/>
                  </a:lnTo>
                  <a:lnTo>
                    <a:pt x="1422106" y="434654"/>
                  </a:lnTo>
                  <a:lnTo>
                    <a:pt x="1431850" y="427653"/>
                  </a:lnTo>
                  <a:lnTo>
                    <a:pt x="1441594" y="420716"/>
                  </a:lnTo>
                  <a:lnTo>
                    <a:pt x="1451323" y="413842"/>
                  </a:lnTo>
                  <a:lnTo>
                    <a:pt x="1461067" y="407033"/>
                  </a:lnTo>
                  <a:lnTo>
                    <a:pt x="1470811" y="400288"/>
                  </a:lnTo>
                  <a:lnTo>
                    <a:pt x="1480555" y="393607"/>
                  </a:lnTo>
                  <a:lnTo>
                    <a:pt x="1490284" y="386994"/>
                  </a:lnTo>
                  <a:lnTo>
                    <a:pt x="1500028" y="380444"/>
                  </a:lnTo>
                  <a:lnTo>
                    <a:pt x="1509772" y="373960"/>
                  </a:lnTo>
                  <a:lnTo>
                    <a:pt x="1519516" y="367539"/>
                  </a:lnTo>
                  <a:lnTo>
                    <a:pt x="1529245" y="361183"/>
                  </a:lnTo>
                  <a:lnTo>
                    <a:pt x="1538989" y="354889"/>
                  </a:lnTo>
                  <a:lnTo>
                    <a:pt x="1548733" y="348657"/>
                  </a:lnTo>
                  <a:lnTo>
                    <a:pt x="1558477" y="342487"/>
                  </a:lnTo>
                  <a:lnTo>
                    <a:pt x="1568221" y="336377"/>
                  </a:lnTo>
                  <a:lnTo>
                    <a:pt x="1577950" y="330325"/>
                  </a:lnTo>
                  <a:lnTo>
                    <a:pt x="1587694" y="324331"/>
                  </a:lnTo>
                  <a:lnTo>
                    <a:pt x="1597438" y="318394"/>
                  </a:lnTo>
                  <a:lnTo>
                    <a:pt x="1607182" y="312514"/>
                  </a:lnTo>
                  <a:lnTo>
                    <a:pt x="1616911" y="306684"/>
                  </a:lnTo>
                  <a:lnTo>
                    <a:pt x="1626655" y="300907"/>
                  </a:lnTo>
                  <a:lnTo>
                    <a:pt x="1636399" y="295182"/>
                  </a:lnTo>
                  <a:lnTo>
                    <a:pt x="1646142" y="289505"/>
                  </a:lnTo>
                  <a:lnTo>
                    <a:pt x="1655872" y="283875"/>
                  </a:lnTo>
                  <a:lnTo>
                    <a:pt x="1665616" y="278291"/>
                  </a:lnTo>
                  <a:lnTo>
                    <a:pt x="1675359" y="272750"/>
                  </a:lnTo>
                  <a:lnTo>
                    <a:pt x="1685103" y="267252"/>
                  </a:lnTo>
                  <a:lnTo>
                    <a:pt x="1694832" y="261796"/>
                  </a:lnTo>
                  <a:lnTo>
                    <a:pt x="1704576" y="256379"/>
                  </a:lnTo>
                  <a:lnTo>
                    <a:pt x="1714320" y="250999"/>
                  </a:lnTo>
                  <a:lnTo>
                    <a:pt x="1724064" y="245656"/>
                  </a:lnTo>
                  <a:lnTo>
                    <a:pt x="1733808" y="240347"/>
                  </a:lnTo>
                  <a:lnTo>
                    <a:pt x="1743537" y="235073"/>
                  </a:lnTo>
                  <a:lnTo>
                    <a:pt x="1753281" y="229832"/>
                  </a:lnTo>
                  <a:lnTo>
                    <a:pt x="1763025" y="224622"/>
                  </a:lnTo>
                  <a:lnTo>
                    <a:pt x="1772769" y="219441"/>
                  </a:lnTo>
                  <a:lnTo>
                    <a:pt x="1782498" y="214291"/>
                  </a:lnTo>
                  <a:lnTo>
                    <a:pt x="1792242" y="209168"/>
                  </a:lnTo>
                  <a:lnTo>
                    <a:pt x="1801986" y="204074"/>
                  </a:lnTo>
                  <a:lnTo>
                    <a:pt x="1811730" y="199007"/>
                  </a:lnTo>
                  <a:lnTo>
                    <a:pt x="1821459" y="193967"/>
                  </a:lnTo>
                  <a:lnTo>
                    <a:pt x="1831203" y="188953"/>
                  </a:lnTo>
                  <a:lnTo>
                    <a:pt x="1840947" y="183965"/>
                  </a:lnTo>
                  <a:lnTo>
                    <a:pt x="1850691" y="179002"/>
                  </a:lnTo>
                  <a:lnTo>
                    <a:pt x="1860435" y="174068"/>
                  </a:lnTo>
                  <a:lnTo>
                    <a:pt x="1870164" y="169159"/>
                  </a:lnTo>
                  <a:lnTo>
                    <a:pt x="1879908" y="164276"/>
                  </a:lnTo>
                  <a:lnTo>
                    <a:pt x="1889652" y="159421"/>
                  </a:lnTo>
                  <a:lnTo>
                    <a:pt x="1899395" y="154593"/>
                  </a:lnTo>
                  <a:lnTo>
                    <a:pt x="1909124" y="149796"/>
                  </a:lnTo>
                  <a:lnTo>
                    <a:pt x="1918868" y="145028"/>
                  </a:lnTo>
                  <a:lnTo>
                    <a:pt x="1928612" y="140290"/>
                  </a:lnTo>
                  <a:lnTo>
                    <a:pt x="1938356" y="135585"/>
                  </a:lnTo>
                  <a:lnTo>
                    <a:pt x="1948085" y="130916"/>
                  </a:lnTo>
                  <a:lnTo>
                    <a:pt x="1957829" y="126281"/>
                  </a:lnTo>
                  <a:lnTo>
                    <a:pt x="1967573" y="121683"/>
                  </a:lnTo>
                  <a:lnTo>
                    <a:pt x="1977317" y="117124"/>
                  </a:lnTo>
                  <a:lnTo>
                    <a:pt x="1987046" y="112608"/>
                  </a:lnTo>
                  <a:lnTo>
                    <a:pt x="1996790" y="108134"/>
                  </a:lnTo>
                  <a:lnTo>
                    <a:pt x="2006534" y="103707"/>
                  </a:lnTo>
                  <a:lnTo>
                    <a:pt x="2016278" y="99329"/>
                  </a:lnTo>
                  <a:lnTo>
                    <a:pt x="2026022" y="95002"/>
                  </a:lnTo>
                  <a:lnTo>
                    <a:pt x="2035751" y="90729"/>
                  </a:lnTo>
                  <a:lnTo>
                    <a:pt x="2045495" y="86512"/>
                  </a:lnTo>
                  <a:lnTo>
                    <a:pt x="2055239" y="82356"/>
                  </a:lnTo>
                  <a:lnTo>
                    <a:pt x="2064983" y="78263"/>
                  </a:lnTo>
                  <a:lnTo>
                    <a:pt x="2074712" y="74236"/>
                  </a:lnTo>
                  <a:lnTo>
                    <a:pt x="2084456" y="70279"/>
                  </a:lnTo>
                  <a:lnTo>
                    <a:pt x="2094200" y="66393"/>
                  </a:lnTo>
                  <a:lnTo>
                    <a:pt x="2103944" y="62585"/>
                  </a:lnTo>
                  <a:lnTo>
                    <a:pt x="2113673" y="58855"/>
                  </a:lnTo>
                  <a:lnTo>
                    <a:pt x="2123417" y="55208"/>
                  </a:lnTo>
                  <a:lnTo>
                    <a:pt x="2133161" y="51649"/>
                  </a:lnTo>
                  <a:lnTo>
                    <a:pt x="2142905" y="48180"/>
                  </a:lnTo>
                  <a:lnTo>
                    <a:pt x="2152649" y="44804"/>
                  </a:lnTo>
                  <a:lnTo>
                    <a:pt x="2162377" y="41525"/>
                  </a:lnTo>
                  <a:lnTo>
                    <a:pt x="2172121" y="38347"/>
                  </a:lnTo>
                  <a:lnTo>
                    <a:pt x="2181865" y="35275"/>
                  </a:lnTo>
                  <a:lnTo>
                    <a:pt x="2191609" y="32308"/>
                  </a:lnTo>
                  <a:lnTo>
                    <a:pt x="2201338" y="29454"/>
                  </a:lnTo>
                  <a:lnTo>
                    <a:pt x="2211082" y="26714"/>
                  </a:lnTo>
                  <a:lnTo>
                    <a:pt x="2220826" y="24092"/>
                  </a:lnTo>
                  <a:lnTo>
                    <a:pt x="2230570" y="21590"/>
                  </a:lnTo>
                  <a:lnTo>
                    <a:pt x="2240299" y="19212"/>
                  </a:lnTo>
                  <a:lnTo>
                    <a:pt x="2250043" y="16961"/>
                  </a:lnTo>
                  <a:lnTo>
                    <a:pt x="2259787" y="14841"/>
                  </a:lnTo>
                  <a:lnTo>
                    <a:pt x="2269531" y="12853"/>
                  </a:lnTo>
                  <a:lnTo>
                    <a:pt x="2279260" y="11000"/>
                  </a:lnTo>
                  <a:lnTo>
                    <a:pt x="2289004" y="9285"/>
                  </a:lnTo>
                  <a:lnTo>
                    <a:pt x="2298748" y="7709"/>
                  </a:lnTo>
                  <a:lnTo>
                    <a:pt x="2308492" y="6276"/>
                  </a:lnTo>
                  <a:lnTo>
                    <a:pt x="2318236" y="4987"/>
                  </a:lnTo>
                  <a:lnTo>
                    <a:pt x="2327965" y="3843"/>
                  </a:lnTo>
                  <a:lnTo>
                    <a:pt x="2337709" y="2844"/>
                  </a:lnTo>
                  <a:lnTo>
                    <a:pt x="2347453" y="1995"/>
                  </a:lnTo>
                  <a:lnTo>
                    <a:pt x="2357197" y="1295"/>
                  </a:lnTo>
                  <a:lnTo>
                    <a:pt x="2366926" y="745"/>
                  </a:lnTo>
                  <a:lnTo>
                    <a:pt x="2376670" y="346"/>
                  </a:lnTo>
                  <a:lnTo>
                    <a:pt x="2386413" y="97"/>
                  </a:lnTo>
                  <a:lnTo>
                    <a:pt x="2396157" y="0"/>
                  </a:lnTo>
                  <a:lnTo>
                    <a:pt x="2405886" y="54"/>
                  </a:lnTo>
                  <a:lnTo>
                    <a:pt x="2415630" y="258"/>
                  </a:lnTo>
                  <a:lnTo>
                    <a:pt x="2425374" y="611"/>
                  </a:lnTo>
                  <a:lnTo>
                    <a:pt x="2435118" y="1114"/>
                  </a:lnTo>
                  <a:lnTo>
                    <a:pt x="2444862" y="1764"/>
                  </a:lnTo>
                  <a:lnTo>
                    <a:pt x="2454591" y="2560"/>
                  </a:lnTo>
                  <a:lnTo>
                    <a:pt x="2464335" y="3500"/>
                  </a:lnTo>
                  <a:lnTo>
                    <a:pt x="2474079" y="4581"/>
                  </a:lnTo>
                  <a:lnTo>
                    <a:pt x="2483823" y="5805"/>
                  </a:lnTo>
                  <a:lnTo>
                    <a:pt x="2493552" y="7163"/>
                  </a:lnTo>
                  <a:lnTo>
                    <a:pt x="2503296" y="8658"/>
                  </a:lnTo>
                  <a:lnTo>
                    <a:pt x="2513040" y="10283"/>
                  </a:lnTo>
                  <a:lnTo>
                    <a:pt x="2522784" y="12035"/>
                  </a:lnTo>
                  <a:lnTo>
                    <a:pt x="2532513" y="13913"/>
                  </a:lnTo>
                  <a:lnTo>
                    <a:pt x="2542257" y="15911"/>
                  </a:lnTo>
                  <a:lnTo>
                    <a:pt x="2552001" y="18025"/>
                  </a:lnTo>
                  <a:lnTo>
                    <a:pt x="2561745" y="20251"/>
                  </a:lnTo>
                  <a:lnTo>
                    <a:pt x="2571474" y="22584"/>
                  </a:lnTo>
                  <a:lnTo>
                    <a:pt x="2581218" y="25018"/>
                  </a:lnTo>
                  <a:lnTo>
                    <a:pt x="2590962" y="27551"/>
                  </a:lnTo>
                  <a:lnTo>
                    <a:pt x="2600705" y="30176"/>
                  </a:lnTo>
                  <a:lnTo>
                    <a:pt x="2610449" y="32887"/>
                  </a:lnTo>
                  <a:lnTo>
                    <a:pt x="2620178" y="35679"/>
                  </a:lnTo>
                  <a:lnTo>
                    <a:pt x="2629922" y="38545"/>
                  </a:lnTo>
                  <a:lnTo>
                    <a:pt x="2639666" y="41482"/>
                  </a:lnTo>
                  <a:lnTo>
                    <a:pt x="2649410" y="44479"/>
                  </a:lnTo>
                  <a:lnTo>
                    <a:pt x="2659139" y="47535"/>
                  </a:lnTo>
                  <a:lnTo>
                    <a:pt x="2668883" y="50640"/>
                  </a:lnTo>
                  <a:lnTo>
                    <a:pt x="2678627" y="53788"/>
                  </a:lnTo>
                  <a:lnTo>
                    <a:pt x="2688371" y="56972"/>
                  </a:lnTo>
                  <a:lnTo>
                    <a:pt x="2698100" y="60187"/>
                  </a:lnTo>
                  <a:lnTo>
                    <a:pt x="2707844" y="63425"/>
                  </a:lnTo>
                  <a:lnTo>
                    <a:pt x="2717588" y="66679"/>
                  </a:lnTo>
                  <a:lnTo>
                    <a:pt x="2727332" y="69940"/>
                  </a:lnTo>
                  <a:lnTo>
                    <a:pt x="2737076" y="73206"/>
                  </a:lnTo>
                  <a:lnTo>
                    <a:pt x="2746805" y="76465"/>
                  </a:lnTo>
                  <a:lnTo>
                    <a:pt x="2756549" y="79713"/>
                  </a:lnTo>
                  <a:lnTo>
                    <a:pt x="2766293" y="82941"/>
                  </a:lnTo>
                  <a:lnTo>
                    <a:pt x="2776037" y="86143"/>
                  </a:lnTo>
                  <a:lnTo>
                    <a:pt x="2785766" y="89312"/>
                  </a:lnTo>
                  <a:lnTo>
                    <a:pt x="2795510" y="92439"/>
                  </a:lnTo>
                  <a:lnTo>
                    <a:pt x="2805254" y="95522"/>
                  </a:lnTo>
                  <a:lnTo>
                    <a:pt x="2814998" y="98549"/>
                  </a:lnTo>
                  <a:lnTo>
                    <a:pt x="2824727" y="101516"/>
                  </a:lnTo>
                  <a:lnTo>
                    <a:pt x="2834471" y="104415"/>
                  </a:lnTo>
                  <a:lnTo>
                    <a:pt x="2844215" y="107241"/>
                  </a:lnTo>
                  <a:lnTo>
                    <a:pt x="2853958" y="109987"/>
                  </a:lnTo>
                  <a:lnTo>
                    <a:pt x="2863687" y="112647"/>
                  </a:lnTo>
                  <a:lnTo>
                    <a:pt x="2873431" y="115215"/>
                  </a:lnTo>
                  <a:lnTo>
                    <a:pt x="2883175" y="117686"/>
                  </a:lnTo>
                  <a:lnTo>
                    <a:pt x="2892919" y="120052"/>
                  </a:lnTo>
                  <a:lnTo>
                    <a:pt x="2902663" y="122309"/>
                  </a:lnTo>
                  <a:lnTo>
                    <a:pt x="2912392" y="12445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4" name="Freeform 883">
              <a:extLst>
                <a:ext uri="{FF2B5EF4-FFF2-40B4-BE49-F238E27FC236}">
                  <a16:creationId xmlns:a16="http://schemas.microsoft.com/office/drawing/2014/main" id="{2CB0C25A-FE1B-D9A4-B56A-8ABA8DCFE521}"/>
                </a:ext>
              </a:extLst>
            </p:cNvPr>
            <p:cNvSpPr/>
            <p:nvPr/>
          </p:nvSpPr>
          <p:spPr>
            <a:xfrm>
              <a:off x="576446" y="3282002"/>
              <a:ext cx="2912392" cy="634404"/>
            </a:xfrm>
            <a:custGeom>
              <a:avLst/>
              <a:gdLst>
                <a:gd name="connsiteX0" fmla="*/ 0 w 2912392"/>
                <a:gd name="connsiteY0" fmla="*/ 634405 h 634404"/>
                <a:gd name="connsiteX1" fmla="*/ 9739 w 2912392"/>
                <a:gd name="connsiteY1" fmla="*/ 634011 h 634404"/>
                <a:gd name="connsiteX2" fmla="*/ 19480 w 2912392"/>
                <a:gd name="connsiteY2" fmla="*/ 633356 h 634404"/>
                <a:gd name="connsiteX3" fmla="*/ 29221 w 2912392"/>
                <a:gd name="connsiteY3" fmla="*/ 632435 h 634404"/>
                <a:gd name="connsiteX4" fmla="*/ 38961 w 2912392"/>
                <a:gd name="connsiteY4" fmla="*/ 631245 h 634404"/>
                <a:gd name="connsiteX5" fmla="*/ 48702 w 2912392"/>
                <a:gd name="connsiteY5" fmla="*/ 629784 h 634404"/>
                <a:gd name="connsiteX6" fmla="*/ 58443 w 2912392"/>
                <a:gd name="connsiteY6" fmla="*/ 628052 h 634404"/>
                <a:gd name="connsiteX7" fmla="*/ 68182 w 2912392"/>
                <a:gd name="connsiteY7" fmla="*/ 626045 h 634404"/>
                <a:gd name="connsiteX8" fmla="*/ 77923 w 2912392"/>
                <a:gd name="connsiteY8" fmla="*/ 623764 h 634404"/>
                <a:gd name="connsiteX9" fmla="*/ 87664 w 2912392"/>
                <a:gd name="connsiteY9" fmla="*/ 621210 h 634404"/>
                <a:gd name="connsiteX10" fmla="*/ 97404 w 2912392"/>
                <a:gd name="connsiteY10" fmla="*/ 618384 h 634404"/>
                <a:gd name="connsiteX11" fmla="*/ 107145 w 2912392"/>
                <a:gd name="connsiteY11" fmla="*/ 615285 h 634404"/>
                <a:gd name="connsiteX12" fmla="*/ 116886 w 2912392"/>
                <a:gd name="connsiteY12" fmla="*/ 611919 h 634404"/>
                <a:gd name="connsiteX13" fmla="*/ 126625 w 2912392"/>
                <a:gd name="connsiteY13" fmla="*/ 608287 h 634404"/>
                <a:gd name="connsiteX14" fmla="*/ 136366 w 2912392"/>
                <a:gd name="connsiteY14" fmla="*/ 604394 h 634404"/>
                <a:gd name="connsiteX15" fmla="*/ 146107 w 2912392"/>
                <a:gd name="connsiteY15" fmla="*/ 600241 h 634404"/>
                <a:gd name="connsiteX16" fmla="*/ 155846 w 2912392"/>
                <a:gd name="connsiteY16" fmla="*/ 595836 h 634404"/>
                <a:gd name="connsiteX17" fmla="*/ 165587 w 2912392"/>
                <a:gd name="connsiteY17" fmla="*/ 591183 h 634404"/>
                <a:gd name="connsiteX18" fmla="*/ 175328 w 2912392"/>
                <a:gd name="connsiteY18" fmla="*/ 586288 h 634404"/>
                <a:gd name="connsiteX19" fmla="*/ 185068 w 2912392"/>
                <a:gd name="connsiteY19" fmla="*/ 581157 h 634404"/>
                <a:gd name="connsiteX20" fmla="*/ 194809 w 2912392"/>
                <a:gd name="connsiteY20" fmla="*/ 575800 h 634404"/>
                <a:gd name="connsiteX21" fmla="*/ 204550 w 2912392"/>
                <a:gd name="connsiteY21" fmla="*/ 570218 h 634404"/>
                <a:gd name="connsiteX22" fmla="*/ 214289 w 2912392"/>
                <a:gd name="connsiteY22" fmla="*/ 564424 h 634404"/>
                <a:gd name="connsiteX23" fmla="*/ 224030 w 2912392"/>
                <a:gd name="connsiteY23" fmla="*/ 558426 h 634404"/>
                <a:gd name="connsiteX24" fmla="*/ 233771 w 2912392"/>
                <a:gd name="connsiteY24" fmla="*/ 552229 h 634404"/>
                <a:gd name="connsiteX25" fmla="*/ 243510 w 2912392"/>
                <a:gd name="connsiteY25" fmla="*/ 545844 h 634404"/>
                <a:gd name="connsiteX26" fmla="*/ 253251 w 2912392"/>
                <a:gd name="connsiteY26" fmla="*/ 539279 h 634404"/>
                <a:gd name="connsiteX27" fmla="*/ 262992 w 2912392"/>
                <a:gd name="connsiteY27" fmla="*/ 532545 h 634404"/>
                <a:gd name="connsiteX28" fmla="*/ 272732 w 2912392"/>
                <a:gd name="connsiteY28" fmla="*/ 525649 h 634404"/>
                <a:gd name="connsiteX29" fmla="*/ 282473 w 2912392"/>
                <a:gd name="connsiteY29" fmla="*/ 518604 h 634404"/>
                <a:gd name="connsiteX30" fmla="*/ 292214 w 2912392"/>
                <a:gd name="connsiteY30" fmla="*/ 511415 h 634404"/>
                <a:gd name="connsiteX31" fmla="*/ 301953 w 2912392"/>
                <a:gd name="connsiteY31" fmla="*/ 504095 h 634404"/>
                <a:gd name="connsiteX32" fmla="*/ 311694 w 2912392"/>
                <a:gd name="connsiteY32" fmla="*/ 496655 h 634404"/>
                <a:gd name="connsiteX33" fmla="*/ 321435 w 2912392"/>
                <a:gd name="connsiteY33" fmla="*/ 489101 h 634404"/>
                <a:gd name="connsiteX34" fmla="*/ 331175 w 2912392"/>
                <a:gd name="connsiteY34" fmla="*/ 481444 h 634404"/>
                <a:gd name="connsiteX35" fmla="*/ 340916 w 2912392"/>
                <a:gd name="connsiteY35" fmla="*/ 473695 h 634404"/>
                <a:gd name="connsiteX36" fmla="*/ 350656 w 2912392"/>
                <a:gd name="connsiteY36" fmla="*/ 465864 h 634404"/>
                <a:gd name="connsiteX37" fmla="*/ 360396 w 2912392"/>
                <a:gd name="connsiteY37" fmla="*/ 457959 h 634404"/>
                <a:gd name="connsiteX38" fmla="*/ 370137 w 2912392"/>
                <a:gd name="connsiteY38" fmla="*/ 449988 h 634404"/>
                <a:gd name="connsiteX39" fmla="*/ 379878 w 2912392"/>
                <a:gd name="connsiteY39" fmla="*/ 441963 h 634404"/>
                <a:gd name="connsiteX40" fmla="*/ 389617 w 2912392"/>
                <a:gd name="connsiteY40" fmla="*/ 433891 h 634404"/>
                <a:gd name="connsiteX41" fmla="*/ 399358 w 2912392"/>
                <a:gd name="connsiteY41" fmla="*/ 425782 h 634404"/>
                <a:gd name="connsiteX42" fmla="*/ 409099 w 2912392"/>
                <a:gd name="connsiteY42" fmla="*/ 417642 h 634404"/>
                <a:gd name="connsiteX43" fmla="*/ 418839 w 2912392"/>
                <a:gd name="connsiteY43" fmla="*/ 409482 h 634404"/>
                <a:gd name="connsiteX44" fmla="*/ 428580 w 2912392"/>
                <a:gd name="connsiteY44" fmla="*/ 401307 h 634404"/>
                <a:gd name="connsiteX45" fmla="*/ 438321 w 2912392"/>
                <a:gd name="connsiteY45" fmla="*/ 393126 h 634404"/>
                <a:gd name="connsiteX46" fmla="*/ 448060 w 2912392"/>
                <a:gd name="connsiteY46" fmla="*/ 384945 h 634404"/>
                <a:gd name="connsiteX47" fmla="*/ 457801 w 2912392"/>
                <a:gd name="connsiteY47" fmla="*/ 376773 h 634404"/>
                <a:gd name="connsiteX48" fmla="*/ 467542 w 2912392"/>
                <a:gd name="connsiteY48" fmla="*/ 368613 h 634404"/>
                <a:gd name="connsiteX49" fmla="*/ 477281 w 2912392"/>
                <a:gd name="connsiteY49" fmla="*/ 360472 h 634404"/>
                <a:gd name="connsiteX50" fmla="*/ 487022 w 2912392"/>
                <a:gd name="connsiteY50" fmla="*/ 352356 h 634404"/>
                <a:gd name="connsiteX51" fmla="*/ 496763 w 2912392"/>
                <a:gd name="connsiteY51" fmla="*/ 344272 h 634404"/>
                <a:gd name="connsiteX52" fmla="*/ 506503 w 2912392"/>
                <a:gd name="connsiteY52" fmla="*/ 336222 h 634404"/>
                <a:gd name="connsiteX53" fmla="*/ 516244 w 2912392"/>
                <a:gd name="connsiteY53" fmla="*/ 328211 h 634404"/>
                <a:gd name="connsiteX54" fmla="*/ 525985 w 2912392"/>
                <a:gd name="connsiteY54" fmla="*/ 320245 h 634404"/>
                <a:gd name="connsiteX55" fmla="*/ 535724 w 2912392"/>
                <a:gd name="connsiteY55" fmla="*/ 312326 h 634404"/>
                <a:gd name="connsiteX56" fmla="*/ 545465 w 2912392"/>
                <a:gd name="connsiteY56" fmla="*/ 304456 h 634404"/>
                <a:gd name="connsiteX57" fmla="*/ 555206 w 2912392"/>
                <a:gd name="connsiteY57" fmla="*/ 296642 h 634404"/>
                <a:gd name="connsiteX58" fmla="*/ 564946 w 2912392"/>
                <a:gd name="connsiteY58" fmla="*/ 288884 h 634404"/>
                <a:gd name="connsiteX59" fmla="*/ 574687 w 2912392"/>
                <a:gd name="connsiteY59" fmla="*/ 281184 h 634404"/>
                <a:gd name="connsiteX60" fmla="*/ 584428 w 2912392"/>
                <a:gd name="connsiteY60" fmla="*/ 273547 h 634404"/>
                <a:gd name="connsiteX61" fmla="*/ 594167 w 2912392"/>
                <a:gd name="connsiteY61" fmla="*/ 265971 h 634404"/>
                <a:gd name="connsiteX62" fmla="*/ 603908 w 2912392"/>
                <a:gd name="connsiteY62" fmla="*/ 258462 h 634404"/>
                <a:gd name="connsiteX63" fmla="*/ 613649 w 2912392"/>
                <a:gd name="connsiteY63" fmla="*/ 251017 h 634404"/>
                <a:gd name="connsiteX64" fmla="*/ 623388 w 2912392"/>
                <a:gd name="connsiteY64" fmla="*/ 243640 h 634404"/>
                <a:gd name="connsiteX65" fmla="*/ 633129 w 2912392"/>
                <a:gd name="connsiteY65" fmla="*/ 236332 h 634404"/>
                <a:gd name="connsiteX66" fmla="*/ 642870 w 2912392"/>
                <a:gd name="connsiteY66" fmla="*/ 229094 h 634404"/>
                <a:gd name="connsiteX67" fmla="*/ 652610 w 2912392"/>
                <a:gd name="connsiteY67" fmla="*/ 221926 h 634404"/>
                <a:gd name="connsiteX68" fmla="*/ 662351 w 2912392"/>
                <a:gd name="connsiteY68" fmla="*/ 214828 h 634404"/>
                <a:gd name="connsiteX69" fmla="*/ 672092 w 2912392"/>
                <a:gd name="connsiteY69" fmla="*/ 207804 h 634404"/>
                <a:gd name="connsiteX70" fmla="*/ 681831 w 2912392"/>
                <a:gd name="connsiteY70" fmla="*/ 200850 h 634404"/>
                <a:gd name="connsiteX71" fmla="*/ 691572 w 2912392"/>
                <a:gd name="connsiteY71" fmla="*/ 193970 h 634404"/>
                <a:gd name="connsiteX72" fmla="*/ 701313 w 2912392"/>
                <a:gd name="connsiteY72" fmla="*/ 187164 h 634404"/>
                <a:gd name="connsiteX73" fmla="*/ 711052 w 2912392"/>
                <a:gd name="connsiteY73" fmla="*/ 180431 h 634404"/>
                <a:gd name="connsiteX74" fmla="*/ 720793 w 2912392"/>
                <a:gd name="connsiteY74" fmla="*/ 173774 h 634404"/>
                <a:gd name="connsiteX75" fmla="*/ 730534 w 2912392"/>
                <a:gd name="connsiteY75" fmla="*/ 167192 h 634404"/>
                <a:gd name="connsiteX76" fmla="*/ 740274 w 2912392"/>
                <a:gd name="connsiteY76" fmla="*/ 160687 h 634404"/>
                <a:gd name="connsiteX77" fmla="*/ 750015 w 2912392"/>
                <a:gd name="connsiteY77" fmla="*/ 154261 h 634404"/>
                <a:gd name="connsiteX78" fmla="*/ 759756 w 2912392"/>
                <a:gd name="connsiteY78" fmla="*/ 147913 h 634404"/>
                <a:gd name="connsiteX79" fmla="*/ 769495 w 2912392"/>
                <a:gd name="connsiteY79" fmla="*/ 141646 h 634404"/>
                <a:gd name="connsiteX80" fmla="*/ 779236 w 2912392"/>
                <a:gd name="connsiteY80" fmla="*/ 135460 h 634404"/>
                <a:gd name="connsiteX81" fmla="*/ 788977 w 2912392"/>
                <a:gd name="connsiteY81" fmla="*/ 129359 h 634404"/>
                <a:gd name="connsiteX82" fmla="*/ 798717 w 2912392"/>
                <a:gd name="connsiteY82" fmla="*/ 123343 h 634404"/>
                <a:gd name="connsiteX83" fmla="*/ 808458 w 2912392"/>
                <a:gd name="connsiteY83" fmla="*/ 117416 h 634404"/>
                <a:gd name="connsiteX84" fmla="*/ 818199 w 2912392"/>
                <a:gd name="connsiteY84" fmla="*/ 111578 h 634404"/>
                <a:gd name="connsiteX85" fmla="*/ 827938 w 2912392"/>
                <a:gd name="connsiteY85" fmla="*/ 105835 h 634404"/>
                <a:gd name="connsiteX86" fmla="*/ 837679 w 2912392"/>
                <a:gd name="connsiteY86" fmla="*/ 100188 h 634404"/>
                <a:gd name="connsiteX87" fmla="*/ 847420 w 2912392"/>
                <a:gd name="connsiteY87" fmla="*/ 94641 h 634404"/>
                <a:gd name="connsiteX88" fmla="*/ 857159 w 2912392"/>
                <a:gd name="connsiteY88" fmla="*/ 89197 h 634404"/>
                <a:gd name="connsiteX89" fmla="*/ 866900 w 2912392"/>
                <a:gd name="connsiteY89" fmla="*/ 83860 h 634404"/>
                <a:gd name="connsiteX90" fmla="*/ 876641 w 2912392"/>
                <a:gd name="connsiteY90" fmla="*/ 78635 h 634404"/>
                <a:gd name="connsiteX91" fmla="*/ 886381 w 2912392"/>
                <a:gd name="connsiteY91" fmla="*/ 73525 h 634404"/>
                <a:gd name="connsiteX92" fmla="*/ 896122 w 2912392"/>
                <a:gd name="connsiteY92" fmla="*/ 68535 h 634404"/>
                <a:gd name="connsiteX93" fmla="*/ 905863 w 2912392"/>
                <a:gd name="connsiteY93" fmla="*/ 63671 h 634404"/>
                <a:gd name="connsiteX94" fmla="*/ 915602 w 2912392"/>
                <a:gd name="connsiteY94" fmla="*/ 58937 h 634404"/>
                <a:gd name="connsiteX95" fmla="*/ 925343 w 2912392"/>
                <a:gd name="connsiteY95" fmla="*/ 54338 h 634404"/>
                <a:gd name="connsiteX96" fmla="*/ 935084 w 2912392"/>
                <a:gd name="connsiteY96" fmla="*/ 49880 h 634404"/>
                <a:gd name="connsiteX97" fmla="*/ 944824 w 2912392"/>
                <a:gd name="connsiteY97" fmla="*/ 45570 h 634404"/>
                <a:gd name="connsiteX98" fmla="*/ 954564 w 2912392"/>
                <a:gd name="connsiteY98" fmla="*/ 41413 h 634404"/>
                <a:gd name="connsiteX99" fmla="*/ 964305 w 2912392"/>
                <a:gd name="connsiteY99" fmla="*/ 37414 h 634404"/>
                <a:gd name="connsiteX100" fmla="*/ 974045 w 2912392"/>
                <a:gd name="connsiteY100" fmla="*/ 33581 h 634404"/>
                <a:gd name="connsiteX101" fmla="*/ 983786 w 2912392"/>
                <a:gd name="connsiteY101" fmla="*/ 29920 h 634404"/>
                <a:gd name="connsiteX102" fmla="*/ 993522 w 2912392"/>
                <a:gd name="connsiteY102" fmla="*/ 26437 h 634404"/>
                <a:gd name="connsiteX103" fmla="*/ 1003266 w 2912392"/>
                <a:gd name="connsiteY103" fmla="*/ 23138 h 634404"/>
                <a:gd name="connsiteX104" fmla="*/ 1013010 w 2912392"/>
                <a:gd name="connsiteY104" fmla="*/ 20032 h 634404"/>
                <a:gd name="connsiteX105" fmla="*/ 1022754 w 2912392"/>
                <a:gd name="connsiteY105" fmla="*/ 17123 h 634404"/>
                <a:gd name="connsiteX106" fmla="*/ 1032483 w 2912392"/>
                <a:gd name="connsiteY106" fmla="*/ 14419 h 634404"/>
                <a:gd name="connsiteX107" fmla="*/ 1042227 w 2912392"/>
                <a:gd name="connsiteY107" fmla="*/ 11927 h 634404"/>
                <a:gd name="connsiteX108" fmla="*/ 1051971 w 2912392"/>
                <a:gd name="connsiteY108" fmla="*/ 9653 h 634404"/>
                <a:gd name="connsiteX109" fmla="*/ 1061715 w 2912392"/>
                <a:gd name="connsiteY109" fmla="*/ 7603 h 634404"/>
                <a:gd name="connsiteX110" fmla="*/ 1071444 w 2912392"/>
                <a:gd name="connsiteY110" fmla="*/ 5782 h 634404"/>
                <a:gd name="connsiteX111" fmla="*/ 1081188 w 2912392"/>
                <a:gd name="connsiteY111" fmla="*/ 4200 h 634404"/>
                <a:gd name="connsiteX112" fmla="*/ 1090932 w 2912392"/>
                <a:gd name="connsiteY112" fmla="*/ 2861 h 634404"/>
                <a:gd name="connsiteX113" fmla="*/ 1100676 w 2912392"/>
                <a:gd name="connsiteY113" fmla="*/ 1770 h 634404"/>
                <a:gd name="connsiteX114" fmla="*/ 1110405 w 2912392"/>
                <a:gd name="connsiteY114" fmla="*/ 934 h 634404"/>
                <a:gd name="connsiteX115" fmla="*/ 1120149 w 2912392"/>
                <a:gd name="connsiteY115" fmla="*/ 356 h 634404"/>
                <a:gd name="connsiteX116" fmla="*/ 1129893 w 2912392"/>
                <a:gd name="connsiteY116" fmla="*/ 43 h 634404"/>
                <a:gd name="connsiteX117" fmla="*/ 1139637 w 2912392"/>
                <a:gd name="connsiteY117" fmla="*/ 0 h 634404"/>
                <a:gd name="connsiteX118" fmla="*/ 1149381 w 2912392"/>
                <a:gd name="connsiteY118" fmla="*/ 231 h 634404"/>
                <a:gd name="connsiteX119" fmla="*/ 1159110 w 2912392"/>
                <a:gd name="connsiteY119" fmla="*/ 737 h 634404"/>
                <a:gd name="connsiteX120" fmla="*/ 1168854 w 2912392"/>
                <a:gd name="connsiteY120" fmla="*/ 1526 h 634404"/>
                <a:gd name="connsiteX121" fmla="*/ 1178598 w 2912392"/>
                <a:gd name="connsiteY121" fmla="*/ 2598 h 634404"/>
                <a:gd name="connsiteX122" fmla="*/ 1188341 w 2912392"/>
                <a:gd name="connsiteY122" fmla="*/ 3956 h 634404"/>
                <a:gd name="connsiteX123" fmla="*/ 1198070 w 2912392"/>
                <a:gd name="connsiteY123" fmla="*/ 5603 h 634404"/>
                <a:gd name="connsiteX124" fmla="*/ 1207814 w 2912392"/>
                <a:gd name="connsiteY124" fmla="*/ 7540 h 634404"/>
                <a:gd name="connsiteX125" fmla="*/ 1217558 w 2912392"/>
                <a:gd name="connsiteY125" fmla="*/ 9768 h 634404"/>
                <a:gd name="connsiteX126" fmla="*/ 1227302 w 2912392"/>
                <a:gd name="connsiteY126" fmla="*/ 12287 h 634404"/>
                <a:gd name="connsiteX127" fmla="*/ 1237031 w 2912392"/>
                <a:gd name="connsiteY127" fmla="*/ 15099 h 634404"/>
                <a:gd name="connsiteX128" fmla="*/ 1246775 w 2912392"/>
                <a:gd name="connsiteY128" fmla="*/ 18201 h 634404"/>
                <a:gd name="connsiteX129" fmla="*/ 1256519 w 2912392"/>
                <a:gd name="connsiteY129" fmla="*/ 21592 h 634404"/>
                <a:gd name="connsiteX130" fmla="*/ 1266263 w 2912392"/>
                <a:gd name="connsiteY130" fmla="*/ 25272 h 634404"/>
                <a:gd name="connsiteX131" fmla="*/ 1276007 w 2912392"/>
                <a:gd name="connsiteY131" fmla="*/ 29236 h 634404"/>
                <a:gd name="connsiteX132" fmla="*/ 1285736 w 2912392"/>
                <a:gd name="connsiteY132" fmla="*/ 33484 h 634404"/>
                <a:gd name="connsiteX133" fmla="*/ 1295480 w 2912392"/>
                <a:gd name="connsiteY133" fmla="*/ 38010 h 634404"/>
                <a:gd name="connsiteX134" fmla="*/ 1305224 w 2912392"/>
                <a:gd name="connsiteY134" fmla="*/ 42811 h 634404"/>
                <a:gd name="connsiteX135" fmla="*/ 1314968 w 2912392"/>
                <a:gd name="connsiteY135" fmla="*/ 47879 h 634404"/>
                <a:gd name="connsiteX136" fmla="*/ 1324697 w 2912392"/>
                <a:gd name="connsiteY136" fmla="*/ 53213 h 634404"/>
                <a:gd name="connsiteX137" fmla="*/ 1334441 w 2912392"/>
                <a:gd name="connsiteY137" fmla="*/ 58805 h 634404"/>
                <a:gd name="connsiteX138" fmla="*/ 1344185 w 2912392"/>
                <a:gd name="connsiteY138" fmla="*/ 64647 h 634404"/>
                <a:gd name="connsiteX139" fmla="*/ 1353929 w 2912392"/>
                <a:gd name="connsiteY139" fmla="*/ 70733 h 634404"/>
                <a:gd name="connsiteX140" fmla="*/ 1363658 w 2912392"/>
                <a:gd name="connsiteY140" fmla="*/ 77053 h 634404"/>
                <a:gd name="connsiteX141" fmla="*/ 1373402 w 2912392"/>
                <a:gd name="connsiteY141" fmla="*/ 83601 h 634404"/>
                <a:gd name="connsiteX142" fmla="*/ 1383146 w 2912392"/>
                <a:gd name="connsiteY142" fmla="*/ 90367 h 634404"/>
                <a:gd name="connsiteX143" fmla="*/ 1392890 w 2912392"/>
                <a:gd name="connsiteY143" fmla="*/ 97339 h 634404"/>
                <a:gd name="connsiteX144" fmla="*/ 1402619 w 2912392"/>
                <a:gd name="connsiteY144" fmla="*/ 104512 h 634404"/>
                <a:gd name="connsiteX145" fmla="*/ 1412363 w 2912392"/>
                <a:gd name="connsiteY145" fmla="*/ 111869 h 634404"/>
                <a:gd name="connsiteX146" fmla="*/ 1422106 w 2912392"/>
                <a:gd name="connsiteY146" fmla="*/ 119402 h 634404"/>
                <a:gd name="connsiteX147" fmla="*/ 1431850 w 2912392"/>
                <a:gd name="connsiteY147" fmla="*/ 127100 h 634404"/>
                <a:gd name="connsiteX148" fmla="*/ 1441594 w 2912392"/>
                <a:gd name="connsiteY148" fmla="*/ 134949 h 634404"/>
                <a:gd name="connsiteX149" fmla="*/ 1451323 w 2912392"/>
                <a:gd name="connsiteY149" fmla="*/ 142936 h 634404"/>
                <a:gd name="connsiteX150" fmla="*/ 1461067 w 2912392"/>
                <a:gd name="connsiteY150" fmla="*/ 151049 h 634404"/>
                <a:gd name="connsiteX151" fmla="*/ 1470811 w 2912392"/>
                <a:gd name="connsiteY151" fmla="*/ 159275 h 634404"/>
                <a:gd name="connsiteX152" fmla="*/ 1480555 w 2912392"/>
                <a:gd name="connsiteY152" fmla="*/ 167600 h 634404"/>
                <a:gd name="connsiteX153" fmla="*/ 1490284 w 2912392"/>
                <a:gd name="connsiteY153" fmla="*/ 176009 h 634404"/>
                <a:gd name="connsiteX154" fmla="*/ 1500028 w 2912392"/>
                <a:gd name="connsiteY154" fmla="*/ 184488 h 634404"/>
                <a:gd name="connsiteX155" fmla="*/ 1509772 w 2912392"/>
                <a:gd name="connsiteY155" fmla="*/ 193024 h 634404"/>
                <a:gd name="connsiteX156" fmla="*/ 1519516 w 2912392"/>
                <a:gd name="connsiteY156" fmla="*/ 201601 h 634404"/>
                <a:gd name="connsiteX157" fmla="*/ 1529245 w 2912392"/>
                <a:gd name="connsiteY157" fmla="*/ 210204 h 634404"/>
                <a:gd name="connsiteX158" fmla="*/ 1538989 w 2912392"/>
                <a:gd name="connsiteY158" fmla="*/ 218818 h 634404"/>
                <a:gd name="connsiteX159" fmla="*/ 1548733 w 2912392"/>
                <a:gd name="connsiteY159" fmla="*/ 227430 h 634404"/>
                <a:gd name="connsiteX160" fmla="*/ 1558477 w 2912392"/>
                <a:gd name="connsiteY160" fmla="*/ 236022 h 634404"/>
                <a:gd name="connsiteX161" fmla="*/ 1568221 w 2912392"/>
                <a:gd name="connsiteY161" fmla="*/ 244580 h 634404"/>
                <a:gd name="connsiteX162" fmla="*/ 1577950 w 2912392"/>
                <a:gd name="connsiteY162" fmla="*/ 253089 h 634404"/>
                <a:gd name="connsiteX163" fmla="*/ 1587694 w 2912392"/>
                <a:gd name="connsiteY163" fmla="*/ 261535 h 634404"/>
                <a:gd name="connsiteX164" fmla="*/ 1597438 w 2912392"/>
                <a:gd name="connsiteY164" fmla="*/ 269901 h 634404"/>
                <a:gd name="connsiteX165" fmla="*/ 1607182 w 2912392"/>
                <a:gd name="connsiteY165" fmla="*/ 278174 h 634404"/>
                <a:gd name="connsiteX166" fmla="*/ 1616911 w 2912392"/>
                <a:gd name="connsiteY166" fmla="*/ 286341 h 634404"/>
                <a:gd name="connsiteX167" fmla="*/ 1626655 w 2912392"/>
                <a:gd name="connsiteY167" fmla="*/ 294383 h 634404"/>
                <a:gd name="connsiteX168" fmla="*/ 1636399 w 2912392"/>
                <a:gd name="connsiteY168" fmla="*/ 302291 h 634404"/>
                <a:gd name="connsiteX169" fmla="*/ 1646142 w 2912392"/>
                <a:gd name="connsiteY169" fmla="*/ 310048 h 634404"/>
                <a:gd name="connsiteX170" fmla="*/ 1655872 w 2912392"/>
                <a:gd name="connsiteY170" fmla="*/ 317643 h 634404"/>
                <a:gd name="connsiteX171" fmla="*/ 1665616 w 2912392"/>
                <a:gd name="connsiteY171" fmla="*/ 325061 h 634404"/>
                <a:gd name="connsiteX172" fmla="*/ 1675359 w 2912392"/>
                <a:gd name="connsiteY172" fmla="*/ 332292 h 634404"/>
                <a:gd name="connsiteX173" fmla="*/ 1685103 w 2912392"/>
                <a:gd name="connsiteY173" fmla="*/ 339321 h 634404"/>
                <a:gd name="connsiteX174" fmla="*/ 1694832 w 2912392"/>
                <a:gd name="connsiteY174" fmla="*/ 346138 h 634404"/>
                <a:gd name="connsiteX175" fmla="*/ 1704576 w 2912392"/>
                <a:gd name="connsiteY175" fmla="*/ 352732 h 634404"/>
                <a:gd name="connsiteX176" fmla="*/ 1714320 w 2912392"/>
                <a:gd name="connsiteY176" fmla="*/ 359094 h 634404"/>
                <a:gd name="connsiteX177" fmla="*/ 1724064 w 2912392"/>
                <a:gd name="connsiteY177" fmla="*/ 365210 h 634404"/>
                <a:gd name="connsiteX178" fmla="*/ 1733808 w 2912392"/>
                <a:gd name="connsiteY178" fmla="*/ 371074 h 634404"/>
                <a:gd name="connsiteX179" fmla="*/ 1743537 w 2912392"/>
                <a:gd name="connsiteY179" fmla="*/ 376676 h 634404"/>
                <a:gd name="connsiteX180" fmla="*/ 1753281 w 2912392"/>
                <a:gd name="connsiteY180" fmla="*/ 382008 h 634404"/>
                <a:gd name="connsiteX181" fmla="*/ 1763025 w 2912392"/>
                <a:gd name="connsiteY181" fmla="*/ 387064 h 634404"/>
                <a:gd name="connsiteX182" fmla="*/ 1772769 w 2912392"/>
                <a:gd name="connsiteY182" fmla="*/ 391834 h 634404"/>
                <a:gd name="connsiteX183" fmla="*/ 1782498 w 2912392"/>
                <a:gd name="connsiteY183" fmla="*/ 396316 h 634404"/>
                <a:gd name="connsiteX184" fmla="*/ 1792242 w 2912392"/>
                <a:gd name="connsiteY184" fmla="*/ 400501 h 634404"/>
                <a:gd name="connsiteX185" fmla="*/ 1801986 w 2912392"/>
                <a:gd name="connsiteY185" fmla="*/ 404387 h 634404"/>
                <a:gd name="connsiteX186" fmla="*/ 1811730 w 2912392"/>
                <a:gd name="connsiteY186" fmla="*/ 407967 h 634404"/>
                <a:gd name="connsiteX187" fmla="*/ 1821459 w 2912392"/>
                <a:gd name="connsiteY187" fmla="*/ 411242 h 634404"/>
                <a:gd name="connsiteX188" fmla="*/ 1831203 w 2912392"/>
                <a:gd name="connsiteY188" fmla="*/ 414205 h 634404"/>
                <a:gd name="connsiteX189" fmla="*/ 1840947 w 2912392"/>
                <a:gd name="connsiteY189" fmla="*/ 416857 h 634404"/>
                <a:gd name="connsiteX190" fmla="*/ 1850691 w 2912392"/>
                <a:gd name="connsiteY190" fmla="*/ 419196 h 634404"/>
                <a:gd name="connsiteX191" fmla="*/ 1860435 w 2912392"/>
                <a:gd name="connsiteY191" fmla="*/ 421223 h 634404"/>
                <a:gd name="connsiteX192" fmla="*/ 1870164 w 2912392"/>
                <a:gd name="connsiteY192" fmla="*/ 422936 h 634404"/>
                <a:gd name="connsiteX193" fmla="*/ 1879908 w 2912392"/>
                <a:gd name="connsiteY193" fmla="*/ 424338 h 634404"/>
                <a:gd name="connsiteX194" fmla="*/ 1889652 w 2912392"/>
                <a:gd name="connsiteY194" fmla="*/ 425430 h 634404"/>
                <a:gd name="connsiteX195" fmla="*/ 1899395 w 2912392"/>
                <a:gd name="connsiteY195" fmla="*/ 426214 h 634404"/>
                <a:gd name="connsiteX196" fmla="*/ 1909124 w 2912392"/>
                <a:gd name="connsiteY196" fmla="*/ 426695 h 634404"/>
                <a:gd name="connsiteX197" fmla="*/ 1918868 w 2912392"/>
                <a:gd name="connsiteY197" fmla="*/ 426875 h 634404"/>
                <a:gd name="connsiteX198" fmla="*/ 1928612 w 2912392"/>
                <a:gd name="connsiteY198" fmla="*/ 426759 h 634404"/>
                <a:gd name="connsiteX199" fmla="*/ 1938356 w 2912392"/>
                <a:gd name="connsiteY199" fmla="*/ 426354 h 634404"/>
                <a:gd name="connsiteX200" fmla="*/ 1948085 w 2912392"/>
                <a:gd name="connsiteY200" fmla="*/ 425662 h 634404"/>
                <a:gd name="connsiteX201" fmla="*/ 1957829 w 2912392"/>
                <a:gd name="connsiteY201" fmla="*/ 424693 h 634404"/>
                <a:gd name="connsiteX202" fmla="*/ 1967573 w 2912392"/>
                <a:gd name="connsiteY202" fmla="*/ 423450 h 634404"/>
                <a:gd name="connsiteX203" fmla="*/ 1977317 w 2912392"/>
                <a:gd name="connsiteY203" fmla="*/ 421944 h 634404"/>
                <a:gd name="connsiteX204" fmla="*/ 1987046 w 2912392"/>
                <a:gd name="connsiteY204" fmla="*/ 420180 h 634404"/>
                <a:gd name="connsiteX205" fmla="*/ 1996790 w 2912392"/>
                <a:gd name="connsiteY205" fmla="*/ 418168 h 634404"/>
                <a:gd name="connsiteX206" fmla="*/ 2006534 w 2912392"/>
                <a:gd name="connsiteY206" fmla="*/ 415916 h 634404"/>
                <a:gd name="connsiteX207" fmla="*/ 2016278 w 2912392"/>
                <a:gd name="connsiteY207" fmla="*/ 413433 h 634404"/>
                <a:gd name="connsiteX208" fmla="*/ 2026022 w 2912392"/>
                <a:gd name="connsiteY208" fmla="*/ 410731 h 634404"/>
                <a:gd name="connsiteX209" fmla="*/ 2035751 w 2912392"/>
                <a:gd name="connsiteY209" fmla="*/ 407816 h 634404"/>
                <a:gd name="connsiteX210" fmla="*/ 2045495 w 2912392"/>
                <a:gd name="connsiteY210" fmla="*/ 404701 h 634404"/>
                <a:gd name="connsiteX211" fmla="*/ 2055239 w 2912392"/>
                <a:gd name="connsiteY211" fmla="*/ 401396 h 634404"/>
                <a:gd name="connsiteX212" fmla="*/ 2064983 w 2912392"/>
                <a:gd name="connsiteY212" fmla="*/ 397912 h 634404"/>
                <a:gd name="connsiteX213" fmla="*/ 2074712 w 2912392"/>
                <a:gd name="connsiteY213" fmla="*/ 394257 h 634404"/>
                <a:gd name="connsiteX214" fmla="*/ 2084456 w 2912392"/>
                <a:gd name="connsiteY214" fmla="*/ 390446 h 634404"/>
                <a:gd name="connsiteX215" fmla="*/ 2094200 w 2912392"/>
                <a:gd name="connsiteY215" fmla="*/ 386487 h 634404"/>
                <a:gd name="connsiteX216" fmla="*/ 2103944 w 2912392"/>
                <a:gd name="connsiteY216" fmla="*/ 382394 h 634404"/>
                <a:gd name="connsiteX217" fmla="*/ 2113673 w 2912392"/>
                <a:gd name="connsiteY217" fmla="*/ 378176 h 634404"/>
                <a:gd name="connsiteX218" fmla="*/ 2123417 w 2912392"/>
                <a:gd name="connsiteY218" fmla="*/ 373847 h 634404"/>
                <a:gd name="connsiteX219" fmla="*/ 2133161 w 2912392"/>
                <a:gd name="connsiteY219" fmla="*/ 369416 h 634404"/>
                <a:gd name="connsiteX220" fmla="*/ 2142905 w 2912392"/>
                <a:gd name="connsiteY220" fmla="*/ 364897 h 634404"/>
                <a:gd name="connsiteX221" fmla="*/ 2152649 w 2912392"/>
                <a:gd name="connsiteY221" fmla="*/ 360298 h 634404"/>
                <a:gd name="connsiteX222" fmla="*/ 2162377 w 2912392"/>
                <a:gd name="connsiteY222" fmla="*/ 355631 h 634404"/>
                <a:gd name="connsiteX223" fmla="*/ 2172121 w 2912392"/>
                <a:gd name="connsiteY223" fmla="*/ 350910 h 634404"/>
                <a:gd name="connsiteX224" fmla="*/ 2181865 w 2912392"/>
                <a:gd name="connsiteY224" fmla="*/ 346142 h 634404"/>
                <a:gd name="connsiteX225" fmla="*/ 2191609 w 2912392"/>
                <a:gd name="connsiteY225" fmla="*/ 341342 h 634404"/>
                <a:gd name="connsiteX226" fmla="*/ 2201338 w 2912392"/>
                <a:gd name="connsiteY226" fmla="*/ 336514 h 634404"/>
                <a:gd name="connsiteX227" fmla="*/ 2211082 w 2912392"/>
                <a:gd name="connsiteY227" fmla="*/ 331675 h 634404"/>
                <a:gd name="connsiteX228" fmla="*/ 2220826 w 2912392"/>
                <a:gd name="connsiteY228" fmla="*/ 326832 h 634404"/>
                <a:gd name="connsiteX229" fmla="*/ 2230570 w 2912392"/>
                <a:gd name="connsiteY229" fmla="*/ 321992 h 634404"/>
                <a:gd name="connsiteX230" fmla="*/ 2240299 w 2912392"/>
                <a:gd name="connsiteY230" fmla="*/ 317168 h 634404"/>
                <a:gd name="connsiteX231" fmla="*/ 2250043 w 2912392"/>
                <a:gd name="connsiteY231" fmla="*/ 312368 h 634404"/>
                <a:gd name="connsiteX232" fmla="*/ 2259787 w 2912392"/>
                <a:gd name="connsiteY232" fmla="*/ 307600 h 634404"/>
                <a:gd name="connsiteX233" fmla="*/ 2269531 w 2912392"/>
                <a:gd name="connsiteY233" fmla="*/ 302871 h 634404"/>
                <a:gd name="connsiteX234" fmla="*/ 2279260 w 2912392"/>
                <a:gd name="connsiteY234" fmla="*/ 298191 h 634404"/>
                <a:gd name="connsiteX235" fmla="*/ 2289004 w 2912392"/>
                <a:gd name="connsiteY235" fmla="*/ 293567 h 634404"/>
                <a:gd name="connsiteX236" fmla="*/ 2298748 w 2912392"/>
                <a:gd name="connsiteY236" fmla="*/ 289004 h 634404"/>
                <a:gd name="connsiteX237" fmla="*/ 2308492 w 2912392"/>
                <a:gd name="connsiteY237" fmla="*/ 284509 h 634404"/>
                <a:gd name="connsiteX238" fmla="*/ 2318236 w 2912392"/>
                <a:gd name="connsiteY238" fmla="*/ 280089 h 634404"/>
                <a:gd name="connsiteX239" fmla="*/ 2327965 w 2912392"/>
                <a:gd name="connsiteY239" fmla="*/ 275749 h 634404"/>
                <a:gd name="connsiteX240" fmla="*/ 2337709 w 2912392"/>
                <a:gd name="connsiteY240" fmla="*/ 271494 h 634404"/>
                <a:gd name="connsiteX241" fmla="*/ 2347453 w 2912392"/>
                <a:gd name="connsiteY241" fmla="*/ 267328 h 634404"/>
                <a:gd name="connsiteX242" fmla="*/ 2357197 w 2912392"/>
                <a:gd name="connsiteY242" fmla="*/ 263255 h 634404"/>
                <a:gd name="connsiteX243" fmla="*/ 2366926 w 2912392"/>
                <a:gd name="connsiteY243" fmla="*/ 259278 h 634404"/>
                <a:gd name="connsiteX244" fmla="*/ 2376670 w 2912392"/>
                <a:gd name="connsiteY244" fmla="*/ 255401 h 634404"/>
                <a:gd name="connsiteX245" fmla="*/ 2386413 w 2912392"/>
                <a:gd name="connsiteY245" fmla="*/ 251627 h 634404"/>
                <a:gd name="connsiteX246" fmla="*/ 2396157 w 2912392"/>
                <a:gd name="connsiteY246" fmla="*/ 247956 h 634404"/>
                <a:gd name="connsiteX247" fmla="*/ 2405886 w 2912392"/>
                <a:gd name="connsiteY247" fmla="*/ 244392 h 634404"/>
                <a:gd name="connsiteX248" fmla="*/ 2415630 w 2912392"/>
                <a:gd name="connsiteY248" fmla="*/ 240934 h 634404"/>
                <a:gd name="connsiteX249" fmla="*/ 2425374 w 2912392"/>
                <a:gd name="connsiteY249" fmla="*/ 237585 h 634404"/>
                <a:gd name="connsiteX250" fmla="*/ 2435118 w 2912392"/>
                <a:gd name="connsiteY250" fmla="*/ 234343 h 634404"/>
                <a:gd name="connsiteX251" fmla="*/ 2444862 w 2912392"/>
                <a:gd name="connsiteY251" fmla="*/ 231208 h 634404"/>
                <a:gd name="connsiteX252" fmla="*/ 2454591 w 2912392"/>
                <a:gd name="connsiteY252" fmla="*/ 228179 h 634404"/>
                <a:gd name="connsiteX253" fmla="*/ 2464335 w 2912392"/>
                <a:gd name="connsiteY253" fmla="*/ 225258 h 634404"/>
                <a:gd name="connsiteX254" fmla="*/ 2474079 w 2912392"/>
                <a:gd name="connsiteY254" fmla="*/ 222440 h 634404"/>
                <a:gd name="connsiteX255" fmla="*/ 2483823 w 2912392"/>
                <a:gd name="connsiteY255" fmla="*/ 219724 h 634404"/>
                <a:gd name="connsiteX256" fmla="*/ 2493552 w 2912392"/>
                <a:gd name="connsiteY256" fmla="*/ 217108 h 634404"/>
                <a:gd name="connsiteX257" fmla="*/ 2503296 w 2912392"/>
                <a:gd name="connsiteY257" fmla="*/ 214590 h 634404"/>
                <a:gd name="connsiteX258" fmla="*/ 2513040 w 2912392"/>
                <a:gd name="connsiteY258" fmla="*/ 212167 h 634404"/>
                <a:gd name="connsiteX259" fmla="*/ 2522784 w 2912392"/>
                <a:gd name="connsiteY259" fmla="*/ 209836 h 634404"/>
                <a:gd name="connsiteX260" fmla="*/ 2532513 w 2912392"/>
                <a:gd name="connsiteY260" fmla="*/ 207592 h 634404"/>
                <a:gd name="connsiteX261" fmla="*/ 2542257 w 2912392"/>
                <a:gd name="connsiteY261" fmla="*/ 205433 h 634404"/>
                <a:gd name="connsiteX262" fmla="*/ 2552001 w 2912392"/>
                <a:gd name="connsiteY262" fmla="*/ 203355 h 634404"/>
                <a:gd name="connsiteX263" fmla="*/ 2561745 w 2912392"/>
                <a:gd name="connsiteY263" fmla="*/ 201352 h 634404"/>
                <a:gd name="connsiteX264" fmla="*/ 2571474 w 2912392"/>
                <a:gd name="connsiteY264" fmla="*/ 199423 h 634404"/>
                <a:gd name="connsiteX265" fmla="*/ 2581218 w 2912392"/>
                <a:gd name="connsiteY265" fmla="*/ 197561 h 634404"/>
                <a:gd name="connsiteX266" fmla="*/ 2590962 w 2912392"/>
                <a:gd name="connsiteY266" fmla="*/ 195762 h 634404"/>
                <a:gd name="connsiteX267" fmla="*/ 2600705 w 2912392"/>
                <a:gd name="connsiteY267" fmla="*/ 194022 h 634404"/>
                <a:gd name="connsiteX268" fmla="*/ 2610449 w 2912392"/>
                <a:gd name="connsiteY268" fmla="*/ 192335 h 634404"/>
                <a:gd name="connsiteX269" fmla="*/ 2620178 w 2912392"/>
                <a:gd name="connsiteY269" fmla="*/ 190697 h 634404"/>
                <a:gd name="connsiteX270" fmla="*/ 2629922 w 2912392"/>
                <a:gd name="connsiteY270" fmla="*/ 189102 h 634404"/>
                <a:gd name="connsiteX271" fmla="*/ 2639666 w 2912392"/>
                <a:gd name="connsiteY271" fmla="*/ 187548 h 634404"/>
                <a:gd name="connsiteX272" fmla="*/ 2649410 w 2912392"/>
                <a:gd name="connsiteY272" fmla="*/ 186029 h 634404"/>
                <a:gd name="connsiteX273" fmla="*/ 2659139 w 2912392"/>
                <a:gd name="connsiteY273" fmla="*/ 184537 h 634404"/>
                <a:gd name="connsiteX274" fmla="*/ 2668883 w 2912392"/>
                <a:gd name="connsiteY274" fmla="*/ 183071 h 634404"/>
                <a:gd name="connsiteX275" fmla="*/ 2678627 w 2912392"/>
                <a:gd name="connsiteY275" fmla="*/ 181626 h 634404"/>
                <a:gd name="connsiteX276" fmla="*/ 2688371 w 2912392"/>
                <a:gd name="connsiteY276" fmla="*/ 180196 h 634404"/>
                <a:gd name="connsiteX277" fmla="*/ 2698100 w 2912392"/>
                <a:gd name="connsiteY277" fmla="*/ 178776 h 634404"/>
                <a:gd name="connsiteX278" fmla="*/ 2707844 w 2912392"/>
                <a:gd name="connsiteY278" fmla="*/ 177365 h 634404"/>
                <a:gd name="connsiteX279" fmla="*/ 2717588 w 2912392"/>
                <a:gd name="connsiteY279" fmla="*/ 175956 h 634404"/>
                <a:gd name="connsiteX280" fmla="*/ 2727332 w 2912392"/>
                <a:gd name="connsiteY280" fmla="*/ 174545 h 634404"/>
                <a:gd name="connsiteX281" fmla="*/ 2737076 w 2912392"/>
                <a:gd name="connsiteY281" fmla="*/ 173128 h 634404"/>
                <a:gd name="connsiteX282" fmla="*/ 2746805 w 2912392"/>
                <a:gd name="connsiteY282" fmla="*/ 171703 h 634404"/>
                <a:gd name="connsiteX283" fmla="*/ 2756549 w 2912392"/>
                <a:gd name="connsiteY283" fmla="*/ 170267 h 634404"/>
                <a:gd name="connsiteX284" fmla="*/ 2766293 w 2912392"/>
                <a:gd name="connsiteY284" fmla="*/ 168816 h 634404"/>
                <a:gd name="connsiteX285" fmla="*/ 2776037 w 2912392"/>
                <a:gd name="connsiteY285" fmla="*/ 167347 h 634404"/>
                <a:gd name="connsiteX286" fmla="*/ 2785766 w 2912392"/>
                <a:gd name="connsiteY286" fmla="*/ 165857 h 634404"/>
                <a:gd name="connsiteX287" fmla="*/ 2795510 w 2912392"/>
                <a:gd name="connsiteY287" fmla="*/ 164345 h 634404"/>
                <a:gd name="connsiteX288" fmla="*/ 2805254 w 2912392"/>
                <a:gd name="connsiteY288" fmla="*/ 162806 h 634404"/>
                <a:gd name="connsiteX289" fmla="*/ 2814998 w 2912392"/>
                <a:gd name="connsiteY289" fmla="*/ 161241 h 634404"/>
                <a:gd name="connsiteX290" fmla="*/ 2824727 w 2912392"/>
                <a:gd name="connsiteY290" fmla="*/ 159649 h 634404"/>
                <a:gd name="connsiteX291" fmla="*/ 2834471 w 2912392"/>
                <a:gd name="connsiteY291" fmla="*/ 158026 h 634404"/>
                <a:gd name="connsiteX292" fmla="*/ 2844215 w 2912392"/>
                <a:gd name="connsiteY292" fmla="*/ 156372 h 634404"/>
                <a:gd name="connsiteX293" fmla="*/ 2853958 w 2912392"/>
                <a:gd name="connsiteY293" fmla="*/ 154687 h 634404"/>
                <a:gd name="connsiteX294" fmla="*/ 2863687 w 2912392"/>
                <a:gd name="connsiteY294" fmla="*/ 152971 h 634404"/>
                <a:gd name="connsiteX295" fmla="*/ 2873431 w 2912392"/>
                <a:gd name="connsiteY295" fmla="*/ 151222 h 634404"/>
                <a:gd name="connsiteX296" fmla="*/ 2883175 w 2912392"/>
                <a:gd name="connsiteY296" fmla="*/ 149441 h 634404"/>
                <a:gd name="connsiteX297" fmla="*/ 2892919 w 2912392"/>
                <a:gd name="connsiteY297" fmla="*/ 147630 h 634404"/>
                <a:gd name="connsiteX298" fmla="*/ 2902663 w 2912392"/>
                <a:gd name="connsiteY298" fmla="*/ 145788 h 634404"/>
                <a:gd name="connsiteX299" fmla="*/ 2912392 w 2912392"/>
                <a:gd name="connsiteY299" fmla="*/ 143917 h 634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634404">
                  <a:moveTo>
                    <a:pt x="0" y="634405"/>
                  </a:moveTo>
                  <a:lnTo>
                    <a:pt x="9739" y="634011"/>
                  </a:lnTo>
                  <a:lnTo>
                    <a:pt x="19480" y="633356"/>
                  </a:lnTo>
                  <a:lnTo>
                    <a:pt x="29221" y="632435"/>
                  </a:lnTo>
                  <a:lnTo>
                    <a:pt x="38961" y="631245"/>
                  </a:lnTo>
                  <a:lnTo>
                    <a:pt x="48702" y="629784"/>
                  </a:lnTo>
                  <a:lnTo>
                    <a:pt x="58443" y="628052"/>
                  </a:lnTo>
                  <a:lnTo>
                    <a:pt x="68182" y="626045"/>
                  </a:lnTo>
                  <a:lnTo>
                    <a:pt x="77923" y="623764"/>
                  </a:lnTo>
                  <a:lnTo>
                    <a:pt x="87664" y="621210"/>
                  </a:lnTo>
                  <a:lnTo>
                    <a:pt x="97404" y="618384"/>
                  </a:lnTo>
                  <a:lnTo>
                    <a:pt x="107145" y="615285"/>
                  </a:lnTo>
                  <a:lnTo>
                    <a:pt x="116886" y="611919"/>
                  </a:lnTo>
                  <a:lnTo>
                    <a:pt x="126625" y="608287"/>
                  </a:lnTo>
                  <a:lnTo>
                    <a:pt x="136366" y="604394"/>
                  </a:lnTo>
                  <a:lnTo>
                    <a:pt x="146107" y="600241"/>
                  </a:lnTo>
                  <a:lnTo>
                    <a:pt x="155846" y="595836"/>
                  </a:lnTo>
                  <a:lnTo>
                    <a:pt x="165587" y="591183"/>
                  </a:lnTo>
                  <a:lnTo>
                    <a:pt x="175328" y="586288"/>
                  </a:lnTo>
                  <a:lnTo>
                    <a:pt x="185068" y="581157"/>
                  </a:lnTo>
                  <a:lnTo>
                    <a:pt x="194809" y="575800"/>
                  </a:lnTo>
                  <a:lnTo>
                    <a:pt x="204550" y="570218"/>
                  </a:lnTo>
                  <a:lnTo>
                    <a:pt x="214289" y="564424"/>
                  </a:lnTo>
                  <a:lnTo>
                    <a:pt x="224030" y="558426"/>
                  </a:lnTo>
                  <a:lnTo>
                    <a:pt x="233771" y="552229"/>
                  </a:lnTo>
                  <a:lnTo>
                    <a:pt x="243510" y="545844"/>
                  </a:lnTo>
                  <a:lnTo>
                    <a:pt x="253251" y="539279"/>
                  </a:lnTo>
                  <a:lnTo>
                    <a:pt x="262992" y="532545"/>
                  </a:lnTo>
                  <a:lnTo>
                    <a:pt x="272732" y="525649"/>
                  </a:lnTo>
                  <a:lnTo>
                    <a:pt x="282473" y="518604"/>
                  </a:lnTo>
                  <a:lnTo>
                    <a:pt x="292214" y="511415"/>
                  </a:lnTo>
                  <a:lnTo>
                    <a:pt x="301953" y="504095"/>
                  </a:lnTo>
                  <a:lnTo>
                    <a:pt x="311694" y="496655"/>
                  </a:lnTo>
                  <a:lnTo>
                    <a:pt x="321435" y="489101"/>
                  </a:lnTo>
                  <a:lnTo>
                    <a:pt x="331175" y="481444"/>
                  </a:lnTo>
                  <a:lnTo>
                    <a:pt x="340916" y="473695"/>
                  </a:lnTo>
                  <a:lnTo>
                    <a:pt x="350656" y="465864"/>
                  </a:lnTo>
                  <a:lnTo>
                    <a:pt x="360396" y="457959"/>
                  </a:lnTo>
                  <a:lnTo>
                    <a:pt x="370137" y="449988"/>
                  </a:lnTo>
                  <a:lnTo>
                    <a:pt x="379878" y="441963"/>
                  </a:lnTo>
                  <a:lnTo>
                    <a:pt x="389617" y="433891"/>
                  </a:lnTo>
                  <a:lnTo>
                    <a:pt x="399358" y="425782"/>
                  </a:lnTo>
                  <a:lnTo>
                    <a:pt x="409099" y="417642"/>
                  </a:lnTo>
                  <a:lnTo>
                    <a:pt x="418839" y="409482"/>
                  </a:lnTo>
                  <a:lnTo>
                    <a:pt x="428580" y="401307"/>
                  </a:lnTo>
                  <a:lnTo>
                    <a:pt x="438321" y="393126"/>
                  </a:lnTo>
                  <a:lnTo>
                    <a:pt x="448060" y="384945"/>
                  </a:lnTo>
                  <a:lnTo>
                    <a:pt x="457801" y="376773"/>
                  </a:lnTo>
                  <a:lnTo>
                    <a:pt x="467542" y="368613"/>
                  </a:lnTo>
                  <a:lnTo>
                    <a:pt x="477281" y="360472"/>
                  </a:lnTo>
                  <a:lnTo>
                    <a:pt x="487022" y="352356"/>
                  </a:lnTo>
                  <a:lnTo>
                    <a:pt x="496763" y="344272"/>
                  </a:lnTo>
                  <a:lnTo>
                    <a:pt x="506503" y="336222"/>
                  </a:lnTo>
                  <a:lnTo>
                    <a:pt x="516244" y="328211"/>
                  </a:lnTo>
                  <a:lnTo>
                    <a:pt x="525985" y="320245"/>
                  </a:lnTo>
                  <a:lnTo>
                    <a:pt x="535724" y="312326"/>
                  </a:lnTo>
                  <a:lnTo>
                    <a:pt x="545465" y="304456"/>
                  </a:lnTo>
                  <a:lnTo>
                    <a:pt x="555206" y="296642"/>
                  </a:lnTo>
                  <a:lnTo>
                    <a:pt x="564946" y="288884"/>
                  </a:lnTo>
                  <a:lnTo>
                    <a:pt x="574687" y="281184"/>
                  </a:lnTo>
                  <a:lnTo>
                    <a:pt x="584428" y="273547"/>
                  </a:lnTo>
                  <a:lnTo>
                    <a:pt x="594167" y="265971"/>
                  </a:lnTo>
                  <a:lnTo>
                    <a:pt x="603908" y="258462"/>
                  </a:lnTo>
                  <a:lnTo>
                    <a:pt x="613649" y="251017"/>
                  </a:lnTo>
                  <a:lnTo>
                    <a:pt x="623388" y="243640"/>
                  </a:lnTo>
                  <a:lnTo>
                    <a:pt x="633129" y="236332"/>
                  </a:lnTo>
                  <a:lnTo>
                    <a:pt x="642870" y="229094"/>
                  </a:lnTo>
                  <a:lnTo>
                    <a:pt x="652610" y="221926"/>
                  </a:lnTo>
                  <a:lnTo>
                    <a:pt x="662351" y="214828"/>
                  </a:lnTo>
                  <a:lnTo>
                    <a:pt x="672092" y="207804"/>
                  </a:lnTo>
                  <a:lnTo>
                    <a:pt x="681831" y="200850"/>
                  </a:lnTo>
                  <a:lnTo>
                    <a:pt x="691572" y="193970"/>
                  </a:lnTo>
                  <a:lnTo>
                    <a:pt x="701313" y="187164"/>
                  </a:lnTo>
                  <a:lnTo>
                    <a:pt x="711052" y="180431"/>
                  </a:lnTo>
                  <a:lnTo>
                    <a:pt x="720793" y="173774"/>
                  </a:lnTo>
                  <a:lnTo>
                    <a:pt x="730534" y="167192"/>
                  </a:lnTo>
                  <a:lnTo>
                    <a:pt x="740274" y="160687"/>
                  </a:lnTo>
                  <a:lnTo>
                    <a:pt x="750015" y="154261"/>
                  </a:lnTo>
                  <a:lnTo>
                    <a:pt x="759756" y="147913"/>
                  </a:lnTo>
                  <a:lnTo>
                    <a:pt x="769495" y="141646"/>
                  </a:lnTo>
                  <a:lnTo>
                    <a:pt x="779236" y="135460"/>
                  </a:lnTo>
                  <a:lnTo>
                    <a:pt x="788977" y="129359"/>
                  </a:lnTo>
                  <a:lnTo>
                    <a:pt x="798717" y="123343"/>
                  </a:lnTo>
                  <a:lnTo>
                    <a:pt x="808458" y="117416"/>
                  </a:lnTo>
                  <a:lnTo>
                    <a:pt x="818199" y="111578"/>
                  </a:lnTo>
                  <a:lnTo>
                    <a:pt x="827938" y="105835"/>
                  </a:lnTo>
                  <a:lnTo>
                    <a:pt x="837679" y="100188"/>
                  </a:lnTo>
                  <a:lnTo>
                    <a:pt x="847420" y="94641"/>
                  </a:lnTo>
                  <a:lnTo>
                    <a:pt x="857159" y="89197"/>
                  </a:lnTo>
                  <a:lnTo>
                    <a:pt x="866900" y="83860"/>
                  </a:lnTo>
                  <a:lnTo>
                    <a:pt x="876641" y="78635"/>
                  </a:lnTo>
                  <a:lnTo>
                    <a:pt x="886381" y="73525"/>
                  </a:lnTo>
                  <a:lnTo>
                    <a:pt x="896122" y="68535"/>
                  </a:lnTo>
                  <a:lnTo>
                    <a:pt x="905863" y="63671"/>
                  </a:lnTo>
                  <a:lnTo>
                    <a:pt x="915602" y="58937"/>
                  </a:lnTo>
                  <a:lnTo>
                    <a:pt x="925343" y="54338"/>
                  </a:lnTo>
                  <a:lnTo>
                    <a:pt x="935084" y="49880"/>
                  </a:lnTo>
                  <a:lnTo>
                    <a:pt x="944824" y="45570"/>
                  </a:lnTo>
                  <a:lnTo>
                    <a:pt x="954564" y="41413"/>
                  </a:lnTo>
                  <a:lnTo>
                    <a:pt x="964305" y="37414"/>
                  </a:lnTo>
                  <a:lnTo>
                    <a:pt x="974045" y="33581"/>
                  </a:lnTo>
                  <a:lnTo>
                    <a:pt x="983786" y="29920"/>
                  </a:lnTo>
                  <a:lnTo>
                    <a:pt x="993522" y="26437"/>
                  </a:lnTo>
                  <a:lnTo>
                    <a:pt x="1003266" y="23138"/>
                  </a:lnTo>
                  <a:lnTo>
                    <a:pt x="1013010" y="20032"/>
                  </a:lnTo>
                  <a:lnTo>
                    <a:pt x="1022754" y="17123"/>
                  </a:lnTo>
                  <a:lnTo>
                    <a:pt x="1032483" y="14419"/>
                  </a:lnTo>
                  <a:lnTo>
                    <a:pt x="1042227" y="11927"/>
                  </a:lnTo>
                  <a:lnTo>
                    <a:pt x="1051971" y="9653"/>
                  </a:lnTo>
                  <a:lnTo>
                    <a:pt x="1061715" y="7603"/>
                  </a:lnTo>
                  <a:lnTo>
                    <a:pt x="1071444" y="5782"/>
                  </a:lnTo>
                  <a:lnTo>
                    <a:pt x="1081188" y="4200"/>
                  </a:lnTo>
                  <a:lnTo>
                    <a:pt x="1090932" y="2861"/>
                  </a:lnTo>
                  <a:lnTo>
                    <a:pt x="1100676" y="1770"/>
                  </a:lnTo>
                  <a:lnTo>
                    <a:pt x="1110405" y="934"/>
                  </a:lnTo>
                  <a:lnTo>
                    <a:pt x="1120149" y="356"/>
                  </a:lnTo>
                  <a:lnTo>
                    <a:pt x="1129893" y="43"/>
                  </a:lnTo>
                  <a:lnTo>
                    <a:pt x="1139637" y="0"/>
                  </a:lnTo>
                  <a:lnTo>
                    <a:pt x="1149381" y="231"/>
                  </a:lnTo>
                  <a:lnTo>
                    <a:pt x="1159110" y="737"/>
                  </a:lnTo>
                  <a:lnTo>
                    <a:pt x="1168854" y="1526"/>
                  </a:lnTo>
                  <a:lnTo>
                    <a:pt x="1178598" y="2598"/>
                  </a:lnTo>
                  <a:lnTo>
                    <a:pt x="1188341" y="3956"/>
                  </a:lnTo>
                  <a:lnTo>
                    <a:pt x="1198070" y="5603"/>
                  </a:lnTo>
                  <a:lnTo>
                    <a:pt x="1207814" y="7540"/>
                  </a:lnTo>
                  <a:lnTo>
                    <a:pt x="1217558" y="9768"/>
                  </a:lnTo>
                  <a:lnTo>
                    <a:pt x="1227302" y="12287"/>
                  </a:lnTo>
                  <a:lnTo>
                    <a:pt x="1237031" y="15099"/>
                  </a:lnTo>
                  <a:lnTo>
                    <a:pt x="1246775" y="18201"/>
                  </a:lnTo>
                  <a:lnTo>
                    <a:pt x="1256519" y="21592"/>
                  </a:lnTo>
                  <a:lnTo>
                    <a:pt x="1266263" y="25272"/>
                  </a:lnTo>
                  <a:lnTo>
                    <a:pt x="1276007" y="29236"/>
                  </a:lnTo>
                  <a:lnTo>
                    <a:pt x="1285736" y="33484"/>
                  </a:lnTo>
                  <a:lnTo>
                    <a:pt x="1295480" y="38010"/>
                  </a:lnTo>
                  <a:lnTo>
                    <a:pt x="1305224" y="42811"/>
                  </a:lnTo>
                  <a:lnTo>
                    <a:pt x="1314968" y="47879"/>
                  </a:lnTo>
                  <a:lnTo>
                    <a:pt x="1324697" y="53213"/>
                  </a:lnTo>
                  <a:lnTo>
                    <a:pt x="1334441" y="58805"/>
                  </a:lnTo>
                  <a:lnTo>
                    <a:pt x="1344185" y="64647"/>
                  </a:lnTo>
                  <a:lnTo>
                    <a:pt x="1353929" y="70733"/>
                  </a:lnTo>
                  <a:lnTo>
                    <a:pt x="1363658" y="77053"/>
                  </a:lnTo>
                  <a:lnTo>
                    <a:pt x="1373402" y="83601"/>
                  </a:lnTo>
                  <a:lnTo>
                    <a:pt x="1383146" y="90367"/>
                  </a:lnTo>
                  <a:lnTo>
                    <a:pt x="1392890" y="97339"/>
                  </a:lnTo>
                  <a:lnTo>
                    <a:pt x="1402619" y="104512"/>
                  </a:lnTo>
                  <a:lnTo>
                    <a:pt x="1412363" y="111869"/>
                  </a:lnTo>
                  <a:lnTo>
                    <a:pt x="1422106" y="119402"/>
                  </a:lnTo>
                  <a:lnTo>
                    <a:pt x="1431850" y="127100"/>
                  </a:lnTo>
                  <a:lnTo>
                    <a:pt x="1441594" y="134949"/>
                  </a:lnTo>
                  <a:lnTo>
                    <a:pt x="1451323" y="142936"/>
                  </a:lnTo>
                  <a:lnTo>
                    <a:pt x="1461067" y="151049"/>
                  </a:lnTo>
                  <a:lnTo>
                    <a:pt x="1470811" y="159275"/>
                  </a:lnTo>
                  <a:lnTo>
                    <a:pt x="1480555" y="167600"/>
                  </a:lnTo>
                  <a:lnTo>
                    <a:pt x="1490284" y="176009"/>
                  </a:lnTo>
                  <a:lnTo>
                    <a:pt x="1500028" y="184488"/>
                  </a:lnTo>
                  <a:lnTo>
                    <a:pt x="1509772" y="193024"/>
                  </a:lnTo>
                  <a:lnTo>
                    <a:pt x="1519516" y="201601"/>
                  </a:lnTo>
                  <a:lnTo>
                    <a:pt x="1529245" y="210204"/>
                  </a:lnTo>
                  <a:lnTo>
                    <a:pt x="1538989" y="218818"/>
                  </a:lnTo>
                  <a:lnTo>
                    <a:pt x="1548733" y="227430"/>
                  </a:lnTo>
                  <a:lnTo>
                    <a:pt x="1558477" y="236022"/>
                  </a:lnTo>
                  <a:lnTo>
                    <a:pt x="1568221" y="244580"/>
                  </a:lnTo>
                  <a:lnTo>
                    <a:pt x="1577950" y="253089"/>
                  </a:lnTo>
                  <a:lnTo>
                    <a:pt x="1587694" y="261535"/>
                  </a:lnTo>
                  <a:lnTo>
                    <a:pt x="1597438" y="269901"/>
                  </a:lnTo>
                  <a:lnTo>
                    <a:pt x="1607182" y="278174"/>
                  </a:lnTo>
                  <a:lnTo>
                    <a:pt x="1616911" y="286341"/>
                  </a:lnTo>
                  <a:lnTo>
                    <a:pt x="1626655" y="294383"/>
                  </a:lnTo>
                  <a:lnTo>
                    <a:pt x="1636399" y="302291"/>
                  </a:lnTo>
                  <a:lnTo>
                    <a:pt x="1646142" y="310048"/>
                  </a:lnTo>
                  <a:lnTo>
                    <a:pt x="1655872" y="317643"/>
                  </a:lnTo>
                  <a:lnTo>
                    <a:pt x="1665616" y="325061"/>
                  </a:lnTo>
                  <a:lnTo>
                    <a:pt x="1675359" y="332292"/>
                  </a:lnTo>
                  <a:lnTo>
                    <a:pt x="1685103" y="339321"/>
                  </a:lnTo>
                  <a:lnTo>
                    <a:pt x="1694832" y="346138"/>
                  </a:lnTo>
                  <a:lnTo>
                    <a:pt x="1704576" y="352732"/>
                  </a:lnTo>
                  <a:lnTo>
                    <a:pt x="1714320" y="359094"/>
                  </a:lnTo>
                  <a:lnTo>
                    <a:pt x="1724064" y="365210"/>
                  </a:lnTo>
                  <a:lnTo>
                    <a:pt x="1733808" y="371074"/>
                  </a:lnTo>
                  <a:lnTo>
                    <a:pt x="1743537" y="376676"/>
                  </a:lnTo>
                  <a:lnTo>
                    <a:pt x="1753281" y="382008"/>
                  </a:lnTo>
                  <a:lnTo>
                    <a:pt x="1763025" y="387064"/>
                  </a:lnTo>
                  <a:lnTo>
                    <a:pt x="1772769" y="391834"/>
                  </a:lnTo>
                  <a:lnTo>
                    <a:pt x="1782498" y="396316"/>
                  </a:lnTo>
                  <a:lnTo>
                    <a:pt x="1792242" y="400501"/>
                  </a:lnTo>
                  <a:lnTo>
                    <a:pt x="1801986" y="404387"/>
                  </a:lnTo>
                  <a:lnTo>
                    <a:pt x="1811730" y="407967"/>
                  </a:lnTo>
                  <a:lnTo>
                    <a:pt x="1821459" y="411242"/>
                  </a:lnTo>
                  <a:lnTo>
                    <a:pt x="1831203" y="414205"/>
                  </a:lnTo>
                  <a:lnTo>
                    <a:pt x="1840947" y="416857"/>
                  </a:lnTo>
                  <a:lnTo>
                    <a:pt x="1850691" y="419196"/>
                  </a:lnTo>
                  <a:lnTo>
                    <a:pt x="1860435" y="421223"/>
                  </a:lnTo>
                  <a:lnTo>
                    <a:pt x="1870164" y="422936"/>
                  </a:lnTo>
                  <a:lnTo>
                    <a:pt x="1879908" y="424338"/>
                  </a:lnTo>
                  <a:lnTo>
                    <a:pt x="1889652" y="425430"/>
                  </a:lnTo>
                  <a:lnTo>
                    <a:pt x="1899395" y="426214"/>
                  </a:lnTo>
                  <a:lnTo>
                    <a:pt x="1909124" y="426695"/>
                  </a:lnTo>
                  <a:lnTo>
                    <a:pt x="1918868" y="426875"/>
                  </a:lnTo>
                  <a:lnTo>
                    <a:pt x="1928612" y="426759"/>
                  </a:lnTo>
                  <a:lnTo>
                    <a:pt x="1938356" y="426354"/>
                  </a:lnTo>
                  <a:lnTo>
                    <a:pt x="1948085" y="425662"/>
                  </a:lnTo>
                  <a:lnTo>
                    <a:pt x="1957829" y="424693"/>
                  </a:lnTo>
                  <a:lnTo>
                    <a:pt x="1967573" y="423450"/>
                  </a:lnTo>
                  <a:lnTo>
                    <a:pt x="1977317" y="421944"/>
                  </a:lnTo>
                  <a:lnTo>
                    <a:pt x="1987046" y="420180"/>
                  </a:lnTo>
                  <a:lnTo>
                    <a:pt x="1996790" y="418168"/>
                  </a:lnTo>
                  <a:lnTo>
                    <a:pt x="2006534" y="415916"/>
                  </a:lnTo>
                  <a:lnTo>
                    <a:pt x="2016278" y="413433"/>
                  </a:lnTo>
                  <a:lnTo>
                    <a:pt x="2026022" y="410731"/>
                  </a:lnTo>
                  <a:lnTo>
                    <a:pt x="2035751" y="407816"/>
                  </a:lnTo>
                  <a:lnTo>
                    <a:pt x="2045495" y="404701"/>
                  </a:lnTo>
                  <a:lnTo>
                    <a:pt x="2055239" y="401396"/>
                  </a:lnTo>
                  <a:lnTo>
                    <a:pt x="2064983" y="397912"/>
                  </a:lnTo>
                  <a:lnTo>
                    <a:pt x="2074712" y="394257"/>
                  </a:lnTo>
                  <a:lnTo>
                    <a:pt x="2084456" y="390446"/>
                  </a:lnTo>
                  <a:lnTo>
                    <a:pt x="2094200" y="386487"/>
                  </a:lnTo>
                  <a:lnTo>
                    <a:pt x="2103944" y="382394"/>
                  </a:lnTo>
                  <a:lnTo>
                    <a:pt x="2113673" y="378176"/>
                  </a:lnTo>
                  <a:lnTo>
                    <a:pt x="2123417" y="373847"/>
                  </a:lnTo>
                  <a:lnTo>
                    <a:pt x="2133161" y="369416"/>
                  </a:lnTo>
                  <a:lnTo>
                    <a:pt x="2142905" y="364897"/>
                  </a:lnTo>
                  <a:lnTo>
                    <a:pt x="2152649" y="360298"/>
                  </a:lnTo>
                  <a:lnTo>
                    <a:pt x="2162377" y="355631"/>
                  </a:lnTo>
                  <a:lnTo>
                    <a:pt x="2172121" y="350910"/>
                  </a:lnTo>
                  <a:lnTo>
                    <a:pt x="2181865" y="346142"/>
                  </a:lnTo>
                  <a:lnTo>
                    <a:pt x="2191609" y="341342"/>
                  </a:lnTo>
                  <a:lnTo>
                    <a:pt x="2201338" y="336514"/>
                  </a:lnTo>
                  <a:lnTo>
                    <a:pt x="2211082" y="331675"/>
                  </a:lnTo>
                  <a:lnTo>
                    <a:pt x="2220826" y="326832"/>
                  </a:lnTo>
                  <a:lnTo>
                    <a:pt x="2230570" y="321992"/>
                  </a:lnTo>
                  <a:lnTo>
                    <a:pt x="2240299" y="317168"/>
                  </a:lnTo>
                  <a:lnTo>
                    <a:pt x="2250043" y="312368"/>
                  </a:lnTo>
                  <a:lnTo>
                    <a:pt x="2259787" y="307600"/>
                  </a:lnTo>
                  <a:lnTo>
                    <a:pt x="2269531" y="302871"/>
                  </a:lnTo>
                  <a:lnTo>
                    <a:pt x="2279260" y="298191"/>
                  </a:lnTo>
                  <a:lnTo>
                    <a:pt x="2289004" y="293567"/>
                  </a:lnTo>
                  <a:lnTo>
                    <a:pt x="2298748" y="289004"/>
                  </a:lnTo>
                  <a:lnTo>
                    <a:pt x="2308492" y="284509"/>
                  </a:lnTo>
                  <a:lnTo>
                    <a:pt x="2318236" y="280089"/>
                  </a:lnTo>
                  <a:lnTo>
                    <a:pt x="2327965" y="275749"/>
                  </a:lnTo>
                  <a:lnTo>
                    <a:pt x="2337709" y="271494"/>
                  </a:lnTo>
                  <a:lnTo>
                    <a:pt x="2347453" y="267328"/>
                  </a:lnTo>
                  <a:lnTo>
                    <a:pt x="2357197" y="263255"/>
                  </a:lnTo>
                  <a:lnTo>
                    <a:pt x="2366926" y="259278"/>
                  </a:lnTo>
                  <a:lnTo>
                    <a:pt x="2376670" y="255401"/>
                  </a:lnTo>
                  <a:lnTo>
                    <a:pt x="2386413" y="251627"/>
                  </a:lnTo>
                  <a:lnTo>
                    <a:pt x="2396157" y="247956"/>
                  </a:lnTo>
                  <a:lnTo>
                    <a:pt x="2405886" y="244392"/>
                  </a:lnTo>
                  <a:lnTo>
                    <a:pt x="2415630" y="240934"/>
                  </a:lnTo>
                  <a:lnTo>
                    <a:pt x="2425374" y="237585"/>
                  </a:lnTo>
                  <a:lnTo>
                    <a:pt x="2435118" y="234343"/>
                  </a:lnTo>
                  <a:lnTo>
                    <a:pt x="2444862" y="231208"/>
                  </a:lnTo>
                  <a:lnTo>
                    <a:pt x="2454591" y="228179"/>
                  </a:lnTo>
                  <a:lnTo>
                    <a:pt x="2464335" y="225258"/>
                  </a:lnTo>
                  <a:lnTo>
                    <a:pt x="2474079" y="222440"/>
                  </a:lnTo>
                  <a:lnTo>
                    <a:pt x="2483823" y="219724"/>
                  </a:lnTo>
                  <a:lnTo>
                    <a:pt x="2493552" y="217108"/>
                  </a:lnTo>
                  <a:lnTo>
                    <a:pt x="2503296" y="214590"/>
                  </a:lnTo>
                  <a:lnTo>
                    <a:pt x="2513040" y="212167"/>
                  </a:lnTo>
                  <a:lnTo>
                    <a:pt x="2522784" y="209836"/>
                  </a:lnTo>
                  <a:lnTo>
                    <a:pt x="2532513" y="207592"/>
                  </a:lnTo>
                  <a:lnTo>
                    <a:pt x="2542257" y="205433"/>
                  </a:lnTo>
                  <a:lnTo>
                    <a:pt x="2552001" y="203355"/>
                  </a:lnTo>
                  <a:lnTo>
                    <a:pt x="2561745" y="201352"/>
                  </a:lnTo>
                  <a:lnTo>
                    <a:pt x="2571474" y="199423"/>
                  </a:lnTo>
                  <a:lnTo>
                    <a:pt x="2581218" y="197561"/>
                  </a:lnTo>
                  <a:lnTo>
                    <a:pt x="2590962" y="195762"/>
                  </a:lnTo>
                  <a:lnTo>
                    <a:pt x="2600705" y="194022"/>
                  </a:lnTo>
                  <a:lnTo>
                    <a:pt x="2610449" y="192335"/>
                  </a:lnTo>
                  <a:lnTo>
                    <a:pt x="2620178" y="190697"/>
                  </a:lnTo>
                  <a:lnTo>
                    <a:pt x="2629922" y="189102"/>
                  </a:lnTo>
                  <a:lnTo>
                    <a:pt x="2639666" y="187548"/>
                  </a:lnTo>
                  <a:lnTo>
                    <a:pt x="2649410" y="186029"/>
                  </a:lnTo>
                  <a:lnTo>
                    <a:pt x="2659139" y="184537"/>
                  </a:lnTo>
                  <a:lnTo>
                    <a:pt x="2668883" y="183071"/>
                  </a:lnTo>
                  <a:lnTo>
                    <a:pt x="2678627" y="181626"/>
                  </a:lnTo>
                  <a:lnTo>
                    <a:pt x="2688371" y="180196"/>
                  </a:lnTo>
                  <a:lnTo>
                    <a:pt x="2698100" y="178776"/>
                  </a:lnTo>
                  <a:lnTo>
                    <a:pt x="2707844" y="177365"/>
                  </a:lnTo>
                  <a:lnTo>
                    <a:pt x="2717588" y="175956"/>
                  </a:lnTo>
                  <a:lnTo>
                    <a:pt x="2727332" y="174545"/>
                  </a:lnTo>
                  <a:lnTo>
                    <a:pt x="2737076" y="173128"/>
                  </a:lnTo>
                  <a:lnTo>
                    <a:pt x="2746805" y="171703"/>
                  </a:lnTo>
                  <a:lnTo>
                    <a:pt x="2756549" y="170267"/>
                  </a:lnTo>
                  <a:lnTo>
                    <a:pt x="2766293" y="168816"/>
                  </a:lnTo>
                  <a:lnTo>
                    <a:pt x="2776037" y="167347"/>
                  </a:lnTo>
                  <a:lnTo>
                    <a:pt x="2785766" y="165857"/>
                  </a:lnTo>
                  <a:lnTo>
                    <a:pt x="2795510" y="164345"/>
                  </a:lnTo>
                  <a:lnTo>
                    <a:pt x="2805254" y="162806"/>
                  </a:lnTo>
                  <a:lnTo>
                    <a:pt x="2814998" y="161241"/>
                  </a:lnTo>
                  <a:lnTo>
                    <a:pt x="2824727" y="159649"/>
                  </a:lnTo>
                  <a:lnTo>
                    <a:pt x="2834471" y="158026"/>
                  </a:lnTo>
                  <a:lnTo>
                    <a:pt x="2844215" y="156372"/>
                  </a:lnTo>
                  <a:lnTo>
                    <a:pt x="2853958" y="154687"/>
                  </a:lnTo>
                  <a:lnTo>
                    <a:pt x="2863687" y="152971"/>
                  </a:lnTo>
                  <a:lnTo>
                    <a:pt x="2873431" y="151222"/>
                  </a:lnTo>
                  <a:lnTo>
                    <a:pt x="2883175" y="149441"/>
                  </a:lnTo>
                  <a:lnTo>
                    <a:pt x="2892919" y="147630"/>
                  </a:lnTo>
                  <a:lnTo>
                    <a:pt x="2902663" y="145788"/>
                  </a:lnTo>
                  <a:lnTo>
                    <a:pt x="2912392" y="14391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5" name="Freeform 884">
              <a:extLst>
                <a:ext uri="{FF2B5EF4-FFF2-40B4-BE49-F238E27FC236}">
                  <a16:creationId xmlns:a16="http://schemas.microsoft.com/office/drawing/2014/main" id="{69EB802B-8D6B-47F5-9C18-42AFC4E6024F}"/>
                </a:ext>
              </a:extLst>
            </p:cNvPr>
            <p:cNvSpPr/>
            <p:nvPr/>
          </p:nvSpPr>
          <p:spPr>
            <a:xfrm>
              <a:off x="576446" y="3394127"/>
              <a:ext cx="2912392" cy="452528"/>
            </a:xfrm>
            <a:custGeom>
              <a:avLst/>
              <a:gdLst>
                <a:gd name="connsiteX0" fmla="*/ 0 w 2912392"/>
                <a:gd name="connsiteY0" fmla="*/ 281807 h 452528"/>
                <a:gd name="connsiteX1" fmla="*/ 9739 w 2912392"/>
                <a:gd name="connsiteY1" fmla="*/ 291780 h 452528"/>
                <a:gd name="connsiteX2" fmla="*/ 19480 w 2912392"/>
                <a:gd name="connsiteY2" fmla="*/ 301448 h 452528"/>
                <a:gd name="connsiteX3" fmla="*/ 29221 w 2912392"/>
                <a:gd name="connsiteY3" fmla="*/ 310797 h 452528"/>
                <a:gd name="connsiteX4" fmla="*/ 38961 w 2912392"/>
                <a:gd name="connsiteY4" fmla="*/ 319817 h 452528"/>
                <a:gd name="connsiteX5" fmla="*/ 48702 w 2912392"/>
                <a:gd name="connsiteY5" fmla="*/ 328493 h 452528"/>
                <a:gd name="connsiteX6" fmla="*/ 58443 w 2912392"/>
                <a:gd name="connsiteY6" fmla="*/ 336817 h 452528"/>
                <a:gd name="connsiteX7" fmla="*/ 68182 w 2912392"/>
                <a:gd name="connsiteY7" fmla="*/ 344777 h 452528"/>
                <a:gd name="connsiteX8" fmla="*/ 77923 w 2912392"/>
                <a:gd name="connsiteY8" fmla="*/ 352365 h 452528"/>
                <a:gd name="connsiteX9" fmla="*/ 87664 w 2912392"/>
                <a:gd name="connsiteY9" fmla="*/ 359571 h 452528"/>
                <a:gd name="connsiteX10" fmla="*/ 97404 w 2912392"/>
                <a:gd name="connsiteY10" fmla="*/ 366387 h 452528"/>
                <a:gd name="connsiteX11" fmla="*/ 107145 w 2912392"/>
                <a:gd name="connsiteY11" fmla="*/ 372808 h 452528"/>
                <a:gd name="connsiteX12" fmla="*/ 116886 w 2912392"/>
                <a:gd name="connsiteY12" fmla="*/ 378825 h 452528"/>
                <a:gd name="connsiteX13" fmla="*/ 126625 w 2912392"/>
                <a:gd name="connsiteY13" fmla="*/ 384432 h 452528"/>
                <a:gd name="connsiteX14" fmla="*/ 136366 w 2912392"/>
                <a:gd name="connsiteY14" fmla="*/ 389628 h 452528"/>
                <a:gd name="connsiteX15" fmla="*/ 146107 w 2912392"/>
                <a:gd name="connsiteY15" fmla="*/ 394406 h 452528"/>
                <a:gd name="connsiteX16" fmla="*/ 155846 w 2912392"/>
                <a:gd name="connsiteY16" fmla="*/ 398762 h 452528"/>
                <a:gd name="connsiteX17" fmla="*/ 165587 w 2912392"/>
                <a:gd name="connsiteY17" fmla="*/ 402697 h 452528"/>
                <a:gd name="connsiteX18" fmla="*/ 175328 w 2912392"/>
                <a:gd name="connsiteY18" fmla="*/ 406207 h 452528"/>
                <a:gd name="connsiteX19" fmla="*/ 185068 w 2912392"/>
                <a:gd name="connsiteY19" fmla="*/ 409294 h 452528"/>
                <a:gd name="connsiteX20" fmla="*/ 194809 w 2912392"/>
                <a:gd name="connsiteY20" fmla="*/ 411955 h 452528"/>
                <a:gd name="connsiteX21" fmla="*/ 204550 w 2912392"/>
                <a:gd name="connsiteY21" fmla="*/ 414192 h 452528"/>
                <a:gd name="connsiteX22" fmla="*/ 214289 w 2912392"/>
                <a:gd name="connsiteY22" fmla="*/ 416008 h 452528"/>
                <a:gd name="connsiteX23" fmla="*/ 224030 w 2912392"/>
                <a:gd name="connsiteY23" fmla="*/ 417405 h 452528"/>
                <a:gd name="connsiteX24" fmla="*/ 233771 w 2912392"/>
                <a:gd name="connsiteY24" fmla="*/ 418387 h 452528"/>
                <a:gd name="connsiteX25" fmla="*/ 243510 w 2912392"/>
                <a:gd name="connsiteY25" fmla="*/ 418958 h 452528"/>
                <a:gd name="connsiteX26" fmla="*/ 253251 w 2912392"/>
                <a:gd name="connsiteY26" fmla="*/ 419122 h 452528"/>
                <a:gd name="connsiteX27" fmla="*/ 262992 w 2912392"/>
                <a:gd name="connsiteY27" fmla="*/ 418885 h 452528"/>
                <a:gd name="connsiteX28" fmla="*/ 272732 w 2912392"/>
                <a:gd name="connsiteY28" fmla="*/ 418253 h 452528"/>
                <a:gd name="connsiteX29" fmla="*/ 282473 w 2912392"/>
                <a:gd name="connsiteY29" fmla="*/ 417236 h 452528"/>
                <a:gd name="connsiteX30" fmla="*/ 292214 w 2912392"/>
                <a:gd name="connsiteY30" fmla="*/ 415838 h 452528"/>
                <a:gd name="connsiteX31" fmla="*/ 301953 w 2912392"/>
                <a:gd name="connsiteY31" fmla="*/ 414070 h 452528"/>
                <a:gd name="connsiteX32" fmla="*/ 311694 w 2912392"/>
                <a:gd name="connsiteY32" fmla="*/ 411939 h 452528"/>
                <a:gd name="connsiteX33" fmla="*/ 321435 w 2912392"/>
                <a:gd name="connsiteY33" fmla="*/ 409457 h 452528"/>
                <a:gd name="connsiteX34" fmla="*/ 331175 w 2912392"/>
                <a:gd name="connsiteY34" fmla="*/ 406632 h 452528"/>
                <a:gd name="connsiteX35" fmla="*/ 340916 w 2912392"/>
                <a:gd name="connsiteY35" fmla="*/ 403475 h 452528"/>
                <a:gd name="connsiteX36" fmla="*/ 350656 w 2912392"/>
                <a:gd name="connsiteY36" fmla="*/ 399999 h 452528"/>
                <a:gd name="connsiteX37" fmla="*/ 360396 w 2912392"/>
                <a:gd name="connsiteY37" fmla="*/ 396213 h 452528"/>
                <a:gd name="connsiteX38" fmla="*/ 370137 w 2912392"/>
                <a:gd name="connsiteY38" fmla="*/ 392131 h 452528"/>
                <a:gd name="connsiteX39" fmla="*/ 379878 w 2912392"/>
                <a:gd name="connsiteY39" fmla="*/ 387764 h 452528"/>
                <a:gd name="connsiteX40" fmla="*/ 389617 w 2912392"/>
                <a:gd name="connsiteY40" fmla="*/ 383126 h 452528"/>
                <a:gd name="connsiteX41" fmla="*/ 399358 w 2912392"/>
                <a:gd name="connsiteY41" fmla="*/ 378229 h 452528"/>
                <a:gd name="connsiteX42" fmla="*/ 409099 w 2912392"/>
                <a:gd name="connsiteY42" fmla="*/ 373085 h 452528"/>
                <a:gd name="connsiteX43" fmla="*/ 418839 w 2912392"/>
                <a:gd name="connsiteY43" fmla="*/ 367711 h 452528"/>
                <a:gd name="connsiteX44" fmla="*/ 428580 w 2912392"/>
                <a:gd name="connsiteY44" fmla="*/ 362120 h 452528"/>
                <a:gd name="connsiteX45" fmla="*/ 438321 w 2912392"/>
                <a:gd name="connsiteY45" fmla="*/ 356323 h 452528"/>
                <a:gd name="connsiteX46" fmla="*/ 448060 w 2912392"/>
                <a:gd name="connsiteY46" fmla="*/ 350335 h 452528"/>
                <a:gd name="connsiteX47" fmla="*/ 457801 w 2912392"/>
                <a:gd name="connsiteY47" fmla="*/ 344171 h 452528"/>
                <a:gd name="connsiteX48" fmla="*/ 467542 w 2912392"/>
                <a:gd name="connsiteY48" fmla="*/ 337846 h 452528"/>
                <a:gd name="connsiteX49" fmla="*/ 477281 w 2912392"/>
                <a:gd name="connsiteY49" fmla="*/ 331371 h 452528"/>
                <a:gd name="connsiteX50" fmla="*/ 487022 w 2912392"/>
                <a:gd name="connsiteY50" fmla="*/ 324764 h 452528"/>
                <a:gd name="connsiteX51" fmla="*/ 496763 w 2912392"/>
                <a:gd name="connsiteY51" fmla="*/ 318037 h 452528"/>
                <a:gd name="connsiteX52" fmla="*/ 506503 w 2912392"/>
                <a:gd name="connsiteY52" fmla="*/ 311202 h 452528"/>
                <a:gd name="connsiteX53" fmla="*/ 516244 w 2912392"/>
                <a:gd name="connsiteY53" fmla="*/ 304276 h 452528"/>
                <a:gd name="connsiteX54" fmla="*/ 525985 w 2912392"/>
                <a:gd name="connsiteY54" fmla="*/ 297270 h 452528"/>
                <a:gd name="connsiteX55" fmla="*/ 535724 w 2912392"/>
                <a:gd name="connsiteY55" fmla="*/ 290201 h 452528"/>
                <a:gd name="connsiteX56" fmla="*/ 545465 w 2912392"/>
                <a:gd name="connsiteY56" fmla="*/ 283079 h 452528"/>
                <a:gd name="connsiteX57" fmla="*/ 555206 w 2912392"/>
                <a:gd name="connsiteY57" fmla="*/ 275917 h 452528"/>
                <a:gd name="connsiteX58" fmla="*/ 564946 w 2912392"/>
                <a:gd name="connsiteY58" fmla="*/ 268730 h 452528"/>
                <a:gd name="connsiteX59" fmla="*/ 574687 w 2912392"/>
                <a:gd name="connsiteY59" fmla="*/ 261528 h 452528"/>
                <a:gd name="connsiteX60" fmla="*/ 584428 w 2912392"/>
                <a:gd name="connsiteY60" fmla="*/ 254324 h 452528"/>
                <a:gd name="connsiteX61" fmla="*/ 594167 w 2912392"/>
                <a:gd name="connsiteY61" fmla="*/ 247129 h 452528"/>
                <a:gd name="connsiteX62" fmla="*/ 603908 w 2912392"/>
                <a:gd name="connsiteY62" fmla="*/ 239956 h 452528"/>
                <a:gd name="connsiteX63" fmla="*/ 613649 w 2912392"/>
                <a:gd name="connsiteY63" fmla="*/ 232815 h 452528"/>
                <a:gd name="connsiteX64" fmla="*/ 623388 w 2912392"/>
                <a:gd name="connsiteY64" fmla="*/ 225715 h 452528"/>
                <a:gd name="connsiteX65" fmla="*/ 633129 w 2912392"/>
                <a:gd name="connsiteY65" fmla="*/ 218668 h 452528"/>
                <a:gd name="connsiteX66" fmla="*/ 642870 w 2912392"/>
                <a:gd name="connsiteY66" fmla="*/ 211682 h 452528"/>
                <a:gd name="connsiteX67" fmla="*/ 652610 w 2912392"/>
                <a:gd name="connsiteY67" fmla="*/ 204769 h 452528"/>
                <a:gd name="connsiteX68" fmla="*/ 662351 w 2912392"/>
                <a:gd name="connsiteY68" fmla="*/ 197934 h 452528"/>
                <a:gd name="connsiteX69" fmla="*/ 672092 w 2912392"/>
                <a:gd name="connsiteY69" fmla="*/ 191187 h 452528"/>
                <a:gd name="connsiteX70" fmla="*/ 681831 w 2912392"/>
                <a:gd name="connsiteY70" fmla="*/ 184536 h 452528"/>
                <a:gd name="connsiteX71" fmla="*/ 691572 w 2912392"/>
                <a:gd name="connsiteY71" fmla="*/ 177988 h 452528"/>
                <a:gd name="connsiteX72" fmla="*/ 701313 w 2912392"/>
                <a:gd name="connsiteY72" fmla="*/ 171548 h 452528"/>
                <a:gd name="connsiteX73" fmla="*/ 711052 w 2912392"/>
                <a:gd name="connsiteY73" fmla="*/ 165225 h 452528"/>
                <a:gd name="connsiteX74" fmla="*/ 720793 w 2912392"/>
                <a:gd name="connsiteY74" fmla="*/ 159023 h 452528"/>
                <a:gd name="connsiteX75" fmla="*/ 730534 w 2912392"/>
                <a:gd name="connsiteY75" fmla="*/ 152947 h 452528"/>
                <a:gd name="connsiteX76" fmla="*/ 740274 w 2912392"/>
                <a:gd name="connsiteY76" fmla="*/ 147002 h 452528"/>
                <a:gd name="connsiteX77" fmla="*/ 750015 w 2912392"/>
                <a:gd name="connsiteY77" fmla="*/ 141193 h 452528"/>
                <a:gd name="connsiteX78" fmla="*/ 759756 w 2912392"/>
                <a:gd name="connsiteY78" fmla="*/ 135521 h 452528"/>
                <a:gd name="connsiteX79" fmla="*/ 769495 w 2912392"/>
                <a:gd name="connsiteY79" fmla="*/ 129994 h 452528"/>
                <a:gd name="connsiteX80" fmla="*/ 779236 w 2912392"/>
                <a:gd name="connsiteY80" fmla="*/ 124609 h 452528"/>
                <a:gd name="connsiteX81" fmla="*/ 788977 w 2912392"/>
                <a:gd name="connsiteY81" fmla="*/ 119371 h 452528"/>
                <a:gd name="connsiteX82" fmla="*/ 798717 w 2912392"/>
                <a:gd name="connsiteY82" fmla="*/ 114281 h 452528"/>
                <a:gd name="connsiteX83" fmla="*/ 808458 w 2912392"/>
                <a:gd name="connsiteY83" fmla="*/ 109342 h 452528"/>
                <a:gd name="connsiteX84" fmla="*/ 818199 w 2912392"/>
                <a:gd name="connsiteY84" fmla="*/ 104554 h 452528"/>
                <a:gd name="connsiteX85" fmla="*/ 827938 w 2912392"/>
                <a:gd name="connsiteY85" fmla="*/ 99916 h 452528"/>
                <a:gd name="connsiteX86" fmla="*/ 837679 w 2912392"/>
                <a:gd name="connsiteY86" fmla="*/ 95428 h 452528"/>
                <a:gd name="connsiteX87" fmla="*/ 847420 w 2912392"/>
                <a:gd name="connsiteY87" fmla="*/ 91092 h 452528"/>
                <a:gd name="connsiteX88" fmla="*/ 857159 w 2912392"/>
                <a:gd name="connsiteY88" fmla="*/ 86906 h 452528"/>
                <a:gd name="connsiteX89" fmla="*/ 866900 w 2912392"/>
                <a:gd name="connsiteY89" fmla="*/ 82867 h 452528"/>
                <a:gd name="connsiteX90" fmla="*/ 876641 w 2912392"/>
                <a:gd name="connsiteY90" fmla="*/ 78977 h 452528"/>
                <a:gd name="connsiteX91" fmla="*/ 886381 w 2912392"/>
                <a:gd name="connsiteY91" fmla="*/ 75229 h 452528"/>
                <a:gd name="connsiteX92" fmla="*/ 896122 w 2912392"/>
                <a:gd name="connsiteY92" fmla="*/ 71627 h 452528"/>
                <a:gd name="connsiteX93" fmla="*/ 905863 w 2912392"/>
                <a:gd name="connsiteY93" fmla="*/ 68166 h 452528"/>
                <a:gd name="connsiteX94" fmla="*/ 915602 w 2912392"/>
                <a:gd name="connsiteY94" fmla="*/ 64842 h 452528"/>
                <a:gd name="connsiteX95" fmla="*/ 925343 w 2912392"/>
                <a:gd name="connsiteY95" fmla="*/ 61653 h 452528"/>
                <a:gd name="connsiteX96" fmla="*/ 935084 w 2912392"/>
                <a:gd name="connsiteY96" fmla="*/ 58596 h 452528"/>
                <a:gd name="connsiteX97" fmla="*/ 944824 w 2912392"/>
                <a:gd name="connsiteY97" fmla="*/ 55669 h 452528"/>
                <a:gd name="connsiteX98" fmla="*/ 954564 w 2912392"/>
                <a:gd name="connsiteY98" fmla="*/ 52866 h 452528"/>
                <a:gd name="connsiteX99" fmla="*/ 964305 w 2912392"/>
                <a:gd name="connsiteY99" fmla="*/ 50186 h 452528"/>
                <a:gd name="connsiteX100" fmla="*/ 974045 w 2912392"/>
                <a:gd name="connsiteY100" fmla="*/ 47623 h 452528"/>
                <a:gd name="connsiteX101" fmla="*/ 983786 w 2912392"/>
                <a:gd name="connsiteY101" fmla="*/ 45174 h 452528"/>
                <a:gd name="connsiteX102" fmla="*/ 993522 w 2912392"/>
                <a:gd name="connsiteY102" fmla="*/ 42836 h 452528"/>
                <a:gd name="connsiteX103" fmla="*/ 1003266 w 2912392"/>
                <a:gd name="connsiteY103" fmla="*/ 40604 h 452528"/>
                <a:gd name="connsiteX104" fmla="*/ 1013010 w 2912392"/>
                <a:gd name="connsiteY104" fmla="*/ 38475 h 452528"/>
                <a:gd name="connsiteX105" fmla="*/ 1022754 w 2912392"/>
                <a:gd name="connsiteY105" fmla="*/ 36443 h 452528"/>
                <a:gd name="connsiteX106" fmla="*/ 1032483 w 2912392"/>
                <a:gd name="connsiteY106" fmla="*/ 34506 h 452528"/>
                <a:gd name="connsiteX107" fmla="*/ 1042227 w 2912392"/>
                <a:gd name="connsiteY107" fmla="*/ 32659 h 452528"/>
                <a:gd name="connsiteX108" fmla="*/ 1051971 w 2912392"/>
                <a:gd name="connsiteY108" fmla="*/ 30899 h 452528"/>
                <a:gd name="connsiteX109" fmla="*/ 1061715 w 2912392"/>
                <a:gd name="connsiteY109" fmla="*/ 29220 h 452528"/>
                <a:gd name="connsiteX110" fmla="*/ 1071444 w 2912392"/>
                <a:gd name="connsiteY110" fmla="*/ 27620 h 452528"/>
                <a:gd name="connsiteX111" fmla="*/ 1081188 w 2912392"/>
                <a:gd name="connsiteY111" fmla="*/ 26094 h 452528"/>
                <a:gd name="connsiteX112" fmla="*/ 1090932 w 2912392"/>
                <a:gd name="connsiteY112" fmla="*/ 24638 h 452528"/>
                <a:gd name="connsiteX113" fmla="*/ 1100676 w 2912392"/>
                <a:gd name="connsiteY113" fmla="*/ 23251 h 452528"/>
                <a:gd name="connsiteX114" fmla="*/ 1110405 w 2912392"/>
                <a:gd name="connsiteY114" fmla="*/ 21928 h 452528"/>
                <a:gd name="connsiteX115" fmla="*/ 1120149 w 2912392"/>
                <a:gd name="connsiteY115" fmla="*/ 20665 h 452528"/>
                <a:gd name="connsiteX116" fmla="*/ 1129893 w 2912392"/>
                <a:gd name="connsiteY116" fmla="*/ 19460 h 452528"/>
                <a:gd name="connsiteX117" fmla="*/ 1139637 w 2912392"/>
                <a:gd name="connsiteY117" fmla="*/ 18308 h 452528"/>
                <a:gd name="connsiteX118" fmla="*/ 1149381 w 2912392"/>
                <a:gd name="connsiteY118" fmla="*/ 17208 h 452528"/>
                <a:gd name="connsiteX119" fmla="*/ 1159110 w 2912392"/>
                <a:gd name="connsiteY119" fmla="*/ 16156 h 452528"/>
                <a:gd name="connsiteX120" fmla="*/ 1168854 w 2912392"/>
                <a:gd name="connsiteY120" fmla="*/ 15152 h 452528"/>
                <a:gd name="connsiteX121" fmla="*/ 1178598 w 2912392"/>
                <a:gd name="connsiteY121" fmla="*/ 14190 h 452528"/>
                <a:gd name="connsiteX122" fmla="*/ 1188341 w 2912392"/>
                <a:gd name="connsiteY122" fmla="*/ 13270 h 452528"/>
                <a:gd name="connsiteX123" fmla="*/ 1198070 w 2912392"/>
                <a:gd name="connsiteY123" fmla="*/ 12390 h 452528"/>
                <a:gd name="connsiteX124" fmla="*/ 1207814 w 2912392"/>
                <a:gd name="connsiteY124" fmla="*/ 11548 h 452528"/>
                <a:gd name="connsiteX125" fmla="*/ 1217558 w 2912392"/>
                <a:gd name="connsiteY125" fmla="*/ 10742 h 452528"/>
                <a:gd name="connsiteX126" fmla="*/ 1227302 w 2912392"/>
                <a:gd name="connsiteY126" fmla="*/ 9970 h 452528"/>
                <a:gd name="connsiteX127" fmla="*/ 1237031 w 2912392"/>
                <a:gd name="connsiteY127" fmla="*/ 9231 h 452528"/>
                <a:gd name="connsiteX128" fmla="*/ 1246775 w 2912392"/>
                <a:gd name="connsiteY128" fmla="*/ 8524 h 452528"/>
                <a:gd name="connsiteX129" fmla="*/ 1256519 w 2912392"/>
                <a:gd name="connsiteY129" fmla="*/ 7847 h 452528"/>
                <a:gd name="connsiteX130" fmla="*/ 1266263 w 2912392"/>
                <a:gd name="connsiteY130" fmla="*/ 7202 h 452528"/>
                <a:gd name="connsiteX131" fmla="*/ 1276007 w 2912392"/>
                <a:gd name="connsiteY131" fmla="*/ 6585 h 452528"/>
                <a:gd name="connsiteX132" fmla="*/ 1285736 w 2912392"/>
                <a:gd name="connsiteY132" fmla="*/ 5997 h 452528"/>
                <a:gd name="connsiteX133" fmla="*/ 1295480 w 2912392"/>
                <a:gd name="connsiteY133" fmla="*/ 5437 h 452528"/>
                <a:gd name="connsiteX134" fmla="*/ 1305224 w 2912392"/>
                <a:gd name="connsiteY134" fmla="*/ 4903 h 452528"/>
                <a:gd name="connsiteX135" fmla="*/ 1314968 w 2912392"/>
                <a:gd name="connsiteY135" fmla="*/ 4398 h 452528"/>
                <a:gd name="connsiteX136" fmla="*/ 1324697 w 2912392"/>
                <a:gd name="connsiteY136" fmla="*/ 3920 h 452528"/>
                <a:gd name="connsiteX137" fmla="*/ 1334441 w 2912392"/>
                <a:gd name="connsiteY137" fmla="*/ 3470 h 452528"/>
                <a:gd name="connsiteX138" fmla="*/ 1344185 w 2912392"/>
                <a:gd name="connsiteY138" fmla="*/ 3045 h 452528"/>
                <a:gd name="connsiteX139" fmla="*/ 1353929 w 2912392"/>
                <a:gd name="connsiteY139" fmla="*/ 2649 h 452528"/>
                <a:gd name="connsiteX140" fmla="*/ 1363658 w 2912392"/>
                <a:gd name="connsiteY140" fmla="*/ 2280 h 452528"/>
                <a:gd name="connsiteX141" fmla="*/ 1373402 w 2912392"/>
                <a:gd name="connsiteY141" fmla="*/ 1937 h 452528"/>
                <a:gd name="connsiteX142" fmla="*/ 1383146 w 2912392"/>
                <a:gd name="connsiteY142" fmla="*/ 1621 h 452528"/>
                <a:gd name="connsiteX143" fmla="*/ 1392890 w 2912392"/>
                <a:gd name="connsiteY143" fmla="*/ 1333 h 452528"/>
                <a:gd name="connsiteX144" fmla="*/ 1402619 w 2912392"/>
                <a:gd name="connsiteY144" fmla="*/ 1074 h 452528"/>
                <a:gd name="connsiteX145" fmla="*/ 1412363 w 2912392"/>
                <a:gd name="connsiteY145" fmla="*/ 842 h 452528"/>
                <a:gd name="connsiteX146" fmla="*/ 1422106 w 2912392"/>
                <a:gd name="connsiteY146" fmla="*/ 638 h 452528"/>
                <a:gd name="connsiteX147" fmla="*/ 1431850 w 2912392"/>
                <a:gd name="connsiteY147" fmla="*/ 462 h 452528"/>
                <a:gd name="connsiteX148" fmla="*/ 1441594 w 2912392"/>
                <a:gd name="connsiteY148" fmla="*/ 314 h 452528"/>
                <a:gd name="connsiteX149" fmla="*/ 1451323 w 2912392"/>
                <a:gd name="connsiteY149" fmla="*/ 195 h 452528"/>
                <a:gd name="connsiteX150" fmla="*/ 1461067 w 2912392"/>
                <a:gd name="connsiteY150" fmla="*/ 104 h 452528"/>
                <a:gd name="connsiteX151" fmla="*/ 1470811 w 2912392"/>
                <a:gd name="connsiteY151" fmla="*/ 42 h 452528"/>
                <a:gd name="connsiteX152" fmla="*/ 1480555 w 2912392"/>
                <a:gd name="connsiteY152" fmla="*/ 7 h 452528"/>
                <a:gd name="connsiteX153" fmla="*/ 1490284 w 2912392"/>
                <a:gd name="connsiteY153" fmla="*/ 0 h 452528"/>
                <a:gd name="connsiteX154" fmla="*/ 1500028 w 2912392"/>
                <a:gd name="connsiteY154" fmla="*/ 22 h 452528"/>
                <a:gd name="connsiteX155" fmla="*/ 1509772 w 2912392"/>
                <a:gd name="connsiteY155" fmla="*/ 72 h 452528"/>
                <a:gd name="connsiteX156" fmla="*/ 1519516 w 2912392"/>
                <a:gd name="connsiteY156" fmla="*/ 147 h 452528"/>
                <a:gd name="connsiteX157" fmla="*/ 1529245 w 2912392"/>
                <a:gd name="connsiteY157" fmla="*/ 252 h 452528"/>
                <a:gd name="connsiteX158" fmla="*/ 1538989 w 2912392"/>
                <a:gd name="connsiteY158" fmla="*/ 381 h 452528"/>
                <a:gd name="connsiteX159" fmla="*/ 1548733 w 2912392"/>
                <a:gd name="connsiteY159" fmla="*/ 538 h 452528"/>
                <a:gd name="connsiteX160" fmla="*/ 1558477 w 2912392"/>
                <a:gd name="connsiteY160" fmla="*/ 720 h 452528"/>
                <a:gd name="connsiteX161" fmla="*/ 1568221 w 2912392"/>
                <a:gd name="connsiteY161" fmla="*/ 925 h 452528"/>
                <a:gd name="connsiteX162" fmla="*/ 1577950 w 2912392"/>
                <a:gd name="connsiteY162" fmla="*/ 1156 h 452528"/>
                <a:gd name="connsiteX163" fmla="*/ 1587694 w 2912392"/>
                <a:gd name="connsiteY163" fmla="*/ 1409 h 452528"/>
                <a:gd name="connsiteX164" fmla="*/ 1597438 w 2912392"/>
                <a:gd name="connsiteY164" fmla="*/ 1687 h 452528"/>
                <a:gd name="connsiteX165" fmla="*/ 1607182 w 2912392"/>
                <a:gd name="connsiteY165" fmla="*/ 1986 h 452528"/>
                <a:gd name="connsiteX166" fmla="*/ 1616911 w 2912392"/>
                <a:gd name="connsiteY166" fmla="*/ 2306 h 452528"/>
                <a:gd name="connsiteX167" fmla="*/ 1626655 w 2912392"/>
                <a:gd name="connsiteY167" fmla="*/ 2648 h 452528"/>
                <a:gd name="connsiteX168" fmla="*/ 1636399 w 2912392"/>
                <a:gd name="connsiteY168" fmla="*/ 3008 h 452528"/>
                <a:gd name="connsiteX169" fmla="*/ 1646142 w 2912392"/>
                <a:gd name="connsiteY169" fmla="*/ 3388 h 452528"/>
                <a:gd name="connsiteX170" fmla="*/ 1655872 w 2912392"/>
                <a:gd name="connsiteY170" fmla="*/ 3786 h 452528"/>
                <a:gd name="connsiteX171" fmla="*/ 1665616 w 2912392"/>
                <a:gd name="connsiteY171" fmla="*/ 4202 h 452528"/>
                <a:gd name="connsiteX172" fmla="*/ 1675359 w 2912392"/>
                <a:gd name="connsiteY172" fmla="*/ 4634 h 452528"/>
                <a:gd name="connsiteX173" fmla="*/ 1685103 w 2912392"/>
                <a:gd name="connsiteY173" fmla="*/ 5084 h 452528"/>
                <a:gd name="connsiteX174" fmla="*/ 1694832 w 2912392"/>
                <a:gd name="connsiteY174" fmla="*/ 5548 h 452528"/>
                <a:gd name="connsiteX175" fmla="*/ 1704576 w 2912392"/>
                <a:gd name="connsiteY175" fmla="*/ 6030 h 452528"/>
                <a:gd name="connsiteX176" fmla="*/ 1714320 w 2912392"/>
                <a:gd name="connsiteY176" fmla="*/ 6526 h 452528"/>
                <a:gd name="connsiteX177" fmla="*/ 1724064 w 2912392"/>
                <a:gd name="connsiteY177" fmla="*/ 7038 h 452528"/>
                <a:gd name="connsiteX178" fmla="*/ 1733808 w 2912392"/>
                <a:gd name="connsiteY178" fmla="*/ 7564 h 452528"/>
                <a:gd name="connsiteX179" fmla="*/ 1743537 w 2912392"/>
                <a:gd name="connsiteY179" fmla="*/ 8107 h 452528"/>
                <a:gd name="connsiteX180" fmla="*/ 1753281 w 2912392"/>
                <a:gd name="connsiteY180" fmla="*/ 8665 h 452528"/>
                <a:gd name="connsiteX181" fmla="*/ 1763025 w 2912392"/>
                <a:gd name="connsiteY181" fmla="*/ 9239 h 452528"/>
                <a:gd name="connsiteX182" fmla="*/ 1772769 w 2912392"/>
                <a:gd name="connsiteY182" fmla="*/ 9830 h 452528"/>
                <a:gd name="connsiteX183" fmla="*/ 1782498 w 2912392"/>
                <a:gd name="connsiteY183" fmla="*/ 10440 h 452528"/>
                <a:gd name="connsiteX184" fmla="*/ 1792242 w 2912392"/>
                <a:gd name="connsiteY184" fmla="*/ 11067 h 452528"/>
                <a:gd name="connsiteX185" fmla="*/ 1801986 w 2912392"/>
                <a:gd name="connsiteY185" fmla="*/ 11714 h 452528"/>
                <a:gd name="connsiteX186" fmla="*/ 1811730 w 2912392"/>
                <a:gd name="connsiteY186" fmla="*/ 12383 h 452528"/>
                <a:gd name="connsiteX187" fmla="*/ 1821459 w 2912392"/>
                <a:gd name="connsiteY187" fmla="*/ 13075 h 452528"/>
                <a:gd name="connsiteX188" fmla="*/ 1831203 w 2912392"/>
                <a:gd name="connsiteY188" fmla="*/ 13792 h 452528"/>
                <a:gd name="connsiteX189" fmla="*/ 1840947 w 2912392"/>
                <a:gd name="connsiteY189" fmla="*/ 14535 h 452528"/>
                <a:gd name="connsiteX190" fmla="*/ 1850691 w 2912392"/>
                <a:gd name="connsiteY190" fmla="*/ 15310 h 452528"/>
                <a:gd name="connsiteX191" fmla="*/ 1860435 w 2912392"/>
                <a:gd name="connsiteY191" fmla="*/ 16116 h 452528"/>
                <a:gd name="connsiteX192" fmla="*/ 1870164 w 2912392"/>
                <a:gd name="connsiteY192" fmla="*/ 16957 h 452528"/>
                <a:gd name="connsiteX193" fmla="*/ 1879908 w 2912392"/>
                <a:gd name="connsiteY193" fmla="*/ 17837 h 452528"/>
                <a:gd name="connsiteX194" fmla="*/ 1889652 w 2912392"/>
                <a:gd name="connsiteY194" fmla="*/ 18758 h 452528"/>
                <a:gd name="connsiteX195" fmla="*/ 1899395 w 2912392"/>
                <a:gd name="connsiteY195" fmla="*/ 19723 h 452528"/>
                <a:gd name="connsiteX196" fmla="*/ 1909124 w 2912392"/>
                <a:gd name="connsiteY196" fmla="*/ 20739 h 452528"/>
                <a:gd name="connsiteX197" fmla="*/ 1918868 w 2912392"/>
                <a:gd name="connsiteY197" fmla="*/ 21808 h 452528"/>
                <a:gd name="connsiteX198" fmla="*/ 1928612 w 2912392"/>
                <a:gd name="connsiteY198" fmla="*/ 22933 h 452528"/>
                <a:gd name="connsiteX199" fmla="*/ 1938356 w 2912392"/>
                <a:gd name="connsiteY199" fmla="*/ 24120 h 452528"/>
                <a:gd name="connsiteX200" fmla="*/ 1948085 w 2912392"/>
                <a:gd name="connsiteY200" fmla="*/ 25373 h 452528"/>
                <a:gd name="connsiteX201" fmla="*/ 1957829 w 2912392"/>
                <a:gd name="connsiteY201" fmla="*/ 26697 h 452528"/>
                <a:gd name="connsiteX202" fmla="*/ 1967573 w 2912392"/>
                <a:gd name="connsiteY202" fmla="*/ 28098 h 452528"/>
                <a:gd name="connsiteX203" fmla="*/ 1977317 w 2912392"/>
                <a:gd name="connsiteY203" fmla="*/ 29580 h 452528"/>
                <a:gd name="connsiteX204" fmla="*/ 1987046 w 2912392"/>
                <a:gd name="connsiteY204" fmla="*/ 31148 h 452528"/>
                <a:gd name="connsiteX205" fmla="*/ 1996790 w 2912392"/>
                <a:gd name="connsiteY205" fmla="*/ 32806 h 452528"/>
                <a:gd name="connsiteX206" fmla="*/ 2006534 w 2912392"/>
                <a:gd name="connsiteY206" fmla="*/ 34561 h 452528"/>
                <a:gd name="connsiteX207" fmla="*/ 2016278 w 2912392"/>
                <a:gd name="connsiteY207" fmla="*/ 36419 h 452528"/>
                <a:gd name="connsiteX208" fmla="*/ 2026022 w 2912392"/>
                <a:gd name="connsiteY208" fmla="*/ 38384 h 452528"/>
                <a:gd name="connsiteX209" fmla="*/ 2035751 w 2912392"/>
                <a:gd name="connsiteY209" fmla="*/ 40461 h 452528"/>
                <a:gd name="connsiteX210" fmla="*/ 2045495 w 2912392"/>
                <a:gd name="connsiteY210" fmla="*/ 42657 h 452528"/>
                <a:gd name="connsiteX211" fmla="*/ 2055239 w 2912392"/>
                <a:gd name="connsiteY211" fmla="*/ 44977 h 452528"/>
                <a:gd name="connsiteX212" fmla="*/ 2064983 w 2912392"/>
                <a:gd name="connsiteY212" fmla="*/ 47425 h 452528"/>
                <a:gd name="connsiteX213" fmla="*/ 2074712 w 2912392"/>
                <a:gd name="connsiteY213" fmla="*/ 50005 h 452528"/>
                <a:gd name="connsiteX214" fmla="*/ 2084456 w 2912392"/>
                <a:gd name="connsiteY214" fmla="*/ 52726 h 452528"/>
                <a:gd name="connsiteX215" fmla="*/ 2094200 w 2912392"/>
                <a:gd name="connsiteY215" fmla="*/ 55591 h 452528"/>
                <a:gd name="connsiteX216" fmla="*/ 2103944 w 2912392"/>
                <a:gd name="connsiteY216" fmla="*/ 58602 h 452528"/>
                <a:gd name="connsiteX217" fmla="*/ 2113673 w 2912392"/>
                <a:gd name="connsiteY217" fmla="*/ 61767 h 452528"/>
                <a:gd name="connsiteX218" fmla="*/ 2123417 w 2912392"/>
                <a:gd name="connsiteY218" fmla="*/ 65089 h 452528"/>
                <a:gd name="connsiteX219" fmla="*/ 2133161 w 2912392"/>
                <a:gd name="connsiteY219" fmla="*/ 68570 h 452528"/>
                <a:gd name="connsiteX220" fmla="*/ 2142905 w 2912392"/>
                <a:gd name="connsiteY220" fmla="*/ 72215 h 452528"/>
                <a:gd name="connsiteX221" fmla="*/ 2152649 w 2912392"/>
                <a:gd name="connsiteY221" fmla="*/ 76028 h 452528"/>
                <a:gd name="connsiteX222" fmla="*/ 2162377 w 2912392"/>
                <a:gd name="connsiteY222" fmla="*/ 80009 h 452528"/>
                <a:gd name="connsiteX223" fmla="*/ 2172121 w 2912392"/>
                <a:gd name="connsiteY223" fmla="*/ 84164 h 452528"/>
                <a:gd name="connsiteX224" fmla="*/ 2181865 w 2912392"/>
                <a:gd name="connsiteY224" fmla="*/ 88493 h 452528"/>
                <a:gd name="connsiteX225" fmla="*/ 2191609 w 2912392"/>
                <a:gd name="connsiteY225" fmla="*/ 92997 h 452528"/>
                <a:gd name="connsiteX226" fmla="*/ 2201338 w 2912392"/>
                <a:gd name="connsiteY226" fmla="*/ 97676 h 452528"/>
                <a:gd name="connsiteX227" fmla="*/ 2211082 w 2912392"/>
                <a:gd name="connsiteY227" fmla="*/ 102533 h 452528"/>
                <a:gd name="connsiteX228" fmla="*/ 2220826 w 2912392"/>
                <a:gd name="connsiteY228" fmla="*/ 107568 h 452528"/>
                <a:gd name="connsiteX229" fmla="*/ 2230570 w 2912392"/>
                <a:gd name="connsiteY229" fmla="*/ 112779 h 452528"/>
                <a:gd name="connsiteX230" fmla="*/ 2240299 w 2912392"/>
                <a:gd name="connsiteY230" fmla="*/ 118165 h 452528"/>
                <a:gd name="connsiteX231" fmla="*/ 2250043 w 2912392"/>
                <a:gd name="connsiteY231" fmla="*/ 123727 h 452528"/>
                <a:gd name="connsiteX232" fmla="*/ 2259787 w 2912392"/>
                <a:gd name="connsiteY232" fmla="*/ 129459 h 452528"/>
                <a:gd name="connsiteX233" fmla="*/ 2269531 w 2912392"/>
                <a:gd name="connsiteY233" fmla="*/ 135359 h 452528"/>
                <a:gd name="connsiteX234" fmla="*/ 2279260 w 2912392"/>
                <a:gd name="connsiteY234" fmla="*/ 141426 h 452528"/>
                <a:gd name="connsiteX235" fmla="*/ 2289004 w 2912392"/>
                <a:gd name="connsiteY235" fmla="*/ 147653 h 452528"/>
                <a:gd name="connsiteX236" fmla="*/ 2298748 w 2912392"/>
                <a:gd name="connsiteY236" fmla="*/ 154038 h 452528"/>
                <a:gd name="connsiteX237" fmla="*/ 2308492 w 2912392"/>
                <a:gd name="connsiteY237" fmla="*/ 160572 h 452528"/>
                <a:gd name="connsiteX238" fmla="*/ 2318236 w 2912392"/>
                <a:gd name="connsiteY238" fmla="*/ 167255 h 452528"/>
                <a:gd name="connsiteX239" fmla="*/ 2327965 w 2912392"/>
                <a:gd name="connsiteY239" fmla="*/ 174074 h 452528"/>
                <a:gd name="connsiteX240" fmla="*/ 2337709 w 2912392"/>
                <a:gd name="connsiteY240" fmla="*/ 181027 h 452528"/>
                <a:gd name="connsiteX241" fmla="*/ 2347453 w 2912392"/>
                <a:gd name="connsiteY241" fmla="*/ 188104 h 452528"/>
                <a:gd name="connsiteX242" fmla="*/ 2357197 w 2912392"/>
                <a:gd name="connsiteY242" fmla="*/ 195299 h 452528"/>
                <a:gd name="connsiteX243" fmla="*/ 2366926 w 2912392"/>
                <a:gd name="connsiteY243" fmla="*/ 202601 h 452528"/>
                <a:gd name="connsiteX244" fmla="*/ 2376670 w 2912392"/>
                <a:gd name="connsiteY244" fmla="*/ 210001 h 452528"/>
                <a:gd name="connsiteX245" fmla="*/ 2386413 w 2912392"/>
                <a:gd name="connsiteY245" fmla="*/ 217489 h 452528"/>
                <a:gd name="connsiteX246" fmla="*/ 2396157 w 2912392"/>
                <a:gd name="connsiteY246" fmla="*/ 225057 h 452528"/>
                <a:gd name="connsiteX247" fmla="*/ 2405886 w 2912392"/>
                <a:gd name="connsiteY247" fmla="*/ 232692 h 452528"/>
                <a:gd name="connsiteX248" fmla="*/ 2415630 w 2912392"/>
                <a:gd name="connsiteY248" fmla="*/ 240383 h 452528"/>
                <a:gd name="connsiteX249" fmla="*/ 2425374 w 2912392"/>
                <a:gd name="connsiteY249" fmla="*/ 248119 h 452528"/>
                <a:gd name="connsiteX250" fmla="*/ 2435118 w 2912392"/>
                <a:gd name="connsiteY250" fmla="*/ 255889 h 452528"/>
                <a:gd name="connsiteX251" fmla="*/ 2444862 w 2912392"/>
                <a:gd name="connsiteY251" fmla="*/ 263678 h 452528"/>
                <a:gd name="connsiteX252" fmla="*/ 2454591 w 2912392"/>
                <a:gd name="connsiteY252" fmla="*/ 271476 h 452528"/>
                <a:gd name="connsiteX253" fmla="*/ 2464335 w 2912392"/>
                <a:gd name="connsiteY253" fmla="*/ 279268 h 452528"/>
                <a:gd name="connsiteX254" fmla="*/ 2474079 w 2912392"/>
                <a:gd name="connsiteY254" fmla="*/ 287042 h 452528"/>
                <a:gd name="connsiteX255" fmla="*/ 2483823 w 2912392"/>
                <a:gd name="connsiteY255" fmla="*/ 294785 h 452528"/>
                <a:gd name="connsiteX256" fmla="*/ 2493552 w 2912392"/>
                <a:gd name="connsiteY256" fmla="*/ 302484 h 452528"/>
                <a:gd name="connsiteX257" fmla="*/ 2503296 w 2912392"/>
                <a:gd name="connsiteY257" fmla="*/ 310122 h 452528"/>
                <a:gd name="connsiteX258" fmla="*/ 2513040 w 2912392"/>
                <a:gd name="connsiteY258" fmla="*/ 317690 h 452528"/>
                <a:gd name="connsiteX259" fmla="*/ 2522784 w 2912392"/>
                <a:gd name="connsiteY259" fmla="*/ 325170 h 452528"/>
                <a:gd name="connsiteX260" fmla="*/ 2532513 w 2912392"/>
                <a:gd name="connsiteY260" fmla="*/ 332551 h 452528"/>
                <a:gd name="connsiteX261" fmla="*/ 2542257 w 2912392"/>
                <a:gd name="connsiteY261" fmla="*/ 339819 h 452528"/>
                <a:gd name="connsiteX262" fmla="*/ 2552001 w 2912392"/>
                <a:gd name="connsiteY262" fmla="*/ 346960 h 452528"/>
                <a:gd name="connsiteX263" fmla="*/ 2561745 w 2912392"/>
                <a:gd name="connsiteY263" fmla="*/ 353960 h 452528"/>
                <a:gd name="connsiteX264" fmla="*/ 2571474 w 2912392"/>
                <a:gd name="connsiteY264" fmla="*/ 360807 h 452528"/>
                <a:gd name="connsiteX265" fmla="*/ 2581218 w 2912392"/>
                <a:gd name="connsiteY265" fmla="*/ 367486 h 452528"/>
                <a:gd name="connsiteX266" fmla="*/ 2590962 w 2912392"/>
                <a:gd name="connsiteY266" fmla="*/ 373988 h 452528"/>
                <a:gd name="connsiteX267" fmla="*/ 2600705 w 2912392"/>
                <a:gd name="connsiteY267" fmla="*/ 380298 h 452528"/>
                <a:gd name="connsiteX268" fmla="*/ 2610449 w 2912392"/>
                <a:gd name="connsiteY268" fmla="*/ 386405 h 452528"/>
                <a:gd name="connsiteX269" fmla="*/ 2620178 w 2912392"/>
                <a:gd name="connsiteY269" fmla="*/ 392296 h 452528"/>
                <a:gd name="connsiteX270" fmla="*/ 2629922 w 2912392"/>
                <a:gd name="connsiteY270" fmla="*/ 397964 h 452528"/>
                <a:gd name="connsiteX271" fmla="*/ 2639666 w 2912392"/>
                <a:gd name="connsiteY271" fmla="*/ 403393 h 452528"/>
                <a:gd name="connsiteX272" fmla="*/ 2649410 w 2912392"/>
                <a:gd name="connsiteY272" fmla="*/ 408576 h 452528"/>
                <a:gd name="connsiteX273" fmla="*/ 2659139 w 2912392"/>
                <a:gd name="connsiteY273" fmla="*/ 413505 h 452528"/>
                <a:gd name="connsiteX274" fmla="*/ 2668883 w 2912392"/>
                <a:gd name="connsiteY274" fmla="*/ 418168 h 452528"/>
                <a:gd name="connsiteX275" fmla="*/ 2678627 w 2912392"/>
                <a:gd name="connsiteY275" fmla="*/ 422559 h 452528"/>
                <a:gd name="connsiteX276" fmla="*/ 2688371 w 2912392"/>
                <a:gd name="connsiteY276" fmla="*/ 426670 h 452528"/>
                <a:gd name="connsiteX277" fmla="*/ 2698100 w 2912392"/>
                <a:gd name="connsiteY277" fmla="*/ 430494 h 452528"/>
                <a:gd name="connsiteX278" fmla="*/ 2707844 w 2912392"/>
                <a:gd name="connsiteY278" fmla="*/ 434024 h 452528"/>
                <a:gd name="connsiteX279" fmla="*/ 2717588 w 2912392"/>
                <a:gd name="connsiteY279" fmla="*/ 437257 h 452528"/>
                <a:gd name="connsiteX280" fmla="*/ 2727332 w 2912392"/>
                <a:gd name="connsiteY280" fmla="*/ 440184 h 452528"/>
                <a:gd name="connsiteX281" fmla="*/ 2737076 w 2912392"/>
                <a:gd name="connsiteY281" fmla="*/ 442807 h 452528"/>
                <a:gd name="connsiteX282" fmla="*/ 2746805 w 2912392"/>
                <a:gd name="connsiteY282" fmla="*/ 445119 h 452528"/>
                <a:gd name="connsiteX283" fmla="*/ 2756549 w 2912392"/>
                <a:gd name="connsiteY283" fmla="*/ 447118 h 452528"/>
                <a:gd name="connsiteX284" fmla="*/ 2766293 w 2912392"/>
                <a:gd name="connsiteY284" fmla="*/ 448804 h 452528"/>
                <a:gd name="connsiteX285" fmla="*/ 2776037 w 2912392"/>
                <a:gd name="connsiteY285" fmla="*/ 450174 h 452528"/>
                <a:gd name="connsiteX286" fmla="*/ 2785766 w 2912392"/>
                <a:gd name="connsiteY286" fmla="*/ 451231 h 452528"/>
                <a:gd name="connsiteX287" fmla="*/ 2795510 w 2912392"/>
                <a:gd name="connsiteY287" fmla="*/ 451974 h 452528"/>
                <a:gd name="connsiteX288" fmla="*/ 2805254 w 2912392"/>
                <a:gd name="connsiteY288" fmla="*/ 452406 h 452528"/>
                <a:gd name="connsiteX289" fmla="*/ 2814998 w 2912392"/>
                <a:gd name="connsiteY289" fmla="*/ 452528 h 452528"/>
                <a:gd name="connsiteX290" fmla="*/ 2824727 w 2912392"/>
                <a:gd name="connsiteY290" fmla="*/ 452345 h 452528"/>
                <a:gd name="connsiteX291" fmla="*/ 2834471 w 2912392"/>
                <a:gd name="connsiteY291" fmla="*/ 451861 h 452528"/>
                <a:gd name="connsiteX292" fmla="*/ 2844215 w 2912392"/>
                <a:gd name="connsiteY292" fmla="*/ 451079 h 452528"/>
                <a:gd name="connsiteX293" fmla="*/ 2853958 w 2912392"/>
                <a:gd name="connsiteY293" fmla="*/ 450006 h 452528"/>
                <a:gd name="connsiteX294" fmla="*/ 2863687 w 2912392"/>
                <a:gd name="connsiteY294" fmla="*/ 448647 h 452528"/>
                <a:gd name="connsiteX295" fmla="*/ 2873431 w 2912392"/>
                <a:gd name="connsiteY295" fmla="*/ 447011 h 452528"/>
                <a:gd name="connsiteX296" fmla="*/ 2883175 w 2912392"/>
                <a:gd name="connsiteY296" fmla="*/ 445106 h 452528"/>
                <a:gd name="connsiteX297" fmla="*/ 2892919 w 2912392"/>
                <a:gd name="connsiteY297" fmla="*/ 442936 h 452528"/>
                <a:gd name="connsiteX298" fmla="*/ 2902663 w 2912392"/>
                <a:gd name="connsiteY298" fmla="*/ 440514 h 452528"/>
                <a:gd name="connsiteX299" fmla="*/ 2912392 w 2912392"/>
                <a:gd name="connsiteY299" fmla="*/ 437848 h 452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52528">
                  <a:moveTo>
                    <a:pt x="0" y="281807"/>
                  </a:moveTo>
                  <a:lnTo>
                    <a:pt x="9739" y="291780"/>
                  </a:lnTo>
                  <a:lnTo>
                    <a:pt x="19480" y="301448"/>
                  </a:lnTo>
                  <a:lnTo>
                    <a:pt x="29221" y="310797"/>
                  </a:lnTo>
                  <a:lnTo>
                    <a:pt x="38961" y="319817"/>
                  </a:lnTo>
                  <a:lnTo>
                    <a:pt x="48702" y="328493"/>
                  </a:lnTo>
                  <a:lnTo>
                    <a:pt x="58443" y="336817"/>
                  </a:lnTo>
                  <a:lnTo>
                    <a:pt x="68182" y="344777"/>
                  </a:lnTo>
                  <a:lnTo>
                    <a:pt x="77923" y="352365"/>
                  </a:lnTo>
                  <a:lnTo>
                    <a:pt x="87664" y="359571"/>
                  </a:lnTo>
                  <a:lnTo>
                    <a:pt x="97404" y="366387"/>
                  </a:lnTo>
                  <a:lnTo>
                    <a:pt x="107145" y="372808"/>
                  </a:lnTo>
                  <a:lnTo>
                    <a:pt x="116886" y="378825"/>
                  </a:lnTo>
                  <a:lnTo>
                    <a:pt x="126625" y="384432"/>
                  </a:lnTo>
                  <a:lnTo>
                    <a:pt x="136366" y="389628"/>
                  </a:lnTo>
                  <a:lnTo>
                    <a:pt x="146107" y="394406"/>
                  </a:lnTo>
                  <a:lnTo>
                    <a:pt x="155846" y="398762"/>
                  </a:lnTo>
                  <a:lnTo>
                    <a:pt x="165587" y="402697"/>
                  </a:lnTo>
                  <a:lnTo>
                    <a:pt x="175328" y="406207"/>
                  </a:lnTo>
                  <a:lnTo>
                    <a:pt x="185068" y="409294"/>
                  </a:lnTo>
                  <a:lnTo>
                    <a:pt x="194809" y="411955"/>
                  </a:lnTo>
                  <a:lnTo>
                    <a:pt x="204550" y="414192"/>
                  </a:lnTo>
                  <a:lnTo>
                    <a:pt x="214289" y="416008"/>
                  </a:lnTo>
                  <a:lnTo>
                    <a:pt x="224030" y="417405"/>
                  </a:lnTo>
                  <a:lnTo>
                    <a:pt x="233771" y="418387"/>
                  </a:lnTo>
                  <a:lnTo>
                    <a:pt x="243510" y="418958"/>
                  </a:lnTo>
                  <a:lnTo>
                    <a:pt x="253251" y="419122"/>
                  </a:lnTo>
                  <a:lnTo>
                    <a:pt x="262992" y="418885"/>
                  </a:lnTo>
                  <a:lnTo>
                    <a:pt x="272732" y="418253"/>
                  </a:lnTo>
                  <a:lnTo>
                    <a:pt x="282473" y="417236"/>
                  </a:lnTo>
                  <a:lnTo>
                    <a:pt x="292214" y="415838"/>
                  </a:lnTo>
                  <a:lnTo>
                    <a:pt x="301953" y="414070"/>
                  </a:lnTo>
                  <a:lnTo>
                    <a:pt x="311694" y="411939"/>
                  </a:lnTo>
                  <a:lnTo>
                    <a:pt x="321435" y="409457"/>
                  </a:lnTo>
                  <a:lnTo>
                    <a:pt x="331175" y="406632"/>
                  </a:lnTo>
                  <a:lnTo>
                    <a:pt x="340916" y="403475"/>
                  </a:lnTo>
                  <a:lnTo>
                    <a:pt x="350656" y="399999"/>
                  </a:lnTo>
                  <a:lnTo>
                    <a:pt x="360396" y="396213"/>
                  </a:lnTo>
                  <a:lnTo>
                    <a:pt x="370137" y="392131"/>
                  </a:lnTo>
                  <a:lnTo>
                    <a:pt x="379878" y="387764"/>
                  </a:lnTo>
                  <a:lnTo>
                    <a:pt x="389617" y="383126"/>
                  </a:lnTo>
                  <a:lnTo>
                    <a:pt x="399358" y="378229"/>
                  </a:lnTo>
                  <a:lnTo>
                    <a:pt x="409099" y="373085"/>
                  </a:lnTo>
                  <a:lnTo>
                    <a:pt x="418839" y="367711"/>
                  </a:lnTo>
                  <a:lnTo>
                    <a:pt x="428580" y="362120"/>
                  </a:lnTo>
                  <a:lnTo>
                    <a:pt x="438321" y="356323"/>
                  </a:lnTo>
                  <a:lnTo>
                    <a:pt x="448060" y="350335"/>
                  </a:lnTo>
                  <a:lnTo>
                    <a:pt x="457801" y="344171"/>
                  </a:lnTo>
                  <a:lnTo>
                    <a:pt x="467542" y="337846"/>
                  </a:lnTo>
                  <a:lnTo>
                    <a:pt x="477281" y="331371"/>
                  </a:lnTo>
                  <a:lnTo>
                    <a:pt x="487022" y="324764"/>
                  </a:lnTo>
                  <a:lnTo>
                    <a:pt x="496763" y="318037"/>
                  </a:lnTo>
                  <a:lnTo>
                    <a:pt x="506503" y="311202"/>
                  </a:lnTo>
                  <a:lnTo>
                    <a:pt x="516244" y="304276"/>
                  </a:lnTo>
                  <a:lnTo>
                    <a:pt x="525985" y="297270"/>
                  </a:lnTo>
                  <a:lnTo>
                    <a:pt x="535724" y="290201"/>
                  </a:lnTo>
                  <a:lnTo>
                    <a:pt x="545465" y="283079"/>
                  </a:lnTo>
                  <a:lnTo>
                    <a:pt x="555206" y="275917"/>
                  </a:lnTo>
                  <a:lnTo>
                    <a:pt x="564946" y="268730"/>
                  </a:lnTo>
                  <a:lnTo>
                    <a:pt x="574687" y="261528"/>
                  </a:lnTo>
                  <a:lnTo>
                    <a:pt x="584428" y="254324"/>
                  </a:lnTo>
                  <a:lnTo>
                    <a:pt x="594167" y="247129"/>
                  </a:lnTo>
                  <a:lnTo>
                    <a:pt x="603908" y="239956"/>
                  </a:lnTo>
                  <a:lnTo>
                    <a:pt x="613649" y="232815"/>
                  </a:lnTo>
                  <a:lnTo>
                    <a:pt x="623388" y="225715"/>
                  </a:lnTo>
                  <a:lnTo>
                    <a:pt x="633129" y="218668"/>
                  </a:lnTo>
                  <a:lnTo>
                    <a:pt x="642870" y="211682"/>
                  </a:lnTo>
                  <a:lnTo>
                    <a:pt x="652610" y="204769"/>
                  </a:lnTo>
                  <a:lnTo>
                    <a:pt x="662351" y="197934"/>
                  </a:lnTo>
                  <a:lnTo>
                    <a:pt x="672092" y="191187"/>
                  </a:lnTo>
                  <a:lnTo>
                    <a:pt x="681831" y="184536"/>
                  </a:lnTo>
                  <a:lnTo>
                    <a:pt x="691572" y="177988"/>
                  </a:lnTo>
                  <a:lnTo>
                    <a:pt x="701313" y="171548"/>
                  </a:lnTo>
                  <a:lnTo>
                    <a:pt x="711052" y="165225"/>
                  </a:lnTo>
                  <a:lnTo>
                    <a:pt x="720793" y="159023"/>
                  </a:lnTo>
                  <a:lnTo>
                    <a:pt x="730534" y="152947"/>
                  </a:lnTo>
                  <a:lnTo>
                    <a:pt x="740274" y="147002"/>
                  </a:lnTo>
                  <a:lnTo>
                    <a:pt x="750015" y="141193"/>
                  </a:lnTo>
                  <a:lnTo>
                    <a:pt x="759756" y="135521"/>
                  </a:lnTo>
                  <a:lnTo>
                    <a:pt x="769495" y="129994"/>
                  </a:lnTo>
                  <a:lnTo>
                    <a:pt x="779236" y="124609"/>
                  </a:lnTo>
                  <a:lnTo>
                    <a:pt x="788977" y="119371"/>
                  </a:lnTo>
                  <a:lnTo>
                    <a:pt x="798717" y="114281"/>
                  </a:lnTo>
                  <a:lnTo>
                    <a:pt x="808458" y="109342"/>
                  </a:lnTo>
                  <a:lnTo>
                    <a:pt x="818199" y="104554"/>
                  </a:lnTo>
                  <a:lnTo>
                    <a:pt x="827938" y="99916"/>
                  </a:lnTo>
                  <a:lnTo>
                    <a:pt x="837679" y="95428"/>
                  </a:lnTo>
                  <a:lnTo>
                    <a:pt x="847420" y="91092"/>
                  </a:lnTo>
                  <a:lnTo>
                    <a:pt x="857159" y="86906"/>
                  </a:lnTo>
                  <a:lnTo>
                    <a:pt x="866900" y="82867"/>
                  </a:lnTo>
                  <a:lnTo>
                    <a:pt x="876641" y="78977"/>
                  </a:lnTo>
                  <a:lnTo>
                    <a:pt x="886381" y="75229"/>
                  </a:lnTo>
                  <a:lnTo>
                    <a:pt x="896122" y="71627"/>
                  </a:lnTo>
                  <a:lnTo>
                    <a:pt x="905863" y="68166"/>
                  </a:lnTo>
                  <a:lnTo>
                    <a:pt x="915602" y="64842"/>
                  </a:lnTo>
                  <a:lnTo>
                    <a:pt x="925343" y="61653"/>
                  </a:lnTo>
                  <a:lnTo>
                    <a:pt x="935084" y="58596"/>
                  </a:lnTo>
                  <a:lnTo>
                    <a:pt x="944824" y="55669"/>
                  </a:lnTo>
                  <a:lnTo>
                    <a:pt x="954564" y="52866"/>
                  </a:lnTo>
                  <a:lnTo>
                    <a:pt x="964305" y="50186"/>
                  </a:lnTo>
                  <a:lnTo>
                    <a:pt x="974045" y="47623"/>
                  </a:lnTo>
                  <a:lnTo>
                    <a:pt x="983786" y="45174"/>
                  </a:lnTo>
                  <a:lnTo>
                    <a:pt x="993522" y="42836"/>
                  </a:lnTo>
                  <a:lnTo>
                    <a:pt x="1003266" y="40604"/>
                  </a:lnTo>
                  <a:lnTo>
                    <a:pt x="1013010" y="38475"/>
                  </a:lnTo>
                  <a:lnTo>
                    <a:pt x="1022754" y="36443"/>
                  </a:lnTo>
                  <a:lnTo>
                    <a:pt x="1032483" y="34506"/>
                  </a:lnTo>
                  <a:lnTo>
                    <a:pt x="1042227" y="32659"/>
                  </a:lnTo>
                  <a:lnTo>
                    <a:pt x="1051971" y="30899"/>
                  </a:lnTo>
                  <a:lnTo>
                    <a:pt x="1061715" y="29220"/>
                  </a:lnTo>
                  <a:lnTo>
                    <a:pt x="1071444" y="27620"/>
                  </a:lnTo>
                  <a:lnTo>
                    <a:pt x="1081188" y="26094"/>
                  </a:lnTo>
                  <a:lnTo>
                    <a:pt x="1090932" y="24638"/>
                  </a:lnTo>
                  <a:lnTo>
                    <a:pt x="1100676" y="23251"/>
                  </a:lnTo>
                  <a:lnTo>
                    <a:pt x="1110405" y="21928"/>
                  </a:lnTo>
                  <a:lnTo>
                    <a:pt x="1120149" y="20665"/>
                  </a:lnTo>
                  <a:lnTo>
                    <a:pt x="1129893" y="19460"/>
                  </a:lnTo>
                  <a:lnTo>
                    <a:pt x="1139637" y="18308"/>
                  </a:lnTo>
                  <a:lnTo>
                    <a:pt x="1149381" y="17208"/>
                  </a:lnTo>
                  <a:lnTo>
                    <a:pt x="1159110" y="16156"/>
                  </a:lnTo>
                  <a:lnTo>
                    <a:pt x="1168854" y="15152"/>
                  </a:lnTo>
                  <a:lnTo>
                    <a:pt x="1178598" y="14190"/>
                  </a:lnTo>
                  <a:lnTo>
                    <a:pt x="1188341" y="13270"/>
                  </a:lnTo>
                  <a:lnTo>
                    <a:pt x="1198070" y="12390"/>
                  </a:lnTo>
                  <a:lnTo>
                    <a:pt x="1207814" y="11548"/>
                  </a:lnTo>
                  <a:lnTo>
                    <a:pt x="1217558" y="10742"/>
                  </a:lnTo>
                  <a:lnTo>
                    <a:pt x="1227302" y="9970"/>
                  </a:lnTo>
                  <a:lnTo>
                    <a:pt x="1237031" y="9231"/>
                  </a:lnTo>
                  <a:lnTo>
                    <a:pt x="1246775" y="8524"/>
                  </a:lnTo>
                  <a:lnTo>
                    <a:pt x="1256519" y="7847"/>
                  </a:lnTo>
                  <a:lnTo>
                    <a:pt x="1266263" y="7202"/>
                  </a:lnTo>
                  <a:lnTo>
                    <a:pt x="1276007" y="6585"/>
                  </a:lnTo>
                  <a:lnTo>
                    <a:pt x="1285736" y="5997"/>
                  </a:lnTo>
                  <a:lnTo>
                    <a:pt x="1295480" y="5437"/>
                  </a:lnTo>
                  <a:lnTo>
                    <a:pt x="1305224" y="4903"/>
                  </a:lnTo>
                  <a:lnTo>
                    <a:pt x="1314968" y="4398"/>
                  </a:lnTo>
                  <a:lnTo>
                    <a:pt x="1324697" y="3920"/>
                  </a:lnTo>
                  <a:lnTo>
                    <a:pt x="1334441" y="3470"/>
                  </a:lnTo>
                  <a:lnTo>
                    <a:pt x="1344185" y="3045"/>
                  </a:lnTo>
                  <a:lnTo>
                    <a:pt x="1353929" y="2649"/>
                  </a:lnTo>
                  <a:lnTo>
                    <a:pt x="1363658" y="2280"/>
                  </a:lnTo>
                  <a:lnTo>
                    <a:pt x="1373402" y="1937"/>
                  </a:lnTo>
                  <a:lnTo>
                    <a:pt x="1383146" y="1621"/>
                  </a:lnTo>
                  <a:lnTo>
                    <a:pt x="1392890" y="1333"/>
                  </a:lnTo>
                  <a:lnTo>
                    <a:pt x="1402619" y="1074"/>
                  </a:lnTo>
                  <a:lnTo>
                    <a:pt x="1412363" y="842"/>
                  </a:lnTo>
                  <a:lnTo>
                    <a:pt x="1422106" y="638"/>
                  </a:lnTo>
                  <a:lnTo>
                    <a:pt x="1431850" y="462"/>
                  </a:lnTo>
                  <a:lnTo>
                    <a:pt x="1441594" y="314"/>
                  </a:lnTo>
                  <a:lnTo>
                    <a:pt x="1451323" y="195"/>
                  </a:lnTo>
                  <a:lnTo>
                    <a:pt x="1461067" y="104"/>
                  </a:lnTo>
                  <a:lnTo>
                    <a:pt x="1470811" y="42"/>
                  </a:lnTo>
                  <a:lnTo>
                    <a:pt x="1480555" y="7"/>
                  </a:lnTo>
                  <a:lnTo>
                    <a:pt x="1490284" y="0"/>
                  </a:lnTo>
                  <a:lnTo>
                    <a:pt x="1500028" y="22"/>
                  </a:lnTo>
                  <a:lnTo>
                    <a:pt x="1509772" y="72"/>
                  </a:lnTo>
                  <a:lnTo>
                    <a:pt x="1519516" y="147"/>
                  </a:lnTo>
                  <a:lnTo>
                    <a:pt x="1529245" y="252"/>
                  </a:lnTo>
                  <a:lnTo>
                    <a:pt x="1538989" y="381"/>
                  </a:lnTo>
                  <a:lnTo>
                    <a:pt x="1548733" y="538"/>
                  </a:lnTo>
                  <a:lnTo>
                    <a:pt x="1558477" y="720"/>
                  </a:lnTo>
                  <a:lnTo>
                    <a:pt x="1568221" y="925"/>
                  </a:lnTo>
                  <a:lnTo>
                    <a:pt x="1577950" y="1156"/>
                  </a:lnTo>
                  <a:lnTo>
                    <a:pt x="1587694" y="1409"/>
                  </a:lnTo>
                  <a:lnTo>
                    <a:pt x="1597438" y="1687"/>
                  </a:lnTo>
                  <a:lnTo>
                    <a:pt x="1607182" y="1986"/>
                  </a:lnTo>
                  <a:lnTo>
                    <a:pt x="1616911" y="2306"/>
                  </a:lnTo>
                  <a:lnTo>
                    <a:pt x="1626655" y="2648"/>
                  </a:lnTo>
                  <a:lnTo>
                    <a:pt x="1636399" y="3008"/>
                  </a:lnTo>
                  <a:lnTo>
                    <a:pt x="1646142" y="3388"/>
                  </a:lnTo>
                  <a:lnTo>
                    <a:pt x="1655872" y="3786"/>
                  </a:lnTo>
                  <a:lnTo>
                    <a:pt x="1665616" y="4202"/>
                  </a:lnTo>
                  <a:lnTo>
                    <a:pt x="1675359" y="4634"/>
                  </a:lnTo>
                  <a:lnTo>
                    <a:pt x="1685103" y="5084"/>
                  </a:lnTo>
                  <a:lnTo>
                    <a:pt x="1694832" y="5548"/>
                  </a:lnTo>
                  <a:lnTo>
                    <a:pt x="1704576" y="6030"/>
                  </a:lnTo>
                  <a:lnTo>
                    <a:pt x="1714320" y="6526"/>
                  </a:lnTo>
                  <a:lnTo>
                    <a:pt x="1724064" y="7038"/>
                  </a:lnTo>
                  <a:lnTo>
                    <a:pt x="1733808" y="7564"/>
                  </a:lnTo>
                  <a:lnTo>
                    <a:pt x="1743537" y="8107"/>
                  </a:lnTo>
                  <a:lnTo>
                    <a:pt x="1753281" y="8665"/>
                  </a:lnTo>
                  <a:lnTo>
                    <a:pt x="1763025" y="9239"/>
                  </a:lnTo>
                  <a:lnTo>
                    <a:pt x="1772769" y="9830"/>
                  </a:lnTo>
                  <a:lnTo>
                    <a:pt x="1782498" y="10440"/>
                  </a:lnTo>
                  <a:lnTo>
                    <a:pt x="1792242" y="11067"/>
                  </a:lnTo>
                  <a:lnTo>
                    <a:pt x="1801986" y="11714"/>
                  </a:lnTo>
                  <a:lnTo>
                    <a:pt x="1811730" y="12383"/>
                  </a:lnTo>
                  <a:lnTo>
                    <a:pt x="1821459" y="13075"/>
                  </a:lnTo>
                  <a:lnTo>
                    <a:pt x="1831203" y="13792"/>
                  </a:lnTo>
                  <a:lnTo>
                    <a:pt x="1840947" y="14535"/>
                  </a:lnTo>
                  <a:lnTo>
                    <a:pt x="1850691" y="15310"/>
                  </a:lnTo>
                  <a:lnTo>
                    <a:pt x="1860435" y="16116"/>
                  </a:lnTo>
                  <a:lnTo>
                    <a:pt x="1870164" y="16957"/>
                  </a:lnTo>
                  <a:lnTo>
                    <a:pt x="1879908" y="17837"/>
                  </a:lnTo>
                  <a:lnTo>
                    <a:pt x="1889652" y="18758"/>
                  </a:lnTo>
                  <a:lnTo>
                    <a:pt x="1899395" y="19723"/>
                  </a:lnTo>
                  <a:lnTo>
                    <a:pt x="1909124" y="20739"/>
                  </a:lnTo>
                  <a:lnTo>
                    <a:pt x="1918868" y="21808"/>
                  </a:lnTo>
                  <a:lnTo>
                    <a:pt x="1928612" y="22933"/>
                  </a:lnTo>
                  <a:lnTo>
                    <a:pt x="1938356" y="24120"/>
                  </a:lnTo>
                  <a:lnTo>
                    <a:pt x="1948085" y="25373"/>
                  </a:lnTo>
                  <a:lnTo>
                    <a:pt x="1957829" y="26697"/>
                  </a:lnTo>
                  <a:lnTo>
                    <a:pt x="1967573" y="28098"/>
                  </a:lnTo>
                  <a:lnTo>
                    <a:pt x="1977317" y="29580"/>
                  </a:lnTo>
                  <a:lnTo>
                    <a:pt x="1987046" y="31148"/>
                  </a:lnTo>
                  <a:lnTo>
                    <a:pt x="1996790" y="32806"/>
                  </a:lnTo>
                  <a:lnTo>
                    <a:pt x="2006534" y="34561"/>
                  </a:lnTo>
                  <a:lnTo>
                    <a:pt x="2016278" y="36419"/>
                  </a:lnTo>
                  <a:lnTo>
                    <a:pt x="2026022" y="38384"/>
                  </a:lnTo>
                  <a:lnTo>
                    <a:pt x="2035751" y="40461"/>
                  </a:lnTo>
                  <a:lnTo>
                    <a:pt x="2045495" y="42657"/>
                  </a:lnTo>
                  <a:lnTo>
                    <a:pt x="2055239" y="44977"/>
                  </a:lnTo>
                  <a:lnTo>
                    <a:pt x="2064983" y="47425"/>
                  </a:lnTo>
                  <a:lnTo>
                    <a:pt x="2074712" y="50005"/>
                  </a:lnTo>
                  <a:lnTo>
                    <a:pt x="2084456" y="52726"/>
                  </a:lnTo>
                  <a:lnTo>
                    <a:pt x="2094200" y="55591"/>
                  </a:lnTo>
                  <a:lnTo>
                    <a:pt x="2103944" y="58602"/>
                  </a:lnTo>
                  <a:lnTo>
                    <a:pt x="2113673" y="61767"/>
                  </a:lnTo>
                  <a:lnTo>
                    <a:pt x="2123417" y="65089"/>
                  </a:lnTo>
                  <a:lnTo>
                    <a:pt x="2133161" y="68570"/>
                  </a:lnTo>
                  <a:lnTo>
                    <a:pt x="2142905" y="72215"/>
                  </a:lnTo>
                  <a:lnTo>
                    <a:pt x="2152649" y="76028"/>
                  </a:lnTo>
                  <a:lnTo>
                    <a:pt x="2162377" y="80009"/>
                  </a:lnTo>
                  <a:lnTo>
                    <a:pt x="2172121" y="84164"/>
                  </a:lnTo>
                  <a:lnTo>
                    <a:pt x="2181865" y="88493"/>
                  </a:lnTo>
                  <a:lnTo>
                    <a:pt x="2191609" y="92997"/>
                  </a:lnTo>
                  <a:lnTo>
                    <a:pt x="2201338" y="97676"/>
                  </a:lnTo>
                  <a:lnTo>
                    <a:pt x="2211082" y="102533"/>
                  </a:lnTo>
                  <a:lnTo>
                    <a:pt x="2220826" y="107568"/>
                  </a:lnTo>
                  <a:lnTo>
                    <a:pt x="2230570" y="112779"/>
                  </a:lnTo>
                  <a:lnTo>
                    <a:pt x="2240299" y="118165"/>
                  </a:lnTo>
                  <a:lnTo>
                    <a:pt x="2250043" y="123727"/>
                  </a:lnTo>
                  <a:lnTo>
                    <a:pt x="2259787" y="129459"/>
                  </a:lnTo>
                  <a:lnTo>
                    <a:pt x="2269531" y="135359"/>
                  </a:lnTo>
                  <a:lnTo>
                    <a:pt x="2279260" y="141426"/>
                  </a:lnTo>
                  <a:lnTo>
                    <a:pt x="2289004" y="147653"/>
                  </a:lnTo>
                  <a:lnTo>
                    <a:pt x="2298748" y="154038"/>
                  </a:lnTo>
                  <a:lnTo>
                    <a:pt x="2308492" y="160572"/>
                  </a:lnTo>
                  <a:lnTo>
                    <a:pt x="2318236" y="167255"/>
                  </a:lnTo>
                  <a:lnTo>
                    <a:pt x="2327965" y="174074"/>
                  </a:lnTo>
                  <a:lnTo>
                    <a:pt x="2337709" y="181027"/>
                  </a:lnTo>
                  <a:lnTo>
                    <a:pt x="2347453" y="188104"/>
                  </a:lnTo>
                  <a:lnTo>
                    <a:pt x="2357197" y="195299"/>
                  </a:lnTo>
                  <a:lnTo>
                    <a:pt x="2366926" y="202601"/>
                  </a:lnTo>
                  <a:lnTo>
                    <a:pt x="2376670" y="210001"/>
                  </a:lnTo>
                  <a:lnTo>
                    <a:pt x="2386413" y="217489"/>
                  </a:lnTo>
                  <a:lnTo>
                    <a:pt x="2396157" y="225057"/>
                  </a:lnTo>
                  <a:lnTo>
                    <a:pt x="2405886" y="232692"/>
                  </a:lnTo>
                  <a:lnTo>
                    <a:pt x="2415630" y="240383"/>
                  </a:lnTo>
                  <a:lnTo>
                    <a:pt x="2425374" y="248119"/>
                  </a:lnTo>
                  <a:lnTo>
                    <a:pt x="2435118" y="255889"/>
                  </a:lnTo>
                  <a:lnTo>
                    <a:pt x="2444862" y="263678"/>
                  </a:lnTo>
                  <a:lnTo>
                    <a:pt x="2454591" y="271476"/>
                  </a:lnTo>
                  <a:lnTo>
                    <a:pt x="2464335" y="279268"/>
                  </a:lnTo>
                  <a:lnTo>
                    <a:pt x="2474079" y="287042"/>
                  </a:lnTo>
                  <a:lnTo>
                    <a:pt x="2483823" y="294785"/>
                  </a:lnTo>
                  <a:lnTo>
                    <a:pt x="2493552" y="302484"/>
                  </a:lnTo>
                  <a:lnTo>
                    <a:pt x="2503296" y="310122"/>
                  </a:lnTo>
                  <a:lnTo>
                    <a:pt x="2513040" y="317690"/>
                  </a:lnTo>
                  <a:lnTo>
                    <a:pt x="2522784" y="325170"/>
                  </a:lnTo>
                  <a:lnTo>
                    <a:pt x="2532513" y="332551"/>
                  </a:lnTo>
                  <a:lnTo>
                    <a:pt x="2542257" y="339819"/>
                  </a:lnTo>
                  <a:lnTo>
                    <a:pt x="2552001" y="346960"/>
                  </a:lnTo>
                  <a:lnTo>
                    <a:pt x="2561745" y="353960"/>
                  </a:lnTo>
                  <a:lnTo>
                    <a:pt x="2571474" y="360807"/>
                  </a:lnTo>
                  <a:lnTo>
                    <a:pt x="2581218" y="367486"/>
                  </a:lnTo>
                  <a:lnTo>
                    <a:pt x="2590962" y="373988"/>
                  </a:lnTo>
                  <a:lnTo>
                    <a:pt x="2600705" y="380298"/>
                  </a:lnTo>
                  <a:lnTo>
                    <a:pt x="2610449" y="386405"/>
                  </a:lnTo>
                  <a:lnTo>
                    <a:pt x="2620178" y="392296"/>
                  </a:lnTo>
                  <a:lnTo>
                    <a:pt x="2629922" y="397964"/>
                  </a:lnTo>
                  <a:lnTo>
                    <a:pt x="2639666" y="403393"/>
                  </a:lnTo>
                  <a:lnTo>
                    <a:pt x="2649410" y="408576"/>
                  </a:lnTo>
                  <a:lnTo>
                    <a:pt x="2659139" y="413505"/>
                  </a:lnTo>
                  <a:lnTo>
                    <a:pt x="2668883" y="418168"/>
                  </a:lnTo>
                  <a:lnTo>
                    <a:pt x="2678627" y="422559"/>
                  </a:lnTo>
                  <a:lnTo>
                    <a:pt x="2688371" y="426670"/>
                  </a:lnTo>
                  <a:lnTo>
                    <a:pt x="2698100" y="430494"/>
                  </a:lnTo>
                  <a:lnTo>
                    <a:pt x="2707844" y="434024"/>
                  </a:lnTo>
                  <a:lnTo>
                    <a:pt x="2717588" y="437257"/>
                  </a:lnTo>
                  <a:lnTo>
                    <a:pt x="2727332" y="440184"/>
                  </a:lnTo>
                  <a:lnTo>
                    <a:pt x="2737076" y="442807"/>
                  </a:lnTo>
                  <a:lnTo>
                    <a:pt x="2746805" y="445119"/>
                  </a:lnTo>
                  <a:lnTo>
                    <a:pt x="2756549" y="447118"/>
                  </a:lnTo>
                  <a:lnTo>
                    <a:pt x="2766293" y="448804"/>
                  </a:lnTo>
                  <a:lnTo>
                    <a:pt x="2776037" y="450174"/>
                  </a:lnTo>
                  <a:lnTo>
                    <a:pt x="2785766" y="451231"/>
                  </a:lnTo>
                  <a:lnTo>
                    <a:pt x="2795510" y="451974"/>
                  </a:lnTo>
                  <a:lnTo>
                    <a:pt x="2805254" y="452406"/>
                  </a:lnTo>
                  <a:lnTo>
                    <a:pt x="2814998" y="452528"/>
                  </a:lnTo>
                  <a:lnTo>
                    <a:pt x="2824727" y="452345"/>
                  </a:lnTo>
                  <a:lnTo>
                    <a:pt x="2834471" y="451861"/>
                  </a:lnTo>
                  <a:lnTo>
                    <a:pt x="2844215" y="451079"/>
                  </a:lnTo>
                  <a:lnTo>
                    <a:pt x="2853958" y="450006"/>
                  </a:lnTo>
                  <a:lnTo>
                    <a:pt x="2863687" y="448647"/>
                  </a:lnTo>
                  <a:lnTo>
                    <a:pt x="2873431" y="447011"/>
                  </a:lnTo>
                  <a:lnTo>
                    <a:pt x="2883175" y="445106"/>
                  </a:lnTo>
                  <a:lnTo>
                    <a:pt x="2892919" y="442936"/>
                  </a:lnTo>
                  <a:lnTo>
                    <a:pt x="2902663" y="440514"/>
                  </a:lnTo>
                  <a:lnTo>
                    <a:pt x="2912392" y="43784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6" name="Freeform 885">
              <a:extLst>
                <a:ext uri="{FF2B5EF4-FFF2-40B4-BE49-F238E27FC236}">
                  <a16:creationId xmlns:a16="http://schemas.microsoft.com/office/drawing/2014/main" id="{F466BFC5-E781-0805-7ABD-45F975DA1695}"/>
                </a:ext>
              </a:extLst>
            </p:cNvPr>
            <p:cNvSpPr/>
            <p:nvPr/>
          </p:nvSpPr>
          <p:spPr>
            <a:xfrm>
              <a:off x="576446" y="3284127"/>
              <a:ext cx="2912392" cy="544697"/>
            </a:xfrm>
            <a:custGeom>
              <a:avLst/>
              <a:gdLst>
                <a:gd name="connsiteX0" fmla="*/ 0 w 2912392"/>
                <a:gd name="connsiteY0" fmla="*/ 118660 h 544697"/>
                <a:gd name="connsiteX1" fmla="*/ 9739 w 2912392"/>
                <a:gd name="connsiteY1" fmla="*/ 118788 h 544697"/>
                <a:gd name="connsiteX2" fmla="*/ 19480 w 2912392"/>
                <a:gd name="connsiteY2" fmla="*/ 118967 h 544697"/>
                <a:gd name="connsiteX3" fmla="*/ 29221 w 2912392"/>
                <a:gd name="connsiteY3" fmla="*/ 119193 h 544697"/>
                <a:gd name="connsiteX4" fmla="*/ 38961 w 2912392"/>
                <a:gd name="connsiteY4" fmla="*/ 119462 h 544697"/>
                <a:gd name="connsiteX5" fmla="*/ 48702 w 2912392"/>
                <a:gd name="connsiteY5" fmla="*/ 119765 h 544697"/>
                <a:gd name="connsiteX6" fmla="*/ 58443 w 2912392"/>
                <a:gd name="connsiteY6" fmla="*/ 120099 h 544697"/>
                <a:gd name="connsiteX7" fmla="*/ 68182 w 2912392"/>
                <a:gd name="connsiteY7" fmla="*/ 120457 h 544697"/>
                <a:gd name="connsiteX8" fmla="*/ 77923 w 2912392"/>
                <a:gd name="connsiteY8" fmla="*/ 120834 h 544697"/>
                <a:gd name="connsiteX9" fmla="*/ 87664 w 2912392"/>
                <a:gd name="connsiteY9" fmla="*/ 121224 h 544697"/>
                <a:gd name="connsiteX10" fmla="*/ 97404 w 2912392"/>
                <a:gd name="connsiteY10" fmla="*/ 121623 h 544697"/>
                <a:gd name="connsiteX11" fmla="*/ 107145 w 2912392"/>
                <a:gd name="connsiteY11" fmla="*/ 122026 h 544697"/>
                <a:gd name="connsiteX12" fmla="*/ 116886 w 2912392"/>
                <a:gd name="connsiteY12" fmla="*/ 122426 h 544697"/>
                <a:gd name="connsiteX13" fmla="*/ 126625 w 2912392"/>
                <a:gd name="connsiteY13" fmla="*/ 122820 h 544697"/>
                <a:gd name="connsiteX14" fmla="*/ 136366 w 2912392"/>
                <a:gd name="connsiteY14" fmla="*/ 123201 h 544697"/>
                <a:gd name="connsiteX15" fmla="*/ 146107 w 2912392"/>
                <a:gd name="connsiteY15" fmla="*/ 123568 h 544697"/>
                <a:gd name="connsiteX16" fmla="*/ 155846 w 2912392"/>
                <a:gd name="connsiteY16" fmla="*/ 123915 h 544697"/>
                <a:gd name="connsiteX17" fmla="*/ 165587 w 2912392"/>
                <a:gd name="connsiteY17" fmla="*/ 124238 h 544697"/>
                <a:gd name="connsiteX18" fmla="*/ 175328 w 2912392"/>
                <a:gd name="connsiteY18" fmla="*/ 124536 h 544697"/>
                <a:gd name="connsiteX19" fmla="*/ 185068 w 2912392"/>
                <a:gd name="connsiteY19" fmla="*/ 124803 h 544697"/>
                <a:gd name="connsiteX20" fmla="*/ 194809 w 2912392"/>
                <a:gd name="connsiteY20" fmla="*/ 125038 h 544697"/>
                <a:gd name="connsiteX21" fmla="*/ 204550 w 2912392"/>
                <a:gd name="connsiteY21" fmla="*/ 125239 h 544697"/>
                <a:gd name="connsiteX22" fmla="*/ 214289 w 2912392"/>
                <a:gd name="connsiteY22" fmla="*/ 125403 h 544697"/>
                <a:gd name="connsiteX23" fmla="*/ 224030 w 2912392"/>
                <a:gd name="connsiteY23" fmla="*/ 125530 h 544697"/>
                <a:gd name="connsiteX24" fmla="*/ 233771 w 2912392"/>
                <a:gd name="connsiteY24" fmla="*/ 125618 h 544697"/>
                <a:gd name="connsiteX25" fmla="*/ 243510 w 2912392"/>
                <a:gd name="connsiteY25" fmla="*/ 125666 h 544697"/>
                <a:gd name="connsiteX26" fmla="*/ 253251 w 2912392"/>
                <a:gd name="connsiteY26" fmla="*/ 125674 h 544697"/>
                <a:gd name="connsiteX27" fmla="*/ 262992 w 2912392"/>
                <a:gd name="connsiteY27" fmla="*/ 125643 h 544697"/>
                <a:gd name="connsiteX28" fmla="*/ 272732 w 2912392"/>
                <a:gd name="connsiteY28" fmla="*/ 125575 h 544697"/>
                <a:gd name="connsiteX29" fmla="*/ 282473 w 2912392"/>
                <a:gd name="connsiteY29" fmla="*/ 125469 h 544697"/>
                <a:gd name="connsiteX30" fmla="*/ 292214 w 2912392"/>
                <a:gd name="connsiteY30" fmla="*/ 125327 h 544697"/>
                <a:gd name="connsiteX31" fmla="*/ 301953 w 2912392"/>
                <a:gd name="connsiteY31" fmla="*/ 125151 h 544697"/>
                <a:gd name="connsiteX32" fmla="*/ 311694 w 2912392"/>
                <a:gd name="connsiteY32" fmla="*/ 124944 h 544697"/>
                <a:gd name="connsiteX33" fmla="*/ 321435 w 2912392"/>
                <a:gd name="connsiteY33" fmla="*/ 124710 h 544697"/>
                <a:gd name="connsiteX34" fmla="*/ 331175 w 2912392"/>
                <a:gd name="connsiteY34" fmla="*/ 124451 h 544697"/>
                <a:gd name="connsiteX35" fmla="*/ 340916 w 2912392"/>
                <a:gd name="connsiteY35" fmla="*/ 124171 h 544697"/>
                <a:gd name="connsiteX36" fmla="*/ 350656 w 2912392"/>
                <a:gd name="connsiteY36" fmla="*/ 123873 h 544697"/>
                <a:gd name="connsiteX37" fmla="*/ 360396 w 2912392"/>
                <a:gd name="connsiteY37" fmla="*/ 123563 h 544697"/>
                <a:gd name="connsiteX38" fmla="*/ 370137 w 2912392"/>
                <a:gd name="connsiteY38" fmla="*/ 123244 h 544697"/>
                <a:gd name="connsiteX39" fmla="*/ 379878 w 2912392"/>
                <a:gd name="connsiteY39" fmla="*/ 122923 h 544697"/>
                <a:gd name="connsiteX40" fmla="*/ 389617 w 2912392"/>
                <a:gd name="connsiteY40" fmla="*/ 122604 h 544697"/>
                <a:gd name="connsiteX41" fmla="*/ 399358 w 2912392"/>
                <a:gd name="connsiteY41" fmla="*/ 122292 h 544697"/>
                <a:gd name="connsiteX42" fmla="*/ 409099 w 2912392"/>
                <a:gd name="connsiteY42" fmla="*/ 121994 h 544697"/>
                <a:gd name="connsiteX43" fmla="*/ 418839 w 2912392"/>
                <a:gd name="connsiteY43" fmla="*/ 121717 h 544697"/>
                <a:gd name="connsiteX44" fmla="*/ 428580 w 2912392"/>
                <a:gd name="connsiteY44" fmla="*/ 121464 h 544697"/>
                <a:gd name="connsiteX45" fmla="*/ 438321 w 2912392"/>
                <a:gd name="connsiteY45" fmla="*/ 121243 h 544697"/>
                <a:gd name="connsiteX46" fmla="*/ 448060 w 2912392"/>
                <a:gd name="connsiteY46" fmla="*/ 121062 h 544697"/>
                <a:gd name="connsiteX47" fmla="*/ 457801 w 2912392"/>
                <a:gd name="connsiteY47" fmla="*/ 120925 h 544697"/>
                <a:gd name="connsiteX48" fmla="*/ 467542 w 2912392"/>
                <a:gd name="connsiteY48" fmla="*/ 120838 h 544697"/>
                <a:gd name="connsiteX49" fmla="*/ 477281 w 2912392"/>
                <a:gd name="connsiteY49" fmla="*/ 120810 h 544697"/>
                <a:gd name="connsiteX50" fmla="*/ 487022 w 2912392"/>
                <a:gd name="connsiteY50" fmla="*/ 120846 h 544697"/>
                <a:gd name="connsiteX51" fmla="*/ 496763 w 2912392"/>
                <a:gd name="connsiteY51" fmla="*/ 120950 h 544697"/>
                <a:gd name="connsiteX52" fmla="*/ 506503 w 2912392"/>
                <a:gd name="connsiteY52" fmla="*/ 121132 h 544697"/>
                <a:gd name="connsiteX53" fmla="*/ 516244 w 2912392"/>
                <a:gd name="connsiteY53" fmla="*/ 121397 h 544697"/>
                <a:gd name="connsiteX54" fmla="*/ 525985 w 2912392"/>
                <a:gd name="connsiteY54" fmla="*/ 121749 h 544697"/>
                <a:gd name="connsiteX55" fmla="*/ 535724 w 2912392"/>
                <a:gd name="connsiteY55" fmla="*/ 122194 h 544697"/>
                <a:gd name="connsiteX56" fmla="*/ 545465 w 2912392"/>
                <a:gd name="connsiteY56" fmla="*/ 122739 h 544697"/>
                <a:gd name="connsiteX57" fmla="*/ 555206 w 2912392"/>
                <a:gd name="connsiteY57" fmla="*/ 123389 h 544697"/>
                <a:gd name="connsiteX58" fmla="*/ 564946 w 2912392"/>
                <a:gd name="connsiteY58" fmla="*/ 124147 h 544697"/>
                <a:gd name="connsiteX59" fmla="*/ 574687 w 2912392"/>
                <a:gd name="connsiteY59" fmla="*/ 125017 h 544697"/>
                <a:gd name="connsiteX60" fmla="*/ 584428 w 2912392"/>
                <a:gd name="connsiteY60" fmla="*/ 126007 h 544697"/>
                <a:gd name="connsiteX61" fmla="*/ 594167 w 2912392"/>
                <a:gd name="connsiteY61" fmla="*/ 127115 h 544697"/>
                <a:gd name="connsiteX62" fmla="*/ 603908 w 2912392"/>
                <a:gd name="connsiteY62" fmla="*/ 128346 h 544697"/>
                <a:gd name="connsiteX63" fmla="*/ 613649 w 2912392"/>
                <a:gd name="connsiteY63" fmla="*/ 129705 h 544697"/>
                <a:gd name="connsiteX64" fmla="*/ 623388 w 2912392"/>
                <a:gd name="connsiteY64" fmla="*/ 131190 h 544697"/>
                <a:gd name="connsiteX65" fmla="*/ 633129 w 2912392"/>
                <a:gd name="connsiteY65" fmla="*/ 132807 h 544697"/>
                <a:gd name="connsiteX66" fmla="*/ 642870 w 2912392"/>
                <a:gd name="connsiteY66" fmla="*/ 134553 h 544697"/>
                <a:gd name="connsiteX67" fmla="*/ 652610 w 2912392"/>
                <a:gd name="connsiteY67" fmla="*/ 136430 h 544697"/>
                <a:gd name="connsiteX68" fmla="*/ 662351 w 2912392"/>
                <a:gd name="connsiteY68" fmla="*/ 138438 h 544697"/>
                <a:gd name="connsiteX69" fmla="*/ 672092 w 2912392"/>
                <a:gd name="connsiteY69" fmla="*/ 140576 h 544697"/>
                <a:gd name="connsiteX70" fmla="*/ 681831 w 2912392"/>
                <a:gd name="connsiteY70" fmla="*/ 142843 h 544697"/>
                <a:gd name="connsiteX71" fmla="*/ 691572 w 2912392"/>
                <a:gd name="connsiteY71" fmla="*/ 145237 h 544697"/>
                <a:gd name="connsiteX72" fmla="*/ 701313 w 2912392"/>
                <a:gd name="connsiteY72" fmla="*/ 147753 h 544697"/>
                <a:gd name="connsiteX73" fmla="*/ 711052 w 2912392"/>
                <a:gd name="connsiteY73" fmla="*/ 150392 h 544697"/>
                <a:gd name="connsiteX74" fmla="*/ 720793 w 2912392"/>
                <a:gd name="connsiteY74" fmla="*/ 153147 h 544697"/>
                <a:gd name="connsiteX75" fmla="*/ 730534 w 2912392"/>
                <a:gd name="connsiteY75" fmla="*/ 156013 h 544697"/>
                <a:gd name="connsiteX76" fmla="*/ 740274 w 2912392"/>
                <a:gd name="connsiteY76" fmla="*/ 158987 h 544697"/>
                <a:gd name="connsiteX77" fmla="*/ 750015 w 2912392"/>
                <a:gd name="connsiteY77" fmla="*/ 162062 h 544697"/>
                <a:gd name="connsiteX78" fmla="*/ 759756 w 2912392"/>
                <a:gd name="connsiteY78" fmla="*/ 165233 h 544697"/>
                <a:gd name="connsiteX79" fmla="*/ 769495 w 2912392"/>
                <a:gd name="connsiteY79" fmla="*/ 168490 h 544697"/>
                <a:gd name="connsiteX80" fmla="*/ 779236 w 2912392"/>
                <a:gd name="connsiteY80" fmla="*/ 171828 h 544697"/>
                <a:gd name="connsiteX81" fmla="*/ 788977 w 2912392"/>
                <a:gd name="connsiteY81" fmla="*/ 175240 h 544697"/>
                <a:gd name="connsiteX82" fmla="*/ 798717 w 2912392"/>
                <a:gd name="connsiteY82" fmla="*/ 178715 h 544697"/>
                <a:gd name="connsiteX83" fmla="*/ 808458 w 2912392"/>
                <a:gd name="connsiteY83" fmla="*/ 182244 h 544697"/>
                <a:gd name="connsiteX84" fmla="*/ 818199 w 2912392"/>
                <a:gd name="connsiteY84" fmla="*/ 185820 h 544697"/>
                <a:gd name="connsiteX85" fmla="*/ 827938 w 2912392"/>
                <a:gd name="connsiteY85" fmla="*/ 189430 h 544697"/>
                <a:gd name="connsiteX86" fmla="*/ 837679 w 2912392"/>
                <a:gd name="connsiteY86" fmla="*/ 193064 h 544697"/>
                <a:gd name="connsiteX87" fmla="*/ 847420 w 2912392"/>
                <a:gd name="connsiteY87" fmla="*/ 196713 h 544697"/>
                <a:gd name="connsiteX88" fmla="*/ 857159 w 2912392"/>
                <a:gd name="connsiteY88" fmla="*/ 200364 h 544697"/>
                <a:gd name="connsiteX89" fmla="*/ 866900 w 2912392"/>
                <a:gd name="connsiteY89" fmla="*/ 204007 h 544697"/>
                <a:gd name="connsiteX90" fmla="*/ 876641 w 2912392"/>
                <a:gd name="connsiteY90" fmla="*/ 207629 h 544697"/>
                <a:gd name="connsiteX91" fmla="*/ 886381 w 2912392"/>
                <a:gd name="connsiteY91" fmla="*/ 211218 h 544697"/>
                <a:gd name="connsiteX92" fmla="*/ 896122 w 2912392"/>
                <a:gd name="connsiteY92" fmla="*/ 214763 h 544697"/>
                <a:gd name="connsiteX93" fmla="*/ 905863 w 2912392"/>
                <a:gd name="connsiteY93" fmla="*/ 218252 h 544697"/>
                <a:gd name="connsiteX94" fmla="*/ 915602 w 2912392"/>
                <a:gd name="connsiteY94" fmla="*/ 221670 h 544697"/>
                <a:gd name="connsiteX95" fmla="*/ 925343 w 2912392"/>
                <a:gd name="connsiteY95" fmla="*/ 225007 h 544697"/>
                <a:gd name="connsiteX96" fmla="*/ 935084 w 2912392"/>
                <a:gd name="connsiteY96" fmla="*/ 228251 h 544697"/>
                <a:gd name="connsiteX97" fmla="*/ 944824 w 2912392"/>
                <a:gd name="connsiteY97" fmla="*/ 231389 h 544697"/>
                <a:gd name="connsiteX98" fmla="*/ 954564 w 2912392"/>
                <a:gd name="connsiteY98" fmla="*/ 234407 h 544697"/>
                <a:gd name="connsiteX99" fmla="*/ 964305 w 2912392"/>
                <a:gd name="connsiteY99" fmla="*/ 237295 h 544697"/>
                <a:gd name="connsiteX100" fmla="*/ 974045 w 2912392"/>
                <a:gd name="connsiteY100" fmla="*/ 240040 h 544697"/>
                <a:gd name="connsiteX101" fmla="*/ 983786 w 2912392"/>
                <a:gd name="connsiteY101" fmla="*/ 242631 h 544697"/>
                <a:gd name="connsiteX102" fmla="*/ 993522 w 2912392"/>
                <a:gd name="connsiteY102" fmla="*/ 245058 h 544697"/>
                <a:gd name="connsiteX103" fmla="*/ 1003266 w 2912392"/>
                <a:gd name="connsiteY103" fmla="*/ 247307 h 544697"/>
                <a:gd name="connsiteX104" fmla="*/ 1013010 w 2912392"/>
                <a:gd name="connsiteY104" fmla="*/ 249369 h 544697"/>
                <a:gd name="connsiteX105" fmla="*/ 1022754 w 2912392"/>
                <a:gd name="connsiteY105" fmla="*/ 251234 h 544697"/>
                <a:gd name="connsiteX106" fmla="*/ 1032483 w 2912392"/>
                <a:gd name="connsiteY106" fmla="*/ 252892 h 544697"/>
                <a:gd name="connsiteX107" fmla="*/ 1042227 w 2912392"/>
                <a:gd name="connsiteY107" fmla="*/ 254333 h 544697"/>
                <a:gd name="connsiteX108" fmla="*/ 1051971 w 2912392"/>
                <a:gd name="connsiteY108" fmla="*/ 255550 h 544697"/>
                <a:gd name="connsiteX109" fmla="*/ 1061715 w 2912392"/>
                <a:gd name="connsiteY109" fmla="*/ 256535 h 544697"/>
                <a:gd name="connsiteX110" fmla="*/ 1071444 w 2912392"/>
                <a:gd name="connsiteY110" fmla="*/ 257279 h 544697"/>
                <a:gd name="connsiteX111" fmla="*/ 1081188 w 2912392"/>
                <a:gd name="connsiteY111" fmla="*/ 257776 h 544697"/>
                <a:gd name="connsiteX112" fmla="*/ 1090932 w 2912392"/>
                <a:gd name="connsiteY112" fmla="*/ 258021 h 544697"/>
                <a:gd name="connsiteX113" fmla="*/ 1100676 w 2912392"/>
                <a:gd name="connsiteY113" fmla="*/ 258006 h 544697"/>
                <a:gd name="connsiteX114" fmla="*/ 1110405 w 2912392"/>
                <a:gd name="connsiteY114" fmla="*/ 257729 h 544697"/>
                <a:gd name="connsiteX115" fmla="*/ 1120149 w 2912392"/>
                <a:gd name="connsiteY115" fmla="*/ 257186 h 544697"/>
                <a:gd name="connsiteX116" fmla="*/ 1129893 w 2912392"/>
                <a:gd name="connsiteY116" fmla="*/ 256374 h 544697"/>
                <a:gd name="connsiteX117" fmla="*/ 1139637 w 2912392"/>
                <a:gd name="connsiteY117" fmla="*/ 255290 h 544697"/>
                <a:gd name="connsiteX118" fmla="*/ 1149381 w 2912392"/>
                <a:gd name="connsiteY118" fmla="*/ 253932 h 544697"/>
                <a:gd name="connsiteX119" fmla="*/ 1159110 w 2912392"/>
                <a:gd name="connsiteY119" fmla="*/ 252302 h 544697"/>
                <a:gd name="connsiteX120" fmla="*/ 1168854 w 2912392"/>
                <a:gd name="connsiteY120" fmla="*/ 250400 h 544697"/>
                <a:gd name="connsiteX121" fmla="*/ 1178598 w 2912392"/>
                <a:gd name="connsiteY121" fmla="*/ 248226 h 544697"/>
                <a:gd name="connsiteX122" fmla="*/ 1188341 w 2912392"/>
                <a:gd name="connsiteY122" fmla="*/ 245784 h 544697"/>
                <a:gd name="connsiteX123" fmla="*/ 1198070 w 2912392"/>
                <a:gd name="connsiteY123" fmla="*/ 243074 h 544697"/>
                <a:gd name="connsiteX124" fmla="*/ 1207814 w 2912392"/>
                <a:gd name="connsiteY124" fmla="*/ 240103 h 544697"/>
                <a:gd name="connsiteX125" fmla="*/ 1217558 w 2912392"/>
                <a:gd name="connsiteY125" fmla="*/ 236873 h 544697"/>
                <a:gd name="connsiteX126" fmla="*/ 1227302 w 2912392"/>
                <a:gd name="connsiteY126" fmla="*/ 233393 h 544697"/>
                <a:gd name="connsiteX127" fmla="*/ 1237031 w 2912392"/>
                <a:gd name="connsiteY127" fmla="*/ 229666 h 544697"/>
                <a:gd name="connsiteX128" fmla="*/ 1246775 w 2912392"/>
                <a:gd name="connsiteY128" fmla="*/ 225700 h 544697"/>
                <a:gd name="connsiteX129" fmla="*/ 1256519 w 2912392"/>
                <a:gd name="connsiteY129" fmla="*/ 221506 h 544697"/>
                <a:gd name="connsiteX130" fmla="*/ 1266263 w 2912392"/>
                <a:gd name="connsiteY130" fmla="*/ 217089 h 544697"/>
                <a:gd name="connsiteX131" fmla="*/ 1276007 w 2912392"/>
                <a:gd name="connsiteY131" fmla="*/ 212461 h 544697"/>
                <a:gd name="connsiteX132" fmla="*/ 1285736 w 2912392"/>
                <a:gd name="connsiteY132" fmla="*/ 207631 h 544697"/>
                <a:gd name="connsiteX133" fmla="*/ 1295480 w 2912392"/>
                <a:gd name="connsiteY133" fmla="*/ 202608 h 544697"/>
                <a:gd name="connsiteX134" fmla="*/ 1305224 w 2912392"/>
                <a:gd name="connsiteY134" fmla="*/ 197409 h 544697"/>
                <a:gd name="connsiteX135" fmla="*/ 1314968 w 2912392"/>
                <a:gd name="connsiteY135" fmla="*/ 192040 h 544697"/>
                <a:gd name="connsiteX136" fmla="*/ 1324697 w 2912392"/>
                <a:gd name="connsiteY136" fmla="*/ 186517 h 544697"/>
                <a:gd name="connsiteX137" fmla="*/ 1334441 w 2912392"/>
                <a:gd name="connsiteY137" fmla="*/ 180854 h 544697"/>
                <a:gd name="connsiteX138" fmla="*/ 1344185 w 2912392"/>
                <a:gd name="connsiteY138" fmla="*/ 175063 h 544697"/>
                <a:gd name="connsiteX139" fmla="*/ 1353929 w 2912392"/>
                <a:gd name="connsiteY139" fmla="*/ 169157 h 544697"/>
                <a:gd name="connsiteX140" fmla="*/ 1363658 w 2912392"/>
                <a:gd name="connsiteY140" fmla="*/ 163153 h 544697"/>
                <a:gd name="connsiteX141" fmla="*/ 1373402 w 2912392"/>
                <a:gd name="connsiteY141" fmla="*/ 157065 h 544697"/>
                <a:gd name="connsiteX142" fmla="*/ 1383146 w 2912392"/>
                <a:gd name="connsiteY142" fmla="*/ 150907 h 544697"/>
                <a:gd name="connsiteX143" fmla="*/ 1392890 w 2912392"/>
                <a:gd name="connsiteY143" fmla="*/ 144696 h 544697"/>
                <a:gd name="connsiteX144" fmla="*/ 1402619 w 2912392"/>
                <a:gd name="connsiteY144" fmla="*/ 138444 h 544697"/>
                <a:gd name="connsiteX145" fmla="*/ 1412363 w 2912392"/>
                <a:gd name="connsiteY145" fmla="*/ 132172 h 544697"/>
                <a:gd name="connsiteX146" fmla="*/ 1422106 w 2912392"/>
                <a:gd name="connsiteY146" fmla="*/ 125890 h 544697"/>
                <a:gd name="connsiteX147" fmla="*/ 1431850 w 2912392"/>
                <a:gd name="connsiteY147" fmla="*/ 119619 h 544697"/>
                <a:gd name="connsiteX148" fmla="*/ 1441594 w 2912392"/>
                <a:gd name="connsiteY148" fmla="*/ 113371 h 544697"/>
                <a:gd name="connsiteX149" fmla="*/ 1451323 w 2912392"/>
                <a:gd name="connsiteY149" fmla="*/ 107162 h 544697"/>
                <a:gd name="connsiteX150" fmla="*/ 1461067 w 2912392"/>
                <a:gd name="connsiteY150" fmla="*/ 101008 h 544697"/>
                <a:gd name="connsiteX151" fmla="*/ 1470811 w 2912392"/>
                <a:gd name="connsiteY151" fmla="*/ 94924 h 544697"/>
                <a:gd name="connsiteX152" fmla="*/ 1480555 w 2912392"/>
                <a:gd name="connsiteY152" fmla="*/ 88926 h 544697"/>
                <a:gd name="connsiteX153" fmla="*/ 1490284 w 2912392"/>
                <a:gd name="connsiteY153" fmla="*/ 83026 h 544697"/>
                <a:gd name="connsiteX154" fmla="*/ 1500028 w 2912392"/>
                <a:gd name="connsiteY154" fmla="*/ 77241 h 544697"/>
                <a:gd name="connsiteX155" fmla="*/ 1509772 w 2912392"/>
                <a:gd name="connsiteY155" fmla="*/ 71584 h 544697"/>
                <a:gd name="connsiteX156" fmla="*/ 1519516 w 2912392"/>
                <a:gd name="connsiteY156" fmla="*/ 66067 h 544697"/>
                <a:gd name="connsiteX157" fmla="*/ 1529245 w 2912392"/>
                <a:gd name="connsiteY157" fmla="*/ 60706 h 544697"/>
                <a:gd name="connsiteX158" fmla="*/ 1538989 w 2912392"/>
                <a:gd name="connsiteY158" fmla="*/ 55511 h 544697"/>
                <a:gd name="connsiteX159" fmla="*/ 1548733 w 2912392"/>
                <a:gd name="connsiteY159" fmla="*/ 50494 h 544697"/>
                <a:gd name="connsiteX160" fmla="*/ 1558477 w 2912392"/>
                <a:gd name="connsiteY160" fmla="*/ 45667 h 544697"/>
                <a:gd name="connsiteX161" fmla="*/ 1568221 w 2912392"/>
                <a:gd name="connsiteY161" fmla="*/ 41041 h 544697"/>
                <a:gd name="connsiteX162" fmla="*/ 1577950 w 2912392"/>
                <a:gd name="connsiteY162" fmla="*/ 36626 h 544697"/>
                <a:gd name="connsiteX163" fmla="*/ 1587694 w 2912392"/>
                <a:gd name="connsiteY163" fmla="*/ 32431 h 544697"/>
                <a:gd name="connsiteX164" fmla="*/ 1597438 w 2912392"/>
                <a:gd name="connsiteY164" fmla="*/ 28464 h 544697"/>
                <a:gd name="connsiteX165" fmla="*/ 1607182 w 2912392"/>
                <a:gd name="connsiteY165" fmla="*/ 24734 h 544697"/>
                <a:gd name="connsiteX166" fmla="*/ 1616911 w 2912392"/>
                <a:gd name="connsiteY166" fmla="*/ 21247 h 544697"/>
                <a:gd name="connsiteX167" fmla="*/ 1626655 w 2912392"/>
                <a:gd name="connsiteY167" fmla="*/ 18013 h 544697"/>
                <a:gd name="connsiteX168" fmla="*/ 1636399 w 2912392"/>
                <a:gd name="connsiteY168" fmla="*/ 15033 h 544697"/>
                <a:gd name="connsiteX169" fmla="*/ 1646142 w 2912392"/>
                <a:gd name="connsiteY169" fmla="*/ 12314 h 544697"/>
                <a:gd name="connsiteX170" fmla="*/ 1655872 w 2912392"/>
                <a:gd name="connsiteY170" fmla="*/ 9860 h 544697"/>
                <a:gd name="connsiteX171" fmla="*/ 1665616 w 2912392"/>
                <a:gd name="connsiteY171" fmla="*/ 7674 h 544697"/>
                <a:gd name="connsiteX172" fmla="*/ 1675359 w 2912392"/>
                <a:gd name="connsiteY172" fmla="*/ 5760 h 544697"/>
                <a:gd name="connsiteX173" fmla="*/ 1685103 w 2912392"/>
                <a:gd name="connsiteY173" fmla="*/ 4120 h 544697"/>
                <a:gd name="connsiteX174" fmla="*/ 1694832 w 2912392"/>
                <a:gd name="connsiteY174" fmla="*/ 2750 h 544697"/>
                <a:gd name="connsiteX175" fmla="*/ 1704576 w 2912392"/>
                <a:gd name="connsiteY175" fmla="*/ 1657 h 544697"/>
                <a:gd name="connsiteX176" fmla="*/ 1714320 w 2912392"/>
                <a:gd name="connsiteY176" fmla="*/ 836 h 544697"/>
                <a:gd name="connsiteX177" fmla="*/ 1724064 w 2912392"/>
                <a:gd name="connsiteY177" fmla="*/ 288 h 544697"/>
                <a:gd name="connsiteX178" fmla="*/ 1733808 w 2912392"/>
                <a:gd name="connsiteY178" fmla="*/ 10 h 544697"/>
                <a:gd name="connsiteX179" fmla="*/ 1743537 w 2912392"/>
                <a:gd name="connsiteY179" fmla="*/ 0 h 544697"/>
                <a:gd name="connsiteX180" fmla="*/ 1753281 w 2912392"/>
                <a:gd name="connsiteY180" fmla="*/ 255 h 544697"/>
                <a:gd name="connsiteX181" fmla="*/ 1763025 w 2912392"/>
                <a:gd name="connsiteY181" fmla="*/ 770 h 544697"/>
                <a:gd name="connsiteX182" fmla="*/ 1772769 w 2912392"/>
                <a:gd name="connsiteY182" fmla="*/ 1541 h 544697"/>
                <a:gd name="connsiteX183" fmla="*/ 1782498 w 2912392"/>
                <a:gd name="connsiteY183" fmla="*/ 2563 h 544697"/>
                <a:gd name="connsiteX184" fmla="*/ 1792242 w 2912392"/>
                <a:gd name="connsiteY184" fmla="*/ 3831 h 544697"/>
                <a:gd name="connsiteX185" fmla="*/ 1801986 w 2912392"/>
                <a:gd name="connsiteY185" fmla="*/ 5337 h 544697"/>
                <a:gd name="connsiteX186" fmla="*/ 1811730 w 2912392"/>
                <a:gd name="connsiteY186" fmla="*/ 7077 h 544697"/>
                <a:gd name="connsiteX187" fmla="*/ 1821459 w 2912392"/>
                <a:gd name="connsiteY187" fmla="*/ 9042 h 544697"/>
                <a:gd name="connsiteX188" fmla="*/ 1831203 w 2912392"/>
                <a:gd name="connsiteY188" fmla="*/ 11226 h 544697"/>
                <a:gd name="connsiteX189" fmla="*/ 1840947 w 2912392"/>
                <a:gd name="connsiteY189" fmla="*/ 13621 h 544697"/>
                <a:gd name="connsiteX190" fmla="*/ 1850691 w 2912392"/>
                <a:gd name="connsiteY190" fmla="*/ 16216 h 544697"/>
                <a:gd name="connsiteX191" fmla="*/ 1860435 w 2912392"/>
                <a:gd name="connsiteY191" fmla="*/ 19007 h 544697"/>
                <a:gd name="connsiteX192" fmla="*/ 1870164 w 2912392"/>
                <a:gd name="connsiteY192" fmla="*/ 21983 h 544697"/>
                <a:gd name="connsiteX193" fmla="*/ 1879908 w 2912392"/>
                <a:gd name="connsiteY193" fmla="*/ 25136 h 544697"/>
                <a:gd name="connsiteX194" fmla="*/ 1889652 w 2912392"/>
                <a:gd name="connsiteY194" fmla="*/ 28456 h 544697"/>
                <a:gd name="connsiteX195" fmla="*/ 1899395 w 2912392"/>
                <a:gd name="connsiteY195" fmla="*/ 31935 h 544697"/>
                <a:gd name="connsiteX196" fmla="*/ 1909124 w 2912392"/>
                <a:gd name="connsiteY196" fmla="*/ 35562 h 544697"/>
                <a:gd name="connsiteX197" fmla="*/ 1918868 w 2912392"/>
                <a:gd name="connsiteY197" fmla="*/ 39332 h 544697"/>
                <a:gd name="connsiteX198" fmla="*/ 1928612 w 2912392"/>
                <a:gd name="connsiteY198" fmla="*/ 43232 h 544697"/>
                <a:gd name="connsiteX199" fmla="*/ 1938356 w 2912392"/>
                <a:gd name="connsiteY199" fmla="*/ 47254 h 544697"/>
                <a:gd name="connsiteX200" fmla="*/ 1948085 w 2912392"/>
                <a:gd name="connsiteY200" fmla="*/ 51390 h 544697"/>
                <a:gd name="connsiteX201" fmla="*/ 1957829 w 2912392"/>
                <a:gd name="connsiteY201" fmla="*/ 55628 h 544697"/>
                <a:gd name="connsiteX202" fmla="*/ 1967573 w 2912392"/>
                <a:gd name="connsiteY202" fmla="*/ 59964 h 544697"/>
                <a:gd name="connsiteX203" fmla="*/ 1977317 w 2912392"/>
                <a:gd name="connsiteY203" fmla="*/ 64386 h 544697"/>
                <a:gd name="connsiteX204" fmla="*/ 1987046 w 2912392"/>
                <a:gd name="connsiteY204" fmla="*/ 68885 h 544697"/>
                <a:gd name="connsiteX205" fmla="*/ 1996790 w 2912392"/>
                <a:gd name="connsiteY205" fmla="*/ 73456 h 544697"/>
                <a:gd name="connsiteX206" fmla="*/ 2006534 w 2912392"/>
                <a:gd name="connsiteY206" fmla="*/ 78090 h 544697"/>
                <a:gd name="connsiteX207" fmla="*/ 2016278 w 2912392"/>
                <a:gd name="connsiteY207" fmla="*/ 82779 h 544697"/>
                <a:gd name="connsiteX208" fmla="*/ 2026022 w 2912392"/>
                <a:gd name="connsiteY208" fmla="*/ 87514 h 544697"/>
                <a:gd name="connsiteX209" fmla="*/ 2035751 w 2912392"/>
                <a:gd name="connsiteY209" fmla="*/ 92292 h 544697"/>
                <a:gd name="connsiteX210" fmla="*/ 2045495 w 2912392"/>
                <a:gd name="connsiteY210" fmla="*/ 97103 h 544697"/>
                <a:gd name="connsiteX211" fmla="*/ 2055239 w 2912392"/>
                <a:gd name="connsiteY211" fmla="*/ 101942 h 544697"/>
                <a:gd name="connsiteX212" fmla="*/ 2064983 w 2912392"/>
                <a:gd name="connsiteY212" fmla="*/ 106805 h 544697"/>
                <a:gd name="connsiteX213" fmla="*/ 2074712 w 2912392"/>
                <a:gd name="connsiteY213" fmla="*/ 111684 h 544697"/>
                <a:gd name="connsiteX214" fmla="*/ 2084456 w 2912392"/>
                <a:gd name="connsiteY214" fmla="*/ 116574 h 544697"/>
                <a:gd name="connsiteX215" fmla="*/ 2094200 w 2912392"/>
                <a:gd name="connsiteY215" fmla="*/ 121473 h 544697"/>
                <a:gd name="connsiteX216" fmla="*/ 2103944 w 2912392"/>
                <a:gd name="connsiteY216" fmla="*/ 126376 h 544697"/>
                <a:gd name="connsiteX217" fmla="*/ 2113673 w 2912392"/>
                <a:gd name="connsiteY217" fmla="*/ 131278 h 544697"/>
                <a:gd name="connsiteX218" fmla="*/ 2123417 w 2912392"/>
                <a:gd name="connsiteY218" fmla="*/ 136175 h 544697"/>
                <a:gd name="connsiteX219" fmla="*/ 2133161 w 2912392"/>
                <a:gd name="connsiteY219" fmla="*/ 141067 h 544697"/>
                <a:gd name="connsiteX220" fmla="*/ 2142905 w 2912392"/>
                <a:gd name="connsiteY220" fmla="*/ 145950 h 544697"/>
                <a:gd name="connsiteX221" fmla="*/ 2152649 w 2912392"/>
                <a:gd name="connsiteY221" fmla="*/ 150821 h 544697"/>
                <a:gd name="connsiteX222" fmla="*/ 2162377 w 2912392"/>
                <a:gd name="connsiteY222" fmla="*/ 155681 h 544697"/>
                <a:gd name="connsiteX223" fmla="*/ 2172121 w 2912392"/>
                <a:gd name="connsiteY223" fmla="*/ 160525 h 544697"/>
                <a:gd name="connsiteX224" fmla="*/ 2181865 w 2912392"/>
                <a:gd name="connsiteY224" fmla="*/ 165355 h 544697"/>
                <a:gd name="connsiteX225" fmla="*/ 2191609 w 2912392"/>
                <a:gd name="connsiteY225" fmla="*/ 170169 h 544697"/>
                <a:gd name="connsiteX226" fmla="*/ 2201338 w 2912392"/>
                <a:gd name="connsiteY226" fmla="*/ 174968 h 544697"/>
                <a:gd name="connsiteX227" fmla="*/ 2211082 w 2912392"/>
                <a:gd name="connsiteY227" fmla="*/ 179750 h 544697"/>
                <a:gd name="connsiteX228" fmla="*/ 2220826 w 2912392"/>
                <a:gd name="connsiteY228" fmla="*/ 184518 h 544697"/>
                <a:gd name="connsiteX229" fmla="*/ 2230570 w 2912392"/>
                <a:gd name="connsiteY229" fmla="*/ 189272 h 544697"/>
                <a:gd name="connsiteX230" fmla="*/ 2240299 w 2912392"/>
                <a:gd name="connsiteY230" fmla="*/ 194012 h 544697"/>
                <a:gd name="connsiteX231" fmla="*/ 2250043 w 2912392"/>
                <a:gd name="connsiteY231" fmla="*/ 198739 h 544697"/>
                <a:gd name="connsiteX232" fmla="*/ 2259787 w 2912392"/>
                <a:gd name="connsiteY232" fmla="*/ 203456 h 544697"/>
                <a:gd name="connsiteX233" fmla="*/ 2269531 w 2912392"/>
                <a:gd name="connsiteY233" fmla="*/ 208163 h 544697"/>
                <a:gd name="connsiteX234" fmla="*/ 2279260 w 2912392"/>
                <a:gd name="connsiteY234" fmla="*/ 212863 h 544697"/>
                <a:gd name="connsiteX235" fmla="*/ 2289004 w 2912392"/>
                <a:gd name="connsiteY235" fmla="*/ 217558 h 544697"/>
                <a:gd name="connsiteX236" fmla="*/ 2298748 w 2912392"/>
                <a:gd name="connsiteY236" fmla="*/ 222248 h 544697"/>
                <a:gd name="connsiteX237" fmla="*/ 2308492 w 2912392"/>
                <a:gd name="connsiteY237" fmla="*/ 226938 h 544697"/>
                <a:gd name="connsiteX238" fmla="*/ 2318236 w 2912392"/>
                <a:gd name="connsiteY238" fmla="*/ 231630 h 544697"/>
                <a:gd name="connsiteX239" fmla="*/ 2327965 w 2912392"/>
                <a:gd name="connsiteY239" fmla="*/ 236323 h 544697"/>
                <a:gd name="connsiteX240" fmla="*/ 2337709 w 2912392"/>
                <a:gd name="connsiteY240" fmla="*/ 241024 h 544697"/>
                <a:gd name="connsiteX241" fmla="*/ 2347453 w 2912392"/>
                <a:gd name="connsiteY241" fmla="*/ 245732 h 544697"/>
                <a:gd name="connsiteX242" fmla="*/ 2357197 w 2912392"/>
                <a:gd name="connsiteY242" fmla="*/ 250450 h 544697"/>
                <a:gd name="connsiteX243" fmla="*/ 2366926 w 2912392"/>
                <a:gd name="connsiteY243" fmla="*/ 255182 h 544697"/>
                <a:gd name="connsiteX244" fmla="*/ 2376670 w 2912392"/>
                <a:gd name="connsiteY244" fmla="*/ 259928 h 544697"/>
                <a:gd name="connsiteX245" fmla="*/ 2386413 w 2912392"/>
                <a:gd name="connsiteY245" fmla="*/ 264691 h 544697"/>
                <a:gd name="connsiteX246" fmla="*/ 2396157 w 2912392"/>
                <a:gd name="connsiteY246" fmla="*/ 269473 h 544697"/>
                <a:gd name="connsiteX247" fmla="*/ 2405886 w 2912392"/>
                <a:gd name="connsiteY247" fmla="*/ 274275 h 544697"/>
                <a:gd name="connsiteX248" fmla="*/ 2415630 w 2912392"/>
                <a:gd name="connsiteY248" fmla="*/ 279101 h 544697"/>
                <a:gd name="connsiteX249" fmla="*/ 2425374 w 2912392"/>
                <a:gd name="connsiteY249" fmla="*/ 283951 h 544697"/>
                <a:gd name="connsiteX250" fmla="*/ 2435118 w 2912392"/>
                <a:gd name="connsiteY250" fmla="*/ 288827 h 544697"/>
                <a:gd name="connsiteX251" fmla="*/ 2444862 w 2912392"/>
                <a:gd name="connsiteY251" fmla="*/ 293730 h 544697"/>
                <a:gd name="connsiteX252" fmla="*/ 2454591 w 2912392"/>
                <a:gd name="connsiteY252" fmla="*/ 298661 h 544697"/>
                <a:gd name="connsiteX253" fmla="*/ 2464335 w 2912392"/>
                <a:gd name="connsiteY253" fmla="*/ 303622 h 544697"/>
                <a:gd name="connsiteX254" fmla="*/ 2474079 w 2912392"/>
                <a:gd name="connsiteY254" fmla="*/ 308612 h 544697"/>
                <a:gd name="connsiteX255" fmla="*/ 2483823 w 2912392"/>
                <a:gd name="connsiteY255" fmla="*/ 313631 h 544697"/>
                <a:gd name="connsiteX256" fmla="*/ 2493552 w 2912392"/>
                <a:gd name="connsiteY256" fmla="*/ 318682 h 544697"/>
                <a:gd name="connsiteX257" fmla="*/ 2503296 w 2912392"/>
                <a:gd name="connsiteY257" fmla="*/ 323762 h 544697"/>
                <a:gd name="connsiteX258" fmla="*/ 2513040 w 2912392"/>
                <a:gd name="connsiteY258" fmla="*/ 328873 h 544697"/>
                <a:gd name="connsiteX259" fmla="*/ 2522784 w 2912392"/>
                <a:gd name="connsiteY259" fmla="*/ 334014 h 544697"/>
                <a:gd name="connsiteX260" fmla="*/ 2532513 w 2912392"/>
                <a:gd name="connsiteY260" fmla="*/ 339184 h 544697"/>
                <a:gd name="connsiteX261" fmla="*/ 2542257 w 2912392"/>
                <a:gd name="connsiteY261" fmla="*/ 344383 h 544697"/>
                <a:gd name="connsiteX262" fmla="*/ 2552001 w 2912392"/>
                <a:gd name="connsiteY262" fmla="*/ 349609 h 544697"/>
                <a:gd name="connsiteX263" fmla="*/ 2561745 w 2912392"/>
                <a:gd name="connsiteY263" fmla="*/ 354861 h 544697"/>
                <a:gd name="connsiteX264" fmla="*/ 2571474 w 2912392"/>
                <a:gd name="connsiteY264" fmla="*/ 360138 h 544697"/>
                <a:gd name="connsiteX265" fmla="*/ 2581218 w 2912392"/>
                <a:gd name="connsiteY265" fmla="*/ 365438 h 544697"/>
                <a:gd name="connsiteX266" fmla="*/ 2590962 w 2912392"/>
                <a:gd name="connsiteY266" fmla="*/ 370760 h 544697"/>
                <a:gd name="connsiteX267" fmla="*/ 2600705 w 2912392"/>
                <a:gd name="connsiteY267" fmla="*/ 376099 h 544697"/>
                <a:gd name="connsiteX268" fmla="*/ 2610449 w 2912392"/>
                <a:gd name="connsiteY268" fmla="*/ 381457 h 544697"/>
                <a:gd name="connsiteX269" fmla="*/ 2620178 w 2912392"/>
                <a:gd name="connsiteY269" fmla="*/ 386831 h 544697"/>
                <a:gd name="connsiteX270" fmla="*/ 2629922 w 2912392"/>
                <a:gd name="connsiteY270" fmla="*/ 392217 h 544697"/>
                <a:gd name="connsiteX271" fmla="*/ 2639666 w 2912392"/>
                <a:gd name="connsiteY271" fmla="*/ 397614 h 544697"/>
                <a:gd name="connsiteX272" fmla="*/ 2649410 w 2912392"/>
                <a:gd name="connsiteY272" fmla="*/ 403019 h 544697"/>
                <a:gd name="connsiteX273" fmla="*/ 2659139 w 2912392"/>
                <a:gd name="connsiteY273" fmla="*/ 408430 h 544697"/>
                <a:gd name="connsiteX274" fmla="*/ 2668883 w 2912392"/>
                <a:gd name="connsiteY274" fmla="*/ 413843 h 544697"/>
                <a:gd name="connsiteX275" fmla="*/ 2678627 w 2912392"/>
                <a:gd name="connsiteY275" fmla="*/ 419259 h 544697"/>
                <a:gd name="connsiteX276" fmla="*/ 2688371 w 2912392"/>
                <a:gd name="connsiteY276" fmla="*/ 424672 h 544697"/>
                <a:gd name="connsiteX277" fmla="*/ 2698100 w 2912392"/>
                <a:gd name="connsiteY277" fmla="*/ 430080 h 544697"/>
                <a:gd name="connsiteX278" fmla="*/ 2707844 w 2912392"/>
                <a:gd name="connsiteY278" fmla="*/ 435482 h 544697"/>
                <a:gd name="connsiteX279" fmla="*/ 2717588 w 2912392"/>
                <a:gd name="connsiteY279" fmla="*/ 440874 h 544697"/>
                <a:gd name="connsiteX280" fmla="*/ 2727332 w 2912392"/>
                <a:gd name="connsiteY280" fmla="*/ 446257 h 544697"/>
                <a:gd name="connsiteX281" fmla="*/ 2737076 w 2912392"/>
                <a:gd name="connsiteY281" fmla="*/ 451625 h 544697"/>
                <a:gd name="connsiteX282" fmla="*/ 2746805 w 2912392"/>
                <a:gd name="connsiteY282" fmla="*/ 456979 h 544697"/>
                <a:gd name="connsiteX283" fmla="*/ 2756549 w 2912392"/>
                <a:gd name="connsiteY283" fmla="*/ 462315 h 544697"/>
                <a:gd name="connsiteX284" fmla="*/ 2766293 w 2912392"/>
                <a:gd name="connsiteY284" fmla="*/ 467631 h 544697"/>
                <a:gd name="connsiteX285" fmla="*/ 2776037 w 2912392"/>
                <a:gd name="connsiteY285" fmla="*/ 472929 h 544697"/>
                <a:gd name="connsiteX286" fmla="*/ 2785766 w 2912392"/>
                <a:gd name="connsiteY286" fmla="*/ 478205 h 544697"/>
                <a:gd name="connsiteX287" fmla="*/ 2795510 w 2912392"/>
                <a:gd name="connsiteY287" fmla="*/ 483459 h 544697"/>
                <a:gd name="connsiteX288" fmla="*/ 2805254 w 2912392"/>
                <a:gd name="connsiteY288" fmla="*/ 488688 h 544697"/>
                <a:gd name="connsiteX289" fmla="*/ 2814998 w 2912392"/>
                <a:gd name="connsiteY289" fmla="*/ 493894 h 544697"/>
                <a:gd name="connsiteX290" fmla="*/ 2824727 w 2912392"/>
                <a:gd name="connsiteY290" fmla="*/ 499076 h 544697"/>
                <a:gd name="connsiteX291" fmla="*/ 2834471 w 2912392"/>
                <a:gd name="connsiteY291" fmla="*/ 504232 h 544697"/>
                <a:gd name="connsiteX292" fmla="*/ 2844215 w 2912392"/>
                <a:gd name="connsiteY292" fmla="*/ 509366 h 544697"/>
                <a:gd name="connsiteX293" fmla="*/ 2853958 w 2912392"/>
                <a:gd name="connsiteY293" fmla="*/ 514475 h 544697"/>
                <a:gd name="connsiteX294" fmla="*/ 2863687 w 2912392"/>
                <a:gd name="connsiteY294" fmla="*/ 519562 h 544697"/>
                <a:gd name="connsiteX295" fmla="*/ 2873431 w 2912392"/>
                <a:gd name="connsiteY295" fmla="*/ 524627 h 544697"/>
                <a:gd name="connsiteX296" fmla="*/ 2883175 w 2912392"/>
                <a:gd name="connsiteY296" fmla="*/ 529671 h 544697"/>
                <a:gd name="connsiteX297" fmla="*/ 2892919 w 2912392"/>
                <a:gd name="connsiteY297" fmla="*/ 534696 h 544697"/>
                <a:gd name="connsiteX298" fmla="*/ 2902663 w 2912392"/>
                <a:gd name="connsiteY298" fmla="*/ 539705 h 544697"/>
                <a:gd name="connsiteX299" fmla="*/ 2912392 w 2912392"/>
                <a:gd name="connsiteY299" fmla="*/ 544698 h 544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44697">
                  <a:moveTo>
                    <a:pt x="0" y="118660"/>
                  </a:moveTo>
                  <a:lnTo>
                    <a:pt x="9739" y="118788"/>
                  </a:lnTo>
                  <a:lnTo>
                    <a:pt x="19480" y="118967"/>
                  </a:lnTo>
                  <a:lnTo>
                    <a:pt x="29221" y="119193"/>
                  </a:lnTo>
                  <a:lnTo>
                    <a:pt x="38961" y="119462"/>
                  </a:lnTo>
                  <a:lnTo>
                    <a:pt x="48702" y="119765"/>
                  </a:lnTo>
                  <a:lnTo>
                    <a:pt x="58443" y="120099"/>
                  </a:lnTo>
                  <a:lnTo>
                    <a:pt x="68182" y="120457"/>
                  </a:lnTo>
                  <a:lnTo>
                    <a:pt x="77923" y="120834"/>
                  </a:lnTo>
                  <a:lnTo>
                    <a:pt x="87664" y="121224"/>
                  </a:lnTo>
                  <a:lnTo>
                    <a:pt x="97404" y="121623"/>
                  </a:lnTo>
                  <a:lnTo>
                    <a:pt x="107145" y="122026"/>
                  </a:lnTo>
                  <a:lnTo>
                    <a:pt x="116886" y="122426"/>
                  </a:lnTo>
                  <a:lnTo>
                    <a:pt x="126625" y="122820"/>
                  </a:lnTo>
                  <a:lnTo>
                    <a:pt x="136366" y="123201"/>
                  </a:lnTo>
                  <a:lnTo>
                    <a:pt x="146107" y="123568"/>
                  </a:lnTo>
                  <a:lnTo>
                    <a:pt x="155846" y="123915"/>
                  </a:lnTo>
                  <a:lnTo>
                    <a:pt x="165587" y="124238"/>
                  </a:lnTo>
                  <a:lnTo>
                    <a:pt x="175328" y="124536"/>
                  </a:lnTo>
                  <a:lnTo>
                    <a:pt x="185068" y="124803"/>
                  </a:lnTo>
                  <a:lnTo>
                    <a:pt x="194809" y="125038"/>
                  </a:lnTo>
                  <a:lnTo>
                    <a:pt x="204550" y="125239"/>
                  </a:lnTo>
                  <a:lnTo>
                    <a:pt x="214289" y="125403"/>
                  </a:lnTo>
                  <a:lnTo>
                    <a:pt x="224030" y="125530"/>
                  </a:lnTo>
                  <a:lnTo>
                    <a:pt x="233771" y="125618"/>
                  </a:lnTo>
                  <a:lnTo>
                    <a:pt x="243510" y="125666"/>
                  </a:lnTo>
                  <a:lnTo>
                    <a:pt x="253251" y="125674"/>
                  </a:lnTo>
                  <a:lnTo>
                    <a:pt x="262992" y="125643"/>
                  </a:lnTo>
                  <a:lnTo>
                    <a:pt x="272732" y="125575"/>
                  </a:lnTo>
                  <a:lnTo>
                    <a:pt x="282473" y="125469"/>
                  </a:lnTo>
                  <a:lnTo>
                    <a:pt x="292214" y="125327"/>
                  </a:lnTo>
                  <a:lnTo>
                    <a:pt x="301953" y="125151"/>
                  </a:lnTo>
                  <a:lnTo>
                    <a:pt x="311694" y="124944"/>
                  </a:lnTo>
                  <a:lnTo>
                    <a:pt x="321435" y="124710"/>
                  </a:lnTo>
                  <a:lnTo>
                    <a:pt x="331175" y="124451"/>
                  </a:lnTo>
                  <a:lnTo>
                    <a:pt x="340916" y="124171"/>
                  </a:lnTo>
                  <a:lnTo>
                    <a:pt x="350656" y="123873"/>
                  </a:lnTo>
                  <a:lnTo>
                    <a:pt x="360396" y="123563"/>
                  </a:lnTo>
                  <a:lnTo>
                    <a:pt x="370137" y="123244"/>
                  </a:lnTo>
                  <a:lnTo>
                    <a:pt x="379878" y="122923"/>
                  </a:lnTo>
                  <a:lnTo>
                    <a:pt x="389617" y="122604"/>
                  </a:lnTo>
                  <a:lnTo>
                    <a:pt x="399358" y="122292"/>
                  </a:lnTo>
                  <a:lnTo>
                    <a:pt x="409099" y="121994"/>
                  </a:lnTo>
                  <a:lnTo>
                    <a:pt x="418839" y="121717"/>
                  </a:lnTo>
                  <a:lnTo>
                    <a:pt x="428580" y="121464"/>
                  </a:lnTo>
                  <a:lnTo>
                    <a:pt x="438321" y="121243"/>
                  </a:lnTo>
                  <a:lnTo>
                    <a:pt x="448060" y="121062"/>
                  </a:lnTo>
                  <a:lnTo>
                    <a:pt x="457801" y="120925"/>
                  </a:lnTo>
                  <a:lnTo>
                    <a:pt x="467542" y="120838"/>
                  </a:lnTo>
                  <a:lnTo>
                    <a:pt x="477281" y="120810"/>
                  </a:lnTo>
                  <a:lnTo>
                    <a:pt x="487022" y="120846"/>
                  </a:lnTo>
                  <a:lnTo>
                    <a:pt x="496763" y="120950"/>
                  </a:lnTo>
                  <a:lnTo>
                    <a:pt x="506503" y="121132"/>
                  </a:lnTo>
                  <a:lnTo>
                    <a:pt x="516244" y="121397"/>
                  </a:lnTo>
                  <a:lnTo>
                    <a:pt x="525985" y="121749"/>
                  </a:lnTo>
                  <a:lnTo>
                    <a:pt x="535724" y="122194"/>
                  </a:lnTo>
                  <a:lnTo>
                    <a:pt x="545465" y="122739"/>
                  </a:lnTo>
                  <a:lnTo>
                    <a:pt x="555206" y="123389"/>
                  </a:lnTo>
                  <a:lnTo>
                    <a:pt x="564946" y="124147"/>
                  </a:lnTo>
                  <a:lnTo>
                    <a:pt x="574687" y="125017"/>
                  </a:lnTo>
                  <a:lnTo>
                    <a:pt x="584428" y="126007"/>
                  </a:lnTo>
                  <a:lnTo>
                    <a:pt x="594167" y="127115"/>
                  </a:lnTo>
                  <a:lnTo>
                    <a:pt x="603908" y="128346"/>
                  </a:lnTo>
                  <a:lnTo>
                    <a:pt x="613649" y="129705"/>
                  </a:lnTo>
                  <a:lnTo>
                    <a:pt x="623388" y="131190"/>
                  </a:lnTo>
                  <a:lnTo>
                    <a:pt x="633129" y="132807"/>
                  </a:lnTo>
                  <a:lnTo>
                    <a:pt x="642870" y="134553"/>
                  </a:lnTo>
                  <a:lnTo>
                    <a:pt x="652610" y="136430"/>
                  </a:lnTo>
                  <a:lnTo>
                    <a:pt x="662351" y="138438"/>
                  </a:lnTo>
                  <a:lnTo>
                    <a:pt x="672092" y="140576"/>
                  </a:lnTo>
                  <a:lnTo>
                    <a:pt x="681831" y="142843"/>
                  </a:lnTo>
                  <a:lnTo>
                    <a:pt x="691572" y="145237"/>
                  </a:lnTo>
                  <a:lnTo>
                    <a:pt x="701313" y="147753"/>
                  </a:lnTo>
                  <a:lnTo>
                    <a:pt x="711052" y="150392"/>
                  </a:lnTo>
                  <a:lnTo>
                    <a:pt x="720793" y="153147"/>
                  </a:lnTo>
                  <a:lnTo>
                    <a:pt x="730534" y="156013"/>
                  </a:lnTo>
                  <a:lnTo>
                    <a:pt x="740274" y="158987"/>
                  </a:lnTo>
                  <a:lnTo>
                    <a:pt x="750015" y="162062"/>
                  </a:lnTo>
                  <a:lnTo>
                    <a:pt x="759756" y="165233"/>
                  </a:lnTo>
                  <a:lnTo>
                    <a:pt x="769495" y="168490"/>
                  </a:lnTo>
                  <a:lnTo>
                    <a:pt x="779236" y="171828"/>
                  </a:lnTo>
                  <a:lnTo>
                    <a:pt x="788977" y="175240"/>
                  </a:lnTo>
                  <a:lnTo>
                    <a:pt x="798717" y="178715"/>
                  </a:lnTo>
                  <a:lnTo>
                    <a:pt x="808458" y="182244"/>
                  </a:lnTo>
                  <a:lnTo>
                    <a:pt x="818199" y="185820"/>
                  </a:lnTo>
                  <a:lnTo>
                    <a:pt x="827938" y="189430"/>
                  </a:lnTo>
                  <a:lnTo>
                    <a:pt x="837679" y="193064"/>
                  </a:lnTo>
                  <a:lnTo>
                    <a:pt x="847420" y="196713"/>
                  </a:lnTo>
                  <a:lnTo>
                    <a:pt x="857159" y="200364"/>
                  </a:lnTo>
                  <a:lnTo>
                    <a:pt x="866900" y="204007"/>
                  </a:lnTo>
                  <a:lnTo>
                    <a:pt x="876641" y="207629"/>
                  </a:lnTo>
                  <a:lnTo>
                    <a:pt x="886381" y="211218"/>
                  </a:lnTo>
                  <a:lnTo>
                    <a:pt x="896122" y="214763"/>
                  </a:lnTo>
                  <a:lnTo>
                    <a:pt x="905863" y="218252"/>
                  </a:lnTo>
                  <a:lnTo>
                    <a:pt x="915602" y="221670"/>
                  </a:lnTo>
                  <a:lnTo>
                    <a:pt x="925343" y="225007"/>
                  </a:lnTo>
                  <a:lnTo>
                    <a:pt x="935084" y="228251"/>
                  </a:lnTo>
                  <a:lnTo>
                    <a:pt x="944824" y="231389"/>
                  </a:lnTo>
                  <a:lnTo>
                    <a:pt x="954564" y="234407"/>
                  </a:lnTo>
                  <a:lnTo>
                    <a:pt x="964305" y="237295"/>
                  </a:lnTo>
                  <a:lnTo>
                    <a:pt x="974045" y="240040"/>
                  </a:lnTo>
                  <a:lnTo>
                    <a:pt x="983786" y="242631"/>
                  </a:lnTo>
                  <a:lnTo>
                    <a:pt x="993522" y="245058"/>
                  </a:lnTo>
                  <a:lnTo>
                    <a:pt x="1003266" y="247307"/>
                  </a:lnTo>
                  <a:lnTo>
                    <a:pt x="1013010" y="249369"/>
                  </a:lnTo>
                  <a:lnTo>
                    <a:pt x="1022754" y="251234"/>
                  </a:lnTo>
                  <a:lnTo>
                    <a:pt x="1032483" y="252892"/>
                  </a:lnTo>
                  <a:lnTo>
                    <a:pt x="1042227" y="254333"/>
                  </a:lnTo>
                  <a:lnTo>
                    <a:pt x="1051971" y="255550"/>
                  </a:lnTo>
                  <a:lnTo>
                    <a:pt x="1061715" y="256535"/>
                  </a:lnTo>
                  <a:lnTo>
                    <a:pt x="1071444" y="257279"/>
                  </a:lnTo>
                  <a:lnTo>
                    <a:pt x="1081188" y="257776"/>
                  </a:lnTo>
                  <a:lnTo>
                    <a:pt x="1090932" y="258021"/>
                  </a:lnTo>
                  <a:lnTo>
                    <a:pt x="1100676" y="258006"/>
                  </a:lnTo>
                  <a:lnTo>
                    <a:pt x="1110405" y="257729"/>
                  </a:lnTo>
                  <a:lnTo>
                    <a:pt x="1120149" y="257186"/>
                  </a:lnTo>
                  <a:lnTo>
                    <a:pt x="1129893" y="256374"/>
                  </a:lnTo>
                  <a:lnTo>
                    <a:pt x="1139637" y="255290"/>
                  </a:lnTo>
                  <a:lnTo>
                    <a:pt x="1149381" y="253932"/>
                  </a:lnTo>
                  <a:lnTo>
                    <a:pt x="1159110" y="252302"/>
                  </a:lnTo>
                  <a:lnTo>
                    <a:pt x="1168854" y="250400"/>
                  </a:lnTo>
                  <a:lnTo>
                    <a:pt x="1178598" y="248226"/>
                  </a:lnTo>
                  <a:lnTo>
                    <a:pt x="1188341" y="245784"/>
                  </a:lnTo>
                  <a:lnTo>
                    <a:pt x="1198070" y="243074"/>
                  </a:lnTo>
                  <a:lnTo>
                    <a:pt x="1207814" y="240103"/>
                  </a:lnTo>
                  <a:lnTo>
                    <a:pt x="1217558" y="236873"/>
                  </a:lnTo>
                  <a:lnTo>
                    <a:pt x="1227302" y="233393"/>
                  </a:lnTo>
                  <a:lnTo>
                    <a:pt x="1237031" y="229666"/>
                  </a:lnTo>
                  <a:lnTo>
                    <a:pt x="1246775" y="225700"/>
                  </a:lnTo>
                  <a:lnTo>
                    <a:pt x="1256519" y="221506"/>
                  </a:lnTo>
                  <a:lnTo>
                    <a:pt x="1266263" y="217089"/>
                  </a:lnTo>
                  <a:lnTo>
                    <a:pt x="1276007" y="212461"/>
                  </a:lnTo>
                  <a:lnTo>
                    <a:pt x="1285736" y="207631"/>
                  </a:lnTo>
                  <a:lnTo>
                    <a:pt x="1295480" y="202608"/>
                  </a:lnTo>
                  <a:lnTo>
                    <a:pt x="1305224" y="197409"/>
                  </a:lnTo>
                  <a:lnTo>
                    <a:pt x="1314968" y="192040"/>
                  </a:lnTo>
                  <a:lnTo>
                    <a:pt x="1324697" y="186517"/>
                  </a:lnTo>
                  <a:lnTo>
                    <a:pt x="1334441" y="180854"/>
                  </a:lnTo>
                  <a:lnTo>
                    <a:pt x="1344185" y="175063"/>
                  </a:lnTo>
                  <a:lnTo>
                    <a:pt x="1353929" y="169157"/>
                  </a:lnTo>
                  <a:lnTo>
                    <a:pt x="1363658" y="163153"/>
                  </a:lnTo>
                  <a:lnTo>
                    <a:pt x="1373402" y="157065"/>
                  </a:lnTo>
                  <a:lnTo>
                    <a:pt x="1383146" y="150907"/>
                  </a:lnTo>
                  <a:lnTo>
                    <a:pt x="1392890" y="144696"/>
                  </a:lnTo>
                  <a:lnTo>
                    <a:pt x="1402619" y="138444"/>
                  </a:lnTo>
                  <a:lnTo>
                    <a:pt x="1412363" y="132172"/>
                  </a:lnTo>
                  <a:lnTo>
                    <a:pt x="1422106" y="125890"/>
                  </a:lnTo>
                  <a:lnTo>
                    <a:pt x="1431850" y="119619"/>
                  </a:lnTo>
                  <a:lnTo>
                    <a:pt x="1441594" y="113371"/>
                  </a:lnTo>
                  <a:lnTo>
                    <a:pt x="1451323" y="107162"/>
                  </a:lnTo>
                  <a:lnTo>
                    <a:pt x="1461067" y="101008"/>
                  </a:lnTo>
                  <a:lnTo>
                    <a:pt x="1470811" y="94924"/>
                  </a:lnTo>
                  <a:lnTo>
                    <a:pt x="1480555" y="88926"/>
                  </a:lnTo>
                  <a:lnTo>
                    <a:pt x="1490284" y="83026"/>
                  </a:lnTo>
                  <a:lnTo>
                    <a:pt x="1500028" y="77241"/>
                  </a:lnTo>
                  <a:lnTo>
                    <a:pt x="1509772" y="71584"/>
                  </a:lnTo>
                  <a:lnTo>
                    <a:pt x="1519516" y="66067"/>
                  </a:lnTo>
                  <a:lnTo>
                    <a:pt x="1529245" y="60706"/>
                  </a:lnTo>
                  <a:lnTo>
                    <a:pt x="1538989" y="55511"/>
                  </a:lnTo>
                  <a:lnTo>
                    <a:pt x="1548733" y="50494"/>
                  </a:lnTo>
                  <a:lnTo>
                    <a:pt x="1558477" y="45667"/>
                  </a:lnTo>
                  <a:lnTo>
                    <a:pt x="1568221" y="41041"/>
                  </a:lnTo>
                  <a:lnTo>
                    <a:pt x="1577950" y="36626"/>
                  </a:lnTo>
                  <a:lnTo>
                    <a:pt x="1587694" y="32431"/>
                  </a:lnTo>
                  <a:lnTo>
                    <a:pt x="1597438" y="28464"/>
                  </a:lnTo>
                  <a:lnTo>
                    <a:pt x="1607182" y="24734"/>
                  </a:lnTo>
                  <a:lnTo>
                    <a:pt x="1616911" y="21247"/>
                  </a:lnTo>
                  <a:lnTo>
                    <a:pt x="1626655" y="18013"/>
                  </a:lnTo>
                  <a:lnTo>
                    <a:pt x="1636399" y="15033"/>
                  </a:lnTo>
                  <a:lnTo>
                    <a:pt x="1646142" y="12314"/>
                  </a:lnTo>
                  <a:lnTo>
                    <a:pt x="1655872" y="9860"/>
                  </a:lnTo>
                  <a:lnTo>
                    <a:pt x="1665616" y="7674"/>
                  </a:lnTo>
                  <a:lnTo>
                    <a:pt x="1675359" y="5760"/>
                  </a:lnTo>
                  <a:lnTo>
                    <a:pt x="1685103" y="4120"/>
                  </a:lnTo>
                  <a:lnTo>
                    <a:pt x="1694832" y="2750"/>
                  </a:lnTo>
                  <a:lnTo>
                    <a:pt x="1704576" y="1657"/>
                  </a:lnTo>
                  <a:lnTo>
                    <a:pt x="1714320" y="836"/>
                  </a:lnTo>
                  <a:lnTo>
                    <a:pt x="1724064" y="288"/>
                  </a:lnTo>
                  <a:lnTo>
                    <a:pt x="1733808" y="10"/>
                  </a:lnTo>
                  <a:lnTo>
                    <a:pt x="1743537" y="0"/>
                  </a:lnTo>
                  <a:lnTo>
                    <a:pt x="1753281" y="255"/>
                  </a:lnTo>
                  <a:lnTo>
                    <a:pt x="1763025" y="770"/>
                  </a:lnTo>
                  <a:lnTo>
                    <a:pt x="1772769" y="1541"/>
                  </a:lnTo>
                  <a:lnTo>
                    <a:pt x="1782498" y="2563"/>
                  </a:lnTo>
                  <a:lnTo>
                    <a:pt x="1792242" y="3831"/>
                  </a:lnTo>
                  <a:lnTo>
                    <a:pt x="1801986" y="5337"/>
                  </a:lnTo>
                  <a:lnTo>
                    <a:pt x="1811730" y="7077"/>
                  </a:lnTo>
                  <a:lnTo>
                    <a:pt x="1821459" y="9042"/>
                  </a:lnTo>
                  <a:lnTo>
                    <a:pt x="1831203" y="11226"/>
                  </a:lnTo>
                  <a:lnTo>
                    <a:pt x="1840947" y="13621"/>
                  </a:lnTo>
                  <a:lnTo>
                    <a:pt x="1850691" y="16216"/>
                  </a:lnTo>
                  <a:lnTo>
                    <a:pt x="1860435" y="19007"/>
                  </a:lnTo>
                  <a:lnTo>
                    <a:pt x="1870164" y="21983"/>
                  </a:lnTo>
                  <a:lnTo>
                    <a:pt x="1879908" y="25136"/>
                  </a:lnTo>
                  <a:lnTo>
                    <a:pt x="1889652" y="28456"/>
                  </a:lnTo>
                  <a:lnTo>
                    <a:pt x="1899395" y="31935"/>
                  </a:lnTo>
                  <a:lnTo>
                    <a:pt x="1909124" y="35562"/>
                  </a:lnTo>
                  <a:lnTo>
                    <a:pt x="1918868" y="39332"/>
                  </a:lnTo>
                  <a:lnTo>
                    <a:pt x="1928612" y="43232"/>
                  </a:lnTo>
                  <a:lnTo>
                    <a:pt x="1938356" y="47254"/>
                  </a:lnTo>
                  <a:lnTo>
                    <a:pt x="1948085" y="51390"/>
                  </a:lnTo>
                  <a:lnTo>
                    <a:pt x="1957829" y="55628"/>
                  </a:lnTo>
                  <a:lnTo>
                    <a:pt x="1967573" y="59964"/>
                  </a:lnTo>
                  <a:lnTo>
                    <a:pt x="1977317" y="64386"/>
                  </a:lnTo>
                  <a:lnTo>
                    <a:pt x="1987046" y="68885"/>
                  </a:lnTo>
                  <a:lnTo>
                    <a:pt x="1996790" y="73456"/>
                  </a:lnTo>
                  <a:lnTo>
                    <a:pt x="2006534" y="78090"/>
                  </a:lnTo>
                  <a:lnTo>
                    <a:pt x="2016278" y="82779"/>
                  </a:lnTo>
                  <a:lnTo>
                    <a:pt x="2026022" y="87514"/>
                  </a:lnTo>
                  <a:lnTo>
                    <a:pt x="2035751" y="92292"/>
                  </a:lnTo>
                  <a:lnTo>
                    <a:pt x="2045495" y="97103"/>
                  </a:lnTo>
                  <a:lnTo>
                    <a:pt x="2055239" y="101942"/>
                  </a:lnTo>
                  <a:lnTo>
                    <a:pt x="2064983" y="106805"/>
                  </a:lnTo>
                  <a:lnTo>
                    <a:pt x="2074712" y="111684"/>
                  </a:lnTo>
                  <a:lnTo>
                    <a:pt x="2084456" y="116574"/>
                  </a:lnTo>
                  <a:lnTo>
                    <a:pt x="2094200" y="121473"/>
                  </a:lnTo>
                  <a:lnTo>
                    <a:pt x="2103944" y="126376"/>
                  </a:lnTo>
                  <a:lnTo>
                    <a:pt x="2113673" y="131278"/>
                  </a:lnTo>
                  <a:lnTo>
                    <a:pt x="2123417" y="136175"/>
                  </a:lnTo>
                  <a:lnTo>
                    <a:pt x="2133161" y="141067"/>
                  </a:lnTo>
                  <a:lnTo>
                    <a:pt x="2142905" y="145950"/>
                  </a:lnTo>
                  <a:lnTo>
                    <a:pt x="2152649" y="150821"/>
                  </a:lnTo>
                  <a:lnTo>
                    <a:pt x="2162377" y="155681"/>
                  </a:lnTo>
                  <a:lnTo>
                    <a:pt x="2172121" y="160525"/>
                  </a:lnTo>
                  <a:lnTo>
                    <a:pt x="2181865" y="165355"/>
                  </a:lnTo>
                  <a:lnTo>
                    <a:pt x="2191609" y="170169"/>
                  </a:lnTo>
                  <a:lnTo>
                    <a:pt x="2201338" y="174968"/>
                  </a:lnTo>
                  <a:lnTo>
                    <a:pt x="2211082" y="179750"/>
                  </a:lnTo>
                  <a:lnTo>
                    <a:pt x="2220826" y="184518"/>
                  </a:lnTo>
                  <a:lnTo>
                    <a:pt x="2230570" y="189272"/>
                  </a:lnTo>
                  <a:lnTo>
                    <a:pt x="2240299" y="194012"/>
                  </a:lnTo>
                  <a:lnTo>
                    <a:pt x="2250043" y="198739"/>
                  </a:lnTo>
                  <a:lnTo>
                    <a:pt x="2259787" y="203456"/>
                  </a:lnTo>
                  <a:lnTo>
                    <a:pt x="2269531" y="208163"/>
                  </a:lnTo>
                  <a:lnTo>
                    <a:pt x="2279260" y="212863"/>
                  </a:lnTo>
                  <a:lnTo>
                    <a:pt x="2289004" y="217558"/>
                  </a:lnTo>
                  <a:lnTo>
                    <a:pt x="2298748" y="222248"/>
                  </a:lnTo>
                  <a:lnTo>
                    <a:pt x="2308492" y="226938"/>
                  </a:lnTo>
                  <a:lnTo>
                    <a:pt x="2318236" y="231630"/>
                  </a:lnTo>
                  <a:lnTo>
                    <a:pt x="2327965" y="236323"/>
                  </a:lnTo>
                  <a:lnTo>
                    <a:pt x="2337709" y="241024"/>
                  </a:lnTo>
                  <a:lnTo>
                    <a:pt x="2347453" y="245732"/>
                  </a:lnTo>
                  <a:lnTo>
                    <a:pt x="2357197" y="250450"/>
                  </a:lnTo>
                  <a:lnTo>
                    <a:pt x="2366926" y="255182"/>
                  </a:lnTo>
                  <a:lnTo>
                    <a:pt x="2376670" y="259928"/>
                  </a:lnTo>
                  <a:lnTo>
                    <a:pt x="2386413" y="264691"/>
                  </a:lnTo>
                  <a:lnTo>
                    <a:pt x="2396157" y="269473"/>
                  </a:lnTo>
                  <a:lnTo>
                    <a:pt x="2405886" y="274275"/>
                  </a:lnTo>
                  <a:lnTo>
                    <a:pt x="2415630" y="279101"/>
                  </a:lnTo>
                  <a:lnTo>
                    <a:pt x="2425374" y="283951"/>
                  </a:lnTo>
                  <a:lnTo>
                    <a:pt x="2435118" y="288827"/>
                  </a:lnTo>
                  <a:lnTo>
                    <a:pt x="2444862" y="293730"/>
                  </a:lnTo>
                  <a:lnTo>
                    <a:pt x="2454591" y="298661"/>
                  </a:lnTo>
                  <a:lnTo>
                    <a:pt x="2464335" y="303622"/>
                  </a:lnTo>
                  <a:lnTo>
                    <a:pt x="2474079" y="308612"/>
                  </a:lnTo>
                  <a:lnTo>
                    <a:pt x="2483823" y="313631"/>
                  </a:lnTo>
                  <a:lnTo>
                    <a:pt x="2493552" y="318682"/>
                  </a:lnTo>
                  <a:lnTo>
                    <a:pt x="2503296" y="323762"/>
                  </a:lnTo>
                  <a:lnTo>
                    <a:pt x="2513040" y="328873"/>
                  </a:lnTo>
                  <a:lnTo>
                    <a:pt x="2522784" y="334014"/>
                  </a:lnTo>
                  <a:lnTo>
                    <a:pt x="2532513" y="339184"/>
                  </a:lnTo>
                  <a:lnTo>
                    <a:pt x="2542257" y="344383"/>
                  </a:lnTo>
                  <a:lnTo>
                    <a:pt x="2552001" y="349609"/>
                  </a:lnTo>
                  <a:lnTo>
                    <a:pt x="2561745" y="354861"/>
                  </a:lnTo>
                  <a:lnTo>
                    <a:pt x="2571474" y="360138"/>
                  </a:lnTo>
                  <a:lnTo>
                    <a:pt x="2581218" y="365438"/>
                  </a:lnTo>
                  <a:lnTo>
                    <a:pt x="2590962" y="370760"/>
                  </a:lnTo>
                  <a:lnTo>
                    <a:pt x="2600705" y="376099"/>
                  </a:lnTo>
                  <a:lnTo>
                    <a:pt x="2610449" y="381457"/>
                  </a:lnTo>
                  <a:lnTo>
                    <a:pt x="2620178" y="386831"/>
                  </a:lnTo>
                  <a:lnTo>
                    <a:pt x="2629922" y="392217"/>
                  </a:lnTo>
                  <a:lnTo>
                    <a:pt x="2639666" y="397614"/>
                  </a:lnTo>
                  <a:lnTo>
                    <a:pt x="2649410" y="403019"/>
                  </a:lnTo>
                  <a:lnTo>
                    <a:pt x="2659139" y="408430"/>
                  </a:lnTo>
                  <a:lnTo>
                    <a:pt x="2668883" y="413843"/>
                  </a:lnTo>
                  <a:lnTo>
                    <a:pt x="2678627" y="419259"/>
                  </a:lnTo>
                  <a:lnTo>
                    <a:pt x="2688371" y="424672"/>
                  </a:lnTo>
                  <a:lnTo>
                    <a:pt x="2698100" y="430080"/>
                  </a:lnTo>
                  <a:lnTo>
                    <a:pt x="2707844" y="435482"/>
                  </a:lnTo>
                  <a:lnTo>
                    <a:pt x="2717588" y="440874"/>
                  </a:lnTo>
                  <a:lnTo>
                    <a:pt x="2727332" y="446257"/>
                  </a:lnTo>
                  <a:lnTo>
                    <a:pt x="2737076" y="451625"/>
                  </a:lnTo>
                  <a:lnTo>
                    <a:pt x="2746805" y="456979"/>
                  </a:lnTo>
                  <a:lnTo>
                    <a:pt x="2756549" y="462315"/>
                  </a:lnTo>
                  <a:lnTo>
                    <a:pt x="2766293" y="467631"/>
                  </a:lnTo>
                  <a:lnTo>
                    <a:pt x="2776037" y="472929"/>
                  </a:lnTo>
                  <a:lnTo>
                    <a:pt x="2785766" y="478205"/>
                  </a:lnTo>
                  <a:lnTo>
                    <a:pt x="2795510" y="483459"/>
                  </a:lnTo>
                  <a:lnTo>
                    <a:pt x="2805254" y="488688"/>
                  </a:lnTo>
                  <a:lnTo>
                    <a:pt x="2814998" y="493894"/>
                  </a:lnTo>
                  <a:lnTo>
                    <a:pt x="2824727" y="499076"/>
                  </a:lnTo>
                  <a:lnTo>
                    <a:pt x="2834471" y="504232"/>
                  </a:lnTo>
                  <a:lnTo>
                    <a:pt x="2844215" y="509366"/>
                  </a:lnTo>
                  <a:lnTo>
                    <a:pt x="2853958" y="514475"/>
                  </a:lnTo>
                  <a:lnTo>
                    <a:pt x="2863687" y="519562"/>
                  </a:lnTo>
                  <a:lnTo>
                    <a:pt x="2873431" y="524627"/>
                  </a:lnTo>
                  <a:lnTo>
                    <a:pt x="2883175" y="529671"/>
                  </a:lnTo>
                  <a:lnTo>
                    <a:pt x="2892919" y="534696"/>
                  </a:lnTo>
                  <a:lnTo>
                    <a:pt x="2902663" y="539705"/>
                  </a:lnTo>
                  <a:lnTo>
                    <a:pt x="2912392" y="54469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7" name="Freeform 886">
              <a:extLst>
                <a:ext uri="{FF2B5EF4-FFF2-40B4-BE49-F238E27FC236}">
                  <a16:creationId xmlns:a16="http://schemas.microsoft.com/office/drawing/2014/main" id="{9CC4B7B8-4E0C-3B75-DDCB-99643A428AA1}"/>
                </a:ext>
              </a:extLst>
            </p:cNvPr>
            <p:cNvSpPr/>
            <p:nvPr/>
          </p:nvSpPr>
          <p:spPr>
            <a:xfrm>
              <a:off x="576446" y="3277681"/>
              <a:ext cx="2912392" cy="358021"/>
            </a:xfrm>
            <a:custGeom>
              <a:avLst/>
              <a:gdLst>
                <a:gd name="connsiteX0" fmla="*/ 0 w 2912392"/>
                <a:gd name="connsiteY0" fmla="*/ 295070 h 358021"/>
                <a:gd name="connsiteX1" fmla="*/ 9739 w 2912392"/>
                <a:gd name="connsiteY1" fmla="*/ 291928 h 358021"/>
                <a:gd name="connsiteX2" fmla="*/ 19480 w 2912392"/>
                <a:gd name="connsiteY2" fmla="*/ 288593 h 358021"/>
                <a:gd name="connsiteX3" fmla="*/ 29221 w 2912392"/>
                <a:gd name="connsiteY3" fmla="*/ 285068 h 358021"/>
                <a:gd name="connsiteX4" fmla="*/ 38961 w 2912392"/>
                <a:gd name="connsiteY4" fmla="*/ 281357 h 358021"/>
                <a:gd name="connsiteX5" fmla="*/ 48702 w 2912392"/>
                <a:gd name="connsiteY5" fmla="*/ 277465 h 358021"/>
                <a:gd name="connsiteX6" fmla="*/ 58443 w 2912392"/>
                <a:gd name="connsiteY6" fmla="*/ 273396 h 358021"/>
                <a:gd name="connsiteX7" fmla="*/ 68182 w 2912392"/>
                <a:gd name="connsiteY7" fmla="*/ 269158 h 358021"/>
                <a:gd name="connsiteX8" fmla="*/ 77923 w 2912392"/>
                <a:gd name="connsiteY8" fmla="*/ 264753 h 358021"/>
                <a:gd name="connsiteX9" fmla="*/ 87664 w 2912392"/>
                <a:gd name="connsiteY9" fmla="*/ 260191 h 358021"/>
                <a:gd name="connsiteX10" fmla="*/ 97404 w 2912392"/>
                <a:gd name="connsiteY10" fmla="*/ 255476 h 358021"/>
                <a:gd name="connsiteX11" fmla="*/ 107145 w 2912392"/>
                <a:gd name="connsiteY11" fmla="*/ 250614 h 358021"/>
                <a:gd name="connsiteX12" fmla="*/ 116886 w 2912392"/>
                <a:gd name="connsiteY12" fmla="*/ 245617 h 358021"/>
                <a:gd name="connsiteX13" fmla="*/ 126625 w 2912392"/>
                <a:gd name="connsiteY13" fmla="*/ 240487 h 358021"/>
                <a:gd name="connsiteX14" fmla="*/ 136366 w 2912392"/>
                <a:gd name="connsiteY14" fmla="*/ 235237 h 358021"/>
                <a:gd name="connsiteX15" fmla="*/ 146107 w 2912392"/>
                <a:gd name="connsiteY15" fmla="*/ 229872 h 358021"/>
                <a:gd name="connsiteX16" fmla="*/ 155846 w 2912392"/>
                <a:gd name="connsiteY16" fmla="*/ 224402 h 358021"/>
                <a:gd name="connsiteX17" fmla="*/ 165587 w 2912392"/>
                <a:gd name="connsiteY17" fmla="*/ 218836 h 358021"/>
                <a:gd name="connsiteX18" fmla="*/ 175328 w 2912392"/>
                <a:gd name="connsiteY18" fmla="*/ 213182 h 358021"/>
                <a:gd name="connsiteX19" fmla="*/ 185068 w 2912392"/>
                <a:gd name="connsiteY19" fmla="*/ 207450 h 358021"/>
                <a:gd name="connsiteX20" fmla="*/ 194809 w 2912392"/>
                <a:gd name="connsiteY20" fmla="*/ 201649 h 358021"/>
                <a:gd name="connsiteX21" fmla="*/ 204550 w 2912392"/>
                <a:gd name="connsiteY21" fmla="*/ 195789 h 358021"/>
                <a:gd name="connsiteX22" fmla="*/ 214289 w 2912392"/>
                <a:gd name="connsiteY22" fmla="*/ 189879 h 358021"/>
                <a:gd name="connsiteX23" fmla="*/ 224030 w 2912392"/>
                <a:gd name="connsiteY23" fmla="*/ 183928 h 358021"/>
                <a:gd name="connsiteX24" fmla="*/ 233771 w 2912392"/>
                <a:gd name="connsiteY24" fmla="*/ 177947 h 358021"/>
                <a:gd name="connsiteX25" fmla="*/ 243510 w 2912392"/>
                <a:gd name="connsiteY25" fmla="*/ 171946 h 358021"/>
                <a:gd name="connsiteX26" fmla="*/ 253251 w 2912392"/>
                <a:gd name="connsiteY26" fmla="*/ 165934 h 358021"/>
                <a:gd name="connsiteX27" fmla="*/ 262992 w 2912392"/>
                <a:gd name="connsiteY27" fmla="*/ 159921 h 358021"/>
                <a:gd name="connsiteX28" fmla="*/ 272732 w 2912392"/>
                <a:gd name="connsiteY28" fmla="*/ 153915 h 358021"/>
                <a:gd name="connsiteX29" fmla="*/ 282473 w 2912392"/>
                <a:gd name="connsiteY29" fmla="*/ 147929 h 358021"/>
                <a:gd name="connsiteX30" fmla="*/ 292214 w 2912392"/>
                <a:gd name="connsiteY30" fmla="*/ 141969 h 358021"/>
                <a:gd name="connsiteX31" fmla="*/ 301953 w 2912392"/>
                <a:gd name="connsiteY31" fmla="*/ 136046 h 358021"/>
                <a:gd name="connsiteX32" fmla="*/ 311694 w 2912392"/>
                <a:gd name="connsiteY32" fmla="*/ 130168 h 358021"/>
                <a:gd name="connsiteX33" fmla="*/ 321435 w 2912392"/>
                <a:gd name="connsiteY33" fmla="*/ 124345 h 358021"/>
                <a:gd name="connsiteX34" fmla="*/ 331175 w 2912392"/>
                <a:gd name="connsiteY34" fmla="*/ 118585 h 358021"/>
                <a:gd name="connsiteX35" fmla="*/ 340916 w 2912392"/>
                <a:gd name="connsiteY35" fmla="*/ 112896 h 358021"/>
                <a:gd name="connsiteX36" fmla="*/ 350656 w 2912392"/>
                <a:gd name="connsiteY36" fmla="*/ 107288 h 358021"/>
                <a:gd name="connsiteX37" fmla="*/ 360396 w 2912392"/>
                <a:gd name="connsiteY37" fmla="*/ 101766 h 358021"/>
                <a:gd name="connsiteX38" fmla="*/ 370137 w 2912392"/>
                <a:gd name="connsiteY38" fmla="*/ 96338 h 358021"/>
                <a:gd name="connsiteX39" fmla="*/ 379878 w 2912392"/>
                <a:gd name="connsiteY39" fmla="*/ 91015 h 358021"/>
                <a:gd name="connsiteX40" fmla="*/ 389617 w 2912392"/>
                <a:gd name="connsiteY40" fmla="*/ 85799 h 358021"/>
                <a:gd name="connsiteX41" fmla="*/ 399358 w 2912392"/>
                <a:gd name="connsiteY41" fmla="*/ 80699 h 358021"/>
                <a:gd name="connsiteX42" fmla="*/ 409099 w 2912392"/>
                <a:gd name="connsiteY42" fmla="*/ 75721 h 358021"/>
                <a:gd name="connsiteX43" fmla="*/ 418839 w 2912392"/>
                <a:gd name="connsiteY43" fmla="*/ 70871 h 358021"/>
                <a:gd name="connsiteX44" fmla="*/ 428580 w 2912392"/>
                <a:gd name="connsiteY44" fmla="*/ 66154 h 358021"/>
                <a:gd name="connsiteX45" fmla="*/ 438321 w 2912392"/>
                <a:gd name="connsiteY45" fmla="*/ 61576 h 358021"/>
                <a:gd name="connsiteX46" fmla="*/ 448060 w 2912392"/>
                <a:gd name="connsiteY46" fmla="*/ 57141 h 358021"/>
                <a:gd name="connsiteX47" fmla="*/ 457801 w 2912392"/>
                <a:gd name="connsiteY47" fmla="*/ 52854 h 358021"/>
                <a:gd name="connsiteX48" fmla="*/ 467542 w 2912392"/>
                <a:gd name="connsiteY48" fmla="*/ 48718 h 358021"/>
                <a:gd name="connsiteX49" fmla="*/ 477281 w 2912392"/>
                <a:gd name="connsiteY49" fmla="*/ 44737 h 358021"/>
                <a:gd name="connsiteX50" fmla="*/ 487022 w 2912392"/>
                <a:gd name="connsiteY50" fmla="*/ 40916 h 358021"/>
                <a:gd name="connsiteX51" fmla="*/ 496763 w 2912392"/>
                <a:gd name="connsiteY51" fmla="*/ 37256 h 358021"/>
                <a:gd name="connsiteX52" fmla="*/ 506503 w 2912392"/>
                <a:gd name="connsiteY52" fmla="*/ 33761 h 358021"/>
                <a:gd name="connsiteX53" fmla="*/ 516244 w 2912392"/>
                <a:gd name="connsiteY53" fmla="*/ 30433 h 358021"/>
                <a:gd name="connsiteX54" fmla="*/ 525985 w 2912392"/>
                <a:gd name="connsiteY54" fmla="*/ 27273 h 358021"/>
                <a:gd name="connsiteX55" fmla="*/ 535724 w 2912392"/>
                <a:gd name="connsiteY55" fmla="*/ 24282 h 358021"/>
                <a:gd name="connsiteX56" fmla="*/ 545465 w 2912392"/>
                <a:gd name="connsiteY56" fmla="*/ 21465 h 358021"/>
                <a:gd name="connsiteX57" fmla="*/ 555206 w 2912392"/>
                <a:gd name="connsiteY57" fmla="*/ 18820 h 358021"/>
                <a:gd name="connsiteX58" fmla="*/ 564946 w 2912392"/>
                <a:gd name="connsiteY58" fmla="*/ 16350 h 358021"/>
                <a:gd name="connsiteX59" fmla="*/ 574687 w 2912392"/>
                <a:gd name="connsiteY59" fmla="*/ 14054 h 358021"/>
                <a:gd name="connsiteX60" fmla="*/ 584428 w 2912392"/>
                <a:gd name="connsiteY60" fmla="*/ 11933 h 358021"/>
                <a:gd name="connsiteX61" fmla="*/ 594167 w 2912392"/>
                <a:gd name="connsiteY61" fmla="*/ 9985 h 358021"/>
                <a:gd name="connsiteX62" fmla="*/ 603908 w 2912392"/>
                <a:gd name="connsiteY62" fmla="*/ 8214 h 358021"/>
                <a:gd name="connsiteX63" fmla="*/ 613649 w 2912392"/>
                <a:gd name="connsiteY63" fmla="*/ 6618 h 358021"/>
                <a:gd name="connsiteX64" fmla="*/ 623388 w 2912392"/>
                <a:gd name="connsiteY64" fmla="*/ 5195 h 358021"/>
                <a:gd name="connsiteX65" fmla="*/ 633129 w 2912392"/>
                <a:gd name="connsiteY65" fmla="*/ 3947 h 358021"/>
                <a:gd name="connsiteX66" fmla="*/ 642870 w 2912392"/>
                <a:gd name="connsiteY66" fmla="*/ 2871 h 358021"/>
                <a:gd name="connsiteX67" fmla="*/ 652610 w 2912392"/>
                <a:gd name="connsiteY67" fmla="*/ 1967 h 358021"/>
                <a:gd name="connsiteX68" fmla="*/ 662351 w 2912392"/>
                <a:gd name="connsiteY68" fmla="*/ 1235 h 358021"/>
                <a:gd name="connsiteX69" fmla="*/ 672092 w 2912392"/>
                <a:gd name="connsiteY69" fmla="*/ 673 h 358021"/>
                <a:gd name="connsiteX70" fmla="*/ 681831 w 2912392"/>
                <a:gd name="connsiteY70" fmla="*/ 282 h 358021"/>
                <a:gd name="connsiteX71" fmla="*/ 691572 w 2912392"/>
                <a:gd name="connsiteY71" fmla="*/ 57 h 358021"/>
                <a:gd name="connsiteX72" fmla="*/ 701313 w 2912392"/>
                <a:gd name="connsiteY72" fmla="*/ 0 h 358021"/>
                <a:gd name="connsiteX73" fmla="*/ 711052 w 2912392"/>
                <a:gd name="connsiteY73" fmla="*/ 109 h 358021"/>
                <a:gd name="connsiteX74" fmla="*/ 720793 w 2912392"/>
                <a:gd name="connsiteY74" fmla="*/ 381 h 358021"/>
                <a:gd name="connsiteX75" fmla="*/ 730534 w 2912392"/>
                <a:gd name="connsiteY75" fmla="*/ 818 h 358021"/>
                <a:gd name="connsiteX76" fmla="*/ 740274 w 2912392"/>
                <a:gd name="connsiteY76" fmla="*/ 1415 h 358021"/>
                <a:gd name="connsiteX77" fmla="*/ 750015 w 2912392"/>
                <a:gd name="connsiteY77" fmla="*/ 2175 h 358021"/>
                <a:gd name="connsiteX78" fmla="*/ 759756 w 2912392"/>
                <a:gd name="connsiteY78" fmla="*/ 3093 h 358021"/>
                <a:gd name="connsiteX79" fmla="*/ 769495 w 2912392"/>
                <a:gd name="connsiteY79" fmla="*/ 4170 h 358021"/>
                <a:gd name="connsiteX80" fmla="*/ 779236 w 2912392"/>
                <a:gd name="connsiteY80" fmla="*/ 5404 h 358021"/>
                <a:gd name="connsiteX81" fmla="*/ 788977 w 2912392"/>
                <a:gd name="connsiteY81" fmla="*/ 6792 h 358021"/>
                <a:gd name="connsiteX82" fmla="*/ 798717 w 2912392"/>
                <a:gd name="connsiteY82" fmla="*/ 8337 h 358021"/>
                <a:gd name="connsiteX83" fmla="*/ 808458 w 2912392"/>
                <a:gd name="connsiteY83" fmla="*/ 10034 h 358021"/>
                <a:gd name="connsiteX84" fmla="*/ 818199 w 2912392"/>
                <a:gd name="connsiteY84" fmla="*/ 11883 h 358021"/>
                <a:gd name="connsiteX85" fmla="*/ 827938 w 2912392"/>
                <a:gd name="connsiteY85" fmla="*/ 13884 h 358021"/>
                <a:gd name="connsiteX86" fmla="*/ 837679 w 2912392"/>
                <a:gd name="connsiteY86" fmla="*/ 16036 h 358021"/>
                <a:gd name="connsiteX87" fmla="*/ 847420 w 2912392"/>
                <a:gd name="connsiteY87" fmla="*/ 18335 h 358021"/>
                <a:gd name="connsiteX88" fmla="*/ 857159 w 2912392"/>
                <a:gd name="connsiteY88" fmla="*/ 20783 h 358021"/>
                <a:gd name="connsiteX89" fmla="*/ 866900 w 2912392"/>
                <a:gd name="connsiteY89" fmla="*/ 23377 h 358021"/>
                <a:gd name="connsiteX90" fmla="*/ 876641 w 2912392"/>
                <a:gd name="connsiteY90" fmla="*/ 26115 h 358021"/>
                <a:gd name="connsiteX91" fmla="*/ 886381 w 2912392"/>
                <a:gd name="connsiteY91" fmla="*/ 28998 h 358021"/>
                <a:gd name="connsiteX92" fmla="*/ 896122 w 2912392"/>
                <a:gd name="connsiteY92" fmla="*/ 32025 h 358021"/>
                <a:gd name="connsiteX93" fmla="*/ 905863 w 2912392"/>
                <a:gd name="connsiteY93" fmla="*/ 35193 h 358021"/>
                <a:gd name="connsiteX94" fmla="*/ 915602 w 2912392"/>
                <a:gd name="connsiteY94" fmla="*/ 38500 h 358021"/>
                <a:gd name="connsiteX95" fmla="*/ 925343 w 2912392"/>
                <a:gd name="connsiteY95" fmla="*/ 41948 h 358021"/>
                <a:gd name="connsiteX96" fmla="*/ 935084 w 2912392"/>
                <a:gd name="connsiteY96" fmla="*/ 45531 h 358021"/>
                <a:gd name="connsiteX97" fmla="*/ 944824 w 2912392"/>
                <a:gd name="connsiteY97" fmla="*/ 49252 h 358021"/>
                <a:gd name="connsiteX98" fmla="*/ 954564 w 2912392"/>
                <a:gd name="connsiteY98" fmla="*/ 53106 h 358021"/>
                <a:gd name="connsiteX99" fmla="*/ 964305 w 2912392"/>
                <a:gd name="connsiteY99" fmla="*/ 57093 h 358021"/>
                <a:gd name="connsiteX100" fmla="*/ 974045 w 2912392"/>
                <a:gd name="connsiteY100" fmla="*/ 61209 h 358021"/>
                <a:gd name="connsiteX101" fmla="*/ 983786 w 2912392"/>
                <a:gd name="connsiteY101" fmla="*/ 65454 h 358021"/>
                <a:gd name="connsiteX102" fmla="*/ 993522 w 2912392"/>
                <a:gd name="connsiteY102" fmla="*/ 69826 h 358021"/>
                <a:gd name="connsiteX103" fmla="*/ 1003266 w 2912392"/>
                <a:gd name="connsiteY103" fmla="*/ 74319 h 358021"/>
                <a:gd name="connsiteX104" fmla="*/ 1013010 w 2912392"/>
                <a:gd name="connsiteY104" fmla="*/ 78933 h 358021"/>
                <a:gd name="connsiteX105" fmla="*/ 1022754 w 2912392"/>
                <a:gd name="connsiteY105" fmla="*/ 83667 h 358021"/>
                <a:gd name="connsiteX106" fmla="*/ 1032483 w 2912392"/>
                <a:gd name="connsiteY106" fmla="*/ 88515 h 358021"/>
                <a:gd name="connsiteX107" fmla="*/ 1042227 w 2912392"/>
                <a:gd name="connsiteY107" fmla="*/ 93475 h 358021"/>
                <a:gd name="connsiteX108" fmla="*/ 1051971 w 2912392"/>
                <a:gd name="connsiteY108" fmla="*/ 98542 h 358021"/>
                <a:gd name="connsiteX109" fmla="*/ 1061715 w 2912392"/>
                <a:gd name="connsiteY109" fmla="*/ 103713 h 358021"/>
                <a:gd name="connsiteX110" fmla="*/ 1071444 w 2912392"/>
                <a:gd name="connsiteY110" fmla="*/ 108986 h 358021"/>
                <a:gd name="connsiteX111" fmla="*/ 1081188 w 2912392"/>
                <a:gd name="connsiteY111" fmla="*/ 114356 h 358021"/>
                <a:gd name="connsiteX112" fmla="*/ 1090932 w 2912392"/>
                <a:gd name="connsiteY112" fmla="*/ 119816 h 358021"/>
                <a:gd name="connsiteX113" fmla="*/ 1100676 w 2912392"/>
                <a:gd name="connsiteY113" fmla="*/ 125365 h 358021"/>
                <a:gd name="connsiteX114" fmla="*/ 1110405 w 2912392"/>
                <a:gd name="connsiteY114" fmla="*/ 130993 h 358021"/>
                <a:gd name="connsiteX115" fmla="*/ 1120149 w 2912392"/>
                <a:gd name="connsiteY115" fmla="*/ 136701 h 358021"/>
                <a:gd name="connsiteX116" fmla="*/ 1129893 w 2912392"/>
                <a:gd name="connsiteY116" fmla="*/ 142479 h 358021"/>
                <a:gd name="connsiteX117" fmla="*/ 1139637 w 2912392"/>
                <a:gd name="connsiteY117" fmla="*/ 148324 h 358021"/>
                <a:gd name="connsiteX118" fmla="*/ 1149381 w 2912392"/>
                <a:gd name="connsiteY118" fmla="*/ 154228 h 358021"/>
                <a:gd name="connsiteX119" fmla="*/ 1159110 w 2912392"/>
                <a:gd name="connsiteY119" fmla="*/ 160185 h 358021"/>
                <a:gd name="connsiteX120" fmla="*/ 1168854 w 2912392"/>
                <a:gd name="connsiteY120" fmla="*/ 166189 h 358021"/>
                <a:gd name="connsiteX121" fmla="*/ 1178598 w 2912392"/>
                <a:gd name="connsiteY121" fmla="*/ 172234 h 358021"/>
                <a:gd name="connsiteX122" fmla="*/ 1188341 w 2912392"/>
                <a:gd name="connsiteY122" fmla="*/ 178312 h 358021"/>
                <a:gd name="connsiteX123" fmla="*/ 1198070 w 2912392"/>
                <a:gd name="connsiteY123" fmla="*/ 184415 h 358021"/>
                <a:gd name="connsiteX124" fmla="*/ 1207814 w 2912392"/>
                <a:gd name="connsiteY124" fmla="*/ 190539 h 358021"/>
                <a:gd name="connsiteX125" fmla="*/ 1217558 w 2912392"/>
                <a:gd name="connsiteY125" fmla="*/ 196671 h 358021"/>
                <a:gd name="connsiteX126" fmla="*/ 1227302 w 2912392"/>
                <a:gd name="connsiteY126" fmla="*/ 202808 h 358021"/>
                <a:gd name="connsiteX127" fmla="*/ 1237031 w 2912392"/>
                <a:gd name="connsiteY127" fmla="*/ 208940 h 358021"/>
                <a:gd name="connsiteX128" fmla="*/ 1246775 w 2912392"/>
                <a:gd name="connsiteY128" fmla="*/ 215059 h 358021"/>
                <a:gd name="connsiteX129" fmla="*/ 1256519 w 2912392"/>
                <a:gd name="connsiteY129" fmla="*/ 221157 h 358021"/>
                <a:gd name="connsiteX130" fmla="*/ 1266263 w 2912392"/>
                <a:gd name="connsiteY130" fmla="*/ 227226 h 358021"/>
                <a:gd name="connsiteX131" fmla="*/ 1276007 w 2912392"/>
                <a:gd name="connsiteY131" fmla="*/ 233255 h 358021"/>
                <a:gd name="connsiteX132" fmla="*/ 1285736 w 2912392"/>
                <a:gd name="connsiteY132" fmla="*/ 239239 h 358021"/>
                <a:gd name="connsiteX133" fmla="*/ 1295480 w 2912392"/>
                <a:gd name="connsiteY133" fmla="*/ 245167 h 358021"/>
                <a:gd name="connsiteX134" fmla="*/ 1305224 w 2912392"/>
                <a:gd name="connsiteY134" fmla="*/ 251030 h 358021"/>
                <a:gd name="connsiteX135" fmla="*/ 1314968 w 2912392"/>
                <a:gd name="connsiteY135" fmla="*/ 256821 h 358021"/>
                <a:gd name="connsiteX136" fmla="*/ 1324697 w 2912392"/>
                <a:gd name="connsiteY136" fmla="*/ 262530 h 358021"/>
                <a:gd name="connsiteX137" fmla="*/ 1334441 w 2912392"/>
                <a:gd name="connsiteY137" fmla="*/ 268149 h 358021"/>
                <a:gd name="connsiteX138" fmla="*/ 1344185 w 2912392"/>
                <a:gd name="connsiteY138" fmla="*/ 273669 h 358021"/>
                <a:gd name="connsiteX139" fmla="*/ 1353929 w 2912392"/>
                <a:gd name="connsiteY139" fmla="*/ 279080 h 358021"/>
                <a:gd name="connsiteX140" fmla="*/ 1363658 w 2912392"/>
                <a:gd name="connsiteY140" fmla="*/ 284375 h 358021"/>
                <a:gd name="connsiteX141" fmla="*/ 1373402 w 2912392"/>
                <a:gd name="connsiteY141" fmla="*/ 289545 h 358021"/>
                <a:gd name="connsiteX142" fmla="*/ 1383146 w 2912392"/>
                <a:gd name="connsiteY142" fmla="*/ 294583 h 358021"/>
                <a:gd name="connsiteX143" fmla="*/ 1392890 w 2912392"/>
                <a:gd name="connsiteY143" fmla="*/ 299478 h 358021"/>
                <a:gd name="connsiteX144" fmla="*/ 1402619 w 2912392"/>
                <a:gd name="connsiteY144" fmla="*/ 304224 h 358021"/>
                <a:gd name="connsiteX145" fmla="*/ 1412363 w 2912392"/>
                <a:gd name="connsiteY145" fmla="*/ 308813 h 358021"/>
                <a:gd name="connsiteX146" fmla="*/ 1422106 w 2912392"/>
                <a:gd name="connsiteY146" fmla="*/ 313236 h 358021"/>
                <a:gd name="connsiteX147" fmla="*/ 1431850 w 2912392"/>
                <a:gd name="connsiteY147" fmla="*/ 317487 h 358021"/>
                <a:gd name="connsiteX148" fmla="*/ 1441594 w 2912392"/>
                <a:gd name="connsiteY148" fmla="*/ 321559 h 358021"/>
                <a:gd name="connsiteX149" fmla="*/ 1451323 w 2912392"/>
                <a:gd name="connsiteY149" fmla="*/ 325444 h 358021"/>
                <a:gd name="connsiteX150" fmla="*/ 1461067 w 2912392"/>
                <a:gd name="connsiteY150" fmla="*/ 329136 h 358021"/>
                <a:gd name="connsiteX151" fmla="*/ 1470811 w 2912392"/>
                <a:gd name="connsiteY151" fmla="*/ 332629 h 358021"/>
                <a:gd name="connsiteX152" fmla="*/ 1480555 w 2912392"/>
                <a:gd name="connsiteY152" fmla="*/ 335917 h 358021"/>
                <a:gd name="connsiteX153" fmla="*/ 1490284 w 2912392"/>
                <a:gd name="connsiteY153" fmla="*/ 338994 h 358021"/>
                <a:gd name="connsiteX154" fmla="*/ 1500028 w 2912392"/>
                <a:gd name="connsiteY154" fmla="*/ 341854 h 358021"/>
                <a:gd name="connsiteX155" fmla="*/ 1509772 w 2912392"/>
                <a:gd name="connsiteY155" fmla="*/ 344496 h 358021"/>
                <a:gd name="connsiteX156" fmla="*/ 1519516 w 2912392"/>
                <a:gd name="connsiteY156" fmla="*/ 346911 h 358021"/>
                <a:gd name="connsiteX157" fmla="*/ 1529245 w 2912392"/>
                <a:gd name="connsiteY157" fmla="*/ 349097 h 358021"/>
                <a:gd name="connsiteX158" fmla="*/ 1538989 w 2912392"/>
                <a:gd name="connsiteY158" fmla="*/ 351050 h 358021"/>
                <a:gd name="connsiteX159" fmla="*/ 1548733 w 2912392"/>
                <a:gd name="connsiteY159" fmla="*/ 352768 h 358021"/>
                <a:gd name="connsiteX160" fmla="*/ 1558477 w 2912392"/>
                <a:gd name="connsiteY160" fmla="*/ 354247 h 358021"/>
                <a:gd name="connsiteX161" fmla="*/ 1568221 w 2912392"/>
                <a:gd name="connsiteY161" fmla="*/ 355485 h 358021"/>
                <a:gd name="connsiteX162" fmla="*/ 1577950 w 2912392"/>
                <a:gd name="connsiteY162" fmla="*/ 356481 h 358021"/>
                <a:gd name="connsiteX163" fmla="*/ 1587694 w 2912392"/>
                <a:gd name="connsiteY163" fmla="*/ 357233 h 358021"/>
                <a:gd name="connsiteX164" fmla="*/ 1597438 w 2912392"/>
                <a:gd name="connsiteY164" fmla="*/ 357739 h 358021"/>
                <a:gd name="connsiteX165" fmla="*/ 1607182 w 2912392"/>
                <a:gd name="connsiteY165" fmla="*/ 358003 h 358021"/>
                <a:gd name="connsiteX166" fmla="*/ 1616911 w 2912392"/>
                <a:gd name="connsiteY166" fmla="*/ 358021 h 358021"/>
                <a:gd name="connsiteX167" fmla="*/ 1626655 w 2912392"/>
                <a:gd name="connsiteY167" fmla="*/ 357795 h 358021"/>
                <a:gd name="connsiteX168" fmla="*/ 1636399 w 2912392"/>
                <a:gd name="connsiteY168" fmla="*/ 357325 h 358021"/>
                <a:gd name="connsiteX169" fmla="*/ 1646142 w 2912392"/>
                <a:gd name="connsiteY169" fmla="*/ 356615 h 358021"/>
                <a:gd name="connsiteX170" fmla="*/ 1655872 w 2912392"/>
                <a:gd name="connsiteY170" fmla="*/ 355664 h 358021"/>
                <a:gd name="connsiteX171" fmla="*/ 1665616 w 2912392"/>
                <a:gd name="connsiteY171" fmla="*/ 354478 h 358021"/>
                <a:gd name="connsiteX172" fmla="*/ 1675359 w 2912392"/>
                <a:gd name="connsiteY172" fmla="*/ 353057 h 358021"/>
                <a:gd name="connsiteX173" fmla="*/ 1685103 w 2912392"/>
                <a:gd name="connsiteY173" fmla="*/ 351406 h 358021"/>
                <a:gd name="connsiteX174" fmla="*/ 1694832 w 2912392"/>
                <a:gd name="connsiteY174" fmla="*/ 349530 h 358021"/>
                <a:gd name="connsiteX175" fmla="*/ 1704576 w 2912392"/>
                <a:gd name="connsiteY175" fmla="*/ 347432 h 358021"/>
                <a:gd name="connsiteX176" fmla="*/ 1714320 w 2912392"/>
                <a:gd name="connsiteY176" fmla="*/ 345117 h 358021"/>
                <a:gd name="connsiteX177" fmla="*/ 1724064 w 2912392"/>
                <a:gd name="connsiteY177" fmla="*/ 342590 h 358021"/>
                <a:gd name="connsiteX178" fmla="*/ 1733808 w 2912392"/>
                <a:gd name="connsiteY178" fmla="*/ 339859 h 358021"/>
                <a:gd name="connsiteX179" fmla="*/ 1743537 w 2912392"/>
                <a:gd name="connsiteY179" fmla="*/ 336927 h 358021"/>
                <a:gd name="connsiteX180" fmla="*/ 1753281 w 2912392"/>
                <a:gd name="connsiteY180" fmla="*/ 333803 h 358021"/>
                <a:gd name="connsiteX181" fmla="*/ 1763025 w 2912392"/>
                <a:gd name="connsiteY181" fmla="*/ 330492 h 358021"/>
                <a:gd name="connsiteX182" fmla="*/ 1772769 w 2912392"/>
                <a:gd name="connsiteY182" fmla="*/ 327003 h 358021"/>
                <a:gd name="connsiteX183" fmla="*/ 1782498 w 2912392"/>
                <a:gd name="connsiteY183" fmla="*/ 323342 h 358021"/>
                <a:gd name="connsiteX184" fmla="*/ 1792242 w 2912392"/>
                <a:gd name="connsiteY184" fmla="*/ 319518 h 358021"/>
                <a:gd name="connsiteX185" fmla="*/ 1801986 w 2912392"/>
                <a:gd name="connsiteY185" fmla="*/ 315540 h 358021"/>
                <a:gd name="connsiteX186" fmla="*/ 1811730 w 2912392"/>
                <a:gd name="connsiteY186" fmla="*/ 311414 h 358021"/>
                <a:gd name="connsiteX187" fmla="*/ 1821459 w 2912392"/>
                <a:gd name="connsiteY187" fmla="*/ 307151 h 358021"/>
                <a:gd name="connsiteX188" fmla="*/ 1831203 w 2912392"/>
                <a:gd name="connsiteY188" fmla="*/ 302761 h 358021"/>
                <a:gd name="connsiteX189" fmla="*/ 1840947 w 2912392"/>
                <a:gd name="connsiteY189" fmla="*/ 298251 h 358021"/>
                <a:gd name="connsiteX190" fmla="*/ 1850691 w 2912392"/>
                <a:gd name="connsiteY190" fmla="*/ 293631 h 358021"/>
                <a:gd name="connsiteX191" fmla="*/ 1860435 w 2912392"/>
                <a:gd name="connsiteY191" fmla="*/ 288911 h 358021"/>
                <a:gd name="connsiteX192" fmla="*/ 1870164 w 2912392"/>
                <a:gd name="connsiteY192" fmla="*/ 284100 h 358021"/>
                <a:gd name="connsiteX193" fmla="*/ 1879908 w 2912392"/>
                <a:gd name="connsiteY193" fmla="*/ 279210 h 358021"/>
                <a:gd name="connsiteX194" fmla="*/ 1889652 w 2912392"/>
                <a:gd name="connsiteY194" fmla="*/ 274249 h 358021"/>
                <a:gd name="connsiteX195" fmla="*/ 1899395 w 2912392"/>
                <a:gd name="connsiteY195" fmla="*/ 269228 h 358021"/>
                <a:gd name="connsiteX196" fmla="*/ 1909124 w 2912392"/>
                <a:gd name="connsiteY196" fmla="*/ 264156 h 358021"/>
                <a:gd name="connsiteX197" fmla="*/ 1918868 w 2912392"/>
                <a:gd name="connsiteY197" fmla="*/ 259046 h 358021"/>
                <a:gd name="connsiteX198" fmla="*/ 1928612 w 2912392"/>
                <a:gd name="connsiteY198" fmla="*/ 253904 h 358021"/>
                <a:gd name="connsiteX199" fmla="*/ 1938356 w 2912392"/>
                <a:gd name="connsiteY199" fmla="*/ 248744 h 358021"/>
                <a:gd name="connsiteX200" fmla="*/ 1948085 w 2912392"/>
                <a:gd name="connsiteY200" fmla="*/ 243576 h 358021"/>
                <a:gd name="connsiteX201" fmla="*/ 1957829 w 2912392"/>
                <a:gd name="connsiteY201" fmla="*/ 238406 h 358021"/>
                <a:gd name="connsiteX202" fmla="*/ 1967573 w 2912392"/>
                <a:gd name="connsiteY202" fmla="*/ 233250 h 358021"/>
                <a:gd name="connsiteX203" fmla="*/ 1977317 w 2912392"/>
                <a:gd name="connsiteY203" fmla="*/ 228111 h 358021"/>
                <a:gd name="connsiteX204" fmla="*/ 1987046 w 2912392"/>
                <a:gd name="connsiteY204" fmla="*/ 223003 h 358021"/>
                <a:gd name="connsiteX205" fmla="*/ 1996790 w 2912392"/>
                <a:gd name="connsiteY205" fmla="*/ 217936 h 358021"/>
                <a:gd name="connsiteX206" fmla="*/ 2006534 w 2912392"/>
                <a:gd name="connsiteY206" fmla="*/ 212918 h 358021"/>
                <a:gd name="connsiteX207" fmla="*/ 2016278 w 2912392"/>
                <a:gd name="connsiteY207" fmla="*/ 207957 h 358021"/>
                <a:gd name="connsiteX208" fmla="*/ 2026022 w 2912392"/>
                <a:gd name="connsiteY208" fmla="*/ 203064 h 358021"/>
                <a:gd name="connsiteX209" fmla="*/ 2035751 w 2912392"/>
                <a:gd name="connsiteY209" fmla="*/ 198246 h 358021"/>
                <a:gd name="connsiteX210" fmla="*/ 2045495 w 2912392"/>
                <a:gd name="connsiteY210" fmla="*/ 193512 h 358021"/>
                <a:gd name="connsiteX211" fmla="*/ 2055239 w 2912392"/>
                <a:gd name="connsiteY211" fmla="*/ 188870 h 358021"/>
                <a:gd name="connsiteX212" fmla="*/ 2064983 w 2912392"/>
                <a:gd name="connsiteY212" fmla="*/ 184329 h 358021"/>
                <a:gd name="connsiteX213" fmla="*/ 2074712 w 2912392"/>
                <a:gd name="connsiteY213" fmla="*/ 179893 h 358021"/>
                <a:gd name="connsiteX214" fmla="*/ 2084456 w 2912392"/>
                <a:gd name="connsiteY214" fmla="*/ 175573 h 358021"/>
                <a:gd name="connsiteX215" fmla="*/ 2094200 w 2912392"/>
                <a:gd name="connsiteY215" fmla="*/ 171374 h 358021"/>
                <a:gd name="connsiteX216" fmla="*/ 2103944 w 2912392"/>
                <a:gd name="connsiteY216" fmla="*/ 167302 h 358021"/>
                <a:gd name="connsiteX217" fmla="*/ 2113673 w 2912392"/>
                <a:gd name="connsiteY217" fmla="*/ 163363 h 358021"/>
                <a:gd name="connsiteX218" fmla="*/ 2123417 w 2912392"/>
                <a:gd name="connsiteY218" fmla="*/ 159564 h 358021"/>
                <a:gd name="connsiteX219" fmla="*/ 2133161 w 2912392"/>
                <a:gd name="connsiteY219" fmla="*/ 155907 h 358021"/>
                <a:gd name="connsiteX220" fmla="*/ 2142905 w 2912392"/>
                <a:gd name="connsiteY220" fmla="*/ 152402 h 358021"/>
                <a:gd name="connsiteX221" fmla="*/ 2152649 w 2912392"/>
                <a:gd name="connsiteY221" fmla="*/ 149048 h 358021"/>
                <a:gd name="connsiteX222" fmla="*/ 2162377 w 2912392"/>
                <a:gd name="connsiteY222" fmla="*/ 145852 h 358021"/>
                <a:gd name="connsiteX223" fmla="*/ 2172121 w 2912392"/>
                <a:gd name="connsiteY223" fmla="*/ 142816 h 358021"/>
                <a:gd name="connsiteX224" fmla="*/ 2181865 w 2912392"/>
                <a:gd name="connsiteY224" fmla="*/ 139945 h 358021"/>
                <a:gd name="connsiteX225" fmla="*/ 2191609 w 2912392"/>
                <a:gd name="connsiteY225" fmla="*/ 137241 h 358021"/>
                <a:gd name="connsiteX226" fmla="*/ 2201338 w 2912392"/>
                <a:gd name="connsiteY226" fmla="*/ 134705 h 358021"/>
                <a:gd name="connsiteX227" fmla="*/ 2211082 w 2912392"/>
                <a:gd name="connsiteY227" fmla="*/ 132340 h 358021"/>
                <a:gd name="connsiteX228" fmla="*/ 2220826 w 2912392"/>
                <a:gd name="connsiteY228" fmla="*/ 130149 h 358021"/>
                <a:gd name="connsiteX229" fmla="*/ 2230570 w 2912392"/>
                <a:gd name="connsiteY229" fmla="*/ 128128 h 358021"/>
                <a:gd name="connsiteX230" fmla="*/ 2240299 w 2912392"/>
                <a:gd name="connsiteY230" fmla="*/ 126284 h 358021"/>
                <a:gd name="connsiteX231" fmla="*/ 2250043 w 2912392"/>
                <a:gd name="connsiteY231" fmla="*/ 124612 h 358021"/>
                <a:gd name="connsiteX232" fmla="*/ 2259787 w 2912392"/>
                <a:gd name="connsiteY232" fmla="*/ 123115 h 358021"/>
                <a:gd name="connsiteX233" fmla="*/ 2269531 w 2912392"/>
                <a:gd name="connsiteY233" fmla="*/ 121792 h 358021"/>
                <a:gd name="connsiteX234" fmla="*/ 2279260 w 2912392"/>
                <a:gd name="connsiteY234" fmla="*/ 120642 h 358021"/>
                <a:gd name="connsiteX235" fmla="*/ 2289004 w 2912392"/>
                <a:gd name="connsiteY235" fmla="*/ 119661 h 358021"/>
                <a:gd name="connsiteX236" fmla="*/ 2298748 w 2912392"/>
                <a:gd name="connsiteY236" fmla="*/ 118851 h 358021"/>
                <a:gd name="connsiteX237" fmla="*/ 2308492 w 2912392"/>
                <a:gd name="connsiteY237" fmla="*/ 118208 h 358021"/>
                <a:gd name="connsiteX238" fmla="*/ 2318236 w 2912392"/>
                <a:gd name="connsiteY238" fmla="*/ 117732 h 358021"/>
                <a:gd name="connsiteX239" fmla="*/ 2327965 w 2912392"/>
                <a:gd name="connsiteY239" fmla="*/ 117419 h 358021"/>
                <a:gd name="connsiteX240" fmla="*/ 2337709 w 2912392"/>
                <a:gd name="connsiteY240" fmla="*/ 117265 h 358021"/>
                <a:gd name="connsiteX241" fmla="*/ 2347453 w 2912392"/>
                <a:gd name="connsiteY241" fmla="*/ 117268 h 358021"/>
                <a:gd name="connsiteX242" fmla="*/ 2357197 w 2912392"/>
                <a:gd name="connsiteY242" fmla="*/ 117425 h 358021"/>
                <a:gd name="connsiteX243" fmla="*/ 2366926 w 2912392"/>
                <a:gd name="connsiteY243" fmla="*/ 117730 h 358021"/>
                <a:gd name="connsiteX244" fmla="*/ 2376670 w 2912392"/>
                <a:gd name="connsiteY244" fmla="*/ 118183 h 358021"/>
                <a:gd name="connsiteX245" fmla="*/ 2386413 w 2912392"/>
                <a:gd name="connsiteY245" fmla="*/ 118778 h 358021"/>
                <a:gd name="connsiteX246" fmla="*/ 2396157 w 2912392"/>
                <a:gd name="connsiteY246" fmla="*/ 119509 h 358021"/>
                <a:gd name="connsiteX247" fmla="*/ 2405886 w 2912392"/>
                <a:gd name="connsiteY247" fmla="*/ 120375 h 358021"/>
                <a:gd name="connsiteX248" fmla="*/ 2415630 w 2912392"/>
                <a:gd name="connsiteY248" fmla="*/ 121369 h 358021"/>
                <a:gd name="connsiteX249" fmla="*/ 2425374 w 2912392"/>
                <a:gd name="connsiteY249" fmla="*/ 122486 h 358021"/>
                <a:gd name="connsiteX250" fmla="*/ 2435118 w 2912392"/>
                <a:gd name="connsiteY250" fmla="*/ 123723 h 358021"/>
                <a:gd name="connsiteX251" fmla="*/ 2444862 w 2912392"/>
                <a:gd name="connsiteY251" fmla="*/ 125074 h 358021"/>
                <a:gd name="connsiteX252" fmla="*/ 2454591 w 2912392"/>
                <a:gd name="connsiteY252" fmla="*/ 126533 h 358021"/>
                <a:gd name="connsiteX253" fmla="*/ 2464335 w 2912392"/>
                <a:gd name="connsiteY253" fmla="*/ 128097 h 358021"/>
                <a:gd name="connsiteX254" fmla="*/ 2474079 w 2912392"/>
                <a:gd name="connsiteY254" fmla="*/ 129758 h 358021"/>
                <a:gd name="connsiteX255" fmla="*/ 2483823 w 2912392"/>
                <a:gd name="connsiteY255" fmla="*/ 131513 h 358021"/>
                <a:gd name="connsiteX256" fmla="*/ 2493552 w 2912392"/>
                <a:gd name="connsiteY256" fmla="*/ 133356 h 358021"/>
                <a:gd name="connsiteX257" fmla="*/ 2503296 w 2912392"/>
                <a:gd name="connsiteY257" fmla="*/ 135283 h 358021"/>
                <a:gd name="connsiteX258" fmla="*/ 2513040 w 2912392"/>
                <a:gd name="connsiteY258" fmla="*/ 137287 h 358021"/>
                <a:gd name="connsiteX259" fmla="*/ 2522784 w 2912392"/>
                <a:gd name="connsiteY259" fmla="*/ 139364 h 358021"/>
                <a:gd name="connsiteX260" fmla="*/ 2532513 w 2912392"/>
                <a:gd name="connsiteY260" fmla="*/ 141506 h 358021"/>
                <a:gd name="connsiteX261" fmla="*/ 2542257 w 2912392"/>
                <a:gd name="connsiteY261" fmla="*/ 143711 h 358021"/>
                <a:gd name="connsiteX262" fmla="*/ 2552001 w 2912392"/>
                <a:gd name="connsiteY262" fmla="*/ 145973 h 358021"/>
                <a:gd name="connsiteX263" fmla="*/ 2561745 w 2912392"/>
                <a:gd name="connsiteY263" fmla="*/ 148287 h 358021"/>
                <a:gd name="connsiteX264" fmla="*/ 2571474 w 2912392"/>
                <a:gd name="connsiteY264" fmla="*/ 150647 h 358021"/>
                <a:gd name="connsiteX265" fmla="*/ 2581218 w 2912392"/>
                <a:gd name="connsiteY265" fmla="*/ 153048 h 358021"/>
                <a:gd name="connsiteX266" fmla="*/ 2590962 w 2912392"/>
                <a:gd name="connsiteY266" fmla="*/ 155487 h 358021"/>
                <a:gd name="connsiteX267" fmla="*/ 2600705 w 2912392"/>
                <a:gd name="connsiteY267" fmla="*/ 157957 h 358021"/>
                <a:gd name="connsiteX268" fmla="*/ 2610449 w 2912392"/>
                <a:gd name="connsiteY268" fmla="*/ 160456 h 358021"/>
                <a:gd name="connsiteX269" fmla="*/ 2620178 w 2912392"/>
                <a:gd name="connsiteY269" fmla="*/ 162977 h 358021"/>
                <a:gd name="connsiteX270" fmla="*/ 2629922 w 2912392"/>
                <a:gd name="connsiteY270" fmla="*/ 165517 h 358021"/>
                <a:gd name="connsiteX271" fmla="*/ 2639666 w 2912392"/>
                <a:gd name="connsiteY271" fmla="*/ 168071 h 358021"/>
                <a:gd name="connsiteX272" fmla="*/ 2649410 w 2912392"/>
                <a:gd name="connsiteY272" fmla="*/ 170635 h 358021"/>
                <a:gd name="connsiteX273" fmla="*/ 2659139 w 2912392"/>
                <a:gd name="connsiteY273" fmla="*/ 173205 h 358021"/>
                <a:gd name="connsiteX274" fmla="*/ 2668883 w 2912392"/>
                <a:gd name="connsiteY274" fmla="*/ 175778 h 358021"/>
                <a:gd name="connsiteX275" fmla="*/ 2678627 w 2912392"/>
                <a:gd name="connsiteY275" fmla="*/ 178348 h 358021"/>
                <a:gd name="connsiteX276" fmla="*/ 2688371 w 2912392"/>
                <a:gd name="connsiteY276" fmla="*/ 180915 h 358021"/>
                <a:gd name="connsiteX277" fmla="*/ 2698100 w 2912392"/>
                <a:gd name="connsiteY277" fmla="*/ 183472 h 358021"/>
                <a:gd name="connsiteX278" fmla="*/ 2707844 w 2912392"/>
                <a:gd name="connsiteY278" fmla="*/ 186017 h 358021"/>
                <a:gd name="connsiteX279" fmla="*/ 2717588 w 2912392"/>
                <a:gd name="connsiteY279" fmla="*/ 188548 h 358021"/>
                <a:gd name="connsiteX280" fmla="*/ 2727332 w 2912392"/>
                <a:gd name="connsiteY280" fmla="*/ 191060 h 358021"/>
                <a:gd name="connsiteX281" fmla="*/ 2737076 w 2912392"/>
                <a:gd name="connsiteY281" fmla="*/ 193551 h 358021"/>
                <a:gd name="connsiteX282" fmla="*/ 2746805 w 2912392"/>
                <a:gd name="connsiteY282" fmla="*/ 196018 h 358021"/>
                <a:gd name="connsiteX283" fmla="*/ 2756549 w 2912392"/>
                <a:gd name="connsiteY283" fmla="*/ 198460 h 358021"/>
                <a:gd name="connsiteX284" fmla="*/ 2766293 w 2912392"/>
                <a:gd name="connsiteY284" fmla="*/ 200874 h 358021"/>
                <a:gd name="connsiteX285" fmla="*/ 2776037 w 2912392"/>
                <a:gd name="connsiteY285" fmla="*/ 203255 h 358021"/>
                <a:gd name="connsiteX286" fmla="*/ 2785766 w 2912392"/>
                <a:gd name="connsiteY286" fmla="*/ 205604 h 358021"/>
                <a:gd name="connsiteX287" fmla="*/ 2795510 w 2912392"/>
                <a:gd name="connsiteY287" fmla="*/ 207918 h 358021"/>
                <a:gd name="connsiteX288" fmla="*/ 2805254 w 2912392"/>
                <a:gd name="connsiteY288" fmla="*/ 210196 h 358021"/>
                <a:gd name="connsiteX289" fmla="*/ 2814998 w 2912392"/>
                <a:gd name="connsiteY289" fmla="*/ 212434 h 358021"/>
                <a:gd name="connsiteX290" fmla="*/ 2824727 w 2912392"/>
                <a:gd name="connsiteY290" fmla="*/ 214633 h 358021"/>
                <a:gd name="connsiteX291" fmla="*/ 2834471 w 2912392"/>
                <a:gd name="connsiteY291" fmla="*/ 216791 h 358021"/>
                <a:gd name="connsiteX292" fmla="*/ 2844215 w 2912392"/>
                <a:gd name="connsiteY292" fmla="*/ 218906 h 358021"/>
                <a:gd name="connsiteX293" fmla="*/ 2853958 w 2912392"/>
                <a:gd name="connsiteY293" fmla="*/ 220977 h 358021"/>
                <a:gd name="connsiteX294" fmla="*/ 2863687 w 2912392"/>
                <a:gd name="connsiteY294" fmla="*/ 223003 h 358021"/>
                <a:gd name="connsiteX295" fmla="*/ 2873431 w 2912392"/>
                <a:gd name="connsiteY295" fmla="*/ 224984 h 358021"/>
                <a:gd name="connsiteX296" fmla="*/ 2883175 w 2912392"/>
                <a:gd name="connsiteY296" fmla="*/ 226919 h 358021"/>
                <a:gd name="connsiteX297" fmla="*/ 2892919 w 2912392"/>
                <a:gd name="connsiteY297" fmla="*/ 228807 h 358021"/>
                <a:gd name="connsiteX298" fmla="*/ 2902663 w 2912392"/>
                <a:gd name="connsiteY298" fmla="*/ 230647 h 358021"/>
                <a:gd name="connsiteX299" fmla="*/ 2912392 w 2912392"/>
                <a:gd name="connsiteY299" fmla="*/ 232439 h 358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358021">
                  <a:moveTo>
                    <a:pt x="0" y="295070"/>
                  </a:moveTo>
                  <a:lnTo>
                    <a:pt x="9739" y="291928"/>
                  </a:lnTo>
                  <a:lnTo>
                    <a:pt x="19480" y="288593"/>
                  </a:lnTo>
                  <a:lnTo>
                    <a:pt x="29221" y="285068"/>
                  </a:lnTo>
                  <a:lnTo>
                    <a:pt x="38961" y="281357"/>
                  </a:lnTo>
                  <a:lnTo>
                    <a:pt x="48702" y="277465"/>
                  </a:lnTo>
                  <a:lnTo>
                    <a:pt x="58443" y="273396"/>
                  </a:lnTo>
                  <a:lnTo>
                    <a:pt x="68182" y="269158"/>
                  </a:lnTo>
                  <a:lnTo>
                    <a:pt x="77923" y="264753"/>
                  </a:lnTo>
                  <a:lnTo>
                    <a:pt x="87664" y="260191"/>
                  </a:lnTo>
                  <a:lnTo>
                    <a:pt x="97404" y="255476"/>
                  </a:lnTo>
                  <a:lnTo>
                    <a:pt x="107145" y="250614"/>
                  </a:lnTo>
                  <a:lnTo>
                    <a:pt x="116886" y="245617"/>
                  </a:lnTo>
                  <a:lnTo>
                    <a:pt x="126625" y="240487"/>
                  </a:lnTo>
                  <a:lnTo>
                    <a:pt x="136366" y="235237"/>
                  </a:lnTo>
                  <a:lnTo>
                    <a:pt x="146107" y="229872"/>
                  </a:lnTo>
                  <a:lnTo>
                    <a:pt x="155846" y="224402"/>
                  </a:lnTo>
                  <a:lnTo>
                    <a:pt x="165587" y="218836"/>
                  </a:lnTo>
                  <a:lnTo>
                    <a:pt x="175328" y="213182"/>
                  </a:lnTo>
                  <a:lnTo>
                    <a:pt x="185068" y="207450"/>
                  </a:lnTo>
                  <a:lnTo>
                    <a:pt x="194809" y="201649"/>
                  </a:lnTo>
                  <a:lnTo>
                    <a:pt x="204550" y="195789"/>
                  </a:lnTo>
                  <a:lnTo>
                    <a:pt x="214289" y="189879"/>
                  </a:lnTo>
                  <a:lnTo>
                    <a:pt x="224030" y="183928"/>
                  </a:lnTo>
                  <a:lnTo>
                    <a:pt x="233771" y="177947"/>
                  </a:lnTo>
                  <a:lnTo>
                    <a:pt x="243510" y="171946"/>
                  </a:lnTo>
                  <a:lnTo>
                    <a:pt x="253251" y="165934"/>
                  </a:lnTo>
                  <a:lnTo>
                    <a:pt x="262992" y="159921"/>
                  </a:lnTo>
                  <a:lnTo>
                    <a:pt x="272732" y="153915"/>
                  </a:lnTo>
                  <a:lnTo>
                    <a:pt x="282473" y="147929"/>
                  </a:lnTo>
                  <a:lnTo>
                    <a:pt x="292214" y="141969"/>
                  </a:lnTo>
                  <a:lnTo>
                    <a:pt x="301953" y="136046"/>
                  </a:lnTo>
                  <a:lnTo>
                    <a:pt x="311694" y="130168"/>
                  </a:lnTo>
                  <a:lnTo>
                    <a:pt x="321435" y="124345"/>
                  </a:lnTo>
                  <a:lnTo>
                    <a:pt x="331175" y="118585"/>
                  </a:lnTo>
                  <a:lnTo>
                    <a:pt x="340916" y="112896"/>
                  </a:lnTo>
                  <a:lnTo>
                    <a:pt x="350656" y="107288"/>
                  </a:lnTo>
                  <a:lnTo>
                    <a:pt x="360396" y="101766"/>
                  </a:lnTo>
                  <a:lnTo>
                    <a:pt x="370137" y="96338"/>
                  </a:lnTo>
                  <a:lnTo>
                    <a:pt x="379878" y="91015"/>
                  </a:lnTo>
                  <a:lnTo>
                    <a:pt x="389617" y="85799"/>
                  </a:lnTo>
                  <a:lnTo>
                    <a:pt x="399358" y="80699"/>
                  </a:lnTo>
                  <a:lnTo>
                    <a:pt x="409099" y="75721"/>
                  </a:lnTo>
                  <a:lnTo>
                    <a:pt x="418839" y="70871"/>
                  </a:lnTo>
                  <a:lnTo>
                    <a:pt x="428580" y="66154"/>
                  </a:lnTo>
                  <a:lnTo>
                    <a:pt x="438321" y="61576"/>
                  </a:lnTo>
                  <a:lnTo>
                    <a:pt x="448060" y="57141"/>
                  </a:lnTo>
                  <a:lnTo>
                    <a:pt x="457801" y="52854"/>
                  </a:lnTo>
                  <a:lnTo>
                    <a:pt x="467542" y="48718"/>
                  </a:lnTo>
                  <a:lnTo>
                    <a:pt x="477281" y="44737"/>
                  </a:lnTo>
                  <a:lnTo>
                    <a:pt x="487022" y="40916"/>
                  </a:lnTo>
                  <a:lnTo>
                    <a:pt x="496763" y="37256"/>
                  </a:lnTo>
                  <a:lnTo>
                    <a:pt x="506503" y="33761"/>
                  </a:lnTo>
                  <a:lnTo>
                    <a:pt x="516244" y="30433"/>
                  </a:lnTo>
                  <a:lnTo>
                    <a:pt x="525985" y="27273"/>
                  </a:lnTo>
                  <a:lnTo>
                    <a:pt x="535724" y="24282"/>
                  </a:lnTo>
                  <a:lnTo>
                    <a:pt x="545465" y="21465"/>
                  </a:lnTo>
                  <a:lnTo>
                    <a:pt x="555206" y="18820"/>
                  </a:lnTo>
                  <a:lnTo>
                    <a:pt x="564946" y="16350"/>
                  </a:lnTo>
                  <a:lnTo>
                    <a:pt x="574687" y="14054"/>
                  </a:lnTo>
                  <a:lnTo>
                    <a:pt x="584428" y="11933"/>
                  </a:lnTo>
                  <a:lnTo>
                    <a:pt x="594167" y="9985"/>
                  </a:lnTo>
                  <a:lnTo>
                    <a:pt x="603908" y="8214"/>
                  </a:lnTo>
                  <a:lnTo>
                    <a:pt x="613649" y="6618"/>
                  </a:lnTo>
                  <a:lnTo>
                    <a:pt x="623388" y="5195"/>
                  </a:lnTo>
                  <a:lnTo>
                    <a:pt x="633129" y="3947"/>
                  </a:lnTo>
                  <a:lnTo>
                    <a:pt x="642870" y="2871"/>
                  </a:lnTo>
                  <a:lnTo>
                    <a:pt x="652610" y="1967"/>
                  </a:lnTo>
                  <a:lnTo>
                    <a:pt x="662351" y="1235"/>
                  </a:lnTo>
                  <a:lnTo>
                    <a:pt x="672092" y="673"/>
                  </a:lnTo>
                  <a:lnTo>
                    <a:pt x="681831" y="282"/>
                  </a:lnTo>
                  <a:lnTo>
                    <a:pt x="691572" y="57"/>
                  </a:lnTo>
                  <a:lnTo>
                    <a:pt x="701313" y="0"/>
                  </a:lnTo>
                  <a:lnTo>
                    <a:pt x="711052" y="109"/>
                  </a:lnTo>
                  <a:lnTo>
                    <a:pt x="720793" y="381"/>
                  </a:lnTo>
                  <a:lnTo>
                    <a:pt x="730534" y="818"/>
                  </a:lnTo>
                  <a:lnTo>
                    <a:pt x="740274" y="1415"/>
                  </a:lnTo>
                  <a:lnTo>
                    <a:pt x="750015" y="2175"/>
                  </a:lnTo>
                  <a:lnTo>
                    <a:pt x="759756" y="3093"/>
                  </a:lnTo>
                  <a:lnTo>
                    <a:pt x="769495" y="4170"/>
                  </a:lnTo>
                  <a:lnTo>
                    <a:pt x="779236" y="5404"/>
                  </a:lnTo>
                  <a:lnTo>
                    <a:pt x="788977" y="6792"/>
                  </a:lnTo>
                  <a:lnTo>
                    <a:pt x="798717" y="8337"/>
                  </a:lnTo>
                  <a:lnTo>
                    <a:pt x="808458" y="10034"/>
                  </a:lnTo>
                  <a:lnTo>
                    <a:pt x="818199" y="11883"/>
                  </a:lnTo>
                  <a:lnTo>
                    <a:pt x="827938" y="13884"/>
                  </a:lnTo>
                  <a:lnTo>
                    <a:pt x="837679" y="16036"/>
                  </a:lnTo>
                  <a:lnTo>
                    <a:pt x="847420" y="18335"/>
                  </a:lnTo>
                  <a:lnTo>
                    <a:pt x="857159" y="20783"/>
                  </a:lnTo>
                  <a:lnTo>
                    <a:pt x="866900" y="23377"/>
                  </a:lnTo>
                  <a:lnTo>
                    <a:pt x="876641" y="26115"/>
                  </a:lnTo>
                  <a:lnTo>
                    <a:pt x="886381" y="28998"/>
                  </a:lnTo>
                  <a:lnTo>
                    <a:pt x="896122" y="32025"/>
                  </a:lnTo>
                  <a:lnTo>
                    <a:pt x="905863" y="35193"/>
                  </a:lnTo>
                  <a:lnTo>
                    <a:pt x="915602" y="38500"/>
                  </a:lnTo>
                  <a:lnTo>
                    <a:pt x="925343" y="41948"/>
                  </a:lnTo>
                  <a:lnTo>
                    <a:pt x="935084" y="45531"/>
                  </a:lnTo>
                  <a:lnTo>
                    <a:pt x="944824" y="49252"/>
                  </a:lnTo>
                  <a:lnTo>
                    <a:pt x="954564" y="53106"/>
                  </a:lnTo>
                  <a:lnTo>
                    <a:pt x="964305" y="57093"/>
                  </a:lnTo>
                  <a:lnTo>
                    <a:pt x="974045" y="61209"/>
                  </a:lnTo>
                  <a:lnTo>
                    <a:pt x="983786" y="65454"/>
                  </a:lnTo>
                  <a:lnTo>
                    <a:pt x="993522" y="69826"/>
                  </a:lnTo>
                  <a:lnTo>
                    <a:pt x="1003266" y="74319"/>
                  </a:lnTo>
                  <a:lnTo>
                    <a:pt x="1013010" y="78933"/>
                  </a:lnTo>
                  <a:lnTo>
                    <a:pt x="1022754" y="83667"/>
                  </a:lnTo>
                  <a:lnTo>
                    <a:pt x="1032483" y="88515"/>
                  </a:lnTo>
                  <a:lnTo>
                    <a:pt x="1042227" y="93475"/>
                  </a:lnTo>
                  <a:lnTo>
                    <a:pt x="1051971" y="98542"/>
                  </a:lnTo>
                  <a:lnTo>
                    <a:pt x="1061715" y="103713"/>
                  </a:lnTo>
                  <a:lnTo>
                    <a:pt x="1071444" y="108986"/>
                  </a:lnTo>
                  <a:lnTo>
                    <a:pt x="1081188" y="114356"/>
                  </a:lnTo>
                  <a:lnTo>
                    <a:pt x="1090932" y="119816"/>
                  </a:lnTo>
                  <a:lnTo>
                    <a:pt x="1100676" y="125365"/>
                  </a:lnTo>
                  <a:lnTo>
                    <a:pt x="1110405" y="130993"/>
                  </a:lnTo>
                  <a:lnTo>
                    <a:pt x="1120149" y="136701"/>
                  </a:lnTo>
                  <a:lnTo>
                    <a:pt x="1129893" y="142479"/>
                  </a:lnTo>
                  <a:lnTo>
                    <a:pt x="1139637" y="148324"/>
                  </a:lnTo>
                  <a:lnTo>
                    <a:pt x="1149381" y="154228"/>
                  </a:lnTo>
                  <a:lnTo>
                    <a:pt x="1159110" y="160185"/>
                  </a:lnTo>
                  <a:lnTo>
                    <a:pt x="1168854" y="166189"/>
                  </a:lnTo>
                  <a:lnTo>
                    <a:pt x="1178598" y="172234"/>
                  </a:lnTo>
                  <a:lnTo>
                    <a:pt x="1188341" y="178312"/>
                  </a:lnTo>
                  <a:lnTo>
                    <a:pt x="1198070" y="184415"/>
                  </a:lnTo>
                  <a:lnTo>
                    <a:pt x="1207814" y="190539"/>
                  </a:lnTo>
                  <a:lnTo>
                    <a:pt x="1217558" y="196671"/>
                  </a:lnTo>
                  <a:lnTo>
                    <a:pt x="1227302" y="202808"/>
                  </a:lnTo>
                  <a:lnTo>
                    <a:pt x="1237031" y="208940"/>
                  </a:lnTo>
                  <a:lnTo>
                    <a:pt x="1246775" y="215059"/>
                  </a:lnTo>
                  <a:lnTo>
                    <a:pt x="1256519" y="221157"/>
                  </a:lnTo>
                  <a:lnTo>
                    <a:pt x="1266263" y="227226"/>
                  </a:lnTo>
                  <a:lnTo>
                    <a:pt x="1276007" y="233255"/>
                  </a:lnTo>
                  <a:lnTo>
                    <a:pt x="1285736" y="239239"/>
                  </a:lnTo>
                  <a:lnTo>
                    <a:pt x="1295480" y="245167"/>
                  </a:lnTo>
                  <a:lnTo>
                    <a:pt x="1305224" y="251030"/>
                  </a:lnTo>
                  <a:lnTo>
                    <a:pt x="1314968" y="256821"/>
                  </a:lnTo>
                  <a:lnTo>
                    <a:pt x="1324697" y="262530"/>
                  </a:lnTo>
                  <a:lnTo>
                    <a:pt x="1334441" y="268149"/>
                  </a:lnTo>
                  <a:lnTo>
                    <a:pt x="1344185" y="273669"/>
                  </a:lnTo>
                  <a:lnTo>
                    <a:pt x="1353929" y="279080"/>
                  </a:lnTo>
                  <a:lnTo>
                    <a:pt x="1363658" y="284375"/>
                  </a:lnTo>
                  <a:lnTo>
                    <a:pt x="1373402" y="289545"/>
                  </a:lnTo>
                  <a:lnTo>
                    <a:pt x="1383146" y="294583"/>
                  </a:lnTo>
                  <a:lnTo>
                    <a:pt x="1392890" y="299478"/>
                  </a:lnTo>
                  <a:lnTo>
                    <a:pt x="1402619" y="304224"/>
                  </a:lnTo>
                  <a:lnTo>
                    <a:pt x="1412363" y="308813"/>
                  </a:lnTo>
                  <a:lnTo>
                    <a:pt x="1422106" y="313236"/>
                  </a:lnTo>
                  <a:lnTo>
                    <a:pt x="1431850" y="317487"/>
                  </a:lnTo>
                  <a:lnTo>
                    <a:pt x="1441594" y="321559"/>
                  </a:lnTo>
                  <a:lnTo>
                    <a:pt x="1451323" y="325444"/>
                  </a:lnTo>
                  <a:lnTo>
                    <a:pt x="1461067" y="329136"/>
                  </a:lnTo>
                  <a:lnTo>
                    <a:pt x="1470811" y="332629"/>
                  </a:lnTo>
                  <a:lnTo>
                    <a:pt x="1480555" y="335917"/>
                  </a:lnTo>
                  <a:lnTo>
                    <a:pt x="1490284" y="338994"/>
                  </a:lnTo>
                  <a:lnTo>
                    <a:pt x="1500028" y="341854"/>
                  </a:lnTo>
                  <a:lnTo>
                    <a:pt x="1509772" y="344496"/>
                  </a:lnTo>
                  <a:lnTo>
                    <a:pt x="1519516" y="346911"/>
                  </a:lnTo>
                  <a:lnTo>
                    <a:pt x="1529245" y="349097"/>
                  </a:lnTo>
                  <a:lnTo>
                    <a:pt x="1538989" y="351050"/>
                  </a:lnTo>
                  <a:lnTo>
                    <a:pt x="1548733" y="352768"/>
                  </a:lnTo>
                  <a:lnTo>
                    <a:pt x="1558477" y="354247"/>
                  </a:lnTo>
                  <a:lnTo>
                    <a:pt x="1568221" y="355485"/>
                  </a:lnTo>
                  <a:lnTo>
                    <a:pt x="1577950" y="356481"/>
                  </a:lnTo>
                  <a:lnTo>
                    <a:pt x="1587694" y="357233"/>
                  </a:lnTo>
                  <a:lnTo>
                    <a:pt x="1597438" y="357739"/>
                  </a:lnTo>
                  <a:lnTo>
                    <a:pt x="1607182" y="358003"/>
                  </a:lnTo>
                  <a:lnTo>
                    <a:pt x="1616911" y="358021"/>
                  </a:lnTo>
                  <a:lnTo>
                    <a:pt x="1626655" y="357795"/>
                  </a:lnTo>
                  <a:lnTo>
                    <a:pt x="1636399" y="357325"/>
                  </a:lnTo>
                  <a:lnTo>
                    <a:pt x="1646142" y="356615"/>
                  </a:lnTo>
                  <a:lnTo>
                    <a:pt x="1655872" y="355664"/>
                  </a:lnTo>
                  <a:lnTo>
                    <a:pt x="1665616" y="354478"/>
                  </a:lnTo>
                  <a:lnTo>
                    <a:pt x="1675359" y="353057"/>
                  </a:lnTo>
                  <a:lnTo>
                    <a:pt x="1685103" y="351406"/>
                  </a:lnTo>
                  <a:lnTo>
                    <a:pt x="1694832" y="349530"/>
                  </a:lnTo>
                  <a:lnTo>
                    <a:pt x="1704576" y="347432"/>
                  </a:lnTo>
                  <a:lnTo>
                    <a:pt x="1714320" y="345117"/>
                  </a:lnTo>
                  <a:lnTo>
                    <a:pt x="1724064" y="342590"/>
                  </a:lnTo>
                  <a:lnTo>
                    <a:pt x="1733808" y="339859"/>
                  </a:lnTo>
                  <a:lnTo>
                    <a:pt x="1743537" y="336927"/>
                  </a:lnTo>
                  <a:lnTo>
                    <a:pt x="1753281" y="333803"/>
                  </a:lnTo>
                  <a:lnTo>
                    <a:pt x="1763025" y="330492"/>
                  </a:lnTo>
                  <a:lnTo>
                    <a:pt x="1772769" y="327003"/>
                  </a:lnTo>
                  <a:lnTo>
                    <a:pt x="1782498" y="323342"/>
                  </a:lnTo>
                  <a:lnTo>
                    <a:pt x="1792242" y="319518"/>
                  </a:lnTo>
                  <a:lnTo>
                    <a:pt x="1801986" y="315540"/>
                  </a:lnTo>
                  <a:lnTo>
                    <a:pt x="1811730" y="311414"/>
                  </a:lnTo>
                  <a:lnTo>
                    <a:pt x="1821459" y="307151"/>
                  </a:lnTo>
                  <a:lnTo>
                    <a:pt x="1831203" y="302761"/>
                  </a:lnTo>
                  <a:lnTo>
                    <a:pt x="1840947" y="298251"/>
                  </a:lnTo>
                  <a:lnTo>
                    <a:pt x="1850691" y="293631"/>
                  </a:lnTo>
                  <a:lnTo>
                    <a:pt x="1860435" y="288911"/>
                  </a:lnTo>
                  <a:lnTo>
                    <a:pt x="1870164" y="284100"/>
                  </a:lnTo>
                  <a:lnTo>
                    <a:pt x="1879908" y="279210"/>
                  </a:lnTo>
                  <a:lnTo>
                    <a:pt x="1889652" y="274249"/>
                  </a:lnTo>
                  <a:lnTo>
                    <a:pt x="1899395" y="269228"/>
                  </a:lnTo>
                  <a:lnTo>
                    <a:pt x="1909124" y="264156"/>
                  </a:lnTo>
                  <a:lnTo>
                    <a:pt x="1918868" y="259046"/>
                  </a:lnTo>
                  <a:lnTo>
                    <a:pt x="1928612" y="253904"/>
                  </a:lnTo>
                  <a:lnTo>
                    <a:pt x="1938356" y="248744"/>
                  </a:lnTo>
                  <a:lnTo>
                    <a:pt x="1948085" y="243576"/>
                  </a:lnTo>
                  <a:lnTo>
                    <a:pt x="1957829" y="238406"/>
                  </a:lnTo>
                  <a:lnTo>
                    <a:pt x="1967573" y="233250"/>
                  </a:lnTo>
                  <a:lnTo>
                    <a:pt x="1977317" y="228111"/>
                  </a:lnTo>
                  <a:lnTo>
                    <a:pt x="1987046" y="223003"/>
                  </a:lnTo>
                  <a:lnTo>
                    <a:pt x="1996790" y="217936"/>
                  </a:lnTo>
                  <a:lnTo>
                    <a:pt x="2006534" y="212918"/>
                  </a:lnTo>
                  <a:lnTo>
                    <a:pt x="2016278" y="207957"/>
                  </a:lnTo>
                  <a:lnTo>
                    <a:pt x="2026022" y="203064"/>
                  </a:lnTo>
                  <a:lnTo>
                    <a:pt x="2035751" y="198246"/>
                  </a:lnTo>
                  <a:lnTo>
                    <a:pt x="2045495" y="193512"/>
                  </a:lnTo>
                  <a:lnTo>
                    <a:pt x="2055239" y="188870"/>
                  </a:lnTo>
                  <a:lnTo>
                    <a:pt x="2064983" y="184329"/>
                  </a:lnTo>
                  <a:lnTo>
                    <a:pt x="2074712" y="179893"/>
                  </a:lnTo>
                  <a:lnTo>
                    <a:pt x="2084456" y="175573"/>
                  </a:lnTo>
                  <a:lnTo>
                    <a:pt x="2094200" y="171374"/>
                  </a:lnTo>
                  <a:lnTo>
                    <a:pt x="2103944" y="167302"/>
                  </a:lnTo>
                  <a:lnTo>
                    <a:pt x="2113673" y="163363"/>
                  </a:lnTo>
                  <a:lnTo>
                    <a:pt x="2123417" y="159564"/>
                  </a:lnTo>
                  <a:lnTo>
                    <a:pt x="2133161" y="155907"/>
                  </a:lnTo>
                  <a:lnTo>
                    <a:pt x="2142905" y="152402"/>
                  </a:lnTo>
                  <a:lnTo>
                    <a:pt x="2152649" y="149048"/>
                  </a:lnTo>
                  <a:lnTo>
                    <a:pt x="2162377" y="145852"/>
                  </a:lnTo>
                  <a:lnTo>
                    <a:pt x="2172121" y="142816"/>
                  </a:lnTo>
                  <a:lnTo>
                    <a:pt x="2181865" y="139945"/>
                  </a:lnTo>
                  <a:lnTo>
                    <a:pt x="2191609" y="137241"/>
                  </a:lnTo>
                  <a:lnTo>
                    <a:pt x="2201338" y="134705"/>
                  </a:lnTo>
                  <a:lnTo>
                    <a:pt x="2211082" y="132340"/>
                  </a:lnTo>
                  <a:lnTo>
                    <a:pt x="2220826" y="130149"/>
                  </a:lnTo>
                  <a:lnTo>
                    <a:pt x="2230570" y="128128"/>
                  </a:lnTo>
                  <a:lnTo>
                    <a:pt x="2240299" y="126284"/>
                  </a:lnTo>
                  <a:lnTo>
                    <a:pt x="2250043" y="124612"/>
                  </a:lnTo>
                  <a:lnTo>
                    <a:pt x="2259787" y="123115"/>
                  </a:lnTo>
                  <a:lnTo>
                    <a:pt x="2269531" y="121792"/>
                  </a:lnTo>
                  <a:lnTo>
                    <a:pt x="2279260" y="120642"/>
                  </a:lnTo>
                  <a:lnTo>
                    <a:pt x="2289004" y="119661"/>
                  </a:lnTo>
                  <a:lnTo>
                    <a:pt x="2298748" y="118851"/>
                  </a:lnTo>
                  <a:lnTo>
                    <a:pt x="2308492" y="118208"/>
                  </a:lnTo>
                  <a:lnTo>
                    <a:pt x="2318236" y="117732"/>
                  </a:lnTo>
                  <a:lnTo>
                    <a:pt x="2327965" y="117419"/>
                  </a:lnTo>
                  <a:lnTo>
                    <a:pt x="2337709" y="117265"/>
                  </a:lnTo>
                  <a:lnTo>
                    <a:pt x="2347453" y="117268"/>
                  </a:lnTo>
                  <a:lnTo>
                    <a:pt x="2357197" y="117425"/>
                  </a:lnTo>
                  <a:lnTo>
                    <a:pt x="2366926" y="117730"/>
                  </a:lnTo>
                  <a:lnTo>
                    <a:pt x="2376670" y="118183"/>
                  </a:lnTo>
                  <a:lnTo>
                    <a:pt x="2386413" y="118778"/>
                  </a:lnTo>
                  <a:lnTo>
                    <a:pt x="2396157" y="119509"/>
                  </a:lnTo>
                  <a:lnTo>
                    <a:pt x="2405886" y="120375"/>
                  </a:lnTo>
                  <a:lnTo>
                    <a:pt x="2415630" y="121369"/>
                  </a:lnTo>
                  <a:lnTo>
                    <a:pt x="2425374" y="122486"/>
                  </a:lnTo>
                  <a:lnTo>
                    <a:pt x="2435118" y="123723"/>
                  </a:lnTo>
                  <a:lnTo>
                    <a:pt x="2444862" y="125074"/>
                  </a:lnTo>
                  <a:lnTo>
                    <a:pt x="2454591" y="126533"/>
                  </a:lnTo>
                  <a:lnTo>
                    <a:pt x="2464335" y="128097"/>
                  </a:lnTo>
                  <a:lnTo>
                    <a:pt x="2474079" y="129758"/>
                  </a:lnTo>
                  <a:lnTo>
                    <a:pt x="2483823" y="131513"/>
                  </a:lnTo>
                  <a:lnTo>
                    <a:pt x="2493552" y="133356"/>
                  </a:lnTo>
                  <a:lnTo>
                    <a:pt x="2503296" y="135283"/>
                  </a:lnTo>
                  <a:lnTo>
                    <a:pt x="2513040" y="137287"/>
                  </a:lnTo>
                  <a:lnTo>
                    <a:pt x="2522784" y="139364"/>
                  </a:lnTo>
                  <a:lnTo>
                    <a:pt x="2532513" y="141506"/>
                  </a:lnTo>
                  <a:lnTo>
                    <a:pt x="2542257" y="143711"/>
                  </a:lnTo>
                  <a:lnTo>
                    <a:pt x="2552001" y="145973"/>
                  </a:lnTo>
                  <a:lnTo>
                    <a:pt x="2561745" y="148287"/>
                  </a:lnTo>
                  <a:lnTo>
                    <a:pt x="2571474" y="150647"/>
                  </a:lnTo>
                  <a:lnTo>
                    <a:pt x="2581218" y="153048"/>
                  </a:lnTo>
                  <a:lnTo>
                    <a:pt x="2590962" y="155487"/>
                  </a:lnTo>
                  <a:lnTo>
                    <a:pt x="2600705" y="157957"/>
                  </a:lnTo>
                  <a:lnTo>
                    <a:pt x="2610449" y="160456"/>
                  </a:lnTo>
                  <a:lnTo>
                    <a:pt x="2620178" y="162977"/>
                  </a:lnTo>
                  <a:lnTo>
                    <a:pt x="2629922" y="165517"/>
                  </a:lnTo>
                  <a:lnTo>
                    <a:pt x="2639666" y="168071"/>
                  </a:lnTo>
                  <a:lnTo>
                    <a:pt x="2649410" y="170635"/>
                  </a:lnTo>
                  <a:lnTo>
                    <a:pt x="2659139" y="173205"/>
                  </a:lnTo>
                  <a:lnTo>
                    <a:pt x="2668883" y="175778"/>
                  </a:lnTo>
                  <a:lnTo>
                    <a:pt x="2678627" y="178348"/>
                  </a:lnTo>
                  <a:lnTo>
                    <a:pt x="2688371" y="180915"/>
                  </a:lnTo>
                  <a:lnTo>
                    <a:pt x="2698100" y="183472"/>
                  </a:lnTo>
                  <a:lnTo>
                    <a:pt x="2707844" y="186017"/>
                  </a:lnTo>
                  <a:lnTo>
                    <a:pt x="2717588" y="188548"/>
                  </a:lnTo>
                  <a:lnTo>
                    <a:pt x="2727332" y="191060"/>
                  </a:lnTo>
                  <a:lnTo>
                    <a:pt x="2737076" y="193551"/>
                  </a:lnTo>
                  <a:lnTo>
                    <a:pt x="2746805" y="196018"/>
                  </a:lnTo>
                  <a:lnTo>
                    <a:pt x="2756549" y="198460"/>
                  </a:lnTo>
                  <a:lnTo>
                    <a:pt x="2766293" y="200874"/>
                  </a:lnTo>
                  <a:lnTo>
                    <a:pt x="2776037" y="203255"/>
                  </a:lnTo>
                  <a:lnTo>
                    <a:pt x="2785766" y="205604"/>
                  </a:lnTo>
                  <a:lnTo>
                    <a:pt x="2795510" y="207918"/>
                  </a:lnTo>
                  <a:lnTo>
                    <a:pt x="2805254" y="210196"/>
                  </a:lnTo>
                  <a:lnTo>
                    <a:pt x="2814998" y="212434"/>
                  </a:lnTo>
                  <a:lnTo>
                    <a:pt x="2824727" y="214633"/>
                  </a:lnTo>
                  <a:lnTo>
                    <a:pt x="2834471" y="216791"/>
                  </a:lnTo>
                  <a:lnTo>
                    <a:pt x="2844215" y="218906"/>
                  </a:lnTo>
                  <a:lnTo>
                    <a:pt x="2853958" y="220977"/>
                  </a:lnTo>
                  <a:lnTo>
                    <a:pt x="2863687" y="223003"/>
                  </a:lnTo>
                  <a:lnTo>
                    <a:pt x="2873431" y="224984"/>
                  </a:lnTo>
                  <a:lnTo>
                    <a:pt x="2883175" y="226919"/>
                  </a:lnTo>
                  <a:lnTo>
                    <a:pt x="2892919" y="228807"/>
                  </a:lnTo>
                  <a:lnTo>
                    <a:pt x="2902663" y="230647"/>
                  </a:lnTo>
                  <a:lnTo>
                    <a:pt x="2912392" y="23243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8" name="Freeform 887">
              <a:extLst>
                <a:ext uri="{FF2B5EF4-FFF2-40B4-BE49-F238E27FC236}">
                  <a16:creationId xmlns:a16="http://schemas.microsoft.com/office/drawing/2014/main" id="{B0C761BF-7115-8C88-FAC6-F2FB30974499}"/>
                </a:ext>
              </a:extLst>
            </p:cNvPr>
            <p:cNvSpPr/>
            <p:nvPr/>
          </p:nvSpPr>
          <p:spPr>
            <a:xfrm>
              <a:off x="576446" y="3284648"/>
              <a:ext cx="2912392" cy="514783"/>
            </a:xfrm>
            <a:custGeom>
              <a:avLst/>
              <a:gdLst>
                <a:gd name="connsiteX0" fmla="*/ 0 w 2912392"/>
                <a:gd name="connsiteY0" fmla="*/ 179793 h 514783"/>
                <a:gd name="connsiteX1" fmla="*/ 9739 w 2912392"/>
                <a:gd name="connsiteY1" fmla="*/ 186151 h 514783"/>
                <a:gd name="connsiteX2" fmla="*/ 19480 w 2912392"/>
                <a:gd name="connsiteY2" fmla="*/ 192341 h 514783"/>
                <a:gd name="connsiteX3" fmla="*/ 29221 w 2912392"/>
                <a:gd name="connsiteY3" fmla="*/ 198361 h 514783"/>
                <a:gd name="connsiteX4" fmla="*/ 38961 w 2912392"/>
                <a:gd name="connsiteY4" fmla="*/ 204199 h 514783"/>
                <a:gd name="connsiteX5" fmla="*/ 48702 w 2912392"/>
                <a:gd name="connsiteY5" fmla="*/ 209849 h 514783"/>
                <a:gd name="connsiteX6" fmla="*/ 58443 w 2912392"/>
                <a:gd name="connsiteY6" fmla="*/ 215307 h 514783"/>
                <a:gd name="connsiteX7" fmla="*/ 68182 w 2912392"/>
                <a:gd name="connsiteY7" fmla="*/ 220563 h 514783"/>
                <a:gd name="connsiteX8" fmla="*/ 77923 w 2912392"/>
                <a:gd name="connsiteY8" fmla="*/ 225614 h 514783"/>
                <a:gd name="connsiteX9" fmla="*/ 87664 w 2912392"/>
                <a:gd name="connsiteY9" fmla="*/ 230454 h 514783"/>
                <a:gd name="connsiteX10" fmla="*/ 97404 w 2912392"/>
                <a:gd name="connsiteY10" fmla="*/ 235081 h 514783"/>
                <a:gd name="connsiteX11" fmla="*/ 107145 w 2912392"/>
                <a:gd name="connsiteY11" fmla="*/ 239489 h 514783"/>
                <a:gd name="connsiteX12" fmla="*/ 116886 w 2912392"/>
                <a:gd name="connsiteY12" fmla="*/ 243674 h 514783"/>
                <a:gd name="connsiteX13" fmla="*/ 126625 w 2912392"/>
                <a:gd name="connsiteY13" fmla="*/ 247636 h 514783"/>
                <a:gd name="connsiteX14" fmla="*/ 136366 w 2912392"/>
                <a:gd name="connsiteY14" fmla="*/ 251371 h 514783"/>
                <a:gd name="connsiteX15" fmla="*/ 146107 w 2912392"/>
                <a:gd name="connsiteY15" fmla="*/ 254877 h 514783"/>
                <a:gd name="connsiteX16" fmla="*/ 155846 w 2912392"/>
                <a:gd name="connsiteY16" fmla="*/ 258155 h 514783"/>
                <a:gd name="connsiteX17" fmla="*/ 165587 w 2912392"/>
                <a:gd name="connsiteY17" fmla="*/ 261203 h 514783"/>
                <a:gd name="connsiteX18" fmla="*/ 175328 w 2912392"/>
                <a:gd name="connsiteY18" fmla="*/ 264020 h 514783"/>
                <a:gd name="connsiteX19" fmla="*/ 185068 w 2912392"/>
                <a:gd name="connsiteY19" fmla="*/ 266610 h 514783"/>
                <a:gd name="connsiteX20" fmla="*/ 194809 w 2912392"/>
                <a:gd name="connsiteY20" fmla="*/ 268970 h 514783"/>
                <a:gd name="connsiteX21" fmla="*/ 204550 w 2912392"/>
                <a:gd name="connsiteY21" fmla="*/ 271105 h 514783"/>
                <a:gd name="connsiteX22" fmla="*/ 214289 w 2912392"/>
                <a:gd name="connsiteY22" fmla="*/ 273013 h 514783"/>
                <a:gd name="connsiteX23" fmla="*/ 224030 w 2912392"/>
                <a:gd name="connsiteY23" fmla="*/ 274701 h 514783"/>
                <a:gd name="connsiteX24" fmla="*/ 233771 w 2912392"/>
                <a:gd name="connsiteY24" fmla="*/ 276170 h 514783"/>
                <a:gd name="connsiteX25" fmla="*/ 243510 w 2912392"/>
                <a:gd name="connsiteY25" fmla="*/ 277423 h 514783"/>
                <a:gd name="connsiteX26" fmla="*/ 253251 w 2912392"/>
                <a:gd name="connsiteY26" fmla="*/ 278463 h 514783"/>
                <a:gd name="connsiteX27" fmla="*/ 262992 w 2912392"/>
                <a:gd name="connsiteY27" fmla="*/ 279298 h 514783"/>
                <a:gd name="connsiteX28" fmla="*/ 272732 w 2912392"/>
                <a:gd name="connsiteY28" fmla="*/ 279928 h 514783"/>
                <a:gd name="connsiteX29" fmla="*/ 282473 w 2912392"/>
                <a:gd name="connsiteY29" fmla="*/ 280360 h 514783"/>
                <a:gd name="connsiteX30" fmla="*/ 292214 w 2912392"/>
                <a:gd name="connsiteY30" fmla="*/ 280599 h 514783"/>
                <a:gd name="connsiteX31" fmla="*/ 301953 w 2912392"/>
                <a:gd name="connsiteY31" fmla="*/ 280651 h 514783"/>
                <a:gd name="connsiteX32" fmla="*/ 311694 w 2912392"/>
                <a:gd name="connsiteY32" fmla="*/ 280519 h 514783"/>
                <a:gd name="connsiteX33" fmla="*/ 321435 w 2912392"/>
                <a:gd name="connsiteY33" fmla="*/ 280214 h 514783"/>
                <a:gd name="connsiteX34" fmla="*/ 331175 w 2912392"/>
                <a:gd name="connsiteY34" fmla="*/ 279737 h 514783"/>
                <a:gd name="connsiteX35" fmla="*/ 340916 w 2912392"/>
                <a:gd name="connsiteY35" fmla="*/ 279100 h 514783"/>
                <a:gd name="connsiteX36" fmla="*/ 350656 w 2912392"/>
                <a:gd name="connsiteY36" fmla="*/ 278304 h 514783"/>
                <a:gd name="connsiteX37" fmla="*/ 360396 w 2912392"/>
                <a:gd name="connsiteY37" fmla="*/ 277359 h 514783"/>
                <a:gd name="connsiteX38" fmla="*/ 370137 w 2912392"/>
                <a:gd name="connsiteY38" fmla="*/ 276270 h 514783"/>
                <a:gd name="connsiteX39" fmla="*/ 379878 w 2912392"/>
                <a:gd name="connsiteY39" fmla="*/ 275047 h 514783"/>
                <a:gd name="connsiteX40" fmla="*/ 389617 w 2912392"/>
                <a:gd name="connsiteY40" fmla="*/ 273694 h 514783"/>
                <a:gd name="connsiteX41" fmla="*/ 399358 w 2912392"/>
                <a:gd name="connsiteY41" fmla="*/ 272219 h 514783"/>
                <a:gd name="connsiteX42" fmla="*/ 409099 w 2912392"/>
                <a:gd name="connsiteY42" fmla="*/ 270630 h 514783"/>
                <a:gd name="connsiteX43" fmla="*/ 418839 w 2912392"/>
                <a:gd name="connsiteY43" fmla="*/ 268933 h 514783"/>
                <a:gd name="connsiteX44" fmla="*/ 428580 w 2912392"/>
                <a:gd name="connsiteY44" fmla="*/ 267134 h 514783"/>
                <a:gd name="connsiteX45" fmla="*/ 438321 w 2912392"/>
                <a:gd name="connsiteY45" fmla="*/ 265241 h 514783"/>
                <a:gd name="connsiteX46" fmla="*/ 448060 w 2912392"/>
                <a:gd name="connsiteY46" fmla="*/ 263261 h 514783"/>
                <a:gd name="connsiteX47" fmla="*/ 457801 w 2912392"/>
                <a:gd name="connsiteY47" fmla="*/ 261201 h 514783"/>
                <a:gd name="connsiteX48" fmla="*/ 467542 w 2912392"/>
                <a:gd name="connsiteY48" fmla="*/ 259066 h 514783"/>
                <a:gd name="connsiteX49" fmla="*/ 477281 w 2912392"/>
                <a:gd name="connsiteY49" fmla="*/ 256864 h 514783"/>
                <a:gd name="connsiteX50" fmla="*/ 487022 w 2912392"/>
                <a:gd name="connsiteY50" fmla="*/ 254601 h 514783"/>
                <a:gd name="connsiteX51" fmla="*/ 496763 w 2912392"/>
                <a:gd name="connsiteY51" fmla="*/ 252283 h 514783"/>
                <a:gd name="connsiteX52" fmla="*/ 506503 w 2912392"/>
                <a:gd name="connsiteY52" fmla="*/ 249916 h 514783"/>
                <a:gd name="connsiteX53" fmla="*/ 516244 w 2912392"/>
                <a:gd name="connsiteY53" fmla="*/ 247505 h 514783"/>
                <a:gd name="connsiteX54" fmla="*/ 525985 w 2912392"/>
                <a:gd name="connsiteY54" fmla="*/ 245055 h 514783"/>
                <a:gd name="connsiteX55" fmla="*/ 535724 w 2912392"/>
                <a:gd name="connsiteY55" fmla="*/ 242572 h 514783"/>
                <a:gd name="connsiteX56" fmla="*/ 545465 w 2912392"/>
                <a:gd name="connsiteY56" fmla="*/ 240063 h 514783"/>
                <a:gd name="connsiteX57" fmla="*/ 555206 w 2912392"/>
                <a:gd name="connsiteY57" fmla="*/ 237528 h 514783"/>
                <a:gd name="connsiteX58" fmla="*/ 564946 w 2912392"/>
                <a:gd name="connsiteY58" fmla="*/ 234976 h 514783"/>
                <a:gd name="connsiteX59" fmla="*/ 574687 w 2912392"/>
                <a:gd name="connsiteY59" fmla="*/ 232411 h 514783"/>
                <a:gd name="connsiteX60" fmla="*/ 584428 w 2912392"/>
                <a:gd name="connsiteY60" fmla="*/ 229833 h 514783"/>
                <a:gd name="connsiteX61" fmla="*/ 594167 w 2912392"/>
                <a:gd name="connsiteY61" fmla="*/ 227248 h 514783"/>
                <a:gd name="connsiteX62" fmla="*/ 603908 w 2912392"/>
                <a:gd name="connsiteY62" fmla="*/ 224662 h 514783"/>
                <a:gd name="connsiteX63" fmla="*/ 613649 w 2912392"/>
                <a:gd name="connsiteY63" fmla="*/ 222074 h 514783"/>
                <a:gd name="connsiteX64" fmla="*/ 623388 w 2912392"/>
                <a:gd name="connsiteY64" fmla="*/ 219489 h 514783"/>
                <a:gd name="connsiteX65" fmla="*/ 633129 w 2912392"/>
                <a:gd name="connsiteY65" fmla="*/ 216908 h 514783"/>
                <a:gd name="connsiteX66" fmla="*/ 642870 w 2912392"/>
                <a:gd name="connsiteY66" fmla="*/ 214337 h 514783"/>
                <a:gd name="connsiteX67" fmla="*/ 652610 w 2912392"/>
                <a:gd name="connsiteY67" fmla="*/ 211774 h 514783"/>
                <a:gd name="connsiteX68" fmla="*/ 662351 w 2912392"/>
                <a:gd name="connsiteY68" fmla="*/ 209225 h 514783"/>
                <a:gd name="connsiteX69" fmla="*/ 672092 w 2912392"/>
                <a:gd name="connsiteY69" fmla="*/ 206688 h 514783"/>
                <a:gd name="connsiteX70" fmla="*/ 681831 w 2912392"/>
                <a:gd name="connsiteY70" fmla="*/ 204165 h 514783"/>
                <a:gd name="connsiteX71" fmla="*/ 691572 w 2912392"/>
                <a:gd name="connsiteY71" fmla="*/ 201659 h 514783"/>
                <a:gd name="connsiteX72" fmla="*/ 701313 w 2912392"/>
                <a:gd name="connsiteY72" fmla="*/ 199171 h 514783"/>
                <a:gd name="connsiteX73" fmla="*/ 711052 w 2912392"/>
                <a:gd name="connsiteY73" fmla="*/ 196701 h 514783"/>
                <a:gd name="connsiteX74" fmla="*/ 720793 w 2912392"/>
                <a:gd name="connsiteY74" fmla="*/ 194250 h 514783"/>
                <a:gd name="connsiteX75" fmla="*/ 730534 w 2912392"/>
                <a:gd name="connsiteY75" fmla="*/ 191818 h 514783"/>
                <a:gd name="connsiteX76" fmla="*/ 740274 w 2912392"/>
                <a:gd name="connsiteY76" fmla="*/ 189406 h 514783"/>
                <a:gd name="connsiteX77" fmla="*/ 750015 w 2912392"/>
                <a:gd name="connsiteY77" fmla="*/ 187015 h 514783"/>
                <a:gd name="connsiteX78" fmla="*/ 759756 w 2912392"/>
                <a:gd name="connsiteY78" fmla="*/ 184645 h 514783"/>
                <a:gd name="connsiteX79" fmla="*/ 769495 w 2912392"/>
                <a:gd name="connsiteY79" fmla="*/ 182294 h 514783"/>
                <a:gd name="connsiteX80" fmla="*/ 779236 w 2912392"/>
                <a:gd name="connsiteY80" fmla="*/ 179963 h 514783"/>
                <a:gd name="connsiteX81" fmla="*/ 788977 w 2912392"/>
                <a:gd name="connsiteY81" fmla="*/ 177652 h 514783"/>
                <a:gd name="connsiteX82" fmla="*/ 798717 w 2912392"/>
                <a:gd name="connsiteY82" fmla="*/ 175363 h 514783"/>
                <a:gd name="connsiteX83" fmla="*/ 808458 w 2912392"/>
                <a:gd name="connsiteY83" fmla="*/ 173093 h 514783"/>
                <a:gd name="connsiteX84" fmla="*/ 818199 w 2912392"/>
                <a:gd name="connsiteY84" fmla="*/ 170844 h 514783"/>
                <a:gd name="connsiteX85" fmla="*/ 827938 w 2912392"/>
                <a:gd name="connsiteY85" fmla="*/ 168612 h 514783"/>
                <a:gd name="connsiteX86" fmla="*/ 837679 w 2912392"/>
                <a:gd name="connsiteY86" fmla="*/ 166401 h 514783"/>
                <a:gd name="connsiteX87" fmla="*/ 847420 w 2912392"/>
                <a:gd name="connsiteY87" fmla="*/ 164208 h 514783"/>
                <a:gd name="connsiteX88" fmla="*/ 857159 w 2912392"/>
                <a:gd name="connsiteY88" fmla="*/ 162032 h 514783"/>
                <a:gd name="connsiteX89" fmla="*/ 866900 w 2912392"/>
                <a:gd name="connsiteY89" fmla="*/ 159876 h 514783"/>
                <a:gd name="connsiteX90" fmla="*/ 876641 w 2912392"/>
                <a:gd name="connsiteY90" fmla="*/ 157738 h 514783"/>
                <a:gd name="connsiteX91" fmla="*/ 886381 w 2912392"/>
                <a:gd name="connsiteY91" fmla="*/ 155617 h 514783"/>
                <a:gd name="connsiteX92" fmla="*/ 896122 w 2912392"/>
                <a:gd name="connsiteY92" fmla="*/ 153513 h 514783"/>
                <a:gd name="connsiteX93" fmla="*/ 905863 w 2912392"/>
                <a:gd name="connsiteY93" fmla="*/ 151427 h 514783"/>
                <a:gd name="connsiteX94" fmla="*/ 915602 w 2912392"/>
                <a:gd name="connsiteY94" fmla="*/ 149358 h 514783"/>
                <a:gd name="connsiteX95" fmla="*/ 925343 w 2912392"/>
                <a:gd name="connsiteY95" fmla="*/ 147306 h 514783"/>
                <a:gd name="connsiteX96" fmla="*/ 935084 w 2912392"/>
                <a:gd name="connsiteY96" fmla="*/ 145271 h 514783"/>
                <a:gd name="connsiteX97" fmla="*/ 944824 w 2912392"/>
                <a:gd name="connsiteY97" fmla="*/ 143252 h 514783"/>
                <a:gd name="connsiteX98" fmla="*/ 954564 w 2912392"/>
                <a:gd name="connsiteY98" fmla="*/ 141250 h 514783"/>
                <a:gd name="connsiteX99" fmla="*/ 964305 w 2912392"/>
                <a:gd name="connsiteY99" fmla="*/ 139265 h 514783"/>
                <a:gd name="connsiteX100" fmla="*/ 974045 w 2912392"/>
                <a:gd name="connsiteY100" fmla="*/ 137297 h 514783"/>
                <a:gd name="connsiteX101" fmla="*/ 983786 w 2912392"/>
                <a:gd name="connsiteY101" fmla="*/ 135345 h 514783"/>
                <a:gd name="connsiteX102" fmla="*/ 993522 w 2912392"/>
                <a:gd name="connsiteY102" fmla="*/ 133411 h 514783"/>
                <a:gd name="connsiteX103" fmla="*/ 1003266 w 2912392"/>
                <a:gd name="connsiteY103" fmla="*/ 131495 h 514783"/>
                <a:gd name="connsiteX104" fmla="*/ 1013010 w 2912392"/>
                <a:gd name="connsiteY104" fmla="*/ 129596 h 514783"/>
                <a:gd name="connsiteX105" fmla="*/ 1022754 w 2912392"/>
                <a:gd name="connsiteY105" fmla="*/ 127714 h 514783"/>
                <a:gd name="connsiteX106" fmla="*/ 1032483 w 2912392"/>
                <a:gd name="connsiteY106" fmla="*/ 125852 h 514783"/>
                <a:gd name="connsiteX107" fmla="*/ 1042227 w 2912392"/>
                <a:gd name="connsiteY107" fmla="*/ 124006 h 514783"/>
                <a:gd name="connsiteX108" fmla="*/ 1051971 w 2912392"/>
                <a:gd name="connsiteY108" fmla="*/ 122178 h 514783"/>
                <a:gd name="connsiteX109" fmla="*/ 1061715 w 2912392"/>
                <a:gd name="connsiteY109" fmla="*/ 120369 h 514783"/>
                <a:gd name="connsiteX110" fmla="*/ 1071444 w 2912392"/>
                <a:gd name="connsiteY110" fmla="*/ 118578 h 514783"/>
                <a:gd name="connsiteX111" fmla="*/ 1081188 w 2912392"/>
                <a:gd name="connsiteY111" fmla="*/ 116805 h 514783"/>
                <a:gd name="connsiteX112" fmla="*/ 1090932 w 2912392"/>
                <a:gd name="connsiteY112" fmla="*/ 115051 h 514783"/>
                <a:gd name="connsiteX113" fmla="*/ 1100676 w 2912392"/>
                <a:gd name="connsiteY113" fmla="*/ 113316 h 514783"/>
                <a:gd name="connsiteX114" fmla="*/ 1110405 w 2912392"/>
                <a:gd name="connsiteY114" fmla="*/ 111599 h 514783"/>
                <a:gd name="connsiteX115" fmla="*/ 1120149 w 2912392"/>
                <a:gd name="connsiteY115" fmla="*/ 109899 h 514783"/>
                <a:gd name="connsiteX116" fmla="*/ 1129893 w 2912392"/>
                <a:gd name="connsiteY116" fmla="*/ 108219 h 514783"/>
                <a:gd name="connsiteX117" fmla="*/ 1139637 w 2912392"/>
                <a:gd name="connsiteY117" fmla="*/ 106555 h 514783"/>
                <a:gd name="connsiteX118" fmla="*/ 1149381 w 2912392"/>
                <a:gd name="connsiteY118" fmla="*/ 104908 h 514783"/>
                <a:gd name="connsiteX119" fmla="*/ 1159110 w 2912392"/>
                <a:gd name="connsiteY119" fmla="*/ 103278 h 514783"/>
                <a:gd name="connsiteX120" fmla="*/ 1168854 w 2912392"/>
                <a:gd name="connsiteY120" fmla="*/ 101665 h 514783"/>
                <a:gd name="connsiteX121" fmla="*/ 1178598 w 2912392"/>
                <a:gd name="connsiteY121" fmla="*/ 100066 h 514783"/>
                <a:gd name="connsiteX122" fmla="*/ 1188341 w 2912392"/>
                <a:gd name="connsiteY122" fmla="*/ 98482 h 514783"/>
                <a:gd name="connsiteX123" fmla="*/ 1198070 w 2912392"/>
                <a:gd name="connsiteY123" fmla="*/ 96912 h 514783"/>
                <a:gd name="connsiteX124" fmla="*/ 1207814 w 2912392"/>
                <a:gd name="connsiteY124" fmla="*/ 95353 h 514783"/>
                <a:gd name="connsiteX125" fmla="*/ 1217558 w 2912392"/>
                <a:gd name="connsiteY125" fmla="*/ 93807 h 514783"/>
                <a:gd name="connsiteX126" fmla="*/ 1227302 w 2912392"/>
                <a:gd name="connsiteY126" fmla="*/ 92271 h 514783"/>
                <a:gd name="connsiteX127" fmla="*/ 1237031 w 2912392"/>
                <a:gd name="connsiteY127" fmla="*/ 90744 h 514783"/>
                <a:gd name="connsiteX128" fmla="*/ 1246775 w 2912392"/>
                <a:gd name="connsiteY128" fmla="*/ 89224 h 514783"/>
                <a:gd name="connsiteX129" fmla="*/ 1256519 w 2912392"/>
                <a:gd name="connsiteY129" fmla="*/ 87710 h 514783"/>
                <a:gd name="connsiteX130" fmla="*/ 1266263 w 2912392"/>
                <a:gd name="connsiteY130" fmla="*/ 86201 h 514783"/>
                <a:gd name="connsiteX131" fmla="*/ 1276007 w 2912392"/>
                <a:gd name="connsiteY131" fmla="*/ 84696 h 514783"/>
                <a:gd name="connsiteX132" fmla="*/ 1285736 w 2912392"/>
                <a:gd name="connsiteY132" fmla="*/ 83190 h 514783"/>
                <a:gd name="connsiteX133" fmla="*/ 1295480 w 2912392"/>
                <a:gd name="connsiteY133" fmla="*/ 81685 h 514783"/>
                <a:gd name="connsiteX134" fmla="*/ 1305224 w 2912392"/>
                <a:gd name="connsiteY134" fmla="*/ 80177 h 514783"/>
                <a:gd name="connsiteX135" fmla="*/ 1314968 w 2912392"/>
                <a:gd name="connsiteY135" fmla="*/ 78667 h 514783"/>
                <a:gd name="connsiteX136" fmla="*/ 1324697 w 2912392"/>
                <a:gd name="connsiteY136" fmla="*/ 77148 h 514783"/>
                <a:gd name="connsiteX137" fmla="*/ 1334441 w 2912392"/>
                <a:gd name="connsiteY137" fmla="*/ 75624 h 514783"/>
                <a:gd name="connsiteX138" fmla="*/ 1344185 w 2912392"/>
                <a:gd name="connsiteY138" fmla="*/ 74090 h 514783"/>
                <a:gd name="connsiteX139" fmla="*/ 1353929 w 2912392"/>
                <a:gd name="connsiteY139" fmla="*/ 72545 h 514783"/>
                <a:gd name="connsiteX140" fmla="*/ 1363658 w 2912392"/>
                <a:gd name="connsiteY140" fmla="*/ 70988 h 514783"/>
                <a:gd name="connsiteX141" fmla="*/ 1373402 w 2912392"/>
                <a:gd name="connsiteY141" fmla="*/ 69416 h 514783"/>
                <a:gd name="connsiteX142" fmla="*/ 1383146 w 2912392"/>
                <a:gd name="connsiteY142" fmla="*/ 67829 h 514783"/>
                <a:gd name="connsiteX143" fmla="*/ 1392890 w 2912392"/>
                <a:gd name="connsiteY143" fmla="*/ 66224 h 514783"/>
                <a:gd name="connsiteX144" fmla="*/ 1402619 w 2912392"/>
                <a:gd name="connsiteY144" fmla="*/ 64602 h 514783"/>
                <a:gd name="connsiteX145" fmla="*/ 1412363 w 2912392"/>
                <a:gd name="connsiteY145" fmla="*/ 62960 h 514783"/>
                <a:gd name="connsiteX146" fmla="*/ 1422106 w 2912392"/>
                <a:gd name="connsiteY146" fmla="*/ 61297 h 514783"/>
                <a:gd name="connsiteX147" fmla="*/ 1431850 w 2912392"/>
                <a:gd name="connsiteY147" fmla="*/ 59614 h 514783"/>
                <a:gd name="connsiteX148" fmla="*/ 1441594 w 2912392"/>
                <a:gd name="connsiteY148" fmla="*/ 57909 h 514783"/>
                <a:gd name="connsiteX149" fmla="*/ 1451323 w 2912392"/>
                <a:gd name="connsiteY149" fmla="*/ 56183 h 514783"/>
                <a:gd name="connsiteX150" fmla="*/ 1461067 w 2912392"/>
                <a:gd name="connsiteY150" fmla="*/ 54433 h 514783"/>
                <a:gd name="connsiteX151" fmla="*/ 1470811 w 2912392"/>
                <a:gd name="connsiteY151" fmla="*/ 52663 h 514783"/>
                <a:gd name="connsiteX152" fmla="*/ 1480555 w 2912392"/>
                <a:gd name="connsiteY152" fmla="*/ 50871 h 514783"/>
                <a:gd name="connsiteX153" fmla="*/ 1490284 w 2912392"/>
                <a:gd name="connsiteY153" fmla="*/ 49058 h 514783"/>
                <a:gd name="connsiteX154" fmla="*/ 1500028 w 2912392"/>
                <a:gd name="connsiteY154" fmla="*/ 47225 h 514783"/>
                <a:gd name="connsiteX155" fmla="*/ 1509772 w 2912392"/>
                <a:gd name="connsiteY155" fmla="*/ 45375 h 514783"/>
                <a:gd name="connsiteX156" fmla="*/ 1519516 w 2912392"/>
                <a:gd name="connsiteY156" fmla="*/ 43507 h 514783"/>
                <a:gd name="connsiteX157" fmla="*/ 1529245 w 2912392"/>
                <a:gd name="connsiteY157" fmla="*/ 41623 h 514783"/>
                <a:gd name="connsiteX158" fmla="*/ 1538989 w 2912392"/>
                <a:gd name="connsiteY158" fmla="*/ 39727 h 514783"/>
                <a:gd name="connsiteX159" fmla="*/ 1548733 w 2912392"/>
                <a:gd name="connsiteY159" fmla="*/ 37821 h 514783"/>
                <a:gd name="connsiteX160" fmla="*/ 1558477 w 2912392"/>
                <a:gd name="connsiteY160" fmla="*/ 35907 h 514783"/>
                <a:gd name="connsiteX161" fmla="*/ 1568221 w 2912392"/>
                <a:gd name="connsiteY161" fmla="*/ 33988 h 514783"/>
                <a:gd name="connsiteX162" fmla="*/ 1577950 w 2912392"/>
                <a:gd name="connsiteY162" fmla="*/ 32069 h 514783"/>
                <a:gd name="connsiteX163" fmla="*/ 1587694 w 2912392"/>
                <a:gd name="connsiteY163" fmla="*/ 30153 h 514783"/>
                <a:gd name="connsiteX164" fmla="*/ 1597438 w 2912392"/>
                <a:gd name="connsiteY164" fmla="*/ 28244 h 514783"/>
                <a:gd name="connsiteX165" fmla="*/ 1607182 w 2912392"/>
                <a:gd name="connsiteY165" fmla="*/ 26346 h 514783"/>
                <a:gd name="connsiteX166" fmla="*/ 1616911 w 2912392"/>
                <a:gd name="connsiteY166" fmla="*/ 24466 h 514783"/>
                <a:gd name="connsiteX167" fmla="*/ 1626655 w 2912392"/>
                <a:gd name="connsiteY167" fmla="*/ 22606 h 514783"/>
                <a:gd name="connsiteX168" fmla="*/ 1636399 w 2912392"/>
                <a:gd name="connsiteY168" fmla="*/ 20774 h 514783"/>
                <a:gd name="connsiteX169" fmla="*/ 1646142 w 2912392"/>
                <a:gd name="connsiteY169" fmla="*/ 18974 h 514783"/>
                <a:gd name="connsiteX170" fmla="*/ 1655872 w 2912392"/>
                <a:gd name="connsiteY170" fmla="*/ 17214 h 514783"/>
                <a:gd name="connsiteX171" fmla="*/ 1665616 w 2912392"/>
                <a:gd name="connsiteY171" fmla="*/ 15498 h 514783"/>
                <a:gd name="connsiteX172" fmla="*/ 1675359 w 2912392"/>
                <a:gd name="connsiteY172" fmla="*/ 13834 h 514783"/>
                <a:gd name="connsiteX173" fmla="*/ 1685103 w 2912392"/>
                <a:gd name="connsiteY173" fmla="*/ 12229 h 514783"/>
                <a:gd name="connsiteX174" fmla="*/ 1694832 w 2912392"/>
                <a:gd name="connsiteY174" fmla="*/ 10689 h 514783"/>
                <a:gd name="connsiteX175" fmla="*/ 1704576 w 2912392"/>
                <a:gd name="connsiteY175" fmla="*/ 9221 h 514783"/>
                <a:gd name="connsiteX176" fmla="*/ 1714320 w 2912392"/>
                <a:gd name="connsiteY176" fmla="*/ 7832 h 514783"/>
                <a:gd name="connsiteX177" fmla="*/ 1724064 w 2912392"/>
                <a:gd name="connsiteY177" fmla="*/ 6530 h 514783"/>
                <a:gd name="connsiteX178" fmla="*/ 1733808 w 2912392"/>
                <a:gd name="connsiteY178" fmla="*/ 5323 h 514783"/>
                <a:gd name="connsiteX179" fmla="*/ 1743537 w 2912392"/>
                <a:gd name="connsiteY179" fmla="*/ 4219 h 514783"/>
                <a:gd name="connsiteX180" fmla="*/ 1753281 w 2912392"/>
                <a:gd name="connsiteY180" fmla="*/ 3226 h 514783"/>
                <a:gd name="connsiteX181" fmla="*/ 1763025 w 2912392"/>
                <a:gd name="connsiteY181" fmla="*/ 2348 h 514783"/>
                <a:gd name="connsiteX182" fmla="*/ 1772769 w 2912392"/>
                <a:gd name="connsiteY182" fmla="*/ 1599 h 514783"/>
                <a:gd name="connsiteX183" fmla="*/ 1782498 w 2912392"/>
                <a:gd name="connsiteY183" fmla="*/ 980 h 514783"/>
                <a:gd name="connsiteX184" fmla="*/ 1792242 w 2912392"/>
                <a:gd name="connsiteY184" fmla="*/ 505 h 514783"/>
                <a:gd name="connsiteX185" fmla="*/ 1801986 w 2912392"/>
                <a:gd name="connsiteY185" fmla="*/ 177 h 514783"/>
                <a:gd name="connsiteX186" fmla="*/ 1811730 w 2912392"/>
                <a:gd name="connsiteY186" fmla="*/ 6 h 514783"/>
                <a:gd name="connsiteX187" fmla="*/ 1821459 w 2912392"/>
                <a:gd name="connsiteY187" fmla="*/ 0 h 514783"/>
                <a:gd name="connsiteX188" fmla="*/ 1831203 w 2912392"/>
                <a:gd name="connsiteY188" fmla="*/ 165 h 514783"/>
                <a:gd name="connsiteX189" fmla="*/ 1840947 w 2912392"/>
                <a:gd name="connsiteY189" fmla="*/ 508 h 514783"/>
                <a:gd name="connsiteX190" fmla="*/ 1850691 w 2912392"/>
                <a:gd name="connsiteY190" fmla="*/ 1037 h 514783"/>
                <a:gd name="connsiteX191" fmla="*/ 1860435 w 2912392"/>
                <a:gd name="connsiteY191" fmla="*/ 1758 h 514783"/>
                <a:gd name="connsiteX192" fmla="*/ 1870164 w 2912392"/>
                <a:gd name="connsiteY192" fmla="*/ 2679 h 514783"/>
                <a:gd name="connsiteX193" fmla="*/ 1879908 w 2912392"/>
                <a:gd name="connsiteY193" fmla="*/ 3804 h 514783"/>
                <a:gd name="connsiteX194" fmla="*/ 1889652 w 2912392"/>
                <a:gd name="connsiteY194" fmla="*/ 5140 h 514783"/>
                <a:gd name="connsiteX195" fmla="*/ 1899395 w 2912392"/>
                <a:gd name="connsiteY195" fmla="*/ 6693 h 514783"/>
                <a:gd name="connsiteX196" fmla="*/ 1909124 w 2912392"/>
                <a:gd name="connsiteY196" fmla="*/ 8469 h 514783"/>
                <a:gd name="connsiteX197" fmla="*/ 1918868 w 2912392"/>
                <a:gd name="connsiteY197" fmla="*/ 10470 h 514783"/>
                <a:gd name="connsiteX198" fmla="*/ 1928612 w 2912392"/>
                <a:gd name="connsiteY198" fmla="*/ 12703 h 514783"/>
                <a:gd name="connsiteX199" fmla="*/ 1938356 w 2912392"/>
                <a:gd name="connsiteY199" fmla="*/ 15172 h 514783"/>
                <a:gd name="connsiteX200" fmla="*/ 1948085 w 2912392"/>
                <a:gd name="connsiteY200" fmla="*/ 17879 h 514783"/>
                <a:gd name="connsiteX201" fmla="*/ 1957829 w 2912392"/>
                <a:gd name="connsiteY201" fmla="*/ 20829 h 514783"/>
                <a:gd name="connsiteX202" fmla="*/ 1967573 w 2912392"/>
                <a:gd name="connsiteY202" fmla="*/ 24023 h 514783"/>
                <a:gd name="connsiteX203" fmla="*/ 1977317 w 2912392"/>
                <a:gd name="connsiteY203" fmla="*/ 27465 h 514783"/>
                <a:gd name="connsiteX204" fmla="*/ 1987046 w 2912392"/>
                <a:gd name="connsiteY204" fmla="*/ 31155 h 514783"/>
                <a:gd name="connsiteX205" fmla="*/ 1996790 w 2912392"/>
                <a:gd name="connsiteY205" fmla="*/ 35097 h 514783"/>
                <a:gd name="connsiteX206" fmla="*/ 2006534 w 2912392"/>
                <a:gd name="connsiteY206" fmla="*/ 39289 h 514783"/>
                <a:gd name="connsiteX207" fmla="*/ 2016278 w 2912392"/>
                <a:gd name="connsiteY207" fmla="*/ 43732 h 514783"/>
                <a:gd name="connsiteX208" fmla="*/ 2026022 w 2912392"/>
                <a:gd name="connsiteY208" fmla="*/ 48426 h 514783"/>
                <a:gd name="connsiteX209" fmla="*/ 2035751 w 2912392"/>
                <a:gd name="connsiteY209" fmla="*/ 53370 h 514783"/>
                <a:gd name="connsiteX210" fmla="*/ 2045495 w 2912392"/>
                <a:gd name="connsiteY210" fmla="*/ 58560 h 514783"/>
                <a:gd name="connsiteX211" fmla="*/ 2055239 w 2912392"/>
                <a:gd name="connsiteY211" fmla="*/ 63999 h 514783"/>
                <a:gd name="connsiteX212" fmla="*/ 2064983 w 2912392"/>
                <a:gd name="connsiteY212" fmla="*/ 69680 h 514783"/>
                <a:gd name="connsiteX213" fmla="*/ 2074712 w 2912392"/>
                <a:gd name="connsiteY213" fmla="*/ 75602 h 514783"/>
                <a:gd name="connsiteX214" fmla="*/ 2084456 w 2912392"/>
                <a:gd name="connsiteY214" fmla="*/ 81761 h 514783"/>
                <a:gd name="connsiteX215" fmla="*/ 2094200 w 2912392"/>
                <a:gd name="connsiteY215" fmla="*/ 88151 h 514783"/>
                <a:gd name="connsiteX216" fmla="*/ 2103944 w 2912392"/>
                <a:gd name="connsiteY216" fmla="*/ 94771 h 514783"/>
                <a:gd name="connsiteX217" fmla="*/ 2113673 w 2912392"/>
                <a:gd name="connsiteY217" fmla="*/ 101611 h 514783"/>
                <a:gd name="connsiteX218" fmla="*/ 2123417 w 2912392"/>
                <a:gd name="connsiteY218" fmla="*/ 108667 h 514783"/>
                <a:gd name="connsiteX219" fmla="*/ 2133161 w 2912392"/>
                <a:gd name="connsiteY219" fmla="*/ 115933 h 514783"/>
                <a:gd name="connsiteX220" fmla="*/ 2142905 w 2912392"/>
                <a:gd name="connsiteY220" fmla="*/ 123402 h 514783"/>
                <a:gd name="connsiteX221" fmla="*/ 2152649 w 2912392"/>
                <a:gd name="connsiteY221" fmla="*/ 131066 h 514783"/>
                <a:gd name="connsiteX222" fmla="*/ 2162377 w 2912392"/>
                <a:gd name="connsiteY222" fmla="*/ 138917 h 514783"/>
                <a:gd name="connsiteX223" fmla="*/ 2172121 w 2912392"/>
                <a:gd name="connsiteY223" fmla="*/ 146946 h 514783"/>
                <a:gd name="connsiteX224" fmla="*/ 2181865 w 2912392"/>
                <a:gd name="connsiteY224" fmla="*/ 155143 h 514783"/>
                <a:gd name="connsiteX225" fmla="*/ 2191609 w 2912392"/>
                <a:gd name="connsiteY225" fmla="*/ 163500 h 514783"/>
                <a:gd name="connsiteX226" fmla="*/ 2201338 w 2912392"/>
                <a:gd name="connsiteY226" fmla="*/ 172006 h 514783"/>
                <a:gd name="connsiteX227" fmla="*/ 2211082 w 2912392"/>
                <a:gd name="connsiteY227" fmla="*/ 180652 h 514783"/>
                <a:gd name="connsiteX228" fmla="*/ 2220826 w 2912392"/>
                <a:gd name="connsiteY228" fmla="*/ 189424 h 514783"/>
                <a:gd name="connsiteX229" fmla="*/ 2230570 w 2912392"/>
                <a:gd name="connsiteY229" fmla="*/ 198314 h 514783"/>
                <a:gd name="connsiteX230" fmla="*/ 2240299 w 2912392"/>
                <a:gd name="connsiteY230" fmla="*/ 207309 h 514783"/>
                <a:gd name="connsiteX231" fmla="*/ 2250043 w 2912392"/>
                <a:gd name="connsiteY231" fmla="*/ 216397 h 514783"/>
                <a:gd name="connsiteX232" fmla="*/ 2259787 w 2912392"/>
                <a:gd name="connsiteY232" fmla="*/ 225565 h 514783"/>
                <a:gd name="connsiteX233" fmla="*/ 2269531 w 2912392"/>
                <a:gd name="connsiteY233" fmla="*/ 234802 h 514783"/>
                <a:gd name="connsiteX234" fmla="*/ 2279260 w 2912392"/>
                <a:gd name="connsiteY234" fmla="*/ 244093 h 514783"/>
                <a:gd name="connsiteX235" fmla="*/ 2289004 w 2912392"/>
                <a:gd name="connsiteY235" fmla="*/ 253426 h 514783"/>
                <a:gd name="connsiteX236" fmla="*/ 2298748 w 2912392"/>
                <a:gd name="connsiteY236" fmla="*/ 262788 h 514783"/>
                <a:gd name="connsiteX237" fmla="*/ 2308492 w 2912392"/>
                <a:gd name="connsiteY237" fmla="*/ 272164 h 514783"/>
                <a:gd name="connsiteX238" fmla="*/ 2318236 w 2912392"/>
                <a:gd name="connsiteY238" fmla="*/ 281542 h 514783"/>
                <a:gd name="connsiteX239" fmla="*/ 2327965 w 2912392"/>
                <a:gd name="connsiteY239" fmla="*/ 290907 h 514783"/>
                <a:gd name="connsiteX240" fmla="*/ 2337709 w 2912392"/>
                <a:gd name="connsiteY240" fmla="*/ 300246 h 514783"/>
                <a:gd name="connsiteX241" fmla="*/ 2347453 w 2912392"/>
                <a:gd name="connsiteY241" fmla="*/ 309543 h 514783"/>
                <a:gd name="connsiteX242" fmla="*/ 2357197 w 2912392"/>
                <a:gd name="connsiteY242" fmla="*/ 318785 h 514783"/>
                <a:gd name="connsiteX243" fmla="*/ 2366926 w 2912392"/>
                <a:gd name="connsiteY243" fmla="*/ 327958 h 514783"/>
                <a:gd name="connsiteX244" fmla="*/ 2376670 w 2912392"/>
                <a:gd name="connsiteY244" fmla="*/ 337048 h 514783"/>
                <a:gd name="connsiteX245" fmla="*/ 2386413 w 2912392"/>
                <a:gd name="connsiteY245" fmla="*/ 346041 h 514783"/>
                <a:gd name="connsiteX246" fmla="*/ 2396157 w 2912392"/>
                <a:gd name="connsiteY246" fmla="*/ 354922 h 514783"/>
                <a:gd name="connsiteX247" fmla="*/ 2405886 w 2912392"/>
                <a:gd name="connsiteY247" fmla="*/ 363678 h 514783"/>
                <a:gd name="connsiteX248" fmla="*/ 2415630 w 2912392"/>
                <a:gd name="connsiteY248" fmla="*/ 372297 h 514783"/>
                <a:gd name="connsiteX249" fmla="*/ 2425374 w 2912392"/>
                <a:gd name="connsiteY249" fmla="*/ 380764 h 514783"/>
                <a:gd name="connsiteX250" fmla="*/ 2435118 w 2912392"/>
                <a:gd name="connsiteY250" fmla="*/ 389066 h 514783"/>
                <a:gd name="connsiteX251" fmla="*/ 2444862 w 2912392"/>
                <a:gd name="connsiteY251" fmla="*/ 397189 h 514783"/>
                <a:gd name="connsiteX252" fmla="*/ 2454591 w 2912392"/>
                <a:gd name="connsiteY252" fmla="*/ 405123 h 514783"/>
                <a:gd name="connsiteX253" fmla="*/ 2464335 w 2912392"/>
                <a:gd name="connsiteY253" fmla="*/ 412852 h 514783"/>
                <a:gd name="connsiteX254" fmla="*/ 2474079 w 2912392"/>
                <a:gd name="connsiteY254" fmla="*/ 420369 h 514783"/>
                <a:gd name="connsiteX255" fmla="*/ 2483823 w 2912392"/>
                <a:gd name="connsiteY255" fmla="*/ 427659 h 514783"/>
                <a:gd name="connsiteX256" fmla="*/ 2493552 w 2912392"/>
                <a:gd name="connsiteY256" fmla="*/ 434711 h 514783"/>
                <a:gd name="connsiteX257" fmla="*/ 2503296 w 2912392"/>
                <a:gd name="connsiteY257" fmla="*/ 441516 h 514783"/>
                <a:gd name="connsiteX258" fmla="*/ 2513040 w 2912392"/>
                <a:gd name="connsiteY258" fmla="*/ 448063 h 514783"/>
                <a:gd name="connsiteX259" fmla="*/ 2522784 w 2912392"/>
                <a:gd name="connsiteY259" fmla="*/ 454343 h 514783"/>
                <a:gd name="connsiteX260" fmla="*/ 2532513 w 2912392"/>
                <a:gd name="connsiteY260" fmla="*/ 460347 h 514783"/>
                <a:gd name="connsiteX261" fmla="*/ 2542257 w 2912392"/>
                <a:gd name="connsiteY261" fmla="*/ 466065 h 514783"/>
                <a:gd name="connsiteX262" fmla="*/ 2552001 w 2912392"/>
                <a:gd name="connsiteY262" fmla="*/ 471492 h 514783"/>
                <a:gd name="connsiteX263" fmla="*/ 2561745 w 2912392"/>
                <a:gd name="connsiteY263" fmla="*/ 476618 h 514783"/>
                <a:gd name="connsiteX264" fmla="*/ 2571474 w 2912392"/>
                <a:gd name="connsiteY264" fmla="*/ 481438 h 514783"/>
                <a:gd name="connsiteX265" fmla="*/ 2581218 w 2912392"/>
                <a:gd name="connsiteY265" fmla="*/ 485947 h 514783"/>
                <a:gd name="connsiteX266" fmla="*/ 2590962 w 2912392"/>
                <a:gd name="connsiteY266" fmla="*/ 490138 h 514783"/>
                <a:gd name="connsiteX267" fmla="*/ 2600705 w 2912392"/>
                <a:gd name="connsiteY267" fmla="*/ 494006 h 514783"/>
                <a:gd name="connsiteX268" fmla="*/ 2610449 w 2912392"/>
                <a:gd name="connsiteY268" fmla="*/ 497550 h 514783"/>
                <a:gd name="connsiteX269" fmla="*/ 2620178 w 2912392"/>
                <a:gd name="connsiteY269" fmla="*/ 500764 h 514783"/>
                <a:gd name="connsiteX270" fmla="*/ 2629922 w 2912392"/>
                <a:gd name="connsiteY270" fmla="*/ 503648 h 514783"/>
                <a:gd name="connsiteX271" fmla="*/ 2639666 w 2912392"/>
                <a:gd name="connsiteY271" fmla="*/ 506199 h 514783"/>
                <a:gd name="connsiteX272" fmla="*/ 2649410 w 2912392"/>
                <a:gd name="connsiteY272" fmla="*/ 508417 h 514783"/>
                <a:gd name="connsiteX273" fmla="*/ 2659139 w 2912392"/>
                <a:gd name="connsiteY273" fmla="*/ 510304 h 514783"/>
                <a:gd name="connsiteX274" fmla="*/ 2668883 w 2912392"/>
                <a:gd name="connsiteY274" fmla="*/ 511856 h 514783"/>
                <a:gd name="connsiteX275" fmla="*/ 2678627 w 2912392"/>
                <a:gd name="connsiteY275" fmla="*/ 513078 h 514783"/>
                <a:gd name="connsiteX276" fmla="*/ 2688371 w 2912392"/>
                <a:gd name="connsiteY276" fmla="*/ 513970 h 514783"/>
                <a:gd name="connsiteX277" fmla="*/ 2698100 w 2912392"/>
                <a:gd name="connsiteY277" fmla="*/ 514538 h 514783"/>
                <a:gd name="connsiteX278" fmla="*/ 2707844 w 2912392"/>
                <a:gd name="connsiteY278" fmla="*/ 514784 h 514783"/>
                <a:gd name="connsiteX279" fmla="*/ 2717588 w 2912392"/>
                <a:gd name="connsiteY279" fmla="*/ 514712 h 514783"/>
                <a:gd name="connsiteX280" fmla="*/ 2727332 w 2912392"/>
                <a:gd name="connsiteY280" fmla="*/ 514329 h 514783"/>
                <a:gd name="connsiteX281" fmla="*/ 2737076 w 2912392"/>
                <a:gd name="connsiteY281" fmla="*/ 513639 h 514783"/>
                <a:gd name="connsiteX282" fmla="*/ 2746805 w 2912392"/>
                <a:gd name="connsiteY282" fmla="*/ 512652 h 514783"/>
                <a:gd name="connsiteX283" fmla="*/ 2756549 w 2912392"/>
                <a:gd name="connsiteY283" fmla="*/ 511370 h 514783"/>
                <a:gd name="connsiteX284" fmla="*/ 2766293 w 2912392"/>
                <a:gd name="connsiteY284" fmla="*/ 509806 h 514783"/>
                <a:gd name="connsiteX285" fmla="*/ 2776037 w 2912392"/>
                <a:gd name="connsiteY285" fmla="*/ 507966 h 514783"/>
                <a:gd name="connsiteX286" fmla="*/ 2785766 w 2912392"/>
                <a:gd name="connsiteY286" fmla="*/ 505859 h 514783"/>
                <a:gd name="connsiteX287" fmla="*/ 2795510 w 2912392"/>
                <a:gd name="connsiteY287" fmla="*/ 503496 h 514783"/>
                <a:gd name="connsiteX288" fmla="*/ 2805254 w 2912392"/>
                <a:gd name="connsiteY288" fmla="*/ 500887 h 514783"/>
                <a:gd name="connsiteX289" fmla="*/ 2814998 w 2912392"/>
                <a:gd name="connsiteY289" fmla="*/ 498045 h 514783"/>
                <a:gd name="connsiteX290" fmla="*/ 2824727 w 2912392"/>
                <a:gd name="connsiteY290" fmla="*/ 494977 h 514783"/>
                <a:gd name="connsiteX291" fmla="*/ 2834471 w 2912392"/>
                <a:gd name="connsiteY291" fmla="*/ 491698 h 514783"/>
                <a:gd name="connsiteX292" fmla="*/ 2844215 w 2912392"/>
                <a:gd name="connsiteY292" fmla="*/ 488220 h 514783"/>
                <a:gd name="connsiteX293" fmla="*/ 2853958 w 2912392"/>
                <a:gd name="connsiteY293" fmla="*/ 484554 h 514783"/>
                <a:gd name="connsiteX294" fmla="*/ 2863687 w 2912392"/>
                <a:gd name="connsiteY294" fmla="*/ 480714 h 514783"/>
                <a:gd name="connsiteX295" fmla="*/ 2873431 w 2912392"/>
                <a:gd name="connsiteY295" fmla="*/ 476714 h 514783"/>
                <a:gd name="connsiteX296" fmla="*/ 2883175 w 2912392"/>
                <a:gd name="connsiteY296" fmla="*/ 472566 h 514783"/>
                <a:gd name="connsiteX297" fmla="*/ 2892919 w 2912392"/>
                <a:gd name="connsiteY297" fmla="*/ 468285 h 514783"/>
                <a:gd name="connsiteX298" fmla="*/ 2902663 w 2912392"/>
                <a:gd name="connsiteY298" fmla="*/ 463884 h 514783"/>
                <a:gd name="connsiteX299" fmla="*/ 2912392 w 2912392"/>
                <a:gd name="connsiteY299" fmla="*/ 459379 h 5147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514783">
                  <a:moveTo>
                    <a:pt x="0" y="179793"/>
                  </a:moveTo>
                  <a:lnTo>
                    <a:pt x="9739" y="186151"/>
                  </a:lnTo>
                  <a:lnTo>
                    <a:pt x="19480" y="192341"/>
                  </a:lnTo>
                  <a:lnTo>
                    <a:pt x="29221" y="198361"/>
                  </a:lnTo>
                  <a:lnTo>
                    <a:pt x="38961" y="204199"/>
                  </a:lnTo>
                  <a:lnTo>
                    <a:pt x="48702" y="209849"/>
                  </a:lnTo>
                  <a:lnTo>
                    <a:pt x="58443" y="215307"/>
                  </a:lnTo>
                  <a:lnTo>
                    <a:pt x="68182" y="220563"/>
                  </a:lnTo>
                  <a:lnTo>
                    <a:pt x="77923" y="225614"/>
                  </a:lnTo>
                  <a:lnTo>
                    <a:pt x="87664" y="230454"/>
                  </a:lnTo>
                  <a:lnTo>
                    <a:pt x="97404" y="235081"/>
                  </a:lnTo>
                  <a:lnTo>
                    <a:pt x="107145" y="239489"/>
                  </a:lnTo>
                  <a:lnTo>
                    <a:pt x="116886" y="243674"/>
                  </a:lnTo>
                  <a:lnTo>
                    <a:pt x="126625" y="247636"/>
                  </a:lnTo>
                  <a:lnTo>
                    <a:pt x="136366" y="251371"/>
                  </a:lnTo>
                  <a:lnTo>
                    <a:pt x="146107" y="254877"/>
                  </a:lnTo>
                  <a:lnTo>
                    <a:pt x="155846" y="258155"/>
                  </a:lnTo>
                  <a:lnTo>
                    <a:pt x="165587" y="261203"/>
                  </a:lnTo>
                  <a:lnTo>
                    <a:pt x="175328" y="264020"/>
                  </a:lnTo>
                  <a:lnTo>
                    <a:pt x="185068" y="266610"/>
                  </a:lnTo>
                  <a:lnTo>
                    <a:pt x="194809" y="268970"/>
                  </a:lnTo>
                  <a:lnTo>
                    <a:pt x="204550" y="271105"/>
                  </a:lnTo>
                  <a:lnTo>
                    <a:pt x="214289" y="273013"/>
                  </a:lnTo>
                  <a:lnTo>
                    <a:pt x="224030" y="274701"/>
                  </a:lnTo>
                  <a:lnTo>
                    <a:pt x="233771" y="276170"/>
                  </a:lnTo>
                  <a:lnTo>
                    <a:pt x="243510" y="277423"/>
                  </a:lnTo>
                  <a:lnTo>
                    <a:pt x="253251" y="278463"/>
                  </a:lnTo>
                  <a:lnTo>
                    <a:pt x="262992" y="279298"/>
                  </a:lnTo>
                  <a:lnTo>
                    <a:pt x="272732" y="279928"/>
                  </a:lnTo>
                  <a:lnTo>
                    <a:pt x="282473" y="280360"/>
                  </a:lnTo>
                  <a:lnTo>
                    <a:pt x="292214" y="280599"/>
                  </a:lnTo>
                  <a:lnTo>
                    <a:pt x="301953" y="280651"/>
                  </a:lnTo>
                  <a:lnTo>
                    <a:pt x="311694" y="280519"/>
                  </a:lnTo>
                  <a:lnTo>
                    <a:pt x="321435" y="280214"/>
                  </a:lnTo>
                  <a:lnTo>
                    <a:pt x="331175" y="279737"/>
                  </a:lnTo>
                  <a:lnTo>
                    <a:pt x="340916" y="279100"/>
                  </a:lnTo>
                  <a:lnTo>
                    <a:pt x="350656" y="278304"/>
                  </a:lnTo>
                  <a:lnTo>
                    <a:pt x="360396" y="277359"/>
                  </a:lnTo>
                  <a:lnTo>
                    <a:pt x="370137" y="276270"/>
                  </a:lnTo>
                  <a:lnTo>
                    <a:pt x="379878" y="275047"/>
                  </a:lnTo>
                  <a:lnTo>
                    <a:pt x="389617" y="273694"/>
                  </a:lnTo>
                  <a:lnTo>
                    <a:pt x="399358" y="272219"/>
                  </a:lnTo>
                  <a:lnTo>
                    <a:pt x="409099" y="270630"/>
                  </a:lnTo>
                  <a:lnTo>
                    <a:pt x="418839" y="268933"/>
                  </a:lnTo>
                  <a:lnTo>
                    <a:pt x="428580" y="267134"/>
                  </a:lnTo>
                  <a:lnTo>
                    <a:pt x="438321" y="265241"/>
                  </a:lnTo>
                  <a:lnTo>
                    <a:pt x="448060" y="263261"/>
                  </a:lnTo>
                  <a:lnTo>
                    <a:pt x="457801" y="261201"/>
                  </a:lnTo>
                  <a:lnTo>
                    <a:pt x="467542" y="259066"/>
                  </a:lnTo>
                  <a:lnTo>
                    <a:pt x="477281" y="256864"/>
                  </a:lnTo>
                  <a:lnTo>
                    <a:pt x="487022" y="254601"/>
                  </a:lnTo>
                  <a:lnTo>
                    <a:pt x="496763" y="252283"/>
                  </a:lnTo>
                  <a:lnTo>
                    <a:pt x="506503" y="249916"/>
                  </a:lnTo>
                  <a:lnTo>
                    <a:pt x="516244" y="247505"/>
                  </a:lnTo>
                  <a:lnTo>
                    <a:pt x="525985" y="245055"/>
                  </a:lnTo>
                  <a:lnTo>
                    <a:pt x="535724" y="242572"/>
                  </a:lnTo>
                  <a:lnTo>
                    <a:pt x="545465" y="240063"/>
                  </a:lnTo>
                  <a:lnTo>
                    <a:pt x="555206" y="237528"/>
                  </a:lnTo>
                  <a:lnTo>
                    <a:pt x="564946" y="234976"/>
                  </a:lnTo>
                  <a:lnTo>
                    <a:pt x="574687" y="232411"/>
                  </a:lnTo>
                  <a:lnTo>
                    <a:pt x="584428" y="229833"/>
                  </a:lnTo>
                  <a:lnTo>
                    <a:pt x="594167" y="227248"/>
                  </a:lnTo>
                  <a:lnTo>
                    <a:pt x="603908" y="224662"/>
                  </a:lnTo>
                  <a:lnTo>
                    <a:pt x="613649" y="222074"/>
                  </a:lnTo>
                  <a:lnTo>
                    <a:pt x="623388" y="219489"/>
                  </a:lnTo>
                  <a:lnTo>
                    <a:pt x="633129" y="216908"/>
                  </a:lnTo>
                  <a:lnTo>
                    <a:pt x="642870" y="214337"/>
                  </a:lnTo>
                  <a:lnTo>
                    <a:pt x="652610" y="211774"/>
                  </a:lnTo>
                  <a:lnTo>
                    <a:pt x="662351" y="209225"/>
                  </a:lnTo>
                  <a:lnTo>
                    <a:pt x="672092" y="206688"/>
                  </a:lnTo>
                  <a:lnTo>
                    <a:pt x="681831" y="204165"/>
                  </a:lnTo>
                  <a:lnTo>
                    <a:pt x="691572" y="201659"/>
                  </a:lnTo>
                  <a:lnTo>
                    <a:pt x="701313" y="199171"/>
                  </a:lnTo>
                  <a:lnTo>
                    <a:pt x="711052" y="196701"/>
                  </a:lnTo>
                  <a:lnTo>
                    <a:pt x="720793" y="194250"/>
                  </a:lnTo>
                  <a:lnTo>
                    <a:pt x="730534" y="191818"/>
                  </a:lnTo>
                  <a:lnTo>
                    <a:pt x="740274" y="189406"/>
                  </a:lnTo>
                  <a:lnTo>
                    <a:pt x="750015" y="187015"/>
                  </a:lnTo>
                  <a:lnTo>
                    <a:pt x="759756" y="184645"/>
                  </a:lnTo>
                  <a:lnTo>
                    <a:pt x="769495" y="182294"/>
                  </a:lnTo>
                  <a:lnTo>
                    <a:pt x="779236" y="179963"/>
                  </a:lnTo>
                  <a:lnTo>
                    <a:pt x="788977" y="177652"/>
                  </a:lnTo>
                  <a:lnTo>
                    <a:pt x="798717" y="175363"/>
                  </a:lnTo>
                  <a:lnTo>
                    <a:pt x="808458" y="173093"/>
                  </a:lnTo>
                  <a:lnTo>
                    <a:pt x="818199" y="170844"/>
                  </a:lnTo>
                  <a:lnTo>
                    <a:pt x="827938" y="168612"/>
                  </a:lnTo>
                  <a:lnTo>
                    <a:pt x="837679" y="166401"/>
                  </a:lnTo>
                  <a:lnTo>
                    <a:pt x="847420" y="164208"/>
                  </a:lnTo>
                  <a:lnTo>
                    <a:pt x="857159" y="162032"/>
                  </a:lnTo>
                  <a:lnTo>
                    <a:pt x="866900" y="159876"/>
                  </a:lnTo>
                  <a:lnTo>
                    <a:pt x="876641" y="157738"/>
                  </a:lnTo>
                  <a:lnTo>
                    <a:pt x="886381" y="155617"/>
                  </a:lnTo>
                  <a:lnTo>
                    <a:pt x="896122" y="153513"/>
                  </a:lnTo>
                  <a:lnTo>
                    <a:pt x="905863" y="151427"/>
                  </a:lnTo>
                  <a:lnTo>
                    <a:pt x="915602" y="149358"/>
                  </a:lnTo>
                  <a:lnTo>
                    <a:pt x="925343" y="147306"/>
                  </a:lnTo>
                  <a:lnTo>
                    <a:pt x="935084" y="145271"/>
                  </a:lnTo>
                  <a:lnTo>
                    <a:pt x="944824" y="143252"/>
                  </a:lnTo>
                  <a:lnTo>
                    <a:pt x="954564" y="141250"/>
                  </a:lnTo>
                  <a:lnTo>
                    <a:pt x="964305" y="139265"/>
                  </a:lnTo>
                  <a:lnTo>
                    <a:pt x="974045" y="137297"/>
                  </a:lnTo>
                  <a:lnTo>
                    <a:pt x="983786" y="135345"/>
                  </a:lnTo>
                  <a:lnTo>
                    <a:pt x="993522" y="133411"/>
                  </a:lnTo>
                  <a:lnTo>
                    <a:pt x="1003266" y="131495"/>
                  </a:lnTo>
                  <a:lnTo>
                    <a:pt x="1013010" y="129596"/>
                  </a:lnTo>
                  <a:lnTo>
                    <a:pt x="1022754" y="127714"/>
                  </a:lnTo>
                  <a:lnTo>
                    <a:pt x="1032483" y="125852"/>
                  </a:lnTo>
                  <a:lnTo>
                    <a:pt x="1042227" y="124006"/>
                  </a:lnTo>
                  <a:lnTo>
                    <a:pt x="1051971" y="122178"/>
                  </a:lnTo>
                  <a:lnTo>
                    <a:pt x="1061715" y="120369"/>
                  </a:lnTo>
                  <a:lnTo>
                    <a:pt x="1071444" y="118578"/>
                  </a:lnTo>
                  <a:lnTo>
                    <a:pt x="1081188" y="116805"/>
                  </a:lnTo>
                  <a:lnTo>
                    <a:pt x="1090932" y="115051"/>
                  </a:lnTo>
                  <a:lnTo>
                    <a:pt x="1100676" y="113316"/>
                  </a:lnTo>
                  <a:lnTo>
                    <a:pt x="1110405" y="111599"/>
                  </a:lnTo>
                  <a:lnTo>
                    <a:pt x="1120149" y="109899"/>
                  </a:lnTo>
                  <a:lnTo>
                    <a:pt x="1129893" y="108219"/>
                  </a:lnTo>
                  <a:lnTo>
                    <a:pt x="1139637" y="106555"/>
                  </a:lnTo>
                  <a:lnTo>
                    <a:pt x="1149381" y="104908"/>
                  </a:lnTo>
                  <a:lnTo>
                    <a:pt x="1159110" y="103278"/>
                  </a:lnTo>
                  <a:lnTo>
                    <a:pt x="1168854" y="101665"/>
                  </a:lnTo>
                  <a:lnTo>
                    <a:pt x="1178598" y="100066"/>
                  </a:lnTo>
                  <a:lnTo>
                    <a:pt x="1188341" y="98482"/>
                  </a:lnTo>
                  <a:lnTo>
                    <a:pt x="1198070" y="96912"/>
                  </a:lnTo>
                  <a:lnTo>
                    <a:pt x="1207814" y="95353"/>
                  </a:lnTo>
                  <a:lnTo>
                    <a:pt x="1217558" y="93807"/>
                  </a:lnTo>
                  <a:lnTo>
                    <a:pt x="1227302" y="92271"/>
                  </a:lnTo>
                  <a:lnTo>
                    <a:pt x="1237031" y="90744"/>
                  </a:lnTo>
                  <a:lnTo>
                    <a:pt x="1246775" y="89224"/>
                  </a:lnTo>
                  <a:lnTo>
                    <a:pt x="1256519" y="87710"/>
                  </a:lnTo>
                  <a:lnTo>
                    <a:pt x="1266263" y="86201"/>
                  </a:lnTo>
                  <a:lnTo>
                    <a:pt x="1276007" y="84696"/>
                  </a:lnTo>
                  <a:lnTo>
                    <a:pt x="1285736" y="83190"/>
                  </a:lnTo>
                  <a:lnTo>
                    <a:pt x="1295480" y="81685"/>
                  </a:lnTo>
                  <a:lnTo>
                    <a:pt x="1305224" y="80177"/>
                  </a:lnTo>
                  <a:lnTo>
                    <a:pt x="1314968" y="78667"/>
                  </a:lnTo>
                  <a:lnTo>
                    <a:pt x="1324697" y="77148"/>
                  </a:lnTo>
                  <a:lnTo>
                    <a:pt x="1334441" y="75624"/>
                  </a:lnTo>
                  <a:lnTo>
                    <a:pt x="1344185" y="74090"/>
                  </a:lnTo>
                  <a:lnTo>
                    <a:pt x="1353929" y="72545"/>
                  </a:lnTo>
                  <a:lnTo>
                    <a:pt x="1363658" y="70988"/>
                  </a:lnTo>
                  <a:lnTo>
                    <a:pt x="1373402" y="69416"/>
                  </a:lnTo>
                  <a:lnTo>
                    <a:pt x="1383146" y="67829"/>
                  </a:lnTo>
                  <a:lnTo>
                    <a:pt x="1392890" y="66224"/>
                  </a:lnTo>
                  <a:lnTo>
                    <a:pt x="1402619" y="64602"/>
                  </a:lnTo>
                  <a:lnTo>
                    <a:pt x="1412363" y="62960"/>
                  </a:lnTo>
                  <a:lnTo>
                    <a:pt x="1422106" y="61297"/>
                  </a:lnTo>
                  <a:lnTo>
                    <a:pt x="1431850" y="59614"/>
                  </a:lnTo>
                  <a:lnTo>
                    <a:pt x="1441594" y="57909"/>
                  </a:lnTo>
                  <a:lnTo>
                    <a:pt x="1451323" y="56183"/>
                  </a:lnTo>
                  <a:lnTo>
                    <a:pt x="1461067" y="54433"/>
                  </a:lnTo>
                  <a:lnTo>
                    <a:pt x="1470811" y="52663"/>
                  </a:lnTo>
                  <a:lnTo>
                    <a:pt x="1480555" y="50871"/>
                  </a:lnTo>
                  <a:lnTo>
                    <a:pt x="1490284" y="49058"/>
                  </a:lnTo>
                  <a:lnTo>
                    <a:pt x="1500028" y="47225"/>
                  </a:lnTo>
                  <a:lnTo>
                    <a:pt x="1509772" y="45375"/>
                  </a:lnTo>
                  <a:lnTo>
                    <a:pt x="1519516" y="43507"/>
                  </a:lnTo>
                  <a:lnTo>
                    <a:pt x="1529245" y="41623"/>
                  </a:lnTo>
                  <a:lnTo>
                    <a:pt x="1538989" y="39727"/>
                  </a:lnTo>
                  <a:lnTo>
                    <a:pt x="1548733" y="37821"/>
                  </a:lnTo>
                  <a:lnTo>
                    <a:pt x="1558477" y="35907"/>
                  </a:lnTo>
                  <a:lnTo>
                    <a:pt x="1568221" y="33988"/>
                  </a:lnTo>
                  <a:lnTo>
                    <a:pt x="1577950" y="32069"/>
                  </a:lnTo>
                  <a:lnTo>
                    <a:pt x="1587694" y="30153"/>
                  </a:lnTo>
                  <a:lnTo>
                    <a:pt x="1597438" y="28244"/>
                  </a:lnTo>
                  <a:lnTo>
                    <a:pt x="1607182" y="26346"/>
                  </a:lnTo>
                  <a:lnTo>
                    <a:pt x="1616911" y="24466"/>
                  </a:lnTo>
                  <a:lnTo>
                    <a:pt x="1626655" y="22606"/>
                  </a:lnTo>
                  <a:lnTo>
                    <a:pt x="1636399" y="20774"/>
                  </a:lnTo>
                  <a:lnTo>
                    <a:pt x="1646142" y="18974"/>
                  </a:lnTo>
                  <a:lnTo>
                    <a:pt x="1655872" y="17214"/>
                  </a:lnTo>
                  <a:lnTo>
                    <a:pt x="1665616" y="15498"/>
                  </a:lnTo>
                  <a:lnTo>
                    <a:pt x="1675359" y="13834"/>
                  </a:lnTo>
                  <a:lnTo>
                    <a:pt x="1685103" y="12229"/>
                  </a:lnTo>
                  <a:lnTo>
                    <a:pt x="1694832" y="10689"/>
                  </a:lnTo>
                  <a:lnTo>
                    <a:pt x="1704576" y="9221"/>
                  </a:lnTo>
                  <a:lnTo>
                    <a:pt x="1714320" y="7832"/>
                  </a:lnTo>
                  <a:lnTo>
                    <a:pt x="1724064" y="6530"/>
                  </a:lnTo>
                  <a:lnTo>
                    <a:pt x="1733808" y="5323"/>
                  </a:lnTo>
                  <a:lnTo>
                    <a:pt x="1743537" y="4219"/>
                  </a:lnTo>
                  <a:lnTo>
                    <a:pt x="1753281" y="3226"/>
                  </a:lnTo>
                  <a:lnTo>
                    <a:pt x="1763025" y="2348"/>
                  </a:lnTo>
                  <a:lnTo>
                    <a:pt x="1772769" y="1599"/>
                  </a:lnTo>
                  <a:lnTo>
                    <a:pt x="1782498" y="980"/>
                  </a:lnTo>
                  <a:lnTo>
                    <a:pt x="1792242" y="505"/>
                  </a:lnTo>
                  <a:lnTo>
                    <a:pt x="1801986" y="177"/>
                  </a:lnTo>
                  <a:lnTo>
                    <a:pt x="1811730" y="6"/>
                  </a:lnTo>
                  <a:lnTo>
                    <a:pt x="1821459" y="0"/>
                  </a:lnTo>
                  <a:lnTo>
                    <a:pt x="1831203" y="165"/>
                  </a:lnTo>
                  <a:lnTo>
                    <a:pt x="1840947" y="508"/>
                  </a:lnTo>
                  <a:lnTo>
                    <a:pt x="1850691" y="1037"/>
                  </a:lnTo>
                  <a:lnTo>
                    <a:pt x="1860435" y="1758"/>
                  </a:lnTo>
                  <a:lnTo>
                    <a:pt x="1870164" y="2679"/>
                  </a:lnTo>
                  <a:lnTo>
                    <a:pt x="1879908" y="3804"/>
                  </a:lnTo>
                  <a:lnTo>
                    <a:pt x="1889652" y="5140"/>
                  </a:lnTo>
                  <a:lnTo>
                    <a:pt x="1899395" y="6693"/>
                  </a:lnTo>
                  <a:lnTo>
                    <a:pt x="1909124" y="8469"/>
                  </a:lnTo>
                  <a:lnTo>
                    <a:pt x="1918868" y="10470"/>
                  </a:lnTo>
                  <a:lnTo>
                    <a:pt x="1928612" y="12703"/>
                  </a:lnTo>
                  <a:lnTo>
                    <a:pt x="1938356" y="15172"/>
                  </a:lnTo>
                  <a:lnTo>
                    <a:pt x="1948085" y="17879"/>
                  </a:lnTo>
                  <a:lnTo>
                    <a:pt x="1957829" y="20829"/>
                  </a:lnTo>
                  <a:lnTo>
                    <a:pt x="1967573" y="24023"/>
                  </a:lnTo>
                  <a:lnTo>
                    <a:pt x="1977317" y="27465"/>
                  </a:lnTo>
                  <a:lnTo>
                    <a:pt x="1987046" y="31155"/>
                  </a:lnTo>
                  <a:lnTo>
                    <a:pt x="1996790" y="35097"/>
                  </a:lnTo>
                  <a:lnTo>
                    <a:pt x="2006534" y="39289"/>
                  </a:lnTo>
                  <a:lnTo>
                    <a:pt x="2016278" y="43732"/>
                  </a:lnTo>
                  <a:lnTo>
                    <a:pt x="2026022" y="48426"/>
                  </a:lnTo>
                  <a:lnTo>
                    <a:pt x="2035751" y="53370"/>
                  </a:lnTo>
                  <a:lnTo>
                    <a:pt x="2045495" y="58560"/>
                  </a:lnTo>
                  <a:lnTo>
                    <a:pt x="2055239" y="63999"/>
                  </a:lnTo>
                  <a:lnTo>
                    <a:pt x="2064983" y="69680"/>
                  </a:lnTo>
                  <a:lnTo>
                    <a:pt x="2074712" y="75602"/>
                  </a:lnTo>
                  <a:lnTo>
                    <a:pt x="2084456" y="81761"/>
                  </a:lnTo>
                  <a:lnTo>
                    <a:pt x="2094200" y="88151"/>
                  </a:lnTo>
                  <a:lnTo>
                    <a:pt x="2103944" y="94771"/>
                  </a:lnTo>
                  <a:lnTo>
                    <a:pt x="2113673" y="101611"/>
                  </a:lnTo>
                  <a:lnTo>
                    <a:pt x="2123417" y="108667"/>
                  </a:lnTo>
                  <a:lnTo>
                    <a:pt x="2133161" y="115933"/>
                  </a:lnTo>
                  <a:lnTo>
                    <a:pt x="2142905" y="123402"/>
                  </a:lnTo>
                  <a:lnTo>
                    <a:pt x="2152649" y="131066"/>
                  </a:lnTo>
                  <a:lnTo>
                    <a:pt x="2162377" y="138917"/>
                  </a:lnTo>
                  <a:lnTo>
                    <a:pt x="2172121" y="146946"/>
                  </a:lnTo>
                  <a:lnTo>
                    <a:pt x="2181865" y="155143"/>
                  </a:lnTo>
                  <a:lnTo>
                    <a:pt x="2191609" y="163500"/>
                  </a:lnTo>
                  <a:lnTo>
                    <a:pt x="2201338" y="172006"/>
                  </a:lnTo>
                  <a:lnTo>
                    <a:pt x="2211082" y="180652"/>
                  </a:lnTo>
                  <a:lnTo>
                    <a:pt x="2220826" y="189424"/>
                  </a:lnTo>
                  <a:lnTo>
                    <a:pt x="2230570" y="198314"/>
                  </a:lnTo>
                  <a:lnTo>
                    <a:pt x="2240299" y="207309"/>
                  </a:lnTo>
                  <a:lnTo>
                    <a:pt x="2250043" y="216397"/>
                  </a:lnTo>
                  <a:lnTo>
                    <a:pt x="2259787" y="225565"/>
                  </a:lnTo>
                  <a:lnTo>
                    <a:pt x="2269531" y="234802"/>
                  </a:lnTo>
                  <a:lnTo>
                    <a:pt x="2279260" y="244093"/>
                  </a:lnTo>
                  <a:lnTo>
                    <a:pt x="2289004" y="253426"/>
                  </a:lnTo>
                  <a:lnTo>
                    <a:pt x="2298748" y="262788"/>
                  </a:lnTo>
                  <a:lnTo>
                    <a:pt x="2308492" y="272164"/>
                  </a:lnTo>
                  <a:lnTo>
                    <a:pt x="2318236" y="281542"/>
                  </a:lnTo>
                  <a:lnTo>
                    <a:pt x="2327965" y="290907"/>
                  </a:lnTo>
                  <a:lnTo>
                    <a:pt x="2337709" y="300246"/>
                  </a:lnTo>
                  <a:lnTo>
                    <a:pt x="2347453" y="309543"/>
                  </a:lnTo>
                  <a:lnTo>
                    <a:pt x="2357197" y="318785"/>
                  </a:lnTo>
                  <a:lnTo>
                    <a:pt x="2366926" y="327958"/>
                  </a:lnTo>
                  <a:lnTo>
                    <a:pt x="2376670" y="337048"/>
                  </a:lnTo>
                  <a:lnTo>
                    <a:pt x="2386413" y="346041"/>
                  </a:lnTo>
                  <a:lnTo>
                    <a:pt x="2396157" y="354922"/>
                  </a:lnTo>
                  <a:lnTo>
                    <a:pt x="2405886" y="363678"/>
                  </a:lnTo>
                  <a:lnTo>
                    <a:pt x="2415630" y="372297"/>
                  </a:lnTo>
                  <a:lnTo>
                    <a:pt x="2425374" y="380764"/>
                  </a:lnTo>
                  <a:lnTo>
                    <a:pt x="2435118" y="389066"/>
                  </a:lnTo>
                  <a:lnTo>
                    <a:pt x="2444862" y="397189"/>
                  </a:lnTo>
                  <a:lnTo>
                    <a:pt x="2454591" y="405123"/>
                  </a:lnTo>
                  <a:lnTo>
                    <a:pt x="2464335" y="412852"/>
                  </a:lnTo>
                  <a:lnTo>
                    <a:pt x="2474079" y="420369"/>
                  </a:lnTo>
                  <a:lnTo>
                    <a:pt x="2483823" y="427659"/>
                  </a:lnTo>
                  <a:lnTo>
                    <a:pt x="2493552" y="434711"/>
                  </a:lnTo>
                  <a:lnTo>
                    <a:pt x="2503296" y="441516"/>
                  </a:lnTo>
                  <a:lnTo>
                    <a:pt x="2513040" y="448063"/>
                  </a:lnTo>
                  <a:lnTo>
                    <a:pt x="2522784" y="454343"/>
                  </a:lnTo>
                  <a:lnTo>
                    <a:pt x="2532513" y="460347"/>
                  </a:lnTo>
                  <a:lnTo>
                    <a:pt x="2542257" y="466065"/>
                  </a:lnTo>
                  <a:lnTo>
                    <a:pt x="2552001" y="471492"/>
                  </a:lnTo>
                  <a:lnTo>
                    <a:pt x="2561745" y="476618"/>
                  </a:lnTo>
                  <a:lnTo>
                    <a:pt x="2571474" y="481438"/>
                  </a:lnTo>
                  <a:lnTo>
                    <a:pt x="2581218" y="485947"/>
                  </a:lnTo>
                  <a:lnTo>
                    <a:pt x="2590962" y="490138"/>
                  </a:lnTo>
                  <a:lnTo>
                    <a:pt x="2600705" y="494006"/>
                  </a:lnTo>
                  <a:lnTo>
                    <a:pt x="2610449" y="497550"/>
                  </a:lnTo>
                  <a:lnTo>
                    <a:pt x="2620178" y="500764"/>
                  </a:lnTo>
                  <a:lnTo>
                    <a:pt x="2629922" y="503648"/>
                  </a:lnTo>
                  <a:lnTo>
                    <a:pt x="2639666" y="506199"/>
                  </a:lnTo>
                  <a:lnTo>
                    <a:pt x="2649410" y="508417"/>
                  </a:lnTo>
                  <a:lnTo>
                    <a:pt x="2659139" y="510304"/>
                  </a:lnTo>
                  <a:lnTo>
                    <a:pt x="2668883" y="511856"/>
                  </a:lnTo>
                  <a:lnTo>
                    <a:pt x="2678627" y="513078"/>
                  </a:lnTo>
                  <a:lnTo>
                    <a:pt x="2688371" y="513970"/>
                  </a:lnTo>
                  <a:lnTo>
                    <a:pt x="2698100" y="514538"/>
                  </a:lnTo>
                  <a:lnTo>
                    <a:pt x="2707844" y="514784"/>
                  </a:lnTo>
                  <a:lnTo>
                    <a:pt x="2717588" y="514712"/>
                  </a:lnTo>
                  <a:lnTo>
                    <a:pt x="2727332" y="514329"/>
                  </a:lnTo>
                  <a:lnTo>
                    <a:pt x="2737076" y="513639"/>
                  </a:lnTo>
                  <a:lnTo>
                    <a:pt x="2746805" y="512652"/>
                  </a:lnTo>
                  <a:lnTo>
                    <a:pt x="2756549" y="511370"/>
                  </a:lnTo>
                  <a:lnTo>
                    <a:pt x="2766293" y="509806"/>
                  </a:lnTo>
                  <a:lnTo>
                    <a:pt x="2776037" y="507966"/>
                  </a:lnTo>
                  <a:lnTo>
                    <a:pt x="2785766" y="505859"/>
                  </a:lnTo>
                  <a:lnTo>
                    <a:pt x="2795510" y="503496"/>
                  </a:lnTo>
                  <a:lnTo>
                    <a:pt x="2805254" y="500887"/>
                  </a:lnTo>
                  <a:lnTo>
                    <a:pt x="2814998" y="498045"/>
                  </a:lnTo>
                  <a:lnTo>
                    <a:pt x="2824727" y="494977"/>
                  </a:lnTo>
                  <a:lnTo>
                    <a:pt x="2834471" y="491698"/>
                  </a:lnTo>
                  <a:lnTo>
                    <a:pt x="2844215" y="488220"/>
                  </a:lnTo>
                  <a:lnTo>
                    <a:pt x="2853958" y="484554"/>
                  </a:lnTo>
                  <a:lnTo>
                    <a:pt x="2863687" y="480714"/>
                  </a:lnTo>
                  <a:lnTo>
                    <a:pt x="2873431" y="476714"/>
                  </a:lnTo>
                  <a:lnTo>
                    <a:pt x="2883175" y="472566"/>
                  </a:lnTo>
                  <a:lnTo>
                    <a:pt x="2892919" y="468285"/>
                  </a:lnTo>
                  <a:lnTo>
                    <a:pt x="2902663" y="463884"/>
                  </a:lnTo>
                  <a:lnTo>
                    <a:pt x="2912392" y="45937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9" name="Freeform 888">
              <a:extLst>
                <a:ext uri="{FF2B5EF4-FFF2-40B4-BE49-F238E27FC236}">
                  <a16:creationId xmlns:a16="http://schemas.microsoft.com/office/drawing/2014/main" id="{DC83E360-6416-D176-9AF7-6184D89D12A4}"/>
                </a:ext>
              </a:extLst>
            </p:cNvPr>
            <p:cNvSpPr/>
            <p:nvPr/>
          </p:nvSpPr>
          <p:spPr>
            <a:xfrm>
              <a:off x="576446" y="3305678"/>
              <a:ext cx="2912392" cy="765849"/>
            </a:xfrm>
            <a:custGeom>
              <a:avLst/>
              <a:gdLst>
                <a:gd name="connsiteX0" fmla="*/ 0 w 2912392"/>
                <a:gd name="connsiteY0" fmla="*/ 746063 h 765849"/>
                <a:gd name="connsiteX1" fmla="*/ 9739 w 2912392"/>
                <a:gd name="connsiteY1" fmla="*/ 747419 h 765849"/>
                <a:gd name="connsiteX2" fmla="*/ 19480 w 2912392"/>
                <a:gd name="connsiteY2" fmla="*/ 748701 h 765849"/>
                <a:gd name="connsiteX3" fmla="*/ 29221 w 2912392"/>
                <a:gd name="connsiteY3" fmla="*/ 749937 h 765849"/>
                <a:gd name="connsiteX4" fmla="*/ 38961 w 2912392"/>
                <a:gd name="connsiteY4" fmla="*/ 751099 h 765849"/>
                <a:gd name="connsiteX5" fmla="*/ 48702 w 2912392"/>
                <a:gd name="connsiteY5" fmla="*/ 752202 h 765849"/>
                <a:gd name="connsiteX6" fmla="*/ 58443 w 2912392"/>
                <a:gd name="connsiteY6" fmla="*/ 753245 h 765849"/>
                <a:gd name="connsiteX7" fmla="*/ 68182 w 2912392"/>
                <a:gd name="connsiteY7" fmla="*/ 754243 h 765849"/>
                <a:gd name="connsiteX8" fmla="*/ 77923 w 2912392"/>
                <a:gd name="connsiteY8" fmla="*/ 755182 h 765849"/>
                <a:gd name="connsiteX9" fmla="*/ 87664 w 2912392"/>
                <a:gd name="connsiteY9" fmla="*/ 756076 h 765849"/>
                <a:gd name="connsiteX10" fmla="*/ 97404 w 2912392"/>
                <a:gd name="connsiteY10" fmla="*/ 756925 h 765849"/>
                <a:gd name="connsiteX11" fmla="*/ 107145 w 2912392"/>
                <a:gd name="connsiteY11" fmla="*/ 757729 h 765849"/>
                <a:gd name="connsiteX12" fmla="*/ 116886 w 2912392"/>
                <a:gd name="connsiteY12" fmla="*/ 758504 h 765849"/>
                <a:gd name="connsiteX13" fmla="*/ 126625 w 2912392"/>
                <a:gd name="connsiteY13" fmla="*/ 759234 h 765849"/>
                <a:gd name="connsiteX14" fmla="*/ 136366 w 2912392"/>
                <a:gd name="connsiteY14" fmla="*/ 759920 h 765849"/>
                <a:gd name="connsiteX15" fmla="*/ 146107 w 2912392"/>
                <a:gd name="connsiteY15" fmla="*/ 760575 h 765849"/>
                <a:gd name="connsiteX16" fmla="*/ 155846 w 2912392"/>
                <a:gd name="connsiteY16" fmla="*/ 761186 h 765849"/>
                <a:gd name="connsiteX17" fmla="*/ 165587 w 2912392"/>
                <a:gd name="connsiteY17" fmla="*/ 761767 h 765849"/>
                <a:gd name="connsiteX18" fmla="*/ 175328 w 2912392"/>
                <a:gd name="connsiteY18" fmla="*/ 762303 h 765849"/>
                <a:gd name="connsiteX19" fmla="*/ 185068 w 2912392"/>
                <a:gd name="connsiteY19" fmla="*/ 762810 h 765849"/>
                <a:gd name="connsiteX20" fmla="*/ 194809 w 2912392"/>
                <a:gd name="connsiteY20" fmla="*/ 763287 h 765849"/>
                <a:gd name="connsiteX21" fmla="*/ 204550 w 2912392"/>
                <a:gd name="connsiteY21" fmla="*/ 763734 h 765849"/>
                <a:gd name="connsiteX22" fmla="*/ 214289 w 2912392"/>
                <a:gd name="connsiteY22" fmla="*/ 764136 h 765849"/>
                <a:gd name="connsiteX23" fmla="*/ 224030 w 2912392"/>
                <a:gd name="connsiteY23" fmla="*/ 764493 h 765849"/>
                <a:gd name="connsiteX24" fmla="*/ 233771 w 2912392"/>
                <a:gd name="connsiteY24" fmla="*/ 764821 h 765849"/>
                <a:gd name="connsiteX25" fmla="*/ 243510 w 2912392"/>
                <a:gd name="connsiteY25" fmla="*/ 765104 h 765849"/>
                <a:gd name="connsiteX26" fmla="*/ 253251 w 2912392"/>
                <a:gd name="connsiteY26" fmla="*/ 765358 h 765849"/>
                <a:gd name="connsiteX27" fmla="*/ 262992 w 2912392"/>
                <a:gd name="connsiteY27" fmla="*/ 765551 h 765849"/>
                <a:gd name="connsiteX28" fmla="*/ 272732 w 2912392"/>
                <a:gd name="connsiteY28" fmla="*/ 765700 h 765849"/>
                <a:gd name="connsiteX29" fmla="*/ 282473 w 2912392"/>
                <a:gd name="connsiteY29" fmla="*/ 765805 h 765849"/>
                <a:gd name="connsiteX30" fmla="*/ 292214 w 2912392"/>
                <a:gd name="connsiteY30" fmla="*/ 765849 h 765849"/>
                <a:gd name="connsiteX31" fmla="*/ 301953 w 2912392"/>
                <a:gd name="connsiteY31" fmla="*/ 765849 h 765849"/>
                <a:gd name="connsiteX32" fmla="*/ 311694 w 2912392"/>
                <a:gd name="connsiteY32" fmla="*/ 765790 h 765849"/>
                <a:gd name="connsiteX33" fmla="*/ 321435 w 2912392"/>
                <a:gd name="connsiteY33" fmla="*/ 765656 h 765849"/>
                <a:gd name="connsiteX34" fmla="*/ 331175 w 2912392"/>
                <a:gd name="connsiteY34" fmla="*/ 765462 h 765849"/>
                <a:gd name="connsiteX35" fmla="*/ 340916 w 2912392"/>
                <a:gd name="connsiteY35" fmla="*/ 765209 h 765849"/>
                <a:gd name="connsiteX36" fmla="*/ 350656 w 2912392"/>
                <a:gd name="connsiteY36" fmla="*/ 764881 h 765849"/>
                <a:gd name="connsiteX37" fmla="*/ 360396 w 2912392"/>
                <a:gd name="connsiteY37" fmla="*/ 764464 h 765849"/>
                <a:gd name="connsiteX38" fmla="*/ 370137 w 2912392"/>
                <a:gd name="connsiteY38" fmla="*/ 763972 h 765849"/>
                <a:gd name="connsiteX39" fmla="*/ 379878 w 2912392"/>
                <a:gd name="connsiteY39" fmla="*/ 763391 h 765849"/>
                <a:gd name="connsiteX40" fmla="*/ 389617 w 2912392"/>
                <a:gd name="connsiteY40" fmla="*/ 762735 h 765849"/>
                <a:gd name="connsiteX41" fmla="*/ 399358 w 2912392"/>
                <a:gd name="connsiteY41" fmla="*/ 761976 h 765849"/>
                <a:gd name="connsiteX42" fmla="*/ 409099 w 2912392"/>
                <a:gd name="connsiteY42" fmla="*/ 761112 h 765849"/>
                <a:gd name="connsiteX43" fmla="*/ 418839 w 2912392"/>
                <a:gd name="connsiteY43" fmla="*/ 760158 h 765849"/>
                <a:gd name="connsiteX44" fmla="*/ 428580 w 2912392"/>
                <a:gd name="connsiteY44" fmla="*/ 759085 h 765849"/>
                <a:gd name="connsiteX45" fmla="*/ 438321 w 2912392"/>
                <a:gd name="connsiteY45" fmla="*/ 757923 h 765849"/>
                <a:gd name="connsiteX46" fmla="*/ 448060 w 2912392"/>
                <a:gd name="connsiteY46" fmla="*/ 756627 h 765849"/>
                <a:gd name="connsiteX47" fmla="*/ 457801 w 2912392"/>
                <a:gd name="connsiteY47" fmla="*/ 755226 h 765849"/>
                <a:gd name="connsiteX48" fmla="*/ 467542 w 2912392"/>
                <a:gd name="connsiteY48" fmla="*/ 753692 h 765849"/>
                <a:gd name="connsiteX49" fmla="*/ 477281 w 2912392"/>
                <a:gd name="connsiteY49" fmla="*/ 752038 h 765849"/>
                <a:gd name="connsiteX50" fmla="*/ 487022 w 2912392"/>
                <a:gd name="connsiteY50" fmla="*/ 750265 h 765849"/>
                <a:gd name="connsiteX51" fmla="*/ 496763 w 2912392"/>
                <a:gd name="connsiteY51" fmla="*/ 748343 h 765849"/>
                <a:gd name="connsiteX52" fmla="*/ 506503 w 2912392"/>
                <a:gd name="connsiteY52" fmla="*/ 746302 h 765849"/>
                <a:gd name="connsiteX53" fmla="*/ 516244 w 2912392"/>
                <a:gd name="connsiteY53" fmla="*/ 744112 h 765849"/>
                <a:gd name="connsiteX54" fmla="*/ 525985 w 2912392"/>
                <a:gd name="connsiteY54" fmla="*/ 741788 h 765849"/>
                <a:gd name="connsiteX55" fmla="*/ 535724 w 2912392"/>
                <a:gd name="connsiteY55" fmla="*/ 739329 h 765849"/>
                <a:gd name="connsiteX56" fmla="*/ 545465 w 2912392"/>
                <a:gd name="connsiteY56" fmla="*/ 736722 h 765849"/>
                <a:gd name="connsiteX57" fmla="*/ 555206 w 2912392"/>
                <a:gd name="connsiteY57" fmla="*/ 733966 h 765849"/>
                <a:gd name="connsiteX58" fmla="*/ 564946 w 2912392"/>
                <a:gd name="connsiteY58" fmla="*/ 731060 h 765849"/>
                <a:gd name="connsiteX59" fmla="*/ 574687 w 2912392"/>
                <a:gd name="connsiteY59" fmla="*/ 728006 h 765849"/>
                <a:gd name="connsiteX60" fmla="*/ 584428 w 2912392"/>
                <a:gd name="connsiteY60" fmla="*/ 724803 h 765849"/>
                <a:gd name="connsiteX61" fmla="*/ 594167 w 2912392"/>
                <a:gd name="connsiteY61" fmla="*/ 721450 h 765849"/>
                <a:gd name="connsiteX62" fmla="*/ 603908 w 2912392"/>
                <a:gd name="connsiteY62" fmla="*/ 717949 h 765849"/>
                <a:gd name="connsiteX63" fmla="*/ 613649 w 2912392"/>
                <a:gd name="connsiteY63" fmla="*/ 714299 h 765849"/>
                <a:gd name="connsiteX64" fmla="*/ 623388 w 2912392"/>
                <a:gd name="connsiteY64" fmla="*/ 710500 h 765849"/>
                <a:gd name="connsiteX65" fmla="*/ 633129 w 2912392"/>
                <a:gd name="connsiteY65" fmla="*/ 706544 h 765849"/>
                <a:gd name="connsiteX66" fmla="*/ 642870 w 2912392"/>
                <a:gd name="connsiteY66" fmla="*/ 702445 h 765849"/>
                <a:gd name="connsiteX67" fmla="*/ 652610 w 2912392"/>
                <a:gd name="connsiteY67" fmla="*/ 698202 h 765849"/>
                <a:gd name="connsiteX68" fmla="*/ 662351 w 2912392"/>
                <a:gd name="connsiteY68" fmla="*/ 693814 h 765849"/>
                <a:gd name="connsiteX69" fmla="*/ 672092 w 2912392"/>
                <a:gd name="connsiteY69" fmla="*/ 689284 h 765849"/>
                <a:gd name="connsiteX70" fmla="*/ 681831 w 2912392"/>
                <a:gd name="connsiteY70" fmla="*/ 684611 h 765849"/>
                <a:gd name="connsiteX71" fmla="*/ 691572 w 2912392"/>
                <a:gd name="connsiteY71" fmla="*/ 679803 h 765849"/>
                <a:gd name="connsiteX72" fmla="*/ 701313 w 2912392"/>
                <a:gd name="connsiteY72" fmla="*/ 674860 h 765849"/>
                <a:gd name="connsiteX73" fmla="*/ 711052 w 2912392"/>
                <a:gd name="connsiteY73" fmla="*/ 669784 h 765849"/>
                <a:gd name="connsiteX74" fmla="*/ 720793 w 2912392"/>
                <a:gd name="connsiteY74" fmla="*/ 664580 h 765849"/>
                <a:gd name="connsiteX75" fmla="*/ 730534 w 2912392"/>
                <a:gd name="connsiteY75" fmla="*/ 659250 h 765849"/>
                <a:gd name="connsiteX76" fmla="*/ 740274 w 2912392"/>
                <a:gd name="connsiteY76" fmla="*/ 653800 h 765849"/>
                <a:gd name="connsiteX77" fmla="*/ 750015 w 2912392"/>
                <a:gd name="connsiteY77" fmla="*/ 648232 h 765849"/>
                <a:gd name="connsiteX78" fmla="*/ 759756 w 2912392"/>
                <a:gd name="connsiteY78" fmla="*/ 642550 h 765849"/>
                <a:gd name="connsiteX79" fmla="*/ 769495 w 2912392"/>
                <a:gd name="connsiteY79" fmla="*/ 636760 h 765849"/>
                <a:gd name="connsiteX80" fmla="*/ 779236 w 2912392"/>
                <a:gd name="connsiteY80" fmla="*/ 630865 h 765849"/>
                <a:gd name="connsiteX81" fmla="*/ 788977 w 2912392"/>
                <a:gd name="connsiteY81" fmla="*/ 624869 h 765849"/>
                <a:gd name="connsiteX82" fmla="*/ 798717 w 2912392"/>
                <a:gd name="connsiteY82" fmla="*/ 618779 h 765849"/>
                <a:gd name="connsiteX83" fmla="*/ 808458 w 2912392"/>
                <a:gd name="connsiteY83" fmla="*/ 612595 h 765849"/>
                <a:gd name="connsiteX84" fmla="*/ 818199 w 2912392"/>
                <a:gd name="connsiteY84" fmla="*/ 606326 h 765849"/>
                <a:gd name="connsiteX85" fmla="*/ 827938 w 2912392"/>
                <a:gd name="connsiteY85" fmla="*/ 599976 h 765849"/>
                <a:gd name="connsiteX86" fmla="*/ 837679 w 2912392"/>
                <a:gd name="connsiteY86" fmla="*/ 593547 h 765849"/>
                <a:gd name="connsiteX87" fmla="*/ 847420 w 2912392"/>
                <a:gd name="connsiteY87" fmla="*/ 587047 h 765849"/>
                <a:gd name="connsiteX88" fmla="*/ 857159 w 2912392"/>
                <a:gd name="connsiteY88" fmla="*/ 580478 h 765849"/>
                <a:gd name="connsiteX89" fmla="*/ 866900 w 2912392"/>
                <a:gd name="connsiteY89" fmla="*/ 573845 h 765849"/>
                <a:gd name="connsiteX90" fmla="*/ 876641 w 2912392"/>
                <a:gd name="connsiteY90" fmla="*/ 567154 h 765849"/>
                <a:gd name="connsiteX91" fmla="*/ 886381 w 2912392"/>
                <a:gd name="connsiteY91" fmla="*/ 560407 h 765849"/>
                <a:gd name="connsiteX92" fmla="*/ 896122 w 2912392"/>
                <a:gd name="connsiteY92" fmla="*/ 553612 h 765849"/>
                <a:gd name="connsiteX93" fmla="*/ 905863 w 2912392"/>
                <a:gd name="connsiteY93" fmla="*/ 546769 h 765849"/>
                <a:gd name="connsiteX94" fmla="*/ 915602 w 2912392"/>
                <a:gd name="connsiteY94" fmla="*/ 539885 h 765849"/>
                <a:gd name="connsiteX95" fmla="*/ 925343 w 2912392"/>
                <a:gd name="connsiteY95" fmla="*/ 532963 h 765849"/>
                <a:gd name="connsiteX96" fmla="*/ 935084 w 2912392"/>
                <a:gd name="connsiteY96" fmla="*/ 526006 h 765849"/>
                <a:gd name="connsiteX97" fmla="*/ 944824 w 2912392"/>
                <a:gd name="connsiteY97" fmla="*/ 519019 h 765849"/>
                <a:gd name="connsiteX98" fmla="*/ 954564 w 2912392"/>
                <a:gd name="connsiteY98" fmla="*/ 512003 h 765849"/>
                <a:gd name="connsiteX99" fmla="*/ 964305 w 2912392"/>
                <a:gd name="connsiteY99" fmla="*/ 504965 h 765849"/>
                <a:gd name="connsiteX100" fmla="*/ 974045 w 2912392"/>
                <a:gd name="connsiteY100" fmla="*/ 497905 h 765849"/>
                <a:gd name="connsiteX101" fmla="*/ 983786 w 2912392"/>
                <a:gd name="connsiteY101" fmla="*/ 490826 h 765849"/>
                <a:gd name="connsiteX102" fmla="*/ 993522 w 2912392"/>
                <a:gd name="connsiteY102" fmla="*/ 483733 h 765849"/>
                <a:gd name="connsiteX103" fmla="*/ 1003266 w 2912392"/>
                <a:gd name="connsiteY103" fmla="*/ 476626 h 765849"/>
                <a:gd name="connsiteX104" fmla="*/ 1013010 w 2912392"/>
                <a:gd name="connsiteY104" fmla="*/ 469507 h 765849"/>
                <a:gd name="connsiteX105" fmla="*/ 1022754 w 2912392"/>
                <a:gd name="connsiteY105" fmla="*/ 462381 h 765849"/>
                <a:gd name="connsiteX106" fmla="*/ 1032483 w 2912392"/>
                <a:gd name="connsiteY106" fmla="*/ 455249 h 765849"/>
                <a:gd name="connsiteX107" fmla="*/ 1042227 w 2912392"/>
                <a:gd name="connsiteY107" fmla="*/ 448111 h 765849"/>
                <a:gd name="connsiteX108" fmla="*/ 1051971 w 2912392"/>
                <a:gd name="connsiteY108" fmla="*/ 440971 h 765849"/>
                <a:gd name="connsiteX109" fmla="*/ 1061715 w 2912392"/>
                <a:gd name="connsiteY109" fmla="*/ 433829 h 765849"/>
                <a:gd name="connsiteX110" fmla="*/ 1071444 w 2912392"/>
                <a:gd name="connsiteY110" fmla="*/ 426686 h 765849"/>
                <a:gd name="connsiteX111" fmla="*/ 1081188 w 2912392"/>
                <a:gd name="connsiteY111" fmla="*/ 419543 h 765849"/>
                <a:gd name="connsiteX112" fmla="*/ 1090932 w 2912392"/>
                <a:gd name="connsiteY112" fmla="*/ 412404 h 765849"/>
                <a:gd name="connsiteX113" fmla="*/ 1100676 w 2912392"/>
                <a:gd name="connsiteY113" fmla="*/ 405267 h 765849"/>
                <a:gd name="connsiteX114" fmla="*/ 1110405 w 2912392"/>
                <a:gd name="connsiteY114" fmla="*/ 398135 h 765849"/>
                <a:gd name="connsiteX115" fmla="*/ 1120149 w 2912392"/>
                <a:gd name="connsiteY115" fmla="*/ 391007 h 765849"/>
                <a:gd name="connsiteX116" fmla="*/ 1129893 w 2912392"/>
                <a:gd name="connsiteY116" fmla="*/ 383884 h 765849"/>
                <a:gd name="connsiteX117" fmla="*/ 1139637 w 2912392"/>
                <a:gd name="connsiteY117" fmla="*/ 376768 h 765849"/>
                <a:gd name="connsiteX118" fmla="*/ 1149381 w 2912392"/>
                <a:gd name="connsiteY118" fmla="*/ 369659 h 765849"/>
                <a:gd name="connsiteX119" fmla="*/ 1159110 w 2912392"/>
                <a:gd name="connsiteY119" fmla="*/ 362558 h 765849"/>
                <a:gd name="connsiteX120" fmla="*/ 1168854 w 2912392"/>
                <a:gd name="connsiteY120" fmla="*/ 355464 h 765849"/>
                <a:gd name="connsiteX121" fmla="*/ 1178598 w 2912392"/>
                <a:gd name="connsiteY121" fmla="*/ 348381 h 765849"/>
                <a:gd name="connsiteX122" fmla="*/ 1188341 w 2912392"/>
                <a:gd name="connsiteY122" fmla="*/ 341306 h 765849"/>
                <a:gd name="connsiteX123" fmla="*/ 1198070 w 2912392"/>
                <a:gd name="connsiteY123" fmla="*/ 334242 h 765849"/>
                <a:gd name="connsiteX124" fmla="*/ 1207814 w 2912392"/>
                <a:gd name="connsiteY124" fmla="*/ 327191 h 765849"/>
                <a:gd name="connsiteX125" fmla="*/ 1217558 w 2912392"/>
                <a:gd name="connsiteY125" fmla="*/ 320151 h 765849"/>
                <a:gd name="connsiteX126" fmla="*/ 1227302 w 2912392"/>
                <a:gd name="connsiteY126" fmla="*/ 313124 h 765849"/>
                <a:gd name="connsiteX127" fmla="*/ 1237031 w 2912392"/>
                <a:gd name="connsiteY127" fmla="*/ 306112 h 765849"/>
                <a:gd name="connsiteX128" fmla="*/ 1246775 w 2912392"/>
                <a:gd name="connsiteY128" fmla="*/ 299115 h 765849"/>
                <a:gd name="connsiteX129" fmla="*/ 1256519 w 2912392"/>
                <a:gd name="connsiteY129" fmla="*/ 292136 h 765849"/>
                <a:gd name="connsiteX130" fmla="*/ 1266263 w 2912392"/>
                <a:gd name="connsiteY130" fmla="*/ 285175 h 765849"/>
                <a:gd name="connsiteX131" fmla="*/ 1276007 w 2912392"/>
                <a:gd name="connsiteY131" fmla="*/ 278234 h 765849"/>
                <a:gd name="connsiteX132" fmla="*/ 1285736 w 2912392"/>
                <a:gd name="connsiteY132" fmla="*/ 271315 h 765849"/>
                <a:gd name="connsiteX133" fmla="*/ 1295480 w 2912392"/>
                <a:gd name="connsiteY133" fmla="*/ 264421 h 765849"/>
                <a:gd name="connsiteX134" fmla="*/ 1305224 w 2912392"/>
                <a:gd name="connsiteY134" fmla="*/ 257551 h 765849"/>
                <a:gd name="connsiteX135" fmla="*/ 1314968 w 2912392"/>
                <a:gd name="connsiteY135" fmla="*/ 250710 h 765849"/>
                <a:gd name="connsiteX136" fmla="*/ 1324697 w 2912392"/>
                <a:gd name="connsiteY136" fmla="*/ 243899 h 765849"/>
                <a:gd name="connsiteX137" fmla="*/ 1334441 w 2912392"/>
                <a:gd name="connsiteY137" fmla="*/ 237122 h 765849"/>
                <a:gd name="connsiteX138" fmla="*/ 1344185 w 2912392"/>
                <a:gd name="connsiteY138" fmla="*/ 230380 h 765849"/>
                <a:gd name="connsiteX139" fmla="*/ 1353929 w 2912392"/>
                <a:gd name="connsiteY139" fmla="*/ 223677 h 765849"/>
                <a:gd name="connsiteX140" fmla="*/ 1363658 w 2912392"/>
                <a:gd name="connsiteY140" fmla="*/ 217016 h 765849"/>
                <a:gd name="connsiteX141" fmla="*/ 1373402 w 2912392"/>
                <a:gd name="connsiteY141" fmla="*/ 210397 h 765849"/>
                <a:gd name="connsiteX142" fmla="*/ 1383146 w 2912392"/>
                <a:gd name="connsiteY142" fmla="*/ 203829 h 765849"/>
                <a:gd name="connsiteX143" fmla="*/ 1392890 w 2912392"/>
                <a:gd name="connsiteY143" fmla="*/ 197310 h 765849"/>
                <a:gd name="connsiteX144" fmla="*/ 1402619 w 2912392"/>
                <a:gd name="connsiteY144" fmla="*/ 190848 h 765849"/>
                <a:gd name="connsiteX145" fmla="*/ 1412363 w 2912392"/>
                <a:gd name="connsiteY145" fmla="*/ 184443 h 765849"/>
                <a:gd name="connsiteX146" fmla="*/ 1422106 w 2912392"/>
                <a:gd name="connsiteY146" fmla="*/ 178101 h 765849"/>
                <a:gd name="connsiteX147" fmla="*/ 1431850 w 2912392"/>
                <a:gd name="connsiteY147" fmla="*/ 171824 h 765849"/>
                <a:gd name="connsiteX148" fmla="*/ 1441594 w 2912392"/>
                <a:gd name="connsiteY148" fmla="*/ 165617 h 765849"/>
                <a:gd name="connsiteX149" fmla="*/ 1451323 w 2912392"/>
                <a:gd name="connsiteY149" fmla="*/ 159485 h 765849"/>
                <a:gd name="connsiteX150" fmla="*/ 1461067 w 2912392"/>
                <a:gd name="connsiteY150" fmla="*/ 153430 h 765849"/>
                <a:gd name="connsiteX151" fmla="*/ 1470811 w 2912392"/>
                <a:gd name="connsiteY151" fmla="*/ 147455 h 765849"/>
                <a:gd name="connsiteX152" fmla="*/ 1480555 w 2912392"/>
                <a:gd name="connsiteY152" fmla="*/ 141567 h 765849"/>
                <a:gd name="connsiteX153" fmla="*/ 1490284 w 2912392"/>
                <a:gd name="connsiteY153" fmla="*/ 135767 h 765849"/>
                <a:gd name="connsiteX154" fmla="*/ 1500028 w 2912392"/>
                <a:gd name="connsiteY154" fmla="*/ 130062 h 765849"/>
                <a:gd name="connsiteX155" fmla="*/ 1509772 w 2912392"/>
                <a:gd name="connsiteY155" fmla="*/ 124453 h 765849"/>
                <a:gd name="connsiteX156" fmla="*/ 1519516 w 2912392"/>
                <a:gd name="connsiteY156" fmla="*/ 118946 h 765849"/>
                <a:gd name="connsiteX157" fmla="*/ 1529245 w 2912392"/>
                <a:gd name="connsiteY157" fmla="*/ 113542 h 765849"/>
                <a:gd name="connsiteX158" fmla="*/ 1538989 w 2912392"/>
                <a:gd name="connsiteY158" fmla="*/ 108247 h 765849"/>
                <a:gd name="connsiteX159" fmla="*/ 1548733 w 2912392"/>
                <a:gd name="connsiteY159" fmla="*/ 103064 h 765849"/>
                <a:gd name="connsiteX160" fmla="*/ 1558477 w 2912392"/>
                <a:gd name="connsiteY160" fmla="*/ 97995 h 765849"/>
                <a:gd name="connsiteX161" fmla="*/ 1568221 w 2912392"/>
                <a:gd name="connsiteY161" fmla="*/ 93046 h 765849"/>
                <a:gd name="connsiteX162" fmla="*/ 1577950 w 2912392"/>
                <a:gd name="connsiteY162" fmla="*/ 88217 h 765849"/>
                <a:gd name="connsiteX163" fmla="*/ 1587694 w 2912392"/>
                <a:gd name="connsiteY163" fmla="*/ 83512 h 765849"/>
                <a:gd name="connsiteX164" fmla="*/ 1597438 w 2912392"/>
                <a:gd name="connsiteY164" fmla="*/ 78933 h 765849"/>
                <a:gd name="connsiteX165" fmla="*/ 1607182 w 2912392"/>
                <a:gd name="connsiteY165" fmla="*/ 74484 h 765849"/>
                <a:gd name="connsiteX166" fmla="*/ 1616911 w 2912392"/>
                <a:gd name="connsiteY166" fmla="*/ 70167 h 765849"/>
                <a:gd name="connsiteX167" fmla="*/ 1626655 w 2912392"/>
                <a:gd name="connsiteY167" fmla="*/ 65982 h 765849"/>
                <a:gd name="connsiteX168" fmla="*/ 1636399 w 2912392"/>
                <a:gd name="connsiteY168" fmla="*/ 61932 h 765849"/>
                <a:gd name="connsiteX169" fmla="*/ 1646142 w 2912392"/>
                <a:gd name="connsiteY169" fmla="*/ 58018 h 765849"/>
                <a:gd name="connsiteX170" fmla="*/ 1655872 w 2912392"/>
                <a:gd name="connsiteY170" fmla="*/ 54243 h 765849"/>
                <a:gd name="connsiteX171" fmla="*/ 1665616 w 2912392"/>
                <a:gd name="connsiteY171" fmla="*/ 50606 h 765849"/>
                <a:gd name="connsiteX172" fmla="*/ 1675359 w 2912392"/>
                <a:gd name="connsiteY172" fmla="*/ 47109 h 765849"/>
                <a:gd name="connsiteX173" fmla="*/ 1685103 w 2912392"/>
                <a:gd name="connsiteY173" fmla="*/ 43751 h 765849"/>
                <a:gd name="connsiteX174" fmla="*/ 1694832 w 2912392"/>
                <a:gd name="connsiteY174" fmla="*/ 40533 h 765849"/>
                <a:gd name="connsiteX175" fmla="*/ 1704576 w 2912392"/>
                <a:gd name="connsiteY175" fmla="*/ 37455 h 765849"/>
                <a:gd name="connsiteX176" fmla="*/ 1714320 w 2912392"/>
                <a:gd name="connsiteY176" fmla="*/ 34516 h 765849"/>
                <a:gd name="connsiteX177" fmla="*/ 1724064 w 2912392"/>
                <a:gd name="connsiteY177" fmla="*/ 31717 h 765849"/>
                <a:gd name="connsiteX178" fmla="*/ 1733808 w 2912392"/>
                <a:gd name="connsiteY178" fmla="*/ 29054 h 765849"/>
                <a:gd name="connsiteX179" fmla="*/ 1743537 w 2912392"/>
                <a:gd name="connsiteY179" fmla="*/ 26529 h 765849"/>
                <a:gd name="connsiteX180" fmla="*/ 1753281 w 2912392"/>
                <a:gd name="connsiteY180" fmla="*/ 24139 h 765849"/>
                <a:gd name="connsiteX181" fmla="*/ 1763025 w 2912392"/>
                <a:gd name="connsiteY181" fmla="*/ 21882 h 765849"/>
                <a:gd name="connsiteX182" fmla="*/ 1772769 w 2912392"/>
                <a:gd name="connsiteY182" fmla="*/ 19756 h 765849"/>
                <a:gd name="connsiteX183" fmla="*/ 1782498 w 2912392"/>
                <a:gd name="connsiteY183" fmla="*/ 17761 h 765849"/>
                <a:gd name="connsiteX184" fmla="*/ 1792242 w 2912392"/>
                <a:gd name="connsiteY184" fmla="*/ 15891 h 765849"/>
                <a:gd name="connsiteX185" fmla="*/ 1801986 w 2912392"/>
                <a:gd name="connsiteY185" fmla="*/ 14147 h 765849"/>
                <a:gd name="connsiteX186" fmla="*/ 1811730 w 2912392"/>
                <a:gd name="connsiteY186" fmla="*/ 12524 h 765849"/>
                <a:gd name="connsiteX187" fmla="*/ 1821459 w 2912392"/>
                <a:gd name="connsiteY187" fmla="*/ 11019 h 765849"/>
                <a:gd name="connsiteX188" fmla="*/ 1831203 w 2912392"/>
                <a:gd name="connsiteY188" fmla="*/ 9629 h 765849"/>
                <a:gd name="connsiteX189" fmla="*/ 1840947 w 2912392"/>
                <a:gd name="connsiteY189" fmla="*/ 8352 h 765849"/>
                <a:gd name="connsiteX190" fmla="*/ 1850691 w 2912392"/>
                <a:gd name="connsiteY190" fmla="*/ 7183 h 765849"/>
                <a:gd name="connsiteX191" fmla="*/ 1860435 w 2912392"/>
                <a:gd name="connsiteY191" fmla="*/ 6117 h 765849"/>
                <a:gd name="connsiteX192" fmla="*/ 1870164 w 2912392"/>
                <a:gd name="connsiteY192" fmla="*/ 5155 h 765849"/>
                <a:gd name="connsiteX193" fmla="*/ 1879908 w 2912392"/>
                <a:gd name="connsiteY193" fmla="*/ 4288 h 765849"/>
                <a:gd name="connsiteX194" fmla="*/ 1889652 w 2912392"/>
                <a:gd name="connsiteY194" fmla="*/ 3515 h 765849"/>
                <a:gd name="connsiteX195" fmla="*/ 1899395 w 2912392"/>
                <a:gd name="connsiteY195" fmla="*/ 2831 h 765849"/>
                <a:gd name="connsiteX196" fmla="*/ 1909124 w 2912392"/>
                <a:gd name="connsiteY196" fmla="*/ 2232 h 765849"/>
                <a:gd name="connsiteX197" fmla="*/ 1918868 w 2912392"/>
                <a:gd name="connsiteY197" fmla="*/ 1715 h 765849"/>
                <a:gd name="connsiteX198" fmla="*/ 1928612 w 2912392"/>
                <a:gd name="connsiteY198" fmla="*/ 1274 h 765849"/>
                <a:gd name="connsiteX199" fmla="*/ 1938356 w 2912392"/>
                <a:gd name="connsiteY199" fmla="*/ 906 h 765849"/>
                <a:gd name="connsiteX200" fmla="*/ 1948085 w 2912392"/>
                <a:gd name="connsiteY200" fmla="*/ 606 h 765849"/>
                <a:gd name="connsiteX201" fmla="*/ 1957829 w 2912392"/>
                <a:gd name="connsiteY201" fmla="*/ 371 h 765849"/>
                <a:gd name="connsiteX202" fmla="*/ 1967573 w 2912392"/>
                <a:gd name="connsiteY202" fmla="*/ 197 h 765849"/>
                <a:gd name="connsiteX203" fmla="*/ 1977317 w 2912392"/>
                <a:gd name="connsiteY203" fmla="*/ 80 h 765849"/>
                <a:gd name="connsiteX204" fmla="*/ 1987046 w 2912392"/>
                <a:gd name="connsiteY204" fmla="*/ 15 h 765849"/>
                <a:gd name="connsiteX205" fmla="*/ 1996790 w 2912392"/>
                <a:gd name="connsiteY205" fmla="*/ 0 h 765849"/>
                <a:gd name="connsiteX206" fmla="*/ 2006534 w 2912392"/>
                <a:gd name="connsiteY206" fmla="*/ 30 h 765849"/>
                <a:gd name="connsiteX207" fmla="*/ 2016278 w 2912392"/>
                <a:gd name="connsiteY207" fmla="*/ 101 h 765849"/>
                <a:gd name="connsiteX208" fmla="*/ 2026022 w 2912392"/>
                <a:gd name="connsiteY208" fmla="*/ 210 h 765849"/>
                <a:gd name="connsiteX209" fmla="*/ 2035751 w 2912392"/>
                <a:gd name="connsiteY209" fmla="*/ 355 h 765849"/>
                <a:gd name="connsiteX210" fmla="*/ 2045495 w 2912392"/>
                <a:gd name="connsiteY210" fmla="*/ 532 h 765849"/>
                <a:gd name="connsiteX211" fmla="*/ 2055239 w 2912392"/>
                <a:gd name="connsiteY211" fmla="*/ 736 h 765849"/>
                <a:gd name="connsiteX212" fmla="*/ 2064983 w 2912392"/>
                <a:gd name="connsiteY212" fmla="*/ 968 h 765849"/>
                <a:gd name="connsiteX213" fmla="*/ 2074712 w 2912392"/>
                <a:gd name="connsiteY213" fmla="*/ 1222 h 765849"/>
                <a:gd name="connsiteX214" fmla="*/ 2084456 w 2912392"/>
                <a:gd name="connsiteY214" fmla="*/ 1497 h 765849"/>
                <a:gd name="connsiteX215" fmla="*/ 2094200 w 2912392"/>
                <a:gd name="connsiteY215" fmla="*/ 1791 h 765849"/>
                <a:gd name="connsiteX216" fmla="*/ 2103944 w 2912392"/>
                <a:gd name="connsiteY216" fmla="*/ 2101 h 765849"/>
                <a:gd name="connsiteX217" fmla="*/ 2113673 w 2912392"/>
                <a:gd name="connsiteY217" fmla="*/ 2426 h 765849"/>
                <a:gd name="connsiteX218" fmla="*/ 2123417 w 2912392"/>
                <a:gd name="connsiteY218" fmla="*/ 2762 h 765849"/>
                <a:gd name="connsiteX219" fmla="*/ 2133161 w 2912392"/>
                <a:gd name="connsiteY219" fmla="*/ 3111 h 765849"/>
                <a:gd name="connsiteX220" fmla="*/ 2142905 w 2912392"/>
                <a:gd name="connsiteY220" fmla="*/ 3468 h 765849"/>
                <a:gd name="connsiteX221" fmla="*/ 2152649 w 2912392"/>
                <a:gd name="connsiteY221" fmla="*/ 3836 h 765849"/>
                <a:gd name="connsiteX222" fmla="*/ 2162377 w 2912392"/>
                <a:gd name="connsiteY222" fmla="*/ 4210 h 765849"/>
                <a:gd name="connsiteX223" fmla="*/ 2172121 w 2912392"/>
                <a:gd name="connsiteY223" fmla="*/ 4592 h 765849"/>
                <a:gd name="connsiteX224" fmla="*/ 2181865 w 2912392"/>
                <a:gd name="connsiteY224" fmla="*/ 4979 h 765849"/>
                <a:gd name="connsiteX225" fmla="*/ 2191609 w 2912392"/>
                <a:gd name="connsiteY225" fmla="*/ 5373 h 765849"/>
                <a:gd name="connsiteX226" fmla="*/ 2201338 w 2912392"/>
                <a:gd name="connsiteY226" fmla="*/ 5772 h 765849"/>
                <a:gd name="connsiteX227" fmla="*/ 2211082 w 2912392"/>
                <a:gd name="connsiteY227" fmla="*/ 6176 h 765849"/>
                <a:gd name="connsiteX228" fmla="*/ 2220826 w 2912392"/>
                <a:gd name="connsiteY228" fmla="*/ 6587 h 765849"/>
                <a:gd name="connsiteX229" fmla="*/ 2230570 w 2912392"/>
                <a:gd name="connsiteY229" fmla="*/ 7002 h 765849"/>
                <a:gd name="connsiteX230" fmla="*/ 2240299 w 2912392"/>
                <a:gd name="connsiteY230" fmla="*/ 7424 h 765849"/>
                <a:gd name="connsiteX231" fmla="*/ 2250043 w 2912392"/>
                <a:gd name="connsiteY231" fmla="*/ 7853 h 765849"/>
                <a:gd name="connsiteX232" fmla="*/ 2259787 w 2912392"/>
                <a:gd name="connsiteY232" fmla="*/ 8290 h 765849"/>
                <a:gd name="connsiteX233" fmla="*/ 2269531 w 2912392"/>
                <a:gd name="connsiteY233" fmla="*/ 8734 h 765849"/>
                <a:gd name="connsiteX234" fmla="*/ 2279260 w 2912392"/>
                <a:gd name="connsiteY234" fmla="*/ 9187 h 765849"/>
                <a:gd name="connsiteX235" fmla="*/ 2289004 w 2912392"/>
                <a:gd name="connsiteY235" fmla="*/ 9649 h 765849"/>
                <a:gd name="connsiteX236" fmla="*/ 2298748 w 2912392"/>
                <a:gd name="connsiteY236" fmla="*/ 10122 h 765849"/>
                <a:gd name="connsiteX237" fmla="*/ 2308492 w 2912392"/>
                <a:gd name="connsiteY237" fmla="*/ 10607 h 765849"/>
                <a:gd name="connsiteX238" fmla="*/ 2318236 w 2912392"/>
                <a:gd name="connsiteY238" fmla="*/ 11104 h 765849"/>
                <a:gd name="connsiteX239" fmla="*/ 2327965 w 2912392"/>
                <a:gd name="connsiteY239" fmla="*/ 11615 h 765849"/>
                <a:gd name="connsiteX240" fmla="*/ 2337709 w 2912392"/>
                <a:gd name="connsiteY240" fmla="*/ 12140 h 765849"/>
                <a:gd name="connsiteX241" fmla="*/ 2347453 w 2912392"/>
                <a:gd name="connsiteY241" fmla="*/ 12681 h 765849"/>
                <a:gd name="connsiteX242" fmla="*/ 2357197 w 2912392"/>
                <a:gd name="connsiteY242" fmla="*/ 13238 h 765849"/>
                <a:gd name="connsiteX243" fmla="*/ 2366926 w 2912392"/>
                <a:gd name="connsiteY243" fmla="*/ 13811 h 765849"/>
                <a:gd name="connsiteX244" fmla="*/ 2376670 w 2912392"/>
                <a:gd name="connsiteY244" fmla="*/ 14404 h 765849"/>
                <a:gd name="connsiteX245" fmla="*/ 2386413 w 2912392"/>
                <a:gd name="connsiteY245" fmla="*/ 15017 h 765849"/>
                <a:gd name="connsiteX246" fmla="*/ 2396157 w 2912392"/>
                <a:gd name="connsiteY246" fmla="*/ 15648 h 765849"/>
                <a:gd name="connsiteX247" fmla="*/ 2405886 w 2912392"/>
                <a:gd name="connsiteY247" fmla="*/ 16301 h 765849"/>
                <a:gd name="connsiteX248" fmla="*/ 2415630 w 2912392"/>
                <a:gd name="connsiteY248" fmla="*/ 16973 h 765849"/>
                <a:gd name="connsiteX249" fmla="*/ 2425374 w 2912392"/>
                <a:gd name="connsiteY249" fmla="*/ 17667 h 765849"/>
                <a:gd name="connsiteX250" fmla="*/ 2435118 w 2912392"/>
                <a:gd name="connsiteY250" fmla="*/ 18382 h 765849"/>
                <a:gd name="connsiteX251" fmla="*/ 2444862 w 2912392"/>
                <a:gd name="connsiteY251" fmla="*/ 19120 h 765849"/>
                <a:gd name="connsiteX252" fmla="*/ 2454591 w 2912392"/>
                <a:gd name="connsiteY252" fmla="*/ 19877 h 765849"/>
                <a:gd name="connsiteX253" fmla="*/ 2464335 w 2912392"/>
                <a:gd name="connsiteY253" fmla="*/ 20656 h 765849"/>
                <a:gd name="connsiteX254" fmla="*/ 2474079 w 2912392"/>
                <a:gd name="connsiteY254" fmla="*/ 21454 h 765849"/>
                <a:gd name="connsiteX255" fmla="*/ 2483823 w 2912392"/>
                <a:gd name="connsiteY255" fmla="*/ 22272 h 765849"/>
                <a:gd name="connsiteX256" fmla="*/ 2493552 w 2912392"/>
                <a:gd name="connsiteY256" fmla="*/ 23108 h 765849"/>
                <a:gd name="connsiteX257" fmla="*/ 2503296 w 2912392"/>
                <a:gd name="connsiteY257" fmla="*/ 23962 h 765849"/>
                <a:gd name="connsiteX258" fmla="*/ 2513040 w 2912392"/>
                <a:gd name="connsiteY258" fmla="*/ 24831 h 765849"/>
                <a:gd name="connsiteX259" fmla="*/ 2522784 w 2912392"/>
                <a:gd name="connsiteY259" fmla="*/ 25714 h 765849"/>
                <a:gd name="connsiteX260" fmla="*/ 2532513 w 2912392"/>
                <a:gd name="connsiteY260" fmla="*/ 26608 h 765849"/>
                <a:gd name="connsiteX261" fmla="*/ 2542257 w 2912392"/>
                <a:gd name="connsiteY261" fmla="*/ 27514 h 765849"/>
                <a:gd name="connsiteX262" fmla="*/ 2552001 w 2912392"/>
                <a:gd name="connsiteY262" fmla="*/ 28426 h 765849"/>
                <a:gd name="connsiteX263" fmla="*/ 2561745 w 2912392"/>
                <a:gd name="connsiteY263" fmla="*/ 29342 h 765849"/>
                <a:gd name="connsiteX264" fmla="*/ 2571474 w 2912392"/>
                <a:gd name="connsiteY264" fmla="*/ 30261 h 765849"/>
                <a:gd name="connsiteX265" fmla="*/ 2581218 w 2912392"/>
                <a:gd name="connsiteY265" fmla="*/ 31178 h 765849"/>
                <a:gd name="connsiteX266" fmla="*/ 2590962 w 2912392"/>
                <a:gd name="connsiteY266" fmla="*/ 32089 h 765849"/>
                <a:gd name="connsiteX267" fmla="*/ 2600705 w 2912392"/>
                <a:gd name="connsiteY267" fmla="*/ 32994 h 765849"/>
                <a:gd name="connsiteX268" fmla="*/ 2610449 w 2912392"/>
                <a:gd name="connsiteY268" fmla="*/ 33885 h 765849"/>
                <a:gd name="connsiteX269" fmla="*/ 2620178 w 2912392"/>
                <a:gd name="connsiteY269" fmla="*/ 34759 h 765849"/>
                <a:gd name="connsiteX270" fmla="*/ 2629922 w 2912392"/>
                <a:gd name="connsiteY270" fmla="*/ 35612 h 765849"/>
                <a:gd name="connsiteX271" fmla="*/ 2639666 w 2912392"/>
                <a:gd name="connsiteY271" fmla="*/ 36440 h 765849"/>
                <a:gd name="connsiteX272" fmla="*/ 2649410 w 2912392"/>
                <a:gd name="connsiteY272" fmla="*/ 37238 h 765849"/>
                <a:gd name="connsiteX273" fmla="*/ 2659139 w 2912392"/>
                <a:gd name="connsiteY273" fmla="*/ 38000 h 765849"/>
                <a:gd name="connsiteX274" fmla="*/ 2668883 w 2912392"/>
                <a:gd name="connsiteY274" fmla="*/ 38722 h 765849"/>
                <a:gd name="connsiteX275" fmla="*/ 2678627 w 2912392"/>
                <a:gd name="connsiteY275" fmla="*/ 39400 h 765849"/>
                <a:gd name="connsiteX276" fmla="*/ 2688371 w 2912392"/>
                <a:gd name="connsiteY276" fmla="*/ 40026 h 765849"/>
                <a:gd name="connsiteX277" fmla="*/ 2698100 w 2912392"/>
                <a:gd name="connsiteY277" fmla="*/ 40598 h 765849"/>
                <a:gd name="connsiteX278" fmla="*/ 2707844 w 2912392"/>
                <a:gd name="connsiteY278" fmla="*/ 41106 h 765849"/>
                <a:gd name="connsiteX279" fmla="*/ 2717588 w 2912392"/>
                <a:gd name="connsiteY279" fmla="*/ 41549 h 765849"/>
                <a:gd name="connsiteX280" fmla="*/ 2727332 w 2912392"/>
                <a:gd name="connsiteY280" fmla="*/ 41918 h 765849"/>
                <a:gd name="connsiteX281" fmla="*/ 2737076 w 2912392"/>
                <a:gd name="connsiteY281" fmla="*/ 42210 h 765849"/>
                <a:gd name="connsiteX282" fmla="*/ 2746805 w 2912392"/>
                <a:gd name="connsiteY282" fmla="*/ 42419 h 765849"/>
                <a:gd name="connsiteX283" fmla="*/ 2756549 w 2912392"/>
                <a:gd name="connsiteY283" fmla="*/ 42538 h 765849"/>
                <a:gd name="connsiteX284" fmla="*/ 2766293 w 2912392"/>
                <a:gd name="connsiteY284" fmla="*/ 42562 h 765849"/>
                <a:gd name="connsiteX285" fmla="*/ 2776037 w 2912392"/>
                <a:gd name="connsiteY285" fmla="*/ 42487 h 765849"/>
                <a:gd name="connsiteX286" fmla="*/ 2785766 w 2912392"/>
                <a:gd name="connsiteY286" fmla="*/ 42307 h 765849"/>
                <a:gd name="connsiteX287" fmla="*/ 2795510 w 2912392"/>
                <a:gd name="connsiteY287" fmla="*/ 42017 h 765849"/>
                <a:gd name="connsiteX288" fmla="*/ 2805254 w 2912392"/>
                <a:gd name="connsiteY288" fmla="*/ 41610 h 765849"/>
                <a:gd name="connsiteX289" fmla="*/ 2814998 w 2912392"/>
                <a:gd name="connsiteY289" fmla="*/ 41085 h 765849"/>
                <a:gd name="connsiteX290" fmla="*/ 2824727 w 2912392"/>
                <a:gd name="connsiteY290" fmla="*/ 40434 h 765849"/>
                <a:gd name="connsiteX291" fmla="*/ 2834471 w 2912392"/>
                <a:gd name="connsiteY291" fmla="*/ 39657 h 765849"/>
                <a:gd name="connsiteX292" fmla="*/ 2844215 w 2912392"/>
                <a:gd name="connsiteY292" fmla="*/ 38746 h 765849"/>
                <a:gd name="connsiteX293" fmla="*/ 2853958 w 2912392"/>
                <a:gd name="connsiteY293" fmla="*/ 37700 h 765849"/>
                <a:gd name="connsiteX294" fmla="*/ 2863687 w 2912392"/>
                <a:gd name="connsiteY294" fmla="*/ 36514 h 765849"/>
                <a:gd name="connsiteX295" fmla="*/ 2873431 w 2912392"/>
                <a:gd name="connsiteY295" fmla="*/ 35185 h 765849"/>
                <a:gd name="connsiteX296" fmla="*/ 2883175 w 2912392"/>
                <a:gd name="connsiteY296" fmla="*/ 33713 h 765849"/>
                <a:gd name="connsiteX297" fmla="*/ 2892919 w 2912392"/>
                <a:gd name="connsiteY297" fmla="*/ 32092 h 765849"/>
                <a:gd name="connsiteX298" fmla="*/ 2902663 w 2912392"/>
                <a:gd name="connsiteY298" fmla="*/ 30324 h 765849"/>
                <a:gd name="connsiteX299" fmla="*/ 2912392 w 2912392"/>
                <a:gd name="connsiteY299" fmla="*/ 28406 h 765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765849">
                  <a:moveTo>
                    <a:pt x="0" y="746063"/>
                  </a:moveTo>
                  <a:lnTo>
                    <a:pt x="9739" y="747419"/>
                  </a:lnTo>
                  <a:lnTo>
                    <a:pt x="19480" y="748701"/>
                  </a:lnTo>
                  <a:lnTo>
                    <a:pt x="29221" y="749937"/>
                  </a:lnTo>
                  <a:lnTo>
                    <a:pt x="38961" y="751099"/>
                  </a:lnTo>
                  <a:lnTo>
                    <a:pt x="48702" y="752202"/>
                  </a:lnTo>
                  <a:lnTo>
                    <a:pt x="58443" y="753245"/>
                  </a:lnTo>
                  <a:lnTo>
                    <a:pt x="68182" y="754243"/>
                  </a:lnTo>
                  <a:lnTo>
                    <a:pt x="77923" y="755182"/>
                  </a:lnTo>
                  <a:lnTo>
                    <a:pt x="87664" y="756076"/>
                  </a:lnTo>
                  <a:lnTo>
                    <a:pt x="97404" y="756925"/>
                  </a:lnTo>
                  <a:lnTo>
                    <a:pt x="107145" y="757729"/>
                  </a:lnTo>
                  <a:lnTo>
                    <a:pt x="116886" y="758504"/>
                  </a:lnTo>
                  <a:lnTo>
                    <a:pt x="126625" y="759234"/>
                  </a:lnTo>
                  <a:lnTo>
                    <a:pt x="136366" y="759920"/>
                  </a:lnTo>
                  <a:lnTo>
                    <a:pt x="146107" y="760575"/>
                  </a:lnTo>
                  <a:lnTo>
                    <a:pt x="155846" y="761186"/>
                  </a:lnTo>
                  <a:lnTo>
                    <a:pt x="165587" y="761767"/>
                  </a:lnTo>
                  <a:lnTo>
                    <a:pt x="175328" y="762303"/>
                  </a:lnTo>
                  <a:lnTo>
                    <a:pt x="185068" y="762810"/>
                  </a:lnTo>
                  <a:lnTo>
                    <a:pt x="194809" y="763287"/>
                  </a:lnTo>
                  <a:lnTo>
                    <a:pt x="204550" y="763734"/>
                  </a:lnTo>
                  <a:lnTo>
                    <a:pt x="214289" y="764136"/>
                  </a:lnTo>
                  <a:lnTo>
                    <a:pt x="224030" y="764493"/>
                  </a:lnTo>
                  <a:lnTo>
                    <a:pt x="233771" y="764821"/>
                  </a:lnTo>
                  <a:lnTo>
                    <a:pt x="243510" y="765104"/>
                  </a:lnTo>
                  <a:lnTo>
                    <a:pt x="253251" y="765358"/>
                  </a:lnTo>
                  <a:lnTo>
                    <a:pt x="262992" y="765551"/>
                  </a:lnTo>
                  <a:lnTo>
                    <a:pt x="272732" y="765700"/>
                  </a:lnTo>
                  <a:lnTo>
                    <a:pt x="282473" y="765805"/>
                  </a:lnTo>
                  <a:lnTo>
                    <a:pt x="292214" y="765849"/>
                  </a:lnTo>
                  <a:lnTo>
                    <a:pt x="301953" y="765849"/>
                  </a:lnTo>
                  <a:lnTo>
                    <a:pt x="311694" y="765790"/>
                  </a:lnTo>
                  <a:lnTo>
                    <a:pt x="321435" y="765656"/>
                  </a:lnTo>
                  <a:lnTo>
                    <a:pt x="331175" y="765462"/>
                  </a:lnTo>
                  <a:lnTo>
                    <a:pt x="340916" y="765209"/>
                  </a:lnTo>
                  <a:lnTo>
                    <a:pt x="350656" y="764881"/>
                  </a:lnTo>
                  <a:lnTo>
                    <a:pt x="360396" y="764464"/>
                  </a:lnTo>
                  <a:lnTo>
                    <a:pt x="370137" y="763972"/>
                  </a:lnTo>
                  <a:lnTo>
                    <a:pt x="379878" y="763391"/>
                  </a:lnTo>
                  <a:lnTo>
                    <a:pt x="389617" y="762735"/>
                  </a:lnTo>
                  <a:lnTo>
                    <a:pt x="399358" y="761976"/>
                  </a:lnTo>
                  <a:lnTo>
                    <a:pt x="409099" y="761112"/>
                  </a:lnTo>
                  <a:lnTo>
                    <a:pt x="418839" y="760158"/>
                  </a:lnTo>
                  <a:lnTo>
                    <a:pt x="428580" y="759085"/>
                  </a:lnTo>
                  <a:lnTo>
                    <a:pt x="438321" y="757923"/>
                  </a:lnTo>
                  <a:lnTo>
                    <a:pt x="448060" y="756627"/>
                  </a:lnTo>
                  <a:lnTo>
                    <a:pt x="457801" y="755226"/>
                  </a:lnTo>
                  <a:lnTo>
                    <a:pt x="467542" y="753692"/>
                  </a:lnTo>
                  <a:lnTo>
                    <a:pt x="477281" y="752038"/>
                  </a:lnTo>
                  <a:lnTo>
                    <a:pt x="487022" y="750265"/>
                  </a:lnTo>
                  <a:lnTo>
                    <a:pt x="496763" y="748343"/>
                  </a:lnTo>
                  <a:lnTo>
                    <a:pt x="506503" y="746302"/>
                  </a:lnTo>
                  <a:lnTo>
                    <a:pt x="516244" y="744112"/>
                  </a:lnTo>
                  <a:lnTo>
                    <a:pt x="525985" y="741788"/>
                  </a:lnTo>
                  <a:lnTo>
                    <a:pt x="535724" y="739329"/>
                  </a:lnTo>
                  <a:lnTo>
                    <a:pt x="545465" y="736722"/>
                  </a:lnTo>
                  <a:lnTo>
                    <a:pt x="555206" y="733966"/>
                  </a:lnTo>
                  <a:lnTo>
                    <a:pt x="564946" y="731060"/>
                  </a:lnTo>
                  <a:lnTo>
                    <a:pt x="574687" y="728006"/>
                  </a:lnTo>
                  <a:lnTo>
                    <a:pt x="584428" y="724803"/>
                  </a:lnTo>
                  <a:lnTo>
                    <a:pt x="594167" y="721450"/>
                  </a:lnTo>
                  <a:lnTo>
                    <a:pt x="603908" y="717949"/>
                  </a:lnTo>
                  <a:lnTo>
                    <a:pt x="613649" y="714299"/>
                  </a:lnTo>
                  <a:lnTo>
                    <a:pt x="623388" y="710500"/>
                  </a:lnTo>
                  <a:lnTo>
                    <a:pt x="633129" y="706544"/>
                  </a:lnTo>
                  <a:lnTo>
                    <a:pt x="642870" y="702445"/>
                  </a:lnTo>
                  <a:lnTo>
                    <a:pt x="652610" y="698202"/>
                  </a:lnTo>
                  <a:lnTo>
                    <a:pt x="662351" y="693814"/>
                  </a:lnTo>
                  <a:lnTo>
                    <a:pt x="672092" y="689284"/>
                  </a:lnTo>
                  <a:lnTo>
                    <a:pt x="681831" y="684611"/>
                  </a:lnTo>
                  <a:lnTo>
                    <a:pt x="691572" y="679803"/>
                  </a:lnTo>
                  <a:lnTo>
                    <a:pt x="701313" y="674860"/>
                  </a:lnTo>
                  <a:lnTo>
                    <a:pt x="711052" y="669784"/>
                  </a:lnTo>
                  <a:lnTo>
                    <a:pt x="720793" y="664580"/>
                  </a:lnTo>
                  <a:lnTo>
                    <a:pt x="730534" y="659250"/>
                  </a:lnTo>
                  <a:lnTo>
                    <a:pt x="740274" y="653800"/>
                  </a:lnTo>
                  <a:lnTo>
                    <a:pt x="750015" y="648232"/>
                  </a:lnTo>
                  <a:lnTo>
                    <a:pt x="759756" y="642550"/>
                  </a:lnTo>
                  <a:lnTo>
                    <a:pt x="769495" y="636760"/>
                  </a:lnTo>
                  <a:lnTo>
                    <a:pt x="779236" y="630865"/>
                  </a:lnTo>
                  <a:lnTo>
                    <a:pt x="788977" y="624869"/>
                  </a:lnTo>
                  <a:lnTo>
                    <a:pt x="798717" y="618779"/>
                  </a:lnTo>
                  <a:lnTo>
                    <a:pt x="808458" y="612595"/>
                  </a:lnTo>
                  <a:lnTo>
                    <a:pt x="818199" y="606326"/>
                  </a:lnTo>
                  <a:lnTo>
                    <a:pt x="827938" y="599976"/>
                  </a:lnTo>
                  <a:lnTo>
                    <a:pt x="837679" y="593547"/>
                  </a:lnTo>
                  <a:lnTo>
                    <a:pt x="847420" y="587047"/>
                  </a:lnTo>
                  <a:lnTo>
                    <a:pt x="857159" y="580478"/>
                  </a:lnTo>
                  <a:lnTo>
                    <a:pt x="866900" y="573845"/>
                  </a:lnTo>
                  <a:lnTo>
                    <a:pt x="876641" y="567154"/>
                  </a:lnTo>
                  <a:lnTo>
                    <a:pt x="886381" y="560407"/>
                  </a:lnTo>
                  <a:lnTo>
                    <a:pt x="896122" y="553612"/>
                  </a:lnTo>
                  <a:lnTo>
                    <a:pt x="905863" y="546769"/>
                  </a:lnTo>
                  <a:lnTo>
                    <a:pt x="915602" y="539885"/>
                  </a:lnTo>
                  <a:lnTo>
                    <a:pt x="925343" y="532963"/>
                  </a:lnTo>
                  <a:lnTo>
                    <a:pt x="935084" y="526006"/>
                  </a:lnTo>
                  <a:lnTo>
                    <a:pt x="944824" y="519019"/>
                  </a:lnTo>
                  <a:lnTo>
                    <a:pt x="954564" y="512003"/>
                  </a:lnTo>
                  <a:lnTo>
                    <a:pt x="964305" y="504965"/>
                  </a:lnTo>
                  <a:lnTo>
                    <a:pt x="974045" y="497905"/>
                  </a:lnTo>
                  <a:lnTo>
                    <a:pt x="983786" y="490826"/>
                  </a:lnTo>
                  <a:lnTo>
                    <a:pt x="993522" y="483733"/>
                  </a:lnTo>
                  <a:lnTo>
                    <a:pt x="1003266" y="476626"/>
                  </a:lnTo>
                  <a:lnTo>
                    <a:pt x="1013010" y="469507"/>
                  </a:lnTo>
                  <a:lnTo>
                    <a:pt x="1022754" y="462381"/>
                  </a:lnTo>
                  <a:lnTo>
                    <a:pt x="1032483" y="455249"/>
                  </a:lnTo>
                  <a:lnTo>
                    <a:pt x="1042227" y="448111"/>
                  </a:lnTo>
                  <a:lnTo>
                    <a:pt x="1051971" y="440971"/>
                  </a:lnTo>
                  <a:lnTo>
                    <a:pt x="1061715" y="433829"/>
                  </a:lnTo>
                  <a:lnTo>
                    <a:pt x="1071444" y="426686"/>
                  </a:lnTo>
                  <a:lnTo>
                    <a:pt x="1081188" y="419543"/>
                  </a:lnTo>
                  <a:lnTo>
                    <a:pt x="1090932" y="412404"/>
                  </a:lnTo>
                  <a:lnTo>
                    <a:pt x="1100676" y="405267"/>
                  </a:lnTo>
                  <a:lnTo>
                    <a:pt x="1110405" y="398135"/>
                  </a:lnTo>
                  <a:lnTo>
                    <a:pt x="1120149" y="391007"/>
                  </a:lnTo>
                  <a:lnTo>
                    <a:pt x="1129893" y="383884"/>
                  </a:lnTo>
                  <a:lnTo>
                    <a:pt x="1139637" y="376768"/>
                  </a:lnTo>
                  <a:lnTo>
                    <a:pt x="1149381" y="369659"/>
                  </a:lnTo>
                  <a:lnTo>
                    <a:pt x="1159110" y="362558"/>
                  </a:lnTo>
                  <a:lnTo>
                    <a:pt x="1168854" y="355464"/>
                  </a:lnTo>
                  <a:lnTo>
                    <a:pt x="1178598" y="348381"/>
                  </a:lnTo>
                  <a:lnTo>
                    <a:pt x="1188341" y="341306"/>
                  </a:lnTo>
                  <a:lnTo>
                    <a:pt x="1198070" y="334242"/>
                  </a:lnTo>
                  <a:lnTo>
                    <a:pt x="1207814" y="327191"/>
                  </a:lnTo>
                  <a:lnTo>
                    <a:pt x="1217558" y="320151"/>
                  </a:lnTo>
                  <a:lnTo>
                    <a:pt x="1227302" y="313124"/>
                  </a:lnTo>
                  <a:lnTo>
                    <a:pt x="1237031" y="306112"/>
                  </a:lnTo>
                  <a:lnTo>
                    <a:pt x="1246775" y="299115"/>
                  </a:lnTo>
                  <a:lnTo>
                    <a:pt x="1256519" y="292136"/>
                  </a:lnTo>
                  <a:lnTo>
                    <a:pt x="1266263" y="285175"/>
                  </a:lnTo>
                  <a:lnTo>
                    <a:pt x="1276007" y="278234"/>
                  </a:lnTo>
                  <a:lnTo>
                    <a:pt x="1285736" y="271315"/>
                  </a:lnTo>
                  <a:lnTo>
                    <a:pt x="1295480" y="264421"/>
                  </a:lnTo>
                  <a:lnTo>
                    <a:pt x="1305224" y="257551"/>
                  </a:lnTo>
                  <a:lnTo>
                    <a:pt x="1314968" y="250710"/>
                  </a:lnTo>
                  <a:lnTo>
                    <a:pt x="1324697" y="243899"/>
                  </a:lnTo>
                  <a:lnTo>
                    <a:pt x="1334441" y="237122"/>
                  </a:lnTo>
                  <a:lnTo>
                    <a:pt x="1344185" y="230380"/>
                  </a:lnTo>
                  <a:lnTo>
                    <a:pt x="1353929" y="223677"/>
                  </a:lnTo>
                  <a:lnTo>
                    <a:pt x="1363658" y="217016"/>
                  </a:lnTo>
                  <a:lnTo>
                    <a:pt x="1373402" y="210397"/>
                  </a:lnTo>
                  <a:lnTo>
                    <a:pt x="1383146" y="203829"/>
                  </a:lnTo>
                  <a:lnTo>
                    <a:pt x="1392890" y="197310"/>
                  </a:lnTo>
                  <a:lnTo>
                    <a:pt x="1402619" y="190848"/>
                  </a:lnTo>
                  <a:lnTo>
                    <a:pt x="1412363" y="184443"/>
                  </a:lnTo>
                  <a:lnTo>
                    <a:pt x="1422106" y="178101"/>
                  </a:lnTo>
                  <a:lnTo>
                    <a:pt x="1431850" y="171824"/>
                  </a:lnTo>
                  <a:lnTo>
                    <a:pt x="1441594" y="165617"/>
                  </a:lnTo>
                  <a:lnTo>
                    <a:pt x="1451323" y="159485"/>
                  </a:lnTo>
                  <a:lnTo>
                    <a:pt x="1461067" y="153430"/>
                  </a:lnTo>
                  <a:lnTo>
                    <a:pt x="1470811" y="147455"/>
                  </a:lnTo>
                  <a:lnTo>
                    <a:pt x="1480555" y="141567"/>
                  </a:lnTo>
                  <a:lnTo>
                    <a:pt x="1490284" y="135767"/>
                  </a:lnTo>
                  <a:lnTo>
                    <a:pt x="1500028" y="130062"/>
                  </a:lnTo>
                  <a:lnTo>
                    <a:pt x="1509772" y="124453"/>
                  </a:lnTo>
                  <a:lnTo>
                    <a:pt x="1519516" y="118946"/>
                  </a:lnTo>
                  <a:lnTo>
                    <a:pt x="1529245" y="113542"/>
                  </a:lnTo>
                  <a:lnTo>
                    <a:pt x="1538989" y="108247"/>
                  </a:lnTo>
                  <a:lnTo>
                    <a:pt x="1548733" y="103064"/>
                  </a:lnTo>
                  <a:lnTo>
                    <a:pt x="1558477" y="97995"/>
                  </a:lnTo>
                  <a:lnTo>
                    <a:pt x="1568221" y="93046"/>
                  </a:lnTo>
                  <a:lnTo>
                    <a:pt x="1577950" y="88217"/>
                  </a:lnTo>
                  <a:lnTo>
                    <a:pt x="1587694" y="83512"/>
                  </a:lnTo>
                  <a:lnTo>
                    <a:pt x="1597438" y="78933"/>
                  </a:lnTo>
                  <a:lnTo>
                    <a:pt x="1607182" y="74484"/>
                  </a:lnTo>
                  <a:lnTo>
                    <a:pt x="1616911" y="70167"/>
                  </a:lnTo>
                  <a:lnTo>
                    <a:pt x="1626655" y="65982"/>
                  </a:lnTo>
                  <a:lnTo>
                    <a:pt x="1636399" y="61932"/>
                  </a:lnTo>
                  <a:lnTo>
                    <a:pt x="1646142" y="58018"/>
                  </a:lnTo>
                  <a:lnTo>
                    <a:pt x="1655872" y="54243"/>
                  </a:lnTo>
                  <a:lnTo>
                    <a:pt x="1665616" y="50606"/>
                  </a:lnTo>
                  <a:lnTo>
                    <a:pt x="1675359" y="47109"/>
                  </a:lnTo>
                  <a:lnTo>
                    <a:pt x="1685103" y="43751"/>
                  </a:lnTo>
                  <a:lnTo>
                    <a:pt x="1694832" y="40533"/>
                  </a:lnTo>
                  <a:lnTo>
                    <a:pt x="1704576" y="37455"/>
                  </a:lnTo>
                  <a:lnTo>
                    <a:pt x="1714320" y="34516"/>
                  </a:lnTo>
                  <a:lnTo>
                    <a:pt x="1724064" y="31717"/>
                  </a:lnTo>
                  <a:lnTo>
                    <a:pt x="1733808" y="29054"/>
                  </a:lnTo>
                  <a:lnTo>
                    <a:pt x="1743537" y="26529"/>
                  </a:lnTo>
                  <a:lnTo>
                    <a:pt x="1753281" y="24139"/>
                  </a:lnTo>
                  <a:lnTo>
                    <a:pt x="1763025" y="21882"/>
                  </a:lnTo>
                  <a:lnTo>
                    <a:pt x="1772769" y="19756"/>
                  </a:lnTo>
                  <a:lnTo>
                    <a:pt x="1782498" y="17761"/>
                  </a:lnTo>
                  <a:lnTo>
                    <a:pt x="1792242" y="15891"/>
                  </a:lnTo>
                  <a:lnTo>
                    <a:pt x="1801986" y="14147"/>
                  </a:lnTo>
                  <a:lnTo>
                    <a:pt x="1811730" y="12524"/>
                  </a:lnTo>
                  <a:lnTo>
                    <a:pt x="1821459" y="11019"/>
                  </a:lnTo>
                  <a:lnTo>
                    <a:pt x="1831203" y="9629"/>
                  </a:lnTo>
                  <a:lnTo>
                    <a:pt x="1840947" y="8352"/>
                  </a:lnTo>
                  <a:lnTo>
                    <a:pt x="1850691" y="7183"/>
                  </a:lnTo>
                  <a:lnTo>
                    <a:pt x="1860435" y="6117"/>
                  </a:lnTo>
                  <a:lnTo>
                    <a:pt x="1870164" y="5155"/>
                  </a:lnTo>
                  <a:lnTo>
                    <a:pt x="1879908" y="4288"/>
                  </a:lnTo>
                  <a:lnTo>
                    <a:pt x="1889652" y="3515"/>
                  </a:lnTo>
                  <a:lnTo>
                    <a:pt x="1899395" y="2831"/>
                  </a:lnTo>
                  <a:lnTo>
                    <a:pt x="1909124" y="2232"/>
                  </a:lnTo>
                  <a:lnTo>
                    <a:pt x="1918868" y="1715"/>
                  </a:lnTo>
                  <a:lnTo>
                    <a:pt x="1928612" y="1274"/>
                  </a:lnTo>
                  <a:lnTo>
                    <a:pt x="1938356" y="906"/>
                  </a:lnTo>
                  <a:lnTo>
                    <a:pt x="1948085" y="606"/>
                  </a:lnTo>
                  <a:lnTo>
                    <a:pt x="1957829" y="371"/>
                  </a:lnTo>
                  <a:lnTo>
                    <a:pt x="1967573" y="197"/>
                  </a:lnTo>
                  <a:lnTo>
                    <a:pt x="1977317" y="80"/>
                  </a:lnTo>
                  <a:lnTo>
                    <a:pt x="1987046" y="15"/>
                  </a:lnTo>
                  <a:lnTo>
                    <a:pt x="1996790" y="0"/>
                  </a:lnTo>
                  <a:lnTo>
                    <a:pt x="2006534" y="30"/>
                  </a:lnTo>
                  <a:lnTo>
                    <a:pt x="2016278" y="101"/>
                  </a:lnTo>
                  <a:lnTo>
                    <a:pt x="2026022" y="210"/>
                  </a:lnTo>
                  <a:lnTo>
                    <a:pt x="2035751" y="355"/>
                  </a:lnTo>
                  <a:lnTo>
                    <a:pt x="2045495" y="532"/>
                  </a:lnTo>
                  <a:lnTo>
                    <a:pt x="2055239" y="736"/>
                  </a:lnTo>
                  <a:lnTo>
                    <a:pt x="2064983" y="968"/>
                  </a:lnTo>
                  <a:lnTo>
                    <a:pt x="2074712" y="1222"/>
                  </a:lnTo>
                  <a:lnTo>
                    <a:pt x="2084456" y="1497"/>
                  </a:lnTo>
                  <a:lnTo>
                    <a:pt x="2094200" y="1791"/>
                  </a:lnTo>
                  <a:lnTo>
                    <a:pt x="2103944" y="2101"/>
                  </a:lnTo>
                  <a:lnTo>
                    <a:pt x="2113673" y="2426"/>
                  </a:lnTo>
                  <a:lnTo>
                    <a:pt x="2123417" y="2762"/>
                  </a:lnTo>
                  <a:lnTo>
                    <a:pt x="2133161" y="3111"/>
                  </a:lnTo>
                  <a:lnTo>
                    <a:pt x="2142905" y="3468"/>
                  </a:lnTo>
                  <a:lnTo>
                    <a:pt x="2152649" y="3836"/>
                  </a:lnTo>
                  <a:lnTo>
                    <a:pt x="2162377" y="4210"/>
                  </a:lnTo>
                  <a:lnTo>
                    <a:pt x="2172121" y="4592"/>
                  </a:lnTo>
                  <a:lnTo>
                    <a:pt x="2181865" y="4979"/>
                  </a:lnTo>
                  <a:lnTo>
                    <a:pt x="2191609" y="5373"/>
                  </a:lnTo>
                  <a:lnTo>
                    <a:pt x="2201338" y="5772"/>
                  </a:lnTo>
                  <a:lnTo>
                    <a:pt x="2211082" y="6176"/>
                  </a:lnTo>
                  <a:lnTo>
                    <a:pt x="2220826" y="6587"/>
                  </a:lnTo>
                  <a:lnTo>
                    <a:pt x="2230570" y="7002"/>
                  </a:lnTo>
                  <a:lnTo>
                    <a:pt x="2240299" y="7424"/>
                  </a:lnTo>
                  <a:lnTo>
                    <a:pt x="2250043" y="7853"/>
                  </a:lnTo>
                  <a:lnTo>
                    <a:pt x="2259787" y="8290"/>
                  </a:lnTo>
                  <a:lnTo>
                    <a:pt x="2269531" y="8734"/>
                  </a:lnTo>
                  <a:lnTo>
                    <a:pt x="2279260" y="9187"/>
                  </a:lnTo>
                  <a:lnTo>
                    <a:pt x="2289004" y="9649"/>
                  </a:lnTo>
                  <a:lnTo>
                    <a:pt x="2298748" y="10122"/>
                  </a:lnTo>
                  <a:lnTo>
                    <a:pt x="2308492" y="10607"/>
                  </a:lnTo>
                  <a:lnTo>
                    <a:pt x="2318236" y="11104"/>
                  </a:lnTo>
                  <a:lnTo>
                    <a:pt x="2327965" y="11615"/>
                  </a:lnTo>
                  <a:lnTo>
                    <a:pt x="2337709" y="12140"/>
                  </a:lnTo>
                  <a:lnTo>
                    <a:pt x="2347453" y="12681"/>
                  </a:lnTo>
                  <a:lnTo>
                    <a:pt x="2357197" y="13238"/>
                  </a:lnTo>
                  <a:lnTo>
                    <a:pt x="2366926" y="13811"/>
                  </a:lnTo>
                  <a:lnTo>
                    <a:pt x="2376670" y="14404"/>
                  </a:lnTo>
                  <a:lnTo>
                    <a:pt x="2386413" y="15017"/>
                  </a:lnTo>
                  <a:lnTo>
                    <a:pt x="2396157" y="15648"/>
                  </a:lnTo>
                  <a:lnTo>
                    <a:pt x="2405886" y="16301"/>
                  </a:lnTo>
                  <a:lnTo>
                    <a:pt x="2415630" y="16973"/>
                  </a:lnTo>
                  <a:lnTo>
                    <a:pt x="2425374" y="17667"/>
                  </a:lnTo>
                  <a:lnTo>
                    <a:pt x="2435118" y="18382"/>
                  </a:lnTo>
                  <a:lnTo>
                    <a:pt x="2444862" y="19120"/>
                  </a:lnTo>
                  <a:lnTo>
                    <a:pt x="2454591" y="19877"/>
                  </a:lnTo>
                  <a:lnTo>
                    <a:pt x="2464335" y="20656"/>
                  </a:lnTo>
                  <a:lnTo>
                    <a:pt x="2474079" y="21454"/>
                  </a:lnTo>
                  <a:lnTo>
                    <a:pt x="2483823" y="22272"/>
                  </a:lnTo>
                  <a:lnTo>
                    <a:pt x="2493552" y="23108"/>
                  </a:lnTo>
                  <a:lnTo>
                    <a:pt x="2503296" y="23962"/>
                  </a:lnTo>
                  <a:lnTo>
                    <a:pt x="2513040" y="24831"/>
                  </a:lnTo>
                  <a:lnTo>
                    <a:pt x="2522784" y="25714"/>
                  </a:lnTo>
                  <a:lnTo>
                    <a:pt x="2532513" y="26608"/>
                  </a:lnTo>
                  <a:lnTo>
                    <a:pt x="2542257" y="27514"/>
                  </a:lnTo>
                  <a:lnTo>
                    <a:pt x="2552001" y="28426"/>
                  </a:lnTo>
                  <a:lnTo>
                    <a:pt x="2561745" y="29342"/>
                  </a:lnTo>
                  <a:lnTo>
                    <a:pt x="2571474" y="30261"/>
                  </a:lnTo>
                  <a:lnTo>
                    <a:pt x="2581218" y="31178"/>
                  </a:lnTo>
                  <a:lnTo>
                    <a:pt x="2590962" y="32089"/>
                  </a:lnTo>
                  <a:lnTo>
                    <a:pt x="2600705" y="32994"/>
                  </a:lnTo>
                  <a:lnTo>
                    <a:pt x="2610449" y="33885"/>
                  </a:lnTo>
                  <a:lnTo>
                    <a:pt x="2620178" y="34759"/>
                  </a:lnTo>
                  <a:lnTo>
                    <a:pt x="2629922" y="35612"/>
                  </a:lnTo>
                  <a:lnTo>
                    <a:pt x="2639666" y="36440"/>
                  </a:lnTo>
                  <a:lnTo>
                    <a:pt x="2649410" y="37238"/>
                  </a:lnTo>
                  <a:lnTo>
                    <a:pt x="2659139" y="38000"/>
                  </a:lnTo>
                  <a:lnTo>
                    <a:pt x="2668883" y="38722"/>
                  </a:lnTo>
                  <a:lnTo>
                    <a:pt x="2678627" y="39400"/>
                  </a:lnTo>
                  <a:lnTo>
                    <a:pt x="2688371" y="40026"/>
                  </a:lnTo>
                  <a:lnTo>
                    <a:pt x="2698100" y="40598"/>
                  </a:lnTo>
                  <a:lnTo>
                    <a:pt x="2707844" y="41106"/>
                  </a:lnTo>
                  <a:lnTo>
                    <a:pt x="2717588" y="41549"/>
                  </a:lnTo>
                  <a:lnTo>
                    <a:pt x="2727332" y="41918"/>
                  </a:lnTo>
                  <a:lnTo>
                    <a:pt x="2737076" y="42210"/>
                  </a:lnTo>
                  <a:lnTo>
                    <a:pt x="2746805" y="42419"/>
                  </a:lnTo>
                  <a:lnTo>
                    <a:pt x="2756549" y="42538"/>
                  </a:lnTo>
                  <a:lnTo>
                    <a:pt x="2766293" y="42562"/>
                  </a:lnTo>
                  <a:lnTo>
                    <a:pt x="2776037" y="42487"/>
                  </a:lnTo>
                  <a:lnTo>
                    <a:pt x="2785766" y="42307"/>
                  </a:lnTo>
                  <a:lnTo>
                    <a:pt x="2795510" y="42017"/>
                  </a:lnTo>
                  <a:lnTo>
                    <a:pt x="2805254" y="41610"/>
                  </a:lnTo>
                  <a:lnTo>
                    <a:pt x="2814998" y="41085"/>
                  </a:lnTo>
                  <a:lnTo>
                    <a:pt x="2824727" y="40434"/>
                  </a:lnTo>
                  <a:lnTo>
                    <a:pt x="2834471" y="39657"/>
                  </a:lnTo>
                  <a:lnTo>
                    <a:pt x="2844215" y="38746"/>
                  </a:lnTo>
                  <a:lnTo>
                    <a:pt x="2853958" y="37700"/>
                  </a:lnTo>
                  <a:lnTo>
                    <a:pt x="2863687" y="36514"/>
                  </a:lnTo>
                  <a:lnTo>
                    <a:pt x="2873431" y="35185"/>
                  </a:lnTo>
                  <a:lnTo>
                    <a:pt x="2883175" y="33713"/>
                  </a:lnTo>
                  <a:lnTo>
                    <a:pt x="2892919" y="32092"/>
                  </a:lnTo>
                  <a:lnTo>
                    <a:pt x="2902663" y="30324"/>
                  </a:lnTo>
                  <a:lnTo>
                    <a:pt x="2912392" y="2840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0" name="Freeform 889">
              <a:extLst>
                <a:ext uri="{FF2B5EF4-FFF2-40B4-BE49-F238E27FC236}">
                  <a16:creationId xmlns:a16="http://schemas.microsoft.com/office/drawing/2014/main" id="{87FC0C80-A17D-973A-8C3D-73893ADBE968}"/>
                </a:ext>
              </a:extLst>
            </p:cNvPr>
            <p:cNvSpPr/>
            <p:nvPr/>
          </p:nvSpPr>
          <p:spPr>
            <a:xfrm>
              <a:off x="576446" y="3370769"/>
              <a:ext cx="2912392" cy="459028"/>
            </a:xfrm>
            <a:custGeom>
              <a:avLst/>
              <a:gdLst>
                <a:gd name="connsiteX0" fmla="*/ 0 w 2912392"/>
                <a:gd name="connsiteY0" fmla="*/ 423009 h 459028"/>
                <a:gd name="connsiteX1" fmla="*/ 9739 w 2912392"/>
                <a:gd name="connsiteY1" fmla="*/ 426762 h 459028"/>
                <a:gd name="connsiteX2" fmla="*/ 19480 w 2912392"/>
                <a:gd name="connsiteY2" fmla="*/ 430202 h 459028"/>
                <a:gd name="connsiteX3" fmla="*/ 29221 w 2912392"/>
                <a:gd name="connsiteY3" fmla="*/ 433329 h 459028"/>
                <a:gd name="connsiteX4" fmla="*/ 38961 w 2912392"/>
                <a:gd name="connsiteY4" fmla="*/ 436144 h 459028"/>
                <a:gd name="connsiteX5" fmla="*/ 48702 w 2912392"/>
                <a:gd name="connsiteY5" fmla="*/ 438645 h 459028"/>
                <a:gd name="connsiteX6" fmla="*/ 58443 w 2912392"/>
                <a:gd name="connsiteY6" fmla="*/ 440833 h 459028"/>
                <a:gd name="connsiteX7" fmla="*/ 68182 w 2912392"/>
                <a:gd name="connsiteY7" fmla="*/ 442710 h 459028"/>
                <a:gd name="connsiteX8" fmla="*/ 77923 w 2912392"/>
                <a:gd name="connsiteY8" fmla="*/ 444277 h 459028"/>
                <a:gd name="connsiteX9" fmla="*/ 87664 w 2912392"/>
                <a:gd name="connsiteY9" fmla="*/ 445536 h 459028"/>
                <a:gd name="connsiteX10" fmla="*/ 97404 w 2912392"/>
                <a:gd name="connsiteY10" fmla="*/ 446491 h 459028"/>
                <a:gd name="connsiteX11" fmla="*/ 107145 w 2912392"/>
                <a:gd name="connsiteY11" fmla="*/ 447147 h 459028"/>
                <a:gd name="connsiteX12" fmla="*/ 116886 w 2912392"/>
                <a:gd name="connsiteY12" fmla="*/ 447504 h 459028"/>
                <a:gd name="connsiteX13" fmla="*/ 126625 w 2912392"/>
                <a:gd name="connsiteY13" fmla="*/ 447570 h 459028"/>
                <a:gd name="connsiteX14" fmla="*/ 136366 w 2912392"/>
                <a:gd name="connsiteY14" fmla="*/ 447349 h 459028"/>
                <a:gd name="connsiteX15" fmla="*/ 146107 w 2912392"/>
                <a:gd name="connsiteY15" fmla="*/ 446846 h 459028"/>
                <a:gd name="connsiteX16" fmla="*/ 155846 w 2912392"/>
                <a:gd name="connsiteY16" fmla="*/ 446068 h 459028"/>
                <a:gd name="connsiteX17" fmla="*/ 165587 w 2912392"/>
                <a:gd name="connsiteY17" fmla="*/ 445022 h 459028"/>
                <a:gd name="connsiteX18" fmla="*/ 175328 w 2912392"/>
                <a:gd name="connsiteY18" fmla="*/ 443712 h 459028"/>
                <a:gd name="connsiteX19" fmla="*/ 185068 w 2912392"/>
                <a:gd name="connsiteY19" fmla="*/ 442150 h 459028"/>
                <a:gd name="connsiteX20" fmla="*/ 194809 w 2912392"/>
                <a:gd name="connsiteY20" fmla="*/ 440338 h 459028"/>
                <a:gd name="connsiteX21" fmla="*/ 204550 w 2912392"/>
                <a:gd name="connsiteY21" fmla="*/ 438289 h 459028"/>
                <a:gd name="connsiteX22" fmla="*/ 214289 w 2912392"/>
                <a:gd name="connsiteY22" fmla="*/ 436008 h 459028"/>
                <a:gd name="connsiteX23" fmla="*/ 224030 w 2912392"/>
                <a:gd name="connsiteY23" fmla="*/ 433505 h 459028"/>
                <a:gd name="connsiteX24" fmla="*/ 233771 w 2912392"/>
                <a:gd name="connsiteY24" fmla="*/ 430788 h 459028"/>
                <a:gd name="connsiteX25" fmla="*/ 243510 w 2912392"/>
                <a:gd name="connsiteY25" fmla="*/ 427866 h 459028"/>
                <a:gd name="connsiteX26" fmla="*/ 253251 w 2912392"/>
                <a:gd name="connsiteY26" fmla="*/ 424748 h 459028"/>
                <a:gd name="connsiteX27" fmla="*/ 262992 w 2912392"/>
                <a:gd name="connsiteY27" fmla="*/ 421444 h 459028"/>
                <a:gd name="connsiteX28" fmla="*/ 272732 w 2912392"/>
                <a:gd name="connsiteY28" fmla="*/ 417963 h 459028"/>
                <a:gd name="connsiteX29" fmla="*/ 282473 w 2912392"/>
                <a:gd name="connsiteY29" fmla="*/ 414314 h 459028"/>
                <a:gd name="connsiteX30" fmla="*/ 292214 w 2912392"/>
                <a:gd name="connsiteY30" fmla="*/ 410507 h 459028"/>
                <a:gd name="connsiteX31" fmla="*/ 301953 w 2912392"/>
                <a:gd name="connsiteY31" fmla="*/ 406552 h 459028"/>
                <a:gd name="connsiteX32" fmla="*/ 311694 w 2912392"/>
                <a:gd name="connsiteY32" fmla="*/ 402457 h 459028"/>
                <a:gd name="connsiteX33" fmla="*/ 321435 w 2912392"/>
                <a:gd name="connsiteY33" fmla="*/ 398232 h 459028"/>
                <a:gd name="connsiteX34" fmla="*/ 331175 w 2912392"/>
                <a:gd name="connsiteY34" fmla="*/ 393889 h 459028"/>
                <a:gd name="connsiteX35" fmla="*/ 340916 w 2912392"/>
                <a:gd name="connsiteY35" fmla="*/ 389434 h 459028"/>
                <a:gd name="connsiteX36" fmla="*/ 350656 w 2912392"/>
                <a:gd name="connsiteY36" fmla="*/ 384878 h 459028"/>
                <a:gd name="connsiteX37" fmla="*/ 360396 w 2912392"/>
                <a:gd name="connsiteY37" fmla="*/ 380229 h 459028"/>
                <a:gd name="connsiteX38" fmla="*/ 370137 w 2912392"/>
                <a:gd name="connsiteY38" fmla="*/ 375499 h 459028"/>
                <a:gd name="connsiteX39" fmla="*/ 379878 w 2912392"/>
                <a:gd name="connsiteY39" fmla="*/ 370693 h 459028"/>
                <a:gd name="connsiteX40" fmla="*/ 389617 w 2912392"/>
                <a:gd name="connsiteY40" fmla="*/ 365822 h 459028"/>
                <a:gd name="connsiteX41" fmla="*/ 399358 w 2912392"/>
                <a:gd name="connsiteY41" fmla="*/ 360894 h 459028"/>
                <a:gd name="connsiteX42" fmla="*/ 409099 w 2912392"/>
                <a:gd name="connsiteY42" fmla="*/ 355916 h 459028"/>
                <a:gd name="connsiteX43" fmla="*/ 418839 w 2912392"/>
                <a:gd name="connsiteY43" fmla="*/ 350898 h 459028"/>
                <a:gd name="connsiteX44" fmla="*/ 428580 w 2912392"/>
                <a:gd name="connsiteY44" fmla="*/ 345846 h 459028"/>
                <a:gd name="connsiteX45" fmla="*/ 438321 w 2912392"/>
                <a:gd name="connsiteY45" fmla="*/ 340768 h 459028"/>
                <a:gd name="connsiteX46" fmla="*/ 448060 w 2912392"/>
                <a:gd name="connsiteY46" fmla="*/ 335671 h 459028"/>
                <a:gd name="connsiteX47" fmla="*/ 457801 w 2912392"/>
                <a:gd name="connsiteY47" fmla="*/ 330562 h 459028"/>
                <a:gd name="connsiteX48" fmla="*/ 467542 w 2912392"/>
                <a:gd name="connsiteY48" fmla="*/ 325447 h 459028"/>
                <a:gd name="connsiteX49" fmla="*/ 477281 w 2912392"/>
                <a:gd name="connsiteY49" fmla="*/ 320334 h 459028"/>
                <a:gd name="connsiteX50" fmla="*/ 487022 w 2912392"/>
                <a:gd name="connsiteY50" fmla="*/ 315225 h 459028"/>
                <a:gd name="connsiteX51" fmla="*/ 496763 w 2912392"/>
                <a:gd name="connsiteY51" fmla="*/ 310130 h 459028"/>
                <a:gd name="connsiteX52" fmla="*/ 506503 w 2912392"/>
                <a:gd name="connsiteY52" fmla="*/ 305051 h 459028"/>
                <a:gd name="connsiteX53" fmla="*/ 516244 w 2912392"/>
                <a:gd name="connsiteY53" fmla="*/ 299993 h 459028"/>
                <a:gd name="connsiteX54" fmla="*/ 525985 w 2912392"/>
                <a:gd name="connsiteY54" fmla="*/ 294961 h 459028"/>
                <a:gd name="connsiteX55" fmla="*/ 535724 w 2912392"/>
                <a:gd name="connsiteY55" fmla="*/ 289960 h 459028"/>
                <a:gd name="connsiteX56" fmla="*/ 545465 w 2912392"/>
                <a:gd name="connsiteY56" fmla="*/ 284992 h 459028"/>
                <a:gd name="connsiteX57" fmla="*/ 555206 w 2912392"/>
                <a:gd name="connsiteY57" fmla="*/ 280061 h 459028"/>
                <a:gd name="connsiteX58" fmla="*/ 564946 w 2912392"/>
                <a:gd name="connsiteY58" fmla="*/ 275169 h 459028"/>
                <a:gd name="connsiteX59" fmla="*/ 574687 w 2912392"/>
                <a:gd name="connsiteY59" fmla="*/ 270321 h 459028"/>
                <a:gd name="connsiteX60" fmla="*/ 584428 w 2912392"/>
                <a:gd name="connsiteY60" fmla="*/ 265518 h 459028"/>
                <a:gd name="connsiteX61" fmla="*/ 594167 w 2912392"/>
                <a:gd name="connsiteY61" fmla="*/ 260760 h 459028"/>
                <a:gd name="connsiteX62" fmla="*/ 603908 w 2912392"/>
                <a:gd name="connsiteY62" fmla="*/ 256051 h 459028"/>
                <a:gd name="connsiteX63" fmla="*/ 613649 w 2912392"/>
                <a:gd name="connsiteY63" fmla="*/ 251392 h 459028"/>
                <a:gd name="connsiteX64" fmla="*/ 623388 w 2912392"/>
                <a:gd name="connsiteY64" fmla="*/ 246782 h 459028"/>
                <a:gd name="connsiteX65" fmla="*/ 633129 w 2912392"/>
                <a:gd name="connsiteY65" fmla="*/ 242225 h 459028"/>
                <a:gd name="connsiteX66" fmla="*/ 642870 w 2912392"/>
                <a:gd name="connsiteY66" fmla="*/ 237718 h 459028"/>
                <a:gd name="connsiteX67" fmla="*/ 652610 w 2912392"/>
                <a:gd name="connsiteY67" fmla="*/ 233263 h 459028"/>
                <a:gd name="connsiteX68" fmla="*/ 662351 w 2912392"/>
                <a:gd name="connsiteY68" fmla="*/ 228859 h 459028"/>
                <a:gd name="connsiteX69" fmla="*/ 672092 w 2912392"/>
                <a:gd name="connsiteY69" fmla="*/ 224505 h 459028"/>
                <a:gd name="connsiteX70" fmla="*/ 681831 w 2912392"/>
                <a:gd name="connsiteY70" fmla="*/ 220202 h 459028"/>
                <a:gd name="connsiteX71" fmla="*/ 691572 w 2912392"/>
                <a:gd name="connsiteY71" fmla="*/ 215949 h 459028"/>
                <a:gd name="connsiteX72" fmla="*/ 701313 w 2912392"/>
                <a:gd name="connsiteY72" fmla="*/ 211743 h 459028"/>
                <a:gd name="connsiteX73" fmla="*/ 711052 w 2912392"/>
                <a:gd name="connsiteY73" fmla="*/ 207583 h 459028"/>
                <a:gd name="connsiteX74" fmla="*/ 720793 w 2912392"/>
                <a:gd name="connsiteY74" fmla="*/ 203469 h 459028"/>
                <a:gd name="connsiteX75" fmla="*/ 730534 w 2912392"/>
                <a:gd name="connsiteY75" fmla="*/ 199400 h 459028"/>
                <a:gd name="connsiteX76" fmla="*/ 740274 w 2912392"/>
                <a:gd name="connsiteY76" fmla="*/ 195372 h 459028"/>
                <a:gd name="connsiteX77" fmla="*/ 750015 w 2912392"/>
                <a:gd name="connsiteY77" fmla="*/ 191383 h 459028"/>
                <a:gd name="connsiteX78" fmla="*/ 759756 w 2912392"/>
                <a:gd name="connsiteY78" fmla="*/ 187434 h 459028"/>
                <a:gd name="connsiteX79" fmla="*/ 769495 w 2912392"/>
                <a:gd name="connsiteY79" fmla="*/ 183520 h 459028"/>
                <a:gd name="connsiteX80" fmla="*/ 779236 w 2912392"/>
                <a:gd name="connsiteY80" fmla="*/ 179640 h 459028"/>
                <a:gd name="connsiteX81" fmla="*/ 788977 w 2912392"/>
                <a:gd name="connsiteY81" fmla="*/ 175792 h 459028"/>
                <a:gd name="connsiteX82" fmla="*/ 798717 w 2912392"/>
                <a:gd name="connsiteY82" fmla="*/ 171973 h 459028"/>
                <a:gd name="connsiteX83" fmla="*/ 808458 w 2912392"/>
                <a:gd name="connsiteY83" fmla="*/ 168181 h 459028"/>
                <a:gd name="connsiteX84" fmla="*/ 818199 w 2912392"/>
                <a:gd name="connsiteY84" fmla="*/ 164416 h 459028"/>
                <a:gd name="connsiteX85" fmla="*/ 827938 w 2912392"/>
                <a:gd name="connsiteY85" fmla="*/ 160674 h 459028"/>
                <a:gd name="connsiteX86" fmla="*/ 837679 w 2912392"/>
                <a:gd name="connsiteY86" fmla="*/ 156952 h 459028"/>
                <a:gd name="connsiteX87" fmla="*/ 847420 w 2912392"/>
                <a:gd name="connsiteY87" fmla="*/ 153249 h 459028"/>
                <a:gd name="connsiteX88" fmla="*/ 857159 w 2912392"/>
                <a:gd name="connsiteY88" fmla="*/ 149563 h 459028"/>
                <a:gd name="connsiteX89" fmla="*/ 866900 w 2912392"/>
                <a:gd name="connsiteY89" fmla="*/ 145895 h 459028"/>
                <a:gd name="connsiteX90" fmla="*/ 876641 w 2912392"/>
                <a:gd name="connsiteY90" fmla="*/ 142239 h 459028"/>
                <a:gd name="connsiteX91" fmla="*/ 886381 w 2912392"/>
                <a:gd name="connsiteY91" fmla="*/ 138595 h 459028"/>
                <a:gd name="connsiteX92" fmla="*/ 896122 w 2912392"/>
                <a:gd name="connsiteY92" fmla="*/ 134962 h 459028"/>
                <a:gd name="connsiteX93" fmla="*/ 905863 w 2912392"/>
                <a:gd name="connsiteY93" fmla="*/ 131339 h 459028"/>
                <a:gd name="connsiteX94" fmla="*/ 915602 w 2912392"/>
                <a:gd name="connsiteY94" fmla="*/ 127724 h 459028"/>
                <a:gd name="connsiteX95" fmla="*/ 925343 w 2912392"/>
                <a:gd name="connsiteY95" fmla="*/ 124119 h 459028"/>
                <a:gd name="connsiteX96" fmla="*/ 935084 w 2912392"/>
                <a:gd name="connsiteY96" fmla="*/ 120519 h 459028"/>
                <a:gd name="connsiteX97" fmla="*/ 944824 w 2912392"/>
                <a:gd name="connsiteY97" fmla="*/ 116927 h 459028"/>
                <a:gd name="connsiteX98" fmla="*/ 954564 w 2912392"/>
                <a:gd name="connsiteY98" fmla="*/ 113341 h 459028"/>
                <a:gd name="connsiteX99" fmla="*/ 964305 w 2912392"/>
                <a:gd name="connsiteY99" fmla="*/ 109761 h 459028"/>
                <a:gd name="connsiteX100" fmla="*/ 974045 w 2912392"/>
                <a:gd name="connsiteY100" fmla="*/ 106188 h 459028"/>
                <a:gd name="connsiteX101" fmla="*/ 983786 w 2912392"/>
                <a:gd name="connsiteY101" fmla="*/ 102623 h 459028"/>
                <a:gd name="connsiteX102" fmla="*/ 993522 w 2912392"/>
                <a:gd name="connsiteY102" fmla="*/ 99065 h 459028"/>
                <a:gd name="connsiteX103" fmla="*/ 1003266 w 2912392"/>
                <a:gd name="connsiteY103" fmla="*/ 95517 h 459028"/>
                <a:gd name="connsiteX104" fmla="*/ 1013010 w 2912392"/>
                <a:gd name="connsiteY104" fmla="*/ 91979 h 459028"/>
                <a:gd name="connsiteX105" fmla="*/ 1022754 w 2912392"/>
                <a:gd name="connsiteY105" fmla="*/ 88454 h 459028"/>
                <a:gd name="connsiteX106" fmla="*/ 1032483 w 2912392"/>
                <a:gd name="connsiteY106" fmla="*/ 84941 h 459028"/>
                <a:gd name="connsiteX107" fmla="*/ 1042227 w 2912392"/>
                <a:gd name="connsiteY107" fmla="*/ 81444 h 459028"/>
                <a:gd name="connsiteX108" fmla="*/ 1051971 w 2912392"/>
                <a:gd name="connsiteY108" fmla="*/ 77966 h 459028"/>
                <a:gd name="connsiteX109" fmla="*/ 1061715 w 2912392"/>
                <a:gd name="connsiteY109" fmla="*/ 74508 h 459028"/>
                <a:gd name="connsiteX110" fmla="*/ 1071444 w 2912392"/>
                <a:gd name="connsiteY110" fmla="*/ 71074 h 459028"/>
                <a:gd name="connsiteX111" fmla="*/ 1081188 w 2912392"/>
                <a:gd name="connsiteY111" fmla="*/ 67667 h 459028"/>
                <a:gd name="connsiteX112" fmla="*/ 1090932 w 2912392"/>
                <a:gd name="connsiteY112" fmla="*/ 64288 h 459028"/>
                <a:gd name="connsiteX113" fmla="*/ 1100676 w 2912392"/>
                <a:gd name="connsiteY113" fmla="*/ 60944 h 459028"/>
                <a:gd name="connsiteX114" fmla="*/ 1110405 w 2912392"/>
                <a:gd name="connsiteY114" fmla="*/ 57637 h 459028"/>
                <a:gd name="connsiteX115" fmla="*/ 1120149 w 2912392"/>
                <a:gd name="connsiteY115" fmla="*/ 54371 h 459028"/>
                <a:gd name="connsiteX116" fmla="*/ 1129893 w 2912392"/>
                <a:gd name="connsiteY116" fmla="*/ 51150 h 459028"/>
                <a:gd name="connsiteX117" fmla="*/ 1139637 w 2912392"/>
                <a:gd name="connsiteY117" fmla="*/ 47979 h 459028"/>
                <a:gd name="connsiteX118" fmla="*/ 1149381 w 2912392"/>
                <a:gd name="connsiteY118" fmla="*/ 44862 h 459028"/>
                <a:gd name="connsiteX119" fmla="*/ 1159110 w 2912392"/>
                <a:gd name="connsiteY119" fmla="*/ 41805 h 459028"/>
                <a:gd name="connsiteX120" fmla="*/ 1168854 w 2912392"/>
                <a:gd name="connsiteY120" fmla="*/ 38812 h 459028"/>
                <a:gd name="connsiteX121" fmla="*/ 1178598 w 2912392"/>
                <a:gd name="connsiteY121" fmla="*/ 35889 h 459028"/>
                <a:gd name="connsiteX122" fmla="*/ 1188341 w 2912392"/>
                <a:gd name="connsiteY122" fmla="*/ 33038 h 459028"/>
                <a:gd name="connsiteX123" fmla="*/ 1198070 w 2912392"/>
                <a:gd name="connsiteY123" fmla="*/ 30269 h 459028"/>
                <a:gd name="connsiteX124" fmla="*/ 1207814 w 2912392"/>
                <a:gd name="connsiteY124" fmla="*/ 27584 h 459028"/>
                <a:gd name="connsiteX125" fmla="*/ 1217558 w 2912392"/>
                <a:gd name="connsiteY125" fmla="*/ 24989 h 459028"/>
                <a:gd name="connsiteX126" fmla="*/ 1227302 w 2912392"/>
                <a:gd name="connsiteY126" fmla="*/ 22490 h 459028"/>
                <a:gd name="connsiteX127" fmla="*/ 1237031 w 2912392"/>
                <a:gd name="connsiteY127" fmla="*/ 20094 h 459028"/>
                <a:gd name="connsiteX128" fmla="*/ 1246775 w 2912392"/>
                <a:gd name="connsiteY128" fmla="*/ 17804 h 459028"/>
                <a:gd name="connsiteX129" fmla="*/ 1256519 w 2912392"/>
                <a:gd name="connsiteY129" fmla="*/ 15628 h 459028"/>
                <a:gd name="connsiteX130" fmla="*/ 1266263 w 2912392"/>
                <a:gd name="connsiteY130" fmla="*/ 13568 h 459028"/>
                <a:gd name="connsiteX131" fmla="*/ 1276007 w 2912392"/>
                <a:gd name="connsiteY131" fmla="*/ 11635 h 459028"/>
                <a:gd name="connsiteX132" fmla="*/ 1285736 w 2912392"/>
                <a:gd name="connsiteY132" fmla="*/ 9830 h 459028"/>
                <a:gd name="connsiteX133" fmla="*/ 1295480 w 2912392"/>
                <a:gd name="connsiteY133" fmla="*/ 8160 h 459028"/>
                <a:gd name="connsiteX134" fmla="*/ 1305224 w 2912392"/>
                <a:gd name="connsiteY134" fmla="*/ 6630 h 459028"/>
                <a:gd name="connsiteX135" fmla="*/ 1314968 w 2912392"/>
                <a:gd name="connsiteY135" fmla="*/ 5247 h 459028"/>
                <a:gd name="connsiteX136" fmla="*/ 1324697 w 2912392"/>
                <a:gd name="connsiteY136" fmla="*/ 4014 h 459028"/>
                <a:gd name="connsiteX137" fmla="*/ 1334441 w 2912392"/>
                <a:gd name="connsiteY137" fmla="*/ 2937 h 459028"/>
                <a:gd name="connsiteX138" fmla="*/ 1344185 w 2912392"/>
                <a:gd name="connsiteY138" fmla="*/ 2020 h 459028"/>
                <a:gd name="connsiteX139" fmla="*/ 1353929 w 2912392"/>
                <a:gd name="connsiteY139" fmla="*/ 1268 h 459028"/>
                <a:gd name="connsiteX140" fmla="*/ 1363658 w 2912392"/>
                <a:gd name="connsiteY140" fmla="*/ 687 h 459028"/>
                <a:gd name="connsiteX141" fmla="*/ 1373402 w 2912392"/>
                <a:gd name="connsiteY141" fmla="*/ 279 h 459028"/>
                <a:gd name="connsiteX142" fmla="*/ 1383146 w 2912392"/>
                <a:gd name="connsiteY142" fmla="*/ 49 h 459028"/>
                <a:gd name="connsiteX143" fmla="*/ 1392890 w 2912392"/>
                <a:gd name="connsiteY143" fmla="*/ 0 h 459028"/>
                <a:gd name="connsiteX144" fmla="*/ 1402619 w 2912392"/>
                <a:gd name="connsiteY144" fmla="*/ 137 h 459028"/>
                <a:gd name="connsiteX145" fmla="*/ 1412363 w 2912392"/>
                <a:gd name="connsiteY145" fmla="*/ 463 h 459028"/>
                <a:gd name="connsiteX146" fmla="*/ 1422106 w 2912392"/>
                <a:gd name="connsiteY146" fmla="*/ 980 h 459028"/>
                <a:gd name="connsiteX147" fmla="*/ 1431850 w 2912392"/>
                <a:gd name="connsiteY147" fmla="*/ 1691 h 459028"/>
                <a:gd name="connsiteX148" fmla="*/ 1441594 w 2912392"/>
                <a:gd name="connsiteY148" fmla="*/ 2600 h 459028"/>
                <a:gd name="connsiteX149" fmla="*/ 1451323 w 2912392"/>
                <a:gd name="connsiteY149" fmla="*/ 3707 h 459028"/>
                <a:gd name="connsiteX150" fmla="*/ 1461067 w 2912392"/>
                <a:gd name="connsiteY150" fmla="*/ 5013 h 459028"/>
                <a:gd name="connsiteX151" fmla="*/ 1470811 w 2912392"/>
                <a:gd name="connsiteY151" fmla="*/ 6523 h 459028"/>
                <a:gd name="connsiteX152" fmla="*/ 1480555 w 2912392"/>
                <a:gd name="connsiteY152" fmla="*/ 8236 h 459028"/>
                <a:gd name="connsiteX153" fmla="*/ 1490284 w 2912392"/>
                <a:gd name="connsiteY153" fmla="*/ 10152 h 459028"/>
                <a:gd name="connsiteX154" fmla="*/ 1500028 w 2912392"/>
                <a:gd name="connsiteY154" fmla="*/ 12272 h 459028"/>
                <a:gd name="connsiteX155" fmla="*/ 1509772 w 2912392"/>
                <a:gd name="connsiteY155" fmla="*/ 14598 h 459028"/>
                <a:gd name="connsiteX156" fmla="*/ 1519516 w 2912392"/>
                <a:gd name="connsiteY156" fmla="*/ 17126 h 459028"/>
                <a:gd name="connsiteX157" fmla="*/ 1529245 w 2912392"/>
                <a:gd name="connsiteY157" fmla="*/ 19860 h 459028"/>
                <a:gd name="connsiteX158" fmla="*/ 1538989 w 2912392"/>
                <a:gd name="connsiteY158" fmla="*/ 22795 h 459028"/>
                <a:gd name="connsiteX159" fmla="*/ 1548733 w 2912392"/>
                <a:gd name="connsiteY159" fmla="*/ 25933 h 459028"/>
                <a:gd name="connsiteX160" fmla="*/ 1558477 w 2912392"/>
                <a:gd name="connsiteY160" fmla="*/ 29271 h 459028"/>
                <a:gd name="connsiteX161" fmla="*/ 1568221 w 2912392"/>
                <a:gd name="connsiteY161" fmla="*/ 32806 h 459028"/>
                <a:gd name="connsiteX162" fmla="*/ 1577950 w 2912392"/>
                <a:gd name="connsiteY162" fmla="*/ 36537 h 459028"/>
                <a:gd name="connsiteX163" fmla="*/ 1587694 w 2912392"/>
                <a:gd name="connsiteY163" fmla="*/ 40461 h 459028"/>
                <a:gd name="connsiteX164" fmla="*/ 1597438 w 2912392"/>
                <a:gd name="connsiteY164" fmla="*/ 44575 h 459028"/>
                <a:gd name="connsiteX165" fmla="*/ 1607182 w 2912392"/>
                <a:gd name="connsiteY165" fmla="*/ 48876 h 459028"/>
                <a:gd name="connsiteX166" fmla="*/ 1616911 w 2912392"/>
                <a:gd name="connsiteY166" fmla="*/ 53362 h 459028"/>
                <a:gd name="connsiteX167" fmla="*/ 1626655 w 2912392"/>
                <a:gd name="connsiteY167" fmla="*/ 58027 h 459028"/>
                <a:gd name="connsiteX168" fmla="*/ 1636399 w 2912392"/>
                <a:gd name="connsiteY168" fmla="*/ 62868 h 459028"/>
                <a:gd name="connsiteX169" fmla="*/ 1646142 w 2912392"/>
                <a:gd name="connsiteY169" fmla="*/ 67880 h 459028"/>
                <a:gd name="connsiteX170" fmla="*/ 1655872 w 2912392"/>
                <a:gd name="connsiteY170" fmla="*/ 73059 h 459028"/>
                <a:gd name="connsiteX171" fmla="*/ 1665616 w 2912392"/>
                <a:gd name="connsiteY171" fmla="*/ 78398 h 459028"/>
                <a:gd name="connsiteX172" fmla="*/ 1675359 w 2912392"/>
                <a:gd name="connsiteY172" fmla="*/ 83896 h 459028"/>
                <a:gd name="connsiteX173" fmla="*/ 1685103 w 2912392"/>
                <a:gd name="connsiteY173" fmla="*/ 89546 h 459028"/>
                <a:gd name="connsiteX174" fmla="*/ 1694832 w 2912392"/>
                <a:gd name="connsiteY174" fmla="*/ 95340 h 459028"/>
                <a:gd name="connsiteX175" fmla="*/ 1704576 w 2912392"/>
                <a:gd name="connsiteY175" fmla="*/ 101276 h 459028"/>
                <a:gd name="connsiteX176" fmla="*/ 1714320 w 2912392"/>
                <a:gd name="connsiteY176" fmla="*/ 107346 h 459028"/>
                <a:gd name="connsiteX177" fmla="*/ 1724064 w 2912392"/>
                <a:gd name="connsiteY177" fmla="*/ 113544 h 459028"/>
                <a:gd name="connsiteX178" fmla="*/ 1733808 w 2912392"/>
                <a:gd name="connsiteY178" fmla="*/ 119864 h 459028"/>
                <a:gd name="connsiteX179" fmla="*/ 1743537 w 2912392"/>
                <a:gd name="connsiteY179" fmla="*/ 126300 h 459028"/>
                <a:gd name="connsiteX180" fmla="*/ 1753281 w 2912392"/>
                <a:gd name="connsiteY180" fmla="*/ 132845 h 459028"/>
                <a:gd name="connsiteX181" fmla="*/ 1763025 w 2912392"/>
                <a:gd name="connsiteY181" fmla="*/ 139493 h 459028"/>
                <a:gd name="connsiteX182" fmla="*/ 1772769 w 2912392"/>
                <a:gd name="connsiteY182" fmla="*/ 146236 h 459028"/>
                <a:gd name="connsiteX183" fmla="*/ 1782498 w 2912392"/>
                <a:gd name="connsiteY183" fmla="*/ 153068 h 459028"/>
                <a:gd name="connsiteX184" fmla="*/ 1792242 w 2912392"/>
                <a:gd name="connsiteY184" fmla="*/ 159982 h 459028"/>
                <a:gd name="connsiteX185" fmla="*/ 1801986 w 2912392"/>
                <a:gd name="connsiteY185" fmla="*/ 166971 h 459028"/>
                <a:gd name="connsiteX186" fmla="*/ 1811730 w 2912392"/>
                <a:gd name="connsiteY186" fmla="*/ 174029 h 459028"/>
                <a:gd name="connsiteX187" fmla="*/ 1821459 w 2912392"/>
                <a:gd name="connsiteY187" fmla="*/ 181146 h 459028"/>
                <a:gd name="connsiteX188" fmla="*/ 1831203 w 2912392"/>
                <a:gd name="connsiteY188" fmla="*/ 188319 h 459028"/>
                <a:gd name="connsiteX189" fmla="*/ 1840947 w 2912392"/>
                <a:gd name="connsiteY189" fmla="*/ 195536 h 459028"/>
                <a:gd name="connsiteX190" fmla="*/ 1850691 w 2912392"/>
                <a:gd name="connsiteY190" fmla="*/ 202793 h 459028"/>
                <a:gd name="connsiteX191" fmla="*/ 1860435 w 2912392"/>
                <a:gd name="connsiteY191" fmla="*/ 210082 h 459028"/>
                <a:gd name="connsiteX192" fmla="*/ 1870164 w 2912392"/>
                <a:gd name="connsiteY192" fmla="*/ 217395 h 459028"/>
                <a:gd name="connsiteX193" fmla="*/ 1879908 w 2912392"/>
                <a:gd name="connsiteY193" fmla="*/ 224726 h 459028"/>
                <a:gd name="connsiteX194" fmla="*/ 1889652 w 2912392"/>
                <a:gd name="connsiteY194" fmla="*/ 232067 h 459028"/>
                <a:gd name="connsiteX195" fmla="*/ 1899395 w 2912392"/>
                <a:gd name="connsiteY195" fmla="*/ 239410 h 459028"/>
                <a:gd name="connsiteX196" fmla="*/ 1909124 w 2912392"/>
                <a:gd name="connsiteY196" fmla="*/ 246748 h 459028"/>
                <a:gd name="connsiteX197" fmla="*/ 1918868 w 2912392"/>
                <a:gd name="connsiteY197" fmla="*/ 254075 h 459028"/>
                <a:gd name="connsiteX198" fmla="*/ 1928612 w 2912392"/>
                <a:gd name="connsiteY198" fmla="*/ 261383 h 459028"/>
                <a:gd name="connsiteX199" fmla="*/ 1938356 w 2912392"/>
                <a:gd name="connsiteY199" fmla="*/ 268664 h 459028"/>
                <a:gd name="connsiteX200" fmla="*/ 1948085 w 2912392"/>
                <a:gd name="connsiteY200" fmla="*/ 275911 h 459028"/>
                <a:gd name="connsiteX201" fmla="*/ 1957829 w 2912392"/>
                <a:gd name="connsiteY201" fmla="*/ 283118 h 459028"/>
                <a:gd name="connsiteX202" fmla="*/ 1967573 w 2912392"/>
                <a:gd name="connsiteY202" fmla="*/ 290277 h 459028"/>
                <a:gd name="connsiteX203" fmla="*/ 1977317 w 2912392"/>
                <a:gd name="connsiteY203" fmla="*/ 297381 h 459028"/>
                <a:gd name="connsiteX204" fmla="*/ 1987046 w 2912392"/>
                <a:gd name="connsiteY204" fmla="*/ 304422 h 459028"/>
                <a:gd name="connsiteX205" fmla="*/ 1996790 w 2912392"/>
                <a:gd name="connsiteY205" fmla="*/ 311393 h 459028"/>
                <a:gd name="connsiteX206" fmla="*/ 2006534 w 2912392"/>
                <a:gd name="connsiteY206" fmla="*/ 318288 h 459028"/>
                <a:gd name="connsiteX207" fmla="*/ 2016278 w 2912392"/>
                <a:gd name="connsiteY207" fmla="*/ 325100 h 459028"/>
                <a:gd name="connsiteX208" fmla="*/ 2026022 w 2912392"/>
                <a:gd name="connsiteY208" fmla="*/ 331821 h 459028"/>
                <a:gd name="connsiteX209" fmla="*/ 2035751 w 2912392"/>
                <a:gd name="connsiteY209" fmla="*/ 338444 h 459028"/>
                <a:gd name="connsiteX210" fmla="*/ 2045495 w 2912392"/>
                <a:gd name="connsiteY210" fmla="*/ 344964 h 459028"/>
                <a:gd name="connsiteX211" fmla="*/ 2055239 w 2912392"/>
                <a:gd name="connsiteY211" fmla="*/ 351370 h 459028"/>
                <a:gd name="connsiteX212" fmla="*/ 2064983 w 2912392"/>
                <a:gd name="connsiteY212" fmla="*/ 357657 h 459028"/>
                <a:gd name="connsiteX213" fmla="*/ 2074712 w 2912392"/>
                <a:gd name="connsiteY213" fmla="*/ 363821 h 459028"/>
                <a:gd name="connsiteX214" fmla="*/ 2084456 w 2912392"/>
                <a:gd name="connsiteY214" fmla="*/ 369851 h 459028"/>
                <a:gd name="connsiteX215" fmla="*/ 2094200 w 2912392"/>
                <a:gd name="connsiteY215" fmla="*/ 375742 h 459028"/>
                <a:gd name="connsiteX216" fmla="*/ 2103944 w 2912392"/>
                <a:gd name="connsiteY216" fmla="*/ 381487 h 459028"/>
                <a:gd name="connsiteX217" fmla="*/ 2113673 w 2912392"/>
                <a:gd name="connsiteY217" fmla="*/ 387079 h 459028"/>
                <a:gd name="connsiteX218" fmla="*/ 2123417 w 2912392"/>
                <a:gd name="connsiteY218" fmla="*/ 392511 h 459028"/>
                <a:gd name="connsiteX219" fmla="*/ 2133161 w 2912392"/>
                <a:gd name="connsiteY219" fmla="*/ 397776 h 459028"/>
                <a:gd name="connsiteX220" fmla="*/ 2142905 w 2912392"/>
                <a:gd name="connsiteY220" fmla="*/ 402868 h 459028"/>
                <a:gd name="connsiteX221" fmla="*/ 2152649 w 2912392"/>
                <a:gd name="connsiteY221" fmla="*/ 407782 h 459028"/>
                <a:gd name="connsiteX222" fmla="*/ 2162377 w 2912392"/>
                <a:gd name="connsiteY222" fmla="*/ 412508 h 459028"/>
                <a:gd name="connsiteX223" fmla="*/ 2172121 w 2912392"/>
                <a:gd name="connsiteY223" fmla="*/ 417043 h 459028"/>
                <a:gd name="connsiteX224" fmla="*/ 2181865 w 2912392"/>
                <a:gd name="connsiteY224" fmla="*/ 421377 h 459028"/>
                <a:gd name="connsiteX225" fmla="*/ 2191609 w 2912392"/>
                <a:gd name="connsiteY225" fmla="*/ 425507 h 459028"/>
                <a:gd name="connsiteX226" fmla="*/ 2201338 w 2912392"/>
                <a:gd name="connsiteY226" fmla="*/ 429426 h 459028"/>
                <a:gd name="connsiteX227" fmla="*/ 2211082 w 2912392"/>
                <a:gd name="connsiteY227" fmla="*/ 433125 h 459028"/>
                <a:gd name="connsiteX228" fmla="*/ 2220826 w 2912392"/>
                <a:gd name="connsiteY228" fmla="*/ 436603 h 459028"/>
                <a:gd name="connsiteX229" fmla="*/ 2230570 w 2912392"/>
                <a:gd name="connsiteY229" fmla="*/ 439849 h 459028"/>
                <a:gd name="connsiteX230" fmla="*/ 2240299 w 2912392"/>
                <a:gd name="connsiteY230" fmla="*/ 442862 h 459028"/>
                <a:gd name="connsiteX231" fmla="*/ 2250043 w 2912392"/>
                <a:gd name="connsiteY231" fmla="*/ 445633 h 459028"/>
                <a:gd name="connsiteX232" fmla="*/ 2259787 w 2912392"/>
                <a:gd name="connsiteY232" fmla="*/ 448158 h 459028"/>
                <a:gd name="connsiteX233" fmla="*/ 2269531 w 2912392"/>
                <a:gd name="connsiteY233" fmla="*/ 450432 h 459028"/>
                <a:gd name="connsiteX234" fmla="*/ 2279260 w 2912392"/>
                <a:gd name="connsiteY234" fmla="*/ 452449 h 459028"/>
                <a:gd name="connsiteX235" fmla="*/ 2289004 w 2912392"/>
                <a:gd name="connsiteY235" fmla="*/ 454206 h 459028"/>
                <a:gd name="connsiteX236" fmla="*/ 2298748 w 2912392"/>
                <a:gd name="connsiteY236" fmla="*/ 455696 h 459028"/>
                <a:gd name="connsiteX237" fmla="*/ 2308492 w 2912392"/>
                <a:gd name="connsiteY237" fmla="*/ 456918 h 459028"/>
                <a:gd name="connsiteX238" fmla="*/ 2318236 w 2912392"/>
                <a:gd name="connsiteY238" fmla="*/ 457865 h 459028"/>
                <a:gd name="connsiteX239" fmla="*/ 2327965 w 2912392"/>
                <a:gd name="connsiteY239" fmla="*/ 458534 h 459028"/>
                <a:gd name="connsiteX240" fmla="*/ 2337709 w 2912392"/>
                <a:gd name="connsiteY240" fmla="*/ 458923 h 459028"/>
                <a:gd name="connsiteX241" fmla="*/ 2347453 w 2912392"/>
                <a:gd name="connsiteY241" fmla="*/ 459029 h 459028"/>
                <a:gd name="connsiteX242" fmla="*/ 2357197 w 2912392"/>
                <a:gd name="connsiteY242" fmla="*/ 458847 h 459028"/>
                <a:gd name="connsiteX243" fmla="*/ 2366926 w 2912392"/>
                <a:gd name="connsiteY243" fmla="*/ 458378 h 459028"/>
                <a:gd name="connsiteX244" fmla="*/ 2376670 w 2912392"/>
                <a:gd name="connsiteY244" fmla="*/ 457616 h 459028"/>
                <a:gd name="connsiteX245" fmla="*/ 2386413 w 2912392"/>
                <a:gd name="connsiteY245" fmla="*/ 456563 h 459028"/>
                <a:gd name="connsiteX246" fmla="*/ 2396157 w 2912392"/>
                <a:gd name="connsiteY246" fmla="*/ 455216 h 459028"/>
                <a:gd name="connsiteX247" fmla="*/ 2405886 w 2912392"/>
                <a:gd name="connsiteY247" fmla="*/ 453576 h 459028"/>
                <a:gd name="connsiteX248" fmla="*/ 2415630 w 2912392"/>
                <a:gd name="connsiteY248" fmla="*/ 451640 h 459028"/>
                <a:gd name="connsiteX249" fmla="*/ 2425374 w 2912392"/>
                <a:gd name="connsiteY249" fmla="*/ 449411 h 459028"/>
                <a:gd name="connsiteX250" fmla="*/ 2435118 w 2912392"/>
                <a:gd name="connsiteY250" fmla="*/ 446889 h 459028"/>
                <a:gd name="connsiteX251" fmla="*/ 2444862 w 2912392"/>
                <a:gd name="connsiteY251" fmla="*/ 444075 h 459028"/>
                <a:gd name="connsiteX252" fmla="*/ 2454591 w 2912392"/>
                <a:gd name="connsiteY252" fmla="*/ 440968 h 459028"/>
                <a:gd name="connsiteX253" fmla="*/ 2464335 w 2912392"/>
                <a:gd name="connsiteY253" fmla="*/ 437576 h 459028"/>
                <a:gd name="connsiteX254" fmla="*/ 2474079 w 2912392"/>
                <a:gd name="connsiteY254" fmla="*/ 433896 h 459028"/>
                <a:gd name="connsiteX255" fmla="*/ 2483823 w 2912392"/>
                <a:gd name="connsiteY255" fmla="*/ 429935 h 459028"/>
                <a:gd name="connsiteX256" fmla="*/ 2493552 w 2912392"/>
                <a:gd name="connsiteY256" fmla="*/ 425695 h 459028"/>
                <a:gd name="connsiteX257" fmla="*/ 2503296 w 2912392"/>
                <a:gd name="connsiteY257" fmla="*/ 421181 h 459028"/>
                <a:gd name="connsiteX258" fmla="*/ 2513040 w 2912392"/>
                <a:gd name="connsiteY258" fmla="*/ 416398 h 459028"/>
                <a:gd name="connsiteX259" fmla="*/ 2522784 w 2912392"/>
                <a:gd name="connsiteY259" fmla="*/ 411352 h 459028"/>
                <a:gd name="connsiteX260" fmla="*/ 2532513 w 2912392"/>
                <a:gd name="connsiteY260" fmla="*/ 406046 h 459028"/>
                <a:gd name="connsiteX261" fmla="*/ 2542257 w 2912392"/>
                <a:gd name="connsiteY261" fmla="*/ 400491 h 459028"/>
                <a:gd name="connsiteX262" fmla="*/ 2552001 w 2912392"/>
                <a:gd name="connsiteY262" fmla="*/ 394690 h 459028"/>
                <a:gd name="connsiteX263" fmla="*/ 2561745 w 2912392"/>
                <a:gd name="connsiteY263" fmla="*/ 388653 h 459028"/>
                <a:gd name="connsiteX264" fmla="*/ 2571474 w 2912392"/>
                <a:gd name="connsiteY264" fmla="*/ 382388 h 459028"/>
                <a:gd name="connsiteX265" fmla="*/ 2581218 w 2912392"/>
                <a:gd name="connsiteY265" fmla="*/ 375903 h 459028"/>
                <a:gd name="connsiteX266" fmla="*/ 2590962 w 2912392"/>
                <a:gd name="connsiteY266" fmla="*/ 369207 h 459028"/>
                <a:gd name="connsiteX267" fmla="*/ 2600705 w 2912392"/>
                <a:gd name="connsiteY267" fmla="*/ 362310 h 459028"/>
                <a:gd name="connsiteX268" fmla="*/ 2610449 w 2912392"/>
                <a:gd name="connsiteY268" fmla="*/ 355223 h 459028"/>
                <a:gd name="connsiteX269" fmla="*/ 2620178 w 2912392"/>
                <a:gd name="connsiteY269" fmla="*/ 347955 h 459028"/>
                <a:gd name="connsiteX270" fmla="*/ 2629922 w 2912392"/>
                <a:gd name="connsiteY270" fmla="*/ 340518 h 459028"/>
                <a:gd name="connsiteX271" fmla="*/ 2639666 w 2912392"/>
                <a:gd name="connsiteY271" fmla="*/ 332922 h 459028"/>
                <a:gd name="connsiteX272" fmla="*/ 2649410 w 2912392"/>
                <a:gd name="connsiteY272" fmla="*/ 325182 h 459028"/>
                <a:gd name="connsiteX273" fmla="*/ 2659139 w 2912392"/>
                <a:gd name="connsiteY273" fmla="*/ 317307 h 459028"/>
                <a:gd name="connsiteX274" fmla="*/ 2668883 w 2912392"/>
                <a:gd name="connsiteY274" fmla="*/ 309312 h 459028"/>
                <a:gd name="connsiteX275" fmla="*/ 2678627 w 2912392"/>
                <a:gd name="connsiteY275" fmla="*/ 301208 h 459028"/>
                <a:gd name="connsiteX276" fmla="*/ 2688371 w 2912392"/>
                <a:gd name="connsiteY276" fmla="*/ 293009 h 459028"/>
                <a:gd name="connsiteX277" fmla="*/ 2698100 w 2912392"/>
                <a:gd name="connsiteY277" fmla="*/ 284730 h 459028"/>
                <a:gd name="connsiteX278" fmla="*/ 2707844 w 2912392"/>
                <a:gd name="connsiteY278" fmla="*/ 276384 h 459028"/>
                <a:gd name="connsiteX279" fmla="*/ 2717588 w 2912392"/>
                <a:gd name="connsiteY279" fmla="*/ 267984 h 459028"/>
                <a:gd name="connsiteX280" fmla="*/ 2727332 w 2912392"/>
                <a:gd name="connsiteY280" fmla="*/ 259545 h 459028"/>
                <a:gd name="connsiteX281" fmla="*/ 2737076 w 2912392"/>
                <a:gd name="connsiteY281" fmla="*/ 251081 h 459028"/>
                <a:gd name="connsiteX282" fmla="*/ 2746805 w 2912392"/>
                <a:gd name="connsiteY282" fmla="*/ 242608 h 459028"/>
                <a:gd name="connsiteX283" fmla="*/ 2756549 w 2912392"/>
                <a:gd name="connsiteY283" fmla="*/ 234137 h 459028"/>
                <a:gd name="connsiteX284" fmla="*/ 2766293 w 2912392"/>
                <a:gd name="connsiteY284" fmla="*/ 225688 h 459028"/>
                <a:gd name="connsiteX285" fmla="*/ 2776037 w 2912392"/>
                <a:gd name="connsiteY285" fmla="*/ 217270 h 459028"/>
                <a:gd name="connsiteX286" fmla="*/ 2785766 w 2912392"/>
                <a:gd name="connsiteY286" fmla="*/ 208903 h 459028"/>
                <a:gd name="connsiteX287" fmla="*/ 2795510 w 2912392"/>
                <a:gd name="connsiteY287" fmla="*/ 200598 h 459028"/>
                <a:gd name="connsiteX288" fmla="*/ 2805254 w 2912392"/>
                <a:gd name="connsiteY288" fmla="*/ 192371 h 459028"/>
                <a:gd name="connsiteX289" fmla="*/ 2814998 w 2912392"/>
                <a:gd name="connsiteY289" fmla="*/ 184235 h 459028"/>
                <a:gd name="connsiteX290" fmla="*/ 2824727 w 2912392"/>
                <a:gd name="connsiteY290" fmla="*/ 176206 h 459028"/>
                <a:gd name="connsiteX291" fmla="*/ 2834471 w 2912392"/>
                <a:gd name="connsiteY291" fmla="*/ 168296 h 459028"/>
                <a:gd name="connsiteX292" fmla="*/ 2844215 w 2912392"/>
                <a:gd name="connsiteY292" fmla="*/ 160522 h 459028"/>
                <a:gd name="connsiteX293" fmla="*/ 2853958 w 2912392"/>
                <a:gd name="connsiteY293" fmla="*/ 152893 h 459028"/>
                <a:gd name="connsiteX294" fmla="*/ 2863687 w 2912392"/>
                <a:gd name="connsiteY294" fmla="*/ 145426 h 459028"/>
                <a:gd name="connsiteX295" fmla="*/ 2873431 w 2912392"/>
                <a:gd name="connsiteY295" fmla="*/ 138133 h 459028"/>
                <a:gd name="connsiteX296" fmla="*/ 2883175 w 2912392"/>
                <a:gd name="connsiteY296" fmla="*/ 131025 h 459028"/>
                <a:gd name="connsiteX297" fmla="*/ 2892919 w 2912392"/>
                <a:gd name="connsiteY297" fmla="*/ 124116 h 459028"/>
                <a:gd name="connsiteX298" fmla="*/ 2902663 w 2912392"/>
                <a:gd name="connsiteY298" fmla="*/ 117416 h 459028"/>
                <a:gd name="connsiteX299" fmla="*/ 2912392 w 2912392"/>
                <a:gd name="connsiteY299" fmla="*/ 110938 h 459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2392" h="459028">
                  <a:moveTo>
                    <a:pt x="0" y="423009"/>
                  </a:moveTo>
                  <a:lnTo>
                    <a:pt x="9739" y="426762"/>
                  </a:lnTo>
                  <a:lnTo>
                    <a:pt x="19480" y="430202"/>
                  </a:lnTo>
                  <a:lnTo>
                    <a:pt x="29221" y="433329"/>
                  </a:lnTo>
                  <a:lnTo>
                    <a:pt x="38961" y="436144"/>
                  </a:lnTo>
                  <a:lnTo>
                    <a:pt x="48702" y="438645"/>
                  </a:lnTo>
                  <a:lnTo>
                    <a:pt x="58443" y="440833"/>
                  </a:lnTo>
                  <a:lnTo>
                    <a:pt x="68182" y="442710"/>
                  </a:lnTo>
                  <a:lnTo>
                    <a:pt x="77923" y="444277"/>
                  </a:lnTo>
                  <a:lnTo>
                    <a:pt x="87664" y="445536"/>
                  </a:lnTo>
                  <a:lnTo>
                    <a:pt x="97404" y="446491"/>
                  </a:lnTo>
                  <a:lnTo>
                    <a:pt x="107145" y="447147"/>
                  </a:lnTo>
                  <a:lnTo>
                    <a:pt x="116886" y="447504"/>
                  </a:lnTo>
                  <a:lnTo>
                    <a:pt x="126625" y="447570"/>
                  </a:lnTo>
                  <a:lnTo>
                    <a:pt x="136366" y="447349"/>
                  </a:lnTo>
                  <a:lnTo>
                    <a:pt x="146107" y="446846"/>
                  </a:lnTo>
                  <a:lnTo>
                    <a:pt x="155846" y="446068"/>
                  </a:lnTo>
                  <a:lnTo>
                    <a:pt x="165587" y="445022"/>
                  </a:lnTo>
                  <a:lnTo>
                    <a:pt x="175328" y="443712"/>
                  </a:lnTo>
                  <a:lnTo>
                    <a:pt x="185068" y="442150"/>
                  </a:lnTo>
                  <a:lnTo>
                    <a:pt x="194809" y="440338"/>
                  </a:lnTo>
                  <a:lnTo>
                    <a:pt x="204550" y="438289"/>
                  </a:lnTo>
                  <a:lnTo>
                    <a:pt x="214289" y="436008"/>
                  </a:lnTo>
                  <a:lnTo>
                    <a:pt x="224030" y="433505"/>
                  </a:lnTo>
                  <a:lnTo>
                    <a:pt x="233771" y="430788"/>
                  </a:lnTo>
                  <a:lnTo>
                    <a:pt x="243510" y="427866"/>
                  </a:lnTo>
                  <a:lnTo>
                    <a:pt x="253251" y="424748"/>
                  </a:lnTo>
                  <a:lnTo>
                    <a:pt x="262992" y="421444"/>
                  </a:lnTo>
                  <a:lnTo>
                    <a:pt x="272732" y="417963"/>
                  </a:lnTo>
                  <a:lnTo>
                    <a:pt x="282473" y="414314"/>
                  </a:lnTo>
                  <a:lnTo>
                    <a:pt x="292214" y="410507"/>
                  </a:lnTo>
                  <a:lnTo>
                    <a:pt x="301953" y="406552"/>
                  </a:lnTo>
                  <a:lnTo>
                    <a:pt x="311694" y="402457"/>
                  </a:lnTo>
                  <a:lnTo>
                    <a:pt x="321435" y="398232"/>
                  </a:lnTo>
                  <a:lnTo>
                    <a:pt x="331175" y="393889"/>
                  </a:lnTo>
                  <a:lnTo>
                    <a:pt x="340916" y="389434"/>
                  </a:lnTo>
                  <a:lnTo>
                    <a:pt x="350656" y="384878"/>
                  </a:lnTo>
                  <a:lnTo>
                    <a:pt x="360396" y="380229"/>
                  </a:lnTo>
                  <a:lnTo>
                    <a:pt x="370137" y="375499"/>
                  </a:lnTo>
                  <a:lnTo>
                    <a:pt x="379878" y="370693"/>
                  </a:lnTo>
                  <a:lnTo>
                    <a:pt x="389617" y="365822"/>
                  </a:lnTo>
                  <a:lnTo>
                    <a:pt x="399358" y="360894"/>
                  </a:lnTo>
                  <a:lnTo>
                    <a:pt x="409099" y="355916"/>
                  </a:lnTo>
                  <a:lnTo>
                    <a:pt x="418839" y="350898"/>
                  </a:lnTo>
                  <a:lnTo>
                    <a:pt x="428580" y="345846"/>
                  </a:lnTo>
                  <a:lnTo>
                    <a:pt x="438321" y="340768"/>
                  </a:lnTo>
                  <a:lnTo>
                    <a:pt x="448060" y="335671"/>
                  </a:lnTo>
                  <a:lnTo>
                    <a:pt x="457801" y="330562"/>
                  </a:lnTo>
                  <a:lnTo>
                    <a:pt x="467542" y="325447"/>
                  </a:lnTo>
                  <a:lnTo>
                    <a:pt x="477281" y="320334"/>
                  </a:lnTo>
                  <a:lnTo>
                    <a:pt x="487022" y="315225"/>
                  </a:lnTo>
                  <a:lnTo>
                    <a:pt x="496763" y="310130"/>
                  </a:lnTo>
                  <a:lnTo>
                    <a:pt x="506503" y="305051"/>
                  </a:lnTo>
                  <a:lnTo>
                    <a:pt x="516244" y="299993"/>
                  </a:lnTo>
                  <a:lnTo>
                    <a:pt x="525985" y="294961"/>
                  </a:lnTo>
                  <a:lnTo>
                    <a:pt x="535724" y="289960"/>
                  </a:lnTo>
                  <a:lnTo>
                    <a:pt x="545465" y="284992"/>
                  </a:lnTo>
                  <a:lnTo>
                    <a:pt x="555206" y="280061"/>
                  </a:lnTo>
                  <a:lnTo>
                    <a:pt x="564946" y="275169"/>
                  </a:lnTo>
                  <a:lnTo>
                    <a:pt x="574687" y="270321"/>
                  </a:lnTo>
                  <a:lnTo>
                    <a:pt x="584428" y="265518"/>
                  </a:lnTo>
                  <a:lnTo>
                    <a:pt x="594167" y="260760"/>
                  </a:lnTo>
                  <a:lnTo>
                    <a:pt x="603908" y="256051"/>
                  </a:lnTo>
                  <a:lnTo>
                    <a:pt x="613649" y="251392"/>
                  </a:lnTo>
                  <a:lnTo>
                    <a:pt x="623388" y="246782"/>
                  </a:lnTo>
                  <a:lnTo>
                    <a:pt x="633129" y="242225"/>
                  </a:lnTo>
                  <a:lnTo>
                    <a:pt x="642870" y="237718"/>
                  </a:lnTo>
                  <a:lnTo>
                    <a:pt x="652610" y="233263"/>
                  </a:lnTo>
                  <a:lnTo>
                    <a:pt x="662351" y="228859"/>
                  </a:lnTo>
                  <a:lnTo>
                    <a:pt x="672092" y="224505"/>
                  </a:lnTo>
                  <a:lnTo>
                    <a:pt x="681831" y="220202"/>
                  </a:lnTo>
                  <a:lnTo>
                    <a:pt x="691572" y="215949"/>
                  </a:lnTo>
                  <a:lnTo>
                    <a:pt x="701313" y="211743"/>
                  </a:lnTo>
                  <a:lnTo>
                    <a:pt x="711052" y="207583"/>
                  </a:lnTo>
                  <a:lnTo>
                    <a:pt x="720793" y="203469"/>
                  </a:lnTo>
                  <a:lnTo>
                    <a:pt x="730534" y="199400"/>
                  </a:lnTo>
                  <a:lnTo>
                    <a:pt x="740274" y="195372"/>
                  </a:lnTo>
                  <a:lnTo>
                    <a:pt x="750015" y="191383"/>
                  </a:lnTo>
                  <a:lnTo>
                    <a:pt x="759756" y="187434"/>
                  </a:lnTo>
                  <a:lnTo>
                    <a:pt x="769495" y="183520"/>
                  </a:lnTo>
                  <a:lnTo>
                    <a:pt x="779236" y="179640"/>
                  </a:lnTo>
                  <a:lnTo>
                    <a:pt x="788977" y="175792"/>
                  </a:lnTo>
                  <a:lnTo>
                    <a:pt x="798717" y="171973"/>
                  </a:lnTo>
                  <a:lnTo>
                    <a:pt x="808458" y="168181"/>
                  </a:lnTo>
                  <a:lnTo>
                    <a:pt x="818199" y="164416"/>
                  </a:lnTo>
                  <a:lnTo>
                    <a:pt x="827938" y="160674"/>
                  </a:lnTo>
                  <a:lnTo>
                    <a:pt x="837679" y="156952"/>
                  </a:lnTo>
                  <a:lnTo>
                    <a:pt x="847420" y="153249"/>
                  </a:lnTo>
                  <a:lnTo>
                    <a:pt x="857159" y="149563"/>
                  </a:lnTo>
                  <a:lnTo>
                    <a:pt x="866900" y="145895"/>
                  </a:lnTo>
                  <a:lnTo>
                    <a:pt x="876641" y="142239"/>
                  </a:lnTo>
                  <a:lnTo>
                    <a:pt x="886381" y="138595"/>
                  </a:lnTo>
                  <a:lnTo>
                    <a:pt x="896122" y="134962"/>
                  </a:lnTo>
                  <a:lnTo>
                    <a:pt x="905863" y="131339"/>
                  </a:lnTo>
                  <a:lnTo>
                    <a:pt x="915602" y="127724"/>
                  </a:lnTo>
                  <a:lnTo>
                    <a:pt x="925343" y="124119"/>
                  </a:lnTo>
                  <a:lnTo>
                    <a:pt x="935084" y="120519"/>
                  </a:lnTo>
                  <a:lnTo>
                    <a:pt x="944824" y="116927"/>
                  </a:lnTo>
                  <a:lnTo>
                    <a:pt x="954564" y="113341"/>
                  </a:lnTo>
                  <a:lnTo>
                    <a:pt x="964305" y="109761"/>
                  </a:lnTo>
                  <a:lnTo>
                    <a:pt x="974045" y="106188"/>
                  </a:lnTo>
                  <a:lnTo>
                    <a:pt x="983786" y="102623"/>
                  </a:lnTo>
                  <a:lnTo>
                    <a:pt x="993522" y="99065"/>
                  </a:lnTo>
                  <a:lnTo>
                    <a:pt x="1003266" y="95517"/>
                  </a:lnTo>
                  <a:lnTo>
                    <a:pt x="1013010" y="91979"/>
                  </a:lnTo>
                  <a:lnTo>
                    <a:pt x="1022754" y="88454"/>
                  </a:lnTo>
                  <a:lnTo>
                    <a:pt x="1032483" y="84941"/>
                  </a:lnTo>
                  <a:lnTo>
                    <a:pt x="1042227" y="81444"/>
                  </a:lnTo>
                  <a:lnTo>
                    <a:pt x="1051971" y="77966"/>
                  </a:lnTo>
                  <a:lnTo>
                    <a:pt x="1061715" y="74508"/>
                  </a:lnTo>
                  <a:lnTo>
                    <a:pt x="1071444" y="71074"/>
                  </a:lnTo>
                  <a:lnTo>
                    <a:pt x="1081188" y="67667"/>
                  </a:lnTo>
                  <a:lnTo>
                    <a:pt x="1090932" y="64288"/>
                  </a:lnTo>
                  <a:lnTo>
                    <a:pt x="1100676" y="60944"/>
                  </a:lnTo>
                  <a:lnTo>
                    <a:pt x="1110405" y="57637"/>
                  </a:lnTo>
                  <a:lnTo>
                    <a:pt x="1120149" y="54371"/>
                  </a:lnTo>
                  <a:lnTo>
                    <a:pt x="1129893" y="51150"/>
                  </a:lnTo>
                  <a:lnTo>
                    <a:pt x="1139637" y="47979"/>
                  </a:lnTo>
                  <a:lnTo>
                    <a:pt x="1149381" y="44862"/>
                  </a:lnTo>
                  <a:lnTo>
                    <a:pt x="1159110" y="41805"/>
                  </a:lnTo>
                  <a:lnTo>
                    <a:pt x="1168854" y="38812"/>
                  </a:lnTo>
                  <a:lnTo>
                    <a:pt x="1178598" y="35889"/>
                  </a:lnTo>
                  <a:lnTo>
                    <a:pt x="1188341" y="33038"/>
                  </a:lnTo>
                  <a:lnTo>
                    <a:pt x="1198070" y="30269"/>
                  </a:lnTo>
                  <a:lnTo>
                    <a:pt x="1207814" y="27584"/>
                  </a:lnTo>
                  <a:lnTo>
                    <a:pt x="1217558" y="24989"/>
                  </a:lnTo>
                  <a:lnTo>
                    <a:pt x="1227302" y="22490"/>
                  </a:lnTo>
                  <a:lnTo>
                    <a:pt x="1237031" y="20094"/>
                  </a:lnTo>
                  <a:lnTo>
                    <a:pt x="1246775" y="17804"/>
                  </a:lnTo>
                  <a:lnTo>
                    <a:pt x="1256519" y="15628"/>
                  </a:lnTo>
                  <a:lnTo>
                    <a:pt x="1266263" y="13568"/>
                  </a:lnTo>
                  <a:lnTo>
                    <a:pt x="1276007" y="11635"/>
                  </a:lnTo>
                  <a:lnTo>
                    <a:pt x="1285736" y="9830"/>
                  </a:lnTo>
                  <a:lnTo>
                    <a:pt x="1295480" y="8160"/>
                  </a:lnTo>
                  <a:lnTo>
                    <a:pt x="1305224" y="6630"/>
                  </a:lnTo>
                  <a:lnTo>
                    <a:pt x="1314968" y="5247"/>
                  </a:lnTo>
                  <a:lnTo>
                    <a:pt x="1324697" y="4014"/>
                  </a:lnTo>
                  <a:lnTo>
                    <a:pt x="1334441" y="2937"/>
                  </a:lnTo>
                  <a:lnTo>
                    <a:pt x="1344185" y="2020"/>
                  </a:lnTo>
                  <a:lnTo>
                    <a:pt x="1353929" y="1268"/>
                  </a:lnTo>
                  <a:lnTo>
                    <a:pt x="1363658" y="687"/>
                  </a:lnTo>
                  <a:lnTo>
                    <a:pt x="1373402" y="279"/>
                  </a:lnTo>
                  <a:lnTo>
                    <a:pt x="1383146" y="49"/>
                  </a:lnTo>
                  <a:lnTo>
                    <a:pt x="1392890" y="0"/>
                  </a:lnTo>
                  <a:lnTo>
                    <a:pt x="1402619" y="137"/>
                  </a:lnTo>
                  <a:lnTo>
                    <a:pt x="1412363" y="463"/>
                  </a:lnTo>
                  <a:lnTo>
                    <a:pt x="1422106" y="980"/>
                  </a:lnTo>
                  <a:lnTo>
                    <a:pt x="1431850" y="1691"/>
                  </a:lnTo>
                  <a:lnTo>
                    <a:pt x="1441594" y="2600"/>
                  </a:lnTo>
                  <a:lnTo>
                    <a:pt x="1451323" y="3707"/>
                  </a:lnTo>
                  <a:lnTo>
                    <a:pt x="1461067" y="5013"/>
                  </a:lnTo>
                  <a:lnTo>
                    <a:pt x="1470811" y="6523"/>
                  </a:lnTo>
                  <a:lnTo>
                    <a:pt x="1480555" y="8236"/>
                  </a:lnTo>
                  <a:lnTo>
                    <a:pt x="1490284" y="10152"/>
                  </a:lnTo>
                  <a:lnTo>
                    <a:pt x="1500028" y="12272"/>
                  </a:lnTo>
                  <a:lnTo>
                    <a:pt x="1509772" y="14598"/>
                  </a:lnTo>
                  <a:lnTo>
                    <a:pt x="1519516" y="17126"/>
                  </a:lnTo>
                  <a:lnTo>
                    <a:pt x="1529245" y="19860"/>
                  </a:lnTo>
                  <a:lnTo>
                    <a:pt x="1538989" y="22795"/>
                  </a:lnTo>
                  <a:lnTo>
                    <a:pt x="1548733" y="25933"/>
                  </a:lnTo>
                  <a:lnTo>
                    <a:pt x="1558477" y="29271"/>
                  </a:lnTo>
                  <a:lnTo>
                    <a:pt x="1568221" y="32806"/>
                  </a:lnTo>
                  <a:lnTo>
                    <a:pt x="1577950" y="36537"/>
                  </a:lnTo>
                  <a:lnTo>
                    <a:pt x="1587694" y="40461"/>
                  </a:lnTo>
                  <a:lnTo>
                    <a:pt x="1597438" y="44575"/>
                  </a:lnTo>
                  <a:lnTo>
                    <a:pt x="1607182" y="48876"/>
                  </a:lnTo>
                  <a:lnTo>
                    <a:pt x="1616911" y="53362"/>
                  </a:lnTo>
                  <a:lnTo>
                    <a:pt x="1626655" y="58027"/>
                  </a:lnTo>
                  <a:lnTo>
                    <a:pt x="1636399" y="62868"/>
                  </a:lnTo>
                  <a:lnTo>
                    <a:pt x="1646142" y="67880"/>
                  </a:lnTo>
                  <a:lnTo>
                    <a:pt x="1655872" y="73059"/>
                  </a:lnTo>
                  <a:lnTo>
                    <a:pt x="1665616" y="78398"/>
                  </a:lnTo>
                  <a:lnTo>
                    <a:pt x="1675359" y="83896"/>
                  </a:lnTo>
                  <a:lnTo>
                    <a:pt x="1685103" y="89546"/>
                  </a:lnTo>
                  <a:lnTo>
                    <a:pt x="1694832" y="95340"/>
                  </a:lnTo>
                  <a:lnTo>
                    <a:pt x="1704576" y="101276"/>
                  </a:lnTo>
                  <a:lnTo>
                    <a:pt x="1714320" y="107346"/>
                  </a:lnTo>
                  <a:lnTo>
                    <a:pt x="1724064" y="113544"/>
                  </a:lnTo>
                  <a:lnTo>
                    <a:pt x="1733808" y="119864"/>
                  </a:lnTo>
                  <a:lnTo>
                    <a:pt x="1743537" y="126300"/>
                  </a:lnTo>
                  <a:lnTo>
                    <a:pt x="1753281" y="132845"/>
                  </a:lnTo>
                  <a:lnTo>
                    <a:pt x="1763025" y="139493"/>
                  </a:lnTo>
                  <a:lnTo>
                    <a:pt x="1772769" y="146236"/>
                  </a:lnTo>
                  <a:lnTo>
                    <a:pt x="1782498" y="153068"/>
                  </a:lnTo>
                  <a:lnTo>
                    <a:pt x="1792242" y="159982"/>
                  </a:lnTo>
                  <a:lnTo>
                    <a:pt x="1801986" y="166971"/>
                  </a:lnTo>
                  <a:lnTo>
                    <a:pt x="1811730" y="174029"/>
                  </a:lnTo>
                  <a:lnTo>
                    <a:pt x="1821459" y="181146"/>
                  </a:lnTo>
                  <a:lnTo>
                    <a:pt x="1831203" y="188319"/>
                  </a:lnTo>
                  <a:lnTo>
                    <a:pt x="1840947" y="195536"/>
                  </a:lnTo>
                  <a:lnTo>
                    <a:pt x="1850691" y="202793"/>
                  </a:lnTo>
                  <a:lnTo>
                    <a:pt x="1860435" y="210082"/>
                  </a:lnTo>
                  <a:lnTo>
                    <a:pt x="1870164" y="217395"/>
                  </a:lnTo>
                  <a:lnTo>
                    <a:pt x="1879908" y="224726"/>
                  </a:lnTo>
                  <a:lnTo>
                    <a:pt x="1889652" y="232067"/>
                  </a:lnTo>
                  <a:lnTo>
                    <a:pt x="1899395" y="239410"/>
                  </a:lnTo>
                  <a:lnTo>
                    <a:pt x="1909124" y="246748"/>
                  </a:lnTo>
                  <a:lnTo>
                    <a:pt x="1918868" y="254075"/>
                  </a:lnTo>
                  <a:lnTo>
                    <a:pt x="1928612" y="261383"/>
                  </a:lnTo>
                  <a:lnTo>
                    <a:pt x="1938356" y="268664"/>
                  </a:lnTo>
                  <a:lnTo>
                    <a:pt x="1948085" y="275911"/>
                  </a:lnTo>
                  <a:lnTo>
                    <a:pt x="1957829" y="283118"/>
                  </a:lnTo>
                  <a:lnTo>
                    <a:pt x="1967573" y="290277"/>
                  </a:lnTo>
                  <a:lnTo>
                    <a:pt x="1977317" y="297381"/>
                  </a:lnTo>
                  <a:lnTo>
                    <a:pt x="1987046" y="304422"/>
                  </a:lnTo>
                  <a:lnTo>
                    <a:pt x="1996790" y="311393"/>
                  </a:lnTo>
                  <a:lnTo>
                    <a:pt x="2006534" y="318288"/>
                  </a:lnTo>
                  <a:lnTo>
                    <a:pt x="2016278" y="325100"/>
                  </a:lnTo>
                  <a:lnTo>
                    <a:pt x="2026022" y="331821"/>
                  </a:lnTo>
                  <a:lnTo>
                    <a:pt x="2035751" y="338444"/>
                  </a:lnTo>
                  <a:lnTo>
                    <a:pt x="2045495" y="344964"/>
                  </a:lnTo>
                  <a:lnTo>
                    <a:pt x="2055239" y="351370"/>
                  </a:lnTo>
                  <a:lnTo>
                    <a:pt x="2064983" y="357657"/>
                  </a:lnTo>
                  <a:lnTo>
                    <a:pt x="2074712" y="363821"/>
                  </a:lnTo>
                  <a:lnTo>
                    <a:pt x="2084456" y="369851"/>
                  </a:lnTo>
                  <a:lnTo>
                    <a:pt x="2094200" y="375742"/>
                  </a:lnTo>
                  <a:lnTo>
                    <a:pt x="2103944" y="381487"/>
                  </a:lnTo>
                  <a:lnTo>
                    <a:pt x="2113673" y="387079"/>
                  </a:lnTo>
                  <a:lnTo>
                    <a:pt x="2123417" y="392511"/>
                  </a:lnTo>
                  <a:lnTo>
                    <a:pt x="2133161" y="397776"/>
                  </a:lnTo>
                  <a:lnTo>
                    <a:pt x="2142905" y="402868"/>
                  </a:lnTo>
                  <a:lnTo>
                    <a:pt x="2152649" y="407782"/>
                  </a:lnTo>
                  <a:lnTo>
                    <a:pt x="2162377" y="412508"/>
                  </a:lnTo>
                  <a:lnTo>
                    <a:pt x="2172121" y="417043"/>
                  </a:lnTo>
                  <a:lnTo>
                    <a:pt x="2181865" y="421377"/>
                  </a:lnTo>
                  <a:lnTo>
                    <a:pt x="2191609" y="425507"/>
                  </a:lnTo>
                  <a:lnTo>
                    <a:pt x="2201338" y="429426"/>
                  </a:lnTo>
                  <a:lnTo>
                    <a:pt x="2211082" y="433125"/>
                  </a:lnTo>
                  <a:lnTo>
                    <a:pt x="2220826" y="436603"/>
                  </a:lnTo>
                  <a:lnTo>
                    <a:pt x="2230570" y="439849"/>
                  </a:lnTo>
                  <a:lnTo>
                    <a:pt x="2240299" y="442862"/>
                  </a:lnTo>
                  <a:lnTo>
                    <a:pt x="2250043" y="445633"/>
                  </a:lnTo>
                  <a:lnTo>
                    <a:pt x="2259787" y="448158"/>
                  </a:lnTo>
                  <a:lnTo>
                    <a:pt x="2269531" y="450432"/>
                  </a:lnTo>
                  <a:lnTo>
                    <a:pt x="2279260" y="452449"/>
                  </a:lnTo>
                  <a:lnTo>
                    <a:pt x="2289004" y="454206"/>
                  </a:lnTo>
                  <a:lnTo>
                    <a:pt x="2298748" y="455696"/>
                  </a:lnTo>
                  <a:lnTo>
                    <a:pt x="2308492" y="456918"/>
                  </a:lnTo>
                  <a:lnTo>
                    <a:pt x="2318236" y="457865"/>
                  </a:lnTo>
                  <a:lnTo>
                    <a:pt x="2327965" y="458534"/>
                  </a:lnTo>
                  <a:lnTo>
                    <a:pt x="2337709" y="458923"/>
                  </a:lnTo>
                  <a:lnTo>
                    <a:pt x="2347453" y="459029"/>
                  </a:lnTo>
                  <a:lnTo>
                    <a:pt x="2357197" y="458847"/>
                  </a:lnTo>
                  <a:lnTo>
                    <a:pt x="2366926" y="458378"/>
                  </a:lnTo>
                  <a:lnTo>
                    <a:pt x="2376670" y="457616"/>
                  </a:lnTo>
                  <a:lnTo>
                    <a:pt x="2386413" y="456563"/>
                  </a:lnTo>
                  <a:lnTo>
                    <a:pt x="2396157" y="455216"/>
                  </a:lnTo>
                  <a:lnTo>
                    <a:pt x="2405886" y="453576"/>
                  </a:lnTo>
                  <a:lnTo>
                    <a:pt x="2415630" y="451640"/>
                  </a:lnTo>
                  <a:lnTo>
                    <a:pt x="2425374" y="449411"/>
                  </a:lnTo>
                  <a:lnTo>
                    <a:pt x="2435118" y="446889"/>
                  </a:lnTo>
                  <a:lnTo>
                    <a:pt x="2444862" y="444075"/>
                  </a:lnTo>
                  <a:lnTo>
                    <a:pt x="2454591" y="440968"/>
                  </a:lnTo>
                  <a:lnTo>
                    <a:pt x="2464335" y="437576"/>
                  </a:lnTo>
                  <a:lnTo>
                    <a:pt x="2474079" y="433896"/>
                  </a:lnTo>
                  <a:lnTo>
                    <a:pt x="2483823" y="429935"/>
                  </a:lnTo>
                  <a:lnTo>
                    <a:pt x="2493552" y="425695"/>
                  </a:lnTo>
                  <a:lnTo>
                    <a:pt x="2503296" y="421181"/>
                  </a:lnTo>
                  <a:lnTo>
                    <a:pt x="2513040" y="416398"/>
                  </a:lnTo>
                  <a:lnTo>
                    <a:pt x="2522784" y="411352"/>
                  </a:lnTo>
                  <a:lnTo>
                    <a:pt x="2532513" y="406046"/>
                  </a:lnTo>
                  <a:lnTo>
                    <a:pt x="2542257" y="400491"/>
                  </a:lnTo>
                  <a:lnTo>
                    <a:pt x="2552001" y="394690"/>
                  </a:lnTo>
                  <a:lnTo>
                    <a:pt x="2561745" y="388653"/>
                  </a:lnTo>
                  <a:lnTo>
                    <a:pt x="2571474" y="382388"/>
                  </a:lnTo>
                  <a:lnTo>
                    <a:pt x="2581218" y="375903"/>
                  </a:lnTo>
                  <a:lnTo>
                    <a:pt x="2590962" y="369207"/>
                  </a:lnTo>
                  <a:lnTo>
                    <a:pt x="2600705" y="362310"/>
                  </a:lnTo>
                  <a:lnTo>
                    <a:pt x="2610449" y="355223"/>
                  </a:lnTo>
                  <a:lnTo>
                    <a:pt x="2620178" y="347955"/>
                  </a:lnTo>
                  <a:lnTo>
                    <a:pt x="2629922" y="340518"/>
                  </a:lnTo>
                  <a:lnTo>
                    <a:pt x="2639666" y="332922"/>
                  </a:lnTo>
                  <a:lnTo>
                    <a:pt x="2649410" y="325182"/>
                  </a:lnTo>
                  <a:lnTo>
                    <a:pt x="2659139" y="317307"/>
                  </a:lnTo>
                  <a:lnTo>
                    <a:pt x="2668883" y="309312"/>
                  </a:lnTo>
                  <a:lnTo>
                    <a:pt x="2678627" y="301208"/>
                  </a:lnTo>
                  <a:lnTo>
                    <a:pt x="2688371" y="293009"/>
                  </a:lnTo>
                  <a:lnTo>
                    <a:pt x="2698100" y="284730"/>
                  </a:lnTo>
                  <a:lnTo>
                    <a:pt x="2707844" y="276384"/>
                  </a:lnTo>
                  <a:lnTo>
                    <a:pt x="2717588" y="267984"/>
                  </a:lnTo>
                  <a:lnTo>
                    <a:pt x="2727332" y="259545"/>
                  </a:lnTo>
                  <a:lnTo>
                    <a:pt x="2737076" y="251081"/>
                  </a:lnTo>
                  <a:lnTo>
                    <a:pt x="2746805" y="242608"/>
                  </a:lnTo>
                  <a:lnTo>
                    <a:pt x="2756549" y="234137"/>
                  </a:lnTo>
                  <a:lnTo>
                    <a:pt x="2766293" y="225688"/>
                  </a:lnTo>
                  <a:lnTo>
                    <a:pt x="2776037" y="217270"/>
                  </a:lnTo>
                  <a:lnTo>
                    <a:pt x="2785766" y="208903"/>
                  </a:lnTo>
                  <a:lnTo>
                    <a:pt x="2795510" y="200598"/>
                  </a:lnTo>
                  <a:lnTo>
                    <a:pt x="2805254" y="192371"/>
                  </a:lnTo>
                  <a:lnTo>
                    <a:pt x="2814998" y="184235"/>
                  </a:lnTo>
                  <a:lnTo>
                    <a:pt x="2824727" y="176206"/>
                  </a:lnTo>
                  <a:lnTo>
                    <a:pt x="2834471" y="168296"/>
                  </a:lnTo>
                  <a:lnTo>
                    <a:pt x="2844215" y="160522"/>
                  </a:lnTo>
                  <a:lnTo>
                    <a:pt x="2853958" y="152893"/>
                  </a:lnTo>
                  <a:lnTo>
                    <a:pt x="2863687" y="145426"/>
                  </a:lnTo>
                  <a:lnTo>
                    <a:pt x="2873431" y="138133"/>
                  </a:lnTo>
                  <a:lnTo>
                    <a:pt x="2883175" y="131025"/>
                  </a:lnTo>
                  <a:lnTo>
                    <a:pt x="2892919" y="124116"/>
                  </a:lnTo>
                  <a:lnTo>
                    <a:pt x="2902663" y="117416"/>
                  </a:lnTo>
                  <a:lnTo>
                    <a:pt x="2912392" y="11093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891" name="Freeform 890">
            <a:extLst>
              <a:ext uri="{FF2B5EF4-FFF2-40B4-BE49-F238E27FC236}">
                <a16:creationId xmlns:a16="http://schemas.microsoft.com/office/drawing/2014/main" id="{82E8E302-4CC4-09C1-9FE5-49548DD7EAD8}"/>
              </a:ext>
            </a:extLst>
          </p:cNvPr>
          <p:cNvSpPr/>
          <p:nvPr/>
        </p:nvSpPr>
        <p:spPr>
          <a:xfrm>
            <a:off x="576446" y="3431881"/>
            <a:ext cx="2912392" cy="452066"/>
          </a:xfrm>
          <a:custGeom>
            <a:avLst/>
            <a:gdLst>
              <a:gd name="connsiteX0" fmla="*/ 0 w 2912392"/>
              <a:gd name="connsiteY0" fmla="*/ 98113 h 452066"/>
              <a:gd name="connsiteX1" fmla="*/ 9739 w 2912392"/>
              <a:gd name="connsiteY1" fmla="*/ 99071 h 452066"/>
              <a:gd name="connsiteX2" fmla="*/ 19480 w 2912392"/>
              <a:gd name="connsiteY2" fmla="*/ 100179 h 452066"/>
              <a:gd name="connsiteX3" fmla="*/ 29221 w 2912392"/>
              <a:gd name="connsiteY3" fmla="*/ 101441 h 452066"/>
              <a:gd name="connsiteX4" fmla="*/ 38961 w 2912392"/>
              <a:gd name="connsiteY4" fmla="*/ 102860 h 452066"/>
              <a:gd name="connsiteX5" fmla="*/ 48702 w 2912392"/>
              <a:gd name="connsiteY5" fmla="*/ 104436 h 452066"/>
              <a:gd name="connsiteX6" fmla="*/ 58443 w 2912392"/>
              <a:gd name="connsiteY6" fmla="*/ 106172 h 452066"/>
              <a:gd name="connsiteX7" fmla="*/ 68182 w 2912392"/>
              <a:gd name="connsiteY7" fmla="*/ 108070 h 452066"/>
              <a:gd name="connsiteX8" fmla="*/ 77923 w 2912392"/>
              <a:gd name="connsiteY8" fmla="*/ 110132 h 452066"/>
              <a:gd name="connsiteX9" fmla="*/ 87664 w 2912392"/>
              <a:gd name="connsiteY9" fmla="*/ 112361 h 452066"/>
              <a:gd name="connsiteX10" fmla="*/ 97404 w 2912392"/>
              <a:gd name="connsiteY10" fmla="*/ 114753 h 452066"/>
              <a:gd name="connsiteX11" fmla="*/ 107145 w 2912392"/>
              <a:gd name="connsiteY11" fmla="*/ 117315 h 452066"/>
              <a:gd name="connsiteX12" fmla="*/ 116886 w 2912392"/>
              <a:gd name="connsiteY12" fmla="*/ 120044 h 452066"/>
              <a:gd name="connsiteX13" fmla="*/ 126625 w 2912392"/>
              <a:gd name="connsiteY13" fmla="*/ 122942 h 452066"/>
              <a:gd name="connsiteX14" fmla="*/ 136366 w 2912392"/>
              <a:gd name="connsiteY14" fmla="*/ 126010 h 452066"/>
              <a:gd name="connsiteX15" fmla="*/ 146107 w 2912392"/>
              <a:gd name="connsiteY15" fmla="*/ 129246 h 452066"/>
              <a:gd name="connsiteX16" fmla="*/ 155846 w 2912392"/>
              <a:gd name="connsiteY16" fmla="*/ 132650 h 452066"/>
              <a:gd name="connsiteX17" fmla="*/ 165587 w 2912392"/>
              <a:gd name="connsiteY17" fmla="*/ 136221 h 452066"/>
              <a:gd name="connsiteX18" fmla="*/ 175328 w 2912392"/>
              <a:gd name="connsiteY18" fmla="*/ 139961 h 452066"/>
              <a:gd name="connsiteX19" fmla="*/ 185068 w 2912392"/>
              <a:gd name="connsiteY19" fmla="*/ 143866 h 452066"/>
              <a:gd name="connsiteX20" fmla="*/ 194809 w 2912392"/>
              <a:gd name="connsiteY20" fmla="*/ 147935 h 452066"/>
              <a:gd name="connsiteX21" fmla="*/ 204550 w 2912392"/>
              <a:gd name="connsiteY21" fmla="*/ 152166 h 452066"/>
              <a:gd name="connsiteX22" fmla="*/ 214289 w 2912392"/>
              <a:gd name="connsiteY22" fmla="*/ 156558 h 452066"/>
              <a:gd name="connsiteX23" fmla="*/ 224030 w 2912392"/>
              <a:gd name="connsiteY23" fmla="*/ 161107 h 452066"/>
              <a:gd name="connsiteX24" fmla="*/ 233771 w 2912392"/>
              <a:gd name="connsiteY24" fmla="*/ 165811 h 452066"/>
              <a:gd name="connsiteX25" fmla="*/ 243510 w 2912392"/>
              <a:gd name="connsiteY25" fmla="*/ 170666 h 452066"/>
              <a:gd name="connsiteX26" fmla="*/ 253251 w 2912392"/>
              <a:gd name="connsiteY26" fmla="*/ 175668 h 452066"/>
              <a:gd name="connsiteX27" fmla="*/ 262992 w 2912392"/>
              <a:gd name="connsiteY27" fmla="*/ 180814 h 452066"/>
              <a:gd name="connsiteX28" fmla="*/ 272732 w 2912392"/>
              <a:gd name="connsiteY28" fmla="*/ 186099 h 452066"/>
              <a:gd name="connsiteX29" fmla="*/ 282473 w 2912392"/>
              <a:gd name="connsiteY29" fmla="*/ 191516 h 452066"/>
              <a:gd name="connsiteX30" fmla="*/ 292214 w 2912392"/>
              <a:gd name="connsiteY30" fmla="*/ 197064 h 452066"/>
              <a:gd name="connsiteX31" fmla="*/ 301953 w 2912392"/>
              <a:gd name="connsiteY31" fmla="*/ 202735 h 452066"/>
              <a:gd name="connsiteX32" fmla="*/ 311694 w 2912392"/>
              <a:gd name="connsiteY32" fmla="*/ 208523 h 452066"/>
              <a:gd name="connsiteX33" fmla="*/ 321435 w 2912392"/>
              <a:gd name="connsiteY33" fmla="*/ 214422 h 452066"/>
              <a:gd name="connsiteX34" fmla="*/ 331175 w 2912392"/>
              <a:gd name="connsiteY34" fmla="*/ 220424 h 452066"/>
              <a:gd name="connsiteX35" fmla="*/ 340916 w 2912392"/>
              <a:gd name="connsiteY35" fmla="*/ 226524 h 452066"/>
              <a:gd name="connsiteX36" fmla="*/ 350656 w 2912392"/>
              <a:gd name="connsiteY36" fmla="*/ 232713 h 452066"/>
              <a:gd name="connsiteX37" fmla="*/ 360396 w 2912392"/>
              <a:gd name="connsiteY37" fmla="*/ 238986 h 452066"/>
              <a:gd name="connsiteX38" fmla="*/ 370137 w 2912392"/>
              <a:gd name="connsiteY38" fmla="*/ 245331 h 452066"/>
              <a:gd name="connsiteX39" fmla="*/ 379878 w 2912392"/>
              <a:gd name="connsiteY39" fmla="*/ 251741 h 452066"/>
              <a:gd name="connsiteX40" fmla="*/ 389617 w 2912392"/>
              <a:gd name="connsiteY40" fmla="*/ 258208 h 452066"/>
              <a:gd name="connsiteX41" fmla="*/ 399358 w 2912392"/>
              <a:gd name="connsiteY41" fmla="*/ 264722 h 452066"/>
              <a:gd name="connsiteX42" fmla="*/ 409099 w 2912392"/>
              <a:gd name="connsiteY42" fmla="*/ 271275 h 452066"/>
              <a:gd name="connsiteX43" fmla="*/ 418839 w 2912392"/>
              <a:gd name="connsiteY43" fmla="*/ 277857 h 452066"/>
              <a:gd name="connsiteX44" fmla="*/ 428580 w 2912392"/>
              <a:gd name="connsiteY44" fmla="*/ 284457 h 452066"/>
              <a:gd name="connsiteX45" fmla="*/ 438321 w 2912392"/>
              <a:gd name="connsiteY45" fmla="*/ 291066 h 452066"/>
              <a:gd name="connsiteX46" fmla="*/ 448060 w 2912392"/>
              <a:gd name="connsiteY46" fmla="*/ 297674 h 452066"/>
              <a:gd name="connsiteX47" fmla="*/ 457801 w 2912392"/>
              <a:gd name="connsiteY47" fmla="*/ 304271 h 452066"/>
              <a:gd name="connsiteX48" fmla="*/ 467542 w 2912392"/>
              <a:gd name="connsiteY48" fmla="*/ 310845 h 452066"/>
              <a:gd name="connsiteX49" fmla="*/ 477281 w 2912392"/>
              <a:gd name="connsiteY49" fmla="*/ 317387 h 452066"/>
              <a:gd name="connsiteX50" fmla="*/ 487022 w 2912392"/>
              <a:gd name="connsiteY50" fmla="*/ 323886 h 452066"/>
              <a:gd name="connsiteX51" fmla="*/ 496763 w 2912392"/>
              <a:gd name="connsiteY51" fmla="*/ 330331 h 452066"/>
              <a:gd name="connsiteX52" fmla="*/ 506503 w 2912392"/>
              <a:gd name="connsiteY52" fmla="*/ 336711 h 452066"/>
              <a:gd name="connsiteX53" fmla="*/ 516244 w 2912392"/>
              <a:gd name="connsiteY53" fmla="*/ 343016 h 452066"/>
              <a:gd name="connsiteX54" fmla="*/ 525985 w 2912392"/>
              <a:gd name="connsiteY54" fmla="*/ 349235 h 452066"/>
              <a:gd name="connsiteX55" fmla="*/ 535724 w 2912392"/>
              <a:gd name="connsiteY55" fmla="*/ 355359 h 452066"/>
              <a:gd name="connsiteX56" fmla="*/ 545465 w 2912392"/>
              <a:gd name="connsiteY56" fmla="*/ 361373 h 452066"/>
              <a:gd name="connsiteX57" fmla="*/ 555206 w 2912392"/>
              <a:gd name="connsiteY57" fmla="*/ 367272 h 452066"/>
              <a:gd name="connsiteX58" fmla="*/ 564946 w 2912392"/>
              <a:gd name="connsiteY58" fmla="*/ 373042 h 452066"/>
              <a:gd name="connsiteX59" fmla="*/ 574687 w 2912392"/>
              <a:gd name="connsiteY59" fmla="*/ 378674 h 452066"/>
              <a:gd name="connsiteX60" fmla="*/ 584428 w 2912392"/>
              <a:gd name="connsiteY60" fmla="*/ 384160 h 452066"/>
              <a:gd name="connsiteX61" fmla="*/ 594167 w 2912392"/>
              <a:gd name="connsiteY61" fmla="*/ 389488 h 452066"/>
              <a:gd name="connsiteX62" fmla="*/ 603908 w 2912392"/>
              <a:gd name="connsiteY62" fmla="*/ 394649 h 452066"/>
              <a:gd name="connsiteX63" fmla="*/ 613649 w 2912392"/>
              <a:gd name="connsiteY63" fmla="*/ 399635 h 452066"/>
              <a:gd name="connsiteX64" fmla="*/ 623388 w 2912392"/>
              <a:gd name="connsiteY64" fmla="*/ 404437 h 452066"/>
              <a:gd name="connsiteX65" fmla="*/ 633129 w 2912392"/>
              <a:gd name="connsiteY65" fmla="*/ 409047 h 452066"/>
              <a:gd name="connsiteX66" fmla="*/ 642870 w 2912392"/>
              <a:gd name="connsiteY66" fmla="*/ 413456 h 452066"/>
              <a:gd name="connsiteX67" fmla="*/ 652610 w 2912392"/>
              <a:gd name="connsiteY67" fmla="*/ 417656 h 452066"/>
              <a:gd name="connsiteX68" fmla="*/ 662351 w 2912392"/>
              <a:gd name="connsiteY68" fmla="*/ 421641 h 452066"/>
              <a:gd name="connsiteX69" fmla="*/ 672092 w 2912392"/>
              <a:gd name="connsiteY69" fmla="*/ 425405 h 452066"/>
              <a:gd name="connsiteX70" fmla="*/ 681831 w 2912392"/>
              <a:gd name="connsiteY70" fmla="*/ 428939 h 452066"/>
              <a:gd name="connsiteX71" fmla="*/ 691572 w 2912392"/>
              <a:gd name="connsiteY71" fmla="*/ 432239 h 452066"/>
              <a:gd name="connsiteX72" fmla="*/ 701313 w 2912392"/>
              <a:gd name="connsiteY72" fmla="*/ 435299 h 452066"/>
              <a:gd name="connsiteX73" fmla="*/ 711052 w 2912392"/>
              <a:gd name="connsiteY73" fmla="*/ 438113 h 452066"/>
              <a:gd name="connsiteX74" fmla="*/ 720793 w 2912392"/>
              <a:gd name="connsiteY74" fmla="*/ 440679 h 452066"/>
              <a:gd name="connsiteX75" fmla="*/ 730534 w 2912392"/>
              <a:gd name="connsiteY75" fmla="*/ 442993 h 452066"/>
              <a:gd name="connsiteX76" fmla="*/ 740274 w 2912392"/>
              <a:gd name="connsiteY76" fmla="*/ 445049 h 452066"/>
              <a:gd name="connsiteX77" fmla="*/ 750015 w 2912392"/>
              <a:gd name="connsiteY77" fmla="*/ 446844 h 452066"/>
              <a:gd name="connsiteX78" fmla="*/ 759756 w 2912392"/>
              <a:gd name="connsiteY78" fmla="*/ 448379 h 452066"/>
              <a:gd name="connsiteX79" fmla="*/ 769495 w 2912392"/>
              <a:gd name="connsiteY79" fmla="*/ 449648 h 452066"/>
              <a:gd name="connsiteX80" fmla="*/ 779236 w 2912392"/>
              <a:gd name="connsiteY80" fmla="*/ 450652 h 452066"/>
              <a:gd name="connsiteX81" fmla="*/ 788977 w 2912392"/>
              <a:gd name="connsiteY81" fmla="*/ 451391 h 452066"/>
              <a:gd name="connsiteX82" fmla="*/ 798717 w 2912392"/>
              <a:gd name="connsiteY82" fmla="*/ 451862 h 452066"/>
              <a:gd name="connsiteX83" fmla="*/ 808458 w 2912392"/>
              <a:gd name="connsiteY83" fmla="*/ 452066 h 452066"/>
              <a:gd name="connsiteX84" fmla="*/ 818199 w 2912392"/>
              <a:gd name="connsiteY84" fmla="*/ 452005 h 452066"/>
              <a:gd name="connsiteX85" fmla="*/ 827938 w 2912392"/>
              <a:gd name="connsiteY85" fmla="*/ 451677 h 452066"/>
              <a:gd name="connsiteX86" fmla="*/ 837679 w 2912392"/>
              <a:gd name="connsiteY86" fmla="*/ 451087 h 452066"/>
              <a:gd name="connsiteX87" fmla="*/ 847420 w 2912392"/>
              <a:gd name="connsiteY87" fmla="*/ 450235 h 452066"/>
              <a:gd name="connsiteX88" fmla="*/ 857159 w 2912392"/>
              <a:gd name="connsiteY88" fmla="*/ 449124 h 452066"/>
              <a:gd name="connsiteX89" fmla="*/ 866900 w 2912392"/>
              <a:gd name="connsiteY89" fmla="*/ 447756 h 452066"/>
              <a:gd name="connsiteX90" fmla="*/ 876641 w 2912392"/>
              <a:gd name="connsiteY90" fmla="*/ 446135 h 452066"/>
              <a:gd name="connsiteX91" fmla="*/ 886381 w 2912392"/>
              <a:gd name="connsiteY91" fmla="*/ 444264 h 452066"/>
              <a:gd name="connsiteX92" fmla="*/ 896122 w 2912392"/>
              <a:gd name="connsiteY92" fmla="*/ 442148 h 452066"/>
              <a:gd name="connsiteX93" fmla="*/ 905863 w 2912392"/>
              <a:gd name="connsiteY93" fmla="*/ 439791 h 452066"/>
              <a:gd name="connsiteX94" fmla="*/ 915602 w 2912392"/>
              <a:gd name="connsiteY94" fmla="*/ 437199 h 452066"/>
              <a:gd name="connsiteX95" fmla="*/ 925343 w 2912392"/>
              <a:gd name="connsiteY95" fmla="*/ 434374 h 452066"/>
              <a:gd name="connsiteX96" fmla="*/ 935084 w 2912392"/>
              <a:gd name="connsiteY96" fmla="*/ 431324 h 452066"/>
              <a:gd name="connsiteX97" fmla="*/ 944824 w 2912392"/>
              <a:gd name="connsiteY97" fmla="*/ 428054 h 452066"/>
              <a:gd name="connsiteX98" fmla="*/ 954564 w 2912392"/>
              <a:gd name="connsiteY98" fmla="*/ 424569 h 452066"/>
              <a:gd name="connsiteX99" fmla="*/ 964305 w 2912392"/>
              <a:gd name="connsiteY99" fmla="*/ 420875 h 452066"/>
              <a:gd name="connsiteX100" fmla="*/ 974045 w 2912392"/>
              <a:gd name="connsiteY100" fmla="*/ 416982 h 452066"/>
              <a:gd name="connsiteX101" fmla="*/ 983786 w 2912392"/>
              <a:gd name="connsiteY101" fmla="*/ 412892 h 452066"/>
              <a:gd name="connsiteX102" fmla="*/ 993522 w 2912392"/>
              <a:gd name="connsiteY102" fmla="*/ 408615 h 452066"/>
              <a:gd name="connsiteX103" fmla="*/ 1003266 w 2912392"/>
              <a:gd name="connsiteY103" fmla="*/ 404156 h 452066"/>
              <a:gd name="connsiteX104" fmla="*/ 1013010 w 2912392"/>
              <a:gd name="connsiteY104" fmla="*/ 399522 h 452066"/>
              <a:gd name="connsiteX105" fmla="*/ 1022754 w 2912392"/>
              <a:gd name="connsiteY105" fmla="*/ 394723 h 452066"/>
              <a:gd name="connsiteX106" fmla="*/ 1032483 w 2912392"/>
              <a:gd name="connsiteY106" fmla="*/ 389763 h 452066"/>
              <a:gd name="connsiteX107" fmla="*/ 1042227 w 2912392"/>
              <a:gd name="connsiteY107" fmla="*/ 384651 h 452066"/>
              <a:gd name="connsiteX108" fmla="*/ 1051971 w 2912392"/>
              <a:gd name="connsiteY108" fmla="*/ 379394 h 452066"/>
              <a:gd name="connsiteX109" fmla="*/ 1061715 w 2912392"/>
              <a:gd name="connsiteY109" fmla="*/ 374000 h 452066"/>
              <a:gd name="connsiteX110" fmla="*/ 1071444 w 2912392"/>
              <a:gd name="connsiteY110" fmla="*/ 368477 h 452066"/>
              <a:gd name="connsiteX111" fmla="*/ 1081188 w 2912392"/>
              <a:gd name="connsiteY111" fmla="*/ 362832 h 452066"/>
              <a:gd name="connsiteX112" fmla="*/ 1090932 w 2912392"/>
              <a:gd name="connsiteY112" fmla="*/ 357072 h 452066"/>
              <a:gd name="connsiteX113" fmla="*/ 1100676 w 2912392"/>
              <a:gd name="connsiteY113" fmla="*/ 351205 h 452066"/>
              <a:gd name="connsiteX114" fmla="*/ 1110405 w 2912392"/>
              <a:gd name="connsiteY114" fmla="*/ 345239 h 452066"/>
              <a:gd name="connsiteX115" fmla="*/ 1120149 w 2912392"/>
              <a:gd name="connsiteY115" fmla="*/ 339181 h 452066"/>
              <a:gd name="connsiteX116" fmla="*/ 1129893 w 2912392"/>
              <a:gd name="connsiteY116" fmla="*/ 333040 h 452066"/>
              <a:gd name="connsiteX117" fmla="*/ 1139637 w 2912392"/>
              <a:gd name="connsiteY117" fmla="*/ 326823 h 452066"/>
              <a:gd name="connsiteX118" fmla="*/ 1149381 w 2912392"/>
              <a:gd name="connsiteY118" fmla="*/ 320535 h 452066"/>
              <a:gd name="connsiteX119" fmla="*/ 1159110 w 2912392"/>
              <a:gd name="connsiteY119" fmla="*/ 314185 h 452066"/>
              <a:gd name="connsiteX120" fmla="*/ 1168854 w 2912392"/>
              <a:gd name="connsiteY120" fmla="*/ 307782 h 452066"/>
              <a:gd name="connsiteX121" fmla="*/ 1178598 w 2912392"/>
              <a:gd name="connsiteY121" fmla="*/ 301330 h 452066"/>
              <a:gd name="connsiteX122" fmla="*/ 1188341 w 2912392"/>
              <a:gd name="connsiteY122" fmla="*/ 294837 h 452066"/>
              <a:gd name="connsiteX123" fmla="*/ 1198070 w 2912392"/>
              <a:gd name="connsiteY123" fmla="*/ 288312 h 452066"/>
              <a:gd name="connsiteX124" fmla="*/ 1207814 w 2912392"/>
              <a:gd name="connsiteY124" fmla="*/ 281759 h 452066"/>
              <a:gd name="connsiteX125" fmla="*/ 1217558 w 2912392"/>
              <a:gd name="connsiteY125" fmla="*/ 275186 h 452066"/>
              <a:gd name="connsiteX126" fmla="*/ 1227302 w 2912392"/>
              <a:gd name="connsiteY126" fmla="*/ 268600 h 452066"/>
              <a:gd name="connsiteX127" fmla="*/ 1237031 w 2912392"/>
              <a:gd name="connsiteY127" fmla="*/ 262006 h 452066"/>
              <a:gd name="connsiteX128" fmla="*/ 1246775 w 2912392"/>
              <a:gd name="connsiteY128" fmla="*/ 255412 h 452066"/>
              <a:gd name="connsiteX129" fmla="*/ 1256519 w 2912392"/>
              <a:gd name="connsiteY129" fmla="*/ 248822 h 452066"/>
              <a:gd name="connsiteX130" fmla="*/ 1266263 w 2912392"/>
              <a:gd name="connsiteY130" fmla="*/ 242244 h 452066"/>
              <a:gd name="connsiteX131" fmla="*/ 1276007 w 2912392"/>
              <a:gd name="connsiteY131" fmla="*/ 235684 h 452066"/>
              <a:gd name="connsiteX132" fmla="*/ 1285736 w 2912392"/>
              <a:gd name="connsiteY132" fmla="*/ 229145 h 452066"/>
              <a:gd name="connsiteX133" fmla="*/ 1295480 w 2912392"/>
              <a:gd name="connsiteY133" fmla="*/ 222635 h 452066"/>
              <a:gd name="connsiteX134" fmla="*/ 1305224 w 2912392"/>
              <a:gd name="connsiteY134" fmla="*/ 216159 h 452066"/>
              <a:gd name="connsiteX135" fmla="*/ 1314968 w 2912392"/>
              <a:gd name="connsiteY135" fmla="*/ 209723 h 452066"/>
              <a:gd name="connsiteX136" fmla="*/ 1324697 w 2912392"/>
              <a:gd name="connsiteY136" fmla="*/ 203329 h 452066"/>
              <a:gd name="connsiteX137" fmla="*/ 1334441 w 2912392"/>
              <a:gd name="connsiteY137" fmla="*/ 196985 h 452066"/>
              <a:gd name="connsiteX138" fmla="*/ 1344185 w 2912392"/>
              <a:gd name="connsiteY138" fmla="*/ 190695 h 452066"/>
              <a:gd name="connsiteX139" fmla="*/ 1353929 w 2912392"/>
              <a:gd name="connsiteY139" fmla="*/ 184464 h 452066"/>
              <a:gd name="connsiteX140" fmla="*/ 1363658 w 2912392"/>
              <a:gd name="connsiteY140" fmla="*/ 178295 h 452066"/>
              <a:gd name="connsiteX141" fmla="*/ 1373402 w 2912392"/>
              <a:gd name="connsiteY141" fmla="*/ 172193 h 452066"/>
              <a:gd name="connsiteX142" fmla="*/ 1383146 w 2912392"/>
              <a:gd name="connsiteY142" fmla="*/ 166162 h 452066"/>
              <a:gd name="connsiteX143" fmla="*/ 1392890 w 2912392"/>
              <a:gd name="connsiteY143" fmla="*/ 160207 h 452066"/>
              <a:gd name="connsiteX144" fmla="*/ 1402619 w 2912392"/>
              <a:gd name="connsiteY144" fmla="*/ 154330 h 452066"/>
              <a:gd name="connsiteX145" fmla="*/ 1412363 w 2912392"/>
              <a:gd name="connsiteY145" fmla="*/ 148537 h 452066"/>
              <a:gd name="connsiteX146" fmla="*/ 1422106 w 2912392"/>
              <a:gd name="connsiteY146" fmla="*/ 142829 h 452066"/>
              <a:gd name="connsiteX147" fmla="*/ 1431850 w 2912392"/>
              <a:gd name="connsiteY147" fmla="*/ 137211 h 452066"/>
              <a:gd name="connsiteX148" fmla="*/ 1441594 w 2912392"/>
              <a:gd name="connsiteY148" fmla="*/ 131685 h 452066"/>
              <a:gd name="connsiteX149" fmla="*/ 1451323 w 2912392"/>
              <a:gd name="connsiteY149" fmla="*/ 126255 h 452066"/>
              <a:gd name="connsiteX150" fmla="*/ 1461067 w 2912392"/>
              <a:gd name="connsiteY150" fmla="*/ 120923 h 452066"/>
              <a:gd name="connsiteX151" fmla="*/ 1470811 w 2912392"/>
              <a:gd name="connsiteY151" fmla="*/ 115692 h 452066"/>
              <a:gd name="connsiteX152" fmla="*/ 1480555 w 2912392"/>
              <a:gd name="connsiteY152" fmla="*/ 110565 h 452066"/>
              <a:gd name="connsiteX153" fmla="*/ 1490284 w 2912392"/>
              <a:gd name="connsiteY153" fmla="*/ 105544 h 452066"/>
              <a:gd name="connsiteX154" fmla="*/ 1500028 w 2912392"/>
              <a:gd name="connsiteY154" fmla="*/ 100631 h 452066"/>
              <a:gd name="connsiteX155" fmla="*/ 1509772 w 2912392"/>
              <a:gd name="connsiteY155" fmla="*/ 95827 h 452066"/>
              <a:gd name="connsiteX156" fmla="*/ 1519516 w 2912392"/>
              <a:gd name="connsiteY156" fmla="*/ 91136 h 452066"/>
              <a:gd name="connsiteX157" fmla="*/ 1529245 w 2912392"/>
              <a:gd name="connsiteY157" fmla="*/ 86559 h 452066"/>
              <a:gd name="connsiteX158" fmla="*/ 1538989 w 2912392"/>
              <a:gd name="connsiteY158" fmla="*/ 82096 h 452066"/>
              <a:gd name="connsiteX159" fmla="*/ 1548733 w 2912392"/>
              <a:gd name="connsiteY159" fmla="*/ 77750 h 452066"/>
              <a:gd name="connsiteX160" fmla="*/ 1558477 w 2912392"/>
              <a:gd name="connsiteY160" fmla="*/ 73523 h 452066"/>
              <a:gd name="connsiteX161" fmla="*/ 1568221 w 2912392"/>
              <a:gd name="connsiteY161" fmla="*/ 69414 h 452066"/>
              <a:gd name="connsiteX162" fmla="*/ 1577950 w 2912392"/>
              <a:gd name="connsiteY162" fmla="*/ 65426 h 452066"/>
              <a:gd name="connsiteX163" fmla="*/ 1587694 w 2912392"/>
              <a:gd name="connsiteY163" fmla="*/ 61558 h 452066"/>
              <a:gd name="connsiteX164" fmla="*/ 1597438 w 2912392"/>
              <a:gd name="connsiteY164" fmla="*/ 57811 h 452066"/>
              <a:gd name="connsiteX165" fmla="*/ 1607182 w 2912392"/>
              <a:gd name="connsiteY165" fmla="*/ 54188 h 452066"/>
              <a:gd name="connsiteX166" fmla="*/ 1616911 w 2912392"/>
              <a:gd name="connsiteY166" fmla="*/ 50685 h 452066"/>
              <a:gd name="connsiteX167" fmla="*/ 1626655 w 2912392"/>
              <a:gd name="connsiteY167" fmla="*/ 47306 h 452066"/>
              <a:gd name="connsiteX168" fmla="*/ 1636399 w 2912392"/>
              <a:gd name="connsiteY168" fmla="*/ 44050 h 452066"/>
              <a:gd name="connsiteX169" fmla="*/ 1646142 w 2912392"/>
              <a:gd name="connsiteY169" fmla="*/ 40917 h 452066"/>
              <a:gd name="connsiteX170" fmla="*/ 1655872 w 2912392"/>
              <a:gd name="connsiteY170" fmla="*/ 37906 h 452066"/>
              <a:gd name="connsiteX171" fmla="*/ 1665616 w 2912392"/>
              <a:gd name="connsiteY171" fmla="*/ 35019 h 452066"/>
              <a:gd name="connsiteX172" fmla="*/ 1675359 w 2912392"/>
              <a:gd name="connsiteY172" fmla="*/ 32253 h 452066"/>
              <a:gd name="connsiteX173" fmla="*/ 1685103 w 2912392"/>
              <a:gd name="connsiteY173" fmla="*/ 29610 h 452066"/>
              <a:gd name="connsiteX174" fmla="*/ 1694832 w 2912392"/>
              <a:gd name="connsiteY174" fmla="*/ 27088 h 452066"/>
              <a:gd name="connsiteX175" fmla="*/ 1704576 w 2912392"/>
              <a:gd name="connsiteY175" fmla="*/ 24686 h 452066"/>
              <a:gd name="connsiteX176" fmla="*/ 1714320 w 2912392"/>
              <a:gd name="connsiteY176" fmla="*/ 22404 h 452066"/>
              <a:gd name="connsiteX177" fmla="*/ 1724064 w 2912392"/>
              <a:gd name="connsiteY177" fmla="*/ 20242 h 452066"/>
              <a:gd name="connsiteX178" fmla="*/ 1733808 w 2912392"/>
              <a:gd name="connsiteY178" fmla="*/ 18196 h 452066"/>
              <a:gd name="connsiteX179" fmla="*/ 1743537 w 2912392"/>
              <a:gd name="connsiteY179" fmla="*/ 16270 h 452066"/>
              <a:gd name="connsiteX180" fmla="*/ 1753281 w 2912392"/>
              <a:gd name="connsiteY180" fmla="*/ 14458 h 452066"/>
              <a:gd name="connsiteX181" fmla="*/ 1763025 w 2912392"/>
              <a:gd name="connsiteY181" fmla="*/ 12761 h 452066"/>
              <a:gd name="connsiteX182" fmla="*/ 1772769 w 2912392"/>
              <a:gd name="connsiteY182" fmla="*/ 11179 h 452066"/>
              <a:gd name="connsiteX183" fmla="*/ 1782498 w 2912392"/>
              <a:gd name="connsiteY183" fmla="*/ 9707 h 452066"/>
              <a:gd name="connsiteX184" fmla="*/ 1792242 w 2912392"/>
              <a:gd name="connsiteY184" fmla="*/ 8346 h 452066"/>
              <a:gd name="connsiteX185" fmla="*/ 1801986 w 2912392"/>
              <a:gd name="connsiteY185" fmla="*/ 7096 h 452066"/>
              <a:gd name="connsiteX186" fmla="*/ 1811730 w 2912392"/>
              <a:gd name="connsiteY186" fmla="*/ 5954 h 452066"/>
              <a:gd name="connsiteX187" fmla="*/ 1821459 w 2912392"/>
              <a:gd name="connsiteY187" fmla="*/ 4917 h 452066"/>
              <a:gd name="connsiteX188" fmla="*/ 1831203 w 2912392"/>
              <a:gd name="connsiteY188" fmla="*/ 3984 h 452066"/>
              <a:gd name="connsiteX189" fmla="*/ 1840947 w 2912392"/>
              <a:gd name="connsiteY189" fmla="*/ 3154 h 452066"/>
              <a:gd name="connsiteX190" fmla="*/ 1850691 w 2912392"/>
              <a:gd name="connsiteY190" fmla="*/ 2426 h 452066"/>
              <a:gd name="connsiteX191" fmla="*/ 1860435 w 2912392"/>
              <a:gd name="connsiteY191" fmla="*/ 1797 h 452066"/>
              <a:gd name="connsiteX192" fmla="*/ 1870164 w 2912392"/>
              <a:gd name="connsiteY192" fmla="*/ 1265 h 452066"/>
              <a:gd name="connsiteX193" fmla="*/ 1879908 w 2912392"/>
              <a:gd name="connsiteY193" fmla="*/ 828 h 452066"/>
              <a:gd name="connsiteX194" fmla="*/ 1889652 w 2912392"/>
              <a:gd name="connsiteY194" fmla="*/ 486 h 452066"/>
              <a:gd name="connsiteX195" fmla="*/ 1899395 w 2912392"/>
              <a:gd name="connsiteY195" fmla="*/ 235 h 452066"/>
              <a:gd name="connsiteX196" fmla="*/ 1909124 w 2912392"/>
              <a:gd name="connsiteY196" fmla="*/ 74 h 452066"/>
              <a:gd name="connsiteX197" fmla="*/ 1918868 w 2912392"/>
              <a:gd name="connsiteY197" fmla="*/ 0 h 452066"/>
              <a:gd name="connsiteX198" fmla="*/ 1928612 w 2912392"/>
              <a:gd name="connsiteY198" fmla="*/ 12 h 452066"/>
              <a:gd name="connsiteX199" fmla="*/ 1938356 w 2912392"/>
              <a:gd name="connsiteY199" fmla="*/ 107 h 452066"/>
              <a:gd name="connsiteX200" fmla="*/ 1948085 w 2912392"/>
              <a:gd name="connsiteY200" fmla="*/ 285 h 452066"/>
              <a:gd name="connsiteX201" fmla="*/ 1957829 w 2912392"/>
              <a:gd name="connsiteY201" fmla="*/ 541 h 452066"/>
              <a:gd name="connsiteX202" fmla="*/ 1967573 w 2912392"/>
              <a:gd name="connsiteY202" fmla="*/ 873 h 452066"/>
              <a:gd name="connsiteX203" fmla="*/ 1977317 w 2912392"/>
              <a:gd name="connsiteY203" fmla="*/ 1281 h 452066"/>
              <a:gd name="connsiteX204" fmla="*/ 1987046 w 2912392"/>
              <a:gd name="connsiteY204" fmla="*/ 1761 h 452066"/>
              <a:gd name="connsiteX205" fmla="*/ 1996790 w 2912392"/>
              <a:gd name="connsiteY205" fmla="*/ 2312 h 452066"/>
              <a:gd name="connsiteX206" fmla="*/ 2006534 w 2912392"/>
              <a:gd name="connsiteY206" fmla="*/ 2931 h 452066"/>
              <a:gd name="connsiteX207" fmla="*/ 2016278 w 2912392"/>
              <a:gd name="connsiteY207" fmla="*/ 3614 h 452066"/>
              <a:gd name="connsiteX208" fmla="*/ 2026022 w 2912392"/>
              <a:gd name="connsiteY208" fmla="*/ 4362 h 452066"/>
              <a:gd name="connsiteX209" fmla="*/ 2035751 w 2912392"/>
              <a:gd name="connsiteY209" fmla="*/ 5171 h 452066"/>
              <a:gd name="connsiteX210" fmla="*/ 2045495 w 2912392"/>
              <a:gd name="connsiteY210" fmla="*/ 6039 h 452066"/>
              <a:gd name="connsiteX211" fmla="*/ 2055239 w 2912392"/>
              <a:gd name="connsiteY211" fmla="*/ 6962 h 452066"/>
              <a:gd name="connsiteX212" fmla="*/ 2064983 w 2912392"/>
              <a:gd name="connsiteY212" fmla="*/ 7940 h 452066"/>
              <a:gd name="connsiteX213" fmla="*/ 2074712 w 2912392"/>
              <a:gd name="connsiteY213" fmla="*/ 8968 h 452066"/>
              <a:gd name="connsiteX214" fmla="*/ 2084456 w 2912392"/>
              <a:gd name="connsiteY214" fmla="*/ 10045 h 452066"/>
              <a:gd name="connsiteX215" fmla="*/ 2094200 w 2912392"/>
              <a:gd name="connsiteY215" fmla="*/ 11170 h 452066"/>
              <a:gd name="connsiteX216" fmla="*/ 2103944 w 2912392"/>
              <a:gd name="connsiteY216" fmla="*/ 12336 h 452066"/>
              <a:gd name="connsiteX217" fmla="*/ 2113673 w 2912392"/>
              <a:gd name="connsiteY217" fmla="*/ 13546 h 452066"/>
              <a:gd name="connsiteX218" fmla="*/ 2123417 w 2912392"/>
              <a:gd name="connsiteY218" fmla="*/ 14793 h 452066"/>
              <a:gd name="connsiteX219" fmla="*/ 2133161 w 2912392"/>
              <a:gd name="connsiteY219" fmla="*/ 16076 h 452066"/>
              <a:gd name="connsiteX220" fmla="*/ 2142905 w 2912392"/>
              <a:gd name="connsiteY220" fmla="*/ 17393 h 452066"/>
              <a:gd name="connsiteX221" fmla="*/ 2152649 w 2912392"/>
              <a:gd name="connsiteY221" fmla="*/ 18741 h 452066"/>
              <a:gd name="connsiteX222" fmla="*/ 2162377 w 2912392"/>
              <a:gd name="connsiteY222" fmla="*/ 20117 h 452066"/>
              <a:gd name="connsiteX223" fmla="*/ 2172121 w 2912392"/>
              <a:gd name="connsiteY223" fmla="*/ 21519 h 452066"/>
              <a:gd name="connsiteX224" fmla="*/ 2181865 w 2912392"/>
              <a:gd name="connsiteY224" fmla="*/ 22943 h 452066"/>
              <a:gd name="connsiteX225" fmla="*/ 2191609 w 2912392"/>
              <a:gd name="connsiteY225" fmla="*/ 24387 h 452066"/>
              <a:gd name="connsiteX226" fmla="*/ 2201338 w 2912392"/>
              <a:gd name="connsiteY226" fmla="*/ 25847 h 452066"/>
              <a:gd name="connsiteX227" fmla="*/ 2211082 w 2912392"/>
              <a:gd name="connsiteY227" fmla="*/ 27323 h 452066"/>
              <a:gd name="connsiteX228" fmla="*/ 2220826 w 2912392"/>
              <a:gd name="connsiteY228" fmla="*/ 28810 h 452066"/>
              <a:gd name="connsiteX229" fmla="*/ 2230570 w 2912392"/>
              <a:gd name="connsiteY229" fmla="*/ 30306 h 452066"/>
              <a:gd name="connsiteX230" fmla="*/ 2240299 w 2912392"/>
              <a:gd name="connsiteY230" fmla="*/ 31808 h 452066"/>
              <a:gd name="connsiteX231" fmla="*/ 2250043 w 2912392"/>
              <a:gd name="connsiteY231" fmla="*/ 33314 h 452066"/>
              <a:gd name="connsiteX232" fmla="*/ 2259787 w 2912392"/>
              <a:gd name="connsiteY232" fmla="*/ 34819 h 452066"/>
              <a:gd name="connsiteX233" fmla="*/ 2269531 w 2912392"/>
              <a:gd name="connsiteY233" fmla="*/ 36322 h 452066"/>
              <a:gd name="connsiteX234" fmla="*/ 2279260 w 2912392"/>
              <a:gd name="connsiteY234" fmla="*/ 37820 h 452066"/>
              <a:gd name="connsiteX235" fmla="*/ 2289004 w 2912392"/>
              <a:gd name="connsiteY235" fmla="*/ 39309 h 452066"/>
              <a:gd name="connsiteX236" fmla="*/ 2298748 w 2912392"/>
              <a:gd name="connsiteY236" fmla="*/ 40787 h 452066"/>
              <a:gd name="connsiteX237" fmla="*/ 2308492 w 2912392"/>
              <a:gd name="connsiteY237" fmla="*/ 42252 h 452066"/>
              <a:gd name="connsiteX238" fmla="*/ 2318236 w 2912392"/>
              <a:gd name="connsiteY238" fmla="*/ 43699 h 452066"/>
              <a:gd name="connsiteX239" fmla="*/ 2327965 w 2912392"/>
              <a:gd name="connsiteY239" fmla="*/ 45128 h 452066"/>
              <a:gd name="connsiteX240" fmla="*/ 2337709 w 2912392"/>
              <a:gd name="connsiteY240" fmla="*/ 46531 h 452066"/>
              <a:gd name="connsiteX241" fmla="*/ 2347453 w 2912392"/>
              <a:gd name="connsiteY241" fmla="*/ 47911 h 452066"/>
              <a:gd name="connsiteX242" fmla="*/ 2357197 w 2912392"/>
              <a:gd name="connsiteY242" fmla="*/ 49262 h 452066"/>
              <a:gd name="connsiteX243" fmla="*/ 2366926 w 2912392"/>
              <a:gd name="connsiteY243" fmla="*/ 50582 h 452066"/>
              <a:gd name="connsiteX244" fmla="*/ 2376670 w 2912392"/>
              <a:gd name="connsiteY244" fmla="*/ 51868 h 452066"/>
              <a:gd name="connsiteX245" fmla="*/ 2386413 w 2912392"/>
              <a:gd name="connsiteY245" fmla="*/ 53116 h 452066"/>
              <a:gd name="connsiteX246" fmla="*/ 2396157 w 2912392"/>
              <a:gd name="connsiteY246" fmla="*/ 54325 h 452066"/>
              <a:gd name="connsiteX247" fmla="*/ 2405886 w 2912392"/>
              <a:gd name="connsiteY247" fmla="*/ 55491 h 452066"/>
              <a:gd name="connsiteX248" fmla="*/ 2415630 w 2912392"/>
              <a:gd name="connsiteY248" fmla="*/ 56613 h 452066"/>
              <a:gd name="connsiteX249" fmla="*/ 2425374 w 2912392"/>
              <a:gd name="connsiteY249" fmla="*/ 57686 h 452066"/>
              <a:gd name="connsiteX250" fmla="*/ 2435118 w 2912392"/>
              <a:gd name="connsiteY250" fmla="*/ 58709 h 452066"/>
              <a:gd name="connsiteX251" fmla="*/ 2444862 w 2912392"/>
              <a:gd name="connsiteY251" fmla="*/ 59679 h 452066"/>
              <a:gd name="connsiteX252" fmla="*/ 2454591 w 2912392"/>
              <a:gd name="connsiteY252" fmla="*/ 60593 h 452066"/>
              <a:gd name="connsiteX253" fmla="*/ 2464335 w 2912392"/>
              <a:gd name="connsiteY253" fmla="*/ 61449 h 452066"/>
              <a:gd name="connsiteX254" fmla="*/ 2474079 w 2912392"/>
              <a:gd name="connsiteY254" fmla="*/ 62245 h 452066"/>
              <a:gd name="connsiteX255" fmla="*/ 2483823 w 2912392"/>
              <a:gd name="connsiteY255" fmla="*/ 62978 h 452066"/>
              <a:gd name="connsiteX256" fmla="*/ 2493552 w 2912392"/>
              <a:gd name="connsiteY256" fmla="*/ 63644 h 452066"/>
              <a:gd name="connsiteX257" fmla="*/ 2503296 w 2912392"/>
              <a:gd name="connsiteY257" fmla="*/ 64244 h 452066"/>
              <a:gd name="connsiteX258" fmla="*/ 2513040 w 2912392"/>
              <a:gd name="connsiteY258" fmla="*/ 64775 h 452066"/>
              <a:gd name="connsiteX259" fmla="*/ 2522784 w 2912392"/>
              <a:gd name="connsiteY259" fmla="*/ 65232 h 452066"/>
              <a:gd name="connsiteX260" fmla="*/ 2532513 w 2912392"/>
              <a:gd name="connsiteY260" fmla="*/ 65617 h 452066"/>
              <a:gd name="connsiteX261" fmla="*/ 2542257 w 2912392"/>
              <a:gd name="connsiteY261" fmla="*/ 65926 h 452066"/>
              <a:gd name="connsiteX262" fmla="*/ 2552001 w 2912392"/>
              <a:gd name="connsiteY262" fmla="*/ 66159 h 452066"/>
              <a:gd name="connsiteX263" fmla="*/ 2561745 w 2912392"/>
              <a:gd name="connsiteY263" fmla="*/ 66311 h 452066"/>
              <a:gd name="connsiteX264" fmla="*/ 2571474 w 2912392"/>
              <a:gd name="connsiteY264" fmla="*/ 66384 h 452066"/>
              <a:gd name="connsiteX265" fmla="*/ 2581218 w 2912392"/>
              <a:gd name="connsiteY265" fmla="*/ 66375 h 452066"/>
              <a:gd name="connsiteX266" fmla="*/ 2590962 w 2912392"/>
              <a:gd name="connsiteY266" fmla="*/ 66283 h 452066"/>
              <a:gd name="connsiteX267" fmla="*/ 2600705 w 2912392"/>
              <a:gd name="connsiteY267" fmla="*/ 66107 h 452066"/>
              <a:gd name="connsiteX268" fmla="*/ 2610449 w 2912392"/>
              <a:gd name="connsiteY268" fmla="*/ 65846 h 452066"/>
              <a:gd name="connsiteX269" fmla="*/ 2620178 w 2912392"/>
              <a:gd name="connsiteY269" fmla="*/ 65499 h 452066"/>
              <a:gd name="connsiteX270" fmla="*/ 2629922 w 2912392"/>
              <a:gd name="connsiteY270" fmla="*/ 65064 h 452066"/>
              <a:gd name="connsiteX271" fmla="*/ 2639666 w 2912392"/>
              <a:gd name="connsiteY271" fmla="*/ 64544 h 452066"/>
              <a:gd name="connsiteX272" fmla="*/ 2649410 w 2912392"/>
              <a:gd name="connsiteY272" fmla="*/ 63936 h 452066"/>
              <a:gd name="connsiteX273" fmla="*/ 2659139 w 2912392"/>
              <a:gd name="connsiteY273" fmla="*/ 63242 h 452066"/>
              <a:gd name="connsiteX274" fmla="*/ 2668883 w 2912392"/>
              <a:gd name="connsiteY274" fmla="*/ 62458 h 452066"/>
              <a:gd name="connsiteX275" fmla="*/ 2678627 w 2912392"/>
              <a:gd name="connsiteY275" fmla="*/ 61589 h 452066"/>
              <a:gd name="connsiteX276" fmla="*/ 2688371 w 2912392"/>
              <a:gd name="connsiteY276" fmla="*/ 60633 h 452066"/>
              <a:gd name="connsiteX277" fmla="*/ 2698100 w 2912392"/>
              <a:gd name="connsiteY277" fmla="*/ 59591 h 452066"/>
              <a:gd name="connsiteX278" fmla="*/ 2707844 w 2912392"/>
              <a:gd name="connsiteY278" fmla="*/ 58465 h 452066"/>
              <a:gd name="connsiteX279" fmla="*/ 2717588 w 2912392"/>
              <a:gd name="connsiteY279" fmla="*/ 57255 h 452066"/>
              <a:gd name="connsiteX280" fmla="*/ 2727332 w 2912392"/>
              <a:gd name="connsiteY280" fmla="*/ 55962 h 452066"/>
              <a:gd name="connsiteX281" fmla="*/ 2737076 w 2912392"/>
              <a:gd name="connsiteY281" fmla="*/ 54590 h 452066"/>
              <a:gd name="connsiteX282" fmla="*/ 2746805 w 2912392"/>
              <a:gd name="connsiteY282" fmla="*/ 53137 h 452066"/>
              <a:gd name="connsiteX283" fmla="*/ 2756549 w 2912392"/>
              <a:gd name="connsiteY283" fmla="*/ 51607 h 452066"/>
              <a:gd name="connsiteX284" fmla="*/ 2766293 w 2912392"/>
              <a:gd name="connsiteY284" fmla="*/ 50004 h 452066"/>
              <a:gd name="connsiteX285" fmla="*/ 2776037 w 2912392"/>
              <a:gd name="connsiteY285" fmla="*/ 48326 h 452066"/>
              <a:gd name="connsiteX286" fmla="*/ 2785766 w 2912392"/>
              <a:gd name="connsiteY286" fmla="*/ 46582 h 452066"/>
              <a:gd name="connsiteX287" fmla="*/ 2795510 w 2912392"/>
              <a:gd name="connsiteY287" fmla="*/ 44768 h 452066"/>
              <a:gd name="connsiteX288" fmla="*/ 2805254 w 2912392"/>
              <a:gd name="connsiteY288" fmla="*/ 42893 h 452066"/>
              <a:gd name="connsiteX289" fmla="*/ 2814998 w 2912392"/>
              <a:gd name="connsiteY289" fmla="*/ 40957 h 452066"/>
              <a:gd name="connsiteX290" fmla="*/ 2824727 w 2912392"/>
              <a:gd name="connsiteY290" fmla="*/ 38967 h 452066"/>
              <a:gd name="connsiteX291" fmla="*/ 2834471 w 2912392"/>
              <a:gd name="connsiteY291" fmla="*/ 36923 h 452066"/>
              <a:gd name="connsiteX292" fmla="*/ 2844215 w 2912392"/>
              <a:gd name="connsiteY292" fmla="*/ 34831 h 452066"/>
              <a:gd name="connsiteX293" fmla="*/ 2853958 w 2912392"/>
              <a:gd name="connsiteY293" fmla="*/ 32694 h 452066"/>
              <a:gd name="connsiteX294" fmla="*/ 2863687 w 2912392"/>
              <a:gd name="connsiteY294" fmla="*/ 30519 h 452066"/>
              <a:gd name="connsiteX295" fmla="*/ 2873431 w 2912392"/>
              <a:gd name="connsiteY295" fmla="*/ 28310 h 452066"/>
              <a:gd name="connsiteX296" fmla="*/ 2883175 w 2912392"/>
              <a:gd name="connsiteY296" fmla="*/ 26072 h 452066"/>
              <a:gd name="connsiteX297" fmla="*/ 2892919 w 2912392"/>
              <a:gd name="connsiteY297" fmla="*/ 23809 h 452066"/>
              <a:gd name="connsiteX298" fmla="*/ 2902663 w 2912392"/>
              <a:gd name="connsiteY298" fmla="*/ 21526 h 452066"/>
              <a:gd name="connsiteX299" fmla="*/ 2912392 w 2912392"/>
              <a:gd name="connsiteY299" fmla="*/ 19230 h 452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</a:cxnLst>
            <a:rect l="l" t="t" r="r" b="b"/>
            <a:pathLst>
              <a:path w="2912392" h="452066">
                <a:moveTo>
                  <a:pt x="0" y="98113"/>
                </a:moveTo>
                <a:lnTo>
                  <a:pt x="9739" y="99071"/>
                </a:lnTo>
                <a:lnTo>
                  <a:pt x="19480" y="100179"/>
                </a:lnTo>
                <a:lnTo>
                  <a:pt x="29221" y="101441"/>
                </a:lnTo>
                <a:lnTo>
                  <a:pt x="38961" y="102860"/>
                </a:lnTo>
                <a:lnTo>
                  <a:pt x="48702" y="104436"/>
                </a:lnTo>
                <a:lnTo>
                  <a:pt x="58443" y="106172"/>
                </a:lnTo>
                <a:lnTo>
                  <a:pt x="68182" y="108070"/>
                </a:lnTo>
                <a:lnTo>
                  <a:pt x="77923" y="110132"/>
                </a:lnTo>
                <a:lnTo>
                  <a:pt x="87664" y="112361"/>
                </a:lnTo>
                <a:lnTo>
                  <a:pt x="97404" y="114753"/>
                </a:lnTo>
                <a:lnTo>
                  <a:pt x="107145" y="117315"/>
                </a:lnTo>
                <a:lnTo>
                  <a:pt x="116886" y="120044"/>
                </a:lnTo>
                <a:lnTo>
                  <a:pt x="126625" y="122942"/>
                </a:lnTo>
                <a:lnTo>
                  <a:pt x="136366" y="126010"/>
                </a:lnTo>
                <a:lnTo>
                  <a:pt x="146107" y="129246"/>
                </a:lnTo>
                <a:lnTo>
                  <a:pt x="155846" y="132650"/>
                </a:lnTo>
                <a:lnTo>
                  <a:pt x="165587" y="136221"/>
                </a:lnTo>
                <a:lnTo>
                  <a:pt x="175328" y="139961"/>
                </a:lnTo>
                <a:lnTo>
                  <a:pt x="185068" y="143866"/>
                </a:lnTo>
                <a:lnTo>
                  <a:pt x="194809" y="147935"/>
                </a:lnTo>
                <a:lnTo>
                  <a:pt x="204550" y="152166"/>
                </a:lnTo>
                <a:lnTo>
                  <a:pt x="214289" y="156558"/>
                </a:lnTo>
                <a:lnTo>
                  <a:pt x="224030" y="161107"/>
                </a:lnTo>
                <a:lnTo>
                  <a:pt x="233771" y="165811"/>
                </a:lnTo>
                <a:lnTo>
                  <a:pt x="243510" y="170666"/>
                </a:lnTo>
                <a:lnTo>
                  <a:pt x="253251" y="175668"/>
                </a:lnTo>
                <a:lnTo>
                  <a:pt x="262992" y="180814"/>
                </a:lnTo>
                <a:lnTo>
                  <a:pt x="272732" y="186099"/>
                </a:lnTo>
                <a:lnTo>
                  <a:pt x="282473" y="191516"/>
                </a:lnTo>
                <a:lnTo>
                  <a:pt x="292214" y="197064"/>
                </a:lnTo>
                <a:lnTo>
                  <a:pt x="301953" y="202735"/>
                </a:lnTo>
                <a:lnTo>
                  <a:pt x="311694" y="208523"/>
                </a:lnTo>
                <a:lnTo>
                  <a:pt x="321435" y="214422"/>
                </a:lnTo>
                <a:lnTo>
                  <a:pt x="331175" y="220424"/>
                </a:lnTo>
                <a:lnTo>
                  <a:pt x="340916" y="226524"/>
                </a:lnTo>
                <a:lnTo>
                  <a:pt x="350656" y="232713"/>
                </a:lnTo>
                <a:lnTo>
                  <a:pt x="360396" y="238986"/>
                </a:lnTo>
                <a:lnTo>
                  <a:pt x="370137" y="245331"/>
                </a:lnTo>
                <a:lnTo>
                  <a:pt x="379878" y="251741"/>
                </a:lnTo>
                <a:lnTo>
                  <a:pt x="389617" y="258208"/>
                </a:lnTo>
                <a:lnTo>
                  <a:pt x="399358" y="264722"/>
                </a:lnTo>
                <a:lnTo>
                  <a:pt x="409099" y="271275"/>
                </a:lnTo>
                <a:lnTo>
                  <a:pt x="418839" y="277857"/>
                </a:lnTo>
                <a:lnTo>
                  <a:pt x="428580" y="284457"/>
                </a:lnTo>
                <a:lnTo>
                  <a:pt x="438321" y="291066"/>
                </a:lnTo>
                <a:lnTo>
                  <a:pt x="448060" y="297674"/>
                </a:lnTo>
                <a:lnTo>
                  <a:pt x="457801" y="304271"/>
                </a:lnTo>
                <a:lnTo>
                  <a:pt x="467542" y="310845"/>
                </a:lnTo>
                <a:lnTo>
                  <a:pt x="477281" y="317387"/>
                </a:lnTo>
                <a:lnTo>
                  <a:pt x="487022" y="323886"/>
                </a:lnTo>
                <a:lnTo>
                  <a:pt x="496763" y="330331"/>
                </a:lnTo>
                <a:lnTo>
                  <a:pt x="506503" y="336711"/>
                </a:lnTo>
                <a:lnTo>
                  <a:pt x="516244" y="343016"/>
                </a:lnTo>
                <a:lnTo>
                  <a:pt x="525985" y="349235"/>
                </a:lnTo>
                <a:lnTo>
                  <a:pt x="535724" y="355359"/>
                </a:lnTo>
                <a:lnTo>
                  <a:pt x="545465" y="361373"/>
                </a:lnTo>
                <a:lnTo>
                  <a:pt x="555206" y="367272"/>
                </a:lnTo>
                <a:lnTo>
                  <a:pt x="564946" y="373042"/>
                </a:lnTo>
                <a:lnTo>
                  <a:pt x="574687" y="378674"/>
                </a:lnTo>
                <a:lnTo>
                  <a:pt x="584428" y="384160"/>
                </a:lnTo>
                <a:lnTo>
                  <a:pt x="594167" y="389488"/>
                </a:lnTo>
                <a:lnTo>
                  <a:pt x="603908" y="394649"/>
                </a:lnTo>
                <a:lnTo>
                  <a:pt x="613649" y="399635"/>
                </a:lnTo>
                <a:lnTo>
                  <a:pt x="623388" y="404437"/>
                </a:lnTo>
                <a:lnTo>
                  <a:pt x="633129" y="409047"/>
                </a:lnTo>
                <a:lnTo>
                  <a:pt x="642870" y="413456"/>
                </a:lnTo>
                <a:lnTo>
                  <a:pt x="652610" y="417656"/>
                </a:lnTo>
                <a:lnTo>
                  <a:pt x="662351" y="421641"/>
                </a:lnTo>
                <a:lnTo>
                  <a:pt x="672092" y="425405"/>
                </a:lnTo>
                <a:lnTo>
                  <a:pt x="681831" y="428939"/>
                </a:lnTo>
                <a:lnTo>
                  <a:pt x="691572" y="432239"/>
                </a:lnTo>
                <a:lnTo>
                  <a:pt x="701313" y="435299"/>
                </a:lnTo>
                <a:lnTo>
                  <a:pt x="711052" y="438113"/>
                </a:lnTo>
                <a:lnTo>
                  <a:pt x="720793" y="440679"/>
                </a:lnTo>
                <a:lnTo>
                  <a:pt x="730534" y="442993"/>
                </a:lnTo>
                <a:lnTo>
                  <a:pt x="740274" y="445049"/>
                </a:lnTo>
                <a:lnTo>
                  <a:pt x="750015" y="446844"/>
                </a:lnTo>
                <a:lnTo>
                  <a:pt x="759756" y="448379"/>
                </a:lnTo>
                <a:lnTo>
                  <a:pt x="769495" y="449648"/>
                </a:lnTo>
                <a:lnTo>
                  <a:pt x="779236" y="450652"/>
                </a:lnTo>
                <a:lnTo>
                  <a:pt x="788977" y="451391"/>
                </a:lnTo>
                <a:lnTo>
                  <a:pt x="798717" y="451862"/>
                </a:lnTo>
                <a:lnTo>
                  <a:pt x="808458" y="452066"/>
                </a:lnTo>
                <a:lnTo>
                  <a:pt x="818199" y="452005"/>
                </a:lnTo>
                <a:lnTo>
                  <a:pt x="827938" y="451677"/>
                </a:lnTo>
                <a:lnTo>
                  <a:pt x="837679" y="451087"/>
                </a:lnTo>
                <a:lnTo>
                  <a:pt x="847420" y="450235"/>
                </a:lnTo>
                <a:lnTo>
                  <a:pt x="857159" y="449124"/>
                </a:lnTo>
                <a:lnTo>
                  <a:pt x="866900" y="447756"/>
                </a:lnTo>
                <a:lnTo>
                  <a:pt x="876641" y="446135"/>
                </a:lnTo>
                <a:lnTo>
                  <a:pt x="886381" y="444264"/>
                </a:lnTo>
                <a:lnTo>
                  <a:pt x="896122" y="442148"/>
                </a:lnTo>
                <a:lnTo>
                  <a:pt x="905863" y="439791"/>
                </a:lnTo>
                <a:lnTo>
                  <a:pt x="915602" y="437199"/>
                </a:lnTo>
                <a:lnTo>
                  <a:pt x="925343" y="434374"/>
                </a:lnTo>
                <a:lnTo>
                  <a:pt x="935084" y="431324"/>
                </a:lnTo>
                <a:lnTo>
                  <a:pt x="944824" y="428054"/>
                </a:lnTo>
                <a:lnTo>
                  <a:pt x="954564" y="424569"/>
                </a:lnTo>
                <a:lnTo>
                  <a:pt x="964305" y="420875"/>
                </a:lnTo>
                <a:lnTo>
                  <a:pt x="974045" y="416982"/>
                </a:lnTo>
                <a:lnTo>
                  <a:pt x="983786" y="412892"/>
                </a:lnTo>
                <a:lnTo>
                  <a:pt x="993522" y="408615"/>
                </a:lnTo>
                <a:lnTo>
                  <a:pt x="1003266" y="404156"/>
                </a:lnTo>
                <a:lnTo>
                  <a:pt x="1013010" y="399522"/>
                </a:lnTo>
                <a:lnTo>
                  <a:pt x="1022754" y="394723"/>
                </a:lnTo>
                <a:lnTo>
                  <a:pt x="1032483" y="389763"/>
                </a:lnTo>
                <a:lnTo>
                  <a:pt x="1042227" y="384651"/>
                </a:lnTo>
                <a:lnTo>
                  <a:pt x="1051971" y="379394"/>
                </a:lnTo>
                <a:lnTo>
                  <a:pt x="1061715" y="374000"/>
                </a:lnTo>
                <a:lnTo>
                  <a:pt x="1071444" y="368477"/>
                </a:lnTo>
                <a:lnTo>
                  <a:pt x="1081188" y="362832"/>
                </a:lnTo>
                <a:lnTo>
                  <a:pt x="1090932" y="357072"/>
                </a:lnTo>
                <a:lnTo>
                  <a:pt x="1100676" y="351205"/>
                </a:lnTo>
                <a:lnTo>
                  <a:pt x="1110405" y="345239"/>
                </a:lnTo>
                <a:lnTo>
                  <a:pt x="1120149" y="339181"/>
                </a:lnTo>
                <a:lnTo>
                  <a:pt x="1129893" y="333040"/>
                </a:lnTo>
                <a:lnTo>
                  <a:pt x="1139637" y="326823"/>
                </a:lnTo>
                <a:lnTo>
                  <a:pt x="1149381" y="320535"/>
                </a:lnTo>
                <a:lnTo>
                  <a:pt x="1159110" y="314185"/>
                </a:lnTo>
                <a:lnTo>
                  <a:pt x="1168854" y="307782"/>
                </a:lnTo>
                <a:lnTo>
                  <a:pt x="1178598" y="301330"/>
                </a:lnTo>
                <a:lnTo>
                  <a:pt x="1188341" y="294837"/>
                </a:lnTo>
                <a:lnTo>
                  <a:pt x="1198070" y="288312"/>
                </a:lnTo>
                <a:lnTo>
                  <a:pt x="1207814" y="281759"/>
                </a:lnTo>
                <a:lnTo>
                  <a:pt x="1217558" y="275186"/>
                </a:lnTo>
                <a:lnTo>
                  <a:pt x="1227302" y="268600"/>
                </a:lnTo>
                <a:lnTo>
                  <a:pt x="1237031" y="262006"/>
                </a:lnTo>
                <a:lnTo>
                  <a:pt x="1246775" y="255412"/>
                </a:lnTo>
                <a:lnTo>
                  <a:pt x="1256519" y="248822"/>
                </a:lnTo>
                <a:lnTo>
                  <a:pt x="1266263" y="242244"/>
                </a:lnTo>
                <a:lnTo>
                  <a:pt x="1276007" y="235684"/>
                </a:lnTo>
                <a:lnTo>
                  <a:pt x="1285736" y="229145"/>
                </a:lnTo>
                <a:lnTo>
                  <a:pt x="1295480" y="222635"/>
                </a:lnTo>
                <a:lnTo>
                  <a:pt x="1305224" y="216159"/>
                </a:lnTo>
                <a:lnTo>
                  <a:pt x="1314968" y="209723"/>
                </a:lnTo>
                <a:lnTo>
                  <a:pt x="1324697" y="203329"/>
                </a:lnTo>
                <a:lnTo>
                  <a:pt x="1334441" y="196985"/>
                </a:lnTo>
                <a:lnTo>
                  <a:pt x="1344185" y="190695"/>
                </a:lnTo>
                <a:lnTo>
                  <a:pt x="1353929" y="184464"/>
                </a:lnTo>
                <a:lnTo>
                  <a:pt x="1363658" y="178295"/>
                </a:lnTo>
                <a:lnTo>
                  <a:pt x="1373402" y="172193"/>
                </a:lnTo>
                <a:lnTo>
                  <a:pt x="1383146" y="166162"/>
                </a:lnTo>
                <a:lnTo>
                  <a:pt x="1392890" y="160207"/>
                </a:lnTo>
                <a:lnTo>
                  <a:pt x="1402619" y="154330"/>
                </a:lnTo>
                <a:lnTo>
                  <a:pt x="1412363" y="148537"/>
                </a:lnTo>
                <a:lnTo>
                  <a:pt x="1422106" y="142829"/>
                </a:lnTo>
                <a:lnTo>
                  <a:pt x="1431850" y="137211"/>
                </a:lnTo>
                <a:lnTo>
                  <a:pt x="1441594" y="131685"/>
                </a:lnTo>
                <a:lnTo>
                  <a:pt x="1451323" y="126255"/>
                </a:lnTo>
                <a:lnTo>
                  <a:pt x="1461067" y="120923"/>
                </a:lnTo>
                <a:lnTo>
                  <a:pt x="1470811" y="115692"/>
                </a:lnTo>
                <a:lnTo>
                  <a:pt x="1480555" y="110565"/>
                </a:lnTo>
                <a:lnTo>
                  <a:pt x="1490284" y="105544"/>
                </a:lnTo>
                <a:lnTo>
                  <a:pt x="1500028" y="100631"/>
                </a:lnTo>
                <a:lnTo>
                  <a:pt x="1509772" y="95827"/>
                </a:lnTo>
                <a:lnTo>
                  <a:pt x="1519516" y="91136"/>
                </a:lnTo>
                <a:lnTo>
                  <a:pt x="1529245" y="86559"/>
                </a:lnTo>
                <a:lnTo>
                  <a:pt x="1538989" y="82096"/>
                </a:lnTo>
                <a:lnTo>
                  <a:pt x="1548733" y="77750"/>
                </a:lnTo>
                <a:lnTo>
                  <a:pt x="1558477" y="73523"/>
                </a:lnTo>
                <a:lnTo>
                  <a:pt x="1568221" y="69414"/>
                </a:lnTo>
                <a:lnTo>
                  <a:pt x="1577950" y="65426"/>
                </a:lnTo>
                <a:lnTo>
                  <a:pt x="1587694" y="61558"/>
                </a:lnTo>
                <a:lnTo>
                  <a:pt x="1597438" y="57811"/>
                </a:lnTo>
                <a:lnTo>
                  <a:pt x="1607182" y="54188"/>
                </a:lnTo>
                <a:lnTo>
                  <a:pt x="1616911" y="50685"/>
                </a:lnTo>
                <a:lnTo>
                  <a:pt x="1626655" y="47306"/>
                </a:lnTo>
                <a:lnTo>
                  <a:pt x="1636399" y="44050"/>
                </a:lnTo>
                <a:lnTo>
                  <a:pt x="1646142" y="40917"/>
                </a:lnTo>
                <a:lnTo>
                  <a:pt x="1655872" y="37906"/>
                </a:lnTo>
                <a:lnTo>
                  <a:pt x="1665616" y="35019"/>
                </a:lnTo>
                <a:lnTo>
                  <a:pt x="1675359" y="32253"/>
                </a:lnTo>
                <a:lnTo>
                  <a:pt x="1685103" y="29610"/>
                </a:lnTo>
                <a:lnTo>
                  <a:pt x="1694832" y="27088"/>
                </a:lnTo>
                <a:lnTo>
                  <a:pt x="1704576" y="24686"/>
                </a:lnTo>
                <a:lnTo>
                  <a:pt x="1714320" y="22404"/>
                </a:lnTo>
                <a:lnTo>
                  <a:pt x="1724064" y="20242"/>
                </a:lnTo>
                <a:lnTo>
                  <a:pt x="1733808" y="18196"/>
                </a:lnTo>
                <a:lnTo>
                  <a:pt x="1743537" y="16270"/>
                </a:lnTo>
                <a:lnTo>
                  <a:pt x="1753281" y="14458"/>
                </a:lnTo>
                <a:lnTo>
                  <a:pt x="1763025" y="12761"/>
                </a:lnTo>
                <a:lnTo>
                  <a:pt x="1772769" y="11179"/>
                </a:lnTo>
                <a:lnTo>
                  <a:pt x="1782498" y="9707"/>
                </a:lnTo>
                <a:lnTo>
                  <a:pt x="1792242" y="8346"/>
                </a:lnTo>
                <a:lnTo>
                  <a:pt x="1801986" y="7096"/>
                </a:lnTo>
                <a:lnTo>
                  <a:pt x="1811730" y="5954"/>
                </a:lnTo>
                <a:lnTo>
                  <a:pt x="1821459" y="4917"/>
                </a:lnTo>
                <a:lnTo>
                  <a:pt x="1831203" y="3984"/>
                </a:lnTo>
                <a:lnTo>
                  <a:pt x="1840947" y="3154"/>
                </a:lnTo>
                <a:lnTo>
                  <a:pt x="1850691" y="2426"/>
                </a:lnTo>
                <a:lnTo>
                  <a:pt x="1860435" y="1797"/>
                </a:lnTo>
                <a:lnTo>
                  <a:pt x="1870164" y="1265"/>
                </a:lnTo>
                <a:lnTo>
                  <a:pt x="1879908" y="828"/>
                </a:lnTo>
                <a:lnTo>
                  <a:pt x="1889652" y="486"/>
                </a:lnTo>
                <a:lnTo>
                  <a:pt x="1899395" y="235"/>
                </a:lnTo>
                <a:lnTo>
                  <a:pt x="1909124" y="74"/>
                </a:lnTo>
                <a:lnTo>
                  <a:pt x="1918868" y="0"/>
                </a:lnTo>
                <a:lnTo>
                  <a:pt x="1928612" y="12"/>
                </a:lnTo>
                <a:lnTo>
                  <a:pt x="1938356" y="107"/>
                </a:lnTo>
                <a:lnTo>
                  <a:pt x="1948085" y="285"/>
                </a:lnTo>
                <a:lnTo>
                  <a:pt x="1957829" y="541"/>
                </a:lnTo>
                <a:lnTo>
                  <a:pt x="1967573" y="873"/>
                </a:lnTo>
                <a:lnTo>
                  <a:pt x="1977317" y="1281"/>
                </a:lnTo>
                <a:lnTo>
                  <a:pt x="1987046" y="1761"/>
                </a:lnTo>
                <a:lnTo>
                  <a:pt x="1996790" y="2312"/>
                </a:lnTo>
                <a:lnTo>
                  <a:pt x="2006534" y="2931"/>
                </a:lnTo>
                <a:lnTo>
                  <a:pt x="2016278" y="3614"/>
                </a:lnTo>
                <a:lnTo>
                  <a:pt x="2026022" y="4362"/>
                </a:lnTo>
                <a:lnTo>
                  <a:pt x="2035751" y="5171"/>
                </a:lnTo>
                <a:lnTo>
                  <a:pt x="2045495" y="6039"/>
                </a:lnTo>
                <a:lnTo>
                  <a:pt x="2055239" y="6962"/>
                </a:lnTo>
                <a:lnTo>
                  <a:pt x="2064983" y="7940"/>
                </a:lnTo>
                <a:lnTo>
                  <a:pt x="2074712" y="8968"/>
                </a:lnTo>
                <a:lnTo>
                  <a:pt x="2084456" y="10045"/>
                </a:lnTo>
                <a:lnTo>
                  <a:pt x="2094200" y="11170"/>
                </a:lnTo>
                <a:lnTo>
                  <a:pt x="2103944" y="12336"/>
                </a:lnTo>
                <a:lnTo>
                  <a:pt x="2113673" y="13546"/>
                </a:lnTo>
                <a:lnTo>
                  <a:pt x="2123417" y="14793"/>
                </a:lnTo>
                <a:lnTo>
                  <a:pt x="2133161" y="16076"/>
                </a:lnTo>
                <a:lnTo>
                  <a:pt x="2142905" y="17393"/>
                </a:lnTo>
                <a:lnTo>
                  <a:pt x="2152649" y="18741"/>
                </a:lnTo>
                <a:lnTo>
                  <a:pt x="2162377" y="20117"/>
                </a:lnTo>
                <a:lnTo>
                  <a:pt x="2172121" y="21519"/>
                </a:lnTo>
                <a:lnTo>
                  <a:pt x="2181865" y="22943"/>
                </a:lnTo>
                <a:lnTo>
                  <a:pt x="2191609" y="24387"/>
                </a:lnTo>
                <a:lnTo>
                  <a:pt x="2201338" y="25847"/>
                </a:lnTo>
                <a:lnTo>
                  <a:pt x="2211082" y="27323"/>
                </a:lnTo>
                <a:lnTo>
                  <a:pt x="2220826" y="28810"/>
                </a:lnTo>
                <a:lnTo>
                  <a:pt x="2230570" y="30306"/>
                </a:lnTo>
                <a:lnTo>
                  <a:pt x="2240299" y="31808"/>
                </a:lnTo>
                <a:lnTo>
                  <a:pt x="2250043" y="33314"/>
                </a:lnTo>
                <a:lnTo>
                  <a:pt x="2259787" y="34819"/>
                </a:lnTo>
                <a:lnTo>
                  <a:pt x="2269531" y="36322"/>
                </a:lnTo>
                <a:lnTo>
                  <a:pt x="2279260" y="37820"/>
                </a:lnTo>
                <a:lnTo>
                  <a:pt x="2289004" y="39309"/>
                </a:lnTo>
                <a:lnTo>
                  <a:pt x="2298748" y="40787"/>
                </a:lnTo>
                <a:lnTo>
                  <a:pt x="2308492" y="42252"/>
                </a:lnTo>
                <a:lnTo>
                  <a:pt x="2318236" y="43699"/>
                </a:lnTo>
                <a:lnTo>
                  <a:pt x="2327965" y="45128"/>
                </a:lnTo>
                <a:lnTo>
                  <a:pt x="2337709" y="46531"/>
                </a:lnTo>
                <a:lnTo>
                  <a:pt x="2347453" y="47911"/>
                </a:lnTo>
                <a:lnTo>
                  <a:pt x="2357197" y="49262"/>
                </a:lnTo>
                <a:lnTo>
                  <a:pt x="2366926" y="50582"/>
                </a:lnTo>
                <a:lnTo>
                  <a:pt x="2376670" y="51868"/>
                </a:lnTo>
                <a:lnTo>
                  <a:pt x="2386413" y="53116"/>
                </a:lnTo>
                <a:lnTo>
                  <a:pt x="2396157" y="54325"/>
                </a:lnTo>
                <a:lnTo>
                  <a:pt x="2405886" y="55491"/>
                </a:lnTo>
                <a:lnTo>
                  <a:pt x="2415630" y="56613"/>
                </a:lnTo>
                <a:lnTo>
                  <a:pt x="2425374" y="57686"/>
                </a:lnTo>
                <a:lnTo>
                  <a:pt x="2435118" y="58709"/>
                </a:lnTo>
                <a:lnTo>
                  <a:pt x="2444862" y="59679"/>
                </a:lnTo>
                <a:lnTo>
                  <a:pt x="2454591" y="60593"/>
                </a:lnTo>
                <a:lnTo>
                  <a:pt x="2464335" y="61449"/>
                </a:lnTo>
                <a:lnTo>
                  <a:pt x="2474079" y="62245"/>
                </a:lnTo>
                <a:lnTo>
                  <a:pt x="2483823" y="62978"/>
                </a:lnTo>
                <a:lnTo>
                  <a:pt x="2493552" y="63644"/>
                </a:lnTo>
                <a:lnTo>
                  <a:pt x="2503296" y="64244"/>
                </a:lnTo>
                <a:lnTo>
                  <a:pt x="2513040" y="64775"/>
                </a:lnTo>
                <a:lnTo>
                  <a:pt x="2522784" y="65232"/>
                </a:lnTo>
                <a:lnTo>
                  <a:pt x="2532513" y="65617"/>
                </a:lnTo>
                <a:lnTo>
                  <a:pt x="2542257" y="65926"/>
                </a:lnTo>
                <a:lnTo>
                  <a:pt x="2552001" y="66159"/>
                </a:lnTo>
                <a:lnTo>
                  <a:pt x="2561745" y="66311"/>
                </a:lnTo>
                <a:lnTo>
                  <a:pt x="2571474" y="66384"/>
                </a:lnTo>
                <a:lnTo>
                  <a:pt x="2581218" y="66375"/>
                </a:lnTo>
                <a:lnTo>
                  <a:pt x="2590962" y="66283"/>
                </a:lnTo>
                <a:lnTo>
                  <a:pt x="2600705" y="66107"/>
                </a:lnTo>
                <a:lnTo>
                  <a:pt x="2610449" y="65846"/>
                </a:lnTo>
                <a:lnTo>
                  <a:pt x="2620178" y="65499"/>
                </a:lnTo>
                <a:lnTo>
                  <a:pt x="2629922" y="65064"/>
                </a:lnTo>
                <a:lnTo>
                  <a:pt x="2639666" y="64544"/>
                </a:lnTo>
                <a:lnTo>
                  <a:pt x="2649410" y="63936"/>
                </a:lnTo>
                <a:lnTo>
                  <a:pt x="2659139" y="63242"/>
                </a:lnTo>
                <a:lnTo>
                  <a:pt x="2668883" y="62458"/>
                </a:lnTo>
                <a:lnTo>
                  <a:pt x="2678627" y="61589"/>
                </a:lnTo>
                <a:lnTo>
                  <a:pt x="2688371" y="60633"/>
                </a:lnTo>
                <a:lnTo>
                  <a:pt x="2698100" y="59591"/>
                </a:lnTo>
                <a:lnTo>
                  <a:pt x="2707844" y="58465"/>
                </a:lnTo>
                <a:lnTo>
                  <a:pt x="2717588" y="57255"/>
                </a:lnTo>
                <a:lnTo>
                  <a:pt x="2727332" y="55962"/>
                </a:lnTo>
                <a:lnTo>
                  <a:pt x="2737076" y="54590"/>
                </a:lnTo>
                <a:lnTo>
                  <a:pt x="2746805" y="53137"/>
                </a:lnTo>
                <a:lnTo>
                  <a:pt x="2756549" y="51607"/>
                </a:lnTo>
                <a:lnTo>
                  <a:pt x="2766293" y="50004"/>
                </a:lnTo>
                <a:lnTo>
                  <a:pt x="2776037" y="48326"/>
                </a:lnTo>
                <a:lnTo>
                  <a:pt x="2785766" y="46582"/>
                </a:lnTo>
                <a:lnTo>
                  <a:pt x="2795510" y="44768"/>
                </a:lnTo>
                <a:lnTo>
                  <a:pt x="2805254" y="42893"/>
                </a:lnTo>
                <a:lnTo>
                  <a:pt x="2814998" y="40957"/>
                </a:lnTo>
                <a:lnTo>
                  <a:pt x="2824727" y="38967"/>
                </a:lnTo>
                <a:lnTo>
                  <a:pt x="2834471" y="36923"/>
                </a:lnTo>
                <a:lnTo>
                  <a:pt x="2844215" y="34831"/>
                </a:lnTo>
                <a:lnTo>
                  <a:pt x="2853958" y="32694"/>
                </a:lnTo>
                <a:lnTo>
                  <a:pt x="2863687" y="30519"/>
                </a:lnTo>
                <a:lnTo>
                  <a:pt x="2873431" y="28310"/>
                </a:lnTo>
                <a:lnTo>
                  <a:pt x="2883175" y="26072"/>
                </a:lnTo>
                <a:lnTo>
                  <a:pt x="2892919" y="23809"/>
                </a:lnTo>
                <a:lnTo>
                  <a:pt x="2902663" y="21526"/>
                </a:lnTo>
                <a:lnTo>
                  <a:pt x="2912392" y="19230"/>
                </a:lnTo>
              </a:path>
            </a:pathLst>
          </a:custGeom>
          <a:noFill/>
          <a:ln w="17859" cap="rnd">
            <a:solidFill>
              <a:srgbClr val="FF00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1253" name="Group 1252">
            <a:extLst>
              <a:ext uri="{FF2B5EF4-FFF2-40B4-BE49-F238E27FC236}">
                <a16:creationId xmlns:a16="http://schemas.microsoft.com/office/drawing/2014/main" id="{923C9ABA-8ABB-3471-EDCE-CE6EDA2BE12B}"/>
              </a:ext>
            </a:extLst>
          </p:cNvPr>
          <p:cNvGrpSpPr/>
          <p:nvPr/>
        </p:nvGrpSpPr>
        <p:grpSpPr>
          <a:xfrm>
            <a:off x="3923928" y="2525237"/>
            <a:ext cx="3575756" cy="2383837"/>
            <a:chOff x="3923928" y="2525237"/>
            <a:chExt cx="3575756" cy="2383837"/>
          </a:xfrm>
        </p:grpSpPr>
        <p:sp>
          <p:nvSpPr>
            <p:cNvPr id="895" name="Freeform 894">
              <a:extLst>
                <a:ext uri="{FF2B5EF4-FFF2-40B4-BE49-F238E27FC236}">
                  <a16:creationId xmlns:a16="http://schemas.microsoft.com/office/drawing/2014/main" id="{0D0E566B-F0AC-FAA8-6975-59BBC21BA1FE}"/>
                </a:ext>
              </a:extLst>
            </p:cNvPr>
            <p:cNvSpPr/>
            <p:nvPr/>
          </p:nvSpPr>
          <p:spPr>
            <a:xfrm>
              <a:off x="3923928" y="2525237"/>
              <a:ext cx="3575756" cy="2383837"/>
            </a:xfrm>
            <a:custGeom>
              <a:avLst/>
              <a:gdLst>
                <a:gd name="connsiteX0" fmla="*/ 0 w 3575756"/>
                <a:gd name="connsiteY0" fmla="*/ 2383837 h 2383837"/>
                <a:gd name="connsiteX1" fmla="*/ 3575756 w 3575756"/>
                <a:gd name="connsiteY1" fmla="*/ 2383837 h 2383837"/>
                <a:gd name="connsiteX2" fmla="*/ 3575756 w 3575756"/>
                <a:gd name="connsiteY2" fmla="*/ 0 h 2383837"/>
                <a:gd name="connsiteX3" fmla="*/ 0 w 3575756"/>
                <a:gd name="connsiteY3" fmla="*/ 0 h 2383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75756" h="2383837">
                  <a:moveTo>
                    <a:pt x="0" y="2383837"/>
                  </a:moveTo>
                  <a:lnTo>
                    <a:pt x="3575756" y="2383837"/>
                  </a:lnTo>
                  <a:lnTo>
                    <a:pt x="35757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6" name="Freeform 895">
              <a:extLst>
                <a:ext uri="{FF2B5EF4-FFF2-40B4-BE49-F238E27FC236}">
                  <a16:creationId xmlns:a16="http://schemas.microsoft.com/office/drawing/2014/main" id="{DF3C3AAE-7900-27C5-B935-67077C618327}"/>
                </a:ext>
              </a:extLst>
            </p:cNvPr>
            <p:cNvSpPr/>
            <p:nvPr/>
          </p:nvSpPr>
          <p:spPr>
            <a:xfrm>
              <a:off x="4339196" y="2595625"/>
              <a:ext cx="3090104" cy="1979204"/>
            </a:xfrm>
            <a:custGeom>
              <a:avLst/>
              <a:gdLst>
                <a:gd name="connsiteX0" fmla="*/ 0 w 3090104"/>
                <a:gd name="connsiteY0" fmla="*/ 1979204 h 1979204"/>
                <a:gd name="connsiteX1" fmla="*/ 3090104 w 3090104"/>
                <a:gd name="connsiteY1" fmla="*/ 1979204 h 1979204"/>
                <a:gd name="connsiteX2" fmla="*/ 3090104 w 3090104"/>
                <a:gd name="connsiteY2" fmla="*/ 0 h 1979204"/>
                <a:gd name="connsiteX3" fmla="*/ 0 w 3090104"/>
                <a:gd name="connsiteY3" fmla="*/ 0 h 19792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90104" h="1979204">
                  <a:moveTo>
                    <a:pt x="0" y="1979204"/>
                  </a:moveTo>
                  <a:lnTo>
                    <a:pt x="3090104" y="1979204"/>
                  </a:lnTo>
                  <a:lnTo>
                    <a:pt x="309010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7" name="Freeform 896">
              <a:extLst>
                <a:ext uri="{FF2B5EF4-FFF2-40B4-BE49-F238E27FC236}">
                  <a16:creationId xmlns:a16="http://schemas.microsoft.com/office/drawing/2014/main" id="{30952F35-6782-69D0-8BCE-34A819462582}"/>
                </a:ext>
              </a:extLst>
            </p:cNvPr>
            <p:cNvSpPr/>
            <p:nvPr/>
          </p:nvSpPr>
          <p:spPr>
            <a:xfrm>
              <a:off x="4426652" y="2595625"/>
              <a:ext cx="1489" cy="1979204"/>
            </a:xfrm>
            <a:custGeom>
              <a:avLst/>
              <a:gdLst>
                <a:gd name="connsiteX0" fmla="*/ 0 w 1489"/>
                <a:gd name="connsiteY0" fmla="*/ 1979204 h 1979204"/>
                <a:gd name="connsiteX1" fmla="*/ 0 w 1489"/>
                <a:gd name="connsiteY1" fmla="*/ 0 h 19792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9" h="1979204">
                  <a:moveTo>
                    <a:pt x="0" y="1979204"/>
                  </a:moveTo>
                  <a:lnTo>
                    <a:pt x="0" y="0"/>
                  </a:lnTo>
                </a:path>
              </a:pathLst>
            </a:custGeom>
            <a:noFill/>
            <a:ln w="2977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8" name="Freeform 897">
              <a:extLst>
                <a:ext uri="{FF2B5EF4-FFF2-40B4-BE49-F238E27FC236}">
                  <a16:creationId xmlns:a16="http://schemas.microsoft.com/office/drawing/2014/main" id="{BEAA96EF-10AA-8BB3-33A0-8E191DB1C30A}"/>
                </a:ext>
              </a:extLst>
            </p:cNvPr>
            <p:cNvSpPr/>
            <p:nvPr/>
          </p:nvSpPr>
          <p:spPr>
            <a:xfrm>
              <a:off x="5155449" y="2595625"/>
              <a:ext cx="1489" cy="1979204"/>
            </a:xfrm>
            <a:custGeom>
              <a:avLst/>
              <a:gdLst>
                <a:gd name="connsiteX0" fmla="*/ 0 w 1489"/>
                <a:gd name="connsiteY0" fmla="*/ 1979204 h 1979204"/>
                <a:gd name="connsiteX1" fmla="*/ 0 w 1489"/>
                <a:gd name="connsiteY1" fmla="*/ 0 h 19792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9" h="1979204">
                  <a:moveTo>
                    <a:pt x="0" y="1979204"/>
                  </a:moveTo>
                  <a:lnTo>
                    <a:pt x="0" y="0"/>
                  </a:lnTo>
                </a:path>
              </a:pathLst>
            </a:custGeom>
            <a:noFill/>
            <a:ln w="2977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9" name="Freeform 898">
              <a:extLst>
                <a:ext uri="{FF2B5EF4-FFF2-40B4-BE49-F238E27FC236}">
                  <a16:creationId xmlns:a16="http://schemas.microsoft.com/office/drawing/2014/main" id="{2612A224-8DAC-7E3F-B40E-A609DFB169B8}"/>
                </a:ext>
              </a:extLst>
            </p:cNvPr>
            <p:cNvSpPr/>
            <p:nvPr/>
          </p:nvSpPr>
          <p:spPr>
            <a:xfrm>
              <a:off x="5884246" y="2595625"/>
              <a:ext cx="1489" cy="1979204"/>
            </a:xfrm>
            <a:custGeom>
              <a:avLst/>
              <a:gdLst>
                <a:gd name="connsiteX0" fmla="*/ 0 w 1489"/>
                <a:gd name="connsiteY0" fmla="*/ 1979204 h 1979204"/>
                <a:gd name="connsiteX1" fmla="*/ 0 w 1489"/>
                <a:gd name="connsiteY1" fmla="*/ 0 h 19792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9" h="1979204">
                  <a:moveTo>
                    <a:pt x="0" y="1979204"/>
                  </a:moveTo>
                  <a:lnTo>
                    <a:pt x="0" y="0"/>
                  </a:lnTo>
                </a:path>
              </a:pathLst>
            </a:custGeom>
            <a:noFill/>
            <a:ln w="2977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0" name="Freeform 899">
              <a:extLst>
                <a:ext uri="{FF2B5EF4-FFF2-40B4-BE49-F238E27FC236}">
                  <a16:creationId xmlns:a16="http://schemas.microsoft.com/office/drawing/2014/main" id="{9F606C5A-E396-B152-89DA-ADDB25D2B5A3}"/>
                </a:ext>
              </a:extLst>
            </p:cNvPr>
            <p:cNvSpPr/>
            <p:nvPr/>
          </p:nvSpPr>
          <p:spPr>
            <a:xfrm>
              <a:off x="6613045" y="2595625"/>
              <a:ext cx="1489" cy="1979204"/>
            </a:xfrm>
            <a:custGeom>
              <a:avLst/>
              <a:gdLst>
                <a:gd name="connsiteX0" fmla="*/ 0 w 1489"/>
                <a:gd name="connsiteY0" fmla="*/ 1979204 h 1979204"/>
                <a:gd name="connsiteX1" fmla="*/ 0 w 1489"/>
                <a:gd name="connsiteY1" fmla="*/ 0 h 19792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9" h="1979204">
                  <a:moveTo>
                    <a:pt x="0" y="1979204"/>
                  </a:moveTo>
                  <a:lnTo>
                    <a:pt x="0" y="0"/>
                  </a:lnTo>
                </a:path>
              </a:pathLst>
            </a:custGeom>
            <a:noFill/>
            <a:ln w="2977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1" name="Freeform 900">
              <a:extLst>
                <a:ext uri="{FF2B5EF4-FFF2-40B4-BE49-F238E27FC236}">
                  <a16:creationId xmlns:a16="http://schemas.microsoft.com/office/drawing/2014/main" id="{2608ED71-8AFA-7F26-9798-C18A5C294211}"/>
                </a:ext>
              </a:extLst>
            </p:cNvPr>
            <p:cNvSpPr/>
            <p:nvPr/>
          </p:nvSpPr>
          <p:spPr>
            <a:xfrm>
              <a:off x="7341844" y="2595625"/>
              <a:ext cx="1489" cy="1979204"/>
            </a:xfrm>
            <a:custGeom>
              <a:avLst/>
              <a:gdLst>
                <a:gd name="connsiteX0" fmla="*/ 0 w 1489"/>
                <a:gd name="connsiteY0" fmla="*/ 1979204 h 1979204"/>
                <a:gd name="connsiteX1" fmla="*/ 0 w 1489"/>
                <a:gd name="connsiteY1" fmla="*/ 0 h 19792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9" h="1979204">
                  <a:moveTo>
                    <a:pt x="0" y="1979204"/>
                  </a:moveTo>
                  <a:lnTo>
                    <a:pt x="0" y="0"/>
                  </a:lnTo>
                </a:path>
              </a:pathLst>
            </a:custGeom>
            <a:noFill/>
            <a:ln w="2977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2" name="Freeform 901">
              <a:extLst>
                <a:ext uri="{FF2B5EF4-FFF2-40B4-BE49-F238E27FC236}">
                  <a16:creationId xmlns:a16="http://schemas.microsoft.com/office/drawing/2014/main" id="{5A80C4C5-8365-F35A-CD69-D42EBB0D745C}"/>
                </a:ext>
              </a:extLst>
            </p:cNvPr>
            <p:cNvSpPr/>
            <p:nvPr/>
          </p:nvSpPr>
          <p:spPr>
            <a:xfrm>
              <a:off x="4339196" y="4574830"/>
              <a:ext cx="3090104" cy="1489"/>
            </a:xfrm>
            <a:custGeom>
              <a:avLst/>
              <a:gdLst>
                <a:gd name="connsiteX0" fmla="*/ 0 w 3090104"/>
                <a:gd name="connsiteY0" fmla="*/ 0 h 1489"/>
                <a:gd name="connsiteX1" fmla="*/ 3090104 w 3090104"/>
                <a:gd name="connsiteY1" fmla="*/ 0 h 1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90104" h="1489">
                  <a:moveTo>
                    <a:pt x="0" y="0"/>
                  </a:moveTo>
                  <a:lnTo>
                    <a:pt x="3090104" y="0"/>
                  </a:lnTo>
                </a:path>
              </a:pathLst>
            </a:custGeom>
            <a:noFill/>
            <a:ln w="595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3" name="Freeform 902">
              <a:extLst>
                <a:ext uri="{FF2B5EF4-FFF2-40B4-BE49-F238E27FC236}">
                  <a16:creationId xmlns:a16="http://schemas.microsoft.com/office/drawing/2014/main" id="{621D3CD9-B480-C831-02E0-9FB8F490C2F6}"/>
                </a:ext>
              </a:extLst>
            </p:cNvPr>
            <p:cNvSpPr/>
            <p:nvPr/>
          </p:nvSpPr>
          <p:spPr>
            <a:xfrm>
              <a:off x="4426652" y="4546671"/>
              <a:ext cx="1489" cy="28159"/>
            </a:xfrm>
            <a:custGeom>
              <a:avLst/>
              <a:gdLst>
                <a:gd name="connsiteX0" fmla="*/ 0 w 1489"/>
                <a:gd name="connsiteY0" fmla="*/ 28159 h 28159"/>
                <a:gd name="connsiteX1" fmla="*/ 0 w 1489"/>
                <a:gd name="connsiteY1" fmla="*/ 0 h 28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9" h="28159">
                  <a:moveTo>
                    <a:pt x="0" y="28159"/>
                  </a:moveTo>
                  <a:lnTo>
                    <a:pt x="0" y="0"/>
                  </a:lnTo>
                </a:path>
              </a:pathLst>
            </a:custGeom>
            <a:noFill/>
            <a:ln w="595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4" name="Freeform 903">
              <a:extLst>
                <a:ext uri="{FF2B5EF4-FFF2-40B4-BE49-F238E27FC236}">
                  <a16:creationId xmlns:a16="http://schemas.microsoft.com/office/drawing/2014/main" id="{05A079B5-4309-91CB-9CD5-9BF6915F8E87}"/>
                </a:ext>
              </a:extLst>
            </p:cNvPr>
            <p:cNvSpPr/>
            <p:nvPr/>
          </p:nvSpPr>
          <p:spPr>
            <a:xfrm>
              <a:off x="5155449" y="4546671"/>
              <a:ext cx="1489" cy="28159"/>
            </a:xfrm>
            <a:custGeom>
              <a:avLst/>
              <a:gdLst>
                <a:gd name="connsiteX0" fmla="*/ 0 w 1489"/>
                <a:gd name="connsiteY0" fmla="*/ 28159 h 28159"/>
                <a:gd name="connsiteX1" fmla="*/ 0 w 1489"/>
                <a:gd name="connsiteY1" fmla="*/ 0 h 28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9" h="28159">
                  <a:moveTo>
                    <a:pt x="0" y="28159"/>
                  </a:moveTo>
                  <a:lnTo>
                    <a:pt x="0" y="0"/>
                  </a:lnTo>
                </a:path>
              </a:pathLst>
            </a:custGeom>
            <a:noFill/>
            <a:ln w="595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5" name="Freeform 904">
              <a:extLst>
                <a:ext uri="{FF2B5EF4-FFF2-40B4-BE49-F238E27FC236}">
                  <a16:creationId xmlns:a16="http://schemas.microsoft.com/office/drawing/2014/main" id="{69F6854E-C511-0CFF-4316-3EB50E5500C1}"/>
                </a:ext>
              </a:extLst>
            </p:cNvPr>
            <p:cNvSpPr/>
            <p:nvPr/>
          </p:nvSpPr>
          <p:spPr>
            <a:xfrm>
              <a:off x="5884246" y="4546671"/>
              <a:ext cx="1489" cy="28159"/>
            </a:xfrm>
            <a:custGeom>
              <a:avLst/>
              <a:gdLst>
                <a:gd name="connsiteX0" fmla="*/ 0 w 1489"/>
                <a:gd name="connsiteY0" fmla="*/ 28159 h 28159"/>
                <a:gd name="connsiteX1" fmla="*/ 0 w 1489"/>
                <a:gd name="connsiteY1" fmla="*/ 0 h 28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9" h="28159">
                  <a:moveTo>
                    <a:pt x="0" y="28159"/>
                  </a:moveTo>
                  <a:lnTo>
                    <a:pt x="0" y="0"/>
                  </a:lnTo>
                </a:path>
              </a:pathLst>
            </a:custGeom>
            <a:noFill/>
            <a:ln w="595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6" name="Freeform 905">
              <a:extLst>
                <a:ext uri="{FF2B5EF4-FFF2-40B4-BE49-F238E27FC236}">
                  <a16:creationId xmlns:a16="http://schemas.microsoft.com/office/drawing/2014/main" id="{4E6DFEB9-8D98-F352-E2DE-8A6AA3724D65}"/>
                </a:ext>
              </a:extLst>
            </p:cNvPr>
            <p:cNvSpPr/>
            <p:nvPr/>
          </p:nvSpPr>
          <p:spPr>
            <a:xfrm>
              <a:off x="6613045" y="4546671"/>
              <a:ext cx="1489" cy="28159"/>
            </a:xfrm>
            <a:custGeom>
              <a:avLst/>
              <a:gdLst>
                <a:gd name="connsiteX0" fmla="*/ 0 w 1489"/>
                <a:gd name="connsiteY0" fmla="*/ 28159 h 28159"/>
                <a:gd name="connsiteX1" fmla="*/ 0 w 1489"/>
                <a:gd name="connsiteY1" fmla="*/ 0 h 28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9" h="28159">
                  <a:moveTo>
                    <a:pt x="0" y="28159"/>
                  </a:moveTo>
                  <a:lnTo>
                    <a:pt x="0" y="0"/>
                  </a:lnTo>
                </a:path>
              </a:pathLst>
            </a:custGeom>
            <a:noFill/>
            <a:ln w="595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7" name="Freeform 906">
              <a:extLst>
                <a:ext uri="{FF2B5EF4-FFF2-40B4-BE49-F238E27FC236}">
                  <a16:creationId xmlns:a16="http://schemas.microsoft.com/office/drawing/2014/main" id="{E94B2AB4-E9DA-F487-139A-BFE62E49F59B}"/>
                </a:ext>
              </a:extLst>
            </p:cNvPr>
            <p:cNvSpPr/>
            <p:nvPr/>
          </p:nvSpPr>
          <p:spPr>
            <a:xfrm>
              <a:off x="7341844" y="4546671"/>
              <a:ext cx="1489" cy="28159"/>
            </a:xfrm>
            <a:custGeom>
              <a:avLst/>
              <a:gdLst>
                <a:gd name="connsiteX0" fmla="*/ 0 w 1489"/>
                <a:gd name="connsiteY0" fmla="*/ 28159 h 28159"/>
                <a:gd name="connsiteX1" fmla="*/ 0 w 1489"/>
                <a:gd name="connsiteY1" fmla="*/ 0 h 28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9" h="28159">
                  <a:moveTo>
                    <a:pt x="0" y="28159"/>
                  </a:moveTo>
                  <a:lnTo>
                    <a:pt x="0" y="0"/>
                  </a:lnTo>
                </a:path>
              </a:pathLst>
            </a:custGeom>
            <a:noFill/>
            <a:ln w="595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8" name="Freeform 907">
              <a:extLst>
                <a:ext uri="{FF2B5EF4-FFF2-40B4-BE49-F238E27FC236}">
                  <a16:creationId xmlns:a16="http://schemas.microsoft.com/office/drawing/2014/main" id="{72DE75C1-AB1C-3C97-BA49-8063C7DA3DC8}"/>
                </a:ext>
              </a:extLst>
            </p:cNvPr>
            <p:cNvSpPr/>
            <p:nvPr/>
          </p:nvSpPr>
          <p:spPr>
            <a:xfrm>
              <a:off x="4287233" y="4672195"/>
              <a:ext cx="77374" cy="10265"/>
            </a:xfrm>
            <a:custGeom>
              <a:avLst/>
              <a:gdLst>
                <a:gd name="connsiteX0" fmla="*/ 0 w 77374"/>
                <a:gd name="connsiteY0" fmla="*/ 0 h 10265"/>
                <a:gd name="connsiteX1" fmla="*/ 77375 w 77374"/>
                <a:gd name="connsiteY1" fmla="*/ 0 h 10265"/>
                <a:gd name="connsiteX2" fmla="*/ 77375 w 77374"/>
                <a:gd name="connsiteY2" fmla="*/ 10265 h 10265"/>
                <a:gd name="connsiteX3" fmla="*/ 0 w 77374"/>
                <a:gd name="connsiteY3" fmla="*/ 10265 h 10265"/>
                <a:gd name="connsiteX4" fmla="*/ 0 w 77374"/>
                <a:gd name="connsiteY4" fmla="*/ 0 h 10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374" h="10265">
                  <a:moveTo>
                    <a:pt x="0" y="0"/>
                  </a:moveTo>
                  <a:lnTo>
                    <a:pt x="77375" y="0"/>
                  </a:lnTo>
                  <a:lnTo>
                    <a:pt x="77375" y="10265"/>
                  </a:lnTo>
                  <a:lnTo>
                    <a:pt x="0" y="102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9" name="Freeform 908">
              <a:extLst>
                <a:ext uri="{FF2B5EF4-FFF2-40B4-BE49-F238E27FC236}">
                  <a16:creationId xmlns:a16="http://schemas.microsoft.com/office/drawing/2014/main" id="{4D78B162-CCA4-7067-2519-2340A9BE22DE}"/>
                </a:ext>
              </a:extLst>
            </p:cNvPr>
            <p:cNvSpPr/>
            <p:nvPr/>
          </p:nvSpPr>
          <p:spPr>
            <a:xfrm>
              <a:off x="4391285" y="4625963"/>
              <a:ext cx="53654" cy="90109"/>
            </a:xfrm>
            <a:custGeom>
              <a:avLst/>
              <a:gdLst>
                <a:gd name="connsiteX0" fmla="*/ 1751 w 53654"/>
                <a:gd name="connsiteY0" fmla="*/ 79844 h 90109"/>
                <a:gd name="connsiteX1" fmla="*/ 21668 w 53654"/>
                <a:gd name="connsiteY1" fmla="*/ 79844 h 90109"/>
                <a:gd name="connsiteX2" fmla="*/ 21668 w 53654"/>
                <a:gd name="connsiteY2" fmla="*/ 11100 h 90109"/>
                <a:gd name="connsiteX3" fmla="*/ 0 w 53654"/>
                <a:gd name="connsiteY3" fmla="*/ 15450 h 90109"/>
                <a:gd name="connsiteX4" fmla="*/ 0 w 53654"/>
                <a:gd name="connsiteY4" fmla="*/ 4351 h 90109"/>
                <a:gd name="connsiteX5" fmla="*/ 21545 w 53654"/>
                <a:gd name="connsiteY5" fmla="*/ 0 h 90109"/>
                <a:gd name="connsiteX6" fmla="*/ 33737 w 53654"/>
                <a:gd name="connsiteY6" fmla="*/ 0 h 90109"/>
                <a:gd name="connsiteX7" fmla="*/ 33737 w 53654"/>
                <a:gd name="connsiteY7" fmla="*/ 79844 h 90109"/>
                <a:gd name="connsiteX8" fmla="*/ 53654 w 53654"/>
                <a:gd name="connsiteY8" fmla="*/ 79844 h 90109"/>
                <a:gd name="connsiteX9" fmla="*/ 53654 w 53654"/>
                <a:gd name="connsiteY9" fmla="*/ 90109 h 90109"/>
                <a:gd name="connsiteX10" fmla="*/ 1751 w 53654"/>
                <a:gd name="connsiteY10" fmla="*/ 90109 h 90109"/>
                <a:gd name="connsiteX11" fmla="*/ 1751 w 53654"/>
                <a:gd name="connsiteY11" fmla="*/ 79844 h 90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654" h="90109">
                  <a:moveTo>
                    <a:pt x="1751" y="79844"/>
                  </a:moveTo>
                  <a:lnTo>
                    <a:pt x="21668" y="79844"/>
                  </a:lnTo>
                  <a:lnTo>
                    <a:pt x="21668" y="11100"/>
                  </a:lnTo>
                  <a:lnTo>
                    <a:pt x="0" y="15450"/>
                  </a:lnTo>
                  <a:lnTo>
                    <a:pt x="0" y="4351"/>
                  </a:lnTo>
                  <a:lnTo>
                    <a:pt x="21545" y="0"/>
                  </a:lnTo>
                  <a:lnTo>
                    <a:pt x="33737" y="0"/>
                  </a:lnTo>
                  <a:lnTo>
                    <a:pt x="33737" y="79844"/>
                  </a:lnTo>
                  <a:lnTo>
                    <a:pt x="53654" y="79844"/>
                  </a:lnTo>
                  <a:lnTo>
                    <a:pt x="53654" y="90109"/>
                  </a:lnTo>
                  <a:lnTo>
                    <a:pt x="1751" y="90109"/>
                  </a:lnTo>
                  <a:lnTo>
                    <a:pt x="1751" y="79844"/>
                  </a:ln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0" name="Freeform 909">
              <a:extLst>
                <a:ext uri="{FF2B5EF4-FFF2-40B4-BE49-F238E27FC236}">
                  <a16:creationId xmlns:a16="http://schemas.microsoft.com/office/drawing/2014/main" id="{C6405C21-105E-37EF-D9DC-AFDE23971E3C}"/>
                </a:ext>
              </a:extLst>
            </p:cNvPr>
            <p:cNvSpPr/>
            <p:nvPr/>
          </p:nvSpPr>
          <p:spPr>
            <a:xfrm>
              <a:off x="4469564" y="4700741"/>
              <a:ext cx="12734" cy="15330"/>
            </a:xfrm>
            <a:custGeom>
              <a:avLst/>
              <a:gdLst>
                <a:gd name="connsiteX0" fmla="*/ 0 w 12734"/>
                <a:gd name="connsiteY0" fmla="*/ 0 h 15330"/>
                <a:gd name="connsiteX1" fmla="*/ 12734 w 12734"/>
                <a:gd name="connsiteY1" fmla="*/ 0 h 15330"/>
                <a:gd name="connsiteX2" fmla="*/ 12734 w 12734"/>
                <a:gd name="connsiteY2" fmla="*/ 15331 h 15330"/>
                <a:gd name="connsiteX3" fmla="*/ 0 w 12734"/>
                <a:gd name="connsiteY3" fmla="*/ 15331 h 15330"/>
                <a:gd name="connsiteX4" fmla="*/ 0 w 12734"/>
                <a:gd name="connsiteY4" fmla="*/ 0 h 15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34" h="15330">
                  <a:moveTo>
                    <a:pt x="0" y="0"/>
                  </a:moveTo>
                  <a:lnTo>
                    <a:pt x="12734" y="0"/>
                  </a:lnTo>
                  <a:lnTo>
                    <a:pt x="12734" y="15331"/>
                  </a:lnTo>
                  <a:lnTo>
                    <a:pt x="0" y="153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1" name="Freeform 910">
              <a:extLst>
                <a:ext uri="{FF2B5EF4-FFF2-40B4-BE49-F238E27FC236}">
                  <a16:creationId xmlns:a16="http://schemas.microsoft.com/office/drawing/2014/main" id="{E63C00FE-2AC5-7ABD-6366-B45BB54F1082}"/>
                </a:ext>
              </a:extLst>
            </p:cNvPr>
            <p:cNvSpPr/>
            <p:nvPr/>
          </p:nvSpPr>
          <p:spPr>
            <a:xfrm>
              <a:off x="4503785" y="4624339"/>
              <a:ext cx="62285" cy="93476"/>
            </a:xfrm>
            <a:custGeom>
              <a:avLst/>
              <a:gdLst>
                <a:gd name="connsiteX0" fmla="*/ 31142 w 62285"/>
                <a:gd name="connsiteY0" fmla="*/ 9655 h 93476"/>
                <a:gd name="connsiteX1" fmla="*/ 16960 w 62285"/>
                <a:gd name="connsiteY1" fmla="*/ 18951 h 93476"/>
                <a:gd name="connsiteX2" fmla="*/ 12251 w 62285"/>
                <a:gd name="connsiteY2" fmla="*/ 46768 h 93476"/>
                <a:gd name="connsiteX3" fmla="*/ 16960 w 62285"/>
                <a:gd name="connsiteY3" fmla="*/ 74599 h 93476"/>
                <a:gd name="connsiteX4" fmla="*/ 31142 w 62285"/>
                <a:gd name="connsiteY4" fmla="*/ 83822 h 93476"/>
                <a:gd name="connsiteX5" fmla="*/ 45326 w 62285"/>
                <a:gd name="connsiteY5" fmla="*/ 74599 h 93476"/>
                <a:gd name="connsiteX6" fmla="*/ 50093 w 62285"/>
                <a:gd name="connsiteY6" fmla="*/ 46768 h 93476"/>
                <a:gd name="connsiteX7" fmla="*/ 45326 w 62285"/>
                <a:gd name="connsiteY7" fmla="*/ 18951 h 93476"/>
                <a:gd name="connsiteX8" fmla="*/ 31142 w 62285"/>
                <a:gd name="connsiteY8" fmla="*/ 9655 h 93476"/>
                <a:gd name="connsiteX9" fmla="*/ 31142 w 62285"/>
                <a:gd name="connsiteY9" fmla="*/ 0 h 93476"/>
                <a:gd name="connsiteX10" fmla="*/ 54258 w 62285"/>
                <a:gd name="connsiteY10" fmla="*/ 12008 h 93476"/>
                <a:gd name="connsiteX11" fmla="*/ 62285 w 62285"/>
                <a:gd name="connsiteY11" fmla="*/ 46768 h 93476"/>
                <a:gd name="connsiteX12" fmla="*/ 54258 w 62285"/>
                <a:gd name="connsiteY12" fmla="*/ 81527 h 93476"/>
                <a:gd name="connsiteX13" fmla="*/ 31142 w 62285"/>
                <a:gd name="connsiteY13" fmla="*/ 93476 h 93476"/>
                <a:gd name="connsiteX14" fmla="*/ 7967 w 62285"/>
                <a:gd name="connsiteY14" fmla="*/ 81527 h 93476"/>
                <a:gd name="connsiteX15" fmla="*/ 0 w 62285"/>
                <a:gd name="connsiteY15" fmla="*/ 46768 h 93476"/>
                <a:gd name="connsiteX16" fmla="*/ 7967 w 62285"/>
                <a:gd name="connsiteY16" fmla="*/ 12008 h 93476"/>
                <a:gd name="connsiteX17" fmla="*/ 31142 w 62285"/>
                <a:gd name="connsiteY17" fmla="*/ 0 h 93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285" h="93476">
                  <a:moveTo>
                    <a:pt x="31142" y="9655"/>
                  </a:moveTo>
                  <a:cubicBezTo>
                    <a:pt x="24865" y="9655"/>
                    <a:pt x="20137" y="12753"/>
                    <a:pt x="16960" y="18951"/>
                  </a:cubicBezTo>
                  <a:cubicBezTo>
                    <a:pt x="13820" y="25105"/>
                    <a:pt x="12251" y="34372"/>
                    <a:pt x="12251" y="46768"/>
                  </a:cubicBezTo>
                  <a:cubicBezTo>
                    <a:pt x="12251" y="59119"/>
                    <a:pt x="13820" y="68401"/>
                    <a:pt x="16960" y="74599"/>
                  </a:cubicBezTo>
                  <a:cubicBezTo>
                    <a:pt x="20137" y="80752"/>
                    <a:pt x="24865" y="83822"/>
                    <a:pt x="31142" y="83822"/>
                  </a:cubicBezTo>
                  <a:cubicBezTo>
                    <a:pt x="37459" y="83822"/>
                    <a:pt x="42186" y="80752"/>
                    <a:pt x="45326" y="74599"/>
                  </a:cubicBezTo>
                  <a:cubicBezTo>
                    <a:pt x="48504" y="68401"/>
                    <a:pt x="50093" y="59119"/>
                    <a:pt x="50093" y="46768"/>
                  </a:cubicBezTo>
                  <a:cubicBezTo>
                    <a:pt x="50093" y="34372"/>
                    <a:pt x="48504" y="25105"/>
                    <a:pt x="45326" y="18951"/>
                  </a:cubicBezTo>
                  <a:cubicBezTo>
                    <a:pt x="42186" y="12753"/>
                    <a:pt x="37459" y="9655"/>
                    <a:pt x="31142" y="9655"/>
                  </a:cubicBezTo>
                  <a:moveTo>
                    <a:pt x="31142" y="0"/>
                  </a:moveTo>
                  <a:cubicBezTo>
                    <a:pt x="41242" y="0"/>
                    <a:pt x="48946" y="4008"/>
                    <a:pt x="54258" y="12008"/>
                  </a:cubicBezTo>
                  <a:cubicBezTo>
                    <a:pt x="59609" y="19980"/>
                    <a:pt x="62285" y="31556"/>
                    <a:pt x="62285" y="46768"/>
                  </a:cubicBezTo>
                  <a:cubicBezTo>
                    <a:pt x="62285" y="61935"/>
                    <a:pt x="59609" y="73526"/>
                    <a:pt x="54258" y="81527"/>
                  </a:cubicBezTo>
                  <a:cubicBezTo>
                    <a:pt x="48946" y="89498"/>
                    <a:pt x="41242" y="93476"/>
                    <a:pt x="31142" y="93476"/>
                  </a:cubicBezTo>
                  <a:cubicBezTo>
                    <a:pt x="21043" y="93476"/>
                    <a:pt x="13318" y="89498"/>
                    <a:pt x="7967" y="81527"/>
                  </a:cubicBezTo>
                  <a:cubicBezTo>
                    <a:pt x="2655" y="73526"/>
                    <a:pt x="0" y="61935"/>
                    <a:pt x="0" y="46768"/>
                  </a:cubicBezTo>
                  <a:cubicBezTo>
                    <a:pt x="0" y="31556"/>
                    <a:pt x="2655" y="19980"/>
                    <a:pt x="7967" y="12008"/>
                  </a:cubicBezTo>
                  <a:cubicBezTo>
                    <a:pt x="13318" y="4008"/>
                    <a:pt x="21043" y="0"/>
                    <a:pt x="31142" y="0"/>
                  </a:cubicBez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2" name="Freeform 911">
              <a:extLst>
                <a:ext uri="{FF2B5EF4-FFF2-40B4-BE49-F238E27FC236}">
                  <a16:creationId xmlns:a16="http://schemas.microsoft.com/office/drawing/2014/main" id="{22A7F445-538E-26A3-5D6A-31259BD9DABC}"/>
                </a:ext>
              </a:extLst>
            </p:cNvPr>
            <p:cNvSpPr/>
            <p:nvPr/>
          </p:nvSpPr>
          <p:spPr>
            <a:xfrm>
              <a:off x="5017328" y="4672195"/>
              <a:ext cx="77373" cy="10265"/>
            </a:xfrm>
            <a:custGeom>
              <a:avLst/>
              <a:gdLst>
                <a:gd name="connsiteX0" fmla="*/ 0 w 77373"/>
                <a:gd name="connsiteY0" fmla="*/ 0 h 10265"/>
                <a:gd name="connsiteX1" fmla="*/ 77373 w 77373"/>
                <a:gd name="connsiteY1" fmla="*/ 0 h 10265"/>
                <a:gd name="connsiteX2" fmla="*/ 77373 w 77373"/>
                <a:gd name="connsiteY2" fmla="*/ 10265 h 10265"/>
                <a:gd name="connsiteX3" fmla="*/ 0 w 77373"/>
                <a:gd name="connsiteY3" fmla="*/ 10265 h 10265"/>
                <a:gd name="connsiteX4" fmla="*/ 0 w 77373"/>
                <a:gd name="connsiteY4" fmla="*/ 0 h 10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373" h="10265">
                  <a:moveTo>
                    <a:pt x="0" y="0"/>
                  </a:moveTo>
                  <a:lnTo>
                    <a:pt x="77373" y="0"/>
                  </a:lnTo>
                  <a:lnTo>
                    <a:pt x="77373" y="10265"/>
                  </a:lnTo>
                  <a:lnTo>
                    <a:pt x="0" y="102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3" name="Freeform 912">
              <a:extLst>
                <a:ext uri="{FF2B5EF4-FFF2-40B4-BE49-F238E27FC236}">
                  <a16:creationId xmlns:a16="http://schemas.microsoft.com/office/drawing/2014/main" id="{9EBE8070-424A-904F-819A-C2673EB9C394}"/>
                </a:ext>
              </a:extLst>
            </p:cNvPr>
            <p:cNvSpPr/>
            <p:nvPr/>
          </p:nvSpPr>
          <p:spPr>
            <a:xfrm>
              <a:off x="5115947" y="4624339"/>
              <a:ext cx="62285" cy="93476"/>
            </a:xfrm>
            <a:custGeom>
              <a:avLst/>
              <a:gdLst>
                <a:gd name="connsiteX0" fmla="*/ 31142 w 62285"/>
                <a:gd name="connsiteY0" fmla="*/ 9655 h 93476"/>
                <a:gd name="connsiteX1" fmla="*/ 16960 w 62285"/>
                <a:gd name="connsiteY1" fmla="*/ 18951 h 93476"/>
                <a:gd name="connsiteX2" fmla="*/ 12251 w 62285"/>
                <a:gd name="connsiteY2" fmla="*/ 46768 h 93476"/>
                <a:gd name="connsiteX3" fmla="*/ 16960 w 62285"/>
                <a:gd name="connsiteY3" fmla="*/ 74599 h 93476"/>
                <a:gd name="connsiteX4" fmla="*/ 31142 w 62285"/>
                <a:gd name="connsiteY4" fmla="*/ 83822 h 93476"/>
                <a:gd name="connsiteX5" fmla="*/ 45326 w 62285"/>
                <a:gd name="connsiteY5" fmla="*/ 74599 h 93476"/>
                <a:gd name="connsiteX6" fmla="*/ 50093 w 62285"/>
                <a:gd name="connsiteY6" fmla="*/ 46768 h 93476"/>
                <a:gd name="connsiteX7" fmla="*/ 45326 w 62285"/>
                <a:gd name="connsiteY7" fmla="*/ 18951 h 93476"/>
                <a:gd name="connsiteX8" fmla="*/ 31142 w 62285"/>
                <a:gd name="connsiteY8" fmla="*/ 9655 h 93476"/>
                <a:gd name="connsiteX9" fmla="*/ 31142 w 62285"/>
                <a:gd name="connsiteY9" fmla="*/ 0 h 93476"/>
                <a:gd name="connsiteX10" fmla="*/ 54258 w 62285"/>
                <a:gd name="connsiteY10" fmla="*/ 12008 h 93476"/>
                <a:gd name="connsiteX11" fmla="*/ 62285 w 62285"/>
                <a:gd name="connsiteY11" fmla="*/ 46768 h 93476"/>
                <a:gd name="connsiteX12" fmla="*/ 54258 w 62285"/>
                <a:gd name="connsiteY12" fmla="*/ 81527 h 93476"/>
                <a:gd name="connsiteX13" fmla="*/ 31142 w 62285"/>
                <a:gd name="connsiteY13" fmla="*/ 93476 h 93476"/>
                <a:gd name="connsiteX14" fmla="*/ 7966 w 62285"/>
                <a:gd name="connsiteY14" fmla="*/ 81527 h 93476"/>
                <a:gd name="connsiteX15" fmla="*/ 0 w 62285"/>
                <a:gd name="connsiteY15" fmla="*/ 46768 h 93476"/>
                <a:gd name="connsiteX16" fmla="*/ 7966 w 62285"/>
                <a:gd name="connsiteY16" fmla="*/ 12008 h 93476"/>
                <a:gd name="connsiteX17" fmla="*/ 31142 w 62285"/>
                <a:gd name="connsiteY17" fmla="*/ 0 h 93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285" h="93476">
                  <a:moveTo>
                    <a:pt x="31142" y="9655"/>
                  </a:moveTo>
                  <a:cubicBezTo>
                    <a:pt x="24865" y="9655"/>
                    <a:pt x="20137" y="12753"/>
                    <a:pt x="16960" y="18951"/>
                  </a:cubicBezTo>
                  <a:cubicBezTo>
                    <a:pt x="13820" y="25105"/>
                    <a:pt x="12251" y="34372"/>
                    <a:pt x="12251" y="46768"/>
                  </a:cubicBezTo>
                  <a:cubicBezTo>
                    <a:pt x="12251" y="59119"/>
                    <a:pt x="13820" y="68401"/>
                    <a:pt x="16960" y="74599"/>
                  </a:cubicBezTo>
                  <a:cubicBezTo>
                    <a:pt x="20137" y="80752"/>
                    <a:pt x="24865" y="83822"/>
                    <a:pt x="31142" y="83822"/>
                  </a:cubicBezTo>
                  <a:cubicBezTo>
                    <a:pt x="37459" y="83822"/>
                    <a:pt x="42186" y="80752"/>
                    <a:pt x="45326" y="74599"/>
                  </a:cubicBezTo>
                  <a:cubicBezTo>
                    <a:pt x="48504" y="68401"/>
                    <a:pt x="50093" y="59119"/>
                    <a:pt x="50093" y="46768"/>
                  </a:cubicBezTo>
                  <a:cubicBezTo>
                    <a:pt x="50093" y="34372"/>
                    <a:pt x="48504" y="25105"/>
                    <a:pt x="45326" y="18951"/>
                  </a:cubicBezTo>
                  <a:cubicBezTo>
                    <a:pt x="42186" y="12753"/>
                    <a:pt x="37459" y="9655"/>
                    <a:pt x="31142" y="9655"/>
                  </a:cubicBezTo>
                  <a:moveTo>
                    <a:pt x="31142" y="0"/>
                  </a:moveTo>
                  <a:cubicBezTo>
                    <a:pt x="41242" y="0"/>
                    <a:pt x="48946" y="4008"/>
                    <a:pt x="54258" y="12008"/>
                  </a:cubicBezTo>
                  <a:cubicBezTo>
                    <a:pt x="59609" y="19980"/>
                    <a:pt x="62285" y="31556"/>
                    <a:pt x="62285" y="46768"/>
                  </a:cubicBezTo>
                  <a:cubicBezTo>
                    <a:pt x="62285" y="61935"/>
                    <a:pt x="59609" y="73526"/>
                    <a:pt x="54258" y="81527"/>
                  </a:cubicBezTo>
                  <a:cubicBezTo>
                    <a:pt x="48946" y="89498"/>
                    <a:pt x="41242" y="93476"/>
                    <a:pt x="31142" y="93476"/>
                  </a:cubicBezTo>
                  <a:cubicBezTo>
                    <a:pt x="21042" y="93476"/>
                    <a:pt x="13317" y="89498"/>
                    <a:pt x="7966" y="81527"/>
                  </a:cubicBezTo>
                  <a:cubicBezTo>
                    <a:pt x="2655" y="73526"/>
                    <a:pt x="0" y="61935"/>
                    <a:pt x="0" y="46768"/>
                  </a:cubicBezTo>
                  <a:cubicBezTo>
                    <a:pt x="0" y="31556"/>
                    <a:pt x="2655" y="19980"/>
                    <a:pt x="7966" y="12008"/>
                  </a:cubicBezTo>
                  <a:cubicBezTo>
                    <a:pt x="13317" y="4008"/>
                    <a:pt x="21042" y="0"/>
                    <a:pt x="31142" y="0"/>
                  </a:cubicBez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4" name="Freeform 913">
              <a:extLst>
                <a:ext uri="{FF2B5EF4-FFF2-40B4-BE49-F238E27FC236}">
                  <a16:creationId xmlns:a16="http://schemas.microsoft.com/office/drawing/2014/main" id="{B27EE04A-CA61-32BA-96B0-A3358D293571}"/>
                </a:ext>
              </a:extLst>
            </p:cNvPr>
            <p:cNvSpPr/>
            <p:nvPr/>
          </p:nvSpPr>
          <p:spPr>
            <a:xfrm>
              <a:off x="5199659" y="4700741"/>
              <a:ext cx="12734" cy="15330"/>
            </a:xfrm>
            <a:custGeom>
              <a:avLst/>
              <a:gdLst>
                <a:gd name="connsiteX0" fmla="*/ 0 w 12734"/>
                <a:gd name="connsiteY0" fmla="*/ 0 h 15330"/>
                <a:gd name="connsiteX1" fmla="*/ 12734 w 12734"/>
                <a:gd name="connsiteY1" fmla="*/ 0 h 15330"/>
                <a:gd name="connsiteX2" fmla="*/ 12734 w 12734"/>
                <a:gd name="connsiteY2" fmla="*/ 15331 h 15330"/>
                <a:gd name="connsiteX3" fmla="*/ 0 w 12734"/>
                <a:gd name="connsiteY3" fmla="*/ 15331 h 15330"/>
                <a:gd name="connsiteX4" fmla="*/ 0 w 12734"/>
                <a:gd name="connsiteY4" fmla="*/ 0 h 15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34" h="15330">
                  <a:moveTo>
                    <a:pt x="0" y="0"/>
                  </a:moveTo>
                  <a:lnTo>
                    <a:pt x="12734" y="0"/>
                  </a:lnTo>
                  <a:lnTo>
                    <a:pt x="12734" y="15331"/>
                  </a:lnTo>
                  <a:lnTo>
                    <a:pt x="0" y="153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5" name="Freeform 914">
              <a:extLst>
                <a:ext uri="{FF2B5EF4-FFF2-40B4-BE49-F238E27FC236}">
                  <a16:creationId xmlns:a16="http://schemas.microsoft.com/office/drawing/2014/main" id="{0BBEB657-3D58-CFEC-45AB-595287E3F527}"/>
                </a:ext>
              </a:extLst>
            </p:cNvPr>
            <p:cNvSpPr/>
            <p:nvPr/>
          </p:nvSpPr>
          <p:spPr>
            <a:xfrm>
              <a:off x="5235267" y="4625963"/>
              <a:ext cx="58302" cy="91852"/>
            </a:xfrm>
            <a:custGeom>
              <a:avLst/>
              <a:gdLst>
                <a:gd name="connsiteX0" fmla="*/ 3802 w 58302"/>
                <a:gd name="connsiteY0" fmla="*/ 0 h 91852"/>
                <a:gd name="connsiteX1" fmla="*/ 51664 w 58302"/>
                <a:gd name="connsiteY1" fmla="*/ 0 h 91852"/>
                <a:gd name="connsiteX2" fmla="*/ 51664 w 58302"/>
                <a:gd name="connsiteY2" fmla="*/ 10265 h 91852"/>
                <a:gd name="connsiteX3" fmla="*/ 14968 w 58302"/>
                <a:gd name="connsiteY3" fmla="*/ 10265 h 91852"/>
                <a:gd name="connsiteX4" fmla="*/ 14968 w 58302"/>
                <a:gd name="connsiteY4" fmla="*/ 32346 h 91852"/>
                <a:gd name="connsiteX5" fmla="*/ 20279 w 58302"/>
                <a:gd name="connsiteY5" fmla="*/ 31020 h 91852"/>
                <a:gd name="connsiteX6" fmla="*/ 25591 w 58302"/>
                <a:gd name="connsiteY6" fmla="*/ 30543 h 91852"/>
                <a:gd name="connsiteX7" fmla="*/ 49490 w 58302"/>
                <a:gd name="connsiteY7" fmla="*/ 38812 h 91852"/>
                <a:gd name="connsiteX8" fmla="*/ 58303 w 58302"/>
                <a:gd name="connsiteY8" fmla="*/ 61205 h 91852"/>
                <a:gd name="connsiteX9" fmla="*/ 49249 w 58302"/>
                <a:gd name="connsiteY9" fmla="*/ 83837 h 91852"/>
                <a:gd name="connsiteX10" fmla="*/ 23719 w 58302"/>
                <a:gd name="connsiteY10" fmla="*/ 91852 h 91852"/>
                <a:gd name="connsiteX11" fmla="*/ 12131 w 58302"/>
                <a:gd name="connsiteY11" fmla="*/ 90899 h 91852"/>
                <a:gd name="connsiteX12" fmla="*/ 0 w 58302"/>
                <a:gd name="connsiteY12" fmla="*/ 87993 h 91852"/>
                <a:gd name="connsiteX13" fmla="*/ 0 w 58302"/>
                <a:gd name="connsiteY13" fmla="*/ 75746 h 91852"/>
                <a:gd name="connsiteX14" fmla="*/ 11226 w 58302"/>
                <a:gd name="connsiteY14" fmla="*/ 80157 h 91852"/>
                <a:gd name="connsiteX15" fmla="*/ 23478 w 58302"/>
                <a:gd name="connsiteY15" fmla="*/ 81602 h 91852"/>
                <a:gd name="connsiteX16" fmla="*/ 40014 w 58302"/>
                <a:gd name="connsiteY16" fmla="*/ 76104 h 91852"/>
                <a:gd name="connsiteX17" fmla="*/ 46111 w 58302"/>
                <a:gd name="connsiteY17" fmla="*/ 61205 h 91852"/>
                <a:gd name="connsiteX18" fmla="*/ 40014 w 58302"/>
                <a:gd name="connsiteY18" fmla="*/ 46291 h 91852"/>
                <a:gd name="connsiteX19" fmla="*/ 23478 w 58302"/>
                <a:gd name="connsiteY19" fmla="*/ 40793 h 91852"/>
                <a:gd name="connsiteX20" fmla="*/ 13701 w 58302"/>
                <a:gd name="connsiteY20" fmla="*/ 41881 h 91852"/>
                <a:gd name="connsiteX21" fmla="*/ 3802 w 58302"/>
                <a:gd name="connsiteY21" fmla="*/ 45263 h 91852"/>
                <a:gd name="connsiteX22" fmla="*/ 3802 w 58302"/>
                <a:gd name="connsiteY22" fmla="*/ 0 h 91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58302" h="91852">
                  <a:moveTo>
                    <a:pt x="3802" y="0"/>
                  </a:moveTo>
                  <a:lnTo>
                    <a:pt x="51664" y="0"/>
                  </a:lnTo>
                  <a:lnTo>
                    <a:pt x="51664" y="10265"/>
                  </a:lnTo>
                  <a:lnTo>
                    <a:pt x="14968" y="10265"/>
                  </a:lnTo>
                  <a:lnTo>
                    <a:pt x="14968" y="32346"/>
                  </a:lnTo>
                  <a:cubicBezTo>
                    <a:pt x="16739" y="31750"/>
                    <a:pt x="18509" y="31303"/>
                    <a:pt x="20279" y="31020"/>
                  </a:cubicBezTo>
                  <a:cubicBezTo>
                    <a:pt x="22049" y="30707"/>
                    <a:pt x="23819" y="30543"/>
                    <a:pt x="25591" y="30543"/>
                  </a:cubicBezTo>
                  <a:cubicBezTo>
                    <a:pt x="35649" y="30543"/>
                    <a:pt x="43615" y="33299"/>
                    <a:pt x="49490" y="38812"/>
                  </a:cubicBezTo>
                  <a:cubicBezTo>
                    <a:pt x="55365" y="44324"/>
                    <a:pt x="58303" y="51789"/>
                    <a:pt x="58303" y="61205"/>
                  </a:cubicBezTo>
                  <a:cubicBezTo>
                    <a:pt x="58303" y="70904"/>
                    <a:pt x="55284" y="78443"/>
                    <a:pt x="49249" y="83837"/>
                  </a:cubicBezTo>
                  <a:cubicBezTo>
                    <a:pt x="43213" y="89185"/>
                    <a:pt x="34704" y="91852"/>
                    <a:pt x="23719" y="91852"/>
                  </a:cubicBezTo>
                  <a:cubicBezTo>
                    <a:pt x="19936" y="91852"/>
                    <a:pt x="16075" y="91539"/>
                    <a:pt x="12131" y="90899"/>
                  </a:cubicBezTo>
                  <a:cubicBezTo>
                    <a:pt x="8229" y="90258"/>
                    <a:pt x="4185" y="89290"/>
                    <a:pt x="0" y="87993"/>
                  </a:cubicBezTo>
                  <a:lnTo>
                    <a:pt x="0" y="75746"/>
                  </a:lnTo>
                  <a:cubicBezTo>
                    <a:pt x="3622" y="77713"/>
                    <a:pt x="7363" y="79188"/>
                    <a:pt x="11226" y="80157"/>
                  </a:cubicBezTo>
                  <a:cubicBezTo>
                    <a:pt x="15090" y="81125"/>
                    <a:pt x="19174" y="81602"/>
                    <a:pt x="23478" y="81602"/>
                  </a:cubicBezTo>
                  <a:cubicBezTo>
                    <a:pt x="30439" y="81602"/>
                    <a:pt x="35951" y="79769"/>
                    <a:pt x="40014" y="76104"/>
                  </a:cubicBezTo>
                  <a:cubicBezTo>
                    <a:pt x="44079" y="72454"/>
                    <a:pt x="46111" y="67478"/>
                    <a:pt x="46111" y="61205"/>
                  </a:cubicBezTo>
                  <a:cubicBezTo>
                    <a:pt x="46111" y="54933"/>
                    <a:pt x="44079" y="49956"/>
                    <a:pt x="40014" y="46291"/>
                  </a:cubicBezTo>
                  <a:cubicBezTo>
                    <a:pt x="35951" y="42626"/>
                    <a:pt x="30439" y="40793"/>
                    <a:pt x="23478" y="40793"/>
                  </a:cubicBezTo>
                  <a:cubicBezTo>
                    <a:pt x="20219" y="40793"/>
                    <a:pt x="16960" y="41151"/>
                    <a:pt x="13701" y="41881"/>
                  </a:cubicBezTo>
                  <a:cubicBezTo>
                    <a:pt x="10481" y="42611"/>
                    <a:pt x="7183" y="43728"/>
                    <a:pt x="3802" y="45263"/>
                  </a:cubicBezTo>
                  <a:lnTo>
                    <a:pt x="3802" y="0"/>
                  </a:ln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6" name="Freeform 915">
              <a:extLst>
                <a:ext uri="{FF2B5EF4-FFF2-40B4-BE49-F238E27FC236}">
                  <a16:creationId xmlns:a16="http://schemas.microsoft.com/office/drawing/2014/main" id="{82825FA8-1D39-440E-53F8-E29B125B8BB7}"/>
                </a:ext>
              </a:extLst>
            </p:cNvPr>
            <p:cNvSpPr/>
            <p:nvPr/>
          </p:nvSpPr>
          <p:spPr>
            <a:xfrm>
              <a:off x="5794137" y="4624339"/>
              <a:ext cx="62277" cy="93476"/>
            </a:xfrm>
            <a:custGeom>
              <a:avLst/>
              <a:gdLst>
                <a:gd name="connsiteX0" fmla="*/ 31139 w 62277"/>
                <a:gd name="connsiteY0" fmla="*/ 9655 h 93476"/>
                <a:gd name="connsiteX1" fmla="*/ 16955 w 62277"/>
                <a:gd name="connsiteY1" fmla="*/ 18951 h 93476"/>
                <a:gd name="connsiteX2" fmla="*/ 12247 w 62277"/>
                <a:gd name="connsiteY2" fmla="*/ 46768 h 93476"/>
                <a:gd name="connsiteX3" fmla="*/ 16955 w 62277"/>
                <a:gd name="connsiteY3" fmla="*/ 74599 h 93476"/>
                <a:gd name="connsiteX4" fmla="*/ 31139 w 62277"/>
                <a:gd name="connsiteY4" fmla="*/ 83822 h 93476"/>
                <a:gd name="connsiteX5" fmla="*/ 45323 w 62277"/>
                <a:gd name="connsiteY5" fmla="*/ 74599 h 93476"/>
                <a:gd name="connsiteX6" fmla="*/ 50090 w 62277"/>
                <a:gd name="connsiteY6" fmla="*/ 46768 h 93476"/>
                <a:gd name="connsiteX7" fmla="*/ 45323 w 62277"/>
                <a:gd name="connsiteY7" fmla="*/ 18951 h 93476"/>
                <a:gd name="connsiteX8" fmla="*/ 31139 w 62277"/>
                <a:gd name="connsiteY8" fmla="*/ 9655 h 93476"/>
                <a:gd name="connsiteX9" fmla="*/ 31139 w 62277"/>
                <a:gd name="connsiteY9" fmla="*/ 0 h 93476"/>
                <a:gd name="connsiteX10" fmla="*/ 54262 w 62277"/>
                <a:gd name="connsiteY10" fmla="*/ 12008 h 93476"/>
                <a:gd name="connsiteX11" fmla="*/ 62278 w 62277"/>
                <a:gd name="connsiteY11" fmla="*/ 46768 h 93476"/>
                <a:gd name="connsiteX12" fmla="*/ 54262 w 62277"/>
                <a:gd name="connsiteY12" fmla="*/ 81527 h 93476"/>
                <a:gd name="connsiteX13" fmla="*/ 31139 w 62277"/>
                <a:gd name="connsiteY13" fmla="*/ 93476 h 93476"/>
                <a:gd name="connsiteX14" fmla="*/ 7971 w 62277"/>
                <a:gd name="connsiteY14" fmla="*/ 81527 h 93476"/>
                <a:gd name="connsiteX15" fmla="*/ 0 w 62277"/>
                <a:gd name="connsiteY15" fmla="*/ 46768 h 93476"/>
                <a:gd name="connsiteX16" fmla="*/ 7971 w 62277"/>
                <a:gd name="connsiteY16" fmla="*/ 12008 h 93476"/>
                <a:gd name="connsiteX17" fmla="*/ 31139 w 62277"/>
                <a:gd name="connsiteY17" fmla="*/ 0 h 93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277" h="93476">
                  <a:moveTo>
                    <a:pt x="31139" y="9655"/>
                  </a:moveTo>
                  <a:cubicBezTo>
                    <a:pt x="24866" y="9655"/>
                    <a:pt x="20129" y="12753"/>
                    <a:pt x="16955" y="18951"/>
                  </a:cubicBezTo>
                  <a:cubicBezTo>
                    <a:pt x="13811" y="25105"/>
                    <a:pt x="12247" y="34372"/>
                    <a:pt x="12247" y="46768"/>
                  </a:cubicBezTo>
                  <a:cubicBezTo>
                    <a:pt x="12247" y="59119"/>
                    <a:pt x="13811" y="68401"/>
                    <a:pt x="16955" y="74599"/>
                  </a:cubicBezTo>
                  <a:cubicBezTo>
                    <a:pt x="20129" y="80752"/>
                    <a:pt x="24866" y="83822"/>
                    <a:pt x="31139" y="83822"/>
                  </a:cubicBezTo>
                  <a:cubicBezTo>
                    <a:pt x="37456" y="83822"/>
                    <a:pt x="42179" y="80752"/>
                    <a:pt x="45323" y="74599"/>
                  </a:cubicBezTo>
                  <a:cubicBezTo>
                    <a:pt x="48496" y="68401"/>
                    <a:pt x="50090" y="59119"/>
                    <a:pt x="50090" y="46768"/>
                  </a:cubicBezTo>
                  <a:cubicBezTo>
                    <a:pt x="50090" y="34372"/>
                    <a:pt x="48496" y="25105"/>
                    <a:pt x="45323" y="18951"/>
                  </a:cubicBezTo>
                  <a:cubicBezTo>
                    <a:pt x="42179" y="12753"/>
                    <a:pt x="37456" y="9655"/>
                    <a:pt x="31139" y="9655"/>
                  </a:cubicBezTo>
                  <a:moveTo>
                    <a:pt x="31139" y="0"/>
                  </a:moveTo>
                  <a:cubicBezTo>
                    <a:pt x="41240" y="0"/>
                    <a:pt x="48943" y="4008"/>
                    <a:pt x="54262" y="12008"/>
                  </a:cubicBezTo>
                  <a:cubicBezTo>
                    <a:pt x="59611" y="19980"/>
                    <a:pt x="62278" y="31556"/>
                    <a:pt x="62278" y="46768"/>
                  </a:cubicBezTo>
                  <a:cubicBezTo>
                    <a:pt x="62278" y="61935"/>
                    <a:pt x="59611" y="73526"/>
                    <a:pt x="54262" y="81527"/>
                  </a:cubicBezTo>
                  <a:cubicBezTo>
                    <a:pt x="48943" y="89498"/>
                    <a:pt x="41240" y="93476"/>
                    <a:pt x="31139" y="93476"/>
                  </a:cubicBezTo>
                  <a:cubicBezTo>
                    <a:pt x="21037" y="93476"/>
                    <a:pt x="13320" y="89498"/>
                    <a:pt x="7971" y="81527"/>
                  </a:cubicBezTo>
                  <a:cubicBezTo>
                    <a:pt x="2652" y="73526"/>
                    <a:pt x="0" y="61935"/>
                    <a:pt x="0" y="46768"/>
                  </a:cubicBezTo>
                  <a:cubicBezTo>
                    <a:pt x="0" y="31556"/>
                    <a:pt x="2652" y="19980"/>
                    <a:pt x="7971" y="12008"/>
                  </a:cubicBezTo>
                  <a:cubicBezTo>
                    <a:pt x="13320" y="4008"/>
                    <a:pt x="21037" y="0"/>
                    <a:pt x="31139" y="0"/>
                  </a:cubicBez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7" name="Freeform 916">
              <a:extLst>
                <a:ext uri="{FF2B5EF4-FFF2-40B4-BE49-F238E27FC236}">
                  <a16:creationId xmlns:a16="http://schemas.microsoft.com/office/drawing/2014/main" id="{A3C483EA-4E3B-6C0B-D832-B873F098F8DA}"/>
                </a:ext>
              </a:extLst>
            </p:cNvPr>
            <p:cNvSpPr/>
            <p:nvPr/>
          </p:nvSpPr>
          <p:spPr>
            <a:xfrm>
              <a:off x="5877855" y="4700741"/>
              <a:ext cx="12723" cy="15330"/>
            </a:xfrm>
            <a:custGeom>
              <a:avLst/>
              <a:gdLst>
                <a:gd name="connsiteX0" fmla="*/ 0 w 12723"/>
                <a:gd name="connsiteY0" fmla="*/ 0 h 15330"/>
                <a:gd name="connsiteX1" fmla="*/ 12724 w 12723"/>
                <a:gd name="connsiteY1" fmla="*/ 0 h 15330"/>
                <a:gd name="connsiteX2" fmla="*/ 12724 w 12723"/>
                <a:gd name="connsiteY2" fmla="*/ 15331 h 15330"/>
                <a:gd name="connsiteX3" fmla="*/ 0 w 12723"/>
                <a:gd name="connsiteY3" fmla="*/ 15331 h 15330"/>
                <a:gd name="connsiteX4" fmla="*/ 0 w 12723"/>
                <a:gd name="connsiteY4" fmla="*/ 0 h 15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23" h="15330">
                  <a:moveTo>
                    <a:pt x="0" y="0"/>
                  </a:moveTo>
                  <a:lnTo>
                    <a:pt x="12724" y="0"/>
                  </a:lnTo>
                  <a:lnTo>
                    <a:pt x="12724" y="15331"/>
                  </a:lnTo>
                  <a:lnTo>
                    <a:pt x="0" y="153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8" name="Freeform 917">
              <a:extLst>
                <a:ext uri="{FF2B5EF4-FFF2-40B4-BE49-F238E27FC236}">
                  <a16:creationId xmlns:a16="http://schemas.microsoft.com/office/drawing/2014/main" id="{7A25E31E-4739-D38E-950C-8124984654DB}"/>
                </a:ext>
              </a:extLst>
            </p:cNvPr>
            <p:cNvSpPr/>
            <p:nvPr/>
          </p:nvSpPr>
          <p:spPr>
            <a:xfrm>
              <a:off x="5912063" y="4624339"/>
              <a:ext cx="62292" cy="93476"/>
            </a:xfrm>
            <a:custGeom>
              <a:avLst/>
              <a:gdLst>
                <a:gd name="connsiteX0" fmla="*/ 31154 w 62292"/>
                <a:gd name="connsiteY0" fmla="*/ 9655 h 93476"/>
                <a:gd name="connsiteX1" fmla="*/ 16970 w 62292"/>
                <a:gd name="connsiteY1" fmla="*/ 18951 h 93476"/>
                <a:gd name="connsiteX2" fmla="*/ 12262 w 62292"/>
                <a:gd name="connsiteY2" fmla="*/ 46768 h 93476"/>
                <a:gd name="connsiteX3" fmla="*/ 16970 w 62292"/>
                <a:gd name="connsiteY3" fmla="*/ 74599 h 93476"/>
                <a:gd name="connsiteX4" fmla="*/ 31154 w 62292"/>
                <a:gd name="connsiteY4" fmla="*/ 83822 h 93476"/>
                <a:gd name="connsiteX5" fmla="*/ 45338 w 62292"/>
                <a:gd name="connsiteY5" fmla="*/ 74599 h 93476"/>
                <a:gd name="connsiteX6" fmla="*/ 50105 w 62292"/>
                <a:gd name="connsiteY6" fmla="*/ 46768 h 93476"/>
                <a:gd name="connsiteX7" fmla="*/ 45338 w 62292"/>
                <a:gd name="connsiteY7" fmla="*/ 18951 h 93476"/>
                <a:gd name="connsiteX8" fmla="*/ 31154 w 62292"/>
                <a:gd name="connsiteY8" fmla="*/ 9655 h 93476"/>
                <a:gd name="connsiteX9" fmla="*/ 31154 w 62292"/>
                <a:gd name="connsiteY9" fmla="*/ 0 h 93476"/>
                <a:gd name="connsiteX10" fmla="*/ 54262 w 62292"/>
                <a:gd name="connsiteY10" fmla="*/ 12008 h 93476"/>
                <a:gd name="connsiteX11" fmla="*/ 62293 w 62292"/>
                <a:gd name="connsiteY11" fmla="*/ 46768 h 93476"/>
                <a:gd name="connsiteX12" fmla="*/ 54262 w 62292"/>
                <a:gd name="connsiteY12" fmla="*/ 81527 h 93476"/>
                <a:gd name="connsiteX13" fmla="*/ 31154 w 62292"/>
                <a:gd name="connsiteY13" fmla="*/ 93476 h 93476"/>
                <a:gd name="connsiteX14" fmla="*/ 7971 w 62292"/>
                <a:gd name="connsiteY14" fmla="*/ 81527 h 93476"/>
                <a:gd name="connsiteX15" fmla="*/ 0 w 62292"/>
                <a:gd name="connsiteY15" fmla="*/ 46768 h 93476"/>
                <a:gd name="connsiteX16" fmla="*/ 7971 w 62292"/>
                <a:gd name="connsiteY16" fmla="*/ 12008 h 93476"/>
                <a:gd name="connsiteX17" fmla="*/ 31154 w 62292"/>
                <a:gd name="connsiteY17" fmla="*/ 0 h 93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292" h="93476">
                  <a:moveTo>
                    <a:pt x="31154" y="9655"/>
                  </a:moveTo>
                  <a:cubicBezTo>
                    <a:pt x="24881" y="9655"/>
                    <a:pt x="20143" y="12753"/>
                    <a:pt x="16970" y="18951"/>
                  </a:cubicBezTo>
                  <a:cubicBezTo>
                    <a:pt x="13826" y="25105"/>
                    <a:pt x="12262" y="34372"/>
                    <a:pt x="12262" y="46768"/>
                  </a:cubicBezTo>
                  <a:cubicBezTo>
                    <a:pt x="12262" y="59119"/>
                    <a:pt x="13826" y="68401"/>
                    <a:pt x="16970" y="74599"/>
                  </a:cubicBezTo>
                  <a:cubicBezTo>
                    <a:pt x="20143" y="80752"/>
                    <a:pt x="24881" y="83822"/>
                    <a:pt x="31154" y="83822"/>
                  </a:cubicBezTo>
                  <a:cubicBezTo>
                    <a:pt x="37471" y="83822"/>
                    <a:pt x="42194" y="80752"/>
                    <a:pt x="45338" y="74599"/>
                  </a:cubicBezTo>
                  <a:cubicBezTo>
                    <a:pt x="48511" y="68401"/>
                    <a:pt x="50105" y="59119"/>
                    <a:pt x="50105" y="46768"/>
                  </a:cubicBezTo>
                  <a:cubicBezTo>
                    <a:pt x="50105" y="34372"/>
                    <a:pt x="48511" y="25105"/>
                    <a:pt x="45338" y="18951"/>
                  </a:cubicBezTo>
                  <a:cubicBezTo>
                    <a:pt x="42194" y="12753"/>
                    <a:pt x="37471" y="9655"/>
                    <a:pt x="31154" y="9655"/>
                  </a:cubicBezTo>
                  <a:moveTo>
                    <a:pt x="31154" y="0"/>
                  </a:moveTo>
                  <a:cubicBezTo>
                    <a:pt x="41240" y="0"/>
                    <a:pt x="48943" y="4008"/>
                    <a:pt x="54262" y="12008"/>
                  </a:cubicBezTo>
                  <a:cubicBezTo>
                    <a:pt x="59611" y="19980"/>
                    <a:pt x="62293" y="31556"/>
                    <a:pt x="62293" y="46768"/>
                  </a:cubicBezTo>
                  <a:cubicBezTo>
                    <a:pt x="62293" y="61935"/>
                    <a:pt x="59611" y="73526"/>
                    <a:pt x="54262" y="81527"/>
                  </a:cubicBezTo>
                  <a:cubicBezTo>
                    <a:pt x="48943" y="89498"/>
                    <a:pt x="41240" y="93476"/>
                    <a:pt x="31154" y="93476"/>
                  </a:cubicBezTo>
                  <a:cubicBezTo>
                    <a:pt x="21052" y="93476"/>
                    <a:pt x="13320" y="89498"/>
                    <a:pt x="7971" y="81527"/>
                  </a:cubicBezTo>
                  <a:cubicBezTo>
                    <a:pt x="2652" y="73526"/>
                    <a:pt x="0" y="61935"/>
                    <a:pt x="0" y="46768"/>
                  </a:cubicBezTo>
                  <a:cubicBezTo>
                    <a:pt x="0" y="31556"/>
                    <a:pt x="2652" y="19980"/>
                    <a:pt x="7971" y="12008"/>
                  </a:cubicBezTo>
                  <a:cubicBezTo>
                    <a:pt x="13320" y="4008"/>
                    <a:pt x="21052" y="0"/>
                    <a:pt x="31154" y="0"/>
                  </a:cubicBez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9" name="Freeform 918">
              <a:extLst>
                <a:ext uri="{FF2B5EF4-FFF2-40B4-BE49-F238E27FC236}">
                  <a16:creationId xmlns:a16="http://schemas.microsoft.com/office/drawing/2014/main" id="{676CAE94-E3B5-B4F4-A9B3-AFECB7BAEA50}"/>
                </a:ext>
              </a:extLst>
            </p:cNvPr>
            <p:cNvSpPr/>
            <p:nvPr/>
          </p:nvSpPr>
          <p:spPr>
            <a:xfrm>
              <a:off x="6524232" y="4624339"/>
              <a:ext cx="62277" cy="93476"/>
            </a:xfrm>
            <a:custGeom>
              <a:avLst/>
              <a:gdLst>
                <a:gd name="connsiteX0" fmla="*/ 31139 w 62277"/>
                <a:gd name="connsiteY0" fmla="*/ 9655 h 93476"/>
                <a:gd name="connsiteX1" fmla="*/ 16955 w 62277"/>
                <a:gd name="connsiteY1" fmla="*/ 18951 h 93476"/>
                <a:gd name="connsiteX2" fmla="*/ 12247 w 62277"/>
                <a:gd name="connsiteY2" fmla="*/ 46768 h 93476"/>
                <a:gd name="connsiteX3" fmla="*/ 16955 w 62277"/>
                <a:gd name="connsiteY3" fmla="*/ 74599 h 93476"/>
                <a:gd name="connsiteX4" fmla="*/ 31139 w 62277"/>
                <a:gd name="connsiteY4" fmla="*/ 83822 h 93476"/>
                <a:gd name="connsiteX5" fmla="*/ 45323 w 62277"/>
                <a:gd name="connsiteY5" fmla="*/ 74599 h 93476"/>
                <a:gd name="connsiteX6" fmla="*/ 50090 w 62277"/>
                <a:gd name="connsiteY6" fmla="*/ 46768 h 93476"/>
                <a:gd name="connsiteX7" fmla="*/ 45323 w 62277"/>
                <a:gd name="connsiteY7" fmla="*/ 18951 h 93476"/>
                <a:gd name="connsiteX8" fmla="*/ 31139 w 62277"/>
                <a:gd name="connsiteY8" fmla="*/ 9655 h 93476"/>
                <a:gd name="connsiteX9" fmla="*/ 31139 w 62277"/>
                <a:gd name="connsiteY9" fmla="*/ 0 h 93476"/>
                <a:gd name="connsiteX10" fmla="*/ 54262 w 62277"/>
                <a:gd name="connsiteY10" fmla="*/ 12008 h 93476"/>
                <a:gd name="connsiteX11" fmla="*/ 62278 w 62277"/>
                <a:gd name="connsiteY11" fmla="*/ 46768 h 93476"/>
                <a:gd name="connsiteX12" fmla="*/ 54262 w 62277"/>
                <a:gd name="connsiteY12" fmla="*/ 81527 h 93476"/>
                <a:gd name="connsiteX13" fmla="*/ 31139 w 62277"/>
                <a:gd name="connsiteY13" fmla="*/ 93476 h 93476"/>
                <a:gd name="connsiteX14" fmla="*/ 7971 w 62277"/>
                <a:gd name="connsiteY14" fmla="*/ 81527 h 93476"/>
                <a:gd name="connsiteX15" fmla="*/ 0 w 62277"/>
                <a:gd name="connsiteY15" fmla="*/ 46768 h 93476"/>
                <a:gd name="connsiteX16" fmla="*/ 7971 w 62277"/>
                <a:gd name="connsiteY16" fmla="*/ 12008 h 93476"/>
                <a:gd name="connsiteX17" fmla="*/ 31139 w 62277"/>
                <a:gd name="connsiteY17" fmla="*/ 0 h 93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277" h="93476">
                  <a:moveTo>
                    <a:pt x="31139" y="9655"/>
                  </a:moveTo>
                  <a:cubicBezTo>
                    <a:pt x="24866" y="9655"/>
                    <a:pt x="20129" y="12753"/>
                    <a:pt x="16955" y="18951"/>
                  </a:cubicBezTo>
                  <a:cubicBezTo>
                    <a:pt x="13811" y="25105"/>
                    <a:pt x="12247" y="34372"/>
                    <a:pt x="12247" y="46768"/>
                  </a:cubicBezTo>
                  <a:cubicBezTo>
                    <a:pt x="12247" y="59119"/>
                    <a:pt x="13811" y="68401"/>
                    <a:pt x="16955" y="74599"/>
                  </a:cubicBezTo>
                  <a:cubicBezTo>
                    <a:pt x="20129" y="80752"/>
                    <a:pt x="24866" y="83822"/>
                    <a:pt x="31139" y="83822"/>
                  </a:cubicBezTo>
                  <a:cubicBezTo>
                    <a:pt x="37456" y="83822"/>
                    <a:pt x="42179" y="80752"/>
                    <a:pt x="45323" y="74599"/>
                  </a:cubicBezTo>
                  <a:cubicBezTo>
                    <a:pt x="48496" y="68401"/>
                    <a:pt x="50090" y="59119"/>
                    <a:pt x="50090" y="46768"/>
                  </a:cubicBezTo>
                  <a:cubicBezTo>
                    <a:pt x="50090" y="34372"/>
                    <a:pt x="48496" y="25105"/>
                    <a:pt x="45323" y="18951"/>
                  </a:cubicBezTo>
                  <a:cubicBezTo>
                    <a:pt x="42179" y="12753"/>
                    <a:pt x="37456" y="9655"/>
                    <a:pt x="31139" y="9655"/>
                  </a:cubicBezTo>
                  <a:moveTo>
                    <a:pt x="31139" y="0"/>
                  </a:moveTo>
                  <a:cubicBezTo>
                    <a:pt x="41240" y="0"/>
                    <a:pt x="48943" y="4008"/>
                    <a:pt x="54262" y="12008"/>
                  </a:cubicBezTo>
                  <a:cubicBezTo>
                    <a:pt x="59611" y="19980"/>
                    <a:pt x="62278" y="31556"/>
                    <a:pt x="62278" y="46768"/>
                  </a:cubicBezTo>
                  <a:cubicBezTo>
                    <a:pt x="62278" y="61935"/>
                    <a:pt x="59611" y="73526"/>
                    <a:pt x="54262" y="81527"/>
                  </a:cubicBezTo>
                  <a:cubicBezTo>
                    <a:pt x="48943" y="89498"/>
                    <a:pt x="41240" y="93476"/>
                    <a:pt x="31139" y="93476"/>
                  </a:cubicBezTo>
                  <a:cubicBezTo>
                    <a:pt x="21037" y="93476"/>
                    <a:pt x="13320" y="89498"/>
                    <a:pt x="7971" y="81527"/>
                  </a:cubicBezTo>
                  <a:cubicBezTo>
                    <a:pt x="2652" y="73526"/>
                    <a:pt x="0" y="61935"/>
                    <a:pt x="0" y="46768"/>
                  </a:cubicBezTo>
                  <a:cubicBezTo>
                    <a:pt x="0" y="31556"/>
                    <a:pt x="2652" y="19980"/>
                    <a:pt x="7971" y="12008"/>
                  </a:cubicBezTo>
                  <a:cubicBezTo>
                    <a:pt x="13320" y="4008"/>
                    <a:pt x="21037" y="0"/>
                    <a:pt x="31139" y="0"/>
                  </a:cubicBez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0" name="Freeform 919">
              <a:extLst>
                <a:ext uri="{FF2B5EF4-FFF2-40B4-BE49-F238E27FC236}">
                  <a16:creationId xmlns:a16="http://schemas.microsoft.com/office/drawing/2014/main" id="{A4FCFCD9-B551-8B05-E916-F95DB2ED4B05}"/>
                </a:ext>
              </a:extLst>
            </p:cNvPr>
            <p:cNvSpPr/>
            <p:nvPr/>
          </p:nvSpPr>
          <p:spPr>
            <a:xfrm>
              <a:off x="6607950" y="4700741"/>
              <a:ext cx="12723" cy="15330"/>
            </a:xfrm>
            <a:custGeom>
              <a:avLst/>
              <a:gdLst>
                <a:gd name="connsiteX0" fmla="*/ 0 w 12723"/>
                <a:gd name="connsiteY0" fmla="*/ 0 h 15330"/>
                <a:gd name="connsiteX1" fmla="*/ 12724 w 12723"/>
                <a:gd name="connsiteY1" fmla="*/ 0 h 15330"/>
                <a:gd name="connsiteX2" fmla="*/ 12724 w 12723"/>
                <a:gd name="connsiteY2" fmla="*/ 15331 h 15330"/>
                <a:gd name="connsiteX3" fmla="*/ 0 w 12723"/>
                <a:gd name="connsiteY3" fmla="*/ 15331 h 15330"/>
                <a:gd name="connsiteX4" fmla="*/ 0 w 12723"/>
                <a:gd name="connsiteY4" fmla="*/ 0 h 15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23" h="15330">
                  <a:moveTo>
                    <a:pt x="0" y="0"/>
                  </a:moveTo>
                  <a:lnTo>
                    <a:pt x="12724" y="0"/>
                  </a:lnTo>
                  <a:lnTo>
                    <a:pt x="12724" y="15331"/>
                  </a:lnTo>
                  <a:lnTo>
                    <a:pt x="0" y="153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1" name="Freeform 920">
              <a:extLst>
                <a:ext uri="{FF2B5EF4-FFF2-40B4-BE49-F238E27FC236}">
                  <a16:creationId xmlns:a16="http://schemas.microsoft.com/office/drawing/2014/main" id="{CFF24512-BF4E-9C06-B0F0-FAC11920A2AC}"/>
                </a:ext>
              </a:extLst>
            </p:cNvPr>
            <p:cNvSpPr/>
            <p:nvPr/>
          </p:nvSpPr>
          <p:spPr>
            <a:xfrm>
              <a:off x="6643558" y="4625963"/>
              <a:ext cx="58299" cy="91852"/>
            </a:xfrm>
            <a:custGeom>
              <a:avLst/>
              <a:gdLst>
                <a:gd name="connsiteX0" fmla="*/ 3799 w 58299"/>
                <a:gd name="connsiteY0" fmla="*/ 0 h 91852"/>
                <a:gd name="connsiteX1" fmla="*/ 51655 w 58299"/>
                <a:gd name="connsiteY1" fmla="*/ 0 h 91852"/>
                <a:gd name="connsiteX2" fmla="*/ 51655 w 58299"/>
                <a:gd name="connsiteY2" fmla="*/ 10265 h 91852"/>
                <a:gd name="connsiteX3" fmla="*/ 14959 w 58299"/>
                <a:gd name="connsiteY3" fmla="*/ 10265 h 91852"/>
                <a:gd name="connsiteX4" fmla="*/ 14959 w 58299"/>
                <a:gd name="connsiteY4" fmla="*/ 32346 h 91852"/>
                <a:gd name="connsiteX5" fmla="*/ 20277 w 58299"/>
                <a:gd name="connsiteY5" fmla="*/ 31020 h 91852"/>
                <a:gd name="connsiteX6" fmla="*/ 25582 w 58299"/>
                <a:gd name="connsiteY6" fmla="*/ 30543 h 91852"/>
                <a:gd name="connsiteX7" fmla="*/ 49479 w 58299"/>
                <a:gd name="connsiteY7" fmla="*/ 38812 h 91852"/>
                <a:gd name="connsiteX8" fmla="*/ 58300 w 58299"/>
                <a:gd name="connsiteY8" fmla="*/ 61205 h 91852"/>
                <a:gd name="connsiteX9" fmla="*/ 49241 w 58299"/>
                <a:gd name="connsiteY9" fmla="*/ 83837 h 91852"/>
                <a:gd name="connsiteX10" fmla="*/ 23719 w 58299"/>
                <a:gd name="connsiteY10" fmla="*/ 91852 h 91852"/>
                <a:gd name="connsiteX11" fmla="*/ 12128 w 58299"/>
                <a:gd name="connsiteY11" fmla="*/ 90899 h 91852"/>
                <a:gd name="connsiteX12" fmla="*/ 0 w 58299"/>
                <a:gd name="connsiteY12" fmla="*/ 87993 h 91852"/>
                <a:gd name="connsiteX13" fmla="*/ 0 w 58299"/>
                <a:gd name="connsiteY13" fmla="*/ 75746 h 91852"/>
                <a:gd name="connsiteX14" fmla="*/ 11219 w 58299"/>
                <a:gd name="connsiteY14" fmla="*/ 80157 h 91852"/>
                <a:gd name="connsiteX15" fmla="*/ 23466 w 58299"/>
                <a:gd name="connsiteY15" fmla="*/ 81602 h 91852"/>
                <a:gd name="connsiteX16" fmla="*/ 40004 w 58299"/>
                <a:gd name="connsiteY16" fmla="*/ 76104 h 91852"/>
                <a:gd name="connsiteX17" fmla="*/ 46097 w 58299"/>
                <a:gd name="connsiteY17" fmla="*/ 61205 h 91852"/>
                <a:gd name="connsiteX18" fmla="*/ 40004 w 58299"/>
                <a:gd name="connsiteY18" fmla="*/ 46291 h 91852"/>
                <a:gd name="connsiteX19" fmla="*/ 23466 w 58299"/>
                <a:gd name="connsiteY19" fmla="*/ 40793 h 91852"/>
                <a:gd name="connsiteX20" fmla="*/ 13692 w 58299"/>
                <a:gd name="connsiteY20" fmla="*/ 41881 h 91852"/>
                <a:gd name="connsiteX21" fmla="*/ 3799 w 58299"/>
                <a:gd name="connsiteY21" fmla="*/ 45263 h 91852"/>
                <a:gd name="connsiteX22" fmla="*/ 3799 w 58299"/>
                <a:gd name="connsiteY22" fmla="*/ 0 h 91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58299" h="91852">
                  <a:moveTo>
                    <a:pt x="3799" y="0"/>
                  </a:moveTo>
                  <a:lnTo>
                    <a:pt x="51655" y="0"/>
                  </a:lnTo>
                  <a:lnTo>
                    <a:pt x="51655" y="10265"/>
                  </a:lnTo>
                  <a:lnTo>
                    <a:pt x="14959" y="10265"/>
                  </a:lnTo>
                  <a:lnTo>
                    <a:pt x="14959" y="32346"/>
                  </a:lnTo>
                  <a:cubicBezTo>
                    <a:pt x="16732" y="31750"/>
                    <a:pt x="18505" y="31303"/>
                    <a:pt x="20277" y="31020"/>
                  </a:cubicBezTo>
                  <a:cubicBezTo>
                    <a:pt x="22051" y="30707"/>
                    <a:pt x="23809" y="30543"/>
                    <a:pt x="25582" y="30543"/>
                  </a:cubicBezTo>
                  <a:cubicBezTo>
                    <a:pt x="35638" y="30543"/>
                    <a:pt x="43609" y="33299"/>
                    <a:pt x="49479" y="38812"/>
                  </a:cubicBezTo>
                  <a:cubicBezTo>
                    <a:pt x="55365" y="44324"/>
                    <a:pt x="58300" y="51789"/>
                    <a:pt x="58300" y="61205"/>
                  </a:cubicBezTo>
                  <a:cubicBezTo>
                    <a:pt x="58300" y="70904"/>
                    <a:pt x="55275" y="78443"/>
                    <a:pt x="49241" y="83837"/>
                  </a:cubicBezTo>
                  <a:cubicBezTo>
                    <a:pt x="43207" y="89185"/>
                    <a:pt x="34700" y="91852"/>
                    <a:pt x="23719" y="91852"/>
                  </a:cubicBezTo>
                  <a:cubicBezTo>
                    <a:pt x="19935" y="91852"/>
                    <a:pt x="16076" y="91539"/>
                    <a:pt x="12128" y="90899"/>
                  </a:cubicBezTo>
                  <a:cubicBezTo>
                    <a:pt x="8224" y="90258"/>
                    <a:pt x="4187" y="89290"/>
                    <a:pt x="0" y="87993"/>
                  </a:cubicBezTo>
                  <a:lnTo>
                    <a:pt x="0" y="75746"/>
                  </a:lnTo>
                  <a:cubicBezTo>
                    <a:pt x="3621" y="77713"/>
                    <a:pt x="7360" y="79188"/>
                    <a:pt x="11219" y="80157"/>
                  </a:cubicBezTo>
                  <a:cubicBezTo>
                    <a:pt x="15078" y="81125"/>
                    <a:pt x="19160" y="81602"/>
                    <a:pt x="23466" y="81602"/>
                  </a:cubicBezTo>
                  <a:cubicBezTo>
                    <a:pt x="30424" y="81602"/>
                    <a:pt x="35936" y="79769"/>
                    <a:pt x="40004" y="76104"/>
                  </a:cubicBezTo>
                  <a:cubicBezTo>
                    <a:pt x="44071" y="72454"/>
                    <a:pt x="46097" y="67478"/>
                    <a:pt x="46097" y="61205"/>
                  </a:cubicBezTo>
                  <a:cubicBezTo>
                    <a:pt x="46097" y="54933"/>
                    <a:pt x="44071" y="49956"/>
                    <a:pt x="40004" y="46291"/>
                  </a:cubicBezTo>
                  <a:cubicBezTo>
                    <a:pt x="35936" y="42626"/>
                    <a:pt x="30424" y="40793"/>
                    <a:pt x="23466" y="40793"/>
                  </a:cubicBezTo>
                  <a:cubicBezTo>
                    <a:pt x="20203" y="40793"/>
                    <a:pt x="16955" y="41151"/>
                    <a:pt x="13692" y="41881"/>
                  </a:cubicBezTo>
                  <a:cubicBezTo>
                    <a:pt x="10474" y="42611"/>
                    <a:pt x="7181" y="43728"/>
                    <a:pt x="3799" y="45263"/>
                  </a:cubicBezTo>
                  <a:lnTo>
                    <a:pt x="3799" y="0"/>
                  </a:ln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2" name="Freeform 921">
              <a:extLst>
                <a:ext uri="{FF2B5EF4-FFF2-40B4-BE49-F238E27FC236}">
                  <a16:creationId xmlns:a16="http://schemas.microsoft.com/office/drawing/2014/main" id="{04514152-7001-4D32-E695-A9156E76A00A}"/>
                </a:ext>
              </a:extLst>
            </p:cNvPr>
            <p:cNvSpPr/>
            <p:nvPr/>
          </p:nvSpPr>
          <p:spPr>
            <a:xfrm>
              <a:off x="7254446" y="4625963"/>
              <a:ext cx="53651" cy="90109"/>
            </a:xfrm>
            <a:custGeom>
              <a:avLst/>
              <a:gdLst>
                <a:gd name="connsiteX0" fmla="*/ 1743 w 53651"/>
                <a:gd name="connsiteY0" fmla="*/ 79844 h 90109"/>
                <a:gd name="connsiteX1" fmla="*/ 21663 w 53651"/>
                <a:gd name="connsiteY1" fmla="*/ 79844 h 90109"/>
                <a:gd name="connsiteX2" fmla="*/ 21663 w 53651"/>
                <a:gd name="connsiteY2" fmla="*/ 11100 h 90109"/>
                <a:gd name="connsiteX3" fmla="*/ 0 w 53651"/>
                <a:gd name="connsiteY3" fmla="*/ 15450 h 90109"/>
                <a:gd name="connsiteX4" fmla="*/ 0 w 53651"/>
                <a:gd name="connsiteY4" fmla="*/ 4351 h 90109"/>
                <a:gd name="connsiteX5" fmla="*/ 21544 w 53651"/>
                <a:gd name="connsiteY5" fmla="*/ 0 h 90109"/>
                <a:gd name="connsiteX6" fmla="*/ 33732 w 53651"/>
                <a:gd name="connsiteY6" fmla="*/ 0 h 90109"/>
                <a:gd name="connsiteX7" fmla="*/ 33732 w 53651"/>
                <a:gd name="connsiteY7" fmla="*/ 79844 h 90109"/>
                <a:gd name="connsiteX8" fmla="*/ 53651 w 53651"/>
                <a:gd name="connsiteY8" fmla="*/ 79844 h 90109"/>
                <a:gd name="connsiteX9" fmla="*/ 53651 w 53651"/>
                <a:gd name="connsiteY9" fmla="*/ 90109 h 90109"/>
                <a:gd name="connsiteX10" fmla="*/ 1743 w 53651"/>
                <a:gd name="connsiteY10" fmla="*/ 90109 h 90109"/>
                <a:gd name="connsiteX11" fmla="*/ 1743 w 53651"/>
                <a:gd name="connsiteY11" fmla="*/ 79844 h 90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651" h="90109">
                  <a:moveTo>
                    <a:pt x="1743" y="79844"/>
                  </a:moveTo>
                  <a:lnTo>
                    <a:pt x="21663" y="79844"/>
                  </a:lnTo>
                  <a:lnTo>
                    <a:pt x="21663" y="11100"/>
                  </a:lnTo>
                  <a:lnTo>
                    <a:pt x="0" y="15450"/>
                  </a:lnTo>
                  <a:lnTo>
                    <a:pt x="0" y="4351"/>
                  </a:lnTo>
                  <a:lnTo>
                    <a:pt x="21544" y="0"/>
                  </a:lnTo>
                  <a:lnTo>
                    <a:pt x="33732" y="0"/>
                  </a:lnTo>
                  <a:lnTo>
                    <a:pt x="33732" y="79844"/>
                  </a:lnTo>
                  <a:lnTo>
                    <a:pt x="53651" y="79844"/>
                  </a:lnTo>
                  <a:lnTo>
                    <a:pt x="53651" y="90109"/>
                  </a:lnTo>
                  <a:lnTo>
                    <a:pt x="1743" y="90109"/>
                  </a:lnTo>
                  <a:lnTo>
                    <a:pt x="1743" y="79844"/>
                  </a:ln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3" name="Freeform 922">
              <a:extLst>
                <a:ext uri="{FF2B5EF4-FFF2-40B4-BE49-F238E27FC236}">
                  <a16:creationId xmlns:a16="http://schemas.microsoft.com/office/drawing/2014/main" id="{63FCC499-504D-4823-BD9F-E5F802223CD8}"/>
                </a:ext>
              </a:extLst>
            </p:cNvPr>
            <p:cNvSpPr/>
            <p:nvPr/>
          </p:nvSpPr>
          <p:spPr>
            <a:xfrm>
              <a:off x="7332725" y="4700741"/>
              <a:ext cx="12738" cy="15330"/>
            </a:xfrm>
            <a:custGeom>
              <a:avLst/>
              <a:gdLst>
                <a:gd name="connsiteX0" fmla="*/ 0 w 12738"/>
                <a:gd name="connsiteY0" fmla="*/ 0 h 15330"/>
                <a:gd name="connsiteX1" fmla="*/ 12739 w 12738"/>
                <a:gd name="connsiteY1" fmla="*/ 0 h 15330"/>
                <a:gd name="connsiteX2" fmla="*/ 12739 w 12738"/>
                <a:gd name="connsiteY2" fmla="*/ 15331 h 15330"/>
                <a:gd name="connsiteX3" fmla="*/ 0 w 12738"/>
                <a:gd name="connsiteY3" fmla="*/ 15331 h 15330"/>
                <a:gd name="connsiteX4" fmla="*/ 0 w 12738"/>
                <a:gd name="connsiteY4" fmla="*/ 0 h 15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38" h="15330">
                  <a:moveTo>
                    <a:pt x="0" y="0"/>
                  </a:moveTo>
                  <a:lnTo>
                    <a:pt x="12739" y="0"/>
                  </a:lnTo>
                  <a:lnTo>
                    <a:pt x="12739" y="15331"/>
                  </a:lnTo>
                  <a:lnTo>
                    <a:pt x="0" y="153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4" name="Freeform 923">
              <a:extLst>
                <a:ext uri="{FF2B5EF4-FFF2-40B4-BE49-F238E27FC236}">
                  <a16:creationId xmlns:a16="http://schemas.microsoft.com/office/drawing/2014/main" id="{7760CDCD-18EB-BA54-C3BB-A317FF2A8D96}"/>
                </a:ext>
              </a:extLst>
            </p:cNvPr>
            <p:cNvSpPr/>
            <p:nvPr/>
          </p:nvSpPr>
          <p:spPr>
            <a:xfrm>
              <a:off x="7366948" y="4624339"/>
              <a:ext cx="62277" cy="93476"/>
            </a:xfrm>
            <a:custGeom>
              <a:avLst/>
              <a:gdLst>
                <a:gd name="connsiteX0" fmla="*/ 31139 w 62277"/>
                <a:gd name="connsiteY0" fmla="*/ 9655 h 93476"/>
                <a:gd name="connsiteX1" fmla="*/ 16955 w 62277"/>
                <a:gd name="connsiteY1" fmla="*/ 18951 h 93476"/>
                <a:gd name="connsiteX2" fmla="*/ 12247 w 62277"/>
                <a:gd name="connsiteY2" fmla="*/ 46768 h 93476"/>
                <a:gd name="connsiteX3" fmla="*/ 16955 w 62277"/>
                <a:gd name="connsiteY3" fmla="*/ 74599 h 93476"/>
                <a:gd name="connsiteX4" fmla="*/ 31139 w 62277"/>
                <a:gd name="connsiteY4" fmla="*/ 83822 h 93476"/>
                <a:gd name="connsiteX5" fmla="*/ 45323 w 62277"/>
                <a:gd name="connsiteY5" fmla="*/ 74599 h 93476"/>
                <a:gd name="connsiteX6" fmla="*/ 50091 w 62277"/>
                <a:gd name="connsiteY6" fmla="*/ 46768 h 93476"/>
                <a:gd name="connsiteX7" fmla="*/ 45323 w 62277"/>
                <a:gd name="connsiteY7" fmla="*/ 18951 h 93476"/>
                <a:gd name="connsiteX8" fmla="*/ 31139 w 62277"/>
                <a:gd name="connsiteY8" fmla="*/ 9655 h 93476"/>
                <a:gd name="connsiteX9" fmla="*/ 31139 w 62277"/>
                <a:gd name="connsiteY9" fmla="*/ 0 h 93476"/>
                <a:gd name="connsiteX10" fmla="*/ 54262 w 62277"/>
                <a:gd name="connsiteY10" fmla="*/ 12008 h 93476"/>
                <a:gd name="connsiteX11" fmla="*/ 62278 w 62277"/>
                <a:gd name="connsiteY11" fmla="*/ 46768 h 93476"/>
                <a:gd name="connsiteX12" fmla="*/ 54262 w 62277"/>
                <a:gd name="connsiteY12" fmla="*/ 81527 h 93476"/>
                <a:gd name="connsiteX13" fmla="*/ 31139 w 62277"/>
                <a:gd name="connsiteY13" fmla="*/ 93476 h 93476"/>
                <a:gd name="connsiteX14" fmla="*/ 7971 w 62277"/>
                <a:gd name="connsiteY14" fmla="*/ 81527 h 93476"/>
                <a:gd name="connsiteX15" fmla="*/ 0 w 62277"/>
                <a:gd name="connsiteY15" fmla="*/ 46768 h 93476"/>
                <a:gd name="connsiteX16" fmla="*/ 7971 w 62277"/>
                <a:gd name="connsiteY16" fmla="*/ 12008 h 93476"/>
                <a:gd name="connsiteX17" fmla="*/ 31139 w 62277"/>
                <a:gd name="connsiteY17" fmla="*/ 0 h 93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277" h="93476">
                  <a:moveTo>
                    <a:pt x="31139" y="9655"/>
                  </a:moveTo>
                  <a:cubicBezTo>
                    <a:pt x="24867" y="9655"/>
                    <a:pt x="20129" y="12753"/>
                    <a:pt x="16955" y="18951"/>
                  </a:cubicBezTo>
                  <a:cubicBezTo>
                    <a:pt x="13811" y="25105"/>
                    <a:pt x="12247" y="34372"/>
                    <a:pt x="12247" y="46768"/>
                  </a:cubicBezTo>
                  <a:cubicBezTo>
                    <a:pt x="12247" y="59119"/>
                    <a:pt x="13811" y="68401"/>
                    <a:pt x="16955" y="74599"/>
                  </a:cubicBezTo>
                  <a:cubicBezTo>
                    <a:pt x="20129" y="80752"/>
                    <a:pt x="24867" y="83822"/>
                    <a:pt x="31139" y="83822"/>
                  </a:cubicBezTo>
                  <a:cubicBezTo>
                    <a:pt x="37456" y="83822"/>
                    <a:pt x="42179" y="80752"/>
                    <a:pt x="45323" y="74599"/>
                  </a:cubicBezTo>
                  <a:cubicBezTo>
                    <a:pt x="48496" y="68401"/>
                    <a:pt x="50091" y="59119"/>
                    <a:pt x="50091" y="46768"/>
                  </a:cubicBezTo>
                  <a:cubicBezTo>
                    <a:pt x="50091" y="34372"/>
                    <a:pt x="48496" y="25105"/>
                    <a:pt x="45323" y="18951"/>
                  </a:cubicBezTo>
                  <a:cubicBezTo>
                    <a:pt x="42179" y="12753"/>
                    <a:pt x="37456" y="9655"/>
                    <a:pt x="31139" y="9655"/>
                  </a:cubicBezTo>
                  <a:moveTo>
                    <a:pt x="31139" y="0"/>
                  </a:moveTo>
                  <a:cubicBezTo>
                    <a:pt x="41241" y="0"/>
                    <a:pt x="48943" y="4008"/>
                    <a:pt x="54262" y="12008"/>
                  </a:cubicBezTo>
                  <a:cubicBezTo>
                    <a:pt x="59611" y="19980"/>
                    <a:pt x="62278" y="31556"/>
                    <a:pt x="62278" y="46768"/>
                  </a:cubicBezTo>
                  <a:cubicBezTo>
                    <a:pt x="62278" y="61935"/>
                    <a:pt x="59611" y="73526"/>
                    <a:pt x="54262" y="81527"/>
                  </a:cubicBezTo>
                  <a:cubicBezTo>
                    <a:pt x="48943" y="89498"/>
                    <a:pt x="41241" y="93476"/>
                    <a:pt x="31139" y="93476"/>
                  </a:cubicBezTo>
                  <a:cubicBezTo>
                    <a:pt x="21038" y="93476"/>
                    <a:pt x="13320" y="89498"/>
                    <a:pt x="7971" y="81527"/>
                  </a:cubicBezTo>
                  <a:cubicBezTo>
                    <a:pt x="2652" y="73526"/>
                    <a:pt x="0" y="61935"/>
                    <a:pt x="0" y="46768"/>
                  </a:cubicBezTo>
                  <a:cubicBezTo>
                    <a:pt x="0" y="31556"/>
                    <a:pt x="2652" y="19980"/>
                    <a:pt x="7971" y="12008"/>
                  </a:cubicBezTo>
                  <a:cubicBezTo>
                    <a:pt x="13320" y="4008"/>
                    <a:pt x="21038" y="0"/>
                    <a:pt x="31139" y="0"/>
                  </a:cubicBez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5" name="Freeform 924">
              <a:extLst>
                <a:ext uri="{FF2B5EF4-FFF2-40B4-BE49-F238E27FC236}">
                  <a16:creationId xmlns:a16="http://schemas.microsoft.com/office/drawing/2014/main" id="{E4F17767-E6AD-1D39-4F23-60B52E638BC9}"/>
                </a:ext>
              </a:extLst>
            </p:cNvPr>
            <p:cNvSpPr/>
            <p:nvPr/>
          </p:nvSpPr>
          <p:spPr>
            <a:xfrm>
              <a:off x="5843781" y="4792742"/>
              <a:ext cx="71187" cy="64765"/>
            </a:xfrm>
            <a:custGeom>
              <a:avLst/>
              <a:gdLst>
                <a:gd name="connsiteX0" fmla="*/ 71187 w 71187"/>
                <a:gd name="connsiteY0" fmla="*/ 9416 h 64765"/>
                <a:gd name="connsiteX1" fmla="*/ 68744 w 71187"/>
                <a:gd name="connsiteY1" fmla="*/ 15554 h 64765"/>
                <a:gd name="connsiteX2" fmla="*/ 63499 w 71187"/>
                <a:gd name="connsiteY2" fmla="*/ 17730 h 64765"/>
                <a:gd name="connsiteX3" fmla="*/ 59462 w 71187"/>
                <a:gd name="connsiteY3" fmla="*/ 16195 h 64765"/>
                <a:gd name="connsiteX4" fmla="*/ 58061 w 71187"/>
                <a:gd name="connsiteY4" fmla="*/ 12694 h 64765"/>
                <a:gd name="connsiteX5" fmla="*/ 60013 w 71187"/>
                <a:gd name="connsiteY5" fmla="*/ 7747 h 64765"/>
                <a:gd name="connsiteX6" fmla="*/ 64900 w 71187"/>
                <a:gd name="connsiteY6" fmla="*/ 4946 h 64765"/>
                <a:gd name="connsiteX7" fmla="*/ 57778 w 71187"/>
                <a:gd name="connsiteY7" fmla="*/ 3144 h 64765"/>
                <a:gd name="connsiteX8" fmla="*/ 52549 w 71187"/>
                <a:gd name="connsiteY8" fmla="*/ 4604 h 64765"/>
                <a:gd name="connsiteX9" fmla="*/ 48705 w 71187"/>
                <a:gd name="connsiteY9" fmla="*/ 7956 h 64765"/>
                <a:gd name="connsiteX10" fmla="*/ 46053 w 71187"/>
                <a:gd name="connsiteY10" fmla="*/ 12560 h 64765"/>
                <a:gd name="connsiteX11" fmla="*/ 44384 w 71187"/>
                <a:gd name="connsiteY11" fmla="*/ 16821 h 64765"/>
                <a:gd name="connsiteX12" fmla="*/ 43609 w 71187"/>
                <a:gd name="connsiteY12" fmla="*/ 20024 h 64765"/>
                <a:gd name="connsiteX13" fmla="*/ 38722 w 71187"/>
                <a:gd name="connsiteY13" fmla="*/ 39572 h 64765"/>
                <a:gd name="connsiteX14" fmla="*/ 36354 w 71187"/>
                <a:gd name="connsiteY14" fmla="*/ 52132 h 64765"/>
                <a:gd name="connsiteX15" fmla="*/ 38305 w 71187"/>
                <a:gd name="connsiteY15" fmla="*/ 58910 h 64765"/>
                <a:gd name="connsiteX16" fmla="*/ 44176 w 71187"/>
                <a:gd name="connsiteY16" fmla="*/ 61563 h 64765"/>
                <a:gd name="connsiteX17" fmla="*/ 47453 w 71187"/>
                <a:gd name="connsiteY17" fmla="*/ 61130 h 64765"/>
                <a:gd name="connsiteX18" fmla="*/ 51431 w 71187"/>
                <a:gd name="connsiteY18" fmla="*/ 59387 h 64765"/>
                <a:gd name="connsiteX19" fmla="*/ 55752 w 71187"/>
                <a:gd name="connsiteY19" fmla="*/ 56109 h 64765"/>
                <a:gd name="connsiteX20" fmla="*/ 59879 w 71187"/>
                <a:gd name="connsiteY20" fmla="*/ 50671 h 64765"/>
                <a:gd name="connsiteX21" fmla="*/ 63231 w 71187"/>
                <a:gd name="connsiteY21" fmla="*/ 42849 h 64765"/>
                <a:gd name="connsiteX22" fmla="*/ 65049 w 71187"/>
                <a:gd name="connsiteY22" fmla="*/ 41315 h 64765"/>
                <a:gd name="connsiteX23" fmla="*/ 66792 w 71187"/>
                <a:gd name="connsiteY23" fmla="*/ 42715 h 64765"/>
                <a:gd name="connsiteX24" fmla="*/ 65809 w 71187"/>
                <a:gd name="connsiteY24" fmla="*/ 46410 h 64765"/>
                <a:gd name="connsiteX25" fmla="*/ 62874 w 71187"/>
                <a:gd name="connsiteY25" fmla="*/ 52057 h 64765"/>
                <a:gd name="connsiteX26" fmla="*/ 58344 w 71187"/>
                <a:gd name="connsiteY26" fmla="*/ 58061 h 64765"/>
                <a:gd name="connsiteX27" fmla="*/ 51923 w 71187"/>
                <a:gd name="connsiteY27" fmla="*/ 62814 h 64765"/>
                <a:gd name="connsiteX28" fmla="*/ 43893 w 71187"/>
                <a:gd name="connsiteY28" fmla="*/ 64766 h 64765"/>
                <a:gd name="connsiteX29" fmla="*/ 33910 w 71187"/>
                <a:gd name="connsiteY29" fmla="*/ 61563 h 64765"/>
                <a:gd name="connsiteX30" fmla="*/ 28472 w 71187"/>
                <a:gd name="connsiteY30" fmla="*/ 53875 h 64765"/>
                <a:gd name="connsiteX31" fmla="*/ 27638 w 71187"/>
                <a:gd name="connsiteY31" fmla="*/ 55350 h 64765"/>
                <a:gd name="connsiteX32" fmla="*/ 25671 w 71187"/>
                <a:gd name="connsiteY32" fmla="*/ 58061 h 64765"/>
                <a:gd name="connsiteX33" fmla="*/ 22676 w 71187"/>
                <a:gd name="connsiteY33" fmla="*/ 61280 h 64765"/>
                <a:gd name="connsiteX34" fmla="*/ 18564 w 71187"/>
                <a:gd name="connsiteY34" fmla="*/ 63648 h 64765"/>
                <a:gd name="connsiteX35" fmla="*/ 13469 w 71187"/>
                <a:gd name="connsiteY35" fmla="*/ 64766 h 64765"/>
                <a:gd name="connsiteX36" fmla="*/ 7107 w 71187"/>
                <a:gd name="connsiteY36" fmla="*/ 63782 h 64765"/>
                <a:gd name="connsiteX37" fmla="*/ 2086 w 71187"/>
                <a:gd name="connsiteY37" fmla="*/ 60579 h 64765"/>
                <a:gd name="connsiteX38" fmla="*/ 0 w 71187"/>
                <a:gd name="connsiteY38" fmla="*/ 55275 h 64765"/>
                <a:gd name="connsiteX39" fmla="*/ 2295 w 71187"/>
                <a:gd name="connsiteY39" fmla="*/ 49479 h 64765"/>
                <a:gd name="connsiteX40" fmla="*/ 7882 w 71187"/>
                <a:gd name="connsiteY40" fmla="*/ 47036 h 64765"/>
                <a:gd name="connsiteX41" fmla="*/ 11502 w 71187"/>
                <a:gd name="connsiteY41" fmla="*/ 48228 h 64765"/>
                <a:gd name="connsiteX42" fmla="*/ 13186 w 71187"/>
                <a:gd name="connsiteY42" fmla="*/ 51997 h 64765"/>
                <a:gd name="connsiteX43" fmla="*/ 11234 w 71187"/>
                <a:gd name="connsiteY43" fmla="*/ 57018 h 64765"/>
                <a:gd name="connsiteX44" fmla="*/ 6481 w 71187"/>
                <a:gd name="connsiteY44" fmla="*/ 59745 h 64765"/>
                <a:gd name="connsiteX45" fmla="*/ 13603 w 71187"/>
                <a:gd name="connsiteY45" fmla="*/ 61563 h 64765"/>
                <a:gd name="connsiteX46" fmla="*/ 21842 w 71187"/>
                <a:gd name="connsiteY46" fmla="*/ 57510 h 64765"/>
                <a:gd name="connsiteX47" fmla="*/ 27220 w 71187"/>
                <a:gd name="connsiteY47" fmla="*/ 46693 h 64765"/>
                <a:gd name="connsiteX48" fmla="*/ 33210 w 71187"/>
                <a:gd name="connsiteY48" fmla="*/ 23168 h 64765"/>
                <a:gd name="connsiteX49" fmla="*/ 34893 w 71187"/>
                <a:gd name="connsiteY49" fmla="*/ 12694 h 64765"/>
                <a:gd name="connsiteX50" fmla="*/ 34119 w 71187"/>
                <a:gd name="connsiteY50" fmla="*/ 7747 h 64765"/>
                <a:gd name="connsiteX51" fmla="*/ 32033 w 71187"/>
                <a:gd name="connsiteY51" fmla="*/ 4812 h 64765"/>
                <a:gd name="connsiteX52" fmla="*/ 29589 w 71187"/>
                <a:gd name="connsiteY52" fmla="*/ 3486 h 64765"/>
                <a:gd name="connsiteX53" fmla="*/ 27220 w 71187"/>
                <a:gd name="connsiteY53" fmla="*/ 3144 h 64765"/>
                <a:gd name="connsiteX54" fmla="*/ 22751 w 71187"/>
                <a:gd name="connsiteY54" fmla="*/ 3978 h 64765"/>
                <a:gd name="connsiteX55" fmla="*/ 17655 w 71187"/>
                <a:gd name="connsiteY55" fmla="*/ 6764 h 64765"/>
                <a:gd name="connsiteX56" fmla="*/ 12351 w 71187"/>
                <a:gd name="connsiteY56" fmla="*/ 12560 h 64765"/>
                <a:gd name="connsiteX57" fmla="*/ 8016 w 71187"/>
                <a:gd name="connsiteY57" fmla="*/ 21842 h 64765"/>
                <a:gd name="connsiteX58" fmla="*/ 6138 w 71187"/>
                <a:gd name="connsiteY58" fmla="*/ 23451 h 64765"/>
                <a:gd name="connsiteX59" fmla="*/ 4455 w 71187"/>
                <a:gd name="connsiteY59" fmla="*/ 21976 h 64765"/>
                <a:gd name="connsiteX60" fmla="*/ 5364 w 71187"/>
                <a:gd name="connsiteY60" fmla="*/ 18355 h 64765"/>
                <a:gd name="connsiteX61" fmla="*/ 8299 w 71187"/>
                <a:gd name="connsiteY61" fmla="*/ 12694 h 64765"/>
                <a:gd name="connsiteX62" fmla="*/ 12903 w 71187"/>
                <a:gd name="connsiteY62" fmla="*/ 6764 h 64765"/>
                <a:gd name="connsiteX63" fmla="*/ 19399 w 71187"/>
                <a:gd name="connsiteY63" fmla="*/ 1952 h 64765"/>
                <a:gd name="connsiteX64" fmla="*/ 27489 w 71187"/>
                <a:gd name="connsiteY64" fmla="*/ 0 h 64765"/>
                <a:gd name="connsiteX65" fmla="*/ 31199 w 71187"/>
                <a:gd name="connsiteY65" fmla="*/ 417 h 64765"/>
                <a:gd name="connsiteX66" fmla="*/ 35311 w 71187"/>
                <a:gd name="connsiteY66" fmla="*/ 1818 h 64765"/>
                <a:gd name="connsiteX67" fmla="*/ 39631 w 71187"/>
                <a:gd name="connsiteY67" fmla="*/ 5155 h 64765"/>
                <a:gd name="connsiteX68" fmla="*/ 42924 w 71187"/>
                <a:gd name="connsiteY68" fmla="*/ 10817 h 64765"/>
                <a:gd name="connsiteX69" fmla="*/ 44876 w 71187"/>
                <a:gd name="connsiteY69" fmla="*/ 7673 h 64765"/>
                <a:gd name="connsiteX70" fmla="*/ 47870 w 71187"/>
                <a:gd name="connsiteY70" fmla="*/ 4261 h 64765"/>
                <a:gd name="connsiteX71" fmla="*/ 52340 w 71187"/>
                <a:gd name="connsiteY71" fmla="*/ 1177 h 64765"/>
                <a:gd name="connsiteX72" fmla="*/ 57927 w 71187"/>
                <a:gd name="connsiteY72" fmla="*/ 0 h 64765"/>
                <a:gd name="connsiteX73" fmla="*/ 63574 w 71187"/>
                <a:gd name="connsiteY73" fmla="*/ 760 h 64765"/>
                <a:gd name="connsiteX74" fmla="*/ 68744 w 71187"/>
                <a:gd name="connsiteY74" fmla="*/ 3769 h 64765"/>
                <a:gd name="connsiteX75" fmla="*/ 71187 w 71187"/>
                <a:gd name="connsiteY75" fmla="*/ 9416 h 64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71187" h="64765">
                  <a:moveTo>
                    <a:pt x="71187" y="9416"/>
                  </a:moveTo>
                  <a:cubicBezTo>
                    <a:pt x="71187" y="12023"/>
                    <a:pt x="70368" y="14079"/>
                    <a:pt x="68744" y="15554"/>
                  </a:cubicBezTo>
                  <a:cubicBezTo>
                    <a:pt x="67120" y="17000"/>
                    <a:pt x="65362" y="17730"/>
                    <a:pt x="63499" y="17730"/>
                  </a:cubicBezTo>
                  <a:cubicBezTo>
                    <a:pt x="61727" y="17730"/>
                    <a:pt x="60386" y="17223"/>
                    <a:pt x="59462" y="16195"/>
                  </a:cubicBezTo>
                  <a:cubicBezTo>
                    <a:pt x="58523" y="15167"/>
                    <a:pt x="58061" y="14005"/>
                    <a:pt x="58061" y="12694"/>
                  </a:cubicBezTo>
                  <a:cubicBezTo>
                    <a:pt x="58061" y="10921"/>
                    <a:pt x="58717" y="9282"/>
                    <a:pt x="60013" y="7747"/>
                  </a:cubicBezTo>
                  <a:cubicBezTo>
                    <a:pt x="61309" y="6213"/>
                    <a:pt x="62948" y="5274"/>
                    <a:pt x="64900" y="4946"/>
                  </a:cubicBezTo>
                  <a:cubicBezTo>
                    <a:pt x="62993" y="3740"/>
                    <a:pt x="60624" y="3144"/>
                    <a:pt x="57778" y="3144"/>
                  </a:cubicBezTo>
                  <a:cubicBezTo>
                    <a:pt x="55916" y="3144"/>
                    <a:pt x="54173" y="3635"/>
                    <a:pt x="52549" y="4604"/>
                  </a:cubicBezTo>
                  <a:cubicBezTo>
                    <a:pt x="50970" y="5572"/>
                    <a:pt x="49688" y="6690"/>
                    <a:pt x="48705" y="7956"/>
                  </a:cubicBezTo>
                  <a:cubicBezTo>
                    <a:pt x="47781" y="9207"/>
                    <a:pt x="46902" y="10742"/>
                    <a:pt x="46053" y="12560"/>
                  </a:cubicBezTo>
                  <a:cubicBezTo>
                    <a:pt x="45263" y="14333"/>
                    <a:pt x="44712" y="15748"/>
                    <a:pt x="44384" y="16821"/>
                  </a:cubicBezTo>
                  <a:cubicBezTo>
                    <a:pt x="44101" y="17849"/>
                    <a:pt x="43848" y="18907"/>
                    <a:pt x="43609" y="20024"/>
                  </a:cubicBezTo>
                  <a:lnTo>
                    <a:pt x="38722" y="39572"/>
                  </a:lnTo>
                  <a:cubicBezTo>
                    <a:pt x="37143" y="45755"/>
                    <a:pt x="36354" y="49941"/>
                    <a:pt x="36354" y="52132"/>
                  </a:cubicBezTo>
                  <a:cubicBezTo>
                    <a:pt x="36354" y="54828"/>
                    <a:pt x="37009" y="57093"/>
                    <a:pt x="38305" y="58910"/>
                  </a:cubicBezTo>
                  <a:cubicBezTo>
                    <a:pt x="39617" y="60684"/>
                    <a:pt x="41568" y="61563"/>
                    <a:pt x="44176" y="61563"/>
                  </a:cubicBezTo>
                  <a:cubicBezTo>
                    <a:pt x="45204" y="61563"/>
                    <a:pt x="46291" y="61414"/>
                    <a:pt x="47453" y="61130"/>
                  </a:cubicBezTo>
                  <a:cubicBezTo>
                    <a:pt x="48615" y="60818"/>
                    <a:pt x="49941" y="60236"/>
                    <a:pt x="51431" y="59387"/>
                  </a:cubicBezTo>
                  <a:cubicBezTo>
                    <a:pt x="52966" y="58508"/>
                    <a:pt x="54411" y="57406"/>
                    <a:pt x="55752" y="56109"/>
                  </a:cubicBezTo>
                  <a:cubicBezTo>
                    <a:pt x="57152" y="54754"/>
                    <a:pt x="58523" y="52951"/>
                    <a:pt x="59879" y="50671"/>
                  </a:cubicBezTo>
                  <a:cubicBezTo>
                    <a:pt x="61235" y="48392"/>
                    <a:pt x="62352" y="45785"/>
                    <a:pt x="63231" y="42849"/>
                  </a:cubicBezTo>
                  <a:cubicBezTo>
                    <a:pt x="63514" y="41821"/>
                    <a:pt x="64110" y="41315"/>
                    <a:pt x="65049" y="41315"/>
                  </a:cubicBezTo>
                  <a:cubicBezTo>
                    <a:pt x="66211" y="41315"/>
                    <a:pt x="66792" y="41777"/>
                    <a:pt x="66792" y="42715"/>
                  </a:cubicBezTo>
                  <a:cubicBezTo>
                    <a:pt x="66792" y="43505"/>
                    <a:pt x="66464" y="44727"/>
                    <a:pt x="65809" y="46410"/>
                  </a:cubicBezTo>
                  <a:cubicBezTo>
                    <a:pt x="65198" y="48034"/>
                    <a:pt x="64229" y="49927"/>
                    <a:pt x="62874" y="52057"/>
                  </a:cubicBezTo>
                  <a:cubicBezTo>
                    <a:pt x="61578" y="54158"/>
                    <a:pt x="60058" y="56154"/>
                    <a:pt x="58344" y="58061"/>
                  </a:cubicBezTo>
                  <a:cubicBezTo>
                    <a:pt x="56616" y="59924"/>
                    <a:pt x="54471" y="61518"/>
                    <a:pt x="51923" y="62814"/>
                  </a:cubicBezTo>
                  <a:cubicBezTo>
                    <a:pt x="49360" y="64110"/>
                    <a:pt x="46679" y="64766"/>
                    <a:pt x="43893" y="64766"/>
                  </a:cubicBezTo>
                  <a:cubicBezTo>
                    <a:pt x="39885" y="64766"/>
                    <a:pt x="36562" y="63693"/>
                    <a:pt x="33910" y="61563"/>
                  </a:cubicBezTo>
                  <a:cubicBezTo>
                    <a:pt x="31258" y="59417"/>
                    <a:pt x="29440" y="56854"/>
                    <a:pt x="28472" y="53875"/>
                  </a:cubicBezTo>
                  <a:cubicBezTo>
                    <a:pt x="28234" y="54292"/>
                    <a:pt x="27951" y="54783"/>
                    <a:pt x="27638" y="55350"/>
                  </a:cubicBezTo>
                  <a:cubicBezTo>
                    <a:pt x="27310" y="55901"/>
                    <a:pt x="26654" y="56810"/>
                    <a:pt x="25671" y="58061"/>
                  </a:cubicBezTo>
                  <a:cubicBezTo>
                    <a:pt x="24747" y="59268"/>
                    <a:pt x="23749" y="60341"/>
                    <a:pt x="22676" y="61280"/>
                  </a:cubicBezTo>
                  <a:cubicBezTo>
                    <a:pt x="21604" y="62159"/>
                    <a:pt x="20233" y="62948"/>
                    <a:pt x="18564" y="63648"/>
                  </a:cubicBezTo>
                  <a:cubicBezTo>
                    <a:pt x="16940" y="64393"/>
                    <a:pt x="15242" y="64766"/>
                    <a:pt x="13469" y="64766"/>
                  </a:cubicBezTo>
                  <a:cubicBezTo>
                    <a:pt x="11234" y="64766"/>
                    <a:pt x="9118" y="64438"/>
                    <a:pt x="7107" y="63782"/>
                  </a:cubicBezTo>
                  <a:cubicBezTo>
                    <a:pt x="5155" y="63142"/>
                    <a:pt x="3486" y="62069"/>
                    <a:pt x="2086" y="60579"/>
                  </a:cubicBezTo>
                  <a:cubicBezTo>
                    <a:pt x="700" y="59089"/>
                    <a:pt x="0" y="57316"/>
                    <a:pt x="0" y="55275"/>
                  </a:cubicBezTo>
                  <a:cubicBezTo>
                    <a:pt x="0" y="52996"/>
                    <a:pt x="760" y="51059"/>
                    <a:pt x="2295" y="49479"/>
                  </a:cubicBezTo>
                  <a:cubicBezTo>
                    <a:pt x="3874" y="47856"/>
                    <a:pt x="5736" y="47036"/>
                    <a:pt x="7882" y="47036"/>
                  </a:cubicBezTo>
                  <a:cubicBezTo>
                    <a:pt x="9237" y="47036"/>
                    <a:pt x="10444" y="47438"/>
                    <a:pt x="11502" y="48228"/>
                  </a:cubicBezTo>
                  <a:cubicBezTo>
                    <a:pt x="12620" y="49018"/>
                    <a:pt x="13186" y="50269"/>
                    <a:pt x="13186" y="51997"/>
                  </a:cubicBezTo>
                  <a:cubicBezTo>
                    <a:pt x="13186" y="53904"/>
                    <a:pt x="12530" y="55573"/>
                    <a:pt x="11234" y="57018"/>
                  </a:cubicBezTo>
                  <a:cubicBezTo>
                    <a:pt x="9938" y="58464"/>
                    <a:pt x="8344" y="59372"/>
                    <a:pt x="6481" y="59745"/>
                  </a:cubicBezTo>
                  <a:cubicBezTo>
                    <a:pt x="8388" y="60952"/>
                    <a:pt x="10757" y="61563"/>
                    <a:pt x="13603" y="61563"/>
                  </a:cubicBezTo>
                  <a:cubicBezTo>
                    <a:pt x="16672" y="61563"/>
                    <a:pt x="19413" y="60207"/>
                    <a:pt x="21842" y="57510"/>
                  </a:cubicBezTo>
                  <a:cubicBezTo>
                    <a:pt x="24256" y="54813"/>
                    <a:pt x="26044" y="51208"/>
                    <a:pt x="27220" y="46693"/>
                  </a:cubicBezTo>
                  <a:cubicBezTo>
                    <a:pt x="30096" y="35847"/>
                    <a:pt x="32092" y="28010"/>
                    <a:pt x="33210" y="23168"/>
                  </a:cubicBezTo>
                  <a:cubicBezTo>
                    <a:pt x="34327" y="18281"/>
                    <a:pt x="34893" y="14795"/>
                    <a:pt x="34893" y="12694"/>
                  </a:cubicBezTo>
                  <a:cubicBezTo>
                    <a:pt x="34893" y="10742"/>
                    <a:pt x="34640" y="9103"/>
                    <a:pt x="34119" y="7747"/>
                  </a:cubicBezTo>
                  <a:cubicBezTo>
                    <a:pt x="33612" y="6392"/>
                    <a:pt x="32912" y="5423"/>
                    <a:pt x="32033" y="4812"/>
                  </a:cubicBezTo>
                  <a:cubicBezTo>
                    <a:pt x="31184" y="4157"/>
                    <a:pt x="30379" y="3710"/>
                    <a:pt x="29589" y="3486"/>
                  </a:cubicBezTo>
                  <a:cubicBezTo>
                    <a:pt x="28844" y="3263"/>
                    <a:pt x="28055" y="3144"/>
                    <a:pt x="27220" y="3144"/>
                  </a:cubicBezTo>
                  <a:cubicBezTo>
                    <a:pt x="25820" y="3144"/>
                    <a:pt x="24330" y="3427"/>
                    <a:pt x="22751" y="3978"/>
                  </a:cubicBezTo>
                  <a:cubicBezTo>
                    <a:pt x="21216" y="4529"/>
                    <a:pt x="19518" y="5468"/>
                    <a:pt x="17655" y="6764"/>
                  </a:cubicBezTo>
                  <a:cubicBezTo>
                    <a:pt x="15838" y="8031"/>
                    <a:pt x="14065" y="9952"/>
                    <a:pt x="12351" y="12560"/>
                  </a:cubicBezTo>
                  <a:cubicBezTo>
                    <a:pt x="10623" y="15167"/>
                    <a:pt x="9178" y="18251"/>
                    <a:pt x="8016" y="21842"/>
                  </a:cubicBezTo>
                  <a:cubicBezTo>
                    <a:pt x="7792" y="22915"/>
                    <a:pt x="7166" y="23451"/>
                    <a:pt x="6138" y="23451"/>
                  </a:cubicBezTo>
                  <a:cubicBezTo>
                    <a:pt x="5021" y="23406"/>
                    <a:pt x="4455" y="22915"/>
                    <a:pt x="4455" y="21976"/>
                  </a:cubicBezTo>
                  <a:cubicBezTo>
                    <a:pt x="4455" y="21186"/>
                    <a:pt x="4753" y="19979"/>
                    <a:pt x="5364" y="18355"/>
                  </a:cubicBezTo>
                  <a:cubicBezTo>
                    <a:pt x="6019" y="16672"/>
                    <a:pt x="7003" y="14795"/>
                    <a:pt x="8299" y="12694"/>
                  </a:cubicBezTo>
                  <a:cubicBezTo>
                    <a:pt x="9655" y="10608"/>
                    <a:pt x="11189" y="8626"/>
                    <a:pt x="12903" y="6764"/>
                  </a:cubicBezTo>
                  <a:cubicBezTo>
                    <a:pt x="14676" y="4857"/>
                    <a:pt x="16836" y="3248"/>
                    <a:pt x="19399" y="1952"/>
                  </a:cubicBezTo>
                  <a:cubicBezTo>
                    <a:pt x="22006" y="655"/>
                    <a:pt x="24703" y="0"/>
                    <a:pt x="27489" y="0"/>
                  </a:cubicBezTo>
                  <a:cubicBezTo>
                    <a:pt x="28755" y="0"/>
                    <a:pt x="29992" y="134"/>
                    <a:pt x="31199" y="417"/>
                  </a:cubicBezTo>
                  <a:cubicBezTo>
                    <a:pt x="32450" y="641"/>
                    <a:pt x="33821" y="1117"/>
                    <a:pt x="35311" y="1818"/>
                  </a:cubicBezTo>
                  <a:cubicBezTo>
                    <a:pt x="36845" y="2518"/>
                    <a:pt x="38276" y="3620"/>
                    <a:pt x="39631" y="5155"/>
                  </a:cubicBezTo>
                  <a:cubicBezTo>
                    <a:pt x="40987" y="6690"/>
                    <a:pt x="42075" y="8582"/>
                    <a:pt x="42924" y="10817"/>
                  </a:cubicBezTo>
                  <a:cubicBezTo>
                    <a:pt x="43475" y="9744"/>
                    <a:pt x="44131" y="8701"/>
                    <a:pt x="44876" y="7673"/>
                  </a:cubicBezTo>
                  <a:cubicBezTo>
                    <a:pt x="45665" y="6645"/>
                    <a:pt x="46664" y="5513"/>
                    <a:pt x="47870" y="4261"/>
                  </a:cubicBezTo>
                  <a:cubicBezTo>
                    <a:pt x="49137" y="2950"/>
                    <a:pt x="50627" y="1922"/>
                    <a:pt x="52340" y="1177"/>
                  </a:cubicBezTo>
                  <a:cubicBezTo>
                    <a:pt x="54113" y="387"/>
                    <a:pt x="55976" y="0"/>
                    <a:pt x="57927" y="0"/>
                  </a:cubicBezTo>
                  <a:cubicBezTo>
                    <a:pt x="59834" y="0"/>
                    <a:pt x="61712" y="253"/>
                    <a:pt x="63574" y="760"/>
                  </a:cubicBezTo>
                  <a:cubicBezTo>
                    <a:pt x="65436" y="1222"/>
                    <a:pt x="67165" y="2235"/>
                    <a:pt x="68744" y="3769"/>
                  </a:cubicBezTo>
                  <a:cubicBezTo>
                    <a:pt x="70368" y="5259"/>
                    <a:pt x="71187" y="7136"/>
                    <a:pt x="71187" y="9416"/>
                  </a:cubicBez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6" name="Freeform 925">
              <a:extLst>
                <a:ext uri="{FF2B5EF4-FFF2-40B4-BE49-F238E27FC236}">
                  <a16:creationId xmlns:a16="http://schemas.microsoft.com/office/drawing/2014/main" id="{2C9FB02D-4F0B-8C11-A769-3499B54B453F}"/>
                </a:ext>
              </a:extLst>
            </p:cNvPr>
            <p:cNvSpPr/>
            <p:nvPr/>
          </p:nvSpPr>
          <p:spPr>
            <a:xfrm>
              <a:off x="4339196" y="4330457"/>
              <a:ext cx="3090104" cy="1489"/>
            </a:xfrm>
            <a:custGeom>
              <a:avLst/>
              <a:gdLst>
                <a:gd name="connsiteX0" fmla="*/ 0 w 3090104"/>
                <a:gd name="connsiteY0" fmla="*/ 0 h 1489"/>
                <a:gd name="connsiteX1" fmla="*/ 3090104 w 3090104"/>
                <a:gd name="connsiteY1" fmla="*/ 0 h 1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90104" h="1489">
                  <a:moveTo>
                    <a:pt x="0" y="0"/>
                  </a:moveTo>
                  <a:lnTo>
                    <a:pt x="3090104" y="0"/>
                  </a:lnTo>
                </a:path>
              </a:pathLst>
            </a:custGeom>
            <a:noFill/>
            <a:ln w="2977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7" name="Freeform 926">
              <a:extLst>
                <a:ext uri="{FF2B5EF4-FFF2-40B4-BE49-F238E27FC236}">
                  <a16:creationId xmlns:a16="http://schemas.microsoft.com/office/drawing/2014/main" id="{809EE63D-CC93-DA6A-6D4C-2D0F9CD6812B}"/>
                </a:ext>
              </a:extLst>
            </p:cNvPr>
            <p:cNvSpPr/>
            <p:nvPr/>
          </p:nvSpPr>
          <p:spPr>
            <a:xfrm>
              <a:off x="4339196" y="4076012"/>
              <a:ext cx="3090104" cy="1489"/>
            </a:xfrm>
            <a:custGeom>
              <a:avLst/>
              <a:gdLst>
                <a:gd name="connsiteX0" fmla="*/ 0 w 3090104"/>
                <a:gd name="connsiteY0" fmla="*/ 0 h 1489"/>
                <a:gd name="connsiteX1" fmla="*/ 3090104 w 3090104"/>
                <a:gd name="connsiteY1" fmla="*/ 0 h 1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90104" h="1489">
                  <a:moveTo>
                    <a:pt x="0" y="0"/>
                  </a:moveTo>
                  <a:lnTo>
                    <a:pt x="3090104" y="0"/>
                  </a:lnTo>
                </a:path>
              </a:pathLst>
            </a:custGeom>
            <a:noFill/>
            <a:ln w="2977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8" name="Freeform 927">
              <a:extLst>
                <a:ext uri="{FF2B5EF4-FFF2-40B4-BE49-F238E27FC236}">
                  <a16:creationId xmlns:a16="http://schemas.microsoft.com/office/drawing/2014/main" id="{3D31D750-3C63-B106-1173-3B25AF5747F8}"/>
                </a:ext>
              </a:extLst>
            </p:cNvPr>
            <p:cNvSpPr/>
            <p:nvPr/>
          </p:nvSpPr>
          <p:spPr>
            <a:xfrm>
              <a:off x="4339196" y="3821573"/>
              <a:ext cx="3090104" cy="1489"/>
            </a:xfrm>
            <a:custGeom>
              <a:avLst/>
              <a:gdLst>
                <a:gd name="connsiteX0" fmla="*/ 0 w 3090104"/>
                <a:gd name="connsiteY0" fmla="*/ 0 h 1489"/>
                <a:gd name="connsiteX1" fmla="*/ 3090104 w 3090104"/>
                <a:gd name="connsiteY1" fmla="*/ 0 h 1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90104" h="1489">
                  <a:moveTo>
                    <a:pt x="0" y="0"/>
                  </a:moveTo>
                  <a:lnTo>
                    <a:pt x="3090104" y="0"/>
                  </a:lnTo>
                </a:path>
              </a:pathLst>
            </a:custGeom>
            <a:noFill/>
            <a:ln w="2977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9" name="Freeform 928">
              <a:extLst>
                <a:ext uri="{FF2B5EF4-FFF2-40B4-BE49-F238E27FC236}">
                  <a16:creationId xmlns:a16="http://schemas.microsoft.com/office/drawing/2014/main" id="{14500B81-8F98-1DCB-74D3-CAF1AAEDDACE}"/>
                </a:ext>
              </a:extLst>
            </p:cNvPr>
            <p:cNvSpPr/>
            <p:nvPr/>
          </p:nvSpPr>
          <p:spPr>
            <a:xfrm>
              <a:off x="4339196" y="3567134"/>
              <a:ext cx="3090104" cy="1489"/>
            </a:xfrm>
            <a:custGeom>
              <a:avLst/>
              <a:gdLst>
                <a:gd name="connsiteX0" fmla="*/ 0 w 3090104"/>
                <a:gd name="connsiteY0" fmla="*/ 0 h 1489"/>
                <a:gd name="connsiteX1" fmla="*/ 3090104 w 3090104"/>
                <a:gd name="connsiteY1" fmla="*/ 0 h 1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90104" h="1489">
                  <a:moveTo>
                    <a:pt x="0" y="0"/>
                  </a:moveTo>
                  <a:lnTo>
                    <a:pt x="3090104" y="0"/>
                  </a:lnTo>
                </a:path>
              </a:pathLst>
            </a:custGeom>
            <a:noFill/>
            <a:ln w="2977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0" name="Freeform 929">
              <a:extLst>
                <a:ext uri="{FF2B5EF4-FFF2-40B4-BE49-F238E27FC236}">
                  <a16:creationId xmlns:a16="http://schemas.microsoft.com/office/drawing/2014/main" id="{D6C2F9F4-3C6D-42C4-7AC5-98D09E5611F6}"/>
                </a:ext>
              </a:extLst>
            </p:cNvPr>
            <p:cNvSpPr/>
            <p:nvPr/>
          </p:nvSpPr>
          <p:spPr>
            <a:xfrm>
              <a:off x="4339196" y="3312694"/>
              <a:ext cx="3090104" cy="1489"/>
            </a:xfrm>
            <a:custGeom>
              <a:avLst/>
              <a:gdLst>
                <a:gd name="connsiteX0" fmla="*/ 0 w 3090104"/>
                <a:gd name="connsiteY0" fmla="*/ 0 h 1489"/>
                <a:gd name="connsiteX1" fmla="*/ 3090104 w 3090104"/>
                <a:gd name="connsiteY1" fmla="*/ 0 h 1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90104" h="1489">
                  <a:moveTo>
                    <a:pt x="0" y="0"/>
                  </a:moveTo>
                  <a:lnTo>
                    <a:pt x="3090104" y="0"/>
                  </a:lnTo>
                </a:path>
              </a:pathLst>
            </a:custGeom>
            <a:noFill/>
            <a:ln w="2977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1" name="Freeform 930">
              <a:extLst>
                <a:ext uri="{FF2B5EF4-FFF2-40B4-BE49-F238E27FC236}">
                  <a16:creationId xmlns:a16="http://schemas.microsoft.com/office/drawing/2014/main" id="{FA95959A-BC72-C10D-EA29-B61319EE4EC1}"/>
                </a:ext>
              </a:extLst>
            </p:cNvPr>
            <p:cNvSpPr/>
            <p:nvPr/>
          </p:nvSpPr>
          <p:spPr>
            <a:xfrm>
              <a:off x="4339196" y="3058255"/>
              <a:ext cx="3090104" cy="1489"/>
            </a:xfrm>
            <a:custGeom>
              <a:avLst/>
              <a:gdLst>
                <a:gd name="connsiteX0" fmla="*/ 0 w 3090104"/>
                <a:gd name="connsiteY0" fmla="*/ 0 h 1489"/>
                <a:gd name="connsiteX1" fmla="*/ 3090104 w 3090104"/>
                <a:gd name="connsiteY1" fmla="*/ 0 h 1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90104" h="1489">
                  <a:moveTo>
                    <a:pt x="0" y="0"/>
                  </a:moveTo>
                  <a:lnTo>
                    <a:pt x="3090104" y="0"/>
                  </a:lnTo>
                </a:path>
              </a:pathLst>
            </a:custGeom>
            <a:noFill/>
            <a:ln w="2977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2" name="Freeform 931">
              <a:extLst>
                <a:ext uri="{FF2B5EF4-FFF2-40B4-BE49-F238E27FC236}">
                  <a16:creationId xmlns:a16="http://schemas.microsoft.com/office/drawing/2014/main" id="{067DB1C1-CCF1-FF4A-ED34-FE94DDCA3811}"/>
                </a:ext>
              </a:extLst>
            </p:cNvPr>
            <p:cNvSpPr/>
            <p:nvPr/>
          </p:nvSpPr>
          <p:spPr>
            <a:xfrm>
              <a:off x="4339196" y="2803816"/>
              <a:ext cx="3090104" cy="1489"/>
            </a:xfrm>
            <a:custGeom>
              <a:avLst/>
              <a:gdLst>
                <a:gd name="connsiteX0" fmla="*/ 0 w 3090104"/>
                <a:gd name="connsiteY0" fmla="*/ 0 h 1489"/>
                <a:gd name="connsiteX1" fmla="*/ 3090104 w 3090104"/>
                <a:gd name="connsiteY1" fmla="*/ 0 h 1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90104" h="1489">
                  <a:moveTo>
                    <a:pt x="0" y="0"/>
                  </a:moveTo>
                  <a:lnTo>
                    <a:pt x="3090104" y="0"/>
                  </a:lnTo>
                </a:path>
              </a:pathLst>
            </a:custGeom>
            <a:noFill/>
            <a:ln w="2977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3" name="Freeform 932">
              <a:extLst>
                <a:ext uri="{FF2B5EF4-FFF2-40B4-BE49-F238E27FC236}">
                  <a16:creationId xmlns:a16="http://schemas.microsoft.com/office/drawing/2014/main" id="{7B7C84B6-72CC-B107-F8B2-C2D3CCB91614}"/>
                </a:ext>
              </a:extLst>
            </p:cNvPr>
            <p:cNvSpPr/>
            <p:nvPr/>
          </p:nvSpPr>
          <p:spPr>
            <a:xfrm>
              <a:off x="4339196" y="2595625"/>
              <a:ext cx="1489" cy="1979204"/>
            </a:xfrm>
            <a:custGeom>
              <a:avLst/>
              <a:gdLst>
                <a:gd name="connsiteX0" fmla="*/ 0 w 1489"/>
                <a:gd name="connsiteY0" fmla="*/ 1979204 h 1979204"/>
                <a:gd name="connsiteX1" fmla="*/ 0 w 1489"/>
                <a:gd name="connsiteY1" fmla="*/ 0 h 19792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89" h="1979204">
                  <a:moveTo>
                    <a:pt x="0" y="1979204"/>
                  </a:moveTo>
                  <a:lnTo>
                    <a:pt x="0" y="0"/>
                  </a:lnTo>
                </a:path>
              </a:pathLst>
            </a:custGeom>
            <a:noFill/>
            <a:ln w="595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4" name="Freeform 933">
              <a:extLst>
                <a:ext uri="{FF2B5EF4-FFF2-40B4-BE49-F238E27FC236}">
                  <a16:creationId xmlns:a16="http://schemas.microsoft.com/office/drawing/2014/main" id="{FDDAF0C5-403F-9CAA-9EE1-721C346CB73D}"/>
                </a:ext>
              </a:extLst>
            </p:cNvPr>
            <p:cNvSpPr/>
            <p:nvPr/>
          </p:nvSpPr>
          <p:spPr>
            <a:xfrm>
              <a:off x="4339196" y="4330457"/>
              <a:ext cx="28156" cy="1489"/>
            </a:xfrm>
            <a:custGeom>
              <a:avLst/>
              <a:gdLst>
                <a:gd name="connsiteX0" fmla="*/ 0 w 28156"/>
                <a:gd name="connsiteY0" fmla="*/ 0 h 1489"/>
                <a:gd name="connsiteX1" fmla="*/ 28156 w 28156"/>
                <a:gd name="connsiteY1" fmla="*/ 0 h 1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156" h="1489">
                  <a:moveTo>
                    <a:pt x="0" y="0"/>
                  </a:moveTo>
                  <a:lnTo>
                    <a:pt x="28156" y="0"/>
                  </a:lnTo>
                </a:path>
              </a:pathLst>
            </a:custGeom>
            <a:noFill/>
            <a:ln w="595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5" name="Freeform 934">
              <a:extLst>
                <a:ext uri="{FF2B5EF4-FFF2-40B4-BE49-F238E27FC236}">
                  <a16:creationId xmlns:a16="http://schemas.microsoft.com/office/drawing/2014/main" id="{BD2A54CB-32B3-DE42-4F29-90890ABFB306}"/>
                </a:ext>
              </a:extLst>
            </p:cNvPr>
            <p:cNvSpPr/>
            <p:nvPr/>
          </p:nvSpPr>
          <p:spPr>
            <a:xfrm>
              <a:off x="4339196" y="4076012"/>
              <a:ext cx="28156" cy="1489"/>
            </a:xfrm>
            <a:custGeom>
              <a:avLst/>
              <a:gdLst>
                <a:gd name="connsiteX0" fmla="*/ 0 w 28156"/>
                <a:gd name="connsiteY0" fmla="*/ 0 h 1489"/>
                <a:gd name="connsiteX1" fmla="*/ 28156 w 28156"/>
                <a:gd name="connsiteY1" fmla="*/ 0 h 1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156" h="1489">
                  <a:moveTo>
                    <a:pt x="0" y="0"/>
                  </a:moveTo>
                  <a:lnTo>
                    <a:pt x="28156" y="0"/>
                  </a:lnTo>
                </a:path>
              </a:pathLst>
            </a:custGeom>
            <a:noFill/>
            <a:ln w="595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6" name="Freeform 935">
              <a:extLst>
                <a:ext uri="{FF2B5EF4-FFF2-40B4-BE49-F238E27FC236}">
                  <a16:creationId xmlns:a16="http://schemas.microsoft.com/office/drawing/2014/main" id="{E565A968-337B-07A3-50C3-7D34E16BDE1C}"/>
                </a:ext>
              </a:extLst>
            </p:cNvPr>
            <p:cNvSpPr/>
            <p:nvPr/>
          </p:nvSpPr>
          <p:spPr>
            <a:xfrm>
              <a:off x="4339196" y="3821573"/>
              <a:ext cx="28156" cy="1489"/>
            </a:xfrm>
            <a:custGeom>
              <a:avLst/>
              <a:gdLst>
                <a:gd name="connsiteX0" fmla="*/ 0 w 28156"/>
                <a:gd name="connsiteY0" fmla="*/ 0 h 1489"/>
                <a:gd name="connsiteX1" fmla="*/ 28156 w 28156"/>
                <a:gd name="connsiteY1" fmla="*/ 0 h 1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156" h="1489">
                  <a:moveTo>
                    <a:pt x="0" y="0"/>
                  </a:moveTo>
                  <a:lnTo>
                    <a:pt x="28156" y="0"/>
                  </a:lnTo>
                </a:path>
              </a:pathLst>
            </a:custGeom>
            <a:noFill/>
            <a:ln w="595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7" name="Freeform 936">
              <a:extLst>
                <a:ext uri="{FF2B5EF4-FFF2-40B4-BE49-F238E27FC236}">
                  <a16:creationId xmlns:a16="http://schemas.microsoft.com/office/drawing/2014/main" id="{B5E1B9F9-4613-3356-C654-3F01D30B671A}"/>
                </a:ext>
              </a:extLst>
            </p:cNvPr>
            <p:cNvSpPr/>
            <p:nvPr/>
          </p:nvSpPr>
          <p:spPr>
            <a:xfrm>
              <a:off x="4339196" y="3567134"/>
              <a:ext cx="28156" cy="1489"/>
            </a:xfrm>
            <a:custGeom>
              <a:avLst/>
              <a:gdLst>
                <a:gd name="connsiteX0" fmla="*/ 0 w 28156"/>
                <a:gd name="connsiteY0" fmla="*/ 0 h 1489"/>
                <a:gd name="connsiteX1" fmla="*/ 28156 w 28156"/>
                <a:gd name="connsiteY1" fmla="*/ 0 h 1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156" h="1489">
                  <a:moveTo>
                    <a:pt x="0" y="0"/>
                  </a:moveTo>
                  <a:lnTo>
                    <a:pt x="28156" y="0"/>
                  </a:lnTo>
                </a:path>
              </a:pathLst>
            </a:custGeom>
            <a:noFill/>
            <a:ln w="595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8" name="Freeform 937">
              <a:extLst>
                <a:ext uri="{FF2B5EF4-FFF2-40B4-BE49-F238E27FC236}">
                  <a16:creationId xmlns:a16="http://schemas.microsoft.com/office/drawing/2014/main" id="{81D41B68-3A60-FF83-4126-4A5CF01A5F5B}"/>
                </a:ext>
              </a:extLst>
            </p:cNvPr>
            <p:cNvSpPr/>
            <p:nvPr/>
          </p:nvSpPr>
          <p:spPr>
            <a:xfrm>
              <a:off x="4339196" y="3312694"/>
              <a:ext cx="28156" cy="1489"/>
            </a:xfrm>
            <a:custGeom>
              <a:avLst/>
              <a:gdLst>
                <a:gd name="connsiteX0" fmla="*/ 0 w 28156"/>
                <a:gd name="connsiteY0" fmla="*/ 0 h 1489"/>
                <a:gd name="connsiteX1" fmla="*/ 28156 w 28156"/>
                <a:gd name="connsiteY1" fmla="*/ 0 h 1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156" h="1489">
                  <a:moveTo>
                    <a:pt x="0" y="0"/>
                  </a:moveTo>
                  <a:lnTo>
                    <a:pt x="28156" y="0"/>
                  </a:lnTo>
                </a:path>
              </a:pathLst>
            </a:custGeom>
            <a:noFill/>
            <a:ln w="595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9" name="Freeform 938">
              <a:extLst>
                <a:ext uri="{FF2B5EF4-FFF2-40B4-BE49-F238E27FC236}">
                  <a16:creationId xmlns:a16="http://schemas.microsoft.com/office/drawing/2014/main" id="{A28172F1-8979-88BF-EC55-7C705D00CE7E}"/>
                </a:ext>
              </a:extLst>
            </p:cNvPr>
            <p:cNvSpPr/>
            <p:nvPr/>
          </p:nvSpPr>
          <p:spPr>
            <a:xfrm>
              <a:off x="4339196" y="3058255"/>
              <a:ext cx="28156" cy="1489"/>
            </a:xfrm>
            <a:custGeom>
              <a:avLst/>
              <a:gdLst>
                <a:gd name="connsiteX0" fmla="*/ 0 w 28156"/>
                <a:gd name="connsiteY0" fmla="*/ 0 h 1489"/>
                <a:gd name="connsiteX1" fmla="*/ 28156 w 28156"/>
                <a:gd name="connsiteY1" fmla="*/ 0 h 1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156" h="1489">
                  <a:moveTo>
                    <a:pt x="0" y="0"/>
                  </a:moveTo>
                  <a:lnTo>
                    <a:pt x="28156" y="0"/>
                  </a:lnTo>
                </a:path>
              </a:pathLst>
            </a:custGeom>
            <a:noFill/>
            <a:ln w="595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0" name="Freeform 939">
              <a:extLst>
                <a:ext uri="{FF2B5EF4-FFF2-40B4-BE49-F238E27FC236}">
                  <a16:creationId xmlns:a16="http://schemas.microsoft.com/office/drawing/2014/main" id="{241461D2-0311-636B-C380-BA2DA8DE1998}"/>
                </a:ext>
              </a:extLst>
            </p:cNvPr>
            <p:cNvSpPr/>
            <p:nvPr/>
          </p:nvSpPr>
          <p:spPr>
            <a:xfrm>
              <a:off x="4339196" y="2803816"/>
              <a:ext cx="28156" cy="1489"/>
            </a:xfrm>
            <a:custGeom>
              <a:avLst/>
              <a:gdLst>
                <a:gd name="connsiteX0" fmla="*/ 0 w 28156"/>
                <a:gd name="connsiteY0" fmla="*/ 0 h 1489"/>
                <a:gd name="connsiteX1" fmla="*/ 28156 w 28156"/>
                <a:gd name="connsiteY1" fmla="*/ 0 h 1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156" h="1489">
                  <a:moveTo>
                    <a:pt x="0" y="0"/>
                  </a:moveTo>
                  <a:lnTo>
                    <a:pt x="28156" y="0"/>
                  </a:lnTo>
                </a:path>
              </a:pathLst>
            </a:custGeom>
            <a:noFill/>
            <a:ln w="5953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1" name="Freeform 940">
              <a:extLst>
                <a:ext uri="{FF2B5EF4-FFF2-40B4-BE49-F238E27FC236}">
                  <a16:creationId xmlns:a16="http://schemas.microsoft.com/office/drawing/2014/main" id="{18C7A477-FD48-F0BD-0E0B-14C69D2AC37E}"/>
                </a:ext>
              </a:extLst>
            </p:cNvPr>
            <p:cNvSpPr/>
            <p:nvPr/>
          </p:nvSpPr>
          <p:spPr>
            <a:xfrm>
              <a:off x="4126345" y="4331634"/>
              <a:ext cx="77374" cy="10250"/>
            </a:xfrm>
            <a:custGeom>
              <a:avLst/>
              <a:gdLst>
                <a:gd name="connsiteX0" fmla="*/ 0 w 77374"/>
                <a:gd name="connsiteY0" fmla="*/ 0 h 10250"/>
                <a:gd name="connsiteX1" fmla="*/ 77375 w 77374"/>
                <a:gd name="connsiteY1" fmla="*/ 0 h 10250"/>
                <a:gd name="connsiteX2" fmla="*/ 77375 w 77374"/>
                <a:gd name="connsiteY2" fmla="*/ 10251 h 10250"/>
                <a:gd name="connsiteX3" fmla="*/ 0 w 77374"/>
                <a:gd name="connsiteY3" fmla="*/ 10251 h 10250"/>
                <a:gd name="connsiteX4" fmla="*/ 0 w 77374"/>
                <a:gd name="connsiteY4" fmla="*/ 0 h 10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374" h="10250">
                  <a:moveTo>
                    <a:pt x="0" y="0"/>
                  </a:moveTo>
                  <a:lnTo>
                    <a:pt x="77375" y="0"/>
                  </a:lnTo>
                  <a:lnTo>
                    <a:pt x="77375" y="10251"/>
                  </a:lnTo>
                  <a:lnTo>
                    <a:pt x="0" y="102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2" name="Freeform 941">
              <a:extLst>
                <a:ext uri="{FF2B5EF4-FFF2-40B4-BE49-F238E27FC236}">
                  <a16:creationId xmlns:a16="http://schemas.microsoft.com/office/drawing/2014/main" id="{24202FC9-BE34-0DAD-6C1E-6E1AEFD4140B}"/>
                </a:ext>
              </a:extLst>
            </p:cNvPr>
            <p:cNvSpPr/>
            <p:nvPr/>
          </p:nvSpPr>
          <p:spPr>
            <a:xfrm>
              <a:off x="4226232" y="4283763"/>
              <a:ext cx="59327" cy="93491"/>
            </a:xfrm>
            <a:custGeom>
              <a:avLst/>
              <a:gdLst>
                <a:gd name="connsiteX0" fmla="*/ 40738 w 59327"/>
                <a:gd name="connsiteY0" fmla="*/ 43162 h 93491"/>
                <a:gd name="connsiteX1" fmla="*/ 54378 w 59327"/>
                <a:gd name="connsiteY1" fmla="*/ 50940 h 93491"/>
                <a:gd name="connsiteX2" fmla="*/ 59328 w 59327"/>
                <a:gd name="connsiteY2" fmla="*/ 65556 h 93491"/>
                <a:gd name="connsiteX3" fmla="*/ 50154 w 59327"/>
                <a:gd name="connsiteY3" fmla="*/ 86191 h 93491"/>
                <a:gd name="connsiteX4" fmla="*/ 24081 w 59327"/>
                <a:gd name="connsiteY4" fmla="*/ 93491 h 93491"/>
                <a:gd name="connsiteX5" fmla="*/ 12372 w 59327"/>
                <a:gd name="connsiteY5" fmla="*/ 92344 h 93491"/>
                <a:gd name="connsiteX6" fmla="*/ 0 w 59327"/>
                <a:gd name="connsiteY6" fmla="*/ 89021 h 93491"/>
                <a:gd name="connsiteX7" fmla="*/ 0 w 59327"/>
                <a:gd name="connsiteY7" fmla="*/ 77251 h 93491"/>
                <a:gd name="connsiteX8" fmla="*/ 11104 w 59327"/>
                <a:gd name="connsiteY8" fmla="*/ 81721 h 93491"/>
                <a:gd name="connsiteX9" fmla="*/ 23719 w 59327"/>
                <a:gd name="connsiteY9" fmla="*/ 83241 h 93491"/>
                <a:gd name="connsiteX10" fmla="*/ 41161 w 59327"/>
                <a:gd name="connsiteY10" fmla="*/ 78711 h 93491"/>
                <a:gd name="connsiteX11" fmla="*/ 47197 w 59327"/>
                <a:gd name="connsiteY11" fmla="*/ 65556 h 93491"/>
                <a:gd name="connsiteX12" fmla="*/ 41583 w 59327"/>
                <a:gd name="connsiteY12" fmla="*/ 53115 h 93491"/>
                <a:gd name="connsiteX13" fmla="*/ 26073 w 59327"/>
                <a:gd name="connsiteY13" fmla="*/ 48586 h 93491"/>
                <a:gd name="connsiteX14" fmla="*/ 15571 w 59327"/>
                <a:gd name="connsiteY14" fmla="*/ 48586 h 93491"/>
                <a:gd name="connsiteX15" fmla="*/ 15571 w 59327"/>
                <a:gd name="connsiteY15" fmla="*/ 38573 h 93491"/>
                <a:gd name="connsiteX16" fmla="*/ 26556 w 59327"/>
                <a:gd name="connsiteY16" fmla="*/ 38573 h 93491"/>
                <a:gd name="connsiteX17" fmla="*/ 40317 w 59327"/>
                <a:gd name="connsiteY17" fmla="*/ 35013 h 93491"/>
                <a:gd name="connsiteX18" fmla="*/ 45084 w 59327"/>
                <a:gd name="connsiteY18" fmla="*/ 24628 h 93491"/>
                <a:gd name="connsiteX19" fmla="*/ 40135 w 59327"/>
                <a:gd name="connsiteY19" fmla="*/ 14005 h 93491"/>
                <a:gd name="connsiteX20" fmla="*/ 26073 w 59327"/>
                <a:gd name="connsiteY20" fmla="*/ 10265 h 93491"/>
                <a:gd name="connsiteX21" fmla="*/ 15330 w 59327"/>
                <a:gd name="connsiteY21" fmla="*/ 11353 h 93491"/>
                <a:gd name="connsiteX22" fmla="*/ 2716 w 59327"/>
                <a:gd name="connsiteY22" fmla="*/ 14735 h 93491"/>
                <a:gd name="connsiteX23" fmla="*/ 2716 w 59327"/>
                <a:gd name="connsiteY23" fmla="*/ 3874 h 93491"/>
                <a:gd name="connsiteX24" fmla="*/ 15692 w 59327"/>
                <a:gd name="connsiteY24" fmla="*/ 968 h 93491"/>
                <a:gd name="connsiteX25" fmla="*/ 27159 w 59327"/>
                <a:gd name="connsiteY25" fmla="*/ 0 h 93491"/>
                <a:gd name="connsiteX26" fmla="*/ 49128 w 59327"/>
                <a:gd name="connsiteY26" fmla="*/ 6347 h 93491"/>
                <a:gd name="connsiteX27" fmla="*/ 57215 w 59327"/>
                <a:gd name="connsiteY27" fmla="*/ 23362 h 93491"/>
                <a:gd name="connsiteX28" fmla="*/ 52930 w 59327"/>
                <a:gd name="connsiteY28" fmla="*/ 36041 h 93491"/>
                <a:gd name="connsiteX29" fmla="*/ 40738 w 59327"/>
                <a:gd name="connsiteY29" fmla="*/ 43162 h 93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9327" h="93491">
                  <a:moveTo>
                    <a:pt x="40738" y="43162"/>
                  </a:moveTo>
                  <a:cubicBezTo>
                    <a:pt x="46573" y="44399"/>
                    <a:pt x="51120" y="46991"/>
                    <a:pt x="54378" y="50940"/>
                  </a:cubicBezTo>
                  <a:cubicBezTo>
                    <a:pt x="57678" y="54888"/>
                    <a:pt x="59328" y="59760"/>
                    <a:pt x="59328" y="65556"/>
                  </a:cubicBezTo>
                  <a:cubicBezTo>
                    <a:pt x="59328" y="74450"/>
                    <a:pt x="56270" y="81319"/>
                    <a:pt x="50154" y="86191"/>
                  </a:cubicBezTo>
                  <a:cubicBezTo>
                    <a:pt x="44038" y="91063"/>
                    <a:pt x="35346" y="93491"/>
                    <a:pt x="24081" y="93491"/>
                  </a:cubicBezTo>
                  <a:cubicBezTo>
                    <a:pt x="20298" y="93491"/>
                    <a:pt x="16396" y="93104"/>
                    <a:pt x="12372" y="92344"/>
                  </a:cubicBezTo>
                  <a:cubicBezTo>
                    <a:pt x="8390" y="91614"/>
                    <a:pt x="4266" y="90511"/>
                    <a:pt x="0" y="89021"/>
                  </a:cubicBezTo>
                  <a:lnTo>
                    <a:pt x="0" y="77251"/>
                  </a:lnTo>
                  <a:cubicBezTo>
                    <a:pt x="3379" y="79233"/>
                    <a:pt x="7080" y="80723"/>
                    <a:pt x="11104" y="81721"/>
                  </a:cubicBezTo>
                  <a:cubicBezTo>
                    <a:pt x="15128" y="82734"/>
                    <a:pt x="19333" y="83241"/>
                    <a:pt x="23719" y="83241"/>
                  </a:cubicBezTo>
                  <a:cubicBezTo>
                    <a:pt x="31364" y="83241"/>
                    <a:pt x="37177" y="81736"/>
                    <a:pt x="41161" y="78711"/>
                  </a:cubicBezTo>
                  <a:cubicBezTo>
                    <a:pt x="45186" y="75687"/>
                    <a:pt x="47197" y="71307"/>
                    <a:pt x="47197" y="65556"/>
                  </a:cubicBezTo>
                  <a:cubicBezTo>
                    <a:pt x="47197" y="60236"/>
                    <a:pt x="45326" y="56095"/>
                    <a:pt x="41583" y="53115"/>
                  </a:cubicBezTo>
                  <a:cubicBezTo>
                    <a:pt x="37882" y="50090"/>
                    <a:pt x="32712" y="48586"/>
                    <a:pt x="26073" y="48586"/>
                  </a:cubicBezTo>
                  <a:lnTo>
                    <a:pt x="15571" y="48586"/>
                  </a:lnTo>
                  <a:lnTo>
                    <a:pt x="15571" y="38573"/>
                  </a:lnTo>
                  <a:lnTo>
                    <a:pt x="26556" y="38573"/>
                  </a:lnTo>
                  <a:cubicBezTo>
                    <a:pt x="32550" y="38573"/>
                    <a:pt x="37137" y="37381"/>
                    <a:pt x="40317" y="35013"/>
                  </a:cubicBezTo>
                  <a:cubicBezTo>
                    <a:pt x="43495" y="32599"/>
                    <a:pt x="45084" y="29142"/>
                    <a:pt x="45084" y="24628"/>
                  </a:cubicBezTo>
                  <a:cubicBezTo>
                    <a:pt x="45084" y="19994"/>
                    <a:pt x="43435" y="16463"/>
                    <a:pt x="40135" y="14005"/>
                  </a:cubicBezTo>
                  <a:cubicBezTo>
                    <a:pt x="36876" y="11517"/>
                    <a:pt x="32189" y="10265"/>
                    <a:pt x="26073" y="10265"/>
                  </a:cubicBezTo>
                  <a:cubicBezTo>
                    <a:pt x="22733" y="10265"/>
                    <a:pt x="19151" y="10623"/>
                    <a:pt x="15330" y="11353"/>
                  </a:cubicBezTo>
                  <a:cubicBezTo>
                    <a:pt x="11508" y="12083"/>
                    <a:pt x="7303" y="13200"/>
                    <a:pt x="2716" y="14735"/>
                  </a:cubicBezTo>
                  <a:lnTo>
                    <a:pt x="2716" y="3874"/>
                  </a:lnTo>
                  <a:cubicBezTo>
                    <a:pt x="7342" y="2577"/>
                    <a:pt x="11667" y="1609"/>
                    <a:pt x="15692" y="968"/>
                  </a:cubicBezTo>
                  <a:cubicBezTo>
                    <a:pt x="19755" y="328"/>
                    <a:pt x="23578" y="0"/>
                    <a:pt x="27159" y="0"/>
                  </a:cubicBezTo>
                  <a:cubicBezTo>
                    <a:pt x="36413" y="0"/>
                    <a:pt x="43736" y="2116"/>
                    <a:pt x="49128" y="6347"/>
                  </a:cubicBezTo>
                  <a:cubicBezTo>
                    <a:pt x="54520" y="10534"/>
                    <a:pt x="57215" y="16195"/>
                    <a:pt x="57215" y="23362"/>
                  </a:cubicBezTo>
                  <a:cubicBezTo>
                    <a:pt x="57215" y="28353"/>
                    <a:pt x="55786" y="32569"/>
                    <a:pt x="52930" y="36041"/>
                  </a:cubicBezTo>
                  <a:cubicBezTo>
                    <a:pt x="50074" y="39452"/>
                    <a:pt x="46010" y="41836"/>
                    <a:pt x="40738" y="43162"/>
                  </a:cubicBez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3" name="Freeform 942">
              <a:extLst>
                <a:ext uri="{FF2B5EF4-FFF2-40B4-BE49-F238E27FC236}">
                  <a16:creationId xmlns:a16="http://schemas.microsoft.com/office/drawing/2014/main" id="{B145DEAC-A41F-8B4F-A218-90F9AA528539}"/>
                </a:ext>
              </a:extLst>
            </p:cNvPr>
            <p:cNvSpPr/>
            <p:nvPr/>
          </p:nvSpPr>
          <p:spPr>
            <a:xfrm>
              <a:off x="4128820" y="4077189"/>
              <a:ext cx="77374" cy="10265"/>
            </a:xfrm>
            <a:custGeom>
              <a:avLst/>
              <a:gdLst>
                <a:gd name="connsiteX0" fmla="*/ 0 w 77374"/>
                <a:gd name="connsiteY0" fmla="*/ 0 h 10265"/>
                <a:gd name="connsiteX1" fmla="*/ 77375 w 77374"/>
                <a:gd name="connsiteY1" fmla="*/ 0 h 10265"/>
                <a:gd name="connsiteX2" fmla="*/ 77375 w 77374"/>
                <a:gd name="connsiteY2" fmla="*/ 10265 h 10265"/>
                <a:gd name="connsiteX3" fmla="*/ 0 w 77374"/>
                <a:gd name="connsiteY3" fmla="*/ 10265 h 10265"/>
                <a:gd name="connsiteX4" fmla="*/ 0 w 77374"/>
                <a:gd name="connsiteY4" fmla="*/ 0 h 10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374" h="10265">
                  <a:moveTo>
                    <a:pt x="0" y="0"/>
                  </a:moveTo>
                  <a:lnTo>
                    <a:pt x="77375" y="0"/>
                  </a:lnTo>
                  <a:lnTo>
                    <a:pt x="77375" y="10265"/>
                  </a:lnTo>
                  <a:lnTo>
                    <a:pt x="0" y="102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4" name="Freeform 943">
              <a:extLst>
                <a:ext uri="{FF2B5EF4-FFF2-40B4-BE49-F238E27FC236}">
                  <a16:creationId xmlns:a16="http://schemas.microsoft.com/office/drawing/2014/main" id="{52282780-778C-FD50-F39D-C32C792B8568}"/>
                </a:ext>
              </a:extLst>
            </p:cNvPr>
            <p:cNvSpPr/>
            <p:nvPr/>
          </p:nvSpPr>
          <p:spPr>
            <a:xfrm>
              <a:off x="4228344" y="4029333"/>
              <a:ext cx="57216" cy="91732"/>
            </a:xfrm>
            <a:custGeom>
              <a:avLst/>
              <a:gdLst>
                <a:gd name="connsiteX0" fmla="*/ 14667 w 57216"/>
                <a:gd name="connsiteY0" fmla="*/ 81468 h 91732"/>
                <a:gd name="connsiteX1" fmla="*/ 57217 w 57216"/>
                <a:gd name="connsiteY1" fmla="*/ 81468 h 91732"/>
                <a:gd name="connsiteX2" fmla="*/ 57217 w 57216"/>
                <a:gd name="connsiteY2" fmla="*/ 91733 h 91732"/>
                <a:gd name="connsiteX3" fmla="*/ 0 w 57216"/>
                <a:gd name="connsiteY3" fmla="*/ 91733 h 91732"/>
                <a:gd name="connsiteX4" fmla="*/ 0 w 57216"/>
                <a:gd name="connsiteY4" fmla="*/ 81468 h 91732"/>
                <a:gd name="connsiteX5" fmla="*/ 18892 w 57216"/>
                <a:gd name="connsiteY5" fmla="*/ 62218 h 91732"/>
                <a:gd name="connsiteX6" fmla="*/ 33980 w 57216"/>
                <a:gd name="connsiteY6" fmla="*/ 46589 h 91732"/>
                <a:gd name="connsiteX7" fmla="*/ 42128 w 57216"/>
                <a:gd name="connsiteY7" fmla="*/ 35489 h 91732"/>
                <a:gd name="connsiteX8" fmla="*/ 44482 w 57216"/>
                <a:gd name="connsiteY8" fmla="*/ 26490 h 91732"/>
                <a:gd name="connsiteX9" fmla="*/ 39412 w 57216"/>
                <a:gd name="connsiteY9" fmla="*/ 14780 h 91732"/>
                <a:gd name="connsiteX10" fmla="*/ 26315 w 57216"/>
                <a:gd name="connsiteY10" fmla="*/ 10250 h 91732"/>
                <a:gd name="connsiteX11" fmla="*/ 14184 w 57216"/>
                <a:gd name="connsiteY11" fmla="*/ 12247 h 91732"/>
                <a:gd name="connsiteX12" fmla="*/ 605 w 57216"/>
                <a:gd name="connsiteY12" fmla="*/ 18281 h 91732"/>
                <a:gd name="connsiteX13" fmla="*/ 605 w 57216"/>
                <a:gd name="connsiteY13" fmla="*/ 5974 h 91732"/>
                <a:gd name="connsiteX14" fmla="*/ 14366 w 57216"/>
                <a:gd name="connsiteY14" fmla="*/ 1505 h 91732"/>
                <a:gd name="connsiteX15" fmla="*/ 26073 w 57216"/>
                <a:gd name="connsiteY15" fmla="*/ 0 h 91732"/>
                <a:gd name="connsiteX16" fmla="*/ 48405 w 57216"/>
                <a:gd name="connsiteY16" fmla="*/ 7002 h 91732"/>
                <a:gd name="connsiteX17" fmla="*/ 56734 w 57216"/>
                <a:gd name="connsiteY17" fmla="*/ 25701 h 91732"/>
                <a:gd name="connsiteX18" fmla="*/ 54621 w 57216"/>
                <a:gd name="connsiteY18" fmla="*/ 36264 h 91732"/>
                <a:gd name="connsiteX19" fmla="*/ 47076 w 57216"/>
                <a:gd name="connsiteY19" fmla="*/ 47975 h 91732"/>
                <a:gd name="connsiteX20" fmla="*/ 37481 w 57216"/>
                <a:gd name="connsiteY20" fmla="*/ 58121 h 91732"/>
                <a:gd name="connsiteX21" fmla="*/ 14667 w 57216"/>
                <a:gd name="connsiteY21" fmla="*/ 81468 h 91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7216" h="91732">
                  <a:moveTo>
                    <a:pt x="14667" y="81468"/>
                  </a:moveTo>
                  <a:lnTo>
                    <a:pt x="57217" y="81468"/>
                  </a:lnTo>
                  <a:lnTo>
                    <a:pt x="57217" y="91733"/>
                  </a:lnTo>
                  <a:lnTo>
                    <a:pt x="0" y="91733"/>
                  </a:lnTo>
                  <a:lnTo>
                    <a:pt x="0" y="81468"/>
                  </a:lnTo>
                  <a:cubicBezTo>
                    <a:pt x="4628" y="76685"/>
                    <a:pt x="10925" y="70263"/>
                    <a:pt x="18892" y="62218"/>
                  </a:cubicBezTo>
                  <a:cubicBezTo>
                    <a:pt x="26899" y="54128"/>
                    <a:pt x="31929" y="48928"/>
                    <a:pt x="33980" y="46589"/>
                  </a:cubicBezTo>
                  <a:cubicBezTo>
                    <a:pt x="37882" y="42194"/>
                    <a:pt x="40598" y="38499"/>
                    <a:pt x="42128" y="35489"/>
                  </a:cubicBezTo>
                  <a:cubicBezTo>
                    <a:pt x="43697" y="32435"/>
                    <a:pt x="44482" y="29425"/>
                    <a:pt x="44482" y="26490"/>
                  </a:cubicBezTo>
                  <a:cubicBezTo>
                    <a:pt x="44482" y="21708"/>
                    <a:pt x="42793" y="17804"/>
                    <a:pt x="39412" y="14780"/>
                  </a:cubicBezTo>
                  <a:cubicBezTo>
                    <a:pt x="36073" y="11755"/>
                    <a:pt x="31707" y="10250"/>
                    <a:pt x="26315" y="10250"/>
                  </a:cubicBezTo>
                  <a:cubicBezTo>
                    <a:pt x="22493" y="10250"/>
                    <a:pt x="18449" y="10921"/>
                    <a:pt x="14184" y="12247"/>
                  </a:cubicBezTo>
                  <a:cubicBezTo>
                    <a:pt x="9960" y="13573"/>
                    <a:pt x="5434" y="15584"/>
                    <a:pt x="605" y="18281"/>
                  </a:cubicBezTo>
                  <a:lnTo>
                    <a:pt x="605" y="5974"/>
                  </a:lnTo>
                  <a:cubicBezTo>
                    <a:pt x="5514" y="3993"/>
                    <a:pt x="10100" y="2503"/>
                    <a:pt x="14366" y="1505"/>
                  </a:cubicBezTo>
                  <a:cubicBezTo>
                    <a:pt x="18631" y="507"/>
                    <a:pt x="22533" y="0"/>
                    <a:pt x="26073" y="0"/>
                  </a:cubicBezTo>
                  <a:cubicBezTo>
                    <a:pt x="35407" y="0"/>
                    <a:pt x="42852" y="2339"/>
                    <a:pt x="48405" y="7002"/>
                  </a:cubicBezTo>
                  <a:cubicBezTo>
                    <a:pt x="53958" y="11666"/>
                    <a:pt x="56734" y="17894"/>
                    <a:pt x="56734" y="25701"/>
                  </a:cubicBezTo>
                  <a:cubicBezTo>
                    <a:pt x="56734" y="29411"/>
                    <a:pt x="56029" y="32927"/>
                    <a:pt x="54621" y="36264"/>
                  </a:cubicBezTo>
                  <a:cubicBezTo>
                    <a:pt x="53253" y="39557"/>
                    <a:pt x="50738" y="43460"/>
                    <a:pt x="47076" y="47975"/>
                  </a:cubicBezTo>
                  <a:cubicBezTo>
                    <a:pt x="46071" y="49152"/>
                    <a:pt x="42873" y="52534"/>
                    <a:pt x="37481" y="58121"/>
                  </a:cubicBezTo>
                  <a:cubicBezTo>
                    <a:pt x="32089" y="63678"/>
                    <a:pt x="24483" y="71455"/>
                    <a:pt x="14667" y="81468"/>
                  </a:cubicBez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5" name="Freeform 944">
              <a:extLst>
                <a:ext uri="{FF2B5EF4-FFF2-40B4-BE49-F238E27FC236}">
                  <a16:creationId xmlns:a16="http://schemas.microsoft.com/office/drawing/2014/main" id="{8918483F-8BEA-6413-9CA4-D3255D84A4D3}"/>
                </a:ext>
              </a:extLst>
            </p:cNvPr>
            <p:cNvSpPr/>
            <p:nvPr/>
          </p:nvSpPr>
          <p:spPr>
            <a:xfrm>
              <a:off x="4127854" y="3822750"/>
              <a:ext cx="77373" cy="10260"/>
            </a:xfrm>
            <a:custGeom>
              <a:avLst/>
              <a:gdLst>
                <a:gd name="connsiteX0" fmla="*/ 0 w 77373"/>
                <a:gd name="connsiteY0" fmla="*/ 0 h 10260"/>
                <a:gd name="connsiteX1" fmla="*/ 77373 w 77373"/>
                <a:gd name="connsiteY1" fmla="*/ 0 h 10260"/>
                <a:gd name="connsiteX2" fmla="*/ 77373 w 77373"/>
                <a:gd name="connsiteY2" fmla="*/ 10261 h 10260"/>
                <a:gd name="connsiteX3" fmla="*/ 0 w 77373"/>
                <a:gd name="connsiteY3" fmla="*/ 10261 h 10260"/>
                <a:gd name="connsiteX4" fmla="*/ 0 w 77373"/>
                <a:gd name="connsiteY4" fmla="*/ 0 h 1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373" h="10260">
                  <a:moveTo>
                    <a:pt x="0" y="0"/>
                  </a:moveTo>
                  <a:lnTo>
                    <a:pt x="77373" y="0"/>
                  </a:lnTo>
                  <a:lnTo>
                    <a:pt x="77373" y="10261"/>
                  </a:lnTo>
                  <a:lnTo>
                    <a:pt x="0" y="10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6" name="Freeform 945">
              <a:extLst>
                <a:ext uri="{FF2B5EF4-FFF2-40B4-BE49-F238E27FC236}">
                  <a16:creationId xmlns:a16="http://schemas.microsoft.com/office/drawing/2014/main" id="{BF6210FD-8083-0F96-15A9-5E4BF618F8AD}"/>
                </a:ext>
              </a:extLst>
            </p:cNvPr>
            <p:cNvSpPr/>
            <p:nvPr/>
          </p:nvSpPr>
          <p:spPr>
            <a:xfrm>
              <a:off x="4231904" y="3776518"/>
              <a:ext cx="53655" cy="90109"/>
            </a:xfrm>
            <a:custGeom>
              <a:avLst/>
              <a:gdLst>
                <a:gd name="connsiteX0" fmla="*/ 1751 w 53655"/>
                <a:gd name="connsiteY0" fmla="*/ 79850 h 90109"/>
                <a:gd name="connsiteX1" fmla="*/ 21668 w 53655"/>
                <a:gd name="connsiteY1" fmla="*/ 79850 h 90109"/>
                <a:gd name="connsiteX2" fmla="*/ 21668 w 53655"/>
                <a:gd name="connsiteY2" fmla="*/ 11106 h 90109"/>
                <a:gd name="connsiteX3" fmla="*/ 0 w 53655"/>
                <a:gd name="connsiteY3" fmla="*/ 15450 h 90109"/>
                <a:gd name="connsiteX4" fmla="*/ 0 w 53655"/>
                <a:gd name="connsiteY4" fmla="*/ 4346 h 90109"/>
                <a:gd name="connsiteX5" fmla="*/ 21547 w 53655"/>
                <a:gd name="connsiteY5" fmla="*/ 0 h 90109"/>
                <a:gd name="connsiteX6" fmla="*/ 33739 w 53655"/>
                <a:gd name="connsiteY6" fmla="*/ 0 h 90109"/>
                <a:gd name="connsiteX7" fmla="*/ 33739 w 53655"/>
                <a:gd name="connsiteY7" fmla="*/ 79850 h 90109"/>
                <a:gd name="connsiteX8" fmla="*/ 53656 w 53655"/>
                <a:gd name="connsiteY8" fmla="*/ 79850 h 90109"/>
                <a:gd name="connsiteX9" fmla="*/ 53656 w 53655"/>
                <a:gd name="connsiteY9" fmla="*/ 90109 h 90109"/>
                <a:gd name="connsiteX10" fmla="*/ 1751 w 53655"/>
                <a:gd name="connsiteY10" fmla="*/ 90109 h 90109"/>
                <a:gd name="connsiteX11" fmla="*/ 1751 w 53655"/>
                <a:gd name="connsiteY11" fmla="*/ 79850 h 90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655" h="90109">
                  <a:moveTo>
                    <a:pt x="1751" y="79850"/>
                  </a:moveTo>
                  <a:lnTo>
                    <a:pt x="21668" y="79850"/>
                  </a:lnTo>
                  <a:lnTo>
                    <a:pt x="21668" y="11106"/>
                  </a:lnTo>
                  <a:lnTo>
                    <a:pt x="0" y="15450"/>
                  </a:lnTo>
                  <a:lnTo>
                    <a:pt x="0" y="4346"/>
                  </a:lnTo>
                  <a:lnTo>
                    <a:pt x="21547" y="0"/>
                  </a:lnTo>
                  <a:lnTo>
                    <a:pt x="33739" y="0"/>
                  </a:lnTo>
                  <a:lnTo>
                    <a:pt x="33739" y="79850"/>
                  </a:lnTo>
                  <a:lnTo>
                    <a:pt x="53656" y="79850"/>
                  </a:lnTo>
                  <a:lnTo>
                    <a:pt x="53656" y="90109"/>
                  </a:lnTo>
                  <a:lnTo>
                    <a:pt x="1751" y="90109"/>
                  </a:lnTo>
                  <a:lnTo>
                    <a:pt x="1751" y="79850"/>
                  </a:ln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7" name="Freeform 946">
              <a:extLst>
                <a:ext uri="{FF2B5EF4-FFF2-40B4-BE49-F238E27FC236}">
                  <a16:creationId xmlns:a16="http://schemas.microsoft.com/office/drawing/2014/main" id="{F4416E16-4208-2AC1-EB48-224B1CFD2055}"/>
                </a:ext>
              </a:extLst>
            </p:cNvPr>
            <p:cNvSpPr/>
            <p:nvPr/>
          </p:nvSpPr>
          <p:spPr>
            <a:xfrm>
              <a:off x="4223275" y="3520450"/>
              <a:ext cx="62285" cy="93488"/>
            </a:xfrm>
            <a:custGeom>
              <a:avLst/>
              <a:gdLst>
                <a:gd name="connsiteX0" fmla="*/ 31142 w 62285"/>
                <a:gd name="connsiteY0" fmla="*/ 9656 h 93488"/>
                <a:gd name="connsiteX1" fmla="*/ 16960 w 62285"/>
                <a:gd name="connsiteY1" fmla="*/ 18951 h 93488"/>
                <a:gd name="connsiteX2" fmla="*/ 12251 w 62285"/>
                <a:gd name="connsiteY2" fmla="*/ 46774 h 93488"/>
                <a:gd name="connsiteX3" fmla="*/ 16960 w 62285"/>
                <a:gd name="connsiteY3" fmla="*/ 74598 h 93488"/>
                <a:gd name="connsiteX4" fmla="*/ 31142 w 62285"/>
                <a:gd name="connsiteY4" fmla="*/ 83832 h 93488"/>
                <a:gd name="connsiteX5" fmla="*/ 45326 w 62285"/>
                <a:gd name="connsiteY5" fmla="*/ 74598 h 93488"/>
                <a:gd name="connsiteX6" fmla="*/ 50093 w 62285"/>
                <a:gd name="connsiteY6" fmla="*/ 46774 h 93488"/>
                <a:gd name="connsiteX7" fmla="*/ 45326 w 62285"/>
                <a:gd name="connsiteY7" fmla="*/ 18951 h 93488"/>
                <a:gd name="connsiteX8" fmla="*/ 31142 w 62285"/>
                <a:gd name="connsiteY8" fmla="*/ 9656 h 93488"/>
                <a:gd name="connsiteX9" fmla="*/ 31142 w 62285"/>
                <a:gd name="connsiteY9" fmla="*/ 0 h 93488"/>
                <a:gd name="connsiteX10" fmla="*/ 54258 w 62285"/>
                <a:gd name="connsiteY10" fmla="*/ 12010 h 93488"/>
                <a:gd name="connsiteX11" fmla="*/ 62285 w 62285"/>
                <a:gd name="connsiteY11" fmla="*/ 46774 h 93488"/>
                <a:gd name="connsiteX12" fmla="*/ 54258 w 62285"/>
                <a:gd name="connsiteY12" fmla="*/ 81539 h 93488"/>
                <a:gd name="connsiteX13" fmla="*/ 31142 w 62285"/>
                <a:gd name="connsiteY13" fmla="*/ 93488 h 93488"/>
                <a:gd name="connsiteX14" fmla="*/ 7966 w 62285"/>
                <a:gd name="connsiteY14" fmla="*/ 81539 h 93488"/>
                <a:gd name="connsiteX15" fmla="*/ 0 w 62285"/>
                <a:gd name="connsiteY15" fmla="*/ 46774 h 93488"/>
                <a:gd name="connsiteX16" fmla="*/ 7966 w 62285"/>
                <a:gd name="connsiteY16" fmla="*/ 12010 h 93488"/>
                <a:gd name="connsiteX17" fmla="*/ 31142 w 62285"/>
                <a:gd name="connsiteY17" fmla="*/ 0 h 934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285" h="93488">
                  <a:moveTo>
                    <a:pt x="31142" y="9656"/>
                  </a:moveTo>
                  <a:cubicBezTo>
                    <a:pt x="24865" y="9656"/>
                    <a:pt x="20137" y="12755"/>
                    <a:pt x="16960" y="18951"/>
                  </a:cubicBezTo>
                  <a:cubicBezTo>
                    <a:pt x="13820" y="25108"/>
                    <a:pt x="12251" y="34382"/>
                    <a:pt x="12251" y="46774"/>
                  </a:cubicBezTo>
                  <a:cubicBezTo>
                    <a:pt x="12251" y="59127"/>
                    <a:pt x="13820" y="68401"/>
                    <a:pt x="16960" y="74598"/>
                  </a:cubicBezTo>
                  <a:cubicBezTo>
                    <a:pt x="20137" y="80754"/>
                    <a:pt x="24865" y="83832"/>
                    <a:pt x="31142" y="83832"/>
                  </a:cubicBezTo>
                  <a:cubicBezTo>
                    <a:pt x="37459" y="83832"/>
                    <a:pt x="42186" y="80754"/>
                    <a:pt x="45326" y="74598"/>
                  </a:cubicBezTo>
                  <a:cubicBezTo>
                    <a:pt x="48504" y="68401"/>
                    <a:pt x="50093" y="59127"/>
                    <a:pt x="50093" y="46774"/>
                  </a:cubicBezTo>
                  <a:cubicBezTo>
                    <a:pt x="50093" y="34382"/>
                    <a:pt x="48504" y="25108"/>
                    <a:pt x="45326" y="18951"/>
                  </a:cubicBezTo>
                  <a:cubicBezTo>
                    <a:pt x="42186" y="12755"/>
                    <a:pt x="37459" y="9656"/>
                    <a:pt x="31142" y="9656"/>
                  </a:cubicBezTo>
                  <a:moveTo>
                    <a:pt x="31142" y="0"/>
                  </a:moveTo>
                  <a:cubicBezTo>
                    <a:pt x="41242" y="0"/>
                    <a:pt x="48946" y="4003"/>
                    <a:pt x="54258" y="12010"/>
                  </a:cubicBezTo>
                  <a:cubicBezTo>
                    <a:pt x="59609" y="19977"/>
                    <a:pt x="62285" y="31565"/>
                    <a:pt x="62285" y="46774"/>
                  </a:cubicBezTo>
                  <a:cubicBezTo>
                    <a:pt x="62285" y="61943"/>
                    <a:pt x="59609" y="73531"/>
                    <a:pt x="54258" y="81539"/>
                  </a:cubicBezTo>
                  <a:cubicBezTo>
                    <a:pt x="48946" y="89506"/>
                    <a:pt x="41242" y="93488"/>
                    <a:pt x="31142" y="93488"/>
                  </a:cubicBezTo>
                  <a:cubicBezTo>
                    <a:pt x="21043" y="93488"/>
                    <a:pt x="13318" y="89506"/>
                    <a:pt x="7966" y="81539"/>
                  </a:cubicBezTo>
                  <a:cubicBezTo>
                    <a:pt x="2655" y="73531"/>
                    <a:pt x="0" y="61943"/>
                    <a:pt x="0" y="46774"/>
                  </a:cubicBezTo>
                  <a:cubicBezTo>
                    <a:pt x="0" y="31565"/>
                    <a:pt x="2655" y="19977"/>
                    <a:pt x="7966" y="12010"/>
                  </a:cubicBezTo>
                  <a:cubicBezTo>
                    <a:pt x="13318" y="4003"/>
                    <a:pt x="21043" y="0"/>
                    <a:pt x="31142" y="0"/>
                  </a:cubicBez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8" name="Freeform 947">
              <a:extLst>
                <a:ext uri="{FF2B5EF4-FFF2-40B4-BE49-F238E27FC236}">
                  <a16:creationId xmlns:a16="http://schemas.microsoft.com/office/drawing/2014/main" id="{46D82599-61BB-457B-01FD-7B910BFF279C}"/>
                </a:ext>
              </a:extLst>
            </p:cNvPr>
            <p:cNvSpPr/>
            <p:nvPr/>
          </p:nvSpPr>
          <p:spPr>
            <a:xfrm>
              <a:off x="4231904" y="3267639"/>
              <a:ext cx="53655" cy="90109"/>
            </a:xfrm>
            <a:custGeom>
              <a:avLst/>
              <a:gdLst>
                <a:gd name="connsiteX0" fmla="*/ 1751 w 53655"/>
                <a:gd name="connsiteY0" fmla="*/ 79850 h 90109"/>
                <a:gd name="connsiteX1" fmla="*/ 21668 w 53655"/>
                <a:gd name="connsiteY1" fmla="*/ 79850 h 90109"/>
                <a:gd name="connsiteX2" fmla="*/ 21668 w 53655"/>
                <a:gd name="connsiteY2" fmla="*/ 11106 h 90109"/>
                <a:gd name="connsiteX3" fmla="*/ 0 w 53655"/>
                <a:gd name="connsiteY3" fmla="*/ 15452 h 90109"/>
                <a:gd name="connsiteX4" fmla="*/ 0 w 53655"/>
                <a:gd name="connsiteY4" fmla="*/ 4346 h 90109"/>
                <a:gd name="connsiteX5" fmla="*/ 21547 w 53655"/>
                <a:gd name="connsiteY5" fmla="*/ 0 h 90109"/>
                <a:gd name="connsiteX6" fmla="*/ 33739 w 53655"/>
                <a:gd name="connsiteY6" fmla="*/ 0 h 90109"/>
                <a:gd name="connsiteX7" fmla="*/ 33739 w 53655"/>
                <a:gd name="connsiteY7" fmla="*/ 79850 h 90109"/>
                <a:gd name="connsiteX8" fmla="*/ 53656 w 53655"/>
                <a:gd name="connsiteY8" fmla="*/ 79850 h 90109"/>
                <a:gd name="connsiteX9" fmla="*/ 53656 w 53655"/>
                <a:gd name="connsiteY9" fmla="*/ 90109 h 90109"/>
                <a:gd name="connsiteX10" fmla="*/ 1751 w 53655"/>
                <a:gd name="connsiteY10" fmla="*/ 90109 h 90109"/>
                <a:gd name="connsiteX11" fmla="*/ 1751 w 53655"/>
                <a:gd name="connsiteY11" fmla="*/ 79850 h 90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655" h="90109">
                  <a:moveTo>
                    <a:pt x="1751" y="79850"/>
                  </a:moveTo>
                  <a:lnTo>
                    <a:pt x="21668" y="79850"/>
                  </a:lnTo>
                  <a:lnTo>
                    <a:pt x="21668" y="11106"/>
                  </a:lnTo>
                  <a:lnTo>
                    <a:pt x="0" y="15452"/>
                  </a:lnTo>
                  <a:lnTo>
                    <a:pt x="0" y="4346"/>
                  </a:lnTo>
                  <a:lnTo>
                    <a:pt x="21547" y="0"/>
                  </a:lnTo>
                  <a:lnTo>
                    <a:pt x="33739" y="0"/>
                  </a:lnTo>
                  <a:lnTo>
                    <a:pt x="33739" y="79850"/>
                  </a:lnTo>
                  <a:lnTo>
                    <a:pt x="53656" y="79850"/>
                  </a:lnTo>
                  <a:lnTo>
                    <a:pt x="53656" y="90109"/>
                  </a:lnTo>
                  <a:lnTo>
                    <a:pt x="1751" y="90109"/>
                  </a:lnTo>
                  <a:lnTo>
                    <a:pt x="1751" y="79850"/>
                  </a:ln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9" name="Freeform 948">
              <a:extLst>
                <a:ext uri="{FF2B5EF4-FFF2-40B4-BE49-F238E27FC236}">
                  <a16:creationId xmlns:a16="http://schemas.microsoft.com/office/drawing/2014/main" id="{B30B441E-A958-D8F4-1659-067C7E5799AC}"/>
                </a:ext>
              </a:extLst>
            </p:cNvPr>
            <p:cNvSpPr/>
            <p:nvPr/>
          </p:nvSpPr>
          <p:spPr>
            <a:xfrm>
              <a:off x="4228344" y="3011571"/>
              <a:ext cx="57216" cy="91738"/>
            </a:xfrm>
            <a:custGeom>
              <a:avLst/>
              <a:gdLst>
                <a:gd name="connsiteX0" fmla="*/ 14667 w 57216"/>
                <a:gd name="connsiteY0" fmla="*/ 81478 h 91738"/>
                <a:gd name="connsiteX1" fmla="*/ 57217 w 57216"/>
                <a:gd name="connsiteY1" fmla="*/ 81478 h 91738"/>
                <a:gd name="connsiteX2" fmla="*/ 57217 w 57216"/>
                <a:gd name="connsiteY2" fmla="*/ 91739 h 91738"/>
                <a:gd name="connsiteX3" fmla="*/ 0 w 57216"/>
                <a:gd name="connsiteY3" fmla="*/ 91739 h 91738"/>
                <a:gd name="connsiteX4" fmla="*/ 0 w 57216"/>
                <a:gd name="connsiteY4" fmla="*/ 81478 h 91738"/>
                <a:gd name="connsiteX5" fmla="*/ 18892 w 57216"/>
                <a:gd name="connsiteY5" fmla="*/ 62226 h 91738"/>
                <a:gd name="connsiteX6" fmla="*/ 33980 w 57216"/>
                <a:gd name="connsiteY6" fmla="*/ 46594 h 91738"/>
                <a:gd name="connsiteX7" fmla="*/ 42128 w 57216"/>
                <a:gd name="connsiteY7" fmla="*/ 35489 h 91738"/>
                <a:gd name="connsiteX8" fmla="*/ 44482 w 57216"/>
                <a:gd name="connsiteY8" fmla="*/ 26496 h 91738"/>
                <a:gd name="connsiteX9" fmla="*/ 39412 w 57216"/>
                <a:gd name="connsiteY9" fmla="*/ 14787 h 91738"/>
                <a:gd name="connsiteX10" fmla="*/ 26315 w 57216"/>
                <a:gd name="connsiteY10" fmla="*/ 10261 h 91738"/>
                <a:gd name="connsiteX11" fmla="*/ 14184 w 57216"/>
                <a:gd name="connsiteY11" fmla="*/ 12253 h 91738"/>
                <a:gd name="connsiteX12" fmla="*/ 605 w 57216"/>
                <a:gd name="connsiteY12" fmla="*/ 18287 h 91738"/>
                <a:gd name="connsiteX13" fmla="*/ 605 w 57216"/>
                <a:gd name="connsiteY13" fmla="*/ 5976 h 91738"/>
                <a:gd name="connsiteX14" fmla="*/ 14366 w 57216"/>
                <a:gd name="connsiteY14" fmla="*/ 1509 h 91738"/>
                <a:gd name="connsiteX15" fmla="*/ 26073 w 57216"/>
                <a:gd name="connsiteY15" fmla="*/ 0 h 91738"/>
                <a:gd name="connsiteX16" fmla="*/ 48405 w 57216"/>
                <a:gd name="connsiteY16" fmla="*/ 7001 h 91738"/>
                <a:gd name="connsiteX17" fmla="*/ 56734 w 57216"/>
                <a:gd name="connsiteY17" fmla="*/ 25711 h 91738"/>
                <a:gd name="connsiteX18" fmla="*/ 54621 w 57216"/>
                <a:gd name="connsiteY18" fmla="*/ 36273 h 91738"/>
                <a:gd name="connsiteX19" fmla="*/ 47076 w 57216"/>
                <a:gd name="connsiteY19" fmla="*/ 47982 h 91738"/>
                <a:gd name="connsiteX20" fmla="*/ 37481 w 57216"/>
                <a:gd name="connsiteY20" fmla="*/ 58121 h 91738"/>
                <a:gd name="connsiteX21" fmla="*/ 14667 w 57216"/>
                <a:gd name="connsiteY21" fmla="*/ 81478 h 91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7216" h="91738">
                  <a:moveTo>
                    <a:pt x="14667" y="81478"/>
                  </a:moveTo>
                  <a:lnTo>
                    <a:pt x="57217" y="81478"/>
                  </a:lnTo>
                  <a:lnTo>
                    <a:pt x="57217" y="91739"/>
                  </a:lnTo>
                  <a:lnTo>
                    <a:pt x="0" y="91739"/>
                  </a:lnTo>
                  <a:lnTo>
                    <a:pt x="0" y="81478"/>
                  </a:lnTo>
                  <a:cubicBezTo>
                    <a:pt x="4628" y="76691"/>
                    <a:pt x="10925" y="70273"/>
                    <a:pt x="18892" y="62226"/>
                  </a:cubicBezTo>
                  <a:cubicBezTo>
                    <a:pt x="26899" y="54138"/>
                    <a:pt x="31929" y="48928"/>
                    <a:pt x="33980" y="46594"/>
                  </a:cubicBezTo>
                  <a:cubicBezTo>
                    <a:pt x="37882" y="42209"/>
                    <a:pt x="40598" y="38506"/>
                    <a:pt x="42128" y="35489"/>
                  </a:cubicBezTo>
                  <a:cubicBezTo>
                    <a:pt x="43697" y="32431"/>
                    <a:pt x="44482" y="29433"/>
                    <a:pt x="44482" y="26496"/>
                  </a:cubicBezTo>
                  <a:cubicBezTo>
                    <a:pt x="44482" y="21708"/>
                    <a:pt x="42793" y="17804"/>
                    <a:pt x="39412" y="14787"/>
                  </a:cubicBezTo>
                  <a:cubicBezTo>
                    <a:pt x="36073" y="11770"/>
                    <a:pt x="31707" y="10261"/>
                    <a:pt x="26315" y="10261"/>
                  </a:cubicBezTo>
                  <a:cubicBezTo>
                    <a:pt x="22493" y="10261"/>
                    <a:pt x="18449" y="10925"/>
                    <a:pt x="14184" y="12253"/>
                  </a:cubicBezTo>
                  <a:cubicBezTo>
                    <a:pt x="9960" y="13580"/>
                    <a:pt x="5434" y="15592"/>
                    <a:pt x="605" y="18287"/>
                  </a:cubicBezTo>
                  <a:lnTo>
                    <a:pt x="605" y="5976"/>
                  </a:lnTo>
                  <a:cubicBezTo>
                    <a:pt x="5514" y="4005"/>
                    <a:pt x="10100" y="2515"/>
                    <a:pt x="14366" y="1509"/>
                  </a:cubicBezTo>
                  <a:cubicBezTo>
                    <a:pt x="18631" y="504"/>
                    <a:pt x="22533" y="0"/>
                    <a:pt x="26073" y="0"/>
                  </a:cubicBezTo>
                  <a:cubicBezTo>
                    <a:pt x="35407" y="0"/>
                    <a:pt x="42852" y="2333"/>
                    <a:pt x="48405" y="7001"/>
                  </a:cubicBezTo>
                  <a:cubicBezTo>
                    <a:pt x="53958" y="11669"/>
                    <a:pt x="56734" y="17906"/>
                    <a:pt x="56734" y="25711"/>
                  </a:cubicBezTo>
                  <a:cubicBezTo>
                    <a:pt x="56734" y="29414"/>
                    <a:pt x="56029" y="32934"/>
                    <a:pt x="54621" y="36273"/>
                  </a:cubicBezTo>
                  <a:cubicBezTo>
                    <a:pt x="53253" y="39573"/>
                    <a:pt x="50738" y="43475"/>
                    <a:pt x="47076" y="47982"/>
                  </a:cubicBezTo>
                  <a:cubicBezTo>
                    <a:pt x="46071" y="49149"/>
                    <a:pt x="42873" y="52529"/>
                    <a:pt x="37481" y="58121"/>
                  </a:cubicBezTo>
                  <a:cubicBezTo>
                    <a:pt x="32089" y="63674"/>
                    <a:pt x="24483" y="71460"/>
                    <a:pt x="14667" y="81478"/>
                  </a:cubicBez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0" name="Freeform 949">
              <a:extLst>
                <a:ext uri="{FF2B5EF4-FFF2-40B4-BE49-F238E27FC236}">
                  <a16:creationId xmlns:a16="http://schemas.microsoft.com/office/drawing/2014/main" id="{486A35FC-FEBE-0EA5-F2E7-0B96A2092CD6}"/>
                </a:ext>
              </a:extLst>
            </p:cNvPr>
            <p:cNvSpPr/>
            <p:nvPr/>
          </p:nvSpPr>
          <p:spPr>
            <a:xfrm>
              <a:off x="4226232" y="2757132"/>
              <a:ext cx="59327" cy="93488"/>
            </a:xfrm>
            <a:custGeom>
              <a:avLst/>
              <a:gdLst>
                <a:gd name="connsiteX0" fmla="*/ 40738 w 59327"/>
                <a:gd name="connsiteY0" fmla="*/ 43153 h 93488"/>
                <a:gd name="connsiteX1" fmla="*/ 54378 w 59327"/>
                <a:gd name="connsiteY1" fmla="*/ 50938 h 93488"/>
                <a:gd name="connsiteX2" fmla="*/ 59328 w 59327"/>
                <a:gd name="connsiteY2" fmla="*/ 65545 h 93488"/>
                <a:gd name="connsiteX3" fmla="*/ 50154 w 59327"/>
                <a:gd name="connsiteY3" fmla="*/ 86186 h 93488"/>
                <a:gd name="connsiteX4" fmla="*/ 24081 w 59327"/>
                <a:gd name="connsiteY4" fmla="*/ 93488 h 93488"/>
                <a:gd name="connsiteX5" fmla="*/ 12372 w 59327"/>
                <a:gd name="connsiteY5" fmla="*/ 92342 h 93488"/>
                <a:gd name="connsiteX6" fmla="*/ 0 w 59327"/>
                <a:gd name="connsiteY6" fmla="*/ 89023 h 93488"/>
                <a:gd name="connsiteX7" fmla="*/ 0 w 59327"/>
                <a:gd name="connsiteY7" fmla="*/ 77253 h 93488"/>
                <a:gd name="connsiteX8" fmla="*/ 11104 w 59327"/>
                <a:gd name="connsiteY8" fmla="*/ 81719 h 93488"/>
                <a:gd name="connsiteX9" fmla="*/ 23719 w 59327"/>
                <a:gd name="connsiteY9" fmla="*/ 83229 h 93488"/>
                <a:gd name="connsiteX10" fmla="*/ 41161 w 59327"/>
                <a:gd name="connsiteY10" fmla="*/ 78702 h 93488"/>
                <a:gd name="connsiteX11" fmla="*/ 47197 w 59327"/>
                <a:gd name="connsiteY11" fmla="*/ 65545 h 93488"/>
                <a:gd name="connsiteX12" fmla="*/ 41583 w 59327"/>
                <a:gd name="connsiteY12" fmla="*/ 53112 h 93488"/>
                <a:gd name="connsiteX13" fmla="*/ 26073 w 59327"/>
                <a:gd name="connsiteY13" fmla="*/ 48586 h 93488"/>
                <a:gd name="connsiteX14" fmla="*/ 15571 w 59327"/>
                <a:gd name="connsiteY14" fmla="*/ 48586 h 93488"/>
                <a:gd name="connsiteX15" fmla="*/ 15571 w 59327"/>
                <a:gd name="connsiteY15" fmla="*/ 38566 h 93488"/>
                <a:gd name="connsiteX16" fmla="*/ 26556 w 59327"/>
                <a:gd name="connsiteY16" fmla="*/ 38566 h 93488"/>
                <a:gd name="connsiteX17" fmla="*/ 40317 w 59327"/>
                <a:gd name="connsiteY17" fmla="*/ 35005 h 93488"/>
                <a:gd name="connsiteX18" fmla="*/ 45084 w 59327"/>
                <a:gd name="connsiteY18" fmla="*/ 24624 h 93488"/>
                <a:gd name="connsiteX19" fmla="*/ 40135 w 59327"/>
                <a:gd name="connsiteY19" fmla="*/ 14002 h 93488"/>
                <a:gd name="connsiteX20" fmla="*/ 26073 w 59327"/>
                <a:gd name="connsiteY20" fmla="*/ 10259 h 93488"/>
                <a:gd name="connsiteX21" fmla="*/ 15330 w 59327"/>
                <a:gd name="connsiteY21" fmla="*/ 11347 h 93488"/>
                <a:gd name="connsiteX22" fmla="*/ 2716 w 59327"/>
                <a:gd name="connsiteY22" fmla="*/ 14726 h 93488"/>
                <a:gd name="connsiteX23" fmla="*/ 2716 w 59327"/>
                <a:gd name="connsiteY23" fmla="*/ 3862 h 93488"/>
                <a:gd name="connsiteX24" fmla="*/ 15692 w 59327"/>
                <a:gd name="connsiteY24" fmla="*/ 965 h 93488"/>
                <a:gd name="connsiteX25" fmla="*/ 27159 w 59327"/>
                <a:gd name="connsiteY25" fmla="*/ 0 h 93488"/>
                <a:gd name="connsiteX26" fmla="*/ 49128 w 59327"/>
                <a:gd name="connsiteY26" fmla="*/ 6337 h 93488"/>
                <a:gd name="connsiteX27" fmla="*/ 57215 w 59327"/>
                <a:gd name="connsiteY27" fmla="*/ 23357 h 93488"/>
                <a:gd name="connsiteX28" fmla="*/ 52930 w 59327"/>
                <a:gd name="connsiteY28" fmla="*/ 36032 h 93488"/>
                <a:gd name="connsiteX29" fmla="*/ 40738 w 59327"/>
                <a:gd name="connsiteY29" fmla="*/ 43153 h 934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9327" h="93488">
                  <a:moveTo>
                    <a:pt x="40738" y="43153"/>
                  </a:moveTo>
                  <a:cubicBezTo>
                    <a:pt x="46573" y="44400"/>
                    <a:pt x="51120" y="46996"/>
                    <a:pt x="54378" y="50938"/>
                  </a:cubicBezTo>
                  <a:cubicBezTo>
                    <a:pt x="57678" y="54882"/>
                    <a:pt x="59328" y="59751"/>
                    <a:pt x="59328" y="65545"/>
                  </a:cubicBezTo>
                  <a:cubicBezTo>
                    <a:pt x="59328" y="74437"/>
                    <a:pt x="56270" y="81317"/>
                    <a:pt x="50154" y="86186"/>
                  </a:cubicBezTo>
                  <a:cubicBezTo>
                    <a:pt x="44038" y="91054"/>
                    <a:pt x="35346" y="93488"/>
                    <a:pt x="24081" y="93488"/>
                  </a:cubicBezTo>
                  <a:cubicBezTo>
                    <a:pt x="20298" y="93488"/>
                    <a:pt x="16396" y="93107"/>
                    <a:pt x="12372" y="92342"/>
                  </a:cubicBezTo>
                  <a:cubicBezTo>
                    <a:pt x="8390" y="91617"/>
                    <a:pt x="4266" y="90511"/>
                    <a:pt x="0" y="89023"/>
                  </a:cubicBezTo>
                  <a:lnTo>
                    <a:pt x="0" y="77253"/>
                  </a:lnTo>
                  <a:cubicBezTo>
                    <a:pt x="3379" y="79224"/>
                    <a:pt x="7080" y="80714"/>
                    <a:pt x="11104" y="81719"/>
                  </a:cubicBezTo>
                  <a:cubicBezTo>
                    <a:pt x="15128" y="82725"/>
                    <a:pt x="19333" y="83229"/>
                    <a:pt x="23719" y="83229"/>
                  </a:cubicBezTo>
                  <a:cubicBezTo>
                    <a:pt x="31364" y="83229"/>
                    <a:pt x="37177" y="81719"/>
                    <a:pt x="41161" y="78702"/>
                  </a:cubicBezTo>
                  <a:cubicBezTo>
                    <a:pt x="45186" y="75684"/>
                    <a:pt x="47197" y="71298"/>
                    <a:pt x="47197" y="65545"/>
                  </a:cubicBezTo>
                  <a:cubicBezTo>
                    <a:pt x="47197" y="60234"/>
                    <a:pt x="45326" y="56089"/>
                    <a:pt x="41583" y="53112"/>
                  </a:cubicBezTo>
                  <a:cubicBezTo>
                    <a:pt x="37882" y="50095"/>
                    <a:pt x="32712" y="48586"/>
                    <a:pt x="26073" y="48586"/>
                  </a:cubicBezTo>
                  <a:lnTo>
                    <a:pt x="15571" y="48586"/>
                  </a:lnTo>
                  <a:lnTo>
                    <a:pt x="15571" y="38566"/>
                  </a:lnTo>
                  <a:lnTo>
                    <a:pt x="26556" y="38566"/>
                  </a:lnTo>
                  <a:cubicBezTo>
                    <a:pt x="32550" y="38566"/>
                    <a:pt x="37137" y="37379"/>
                    <a:pt x="40317" y="35005"/>
                  </a:cubicBezTo>
                  <a:cubicBezTo>
                    <a:pt x="43495" y="32592"/>
                    <a:pt x="45084" y="29130"/>
                    <a:pt x="45084" y="24624"/>
                  </a:cubicBezTo>
                  <a:cubicBezTo>
                    <a:pt x="45084" y="19997"/>
                    <a:pt x="43435" y="16456"/>
                    <a:pt x="40135" y="14002"/>
                  </a:cubicBezTo>
                  <a:cubicBezTo>
                    <a:pt x="36876" y="11506"/>
                    <a:pt x="32189" y="10259"/>
                    <a:pt x="26073" y="10259"/>
                  </a:cubicBezTo>
                  <a:cubicBezTo>
                    <a:pt x="22733" y="10259"/>
                    <a:pt x="19151" y="10621"/>
                    <a:pt x="15330" y="11347"/>
                  </a:cubicBezTo>
                  <a:cubicBezTo>
                    <a:pt x="11508" y="12071"/>
                    <a:pt x="7303" y="13198"/>
                    <a:pt x="2716" y="14726"/>
                  </a:cubicBezTo>
                  <a:lnTo>
                    <a:pt x="2716" y="3862"/>
                  </a:lnTo>
                  <a:cubicBezTo>
                    <a:pt x="7342" y="2575"/>
                    <a:pt x="11667" y="1609"/>
                    <a:pt x="15692" y="965"/>
                  </a:cubicBezTo>
                  <a:cubicBezTo>
                    <a:pt x="19755" y="322"/>
                    <a:pt x="23578" y="0"/>
                    <a:pt x="27159" y="0"/>
                  </a:cubicBezTo>
                  <a:cubicBezTo>
                    <a:pt x="36413" y="0"/>
                    <a:pt x="43736" y="2113"/>
                    <a:pt x="49128" y="6337"/>
                  </a:cubicBezTo>
                  <a:cubicBezTo>
                    <a:pt x="54520" y="10522"/>
                    <a:pt x="57215" y="16195"/>
                    <a:pt x="57215" y="23357"/>
                  </a:cubicBezTo>
                  <a:cubicBezTo>
                    <a:pt x="57215" y="28347"/>
                    <a:pt x="55786" y="32571"/>
                    <a:pt x="52930" y="36032"/>
                  </a:cubicBezTo>
                  <a:cubicBezTo>
                    <a:pt x="50074" y="39451"/>
                    <a:pt x="46010" y="41826"/>
                    <a:pt x="40738" y="43153"/>
                  </a:cubicBez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1" name="Freeform 950">
              <a:extLst>
                <a:ext uri="{FF2B5EF4-FFF2-40B4-BE49-F238E27FC236}">
                  <a16:creationId xmlns:a16="http://schemas.microsoft.com/office/drawing/2014/main" id="{25F00FB4-74DA-7D7E-D170-19D9F3B791A0}"/>
                </a:ext>
              </a:extLst>
            </p:cNvPr>
            <p:cNvSpPr/>
            <p:nvPr/>
          </p:nvSpPr>
          <p:spPr>
            <a:xfrm>
              <a:off x="3964518" y="3553937"/>
              <a:ext cx="92477" cy="65956"/>
            </a:xfrm>
            <a:custGeom>
              <a:avLst/>
              <a:gdLst>
                <a:gd name="connsiteX0" fmla="*/ 5444 w 92477"/>
                <a:gd name="connsiteY0" fmla="*/ 0 h 65956"/>
                <a:gd name="connsiteX1" fmla="*/ 8724 w 92477"/>
                <a:gd name="connsiteY1" fmla="*/ 629 h 65956"/>
                <a:gd name="connsiteX2" fmla="*/ 63303 w 92477"/>
                <a:gd name="connsiteY2" fmla="*/ 14309 h 65956"/>
                <a:gd name="connsiteX3" fmla="*/ 83962 w 92477"/>
                <a:gd name="connsiteY3" fmla="*/ 27080 h 65956"/>
                <a:gd name="connsiteX4" fmla="*/ 92477 w 92477"/>
                <a:gd name="connsiteY4" fmla="*/ 47809 h 65956"/>
                <a:gd name="connsiteX5" fmla="*/ 88918 w 92477"/>
                <a:gd name="connsiteY5" fmla="*/ 58697 h 65956"/>
                <a:gd name="connsiteX6" fmla="*/ 80054 w 92477"/>
                <a:gd name="connsiteY6" fmla="*/ 62954 h 65956"/>
                <a:gd name="connsiteX7" fmla="*/ 73005 w 92477"/>
                <a:gd name="connsiteY7" fmla="*/ 60442 h 65956"/>
                <a:gd name="connsiteX8" fmla="*/ 70771 w 92477"/>
                <a:gd name="connsiteY8" fmla="*/ 54928 h 65956"/>
                <a:gd name="connsiteX9" fmla="*/ 71050 w 92477"/>
                <a:gd name="connsiteY9" fmla="*/ 52905 h 65956"/>
                <a:gd name="connsiteX10" fmla="*/ 72516 w 92477"/>
                <a:gd name="connsiteY10" fmla="*/ 50741 h 65956"/>
                <a:gd name="connsiteX11" fmla="*/ 75727 w 92477"/>
                <a:gd name="connsiteY11" fmla="*/ 49624 h 65956"/>
                <a:gd name="connsiteX12" fmla="*/ 81589 w 92477"/>
                <a:gd name="connsiteY12" fmla="*/ 52486 h 65956"/>
                <a:gd name="connsiteX13" fmla="*/ 83055 w 92477"/>
                <a:gd name="connsiteY13" fmla="*/ 55208 h 65956"/>
                <a:gd name="connsiteX14" fmla="*/ 83334 w 92477"/>
                <a:gd name="connsiteY14" fmla="*/ 58627 h 65956"/>
                <a:gd name="connsiteX15" fmla="*/ 86614 w 92477"/>
                <a:gd name="connsiteY15" fmla="*/ 56254 h 65956"/>
                <a:gd name="connsiteX16" fmla="*/ 88429 w 92477"/>
                <a:gd name="connsiteY16" fmla="*/ 52975 h 65956"/>
                <a:gd name="connsiteX17" fmla="*/ 89127 w 92477"/>
                <a:gd name="connsiteY17" fmla="*/ 50113 h 65956"/>
                <a:gd name="connsiteX18" fmla="*/ 89337 w 92477"/>
                <a:gd name="connsiteY18" fmla="*/ 47809 h 65956"/>
                <a:gd name="connsiteX19" fmla="*/ 80333 w 92477"/>
                <a:gd name="connsiteY19" fmla="*/ 32036 h 65956"/>
                <a:gd name="connsiteX20" fmla="*/ 74889 w 92477"/>
                <a:gd name="connsiteY20" fmla="*/ 28546 h 65956"/>
                <a:gd name="connsiteX21" fmla="*/ 68957 w 92477"/>
                <a:gd name="connsiteY21" fmla="*/ 25894 h 65956"/>
                <a:gd name="connsiteX22" fmla="*/ 64001 w 92477"/>
                <a:gd name="connsiteY22" fmla="*/ 24288 h 65956"/>
                <a:gd name="connsiteX23" fmla="*/ 58278 w 92477"/>
                <a:gd name="connsiteY23" fmla="*/ 22754 h 65956"/>
                <a:gd name="connsiteX24" fmla="*/ 64769 w 92477"/>
                <a:gd name="connsiteY24" fmla="*/ 37201 h 65956"/>
                <a:gd name="connsiteX25" fmla="*/ 63862 w 92477"/>
                <a:gd name="connsiteY25" fmla="*/ 43553 h 65956"/>
                <a:gd name="connsiteX26" fmla="*/ 61070 w 92477"/>
                <a:gd name="connsiteY26" fmla="*/ 49065 h 65956"/>
                <a:gd name="connsiteX27" fmla="*/ 55696 w 92477"/>
                <a:gd name="connsiteY27" fmla="*/ 53183 h 65956"/>
                <a:gd name="connsiteX28" fmla="*/ 47739 w 92477"/>
                <a:gd name="connsiteY28" fmla="*/ 54649 h 65956"/>
                <a:gd name="connsiteX29" fmla="*/ 36363 w 92477"/>
                <a:gd name="connsiteY29" fmla="*/ 52765 h 65956"/>
                <a:gd name="connsiteX30" fmla="*/ 17728 w 92477"/>
                <a:gd name="connsiteY30" fmla="*/ 46343 h 65956"/>
                <a:gd name="connsiteX31" fmla="*/ 7677 w 92477"/>
                <a:gd name="connsiteY31" fmla="*/ 43901 h 65956"/>
                <a:gd name="connsiteX32" fmla="*/ 5095 w 92477"/>
                <a:gd name="connsiteY32" fmla="*/ 44250 h 65956"/>
                <a:gd name="connsiteX33" fmla="*/ 3699 w 92477"/>
                <a:gd name="connsiteY33" fmla="*/ 45297 h 65956"/>
                <a:gd name="connsiteX34" fmla="*/ 3211 w 92477"/>
                <a:gd name="connsiteY34" fmla="*/ 46413 h 65956"/>
                <a:gd name="connsiteX35" fmla="*/ 3141 w 92477"/>
                <a:gd name="connsiteY35" fmla="*/ 47461 h 65956"/>
                <a:gd name="connsiteX36" fmla="*/ 7328 w 92477"/>
                <a:gd name="connsiteY36" fmla="*/ 55417 h 65956"/>
                <a:gd name="connsiteX37" fmla="*/ 20869 w 92477"/>
                <a:gd name="connsiteY37" fmla="*/ 61908 h 65956"/>
                <a:gd name="connsiteX38" fmla="*/ 23032 w 92477"/>
                <a:gd name="connsiteY38" fmla="*/ 62816 h 65956"/>
                <a:gd name="connsiteX39" fmla="*/ 23451 w 92477"/>
                <a:gd name="connsiteY39" fmla="*/ 64212 h 65956"/>
                <a:gd name="connsiteX40" fmla="*/ 21985 w 92477"/>
                <a:gd name="connsiteY40" fmla="*/ 65956 h 65956"/>
                <a:gd name="connsiteX41" fmla="*/ 19263 w 92477"/>
                <a:gd name="connsiteY41" fmla="*/ 65328 h 65956"/>
                <a:gd name="connsiteX42" fmla="*/ 13750 w 92477"/>
                <a:gd name="connsiteY42" fmla="*/ 63234 h 65956"/>
                <a:gd name="connsiteX43" fmla="*/ 7398 w 92477"/>
                <a:gd name="connsiteY43" fmla="*/ 59605 h 65956"/>
                <a:gd name="connsiteX44" fmla="*/ 2164 w 92477"/>
                <a:gd name="connsiteY44" fmla="*/ 54231 h 65956"/>
                <a:gd name="connsiteX45" fmla="*/ 0 w 92477"/>
                <a:gd name="connsiteY45" fmla="*/ 47042 h 65956"/>
                <a:gd name="connsiteX46" fmla="*/ 3420 w 92477"/>
                <a:gd name="connsiteY46" fmla="*/ 38597 h 65956"/>
                <a:gd name="connsiteX47" fmla="*/ 11725 w 92477"/>
                <a:gd name="connsiteY47" fmla="*/ 35317 h 65956"/>
                <a:gd name="connsiteX48" fmla="*/ 15564 w 92477"/>
                <a:gd name="connsiteY48" fmla="*/ 35875 h 65956"/>
                <a:gd name="connsiteX49" fmla="*/ 21985 w 92477"/>
                <a:gd name="connsiteY49" fmla="*/ 38177 h 65956"/>
                <a:gd name="connsiteX50" fmla="*/ 50042 w 92477"/>
                <a:gd name="connsiteY50" fmla="*/ 45506 h 65956"/>
                <a:gd name="connsiteX51" fmla="*/ 54160 w 92477"/>
                <a:gd name="connsiteY51" fmla="*/ 45157 h 65956"/>
                <a:gd name="connsiteX52" fmla="*/ 57790 w 92477"/>
                <a:gd name="connsiteY52" fmla="*/ 43831 h 65956"/>
                <a:gd name="connsiteX53" fmla="*/ 60581 w 92477"/>
                <a:gd name="connsiteY53" fmla="*/ 41109 h 65956"/>
                <a:gd name="connsiteX54" fmla="*/ 61558 w 92477"/>
                <a:gd name="connsiteY54" fmla="*/ 36643 h 65956"/>
                <a:gd name="connsiteX55" fmla="*/ 60023 w 92477"/>
                <a:gd name="connsiteY55" fmla="*/ 30291 h 65956"/>
                <a:gd name="connsiteX56" fmla="*/ 56254 w 92477"/>
                <a:gd name="connsiteY56" fmla="*/ 25196 h 65956"/>
                <a:gd name="connsiteX57" fmla="*/ 52276 w 92477"/>
                <a:gd name="connsiteY57" fmla="*/ 21985 h 65956"/>
                <a:gd name="connsiteX58" fmla="*/ 49414 w 92477"/>
                <a:gd name="connsiteY58" fmla="*/ 20450 h 65956"/>
                <a:gd name="connsiteX59" fmla="*/ 23730 w 92477"/>
                <a:gd name="connsiteY59" fmla="*/ 14029 h 65956"/>
                <a:gd name="connsiteX60" fmla="*/ 12284 w 92477"/>
                <a:gd name="connsiteY60" fmla="*/ 11167 h 65956"/>
                <a:gd name="connsiteX61" fmla="*/ 4537 w 92477"/>
                <a:gd name="connsiteY61" fmla="*/ 9213 h 65956"/>
                <a:gd name="connsiteX62" fmla="*/ 2303 w 92477"/>
                <a:gd name="connsiteY62" fmla="*/ 6910 h 65956"/>
                <a:gd name="connsiteX63" fmla="*/ 1535 w 92477"/>
                <a:gd name="connsiteY63" fmla="*/ 4188 h 65956"/>
                <a:gd name="connsiteX64" fmla="*/ 2582 w 92477"/>
                <a:gd name="connsiteY64" fmla="*/ 1257 h 65956"/>
                <a:gd name="connsiteX65" fmla="*/ 5444 w 92477"/>
                <a:gd name="connsiteY65" fmla="*/ 0 h 65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92477" h="65956">
                  <a:moveTo>
                    <a:pt x="5444" y="0"/>
                  </a:moveTo>
                  <a:cubicBezTo>
                    <a:pt x="6095" y="0"/>
                    <a:pt x="7189" y="210"/>
                    <a:pt x="8724" y="629"/>
                  </a:cubicBezTo>
                  <a:lnTo>
                    <a:pt x="63303" y="14309"/>
                  </a:lnTo>
                  <a:cubicBezTo>
                    <a:pt x="71400" y="16310"/>
                    <a:pt x="78286" y="20567"/>
                    <a:pt x="83962" y="27080"/>
                  </a:cubicBezTo>
                  <a:cubicBezTo>
                    <a:pt x="89639" y="33548"/>
                    <a:pt x="92477" y="40458"/>
                    <a:pt x="92477" y="47809"/>
                  </a:cubicBezTo>
                  <a:cubicBezTo>
                    <a:pt x="92477" y="52230"/>
                    <a:pt x="91291" y="55859"/>
                    <a:pt x="88918" y="58697"/>
                  </a:cubicBezTo>
                  <a:cubicBezTo>
                    <a:pt x="86591" y="61536"/>
                    <a:pt x="83637" y="62954"/>
                    <a:pt x="80054" y="62954"/>
                  </a:cubicBezTo>
                  <a:cubicBezTo>
                    <a:pt x="76890" y="62954"/>
                    <a:pt x="74540" y="62117"/>
                    <a:pt x="73005" y="60442"/>
                  </a:cubicBezTo>
                  <a:cubicBezTo>
                    <a:pt x="71516" y="58767"/>
                    <a:pt x="70771" y="56929"/>
                    <a:pt x="70771" y="54928"/>
                  </a:cubicBezTo>
                  <a:cubicBezTo>
                    <a:pt x="70771" y="54277"/>
                    <a:pt x="70864" y="53602"/>
                    <a:pt x="71050" y="52905"/>
                  </a:cubicBezTo>
                  <a:cubicBezTo>
                    <a:pt x="71237" y="52206"/>
                    <a:pt x="71725" y="51485"/>
                    <a:pt x="72516" y="50741"/>
                  </a:cubicBezTo>
                  <a:cubicBezTo>
                    <a:pt x="73307" y="49997"/>
                    <a:pt x="74377" y="49624"/>
                    <a:pt x="75727" y="49624"/>
                  </a:cubicBezTo>
                  <a:cubicBezTo>
                    <a:pt x="77913" y="49624"/>
                    <a:pt x="79868" y="50578"/>
                    <a:pt x="81589" y="52486"/>
                  </a:cubicBezTo>
                  <a:cubicBezTo>
                    <a:pt x="82380" y="53417"/>
                    <a:pt x="82869" y="54325"/>
                    <a:pt x="83055" y="55208"/>
                  </a:cubicBezTo>
                  <a:cubicBezTo>
                    <a:pt x="83241" y="56046"/>
                    <a:pt x="83334" y="57185"/>
                    <a:pt x="83334" y="58627"/>
                  </a:cubicBezTo>
                  <a:cubicBezTo>
                    <a:pt x="84637" y="58069"/>
                    <a:pt x="85731" y="57278"/>
                    <a:pt x="86614" y="56254"/>
                  </a:cubicBezTo>
                  <a:cubicBezTo>
                    <a:pt x="87499" y="55231"/>
                    <a:pt x="88104" y="54138"/>
                    <a:pt x="88429" y="52975"/>
                  </a:cubicBezTo>
                  <a:cubicBezTo>
                    <a:pt x="88802" y="51811"/>
                    <a:pt x="89034" y="50856"/>
                    <a:pt x="89127" y="50113"/>
                  </a:cubicBezTo>
                  <a:cubicBezTo>
                    <a:pt x="89267" y="49322"/>
                    <a:pt x="89337" y="48554"/>
                    <a:pt x="89337" y="47809"/>
                  </a:cubicBezTo>
                  <a:cubicBezTo>
                    <a:pt x="89337" y="41854"/>
                    <a:pt x="86335" y="36596"/>
                    <a:pt x="80333" y="32036"/>
                  </a:cubicBezTo>
                  <a:cubicBezTo>
                    <a:pt x="78518" y="30687"/>
                    <a:pt x="76704" y="29524"/>
                    <a:pt x="74889" y="28546"/>
                  </a:cubicBezTo>
                  <a:cubicBezTo>
                    <a:pt x="73121" y="27523"/>
                    <a:pt x="71144" y="26638"/>
                    <a:pt x="68957" y="25894"/>
                  </a:cubicBezTo>
                  <a:cubicBezTo>
                    <a:pt x="66816" y="25149"/>
                    <a:pt x="65164" y="24615"/>
                    <a:pt x="64001" y="24288"/>
                  </a:cubicBezTo>
                  <a:cubicBezTo>
                    <a:pt x="62838" y="23917"/>
                    <a:pt x="60930" y="23405"/>
                    <a:pt x="58278" y="22754"/>
                  </a:cubicBezTo>
                  <a:cubicBezTo>
                    <a:pt x="62605" y="27080"/>
                    <a:pt x="64769" y="31896"/>
                    <a:pt x="64769" y="37201"/>
                  </a:cubicBezTo>
                  <a:cubicBezTo>
                    <a:pt x="64769" y="39435"/>
                    <a:pt x="64467" y="41552"/>
                    <a:pt x="63862" y="43553"/>
                  </a:cubicBezTo>
                  <a:cubicBezTo>
                    <a:pt x="63257" y="45506"/>
                    <a:pt x="62326" y="47344"/>
                    <a:pt x="61070" y="49065"/>
                  </a:cubicBezTo>
                  <a:cubicBezTo>
                    <a:pt x="59767" y="50788"/>
                    <a:pt x="57976" y="52160"/>
                    <a:pt x="55696" y="53183"/>
                  </a:cubicBezTo>
                  <a:cubicBezTo>
                    <a:pt x="53416" y="54161"/>
                    <a:pt x="50764" y="54649"/>
                    <a:pt x="47739" y="54649"/>
                  </a:cubicBezTo>
                  <a:cubicBezTo>
                    <a:pt x="44529" y="54649"/>
                    <a:pt x="40737" y="54021"/>
                    <a:pt x="36363" y="52765"/>
                  </a:cubicBezTo>
                  <a:cubicBezTo>
                    <a:pt x="31989" y="51509"/>
                    <a:pt x="25777" y="49368"/>
                    <a:pt x="17728" y="46343"/>
                  </a:cubicBezTo>
                  <a:cubicBezTo>
                    <a:pt x="13214" y="44715"/>
                    <a:pt x="9864" y="43901"/>
                    <a:pt x="7677" y="43901"/>
                  </a:cubicBezTo>
                  <a:cubicBezTo>
                    <a:pt x="6607" y="43901"/>
                    <a:pt x="5746" y="44018"/>
                    <a:pt x="5095" y="44250"/>
                  </a:cubicBezTo>
                  <a:cubicBezTo>
                    <a:pt x="4397" y="44482"/>
                    <a:pt x="3932" y="44831"/>
                    <a:pt x="3699" y="45297"/>
                  </a:cubicBezTo>
                  <a:cubicBezTo>
                    <a:pt x="3420" y="45762"/>
                    <a:pt x="3257" y="46135"/>
                    <a:pt x="3211" y="46413"/>
                  </a:cubicBezTo>
                  <a:cubicBezTo>
                    <a:pt x="3164" y="46646"/>
                    <a:pt x="3141" y="46994"/>
                    <a:pt x="3141" y="47461"/>
                  </a:cubicBezTo>
                  <a:cubicBezTo>
                    <a:pt x="3141" y="50207"/>
                    <a:pt x="4537" y="52859"/>
                    <a:pt x="7328" y="55417"/>
                  </a:cubicBezTo>
                  <a:cubicBezTo>
                    <a:pt x="10120" y="57976"/>
                    <a:pt x="14633" y="60140"/>
                    <a:pt x="20869" y="61908"/>
                  </a:cubicBezTo>
                  <a:cubicBezTo>
                    <a:pt x="22032" y="62279"/>
                    <a:pt x="22753" y="62582"/>
                    <a:pt x="23032" y="62816"/>
                  </a:cubicBezTo>
                  <a:cubicBezTo>
                    <a:pt x="23311" y="63048"/>
                    <a:pt x="23451" y="63513"/>
                    <a:pt x="23451" y="64212"/>
                  </a:cubicBezTo>
                  <a:cubicBezTo>
                    <a:pt x="23404" y="65375"/>
                    <a:pt x="22916" y="65956"/>
                    <a:pt x="21985" y="65956"/>
                  </a:cubicBezTo>
                  <a:cubicBezTo>
                    <a:pt x="21613" y="65956"/>
                    <a:pt x="20706" y="65746"/>
                    <a:pt x="19263" y="65328"/>
                  </a:cubicBezTo>
                  <a:cubicBezTo>
                    <a:pt x="17774" y="64909"/>
                    <a:pt x="15936" y="64212"/>
                    <a:pt x="13750" y="63234"/>
                  </a:cubicBezTo>
                  <a:cubicBezTo>
                    <a:pt x="11516" y="62211"/>
                    <a:pt x="9399" y="61001"/>
                    <a:pt x="7398" y="59605"/>
                  </a:cubicBezTo>
                  <a:cubicBezTo>
                    <a:pt x="5351" y="58209"/>
                    <a:pt x="3606" y="56416"/>
                    <a:pt x="2164" y="54231"/>
                  </a:cubicBezTo>
                  <a:cubicBezTo>
                    <a:pt x="721" y="51997"/>
                    <a:pt x="0" y="49600"/>
                    <a:pt x="0" y="47042"/>
                  </a:cubicBezTo>
                  <a:cubicBezTo>
                    <a:pt x="0" y="43551"/>
                    <a:pt x="1140" y="40737"/>
                    <a:pt x="3420" y="38597"/>
                  </a:cubicBezTo>
                  <a:cubicBezTo>
                    <a:pt x="5653" y="36410"/>
                    <a:pt x="8422" y="35317"/>
                    <a:pt x="11725" y="35317"/>
                  </a:cubicBezTo>
                  <a:cubicBezTo>
                    <a:pt x="13075" y="35317"/>
                    <a:pt x="14354" y="35503"/>
                    <a:pt x="15564" y="35875"/>
                  </a:cubicBezTo>
                  <a:cubicBezTo>
                    <a:pt x="16727" y="36200"/>
                    <a:pt x="18868" y="36967"/>
                    <a:pt x="21985" y="38177"/>
                  </a:cubicBezTo>
                  <a:cubicBezTo>
                    <a:pt x="34548" y="43063"/>
                    <a:pt x="43901" y="45506"/>
                    <a:pt x="50042" y="45506"/>
                  </a:cubicBezTo>
                  <a:cubicBezTo>
                    <a:pt x="51531" y="45506"/>
                    <a:pt x="52904" y="45390"/>
                    <a:pt x="54160" y="45157"/>
                  </a:cubicBezTo>
                  <a:cubicBezTo>
                    <a:pt x="55370" y="44879"/>
                    <a:pt x="56580" y="44436"/>
                    <a:pt x="57790" y="43831"/>
                  </a:cubicBezTo>
                  <a:cubicBezTo>
                    <a:pt x="58953" y="43226"/>
                    <a:pt x="59883" y="42319"/>
                    <a:pt x="60581" y="41109"/>
                  </a:cubicBezTo>
                  <a:cubicBezTo>
                    <a:pt x="61233" y="39853"/>
                    <a:pt x="61558" y="38363"/>
                    <a:pt x="61558" y="36643"/>
                  </a:cubicBezTo>
                  <a:cubicBezTo>
                    <a:pt x="61558" y="34455"/>
                    <a:pt x="61047" y="32338"/>
                    <a:pt x="60023" y="30291"/>
                  </a:cubicBezTo>
                  <a:cubicBezTo>
                    <a:pt x="58953" y="28198"/>
                    <a:pt x="57696" y="26499"/>
                    <a:pt x="56254" y="25196"/>
                  </a:cubicBezTo>
                  <a:cubicBezTo>
                    <a:pt x="54812" y="23847"/>
                    <a:pt x="53486" y="22776"/>
                    <a:pt x="52276" y="21985"/>
                  </a:cubicBezTo>
                  <a:cubicBezTo>
                    <a:pt x="51019" y="21148"/>
                    <a:pt x="50066" y="20637"/>
                    <a:pt x="49414" y="20450"/>
                  </a:cubicBezTo>
                  <a:lnTo>
                    <a:pt x="23730" y="14029"/>
                  </a:lnTo>
                  <a:lnTo>
                    <a:pt x="12284" y="11167"/>
                  </a:lnTo>
                  <a:cubicBezTo>
                    <a:pt x="8143" y="10283"/>
                    <a:pt x="5560" y="9632"/>
                    <a:pt x="4537" y="9213"/>
                  </a:cubicBezTo>
                  <a:cubicBezTo>
                    <a:pt x="3560" y="8655"/>
                    <a:pt x="2815" y="7888"/>
                    <a:pt x="2303" y="6910"/>
                  </a:cubicBezTo>
                  <a:cubicBezTo>
                    <a:pt x="1791" y="5933"/>
                    <a:pt x="1535" y="5025"/>
                    <a:pt x="1535" y="4188"/>
                  </a:cubicBezTo>
                  <a:cubicBezTo>
                    <a:pt x="1535" y="3024"/>
                    <a:pt x="1884" y="2049"/>
                    <a:pt x="2582" y="1257"/>
                  </a:cubicBezTo>
                  <a:cubicBezTo>
                    <a:pt x="3280" y="419"/>
                    <a:pt x="4234" y="0"/>
                    <a:pt x="5444" y="0"/>
                  </a:cubicBezTo>
                  <a:close/>
                </a:path>
              </a:pathLst>
            </a:custGeom>
            <a:solidFill>
              <a:srgbClr val="000000"/>
            </a:solidFill>
            <a:ln w="14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252" name="Group 1251">
            <a:extLst>
              <a:ext uri="{FF2B5EF4-FFF2-40B4-BE49-F238E27FC236}">
                <a16:creationId xmlns:a16="http://schemas.microsoft.com/office/drawing/2014/main" id="{033ED494-3A1B-1426-4047-E790D5D0C819}"/>
              </a:ext>
            </a:extLst>
          </p:cNvPr>
          <p:cNvGrpSpPr/>
          <p:nvPr/>
        </p:nvGrpSpPr>
        <p:grpSpPr>
          <a:xfrm>
            <a:off x="4426652" y="2651641"/>
            <a:ext cx="2915191" cy="1867169"/>
            <a:chOff x="4426652" y="2651641"/>
            <a:chExt cx="2915191" cy="1867169"/>
          </a:xfrm>
        </p:grpSpPr>
        <p:sp>
          <p:nvSpPr>
            <p:cNvPr id="952" name="Freeform 951">
              <a:extLst>
                <a:ext uri="{FF2B5EF4-FFF2-40B4-BE49-F238E27FC236}">
                  <a16:creationId xmlns:a16="http://schemas.microsoft.com/office/drawing/2014/main" id="{5A6933B7-14B8-5C9F-1270-764BCED28620}"/>
                </a:ext>
              </a:extLst>
            </p:cNvPr>
            <p:cNvSpPr/>
            <p:nvPr/>
          </p:nvSpPr>
          <p:spPr>
            <a:xfrm>
              <a:off x="4426652" y="3056528"/>
              <a:ext cx="2915191" cy="294022"/>
            </a:xfrm>
            <a:custGeom>
              <a:avLst/>
              <a:gdLst>
                <a:gd name="connsiteX0" fmla="*/ 0 w 2915191"/>
                <a:gd name="connsiteY0" fmla="*/ 88823 h 294022"/>
                <a:gd name="connsiteX1" fmla="*/ 9750 w 2915191"/>
                <a:gd name="connsiteY1" fmla="*/ 117599 h 294022"/>
                <a:gd name="connsiteX2" fmla="*/ 19500 w 2915191"/>
                <a:gd name="connsiteY2" fmla="*/ 105220 h 294022"/>
                <a:gd name="connsiteX3" fmla="*/ 29250 w 2915191"/>
                <a:gd name="connsiteY3" fmla="*/ 130896 h 294022"/>
                <a:gd name="connsiteX4" fmla="*/ 39000 w 2915191"/>
                <a:gd name="connsiteY4" fmla="*/ 116906 h 294022"/>
                <a:gd name="connsiteX5" fmla="*/ 48749 w 2915191"/>
                <a:gd name="connsiteY5" fmla="*/ 129489 h 294022"/>
                <a:gd name="connsiteX6" fmla="*/ 58499 w 2915191"/>
                <a:gd name="connsiteY6" fmla="*/ 113593 h 294022"/>
                <a:gd name="connsiteX7" fmla="*/ 68249 w 2915191"/>
                <a:gd name="connsiteY7" fmla="*/ 137768 h 294022"/>
                <a:gd name="connsiteX8" fmla="*/ 77998 w 2915191"/>
                <a:gd name="connsiteY8" fmla="*/ 127097 h 294022"/>
                <a:gd name="connsiteX9" fmla="*/ 87748 w 2915191"/>
                <a:gd name="connsiteY9" fmla="*/ 120318 h 294022"/>
                <a:gd name="connsiteX10" fmla="*/ 97497 w 2915191"/>
                <a:gd name="connsiteY10" fmla="*/ 120345 h 294022"/>
                <a:gd name="connsiteX11" fmla="*/ 107247 w 2915191"/>
                <a:gd name="connsiteY11" fmla="*/ 126805 h 294022"/>
                <a:gd name="connsiteX12" fmla="*/ 116997 w 2915191"/>
                <a:gd name="connsiteY12" fmla="*/ 149236 h 294022"/>
                <a:gd name="connsiteX13" fmla="*/ 126747 w 2915191"/>
                <a:gd name="connsiteY13" fmla="*/ 151296 h 294022"/>
                <a:gd name="connsiteX14" fmla="*/ 136497 w 2915191"/>
                <a:gd name="connsiteY14" fmla="*/ 112168 h 294022"/>
                <a:gd name="connsiteX15" fmla="*/ 146247 w 2915191"/>
                <a:gd name="connsiteY15" fmla="*/ 83950 h 294022"/>
                <a:gd name="connsiteX16" fmla="*/ 155997 w 2915191"/>
                <a:gd name="connsiteY16" fmla="*/ 95386 h 294022"/>
                <a:gd name="connsiteX17" fmla="*/ 165747 w 2915191"/>
                <a:gd name="connsiteY17" fmla="*/ 100252 h 294022"/>
                <a:gd name="connsiteX18" fmla="*/ 175497 w 2915191"/>
                <a:gd name="connsiteY18" fmla="*/ 108676 h 294022"/>
                <a:gd name="connsiteX19" fmla="*/ 185247 w 2915191"/>
                <a:gd name="connsiteY19" fmla="*/ 104166 h 294022"/>
                <a:gd name="connsiteX20" fmla="*/ 194996 w 2915191"/>
                <a:gd name="connsiteY20" fmla="*/ 144630 h 294022"/>
                <a:gd name="connsiteX21" fmla="*/ 204746 w 2915191"/>
                <a:gd name="connsiteY21" fmla="*/ 153351 h 294022"/>
                <a:gd name="connsiteX22" fmla="*/ 214495 w 2915191"/>
                <a:gd name="connsiteY22" fmla="*/ 172612 h 294022"/>
                <a:gd name="connsiteX23" fmla="*/ 224245 w 2915191"/>
                <a:gd name="connsiteY23" fmla="*/ 176852 h 294022"/>
                <a:gd name="connsiteX24" fmla="*/ 233995 w 2915191"/>
                <a:gd name="connsiteY24" fmla="*/ 162874 h 294022"/>
                <a:gd name="connsiteX25" fmla="*/ 243744 w 2915191"/>
                <a:gd name="connsiteY25" fmla="*/ 172076 h 294022"/>
                <a:gd name="connsiteX26" fmla="*/ 253494 w 2915191"/>
                <a:gd name="connsiteY26" fmla="*/ 166469 h 294022"/>
                <a:gd name="connsiteX27" fmla="*/ 263244 w 2915191"/>
                <a:gd name="connsiteY27" fmla="*/ 137893 h 294022"/>
                <a:gd name="connsiteX28" fmla="*/ 272994 w 2915191"/>
                <a:gd name="connsiteY28" fmla="*/ 101724 h 294022"/>
                <a:gd name="connsiteX29" fmla="*/ 282744 w 2915191"/>
                <a:gd name="connsiteY29" fmla="*/ 85466 h 294022"/>
                <a:gd name="connsiteX30" fmla="*/ 292494 w 2915191"/>
                <a:gd name="connsiteY30" fmla="*/ 99969 h 294022"/>
                <a:gd name="connsiteX31" fmla="*/ 302244 w 2915191"/>
                <a:gd name="connsiteY31" fmla="*/ 141604 h 294022"/>
                <a:gd name="connsiteX32" fmla="*/ 311994 w 2915191"/>
                <a:gd name="connsiteY32" fmla="*/ 171863 h 294022"/>
                <a:gd name="connsiteX33" fmla="*/ 321744 w 2915191"/>
                <a:gd name="connsiteY33" fmla="*/ 125205 h 294022"/>
                <a:gd name="connsiteX34" fmla="*/ 331493 w 2915191"/>
                <a:gd name="connsiteY34" fmla="*/ 108909 h 294022"/>
                <a:gd name="connsiteX35" fmla="*/ 341243 w 2915191"/>
                <a:gd name="connsiteY35" fmla="*/ 120302 h 294022"/>
                <a:gd name="connsiteX36" fmla="*/ 350993 w 2915191"/>
                <a:gd name="connsiteY36" fmla="*/ 105439 h 294022"/>
                <a:gd name="connsiteX37" fmla="*/ 360742 w 2915191"/>
                <a:gd name="connsiteY37" fmla="*/ 85578 h 294022"/>
                <a:gd name="connsiteX38" fmla="*/ 370492 w 2915191"/>
                <a:gd name="connsiteY38" fmla="*/ 106581 h 294022"/>
                <a:gd name="connsiteX39" fmla="*/ 380241 w 2915191"/>
                <a:gd name="connsiteY39" fmla="*/ 115577 h 294022"/>
                <a:gd name="connsiteX40" fmla="*/ 389991 w 2915191"/>
                <a:gd name="connsiteY40" fmla="*/ 124116 h 294022"/>
                <a:gd name="connsiteX41" fmla="*/ 399741 w 2915191"/>
                <a:gd name="connsiteY41" fmla="*/ 124159 h 294022"/>
                <a:gd name="connsiteX42" fmla="*/ 409491 w 2915191"/>
                <a:gd name="connsiteY42" fmla="*/ 139626 h 294022"/>
                <a:gd name="connsiteX43" fmla="*/ 419241 w 2915191"/>
                <a:gd name="connsiteY43" fmla="*/ 124913 h 294022"/>
                <a:gd name="connsiteX44" fmla="*/ 428991 w 2915191"/>
                <a:gd name="connsiteY44" fmla="*/ 136884 h 294022"/>
                <a:gd name="connsiteX45" fmla="*/ 438741 w 2915191"/>
                <a:gd name="connsiteY45" fmla="*/ 158114 h 294022"/>
                <a:gd name="connsiteX46" fmla="*/ 448491 w 2915191"/>
                <a:gd name="connsiteY46" fmla="*/ 134676 h 294022"/>
                <a:gd name="connsiteX47" fmla="*/ 458241 w 2915191"/>
                <a:gd name="connsiteY47" fmla="*/ 145839 h 294022"/>
                <a:gd name="connsiteX48" fmla="*/ 467991 w 2915191"/>
                <a:gd name="connsiteY48" fmla="*/ 135785 h 294022"/>
                <a:gd name="connsiteX49" fmla="*/ 477740 w 2915191"/>
                <a:gd name="connsiteY49" fmla="*/ 160110 h 294022"/>
                <a:gd name="connsiteX50" fmla="*/ 487490 w 2915191"/>
                <a:gd name="connsiteY50" fmla="*/ 161708 h 294022"/>
                <a:gd name="connsiteX51" fmla="*/ 497239 w 2915191"/>
                <a:gd name="connsiteY51" fmla="*/ 141812 h 294022"/>
                <a:gd name="connsiteX52" fmla="*/ 506989 w 2915191"/>
                <a:gd name="connsiteY52" fmla="*/ 138546 h 294022"/>
                <a:gd name="connsiteX53" fmla="*/ 516738 w 2915191"/>
                <a:gd name="connsiteY53" fmla="*/ 124549 h 294022"/>
                <a:gd name="connsiteX54" fmla="*/ 526488 w 2915191"/>
                <a:gd name="connsiteY54" fmla="*/ 144665 h 294022"/>
                <a:gd name="connsiteX55" fmla="*/ 536238 w 2915191"/>
                <a:gd name="connsiteY55" fmla="*/ 163293 h 294022"/>
                <a:gd name="connsiteX56" fmla="*/ 545988 w 2915191"/>
                <a:gd name="connsiteY56" fmla="*/ 187925 h 294022"/>
                <a:gd name="connsiteX57" fmla="*/ 555738 w 2915191"/>
                <a:gd name="connsiteY57" fmla="*/ 207361 h 294022"/>
                <a:gd name="connsiteX58" fmla="*/ 565488 w 2915191"/>
                <a:gd name="connsiteY58" fmla="*/ 204508 h 294022"/>
                <a:gd name="connsiteX59" fmla="*/ 575238 w 2915191"/>
                <a:gd name="connsiteY59" fmla="*/ 186903 h 294022"/>
                <a:gd name="connsiteX60" fmla="*/ 584988 w 2915191"/>
                <a:gd name="connsiteY60" fmla="*/ 203547 h 294022"/>
                <a:gd name="connsiteX61" fmla="*/ 594738 w 2915191"/>
                <a:gd name="connsiteY61" fmla="*/ 211618 h 294022"/>
                <a:gd name="connsiteX62" fmla="*/ 604488 w 2915191"/>
                <a:gd name="connsiteY62" fmla="*/ 224666 h 294022"/>
                <a:gd name="connsiteX63" fmla="*/ 614237 w 2915191"/>
                <a:gd name="connsiteY63" fmla="*/ 227950 h 294022"/>
                <a:gd name="connsiteX64" fmla="*/ 623987 w 2915191"/>
                <a:gd name="connsiteY64" fmla="*/ 199187 h 294022"/>
                <a:gd name="connsiteX65" fmla="*/ 633736 w 2915191"/>
                <a:gd name="connsiteY65" fmla="*/ 206686 h 294022"/>
                <a:gd name="connsiteX66" fmla="*/ 643486 w 2915191"/>
                <a:gd name="connsiteY66" fmla="*/ 225596 h 294022"/>
                <a:gd name="connsiteX67" fmla="*/ 653236 w 2915191"/>
                <a:gd name="connsiteY67" fmla="*/ 216457 h 294022"/>
                <a:gd name="connsiteX68" fmla="*/ 662985 w 2915191"/>
                <a:gd name="connsiteY68" fmla="*/ 250211 h 294022"/>
                <a:gd name="connsiteX69" fmla="*/ 672735 w 2915191"/>
                <a:gd name="connsiteY69" fmla="*/ 284904 h 294022"/>
                <a:gd name="connsiteX70" fmla="*/ 682485 w 2915191"/>
                <a:gd name="connsiteY70" fmla="*/ 292540 h 294022"/>
                <a:gd name="connsiteX71" fmla="*/ 692235 w 2915191"/>
                <a:gd name="connsiteY71" fmla="*/ 272724 h 294022"/>
                <a:gd name="connsiteX72" fmla="*/ 701985 w 2915191"/>
                <a:gd name="connsiteY72" fmla="*/ 249901 h 294022"/>
                <a:gd name="connsiteX73" fmla="*/ 711735 w 2915191"/>
                <a:gd name="connsiteY73" fmla="*/ 257602 h 294022"/>
                <a:gd name="connsiteX74" fmla="*/ 721485 w 2915191"/>
                <a:gd name="connsiteY74" fmla="*/ 273985 h 294022"/>
                <a:gd name="connsiteX75" fmla="*/ 731235 w 2915191"/>
                <a:gd name="connsiteY75" fmla="*/ 264773 h 294022"/>
                <a:gd name="connsiteX76" fmla="*/ 740985 w 2915191"/>
                <a:gd name="connsiteY76" fmla="*/ 251513 h 294022"/>
                <a:gd name="connsiteX77" fmla="*/ 750734 w 2915191"/>
                <a:gd name="connsiteY77" fmla="*/ 258323 h 294022"/>
                <a:gd name="connsiteX78" fmla="*/ 760484 w 2915191"/>
                <a:gd name="connsiteY78" fmla="*/ 254564 h 294022"/>
                <a:gd name="connsiteX79" fmla="*/ 770233 w 2915191"/>
                <a:gd name="connsiteY79" fmla="*/ 246545 h 294022"/>
                <a:gd name="connsiteX80" fmla="*/ 779983 w 2915191"/>
                <a:gd name="connsiteY80" fmla="*/ 285625 h 294022"/>
                <a:gd name="connsiteX81" fmla="*/ 789733 w 2915191"/>
                <a:gd name="connsiteY81" fmla="*/ 294022 h 294022"/>
                <a:gd name="connsiteX82" fmla="*/ 799482 w 2915191"/>
                <a:gd name="connsiteY82" fmla="*/ 263159 h 294022"/>
                <a:gd name="connsiteX83" fmla="*/ 809232 w 2915191"/>
                <a:gd name="connsiteY83" fmla="*/ 276254 h 294022"/>
                <a:gd name="connsiteX84" fmla="*/ 818982 w 2915191"/>
                <a:gd name="connsiteY84" fmla="*/ 265847 h 294022"/>
                <a:gd name="connsiteX85" fmla="*/ 828732 w 2915191"/>
                <a:gd name="connsiteY85" fmla="*/ 251528 h 294022"/>
                <a:gd name="connsiteX86" fmla="*/ 838482 w 2915191"/>
                <a:gd name="connsiteY86" fmla="*/ 237314 h 294022"/>
                <a:gd name="connsiteX87" fmla="*/ 848232 w 2915191"/>
                <a:gd name="connsiteY87" fmla="*/ 211981 h 294022"/>
                <a:gd name="connsiteX88" fmla="*/ 857982 w 2915191"/>
                <a:gd name="connsiteY88" fmla="*/ 225869 h 294022"/>
                <a:gd name="connsiteX89" fmla="*/ 867732 w 2915191"/>
                <a:gd name="connsiteY89" fmla="*/ 231666 h 294022"/>
                <a:gd name="connsiteX90" fmla="*/ 877482 w 2915191"/>
                <a:gd name="connsiteY90" fmla="*/ 209849 h 294022"/>
                <a:gd name="connsiteX91" fmla="*/ 887231 w 2915191"/>
                <a:gd name="connsiteY91" fmla="*/ 174251 h 294022"/>
                <a:gd name="connsiteX92" fmla="*/ 896981 w 2915191"/>
                <a:gd name="connsiteY92" fmla="*/ 195478 h 294022"/>
                <a:gd name="connsiteX93" fmla="*/ 906730 w 2915191"/>
                <a:gd name="connsiteY93" fmla="*/ 207957 h 294022"/>
                <a:gd name="connsiteX94" fmla="*/ 916480 w 2915191"/>
                <a:gd name="connsiteY94" fmla="*/ 215475 h 294022"/>
                <a:gd name="connsiteX95" fmla="*/ 926230 w 2915191"/>
                <a:gd name="connsiteY95" fmla="*/ 240543 h 294022"/>
                <a:gd name="connsiteX96" fmla="*/ 935979 w 2915191"/>
                <a:gd name="connsiteY96" fmla="*/ 241809 h 294022"/>
                <a:gd name="connsiteX97" fmla="*/ 945729 w 2915191"/>
                <a:gd name="connsiteY97" fmla="*/ 226515 h 294022"/>
                <a:gd name="connsiteX98" fmla="*/ 955479 w 2915191"/>
                <a:gd name="connsiteY98" fmla="*/ 265956 h 294022"/>
                <a:gd name="connsiteX99" fmla="*/ 965229 w 2915191"/>
                <a:gd name="connsiteY99" fmla="*/ 285234 h 294022"/>
                <a:gd name="connsiteX100" fmla="*/ 974979 w 2915191"/>
                <a:gd name="connsiteY100" fmla="*/ 251979 h 294022"/>
                <a:gd name="connsiteX101" fmla="*/ 984729 w 2915191"/>
                <a:gd name="connsiteY101" fmla="*/ 248460 h 294022"/>
                <a:gd name="connsiteX102" fmla="*/ 994474 w 2915191"/>
                <a:gd name="connsiteY102" fmla="*/ 290846 h 294022"/>
                <a:gd name="connsiteX103" fmla="*/ 1004233 w 2915191"/>
                <a:gd name="connsiteY103" fmla="*/ 271777 h 294022"/>
                <a:gd name="connsiteX104" fmla="*/ 1013977 w 2915191"/>
                <a:gd name="connsiteY104" fmla="*/ 281124 h 294022"/>
                <a:gd name="connsiteX105" fmla="*/ 1023721 w 2915191"/>
                <a:gd name="connsiteY105" fmla="*/ 238150 h 294022"/>
                <a:gd name="connsiteX106" fmla="*/ 1033480 w 2915191"/>
                <a:gd name="connsiteY106" fmla="*/ 221876 h 294022"/>
                <a:gd name="connsiteX107" fmla="*/ 1043224 w 2915191"/>
                <a:gd name="connsiteY107" fmla="*/ 215091 h 294022"/>
                <a:gd name="connsiteX108" fmla="*/ 1052983 w 2915191"/>
                <a:gd name="connsiteY108" fmla="*/ 203730 h 294022"/>
                <a:gd name="connsiteX109" fmla="*/ 1062727 w 2915191"/>
                <a:gd name="connsiteY109" fmla="*/ 222635 h 294022"/>
                <a:gd name="connsiteX110" fmla="*/ 1072471 w 2915191"/>
                <a:gd name="connsiteY110" fmla="*/ 229628 h 294022"/>
                <a:gd name="connsiteX111" fmla="*/ 1082230 w 2915191"/>
                <a:gd name="connsiteY111" fmla="*/ 203472 h 294022"/>
                <a:gd name="connsiteX112" fmla="*/ 1091973 w 2915191"/>
                <a:gd name="connsiteY112" fmla="*/ 210995 h 294022"/>
                <a:gd name="connsiteX113" fmla="*/ 1101732 w 2915191"/>
                <a:gd name="connsiteY113" fmla="*/ 214958 h 294022"/>
                <a:gd name="connsiteX114" fmla="*/ 1111476 w 2915191"/>
                <a:gd name="connsiteY114" fmla="*/ 220185 h 294022"/>
                <a:gd name="connsiteX115" fmla="*/ 1121220 w 2915191"/>
                <a:gd name="connsiteY115" fmla="*/ 209840 h 294022"/>
                <a:gd name="connsiteX116" fmla="*/ 1130979 w 2915191"/>
                <a:gd name="connsiteY116" fmla="*/ 194439 h 294022"/>
                <a:gd name="connsiteX117" fmla="*/ 1140723 w 2915191"/>
                <a:gd name="connsiteY117" fmla="*/ 165298 h 294022"/>
                <a:gd name="connsiteX118" fmla="*/ 1150482 w 2915191"/>
                <a:gd name="connsiteY118" fmla="*/ 173819 h 294022"/>
                <a:gd name="connsiteX119" fmla="*/ 1160226 w 2915191"/>
                <a:gd name="connsiteY119" fmla="*/ 178885 h 294022"/>
                <a:gd name="connsiteX120" fmla="*/ 1169969 w 2915191"/>
                <a:gd name="connsiteY120" fmla="*/ 168470 h 294022"/>
                <a:gd name="connsiteX121" fmla="*/ 1179728 w 2915191"/>
                <a:gd name="connsiteY121" fmla="*/ 200701 h 294022"/>
                <a:gd name="connsiteX122" fmla="*/ 1189472 w 2915191"/>
                <a:gd name="connsiteY122" fmla="*/ 219021 h 294022"/>
                <a:gd name="connsiteX123" fmla="*/ 1199231 w 2915191"/>
                <a:gd name="connsiteY123" fmla="*/ 244145 h 294022"/>
                <a:gd name="connsiteX124" fmla="*/ 1208975 w 2915191"/>
                <a:gd name="connsiteY124" fmla="*/ 230782 h 294022"/>
                <a:gd name="connsiteX125" fmla="*/ 1218719 w 2915191"/>
                <a:gd name="connsiteY125" fmla="*/ 215657 h 294022"/>
                <a:gd name="connsiteX126" fmla="*/ 1228478 w 2915191"/>
                <a:gd name="connsiteY126" fmla="*/ 225577 h 294022"/>
                <a:gd name="connsiteX127" fmla="*/ 1238222 w 2915191"/>
                <a:gd name="connsiteY127" fmla="*/ 158783 h 294022"/>
                <a:gd name="connsiteX128" fmla="*/ 1247966 w 2915191"/>
                <a:gd name="connsiteY128" fmla="*/ 123364 h 294022"/>
                <a:gd name="connsiteX129" fmla="*/ 1257725 w 2915191"/>
                <a:gd name="connsiteY129" fmla="*/ 156645 h 294022"/>
                <a:gd name="connsiteX130" fmla="*/ 1267469 w 2915191"/>
                <a:gd name="connsiteY130" fmla="*/ 160583 h 294022"/>
                <a:gd name="connsiteX131" fmla="*/ 1277227 w 2915191"/>
                <a:gd name="connsiteY131" fmla="*/ 166714 h 294022"/>
                <a:gd name="connsiteX132" fmla="*/ 1286971 w 2915191"/>
                <a:gd name="connsiteY132" fmla="*/ 165888 h 294022"/>
                <a:gd name="connsiteX133" fmla="*/ 1296715 w 2915191"/>
                <a:gd name="connsiteY133" fmla="*/ 146433 h 294022"/>
                <a:gd name="connsiteX134" fmla="*/ 1306474 w 2915191"/>
                <a:gd name="connsiteY134" fmla="*/ 147364 h 294022"/>
                <a:gd name="connsiteX135" fmla="*/ 1316218 w 2915191"/>
                <a:gd name="connsiteY135" fmla="*/ 131108 h 294022"/>
                <a:gd name="connsiteX136" fmla="*/ 1325977 w 2915191"/>
                <a:gd name="connsiteY136" fmla="*/ 164026 h 294022"/>
                <a:gd name="connsiteX137" fmla="*/ 1335721 w 2915191"/>
                <a:gd name="connsiteY137" fmla="*/ 172590 h 294022"/>
                <a:gd name="connsiteX138" fmla="*/ 1345465 w 2915191"/>
                <a:gd name="connsiteY138" fmla="*/ 163601 h 294022"/>
                <a:gd name="connsiteX139" fmla="*/ 1355224 w 2915191"/>
                <a:gd name="connsiteY139" fmla="*/ 125280 h 294022"/>
                <a:gd name="connsiteX140" fmla="*/ 1364967 w 2915191"/>
                <a:gd name="connsiteY140" fmla="*/ 78561 h 294022"/>
                <a:gd name="connsiteX141" fmla="*/ 1374726 w 2915191"/>
                <a:gd name="connsiteY141" fmla="*/ 83713 h 294022"/>
                <a:gd name="connsiteX142" fmla="*/ 1384470 w 2915191"/>
                <a:gd name="connsiteY142" fmla="*/ 101760 h 294022"/>
                <a:gd name="connsiteX143" fmla="*/ 1394214 w 2915191"/>
                <a:gd name="connsiteY143" fmla="*/ 95991 h 294022"/>
                <a:gd name="connsiteX144" fmla="*/ 1403973 w 2915191"/>
                <a:gd name="connsiteY144" fmla="*/ 93664 h 294022"/>
                <a:gd name="connsiteX145" fmla="*/ 1413717 w 2915191"/>
                <a:gd name="connsiteY145" fmla="*/ 110098 h 294022"/>
                <a:gd name="connsiteX146" fmla="*/ 1423476 w 2915191"/>
                <a:gd name="connsiteY146" fmla="*/ 120083 h 294022"/>
                <a:gd name="connsiteX147" fmla="*/ 1433220 w 2915191"/>
                <a:gd name="connsiteY147" fmla="*/ 105331 h 294022"/>
                <a:gd name="connsiteX148" fmla="*/ 1442964 w 2915191"/>
                <a:gd name="connsiteY148" fmla="*/ 103761 h 294022"/>
                <a:gd name="connsiteX149" fmla="*/ 1452722 w 2915191"/>
                <a:gd name="connsiteY149" fmla="*/ 88391 h 294022"/>
                <a:gd name="connsiteX150" fmla="*/ 1462466 w 2915191"/>
                <a:gd name="connsiteY150" fmla="*/ 109116 h 294022"/>
                <a:gd name="connsiteX151" fmla="*/ 1472225 w 2915191"/>
                <a:gd name="connsiteY151" fmla="*/ 91498 h 294022"/>
                <a:gd name="connsiteX152" fmla="*/ 1481969 w 2915191"/>
                <a:gd name="connsiteY152" fmla="*/ 89185 h 294022"/>
                <a:gd name="connsiteX153" fmla="*/ 1491713 w 2915191"/>
                <a:gd name="connsiteY153" fmla="*/ 97529 h 294022"/>
                <a:gd name="connsiteX154" fmla="*/ 1501472 w 2915191"/>
                <a:gd name="connsiteY154" fmla="*/ 88156 h 294022"/>
                <a:gd name="connsiteX155" fmla="*/ 1511216 w 2915191"/>
                <a:gd name="connsiteY155" fmla="*/ 60456 h 294022"/>
                <a:gd name="connsiteX156" fmla="*/ 1520960 w 2915191"/>
                <a:gd name="connsiteY156" fmla="*/ 60435 h 294022"/>
                <a:gd name="connsiteX157" fmla="*/ 1530719 w 2915191"/>
                <a:gd name="connsiteY157" fmla="*/ 57771 h 294022"/>
                <a:gd name="connsiteX158" fmla="*/ 1540463 w 2915191"/>
                <a:gd name="connsiteY158" fmla="*/ 56786 h 294022"/>
                <a:gd name="connsiteX159" fmla="*/ 1550221 w 2915191"/>
                <a:gd name="connsiteY159" fmla="*/ 50335 h 294022"/>
                <a:gd name="connsiteX160" fmla="*/ 1559965 w 2915191"/>
                <a:gd name="connsiteY160" fmla="*/ 60184 h 294022"/>
                <a:gd name="connsiteX161" fmla="*/ 1569709 w 2915191"/>
                <a:gd name="connsiteY161" fmla="*/ 78001 h 294022"/>
                <a:gd name="connsiteX162" fmla="*/ 1579468 w 2915191"/>
                <a:gd name="connsiteY162" fmla="*/ 88579 h 294022"/>
                <a:gd name="connsiteX163" fmla="*/ 1589212 w 2915191"/>
                <a:gd name="connsiteY163" fmla="*/ 122103 h 294022"/>
                <a:gd name="connsiteX164" fmla="*/ 1598971 w 2915191"/>
                <a:gd name="connsiteY164" fmla="*/ 126378 h 294022"/>
                <a:gd name="connsiteX165" fmla="*/ 1608715 w 2915191"/>
                <a:gd name="connsiteY165" fmla="*/ 126264 h 294022"/>
                <a:gd name="connsiteX166" fmla="*/ 1618459 w 2915191"/>
                <a:gd name="connsiteY166" fmla="*/ 136439 h 294022"/>
                <a:gd name="connsiteX167" fmla="*/ 1628218 w 2915191"/>
                <a:gd name="connsiteY167" fmla="*/ 131373 h 294022"/>
                <a:gd name="connsiteX168" fmla="*/ 1637962 w 2915191"/>
                <a:gd name="connsiteY168" fmla="*/ 92909 h 294022"/>
                <a:gd name="connsiteX169" fmla="*/ 1647720 w 2915191"/>
                <a:gd name="connsiteY169" fmla="*/ 81252 h 294022"/>
                <a:gd name="connsiteX170" fmla="*/ 1657464 w 2915191"/>
                <a:gd name="connsiteY170" fmla="*/ 101584 h 294022"/>
                <a:gd name="connsiteX171" fmla="*/ 1667208 w 2915191"/>
                <a:gd name="connsiteY171" fmla="*/ 121185 h 294022"/>
                <a:gd name="connsiteX172" fmla="*/ 1676967 w 2915191"/>
                <a:gd name="connsiteY172" fmla="*/ 108862 h 294022"/>
                <a:gd name="connsiteX173" fmla="*/ 1686711 w 2915191"/>
                <a:gd name="connsiteY173" fmla="*/ 155931 h 294022"/>
                <a:gd name="connsiteX174" fmla="*/ 1696470 w 2915191"/>
                <a:gd name="connsiteY174" fmla="*/ 150927 h 294022"/>
                <a:gd name="connsiteX175" fmla="*/ 1706214 w 2915191"/>
                <a:gd name="connsiteY175" fmla="*/ 137467 h 294022"/>
                <a:gd name="connsiteX176" fmla="*/ 1715958 w 2915191"/>
                <a:gd name="connsiteY176" fmla="*/ 123711 h 294022"/>
                <a:gd name="connsiteX177" fmla="*/ 1725716 w 2915191"/>
                <a:gd name="connsiteY177" fmla="*/ 100893 h 294022"/>
                <a:gd name="connsiteX178" fmla="*/ 1735460 w 2915191"/>
                <a:gd name="connsiteY178" fmla="*/ 96887 h 294022"/>
                <a:gd name="connsiteX179" fmla="*/ 1745219 w 2915191"/>
                <a:gd name="connsiteY179" fmla="*/ 104889 h 294022"/>
                <a:gd name="connsiteX180" fmla="*/ 1754963 w 2915191"/>
                <a:gd name="connsiteY180" fmla="*/ 87752 h 294022"/>
                <a:gd name="connsiteX181" fmla="*/ 1764707 w 2915191"/>
                <a:gd name="connsiteY181" fmla="*/ 76493 h 294022"/>
                <a:gd name="connsiteX182" fmla="*/ 1774466 w 2915191"/>
                <a:gd name="connsiteY182" fmla="*/ 99002 h 294022"/>
                <a:gd name="connsiteX183" fmla="*/ 1784210 w 2915191"/>
                <a:gd name="connsiteY183" fmla="*/ 86505 h 294022"/>
                <a:gd name="connsiteX184" fmla="*/ 1793969 w 2915191"/>
                <a:gd name="connsiteY184" fmla="*/ 102849 h 294022"/>
                <a:gd name="connsiteX185" fmla="*/ 1803713 w 2915191"/>
                <a:gd name="connsiteY185" fmla="*/ 84130 h 294022"/>
                <a:gd name="connsiteX186" fmla="*/ 1813457 w 2915191"/>
                <a:gd name="connsiteY186" fmla="*/ 112003 h 294022"/>
                <a:gd name="connsiteX187" fmla="*/ 1823215 w 2915191"/>
                <a:gd name="connsiteY187" fmla="*/ 89383 h 294022"/>
                <a:gd name="connsiteX188" fmla="*/ 1832959 w 2915191"/>
                <a:gd name="connsiteY188" fmla="*/ 89005 h 294022"/>
                <a:gd name="connsiteX189" fmla="*/ 1842703 w 2915191"/>
                <a:gd name="connsiteY189" fmla="*/ 106708 h 294022"/>
                <a:gd name="connsiteX190" fmla="*/ 1852462 w 2915191"/>
                <a:gd name="connsiteY190" fmla="*/ 113331 h 294022"/>
                <a:gd name="connsiteX191" fmla="*/ 1862206 w 2915191"/>
                <a:gd name="connsiteY191" fmla="*/ 130526 h 294022"/>
                <a:gd name="connsiteX192" fmla="*/ 1871965 w 2915191"/>
                <a:gd name="connsiteY192" fmla="*/ 142822 h 294022"/>
                <a:gd name="connsiteX193" fmla="*/ 1881709 w 2915191"/>
                <a:gd name="connsiteY193" fmla="*/ 161624 h 294022"/>
                <a:gd name="connsiteX194" fmla="*/ 1891453 w 2915191"/>
                <a:gd name="connsiteY194" fmla="*/ 159701 h 294022"/>
                <a:gd name="connsiteX195" fmla="*/ 1901212 w 2915191"/>
                <a:gd name="connsiteY195" fmla="*/ 142676 h 294022"/>
                <a:gd name="connsiteX196" fmla="*/ 1910956 w 2915191"/>
                <a:gd name="connsiteY196" fmla="*/ 132033 h 294022"/>
                <a:gd name="connsiteX197" fmla="*/ 1920714 w 2915191"/>
                <a:gd name="connsiteY197" fmla="*/ 106024 h 294022"/>
                <a:gd name="connsiteX198" fmla="*/ 1930458 w 2915191"/>
                <a:gd name="connsiteY198" fmla="*/ 94309 h 294022"/>
                <a:gd name="connsiteX199" fmla="*/ 1940202 w 2915191"/>
                <a:gd name="connsiteY199" fmla="*/ 91776 h 294022"/>
                <a:gd name="connsiteX200" fmla="*/ 1949961 w 2915191"/>
                <a:gd name="connsiteY200" fmla="*/ 108913 h 294022"/>
                <a:gd name="connsiteX201" fmla="*/ 1959705 w 2915191"/>
                <a:gd name="connsiteY201" fmla="*/ 101863 h 294022"/>
                <a:gd name="connsiteX202" fmla="*/ 1969464 w 2915191"/>
                <a:gd name="connsiteY202" fmla="*/ 103973 h 294022"/>
                <a:gd name="connsiteX203" fmla="*/ 1979208 w 2915191"/>
                <a:gd name="connsiteY203" fmla="*/ 58511 h 294022"/>
                <a:gd name="connsiteX204" fmla="*/ 1988952 w 2915191"/>
                <a:gd name="connsiteY204" fmla="*/ 44755 h 294022"/>
                <a:gd name="connsiteX205" fmla="*/ 1998711 w 2915191"/>
                <a:gd name="connsiteY205" fmla="*/ 23978 h 294022"/>
                <a:gd name="connsiteX206" fmla="*/ 2008454 w 2915191"/>
                <a:gd name="connsiteY206" fmla="*/ 42175 h 294022"/>
                <a:gd name="connsiteX207" fmla="*/ 2018213 w 2915191"/>
                <a:gd name="connsiteY207" fmla="*/ 69538 h 294022"/>
                <a:gd name="connsiteX208" fmla="*/ 2027957 w 2915191"/>
                <a:gd name="connsiteY208" fmla="*/ 75444 h 294022"/>
                <a:gd name="connsiteX209" fmla="*/ 2037701 w 2915191"/>
                <a:gd name="connsiteY209" fmla="*/ 66750 h 294022"/>
                <a:gd name="connsiteX210" fmla="*/ 2047460 w 2915191"/>
                <a:gd name="connsiteY210" fmla="*/ 72352 h 294022"/>
                <a:gd name="connsiteX211" fmla="*/ 2057204 w 2915191"/>
                <a:gd name="connsiteY211" fmla="*/ 61852 h 294022"/>
                <a:gd name="connsiteX212" fmla="*/ 2066963 w 2915191"/>
                <a:gd name="connsiteY212" fmla="*/ 127438 h 294022"/>
                <a:gd name="connsiteX213" fmla="*/ 2076707 w 2915191"/>
                <a:gd name="connsiteY213" fmla="*/ 141007 h 294022"/>
                <a:gd name="connsiteX214" fmla="*/ 2086451 w 2915191"/>
                <a:gd name="connsiteY214" fmla="*/ 136254 h 294022"/>
                <a:gd name="connsiteX215" fmla="*/ 2096210 w 2915191"/>
                <a:gd name="connsiteY215" fmla="*/ 136093 h 294022"/>
                <a:gd name="connsiteX216" fmla="*/ 2105954 w 2915191"/>
                <a:gd name="connsiteY216" fmla="*/ 93484 h 294022"/>
                <a:gd name="connsiteX217" fmla="*/ 2115697 w 2915191"/>
                <a:gd name="connsiteY217" fmla="*/ 109551 h 294022"/>
                <a:gd name="connsiteX218" fmla="*/ 2125456 w 2915191"/>
                <a:gd name="connsiteY218" fmla="*/ 147731 h 294022"/>
                <a:gd name="connsiteX219" fmla="*/ 2135200 w 2915191"/>
                <a:gd name="connsiteY219" fmla="*/ 140652 h 294022"/>
                <a:gd name="connsiteX220" fmla="*/ 2144959 w 2915191"/>
                <a:gd name="connsiteY220" fmla="*/ 144536 h 294022"/>
                <a:gd name="connsiteX221" fmla="*/ 2154703 w 2915191"/>
                <a:gd name="connsiteY221" fmla="*/ 99522 h 294022"/>
                <a:gd name="connsiteX222" fmla="*/ 2164447 w 2915191"/>
                <a:gd name="connsiteY222" fmla="*/ 82254 h 294022"/>
                <a:gd name="connsiteX223" fmla="*/ 2174206 w 2915191"/>
                <a:gd name="connsiteY223" fmla="*/ 66123 h 294022"/>
                <a:gd name="connsiteX224" fmla="*/ 2183950 w 2915191"/>
                <a:gd name="connsiteY224" fmla="*/ 75730 h 294022"/>
                <a:gd name="connsiteX225" fmla="*/ 2193709 w 2915191"/>
                <a:gd name="connsiteY225" fmla="*/ 54436 h 294022"/>
                <a:gd name="connsiteX226" fmla="*/ 2203452 w 2915191"/>
                <a:gd name="connsiteY226" fmla="*/ 78589 h 294022"/>
                <a:gd name="connsiteX227" fmla="*/ 2213196 w 2915191"/>
                <a:gd name="connsiteY227" fmla="*/ 119085 h 294022"/>
                <a:gd name="connsiteX228" fmla="*/ 2222955 w 2915191"/>
                <a:gd name="connsiteY228" fmla="*/ 120285 h 294022"/>
                <a:gd name="connsiteX229" fmla="*/ 2232699 w 2915191"/>
                <a:gd name="connsiteY229" fmla="*/ 149365 h 294022"/>
                <a:gd name="connsiteX230" fmla="*/ 2242458 w 2915191"/>
                <a:gd name="connsiteY230" fmla="*/ 122596 h 294022"/>
                <a:gd name="connsiteX231" fmla="*/ 2252202 w 2915191"/>
                <a:gd name="connsiteY231" fmla="*/ 74200 h 294022"/>
                <a:gd name="connsiteX232" fmla="*/ 2261946 w 2915191"/>
                <a:gd name="connsiteY232" fmla="*/ 36821 h 294022"/>
                <a:gd name="connsiteX233" fmla="*/ 2271705 w 2915191"/>
                <a:gd name="connsiteY233" fmla="*/ 54527 h 294022"/>
                <a:gd name="connsiteX234" fmla="*/ 2281449 w 2915191"/>
                <a:gd name="connsiteY234" fmla="*/ 35549 h 294022"/>
                <a:gd name="connsiteX235" fmla="*/ 2291208 w 2915191"/>
                <a:gd name="connsiteY235" fmla="*/ 43240 h 294022"/>
                <a:gd name="connsiteX236" fmla="*/ 2300951 w 2915191"/>
                <a:gd name="connsiteY236" fmla="*/ 0 h 294022"/>
                <a:gd name="connsiteX237" fmla="*/ 2310695 w 2915191"/>
                <a:gd name="connsiteY237" fmla="*/ 13299 h 294022"/>
                <a:gd name="connsiteX238" fmla="*/ 2320454 w 2915191"/>
                <a:gd name="connsiteY238" fmla="*/ 36976 h 294022"/>
                <a:gd name="connsiteX239" fmla="*/ 2330198 w 2915191"/>
                <a:gd name="connsiteY239" fmla="*/ 42700 h 294022"/>
                <a:gd name="connsiteX240" fmla="*/ 2339957 w 2915191"/>
                <a:gd name="connsiteY240" fmla="*/ 64551 h 294022"/>
                <a:gd name="connsiteX241" fmla="*/ 2349701 w 2915191"/>
                <a:gd name="connsiteY241" fmla="*/ 48389 h 294022"/>
                <a:gd name="connsiteX242" fmla="*/ 2359445 w 2915191"/>
                <a:gd name="connsiteY242" fmla="*/ 43980 h 294022"/>
                <a:gd name="connsiteX243" fmla="*/ 2369204 w 2915191"/>
                <a:gd name="connsiteY243" fmla="*/ 41032 h 294022"/>
                <a:gd name="connsiteX244" fmla="*/ 2378948 w 2915191"/>
                <a:gd name="connsiteY244" fmla="*/ 36440 h 294022"/>
                <a:gd name="connsiteX245" fmla="*/ 2388692 w 2915191"/>
                <a:gd name="connsiteY245" fmla="*/ 36620 h 294022"/>
                <a:gd name="connsiteX246" fmla="*/ 2398450 w 2915191"/>
                <a:gd name="connsiteY246" fmla="*/ 596 h 294022"/>
                <a:gd name="connsiteX247" fmla="*/ 2408194 w 2915191"/>
                <a:gd name="connsiteY247" fmla="*/ 1959 h 294022"/>
                <a:gd name="connsiteX248" fmla="*/ 2417953 w 2915191"/>
                <a:gd name="connsiteY248" fmla="*/ 41859 h 294022"/>
                <a:gd name="connsiteX249" fmla="*/ 2427697 w 2915191"/>
                <a:gd name="connsiteY249" fmla="*/ 17395 h 294022"/>
                <a:gd name="connsiteX250" fmla="*/ 2437441 w 2915191"/>
                <a:gd name="connsiteY250" fmla="*/ 4751 h 294022"/>
                <a:gd name="connsiteX251" fmla="*/ 2447200 w 2915191"/>
                <a:gd name="connsiteY251" fmla="*/ 17664 h 294022"/>
                <a:gd name="connsiteX252" fmla="*/ 2456944 w 2915191"/>
                <a:gd name="connsiteY252" fmla="*/ 31279 h 294022"/>
                <a:gd name="connsiteX253" fmla="*/ 2466703 w 2915191"/>
                <a:gd name="connsiteY253" fmla="*/ 49280 h 294022"/>
                <a:gd name="connsiteX254" fmla="*/ 2476446 w 2915191"/>
                <a:gd name="connsiteY254" fmla="*/ 21901 h 294022"/>
                <a:gd name="connsiteX255" fmla="*/ 2486190 w 2915191"/>
                <a:gd name="connsiteY255" fmla="*/ 34652 h 294022"/>
                <a:gd name="connsiteX256" fmla="*/ 2495949 w 2915191"/>
                <a:gd name="connsiteY256" fmla="*/ 38706 h 294022"/>
                <a:gd name="connsiteX257" fmla="*/ 2505693 w 2915191"/>
                <a:gd name="connsiteY257" fmla="*/ 23865 h 294022"/>
                <a:gd name="connsiteX258" fmla="*/ 2515452 w 2915191"/>
                <a:gd name="connsiteY258" fmla="*/ 29178 h 294022"/>
                <a:gd name="connsiteX259" fmla="*/ 2525196 w 2915191"/>
                <a:gd name="connsiteY259" fmla="*/ 17064 h 294022"/>
                <a:gd name="connsiteX260" fmla="*/ 2534940 w 2915191"/>
                <a:gd name="connsiteY260" fmla="*/ 55463 h 294022"/>
                <a:gd name="connsiteX261" fmla="*/ 2544699 w 2915191"/>
                <a:gd name="connsiteY261" fmla="*/ 66122 h 294022"/>
                <a:gd name="connsiteX262" fmla="*/ 2554443 w 2915191"/>
                <a:gd name="connsiteY262" fmla="*/ 80982 h 294022"/>
                <a:gd name="connsiteX263" fmla="*/ 2564202 w 2915191"/>
                <a:gd name="connsiteY263" fmla="*/ 79057 h 294022"/>
                <a:gd name="connsiteX264" fmla="*/ 2573946 w 2915191"/>
                <a:gd name="connsiteY264" fmla="*/ 67826 h 294022"/>
                <a:gd name="connsiteX265" fmla="*/ 2583690 w 2915191"/>
                <a:gd name="connsiteY265" fmla="*/ 68303 h 294022"/>
                <a:gd name="connsiteX266" fmla="*/ 2593448 w 2915191"/>
                <a:gd name="connsiteY266" fmla="*/ 72253 h 294022"/>
                <a:gd name="connsiteX267" fmla="*/ 2603192 w 2915191"/>
                <a:gd name="connsiteY267" fmla="*/ 92438 h 294022"/>
                <a:gd name="connsiteX268" fmla="*/ 2612951 w 2915191"/>
                <a:gd name="connsiteY268" fmla="*/ 127280 h 294022"/>
                <a:gd name="connsiteX269" fmla="*/ 2622695 w 2915191"/>
                <a:gd name="connsiteY269" fmla="*/ 118688 h 294022"/>
                <a:gd name="connsiteX270" fmla="*/ 2632439 w 2915191"/>
                <a:gd name="connsiteY270" fmla="*/ 120063 h 294022"/>
                <a:gd name="connsiteX271" fmla="*/ 2642198 w 2915191"/>
                <a:gd name="connsiteY271" fmla="*/ 101583 h 294022"/>
                <a:gd name="connsiteX272" fmla="*/ 2651942 w 2915191"/>
                <a:gd name="connsiteY272" fmla="*/ 103977 h 294022"/>
                <a:gd name="connsiteX273" fmla="*/ 2661685 w 2915191"/>
                <a:gd name="connsiteY273" fmla="*/ 140544 h 294022"/>
                <a:gd name="connsiteX274" fmla="*/ 2671444 w 2915191"/>
                <a:gd name="connsiteY274" fmla="*/ 161369 h 294022"/>
                <a:gd name="connsiteX275" fmla="*/ 2681188 w 2915191"/>
                <a:gd name="connsiteY275" fmla="*/ 176027 h 294022"/>
                <a:gd name="connsiteX276" fmla="*/ 2690947 w 2915191"/>
                <a:gd name="connsiteY276" fmla="*/ 170221 h 294022"/>
                <a:gd name="connsiteX277" fmla="*/ 2700691 w 2915191"/>
                <a:gd name="connsiteY277" fmla="*/ 164066 h 294022"/>
                <a:gd name="connsiteX278" fmla="*/ 2710435 w 2915191"/>
                <a:gd name="connsiteY278" fmla="*/ 161211 h 294022"/>
                <a:gd name="connsiteX279" fmla="*/ 2720194 w 2915191"/>
                <a:gd name="connsiteY279" fmla="*/ 174381 h 294022"/>
                <a:gd name="connsiteX280" fmla="*/ 2729938 w 2915191"/>
                <a:gd name="connsiteY280" fmla="*/ 174074 h 294022"/>
                <a:gd name="connsiteX281" fmla="*/ 2739697 w 2915191"/>
                <a:gd name="connsiteY281" fmla="*/ 151916 h 294022"/>
                <a:gd name="connsiteX282" fmla="*/ 2749441 w 2915191"/>
                <a:gd name="connsiteY282" fmla="*/ 169963 h 294022"/>
                <a:gd name="connsiteX283" fmla="*/ 2759185 w 2915191"/>
                <a:gd name="connsiteY283" fmla="*/ 196230 h 294022"/>
                <a:gd name="connsiteX284" fmla="*/ 2768943 w 2915191"/>
                <a:gd name="connsiteY284" fmla="*/ 195934 h 294022"/>
                <a:gd name="connsiteX285" fmla="*/ 2778687 w 2915191"/>
                <a:gd name="connsiteY285" fmla="*/ 207617 h 294022"/>
                <a:gd name="connsiteX286" fmla="*/ 2788446 w 2915191"/>
                <a:gd name="connsiteY286" fmla="*/ 215579 h 294022"/>
                <a:gd name="connsiteX287" fmla="*/ 2798190 w 2915191"/>
                <a:gd name="connsiteY287" fmla="*/ 188575 h 294022"/>
                <a:gd name="connsiteX288" fmla="*/ 2807934 w 2915191"/>
                <a:gd name="connsiteY288" fmla="*/ 203031 h 294022"/>
                <a:gd name="connsiteX289" fmla="*/ 2817693 w 2915191"/>
                <a:gd name="connsiteY289" fmla="*/ 197863 h 294022"/>
                <a:gd name="connsiteX290" fmla="*/ 2827437 w 2915191"/>
                <a:gd name="connsiteY290" fmla="*/ 203675 h 294022"/>
                <a:gd name="connsiteX291" fmla="*/ 2837196 w 2915191"/>
                <a:gd name="connsiteY291" fmla="*/ 193918 h 294022"/>
                <a:gd name="connsiteX292" fmla="*/ 2846940 w 2915191"/>
                <a:gd name="connsiteY292" fmla="*/ 152138 h 294022"/>
                <a:gd name="connsiteX293" fmla="*/ 2856684 w 2915191"/>
                <a:gd name="connsiteY293" fmla="*/ 159786 h 294022"/>
                <a:gd name="connsiteX294" fmla="*/ 2866442 w 2915191"/>
                <a:gd name="connsiteY294" fmla="*/ 142062 h 294022"/>
                <a:gd name="connsiteX295" fmla="*/ 2876186 w 2915191"/>
                <a:gd name="connsiteY295" fmla="*/ 161156 h 294022"/>
                <a:gd name="connsiteX296" fmla="*/ 2885945 w 2915191"/>
                <a:gd name="connsiteY296" fmla="*/ 176833 h 294022"/>
                <a:gd name="connsiteX297" fmla="*/ 2895689 w 2915191"/>
                <a:gd name="connsiteY297" fmla="*/ 160045 h 294022"/>
                <a:gd name="connsiteX298" fmla="*/ 2905433 w 2915191"/>
                <a:gd name="connsiteY298" fmla="*/ 168406 h 294022"/>
                <a:gd name="connsiteX299" fmla="*/ 2915192 w 2915191"/>
                <a:gd name="connsiteY299" fmla="*/ 167403 h 294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294022">
                  <a:moveTo>
                    <a:pt x="0" y="88823"/>
                  </a:moveTo>
                  <a:lnTo>
                    <a:pt x="9750" y="117599"/>
                  </a:lnTo>
                  <a:lnTo>
                    <a:pt x="19500" y="105220"/>
                  </a:lnTo>
                  <a:lnTo>
                    <a:pt x="29250" y="130896"/>
                  </a:lnTo>
                  <a:lnTo>
                    <a:pt x="39000" y="116906"/>
                  </a:lnTo>
                  <a:lnTo>
                    <a:pt x="48749" y="129489"/>
                  </a:lnTo>
                  <a:lnTo>
                    <a:pt x="58499" y="113593"/>
                  </a:lnTo>
                  <a:lnTo>
                    <a:pt x="68249" y="137768"/>
                  </a:lnTo>
                  <a:lnTo>
                    <a:pt x="77998" y="127097"/>
                  </a:lnTo>
                  <a:lnTo>
                    <a:pt x="87748" y="120318"/>
                  </a:lnTo>
                  <a:lnTo>
                    <a:pt x="97497" y="120345"/>
                  </a:lnTo>
                  <a:lnTo>
                    <a:pt x="107247" y="126805"/>
                  </a:lnTo>
                  <a:lnTo>
                    <a:pt x="116997" y="149236"/>
                  </a:lnTo>
                  <a:lnTo>
                    <a:pt x="126747" y="151296"/>
                  </a:lnTo>
                  <a:lnTo>
                    <a:pt x="136497" y="112168"/>
                  </a:lnTo>
                  <a:lnTo>
                    <a:pt x="146247" y="83950"/>
                  </a:lnTo>
                  <a:lnTo>
                    <a:pt x="155997" y="95386"/>
                  </a:lnTo>
                  <a:lnTo>
                    <a:pt x="165747" y="100252"/>
                  </a:lnTo>
                  <a:lnTo>
                    <a:pt x="175497" y="108676"/>
                  </a:lnTo>
                  <a:lnTo>
                    <a:pt x="185247" y="104166"/>
                  </a:lnTo>
                  <a:lnTo>
                    <a:pt x="194996" y="144630"/>
                  </a:lnTo>
                  <a:lnTo>
                    <a:pt x="204746" y="153351"/>
                  </a:lnTo>
                  <a:lnTo>
                    <a:pt x="214495" y="172612"/>
                  </a:lnTo>
                  <a:lnTo>
                    <a:pt x="224245" y="176852"/>
                  </a:lnTo>
                  <a:lnTo>
                    <a:pt x="233995" y="162874"/>
                  </a:lnTo>
                  <a:lnTo>
                    <a:pt x="243744" y="172076"/>
                  </a:lnTo>
                  <a:lnTo>
                    <a:pt x="253494" y="166469"/>
                  </a:lnTo>
                  <a:lnTo>
                    <a:pt x="263244" y="137893"/>
                  </a:lnTo>
                  <a:lnTo>
                    <a:pt x="272994" y="101724"/>
                  </a:lnTo>
                  <a:lnTo>
                    <a:pt x="282744" y="85466"/>
                  </a:lnTo>
                  <a:lnTo>
                    <a:pt x="292494" y="99969"/>
                  </a:lnTo>
                  <a:lnTo>
                    <a:pt x="302244" y="141604"/>
                  </a:lnTo>
                  <a:lnTo>
                    <a:pt x="311994" y="171863"/>
                  </a:lnTo>
                  <a:lnTo>
                    <a:pt x="321744" y="125205"/>
                  </a:lnTo>
                  <a:lnTo>
                    <a:pt x="331493" y="108909"/>
                  </a:lnTo>
                  <a:lnTo>
                    <a:pt x="341243" y="120302"/>
                  </a:lnTo>
                  <a:lnTo>
                    <a:pt x="350993" y="105439"/>
                  </a:lnTo>
                  <a:lnTo>
                    <a:pt x="360742" y="85578"/>
                  </a:lnTo>
                  <a:lnTo>
                    <a:pt x="370492" y="106581"/>
                  </a:lnTo>
                  <a:lnTo>
                    <a:pt x="380241" y="115577"/>
                  </a:lnTo>
                  <a:lnTo>
                    <a:pt x="389991" y="124116"/>
                  </a:lnTo>
                  <a:lnTo>
                    <a:pt x="399741" y="124159"/>
                  </a:lnTo>
                  <a:lnTo>
                    <a:pt x="409491" y="139626"/>
                  </a:lnTo>
                  <a:lnTo>
                    <a:pt x="419241" y="124913"/>
                  </a:lnTo>
                  <a:lnTo>
                    <a:pt x="428991" y="136884"/>
                  </a:lnTo>
                  <a:lnTo>
                    <a:pt x="438741" y="158114"/>
                  </a:lnTo>
                  <a:lnTo>
                    <a:pt x="448491" y="134676"/>
                  </a:lnTo>
                  <a:lnTo>
                    <a:pt x="458241" y="145839"/>
                  </a:lnTo>
                  <a:lnTo>
                    <a:pt x="467991" y="135785"/>
                  </a:lnTo>
                  <a:lnTo>
                    <a:pt x="477740" y="160110"/>
                  </a:lnTo>
                  <a:lnTo>
                    <a:pt x="487490" y="161708"/>
                  </a:lnTo>
                  <a:lnTo>
                    <a:pt x="497239" y="141812"/>
                  </a:lnTo>
                  <a:lnTo>
                    <a:pt x="506989" y="138546"/>
                  </a:lnTo>
                  <a:lnTo>
                    <a:pt x="516738" y="124549"/>
                  </a:lnTo>
                  <a:lnTo>
                    <a:pt x="526488" y="144665"/>
                  </a:lnTo>
                  <a:lnTo>
                    <a:pt x="536238" y="163293"/>
                  </a:lnTo>
                  <a:lnTo>
                    <a:pt x="545988" y="187925"/>
                  </a:lnTo>
                  <a:lnTo>
                    <a:pt x="555738" y="207361"/>
                  </a:lnTo>
                  <a:lnTo>
                    <a:pt x="565488" y="204508"/>
                  </a:lnTo>
                  <a:lnTo>
                    <a:pt x="575238" y="186903"/>
                  </a:lnTo>
                  <a:lnTo>
                    <a:pt x="584988" y="203547"/>
                  </a:lnTo>
                  <a:lnTo>
                    <a:pt x="594738" y="211618"/>
                  </a:lnTo>
                  <a:lnTo>
                    <a:pt x="604488" y="224666"/>
                  </a:lnTo>
                  <a:lnTo>
                    <a:pt x="614237" y="227950"/>
                  </a:lnTo>
                  <a:lnTo>
                    <a:pt x="623987" y="199187"/>
                  </a:lnTo>
                  <a:lnTo>
                    <a:pt x="633736" y="206686"/>
                  </a:lnTo>
                  <a:lnTo>
                    <a:pt x="643486" y="225596"/>
                  </a:lnTo>
                  <a:lnTo>
                    <a:pt x="653236" y="216457"/>
                  </a:lnTo>
                  <a:lnTo>
                    <a:pt x="662985" y="250211"/>
                  </a:lnTo>
                  <a:lnTo>
                    <a:pt x="672735" y="284904"/>
                  </a:lnTo>
                  <a:lnTo>
                    <a:pt x="682485" y="292540"/>
                  </a:lnTo>
                  <a:lnTo>
                    <a:pt x="692235" y="272724"/>
                  </a:lnTo>
                  <a:lnTo>
                    <a:pt x="701985" y="249901"/>
                  </a:lnTo>
                  <a:lnTo>
                    <a:pt x="711735" y="257602"/>
                  </a:lnTo>
                  <a:lnTo>
                    <a:pt x="721485" y="273985"/>
                  </a:lnTo>
                  <a:lnTo>
                    <a:pt x="731235" y="264773"/>
                  </a:lnTo>
                  <a:lnTo>
                    <a:pt x="740985" y="251513"/>
                  </a:lnTo>
                  <a:lnTo>
                    <a:pt x="750734" y="258323"/>
                  </a:lnTo>
                  <a:lnTo>
                    <a:pt x="760484" y="254564"/>
                  </a:lnTo>
                  <a:lnTo>
                    <a:pt x="770233" y="246545"/>
                  </a:lnTo>
                  <a:lnTo>
                    <a:pt x="779983" y="285625"/>
                  </a:lnTo>
                  <a:lnTo>
                    <a:pt x="789733" y="294022"/>
                  </a:lnTo>
                  <a:lnTo>
                    <a:pt x="799482" y="263159"/>
                  </a:lnTo>
                  <a:lnTo>
                    <a:pt x="809232" y="276254"/>
                  </a:lnTo>
                  <a:lnTo>
                    <a:pt x="818982" y="265847"/>
                  </a:lnTo>
                  <a:lnTo>
                    <a:pt x="828732" y="251528"/>
                  </a:lnTo>
                  <a:lnTo>
                    <a:pt x="838482" y="237314"/>
                  </a:lnTo>
                  <a:lnTo>
                    <a:pt x="848232" y="211981"/>
                  </a:lnTo>
                  <a:lnTo>
                    <a:pt x="857982" y="225869"/>
                  </a:lnTo>
                  <a:lnTo>
                    <a:pt x="867732" y="231666"/>
                  </a:lnTo>
                  <a:lnTo>
                    <a:pt x="877482" y="209849"/>
                  </a:lnTo>
                  <a:lnTo>
                    <a:pt x="887231" y="174251"/>
                  </a:lnTo>
                  <a:lnTo>
                    <a:pt x="896981" y="195478"/>
                  </a:lnTo>
                  <a:lnTo>
                    <a:pt x="906730" y="207957"/>
                  </a:lnTo>
                  <a:lnTo>
                    <a:pt x="916480" y="215475"/>
                  </a:lnTo>
                  <a:lnTo>
                    <a:pt x="926230" y="240543"/>
                  </a:lnTo>
                  <a:lnTo>
                    <a:pt x="935979" y="241809"/>
                  </a:lnTo>
                  <a:lnTo>
                    <a:pt x="945729" y="226515"/>
                  </a:lnTo>
                  <a:lnTo>
                    <a:pt x="955479" y="265956"/>
                  </a:lnTo>
                  <a:lnTo>
                    <a:pt x="965229" y="285234"/>
                  </a:lnTo>
                  <a:lnTo>
                    <a:pt x="974979" y="251979"/>
                  </a:lnTo>
                  <a:lnTo>
                    <a:pt x="984729" y="248460"/>
                  </a:lnTo>
                  <a:lnTo>
                    <a:pt x="994474" y="290846"/>
                  </a:lnTo>
                  <a:lnTo>
                    <a:pt x="1004233" y="271777"/>
                  </a:lnTo>
                  <a:lnTo>
                    <a:pt x="1013977" y="281124"/>
                  </a:lnTo>
                  <a:lnTo>
                    <a:pt x="1023721" y="238150"/>
                  </a:lnTo>
                  <a:lnTo>
                    <a:pt x="1033480" y="221876"/>
                  </a:lnTo>
                  <a:lnTo>
                    <a:pt x="1043224" y="215091"/>
                  </a:lnTo>
                  <a:lnTo>
                    <a:pt x="1052983" y="203730"/>
                  </a:lnTo>
                  <a:lnTo>
                    <a:pt x="1062727" y="222635"/>
                  </a:lnTo>
                  <a:lnTo>
                    <a:pt x="1072471" y="229628"/>
                  </a:lnTo>
                  <a:lnTo>
                    <a:pt x="1082230" y="203472"/>
                  </a:lnTo>
                  <a:lnTo>
                    <a:pt x="1091973" y="210995"/>
                  </a:lnTo>
                  <a:lnTo>
                    <a:pt x="1101732" y="214958"/>
                  </a:lnTo>
                  <a:lnTo>
                    <a:pt x="1111476" y="220185"/>
                  </a:lnTo>
                  <a:lnTo>
                    <a:pt x="1121220" y="209840"/>
                  </a:lnTo>
                  <a:lnTo>
                    <a:pt x="1130979" y="194439"/>
                  </a:lnTo>
                  <a:lnTo>
                    <a:pt x="1140723" y="165298"/>
                  </a:lnTo>
                  <a:lnTo>
                    <a:pt x="1150482" y="173819"/>
                  </a:lnTo>
                  <a:lnTo>
                    <a:pt x="1160226" y="178885"/>
                  </a:lnTo>
                  <a:lnTo>
                    <a:pt x="1169969" y="168470"/>
                  </a:lnTo>
                  <a:lnTo>
                    <a:pt x="1179728" y="200701"/>
                  </a:lnTo>
                  <a:lnTo>
                    <a:pt x="1189472" y="219021"/>
                  </a:lnTo>
                  <a:lnTo>
                    <a:pt x="1199231" y="244145"/>
                  </a:lnTo>
                  <a:lnTo>
                    <a:pt x="1208975" y="230782"/>
                  </a:lnTo>
                  <a:lnTo>
                    <a:pt x="1218719" y="215657"/>
                  </a:lnTo>
                  <a:lnTo>
                    <a:pt x="1228478" y="225577"/>
                  </a:lnTo>
                  <a:lnTo>
                    <a:pt x="1238222" y="158783"/>
                  </a:lnTo>
                  <a:lnTo>
                    <a:pt x="1247966" y="123364"/>
                  </a:lnTo>
                  <a:lnTo>
                    <a:pt x="1257725" y="156645"/>
                  </a:lnTo>
                  <a:lnTo>
                    <a:pt x="1267469" y="160583"/>
                  </a:lnTo>
                  <a:lnTo>
                    <a:pt x="1277227" y="166714"/>
                  </a:lnTo>
                  <a:lnTo>
                    <a:pt x="1286971" y="165888"/>
                  </a:lnTo>
                  <a:lnTo>
                    <a:pt x="1296715" y="146433"/>
                  </a:lnTo>
                  <a:lnTo>
                    <a:pt x="1306474" y="147364"/>
                  </a:lnTo>
                  <a:lnTo>
                    <a:pt x="1316218" y="131108"/>
                  </a:lnTo>
                  <a:lnTo>
                    <a:pt x="1325977" y="164026"/>
                  </a:lnTo>
                  <a:lnTo>
                    <a:pt x="1335721" y="172590"/>
                  </a:lnTo>
                  <a:lnTo>
                    <a:pt x="1345465" y="163601"/>
                  </a:lnTo>
                  <a:lnTo>
                    <a:pt x="1355224" y="125280"/>
                  </a:lnTo>
                  <a:lnTo>
                    <a:pt x="1364967" y="78561"/>
                  </a:lnTo>
                  <a:lnTo>
                    <a:pt x="1374726" y="83713"/>
                  </a:lnTo>
                  <a:lnTo>
                    <a:pt x="1384470" y="101760"/>
                  </a:lnTo>
                  <a:lnTo>
                    <a:pt x="1394214" y="95991"/>
                  </a:lnTo>
                  <a:lnTo>
                    <a:pt x="1403973" y="93664"/>
                  </a:lnTo>
                  <a:lnTo>
                    <a:pt x="1413717" y="110098"/>
                  </a:lnTo>
                  <a:lnTo>
                    <a:pt x="1423476" y="120083"/>
                  </a:lnTo>
                  <a:lnTo>
                    <a:pt x="1433220" y="105331"/>
                  </a:lnTo>
                  <a:lnTo>
                    <a:pt x="1442964" y="103761"/>
                  </a:lnTo>
                  <a:lnTo>
                    <a:pt x="1452722" y="88391"/>
                  </a:lnTo>
                  <a:lnTo>
                    <a:pt x="1462466" y="109116"/>
                  </a:lnTo>
                  <a:lnTo>
                    <a:pt x="1472225" y="91498"/>
                  </a:lnTo>
                  <a:lnTo>
                    <a:pt x="1481969" y="89185"/>
                  </a:lnTo>
                  <a:lnTo>
                    <a:pt x="1491713" y="97529"/>
                  </a:lnTo>
                  <a:lnTo>
                    <a:pt x="1501472" y="88156"/>
                  </a:lnTo>
                  <a:lnTo>
                    <a:pt x="1511216" y="60456"/>
                  </a:lnTo>
                  <a:lnTo>
                    <a:pt x="1520960" y="60435"/>
                  </a:lnTo>
                  <a:lnTo>
                    <a:pt x="1530719" y="57771"/>
                  </a:lnTo>
                  <a:lnTo>
                    <a:pt x="1540463" y="56786"/>
                  </a:lnTo>
                  <a:lnTo>
                    <a:pt x="1550221" y="50335"/>
                  </a:lnTo>
                  <a:lnTo>
                    <a:pt x="1559965" y="60184"/>
                  </a:lnTo>
                  <a:lnTo>
                    <a:pt x="1569709" y="78001"/>
                  </a:lnTo>
                  <a:lnTo>
                    <a:pt x="1579468" y="88579"/>
                  </a:lnTo>
                  <a:lnTo>
                    <a:pt x="1589212" y="122103"/>
                  </a:lnTo>
                  <a:lnTo>
                    <a:pt x="1598971" y="126378"/>
                  </a:lnTo>
                  <a:lnTo>
                    <a:pt x="1608715" y="126264"/>
                  </a:lnTo>
                  <a:lnTo>
                    <a:pt x="1618459" y="136439"/>
                  </a:lnTo>
                  <a:lnTo>
                    <a:pt x="1628218" y="131373"/>
                  </a:lnTo>
                  <a:lnTo>
                    <a:pt x="1637962" y="92909"/>
                  </a:lnTo>
                  <a:lnTo>
                    <a:pt x="1647720" y="81252"/>
                  </a:lnTo>
                  <a:lnTo>
                    <a:pt x="1657464" y="101584"/>
                  </a:lnTo>
                  <a:lnTo>
                    <a:pt x="1667208" y="121185"/>
                  </a:lnTo>
                  <a:lnTo>
                    <a:pt x="1676967" y="108862"/>
                  </a:lnTo>
                  <a:lnTo>
                    <a:pt x="1686711" y="155931"/>
                  </a:lnTo>
                  <a:lnTo>
                    <a:pt x="1696470" y="150927"/>
                  </a:lnTo>
                  <a:lnTo>
                    <a:pt x="1706214" y="137467"/>
                  </a:lnTo>
                  <a:lnTo>
                    <a:pt x="1715958" y="123711"/>
                  </a:lnTo>
                  <a:lnTo>
                    <a:pt x="1725716" y="100893"/>
                  </a:lnTo>
                  <a:lnTo>
                    <a:pt x="1735460" y="96887"/>
                  </a:lnTo>
                  <a:lnTo>
                    <a:pt x="1745219" y="104889"/>
                  </a:lnTo>
                  <a:lnTo>
                    <a:pt x="1754963" y="87752"/>
                  </a:lnTo>
                  <a:lnTo>
                    <a:pt x="1764707" y="76493"/>
                  </a:lnTo>
                  <a:lnTo>
                    <a:pt x="1774466" y="99002"/>
                  </a:lnTo>
                  <a:lnTo>
                    <a:pt x="1784210" y="86505"/>
                  </a:lnTo>
                  <a:lnTo>
                    <a:pt x="1793969" y="102849"/>
                  </a:lnTo>
                  <a:lnTo>
                    <a:pt x="1803713" y="84130"/>
                  </a:lnTo>
                  <a:lnTo>
                    <a:pt x="1813457" y="112003"/>
                  </a:lnTo>
                  <a:lnTo>
                    <a:pt x="1823215" y="89383"/>
                  </a:lnTo>
                  <a:lnTo>
                    <a:pt x="1832959" y="89005"/>
                  </a:lnTo>
                  <a:lnTo>
                    <a:pt x="1842703" y="106708"/>
                  </a:lnTo>
                  <a:lnTo>
                    <a:pt x="1852462" y="113331"/>
                  </a:lnTo>
                  <a:lnTo>
                    <a:pt x="1862206" y="130526"/>
                  </a:lnTo>
                  <a:lnTo>
                    <a:pt x="1871965" y="142822"/>
                  </a:lnTo>
                  <a:lnTo>
                    <a:pt x="1881709" y="161624"/>
                  </a:lnTo>
                  <a:lnTo>
                    <a:pt x="1891453" y="159701"/>
                  </a:lnTo>
                  <a:lnTo>
                    <a:pt x="1901212" y="142676"/>
                  </a:lnTo>
                  <a:lnTo>
                    <a:pt x="1910956" y="132033"/>
                  </a:lnTo>
                  <a:lnTo>
                    <a:pt x="1920714" y="106024"/>
                  </a:lnTo>
                  <a:lnTo>
                    <a:pt x="1930458" y="94309"/>
                  </a:lnTo>
                  <a:lnTo>
                    <a:pt x="1940202" y="91776"/>
                  </a:lnTo>
                  <a:lnTo>
                    <a:pt x="1949961" y="108913"/>
                  </a:lnTo>
                  <a:lnTo>
                    <a:pt x="1959705" y="101863"/>
                  </a:lnTo>
                  <a:lnTo>
                    <a:pt x="1969464" y="103973"/>
                  </a:lnTo>
                  <a:lnTo>
                    <a:pt x="1979208" y="58511"/>
                  </a:lnTo>
                  <a:lnTo>
                    <a:pt x="1988952" y="44755"/>
                  </a:lnTo>
                  <a:lnTo>
                    <a:pt x="1998711" y="23978"/>
                  </a:lnTo>
                  <a:lnTo>
                    <a:pt x="2008454" y="42175"/>
                  </a:lnTo>
                  <a:lnTo>
                    <a:pt x="2018213" y="69538"/>
                  </a:lnTo>
                  <a:lnTo>
                    <a:pt x="2027957" y="75444"/>
                  </a:lnTo>
                  <a:lnTo>
                    <a:pt x="2037701" y="66750"/>
                  </a:lnTo>
                  <a:lnTo>
                    <a:pt x="2047460" y="72352"/>
                  </a:lnTo>
                  <a:lnTo>
                    <a:pt x="2057204" y="61852"/>
                  </a:lnTo>
                  <a:lnTo>
                    <a:pt x="2066963" y="127438"/>
                  </a:lnTo>
                  <a:lnTo>
                    <a:pt x="2076707" y="141007"/>
                  </a:lnTo>
                  <a:lnTo>
                    <a:pt x="2086451" y="136254"/>
                  </a:lnTo>
                  <a:lnTo>
                    <a:pt x="2096210" y="136093"/>
                  </a:lnTo>
                  <a:lnTo>
                    <a:pt x="2105954" y="93484"/>
                  </a:lnTo>
                  <a:lnTo>
                    <a:pt x="2115697" y="109551"/>
                  </a:lnTo>
                  <a:lnTo>
                    <a:pt x="2125456" y="147731"/>
                  </a:lnTo>
                  <a:lnTo>
                    <a:pt x="2135200" y="140652"/>
                  </a:lnTo>
                  <a:lnTo>
                    <a:pt x="2144959" y="144536"/>
                  </a:lnTo>
                  <a:lnTo>
                    <a:pt x="2154703" y="99522"/>
                  </a:lnTo>
                  <a:lnTo>
                    <a:pt x="2164447" y="82254"/>
                  </a:lnTo>
                  <a:lnTo>
                    <a:pt x="2174206" y="66123"/>
                  </a:lnTo>
                  <a:lnTo>
                    <a:pt x="2183950" y="75730"/>
                  </a:lnTo>
                  <a:lnTo>
                    <a:pt x="2193709" y="54436"/>
                  </a:lnTo>
                  <a:lnTo>
                    <a:pt x="2203452" y="78589"/>
                  </a:lnTo>
                  <a:lnTo>
                    <a:pt x="2213196" y="119085"/>
                  </a:lnTo>
                  <a:lnTo>
                    <a:pt x="2222955" y="120285"/>
                  </a:lnTo>
                  <a:lnTo>
                    <a:pt x="2232699" y="149365"/>
                  </a:lnTo>
                  <a:lnTo>
                    <a:pt x="2242458" y="122596"/>
                  </a:lnTo>
                  <a:lnTo>
                    <a:pt x="2252202" y="74200"/>
                  </a:lnTo>
                  <a:lnTo>
                    <a:pt x="2261946" y="36821"/>
                  </a:lnTo>
                  <a:lnTo>
                    <a:pt x="2271705" y="54527"/>
                  </a:lnTo>
                  <a:lnTo>
                    <a:pt x="2281449" y="35549"/>
                  </a:lnTo>
                  <a:lnTo>
                    <a:pt x="2291208" y="43240"/>
                  </a:lnTo>
                  <a:lnTo>
                    <a:pt x="2300951" y="0"/>
                  </a:lnTo>
                  <a:lnTo>
                    <a:pt x="2310695" y="13299"/>
                  </a:lnTo>
                  <a:lnTo>
                    <a:pt x="2320454" y="36976"/>
                  </a:lnTo>
                  <a:lnTo>
                    <a:pt x="2330198" y="42700"/>
                  </a:lnTo>
                  <a:lnTo>
                    <a:pt x="2339957" y="64551"/>
                  </a:lnTo>
                  <a:lnTo>
                    <a:pt x="2349701" y="48389"/>
                  </a:lnTo>
                  <a:lnTo>
                    <a:pt x="2359445" y="43980"/>
                  </a:lnTo>
                  <a:lnTo>
                    <a:pt x="2369204" y="41032"/>
                  </a:lnTo>
                  <a:lnTo>
                    <a:pt x="2378948" y="36440"/>
                  </a:lnTo>
                  <a:lnTo>
                    <a:pt x="2388692" y="36620"/>
                  </a:lnTo>
                  <a:lnTo>
                    <a:pt x="2398450" y="596"/>
                  </a:lnTo>
                  <a:lnTo>
                    <a:pt x="2408194" y="1959"/>
                  </a:lnTo>
                  <a:lnTo>
                    <a:pt x="2417953" y="41859"/>
                  </a:lnTo>
                  <a:lnTo>
                    <a:pt x="2427697" y="17395"/>
                  </a:lnTo>
                  <a:lnTo>
                    <a:pt x="2437441" y="4751"/>
                  </a:lnTo>
                  <a:lnTo>
                    <a:pt x="2447200" y="17664"/>
                  </a:lnTo>
                  <a:lnTo>
                    <a:pt x="2456944" y="31279"/>
                  </a:lnTo>
                  <a:lnTo>
                    <a:pt x="2466703" y="49280"/>
                  </a:lnTo>
                  <a:lnTo>
                    <a:pt x="2476446" y="21901"/>
                  </a:lnTo>
                  <a:lnTo>
                    <a:pt x="2486190" y="34652"/>
                  </a:lnTo>
                  <a:lnTo>
                    <a:pt x="2495949" y="38706"/>
                  </a:lnTo>
                  <a:lnTo>
                    <a:pt x="2505693" y="23865"/>
                  </a:lnTo>
                  <a:lnTo>
                    <a:pt x="2515452" y="29178"/>
                  </a:lnTo>
                  <a:lnTo>
                    <a:pt x="2525196" y="17064"/>
                  </a:lnTo>
                  <a:lnTo>
                    <a:pt x="2534940" y="55463"/>
                  </a:lnTo>
                  <a:lnTo>
                    <a:pt x="2544699" y="66122"/>
                  </a:lnTo>
                  <a:lnTo>
                    <a:pt x="2554443" y="80982"/>
                  </a:lnTo>
                  <a:lnTo>
                    <a:pt x="2564202" y="79057"/>
                  </a:lnTo>
                  <a:lnTo>
                    <a:pt x="2573946" y="67826"/>
                  </a:lnTo>
                  <a:lnTo>
                    <a:pt x="2583690" y="68303"/>
                  </a:lnTo>
                  <a:lnTo>
                    <a:pt x="2593448" y="72253"/>
                  </a:lnTo>
                  <a:lnTo>
                    <a:pt x="2603192" y="92438"/>
                  </a:lnTo>
                  <a:lnTo>
                    <a:pt x="2612951" y="127280"/>
                  </a:lnTo>
                  <a:lnTo>
                    <a:pt x="2622695" y="118688"/>
                  </a:lnTo>
                  <a:lnTo>
                    <a:pt x="2632439" y="120063"/>
                  </a:lnTo>
                  <a:lnTo>
                    <a:pt x="2642198" y="101583"/>
                  </a:lnTo>
                  <a:lnTo>
                    <a:pt x="2651942" y="103977"/>
                  </a:lnTo>
                  <a:lnTo>
                    <a:pt x="2661685" y="140544"/>
                  </a:lnTo>
                  <a:lnTo>
                    <a:pt x="2671444" y="161369"/>
                  </a:lnTo>
                  <a:lnTo>
                    <a:pt x="2681188" y="176027"/>
                  </a:lnTo>
                  <a:lnTo>
                    <a:pt x="2690947" y="170221"/>
                  </a:lnTo>
                  <a:lnTo>
                    <a:pt x="2700691" y="164066"/>
                  </a:lnTo>
                  <a:lnTo>
                    <a:pt x="2710435" y="161211"/>
                  </a:lnTo>
                  <a:lnTo>
                    <a:pt x="2720194" y="174381"/>
                  </a:lnTo>
                  <a:lnTo>
                    <a:pt x="2729938" y="174074"/>
                  </a:lnTo>
                  <a:lnTo>
                    <a:pt x="2739697" y="151916"/>
                  </a:lnTo>
                  <a:lnTo>
                    <a:pt x="2749441" y="169963"/>
                  </a:lnTo>
                  <a:lnTo>
                    <a:pt x="2759185" y="196230"/>
                  </a:lnTo>
                  <a:lnTo>
                    <a:pt x="2768943" y="195934"/>
                  </a:lnTo>
                  <a:lnTo>
                    <a:pt x="2778687" y="207617"/>
                  </a:lnTo>
                  <a:lnTo>
                    <a:pt x="2788446" y="215579"/>
                  </a:lnTo>
                  <a:lnTo>
                    <a:pt x="2798190" y="188575"/>
                  </a:lnTo>
                  <a:lnTo>
                    <a:pt x="2807934" y="203031"/>
                  </a:lnTo>
                  <a:lnTo>
                    <a:pt x="2817693" y="197863"/>
                  </a:lnTo>
                  <a:lnTo>
                    <a:pt x="2827437" y="203675"/>
                  </a:lnTo>
                  <a:lnTo>
                    <a:pt x="2837196" y="193918"/>
                  </a:lnTo>
                  <a:lnTo>
                    <a:pt x="2846940" y="152138"/>
                  </a:lnTo>
                  <a:lnTo>
                    <a:pt x="2856684" y="159786"/>
                  </a:lnTo>
                  <a:lnTo>
                    <a:pt x="2866442" y="142062"/>
                  </a:lnTo>
                  <a:lnTo>
                    <a:pt x="2876186" y="161156"/>
                  </a:lnTo>
                  <a:lnTo>
                    <a:pt x="2885945" y="176833"/>
                  </a:lnTo>
                  <a:lnTo>
                    <a:pt x="2895689" y="160045"/>
                  </a:lnTo>
                  <a:lnTo>
                    <a:pt x="2905433" y="168406"/>
                  </a:lnTo>
                  <a:lnTo>
                    <a:pt x="2915192" y="16740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3" name="Freeform 952">
              <a:extLst>
                <a:ext uri="{FF2B5EF4-FFF2-40B4-BE49-F238E27FC236}">
                  <a16:creationId xmlns:a16="http://schemas.microsoft.com/office/drawing/2014/main" id="{051A6FC0-28CA-5751-E4A8-54CF043AA89C}"/>
                </a:ext>
              </a:extLst>
            </p:cNvPr>
            <p:cNvSpPr/>
            <p:nvPr/>
          </p:nvSpPr>
          <p:spPr>
            <a:xfrm>
              <a:off x="4426652" y="3108789"/>
              <a:ext cx="2915191" cy="579451"/>
            </a:xfrm>
            <a:custGeom>
              <a:avLst/>
              <a:gdLst>
                <a:gd name="connsiteX0" fmla="*/ 0 w 2915191"/>
                <a:gd name="connsiteY0" fmla="*/ 404238 h 579451"/>
                <a:gd name="connsiteX1" fmla="*/ 9750 w 2915191"/>
                <a:gd name="connsiteY1" fmla="*/ 406753 h 579451"/>
                <a:gd name="connsiteX2" fmla="*/ 19500 w 2915191"/>
                <a:gd name="connsiteY2" fmla="*/ 423127 h 579451"/>
                <a:gd name="connsiteX3" fmla="*/ 29250 w 2915191"/>
                <a:gd name="connsiteY3" fmla="*/ 453683 h 579451"/>
                <a:gd name="connsiteX4" fmla="*/ 39000 w 2915191"/>
                <a:gd name="connsiteY4" fmla="*/ 480525 h 579451"/>
                <a:gd name="connsiteX5" fmla="*/ 48749 w 2915191"/>
                <a:gd name="connsiteY5" fmla="*/ 464222 h 579451"/>
                <a:gd name="connsiteX6" fmla="*/ 58499 w 2915191"/>
                <a:gd name="connsiteY6" fmla="*/ 471909 h 579451"/>
                <a:gd name="connsiteX7" fmla="*/ 68249 w 2915191"/>
                <a:gd name="connsiteY7" fmla="*/ 471913 h 579451"/>
                <a:gd name="connsiteX8" fmla="*/ 77998 w 2915191"/>
                <a:gd name="connsiteY8" fmla="*/ 496054 h 579451"/>
                <a:gd name="connsiteX9" fmla="*/ 87748 w 2915191"/>
                <a:gd name="connsiteY9" fmla="*/ 497128 h 579451"/>
                <a:gd name="connsiteX10" fmla="*/ 97497 w 2915191"/>
                <a:gd name="connsiteY10" fmla="*/ 492210 h 579451"/>
                <a:gd name="connsiteX11" fmla="*/ 107247 w 2915191"/>
                <a:gd name="connsiteY11" fmla="*/ 467862 h 579451"/>
                <a:gd name="connsiteX12" fmla="*/ 116997 w 2915191"/>
                <a:gd name="connsiteY12" fmla="*/ 483931 h 579451"/>
                <a:gd name="connsiteX13" fmla="*/ 126747 w 2915191"/>
                <a:gd name="connsiteY13" fmla="*/ 524486 h 579451"/>
                <a:gd name="connsiteX14" fmla="*/ 136497 w 2915191"/>
                <a:gd name="connsiteY14" fmla="*/ 579451 h 579451"/>
                <a:gd name="connsiteX15" fmla="*/ 146247 w 2915191"/>
                <a:gd name="connsiteY15" fmla="*/ 538090 h 579451"/>
                <a:gd name="connsiteX16" fmla="*/ 155997 w 2915191"/>
                <a:gd name="connsiteY16" fmla="*/ 573447 h 579451"/>
                <a:gd name="connsiteX17" fmla="*/ 165747 w 2915191"/>
                <a:gd name="connsiteY17" fmla="*/ 565035 h 579451"/>
                <a:gd name="connsiteX18" fmla="*/ 175497 w 2915191"/>
                <a:gd name="connsiteY18" fmla="*/ 563608 h 579451"/>
                <a:gd name="connsiteX19" fmla="*/ 185247 w 2915191"/>
                <a:gd name="connsiteY19" fmla="*/ 576774 h 579451"/>
                <a:gd name="connsiteX20" fmla="*/ 194996 w 2915191"/>
                <a:gd name="connsiteY20" fmla="*/ 564792 h 579451"/>
                <a:gd name="connsiteX21" fmla="*/ 204746 w 2915191"/>
                <a:gd name="connsiteY21" fmla="*/ 542286 h 579451"/>
                <a:gd name="connsiteX22" fmla="*/ 214495 w 2915191"/>
                <a:gd name="connsiteY22" fmla="*/ 523993 h 579451"/>
                <a:gd name="connsiteX23" fmla="*/ 224245 w 2915191"/>
                <a:gd name="connsiteY23" fmla="*/ 526412 h 579451"/>
                <a:gd name="connsiteX24" fmla="*/ 233995 w 2915191"/>
                <a:gd name="connsiteY24" fmla="*/ 499694 h 579451"/>
                <a:gd name="connsiteX25" fmla="*/ 243744 w 2915191"/>
                <a:gd name="connsiteY25" fmla="*/ 490056 h 579451"/>
                <a:gd name="connsiteX26" fmla="*/ 253494 w 2915191"/>
                <a:gd name="connsiteY26" fmla="*/ 469656 h 579451"/>
                <a:gd name="connsiteX27" fmla="*/ 263244 w 2915191"/>
                <a:gd name="connsiteY27" fmla="*/ 476139 h 579451"/>
                <a:gd name="connsiteX28" fmla="*/ 272994 w 2915191"/>
                <a:gd name="connsiteY28" fmla="*/ 475033 h 579451"/>
                <a:gd name="connsiteX29" fmla="*/ 282744 w 2915191"/>
                <a:gd name="connsiteY29" fmla="*/ 456733 h 579451"/>
                <a:gd name="connsiteX30" fmla="*/ 292494 w 2915191"/>
                <a:gd name="connsiteY30" fmla="*/ 435043 h 579451"/>
                <a:gd name="connsiteX31" fmla="*/ 302244 w 2915191"/>
                <a:gd name="connsiteY31" fmla="*/ 397605 h 579451"/>
                <a:gd name="connsiteX32" fmla="*/ 311994 w 2915191"/>
                <a:gd name="connsiteY32" fmla="*/ 401377 h 579451"/>
                <a:gd name="connsiteX33" fmla="*/ 321744 w 2915191"/>
                <a:gd name="connsiteY33" fmla="*/ 387971 h 579451"/>
                <a:gd name="connsiteX34" fmla="*/ 331493 w 2915191"/>
                <a:gd name="connsiteY34" fmla="*/ 387172 h 579451"/>
                <a:gd name="connsiteX35" fmla="*/ 341243 w 2915191"/>
                <a:gd name="connsiteY35" fmla="*/ 398172 h 579451"/>
                <a:gd name="connsiteX36" fmla="*/ 350993 w 2915191"/>
                <a:gd name="connsiteY36" fmla="*/ 406827 h 579451"/>
                <a:gd name="connsiteX37" fmla="*/ 360742 w 2915191"/>
                <a:gd name="connsiteY37" fmla="*/ 396991 h 579451"/>
                <a:gd name="connsiteX38" fmla="*/ 370492 w 2915191"/>
                <a:gd name="connsiteY38" fmla="*/ 365271 h 579451"/>
                <a:gd name="connsiteX39" fmla="*/ 380241 w 2915191"/>
                <a:gd name="connsiteY39" fmla="*/ 332051 h 579451"/>
                <a:gd name="connsiteX40" fmla="*/ 389991 w 2915191"/>
                <a:gd name="connsiteY40" fmla="*/ 326093 h 579451"/>
                <a:gd name="connsiteX41" fmla="*/ 399741 w 2915191"/>
                <a:gd name="connsiteY41" fmla="*/ 307163 h 579451"/>
                <a:gd name="connsiteX42" fmla="*/ 409491 w 2915191"/>
                <a:gd name="connsiteY42" fmla="*/ 307405 h 579451"/>
                <a:gd name="connsiteX43" fmla="*/ 419241 w 2915191"/>
                <a:gd name="connsiteY43" fmla="*/ 312664 h 579451"/>
                <a:gd name="connsiteX44" fmla="*/ 428991 w 2915191"/>
                <a:gd name="connsiteY44" fmla="*/ 326453 h 579451"/>
                <a:gd name="connsiteX45" fmla="*/ 438741 w 2915191"/>
                <a:gd name="connsiteY45" fmla="*/ 331632 h 579451"/>
                <a:gd name="connsiteX46" fmla="*/ 448491 w 2915191"/>
                <a:gd name="connsiteY46" fmla="*/ 320069 h 579451"/>
                <a:gd name="connsiteX47" fmla="*/ 458241 w 2915191"/>
                <a:gd name="connsiteY47" fmla="*/ 303585 h 579451"/>
                <a:gd name="connsiteX48" fmla="*/ 467991 w 2915191"/>
                <a:gd name="connsiteY48" fmla="*/ 320936 h 579451"/>
                <a:gd name="connsiteX49" fmla="*/ 477740 w 2915191"/>
                <a:gd name="connsiteY49" fmla="*/ 348492 h 579451"/>
                <a:gd name="connsiteX50" fmla="*/ 487490 w 2915191"/>
                <a:gd name="connsiteY50" fmla="*/ 340147 h 579451"/>
                <a:gd name="connsiteX51" fmla="*/ 497239 w 2915191"/>
                <a:gd name="connsiteY51" fmla="*/ 325577 h 579451"/>
                <a:gd name="connsiteX52" fmla="*/ 506989 w 2915191"/>
                <a:gd name="connsiteY52" fmla="*/ 331839 h 579451"/>
                <a:gd name="connsiteX53" fmla="*/ 516738 w 2915191"/>
                <a:gd name="connsiteY53" fmla="*/ 303419 h 579451"/>
                <a:gd name="connsiteX54" fmla="*/ 526488 w 2915191"/>
                <a:gd name="connsiteY54" fmla="*/ 346766 h 579451"/>
                <a:gd name="connsiteX55" fmla="*/ 536238 w 2915191"/>
                <a:gd name="connsiteY55" fmla="*/ 330473 h 579451"/>
                <a:gd name="connsiteX56" fmla="*/ 545988 w 2915191"/>
                <a:gd name="connsiteY56" fmla="*/ 355162 h 579451"/>
                <a:gd name="connsiteX57" fmla="*/ 555738 w 2915191"/>
                <a:gd name="connsiteY57" fmla="*/ 336246 h 579451"/>
                <a:gd name="connsiteX58" fmla="*/ 565488 w 2915191"/>
                <a:gd name="connsiteY58" fmla="*/ 287197 h 579451"/>
                <a:gd name="connsiteX59" fmla="*/ 575238 w 2915191"/>
                <a:gd name="connsiteY59" fmla="*/ 297589 h 579451"/>
                <a:gd name="connsiteX60" fmla="*/ 584988 w 2915191"/>
                <a:gd name="connsiteY60" fmla="*/ 249323 h 579451"/>
                <a:gd name="connsiteX61" fmla="*/ 594738 w 2915191"/>
                <a:gd name="connsiteY61" fmla="*/ 231214 h 579451"/>
                <a:gd name="connsiteX62" fmla="*/ 604488 w 2915191"/>
                <a:gd name="connsiteY62" fmla="*/ 262335 h 579451"/>
                <a:gd name="connsiteX63" fmla="*/ 614237 w 2915191"/>
                <a:gd name="connsiteY63" fmla="*/ 281059 h 579451"/>
                <a:gd name="connsiteX64" fmla="*/ 623987 w 2915191"/>
                <a:gd name="connsiteY64" fmla="*/ 283371 h 579451"/>
                <a:gd name="connsiteX65" fmla="*/ 633736 w 2915191"/>
                <a:gd name="connsiteY65" fmla="*/ 264679 h 579451"/>
                <a:gd name="connsiteX66" fmla="*/ 643486 w 2915191"/>
                <a:gd name="connsiteY66" fmla="*/ 246650 h 579451"/>
                <a:gd name="connsiteX67" fmla="*/ 653236 w 2915191"/>
                <a:gd name="connsiteY67" fmla="*/ 275864 h 579451"/>
                <a:gd name="connsiteX68" fmla="*/ 662985 w 2915191"/>
                <a:gd name="connsiteY68" fmla="*/ 286400 h 579451"/>
                <a:gd name="connsiteX69" fmla="*/ 672735 w 2915191"/>
                <a:gd name="connsiteY69" fmla="*/ 283475 h 579451"/>
                <a:gd name="connsiteX70" fmla="*/ 682485 w 2915191"/>
                <a:gd name="connsiteY70" fmla="*/ 303363 h 579451"/>
                <a:gd name="connsiteX71" fmla="*/ 692235 w 2915191"/>
                <a:gd name="connsiteY71" fmla="*/ 321501 h 579451"/>
                <a:gd name="connsiteX72" fmla="*/ 701985 w 2915191"/>
                <a:gd name="connsiteY72" fmla="*/ 338916 h 579451"/>
                <a:gd name="connsiteX73" fmla="*/ 711735 w 2915191"/>
                <a:gd name="connsiteY73" fmla="*/ 349354 h 579451"/>
                <a:gd name="connsiteX74" fmla="*/ 721485 w 2915191"/>
                <a:gd name="connsiteY74" fmla="*/ 365728 h 579451"/>
                <a:gd name="connsiteX75" fmla="*/ 731235 w 2915191"/>
                <a:gd name="connsiteY75" fmla="*/ 362637 h 579451"/>
                <a:gd name="connsiteX76" fmla="*/ 740985 w 2915191"/>
                <a:gd name="connsiteY76" fmla="*/ 356118 h 579451"/>
                <a:gd name="connsiteX77" fmla="*/ 750734 w 2915191"/>
                <a:gd name="connsiteY77" fmla="*/ 366092 h 579451"/>
                <a:gd name="connsiteX78" fmla="*/ 760484 w 2915191"/>
                <a:gd name="connsiteY78" fmla="*/ 366259 h 579451"/>
                <a:gd name="connsiteX79" fmla="*/ 770233 w 2915191"/>
                <a:gd name="connsiteY79" fmla="*/ 387748 h 579451"/>
                <a:gd name="connsiteX80" fmla="*/ 779983 w 2915191"/>
                <a:gd name="connsiteY80" fmla="*/ 373097 h 579451"/>
                <a:gd name="connsiteX81" fmla="*/ 789733 w 2915191"/>
                <a:gd name="connsiteY81" fmla="*/ 425417 h 579451"/>
                <a:gd name="connsiteX82" fmla="*/ 799482 w 2915191"/>
                <a:gd name="connsiteY82" fmla="*/ 383784 h 579451"/>
                <a:gd name="connsiteX83" fmla="*/ 809232 w 2915191"/>
                <a:gd name="connsiteY83" fmla="*/ 369484 h 579451"/>
                <a:gd name="connsiteX84" fmla="*/ 818982 w 2915191"/>
                <a:gd name="connsiteY84" fmla="*/ 336052 h 579451"/>
                <a:gd name="connsiteX85" fmla="*/ 828732 w 2915191"/>
                <a:gd name="connsiteY85" fmla="*/ 316566 h 579451"/>
                <a:gd name="connsiteX86" fmla="*/ 838482 w 2915191"/>
                <a:gd name="connsiteY86" fmla="*/ 286195 h 579451"/>
                <a:gd name="connsiteX87" fmla="*/ 848232 w 2915191"/>
                <a:gd name="connsiteY87" fmla="*/ 293440 h 579451"/>
                <a:gd name="connsiteX88" fmla="*/ 857982 w 2915191"/>
                <a:gd name="connsiteY88" fmla="*/ 320781 h 579451"/>
                <a:gd name="connsiteX89" fmla="*/ 867732 w 2915191"/>
                <a:gd name="connsiteY89" fmla="*/ 311214 h 579451"/>
                <a:gd name="connsiteX90" fmla="*/ 877482 w 2915191"/>
                <a:gd name="connsiteY90" fmla="*/ 347066 h 579451"/>
                <a:gd name="connsiteX91" fmla="*/ 887231 w 2915191"/>
                <a:gd name="connsiteY91" fmla="*/ 378443 h 579451"/>
                <a:gd name="connsiteX92" fmla="*/ 896981 w 2915191"/>
                <a:gd name="connsiteY92" fmla="*/ 389455 h 579451"/>
                <a:gd name="connsiteX93" fmla="*/ 906730 w 2915191"/>
                <a:gd name="connsiteY93" fmla="*/ 403147 h 579451"/>
                <a:gd name="connsiteX94" fmla="*/ 916480 w 2915191"/>
                <a:gd name="connsiteY94" fmla="*/ 412262 h 579451"/>
                <a:gd name="connsiteX95" fmla="*/ 926230 w 2915191"/>
                <a:gd name="connsiteY95" fmla="*/ 410166 h 579451"/>
                <a:gd name="connsiteX96" fmla="*/ 935979 w 2915191"/>
                <a:gd name="connsiteY96" fmla="*/ 426993 h 579451"/>
                <a:gd name="connsiteX97" fmla="*/ 945729 w 2915191"/>
                <a:gd name="connsiteY97" fmla="*/ 391818 h 579451"/>
                <a:gd name="connsiteX98" fmla="*/ 955479 w 2915191"/>
                <a:gd name="connsiteY98" fmla="*/ 380040 h 579451"/>
                <a:gd name="connsiteX99" fmla="*/ 965229 w 2915191"/>
                <a:gd name="connsiteY99" fmla="*/ 350762 h 579451"/>
                <a:gd name="connsiteX100" fmla="*/ 974979 w 2915191"/>
                <a:gd name="connsiteY100" fmla="*/ 379602 h 579451"/>
                <a:gd name="connsiteX101" fmla="*/ 984729 w 2915191"/>
                <a:gd name="connsiteY101" fmla="*/ 367068 h 579451"/>
                <a:gd name="connsiteX102" fmla="*/ 994474 w 2915191"/>
                <a:gd name="connsiteY102" fmla="*/ 342052 h 579451"/>
                <a:gd name="connsiteX103" fmla="*/ 1004233 w 2915191"/>
                <a:gd name="connsiteY103" fmla="*/ 327645 h 579451"/>
                <a:gd name="connsiteX104" fmla="*/ 1013977 w 2915191"/>
                <a:gd name="connsiteY104" fmla="*/ 332761 h 579451"/>
                <a:gd name="connsiteX105" fmla="*/ 1023721 w 2915191"/>
                <a:gd name="connsiteY105" fmla="*/ 325784 h 579451"/>
                <a:gd name="connsiteX106" fmla="*/ 1033480 w 2915191"/>
                <a:gd name="connsiteY106" fmla="*/ 341298 h 579451"/>
                <a:gd name="connsiteX107" fmla="*/ 1043224 w 2915191"/>
                <a:gd name="connsiteY107" fmla="*/ 347148 h 579451"/>
                <a:gd name="connsiteX108" fmla="*/ 1052983 w 2915191"/>
                <a:gd name="connsiteY108" fmla="*/ 317511 h 579451"/>
                <a:gd name="connsiteX109" fmla="*/ 1062727 w 2915191"/>
                <a:gd name="connsiteY109" fmla="*/ 319555 h 579451"/>
                <a:gd name="connsiteX110" fmla="*/ 1072471 w 2915191"/>
                <a:gd name="connsiteY110" fmla="*/ 330428 h 579451"/>
                <a:gd name="connsiteX111" fmla="*/ 1082230 w 2915191"/>
                <a:gd name="connsiteY111" fmla="*/ 343299 h 579451"/>
                <a:gd name="connsiteX112" fmla="*/ 1091973 w 2915191"/>
                <a:gd name="connsiteY112" fmla="*/ 338554 h 579451"/>
                <a:gd name="connsiteX113" fmla="*/ 1101732 w 2915191"/>
                <a:gd name="connsiteY113" fmla="*/ 325826 h 579451"/>
                <a:gd name="connsiteX114" fmla="*/ 1111476 w 2915191"/>
                <a:gd name="connsiteY114" fmla="*/ 339409 h 579451"/>
                <a:gd name="connsiteX115" fmla="*/ 1121220 w 2915191"/>
                <a:gd name="connsiteY115" fmla="*/ 351293 h 579451"/>
                <a:gd name="connsiteX116" fmla="*/ 1130979 w 2915191"/>
                <a:gd name="connsiteY116" fmla="*/ 339533 h 579451"/>
                <a:gd name="connsiteX117" fmla="*/ 1140723 w 2915191"/>
                <a:gd name="connsiteY117" fmla="*/ 341529 h 579451"/>
                <a:gd name="connsiteX118" fmla="*/ 1150482 w 2915191"/>
                <a:gd name="connsiteY118" fmla="*/ 359664 h 579451"/>
                <a:gd name="connsiteX119" fmla="*/ 1160226 w 2915191"/>
                <a:gd name="connsiteY119" fmla="*/ 345327 h 579451"/>
                <a:gd name="connsiteX120" fmla="*/ 1169969 w 2915191"/>
                <a:gd name="connsiteY120" fmla="*/ 344228 h 579451"/>
                <a:gd name="connsiteX121" fmla="*/ 1179728 w 2915191"/>
                <a:gd name="connsiteY121" fmla="*/ 317006 h 579451"/>
                <a:gd name="connsiteX122" fmla="*/ 1189472 w 2915191"/>
                <a:gd name="connsiteY122" fmla="*/ 287635 h 579451"/>
                <a:gd name="connsiteX123" fmla="*/ 1199231 w 2915191"/>
                <a:gd name="connsiteY123" fmla="*/ 264335 h 579451"/>
                <a:gd name="connsiteX124" fmla="*/ 1208975 w 2915191"/>
                <a:gd name="connsiteY124" fmla="*/ 286300 h 579451"/>
                <a:gd name="connsiteX125" fmla="*/ 1218719 w 2915191"/>
                <a:gd name="connsiteY125" fmla="*/ 272626 h 579451"/>
                <a:gd name="connsiteX126" fmla="*/ 1228478 w 2915191"/>
                <a:gd name="connsiteY126" fmla="*/ 302501 h 579451"/>
                <a:gd name="connsiteX127" fmla="*/ 1238222 w 2915191"/>
                <a:gd name="connsiteY127" fmla="*/ 324586 h 579451"/>
                <a:gd name="connsiteX128" fmla="*/ 1247966 w 2915191"/>
                <a:gd name="connsiteY128" fmla="*/ 336280 h 579451"/>
                <a:gd name="connsiteX129" fmla="*/ 1257725 w 2915191"/>
                <a:gd name="connsiteY129" fmla="*/ 338466 h 579451"/>
                <a:gd name="connsiteX130" fmla="*/ 1267469 w 2915191"/>
                <a:gd name="connsiteY130" fmla="*/ 326128 h 579451"/>
                <a:gd name="connsiteX131" fmla="*/ 1277227 w 2915191"/>
                <a:gd name="connsiteY131" fmla="*/ 321663 h 579451"/>
                <a:gd name="connsiteX132" fmla="*/ 1286971 w 2915191"/>
                <a:gd name="connsiteY132" fmla="*/ 311646 h 579451"/>
                <a:gd name="connsiteX133" fmla="*/ 1296715 w 2915191"/>
                <a:gd name="connsiteY133" fmla="*/ 270545 h 579451"/>
                <a:gd name="connsiteX134" fmla="*/ 1306474 w 2915191"/>
                <a:gd name="connsiteY134" fmla="*/ 268259 h 579451"/>
                <a:gd name="connsiteX135" fmla="*/ 1316218 w 2915191"/>
                <a:gd name="connsiteY135" fmla="*/ 257955 h 579451"/>
                <a:gd name="connsiteX136" fmla="*/ 1325977 w 2915191"/>
                <a:gd name="connsiteY136" fmla="*/ 217327 h 579451"/>
                <a:gd name="connsiteX137" fmla="*/ 1335721 w 2915191"/>
                <a:gd name="connsiteY137" fmla="*/ 211002 h 579451"/>
                <a:gd name="connsiteX138" fmla="*/ 1345465 w 2915191"/>
                <a:gd name="connsiteY138" fmla="*/ 203697 h 579451"/>
                <a:gd name="connsiteX139" fmla="*/ 1355224 w 2915191"/>
                <a:gd name="connsiteY139" fmla="*/ 194973 h 579451"/>
                <a:gd name="connsiteX140" fmla="*/ 1364967 w 2915191"/>
                <a:gd name="connsiteY140" fmla="*/ 194003 h 579451"/>
                <a:gd name="connsiteX141" fmla="*/ 1374726 w 2915191"/>
                <a:gd name="connsiteY141" fmla="*/ 165048 h 579451"/>
                <a:gd name="connsiteX142" fmla="*/ 1384470 w 2915191"/>
                <a:gd name="connsiteY142" fmla="*/ 160688 h 579451"/>
                <a:gd name="connsiteX143" fmla="*/ 1394214 w 2915191"/>
                <a:gd name="connsiteY143" fmla="*/ 162012 h 579451"/>
                <a:gd name="connsiteX144" fmla="*/ 1403973 w 2915191"/>
                <a:gd name="connsiteY144" fmla="*/ 104785 h 579451"/>
                <a:gd name="connsiteX145" fmla="*/ 1413717 w 2915191"/>
                <a:gd name="connsiteY145" fmla="*/ 93180 h 579451"/>
                <a:gd name="connsiteX146" fmla="*/ 1423476 w 2915191"/>
                <a:gd name="connsiteY146" fmla="*/ 108344 h 579451"/>
                <a:gd name="connsiteX147" fmla="*/ 1433220 w 2915191"/>
                <a:gd name="connsiteY147" fmla="*/ 71563 h 579451"/>
                <a:gd name="connsiteX148" fmla="*/ 1442964 w 2915191"/>
                <a:gd name="connsiteY148" fmla="*/ 56275 h 579451"/>
                <a:gd name="connsiteX149" fmla="*/ 1452722 w 2915191"/>
                <a:gd name="connsiteY149" fmla="*/ 80325 h 579451"/>
                <a:gd name="connsiteX150" fmla="*/ 1462466 w 2915191"/>
                <a:gd name="connsiteY150" fmla="*/ 86775 h 579451"/>
                <a:gd name="connsiteX151" fmla="*/ 1472225 w 2915191"/>
                <a:gd name="connsiteY151" fmla="*/ 83708 h 579451"/>
                <a:gd name="connsiteX152" fmla="*/ 1481969 w 2915191"/>
                <a:gd name="connsiteY152" fmla="*/ 68827 h 579451"/>
                <a:gd name="connsiteX153" fmla="*/ 1491713 w 2915191"/>
                <a:gd name="connsiteY153" fmla="*/ 62699 h 579451"/>
                <a:gd name="connsiteX154" fmla="*/ 1501472 w 2915191"/>
                <a:gd name="connsiteY154" fmla="*/ 56558 h 579451"/>
                <a:gd name="connsiteX155" fmla="*/ 1511216 w 2915191"/>
                <a:gd name="connsiteY155" fmla="*/ 23566 h 579451"/>
                <a:gd name="connsiteX156" fmla="*/ 1520960 w 2915191"/>
                <a:gd name="connsiteY156" fmla="*/ 14805 h 579451"/>
                <a:gd name="connsiteX157" fmla="*/ 1530719 w 2915191"/>
                <a:gd name="connsiteY157" fmla="*/ 6235 h 579451"/>
                <a:gd name="connsiteX158" fmla="*/ 1540463 w 2915191"/>
                <a:gd name="connsiteY158" fmla="*/ 13877 h 579451"/>
                <a:gd name="connsiteX159" fmla="*/ 1550221 w 2915191"/>
                <a:gd name="connsiteY159" fmla="*/ 0 h 579451"/>
                <a:gd name="connsiteX160" fmla="*/ 1559965 w 2915191"/>
                <a:gd name="connsiteY160" fmla="*/ 21867 h 579451"/>
                <a:gd name="connsiteX161" fmla="*/ 1569709 w 2915191"/>
                <a:gd name="connsiteY161" fmla="*/ 48338 h 579451"/>
                <a:gd name="connsiteX162" fmla="*/ 1579468 w 2915191"/>
                <a:gd name="connsiteY162" fmla="*/ 61782 h 579451"/>
                <a:gd name="connsiteX163" fmla="*/ 1589212 w 2915191"/>
                <a:gd name="connsiteY163" fmla="*/ 50730 h 579451"/>
                <a:gd name="connsiteX164" fmla="*/ 1598971 w 2915191"/>
                <a:gd name="connsiteY164" fmla="*/ 60167 h 579451"/>
                <a:gd name="connsiteX165" fmla="*/ 1608715 w 2915191"/>
                <a:gd name="connsiteY165" fmla="*/ 69630 h 579451"/>
                <a:gd name="connsiteX166" fmla="*/ 1618459 w 2915191"/>
                <a:gd name="connsiteY166" fmla="*/ 92411 h 579451"/>
                <a:gd name="connsiteX167" fmla="*/ 1628218 w 2915191"/>
                <a:gd name="connsiteY167" fmla="*/ 43223 h 579451"/>
                <a:gd name="connsiteX168" fmla="*/ 1637962 w 2915191"/>
                <a:gd name="connsiteY168" fmla="*/ 33859 h 579451"/>
                <a:gd name="connsiteX169" fmla="*/ 1647720 w 2915191"/>
                <a:gd name="connsiteY169" fmla="*/ 38727 h 579451"/>
                <a:gd name="connsiteX170" fmla="*/ 1657464 w 2915191"/>
                <a:gd name="connsiteY170" fmla="*/ 39756 h 579451"/>
                <a:gd name="connsiteX171" fmla="*/ 1667208 w 2915191"/>
                <a:gd name="connsiteY171" fmla="*/ 52584 h 579451"/>
                <a:gd name="connsiteX172" fmla="*/ 1676967 w 2915191"/>
                <a:gd name="connsiteY172" fmla="*/ 55722 h 579451"/>
                <a:gd name="connsiteX173" fmla="*/ 1686711 w 2915191"/>
                <a:gd name="connsiteY173" fmla="*/ 61415 h 579451"/>
                <a:gd name="connsiteX174" fmla="*/ 1696470 w 2915191"/>
                <a:gd name="connsiteY174" fmla="*/ 41033 h 579451"/>
                <a:gd name="connsiteX175" fmla="*/ 1706214 w 2915191"/>
                <a:gd name="connsiteY175" fmla="*/ 70104 h 579451"/>
                <a:gd name="connsiteX176" fmla="*/ 1715958 w 2915191"/>
                <a:gd name="connsiteY176" fmla="*/ 73416 h 579451"/>
                <a:gd name="connsiteX177" fmla="*/ 1725716 w 2915191"/>
                <a:gd name="connsiteY177" fmla="*/ 53034 h 579451"/>
                <a:gd name="connsiteX178" fmla="*/ 1735460 w 2915191"/>
                <a:gd name="connsiteY178" fmla="*/ 62875 h 579451"/>
                <a:gd name="connsiteX179" fmla="*/ 1745219 w 2915191"/>
                <a:gd name="connsiteY179" fmla="*/ 105720 h 579451"/>
                <a:gd name="connsiteX180" fmla="*/ 1754963 w 2915191"/>
                <a:gd name="connsiteY180" fmla="*/ 123583 h 579451"/>
                <a:gd name="connsiteX181" fmla="*/ 1764707 w 2915191"/>
                <a:gd name="connsiteY181" fmla="*/ 138942 h 579451"/>
                <a:gd name="connsiteX182" fmla="*/ 1774466 w 2915191"/>
                <a:gd name="connsiteY182" fmla="*/ 163701 h 579451"/>
                <a:gd name="connsiteX183" fmla="*/ 1784210 w 2915191"/>
                <a:gd name="connsiteY183" fmla="*/ 158737 h 579451"/>
                <a:gd name="connsiteX184" fmla="*/ 1793969 w 2915191"/>
                <a:gd name="connsiteY184" fmla="*/ 186397 h 579451"/>
                <a:gd name="connsiteX185" fmla="*/ 1803713 w 2915191"/>
                <a:gd name="connsiteY185" fmla="*/ 203589 h 579451"/>
                <a:gd name="connsiteX186" fmla="*/ 1813457 w 2915191"/>
                <a:gd name="connsiteY186" fmla="*/ 200662 h 579451"/>
                <a:gd name="connsiteX187" fmla="*/ 1823215 w 2915191"/>
                <a:gd name="connsiteY187" fmla="*/ 181476 h 579451"/>
                <a:gd name="connsiteX188" fmla="*/ 1832959 w 2915191"/>
                <a:gd name="connsiteY188" fmla="*/ 172769 h 579451"/>
                <a:gd name="connsiteX189" fmla="*/ 1842703 w 2915191"/>
                <a:gd name="connsiteY189" fmla="*/ 166815 h 579451"/>
                <a:gd name="connsiteX190" fmla="*/ 1852462 w 2915191"/>
                <a:gd name="connsiteY190" fmla="*/ 144806 h 579451"/>
                <a:gd name="connsiteX191" fmla="*/ 1862206 w 2915191"/>
                <a:gd name="connsiteY191" fmla="*/ 120060 h 579451"/>
                <a:gd name="connsiteX192" fmla="*/ 1871965 w 2915191"/>
                <a:gd name="connsiteY192" fmla="*/ 142945 h 579451"/>
                <a:gd name="connsiteX193" fmla="*/ 1881709 w 2915191"/>
                <a:gd name="connsiteY193" fmla="*/ 97027 h 579451"/>
                <a:gd name="connsiteX194" fmla="*/ 1891453 w 2915191"/>
                <a:gd name="connsiteY194" fmla="*/ 116306 h 579451"/>
                <a:gd name="connsiteX195" fmla="*/ 1901212 w 2915191"/>
                <a:gd name="connsiteY195" fmla="*/ 142696 h 579451"/>
                <a:gd name="connsiteX196" fmla="*/ 1910956 w 2915191"/>
                <a:gd name="connsiteY196" fmla="*/ 171376 h 579451"/>
                <a:gd name="connsiteX197" fmla="*/ 1920714 w 2915191"/>
                <a:gd name="connsiteY197" fmla="*/ 171218 h 579451"/>
                <a:gd name="connsiteX198" fmla="*/ 1930458 w 2915191"/>
                <a:gd name="connsiteY198" fmla="*/ 191644 h 579451"/>
                <a:gd name="connsiteX199" fmla="*/ 1940202 w 2915191"/>
                <a:gd name="connsiteY199" fmla="*/ 203788 h 579451"/>
                <a:gd name="connsiteX200" fmla="*/ 1949961 w 2915191"/>
                <a:gd name="connsiteY200" fmla="*/ 191333 h 579451"/>
                <a:gd name="connsiteX201" fmla="*/ 1959705 w 2915191"/>
                <a:gd name="connsiteY201" fmla="*/ 190971 h 579451"/>
                <a:gd name="connsiteX202" fmla="*/ 1969464 w 2915191"/>
                <a:gd name="connsiteY202" fmla="*/ 170756 h 579451"/>
                <a:gd name="connsiteX203" fmla="*/ 1979208 w 2915191"/>
                <a:gd name="connsiteY203" fmla="*/ 168636 h 579451"/>
                <a:gd name="connsiteX204" fmla="*/ 1988952 w 2915191"/>
                <a:gd name="connsiteY204" fmla="*/ 150578 h 579451"/>
                <a:gd name="connsiteX205" fmla="*/ 1998711 w 2915191"/>
                <a:gd name="connsiteY205" fmla="*/ 148970 h 579451"/>
                <a:gd name="connsiteX206" fmla="*/ 2008454 w 2915191"/>
                <a:gd name="connsiteY206" fmla="*/ 140594 h 579451"/>
                <a:gd name="connsiteX207" fmla="*/ 2018213 w 2915191"/>
                <a:gd name="connsiteY207" fmla="*/ 130558 h 579451"/>
                <a:gd name="connsiteX208" fmla="*/ 2027957 w 2915191"/>
                <a:gd name="connsiteY208" fmla="*/ 133845 h 579451"/>
                <a:gd name="connsiteX209" fmla="*/ 2037701 w 2915191"/>
                <a:gd name="connsiteY209" fmla="*/ 123794 h 579451"/>
                <a:gd name="connsiteX210" fmla="*/ 2047460 w 2915191"/>
                <a:gd name="connsiteY210" fmla="*/ 98671 h 579451"/>
                <a:gd name="connsiteX211" fmla="*/ 2057204 w 2915191"/>
                <a:gd name="connsiteY211" fmla="*/ 110267 h 579451"/>
                <a:gd name="connsiteX212" fmla="*/ 2066963 w 2915191"/>
                <a:gd name="connsiteY212" fmla="*/ 72905 h 579451"/>
                <a:gd name="connsiteX213" fmla="*/ 2076707 w 2915191"/>
                <a:gd name="connsiteY213" fmla="*/ 56889 h 579451"/>
                <a:gd name="connsiteX214" fmla="*/ 2086451 w 2915191"/>
                <a:gd name="connsiteY214" fmla="*/ 59133 h 579451"/>
                <a:gd name="connsiteX215" fmla="*/ 2096210 w 2915191"/>
                <a:gd name="connsiteY215" fmla="*/ 61642 h 579451"/>
                <a:gd name="connsiteX216" fmla="*/ 2105954 w 2915191"/>
                <a:gd name="connsiteY216" fmla="*/ 28563 h 579451"/>
                <a:gd name="connsiteX217" fmla="*/ 2115697 w 2915191"/>
                <a:gd name="connsiteY217" fmla="*/ 33973 h 579451"/>
                <a:gd name="connsiteX218" fmla="*/ 2125456 w 2915191"/>
                <a:gd name="connsiteY218" fmla="*/ 53854 h 579451"/>
                <a:gd name="connsiteX219" fmla="*/ 2135200 w 2915191"/>
                <a:gd name="connsiteY219" fmla="*/ 70256 h 579451"/>
                <a:gd name="connsiteX220" fmla="*/ 2144959 w 2915191"/>
                <a:gd name="connsiteY220" fmla="*/ 82862 h 579451"/>
                <a:gd name="connsiteX221" fmla="*/ 2154703 w 2915191"/>
                <a:gd name="connsiteY221" fmla="*/ 75216 h 579451"/>
                <a:gd name="connsiteX222" fmla="*/ 2164447 w 2915191"/>
                <a:gd name="connsiteY222" fmla="*/ 88363 h 579451"/>
                <a:gd name="connsiteX223" fmla="*/ 2174206 w 2915191"/>
                <a:gd name="connsiteY223" fmla="*/ 99992 h 579451"/>
                <a:gd name="connsiteX224" fmla="*/ 2183950 w 2915191"/>
                <a:gd name="connsiteY224" fmla="*/ 125034 h 579451"/>
                <a:gd name="connsiteX225" fmla="*/ 2193709 w 2915191"/>
                <a:gd name="connsiteY225" fmla="*/ 127137 h 579451"/>
                <a:gd name="connsiteX226" fmla="*/ 2203452 w 2915191"/>
                <a:gd name="connsiteY226" fmla="*/ 98730 h 579451"/>
                <a:gd name="connsiteX227" fmla="*/ 2213196 w 2915191"/>
                <a:gd name="connsiteY227" fmla="*/ 117557 h 579451"/>
                <a:gd name="connsiteX228" fmla="*/ 2222955 w 2915191"/>
                <a:gd name="connsiteY228" fmla="*/ 141671 h 579451"/>
                <a:gd name="connsiteX229" fmla="*/ 2232699 w 2915191"/>
                <a:gd name="connsiteY229" fmla="*/ 157736 h 579451"/>
                <a:gd name="connsiteX230" fmla="*/ 2242458 w 2915191"/>
                <a:gd name="connsiteY230" fmla="*/ 169750 h 579451"/>
                <a:gd name="connsiteX231" fmla="*/ 2252202 w 2915191"/>
                <a:gd name="connsiteY231" fmla="*/ 161831 h 579451"/>
                <a:gd name="connsiteX232" fmla="*/ 2261946 w 2915191"/>
                <a:gd name="connsiteY232" fmla="*/ 164065 h 579451"/>
                <a:gd name="connsiteX233" fmla="*/ 2271705 w 2915191"/>
                <a:gd name="connsiteY233" fmla="*/ 161979 h 579451"/>
                <a:gd name="connsiteX234" fmla="*/ 2281449 w 2915191"/>
                <a:gd name="connsiteY234" fmla="*/ 176475 h 579451"/>
                <a:gd name="connsiteX235" fmla="*/ 2291208 w 2915191"/>
                <a:gd name="connsiteY235" fmla="*/ 154157 h 579451"/>
                <a:gd name="connsiteX236" fmla="*/ 2300951 w 2915191"/>
                <a:gd name="connsiteY236" fmla="*/ 135602 h 579451"/>
                <a:gd name="connsiteX237" fmla="*/ 2310695 w 2915191"/>
                <a:gd name="connsiteY237" fmla="*/ 135043 h 579451"/>
                <a:gd name="connsiteX238" fmla="*/ 2320454 w 2915191"/>
                <a:gd name="connsiteY238" fmla="*/ 173366 h 579451"/>
                <a:gd name="connsiteX239" fmla="*/ 2330198 w 2915191"/>
                <a:gd name="connsiteY239" fmla="*/ 187203 h 579451"/>
                <a:gd name="connsiteX240" fmla="*/ 2339957 w 2915191"/>
                <a:gd name="connsiteY240" fmla="*/ 197775 h 579451"/>
                <a:gd name="connsiteX241" fmla="*/ 2349701 w 2915191"/>
                <a:gd name="connsiteY241" fmla="*/ 196383 h 579451"/>
                <a:gd name="connsiteX242" fmla="*/ 2359445 w 2915191"/>
                <a:gd name="connsiteY242" fmla="*/ 217236 h 579451"/>
                <a:gd name="connsiteX243" fmla="*/ 2369204 w 2915191"/>
                <a:gd name="connsiteY243" fmla="*/ 222020 h 579451"/>
                <a:gd name="connsiteX244" fmla="*/ 2378948 w 2915191"/>
                <a:gd name="connsiteY244" fmla="*/ 213203 h 579451"/>
                <a:gd name="connsiteX245" fmla="*/ 2388692 w 2915191"/>
                <a:gd name="connsiteY245" fmla="*/ 232816 h 579451"/>
                <a:gd name="connsiteX246" fmla="*/ 2398450 w 2915191"/>
                <a:gd name="connsiteY246" fmla="*/ 213009 h 579451"/>
                <a:gd name="connsiteX247" fmla="*/ 2408194 w 2915191"/>
                <a:gd name="connsiteY247" fmla="*/ 202653 h 579451"/>
                <a:gd name="connsiteX248" fmla="*/ 2417953 w 2915191"/>
                <a:gd name="connsiteY248" fmla="*/ 195239 h 579451"/>
                <a:gd name="connsiteX249" fmla="*/ 2427697 w 2915191"/>
                <a:gd name="connsiteY249" fmla="*/ 176285 h 579451"/>
                <a:gd name="connsiteX250" fmla="*/ 2437441 w 2915191"/>
                <a:gd name="connsiteY250" fmla="*/ 176052 h 579451"/>
                <a:gd name="connsiteX251" fmla="*/ 2447200 w 2915191"/>
                <a:gd name="connsiteY251" fmla="*/ 191339 h 579451"/>
                <a:gd name="connsiteX252" fmla="*/ 2456944 w 2915191"/>
                <a:gd name="connsiteY252" fmla="*/ 214268 h 579451"/>
                <a:gd name="connsiteX253" fmla="*/ 2466703 w 2915191"/>
                <a:gd name="connsiteY253" fmla="*/ 206607 h 579451"/>
                <a:gd name="connsiteX254" fmla="*/ 2476446 w 2915191"/>
                <a:gd name="connsiteY254" fmla="*/ 197249 h 579451"/>
                <a:gd name="connsiteX255" fmla="*/ 2486190 w 2915191"/>
                <a:gd name="connsiteY255" fmla="*/ 175660 h 579451"/>
                <a:gd name="connsiteX256" fmla="*/ 2495949 w 2915191"/>
                <a:gd name="connsiteY256" fmla="*/ 158767 h 579451"/>
                <a:gd name="connsiteX257" fmla="*/ 2505693 w 2915191"/>
                <a:gd name="connsiteY257" fmla="*/ 164795 h 579451"/>
                <a:gd name="connsiteX258" fmla="*/ 2515452 w 2915191"/>
                <a:gd name="connsiteY258" fmla="*/ 193483 h 579451"/>
                <a:gd name="connsiteX259" fmla="*/ 2525196 w 2915191"/>
                <a:gd name="connsiteY259" fmla="*/ 186775 h 579451"/>
                <a:gd name="connsiteX260" fmla="*/ 2534940 w 2915191"/>
                <a:gd name="connsiteY260" fmla="*/ 239628 h 579451"/>
                <a:gd name="connsiteX261" fmla="*/ 2544699 w 2915191"/>
                <a:gd name="connsiteY261" fmla="*/ 242198 h 579451"/>
                <a:gd name="connsiteX262" fmla="*/ 2554443 w 2915191"/>
                <a:gd name="connsiteY262" fmla="*/ 228179 h 579451"/>
                <a:gd name="connsiteX263" fmla="*/ 2564202 w 2915191"/>
                <a:gd name="connsiteY263" fmla="*/ 185604 h 579451"/>
                <a:gd name="connsiteX264" fmla="*/ 2573946 w 2915191"/>
                <a:gd name="connsiteY264" fmla="*/ 179108 h 579451"/>
                <a:gd name="connsiteX265" fmla="*/ 2583690 w 2915191"/>
                <a:gd name="connsiteY265" fmla="*/ 215293 h 579451"/>
                <a:gd name="connsiteX266" fmla="*/ 2593448 w 2915191"/>
                <a:gd name="connsiteY266" fmla="*/ 224200 h 579451"/>
                <a:gd name="connsiteX267" fmla="*/ 2603192 w 2915191"/>
                <a:gd name="connsiteY267" fmla="*/ 199363 h 579451"/>
                <a:gd name="connsiteX268" fmla="*/ 2612951 w 2915191"/>
                <a:gd name="connsiteY268" fmla="*/ 206485 h 579451"/>
                <a:gd name="connsiteX269" fmla="*/ 2622695 w 2915191"/>
                <a:gd name="connsiteY269" fmla="*/ 164123 h 579451"/>
                <a:gd name="connsiteX270" fmla="*/ 2632439 w 2915191"/>
                <a:gd name="connsiteY270" fmla="*/ 159412 h 579451"/>
                <a:gd name="connsiteX271" fmla="*/ 2642198 w 2915191"/>
                <a:gd name="connsiteY271" fmla="*/ 149330 h 579451"/>
                <a:gd name="connsiteX272" fmla="*/ 2651942 w 2915191"/>
                <a:gd name="connsiteY272" fmla="*/ 89191 h 579451"/>
                <a:gd name="connsiteX273" fmla="*/ 2661685 w 2915191"/>
                <a:gd name="connsiteY273" fmla="*/ 118724 h 579451"/>
                <a:gd name="connsiteX274" fmla="*/ 2671444 w 2915191"/>
                <a:gd name="connsiteY274" fmla="*/ 98543 h 579451"/>
                <a:gd name="connsiteX275" fmla="*/ 2681188 w 2915191"/>
                <a:gd name="connsiteY275" fmla="*/ 50324 h 579451"/>
                <a:gd name="connsiteX276" fmla="*/ 2690947 w 2915191"/>
                <a:gd name="connsiteY276" fmla="*/ 64705 h 579451"/>
                <a:gd name="connsiteX277" fmla="*/ 2700691 w 2915191"/>
                <a:gd name="connsiteY277" fmla="*/ 46868 h 579451"/>
                <a:gd name="connsiteX278" fmla="*/ 2710435 w 2915191"/>
                <a:gd name="connsiteY278" fmla="*/ 58788 h 579451"/>
                <a:gd name="connsiteX279" fmla="*/ 2720194 w 2915191"/>
                <a:gd name="connsiteY279" fmla="*/ 71076 h 579451"/>
                <a:gd name="connsiteX280" fmla="*/ 2729938 w 2915191"/>
                <a:gd name="connsiteY280" fmla="*/ 74978 h 579451"/>
                <a:gd name="connsiteX281" fmla="*/ 2739697 w 2915191"/>
                <a:gd name="connsiteY281" fmla="*/ 57573 h 579451"/>
                <a:gd name="connsiteX282" fmla="*/ 2749441 w 2915191"/>
                <a:gd name="connsiteY282" fmla="*/ 81615 h 579451"/>
                <a:gd name="connsiteX283" fmla="*/ 2759185 w 2915191"/>
                <a:gd name="connsiteY283" fmla="*/ 55439 h 579451"/>
                <a:gd name="connsiteX284" fmla="*/ 2768943 w 2915191"/>
                <a:gd name="connsiteY284" fmla="*/ 59985 h 579451"/>
                <a:gd name="connsiteX285" fmla="*/ 2778687 w 2915191"/>
                <a:gd name="connsiteY285" fmla="*/ 73221 h 579451"/>
                <a:gd name="connsiteX286" fmla="*/ 2788446 w 2915191"/>
                <a:gd name="connsiteY286" fmla="*/ 84047 h 579451"/>
                <a:gd name="connsiteX287" fmla="*/ 2798190 w 2915191"/>
                <a:gd name="connsiteY287" fmla="*/ 65856 h 579451"/>
                <a:gd name="connsiteX288" fmla="*/ 2807934 w 2915191"/>
                <a:gd name="connsiteY288" fmla="*/ 103511 h 579451"/>
                <a:gd name="connsiteX289" fmla="*/ 2817693 w 2915191"/>
                <a:gd name="connsiteY289" fmla="*/ 77873 h 579451"/>
                <a:gd name="connsiteX290" fmla="*/ 2827437 w 2915191"/>
                <a:gd name="connsiteY290" fmla="*/ 89927 h 579451"/>
                <a:gd name="connsiteX291" fmla="*/ 2837196 w 2915191"/>
                <a:gd name="connsiteY291" fmla="*/ 117328 h 579451"/>
                <a:gd name="connsiteX292" fmla="*/ 2846940 w 2915191"/>
                <a:gd name="connsiteY292" fmla="*/ 109928 h 579451"/>
                <a:gd name="connsiteX293" fmla="*/ 2856684 w 2915191"/>
                <a:gd name="connsiteY293" fmla="*/ 65259 h 579451"/>
                <a:gd name="connsiteX294" fmla="*/ 2866442 w 2915191"/>
                <a:gd name="connsiteY294" fmla="*/ 94245 h 579451"/>
                <a:gd name="connsiteX295" fmla="*/ 2876186 w 2915191"/>
                <a:gd name="connsiteY295" fmla="*/ 93968 h 579451"/>
                <a:gd name="connsiteX296" fmla="*/ 2885945 w 2915191"/>
                <a:gd name="connsiteY296" fmla="*/ 81016 h 579451"/>
                <a:gd name="connsiteX297" fmla="*/ 2895689 w 2915191"/>
                <a:gd name="connsiteY297" fmla="*/ 101580 h 579451"/>
                <a:gd name="connsiteX298" fmla="*/ 2905433 w 2915191"/>
                <a:gd name="connsiteY298" fmla="*/ 103244 h 579451"/>
                <a:gd name="connsiteX299" fmla="*/ 2915192 w 2915191"/>
                <a:gd name="connsiteY299" fmla="*/ 75739 h 579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79451">
                  <a:moveTo>
                    <a:pt x="0" y="404238"/>
                  </a:moveTo>
                  <a:lnTo>
                    <a:pt x="9750" y="406753"/>
                  </a:lnTo>
                  <a:lnTo>
                    <a:pt x="19500" y="423127"/>
                  </a:lnTo>
                  <a:lnTo>
                    <a:pt x="29250" y="453683"/>
                  </a:lnTo>
                  <a:lnTo>
                    <a:pt x="39000" y="480525"/>
                  </a:lnTo>
                  <a:lnTo>
                    <a:pt x="48749" y="464222"/>
                  </a:lnTo>
                  <a:lnTo>
                    <a:pt x="58499" y="471909"/>
                  </a:lnTo>
                  <a:lnTo>
                    <a:pt x="68249" y="471913"/>
                  </a:lnTo>
                  <a:lnTo>
                    <a:pt x="77998" y="496054"/>
                  </a:lnTo>
                  <a:lnTo>
                    <a:pt x="87748" y="497128"/>
                  </a:lnTo>
                  <a:lnTo>
                    <a:pt x="97497" y="492210"/>
                  </a:lnTo>
                  <a:lnTo>
                    <a:pt x="107247" y="467862"/>
                  </a:lnTo>
                  <a:lnTo>
                    <a:pt x="116997" y="483931"/>
                  </a:lnTo>
                  <a:lnTo>
                    <a:pt x="126747" y="524486"/>
                  </a:lnTo>
                  <a:lnTo>
                    <a:pt x="136497" y="579451"/>
                  </a:lnTo>
                  <a:lnTo>
                    <a:pt x="146247" y="538090"/>
                  </a:lnTo>
                  <a:lnTo>
                    <a:pt x="155997" y="573447"/>
                  </a:lnTo>
                  <a:lnTo>
                    <a:pt x="165747" y="565035"/>
                  </a:lnTo>
                  <a:lnTo>
                    <a:pt x="175497" y="563608"/>
                  </a:lnTo>
                  <a:lnTo>
                    <a:pt x="185247" y="576774"/>
                  </a:lnTo>
                  <a:lnTo>
                    <a:pt x="194996" y="564792"/>
                  </a:lnTo>
                  <a:lnTo>
                    <a:pt x="204746" y="542286"/>
                  </a:lnTo>
                  <a:lnTo>
                    <a:pt x="214495" y="523993"/>
                  </a:lnTo>
                  <a:lnTo>
                    <a:pt x="224245" y="526412"/>
                  </a:lnTo>
                  <a:lnTo>
                    <a:pt x="233995" y="499694"/>
                  </a:lnTo>
                  <a:lnTo>
                    <a:pt x="243744" y="490056"/>
                  </a:lnTo>
                  <a:lnTo>
                    <a:pt x="253494" y="469656"/>
                  </a:lnTo>
                  <a:lnTo>
                    <a:pt x="263244" y="476139"/>
                  </a:lnTo>
                  <a:lnTo>
                    <a:pt x="272994" y="475033"/>
                  </a:lnTo>
                  <a:lnTo>
                    <a:pt x="282744" y="456733"/>
                  </a:lnTo>
                  <a:lnTo>
                    <a:pt x="292494" y="435043"/>
                  </a:lnTo>
                  <a:lnTo>
                    <a:pt x="302244" y="397605"/>
                  </a:lnTo>
                  <a:lnTo>
                    <a:pt x="311994" y="401377"/>
                  </a:lnTo>
                  <a:lnTo>
                    <a:pt x="321744" y="387971"/>
                  </a:lnTo>
                  <a:lnTo>
                    <a:pt x="331493" y="387172"/>
                  </a:lnTo>
                  <a:lnTo>
                    <a:pt x="341243" y="398172"/>
                  </a:lnTo>
                  <a:lnTo>
                    <a:pt x="350993" y="406827"/>
                  </a:lnTo>
                  <a:lnTo>
                    <a:pt x="360742" y="396991"/>
                  </a:lnTo>
                  <a:lnTo>
                    <a:pt x="370492" y="365271"/>
                  </a:lnTo>
                  <a:lnTo>
                    <a:pt x="380241" y="332051"/>
                  </a:lnTo>
                  <a:lnTo>
                    <a:pt x="389991" y="326093"/>
                  </a:lnTo>
                  <a:lnTo>
                    <a:pt x="399741" y="307163"/>
                  </a:lnTo>
                  <a:lnTo>
                    <a:pt x="409491" y="307405"/>
                  </a:lnTo>
                  <a:lnTo>
                    <a:pt x="419241" y="312664"/>
                  </a:lnTo>
                  <a:lnTo>
                    <a:pt x="428991" y="326453"/>
                  </a:lnTo>
                  <a:lnTo>
                    <a:pt x="438741" y="331632"/>
                  </a:lnTo>
                  <a:lnTo>
                    <a:pt x="448491" y="320069"/>
                  </a:lnTo>
                  <a:lnTo>
                    <a:pt x="458241" y="303585"/>
                  </a:lnTo>
                  <a:lnTo>
                    <a:pt x="467991" y="320936"/>
                  </a:lnTo>
                  <a:lnTo>
                    <a:pt x="477740" y="348492"/>
                  </a:lnTo>
                  <a:lnTo>
                    <a:pt x="487490" y="340147"/>
                  </a:lnTo>
                  <a:lnTo>
                    <a:pt x="497239" y="325577"/>
                  </a:lnTo>
                  <a:lnTo>
                    <a:pt x="506989" y="331839"/>
                  </a:lnTo>
                  <a:lnTo>
                    <a:pt x="516738" y="303419"/>
                  </a:lnTo>
                  <a:lnTo>
                    <a:pt x="526488" y="346766"/>
                  </a:lnTo>
                  <a:lnTo>
                    <a:pt x="536238" y="330473"/>
                  </a:lnTo>
                  <a:lnTo>
                    <a:pt x="545988" y="355162"/>
                  </a:lnTo>
                  <a:lnTo>
                    <a:pt x="555738" y="336246"/>
                  </a:lnTo>
                  <a:lnTo>
                    <a:pt x="565488" y="287197"/>
                  </a:lnTo>
                  <a:lnTo>
                    <a:pt x="575238" y="297589"/>
                  </a:lnTo>
                  <a:lnTo>
                    <a:pt x="584988" y="249323"/>
                  </a:lnTo>
                  <a:lnTo>
                    <a:pt x="594738" y="231214"/>
                  </a:lnTo>
                  <a:lnTo>
                    <a:pt x="604488" y="262335"/>
                  </a:lnTo>
                  <a:lnTo>
                    <a:pt x="614237" y="281059"/>
                  </a:lnTo>
                  <a:lnTo>
                    <a:pt x="623987" y="283371"/>
                  </a:lnTo>
                  <a:lnTo>
                    <a:pt x="633736" y="264679"/>
                  </a:lnTo>
                  <a:lnTo>
                    <a:pt x="643486" y="246650"/>
                  </a:lnTo>
                  <a:lnTo>
                    <a:pt x="653236" y="275864"/>
                  </a:lnTo>
                  <a:lnTo>
                    <a:pt x="662985" y="286400"/>
                  </a:lnTo>
                  <a:lnTo>
                    <a:pt x="672735" y="283475"/>
                  </a:lnTo>
                  <a:lnTo>
                    <a:pt x="682485" y="303363"/>
                  </a:lnTo>
                  <a:lnTo>
                    <a:pt x="692235" y="321501"/>
                  </a:lnTo>
                  <a:lnTo>
                    <a:pt x="701985" y="338916"/>
                  </a:lnTo>
                  <a:lnTo>
                    <a:pt x="711735" y="349354"/>
                  </a:lnTo>
                  <a:lnTo>
                    <a:pt x="721485" y="365728"/>
                  </a:lnTo>
                  <a:lnTo>
                    <a:pt x="731235" y="362637"/>
                  </a:lnTo>
                  <a:lnTo>
                    <a:pt x="740985" y="356118"/>
                  </a:lnTo>
                  <a:lnTo>
                    <a:pt x="750734" y="366092"/>
                  </a:lnTo>
                  <a:lnTo>
                    <a:pt x="760484" y="366259"/>
                  </a:lnTo>
                  <a:lnTo>
                    <a:pt x="770233" y="387748"/>
                  </a:lnTo>
                  <a:lnTo>
                    <a:pt x="779983" y="373097"/>
                  </a:lnTo>
                  <a:lnTo>
                    <a:pt x="789733" y="425417"/>
                  </a:lnTo>
                  <a:lnTo>
                    <a:pt x="799482" y="383784"/>
                  </a:lnTo>
                  <a:lnTo>
                    <a:pt x="809232" y="369484"/>
                  </a:lnTo>
                  <a:lnTo>
                    <a:pt x="818982" y="336052"/>
                  </a:lnTo>
                  <a:lnTo>
                    <a:pt x="828732" y="316566"/>
                  </a:lnTo>
                  <a:lnTo>
                    <a:pt x="838482" y="286195"/>
                  </a:lnTo>
                  <a:lnTo>
                    <a:pt x="848232" y="293440"/>
                  </a:lnTo>
                  <a:lnTo>
                    <a:pt x="857982" y="320781"/>
                  </a:lnTo>
                  <a:lnTo>
                    <a:pt x="867732" y="311214"/>
                  </a:lnTo>
                  <a:lnTo>
                    <a:pt x="877482" y="347066"/>
                  </a:lnTo>
                  <a:lnTo>
                    <a:pt x="887231" y="378443"/>
                  </a:lnTo>
                  <a:lnTo>
                    <a:pt x="896981" y="389455"/>
                  </a:lnTo>
                  <a:lnTo>
                    <a:pt x="906730" y="403147"/>
                  </a:lnTo>
                  <a:lnTo>
                    <a:pt x="916480" y="412262"/>
                  </a:lnTo>
                  <a:lnTo>
                    <a:pt x="926230" y="410166"/>
                  </a:lnTo>
                  <a:lnTo>
                    <a:pt x="935979" y="426993"/>
                  </a:lnTo>
                  <a:lnTo>
                    <a:pt x="945729" y="391818"/>
                  </a:lnTo>
                  <a:lnTo>
                    <a:pt x="955479" y="380040"/>
                  </a:lnTo>
                  <a:lnTo>
                    <a:pt x="965229" y="350762"/>
                  </a:lnTo>
                  <a:lnTo>
                    <a:pt x="974979" y="379602"/>
                  </a:lnTo>
                  <a:lnTo>
                    <a:pt x="984729" y="367068"/>
                  </a:lnTo>
                  <a:lnTo>
                    <a:pt x="994474" y="342052"/>
                  </a:lnTo>
                  <a:lnTo>
                    <a:pt x="1004233" y="327645"/>
                  </a:lnTo>
                  <a:lnTo>
                    <a:pt x="1013977" y="332761"/>
                  </a:lnTo>
                  <a:lnTo>
                    <a:pt x="1023721" y="325784"/>
                  </a:lnTo>
                  <a:lnTo>
                    <a:pt x="1033480" y="341298"/>
                  </a:lnTo>
                  <a:lnTo>
                    <a:pt x="1043224" y="347148"/>
                  </a:lnTo>
                  <a:lnTo>
                    <a:pt x="1052983" y="317511"/>
                  </a:lnTo>
                  <a:lnTo>
                    <a:pt x="1062727" y="319555"/>
                  </a:lnTo>
                  <a:lnTo>
                    <a:pt x="1072471" y="330428"/>
                  </a:lnTo>
                  <a:lnTo>
                    <a:pt x="1082230" y="343299"/>
                  </a:lnTo>
                  <a:lnTo>
                    <a:pt x="1091973" y="338554"/>
                  </a:lnTo>
                  <a:lnTo>
                    <a:pt x="1101732" y="325826"/>
                  </a:lnTo>
                  <a:lnTo>
                    <a:pt x="1111476" y="339409"/>
                  </a:lnTo>
                  <a:lnTo>
                    <a:pt x="1121220" y="351293"/>
                  </a:lnTo>
                  <a:lnTo>
                    <a:pt x="1130979" y="339533"/>
                  </a:lnTo>
                  <a:lnTo>
                    <a:pt x="1140723" y="341529"/>
                  </a:lnTo>
                  <a:lnTo>
                    <a:pt x="1150482" y="359664"/>
                  </a:lnTo>
                  <a:lnTo>
                    <a:pt x="1160226" y="345327"/>
                  </a:lnTo>
                  <a:lnTo>
                    <a:pt x="1169969" y="344228"/>
                  </a:lnTo>
                  <a:lnTo>
                    <a:pt x="1179728" y="317006"/>
                  </a:lnTo>
                  <a:lnTo>
                    <a:pt x="1189472" y="287635"/>
                  </a:lnTo>
                  <a:lnTo>
                    <a:pt x="1199231" y="264335"/>
                  </a:lnTo>
                  <a:lnTo>
                    <a:pt x="1208975" y="286300"/>
                  </a:lnTo>
                  <a:lnTo>
                    <a:pt x="1218719" y="272626"/>
                  </a:lnTo>
                  <a:lnTo>
                    <a:pt x="1228478" y="302501"/>
                  </a:lnTo>
                  <a:lnTo>
                    <a:pt x="1238222" y="324586"/>
                  </a:lnTo>
                  <a:lnTo>
                    <a:pt x="1247966" y="336280"/>
                  </a:lnTo>
                  <a:lnTo>
                    <a:pt x="1257725" y="338466"/>
                  </a:lnTo>
                  <a:lnTo>
                    <a:pt x="1267469" y="326128"/>
                  </a:lnTo>
                  <a:lnTo>
                    <a:pt x="1277227" y="321663"/>
                  </a:lnTo>
                  <a:lnTo>
                    <a:pt x="1286971" y="311646"/>
                  </a:lnTo>
                  <a:lnTo>
                    <a:pt x="1296715" y="270545"/>
                  </a:lnTo>
                  <a:lnTo>
                    <a:pt x="1306474" y="268259"/>
                  </a:lnTo>
                  <a:lnTo>
                    <a:pt x="1316218" y="257955"/>
                  </a:lnTo>
                  <a:lnTo>
                    <a:pt x="1325977" y="217327"/>
                  </a:lnTo>
                  <a:lnTo>
                    <a:pt x="1335721" y="211002"/>
                  </a:lnTo>
                  <a:lnTo>
                    <a:pt x="1345465" y="203697"/>
                  </a:lnTo>
                  <a:lnTo>
                    <a:pt x="1355224" y="194973"/>
                  </a:lnTo>
                  <a:lnTo>
                    <a:pt x="1364967" y="194003"/>
                  </a:lnTo>
                  <a:lnTo>
                    <a:pt x="1374726" y="165048"/>
                  </a:lnTo>
                  <a:lnTo>
                    <a:pt x="1384470" y="160688"/>
                  </a:lnTo>
                  <a:lnTo>
                    <a:pt x="1394214" y="162012"/>
                  </a:lnTo>
                  <a:lnTo>
                    <a:pt x="1403973" y="104785"/>
                  </a:lnTo>
                  <a:lnTo>
                    <a:pt x="1413717" y="93180"/>
                  </a:lnTo>
                  <a:lnTo>
                    <a:pt x="1423476" y="108344"/>
                  </a:lnTo>
                  <a:lnTo>
                    <a:pt x="1433220" y="71563"/>
                  </a:lnTo>
                  <a:lnTo>
                    <a:pt x="1442964" y="56275"/>
                  </a:lnTo>
                  <a:lnTo>
                    <a:pt x="1452722" y="80325"/>
                  </a:lnTo>
                  <a:lnTo>
                    <a:pt x="1462466" y="86775"/>
                  </a:lnTo>
                  <a:lnTo>
                    <a:pt x="1472225" y="83708"/>
                  </a:lnTo>
                  <a:lnTo>
                    <a:pt x="1481969" y="68827"/>
                  </a:lnTo>
                  <a:lnTo>
                    <a:pt x="1491713" y="62699"/>
                  </a:lnTo>
                  <a:lnTo>
                    <a:pt x="1501472" y="56558"/>
                  </a:lnTo>
                  <a:lnTo>
                    <a:pt x="1511216" y="23566"/>
                  </a:lnTo>
                  <a:lnTo>
                    <a:pt x="1520960" y="14805"/>
                  </a:lnTo>
                  <a:lnTo>
                    <a:pt x="1530719" y="6235"/>
                  </a:lnTo>
                  <a:lnTo>
                    <a:pt x="1540463" y="13877"/>
                  </a:lnTo>
                  <a:lnTo>
                    <a:pt x="1550221" y="0"/>
                  </a:lnTo>
                  <a:lnTo>
                    <a:pt x="1559965" y="21867"/>
                  </a:lnTo>
                  <a:lnTo>
                    <a:pt x="1569709" y="48338"/>
                  </a:lnTo>
                  <a:lnTo>
                    <a:pt x="1579468" y="61782"/>
                  </a:lnTo>
                  <a:lnTo>
                    <a:pt x="1589212" y="50730"/>
                  </a:lnTo>
                  <a:lnTo>
                    <a:pt x="1598971" y="60167"/>
                  </a:lnTo>
                  <a:lnTo>
                    <a:pt x="1608715" y="69630"/>
                  </a:lnTo>
                  <a:lnTo>
                    <a:pt x="1618459" y="92411"/>
                  </a:lnTo>
                  <a:lnTo>
                    <a:pt x="1628218" y="43223"/>
                  </a:lnTo>
                  <a:lnTo>
                    <a:pt x="1637962" y="33859"/>
                  </a:lnTo>
                  <a:lnTo>
                    <a:pt x="1647720" y="38727"/>
                  </a:lnTo>
                  <a:lnTo>
                    <a:pt x="1657464" y="39756"/>
                  </a:lnTo>
                  <a:lnTo>
                    <a:pt x="1667208" y="52584"/>
                  </a:lnTo>
                  <a:lnTo>
                    <a:pt x="1676967" y="55722"/>
                  </a:lnTo>
                  <a:lnTo>
                    <a:pt x="1686711" y="61415"/>
                  </a:lnTo>
                  <a:lnTo>
                    <a:pt x="1696470" y="41033"/>
                  </a:lnTo>
                  <a:lnTo>
                    <a:pt x="1706214" y="70104"/>
                  </a:lnTo>
                  <a:lnTo>
                    <a:pt x="1715958" y="73416"/>
                  </a:lnTo>
                  <a:lnTo>
                    <a:pt x="1725716" y="53034"/>
                  </a:lnTo>
                  <a:lnTo>
                    <a:pt x="1735460" y="62875"/>
                  </a:lnTo>
                  <a:lnTo>
                    <a:pt x="1745219" y="105720"/>
                  </a:lnTo>
                  <a:lnTo>
                    <a:pt x="1754963" y="123583"/>
                  </a:lnTo>
                  <a:lnTo>
                    <a:pt x="1764707" y="138942"/>
                  </a:lnTo>
                  <a:lnTo>
                    <a:pt x="1774466" y="163701"/>
                  </a:lnTo>
                  <a:lnTo>
                    <a:pt x="1784210" y="158737"/>
                  </a:lnTo>
                  <a:lnTo>
                    <a:pt x="1793969" y="186397"/>
                  </a:lnTo>
                  <a:lnTo>
                    <a:pt x="1803713" y="203589"/>
                  </a:lnTo>
                  <a:lnTo>
                    <a:pt x="1813457" y="200662"/>
                  </a:lnTo>
                  <a:lnTo>
                    <a:pt x="1823215" y="181476"/>
                  </a:lnTo>
                  <a:lnTo>
                    <a:pt x="1832959" y="172769"/>
                  </a:lnTo>
                  <a:lnTo>
                    <a:pt x="1842703" y="166815"/>
                  </a:lnTo>
                  <a:lnTo>
                    <a:pt x="1852462" y="144806"/>
                  </a:lnTo>
                  <a:lnTo>
                    <a:pt x="1862206" y="120060"/>
                  </a:lnTo>
                  <a:lnTo>
                    <a:pt x="1871965" y="142945"/>
                  </a:lnTo>
                  <a:lnTo>
                    <a:pt x="1881709" y="97027"/>
                  </a:lnTo>
                  <a:lnTo>
                    <a:pt x="1891453" y="116306"/>
                  </a:lnTo>
                  <a:lnTo>
                    <a:pt x="1901212" y="142696"/>
                  </a:lnTo>
                  <a:lnTo>
                    <a:pt x="1910956" y="171376"/>
                  </a:lnTo>
                  <a:lnTo>
                    <a:pt x="1920714" y="171218"/>
                  </a:lnTo>
                  <a:lnTo>
                    <a:pt x="1930458" y="191644"/>
                  </a:lnTo>
                  <a:lnTo>
                    <a:pt x="1940202" y="203788"/>
                  </a:lnTo>
                  <a:lnTo>
                    <a:pt x="1949961" y="191333"/>
                  </a:lnTo>
                  <a:lnTo>
                    <a:pt x="1959705" y="190971"/>
                  </a:lnTo>
                  <a:lnTo>
                    <a:pt x="1969464" y="170756"/>
                  </a:lnTo>
                  <a:lnTo>
                    <a:pt x="1979208" y="168636"/>
                  </a:lnTo>
                  <a:lnTo>
                    <a:pt x="1988952" y="150578"/>
                  </a:lnTo>
                  <a:lnTo>
                    <a:pt x="1998711" y="148970"/>
                  </a:lnTo>
                  <a:lnTo>
                    <a:pt x="2008454" y="140594"/>
                  </a:lnTo>
                  <a:lnTo>
                    <a:pt x="2018213" y="130558"/>
                  </a:lnTo>
                  <a:lnTo>
                    <a:pt x="2027957" y="133845"/>
                  </a:lnTo>
                  <a:lnTo>
                    <a:pt x="2037701" y="123794"/>
                  </a:lnTo>
                  <a:lnTo>
                    <a:pt x="2047460" y="98671"/>
                  </a:lnTo>
                  <a:lnTo>
                    <a:pt x="2057204" y="110267"/>
                  </a:lnTo>
                  <a:lnTo>
                    <a:pt x="2066963" y="72905"/>
                  </a:lnTo>
                  <a:lnTo>
                    <a:pt x="2076707" y="56889"/>
                  </a:lnTo>
                  <a:lnTo>
                    <a:pt x="2086451" y="59133"/>
                  </a:lnTo>
                  <a:lnTo>
                    <a:pt x="2096210" y="61642"/>
                  </a:lnTo>
                  <a:lnTo>
                    <a:pt x="2105954" y="28563"/>
                  </a:lnTo>
                  <a:lnTo>
                    <a:pt x="2115697" y="33973"/>
                  </a:lnTo>
                  <a:lnTo>
                    <a:pt x="2125456" y="53854"/>
                  </a:lnTo>
                  <a:lnTo>
                    <a:pt x="2135200" y="70256"/>
                  </a:lnTo>
                  <a:lnTo>
                    <a:pt x="2144959" y="82862"/>
                  </a:lnTo>
                  <a:lnTo>
                    <a:pt x="2154703" y="75216"/>
                  </a:lnTo>
                  <a:lnTo>
                    <a:pt x="2164447" y="88363"/>
                  </a:lnTo>
                  <a:lnTo>
                    <a:pt x="2174206" y="99992"/>
                  </a:lnTo>
                  <a:lnTo>
                    <a:pt x="2183950" y="125034"/>
                  </a:lnTo>
                  <a:lnTo>
                    <a:pt x="2193709" y="127137"/>
                  </a:lnTo>
                  <a:lnTo>
                    <a:pt x="2203452" y="98730"/>
                  </a:lnTo>
                  <a:lnTo>
                    <a:pt x="2213196" y="117557"/>
                  </a:lnTo>
                  <a:lnTo>
                    <a:pt x="2222955" y="141671"/>
                  </a:lnTo>
                  <a:lnTo>
                    <a:pt x="2232699" y="157736"/>
                  </a:lnTo>
                  <a:lnTo>
                    <a:pt x="2242458" y="169750"/>
                  </a:lnTo>
                  <a:lnTo>
                    <a:pt x="2252202" y="161831"/>
                  </a:lnTo>
                  <a:lnTo>
                    <a:pt x="2261946" y="164065"/>
                  </a:lnTo>
                  <a:lnTo>
                    <a:pt x="2271705" y="161979"/>
                  </a:lnTo>
                  <a:lnTo>
                    <a:pt x="2281449" y="176475"/>
                  </a:lnTo>
                  <a:lnTo>
                    <a:pt x="2291208" y="154157"/>
                  </a:lnTo>
                  <a:lnTo>
                    <a:pt x="2300951" y="135602"/>
                  </a:lnTo>
                  <a:lnTo>
                    <a:pt x="2310695" y="135043"/>
                  </a:lnTo>
                  <a:lnTo>
                    <a:pt x="2320454" y="173366"/>
                  </a:lnTo>
                  <a:lnTo>
                    <a:pt x="2330198" y="187203"/>
                  </a:lnTo>
                  <a:lnTo>
                    <a:pt x="2339957" y="197775"/>
                  </a:lnTo>
                  <a:lnTo>
                    <a:pt x="2349701" y="196383"/>
                  </a:lnTo>
                  <a:lnTo>
                    <a:pt x="2359445" y="217236"/>
                  </a:lnTo>
                  <a:lnTo>
                    <a:pt x="2369204" y="222020"/>
                  </a:lnTo>
                  <a:lnTo>
                    <a:pt x="2378948" y="213203"/>
                  </a:lnTo>
                  <a:lnTo>
                    <a:pt x="2388692" y="232816"/>
                  </a:lnTo>
                  <a:lnTo>
                    <a:pt x="2398450" y="213009"/>
                  </a:lnTo>
                  <a:lnTo>
                    <a:pt x="2408194" y="202653"/>
                  </a:lnTo>
                  <a:lnTo>
                    <a:pt x="2417953" y="195239"/>
                  </a:lnTo>
                  <a:lnTo>
                    <a:pt x="2427697" y="176285"/>
                  </a:lnTo>
                  <a:lnTo>
                    <a:pt x="2437441" y="176052"/>
                  </a:lnTo>
                  <a:lnTo>
                    <a:pt x="2447200" y="191339"/>
                  </a:lnTo>
                  <a:lnTo>
                    <a:pt x="2456944" y="214268"/>
                  </a:lnTo>
                  <a:lnTo>
                    <a:pt x="2466703" y="206607"/>
                  </a:lnTo>
                  <a:lnTo>
                    <a:pt x="2476446" y="197249"/>
                  </a:lnTo>
                  <a:lnTo>
                    <a:pt x="2486190" y="175660"/>
                  </a:lnTo>
                  <a:lnTo>
                    <a:pt x="2495949" y="158767"/>
                  </a:lnTo>
                  <a:lnTo>
                    <a:pt x="2505693" y="164795"/>
                  </a:lnTo>
                  <a:lnTo>
                    <a:pt x="2515452" y="193483"/>
                  </a:lnTo>
                  <a:lnTo>
                    <a:pt x="2525196" y="186775"/>
                  </a:lnTo>
                  <a:lnTo>
                    <a:pt x="2534940" y="239628"/>
                  </a:lnTo>
                  <a:lnTo>
                    <a:pt x="2544699" y="242198"/>
                  </a:lnTo>
                  <a:lnTo>
                    <a:pt x="2554443" y="228179"/>
                  </a:lnTo>
                  <a:lnTo>
                    <a:pt x="2564202" y="185604"/>
                  </a:lnTo>
                  <a:lnTo>
                    <a:pt x="2573946" y="179108"/>
                  </a:lnTo>
                  <a:lnTo>
                    <a:pt x="2583690" y="215293"/>
                  </a:lnTo>
                  <a:lnTo>
                    <a:pt x="2593448" y="224200"/>
                  </a:lnTo>
                  <a:lnTo>
                    <a:pt x="2603192" y="199363"/>
                  </a:lnTo>
                  <a:lnTo>
                    <a:pt x="2612951" y="206485"/>
                  </a:lnTo>
                  <a:lnTo>
                    <a:pt x="2622695" y="164123"/>
                  </a:lnTo>
                  <a:lnTo>
                    <a:pt x="2632439" y="159412"/>
                  </a:lnTo>
                  <a:lnTo>
                    <a:pt x="2642198" y="149330"/>
                  </a:lnTo>
                  <a:lnTo>
                    <a:pt x="2651942" y="89191"/>
                  </a:lnTo>
                  <a:lnTo>
                    <a:pt x="2661685" y="118724"/>
                  </a:lnTo>
                  <a:lnTo>
                    <a:pt x="2671444" y="98543"/>
                  </a:lnTo>
                  <a:lnTo>
                    <a:pt x="2681188" y="50324"/>
                  </a:lnTo>
                  <a:lnTo>
                    <a:pt x="2690947" y="64705"/>
                  </a:lnTo>
                  <a:lnTo>
                    <a:pt x="2700691" y="46868"/>
                  </a:lnTo>
                  <a:lnTo>
                    <a:pt x="2710435" y="58788"/>
                  </a:lnTo>
                  <a:lnTo>
                    <a:pt x="2720194" y="71076"/>
                  </a:lnTo>
                  <a:lnTo>
                    <a:pt x="2729938" y="74978"/>
                  </a:lnTo>
                  <a:lnTo>
                    <a:pt x="2739697" y="57573"/>
                  </a:lnTo>
                  <a:lnTo>
                    <a:pt x="2749441" y="81615"/>
                  </a:lnTo>
                  <a:lnTo>
                    <a:pt x="2759185" y="55439"/>
                  </a:lnTo>
                  <a:lnTo>
                    <a:pt x="2768943" y="59985"/>
                  </a:lnTo>
                  <a:lnTo>
                    <a:pt x="2778687" y="73221"/>
                  </a:lnTo>
                  <a:lnTo>
                    <a:pt x="2788446" y="84047"/>
                  </a:lnTo>
                  <a:lnTo>
                    <a:pt x="2798190" y="65856"/>
                  </a:lnTo>
                  <a:lnTo>
                    <a:pt x="2807934" y="103511"/>
                  </a:lnTo>
                  <a:lnTo>
                    <a:pt x="2817693" y="77873"/>
                  </a:lnTo>
                  <a:lnTo>
                    <a:pt x="2827437" y="89927"/>
                  </a:lnTo>
                  <a:lnTo>
                    <a:pt x="2837196" y="117328"/>
                  </a:lnTo>
                  <a:lnTo>
                    <a:pt x="2846940" y="109928"/>
                  </a:lnTo>
                  <a:lnTo>
                    <a:pt x="2856684" y="65259"/>
                  </a:lnTo>
                  <a:lnTo>
                    <a:pt x="2866442" y="94245"/>
                  </a:lnTo>
                  <a:lnTo>
                    <a:pt x="2876186" y="93968"/>
                  </a:lnTo>
                  <a:lnTo>
                    <a:pt x="2885945" y="81016"/>
                  </a:lnTo>
                  <a:lnTo>
                    <a:pt x="2895689" y="101580"/>
                  </a:lnTo>
                  <a:lnTo>
                    <a:pt x="2905433" y="103244"/>
                  </a:lnTo>
                  <a:lnTo>
                    <a:pt x="2915192" y="7573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4" name="Freeform 953">
              <a:extLst>
                <a:ext uri="{FF2B5EF4-FFF2-40B4-BE49-F238E27FC236}">
                  <a16:creationId xmlns:a16="http://schemas.microsoft.com/office/drawing/2014/main" id="{99547836-8FFD-EFD2-7E46-FF4031210721}"/>
                </a:ext>
              </a:extLst>
            </p:cNvPr>
            <p:cNvSpPr/>
            <p:nvPr/>
          </p:nvSpPr>
          <p:spPr>
            <a:xfrm>
              <a:off x="4426652" y="3027812"/>
              <a:ext cx="2915191" cy="600347"/>
            </a:xfrm>
            <a:custGeom>
              <a:avLst/>
              <a:gdLst>
                <a:gd name="connsiteX0" fmla="*/ 0 w 2915191"/>
                <a:gd name="connsiteY0" fmla="*/ 550508 h 600347"/>
                <a:gd name="connsiteX1" fmla="*/ 9750 w 2915191"/>
                <a:gd name="connsiteY1" fmla="*/ 535677 h 600347"/>
                <a:gd name="connsiteX2" fmla="*/ 19500 w 2915191"/>
                <a:gd name="connsiteY2" fmla="*/ 560470 h 600347"/>
                <a:gd name="connsiteX3" fmla="*/ 29250 w 2915191"/>
                <a:gd name="connsiteY3" fmla="*/ 572161 h 600347"/>
                <a:gd name="connsiteX4" fmla="*/ 39000 w 2915191"/>
                <a:gd name="connsiteY4" fmla="*/ 584782 h 600347"/>
                <a:gd name="connsiteX5" fmla="*/ 48749 w 2915191"/>
                <a:gd name="connsiteY5" fmla="*/ 600347 h 600347"/>
                <a:gd name="connsiteX6" fmla="*/ 58499 w 2915191"/>
                <a:gd name="connsiteY6" fmla="*/ 551529 h 600347"/>
                <a:gd name="connsiteX7" fmla="*/ 68249 w 2915191"/>
                <a:gd name="connsiteY7" fmla="*/ 532534 h 600347"/>
                <a:gd name="connsiteX8" fmla="*/ 77998 w 2915191"/>
                <a:gd name="connsiteY8" fmla="*/ 526888 h 600347"/>
                <a:gd name="connsiteX9" fmla="*/ 87748 w 2915191"/>
                <a:gd name="connsiteY9" fmla="*/ 582702 h 600347"/>
                <a:gd name="connsiteX10" fmla="*/ 97497 w 2915191"/>
                <a:gd name="connsiteY10" fmla="*/ 553469 h 600347"/>
                <a:gd name="connsiteX11" fmla="*/ 107247 w 2915191"/>
                <a:gd name="connsiteY11" fmla="*/ 525953 h 600347"/>
                <a:gd name="connsiteX12" fmla="*/ 116997 w 2915191"/>
                <a:gd name="connsiteY12" fmla="*/ 543770 h 600347"/>
                <a:gd name="connsiteX13" fmla="*/ 126747 w 2915191"/>
                <a:gd name="connsiteY13" fmla="*/ 516670 h 600347"/>
                <a:gd name="connsiteX14" fmla="*/ 136497 w 2915191"/>
                <a:gd name="connsiteY14" fmla="*/ 501750 h 600347"/>
                <a:gd name="connsiteX15" fmla="*/ 146247 w 2915191"/>
                <a:gd name="connsiteY15" fmla="*/ 517754 h 600347"/>
                <a:gd name="connsiteX16" fmla="*/ 155997 w 2915191"/>
                <a:gd name="connsiteY16" fmla="*/ 528741 h 600347"/>
                <a:gd name="connsiteX17" fmla="*/ 165747 w 2915191"/>
                <a:gd name="connsiteY17" fmla="*/ 535738 h 600347"/>
                <a:gd name="connsiteX18" fmla="*/ 175497 w 2915191"/>
                <a:gd name="connsiteY18" fmla="*/ 551811 h 600347"/>
                <a:gd name="connsiteX19" fmla="*/ 185247 w 2915191"/>
                <a:gd name="connsiteY19" fmla="*/ 533242 h 600347"/>
                <a:gd name="connsiteX20" fmla="*/ 194996 w 2915191"/>
                <a:gd name="connsiteY20" fmla="*/ 554375 h 600347"/>
                <a:gd name="connsiteX21" fmla="*/ 204746 w 2915191"/>
                <a:gd name="connsiteY21" fmla="*/ 513873 h 600347"/>
                <a:gd name="connsiteX22" fmla="*/ 214495 w 2915191"/>
                <a:gd name="connsiteY22" fmla="*/ 524325 h 600347"/>
                <a:gd name="connsiteX23" fmla="*/ 224245 w 2915191"/>
                <a:gd name="connsiteY23" fmla="*/ 504719 h 600347"/>
                <a:gd name="connsiteX24" fmla="*/ 233995 w 2915191"/>
                <a:gd name="connsiteY24" fmla="*/ 484853 h 600347"/>
                <a:gd name="connsiteX25" fmla="*/ 243744 w 2915191"/>
                <a:gd name="connsiteY25" fmla="*/ 485719 h 600347"/>
                <a:gd name="connsiteX26" fmla="*/ 253494 w 2915191"/>
                <a:gd name="connsiteY26" fmla="*/ 491550 h 600347"/>
                <a:gd name="connsiteX27" fmla="*/ 263244 w 2915191"/>
                <a:gd name="connsiteY27" fmla="*/ 452037 h 600347"/>
                <a:gd name="connsiteX28" fmla="*/ 272994 w 2915191"/>
                <a:gd name="connsiteY28" fmla="*/ 436044 h 600347"/>
                <a:gd name="connsiteX29" fmla="*/ 282744 w 2915191"/>
                <a:gd name="connsiteY29" fmla="*/ 423694 h 600347"/>
                <a:gd name="connsiteX30" fmla="*/ 292494 w 2915191"/>
                <a:gd name="connsiteY30" fmla="*/ 451531 h 600347"/>
                <a:gd name="connsiteX31" fmla="*/ 302244 w 2915191"/>
                <a:gd name="connsiteY31" fmla="*/ 444411 h 600347"/>
                <a:gd name="connsiteX32" fmla="*/ 311994 w 2915191"/>
                <a:gd name="connsiteY32" fmla="*/ 442008 h 600347"/>
                <a:gd name="connsiteX33" fmla="*/ 321744 w 2915191"/>
                <a:gd name="connsiteY33" fmla="*/ 441242 h 600347"/>
                <a:gd name="connsiteX34" fmla="*/ 331493 w 2915191"/>
                <a:gd name="connsiteY34" fmla="*/ 451383 h 600347"/>
                <a:gd name="connsiteX35" fmla="*/ 341243 w 2915191"/>
                <a:gd name="connsiteY35" fmla="*/ 445348 h 600347"/>
                <a:gd name="connsiteX36" fmla="*/ 350993 w 2915191"/>
                <a:gd name="connsiteY36" fmla="*/ 462141 h 600347"/>
                <a:gd name="connsiteX37" fmla="*/ 360742 w 2915191"/>
                <a:gd name="connsiteY37" fmla="*/ 457758 h 600347"/>
                <a:gd name="connsiteX38" fmla="*/ 370492 w 2915191"/>
                <a:gd name="connsiteY38" fmla="*/ 443967 h 600347"/>
                <a:gd name="connsiteX39" fmla="*/ 380241 w 2915191"/>
                <a:gd name="connsiteY39" fmla="*/ 426372 h 600347"/>
                <a:gd name="connsiteX40" fmla="*/ 389991 w 2915191"/>
                <a:gd name="connsiteY40" fmla="*/ 382886 h 600347"/>
                <a:gd name="connsiteX41" fmla="*/ 399741 w 2915191"/>
                <a:gd name="connsiteY41" fmla="*/ 383585 h 600347"/>
                <a:gd name="connsiteX42" fmla="*/ 409491 w 2915191"/>
                <a:gd name="connsiteY42" fmla="*/ 370161 h 600347"/>
                <a:gd name="connsiteX43" fmla="*/ 419241 w 2915191"/>
                <a:gd name="connsiteY43" fmla="*/ 385840 h 600347"/>
                <a:gd name="connsiteX44" fmla="*/ 428991 w 2915191"/>
                <a:gd name="connsiteY44" fmla="*/ 380645 h 600347"/>
                <a:gd name="connsiteX45" fmla="*/ 438741 w 2915191"/>
                <a:gd name="connsiteY45" fmla="*/ 392988 h 600347"/>
                <a:gd name="connsiteX46" fmla="*/ 448491 w 2915191"/>
                <a:gd name="connsiteY46" fmla="*/ 381818 h 600347"/>
                <a:gd name="connsiteX47" fmla="*/ 458241 w 2915191"/>
                <a:gd name="connsiteY47" fmla="*/ 397544 h 600347"/>
                <a:gd name="connsiteX48" fmla="*/ 467991 w 2915191"/>
                <a:gd name="connsiteY48" fmla="*/ 384963 h 600347"/>
                <a:gd name="connsiteX49" fmla="*/ 477740 w 2915191"/>
                <a:gd name="connsiteY49" fmla="*/ 379672 h 600347"/>
                <a:gd name="connsiteX50" fmla="*/ 487490 w 2915191"/>
                <a:gd name="connsiteY50" fmla="*/ 345640 h 600347"/>
                <a:gd name="connsiteX51" fmla="*/ 497239 w 2915191"/>
                <a:gd name="connsiteY51" fmla="*/ 335957 h 600347"/>
                <a:gd name="connsiteX52" fmla="*/ 506989 w 2915191"/>
                <a:gd name="connsiteY52" fmla="*/ 321386 h 600347"/>
                <a:gd name="connsiteX53" fmla="*/ 516738 w 2915191"/>
                <a:gd name="connsiteY53" fmla="*/ 341073 h 600347"/>
                <a:gd name="connsiteX54" fmla="*/ 526488 w 2915191"/>
                <a:gd name="connsiteY54" fmla="*/ 343766 h 600347"/>
                <a:gd name="connsiteX55" fmla="*/ 536238 w 2915191"/>
                <a:gd name="connsiteY55" fmla="*/ 371981 h 600347"/>
                <a:gd name="connsiteX56" fmla="*/ 545988 w 2915191"/>
                <a:gd name="connsiteY56" fmla="*/ 417945 h 600347"/>
                <a:gd name="connsiteX57" fmla="*/ 555738 w 2915191"/>
                <a:gd name="connsiteY57" fmla="*/ 388101 h 600347"/>
                <a:gd name="connsiteX58" fmla="*/ 565488 w 2915191"/>
                <a:gd name="connsiteY58" fmla="*/ 379805 h 600347"/>
                <a:gd name="connsiteX59" fmla="*/ 575238 w 2915191"/>
                <a:gd name="connsiteY59" fmla="*/ 413421 h 600347"/>
                <a:gd name="connsiteX60" fmla="*/ 584988 w 2915191"/>
                <a:gd name="connsiteY60" fmla="*/ 408865 h 600347"/>
                <a:gd name="connsiteX61" fmla="*/ 594738 w 2915191"/>
                <a:gd name="connsiteY61" fmla="*/ 413642 h 600347"/>
                <a:gd name="connsiteX62" fmla="*/ 604488 w 2915191"/>
                <a:gd name="connsiteY62" fmla="*/ 402474 h 600347"/>
                <a:gd name="connsiteX63" fmla="*/ 614237 w 2915191"/>
                <a:gd name="connsiteY63" fmla="*/ 386912 h 600347"/>
                <a:gd name="connsiteX64" fmla="*/ 623987 w 2915191"/>
                <a:gd name="connsiteY64" fmla="*/ 427997 h 600347"/>
                <a:gd name="connsiteX65" fmla="*/ 633736 w 2915191"/>
                <a:gd name="connsiteY65" fmla="*/ 391067 h 600347"/>
                <a:gd name="connsiteX66" fmla="*/ 643486 w 2915191"/>
                <a:gd name="connsiteY66" fmla="*/ 393957 h 600347"/>
                <a:gd name="connsiteX67" fmla="*/ 653236 w 2915191"/>
                <a:gd name="connsiteY67" fmla="*/ 391667 h 600347"/>
                <a:gd name="connsiteX68" fmla="*/ 662985 w 2915191"/>
                <a:gd name="connsiteY68" fmla="*/ 373445 h 600347"/>
                <a:gd name="connsiteX69" fmla="*/ 672735 w 2915191"/>
                <a:gd name="connsiteY69" fmla="*/ 380542 h 600347"/>
                <a:gd name="connsiteX70" fmla="*/ 682485 w 2915191"/>
                <a:gd name="connsiteY70" fmla="*/ 381037 h 600347"/>
                <a:gd name="connsiteX71" fmla="*/ 692235 w 2915191"/>
                <a:gd name="connsiteY71" fmla="*/ 377755 h 600347"/>
                <a:gd name="connsiteX72" fmla="*/ 701985 w 2915191"/>
                <a:gd name="connsiteY72" fmla="*/ 358546 h 600347"/>
                <a:gd name="connsiteX73" fmla="*/ 711735 w 2915191"/>
                <a:gd name="connsiteY73" fmla="*/ 360815 h 600347"/>
                <a:gd name="connsiteX74" fmla="*/ 721485 w 2915191"/>
                <a:gd name="connsiteY74" fmla="*/ 353784 h 600347"/>
                <a:gd name="connsiteX75" fmla="*/ 731235 w 2915191"/>
                <a:gd name="connsiteY75" fmla="*/ 387028 h 600347"/>
                <a:gd name="connsiteX76" fmla="*/ 740985 w 2915191"/>
                <a:gd name="connsiteY76" fmla="*/ 384441 h 600347"/>
                <a:gd name="connsiteX77" fmla="*/ 750734 w 2915191"/>
                <a:gd name="connsiteY77" fmla="*/ 411441 h 600347"/>
                <a:gd name="connsiteX78" fmla="*/ 760484 w 2915191"/>
                <a:gd name="connsiteY78" fmla="*/ 388641 h 600347"/>
                <a:gd name="connsiteX79" fmla="*/ 770233 w 2915191"/>
                <a:gd name="connsiteY79" fmla="*/ 411838 h 600347"/>
                <a:gd name="connsiteX80" fmla="*/ 779983 w 2915191"/>
                <a:gd name="connsiteY80" fmla="*/ 444773 h 600347"/>
                <a:gd name="connsiteX81" fmla="*/ 789733 w 2915191"/>
                <a:gd name="connsiteY81" fmla="*/ 427458 h 600347"/>
                <a:gd name="connsiteX82" fmla="*/ 799482 w 2915191"/>
                <a:gd name="connsiteY82" fmla="*/ 421120 h 600347"/>
                <a:gd name="connsiteX83" fmla="*/ 809232 w 2915191"/>
                <a:gd name="connsiteY83" fmla="*/ 445214 h 600347"/>
                <a:gd name="connsiteX84" fmla="*/ 818982 w 2915191"/>
                <a:gd name="connsiteY84" fmla="*/ 497155 h 600347"/>
                <a:gd name="connsiteX85" fmla="*/ 828732 w 2915191"/>
                <a:gd name="connsiteY85" fmla="*/ 470331 h 600347"/>
                <a:gd name="connsiteX86" fmla="*/ 838482 w 2915191"/>
                <a:gd name="connsiteY86" fmla="*/ 499985 h 600347"/>
                <a:gd name="connsiteX87" fmla="*/ 848232 w 2915191"/>
                <a:gd name="connsiteY87" fmla="*/ 543956 h 600347"/>
                <a:gd name="connsiteX88" fmla="*/ 857982 w 2915191"/>
                <a:gd name="connsiteY88" fmla="*/ 546690 h 600347"/>
                <a:gd name="connsiteX89" fmla="*/ 867732 w 2915191"/>
                <a:gd name="connsiteY89" fmla="*/ 489424 h 600347"/>
                <a:gd name="connsiteX90" fmla="*/ 877482 w 2915191"/>
                <a:gd name="connsiteY90" fmla="*/ 481459 h 600347"/>
                <a:gd name="connsiteX91" fmla="*/ 887231 w 2915191"/>
                <a:gd name="connsiteY91" fmla="*/ 487648 h 600347"/>
                <a:gd name="connsiteX92" fmla="*/ 896981 w 2915191"/>
                <a:gd name="connsiteY92" fmla="*/ 460726 h 600347"/>
                <a:gd name="connsiteX93" fmla="*/ 906730 w 2915191"/>
                <a:gd name="connsiteY93" fmla="*/ 455721 h 600347"/>
                <a:gd name="connsiteX94" fmla="*/ 916480 w 2915191"/>
                <a:gd name="connsiteY94" fmla="*/ 436293 h 600347"/>
                <a:gd name="connsiteX95" fmla="*/ 926230 w 2915191"/>
                <a:gd name="connsiteY95" fmla="*/ 412097 h 600347"/>
                <a:gd name="connsiteX96" fmla="*/ 935979 w 2915191"/>
                <a:gd name="connsiteY96" fmla="*/ 396808 h 600347"/>
                <a:gd name="connsiteX97" fmla="*/ 945729 w 2915191"/>
                <a:gd name="connsiteY97" fmla="*/ 410658 h 600347"/>
                <a:gd name="connsiteX98" fmla="*/ 955479 w 2915191"/>
                <a:gd name="connsiteY98" fmla="*/ 380659 h 600347"/>
                <a:gd name="connsiteX99" fmla="*/ 965229 w 2915191"/>
                <a:gd name="connsiteY99" fmla="*/ 348413 h 600347"/>
                <a:gd name="connsiteX100" fmla="*/ 974979 w 2915191"/>
                <a:gd name="connsiteY100" fmla="*/ 331094 h 600347"/>
                <a:gd name="connsiteX101" fmla="*/ 984729 w 2915191"/>
                <a:gd name="connsiteY101" fmla="*/ 338466 h 600347"/>
                <a:gd name="connsiteX102" fmla="*/ 994474 w 2915191"/>
                <a:gd name="connsiteY102" fmla="*/ 358906 h 600347"/>
                <a:gd name="connsiteX103" fmla="*/ 1004233 w 2915191"/>
                <a:gd name="connsiteY103" fmla="*/ 386635 h 600347"/>
                <a:gd name="connsiteX104" fmla="*/ 1013977 w 2915191"/>
                <a:gd name="connsiteY104" fmla="*/ 404682 h 600347"/>
                <a:gd name="connsiteX105" fmla="*/ 1023721 w 2915191"/>
                <a:gd name="connsiteY105" fmla="*/ 413703 h 600347"/>
                <a:gd name="connsiteX106" fmla="*/ 1033480 w 2915191"/>
                <a:gd name="connsiteY106" fmla="*/ 413255 h 600347"/>
                <a:gd name="connsiteX107" fmla="*/ 1043224 w 2915191"/>
                <a:gd name="connsiteY107" fmla="*/ 403362 h 600347"/>
                <a:gd name="connsiteX108" fmla="*/ 1052983 w 2915191"/>
                <a:gd name="connsiteY108" fmla="*/ 411383 h 600347"/>
                <a:gd name="connsiteX109" fmla="*/ 1062727 w 2915191"/>
                <a:gd name="connsiteY109" fmla="*/ 380599 h 600347"/>
                <a:gd name="connsiteX110" fmla="*/ 1072471 w 2915191"/>
                <a:gd name="connsiteY110" fmla="*/ 364100 h 600347"/>
                <a:gd name="connsiteX111" fmla="*/ 1082230 w 2915191"/>
                <a:gd name="connsiteY111" fmla="*/ 304026 h 600347"/>
                <a:gd name="connsiteX112" fmla="*/ 1091973 w 2915191"/>
                <a:gd name="connsiteY112" fmla="*/ 330628 h 600347"/>
                <a:gd name="connsiteX113" fmla="*/ 1101732 w 2915191"/>
                <a:gd name="connsiteY113" fmla="*/ 351278 h 600347"/>
                <a:gd name="connsiteX114" fmla="*/ 1111476 w 2915191"/>
                <a:gd name="connsiteY114" fmla="*/ 425406 h 600347"/>
                <a:gd name="connsiteX115" fmla="*/ 1121220 w 2915191"/>
                <a:gd name="connsiteY115" fmla="*/ 419442 h 600347"/>
                <a:gd name="connsiteX116" fmla="*/ 1130979 w 2915191"/>
                <a:gd name="connsiteY116" fmla="*/ 403718 h 600347"/>
                <a:gd name="connsiteX117" fmla="*/ 1140723 w 2915191"/>
                <a:gd name="connsiteY117" fmla="*/ 436808 h 600347"/>
                <a:gd name="connsiteX118" fmla="*/ 1150482 w 2915191"/>
                <a:gd name="connsiteY118" fmla="*/ 425215 h 600347"/>
                <a:gd name="connsiteX119" fmla="*/ 1160226 w 2915191"/>
                <a:gd name="connsiteY119" fmla="*/ 432663 h 600347"/>
                <a:gd name="connsiteX120" fmla="*/ 1169969 w 2915191"/>
                <a:gd name="connsiteY120" fmla="*/ 437065 h 600347"/>
                <a:gd name="connsiteX121" fmla="*/ 1179728 w 2915191"/>
                <a:gd name="connsiteY121" fmla="*/ 416547 h 600347"/>
                <a:gd name="connsiteX122" fmla="*/ 1189472 w 2915191"/>
                <a:gd name="connsiteY122" fmla="*/ 402377 h 600347"/>
                <a:gd name="connsiteX123" fmla="*/ 1199231 w 2915191"/>
                <a:gd name="connsiteY123" fmla="*/ 413055 h 600347"/>
                <a:gd name="connsiteX124" fmla="*/ 1208975 w 2915191"/>
                <a:gd name="connsiteY124" fmla="*/ 385583 h 600347"/>
                <a:gd name="connsiteX125" fmla="*/ 1218719 w 2915191"/>
                <a:gd name="connsiteY125" fmla="*/ 406619 h 600347"/>
                <a:gd name="connsiteX126" fmla="*/ 1228478 w 2915191"/>
                <a:gd name="connsiteY126" fmla="*/ 384824 h 600347"/>
                <a:gd name="connsiteX127" fmla="*/ 1238222 w 2915191"/>
                <a:gd name="connsiteY127" fmla="*/ 332842 h 600347"/>
                <a:gd name="connsiteX128" fmla="*/ 1247966 w 2915191"/>
                <a:gd name="connsiteY128" fmla="*/ 324629 h 600347"/>
                <a:gd name="connsiteX129" fmla="*/ 1257725 w 2915191"/>
                <a:gd name="connsiteY129" fmla="*/ 305524 h 600347"/>
                <a:gd name="connsiteX130" fmla="*/ 1267469 w 2915191"/>
                <a:gd name="connsiteY130" fmla="*/ 289358 h 600347"/>
                <a:gd name="connsiteX131" fmla="*/ 1277227 w 2915191"/>
                <a:gd name="connsiteY131" fmla="*/ 273863 h 600347"/>
                <a:gd name="connsiteX132" fmla="*/ 1286971 w 2915191"/>
                <a:gd name="connsiteY132" fmla="*/ 309820 h 600347"/>
                <a:gd name="connsiteX133" fmla="*/ 1296715 w 2915191"/>
                <a:gd name="connsiteY133" fmla="*/ 271801 h 600347"/>
                <a:gd name="connsiteX134" fmla="*/ 1306474 w 2915191"/>
                <a:gd name="connsiteY134" fmla="*/ 287661 h 600347"/>
                <a:gd name="connsiteX135" fmla="*/ 1316218 w 2915191"/>
                <a:gd name="connsiteY135" fmla="*/ 267052 h 600347"/>
                <a:gd name="connsiteX136" fmla="*/ 1325977 w 2915191"/>
                <a:gd name="connsiteY136" fmla="*/ 251334 h 600347"/>
                <a:gd name="connsiteX137" fmla="*/ 1335721 w 2915191"/>
                <a:gd name="connsiteY137" fmla="*/ 246827 h 600347"/>
                <a:gd name="connsiteX138" fmla="*/ 1345465 w 2915191"/>
                <a:gd name="connsiteY138" fmla="*/ 267911 h 600347"/>
                <a:gd name="connsiteX139" fmla="*/ 1355224 w 2915191"/>
                <a:gd name="connsiteY139" fmla="*/ 273319 h 600347"/>
                <a:gd name="connsiteX140" fmla="*/ 1364967 w 2915191"/>
                <a:gd name="connsiteY140" fmla="*/ 288894 h 600347"/>
                <a:gd name="connsiteX141" fmla="*/ 1374726 w 2915191"/>
                <a:gd name="connsiteY141" fmla="*/ 285552 h 600347"/>
                <a:gd name="connsiteX142" fmla="*/ 1384470 w 2915191"/>
                <a:gd name="connsiteY142" fmla="*/ 283700 h 600347"/>
                <a:gd name="connsiteX143" fmla="*/ 1394214 w 2915191"/>
                <a:gd name="connsiteY143" fmla="*/ 276762 h 600347"/>
                <a:gd name="connsiteX144" fmla="*/ 1403973 w 2915191"/>
                <a:gd name="connsiteY144" fmla="*/ 291595 h 600347"/>
                <a:gd name="connsiteX145" fmla="*/ 1413717 w 2915191"/>
                <a:gd name="connsiteY145" fmla="*/ 280829 h 600347"/>
                <a:gd name="connsiteX146" fmla="*/ 1423476 w 2915191"/>
                <a:gd name="connsiteY146" fmla="*/ 285284 h 600347"/>
                <a:gd name="connsiteX147" fmla="*/ 1433220 w 2915191"/>
                <a:gd name="connsiteY147" fmla="*/ 271707 h 600347"/>
                <a:gd name="connsiteX148" fmla="*/ 1442964 w 2915191"/>
                <a:gd name="connsiteY148" fmla="*/ 284892 h 600347"/>
                <a:gd name="connsiteX149" fmla="*/ 1452722 w 2915191"/>
                <a:gd name="connsiteY149" fmla="*/ 295073 h 600347"/>
                <a:gd name="connsiteX150" fmla="*/ 1462466 w 2915191"/>
                <a:gd name="connsiteY150" fmla="*/ 249099 h 600347"/>
                <a:gd name="connsiteX151" fmla="*/ 1472225 w 2915191"/>
                <a:gd name="connsiteY151" fmla="*/ 244141 h 600347"/>
                <a:gd name="connsiteX152" fmla="*/ 1481969 w 2915191"/>
                <a:gd name="connsiteY152" fmla="*/ 257667 h 600347"/>
                <a:gd name="connsiteX153" fmla="*/ 1491713 w 2915191"/>
                <a:gd name="connsiteY153" fmla="*/ 256158 h 600347"/>
                <a:gd name="connsiteX154" fmla="*/ 1501472 w 2915191"/>
                <a:gd name="connsiteY154" fmla="*/ 284781 h 600347"/>
                <a:gd name="connsiteX155" fmla="*/ 1511216 w 2915191"/>
                <a:gd name="connsiteY155" fmla="*/ 312423 h 600347"/>
                <a:gd name="connsiteX156" fmla="*/ 1520960 w 2915191"/>
                <a:gd name="connsiteY156" fmla="*/ 310280 h 600347"/>
                <a:gd name="connsiteX157" fmla="*/ 1530719 w 2915191"/>
                <a:gd name="connsiteY157" fmla="*/ 299179 h 600347"/>
                <a:gd name="connsiteX158" fmla="*/ 1540463 w 2915191"/>
                <a:gd name="connsiteY158" fmla="*/ 330294 h 600347"/>
                <a:gd name="connsiteX159" fmla="*/ 1550221 w 2915191"/>
                <a:gd name="connsiteY159" fmla="*/ 299692 h 600347"/>
                <a:gd name="connsiteX160" fmla="*/ 1559965 w 2915191"/>
                <a:gd name="connsiteY160" fmla="*/ 276741 h 600347"/>
                <a:gd name="connsiteX161" fmla="*/ 1569709 w 2915191"/>
                <a:gd name="connsiteY161" fmla="*/ 268919 h 600347"/>
                <a:gd name="connsiteX162" fmla="*/ 1579468 w 2915191"/>
                <a:gd name="connsiteY162" fmla="*/ 249095 h 600347"/>
                <a:gd name="connsiteX163" fmla="*/ 1589212 w 2915191"/>
                <a:gd name="connsiteY163" fmla="*/ 215482 h 600347"/>
                <a:gd name="connsiteX164" fmla="*/ 1598971 w 2915191"/>
                <a:gd name="connsiteY164" fmla="*/ 228239 h 600347"/>
                <a:gd name="connsiteX165" fmla="*/ 1608715 w 2915191"/>
                <a:gd name="connsiteY165" fmla="*/ 236433 h 600347"/>
                <a:gd name="connsiteX166" fmla="*/ 1618459 w 2915191"/>
                <a:gd name="connsiteY166" fmla="*/ 230195 h 600347"/>
                <a:gd name="connsiteX167" fmla="*/ 1628218 w 2915191"/>
                <a:gd name="connsiteY167" fmla="*/ 248311 h 600347"/>
                <a:gd name="connsiteX168" fmla="*/ 1637962 w 2915191"/>
                <a:gd name="connsiteY168" fmla="*/ 250525 h 600347"/>
                <a:gd name="connsiteX169" fmla="*/ 1647720 w 2915191"/>
                <a:gd name="connsiteY169" fmla="*/ 249512 h 600347"/>
                <a:gd name="connsiteX170" fmla="*/ 1657464 w 2915191"/>
                <a:gd name="connsiteY170" fmla="*/ 226409 h 600347"/>
                <a:gd name="connsiteX171" fmla="*/ 1667208 w 2915191"/>
                <a:gd name="connsiteY171" fmla="*/ 253098 h 600347"/>
                <a:gd name="connsiteX172" fmla="*/ 1676967 w 2915191"/>
                <a:gd name="connsiteY172" fmla="*/ 255960 h 600347"/>
                <a:gd name="connsiteX173" fmla="*/ 1686711 w 2915191"/>
                <a:gd name="connsiteY173" fmla="*/ 241982 h 600347"/>
                <a:gd name="connsiteX174" fmla="*/ 1696470 w 2915191"/>
                <a:gd name="connsiteY174" fmla="*/ 256298 h 600347"/>
                <a:gd name="connsiteX175" fmla="*/ 1706214 w 2915191"/>
                <a:gd name="connsiteY175" fmla="*/ 253619 h 600347"/>
                <a:gd name="connsiteX176" fmla="*/ 1715958 w 2915191"/>
                <a:gd name="connsiteY176" fmla="*/ 255291 h 600347"/>
                <a:gd name="connsiteX177" fmla="*/ 1725716 w 2915191"/>
                <a:gd name="connsiteY177" fmla="*/ 275561 h 600347"/>
                <a:gd name="connsiteX178" fmla="*/ 1735460 w 2915191"/>
                <a:gd name="connsiteY178" fmla="*/ 270448 h 600347"/>
                <a:gd name="connsiteX179" fmla="*/ 1745219 w 2915191"/>
                <a:gd name="connsiteY179" fmla="*/ 315893 h 600347"/>
                <a:gd name="connsiteX180" fmla="*/ 1754963 w 2915191"/>
                <a:gd name="connsiteY180" fmla="*/ 267841 h 600347"/>
                <a:gd name="connsiteX181" fmla="*/ 1764707 w 2915191"/>
                <a:gd name="connsiteY181" fmla="*/ 311039 h 600347"/>
                <a:gd name="connsiteX182" fmla="*/ 1774466 w 2915191"/>
                <a:gd name="connsiteY182" fmla="*/ 316223 h 600347"/>
                <a:gd name="connsiteX183" fmla="*/ 1784210 w 2915191"/>
                <a:gd name="connsiteY183" fmla="*/ 302920 h 600347"/>
                <a:gd name="connsiteX184" fmla="*/ 1793969 w 2915191"/>
                <a:gd name="connsiteY184" fmla="*/ 321216 h 600347"/>
                <a:gd name="connsiteX185" fmla="*/ 1803713 w 2915191"/>
                <a:gd name="connsiteY185" fmla="*/ 311186 h 600347"/>
                <a:gd name="connsiteX186" fmla="*/ 1813457 w 2915191"/>
                <a:gd name="connsiteY186" fmla="*/ 340799 h 600347"/>
                <a:gd name="connsiteX187" fmla="*/ 1823215 w 2915191"/>
                <a:gd name="connsiteY187" fmla="*/ 355382 h 600347"/>
                <a:gd name="connsiteX188" fmla="*/ 1832959 w 2915191"/>
                <a:gd name="connsiteY188" fmla="*/ 354097 h 600347"/>
                <a:gd name="connsiteX189" fmla="*/ 1842703 w 2915191"/>
                <a:gd name="connsiteY189" fmla="*/ 356257 h 600347"/>
                <a:gd name="connsiteX190" fmla="*/ 1852462 w 2915191"/>
                <a:gd name="connsiteY190" fmla="*/ 339441 h 600347"/>
                <a:gd name="connsiteX191" fmla="*/ 1862206 w 2915191"/>
                <a:gd name="connsiteY191" fmla="*/ 355292 h 600347"/>
                <a:gd name="connsiteX192" fmla="*/ 1871965 w 2915191"/>
                <a:gd name="connsiteY192" fmla="*/ 346038 h 600347"/>
                <a:gd name="connsiteX193" fmla="*/ 1881709 w 2915191"/>
                <a:gd name="connsiteY193" fmla="*/ 356460 h 600347"/>
                <a:gd name="connsiteX194" fmla="*/ 1891453 w 2915191"/>
                <a:gd name="connsiteY194" fmla="*/ 332395 h 600347"/>
                <a:gd name="connsiteX195" fmla="*/ 1901212 w 2915191"/>
                <a:gd name="connsiteY195" fmla="*/ 330818 h 600347"/>
                <a:gd name="connsiteX196" fmla="*/ 1910956 w 2915191"/>
                <a:gd name="connsiteY196" fmla="*/ 311286 h 600347"/>
                <a:gd name="connsiteX197" fmla="*/ 1920714 w 2915191"/>
                <a:gd name="connsiteY197" fmla="*/ 313451 h 600347"/>
                <a:gd name="connsiteX198" fmla="*/ 1930458 w 2915191"/>
                <a:gd name="connsiteY198" fmla="*/ 324819 h 600347"/>
                <a:gd name="connsiteX199" fmla="*/ 1940202 w 2915191"/>
                <a:gd name="connsiteY199" fmla="*/ 307889 h 600347"/>
                <a:gd name="connsiteX200" fmla="*/ 1949961 w 2915191"/>
                <a:gd name="connsiteY200" fmla="*/ 305203 h 600347"/>
                <a:gd name="connsiteX201" fmla="*/ 1959705 w 2915191"/>
                <a:gd name="connsiteY201" fmla="*/ 283645 h 600347"/>
                <a:gd name="connsiteX202" fmla="*/ 1969464 w 2915191"/>
                <a:gd name="connsiteY202" fmla="*/ 296402 h 600347"/>
                <a:gd name="connsiteX203" fmla="*/ 1979208 w 2915191"/>
                <a:gd name="connsiteY203" fmla="*/ 282121 h 600347"/>
                <a:gd name="connsiteX204" fmla="*/ 1988952 w 2915191"/>
                <a:gd name="connsiteY204" fmla="*/ 241402 h 600347"/>
                <a:gd name="connsiteX205" fmla="*/ 1998711 w 2915191"/>
                <a:gd name="connsiteY205" fmla="*/ 245462 h 600347"/>
                <a:gd name="connsiteX206" fmla="*/ 2008454 w 2915191"/>
                <a:gd name="connsiteY206" fmla="*/ 236429 h 600347"/>
                <a:gd name="connsiteX207" fmla="*/ 2018213 w 2915191"/>
                <a:gd name="connsiteY207" fmla="*/ 289326 h 600347"/>
                <a:gd name="connsiteX208" fmla="*/ 2027957 w 2915191"/>
                <a:gd name="connsiteY208" fmla="*/ 319007 h 600347"/>
                <a:gd name="connsiteX209" fmla="*/ 2037701 w 2915191"/>
                <a:gd name="connsiteY209" fmla="*/ 336269 h 600347"/>
                <a:gd name="connsiteX210" fmla="*/ 2047460 w 2915191"/>
                <a:gd name="connsiteY210" fmla="*/ 336423 h 600347"/>
                <a:gd name="connsiteX211" fmla="*/ 2057204 w 2915191"/>
                <a:gd name="connsiteY211" fmla="*/ 337395 h 600347"/>
                <a:gd name="connsiteX212" fmla="*/ 2066963 w 2915191"/>
                <a:gd name="connsiteY212" fmla="*/ 340945 h 600347"/>
                <a:gd name="connsiteX213" fmla="*/ 2076707 w 2915191"/>
                <a:gd name="connsiteY213" fmla="*/ 336717 h 600347"/>
                <a:gd name="connsiteX214" fmla="*/ 2086451 w 2915191"/>
                <a:gd name="connsiteY214" fmla="*/ 318855 h 600347"/>
                <a:gd name="connsiteX215" fmla="*/ 2096210 w 2915191"/>
                <a:gd name="connsiteY215" fmla="*/ 313728 h 600347"/>
                <a:gd name="connsiteX216" fmla="*/ 2105954 w 2915191"/>
                <a:gd name="connsiteY216" fmla="*/ 334776 h 600347"/>
                <a:gd name="connsiteX217" fmla="*/ 2115697 w 2915191"/>
                <a:gd name="connsiteY217" fmla="*/ 330331 h 600347"/>
                <a:gd name="connsiteX218" fmla="*/ 2125456 w 2915191"/>
                <a:gd name="connsiteY218" fmla="*/ 356130 h 600347"/>
                <a:gd name="connsiteX219" fmla="*/ 2135200 w 2915191"/>
                <a:gd name="connsiteY219" fmla="*/ 318732 h 600347"/>
                <a:gd name="connsiteX220" fmla="*/ 2144959 w 2915191"/>
                <a:gd name="connsiteY220" fmla="*/ 362667 h 600347"/>
                <a:gd name="connsiteX221" fmla="*/ 2154703 w 2915191"/>
                <a:gd name="connsiteY221" fmla="*/ 334385 h 600347"/>
                <a:gd name="connsiteX222" fmla="*/ 2164447 w 2915191"/>
                <a:gd name="connsiteY222" fmla="*/ 316790 h 600347"/>
                <a:gd name="connsiteX223" fmla="*/ 2174206 w 2915191"/>
                <a:gd name="connsiteY223" fmla="*/ 328293 h 600347"/>
                <a:gd name="connsiteX224" fmla="*/ 2183950 w 2915191"/>
                <a:gd name="connsiteY224" fmla="*/ 313266 h 600347"/>
                <a:gd name="connsiteX225" fmla="*/ 2193709 w 2915191"/>
                <a:gd name="connsiteY225" fmla="*/ 329923 h 600347"/>
                <a:gd name="connsiteX226" fmla="*/ 2203452 w 2915191"/>
                <a:gd name="connsiteY226" fmla="*/ 324281 h 600347"/>
                <a:gd name="connsiteX227" fmla="*/ 2213196 w 2915191"/>
                <a:gd name="connsiteY227" fmla="*/ 300147 h 600347"/>
                <a:gd name="connsiteX228" fmla="*/ 2222955 w 2915191"/>
                <a:gd name="connsiteY228" fmla="*/ 293939 h 600347"/>
                <a:gd name="connsiteX229" fmla="*/ 2232699 w 2915191"/>
                <a:gd name="connsiteY229" fmla="*/ 309896 h 600347"/>
                <a:gd name="connsiteX230" fmla="*/ 2242458 w 2915191"/>
                <a:gd name="connsiteY230" fmla="*/ 261337 h 600347"/>
                <a:gd name="connsiteX231" fmla="*/ 2252202 w 2915191"/>
                <a:gd name="connsiteY231" fmla="*/ 232572 h 600347"/>
                <a:gd name="connsiteX232" fmla="*/ 2261946 w 2915191"/>
                <a:gd name="connsiteY232" fmla="*/ 214261 h 600347"/>
                <a:gd name="connsiteX233" fmla="*/ 2271705 w 2915191"/>
                <a:gd name="connsiteY233" fmla="*/ 189788 h 600347"/>
                <a:gd name="connsiteX234" fmla="*/ 2281449 w 2915191"/>
                <a:gd name="connsiteY234" fmla="*/ 208700 h 600347"/>
                <a:gd name="connsiteX235" fmla="*/ 2291208 w 2915191"/>
                <a:gd name="connsiteY235" fmla="*/ 207173 h 600347"/>
                <a:gd name="connsiteX236" fmla="*/ 2300951 w 2915191"/>
                <a:gd name="connsiteY236" fmla="*/ 201492 h 600347"/>
                <a:gd name="connsiteX237" fmla="*/ 2310695 w 2915191"/>
                <a:gd name="connsiteY237" fmla="*/ 190591 h 600347"/>
                <a:gd name="connsiteX238" fmla="*/ 2320454 w 2915191"/>
                <a:gd name="connsiteY238" fmla="*/ 170790 h 600347"/>
                <a:gd name="connsiteX239" fmla="*/ 2330198 w 2915191"/>
                <a:gd name="connsiteY239" fmla="*/ 191012 h 600347"/>
                <a:gd name="connsiteX240" fmla="*/ 2339957 w 2915191"/>
                <a:gd name="connsiteY240" fmla="*/ 187225 h 600347"/>
                <a:gd name="connsiteX241" fmla="*/ 2349701 w 2915191"/>
                <a:gd name="connsiteY241" fmla="*/ 179515 h 600347"/>
                <a:gd name="connsiteX242" fmla="*/ 2359445 w 2915191"/>
                <a:gd name="connsiteY242" fmla="*/ 172895 h 600347"/>
                <a:gd name="connsiteX243" fmla="*/ 2369204 w 2915191"/>
                <a:gd name="connsiteY243" fmla="*/ 183268 h 600347"/>
                <a:gd name="connsiteX244" fmla="*/ 2378948 w 2915191"/>
                <a:gd name="connsiteY244" fmla="*/ 214414 h 600347"/>
                <a:gd name="connsiteX245" fmla="*/ 2388692 w 2915191"/>
                <a:gd name="connsiteY245" fmla="*/ 200810 h 600347"/>
                <a:gd name="connsiteX246" fmla="*/ 2398450 w 2915191"/>
                <a:gd name="connsiteY246" fmla="*/ 193049 h 600347"/>
                <a:gd name="connsiteX247" fmla="*/ 2408194 w 2915191"/>
                <a:gd name="connsiteY247" fmla="*/ 195253 h 600347"/>
                <a:gd name="connsiteX248" fmla="*/ 2417953 w 2915191"/>
                <a:gd name="connsiteY248" fmla="*/ 155134 h 600347"/>
                <a:gd name="connsiteX249" fmla="*/ 2427697 w 2915191"/>
                <a:gd name="connsiteY249" fmla="*/ 180352 h 600347"/>
                <a:gd name="connsiteX250" fmla="*/ 2437441 w 2915191"/>
                <a:gd name="connsiteY250" fmla="*/ 189791 h 600347"/>
                <a:gd name="connsiteX251" fmla="*/ 2447200 w 2915191"/>
                <a:gd name="connsiteY251" fmla="*/ 155727 h 600347"/>
                <a:gd name="connsiteX252" fmla="*/ 2456944 w 2915191"/>
                <a:gd name="connsiteY252" fmla="*/ 142686 h 600347"/>
                <a:gd name="connsiteX253" fmla="*/ 2466703 w 2915191"/>
                <a:gd name="connsiteY253" fmla="*/ 118310 h 600347"/>
                <a:gd name="connsiteX254" fmla="*/ 2476446 w 2915191"/>
                <a:gd name="connsiteY254" fmla="*/ 128803 h 600347"/>
                <a:gd name="connsiteX255" fmla="*/ 2486190 w 2915191"/>
                <a:gd name="connsiteY255" fmla="*/ 121190 h 600347"/>
                <a:gd name="connsiteX256" fmla="*/ 2495949 w 2915191"/>
                <a:gd name="connsiteY256" fmla="*/ 128586 h 600347"/>
                <a:gd name="connsiteX257" fmla="*/ 2505693 w 2915191"/>
                <a:gd name="connsiteY257" fmla="*/ 115580 h 600347"/>
                <a:gd name="connsiteX258" fmla="*/ 2515452 w 2915191"/>
                <a:gd name="connsiteY258" fmla="*/ 69662 h 600347"/>
                <a:gd name="connsiteX259" fmla="*/ 2525196 w 2915191"/>
                <a:gd name="connsiteY259" fmla="*/ 87205 h 600347"/>
                <a:gd name="connsiteX260" fmla="*/ 2534940 w 2915191"/>
                <a:gd name="connsiteY260" fmla="*/ 83685 h 600347"/>
                <a:gd name="connsiteX261" fmla="*/ 2544699 w 2915191"/>
                <a:gd name="connsiteY261" fmla="*/ 58349 h 600347"/>
                <a:gd name="connsiteX262" fmla="*/ 2554443 w 2915191"/>
                <a:gd name="connsiteY262" fmla="*/ 42975 h 600347"/>
                <a:gd name="connsiteX263" fmla="*/ 2564202 w 2915191"/>
                <a:gd name="connsiteY263" fmla="*/ 40050 h 600347"/>
                <a:gd name="connsiteX264" fmla="*/ 2573946 w 2915191"/>
                <a:gd name="connsiteY264" fmla="*/ 18426 h 600347"/>
                <a:gd name="connsiteX265" fmla="*/ 2583690 w 2915191"/>
                <a:gd name="connsiteY265" fmla="*/ 10894 h 600347"/>
                <a:gd name="connsiteX266" fmla="*/ 2593448 w 2915191"/>
                <a:gd name="connsiteY266" fmla="*/ 18280 h 600347"/>
                <a:gd name="connsiteX267" fmla="*/ 2603192 w 2915191"/>
                <a:gd name="connsiteY267" fmla="*/ 18579 h 600347"/>
                <a:gd name="connsiteX268" fmla="*/ 2612951 w 2915191"/>
                <a:gd name="connsiteY268" fmla="*/ 46170 h 600347"/>
                <a:gd name="connsiteX269" fmla="*/ 2622695 w 2915191"/>
                <a:gd name="connsiteY269" fmla="*/ 51354 h 600347"/>
                <a:gd name="connsiteX270" fmla="*/ 2632439 w 2915191"/>
                <a:gd name="connsiteY270" fmla="*/ 57953 h 600347"/>
                <a:gd name="connsiteX271" fmla="*/ 2642198 w 2915191"/>
                <a:gd name="connsiteY271" fmla="*/ 48904 h 600347"/>
                <a:gd name="connsiteX272" fmla="*/ 2651942 w 2915191"/>
                <a:gd name="connsiteY272" fmla="*/ 68771 h 600347"/>
                <a:gd name="connsiteX273" fmla="*/ 2661685 w 2915191"/>
                <a:gd name="connsiteY273" fmla="*/ 59819 h 600347"/>
                <a:gd name="connsiteX274" fmla="*/ 2671444 w 2915191"/>
                <a:gd name="connsiteY274" fmla="*/ 81469 h 600347"/>
                <a:gd name="connsiteX275" fmla="*/ 2681188 w 2915191"/>
                <a:gd name="connsiteY275" fmla="*/ 82080 h 600347"/>
                <a:gd name="connsiteX276" fmla="*/ 2690947 w 2915191"/>
                <a:gd name="connsiteY276" fmla="*/ 49935 h 600347"/>
                <a:gd name="connsiteX277" fmla="*/ 2700691 w 2915191"/>
                <a:gd name="connsiteY277" fmla="*/ 59116 h 600347"/>
                <a:gd name="connsiteX278" fmla="*/ 2710435 w 2915191"/>
                <a:gd name="connsiteY278" fmla="*/ 50867 h 600347"/>
                <a:gd name="connsiteX279" fmla="*/ 2720194 w 2915191"/>
                <a:gd name="connsiteY279" fmla="*/ 83762 h 600347"/>
                <a:gd name="connsiteX280" fmla="*/ 2729938 w 2915191"/>
                <a:gd name="connsiteY280" fmla="*/ 84011 h 600347"/>
                <a:gd name="connsiteX281" fmla="*/ 2739697 w 2915191"/>
                <a:gd name="connsiteY281" fmla="*/ 87838 h 600347"/>
                <a:gd name="connsiteX282" fmla="*/ 2749441 w 2915191"/>
                <a:gd name="connsiteY282" fmla="*/ 76955 h 600347"/>
                <a:gd name="connsiteX283" fmla="*/ 2759185 w 2915191"/>
                <a:gd name="connsiteY283" fmla="*/ 72613 h 600347"/>
                <a:gd name="connsiteX284" fmla="*/ 2768943 w 2915191"/>
                <a:gd name="connsiteY284" fmla="*/ 65888 h 600347"/>
                <a:gd name="connsiteX285" fmla="*/ 2778687 w 2915191"/>
                <a:gd name="connsiteY285" fmla="*/ 60564 h 600347"/>
                <a:gd name="connsiteX286" fmla="*/ 2788446 w 2915191"/>
                <a:gd name="connsiteY286" fmla="*/ 45096 h 600347"/>
                <a:gd name="connsiteX287" fmla="*/ 2798190 w 2915191"/>
                <a:gd name="connsiteY287" fmla="*/ 43255 h 600347"/>
                <a:gd name="connsiteX288" fmla="*/ 2807934 w 2915191"/>
                <a:gd name="connsiteY288" fmla="*/ 40697 h 600347"/>
                <a:gd name="connsiteX289" fmla="*/ 2817693 w 2915191"/>
                <a:gd name="connsiteY289" fmla="*/ 5239 h 600347"/>
                <a:gd name="connsiteX290" fmla="*/ 2827437 w 2915191"/>
                <a:gd name="connsiteY290" fmla="*/ 0 h 600347"/>
                <a:gd name="connsiteX291" fmla="*/ 2837196 w 2915191"/>
                <a:gd name="connsiteY291" fmla="*/ 10207 h 600347"/>
                <a:gd name="connsiteX292" fmla="*/ 2846940 w 2915191"/>
                <a:gd name="connsiteY292" fmla="*/ 50032 h 600347"/>
                <a:gd name="connsiteX293" fmla="*/ 2856684 w 2915191"/>
                <a:gd name="connsiteY293" fmla="*/ 69745 h 600347"/>
                <a:gd name="connsiteX294" fmla="*/ 2866442 w 2915191"/>
                <a:gd name="connsiteY294" fmla="*/ 103803 h 600347"/>
                <a:gd name="connsiteX295" fmla="*/ 2876186 w 2915191"/>
                <a:gd name="connsiteY295" fmla="*/ 105443 h 600347"/>
                <a:gd name="connsiteX296" fmla="*/ 2885945 w 2915191"/>
                <a:gd name="connsiteY296" fmla="*/ 112633 h 600347"/>
                <a:gd name="connsiteX297" fmla="*/ 2895689 w 2915191"/>
                <a:gd name="connsiteY297" fmla="*/ 134581 h 600347"/>
                <a:gd name="connsiteX298" fmla="*/ 2905433 w 2915191"/>
                <a:gd name="connsiteY298" fmla="*/ 125360 h 600347"/>
                <a:gd name="connsiteX299" fmla="*/ 2915192 w 2915191"/>
                <a:gd name="connsiteY299" fmla="*/ 100281 h 600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00347">
                  <a:moveTo>
                    <a:pt x="0" y="550508"/>
                  </a:moveTo>
                  <a:lnTo>
                    <a:pt x="9750" y="535677"/>
                  </a:lnTo>
                  <a:lnTo>
                    <a:pt x="19500" y="560470"/>
                  </a:lnTo>
                  <a:lnTo>
                    <a:pt x="29250" y="572161"/>
                  </a:lnTo>
                  <a:lnTo>
                    <a:pt x="39000" y="584782"/>
                  </a:lnTo>
                  <a:lnTo>
                    <a:pt x="48749" y="600347"/>
                  </a:lnTo>
                  <a:lnTo>
                    <a:pt x="58499" y="551529"/>
                  </a:lnTo>
                  <a:lnTo>
                    <a:pt x="68249" y="532534"/>
                  </a:lnTo>
                  <a:lnTo>
                    <a:pt x="77998" y="526888"/>
                  </a:lnTo>
                  <a:lnTo>
                    <a:pt x="87748" y="582702"/>
                  </a:lnTo>
                  <a:lnTo>
                    <a:pt x="97497" y="553469"/>
                  </a:lnTo>
                  <a:lnTo>
                    <a:pt x="107247" y="525953"/>
                  </a:lnTo>
                  <a:lnTo>
                    <a:pt x="116997" y="543770"/>
                  </a:lnTo>
                  <a:lnTo>
                    <a:pt x="126747" y="516670"/>
                  </a:lnTo>
                  <a:lnTo>
                    <a:pt x="136497" y="501750"/>
                  </a:lnTo>
                  <a:lnTo>
                    <a:pt x="146247" y="517754"/>
                  </a:lnTo>
                  <a:lnTo>
                    <a:pt x="155997" y="528741"/>
                  </a:lnTo>
                  <a:lnTo>
                    <a:pt x="165747" y="535738"/>
                  </a:lnTo>
                  <a:lnTo>
                    <a:pt x="175497" y="551811"/>
                  </a:lnTo>
                  <a:lnTo>
                    <a:pt x="185247" y="533242"/>
                  </a:lnTo>
                  <a:lnTo>
                    <a:pt x="194996" y="554375"/>
                  </a:lnTo>
                  <a:lnTo>
                    <a:pt x="204746" y="513873"/>
                  </a:lnTo>
                  <a:lnTo>
                    <a:pt x="214495" y="524325"/>
                  </a:lnTo>
                  <a:lnTo>
                    <a:pt x="224245" y="504719"/>
                  </a:lnTo>
                  <a:lnTo>
                    <a:pt x="233995" y="484853"/>
                  </a:lnTo>
                  <a:lnTo>
                    <a:pt x="243744" y="485719"/>
                  </a:lnTo>
                  <a:lnTo>
                    <a:pt x="253494" y="491550"/>
                  </a:lnTo>
                  <a:lnTo>
                    <a:pt x="263244" y="452037"/>
                  </a:lnTo>
                  <a:lnTo>
                    <a:pt x="272994" y="436044"/>
                  </a:lnTo>
                  <a:lnTo>
                    <a:pt x="282744" y="423694"/>
                  </a:lnTo>
                  <a:lnTo>
                    <a:pt x="292494" y="451531"/>
                  </a:lnTo>
                  <a:lnTo>
                    <a:pt x="302244" y="444411"/>
                  </a:lnTo>
                  <a:lnTo>
                    <a:pt x="311994" y="442008"/>
                  </a:lnTo>
                  <a:lnTo>
                    <a:pt x="321744" y="441242"/>
                  </a:lnTo>
                  <a:lnTo>
                    <a:pt x="331493" y="451383"/>
                  </a:lnTo>
                  <a:lnTo>
                    <a:pt x="341243" y="445348"/>
                  </a:lnTo>
                  <a:lnTo>
                    <a:pt x="350993" y="462141"/>
                  </a:lnTo>
                  <a:lnTo>
                    <a:pt x="360742" y="457758"/>
                  </a:lnTo>
                  <a:lnTo>
                    <a:pt x="370492" y="443967"/>
                  </a:lnTo>
                  <a:lnTo>
                    <a:pt x="380241" y="426372"/>
                  </a:lnTo>
                  <a:lnTo>
                    <a:pt x="389991" y="382886"/>
                  </a:lnTo>
                  <a:lnTo>
                    <a:pt x="399741" y="383585"/>
                  </a:lnTo>
                  <a:lnTo>
                    <a:pt x="409491" y="370161"/>
                  </a:lnTo>
                  <a:lnTo>
                    <a:pt x="419241" y="385840"/>
                  </a:lnTo>
                  <a:lnTo>
                    <a:pt x="428991" y="380645"/>
                  </a:lnTo>
                  <a:lnTo>
                    <a:pt x="438741" y="392988"/>
                  </a:lnTo>
                  <a:lnTo>
                    <a:pt x="448491" y="381818"/>
                  </a:lnTo>
                  <a:lnTo>
                    <a:pt x="458241" y="397544"/>
                  </a:lnTo>
                  <a:lnTo>
                    <a:pt x="467991" y="384963"/>
                  </a:lnTo>
                  <a:lnTo>
                    <a:pt x="477740" y="379672"/>
                  </a:lnTo>
                  <a:lnTo>
                    <a:pt x="487490" y="345640"/>
                  </a:lnTo>
                  <a:lnTo>
                    <a:pt x="497239" y="335957"/>
                  </a:lnTo>
                  <a:lnTo>
                    <a:pt x="506989" y="321386"/>
                  </a:lnTo>
                  <a:lnTo>
                    <a:pt x="516738" y="341073"/>
                  </a:lnTo>
                  <a:lnTo>
                    <a:pt x="526488" y="343766"/>
                  </a:lnTo>
                  <a:lnTo>
                    <a:pt x="536238" y="371981"/>
                  </a:lnTo>
                  <a:lnTo>
                    <a:pt x="545988" y="417945"/>
                  </a:lnTo>
                  <a:lnTo>
                    <a:pt x="555738" y="388101"/>
                  </a:lnTo>
                  <a:lnTo>
                    <a:pt x="565488" y="379805"/>
                  </a:lnTo>
                  <a:lnTo>
                    <a:pt x="575238" y="413421"/>
                  </a:lnTo>
                  <a:lnTo>
                    <a:pt x="584988" y="408865"/>
                  </a:lnTo>
                  <a:lnTo>
                    <a:pt x="594738" y="413642"/>
                  </a:lnTo>
                  <a:lnTo>
                    <a:pt x="604488" y="402474"/>
                  </a:lnTo>
                  <a:lnTo>
                    <a:pt x="614237" y="386912"/>
                  </a:lnTo>
                  <a:lnTo>
                    <a:pt x="623987" y="427997"/>
                  </a:lnTo>
                  <a:lnTo>
                    <a:pt x="633736" y="391067"/>
                  </a:lnTo>
                  <a:lnTo>
                    <a:pt x="643486" y="393957"/>
                  </a:lnTo>
                  <a:lnTo>
                    <a:pt x="653236" y="391667"/>
                  </a:lnTo>
                  <a:lnTo>
                    <a:pt x="662985" y="373445"/>
                  </a:lnTo>
                  <a:lnTo>
                    <a:pt x="672735" y="380542"/>
                  </a:lnTo>
                  <a:lnTo>
                    <a:pt x="682485" y="381037"/>
                  </a:lnTo>
                  <a:lnTo>
                    <a:pt x="692235" y="377755"/>
                  </a:lnTo>
                  <a:lnTo>
                    <a:pt x="701985" y="358546"/>
                  </a:lnTo>
                  <a:lnTo>
                    <a:pt x="711735" y="360815"/>
                  </a:lnTo>
                  <a:lnTo>
                    <a:pt x="721485" y="353784"/>
                  </a:lnTo>
                  <a:lnTo>
                    <a:pt x="731235" y="387028"/>
                  </a:lnTo>
                  <a:lnTo>
                    <a:pt x="740985" y="384441"/>
                  </a:lnTo>
                  <a:lnTo>
                    <a:pt x="750734" y="411441"/>
                  </a:lnTo>
                  <a:lnTo>
                    <a:pt x="760484" y="388641"/>
                  </a:lnTo>
                  <a:lnTo>
                    <a:pt x="770233" y="411838"/>
                  </a:lnTo>
                  <a:lnTo>
                    <a:pt x="779983" y="444773"/>
                  </a:lnTo>
                  <a:lnTo>
                    <a:pt x="789733" y="427458"/>
                  </a:lnTo>
                  <a:lnTo>
                    <a:pt x="799482" y="421120"/>
                  </a:lnTo>
                  <a:lnTo>
                    <a:pt x="809232" y="445214"/>
                  </a:lnTo>
                  <a:lnTo>
                    <a:pt x="818982" y="497155"/>
                  </a:lnTo>
                  <a:lnTo>
                    <a:pt x="828732" y="470331"/>
                  </a:lnTo>
                  <a:lnTo>
                    <a:pt x="838482" y="499985"/>
                  </a:lnTo>
                  <a:lnTo>
                    <a:pt x="848232" y="543956"/>
                  </a:lnTo>
                  <a:lnTo>
                    <a:pt x="857982" y="546690"/>
                  </a:lnTo>
                  <a:lnTo>
                    <a:pt x="867732" y="489424"/>
                  </a:lnTo>
                  <a:lnTo>
                    <a:pt x="877482" y="481459"/>
                  </a:lnTo>
                  <a:lnTo>
                    <a:pt x="887231" y="487648"/>
                  </a:lnTo>
                  <a:lnTo>
                    <a:pt x="896981" y="460726"/>
                  </a:lnTo>
                  <a:lnTo>
                    <a:pt x="906730" y="455721"/>
                  </a:lnTo>
                  <a:lnTo>
                    <a:pt x="916480" y="436293"/>
                  </a:lnTo>
                  <a:lnTo>
                    <a:pt x="926230" y="412097"/>
                  </a:lnTo>
                  <a:lnTo>
                    <a:pt x="935979" y="396808"/>
                  </a:lnTo>
                  <a:lnTo>
                    <a:pt x="945729" y="410658"/>
                  </a:lnTo>
                  <a:lnTo>
                    <a:pt x="955479" y="380659"/>
                  </a:lnTo>
                  <a:lnTo>
                    <a:pt x="965229" y="348413"/>
                  </a:lnTo>
                  <a:lnTo>
                    <a:pt x="974979" y="331094"/>
                  </a:lnTo>
                  <a:lnTo>
                    <a:pt x="984729" y="338466"/>
                  </a:lnTo>
                  <a:lnTo>
                    <a:pt x="994474" y="358906"/>
                  </a:lnTo>
                  <a:lnTo>
                    <a:pt x="1004233" y="386635"/>
                  </a:lnTo>
                  <a:lnTo>
                    <a:pt x="1013977" y="404682"/>
                  </a:lnTo>
                  <a:lnTo>
                    <a:pt x="1023721" y="413703"/>
                  </a:lnTo>
                  <a:lnTo>
                    <a:pt x="1033480" y="413255"/>
                  </a:lnTo>
                  <a:lnTo>
                    <a:pt x="1043224" y="403362"/>
                  </a:lnTo>
                  <a:lnTo>
                    <a:pt x="1052983" y="411383"/>
                  </a:lnTo>
                  <a:lnTo>
                    <a:pt x="1062727" y="380599"/>
                  </a:lnTo>
                  <a:lnTo>
                    <a:pt x="1072471" y="364100"/>
                  </a:lnTo>
                  <a:lnTo>
                    <a:pt x="1082230" y="304026"/>
                  </a:lnTo>
                  <a:lnTo>
                    <a:pt x="1091973" y="330628"/>
                  </a:lnTo>
                  <a:lnTo>
                    <a:pt x="1101732" y="351278"/>
                  </a:lnTo>
                  <a:lnTo>
                    <a:pt x="1111476" y="425406"/>
                  </a:lnTo>
                  <a:lnTo>
                    <a:pt x="1121220" y="419442"/>
                  </a:lnTo>
                  <a:lnTo>
                    <a:pt x="1130979" y="403718"/>
                  </a:lnTo>
                  <a:lnTo>
                    <a:pt x="1140723" y="436808"/>
                  </a:lnTo>
                  <a:lnTo>
                    <a:pt x="1150482" y="425215"/>
                  </a:lnTo>
                  <a:lnTo>
                    <a:pt x="1160226" y="432663"/>
                  </a:lnTo>
                  <a:lnTo>
                    <a:pt x="1169969" y="437065"/>
                  </a:lnTo>
                  <a:lnTo>
                    <a:pt x="1179728" y="416547"/>
                  </a:lnTo>
                  <a:lnTo>
                    <a:pt x="1189472" y="402377"/>
                  </a:lnTo>
                  <a:lnTo>
                    <a:pt x="1199231" y="413055"/>
                  </a:lnTo>
                  <a:lnTo>
                    <a:pt x="1208975" y="385583"/>
                  </a:lnTo>
                  <a:lnTo>
                    <a:pt x="1218719" y="406619"/>
                  </a:lnTo>
                  <a:lnTo>
                    <a:pt x="1228478" y="384824"/>
                  </a:lnTo>
                  <a:lnTo>
                    <a:pt x="1238222" y="332842"/>
                  </a:lnTo>
                  <a:lnTo>
                    <a:pt x="1247966" y="324629"/>
                  </a:lnTo>
                  <a:lnTo>
                    <a:pt x="1257725" y="305524"/>
                  </a:lnTo>
                  <a:lnTo>
                    <a:pt x="1267469" y="289358"/>
                  </a:lnTo>
                  <a:lnTo>
                    <a:pt x="1277227" y="273863"/>
                  </a:lnTo>
                  <a:lnTo>
                    <a:pt x="1286971" y="309820"/>
                  </a:lnTo>
                  <a:lnTo>
                    <a:pt x="1296715" y="271801"/>
                  </a:lnTo>
                  <a:lnTo>
                    <a:pt x="1306474" y="287661"/>
                  </a:lnTo>
                  <a:lnTo>
                    <a:pt x="1316218" y="267052"/>
                  </a:lnTo>
                  <a:lnTo>
                    <a:pt x="1325977" y="251334"/>
                  </a:lnTo>
                  <a:lnTo>
                    <a:pt x="1335721" y="246827"/>
                  </a:lnTo>
                  <a:lnTo>
                    <a:pt x="1345465" y="267911"/>
                  </a:lnTo>
                  <a:lnTo>
                    <a:pt x="1355224" y="273319"/>
                  </a:lnTo>
                  <a:lnTo>
                    <a:pt x="1364967" y="288894"/>
                  </a:lnTo>
                  <a:lnTo>
                    <a:pt x="1374726" y="285552"/>
                  </a:lnTo>
                  <a:lnTo>
                    <a:pt x="1384470" y="283700"/>
                  </a:lnTo>
                  <a:lnTo>
                    <a:pt x="1394214" y="276762"/>
                  </a:lnTo>
                  <a:lnTo>
                    <a:pt x="1403973" y="291595"/>
                  </a:lnTo>
                  <a:lnTo>
                    <a:pt x="1413717" y="280829"/>
                  </a:lnTo>
                  <a:lnTo>
                    <a:pt x="1423476" y="285284"/>
                  </a:lnTo>
                  <a:lnTo>
                    <a:pt x="1433220" y="271707"/>
                  </a:lnTo>
                  <a:lnTo>
                    <a:pt x="1442964" y="284892"/>
                  </a:lnTo>
                  <a:lnTo>
                    <a:pt x="1452722" y="295073"/>
                  </a:lnTo>
                  <a:lnTo>
                    <a:pt x="1462466" y="249099"/>
                  </a:lnTo>
                  <a:lnTo>
                    <a:pt x="1472225" y="244141"/>
                  </a:lnTo>
                  <a:lnTo>
                    <a:pt x="1481969" y="257667"/>
                  </a:lnTo>
                  <a:lnTo>
                    <a:pt x="1491713" y="256158"/>
                  </a:lnTo>
                  <a:lnTo>
                    <a:pt x="1501472" y="284781"/>
                  </a:lnTo>
                  <a:lnTo>
                    <a:pt x="1511216" y="312423"/>
                  </a:lnTo>
                  <a:lnTo>
                    <a:pt x="1520960" y="310280"/>
                  </a:lnTo>
                  <a:lnTo>
                    <a:pt x="1530719" y="299179"/>
                  </a:lnTo>
                  <a:lnTo>
                    <a:pt x="1540463" y="330294"/>
                  </a:lnTo>
                  <a:lnTo>
                    <a:pt x="1550221" y="299692"/>
                  </a:lnTo>
                  <a:lnTo>
                    <a:pt x="1559965" y="276741"/>
                  </a:lnTo>
                  <a:lnTo>
                    <a:pt x="1569709" y="268919"/>
                  </a:lnTo>
                  <a:lnTo>
                    <a:pt x="1579468" y="249095"/>
                  </a:lnTo>
                  <a:lnTo>
                    <a:pt x="1589212" y="215482"/>
                  </a:lnTo>
                  <a:lnTo>
                    <a:pt x="1598971" y="228239"/>
                  </a:lnTo>
                  <a:lnTo>
                    <a:pt x="1608715" y="236433"/>
                  </a:lnTo>
                  <a:lnTo>
                    <a:pt x="1618459" y="230195"/>
                  </a:lnTo>
                  <a:lnTo>
                    <a:pt x="1628218" y="248311"/>
                  </a:lnTo>
                  <a:lnTo>
                    <a:pt x="1637962" y="250525"/>
                  </a:lnTo>
                  <a:lnTo>
                    <a:pt x="1647720" y="249512"/>
                  </a:lnTo>
                  <a:lnTo>
                    <a:pt x="1657464" y="226409"/>
                  </a:lnTo>
                  <a:lnTo>
                    <a:pt x="1667208" y="253098"/>
                  </a:lnTo>
                  <a:lnTo>
                    <a:pt x="1676967" y="255960"/>
                  </a:lnTo>
                  <a:lnTo>
                    <a:pt x="1686711" y="241982"/>
                  </a:lnTo>
                  <a:lnTo>
                    <a:pt x="1696470" y="256298"/>
                  </a:lnTo>
                  <a:lnTo>
                    <a:pt x="1706214" y="253619"/>
                  </a:lnTo>
                  <a:lnTo>
                    <a:pt x="1715958" y="255291"/>
                  </a:lnTo>
                  <a:lnTo>
                    <a:pt x="1725716" y="275561"/>
                  </a:lnTo>
                  <a:lnTo>
                    <a:pt x="1735460" y="270448"/>
                  </a:lnTo>
                  <a:lnTo>
                    <a:pt x="1745219" y="315893"/>
                  </a:lnTo>
                  <a:lnTo>
                    <a:pt x="1754963" y="267841"/>
                  </a:lnTo>
                  <a:lnTo>
                    <a:pt x="1764707" y="311039"/>
                  </a:lnTo>
                  <a:lnTo>
                    <a:pt x="1774466" y="316223"/>
                  </a:lnTo>
                  <a:lnTo>
                    <a:pt x="1784210" y="302920"/>
                  </a:lnTo>
                  <a:lnTo>
                    <a:pt x="1793969" y="321216"/>
                  </a:lnTo>
                  <a:lnTo>
                    <a:pt x="1803713" y="311186"/>
                  </a:lnTo>
                  <a:lnTo>
                    <a:pt x="1813457" y="340799"/>
                  </a:lnTo>
                  <a:lnTo>
                    <a:pt x="1823215" y="355382"/>
                  </a:lnTo>
                  <a:lnTo>
                    <a:pt x="1832959" y="354097"/>
                  </a:lnTo>
                  <a:lnTo>
                    <a:pt x="1842703" y="356257"/>
                  </a:lnTo>
                  <a:lnTo>
                    <a:pt x="1852462" y="339441"/>
                  </a:lnTo>
                  <a:lnTo>
                    <a:pt x="1862206" y="355292"/>
                  </a:lnTo>
                  <a:lnTo>
                    <a:pt x="1871965" y="346038"/>
                  </a:lnTo>
                  <a:lnTo>
                    <a:pt x="1881709" y="356460"/>
                  </a:lnTo>
                  <a:lnTo>
                    <a:pt x="1891453" y="332395"/>
                  </a:lnTo>
                  <a:lnTo>
                    <a:pt x="1901212" y="330818"/>
                  </a:lnTo>
                  <a:lnTo>
                    <a:pt x="1910956" y="311286"/>
                  </a:lnTo>
                  <a:lnTo>
                    <a:pt x="1920714" y="313451"/>
                  </a:lnTo>
                  <a:lnTo>
                    <a:pt x="1930458" y="324819"/>
                  </a:lnTo>
                  <a:lnTo>
                    <a:pt x="1940202" y="307889"/>
                  </a:lnTo>
                  <a:lnTo>
                    <a:pt x="1949961" y="305203"/>
                  </a:lnTo>
                  <a:lnTo>
                    <a:pt x="1959705" y="283645"/>
                  </a:lnTo>
                  <a:lnTo>
                    <a:pt x="1969464" y="296402"/>
                  </a:lnTo>
                  <a:lnTo>
                    <a:pt x="1979208" y="282121"/>
                  </a:lnTo>
                  <a:lnTo>
                    <a:pt x="1988952" y="241402"/>
                  </a:lnTo>
                  <a:lnTo>
                    <a:pt x="1998711" y="245462"/>
                  </a:lnTo>
                  <a:lnTo>
                    <a:pt x="2008454" y="236429"/>
                  </a:lnTo>
                  <a:lnTo>
                    <a:pt x="2018213" y="289326"/>
                  </a:lnTo>
                  <a:lnTo>
                    <a:pt x="2027957" y="319007"/>
                  </a:lnTo>
                  <a:lnTo>
                    <a:pt x="2037701" y="336269"/>
                  </a:lnTo>
                  <a:lnTo>
                    <a:pt x="2047460" y="336423"/>
                  </a:lnTo>
                  <a:lnTo>
                    <a:pt x="2057204" y="337395"/>
                  </a:lnTo>
                  <a:lnTo>
                    <a:pt x="2066963" y="340945"/>
                  </a:lnTo>
                  <a:lnTo>
                    <a:pt x="2076707" y="336717"/>
                  </a:lnTo>
                  <a:lnTo>
                    <a:pt x="2086451" y="318855"/>
                  </a:lnTo>
                  <a:lnTo>
                    <a:pt x="2096210" y="313728"/>
                  </a:lnTo>
                  <a:lnTo>
                    <a:pt x="2105954" y="334776"/>
                  </a:lnTo>
                  <a:lnTo>
                    <a:pt x="2115697" y="330331"/>
                  </a:lnTo>
                  <a:lnTo>
                    <a:pt x="2125456" y="356130"/>
                  </a:lnTo>
                  <a:lnTo>
                    <a:pt x="2135200" y="318732"/>
                  </a:lnTo>
                  <a:lnTo>
                    <a:pt x="2144959" y="362667"/>
                  </a:lnTo>
                  <a:lnTo>
                    <a:pt x="2154703" y="334385"/>
                  </a:lnTo>
                  <a:lnTo>
                    <a:pt x="2164447" y="316790"/>
                  </a:lnTo>
                  <a:lnTo>
                    <a:pt x="2174206" y="328293"/>
                  </a:lnTo>
                  <a:lnTo>
                    <a:pt x="2183950" y="313266"/>
                  </a:lnTo>
                  <a:lnTo>
                    <a:pt x="2193709" y="329923"/>
                  </a:lnTo>
                  <a:lnTo>
                    <a:pt x="2203452" y="324281"/>
                  </a:lnTo>
                  <a:lnTo>
                    <a:pt x="2213196" y="300147"/>
                  </a:lnTo>
                  <a:lnTo>
                    <a:pt x="2222955" y="293939"/>
                  </a:lnTo>
                  <a:lnTo>
                    <a:pt x="2232699" y="309896"/>
                  </a:lnTo>
                  <a:lnTo>
                    <a:pt x="2242458" y="261337"/>
                  </a:lnTo>
                  <a:lnTo>
                    <a:pt x="2252202" y="232572"/>
                  </a:lnTo>
                  <a:lnTo>
                    <a:pt x="2261946" y="214261"/>
                  </a:lnTo>
                  <a:lnTo>
                    <a:pt x="2271705" y="189788"/>
                  </a:lnTo>
                  <a:lnTo>
                    <a:pt x="2281449" y="208700"/>
                  </a:lnTo>
                  <a:lnTo>
                    <a:pt x="2291208" y="207173"/>
                  </a:lnTo>
                  <a:lnTo>
                    <a:pt x="2300951" y="201492"/>
                  </a:lnTo>
                  <a:lnTo>
                    <a:pt x="2310695" y="190591"/>
                  </a:lnTo>
                  <a:lnTo>
                    <a:pt x="2320454" y="170790"/>
                  </a:lnTo>
                  <a:lnTo>
                    <a:pt x="2330198" y="191012"/>
                  </a:lnTo>
                  <a:lnTo>
                    <a:pt x="2339957" y="187225"/>
                  </a:lnTo>
                  <a:lnTo>
                    <a:pt x="2349701" y="179515"/>
                  </a:lnTo>
                  <a:lnTo>
                    <a:pt x="2359445" y="172895"/>
                  </a:lnTo>
                  <a:lnTo>
                    <a:pt x="2369204" y="183268"/>
                  </a:lnTo>
                  <a:lnTo>
                    <a:pt x="2378948" y="214414"/>
                  </a:lnTo>
                  <a:lnTo>
                    <a:pt x="2388692" y="200810"/>
                  </a:lnTo>
                  <a:lnTo>
                    <a:pt x="2398450" y="193049"/>
                  </a:lnTo>
                  <a:lnTo>
                    <a:pt x="2408194" y="195253"/>
                  </a:lnTo>
                  <a:lnTo>
                    <a:pt x="2417953" y="155134"/>
                  </a:lnTo>
                  <a:lnTo>
                    <a:pt x="2427697" y="180352"/>
                  </a:lnTo>
                  <a:lnTo>
                    <a:pt x="2437441" y="189791"/>
                  </a:lnTo>
                  <a:lnTo>
                    <a:pt x="2447200" y="155727"/>
                  </a:lnTo>
                  <a:lnTo>
                    <a:pt x="2456944" y="142686"/>
                  </a:lnTo>
                  <a:lnTo>
                    <a:pt x="2466703" y="118310"/>
                  </a:lnTo>
                  <a:lnTo>
                    <a:pt x="2476446" y="128803"/>
                  </a:lnTo>
                  <a:lnTo>
                    <a:pt x="2486190" y="121190"/>
                  </a:lnTo>
                  <a:lnTo>
                    <a:pt x="2495949" y="128586"/>
                  </a:lnTo>
                  <a:lnTo>
                    <a:pt x="2505693" y="115580"/>
                  </a:lnTo>
                  <a:lnTo>
                    <a:pt x="2515452" y="69662"/>
                  </a:lnTo>
                  <a:lnTo>
                    <a:pt x="2525196" y="87205"/>
                  </a:lnTo>
                  <a:lnTo>
                    <a:pt x="2534940" y="83685"/>
                  </a:lnTo>
                  <a:lnTo>
                    <a:pt x="2544699" y="58349"/>
                  </a:lnTo>
                  <a:lnTo>
                    <a:pt x="2554443" y="42975"/>
                  </a:lnTo>
                  <a:lnTo>
                    <a:pt x="2564202" y="40050"/>
                  </a:lnTo>
                  <a:lnTo>
                    <a:pt x="2573946" y="18426"/>
                  </a:lnTo>
                  <a:lnTo>
                    <a:pt x="2583690" y="10894"/>
                  </a:lnTo>
                  <a:lnTo>
                    <a:pt x="2593448" y="18280"/>
                  </a:lnTo>
                  <a:lnTo>
                    <a:pt x="2603192" y="18579"/>
                  </a:lnTo>
                  <a:lnTo>
                    <a:pt x="2612951" y="46170"/>
                  </a:lnTo>
                  <a:lnTo>
                    <a:pt x="2622695" y="51354"/>
                  </a:lnTo>
                  <a:lnTo>
                    <a:pt x="2632439" y="57953"/>
                  </a:lnTo>
                  <a:lnTo>
                    <a:pt x="2642198" y="48904"/>
                  </a:lnTo>
                  <a:lnTo>
                    <a:pt x="2651942" y="68771"/>
                  </a:lnTo>
                  <a:lnTo>
                    <a:pt x="2661685" y="59819"/>
                  </a:lnTo>
                  <a:lnTo>
                    <a:pt x="2671444" y="81469"/>
                  </a:lnTo>
                  <a:lnTo>
                    <a:pt x="2681188" y="82080"/>
                  </a:lnTo>
                  <a:lnTo>
                    <a:pt x="2690947" y="49935"/>
                  </a:lnTo>
                  <a:lnTo>
                    <a:pt x="2700691" y="59116"/>
                  </a:lnTo>
                  <a:lnTo>
                    <a:pt x="2710435" y="50867"/>
                  </a:lnTo>
                  <a:lnTo>
                    <a:pt x="2720194" y="83762"/>
                  </a:lnTo>
                  <a:lnTo>
                    <a:pt x="2729938" y="84011"/>
                  </a:lnTo>
                  <a:lnTo>
                    <a:pt x="2739697" y="87838"/>
                  </a:lnTo>
                  <a:lnTo>
                    <a:pt x="2749441" y="76955"/>
                  </a:lnTo>
                  <a:lnTo>
                    <a:pt x="2759185" y="72613"/>
                  </a:lnTo>
                  <a:lnTo>
                    <a:pt x="2768943" y="65888"/>
                  </a:lnTo>
                  <a:lnTo>
                    <a:pt x="2778687" y="60564"/>
                  </a:lnTo>
                  <a:lnTo>
                    <a:pt x="2788446" y="45096"/>
                  </a:lnTo>
                  <a:lnTo>
                    <a:pt x="2798190" y="43255"/>
                  </a:lnTo>
                  <a:lnTo>
                    <a:pt x="2807934" y="40697"/>
                  </a:lnTo>
                  <a:lnTo>
                    <a:pt x="2817693" y="5239"/>
                  </a:lnTo>
                  <a:lnTo>
                    <a:pt x="2827437" y="0"/>
                  </a:lnTo>
                  <a:lnTo>
                    <a:pt x="2837196" y="10207"/>
                  </a:lnTo>
                  <a:lnTo>
                    <a:pt x="2846940" y="50032"/>
                  </a:lnTo>
                  <a:lnTo>
                    <a:pt x="2856684" y="69745"/>
                  </a:lnTo>
                  <a:lnTo>
                    <a:pt x="2866442" y="103803"/>
                  </a:lnTo>
                  <a:lnTo>
                    <a:pt x="2876186" y="105443"/>
                  </a:lnTo>
                  <a:lnTo>
                    <a:pt x="2885945" y="112633"/>
                  </a:lnTo>
                  <a:lnTo>
                    <a:pt x="2895689" y="134581"/>
                  </a:lnTo>
                  <a:lnTo>
                    <a:pt x="2905433" y="125360"/>
                  </a:lnTo>
                  <a:lnTo>
                    <a:pt x="2915192" y="10028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5" name="Freeform 954">
              <a:extLst>
                <a:ext uri="{FF2B5EF4-FFF2-40B4-BE49-F238E27FC236}">
                  <a16:creationId xmlns:a16="http://schemas.microsoft.com/office/drawing/2014/main" id="{02963FC1-6C55-8650-062F-DC03CF1DB53D}"/>
                </a:ext>
              </a:extLst>
            </p:cNvPr>
            <p:cNvSpPr/>
            <p:nvPr/>
          </p:nvSpPr>
          <p:spPr>
            <a:xfrm>
              <a:off x="4426652" y="3201154"/>
              <a:ext cx="2915191" cy="510221"/>
            </a:xfrm>
            <a:custGeom>
              <a:avLst/>
              <a:gdLst>
                <a:gd name="connsiteX0" fmla="*/ 0 w 2915191"/>
                <a:gd name="connsiteY0" fmla="*/ 15270 h 510221"/>
                <a:gd name="connsiteX1" fmla="*/ 9750 w 2915191"/>
                <a:gd name="connsiteY1" fmla="*/ 0 h 510221"/>
                <a:gd name="connsiteX2" fmla="*/ 19500 w 2915191"/>
                <a:gd name="connsiteY2" fmla="*/ 24445 h 510221"/>
                <a:gd name="connsiteX3" fmla="*/ 29250 w 2915191"/>
                <a:gd name="connsiteY3" fmla="*/ 68033 h 510221"/>
                <a:gd name="connsiteX4" fmla="*/ 39000 w 2915191"/>
                <a:gd name="connsiteY4" fmla="*/ 87231 h 510221"/>
                <a:gd name="connsiteX5" fmla="*/ 48749 w 2915191"/>
                <a:gd name="connsiteY5" fmla="*/ 86201 h 510221"/>
                <a:gd name="connsiteX6" fmla="*/ 58499 w 2915191"/>
                <a:gd name="connsiteY6" fmla="*/ 127829 h 510221"/>
                <a:gd name="connsiteX7" fmla="*/ 68249 w 2915191"/>
                <a:gd name="connsiteY7" fmla="*/ 164780 h 510221"/>
                <a:gd name="connsiteX8" fmla="*/ 77998 w 2915191"/>
                <a:gd name="connsiteY8" fmla="*/ 160011 h 510221"/>
                <a:gd name="connsiteX9" fmla="*/ 87748 w 2915191"/>
                <a:gd name="connsiteY9" fmla="*/ 137592 h 510221"/>
                <a:gd name="connsiteX10" fmla="*/ 97497 w 2915191"/>
                <a:gd name="connsiteY10" fmla="*/ 106976 h 510221"/>
                <a:gd name="connsiteX11" fmla="*/ 107247 w 2915191"/>
                <a:gd name="connsiteY11" fmla="*/ 116236 h 510221"/>
                <a:gd name="connsiteX12" fmla="*/ 116997 w 2915191"/>
                <a:gd name="connsiteY12" fmla="*/ 126326 h 510221"/>
                <a:gd name="connsiteX13" fmla="*/ 126747 w 2915191"/>
                <a:gd name="connsiteY13" fmla="*/ 93555 h 510221"/>
                <a:gd name="connsiteX14" fmla="*/ 136497 w 2915191"/>
                <a:gd name="connsiteY14" fmla="*/ 114412 h 510221"/>
                <a:gd name="connsiteX15" fmla="*/ 146247 w 2915191"/>
                <a:gd name="connsiteY15" fmla="*/ 105744 h 510221"/>
                <a:gd name="connsiteX16" fmla="*/ 155997 w 2915191"/>
                <a:gd name="connsiteY16" fmla="*/ 78285 h 510221"/>
                <a:gd name="connsiteX17" fmla="*/ 165747 w 2915191"/>
                <a:gd name="connsiteY17" fmla="*/ 101942 h 510221"/>
                <a:gd name="connsiteX18" fmla="*/ 175497 w 2915191"/>
                <a:gd name="connsiteY18" fmla="*/ 82336 h 510221"/>
                <a:gd name="connsiteX19" fmla="*/ 185247 w 2915191"/>
                <a:gd name="connsiteY19" fmla="*/ 68012 h 510221"/>
                <a:gd name="connsiteX20" fmla="*/ 194996 w 2915191"/>
                <a:gd name="connsiteY20" fmla="*/ 76234 h 510221"/>
                <a:gd name="connsiteX21" fmla="*/ 204746 w 2915191"/>
                <a:gd name="connsiteY21" fmla="*/ 68492 h 510221"/>
                <a:gd name="connsiteX22" fmla="*/ 214495 w 2915191"/>
                <a:gd name="connsiteY22" fmla="*/ 71795 h 510221"/>
                <a:gd name="connsiteX23" fmla="*/ 224245 w 2915191"/>
                <a:gd name="connsiteY23" fmla="*/ 65819 h 510221"/>
                <a:gd name="connsiteX24" fmla="*/ 233995 w 2915191"/>
                <a:gd name="connsiteY24" fmla="*/ 69109 h 510221"/>
                <a:gd name="connsiteX25" fmla="*/ 243744 w 2915191"/>
                <a:gd name="connsiteY25" fmla="*/ 105917 h 510221"/>
                <a:gd name="connsiteX26" fmla="*/ 253494 w 2915191"/>
                <a:gd name="connsiteY26" fmla="*/ 99966 h 510221"/>
                <a:gd name="connsiteX27" fmla="*/ 263244 w 2915191"/>
                <a:gd name="connsiteY27" fmla="*/ 114455 h 510221"/>
                <a:gd name="connsiteX28" fmla="*/ 272994 w 2915191"/>
                <a:gd name="connsiteY28" fmla="*/ 154050 h 510221"/>
                <a:gd name="connsiteX29" fmla="*/ 282744 w 2915191"/>
                <a:gd name="connsiteY29" fmla="*/ 161834 h 510221"/>
                <a:gd name="connsiteX30" fmla="*/ 292494 w 2915191"/>
                <a:gd name="connsiteY30" fmla="*/ 186850 h 510221"/>
                <a:gd name="connsiteX31" fmla="*/ 302244 w 2915191"/>
                <a:gd name="connsiteY31" fmla="*/ 186117 h 510221"/>
                <a:gd name="connsiteX32" fmla="*/ 311994 w 2915191"/>
                <a:gd name="connsiteY32" fmla="*/ 188126 h 510221"/>
                <a:gd name="connsiteX33" fmla="*/ 321744 w 2915191"/>
                <a:gd name="connsiteY33" fmla="*/ 186982 h 510221"/>
                <a:gd name="connsiteX34" fmla="*/ 331493 w 2915191"/>
                <a:gd name="connsiteY34" fmla="*/ 197625 h 510221"/>
                <a:gd name="connsiteX35" fmla="*/ 341243 w 2915191"/>
                <a:gd name="connsiteY35" fmla="*/ 167772 h 510221"/>
                <a:gd name="connsiteX36" fmla="*/ 350993 w 2915191"/>
                <a:gd name="connsiteY36" fmla="*/ 177795 h 510221"/>
                <a:gd name="connsiteX37" fmla="*/ 360742 w 2915191"/>
                <a:gd name="connsiteY37" fmla="*/ 164236 h 510221"/>
                <a:gd name="connsiteX38" fmla="*/ 370492 w 2915191"/>
                <a:gd name="connsiteY38" fmla="*/ 167827 h 510221"/>
                <a:gd name="connsiteX39" fmla="*/ 380241 w 2915191"/>
                <a:gd name="connsiteY39" fmla="*/ 141376 h 510221"/>
                <a:gd name="connsiteX40" fmla="*/ 389991 w 2915191"/>
                <a:gd name="connsiteY40" fmla="*/ 118469 h 510221"/>
                <a:gd name="connsiteX41" fmla="*/ 399741 w 2915191"/>
                <a:gd name="connsiteY41" fmla="*/ 112718 h 510221"/>
                <a:gd name="connsiteX42" fmla="*/ 409491 w 2915191"/>
                <a:gd name="connsiteY42" fmla="*/ 65678 h 510221"/>
                <a:gd name="connsiteX43" fmla="*/ 419241 w 2915191"/>
                <a:gd name="connsiteY43" fmla="*/ 75654 h 510221"/>
                <a:gd name="connsiteX44" fmla="*/ 428991 w 2915191"/>
                <a:gd name="connsiteY44" fmla="*/ 77564 h 510221"/>
                <a:gd name="connsiteX45" fmla="*/ 438741 w 2915191"/>
                <a:gd name="connsiteY45" fmla="*/ 64651 h 510221"/>
                <a:gd name="connsiteX46" fmla="*/ 448491 w 2915191"/>
                <a:gd name="connsiteY46" fmla="*/ 95224 h 510221"/>
                <a:gd name="connsiteX47" fmla="*/ 458241 w 2915191"/>
                <a:gd name="connsiteY47" fmla="*/ 155749 h 510221"/>
                <a:gd name="connsiteX48" fmla="*/ 467991 w 2915191"/>
                <a:gd name="connsiteY48" fmla="*/ 134058 h 510221"/>
                <a:gd name="connsiteX49" fmla="*/ 477740 w 2915191"/>
                <a:gd name="connsiteY49" fmla="*/ 132126 h 510221"/>
                <a:gd name="connsiteX50" fmla="*/ 487490 w 2915191"/>
                <a:gd name="connsiteY50" fmla="*/ 152656 h 510221"/>
                <a:gd name="connsiteX51" fmla="*/ 497239 w 2915191"/>
                <a:gd name="connsiteY51" fmla="*/ 168050 h 510221"/>
                <a:gd name="connsiteX52" fmla="*/ 506989 w 2915191"/>
                <a:gd name="connsiteY52" fmla="*/ 171866 h 510221"/>
                <a:gd name="connsiteX53" fmla="*/ 516738 w 2915191"/>
                <a:gd name="connsiteY53" fmla="*/ 182548 h 510221"/>
                <a:gd name="connsiteX54" fmla="*/ 526488 w 2915191"/>
                <a:gd name="connsiteY54" fmla="*/ 175035 h 510221"/>
                <a:gd name="connsiteX55" fmla="*/ 536238 w 2915191"/>
                <a:gd name="connsiteY55" fmla="*/ 151240 h 510221"/>
                <a:gd name="connsiteX56" fmla="*/ 545988 w 2915191"/>
                <a:gd name="connsiteY56" fmla="*/ 160307 h 510221"/>
                <a:gd name="connsiteX57" fmla="*/ 555738 w 2915191"/>
                <a:gd name="connsiteY57" fmla="*/ 181715 h 510221"/>
                <a:gd name="connsiteX58" fmla="*/ 565488 w 2915191"/>
                <a:gd name="connsiteY58" fmla="*/ 188584 h 510221"/>
                <a:gd name="connsiteX59" fmla="*/ 575238 w 2915191"/>
                <a:gd name="connsiteY59" fmla="*/ 172596 h 510221"/>
                <a:gd name="connsiteX60" fmla="*/ 584988 w 2915191"/>
                <a:gd name="connsiteY60" fmla="*/ 161572 h 510221"/>
                <a:gd name="connsiteX61" fmla="*/ 594738 w 2915191"/>
                <a:gd name="connsiteY61" fmla="*/ 177410 h 510221"/>
                <a:gd name="connsiteX62" fmla="*/ 604488 w 2915191"/>
                <a:gd name="connsiteY62" fmla="*/ 186078 h 510221"/>
                <a:gd name="connsiteX63" fmla="*/ 614237 w 2915191"/>
                <a:gd name="connsiteY63" fmla="*/ 183265 h 510221"/>
                <a:gd name="connsiteX64" fmla="*/ 623987 w 2915191"/>
                <a:gd name="connsiteY64" fmla="*/ 202896 h 510221"/>
                <a:gd name="connsiteX65" fmla="*/ 633736 w 2915191"/>
                <a:gd name="connsiteY65" fmla="*/ 181106 h 510221"/>
                <a:gd name="connsiteX66" fmla="*/ 643486 w 2915191"/>
                <a:gd name="connsiteY66" fmla="*/ 201208 h 510221"/>
                <a:gd name="connsiteX67" fmla="*/ 653236 w 2915191"/>
                <a:gd name="connsiteY67" fmla="*/ 174844 h 510221"/>
                <a:gd name="connsiteX68" fmla="*/ 662985 w 2915191"/>
                <a:gd name="connsiteY68" fmla="*/ 179029 h 510221"/>
                <a:gd name="connsiteX69" fmla="*/ 672735 w 2915191"/>
                <a:gd name="connsiteY69" fmla="*/ 197626 h 510221"/>
                <a:gd name="connsiteX70" fmla="*/ 682485 w 2915191"/>
                <a:gd name="connsiteY70" fmla="*/ 182961 h 510221"/>
                <a:gd name="connsiteX71" fmla="*/ 692235 w 2915191"/>
                <a:gd name="connsiteY71" fmla="*/ 193614 h 510221"/>
                <a:gd name="connsiteX72" fmla="*/ 701985 w 2915191"/>
                <a:gd name="connsiteY72" fmla="*/ 198018 h 510221"/>
                <a:gd name="connsiteX73" fmla="*/ 711735 w 2915191"/>
                <a:gd name="connsiteY73" fmla="*/ 183365 h 510221"/>
                <a:gd name="connsiteX74" fmla="*/ 721485 w 2915191"/>
                <a:gd name="connsiteY74" fmla="*/ 176166 h 510221"/>
                <a:gd name="connsiteX75" fmla="*/ 731235 w 2915191"/>
                <a:gd name="connsiteY75" fmla="*/ 175720 h 510221"/>
                <a:gd name="connsiteX76" fmla="*/ 740985 w 2915191"/>
                <a:gd name="connsiteY76" fmla="*/ 212823 h 510221"/>
                <a:gd name="connsiteX77" fmla="*/ 750734 w 2915191"/>
                <a:gd name="connsiteY77" fmla="*/ 200528 h 510221"/>
                <a:gd name="connsiteX78" fmla="*/ 760484 w 2915191"/>
                <a:gd name="connsiteY78" fmla="*/ 192878 h 510221"/>
                <a:gd name="connsiteX79" fmla="*/ 770233 w 2915191"/>
                <a:gd name="connsiteY79" fmla="*/ 191504 h 510221"/>
                <a:gd name="connsiteX80" fmla="*/ 779983 w 2915191"/>
                <a:gd name="connsiteY80" fmla="*/ 201048 h 510221"/>
                <a:gd name="connsiteX81" fmla="*/ 789733 w 2915191"/>
                <a:gd name="connsiteY81" fmla="*/ 226137 h 510221"/>
                <a:gd name="connsiteX82" fmla="*/ 799482 w 2915191"/>
                <a:gd name="connsiteY82" fmla="*/ 181236 h 510221"/>
                <a:gd name="connsiteX83" fmla="*/ 809232 w 2915191"/>
                <a:gd name="connsiteY83" fmla="*/ 196018 h 510221"/>
                <a:gd name="connsiteX84" fmla="*/ 818982 w 2915191"/>
                <a:gd name="connsiteY84" fmla="*/ 209176 h 510221"/>
                <a:gd name="connsiteX85" fmla="*/ 828732 w 2915191"/>
                <a:gd name="connsiteY85" fmla="*/ 213352 h 510221"/>
                <a:gd name="connsiteX86" fmla="*/ 838482 w 2915191"/>
                <a:gd name="connsiteY86" fmla="*/ 197084 h 510221"/>
                <a:gd name="connsiteX87" fmla="*/ 848232 w 2915191"/>
                <a:gd name="connsiteY87" fmla="*/ 208616 h 510221"/>
                <a:gd name="connsiteX88" fmla="*/ 857982 w 2915191"/>
                <a:gd name="connsiteY88" fmla="*/ 178089 h 510221"/>
                <a:gd name="connsiteX89" fmla="*/ 867732 w 2915191"/>
                <a:gd name="connsiteY89" fmla="*/ 191570 h 510221"/>
                <a:gd name="connsiteX90" fmla="*/ 877482 w 2915191"/>
                <a:gd name="connsiteY90" fmla="*/ 253001 h 510221"/>
                <a:gd name="connsiteX91" fmla="*/ 887231 w 2915191"/>
                <a:gd name="connsiteY91" fmla="*/ 257156 h 510221"/>
                <a:gd name="connsiteX92" fmla="*/ 896981 w 2915191"/>
                <a:gd name="connsiteY92" fmla="*/ 261912 h 510221"/>
                <a:gd name="connsiteX93" fmla="*/ 906730 w 2915191"/>
                <a:gd name="connsiteY93" fmla="*/ 285557 h 510221"/>
                <a:gd name="connsiteX94" fmla="*/ 916480 w 2915191"/>
                <a:gd name="connsiteY94" fmla="*/ 296268 h 510221"/>
                <a:gd name="connsiteX95" fmla="*/ 926230 w 2915191"/>
                <a:gd name="connsiteY95" fmla="*/ 277112 h 510221"/>
                <a:gd name="connsiteX96" fmla="*/ 935979 w 2915191"/>
                <a:gd name="connsiteY96" fmla="*/ 257688 h 510221"/>
                <a:gd name="connsiteX97" fmla="*/ 945729 w 2915191"/>
                <a:gd name="connsiteY97" fmla="*/ 292600 h 510221"/>
                <a:gd name="connsiteX98" fmla="*/ 955479 w 2915191"/>
                <a:gd name="connsiteY98" fmla="*/ 265404 h 510221"/>
                <a:gd name="connsiteX99" fmla="*/ 965229 w 2915191"/>
                <a:gd name="connsiteY99" fmla="*/ 223948 h 510221"/>
                <a:gd name="connsiteX100" fmla="*/ 974979 w 2915191"/>
                <a:gd name="connsiteY100" fmla="*/ 222604 h 510221"/>
                <a:gd name="connsiteX101" fmla="*/ 984729 w 2915191"/>
                <a:gd name="connsiteY101" fmla="*/ 272972 h 510221"/>
                <a:gd name="connsiteX102" fmla="*/ 994474 w 2915191"/>
                <a:gd name="connsiteY102" fmla="*/ 264731 h 510221"/>
                <a:gd name="connsiteX103" fmla="*/ 1004233 w 2915191"/>
                <a:gd name="connsiteY103" fmla="*/ 274788 h 510221"/>
                <a:gd name="connsiteX104" fmla="*/ 1013977 w 2915191"/>
                <a:gd name="connsiteY104" fmla="*/ 276646 h 510221"/>
                <a:gd name="connsiteX105" fmla="*/ 1023721 w 2915191"/>
                <a:gd name="connsiteY105" fmla="*/ 300058 h 510221"/>
                <a:gd name="connsiteX106" fmla="*/ 1033480 w 2915191"/>
                <a:gd name="connsiteY106" fmla="*/ 303024 h 510221"/>
                <a:gd name="connsiteX107" fmla="*/ 1043224 w 2915191"/>
                <a:gd name="connsiteY107" fmla="*/ 327276 h 510221"/>
                <a:gd name="connsiteX108" fmla="*/ 1052983 w 2915191"/>
                <a:gd name="connsiteY108" fmla="*/ 329238 h 510221"/>
                <a:gd name="connsiteX109" fmla="*/ 1062727 w 2915191"/>
                <a:gd name="connsiteY109" fmla="*/ 348185 h 510221"/>
                <a:gd name="connsiteX110" fmla="*/ 1072471 w 2915191"/>
                <a:gd name="connsiteY110" fmla="*/ 354968 h 510221"/>
                <a:gd name="connsiteX111" fmla="*/ 1082230 w 2915191"/>
                <a:gd name="connsiteY111" fmla="*/ 369584 h 510221"/>
                <a:gd name="connsiteX112" fmla="*/ 1091973 w 2915191"/>
                <a:gd name="connsiteY112" fmla="*/ 375133 h 510221"/>
                <a:gd name="connsiteX113" fmla="*/ 1101732 w 2915191"/>
                <a:gd name="connsiteY113" fmla="*/ 353933 h 510221"/>
                <a:gd name="connsiteX114" fmla="*/ 1111476 w 2915191"/>
                <a:gd name="connsiteY114" fmla="*/ 336495 h 510221"/>
                <a:gd name="connsiteX115" fmla="*/ 1121220 w 2915191"/>
                <a:gd name="connsiteY115" fmla="*/ 356312 h 510221"/>
                <a:gd name="connsiteX116" fmla="*/ 1130979 w 2915191"/>
                <a:gd name="connsiteY116" fmla="*/ 352674 h 510221"/>
                <a:gd name="connsiteX117" fmla="*/ 1140723 w 2915191"/>
                <a:gd name="connsiteY117" fmla="*/ 338453 h 510221"/>
                <a:gd name="connsiteX118" fmla="*/ 1150482 w 2915191"/>
                <a:gd name="connsiteY118" fmla="*/ 342602 h 510221"/>
                <a:gd name="connsiteX119" fmla="*/ 1160226 w 2915191"/>
                <a:gd name="connsiteY119" fmla="*/ 332475 h 510221"/>
                <a:gd name="connsiteX120" fmla="*/ 1169969 w 2915191"/>
                <a:gd name="connsiteY120" fmla="*/ 341669 h 510221"/>
                <a:gd name="connsiteX121" fmla="*/ 1179728 w 2915191"/>
                <a:gd name="connsiteY121" fmla="*/ 369396 h 510221"/>
                <a:gd name="connsiteX122" fmla="*/ 1189472 w 2915191"/>
                <a:gd name="connsiteY122" fmla="*/ 366299 h 510221"/>
                <a:gd name="connsiteX123" fmla="*/ 1199231 w 2915191"/>
                <a:gd name="connsiteY123" fmla="*/ 386559 h 510221"/>
                <a:gd name="connsiteX124" fmla="*/ 1208975 w 2915191"/>
                <a:gd name="connsiteY124" fmla="*/ 382464 h 510221"/>
                <a:gd name="connsiteX125" fmla="*/ 1218719 w 2915191"/>
                <a:gd name="connsiteY125" fmla="*/ 399032 h 510221"/>
                <a:gd name="connsiteX126" fmla="*/ 1228478 w 2915191"/>
                <a:gd name="connsiteY126" fmla="*/ 428075 h 510221"/>
                <a:gd name="connsiteX127" fmla="*/ 1238222 w 2915191"/>
                <a:gd name="connsiteY127" fmla="*/ 415917 h 510221"/>
                <a:gd name="connsiteX128" fmla="*/ 1247966 w 2915191"/>
                <a:gd name="connsiteY128" fmla="*/ 433508 h 510221"/>
                <a:gd name="connsiteX129" fmla="*/ 1257725 w 2915191"/>
                <a:gd name="connsiteY129" fmla="*/ 448650 h 510221"/>
                <a:gd name="connsiteX130" fmla="*/ 1267469 w 2915191"/>
                <a:gd name="connsiteY130" fmla="*/ 472977 h 510221"/>
                <a:gd name="connsiteX131" fmla="*/ 1277227 w 2915191"/>
                <a:gd name="connsiteY131" fmla="*/ 447799 h 510221"/>
                <a:gd name="connsiteX132" fmla="*/ 1286971 w 2915191"/>
                <a:gd name="connsiteY132" fmla="*/ 457138 h 510221"/>
                <a:gd name="connsiteX133" fmla="*/ 1296715 w 2915191"/>
                <a:gd name="connsiteY133" fmla="*/ 427531 h 510221"/>
                <a:gd name="connsiteX134" fmla="*/ 1306474 w 2915191"/>
                <a:gd name="connsiteY134" fmla="*/ 445581 h 510221"/>
                <a:gd name="connsiteX135" fmla="*/ 1316218 w 2915191"/>
                <a:gd name="connsiteY135" fmla="*/ 421970 h 510221"/>
                <a:gd name="connsiteX136" fmla="*/ 1325977 w 2915191"/>
                <a:gd name="connsiteY136" fmla="*/ 401815 h 510221"/>
                <a:gd name="connsiteX137" fmla="*/ 1335721 w 2915191"/>
                <a:gd name="connsiteY137" fmla="*/ 383092 h 510221"/>
                <a:gd name="connsiteX138" fmla="*/ 1345465 w 2915191"/>
                <a:gd name="connsiteY138" fmla="*/ 401283 h 510221"/>
                <a:gd name="connsiteX139" fmla="*/ 1355224 w 2915191"/>
                <a:gd name="connsiteY139" fmla="*/ 404269 h 510221"/>
                <a:gd name="connsiteX140" fmla="*/ 1364967 w 2915191"/>
                <a:gd name="connsiteY140" fmla="*/ 404336 h 510221"/>
                <a:gd name="connsiteX141" fmla="*/ 1374726 w 2915191"/>
                <a:gd name="connsiteY141" fmla="*/ 421065 h 510221"/>
                <a:gd name="connsiteX142" fmla="*/ 1384470 w 2915191"/>
                <a:gd name="connsiteY142" fmla="*/ 424167 h 510221"/>
                <a:gd name="connsiteX143" fmla="*/ 1394214 w 2915191"/>
                <a:gd name="connsiteY143" fmla="*/ 464251 h 510221"/>
                <a:gd name="connsiteX144" fmla="*/ 1403973 w 2915191"/>
                <a:gd name="connsiteY144" fmla="*/ 458497 h 510221"/>
                <a:gd name="connsiteX145" fmla="*/ 1413717 w 2915191"/>
                <a:gd name="connsiteY145" fmla="*/ 475681 h 510221"/>
                <a:gd name="connsiteX146" fmla="*/ 1423476 w 2915191"/>
                <a:gd name="connsiteY146" fmla="*/ 487203 h 510221"/>
                <a:gd name="connsiteX147" fmla="*/ 1433220 w 2915191"/>
                <a:gd name="connsiteY147" fmla="*/ 467634 h 510221"/>
                <a:gd name="connsiteX148" fmla="*/ 1442964 w 2915191"/>
                <a:gd name="connsiteY148" fmla="*/ 449195 h 510221"/>
                <a:gd name="connsiteX149" fmla="*/ 1452722 w 2915191"/>
                <a:gd name="connsiteY149" fmla="*/ 449887 h 510221"/>
                <a:gd name="connsiteX150" fmla="*/ 1462466 w 2915191"/>
                <a:gd name="connsiteY150" fmla="*/ 444994 h 510221"/>
                <a:gd name="connsiteX151" fmla="*/ 1472225 w 2915191"/>
                <a:gd name="connsiteY151" fmla="*/ 425353 h 510221"/>
                <a:gd name="connsiteX152" fmla="*/ 1481969 w 2915191"/>
                <a:gd name="connsiteY152" fmla="*/ 393585 h 510221"/>
                <a:gd name="connsiteX153" fmla="*/ 1491713 w 2915191"/>
                <a:gd name="connsiteY153" fmla="*/ 397553 h 510221"/>
                <a:gd name="connsiteX154" fmla="*/ 1501472 w 2915191"/>
                <a:gd name="connsiteY154" fmla="*/ 396085 h 510221"/>
                <a:gd name="connsiteX155" fmla="*/ 1511216 w 2915191"/>
                <a:gd name="connsiteY155" fmla="*/ 365253 h 510221"/>
                <a:gd name="connsiteX156" fmla="*/ 1520960 w 2915191"/>
                <a:gd name="connsiteY156" fmla="*/ 358754 h 510221"/>
                <a:gd name="connsiteX157" fmla="*/ 1530719 w 2915191"/>
                <a:gd name="connsiteY157" fmla="*/ 367263 h 510221"/>
                <a:gd name="connsiteX158" fmla="*/ 1540463 w 2915191"/>
                <a:gd name="connsiteY158" fmla="*/ 366980 h 510221"/>
                <a:gd name="connsiteX159" fmla="*/ 1550221 w 2915191"/>
                <a:gd name="connsiteY159" fmla="*/ 336349 h 510221"/>
                <a:gd name="connsiteX160" fmla="*/ 1559965 w 2915191"/>
                <a:gd name="connsiteY160" fmla="*/ 349845 h 510221"/>
                <a:gd name="connsiteX161" fmla="*/ 1569709 w 2915191"/>
                <a:gd name="connsiteY161" fmla="*/ 375729 h 510221"/>
                <a:gd name="connsiteX162" fmla="*/ 1579468 w 2915191"/>
                <a:gd name="connsiteY162" fmla="*/ 357352 h 510221"/>
                <a:gd name="connsiteX163" fmla="*/ 1589212 w 2915191"/>
                <a:gd name="connsiteY163" fmla="*/ 321602 h 510221"/>
                <a:gd name="connsiteX164" fmla="*/ 1598971 w 2915191"/>
                <a:gd name="connsiteY164" fmla="*/ 323494 h 510221"/>
                <a:gd name="connsiteX165" fmla="*/ 1608715 w 2915191"/>
                <a:gd name="connsiteY165" fmla="*/ 329478 h 510221"/>
                <a:gd name="connsiteX166" fmla="*/ 1618459 w 2915191"/>
                <a:gd name="connsiteY166" fmla="*/ 355140 h 510221"/>
                <a:gd name="connsiteX167" fmla="*/ 1628218 w 2915191"/>
                <a:gd name="connsiteY167" fmla="*/ 321651 h 510221"/>
                <a:gd name="connsiteX168" fmla="*/ 1637962 w 2915191"/>
                <a:gd name="connsiteY168" fmla="*/ 314704 h 510221"/>
                <a:gd name="connsiteX169" fmla="*/ 1647720 w 2915191"/>
                <a:gd name="connsiteY169" fmla="*/ 315946 h 510221"/>
                <a:gd name="connsiteX170" fmla="*/ 1657464 w 2915191"/>
                <a:gd name="connsiteY170" fmla="*/ 297624 h 510221"/>
                <a:gd name="connsiteX171" fmla="*/ 1667208 w 2915191"/>
                <a:gd name="connsiteY171" fmla="*/ 293103 h 510221"/>
                <a:gd name="connsiteX172" fmla="*/ 1676967 w 2915191"/>
                <a:gd name="connsiteY172" fmla="*/ 311566 h 510221"/>
                <a:gd name="connsiteX173" fmla="*/ 1686711 w 2915191"/>
                <a:gd name="connsiteY173" fmla="*/ 327265 h 510221"/>
                <a:gd name="connsiteX174" fmla="*/ 1696470 w 2915191"/>
                <a:gd name="connsiteY174" fmla="*/ 315775 h 510221"/>
                <a:gd name="connsiteX175" fmla="*/ 1706214 w 2915191"/>
                <a:gd name="connsiteY175" fmla="*/ 323673 h 510221"/>
                <a:gd name="connsiteX176" fmla="*/ 1715958 w 2915191"/>
                <a:gd name="connsiteY176" fmla="*/ 328420 h 510221"/>
                <a:gd name="connsiteX177" fmla="*/ 1725716 w 2915191"/>
                <a:gd name="connsiteY177" fmla="*/ 305384 h 510221"/>
                <a:gd name="connsiteX178" fmla="*/ 1735460 w 2915191"/>
                <a:gd name="connsiteY178" fmla="*/ 281549 h 510221"/>
                <a:gd name="connsiteX179" fmla="*/ 1745219 w 2915191"/>
                <a:gd name="connsiteY179" fmla="*/ 281783 h 510221"/>
                <a:gd name="connsiteX180" fmla="*/ 1754963 w 2915191"/>
                <a:gd name="connsiteY180" fmla="*/ 285213 h 510221"/>
                <a:gd name="connsiteX181" fmla="*/ 1764707 w 2915191"/>
                <a:gd name="connsiteY181" fmla="*/ 300356 h 510221"/>
                <a:gd name="connsiteX182" fmla="*/ 1774466 w 2915191"/>
                <a:gd name="connsiteY182" fmla="*/ 298178 h 510221"/>
                <a:gd name="connsiteX183" fmla="*/ 1784210 w 2915191"/>
                <a:gd name="connsiteY183" fmla="*/ 356202 h 510221"/>
                <a:gd name="connsiteX184" fmla="*/ 1793969 w 2915191"/>
                <a:gd name="connsiteY184" fmla="*/ 325894 h 510221"/>
                <a:gd name="connsiteX185" fmla="*/ 1803713 w 2915191"/>
                <a:gd name="connsiteY185" fmla="*/ 364043 h 510221"/>
                <a:gd name="connsiteX186" fmla="*/ 1813457 w 2915191"/>
                <a:gd name="connsiteY186" fmla="*/ 350591 h 510221"/>
                <a:gd name="connsiteX187" fmla="*/ 1823215 w 2915191"/>
                <a:gd name="connsiteY187" fmla="*/ 356491 h 510221"/>
                <a:gd name="connsiteX188" fmla="*/ 1832959 w 2915191"/>
                <a:gd name="connsiteY188" fmla="*/ 337611 h 510221"/>
                <a:gd name="connsiteX189" fmla="*/ 1842703 w 2915191"/>
                <a:gd name="connsiteY189" fmla="*/ 341681 h 510221"/>
                <a:gd name="connsiteX190" fmla="*/ 1852462 w 2915191"/>
                <a:gd name="connsiteY190" fmla="*/ 358642 h 510221"/>
                <a:gd name="connsiteX191" fmla="*/ 1862206 w 2915191"/>
                <a:gd name="connsiteY191" fmla="*/ 364574 h 510221"/>
                <a:gd name="connsiteX192" fmla="*/ 1871965 w 2915191"/>
                <a:gd name="connsiteY192" fmla="*/ 351306 h 510221"/>
                <a:gd name="connsiteX193" fmla="*/ 1881709 w 2915191"/>
                <a:gd name="connsiteY193" fmla="*/ 380751 h 510221"/>
                <a:gd name="connsiteX194" fmla="*/ 1891453 w 2915191"/>
                <a:gd name="connsiteY194" fmla="*/ 388306 h 510221"/>
                <a:gd name="connsiteX195" fmla="*/ 1901212 w 2915191"/>
                <a:gd name="connsiteY195" fmla="*/ 363298 h 510221"/>
                <a:gd name="connsiteX196" fmla="*/ 1910956 w 2915191"/>
                <a:gd name="connsiteY196" fmla="*/ 336358 h 510221"/>
                <a:gd name="connsiteX197" fmla="*/ 1920714 w 2915191"/>
                <a:gd name="connsiteY197" fmla="*/ 318503 h 510221"/>
                <a:gd name="connsiteX198" fmla="*/ 1930458 w 2915191"/>
                <a:gd name="connsiteY198" fmla="*/ 318978 h 510221"/>
                <a:gd name="connsiteX199" fmla="*/ 1940202 w 2915191"/>
                <a:gd name="connsiteY199" fmla="*/ 330634 h 510221"/>
                <a:gd name="connsiteX200" fmla="*/ 1949961 w 2915191"/>
                <a:gd name="connsiteY200" fmla="*/ 313843 h 510221"/>
                <a:gd name="connsiteX201" fmla="*/ 1959705 w 2915191"/>
                <a:gd name="connsiteY201" fmla="*/ 267619 h 510221"/>
                <a:gd name="connsiteX202" fmla="*/ 1969464 w 2915191"/>
                <a:gd name="connsiteY202" fmla="*/ 270950 h 510221"/>
                <a:gd name="connsiteX203" fmla="*/ 1979208 w 2915191"/>
                <a:gd name="connsiteY203" fmla="*/ 288184 h 510221"/>
                <a:gd name="connsiteX204" fmla="*/ 1988952 w 2915191"/>
                <a:gd name="connsiteY204" fmla="*/ 308422 h 510221"/>
                <a:gd name="connsiteX205" fmla="*/ 1998711 w 2915191"/>
                <a:gd name="connsiteY205" fmla="*/ 327982 h 510221"/>
                <a:gd name="connsiteX206" fmla="*/ 2008454 w 2915191"/>
                <a:gd name="connsiteY206" fmla="*/ 315081 h 510221"/>
                <a:gd name="connsiteX207" fmla="*/ 2018213 w 2915191"/>
                <a:gd name="connsiteY207" fmla="*/ 331352 h 510221"/>
                <a:gd name="connsiteX208" fmla="*/ 2027957 w 2915191"/>
                <a:gd name="connsiteY208" fmla="*/ 354387 h 510221"/>
                <a:gd name="connsiteX209" fmla="*/ 2037701 w 2915191"/>
                <a:gd name="connsiteY209" fmla="*/ 352024 h 510221"/>
                <a:gd name="connsiteX210" fmla="*/ 2047460 w 2915191"/>
                <a:gd name="connsiteY210" fmla="*/ 335114 h 510221"/>
                <a:gd name="connsiteX211" fmla="*/ 2057204 w 2915191"/>
                <a:gd name="connsiteY211" fmla="*/ 363009 h 510221"/>
                <a:gd name="connsiteX212" fmla="*/ 2066963 w 2915191"/>
                <a:gd name="connsiteY212" fmla="*/ 339658 h 510221"/>
                <a:gd name="connsiteX213" fmla="*/ 2076707 w 2915191"/>
                <a:gd name="connsiteY213" fmla="*/ 336297 h 510221"/>
                <a:gd name="connsiteX214" fmla="*/ 2086451 w 2915191"/>
                <a:gd name="connsiteY214" fmla="*/ 345871 h 510221"/>
                <a:gd name="connsiteX215" fmla="*/ 2096210 w 2915191"/>
                <a:gd name="connsiteY215" fmla="*/ 311353 h 510221"/>
                <a:gd name="connsiteX216" fmla="*/ 2105954 w 2915191"/>
                <a:gd name="connsiteY216" fmla="*/ 285351 h 510221"/>
                <a:gd name="connsiteX217" fmla="*/ 2115697 w 2915191"/>
                <a:gd name="connsiteY217" fmla="*/ 292707 h 510221"/>
                <a:gd name="connsiteX218" fmla="*/ 2125456 w 2915191"/>
                <a:gd name="connsiteY218" fmla="*/ 304625 h 510221"/>
                <a:gd name="connsiteX219" fmla="*/ 2135200 w 2915191"/>
                <a:gd name="connsiteY219" fmla="*/ 299581 h 510221"/>
                <a:gd name="connsiteX220" fmla="*/ 2144959 w 2915191"/>
                <a:gd name="connsiteY220" fmla="*/ 302962 h 510221"/>
                <a:gd name="connsiteX221" fmla="*/ 2154703 w 2915191"/>
                <a:gd name="connsiteY221" fmla="*/ 362109 h 510221"/>
                <a:gd name="connsiteX222" fmla="*/ 2164447 w 2915191"/>
                <a:gd name="connsiteY222" fmla="*/ 387616 h 510221"/>
                <a:gd name="connsiteX223" fmla="*/ 2174206 w 2915191"/>
                <a:gd name="connsiteY223" fmla="*/ 370807 h 510221"/>
                <a:gd name="connsiteX224" fmla="*/ 2183950 w 2915191"/>
                <a:gd name="connsiteY224" fmla="*/ 346585 h 510221"/>
                <a:gd name="connsiteX225" fmla="*/ 2193709 w 2915191"/>
                <a:gd name="connsiteY225" fmla="*/ 372962 h 510221"/>
                <a:gd name="connsiteX226" fmla="*/ 2203452 w 2915191"/>
                <a:gd name="connsiteY226" fmla="*/ 387174 h 510221"/>
                <a:gd name="connsiteX227" fmla="*/ 2213196 w 2915191"/>
                <a:gd name="connsiteY227" fmla="*/ 399725 h 510221"/>
                <a:gd name="connsiteX228" fmla="*/ 2222955 w 2915191"/>
                <a:gd name="connsiteY228" fmla="*/ 354255 h 510221"/>
                <a:gd name="connsiteX229" fmla="*/ 2232699 w 2915191"/>
                <a:gd name="connsiteY229" fmla="*/ 348100 h 510221"/>
                <a:gd name="connsiteX230" fmla="*/ 2242458 w 2915191"/>
                <a:gd name="connsiteY230" fmla="*/ 348961 h 510221"/>
                <a:gd name="connsiteX231" fmla="*/ 2252202 w 2915191"/>
                <a:gd name="connsiteY231" fmla="*/ 377859 h 510221"/>
                <a:gd name="connsiteX232" fmla="*/ 2261946 w 2915191"/>
                <a:gd name="connsiteY232" fmla="*/ 381989 h 510221"/>
                <a:gd name="connsiteX233" fmla="*/ 2271705 w 2915191"/>
                <a:gd name="connsiteY233" fmla="*/ 402185 h 510221"/>
                <a:gd name="connsiteX234" fmla="*/ 2281449 w 2915191"/>
                <a:gd name="connsiteY234" fmla="*/ 413122 h 510221"/>
                <a:gd name="connsiteX235" fmla="*/ 2291208 w 2915191"/>
                <a:gd name="connsiteY235" fmla="*/ 431957 h 510221"/>
                <a:gd name="connsiteX236" fmla="*/ 2300951 w 2915191"/>
                <a:gd name="connsiteY236" fmla="*/ 433727 h 510221"/>
                <a:gd name="connsiteX237" fmla="*/ 2310695 w 2915191"/>
                <a:gd name="connsiteY237" fmla="*/ 433267 h 510221"/>
                <a:gd name="connsiteX238" fmla="*/ 2320454 w 2915191"/>
                <a:gd name="connsiteY238" fmla="*/ 419317 h 510221"/>
                <a:gd name="connsiteX239" fmla="*/ 2330198 w 2915191"/>
                <a:gd name="connsiteY239" fmla="*/ 407194 h 510221"/>
                <a:gd name="connsiteX240" fmla="*/ 2339957 w 2915191"/>
                <a:gd name="connsiteY240" fmla="*/ 414746 h 510221"/>
                <a:gd name="connsiteX241" fmla="*/ 2349701 w 2915191"/>
                <a:gd name="connsiteY241" fmla="*/ 448847 h 510221"/>
                <a:gd name="connsiteX242" fmla="*/ 2359445 w 2915191"/>
                <a:gd name="connsiteY242" fmla="*/ 448704 h 510221"/>
                <a:gd name="connsiteX243" fmla="*/ 2369204 w 2915191"/>
                <a:gd name="connsiteY243" fmla="*/ 457440 h 510221"/>
                <a:gd name="connsiteX244" fmla="*/ 2378948 w 2915191"/>
                <a:gd name="connsiteY244" fmla="*/ 439603 h 510221"/>
                <a:gd name="connsiteX245" fmla="*/ 2388692 w 2915191"/>
                <a:gd name="connsiteY245" fmla="*/ 474033 h 510221"/>
                <a:gd name="connsiteX246" fmla="*/ 2398450 w 2915191"/>
                <a:gd name="connsiteY246" fmla="*/ 460005 h 510221"/>
                <a:gd name="connsiteX247" fmla="*/ 2408194 w 2915191"/>
                <a:gd name="connsiteY247" fmla="*/ 482063 h 510221"/>
                <a:gd name="connsiteX248" fmla="*/ 2417953 w 2915191"/>
                <a:gd name="connsiteY248" fmla="*/ 475896 h 510221"/>
                <a:gd name="connsiteX249" fmla="*/ 2427697 w 2915191"/>
                <a:gd name="connsiteY249" fmla="*/ 465011 h 510221"/>
                <a:gd name="connsiteX250" fmla="*/ 2437441 w 2915191"/>
                <a:gd name="connsiteY250" fmla="*/ 466599 h 510221"/>
                <a:gd name="connsiteX251" fmla="*/ 2447200 w 2915191"/>
                <a:gd name="connsiteY251" fmla="*/ 510222 h 510221"/>
                <a:gd name="connsiteX252" fmla="*/ 2456944 w 2915191"/>
                <a:gd name="connsiteY252" fmla="*/ 479895 h 510221"/>
                <a:gd name="connsiteX253" fmla="*/ 2466703 w 2915191"/>
                <a:gd name="connsiteY253" fmla="*/ 472021 h 510221"/>
                <a:gd name="connsiteX254" fmla="*/ 2476446 w 2915191"/>
                <a:gd name="connsiteY254" fmla="*/ 458521 h 510221"/>
                <a:gd name="connsiteX255" fmla="*/ 2486190 w 2915191"/>
                <a:gd name="connsiteY255" fmla="*/ 437406 h 510221"/>
                <a:gd name="connsiteX256" fmla="*/ 2495949 w 2915191"/>
                <a:gd name="connsiteY256" fmla="*/ 432273 h 510221"/>
                <a:gd name="connsiteX257" fmla="*/ 2505693 w 2915191"/>
                <a:gd name="connsiteY257" fmla="*/ 436013 h 510221"/>
                <a:gd name="connsiteX258" fmla="*/ 2515452 w 2915191"/>
                <a:gd name="connsiteY258" fmla="*/ 407630 h 510221"/>
                <a:gd name="connsiteX259" fmla="*/ 2525196 w 2915191"/>
                <a:gd name="connsiteY259" fmla="*/ 397210 h 510221"/>
                <a:gd name="connsiteX260" fmla="*/ 2534940 w 2915191"/>
                <a:gd name="connsiteY260" fmla="*/ 396590 h 510221"/>
                <a:gd name="connsiteX261" fmla="*/ 2544699 w 2915191"/>
                <a:gd name="connsiteY261" fmla="*/ 418752 h 510221"/>
                <a:gd name="connsiteX262" fmla="*/ 2554443 w 2915191"/>
                <a:gd name="connsiteY262" fmla="*/ 398519 h 510221"/>
                <a:gd name="connsiteX263" fmla="*/ 2564202 w 2915191"/>
                <a:gd name="connsiteY263" fmla="*/ 391676 h 510221"/>
                <a:gd name="connsiteX264" fmla="*/ 2573946 w 2915191"/>
                <a:gd name="connsiteY264" fmla="*/ 387861 h 510221"/>
                <a:gd name="connsiteX265" fmla="*/ 2583690 w 2915191"/>
                <a:gd name="connsiteY265" fmla="*/ 407204 h 510221"/>
                <a:gd name="connsiteX266" fmla="*/ 2593448 w 2915191"/>
                <a:gd name="connsiteY266" fmla="*/ 411271 h 510221"/>
                <a:gd name="connsiteX267" fmla="*/ 2603192 w 2915191"/>
                <a:gd name="connsiteY267" fmla="*/ 422014 h 510221"/>
                <a:gd name="connsiteX268" fmla="*/ 2612951 w 2915191"/>
                <a:gd name="connsiteY268" fmla="*/ 415767 h 510221"/>
                <a:gd name="connsiteX269" fmla="*/ 2622695 w 2915191"/>
                <a:gd name="connsiteY269" fmla="*/ 404780 h 510221"/>
                <a:gd name="connsiteX270" fmla="*/ 2632439 w 2915191"/>
                <a:gd name="connsiteY270" fmla="*/ 418571 h 510221"/>
                <a:gd name="connsiteX271" fmla="*/ 2642198 w 2915191"/>
                <a:gd name="connsiteY271" fmla="*/ 402526 h 510221"/>
                <a:gd name="connsiteX272" fmla="*/ 2651942 w 2915191"/>
                <a:gd name="connsiteY272" fmla="*/ 396465 h 510221"/>
                <a:gd name="connsiteX273" fmla="*/ 2661685 w 2915191"/>
                <a:gd name="connsiteY273" fmla="*/ 414382 h 510221"/>
                <a:gd name="connsiteX274" fmla="*/ 2671444 w 2915191"/>
                <a:gd name="connsiteY274" fmla="*/ 409683 h 510221"/>
                <a:gd name="connsiteX275" fmla="*/ 2681188 w 2915191"/>
                <a:gd name="connsiteY275" fmla="*/ 403555 h 510221"/>
                <a:gd name="connsiteX276" fmla="*/ 2690947 w 2915191"/>
                <a:gd name="connsiteY276" fmla="*/ 371618 h 510221"/>
                <a:gd name="connsiteX277" fmla="*/ 2700691 w 2915191"/>
                <a:gd name="connsiteY277" fmla="*/ 394984 h 510221"/>
                <a:gd name="connsiteX278" fmla="*/ 2710435 w 2915191"/>
                <a:gd name="connsiteY278" fmla="*/ 383701 h 510221"/>
                <a:gd name="connsiteX279" fmla="*/ 2720194 w 2915191"/>
                <a:gd name="connsiteY279" fmla="*/ 335568 h 510221"/>
                <a:gd name="connsiteX280" fmla="*/ 2729938 w 2915191"/>
                <a:gd name="connsiteY280" fmla="*/ 380453 h 510221"/>
                <a:gd name="connsiteX281" fmla="*/ 2739697 w 2915191"/>
                <a:gd name="connsiteY281" fmla="*/ 397168 h 510221"/>
                <a:gd name="connsiteX282" fmla="*/ 2749441 w 2915191"/>
                <a:gd name="connsiteY282" fmla="*/ 398049 h 510221"/>
                <a:gd name="connsiteX283" fmla="*/ 2759185 w 2915191"/>
                <a:gd name="connsiteY283" fmla="*/ 397906 h 510221"/>
                <a:gd name="connsiteX284" fmla="*/ 2768943 w 2915191"/>
                <a:gd name="connsiteY284" fmla="*/ 362993 h 510221"/>
                <a:gd name="connsiteX285" fmla="*/ 2778687 w 2915191"/>
                <a:gd name="connsiteY285" fmla="*/ 372571 h 510221"/>
                <a:gd name="connsiteX286" fmla="*/ 2788446 w 2915191"/>
                <a:gd name="connsiteY286" fmla="*/ 370512 h 510221"/>
                <a:gd name="connsiteX287" fmla="*/ 2798190 w 2915191"/>
                <a:gd name="connsiteY287" fmla="*/ 403087 h 510221"/>
                <a:gd name="connsiteX288" fmla="*/ 2807934 w 2915191"/>
                <a:gd name="connsiteY288" fmla="*/ 385464 h 510221"/>
                <a:gd name="connsiteX289" fmla="*/ 2817693 w 2915191"/>
                <a:gd name="connsiteY289" fmla="*/ 407822 h 510221"/>
                <a:gd name="connsiteX290" fmla="*/ 2827437 w 2915191"/>
                <a:gd name="connsiteY290" fmla="*/ 470911 h 510221"/>
                <a:gd name="connsiteX291" fmla="*/ 2837196 w 2915191"/>
                <a:gd name="connsiteY291" fmla="*/ 484865 h 510221"/>
                <a:gd name="connsiteX292" fmla="*/ 2846940 w 2915191"/>
                <a:gd name="connsiteY292" fmla="*/ 478540 h 510221"/>
                <a:gd name="connsiteX293" fmla="*/ 2856684 w 2915191"/>
                <a:gd name="connsiteY293" fmla="*/ 491629 h 510221"/>
                <a:gd name="connsiteX294" fmla="*/ 2866442 w 2915191"/>
                <a:gd name="connsiteY294" fmla="*/ 466833 h 510221"/>
                <a:gd name="connsiteX295" fmla="*/ 2876186 w 2915191"/>
                <a:gd name="connsiteY295" fmla="*/ 464173 h 510221"/>
                <a:gd name="connsiteX296" fmla="*/ 2885945 w 2915191"/>
                <a:gd name="connsiteY296" fmla="*/ 487136 h 510221"/>
                <a:gd name="connsiteX297" fmla="*/ 2895689 w 2915191"/>
                <a:gd name="connsiteY297" fmla="*/ 491038 h 510221"/>
                <a:gd name="connsiteX298" fmla="*/ 2905433 w 2915191"/>
                <a:gd name="connsiteY298" fmla="*/ 494539 h 510221"/>
                <a:gd name="connsiteX299" fmla="*/ 2915192 w 2915191"/>
                <a:gd name="connsiteY299" fmla="*/ 476002 h 510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10221">
                  <a:moveTo>
                    <a:pt x="0" y="15270"/>
                  </a:moveTo>
                  <a:lnTo>
                    <a:pt x="9750" y="0"/>
                  </a:lnTo>
                  <a:lnTo>
                    <a:pt x="19500" y="24445"/>
                  </a:lnTo>
                  <a:lnTo>
                    <a:pt x="29250" y="68033"/>
                  </a:lnTo>
                  <a:lnTo>
                    <a:pt x="39000" y="87231"/>
                  </a:lnTo>
                  <a:lnTo>
                    <a:pt x="48749" y="86201"/>
                  </a:lnTo>
                  <a:lnTo>
                    <a:pt x="58499" y="127829"/>
                  </a:lnTo>
                  <a:lnTo>
                    <a:pt x="68249" y="164780"/>
                  </a:lnTo>
                  <a:lnTo>
                    <a:pt x="77998" y="160011"/>
                  </a:lnTo>
                  <a:lnTo>
                    <a:pt x="87748" y="137592"/>
                  </a:lnTo>
                  <a:lnTo>
                    <a:pt x="97497" y="106976"/>
                  </a:lnTo>
                  <a:lnTo>
                    <a:pt x="107247" y="116236"/>
                  </a:lnTo>
                  <a:lnTo>
                    <a:pt x="116997" y="126326"/>
                  </a:lnTo>
                  <a:lnTo>
                    <a:pt x="126747" y="93555"/>
                  </a:lnTo>
                  <a:lnTo>
                    <a:pt x="136497" y="114412"/>
                  </a:lnTo>
                  <a:lnTo>
                    <a:pt x="146247" y="105744"/>
                  </a:lnTo>
                  <a:lnTo>
                    <a:pt x="155997" y="78285"/>
                  </a:lnTo>
                  <a:lnTo>
                    <a:pt x="165747" y="101942"/>
                  </a:lnTo>
                  <a:lnTo>
                    <a:pt x="175497" y="82336"/>
                  </a:lnTo>
                  <a:lnTo>
                    <a:pt x="185247" y="68012"/>
                  </a:lnTo>
                  <a:lnTo>
                    <a:pt x="194996" y="76234"/>
                  </a:lnTo>
                  <a:lnTo>
                    <a:pt x="204746" y="68492"/>
                  </a:lnTo>
                  <a:lnTo>
                    <a:pt x="214495" y="71795"/>
                  </a:lnTo>
                  <a:lnTo>
                    <a:pt x="224245" y="65819"/>
                  </a:lnTo>
                  <a:lnTo>
                    <a:pt x="233995" y="69109"/>
                  </a:lnTo>
                  <a:lnTo>
                    <a:pt x="243744" y="105917"/>
                  </a:lnTo>
                  <a:lnTo>
                    <a:pt x="253494" y="99966"/>
                  </a:lnTo>
                  <a:lnTo>
                    <a:pt x="263244" y="114455"/>
                  </a:lnTo>
                  <a:lnTo>
                    <a:pt x="272994" y="154050"/>
                  </a:lnTo>
                  <a:lnTo>
                    <a:pt x="282744" y="161834"/>
                  </a:lnTo>
                  <a:lnTo>
                    <a:pt x="292494" y="186850"/>
                  </a:lnTo>
                  <a:lnTo>
                    <a:pt x="302244" y="186117"/>
                  </a:lnTo>
                  <a:lnTo>
                    <a:pt x="311994" y="188126"/>
                  </a:lnTo>
                  <a:lnTo>
                    <a:pt x="321744" y="186982"/>
                  </a:lnTo>
                  <a:lnTo>
                    <a:pt x="331493" y="197625"/>
                  </a:lnTo>
                  <a:lnTo>
                    <a:pt x="341243" y="167772"/>
                  </a:lnTo>
                  <a:lnTo>
                    <a:pt x="350993" y="177795"/>
                  </a:lnTo>
                  <a:lnTo>
                    <a:pt x="360742" y="164236"/>
                  </a:lnTo>
                  <a:lnTo>
                    <a:pt x="370492" y="167827"/>
                  </a:lnTo>
                  <a:lnTo>
                    <a:pt x="380241" y="141376"/>
                  </a:lnTo>
                  <a:lnTo>
                    <a:pt x="389991" y="118469"/>
                  </a:lnTo>
                  <a:lnTo>
                    <a:pt x="399741" y="112718"/>
                  </a:lnTo>
                  <a:lnTo>
                    <a:pt x="409491" y="65678"/>
                  </a:lnTo>
                  <a:lnTo>
                    <a:pt x="419241" y="75654"/>
                  </a:lnTo>
                  <a:lnTo>
                    <a:pt x="428991" y="77564"/>
                  </a:lnTo>
                  <a:lnTo>
                    <a:pt x="438741" y="64651"/>
                  </a:lnTo>
                  <a:lnTo>
                    <a:pt x="448491" y="95224"/>
                  </a:lnTo>
                  <a:lnTo>
                    <a:pt x="458241" y="155749"/>
                  </a:lnTo>
                  <a:lnTo>
                    <a:pt x="467991" y="134058"/>
                  </a:lnTo>
                  <a:lnTo>
                    <a:pt x="477740" y="132126"/>
                  </a:lnTo>
                  <a:lnTo>
                    <a:pt x="487490" y="152656"/>
                  </a:lnTo>
                  <a:lnTo>
                    <a:pt x="497239" y="168050"/>
                  </a:lnTo>
                  <a:lnTo>
                    <a:pt x="506989" y="171866"/>
                  </a:lnTo>
                  <a:lnTo>
                    <a:pt x="516738" y="182548"/>
                  </a:lnTo>
                  <a:lnTo>
                    <a:pt x="526488" y="175035"/>
                  </a:lnTo>
                  <a:lnTo>
                    <a:pt x="536238" y="151240"/>
                  </a:lnTo>
                  <a:lnTo>
                    <a:pt x="545988" y="160307"/>
                  </a:lnTo>
                  <a:lnTo>
                    <a:pt x="555738" y="181715"/>
                  </a:lnTo>
                  <a:lnTo>
                    <a:pt x="565488" y="188584"/>
                  </a:lnTo>
                  <a:lnTo>
                    <a:pt x="575238" y="172596"/>
                  </a:lnTo>
                  <a:lnTo>
                    <a:pt x="584988" y="161572"/>
                  </a:lnTo>
                  <a:lnTo>
                    <a:pt x="594738" y="177410"/>
                  </a:lnTo>
                  <a:lnTo>
                    <a:pt x="604488" y="186078"/>
                  </a:lnTo>
                  <a:lnTo>
                    <a:pt x="614237" y="183265"/>
                  </a:lnTo>
                  <a:lnTo>
                    <a:pt x="623987" y="202896"/>
                  </a:lnTo>
                  <a:lnTo>
                    <a:pt x="633736" y="181106"/>
                  </a:lnTo>
                  <a:lnTo>
                    <a:pt x="643486" y="201208"/>
                  </a:lnTo>
                  <a:lnTo>
                    <a:pt x="653236" y="174844"/>
                  </a:lnTo>
                  <a:lnTo>
                    <a:pt x="662985" y="179029"/>
                  </a:lnTo>
                  <a:lnTo>
                    <a:pt x="672735" y="197626"/>
                  </a:lnTo>
                  <a:lnTo>
                    <a:pt x="682485" y="182961"/>
                  </a:lnTo>
                  <a:lnTo>
                    <a:pt x="692235" y="193614"/>
                  </a:lnTo>
                  <a:lnTo>
                    <a:pt x="701985" y="198018"/>
                  </a:lnTo>
                  <a:lnTo>
                    <a:pt x="711735" y="183365"/>
                  </a:lnTo>
                  <a:lnTo>
                    <a:pt x="721485" y="176166"/>
                  </a:lnTo>
                  <a:lnTo>
                    <a:pt x="731235" y="175720"/>
                  </a:lnTo>
                  <a:lnTo>
                    <a:pt x="740985" y="212823"/>
                  </a:lnTo>
                  <a:lnTo>
                    <a:pt x="750734" y="200528"/>
                  </a:lnTo>
                  <a:lnTo>
                    <a:pt x="760484" y="192878"/>
                  </a:lnTo>
                  <a:lnTo>
                    <a:pt x="770233" y="191504"/>
                  </a:lnTo>
                  <a:lnTo>
                    <a:pt x="779983" y="201048"/>
                  </a:lnTo>
                  <a:lnTo>
                    <a:pt x="789733" y="226137"/>
                  </a:lnTo>
                  <a:lnTo>
                    <a:pt x="799482" y="181236"/>
                  </a:lnTo>
                  <a:lnTo>
                    <a:pt x="809232" y="196018"/>
                  </a:lnTo>
                  <a:lnTo>
                    <a:pt x="818982" y="209176"/>
                  </a:lnTo>
                  <a:lnTo>
                    <a:pt x="828732" y="213352"/>
                  </a:lnTo>
                  <a:lnTo>
                    <a:pt x="838482" y="197084"/>
                  </a:lnTo>
                  <a:lnTo>
                    <a:pt x="848232" y="208616"/>
                  </a:lnTo>
                  <a:lnTo>
                    <a:pt x="857982" y="178089"/>
                  </a:lnTo>
                  <a:lnTo>
                    <a:pt x="867732" y="191570"/>
                  </a:lnTo>
                  <a:lnTo>
                    <a:pt x="877482" y="253001"/>
                  </a:lnTo>
                  <a:lnTo>
                    <a:pt x="887231" y="257156"/>
                  </a:lnTo>
                  <a:lnTo>
                    <a:pt x="896981" y="261912"/>
                  </a:lnTo>
                  <a:lnTo>
                    <a:pt x="906730" y="285557"/>
                  </a:lnTo>
                  <a:lnTo>
                    <a:pt x="916480" y="296268"/>
                  </a:lnTo>
                  <a:lnTo>
                    <a:pt x="926230" y="277112"/>
                  </a:lnTo>
                  <a:lnTo>
                    <a:pt x="935979" y="257688"/>
                  </a:lnTo>
                  <a:lnTo>
                    <a:pt x="945729" y="292600"/>
                  </a:lnTo>
                  <a:lnTo>
                    <a:pt x="955479" y="265404"/>
                  </a:lnTo>
                  <a:lnTo>
                    <a:pt x="965229" y="223948"/>
                  </a:lnTo>
                  <a:lnTo>
                    <a:pt x="974979" y="222604"/>
                  </a:lnTo>
                  <a:lnTo>
                    <a:pt x="984729" y="272972"/>
                  </a:lnTo>
                  <a:lnTo>
                    <a:pt x="994474" y="264731"/>
                  </a:lnTo>
                  <a:lnTo>
                    <a:pt x="1004233" y="274788"/>
                  </a:lnTo>
                  <a:lnTo>
                    <a:pt x="1013977" y="276646"/>
                  </a:lnTo>
                  <a:lnTo>
                    <a:pt x="1023721" y="300058"/>
                  </a:lnTo>
                  <a:lnTo>
                    <a:pt x="1033480" y="303024"/>
                  </a:lnTo>
                  <a:lnTo>
                    <a:pt x="1043224" y="327276"/>
                  </a:lnTo>
                  <a:lnTo>
                    <a:pt x="1052983" y="329238"/>
                  </a:lnTo>
                  <a:lnTo>
                    <a:pt x="1062727" y="348185"/>
                  </a:lnTo>
                  <a:lnTo>
                    <a:pt x="1072471" y="354968"/>
                  </a:lnTo>
                  <a:lnTo>
                    <a:pt x="1082230" y="369584"/>
                  </a:lnTo>
                  <a:lnTo>
                    <a:pt x="1091973" y="375133"/>
                  </a:lnTo>
                  <a:lnTo>
                    <a:pt x="1101732" y="353933"/>
                  </a:lnTo>
                  <a:lnTo>
                    <a:pt x="1111476" y="336495"/>
                  </a:lnTo>
                  <a:lnTo>
                    <a:pt x="1121220" y="356312"/>
                  </a:lnTo>
                  <a:lnTo>
                    <a:pt x="1130979" y="352674"/>
                  </a:lnTo>
                  <a:lnTo>
                    <a:pt x="1140723" y="338453"/>
                  </a:lnTo>
                  <a:lnTo>
                    <a:pt x="1150482" y="342602"/>
                  </a:lnTo>
                  <a:lnTo>
                    <a:pt x="1160226" y="332475"/>
                  </a:lnTo>
                  <a:lnTo>
                    <a:pt x="1169969" y="341669"/>
                  </a:lnTo>
                  <a:lnTo>
                    <a:pt x="1179728" y="369396"/>
                  </a:lnTo>
                  <a:lnTo>
                    <a:pt x="1189472" y="366299"/>
                  </a:lnTo>
                  <a:lnTo>
                    <a:pt x="1199231" y="386559"/>
                  </a:lnTo>
                  <a:lnTo>
                    <a:pt x="1208975" y="382464"/>
                  </a:lnTo>
                  <a:lnTo>
                    <a:pt x="1218719" y="399032"/>
                  </a:lnTo>
                  <a:lnTo>
                    <a:pt x="1228478" y="428075"/>
                  </a:lnTo>
                  <a:lnTo>
                    <a:pt x="1238222" y="415917"/>
                  </a:lnTo>
                  <a:lnTo>
                    <a:pt x="1247966" y="433508"/>
                  </a:lnTo>
                  <a:lnTo>
                    <a:pt x="1257725" y="448650"/>
                  </a:lnTo>
                  <a:lnTo>
                    <a:pt x="1267469" y="472977"/>
                  </a:lnTo>
                  <a:lnTo>
                    <a:pt x="1277227" y="447799"/>
                  </a:lnTo>
                  <a:lnTo>
                    <a:pt x="1286971" y="457138"/>
                  </a:lnTo>
                  <a:lnTo>
                    <a:pt x="1296715" y="427531"/>
                  </a:lnTo>
                  <a:lnTo>
                    <a:pt x="1306474" y="445581"/>
                  </a:lnTo>
                  <a:lnTo>
                    <a:pt x="1316218" y="421970"/>
                  </a:lnTo>
                  <a:lnTo>
                    <a:pt x="1325977" y="401815"/>
                  </a:lnTo>
                  <a:lnTo>
                    <a:pt x="1335721" y="383092"/>
                  </a:lnTo>
                  <a:lnTo>
                    <a:pt x="1345465" y="401283"/>
                  </a:lnTo>
                  <a:lnTo>
                    <a:pt x="1355224" y="404269"/>
                  </a:lnTo>
                  <a:lnTo>
                    <a:pt x="1364967" y="404336"/>
                  </a:lnTo>
                  <a:lnTo>
                    <a:pt x="1374726" y="421065"/>
                  </a:lnTo>
                  <a:lnTo>
                    <a:pt x="1384470" y="424167"/>
                  </a:lnTo>
                  <a:lnTo>
                    <a:pt x="1394214" y="464251"/>
                  </a:lnTo>
                  <a:lnTo>
                    <a:pt x="1403973" y="458497"/>
                  </a:lnTo>
                  <a:lnTo>
                    <a:pt x="1413717" y="475681"/>
                  </a:lnTo>
                  <a:lnTo>
                    <a:pt x="1423476" y="487203"/>
                  </a:lnTo>
                  <a:lnTo>
                    <a:pt x="1433220" y="467634"/>
                  </a:lnTo>
                  <a:lnTo>
                    <a:pt x="1442964" y="449195"/>
                  </a:lnTo>
                  <a:lnTo>
                    <a:pt x="1452722" y="449887"/>
                  </a:lnTo>
                  <a:lnTo>
                    <a:pt x="1462466" y="444994"/>
                  </a:lnTo>
                  <a:lnTo>
                    <a:pt x="1472225" y="425353"/>
                  </a:lnTo>
                  <a:lnTo>
                    <a:pt x="1481969" y="393585"/>
                  </a:lnTo>
                  <a:lnTo>
                    <a:pt x="1491713" y="397553"/>
                  </a:lnTo>
                  <a:lnTo>
                    <a:pt x="1501472" y="396085"/>
                  </a:lnTo>
                  <a:lnTo>
                    <a:pt x="1511216" y="365253"/>
                  </a:lnTo>
                  <a:lnTo>
                    <a:pt x="1520960" y="358754"/>
                  </a:lnTo>
                  <a:lnTo>
                    <a:pt x="1530719" y="367263"/>
                  </a:lnTo>
                  <a:lnTo>
                    <a:pt x="1540463" y="366980"/>
                  </a:lnTo>
                  <a:lnTo>
                    <a:pt x="1550221" y="336349"/>
                  </a:lnTo>
                  <a:lnTo>
                    <a:pt x="1559965" y="349845"/>
                  </a:lnTo>
                  <a:lnTo>
                    <a:pt x="1569709" y="375729"/>
                  </a:lnTo>
                  <a:lnTo>
                    <a:pt x="1579468" y="357352"/>
                  </a:lnTo>
                  <a:lnTo>
                    <a:pt x="1589212" y="321602"/>
                  </a:lnTo>
                  <a:lnTo>
                    <a:pt x="1598971" y="323494"/>
                  </a:lnTo>
                  <a:lnTo>
                    <a:pt x="1608715" y="329478"/>
                  </a:lnTo>
                  <a:lnTo>
                    <a:pt x="1618459" y="355140"/>
                  </a:lnTo>
                  <a:lnTo>
                    <a:pt x="1628218" y="321651"/>
                  </a:lnTo>
                  <a:lnTo>
                    <a:pt x="1637962" y="314704"/>
                  </a:lnTo>
                  <a:lnTo>
                    <a:pt x="1647720" y="315946"/>
                  </a:lnTo>
                  <a:lnTo>
                    <a:pt x="1657464" y="297624"/>
                  </a:lnTo>
                  <a:lnTo>
                    <a:pt x="1667208" y="293103"/>
                  </a:lnTo>
                  <a:lnTo>
                    <a:pt x="1676967" y="311566"/>
                  </a:lnTo>
                  <a:lnTo>
                    <a:pt x="1686711" y="327265"/>
                  </a:lnTo>
                  <a:lnTo>
                    <a:pt x="1696470" y="315775"/>
                  </a:lnTo>
                  <a:lnTo>
                    <a:pt x="1706214" y="323673"/>
                  </a:lnTo>
                  <a:lnTo>
                    <a:pt x="1715958" y="328420"/>
                  </a:lnTo>
                  <a:lnTo>
                    <a:pt x="1725716" y="305384"/>
                  </a:lnTo>
                  <a:lnTo>
                    <a:pt x="1735460" y="281549"/>
                  </a:lnTo>
                  <a:lnTo>
                    <a:pt x="1745219" y="281783"/>
                  </a:lnTo>
                  <a:lnTo>
                    <a:pt x="1754963" y="285213"/>
                  </a:lnTo>
                  <a:lnTo>
                    <a:pt x="1764707" y="300356"/>
                  </a:lnTo>
                  <a:lnTo>
                    <a:pt x="1774466" y="298178"/>
                  </a:lnTo>
                  <a:lnTo>
                    <a:pt x="1784210" y="356202"/>
                  </a:lnTo>
                  <a:lnTo>
                    <a:pt x="1793969" y="325894"/>
                  </a:lnTo>
                  <a:lnTo>
                    <a:pt x="1803713" y="364043"/>
                  </a:lnTo>
                  <a:lnTo>
                    <a:pt x="1813457" y="350591"/>
                  </a:lnTo>
                  <a:lnTo>
                    <a:pt x="1823215" y="356491"/>
                  </a:lnTo>
                  <a:lnTo>
                    <a:pt x="1832959" y="337611"/>
                  </a:lnTo>
                  <a:lnTo>
                    <a:pt x="1842703" y="341681"/>
                  </a:lnTo>
                  <a:lnTo>
                    <a:pt x="1852462" y="358642"/>
                  </a:lnTo>
                  <a:lnTo>
                    <a:pt x="1862206" y="364574"/>
                  </a:lnTo>
                  <a:lnTo>
                    <a:pt x="1871965" y="351306"/>
                  </a:lnTo>
                  <a:lnTo>
                    <a:pt x="1881709" y="380751"/>
                  </a:lnTo>
                  <a:lnTo>
                    <a:pt x="1891453" y="388306"/>
                  </a:lnTo>
                  <a:lnTo>
                    <a:pt x="1901212" y="363298"/>
                  </a:lnTo>
                  <a:lnTo>
                    <a:pt x="1910956" y="336358"/>
                  </a:lnTo>
                  <a:lnTo>
                    <a:pt x="1920714" y="318503"/>
                  </a:lnTo>
                  <a:lnTo>
                    <a:pt x="1930458" y="318978"/>
                  </a:lnTo>
                  <a:lnTo>
                    <a:pt x="1940202" y="330634"/>
                  </a:lnTo>
                  <a:lnTo>
                    <a:pt x="1949961" y="313843"/>
                  </a:lnTo>
                  <a:lnTo>
                    <a:pt x="1959705" y="267619"/>
                  </a:lnTo>
                  <a:lnTo>
                    <a:pt x="1969464" y="270950"/>
                  </a:lnTo>
                  <a:lnTo>
                    <a:pt x="1979208" y="288184"/>
                  </a:lnTo>
                  <a:lnTo>
                    <a:pt x="1988952" y="308422"/>
                  </a:lnTo>
                  <a:lnTo>
                    <a:pt x="1998711" y="327982"/>
                  </a:lnTo>
                  <a:lnTo>
                    <a:pt x="2008454" y="315081"/>
                  </a:lnTo>
                  <a:lnTo>
                    <a:pt x="2018213" y="331352"/>
                  </a:lnTo>
                  <a:lnTo>
                    <a:pt x="2027957" y="354387"/>
                  </a:lnTo>
                  <a:lnTo>
                    <a:pt x="2037701" y="352024"/>
                  </a:lnTo>
                  <a:lnTo>
                    <a:pt x="2047460" y="335114"/>
                  </a:lnTo>
                  <a:lnTo>
                    <a:pt x="2057204" y="363009"/>
                  </a:lnTo>
                  <a:lnTo>
                    <a:pt x="2066963" y="339658"/>
                  </a:lnTo>
                  <a:lnTo>
                    <a:pt x="2076707" y="336297"/>
                  </a:lnTo>
                  <a:lnTo>
                    <a:pt x="2086451" y="345871"/>
                  </a:lnTo>
                  <a:lnTo>
                    <a:pt x="2096210" y="311353"/>
                  </a:lnTo>
                  <a:lnTo>
                    <a:pt x="2105954" y="285351"/>
                  </a:lnTo>
                  <a:lnTo>
                    <a:pt x="2115697" y="292707"/>
                  </a:lnTo>
                  <a:lnTo>
                    <a:pt x="2125456" y="304625"/>
                  </a:lnTo>
                  <a:lnTo>
                    <a:pt x="2135200" y="299581"/>
                  </a:lnTo>
                  <a:lnTo>
                    <a:pt x="2144959" y="302962"/>
                  </a:lnTo>
                  <a:lnTo>
                    <a:pt x="2154703" y="362109"/>
                  </a:lnTo>
                  <a:lnTo>
                    <a:pt x="2164447" y="387616"/>
                  </a:lnTo>
                  <a:lnTo>
                    <a:pt x="2174206" y="370807"/>
                  </a:lnTo>
                  <a:lnTo>
                    <a:pt x="2183950" y="346585"/>
                  </a:lnTo>
                  <a:lnTo>
                    <a:pt x="2193709" y="372962"/>
                  </a:lnTo>
                  <a:lnTo>
                    <a:pt x="2203452" y="387174"/>
                  </a:lnTo>
                  <a:lnTo>
                    <a:pt x="2213196" y="399725"/>
                  </a:lnTo>
                  <a:lnTo>
                    <a:pt x="2222955" y="354255"/>
                  </a:lnTo>
                  <a:lnTo>
                    <a:pt x="2232699" y="348100"/>
                  </a:lnTo>
                  <a:lnTo>
                    <a:pt x="2242458" y="348961"/>
                  </a:lnTo>
                  <a:lnTo>
                    <a:pt x="2252202" y="377859"/>
                  </a:lnTo>
                  <a:lnTo>
                    <a:pt x="2261946" y="381989"/>
                  </a:lnTo>
                  <a:lnTo>
                    <a:pt x="2271705" y="402185"/>
                  </a:lnTo>
                  <a:lnTo>
                    <a:pt x="2281449" y="413122"/>
                  </a:lnTo>
                  <a:lnTo>
                    <a:pt x="2291208" y="431957"/>
                  </a:lnTo>
                  <a:lnTo>
                    <a:pt x="2300951" y="433727"/>
                  </a:lnTo>
                  <a:lnTo>
                    <a:pt x="2310695" y="433267"/>
                  </a:lnTo>
                  <a:lnTo>
                    <a:pt x="2320454" y="419317"/>
                  </a:lnTo>
                  <a:lnTo>
                    <a:pt x="2330198" y="407194"/>
                  </a:lnTo>
                  <a:lnTo>
                    <a:pt x="2339957" y="414746"/>
                  </a:lnTo>
                  <a:lnTo>
                    <a:pt x="2349701" y="448847"/>
                  </a:lnTo>
                  <a:lnTo>
                    <a:pt x="2359445" y="448704"/>
                  </a:lnTo>
                  <a:lnTo>
                    <a:pt x="2369204" y="457440"/>
                  </a:lnTo>
                  <a:lnTo>
                    <a:pt x="2378948" y="439603"/>
                  </a:lnTo>
                  <a:lnTo>
                    <a:pt x="2388692" y="474033"/>
                  </a:lnTo>
                  <a:lnTo>
                    <a:pt x="2398450" y="460005"/>
                  </a:lnTo>
                  <a:lnTo>
                    <a:pt x="2408194" y="482063"/>
                  </a:lnTo>
                  <a:lnTo>
                    <a:pt x="2417953" y="475896"/>
                  </a:lnTo>
                  <a:lnTo>
                    <a:pt x="2427697" y="465011"/>
                  </a:lnTo>
                  <a:lnTo>
                    <a:pt x="2437441" y="466599"/>
                  </a:lnTo>
                  <a:lnTo>
                    <a:pt x="2447200" y="510222"/>
                  </a:lnTo>
                  <a:lnTo>
                    <a:pt x="2456944" y="479895"/>
                  </a:lnTo>
                  <a:lnTo>
                    <a:pt x="2466703" y="472021"/>
                  </a:lnTo>
                  <a:lnTo>
                    <a:pt x="2476446" y="458521"/>
                  </a:lnTo>
                  <a:lnTo>
                    <a:pt x="2486190" y="437406"/>
                  </a:lnTo>
                  <a:lnTo>
                    <a:pt x="2495949" y="432273"/>
                  </a:lnTo>
                  <a:lnTo>
                    <a:pt x="2505693" y="436013"/>
                  </a:lnTo>
                  <a:lnTo>
                    <a:pt x="2515452" y="407630"/>
                  </a:lnTo>
                  <a:lnTo>
                    <a:pt x="2525196" y="397210"/>
                  </a:lnTo>
                  <a:lnTo>
                    <a:pt x="2534940" y="396590"/>
                  </a:lnTo>
                  <a:lnTo>
                    <a:pt x="2544699" y="418752"/>
                  </a:lnTo>
                  <a:lnTo>
                    <a:pt x="2554443" y="398519"/>
                  </a:lnTo>
                  <a:lnTo>
                    <a:pt x="2564202" y="391676"/>
                  </a:lnTo>
                  <a:lnTo>
                    <a:pt x="2573946" y="387861"/>
                  </a:lnTo>
                  <a:lnTo>
                    <a:pt x="2583690" y="407204"/>
                  </a:lnTo>
                  <a:lnTo>
                    <a:pt x="2593448" y="411271"/>
                  </a:lnTo>
                  <a:lnTo>
                    <a:pt x="2603192" y="422014"/>
                  </a:lnTo>
                  <a:lnTo>
                    <a:pt x="2612951" y="415767"/>
                  </a:lnTo>
                  <a:lnTo>
                    <a:pt x="2622695" y="404780"/>
                  </a:lnTo>
                  <a:lnTo>
                    <a:pt x="2632439" y="418571"/>
                  </a:lnTo>
                  <a:lnTo>
                    <a:pt x="2642198" y="402526"/>
                  </a:lnTo>
                  <a:lnTo>
                    <a:pt x="2651942" y="396465"/>
                  </a:lnTo>
                  <a:lnTo>
                    <a:pt x="2661685" y="414382"/>
                  </a:lnTo>
                  <a:lnTo>
                    <a:pt x="2671444" y="409683"/>
                  </a:lnTo>
                  <a:lnTo>
                    <a:pt x="2681188" y="403555"/>
                  </a:lnTo>
                  <a:lnTo>
                    <a:pt x="2690947" y="371618"/>
                  </a:lnTo>
                  <a:lnTo>
                    <a:pt x="2700691" y="394984"/>
                  </a:lnTo>
                  <a:lnTo>
                    <a:pt x="2710435" y="383701"/>
                  </a:lnTo>
                  <a:lnTo>
                    <a:pt x="2720194" y="335568"/>
                  </a:lnTo>
                  <a:lnTo>
                    <a:pt x="2729938" y="380453"/>
                  </a:lnTo>
                  <a:lnTo>
                    <a:pt x="2739697" y="397168"/>
                  </a:lnTo>
                  <a:lnTo>
                    <a:pt x="2749441" y="398049"/>
                  </a:lnTo>
                  <a:lnTo>
                    <a:pt x="2759185" y="397906"/>
                  </a:lnTo>
                  <a:lnTo>
                    <a:pt x="2768943" y="362993"/>
                  </a:lnTo>
                  <a:lnTo>
                    <a:pt x="2778687" y="372571"/>
                  </a:lnTo>
                  <a:lnTo>
                    <a:pt x="2788446" y="370512"/>
                  </a:lnTo>
                  <a:lnTo>
                    <a:pt x="2798190" y="403087"/>
                  </a:lnTo>
                  <a:lnTo>
                    <a:pt x="2807934" y="385464"/>
                  </a:lnTo>
                  <a:lnTo>
                    <a:pt x="2817693" y="407822"/>
                  </a:lnTo>
                  <a:lnTo>
                    <a:pt x="2827437" y="470911"/>
                  </a:lnTo>
                  <a:lnTo>
                    <a:pt x="2837196" y="484865"/>
                  </a:lnTo>
                  <a:lnTo>
                    <a:pt x="2846940" y="478540"/>
                  </a:lnTo>
                  <a:lnTo>
                    <a:pt x="2856684" y="491629"/>
                  </a:lnTo>
                  <a:lnTo>
                    <a:pt x="2866442" y="466833"/>
                  </a:lnTo>
                  <a:lnTo>
                    <a:pt x="2876186" y="464173"/>
                  </a:lnTo>
                  <a:lnTo>
                    <a:pt x="2885945" y="487136"/>
                  </a:lnTo>
                  <a:lnTo>
                    <a:pt x="2895689" y="491038"/>
                  </a:lnTo>
                  <a:lnTo>
                    <a:pt x="2905433" y="494539"/>
                  </a:lnTo>
                  <a:lnTo>
                    <a:pt x="2915192" y="47600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6" name="Freeform 955">
              <a:extLst>
                <a:ext uri="{FF2B5EF4-FFF2-40B4-BE49-F238E27FC236}">
                  <a16:creationId xmlns:a16="http://schemas.microsoft.com/office/drawing/2014/main" id="{06E2DBBC-5DF8-1910-C0F1-6C6723D7FE2E}"/>
                </a:ext>
              </a:extLst>
            </p:cNvPr>
            <p:cNvSpPr/>
            <p:nvPr/>
          </p:nvSpPr>
          <p:spPr>
            <a:xfrm>
              <a:off x="4426652" y="2800534"/>
              <a:ext cx="2915191" cy="835792"/>
            </a:xfrm>
            <a:custGeom>
              <a:avLst/>
              <a:gdLst>
                <a:gd name="connsiteX0" fmla="*/ 0 w 2915191"/>
                <a:gd name="connsiteY0" fmla="*/ 491087 h 835792"/>
                <a:gd name="connsiteX1" fmla="*/ 9750 w 2915191"/>
                <a:gd name="connsiteY1" fmla="*/ 509785 h 835792"/>
                <a:gd name="connsiteX2" fmla="*/ 19500 w 2915191"/>
                <a:gd name="connsiteY2" fmla="*/ 545145 h 835792"/>
                <a:gd name="connsiteX3" fmla="*/ 29250 w 2915191"/>
                <a:gd name="connsiteY3" fmla="*/ 552757 h 835792"/>
                <a:gd name="connsiteX4" fmla="*/ 39000 w 2915191"/>
                <a:gd name="connsiteY4" fmla="*/ 530206 h 835792"/>
                <a:gd name="connsiteX5" fmla="*/ 48749 w 2915191"/>
                <a:gd name="connsiteY5" fmla="*/ 475643 h 835792"/>
                <a:gd name="connsiteX6" fmla="*/ 58499 w 2915191"/>
                <a:gd name="connsiteY6" fmla="*/ 512157 h 835792"/>
                <a:gd name="connsiteX7" fmla="*/ 68249 w 2915191"/>
                <a:gd name="connsiteY7" fmla="*/ 525991 h 835792"/>
                <a:gd name="connsiteX8" fmla="*/ 77998 w 2915191"/>
                <a:gd name="connsiteY8" fmla="*/ 534939 h 835792"/>
                <a:gd name="connsiteX9" fmla="*/ 87748 w 2915191"/>
                <a:gd name="connsiteY9" fmla="*/ 526990 h 835792"/>
                <a:gd name="connsiteX10" fmla="*/ 97497 w 2915191"/>
                <a:gd name="connsiteY10" fmla="*/ 508136 h 835792"/>
                <a:gd name="connsiteX11" fmla="*/ 107247 w 2915191"/>
                <a:gd name="connsiteY11" fmla="*/ 486175 h 835792"/>
                <a:gd name="connsiteX12" fmla="*/ 116997 w 2915191"/>
                <a:gd name="connsiteY12" fmla="*/ 474612 h 835792"/>
                <a:gd name="connsiteX13" fmla="*/ 126747 w 2915191"/>
                <a:gd name="connsiteY13" fmla="*/ 495168 h 835792"/>
                <a:gd name="connsiteX14" fmla="*/ 136497 w 2915191"/>
                <a:gd name="connsiteY14" fmla="*/ 494166 h 835792"/>
                <a:gd name="connsiteX15" fmla="*/ 146247 w 2915191"/>
                <a:gd name="connsiteY15" fmla="*/ 498609 h 835792"/>
                <a:gd name="connsiteX16" fmla="*/ 155997 w 2915191"/>
                <a:gd name="connsiteY16" fmla="*/ 550713 h 835792"/>
                <a:gd name="connsiteX17" fmla="*/ 165747 w 2915191"/>
                <a:gd name="connsiteY17" fmla="*/ 510514 h 835792"/>
                <a:gd name="connsiteX18" fmla="*/ 175497 w 2915191"/>
                <a:gd name="connsiteY18" fmla="*/ 513254 h 835792"/>
                <a:gd name="connsiteX19" fmla="*/ 185247 w 2915191"/>
                <a:gd name="connsiteY19" fmla="*/ 478020 h 835792"/>
                <a:gd name="connsiteX20" fmla="*/ 194996 w 2915191"/>
                <a:gd name="connsiteY20" fmla="*/ 458166 h 835792"/>
                <a:gd name="connsiteX21" fmla="*/ 204746 w 2915191"/>
                <a:gd name="connsiteY21" fmla="*/ 491370 h 835792"/>
                <a:gd name="connsiteX22" fmla="*/ 214495 w 2915191"/>
                <a:gd name="connsiteY22" fmla="*/ 515015 h 835792"/>
                <a:gd name="connsiteX23" fmla="*/ 224245 w 2915191"/>
                <a:gd name="connsiteY23" fmla="*/ 477402 h 835792"/>
                <a:gd name="connsiteX24" fmla="*/ 233995 w 2915191"/>
                <a:gd name="connsiteY24" fmla="*/ 466778 h 835792"/>
                <a:gd name="connsiteX25" fmla="*/ 243744 w 2915191"/>
                <a:gd name="connsiteY25" fmla="*/ 438000 h 835792"/>
                <a:gd name="connsiteX26" fmla="*/ 253494 w 2915191"/>
                <a:gd name="connsiteY26" fmla="*/ 415640 h 835792"/>
                <a:gd name="connsiteX27" fmla="*/ 263244 w 2915191"/>
                <a:gd name="connsiteY27" fmla="*/ 429889 h 835792"/>
                <a:gd name="connsiteX28" fmla="*/ 272994 w 2915191"/>
                <a:gd name="connsiteY28" fmla="*/ 428919 h 835792"/>
                <a:gd name="connsiteX29" fmla="*/ 282744 w 2915191"/>
                <a:gd name="connsiteY29" fmla="*/ 438602 h 835792"/>
                <a:gd name="connsiteX30" fmla="*/ 292494 w 2915191"/>
                <a:gd name="connsiteY30" fmla="*/ 413369 h 835792"/>
                <a:gd name="connsiteX31" fmla="*/ 302244 w 2915191"/>
                <a:gd name="connsiteY31" fmla="*/ 396009 h 835792"/>
                <a:gd name="connsiteX32" fmla="*/ 311994 w 2915191"/>
                <a:gd name="connsiteY32" fmla="*/ 341835 h 835792"/>
                <a:gd name="connsiteX33" fmla="*/ 321744 w 2915191"/>
                <a:gd name="connsiteY33" fmla="*/ 335227 h 835792"/>
                <a:gd name="connsiteX34" fmla="*/ 331493 w 2915191"/>
                <a:gd name="connsiteY34" fmla="*/ 302323 h 835792"/>
                <a:gd name="connsiteX35" fmla="*/ 341243 w 2915191"/>
                <a:gd name="connsiteY35" fmla="*/ 271120 h 835792"/>
                <a:gd name="connsiteX36" fmla="*/ 350993 w 2915191"/>
                <a:gd name="connsiteY36" fmla="*/ 257366 h 835792"/>
                <a:gd name="connsiteX37" fmla="*/ 360742 w 2915191"/>
                <a:gd name="connsiteY37" fmla="*/ 301314 h 835792"/>
                <a:gd name="connsiteX38" fmla="*/ 370492 w 2915191"/>
                <a:gd name="connsiteY38" fmla="*/ 304072 h 835792"/>
                <a:gd name="connsiteX39" fmla="*/ 380241 w 2915191"/>
                <a:gd name="connsiteY39" fmla="*/ 311392 h 835792"/>
                <a:gd name="connsiteX40" fmla="*/ 389991 w 2915191"/>
                <a:gd name="connsiteY40" fmla="*/ 280409 h 835792"/>
                <a:gd name="connsiteX41" fmla="*/ 399741 w 2915191"/>
                <a:gd name="connsiteY41" fmla="*/ 267228 h 835792"/>
                <a:gd name="connsiteX42" fmla="*/ 409491 w 2915191"/>
                <a:gd name="connsiteY42" fmla="*/ 258628 h 835792"/>
                <a:gd name="connsiteX43" fmla="*/ 419241 w 2915191"/>
                <a:gd name="connsiteY43" fmla="*/ 249229 h 835792"/>
                <a:gd name="connsiteX44" fmla="*/ 428991 w 2915191"/>
                <a:gd name="connsiteY44" fmla="*/ 262760 h 835792"/>
                <a:gd name="connsiteX45" fmla="*/ 438741 w 2915191"/>
                <a:gd name="connsiteY45" fmla="*/ 274806 h 835792"/>
                <a:gd name="connsiteX46" fmla="*/ 448491 w 2915191"/>
                <a:gd name="connsiteY46" fmla="*/ 266614 h 835792"/>
                <a:gd name="connsiteX47" fmla="*/ 458241 w 2915191"/>
                <a:gd name="connsiteY47" fmla="*/ 270557 h 835792"/>
                <a:gd name="connsiteX48" fmla="*/ 467991 w 2915191"/>
                <a:gd name="connsiteY48" fmla="*/ 272131 h 835792"/>
                <a:gd name="connsiteX49" fmla="*/ 477740 w 2915191"/>
                <a:gd name="connsiteY49" fmla="*/ 265343 h 835792"/>
                <a:gd name="connsiteX50" fmla="*/ 487490 w 2915191"/>
                <a:gd name="connsiteY50" fmla="*/ 298099 h 835792"/>
                <a:gd name="connsiteX51" fmla="*/ 497239 w 2915191"/>
                <a:gd name="connsiteY51" fmla="*/ 269223 h 835792"/>
                <a:gd name="connsiteX52" fmla="*/ 506989 w 2915191"/>
                <a:gd name="connsiteY52" fmla="*/ 290225 h 835792"/>
                <a:gd name="connsiteX53" fmla="*/ 516738 w 2915191"/>
                <a:gd name="connsiteY53" fmla="*/ 305367 h 835792"/>
                <a:gd name="connsiteX54" fmla="*/ 526488 w 2915191"/>
                <a:gd name="connsiteY54" fmla="*/ 323917 h 835792"/>
                <a:gd name="connsiteX55" fmla="*/ 536238 w 2915191"/>
                <a:gd name="connsiteY55" fmla="*/ 280601 h 835792"/>
                <a:gd name="connsiteX56" fmla="*/ 545988 w 2915191"/>
                <a:gd name="connsiteY56" fmla="*/ 306469 h 835792"/>
                <a:gd name="connsiteX57" fmla="*/ 555738 w 2915191"/>
                <a:gd name="connsiteY57" fmla="*/ 273676 h 835792"/>
                <a:gd name="connsiteX58" fmla="*/ 565488 w 2915191"/>
                <a:gd name="connsiteY58" fmla="*/ 249038 h 835792"/>
                <a:gd name="connsiteX59" fmla="*/ 575238 w 2915191"/>
                <a:gd name="connsiteY59" fmla="*/ 281254 h 835792"/>
                <a:gd name="connsiteX60" fmla="*/ 584988 w 2915191"/>
                <a:gd name="connsiteY60" fmla="*/ 281667 h 835792"/>
                <a:gd name="connsiteX61" fmla="*/ 594738 w 2915191"/>
                <a:gd name="connsiteY61" fmla="*/ 271261 h 835792"/>
                <a:gd name="connsiteX62" fmla="*/ 604488 w 2915191"/>
                <a:gd name="connsiteY62" fmla="*/ 274199 h 835792"/>
                <a:gd name="connsiteX63" fmla="*/ 614237 w 2915191"/>
                <a:gd name="connsiteY63" fmla="*/ 264591 h 835792"/>
                <a:gd name="connsiteX64" fmla="*/ 623987 w 2915191"/>
                <a:gd name="connsiteY64" fmla="*/ 274825 h 835792"/>
                <a:gd name="connsiteX65" fmla="*/ 633736 w 2915191"/>
                <a:gd name="connsiteY65" fmla="*/ 266812 h 835792"/>
                <a:gd name="connsiteX66" fmla="*/ 643486 w 2915191"/>
                <a:gd name="connsiteY66" fmla="*/ 257666 h 835792"/>
                <a:gd name="connsiteX67" fmla="*/ 653236 w 2915191"/>
                <a:gd name="connsiteY67" fmla="*/ 265431 h 835792"/>
                <a:gd name="connsiteX68" fmla="*/ 662985 w 2915191"/>
                <a:gd name="connsiteY68" fmla="*/ 270065 h 835792"/>
                <a:gd name="connsiteX69" fmla="*/ 672735 w 2915191"/>
                <a:gd name="connsiteY69" fmla="*/ 254916 h 835792"/>
                <a:gd name="connsiteX70" fmla="*/ 682485 w 2915191"/>
                <a:gd name="connsiteY70" fmla="*/ 248302 h 835792"/>
                <a:gd name="connsiteX71" fmla="*/ 692235 w 2915191"/>
                <a:gd name="connsiteY71" fmla="*/ 221865 h 835792"/>
                <a:gd name="connsiteX72" fmla="*/ 701985 w 2915191"/>
                <a:gd name="connsiteY72" fmla="*/ 230875 h 835792"/>
                <a:gd name="connsiteX73" fmla="*/ 711735 w 2915191"/>
                <a:gd name="connsiteY73" fmla="*/ 217401 h 835792"/>
                <a:gd name="connsiteX74" fmla="*/ 721485 w 2915191"/>
                <a:gd name="connsiteY74" fmla="*/ 168424 h 835792"/>
                <a:gd name="connsiteX75" fmla="*/ 731235 w 2915191"/>
                <a:gd name="connsiteY75" fmla="*/ 143231 h 835792"/>
                <a:gd name="connsiteX76" fmla="*/ 740985 w 2915191"/>
                <a:gd name="connsiteY76" fmla="*/ 117513 h 835792"/>
                <a:gd name="connsiteX77" fmla="*/ 750734 w 2915191"/>
                <a:gd name="connsiteY77" fmla="*/ 120160 h 835792"/>
                <a:gd name="connsiteX78" fmla="*/ 760484 w 2915191"/>
                <a:gd name="connsiteY78" fmla="*/ 64890 h 835792"/>
                <a:gd name="connsiteX79" fmla="*/ 770233 w 2915191"/>
                <a:gd name="connsiteY79" fmla="*/ 74128 h 835792"/>
                <a:gd name="connsiteX80" fmla="*/ 779983 w 2915191"/>
                <a:gd name="connsiteY80" fmla="*/ 34159 h 835792"/>
                <a:gd name="connsiteX81" fmla="*/ 789733 w 2915191"/>
                <a:gd name="connsiteY81" fmla="*/ 0 h 835792"/>
                <a:gd name="connsiteX82" fmla="*/ 799482 w 2915191"/>
                <a:gd name="connsiteY82" fmla="*/ 35933 h 835792"/>
                <a:gd name="connsiteX83" fmla="*/ 809232 w 2915191"/>
                <a:gd name="connsiteY83" fmla="*/ 26261 h 835792"/>
                <a:gd name="connsiteX84" fmla="*/ 818982 w 2915191"/>
                <a:gd name="connsiteY84" fmla="*/ 12389 h 835792"/>
                <a:gd name="connsiteX85" fmla="*/ 828732 w 2915191"/>
                <a:gd name="connsiteY85" fmla="*/ 4736 h 835792"/>
                <a:gd name="connsiteX86" fmla="*/ 838482 w 2915191"/>
                <a:gd name="connsiteY86" fmla="*/ 19907 h 835792"/>
                <a:gd name="connsiteX87" fmla="*/ 848232 w 2915191"/>
                <a:gd name="connsiteY87" fmla="*/ 45384 h 835792"/>
                <a:gd name="connsiteX88" fmla="*/ 857982 w 2915191"/>
                <a:gd name="connsiteY88" fmla="*/ 37298 h 835792"/>
                <a:gd name="connsiteX89" fmla="*/ 867732 w 2915191"/>
                <a:gd name="connsiteY89" fmla="*/ 43058 h 835792"/>
                <a:gd name="connsiteX90" fmla="*/ 877482 w 2915191"/>
                <a:gd name="connsiteY90" fmla="*/ 39044 h 835792"/>
                <a:gd name="connsiteX91" fmla="*/ 887231 w 2915191"/>
                <a:gd name="connsiteY91" fmla="*/ 53858 h 835792"/>
                <a:gd name="connsiteX92" fmla="*/ 896981 w 2915191"/>
                <a:gd name="connsiteY92" fmla="*/ 44688 h 835792"/>
                <a:gd name="connsiteX93" fmla="*/ 906730 w 2915191"/>
                <a:gd name="connsiteY93" fmla="*/ 47447 h 835792"/>
                <a:gd name="connsiteX94" fmla="*/ 916480 w 2915191"/>
                <a:gd name="connsiteY94" fmla="*/ 88495 h 835792"/>
                <a:gd name="connsiteX95" fmla="*/ 926230 w 2915191"/>
                <a:gd name="connsiteY95" fmla="*/ 82232 h 835792"/>
                <a:gd name="connsiteX96" fmla="*/ 935979 w 2915191"/>
                <a:gd name="connsiteY96" fmla="*/ 82522 h 835792"/>
                <a:gd name="connsiteX97" fmla="*/ 945729 w 2915191"/>
                <a:gd name="connsiteY97" fmla="*/ 119344 h 835792"/>
                <a:gd name="connsiteX98" fmla="*/ 955479 w 2915191"/>
                <a:gd name="connsiteY98" fmla="*/ 136062 h 835792"/>
                <a:gd name="connsiteX99" fmla="*/ 965229 w 2915191"/>
                <a:gd name="connsiteY99" fmla="*/ 148728 h 835792"/>
                <a:gd name="connsiteX100" fmla="*/ 974979 w 2915191"/>
                <a:gd name="connsiteY100" fmla="*/ 161886 h 835792"/>
                <a:gd name="connsiteX101" fmla="*/ 984729 w 2915191"/>
                <a:gd name="connsiteY101" fmla="*/ 148818 h 835792"/>
                <a:gd name="connsiteX102" fmla="*/ 994474 w 2915191"/>
                <a:gd name="connsiteY102" fmla="*/ 203040 h 835792"/>
                <a:gd name="connsiteX103" fmla="*/ 1004233 w 2915191"/>
                <a:gd name="connsiteY103" fmla="*/ 201394 h 835792"/>
                <a:gd name="connsiteX104" fmla="*/ 1013977 w 2915191"/>
                <a:gd name="connsiteY104" fmla="*/ 199332 h 835792"/>
                <a:gd name="connsiteX105" fmla="*/ 1023721 w 2915191"/>
                <a:gd name="connsiteY105" fmla="*/ 163332 h 835792"/>
                <a:gd name="connsiteX106" fmla="*/ 1033480 w 2915191"/>
                <a:gd name="connsiteY106" fmla="*/ 171657 h 835792"/>
                <a:gd name="connsiteX107" fmla="*/ 1043224 w 2915191"/>
                <a:gd name="connsiteY107" fmla="*/ 170830 h 835792"/>
                <a:gd name="connsiteX108" fmla="*/ 1052983 w 2915191"/>
                <a:gd name="connsiteY108" fmla="*/ 161749 h 835792"/>
                <a:gd name="connsiteX109" fmla="*/ 1062727 w 2915191"/>
                <a:gd name="connsiteY109" fmla="*/ 171599 h 835792"/>
                <a:gd name="connsiteX110" fmla="*/ 1072471 w 2915191"/>
                <a:gd name="connsiteY110" fmla="*/ 191221 h 835792"/>
                <a:gd name="connsiteX111" fmla="*/ 1082230 w 2915191"/>
                <a:gd name="connsiteY111" fmla="*/ 196106 h 835792"/>
                <a:gd name="connsiteX112" fmla="*/ 1091973 w 2915191"/>
                <a:gd name="connsiteY112" fmla="*/ 198861 h 835792"/>
                <a:gd name="connsiteX113" fmla="*/ 1101732 w 2915191"/>
                <a:gd name="connsiteY113" fmla="*/ 201464 h 835792"/>
                <a:gd name="connsiteX114" fmla="*/ 1111476 w 2915191"/>
                <a:gd name="connsiteY114" fmla="*/ 190382 h 835792"/>
                <a:gd name="connsiteX115" fmla="*/ 1121220 w 2915191"/>
                <a:gd name="connsiteY115" fmla="*/ 175653 h 835792"/>
                <a:gd name="connsiteX116" fmla="*/ 1130979 w 2915191"/>
                <a:gd name="connsiteY116" fmla="*/ 192543 h 835792"/>
                <a:gd name="connsiteX117" fmla="*/ 1140723 w 2915191"/>
                <a:gd name="connsiteY117" fmla="*/ 224456 h 835792"/>
                <a:gd name="connsiteX118" fmla="*/ 1150482 w 2915191"/>
                <a:gd name="connsiteY118" fmla="*/ 220001 h 835792"/>
                <a:gd name="connsiteX119" fmla="*/ 1160226 w 2915191"/>
                <a:gd name="connsiteY119" fmla="*/ 221877 h 835792"/>
                <a:gd name="connsiteX120" fmla="*/ 1169969 w 2915191"/>
                <a:gd name="connsiteY120" fmla="*/ 212057 h 835792"/>
                <a:gd name="connsiteX121" fmla="*/ 1179728 w 2915191"/>
                <a:gd name="connsiteY121" fmla="*/ 224248 h 835792"/>
                <a:gd name="connsiteX122" fmla="*/ 1189472 w 2915191"/>
                <a:gd name="connsiteY122" fmla="*/ 246295 h 835792"/>
                <a:gd name="connsiteX123" fmla="*/ 1199231 w 2915191"/>
                <a:gd name="connsiteY123" fmla="*/ 258882 h 835792"/>
                <a:gd name="connsiteX124" fmla="*/ 1208975 w 2915191"/>
                <a:gd name="connsiteY124" fmla="*/ 269353 h 835792"/>
                <a:gd name="connsiteX125" fmla="*/ 1218719 w 2915191"/>
                <a:gd name="connsiteY125" fmla="*/ 261194 h 835792"/>
                <a:gd name="connsiteX126" fmla="*/ 1228478 w 2915191"/>
                <a:gd name="connsiteY126" fmla="*/ 271620 h 835792"/>
                <a:gd name="connsiteX127" fmla="*/ 1238222 w 2915191"/>
                <a:gd name="connsiteY127" fmla="*/ 236220 h 835792"/>
                <a:gd name="connsiteX128" fmla="*/ 1247966 w 2915191"/>
                <a:gd name="connsiteY128" fmla="*/ 234300 h 835792"/>
                <a:gd name="connsiteX129" fmla="*/ 1257725 w 2915191"/>
                <a:gd name="connsiteY129" fmla="*/ 247499 h 835792"/>
                <a:gd name="connsiteX130" fmla="*/ 1267469 w 2915191"/>
                <a:gd name="connsiteY130" fmla="*/ 266640 h 835792"/>
                <a:gd name="connsiteX131" fmla="*/ 1277227 w 2915191"/>
                <a:gd name="connsiteY131" fmla="*/ 259695 h 835792"/>
                <a:gd name="connsiteX132" fmla="*/ 1286971 w 2915191"/>
                <a:gd name="connsiteY132" fmla="*/ 255474 h 835792"/>
                <a:gd name="connsiteX133" fmla="*/ 1296715 w 2915191"/>
                <a:gd name="connsiteY133" fmla="*/ 262095 h 835792"/>
                <a:gd name="connsiteX134" fmla="*/ 1306474 w 2915191"/>
                <a:gd name="connsiteY134" fmla="*/ 275168 h 835792"/>
                <a:gd name="connsiteX135" fmla="*/ 1316218 w 2915191"/>
                <a:gd name="connsiteY135" fmla="*/ 282492 h 835792"/>
                <a:gd name="connsiteX136" fmla="*/ 1325977 w 2915191"/>
                <a:gd name="connsiteY136" fmla="*/ 300209 h 835792"/>
                <a:gd name="connsiteX137" fmla="*/ 1335721 w 2915191"/>
                <a:gd name="connsiteY137" fmla="*/ 327024 h 835792"/>
                <a:gd name="connsiteX138" fmla="*/ 1345465 w 2915191"/>
                <a:gd name="connsiteY138" fmla="*/ 380307 h 835792"/>
                <a:gd name="connsiteX139" fmla="*/ 1355224 w 2915191"/>
                <a:gd name="connsiteY139" fmla="*/ 383117 h 835792"/>
                <a:gd name="connsiteX140" fmla="*/ 1364967 w 2915191"/>
                <a:gd name="connsiteY140" fmla="*/ 393327 h 835792"/>
                <a:gd name="connsiteX141" fmla="*/ 1374726 w 2915191"/>
                <a:gd name="connsiteY141" fmla="*/ 401204 h 835792"/>
                <a:gd name="connsiteX142" fmla="*/ 1384470 w 2915191"/>
                <a:gd name="connsiteY142" fmla="*/ 413724 h 835792"/>
                <a:gd name="connsiteX143" fmla="*/ 1394214 w 2915191"/>
                <a:gd name="connsiteY143" fmla="*/ 395820 h 835792"/>
                <a:gd name="connsiteX144" fmla="*/ 1403973 w 2915191"/>
                <a:gd name="connsiteY144" fmla="*/ 401493 h 835792"/>
                <a:gd name="connsiteX145" fmla="*/ 1413717 w 2915191"/>
                <a:gd name="connsiteY145" fmla="*/ 392762 h 835792"/>
                <a:gd name="connsiteX146" fmla="*/ 1423476 w 2915191"/>
                <a:gd name="connsiteY146" fmla="*/ 383565 h 835792"/>
                <a:gd name="connsiteX147" fmla="*/ 1433220 w 2915191"/>
                <a:gd name="connsiteY147" fmla="*/ 391098 h 835792"/>
                <a:gd name="connsiteX148" fmla="*/ 1442964 w 2915191"/>
                <a:gd name="connsiteY148" fmla="*/ 403683 h 835792"/>
                <a:gd name="connsiteX149" fmla="*/ 1452722 w 2915191"/>
                <a:gd name="connsiteY149" fmla="*/ 379772 h 835792"/>
                <a:gd name="connsiteX150" fmla="*/ 1462466 w 2915191"/>
                <a:gd name="connsiteY150" fmla="*/ 356746 h 835792"/>
                <a:gd name="connsiteX151" fmla="*/ 1472225 w 2915191"/>
                <a:gd name="connsiteY151" fmla="*/ 356354 h 835792"/>
                <a:gd name="connsiteX152" fmla="*/ 1481969 w 2915191"/>
                <a:gd name="connsiteY152" fmla="*/ 372700 h 835792"/>
                <a:gd name="connsiteX153" fmla="*/ 1491713 w 2915191"/>
                <a:gd name="connsiteY153" fmla="*/ 341815 h 835792"/>
                <a:gd name="connsiteX154" fmla="*/ 1501472 w 2915191"/>
                <a:gd name="connsiteY154" fmla="*/ 338578 h 835792"/>
                <a:gd name="connsiteX155" fmla="*/ 1511216 w 2915191"/>
                <a:gd name="connsiteY155" fmla="*/ 344195 h 835792"/>
                <a:gd name="connsiteX156" fmla="*/ 1520960 w 2915191"/>
                <a:gd name="connsiteY156" fmla="*/ 346261 h 835792"/>
                <a:gd name="connsiteX157" fmla="*/ 1530719 w 2915191"/>
                <a:gd name="connsiteY157" fmla="*/ 382241 h 835792"/>
                <a:gd name="connsiteX158" fmla="*/ 1540463 w 2915191"/>
                <a:gd name="connsiteY158" fmla="*/ 356802 h 835792"/>
                <a:gd name="connsiteX159" fmla="*/ 1550221 w 2915191"/>
                <a:gd name="connsiteY159" fmla="*/ 399044 h 835792"/>
                <a:gd name="connsiteX160" fmla="*/ 1559965 w 2915191"/>
                <a:gd name="connsiteY160" fmla="*/ 376050 h 835792"/>
                <a:gd name="connsiteX161" fmla="*/ 1569709 w 2915191"/>
                <a:gd name="connsiteY161" fmla="*/ 373093 h 835792"/>
                <a:gd name="connsiteX162" fmla="*/ 1579468 w 2915191"/>
                <a:gd name="connsiteY162" fmla="*/ 388598 h 835792"/>
                <a:gd name="connsiteX163" fmla="*/ 1589212 w 2915191"/>
                <a:gd name="connsiteY163" fmla="*/ 408256 h 835792"/>
                <a:gd name="connsiteX164" fmla="*/ 1598971 w 2915191"/>
                <a:gd name="connsiteY164" fmla="*/ 423828 h 835792"/>
                <a:gd name="connsiteX165" fmla="*/ 1608715 w 2915191"/>
                <a:gd name="connsiteY165" fmla="*/ 450381 h 835792"/>
                <a:gd name="connsiteX166" fmla="*/ 1618459 w 2915191"/>
                <a:gd name="connsiteY166" fmla="*/ 447342 h 835792"/>
                <a:gd name="connsiteX167" fmla="*/ 1628218 w 2915191"/>
                <a:gd name="connsiteY167" fmla="*/ 459970 h 835792"/>
                <a:gd name="connsiteX168" fmla="*/ 1637962 w 2915191"/>
                <a:gd name="connsiteY168" fmla="*/ 477547 h 835792"/>
                <a:gd name="connsiteX169" fmla="*/ 1647720 w 2915191"/>
                <a:gd name="connsiteY169" fmla="*/ 468475 h 835792"/>
                <a:gd name="connsiteX170" fmla="*/ 1657464 w 2915191"/>
                <a:gd name="connsiteY170" fmla="*/ 484250 h 835792"/>
                <a:gd name="connsiteX171" fmla="*/ 1667208 w 2915191"/>
                <a:gd name="connsiteY171" fmla="*/ 482067 h 835792"/>
                <a:gd name="connsiteX172" fmla="*/ 1676967 w 2915191"/>
                <a:gd name="connsiteY172" fmla="*/ 473314 h 835792"/>
                <a:gd name="connsiteX173" fmla="*/ 1686711 w 2915191"/>
                <a:gd name="connsiteY173" fmla="*/ 448978 h 835792"/>
                <a:gd name="connsiteX174" fmla="*/ 1696470 w 2915191"/>
                <a:gd name="connsiteY174" fmla="*/ 436399 h 835792"/>
                <a:gd name="connsiteX175" fmla="*/ 1706214 w 2915191"/>
                <a:gd name="connsiteY175" fmla="*/ 391669 h 835792"/>
                <a:gd name="connsiteX176" fmla="*/ 1715958 w 2915191"/>
                <a:gd name="connsiteY176" fmla="*/ 392764 h 835792"/>
                <a:gd name="connsiteX177" fmla="*/ 1725716 w 2915191"/>
                <a:gd name="connsiteY177" fmla="*/ 383777 h 835792"/>
                <a:gd name="connsiteX178" fmla="*/ 1735460 w 2915191"/>
                <a:gd name="connsiteY178" fmla="*/ 375042 h 835792"/>
                <a:gd name="connsiteX179" fmla="*/ 1745219 w 2915191"/>
                <a:gd name="connsiteY179" fmla="*/ 365897 h 835792"/>
                <a:gd name="connsiteX180" fmla="*/ 1754963 w 2915191"/>
                <a:gd name="connsiteY180" fmla="*/ 345586 h 835792"/>
                <a:gd name="connsiteX181" fmla="*/ 1764707 w 2915191"/>
                <a:gd name="connsiteY181" fmla="*/ 366084 h 835792"/>
                <a:gd name="connsiteX182" fmla="*/ 1774466 w 2915191"/>
                <a:gd name="connsiteY182" fmla="*/ 372992 h 835792"/>
                <a:gd name="connsiteX183" fmla="*/ 1784210 w 2915191"/>
                <a:gd name="connsiteY183" fmla="*/ 355888 h 835792"/>
                <a:gd name="connsiteX184" fmla="*/ 1793969 w 2915191"/>
                <a:gd name="connsiteY184" fmla="*/ 331584 h 835792"/>
                <a:gd name="connsiteX185" fmla="*/ 1803713 w 2915191"/>
                <a:gd name="connsiteY185" fmla="*/ 318685 h 835792"/>
                <a:gd name="connsiteX186" fmla="*/ 1813457 w 2915191"/>
                <a:gd name="connsiteY186" fmla="*/ 325361 h 835792"/>
                <a:gd name="connsiteX187" fmla="*/ 1823215 w 2915191"/>
                <a:gd name="connsiteY187" fmla="*/ 319044 h 835792"/>
                <a:gd name="connsiteX188" fmla="*/ 1832959 w 2915191"/>
                <a:gd name="connsiteY188" fmla="*/ 342063 h 835792"/>
                <a:gd name="connsiteX189" fmla="*/ 1842703 w 2915191"/>
                <a:gd name="connsiteY189" fmla="*/ 396334 h 835792"/>
                <a:gd name="connsiteX190" fmla="*/ 1852462 w 2915191"/>
                <a:gd name="connsiteY190" fmla="*/ 377092 h 835792"/>
                <a:gd name="connsiteX191" fmla="*/ 1862206 w 2915191"/>
                <a:gd name="connsiteY191" fmla="*/ 365964 h 835792"/>
                <a:gd name="connsiteX192" fmla="*/ 1871965 w 2915191"/>
                <a:gd name="connsiteY192" fmla="*/ 365773 h 835792"/>
                <a:gd name="connsiteX193" fmla="*/ 1881709 w 2915191"/>
                <a:gd name="connsiteY193" fmla="*/ 365888 h 835792"/>
                <a:gd name="connsiteX194" fmla="*/ 1891453 w 2915191"/>
                <a:gd name="connsiteY194" fmla="*/ 361613 h 835792"/>
                <a:gd name="connsiteX195" fmla="*/ 1901212 w 2915191"/>
                <a:gd name="connsiteY195" fmla="*/ 387742 h 835792"/>
                <a:gd name="connsiteX196" fmla="*/ 1910956 w 2915191"/>
                <a:gd name="connsiteY196" fmla="*/ 431883 h 835792"/>
                <a:gd name="connsiteX197" fmla="*/ 1920714 w 2915191"/>
                <a:gd name="connsiteY197" fmla="*/ 406760 h 835792"/>
                <a:gd name="connsiteX198" fmla="*/ 1930458 w 2915191"/>
                <a:gd name="connsiteY198" fmla="*/ 426604 h 835792"/>
                <a:gd name="connsiteX199" fmla="*/ 1940202 w 2915191"/>
                <a:gd name="connsiteY199" fmla="*/ 426263 h 835792"/>
                <a:gd name="connsiteX200" fmla="*/ 1949961 w 2915191"/>
                <a:gd name="connsiteY200" fmla="*/ 435594 h 835792"/>
                <a:gd name="connsiteX201" fmla="*/ 1959705 w 2915191"/>
                <a:gd name="connsiteY201" fmla="*/ 453474 h 835792"/>
                <a:gd name="connsiteX202" fmla="*/ 1969464 w 2915191"/>
                <a:gd name="connsiteY202" fmla="*/ 440390 h 835792"/>
                <a:gd name="connsiteX203" fmla="*/ 1979208 w 2915191"/>
                <a:gd name="connsiteY203" fmla="*/ 439733 h 835792"/>
                <a:gd name="connsiteX204" fmla="*/ 1988952 w 2915191"/>
                <a:gd name="connsiteY204" fmla="*/ 445430 h 835792"/>
                <a:gd name="connsiteX205" fmla="*/ 1998711 w 2915191"/>
                <a:gd name="connsiteY205" fmla="*/ 441935 h 835792"/>
                <a:gd name="connsiteX206" fmla="*/ 2008454 w 2915191"/>
                <a:gd name="connsiteY206" fmla="*/ 439863 h 835792"/>
                <a:gd name="connsiteX207" fmla="*/ 2018213 w 2915191"/>
                <a:gd name="connsiteY207" fmla="*/ 450530 h 835792"/>
                <a:gd name="connsiteX208" fmla="*/ 2027957 w 2915191"/>
                <a:gd name="connsiteY208" fmla="*/ 501072 h 835792"/>
                <a:gd name="connsiteX209" fmla="*/ 2037701 w 2915191"/>
                <a:gd name="connsiteY209" fmla="*/ 503669 h 835792"/>
                <a:gd name="connsiteX210" fmla="*/ 2047460 w 2915191"/>
                <a:gd name="connsiteY210" fmla="*/ 514964 h 835792"/>
                <a:gd name="connsiteX211" fmla="*/ 2057204 w 2915191"/>
                <a:gd name="connsiteY211" fmla="*/ 519766 h 835792"/>
                <a:gd name="connsiteX212" fmla="*/ 2066963 w 2915191"/>
                <a:gd name="connsiteY212" fmla="*/ 512014 h 835792"/>
                <a:gd name="connsiteX213" fmla="*/ 2076707 w 2915191"/>
                <a:gd name="connsiteY213" fmla="*/ 523324 h 835792"/>
                <a:gd name="connsiteX214" fmla="*/ 2086451 w 2915191"/>
                <a:gd name="connsiteY214" fmla="*/ 511586 h 835792"/>
                <a:gd name="connsiteX215" fmla="*/ 2096210 w 2915191"/>
                <a:gd name="connsiteY215" fmla="*/ 489892 h 835792"/>
                <a:gd name="connsiteX216" fmla="*/ 2105954 w 2915191"/>
                <a:gd name="connsiteY216" fmla="*/ 498541 h 835792"/>
                <a:gd name="connsiteX217" fmla="*/ 2115697 w 2915191"/>
                <a:gd name="connsiteY217" fmla="*/ 439386 h 835792"/>
                <a:gd name="connsiteX218" fmla="*/ 2125456 w 2915191"/>
                <a:gd name="connsiteY218" fmla="*/ 443704 h 835792"/>
                <a:gd name="connsiteX219" fmla="*/ 2135200 w 2915191"/>
                <a:gd name="connsiteY219" fmla="*/ 453285 h 835792"/>
                <a:gd name="connsiteX220" fmla="*/ 2144959 w 2915191"/>
                <a:gd name="connsiteY220" fmla="*/ 467618 h 835792"/>
                <a:gd name="connsiteX221" fmla="*/ 2154703 w 2915191"/>
                <a:gd name="connsiteY221" fmla="*/ 450799 h 835792"/>
                <a:gd name="connsiteX222" fmla="*/ 2164447 w 2915191"/>
                <a:gd name="connsiteY222" fmla="*/ 473339 h 835792"/>
                <a:gd name="connsiteX223" fmla="*/ 2174206 w 2915191"/>
                <a:gd name="connsiteY223" fmla="*/ 445582 h 835792"/>
                <a:gd name="connsiteX224" fmla="*/ 2183950 w 2915191"/>
                <a:gd name="connsiteY224" fmla="*/ 460723 h 835792"/>
                <a:gd name="connsiteX225" fmla="*/ 2193709 w 2915191"/>
                <a:gd name="connsiteY225" fmla="*/ 492830 h 835792"/>
                <a:gd name="connsiteX226" fmla="*/ 2203452 w 2915191"/>
                <a:gd name="connsiteY226" fmla="*/ 513699 h 835792"/>
                <a:gd name="connsiteX227" fmla="*/ 2213196 w 2915191"/>
                <a:gd name="connsiteY227" fmla="*/ 543971 h 835792"/>
                <a:gd name="connsiteX228" fmla="*/ 2222955 w 2915191"/>
                <a:gd name="connsiteY228" fmla="*/ 568174 h 835792"/>
                <a:gd name="connsiteX229" fmla="*/ 2232699 w 2915191"/>
                <a:gd name="connsiteY229" fmla="*/ 604166 h 835792"/>
                <a:gd name="connsiteX230" fmla="*/ 2242458 w 2915191"/>
                <a:gd name="connsiteY230" fmla="*/ 637432 h 835792"/>
                <a:gd name="connsiteX231" fmla="*/ 2252202 w 2915191"/>
                <a:gd name="connsiteY231" fmla="*/ 642629 h 835792"/>
                <a:gd name="connsiteX232" fmla="*/ 2261946 w 2915191"/>
                <a:gd name="connsiteY232" fmla="*/ 631347 h 835792"/>
                <a:gd name="connsiteX233" fmla="*/ 2271705 w 2915191"/>
                <a:gd name="connsiteY233" fmla="*/ 614802 h 835792"/>
                <a:gd name="connsiteX234" fmla="*/ 2281449 w 2915191"/>
                <a:gd name="connsiteY234" fmla="*/ 587142 h 835792"/>
                <a:gd name="connsiteX235" fmla="*/ 2291208 w 2915191"/>
                <a:gd name="connsiteY235" fmla="*/ 599948 h 835792"/>
                <a:gd name="connsiteX236" fmla="*/ 2300951 w 2915191"/>
                <a:gd name="connsiteY236" fmla="*/ 611974 h 835792"/>
                <a:gd name="connsiteX237" fmla="*/ 2310695 w 2915191"/>
                <a:gd name="connsiteY237" fmla="*/ 598114 h 835792"/>
                <a:gd name="connsiteX238" fmla="*/ 2320454 w 2915191"/>
                <a:gd name="connsiteY238" fmla="*/ 606028 h 835792"/>
                <a:gd name="connsiteX239" fmla="*/ 2330198 w 2915191"/>
                <a:gd name="connsiteY239" fmla="*/ 581102 h 835792"/>
                <a:gd name="connsiteX240" fmla="*/ 2339957 w 2915191"/>
                <a:gd name="connsiteY240" fmla="*/ 608172 h 835792"/>
                <a:gd name="connsiteX241" fmla="*/ 2349701 w 2915191"/>
                <a:gd name="connsiteY241" fmla="*/ 639321 h 835792"/>
                <a:gd name="connsiteX242" fmla="*/ 2359445 w 2915191"/>
                <a:gd name="connsiteY242" fmla="*/ 658937 h 835792"/>
                <a:gd name="connsiteX243" fmla="*/ 2369204 w 2915191"/>
                <a:gd name="connsiteY243" fmla="*/ 667775 h 835792"/>
                <a:gd name="connsiteX244" fmla="*/ 2378948 w 2915191"/>
                <a:gd name="connsiteY244" fmla="*/ 668695 h 835792"/>
                <a:gd name="connsiteX245" fmla="*/ 2388692 w 2915191"/>
                <a:gd name="connsiteY245" fmla="*/ 661123 h 835792"/>
                <a:gd name="connsiteX246" fmla="*/ 2398450 w 2915191"/>
                <a:gd name="connsiteY246" fmla="*/ 665584 h 835792"/>
                <a:gd name="connsiteX247" fmla="*/ 2408194 w 2915191"/>
                <a:gd name="connsiteY247" fmla="*/ 683178 h 835792"/>
                <a:gd name="connsiteX248" fmla="*/ 2417953 w 2915191"/>
                <a:gd name="connsiteY248" fmla="*/ 676284 h 835792"/>
                <a:gd name="connsiteX249" fmla="*/ 2427697 w 2915191"/>
                <a:gd name="connsiteY249" fmla="*/ 662242 h 835792"/>
                <a:gd name="connsiteX250" fmla="*/ 2437441 w 2915191"/>
                <a:gd name="connsiteY250" fmla="*/ 649405 h 835792"/>
                <a:gd name="connsiteX251" fmla="*/ 2447200 w 2915191"/>
                <a:gd name="connsiteY251" fmla="*/ 646932 h 835792"/>
                <a:gd name="connsiteX252" fmla="*/ 2456944 w 2915191"/>
                <a:gd name="connsiteY252" fmla="*/ 658268 h 835792"/>
                <a:gd name="connsiteX253" fmla="*/ 2466703 w 2915191"/>
                <a:gd name="connsiteY253" fmla="*/ 683623 h 835792"/>
                <a:gd name="connsiteX254" fmla="*/ 2476446 w 2915191"/>
                <a:gd name="connsiteY254" fmla="*/ 667269 h 835792"/>
                <a:gd name="connsiteX255" fmla="*/ 2486190 w 2915191"/>
                <a:gd name="connsiteY255" fmla="*/ 706262 h 835792"/>
                <a:gd name="connsiteX256" fmla="*/ 2495949 w 2915191"/>
                <a:gd name="connsiteY256" fmla="*/ 732797 h 835792"/>
                <a:gd name="connsiteX257" fmla="*/ 2505693 w 2915191"/>
                <a:gd name="connsiteY257" fmla="*/ 739079 h 835792"/>
                <a:gd name="connsiteX258" fmla="*/ 2515452 w 2915191"/>
                <a:gd name="connsiteY258" fmla="*/ 756640 h 835792"/>
                <a:gd name="connsiteX259" fmla="*/ 2525196 w 2915191"/>
                <a:gd name="connsiteY259" fmla="*/ 762801 h 835792"/>
                <a:gd name="connsiteX260" fmla="*/ 2534940 w 2915191"/>
                <a:gd name="connsiteY260" fmla="*/ 771886 h 835792"/>
                <a:gd name="connsiteX261" fmla="*/ 2544699 w 2915191"/>
                <a:gd name="connsiteY261" fmla="*/ 801060 h 835792"/>
                <a:gd name="connsiteX262" fmla="*/ 2554443 w 2915191"/>
                <a:gd name="connsiteY262" fmla="*/ 794752 h 835792"/>
                <a:gd name="connsiteX263" fmla="*/ 2564202 w 2915191"/>
                <a:gd name="connsiteY263" fmla="*/ 798129 h 835792"/>
                <a:gd name="connsiteX264" fmla="*/ 2573946 w 2915191"/>
                <a:gd name="connsiteY264" fmla="*/ 798277 h 835792"/>
                <a:gd name="connsiteX265" fmla="*/ 2583690 w 2915191"/>
                <a:gd name="connsiteY265" fmla="*/ 790422 h 835792"/>
                <a:gd name="connsiteX266" fmla="*/ 2593448 w 2915191"/>
                <a:gd name="connsiteY266" fmla="*/ 762295 h 835792"/>
                <a:gd name="connsiteX267" fmla="*/ 2603192 w 2915191"/>
                <a:gd name="connsiteY267" fmla="*/ 768017 h 835792"/>
                <a:gd name="connsiteX268" fmla="*/ 2612951 w 2915191"/>
                <a:gd name="connsiteY268" fmla="*/ 744079 h 835792"/>
                <a:gd name="connsiteX269" fmla="*/ 2622695 w 2915191"/>
                <a:gd name="connsiteY269" fmla="*/ 748730 h 835792"/>
                <a:gd name="connsiteX270" fmla="*/ 2632439 w 2915191"/>
                <a:gd name="connsiteY270" fmla="*/ 739249 h 835792"/>
                <a:gd name="connsiteX271" fmla="*/ 2642198 w 2915191"/>
                <a:gd name="connsiteY271" fmla="*/ 744207 h 835792"/>
                <a:gd name="connsiteX272" fmla="*/ 2651942 w 2915191"/>
                <a:gd name="connsiteY272" fmla="*/ 730239 h 835792"/>
                <a:gd name="connsiteX273" fmla="*/ 2661685 w 2915191"/>
                <a:gd name="connsiteY273" fmla="*/ 723001 h 835792"/>
                <a:gd name="connsiteX274" fmla="*/ 2671444 w 2915191"/>
                <a:gd name="connsiteY274" fmla="*/ 725275 h 835792"/>
                <a:gd name="connsiteX275" fmla="*/ 2681188 w 2915191"/>
                <a:gd name="connsiteY275" fmla="*/ 710576 h 835792"/>
                <a:gd name="connsiteX276" fmla="*/ 2690947 w 2915191"/>
                <a:gd name="connsiteY276" fmla="*/ 732173 h 835792"/>
                <a:gd name="connsiteX277" fmla="*/ 2700691 w 2915191"/>
                <a:gd name="connsiteY277" fmla="*/ 767400 h 835792"/>
                <a:gd name="connsiteX278" fmla="*/ 2710435 w 2915191"/>
                <a:gd name="connsiteY278" fmla="*/ 774018 h 835792"/>
                <a:gd name="connsiteX279" fmla="*/ 2720194 w 2915191"/>
                <a:gd name="connsiteY279" fmla="*/ 742632 h 835792"/>
                <a:gd name="connsiteX280" fmla="*/ 2729938 w 2915191"/>
                <a:gd name="connsiteY280" fmla="*/ 771146 h 835792"/>
                <a:gd name="connsiteX281" fmla="*/ 2739697 w 2915191"/>
                <a:gd name="connsiteY281" fmla="*/ 770817 h 835792"/>
                <a:gd name="connsiteX282" fmla="*/ 2749441 w 2915191"/>
                <a:gd name="connsiteY282" fmla="*/ 753519 h 835792"/>
                <a:gd name="connsiteX283" fmla="*/ 2759185 w 2915191"/>
                <a:gd name="connsiteY283" fmla="*/ 770683 h 835792"/>
                <a:gd name="connsiteX284" fmla="*/ 2768943 w 2915191"/>
                <a:gd name="connsiteY284" fmla="*/ 822370 h 835792"/>
                <a:gd name="connsiteX285" fmla="*/ 2778687 w 2915191"/>
                <a:gd name="connsiteY285" fmla="*/ 835554 h 835792"/>
                <a:gd name="connsiteX286" fmla="*/ 2788446 w 2915191"/>
                <a:gd name="connsiteY286" fmla="*/ 807024 h 835792"/>
                <a:gd name="connsiteX287" fmla="*/ 2798190 w 2915191"/>
                <a:gd name="connsiteY287" fmla="*/ 828625 h 835792"/>
                <a:gd name="connsiteX288" fmla="*/ 2807934 w 2915191"/>
                <a:gd name="connsiteY288" fmla="*/ 814001 h 835792"/>
                <a:gd name="connsiteX289" fmla="*/ 2817693 w 2915191"/>
                <a:gd name="connsiteY289" fmla="*/ 805774 h 835792"/>
                <a:gd name="connsiteX290" fmla="*/ 2827437 w 2915191"/>
                <a:gd name="connsiteY290" fmla="*/ 811403 h 835792"/>
                <a:gd name="connsiteX291" fmla="*/ 2837196 w 2915191"/>
                <a:gd name="connsiteY291" fmla="*/ 835793 h 835792"/>
                <a:gd name="connsiteX292" fmla="*/ 2846940 w 2915191"/>
                <a:gd name="connsiteY292" fmla="*/ 821364 h 835792"/>
                <a:gd name="connsiteX293" fmla="*/ 2856684 w 2915191"/>
                <a:gd name="connsiteY293" fmla="*/ 814755 h 835792"/>
                <a:gd name="connsiteX294" fmla="*/ 2866442 w 2915191"/>
                <a:gd name="connsiteY294" fmla="*/ 812467 h 835792"/>
                <a:gd name="connsiteX295" fmla="*/ 2876186 w 2915191"/>
                <a:gd name="connsiteY295" fmla="*/ 830295 h 835792"/>
                <a:gd name="connsiteX296" fmla="*/ 2885945 w 2915191"/>
                <a:gd name="connsiteY296" fmla="*/ 793383 h 835792"/>
                <a:gd name="connsiteX297" fmla="*/ 2895689 w 2915191"/>
                <a:gd name="connsiteY297" fmla="*/ 742535 h 835792"/>
                <a:gd name="connsiteX298" fmla="*/ 2905433 w 2915191"/>
                <a:gd name="connsiteY298" fmla="*/ 761128 h 835792"/>
                <a:gd name="connsiteX299" fmla="*/ 2915192 w 2915191"/>
                <a:gd name="connsiteY299" fmla="*/ 765061 h 835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835792">
                  <a:moveTo>
                    <a:pt x="0" y="491087"/>
                  </a:moveTo>
                  <a:lnTo>
                    <a:pt x="9750" y="509785"/>
                  </a:lnTo>
                  <a:lnTo>
                    <a:pt x="19500" y="545145"/>
                  </a:lnTo>
                  <a:lnTo>
                    <a:pt x="29250" y="552757"/>
                  </a:lnTo>
                  <a:lnTo>
                    <a:pt x="39000" y="530206"/>
                  </a:lnTo>
                  <a:lnTo>
                    <a:pt x="48749" y="475643"/>
                  </a:lnTo>
                  <a:lnTo>
                    <a:pt x="58499" y="512157"/>
                  </a:lnTo>
                  <a:lnTo>
                    <a:pt x="68249" y="525991"/>
                  </a:lnTo>
                  <a:lnTo>
                    <a:pt x="77998" y="534939"/>
                  </a:lnTo>
                  <a:lnTo>
                    <a:pt x="87748" y="526990"/>
                  </a:lnTo>
                  <a:lnTo>
                    <a:pt x="97497" y="508136"/>
                  </a:lnTo>
                  <a:lnTo>
                    <a:pt x="107247" y="486175"/>
                  </a:lnTo>
                  <a:lnTo>
                    <a:pt x="116997" y="474612"/>
                  </a:lnTo>
                  <a:lnTo>
                    <a:pt x="126747" y="495168"/>
                  </a:lnTo>
                  <a:lnTo>
                    <a:pt x="136497" y="494166"/>
                  </a:lnTo>
                  <a:lnTo>
                    <a:pt x="146247" y="498609"/>
                  </a:lnTo>
                  <a:lnTo>
                    <a:pt x="155997" y="550713"/>
                  </a:lnTo>
                  <a:lnTo>
                    <a:pt x="165747" y="510514"/>
                  </a:lnTo>
                  <a:lnTo>
                    <a:pt x="175497" y="513254"/>
                  </a:lnTo>
                  <a:lnTo>
                    <a:pt x="185247" y="478020"/>
                  </a:lnTo>
                  <a:lnTo>
                    <a:pt x="194996" y="458166"/>
                  </a:lnTo>
                  <a:lnTo>
                    <a:pt x="204746" y="491370"/>
                  </a:lnTo>
                  <a:lnTo>
                    <a:pt x="214495" y="515015"/>
                  </a:lnTo>
                  <a:lnTo>
                    <a:pt x="224245" y="477402"/>
                  </a:lnTo>
                  <a:lnTo>
                    <a:pt x="233995" y="466778"/>
                  </a:lnTo>
                  <a:lnTo>
                    <a:pt x="243744" y="438000"/>
                  </a:lnTo>
                  <a:lnTo>
                    <a:pt x="253494" y="415640"/>
                  </a:lnTo>
                  <a:lnTo>
                    <a:pt x="263244" y="429889"/>
                  </a:lnTo>
                  <a:lnTo>
                    <a:pt x="272994" y="428919"/>
                  </a:lnTo>
                  <a:lnTo>
                    <a:pt x="282744" y="438602"/>
                  </a:lnTo>
                  <a:lnTo>
                    <a:pt x="292494" y="413369"/>
                  </a:lnTo>
                  <a:lnTo>
                    <a:pt x="302244" y="396009"/>
                  </a:lnTo>
                  <a:lnTo>
                    <a:pt x="311994" y="341835"/>
                  </a:lnTo>
                  <a:lnTo>
                    <a:pt x="321744" y="335227"/>
                  </a:lnTo>
                  <a:lnTo>
                    <a:pt x="331493" y="302323"/>
                  </a:lnTo>
                  <a:lnTo>
                    <a:pt x="341243" y="271120"/>
                  </a:lnTo>
                  <a:lnTo>
                    <a:pt x="350993" y="257366"/>
                  </a:lnTo>
                  <a:lnTo>
                    <a:pt x="360742" y="301314"/>
                  </a:lnTo>
                  <a:lnTo>
                    <a:pt x="370492" y="304072"/>
                  </a:lnTo>
                  <a:lnTo>
                    <a:pt x="380241" y="311392"/>
                  </a:lnTo>
                  <a:lnTo>
                    <a:pt x="389991" y="280409"/>
                  </a:lnTo>
                  <a:lnTo>
                    <a:pt x="399741" y="267228"/>
                  </a:lnTo>
                  <a:lnTo>
                    <a:pt x="409491" y="258628"/>
                  </a:lnTo>
                  <a:lnTo>
                    <a:pt x="419241" y="249229"/>
                  </a:lnTo>
                  <a:lnTo>
                    <a:pt x="428991" y="262760"/>
                  </a:lnTo>
                  <a:lnTo>
                    <a:pt x="438741" y="274806"/>
                  </a:lnTo>
                  <a:lnTo>
                    <a:pt x="448491" y="266614"/>
                  </a:lnTo>
                  <a:lnTo>
                    <a:pt x="458241" y="270557"/>
                  </a:lnTo>
                  <a:lnTo>
                    <a:pt x="467991" y="272131"/>
                  </a:lnTo>
                  <a:lnTo>
                    <a:pt x="477740" y="265343"/>
                  </a:lnTo>
                  <a:lnTo>
                    <a:pt x="487490" y="298099"/>
                  </a:lnTo>
                  <a:lnTo>
                    <a:pt x="497239" y="269223"/>
                  </a:lnTo>
                  <a:lnTo>
                    <a:pt x="506989" y="290225"/>
                  </a:lnTo>
                  <a:lnTo>
                    <a:pt x="516738" y="305367"/>
                  </a:lnTo>
                  <a:lnTo>
                    <a:pt x="526488" y="323917"/>
                  </a:lnTo>
                  <a:lnTo>
                    <a:pt x="536238" y="280601"/>
                  </a:lnTo>
                  <a:lnTo>
                    <a:pt x="545988" y="306469"/>
                  </a:lnTo>
                  <a:lnTo>
                    <a:pt x="555738" y="273676"/>
                  </a:lnTo>
                  <a:lnTo>
                    <a:pt x="565488" y="249038"/>
                  </a:lnTo>
                  <a:lnTo>
                    <a:pt x="575238" y="281254"/>
                  </a:lnTo>
                  <a:lnTo>
                    <a:pt x="584988" y="281667"/>
                  </a:lnTo>
                  <a:lnTo>
                    <a:pt x="594738" y="271261"/>
                  </a:lnTo>
                  <a:lnTo>
                    <a:pt x="604488" y="274199"/>
                  </a:lnTo>
                  <a:lnTo>
                    <a:pt x="614237" y="264591"/>
                  </a:lnTo>
                  <a:lnTo>
                    <a:pt x="623987" y="274825"/>
                  </a:lnTo>
                  <a:lnTo>
                    <a:pt x="633736" y="266812"/>
                  </a:lnTo>
                  <a:lnTo>
                    <a:pt x="643486" y="257666"/>
                  </a:lnTo>
                  <a:lnTo>
                    <a:pt x="653236" y="265431"/>
                  </a:lnTo>
                  <a:lnTo>
                    <a:pt x="662985" y="270065"/>
                  </a:lnTo>
                  <a:lnTo>
                    <a:pt x="672735" y="254916"/>
                  </a:lnTo>
                  <a:lnTo>
                    <a:pt x="682485" y="248302"/>
                  </a:lnTo>
                  <a:lnTo>
                    <a:pt x="692235" y="221865"/>
                  </a:lnTo>
                  <a:lnTo>
                    <a:pt x="701985" y="230875"/>
                  </a:lnTo>
                  <a:lnTo>
                    <a:pt x="711735" y="217401"/>
                  </a:lnTo>
                  <a:lnTo>
                    <a:pt x="721485" y="168424"/>
                  </a:lnTo>
                  <a:lnTo>
                    <a:pt x="731235" y="143231"/>
                  </a:lnTo>
                  <a:lnTo>
                    <a:pt x="740985" y="117513"/>
                  </a:lnTo>
                  <a:lnTo>
                    <a:pt x="750734" y="120160"/>
                  </a:lnTo>
                  <a:lnTo>
                    <a:pt x="760484" y="64890"/>
                  </a:lnTo>
                  <a:lnTo>
                    <a:pt x="770233" y="74128"/>
                  </a:lnTo>
                  <a:lnTo>
                    <a:pt x="779983" y="34159"/>
                  </a:lnTo>
                  <a:lnTo>
                    <a:pt x="789733" y="0"/>
                  </a:lnTo>
                  <a:lnTo>
                    <a:pt x="799482" y="35933"/>
                  </a:lnTo>
                  <a:lnTo>
                    <a:pt x="809232" y="26261"/>
                  </a:lnTo>
                  <a:lnTo>
                    <a:pt x="818982" y="12389"/>
                  </a:lnTo>
                  <a:lnTo>
                    <a:pt x="828732" y="4736"/>
                  </a:lnTo>
                  <a:lnTo>
                    <a:pt x="838482" y="19907"/>
                  </a:lnTo>
                  <a:lnTo>
                    <a:pt x="848232" y="45384"/>
                  </a:lnTo>
                  <a:lnTo>
                    <a:pt x="857982" y="37298"/>
                  </a:lnTo>
                  <a:lnTo>
                    <a:pt x="867732" y="43058"/>
                  </a:lnTo>
                  <a:lnTo>
                    <a:pt x="877482" y="39044"/>
                  </a:lnTo>
                  <a:lnTo>
                    <a:pt x="887231" y="53858"/>
                  </a:lnTo>
                  <a:lnTo>
                    <a:pt x="896981" y="44688"/>
                  </a:lnTo>
                  <a:lnTo>
                    <a:pt x="906730" y="47447"/>
                  </a:lnTo>
                  <a:lnTo>
                    <a:pt x="916480" y="88495"/>
                  </a:lnTo>
                  <a:lnTo>
                    <a:pt x="926230" y="82232"/>
                  </a:lnTo>
                  <a:lnTo>
                    <a:pt x="935979" y="82522"/>
                  </a:lnTo>
                  <a:lnTo>
                    <a:pt x="945729" y="119344"/>
                  </a:lnTo>
                  <a:lnTo>
                    <a:pt x="955479" y="136062"/>
                  </a:lnTo>
                  <a:lnTo>
                    <a:pt x="965229" y="148728"/>
                  </a:lnTo>
                  <a:lnTo>
                    <a:pt x="974979" y="161886"/>
                  </a:lnTo>
                  <a:lnTo>
                    <a:pt x="984729" y="148818"/>
                  </a:lnTo>
                  <a:lnTo>
                    <a:pt x="994474" y="203040"/>
                  </a:lnTo>
                  <a:lnTo>
                    <a:pt x="1004233" y="201394"/>
                  </a:lnTo>
                  <a:lnTo>
                    <a:pt x="1013977" y="199332"/>
                  </a:lnTo>
                  <a:lnTo>
                    <a:pt x="1023721" y="163332"/>
                  </a:lnTo>
                  <a:lnTo>
                    <a:pt x="1033480" y="171657"/>
                  </a:lnTo>
                  <a:lnTo>
                    <a:pt x="1043224" y="170830"/>
                  </a:lnTo>
                  <a:lnTo>
                    <a:pt x="1052983" y="161749"/>
                  </a:lnTo>
                  <a:lnTo>
                    <a:pt x="1062727" y="171599"/>
                  </a:lnTo>
                  <a:lnTo>
                    <a:pt x="1072471" y="191221"/>
                  </a:lnTo>
                  <a:lnTo>
                    <a:pt x="1082230" y="196106"/>
                  </a:lnTo>
                  <a:lnTo>
                    <a:pt x="1091973" y="198861"/>
                  </a:lnTo>
                  <a:lnTo>
                    <a:pt x="1101732" y="201464"/>
                  </a:lnTo>
                  <a:lnTo>
                    <a:pt x="1111476" y="190382"/>
                  </a:lnTo>
                  <a:lnTo>
                    <a:pt x="1121220" y="175653"/>
                  </a:lnTo>
                  <a:lnTo>
                    <a:pt x="1130979" y="192543"/>
                  </a:lnTo>
                  <a:lnTo>
                    <a:pt x="1140723" y="224456"/>
                  </a:lnTo>
                  <a:lnTo>
                    <a:pt x="1150482" y="220001"/>
                  </a:lnTo>
                  <a:lnTo>
                    <a:pt x="1160226" y="221877"/>
                  </a:lnTo>
                  <a:lnTo>
                    <a:pt x="1169969" y="212057"/>
                  </a:lnTo>
                  <a:lnTo>
                    <a:pt x="1179728" y="224248"/>
                  </a:lnTo>
                  <a:lnTo>
                    <a:pt x="1189472" y="246295"/>
                  </a:lnTo>
                  <a:lnTo>
                    <a:pt x="1199231" y="258882"/>
                  </a:lnTo>
                  <a:lnTo>
                    <a:pt x="1208975" y="269353"/>
                  </a:lnTo>
                  <a:lnTo>
                    <a:pt x="1218719" y="261194"/>
                  </a:lnTo>
                  <a:lnTo>
                    <a:pt x="1228478" y="271620"/>
                  </a:lnTo>
                  <a:lnTo>
                    <a:pt x="1238222" y="236220"/>
                  </a:lnTo>
                  <a:lnTo>
                    <a:pt x="1247966" y="234300"/>
                  </a:lnTo>
                  <a:lnTo>
                    <a:pt x="1257725" y="247499"/>
                  </a:lnTo>
                  <a:lnTo>
                    <a:pt x="1267469" y="266640"/>
                  </a:lnTo>
                  <a:lnTo>
                    <a:pt x="1277227" y="259695"/>
                  </a:lnTo>
                  <a:lnTo>
                    <a:pt x="1286971" y="255474"/>
                  </a:lnTo>
                  <a:lnTo>
                    <a:pt x="1296715" y="262095"/>
                  </a:lnTo>
                  <a:lnTo>
                    <a:pt x="1306474" y="275168"/>
                  </a:lnTo>
                  <a:lnTo>
                    <a:pt x="1316218" y="282492"/>
                  </a:lnTo>
                  <a:lnTo>
                    <a:pt x="1325977" y="300209"/>
                  </a:lnTo>
                  <a:lnTo>
                    <a:pt x="1335721" y="327024"/>
                  </a:lnTo>
                  <a:lnTo>
                    <a:pt x="1345465" y="380307"/>
                  </a:lnTo>
                  <a:lnTo>
                    <a:pt x="1355224" y="383117"/>
                  </a:lnTo>
                  <a:lnTo>
                    <a:pt x="1364967" y="393327"/>
                  </a:lnTo>
                  <a:lnTo>
                    <a:pt x="1374726" y="401204"/>
                  </a:lnTo>
                  <a:lnTo>
                    <a:pt x="1384470" y="413724"/>
                  </a:lnTo>
                  <a:lnTo>
                    <a:pt x="1394214" y="395820"/>
                  </a:lnTo>
                  <a:lnTo>
                    <a:pt x="1403973" y="401493"/>
                  </a:lnTo>
                  <a:lnTo>
                    <a:pt x="1413717" y="392762"/>
                  </a:lnTo>
                  <a:lnTo>
                    <a:pt x="1423476" y="383565"/>
                  </a:lnTo>
                  <a:lnTo>
                    <a:pt x="1433220" y="391098"/>
                  </a:lnTo>
                  <a:lnTo>
                    <a:pt x="1442964" y="403683"/>
                  </a:lnTo>
                  <a:lnTo>
                    <a:pt x="1452722" y="379772"/>
                  </a:lnTo>
                  <a:lnTo>
                    <a:pt x="1462466" y="356746"/>
                  </a:lnTo>
                  <a:lnTo>
                    <a:pt x="1472225" y="356354"/>
                  </a:lnTo>
                  <a:lnTo>
                    <a:pt x="1481969" y="372700"/>
                  </a:lnTo>
                  <a:lnTo>
                    <a:pt x="1491713" y="341815"/>
                  </a:lnTo>
                  <a:lnTo>
                    <a:pt x="1501472" y="338578"/>
                  </a:lnTo>
                  <a:lnTo>
                    <a:pt x="1511216" y="344195"/>
                  </a:lnTo>
                  <a:lnTo>
                    <a:pt x="1520960" y="346261"/>
                  </a:lnTo>
                  <a:lnTo>
                    <a:pt x="1530719" y="382241"/>
                  </a:lnTo>
                  <a:lnTo>
                    <a:pt x="1540463" y="356802"/>
                  </a:lnTo>
                  <a:lnTo>
                    <a:pt x="1550221" y="399044"/>
                  </a:lnTo>
                  <a:lnTo>
                    <a:pt x="1559965" y="376050"/>
                  </a:lnTo>
                  <a:lnTo>
                    <a:pt x="1569709" y="373093"/>
                  </a:lnTo>
                  <a:lnTo>
                    <a:pt x="1579468" y="388598"/>
                  </a:lnTo>
                  <a:lnTo>
                    <a:pt x="1589212" y="408256"/>
                  </a:lnTo>
                  <a:lnTo>
                    <a:pt x="1598971" y="423828"/>
                  </a:lnTo>
                  <a:lnTo>
                    <a:pt x="1608715" y="450381"/>
                  </a:lnTo>
                  <a:lnTo>
                    <a:pt x="1618459" y="447342"/>
                  </a:lnTo>
                  <a:lnTo>
                    <a:pt x="1628218" y="459970"/>
                  </a:lnTo>
                  <a:lnTo>
                    <a:pt x="1637962" y="477547"/>
                  </a:lnTo>
                  <a:lnTo>
                    <a:pt x="1647720" y="468475"/>
                  </a:lnTo>
                  <a:lnTo>
                    <a:pt x="1657464" y="484250"/>
                  </a:lnTo>
                  <a:lnTo>
                    <a:pt x="1667208" y="482067"/>
                  </a:lnTo>
                  <a:lnTo>
                    <a:pt x="1676967" y="473314"/>
                  </a:lnTo>
                  <a:lnTo>
                    <a:pt x="1686711" y="448978"/>
                  </a:lnTo>
                  <a:lnTo>
                    <a:pt x="1696470" y="436399"/>
                  </a:lnTo>
                  <a:lnTo>
                    <a:pt x="1706214" y="391669"/>
                  </a:lnTo>
                  <a:lnTo>
                    <a:pt x="1715958" y="392764"/>
                  </a:lnTo>
                  <a:lnTo>
                    <a:pt x="1725716" y="383777"/>
                  </a:lnTo>
                  <a:lnTo>
                    <a:pt x="1735460" y="375042"/>
                  </a:lnTo>
                  <a:lnTo>
                    <a:pt x="1745219" y="365897"/>
                  </a:lnTo>
                  <a:lnTo>
                    <a:pt x="1754963" y="345586"/>
                  </a:lnTo>
                  <a:lnTo>
                    <a:pt x="1764707" y="366084"/>
                  </a:lnTo>
                  <a:lnTo>
                    <a:pt x="1774466" y="372992"/>
                  </a:lnTo>
                  <a:lnTo>
                    <a:pt x="1784210" y="355888"/>
                  </a:lnTo>
                  <a:lnTo>
                    <a:pt x="1793969" y="331584"/>
                  </a:lnTo>
                  <a:lnTo>
                    <a:pt x="1803713" y="318685"/>
                  </a:lnTo>
                  <a:lnTo>
                    <a:pt x="1813457" y="325361"/>
                  </a:lnTo>
                  <a:lnTo>
                    <a:pt x="1823215" y="319044"/>
                  </a:lnTo>
                  <a:lnTo>
                    <a:pt x="1832959" y="342063"/>
                  </a:lnTo>
                  <a:lnTo>
                    <a:pt x="1842703" y="396334"/>
                  </a:lnTo>
                  <a:lnTo>
                    <a:pt x="1852462" y="377092"/>
                  </a:lnTo>
                  <a:lnTo>
                    <a:pt x="1862206" y="365964"/>
                  </a:lnTo>
                  <a:lnTo>
                    <a:pt x="1871965" y="365773"/>
                  </a:lnTo>
                  <a:lnTo>
                    <a:pt x="1881709" y="365888"/>
                  </a:lnTo>
                  <a:lnTo>
                    <a:pt x="1891453" y="361613"/>
                  </a:lnTo>
                  <a:lnTo>
                    <a:pt x="1901212" y="387742"/>
                  </a:lnTo>
                  <a:lnTo>
                    <a:pt x="1910956" y="431883"/>
                  </a:lnTo>
                  <a:lnTo>
                    <a:pt x="1920714" y="406760"/>
                  </a:lnTo>
                  <a:lnTo>
                    <a:pt x="1930458" y="426604"/>
                  </a:lnTo>
                  <a:lnTo>
                    <a:pt x="1940202" y="426263"/>
                  </a:lnTo>
                  <a:lnTo>
                    <a:pt x="1949961" y="435594"/>
                  </a:lnTo>
                  <a:lnTo>
                    <a:pt x="1959705" y="453474"/>
                  </a:lnTo>
                  <a:lnTo>
                    <a:pt x="1969464" y="440390"/>
                  </a:lnTo>
                  <a:lnTo>
                    <a:pt x="1979208" y="439733"/>
                  </a:lnTo>
                  <a:lnTo>
                    <a:pt x="1988952" y="445430"/>
                  </a:lnTo>
                  <a:lnTo>
                    <a:pt x="1998711" y="441935"/>
                  </a:lnTo>
                  <a:lnTo>
                    <a:pt x="2008454" y="439863"/>
                  </a:lnTo>
                  <a:lnTo>
                    <a:pt x="2018213" y="450530"/>
                  </a:lnTo>
                  <a:lnTo>
                    <a:pt x="2027957" y="501072"/>
                  </a:lnTo>
                  <a:lnTo>
                    <a:pt x="2037701" y="503669"/>
                  </a:lnTo>
                  <a:lnTo>
                    <a:pt x="2047460" y="514964"/>
                  </a:lnTo>
                  <a:lnTo>
                    <a:pt x="2057204" y="519766"/>
                  </a:lnTo>
                  <a:lnTo>
                    <a:pt x="2066963" y="512014"/>
                  </a:lnTo>
                  <a:lnTo>
                    <a:pt x="2076707" y="523324"/>
                  </a:lnTo>
                  <a:lnTo>
                    <a:pt x="2086451" y="511586"/>
                  </a:lnTo>
                  <a:lnTo>
                    <a:pt x="2096210" y="489892"/>
                  </a:lnTo>
                  <a:lnTo>
                    <a:pt x="2105954" y="498541"/>
                  </a:lnTo>
                  <a:lnTo>
                    <a:pt x="2115697" y="439386"/>
                  </a:lnTo>
                  <a:lnTo>
                    <a:pt x="2125456" y="443704"/>
                  </a:lnTo>
                  <a:lnTo>
                    <a:pt x="2135200" y="453285"/>
                  </a:lnTo>
                  <a:lnTo>
                    <a:pt x="2144959" y="467618"/>
                  </a:lnTo>
                  <a:lnTo>
                    <a:pt x="2154703" y="450799"/>
                  </a:lnTo>
                  <a:lnTo>
                    <a:pt x="2164447" y="473339"/>
                  </a:lnTo>
                  <a:lnTo>
                    <a:pt x="2174206" y="445582"/>
                  </a:lnTo>
                  <a:lnTo>
                    <a:pt x="2183950" y="460723"/>
                  </a:lnTo>
                  <a:lnTo>
                    <a:pt x="2193709" y="492830"/>
                  </a:lnTo>
                  <a:lnTo>
                    <a:pt x="2203452" y="513699"/>
                  </a:lnTo>
                  <a:lnTo>
                    <a:pt x="2213196" y="543971"/>
                  </a:lnTo>
                  <a:lnTo>
                    <a:pt x="2222955" y="568174"/>
                  </a:lnTo>
                  <a:lnTo>
                    <a:pt x="2232699" y="604166"/>
                  </a:lnTo>
                  <a:lnTo>
                    <a:pt x="2242458" y="637432"/>
                  </a:lnTo>
                  <a:lnTo>
                    <a:pt x="2252202" y="642629"/>
                  </a:lnTo>
                  <a:lnTo>
                    <a:pt x="2261946" y="631347"/>
                  </a:lnTo>
                  <a:lnTo>
                    <a:pt x="2271705" y="614802"/>
                  </a:lnTo>
                  <a:lnTo>
                    <a:pt x="2281449" y="587142"/>
                  </a:lnTo>
                  <a:lnTo>
                    <a:pt x="2291208" y="599948"/>
                  </a:lnTo>
                  <a:lnTo>
                    <a:pt x="2300951" y="611974"/>
                  </a:lnTo>
                  <a:lnTo>
                    <a:pt x="2310695" y="598114"/>
                  </a:lnTo>
                  <a:lnTo>
                    <a:pt x="2320454" y="606028"/>
                  </a:lnTo>
                  <a:lnTo>
                    <a:pt x="2330198" y="581102"/>
                  </a:lnTo>
                  <a:lnTo>
                    <a:pt x="2339957" y="608172"/>
                  </a:lnTo>
                  <a:lnTo>
                    <a:pt x="2349701" y="639321"/>
                  </a:lnTo>
                  <a:lnTo>
                    <a:pt x="2359445" y="658937"/>
                  </a:lnTo>
                  <a:lnTo>
                    <a:pt x="2369204" y="667775"/>
                  </a:lnTo>
                  <a:lnTo>
                    <a:pt x="2378948" y="668695"/>
                  </a:lnTo>
                  <a:lnTo>
                    <a:pt x="2388692" y="661123"/>
                  </a:lnTo>
                  <a:lnTo>
                    <a:pt x="2398450" y="665584"/>
                  </a:lnTo>
                  <a:lnTo>
                    <a:pt x="2408194" y="683178"/>
                  </a:lnTo>
                  <a:lnTo>
                    <a:pt x="2417953" y="676284"/>
                  </a:lnTo>
                  <a:lnTo>
                    <a:pt x="2427697" y="662242"/>
                  </a:lnTo>
                  <a:lnTo>
                    <a:pt x="2437441" y="649405"/>
                  </a:lnTo>
                  <a:lnTo>
                    <a:pt x="2447200" y="646932"/>
                  </a:lnTo>
                  <a:lnTo>
                    <a:pt x="2456944" y="658268"/>
                  </a:lnTo>
                  <a:lnTo>
                    <a:pt x="2466703" y="683623"/>
                  </a:lnTo>
                  <a:lnTo>
                    <a:pt x="2476446" y="667269"/>
                  </a:lnTo>
                  <a:lnTo>
                    <a:pt x="2486190" y="706262"/>
                  </a:lnTo>
                  <a:lnTo>
                    <a:pt x="2495949" y="732797"/>
                  </a:lnTo>
                  <a:lnTo>
                    <a:pt x="2505693" y="739079"/>
                  </a:lnTo>
                  <a:lnTo>
                    <a:pt x="2515452" y="756640"/>
                  </a:lnTo>
                  <a:lnTo>
                    <a:pt x="2525196" y="762801"/>
                  </a:lnTo>
                  <a:lnTo>
                    <a:pt x="2534940" y="771886"/>
                  </a:lnTo>
                  <a:lnTo>
                    <a:pt x="2544699" y="801060"/>
                  </a:lnTo>
                  <a:lnTo>
                    <a:pt x="2554443" y="794752"/>
                  </a:lnTo>
                  <a:lnTo>
                    <a:pt x="2564202" y="798129"/>
                  </a:lnTo>
                  <a:lnTo>
                    <a:pt x="2573946" y="798277"/>
                  </a:lnTo>
                  <a:lnTo>
                    <a:pt x="2583690" y="790422"/>
                  </a:lnTo>
                  <a:lnTo>
                    <a:pt x="2593448" y="762295"/>
                  </a:lnTo>
                  <a:lnTo>
                    <a:pt x="2603192" y="768017"/>
                  </a:lnTo>
                  <a:lnTo>
                    <a:pt x="2612951" y="744079"/>
                  </a:lnTo>
                  <a:lnTo>
                    <a:pt x="2622695" y="748730"/>
                  </a:lnTo>
                  <a:lnTo>
                    <a:pt x="2632439" y="739249"/>
                  </a:lnTo>
                  <a:lnTo>
                    <a:pt x="2642198" y="744207"/>
                  </a:lnTo>
                  <a:lnTo>
                    <a:pt x="2651942" y="730239"/>
                  </a:lnTo>
                  <a:lnTo>
                    <a:pt x="2661685" y="723001"/>
                  </a:lnTo>
                  <a:lnTo>
                    <a:pt x="2671444" y="725275"/>
                  </a:lnTo>
                  <a:lnTo>
                    <a:pt x="2681188" y="710576"/>
                  </a:lnTo>
                  <a:lnTo>
                    <a:pt x="2690947" y="732173"/>
                  </a:lnTo>
                  <a:lnTo>
                    <a:pt x="2700691" y="767400"/>
                  </a:lnTo>
                  <a:lnTo>
                    <a:pt x="2710435" y="774018"/>
                  </a:lnTo>
                  <a:lnTo>
                    <a:pt x="2720194" y="742632"/>
                  </a:lnTo>
                  <a:lnTo>
                    <a:pt x="2729938" y="771146"/>
                  </a:lnTo>
                  <a:lnTo>
                    <a:pt x="2739697" y="770817"/>
                  </a:lnTo>
                  <a:lnTo>
                    <a:pt x="2749441" y="753519"/>
                  </a:lnTo>
                  <a:lnTo>
                    <a:pt x="2759185" y="770683"/>
                  </a:lnTo>
                  <a:lnTo>
                    <a:pt x="2768943" y="822370"/>
                  </a:lnTo>
                  <a:lnTo>
                    <a:pt x="2778687" y="835554"/>
                  </a:lnTo>
                  <a:lnTo>
                    <a:pt x="2788446" y="807024"/>
                  </a:lnTo>
                  <a:lnTo>
                    <a:pt x="2798190" y="828625"/>
                  </a:lnTo>
                  <a:lnTo>
                    <a:pt x="2807934" y="814001"/>
                  </a:lnTo>
                  <a:lnTo>
                    <a:pt x="2817693" y="805774"/>
                  </a:lnTo>
                  <a:lnTo>
                    <a:pt x="2827437" y="811403"/>
                  </a:lnTo>
                  <a:lnTo>
                    <a:pt x="2837196" y="835793"/>
                  </a:lnTo>
                  <a:lnTo>
                    <a:pt x="2846940" y="821364"/>
                  </a:lnTo>
                  <a:lnTo>
                    <a:pt x="2856684" y="814755"/>
                  </a:lnTo>
                  <a:lnTo>
                    <a:pt x="2866442" y="812467"/>
                  </a:lnTo>
                  <a:lnTo>
                    <a:pt x="2876186" y="830295"/>
                  </a:lnTo>
                  <a:lnTo>
                    <a:pt x="2885945" y="793383"/>
                  </a:lnTo>
                  <a:lnTo>
                    <a:pt x="2895689" y="742535"/>
                  </a:lnTo>
                  <a:lnTo>
                    <a:pt x="2905433" y="761128"/>
                  </a:lnTo>
                  <a:lnTo>
                    <a:pt x="2915192" y="76506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7" name="Freeform 956">
              <a:extLst>
                <a:ext uri="{FF2B5EF4-FFF2-40B4-BE49-F238E27FC236}">
                  <a16:creationId xmlns:a16="http://schemas.microsoft.com/office/drawing/2014/main" id="{3E342AB2-0C59-D5FA-2497-151DC9960A2D}"/>
                </a:ext>
              </a:extLst>
            </p:cNvPr>
            <p:cNvSpPr/>
            <p:nvPr/>
          </p:nvSpPr>
          <p:spPr>
            <a:xfrm>
              <a:off x="4426652" y="3258296"/>
              <a:ext cx="2915191" cy="396750"/>
            </a:xfrm>
            <a:custGeom>
              <a:avLst/>
              <a:gdLst>
                <a:gd name="connsiteX0" fmla="*/ 0 w 2915191"/>
                <a:gd name="connsiteY0" fmla="*/ 301012 h 396750"/>
                <a:gd name="connsiteX1" fmla="*/ 9750 w 2915191"/>
                <a:gd name="connsiteY1" fmla="*/ 307010 h 396750"/>
                <a:gd name="connsiteX2" fmla="*/ 19500 w 2915191"/>
                <a:gd name="connsiteY2" fmla="*/ 301542 h 396750"/>
                <a:gd name="connsiteX3" fmla="*/ 29250 w 2915191"/>
                <a:gd name="connsiteY3" fmla="*/ 288151 h 396750"/>
                <a:gd name="connsiteX4" fmla="*/ 39000 w 2915191"/>
                <a:gd name="connsiteY4" fmla="*/ 336361 h 396750"/>
                <a:gd name="connsiteX5" fmla="*/ 48749 w 2915191"/>
                <a:gd name="connsiteY5" fmla="*/ 304415 h 396750"/>
                <a:gd name="connsiteX6" fmla="*/ 58499 w 2915191"/>
                <a:gd name="connsiteY6" fmla="*/ 282257 h 396750"/>
                <a:gd name="connsiteX7" fmla="*/ 68249 w 2915191"/>
                <a:gd name="connsiteY7" fmla="*/ 321967 h 396750"/>
                <a:gd name="connsiteX8" fmla="*/ 77998 w 2915191"/>
                <a:gd name="connsiteY8" fmla="*/ 323610 h 396750"/>
                <a:gd name="connsiteX9" fmla="*/ 87748 w 2915191"/>
                <a:gd name="connsiteY9" fmla="*/ 302659 h 396750"/>
                <a:gd name="connsiteX10" fmla="*/ 97497 w 2915191"/>
                <a:gd name="connsiteY10" fmla="*/ 346859 h 396750"/>
                <a:gd name="connsiteX11" fmla="*/ 107247 w 2915191"/>
                <a:gd name="connsiteY11" fmla="*/ 336476 h 396750"/>
                <a:gd name="connsiteX12" fmla="*/ 116997 w 2915191"/>
                <a:gd name="connsiteY12" fmla="*/ 361217 h 396750"/>
                <a:gd name="connsiteX13" fmla="*/ 126747 w 2915191"/>
                <a:gd name="connsiteY13" fmla="*/ 337121 h 396750"/>
                <a:gd name="connsiteX14" fmla="*/ 136497 w 2915191"/>
                <a:gd name="connsiteY14" fmla="*/ 312386 h 396750"/>
                <a:gd name="connsiteX15" fmla="*/ 146247 w 2915191"/>
                <a:gd name="connsiteY15" fmla="*/ 293581 h 396750"/>
                <a:gd name="connsiteX16" fmla="*/ 155997 w 2915191"/>
                <a:gd name="connsiteY16" fmla="*/ 273271 h 396750"/>
                <a:gd name="connsiteX17" fmla="*/ 165747 w 2915191"/>
                <a:gd name="connsiteY17" fmla="*/ 276847 h 396750"/>
                <a:gd name="connsiteX18" fmla="*/ 175497 w 2915191"/>
                <a:gd name="connsiteY18" fmla="*/ 252983 h 396750"/>
                <a:gd name="connsiteX19" fmla="*/ 185247 w 2915191"/>
                <a:gd name="connsiteY19" fmla="*/ 241773 h 396750"/>
                <a:gd name="connsiteX20" fmla="*/ 194996 w 2915191"/>
                <a:gd name="connsiteY20" fmla="*/ 253454 h 396750"/>
                <a:gd name="connsiteX21" fmla="*/ 204746 w 2915191"/>
                <a:gd name="connsiteY21" fmla="*/ 264788 h 396750"/>
                <a:gd name="connsiteX22" fmla="*/ 214495 w 2915191"/>
                <a:gd name="connsiteY22" fmla="*/ 201744 h 396750"/>
                <a:gd name="connsiteX23" fmla="*/ 224245 w 2915191"/>
                <a:gd name="connsiteY23" fmla="*/ 184849 h 396750"/>
                <a:gd name="connsiteX24" fmla="*/ 233995 w 2915191"/>
                <a:gd name="connsiteY24" fmla="*/ 207190 h 396750"/>
                <a:gd name="connsiteX25" fmla="*/ 243744 w 2915191"/>
                <a:gd name="connsiteY25" fmla="*/ 200350 h 396750"/>
                <a:gd name="connsiteX26" fmla="*/ 253494 w 2915191"/>
                <a:gd name="connsiteY26" fmla="*/ 221082 h 396750"/>
                <a:gd name="connsiteX27" fmla="*/ 263244 w 2915191"/>
                <a:gd name="connsiteY27" fmla="*/ 236283 h 396750"/>
                <a:gd name="connsiteX28" fmla="*/ 272994 w 2915191"/>
                <a:gd name="connsiteY28" fmla="*/ 242570 h 396750"/>
                <a:gd name="connsiteX29" fmla="*/ 282744 w 2915191"/>
                <a:gd name="connsiteY29" fmla="*/ 227636 h 396750"/>
                <a:gd name="connsiteX30" fmla="*/ 292494 w 2915191"/>
                <a:gd name="connsiteY30" fmla="*/ 222990 h 396750"/>
                <a:gd name="connsiteX31" fmla="*/ 302244 w 2915191"/>
                <a:gd name="connsiteY31" fmla="*/ 198851 h 396750"/>
                <a:gd name="connsiteX32" fmla="*/ 311994 w 2915191"/>
                <a:gd name="connsiteY32" fmla="*/ 215401 h 396750"/>
                <a:gd name="connsiteX33" fmla="*/ 321744 w 2915191"/>
                <a:gd name="connsiteY33" fmla="*/ 220715 h 396750"/>
                <a:gd name="connsiteX34" fmla="*/ 331493 w 2915191"/>
                <a:gd name="connsiteY34" fmla="*/ 236871 h 396750"/>
                <a:gd name="connsiteX35" fmla="*/ 341243 w 2915191"/>
                <a:gd name="connsiteY35" fmla="*/ 276031 h 396750"/>
                <a:gd name="connsiteX36" fmla="*/ 350993 w 2915191"/>
                <a:gd name="connsiteY36" fmla="*/ 249168 h 396750"/>
                <a:gd name="connsiteX37" fmla="*/ 360742 w 2915191"/>
                <a:gd name="connsiteY37" fmla="*/ 263308 h 396750"/>
                <a:gd name="connsiteX38" fmla="*/ 370492 w 2915191"/>
                <a:gd name="connsiteY38" fmla="*/ 257320 h 396750"/>
                <a:gd name="connsiteX39" fmla="*/ 380241 w 2915191"/>
                <a:gd name="connsiteY39" fmla="*/ 219826 h 396750"/>
                <a:gd name="connsiteX40" fmla="*/ 389991 w 2915191"/>
                <a:gd name="connsiteY40" fmla="*/ 219559 h 396750"/>
                <a:gd name="connsiteX41" fmla="*/ 399741 w 2915191"/>
                <a:gd name="connsiteY41" fmla="*/ 215999 h 396750"/>
                <a:gd name="connsiteX42" fmla="*/ 409491 w 2915191"/>
                <a:gd name="connsiteY42" fmla="*/ 196674 h 396750"/>
                <a:gd name="connsiteX43" fmla="*/ 419241 w 2915191"/>
                <a:gd name="connsiteY43" fmla="*/ 159276 h 396750"/>
                <a:gd name="connsiteX44" fmla="*/ 428991 w 2915191"/>
                <a:gd name="connsiteY44" fmla="*/ 147440 h 396750"/>
                <a:gd name="connsiteX45" fmla="*/ 438741 w 2915191"/>
                <a:gd name="connsiteY45" fmla="*/ 121731 h 396750"/>
                <a:gd name="connsiteX46" fmla="*/ 448491 w 2915191"/>
                <a:gd name="connsiteY46" fmla="*/ 101391 h 396750"/>
                <a:gd name="connsiteX47" fmla="*/ 458241 w 2915191"/>
                <a:gd name="connsiteY47" fmla="*/ 120534 h 396750"/>
                <a:gd name="connsiteX48" fmla="*/ 467991 w 2915191"/>
                <a:gd name="connsiteY48" fmla="*/ 113539 h 396750"/>
                <a:gd name="connsiteX49" fmla="*/ 477740 w 2915191"/>
                <a:gd name="connsiteY49" fmla="*/ 104618 h 396750"/>
                <a:gd name="connsiteX50" fmla="*/ 487490 w 2915191"/>
                <a:gd name="connsiteY50" fmla="*/ 118588 h 396750"/>
                <a:gd name="connsiteX51" fmla="*/ 497239 w 2915191"/>
                <a:gd name="connsiteY51" fmla="*/ 85928 h 396750"/>
                <a:gd name="connsiteX52" fmla="*/ 506989 w 2915191"/>
                <a:gd name="connsiteY52" fmla="*/ 109359 h 396750"/>
                <a:gd name="connsiteX53" fmla="*/ 516738 w 2915191"/>
                <a:gd name="connsiteY53" fmla="*/ 63350 h 396750"/>
                <a:gd name="connsiteX54" fmla="*/ 526488 w 2915191"/>
                <a:gd name="connsiteY54" fmla="*/ 75739 h 396750"/>
                <a:gd name="connsiteX55" fmla="*/ 536238 w 2915191"/>
                <a:gd name="connsiteY55" fmla="*/ 101271 h 396750"/>
                <a:gd name="connsiteX56" fmla="*/ 545988 w 2915191"/>
                <a:gd name="connsiteY56" fmla="*/ 91967 h 396750"/>
                <a:gd name="connsiteX57" fmla="*/ 555738 w 2915191"/>
                <a:gd name="connsiteY57" fmla="*/ 90726 h 396750"/>
                <a:gd name="connsiteX58" fmla="*/ 565488 w 2915191"/>
                <a:gd name="connsiteY58" fmla="*/ 74160 h 396750"/>
                <a:gd name="connsiteX59" fmla="*/ 575238 w 2915191"/>
                <a:gd name="connsiteY59" fmla="*/ 89139 h 396750"/>
                <a:gd name="connsiteX60" fmla="*/ 584988 w 2915191"/>
                <a:gd name="connsiteY60" fmla="*/ 60427 h 396750"/>
                <a:gd name="connsiteX61" fmla="*/ 594738 w 2915191"/>
                <a:gd name="connsiteY61" fmla="*/ 47996 h 396750"/>
                <a:gd name="connsiteX62" fmla="*/ 604488 w 2915191"/>
                <a:gd name="connsiteY62" fmla="*/ 38761 h 396750"/>
                <a:gd name="connsiteX63" fmla="*/ 614237 w 2915191"/>
                <a:gd name="connsiteY63" fmla="*/ 62294 h 396750"/>
                <a:gd name="connsiteX64" fmla="*/ 623987 w 2915191"/>
                <a:gd name="connsiteY64" fmla="*/ 76423 h 396750"/>
                <a:gd name="connsiteX65" fmla="*/ 633736 w 2915191"/>
                <a:gd name="connsiteY65" fmla="*/ 44490 h 396750"/>
                <a:gd name="connsiteX66" fmla="*/ 643486 w 2915191"/>
                <a:gd name="connsiteY66" fmla="*/ 69459 h 396750"/>
                <a:gd name="connsiteX67" fmla="*/ 653236 w 2915191"/>
                <a:gd name="connsiteY67" fmla="*/ 45878 h 396750"/>
                <a:gd name="connsiteX68" fmla="*/ 662985 w 2915191"/>
                <a:gd name="connsiteY68" fmla="*/ 71725 h 396750"/>
                <a:gd name="connsiteX69" fmla="*/ 672735 w 2915191"/>
                <a:gd name="connsiteY69" fmla="*/ 63537 h 396750"/>
                <a:gd name="connsiteX70" fmla="*/ 682485 w 2915191"/>
                <a:gd name="connsiteY70" fmla="*/ 56460 h 396750"/>
                <a:gd name="connsiteX71" fmla="*/ 692235 w 2915191"/>
                <a:gd name="connsiteY71" fmla="*/ 54831 h 396750"/>
                <a:gd name="connsiteX72" fmla="*/ 701985 w 2915191"/>
                <a:gd name="connsiteY72" fmla="*/ 89844 h 396750"/>
                <a:gd name="connsiteX73" fmla="*/ 711735 w 2915191"/>
                <a:gd name="connsiteY73" fmla="*/ 69303 h 396750"/>
                <a:gd name="connsiteX74" fmla="*/ 721485 w 2915191"/>
                <a:gd name="connsiteY74" fmla="*/ 69906 h 396750"/>
                <a:gd name="connsiteX75" fmla="*/ 731235 w 2915191"/>
                <a:gd name="connsiteY75" fmla="*/ 23006 h 396750"/>
                <a:gd name="connsiteX76" fmla="*/ 740985 w 2915191"/>
                <a:gd name="connsiteY76" fmla="*/ 14689 h 396750"/>
                <a:gd name="connsiteX77" fmla="*/ 750734 w 2915191"/>
                <a:gd name="connsiteY77" fmla="*/ 0 h 396750"/>
                <a:gd name="connsiteX78" fmla="*/ 760484 w 2915191"/>
                <a:gd name="connsiteY78" fmla="*/ 3421 h 396750"/>
                <a:gd name="connsiteX79" fmla="*/ 770233 w 2915191"/>
                <a:gd name="connsiteY79" fmla="*/ 21890 h 396750"/>
                <a:gd name="connsiteX80" fmla="*/ 779983 w 2915191"/>
                <a:gd name="connsiteY80" fmla="*/ 11478 h 396750"/>
                <a:gd name="connsiteX81" fmla="*/ 789733 w 2915191"/>
                <a:gd name="connsiteY81" fmla="*/ 2044 h 396750"/>
                <a:gd name="connsiteX82" fmla="*/ 799482 w 2915191"/>
                <a:gd name="connsiteY82" fmla="*/ 43180 h 396750"/>
                <a:gd name="connsiteX83" fmla="*/ 809232 w 2915191"/>
                <a:gd name="connsiteY83" fmla="*/ 61870 h 396750"/>
                <a:gd name="connsiteX84" fmla="*/ 818982 w 2915191"/>
                <a:gd name="connsiteY84" fmla="*/ 67296 h 396750"/>
                <a:gd name="connsiteX85" fmla="*/ 828732 w 2915191"/>
                <a:gd name="connsiteY85" fmla="*/ 87003 h 396750"/>
                <a:gd name="connsiteX86" fmla="*/ 838482 w 2915191"/>
                <a:gd name="connsiteY86" fmla="*/ 80720 h 396750"/>
                <a:gd name="connsiteX87" fmla="*/ 848232 w 2915191"/>
                <a:gd name="connsiteY87" fmla="*/ 64989 h 396750"/>
                <a:gd name="connsiteX88" fmla="*/ 857982 w 2915191"/>
                <a:gd name="connsiteY88" fmla="*/ 69327 h 396750"/>
                <a:gd name="connsiteX89" fmla="*/ 867732 w 2915191"/>
                <a:gd name="connsiteY89" fmla="*/ 95939 h 396750"/>
                <a:gd name="connsiteX90" fmla="*/ 877482 w 2915191"/>
                <a:gd name="connsiteY90" fmla="*/ 90754 h 396750"/>
                <a:gd name="connsiteX91" fmla="*/ 887231 w 2915191"/>
                <a:gd name="connsiteY91" fmla="*/ 123255 h 396750"/>
                <a:gd name="connsiteX92" fmla="*/ 896981 w 2915191"/>
                <a:gd name="connsiteY92" fmla="*/ 118489 h 396750"/>
                <a:gd name="connsiteX93" fmla="*/ 906730 w 2915191"/>
                <a:gd name="connsiteY93" fmla="*/ 126042 h 396750"/>
                <a:gd name="connsiteX94" fmla="*/ 916480 w 2915191"/>
                <a:gd name="connsiteY94" fmla="*/ 116655 h 396750"/>
                <a:gd name="connsiteX95" fmla="*/ 926230 w 2915191"/>
                <a:gd name="connsiteY95" fmla="*/ 111148 h 396750"/>
                <a:gd name="connsiteX96" fmla="*/ 935979 w 2915191"/>
                <a:gd name="connsiteY96" fmla="*/ 153170 h 396750"/>
                <a:gd name="connsiteX97" fmla="*/ 945729 w 2915191"/>
                <a:gd name="connsiteY97" fmla="*/ 141975 h 396750"/>
                <a:gd name="connsiteX98" fmla="*/ 955479 w 2915191"/>
                <a:gd name="connsiteY98" fmla="*/ 119308 h 396750"/>
                <a:gd name="connsiteX99" fmla="*/ 965229 w 2915191"/>
                <a:gd name="connsiteY99" fmla="*/ 118827 h 396750"/>
                <a:gd name="connsiteX100" fmla="*/ 974979 w 2915191"/>
                <a:gd name="connsiteY100" fmla="*/ 100802 h 396750"/>
                <a:gd name="connsiteX101" fmla="*/ 984729 w 2915191"/>
                <a:gd name="connsiteY101" fmla="*/ 100172 h 396750"/>
                <a:gd name="connsiteX102" fmla="*/ 994474 w 2915191"/>
                <a:gd name="connsiteY102" fmla="*/ 128653 h 396750"/>
                <a:gd name="connsiteX103" fmla="*/ 1004233 w 2915191"/>
                <a:gd name="connsiteY103" fmla="*/ 112814 h 396750"/>
                <a:gd name="connsiteX104" fmla="*/ 1013977 w 2915191"/>
                <a:gd name="connsiteY104" fmla="*/ 139493 h 396750"/>
                <a:gd name="connsiteX105" fmla="*/ 1023721 w 2915191"/>
                <a:gd name="connsiteY105" fmla="*/ 134176 h 396750"/>
                <a:gd name="connsiteX106" fmla="*/ 1033480 w 2915191"/>
                <a:gd name="connsiteY106" fmla="*/ 106432 h 396750"/>
                <a:gd name="connsiteX107" fmla="*/ 1043224 w 2915191"/>
                <a:gd name="connsiteY107" fmla="*/ 121901 h 396750"/>
                <a:gd name="connsiteX108" fmla="*/ 1052983 w 2915191"/>
                <a:gd name="connsiteY108" fmla="*/ 99534 h 396750"/>
                <a:gd name="connsiteX109" fmla="*/ 1062727 w 2915191"/>
                <a:gd name="connsiteY109" fmla="*/ 101431 h 396750"/>
                <a:gd name="connsiteX110" fmla="*/ 1072471 w 2915191"/>
                <a:gd name="connsiteY110" fmla="*/ 72202 h 396750"/>
                <a:gd name="connsiteX111" fmla="*/ 1082230 w 2915191"/>
                <a:gd name="connsiteY111" fmla="*/ 109570 h 396750"/>
                <a:gd name="connsiteX112" fmla="*/ 1091973 w 2915191"/>
                <a:gd name="connsiteY112" fmla="*/ 95832 h 396750"/>
                <a:gd name="connsiteX113" fmla="*/ 1101732 w 2915191"/>
                <a:gd name="connsiteY113" fmla="*/ 97204 h 396750"/>
                <a:gd name="connsiteX114" fmla="*/ 1111476 w 2915191"/>
                <a:gd name="connsiteY114" fmla="*/ 95087 h 396750"/>
                <a:gd name="connsiteX115" fmla="*/ 1121220 w 2915191"/>
                <a:gd name="connsiteY115" fmla="*/ 101654 h 396750"/>
                <a:gd name="connsiteX116" fmla="*/ 1130979 w 2915191"/>
                <a:gd name="connsiteY116" fmla="*/ 84263 h 396750"/>
                <a:gd name="connsiteX117" fmla="*/ 1140723 w 2915191"/>
                <a:gd name="connsiteY117" fmla="*/ 106119 h 396750"/>
                <a:gd name="connsiteX118" fmla="*/ 1150482 w 2915191"/>
                <a:gd name="connsiteY118" fmla="*/ 108119 h 396750"/>
                <a:gd name="connsiteX119" fmla="*/ 1160226 w 2915191"/>
                <a:gd name="connsiteY119" fmla="*/ 80145 h 396750"/>
                <a:gd name="connsiteX120" fmla="*/ 1169969 w 2915191"/>
                <a:gd name="connsiteY120" fmla="*/ 85782 h 396750"/>
                <a:gd name="connsiteX121" fmla="*/ 1179728 w 2915191"/>
                <a:gd name="connsiteY121" fmla="*/ 134843 h 396750"/>
                <a:gd name="connsiteX122" fmla="*/ 1189472 w 2915191"/>
                <a:gd name="connsiteY122" fmla="*/ 150609 h 396750"/>
                <a:gd name="connsiteX123" fmla="*/ 1199231 w 2915191"/>
                <a:gd name="connsiteY123" fmla="*/ 130406 h 396750"/>
                <a:gd name="connsiteX124" fmla="*/ 1208975 w 2915191"/>
                <a:gd name="connsiteY124" fmla="*/ 139559 h 396750"/>
                <a:gd name="connsiteX125" fmla="*/ 1218719 w 2915191"/>
                <a:gd name="connsiteY125" fmla="*/ 158178 h 396750"/>
                <a:gd name="connsiteX126" fmla="*/ 1228478 w 2915191"/>
                <a:gd name="connsiteY126" fmla="*/ 135862 h 396750"/>
                <a:gd name="connsiteX127" fmla="*/ 1238222 w 2915191"/>
                <a:gd name="connsiteY127" fmla="*/ 186400 h 396750"/>
                <a:gd name="connsiteX128" fmla="*/ 1247966 w 2915191"/>
                <a:gd name="connsiteY128" fmla="*/ 191024 h 396750"/>
                <a:gd name="connsiteX129" fmla="*/ 1257725 w 2915191"/>
                <a:gd name="connsiteY129" fmla="*/ 169212 h 396750"/>
                <a:gd name="connsiteX130" fmla="*/ 1267469 w 2915191"/>
                <a:gd name="connsiteY130" fmla="*/ 184148 h 396750"/>
                <a:gd name="connsiteX131" fmla="*/ 1277227 w 2915191"/>
                <a:gd name="connsiteY131" fmla="*/ 146180 h 396750"/>
                <a:gd name="connsiteX132" fmla="*/ 1286971 w 2915191"/>
                <a:gd name="connsiteY132" fmla="*/ 134387 h 396750"/>
                <a:gd name="connsiteX133" fmla="*/ 1296715 w 2915191"/>
                <a:gd name="connsiteY133" fmla="*/ 159449 h 396750"/>
                <a:gd name="connsiteX134" fmla="*/ 1306474 w 2915191"/>
                <a:gd name="connsiteY134" fmla="*/ 144860 h 396750"/>
                <a:gd name="connsiteX135" fmla="*/ 1316218 w 2915191"/>
                <a:gd name="connsiteY135" fmla="*/ 159532 h 396750"/>
                <a:gd name="connsiteX136" fmla="*/ 1325977 w 2915191"/>
                <a:gd name="connsiteY136" fmla="*/ 160026 h 396750"/>
                <a:gd name="connsiteX137" fmla="*/ 1335721 w 2915191"/>
                <a:gd name="connsiteY137" fmla="*/ 150258 h 396750"/>
                <a:gd name="connsiteX138" fmla="*/ 1345465 w 2915191"/>
                <a:gd name="connsiteY138" fmla="*/ 145603 h 396750"/>
                <a:gd name="connsiteX139" fmla="*/ 1355224 w 2915191"/>
                <a:gd name="connsiteY139" fmla="*/ 126519 h 396750"/>
                <a:gd name="connsiteX140" fmla="*/ 1364967 w 2915191"/>
                <a:gd name="connsiteY140" fmla="*/ 130338 h 396750"/>
                <a:gd name="connsiteX141" fmla="*/ 1374726 w 2915191"/>
                <a:gd name="connsiteY141" fmla="*/ 114822 h 396750"/>
                <a:gd name="connsiteX142" fmla="*/ 1384470 w 2915191"/>
                <a:gd name="connsiteY142" fmla="*/ 100634 h 396750"/>
                <a:gd name="connsiteX143" fmla="*/ 1394214 w 2915191"/>
                <a:gd name="connsiteY143" fmla="*/ 99276 h 396750"/>
                <a:gd name="connsiteX144" fmla="*/ 1403973 w 2915191"/>
                <a:gd name="connsiteY144" fmla="*/ 53767 h 396750"/>
                <a:gd name="connsiteX145" fmla="*/ 1413717 w 2915191"/>
                <a:gd name="connsiteY145" fmla="*/ 31867 h 396750"/>
                <a:gd name="connsiteX146" fmla="*/ 1423476 w 2915191"/>
                <a:gd name="connsiteY146" fmla="*/ 60190 h 396750"/>
                <a:gd name="connsiteX147" fmla="*/ 1433220 w 2915191"/>
                <a:gd name="connsiteY147" fmla="*/ 51764 h 396750"/>
                <a:gd name="connsiteX148" fmla="*/ 1442964 w 2915191"/>
                <a:gd name="connsiteY148" fmla="*/ 63275 h 396750"/>
                <a:gd name="connsiteX149" fmla="*/ 1452722 w 2915191"/>
                <a:gd name="connsiteY149" fmla="*/ 84413 h 396750"/>
                <a:gd name="connsiteX150" fmla="*/ 1462466 w 2915191"/>
                <a:gd name="connsiteY150" fmla="*/ 77388 h 396750"/>
                <a:gd name="connsiteX151" fmla="*/ 1472225 w 2915191"/>
                <a:gd name="connsiteY151" fmla="*/ 93511 h 396750"/>
                <a:gd name="connsiteX152" fmla="*/ 1481969 w 2915191"/>
                <a:gd name="connsiteY152" fmla="*/ 85455 h 396750"/>
                <a:gd name="connsiteX153" fmla="*/ 1491713 w 2915191"/>
                <a:gd name="connsiteY153" fmla="*/ 125369 h 396750"/>
                <a:gd name="connsiteX154" fmla="*/ 1501472 w 2915191"/>
                <a:gd name="connsiteY154" fmla="*/ 121051 h 396750"/>
                <a:gd name="connsiteX155" fmla="*/ 1511216 w 2915191"/>
                <a:gd name="connsiteY155" fmla="*/ 96961 h 396750"/>
                <a:gd name="connsiteX156" fmla="*/ 1520960 w 2915191"/>
                <a:gd name="connsiteY156" fmla="*/ 106243 h 396750"/>
                <a:gd name="connsiteX157" fmla="*/ 1530719 w 2915191"/>
                <a:gd name="connsiteY157" fmla="*/ 128370 h 396750"/>
                <a:gd name="connsiteX158" fmla="*/ 1540463 w 2915191"/>
                <a:gd name="connsiteY158" fmla="*/ 119232 h 396750"/>
                <a:gd name="connsiteX159" fmla="*/ 1550221 w 2915191"/>
                <a:gd name="connsiteY159" fmla="*/ 138474 h 396750"/>
                <a:gd name="connsiteX160" fmla="*/ 1559965 w 2915191"/>
                <a:gd name="connsiteY160" fmla="*/ 116732 h 396750"/>
                <a:gd name="connsiteX161" fmla="*/ 1569709 w 2915191"/>
                <a:gd name="connsiteY161" fmla="*/ 74917 h 396750"/>
                <a:gd name="connsiteX162" fmla="*/ 1579468 w 2915191"/>
                <a:gd name="connsiteY162" fmla="*/ 93548 h 396750"/>
                <a:gd name="connsiteX163" fmla="*/ 1589212 w 2915191"/>
                <a:gd name="connsiteY163" fmla="*/ 109616 h 396750"/>
                <a:gd name="connsiteX164" fmla="*/ 1598971 w 2915191"/>
                <a:gd name="connsiteY164" fmla="*/ 84434 h 396750"/>
                <a:gd name="connsiteX165" fmla="*/ 1608715 w 2915191"/>
                <a:gd name="connsiteY165" fmla="*/ 79936 h 396750"/>
                <a:gd name="connsiteX166" fmla="*/ 1618459 w 2915191"/>
                <a:gd name="connsiteY166" fmla="*/ 86436 h 396750"/>
                <a:gd name="connsiteX167" fmla="*/ 1628218 w 2915191"/>
                <a:gd name="connsiteY167" fmla="*/ 107849 h 396750"/>
                <a:gd name="connsiteX168" fmla="*/ 1637962 w 2915191"/>
                <a:gd name="connsiteY168" fmla="*/ 109817 h 396750"/>
                <a:gd name="connsiteX169" fmla="*/ 1647720 w 2915191"/>
                <a:gd name="connsiteY169" fmla="*/ 95876 h 396750"/>
                <a:gd name="connsiteX170" fmla="*/ 1657464 w 2915191"/>
                <a:gd name="connsiteY170" fmla="*/ 102892 h 396750"/>
                <a:gd name="connsiteX171" fmla="*/ 1667208 w 2915191"/>
                <a:gd name="connsiteY171" fmla="*/ 106771 h 396750"/>
                <a:gd name="connsiteX172" fmla="*/ 1676967 w 2915191"/>
                <a:gd name="connsiteY172" fmla="*/ 90663 h 396750"/>
                <a:gd name="connsiteX173" fmla="*/ 1686711 w 2915191"/>
                <a:gd name="connsiteY173" fmla="*/ 109998 h 396750"/>
                <a:gd name="connsiteX174" fmla="*/ 1696470 w 2915191"/>
                <a:gd name="connsiteY174" fmla="*/ 85693 h 396750"/>
                <a:gd name="connsiteX175" fmla="*/ 1706214 w 2915191"/>
                <a:gd name="connsiteY175" fmla="*/ 66649 h 396750"/>
                <a:gd name="connsiteX176" fmla="*/ 1715958 w 2915191"/>
                <a:gd name="connsiteY176" fmla="*/ 79081 h 396750"/>
                <a:gd name="connsiteX177" fmla="*/ 1725716 w 2915191"/>
                <a:gd name="connsiteY177" fmla="*/ 105050 h 396750"/>
                <a:gd name="connsiteX178" fmla="*/ 1735460 w 2915191"/>
                <a:gd name="connsiteY178" fmla="*/ 90114 h 396750"/>
                <a:gd name="connsiteX179" fmla="*/ 1745219 w 2915191"/>
                <a:gd name="connsiteY179" fmla="*/ 68033 h 396750"/>
                <a:gd name="connsiteX180" fmla="*/ 1754963 w 2915191"/>
                <a:gd name="connsiteY180" fmla="*/ 49392 h 396750"/>
                <a:gd name="connsiteX181" fmla="*/ 1764707 w 2915191"/>
                <a:gd name="connsiteY181" fmla="*/ 67705 h 396750"/>
                <a:gd name="connsiteX182" fmla="*/ 1774466 w 2915191"/>
                <a:gd name="connsiteY182" fmla="*/ 75423 h 396750"/>
                <a:gd name="connsiteX183" fmla="*/ 1784210 w 2915191"/>
                <a:gd name="connsiteY183" fmla="*/ 84188 h 396750"/>
                <a:gd name="connsiteX184" fmla="*/ 1793969 w 2915191"/>
                <a:gd name="connsiteY184" fmla="*/ 59662 h 396750"/>
                <a:gd name="connsiteX185" fmla="*/ 1803713 w 2915191"/>
                <a:gd name="connsiteY185" fmla="*/ 72944 h 396750"/>
                <a:gd name="connsiteX186" fmla="*/ 1813457 w 2915191"/>
                <a:gd name="connsiteY186" fmla="*/ 28599 h 396750"/>
                <a:gd name="connsiteX187" fmla="*/ 1823215 w 2915191"/>
                <a:gd name="connsiteY187" fmla="*/ 24624 h 396750"/>
                <a:gd name="connsiteX188" fmla="*/ 1832959 w 2915191"/>
                <a:gd name="connsiteY188" fmla="*/ 21580 h 396750"/>
                <a:gd name="connsiteX189" fmla="*/ 1842703 w 2915191"/>
                <a:gd name="connsiteY189" fmla="*/ 9404 h 396750"/>
                <a:gd name="connsiteX190" fmla="*/ 1852462 w 2915191"/>
                <a:gd name="connsiteY190" fmla="*/ 17497 h 396750"/>
                <a:gd name="connsiteX191" fmla="*/ 1862206 w 2915191"/>
                <a:gd name="connsiteY191" fmla="*/ 41787 h 396750"/>
                <a:gd name="connsiteX192" fmla="*/ 1871965 w 2915191"/>
                <a:gd name="connsiteY192" fmla="*/ 80547 h 396750"/>
                <a:gd name="connsiteX193" fmla="*/ 1881709 w 2915191"/>
                <a:gd name="connsiteY193" fmla="*/ 98911 h 396750"/>
                <a:gd name="connsiteX194" fmla="*/ 1891453 w 2915191"/>
                <a:gd name="connsiteY194" fmla="*/ 73094 h 396750"/>
                <a:gd name="connsiteX195" fmla="*/ 1901212 w 2915191"/>
                <a:gd name="connsiteY195" fmla="*/ 42325 h 396750"/>
                <a:gd name="connsiteX196" fmla="*/ 1910956 w 2915191"/>
                <a:gd name="connsiteY196" fmla="*/ 18996 h 396750"/>
                <a:gd name="connsiteX197" fmla="*/ 1920714 w 2915191"/>
                <a:gd name="connsiteY197" fmla="*/ 38979 h 396750"/>
                <a:gd name="connsiteX198" fmla="*/ 1930458 w 2915191"/>
                <a:gd name="connsiteY198" fmla="*/ 66403 h 396750"/>
                <a:gd name="connsiteX199" fmla="*/ 1940202 w 2915191"/>
                <a:gd name="connsiteY199" fmla="*/ 103323 h 396750"/>
                <a:gd name="connsiteX200" fmla="*/ 1949961 w 2915191"/>
                <a:gd name="connsiteY200" fmla="*/ 54737 h 396750"/>
                <a:gd name="connsiteX201" fmla="*/ 1959705 w 2915191"/>
                <a:gd name="connsiteY201" fmla="*/ 49357 h 396750"/>
                <a:gd name="connsiteX202" fmla="*/ 1969464 w 2915191"/>
                <a:gd name="connsiteY202" fmla="*/ 66813 h 396750"/>
                <a:gd name="connsiteX203" fmla="*/ 1979208 w 2915191"/>
                <a:gd name="connsiteY203" fmla="*/ 114937 h 396750"/>
                <a:gd name="connsiteX204" fmla="*/ 1988952 w 2915191"/>
                <a:gd name="connsiteY204" fmla="*/ 122048 h 396750"/>
                <a:gd name="connsiteX205" fmla="*/ 1998711 w 2915191"/>
                <a:gd name="connsiteY205" fmla="*/ 131124 h 396750"/>
                <a:gd name="connsiteX206" fmla="*/ 2008454 w 2915191"/>
                <a:gd name="connsiteY206" fmla="*/ 121629 h 396750"/>
                <a:gd name="connsiteX207" fmla="*/ 2018213 w 2915191"/>
                <a:gd name="connsiteY207" fmla="*/ 88211 h 396750"/>
                <a:gd name="connsiteX208" fmla="*/ 2027957 w 2915191"/>
                <a:gd name="connsiteY208" fmla="*/ 46614 h 396750"/>
                <a:gd name="connsiteX209" fmla="*/ 2037701 w 2915191"/>
                <a:gd name="connsiteY209" fmla="*/ 57778 h 396750"/>
                <a:gd name="connsiteX210" fmla="*/ 2047460 w 2915191"/>
                <a:gd name="connsiteY210" fmla="*/ 61427 h 396750"/>
                <a:gd name="connsiteX211" fmla="*/ 2057204 w 2915191"/>
                <a:gd name="connsiteY211" fmla="*/ 67434 h 396750"/>
                <a:gd name="connsiteX212" fmla="*/ 2066963 w 2915191"/>
                <a:gd name="connsiteY212" fmla="*/ 28211 h 396750"/>
                <a:gd name="connsiteX213" fmla="*/ 2076707 w 2915191"/>
                <a:gd name="connsiteY213" fmla="*/ 6046 h 396750"/>
                <a:gd name="connsiteX214" fmla="*/ 2086451 w 2915191"/>
                <a:gd name="connsiteY214" fmla="*/ 33934 h 396750"/>
                <a:gd name="connsiteX215" fmla="*/ 2096210 w 2915191"/>
                <a:gd name="connsiteY215" fmla="*/ 14982 h 396750"/>
                <a:gd name="connsiteX216" fmla="*/ 2105954 w 2915191"/>
                <a:gd name="connsiteY216" fmla="*/ 39810 h 396750"/>
                <a:gd name="connsiteX217" fmla="*/ 2115697 w 2915191"/>
                <a:gd name="connsiteY217" fmla="*/ 51063 h 396750"/>
                <a:gd name="connsiteX218" fmla="*/ 2125456 w 2915191"/>
                <a:gd name="connsiteY218" fmla="*/ 51460 h 396750"/>
                <a:gd name="connsiteX219" fmla="*/ 2135200 w 2915191"/>
                <a:gd name="connsiteY219" fmla="*/ 44228 h 396750"/>
                <a:gd name="connsiteX220" fmla="*/ 2144959 w 2915191"/>
                <a:gd name="connsiteY220" fmla="*/ 42867 h 396750"/>
                <a:gd name="connsiteX221" fmla="*/ 2154703 w 2915191"/>
                <a:gd name="connsiteY221" fmla="*/ 23055 h 396750"/>
                <a:gd name="connsiteX222" fmla="*/ 2164447 w 2915191"/>
                <a:gd name="connsiteY222" fmla="*/ 47817 h 396750"/>
                <a:gd name="connsiteX223" fmla="*/ 2174206 w 2915191"/>
                <a:gd name="connsiteY223" fmla="*/ 68672 h 396750"/>
                <a:gd name="connsiteX224" fmla="*/ 2183950 w 2915191"/>
                <a:gd name="connsiteY224" fmla="*/ 121997 h 396750"/>
                <a:gd name="connsiteX225" fmla="*/ 2193709 w 2915191"/>
                <a:gd name="connsiteY225" fmla="*/ 134069 h 396750"/>
                <a:gd name="connsiteX226" fmla="*/ 2203452 w 2915191"/>
                <a:gd name="connsiteY226" fmla="*/ 151827 h 396750"/>
                <a:gd name="connsiteX227" fmla="*/ 2213196 w 2915191"/>
                <a:gd name="connsiteY227" fmla="*/ 171049 h 396750"/>
                <a:gd name="connsiteX228" fmla="*/ 2222955 w 2915191"/>
                <a:gd name="connsiteY228" fmla="*/ 165374 h 396750"/>
                <a:gd name="connsiteX229" fmla="*/ 2232699 w 2915191"/>
                <a:gd name="connsiteY229" fmla="*/ 203450 h 396750"/>
                <a:gd name="connsiteX230" fmla="*/ 2242458 w 2915191"/>
                <a:gd name="connsiteY230" fmla="*/ 222914 h 396750"/>
                <a:gd name="connsiteX231" fmla="*/ 2252202 w 2915191"/>
                <a:gd name="connsiteY231" fmla="*/ 204655 h 396750"/>
                <a:gd name="connsiteX232" fmla="*/ 2261946 w 2915191"/>
                <a:gd name="connsiteY232" fmla="*/ 238299 h 396750"/>
                <a:gd name="connsiteX233" fmla="*/ 2271705 w 2915191"/>
                <a:gd name="connsiteY233" fmla="*/ 220022 h 396750"/>
                <a:gd name="connsiteX234" fmla="*/ 2281449 w 2915191"/>
                <a:gd name="connsiteY234" fmla="*/ 235799 h 396750"/>
                <a:gd name="connsiteX235" fmla="*/ 2291208 w 2915191"/>
                <a:gd name="connsiteY235" fmla="*/ 202553 h 396750"/>
                <a:gd name="connsiteX236" fmla="*/ 2300951 w 2915191"/>
                <a:gd name="connsiteY236" fmla="*/ 215652 h 396750"/>
                <a:gd name="connsiteX237" fmla="*/ 2310695 w 2915191"/>
                <a:gd name="connsiteY237" fmla="*/ 218732 h 396750"/>
                <a:gd name="connsiteX238" fmla="*/ 2320454 w 2915191"/>
                <a:gd name="connsiteY238" fmla="*/ 232782 h 396750"/>
                <a:gd name="connsiteX239" fmla="*/ 2330198 w 2915191"/>
                <a:gd name="connsiteY239" fmla="*/ 258551 h 396750"/>
                <a:gd name="connsiteX240" fmla="*/ 2339957 w 2915191"/>
                <a:gd name="connsiteY240" fmla="*/ 286849 h 396750"/>
                <a:gd name="connsiteX241" fmla="*/ 2349701 w 2915191"/>
                <a:gd name="connsiteY241" fmla="*/ 274432 h 396750"/>
                <a:gd name="connsiteX242" fmla="*/ 2359445 w 2915191"/>
                <a:gd name="connsiteY242" fmla="*/ 259759 h 396750"/>
                <a:gd name="connsiteX243" fmla="*/ 2369204 w 2915191"/>
                <a:gd name="connsiteY243" fmla="*/ 222939 h 396750"/>
                <a:gd name="connsiteX244" fmla="*/ 2378948 w 2915191"/>
                <a:gd name="connsiteY244" fmla="*/ 202778 h 396750"/>
                <a:gd name="connsiteX245" fmla="*/ 2388692 w 2915191"/>
                <a:gd name="connsiteY245" fmla="*/ 201054 h 396750"/>
                <a:gd name="connsiteX246" fmla="*/ 2398450 w 2915191"/>
                <a:gd name="connsiteY246" fmla="*/ 239976 h 396750"/>
                <a:gd name="connsiteX247" fmla="*/ 2408194 w 2915191"/>
                <a:gd name="connsiteY247" fmla="*/ 285247 h 396750"/>
                <a:gd name="connsiteX248" fmla="*/ 2417953 w 2915191"/>
                <a:gd name="connsiteY248" fmla="*/ 277958 h 396750"/>
                <a:gd name="connsiteX249" fmla="*/ 2427697 w 2915191"/>
                <a:gd name="connsiteY249" fmla="*/ 318631 h 396750"/>
                <a:gd name="connsiteX250" fmla="*/ 2437441 w 2915191"/>
                <a:gd name="connsiteY250" fmla="*/ 319756 h 396750"/>
                <a:gd name="connsiteX251" fmla="*/ 2447200 w 2915191"/>
                <a:gd name="connsiteY251" fmla="*/ 335743 h 396750"/>
                <a:gd name="connsiteX252" fmla="*/ 2456944 w 2915191"/>
                <a:gd name="connsiteY252" fmla="*/ 314957 h 396750"/>
                <a:gd name="connsiteX253" fmla="*/ 2466703 w 2915191"/>
                <a:gd name="connsiteY253" fmla="*/ 321761 h 396750"/>
                <a:gd name="connsiteX254" fmla="*/ 2476446 w 2915191"/>
                <a:gd name="connsiteY254" fmla="*/ 331029 h 396750"/>
                <a:gd name="connsiteX255" fmla="*/ 2486190 w 2915191"/>
                <a:gd name="connsiteY255" fmla="*/ 311107 h 396750"/>
                <a:gd name="connsiteX256" fmla="*/ 2495949 w 2915191"/>
                <a:gd name="connsiteY256" fmla="*/ 344283 h 396750"/>
                <a:gd name="connsiteX257" fmla="*/ 2505693 w 2915191"/>
                <a:gd name="connsiteY257" fmla="*/ 358550 h 396750"/>
                <a:gd name="connsiteX258" fmla="*/ 2515452 w 2915191"/>
                <a:gd name="connsiteY258" fmla="*/ 334080 h 396750"/>
                <a:gd name="connsiteX259" fmla="*/ 2525196 w 2915191"/>
                <a:gd name="connsiteY259" fmla="*/ 332980 h 396750"/>
                <a:gd name="connsiteX260" fmla="*/ 2534940 w 2915191"/>
                <a:gd name="connsiteY260" fmla="*/ 312806 h 396750"/>
                <a:gd name="connsiteX261" fmla="*/ 2544699 w 2915191"/>
                <a:gd name="connsiteY261" fmla="*/ 306682 h 396750"/>
                <a:gd name="connsiteX262" fmla="*/ 2554443 w 2915191"/>
                <a:gd name="connsiteY262" fmla="*/ 304963 h 396750"/>
                <a:gd name="connsiteX263" fmla="*/ 2564202 w 2915191"/>
                <a:gd name="connsiteY263" fmla="*/ 338545 h 396750"/>
                <a:gd name="connsiteX264" fmla="*/ 2573946 w 2915191"/>
                <a:gd name="connsiteY264" fmla="*/ 329412 h 396750"/>
                <a:gd name="connsiteX265" fmla="*/ 2583690 w 2915191"/>
                <a:gd name="connsiteY265" fmla="*/ 344277 h 396750"/>
                <a:gd name="connsiteX266" fmla="*/ 2593448 w 2915191"/>
                <a:gd name="connsiteY266" fmla="*/ 334029 h 396750"/>
                <a:gd name="connsiteX267" fmla="*/ 2603192 w 2915191"/>
                <a:gd name="connsiteY267" fmla="*/ 343216 h 396750"/>
                <a:gd name="connsiteX268" fmla="*/ 2612951 w 2915191"/>
                <a:gd name="connsiteY268" fmla="*/ 358417 h 396750"/>
                <a:gd name="connsiteX269" fmla="*/ 2622695 w 2915191"/>
                <a:gd name="connsiteY269" fmla="*/ 376870 h 396750"/>
                <a:gd name="connsiteX270" fmla="*/ 2632439 w 2915191"/>
                <a:gd name="connsiteY270" fmla="*/ 378300 h 396750"/>
                <a:gd name="connsiteX271" fmla="*/ 2642198 w 2915191"/>
                <a:gd name="connsiteY271" fmla="*/ 371000 h 396750"/>
                <a:gd name="connsiteX272" fmla="*/ 2651942 w 2915191"/>
                <a:gd name="connsiteY272" fmla="*/ 360162 h 396750"/>
                <a:gd name="connsiteX273" fmla="*/ 2661685 w 2915191"/>
                <a:gd name="connsiteY273" fmla="*/ 332125 h 396750"/>
                <a:gd name="connsiteX274" fmla="*/ 2671444 w 2915191"/>
                <a:gd name="connsiteY274" fmla="*/ 355685 h 396750"/>
                <a:gd name="connsiteX275" fmla="*/ 2681188 w 2915191"/>
                <a:gd name="connsiteY275" fmla="*/ 396751 h 396750"/>
                <a:gd name="connsiteX276" fmla="*/ 2690947 w 2915191"/>
                <a:gd name="connsiteY276" fmla="*/ 369997 h 396750"/>
                <a:gd name="connsiteX277" fmla="*/ 2700691 w 2915191"/>
                <a:gd name="connsiteY277" fmla="*/ 389281 h 396750"/>
                <a:gd name="connsiteX278" fmla="*/ 2710435 w 2915191"/>
                <a:gd name="connsiteY278" fmla="*/ 346439 h 396750"/>
                <a:gd name="connsiteX279" fmla="*/ 2720194 w 2915191"/>
                <a:gd name="connsiteY279" fmla="*/ 334141 h 396750"/>
                <a:gd name="connsiteX280" fmla="*/ 2729938 w 2915191"/>
                <a:gd name="connsiteY280" fmla="*/ 337641 h 396750"/>
                <a:gd name="connsiteX281" fmla="*/ 2739697 w 2915191"/>
                <a:gd name="connsiteY281" fmla="*/ 322515 h 396750"/>
                <a:gd name="connsiteX282" fmla="*/ 2749441 w 2915191"/>
                <a:gd name="connsiteY282" fmla="*/ 326099 h 396750"/>
                <a:gd name="connsiteX283" fmla="*/ 2759185 w 2915191"/>
                <a:gd name="connsiteY283" fmla="*/ 310905 h 396750"/>
                <a:gd name="connsiteX284" fmla="*/ 2768943 w 2915191"/>
                <a:gd name="connsiteY284" fmla="*/ 272993 h 396750"/>
                <a:gd name="connsiteX285" fmla="*/ 2778687 w 2915191"/>
                <a:gd name="connsiteY285" fmla="*/ 233396 h 396750"/>
                <a:gd name="connsiteX286" fmla="*/ 2788446 w 2915191"/>
                <a:gd name="connsiteY286" fmla="*/ 213057 h 396750"/>
                <a:gd name="connsiteX287" fmla="*/ 2798190 w 2915191"/>
                <a:gd name="connsiteY287" fmla="*/ 231430 h 396750"/>
                <a:gd name="connsiteX288" fmla="*/ 2807934 w 2915191"/>
                <a:gd name="connsiteY288" fmla="*/ 242421 h 396750"/>
                <a:gd name="connsiteX289" fmla="*/ 2817693 w 2915191"/>
                <a:gd name="connsiteY289" fmla="*/ 232052 h 396750"/>
                <a:gd name="connsiteX290" fmla="*/ 2827437 w 2915191"/>
                <a:gd name="connsiteY290" fmla="*/ 220112 h 396750"/>
                <a:gd name="connsiteX291" fmla="*/ 2837196 w 2915191"/>
                <a:gd name="connsiteY291" fmla="*/ 214252 h 396750"/>
                <a:gd name="connsiteX292" fmla="*/ 2846940 w 2915191"/>
                <a:gd name="connsiteY292" fmla="*/ 211361 h 396750"/>
                <a:gd name="connsiteX293" fmla="*/ 2856684 w 2915191"/>
                <a:gd name="connsiteY293" fmla="*/ 186114 h 396750"/>
                <a:gd name="connsiteX294" fmla="*/ 2866442 w 2915191"/>
                <a:gd name="connsiteY294" fmla="*/ 189859 h 396750"/>
                <a:gd name="connsiteX295" fmla="*/ 2876186 w 2915191"/>
                <a:gd name="connsiteY295" fmla="*/ 205949 h 396750"/>
                <a:gd name="connsiteX296" fmla="*/ 2885945 w 2915191"/>
                <a:gd name="connsiteY296" fmla="*/ 223963 h 396750"/>
                <a:gd name="connsiteX297" fmla="*/ 2895689 w 2915191"/>
                <a:gd name="connsiteY297" fmla="*/ 236447 h 396750"/>
                <a:gd name="connsiteX298" fmla="*/ 2905433 w 2915191"/>
                <a:gd name="connsiteY298" fmla="*/ 217121 h 396750"/>
                <a:gd name="connsiteX299" fmla="*/ 2915192 w 2915191"/>
                <a:gd name="connsiteY299" fmla="*/ 196473 h 39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96750">
                  <a:moveTo>
                    <a:pt x="0" y="301012"/>
                  </a:moveTo>
                  <a:lnTo>
                    <a:pt x="9750" y="307010"/>
                  </a:lnTo>
                  <a:lnTo>
                    <a:pt x="19500" y="301542"/>
                  </a:lnTo>
                  <a:lnTo>
                    <a:pt x="29250" y="288151"/>
                  </a:lnTo>
                  <a:lnTo>
                    <a:pt x="39000" y="336361"/>
                  </a:lnTo>
                  <a:lnTo>
                    <a:pt x="48749" y="304415"/>
                  </a:lnTo>
                  <a:lnTo>
                    <a:pt x="58499" y="282257"/>
                  </a:lnTo>
                  <a:lnTo>
                    <a:pt x="68249" y="321967"/>
                  </a:lnTo>
                  <a:lnTo>
                    <a:pt x="77998" y="323610"/>
                  </a:lnTo>
                  <a:lnTo>
                    <a:pt x="87748" y="302659"/>
                  </a:lnTo>
                  <a:lnTo>
                    <a:pt x="97497" y="346859"/>
                  </a:lnTo>
                  <a:lnTo>
                    <a:pt x="107247" y="336476"/>
                  </a:lnTo>
                  <a:lnTo>
                    <a:pt x="116997" y="361217"/>
                  </a:lnTo>
                  <a:lnTo>
                    <a:pt x="126747" y="337121"/>
                  </a:lnTo>
                  <a:lnTo>
                    <a:pt x="136497" y="312386"/>
                  </a:lnTo>
                  <a:lnTo>
                    <a:pt x="146247" y="293581"/>
                  </a:lnTo>
                  <a:lnTo>
                    <a:pt x="155997" y="273271"/>
                  </a:lnTo>
                  <a:lnTo>
                    <a:pt x="165747" y="276847"/>
                  </a:lnTo>
                  <a:lnTo>
                    <a:pt x="175497" y="252983"/>
                  </a:lnTo>
                  <a:lnTo>
                    <a:pt x="185247" y="241773"/>
                  </a:lnTo>
                  <a:lnTo>
                    <a:pt x="194996" y="253454"/>
                  </a:lnTo>
                  <a:lnTo>
                    <a:pt x="204746" y="264788"/>
                  </a:lnTo>
                  <a:lnTo>
                    <a:pt x="214495" y="201744"/>
                  </a:lnTo>
                  <a:lnTo>
                    <a:pt x="224245" y="184849"/>
                  </a:lnTo>
                  <a:lnTo>
                    <a:pt x="233995" y="207190"/>
                  </a:lnTo>
                  <a:lnTo>
                    <a:pt x="243744" y="200350"/>
                  </a:lnTo>
                  <a:lnTo>
                    <a:pt x="253494" y="221082"/>
                  </a:lnTo>
                  <a:lnTo>
                    <a:pt x="263244" y="236283"/>
                  </a:lnTo>
                  <a:lnTo>
                    <a:pt x="272994" y="242570"/>
                  </a:lnTo>
                  <a:lnTo>
                    <a:pt x="282744" y="227636"/>
                  </a:lnTo>
                  <a:lnTo>
                    <a:pt x="292494" y="222990"/>
                  </a:lnTo>
                  <a:lnTo>
                    <a:pt x="302244" y="198851"/>
                  </a:lnTo>
                  <a:lnTo>
                    <a:pt x="311994" y="215401"/>
                  </a:lnTo>
                  <a:lnTo>
                    <a:pt x="321744" y="220715"/>
                  </a:lnTo>
                  <a:lnTo>
                    <a:pt x="331493" y="236871"/>
                  </a:lnTo>
                  <a:lnTo>
                    <a:pt x="341243" y="276031"/>
                  </a:lnTo>
                  <a:lnTo>
                    <a:pt x="350993" y="249168"/>
                  </a:lnTo>
                  <a:lnTo>
                    <a:pt x="360742" y="263308"/>
                  </a:lnTo>
                  <a:lnTo>
                    <a:pt x="370492" y="257320"/>
                  </a:lnTo>
                  <a:lnTo>
                    <a:pt x="380241" y="219826"/>
                  </a:lnTo>
                  <a:lnTo>
                    <a:pt x="389991" y="219559"/>
                  </a:lnTo>
                  <a:lnTo>
                    <a:pt x="399741" y="215999"/>
                  </a:lnTo>
                  <a:lnTo>
                    <a:pt x="409491" y="196674"/>
                  </a:lnTo>
                  <a:lnTo>
                    <a:pt x="419241" y="159276"/>
                  </a:lnTo>
                  <a:lnTo>
                    <a:pt x="428991" y="147440"/>
                  </a:lnTo>
                  <a:lnTo>
                    <a:pt x="438741" y="121731"/>
                  </a:lnTo>
                  <a:lnTo>
                    <a:pt x="448491" y="101391"/>
                  </a:lnTo>
                  <a:lnTo>
                    <a:pt x="458241" y="120534"/>
                  </a:lnTo>
                  <a:lnTo>
                    <a:pt x="467991" y="113539"/>
                  </a:lnTo>
                  <a:lnTo>
                    <a:pt x="477740" y="104618"/>
                  </a:lnTo>
                  <a:lnTo>
                    <a:pt x="487490" y="118588"/>
                  </a:lnTo>
                  <a:lnTo>
                    <a:pt x="497239" y="85928"/>
                  </a:lnTo>
                  <a:lnTo>
                    <a:pt x="506989" y="109359"/>
                  </a:lnTo>
                  <a:lnTo>
                    <a:pt x="516738" y="63350"/>
                  </a:lnTo>
                  <a:lnTo>
                    <a:pt x="526488" y="75739"/>
                  </a:lnTo>
                  <a:lnTo>
                    <a:pt x="536238" y="101271"/>
                  </a:lnTo>
                  <a:lnTo>
                    <a:pt x="545988" y="91967"/>
                  </a:lnTo>
                  <a:lnTo>
                    <a:pt x="555738" y="90726"/>
                  </a:lnTo>
                  <a:lnTo>
                    <a:pt x="565488" y="74160"/>
                  </a:lnTo>
                  <a:lnTo>
                    <a:pt x="575238" y="89139"/>
                  </a:lnTo>
                  <a:lnTo>
                    <a:pt x="584988" y="60427"/>
                  </a:lnTo>
                  <a:lnTo>
                    <a:pt x="594738" y="47996"/>
                  </a:lnTo>
                  <a:lnTo>
                    <a:pt x="604488" y="38761"/>
                  </a:lnTo>
                  <a:lnTo>
                    <a:pt x="614237" y="62294"/>
                  </a:lnTo>
                  <a:lnTo>
                    <a:pt x="623987" y="76423"/>
                  </a:lnTo>
                  <a:lnTo>
                    <a:pt x="633736" y="44490"/>
                  </a:lnTo>
                  <a:lnTo>
                    <a:pt x="643486" y="69459"/>
                  </a:lnTo>
                  <a:lnTo>
                    <a:pt x="653236" y="45878"/>
                  </a:lnTo>
                  <a:lnTo>
                    <a:pt x="662985" y="71725"/>
                  </a:lnTo>
                  <a:lnTo>
                    <a:pt x="672735" y="63537"/>
                  </a:lnTo>
                  <a:lnTo>
                    <a:pt x="682485" y="56460"/>
                  </a:lnTo>
                  <a:lnTo>
                    <a:pt x="692235" y="54831"/>
                  </a:lnTo>
                  <a:lnTo>
                    <a:pt x="701985" y="89844"/>
                  </a:lnTo>
                  <a:lnTo>
                    <a:pt x="711735" y="69303"/>
                  </a:lnTo>
                  <a:lnTo>
                    <a:pt x="721485" y="69906"/>
                  </a:lnTo>
                  <a:lnTo>
                    <a:pt x="731235" y="23006"/>
                  </a:lnTo>
                  <a:lnTo>
                    <a:pt x="740985" y="14689"/>
                  </a:lnTo>
                  <a:lnTo>
                    <a:pt x="750734" y="0"/>
                  </a:lnTo>
                  <a:lnTo>
                    <a:pt x="760484" y="3421"/>
                  </a:lnTo>
                  <a:lnTo>
                    <a:pt x="770233" y="21890"/>
                  </a:lnTo>
                  <a:lnTo>
                    <a:pt x="779983" y="11478"/>
                  </a:lnTo>
                  <a:lnTo>
                    <a:pt x="789733" y="2044"/>
                  </a:lnTo>
                  <a:lnTo>
                    <a:pt x="799482" y="43180"/>
                  </a:lnTo>
                  <a:lnTo>
                    <a:pt x="809232" y="61870"/>
                  </a:lnTo>
                  <a:lnTo>
                    <a:pt x="818982" y="67296"/>
                  </a:lnTo>
                  <a:lnTo>
                    <a:pt x="828732" y="87003"/>
                  </a:lnTo>
                  <a:lnTo>
                    <a:pt x="838482" y="80720"/>
                  </a:lnTo>
                  <a:lnTo>
                    <a:pt x="848232" y="64989"/>
                  </a:lnTo>
                  <a:lnTo>
                    <a:pt x="857982" y="69327"/>
                  </a:lnTo>
                  <a:lnTo>
                    <a:pt x="867732" y="95939"/>
                  </a:lnTo>
                  <a:lnTo>
                    <a:pt x="877482" y="90754"/>
                  </a:lnTo>
                  <a:lnTo>
                    <a:pt x="887231" y="123255"/>
                  </a:lnTo>
                  <a:lnTo>
                    <a:pt x="896981" y="118489"/>
                  </a:lnTo>
                  <a:lnTo>
                    <a:pt x="906730" y="126042"/>
                  </a:lnTo>
                  <a:lnTo>
                    <a:pt x="916480" y="116655"/>
                  </a:lnTo>
                  <a:lnTo>
                    <a:pt x="926230" y="111148"/>
                  </a:lnTo>
                  <a:lnTo>
                    <a:pt x="935979" y="153170"/>
                  </a:lnTo>
                  <a:lnTo>
                    <a:pt x="945729" y="141975"/>
                  </a:lnTo>
                  <a:lnTo>
                    <a:pt x="955479" y="119308"/>
                  </a:lnTo>
                  <a:lnTo>
                    <a:pt x="965229" y="118827"/>
                  </a:lnTo>
                  <a:lnTo>
                    <a:pt x="974979" y="100802"/>
                  </a:lnTo>
                  <a:lnTo>
                    <a:pt x="984729" y="100172"/>
                  </a:lnTo>
                  <a:lnTo>
                    <a:pt x="994474" y="128653"/>
                  </a:lnTo>
                  <a:lnTo>
                    <a:pt x="1004233" y="112814"/>
                  </a:lnTo>
                  <a:lnTo>
                    <a:pt x="1013977" y="139493"/>
                  </a:lnTo>
                  <a:lnTo>
                    <a:pt x="1023721" y="134176"/>
                  </a:lnTo>
                  <a:lnTo>
                    <a:pt x="1033480" y="106432"/>
                  </a:lnTo>
                  <a:lnTo>
                    <a:pt x="1043224" y="121901"/>
                  </a:lnTo>
                  <a:lnTo>
                    <a:pt x="1052983" y="99534"/>
                  </a:lnTo>
                  <a:lnTo>
                    <a:pt x="1062727" y="101431"/>
                  </a:lnTo>
                  <a:lnTo>
                    <a:pt x="1072471" y="72202"/>
                  </a:lnTo>
                  <a:lnTo>
                    <a:pt x="1082230" y="109570"/>
                  </a:lnTo>
                  <a:lnTo>
                    <a:pt x="1091973" y="95832"/>
                  </a:lnTo>
                  <a:lnTo>
                    <a:pt x="1101732" y="97204"/>
                  </a:lnTo>
                  <a:lnTo>
                    <a:pt x="1111476" y="95087"/>
                  </a:lnTo>
                  <a:lnTo>
                    <a:pt x="1121220" y="101654"/>
                  </a:lnTo>
                  <a:lnTo>
                    <a:pt x="1130979" y="84263"/>
                  </a:lnTo>
                  <a:lnTo>
                    <a:pt x="1140723" y="106119"/>
                  </a:lnTo>
                  <a:lnTo>
                    <a:pt x="1150482" y="108119"/>
                  </a:lnTo>
                  <a:lnTo>
                    <a:pt x="1160226" y="80145"/>
                  </a:lnTo>
                  <a:lnTo>
                    <a:pt x="1169969" y="85782"/>
                  </a:lnTo>
                  <a:lnTo>
                    <a:pt x="1179728" y="134843"/>
                  </a:lnTo>
                  <a:lnTo>
                    <a:pt x="1189472" y="150609"/>
                  </a:lnTo>
                  <a:lnTo>
                    <a:pt x="1199231" y="130406"/>
                  </a:lnTo>
                  <a:lnTo>
                    <a:pt x="1208975" y="139559"/>
                  </a:lnTo>
                  <a:lnTo>
                    <a:pt x="1218719" y="158178"/>
                  </a:lnTo>
                  <a:lnTo>
                    <a:pt x="1228478" y="135862"/>
                  </a:lnTo>
                  <a:lnTo>
                    <a:pt x="1238222" y="186400"/>
                  </a:lnTo>
                  <a:lnTo>
                    <a:pt x="1247966" y="191024"/>
                  </a:lnTo>
                  <a:lnTo>
                    <a:pt x="1257725" y="169212"/>
                  </a:lnTo>
                  <a:lnTo>
                    <a:pt x="1267469" y="184148"/>
                  </a:lnTo>
                  <a:lnTo>
                    <a:pt x="1277227" y="146180"/>
                  </a:lnTo>
                  <a:lnTo>
                    <a:pt x="1286971" y="134387"/>
                  </a:lnTo>
                  <a:lnTo>
                    <a:pt x="1296715" y="159449"/>
                  </a:lnTo>
                  <a:lnTo>
                    <a:pt x="1306474" y="144860"/>
                  </a:lnTo>
                  <a:lnTo>
                    <a:pt x="1316218" y="159532"/>
                  </a:lnTo>
                  <a:lnTo>
                    <a:pt x="1325977" y="160026"/>
                  </a:lnTo>
                  <a:lnTo>
                    <a:pt x="1335721" y="150258"/>
                  </a:lnTo>
                  <a:lnTo>
                    <a:pt x="1345465" y="145603"/>
                  </a:lnTo>
                  <a:lnTo>
                    <a:pt x="1355224" y="126519"/>
                  </a:lnTo>
                  <a:lnTo>
                    <a:pt x="1364967" y="130338"/>
                  </a:lnTo>
                  <a:lnTo>
                    <a:pt x="1374726" y="114822"/>
                  </a:lnTo>
                  <a:lnTo>
                    <a:pt x="1384470" y="100634"/>
                  </a:lnTo>
                  <a:lnTo>
                    <a:pt x="1394214" y="99276"/>
                  </a:lnTo>
                  <a:lnTo>
                    <a:pt x="1403973" y="53767"/>
                  </a:lnTo>
                  <a:lnTo>
                    <a:pt x="1413717" y="31867"/>
                  </a:lnTo>
                  <a:lnTo>
                    <a:pt x="1423476" y="60190"/>
                  </a:lnTo>
                  <a:lnTo>
                    <a:pt x="1433220" y="51764"/>
                  </a:lnTo>
                  <a:lnTo>
                    <a:pt x="1442964" y="63275"/>
                  </a:lnTo>
                  <a:lnTo>
                    <a:pt x="1452722" y="84413"/>
                  </a:lnTo>
                  <a:lnTo>
                    <a:pt x="1462466" y="77388"/>
                  </a:lnTo>
                  <a:lnTo>
                    <a:pt x="1472225" y="93511"/>
                  </a:lnTo>
                  <a:lnTo>
                    <a:pt x="1481969" y="85455"/>
                  </a:lnTo>
                  <a:lnTo>
                    <a:pt x="1491713" y="125369"/>
                  </a:lnTo>
                  <a:lnTo>
                    <a:pt x="1501472" y="121051"/>
                  </a:lnTo>
                  <a:lnTo>
                    <a:pt x="1511216" y="96961"/>
                  </a:lnTo>
                  <a:lnTo>
                    <a:pt x="1520960" y="106243"/>
                  </a:lnTo>
                  <a:lnTo>
                    <a:pt x="1530719" y="128370"/>
                  </a:lnTo>
                  <a:lnTo>
                    <a:pt x="1540463" y="119232"/>
                  </a:lnTo>
                  <a:lnTo>
                    <a:pt x="1550221" y="138474"/>
                  </a:lnTo>
                  <a:lnTo>
                    <a:pt x="1559965" y="116732"/>
                  </a:lnTo>
                  <a:lnTo>
                    <a:pt x="1569709" y="74917"/>
                  </a:lnTo>
                  <a:lnTo>
                    <a:pt x="1579468" y="93548"/>
                  </a:lnTo>
                  <a:lnTo>
                    <a:pt x="1589212" y="109616"/>
                  </a:lnTo>
                  <a:lnTo>
                    <a:pt x="1598971" y="84434"/>
                  </a:lnTo>
                  <a:lnTo>
                    <a:pt x="1608715" y="79936"/>
                  </a:lnTo>
                  <a:lnTo>
                    <a:pt x="1618459" y="86436"/>
                  </a:lnTo>
                  <a:lnTo>
                    <a:pt x="1628218" y="107849"/>
                  </a:lnTo>
                  <a:lnTo>
                    <a:pt x="1637962" y="109817"/>
                  </a:lnTo>
                  <a:lnTo>
                    <a:pt x="1647720" y="95876"/>
                  </a:lnTo>
                  <a:lnTo>
                    <a:pt x="1657464" y="102892"/>
                  </a:lnTo>
                  <a:lnTo>
                    <a:pt x="1667208" y="106771"/>
                  </a:lnTo>
                  <a:lnTo>
                    <a:pt x="1676967" y="90663"/>
                  </a:lnTo>
                  <a:lnTo>
                    <a:pt x="1686711" y="109998"/>
                  </a:lnTo>
                  <a:lnTo>
                    <a:pt x="1696470" y="85693"/>
                  </a:lnTo>
                  <a:lnTo>
                    <a:pt x="1706214" y="66649"/>
                  </a:lnTo>
                  <a:lnTo>
                    <a:pt x="1715958" y="79081"/>
                  </a:lnTo>
                  <a:lnTo>
                    <a:pt x="1725716" y="105050"/>
                  </a:lnTo>
                  <a:lnTo>
                    <a:pt x="1735460" y="90114"/>
                  </a:lnTo>
                  <a:lnTo>
                    <a:pt x="1745219" y="68033"/>
                  </a:lnTo>
                  <a:lnTo>
                    <a:pt x="1754963" y="49392"/>
                  </a:lnTo>
                  <a:lnTo>
                    <a:pt x="1764707" y="67705"/>
                  </a:lnTo>
                  <a:lnTo>
                    <a:pt x="1774466" y="75423"/>
                  </a:lnTo>
                  <a:lnTo>
                    <a:pt x="1784210" y="84188"/>
                  </a:lnTo>
                  <a:lnTo>
                    <a:pt x="1793969" y="59662"/>
                  </a:lnTo>
                  <a:lnTo>
                    <a:pt x="1803713" y="72944"/>
                  </a:lnTo>
                  <a:lnTo>
                    <a:pt x="1813457" y="28599"/>
                  </a:lnTo>
                  <a:lnTo>
                    <a:pt x="1823215" y="24624"/>
                  </a:lnTo>
                  <a:lnTo>
                    <a:pt x="1832959" y="21580"/>
                  </a:lnTo>
                  <a:lnTo>
                    <a:pt x="1842703" y="9404"/>
                  </a:lnTo>
                  <a:lnTo>
                    <a:pt x="1852462" y="17497"/>
                  </a:lnTo>
                  <a:lnTo>
                    <a:pt x="1862206" y="41787"/>
                  </a:lnTo>
                  <a:lnTo>
                    <a:pt x="1871965" y="80547"/>
                  </a:lnTo>
                  <a:lnTo>
                    <a:pt x="1881709" y="98911"/>
                  </a:lnTo>
                  <a:lnTo>
                    <a:pt x="1891453" y="73094"/>
                  </a:lnTo>
                  <a:lnTo>
                    <a:pt x="1901212" y="42325"/>
                  </a:lnTo>
                  <a:lnTo>
                    <a:pt x="1910956" y="18996"/>
                  </a:lnTo>
                  <a:lnTo>
                    <a:pt x="1920714" y="38979"/>
                  </a:lnTo>
                  <a:lnTo>
                    <a:pt x="1930458" y="66403"/>
                  </a:lnTo>
                  <a:lnTo>
                    <a:pt x="1940202" y="103323"/>
                  </a:lnTo>
                  <a:lnTo>
                    <a:pt x="1949961" y="54737"/>
                  </a:lnTo>
                  <a:lnTo>
                    <a:pt x="1959705" y="49357"/>
                  </a:lnTo>
                  <a:lnTo>
                    <a:pt x="1969464" y="66813"/>
                  </a:lnTo>
                  <a:lnTo>
                    <a:pt x="1979208" y="114937"/>
                  </a:lnTo>
                  <a:lnTo>
                    <a:pt x="1988952" y="122048"/>
                  </a:lnTo>
                  <a:lnTo>
                    <a:pt x="1998711" y="131124"/>
                  </a:lnTo>
                  <a:lnTo>
                    <a:pt x="2008454" y="121629"/>
                  </a:lnTo>
                  <a:lnTo>
                    <a:pt x="2018213" y="88211"/>
                  </a:lnTo>
                  <a:lnTo>
                    <a:pt x="2027957" y="46614"/>
                  </a:lnTo>
                  <a:lnTo>
                    <a:pt x="2037701" y="57778"/>
                  </a:lnTo>
                  <a:lnTo>
                    <a:pt x="2047460" y="61427"/>
                  </a:lnTo>
                  <a:lnTo>
                    <a:pt x="2057204" y="67434"/>
                  </a:lnTo>
                  <a:lnTo>
                    <a:pt x="2066963" y="28211"/>
                  </a:lnTo>
                  <a:lnTo>
                    <a:pt x="2076707" y="6046"/>
                  </a:lnTo>
                  <a:lnTo>
                    <a:pt x="2086451" y="33934"/>
                  </a:lnTo>
                  <a:lnTo>
                    <a:pt x="2096210" y="14982"/>
                  </a:lnTo>
                  <a:lnTo>
                    <a:pt x="2105954" y="39810"/>
                  </a:lnTo>
                  <a:lnTo>
                    <a:pt x="2115697" y="51063"/>
                  </a:lnTo>
                  <a:lnTo>
                    <a:pt x="2125456" y="51460"/>
                  </a:lnTo>
                  <a:lnTo>
                    <a:pt x="2135200" y="44228"/>
                  </a:lnTo>
                  <a:lnTo>
                    <a:pt x="2144959" y="42867"/>
                  </a:lnTo>
                  <a:lnTo>
                    <a:pt x="2154703" y="23055"/>
                  </a:lnTo>
                  <a:lnTo>
                    <a:pt x="2164447" y="47817"/>
                  </a:lnTo>
                  <a:lnTo>
                    <a:pt x="2174206" y="68672"/>
                  </a:lnTo>
                  <a:lnTo>
                    <a:pt x="2183950" y="121997"/>
                  </a:lnTo>
                  <a:lnTo>
                    <a:pt x="2193709" y="134069"/>
                  </a:lnTo>
                  <a:lnTo>
                    <a:pt x="2203452" y="151827"/>
                  </a:lnTo>
                  <a:lnTo>
                    <a:pt x="2213196" y="171049"/>
                  </a:lnTo>
                  <a:lnTo>
                    <a:pt x="2222955" y="165374"/>
                  </a:lnTo>
                  <a:lnTo>
                    <a:pt x="2232699" y="203450"/>
                  </a:lnTo>
                  <a:lnTo>
                    <a:pt x="2242458" y="222914"/>
                  </a:lnTo>
                  <a:lnTo>
                    <a:pt x="2252202" y="204655"/>
                  </a:lnTo>
                  <a:lnTo>
                    <a:pt x="2261946" y="238299"/>
                  </a:lnTo>
                  <a:lnTo>
                    <a:pt x="2271705" y="220022"/>
                  </a:lnTo>
                  <a:lnTo>
                    <a:pt x="2281449" y="235799"/>
                  </a:lnTo>
                  <a:lnTo>
                    <a:pt x="2291208" y="202553"/>
                  </a:lnTo>
                  <a:lnTo>
                    <a:pt x="2300951" y="215652"/>
                  </a:lnTo>
                  <a:lnTo>
                    <a:pt x="2310695" y="218732"/>
                  </a:lnTo>
                  <a:lnTo>
                    <a:pt x="2320454" y="232782"/>
                  </a:lnTo>
                  <a:lnTo>
                    <a:pt x="2330198" y="258551"/>
                  </a:lnTo>
                  <a:lnTo>
                    <a:pt x="2339957" y="286849"/>
                  </a:lnTo>
                  <a:lnTo>
                    <a:pt x="2349701" y="274432"/>
                  </a:lnTo>
                  <a:lnTo>
                    <a:pt x="2359445" y="259759"/>
                  </a:lnTo>
                  <a:lnTo>
                    <a:pt x="2369204" y="222939"/>
                  </a:lnTo>
                  <a:lnTo>
                    <a:pt x="2378948" y="202778"/>
                  </a:lnTo>
                  <a:lnTo>
                    <a:pt x="2388692" y="201054"/>
                  </a:lnTo>
                  <a:lnTo>
                    <a:pt x="2398450" y="239976"/>
                  </a:lnTo>
                  <a:lnTo>
                    <a:pt x="2408194" y="285247"/>
                  </a:lnTo>
                  <a:lnTo>
                    <a:pt x="2417953" y="277958"/>
                  </a:lnTo>
                  <a:lnTo>
                    <a:pt x="2427697" y="318631"/>
                  </a:lnTo>
                  <a:lnTo>
                    <a:pt x="2437441" y="319756"/>
                  </a:lnTo>
                  <a:lnTo>
                    <a:pt x="2447200" y="335743"/>
                  </a:lnTo>
                  <a:lnTo>
                    <a:pt x="2456944" y="314957"/>
                  </a:lnTo>
                  <a:lnTo>
                    <a:pt x="2466703" y="321761"/>
                  </a:lnTo>
                  <a:lnTo>
                    <a:pt x="2476446" y="331029"/>
                  </a:lnTo>
                  <a:lnTo>
                    <a:pt x="2486190" y="311107"/>
                  </a:lnTo>
                  <a:lnTo>
                    <a:pt x="2495949" y="344283"/>
                  </a:lnTo>
                  <a:lnTo>
                    <a:pt x="2505693" y="358550"/>
                  </a:lnTo>
                  <a:lnTo>
                    <a:pt x="2515452" y="334080"/>
                  </a:lnTo>
                  <a:lnTo>
                    <a:pt x="2525196" y="332980"/>
                  </a:lnTo>
                  <a:lnTo>
                    <a:pt x="2534940" y="312806"/>
                  </a:lnTo>
                  <a:lnTo>
                    <a:pt x="2544699" y="306682"/>
                  </a:lnTo>
                  <a:lnTo>
                    <a:pt x="2554443" y="304963"/>
                  </a:lnTo>
                  <a:lnTo>
                    <a:pt x="2564202" y="338545"/>
                  </a:lnTo>
                  <a:lnTo>
                    <a:pt x="2573946" y="329412"/>
                  </a:lnTo>
                  <a:lnTo>
                    <a:pt x="2583690" y="344277"/>
                  </a:lnTo>
                  <a:lnTo>
                    <a:pt x="2593448" y="334029"/>
                  </a:lnTo>
                  <a:lnTo>
                    <a:pt x="2603192" y="343216"/>
                  </a:lnTo>
                  <a:lnTo>
                    <a:pt x="2612951" y="358417"/>
                  </a:lnTo>
                  <a:lnTo>
                    <a:pt x="2622695" y="376870"/>
                  </a:lnTo>
                  <a:lnTo>
                    <a:pt x="2632439" y="378300"/>
                  </a:lnTo>
                  <a:lnTo>
                    <a:pt x="2642198" y="371000"/>
                  </a:lnTo>
                  <a:lnTo>
                    <a:pt x="2651942" y="360162"/>
                  </a:lnTo>
                  <a:lnTo>
                    <a:pt x="2661685" y="332125"/>
                  </a:lnTo>
                  <a:lnTo>
                    <a:pt x="2671444" y="355685"/>
                  </a:lnTo>
                  <a:lnTo>
                    <a:pt x="2681188" y="396751"/>
                  </a:lnTo>
                  <a:lnTo>
                    <a:pt x="2690947" y="369997"/>
                  </a:lnTo>
                  <a:lnTo>
                    <a:pt x="2700691" y="389281"/>
                  </a:lnTo>
                  <a:lnTo>
                    <a:pt x="2710435" y="346439"/>
                  </a:lnTo>
                  <a:lnTo>
                    <a:pt x="2720194" y="334141"/>
                  </a:lnTo>
                  <a:lnTo>
                    <a:pt x="2729938" y="337641"/>
                  </a:lnTo>
                  <a:lnTo>
                    <a:pt x="2739697" y="322515"/>
                  </a:lnTo>
                  <a:lnTo>
                    <a:pt x="2749441" y="326099"/>
                  </a:lnTo>
                  <a:lnTo>
                    <a:pt x="2759185" y="310905"/>
                  </a:lnTo>
                  <a:lnTo>
                    <a:pt x="2768943" y="272993"/>
                  </a:lnTo>
                  <a:lnTo>
                    <a:pt x="2778687" y="233396"/>
                  </a:lnTo>
                  <a:lnTo>
                    <a:pt x="2788446" y="213057"/>
                  </a:lnTo>
                  <a:lnTo>
                    <a:pt x="2798190" y="231430"/>
                  </a:lnTo>
                  <a:lnTo>
                    <a:pt x="2807934" y="242421"/>
                  </a:lnTo>
                  <a:lnTo>
                    <a:pt x="2817693" y="232052"/>
                  </a:lnTo>
                  <a:lnTo>
                    <a:pt x="2827437" y="220112"/>
                  </a:lnTo>
                  <a:lnTo>
                    <a:pt x="2837196" y="214252"/>
                  </a:lnTo>
                  <a:lnTo>
                    <a:pt x="2846940" y="211361"/>
                  </a:lnTo>
                  <a:lnTo>
                    <a:pt x="2856684" y="186114"/>
                  </a:lnTo>
                  <a:lnTo>
                    <a:pt x="2866442" y="189859"/>
                  </a:lnTo>
                  <a:lnTo>
                    <a:pt x="2876186" y="205949"/>
                  </a:lnTo>
                  <a:lnTo>
                    <a:pt x="2885945" y="223963"/>
                  </a:lnTo>
                  <a:lnTo>
                    <a:pt x="2895689" y="236447"/>
                  </a:lnTo>
                  <a:lnTo>
                    <a:pt x="2905433" y="217121"/>
                  </a:lnTo>
                  <a:lnTo>
                    <a:pt x="2915192" y="19647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8" name="Freeform 957">
              <a:extLst>
                <a:ext uri="{FF2B5EF4-FFF2-40B4-BE49-F238E27FC236}">
                  <a16:creationId xmlns:a16="http://schemas.microsoft.com/office/drawing/2014/main" id="{74A503EB-2F79-6266-F0C6-9C772033F53F}"/>
                </a:ext>
              </a:extLst>
            </p:cNvPr>
            <p:cNvSpPr/>
            <p:nvPr/>
          </p:nvSpPr>
          <p:spPr>
            <a:xfrm>
              <a:off x="4426652" y="3209371"/>
              <a:ext cx="2915191" cy="443328"/>
            </a:xfrm>
            <a:custGeom>
              <a:avLst/>
              <a:gdLst>
                <a:gd name="connsiteX0" fmla="*/ 0 w 2915191"/>
                <a:gd name="connsiteY0" fmla="*/ 216201 h 443328"/>
                <a:gd name="connsiteX1" fmla="*/ 9750 w 2915191"/>
                <a:gd name="connsiteY1" fmla="*/ 212696 h 443328"/>
                <a:gd name="connsiteX2" fmla="*/ 19500 w 2915191"/>
                <a:gd name="connsiteY2" fmla="*/ 239015 h 443328"/>
                <a:gd name="connsiteX3" fmla="*/ 29250 w 2915191"/>
                <a:gd name="connsiteY3" fmla="*/ 230519 h 443328"/>
                <a:gd name="connsiteX4" fmla="*/ 39000 w 2915191"/>
                <a:gd name="connsiteY4" fmla="*/ 235049 h 443328"/>
                <a:gd name="connsiteX5" fmla="*/ 48749 w 2915191"/>
                <a:gd name="connsiteY5" fmla="*/ 232840 h 443328"/>
                <a:gd name="connsiteX6" fmla="*/ 58499 w 2915191"/>
                <a:gd name="connsiteY6" fmla="*/ 241618 h 443328"/>
                <a:gd name="connsiteX7" fmla="*/ 68249 w 2915191"/>
                <a:gd name="connsiteY7" fmla="*/ 240364 h 443328"/>
                <a:gd name="connsiteX8" fmla="*/ 77998 w 2915191"/>
                <a:gd name="connsiteY8" fmla="*/ 204392 h 443328"/>
                <a:gd name="connsiteX9" fmla="*/ 87748 w 2915191"/>
                <a:gd name="connsiteY9" fmla="*/ 197057 h 443328"/>
                <a:gd name="connsiteX10" fmla="*/ 97497 w 2915191"/>
                <a:gd name="connsiteY10" fmla="*/ 200476 h 443328"/>
                <a:gd name="connsiteX11" fmla="*/ 107247 w 2915191"/>
                <a:gd name="connsiteY11" fmla="*/ 207590 h 443328"/>
                <a:gd name="connsiteX12" fmla="*/ 116997 w 2915191"/>
                <a:gd name="connsiteY12" fmla="*/ 186476 h 443328"/>
                <a:gd name="connsiteX13" fmla="*/ 126747 w 2915191"/>
                <a:gd name="connsiteY13" fmla="*/ 192678 h 443328"/>
                <a:gd name="connsiteX14" fmla="*/ 136497 w 2915191"/>
                <a:gd name="connsiteY14" fmla="*/ 206895 h 443328"/>
                <a:gd name="connsiteX15" fmla="*/ 146247 w 2915191"/>
                <a:gd name="connsiteY15" fmla="*/ 216740 h 443328"/>
                <a:gd name="connsiteX16" fmla="*/ 155997 w 2915191"/>
                <a:gd name="connsiteY16" fmla="*/ 218853 h 443328"/>
                <a:gd name="connsiteX17" fmla="*/ 165747 w 2915191"/>
                <a:gd name="connsiteY17" fmla="*/ 183173 h 443328"/>
                <a:gd name="connsiteX18" fmla="*/ 175497 w 2915191"/>
                <a:gd name="connsiteY18" fmla="*/ 216527 h 443328"/>
                <a:gd name="connsiteX19" fmla="*/ 185247 w 2915191"/>
                <a:gd name="connsiteY19" fmla="*/ 250117 h 443328"/>
                <a:gd name="connsiteX20" fmla="*/ 194996 w 2915191"/>
                <a:gd name="connsiteY20" fmla="*/ 222178 h 443328"/>
                <a:gd name="connsiteX21" fmla="*/ 204746 w 2915191"/>
                <a:gd name="connsiteY21" fmla="*/ 226897 h 443328"/>
                <a:gd name="connsiteX22" fmla="*/ 214495 w 2915191"/>
                <a:gd name="connsiteY22" fmla="*/ 238585 h 443328"/>
                <a:gd name="connsiteX23" fmla="*/ 224245 w 2915191"/>
                <a:gd name="connsiteY23" fmla="*/ 241676 h 443328"/>
                <a:gd name="connsiteX24" fmla="*/ 233995 w 2915191"/>
                <a:gd name="connsiteY24" fmla="*/ 222171 h 443328"/>
                <a:gd name="connsiteX25" fmla="*/ 243744 w 2915191"/>
                <a:gd name="connsiteY25" fmla="*/ 176267 h 443328"/>
                <a:gd name="connsiteX26" fmla="*/ 253494 w 2915191"/>
                <a:gd name="connsiteY26" fmla="*/ 179415 h 443328"/>
                <a:gd name="connsiteX27" fmla="*/ 263244 w 2915191"/>
                <a:gd name="connsiteY27" fmla="*/ 198331 h 443328"/>
                <a:gd name="connsiteX28" fmla="*/ 272994 w 2915191"/>
                <a:gd name="connsiteY28" fmla="*/ 178679 h 443328"/>
                <a:gd name="connsiteX29" fmla="*/ 282744 w 2915191"/>
                <a:gd name="connsiteY29" fmla="*/ 149218 h 443328"/>
                <a:gd name="connsiteX30" fmla="*/ 292494 w 2915191"/>
                <a:gd name="connsiteY30" fmla="*/ 111339 h 443328"/>
                <a:gd name="connsiteX31" fmla="*/ 302244 w 2915191"/>
                <a:gd name="connsiteY31" fmla="*/ 100538 h 443328"/>
                <a:gd name="connsiteX32" fmla="*/ 311994 w 2915191"/>
                <a:gd name="connsiteY32" fmla="*/ 105105 h 443328"/>
                <a:gd name="connsiteX33" fmla="*/ 321744 w 2915191"/>
                <a:gd name="connsiteY33" fmla="*/ 100379 h 443328"/>
                <a:gd name="connsiteX34" fmla="*/ 331493 w 2915191"/>
                <a:gd name="connsiteY34" fmla="*/ 140390 h 443328"/>
                <a:gd name="connsiteX35" fmla="*/ 341243 w 2915191"/>
                <a:gd name="connsiteY35" fmla="*/ 128623 h 443328"/>
                <a:gd name="connsiteX36" fmla="*/ 350993 w 2915191"/>
                <a:gd name="connsiteY36" fmla="*/ 145734 h 443328"/>
                <a:gd name="connsiteX37" fmla="*/ 360742 w 2915191"/>
                <a:gd name="connsiteY37" fmla="*/ 163665 h 443328"/>
                <a:gd name="connsiteX38" fmla="*/ 370492 w 2915191"/>
                <a:gd name="connsiteY38" fmla="*/ 144745 h 443328"/>
                <a:gd name="connsiteX39" fmla="*/ 380241 w 2915191"/>
                <a:gd name="connsiteY39" fmla="*/ 170723 h 443328"/>
                <a:gd name="connsiteX40" fmla="*/ 389991 w 2915191"/>
                <a:gd name="connsiteY40" fmla="*/ 175611 h 443328"/>
                <a:gd name="connsiteX41" fmla="*/ 399741 w 2915191"/>
                <a:gd name="connsiteY41" fmla="*/ 186412 h 443328"/>
                <a:gd name="connsiteX42" fmla="*/ 409491 w 2915191"/>
                <a:gd name="connsiteY42" fmla="*/ 208739 h 443328"/>
                <a:gd name="connsiteX43" fmla="*/ 419241 w 2915191"/>
                <a:gd name="connsiteY43" fmla="*/ 245601 h 443328"/>
                <a:gd name="connsiteX44" fmla="*/ 428991 w 2915191"/>
                <a:gd name="connsiteY44" fmla="*/ 218128 h 443328"/>
                <a:gd name="connsiteX45" fmla="*/ 438741 w 2915191"/>
                <a:gd name="connsiteY45" fmla="*/ 162020 h 443328"/>
                <a:gd name="connsiteX46" fmla="*/ 448491 w 2915191"/>
                <a:gd name="connsiteY46" fmla="*/ 156237 h 443328"/>
                <a:gd name="connsiteX47" fmla="*/ 458241 w 2915191"/>
                <a:gd name="connsiteY47" fmla="*/ 171709 h 443328"/>
                <a:gd name="connsiteX48" fmla="*/ 467991 w 2915191"/>
                <a:gd name="connsiteY48" fmla="*/ 209518 h 443328"/>
                <a:gd name="connsiteX49" fmla="*/ 477740 w 2915191"/>
                <a:gd name="connsiteY49" fmla="*/ 228653 h 443328"/>
                <a:gd name="connsiteX50" fmla="*/ 487490 w 2915191"/>
                <a:gd name="connsiteY50" fmla="*/ 229583 h 443328"/>
                <a:gd name="connsiteX51" fmla="*/ 497239 w 2915191"/>
                <a:gd name="connsiteY51" fmla="*/ 240709 h 443328"/>
                <a:gd name="connsiteX52" fmla="*/ 506989 w 2915191"/>
                <a:gd name="connsiteY52" fmla="*/ 223334 h 443328"/>
                <a:gd name="connsiteX53" fmla="*/ 516738 w 2915191"/>
                <a:gd name="connsiteY53" fmla="*/ 209225 h 443328"/>
                <a:gd name="connsiteX54" fmla="*/ 526488 w 2915191"/>
                <a:gd name="connsiteY54" fmla="*/ 195324 h 443328"/>
                <a:gd name="connsiteX55" fmla="*/ 536238 w 2915191"/>
                <a:gd name="connsiteY55" fmla="*/ 232236 h 443328"/>
                <a:gd name="connsiteX56" fmla="*/ 545988 w 2915191"/>
                <a:gd name="connsiteY56" fmla="*/ 280414 h 443328"/>
                <a:gd name="connsiteX57" fmla="*/ 555738 w 2915191"/>
                <a:gd name="connsiteY57" fmla="*/ 290742 h 443328"/>
                <a:gd name="connsiteX58" fmla="*/ 565488 w 2915191"/>
                <a:gd name="connsiteY58" fmla="*/ 300568 h 443328"/>
                <a:gd name="connsiteX59" fmla="*/ 575238 w 2915191"/>
                <a:gd name="connsiteY59" fmla="*/ 260774 h 443328"/>
                <a:gd name="connsiteX60" fmla="*/ 584988 w 2915191"/>
                <a:gd name="connsiteY60" fmla="*/ 278155 h 443328"/>
                <a:gd name="connsiteX61" fmla="*/ 594738 w 2915191"/>
                <a:gd name="connsiteY61" fmla="*/ 288207 h 443328"/>
                <a:gd name="connsiteX62" fmla="*/ 604488 w 2915191"/>
                <a:gd name="connsiteY62" fmla="*/ 249714 h 443328"/>
                <a:gd name="connsiteX63" fmla="*/ 614237 w 2915191"/>
                <a:gd name="connsiteY63" fmla="*/ 244229 h 443328"/>
                <a:gd name="connsiteX64" fmla="*/ 623987 w 2915191"/>
                <a:gd name="connsiteY64" fmla="*/ 210852 h 443328"/>
                <a:gd name="connsiteX65" fmla="*/ 633736 w 2915191"/>
                <a:gd name="connsiteY65" fmla="*/ 196257 h 443328"/>
                <a:gd name="connsiteX66" fmla="*/ 643486 w 2915191"/>
                <a:gd name="connsiteY66" fmla="*/ 218061 h 443328"/>
                <a:gd name="connsiteX67" fmla="*/ 653236 w 2915191"/>
                <a:gd name="connsiteY67" fmla="*/ 233488 h 443328"/>
                <a:gd name="connsiteX68" fmla="*/ 662985 w 2915191"/>
                <a:gd name="connsiteY68" fmla="*/ 222537 h 443328"/>
                <a:gd name="connsiteX69" fmla="*/ 672735 w 2915191"/>
                <a:gd name="connsiteY69" fmla="*/ 230869 h 443328"/>
                <a:gd name="connsiteX70" fmla="*/ 682485 w 2915191"/>
                <a:gd name="connsiteY70" fmla="*/ 212193 h 443328"/>
                <a:gd name="connsiteX71" fmla="*/ 692235 w 2915191"/>
                <a:gd name="connsiteY71" fmla="*/ 216920 h 443328"/>
                <a:gd name="connsiteX72" fmla="*/ 701985 w 2915191"/>
                <a:gd name="connsiteY72" fmla="*/ 207599 h 443328"/>
                <a:gd name="connsiteX73" fmla="*/ 711735 w 2915191"/>
                <a:gd name="connsiteY73" fmla="*/ 206424 h 443328"/>
                <a:gd name="connsiteX74" fmla="*/ 721485 w 2915191"/>
                <a:gd name="connsiteY74" fmla="*/ 205560 h 443328"/>
                <a:gd name="connsiteX75" fmla="*/ 731235 w 2915191"/>
                <a:gd name="connsiteY75" fmla="*/ 224785 h 443328"/>
                <a:gd name="connsiteX76" fmla="*/ 740985 w 2915191"/>
                <a:gd name="connsiteY76" fmla="*/ 229856 h 443328"/>
                <a:gd name="connsiteX77" fmla="*/ 750734 w 2915191"/>
                <a:gd name="connsiteY77" fmla="*/ 232052 h 443328"/>
                <a:gd name="connsiteX78" fmla="*/ 760484 w 2915191"/>
                <a:gd name="connsiteY78" fmla="*/ 252256 h 443328"/>
                <a:gd name="connsiteX79" fmla="*/ 770233 w 2915191"/>
                <a:gd name="connsiteY79" fmla="*/ 248221 h 443328"/>
                <a:gd name="connsiteX80" fmla="*/ 779983 w 2915191"/>
                <a:gd name="connsiteY80" fmla="*/ 217962 h 443328"/>
                <a:gd name="connsiteX81" fmla="*/ 789733 w 2915191"/>
                <a:gd name="connsiteY81" fmla="*/ 211782 h 443328"/>
                <a:gd name="connsiteX82" fmla="*/ 799482 w 2915191"/>
                <a:gd name="connsiteY82" fmla="*/ 211132 h 443328"/>
                <a:gd name="connsiteX83" fmla="*/ 809232 w 2915191"/>
                <a:gd name="connsiteY83" fmla="*/ 183730 h 443328"/>
                <a:gd name="connsiteX84" fmla="*/ 818982 w 2915191"/>
                <a:gd name="connsiteY84" fmla="*/ 188880 h 443328"/>
                <a:gd name="connsiteX85" fmla="*/ 828732 w 2915191"/>
                <a:gd name="connsiteY85" fmla="*/ 178767 h 443328"/>
                <a:gd name="connsiteX86" fmla="*/ 838482 w 2915191"/>
                <a:gd name="connsiteY86" fmla="*/ 191576 h 443328"/>
                <a:gd name="connsiteX87" fmla="*/ 848232 w 2915191"/>
                <a:gd name="connsiteY87" fmla="*/ 215064 h 443328"/>
                <a:gd name="connsiteX88" fmla="*/ 857982 w 2915191"/>
                <a:gd name="connsiteY88" fmla="*/ 240124 h 443328"/>
                <a:gd name="connsiteX89" fmla="*/ 867732 w 2915191"/>
                <a:gd name="connsiteY89" fmla="*/ 278310 h 443328"/>
                <a:gd name="connsiteX90" fmla="*/ 877482 w 2915191"/>
                <a:gd name="connsiteY90" fmla="*/ 266015 h 443328"/>
                <a:gd name="connsiteX91" fmla="*/ 887231 w 2915191"/>
                <a:gd name="connsiteY91" fmla="*/ 258871 h 443328"/>
                <a:gd name="connsiteX92" fmla="*/ 896981 w 2915191"/>
                <a:gd name="connsiteY92" fmla="*/ 270674 h 443328"/>
                <a:gd name="connsiteX93" fmla="*/ 906730 w 2915191"/>
                <a:gd name="connsiteY93" fmla="*/ 261662 h 443328"/>
                <a:gd name="connsiteX94" fmla="*/ 916480 w 2915191"/>
                <a:gd name="connsiteY94" fmla="*/ 225247 h 443328"/>
                <a:gd name="connsiteX95" fmla="*/ 926230 w 2915191"/>
                <a:gd name="connsiteY95" fmla="*/ 239440 h 443328"/>
                <a:gd name="connsiteX96" fmla="*/ 935979 w 2915191"/>
                <a:gd name="connsiteY96" fmla="*/ 252815 h 443328"/>
                <a:gd name="connsiteX97" fmla="*/ 945729 w 2915191"/>
                <a:gd name="connsiteY97" fmla="*/ 245826 h 443328"/>
                <a:gd name="connsiteX98" fmla="*/ 955479 w 2915191"/>
                <a:gd name="connsiteY98" fmla="*/ 239748 h 443328"/>
                <a:gd name="connsiteX99" fmla="*/ 965229 w 2915191"/>
                <a:gd name="connsiteY99" fmla="*/ 201448 h 443328"/>
                <a:gd name="connsiteX100" fmla="*/ 974979 w 2915191"/>
                <a:gd name="connsiteY100" fmla="*/ 221120 h 443328"/>
                <a:gd name="connsiteX101" fmla="*/ 984729 w 2915191"/>
                <a:gd name="connsiteY101" fmla="*/ 232886 h 443328"/>
                <a:gd name="connsiteX102" fmla="*/ 994474 w 2915191"/>
                <a:gd name="connsiteY102" fmla="*/ 207780 h 443328"/>
                <a:gd name="connsiteX103" fmla="*/ 1004233 w 2915191"/>
                <a:gd name="connsiteY103" fmla="*/ 215187 h 443328"/>
                <a:gd name="connsiteX104" fmla="*/ 1013977 w 2915191"/>
                <a:gd name="connsiteY104" fmla="*/ 235264 h 443328"/>
                <a:gd name="connsiteX105" fmla="*/ 1023721 w 2915191"/>
                <a:gd name="connsiteY105" fmla="*/ 237031 h 443328"/>
                <a:gd name="connsiteX106" fmla="*/ 1033480 w 2915191"/>
                <a:gd name="connsiteY106" fmla="*/ 234547 h 443328"/>
                <a:gd name="connsiteX107" fmla="*/ 1043224 w 2915191"/>
                <a:gd name="connsiteY107" fmla="*/ 211126 h 443328"/>
                <a:gd name="connsiteX108" fmla="*/ 1052983 w 2915191"/>
                <a:gd name="connsiteY108" fmla="*/ 235991 h 443328"/>
                <a:gd name="connsiteX109" fmla="*/ 1062727 w 2915191"/>
                <a:gd name="connsiteY109" fmla="*/ 259639 h 443328"/>
                <a:gd name="connsiteX110" fmla="*/ 1072471 w 2915191"/>
                <a:gd name="connsiteY110" fmla="*/ 226561 h 443328"/>
                <a:gd name="connsiteX111" fmla="*/ 1082230 w 2915191"/>
                <a:gd name="connsiteY111" fmla="*/ 206691 h 443328"/>
                <a:gd name="connsiteX112" fmla="*/ 1091973 w 2915191"/>
                <a:gd name="connsiteY112" fmla="*/ 190391 h 443328"/>
                <a:gd name="connsiteX113" fmla="*/ 1101732 w 2915191"/>
                <a:gd name="connsiteY113" fmla="*/ 194926 h 443328"/>
                <a:gd name="connsiteX114" fmla="*/ 1111476 w 2915191"/>
                <a:gd name="connsiteY114" fmla="*/ 178950 h 443328"/>
                <a:gd name="connsiteX115" fmla="*/ 1121220 w 2915191"/>
                <a:gd name="connsiteY115" fmla="*/ 189816 h 443328"/>
                <a:gd name="connsiteX116" fmla="*/ 1130979 w 2915191"/>
                <a:gd name="connsiteY116" fmla="*/ 204003 h 443328"/>
                <a:gd name="connsiteX117" fmla="*/ 1140723 w 2915191"/>
                <a:gd name="connsiteY117" fmla="*/ 252733 h 443328"/>
                <a:gd name="connsiteX118" fmla="*/ 1150482 w 2915191"/>
                <a:gd name="connsiteY118" fmla="*/ 251289 h 443328"/>
                <a:gd name="connsiteX119" fmla="*/ 1160226 w 2915191"/>
                <a:gd name="connsiteY119" fmla="*/ 249743 h 443328"/>
                <a:gd name="connsiteX120" fmla="*/ 1169969 w 2915191"/>
                <a:gd name="connsiteY120" fmla="*/ 251802 h 443328"/>
                <a:gd name="connsiteX121" fmla="*/ 1179728 w 2915191"/>
                <a:gd name="connsiteY121" fmla="*/ 251191 h 443328"/>
                <a:gd name="connsiteX122" fmla="*/ 1189472 w 2915191"/>
                <a:gd name="connsiteY122" fmla="*/ 295442 h 443328"/>
                <a:gd name="connsiteX123" fmla="*/ 1199231 w 2915191"/>
                <a:gd name="connsiteY123" fmla="*/ 261014 h 443328"/>
                <a:gd name="connsiteX124" fmla="*/ 1208975 w 2915191"/>
                <a:gd name="connsiteY124" fmla="*/ 277775 h 443328"/>
                <a:gd name="connsiteX125" fmla="*/ 1218719 w 2915191"/>
                <a:gd name="connsiteY125" fmla="*/ 264512 h 443328"/>
                <a:gd name="connsiteX126" fmla="*/ 1228478 w 2915191"/>
                <a:gd name="connsiteY126" fmla="*/ 259862 h 443328"/>
                <a:gd name="connsiteX127" fmla="*/ 1238222 w 2915191"/>
                <a:gd name="connsiteY127" fmla="*/ 264202 h 443328"/>
                <a:gd name="connsiteX128" fmla="*/ 1247966 w 2915191"/>
                <a:gd name="connsiteY128" fmla="*/ 262060 h 443328"/>
                <a:gd name="connsiteX129" fmla="*/ 1257725 w 2915191"/>
                <a:gd name="connsiteY129" fmla="*/ 256218 h 443328"/>
                <a:gd name="connsiteX130" fmla="*/ 1267469 w 2915191"/>
                <a:gd name="connsiteY130" fmla="*/ 248102 h 443328"/>
                <a:gd name="connsiteX131" fmla="*/ 1277227 w 2915191"/>
                <a:gd name="connsiteY131" fmla="*/ 256820 h 443328"/>
                <a:gd name="connsiteX132" fmla="*/ 1286971 w 2915191"/>
                <a:gd name="connsiteY132" fmla="*/ 218856 h 443328"/>
                <a:gd name="connsiteX133" fmla="*/ 1296715 w 2915191"/>
                <a:gd name="connsiteY133" fmla="*/ 208654 h 443328"/>
                <a:gd name="connsiteX134" fmla="*/ 1306474 w 2915191"/>
                <a:gd name="connsiteY134" fmla="*/ 240529 h 443328"/>
                <a:gd name="connsiteX135" fmla="*/ 1316218 w 2915191"/>
                <a:gd name="connsiteY135" fmla="*/ 259585 h 443328"/>
                <a:gd name="connsiteX136" fmla="*/ 1325977 w 2915191"/>
                <a:gd name="connsiteY136" fmla="*/ 259421 h 443328"/>
                <a:gd name="connsiteX137" fmla="*/ 1335721 w 2915191"/>
                <a:gd name="connsiteY137" fmla="*/ 275506 h 443328"/>
                <a:gd name="connsiteX138" fmla="*/ 1345465 w 2915191"/>
                <a:gd name="connsiteY138" fmla="*/ 299909 h 443328"/>
                <a:gd name="connsiteX139" fmla="*/ 1355224 w 2915191"/>
                <a:gd name="connsiteY139" fmla="*/ 341157 h 443328"/>
                <a:gd name="connsiteX140" fmla="*/ 1364967 w 2915191"/>
                <a:gd name="connsiteY140" fmla="*/ 370515 h 443328"/>
                <a:gd name="connsiteX141" fmla="*/ 1374726 w 2915191"/>
                <a:gd name="connsiteY141" fmla="*/ 368935 h 443328"/>
                <a:gd name="connsiteX142" fmla="*/ 1384470 w 2915191"/>
                <a:gd name="connsiteY142" fmla="*/ 388708 h 443328"/>
                <a:gd name="connsiteX143" fmla="*/ 1394214 w 2915191"/>
                <a:gd name="connsiteY143" fmla="*/ 390545 h 443328"/>
                <a:gd name="connsiteX144" fmla="*/ 1403973 w 2915191"/>
                <a:gd name="connsiteY144" fmla="*/ 437860 h 443328"/>
                <a:gd name="connsiteX145" fmla="*/ 1413717 w 2915191"/>
                <a:gd name="connsiteY145" fmla="*/ 421780 h 443328"/>
                <a:gd name="connsiteX146" fmla="*/ 1423476 w 2915191"/>
                <a:gd name="connsiteY146" fmla="*/ 398831 h 443328"/>
                <a:gd name="connsiteX147" fmla="*/ 1433220 w 2915191"/>
                <a:gd name="connsiteY147" fmla="*/ 405650 h 443328"/>
                <a:gd name="connsiteX148" fmla="*/ 1442964 w 2915191"/>
                <a:gd name="connsiteY148" fmla="*/ 398521 h 443328"/>
                <a:gd name="connsiteX149" fmla="*/ 1452722 w 2915191"/>
                <a:gd name="connsiteY149" fmla="*/ 377212 h 443328"/>
                <a:gd name="connsiteX150" fmla="*/ 1462466 w 2915191"/>
                <a:gd name="connsiteY150" fmla="*/ 398120 h 443328"/>
                <a:gd name="connsiteX151" fmla="*/ 1472225 w 2915191"/>
                <a:gd name="connsiteY151" fmla="*/ 390115 h 443328"/>
                <a:gd name="connsiteX152" fmla="*/ 1481969 w 2915191"/>
                <a:gd name="connsiteY152" fmla="*/ 402346 h 443328"/>
                <a:gd name="connsiteX153" fmla="*/ 1491713 w 2915191"/>
                <a:gd name="connsiteY153" fmla="*/ 427166 h 443328"/>
                <a:gd name="connsiteX154" fmla="*/ 1501472 w 2915191"/>
                <a:gd name="connsiteY154" fmla="*/ 435175 h 443328"/>
                <a:gd name="connsiteX155" fmla="*/ 1511216 w 2915191"/>
                <a:gd name="connsiteY155" fmla="*/ 432075 h 443328"/>
                <a:gd name="connsiteX156" fmla="*/ 1520960 w 2915191"/>
                <a:gd name="connsiteY156" fmla="*/ 426534 h 443328"/>
                <a:gd name="connsiteX157" fmla="*/ 1530719 w 2915191"/>
                <a:gd name="connsiteY157" fmla="*/ 434393 h 443328"/>
                <a:gd name="connsiteX158" fmla="*/ 1540463 w 2915191"/>
                <a:gd name="connsiteY158" fmla="*/ 439326 h 443328"/>
                <a:gd name="connsiteX159" fmla="*/ 1550221 w 2915191"/>
                <a:gd name="connsiteY159" fmla="*/ 437197 h 443328"/>
                <a:gd name="connsiteX160" fmla="*/ 1559965 w 2915191"/>
                <a:gd name="connsiteY160" fmla="*/ 420460 h 443328"/>
                <a:gd name="connsiteX161" fmla="*/ 1569709 w 2915191"/>
                <a:gd name="connsiteY161" fmla="*/ 399019 h 443328"/>
                <a:gd name="connsiteX162" fmla="*/ 1579468 w 2915191"/>
                <a:gd name="connsiteY162" fmla="*/ 407484 h 443328"/>
                <a:gd name="connsiteX163" fmla="*/ 1589212 w 2915191"/>
                <a:gd name="connsiteY163" fmla="*/ 420056 h 443328"/>
                <a:gd name="connsiteX164" fmla="*/ 1598971 w 2915191"/>
                <a:gd name="connsiteY164" fmla="*/ 434247 h 443328"/>
                <a:gd name="connsiteX165" fmla="*/ 1608715 w 2915191"/>
                <a:gd name="connsiteY165" fmla="*/ 430181 h 443328"/>
                <a:gd name="connsiteX166" fmla="*/ 1618459 w 2915191"/>
                <a:gd name="connsiteY166" fmla="*/ 443328 h 443328"/>
                <a:gd name="connsiteX167" fmla="*/ 1628218 w 2915191"/>
                <a:gd name="connsiteY167" fmla="*/ 429153 h 443328"/>
                <a:gd name="connsiteX168" fmla="*/ 1637962 w 2915191"/>
                <a:gd name="connsiteY168" fmla="*/ 393990 h 443328"/>
                <a:gd name="connsiteX169" fmla="*/ 1647720 w 2915191"/>
                <a:gd name="connsiteY169" fmla="*/ 381368 h 443328"/>
                <a:gd name="connsiteX170" fmla="*/ 1657464 w 2915191"/>
                <a:gd name="connsiteY170" fmla="*/ 394057 h 443328"/>
                <a:gd name="connsiteX171" fmla="*/ 1667208 w 2915191"/>
                <a:gd name="connsiteY171" fmla="*/ 383597 h 443328"/>
                <a:gd name="connsiteX172" fmla="*/ 1676967 w 2915191"/>
                <a:gd name="connsiteY172" fmla="*/ 377266 h 443328"/>
                <a:gd name="connsiteX173" fmla="*/ 1686711 w 2915191"/>
                <a:gd name="connsiteY173" fmla="*/ 366908 h 443328"/>
                <a:gd name="connsiteX174" fmla="*/ 1696470 w 2915191"/>
                <a:gd name="connsiteY174" fmla="*/ 404430 h 443328"/>
                <a:gd name="connsiteX175" fmla="*/ 1706214 w 2915191"/>
                <a:gd name="connsiteY175" fmla="*/ 375924 h 443328"/>
                <a:gd name="connsiteX176" fmla="*/ 1715958 w 2915191"/>
                <a:gd name="connsiteY176" fmla="*/ 363471 h 443328"/>
                <a:gd name="connsiteX177" fmla="*/ 1725716 w 2915191"/>
                <a:gd name="connsiteY177" fmla="*/ 379544 h 443328"/>
                <a:gd name="connsiteX178" fmla="*/ 1735460 w 2915191"/>
                <a:gd name="connsiteY178" fmla="*/ 379833 h 443328"/>
                <a:gd name="connsiteX179" fmla="*/ 1745219 w 2915191"/>
                <a:gd name="connsiteY179" fmla="*/ 381538 h 443328"/>
                <a:gd name="connsiteX180" fmla="*/ 1754963 w 2915191"/>
                <a:gd name="connsiteY180" fmla="*/ 367898 h 443328"/>
                <a:gd name="connsiteX181" fmla="*/ 1764707 w 2915191"/>
                <a:gd name="connsiteY181" fmla="*/ 350892 h 443328"/>
                <a:gd name="connsiteX182" fmla="*/ 1774466 w 2915191"/>
                <a:gd name="connsiteY182" fmla="*/ 313378 h 443328"/>
                <a:gd name="connsiteX183" fmla="*/ 1784210 w 2915191"/>
                <a:gd name="connsiteY183" fmla="*/ 291257 h 443328"/>
                <a:gd name="connsiteX184" fmla="*/ 1793969 w 2915191"/>
                <a:gd name="connsiteY184" fmla="*/ 272087 h 443328"/>
                <a:gd name="connsiteX185" fmla="*/ 1803713 w 2915191"/>
                <a:gd name="connsiteY185" fmla="*/ 249565 h 443328"/>
                <a:gd name="connsiteX186" fmla="*/ 1813457 w 2915191"/>
                <a:gd name="connsiteY186" fmla="*/ 211837 h 443328"/>
                <a:gd name="connsiteX187" fmla="*/ 1823215 w 2915191"/>
                <a:gd name="connsiteY187" fmla="*/ 209228 h 443328"/>
                <a:gd name="connsiteX188" fmla="*/ 1832959 w 2915191"/>
                <a:gd name="connsiteY188" fmla="*/ 214213 h 443328"/>
                <a:gd name="connsiteX189" fmla="*/ 1842703 w 2915191"/>
                <a:gd name="connsiteY189" fmla="*/ 177328 h 443328"/>
                <a:gd name="connsiteX190" fmla="*/ 1852462 w 2915191"/>
                <a:gd name="connsiteY190" fmla="*/ 193529 h 443328"/>
                <a:gd name="connsiteX191" fmla="*/ 1862206 w 2915191"/>
                <a:gd name="connsiteY191" fmla="*/ 211904 h 443328"/>
                <a:gd name="connsiteX192" fmla="*/ 1871965 w 2915191"/>
                <a:gd name="connsiteY192" fmla="*/ 166913 h 443328"/>
                <a:gd name="connsiteX193" fmla="*/ 1881709 w 2915191"/>
                <a:gd name="connsiteY193" fmla="*/ 159547 h 443328"/>
                <a:gd name="connsiteX194" fmla="*/ 1891453 w 2915191"/>
                <a:gd name="connsiteY194" fmla="*/ 141661 h 443328"/>
                <a:gd name="connsiteX195" fmla="*/ 1901212 w 2915191"/>
                <a:gd name="connsiteY195" fmla="*/ 146393 h 443328"/>
                <a:gd name="connsiteX196" fmla="*/ 1910956 w 2915191"/>
                <a:gd name="connsiteY196" fmla="*/ 192538 h 443328"/>
                <a:gd name="connsiteX197" fmla="*/ 1920714 w 2915191"/>
                <a:gd name="connsiteY197" fmla="*/ 198335 h 443328"/>
                <a:gd name="connsiteX198" fmla="*/ 1930458 w 2915191"/>
                <a:gd name="connsiteY198" fmla="*/ 210840 h 443328"/>
                <a:gd name="connsiteX199" fmla="*/ 1940202 w 2915191"/>
                <a:gd name="connsiteY199" fmla="*/ 224103 h 443328"/>
                <a:gd name="connsiteX200" fmla="*/ 1949961 w 2915191"/>
                <a:gd name="connsiteY200" fmla="*/ 230481 h 443328"/>
                <a:gd name="connsiteX201" fmla="*/ 1959705 w 2915191"/>
                <a:gd name="connsiteY201" fmla="*/ 209925 h 443328"/>
                <a:gd name="connsiteX202" fmla="*/ 1969464 w 2915191"/>
                <a:gd name="connsiteY202" fmla="*/ 167681 h 443328"/>
                <a:gd name="connsiteX203" fmla="*/ 1979208 w 2915191"/>
                <a:gd name="connsiteY203" fmla="*/ 189594 h 443328"/>
                <a:gd name="connsiteX204" fmla="*/ 1988952 w 2915191"/>
                <a:gd name="connsiteY204" fmla="*/ 201685 h 443328"/>
                <a:gd name="connsiteX205" fmla="*/ 1998711 w 2915191"/>
                <a:gd name="connsiteY205" fmla="*/ 177874 h 443328"/>
                <a:gd name="connsiteX206" fmla="*/ 2008454 w 2915191"/>
                <a:gd name="connsiteY206" fmla="*/ 171118 h 443328"/>
                <a:gd name="connsiteX207" fmla="*/ 2018213 w 2915191"/>
                <a:gd name="connsiteY207" fmla="*/ 147256 h 443328"/>
                <a:gd name="connsiteX208" fmla="*/ 2027957 w 2915191"/>
                <a:gd name="connsiteY208" fmla="*/ 135694 h 443328"/>
                <a:gd name="connsiteX209" fmla="*/ 2037701 w 2915191"/>
                <a:gd name="connsiteY209" fmla="*/ 139760 h 443328"/>
                <a:gd name="connsiteX210" fmla="*/ 2047460 w 2915191"/>
                <a:gd name="connsiteY210" fmla="*/ 133335 h 443328"/>
                <a:gd name="connsiteX211" fmla="*/ 2057204 w 2915191"/>
                <a:gd name="connsiteY211" fmla="*/ 130756 h 443328"/>
                <a:gd name="connsiteX212" fmla="*/ 2066963 w 2915191"/>
                <a:gd name="connsiteY212" fmla="*/ 131543 h 443328"/>
                <a:gd name="connsiteX213" fmla="*/ 2076707 w 2915191"/>
                <a:gd name="connsiteY213" fmla="*/ 153436 h 443328"/>
                <a:gd name="connsiteX214" fmla="*/ 2086451 w 2915191"/>
                <a:gd name="connsiteY214" fmla="*/ 172436 h 443328"/>
                <a:gd name="connsiteX215" fmla="*/ 2096210 w 2915191"/>
                <a:gd name="connsiteY215" fmla="*/ 151938 h 443328"/>
                <a:gd name="connsiteX216" fmla="*/ 2105954 w 2915191"/>
                <a:gd name="connsiteY216" fmla="*/ 138414 h 443328"/>
                <a:gd name="connsiteX217" fmla="*/ 2115697 w 2915191"/>
                <a:gd name="connsiteY217" fmla="*/ 140080 h 443328"/>
                <a:gd name="connsiteX218" fmla="*/ 2125456 w 2915191"/>
                <a:gd name="connsiteY218" fmla="*/ 113356 h 443328"/>
                <a:gd name="connsiteX219" fmla="*/ 2135200 w 2915191"/>
                <a:gd name="connsiteY219" fmla="*/ 119554 h 443328"/>
                <a:gd name="connsiteX220" fmla="*/ 2144959 w 2915191"/>
                <a:gd name="connsiteY220" fmla="*/ 153176 h 443328"/>
                <a:gd name="connsiteX221" fmla="*/ 2154703 w 2915191"/>
                <a:gd name="connsiteY221" fmla="*/ 115668 h 443328"/>
                <a:gd name="connsiteX222" fmla="*/ 2164447 w 2915191"/>
                <a:gd name="connsiteY222" fmla="*/ 120445 h 443328"/>
                <a:gd name="connsiteX223" fmla="*/ 2174206 w 2915191"/>
                <a:gd name="connsiteY223" fmla="*/ 135766 h 443328"/>
                <a:gd name="connsiteX224" fmla="*/ 2183950 w 2915191"/>
                <a:gd name="connsiteY224" fmla="*/ 142381 h 443328"/>
                <a:gd name="connsiteX225" fmla="*/ 2193709 w 2915191"/>
                <a:gd name="connsiteY225" fmla="*/ 132696 h 443328"/>
                <a:gd name="connsiteX226" fmla="*/ 2203452 w 2915191"/>
                <a:gd name="connsiteY226" fmla="*/ 141463 h 443328"/>
                <a:gd name="connsiteX227" fmla="*/ 2213196 w 2915191"/>
                <a:gd name="connsiteY227" fmla="*/ 144206 h 443328"/>
                <a:gd name="connsiteX228" fmla="*/ 2222955 w 2915191"/>
                <a:gd name="connsiteY228" fmla="*/ 138803 h 443328"/>
                <a:gd name="connsiteX229" fmla="*/ 2232699 w 2915191"/>
                <a:gd name="connsiteY229" fmla="*/ 141061 h 443328"/>
                <a:gd name="connsiteX230" fmla="*/ 2242458 w 2915191"/>
                <a:gd name="connsiteY230" fmla="*/ 137821 h 443328"/>
                <a:gd name="connsiteX231" fmla="*/ 2252202 w 2915191"/>
                <a:gd name="connsiteY231" fmla="*/ 125873 h 443328"/>
                <a:gd name="connsiteX232" fmla="*/ 2261946 w 2915191"/>
                <a:gd name="connsiteY232" fmla="*/ 149373 h 443328"/>
                <a:gd name="connsiteX233" fmla="*/ 2271705 w 2915191"/>
                <a:gd name="connsiteY233" fmla="*/ 138540 h 443328"/>
                <a:gd name="connsiteX234" fmla="*/ 2281449 w 2915191"/>
                <a:gd name="connsiteY234" fmla="*/ 125996 h 443328"/>
                <a:gd name="connsiteX235" fmla="*/ 2291208 w 2915191"/>
                <a:gd name="connsiteY235" fmla="*/ 87974 h 443328"/>
                <a:gd name="connsiteX236" fmla="*/ 2300951 w 2915191"/>
                <a:gd name="connsiteY236" fmla="*/ 83775 h 443328"/>
                <a:gd name="connsiteX237" fmla="*/ 2310695 w 2915191"/>
                <a:gd name="connsiteY237" fmla="*/ 69452 h 443328"/>
                <a:gd name="connsiteX238" fmla="*/ 2320454 w 2915191"/>
                <a:gd name="connsiteY238" fmla="*/ 112261 h 443328"/>
                <a:gd name="connsiteX239" fmla="*/ 2330198 w 2915191"/>
                <a:gd name="connsiteY239" fmla="*/ 104360 h 443328"/>
                <a:gd name="connsiteX240" fmla="*/ 2339957 w 2915191"/>
                <a:gd name="connsiteY240" fmla="*/ 109177 h 443328"/>
                <a:gd name="connsiteX241" fmla="*/ 2349701 w 2915191"/>
                <a:gd name="connsiteY241" fmla="*/ 73717 h 443328"/>
                <a:gd name="connsiteX242" fmla="*/ 2359445 w 2915191"/>
                <a:gd name="connsiteY242" fmla="*/ 70772 h 443328"/>
                <a:gd name="connsiteX243" fmla="*/ 2369204 w 2915191"/>
                <a:gd name="connsiteY243" fmla="*/ 54386 h 443328"/>
                <a:gd name="connsiteX244" fmla="*/ 2378948 w 2915191"/>
                <a:gd name="connsiteY244" fmla="*/ 37358 h 443328"/>
                <a:gd name="connsiteX245" fmla="*/ 2388692 w 2915191"/>
                <a:gd name="connsiteY245" fmla="*/ 26610 h 443328"/>
                <a:gd name="connsiteX246" fmla="*/ 2398450 w 2915191"/>
                <a:gd name="connsiteY246" fmla="*/ 8162 h 443328"/>
                <a:gd name="connsiteX247" fmla="*/ 2408194 w 2915191"/>
                <a:gd name="connsiteY247" fmla="*/ 0 h 443328"/>
                <a:gd name="connsiteX248" fmla="*/ 2417953 w 2915191"/>
                <a:gd name="connsiteY248" fmla="*/ 19576 h 443328"/>
                <a:gd name="connsiteX249" fmla="*/ 2427697 w 2915191"/>
                <a:gd name="connsiteY249" fmla="*/ 37332 h 443328"/>
                <a:gd name="connsiteX250" fmla="*/ 2437441 w 2915191"/>
                <a:gd name="connsiteY250" fmla="*/ 45703 h 443328"/>
                <a:gd name="connsiteX251" fmla="*/ 2447200 w 2915191"/>
                <a:gd name="connsiteY251" fmla="*/ 72142 h 443328"/>
                <a:gd name="connsiteX252" fmla="*/ 2456944 w 2915191"/>
                <a:gd name="connsiteY252" fmla="*/ 56609 h 443328"/>
                <a:gd name="connsiteX253" fmla="*/ 2466703 w 2915191"/>
                <a:gd name="connsiteY253" fmla="*/ 76058 h 443328"/>
                <a:gd name="connsiteX254" fmla="*/ 2476446 w 2915191"/>
                <a:gd name="connsiteY254" fmla="*/ 66080 h 443328"/>
                <a:gd name="connsiteX255" fmla="*/ 2486190 w 2915191"/>
                <a:gd name="connsiteY255" fmla="*/ 60263 h 443328"/>
                <a:gd name="connsiteX256" fmla="*/ 2495949 w 2915191"/>
                <a:gd name="connsiteY256" fmla="*/ 57059 h 443328"/>
                <a:gd name="connsiteX257" fmla="*/ 2505693 w 2915191"/>
                <a:gd name="connsiteY257" fmla="*/ 71929 h 443328"/>
                <a:gd name="connsiteX258" fmla="*/ 2515452 w 2915191"/>
                <a:gd name="connsiteY258" fmla="*/ 102496 h 443328"/>
                <a:gd name="connsiteX259" fmla="*/ 2525196 w 2915191"/>
                <a:gd name="connsiteY259" fmla="*/ 67092 h 443328"/>
                <a:gd name="connsiteX260" fmla="*/ 2534940 w 2915191"/>
                <a:gd name="connsiteY260" fmla="*/ 112475 h 443328"/>
                <a:gd name="connsiteX261" fmla="*/ 2544699 w 2915191"/>
                <a:gd name="connsiteY261" fmla="*/ 143763 h 443328"/>
                <a:gd name="connsiteX262" fmla="*/ 2554443 w 2915191"/>
                <a:gd name="connsiteY262" fmla="*/ 147798 h 443328"/>
                <a:gd name="connsiteX263" fmla="*/ 2564202 w 2915191"/>
                <a:gd name="connsiteY263" fmla="*/ 158968 h 443328"/>
                <a:gd name="connsiteX264" fmla="*/ 2573946 w 2915191"/>
                <a:gd name="connsiteY264" fmla="*/ 127353 h 443328"/>
                <a:gd name="connsiteX265" fmla="*/ 2583690 w 2915191"/>
                <a:gd name="connsiteY265" fmla="*/ 94471 h 443328"/>
                <a:gd name="connsiteX266" fmla="*/ 2593448 w 2915191"/>
                <a:gd name="connsiteY266" fmla="*/ 74018 h 443328"/>
                <a:gd name="connsiteX267" fmla="*/ 2603192 w 2915191"/>
                <a:gd name="connsiteY267" fmla="*/ 79063 h 443328"/>
                <a:gd name="connsiteX268" fmla="*/ 2612951 w 2915191"/>
                <a:gd name="connsiteY268" fmla="*/ 64662 h 443328"/>
                <a:gd name="connsiteX269" fmla="*/ 2622695 w 2915191"/>
                <a:gd name="connsiteY269" fmla="*/ 66902 h 443328"/>
                <a:gd name="connsiteX270" fmla="*/ 2632439 w 2915191"/>
                <a:gd name="connsiteY270" fmla="*/ 71961 h 443328"/>
                <a:gd name="connsiteX271" fmla="*/ 2642198 w 2915191"/>
                <a:gd name="connsiteY271" fmla="*/ 44456 h 443328"/>
                <a:gd name="connsiteX272" fmla="*/ 2651942 w 2915191"/>
                <a:gd name="connsiteY272" fmla="*/ 71274 h 443328"/>
                <a:gd name="connsiteX273" fmla="*/ 2661685 w 2915191"/>
                <a:gd name="connsiteY273" fmla="*/ 88722 h 443328"/>
                <a:gd name="connsiteX274" fmla="*/ 2671444 w 2915191"/>
                <a:gd name="connsiteY274" fmla="*/ 61034 h 443328"/>
                <a:gd name="connsiteX275" fmla="*/ 2681188 w 2915191"/>
                <a:gd name="connsiteY275" fmla="*/ 85858 h 443328"/>
                <a:gd name="connsiteX276" fmla="*/ 2690947 w 2915191"/>
                <a:gd name="connsiteY276" fmla="*/ 87996 h 443328"/>
                <a:gd name="connsiteX277" fmla="*/ 2700691 w 2915191"/>
                <a:gd name="connsiteY277" fmla="*/ 90181 h 443328"/>
                <a:gd name="connsiteX278" fmla="*/ 2710435 w 2915191"/>
                <a:gd name="connsiteY278" fmla="*/ 119943 h 443328"/>
                <a:gd name="connsiteX279" fmla="*/ 2720194 w 2915191"/>
                <a:gd name="connsiteY279" fmla="*/ 134946 h 443328"/>
                <a:gd name="connsiteX280" fmla="*/ 2729938 w 2915191"/>
                <a:gd name="connsiteY280" fmla="*/ 141758 h 443328"/>
                <a:gd name="connsiteX281" fmla="*/ 2739697 w 2915191"/>
                <a:gd name="connsiteY281" fmla="*/ 123600 h 443328"/>
                <a:gd name="connsiteX282" fmla="*/ 2749441 w 2915191"/>
                <a:gd name="connsiteY282" fmla="*/ 120360 h 443328"/>
                <a:gd name="connsiteX283" fmla="*/ 2759185 w 2915191"/>
                <a:gd name="connsiteY283" fmla="*/ 125539 h 443328"/>
                <a:gd name="connsiteX284" fmla="*/ 2768943 w 2915191"/>
                <a:gd name="connsiteY284" fmla="*/ 98370 h 443328"/>
                <a:gd name="connsiteX285" fmla="*/ 2778687 w 2915191"/>
                <a:gd name="connsiteY285" fmla="*/ 101638 h 443328"/>
                <a:gd name="connsiteX286" fmla="*/ 2788446 w 2915191"/>
                <a:gd name="connsiteY286" fmla="*/ 103843 h 443328"/>
                <a:gd name="connsiteX287" fmla="*/ 2798190 w 2915191"/>
                <a:gd name="connsiteY287" fmla="*/ 125689 h 443328"/>
                <a:gd name="connsiteX288" fmla="*/ 2807934 w 2915191"/>
                <a:gd name="connsiteY288" fmla="*/ 134773 h 443328"/>
                <a:gd name="connsiteX289" fmla="*/ 2817693 w 2915191"/>
                <a:gd name="connsiteY289" fmla="*/ 128705 h 443328"/>
                <a:gd name="connsiteX290" fmla="*/ 2827437 w 2915191"/>
                <a:gd name="connsiteY290" fmla="*/ 132668 h 443328"/>
                <a:gd name="connsiteX291" fmla="*/ 2837196 w 2915191"/>
                <a:gd name="connsiteY291" fmla="*/ 136440 h 443328"/>
                <a:gd name="connsiteX292" fmla="*/ 2846940 w 2915191"/>
                <a:gd name="connsiteY292" fmla="*/ 122660 h 443328"/>
                <a:gd name="connsiteX293" fmla="*/ 2856684 w 2915191"/>
                <a:gd name="connsiteY293" fmla="*/ 138595 h 443328"/>
                <a:gd name="connsiteX294" fmla="*/ 2866442 w 2915191"/>
                <a:gd name="connsiteY294" fmla="*/ 156068 h 443328"/>
                <a:gd name="connsiteX295" fmla="*/ 2876186 w 2915191"/>
                <a:gd name="connsiteY295" fmla="*/ 136661 h 443328"/>
                <a:gd name="connsiteX296" fmla="*/ 2885945 w 2915191"/>
                <a:gd name="connsiteY296" fmla="*/ 158697 h 443328"/>
                <a:gd name="connsiteX297" fmla="*/ 2895689 w 2915191"/>
                <a:gd name="connsiteY297" fmla="*/ 179504 h 443328"/>
                <a:gd name="connsiteX298" fmla="*/ 2905433 w 2915191"/>
                <a:gd name="connsiteY298" fmla="*/ 205476 h 443328"/>
                <a:gd name="connsiteX299" fmla="*/ 2915192 w 2915191"/>
                <a:gd name="connsiteY299" fmla="*/ 208803 h 443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43328">
                  <a:moveTo>
                    <a:pt x="0" y="216201"/>
                  </a:moveTo>
                  <a:lnTo>
                    <a:pt x="9750" y="212696"/>
                  </a:lnTo>
                  <a:lnTo>
                    <a:pt x="19500" y="239015"/>
                  </a:lnTo>
                  <a:lnTo>
                    <a:pt x="29250" y="230519"/>
                  </a:lnTo>
                  <a:lnTo>
                    <a:pt x="39000" y="235049"/>
                  </a:lnTo>
                  <a:lnTo>
                    <a:pt x="48749" y="232840"/>
                  </a:lnTo>
                  <a:lnTo>
                    <a:pt x="58499" y="241618"/>
                  </a:lnTo>
                  <a:lnTo>
                    <a:pt x="68249" y="240364"/>
                  </a:lnTo>
                  <a:lnTo>
                    <a:pt x="77998" y="204392"/>
                  </a:lnTo>
                  <a:lnTo>
                    <a:pt x="87748" y="197057"/>
                  </a:lnTo>
                  <a:lnTo>
                    <a:pt x="97497" y="200476"/>
                  </a:lnTo>
                  <a:lnTo>
                    <a:pt x="107247" y="207590"/>
                  </a:lnTo>
                  <a:lnTo>
                    <a:pt x="116997" y="186476"/>
                  </a:lnTo>
                  <a:lnTo>
                    <a:pt x="126747" y="192678"/>
                  </a:lnTo>
                  <a:lnTo>
                    <a:pt x="136497" y="206895"/>
                  </a:lnTo>
                  <a:lnTo>
                    <a:pt x="146247" y="216740"/>
                  </a:lnTo>
                  <a:lnTo>
                    <a:pt x="155997" y="218853"/>
                  </a:lnTo>
                  <a:lnTo>
                    <a:pt x="165747" y="183173"/>
                  </a:lnTo>
                  <a:lnTo>
                    <a:pt x="175497" y="216527"/>
                  </a:lnTo>
                  <a:lnTo>
                    <a:pt x="185247" y="250117"/>
                  </a:lnTo>
                  <a:lnTo>
                    <a:pt x="194996" y="222178"/>
                  </a:lnTo>
                  <a:lnTo>
                    <a:pt x="204746" y="226897"/>
                  </a:lnTo>
                  <a:lnTo>
                    <a:pt x="214495" y="238585"/>
                  </a:lnTo>
                  <a:lnTo>
                    <a:pt x="224245" y="241676"/>
                  </a:lnTo>
                  <a:lnTo>
                    <a:pt x="233995" y="222171"/>
                  </a:lnTo>
                  <a:lnTo>
                    <a:pt x="243744" y="176267"/>
                  </a:lnTo>
                  <a:lnTo>
                    <a:pt x="253494" y="179415"/>
                  </a:lnTo>
                  <a:lnTo>
                    <a:pt x="263244" y="198331"/>
                  </a:lnTo>
                  <a:lnTo>
                    <a:pt x="272994" y="178679"/>
                  </a:lnTo>
                  <a:lnTo>
                    <a:pt x="282744" y="149218"/>
                  </a:lnTo>
                  <a:lnTo>
                    <a:pt x="292494" y="111339"/>
                  </a:lnTo>
                  <a:lnTo>
                    <a:pt x="302244" y="100538"/>
                  </a:lnTo>
                  <a:lnTo>
                    <a:pt x="311994" y="105105"/>
                  </a:lnTo>
                  <a:lnTo>
                    <a:pt x="321744" y="100379"/>
                  </a:lnTo>
                  <a:lnTo>
                    <a:pt x="331493" y="140390"/>
                  </a:lnTo>
                  <a:lnTo>
                    <a:pt x="341243" y="128623"/>
                  </a:lnTo>
                  <a:lnTo>
                    <a:pt x="350993" y="145734"/>
                  </a:lnTo>
                  <a:lnTo>
                    <a:pt x="360742" y="163665"/>
                  </a:lnTo>
                  <a:lnTo>
                    <a:pt x="370492" y="144745"/>
                  </a:lnTo>
                  <a:lnTo>
                    <a:pt x="380241" y="170723"/>
                  </a:lnTo>
                  <a:lnTo>
                    <a:pt x="389991" y="175611"/>
                  </a:lnTo>
                  <a:lnTo>
                    <a:pt x="399741" y="186412"/>
                  </a:lnTo>
                  <a:lnTo>
                    <a:pt x="409491" y="208739"/>
                  </a:lnTo>
                  <a:lnTo>
                    <a:pt x="419241" y="245601"/>
                  </a:lnTo>
                  <a:lnTo>
                    <a:pt x="428991" y="218128"/>
                  </a:lnTo>
                  <a:lnTo>
                    <a:pt x="438741" y="162020"/>
                  </a:lnTo>
                  <a:lnTo>
                    <a:pt x="448491" y="156237"/>
                  </a:lnTo>
                  <a:lnTo>
                    <a:pt x="458241" y="171709"/>
                  </a:lnTo>
                  <a:lnTo>
                    <a:pt x="467991" y="209518"/>
                  </a:lnTo>
                  <a:lnTo>
                    <a:pt x="477740" y="228653"/>
                  </a:lnTo>
                  <a:lnTo>
                    <a:pt x="487490" y="229583"/>
                  </a:lnTo>
                  <a:lnTo>
                    <a:pt x="497239" y="240709"/>
                  </a:lnTo>
                  <a:lnTo>
                    <a:pt x="506989" y="223334"/>
                  </a:lnTo>
                  <a:lnTo>
                    <a:pt x="516738" y="209225"/>
                  </a:lnTo>
                  <a:lnTo>
                    <a:pt x="526488" y="195324"/>
                  </a:lnTo>
                  <a:lnTo>
                    <a:pt x="536238" y="232236"/>
                  </a:lnTo>
                  <a:lnTo>
                    <a:pt x="545988" y="280414"/>
                  </a:lnTo>
                  <a:lnTo>
                    <a:pt x="555738" y="290742"/>
                  </a:lnTo>
                  <a:lnTo>
                    <a:pt x="565488" y="300568"/>
                  </a:lnTo>
                  <a:lnTo>
                    <a:pt x="575238" y="260774"/>
                  </a:lnTo>
                  <a:lnTo>
                    <a:pt x="584988" y="278155"/>
                  </a:lnTo>
                  <a:lnTo>
                    <a:pt x="594738" y="288207"/>
                  </a:lnTo>
                  <a:lnTo>
                    <a:pt x="604488" y="249714"/>
                  </a:lnTo>
                  <a:lnTo>
                    <a:pt x="614237" y="244229"/>
                  </a:lnTo>
                  <a:lnTo>
                    <a:pt x="623987" y="210852"/>
                  </a:lnTo>
                  <a:lnTo>
                    <a:pt x="633736" y="196257"/>
                  </a:lnTo>
                  <a:lnTo>
                    <a:pt x="643486" y="218061"/>
                  </a:lnTo>
                  <a:lnTo>
                    <a:pt x="653236" y="233488"/>
                  </a:lnTo>
                  <a:lnTo>
                    <a:pt x="662985" y="222537"/>
                  </a:lnTo>
                  <a:lnTo>
                    <a:pt x="672735" y="230869"/>
                  </a:lnTo>
                  <a:lnTo>
                    <a:pt x="682485" y="212193"/>
                  </a:lnTo>
                  <a:lnTo>
                    <a:pt x="692235" y="216920"/>
                  </a:lnTo>
                  <a:lnTo>
                    <a:pt x="701985" y="207599"/>
                  </a:lnTo>
                  <a:lnTo>
                    <a:pt x="711735" y="206424"/>
                  </a:lnTo>
                  <a:lnTo>
                    <a:pt x="721485" y="205560"/>
                  </a:lnTo>
                  <a:lnTo>
                    <a:pt x="731235" y="224785"/>
                  </a:lnTo>
                  <a:lnTo>
                    <a:pt x="740985" y="229856"/>
                  </a:lnTo>
                  <a:lnTo>
                    <a:pt x="750734" y="232052"/>
                  </a:lnTo>
                  <a:lnTo>
                    <a:pt x="760484" y="252256"/>
                  </a:lnTo>
                  <a:lnTo>
                    <a:pt x="770233" y="248221"/>
                  </a:lnTo>
                  <a:lnTo>
                    <a:pt x="779983" y="217962"/>
                  </a:lnTo>
                  <a:lnTo>
                    <a:pt x="789733" y="211782"/>
                  </a:lnTo>
                  <a:lnTo>
                    <a:pt x="799482" y="211132"/>
                  </a:lnTo>
                  <a:lnTo>
                    <a:pt x="809232" y="183730"/>
                  </a:lnTo>
                  <a:lnTo>
                    <a:pt x="818982" y="188880"/>
                  </a:lnTo>
                  <a:lnTo>
                    <a:pt x="828732" y="178767"/>
                  </a:lnTo>
                  <a:lnTo>
                    <a:pt x="838482" y="191576"/>
                  </a:lnTo>
                  <a:lnTo>
                    <a:pt x="848232" y="215064"/>
                  </a:lnTo>
                  <a:lnTo>
                    <a:pt x="857982" y="240124"/>
                  </a:lnTo>
                  <a:lnTo>
                    <a:pt x="867732" y="278310"/>
                  </a:lnTo>
                  <a:lnTo>
                    <a:pt x="877482" y="266015"/>
                  </a:lnTo>
                  <a:lnTo>
                    <a:pt x="887231" y="258871"/>
                  </a:lnTo>
                  <a:lnTo>
                    <a:pt x="896981" y="270674"/>
                  </a:lnTo>
                  <a:lnTo>
                    <a:pt x="906730" y="261662"/>
                  </a:lnTo>
                  <a:lnTo>
                    <a:pt x="916480" y="225247"/>
                  </a:lnTo>
                  <a:lnTo>
                    <a:pt x="926230" y="239440"/>
                  </a:lnTo>
                  <a:lnTo>
                    <a:pt x="935979" y="252815"/>
                  </a:lnTo>
                  <a:lnTo>
                    <a:pt x="945729" y="245826"/>
                  </a:lnTo>
                  <a:lnTo>
                    <a:pt x="955479" y="239748"/>
                  </a:lnTo>
                  <a:lnTo>
                    <a:pt x="965229" y="201448"/>
                  </a:lnTo>
                  <a:lnTo>
                    <a:pt x="974979" y="221120"/>
                  </a:lnTo>
                  <a:lnTo>
                    <a:pt x="984729" y="232886"/>
                  </a:lnTo>
                  <a:lnTo>
                    <a:pt x="994474" y="207780"/>
                  </a:lnTo>
                  <a:lnTo>
                    <a:pt x="1004233" y="215187"/>
                  </a:lnTo>
                  <a:lnTo>
                    <a:pt x="1013977" y="235264"/>
                  </a:lnTo>
                  <a:lnTo>
                    <a:pt x="1023721" y="237031"/>
                  </a:lnTo>
                  <a:lnTo>
                    <a:pt x="1033480" y="234547"/>
                  </a:lnTo>
                  <a:lnTo>
                    <a:pt x="1043224" y="211126"/>
                  </a:lnTo>
                  <a:lnTo>
                    <a:pt x="1052983" y="235991"/>
                  </a:lnTo>
                  <a:lnTo>
                    <a:pt x="1062727" y="259639"/>
                  </a:lnTo>
                  <a:lnTo>
                    <a:pt x="1072471" y="226561"/>
                  </a:lnTo>
                  <a:lnTo>
                    <a:pt x="1082230" y="206691"/>
                  </a:lnTo>
                  <a:lnTo>
                    <a:pt x="1091973" y="190391"/>
                  </a:lnTo>
                  <a:lnTo>
                    <a:pt x="1101732" y="194926"/>
                  </a:lnTo>
                  <a:lnTo>
                    <a:pt x="1111476" y="178950"/>
                  </a:lnTo>
                  <a:lnTo>
                    <a:pt x="1121220" y="189816"/>
                  </a:lnTo>
                  <a:lnTo>
                    <a:pt x="1130979" y="204003"/>
                  </a:lnTo>
                  <a:lnTo>
                    <a:pt x="1140723" y="252733"/>
                  </a:lnTo>
                  <a:lnTo>
                    <a:pt x="1150482" y="251289"/>
                  </a:lnTo>
                  <a:lnTo>
                    <a:pt x="1160226" y="249743"/>
                  </a:lnTo>
                  <a:lnTo>
                    <a:pt x="1169969" y="251802"/>
                  </a:lnTo>
                  <a:lnTo>
                    <a:pt x="1179728" y="251191"/>
                  </a:lnTo>
                  <a:lnTo>
                    <a:pt x="1189472" y="295442"/>
                  </a:lnTo>
                  <a:lnTo>
                    <a:pt x="1199231" y="261014"/>
                  </a:lnTo>
                  <a:lnTo>
                    <a:pt x="1208975" y="277775"/>
                  </a:lnTo>
                  <a:lnTo>
                    <a:pt x="1218719" y="264512"/>
                  </a:lnTo>
                  <a:lnTo>
                    <a:pt x="1228478" y="259862"/>
                  </a:lnTo>
                  <a:lnTo>
                    <a:pt x="1238222" y="264202"/>
                  </a:lnTo>
                  <a:lnTo>
                    <a:pt x="1247966" y="262060"/>
                  </a:lnTo>
                  <a:lnTo>
                    <a:pt x="1257725" y="256218"/>
                  </a:lnTo>
                  <a:lnTo>
                    <a:pt x="1267469" y="248102"/>
                  </a:lnTo>
                  <a:lnTo>
                    <a:pt x="1277227" y="256820"/>
                  </a:lnTo>
                  <a:lnTo>
                    <a:pt x="1286971" y="218856"/>
                  </a:lnTo>
                  <a:lnTo>
                    <a:pt x="1296715" y="208654"/>
                  </a:lnTo>
                  <a:lnTo>
                    <a:pt x="1306474" y="240529"/>
                  </a:lnTo>
                  <a:lnTo>
                    <a:pt x="1316218" y="259585"/>
                  </a:lnTo>
                  <a:lnTo>
                    <a:pt x="1325977" y="259421"/>
                  </a:lnTo>
                  <a:lnTo>
                    <a:pt x="1335721" y="275506"/>
                  </a:lnTo>
                  <a:lnTo>
                    <a:pt x="1345465" y="299909"/>
                  </a:lnTo>
                  <a:lnTo>
                    <a:pt x="1355224" y="341157"/>
                  </a:lnTo>
                  <a:lnTo>
                    <a:pt x="1364967" y="370515"/>
                  </a:lnTo>
                  <a:lnTo>
                    <a:pt x="1374726" y="368935"/>
                  </a:lnTo>
                  <a:lnTo>
                    <a:pt x="1384470" y="388708"/>
                  </a:lnTo>
                  <a:lnTo>
                    <a:pt x="1394214" y="390545"/>
                  </a:lnTo>
                  <a:lnTo>
                    <a:pt x="1403973" y="437860"/>
                  </a:lnTo>
                  <a:lnTo>
                    <a:pt x="1413717" y="421780"/>
                  </a:lnTo>
                  <a:lnTo>
                    <a:pt x="1423476" y="398831"/>
                  </a:lnTo>
                  <a:lnTo>
                    <a:pt x="1433220" y="405650"/>
                  </a:lnTo>
                  <a:lnTo>
                    <a:pt x="1442964" y="398521"/>
                  </a:lnTo>
                  <a:lnTo>
                    <a:pt x="1452722" y="377212"/>
                  </a:lnTo>
                  <a:lnTo>
                    <a:pt x="1462466" y="398120"/>
                  </a:lnTo>
                  <a:lnTo>
                    <a:pt x="1472225" y="390115"/>
                  </a:lnTo>
                  <a:lnTo>
                    <a:pt x="1481969" y="402346"/>
                  </a:lnTo>
                  <a:lnTo>
                    <a:pt x="1491713" y="427166"/>
                  </a:lnTo>
                  <a:lnTo>
                    <a:pt x="1501472" y="435175"/>
                  </a:lnTo>
                  <a:lnTo>
                    <a:pt x="1511216" y="432075"/>
                  </a:lnTo>
                  <a:lnTo>
                    <a:pt x="1520960" y="426534"/>
                  </a:lnTo>
                  <a:lnTo>
                    <a:pt x="1530719" y="434393"/>
                  </a:lnTo>
                  <a:lnTo>
                    <a:pt x="1540463" y="439326"/>
                  </a:lnTo>
                  <a:lnTo>
                    <a:pt x="1550221" y="437197"/>
                  </a:lnTo>
                  <a:lnTo>
                    <a:pt x="1559965" y="420460"/>
                  </a:lnTo>
                  <a:lnTo>
                    <a:pt x="1569709" y="399019"/>
                  </a:lnTo>
                  <a:lnTo>
                    <a:pt x="1579468" y="407484"/>
                  </a:lnTo>
                  <a:lnTo>
                    <a:pt x="1589212" y="420056"/>
                  </a:lnTo>
                  <a:lnTo>
                    <a:pt x="1598971" y="434247"/>
                  </a:lnTo>
                  <a:lnTo>
                    <a:pt x="1608715" y="430181"/>
                  </a:lnTo>
                  <a:lnTo>
                    <a:pt x="1618459" y="443328"/>
                  </a:lnTo>
                  <a:lnTo>
                    <a:pt x="1628218" y="429153"/>
                  </a:lnTo>
                  <a:lnTo>
                    <a:pt x="1637962" y="393990"/>
                  </a:lnTo>
                  <a:lnTo>
                    <a:pt x="1647720" y="381368"/>
                  </a:lnTo>
                  <a:lnTo>
                    <a:pt x="1657464" y="394057"/>
                  </a:lnTo>
                  <a:lnTo>
                    <a:pt x="1667208" y="383597"/>
                  </a:lnTo>
                  <a:lnTo>
                    <a:pt x="1676967" y="377266"/>
                  </a:lnTo>
                  <a:lnTo>
                    <a:pt x="1686711" y="366908"/>
                  </a:lnTo>
                  <a:lnTo>
                    <a:pt x="1696470" y="404430"/>
                  </a:lnTo>
                  <a:lnTo>
                    <a:pt x="1706214" y="375924"/>
                  </a:lnTo>
                  <a:lnTo>
                    <a:pt x="1715958" y="363471"/>
                  </a:lnTo>
                  <a:lnTo>
                    <a:pt x="1725716" y="379544"/>
                  </a:lnTo>
                  <a:lnTo>
                    <a:pt x="1735460" y="379833"/>
                  </a:lnTo>
                  <a:lnTo>
                    <a:pt x="1745219" y="381538"/>
                  </a:lnTo>
                  <a:lnTo>
                    <a:pt x="1754963" y="367898"/>
                  </a:lnTo>
                  <a:lnTo>
                    <a:pt x="1764707" y="350892"/>
                  </a:lnTo>
                  <a:lnTo>
                    <a:pt x="1774466" y="313378"/>
                  </a:lnTo>
                  <a:lnTo>
                    <a:pt x="1784210" y="291257"/>
                  </a:lnTo>
                  <a:lnTo>
                    <a:pt x="1793969" y="272087"/>
                  </a:lnTo>
                  <a:lnTo>
                    <a:pt x="1803713" y="249565"/>
                  </a:lnTo>
                  <a:lnTo>
                    <a:pt x="1813457" y="211837"/>
                  </a:lnTo>
                  <a:lnTo>
                    <a:pt x="1823215" y="209228"/>
                  </a:lnTo>
                  <a:lnTo>
                    <a:pt x="1832959" y="214213"/>
                  </a:lnTo>
                  <a:lnTo>
                    <a:pt x="1842703" y="177328"/>
                  </a:lnTo>
                  <a:lnTo>
                    <a:pt x="1852462" y="193529"/>
                  </a:lnTo>
                  <a:lnTo>
                    <a:pt x="1862206" y="211904"/>
                  </a:lnTo>
                  <a:lnTo>
                    <a:pt x="1871965" y="166913"/>
                  </a:lnTo>
                  <a:lnTo>
                    <a:pt x="1881709" y="159547"/>
                  </a:lnTo>
                  <a:lnTo>
                    <a:pt x="1891453" y="141661"/>
                  </a:lnTo>
                  <a:lnTo>
                    <a:pt x="1901212" y="146393"/>
                  </a:lnTo>
                  <a:lnTo>
                    <a:pt x="1910956" y="192538"/>
                  </a:lnTo>
                  <a:lnTo>
                    <a:pt x="1920714" y="198335"/>
                  </a:lnTo>
                  <a:lnTo>
                    <a:pt x="1930458" y="210840"/>
                  </a:lnTo>
                  <a:lnTo>
                    <a:pt x="1940202" y="224103"/>
                  </a:lnTo>
                  <a:lnTo>
                    <a:pt x="1949961" y="230481"/>
                  </a:lnTo>
                  <a:lnTo>
                    <a:pt x="1959705" y="209925"/>
                  </a:lnTo>
                  <a:lnTo>
                    <a:pt x="1969464" y="167681"/>
                  </a:lnTo>
                  <a:lnTo>
                    <a:pt x="1979208" y="189594"/>
                  </a:lnTo>
                  <a:lnTo>
                    <a:pt x="1988952" y="201685"/>
                  </a:lnTo>
                  <a:lnTo>
                    <a:pt x="1998711" y="177874"/>
                  </a:lnTo>
                  <a:lnTo>
                    <a:pt x="2008454" y="171118"/>
                  </a:lnTo>
                  <a:lnTo>
                    <a:pt x="2018213" y="147256"/>
                  </a:lnTo>
                  <a:lnTo>
                    <a:pt x="2027957" y="135694"/>
                  </a:lnTo>
                  <a:lnTo>
                    <a:pt x="2037701" y="139760"/>
                  </a:lnTo>
                  <a:lnTo>
                    <a:pt x="2047460" y="133335"/>
                  </a:lnTo>
                  <a:lnTo>
                    <a:pt x="2057204" y="130756"/>
                  </a:lnTo>
                  <a:lnTo>
                    <a:pt x="2066963" y="131543"/>
                  </a:lnTo>
                  <a:lnTo>
                    <a:pt x="2076707" y="153436"/>
                  </a:lnTo>
                  <a:lnTo>
                    <a:pt x="2086451" y="172436"/>
                  </a:lnTo>
                  <a:lnTo>
                    <a:pt x="2096210" y="151938"/>
                  </a:lnTo>
                  <a:lnTo>
                    <a:pt x="2105954" y="138414"/>
                  </a:lnTo>
                  <a:lnTo>
                    <a:pt x="2115697" y="140080"/>
                  </a:lnTo>
                  <a:lnTo>
                    <a:pt x="2125456" y="113356"/>
                  </a:lnTo>
                  <a:lnTo>
                    <a:pt x="2135200" y="119554"/>
                  </a:lnTo>
                  <a:lnTo>
                    <a:pt x="2144959" y="153176"/>
                  </a:lnTo>
                  <a:lnTo>
                    <a:pt x="2154703" y="115668"/>
                  </a:lnTo>
                  <a:lnTo>
                    <a:pt x="2164447" y="120445"/>
                  </a:lnTo>
                  <a:lnTo>
                    <a:pt x="2174206" y="135766"/>
                  </a:lnTo>
                  <a:lnTo>
                    <a:pt x="2183950" y="142381"/>
                  </a:lnTo>
                  <a:lnTo>
                    <a:pt x="2193709" y="132696"/>
                  </a:lnTo>
                  <a:lnTo>
                    <a:pt x="2203452" y="141463"/>
                  </a:lnTo>
                  <a:lnTo>
                    <a:pt x="2213196" y="144206"/>
                  </a:lnTo>
                  <a:lnTo>
                    <a:pt x="2222955" y="138803"/>
                  </a:lnTo>
                  <a:lnTo>
                    <a:pt x="2232699" y="141061"/>
                  </a:lnTo>
                  <a:lnTo>
                    <a:pt x="2242458" y="137821"/>
                  </a:lnTo>
                  <a:lnTo>
                    <a:pt x="2252202" y="125873"/>
                  </a:lnTo>
                  <a:lnTo>
                    <a:pt x="2261946" y="149373"/>
                  </a:lnTo>
                  <a:lnTo>
                    <a:pt x="2271705" y="138540"/>
                  </a:lnTo>
                  <a:lnTo>
                    <a:pt x="2281449" y="125996"/>
                  </a:lnTo>
                  <a:lnTo>
                    <a:pt x="2291208" y="87974"/>
                  </a:lnTo>
                  <a:lnTo>
                    <a:pt x="2300951" y="83775"/>
                  </a:lnTo>
                  <a:lnTo>
                    <a:pt x="2310695" y="69452"/>
                  </a:lnTo>
                  <a:lnTo>
                    <a:pt x="2320454" y="112261"/>
                  </a:lnTo>
                  <a:lnTo>
                    <a:pt x="2330198" y="104360"/>
                  </a:lnTo>
                  <a:lnTo>
                    <a:pt x="2339957" y="109177"/>
                  </a:lnTo>
                  <a:lnTo>
                    <a:pt x="2349701" y="73717"/>
                  </a:lnTo>
                  <a:lnTo>
                    <a:pt x="2359445" y="70772"/>
                  </a:lnTo>
                  <a:lnTo>
                    <a:pt x="2369204" y="54386"/>
                  </a:lnTo>
                  <a:lnTo>
                    <a:pt x="2378948" y="37358"/>
                  </a:lnTo>
                  <a:lnTo>
                    <a:pt x="2388692" y="26610"/>
                  </a:lnTo>
                  <a:lnTo>
                    <a:pt x="2398450" y="8162"/>
                  </a:lnTo>
                  <a:lnTo>
                    <a:pt x="2408194" y="0"/>
                  </a:lnTo>
                  <a:lnTo>
                    <a:pt x="2417953" y="19576"/>
                  </a:lnTo>
                  <a:lnTo>
                    <a:pt x="2427697" y="37332"/>
                  </a:lnTo>
                  <a:lnTo>
                    <a:pt x="2437441" y="45703"/>
                  </a:lnTo>
                  <a:lnTo>
                    <a:pt x="2447200" y="72142"/>
                  </a:lnTo>
                  <a:lnTo>
                    <a:pt x="2456944" y="56609"/>
                  </a:lnTo>
                  <a:lnTo>
                    <a:pt x="2466703" y="76058"/>
                  </a:lnTo>
                  <a:lnTo>
                    <a:pt x="2476446" y="66080"/>
                  </a:lnTo>
                  <a:lnTo>
                    <a:pt x="2486190" y="60263"/>
                  </a:lnTo>
                  <a:lnTo>
                    <a:pt x="2495949" y="57059"/>
                  </a:lnTo>
                  <a:lnTo>
                    <a:pt x="2505693" y="71929"/>
                  </a:lnTo>
                  <a:lnTo>
                    <a:pt x="2515452" y="102496"/>
                  </a:lnTo>
                  <a:lnTo>
                    <a:pt x="2525196" y="67092"/>
                  </a:lnTo>
                  <a:lnTo>
                    <a:pt x="2534940" y="112475"/>
                  </a:lnTo>
                  <a:lnTo>
                    <a:pt x="2544699" y="143763"/>
                  </a:lnTo>
                  <a:lnTo>
                    <a:pt x="2554443" y="147798"/>
                  </a:lnTo>
                  <a:lnTo>
                    <a:pt x="2564202" y="158968"/>
                  </a:lnTo>
                  <a:lnTo>
                    <a:pt x="2573946" y="127353"/>
                  </a:lnTo>
                  <a:lnTo>
                    <a:pt x="2583690" y="94471"/>
                  </a:lnTo>
                  <a:lnTo>
                    <a:pt x="2593448" y="74018"/>
                  </a:lnTo>
                  <a:lnTo>
                    <a:pt x="2603192" y="79063"/>
                  </a:lnTo>
                  <a:lnTo>
                    <a:pt x="2612951" y="64662"/>
                  </a:lnTo>
                  <a:lnTo>
                    <a:pt x="2622695" y="66902"/>
                  </a:lnTo>
                  <a:lnTo>
                    <a:pt x="2632439" y="71961"/>
                  </a:lnTo>
                  <a:lnTo>
                    <a:pt x="2642198" y="44456"/>
                  </a:lnTo>
                  <a:lnTo>
                    <a:pt x="2651942" y="71274"/>
                  </a:lnTo>
                  <a:lnTo>
                    <a:pt x="2661685" y="88722"/>
                  </a:lnTo>
                  <a:lnTo>
                    <a:pt x="2671444" y="61034"/>
                  </a:lnTo>
                  <a:lnTo>
                    <a:pt x="2681188" y="85858"/>
                  </a:lnTo>
                  <a:lnTo>
                    <a:pt x="2690947" y="87996"/>
                  </a:lnTo>
                  <a:lnTo>
                    <a:pt x="2700691" y="90181"/>
                  </a:lnTo>
                  <a:lnTo>
                    <a:pt x="2710435" y="119943"/>
                  </a:lnTo>
                  <a:lnTo>
                    <a:pt x="2720194" y="134946"/>
                  </a:lnTo>
                  <a:lnTo>
                    <a:pt x="2729938" y="141758"/>
                  </a:lnTo>
                  <a:lnTo>
                    <a:pt x="2739697" y="123600"/>
                  </a:lnTo>
                  <a:lnTo>
                    <a:pt x="2749441" y="120360"/>
                  </a:lnTo>
                  <a:lnTo>
                    <a:pt x="2759185" y="125539"/>
                  </a:lnTo>
                  <a:lnTo>
                    <a:pt x="2768943" y="98370"/>
                  </a:lnTo>
                  <a:lnTo>
                    <a:pt x="2778687" y="101638"/>
                  </a:lnTo>
                  <a:lnTo>
                    <a:pt x="2788446" y="103843"/>
                  </a:lnTo>
                  <a:lnTo>
                    <a:pt x="2798190" y="125689"/>
                  </a:lnTo>
                  <a:lnTo>
                    <a:pt x="2807934" y="134773"/>
                  </a:lnTo>
                  <a:lnTo>
                    <a:pt x="2817693" y="128705"/>
                  </a:lnTo>
                  <a:lnTo>
                    <a:pt x="2827437" y="132668"/>
                  </a:lnTo>
                  <a:lnTo>
                    <a:pt x="2837196" y="136440"/>
                  </a:lnTo>
                  <a:lnTo>
                    <a:pt x="2846940" y="122660"/>
                  </a:lnTo>
                  <a:lnTo>
                    <a:pt x="2856684" y="138595"/>
                  </a:lnTo>
                  <a:lnTo>
                    <a:pt x="2866442" y="156068"/>
                  </a:lnTo>
                  <a:lnTo>
                    <a:pt x="2876186" y="136661"/>
                  </a:lnTo>
                  <a:lnTo>
                    <a:pt x="2885945" y="158697"/>
                  </a:lnTo>
                  <a:lnTo>
                    <a:pt x="2895689" y="179504"/>
                  </a:lnTo>
                  <a:lnTo>
                    <a:pt x="2905433" y="205476"/>
                  </a:lnTo>
                  <a:lnTo>
                    <a:pt x="2915192" y="20880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9" name="Freeform 958">
              <a:extLst>
                <a:ext uri="{FF2B5EF4-FFF2-40B4-BE49-F238E27FC236}">
                  <a16:creationId xmlns:a16="http://schemas.microsoft.com/office/drawing/2014/main" id="{88619091-6994-A7B4-2092-C3FC10B80AC0}"/>
                </a:ext>
              </a:extLst>
            </p:cNvPr>
            <p:cNvSpPr/>
            <p:nvPr/>
          </p:nvSpPr>
          <p:spPr>
            <a:xfrm>
              <a:off x="4426652" y="3343477"/>
              <a:ext cx="2915191" cy="381683"/>
            </a:xfrm>
            <a:custGeom>
              <a:avLst/>
              <a:gdLst>
                <a:gd name="connsiteX0" fmla="*/ 0 w 2915191"/>
                <a:gd name="connsiteY0" fmla="*/ 77125 h 381683"/>
                <a:gd name="connsiteX1" fmla="*/ 9750 w 2915191"/>
                <a:gd name="connsiteY1" fmla="*/ 73349 h 381683"/>
                <a:gd name="connsiteX2" fmla="*/ 19500 w 2915191"/>
                <a:gd name="connsiteY2" fmla="*/ 98131 h 381683"/>
                <a:gd name="connsiteX3" fmla="*/ 29250 w 2915191"/>
                <a:gd name="connsiteY3" fmla="*/ 145880 h 381683"/>
                <a:gd name="connsiteX4" fmla="*/ 39000 w 2915191"/>
                <a:gd name="connsiteY4" fmla="*/ 141569 h 381683"/>
                <a:gd name="connsiteX5" fmla="*/ 48749 w 2915191"/>
                <a:gd name="connsiteY5" fmla="*/ 164178 h 381683"/>
                <a:gd name="connsiteX6" fmla="*/ 58499 w 2915191"/>
                <a:gd name="connsiteY6" fmla="*/ 164847 h 381683"/>
                <a:gd name="connsiteX7" fmla="*/ 68249 w 2915191"/>
                <a:gd name="connsiteY7" fmla="*/ 177980 h 381683"/>
                <a:gd name="connsiteX8" fmla="*/ 77998 w 2915191"/>
                <a:gd name="connsiteY8" fmla="*/ 161082 h 381683"/>
                <a:gd name="connsiteX9" fmla="*/ 87748 w 2915191"/>
                <a:gd name="connsiteY9" fmla="*/ 160508 h 381683"/>
                <a:gd name="connsiteX10" fmla="*/ 97497 w 2915191"/>
                <a:gd name="connsiteY10" fmla="*/ 172885 h 381683"/>
                <a:gd name="connsiteX11" fmla="*/ 107247 w 2915191"/>
                <a:gd name="connsiteY11" fmla="*/ 144989 h 381683"/>
                <a:gd name="connsiteX12" fmla="*/ 116997 w 2915191"/>
                <a:gd name="connsiteY12" fmla="*/ 192998 h 381683"/>
                <a:gd name="connsiteX13" fmla="*/ 126747 w 2915191"/>
                <a:gd name="connsiteY13" fmla="*/ 160051 h 381683"/>
                <a:gd name="connsiteX14" fmla="*/ 136497 w 2915191"/>
                <a:gd name="connsiteY14" fmla="*/ 175321 h 381683"/>
                <a:gd name="connsiteX15" fmla="*/ 146247 w 2915191"/>
                <a:gd name="connsiteY15" fmla="*/ 199541 h 381683"/>
                <a:gd name="connsiteX16" fmla="*/ 155997 w 2915191"/>
                <a:gd name="connsiteY16" fmla="*/ 229568 h 381683"/>
                <a:gd name="connsiteX17" fmla="*/ 165747 w 2915191"/>
                <a:gd name="connsiteY17" fmla="*/ 235313 h 381683"/>
                <a:gd name="connsiteX18" fmla="*/ 175497 w 2915191"/>
                <a:gd name="connsiteY18" fmla="*/ 218778 h 381683"/>
                <a:gd name="connsiteX19" fmla="*/ 185247 w 2915191"/>
                <a:gd name="connsiteY19" fmla="*/ 208133 h 381683"/>
                <a:gd name="connsiteX20" fmla="*/ 194996 w 2915191"/>
                <a:gd name="connsiteY20" fmla="*/ 238443 h 381683"/>
                <a:gd name="connsiteX21" fmla="*/ 204746 w 2915191"/>
                <a:gd name="connsiteY21" fmla="*/ 194908 h 381683"/>
                <a:gd name="connsiteX22" fmla="*/ 214495 w 2915191"/>
                <a:gd name="connsiteY22" fmla="*/ 198682 h 381683"/>
                <a:gd name="connsiteX23" fmla="*/ 224245 w 2915191"/>
                <a:gd name="connsiteY23" fmla="*/ 191109 h 381683"/>
                <a:gd name="connsiteX24" fmla="*/ 233995 w 2915191"/>
                <a:gd name="connsiteY24" fmla="*/ 177180 h 381683"/>
                <a:gd name="connsiteX25" fmla="*/ 243744 w 2915191"/>
                <a:gd name="connsiteY25" fmla="*/ 195972 h 381683"/>
                <a:gd name="connsiteX26" fmla="*/ 253494 w 2915191"/>
                <a:gd name="connsiteY26" fmla="*/ 177788 h 381683"/>
                <a:gd name="connsiteX27" fmla="*/ 263244 w 2915191"/>
                <a:gd name="connsiteY27" fmla="*/ 201831 h 381683"/>
                <a:gd name="connsiteX28" fmla="*/ 272994 w 2915191"/>
                <a:gd name="connsiteY28" fmla="*/ 211461 h 381683"/>
                <a:gd name="connsiteX29" fmla="*/ 282744 w 2915191"/>
                <a:gd name="connsiteY29" fmla="*/ 192884 h 381683"/>
                <a:gd name="connsiteX30" fmla="*/ 292494 w 2915191"/>
                <a:gd name="connsiteY30" fmla="*/ 208569 h 381683"/>
                <a:gd name="connsiteX31" fmla="*/ 302244 w 2915191"/>
                <a:gd name="connsiteY31" fmla="*/ 203599 h 381683"/>
                <a:gd name="connsiteX32" fmla="*/ 311994 w 2915191"/>
                <a:gd name="connsiteY32" fmla="*/ 199116 h 381683"/>
                <a:gd name="connsiteX33" fmla="*/ 321744 w 2915191"/>
                <a:gd name="connsiteY33" fmla="*/ 199061 h 381683"/>
                <a:gd name="connsiteX34" fmla="*/ 331493 w 2915191"/>
                <a:gd name="connsiteY34" fmla="*/ 205402 h 381683"/>
                <a:gd name="connsiteX35" fmla="*/ 341243 w 2915191"/>
                <a:gd name="connsiteY35" fmla="*/ 188417 h 381683"/>
                <a:gd name="connsiteX36" fmla="*/ 350993 w 2915191"/>
                <a:gd name="connsiteY36" fmla="*/ 161825 h 381683"/>
                <a:gd name="connsiteX37" fmla="*/ 360742 w 2915191"/>
                <a:gd name="connsiteY37" fmla="*/ 187811 h 381683"/>
                <a:gd name="connsiteX38" fmla="*/ 370492 w 2915191"/>
                <a:gd name="connsiteY38" fmla="*/ 222425 h 381683"/>
                <a:gd name="connsiteX39" fmla="*/ 380241 w 2915191"/>
                <a:gd name="connsiteY39" fmla="*/ 224744 h 381683"/>
                <a:gd name="connsiteX40" fmla="*/ 389991 w 2915191"/>
                <a:gd name="connsiteY40" fmla="*/ 251094 h 381683"/>
                <a:gd name="connsiteX41" fmla="*/ 399741 w 2915191"/>
                <a:gd name="connsiteY41" fmla="*/ 278084 h 381683"/>
                <a:gd name="connsiteX42" fmla="*/ 409491 w 2915191"/>
                <a:gd name="connsiteY42" fmla="*/ 261398 h 381683"/>
                <a:gd name="connsiteX43" fmla="*/ 419241 w 2915191"/>
                <a:gd name="connsiteY43" fmla="*/ 268104 h 381683"/>
                <a:gd name="connsiteX44" fmla="*/ 428991 w 2915191"/>
                <a:gd name="connsiteY44" fmla="*/ 249451 h 381683"/>
                <a:gd name="connsiteX45" fmla="*/ 438741 w 2915191"/>
                <a:gd name="connsiteY45" fmla="*/ 206263 h 381683"/>
                <a:gd name="connsiteX46" fmla="*/ 448491 w 2915191"/>
                <a:gd name="connsiteY46" fmla="*/ 259893 h 381683"/>
                <a:gd name="connsiteX47" fmla="*/ 458241 w 2915191"/>
                <a:gd name="connsiteY47" fmla="*/ 285241 h 381683"/>
                <a:gd name="connsiteX48" fmla="*/ 467991 w 2915191"/>
                <a:gd name="connsiteY48" fmla="*/ 278630 h 381683"/>
                <a:gd name="connsiteX49" fmla="*/ 477740 w 2915191"/>
                <a:gd name="connsiteY49" fmla="*/ 303754 h 381683"/>
                <a:gd name="connsiteX50" fmla="*/ 487490 w 2915191"/>
                <a:gd name="connsiteY50" fmla="*/ 339068 h 381683"/>
                <a:gd name="connsiteX51" fmla="*/ 497239 w 2915191"/>
                <a:gd name="connsiteY51" fmla="*/ 342009 h 381683"/>
                <a:gd name="connsiteX52" fmla="*/ 506989 w 2915191"/>
                <a:gd name="connsiteY52" fmla="*/ 336485 h 381683"/>
                <a:gd name="connsiteX53" fmla="*/ 516738 w 2915191"/>
                <a:gd name="connsiteY53" fmla="*/ 360688 h 381683"/>
                <a:gd name="connsiteX54" fmla="*/ 526488 w 2915191"/>
                <a:gd name="connsiteY54" fmla="*/ 365402 h 381683"/>
                <a:gd name="connsiteX55" fmla="*/ 536238 w 2915191"/>
                <a:gd name="connsiteY55" fmla="*/ 381684 h 381683"/>
                <a:gd name="connsiteX56" fmla="*/ 545988 w 2915191"/>
                <a:gd name="connsiteY56" fmla="*/ 362562 h 381683"/>
                <a:gd name="connsiteX57" fmla="*/ 555738 w 2915191"/>
                <a:gd name="connsiteY57" fmla="*/ 365137 h 381683"/>
                <a:gd name="connsiteX58" fmla="*/ 565488 w 2915191"/>
                <a:gd name="connsiteY58" fmla="*/ 353834 h 381683"/>
                <a:gd name="connsiteX59" fmla="*/ 575238 w 2915191"/>
                <a:gd name="connsiteY59" fmla="*/ 355061 h 381683"/>
                <a:gd name="connsiteX60" fmla="*/ 584988 w 2915191"/>
                <a:gd name="connsiteY60" fmla="*/ 342203 h 381683"/>
                <a:gd name="connsiteX61" fmla="*/ 594738 w 2915191"/>
                <a:gd name="connsiteY61" fmla="*/ 332839 h 381683"/>
                <a:gd name="connsiteX62" fmla="*/ 604488 w 2915191"/>
                <a:gd name="connsiteY62" fmla="*/ 324963 h 381683"/>
                <a:gd name="connsiteX63" fmla="*/ 614237 w 2915191"/>
                <a:gd name="connsiteY63" fmla="*/ 326115 h 381683"/>
                <a:gd name="connsiteX64" fmla="*/ 623987 w 2915191"/>
                <a:gd name="connsiteY64" fmla="*/ 315221 h 381683"/>
                <a:gd name="connsiteX65" fmla="*/ 633736 w 2915191"/>
                <a:gd name="connsiteY65" fmla="*/ 296765 h 381683"/>
                <a:gd name="connsiteX66" fmla="*/ 643486 w 2915191"/>
                <a:gd name="connsiteY66" fmla="*/ 260716 h 381683"/>
                <a:gd name="connsiteX67" fmla="*/ 653236 w 2915191"/>
                <a:gd name="connsiteY67" fmla="*/ 282851 h 381683"/>
                <a:gd name="connsiteX68" fmla="*/ 662985 w 2915191"/>
                <a:gd name="connsiteY68" fmla="*/ 303255 h 381683"/>
                <a:gd name="connsiteX69" fmla="*/ 672735 w 2915191"/>
                <a:gd name="connsiteY69" fmla="*/ 286095 h 381683"/>
                <a:gd name="connsiteX70" fmla="*/ 682485 w 2915191"/>
                <a:gd name="connsiteY70" fmla="*/ 290052 h 381683"/>
                <a:gd name="connsiteX71" fmla="*/ 692235 w 2915191"/>
                <a:gd name="connsiteY71" fmla="*/ 273171 h 381683"/>
                <a:gd name="connsiteX72" fmla="*/ 701985 w 2915191"/>
                <a:gd name="connsiteY72" fmla="*/ 259233 h 381683"/>
                <a:gd name="connsiteX73" fmla="*/ 711735 w 2915191"/>
                <a:gd name="connsiteY73" fmla="*/ 239585 h 381683"/>
                <a:gd name="connsiteX74" fmla="*/ 721485 w 2915191"/>
                <a:gd name="connsiteY74" fmla="*/ 245027 h 381683"/>
                <a:gd name="connsiteX75" fmla="*/ 731235 w 2915191"/>
                <a:gd name="connsiteY75" fmla="*/ 223923 h 381683"/>
                <a:gd name="connsiteX76" fmla="*/ 740985 w 2915191"/>
                <a:gd name="connsiteY76" fmla="*/ 239920 h 381683"/>
                <a:gd name="connsiteX77" fmla="*/ 750734 w 2915191"/>
                <a:gd name="connsiteY77" fmla="*/ 204819 h 381683"/>
                <a:gd name="connsiteX78" fmla="*/ 760484 w 2915191"/>
                <a:gd name="connsiteY78" fmla="*/ 164553 h 381683"/>
                <a:gd name="connsiteX79" fmla="*/ 770233 w 2915191"/>
                <a:gd name="connsiteY79" fmla="*/ 181776 h 381683"/>
                <a:gd name="connsiteX80" fmla="*/ 779983 w 2915191"/>
                <a:gd name="connsiteY80" fmla="*/ 161615 h 381683"/>
                <a:gd name="connsiteX81" fmla="*/ 789733 w 2915191"/>
                <a:gd name="connsiteY81" fmla="*/ 139876 h 381683"/>
                <a:gd name="connsiteX82" fmla="*/ 799482 w 2915191"/>
                <a:gd name="connsiteY82" fmla="*/ 177003 h 381683"/>
                <a:gd name="connsiteX83" fmla="*/ 809232 w 2915191"/>
                <a:gd name="connsiteY83" fmla="*/ 167213 h 381683"/>
                <a:gd name="connsiteX84" fmla="*/ 818982 w 2915191"/>
                <a:gd name="connsiteY84" fmla="*/ 165382 h 381683"/>
                <a:gd name="connsiteX85" fmla="*/ 828732 w 2915191"/>
                <a:gd name="connsiteY85" fmla="*/ 165297 h 381683"/>
                <a:gd name="connsiteX86" fmla="*/ 838482 w 2915191"/>
                <a:gd name="connsiteY86" fmla="*/ 195802 h 381683"/>
                <a:gd name="connsiteX87" fmla="*/ 848232 w 2915191"/>
                <a:gd name="connsiteY87" fmla="*/ 153260 h 381683"/>
                <a:gd name="connsiteX88" fmla="*/ 857982 w 2915191"/>
                <a:gd name="connsiteY88" fmla="*/ 165298 h 381683"/>
                <a:gd name="connsiteX89" fmla="*/ 867732 w 2915191"/>
                <a:gd name="connsiteY89" fmla="*/ 184572 h 381683"/>
                <a:gd name="connsiteX90" fmla="*/ 877482 w 2915191"/>
                <a:gd name="connsiteY90" fmla="*/ 168262 h 381683"/>
                <a:gd name="connsiteX91" fmla="*/ 887231 w 2915191"/>
                <a:gd name="connsiteY91" fmla="*/ 146412 h 381683"/>
                <a:gd name="connsiteX92" fmla="*/ 896981 w 2915191"/>
                <a:gd name="connsiteY92" fmla="*/ 121083 h 381683"/>
                <a:gd name="connsiteX93" fmla="*/ 906730 w 2915191"/>
                <a:gd name="connsiteY93" fmla="*/ 113746 h 381683"/>
                <a:gd name="connsiteX94" fmla="*/ 916480 w 2915191"/>
                <a:gd name="connsiteY94" fmla="*/ 113049 h 381683"/>
                <a:gd name="connsiteX95" fmla="*/ 926230 w 2915191"/>
                <a:gd name="connsiteY95" fmla="*/ 75900 h 381683"/>
                <a:gd name="connsiteX96" fmla="*/ 935979 w 2915191"/>
                <a:gd name="connsiteY96" fmla="*/ 41291 h 381683"/>
                <a:gd name="connsiteX97" fmla="*/ 945729 w 2915191"/>
                <a:gd name="connsiteY97" fmla="*/ 41038 h 381683"/>
                <a:gd name="connsiteX98" fmla="*/ 955479 w 2915191"/>
                <a:gd name="connsiteY98" fmla="*/ 30540 h 381683"/>
                <a:gd name="connsiteX99" fmla="*/ 965229 w 2915191"/>
                <a:gd name="connsiteY99" fmla="*/ 15821 h 381683"/>
                <a:gd name="connsiteX100" fmla="*/ 974979 w 2915191"/>
                <a:gd name="connsiteY100" fmla="*/ 22490 h 381683"/>
                <a:gd name="connsiteX101" fmla="*/ 984729 w 2915191"/>
                <a:gd name="connsiteY101" fmla="*/ 15233 h 381683"/>
                <a:gd name="connsiteX102" fmla="*/ 994474 w 2915191"/>
                <a:gd name="connsiteY102" fmla="*/ 6782 h 381683"/>
                <a:gd name="connsiteX103" fmla="*/ 1004233 w 2915191"/>
                <a:gd name="connsiteY103" fmla="*/ 48258 h 381683"/>
                <a:gd name="connsiteX104" fmla="*/ 1013977 w 2915191"/>
                <a:gd name="connsiteY104" fmla="*/ 69155 h 381683"/>
                <a:gd name="connsiteX105" fmla="*/ 1023721 w 2915191"/>
                <a:gd name="connsiteY105" fmla="*/ 27402 h 381683"/>
                <a:gd name="connsiteX106" fmla="*/ 1033480 w 2915191"/>
                <a:gd name="connsiteY106" fmla="*/ 53601 h 381683"/>
                <a:gd name="connsiteX107" fmla="*/ 1043224 w 2915191"/>
                <a:gd name="connsiteY107" fmla="*/ 82038 h 381683"/>
                <a:gd name="connsiteX108" fmla="*/ 1052983 w 2915191"/>
                <a:gd name="connsiteY108" fmla="*/ 93537 h 381683"/>
                <a:gd name="connsiteX109" fmla="*/ 1062727 w 2915191"/>
                <a:gd name="connsiteY109" fmla="*/ 130333 h 381683"/>
                <a:gd name="connsiteX110" fmla="*/ 1072471 w 2915191"/>
                <a:gd name="connsiteY110" fmla="*/ 146801 h 381683"/>
                <a:gd name="connsiteX111" fmla="*/ 1082230 w 2915191"/>
                <a:gd name="connsiteY111" fmla="*/ 157169 h 381683"/>
                <a:gd name="connsiteX112" fmla="*/ 1091973 w 2915191"/>
                <a:gd name="connsiteY112" fmla="*/ 125500 h 381683"/>
                <a:gd name="connsiteX113" fmla="*/ 1101732 w 2915191"/>
                <a:gd name="connsiteY113" fmla="*/ 100155 h 381683"/>
                <a:gd name="connsiteX114" fmla="*/ 1111476 w 2915191"/>
                <a:gd name="connsiteY114" fmla="*/ 99926 h 381683"/>
                <a:gd name="connsiteX115" fmla="*/ 1121220 w 2915191"/>
                <a:gd name="connsiteY115" fmla="*/ 103400 h 381683"/>
                <a:gd name="connsiteX116" fmla="*/ 1130979 w 2915191"/>
                <a:gd name="connsiteY116" fmla="*/ 97518 h 381683"/>
                <a:gd name="connsiteX117" fmla="*/ 1140723 w 2915191"/>
                <a:gd name="connsiteY117" fmla="*/ 101875 h 381683"/>
                <a:gd name="connsiteX118" fmla="*/ 1150482 w 2915191"/>
                <a:gd name="connsiteY118" fmla="*/ 123529 h 381683"/>
                <a:gd name="connsiteX119" fmla="*/ 1160226 w 2915191"/>
                <a:gd name="connsiteY119" fmla="*/ 119888 h 381683"/>
                <a:gd name="connsiteX120" fmla="*/ 1169969 w 2915191"/>
                <a:gd name="connsiteY120" fmla="*/ 153570 h 381683"/>
                <a:gd name="connsiteX121" fmla="*/ 1179728 w 2915191"/>
                <a:gd name="connsiteY121" fmla="*/ 158376 h 381683"/>
                <a:gd name="connsiteX122" fmla="*/ 1189472 w 2915191"/>
                <a:gd name="connsiteY122" fmla="*/ 165708 h 381683"/>
                <a:gd name="connsiteX123" fmla="*/ 1199231 w 2915191"/>
                <a:gd name="connsiteY123" fmla="*/ 194485 h 381683"/>
                <a:gd name="connsiteX124" fmla="*/ 1208975 w 2915191"/>
                <a:gd name="connsiteY124" fmla="*/ 194567 h 381683"/>
                <a:gd name="connsiteX125" fmla="*/ 1218719 w 2915191"/>
                <a:gd name="connsiteY125" fmla="*/ 234830 h 381683"/>
                <a:gd name="connsiteX126" fmla="*/ 1228478 w 2915191"/>
                <a:gd name="connsiteY126" fmla="*/ 180597 h 381683"/>
                <a:gd name="connsiteX127" fmla="*/ 1238222 w 2915191"/>
                <a:gd name="connsiteY127" fmla="*/ 161348 h 381683"/>
                <a:gd name="connsiteX128" fmla="*/ 1247966 w 2915191"/>
                <a:gd name="connsiteY128" fmla="*/ 183213 h 381683"/>
                <a:gd name="connsiteX129" fmla="*/ 1257725 w 2915191"/>
                <a:gd name="connsiteY129" fmla="*/ 178527 h 381683"/>
                <a:gd name="connsiteX130" fmla="*/ 1267469 w 2915191"/>
                <a:gd name="connsiteY130" fmla="*/ 186292 h 381683"/>
                <a:gd name="connsiteX131" fmla="*/ 1277227 w 2915191"/>
                <a:gd name="connsiteY131" fmla="*/ 193572 h 381683"/>
                <a:gd name="connsiteX132" fmla="*/ 1286971 w 2915191"/>
                <a:gd name="connsiteY132" fmla="*/ 167324 h 381683"/>
                <a:gd name="connsiteX133" fmla="*/ 1296715 w 2915191"/>
                <a:gd name="connsiteY133" fmla="*/ 193685 h 381683"/>
                <a:gd name="connsiteX134" fmla="*/ 1306474 w 2915191"/>
                <a:gd name="connsiteY134" fmla="*/ 180871 h 381683"/>
                <a:gd name="connsiteX135" fmla="*/ 1316218 w 2915191"/>
                <a:gd name="connsiteY135" fmla="*/ 144672 h 381683"/>
                <a:gd name="connsiteX136" fmla="*/ 1325977 w 2915191"/>
                <a:gd name="connsiteY136" fmla="*/ 154704 h 381683"/>
                <a:gd name="connsiteX137" fmla="*/ 1335721 w 2915191"/>
                <a:gd name="connsiteY137" fmla="*/ 147860 h 381683"/>
                <a:gd name="connsiteX138" fmla="*/ 1345465 w 2915191"/>
                <a:gd name="connsiteY138" fmla="*/ 140696 h 381683"/>
                <a:gd name="connsiteX139" fmla="*/ 1355224 w 2915191"/>
                <a:gd name="connsiteY139" fmla="*/ 121145 h 381683"/>
                <a:gd name="connsiteX140" fmla="*/ 1364967 w 2915191"/>
                <a:gd name="connsiteY140" fmla="*/ 106061 h 381683"/>
                <a:gd name="connsiteX141" fmla="*/ 1374726 w 2915191"/>
                <a:gd name="connsiteY141" fmla="*/ 135593 h 381683"/>
                <a:gd name="connsiteX142" fmla="*/ 1384470 w 2915191"/>
                <a:gd name="connsiteY142" fmla="*/ 167104 h 381683"/>
                <a:gd name="connsiteX143" fmla="*/ 1394214 w 2915191"/>
                <a:gd name="connsiteY143" fmla="*/ 160757 h 381683"/>
                <a:gd name="connsiteX144" fmla="*/ 1403973 w 2915191"/>
                <a:gd name="connsiteY144" fmla="*/ 152732 h 381683"/>
                <a:gd name="connsiteX145" fmla="*/ 1413717 w 2915191"/>
                <a:gd name="connsiteY145" fmla="*/ 132400 h 381683"/>
                <a:gd name="connsiteX146" fmla="*/ 1423476 w 2915191"/>
                <a:gd name="connsiteY146" fmla="*/ 99443 h 381683"/>
                <a:gd name="connsiteX147" fmla="*/ 1433220 w 2915191"/>
                <a:gd name="connsiteY147" fmla="*/ 85502 h 381683"/>
                <a:gd name="connsiteX148" fmla="*/ 1442964 w 2915191"/>
                <a:gd name="connsiteY148" fmla="*/ 79969 h 381683"/>
                <a:gd name="connsiteX149" fmla="*/ 1452722 w 2915191"/>
                <a:gd name="connsiteY149" fmla="*/ 100757 h 381683"/>
                <a:gd name="connsiteX150" fmla="*/ 1462466 w 2915191"/>
                <a:gd name="connsiteY150" fmla="*/ 97955 h 381683"/>
                <a:gd name="connsiteX151" fmla="*/ 1472225 w 2915191"/>
                <a:gd name="connsiteY151" fmla="*/ 133896 h 381683"/>
                <a:gd name="connsiteX152" fmla="*/ 1481969 w 2915191"/>
                <a:gd name="connsiteY152" fmla="*/ 134946 h 381683"/>
                <a:gd name="connsiteX153" fmla="*/ 1491713 w 2915191"/>
                <a:gd name="connsiteY153" fmla="*/ 92941 h 381683"/>
                <a:gd name="connsiteX154" fmla="*/ 1501472 w 2915191"/>
                <a:gd name="connsiteY154" fmla="*/ 82326 h 381683"/>
                <a:gd name="connsiteX155" fmla="*/ 1511216 w 2915191"/>
                <a:gd name="connsiteY155" fmla="*/ 73322 h 381683"/>
                <a:gd name="connsiteX156" fmla="*/ 1520960 w 2915191"/>
                <a:gd name="connsiteY156" fmla="*/ 50412 h 381683"/>
                <a:gd name="connsiteX157" fmla="*/ 1530719 w 2915191"/>
                <a:gd name="connsiteY157" fmla="*/ 29856 h 381683"/>
                <a:gd name="connsiteX158" fmla="*/ 1540463 w 2915191"/>
                <a:gd name="connsiteY158" fmla="*/ 0 h 381683"/>
                <a:gd name="connsiteX159" fmla="*/ 1550221 w 2915191"/>
                <a:gd name="connsiteY159" fmla="*/ 16182 h 381683"/>
                <a:gd name="connsiteX160" fmla="*/ 1559965 w 2915191"/>
                <a:gd name="connsiteY160" fmla="*/ 16830 h 381683"/>
                <a:gd name="connsiteX161" fmla="*/ 1569709 w 2915191"/>
                <a:gd name="connsiteY161" fmla="*/ 28266 h 381683"/>
                <a:gd name="connsiteX162" fmla="*/ 1579468 w 2915191"/>
                <a:gd name="connsiteY162" fmla="*/ 17021 h 381683"/>
                <a:gd name="connsiteX163" fmla="*/ 1589212 w 2915191"/>
                <a:gd name="connsiteY163" fmla="*/ 14644 h 381683"/>
                <a:gd name="connsiteX164" fmla="*/ 1598971 w 2915191"/>
                <a:gd name="connsiteY164" fmla="*/ 1225 h 381683"/>
                <a:gd name="connsiteX165" fmla="*/ 1608715 w 2915191"/>
                <a:gd name="connsiteY165" fmla="*/ 18896 h 381683"/>
                <a:gd name="connsiteX166" fmla="*/ 1618459 w 2915191"/>
                <a:gd name="connsiteY166" fmla="*/ 9257 h 381683"/>
                <a:gd name="connsiteX167" fmla="*/ 1628218 w 2915191"/>
                <a:gd name="connsiteY167" fmla="*/ 40536 h 381683"/>
                <a:gd name="connsiteX168" fmla="*/ 1637962 w 2915191"/>
                <a:gd name="connsiteY168" fmla="*/ 53775 h 381683"/>
                <a:gd name="connsiteX169" fmla="*/ 1647720 w 2915191"/>
                <a:gd name="connsiteY169" fmla="*/ 65481 h 381683"/>
                <a:gd name="connsiteX170" fmla="*/ 1657464 w 2915191"/>
                <a:gd name="connsiteY170" fmla="*/ 110966 h 381683"/>
                <a:gd name="connsiteX171" fmla="*/ 1667208 w 2915191"/>
                <a:gd name="connsiteY171" fmla="*/ 139145 h 381683"/>
                <a:gd name="connsiteX172" fmla="*/ 1676967 w 2915191"/>
                <a:gd name="connsiteY172" fmla="*/ 125210 h 381683"/>
                <a:gd name="connsiteX173" fmla="*/ 1686711 w 2915191"/>
                <a:gd name="connsiteY173" fmla="*/ 141460 h 381683"/>
                <a:gd name="connsiteX174" fmla="*/ 1696470 w 2915191"/>
                <a:gd name="connsiteY174" fmla="*/ 160907 h 381683"/>
                <a:gd name="connsiteX175" fmla="*/ 1706214 w 2915191"/>
                <a:gd name="connsiteY175" fmla="*/ 105534 h 381683"/>
                <a:gd name="connsiteX176" fmla="*/ 1715958 w 2915191"/>
                <a:gd name="connsiteY176" fmla="*/ 120037 h 381683"/>
                <a:gd name="connsiteX177" fmla="*/ 1725716 w 2915191"/>
                <a:gd name="connsiteY177" fmla="*/ 120440 h 381683"/>
                <a:gd name="connsiteX178" fmla="*/ 1735460 w 2915191"/>
                <a:gd name="connsiteY178" fmla="*/ 153707 h 381683"/>
                <a:gd name="connsiteX179" fmla="*/ 1745219 w 2915191"/>
                <a:gd name="connsiteY179" fmla="*/ 194386 h 381683"/>
                <a:gd name="connsiteX180" fmla="*/ 1754963 w 2915191"/>
                <a:gd name="connsiteY180" fmla="*/ 158102 h 381683"/>
                <a:gd name="connsiteX181" fmla="*/ 1764707 w 2915191"/>
                <a:gd name="connsiteY181" fmla="*/ 145852 h 381683"/>
                <a:gd name="connsiteX182" fmla="*/ 1774466 w 2915191"/>
                <a:gd name="connsiteY182" fmla="*/ 155387 h 381683"/>
                <a:gd name="connsiteX183" fmla="*/ 1784210 w 2915191"/>
                <a:gd name="connsiteY183" fmla="*/ 150301 h 381683"/>
                <a:gd name="connsiteX184" fmla="*/ 1793969 w 2915191"/>
                <a:gd name="connsiteY184" fmla="*/ 152360 h 381683"/>
                <a:gd name="connsiteX185" fmla="*/ 1803713 w 2915191"/>
                <a:gd name="connsiteY185" fmla="*/ 136616 h 381683"/>
                <a:gd name="connsiteX186" fmla="*/ 1813457 w 2915191"/>
                <a:gd name="connsiteY186" fmla="*/ 119807 h 381683"/>
                <a:gd name="connsiteX187" fmla="*/ 1823215 w 2915191"/>
                <a:gd name="connsiteY187" fmla="*/ 105854 h 381683"/>
                <a:gd name="connsiteX188" fmla="*/ 1832959 w 2915191"/>
                <a:gd name="connsiteY188" fmla="*/ 117995 h 381683"/>
                <a:gd name="connsiteX189" fmla="*/ 1842703 w 2915191"/>
                <a:gd name="connsiteY189" fmla="*/ 88452 h 381683"/>
                <a:gd name="connsiteX190" fmla="*/ 1852462 w 2915191"/>
                <a:gd name="connsiteY190" fmla="*/ 63532 h 381683"/>
                <a:gd name="connsiteX191" fmla="*/ 1862206 w 2915191"/>
                <a:gd name="connsiteY191" fmla="*/ 75857 h 381683"/>
                <a:gd name="connsiteX192" fmla="*/ 1871965 w 2915191"/>
                <a:gd name="connsiteY192" fmla="*/ 90325 h 381683"/>
                <a:gd name="connsiteX193" fmla="*/ 1881709 w 2915191"/>
                <a:gd name="connsiteY193" fmla="*/ 61421 h 381683"/>
                <a:gd name="connsiteX194" fmla="*/ 1891453 w 2915191"/>
                <a:gd name="connsiteY194" fmla="*/ 39835 h 381683"/>
                <a:gd name="connsiteX195" fmla="*/ 1901212 w 2915191"/>
                <a:gd name="connsiteY195" fmla="*/ 59040 h 381683"/>
                <a:gd name="connsiteX196" fmla="*/ 1910956 w 2915191"/>
                <a:gd name="connsiteY196" fmla="*/ 74033 h 381683"/>
                <a:gd name="connsiteX197" fmla="*/ 1920714 w 2915191"/>
                <a:gd name="connsiteY197" fmla="*/ 97684 h 381683"/>
                <a:gd name="connsiteX198" fmla="*/ 1930458 w 2915191"/>
                <a:gd name="connsiteY198" fmla="*/ 86922 h 381683"/>
                <a:gd name="connsiteX199" fmla="*/ 1940202 w 2915191"/>
                <a:gd name="connsiteY199" fmla="*/ 96966 h 381683"/>
                <a:gd name="connsiteX200" fmla="*/ 1949961 w 2915191"/>
                <a:gd name="connsiteY200" fmla="*/ 103639 h 381683"/>
                <a:gd name="connsiteX201" fmla="*/ 1959705 w 2915191"/>
                <a:gd name="connsiteY201" fmla="*/ 102824 h 381683"/>
                <a:gd name="connsiteX202" fmla="*/ 1969464 w 2915191"/>
                <a:gd name="connsiteY202" fmla="*/ 117422 h 381683"/>
                <a:gd name="connsiteX203" fmla="*/ 1979208 w 2915191"/>
                <a:gd name="connsiteY203" fmla="*/ 115686 h 381683"/>
                <a:gd name="connsiteX204" fmla="*/ 1988952 w 2915191"/>
                <a:gd name="connsiteY204" fmla="*/ 115790 h 381683"/>
                <a:gd name="connsiteX205" fmla="*/ 1998711 w 2915191"/>
                <a:gd name="connsiteY205" fmla="*/ 110772 h 381683"/>
                <a:gd name="connsiteX206" fmla="*/ 2008454 w 2915191"/>
                <a:gd name="connsiteY206" fmla="*/ 68562 h 381683"/>
                <a:gd name="connsiteX207" fmla="*/ 2018213 w 2915191"/>
                <a:gd name="connsiteY207" fmla="*/ 87514 h 381683"/>
                <a:gd name="connsiteX208" fmla="*/ 2027957 w 2915191"/>
                <a:gd name="connsiteY208" fmla="*/ 59594 h 381683"/>
                <a:gd name="connsiteX209" fmla="*/ 2037701 w 2915191"/>
                <a:gd name="connsiteY209" fmla="*/ 61265 h 381683"/>
                <a:gd name="connsiteX210" fmla="*/ 2047460 w 2915191"/>
                <a:gd name="connsiteY210" fmla="*/ 73109 h 381683"/>
                <a:gd name="connsiteX211" fmla="*/ 2057204 w 2915191"/>
                <a:gd name="connsiteY211" fmla="*/ 97928 h 381683"/>
                <a:gd name="connsiteX212" fmla="*/ 2066963 w 2915191"/>
                <a:gd name="connsiteY212" fmla="*/ 122015 h 381683"/>
                <a:gd name="connsiteX213" fmla="*/ 2076707 w 2915191"/>
                <a:gd name="connsiteY213" fmla="*/ 108821 h 381683"/>
                <a:gd name="connsiteX214" fmla="*/ 2086451 w 2915191"/>
                <a:gd name="connsiteY214" fmla="*/ 123812 h 381683"/>
                <a:gd name="connsiteX215" fmla="*/ 2096210 w 2915191"/>
                <a:gd name="connsiteY215" fmla="*/ 124514 h 381683"/>
                <a:gd name="connsiteX216" fmla="*/ 2105954 w 2915191"/>
                <a:gd name="connsiteY216" fmla="*/ 111249 h 381683"/>
                <a:gd name="connsiteX217" fmla="*/ 2115697 w 2915191"/>
                <a:gd name="connsiteY217" fmla="*/ 137909 h 381683"/>
                <a:gd name="connsiteX218" fmla="*/ 2125456 w 2915191"/>
                <a:gd name="connsiteY218" fmla="*/ 134068 h 381683"/>
                <a:gd name="connsiteX219" fmla="*/ 2135200 w 2915191"/>
                <a:gd name="connsiteY219" fmla="*/ 118128 h 381683"/>
                <a:gd name="connsiteX220" fmla="*/ 2144959 w 2915191"/>
                <a:gd name="connsiteY220" fmla="*/ 92846 h 381683"/>
                <a:gd name="connsiteX221" fmla="*/ 2154703 w 2915191"/>
                <a:gd name="connsiteY221" fmla="*/ 76271 h 381683"/>
                <a:gd name="connsiteX222" fmla="*/ 2164447 w 2915191"/>
                <a:gd name="connsiteY222" fmla="*/ 81712 h 381683"/>
                <a:gd name="connsiteX223" fmla="*/ 2174206 w 2915191"/>
                <a:gd name="connsiteY223" fmla="*/ 115144 h 381683"/>
                <a:gd name="connsiteX224" fmla="*/ 2183950 w 2915191"/>
                <a:gd name="connsiteY224" fmla="*/ 102436 h 381683"/>
                <a:gd name="connsiteX225" fmla="*/ 2193709 w 2915191"/>
                <a:gd name="connsiteY225" fmla="*/ 96322 h 381683"/>
                <a:gd name="connsiteX226" fmla="*/ 2203452 w 2915191"/>
                <a:gd name="connsiteY226" fmla="*/ 104147 h 381683"/>
                <a:gd name="connsiteX227" fmla="*/ 2213196 w 2915191"/>
                <a:gd name="connsiteY227" fmla="*/ 113086 h 381683"/>
                <a:gd name="connsiteX228" fmla="*/ 2222955 w 2915191"/>
                <a:gd name="connsiteY228" fmla="*/ 150003 h 381683"/>
                <a:gd name="connsiteX229" fmla="*/ 2232699 w 2915191"/>
                <a:gd name="connsiteY229" fmla="*/ 149318 h 381683"/>
                <a:gd name="connsiteX230" fmla="*/ 2242458 w 2915191"/>
                <a:gd name="connsiteY230" fmla="*/ 147230 h 381683"/>
                <a:gd name="connsiteX231" fmla="*/ 2252202 w 2915191"/>
                <a:gd name="connsiteY231" fmla="*/ 167976 h 381683"/>
                <a:gd name="connsiteX232" fmla="*/ 2261946 w 2915191"/>
                <a:gd name="connsiteY232" fmla="*/ 155033 h 381683"/>
                <a:gd name="connsiteX233" fmla="*/ 2271705 w 2915191"/>
                <a:gd name="connsiteY233" fmla="*/ 114816 h 381683"/>
                <a:gd name="connsiteX234" fmla="*/ 2281449 w 2915191"/>
                <a:gd name="connsiteY234" fmla="*/ 123137 h 381683"/>
                <a:gd name="connsiteX235" fmla="*/ 2291208 w 2915191"/>
                <a:gd name="connsiteY235" fmla="*/ 135116 h 381683"/>
                <a:gd name="connsiteX236" fmla="*/ 2300951 w 2915191"/>
                <a:gd name="connsiteY236" fmla="*/ 133419 h 381683"/>
                <a:gd name="connsiteX237" fmla="*/ 2310695 w 2915191"/>
                <a:gd name="connsiteY237" fmla="*/ 115609 h 381683"/>
                <a:gd name="connsiteX238" fmla="*/ 2320454 w 2915191"/>
                <a:gd name="connsiteY238" fmla="*/ 121202 h 381683"/>
                <a:gd name="connsiteX239" fmla="*/ 2330198 w 2915191"/>
                <a:gd name="connsiteY239" fmla="*/ 125786 h 381683"/>
                <a:gd name="connsiteX240" fmla="*/ 2339957 w 2915191"/>
                <a:gd name="connsiteY240" fmla="*/ 137827 h 381683"/>
                <a:gd name="connsiteX241" fmla="*/ 2349701 w 2915191"/>
                <a:gd name="connsiteY241" fmla="*/ 153678 h 381683"/>
                <a:gd name="connsiteX242" fmla="*/ 2359445 w 2915191"/>
                <a:gd name="connsiteY242" fmla="*/ 179437 h 381683"/>
                <a:gd name="connsiteX243" fmla="*/ 2369204 w 2915191"/>
                <a:gd name="connsiteY243" fmla="*/ 172211 h 381683"/>
                <a:gd name="connsiteX244" fmla="*/ 2378948 w 2915191"/>
                <a:gd name="connsiteY244" fmla="*/ 169963 h 381683"/>
                <a:gd name="connsiteX245" fmla="*/ 2388692 w 2915191"/>
                <a:gd name="connsiteY245" fmla="*/ 150466 h 381683"/>
                <a:gd name="connsiteX246" fmla="*/ 2398450 w 2915191"/>
                <a:gd name="connsiteY246" fmla="*/ 118043 h 381683"/>
                <a:gd name="connsiteX247" fmla="*/ 2408194 w 2915191"/>
                <a:gd name="connsiteY247" fmla="*/ 124950 h 381683"/>
                <a:gd name="connsiteX248" fmla="*/ 2417953 w 2915191"/>
                <a:gd name="connsiteY248" fmla="*/ 164206 h 381683"/>
                <a:gd name="connsiteX249" fmla="*/ 2427697 w 2915191"/>
                <a:gd name="connsiteY249" fmla="*/ 140047 h 381683"/>
                <a:gd name="connsiteX250" fmla="*/ 2437441 w 2915191"/>
                <a:gd name="connsiteY250" fmla="*/ 139130 h 381683"/>
                <a:gd name="connsiteX251" fmla="*/ 2447200 w 2915191"/>
                <a:gd name="connsiteY251" fmla="*/ 139907 h 381683"/>
                <a:gd name="connsiteX252" fmla="*/ 2456944 w 2915191"/>
                <a:gd name="connsiteY252" fmla="*/ 133008 h 381683"/>
                <a:gd name="connsiteX253" fmla="*/ 2466703 w 2915191"/>
                <a:gd name="connsiteY253" fmla="*/ 99130 h 381683"/>
                <a:gd name="connsiteX254" fmla="*/ 2476446 w 2915191"/>
                <a:gd name="connsiteY254" fmla="*/ 143087 h 381683"/>
                <a:gd name="connsiteX255" fmla="*/ 2486190 w 2915191"/>
                <a:gd name="connsiteY255" fmla="*/ 161709 h 381683"/>
                <a:gd name="connsiteX256" fmla="*/ 2495949 w 2915191"/>
                <a:gd name="connsiteY256" fmla="*/ 135502 h 381683"/>
                <a:gd name="connsiteX257" fmla="*/ 2505693 w 2915191"/>
                <a:gd name="connsiteY257" fmla="*/ 122628 h 381683"/>
                <a:gd name="connsiteX258" fmla="*/ 2515452 w 2915191"/>
                <a:gd name="connsiteY258" fmla="*/ 151505 h 381683"/>
                <a:gd name="connsiteX259" fmla="*/ 2525196 w 2915191"/>
                <a:gd name="connsiteY259" fmla="*/ 159303 h 381683"/>
                <a:gd name="connsiteX260" fmla="*/ 2534940 w 2915191"/>
                <a:gd name="connsiteY260" fmla="*/ 142451 h 381683"/>
                <a:gd name="connsiteX261" fmla="*/ 2544699 w 2915191"/>
                <a:gd name="connsiteY261" fmla="*/ 103700 h 381683"/>
                <a:gd name="connsiteX262" fmla="*/ 2554443 w 2915191"/>
                <a:gd name="connsiteY262" fmla="*/ 122312 h 381683"/>
                <a:gd name="connsiteX263" fmla="*/ 2564202 w 2915191"/>
                <a:gd name="connsiteY263" fmla="*/ 144791 h 381683"/>
                <a:gd name="connsiteX264" fmla="*/ 2573946 w 2915191"/>
                <a:gd name="connsiteY264" fmla="*/ 144484 h 381683"/>
                <a:gd name="connsiteX265" fmla="*/ 2583690 w 2915191"/>
                <a:gd name="connsiteY265" fmla="*/ 175562 h 381683"/>
                <a:gd name="connsiteX266" fmla="*/ 2593448 w 2915191"/>
                <a:gd name="connsiteY266" fmla="*/ 139255 h 381683"/>
                <a:gd name="connsiteX267" fmla="*/ 2603192 w 2915191"/>
                <a:gd name="connsiteY267" fmla="*/ 144523 h 381683"/>
                <a:gd name="connsiteX268" fmla="*/ 2612951 w 2915191"/>
                <a:gd name="connsiteY268" fmla="*/ 161709 h 381683"/>
                <a:gd name="connsiteX269" fmla="*/ 2622695 w 2915191"/>
                <a:gd name="connsiteY269" fmla="*/ 169327 h 381683"/>
                <a:gd name="connsiteX270" fmla="*/ 2632439 w 2915191"/>
                <a:gd name="connsiteY270" fmla="*/ 172028 h 381683"/>
                <a:gd name="connsiteX271" fmla="*/ 2642198 w 2915191"/>
                <a:gd name="connsiteY271" fmla="*/ 206731 h 381683"/>
                <a:gd name="connsiteX272" fmla="*/ 2651942 w 2915191"/>
                <a:gd name="connsiteY272" fmla="*/ 217752 h 381683"/>
                <a:gd name="connsiteX273" fmla="*/ 2661685 w 2915191"/>
                <a:gd name="connsiteY273" fmla="*/ 211798 h 381683"/>
                <a:gd name="connsiteX274" fmla="*/ 2671444 w 2915191"/>
                <a:gd name="connsiteY274" fmla="*/ 187486 h 381683"/>
                <a:gd name="connsiteX275" fmla="*/ 2681188 w 2915191"/>
                <a:gd name="connsiteY275" fmla="*/ 182586 h 381683"/>
                <a:gd name="connsiteX276" fmla="*/ 2690947 w 2915191"/>
                <a:gd name="connsiteY276" fmla="*/ 165631 h 381683"/>
                <a:gd name="connsiteX277" fmla="*/ 2700691 w 2915191"/>
                <a:gd name="connsiteY277" fmla="*/ 142035 h 381683"/>
                <a:gd name="connsiteX278" fmla="*/ 2710435 w 2915191"/>
                <a:gd name="connsiteY278" fmla="*/ 133590 h 381683"/>
                <a:gd name="connsiteX279" fmla="*/ 2720194 w 2915191"/>
                <a:gd name="connsiteY279" fmla="*/ 143447 h 381683"/>
                <a:gd name="connsiteX280" fmla="*/ 2729938 w 2915191"/>
                <a:gd name="connsiteY280" fmla="*/ 129795 h 381683"/>
                <a:gd name="connsiteX281" fmla="*/ 2739697 w 2915191"/>
                <a:gd name="connsiteY281" fmla="*/ 148525 h 381683"/>
                <a:gd name="connsiteX282" fmla="*/ 2749441 w 2915191"/>
                <a:gd name="connsiteY282" fmla="*/ 149116 h 381683"/>
                <a:gd name="connsiteX283" fmla="*/ 2759185 w 2915191"/>
                <a:gd name="connsiteY283" fmla="*/ 136433 h 381683"/>
                <a:gd name="connsiteX284" fmla="*/ 2768943 w 2915191"/>
                <a:gd name="connsiteY284" fmla="*/ 137944 h 381683"/>
                <a:gd name="connsiteX285" fmla="*/ 2778687 w 2915191"/>
                <a:gd name="connsiteY285" fmla="*/ 107676 h 381683"/>
                <a:gd name="connsiteX286" fmla="*/ 2788446 w 2915191"/>
                <a:gd name="connsiteY286" fmla="*/ 119935 h 381683"/>
                <a:gd name="connsiteX287" fmla="*/ 2798190 w 2915191"/>
                <a:gd name="connsiteY287" fmla="*/ 142716 h 381683"/>
                <a:gd name="connsiteX288" fmla="*/ 2807934 w 2915191"/>
                <a:gd name="connsiteY288" fmla="*/ 139904 h 381683"/>
                <a:gd name="connsiteX289" fmla="*/ 2817693 w 2915191"/>
                <a:gd name="connsiteY289" fmla="*/ 116257 h 381683"/>
                <a:gd name="connsiteX290" fmla="*/ 2827437 w 2915191"/>
                <a:gd name="connsiteY290" fmla="*/ 107317 h 381683"/>
                <a:gd name="connsiteX291" fmla="*/ 2837196 w 2915191"/>
                <a:gd name="connsiteY291" fmla="*/ 152424 h 381683"/>
                <a:gd name="connsiteX292" fmla="*/ 2846940 w 2915191"/>
                <a:gd name="connsiteY292" fmla="*/ 180732 h 381683"/>
                <a:gd name="connsiteX293" fmla="*/ 2856684 w 2915191"/>
                <a:gd name="connsiteY293" fmla="*/ 192513 h 381683"/>
                <a:gd name="connsiteX294" fmla="*/ 2866442 w 2915191"/>
                <a:gd name="connsiteY294" fmla="*/ 197797 h 381683"/>
                <a:gd name="connsiteX295" fmla="*/ 2876186 w 2915191"/>
                <a:gd name="connsiteY295" fmla="*/ 217083 h 381683"/>
                <a:gd name="connsiteX296" fmla="*/ 2885945 w 2915191"/>
                <a:gd name="connsiteY296" fmla="*/ 190299 h 381683"/>
                <a:gd name="connsiteX297" fmla="*/ 2895689 w 2915191"/>
                <a:gd name="connsiteY297" fmla="*/ 191869 h 381683"/>
                <a:gd name="connsiteX298" fmla="*/ 2905433 w 2915191"/>
                <a:gd name="connsiteY298" fmla="*/ 179406 h 381683"/>
                <a:gd name="connsiteX299" fmla="*/ 2915192 w 2915191"/>
                <a:gd name="connsiteY299" fmla="*/ 184238 h 381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81683">
                  <a:moveTo>
                    <a:pt x="0" y="77125"/>
                  </a:moveTo>
                  <a:lnTo>
                    <a:pt x="9750" y="73349"/>
                  </a:lnTo>
                  <a:lnTo>
                    <a:pt x="19500" y="98131"/>
                  </a:lnTo>
                  <a:lnTo>
                    <a:pt x="29250" y="145880"/>
                  </a:lnTo>
                  <a:lnTo>
                    <a:pt x="39000" y="141569"/>
                  </a:lnTo>
                  <a:lnTo>
                    <a:pt x="48749" y="164178"/>
                  </a:lnTo>
                  <a:lnTo>
                    <a:pt x="58499" y="164847"/>
                  </a:lnTo>
                  <a:lnTo>
                    <a:pt x="68249" y="177980"/>
                  </a:lnTo>
                  <a:lnTo>
                    <a:pt x="77998" y="161082"/>
                  </a:lnTo>
                  <a:lnTo>
                    <a:pt x="87748" y="160508"/>
                  </a:lnTo>
                  <a:lnTo>
                    <a:pt x="97497" y="172885"/>
                  </a:lnTo>
                  <a:lnTo>
                    <a:pt x="107247" y="144989"/>
                  </a:lnTo>
                  <a:lnTo>
                    <a:pt x="116997" y="192998"/>
                  </a:lnTo>
                  <a:lnTo>
                    <a:pt x="126747" y="160051"/>
                  </a:lnTo>
                  <a:lnTo>
                    <a:pt x="136497" y="175321"/>
                  </a:lnTo>
                  <a:lnTo>
                    <a:pt x="146247" y="199541"/>
                  </a:lnTo>
                  <a:lnTo>
                    <a:pt x="155997" y="229568"/>
                  </a:lnTo>
                  <a:lnTo>
                    <a:pt x="165747" y="235313"/>
                  </a:lnTo>
                  <a:lnTo>
                    <a:pt x="175497" y="218778"/>
                  </a:lnTo>
                  <a:lnTo>
                    <a:pt x="185247" y="208133"/>
                  </a:lnTo>
                  <a:lnTo>
                    <a:pt x="194996" y="238443"/>
                  </a:lnTo>
                  <a:lnTo>
                    <a:pt x="204746" y="194908"/>
                  </a:lnTo>
                  <a:lnTo>
                    <a:pt x="214495" y="198682"/>
                  </a:lnTo>
                  <a:lnTo>
                    <a:pt x="224245" y="191109"/>
                  </a:lnTo>
                  <a:lnTo>
                    <a:pt x="233995" y="177180"/>
                  </a:lnTo>
                  <a:lnTo>
                    <a:pt x="243744" y="195972"/>
                  </a:lnTo>
                  <a:lnTo>
                    <a:pt x="253494" y="177788"/>
                  </a:lnTo>
                  <a:lnTo>
                    <a:pt x="263244" y="201831"/>
                  </a:lnTo>
                  <a:lnTo>
                    <a:pt x="272994" y="211461"/>
                  </a:lnTo>
                  <a:lnTo>
                    <a:pt x="282744" y="192884"/>
                  </a:lnTo>
                  <a:lnTo>
                    <a:pt x="292494" y="208569"/>
                  </a:lnTo>
                  <a:lnTo>
                    <a:pt x="302244" y="203599"/>
                  </a:lnTo>
                  <a:lnTo>
                    <a:pt x="311994" y="199116"/>
                  </a:lnTo>
                  <a:lnTo>
                    <a:pt x="321744" y="199061"/>
                  </a:lnTo>
                  <a:lnTo>
                    <a:pt x="331493" y="205402"/>
                  </a:lnTo>
                  <a:lnTo>
                    <a:pt x="341243" y="188417"/>
                  </a:lnTo>
                  <a:lnTo>
                    <a:pt x="350993" y="161825"/>
                  </a:lnTo>
                  <a:lnTo>
                    <a:pt x="360742" y="187811"/>
                  </a:lnTo>
                  <a:lnTo>
                    <a:pt x="370492" y="222425"/>
                  </a:lnTo>
                  <a:lnTo>
                    <a:pt x="380241" y="224744"/>
                  </a:lnTo>
                  <a:lnTo>
                    <a:pt x="389991" y="251094"/>
                  </a:lnTo>
                  <a:lnTo>
                    <a:pt x="399741" y="278084"/>
                  </a:lnTo>
                  <a:lnTo>
                    <a:pt x="409491" y="261398"/>
                  </a:lnTo>
                  <a:lnTo>
                    <a:pt x="419241" y="268104"/>
                  </a:lnTo>
                  <a:lnTo>
                    <a:pt x="428991" y="249451"/>
                  </a:lnTo>
                  <a:lnTo>
                    <a:pt x="438741" y="206263"/>
                  </a:lnTo>
                  <a:lnTo>
                    <a:pt x="448491" y="259893"/>
                  </a:lnTo>
                  <a:lnTo>
                    <a:pt x="458241" y="285241"/>
                  </a:lnTo>
                  <a:lnTo>
                    <a:pt x="467991" y="278630"/>
                  </a:lnTo>
                  <a:lnTo>
                    <a:pt x="477740" y="303754"/>
                  </a:lnTo>
                  <a:lnTo>
                    <a:pt x="487490" y="339068"/>
                  </a:lnTo>
                  <a:lnTo>
                    <a:pt x="497239" y="342009"/>
                  </a:lnTo>
                  <a:lnTo>
                    <a:pt x="506989" y="336485"/>
                  </a:lnTo>
                  <a:lnTo>
                    <a:pt x="516738" y="360688"/>
                  </a:lnTo>
                  <a:lnTo>
                    <a:pt x="526488" y="365402"/>
                  </a:lnTo>
                  <a:lnTo>
                    <a:pt x="536238" y="381684"/>
                  </a:lnTo>
                  <a:lnTo>
                    <a:pt x="545988" y="362562"/>
                  </a:lnTo>
                  <a:lnTo>
                    <a:pt x="555738" y="365137"/>
                  </a:lnTo>
                  <a:lnTo>
                    <a:pt x="565488" y="353834"/>
                  </a:lnTo>
                  <a:lnTo>
                    <a:pt x="575238" y="355061"/>
                  </a:lnTo>
                  <a:lnTo>
                    <a:pt x="584988" y="342203"/>
                  </a:lnTo>
                  <a:lnTo>
                    <a:pt x="594738" y="332839"/>
                  </a:lnTo>
                  <a:lnTo>
                    <a:pt x="604488" y="324963"/>
                  </a:lnTo>
                  <a:lnTo>
                    <a:pt x="614237" y="326115"/>
                  </a:lnTo>
                  <a:lnTo>
                    <a:pt x="623987" y="315221"/>
                  </a:lnTo>
                  <a:lnTo>
                    <a:pt x="633736" y="296765"/>
                  </a:lnTo>
                  <a:lnTo>
                    <a:pt x="643486" y="260716"/>
                  </a:lnTo>
                  <a:lnTo>
                    <a:pt x="653236" y="282851"/>
                  </a:lnTo>
                  <a:lnTo>
                    <a:pt x="662985" y="303255"/>
                  </a:lnTo>
                  <a:lnTo>
                    <a:pt x="672735" y="286095"/>
                  </a:lnTo>
                  <a:lnTo>
                    <a:pt x="682485" y="290052"/>
                  </a:lnTo>
                  <a:lnTo>
                    <a:pt x="692235" y="273171"/>
                  </a:lnTo>
                  <a:lnTo>
                    <a:pt x="701985" y="259233"/>
                  </a:lnTo>
                  <a:lnTo>
                    <a:pt x="711735" y="239585"/>
                  </a:lnTo>
                  <a:lnTo>
                    <a:pt x="721485" y="245027"/>
                  </a:lnTo>
                  <a:lnTo>
                    <a:pt x="731235" y="223923"/>
                  </a:lnTo>
                  <a:lnTo>
                    <a:pt x="740985" y="239920"/>
                  </a:lnTo>
                  <a:lnTo>
                    <a:pt x="750734" y="204819"/>
                  </a:lnTo>
                  <a:lnTo>
                    <a:pt x="760484" y="164553"/>
                  </a:lnTo>
                  <a:lnTo>
                    <a:pt x="770233" y="181776"/>
                  </a:lnTo>
                  <a:lnTo>
                    <a:pt x="779983" y="161615"/>
                  </a:lnTo>
                  <a:lnTo>
                    <a:pt x="789733" y="139876"/>
                  </a:lnTo>
                  <a:lnTo>
                    <a:pt x="799482" y="177003"/>
                  </a:lnTo>
                  <a:lnTo>
                    <a:pt x="809232" y="167213"/>
                  </a:lnTo>
                  <a:lnTo>
                    <a:pt x="818982" y="165382"/>
                  </a:lnTo>
                  <a:lnTo>
                    <a:pt x="828732" y="165297"/>
                  </a:lnTo>
                  <a:lnTo>
                    <a:pt x="838482" y="195802"/>
                  </a:lnTo>
                  <a:lnTo>
                    <a:pt x="848232" y="153260"/>
                  </a:lnTo>
                  <a:lnTo>
                    <a:pt x="857982" y="165298"/>
                  </a:lnTo>
                  <a:lnTo>
                    <a:pt x="867732" y="184572"/>
                  </a:lnTo>
                  <a:lnTo>
                    <a:pt x="877482" y="168262"/>
                  </a:lnTo>
                  <a:lnTo>
                    <a:pt x="887231" y="146412"/>
                  </a:lnTo>
                  <a:lnTo>
                    <a:pt x="896981" y="121083"/>
                  </a:lnTo>
                  <a:lnTo>
                    <a:pt x="906730" y="113746"/>
                  </a:lnTo>
                  <a:lnTo>
                    <a:pt x="916480" y="113049"/>
                  </a:lnTo>
                  <a:lnTo>
                    <a:pt x="926230" y="75900"/>
                  </a:lnTo>
                  <a:lnTo>
                    <a:pt x="935979" y="41291"/>
                  </a:lnTo>
                  <a:lnTo>
                    <a:pt x="945729" y="41038"/>
                  </a:lnTo>
                  <a:lnTo>
                    <a:pt x="955479" y="30540"/>
                  </a:lnTo>
                  <a:lnTo>
                    <a:pt x="965229" y="15821"/>
                  </a:lnTo>
                  <a:lnTo>
                    <a:pt x="974979" y="22490"/>
                  </a:lnTo>
                  <a:lnTo>
                    <a:pt x="984729" y="15233"/>
                  </a:lnTo>
                  <a:lnTo>
                    <a:pt x="994474" y="6782"/>
                  </a:lnTo>
                  <a:lnTo>
                    <a:pt x="1004233" y="48258"/>
                  </a:lnTo>
                  <a:lnTo>
                    <a:pt x="1013977" y="69155"/>
                  </a:lnTo>
                  <a:lnTo>
                    <a:pt x="1023721" y="27402"/>
                  </a:lnTo>
                  <a:lnTo>
                    <a:pt x="1033480" y="53601"/>
                  </a:lnTo>
                  <a:lnTo>
                    <a:pt x="1043224" y="82038"/>
                  </a:lnTo>
                  <a:lnTo>
                    <a:pt x="1052983" y="93537"/>
                  </a:lnTo>
                  <a:lnTo>
                    <a:pt x="1062727" y="130333"/>
                  </a:lnTo>
                  <a:lnTo>
                    <a:pt x="1072471" y="146801"/>
                  </a:lnTo>
                  <a:lnTo>
                    <a:pt x="1082230" y="157169"/>
                  </a:lnTo>
                  <a:lnTo>
                    <a:pt x="1091973" y="125500"/>
                  </a:lnTo>
                  <a:lnTo>
                    <a:pt x="1101732" y="100155"/>
                  </a:lnTo>
                  <a:lnTo>
                    <a:pt x="1111476" y="99926"/>
                  </a:lnTo>
                  <a:lnTo>
                    <a:pt x="1121220" y="103400"/>
                  </a:lnTo>
                  <a:lnTo>
                    <a:pt x="1130979" y="97518"/>
                  </a:lnTo>
                  <a:lnTo>
                    <a:pt x="1140723" y="101875"/>
                  </a:lnTo>
                  <a:lnTo>
                    <a:pt x="1150482" y="123529"/>
                  </a:lnTo>
                  <a:lnTo>
                    <a:pt x="1160226" y="119888"/>
                  </a:lnTo>
                  <a:lnTo>
                    <a:pt x="1169969" y="153570"/>
                  </a:lnTo>
                  <a:lnTo>
                    <a:pt x="1179728" y="158376"/>
                  </a:lnTo>
                  <a:lnTo>
                    <a:pt x="1189472" y="165708"/>
                  </a:lnTo>
                  <a:lnTo>
                    <a:pt x="1199231" y="194485"/>
                  </a:lnTo>
                  <a:lnTo>
                    <a:pt x="1208975" y="194567"/>
                  </a:lnTo>
                  <a:lnTo>
                    <a:pt x="1218719" y="234830"/>
                  </a:lnTo>
                  <a:lnTo>
                    <a:pt x="1228478" y="180597"/>
                  </a:lnTo>
                  <a:lnTo>
                    <a:pt x="1238222" y="161348"/>
                  </a:lnTo>
                  <a:lnTo>
                    <a:pt x="1247966" y="183213"/>
                  </a:lnTo>
                  <a:lnTo>
                    <a:pt x="1257725" y="178527"/>
                  </a:lnTo>
                  <a:lnTo>
                    <a:pt x="1267469" y="186292"/>
                  </a:lnTo>
                  <a:lnTo>
                    <a:pt x="1277227" y="193572"/>
                  </a:lnTo>
                  <a:lnTo>
                    <a:pt x="1286971" y="167324"/>
                  </a:lnTo>
                  <a:lnTo>
                    <a:pt x="1296715" y="193685"/>
                  </a:lnTo>
                  <a:lnTo>
                    <a:pt x="1306474" y="180871"/>
                  </a:lnTo>
                  <a:lnTo>
                    <a:pt x="1316218" y="144672"/>
                  </a:lnTo>
                  <a:lnTo>
                    <a:pt x="1325977" y="154704"/>
                  </a:lnTo>
                  <a:lnTo>
                    <a:pt x="1335721" y="147860"/>
                  </a:lnTo>
                  <a:lnTo>
                    <a:pt x="1345465" y="140696"/>
                  </a:lnTo>
                  <a:lnTo>
                    <a:pt x="1355224" y="121145"/>
                  </a:lnTo>
                  <a:lnTo>
                    <a:pt x="1364967" y="106061"/>
                  </a:lnTo>
                  <a:lnTo>
                    <a:pt x="1374726" y="135593"/>
                  </a:lnTo>
                  <a:lnTo>
                    <a:pt x="1384470" y="167104"/>
                  </a:lnTo>
                  <a:lnTo>
                    <a:pt x="1394214" y="160757"/>
                  </a:lnTo>
                  <a:lnTo>
                    <a:pt x="1403973" y="152732"/>
                  </a:lnTo>
                  <a:lnTo>
                    <a:pt x="1413717" y="132400"/>
                  </a:lnTo>
                  <a:lnTo>
                    <a:pt x="1423476" y="99443"/>
                  </a:lnTo>
                  <a:lnTo>
                    <a:pt x="1433220" y="85502"/>
                  </a:lnTo>
                  <a:lnTo>
                    <a:pt x="1442964" y="79969"/>
                  </a:lnTo>
                  <a:lnTo>
                    <a:pt x="1452722" y="100757"/>
                  </a:lnTo>
                  <a:lnTo>
                    <a:pt x="1462466" y="97955"/>
                  </a:lnTo>
                  <a:lnTo>
                    <a:pt x="1472225" y="133896"/>
                  </a:lnTo>
                  <a:lnTo>
                    <a:pt x="1481969" y="134946"/>
                  </a:lnTo>
                  <a:lnTo>
                    <a:pt x="1491713" y="92941"/>
                  </a:lnTo>
                  <a:lnTo>
                    <a:pt x="1501472" y="82326"/>
                  </a:lnTo>
                  <a:lnTo>
                    <a:pt x="1511216" y="73322"/>
                  </a:lnTo>
                  <a:lnTo>
                    <a:pt x="1520960" y="50412"/>
                  </a:lnTo>
                  <a:lnTo>
                    <a:pt x="1530719" y="29856"/>
                  </a:lnTo>
                  <a:lnTo>
                    <a:pt x="1540463" y="0"/>
                  </a:lnTo>
                  <a:lnTo>
                    <a:pt x="1550221" y="16182"/>
                  </a:lnTo>
                  <a:lnTo>
                    <a:pt x="1559965" y="16830"/>
                  </a:lnTo>
                  <a:lnTo>
                    <a:pt x="1569709" y="28266"/>
                  </a:lnTo>
                  <a:lnTo>
                    <a:pt x="1579468" y="17021"/>
                  </a:lnTo>
                  <a:lnTo>
                    <a:pt x="1589212" y="14644"/>
                  </a:lnTo>
                  <a:lnTo>
                    <a:pt x="1598971" y="1225"/>
                  </a:lnTo>
                  <a:lnTo>
                    <a:pt x="1608715" y="18896"/>
                  </a:lnTo>
                  <a:lnTo>
                    <a:pt x="1618459" y="9257"/>
                  </a:lnTo>
                  <a:lnTo>
                    <a:pt x="1628218" y="40536"/>
                  </a:lnTo>
                  <a:lnTo>
                    <a:pt x="1637962" y="53775"/>
                  </a:lnTo>
                  <a:lnTo>
                    <a:pt x="1647720" y="65481"/>
                  </a:lnTo>
                  <a:lnTo>
                    <a:pt x="1657464" y="110966"/>
                  </a:lnTo>
                  <a:lnTo>
                    <a:pt x="1667208" y="139145"/>
                  </a:lnTo>
                  <a:lnTo>
                    <a:pt x="1676967" y="125210"/>
                  </a:lnTo>
                  <a:lnTo>
                    <a:pt x="1686711" y="141460"/>
                  </a:lnTo>
                  <a:lnTo>
                    <a:pt x="1696470" y="160907"/>
                  </a:lnTo>
                  <a:lnTo>
                    <a:pt x="1706214" y="105534"/>
                  </a:lnTo>
                  <a:lnTo>
                    <a:pt x="1715958" y="120037"/>
                  </a:lnTo>
                  <a:lnTo>
                    <a:pt x="1725716" y="120440"/>
                  </a:lnTo>
                  <a:lnTo>
                    <a:pt x="1735460" y="153707"/>
                  </a:lnTo>
                  <a:lnTo>
                    <a:pt x="1745219" y="194386"/>
                  </a:lnTo>
                  <a:lnTo>
                    <a:pt x="1754963" y="158102"/>
                  </a:lnTo>
                  <a:lnTo>
                    <a:pt x="1764707" y="145852"/>
                  </a:lnTo>
                  <a:lnTo>
                    <a:pt x="1774466" y="155387"/>
                  </a:lnTo>
                  <a:lnTo>
                    <a:pt x="1784210" y="150301"/>
                  </a:lnTo>
                  <a:lnTo>
                    <a:pt x="1793969" y="152360"/>
                  </a:lnTo>
                  <a:lnTo>
                    <a:pt x="1803713" y="136616"/>
                  </a:lnTo>
                  <a:lnTo>
                    <a:pt x="1813457" y="119807"/>
                  </a:lnTo>
                  <a:lnTo>
                    <a:pt x="1823215" y="105854"/>
                  </a:lnTo>
                  <a:lnTo>
                    <a:pt x="1832959" y="117995"/>
                  </a:lnTo>
                  <a:lnTo>
                    <a:pt x="1842703" y="88452"/>
                  </a:lnTo>
                  <a:lnTo>
                    <a:pt x="1852462" y="63532"/>
                  </a:lnTo>
                  <a:lnTo>
                    <a:pt x="1862206" y="75857"/>
                  </a:lnTo>
                  <a:lnTo>
                    <a:pt x="1871965" y="90325"/>
                  </a:lnTo>
                  <a:lnTo>
                    <a:pt x="1881709" y="61421"/>
                  </a:lnTo>
                  <a:lnTo>
                    <a:pt x="1891453" y="39835"/>
                  </a:lnTo>
                  <a:lnTo>
                    <a:pt x="1901212" y="59040"/>
                  </a:lnTo>
                  <a:lnTo>
                    <a:pt x="1910956" y="74033"/>
                  </a:lnTo>
                  <a:lnTo>
                    <a:pt x="1920714" y="97684"/>
                  </a:lnTo>
                  <a:lnTo>
                    <a:pt x="1930458" y="86922"/>
                  </a:lnTo>
                  <a:lnTo>
                    <a:pt x="1940202" y="96966"/>
                  </a:lnTo>
                  <a:lnTo>
                    <a:pt x="1949961" y="103639"/>
                  </a:lnTo>
                  <a:lnTo>
                    <a:pt x="1959705" y="102824"/>
                  </a:lnTo>
                  <a:lnTo>
                    <a:pt x="1969464" y="117422"/>
                  </a:lnTo>
                  <a:lnTo>
                    <a:pt x="1979208" y="115686"/>
                  </a:lnTo>
                  <a:lnTo>
                    <a:pt x="1988952" y="115790"/>
                  </a:lnTo>
                  <a:lnTo>
                    <a:pt x="1998711" y="110772"/>
                  </a:lnTo>
                  <a:lnTo>
                    <a:pt x="2008454" y="68562"/>
                  </a:lnTo>
                  <a:lnTo>
                    <a:pt x="2018213" y="87514"/>
                  </a:lnTo>
                  <a:lnTo>
                    <a:pt x="2027957" y="59594"/>
                  </a:lnTo>
                  <a:lnTo>
                    <a:pt x="2037701" y="61265"/>
                  </a:lnTo>
                  <a:lnTo>
                    <a:pt x="2047460" y="73109"/>
                  </a:lnTo>
                  <a:lnTo>
                    <a:pt x="2057204" y="97928"/>
                  </a:lnTo>
                  <a:lnTo>
                    <a:pt x="2066963" y="122015"/>
                  </a:lnTo>
                  <a:lnTo>
                    <a:pt x="2076707" y="108821"/>
                  </a:lnTo>
                  <a:lnTo>
                    <a:pt x="2086451" y="123812"/>
                  </a:lnTo>
                  <a:lnTo>
                    <a:pt x="2096210" y="124514"/>
                  </a:lnTo>
                  <a:lnTo>
                    <a:pt x="2105954" y="111249"/>
                  </a:lnTo>
                  <a:lnTo>
                    <a:pt x="2115697" y="137909"/>
                  </a:lnTo>
                  <a:lnTo>
                    <a:pt x="2125456" y="134068"/>
                  </a:lnTo>
                  <a:lnTo>
                    <a:pt x="2135200" y="118128"/>
                  </a:lnTo>
                  <a:lnTo>
                    <a:pt x="2144959" y="92846"/>
                  </a:lnTo>
                  <a:lnTo>
                    <a:pt x="2154703" y="76271"/>
                  </a:lnTo>
                  <a:lnTo>
                    <a:pt x="2164447" y="81712"/>
                  </a:lnTo>
                  <a:lnTo>
                    <a:pt x="2174206" y="115144"/>
                  </a:lnTo>
                  <a:lnTo>
                    <a:pt x="2183950" y="102436"/>
                  </a:lnTo>
                  <a:lnTo>
                    <a:pt x="2193709" y="96322"/>
                  </a:lnTo>
                  <a:lnTo>
                    <a:pt x="2203452" y="104147"/>
                  </a:lnTo>
                  <a:lnTo>
                    <a:pt x="2213196" y="113086"/>
                  </a:lnTo>
                  <a:lnTo>
                    <a:pt x="2222955" y="150003"/>
                  </a:lnTo>
                  <a:lnTo>
                    <a:pt x="2232699" y="149318"/>
                  </a:lnTo>
                  <a:lnTo>
                    <a:pt x="2242458" y="147230"/>
                  </a:lnTo>
                  <a:lnTo>
                    <a:pt x="2252202" y="167976"/>
                  </a:lnTo>
                  <a:lnTo>
                    <a:pt x="2261946" y="155033"/>
                  </a:lnTo>
                  <a:lnTo>
                    <a:pt x="2271705" y="114816"/>
                  </a:lnTo>
                  <a:lnTo>
                    <a:pt x="2281449" y="123137"/>
                  </a:lnTo>
                  <a:lnTo>
                    <a:pt x="2291208" y="135116"/>
                  </a:lnTo>
                  <a:lnTo>
                    <a:pt x="2300951" y="133419"/>
                  </a:lnTo>
                  <a:lnTo>
                    <a:pt x="2310695" y="115609"/>
                  </a:lnTo>
                  <a:lnTo>
                    <a:pt x="2320454" y="121202"/>
                  </a:lnTo>
                  <a:lnTo>
                    <a:pt x="2330198" y="125786"/>
                  </a:lnTo>
                  <a:lnTo>
                    <a:pt x="2339957" y="137827"/>
                  </a:lnTo>
                  <a:lnTo>
                    <a:pt x="2349701" y="153678"/>
                  </a:lnTo>
                  <a:lnTo>
                    <a:pt x="2359445" y="179437"/>
                  </a:lnTo>
                  <a:lnTo>
                    <a:pt x="2369204" y="172211"/>
                  </a:lnTo>
                  <a:lnTo>
                    <a:pt x="2378948" y="169963"/>
                  </a:lnTo>
                  <a:lnTo>
                    <a:pt x="2388692" y="150466"/>
                  </a:lnTo>
                  <a:lnTo>
                    <a:pt x="2398450" y="118043"/>
                  </a:lnTo>
                  <a:lnTo>
                    <a:pt x="2408194" y="124950"/>
                  </a:lnTo>
                  <a:lnTo>
                    <a:pt x="2417953" y="164206"/>
                  </a:lnTo>
                  <a:lnTo>
                    <a:pt x="2427697" y="140047"/>
                  </a:lnTo>
                  <a:lnTo>
                    <a:pt x="2437441" y="139130"/>
                  </a:lnTo>
                  <a:lnTo>
                    <a:pt x="2447200" y="139907"/>
                  </a:lnTo>
                  <a:lnTo>
                    <a:pt x="2456944" y="133008"/>
                  </a:lnTo>
                  <a:lnTo>
                    <a:pt x="2466703" y="99130"/>
                  </a:lnTo>
                  <a:lnTo>
                    <a:pt x="2476446" y="143087"/>
                  </a:lnTo>
                  <a:lnTo>
                    <a:pt x="2486190" y="161709"/>
                  </a:lnTo>
                  <a:lnTo>
                    <a:pt x="2495949" y="135502"/>
                  </a:lnTo>
                  <a:lnTo>
                    <a:pt x="2505693" y="122628"/>
                  </a:lnTo>
                  <a:lnTo>
                    <a:pt x="2515452" y="151505"/>
                  </a:lnTo>
                  <a:lnTo>
                    <a:pt x="2525196" y="159303"/>
                  </a:lnTo>
                  <a:lnTo>
                    <a:pt x="2534940" y="142451"/>
                  </a:lnTo>
                  <a:lnTo>
                    <a:pt x="2544699" y="103700"/>
                  </a:lnTo>
                  <a:lnTo>
                    <a:pt x="2554443" y="122312"/>
                  </a:lnTo>
                  <a:lnTo>
                    <a:pt x="2564202" y="144791"/>
                  </a:lnTo>
                  <a:lnTo>
                    <a:pt x="2573946" y="144484"/>
                  </a:lnTo>
                  <a:lnTo>
                    <a:pt x="2583690" y="175562"/>
                  </a:lnTo>
                  <a:lnTo>
                    <a:pt x="2593448" y="139255"/>
                  </a:lnTo>
                  <a:lnTo>
                    <a:pt x="2603192" y="144523"/>
                  </a:lnTo>
                  <a:lnTo>
                    <a:pt x="2612951" y="161709"/>
                  </a:lnTo>
                  <a:lnTo>
                    <a:pt x="2622695" y="169327"/>
                  </a:lnTo>
                  <a:lnTo>
                    <a:pt x="2632439" y="172028"/>
                  </a:lnTo>
                  <a:lnTo>
                    <a:pt x="2642198" y="206731"/>
                  </a:lnTo>
                  <a:lnTo>
                    <a:pt x="2651942" y="217752"/>
                  </a:lnTo>
                  <a:lnTo>
                    <a:pt x="2661685" y="211798"/>
                  </a:lnTo>
                  <a:lnTo>
                    <a:pt x="2671444" y="187486"/>
                  </a:lnTo>
                  <a:lnTo>
                    <a:pt x="2681188" y="182586"/>
                  </a:lnTo>
                  <a:lnTo>
                    <a:pt x="2690947" y="165631"/>
                  </a:lnTo>
                  <a:lnTo>
                    <a:pt x="2700691" y="142035"/>
                  </a:lnTo>
                  <a:lnTo>
                    <a:pt x="2710435" y="133590"/>
                  </a:lnTo>
                  <a:lnTo>
                    <a:pt x="2720194" y="143447"/>
                  </a:lnTo>
                  <a:lnTo>
                    <a:pt x="2729938" y="129795"/>
                  </a:lnTo>
                  <a:lnTo>
                    <a:pt x="2739697" y="148525"/>
                  </a:lnTo>
                  <a:lnTo>
                    <a:pt x="2749441" y="149116"/>
                  </a:lnTo>
                  <a:lnTo>
                    <a:pt x="2759185" y="136433"/>
                  </a:lnTo>
                  <a:lnTo>
                    <a:pt x="2768943" y="137944"/>
                  </a:lnTo>
                  <a:lnTo>
                    <a:pt x="2778687" y="107676"/>
                  </a:lnTo>
                  <a:lnTo>
                    <a:pt x="2788446" y="119935"/>
                  </a:lnTo>
                  <a:lnTo>
                    <a:pt x="2798190" y="142716"/>
                  </a:lnTo>
                  <a:lnTo>
                    <a:pt x="2807934" y="139904"/>
                  </a:lnTo>
                  <a:lnTo>
                    <a:pt x="2817693" y="116257"/>
                  </a:lnTo>
                  <a:lnTo>
                    <a:pt x="2827437" y="107317"/>
                  </a:lnTo>
                  <a:lnTo>
                    <a:pt x="2837196" y="152424"/>
                  </a:lnTo>
                  <a:lnTo>
                    <a:pt x="2846940" y="180732"/>
                  </a:lnTo>
                  <a:lnTo>
                    <a:pt x="2856684" y="192513"/>
                  </a:lnTo>
                  <a:lnTo>
                    <a:pt x="2866442" y="197797"/>
                  </a:lnTo>
                  <a:lnTo>
                    <a:pt x="2876186" y="217083"/>
                  </a:lnTo>
                  <a:lnTo>
                    <a:pt x="2885945" y="190299"/>
                  </a:lnTo>
                  <a:lnTo>
                    <a:pt x="2895689" y="191869"/>
                  </a:lnTo>
                  <a:lnTo>
                    <a:pt x="2905433" y="179406"/>
                  </a:lnTo>
                  <a:lnTo>
                    <a:pt x="2915192" y="18423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0" name="Freeform 959">
              <a:extLst>
                <a:ext uri="{FF2B5EF4-FFF2-40B4-BE49-F238E27FC236}">
                  <a16:creationId xmlns:a16="http://schemas.microsoft.com/office/drawing/2014/main" id="{9DC5C383-C9C7-A300-7BD3-A450FF5BC068}"/>
                </a:ext>
              </a:extLst>
            </p:cNvPr>
            <p:cNvSpPr/>
            <p:nvPr/>
          </p:nvSpPr>
          <p:spPr>
            <a:xfrm>
              <a:off x="4426652" y="3367822"/>
              <a:ext cx="2915191" cy="525540"/>
            </a:xfrm>
            <a:custGeom>
              <a:avLst/>
              <a:gdLst>
                <a:gd name="connsiteX0" fmla="*/ 0 w 2915191"/>
                <a:gd name="connsiteY0" fmla="*/ 75101 h 525540"/>
                <a:gd name="connsiteX1" fmla="*/ 9750 w 2915191"/>
                <a:gd name="connsiteY1" fmla="*/ 87959 h 525540"/>
                <a:gd name="connsiteX2" fmla="*/ 19500 w 2915191"/>
                <a:gd name="connsiteY2" fmla="*/ 107371 h 525540"/>
                <a:gd name="connsiteX3" fmla="*/ 29250 w 2915191"/>
                <a:gd name="connsiteY3" fmla="*/ 122331 h 525540"/>
                <a:gd name="connsiteX4" fmla="*/ 39000 w 2915191"/>
                <a:gd name="connsiteY4" fmla="*/ 126997 h 525540"/>
                <a:gd name="connsiteX5" fmla="*/ 48749 w 2915191"/>
                <a:gd name="connsiteY5" fmla="*/ 123960 h 525540"/>
                <a:gd name="connsiteX6" fmla="*/ 58499 w 2915191"/>
                <a:gd name="connsiteY6" fmla="*/ 126349 h 525540"/>
                <a:gd name="connsiteX7" fmla="*/ 68249 w 2915191"/>
                <a:gd name="connsiteY7" fmla="*/ 146800 h 525540"/>
                <a:gd name="connsiteX8" fmla="*/ 77998 w 2915191"/>
                <a:gd name="connsiteY8" fmla="*/ 143744 h 525540"/>
                <a:gd name="connsiteX9" fmla="*/ 87748 w 2915191"/>
                <a:gd name="connsiteY9" fmla="*/ 118548 h 525540"/>
                <a:gd name="connsiteX10" fmla="*/ 97497 w 2915191"/>
                <a:gd name="connsiteY10" fmla="*/ 141245 h 525540"/>
                <a:gd name="connsiteX11" fmla="*/ 107247 w 2915191"/>
                <a:gd name="connsiteY11" fmla="*/ 167637 h 525540"/>
                <a:gd name="connsiteX12" fmla="*/ 116997 w 2915191"/>
                <a:gd name="connsiteY12" fmla="*/ 166052 h 525540"/>
                <a:gd name="connsiteX13" fmla="*/ 126747 w 2915191"/>
                <a:gd name="connsiteY13" fmla="*/ 186483 h 525540"/>
                <a:gd name="connsiteX14" fmla="*/ 136497 w 2915191"/>
                <a:gd name="connsiteY14" fmla="*/ 168314 h 525540"/>
                <a:gd name="connsiteX15" fmla="*/ 146247 w 2915191"/>
                <a:gd name="connsiteY15" fmla="*/ 202488 h 525540"/>
                <a:gd name="connsiteX16" fmla="*/ 155997 w 2915191"/>
                <a:gd name="connsiteY16" fmla="*/ 203937 h 525540"/>
                <a:gd name="connsiteX17" fmla="*/ 165747 w 2915191"/>
                <a:gd name="connsiteY17" fmla="*/ 225502 h 525540"/>
                <a:gd name="connsiteX18" fmla="*/ 175497 w 2915191"/>
                <a:gd name="connsiteY18" fmla="*/ 225158 h 525540"/>
                <a:gd name="connsiteX19" fmla="*/ 185247 w 2915191"/>
                <a:gd name="connsiteY19" fmla="*/ 238941 h 525540"/>
                <a:gd name="connsiteX20" fmla="*/ 194996 w 2915191"/>
                <a:gd name="connsiteY20" fmla="*/ 262918 h 525540"/>
                <a:gd name="connsiteX21" fmla="*/ 204746 w 2915191"/>
                <a:gd name="connsiteY21" fmla="*/ 254349 h 525540"/>
                <a:gd name="connsiteX22" fmla="*/ 214495 w 2915191"/>
                <a:gd name="connsiteY22" fmla="*/ 243944 h 525540"/>
                <a:gd name="connsiteX23" fmla="*/ 224245 w 2915191"/>
                <a:gd name="connsiteY23" fmla="*/ 246064 h 525540"/>
                <a:gd name="connsiteX24" fmla="*/ 233995 w 2915191"/>
                <a:gd name="connsiteY24" fmla="*/ 266902 h 525540"/>
                <a:gd name="connsiteX25" fmla="*/ 243744 w 2915191"/>
                <a:gd name="connsiteY25" fmla="*/ 276418 h 525540"/>
                <a:gd name="connsiteX26" fmla="*/ 253494 w 2915191"/>
                <a:gd name="connsiteY26" fmla="*/ 258339 h 525540"/>
                <a:gd name="connsiteX27" fmla="*/ 263244 w 2915191"/>
                <a:gd name="connsiteY27" fmla="*/ 276401 h 525540"/>
                <a:gd name="connsiteX28" fmla="*/ 272994 w 2915191"/>
                <a:gd name="connsiteY28" fmla="*/ 283903 h 525540"/>
                <a:gd name="connsiteX29" fmla="*/ 282744 w 2915191"/>
                <a:gd name="connsiteY29" fmla="*/ 282258 h 525540"/>
                <a:gd name="connsiteX30" fmla="*/ 292494 w 2915191"/>
                <a:gd name="connsiteY30" fmla="*/ 254810 h 525540"/>
                <a:gd name="connsiteX31" fmla="*/ 302244 w 2915191"/>
                <a:gd name="connsiteY31" fmla="*/ 239456 h 525540"/>
                <a:gd name="connsiteX32" fmla="*/ 311994 w 2915191"/>
                <a:gd name="connsiteY32" fmla="*/ 253402 h 525540"/>
                <a:gd name="connsiteX33" fmla="*/ 321744 w 2915191"/>
                <a:gd name="connsiteY33" fmla="*/ 263526 h 525540"/>
                <a:gd name="connsiteX34" fmla="*/ 331493 w 2915191"/>
                <a:gd name="connsiteY34" fmla="*/ 249473 h 525540"/>
                <a:gd name="connsiteX35" fmla="*/ 341243 w 2915191"/>
                <a:gd name="connsiteY35" fmla="*/ 297750 h 525540"/>
                <a:gd name="connsiteX36" fmla="*/ 350993 w 2915191"/>
                <a:gd name="connsiteY36" fmla="*/ 288076 h 525540"/>
                <a:gd name="connsiteX37" fmla="*/ 360742 w 2915191"/>
                <a:gd name="connsiteY37" fmla="*/ 281363 h 525540"/>
                <a:gd name="connsiteX38" fmla="*/ 370492 w 2915191"/>
                <a:gd name="connsiteY38" fmla="*/ 301532 h 525540"/>
                <a:gd name="connsiteX39" fmla="*/ 380241 w 2915191"/>
                <a:gd name="connsiteY39" fmla="*/ 318022 h 525540"/>
                <a:gd name="connsiteX40" fmla="*/ 389991 w 2915191"/>
                <a:gd name="connsiteY40" fmla="*/ 310864 h 525540"/>
                <a:gd name="connsiteX41" fmla="*/ 399741 w 2915191"/>
                <a:gd name="connsiteY41" fmla="*/ 320811 h 525540"/>
                <a:gd name="connsiteX42" fmla="*/ 409491 w 2915191"/>
                <a:gd name="connsiteY42" fmla="*/ 320544 h 525540"/>
                <a:gd name="connsiteX43" fmla="*/ 419241 w 2915191"/>
                <a:gd name="connsiteY43" fmla="*/ 329880 h 525540"/>
                <a:gd name="connsiteX44" fmla="*/ 428991 w 2915191"/>
                <a:gd name="connsiteY44" fmla="*/ 312919 h 525540"/>
                <a:gd name="connsiteX45" fmla="*/ 438741 w 2915191"/>
                <a:gd name="connsiteY45" fmla="*/ 330349 h 525540"/>
                <a:gd name="connsiteX46" fmla="*/ 448491 w 2915191"/>
                <a:gd name="connsiteY46" fmla="*/ 355089 h 525540"/>
                <a:gd name="connsiteX47" fmla="*/ 458241 w 2915191"/>
                <a:gd name="connsiteY47" fmla="*/ 372701 h 525540"/>
                <a:gd name="connsiteX48" fmla="*/ 467991 w 2915191"/>
                <a:gd name="connsiteY48" fmla="*/ 351151 h 525540"/>
                <a:gd name="connsiteX49" fmla="*/ 477740 w 2915191"/>
                <a:gd name="connsiteY49" fmla="*/ 334746 h 525540"/>
                <a:gd name="connsiteX50" fmla="*/ 487490 w 2915191"/>
                <a:gd name="connsiteY50" fmla="*/ 348761 h 525540"/>
                <a:gd name="connsiteX51" fmla="*/ 497239 w 2915191"/>
                <a:gd name="connsiteY51" fmla="*/ 381556 h 525540"/>
                <a:gd name="connsiteX52" fmla="*/ 506989 w 2915191"/>
                <a:gd name="connsiteY52" fmla="*/ 374844 h 525540"/>
                <a:gd name="connsiteX53" fmla="*/ 516738 w 2915191"/>
                <a:gd name="connsiteY53" fmla="*/ 376892 h 525540"/>
                <a:gd name="connsiteX54" fmla="*/ 526488 w 2915191"/>
                <a:gd name="connsiteY54" fmla="*/ 366795 h 525540"/>
                <a:gd name="connsiteX55" fmla="*/ 536238 w 2915191"/>
                <a:gd name="connsiteY55" fmla="*/ 382406 h 525540"/>
                <a:gd name="connsiteX56" fmla="*/ 545988 w 2915191"/>
                <a:gd name="connsiteY56" fmla="*/ 418311 h 525540"/>
                <a:gd name="connsiteX57" fmla="*/ 555738 w 2915191"/>
                <a:gd name="connsiteY57" fmla="*/ 455921 h 525540"/>
                <a:gd name="connsiteX58" fmla="*/ 565488 w 2915191"/>
                <a:gd name="connsiteY58" fmla="*/ 465833 h 525540"/>
                <a:gd name="connsiteX59" fmla="*/ 575238 w 2915191"/>
                <a:gd name="connsiteY59" fmla="*/ 448106 h 525540"/>
                <a:gd name="connsiteX60" fmla="*/ 584988 w 2915191"/>
                <a:gd name="connsiteY60" fmla="*/ 424406 h 525540"/>
                <a:gd name="connsiteX61" fmla="*/ 594738 w 2915191"/>
                <a:gd name="connsiteY61" fmla="*/ 415069 h 525540"/>
                <a:gd name="connsiteX62" fmla="*/ 604488 w 2915191"/>
                <a:gd name="connsiteY62" fmla="*/ 439136 h 525540"/>
                <a:gd name="connsiteX63" fmla="*/ 614237 w 2915191"/>
                <a:gd name="connsiteY63" fmla="*/ 418234 h 525540"/>
                <a:gd name="connsiteX64" fmla="*/ 623987 w 2915191"/>
                <a:gd name="connsiteY64" fmla="*/ 421933 h 525540"/>
                <a:gd name="connsiteX65" fmla="*/ 633736 w 2915191"/>
                <a:gd name="connsiteY65" fmla="*/ 432211 h 525540"/>
                <a:gd name="connsiteX66" fmla="*/ 643486 w 2915191"/>
                <a:gd name="connsiteY66" fmla="*/ 462293 h 525540"/>
                <a:gd name="connsiteX67" fmla="*/ 653236 w 2915191"/>
                <a:gd name="connsiteY67" fmla="*/ 447364 h 525540"/>
                <a:gd name="connsiteX68" fmla="*/ 662985 w 2915191"/>
                <a:gd name="connsiteY68" fmla="*/ 445974 h 525540"/>
                <a:gd name="connsiteX69" fmla="*/ 672735 w 2915191"/>
                <a:gd name="connsiteY69" fmla="*/ 434708 h 525540"/>
                <a:gd name="connsiteX70" fmla="*/ 682485 w 2915191"/>
                <a:gd name="connsiteY70" fmla="*/ 443973 h 525540"/>
                <a:gd name="connsiteX71" fmla="*/ 692235 w 2915191"/>
                <a:gd name="connsiteY71" fmla="*/ 425154 h 525540"/>
                <a:gd name="connsiteX72" fmla="*/ 701985 w 2915191"/>
                <a:gd name="connsiteY72" fmla="*/ 457038 h 525540"/>
                <a:gd name="connsiteX73" fmla="*/ 711735 w 2915191"/>
                <a:gd name="connsiteY73" fmla="*/ 438814 h 525540"/>
                <a:gd name="connsiteX74" fmla="*/ 721485 w 2915191"/>
                <a:gd name="connsiteY74" fmla="*/ 453693 h 525540"/>
                <a:gd name="connsiteX75" fmla="*/ 731235 w 2915191"/>
                <a:gd name="connsiteY75" fmla="*/ 436144 h 525540"/>
                <a:gd name="connsiteX76" fmla="*/ 740985 w 2915191"/>
                <a:gd name="connsiteY76" fmla="*/ 460624 h 525540"/>
                <a:gd name="connsiteX77" fmla="*/ 750734 w 2915191"/>
                <a:gd name="connsiteY77" fmla="*/ 454908 h 525540"/>
                <a:gd name="connsiteX78" fmla="*/ 760484 w 2915191"/>
                <a:gd name="connsiteY78" fmla="*/ 462996 h 525540"/>
                <a:gd name="connsiteX79" fmla="*/ 770233 w 2915191"/>
                <a:gd name="connsiteY79" fmla="*/ 430311 h 525540"/>
                <a:gd name="connsiteX80" fmla="*/ 779983 w 2915191"/>
                <a:gd name="connsiteY80" fmla="*/ 422593 h 525540"/>
                <a:gd name="connsiteX81" fmla="*/ 789733 w 2915191"/>
                <a:gd name="connsiteY81" fmla="*/ 405227 h 525540"/>
                <a:gd name="connsiteX82" fmla="*/ 799482 w 2915191"/>
                <a:gd name="connsiteY82" fmla="*/ 396225 h 525540"/>
                <a:gd name="connsiteX83" fmla="*/ 809232 w 2915191"/>
                <a:gd name="connsiteY83" fmla="*/ 370800 h 525540"/>
                <a:gd name="connsiteX84" fmla="*/ 818982 w 2915191"/>
                <a:gd name="connsiteY84" fmla="*/ 400421 h 525540"/>
                <a:gd name="connsiteX85" fmla="*/ 828732 w 2915191"/>
                <a:gd name="connsiteY85" fmla="*/ 417104 h 525540"/>
                <a:gd name="connsiteX86" fmla="*/ 838482 w 2915191"/>
                <a:gd name="connsiteY86" fmla="*/ 396974 h 525540"/>
                <a:gd name="connsiteX87" fmla="*/ 848232 w 2915191"/>
                <a:gd name="connsiteY87" fmla="*/ 385520 h 525540"/>
                <a:gd name="connsiteX88" fmla="*/ 857982 w 2915191"/>
                <a:gd name="connsiteY88" fmla="*/ 410249 h 525540"/>
                <a:gd name="connsiteX89" fmla="*/ 867732 w 2915191"/>
                <a:gd name="connsiteY89" fmla="*/ 411787 h 525540"/>
                <a:gd name="connsiteX90" fmla="*/ 877482 w 2915191"/>
                <a:gd name="connsiteY90" fmla="*/ 429538 h 525540"/>
                <a:gd name="connsiteX91" fmla="*/ 887231 w 2915191"/>
                <a:gd name="connsiteY91" fmla="*/ 434280 h 525540"/>
                <a:gd name="connsiteX92" fmla="*/ 896981 w 2915191"/>
                <a:gd name="connsiteY92" fmla="*/ 424073 h 525540"/>
                <a:gd name="connsiteX93" fmla="*/ 906730 w 2915191"/>
                <a:gd name="connsiteY93" fmla="*/ 437981 h 525540"/>
                <a:gd name="connsiteX94" fmla="*/ 916480 w 2915191"/>
                <a:gd name="connsiteY94" fmla="*/ 442388 h 525540"/>
                <a:gd name="connsiteX95" fmla="*/ 926230 w 2915191"/>
                <a:gd name="connsiteY95" fmla="*/ 452962 h 525540"/>
                <a:gd name="connsiteX96" fmla="*/ 935979 w 2915191"/>
                <a:gd name="connsiteY96" fmla="*/ 489789 h 525540"/>
                <a:gd name="connsiteX97" fmla="*/ 945729 w 2915191"/>
                <a:gd name="connsiteY97" fmla="*/ 462497 h 525540"/>
                <a:gd name="connsiteX98" fmla="*/ 955479 w 2915191"/>
                <a:gd name="connsiteY98" fmla="*/ 465394 h 525540"/>
                <a:gd name="connsiteX99" fmla="*/ 965229 w 2915191"/>
                <a:gd name="connsiteY99" fmla="*/ 440542 h 525540"/>
                <a:gd name="connsiteX100" fmla="*/ 974979 w 2915191"/>
                <a:gd name="connsiteY100" fmla="*/ 465526 h 525540"/>
                <a:gd name="connsiteX101" fmla="*/ 984729 w 2915191"/>
                <a:gd name="connsiteY101" fmla="*/ 496117 h 525540"/>
                <a:gd name="connsiteX102" fmla="*/ 994474 w 2915191"/>
                <a:gd name="connsiteY102" fmla="*/ 522200 h 525540"/>
                <a:gd name="connsiteX103" fmla="*/ 1004233 w 2915191"/>
                <a:gd name="connsiteY103" fmla="*/ 515524 h 525540"/>
                <a:gd name="connsiteX104" fmla="*/ 1013977 w 2915191"/>
                <a:gd name="connsiteY104" fmla="*/ 508611 h 525540"/>
                <a:gd name="connsiteX105" fmla="*/ 1023721 w 2915191"/>
                <a:gd name="connsiteY105" fmla="*/ 510062 h 525540"/>
                <a:gd name="connsiteX106" fmla="*/ 1033480 w 2915191"/>
                <a:gd name="connsiteY106" fmla="*/ 522464 h 525540"/>
                <a:gd name="connsiteX107" fmla="*/ 1043224 w 2915191"/>
                <a:gd name="connsiteY107" fmla="*/ 486642 h 525540"/>
                <a:gd name="connsiteX108" fmla="*/ 1052983 w 2915191"/>
                <a:gd name="connsiteY108" fmla="*/ 480887 h 525540"/>
                <a:gd name="connsiteX109" fmla="*/ 1062727 w 2915191"/>
                <a:gd name="connsiteY109" fmla="*/ 490427 h 525540"/>
                <a:gd name="connsiteX110" fmla="*/ 1072471 w 2915191"/>
                <a:gd name="connsiteY110" fmla="*/ 510716 h 525540"/>
                <a:gd name="connsiteX111" fmla="*/ 1082230 w 2915191"/>
                <a:gd name="connsiteY111" fmla="*/ 525541 h 525540"/>
                <a:gd name="connsiteX112" fmla="*/ 1091973 w 2915191"/>
                <a:gd name="connsiteY112" fmla="*/ 499853 h 525540"/>
                <a:gd name="connsiteX113" fmla="*/ 1101732 w 2915191"/>
                <a:gd name="connsiteY113" fmla="*/ 490179 h 525540"/>
                <a:gd name="connsiteX114" fmla="*/ 1111476 w 2915191"/>
                <a:gd name="connsiteY114" fmla="*/ 456663 h 525540"/>
                <a:gd name="connsiteX115" fmla="*/ 1121220 w 2915191"/>
                <a:gd name="connsiteY115" fmla="*/ 454578 h 525540"/>
                <a:gd name="connsiteX116" fmla="*/ 1130979 w 2915191"/>
                <a:gd name="connsiteY116" fmla="*/ 458610 h 525540"/>
                <a:gd name="connsiteX117" fmla="*/ 1140723 w 2915191"/>
                <a:gd name="connsiteY117" fmla="*/ 447029 h 525540"/>
                <a:gd name="connsiteX118" fmla="*/ 1150482 w 2915191"/>
                <a:gd name="connsiteY118" fmla="*/ 431649 h 525540"/>
                <a:gd name="connsiteX119" fmla="*/ 1160226 w 2915191"/>
                <a:gd name="connsiteY119" fmla="*/ 435394 h 525540"/>
                <a:gd name="connsiteX120" fmla="*/ 1169969 w 2915191"/>
                <a:gd name="connsiteY120" fmla="*/ 418784 h 525540"/>
                <a:gd name="connsiteX121" fmla="*/ 1179728 w 2915191"/>
                <a:gd name="connsiteY121" fmla="*/ 415180 h 525540"/>
                <a:gd name="connsiteX122" fmla="*/ 1189472 w 2915191"/>
                <a:gd name="connsiteY122" fmla="*/ 410354 h 525540"/>
                <a:gd name="connsiteX123" fmla="*/ 1199231 w 2915191"/>
                <a:gd name="connsiteY123" fmla="*/ 411592 h 525540"/>
                <a:gd name="connsiteX124" fmla="*/ 1208975 w 2915191"/>
                <a:gd name="connsiteY124" fmla="*/ 403768 h 525540"/>
                <a:gd name="connsiteX125" fmla="*/ 1218719 w 2915191"/>
                <a:gd name="connsiteY125" fmla="*/ 400476 h 525540"/>
                <a:gd name="connsiteX126" fmla="*/ 1228478 w 2915191"/>
                <a:gd name="connsiteY126" fmla="*/ 371470 h 525540"/>
                <a:gd name="connsiteX127" fmla="*/ 1238222 w 2915191"/>
                <a:gd name="connsiteY127" fmla="*/ 356391 h 525540"/>
                <a:gd name="connsiteX128" fmla="*/ 1247966 w 2915191"/>
                <a:gd name="connsiteY128" fmla="*/ 357227 h 525540"/>
                <a:gd name="connsiteX129" fmla="*/ 1257725 w 2915191"/>
                <a:gd name="connsiteY129" fmla="*/ 330312 h 525540"/>
                <a:gd name="connsiteX130" fmla="*/ 1267469 w 2915191"/>
                <a:gd name="connsiteY130" fmla="*/ 333810 h 525540"/>
                <a:gd name="connsiteX131" fmla="*/ 1277227 w 2915191"/>
                <a:gd name="connsiteY131" fmla="*/ 348499 h 525540"/>
                <a:gd name="connsiteX132" fmla="*/ 1286971 w 2915191"/>
                <a:gd name="connsiteY132" fmla="*/ 361516 h 525540"/>
                <a:gd name="connsiteX133" fmla="*/ 1296715 w 2915191"/>
                <a:gd name="connsiteY133" fmla="*/ 357708 h 525540"/>
                <a:gd name="connsiteX134" fmla="*/ 1306474 w 2915191"/>
                <a:gd name="connsiteY134" fmla="*/ 363841 h 525540"/>
                <a:gd name="connsiteX135" fmla="*/ 1316218 w 2915191"/>
                <a:gd name="connsiteY135" fmla="*/ 355853 h 525540"/>
                <a:gd name="connsiteX136" fmla="*/ 1325977 w 2915191"/>
                <a:gd name="connsiteY136" fmla="*/ 349532 h 525540"/>
                <a:gd name="connsiteX137" fmla="*/ 1335721 w 2915191"/>
                <a:gd name="connsiteY137" fmla="*/ 332308 h 525540"/>
                <a:gd name="connsiteX138" fmla="*/ 1345465 w 2915191"/>
                <a:gd name="connsiteY138" fmla="*/ 304848 h 525540"/>
                <a:gd name="connsiteX139" fmla="*/ 1355224 w 2915191"/>
                <a:gd name="connsiteY139" fmla="*/ 319381 h 525540"/>
                <a:gd name="connsiteX140" fmla="*/ 1364967 w 2915191"/>
                <a:gd name="connsiteY140" fmla="*/ 280079 h 525540"/>
                <a:gd name="connsiteX141" fmla="*/ 1374726 w 2915191"/>
                <a:gd name="connsiteY141" fmla="*/ 271972 h 525540"/>
                <a:gd name="connsiteX142" fmla="*/ 1384470 w 2915191"/>
                <a:gd name="connsiteY142" fmla="*/ 277687 h 525540"/>
                <a:gd name="connsiteX143" fmla="*/ 1394214 w 2915191"/>
                <a:gd name="connsiteY143" fmla="*/ 255088 h 525540"/>
                <a:gd name="connsiteX144" fmla="*/ 1403973 w 2915191"/>
                <a:gd name="connsiteY144" fmla="*/ 256875 h 525540"/>
                <a:gd name="connsiteX145" fmla="*/ 1413717 w 2915191"/>
                <a:gd name="connsiteY145" fmla="*/ 263791 h 525540"/>
                <a:gd name="connsiteX146" fmla="*/ 1423476 w 2915191"/>
                <a:gd name="connsiteY146" fmla="*/ 250655 h 525540"/>
                <a:gd name="connsiteX147" fmla="*/ 1433220 w 2915191"/>
                <a:gd name="connsiteY147" fmla="*/ 276798 h 525540"/>
                <a:gd name="connsiteX148" fmla="*/ 1442964 w 2915191"/>
                <a:gd name="connsiteY148" fmla="*/ 247892 h 525540"/>
                <a:gd name="connsiteX149" fmla="*/ 1452722 w 2915191"/>
                <a:gd name="connsiteY149" fmla="*/ 205390 h 525540"/>
                <a:gd name="connsiteX150" fmla="*/ 1462466 w 2915191"/>
                <a:gd name="connsiteY150" fmla="*/ 257621 h 525540"/>
                <a:gd name="connsiteX151" fmla="*/ 1472225 w 2915191"/>
                <a:gd name="connsiteY151" fmla="*/ 222270 h 525540"/>
                <a:gd name="connsiteX152" fmla="*/ 1481969 w 2915191"/>
                <a:gd name="connsiteY152" fmla="*/ 214091 h 525540"/>
                <a:gd name="connsiteX153" fmla="*/ 1491713 w 2915191"/>
                <a:gd name="connsiteY153" fmla="*/ 202829 h 525540"/>
                <a:gd name="connsiteX154" fmla="*/ 1501472 w 2915191"/>
                <a:gd name="connsiteY154" fmla="*/ 194760 h 525540"/>
                <a:gd name="connsiteX155" fmla="*/ 1511216 w 2915191"/>
                <a:gd name="connsiteY155" fmla="*/ 221996 h 525540"/>
                <a:gd name="connsiteX156" fmla="*/ 1520960 w 2915191"/>
                <a:gd name="connsiteY156" fmla="*/ 221530 h 525540"/>
                <a:gd name="connsiteX157" fmla="*/ 1530719 w 2915191"/>
                <a:gd name="connsiteY157" fmla="*/ 226837 h 525540"/>
                <a:gd name="connsiteX158" fmla="*/ 1540463 w 2915191"/>
                <a:gd name="connsiteY158" fmla="*/ 207309 h 525540"/>
                <a:gd name="connsiteX159" fmla="*/ 1550221 w 2915191"/>
                <a:gd name="connsiteY159" fmla="*/ 198715 h 525540"/>
                <a:gd name="connsiteX160" fmla="*/ 1559965 w 2915191"/>
                <a:gd name="connsiteY160" fmla="*/ 180144 h 525540"/>
                <a:gd name="connsiteX161" fmla="*/ 1569709 w 2915191"/>
                <a:gd name="connsiteY161" fmla="*/ 188098 h 525540"/>
                <a:gd name="connsiteX162" fmla="*/ 1579468 w 2915191"/>
                <a:gd name="connsiteY162" fmla="*/ 193043 h 525540"/>
                <a:gd name="connsiteX163" fmla="*/ 1589212 w 2915191"/>
                <a:gd name="connsiteY163" fmla="*/ 218212 h 525540"/>
                <a:gd name="connsiteX164" fmla="*/ 1598971 w 2915191"/>
                <a:gd name="connsiteY164" fmla="*/ 205432 h 525540"/>
                <a:gd name="connsiteX165" fmla="*/ 1608715 w 2915191"/>
                <a:gd name="connsiteY165" fmla="*/ 230554 h 525540"/>
                <a:gd name="connsiteX166" fmla="*/ 1618459 w 2915191"/>
                <a:gd name="connsiteY166" fmla="*/ 254767 h 525540"/>
                <a:gd name="connsiteX167" fmla="*/ 1628218 w 2915191"/>
                <a:gd name="connsiteY167" fmla="*/ 237868 h 525540"/>
                <a:gd name="connsiteX168" fmla="*/ 1637962 w 2915191"/>
                <a:gd name="connsiteY168" fmla="*/ 274658 h 525540"/>
                <a:gd name="connsiteX169" fmla="*/ 1647720 w 2915191"/>
                <a:gd name="connsiteY169" fmla="*/ 292778 h 525540"/>
                <a:gd name="connsiteX170" fmla="*/ 1657464 w 2915191"/>
                <a:gd name="connsiteY170" fmla="*/ 279398 h 525540"/>
                <a:gd name="connsiteX171" fmla="*/ 1667208 w 2915191"/>
                <a:gd name="connsiteY171" fmla="*/ 292624 h 525540"/>
                <a:gd name="connsiteX172" fmla="*/ 1676967 w 2915191"/>
                <a:gd name="connsiteY172" fmla="*/ 315340 h 525540"/>
                <a:gd name="connsiteX173" fmla="*/ 1686711 w 2915191"/>
                <a:gd name="connsiteY173" fmla="*/ 306760 h 525540"/>
                <a:gd name="connsiteX174" fmla="*/ 1696470 w 2915191"/>
                <a:gd name="connsiteY174" fmla="*/ 300697 h 525540"/>
                <a:gd name="connsiteX175" fmla="*/ 1706214 w 2915191"/>
                <a:gd name="connsiteY175" fmla="*/ 319941 h 525540"/>
                <a:gd name="connsiteX176" fmla="*/ 1715958 w 2915191"/>
                <a:gd name="connsiteY176" fmla="*/ 304896 h 525540"/>
                <a:gd name="connsiteX177" fmla="*/ 1725716 w 2915191"/>
                <a:gd name="connsiteY177" fmla="*/ 324482 h 525540"/>
                <a:gd name="connsiteX178" fmla="*/ 1735460 w 2915191"/>
                <a:gd name="connsiteY178" fmla="*/ 306031 h 525540"/>
                <a:gd name="connsiteX179" fmla="*/ 1745219 w 2915191"/>
                <a:gd name="connsiteY179" fmla="*/ 329951 h 525540"/>
                <a:gd name="connsiteX180" fmla="*/ 1754963 w 2915191"/>
                <a:gd name="connsiteY180" fmla="*/ 308877 h 525540"/>
                <a:gd name="connsiteX181" fmla="*/ 1764707 w 2915191"/>
                <a:gd name="connsiteY181" fmla="*/ 314498 h 525540"/>
                <a:gd name="connsiteX182" fmla="*/ 1774466 w 2915191"/>
                <a:gd name="connsiteY182" fmla="*/ 324908 h 525540"/>
                <a:gd name="connsiteX183" fmla="*/ 1784210 w 2915191"/>
                <a:gd name="connsiteY183" fmla="*/ 334108 h 525540"/>
                <a:gd name="connsiteX184" fmla="*/ 1793969 w 2915191"/>
                <a:gd name="connsiteY184" fmla="*/ 363239 h 525540"/>
                <a:gd name="connsiteX185" fmla="*/ 1803713 w 2915191"/>
                <a:gd name="connsiteY185" fmla="*/ 354441 h 525540"/>
                <a:gd name="connsiteX186" fmla="*/ 1813457 w 2915191"/>
                <a:gd name="connsiteY186" fmla="*/ 349993 h 525540"/>
                <a:gd name="connsiteX187" fmla="*/ 1823215 w 2915191"/>
                <a:gd name="connsiteY187" fmla="*/ 388522 h 525540"/>
                <a:gd name="connsiteX188" fmla="*/ 1832959 w 2915191"/>
                <a:gd name="connsiteY188" fmla="*/ 404491 h 525540"/>
                <a:gd name="connsiteX189" fmla="*/ 1842703 w 2915191"/>
                <a:gd name="connsiteY189" fmla="*/ 375241 h 525540"/>
                <a:gd name="connsiteX190" fmla="*/ 1852462 w 2915191"/>
                <a:gd name="connsiteY190" fmla="*/ 404223 h 525540"/>
                <a:gd name="connsiteX191" fmla="*/ 1862206 w 2915191"/>
                <a:gd name="connsiteY191" fmla="*/ 388759 h 525540"/>
                <a:gd name="connsiteX192" fmla="*/ 1871965 w 2915191"/>
                <a:gd name="connsiteY192" fmla="*/ 382311 h 525540"/>
                <a:gd name="connsiteX193" fmla="*/ 1881709 w 2915191"/>
                <a:gd name="connsiteY193" fmla="*/ 350253 h 525540"/>
                <a:gd name="connsiteX194" fmla="*/ 1891453 w 2915191"/>
                <a:gd name="connsiteY194" fmla="*/ 378044 h 525540"/>
                <a:gd name="connsiteX195" fmla="*/ 1901212 w 2915191"/>
                <a:gd name="connsiteY195" fmla="*/ 425125 h 525540"/>
                <a:gd name="connsiteX196" fmla="*/ 1910956 w 2915191"/>
                <a:gd name="connsiteY196" fmla="*/ 388777 h 525540"/>
                <a:gd name="connsiteX197" fmla="*/ 1920714 w 2915191"/>
                <a:gd name="connsiteY197" fmla="*/ 405109 h 525540"/>
                <a:gd name="connsiteX198" fmla="*/ 1930458 w 2915191"/>
                <a:gd name="connsiteY198" fmla="*/ 418533 h 525540"/>
                <a:gd name="connsiteX199" fmla="*/ 1940202 w 2915191"/>
                <a:gd name="connsiteY199" fmla="*/ 419609 h 525540"/>
                <a:gd name="connsiteX200" fmla="*/ 1949961 w 2915191"/>
                <a:gd name="connsiteY200" fmla="*/ 412301 h 525540"/>
                <a:gd name="connsiteX201" fmla="*/ 1959705 w 2915191"/>
                <a:gd name="connsiteY201" fmla="*/ 429861 h 525540"/>
                <a:gd name="connsiteX202" fmla="*/ 1969464 w 2915191"/>
                <a:gd name="connsiteY202" fmla="*/ 417435 h 525540"/>
                <a:gd name="connsiteX203" fmla="*/ 1979208 w 2915191"/>
                <a:gd name="connsiteY203" fmla="*/ 414351 h 525540"/>
                <a:gd name="connsiteX204" fmla="*/ 1988952 w 2915191"/>
                <a:gd name="connsiteY204" fmla="*/ 417180 h 525540"/>
                <a:gd name="connsiteX205" fmla="*/ 1998711 w 2915191"/>
                <a:gd name="connsiteY205" fmla="*/ 419797 h 525540"/>
                <a:gd name="connsiteX206" fmla="*/ 2008454 w 2915191"/>
                <a:gd name="connsiteY206" fmla="*/ 413645 h 525540"/>
                <a:gd name="connsiteX207" fmla="*/ 2018213 w 2915191"/>
                <a:gd name="connsiteY207" fmla="*/ 426741 h 525540"/>
                <a:gd name="connsiteX208" fmla="*/ 2027957 w 2915191"/>
                <a:gd name="connsiteY208" fmla="*/ 414741 h 525540"/>
                <a:gd name="connsiteX209" fmla="*/ 2037701 w 2915191"/>
                <a:gd name="connsiteY209" fmla="*/ 398144 h 525540"/>
                <a:gd name="connsiteX210" fmla="*/ 2047460 w 2915191"/>
                <a:gd name="connsiteY210" fmla="*/ 398661 h 525540"/>
                <a:gd name="connsiteX211" fmla="*/ 2057204 w 2915191"/>
                <a:gd name="connsiteY211" fmla="*/ 388050 h 525540"/>
                <a:gd name="connsiteX212" fmla="*/ 2066963 w 2915191"/>
                <a:gd name="connsiteY212" fmla="*/ 363136 h 525540"/>
                <a:gd name="connsiteX213" fmla="*/ 2076707 w 2915191"/>
                <a:gd name="connsiteY213" fmla="*/ 375293 h 525540"/>
                <a:gd name="connsiteX214" fmla="*/ 2086451 w 2915191"/>
                <a:gd name="connsiteY214" fmla="*/ 354716 h 525540"/>
                <a:gd name="connsiteX215" fmla="*/ 2096210 w 2915191"/>
                <a:gd name="connsiteY215" fmla="*/ 356892 h 525540"/>
                <a:gd name="connsiteX216" fmla="*/ 2105954 w 2915191"/>
                <a:gd name="connsiteY216" fmla="*/ 357394 h 525540"/>
                <a:gd name="connsiteX217" fmla="*/ 2115697 w 2915191"/>
                <a:gd name="connsiteY217" fmla="*/ 386313 h 525540"/>
                <a:gd name="connsiteX218" fmla="*/ 2125456 w 2915191"/>
                <a:gd name="connsiteY218" fmla="*/ 361645 h 525540"/>
                <a:gd name="connsiteX219" fmla="*/ 2135200 w 2915191"/>
                <a:gd name="connsiteY219" fmla="*/ 373582 h 525540"/>
                <a:gd name="connsiteX220" fmla="*/ 2144959 w 2915191"/>
                <a:gd name="connsiteY220" fmla="*/ 404546 h 525540"/>
                <a:gd name="connsiteX221" fmla="*/ 2154703 w 2915191"/>
                <a:gd name="connsiteY221" fmla="*/ 396949 h 525540"/>
                <a:gd name="connsiteX222" fmla="*/ 2164447 w 2915191"/>
                <a:gd name="connsiteY222" fmla="*/ 424719 h 525540"/>
                <a:gd name="connsiteX223" fmla="*/ 2174206 w 2915191"/>
                <a:gd name="connsiteY223" fmla="*/ 451572 h 525540"/>
                <a:gd name="connsiteX224" fmla="*/ 2183950 w 2915191"/>
                <a:gd name="connsiteY224" fmla="*/ 430549 h 525540"/>
                <a:gd name="connsiteX225" fmla="*/ 2193709 w 2915191"/>
                <a:gd name="connsiteY225" fmla="*/ 421325 h 525540"/>
                <a:gd name="connsiteX226" fmla="*/ 2203452 w 2915191"/>
                <a:gd name="connsiteY226" fmla="*/ 434095 h 525540"/>
                <a:gd name="connsiteX227" fmla="*/ 2213196 w 2915191"/>
                <a:gd name="connsiteY227" fmla="*/ 449820 h 525540"/>
                <a:gd name="connsiteX228" fmla="*/ 2222955 w 2915191"/>
                <a:gd name="connsiteY228" fmla="*/ 506618 h 525540"/>
                <a:gd name="connsiteX229" fmla="*/ 2232699 w 2915191"/>
                <a:gd name="connsiteY229" fmla="*/ 508826 h 525540"/>
                <a:gd name="connsiteX230" fmla="*/ 2242458 w 2915191"/>
                <a:gd name="connsiteY230" fmla="*/ 500026 h 525540"/>
                <a:gd name="connsiteX231" fmla="*/ 2252202 w 2915191"/>
                <a:gd name="connsiteY231" fmla="*/ 490844 h 525540"/>
                <a:gd name="connsiteX232" fmla="*/ 2261946 w 2915191"/>
                <a:gd name="connsiteY232" fmla="*/ 463802 h 525540"/>
                <a:gd name="connsiteX233" fmla="*/ 2271705 w 2915191"/>
                <a:gd name="connsiteY233" fmla="*/ 469613 h 525540"/>
                <a:gd name="connsiteX234" fmla="*/ 2281449 w 2915191"/>
                <a:gd name="connsiteY234" fmla="*/ 445648 h 525540"/>
                <a:gd name="connsiteX235" fmla="*/ 2291208 w 2915191"/>
                <a:gd name="connsiteY235" fmla="*/ 423425 h 525540"/>
                <a:gd name="connsiteX236" fmla="*/ 2300951 w 2915191"/>
                <a:gd name="connsiteY236" fmla="*/ 400416 h 525540"/>
                <a:gd name="connsiteX237" fmla="*/ 2310695 w 2915191"/>
                <a:gd name="connsiteY237" fmla="*/ 369331 h 525540"/>
                <a:gd name="connsiteX238" fmla="*/ 2320454 w 2915191"/>
                <a:gd name="connsiteY238" fmla="*/ 363692 h 525540"/>
                <a:gd name="connsiteX239" fmla="*/ 2330198 w 2915191"/>
                <a:gd name="connsiteY239" fmla="*/ 390032 h 525540"/>
                <a:gd name="connsiteX240" fmla="*/ 2339957 w 2915191"/>
                <a:gd name="connsiteY240" fmla="*/ 381109 h 525540"/>
                <a:gd name="connsiteX241" fmla="*/ 2349701 w 2915191"/>
                <a:gd name="connsiteY241" fmla="*/ 387682 h 525540"/>
                <a:gd name="connsiteX242" fmla="*/ 2359445 w 2915191"/>
                <a:gd name="connsiteY242" fmla="*/ 380443 h 525540"/>
                <a:gd name="connsiteX243" fmla="*/ 2369204 w 2915191"/>
                <a:gd name="connsiteY243" fmla="*/ 377646 h 525540"/>
                <a:gd name="connsiteX244" fmla="*/ 2378948 w 2915191"/>
                <a:gd name="connsiteY244" fmla="*/ 369477 h 525540"/>
                <a:gd name="connsiteX245" fmla="*/ 2388692 w 2915191"/>
                <a:gd name="connsiteY245" fmla="*/ 356351 h 525540"/>
                <a:gd name="connsiteX246" fmla="*/ 2398450 w 2915191"/>
                <a:gd name="connsiteY246" fmla="*/ 324574 h 525540"/>
                <a:gd name="connsiteX247" fmla="*/ 2408194 w 2915191"/>
                <a:gd name="connsiteY247" fmla="*/ 349059 h 525540"/>
                <a:gd name="connsiteX248" fmla="*/ 2417953 w 2915191"/>
                <a:gd name="connsiteY248" fmla="*/ 324124 h 525540"/>
                <a:gd name="connsiteX249" fmla="*/ 2427697 w 2915191"/>
                <a:gd name="connsiteY249" fmla="*/ 317441 h 525540"/>
                <a:gd name="connsiteX250" fmla="*/ 2437441 w 2915191"/>
                <a:gd name="connsiteY250" fmla="*/ 311439 h 525540"/>
                <a:gd name="connsiteX251" fmla="*/ 2447200 w 2915191"/>
                <a:gd name="connsiteY251" fmla="*/ 307911 h 525540"/>
                <a:gd name="connsiteX252" fmla="*/ 2456944 w 2915191"/>
                <a:gd name="connsiteY252" fmla="*/ 333412 h 525540"/>
                <a:gd name="connsiteX253" fmla="*/ 2466703 w 2915191"/>
                <a:gd name="connsiteY253" fmla="*/ 338968 h 525540"/>
                <a:gd name="connsiteX254" fmla="*/ 2476446 w 2915191"/>
                <a:gd name="connsiteY254" fmla="*/ 325856 h 525540"/>
                <a:gd name="connsiteX255" fmla="*/ 2486190 w 2915191"/>
                <a:gd name="connsiteY255" fmla="*/ 320839 h 525540"/>
                <a:gd name="connsiteX256" fmla="*/ 2495949 w 2915191"/>
                <a:gd name="connsiteY256" fmla="*/ 295888 h 525540"/>
                <a:gd name="connsiteX257" fmla="*/ 2505693 w 2915191"/>
                <a:gd name="connsiteY257" fmla="*/ 278885 h 525540"/>
                <a:gd name="connsiteX258" fmla="*/ 2515452 w 2915191"/>
                <a:gd name="connsiteY258" fmla="*/ 291657 h 525540"/>
                <a:gd name="connsiteX259" fmla="*/ 2525196 w 2915191"/>
                <a:gd name="connsiteY259" fmla="*/ 279325 h 525540"/>
                <a:gd name="connsiteX260" fmla="*/ 2534940 w 2915191"/>
                <a:gd name="connsiteY260" fmla="*/ 300033 h 525540"/>
                <a:gd name="connsiteX261" fmla="*/ 2544699 w 2915191"/>
                <a:gd name="connsiteY261" fmla="*/ 296050 h 525540"/>
                <a:gd name="connsiteX262" fmla="*/ 2554443 w 2915191"/>
                <a:gd name="connsiteY262" fmla="*/ 273179 h 525540"/>
                <a:gd name="connsiteX263" fmla="*/ 2564202 w 2915191"/>
                <a:gd name="connsiteY263" fmla="*/ 270199 h 525540"/>
                <a:gd name="connsiteX264" fmla="*/ 2573946 w 2915191"/>
                <a:gd name="connsiteY264" fmla="*/ 201148 h 525540"/>
                <a:gd name="connsiteX265" fmla="*/ 2583690 w 2915191"/>
                <a:gd name="connsiteY265" fmla="*/ 185994 h 525540"/>
                <a:gd name="connsiteX266" fmla="*/ 2593448 w 2915191"/>
                <a:gd name="connsiteY266" fmla="*/ 160540 h 525540"/>
                <a:gd name="connsiteX267" fmla="*/ 2603192 w 2915191"/>
                <a:gd name="connsiteY267" fmla="*/ 180124 h 525540"/>
                <a:gd name="connsiteX268" fmla="*/ 2612951 w 2915191"/>
                <a:gd name="connsiteY268" fmla="*/ 171806 h 525540"/>
                <a:gd name="connsiteX269" fmla="*/ 2622695 w 2915191"/>
                <a:gd name="connsiteY269" fmla="*/ 179069 h 525540"/>
                <a:gd name="connsiteX270" fmla="*/ 2632439 w 2915191"/>
                <a:gd name="connsiteY270" fmla="*/ 161284 h 525540"/>
                <a:gd name="connsiteX271" fmla="*/ 2642198 w 2915191"/>
                <a:gd name="connsiteY271" fmla="*/ 177472 h 525540"/>
                <a:gd name="connsiteX272" fmla="*/ 2651942 w 2915191"/>
                <a:gd name="connsiteY272" fmla="*/ 194032 h 525540"/>
                <a:gd name="connsiteX273" fmla="*/ 2661685 w 2915191"/>
                <a:gd name="connsiteY273" fmla="*/ 198529 h 525540"/>
                <a:gd name="connsiteX274" fmla="*/ 2671444 w 2915191"/>
                <a:gd name="connsiteY274" fmla="*/ 235687 h 525540"/>
                <a:gd name="connsiteX275" fmla="*/ 2681188 w 2915191"/>
                <a:gd name="connsiteY275" fmla="*/ 236273 h 525540"/>
                <a:gd name="connsiteX276" fmla="*/ 2690947 w 2915191"/>
                <a:gd name="connsiteY276" fmla="*/ 209434 h 525540"/>
                <a:gd name="connsiteX277" fmla="*/ 2700691 w 2915191"/>
                <a:gd name="connsiteY277" fmla="*/ 197041 h 525540"/>
                <a:gd name="connsiteX278" fmla="*/ 2710435 w 2915191"/>
                <a:gd name="connsiteY278" fmla="*/ 201825 h 525540"/>
                <a:gd name="connsiteX279" fmla="*/ 2720194 w 2915191"/>
                <a:gd name="connsiteY279" fmla="*/ 171472 h 525540"/>
                <a:gd name="connsiteX280" fmla="*/ 2729938 w 2915191"/>
                <a:gd name="connsiteY280" fmla="*/ 198845 h 525540"/>
                <a:gd name="connsiteX281" fmla="*/ 2739697 w 2915191"/>
                <a:gd name="connsiteY281" fmla="*/ 172977 h 525540"/>
                <a:gd name="connsiteX282" fmla="*/ 2749441 w 2915191"/>
                <a:gd name="connsiteY282" fmla="*/ 172593 h 525540"/>
                <a:gd name="connsiteX283" fmla="*/ 2759185 w 2915191"/>
                <a:gd name="connsiteY283" fmla="*/ 128352 h 525540"/>
                <a:gd name="connsiteX284" fmla="*/ 2768943 w 2915191"/>
                <a:gd name="connsiteY284" fmla="*/ 97220 h 525540"/>
                <a:gd name="connsiteX285" fmla="*/ 2778687 w 2915191"/>
                <a:gd name="connsiteY285" fmla="*/ 65250 h 525540"/>
                <a:gd name="connsiteX286" fmla="*/ 2788446 w 2915191"/>
                <a:gd name="connsiteY286" fmla="*/ 47976 h 525540"/>
                <a:gd name="connsiteX287" fmla="*/ 2798190 w 2915191"/>
                <a:gd name="connsiteY287" fmla="*/ 32746 h 525540"/>
                <a:gd name="connsiteX288" fmla="*/ 2807934 w 2915191"/>
                <a:gd name="connsiteY288" fmla="*/ 43045 h 525540"/>
                <a:gd name="connsiteX289" fmla="*/ 2817693 w 2915191"/>
                <a:gd name="connsiteY289" fmla="*/ 12619 h 525540"/>
                <a:gd name="connsiteX290" fmla="*/ 2827437 w 2915191"/>
                <a:gd name="connsiteY290" fmla="*/ 3832 h 525540"/>
                <a:gd name="connsiteX291" fmla="*/ 2837196 w 2915191"/>
                <a:gd name="connsiteY291" fmla="*/ 875 h 525540"/>
                <a:gd name="connsiteX292" fmla="*/ 2846940 w 2915191"/>
                <a:gd name="connsiteY292" fmla="*/ 48691 h 525540"/>
                <a:gd name="connsiteX293" fmla="*/ 2856684 w 2915191"/>
                <a:gd name="connsiteY293" fmla="*/ 30883 h 525540"/>
                <a:gd name="connsiteX294" fmla="*/ 2866442 w 2915191"/>
                <a:gd name="connsiteY294" fmla="*/ 54612 h 525540"/>
                <a:gd name="connsiteX295" fmla="*/ 2876186 w 2915191"/>
                <a:gd name="connsiteY295" fmla="*/ 26729 h 525540"/>
                <a:gd name="connsiteX296" fmla="*/ 2885945 w 2915191"/>
                <a:gd name="connsiteY296" fmla="*/ 29277 h 525540"/>
                <a:gd name="connsiteX297" fmla="*/ 2895689 w 2915191"/>
                <a:gd name="connsiteY297" fmla="*/ 21110 h 525540"/>
                <a:gd name="connsiteX298" fmla="*/ 2905433 w 2915191"/>
                <a:gd name="connsiteY298" fmla="*/ 0 h 525540"/>
                <a:gd name="connsiteX299" fmla="*/ 2915192 w 2915191"/>
                <a:gd name="connsiteY299" fmla="*/ 10805 h 525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25540">
                  <a:moveTo>
                    <a:pt x="0" y="75101"/>
                  </a:moveTo>
                  <a:lnTo>
                    <a:pt x="9750" y="87959"/>
                  </a:lnTo>
                  <a:lnTo>
                    <a:pt x="19500" y="107371"/>
                  </a:lnTo>
                  <a:lnTo>
                    <a:pt x="29250" y="122331"/>
                  </a:lnTo>
                  <a:lnTo>
                    <a:pt x="39000" y="126997"/>
                  </a:lnTo>
                  <a:lnTo>
                    <a:pt x="48749" y="123960"/>
                  </a:lnTo>
                  <a:lnTo>
                    <a:pt x="58499" y="126349"/>
                  </a:lnTo>
                  <a:lnTo>
                    <a:pt x="68249" y="146800"/>
                  </a:lnTo>
                  <a:lnTo>
                    <a:pt x="77998" y="143744"/>
                  </a:lnTo>
                  <a:lnTo>
                    <a:pt x="87748" y="118548"/>
                  </a:lnTo>
                  <a:lnTo>
                    <a:pt x="97497" y="141245"/>
                  </a:lnTo>
                  <a:lnTo>
                    <a:pt x="107247" y="167637"/>
                  </a:lnTo>
                  <a:lnTo>
                    <a:pt x="116997" y="166052"/>
                  </a:lnTo>
                  <a:lnTo>
                    <a:pt x="126747" y="186483"/>
                  </a:lnTo>
                  <a:lnTo>
                    <a:pt x="136497" y="168314"/>
                  </a:lnTo>
                  <a:lnTo>
                    <a:pt x="146247" y="202488"/>
                  </a:lnTo>
                  <a:lnTo>
                    <a:pt x="155997" y="203937"/>
                  </a:lnTo>
                  <a:lnTo>
                    <a:pt x="165747" y="225502"/>
                  </a:lnTo>
                  <a:lnTo>
                    <a:pt x="175497" y="225158"/>
                  </a:lnTo>
                  <a:lnTo>
                    <a:pt x="185247" y="238941"/>
                  </a:lnTo>
                  <a:lnTo>
                    <a:pt x="194996" y="262918"/>
                  </a:lnTo>
                  <a:lnTo>
                    <a:pt x="204746" y="254349"/>
                  </a:lnTo>
                  <a:lnTo>
                    <a:pt x="214495" y="243944"/>
                  </a:lnTo>
                  <a:lnTo>
                    <a:pt x="224245" y="246064"/>
                  </a:lnTo>
                  <a:lnTo>
                    <a:pt x="233995" y="266902"/>
                  </a:lnTo>
                  <a:lnTo>
                    <a:pt x="243744" y="276418"/>
                  </a:lnTo>
                  <a:lnTo>
                    <a:pt x="253494" y="258339"/>
                  </a:lnTo>
                  <a:lnTo>
                    <a:pt x="263244" y="276401"/>
                  </a:lnTo>
                  <a:lnTo>
                    <a:pt x="272994" y="283903"/>
                  </a:lnTo>
                  <a:lnTo>
                    <a:pt x="282744" y="282258"/>
                  </a:lnTo>
                  <a:lnTo>
                    <a:pt x="292494" y="254810"/>
                  </a:lnTo>
                  <a:lnTo>
                    <a:pt x="302244" y="239456"/>
                  </a:lnTo>
                  <a:lnTo>
                    <a:pt x="311994" y="253402"/>
                  </a:lnTo>
                  <a:lnTo>
                    <a:pt x="321744" y="263526"/>
                  </a:lnTo>
                  <a:lnTo>
                    <a:pt x="331493" y="249473"/>
                  </a:lnTo>
                  <a:lnTo>
                    <a:pt x="341243" y="297750"/>
                  </a:lnTo>
                  <a:lnTo>
                    <a:pt x="350993" y="288076"/>
                  </a:lnTo>
                  <a:lnTo>
                    <a:pt x="360742" y="281363"/>
                  </a:lnTo>
                  <a:lnTo>
                    <a:pt x="370492" y="301532"/>
                  </a:lnTo>
                  <a:lnTo>
                    <a:pt x="380241" y="318022"/>
                  </a:lnTo>
                  <a:lnTo>
                    <a:pt x="389991" y="310864"/>
                  </a:lnTo>
                  <a:lnTo>
                    <a:pt x="399741" y="320811"/>
                  </a:lnTo>
                  <a:lnTo>
                    <a:pt x="409491" y="320544"/>
                  </a:lnTo>
                  <a:lnTo>
                    <a:pt x="419241" y="329880"/>
                  </a:lnTo>
                  <a:lnTo>
                    <a:pt x="428991" y="312919"/>
                  </a:lnTo>
                  <a:lnTo>
                    <a:pt x="438741" y="330349"/>
                  </a:lnTo>
                  <a:lnTo>
                    <a:pt x="448491" y="355089"/>
                  </a:lnTo>
                  <a:lnTo>
                    <a:pt x="458241" y="372701"/>
                  </a:lnTo>
                  <a:lnTo>
                    <a:pt x="467991" y="351151"/>
                  </a:lnTo>
                  <a:lnTo>
                    <a:pt x="477740" y="334746"/>
                  </a:lnTo>
                  <a:lnTo>
                    <a:pt x="487490" y="348761"/>
                  </a:lnTo>
                  <a:lnTo>
                    <a:pt x="497239" y="381556"/>
                  </a:lnTo>
                  <a:lnTo>
                    <a:pt x="506989" y="374844"/>
                  </a:lnTo>
                  <a:lnTo>
                    <a:pt x="516738" y="376892"/>
                  </a:lnTo>
                  <a:lnTo>
                    <a:pt x="526488" y="366795"/>
                  </a:lnTo>
                  <a:lnTo>
                    <a:pt x="536238" y="382406"/>
                  </a:lnTo>
                  <a:lnTo>
                    <a:pt x="545988" y="418311"/>
                  </a:lnTo>
                  <a:lnTo>
                    <a:pt x="555738" y="455921"/>
                  </a:lnTo>
                  <a:lnTo>
                    <a:pt x="565488" y="465833"/>
                  </a:lnTo>
                  <a:lnTo>
                    <a:pt x="575238" y="448106"/>
                  </a:lnTo>
                  <a:lnTo>
                    <a:pt x="584988" y="424406"/>
                  </a:lnTo>
                  <a:lnTo>
                    <a:pt x="594738" y="415069"/>
                  </a:lnTo>
                  <a:lnTo>
                    <a:pt x="604488" y="439136"/>
                  </a:lnTo>
                  <a:lnTo>
                    <a:pt x="614237" y="418234"/>
                  </a:lnTo>
                  <a:lnTo>
                    <a:pt x="623987" y="421933"/>
                  </a:lnTo>
                  <a:lnTo>
                    <a:pt x="633736" y="432211"/>
                  </a:lnTo>
                  <a:lnTo>
                    <a:pt x="643486" y="462293"/>
                  </a:lnTo>
                  <a:lnTo>
                    <a:pt x="653236" y="447364"/>
                  </a:lnTo>
                  <a:lnTo>
                    <a:pt x="662985" y="445974"/>
                  </a:lnTo>
                  <a:lnTo>
                    <a:pt x="672735" y="434708"/>
                  </a:lnTo>
                  <a:lnTo>
                    <a:pt x="682485" y="443973"/>
                  </a:lnTo>
                  <a:lnTo>
                    <a:pt x="692235" y="425154"/>
                  </a:lnTo>
                  <a:lnTo>
                    <a:pt x="701985" y="457038"/>
                  </a:lnTo>
                  <a:lnTo>
                    <a:pt x="711735" y="438814"/>
                  </a:lnTo>
                  <a:lnTo>
                    <a:pt x="721485" y="453693"/>
                  </a:lnTo>
                  <a:lnTo>
                    <a:pt x="731235" y="436144"/>
                  </a:lnTo>
                  <a:lnTo>
                    <a:pt x="740985" y="460624"/>
                  </a:lnTo>
                  <a:lnTo>
                    <a:pt x="750734" y="454908"/>
                  </a:lnTo>
                  <a:lnTo>
                    <a:pt x="760484" y="462996"/>
                  </a:lnTo>
                  <a:lnTo>
                    <a:pt x="770233" y="430311"/>
                  </a:lnTo>
                  <a:lnTo>
                    <a:pt x="779983" y="422593"/>
                  </a:lnTo>
                  <a:lnTo>
                    <a:pt x="789733" y="405227"/>
                  </a:lnTo>
                  <a:lnTo>
                    <a:pt x="799482" y="396225"/>
                  </a:lnTo>
                  <a:lnTo>
                    <a:pt x="809232" y="370800"/>
                  </a:lnTo>
                  <a:lnTo>
                    <a:pt x="818982" y="400421"/>
                  </a:lnTo>
                  <a:lnTo>
                    <a:pt x="828732" y="417104"/>
                  </a:lnTo>
                  <a:lnTo>
                    <a:pt x="838482" y="396974"/>
                  </a:lnTo>
                  <a:lnTo>
                    <a:pt x="848232" y="385520"/>
                  </a:lnTo>
                  <a:lnTo>
                    <a:pt x="857982" y="410249"/>
                  </a:lnTo>
                  <a:lnTo>
                    <a:pt x="867732" y="411787"/>
                  </a:lnTo>
                  <a:lnTo>
                    <a:pt x="877482" y="429538"/>
                  </a:lnTo>
                  <a:lnTo>
                    <a:pt x="887231" y="434280"/>
                  </a:lnTo>
                  <a:lnTo>
                    <a:pt x="896981" y="424073"/>
                  </a:lnTo>
                  <a:lnTo>
                    <a:pt x="906730" y="437981"/>
                  </a:lnTo>
                  <a:lnTo>
                    <a:pt x="916480" y="442388"/>
                  </a:lnTo>
                  <a:lnTo>
                    <a:pt x="926230" y="452962"/>
                  </a:lnTo>
                  <a:lnTo>
                    <a:pt x="935979" y="489789"/>
                  </a:lnTo>
                  <a:lnTo>
                    <a:pt x="945729" y="462497"/>
                  </a:lnTo>
                  <a:lnTo>
                    <a:pt x="955479" y="465394"/>
                  </a:lnTo>
                  <a:lnTo>
                    <a:pt x="965229" y="440542"/>
                  </a:lnTo>
                  <a:lnTo>
                    <a:pt x="974979" y="465526"/>
                  </a:lnTo>
                  <a:lnTo>
                    <a:pt x="984729" y="496117"/>
                  </a:lnTo>
                  <a:lnTo>
                    <a:pt x="994474" y="522200"/>
                  </a:lnTo>
                  <a:lnTo>
                    <a:pt x="1004233" y="515524"/>
                  </a:lnTo>
                  <a:lnTo>
                    <a:pt x="1013977" y="508611"/>
                  </a:lnTo>
                  <a:lnTo>
                    <a:pt x="1023721" y="510062"/>
                  </a:lnTo>
                  <a:lnTo>
                    <a:pt x="1033480" y="522464"/>
                  </a:lnTo>
                  <a:lnTo>
                    <a:pt x="1043224" y="486642"/>
                  </a:lnTo>
                  <a:lnTo>
                    <a:pt x="1052983" y="480887"/>
                  </a:lnTo>
                  <a:lnTo>
                    <a:pt x="1062727" y="490427"/>
                  </a:lnTo>
                  <a:lnTo>
                    <a:pt x="1072471" y="510716"/>
                  </a:lnTo>
                  <a:lnTo>
                    <a:pt x="1082230" y="525541"/>
                  </a:lnTo>
                  <a:lnTo>
                    <a:pt x="1091973" y="499853"/>
                  </a:lnTo>
                  <a:lnTo>
                    <a:pt x="1101732" y="490179"/>
                  </a:lnTo>
                  <a:lnTo>
                    <a:pt x="1111476" y="456663"/>
                  </a:lnTo>
                  <a:lnTo>
                    <a:pt x="1121220" y="454578"/>
                  </a:lnTo>
                  <a:lnTo>
                    <a:pt x="1130979" y="458610"/>
                  </a:lnTo>
                  <a:lnTo>
                    <a:pt x="1140723" y="447029"/>
                  </a:lnTo>
                  <a:lnTo>
                    <a:pt x="1150482" y="431649"/>
                  </a:lnTo>
                  <a:lnTo>
                    <a:pt x="1160226" y="435394"/>
                  </a:lnTo>
                  <a:lnTo>
                    <a:pt x="1169969" y="418784"/>
                  </a:lnTo>
                  <a:lnTo>
                    <a:pt x="1179728" y="415180"/>
                  </a:lnTo>
                  <a:lnTo>
                    <a:pt x="1189472" y="410354"/>
                  </a:lnTo>
                  <a:lnTo>
                    <a:pt x="1199231" y="411592"/>
                  </a:lnTo>
                  <a:lnTo>
                    <a:pt x="1208975" y="403768"/>
                  </a:lnTo>
                  <a:lnTo>
                    <a:pt x="1218719" y="400476"/>
                  </a:lnTo>
                  <a:lnTo>
                    <a:pt x="1228478" y="371470"/>
                  </a:lnTo>
                  <a:lnTo>
                    <a:pt x="1238222" y="356391"/>
                  </a:lnTo>
                  <a:lnTo>
                    <a:pt x="1247966" y="357227"/>
                  </a:lnTo>
                  <a:lnTo>
                    <a:pt x="1257725" y="330312"/>
                  </a:lnTo>
                  <a:lnTo>
                    <a:pt x="1267469" y="333810"/>
                  </a:lnTo>
                  <a:lnTo>
                    <a:pt x="1277227" y="348499"/>
                  </a:lnTo>
                  <a:lnTo>
                    <a:pt x="1286971" y="361516"/>
                  </a:lnTo>
                  <a:lnTo>
                    <a:pt x="1296715" y="357708"/>
                  </a:lnTo>
                  <a:lnTo>
                    <a:pt x="1306474" y="363841"/>
                  </a:lnTo>
                  <a:lnTo>
                    <a:pt x="1316218" y="355853"/>
                  </a:lnTo>
                  <a:lnTo>
                    <a:pt x="1325977" y="349532"/>
                  </a:lnTo>
                  <a:lnTo>
                    <a:pt x="1335721" y="332308"/>
                  </a:lnTo>
                  <a:lnTo>
                    <a:pt x="1345465" y="304848"/>
                  </a:lnTo>
                  <a:lnTo>
                    <a:pt x="1355224" y="319381"/>
                  </a:lnTo>
                  <a:lnTo>
                    <a:pt x="1364967" y="280079"/>
                  </a:lnTo>
                  <a:lnTo>
                    <a:pt x="1374726" y="271972"/>
                  </a:lnTo>
                  <a:lnTo>
                    <a:pt x="1384470" y="277687"/>
                  </a:lnTo>
                  <a:lnTo>
                    <a:pt x="1394214" y="255088"/>
                  </a:lnTo>
                  <a:lnTo>
                    <a:pt x="1403973" y="256875"/>
                  </a:lnTo>
                  <a:lnTo>
                    <a:pt x="1413717" y="263791"/>
                  </a:lnTo>
                  <a:lnTo>
                    <a:pt x="1423476" y="250655"/>
                  </a:lnTo>
                  <a:lnTo>
                    <a:pt x="1433220" y="276798"/>
                  </a:lnTo>
                  <a:lnTo>
                    <a:pt x="1442964" y="247892"/>
                  </a:lnTo>
                  <a:lnTo>
                    <a:pt x="1452722" y="205390"/>
                  </a:lnTo>
                  <a:lnTo>
                    <a:pt x="1462466" y="257621"/>
                  </a:lnTo>
                  <a:lnTo>
                    <a:pt x="1472225" y="222270"/>
                  </a:lnTo>
                  <a:lnTo>
                    <a:pt x="1481969" y="214091"/>
                  </a:lnTo>
                  <a:lnTo>
                    <a:pt x="1491713" y="202829"/>
                  </a:lnTo>
                  <a:lnTo>
                    <a:pt x="1501472" y="194760"/>
                  </a:lnTo>
                  <a:lnTo>
                    <a:pt x="1511216" y="221996"/>
                  </a:lnTo>
                  <a:lnTo>
                    <a:pt x="1520960" y="221530"/>
                  </a:lnTo>
                  <a:lnTo>
                    <a:pt x="1530719" y="226837"/>
                  </a:lnTo>
                  <a:lnTo>
                    <a:pt x="1540463" y="207309"/>
                  </a:lnTo>
                  <a:lnTo>
                    <a:pt x="1550221" y="198715"/>
                  </a:lnTo>
                  <a:lnTo>
                    <a:pt x="1559965" y="180144"/>
                  </a:lnTo>
                  <a:lnTo>
                    <a:pt x="1569709" y="188098"/>
                  </a:lnTo>
                  <a:lnTo>
                    <a:pt x="1579468" y="193043"/>
                  </a:lnTo>
                  <a:lnTo>
                    <a:pt x="1589212" y="218212"/>
                  </a:lnTo>
                  <a:lnTo>
                    <a:pt x="1598971" y="205432"/>
                  </a:lnTo>
                  <a:lnTo>
                    <a:pt x="1608715" y="230554"/>
                  </a:lnTo>
                  <a:lnTo>
                    <a:pt x="1618459" y="254767"/>
                  </a:lnTo>
                  <a:lnTo>
                    <a:pt x="1628218" y="237868"/>
                  </a:lnTo>
                  <a:lnTo>
                    <a:pt x="1637962" y="274658"/>
                  </a:lnTo>
                  <a:lnTo>
                    <a:pt x="1647720" y="292778"/>
                  </a:lnTo>
                  <a:lnTo>
                    <a:pt x="1657464" y="279398"/>
                  </a:lnTo>
                  <a:lnTo>
                    <a:pt x="1667208" y="292624"/>
                  </a:lnTo>
                  <a:lnTo>
                    <a:pt x="1676967" y="315340"/>
                  </a:lnTo>
                  <a:lnTo>
                    <a:pt x="1686711" y="306760"/>
                  </a:lnTo>
                  <a:lnTo>
                    <a:pt x="1696470" y="300697"/>
                  </a:lnTo>
                  <a:lnTo>
                    <a:pt x="1706214" y="319941"/>
                  </a:lnTo>
                  <a:lnTo>
                    <a:pt x="1715958" y="304896"/>
                  </a:lnTo>
                  <a:lnTo>
                    <a:pt x="1725716" y="324482"/>
                  </a:lnTo>
                  <a:lnTo>
                    <a:pt x="1735460" y="306031"/>
                  </a:lnTo>
                  <a:lnTo>
                    <a:pt x="1745219" y="329951"/>
                  </a:lnTo>
                  <a:lnTo>
                    <a:pt x="1754963" y="308877"/>
                  </a:lnTo>
                  <a:lnTo>
                    <a:pt x="1764707" y="314498"/>
                  </a:lnTo>
                  <a:lnTo>
                    <a:pt x="1774466" y="324908"/>
                  </a:lnTo>
                  <a:lnTo>
                    <a:pt x="1784210" y="334108"/>
                  </a:lnTo>
                  <a:lnTo>
                    <a:pt x="1793969" y="363239"/>
                  </a:lnTo>
                  <a:lnTo>
                    <a:pt x="1803713" y="354441"/>
                  </a:lnTo>
                  <a:lnTo>
                    <a:pt x="1813457" y="349993"/>
                  </a:lnTo>
                  <a:lnTo>
                    <a:pt x="1823215" y="388522"/>
                  </a:lnTo>
                  <a:lnTo>
                    <a:pt x="1832959" y="404491"/>
                  </a:lnTo>
                  <a:lnTo>
                    <a:pt x="1842703" y="375241"/>
                  </a:lnTo>
                  <a:lnTo>
                    <a:pt x="1852462" y="404223"/>
                  </a:lnTo>
                  <a:lnTo>
                    <a:pt x="1862206" y="388759"/>
                  </a:lnTo>
                  <a:lnTo>
                    <a:pt x="1871965" y="382311"/>
                  </a:lnTo>
                  <a:lnTo>
                    <a:pt x="1881709" y="350253"/>
                  </a:lnTo>
                  <a:lnTo>
                    <a:pt x="1891453" y="378044"/>
                  </a:lnTo>
                  <a:lnTo>
                    <a:pt x="1901212" y="425125"/>
                  </a:lnTo>
                  <a:lnTo>
                    <a:pt x="1910956" y="388777"/>
                  </a:lnTo>
                  <a:lnTo>
                    <a:pt x="1920714" y="405109"/>
                  </a:lnTo>
                  <a:lnTo>
                    <a:pt x="1930458" y="418533"/>
                  </a:lnTo>
                  <a:lnTo>
                    <a:pt x="1940202" y="419609"/>
                  </a:lnTo>
                  <a:lnTo>
                    <a:pt x="1949961" y="412301"/>
                  </a:lnTo>
                  <a:lnTo>
                    <a:pt x="1959705" y="429861"/>
                  </a:lnTo>
                  <a:lnTo>
                    <a:pt x="1969464" y="417435"/>
                  </a:lnTo>
                  <a:lnTo>
                    <a:pt x="1979208" y="414351"/>
                  </a:lnTo>
                  <a:lnTo>
                    <a:pt x="1988952" y="417180"/>
                  </a:lnTo>
                  <a:lnTo>
                    <a:pt x="1998711" y="419797"/>
                  </a:lnTo>
                  <a:lnTo>
                    <a:pt x="2008454" y="413645"/>
                  </a:lnTo>
                  <a:lnTo>
                    <a:pt x="2018213" y="426741"/>
                  </a:lnTo>
                  <a:lnTo>
                    <a:pt x="2027957" y="414741"/>
                  </a:lnTo>
                  <a:lnTo>
                    <a:pt x="2037701" y="398144"/>
                  </a:lnTo>
                  <a:lnTo>
                    <a:pt x="2047460" y="398661"/>
                  </a:lnTo>
                  <a:lnTo>
                    <a:pt x="2057204" y="388050"/>
                  </a:lnTo>
                  <a:lnTo>
                    <a:pt x="2066963" y="363136"/>
                  </a:lnTo>
                  <a:lnTo>
                    <a:pt x="2076707" y="375293"/>
                  </a:lnTo>
                  <a:lnTo>
                    <a:pt x="2086451" y="354716"/>
                  </a:lnTo>
                  <a:lnTo>
                    <a:pt x="2096210" y="356892"/>
                  </a:lnTo>
                  <a:lnTo>
                    <a:pt x="2105954" y="357394"/>
                  </a:lnTo>
                  <a:lnTo>
                    <a:pt x="2115697" y="386313"/>
                  </a:lnTo>
                  <a:lnTo>
                    <a:pt x="2125456" y="361645"/>
                  </a:lnTo>
                  <a:lnTo>
                    <a:pt x="2135200" y="373582"/>
                  </a:lnTo>
                  <a:lnTo>
                    <a:pt x="2144959" y="404546"/>
                  </a:lnTo>
                  <a:lnTo>
                    <a:pt x="2154703" y="396949"/>
                  </a:lnTo>
                  <a:lnTo>
                    <a:pt x="2164447" y="424719"/>
                  </a:lnTo>
                  <a:lnTo>
                    <a:pt x="2174206" y="451572"/>
                  </a:lnTo>
                  <a:lnTo>
                    <a:pt x="2183950" y="430549"/>
                  </a:lnTo>
                  <a:lnTo>
                    <a:pt x="2193709" y="421325"/>
                  </a:lnTo>
                  <a:lnTo>
                    <a:pt x="2203452" y="434095"/>
                  </a:lnTo>
                  <a:lnTo>
                    <a:pt x="2213196" y="449820"/>
                  </a:lnTo>
                  <a:lnTo>
                    <a:pt x="2222955" y="506618"/>
                  </a:lnTo>
                  <a:lnTo>
                    <a:pt x="2232699" y="508826"/>
                  </a:lnTo>
                  <a:lnTo>
                    <a:pt x="2242458" y="500026"/>
                  </a:lnTo>
                  <a:lnTo>
                    <a:pt x="2252202" y="490844"/>
                  </a:lnTo>
                  <a:lnTo>
                    <a:pt x="2261946" y="463802"/>
                  </a:lnTo>
                  <a:lnTo>
                    <a:pt x="2271705" y="469613"/>
                  </a:lnTo>
                  <a:lnTo>
                    <a:pt x="2281449" y="445648"/>
                  </a:lnTo>
                  <a:lnTo>
                    <a:pt x="2291208" y="423425"/>
                  </a:lnTo>
                  <a:lnTo>
                    <a:pt x="2300951" y="400416"/>
                  </a:lnTo>
                  <a:lnTo>
                    <a:pt x="2310695" y="369331"/>
                  </a:lnTo>
                  <a:lnTo>
                    <a:pt x="2320454" y="363692"/>
                  </a:lnTo>
                  <a:lnTo>
                    <a:pt x="2330198" y="390032"/>
                  </a:lnTo>
                  <a:lnTo>
                    <a:pt x="2339957" y="381109"/>
                  </a:lnTo>
                  <a:lnTo>
                    <a:pt x="2349701" y="387682"/>
                  </a:lnTo>
                  <a:lnTo>
                    <a:pt x="2359445" y="380443"/>
                  </a:lnTo>
                  <a:lnTo>
                    <a:pt x="2369204" y="377646"/>
                  </a:lnTo>
                  <a:lnTo>
                    <a:pt x="2378948" y="369477"/>
                  </a:lnTo>
                  <a:lnTo>
                    <a:pt x="2388692" y="356351"/>
                  </a:lnTo>
                  <a:lnTo>
                    <a:pt x="2398450" y="324574"/>
                  </a:lnTo>
                  <a:lnTo>
                    <a:pt x="2408194" y="349059"/>
                  </a:lnTo>
                  <a:lnTo>
                    <a:pt x="2417953" y="324124"/>
                  </a:lnTo>
                  <a:lnTo>
                    <a:pt x="2427697" y="317441"/>
                  </a:lnTo>
                  <a:lnTo>
                    <a:pt x="2437441" y="311439"/>
                  </a:lnTo>
                  <a:lnTo>
                    <a:pt x="2447200" y="307911"/>
                  </a:lnTo>
                  <a:lnTo>
                    <a:pt x="2456944" y="333412"/>
                  </a:lnTo>
                  <a:lnTo>
                    <a:pt x="2466703" y="338968"/>
                  </a:lnTo>
                  <a:lnTo>
                    <a:pt x="2476446" y="325856"/>
                  </a:lnTo>
                  <a:lnTo>
                    <a:pt x="2486190" y="320839"/>
                  </a:lnTo>
                  <a:lnTo>
                    <a:pt x="2495949" y="295888"/>
                  </a:lnTo>
                  <a:lnTo>
                    <a:pt x="2505693" y="278885"/>
                  </a:lnTo>
                  <a:lnTo>
                    <a:pt x="2515452" y="291657"/>
                  </a:lnTo>
                  <a:lnTo>
                    <a:pt x="2525196" y="279325"/>
                  </a:lnTo>
                  <a:lnTo>
                    <a:pt x="2534940" y="300033"/>
                  </a:lnTo>
                  <a:lnTo>
                    <a:pt x="2544699" y="296050"/>
                  </a:lnTo>
                  <a:lnTo>
                    <a:pt x="2554443" y="273179"/>
                  </a:lnTo>
                  <a:lnTo>
                    <a:pt x="2564202" y="270199"/>
                  </a:lnTo>
                  <a:lnTo>
                    <a:pt x="2573946" y="201148"/>
                  </a:lnTo>
                  <a:lnTo>
                    <a:pt x="2583690" y="185994"/>
                  </a:lnTo>
                  <a:lnTo>
                    <a:pt x="2593448" y="160540"/>
                  </a:lnTo>
                  <a:lnTo>
                    <a:pt x="2603192" y="180124"/>
                  </a:lnTo>
                  <a:lnTo>
                    <a:pt x="2612951" y="171806"/>
                  </a:lnTo>
                  <a:lnTo>
                    <a:pt x="2622695" y="179069"/>
                  </a:lnTo>
                  <a:lnTo>
                    <a:pt x="2632439" y="161284"/>
                  </a:lnTo>
                  <a:lnTo>
                    <a:pt x="2642198" y="177472"/>
                  </a:lnTo>
                  <a:lnTo>
                    <a:pt x="2651942" y="194032"/>
                  </a:lnTo>
                  <a:lnTo>
                    <a:pt x="2661685" y="198529"/>
                  </a:lnTo>
                  <a:lnTo>
                    <a:pt x="2671444" y="235687"/>
                  </a:lnTo>
                  <a:lnTo>
                    <a:pt x="2681188" y="236273"/>
                  </a:lnTo>
                  <a:lnTo>
                    <a:pt x="2690947" y="209434"/>
                  </a:lnTo>
                  <a:lnTo>
                    <a:pt x="2700691" y="197041"/>
                  </a:lnTo>
                  <a:lnTo>
                    <a:pt x="2710435" y="201825"/>
                  </a:lnTo>
                  <a:lnTo>
                    <a:pt x="2720194" y="171472"/>
                  </a:lnTo>
                  <a:lnTo>
                    <a:pt x="2729938" y="198845"/>
                  </a:lnTo>
                  <a:lnTo>
                    <a:pt x="2739697" y="172977"/>
                  </a:lnTo>
                  <a:lnTo>
                    <a:pt x="2749441" y="172593"/>
                  </a:lnTo>
                  <a:lnTo>
                    <a:pt x="2759185" y="128352"/>
                  </a:lnTo>
                  <a:lnTo>
                    <a:pt x="2768943" y="97220"/>
                  </a:lnTo>
                  <a:lnTo>
                    <a:pt x="2778687" y="65250"/>
                  </a:lnTo>
                  <a:lnTo>
                    <a:pt x="2788446" y="47976"/>
                  </a:lnTo>
                  <a:lnTo>
                    <a:pt x="2798190" y="32746"/>
                  </a:lnTo>
                  <a:lnTo>
                    <a:pt x="2807934" y="43045"/>
                  </a:lnTo>
                  <a:lnTo>
                    <a:pt x="2817693" y="12619"/>
                  </a:lnTo>
                  <a:lnTo>
                    <a:pt x="2827437" y="3832"/>
                  </a:lnTo>
                  <a:lnTo>
                    <a:pt x="2837196" y="875"/>
                  </a:lnTo>
                  <a:lnTo>
                    <a:pt x="2846940" y="48691"/>
                  </a:lnTo>
                  <a:lnTo>
                    <a:pt x="2856684" y="30883"/>
                  </a:lnTo>
                  <a:lnTo>
                    <a:pt x="2866442" y="54612"/>
                  </a:lnTo>
                  <a:lnTo>
                    <a:pt x="2876186" y="26729"/>
                  </a:lnTo>
                  <a:lnTo>
                    <a:pt x="2885945" y="29277"/>
                  </a:lnTo>
                  <a:lnTo>
                    <a:pt x="2895689" y="21110"/>
                  </a:lnTo>
                  <a:lnTo>
                    <a:pt x="2905433" y="0"/>
                  </a:lnTo>
                  <a:lnTo>
                    <a:pt x="2915192" y="1080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1" name="Freeform 960">
              <a:extLst>
                <a:ext uri="{FF2B5EF4-FFF2-40B4-BE49-F238E27FC236}">
                  <a16:creationId xmlns:a16="http://schemas.microsoft.com/office/drawing/2014/main" id="{91CF879D-B53C-AABC-D92D-037BFAD5F63F}"/>
                </a:ext>
              </a:extLst>
            </p:cNvPr>
            <p:cNvSpPr/>
            <p:nvPr/>
          </p:nvSpPr>
          <p:spPr>
            <a:xfrm>
              <a:off x="4426652" y="3233157"/>
              <a:ext cx="2915191" cy="334024"/>
            </a:xfrm>
            <a:custGeom>
              <a:avLst/>
              <a:gdLst>
                <a:gd name="connsiteX0" fmla="*/ 0 w 2915191"/>
                <a:gd name="connsiteY0" fmla="*/ 301238 h 334024"/>
                <a:gd name="connsiteX1" fmla="*/ 9750 w 2915191"/>
                <a:gd name="connsiteY1" fmla="*/ 334025 h 334024"/>
                <a:gd name="connsiteX2" fmla="*/ 19500 w 2915191"/>
                <a:gd name="connsiteY2" fmla="*/ 305151 h 334024"/>
                <a:gd name="connsiteX3" fmla="*/ 29250 w 2915191"/>
                <a:gd name="connsiteY3" fmla="*/ 278782 h 334024"/>
                <a:gd name="connsiteX4" fmla="*/ 39000 w 2915191"/>
                <a:gd name="connsiteY4" fmla="*/ 291841 h 334024"/>
                <a:gd name="connsiteX5" fmla="*/ 48749 w 2915191"/>
                <a:gd name="connsiteY5" fmla="*/ 298074 h 334024"/>
                <a:gd name="connsiteX6" fmla="*/ 58499 w 2915191"/>
                <a:gd name="connsiteY6" fmla="*/ 277878 h 334024"/>
                <a:gd name="connsiteX7" fmla="*/ 68249 w 2915191"/>
                <a:gd name="connsiteY7" fmla="*/ 303282 h 334024"/>
                <a:gd name="connsiteX8" fmla="*/ 77998 w 2915191"/>
                <a:gd name="connsiteY8" fmla="*/ 276393 h 334024"/>
                <a:gd name="connsiteX9" fmla="*/ 87748 w 2915191"/>
                <a:gd name="connsiteY9" fmla="*/ 297755 h 334024"/>
                <a:gd name="connsiteX10" fmla="*/ 97497 w 2915191"/>
                <a:gd name="connsiteY10" fmla="*/ 294259 h 334024"/>
                <a:gd name="connsiteX11" fmla="*/ 107247 w 2915191"/>
                <a:gd name="connsiteY11" fmla="*/ 263904 h 334024"/>
                <a:gd name="connsiteX12" fmla="*/ 116997 w 2915191"/>
                <a:gd name="connsiteY12" fmla="*/ 245136 h 334024"/>
                <a:gd name="connsiteX13" fmla="*/ 126747 w 2915191"/>
                <a:gd name="connsiteY13" fmla="*/ 243557 h 334024"/>
                <a:gd name="connsiteX14" fmla="*/ 136497 w 2915191"/>
                <a:gd name="connsiteY14" fmla="*/ 246392 h 334024"/>
                <a:gd name="connsiteX15" fmla="*/ 146247 w 2915191"/>
                <a:gd name="connsiteY15" fmla="*/ 272981 h 334024"/>
                <a:gd name="connsiteX16" fmla="*/ 155997 w 2915191"/>
                <a:gd name="connsiteY16" fmla="*/ 275354 h 334024"/>
                <a:gd name="connsiteX17" fmla="*/ 165747 w 2915191"/>
                <a:gd name="connsiteY17" fmla="*/ 271868 h 334024"/>
                <a:gd name="connsiteX18" fmla="*/ 175497 w 2915191"/>
                <a:gd name="connsiteY18" fmla="*/ 276017 h 334024"/>
                <a:gd name="connsiteX19" fmla="*/ 185247 w 2915191"/>
                <a:gd name="connsiteY19" fmla="*/ 248074 h 334024"/>
                <a:gd name="connsiteX20" fmla="*/ 194996 w 2915191"/>
                <a:gd name="connsiteY20" fmla="*/ 259384 h 334024"/>
                <a:gd name="connsiteX21" fmla="*/ 204746 w 2915191"/>
                <a:gd name="connsiteY21" fmla="*/ 272218 h 334024"/>
                <a:gd name="connsiteX22" fmla="*/ 214495 w 2915191"/>
                <a:gd name="connsiteY22" fmla="*/ 242314 h 334024"/>
                <a:gd name="connsiteX23" fmla="*/ 224245 w 2915191"/>
                <a:gd name="connsiteY23" fmla="*/ 232624 h 334024"/>
                <a:gd name="connsiteX24" fmla="*/ 233995 w 2915191"/>
                <a:gd name="connsiteY24" fmla="*/ 231545 h 334024"/>
                <a:gd name="connsiteX25" fmla="*/ 243744 w 2915191"/>
                <a:gd name="connsiteY25" fmla="*/ 223941 h 334024"/>
                <a:gd name="connsiteX26" fmla="*/ 253494 w 2915191"/>
                <a:gd name="connsiteY26" fmla="*/ 213721 h 334024"/>
                <a:gd name="connsiteX27" fmla="*/ 263244 w 2915191"/>
                <a:gd name="connsiteY27" fmla="*/ 197288 h 334024"/>
                <a:gd name="connsiteX28" fmla="*/ 272994 w 2915191"/>
                <a:gd name="connsiteY28" fmla="*/ 163466 h 334024"/>
                <a:gd name="connsiteX29" fmla="*/ 282744 w 2915191"/>
                <a:gd name="connsiteY29" fmla="*/ 149158 h 334024"/>
                <a:gd name="connsiteX30" fmla="*/ 292494 w 2915191"/>
                <a:gd name="connsiteY30" fmla="*/ 134037 h 334024"/>
                <a:gd name="connsiteX31" fmla="*/ 302244 w 2915191"/>
                <a:gd name="connsiteY31" fmla="*/ 124140 h 334024"/>
                <a:gd name="connsiteX32" fmla="*/ 311994 w 2915191"/>
                <a:gd name="connsiteY32" fmla="*/ 87143 h 334024"/>
                <a:gd name="connsiteX33" fmla="*/ 321744 w 2915191"/>
                <a:gd name="connsiteY33" fmla="*/ 112370 h 334024"/>
                <a:gd name="connsiteX34" fmla="*/ 331493 w 2915191"/>
                <a:gd name="connsiteY34" fmla="*/ 132483 h 334024"/>
                <a:gd name="connsiteX35" fmla="*/ 341243 w 2915191"/>
                <a:gd name="connsiteY35" fmla="*/ 136871 h 334024"/>
                <a:gd name="connsiteX36" fmla="*/ 350993 w 2915191"/>
                <a:gd name="connsiteY36" fmla="*/ 140944 h 334024"/>
                <a:gd name="connsiteX37" fmla="*/ 360742 w 2915191"/>
                <a:gd name="connsiteY37" fmla="*/ 108009 h 334024"/>
                <a:gd name="connsiteX38" fmla="*/ 370492 w 2915191"/>
                <a:gd name="connsiteY38" fmla="*/ 126284 h 334024"/>
                <a:gd name="connsiteX39" fmla="*/ 380241 w 2915191"/>
                <a:gd name="connsiteY39" fmla="*/ 148431 h 334024"/>
                <a:gd name="connsiteX40" fmla="*/ 389991 w 2915191"/>
                <a:gd name="connsiteY40" fmla="*/ 205464 h 334024"/>
                <a:gd name="connsiteX41" fmla="*/ 399741 w 2915191"/>
                <a:gd name="connsiteY41" fmla="*/ 187925 h 334024"/>
                <a:gd name="connsiteX42" fmla="*/ 409491 w 2915191"/>
                <a:gd name="connsiteY42" fmla="*/ 192557 h 334024"/>
                <a:gd name="connsiteX43" fmla="*/ 419241 w 2915191"/>
                <a:gd name="connsiteY43" fmla="*/ 197149 h 334024"/>
                <a:gd name="connsiteX44" fmla="*/ 428991 w 2915191"/>
                <a:gd name="connsiteY44" fmla="*/ 175132 h 334024"/>
                <a:gd name="connsiteX45" fmla="*/ 438741 w 2915191"/>
                <a:gd name="connsiteY45" fmla="*/ 193293 h 334024"/>
                <a:gd name="connsiteX46" fmla="*/ 448491 w 2915191"/>
                <a:gd name="connsiteY46" fmla="*/ 204670 h 334024"/>
                <a:gd name="connsiteX47" fmla="*/ 458241 w 2915191"/>
                <a:gd name="connsiteY47" fmla="*/ 222911 h 334024"/>
                <a:gd name="connsiteX48" fmla="*/ 467991 w 2915191"/>
                <a:gd name="connsiteY48" fmla="*/ 224261 h 334024"/>
                <a:gd name="connsiteX49" fmla="*/ 477740 w 2915191"/>
                <a:gd name="connsiteY49" fmla="*/ 166484 h 334024"/>
                <a:gd name="connsiteX50" fmla="*/ 487490 w 2915191"/>
                <a:gd name="connsiteY50" fmla="*/ 157143 h 334024"/>
                <a:gd name="connsiteX51" fmla="*/ 497239 w 2915191"/>
                <a:gd name="connsiteY51" fmla="*/ 152981 h 334024"/>
                <a:gd name="connsiteX52" fmla="*/ 506989 w 2915191"/>
                <a:gd name="connsiteY52" fmla="*/ 121075 h 334024"/>
                <a:gd name="connsiteX53" fmla="*/ 516738 w 2915191"/>
                <a:gd name="connsiteY53" fmla="*/ 125008 h 334024"/>
                <a:gd name="connsiteX54" fmla="*/ 526488 w 2915191"/>
                <a:gd name="connsiteY54" fmla="*/ 122461 h 334024"/>
                <a:gd name="connsiteX55" fmla="*/ 536238 w 2915191"/>
                <a:gd name="connsiteY55" fmla="*/ 131740 h 334024"/>
                <a:gd name="connsiteX56" fmla="*/ 545988 w 2915191"/>
                <a:gd name="connsiteY56" fmla="*/ 150731 h 334024"/>
                <a:gd name="connsiteX57" fmla="*/ 555738 w 2915191"/>
                <a:gd name="connsiteY57" fmla="*/ 137783 h 334024"/>
                <a:gd name="connsiteX58" fmla="*/ 565488 w 2915191"/>
                <a:gd name="connsiteY58" fmla="*/ 140448 h 334024"/>
                <a:gd name="connsiteX59" fmla="*/ 575238 w 2915191"/>
                <a:gd name="connsiteY59" fmla="*/ 104583 h 334024"/>
                <a:gd name="connsiteX60" fmla="*/ 584988 w 2915191"/>
                <a:gd name="connsiteY60" fmla="*/ 130414 h 334024"/>
                <a:gd name="connsiteX61" fmla="*/ 594738 w 2915191"/>
                <a:gd name="connsiteY61" fmla="*/ 176389 h 334024"/>
                <a:gd name="connsiteX62" fmla="*/ 604488 w 2915191"/>
                <a:gd name="connsiteY62" fmla="*/ 200590 h 334024"/>
                <a:gd name="connsiteX63" fmla="*/ 614237 w 2915191"/>
                <a:gd name="connsiteY63" fmla="*/ 199937 h 334024"/>
                <a:gd name="connsiteX64" fmla="*/ 623987 w 2915191"/>
                <a:gd name="connsiteY64" fmla="*/ 198732 h 334024"/>
                <a:gd name="connsiteX65" fmla="*/ 633736 w 2915191"/>
                <a:gd name="connsiteY65" fmla="*/ 182678 h 334024"/>
                <a:gd name="connsiteX66" fmla="*/ 643486 w 2915191"/>
                <a:gd name="connsiteY66" fmla="*/ 151874 h 334024"/>
                <a:gd name="connsiteX67" fmla="*/ 653236 w 2915191"/>
                <a:gd name="connsiteY67" fmla="*/ 122775 h 334024"/>
                <a:gd name="connsiteX68" fmla="*/ 662985 w 2915191"/>
                <a:gd name="connsiteY68" fmla="*/ 87944 h 334024"/>
                <a:gd name="connsiteX69" fmla="*/ 672735 w 2915191"/>
                <a:gd name="connsiteY69" fmla="*/ 78257 h 334024"/>
                <a:gd name="connsiteX70" fmla="*/ 682485 w 2915191"/>
                <a:gd name="connsiteY70" fmla="*/ 77487 h 334024"/>
                <a:gd name="connsiteX71" fmla="*/ 692235 w 2915191"/>
                <a:gd name="connsiteY71" fmla="*/ 78503 h 334024"/>
                <a:gd name="connsiteX72" fmla="*/ 701985 w 2915191"/>
                <a:gd name="connsiteY72" fmla="*/ 78386 h 334024"/>
                <a:gd name="connsiteX73" fmla="*/ 711735 w 2915191"/>
                <a:gd name="connsiteY73" fmla="*/ 92283 h 334024"/>
                <a:gd name="connsiteX74" fmla="*/ 721485 w 2915191"/>
                <a:gd name="connsiteY74" fmla="*/ 116382 h 334024"/>
                <a:gd name="connsiteX75" fmla="*/ 731235 w 2915191"/>
                <a:gd name="connsiteY75" fmla="*/ 145191 h 334024"/>
                <a:gd name="connsiteX76" fmla="*/ 740985 w 2915191"/>
                <a:gd name="connsiteY76" fmla="*/ 131129 h 334024"/>
                <a:gd name="connsiteX77" fmla="*/ 750734 w 2915191"/>
                <a:gd name="connsiteY77" fmla="*/ 132102 h 334024"/>
                <a:gd name="connsiteX78" fmla="*/ 760484 w 2915191"/>
                <a:gd name="connsiteY78" fmla="*/ 132842 h 334024"/>
                <a:gd name="connsiteX79" fmla="*/ 770233 w 2915191"/>
                <a:gd name="connsiteY79" fmla="*/ 139516 h 334024"/>
                <a:gd name="connsiteX80" fmla="*/ 779983 w 2915191"/>
                <a:gd name="connsiteY80" fmla="*/ 151155 h 334024"/>
                <a:gd name="connsiteX81" fmla="*/ 789733 w 2915191"/>
                <a:gd name="connsiteY81" fmla="*/ 139459 h 334024"/>
                <a:gd name="connsiteX82" fmla="*/ 799482 w 2915191"/>
                <a:gd name="connsiteY82" fmla="*/ 177967 h 334024"/>
                <a:gd name="connsiteX83" fmla="*/ 809232 w 2915191"/>
                <a:gd name="connsiteY83" fmla="*/ 158211 h 334024"/>
                <a:gd name="connsiteX84" fmla="*/ 818982 w 2915191"/>
                <a:gd name="connsiteY84" fmla="*/ 163488 h 334024"/>
                <a:gd name="connsiteX85" fmla="*/ 828732 w 2915191"/>
                <a:gd name="connsiteY85" fmla="*/ 117166 h 334024"/>
                <a:gd name="connsiteX86" fmla="*/ 838482 w 2915191"/>
                <a:gd name="connsiteY86" fmla="*/ 84193 h 334024"/>
                <a:gd name="connsiteX87" fmla="*/ 848232 w 2915191"/>
                <a:gd name="connsiteY87" fmla="*/ 114242 h 334024"/>
                <a:gd name="connsiteX88" fmla="*/ 857982 w 2915191"/>
                <a:gd name="connsiteY88" fmla="*/ 123156 h 334024"/>
                <a:gd name="connsiteX89" fmla="*/ 867732 w 2915191"/>
                <a:gd name="connsiteY89" fmla="*/ 98013 h 334024"/>
                <a:gd name="connsiteX90" fmla="*/ 877482 w 2915191"/>
                <a:gd name="connsiteY90" fmla="*/ 95164 h 334024"/>
                <a:gd name="connsiteX91" fmla="*/ 887231 w 2915191"/>
                <a:gd name="connsiteY91" fmla="*/ 144045 h 334024"/>
                <a:gd name="connsiteX92" fmla="*/ 896981 w 2915191"/>
                <a:gd name="connsiteY92" fmla="*/ 132428 h 334024"/>
                <a:gd name="connsiteX93" fmla="*/ 906730 w 2915191"/>
                <a:gd name="connsiteY93" fmla="*/ 137988 h 334024"/>
                <a:gd name="connsiteX94" fmla="*/ 916480 w 2915191"/>
                <a:gd name="connsiteY94" fmla="*/ 123812 h 334024"/>
                <a:gd name="connsiteX95" fmla="*/ 926230 w 2915191"/>
                <a:gd name="connsiteY95" fmla="*/ 96374 h 334024"/>
                <a:gd name="connsiteX96" fmla="*/ 935979 w 2915191"/>
                <a:gd name="connsiteY96" fmla="*/ 109797 h 334024"/>
                <a:gd name="connsiteX97" fmla="*/ 945729 w 2915191"/>
                <a:gd name="connsiteY97" fmla="*/ 111053 h 334024"/>
                <a:gd name="connsiteX98" fmla="*/ 955479 w 2915191"/>
                <a:gd name="connsiteY98" fmla="*/ 126413 h 334024"/>
                <a:gd name="connsiteX99" fmla="*/ 965229 w 2915191"/>
                <a:gd name="connsiteY99" fmla="*/ 145065 h 334024"/>
                <a:gd name="connsiteX100" fmla="*/ 974979 w 2915191"/>
                <a:gd name="connsiteY100" fmla="*/ 110369 h 334024"/>
                <a:gd name="connsiteX101" fmla="*/ 984729 w 2915191"/>
                <a:gd name="connsiteY101" fmla="*/ 98673 h 334024"/>
                <a:gd name="connsiteX102" fmla="*/ 994474 w 2915191"/>
                <a:gd name="connsiteY102" fmla="*/ 95663 h 334024"/>
                <a:gd name="connsiteX103" fmla="*/ 1004233 w 2915191"/>
                <a:gd name="connsiteY103" fmla="*/ 102755 h 334024"/>
                <a:gd name="connsiteX104" fmla="*/ 1013977 w 2915191"/>
                <a:gd name="connsiteY104" fmla="*/ 117465 h 334024"/>
                <a:gd name="connsiteX105" fmla="*/ 1023721 w 2915191"/>
                <a:gd name="connsiteY105" fmla="*/ 130506 h 334024"/>
                <a:gd name="connsiteX106" fmla="*/ 1033480 w 2915191"/>
                <a:gd name="connsiteY106" fmla="*/ 128787 h 334024"/>
                <a:gd name="connsiteX107" fmla="*/ 1043224 w 2915191"/>
                <a:gd name="connsiteY107" fmla="*/ 146679 h 334024"/>
                <a:gd name="connsiteX108" fmla="*/ 1052983 w 2915191"/>
                <a:gd name="connsiteY108" fmla="*/ 151302 h 334024"/>
                <a:gd name="connsiteX109" fmla="*/ 1062727 w 2915191"/>
                <a:gd name="connsiteY109" fmla="*/ 135335 h 334024"/>
                <a:gd name="connsiteX110" fmla="*/ 1072471 w 2915191"/>
                <a:gd name="connsiteY110" fmla="*/ 130818 h 334024"/>
                <a:gd name="connsiteX111" fmla="*/ 1082230 w 2915191"/>
                <a:gd name="connsiteY111" fmla="*/ 109154 h 334024"/>
                <a:gd name="connsiteX112" fmla="*/ 1091973 w 2915191"/>
                <a:gd name="connsiteY112" fmla="*/ 123156 h 334024"/>
                <a:gd name="connsiteX113" fmla="*/ 1101732 w 2915191"/>
                <a:gd name="connsiteY113" fmla="*/ 130324 h 334024"/>
                <a:gd name="connsiteX114" fmla="*/ 1111476 w 2915191"/>
                <a:gd name="connsiteY114" fmla="*/ 135411 h 334024"/>
                <a:gd name="connsiteX115" fmla="*/ 1121220 w 2915191"/>
                <a:gd name="connsiteY115" fmla="*/ 112097 h 334024"/>
                <a:gd name="connsiteX116" fmla="*/ 1130979 w 2915191"/>
                <a:gd name="connsiteY116" fmla="*/ 114214 h 334024"/>
                <a:gd name="connsiteX117" fmla="*/ 1140723 w 2915191"/>
                <a:gd name="connsiteY117" fmla="*/ 112346 h 334024"/>
                <a:gd name="connsiteX118" fmla="*/ 1150482 w 2915191"/>
                <a:gd name="connsiteY118" fmla="*/ 144507 h 334024"/>
                <a:gd name="connsiteX119" fmla="*/ 1160226 w 2915191"/>
                <a:gd name="connsiteY119" fmla="*/ 140491 h 334024"/>
                <a:gd name="connsiteX120" fmla="*/ 1169969 w 2915191"/>
                <a:gd name="connsiteY120" fmla="*/ 134720 h 334024"/>
                <a:gd name="connsiteX121" fmla="*/ 1179728 w 2915191"/>
                <a:gd name="connsiteY121" fmla="*/ 171550 h 334024"/>
                <a:gd name="connsiteX122" fmla="*/ 1189472 w 2915191"/>
                <a:gd name="connsiteY122" fmla="*/ 155222 h 334024"/>
                <a:gd name="connsiteX123" fmla="*/ 1199231 w 2915191"/>
                <a:gd name="connsiteY123" fmla="*/ 146387 h 334024"/>
                <a:gd name="connsiteX124" fmla="*/ 1208975 w 2915191"/>
                <a:gd name="connsiteY124" fmla="*/ 160544 h 334024"/>
                <a:gd name="connsiteX125" fmla="*/ 1218719 w 2915191"/>
                <a:gd name="connsiteY125" fmla="*/ 156159 h 334024"/>
                <a:gd name="connsiteX126" fmla="*/ 1228478 w 2915191"/>
                <a:gd name="connsiteY126" fmla="*/ 138333 h 334024"/>
                <a:gd name="connsiteX127" fmla="*/ 1238222 w 2915191"/>
                <a:gd name="connsiteY127" fmla="*/ 120801 h 334024"/>
                <a:gd name="connsiteX128" fmla="*/ 1247966 w 2915191"/>
                <a:gd name="connsiteY128" fmla="*/ 129204 h 334024"/>
                <a:gd name="connsiteX129" fmla="*/ 1257725 w 2915191"/>
                <a:gd name="connsiteY129" fmla="*/ 173576 h 334024"/>
                <a:gd name="connsiteX130" fmla="*/ 1267469 w 2915191"/>
                <a:gd name="connsiteY130" fmla="*/ 182597 h 334024"/>
                <a:gd name="connsiteX131" fmla="*/ 1277227 w 2915191"/>
                <a:gd name="connsiteY131" fmla="*/ 191231 h 334024"/>
                <a:gd name="connsiteX132" fmla="*/ 1286971 w 2915191"/>
                <a:gd name="connsiteY132" fmla="*/ 208519 h 334024"/>
                <a:gd name="connsiteX133" fmla="*/ 1296715 w 2915191"/>
                <a:gd name="connsiteY133" fmla="*/ 230672 h 334024"/>
                <a:gd name="connsiteX134" fmla="*/ 1306474 w 2915191"/>
                <a:gd name="connsiteY134" fmla="*/ 178397 h 334024"/>
                <a:gd name="connsiteX135" fmla="*/ 1316218 w 2915191"/>
                <a:gd name="connsiteY135" fmla="*/ 205774 h 334024"/>
                <a:gd name="connsiteX136" fmla="*/ 1325977 w 2915191"/>
                <a:gd name="connsiteY136" fmla="*/ 200029 h 334024"/>
                <a:gd name="connsiteX137" fmla="*/ 1335721 w 2915191"/>
                <a:gd name="connsiteY137" fmla="*/ 192446 h 334024"/>
                <a:gd name="connsiteX138" fmla="*/ 1345465 w 2915191"/>
                <a:gd name="connsiteY138" fmla="*/ 173950 h 334024"/>
                <a:gd name="connsiteX139" fmla="*/ 1355224 w 2915191"/>
                <a:gd name="connsiteY139" fmla="*/ 167390 h 334024"/>
                <a:gd name="connsiteX140" fmla="*/ 1364967 w 2915191"/>
                <a:gd name="connsiteY140" fmla="*/ 142807 h 334024"/>
                <a:gd name="connsiteX141" fmla="*/ 1374726 w 2915191"/>
                <a:gd name="connsiteY141" fmla="*/ 137209 h 334024"/>
                <a:gd name="connsiteX142" fmla="*/ 1384470 w 2915191"/>
                <a:gd name="connsiteY142" fmla="*/ 137912 h 334024"/>
                <a:gd name="connsiteX143" fmla="*/ 1394214 w 2915191"/>
                <a:gd name="connsiteY143" fmla="*/ 134761 h 334024"/>
                <a:gd name="connsiteX144" fmla="*/ 1403973 w 2915191"/>
                <a:gd name="connsiteY144" fmla="*/ 105398 h 334024"/>
                <a:gd name="connsiteX145" fmla="*/ 1413717 w 2915191"/>
                <a:gd name="connsiteY145" fmla="*/ 101654 h 334024"/>
                <a:gd name="connsiteX146" fmla="*/ 1423476 w 2915191"/>
                <a:gd name="connsiteY146" fmla="*/ 115658 h 334024"/>
                <a:gd name="connsiteX147" fmla="*/ 1433220 w 2915191"/>
                <a:gd name="connsiteY147" fmla="*/ 108454 h 334024"/>
                <a:gd name="connsiteX148" fmla="*/ 1442964 w 2915191"/>
                <a:gd name="connsiteY148" fmla="*/ 105766 h 334024"/>
                <a:gd name="connsiteX149" fmla="*/ 1452722 w 2915191"/>
                <a:gd name="connsiteY149" fmla="*/ 126834 h 334024"/>
                <a:gd name="connsiteX150" fmla="*/ 1462466 w 2915191"/>
                <a:gd name="connsiteY150" fmla="*/ 122310 h 334024"/>
                <a:gd name="connsiteX151" fmla="*/ 1472225 w 2915191"/>
                <a:gd name="connsiteY151" fmla="*/ 108642 h 334024"/>
                <a:gd name="connsiteX152" fmla="*/ 1481969 w 2915191"/>
                <a:gd name="connsiteY152" fmla="*/ 96082 h 334024"/>
                <a:gd name="connsiteX153" fmla="*/ 1491713 w 2915191"/>
                <a:gd name="connsiteY153" fmla="*/ 136409 h 334024"/>
                <a:gd name="connsiteX154" fmla="*/ 1501472 w 2915191"/>
                <a:gd name="connsiteY154" fmla="*/ 107259 h 334024"/>
                <a:gd name="connsiteX155" fmla="*/ 1511216 w 2915191"/>
                <a:gd name="connsiteY155" fmla="*/ 105217 h 334024"/>
                <a:gd name="connsiteX156" fmla="*/ 1520960 w 2915191"/>
                <a:gd name="connsiteY156" fmla="*/ 59761 h 334024"/>
                <a:gd name="connsiteX157" fmla="*/ 1530719 w 2915191"/>
                <a:gd name="connsiteY157" fmla="*/ 35772 h 334024"/>
                <a:gd name="connsiteX158" fmla="*/ 1540463 w 2915191"/>
                <a:gd name="connsiteY158" fmla="*/ 24369 h 334024"/>
                <a:gd name="connsiteX159" fmla="*/ 1550221 w 2915191"/>
                <a:gd name="connsiteY159" fmla="*/ 41364 h 334024"/>
                <a:gd name="connsiteX160" fmla="*/ 1559965 w 2915191"/>
                <a:gd name="connsiteY160" fmla="*/ 54125 h 334024"/>
                <a:gd name="connsiteX161" fmla="*/ 1569709 w 2915191"/>
                <a:gd name="connsiteY161" fmla="*/ 43255 h 334024"/>
                <a:gd name="connsiteX162" fmla="*/ 1579468 w 2915191"/>
                <a:gd name="connsiteY162" fmla="*/ 53992 h 334024"/>
                <a:gd name="connsiteX163" fmla="*/ 1589212 w 2915191"/>
                <a:gd name="connsiteY163" fmla="*/ 95230 h 334024"/>
                <a:gd name="connsiteX164" fmla="*/ 1598971 w 2915191"/>
                <a:gd name="connsiteY164" fmla="*/ 103670 h 334024"/>
                <a:gd name="connsiteX165" fmla="*/ 1608715 w 2915191"/>
                <a:gd name="connsiteY165" fmla="*/ 102453 h 334024"/>
                <a:gd name="connsiteX166" fmla="*/ 1618459 w 2915191"/>
                <a:gd name="connsiteY166" fmla="*/ 106024 h 334024"/>
                <a:gd name="connsiteX167" fmla="*/ 1628218 w 2915191"/>
                <a:gd name="connsiteY167" fmla="*/ 105805 h 334024"/>
                <a:gd name="connsiteX168" fmla="*/ 1637962 w 2915191"/>
                <a:gd name="connsiteY168" fmla="*/ 150420 h 334024"/>
                <a:gd name="connsiteX169" fmla="*/ 1647720 w 2915191"/>
                <a:gd name="connsiteY169" fmla="*/ 166641 h 334024"/>
                <a:gd name="connsiteX170" fmla="*/ 1657464 w 2915191"/>
                <a:gd name="connsiteY170" fmla="*/ 173050 h 334024"/>
                <a:gd name="connsiteX171" fmla="*/ 1667208 w 2915191"/>
                <a:gd name="connsiteY171" fmla="*/ 182752 h 334024"/>
                <a:gd name="connsiteX172" fmla="*/ 1676967 w 2915191"/>
                <a:gd name="connsiteY172" fmla="*/ 185165 h 334024"/>
                <a:gd name="connsiteX173" fmla="*/ 1686711 w 2915191"/>
                <a:gd name="connsiteY173" fmla="*/ 176239 h 334024"/>
                <a:gd name="connsiteX174" fmla="*/ 1696470 w 2915191"/>
                <a:gd name="connsiteY174" fmla="*/ 171011 h 334024"/>
                <a:gd name="connsiteX175" fmla="*/ 1706214 w 2915191"/>
                <a:gd name="connsiteY175" fmla="*/ 201545 h 334024"/>
                <a:gd name="connsiteX176" fmla="*/ 1715958 w 2915191"/>
                <a:gd name="connsiteY176" fmla="*/ 221342 h 334024"/>
                <a:gd name="connsiteX177" fmla="*/ 1725716 w 2915191"/>
                <a:gd name="connsiteY177" fmla="*/ 242369 h 334024"/>
                <a:gd name="connsiteX178" fmla="*/ 1735460 w 2915191"/>
                <a:gd name="connsiteY178" fmla="*/ 247715 h 334024"/>
                <a:gd name="connsiteX179" fmla="*/ 1745219 w 2915191"/>
                <a:gd name="connsiteY179" fmla="*/ 215669 h 334024"/>
                <a:gd name="connsiteX180" fmla="*/ 1754963 w 2915191"/>
                <a:gd name="connsiteY180" fmla="*/ 234337 h 334024"/>
                <a:gd name="connsiteX181" fmla="*/ 1764707 w 2915191"/>
                <a:gd name="connsiteY181" fmla="*/ 235930 h 334024"/>
                <a:gd name="connsiteX182" fmla="*/ 1774466 w 2915191"/>
                <a:gd name="connsiteY182" fmla="*/ 232417 h 334024"/>
                <a:gd name="connsiteX183" fmla="*/ 1784210 w 2915191"/>
                <a:gd name="connsiteY183" fmla="*/ 236548 h 334024"/>
                <a:gd name="connsiteX184" fmla="*/ 1793969 w 2915191"/>
                <a:gd name="connsiteY184" fmla="*/ 249653 h 334024"/>
                <a:gd name="connsiteX185" fmla="*/ 1803713 w 2915191"/>
                <a:gd name="connsiteY185" fmla="*/ 246015 h 334024"/>
                <a:gd name="connsiteX186" fmla="*/ 1813457 w 2915191"/>
                <a:gd name="connsiteY186" fmla="*/ 265351 h 334024"/>
                <a:gd name="connsiteX187" fmla="*/ 1823215 w 2915191"/>
                <a:gd name="connsiteY187" fmla="*/ 253384 h 334024"/>
                <a:gd name="connsiteX188" fmla="*/ 1832959 w 2915191"/>
                <a:gd name="connsiteY188" fmla="*/ 272365 h 334024"/>
                <a:gd name="connsiteX189" fmla="*/ 1842703 w 2915191"/>
                <a:gd name="connsiteY189" fmla="*/ 245301 h 334024"/>
                <a:gd name="connsiteX190" fmla="*/ 1852462 w 2915191"/>
                <a:gd name="connsiteY190" fmla="*/ 255987 h 334024"/>
                <a:gd name="connsiteX191" fmla="*/ 1862206 w 2915191"/>
                <a:gd name="connsiteY191" fmla="*/ 253786 h 334024"/>
                <a:gd name="connsiteX192" fmla="*/ 1871965 w 2915191"/>
                <a:gd name="connsiteY192" fmla="*/ 223512 h 334024"/>
                <a:gd name="connsiteX193" fmla="*/ 1881709 w 2915191"/>
                <a:gd name="connsiteY193" fmla="*/ 219160 h 334024"/>
                <a:gd name="connsiteX194" fmla="*/ 1891453 w 2915191"/>
                <a:gd name="connsiteY194" fmla="*/ 219574 h 334024"/>
                <a:gd name="connsiteX195" fmla="*/ 1901212 w 2915191"/>
                <a:gd name="connsiteY195" fmla="*/ 215429 h 334024"/>
                <a:gd name="connsiteX196" fmla="*/ 1910956 w 2915191"/>
                <a:gd name="connsiteY196" fmla="*/ 183268 h 334024"/>
                <a:gd name="connsiteX197" fmla="*/ 1920714 w 2915191"/>
                <a:gd name="connsiteY197" fmla="*/ 198285 h 334024"/>
                <a:gd name="connsiteX198" fmla="*/ 1930458 w 2915191"/>
                <a:gd name="connsiteY198" fmla="*/ 209627 h 334024"/>
                <a:gd name="connsiteX199" fmla="*/ 1940202 w 2915191"/>
                <a:gd name="connsiteY199" fmla="*/ 214484 h 334024"/>
                <a:gd name="connsiteX200" fmla="*/ 1949961 w 2915191"/>
                <a:gd name="connsiteY200" fmla="*/ 203621 h 334024"/>
                <a:gd name="connsiteX201" fmla="*/ 1959705 w 2915191"/>
                <a:gd name="connsiteY201" fmla="*/ 192043 h 334024"/>
                <a:gd name="connsiteX202" fmla="*/ 1969464 w 2915191"/>
                <a:gd name="connsiteY202" fmla="*/ 221584 h 334024"/>
                <a:gd name="connsiteX203" fmla="*/ 1979208 w 2915191"/>
                <a:gd name="connsiteY203" fmla="*/ 273535 h 334024"/>
                <a:gd name="connsiteX204" fmla="*/ 1988952 w 2915191"/>
                <a:gd name="connsiteY204" fmla="*/ 260562 h 334024"/>
                <a:gd name="connsiteX205" fmla="*/ 1998711 w 2915191"/>
                <a:gd name="connsiteY205" fmla="*/ 238983 h 334024"/>
                <a:gd name="connsiteX206" fmla="*/ 2008454 w 2915191"/>
                <a:gd name="connsiteY206" fmla="*/ 244142 h 334024"/>
                <a:gd name="connsiteX207" fmla="*/ 2018213 w 2915191"/>
                <a:gd name="connsiteY207" fmla="*/ 240703 h 334024"/>
                <a:gd name="connsiteX208" fmla="*/ 2027957 w 2915191"/>
                <a:gd name="connsiteY208" fmla="*/ 232017 h 334024"/>
                <a:gd name="connsiteX209" fmla="*/ 2037701 w 2915191"/>
                <a:gd name="connsiteY209" fmla="*/ 240534 h 334024"/>
                <a:gd name="connsiteX210" fmla="*/ 2047460 w 2915191"/>
                <a:gd name="connsiteY210" fmla="*/ 232783 h 334024"/>
                <a:gd name="connsiteX211" fmla="*/ 2057204 w 2915191"/>
                <a:gd name="connsiteY211" fmla="*/ 230174 h 334024"/>
                <a:gd name="connsiteX212" fmla="*/ 2066963 w 2915191"/>
                <a:gd name="connsiteY212" fmla="*/ 208194 h 334024"/>
                <a:gd name="connsiteX213" fmla="*/ 2076707 w 2915191"/>
                <a:gd name="connsiteY213" fmla="*/ 227977 h 334024"/>
                <a:gd name="connsiteX214" fmla="*/ 2086451 w 2915191"/>
                <a:gd name="connsiteY214" fmla="*/ 218625 h 334024"/>
                <a:gd name="connsiteX215" fmla="*/ 2096210 w 2915191"/>
                <a:gd name="connsiteY215" fmla="*/ 232381 h 334024"/>
                <a:gd name="connsiteX216" fmla="*/ 2105954 w 2915191"/>
                <a:gd name="connsiteY216" fmla="*/ 210654 h 334024"/>
                <a:gd name="connsiteX217" fmla="*/ 2115697 w 2915191"/>
                <a:gd name="connsiteY217" fmla="*/ 192152 h 334024"/>
                <a:gd name="connsiteX218" fmla="*/ 2125456 w 2915191"/>
                <a:gd name="connsiteY218" fmla="*/ 192100 h 334024"/>
                <a:gd name="connsiteX219" fmla="*/ 2135200 w 2915191"/>
                <a:gd name="connsiteY219" fmla="*/ 196765 h 334024"/>
                <a:gd name="connsiteX220" fmla="*/ 2144959 w 2915191"/>
                <a:gd name="connsiteY220" fmla="*/ 213239 h 334024"/>
                <a:gd name="connsiteX221" fmla="*/ 2154703 w 2915191"/>
                <a:gd name="connsiteY221" fmla="*/ 194125 h 334024"/>
                <a:gd name="connsiteX222" fmla="*/ 2164447 w 2915191"/>
                <a:gd name="connsiteY222" fmla="*/ 172831 h 334024"/>
                <a:gd name="connsiteX223" fmla="*/ 2174206 w 2915191"/>
                <a:gd name="connsiteY223" fmla="*/ 131567 h 334024"/>
                <a:gd name="connsiteX224" fmla="*/ 2183950 w 2915191"/>
                <a:gd name="connsiteY224" fmla="*/ 136396 h 334024"/>
                <a:gd name="connsiteX225" fmla="*/ 2193709 w 2915191"/>
                <a:gd name="connsiteY225" fmla="*/ 112100 h 334024"/>
                <a:gd name="connsiteX226" fmla="*/ 2203452 w 2915191"/>
                <a:gd name="connsiteY226" fmla="*/ 108773 h 334024"/>
                <a:gd name="connsiteX227" fmla="*/ 2213196 w 2915191"/>
                <a:gd name="connsiteY227" fmla="*/ 112833 h 334024"/>
                <a:gd name="connsiteX228" fmla="*/ 2222955 w 2915191"/>
                <a:gd name="connsiteY228" fmla="*/ 94321 h 334024"/>
                <a:gd name="connsiteX229" fmla="*/ 2232699 w 2915191"/>
                <a:gd name="connsiteY229" fmla="*/ 90248 h 334024"/>
                <a:gd name="connsiteX230" fmla="*/ 2242458 w 2915191"/>
                <a:gd name="connsiteY230" fmla="*/ 76193 h 334024"/>
                <a:gd name="connsiteX231" fmla="*/ 2252202 w 2915191"/>
                <a:gd name="connsiteY231" fmla="*/ 62951 h 334024"/>
                <a:gd name="connsiteX232" fmla="*/ 2261946 w 2915191"/>
                <a:gd name="connsiteY232" fmla="*/ 70594 h 334024"/>
                <a:gd name="connsiteX233" fmla="*/ 2271705 w 2915191"/>
                <a:gd name="connsiteY233" fmla="*/ 80034 h 334024"/>
                <a:gd name="connsiteX234" fmla="*/ 2281449 w 2915191"/>
                <a:gd name="connsiteY234" fmla="*/ 108550 h 334024"/>
                <a:gd name="connsiteX235" fmla="*/ 2291208 w 2915191"/>
                <a:gd name="connsiteY235" fmla="*/ 108900 h 334024"/>
                <a:gd name="connsiteX236" fmla="*/ 2300951 w 2915191"/>
                <a:gd name="connsiteY236" fmla="*/ 106872 h 334024"/>
                <a:gd name="connsiteX237" fmla="*/ 2310695 w 2915191"/>
                <a:gd name="connsiteY237" fmla="*/ 117730 h 334024"/>
                <a:gd name="connsiteX238" fmla="*/ 2320454 w 2915191"/>
                <a:gd name="connsiteY238" fmla="*/ 133694 h 334024"/>
                <a:gd name="connsiteX239" fmla="*/ 2330198 w 2915191"/>
                <a:gd name="connsiteY239" fmla="*/ 114344 h 334024"/>
                <a:gd name="connsiteX240" fmla="*/ 2339957 w 2915191"/>
                <a:gd name="connsiteY240" fmla="*/ 107483 h 334024"/>
                <a:gd name="connsiteX241" fmla="*/ 2349701 w 2915191"/>
                <a:gd name="connsiteY241" fmla="*/ 80954 h 334024"/>
                <a:gd name="connsiteX242" fmla="*/ 2359445 w 2915191"/>
                <a:gd name="connsiteY242" fmla="*/ 60567 h 334024"/>
                <a:gd name="connsiteX243" fmla="*/ 2369204 w 2915191"/>
                <a:gd name="connsiteY243" fmla="*/ 60080 h 334024"/>
                <a:gd name="connsiteX244" fmla="*/ 2378948 w 2915191"/>
                <a:gd name="connsiteY244" fmla="*/ 26389 h 334024"/>
                <a:gd name="connsiteX245" fmla="*/ 2388692 w 2915191"/>
                <a:gd name="connsiteY245" fmla="*/ 27165 h 334024"/>
                <a:gd name="connsiteX246" fmla="*/ 2398450 w 2915191"/>
                <a:gd name="connsiteY246" fmla="*/ 48942 h 334024"/>
                <a:gd name="connsiteX247" fmla="*/ 2408194 w 2915191"/>
                <a:gd name="connsiteY247" fmla="*/ 46071 h 334024"/>
                <a:gd name="connsiteX248" fmla="*/ 2417953 w 2915191"/>
                <a:gd name="connsiteY248" fmla="*/ 37078 h 334024"/>
                <a:gd name="connsiteX249" fmla="*/ 2427697 w 2915191"/>
                <a:gd name="connsiteY249" fmla="*/ 18558 h 334024"/>
                <a:gd name="connsiteX250" fmla="*/ 2437441 w 2915191"/>
                <a:gd name="connsiteY250" fmla="*/ 33707 h 334024"/>
                <a:gd name="connsiteX251" fmla="*/ 2447200 w 2915191"/>
                <a:gd name="connsiteY251" fmla="*/ 51710 h 334024"/>
                <a:gd name="connsiteX252" fmla="*/ 2456944 w 2915191"/>
                <a:gd name="connsiteY252" fmla="*/ 41902 h 334024"/>
                <a:gd name="connsiteX253" fmla="*/ 2466703 w 2915191"/>
                <a:gd name="connsiteY253" fmla="*/ 64259 h 334024"/>
                <a:gd name="connsiteX254" fmla="*/ 2476446 w 2915191"/>
                <a:gd name="connsiteY254" fmla="*/ 89327 h 334024"/>
                <a:gd name="connsiteX255" fmla="*/ 2486190 w 2915191"/>
                <a:gd name="connsiteY255" fmla="*/ 87064 h 334024"/>
                <a:gd name="connsiteX256" fmla="*/ 2495949 w 2915191"/>
                <a:gd name="connsiteY256" fmla="*/ 57026 h 334024"/>
                <a:gd name="connsiteX257" fmla="*/ 2505693 w 2915191"/>
                <a:gd name="connsiteY257" fmla="*/ 57684 h 334024"/>
                <a:gd name="connsiteX258" fmla="*/ 2515452 w 2915191"/>
                <a:gd name="connsiteY258" fmla="*/ 68294 h 334024"/>
                <a:gd name="connsiteX259" fmla="*/ 2525196 w 2915191"/>
                <a:gd name="connsiteY259" fmla="*/ 65554 h 334024"/>
                <a:gd name="connsiteX260" fmla="*/ 2534940 w 2915191"/>
                <a:gd name="connsiteY260" fmla="*/ 58738 h 334024"/>
                <a:gd name="connsiteX261" fmla="*/ 2544699 w 2915191"/>
                <a:gd name="connsiteY261" fmla="*/ 44701 h 334024"/>
                <a:gd name="connsiteX262" fmla="*/ 2554443 w 2915191"/>
                <a:gd name="connsiteY262" fmla="*/ 82639 h 334024"/>
                <a:gd name="connsiteX263" fmla="*/ 2564202 w 2915191"/>
                <a:gd name="connsiteY263" fmla="*/ 45080 h 334024"/>
                <a:gd name="connsiteX264" fmla="*/ 2573946 w 2915191"/>
                <a:gd name="connsiteY264" fmla="*/ 55265 h 334024"/>
                <a:gd name="connsiteX265" fmla="*/ 2583690 w 2915191"/>
                <a:gd name="connsiteY265" fmla="*/ 87806 h 334024"/>
                <a:gd name="connsiteX266" fmla="*/ 2593448 w 2915191"/>
                <a:gd name="connsiteY266" fmla="*/ 83181 h 334024"/>
                <a:gd name="connsiteX267" fmla="*/ 2603192 w 2915191"/>
                <a:gd name="connsiteY267" fmla="*/ 74483 h 334024"/>
                <a:gd name="connsiteX268" fmla="*/ 2612951 w 2915191"/>
                <a:gd name="connsiteY268" fmla="*/ 113651 h 334024"/>
                <a:gd name="connsiteX269" fmla="*/ 2622695 w 2915191"/>
                <a:gd name="connsiteY269" fmla="*/ 119913 h 334024"/>
                <a:gd name="connsiteX270" fmla="*/ 2632439 w 2915191"/>
                <a:gd name="connsiteY270" fmla="*/ 132950 h 334024"/>
                <a:gd name="connsiteX271" fmla="*/ 2642198 w 2915191"/>
                <a:gd name="connsiteY271" fmla="*/ 118295 h 334024"/>
                <a:gd name="connsiteX272" fmla="*/ 2651942 w 2915191"/>
                <a:gd name="connsiteY272" fmla="*/ 111720 h 334024"/>
                <a:gd name="connsiteX273" fmla="*/ 2661685 w 2915191"/>
                <a:gd name="connsiteY273" fmla="*/ 76436 h 334024"/>
                <a:gd name="connsiteX274" fmla="*/ 2671444 w 2915191"/>
                <a:gd name="connsiteY274" fmla="*/ 101872 h 334024"/>
                <a:gd name="connsiteX275" fmla="*/ 2681188 w 2915191"/>
                <a:gd name="connsiteY275" fmla="*/ 128860 h 334024"/>
                <a:gd name="connsiteX276" fmla="*/ 2690947 w 2915191"/>
                <a:gd name="connsiteY276" fmla="*/ 125210 h 334024"/>
                <a:gd name="connsiteX277" fmla="*/ 2700691 w 2915191"/>
                <a:gd name="connsiteY277" fmla="*/ 119171 h 334024"/>
                <a:gd name="connsiteX278" fmla="*/ 2710435 w 2915191"/>
                <a:gd name="connsiteY278" fmla="*/ 134055 h 334024"/>
                <a:gd name="connsiteX279" fmla="*/ 2720194 w 2915191"/>
                <a:gd name="connsiteY279" fmla="*/ 142713 h 334024"/>
                <a:gd name="connsiteX280" fmla="*/ 2729938 w 2915191"/>
                <a:gd name="connsiteY280" fmla="*/ 115430 h 334024"/>
                <a:gd name="connsiteX281" fmla="*/ 2739697 w 2915191"/>
                <a:gd name="connsiteY281" fmla="*/ 68203 h 334024"/>
                <a:gd name="connsiteX282" fmla="*/ 2749441 w 2915191"/>
                <a:gd name="connsiteY282" fmla="*/ 80668 h 334024"/>
                <a:gd name="connsiteX283" fmla="*/ 2759185 w 2915191"/>
                <a:gd name="connsiteY283" fmla="*/ 64915 h 334024"/>
                <a:gd name="connsiteX284" fmla="*/ 2768943 w 2915191"/>
                <a:gd name="connsiteY284" fmla="*/ 74343 h 334024"/>
                <a:gd name="connsiteX285" fmla="*/ 2778687 w 2915191"/>
                <a:gd name="connsiteY285" fmla="*/ 57686 h 334024"/>
                <a:gd name="connsiteX286" fmla="*/ 2788446 w 2915191"/>
                <a:gd name="connsiteY286" fmla="*/ 20990 h 334024"/>
                <a:gd name="connsiteX287" fmla="*/ 2798190 w 2915191"/>
                <a:gd name="connsiteY287" fmla="*/ 20137 h 334024"/>
                <a:gd name="connsiteX288" fmla="*/ 2807934 w 2915191"/>
                <a:gd name="connsiteY288" fmla="*/ 42689 h 334024"/>
                <a:gd name="connsiteX289" fmla="*/ 2817693 w 2915191"/>
                <a:gd name="connsiteY289" fmla="*/ 51480 h 334024"/>
                <a:gd name="connsiteX290" fmla="*/ 2827437 w 2915191"/>
                <a:gd name="connsiteY290" fmla="*/ 34816 h 334024"/>
                <a:gd name="connsiteX291" fmla="*/ 2837196 w 2915191"/>
                <a:gd name="connsiteY291" fmla="*/ 48936 h 334024"/>
                <a:gd name="connsiteX292" fmla="*/ 2846940 w 2915191"/>
                <a:gd name="connsiteY292" fmla="*/ 40884 h 334024"/>
                <a:gd name="connsiteX293" fmla="*/ 2856684 w 2915191"/>
                <a:gd name="connsiteY293" fmla="*/ 39093 h 334024"/>
                <a:gd name="connsiteX294" fmla="*/ 2866442 w 2915191"/>
                <a:gd name="connsiteY294" fmla="*/ 2598 h 334024"/>
                <a:gd name="connsiteX295" fmla="*/ 2876186 w 2915191"/>
                <a:gd name="connsiteY295" fmla="*/ 0 h 334024"/>
                <a:gd name="connsiteX296" fmla="*/ 2885945 w 2915191"/>
                <a:gd name="connsiteY296" fmla="*/ 8820 h 334024"/>
                <a:gd name="connsiteX297" fmla="*/ 2895689 w 2915191"/>
                <a:gd name="connsiteY297" fmla="*/ 21675 h 334024"/>
                <a:gd name="connsiteX298" fmla="*/ 2905433 w 2915191"/>
                <a:gd name="connsiteY298" fmla="*/ 20242 h 334024"/>
                <a:gd name="connsiteX299" fmla="*/ 2915192 w 2915191"/>
                <a:gd name="connsiteY299" fmla="*/ 40175 h 334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34024">
                  <a:moveTo>
                    <a:pt x="0" y="301238"/>
                  </a:moveTo>
                  <a:lnTo>
                    <a:pt x="9750" y="334025"/>
                  </a:lnTo>
                  <a:lnTo>
                    <a:pt x="19500" y="305151"/>
                  </a:lnTo>
                  <a:lnTo>
                    <a:pt x="29250" y="278782"/>
                  </a:lnTo>
                  <a:lnTo>
                    <a:pt x="39000" y="291841"/>
                  </a:lnTo>
                  <a:lnTo>
                    <a:pt x="48749" y="298074"/>
                  </a:lnTo>
                  <a:lnTo>
                    <a:pt x="58499" y="277878"/>
                  </a:lnTo>
                  <a:lnTo>
                    <a:pt x="68249" y="303282"/>
                  </a:lnTo>
                  <a:lnTo>
                    <a:pt x="77998" y="276393"/>
                  </a:lnTo>
                  <a:lnTo>
                    <a:pt x="87748" y="297755"/>
                  </a:lnTo>
                  <a:lnTo>
                    <a:pt x="97497" y="294259"/>
                  </a:lnTo>
                  <a:lnTo>
                    <a:pt x="107247" y="263904"/>
                  </a:lnTo>
                  <a:lnTo>
                    <a:pt x="116997" y="245136"/>
                  </a:lnTo>
                  <a:lnTo>
                    <a:pt x="126747" y="243557"/>
                  </a:lnTo>
                  <a:lnTo>
                    <a:pt x="136497" y="246392"/>
                  </a:lnTo>
                  <a:lnTo>
                    <a:pt x="146247" y="272981"/>
                  </a:lnTo>
                  <a:lnTo>
                    <a:pt x="155997" y="275354"/>
                  </a:lnTo>
                  <a:lnTo>
                    <a:pt x="165747" y="271868"/>
                  </a:lnTo>
                  <a:lnTo>
                    <a:pt x="175497" y="276017"/>
                  </a:lnTo>
                  <a:lnTo>
                    <a:pt x="185247" y="248074"/>
                  </a:lnTo>
                  <a:lnTo>
                    <a:pt x="194996" y="259384"/>
                  </a:lnTo>
                  <a:lnTo>
                    <a:pt x="204746" y="272218"/>
                  </a:lnTo>
                  <a:lnTo>
                    <a:pt x="214495" y="242314"/>
                  </a:lnTo>
                  <a:lnTo>
                    <a:pt x="224245" y="232624"/>
                  </a:lnTo>
                  <a:lnTo>
                    <a:pt x="233995" y="231545"/>
                  </a:lnTo>
                  <a:lnTo>
                    <a:pt x="243744" y="223941"/>
                  </a:lnTo>
                  <a:lnTo>
                    <a:pt x="253494" y="213721"/>
                  </a:lnTo>
                  <a:lnTo>
                    <a:pt x="263244" y="197288"/>
                  </a:lnTo>
                  <a:lnTo>
                    <a:pt x="272994" y="163466"/>
                  </a:lnTo>
                  <a:lnTo>
                    <a:pt x="282744" y="149158"/>
                  </a:lnTo>
                  <a:lnTo>
                    <a:pt x="292494" y="134037"/>
                  </a:lnTo>
                  <a:lnTo>
                    <a:pt x="302244" y="124140"/>
                  </a:lnTo>
                  <a:lnTo>
                    <a:pt x="311994" y="87143"/>
                  </a:lnTo>
                  <a:lnTo>
                    <a:pt x="321744" y="112370"/>
                  </a:lnTo>
                  <a:lnTo>
                    <a:pt x="331493" y="132483"/>
                  </a:lnTo>
                  <a:lnTo>
                    <a:pt x="341243" y="136871"/>
                  </a:lnTo>
                  <a:lnTo>
                    <a:pt x="350993" y="140944"/>
                  </a:lnTo>
                  <a:lnTo>
                    <a:pt x="360742" y="108009"/>
                  </a:lnTo>
                  <a:lnTo>
                    <a:pt x="370492" y="126284"/>
                  </a:lnTo>
                  <a:lnTo>
                    <a:pt x="380241" y="148431"/>
                  </a:lnTo>
                  <a:lnTo>
                    <a:pt x="389991" y="205464"/>
                  </a:lnTo>
                  <a:lnTo>
                    <a:pt x="399741" y="187925"/>
                  </a:lnTo>
                  <a:lnTo>
                    <a:pt x="409491" y="192557"/>
                  </a:lnTo>
                  <a:lnTo>
                    <a:pt x="419241" y="197149"/>
                  </a:lnTo>
                  <a:lnTo>
                    <a:pt x="428991" y="175132"/>
                  </a:lnTo>
                  <a:lnTo>
                    <a:pt x="438741" y="193293"/>
                  </a:lnTo>
                  <a:lnTo>
                    <a:pt x="448491" y="204670"/>
                  </a:lnTo>
                  <a:lnTo>
                    <a:pt x="458241" y="222911"/>
                  </a:lnTo>
                  <a:lnTo>
                    <a:pt x="467991" y="224261"/>
                  </a:lnTo>
                  <a:lnTo>
                    <a:pt x="477740" y="166484"/>
                  </a:lnTo>
                  <a:lnTo>
                    <a:pt x="487490" y="157143"/>
                  </a:lnTo>
                  <a:lnTo>
                    <a:pt x="497239" y="152981"/>
                  </a:lnTo>
                  <a:lnTo>
                    <a:pt x="506989" y="121075"/>
                  </a:lnTo>
                  <a:lnTo>
                    <a:pt x="516738" y="125008"/>
                  </a:lnTo>
                  <a:lnTo>
                    <a:pt x="526488" y="122461"/>
                  </a:lnTo>
                  <a:lnTo>
                    <a:pt x="536238" y="131740"/>
                  </a:lnTo>
                  <a:lnTo>
                    <a:pt x="545988" y="150731"/>
                  </a:lnTo>
                  <a:lnTo>
                    <a:pt x="555738" y="137783"/>
                  </a:lnTo>
                  <a:lnTo>
                    <a:pt x="565488" y="140448"/>
                  </a:lnTo>
                  <a:lnTo>
                    <a:pt x="575238" y="104583"/>
                  </a:lnTo>
                  <a:lnTo>
                    <a:pt x="584988" y="130414"/>
                  </a:lnTo>
                  <a:lnTo>
                    <a:pt x="594738" y="176389"/>
                  </a:lnTo>
                  <a:lnTo>
                    <a:pt x="604488" y="200590"/>
                  </a:lnTo>
                  <a:lnTo>
                    <a:pt x="614237" y="199937"/>
                  </a:lnTo>
                  <a:lnTo>
                    <a:pt x="623987" y="198732"/>
                  </a:lnTo>
                  <a:lnTo>
                    <a:pt x="633736" y="182678"/>
                  </a:lnTo>
                  <a:lnTo>
                    <a:pt x="643486" y="151874"/>
                  </a:lnTo>
                  <a:lnTo>
                    <a:pt x="653236" y="122775"/>
                  </a:lnTo>
                  <a:lnTo>
                    <a:pt x="662985" y="87944"/>
                  </a:lnTo>
                  <a:lnTo>
                    <a:pt x="672735" y="78257"/>
                  </a:lnTo>
                  <a:lnTo>
                    <a:pt x="682485" y="77487"/>
                  </a:lnTo>
                  <a:lnTo>
                    <a:pt x="692235" y="78503"/>
                  </a:lnTo>
                  <a:lnTo>
                    <a:pt x="701985" y="78386"/>
                  </a:lnTo>
                  <a:lnTo>
                    <a:pt x="711735" y="92283"/>
                  </a:lnTo>
                  <a:lnTo>
                    <a:pt x="721485" y="116382"/>
                  </a:lnTo>
                  <a:lnTo>
                    <a:pt x="731235" y="145191"/>
                  </a:lnTo>
                  <a:lnTo>
                    <a:pt x="740985" y="131129"/>
                  </a:lnTo>
                  <a:lnTo>
                    <a:pt x="750734" y="132102"/>
                  </a:lnTo>
                  <a:lnTo>
                    <a:pt x="760484" y="132842"/>
                  </a:lnTo>
                  <a:lnTo>
                    <a:pt x="770233" y="139516"/>
                  </a:lnTo>
                  <a:lnTo>
                    <a:pt x="779983" y="151155"/>
                  </a:lnTo>
                  <a:lnTo>
                    <a:pt x="789733" y="139459"/>
                  </a:lnTo>
                  <a:lnTo>
                    <a:pt x="799482" y="177967"/>
                  </a:lnTo>
                  <a:lnTo>
                    <a:pt x="809232" y="158211"/>
                  </a:lnTo>
                  <a:lnTo>
                    <a:pt x="818982" y="163488"/>
                  </a:lnTo>
                  <a:lnTo>
                    <a:pt x="828732" y="117166"/>
                  </a:lnTo>
                  <a:lnTo>
                    <a:pt x="838482" y="84193"/>
                  </a:lnTo>
                  <a:lnTo>
                    <a:pt x="848232" y="114242"/>
                  </a:lnTo>
                  <a:lnTo>
                    <a:pt x="857982" y="123156"/>
                  </a:lnTo>
                  <a:lnTo>
                    <a:pt x="867732" y="98013"/>
                  </a:lnTo>
                  <a:lnTo>
                    <a:pt x="877482" y="95164"/>
                  </a:lnTo>
                  <a:lnTo>
                    <a:pt x="887231" y="144045"/>
                  </a:lnTo>
                  <a:lnTo>
                    <a:pt x="896981" y="132428"/>
                  </a:lnTo>
                  <a:lnTo>
                    <a:pt x="906730" y="137988"/>
                  </a:lnTo>
                  <a:lnTo>
                    <a:pt x="916480" y="123812"/>
                  </a:lnTo>
                  <a:lnTo>
                    <a:pt x="926230" y="96374"/>
                  </a:lnTo>
                  <a:lnTo>
                    <a:pt x="935979" y="109797"/>
                  </a:lnTo>
                  <a:lnTo>
                    <a:pt x="945729" y="111053"/>
                  </a:lnTo>
                  <a:lnTo>
                    <a:pt x="955479" y="126413"/>
                  </a:lnTo>
                  <a:lnTo>
                    <a:pt x="965229" y="145065"/>
                  </a:lnTo>
                  <a:lnTo>
                    <a:pt x="974979" y="110369"/>
                  </a:lnTo>
                  <a:lnTo>
                    <a:pt x="984729" y="98673"/>
                  </a:lnTo>
                  <a:lnTo>
                    <a:pt x="994474" y="95663"/>
                  </a:lnTo>
                  <a:lnTo>
                    <a:pt x="1004233" y="102755"/>
                  </a:lnTo>
                  <a:lnTo>
                    <a:pt x="1013977" y="117465"/>
                  </a:lnTo>
                  <a:lnTo>
                    <a:pt x="1023721" y="130506"/>
                  </a:lnTo>
                  <a:lnTo>
                    <a:pt x="1033480" y="128787"/>
                  </a:lnTo>
                  <a:lnTo>
                    <a:pt x="1043224" y="146679"/>
                  </a:lnTo>
                  <a:lnTo>
                    <a:pt x="1052983" y="151302"/>
                  </a:lnTo>
                  <a:lnTo>
                    <a:pt x="1062727" y="135335"/>
                  </a:lnTo>
                  <a:lnTo>
                    <a:pt x="1072471" y="130818"/>
                  </a:lnTo>
                  <a:lnTo>
                    <a:pt x="1082230" y="109154"/>
                  </a:lnTo>
                  <a:lnTo>
                    <a:pt x="1091973" y="123156"/>
                  </a:lnTo>
                  <a:lnTo>
                    <a:pt x="1101732" y="130324"/>
                  </a:lnTo>
                  <a:lnTo>
                    <a:pt x="1111476" y="135411"/>
                  </a:lnTo>
                  <a:lnTo>
                    <a:pt x="1121220" y="112097"/>
                  </a:lnTo>
                  <a:lnTo>
                    <a:pt x="1130979" y="114214"/>
                  </a:lnTo>
                  <a:lnTo>
                    <a:pt x="1140723" y="112346"/>
                  </a:lnTo>
                  <a:lnTo>
                    <a:pt x="1150482" y="144507"/>
                  </a:lnTo>
                  <a:lnTo>
                    <a:pt x="1160226" y="140491"/>
                  </a:lnTo>
                  <a:lnTo>
                    <a:pt x="1169969" y="134720"/>
                  </a:lnTo>
                  <a:lnTo>
                    <a:pt x="1179728" y="171550"/>
                  </a:lnTo>
                  <a:lnTo>
                    <a:pt x="1189472" y="155222"/>
                  </a:lnTo>
                  <a:lnTo>
                    <a:pt x="1199231" y="146387"/>
                  </a:lnTo>
                  <a:lnTo>
                    <a:pt x="1208975" y="160544"/>
                  </a:lnTo>
                  <a:lnTo>
                    <a:pt x="1218719" y="156159"/>
                  </a:lnTo>
                  <a:lnTo>
                    <a:pt x="1228478" y="138333"/>
                  </a:lnTo>
                  <a:lnTo>
                    <a:pt x="1238222" y="120801"/>
                  </a:lnTo>
                  <a:lnTo>
                    <a:pt x="1247966" y="129204"/>
                  </a:lnTo>
                  <a:lnTo>
                    <a:pt x="1257725" y="173576"/>
                  </a:lnTo>
                  <a:lnTo>
                    <a:pt x="1267469" y="182597"/>
                  </a:lnTo>
                  <a:lnTo>
                    <a:pt x="1277227" y="191231"/>
                  </a:lnTo>
                  <a:lnTo>
                    <a:pt x="1286971" y="208519"/>
                  </a:lnTo>
                  <a:lnTo>
                    <a:pt x="1296715" y="230672"/>
                  </a:lnTo>
                  <a:lnTo>
                    <a:pt x="1306474" y="178397"/>
                  </a:lnTo>
                  <a:lnTo>
                    <a:pt x="1316218" y="205774"/>
                  </a:lnTo>
                  <a:lnTo>
                    <a:pt x="1325977" y="200029"/>
                  </a:lnTo>
                  <a:lnTo>
                    <a:pt x="1335721" y="192446"/>
                  </a:lnTo>
                  <a:lnTo>
                    <a:pt x="1345465" y="173950"/>
                  </a:lnTo>
                  <a:lnTo>
                    <a:pt x="1355224" y="167390"/>
                  </a:lnTo>
                  <a:lnTo>
                    <a:pt x="1364967" y="142807"/>
                  </a:lnTo>
                  <a:lnTo>
                    <a:pt x="1374726" y="137209"/>
                  </a:lnTo>
                  <a:lnTo>
                    <a:pt x="1384470" y="137912"/>
                  </a:lnTo>
                  <a:lnTo>
                    <a:pt x="1394214" y="134761"/>
                  </a:lnTo>
                  <a:lnTo>
                    <a:pt x="1403973" y="105398"/>
                  </a:lnTo>
                  <a:lnTo>
                    <a:pt x="1413717" y="101654"/>
                  </a:lnTo>
                  <a:lnTo>
                    <a:pt x="1423476" y="115658"/>
                  </a:lnTo>
                  <a:lnTo>
                    <a:pt x="1433220" y="108454"/>
                  </a:lnTo>
                  <a:lnTo>
                    <a:pt x="1442964" y="105766"/>
                  </a:lnTo>
                  <a:lnTo>
                    <a:pt x="1452722" y="126834"/>
                  </a:lnTo>
                  <a:lnTo>
                    <a:pt x="1462466" y="122310"/>
                  </a:lnTo>
                  <a:lnTo>
                    <a:pt x="1472225" y="108642"/>
                  </a:lnTo>
                  <a:lnTo>
                    <a:pt x="1481969" y="96082"/>
                  </a:lnTo>
                  <a:lnTo>
                    <a:pt x="1491713" y="136409"/>
                  </a:lnTo>
                  <a:lnTo>
                    <a:pt x="1501472" y="107259"/>
                  </a:lnTo>
                  <a:lnTo>
                    <a:pt x="1511216" y="105217"/>
                  </a:lnTo>
                  <a:lnTo>
                    <a:pt x="1520960" y="59761"/>
                  </a:lnTo>
                  <a:lnTo>
                    <a:pt x="1530719" y="35772"/>
                  </a:lnTo>
                  <a:lnTo>
                    <a:pt x="1540463" y="24369"/>
                  </a:lnTo>
                  <a:lnTo>
                    <a:pt x="1550221" y="41364"/>
                  </a:lnTo>
                  <a:lnTo>
                    <a:pt x="1559965" y="54125"/>
                  </a:lnTo>
                  <a:lnTo>
                    <a:pt x="1569709" y="43255"/>
                  </a:lnTo>
                  <a:lnTo>
                    <a:pt x="1579468" y="53992"/>
                  </a:lnTo>
                  <a:lnTo>
                    <a:pt x="1589212" y="95230"/>
                  </a:lnTo>
                  <a:lnTo>
                    <a:pt x="1598971" y="103670"/>
                  </a:lnTo>
                  <a:lnTo>
                    <a:pt x="1608715" y="102453"/>
                  </a:lnTo>
                  <a:lnTo>
                    <a:pt x="1618459" y="106024"/>
                  </a:lnTo>
                  <a:lnTo>
                    <a:pt x="1628218" y="105805"/>
                  </a:lnTo>
                  <a:lnTo>
                    <a:pt x="1637962" y="150420"/>
                  </a:lnTo>
                  <a:lnTo>
                    <a:pt x="1647720" y="166641"/>
                  </a:lnTo>
                  <a:lnTo>
                    <a:pt x="1657464" y="173050"/>
                  </a:lnTo>
                  <a:lnTo>
                    <a:pt x="1667208" y="182752"/>
                  </a:lnTo>
                  <a:lnTo>
                    <a:pt x="1676967" y="185165"/>
                  </a:lnTo>
                  <a:lnTo>
                    <a:pt x="1686711" y="176239"/>
                  </a:lnTo>
                  <a:lnTo>
                    <a:pt x="1696470" y="171011"/>
                  </a:lnTo>
                  <a:lnTo>
                    <a:pt x="1706214" y="201545"/>
                  </a:lnTo>
                  <a:lnTo>
                    <a:pt x="1715958" y="221342"/>
                  </a:lnTo>
                  <a:lnTo>
                    <a:pt x="1725716" y="242369"/>
                  </a:lnTo>
                  <a:lnTo>
                    <a:pt x="1735460" y="247715"/>
                  </a:lnTo>
                  <a:lnTo>
                    <a:pt x="1745219" y="215669"/>
                  </a:lnTo>
                  <a:lnTo>
                    <a:pt x="1754963" y="234337"/>
                  </a:lnTo>
                  <a:lnTo>
                    <a:pt x="1764707" y="235930"/>
                  </a:lnTo>
                  <a:lnTo>
                    <a:pt x="1774466" y="232417"/>
                  </a:lnTo>
                  <a:lnTo>
                    <a:pt x="1784210" y="236548"/>
                  </a:lnTo>
                  <a:lnTo>
                    <a:pt x="1793969" y="249653"/>
                  </a:lnTo>
                  <a:lnTo>
                    <a:pt x="1803713" y="246015"/>
                  </a:lnTo>
                  <a:lnTo>
                    <a:pt x="1813457" y="265351"/>
                  </a:lnTo>
                  <a:lnTo>
                    <a:pt x="1823215" y="253384"/>
                  </a:lnTo>
                  <a:lnTo>
                    <a:pt x="1832959" y="272365"/>
                  </a:lnTo>
                  <a:lnTo>
                    <a:pt x="1842703" y="245301"/>
                  </a:lnTo>
                  <a:lnTo>
                    <a:pt x="1852462" y="255987"/>
                  </a:lnTo>
                  <a:lnTo>
                    <a:pt x="1862206" y="253786"/>
                  </a:lnTo>
                  <a:lnTo>
                    <a:pt x="1871965" y="223512"/>
                  </a:lnTo>
                  <a:lnTo>
                    <a:pt x="1881709" y="219160"/>
                  </a:lnTo>
                  <a:lnTo>
                    <a:pt x="1891453" y="219574"/>
                  </a:lnTo>
                  <a:lnTo>
                    <a:pt x="1901212" y="215429"/>
                  </a:lnTo>
                  <a:lnTo>
                    <a:pt x="1910956" y="183268"/>
                  </a:lnTo>
                  <a:lnTo>
                    <a:pt x="1920714" y="198285"/>
                  </a:lnTo>
                  <a:lnTo>
                    <a:pt x="1930458" y="209627"/>
                  </a:lnTo>
                  <a:lnTo>
                    <a:pt x="1940202" y="214484"/>
                  </a:lnTo>
                  <a:lnTo>
                    <a:pt x="1949961" y="203621"/>
                  </a:lnTo>
                  <a:lnTo>
                    <a:pt x="1959705" y="192043"/>
                  </a:lnTo>
                  <a:lnTo>
                    <a:pt x="1969464" y="221584"/>
                  </a:lnTo>
                  <a:lnTo>
                    <a:pt x="1979208" y="273535"/>
                  </a:lnTo>
                  <a:lnTo>
                    <a:pt x="1988952" y="260562"/>
                  </a:lnTo>
                  <a:lnTo>
                    <a:pt x="1998711" y="238983"/>
                  </a:lnTo>
                  <a:lnTo>
                    <a:pt x="2008454" y="244142"/>
                  </a:lnTo>
                  <a:lnTo>
                    <a:pt x="2018213" y="240703"/>
                  </a:lnTo>
                  <a:lnTo>
                    <a:pt x="2027957" y="232017"/>
                  </a:lnTo>
                  <a:lnTo>
                    <a:pt x="2037701" y="240534"/>
                  </a:lnTo>
                  <a:lnTo>
                    <a:pt x="2047460" y="232783"/>
                  </a:lnTo>
                  <a:lnTo>
                    <a:pt x="2057204" y="230174"/>
                  </a:lnTo>
                  <a:lnTo>
                    <a:pt x="2066963" y="208194"/>
                  </a:lnTo>
                  <a:lnTo>
                    <a:pt x="2076707" y="227977"/>
                  </a:lnTo>
                  <a:lnTo>
                    <a:pt x="2086451" y="218625"/>
                  </a:lnTo>
                  <a:lnTo>
                    <a:pt x="2096210" y="232381"/>
                  </a:lnTo>
                  <a:lnTo>
                    <a:pt x="2105954" y="210654"/>
                  </a:lnTo>
                  <a:lnTo>
                    <a:pt x="2115697" y="192152"/>
                  </a:lnTo>
                  <a:lnTo>
                    <a:pt x="2125456" y="192100"/>
                  </a:lnTo>
                  <a:lnTo>
                    <a:pt x="2135200" y="196765"/>
                  </a:lnTo>
                  <a:lnTo>
                    <a:pt x="2144959" y="213239"/>
                  </a:lnTo>
                  <a:lnTo>
                    <a:pt x="2154703" y="194125"/>
                  </a:lnTo>
                  <a:lnTo>
                    <a:pt x="2164447" y="172831"/>
                  </a:lnTo>
                  <a:lnTo>
                    <a:pt x="2174206" y="131567"/>
                  </a:lnTo>
                  <a:lnTo>
                    <a:pt x="2183950" y="136396"/>
                  </a:lnTo>
                  <a:lnTo>
                    <a:pt x="2193709" y="112100"/>
                  </a:lnTo>
                  <a:lnTo>
                    <a:pt x="2203452" y="108773"/>
                  </a:lnTo>
                  <a:lnTo>
                    <a:pt x="2213196" y="112833"/>
                  </a:lnTo>
                  <a:lnTo>
                    <a:pt x="2222955" y="94321"/>
                  </a:lnTo>
                  <a:lnTo>
                    <a:pt x="2232699" y="90248"/>
                  </a:lnTo>
                  <a:lnTo>
                    <a:pt x="2242458" y="76193"/>
                  </a:lnTo>
                  <a:lnTo>
                    <a:pt x="2252202" y="62951"/>
                  </a:lnTo>
                  <a:lnTo>
                    <a:pt x="2261946" y="70594"/>
                  </a:lnTo>
                  <a:lnTo>
                    <a:pt x="2271705" y="80034"/>
                  </a:lnTo>
                  <a:lnTo>
                    <a:pt x="2281449" y="108550"/>
                  </a:lnTo>
                  <a:lnTo>
                    <a:pt x="2291208" y="108900"/>
                  </a:lnTo>
                  <a:lnTo>
                    <a:pt x="2300951" y="106872"/>
                  </a:lnTo>
                  <a:lnTo>
                    <a:pt x="2310695" y="117730"/>
                  </a:lnTo>
                  <a:lnTo>
                    <a:pt x="2320454" y="133694"/>
                  </a:lnTo>
                  <a:lnTo>
                    <a:pt x="2330198" y="114344"/>
                  </a:lnTo>
                  <a:lnTo>
                    <a:pt x="2339957" y="107483"/>
                  </a:lnTo>
                  <a:lnTo>
                    <a:pt x="2349701" y="80954"/>
                  </a:lnTo>
                  <a:lnTo>
                    <a:pt x="2359445" y="60567"/>
                  </a:lnTo>
                  <a:lnTo>
                    <a:pt x="2369204" y="60080"/>
                  </a:lnTo>
                  <a:lnTo>
                    <a:pt x="2378948" y="26389"/>
                  </a:lnTo>
                  <a:lnTo>
                    <a:pt x="2388692" y="27165"/>
                  </a:lnTo>
                  <a:lnTo>
                    <a:pt x="2398450" y="48942"/>
                  </a:lnTo>
                  <a:lnTo>
                    <a:pt x="2408194" y="46071"/>
                  </a:lnTo>
                  <a:lnTo>
                    <a:pt x="2417953" y="37078"/>
                  </a:lnTo>
                  <a:lnTo>
                    <a:pt x="2427697" y="18558"/>
                  </a:lnTo>
                  <a:lnTo>
                    <a:pt x="2437441" y="33707"/>
                  </a:lnTo>
                  <a:lnTo>
                    <a:pt x="2447200" y="51710"/>
                  </a:lnTo>
                  <a:lnTo>
                    <a:pt x="2456944" y="41902"/>
                  </a:lnTo>
                  <a:lnTo>
                    <a:pt x="2466703" y="64259"/>
                  </a:lnTo>
                  <a:lnTo>
                    <a:pt x="2476446" y="89327"/>
                  </a:lnTo>
                  <a:lnTo>
                    <a:pt x="2486190" y="87064"/>
                  </a:lnTo>
                  <a:lnTo>
                    <a:pt x="2495949" y="57026"/>
                  </a:lnTo>
                  <a:lnTo>
                    <a:pt x="2505693" y="57684"/>
                  </a:lnTo>
                  <a:lnTo>
                    <a:pt x="2515452" y="68294"/>
                  </a:lnTo>
                  <a:lnTo>
                    <a:pt x="2525196" y="65554"/>
                  </a:lnTo>
                  <a:lnTo>
                    <a:pt x="2534940" y="58738"/>
                  </a:lnTo>
                  <a:lnTo>
                    <a:pt x="2544699" y="44701"/>
                  </a:lnTo>
                  <a:lnTo>
                    <a:pt x="2554443" y="82639"/>
                  </a:lnTo>
                  <a:lnTo>
                    <a:pt x="2564202" y="45080"/>
                  </a:lnTo>
                  <a:lnTo>
                    <a:pt x="2573946" y="55265"/>
                  </a:lnTo>
                  <a:lnTo>
                    <a:pt x="2583690" y="87806"/>
                  </a:lnTo>
                  <a:lnTo>
                    <a:pt x="2593448" y="83181"/>
                  </a:lnTo>
                  <a:lnTo>
                    <a:pt x="2603192" y="74483"/>
                  </a:lnTo>
                  <a:lnTo>
                    <a:pt x="2612951" y="113651"/>
                  </a:lnTo>
                  <a:lnTo>
                    <a:pt x="2622695" y="119913"/>
                  </a:lnTo>
                  <a:lnTo>
                    <a:pt x="2632439" y="132950"/>
                  </a:lnTo>
                  <a:lnTo>
                    <a:pt x="2642198" y="118295"/>
                  </a:lnTo>
                  <a:lnTo>
                    <a:pt x="2651942" y="111720"/>
                  </a:lnTo>
                  <a:lnTo>
                    <a:pt x="2661685" y="76436"/>
                  </a:lnTo>
                  <a:lnTo>
                    <a:pt x="2671444" y="101872"/>
                  </a:lnTo>
                  <a:lnTo>
                    <a:pt x="2681188" y="128860"/>
                  </a:lnTo>
                  <a:lnTo>
                    <a:pt x="2690947" y="125210"/>
                  </a:lnTo>
                  <a:lnTo>
                    <a:pt x="2700691" y="119171"/>
                  </a:lnTo>
                  <a:lnTo>
                    <a:pt x="2710435" y="134055"/>
                  </a:lnTo>
                  <a:lnTo>
                    <a:pt x="2720194" y="142713"/>
                  </a:lnTo>
                  <a:lnTo>
                    <a:pt x="2729938" y="115430"/>
                  </a:lnTo>
                  <a:lnTo>
                    <a:pt x="2739697" y="68203"/>
                  </a:lnTo>
                  <a:lnTo>
                    <a:pt x="2749441" y="80668"/>
                  </a:lnTo>
                  <a:lnTo>
                    <a:pt x="2759185" y="64915"/>
                  </a:lnTo>
                  <a:lnTo>
                    <a:pt x="2768943" y="74343"/>
                  </a:lnTo>
                  <a:lnTo>
                    <a:pt x="2778687" y="57686"/>
                  </a:lnTo>
                  <a:lnTo>
                    <a:pt x="2788446" y="20990"/>
                  </a:lnTo>
                  <a:lnTo>
                    <a:pt x="2798190" y="20137"/>
                  </a:lnTo>
                  <a:lnTo>
                    <a:pt x="2807934" y="42689"/>
                  </a:lnTo>
                  <a:lnTo>
                    <a:pt x="2817693" y="51480"/>
                  </a:lnTo>
                  <a:lnTo>
                    <a:pt x="2827437" y="34816"/>
                  </a:lnTo>
                  <a:lnTo>
                    <a:pt x="2837196" y="48936"/>
                  </a:lnTo>
                  <a:lnTo>
                    <a:pt x="2846940" y="40884"/>
                  </a:lnTo>
                  <a:lnTo>
                    <a:pt x="2856684" y="39093"/>
                  </a:lnTo>
                  <a:lnTo>
                    <a:pt x="2866442" y="2598"/>
                  </a:lnTo>
                  <a:lnTo>
                    <a:pt x="2876186" y="0"/>
                  </a:lnTo>
                  <a:lnTo>
                    <a:pt x="2885945" y="8820"/>
                  </a:lnTo>
                  <a:lnTo>
                    <a:pt x="2895689" y="21675"/>
                  </a:lnTo>
                  <a:lnTo>
                    <a:pt x="2905433" y="20242"/>
                  </a:lnTo>
                  <a:lnTo>
                    <a:pt x="2915192" y="4017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2" name="Freeform 961">
              <a:extLst>
                <a:ext uri="{FF2B5EF4-FFF2-40B4-BE49-F238E27FC236}">
                  <a16:creationId xmlns:a16="http://schemas.microsoft.com/office/drawing/2014/main" id="{7C1E077A-FE9C-D46D-AEC6-FCBC8A0C9076}"/>
                </a:ext>
              </a:extLst>
            </p:cNvPr>
            <p:cNvSpPr/>
            <p:nvPr/>
          </p:nvSpPr>
          <p:spPr>
            <a:xfrm>
              <a:off x="4426652" y="3290327"/>
              <a:ext cx="2915191" cy="902164"/>
            </a:xfrm>
            <a:custGeom>
              <a:avLst/>
              <a:gdLst>
                <a:gd name="connsiteX0" fmla="*/ 0 w 2915191"/>
                <a:gd name="connsiteY0" fmla="*/ 902165 h 902164"/>
                <a:gd name="connsiteX1" fmla="*/ 9750 w 2915191"/>
                <a:gd name="connsiteY1" fmla="*/ 861103 h 902164"/>
                <a:gd name="connsiteX2" fmla="*/ 19500 w 2915191"/>
                <a:gd name="connsiteY2" fmla="*/ 868627 h 902164"/>
                <a:gd name="connsiteX3" fmla="*/ 29250 w 2915191"/>
                <a:gd name="connsiteY3" fmla="*/ 858034 h 902164"/>
                <a:gd name="connsiteX4" fmla="*/ 39000 w 2915191"/>
                <a:gd name="connsiteY4" fmla="*/ 842286 h 902164"/>
                <a:gd name="connsiteX5" fmla="*/ 48749 w 2915191"/>
                <a:gd name="connsiteY5" fmla="*/ 821606 h 902164"/>
                <a:gd name="connsiteX6" fmla="*/ 58499 w 2915191"/>
                <a:gd name="connsiteY6" fmla="*/ 829964 h 902164"/>
                <a:gd name="connsiteX7" fmla="*/ 68249 w 2915191"/>
                <a:gd name="connsiteY7" fmla="*/ 817538 h 902164"/>
                <a:gd name="connsiteX8" fmla="*/ 77998 w 2915191"/>
                <a:gd name="connsiteY8" fmla="*/ 805873 h 902164"/>
                <a:gd name="connsiteX9" fmla="*/ 87748 w 2915191"/>
                <a:gd name="connsiteY9" fmla="*/ 816719 h 902164"/>
                <a:gd name="connsiteX10" fmla="*/ 97497 w 2915191"/>
                <a:gd name="connsiteY10" fmla="*/ 779144 h 902164"/>
                <a:gd name="connsiteX11" fmla="*/ 107247 w 2915191"/>
                <a:gd name="connsiteY11" fmla="*/ 750478 h 902164"/>
                <a:gd name="connsiteX12" fmla="*/ 116997 w 2915191"/>
                <a:gd name="connsiteY12" fmla="*/ 768193 h 902164"/>
                <a:gd name="connsiteX13" fmla="*/ 126747 w 2915191"/>
                <a:gd name="connsiteY13" fmla="*/ 749733 h 902164"/>
                <a:gd name="connsiteX14" fmla="*/ 136497 w 2915191"/>
                <a:gd name="connsiteY14" fmla="*/ 750925 h 902164"/>
                <a:gd name="connsiteX15" fmla="*/ 146247 w 2915191"/>
                <a:gd name="connsiteY15" fmla="*/ 760282 h 902164"/>
                <a:gd name="connsiteX16" fmla="*/ 155997 w 2915191"/>
                <a:gd name="connsiteY16" fmla="*/ 744057 h 902164"/>
                <a:gd name="connsiteX17" fmla="*/ 165747 w 2915191"/>
                <a:gd name="connsiteY17" fmla="*/ 755291 h 902164"/>
                <a:gd name="connsiteX18" fmla="*/ 175497 w 2915191"/>
                <a:gd name="connsiteY18" fmla="*/ 740928 h 902164"/>
                <a:gd name="connsiteX19" fmla="*/ 185247 w 2915191"/>
                <a:gd name="connsiteY19" fmla="*/ 711213 h 902164"/>
                <a:gd name="connsiteX20" fmla="*/ 194996 w 2915191"/>
                <a:gd name="connsiteY20" fmla="*/ 686512 h 902164"/>
                <a:gd name="connsiteX21" fmla="*/ 204746 w 2915191"/>
                <a:gd name="connsiteY21" fmla="*/ 675615 h 902164"/>
                <a:gd name="connsiteX22" fmla="*/ 214495 w 2915191"/>
                <a:gd name="connsiteY22" fmla="*/ 686512 h 902164"/>
                <a:gd name="connsiteX23" fmla="*/ 224245 w 2915191"/>
                <a:gd name="connsiteY23" fmla="*/ 672534 h 902164"/>
                <a:gd name="connsiteX24" fmla="*/ 233995 w 2915191"/>
                <a:gd name="connsiteY24" fmla="*/ 645843 h 902164"/>
                <a:gd name="connsiteX25" fmla="*/ 243744 w 2915191"/>
                <a:gd name="connsiteY25" fmla="*/ 624778 h 902164"/>
                <a:gd name="connsiteX26" fmla="*/ 253494 w 2915191"/>
                <a:gd name="connsiteY26" fmla="*/ 637450 h 902164"/>
                <a:gd name="connsiteX27" fmla="*/ 263244 w 2915191"/>
                <a:gd name="connsiteY27" fmla="*/ 676392 h 902164"/>
                <a:gd name="connsiteX28" fmla="*/ 272994 w 2915191"/>
                <a:gd name="connsiteY28" fmla="*/ 692234 h 902164"/>
                <a:gd name="connsiteX29" fmla="*/ 282744 w 2915191"/>
                <a:gd name="connsiteY29" fmla="*/ 694528 h 902164"/>
                <a:gd name="connsiteX30" fmla="*/ 292494 w 2915191"/>
                <a:gd name="connsiteY30" fmla="*/ 715881 h 902164"/>
                <a:gd name="connsiteX31" fmla="*/ 302244 w 2915191"/>
                <a:gd name="connsiteY31" fmla="*/ 715398 h 902164"/>
                <a:gd name="connsiteX32" fmla="*/ 311994 w 2915191"/>
                <a:gd name="connsiteY32" fmla="*/ 721439 h 902164"/>
                <a:gd name="connsiteX33" fmla="*/ 321744 w 2915191"/>
                <a:gd name="connsiteY33" fmla="*/ 712104 h 902164"/>
                <a:gd name="connsiteX34" fmla="*/ 331493 w 2915191"/>
                <a:gd name="connsiteY34" fmla="*/ 704166 h 902164"/>
                <a:gd name="connsiteX35" fmla="*/ 341243 w 2915191"/>
                <a:gd name="connsiteY35" fmla="*/ 665056 h 902164"/>
                <a:gd name="connsiteX36" fmla="*/ 350993 w 2915191"/>
                <a:gd name="connsiteY36" fmla="*/ 673062 h 902164"/>
                <a:gd name="connsiteX37" fmla="*/ 360742 w 2915191"/>
                <a:gd name="connsiteY37" fmla="*/ 661679 h 902164"/>
                <a:gd name="connsiteX38" fmla="*/ 370492 w 2915191"/>
                <a:gd name="connsiteY38" fmla="*/ 624679 h 902164"/>
                <a:gd name="connsiteX39" fmla="*/ 380241 w 2915191"/>
                <a:gd name="connsiteY39" fmla="*/ 618649 h 902164"/>
                <a:gd name="connsiteX40" fmla="*/ 389991 w 2915191"/>
                <a:gd name="connsiteY40" fmla="*/ 616860 h 902164"/>
                <a:gd name="connsiteX41" fmla="*/ 399741 w 2915191"/>
                <a:gd name="connsiteY41" fmla="*/ 625722 h 902164"/>
                <a:gd name="connsiteX42" fmla="*/ 409491 w 2915191"/>
                <a:gd name="connsiteY42" fmla="*/ 646178 h 902164"/>
                <a:gd name="connsiteX43" fmla="*/ 419241 w 2915191"/>
                <a:gd name="connsiteY43" fmla="*/ 642303 h 902164"/>
                <a:gd name="connsiteX44" fmla="*/ 428991 w 2915191"/>
                <a:gd name="connsiteY44" fmla="*/ 669541 h 902164"/>
                <a:gd name="connsiteX45" fmla="*/ 438741 w 2915191"/>
                <a:gd name="connsiteY45" fmla="*/ 709239 h 902164"/>
                <a:gd name="connsiteX46" fmla="*/ 448491 w 2915191"/>
                <a:gd name="connsiteY46" fmla="*/ 688781 h 902164"/>
                <a:gd name="connsiteX47" fmla="*/ 458241 w 2915191"/>
                <a:gd name="connsiteY47" fmla="*/ 709285 h 902164"/>
                <a:gd name="connsiteX48" fmla="*/ 467991 w 2915191"/>
                <a:gd name="connsiteY48" fmla="*/ 692685 h 902164"/>
                <a:gd name="connsiteX49" fmla="*/ 477740 w 2915191"/>
                <a:gd name="connsiteY49" fmla="*/ 678313 h 902164"/>
                <a:gd name="connsiteX50" fmla="*/ 487490 w 2915191"/>
                <a:gd name="connsiteY50" fmla="*/ 645247 h 902164"/>
                <a:gd name="connsiteX51" fmla="*/ 497239 w 2915191"/>
                <a:gd name="connsiteY51" fmla="*/ 619081 h 902164"/>
                <a:gd name="connsiteX52" fmla="*/ 506989 w 2915191"/>
                <a:gd name="connsiteY52" fmla="*/ 613469 h 902164"/>
                <a:gd name="connsiteX53" fmla="*/ 516738 w 2915191"/>
                <a:gd name="connsiteY53" fmla="*/ 649009 h 902164"/>
                <a:gd name="connsiteX54" fmla="*/ 526488 w 2915191"/>
                <a:gd name="connsiteY54" fmla="*/ 648447 h 902164"/>
                <a:gd name="connsiteX55" fmla="*/ 536238 w 2915191"/>
                <a:gd name="connsiteY55" fmla="*/ 633846 h 902164"/>
                <a:gd name="connsiteX56" fmla="*/ 545988 w 2915191"/>
                <a:gd name="connsiteY56" fmla="*/ 633844 h 902164"/>
                <a:gd name="connsiteX57" fmla="*/ 555738 w 2915191"/>
                <a:gd name="connsiteY57" fmla="*/ 656285 h 902164"/>
                <a:gd name="connsiteX58" fmla="*/ 565488 w 2915191"/>
                <a:gd name="connsiteY58" fmla="*/ 649113 h 902164"/>
                <a:gd name="connsiteX59" fmla="*/ 575238 w 2915191"/>
                <a:gd name="connsiteY59" fmla="*/ 611973 h 902164"/>
                <a:gd name="connsiteX60" fmla="*/ 584988 w 2915191"/>
                <a:gd name="connsiteY60" fmla="*/ 571407 h 902164"/>
                <a:gd name="connsiteX61" fmla="*/ 594738 w 2915191"/>
                <a:gd name="connsiteY61" fmla="*/ 593364 h 902164"/>
                <a:gd name="connsiteX62" fmla="*/ 604488 w 2915191"/>
                <a:gd name="connsiteY62" fmla="*/ 539602 h 902164"/>
                <a:gd name="connsiteX63" fmla="*/ 614237 w 2915191"/>
                <a:gd name="connsiteY63" fmla="*/ 521071 h 902164"/>
                <a:gd name="connsiteX64" fmla="*/ 623987 w 2915191"/>
                <a:gd name="connsiteY64" fmla="*/ 541727 h 902164"/>
                <a:gd name="connsiteX65" fmla="*/ 633736 w 2915191"/>
                <a:gd name="connsiteY65" fmla="*/ 555757 h 902164"/>
                <a:gd name="connsiteX66" fmla="*/ 643486 w 2915191"/>
                <a:gd name="connsiteY66" fmla="*/ 562085 h 902164"/>
                <a:gd name="connsiteX67" fmla="*/ 653236 w 2915191"/>
                <a:gd name="connsiteY67" fmla="*/ 571223 h 902164"/>
                <a:gd name="connsiteX68" fmla="*/ 662985 w 2915191"/>
                <a:gd name="connsiteY68" fmla="*/ 551848 h 902164"/>
                <a:gd name="connsiteX69" fmla="*/ 672735 w 2915191"/>
                <a:gd name="connsiteY69" fmla="*/ 537520 h 902164"/>
                <a:gd name="connsiteX70" fmla="*/ 682485 w 2915191"/>
                <a:gd name="connsiteY70" fmla="*/ 552407 h 902164"/>
                <a:gd name="connsiteX71" fmla="*/ 692235 w 2915191"/>
                <a:gd name="connsiteY71" fmla="*/ 536246 h 902164"/>
                <a:gd name="connsiteX72" fmla="*/ 701985 w 2915191"/>
                <a:gd name="connsiteY72" fmla="*/ 551976 h 902164"/>
                <a:gd name="connsiteX73" fmla="*/ 711735 w 2915191"/>
                <a:gd name="connsiteY73" fmla="*/ 549218 h 902164"/>
                <a:gd name="connsiteX74" fmla="*/ 721485 w 2915191"/>
                <a:gd name="connsiteY74" fmla="*/ 553088 h 902164"/>
                <a:gd name="connsiteX75" fmla="*/ 731235 w 2915191"/>
                <a:gd name="connsiteY75" fmla="*/ 550152 h 902164"/>
                <a:gd name="connsiteX76" fmla="*/ 740985 w 2915191"/>
                <a:gd name="connsiteY76" fmla="*/ 555935 h 902164"/>
                <a:gd name="connsiteX77" fmla="*/ 750734 w 2915191"/>
                <a:gd name="connsiteY77" fmla="*/ 588560 h 902164"/>
                <a:gd name="connsiteX78" fmla="*/ 760484 w 2915191"/>
                <a:gd name="connsiteY78" fmla="*/ 577501 h 902164"/>
                <a:gd name="connsiteX79" fmla="*/ 770233 w 2915191"/>
                <a:gd name="connsiteY79" fmla="*/ 589419 h 902164"/>
                <a:gd name="connsiteX80" fmla="*/ 779983 w 2915191"/>
                <a:gd name="connsiteY80" fmla="*/ 588790 h 902164"/>
                <a:gd name="connsiteX81" fmla="*/ 789733 w 2915191"/>
                <a:gd name="connsiteY81" fmla="*/ 615139 h 902164"/>
                <a:gd name="connsiteX82" fmla="*/ 799482 w 2915191"/>
                <a:gd name="connsiteY82" fmla="*/ 610586 h 902164"/>
                <a:gd name="connsiteX83" fmla="*/ 809232 w 2915191"/>
                <a:gd name="connsiteY83" fmla="*/ 630887 h 902164"/>
                <a:gd name="connsiteX84" fmla="*/ 818982 w 2915191"/>
                <a:gd name="connsiteY84" fmla="*/ 637341 h 902164"/>
                <a:gd name="connsiteX85" fmla="*/ 828732 w 2915191"/>
                <a:gd name="connsiteY85" fmla="*/ 632891 h 902164"/>
                <a:gd name="connsiteX86" fmla="*/ 838482 w 2915191"/>
                <a:gd name="connsiteY86" fmla="*/ 623005 h 902164"/>
                <a:gd name="connsiteX87" fmla="*/ 848232 w 2915191"/>
                <a:gd name="connsiteY87" fmla="*/ 590962 h 902164"/>
                <a:gd name="connsiteX88" fmla="*/ 857982 w 2915191"/>
                <a:gd name="connsiteY88" fmla="*/ 614084 h 902164"/>
                <a:gd name="connsiteX89" fmla="*/ 867732 w 2915191"/>
                <a:gd name="connsiteY89" fmla="*/ 568670 h 902164"/>
                <a:gd name="connsiteX90" fmla="*/ 877482 w 2915191"/>
                <a:gd name="connsiteY90" fmla="*/ 559658 h 902164"/>
                <a:gd name="connsiteX91" fmla="*/ 887231 w 2915191"/>
                <a:gd name="connsiteY91" fmla="*/ 539626 h 902164"/>
                <a:gd name="connsiteX92" fmla="*/ 896981 w 2915191"/>
                <a:gd name="connsiteY92" fmla="*/ 570440 h 902164"/>
                <a:gd name="connsiteX93" fmla="*/ 906730 w 2915191"/>
                <a:gd name="connsiteY93" fmla="*/ 598559 h 902164"/>
                <a:gd name="connsiteX94" fmla="*/ 916480 w 2915191"/>
                <a:gd name="connsiteY94" fmla="*/ 632761 h 902164"/>
                <a:gd name="connsiteX95" fmla="*/ 926230 w 2915191"/>
                <a:gd name="connsiteY95" fmla="*/ 636042 h 902164"/>
                <a:gd name="connsiteX96" fmla="*/ 935979 w 2915191"/>
                <a:gd name="connsiteY96" fmla="*/ 639992 h 902164"/>
                <a:gd name="connsiteX97" fmla="*/ 945729 w 2915191"/>
                <a:gd name="connsiteY97" fmla="*/ 625196 h 902164"/>
                <a:gd name="connsiteX98" fmla="*/ 955479 w 2915191"/>
                <a:gd name="connsiteY98" fmla="*/ 645381 h 902164"/>
                <a:gd name="connsiteX99" fmla="*/ 965229 w 2915191"/>
                <a:gd name="connsiteY99" fmla="*/ 655435 h 902164"/>
                <a:gd name="connsiteX100" fmla="*/ 974979 w 2915191"/>
                <a:gd name="connsiteY100" fmla="*/ 646160 h 902164"/>
                <a:gd name="connsiteX101" fmla="*/ 984729 w 2915191"/>
                <a:gd name="connsiteY101" fmla="*/ 680738 h 902164"/>
                <a:gd name="connsiteX102" fmla="*/ 994474 w 2915191"/>
                <a:gd name="connsiteY102" fmla="*/ 641474 h 902164"/>
                <a:gd name="connsiteX103" fmla="*/ 1004233 w 2915191"/>
                <a:gd name="connsiteY103" fmla="*/ 612911 h 902164"/>
                <a:gd name="connsiteX104" fmla="*/ 1013977 w 2915191"/>
                <a:gd name="connsiteY104" fmla="*/ 600380 h 902164"/>
                <a:gd name="connsiteX105" fmla="*/ 1023721 w 2915191"/>
                <a:gd name="connsiteY105" fmla="*/ 564809 h 902164"/>
                <a:gd name="connsiteX106" fmla="*/ 1033480 w 2915191"/>
                <a:gd name="connsiteY106" fmla="*/ 564093 h 902164"/>
                <a:gd name="connsiteX107" fmla="*/ 1043224 w 2915191"/>
                <a:gd name="connsiteY107" fmla="*/ 530535 h 902164"/>
                <a:gd name="connsiteX108" fmla="*/ 1052983 w 2915191"/>
                <a:gd name="connsiteY108" fmla="*/ 496929 h 902164"/>
                <a:gd name="connsiteX109" fmla="*/ 1062727 w 2915191"/>
                <a:gd name="connsiteY109" fmla="*/ 499202 h 902164"/>
                <a:gd name="connsiteX110" fmla="*/ 1072471 w 2915191"/>
                <a:gd name="connsiteY110" fmla="*/ 501504 h 902164"/>
                <a:gd name="connsiteX111" fmla="*/ 1082230 w 2915191"/>
                <a:gd name="connsiteY111" fmla="*/ 519903 h 902164"/>
                <a:gd name="connsiteX112" fmla="*/ 1091973 w 2915191"/>
                <a:gd name="connsiteY112" fmla="*/ 517255 h 902164"/>
                <a:gd name="connsiteX113" fmla="*/ 1101732 w 2915191"/>
                <a:gd name="connsiteY113" fmla="*/ 518196 h 902164"/>
                <a:gd name="connsiteX114" fmla="*/ 1111476 w 2915191"/>
                <a:gd name="connsiteY114" fmla="*/ 528583 h 902164"/>
                <a:gd name="connsiteX115" fmla="*/ 1121220 w 2915191"/>
                <a:gd name="connsiteY115" fmla="*/ 541366 h 902164"/>
                <a:gd name="connsiteX116" fmla="*/ 1130979 w 2915191"/>
                <a:gd name="connsiteY116" fmla="*/ 536807 h 902164"/>
                <a:gd name="connsiteX117" fmla="*/ 1140723 w 2915191"/>
                <a:gd name="connsiteY117" fmla="*/ 512078 h 902164"/>
                <a:gd name="connsiteX118" fmla="*/ 1150482 w 2915191"/>
                <a:gd name="connsiteY118" fmla="*/ 528075 h 902164"/>
                <a:gd name="connsiteX119" fmla="*/ 1160226 w 2915191"/>
                <a:gd name="connsiteY119" fmla="*/ 522774 h 902164"/>
                <a:gd name="connsiteX120" fmla="*/ 1169969 w 2915191"/>
                <a:gd name="connsiteY120" fmla="*/ 528576 h 902164"/>
                <a:gd name="connsiteX121" fmla="*/ 1179728 w 2915191"/>
                <a:gd name="connsiteY121" fmla="*/ 528902 h 902164"/>
                <a:gd name="connsiteX122" fmla="*/ 1189472 w 2915191"/>
                <a:gd name="connsiteY122" fmla="*/ 519025 h 902164"/>
                <a:gd name="connsiteX123" fmla="*/ 1199231 w 2915191"/>
                <a:gd name="connsiteY123" fmla="*/ 516361 h 902164"/>
                <a:gd name="connsiteX124" fmla="*/ 1208975 w 2915191"/>
                <a:gd name="connsiteY124" fmla="*/ 526332 h 902164"/>
                <a:gd name="connsiteX125" fmla="*/ 1218719 w 2915191"/>
                <a:gd name="connsiteY125" fmla="*/ 549434 h 902164"/>
                <a:gd name="connsiteX126" fmla="*/ 1228478 w 2915191"/>
                <a:gd name="connsiteY126" fmla="*/ 553259 h 902164"/>
                <a:gd name="connsiteX127" fmla="*/ 1238222 w 2915191"/>
                <a:gd name="connsiteY127" fmla="*/ 525286 h 902164"/>
                <a:gd name="connsiteX128" fmla="*/ 1247966 w 2915191"/>
                <a:gd name="connsiteY128" fmla="*/ 523172 h 902164"/>
                <a:gd name="connsiteX129" fmla="*/ 1257725 w 2915191"/>
                <a:gd name="connsiteY129" fmla="*/ 514875 h 902164"/>
                <a:gd name="connsiteX130" fmla="*/ 1267469 w 2915191"/>
                <a:gd name="connsiteY130" fmla="*/ 497467 h 902164"/>
                <a:gd name="connsiteX131" fmla="*/ 1277227 w 2915191"/>
                <a:gd name="connsiteY131" fmla="*/ 460811 h 902164"/>
                <a:gd name="connsiteX132" fmla="*/ 1286971 w 2915191"/>
                <a:gd name="connsiteY132" fmla="*/ 464809 h 902164"/>
                <a:gd name="connsiteX133" fmla="*/ 1296715 w 2915191"/>
                <a:gd name="connsiteY133" fmla="*/ 443121 h 902164"/>
                <a:gd name="connsiteX134" fmla="*/ 1306474 w 2915191"/>
                <a:gd name="connsiteY134" fmla="*/ 435327 h 902164"/>
                <a:gd name="connsiteX135" fmla="*/ 1316218 w 2915191"/>
                <a:gd name="connsiteY135" fmla="*/ 420819 h 902164"/>
                <a:gd name="connsiteX136" fmla="*/ 1325977 w 2915191"/>
                <a:gd name="connsiteY136" fmla="*/ 452902 h 902164"/>
                <a:gd name="connsiteX137" fmla="*/ 1335721 w 2915191"/>
                <a:gd name="connsiteY137" fmla="*/ 425655 h 902164"/>
                <a:gd name="connsiteX138" fmla="*/ 1345465 w 2915191"/>
                <a:gd name="connsiteY138" fmla="*/ 401066 h 902164"/>
                <a:gd name="connsiteX139" fmla="*/ 1355224 w 2915191"/>
                <a:gd name="connsiteY139" fmla="*/ 421108 h 902164"/>
                <a:gd name="connsiteX140" fmla="*/ 1364967 w 2915191"/>
                <a:gd name="connsiteY140" fmla="*/ 432364 h 902164"/>
                <a:gd name="connsiteX141" fmla="*/ 1374726 w 2915191"/>
                <a:gd name="connsiteY141" fmla="*/ 451274 h 902164"/>
                <a:gd name="connsiteX142" fmla="*/ 1384470 w 2915191"/>
                <a:gd name="connsiteY142" fmla="*/ 447972 h 902164"/>
                <a:gd name="connsiteX143" fmla="*/ 1394214 w 2915191"/>
                <a:gd name="connsiteY143" fmla="*/ 503493 h 902164"/>
                <a:gd name="connsiteX144" fmla="*/ 1403973 w 2915191"/>
                <a:gd name="connsiteY144" fmla="*/ 459294 h 902164"/>
                <a:gd name="connsiteX145" fmla="*/ 1413717 w 2915191"/>
                <a:gd name="connsiteY145" fmla="*/ 453373 h 902164"/>
                <a:gd name="connsiteX146" fmla="*/ 1423476 w 2915191"/>
                <a:gd name="connsiteY146" fmla="*/ 435652 h 902164"/>
                <a:gd name="connsiteX147" fmla="*/ 1433220 w 2915191"/>
                <a:gd name="connsiteY147" fmla="*/ 441616 h 902164"/>
                <a:gd name="connsiteX148" fmla="*/ 1442964 w 2915191"/>
                <a:gd name="connsiteY148" fmla="*/ 473552 h 902164"/>
                <a:gd name="connsiteX149" fmla="*/ 1452722 w 2915191"/>
                <a:gd name="connsiteY149" fmla="*/ 471831 h 902164"/>
                <a:gd name="connsiteX150" fmla="*/ 1462466 w 2915191"/>
                <a:gd name="connsiteY150" fmla="*/ 485336 h 902164"/>
                <a:gd name="connsiteX151" fmla="*/ 1472225 w 2915191"/>
                <a:gd name="connsiteY151" fmla="*/ 484005 h 902164"/>
                <a:gd name="connsiteX152" fmla="*/ 1481969 w 2915191"/>
                <a:gd name="connsiteY152" fmla="*/ 497905 h 902164"/>
                <a:gd name="connsiteX153" fmla="*/ 1491713 w 2915191"/>
                <a:gd name="connsiteY153" fmla="*/ 462207 h 902164"/>
                <a:gd name="connsiteX154" fmla="*/ 1501472 w 2915191"/>
                <a:gd name="connsiteY154" fmla="*/ 463966 h 902164"/>
                <a:gd name="connsiteX155" fmla="*/ 1511216 w 2915191"/>
                <a:gd name="connsiteY155" fmla="*/ 436558 h 902164"/>
                <a:gd name="connsiteX156" fmla="*/ 1520960 w 2915191"/>
                <a:gd name="connsiteY156" fmla="*/ 468741 h 902164"/>
                <a:gd name="connsiteX157" fmla="*/ 1530719 w 2915191"/>
                <a:gd name="connsiteY157" fmla="*/ 485868 h 902164"/>
                <a:gd name="connsiteX158" fmla="*/ 1540463 w 2915191"/>
                <a:gd name="connsiteY158" fmla="*/ 481465 h 902164"/>
                <a:gd name="connsiteX159" fmla="*/ 1550221 w 2915191"/>
                <a:gd name="connsiteY159" fmla="*/ 453474 h 902164"/>
                <a:gd name="connsiteX160" fmla="*/ 1559965 w 2915191"/>
                <a:gd name="connsiteY160" fmla="*/ 467052 h 902164"/>
                <a:gd name="connsiteX161" fmla="*/ 1569709 w 2915191"/>
                <a:gd name="connsiteY161" fmla="*/ 455371 h 902164"/>
                <a:gd name="connsiteX162" fmla="*/ 1579468 w 2915191"/>
                <a:gd name="connsiteY162" fmla="*/ 497897 h 902164"/>
                <a:gd name="connsiteX163" fmla="*/ 1589212 w 2915191"/>
                <a:gd name="connsiteY163" fmla="*/ 474276 h 902164"/>
                <a:gd name="connsiteX164" fmla="*/ 1598971 w 2915191"/>
                <a:gd name="connsiteY164" fmla="*/ 452825 h 902164"/>
                <a:gd name="connsiteX165" fmla="*/ 1608715 w 2915191"/>
                <a:gd name="connsiteY165" fmla="*/ 449227 h 902164"/>
                <a:gd name="connsiteX166" fmla="*/ 1618459 w 2915191"/>
                <a:gd name="connsiteY166" fmla="*/ 421535 h 902164"/>
                <a:gd name="connsiteX167" fmla="*/ 1628218 w 2915191"/>
                <a:gd name="connsiteY167" fmla="*/ 441783 h 902164"/>
                <a:gd name="connsiteX168" fmla="*/ 1637962 w 2915191"/>
                <a:gd name="connsiteY168" fmla="*/ 421717 h 902164"/>
                <a:gd name="connsiteX169" fmla="*/ 1647720 w 2915191"/>
                <a:gd name="connsiteY169" fmla="*/ 422657 h 902164"/>
                <a:gd name="connsiteX170" fmla="*/ 1657464 w 2915191"/>
                <a:gd name="connsiteY170" fmla="*/ 425439 h 902164"/>
                <a:gd name="connsiteX171" fmla="*/ 1667208 w 2915191"/>
                <a:gd name="connsiteY171" fmla="*/ 400324 h 902164"/>
                <a:gd name="connsiteX172" fmla="*/ 1676967 w 2915191"/>
                <a:gd name="connsiteY172" fmla="*/ 402715 h 902164"/>
                <a:gd name="connsiteX173" fmla="*/ 1686711 w 2915191"/>
                <a:gd name="connsiteY173" fmla="*/ 397877 h 902164"/>
                <a:gd name="connsiteX174" fmla="*/ 1696470 w 2915191"/>
                <a:gd name="connsiteY174" fmla="*/ 405693 h 902164"/>
                <a:gd name="connsiteX175" fmla="*/ 1706214 w 2915191"/>
                <a:gd name="connsiteY175" fmla="*/ 435974 h 902164"/>
                <a:gd name="connsiteX176" fmla="*/ 1715958 w 2915191"/>
                <a:gd name="connsiteY176" fmla="*/ 457712 h 902164"/>
                <a:gd name="connsiteX177" fmla="*/ 1725716 w 2915191"/>
                <a:gd name="connsiteY177" fmla="*/ 429381 h 902164"/>
                <a:gd name="connsiteX178" fmla="*/ 1735460 w 2915191"/>
                <a:gd name="connsiteY178" fmla="*/ 405994 h 902164"/>
                <a:gd name="connsiteX179" fmla="*/ 1745219 w 2915191"/>
                <a:gd name="connsiteY179" fmla="*/ 378337 h 902164"/>
                <a:gd name="connsiteX180" fmla="*/ 1754963 w 2915191"/>
                <a:gd name="connsiteY180" fmla="*/ 391328 h 902164"/>
                <a:gd name="connsiteX181" fmla="*/ 1764707 w 2915191"/>
                <a:gd name="connsiteY181" fmla="*/ 402222 h 902164"/>
                <a:gd name="connsiteX182" fmla="*/ 1774466 w 2915191"/>
                <a:gd name="connsiteY182" fmla="*/ 401525 h 902164"/>
                <a:gd name="connsiteX183" fmla="*/ 1784210 w 2915191"/>
                <a:gd name="connsiteY183" fmla="*/ 394938 h 902164"/>
                <a:gd name="connsiteX184" fmla="*/ 1793969 w 2915191"/>
                <a:gd name="connsiteY184" fmla="*/ 420060 h 902164"/>
                <a:gd name="connsiteX185" fmla="*/ 1803713 w 2915191"/>
                <a:gd name="connsiteY185" fmla="*/ 408812 h 902164"/>
                <a:gd name="connsiteX186" fmla="*/ 1813457 w 2915191"/>
                <a:gd name="connsiteY186" fmla="*/ 394215 h 902164"/>
                <a:gd name="connsiteX187" fmla="*/ 1823215 w 2915191"/>
                <a:gd name="connsiteY187" fmla="*/ 417496 h 902164"/>
                <a:gd name="connsiteX188" fmla="*/ 1832959 w 2915191"/>
                <a:gd name="connsiteY188" fmla="*/ 384106 h 902164"/>
                <a:gd name="connsiteX189" fmla="*/ 1842703 w 2915191"/>
                <a:gd name="connsiteY189" fmla="*/ 336841 h 902164"/>
                <a:gd name="connsiteX190" fmla="*/ 1852462 w 2915191"/>
                <a:gd name="connsiteY190" fmla="*/ 313835 h 902164"/>
                <a:gd name="connsiteX191" fmla="*/ 1862206 w 2915191"/>
                <a:gd name="connsiteY191" fmla="*/ 304699 h 902164"/>
                <a:gd name="connsiteX192" fmla="*/ 1871965 w 2915191"/>
                <a:gd name="connsiteY192" fmla="*/ 300997 h 902164"/>
                <a:gd name="connsiteX193" fmla="*/ 1881709 w 2915191"/>
                <a:gd name="connsiteY193" fmla="*/ 305960 h 902164"/>
                <a:gd name="connsiteX194" fmla="*/ 1891453 w 2915191"/>
                <a:gd name="connsiteY194" fmla="*/ 277696 h 902164"/>
                <a:gd name="connsiteX195" fmla="*/ 1901212 w 2915191"/>
                <a:gd name="connsiteY195" fmla="*/ 256333 h 902164"/>
                <a:gd name="connsiteX196" fmla="*/ 1910956 w 2915191"/>
                <a:gd name="connsiteY196" fmla="*/ 240438 h 902164"/>
                <a:gd name="connsiteX197" fmla="*/ 1920714 w 2915191"/>
                <a:gd name="connsiteY197" fmla="*/ 234418 h 902164"/>
                <a:gd name="connsiteX198" fmla="*/ 1930458 w 2915191"/>
                <a:gd name="connsiteY198" fmla="*/ 224940 h 902164"/>
                <a:gd name="connsiteX199" fmla="*/ 1940202 w 2915191"/>
                <a:gd name="connsiteY199" fmla="*/ 198517 h 902164"/>
                <a:gd name="connsiteX200" fmla="*/ 1949961 w 2915191"/>
                <a:gd name="connsiteY200" fmla="*/ 183027 h 902164"/>
                <a:gd name="connsiteX201" fmla="*/ 1959705 w 2915191"/>
                <a:gd name="connsiteY201" fmla="*/ 167432 h 902164"/>
                <a:gd name="connsiteX202" fmla="*/ 1969464 w 2915191"/>
                <a:gd name="connsiteY202" fmla="*/ 160864 h 902164"/>
                <a:gd name="connsiteX203" fmla="*/ 1979208 w 2915191"/>
                <a:gd name="connsiteY203" fmla="*/ 166153 h 902164"/>
                <a:gd name="connsiteX204" fmla="*/ 1988952 w 2915191"/>
                <a:gd name="connsiteY204" fmla="*/ 144665 h 902164"/>
                <a:gd name="connsiteX205" fmla="*/ 1998711 w 2915191"/>
                <a:gd name="connsiteY205" fmla="*/ 123575 h 902164"/>
                <a:gd name="connsiteX206" fmla="*/ 2008454 w 2915191"/>
                <a:gd name="connsiteY206" fmla="*/ 122434 h 902164"/>
                <a:gd name="connsiteX207" fmla="*/ 2018213 w 2915191"/>
                <a:gd name="connsiteY207" fmla="*/ 143812 h 902164"/>
                <a:gd name="connsiteX208" fmla="*/ 2027957 w 2915191"/>
                <a:gd name="connsiteY208" fmla="*/ 142857 h 902164"/>
                <a:gd name="connsiteX209" fmla="*/ 2037701 w 2915191"/>
                <a:gd name="connsiteY209" fmla="*/ 159070 h 902164"/>
                <a:gd name="connsiteX210" fmla="*/ 2047460 w 2915191"/>
                <a:gd name="connsiteY210" fmla="*/ 128298 h 902164"/>
                <a:gd name="connsiteX211" fmla="*/ 2057204 w 2915191"/>
                <a:gd name="connsiteY211" fmla="*/ 132558 h 902164"/>
                <a:gd name="connsiteX212" fmla="*/ 2066963 w 2915191"/>
                <a:gd name="connsiteY212" fmla="*/ 170887 h 902164"/>
                <a:gd name="connsiteX213" fmla="*/ 2076707 w 2915191"/>
                <a:gd name="connsiteY213" fmla="*/ 196987 h 902164"/>
                <a:gd name="connsiteX214" fmla="*/ 2086451 w 2915191"/>
                <a:gd name="connsiteY214" fmla="*/ 187477 h 902164"/>
                <a:gd name="connsiteX215" fmla="*/ 2096210 w 2915191"/>
                <a:gd name="connsiteY215" fmla="*/ 197689 h 902164"/>
                <a:gd name="connsiteX216" fmla="*/ 2105954 w 2915191"/>
                <a:gd name="connsiteY216" fmla="*/ 176449 h 902164"/>
                <a:gd name="connsiteX217" fmla="*/ 2115697 w 2915191"/>
                <a:gd name="connsiteY217" fmla="*/ 147257 h 902164"/>
                <a:gd name="connsiteX218" fmla="*/ 2125456 w 2915191"/>
                <a:gd name="connsiteY218" fmla="*/ 143240 h 902164"/>
                <a:gd name="connsiteX219" fmla="*/ 2135200 w 2915191"/>
                <a:gd name="connsiteY219" fmla="*/ 166085 h 902164"/>
                <a:gd name="connsiteX220" fmla="*/ 2144959 w 2915191"/>
                <a:gd name="connsiteY220" fmla="*/ 175144 h 902164"/>
                <a:gd name="connsiteX221" fmla="*/ 2154703 w 2915191"/>
                <a:gd name="connsiteY221" fmla="*/ 197858 h 902164"/>
                <a:gd name="connsiteX222" fmla="*/ 2164447 w 2915191"/>
                <a:gd name="connsiteY222" fmla="*/ 212015 h 902164"/>
                <a:gd name="connsiteX223" fmla="*/ 2174206 w 2915191"/>
                <a:gd name="connsiteY223" fmla="*/ 237000 h 902164"/>
                <a:gd name="connsiteX224" fmla="*/ 2183950 w 2915191"/>
                <a:gd name="connsiteY224" fmla="*/ 236918 h 902164"/>
                <a:gd name="connsiteX225" fmla="*/ 2193709 w 2915191"/>
                <a:gd name="connsiteY225" fmla="*/ 242444 h 902164"/>
                <a:gd name="connsiteX226" fmla="*/ 2203452 w 2915191"/>
                <a:gd name="connsiteY226" fmla="*/ 209392 h 902164"/>
                <a:gd name="connsiteX227" fmla="*/ 2213196 w 2915191"/>
                <a:gd name="connsiteY227" fmla="*/ 186595 h 902164"/>
                <a:gd name="connsiteX228" fmla="*/ 2222955 w 2915191"/>
                <a:gd name="connsiteY228" fmla="*/ 190761 h 902164"/>
                <a:gd name="connsiteX229" fmla="*/ 2232699 w 2915191"/>
                <a:gd name="connsiteY229" fmla="*/ 208922 h 902164"/>
                <a:gd name="connsiteX230" fmla="*/ 2242458 w 2915191"/>
                <a:gd name="connsiteY230" fmla="*/ 202324 h 902164"/>
                <a:gd name="connsiteX231" fmla="*/ 2252202 w 2915191"/>
                <a:gd name="connsiteY231" fmla="*/ 202628 h 902164"/>
                <a:gd name="connsiteX232" fmla="*/ 2261946 w 2915191"/>
                <a:gd name="connsiteY232" fmla="*/ 203963 h 902164"/>
                <a:gd name="connsiteX233" fmla="*/ 2271705 w 2915191"/>
                <a:gd name="connsiteY233" fmla="*/ 207553 h 902164"/>
                <a:gd name="connsiteX234" fmla="*/ 2281449 w 2915191"/>
                <a:gd name="connsiteY234" fmla="*/ 183734 h 902164"/>
                <a:gd name="connsiteX235" fmla="*/ 2291208 w 2915191"/>
                <a:gd name="connsiteY235" fmla="*/ 182384 h 902164"/>
                <a:gd name="connsiteX236" fmla="*/ 2300951 w 2915191"/>
                <a:gd name="connsiteY236" fmla="*/ 173055 h 902164"/>
                <a:gd name="connsiteX237" fmla="*/ 2310695 w 2915191"/>
                <a:gd name="connsiteY237" fmla="*/ 197485 h 902164"/>
                <a:gd name="connsiteX238" fmla="*/ 2320454 w 2915191"/>
                <a:gd name="connsiteY238" fmla="*/ 169297 h 902164"/>
                <a:gd name="connsiteX239" fmla="*/ 2330198 w 2915191"/>
                <a:gd name="connsiteY239" fmla="*/ 169926 h 902164"/>
                <a:gd name="connsiteX240" fmla="*/ 2339957 w 2915191"/>
                <a:gd name="connsiteY240" fmla="*/ 164030 h 902164"/>
                <a:gd name="connsiteX241" fmla="*/ 2349701 w 2915191"/>
                <a:gd name="connsiteY241" fmla="*/ 166869 h 902164"/>
                <a:gd name="connsiteX242" fmla="*/ 2359445 w 2915191"/>
                <a:gd name="connsiteY242" fmla="*/ 183453 h 902164"/>
                <a:gd name="connsiteX243" fmla="*/ 2369204 w 2915191"/>
                <a:gd name="connsiteY243" fmla="*/ 152145 h 902164"/>
                <a:gd name="connsiteX244" fmla="*/ 2378948 w 2915191"/>
                <a:gd name="connsiteY244" fmla="*/ 151158 h 902164"/>
                <a:gd name="connsiteX245" fmla="*/ 2388692 w 2915191"/>
                <a:gd name="connsiteY245" fmla="*/ 125856 h 902164"/>
                <a:gd name="connsiteX246" fmla="*/ 2398450 w 2915191"/>
                <a:gd name="connsiteY246" fmla="*/ 133382 h 902164"/>
                <a:gd name="connsiteX247" fmla="*/ 2408194 w 2915191"/>
                <a:gd name="connsiteY247" fmla="*/ 118512 h 902164"/>
                <a:gd name="connsiteX248" fmla="*/ 2417953 w 2915191"/>
                <a:gd name="connsiteY248" fmla="*/ 92558 h 902164"/>
                <a:gd name="connsiteX249" fmla="*/ 2427697 w 2915191"/>
                <a:gd name="connsiteY249" fmla="*/ 97848 h 902164"/>
                <a:gd name="connsiteX250" fmla="*/ 2437441 w 2915191"/>
                <a:gd name="connsiteY250" fmla="*/ 90756 h 902164"/>
                <a:gd name="connsiteX251" fmla="*/ 2447200 w 2915191"/>
                <a:gd name="connsiteY251" fmla="*/ 105020 h 902164"/>
                <a:gd name="connsiteX252" fmla="*/ 2456944 w 2915191"/>
                <a:gd name="connsiteY252" fmla="*/ 112522 h 902164"/>
                <a:gd name="connsiteX253" fmla="*/ 2466703 w 2915191"/>
                <a:gd name="connsiteY253" fmla="*/ 115695 h 902164"/>
                <a:gd name="connsiteX254" fmla="*/ 2476446 w 2915191"/>
                <a:gd name="connsiteY254" fmla="*/ 118718 h 902164"/>
                <a:gd name="connsiteX255" fmla="*/ 2486190 w 2915191"/>
                <a:gd name="connsiteY255" fmla="*/ 106404 h 902164"/>
                <a:gd name="connsiteX256" fmla="*/ 2495949 w 2915191"/>
                <a:gd name="connsiteY256" fmla="*/ 112602 h 902164"/>
                <a:gd name="connsiteX257" fmla="*/ 2505693 w 2915191"/>
                <a:gd name="connsiteY257" fmla="*/ 104241 h 902164"/>
                <a:gd name="connsiteX258" fmla="*/ 2515452 w 2915191"/>
                <a:gd name="connsiteY258" fmla="*/ 97880 h 902164"/>
                <a:gd name="connsiteX259" fmla="*/ 2525196 w 2915191"/>
                <a:gd name="connsiteY259" fmla="*/ 85306 h 902164"/>
                <a:gd name="connsiteX260" fmla="*/ 2534940 w 2915191"/>
                <a:gd name="connsiteY260" fmla="*/ 65514 h 902164"/>
                <a:gd name="connsiteX261" fmla="*/ 2544699 w 2915191"/>
                <a:gd name="connsiteY261" fmla="*/ 61177 h 902164"/>
                <a:gd name="connsiteX262" fmla="*/ 2554443 w 2915191"/>
                <a:gd name="connsiteY262" fmla="*/ 56667 h 902164"/>
                <a:gd name="connsiteX263" fmla="*/ 2564202 w 2915191"/>
                <a:gd name="connsiteY263" fmla="*/ 19469 h 902164"/>
                <a:gd name="connsiteX264" fmla="*/ 2573946 w 2915191"/>
                <a:gd name="connsiteY264" fmla="*/ 46060 h 902164"/>
                <a:gd name="connsiteX265" fmla="*/ 2583690 w 2915191"/>
                <a:gd name="connsiteY265" fmla="*/ 73130 h 902164"/>
                <a:gd name="connsiteX266" fmla="*/ 2593448 w 2915191"/>
                <a:gd name="connsiteY266" fmla="*/ 35342 h 902164"/>
                <a:gd name="connsiteX267" fmla="*/ 2603192 w 2915191"/>
                <a:gd name="connsiteY267" fmla="*/ 64653 h 902164"/>
                <a:gd name="connsiteX268" fmla="*/ 2612951 w 2915191"/>
                <a:gd name="connsiteY268" fmla="*/ 99119 h 902164"/>
                <a:gd name="connsiteX269" fmla="*/ 2622695 w 2915191"/>
                <a:gd name="connsiteY269" fmla="*/ 97593 h 902164"/>
                <a:gd name="connsiteX270" fmla="*/ 2632439 w 2915191"/>
                <a:gd name="connsiteY270" fmla="*/ 102311 h 902164"/>
                <a:gd name="connsiteX271" fmla="*/ 2642198 w 2915191"/>
                <a:gd name="connsiteY271" fmla="*/ 118939 h 902164"/>
                <a:gd name="connsiteX272" fmla="*/ 2651942 w 2915191"/>
                <a:gd name="connsiteY272" fmla="*/ 129852 h 902164"/>
                <a:gd name="connsiteX273" fmla="*/ 2661685 w 2915191"/>
                <a:gd name="connsiteY273" fmla="*/ 134705 h 902164"/>
                <a:gd name="connsiteX274" fmla="*/ 2671444 w 2915191"/>
                <a:gd name="connsiteY274" fmla="*/ 126065 h 902164"/>
                <a:gd name="connsiteX275" fmla="*/ 2681188 w 2915191"/>
                <a:gd name="connsiteY275" fmla="*/ 152446 h 902164"/>
                <a:gd name="connsiteX276" fmla="*/ 2690947 w 2915191"/>
                <a:gd name="connsiteY276" fmla="*/ 140095 h 902164"/>
                <a:gd name="connsiteX277" fmla="*/ 2700691 w 2915191"/>
                <a:gd name="connsiteY277" fmla="*/ 170687 h 902164"/>
                <a:gd name="connsiteX278" fmla="*/ 2710435 w 2915191"/>
                <a:gd name="connsiteY278" fmla="*/ 185431 h 902164"/>
                <a:gd name="connsiteX279" fmla="*/ 2720194 w 2915191"/>
                <a:gd name="connsiteY279" fmla="*/ 187866 h 902164"/>
                <a:gd name="connsiteX280" fmla="*/ 2729938 w 2915191"/>
                <a:gd name="connsiteY280" fmla="*/ 159684 h 902164"/>
                <a:gd name="connsiteX281" fmla="*/ 2739697 w 2915191"/>
                <a:gd name="connsiteY281" fmla="*/ 160151 h 902164"/>
                <a:gd name="connsiteX282" fmla="*/ 2749441 w 2915191"/>
                <a:gd name="connsiteY282" fmla="*/ 152738 h 902164"/>
                <a:gd name="connsiteX283" fmla="*/ 2759185 w 2915191"/>
                <a:gd name="connsiteY283" fmla="*/ 144627 h 902164"/>
                <a:gd name="connsiteX284" fmla="*/ 2768943 w 2915191"/>
                <a:gd name="connsiteY284" fmla="*/ 133438 h 902164"/>
                <a:gd name="connsiteX285" fmla="*/ 2778687 w 2915191"/>
                <a:gd name="connsiteY285" fmla="*/ 125588 h 902164"/>
                <a:gd name="connsiteX286" fmla="*/ 2788446 w 2915191"/>
                <a:gd name="connsiteY286" fmla="*/ 109607 h 902164"/>
                <a:gd name="connsiteX287" fmla="*/ 2798190 w 2915191"/>
                <a:gd name="connsiteY287" fmla="*/ 135917 h 902164"/>
                <a:gd name="connsiteX288" fmla="*/ 2807934 w 2915191"/>
                <a:gd name="connsiteY288" fmla="*/ 93032 h 902164"/>
                <a:gd name="connsiteX289" fmla="*/ 2817693 w 2915191"/>
                <a:gd name="connsiteY289" fmla="*/ 98765 h 902164"/>
                <a:gd name="connsiteX290" fmla="*/ 2827437 w 2915191"/>
                <a:gd name="connsiteY290" fmla="*/ 84400 h 902164"/>
                <a:gd name="connsiteX291" fmla="*/ 2837196 w 2915191"/>
                <a:gd name="connsiteY291" fmla="*/ 53003 h 902164"/>
                <a:gd name="connsiteX292" fmla="*/ 2846940 w 2915191"/>
                <a:gd name="connsiteY292" fmla="*/ 57109 h 902164"/>
                <a:gd name="connsiteX293" fmla="*/ 2856684 w 2915191"/>
                <a:gd name="connsiteY293" fmla="*/ 48090 h 902164"/>
                <a:gd name="connsiteX294" fmla="*/ 2866442 w 2915191"/>
                <a:gd name="connsiteY294" fmla="*/ 6968 h 902164"/>
                <a:gd name="connsiteX295" fmla="*/ 2876186 w 2915191"/>
                <a:gd name="connsiteY295" fmla="*/ 10982 h 902164"/>
                <a:gd name="connsiteX296" fmla="*/ 2885945 w 2915191"/>
                <a:gd name="connsiteY296" fmla="*/ 1311 h 902164"/>
                <a:gd name="connsiteX297" fmla="*/ 2895689 w 2915191"/>
                <a:gd name="connsiteY297" fmla="*/ 13820 h 902164"/>
                <a:gd name="connsiteX298" fmla="*/ 2905433 w 2915191"/>
                <a:gd name="connsiteY298" fmla="*/ 0 h 902164"/>
                <a:gd name="connsiteX299" fmla="*/ 2915192 w 2915191"/>
                <a:gd name="connsiteY299" fmla="*/ 3808 h 902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902164">
                  <a:moveTo>
                    <a:pt x="0" y="902165"/>
                  </a:moveTo>
                  <a:lnTo>
                    <a:pt x="9750" y="861103"/>
                  </a:lnTo>
                  <a:lnTo>
                    <a:pt x="19500" y="868627"/>
                  </a:lnTo>
                  <a:lnTo>
                    <a:pt x="29250" y="858034"/>
                  </a:lnTo>
                  <a:lnTo>
                    <a:pt x="39000" y="842286"/>
                  </a:lnTo>
                  <a:lnTo>
                    <a:pt x="48749" y="821606"/>
                  </a:lnTo>
                  <a:lnTo>
                    <a:pt x="58499" y="829964"/>
                  </a:lnTo>
                  <a:lnTo>
                    <a:pt x="68249" y="817538"/>
                  </a:lnTo>
                  <a:lnTo>
                    <a:pt x="77998" y="805873"/>
                  </a:lnTo>
                  <a:lnTo>
                    <a:pt x="87748" y="816719"/>
                  </a:lnTo>
                  <a:lnTo>
                    <a:pt x="97497" y="779144"/>
                  </a:lnTo>
                  <a:lnTo>
                    <a:pt x="107247" y="750478"/>
                  </a:lnTo>
                  <a:lnTo>
                    <a:pt x="116997" y="768193"/>
                  </a:lnTo>
                  <a:lnTo>
                    <a:pt x="126747" y="749733"/>
                  </a:lnTo>
                  <a:lnTo>
                    <a:pt x="136497" y="750925"/>
                  </a:lnTo>
                  <a:lnTo>
                    <a:pt x="146247" y="760282"/>
                  </a:lnTo>
                  <a:lnTo>
                    <a:pt x="155997" y="744057"/>
                  </a:lnTo>
                  <a:lnTo>
                    <a:pt x="165747" y="755291"/>
                  </a:lnTo>
                  <a:lnTo>
                    <a:pt x="175497" y="740928"/>
                  </a:lnTo>
                  <a:lnTo>
                    <a:pt x="185247" y="711213"/>
                  </a:lnTo>
                  <a:lnTo>
                    <a:pt x="194996" y="686512"/>
                  </a:lnTo>
                  <a:lnTo>
                    <a:pt x="204746" y="675615"/>
                  </a:lnTo>
                  <a:lnTo>
                    <a:pt x="214495" y="686512"/>
                  </a:lnTo>
                  <a:lnTo>
                    <a:pt x="224245" y="672534"/>
                  </a:lnTo>
                  <a:lnTo>
                    <a:pt x="233995" y="645843"/>
                  </a:lnTo>
                  <a:lnTo>
                    <a:pt x="243744" y="624778"/>
                  </a:lnTo>
                  <a:lnTo>
                    <a:pt x="253494" y="637450"/>
                  </a:lnTo>
                  <a:lnTo>
                    <a:pt x="263244" y="676392"/>
                  </a:lnTo>
                  <a:lnTo>
                    <a:pt x="272994" y="692234"/>
                  </a:lnTo>
                  <a:lnTo>
                    <a:pt x="282744" y="694528"/>
                  </a:lnTo>
                  <a:lnTo>
                    <a:pt x="292494" y="715881"/>
                  </a:lnTo>
                  <a:lnTo>
                    <a:pt x="302244" y="715398"/>
                  </a:lnTo>
                  <a:lnTo>
                    <a:pt x="311994" y="721439"/>
                  </a:lnTo>
                  <a:lnTo>
                    <a:pt x="321744" y="712104"/>
                  </a:lnTo>
                  <a:lnTo>
                    <a:pt x="331493" y="704166"/>
                  </a:lnTo>
                  <a:lnTo>
                    <a:pt x="341243" y="665056"/>
                  </a:lnTo>
                  <a:lnTo>
                    <a:pt x="350993" y="673062"/>
                  </a:lnTo>
                  <a:lnTo>
                    <a:pt x="360742" y="661679"/>
                  </a:lnTo>
                  <a:lnTo>
                    <a:pt x="370492" y="624679"/>
                  </a:lnTo>
                  <a:lnTo>
                    <a:pt x="380241" y="618649"/>
                  </a:lnTo>
                  <a:lnTo>
                    <a:pt x="389991" y="616860"/>
                  </a:lnTo>
                  <a:lnTo>
                    <a:pt x="399741" y="625722"/>
                  </a:lnTo>
                  <a:lnTo>
                    <a:pt x="409491" y="646178"/>
                  </a:lnTo>
                  <a:lnTo>
                    <a:pt x="419241" y="642303"/>
                  </a:lnTo>
                  <a:lnTo>
                    <a:pt x="428991" y="669541"/>
                  </a:lnTo>
                  <a:lnTo>
                    <a:pt x="438741" y="709239"/>
                  </a:lnTo>
                  <a:lnTo>
                    <a:pt x="448491" y="688781"/>
                  </a:lnTo>
                  <a:lnTo>
                    <a:pt x="458241" y="709285"/>
                  </a:lnTo>
                  <a:lnTo>
                    <a:pt x="467991" y="692685"/>
                  </a:lnTo>
                  <a:lnTo>
                    <a:pt x="477740" y="678313"/>
                  </a:lnTo>
                  <a:lnTo>
                    <a:pt x="487490" y="645247"/>
                  </a:lnTo>
                  <a:lnTo>
                    <a:pt x="497239" y="619081"/>
                  </a:lnTo>
                  <a:lnTo>
                    <a:pt x="506989" y="613469"/>
                  </a:lnTo>
                  <a:lnTo>
                    <a:pt x="516738" y="649009"/>
                  </a:lnTo>
                  <a:lnTo>
                    <a:pt x="526488" y="648447"/>
                  </a:lnTo>
                  <a:lnTo>
                    <a:pt x="536238" y="633846"/>
                  </a:lnTo>
                  <a:lnTo>
                    <a:pt x="545988" y="633844"/>
                  </a:lnTo>
                  <a:lnTo>
                    <a:pt x="555738" y="656285"/>
                  </a:lnTo>
                  <a:lnTo>
                    <a:pt x="565488" y="649113"/>
                  </a:lnTo>
                  <a:lnTo>
                    <a:pt x="575238" y="611973"/>
                  </a:lnTo>
                  <a:lnTo>
                    <a:pt x="584988" y="571407"/>
                  </a:lnTo>
                  <a:lnTo>
                    <a:pt x="594738" y="593364"/>
                  </a:lnTo>
                  <a:lnTo>
                    <a:pt x="604488" y="539602"/>
                  </a:lnTo>
                  <a:lnTo>
                    <a:pt x="614237" y="521071"/>
                  </a:lnTo>
                  <a:lnTo>
                    <a:pt x="623987" y="541727"/>
                  </a:lnTo>
                  <a:lnTo>
                    <a:pt x="633736" y="555757"/>
                  </a:lnTo>
                  <a:lnTo>
                    <a:pt x="643486" y="562085"/>
                  </a:lnTo>
                  <a:lnTo>
                    <a:pt x="653236" y="571223"/>
                  </a:lnTo>
                  <a:lnTo>
                    <a:pt x="662985" y="551848"/>
                  </a:lnTo>
                  <a:lnTo>
                    <a:pt x="672735" y="537520"/>
                  </a:lnTo>
                  <a:lnTo>
                    <a:pt x="682485" y="552407"/>
                  </a:lnTo>
                  <a:lnTo>
                    <a:pt x="692235" y="536246"/>
                  </a:lnTo>
                  <a:lnTo>
                    <a:pt x="701985" y="551976"/>
                  </a:lnTo>
                  <a:lnTo>
                    <a:pt x="711735" y="549218"/>
                  </a:lnTo>
                  <a:lnTo>
                    <a:pt x="721485" y="553088"/>
                  </a:lnTo>
                  <a:lnTo>
                    <a:pt x="731235" y="550152"/>
                  </a:lnTo>
                  <a:lnTo>
                    <a:pt x="740985" y="555935"/>
                  </a:lnTo>
                  <a:lnTo>
                    <a:pt x="750734" y="588560"/>
                  </a:lnTo>
                  <a:lnTo>
                    <a:pt x="760484" y="577501"/>
                  </a:lnTo>
                  <a:lnTo>
                    <a:pt x="770233" y="589419"/>
                  </a:lnTo>
                  <a:lnTo>
                    <a:pt x="779983" y="588790"/>
                  </a:lnTo>
                  <a:lnTo>
                    <a:pt x="789733" y="615139"/>
                  </a:lnTo>
                  <a:lnTo>
                    <a:pt x="799482" y="610586"/>
                  </a:lnTo>
                  <a:lnTo>
                    <a:pt x="809232" y="630887"/>
                  </a:lnTo>
                  <a:lnTo>
                    <a:pt x="818982" y="637341"/>
                  </a:lnTo>
                  <a:lnTo>
                    <a:pt x="828732" y="632891"/>
                  </a:lnTo>
                  <a:lnTo>
                    <a:pt x="838482" y="623005"/>
                  </a:lnTo>
                  <a:lnTo>
                    <a:pt x="848232" y="590962"/>
                  </a:lnTo>
                  <a:lnTo>
                    <a:pt x="857982" y="614084"/>
                  </a:lnTo>
                  <a:lnTo>
                    <a:pt x="867732" y="568670"/>
                  </a:lnTo>
                  <a:lnTo>
                    <a:pt x="877482" y="559658"/>
                  </a:lnTo>
                  <a:lnTo>
                    <a:pt x="887231" y="539626"/>
                  </a:lnTo>
                  <a:lnTo>
                    <a:pt x="896981" y="570440"/>
                  </a:lnTo>
                  <a:lnTo>
                    <a:pt x="906730" y="598559"/>
                  </a:lnTo>
                  <a:lnTo>
                    <a:pt x="916480" y="632761"/>
                  </a:lnTo>
                  <a:lnTo>
                    <a:pt x="926230" y="636042"/>
                  </a:lnTo>
                  <a:lnTo>
                    <a:pt x="935979" y="639992"/>
                  </a:lnTo>
                  <a:lnTo>
                    <a:pt x="945729" y="625196"/>
                  </a:lnTo>
                  <a:lnTo>
                    <a:pt x="955479" y="645381"/>
                  </a:lnTo>
                  <a:lnTo>
                    <a:pt x="965229" y="655435"/>
                  </a:lnTo>
                  <a:lnTo>
                    <a:pt x="974979" y="646160"/>
                  </a:lnTo>
                  <a:lnTo>
                    <a:pt x="984729" y="680738"/>
                  </a:lnTo>
                  <a:lnTo>
                    <a:pt x="994474" y="641474"/>
                  </a:lnTo>
                  <a:lnTo>
                    <a:pt x="1004233" y="612911"/>
                  </a:lnTo>
                  <a:lnTo>
                    <a:pt x="1013977" y="600380"/>
                  </a:lnTo>
                  <a:lnTo>
                    <a:pt x="1023721" y="564809"/>
                  </a:lnTo>
                  <a:lnTo>
                    <a:pt x="1033480" y="564093"/>
                  </a:lnTo>
                  <a:lnTo>
                    <a:pt x="1043224" y="530535"/>
                  </a:lnTo>
                  <a:lnTo>
                    <a:pt x="1052983" y="496929"/>
                  </a:lnTo>
                  <a:lnTo>
                    <a:pt x="1062727" y="499202"/>
                  </a:lnTo>
                  <a:lnTo>
                    <a:pt x="1072471" y="501504"/>
                  </a:lnTo>
                  <a:lnTo>
                    <a:pt x="1082230" y="519903"/>
                  </a:lnTo>
                  <a:lnTo>
                    <a:pt x="1091973" y="517255"/>
                  </a:lnTo>
                  <a:lnTo>
                    <a:pt x="1101732" y="518196"/>
                  </a:lnTo>
                  <a:lnTo>
                    <a:pt x="1111476" y="528583"/>
                  </a:lnTo>
                  <a:lnTo>
                    <a:pt x="1121220" y="541366"/>
                  </a:lnTo>
                  <a:lnTo>
                    <a:pt x="1130979" y="536807"/>
                  </a:lnTo>
                  <a:lnTo>
                    <a:pt x="1140723" y="512078"/>
                  </a:lnTo>
                  <a:lnTo>
                    <a:pt x="1150482" y="528075"/>
                  </a:lnTo>
                  <a:lnTo>
                    <a:pt x="1160226" y="522774"/>
                  </a:lnTo>
                  <a:lnTo>
                    <a:pt x="1169969" y="528576"/>
                  </a:lnTo>
                  <a:lnTo>
                    <a:pt x="1179728" y="528902"/>
                  </a:lnTo>
                  <a:lnTo>
                    <a:pt x="1189472" y="519025"/>
                  </a:lnTo>
                  <a:lnTo>
                    <a:pt x="1199231" y="516361"/>
                  </a:lnTo>
                  <a:lnTo>
                    <a:pt x="1208975" y="526332"/>
                  </a:lnTo>
                  <a:lnTo>
                    <a:pt x="1218719" y="549434"/>
                  </a:lnTo>
                  <a:lnTo>
                    <a:pt x="1228478" y="553259"/>
                  </a:lnTo>
                  <a:lnTo>
                    <a:pt x="1238222" y="525286"/>
                  </a:lnTo>
                  <a:lnTo>
                    <a:pt x="1247966" y="523172"/>
                  </a:lnTo>
                  <a:lnTo>
                    <a:pt x="1257725" y="514875"/>
                  </a:lnTo>
                  <a:lnTo>
                    <a:pt x="1267469" y="497467"/>
                  </a:lnTo>
                  <a:lnTo>
                    <a:pt x="1277227" y="460811"/>
                  </a:lnTo>
                  <a:lnTo>
                    <a:pt x="1286971" y="464809"/>
                  </a:lnTo>
                  <a:lnTo>
                    <a:pt x="1296715" y="443121"/>
                  </a:lnTo>
                  <a:lnTo>
                    <a:pt x="1306474" y="435327"/>
                  </a:lnTo>
                  <a:lnTo>
                    <a:pt x="1316218" y="420819"/>
                  </a:lnTo>
                  <a:lnTo>
                    <a:pt x="1325977" y="452902"/>
                  </a:lnTo>
                  <a:lnTo>
                    <a:pt x="1335721" y="425655"/>
                  </a:lnTo>
                  <a:lnTo>
                    <a:pt x="1345465" y="401066"/>
                  </a:lnTo>
                  <a:lnTo>
                    <a:pt x="1355224" y="421108"/>
                  </a:lnTo>
                  <a:lnTo>
                    <a:pt x="1364967" y="432364"/>
                  </a:lnTo>
                  <a:lnTo>
                    <a:pt x="1374726" y="451274"/>
                  </a:lnTo>
                  <a:lnTo>
                    <a:pt x="1384470" y="447972"/>
                  </a:lnTo>
                  <a:lnTo>
                    <a:pt x="1394214" y="503493"/>
                  </a:lnTo>
                  <a:lnTo>
                    <a:pt x="1403973" y="459294"/>
                  </a:lnTo>
                  <a:lnTo>
                    <a:pt x="1413717" y="453373"/>
                  </a:lnTo>
                  <a:lnTo>
                    <a:pt x="1423476" y="435652"/>
                  </a:lnTo>
                  <a:lnTo>
                    <a:pt x="1433220" y="441616"/>
                  </a:lnTo>
                  <a:lnTo>
                    <a:pt x="1442964" y="473552"/>
                  </a:lnTo>
                  <a:lnTo>
                    <a:pt x="1452722" y="471831"/>
                  </a:lnTo>
                  <a:lnTo>
                    <a:pt x="1462466" y="485336"/>
                  </a:lnTo>
                  <a:lnTo>
                    <a:pt x="1472225" y="484005"/>
                  </a:lnTo>
                  <a:lnTo>
                    <a:pt x="1481969" y="497905"/>
                  </a:lnTo>
                  <a:lnTo>
                    <a:pt x="1491713" y="462207"/>
                  </a:lnTo>
                  <a:lnTo>
                    <a:pt x="1501472" y="463966"/>
                  </a:lnTo>
                  <a:lnTo>
                    <a:pt x="1511216" y="436558"/>
                  </a:lnTo>
                  <a:lnTo>
                    <a:pt x="1520960" y="468741"/>
                  </a:lnTo>
                  <a:lnTo>
                    <a:pt x="1530719" y="485868"/>
                  </a:lnTo>
                  <a:lnTo>
                    <a:pt x="1540463" y="481465"/>
                  </a:lnTo>
                  <a:lnTo>
                    <a:pt x="1550221" y="453474"/>
                  </a:lnTo>
                  <a:lnTo>
                    <a:pt x="1559965" y="467052"/>
                  </a:lnTo>
                  <a:lnTo>
                    <a:pt x="1569709" y="455371"/>
                  </a:lnTo>
                  <a:lnTo>
                    <a:pt x="1579468" y="497897"/>
                  </a:lnTo>
                  <a:lnTo>
                    <a:pt x="1589212" y="474276"/>
                  </a:lnTo>
                  <a:lnTo>
                    <a:pt x="1598971" y="452825"/>
                  </a:lnTo>
                  <a:lnTo>
                    <a:pt x="1608715" y="449227"/>
                  </a:lnTo>
                  <a:lnTo>
                    <a:pt x="1618459" y="421535"/>
                  </a:lnTo>
                  <a:lnTo>
                    <a:pt x="1628218" y="441783"/>
                  </a:lnTo>
                  <a:lnTo>
                    <a:pt x="1637962" y="421717"/>
                  </a:lnTo>
                  <a:lnTo>
                    <a:pt x="1647720" y="422657"/>
                  </a:lnTo>
                  <a:lnTo>
                    <a:pt x="1657464" y="425439"/>
                  </a:lnTo>
                  <a:lnTo>
                    <a:pt x="1667208" y="400324"/>
                  </a:lnTo>
                  <a:lnTo>
                    <a:pt x="1676967" y="402715"/>
                  </a:lnTo>
                  <a:lnTo>
                    <a:pt x="1686711" y="397877"/>
                  </a:lnTo>
                  <a:lnTo>
                    <a:pt x="1696470" y="405693"/>
                  </a:lnTo>
                  <a:lnTo>
                    <a:pt x="1706214" y="435974"/>
                  </a:lnTo>
                  <a:lnTo>
                    <a:pt x="1715958" y="457712"/>
                  </a:lnTo>
                  <a:lnTo>
                    <a:pt x="1725716" y="429381"/>
                  </a:lnTo>
                  <a:lnTo>
                    <a:pt x="1735460" y="405994"/>
                  </a:lnTo>
                  <a:lnTo>
                    <a:pt x="1745219" y="378337"/>
                  </a:lnTo>
                  <a:lnTo>
                    <a:pt x="1754963" y="391328"/>
                  </a:lnTo>
                  <a:lnTo>
                    <a:pt x="1764707" y="402222"/>
                  </a:lnTo>
                  <a:lnTo>
                    <a:pt x="1774466" y="401525"/>
                  </a:lnTo>
                  <a:lnTo>
                    <a:pt x="1784210" y="394938"/>
                  </a:lnTo>
                  <a:lnTo>
                    <a:pt x="1793969" y="420060"/>
                  </a:lnTo>
                  <a:lnTo>
                    <a:pt x="1803713" y="408812"/>
                  </a:lnTo>
                  <a:lnTo>
                    <a:pt x="1813457" y="394215"/>
                  </a:lnTo>
                  <a:lnTo>
                    <a:pt x="1823215" y="417496"/>
                  </a:lnTo>
                  <a:lnTo>
                    <a:pt x="1832959" y="384106"/>
                  </a:lnTo>
                  <a:lnTo>
                    <a:pt x="1842703" y="336841"/>
                  </a:lnTo>
                  <a:lnTo>
                    <a:pt x="1852462" y="313835"/>
                  </a:lnTo>
                  <a:lnTo>
                    <a:pt x="1862206" y="304699"/>
                  </a:lnTo>
                  <a:lnTo>
                    <a:pt x="1871965" y="300997"/>
                  </a:lnTo>
                  <a:lnTo>
                    <a:pt x="1881709" y="305960"/>
                  </a:lnTo>
                  <a:lnTo>
                    <a:pt x="1891453" y="277696"/>
                  </a:lnTo>
                  <a:lnTo>
                    <a:pt x="1901212" y="256333"/>
                  </a:lnTo>
                  <a:lnTo>
                    <a:pt x="1910956" y="240438"/>
                  </a:lnTo>
                  <a:lnTo>
                    <a:pt x="1920714" y="234418"/>
                  </a:lnTo>
                  <a:lnTo>
                    <a:pt x="1930458" y="224940"/>
                  </a:lnTo>
                  <a:lnTo>
                    <a:pt x="1940202" y="198517"/>
                  </a:lnTo>
                  <a:lnTo>
                    <a:pt x="1949961" y="183027"/>
                  </a:lnTo>
                  <a:lnTo>
                    <a:pt x="1959705" y="167432"/>
                  </a:lnTo>
                  <a:lnTo>
                    <a:pt x="1969464" y="160864"/>
                  </a:lnTo>
                  <a:lnTo>
                    <a:pt x="1979208" y="166153"/>
                  </a:lnTo>
                  <a:lnTo>
                    <a:pt x="1988952" y="144665"/>
                  </a:lnTo>
                  <a:lnTo>
                    <a:pt x="1998711" y="123575"/>
                  </a:lnTo>
                  <a:lnTo>
                    <a:pt x="2008454" y="122434"/>
                  </a:lnTo>
                  <a:lnTo>
                    <a:pt x="2018213" y="143812"/>
                  </a:lnTo>
                  <a:lnTo>
                    <a:pt x="2027957" y="142857"/>
                  </a:lnTo>
                  <a:lnTo>
                    <a:pt x="2037701" y="159070"/>
                  </a:lnTo>
                  <a:lnTo>
                    <a:pt x="2047460" y="128298"/>
                  </a:lnTo>
                  <a:lnTo>
                    <a:pt x="2057204" y="132558"/>
                  </a:lnTo>
                  <a:lnTo>
                    <a:pt x="2066963" y="170887"/>
                  </a:lnTo>
                  <a:lnTo>
                    <a:pt x="2076707" y="196987"/>
                  </a:lnTo>
                  <a:lnTo>
                    <a:pt x="2086451" y="187477"/>
                  </a:lnTo>
                  <a:lnTo>
                    <a:pt x="2096210" y="197689"/>
                  </a:lnTo>
                  <a:lnTo>
                    <a:pt x="2105954" y="176449"/>
                  </a:lnTo>
                  <a:lnTo>
                    <a:pt x="2115697" y="147257"/>
                  </a:lnTo>
                  <a:lnTo>
                    <a:pt x="2125456" y="143240"/>
                  </a:lnTo>
                  <a:lnTo>
                    <a:pt x="2135200" y="166085"/>
                  </a:lnTo>
                  <a:lnTo>
                    <a:pt x="2144959" y="175144"/>
                  </a:lnTo>
                  <a:lnTo>
                    <a:pt x="2154703" y="197858"/>
                  </a:lnTo>
                  <a:lnTo>
                    <a:pt x="2164447" y="212015"/>
                  </a:lnTo>
                  <a:lnTo>
                    <a:pt x="2174206" y="237000"/>
                  </a:lnTo>
                  <a:lnTo>
                    <a:pt x="2183950" y="236918"/>
                  </a:lnTo>
                  <a:lnTo>
                    <a:pt x="2193709" y="242444"/>
                  </a:lnTo>
                  <a:lnTo>
                    <a:pt x="2203452" y="209392"/>
                  </a:lnTo>
                  <a:lnTo>
                    <a:pt x="2213196" y="186595"/>
                  </a:lnTo>
                  <a:lnTo>
                    <a:pt x="2222955" y="190761"/>
                  </a:lnTo>
                  <a:lnTo>
                    <a:pt x="2232699" y="208922"/>
                  </a:lnTo>
                  <a:lnTo>
                    <a:pt x="2242458" y="202324"/>
                  </a:lnTo>
                  <a:lnTo>
                    <a:pt x="2252202" y="202628"/>
                  </a:lnTo>
                  <a:lnTo>
                    <a:pt x="2261946" y="203963"/>
                  </a:lnTo>
                  <a:lnTo>
                    <a:pt x="2271705" y="207553"/>
                  </a:lnTo>
                  <a:lnTo>
                    <a:pt x="2281449" y="183734"/>
                  </a:lnTo>
                  <a:lnTo>
                    <a:pt x="2291208" y="182384"/>
                  </a:lnTo>
                  <a:lnTo>
                    <a:pt x="2300951" y="173055"/>
                  </a:lnTo>
                  <a:lnTo>
                    <a:pt x="2310695" y="197485"/>
                  </a:lnTo>
                  <a:lnTo>
                    <a:pt x="2320454" y="169297"/>
                  </a:lnTo>
                  <a:lnTo>
                    <a:pt x="2330198" y="169926"/>
                  </a:lnTo>
                  <a:lnTo>
                    <a:pt x="2339957" y="164030"/>
                  </a:lnTo>
                  <a:lnTo>
                    <a:pt x="2349701" y="166869"/>
                  </a:lnTo>
                  <a:lnTo>
                    <a:pt x="2359445" y="183453"/>
                  </a:lnTo>
                  <a:lnTo>
                    <a:pt x="2369204" y="152145"/>
                  </a:lnTo>
                  <a:lnTo>
                    <a:pt x="2378948" y="151158"/>
                  </a:lnTo>
                  <a:lnTo>
                    <a:pt x="2388692" y="125856"/>
                  </a:lnTo>
                  <a:lnTo>
                    <a:pt x="2398450" y="133382"/>
                  </a:lnTo>
                  <a:lnTo>
                    <a:pt x="2408194" y="118512"/>
                  </a:lnTo>
                  <a:lnTo>
                    <a:pt x="2417953" y="92558"/>
                  </a:lnTo>
                  <a:lnTo>
                    <a:pt x="2427697" y="97848"/>
                  </a:lnTo>
                  <a:lnTo>
                    <a:pt x="2437441" y="90756"/>
                  </a:lnTo>
                  <a:lnTo>
                    <a:pt x="2447200" y="105020"/>
                  </a:lnTo>
                  <a:lnTo>
                    <a:pt x="2456944" y="112522"/>
                  </a:lnTo>
                  <a:lnTo>
                    <a:pt x="2466703" y="115695"/>
                  </a:lnTo>
                  <a:lnTo>
                    <a:pt x="2476446" y="118718"/>
                  </a:lnTo>
                  <a:lnTo>
                    <a:pt x="2486190" y="106404"/>
                  </a:lnTo>
                  <a:lnTo>
                    <a:pt x="2495949" y="112602"/>
                  </a:lnTo>
                  <a:lnTo>
                    <a:pt x="2505693" y="104241"/>
                  </a:lnTo>
                  <a:lnTo>
                    <a:pt x="2515452" y="97880"/>
                  </a:lnTo>
                  <a:lnTo>
                    <a:pt x="2525196" y="85306"/>
                  </a:lnTo>
                  <a:lnTo>
                    <a:pt x="2534940" y="65514"/>
                  </a:lnTo>
                  <a:lnTo>
                    <a:pt x="2544699" y="61177"/>
                  </a:lnTo>
                  <a:lnTo>
                    <a:pt x="2554443" y="56667"/>
                  </a:lnTo>
                  <a:lnTo>
                    <a:pt x="2564202" y="19469"/>
                  </a:lnTo>
                  <a:lnTo>
                    <a:pt x="2573946" y="46060"/>
                  </a:lnTo>
                  <a:lnTo>
                    <a:pt x="2583690" y="73130"/>
                  </a:lnTo>
                  <a:lnTo>
                    <a:pt x="2593448" y="35342"/>
                  </a:lnTo>
                  <a:lnTo>
                    <a:pt x="2603192" y="64653"/>
                  </a:lnTo>
                  <a:lnTo>
                    <a:pt x="2612951" y="99119"/>
                  </a:lnTo>
                  <a:lnTo>
                    <a:pt x="2622695" y="97593"/>
                  </a:lnTo>
                  <a:lnTo>
                    <a:pt x="2632439" y="102311"/>
                  </a:lnTo>
                  <a:lnTo>
                    <a:pt x="2642198" y="118939"/>
                  </a:lnTo>
                  <a:lnTo>
                    <a:pt x="2651942" y="129852"/>
                  </a:lnTo>
                  <a:lnTo>
                    <a:pt x="2661685" y="134705"/>
                  </a:lnTo>
                  <a:lnTo>
                    <a:pt x="2671444" y="126065"/>
                  </a:lnTo>
                  <a:lnTo>
                    <a:pt x="2681188" y="152446"/>
                  </a:lnTo>
                  <a:lnTo>
                    <a:pt x="2690947" y="140095"/>
                  </a:lnTo>
                  <a:lnTo>
                    <a:pt x="2700691" y="170687"/>
                  </a:lnTo>
                  <a:lnTo>
                    <a:pt x="2710435" y="185431"/>
                  </a:lnTo>
                  <a:lnTo>
                    <a:pt x="2720194" y="187866"/>
                  </a:lnTo>
                  <a:lnTo>
                    <a:pt x="2729938" y="159684"/>
                  </a:lnTo>
                  <a:lnTo>
                    <a:pt x="2739697" y="160151"/>
                  </a:lnTo>
                  <a:lnTo>
                    <a:pt x="2749441" y="152738"/>
                  </a:lnTo>
                  <a:lnTo>
                    <a:pt x="2759185" y="144627"/>
                  </a:lnTo>
                  <a:lnTo>
                    <a:pt x="2768943" y="133438"/>
                  </a:lnTo>
                  <a:lnTo>
                    <a:pt x="2778687" y="125588"/>
                  </a:lnTo>
                  <a:lnTo>
                    <a:pt x="2788446" y="109607"/>
                  </a:lnTo>
                  <a:lnTo>
                    <a:pt x="2798190" y="135917"/>
                  </a:lnTo>
                  <a:lnTo>
                    <a:pt x="2807934" y="93032"/>
                  </a:lnTo>
                  <a:lnTo>
                    <a:pt x="2817693" y="98765"/>
                  </a:lnTo>
                  <a:lnTo>
                    <a:pt x="2827437" y="84400"/>
                  </a:lnTo>
                  <a:lnTo>
                    <a:pt x="2837196" y="53003"/>
                  </a:lnTo>
                  <a:lnTo>
                    <a:pt x="2846940" y="57109"/>
                  </a:lnTo>
                  <a:lnTo>
                    <a:pt x="2856684" y="48090"/>
                  </a:lnTo>
                  <a:lnTo>
                    <a:pt x="2866442" y="6968"/>
                  </a:lnTo>
                  <a:lnTo>
                    <a:pt x="2876186" y="10982"/>
                  </a:lnTo>
                  <a:lnTo>
                    <a:pt x="2885945" y="1311"/>
                  </a:lnTo>
                  <a:lnTo>
                    <a:pt x="2895689" y="13820"/>
                  </a:lnTo>
                  <a:lnTo>
                    <a:pt x="2905433" y="0"/>
                  </a:lnTo>
                  <a:lnTo>
                    <a:pt x="2915192" y="380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3" name="Freeform 962">
              <a:extLst>
                <a:ext uri="{FF2B5EF4-FFF2-40B4-BE49-F238E27FC236}">
                  <a16:creationId xmlns:a16="http://schemas.microsoft.com/office/drawing/2014/main" id="{34327E1B-EDEA-F4D6-1A06-CCCEBA28F804}"/>
                </a:ext>
              </a:extLst>
            </p:cNvPr>
            <p:cNvSpPr/>
            <p:nvPr/>
          </p:nvSpPr>
          <p:spPr>
            <a:xfrm>
              <a:off x="4426652" y="3339901"/>
              <a:ext cx="2915191" cy="849611"/>
            </a:xfrm>
            <a:custGeom>
              <a:avLst/>
              <a:gdLst>
                <a:gd name="connsiteX0" fmla="*/ 0 w 2915191"/>
                <a:gd name="connsiteY0" fmla="*/ 118340 h 849611"/>
                <a:gd name="connsiteX1" fmla="*/ 9750 w 2915191"/>
                <a:gd name="connsiteY1" fmla="*/ 112236 h 849611"/>
                <a:gd name="connsiteX2" fmla="*/ 19500 w 2915191"/>
                <a:gd name="connsiteY2" fmla="*/ 90961 h 849611"/>
                <a:gd name="connsiteX3" fmla="*/ 29250 w 2915191"/>
                <a:gd name="connsiteY3" fmla="*/ 117306 h 849611"/>
                <a:gd name="connsiteX4" fmla="*/ 39000 w 2915191"/>
                <a:gd name="connsiteY4" fmla="*/ 111859 h 849611"/>
                <a:gd name="connsiteX5" fmla="*/ 48749 w 2915191"/>
                <a:gd name="connsiteY5" fmla="*/ 103832 h 849611"/>
                <a:gd name="connsiteX6" fmla="*/ 58499 w 2915191"/>
                <a:gd name="connsiteY6" fmla="*/ 77850 h 849611"/>
                <a:gd name="connsiteX7" fmla="*/ 68249 w 2915191"/>
                <a:gd name="connsiteY7" fmla="*/ 38755 h 849611"/>
                <a:gd name="connsiteX8" fmla="*/ 77998 w 2915191"/>
                <a:gd name="connsiteY8" fmla="*/ 44621 h 849611"/>
                <a:gd name="connsiteX9" fmla="*/ 87748 w 2915191"/>
                <a:gd name="connsiteY9" fmla="*/ 53183 h 849611"/>
                <a:gd name="connsiteX10" fmla="*/ 97497 w 2915191"/>
                <a:gd name="connsiteY10" fmla="*/ 52958 h 849611"/>
                <a:gd name="connsiteX11" fmla="*/ 107247 w 2915191"/>
                <a:gd name="connsiteY11" fmla="*/ 35315 h 849611"/>
                <a:gd name="connsiteX12" fmla="*/ 116997 w 2915191"/>
                <a:gd name="connsiteY12" fmla="*/ 13977 h 849611"/>
                <a:gd name="connsiteX13" fmla="*/ 126747 w 2915191"/>
                <a:gd name="connsiteY13" fmla="*/ 35099 h 849611"/>
                <a:gd name="connsiteX14" fmla="*/ 136497 w 2915191"/>
                <a:gd name="connsiteY14" fmla="*/ 14641 h 849611"/>
                <a:gd name="connsiteX15" fmla="*/ 146247 w 2915191"/>
                <a:gd name="connsiteY15" fmla="*/ 18253 h 849611"/>
                <a:gd name="connsiteX16" fmla="*/ 155997 w 2915191"/>
                <a:gd name="connsiteY16" fmla="*/ 0 h 849611"/>
                <a:gd name="connsiteX17" fmla="*/ 165747 w 2915191"/>
                <a:gd name="connsiteY17" fmla="*/ 24719 h 849611"/>
                <a:gd name="connsiteX18" fmla="*/ 175497 w 2915191"/>
                <a:gd name="connsiteY18" fmla="*/ 19890 h 849611"/>
                <a:gd name="connsiteX19" fmla="*/ 185247 w 2915191"/>
                <a:gd name="connsiteY19" fmla="*/ 48250 h 849611"/>
                <a:gd name="connsiteX20" fmla="*/ 194996 w 2915191"/>
                <a:gd name="connsiteY20" fmla="*/ 86413 h 849611"/>
                <a:gd name="connsiteX21" fmla="*/ 204746 w 2915191"/>
                <a:gd name="connsiteY21" fmla="*/ 75417 h 849611"/>
                <a:gd name="connsiteX22" fmla="*/ 214495 w 2915191"/>
                <a:gd name="connsiteY22" fmla="*/ 101300 h 849611"/>
                <a:gd name="connsiteX23" fmla="*/ 224245 w 2915191"/>
                <a:gd name="connsiteY23" fmla="*/ 92855 h 849611"/>
                <a:gd name="connsiteX24" fmla="*/ 233995 w 2915191"/>
                <a:gd name="connsiteY24" fmla="*/ 73531 h 849611"/>
                <a:gd name="connsiteX25" fmla="*/ 243744 w 2915191"/>
                <a:gd name="connsiteY25" fmla="*/ 69017 h 849611"/>
                <a:gd name="connsiteX26" fmla="*/ 253494 w 2915191"/>
                <a:gd name="connsiteY26" fmla="*/ 60365 h 849611"/>
                <a:gd name="connsiteX27" fmla="*/ 263244 w 2915191"/>
                <a:gd name="connsiteY27" fmla="*/ 77515 h 849611"/>
                <a:gd name="connsiteX28" fmla="*/ 272994 w 2915191"/>
                <a:gd name="connsiteY28" fmla="*/ 83034 h 849611"/>
                <a:gd name="connsiteX29" fmla="*/ 282744 w 2915191"/>
                <a:gd name="connsiteY29" fmla="*/ 96693 h 849611"/>
                <a:gd name="connsiteX30" fmla="*/ 292494 w 2915191"/>
                <a:gd name="connsiteY30" fmla="*/ 100528 h 849611"/>
                <a:gd name="connsiteX31" fmla="*/ 302244 w 2915191"/>
                <a:gd name="connsiteY31" fmla="*/ 130147 h 849611"/>
                <a:gd name="connsiteX32" fmla="*/ 311994 w 2915191"/>
                <a:gd name="connsiteY32" fmla="*/ 139469 h 849611"/>
                <a:gd name="connsiteX33" fmla="*/ 321744 w 2915191"/>
                <a:gd name="connsiteY33" fmla="*/ 160134 h 849611"/>
                <a:gd name="connsiteX34" fmla="*/ 331493 w 2915191"/>
                <a:gd name="connsiteY34" fmla="*/ 191953 h 849611"/>
                <a:gd name="connsiteX35" fmla="*/ 341243 w 2915191"/>
                <a:gd name="connsiteY35" fmla="*/ 198277 h 849611"/>
                <a:gd name="connsiteX36" fmla="*/ 350993 w 2915191"/>
                <a:gd name="connsiteY36" fmla="*/ 213462 h 849611"/>
                <a:gd name="connsiteX37" fmla="*/ 360742 w 2915191"/>
                <a:gd name="connsiteY37" fmla="*/ 228351 h 849611"/>
                <a:gd name="connsiteX38" fmla="*/ 370492 w 2915191"/>
                <a:gd name="connsiteY38" fmla="*/ 233404 h 849611"/>
                <a:gd name="connsiteX39" fmla="*/ 380241 w 2915191"/>
                <a:gd name="connsiteY39" fmla="*/ 206998 h 849611"/>
                <a:gd name="connsiteX40" fmla="*/ 389991 w 2915191"/>
                <a:gd name="connsiteY40" fmla="*/ 201738 h 849611"/>
                <a:gd name="connsiteX41" fmla="*/ 399741 w 2915191"/>
                <a:gd name="connsiteY41" fmla="*/ 201369 h 849611"/>
                <a:gd name="connsiteX42" fmla="*/ 409491 w 2915191"/>
                <a:gd name="connsiteY42" fmla="*/ 206758 h 849611"/>
                <a:gd name="connsiteX43" fmla="*/ 419241 w 2915191"/>
                <a:gd name="connsiteY43" fmla="*/ 214574 h 849611"/>
                <a:gd name="connsiteX44" fmla="*/ 428991 w 2915191"/>
                <a:gd name="connsiteY44" fmla="*/ 189619 h 849611"/>
                <a:gd name="connsiteX45" fmla="*/ 438741 w 2915191"/>
                <a:gd name="connsiteY45" fmla="*/ 200478 h 849611"/>
                <a:gd name="connsiteX46" fmla="*/ 448491 w 2915191"/>
                <a:gd name="connsiteY46" fmla="*/ 184266 h 849611"/>
                <a:gd name="connsiteX47" fmla="*/ 458241 w 2915191"/>
                <a:gd name="connsiteY47" fmla="*/ 190445 h 849611"/>
                <a:gd name="connsiteX48" fmla="*/ 467991 w 2915191"/>
                <a:gd name="connsiteY48" fmla="*/ 203668 h 849611"/>
                <a:gd name="connsiteX49" fmla="*/ 477740 w 2915191"/>
                <a:gd name="connsiteY49" fmla="*/ 182749 h 849611"/>
                <a:gd name="connsiteX50" fmla="*/ 487490 w 2915191"/>
                <a:gd name="connsiteY50" fmla="*/ 194724 h 849611"/>
                <a:gd name="connsiteX51" fmla="*/ 497239 w 2915191"/>
                <a:gd name="connsiteY51" fmla="*/ 203276 h 849611"/>
                <a:gd name="connsiteX52" fmla="*/ 506989 w 2915191"/>
                <a:gd name="connsiteY52" fmla="*/ 204302 h 849611"/>
                <a:gd name="connsiteX53" fmla="*/ 516738 w 2915191"/>
                <a:gd name="connsiteY53" fmla="*/ 208723 h 849611"/>
                <a:gd name="connsiteX54" fmla="*/ 526488 w 2915191"/>
                <a:gd name="connsiteY54" fmla="*/ 238740 h 849611"/>
                <a:gd name="connsiteX55" fmla="*/ 536238 w 2915191"/>
                <a:gd name="connsiteY55" fmla="*/ 249956 h 849611"/>
                <a:gd name="connsiteX56" fmla="*/ 545988 w 2915191"/>
                <a:gd name="connsiteY56" fmla="*/ 291041 h 849611"/>
                <a:gd name="connsiteX57" fmla="*/ 555738 w 2915191"/>
                <a:gd name="connsiteY57" fmla="*/ 324895 h 849611"/>
                <a:gd name="connsiteX58" fmla="*/ 565488 w 2915191"/>
                <a:gd name="connsiteY58" fmla="*/ 333329 h 849611"/>
                <a:gd name="connsiteX59" fmla="*/ 575238 w 2915191"/>
                <a:gd name="connsiteY59" fmla="*/ 323494 h 849611"/>
                <a:gd name="connsiteX60" fmla="*/ 584988 w 2915191"/>
                <a:gd name="connsiteY60" fmla="*/ 315920 h 849611"/>
                <a:gd name="connsiteX61" fmla="*/ 594738 w 2915191"/>
                <a:gd name="connsiteY61" fmla="*/ 330355 h 849611"/>
                <a:gd name="connsiteX62" fmla="*/ 604488 w 2915191"/>
                <a:gd name="connsiteY62" fmla="*/ 320800 h 849611"/>
                <a:gd name="connsiteX63" fmla="*/ 614237 w 2915191"/>
                <a:gd name="connsiteY63" fmla="*/ 327295 h 849611"/>
                <a:gd name="connsiteX64" fmla="*/ 623987 w 2915191"/>
                <a:gd name="connsiteY64" fmla="*/ 333056 h 849611"/>
                <a:gd name="connsiteX65" fmla="*/ 633736 w 2915191"/>
                <a:gd name="connsiteY65" fmla="*/ 342402 h 849611"/>
                <a:gd name="connsiteX66" fmla="*/ 643486 w 2915191"/>
                <a:gd name="connsiteY66" fmla="*/ 360438 h 849611"/>
                <a:gd name="connsiteX67" fmla="*/ 653236 w 2915191"/>
                <a:gd name="connsiteY67" fmla="*/ 376165 h 849611"/>
                <a:gd name="connsiteX68" fmla="*/ 662985 w 2915191"/>
                <a:gd name="connsiteY68" fmla="*/ 402696 h 849611"/>
                <a:gd name="connsiteX69" fmla="*/ 672735 w 2915191"/>
                <a:gd name="connsiteY69" fmla="*/ 409113 h 849611"/>
                <a:gd name="connsiteX70" fmla="*/ 682485 w 2915191"/>
                <a:gd name="connsiteY70" fmla="*/ 413037 h 849611"/>
                <a:gd name="connsiteX71" fmla="*/ 692235 w 2915191"/>
                <a:gd name="connsiteY71" fmla="*/ 408347 h 849611"/>
                <a:gd name="connsiteX72" fmla="*/ 701985 w 2915191"/>
                <a:gd name="connsiteY72" fmla="*/ 384769 h 849611"/>
                <a:gd name="connsiteX73" fmla="*/ 711735 w 2915191"/>
                <a:gd name="connsiteY73" fmla="*/ 406408 h 849611"/>
                <a:gd name="connsiteX74" fmla="*/ 721485 w 2915191"/>
                <a:gd name="connsiteY74" fmla="*/ 413271 h 849611"/>
                <a:gd name="connsiteX75" fmla="*/ 731235 w 2915191"/>
                <a:gd name="connsiteY75" fmla="*/ 432677 h 849611"/>
                <a:gd name="connsiteX76" fmla="*/ 740985 w 2915191"/>
                <a:gd name="connsiteY76" fmla="*/ 434156 h 849611"/>
                <a:gd name="connsiteX77" fmla="*/ 750734 w 2915191"/>
                <a:gd name="connsiteY77" fmla="*/ 411969 h 849611"/>
                <a:gd name="connsiteX78" fmla="*/ 760484 w 2915191"/>
                <a:gd name="connsiteY78" fmla="*/ 398062 h 849611"/>
                <a:gd name="connsiteX79" fmla="*/ 770233 w 2915191"/>
                <a:gd name="connsiteY79" fmla="*/ 402153 h 849611"/>
                <a:gd name="connsiteX80" fmla="*/ 779983 w 2915191"/>
                <a:gd name="connsiteY80" fmla="*/ 426953 h 849611"/>
                <a:gd name="connsiteX81" fmla="*/ 789733 w 2915191"/>
                <a:gd name="connsiteY81" fmla="*/ 454169 h 849611"/>
                <a:gd name="connsiteX82" fmla="*/ 799482 w 2915191"/>
                <a:gd name="connsiteY82" fmla="*/ 448619 h 849611"/>
                <a:gd name="connsiteX83" fmla="*/ 809232 w 2915191"/>
                <a:gd name="connsiteY83" fmla="*/ 436370 h 849611"/>
                <a:gd name="connsiteX84" fmla="*/ 818982 w 2915191"/>
                <a:gd name="connsiteY84" fmla="*/ 454684 h 849611"/>
                <a:gd name="connsiteX85" fmla="*/ 828732 w 2915191"/>
                <a:gd name="connsiteY85" fmla="*/ 454163 h 849611"/>
                <a:gd name="connsiteX86" fmla="*/ 838482 w 2915191"/>
                <a:gd name="connsiteY86" fmla="*/ 450127 h 849611"/>
                <a:gd name="connsiteX87" fmla="*/ 848232 w 2915191"/>
                <a:gd name="connsiteY87" fmla="*/ 433234 h 849611"/>
                <a:gd name="connsiteX88" fmla="*/ 857982 w 2915191"/>
                <a:gd name="connsiteY88" fmla="*/ 440056 h 849611"/>
                <a:gd name="connsiteX89" fmla="*/ 867732 w 2915191"/>
                <a:gd name="connsiteY89" fmla="*/ 425229 h 849611"/>
                <a:gd name="connsiteX90" fmla="*/ 877482 w 2915191"/>
                <a:gd name="connsiteY90" fmla="*/ 429730 h 849611"/>
                <a:gd name="connsiteX91" fmla="*/ 887231 w 2915191"/>
                <a:gd name="connsiteY91" fmla="*/ 412994 h 849611"/>
                <a:gd name="connsiteX92" fmla="*/ 896981 w 2915191"/>
                <a:gd name="connsiteY92" fmla="*/ 452732 h 849611"/>
                <a:gd name="connsiteX93" fmla="*/ 906730 w 2915191"/>
                <a:gd name="connsiteY93" fmla="*/ 470997 h 849611"/>
                <a:gd name="connsiteX94" fmla="*/ 916480 w 2915191"/>
                <a:gd name="connsiteY94" fmla="*/ 468977 h 849611"/>
                <a:gd name="connsiteX95" fmla="*/ 926230 w 2915191"/>
                <a:gd name="connsiteY95" fmla="*/ 474434 h 849611"/>
                <a:gd name="connsiteX96" fmla="*/ 935979 w 2915191"/>
                <a:gd name="connsiteY96" fmla="*/ 409904 h 849611"/>
                <a:gd name="connsiteX97" fmla="*/ 945729 w 2915191"/>
                <a:gd name="connsiteY97" fmla="*/ 465058 h 849611"/>
                <a:gd name="connsiteX98" fmla="*/ 955479 w 2915191"/>
                <a:gd name="connsiteY98" fmla="*/ 462891 h 849611"/>
                <a:gd name="connsiteX99" fmla="*/ 965229 w 2915191"/>
                <a:gd name="connsiteY99" fmla="*/ 459072 h 849611"/>
                <a:gd name="connsiteX100" fmla="*/ 974979 w 2915191"/>
                <a:gd name="connsiteY100" fmla="*/ 412928 h 849611"/>
                <a:gd name="connsiteX101" fmla="*/ 984729 w 2915191"/>
                <a:gd name="connsiteY101" fmla="*/ 432377 h 849611"/>
                <a:gd name="connsiteX102" fmla="*/ 994474 w 2915191"/>
                <a:gd name="connsiteY102" fmla="*/ 452509 h 849611"/>
                <a:gd name="connsiteX103" fmla="*/ 1004233 w 2915191"/>
                <a:gd name="connsiteY103" fmla="*/ 468627 h 849611"/>
                <a:gd name="connsiteX104" fmla="*/ 1013977 w 2915191"/>
                <a:gd name="connsiteY104" fmla="*/ 468786 h 849611"/>
                <a:gd name="connsiteX105" fmla="*/ 1023721 w 2915191"/>
                <a:gd name="connsiteY105" fmla="*/ 488080 h 849611"/>
                <a:gd name="connsiteX106" fmla="*/ 1033480 w 2915191"/>
                <a:gd name="connsiteY106" fmla="*/ 491377 h 849611"/>
                <a:gd name="connsiteX107" fmla="*/ 1043224 w 2915191"/>
                <a:gd name="connsiteY107" fmla="*/ 486558 h 849611"/>
                <a:gd name="connsiteX108" fmla="*/ 1052983 w 2915191"/>
                <a:gd name="connsiteY108" fmla="*/ 462312 h 849611"/>
                <a:gd name="connsiteX109" fmla="*/ 1062727 w 2915191"/>
                <a:gd name="connsiteY109" fmla="*/ 474466 h 849611"/>
                <a:gd name="connsiteX110" fmla="*/ 1072471 w 2915191"/>
                <a:gd name="connsiteY110" fmla="*/ 529246 h 849611"/>
                <a:gd name="connsiteX111" fmla="*/ 1082230 w 2915191"/>
                <a:gd name="connsiteY111" fmla="*/ 564008 h 849611"/>
                <a:gd name="connsiteX112" fmla="*/ 1091973 w 2915191"/>
                <a:gd name="connsiteY112" fmla="*/ 581011 h 849611"/>
                <a:gd name="connsiteX113" fmla="*/ 1101732 w 2915191"/>
                <a:gd name="connsiteY113" fmla="*/ 556951 h 849611"/>
                <a:gd name="connsiteX114" fmla="*/ 1111476 w 2915191"/>
                <a:gd name="connsiteY114" fmla="*/ 583761 h 849611"/>
                <a:gd name="connsiteX115" fmla="*/ 1121220 w 2915191"/>
                <a:gd name="connsiteY115" fmla="*/ 581805 h 849611"/>
                <a:gd name="connsiteX116" fmla="*/ 1130979 w 2915191"/>
                <a:gd name="connsiteY116" fmla="*/ 610164 h 849611"/>
                <a:gd name="connsiteX117" fmla="*/ 1140723 w 2915191"/>
                <a:gd name="connsiteY117" fmla="*/ 606995 h 849611"/>
                <a:gd name="connsiteX118" fmla="*/ 1150482 w 2915191"/>
                <a:gd name="connsiteY118" fmla="*/ 622436 h 849611"/>
                <a:gd name="connsiteX119" fmla="*/ 1160226 w 2915191"/>
                <a:gd name="connsiteY119" fmla="*/ 612618 h 849611"/>
                <a:gd name="connsiteX120" fmla="*/ 1169969 w 2915191"/>
                <a:gd name="connsiteY120" fmla="*/ 607375 h 849611"/>
                <a:gd name="connsiteX121" fmla="*/ 1179728 w 2915191"/>
                <a:gd name="connsiteY121" fmla="*/ 607573 h 849611"/>
                <a:gd name="connsiteX122" fmla="*/ 1189472 w 2915191"/>
                <a:gd name="connsiteY122" fmla="*/ 604684 h 849611"/>
                <a:gd name="connsiteX123" fmla="*/ 1199231 w 2915191"/>
                <a:gd name="connsiteY123" fmla="*/ 611307 h 849611"/>
                <a:gd name="connsiteX124" fmla="*/ 1208975 w 2915191"/>
                <a:gd name="connsiteY124" fmla="*/ 615112 h 849611"/>
                <a:gd name="connsiteX125" fmla="*/ 1218719 w 2915191"/>
                <a:gd name="connsiteY125" fmla="*/ 638676 h 849611"/>
                <a:gd name="connsiteX126" fmla="*/ 1228478 w 2915191"/>
                <a:gd name="connsiteY126" fmla="*/ 661275 h 849611"/>
                <a:gd name="connsiteX127" fmla="*/ 1238222 w 2915191"/>
                <a:gd name="connsiteY127" fmla="*/ 642011 h 849611"/>
                <a:gd name="connsiteX128" fmla="*/ 1247966 w 2915191"/>
                <a:gd name="connsiteY128" fmla="*/ 649749 h 849611"/>
                <a:gd name="connsiteX129" fmla="*/ 1257725 w 2915191"/>
                <a:gd name="connsiteY129" fmla="*/ 633798 h 849611"/>
                <a:gd name="connsiteX130" fmla="*/ 1267469 w 2915191"/>
                <a:gd name="connsiteY130" fmla="*/ 603546 h 849611"/>
                <a:gd name="connsiteX131" fmla="*/ 1277227 w 2915191"/>
                <a:gd name="connsiteY131" fmla="*/ 613042 h 849611"/>
                <a:gd name="connsiteX132" fmla="*/ 1286971 w 2915191"/>
                <a:gd name="connsiteY132" fmla="*/ 569110 h 849611"/>
                <a:gd name="connsiteX133" fmla="*/ 1296715 w 2915191"/>
                <a:gd name="connsiteY133" fmla="*/ 558223 h 849611"/>
                <a:gd name="connsiteX134" fmla="*/ 1306474 w 2915191"/>
                <a:gd name="connsiteY134" fmla="*/ 548910 h 849611"/>
                <a:gd name="connsiteX135" fmla="*/ 1316218 w 2915191"/>
                <a:gd name="connsiteY135" fmla="*/ 540493 h 849611"/>
                <a:gd name="connsiteX136" fmla="*/ 1325977 w 2915191"/>
                <a:gd name="connsiteY136" fmla="*/ 571687 h 849611"/>
                <a:gd name="connsiteX137" fmla="*/ 1335721 w 2915191"/>
                <a:gd name="connsiteY137" fmla="*/ 604315 h 849611"/>
                <a:gd name="connsiteX138" fmla="*/ 1345465 w 2915191"/>
                <a:gd name="connsiteY138" fmla="*/ 574847 h 849611"/>
                <a:gd name="connsiteX139" fmla="*/ 1355224 w 2915191"/>
                <a:gd name="connsiteY139" fmla="*/ 594115 h 849611"/>
                <a:gd name="connsiteX140" fmla="*/ 1364967 w 2915191"/>
                <a:gd name="connsiteY140" fmla="*/ 606140 h 849611"/>
                <a:gd name="connsiteX141" fmla="*/ 1374726 w 2915191"/>
                <a:gd name="connsiteY141" fmla="*/ 618478 h 849611"/>
                <a:gd name="connsiteX142" fmla="*/ 1384470 w 2915191"/>
                <a:gd name="connsiteY142" fmla="*/ 602130 h 849611"/>
                <a:gd name="connsiteX143" fmla="*/ 1394214 w 2915191"/>
                <a:gd name="connsiteY143" fmla="*/ 607555 h 849611"/>
                <a:gd name="connsiteX144" fmla="*/ 1403973 w 2915191"/>
                <a:gd name="connsiteY144" fmla="*/ 595608 h 849611"/>
                <a:gd name="connsiteX145" fmla="*/ 1413717 w 2915191"/>
                <a:gd name="connsiteY145" fmla="*/ 625662 h 849611"/>
                <a:gd name="connsiteX146" fmla="*/ 1423476 w 2915191"/>
                <a:gd name="connsiteY146" fmla="*/ 668342 h 849611"/>
                <a:gd name="connsiteX147" fmla="*/ 1433220 w 2915191"/>
                <a:gd name="connsiteY147" fmla="*/ 660527 h 849611"/>
                <a:gd name="connsiteX148" fmla="*/ 1442964 w 2915191"/>
                <a:gd name="connsiteY148" fmla="*/ 668437 h 849611"/>
                <a:gd name="connsiteX149" fmla="*/ 1452722 w 2915191"/>
                <a:gd name="connsiteY149" fmla="*/ 653724 h 849611"/>
                <a:gd name="connsiteX150" fmla="*/ 1462466 w 2915191"/>
                <a:gd name="connsiteY150" fmla="*/ 640008 h 849611"/>
                <a:gd name="connsiteX151" fmla="*/ 1472225 w 2915191"/>
                <a:gd name="connsiteY151" fmla="*/ 616290 h 849611"/>
                <a:gd name="connsiteX152" fmla="*/ 1481969 w 2915191"/>
                <a:gd name="connsiteY152" fmla="*/ 626870 h 849611"/>
                <a:gd name="connsiteX153" fmla="*/ 1491713 w 2915191"/>
                <a:gd name="connsiteY153" fmla="*/ 629704 h 849611"/>
                <a:gd name="connsiteX154" fmla="*/ 1501472 w 2915191"/>
                <a:gd name="connsiteY154" fmla="*/ 657708 h 849611"/>
                <a:gd name="connsiteX155" fmla="*/ 1511216 w 2915191"/>
                <a:gd name="connsiteY155" fmla="*/ 663087 h 849611"/>
                <a:gd name="connsiteX156" fmla="*/ 1520960 w 2915191"/>
                <a:gd name="connsiteY156" fmla="*/ 666059 h 849611"/>
                <a:gd name="connsiteX157" fmla="*/ 1530719 w 2915191"/>
                <a:gd name="connsiteY157" fmla="*/ 714150 h 849611"/>
                <a:gd name="connsiteX158" fmla="*/ 1540463 w 2915191"/>
                <a:gd name="connsiteY158" fmla="*/ 677528 h 849611"/>
                <a:gd name="connsiteX159" fmla="*/ 1550221 w 2915191"/>
                <a:gd name="connsiteY159" fmla="*/ 727768 h 849611"/>
                <a:gd name="connsiteX160" fmla="*/ 1559965 w 2915191"/>
                <a:gd name="connsiteY160" fmla="*/ 739508 h 849611"/>
                <a:gd name="connsiteX161" fmla="*/ 1569709 w 2915191"/>
                <a:gd name="connsiteY161" fmla="*/ 767652 h 849611"/>
                <a:gd name="connsiteX162" fmla="*/ 1579468 w 2915191"/>
                <a:gd name="connsiteY162" fmla="*/ 778990 h 849611"/>
                <a:gd name="connsiteX163" fmla="*/ 1589212 w 2915191"/>
                <a:gd name="connsiteY163" fmla="*/ 781821 h 849611"/>
                <a:gd name="connsiteX164" fmla="*/ 1598971 w 2915191"/>
                <a:gd name="connsiteY164" fmla="*/ 750086 h 849611"/>
                <a:gd name="connsiteX165" fmla="*/ 1608715 w 2915191"/>
                <a:gd name="connsiteY165" fmla="*/ 784548 h 849611"/>
                <a:gd name="connsiteX166" fmla="*/ 1618459 w 2915191"/>
                <a:gd name="connsiteY166" fmla="*/ 773210 h 849611"/>
                <a:gd name="connsiteX167" fmla="*/ 1628218 w 2915191"/>
                <a:gd name="connsiteY167" fmla="*/ 822436 h 849611"/>
                <a:gd name="connsiteX168" fmla="*/ 1637962 w 2915191"/>
                <a:gd name="connsiteY168" fmla="*/ 831777 h 849611"/>
                <a:gd name="connsiteX169" fmla="*/ 1647720 w 2915191"/>
                <a:gd name="connsiteY169" fmla="*/ 818234 h 849611"/>
                <a:gd name="connsiteX170" fmla="*/ 1657464 w 2915191"/>
                <a:gd name="connsiteY170" fmla="*/ 805034 h 849611"/>
                <a:gd name="connsiteX171" fmla="*/ 1667208 w 2915191"/>
                <a:gd name="connsiteY171" fmla="*/ 813496 h 849611"/>
                <a:gd name="connsiteX172" fmla="*/ 1676967 w 2915191"/>
                <a:gd name="connsiteY172" fmla="*/ 782968 h 849611"/>
                <a:gd name="connsiteX173" fmla="*/ 1686711 w 2915191"/>
                <a:gd name="connsiteY173" fmla="*/ 793681 h 849611"/>
                <a:gd name="connsiteX174" fmla="*/ 1696470 w 2915191"/>
                <a:gd name="connsiteY174" fmla="*/ 806986 h 849611"/>
                <a:gd name="connsiteX175" fmla="*/ 1706214 w 2915191"/>
                <a:gd name="connsiteY175" fmla="*/ 826756 h 849611"/>
                <a:gd name="connsiteX176" fmla="*/ 1715958 w 2915191"/>
                <a:gd name="connsiteY176" fmla="*/ 832403 h 849611"/>
                <a:gd name="connsiteX177" fmla="*/ 1725716 w 2915191"/>
                <a:gd name="connsiteY177" fmla="*/ 798061 h 849611"/>
                <a:gd name="connsiteX178" fmla="*/ 1735460 w 2915191"/>
                <a:gd name="connsiteY178" fmla="*/ 770990 h 849611"/>
                <a:gd name="connsiteX179" fmla="*/ 1745219 w 2915191"/>
                <a:gd name="connsiteY179" fmla="*/ 752202 h 849611"/>
                <a:gd name="connsiteX180" fmla="*/ 1754963 w 2915191"/>
                <a:gd name="connsiteY180" fmla="*/ 786052 h 849611"/>
                <a:gd name="connsiteX181" fmla="*/ 1764707 w 2915191"/>
                <a:gd name="connsiteY181" fmla="*/ 827025 h 849611"/>
                <a:gd name="connsiteX182" fmla="*/ 1774466 w 2915191"/>
                <a:gd name="connsiteY182" fmla="*/ 838497 h 849611"/>
                <a:gd name="connsiteX183" fmla="*/ 1784210 w 2915191"/>
                <a:gd name="connsiteY183" fmla="*/ 802054 h 849611"/>
                <a:gd name="connsiteX184" fmla="*/ 1793969 w 2915191"/>
                <a:gd name="connsiteY184" fmla="*/ 803350 h 849611"/>
                <a:gd name="connsiteX185" fmla="*/ 1803713 w 2915191"/>
                <a:gd name="connsiteY185" fmla="*/ 813437 h 849611"/>
                <a:gd name="connsiteX186" fmla="*/ 1813457 w 2915191"/>
                <a:gd name="connsiteY186" fmla="*/ 830347 h 849611"/>
                <a:gd name="connsiteX187" fmla="*/ 1823215 w 2915191"/>
                <a:gd name="connsiteY187" fmla="*/ 757729 h 849611"/>
                <a:gd name="connsiteX188" fmla="*/ 1832959 w 2915191"/>
                <a:gd name="connsiteY188" fmla="*/ 777411 h 849611"/>
                <a:gd name="connsiteX189" fmla="*/ 1842703 w 2915191"/>
                <a:gd name="connsiteY189" fmla="*/ 766743 h 849611"/>
                <a:gd name="connsiteX190" fmla="*/ 1852462 w 2915191"/>
                <a:gd name="connsiteY190" fmla="*/ 761588 h 849611"/>
                <a:gd name="connsiteX191" fmla="*/ 1862206 w 2915191"/>
                <a:gd name="connsiteY191" fmla="*/ 791580 h 849611"/>
                <a:gd name="connsiteX192" fmla="*/ 1871965 w 2915191"/>
                <a:gd name="connsiteY192" fmla="*/ 789866 h 849611"/>
                <a:gd name="connsiteX193" fmla="*/ 1881709 w 2915191"/>
                <a:gd name="connsiteY193" fmla="*/ 822689 h 849611"/>
                <a:gd name="connsiteX194" fmla="*/ 1891453 w 2915191"/>
                <a:gd name="connsiteY194" fmla="*/ 804393 h 849611"/>
                <a:gd name="connsiteX195" fmla="*/ 1901212 w 2915191"/>
                <a:gd name="connsiteY195" fmla="*/ 844412 h 849611"/>
                <a:gd name="connsiteX196" fmla="*/ 1910956 w 2915191"/>
                <a:gd name="connsiteY196" fmla="*/ 849612 h 849611"/>
                <a:gd name="connsiteX197" fmla="*/ 1920714 w 2915191"/>
                <a:gd name="connsiteY197" fmla="*/ 816193 h 849611"/>
                <a:gd name="connsiteX198" fmla="*/ 1930458 w 2915191"/>
                <a:gd name="connsiteY198" fmla="*/ 828738 h 849611"/>
                <a:gd name="connsiteX199" fmla="*/ 1940202 w 2915191"/>
                <a:gd name="connsiteY199" fmla="*/ 773567 h 849611"/>
                <a:gd name="connsiteX200" fmla="*/ 1949961 w 2915191"/>
                <a:gd name="connsiteY200" fmla="*/ 757268 h 849611"/>
                <a:gd name="connsiteX201" fmla="*/ 1959705 w 2915191"/>
                <a:gd name="connsiteY201" fmla="*/ 769202 h 849611"/>
                <a:gd name="connsiteX202" fmla="*/ 1969464 w 2915191"/>
                <a:gd name="connsiteY202" fmla="*/ 742205 h 849611"/>
                <a:gd name="connsiteX203" fmla="*/ 1979208 w 2915191"/>
                <a:gd name="connsiteY203" fmla="*/ 743888 h 849611"/>
                <a:gd name="connsiteX204" fmla="*/ 1988952 w 2915191"/>
                <a:gd name="connsiteY204" fmla="*/ 731239 h 849611"/>
                <a:gd name="connsiteX205" fmla="*/ 1998711 w 2915191"/>
                <a:gd name="connsiteY205" fmla="*/ 732997 h 849611"/>
                <a:gd name="connsiteX206" fmla="*/ 2008454 w 2915191"/>
                <a:gd name="connsiteY206" fmla="*/ 728006 h 849611"/>
                <a:gd name="connsiteX207" fmla="*/ 2018213 w 2915191"/>
                <a:gd name="connsiteY207" fmla="*/ 706149 h 849611"/>
                <a:gd name="connsiteX208" fmla="*/ 2027957 w 2915191"/>
                <a:gd name="connsiteY208" fmla="*/ 702663 h 849611"/>
                <a:gd name="connsiteX209" fmla="*/ 2037701 w 2915191"/>
                <a:gd name="connsiteY209" fmla="*/ 687928 h 849611"/>
                <a:gd name="connsiteX210" fmla="*/ 2047460 w 2915191"/>
                <a:gd name="connsiteY210" fmla="*/ 656711 h 849611"/>
                <a:gd name="connsiteX211" fmla="*/ 2057204 w 2915191"/>
                <a:gd name="connsiteY211" fmla="*/ 661908 h 849611"/>
                <a:gd name="connsiteX212" fmla="*/ 2066963 w 2915191"/>
                <a:gd name="connsiteY212" fmla="*/ 634120 h 849611"/>
                <a:gd name="connsiteX213" fmla="*/ 2076707 w 2915191"/>
                <a:gd name="connsiteY213" fmla="*/ 644546 h 849611"/>
                <a:gd name="connsiteX214" fmla="*/ 2086451 w 2915191"/>
                <a:gd name="connsiteY214" fmla="*/ 596175 h 849611"/>
                <a:gd name="connsiteX215" fmla="*/ 2096210 w 2915191"/>
                <a:gd name="connsiteY215" fmla="*/ 592503 h 849611"/>
                <a:gd name="connsiteX216" fmla="*/ 2105954 w 2915191"/>
                <a:gd name="connsiteY216" fmla="*/ 571203 h 849611"/>
                <a:gd name="connsiteX217" fmla="*/ 2115697 w 2915191"/>
                <a:gd name="connsiteY217" fmla="*/ 556306 h 849611"/>
                <a:gd name="connsiteX218" fmla="*/ 2125456 w 2915191"/>
                <a:gd name="connsiteY218" fmla="*/ 566024 h 849611"/>
                <a:gd name="connsiteX219" fmla="*/ 2135200 w 2915191"/>
                <a:gd name="connsiteY219" fmla="*/ 617381 h 849611"/>
                <a:gd name="connsiteX220" fmla="*/ 2144959 w 2915191"/>
                <a:gd name="connsiteY220" fmla="*/ 572805 h 849611"/>
                <a:gd name="connsiteX221" fmla="*/ 2154703 w 2915191"/>
                <a:gd name="connsiteY221" fmla="*/ 551191 h 849611"/>
                <a:gd name="connsiteX222" fmla="*/ 2164447 w 2915191"/>
                <a:gd name="connsiteY222" fmla="*/ 561340 h 849611"/>
                <a:gd name="connsiteX223" fmla="*/ 2174206 w 2915191"/>
                <a:gd name="connsiteY223" fmla="*/ 599699 h 849611"/>
                <a:gd name="connsiteX224" fmla="*/ 2183950 w 2915191"/>
                <a:gd name="connsiteY224" fmla="*/ 612040 h 849611"/>
                <a:gd name="connsiteX225" fmla="*/ 2193709 w 2915191"/>
                <a:gd name="connsiteY225" fmla="*/ 606360 h 849611"/>
                <a:gd name="connsiteX226" fmla="*/ 2203452 w 2915191"/>
                <a:gd name="connsiteY226" fmla="*/ 612581 h 849611"/>
                <a:gd name="connsiteX227" fmla="*/ 2213196 w 2915191"/>
                <a:gd name="connsiteY227" fmla="*/ 579778 h 849611"/>
                <a:gd name="connsiteX228" fmla="*/ 2222955 w 2915191"/>
                <a:gd name="connsiteY228" fmla="*/ 552302 h 849611"/>
                <a:gd name="connsiteX229" fmla="*/ 2232699 w 2915191"/>
                <a:gd name="connsiteY229" fmla="*/ 556175 h 849611"/>
                <a:gd name="connsiteX230" fmla="*/ 2242458 w 2915191"/>
                <a:gd name="connsiteY230" fmla="*/ 557672 h 849611"/>
                <a:gd name="connsiteX231" fmla="*/ 2252202 w 2915191"/>
                <a:gd name="connsiteY231" fmla="*/ 521537 h 849611"/>
                <a:gd name="connsiteX232" fmla="*/ 2261946 w 2915191"/>
                <a:gd name="connsiteY232" fmla="*/ 544677 h 849611"/>
                <a:gd name="connsiteX233" fmla="*/ 2271705 w 2915191"/>
                <a:gd name="connsiteY233" fmla="*/ 550595 h 849611"/>
                <a:gd name="connsiteX234" fmla="*/ 2281449 w 2915191"/>
                <a:gd name="connsiteY234" fmla="*/ 570907 h 849611"/>
                <a:gd name="connsiteX235" fmla="*/ 2291208 w 2915191"/>
                <a:gd name="connsiteY235" fmla="*/ 557425 h 849611"/>
                <a:gd name="connsiteX236" fmla="*/ 2300951 w 2915191"/>
                <a:gd name="connsiteY236" fmla="*/ 556461 h 849611"/>
                <a:gd name="connsiteX237" fmla="*/ 2310695 w 2915191"/>
                <a:gd name="connsiteY237" fmla="*/ 529776 h 849611"/>
                <a:gd name="connsiteX238" fmla="*/ 2320454 w 2915191"/>
                <a:gd name="connsiteY238" fmla="*/ 550175 h 849611"/>
                <a:gd name="connsiteX239" fmla="*/ 2330198 w 2915191"/>
                <a:gd name="connsiteY239" fmla="*/ 564417 h 849611"/>
                <a:gd name="connsiteX240" fmla="*/ 2339957 w 2915191"/>
                <a:gd name="connsiteY240" fmla="*/ 579715 h 849611"/>
                <a:gd name="connsiteX241" fmla="*/ 2349701 w 2915191"/>
                <a:gd name="connsiteY241" fmla="*/ 571401 h 849611"/>
                <a:gd name="connsiteX242" fmla="*/ 2359445 w 2915191"/>
                <a:gd name="connsiteY242" fmla="*/ 551140 h 849611"/>
                <a:gd name="connsiteX243" fmla="*/ 2369204 w 2915191"/>
                <a:gd name="connsiteY243" fmla="*/ 558101 h 849611"/>
                <a:gd name="connsiteX244" fmla="*/ 2378948 w 2915191"/>
                <a:gd name="connsiteY244" fmla="*/ 570001 h 849611"/>
                <a:gd name="connsiteX245" fmla="*/ 2388692 w 2915191"/>
                <a:gd name="connsiteY245" fmla="*/ 599245 h 849611"/>
                <a:gd name="connsiteX246" fmla="*/ 2398450 w 2915191"/>
                <a:gd name="connsiteY246" fmla="*/ 594195 h 849611"/>
                <a:gd name="connsiteX247" fmla="*/ 2408194 w 2915191"/>
                <a:gd name="connsiteY247" fmla="*/ 593042 h 849611"/>
                <a:gd name="connsiteX248" fmla="*/ 2417953 w 2915191"/>
                <a:gd name="connsiteY248" fmla="*/ 567867 h 849611"/>
                <a:gd name="connsiteX249" fmla="*/ 2427697 w 2915191"/>
                <a:gd name="connsiteY249" fmla="*/ 536916 h 849611"/>
                <a:gd name="connsiteX250" fmla="*/ 2437441 w 2915191"/>
                <a:gd name="connsiteY250" fmla="*/ 548484 h 849611"/>
                <a:gd name="connsiteX251" fmla="*/ 2447200 w 2915191"/>
                <a:gd name="connsiteY251" fmla="*/ 512705 h 849611"/>
                <a:gd name="connsiteX252" fmla="*/ 2456944 w 2915191"/>
                <a:gd name="connsiteY252" fmla="*/ 533522 h 849611"/>
                <a:gd name="connsiteX253" fmla="*/ 2466703 w 2915191"/>
                <a:gd name="connsiteY253" fmla="*/ 544412 h 849611"/>
                <a:gd name="connsiteX254" fmla="*/ 2476446 w 2915191"/>
                <a:gd name="connsiteY254" fmla="*/ 565394 h 849611"/>
                <a:gd name="connsiteX255" fmla="*/ 2486190 w 2915191"/>
                <a:gd name="connsiteY255" fmla="*/ 569885 h 849611"/>
                <a:gd name="connsiteX256" fmla="*/ 2495949 w 2915191"/>
                <a:gd name="connsiteY256" fmla="*/ 529309 h 849611"/>
                <a:gd name="connsiteX257" fmla="*/ 2505693 w 2915191"/>
                <a:gd name="connsiteY257" fmla="*/ 544886 h 849611"/>
                <a:gd name="connsiteX258" fmla="*/ 2515452 w 2915191"/>
                <a:gd name="connsiteY258" fmla="*/ 526545 h 849611"/>
                <a:gd name="connsiteX259" fmla="*/ 2525196 w 2915191"/>
                <a:gd name="connsiteY259" fmla="*/ 508140 h 849611"/>
                <a:gd name="connsiteX260" fmla="*/ 2534940 w 2915191"/>
                <a:gd name="connsiteY260" fmla="*/ 519236 h 849611"/>
                <a:gd name="connsiteX261" fmla="*/ 2544699 w 2915191"/>
                <a:gd name="connsiteY261" fmla="*/ 506281 h 849611"/>
                <a:gd name="connsiteX262" fmla="*/ 2554443 w 2915191"/>
                <a:gd name="connsiteY262" fmla="*/ 545797 h 849611"/>
                <a:gd name="connsiteX263" fmla="*/ 2564202 w 2915191"/>
                <a:gd name="connsiteY263" fmla="*/ 542606 h 849611"/>
                <a:gd name="connsiteX264" fmla="*/ 2573946 w 2915191"/>
                <a:gd name="connsiteY264" fmla="*/ 564372 h 849611"/>
                <a:gd name="connsiteX265" fmla="*/ 2583690 w 2915191"/>
                <a:gd name="connsiteY265" fmla="*/ 547640 h 849611"/>
                <a:gd name="connsiteX266" fmla="*/ 2593448 w 2915191"/>
                <a:gd name="connsiteY266" fmla="*/ 534275 h 849611"/>
                <a:gd name="connsiteX267" fmla="*/ 2603192 w 2915191"/>
                <a:gd name="connsiteY267" fmla="*/ 530001 h 849611"/>
                <a:gd name="connsiteX268" fmla="*/ 2612951 w 2915191"/>
                <a:gd name="connsiteY268" fmla="*/ 527312 h 849611"/>
                <a:gd name="connsiteX269" fmla="*/ 2622695 w 2915191"/>
                <a:gd name="connsiteY269" fmla="*/ 565716 h 849611"/>
                <a:gd name="connsiteX270" fmla="*/ 2632439 w 2915191"/>
                <a:gd name="connsiteY270" fmla="*/ 565729 h 849611"/>
                <a:gd name="connsiteX271" fmla="*/ 2642198 w 2915191"/>
                <a:gd name="connsiteY271" fmla="*/ 558870 h 849611"/>
                <a:gd name="connsiteX272" fmla="*/ 2651942 w 2915191"/>
                <a:gd name="connsiteY272" fmla="*/ 554916 h 849611"/>
                <a:gd name="connsiteX273" fmla="*/ 2661685 w 2915191"/>
                <a:gd name="connsiteY273" fmla="*/ 564460 h 849611"/>
                <a:gd name="connsiteX274" fmla="*/ 2671444 w 2915191"/>
                <a:gd name="connsiteY274" fmla="*/ 531777 h 849611"/>
                <a:gd name="connsiteX275" fmla="*/ 2681188 w 2915191"/>
                <a:gd name="connsiteY275" fmla="*/ 512447 h 849611"/>
                <a:gd name="connsiteX276" fmla="*/ 2690947 w 2915191"/>
                <a:gd name="connsiteY276" fmla="*/ 486450 h 849611"/>
                <a:gd name="connsiteX277" fmla="*/ 2700691 w 2915191"/>
                <a:gd name="connsiteY277" fmla="*/ 515438 h 849611"/>
                <a:gd name="connsiteX278" fmla="*/ 2710435 w 2915191"/>
                <a:gd name="connsiteY278" fmla="*/ 522679 h 849611"/>
                <a:gd name="connsiteX279" fmla="*/ 2720194 w 2915191"/>
                <a:gd name="connsiteY279" fmla="*/ 520816 h 849611"/>
                <a:gd name="connsiteX280" fmla="*/ 2729938 w 2915191"/>
                <a:gd name="connsiteY280" fmla="*/ 512632 h 849611"/>
                <a:gd name="connsiteX281" fmla="*/ 2739697 w 2915191"/>
                <a:gd name="connsiteY281" fmla="*/ 512100 h 849611"/>
                <a:gd name="connsiteX282" fmla="*/ 2749441 w 2915191"/>
                <a:gd name="connsiteY282" fmla="*/ 497844 h 849611"/>
                <a:gd name="connsiteX283" fmla="*/ 2759185 w 2915191"/>
                <a:gd name="connsiteY283" fmla="*/ 477483 h 849611"/>
                <a:gd name="connsiteX284" fmla="*/ 2768943 w 2915191"/>
                <a:gd name="connsiteY284" fmla="*/ 500454 h 849611"/>
                <a:gd name="connsiteX285" fmla="*/ 2778687 w 2915191"/>
                <a:gd name="connsiteY285" fmla="*/ 533628 h 849611"/>
                <a:gd name="connsiteX286" fmla="*/ 2788446 w 2915191"/>
                <a:gd name="connsiteY286" fmla="*/ 563059 h 849611"/>
                <a:gd name="connsiteX287" fmla="*/ 2798190 w 2915191"/>
                <a:gd name="connsiteY287" fmla="*/ 561482 h 849611"/>
                <a:gd name="connsiteX288" fmla="*/ 2807934 w 2915191"/>
                <a:gd name="connsiteY288" fmla="*/ 549553 h 849611"/>
                <a:gd name="connsiteX289" fmla="*/ 2817693 w 2915191"/>
                <a:gd name="connsiteY289" fmla="*/ 532917 h 849611"/>
                <a:gd name="connsiteX290" fmla="*/ 2827437 w 2915191"/>
                <a:gd name="connsiteY290" fmla="*/ 572672 h 849611"/>
                <a:gd name="connsiteX291" fmla="*/ 2837196 w 2915191"/>
                <a:gd name="connsiteY291" fmla="*/ 560938 h 849611"/>
                <a:gd name="connsiteX292" fmla="*/ 2846940 w 2915191"/>
                <a:gd name="connsiteY292" fmla="*/ 556480 h 849611"/>
                <a:gd name="connsiteX293" fmla="*/ 2856684 w 2915191"/>
                <a:gd name="connsiteY293" fmla="*/ 546535 h 849611"/>
                <a:gd name="connsiteX294" fmla="*/ 2866442 w 2915191"/>
                <a:gd name="connsiteY294" fmla="*/ 588885 h 849611"/>
                <a:gd name="connsiteX295" fmla="*/ 2876186 w 2915191"/>
                <a:gd name="connsiteY295" fmla="*/ 581883 h 849611"/>
                <a:gd name="connsiteX296" fmla="*/ 2885945 w 2915191"/>
                <a:gd name="connsiteY296" fmla="*/ 588426 h 849611"/>
                <a:gd name="connsiteX297" fmla="*/ 2895689 w 2915191"/>
                <a:gd name="connsiteY297" fmla="*/ 540255 h 849611"/>
                <a:gd name="connsiteX298" fmla="*/ 2905433 w 2915191"/>
                <a:gd name="connsiteY298" fmla="*/ 532655 h 849611"/>
                <a:gd name="connsiteX299" fmla="*/ 2915192 w 2915191"/>
                <a:gd name="connsiteY299" fmla="*/ 536724 h 849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849611">
                  <a:moveTo>
                    <a:pt x="0" y="118340"/>
                  </a:moveTo>
                  <a:lnTo>
                    <a:pt x="9750" y="112236"/>
                  </a:lnTo>
                  <a:lnTo>
                    <a:pt x="19500" y="90961"/>
                  </a:lnTo>
                  <a:lnTo>
                    <a:pt x="29250" y="117306"/>
                  </a:lnTo>
                  <a:lnTo>
                    <a:pt x="39000" y="111859"/>
                  </a:lnTo>
                  <a:lnTo>
                    <a:pt x="48749" y="103832"/>
                  </a:lnTo>
                  <a:lnTo>
                    <a:pt x="58499" y="77850"/>
                  </a:lnTo>
                  <a:lnTo>
                    <a:pt x="68249" y="38755"/>
                  </a:lnTo>
                  <a:lnTo>
                    <a:pt x="77998" y="44621"/>
                  </a:lnTo>
                  <a:lnTo>
                    <a:pt x="87748" y="53183"/>
                  </a:lnTo>
                  <a:lnTo>
                    <a:pt x="97497" y="52958"/>
                  </a:lnTo>
                  <a:lnTo>
                    <a:pt x="107247" y="35315"/>
                  </a:lnTo>
                  <a:lnTo>
                    <a:pt x="116997" y="13977"/>
                  </a:lnTo>
                  <a:lnTo>
                    <a:pt x="126747" y="35099"/>
                  </a:lnTo>
                  <a:lnTo>
                    <a:pt x="136497" y="14641"/>
                  </a:lnTo>
                  <a:lnTo>
                    <a:pt x="146247" y="18253"/>
                  </a:lnTo>
                  <a:lnTo>
                    <a:pt x="155997" y="0"/>
                  </a:lnTo>
                  <a:lnTo>
                    <a:pt x="165747" y="24719"/>
                  </a:lnTo>
                  <a:lnTo>
                    <a:pt x="175497" y="19890"/>
                  </a:lnTo>
                  <a:lnTo>
                    <a:pt x="185247" y="48250"/>
                  </a:lnTo>
                  <a:lnTo>
                    <a:pt x="194996" y="86413"/>
                  </a:lnTo>
                  <a:lnTo>
                    <a:pt x="204746" y="75417"/>
                  </a:lnTo>
                  <a:lnTo>
                    <a:pt x="214495" y="101300"/>
                  </a:lnTo>
                  <a:lnTo>
                    <a:pt x="224245" y="92855"/>
                  </a:lnTo>
                  <a:lnTo>
                    <a:pt x="233995" y="73531"/>
                  </a:lnTo>
                  <a:lnTo>
                    <a:pt x="243744" y="69017"/>
                  </a:lnTo>
                  <a:lnTo>
                    <a:pt x="253494" y="60365"/>
                  </a:lnTo>
                  <a:lnTo>
                    <a:pt x="263244" y="77515"/>
                  </a:lnTo>
                  <a:lnTo>
                    <a:pt x="272994" y="83034"/>
                  </a:lnTo>
                  <a:lnTo>
                    <a:pt x="282744" y="96693"/>
                  </a:lnTo>
                  <a:lnTo>
                    <a:pt x="292494" y="100528"/>
                  </a:lnTo>
                  <a:lnTo>
                    <a:pt x="302244" y="130147"/>
                  </a:lnTo>
                  <a:lnTo>
                    <a:pt x="311994" y="139469"/>
                  </a:lnTo>
                  <a:lnTo>
                    <a:pt x="321744" y="160134"/>
                  </a:lnTo>
                  <a:lnTo>
                    <a:pt x="331493" y="191953"/>
                  </a:lnTo>
                  <a:lnTo>
                    <a:pt x="341243" y="198277"/>
                  </a:lnTo>
                  <a:lnTo>
                    <a:pt x="350993" y="213462"/>
                  </a:lnTo>
                  <a:lnTo>
                    <a:pt x="360742" y="228351"/>
                  </a:lnTo>
                  <a:lnTo>
                    <a:pt x="370492" y="233404"/>
                  </a:lnTo>
                  <a:lnTo>
                    <a:pt x="380241" y="206998"/>
                  </a:lnTo>
                  <a:lnTo>
                    <a:pt x="389991" y="201738"/>
                  </a:lnTo>
                  <a:lnTo>
                    <a:pt x="399741" y="201369"/>
                  </a:lnTo>
                  <a:lnTo>
                    <a:pt x="409491" y="206758"/>
                  </a:lnTo>
                  <a:lnTo>
                    <a:pt x="419241" y="214574"/>
                  </a:lnTo>
                  <a:lnTo>
                    <a:pt x="428991" y="189619"/>
                  </a:lnTo>
                  <a:lnTo>
                    <a:pt x="438741" y="200478"/>
                  </a:lnTo>
                  <a:lnTo>
                    <a:pt x="448491" y="184266"/>
                  </a:lnTo>
                  <a:lnTo>
                    <a:pt x="458241" y="190445"/>
                  </a:lnTo>
                  <a:lnTo>
                    <a:pt x="467991" y="203668"/>
                  </a:lnTo>
                  <a:lnTo>
                    <a:pt x="477740" y="182749"/>
                  </a:lnTo>
                  <a:lnTo>
                    <a:pt x="487490" y="194724"/>
                  </a:lnTo>
                  <a:lnTo>
                    <a:pt x="497239" y="203276"/>
                  </a:lnTo>
                  <a:lnTo>
                    <a:pt x="506989" y="204302"/>
                  </a:lnTo>
                  <a:lnTo>
                    <a:pt x="516738" y="208723"/>
                  </a:lnTo>
                  <a:lnTo>
                    <a:pt x="526488" y="238740"/>
                  </a:lnTo>
                  <a:lnTo>
                    <a:pt x="536238" y="249956"/>
                  </a:lnTo>
                  <a:lnTo>
                    <a:pt x="545988" y="291041"/>
                  </a:lnTo>
                  <a:lnTo>
                    <a:pt x="555738" y="324895"/>
                  </a:lnTo>
                  <a:lnTo>
                    <a:pt x="565488" y="333329"/>
                  </a:lnTo>
                  <a:lnTo>
                    <a:pt x="575238" y="323494"/>
                  </a:lnTo>
                  <a:lnTo>
                    <a:pt x="584988" y="315920"/>
                  </a:lnTo>
                  <a:lnTo>
                    <a:pt x="594738" y="330355"/>
                  </a:lnTo>
                  <a:lnTo>
                    <a:pt x="604488" y="320800"/>
                  </a:lnTo>
                  <a:lnTo>
                    <a:pt x="614237" y="327295"/>
                  </a:lnTo>
                  <a:lnTo>
                    <a:pt x="623987" y="333056"/>
                  </a:lnTo>
                  <a:lnTo>
                    <a:pt x="633736" y="342402"/>
                  </a:lnTo>
                  <a:lnTo>
                    <a:pt x="643486" y="360438"/>
                  </a:lnTo>
                  <a:lnTo>
                    <a:pt x="653236" y="376165"/>
                  </a:lnTo>
                  <a:lnTo>
                    <a:pt x="662985" y="402696"/>
                  </a:lnTo>
                  <a:lnTo>
                    <a:pt x="672735" y="409113"/>
                  </a:lnTo>
                  <a:lnTo>
                    <a:pt x="682485" y="413037"/>
                  </a:lnTo>
                  <a:lnTo>
                    <a:pt x="692235" y="408347"/>
                  </a:lnTo>
                  <a:lnTo>
                    <a:pt x="701985" y="384769"/>
                  </a:lnTo>
                  <a:lnTo>
                    <a:pt x="711735" y="406408"/>
                  </a:lnTo>
                  <a:lnTo>
                    <a:pt x="721485" y="413271"/>
                  </a:lnTo>
                  <a:lnTo>
                    <a:pt x="731235" y="432677"/>
                  </a:lnTo>
                  <a:lnTo>
                    <a:pt x="740985" y="434156"/>
                  </a:lnTo>
                  <a:lnTo>
                    <a:pt x="750734" y="411969"/>
                  </a:lnTo>
                  <a:lnTo>
                    <a:pt x="760484" y="398062"/>
                  </a:lnTo>
                  <a:lnTo>
                    <a:pt x="770233" y="402153"/>
                  </a:lnTo>
                  <a:lnTo>
                    <a:pt x="779983" y="426953"/>
                  </a:lnTo>
                  <a:lnTo>
                    <a:pt x="789733" y="454169"/>
                  </a:lnTo>
                  <a:lnTo>
                    <a:pt x="799482" y="448619"/>
                  </a:lnTo>
                  <a:lnTo>
                    <a:pt x="809232" y="436370"/>
                  </a:lnTo>
                  <a:lnTo>
                    <a:pt x="818982" y="454684"/>
                  </a:lnTo>
                  <a:lnTo>
                    <a:pt x="828732" y="454163"/>
                  </a:lnTo>
                  <a:lnTo>
                    <a:pt x="838482" y="450127"/>
                  </a:lnTo>
                  <a:lnTo>
                    <a:pt x="848232" y="433234"/>
                  </a:lnTo>
                  <a:lnTo>
                    <a:pt x="857982" y="440056"/>
                  </a:lnTo>
                  <a:lnTo>
                    <a:pt x="867732" y="425229"/>
                  </a:lnTo>
                  <a:lnTo>
                    <a:pt x="877482" y="429730"/>
                  </a:lnTo>
                  <a:lnTo>
                    <a:pt x="887231" y="412994"/>
                  </a:lnTo>
                  <a:lnTo>
                    <a:pt x="896981" y="452732"/>
                  </a:lnTo>
                  <a:lnTo>
                    <a:pt x="906730" y="470997"/>
                  </a:lnTo>
                  <a:lnTo>
                    <a:pt x="916480" y="468977"/>
                  </a:lnTo>
                  <a:lnTo>
                    <a:pt x="926230" y="474434"/>
                  </a:lnTo>
                  <a:lnTo>
                    <a:pt x="935979" y="409904"/>
                  </a:lnTo>
                  <a:lnTo>
                    <a:pt x="945729" y="465058"/>
                  </a:lnTo>
                  <a:lnTo>
                    <a:pt x="955479" y="462891"/>
                  </a:lnTo>
                  <a:lnTo>
                    <a:pt x="965229" y="459072"/>
                  </a:lnTo>
                  <a:lnTo>
                    <a:pt x="974979" y="412928"/>
                  </a:lnTo>
                  <a:lnTo>
                    <a:pt x="984729" y="432377"/>
                  </a:lnTo>
                  <a:lnTo>
                    <a:pt x="994474" y="452509"/>
                  </a:lnTo>
                  <a:lnTo>
                    <a:pt x="1004233" y="468627"/>
                  </a:lnTo>
                  <a:lnTo>
                    <a:pt x="1013977" y="468786"/>
                  </a:lnTo>
                  <a:lnTo>
                    <a:pt x="1023721" y="488080"/>
                  </a:lnTo>
                  <a:lnTo>
                    <a:pt x="1033480" y="491377"/>
                  </a:lnTo>
                  <a:lnTo>
                    <a:pt x="1043224" y="486558"/>
                  </a:lnTo>
                  <a:lnTo>
                    <a:pt x="1052983" y="462312"/>
                  </a:lnTo>
                  <a:lnTo>
                    <a:pt x="1062727" y="474466"/>
                  </a:lnTo>
                  <a:lnTo>
                    <a:pt x="1072471" y="529246"/>
                  </a:lnTo>
                  <a:lnTo>
                    <a:pt x="1082230" y="564008"/>
                  </a:lnTo>
                  <a:lnTo>
                    <a:pt x="1091973" y="581011"/>
                  </a:lnTo>
                  <a:lnTo>
                    <a:pt x="1101732" y="556951"/>
                  </a:lnTo>
                  <a:lnTo>
                    <a:pt x="1111476" y="583761"/>
                  </a:lnTo>
                  <a:lnTo>
                    <a:pt x="1121220" y="581805"/>
                  </a:lnTo>
                  <a:lnTo>
                    <a:pt x="1130979" y="610164"/>
                  </a:lnTo>
                  <a:lnTo>
                    <a:pt x="1140723" y="606995"/>
                  </a:lnTo>
                  <a:lnTo>
                    <a:pt x="1150482" y="622436"/>
                  </a:lnTo>
                  <a:lnTo>
                    <a:pt x="1160226" y="612618"/>
                  </a:lnTo>
                  <a:lnTo>
                    <a:pt x="1169969" y="607375"/>
                  </a:lnTo>
                  <a:lnTo>
                    <a:pt x="1179728" y="607573"/>
                  </a:lnTo>
                  <a:lnTo>
                    <a:pt x="1189472" y="604684"/>
                  </a:lnTo>
                  <a:lnTo>
                    <a:pt x="1199231" y="611307"/>
                  </a:lnTo>
                  <a:lnTo>
                    <a:pt x="1208975" y="615112"/>
                  </a:lnTo>
                  <a:lnTo>
                    <a:pt x="1218719" y="638676"/>
                  </a:lnTo>
                  <a:lnTo>
                    <a:pt x="1228478" y="661275"/>
                  </a:lnTo>
                  <a:lnTo>
                    <a:pt x="1238222" y="642011"/>
                  </a:lnTo>
                  <a:lnTo>
                    <a:pt x="1247966" y="649749"/>
                  </a:lnTo>
                  <a:lnTo>
                    <a:pt x="1257725" y="633798"/>
                  </a:lnTo>
                  <a:lnTo>
                    <a:pt x="1267469" y="603546"/>
                  </a:lnTo>
                  <a:lnTo>
                    <a:pt x="1277227" y="613042"/>
                  </a:lnTo>
                  <a:lnTo>
                    <a:pt x="1286971" y="569110"/>
                  </a:lnTo>
                  <a:lnTo>
                    <a:pt x="1296715" y="558223"/>
                  </a:lnTo>
                  <a:lnTo>
                    <a:pt x="1306474" y="548910"/>
                  </a:lnTo>
                  <a:lnTo>
                    <a:pt x="1316218" y="540493"/>
                  </a:lnTo>
                  <a:lnTo>
                    <a:pt x="1325977" y="571687"/>
                  </a:lnTo>
                  <a:lnTo>
                    <a:pt x="1335721" y="604315"/>
                  </a:lnTo>
                  <a:lnTo>
                    <a:pt x="1345465" y="574847"/>
                  </a:lnTo>
                  <a:lnTo>
                    <a:pt x="1355224" y="594115"/>
                  </a:lnTo>
                  <a:lnTo>
                    <a:pt x="1364967" y="606140"/>
                  </a:lnTo>
                  <a:lnTo>
                    <a:pt x="1374726" y="618478"/>
                  </a:lnTo>
                  <a:lnTo>
                    <a:pt x="1384470" y="602130"/>
                  </a:lnTo>
                  <a:lnTo>
                    <a:pt x="1394214" y="607555"/>
                  </a:lnTo>
                  <a:lnTo>
                    <a:pt x="1403973" y="595608"/>
                  </a:lnTo>
                  <a:lnTo>
                    <a:pt x="1413717" y="625662"/>
                  </a:lnTo>
                  <a:lnTo>
                    <a:pt x="1423476" y="668342"/>
                  </a:lnTo>
                  <a:lnTo>
                    <a:pt x="1433220" y="660527"/>
                  </a:lnTo>
                  <a:lnTo>
                    <a:pt x="1442964" y="668437"/>
                  </a:lnTo>
                  <a:lnTo>
                    <a:pt x="1452722" y="653724"/>
                  </a:lnTo>
                  <a:lnTo>
                    <a:pt x="1462466" y="640008"/>
                  </a:lnTo>
                  <a:lnTo>
                    <a:pt x="1472225" y="616290"/>
                  </a:lnTo>
                  <a:lnTo>
                    <a:pt x="1481969" y="626870"/>
                  </a:lnTo>
                  <a:lnTo>
                    <a:pt x="1491713" y="629704"/>
                  </a:lnTo>
                  <a:lnTo>
                    <a:pt x="1501472" y="657708"/>
                  </a:lnTo>
                  <a:lnTo>
                    <a:pt x="1511216" y="663087"/>
                  </a:lnTo>
                  <a:lnTo>
                    <a:pt x="1520960" y="666059"/>
                  </a:lnTo>
                  <a:lnTo>
                    <a:pt x="1530719" y="714150"/>
                  </a:lnTo>
                  <a:lnTo>
                    <a:pt x="1540463" y="677528"/>
                  </a:lnTo>
                  <a:lnTo>
                    <a:pt x="1550221" y="727768"/>
                  </a:lnTo>
                  <a:lnTo>
                    <a:pt x="1559965" y="739508"/>
                  </a:lnTo>
                  <a:lnTo>
                    <a:pt x="1569709" y="767652"/>
                  </a:lnTo>
                  <a:lnTo>
                    <a:pt x="1579468" y="778990"/>
                  </a:lnTo>
                  <a:lnTo>
                    <a:pt x="1589212" y="781821"/>
                  </a:lnTo>
                  <a:lnTo>
                    <a:pt x="1598971" y="750086"/>
                  </a:lnTo>
                  <a:lnTo>
                    <a:pt x="1608715" y="784548"/>
                  </a:lnTo>
                  <a:lnTo>
                    <a:pt x="1618459" y="773210"/>
                  </a:lnTo>
                  <a:lnTo>
                    <a:pt x="1628218" y="822436"/>
                  </a:lnTo>
                  <a:lnTo>
                    <a:pt x="1637962" y="831777"/>
                  </a:lnTo>
                  <a:lnTo>
                    <a:pt x="1647720" y="818234"/>
                  </a:lnTo>
                  <a:lnTo>
                    <a:pt x="1657464" y="805034"/>
                  </a:lnTo>
                  <a:lnTo>
                    <a:pt x="1667208" y="813496"/>
                  </a:lnTo>
                  <a:lnTo>
                    <a:pt x="1676967" y="782968"/>
                  </a:lnTo>
                  <a:lnTo>
                    <a:pt x="1686711" y="793681"/>
                  </a:lnTo>
                  <a:lnTo>
                    <a:pt x="1696470" y="806986"/>
                  </a:lnTo>
                  <a:lnTo>
                    <a:pt x="1706214" y="826756"/>
                  </a:lnTo>
                  <a:lnTo>
                    <a:pt x="1715958" y="832403"/>
                  </a:lnTo>
                  <a:lnTo>
                    <a:pt x="1725716" y="798061"/>
                  </a:lnTo>
                  <a:lnTo>
                    <a:pt x="1735460" y="770990"/>
                  </a:lnTo>
                  <a:lnTo>
                    <a:pt x="1745219" y="752202"/>
                  </a:lnTo>
                  <a:lnTo>
                    <a:pt x="1754963" y="786052"/>
                  </a:lnTo>
                  <a:lnTo>
                    <a:pt x="1764707" y="827025"/>
                  </a:lnTo>
                  <a:lnTo>
                    <a:pt x="1774466" y="838497"/>
                  </a:lnTo>
                  <a:lnTo>
                    <a:pt x="1784210" y="802054"/>
                  </a:lnTo>
                  <a:lnTo>
                    <a:pt x="1793969" y="803350"/>
                  </a:lnTo>
                  <a:lnTo>
                    <a:pt x="1803713" y="813437"/>
                  </a:lnTo>
                  <a:lnTo>
                    <a:pt x="1813457" y="830347"/>
                  </a:lnTo>
                  <a:lnTo>
                    <a:pt x="1823215" y="757729"/>
                  </a:lnTo>
                  <a:lnTo>
                    <a:pt x="1832959" y="777411"/>
                  </a:lnTo>
                  <a:lnTo>
                    <a:pt x="1842703" y="766743"/>
                  </a:lnTo>
                  <a:lnTo>
                    <a:pt x="1852462" y="761588"/>
                  </a:lnTo>
                  <a:lnTo>
                    <a:pt x="1862206" y="791580"/>
                  </a:lnTo>
                  <a:lnTo>
                    <a:pt x="1871965" y="789866"/>
                  </a:lnTo>
                  <a:lnTo>
                    <a:pt x="1881709" y="822689"/>
                  </a:lnTo>
                  <a:lnTo>
                    <a:pt x="1891453" y="804393"/>
                  </a:lnTo>
                  <a:lnTo>
                    <a:pt x="1901212" y="844412"/>
                  </a:lnTo>
                  <a:lnTo>
                    <a:pt x="1910956" y="849612"/>
                  </a:lnTo>
                  <a:lnTo>
                    <a:pt x="1920714" y="816193"/>
                  </a:lnTo>
                  <a:lnTo>
                    <a:pt x="1930458" y="828738"/>
                  </a:lnTo>
                  <a:lnTo>
                    <a:pt x="1940202" y="773567"/>
                  </a:lnTo>
                  <a:lnTo>
                    <a:pt x="1949961" y="757268"/>
                  </a:lnTo>
                  <a:lnTo>
                    <a:pt x="1959705" y="769202"/>
                  </a:lnTo>
                  <a:lnTo>
                    <a:pt x="1969464" y="742205"/>
                  </a:lnTo>
                  <a:lnTo>
                    <a:pt x="1979208" y="743888"/>
                  </a:lnTo>
                  <a:lnTo>
                    <a:pt x="1988952" y="731239"/>
                  </a:lnTo>
                  <a:lnTo>
                    <a:pt x="1998711" y="732997"/>
                  </a:lnTo>
                  <a:lnTo>
                    <a:pt x="2008454" y="728006"/>
                  </a:lnTo>
                  <a:lnTo>
                    <a:pt x="2018213" y="706149"/>
                  </a:lnTo>
                  <a:lnTo>
                    <a:pt x="2027957" y="702663"/>
                  </a:lnTo>
                  <a:lnTo>
                    <a:pt x="2037701" y="687928"/>
                  </a:lnTo>
                  <a:lnTo>
                    <a:pt x="2047460" y="656711"/>
                  </a:lnTo>
                  <a:lnTo>
                    <a:pt x="2057204" y="661908"/>
                  </a:lnTo>
                  <a:lnTo>
                    <a:pt x="2066963" y="634120"/>
                  </a:lnTo>
                  <a:lnTo>
                    <a:pt x="2076707" y="644546"/>
                  </a:lnTo>
                  <a:lnTo>
                    <a:pt x="2086451" y="596175"/>
                  </a:lnTo>
                  <a:lnTo>
                    <a:pt x="2096210" y="592503"/>
                  </a:lnTo>
                  <a:lnTo>
                    <a:pt x="2105954" y="571203"/>
                  </a:lnTo>
                  <a:lnTo>
                    <a:pt x="2115697" y="556306"/>
                  </a:lnTo>
                  <a:lnTo>
                    <a:pt x="2125456" y="566024"/>
                  </a:lnTo>
                  <a:lnTo>
                    <a:pt x="2135200" y="617381"/>
                  </a:lnTo>
                  <a:lnTo>
                    <a:pt x="2144959" y="572805"/>
                  </a:lnTo>
                  <a:lnTo>
                    <a:pt x="2154703" y="551191"/>
                  </a:lnTo>
                  <a:lnTo>
                    <a:pt x="2164447" y="561340"/>
                  </a:lnTo>
                  <a:lnTo>
                    <a:pt x="2174206" y="599699"/>
                  </a:lnTo>
                  <a:lnTo>
                    <a:pt x="2183950" y="612040"/>
                  </a:lnTo>
                  <a:lnTo>
                    <a:pt x="2193709" y="606360"/>
                  </a:lnTo>
                  <a:lnTo>
                    <a:pt x="2203452" y="612581"/>
                  </a:lnTo>
                  <a:lnTo>
                    <a:pt x="2213196" y="579778"/>
                  </a:lnTo>
                  <a:lnTo>
                    <a:pt x="2222955" y="552302"/>
                  </a:lnTo>
                  <a:lnTo>
                    <a:pt x="2232699" y="556175"/>
                  </a:lnTo>
                  <a:lnTo>
                    <a:pt x="2242458" y="557672"/>
                  </a:lnTo>
                  <a:lnTo>
                    <a:pt x="2252202" y="521537"/>
                  </a:lnTo>
                  <a:lnTo>
                    <a:pt x="2261946" y="544677"/>
                  </a:lnTo>
                  <a:lnTo>
                    <a:pt x="2271705" y="550595"/>
                  </a:lnTo>
                  <a:lnTo>
                    <a:pt x="2281449" y="570907"/>
                  </a:lnTo>
                  <a:lnTo>
                    <a:pt x="2291208" y="557425"/>
                  </a:lnTo>
                  <a:lnTo>
                    <a:pt x="2300951" y="556461"/>
                  </a:lnTo>
                  <a:lnTo>
                    <a:pt x="2310695" y="529776"/>
                  </a:lnTo>
                  <a:lnTo>
                    <a:pt x="2320454" y="550175"/>
                  </a:lnTo>
                  <a:lnTo>
                    <a:pt x="2330198" y="564417"/>
                  </a:lnTo>
                  <a:lnTo>
                    <a:pt x="2339957" y="579715"/>
                  </a:lnTo>
                  <a:lnTo>
                    <a:pt x="2349701" y="571401"/>
                  </a:lnTo>
                  <a:lnTo>
                    <a:pt x="2359445" y="551140"/>
                  </a:lnTo>
                  <a:lnTo>
                    <a:pt x="2369204" y="558101"/>
                  </a:lnTo>
                  <a:lnTo>
                    <a:pt x="2378948" y="570001"/>
                  </a:lnTo>
                  <a:lnTo>
                    <a:pt x="2388692" y="599245"/>
                  </a:lnTo>
                  <a:lnTo>
                    <a:pt x="2398450" y="594195"/>
                  </a:lnTo>
                  <a:lnTo>
                    <a:pt x="2408194" y="593042"/>
                  </a:lnTo>
                  <a:lnTo>
                    <a:pt x="2417953" y="567867"/>
                  </a:lnTo>
                  <a:lnTo>
                    <a:pt x="2427697" y="536916"/>
                  </a:lnTo>
                  <a:lnTo>
                    <a:pt x="2437441" y="548484"/>
                  </a:lnTo>
                  <a:lnTo>
                    <a:pt x="2447200" y="512705"/>
                  </a:lnTo>
                  <a:lnTo>
                    <a:pt x="2456944" y="533522"/>
                  </a:lnTo>
                  <a:lnTo>
                    <a:pt x="2466703" y="544412"/>
                  </a:lnTo>
                  <a:lnTo>
                    <a:pt x="2476446" y="565394"/>
                  </a:lnTo>
                  <a:lnTo>
                    <a:pt x="2486190" y="569885"/>
                  </a:lnTo>
                  <a:lnTo>
                    <a:pt x="2495949" y="529309"/>
                  </a:lnTo>
                  <a:lnTo>
                    <a:pt x="2505693" y="544886"/>
                  </a:lnTo>
                  <a:lnTo>
                    <a:pt x="2515452" y="526545"/>
                  </a:lnTo>
                  <a:lnTo>
                    <a:pt x="2525196" y="508140"/>
                  </a:lnTo>
                  <a:lnTo>
                    <a:pt x="2534940" y="519236"/>
                  </a:lnTo>
                  <a:lnTo>
                    <a:pt x="2544699" y="506281"/>
                  </a:lnTo>
                  <a:lnTo>
                    <a:pt x="2554443" y="545797"/>
                  </a:lnTo>
                  <a:lnTo>
                    <a:pt x="2564202" y="542606"/>
                  </a:lnTo>
                  <a:lnTo>
                    <a:pt x="2573946" y="564372"/>
                  </a:lnTo>
                  <a:lnTo>
                    <a:pt x="2583690" y="547640"/>
                  </a:lnTo>
                  <a:lnTo>
                    <a:pt x="2593448" y="534275"/>
                  </a:lnTo>
                  <a:lnTo>
                    <a:pt x="2603192" y="530001"/>
                  </a:lnTo>
                  <a:lnTo>
                    <a:pt x="2612951" y="527312"/>
                  </a:lnTo>
                  <a:lnTo>
                    <a:pt x="2622695" y="565716"/>
                  </a:lnTo>
                  <a:lnTo>
                    <a:pt x="2632439" y="565729"/>
                  </a:lnTo>
                  <a:lnTo>
                    <a:pt x="2642198" y="558870"/>
                  </a:lnTo>
                  <a:lnTo>
                    <a:pt x="2651942" y="554916"/>
                  </a:lnTo>
                  <a:lnTo>
                    <a:pt x="2661685" y="564460"/>
                  </a:lnTo>
                  <a:lnTo>
                    <a:pt x="2671444" y="531777"/>
                  </a:lnTo>
                  <a:lnTo>
                    <a:pt x="2681188" y="512447"/>
                  </a:lnTo>
                  <a:lnTo>
                    <a:pt x="2690947" y="486450"/>
                  </a:lnTo>
                  <a:lnTo>
                    <a:pt x="2700691" y="515438"/>
                  </a:lnTo>
                  <a:lnTo>
                    <a:pt x="2710435" y="522679"/>
                  </a:lnTo>
                  <a:lnTo>
                    <a:pt x="2720194" y="520816"/>
                  </a:lnTo>
                  <a:lnTo>
                    <a:pt x="2729938" y="512632"/>
                  </a:lnTo>
                  <a:lnTo>
                    <a:pt x="2739697" y="512100"/>
                  </a:lnTo>
                  <a:lnTo>
                    <a:pt x="2749441" y="497844"/>
                  </a:lnTo>
                  <a:lnTo>
                    <a:pt x="2759185" y="477483"/>
                  </a:lnTo>
                  <a:lnTo>
                    <a:pt x="2768943" y="500454"/>
                  </a:lnTo>
                  <a:lnTo>
                    <a:pt x="2778687" y="533628"/>
                  </a:lnTo>
                  <a:lnTo>
                    <a:pt x="2788446" y="563059"/>
                  </a:lnTo>
                  <a:lnTo>
                    <a:pt x="2798190" y="561482"/>
                  </a:lnTo>
                  <a:lnTo>
                    <a:pt x="2807934" y="549553"/>
                  </a:lnTo>
                  <a:lnTo>
                    <a:pt x="2817693" y="532917"/>
                  </a:lnTo>
                  <a:lnTo>
                    <a:pt x="2827437" y="572672"/>
                  </a:lnTo>
                  <a:lnTo>
                    <a:pt x="2837196" y="560938"/>
                  </a:lnTo>
                  <a:lnTo>
                    <a:pt x="2846940" y="556480"/>
                  </a:lnTo>
                  <a:lnTo>
                    <a:pt x="2856684" y="546535"/>
                  </a:lnTo>
                  <a:lnTo>
                    <a:pt x="2866442" y="588885"/>
                  </a:lnTo>
                  <a:lnTo>
                    <a:pt x="2876186" y="581883"/>
                  </a:lnTo>
                  <a:lnTo>
                    <a:pt x="2885945" y="588426"/>
                  </a:lnTo>
                  <a:lnTo>
                    <a:pt x="2895689" y="540255"/>
                  </a:lnTo>
                  <a:lnTo>
                    <a:pt x="2905433" y="532655"/>
                  </a:lnTo>
                  <a:lnTo>
                    <a:pt x="2915192" y="53672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4" name="Freeform 963">
              <a:extLst>
                <a:ext uri="{FF2B5EF4-FFF2-40B4-BE49-F238E27FC236}">
                  <a16:creationId xmlns:a16="http://schemas.microsoft.com/office/drawing/2014/main" id="{251028F7-4B60-92F8-E8E8-9439FF870A39}"/>
                </a:ext>
              </a:extLst>
            </p:cNvPr>
            <p:cNvSpPr/>
            <p:nvPr/>
          </p:nvSpPr>
          <p:spPr>
            <a:xfrm>
              <a:off x="4426652" y="3343092"/>
              <a:ext cx="2915191" cy="509491"/>
            </a:xfrm>
            <a:custGeom>
              <a:avLst/>
              <a:gdLst>
                <a:gd name="connsiteX0" fmla="*/ 0 w 2915191"/>
                <a:gd name="connsiteY0" fmla="*/ 25623 h 509491"/>
                <a:gd name="connsiteX1" fmla="*/ 9750 w 2915191"/>
                <a:gd name="connsiteY1" fmla="*/ 32197 h 509491"/>
                <a:gd name="connsiteX2" fmla="*/ 19500 w 2915191"/>
                <a:gd name="connsiteY2" fmla="*/ 12570 h 509491"/>
                <a:gd name="connsiteX3" fmla="*/ 29250 w 2915191"/>
                <a:gd name="connsiteY3" fmla="*/ 32992 h 509491"/>
                <a:gd name="connsiteX4" fmla="*/ 39000 w 2915191"/>
                <a:gd name="connsiteY4" fmla="*/ 16796 h 509491"/>
                <a:gd name="connsiteX5" fmla="*/ 48749 w 2915191"/>
                <a:gd name="connsiteY5" fmla="*/ 19917 h 509491"/>
                <a:gd name="connsiteX6" fmla="*/ 58499 w 2915191"/>
                <a:gd name="connsiteY6" fmla="*/ 35786 h 509491"/>
                <a:gd name="connsiteX7" fmla="*/ 68249 w 2915191"/>
                <a:gd name="connsiteY7" fmla="*/ 0 h 509491"/>
                <a:gd name="connsiteX8" fmla="*/ 77998 w 2915191"/>
                <a:gd name="connsiteY8" fmla="*/ 31648 h 509491"/>
                <a:gd name="connsiteX9" fmla="*/ 87748 w 2915191"/>
                <a:gd name="connsiteY9" fmla="*/ 30471 h 509491"/>
                <a:gd name="connsiteX10" fmla="*/ 97497 w 2915191"/>
                <a:gd name="connsiteY10" fmla="*/ 52747 h 509491"/>
                <a:gd name="connsiteX11" fmla="*/ 107247 w 2915191"/>
                <a:gd name="connsiteY11" fmla="*/ 34312 h 509491"/>
                <a:gd name="connsiteX12" fmla="*/ 116997 w 2915191"/>
                <a:gd name="connsiteY12" fmla="*/ 39625 h 509491"/>
                <a:gd name="connsiteX13" fmla="*/ 126747 w 2915191"/>
                <a:gd name="connsiteY13" fmla="*/ 39660 h 509491"/>
                <a:gd name="connsiteX14" fmla="*/ 136497 w 2915191"/>
                <a:gd name="connsiteY14" fmla="*/ 42608 h 509491"/>
                <a:gd name="connsiteX15" fmla="*/ 146247 w 2915191"/>
                <a:gd name="connsiteY15" fmla="*/ 37854 h 509491"/>
                <a:gd name="connsiteX16" fmla="*/ 155997 w 2915191"/>
                <a:gd name="connsiteY16" fmla="*/ 25218 h 509491"/>
                <a:gd name="connsiteX17" fmla="*/ 165747 w 2915191"/>
                <a:gd name="connsiteY17" fmla="*/ 41060 h 509491"/>
                <a:gd name="connsiteX18" fmla="*/ 175497 w 2915191"/>
                <a:gd name="connsiteY18" fmla="*/ 41877 h 509491"/>
                <a:gd name="connsiteX19" fmla="*/ 185247 w 2915191"/>
                <a:gd name="connsiteY19" fmla="*/ 29510 h 509491"/>
                <a:gd name="connsiteX20" fmla="*/ 194996 w 2915191"/>
                <a:gd name="connsiteY20" fmla="*/ 45461 h 509491"/>
                <a:gd name="connsiteX21" fmla="*/ 204746 w 2915191"/>
                <a:gd name="connsiteY21" fmla="*/ 81341 h 509491"/>
                <a:gd name="connsiteX22" fmla="*/ 214495 w 2915191"/>
                <a:gd name="connsiteY22" fmla="*/ 83592 h 509491"/>
                <a:gd name="connsiteX23" fmla="*/ 224245 w 2915191"/>
                <a:gd name="connsiteY23" fmla="*/ 67801 h 509491"/>
                <a:gd name="connsiteX24" fmla="*/ 233995 w 2915191"/>
                <a:gd name="connsiteY24" fmla="*/ 89725 h 509491"/>
                <a:gd name="connsiteX25" fmla="*/ 243744 w 2915191"/>
                <a:gd name="connsiteY25" fmla="*/ 94051 h 509491"/>
                <a:gd name="connsiteX26" fmla="*/ 253494 w 2915191"/>
                <a:gd name="connsiteY26" fmla="*/ 98311 h 509491"/>
                <a:gd name="connsiteX27" fmla="*/ 263244 w 2915191"/>
                <a:gd name="connsiteY27" fmla="*/ 86220 h 509491"/>
                <a:gd name="connsiteX28" fmla="*/ 272994 w 2915191"/>
                <a:gd name="connsiteY28" fmla="*/ 84804 h 509491"/>
                <a:gd name="connsiteX29" fmla="*/ 282744 w 2915191"/>
                <a:gd name="connsiteY29" fmla="*/ 96349 h 509491"/>
                <a:gd name="connsiteX30" fmla="*/ 292494 w 2915191"/>
                <a:gd name="connsiteY30" fmla="*/ 59724 h 509491"/>
                <a:gd name="connsiteX31" fmla="*/ 302244 w 2915191"/>
                <a:gd name="connsiteY31" fmla="*/ 38356 h 509491"/>
                <a:gd name="connsiteX32" fmla="*/ 311994 w 2915191"/>
                <a:gd name="connsiteY32" fmla="*/ 57768 h 509491"/>
                <a:gd name="connsiteX33" fmla="*/ 321744 w 2915191"/>
                <a:gd name="connsiteY33" fmla="*/ 81085 h 509491"/>
                <a:gd name="connsiteX34" fmla="*/ 331493 w 2915191"/>
                <a:gd name="connsiteY34" fmla="*/ 87141 h 509491"/>
                <a:gd name="connsiteX35" fmla="*/ 341243 w 2915191"/>
                <a:gd name="connsiteY35" fmla="*/ 86746 h 509491"/>
                <a:gd name="connsiteX36" fmla="*/ 350993 w 2915191"/>
                <a:gd name="connsiteY36" fmla="*/ 116610 h 509491"/>
                <a:gd name="connsiteX37" fmla="*/ 360742 w 2915191"/>
                <a:gd name="connsiteY37" fmla="*/ 123691 h 509491"/>
                <a:gd name="connsiteX38" fmla="*/ 370492 w 2915191"/>
                <a:gd name="connsiteY38" fmla="*/ 106023 h 509491"/>
                <a:gd name="connsiteX39" fmla="*/ 380241 w 2915191"/>
                <a:gd name="connsiteY39" fmla="*/ 114421 h 509491"/>
                <a:gd name="connsiteX40" fmla="*/ 389991 w 2915191"/>
                <a:gd name="connsiteY40" fmla="*/ 140928 h 509491"/>
                <a:gd name="connsiteX41" fmla="*/ 399741 w 2915191"/>
                <a:gd name="connsiteY41" fmla="*/ 165912 h 509491"/>
                <a:gd name="connsiteX42" fmla="*/ 409491 w 2915191"/>
                <a:gd name="connsiteY42" fmla="*/ 154401 h 509491"/>
                <a:gd name="connsiteX43" fmla="*/ 419241 w 2915191"/>
                <a:gd name="connsiteY43" fmla="*/ 148057 h 509491"/>
                <a:gd name="connsiteX44" fmla="*/ 428991 w 2915191"/>
                <a:gd name="connsiteY44" fmla="*/ 144630 h 509491"/>
                <a:gd name="connsiteX45" fmla="*/ 438741 w 2915191"/>
                <a:gd name="connsiteY45" fmla="*/ 168299 h 509491"/>
                <a:gd name="connsiteX46" fmla="*/ 448491 w 2915191"/>
                <a:gd name="connsiteY46" fmla="*/ 181328 h 509491"/>
                <a:gd name="connsiteX47" fmla="*/ 458241 w 2915191"/>
                <a:gd name="connsiteY47" fmla="*/ 182171 h 509491"/>
                <a:gd name="connsiteX48" fmla="*/ 467991 w 2915191"/>
                <a:gd name="connsiteY48" fmla="*/ 158872 h 509491"/>
                <a:gd name="connsiteX49" fmla="*/ 477740 w 2915191"/>
                <a:gd name="connsiteY49" fmla="*/ 180826 h 509491"/>
                <a:gd name="connsiteX50" fmla="*/ 487490 w 2915191"/>
                <a:gd name="connsiteY50" fmla="*/ 171241 h 509491"/>
                <a:gd name="connsiteX51" fmla="*/ 497239 w 2915191"/>
                <a:gd name="connsiteY51" fmla="*/ 154079 h 509491"/>
                <a:gd name="connsiteX52" fmla="*/ 506989 w 2915191"/>
                <a:gd name="connsiteY52" fmla="*/ 181853 h 509491"/>
                <a:gd name="connsiteX53" fmla="*/ 516738 w 2915191"/>
                <a:gd name="connsiteY53" fmla="*/ 225071 h 509491"/>
                <a:gd name="connsiteX54" fmla="*/ 526488 w 2915191"/>
                <a:gd name="connsiteY54" fmla="*/ 228912 h 509491"/>
                <a:gd name="connsiteX55" fmla="*/ 536238 w 2915191"/>
                <a:gd name="connsiteY55" fmla="*/ 271938 h 509491"/>
                <a:gd name="connsiteX56" fmla="*/ 545988 w 2915191"/>
                <a:gd name="connsiteY56" fmla="*/ 272225 h 509491"/>
                <a:gd name="connsiteX57" fmla="*/ 555738 w 2915191"/>
                <a:gd name="connsiteY57" fmla="*/ 268722 h 509491"/>
                <a:gd name="connsiteX58" fmla="*/ 565488 w 2915191"/>
                <a:gd name="connsiteY58" fmla="*/ 296838 h 509491"/>
                <a:gd name="connsiteX59" fmla="*/ 575238 w 2915191"/>
                <a:gd name="connsiteY59" fmla="*/ 316554 h 509491"/>
                <a:gd name="connsiteX60" fmla="*/ 584988 w 2915191"/>
                <a:gd name="connsiteY60" fmla="*/ 325334 h 509491"/>
                <a:gd name="connsiteX61" fmla="*/ 594738 w 2915191"/>
                <a:gd name="connsiteY61" fmla="*/ 347930 h 509491"/>
                <a:gd name="connsiteX62" fmla="*/ 604488 w 2915191"/>
                <a:gd name="connsiteY62" fmla="*/ 324291 h 509491"/>
                <a:gd name="connsiteX63" fmla="*/ 614237 w 2915191"/>
                <a:gd name="connsiteY63" fmla="*/ 333829 h 509491"/>
                <a:gd name="connsiteX64" fmla="*/ 623987 w 2915191"/>
                <a:gd name="connsiteY64" fmla="*/ 368397 h 509491"/>
                <a:gd name="connsiteX65" fmla="*/ 633736 w 2915191"/>
                <a:gd name="connsiteY65" fmla="*/ 341808 h 509491"/>
                <a:gd name="connsiteX66" fmla="*/ 643486 w 2915191"/>
                <a:gd name="connsiteY66" fmla="*/ 323266 h 509491"/>
                <a:gd name="connsiteX67" fmla="*/ 653236 w 2915191"/>
                <a:gd name="connsiteY67" fmla="*/ 280987 h 509491"/>
                <a:gd name="connsiteX68" fmla="*/ 662985 w 2915191"/>
                <a:gd name="connsiteY68" fmla="*/ 281781 h 509491"/>
                <a:gd name="connsiteX69" fmla="*/ 672735 w 2915191"/>
                <a:gd name="connsiteY69" fmla="*/ 258879 h 509491"/>
                <a:gd name="connsiteX70" fmla="*/ 682485 w 2915191"/>
                <a:gd name="connsiteY70" fmla="*/ 282677 h 509491"/>
                <a:gd name="connsiteX71" fmla="*/ 692235 w 2915191"/>
                <a:gd name="connsiteY71" fmla="*/ 301573 h 509491"/>
                <a:gd name="connsiteX72" fmla="*/ 701985 w 2915191"/>
                <a:gd name="connsiteY72" fmla="*/ 301438 h 509491"/>
                <a:gd name="connsiteX73" fmla="*/ 711735 w 2915191"/>
                <a:gd name="connsiteY73" fmla="*/ 244050 h 509491"/>
                <a:gd name="connsiteX74" fmla="*/ 721485 w 2915191"/>
                <a:gd name="connsiteY74" fmla="*/ 252778 h 509491"/>
                <a:gd name="connsiteX75" fmla="*/ 731235 w 2915191"/>
                <a:gd name="connsiteY75" fmla="*/ 266412 h 509491"/>
                <a:gd name="connsiteX76" fmla="*/ 740985 w 2915191"/>
                <a:gd name="connsiteY76" fmla="*/ 277608 h 509491"/>
                <a:gd name="connsiteX77" fmla="*/ 750734 w 2915191"/>
                <a:gd name="connsiteY77" fmla="*/ 280746 h 509491"/>
                <a:gd name="connsiteX78" fmla="*/ 760484 w 2915191"/>
                <a:gd name="connsiteY78" fmla="*/ 280971 h 509491"/>
                <a:gd name="connsiteX79" fmla="*/ 770233 w 2915191"/>
                <a:gd name="connsiteY79" fmla="*/ 290094 h 509491"/>
                <a:gd name="connsiteX80" fmla="*/ 779983 w 2915191"/>
                <a:gd name="connsiteY80" fmla="*/ 317518 h 509491"/>
                <a:gd name="connsiteX81" fmla="*/ 789733 w 2915191"/>
                <a:gd name="connsiteY81" fmla="*/ 368593 h 509491"/>
                <a:gd name="connsiteX82" fmla="*/ 799482 w 2915191"/>
                <a:gd name="connsiteY82" fmla="*/ 389261 h 509491"/>
                <a:gd name="connsiteX83" fmla="*/ 809232 w 2915191"/>
                <a:gd name="connsiteY83" fmla="*/ 395051 h 509491"/>
                <a:gd name="connsiteX84" fmla="*/ 818982 w 2915191"/>
                <a:gd name="connsiteY84" fmla="*/ 389616 h 509491"/>
                <a:gd name="connsiteX85" fmla="*/ 828732 w 2915191"/>
                <a:gd name="connsiteY85" fmla="*/ 424855 h 509491"/>
                <a:gd name="connsiteX86" fmla="*/ 838482 w 2915191"/>
                <a:gd name="connsiteY86" fmla="*/ 374464 h 509491"/>
                <a:gd name="connsiteX87" fmla="*/ 848232 w 2915191"/>
                <a:gd name="connsiteY87" fmla="*/ 383582 h 509491"/>
                <a:gd name="connsiteX88" fmla="*/ 857982 w 2915191"/>
                <a:gd name="connsiteY88" fmla="*/ 402913 h 509491"/>
                <a:gd name="connsiteX89" fmla="*/ 867732 w 2915191"/>
                <a:gd name="connsiteY89" fmla="*/ 382195 h 509491"/>
                <a:gd name="connsiteX90" fmla="*/ 877482 w 2915191"/>
                <a:gd name="connsiteY90" fmla="*/ 374627 h 509491"/>
                <a:gd name="connsiteX91" fmla="*/ 887231 w 2915191"/>
                <a:gd name="connsiteY91" fmla="*/ 380302 h 509491"/>
                <a:gd name="connsiteX92" fmla="*/ 896981 w 2915191"/>
                <a:gd name="connsiteY92" fmla="*/ 380650 h 509491"/>
                <a:gd name="connsiteX93" fmla="*/ 906730 w 2915191"/>
                <a:gd name="connsiteY93" fmla="*/ 381311 h 509491"/>
                <a:gd name="connsiteX94" fmla="*/ 916480 w 2915191"/>
                <a:gd name="connsiteY94" fmla="*/ 347395 h 509491"/>
                <a:gd name="connsiteX95" fmla="*/ 926230 w 2915191"/>
                <a:gd name="connsiteY95" fmla="*/ 303939 h 509491"/>
                <a:gd name="connsiteX96" fmla="*/ 935979 w 2915191"/>
                <a:gd name="connsiteY96" fmla="*/ 307875 h 509491"/>
                <a:gd name="connsiteX97" fmla="*/ 945729 w 2915191"/>
                <a:gd name="connsiteY97" fmla="*/ 330790 h 509491"/>
                <a:gd name="connsiteX98" fmla="*/ 955479 w 2915191"/>
                <a:gd name="connsiteY98" fmla="*/ 314704 h 509491"/>
                <a:gd name="connsiteX99" fmla="*/ 965229 w 2915191"/>
                <a:gd name="connsiteY99" fmla="*/ 271987 h 509491"/>
                <a:gd name="connsiteX100" fmla="*/ 974979 w 2915191"/>
                <a:gd name="connsiteY100" fmla="*/ 275464 h 509491"/>
                <a:gd name="connsiteX101" fmla="*/ 984729 w 2915191"/>
                <a:gd name="connsiteY101" fmla="*/ 259680 h 509491"/>
                <a:gd name="connsiteX102" fmla="*/ 994474 w 2915191"/>
                <a:gd name="connsiteY102" fmla="*/ 257383 h 509491"/>
                <a:gd name="connsiteX103" fmla="*/ 1004233 w 2915191"/>
                <a:gd name="connsiteY103" fmla="*/ 254755 h 509491"/>
                <a:gd name="connsiteX104" fmla="*/ 1013977 w 2915191"/>
                <a:gd name="connsiteY104" fmla="*/ 274196 h 509491"/>
                <a:gd name="connsiteX105" fmla="*/ 1023721 w 2915191"/>
                <a:gd name="connsiteY105" fmla="*/ 259020 h 509491"/>
                <a:gd name="connsiteX106" fmla="*/ 1033480 w 2915191"/>
                <a:gd name="connsiteY106" fmla="*/ 279134 h 509491"/>
                <a:gd name="connsiteX107" fmla="*/ 1043224 w 2915191"/>
                <a:gd name="connsiteY107" fmla="*/ 300407 h 509491"/>
                <a:gd name="connsiteX108" fmla="*/ 1052983 w 2915191"/>
                <a:gd name="connsiteY108" fmla="*/ 315893 h 509491"/>
                <a:gd name="connsiteX109" fmla="*/ 1062727 w 2915191"/>
                <a:gd name="connsiteY109" fmla="*/ 336072 h 509491"/>
                <a:gd name="connsiteX110" fmla="*/ 1072471 w 2915191"/>
                <a:gd name="connsiteY110" fmla="*/ 350960 h 509491"/>
                <a:gd name="connsiteX111" fmla="*/ 1082230 w 2915191"/>
                <a:gd name="connsiteY111" fmla="*/ 303312 h 509491"/>
                <a:gd name="connsiteX112" fmla="*/ 1091973 w 2915191"/>
                <a:gd name="connsiteY112" fmla="*/ 260713 h 509491"/>
                <a:gd name="connsiteX113" fmla="*/ 1101732 w 2915191"/>
                <a:gd name="connsiteY113" fmla="*/ 269444 h 509491"/>
                <a:gd name="connsiteX114" fmla="*/ 1111476 w 2915191"/>
                <a:gd name="connsiteY114" fmla="*/ 261747 h 509491"/>
                <a:gd name="connsiteX115" fmla="*/ 1121220 w 2915191"/>
                <a:gd name="connsiteY115" fmla="*/ 258040 h 509491"/>
                <a:gd name="connsiteX116" fmla="*/ 1130979 w 2915191"/>
                <a:gd name="connsiteY116" fmla="*/ 256181 h 509491"/>
                <a:gd name="connsiteX117" fmla="*/ 1140723 w 2915191"/>
                <a:gd name="connsiteY117" fmla="*/ 264902 h 509491"/>
                <a:gd name="connsiteX118" fmla="*/ 1150482 w 2915191"/>
                <a:gd name="connsiteY118" fmla="*/ 257857 h 509491"/>
                <a:gd name="connsiteX119" fmla="*/ 1160226 w 2915191"/>
                <a:gd name="connsiteY119" fmla="*/ 210765 h 509491"/>
                <a:gd name="connsiteX120" fmla="*/ 1169969 w 2915191"/>
                <a:gd name="connsiteY120" fmla="*/ 187379 h 509491"/>
                <a:gd name="connsiteX121" fmla="*/ 1179728 w 2915191"/>
                <a:gd name="connsiteY121" fmla="*/ 189391 h 509491"/>
                <a:gd name="connsiteX122" fmla="*/ 1189472 w 2915191"/>
                <a:gd name="connsiteY122" fmla="*/ 214839 h 509491"/>
                <a:gd name="connsiteX123" fmla="*/ 1199231 w 2915191"/>
                <a:gd name="connsiteY123" fmla="*/ 225593 h 509491"/>
                <a:gd name="connsiteX124" fmla="*/ 1208975 w 2915191"/>
                <a:gd name="connsiteY124" fmla="*/ 234096 h 509491"/>
                <a:gd name="connsiteX125" fmla="*/ 1218719 w 2915191"/>
                <a:gd name="connsiteY125" fmla="*/ 239640 h 509491"/>
                <a:gd name="connsiteX126" fmla="*/ 1228478 w 2915191"/>
                <a:gd name="connsiteY126" fmla="*/ 233136 h 509491"/>
                <a:gd name="connsiteX127" fmla="*/ 1238222 w 2915191"/>
                <a:gd name="connsiteY127" fmla="*/ 241204 h 509491"/>
                <a:gd name="connsiteX128" fmla="*/ 1247966 w 2915191"/>
                <a:gd name="connsiteY128" fmla="*/ 244220 h 509491"/>
                <a:gd name="connsiteX129" fmla="*/ 1257725 w 2915191"/>
                <a:gd name="connsiteY129" fmla="*/ 250441 h 509491"/>
                <a:gd name="connsiteX130" fmla="*/ 1267469 w 2915191"/>
                <a:gd name="connsiteY130" fmla="*/ 266404 h 509491"/>
                <a:gd name="connsiteX131" fmla="*/ 1277227 w 2915191"/>
                <a:gd name="connsiteY131" fmla="*/ 298595 h 509491"/>
                <a:gd name="connsiteX132" fmla="*/ 1286971 w 2915191"/>
                <a:gd name="connsiteY132" fmla="*/ 297865 h 509491"/>
                <a:gd name="connsiteX133" fmla="*/ 1296715 w 2915191"/>
                <a:gd name="connsiteY133" fmla="*/ 278653 h 509491"/>
                <a:gd name="connsiteX134" fmla="*/ 1306474 w 2915191"/>
                <a:gd name="connsiteY134" fmla="*/ 293158 h 509491"/>
                <a:gd name="connsiteX135" fmla="*/ 1316218 w 2915191"/>
                <a:gd name="connsiteY135" fmla="*/ 294072 h 509491"/>
                <a:gd name="connsiteX136" fmla="*/ 1325977 w 2915191"/>
                <a:gd name="connsiteY136" fmla="*/ 273606 h 509491"/>
                <a:gd name="connsiteX137" fmla="*/ 1335721 w 2915191"/>
                <a:gd name="connsiteY137" fmla="*/ 257676 h 509491"/>
                <a:gd name="connsiteX138" fmla="*/ 1345465 w 2915191"/>
                <a:gd name="connsiteY138" fmla="*/ 248543 h 509491"/>
                <a:gd name="connsiteX139" fmla="*/ 1355224 w 2915191"/>
                <a:gd name="connsiteY139" fmla="*/ 244908 h 509491"/>
                <a:gd name="connsiteX140" fmla="*/ 1364967 w 2915191"/>
                <a:gd name="connsiteY140" fmla="*/ 258085 h 509491"/>
                <a:gd name="connsiteX141" fmla="*/ 1374726 w 2915191"/>
                <a:gd name="connsiteY141" fmla="*/ 230703 h 509491"/>
                <a:gd name="connsiteX142" fmla="*/ 1384470 w 2915191"/>
                <a:gd name="connsiteY142" fmla="*/ 247858 h 509491"/>
                <a:gd name="connsiteX143" fmla="*/ 1394214 w 2915191"/>
                <a:gd name="connsiteY143" fmla="*/ 234936 h 509491"/>
                <a:gd name="connsiteX144" fmla="*/ 1403973 w 2915191"/>
                <a:gd name="connsiteY144" fmla="*/ 194695 h 509491"/>
                <a:gd name="connsiteX145" fmla="*/ 1413717 w 2915191"/>
                <a:gd name="connsiteY145" fmla="*/ 179509 h 509491"/>
                <a:gd name="connsiteX146" fmla="*/ 1423476 w 2915191"/>
                <a:gd name="connsiteY146" fmla="*/ 195990 h 509491"/>
                <a:gd name="connsiteX147" fmla="*/ 1433220 w 2915191"/>
                <a:gd name="connsiteY147" fmla="*/ 190647 h 509491"/>
                <a:gd name="connsiteX148" fmla="*/ 1442964 w 2915191"/>
                <a:gd name="connsiteY148" fmla="*/ 184166 h 509491"/>
                <a:gd name="connsiteX149" fmla="*/ 1452722 w 2915191"/>
                <a:gd name="connsiteY149" fmla="*/ 160003 h 509491"/>
                <a:gd name="connsiteX150" fmla="*/ 1462466 w 2915191"/>
                <a:gd name="connsiteY150" fmla="*/ 140135 h 509491"/>
                <a:gd name="connsiteX151" fmla="*/ 1472225 w 2915191"/>
                <a:gd name="connsiteY151" fmla="*/ 136533 h 509491"/>
                <a:gd name="connsiteX152" fmla="*/ 1481969 w 2915191"/>
                <a:gd name="connsiteY152" fmla="*/ 144420 h 509491"/>
                <a:gd name="connsiteX153" fmla="*/ 1491713 w 2915191"/>
                <a:gd name="connsiteY153" fmla="*/ 118167 h 509491"/>
                <a:gd name="connsiteX154" fmla="*/ 1501472 w 2915191"/>
                <a:gd name="connsiteY154" fmla="*/ 106459 h 509491"/>
                <a:gd name="connsiteX155" fmla="*/ 1511216 w 2915191"/>
                <a:gd name="connsiteY155" fmla="*/ 93734 h 509491"/>
                <a:gd name="connsiteX156" fmla="*/ 1520960 w 2915191"/>
                <a:gd name="connsiteY156" fmla="*/ 84100 h 509491"/>
                <a:gd name="connsiteX157" fmla="*/ 1530719 w 2915191"/>
                <a:gd name="connsiteY157" fmla="*/ 77385 h 509491"/>
                <a:gd name="connsiteX158" fmla="*/ 1540463 w 2915191"/>
                <a:gd name="connsiteY158" fmla="*/ 64833 h 509491"/>
                <a:gd name="connsiteX159" fmla="*/ 1550221 w 2915191"/>
                <a:gd name="connsiteY159" fmla="*/ 98102 h 509491"/>
                <a:gd name="connsiteX160" fmla="*/ 1559965 w 2915191"/>
                <a:gd name="connsiteY160" fmla="*/ 95497 h 509491"/>
                <a:gd name="connsiteX161" fmla="*/ 1569709 w 2915191"/>
                <a:gd name="connsiteY161" fmla="*/ 100541 h 509491"/>
                <a:gd name="connsiteX162" fmla="*/ 1579468 w 2915191"/>
                <a:gd name="connsiteY162" fmla="*/ 91039 h 509491"/>
                <a:gd name="connsiteX163" fmla="*/ 1589212 w 2915191"/>
                <a:gd name="connsiteY163" fmla="*/ 120406 h 509491"/>
                <a:gd name="connsiteX164" fmla="*/ 1598971 w 2915191"/>
                <a:gd name="connsiteY164" fmla="*/ 106721 h 509491"/>
                <a:gd name="connsiteX165" fmla="*/ 1608715 w 2915191"/>
                <a:gd name="connsiteY165" fmla="*/ 77758 h 509491"/>
                <a:gd name="connsiteX166" fmla="*/ 1618459 w 2915191"/>
                <a:gd name="connsiteY166" fmla="*/ 105205 h 509491"/>
                <a:gd name="connsiteX167" fmla="*/ 1628218 w 2915191"/>
                <a:gd name="connsiteY167" fmla="*/ 122409 h 509491"/>
                <a:gd name="connsiteX168" fmla="*/ 1637962 w 2915191"/>
                <a:gd name="connsiteY168" fmla="*/ 123858 h 509491"/>
                <a:gd name="connsiteX169" fmla="*/ 1647720 w 2915191"/>
                <a:gd name="connsiteY169" fmla="*/ 141142 h 509491"/>
                <a:gd name="connsiteX170" fmla="*/ 1657464 w 2915191"/>
                <a:gd name="connsiteY170" fmla="*/ 160477 h 509491"/>
                <a:gd name="connsiteX171" fmla="*/ 1667208 w 2915191"/>
                <a:gd name="connsiteY171" fmla="*/ 181869 h 509491"/>
                <a:gd name="connsiteX172" fmla="*/ 1676967 w 2915191"/>
                <a:gd name="connsiteY172" fmla="*/ 180401 h 509491"/>
                <a:gd name="connsiteX173" fmla="*/ 1686711 w 2915191"/>
                <a:gd name="connsiteY173" fmla="*/ 191815 h 509491"/>
                <a:gd name="connsiteX174" fmla="*/ 1696470 w 2915191"/>
                <a:gd name="connsiteY174" fmla="*/ 223611 h 509491"/>
                <a:gd name="connsiteX175" fmla="*/ 1706214 w 2915191"/>
                <a:gd name="connsiteY175" fmla="*/ 226913 h 509491"/>
                <a:gd name="connsiteX176" fmla="*/ 1715958 w 2915191"/>
                <a:gd name="connsiteY176" fmla="*/ 256294 h 509491"/>
                <a:gd name="connsiteX177" fmla="*/ 1725716 w 2915191"/>
                <a:gd name="connsiteY177" fmla="*/ 269897 h 509491"/>
                <a:gd name="connsiteX178" fmla="*/ 1735460 w 2915191"/>
                <a:gd name="connsiteY178" fmla="*/ 249019 h 509491"/>
                <a:gd name="connsiteX179" fmla="*/ 1745219 w 2915191"/>
                <a:gd name="connsiteY179" fmla="*/ 246373 h 509491"/>
                <a:gd name="connsiteX180" fmla="*/ 1754963 w 2915191"/>
                <a:gd name="connsiteY180" fmla="*/ 250108 h 509491"/>
                <a:gd name="connsiteX181" fmla="*/ 1764707 w 2915191"/>
                <a:gd name="connsiteY181" fmla="*/ 238896 h 509491"/>
                <a:gd name="connsiteX182" fmla="*/ 1774466 w 2915191"/>
                <a:gd name="connsiteY182" fmla="*/ 264299 h 509491"/>
                <a:gd name="connsiteX183" fmla="*/ 1784210 w 2915191"/>
                <a:gd name="connsiteY183" fmla="*/ 255276 h 509491"/>
                <a:gd name="connsiteX184" fmla="*/ 1793969 w 2915191"/>
                <a:gd name="connsiteY184" fmla="*/ 272423 h 509491"/>
                <a:gd name="connsiteX185" fmla="*/ 1803713 w 2915191"/>
                <a:gd name="connsiteY185" fmla="*/ 288111 h 509491"/>
                <a:gd name="connsiteX186" fmla="*/ 1813457 w 2915191"/>
                <a:gd name="connsiteY186" fmla="*/ 281902 h 509491"/>
                <a:gd name="connsiteX187" fmla="*/ 1823215 w 2915191"/>
                <a:gd name="connsiteY187" fmla="*/ 293508 h 509491"/>
                <a:gd name="connsiteX188" fmla="*/ 1832959 w 2915191"/>
                <a:gd name="connsiteY188" fmla="*/ 261297 h 509491"/>
                <a:gd name="connsiteX189" fmla="*/ 1842703 w 2915191"/>
                <a:gd name="connsiteY189" fmla="*/ 231518 h 509491"/>
                <a:gd name="connsiteX190" fmla="*/ 1852462 w 2915191"/>
                <a:gd name="connsiteY190" fmla="*/ 237952 h 509491"/>
                <a:gd name="connsiteX191" fmla="*/ 1862206 w 2915191"/>
                <a:gd name="connsiteY191" fmla="*/ 234590 h 509491"/>
                <a:gd name="connsiteX192" fmla="*/ 1871965 w 2915191"/>
                <a:gd name="connsiteY192" fmla="*/ 215615 h 509491"/>
                <a:gd name="connsiteX193" fmla="*/ 1881709 w 2915191"/>
                <a:gd name="connsiteY193" fmla="*/ 213575 h 509491"/>
                <a:gd name="connsiteX194" fmla="*/ 1891453 w 2915191"/>
                <a:gd name="connsiteY194" fmla="*/ 213695 h 509491"/>
                <a:gd name="connsiteX195" fmla="*/ 1901212 w 2915191"/>
                <a:gd name="connsiteY195" fmla="*/ 255200 h 509491"/>
                <a:gd name="connsiteX196" fmla="*/ 1910956 w 2915191"/>
                <a:gd name="connsiteY196" fmla="*/ 274274 h 509491"/>
                <a:gd name="connsiteX197" fmla="*/ 1920714 w 2915191"/>
                <a:gd name="connsiteY197" fmla="*/ 294611 h 509491"/>
                <a:gd name="connsiteX198" fmla="*/ 1930458 w 2915191"/>
                <a:gd name="connsiteY198" fmla="*/ 278335 h 509491"/>
                <a:gd name="connsiteX199" fmla="*/ 1940202 w 2915191"/>
                <a:gd name="connsiteY199" fmla="*/ 291491 h 509491"/>
                <a:gd name="connsiteX200" fmla="*/ 1949961 w 2915191"/>
                <a:gd name="connsiteY200" fmla="*/ 295772 h 509491"/>
                <a:gd name="connsiteX201" fmla="*/ 1959705 w 2915191"/>
                <a:gd name="connsiteY201" fmla="*/ 281387 h 509491"/>
                <a:gd name="connsiteX202" fmla="*/ 1969464 w 2915191"/>
                <a:gd name="connsiteY202" fmla="*/ 290763 h 509491"/>
                <a:gd name="connsiteX203" fmla="*/ 1979208 w 2915191"/>
                <a:gd name="connsiteY203" fmla="*/ 326878 h 509491"/>
                <a:gd name="connsiteX204" fmla="*/ 1988952 w 2915191"/>
                <a:gd name="connsiteY204" fmla="*/ 302898 h 509491"/>
                <a:gd name="connsiteX205" fmla="*/ 1998711 w 2915191"/>
                <a:gd name="connsiteY205" fmla="*/ 285981 h 509491"/>
                <a:gd name="connsiteX206" fmla="*/ 2008454 w 2915191"/>
                <a:gd name="connsiteY206" fmla="*/ 301584 h 509491"/>
                <a:gd name="connsiteX207" fmla="*/ 2018213 w 2915191"/>
                <a:gd name="connsiteY207" fmla="*/ 331483 h 509491"/>
                <a:gd name="connsiteX208" fmla="*/ 2027957 w 2915191"/>
                <a:gd name="connsiteY208" fmla="*/ 351550 h 509491"/>
                <a:gd name="connsiteX209" fmla="*/ 2037701 w 2915191"/>
                <a:gd name="connsiteY209" fmla="*/ 389768 h 509491"/>
                <a:gd name="connsiteX210" fmla="*/ 2047460 w 2915191"/>
                <a:gd name="connsiteY210" fmla="*/ 408164 h 509491"/>
                <a:gd name="connsiteX211" fmla="*/ 2057204 w 2915191"/>
                <a:gd name="connsiteY211" fmla="*/ 449209 h 509491"/>
                <a:gd name="connsiteX212" fmla="*/ 2066963 w 2915191"/>
                <a:gd name="connsiteY212" fmla="*/ 454531 h 509491"/>
                <a:gd name="connsiteX213" fmla="*/ 2076707 w 2915191"/>
                <a:gd name="connsiteY213" fmla="*/ 466925 h 509491"/>
                <a:gd name="connsiteX214" fmla="*/ 2086451 w 2915191"/>
                <a:gd name="connsiteY214" fmla="*/ 467740 h 509491"/>
                <a:gd name="connsiteX215" fmla="*/ 2096210 w 2915191"/>
                <a:gd name="connsiteY215" fmla="*/ 456828 h 509491"/>
                <a:gd name="connsiteX216" fmla="*/ 2105954 w 2915191"/>
                <a:gd name="connsiteY216" fmla="*/ 455147 h 509491"/>
                <a:gd name="connsiteX217" fmla="*/ 2115697 w 2915191"/>
                <a:gd name="connsiteY217" fmla="*/ 442372 h 509491"/>
                <a:gd name="connsiteX218" fmla="*/ 2125456 w 2915191"/>
                <a:gd name="connsiteY218" fmla="*/ 463764 h 509491"/>
                <a:gd name="connsiteX219" fmla="*/ 2135200 w 2915191"/>
                <a:gd name="connsiteY219" fmla="*/ 477564 h 509491"/>
                <a:gd name="connsiteX220" fmla="*/ 2144959 w 2915191"/>
                <a:gd name="connsiteY220" fmla="*/ 472100 h 509491"/>
                <a:gd name="connsiteX221" fmla="*/ 2154703 w 2915191"/>
                <a:gd name="connsiteY221" fmla="*/ 462579 h 509491"/>
                <a:gd name="connsiteX222" fmla="*/ 2164447 w 2915191"/>
                <a:gd name="connsiteY222" fmla="*/ 479431 h 509491"/>
                <a:gd name="connsiteX223" fmla="*/ 2174206 w 2915191"/>
                <a:gd name="connsiteY223" fmla="*/ 498456 h 509491"/>
                <a:gd name="connsiteX224" fmla="*/ 2183950 w 2915191"/>
                <a:gd name="connsiteY224" fmla="*/ 509492 h 509491"/>
                <a:gd name="connsiteX225" fmla="*/ 2193709 w 2915191"/>
                <a:gd name="connsiteY225" fmla="*/ 480105 h 509491"/>
                <a:gd name="connsiteX226" fmla="*/ 2203452 w 2915191"/>
                <a:gd name="connsiteY226" fmla="*/ 456675 h 509491"/>
                <a:gd name="connsiteX227" fmla="*/ 2213196 w 2915191"/>
                <a:gd name="connsiteY227" fmla="*/ 452299 h 509491"/>
                <a:gd name="connsiteX228" fmla="*/ 2222955 w 2915191"/>
                <a:gd name="connsiteY228" fmla="*/ 450018 h 509491"/>
                <a:gd name="connsiteX229" fmla="*/ 2232699 w 2915191"/>
                <a:gd name="connsiteY229" fmla="*/ 444212 h 509491"/>
                <a:gd name="connsiteX230" fmla="*/ 2242458 w 2915191"/>
                <a:gd name="connsiteY230" fmla="*/ 466469 h 509491"/>
                <a:gd name="connsiteX231" fmla="*/ 2252202 w 2915191"/>
                <a:gd name="connsiteY231" fmla="*/ 501948 h 509491"/>
                <a:gd name="connsiteX232" fmla="*/ 2261946 w 2915191"/>
                <a:gd name="connsiteY232" fmla="*/ 474798 h 509491"/>
                <a:gd name="connsiteX233" fmla="*/ 2271705 w 2915191"/>
                <a:gd name="connsiteY233" fmla="*/ 469872 h 509491"/>
                <a:gd name="connsiteX234" fmla="*/ 2281449 w 2915191"/>
                <a:gd name="connsiteY234" fmla="*/ 485492 h 509491"/>
                <a:gd name="connsiteX235" fmla="*/ 2291208 w 2915191"/>
                <a:gd name="connsiteY235" fmla="*/ 475788 h 509491"/>
                <a:gd name="connsiteX236" fmla="*/ 2300951 w 2915191"/>
                <a:gd name="connsiteY236" fmla="*/ 469301 h 509491"/>
                <a:gd name="connsiteX237" fmla="*/ 2310695 w 2915191"/>
                <a:gd name="connsiteY237" fmla="*/ 450115 h 509491"/>
                <a:gd name="connsiteX238" fmla="*/ 2320454 w 2915191"/>
                <a:gd name="connsiteY238" fmla="*/ 454037 h 509491"/>
                <a:gd name="connsiteX239" fmla="*/ 2330198 w 2915191"/>
                <a:gd name="connsiteY239" fmla="*/ 449700 h 509491"/>
                <a:gd name="connsiteX240" fmla="*/ 2339957 w 2915191"/>
                <a:gd name="connsiteY240" fmla="*/ 428218 h 509491"/>
                <a:gd name="connsiteX241" fmla="*/ 2349701 w 2915191"/>
                <a:gd name="connsiteY241" fmla="*/ 450505 h 509491"/>
                <a:gd name="connsiteX242" fmla="*/ 2359445 w 2915191"/>
                <a:gd name="connsiteY242" fmla="*/ 432053 h 509491"/>
                <a:gd name="connsiteX243" fmla="*/ 2369204 w 2915191"/>
                <a:gd name="connsiteY243" fmla="*/ 432619 h 509491"/>
                <a:gd name="connsiteX244" fmla="*/ 2378948 w 2915191"/>
                <a:gd name="connsiteY244" fmla="*/ 422091 h 509491"/>
                <a:gd name="connsiteX245" fmla="*/ 2388692 w 2915191"/>
                <a:gd name="connsiteY245" fmla="*/ 396580 h 509491"/>
                <a:gd name="connsiteX246" fmla="*/ 2398450 w 2915191"/>
                <a:gd name="connsiteY246" fmla="*/ 394832 h 509491"/>
                <a:gd name="connsiteX247" fmla="*/ 2408194 w 2915191"/>
                <a:gd name="connsiteY247" fmla="*/ 374660 h 509491"/>
                <a:gd name="connsiteX248" fmla="*/ 2417953 w 2915191"/>
                <a:gd name="connsiteY248" fmla="*/ 351284 h 509491"/>
                <a:gd name="connsiteX249" fmla="*/ 2427697 w 2915191"/>
                <a:gd name="connsiteY249" fmla="*/ 345335 h 509491"/>
                <a:gd name="connsiteX250" fmla="*/ 2437441 w 2915191"/>
                <a:gd name="connsiteY250" fmla="*/ 354417 h 509491"/>
                <a:gd name="connsiteX251" fmla="*/ 2447200 w 2915191"/>
                <a:gd name="connsiteY251" fmla="*/ 331952 h 509491"/>
                <a:gd name="connsiteX252" fmla="*/ 2456944 w 2915191"/>
                <a:gd name="connsiteY252" fmla="*/ 319769 h 509491"/>
                <a:gd name="connsiteX253" fmla="*/ 2466703 w 2915191"/>
                <a:gd name="connsiteY253" fmla="*/ 329379 h 509491"/>
                <a:gd name="connsiteX254" fmla="*/ 2476446 w 2915191"/>
                <a:gd name="connsiteY254" fmla="*/ 338719 h 509491"/>
                <a:gd name="connsiteX255" fmla="*/ 2486190 w 2915191"/>
                <a:gd name="connsiteY255" fmla="*/ 349546 h 509491"/>
                <a:gd name="connsiteX256" fmla="*/ 2495949 w 2915191"/>
                <a:gd name="connsiteY256" fmla="*/ 384675 h 509491"/>
                <a:gd name="connsiteX257" fmla="*/ 2505693 w 2915191"/>
                <a:gd name="connsiteY257" fmla="*/ 363371 h 509491"/>
                <a:gd name="connsiteX258" fmla="*/ 2515452 w 2915191"/>
                <a:gd name="connsiteY258" fmla="*/ 394753 h 509491"/>
                <a:gd name="connsiteX259" fmla="*/ 2525196 w 2915191"/>
                <a:gd name="connsiteY259" fmla="*/ 403049 h 509491"/>
                <a:gd name="connsiteX260" fmla="*/ 2534940 w 2915191"/>
                <a:gd name="connsiteY260" fmla="*/ 410124 h 509491"/>
                <a:gd name="connsiteX261" fmla="*/ 2544699 w 2915191"/>
                <a:gd name="connsiteY261" fmla="*/ 390240 h 509491"/>
                <a:gd name="connsiteX262" fmla="*/ 2554443 w 2915191"/>
                <a:gd name="connsiteY262" fmla="*/ 413417 h 509491"/>
                <a:gd name="connsiteX263" fmla="*/ 2564202 w 2915191"/>
                <a:gd name="connsiteY263" fmla="*/ 405550 h 509491"/>
                <a:gd name="connsiteX264" fmla="*/ 2573946 w 2915191"/>
                <a:gd name="connsiteY264" fmla="*/ 360783 h 509491"/>
                <a:gd name="connsiteX265" fmla="*/ 2583690 w 2915191"/>
                <a:gd name="connsiteY265" fmla="*/ 342337 h 509491"/>
                <a:gd name="connsiteX266" fmla="*/ 2593448 w 2915191"/>
                <a:gd name="connsiteY266" fmla="*/ 380142 h 509491"/>
                <a:gd name="connsiteX267" fmla="*/ 2603192 w 2915191"/>
                <a:gd name="connsiteY267" fmla="*/ 407438 h 509491"/>
                <a:gd name="connsiteX268" fmla="*/ 2612951 w 2915191"/>
                <a:gd name="connsiteY268" fmla="*/ 392204 h 509491"/>
                <a:gd name="connsiteX269" fmla="*/ 2622695 w 2915191"/>
                <a:gd name="connsiteY269" fmla="*/ 411590 h 509491"/>
                <a:gd name="connsiteX270" fmla="*/ 2632439 w 2915191"/>
                <a:gd name="connsiteY270" fmla="*/ 403724 h 509491"/>
                <a:gd name="connsiteX271" fmla="*/ 2642198 w 2915191"/>
                <a:gd name="connsiteY271" fmla="*/ 406353 h 509491"/>
                <a:gd name="connsiteX272" fmla="*/ 2651942 w 2915191"/>
                <a:gd name="connsiteY272" fmla="*/ 427838 h 509491"/>
                <a:gd name="connsiteX273" fmla="*/ 2661685 w 2915191"/>
                <a:gd name="connsiteY273" fmla="*/ 445292 h 509491"/>
                <a:gd name="connsiteX274" fmla="*/ 2671444 w 2915191"/>
                <a:gd name="connsiteY274" fmla="*/ 457148 h 509491"/>
                <a:gd name="connsiteX275" fmla="*/ 2681188 w 2915191"/>
                <a:gd name="connsiteY275" fmla="*/ 443912 h 509491"/>
                <a:gd name="connsiteX276" fmla="*/ 2690947 w 2915191"/>
                <a:gd name="connsiteY276" fmla="*/ 444787 h 509491"/>
                <a:gd name="connsiteX277" fmla="*/ 2700691 w 2915191"/>
                <a:gd name="connsiteY277" fmla="*/ 451427 h 509491"/>
                <a:gd name="connsiteX278" fmla="*/ 2710435 w 2915191"/>
                <a:gd name="connsiteY278" fmla="*/ 444825 h 509491"/>
                <a:gd name="connsiteX279" fmla="*/ 2720194 w 2915191"/>
                <a:gd name="connsiteY279" fmla="*/ 399933 h 509491"/>
                <a:gd name="connsiteX280" fmla="*/ 2729938 w 2915191"/>
                <a:gd name="connsiteY280" fmla="*/ 369866 h 509491"/>
                <a:gd name="connsiteX281" fmla="*/ 2739697 w 2915191"/>
                <a:gd name="connsiteY281" fmla="*/ 360628 h 509491"/>
                <a:gd name="connsiteX282" fmla="*/ 2749441 w 2915191"/>
                <a:gd name="connsiteY282" fmla="*/ 344610 h 509491"/>
                <a:gd name="connsiteX283" fmla="*/ 2759185 w 2915191"/>
                <a:gd name="connsiteY283" fmla="*/ 352833 h 509491"/>
                <a:gd name="connsiteX284" fmla="*/ 2768943 w 2915191"/>
                <a:gd name="connsiteY284" fmla="*/ 326823 h 509491"/>
                <a:gd name="connsiteX285" fmla="*/ 2778687 w 2915191"/>
                <a:gd name="connsiteY285" fmla="*/ 305298 h 509491"/>
                <a:gd name="connsiteX286" fmla="*/ 2788446 w 2915191"/>
                <a:gd name="connsiteY286" fmla="*/ 275159 h 509491"/>
                <a:gd name="connsiteX287" fmla="*/ 2798190 w 2915191"/>
                <a:gd name="connsiteY287" fmla="*/ 267560 h 509491"/>
                <a:gd name="connsiteX288" fmla="*/ 2807934 w 2915191"/>
                <a:gd name="connsiteY288" fmla="*/ 239666 h 509491"/>
                <a:gd name="connsiteX289" fmla="*/ 2817693 w 2915191"/>
                <a:gd name="connsiteY289" fmla="*/ 254753 h 509491"/>
                <a:gd name="connsiteX290" fmla="*/ 2827437 w 2915191"/>
                <a:gd name="connsiteY290" fmla="*/ 241867 h 509491"/>
                <a:gd name="connsiteX291" fmla="*/ 2837196 w 2915191"/>
                <a:gd name="connsiteY291" fmla="*/ 227762 h 509491"/>
                <a:gd name="connsiteX292" fmla="*/ 2846940 w 2915191"/>
                <a:gd name="connsiteY292" fmla="*/ 232068 h 509491"/>
                <a:gd name="connsiteX293" fmla="*/ 2856684 w 2915191"/>
                <a:gd name="connsiteY293" fmla="*/ 204116 h 509491"/>
                <a:gd name="connsiteX294" fmla="*/ 2866442 w 2915191"/>
                <a:gd name="connsiteY294" fmla="*/ 208805 h 509491"/>
                <a:gd name="connsiteX295" fmla="*/ 2876186 w 2915191"/>
                <a:gd name="connsiteY295" fmla="*/ 207088 h 509491"/>
                <a:gd name="connsiteX296" fmla="*/ 2885945 w 2915191"/>
                <a:gd name="connsiteY296" fmla="*/ 184826 h 509491"/>
                <a:gd name="connsiteX297" fmla="*/ 2895689 w 2915191"/>
                <a:gd name="connsiteY297" fmla="*/ 202310 h 509491"/>
                <a:gd name="connsiteX298" fmla="*/ 2905433 w 2915191"/>
                <a:gd name="connsiteY298" fmla="*/ 213315 h 509491"/>
                <a:gd name="connsiteX299" fmla="*/ 2915192 w 2915191"/>
                <a:gd name="connsiteY299" fmla="*/ 224745 h 509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09491">
                  <a:moveTo>
                    <a:pt x="0" y="25623"/>
                  </a:moveTo>
                  <a:lnTo>
                    <a:pt x="9750" y="32197"/>
                  </a:lnTo>
                  <a:lnTo>
                    <a:pt x="19500" y="12570"/>
                  </a:lnTo>
                  <a:lnTo>
                    <a:pt x="29250" y="32992"/>
                  </a:lnTo>
                  <a:lnTo>
                    <a:pt x="39000" y="16796"/>
                  </a:lnTo>
                  <a:lnTo>
                    <a:pt x="48749" y="19917"/>
                  </a:lnTo>
                  <a:lnTo>
                    <a:pt x="58499" y="35786"/>
                  </a:lnTo>
                  <a:lnTo>
                    <a:pt x="68249" y="0"/>
                  </a:lnTo>
                  <a:lnTo>
                    <a:pt x="77998" y="31648"/>
                  </a:lnTo>
                  <a:lnTo>
                    <a:pt x="87748" y="30471"/>
                  </a:lnTo>
                  <a:lnTo>
                    <a:pt x="97497" y="52747"/>
                  </a:lnTo>
                  <a:lnTo>
                    <a:pt x="107247" y="34312"/>
                  </a:lnTo>
                  <a:lnTo>
                    <a:pt x="116997" y="39625"/>
                  </a:lnTo>
                  <a:lnTo>
                    <a:pt x="126747" y="39660"/>
                  </a:lnTo>
                  <a:lnTo>
                    <a:pt x="136497" y="42608"/>
                  </a:lnTo>
                  <a:lnTo>
                    <a:pt x="146247" y="37854"/>
                  </a:lnTo>
                  <a:lnTo>
                    <a:pt x="155997" y="25218"/>
                  </a:lnTo>
                  <a:lnTo>
                    <a:pt x="165747" y="41060"/>
                  </a:lnTo>
                  <a:lnTo>
                    <a:pt x="175497" y="41877"/>
                  </a:lnTo>
                  <a:lnTo>
                    <a:pt x="185247" y="29510"/>
                  </a:lnTo>
                  <a:lnTo>
                    <a:pt x="194996" y="45461"/>
                  </a:lnTo>
                  <a:lnTo>
                    <a:pt x="204746" y="81341"/>
                  </a:lnTo>
                  <a:lnTo>
                    <a:pt x="214495" y="83592"/>
                  </a:lnTo>
                  <a:lnTo>
                    <a:pt x="224245" y="67801"/>
                  </a:lnTo>
                  <a:lnTo>
                    <a:pt x="233995" y="89725"/>
                  </a:lnTo>
                  <a:lnTo>
                    <a:pt x="243744" y="94051"/>
                  </a:lnTo>
                  <a:lnTo>
                    <a:pt x="253494" y="98311"/>
                  </a:lnTo>
                  <a:lnTo>
                    <a:pt x="263244" y="86220"/>
                  </a:lnTo>
                  <a:lnTo>
                    <a:pt x="272994" y="84804"/>
                  </a:lnTo>
                  <a:lnTo>
                    <a:pt x="282744" y="96349"/>
                  </a:lnTo>
                  <a:lnTo>
                    <a:pt x="292494" y="59724"/>
                  </a:lnTo>
                  <a:lnTo>
                    <a:pt x="302244" y="38356"/>
                  </a:lnTo>
                  <a:lnTo>
                    <a:pt x="311994" y="57768"/>
                  </a:lnTo>
                  <a:lnTo>
                    <a:pt x="321744" y="81085"/>
                  </a:lnTo>
                  <a:lnTo>
                    <a:pt x="331493" y="87141"/>
                  </a:lnTo>
                  <a:lnTo>
                    <a:pt x="341243" y="86746"/>
                  </a:lnTo>
                  <a:lnTo>
                    <a:pt x="350993" y="116610"/>
                  </a:lnTo>
                  <a:lnTo>
                    <a:pt x="360742" y="123691"/>
                  </a:lnTo>
                  <a:lnTo>
                    <a:pt x="370492" y="106023"/>
                  </a:lnTo>
                  <a:lnTo>
                    <a:pt x="380241" y="114421"/>
                  </a:lnTo>
                  <a:lnTo>
                    <a:pt x="389991" y="140928"/>
                  </a:lnTo>
                  <a:lnTo>
                    <a:pt x="399741" y="165912"/>
                  </a:lnTo>
                  <a:lnTo>
                    <a:pt x="409491" y="154401"/>
                  </a:lnTo>
                  <a:lnTo>
                    <a:pt x="419241" y="148057"/>
                  </a:lnTo>
                  <a:lnTo>
                    <a:pt x="428991" y="144630"/>
                  </a:lnTo>
                  <a:lnTo>
                    <a:pt x="438741" y="168299"/>
                  </a:lnTo>
                  <a:lnTo>
                    <a:pt x="448491" y="181328"/>
                  </a:lnTo>
                  <a:lnTo>
                    <a:pt x="458241" y="182171"/>
                  </a:lnTo>
                  <a:lnTo>
                    <a:pt x="467991" y="158872"/>
                  </a:lnTo>
                  <a:lnTo>
                    <a:pt x="477740" y="180826"/>
                  </a:lnTo>
                  <a:lnTo>
                    <a:pt x="487490" y="171241"/>
                  </a:lnTo>
                  <a:lnTo>
                    <a:pt x="497239" y="154079"/>
                  </a:lnTo>
                  <a:lnTo>
                    <a:pt x="506989" y="181853"/>
                  </a:lnTo>
                  <a:lnTo>
                    <a:pt x="516738" y="225071"/>
                  </a:lnTo>
                  <a:lnTo>
                    <a:pt x="526488" y="228912"/>
                  </a:lnTo>
                  <a:lnTo>
                    <a:pt x="536238" y="271938"/>
                  </a:lnTo>
                  <a:lnTo>
                    <a:pt x="545988" y="272225"/>
                  </a:lnTo>
                  <a:lnTo>
                    <a:pt x="555738" y="268722"/>
                  </a:lnTo>
                  <a:lnTo>
                    <a:pt x="565488" y="296838"/>
                  </a:lnTo>
                  <a:lnTo>
                    <a:pt x="575238" y="316554"/>
                  </a:lnTo>
                  <a:lnTo>
                    <a:pt x="584988" y="325334"/>
                  </a:lnTo>
                  <a:lnTo>
                    <a:pt x="594738" y="347930"/>
                  </a:lnTo>
                  <a:lnTo>
                    <a:pt x="604488" y="324291"/>
                  </a:lnTo>
                  <a:lnTo>
                    <a:pt x="614237" y="333829"/>
                  </a:lnTo>
                  <a:lnTo>
                    <a:pt x="623987" y="368397"/>
                  </a:lnTo>
                  <a:lnTo>
                    <a:pt x="633736" y="341808"/>
                  </a:lnTo>
                  <a:lnTo>
                    <a:pt x="643486" y="323266"/>
                  </a:lnTo>
                  <a:lnTo>
                    <a:pt x="653236" y="280987"/>
                  </a:lnTo>
                  <a:lnTo>
                    <a:pt x="662985" y="281781"/>
                  </a:lnTo>
                  <a:lnTo>
                    <a:pt x="672735" y="258879"/>
                  </a:lnTo>
                  <a:lnTo>
                    <a:pt x="682485" y="282677"/>
                  </a:lnTo>
                  <a:lnTo>
                    <a:pt x="692235" y="301573"/>
                  </a:lnTo>
                  <a:lnTo>
                    <a:pt x="701985" y="301438"/>
                  </a:lnTo>
                  <a:lnTo>
                    <a:pt x="711735" y="244050"/>
                  </a:lnTo>
                  <a:lnTo>
                    <a:pt x="721485" y="252778"/>
                  </a:lnTo>
                  <a:lnTo>
                    <a:pt x="731235" y="266412"/>
                  </a:lnTo>
                  <a:lnTo>
                    <a:pt x="740985" y="277608"/>
                  </a:lnTo>
                  <a:lnTo>
                    <a:pt x="750734" y="280746"/>
                  </a:lnTo>
                  <a:lnTo>
                    <a:pt x="760484" y="280971"/>
                  </a:lnTo>
                  <a:lnTo>
                    <a:pt x="770233" y="290094"/>
                  </a:lnTo>
                  <a:lnTo>
                    <a:pt x="779983" y="317518"/>
                  </a:lnTo>
                  <a:lnTo>
                    <a:pt x="789733" y="368593"/>
                  </a:lnTo>
                  <a:lnTo>
                    <a:pt x="799482" y="389261"/>
                  </a:lnTo>
                  <a:lnTo>
                    <a:pt x="809232" y="395051"/>
                  </a:lnTo>
                  <a:lnTo>
                    <a:pt x="818982" y="389616"/>
                  </a:lnTo>
                  <a:lnTo>
                    <a:pt x="828732" y="424855"/>
                  </a:lnTo>
                  <a:lnTo>
                    <a:pt x="838482" y="374464"/>
                  </a:lnTo>
                  <a:lnTo>
                    <a:pt x="848232" y="383582"/>
                  </a:lnTo>
                  <a:lnTo>
                    <a:pt x="857982" y="402913"/>
                  </a:lnTo>
                  <a:lnTo>
                    <a:pt x="867732" y="382195"/>
                  </a:lnTo>
                  <a:lnTo>
                    <a:pt x="877482" y="374627"/>
                  </a:lnTo>
                  <a:lnTo>
                    <a:pt x="887231" y="380302"/>
                  </a:lnTo>
                  <a:lnTo>
                    <a:pt x="896981" y="380650"/>
                  </a:lnTo>
                  <a:lnTo>
                    <a:pt x="906730" y="381311"/>
                  </a:lnTo>
                  <a:lnTo>
                    <a:pt x="916480" y="347395"/>
                  </a:lnTo>
                  <a:lnTo>
                    <a:pt x="926230" y="303939"/>
                  </a:lnTo>
                  <a:lnTo>
                    <a:pt x="935979" y="307875"/>
                  </a:lnTo>
                  <a:lnTo>
                    <a:pt x="945729" y="330790"/>
                  </a:lnTo>
                  <a:lnTo>
                    <a:pt x="955479" y="314704"/>
                  </a:lnTo>
                  <a:lnTo>
                    <a:pt x="965229" y="271987"/>
                  </a:lnTo>
                  <a:lnTo>
                    <a:pt x="974979" y="275464"/>
                  </a:lnTo>
                  <a:lnTo>
                    <a:pt x="984729" y="259680"/>
                  </a:lnTo>
                  <a:lnTo>
                    <a:pt x="994474" y="257383"/>
                  </a:lnTo>
                  <a:lnTo>
                    <a:pt x="1004233" y="254755"/>
                  </a:lnTo>
                  <a:lnTo>
                    <a:pt x="1013977" y="274196"/>
                  </a:lnTo>
                  <a:lnTo>
                    <a:pt x="1023721" y="259020"/>
                  </a:lnTo>
                  <a:lnTo>
                    <a:pt x="1033480" y="279134"/>
                  </a:lnTo>
                  <a:lnTo>
                    <a:pt x="1043224" y="300407"/>
                  </a:lnTo>
                  <a:lnTo>
                    <a:pt x="1052983" y="315893"/>
                  </a:lnTo>
                  <a:lnTo>
                    <a:pt x="1062727" y="336072"/>
                  </a:lnTo>
                  <a:lnTo>
                    <a:pt x="1072471" y="350960"/>
                  </a:lnTo>
                  <a:lnTo>
                    <a:pt x="1082230" y="303312"/>
                  </a:lnTo>
                  <a:lnTo>
                    <a:pt x="1091973" y="260713"/>
                  </a:lnTo>
                  <a:lnTo>
                    <a:pt x="1101732" y="269444"/>
                  </a:lnTo>
                  <a:lnTo>
                    <a:pt x="1111476" y="261747"/>
                  </a:lnTo>
                  <a:lnTo>
                    <a:pt x="1121220" y="258040"/>
                  </a:lnTo>
                  <a:lnTo>
                    <a:pt x="1130979" y="256181"/>
                  </a:lnTo>
                  <a:lnTo>
                    <a:pt x="1140723" y="264902"/>
                  </a:lnTo>
                  <a:lnTo>
                    <a:pt x="1150482" y="257857"/>
                  </a:lnTo>
                  <a:lnTo>
                    <a:pt x="1160226" y="210765"/>
                  </a:lnTo>
                  <a:lnTo>
                    <a:pt x="1169969" y="187379"/>
                  </a:lnTo>
                  <a:lnTo>
                    <a:pt x="1179728" y="189391"/>
                  </a:lnTo>
                  <a:lnTo>
                    <a:pt x="1189472" y="214839"/>
                  </a:lnTo>
                  <a:lnTo>
                    <a:pt x="1199231" y="225593"/>
                  </a:lnTo>
                  <a:lnTo>
                    <a:pt x="1208975" y="234096"/>
                  </a:lnTo>
                  <a:lnTo>
                    <a:pt x="1218719" y="239640"/>
                  </a:lnTo>
                  <a:lnTo>
                    <a:pt x="1228478" y="233136"/>
                  </a:lnTo>
                  <a:lnTo>
                    <a:pt x="1238222" y="241204"/>
                  </a:lnTo>
                  <a:lnTo>
                    <a:pt x="1247966" y="244220"/>
                  </a:lnTo>
                  <a:lnTo>
                    <a:pt x="1257725" y="250441"/>
                  </a:lnTo>
                  <a:lnTo>
                    <a:pt x="1267469" y="266404"/>
                  </a:lnTo>
                  <a:lnTo>
                    <a:pt x="1277227" y="298595"/>
                  </a:lnTo>
                  <a:lnTo>
                    <a:pt x="1286971" y="297865"/>
                  </a:lnTo>
                  <a:lnTo>
                    <a:pt x="1296715" y="278653"/>
                  </a:lnTo>
                  <a:lnTo>
                    <a:pt x="1306474" y="293158"/>
                  </a:lnTo>
                  <a:lnTo>
                    <a:pt x="1316218" y="294072"/>
                  </a:lnTo>
                  <a:lnTo>
                    <a:pt x="1325977" y="273606"/>
                  </a:lnTo>
                  <a:lnTo>
                    <a:pt x="1335721" y="257676"/>
                  </a:lnTo>
                  <a:lnTo>
                    <a:pt x="1345465" y="248543"/>
                  </a:lnTo>
                  <a:lnTo>
                    <a:pt x="1355224" y="244908"/>
                  </a:lnTo>
                  <a:lnTo>
                    <a:pt x="1364967" y="258085"/>
                  </a:lnTo>
                  <a:lnTo>
                    <a:pt x="1374726" y="230703"/>
                  </a:lnTo>
                  <a:lnTo>
                    <a:pt x="1384470" y="247858"/>
                  </a:lnTo>
                  <a:lnTo>
                    <a:pt x="1394214" y="234936"/>
                  </a:lnTo>
                  <a:lnTo>
                    <a:pt x="1403973" y="194695"/>
                  </a:lnTo>
                  <a:lnTo>
                    <a:pt x="1413717" y="179509"/>
                  </a:lnTo>
                  <a:lnTo>
                    <a:pt x="1423476" y="195990"/>
                  </a:lnTo>
                  <a:lnTo>
                    <a:pt x="1433220" y="190647"/>
                  </a:lnTo>
                  <a:lnTo>
                    <a:pt x="1442964" y="184166"/>
                  </a:lnTo>
                  <a:lnTo>
                    <a:pt x="1452722" y="160003"/>
                  </a:lnTo>
                  <a:lnTo>
                    <a:pt x="1462466" y="140135"/>
                  </a:lnTo>
                  <a:lnTo>
                    <a:pt x="1472225" y="136533"/>
                  </a:lnTo>
                  <a:lnTo>
                    <a:pt x="1481969" y="144420"/>
                  </a:lnTo>
                  <a:lnTo>
                    <a:pt x="1491713" y="118167"/>
                  </a:lnTo>
                  <a:lnTo>
                    <a:pt x="1501472" y="106459"/>
                  </a:lnTo>
                  <a:lnTo>
                    <a:pt x="1511216" y="93734"/>
                  </a:lnTo>
                  <a:lnTo>
                    <a:pt x="1520960" y="84100"/>
                  </a:lnTo>
                  <a:lnTo>
                    <a:pt x="1530719" y="77385"/>
                  </a:lnTo>
                  <a:lnTo>
                    <a:pt x="1540463" y="64833"/>
                  </a:lnTo>
                  <a:lnTo>
                    <a:pt x="1550221" y="98102"/>
                  </a:lnTo>
                  <a:lnTo>
                    <a:pt x="1559965" y="95497"/>
                  </a:lnTo>
                  <a:lnTo>
                    <a:pt x="1569709" y="100541"/>
                  </a:lnTo>
                  <a:lnTo>
                    <a:pt x="1579468" y="91039"/>
                  </a:lnTo>
                  <a:lnTo>
                    <a:pt x="1589212" y="120406"/>
                  </a:lnTo>
                  <a:lnTo>
                    <a:pt x="1598971" y="106721"/>
                  </a:lnTo>
                  <a:lnTo>
                    <a:pt x="1608715" y="77758"/>
                  </a:lnTo>
                  <a:lnTo>
                    <a:pt x="1618459" y="105205"/>
                  </a:lnTo>
                  <a:lnTo>
                    <a:pt x="1628218" y="122409"/>
                  </a:lnTo>
                  <a:lnTo>
                    <a:pt x="1637962" y="123858"/>
                  </a:lnTo>
                  <a:lnTo>
                    <a:pt x="1647720" y="141142"/>
                  </a:lnTo>
                  <a:lnTo>
                    <a:pt x="1657464" y="160477"/>
                  </a:lnTo>
                  <a:lnTo>
                    <a:pt x="1667208" y="181869"/>
                  </a:lnTo>
                  <a:lnTo>
                    <a:pt x="1676967" y="180401"/>
                  </a:lnTo>
                  <a:lnTo>
                    <a:pt x="1686711" y="191815"/>
                  </a:lnTo>
                  <a:lnTo>
                    <a:pt x="1696470" y="223611"/>
                  </a:lnTo>
                  <a:lnTo>
                    <a:pt x="1706214" y="226913"/>
                  </a:lnTo>
                  <a:lnTo>
                    <a:pt x="1715958" y="256294"/>
                  </a:lnTo>
                  <a:lnTo>
                    <a:pt x="1725716" y="269897"/>
                  </a:lnTo>
                  <a:lnTo>
                    <a:pt x="1735460" y="249019"/>
                  </a:lnTo>
                  <a:lnTo>
                    <a:pt x="1745219" y="246373"/>
                  </a:lnTo>
                  <a:lnTo>
                    <a:pt x="1754963" y="250108"/>
                  </a:lnTo>
                  <a:lnTo>
                    <a:pt x="1764707" y="238896"/>
                  </a:lnTo>
                  <a:lnTo>
                    <a:pt x="1774466" y="264299"/>
                  </a:lnTo>
                  <a:lnTo>
                    <a:pt x="1784210" y="255276"/>
                  </a:lnTo>
                  <a:lnTo>
                    <a:pt x="1793969" y="272423"/>
                  </a:lnTo>
                  <a:lnTo>
                    <a:pt x="1803713" y="288111"/>
                  </a:lnTo>
                  <a:lnTo>
                    <a:pt x="1813457" y="281902"/>
                  </a:lnTo>
                  <a:lnTo>
                    <a:pt x="1823215" y="293508"/>
                  </a:lnTo>
                  <a:lnTo>
                    <a:pt x="1832959" y="261297"/>
                  </a:lnTo>
                  <a:lnTo>
                    <a:pt x="1842703" y="231518"/>
                  </a:lnTo>
                  <a:lnTo>
                    <a:pt x="1852462" y="237952"/>
                  </a:lnTo>
                  <a:lnTo>
                    <a:pt x="1862206" y="234590"/>
                  </a:lnTo>
                  <a:lnTo>
                    <a:pt x="1871965" y="215615"/>
                  </a:lnTo>
                  <a:lnTo>
                    <a:pt x="1881709" y="213575"/>
                  </a:lnTo>
                  <a:lnTo>
                    <a:pt x="1891453" y="213695"/>
                  </a:lnTo>
                  <a:lnTo>
                    <a:pt x="1901212" y="255200"/>
                  </a:lnTo>
                  <a:lnTo>
                    <a:pt x="1910956" y="274274"/>
                  </a:lnTo>
                  <a:lnTo>
                    <a:pt x="1920714" y="294611"/>
                  </a:lnTo>
                  <a:lnTo>
                    <a:pt x="1930458" y="278335"/>
                  </a:lnTo>
                  <a:lnTo>
                    <a:pt x="1940202" y="291491"/>
                  </a:lnTo>
                  <a:lnTo>
                    <a:pt x="1949961" y="295772"/>
                  </a:lnTo>
                  <a:lnTo>
                    <a:pt x="1959705" y="281387"/>
                  </a:lnTo>
                  <a:lnTo>
                    <a:pt x="1969464" y="290763"/>
                  </a:lnTo>
                  <a:lnTo>
                    <a:pt x="1979208" y="326878"/>
                  </a:lnTo>
                  <a:lnTo>
                    <a:pt x="1988952" y="302898"/>
                  </a:lnTo>
                  <a:lnTo>
                    <a:pt x="1998711" y="285981"/>
                  </a:lnTo>
                  <a:lnTo>
                    <a:pt x="2008454" y="301584"/>
                  </a:lnTo>
                  <a:lnTo>
                    <a:pt x="2018213" y="331483"/>
                  </a:lnTo>
                  <a:lnTo>
                    <a:pt x="2027957" y="351550"/>
                  </a:lnTo>
                  <a:lnTo>
                    <a:pt x="2037701" y="389768"/>
                  </a:lnTo>
                  <a:lnTo>
                    <a:pt x="2047460" y="408164"/>
                  </a:lnTo>
                  <a:lnTo>
                    <a:pt x="2057204" y="449209"/>
                  </a:lnTo>
                  <a:lnTo>
                    <a:pt x="2066963" y="454531"/>
                  </a:lnTo>
                  <a:lnTo>
                    <a:pt x="2076707" y="466925"/>
                  </a:lnTo>
                  <a:lnTo>
                    <a:pt x="2086451" y="467740"/>
                  </a:lnTo>
                  <a:lnTo>
                    <a:pt x="2096210" y="456828"/>
                  </a:lnTo>
                  <a:lnTo>
                    <a:pt x="2105954" y="455147"/>
                  </a:lnTo>
                  <a:lnTo>
                    <a:pt x="2115697" y="442372"/>
                  </a:lnTo>
                  <a:lnTo>
                    <a:pt x="2125456" y="463764"/>
                  </a:lnTo>
                  <a:lnTo>
                    <a:pt x="2135200" y="477564"/>
                  </a:lnTo>
                  <a:lnTo>
                    <a:pt x="2144959" y="472100"/>
                  </a:lnTo>
                  <a:lnTo>
                    <a:pt x="2154703" y="462579"/>
                  </a:lnTo>
                  <a:lnTo>
                    <a:pt x="2164447" y="479431"/>
                  </a:lnTo>
                  <a:lnTo>
                    <a:pt x="2174206" y="498456"/>
                  </a:lnTo>
                  <a:lnTo>
                    <a:pt x="2183950" y="509492"/>
                  </a:lnTo>
                  <a:lnTo>
                    <a:pt x="2193709" y="480105"/>
                  </a:lnTo>
                  <a:lnTo>
                    <a:pt x="2203452" y="456675"/>
                  </a:lnTo>
                  <a:lnTo>
                    <a:pt x="2213196" y="452299"/>
                  </a:lnTo>
                  <a:lnTo>
                    <a:pt x="2222955" y="450018"/>
                  </a:lnTo>
                  <a:lnTo>
                    <a:pt x="2232699" y="444212"/>
                  </a:lnTo>
                  <a:lnTo>
                    <a:pt x="2242458" y="466469"/>
                  </a:lnTo>
                  <a:lnTo>
                    <a:pt x="2252202" y="501948"/>
                  </a:lnTo>
                  <a:lnTo>
                    <a:pt x="2261946" y="474798"/>
                  </a:lnTo>
                  <a:lnTo>
                    <a:pt x="2271705" y="469872"/>
                  </a:lnTo>
                  <a:lnTo>
                    <a:pt x="2281449" y="485492"/>
                  </a:lnTo>
                  <a:lnTo>
                    <a:pt x="2291208" y="475788"/>
                  </a:lnTo>
                  <a:lnTo>
                    <a:pt x="2300951" y="469301"/>
                  </a:lnTo>
                  <a:lnTo>
                    <a:pt x="2310695" y="450115"/>
                  </a:lnTo>
                  <a:lnTo>
                    <a:pt x="2320454" y="454037"/>
                  </a:lnTo>
                  <a:lnTo>
                    <a:pt x="2330198" y="449700"/>
                  </a:lnTo>
                  <a:lnTo>
                    <a:pt x="2339957" y="428218"/>
                  </a:lnTo>
                  <a:lnTo>
                    <a:pt x="2349701" y="450505"/>
                  </a:lnTo>
                  <a:lnTo>
                    <a:pt x="2359445" y="432053"/>
                  </a:lnTo>
                  <a:lnTo>
                    <a:pt x="2369204" y="432619"/>
                  </a:lnTo>
                  <a:lnTo>
                    <a:pt x="2378948" y="422091"/>
                  </a:lnTo>
                  <a:lnTo>
                    <a:pt x="2388692" y="396580"/>
                  </a:lnTo>
                  <a:lnTo>
                    <a:pt x="2398450" y="394832"/>
                  </a:lnTo>
                  <a:lnTo>
                    <a:pt x="2408194" y="374660"/>
                  </a:lnTo>
                  <a:lnTo>
                    <a:pt x="2417953" y="351284"/>
                  </a:lnTo>
                  <a:lnTo>
                    <a:pt x="2427697" y="345335"/>
                  </a:lnTo>
                  <a:lnTo>
                    <a:pt x="2437441" y="354417"/>
                  </a:lnTo>
                  <a:lnTo>
                    <a:pt x="2447200" y="331952"/>
                  </a:lnTo>
                  <a:lnTo>
                    <a:pt x="2456944" y="319769"/>
                  </a:lnTo>
                  <a:lnTo>
                    <a:pt x="2466703" y="329379"/>
                  </a:lnTo>
                  <a:lnTo>
                    <a:pt x="2476446" y="338719"/>
                  </a:lnTo>
                  <a:lnTo>
                    <a:pt x="2486190" y="349546"/>
                  </a:lnTo>
                  <a:lnTo>
                    <a:pt x="2495949" y="384675"/>
                  </a:lnTo>
                  <a:lnTo>
                    <a:pt x="2505693" y="363371"/>
                  </a:lnTo>
                  <a:lnTo>
                    <a:pt x="2515452" y="394753"/>
                  </a:lnTo>
                  <a:lnTo>
                    <a:pt x="2525196" y="403049"/>
                  </a:lnTo>
                  <a:lnTo>
                    <a:pt x="2534940" y="410124"/>
                  </a:lnTo>
                  <a:lnTo>
                    <a:pt x="2544699" y="390240"/>
                  </a:lnTo>
                  <a:lnTo>
                    <a:pt x="2554443" y="413417"/>
                  </a:lnTo>
                  <a:lnTo>
                    <a:pt x="2564202" y="405550"/>
                  </a:lnTo>
                  <a:lnTo>
                    <a:pt x="2573946" y="360783"/>
                  </a:lnTo>
                  <a:lnTo>
                    <a:pt x="2583690" y="342337"/>
                  </a:lnTo>
                  <a:lnTo>
                    <a:pt x="2593448" y="380142"/>
                  </a:lnTo>
                  <a:lnTo>
                    <a:pt x="2603192" y="407438"/>
                  </a:lnTo>
                  <a:lnTo>
                    <a:pt x="2612951" y="392204"/>
                  </a:lnTo>
                  <a:lnTo>
                    <a:pt x="2622695" y="411590"/>
                  </a:lnTo>
                  <a:lnTo>
                    <a:pt x="2632439" y="403724"/>
                  </a:lnTo>
                  <a:lnTo>
                    <a:pt x="2642198" y="406353"/>
                  </a:lnTo>
                  <a:lnTo>
                    <a:pt x="2651942" y="427838"/>
                  </a:lnTo>
                  <a:lnTo>
                    <a:pt x="2661685" y="445292"/>
                  </a:lnTo>
                  <a:lnTo>
                    <a:pt x="2671444" y="457148"/>
                  </a:lnTo>
                  <a:lnTo>
                    <a:pt x="2681188" y="443912"/>
                  </a:lnTo>
                  <a:lnTo>
                    <a:pt x="2690947" y="444787"/>
                  </a:lnTo>
                  <a:lnTo>
                    <a:pt x="2700691" y="451427"/>
                  </a:lnTo>
                  <a:lnTo>
                    <a:pt x="2710435" y="444825"/>
                  </a:lnTo>
                  <a:lnTo>
                    <a:pt x="2720194" y="399933"/>
                  </a:lnTo>
                  <a:lnTo>
                    <a:pt x="2729938" y="369866"/>
                  </a:lnTo>
                  <a:lnTo>
                    <a:pt x="2739697" y="360628"/>
                  </a:lnTo>
                  <a:lnTo>
                    <a:pt x="2749441" y="344610"/>
                  </a:lnTo>
                  <a:lnTo>
                    <a:pt x="2759185" y="352833"/>
                  </a:lnTo>
                  <a:lnTo>
                    <a:pt x="2768943" y="326823"/>
                  </a:lnTo>
                  <a:lnTo>
                    <a:pt x="2778687" y="305298"/>
                  </a:lnTo>
                  <a:lnTo>
                    <a:pt x="2788446" y="275159"/>
                  </a:lnTo>
                  <a:lnTo>
                    <a:pt x="2798190" y="267560"/>
                  </a:lnTo>
                  <a:lnTo>
                    <a:pt x="2807934" y="239666"/>
                  </a:lnTo>
                  <a:lnTo>
                    <a:pt x="2817693" y="254753"/>
                  </a:lnTo>
                  <a:lnTo>
                    <a:pt x="2827437" y="241867"/>
                  </a:lnTo>
                  <a:lnTo>
                    <a:pt x="2837196" y="227762"/>
                  </a:lnTo>
                  <a:lnTo>
                    <a:pt x="2846940" y="232068"/>
                  </a:lnTo>
                  <a:lnTo>
                    <a:pt x="2856684" y="204116"/>
                  </a:lnTo>
                  <a:lnTo>
                    <a:pt x="2866442" y="208805"/>
                  </a:lnTo>
                  <a:lnTo>
                    <a:pt x="2876186" y="207088"/>
                  </a:lnTo>
                  <a:lnTo>
                    <a:pt x="2885945" y="184826"/>
                  </a:lnTo>
                  <a:lnTo>
                    <a:pt x="2895689" y="202310"/>
                  </a:lnTo>
                  <a:lnTo>
                    <a:pt x="2905433" y="213315"/>
                  </a:lnTo>
                  <a:lnTo>
                    <a:pt x="2915192" y="22474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5" name="Freeform 964">
              <a:extLst>
                <a:ext uri="{FF2B5EF4-FFF2-40B4-BE49-F238E27FC236}">
                  <a16:creationId xmlns:a16="http://schemas.microsoft.com/office/drawing/2014/main" id="{9168CBF9-7072-DDBB-25F1-556041A410D1}"/>
                </a:ext>
              </a:extLst>
            </p:cNvPr>
            <p:cNvSpPr/>
            <p:nvPr/>
          </p:nvSpPr>
          <p:spPr>
            <a:xfrm>
              <a:off x="4426652" y="2985016"/>
              <a:ext cx="2915191" cy="477539"/>
            </a:xfrm>
            <a:custGeom>
              <a:avLst/>
              <a:gdLst>
                <a:gd name="connsiteX0" fmla="*/ 0 w 2915191"/>
                <a:gd name="connsiteY0" fmla="*/ 118466 h 477539"/>
                <a:gd name="connsiteX1" fmla="*/ 9750 w 2915191"/>
                <a:gd name="connsiteY1" fmla="*/ 128580 h 477539"/>
                <a:gd name="connsiteX2" fmla="*/ 19500 w 2915191"/>
                <a:gd name="connsiteY2" fmla="*/ 124928 h 477539"/>
                <a:gd name="connsiteX3" fmla="*/ 29250 w 2915191"/>
                <a:gd name="connsiteY3" fmla="*/ 121214 h 477539"/>
                <a:gd name="connsiteX4" fmla="*/ 39000 w 2915191"/>
                <a:gd name="connsiteY4" fmla="*/ 145529 h 477539"/>
                <a:gd name="connsiteX5" fmla="*/ 48749 w 2915191"/>
                <a:gd name="connsiteY5" fmla="*/ 154541 h 477539"/>
                <a:gd name="connsiteX6" fmla="*/ 58499 w 2915191"/>
                <a:gd name="connsiteY6" fmla="*/ 142842 h 477539"/>
                <a:gd name="connsiteX7" fmla="*/ 68249 w 2915191"/>
                <a:gd name="connsiteY7" fmla="*/ 136183 h 477539"/>
                <a:gd name="connsiteX8" fmla="*/ 77998 w 2915191"/>
                <a:gd name="connsiteY8" fmla="*/ 149017 h 477539"/>
                <a:gd name="connsiteX9" fmla="*/ 87748 w 2915191"/>
                <a:gd name="connsiteY9" fmla="*/ 123195 h 477539"/>
                <a:gd name="connsiteX10" fmla="*/ 97497 w 2915191"/>
                <a:gd name="connsiteY10" fmla="*/ 71995 h 477539"/>
                <a:gd name="connsiteX11" fmla="*/ 107247 w 2915191"/>
                <a:gd name="connsiteY11" fmla="*/ 67104 h 477539"/>
                <a:gd name="connsiteX12" fmla="*/ 116997 w 2915191"/>
                <a:gd name="connsiteY12" fmla="*/ 67449 h 477539"/>
                <a:gd name="connsiteX13" fmla="*/ 126747 w 2915191"/>
                <a:gd name="connsiteY13" fmla="*/ 48669 h 477539"/>
                <a:gd name="connsiteX14" fmla="*/ 136497 w 2915191"/>
                <a:gd name="connsiteY14" fmla="*/ 49947 h 477539"/>
                <a:gd name="connsiteX15" fmla="*/ 146247 w 2915191"/>
                <a:gd name="connsiteY15" fmla="*/ 65512 h 477539"/>
                <a:gd name="connsiteX16" fmla="*/ 155997 w 2915191"/>
                <a:gd name="connsiteY16" fmla="*/ 81512 h 477539"/>
                <a:gd name="connsiteX17" fmla="*/ 165747 w 2915191"/>
                <a:gd name="connsiteY17" fmla="*/ 79610 h 477539"/>
                <a:gd name="connsiteX18" fmla="*/ 175497 w 2915191"/>
                <a:gd name="connsiteY18" fmla="*/ 76599 h 477539"/>
                <a:gd name="connsiteX19" fmla="*/ 185247 w 2915191"/>
                <a:gd name="connsiteY19" fmla="*/ 72701 h 477539"/>
                <a:gd name="connsiteX20" fmla="*/ 194996 w 2915191"/>
                <a:gd name="connsiteY20" fmla="*/ 69501 h 477539"/>
                <a:gd name="connsiteX21" fmla="*/ 204746 w 2915191"/>
                <a:gd name="connsiteY21" fmla="*/ 86833 h 477539"/>
                <a:gd name="connsiteX22" fmla="*/ 214495 w 2915191"/>
                <a:gd name="connsiteY22" fmla="*/ 94331 h 477539"/>
                <a:gd name="connsiteX23" fmla="*/ 224245 w 2915191"/>
                <a:gd name="connsiteY23" fmla="*/ 94577 h 477539"/>
                <a:gd name="connsiteX24" fmla="*/ 233995 w 2915191"/>
                <a:gd name="connsiteY24" fmla="*/ 121890 h 477539"/>
                <a:gd name="connsiteX25" fmla="*/ 243744 w 2915191"/>
                <a:gd name="connsiteY25" fmla="*/ 161514 h 477539"/>
                <a:gd name="connsiteX26" fmla="*/ 253494 w 2915191"/>
                <a:gd name="connsiteY26" fmla="*/ 150331 h 477539"/>
                <a:gd name="connsiteX27" fmla="*/ 263244 w 2915191"/>
                <a:gd name="connsiteY27" fmla="*/ 156445 h 477539"/>
                <a:gd name="connsiteX28" fmla="*/ 272994 w 2915191"/>
                <a:gd name="connsiteY28" fmla="*/ 175379 h 477539"/>
                <a:gd name="connsiteX29" fmla="*/ 282744 w 2915191"/>
                <a:gd name="connsiteY29" fmla="*/ 205625 h 477539"/>
                <a:gd name="connsiteX30" fmla="*/ 292494 w 2915191"/>
                <a:gd name="connsiteY30" fmla="*/ 218000 h 477539"/>
                <a:gd name="connsiteX31" fmla="*/ 302244 w 2915191"/>
                <a:gd name="connsiteY31" fmla="*/ 216087 h 477539"/>
                <a:gd name="connsiteX32" fmla="*/ 311994 w 2915191"/>
                <a:gd name="connsiteY32" fmla="*/ 207184 h 477539"/>
                <a:gd name="connsiteX33" fmla="*/ 321744 w 2915191"/>
                <a:gd name="connsiteY33" fmla="*/ 196017 h 477539"/>
                <a:gd name="connsiteX34" fmla="*/ 331493 w 2915191"/>
                <a:gd name="connsiteY34" fmla="*/ 187444 h 477539"/>
                <a:gd name="connsiteX35" fmla="*/ 341243 w 2915191"/>
                <a:gd name="connsiteY35" fmla="*/ 159316 h 477539"/>
                <a:gd name="connsiteX36" fmla="*/ 350993 w 2915191"/>
                <a:gd name="connsiteY36" fmla="*/ 183275 h 477539"/>
                <a:gd name="connsiteX37" fmla="*/ 360742 w 2915191"/>
                <a:gd name="connsiteY37" fmla="*/ 207035 h 477539"/>
                <a:gd name="connsiteX38" fmla="*/ 370492 w 2915191"/>
                <a:gd name="connsiteY38" fmla="*/ 218459 h 477539"/>
                <a:gd name="connsiteX39" fmla="*/ 380241 w 2915191"/>
                <a:gd name="connsiteY39" fmla="*/ 264671 h 477539"/>
                <a:gd name="connsiteX40" fmla="*/ 389991 w 2915191"/>
                <a:gd name="connsiteY40" fmla="*/ 246039 h 477539"/>
                <a:gd name="connsiteX41" fmla="*/ 399741 w 2915191"/>
                <a:gd name="connsiteY41" fmla="*/ 261559 h 477539"/>
                <a:gd name="connsiteX42" fmla="*/ 409491 w 2915191"/>
                <a:gd name="connsiteY42" fmla="*/ 274290 h 477539"/>
                <a:gd name="connsiteX43" fmla="*/ 419241 w 2915191"/>
                <a:gd name="connsiteY43" fmla="*/ 253758 h 477539"/>
                <a:gd name="connsiteX44" fmla="*/ 428991 w 2915191"/>
                <a:gd name="connsiteY44" fmla="*/ 197970 h 477539"/>
                <a:gd name="connsiteX45" fmla="*/ 438741 w 2915191"/>
                <a:gd name="connsiteY45" fmla="*/ 178783 h 477539"/>
                <a:gd name="connsiteX46" fmla="*/ 448491 w 2915191"/>
                <a:gd name="connsiteY46" fmla="*/ 187155 h 477539"/>
                <a:gd name="connsiteX47" fmla="*/ 458241 w 2915191"/>
                <a:gd name="connsiteY47" fmla="*/ 197026 h 477539"/>
                <a:gd name="connsiteX48" fmla="*/ 467991 w 2915191"/>
                <a:gd name="connsiteY48" fmla="*/ 195105 h 477539"/>
                <a:gd name="connsiteX49" fmla="*/ 477740 w 2915191"/>
                <a:gd name="connsiteY49" fmla="*/ 204737 h 477539"/>
                <a:gd name="connsiteX50" fmla="*/ 487490 w 2915191"/>
                <a:gd name="connsiteY50" fmla="*/ 193104 h 477539"/>
                <a:gd name="connsiteX51" fmla="*/ 497239 w 2915191"/>
                <a:gd name="connsiteY51" fmla="*/ 198177 h 477539"/>
                <a:gd name="connsiteX52" fmla="*/ 506989 w 2915191"/>
                <a:gd name="connsiteY52" fmla="*/ 213023 h 477539"/>
                <a:gd name="connsiteX53" fmla="*/ 516738 w 2915191"/>
                <a:gd name="connsiteY53" fmla="*/ 230383 h 477539"/>
                <a:gd name="connsiteX54" fmla="*/ 526488 w 2915191"/>
                <a:gd name="connsiteY54" fmla="*/ 207205 h 477539"/>
                <a:gd name="connsiteX55" fmla="*/ 536238 w 2915191"/>
                <a:gd name="connsiteY55" fmla="*/ 200630 h 477539"/>
                <a:gd name="connsiteX56" fmla="*/ 545988 w 2915191"/>
                <a:gd name="connsiteY56" fmla="*/ 191532 h 477539"/>
                <a:gd name="connsiteX57" fmla="*/ 555738 w 2915191"/>
                <a:gd name="connsiteY57" fmla="*/ 193657 h 477539"/>
                <a:gd name="connsiteX58" fmla="*/ 565488 w 2915191"/>
                <a:gd name="connsiteY58" fmla="*/ 191754 h 477539"/>
                <a:gd name="connsiteX59" fmla="*/ 575238 w 2915191"/>
                <a:gd name="connsiteY59" fmla="*/ 179969 h 477539"/>
                <a:gd name="connsiteX60" fmla="*/ 584988 w 2915191"/>
                <a:gd name="connsiteY60" fmla="*/ 169060 h 477539"/>
                <a:gd name="connsiteX61" fmla="*/ 594738 w 2915191"/>
                <a:gd name="connsiteY61" fmla="*/ 164862 h 477539"/>
                <a:gd name="connsiteX62" fmla="*/ 604488 w 2915191"/>
                <a:gd name="connsiteY62" fmla="*/ 166828 h 477539"/>
                <a:gd name="connsiteX63" fmla="*/ 614237 w 2915191"/>
                <a:gd name="connsiteY63" fmla="*/ 197227 h 477539"/>
                <a:gd name="connsiteX64" fmla="*/ 623987 w 2915191"/>
                <a:gd name="connsiteY64" fmla="*/ 194079 h 477539"/>
                <a:gd name="connsiteX65" fmla="*/ 633736 w 2915191"/>
                <a:gd name="connsiteY65" fmla="*/ 189104 h 477539"/>
                <a:gd name="connsiteX66" fmla="*/ 643486 w 2915191"/>
                <a:gd name="connsiteY66" fmla="*/ 188417 h 477539"/>
                <a:gd name="connsiteX67" fmla="*/ 653236 w 2915191"/>
                <a:gd name="connsiteY67" fmla="*/ 212893 h 477539"/>
                <a:gd name="connsiteX68" fmla="*/ 662985 w 2915191"/>
                <a:gd name="connsiteY68" fmla="*/ 245303 h 477539"/>
                <a:gd name="connsiteX69" fmla="*/ 672735 w 2915191"/>
                <a:gd name="connsiteY69" fmla="*/ 257437 h 477539"/>
                <a:gd name="connsiteX70" fmla="*/ 682485 w 2915191"/>
                <a:gd name="connsiteY70" fmla="*/ 239355 h 477539"/>
                <a:gd name="connsiteX71" fmla="*/ 692235 w 2915191"/>
                <a:gd name="connsiteY71" fmla="*/ 249081 h 477539"/>
                <a:gd name="connsiteX72" fmla="*/ 701985 w 2915191"/>
                <a:gd name="connsiteY72" fmla="*/ 196813 h 477539"/>
                <a:gd name="connsiteX73" fmla="*/ 711735 w 2915191"/>
                <a:gd name="connsiteY73" fmla="*/ 200722 h 477539"/>
                <a:gd name="connsiteX74" fmla="*/ 721485 w 2915191"/>
                <a:gd name="connsiteY74" fmla="*/ 160084 h 477539"/>
                <a:gd name="connsiteX75" fmla="*/ 731235 w 2915191"/>
                <a:gd name="connsiteY75" fmla="*/ 152950 h 477539"/>
                <a:gd name="connsiteX76" fmla="*/ 740985 w 2915191"/>
                <a:gd name="connsiteY76" fmla="*/ 154252 h 477539"/>
                <a:gd name="connsiteX77" fmla="*/ 750734 w 2915191"/>
                <a:gd name="connsiteY77" fmla="*/ 164890 h 477539"/>
                <a:gd name="connsiteX78" fmla="*/ 760484 w 2915191"/>
                <a:gd name="connsiteY78" fmla="*/ 182577 h 477539"/>
                <a:gd name="connsiteX79" fmla="*/ 770233 w 2915191"/>
                <a:gd name="connsiteY79" fmla="*/ 155018 h 477539"/>
                <a:gd name="connsiteX80" fmla="*/ 779983 w 2915191"/>
                <a:gd name="connsiteY80" fmla="*/ 145045 h 477539"/>
                <a:gd name="connsiteX81" fmla="*/ 789733 w 2915191"/>
                <a:gd name="connsiteY81" fmla="*/ 127625 h 477539"/>
                <a:gd name="connsiteX82" fmla="*/ 799482 w 2915191"/>
                <a:gd name="connsiteY82" fmla="*/ 88022 h 477539"/>
                <a:gd name="connsiteX83" fmla="*/ 809232 w 2915191"/>
                <a:gd name="connsiteY83" fmla="*/ 57880 h 477539"/>
                <a:gd name="connsiteX84" fmla="*/ 818982 w 2915191"/>
                <a:gd name="connsiteY84" fmla="*/ 44232 h 477539"/>
                <a:gd name="connsiteX85" fmla="*/ 828732 w 2915191"/>
                <a:gd name="connsiteY85" fmla="*/ 42860 h 477539"/>
                <a:gd name="connsiteX86" fmla="*/ 838482 w 2915191"/>
                <a:gd name="connsiteY86" fmla="*/ 66363 h 477539"/>
                <a:gd name="connsiteX87" fmla="*/ 848232 w 2915191"/>
                <a:gd name="connsiteY87" fmla="*/ 80206 h 477539"/>
                <a:gd name="connsiteX88" fmla="*/ 857982 w 2915191"/>
                <a:gd name="connsiteY88" fmla="*/ 80219 h 477539"/>
                <a:gd name="connsiteX89" fmla="*/ 867732 w 2915191"/>
                <a:gd name="connsiteY89" fmla="*/ 38030 h 477539"/>
                <a:gd name="connsiteX90" fmla="*/ 877482 w 2915191"/>
                <a:gd name="connsiteY90" fmla="*/ 0 h 477539"/>
                <a:gd name="connsiteX91" fmla="*/ 887231 w 2915191"/>
                <a:gd name="connsiteY91" fmla="*/ 26392 h 477539"/>
                <a:gd name="connsiteX92" fmla="*/ 896981 w 2915191"/>
                <a:gd name="connsiteY92" fmla="*/ 29220 h 477539"/>
                <a:gd name="connsiteX93" fmla="*/ 906730 w 2915191"/>
                <a:gd name="connsiteY93" fmla="*/ 39068 h 477539"/>
                <a:gd name="connsiteX94" fmla="*/ 916480 w 2915191"/>
                <a:gd name="connsiteY94" fmla="*/ 39599 h 477539"/>
                <a:gd name="connsiteX95" fmla="*/ 926230 w 2915191"/>
                <a:gd name="connsiteY95" fmla="*/ 74984 h 477539"/>
                <a:gd name="connsiteX96" fmla="*/ 935979 w 2915191"/>
                <a:gd name="connsiteY96" fmla="*/ 86311 h 477539"/>
                <a:gd name="connsiteX97" fmla="*/ 945729 w 2915191"/>
                <a:gd name="connsiteY97" fmla="*/ 99868 h 477539"/>
                <a:gd name="connsiteX98" fmla="*/ 955479 w 2915191"/>
                <a:gd name="connsiteY98" fmla="*/ 94254 h 477539"/>
                <a:gd name="connsiteX99" fmla="*/ 965229 w 2915191"/>
                <a:gd name="connsiteY99" fmla="*/ 96520 h 477539"/>
                <a:gd name="connsiteX100" fmla="*/ 974979 w 2915191"/>
                <a:gd name="connsiteY100" fmla="*/ 105050 h 477539"/>
                <a:gd name="connsiteX101" fmla="*/ 984729 w 2915191"/>
                <a:gd name="connsiteY101" fmla="*/ 99902 h 477539"/>
                <a:gd name="connsiteX102" fmla="*/ 994474 w 2915191"/>
                <a:gd name="connsiteY102" fmla="*/ 136321 h 477539"/>
                <a:gd name="connsiteX103" fmla="*/ 1004233 w 2915191"/>
                <a:gd name="connsiteY103" fmla="*/ 130607 h 477539"/>
                <a:gd name="connsiteX104" fmla="*/ 1013977 w 2915191"/>
                <a:gd name="connsiteY104" fmla="*/ 137321 h 477539"/>
                <a:gd name="connsiteX105" fmla="*/ 1023721 w 2915191"/>
                <a:gd name="connsiteY105" fmla="*/ 137178 h 477539"/>
                <a:gd name="connsiteX106" fmla="*/ 1033480 w 2915191"/>
                <a:gd name="connsiteY106" fmla="*/ 134883 h 477539"/>
                <a:gd name="connsiteX107" fmla="*/ 1043224 w 2915191"/>
                <a:gd name="connsiteY107" fmla="*/ 133498 h 477539"/>
                <a:gd name="connsiteX108" fmla="*/ 1052983 w 2915191"/>
                <a:gd name="connsiteY108" fmla="*/ 127725 h 477539"/>
                <a:gd name="connsiteX109" fmla="*/ 1062727 w 2915191"/>
                <a:gd name="connsiteY109" fmla="*/ 124697 h 477539"/>
                <a:gd name="connsiteX110" fmla="*/ 1072471 w 2915191"/>
                <a:gd name="connsiteY110" fmla="*/ 122148 h 477539"/>
                <a:gd name="connsiteX111" fmla="*/ 1082230 w 2915191"/>
                <a:gd name="connsiteY111" fmla="*/ 134104 h 477539"/>
                <a:gd name="connsiteX112" fmla="*/ 1091973 w 2915191"/>
                <a:gd name="connsiteY112" fmla="*/ 137001 h 477539"/>
                <a:gd name="connsiteX113" fmla="*/ 1101732 w 2915191"/>
                <a:gd name="connsiteY113" fmla="*/ 122887 h 477539"/>
                <a:gd name="connsiteX114" fmla="*/ 1111476 w 2915191"/>
                <a:gd name="connsiteY114" fmla="*/ 156991 h 477539"/>
                <a:gd name="connsiteX115" fmla="*/ 1121220 w 2915191"/>
                <a:gd name="connsiteY115" fmla="*/ 137827 h 477539"/>
                <a:gd name="connsiteX116" fmla="*/ 1130979 w 2915191"/>
                <a:gd name="connsiteY116" fmla="*/ 137252 h 477539"/>
                <a:gd name="connsiteX117" fmla="*/ 1140723 w 2915191"/>
                <a:gd name="connsiteY117" fmla="*/ 137354 h 477539"/>
                <a:gd name="connsiteX118" fmla="*/ 1150482 w 2915191"/>
                <a:gd name="connsiteY118" fmla="*/ 149030 h 477539"/>
                <a:gd name="connsiteX119" fmla="*/ 1160226 w 2915191"/>
                <a:gd name="connsiteY119" fmla="*/ 151569 h 477539"/>
                <a:gd name="connsiteX120" fmla="*/ 1169969 w 2915191"/>
                <a:gd name="connsiteY120" fmla="*/ 164623 h 477539"/>
                <a:gd name="connsiteX121" fmla="*/ 1179728 w 2915191"/>
                <a:gd name="connsiteY121" fmla="*/ 138575 h 477539"/>
                <a:gd name="connsiteX122" fmla="*/ 1189472 w 2915191"/>
                <a:gd name="connsiteY122" fmla="*/ 125688 h 477539"/>
                <a:gd name="connsiteX123" fmla="*/ 1199231 w 2915191"/>
                <a:gd name="connsiteY123" fmla="*/ 129655 h 477539"/>
                <a:gd name="connsiteX124" fmla="*/ 1208975 w 2915191"/>
                <a:gd name="connsiteY124" fmla="*/ 114871 h 477539"/>
                <a:gd name="connsiteX125" fmla="*/ 1218719 w 2915191"/>
                <a:gd name="connsiteY125" fmla="*/ 119593 h 477539"/>
                <a:gd name="connsiteX126" fmla="*/ 1228478 w 2915191"/>
                <a:gd name="connsiteY126" fmla="*/ 133172 h 477539"/>
                <a:gd name="connsiteX127" fmla="*/ 1238222 w 2915191"/>
                <a:gd name="connsiteY127" fmla="*/ 155976 h 477539"/>
                <a:gd name="connsiteX128" fmla="*/ 1247966 w 2915191"/>
                <a:gd name="connsiteY128" fmla="*/ 131549 h 477539"/>
                <a:gd name="connsiteX129" fmla="*/ 1257725 w 2915191"/>
                <a:gd name="connsiteY129" fmla="*/ 132479 h 477539"/>
                <a:gd name="connsiteX130" fmla="*/ 1267469 w 2915191"/>
                <a:gd name="connsiteY130" fmla="*/ 116707 h 477539"/>
                <a:gd name="connsiteX131" fmla="*/ 1277227 w 2915191"/>
                <a:gd name="connsiteY131" fmla="*/ 130399 h 477539"/>
                <a:gd name="connsiteX132" fmla="*/ 1286971 w 2915191"/>
                <a:gd name="connsiteY132" fmla="*/ 131375 h 477539"/>
                <a:gd name="connsiteX133" fmla="*/ 1296715 w 2915191"/>
                <a:gd name="connsiteY133" fmla="*/ 143197 h 477539"/>
                <a:gd name="connsiteX134" fmla="*/ 1306474 w 2915191"/>
                <a:gd name="connsiteY134" fmla="*/ 78077 h 477539"/>
                <a:gd name="connsiteX135" fmla="*/ 1316218 w 2915191"/>
                <a:gd name="connsiteY135" fmla="*/ 76170 h 477539"/>
                <a:gd name="connsiteX136" fmla="*/ 1325977 w 2915191"/>
                <a:gd name="connsiteY136" fmla="*/ 77324 h 477539"/>
                <a:gd name="connsiteX137" fmla="*/ 1335721 w 2915191"/>
                <a:gd name="connsiteY137" fmla="*/ 85613 h 477539"/>
                <a:gd name="connsiteX138" fmla="*/ 1345465 w 2915191"/>
                <a:gd name="connsiteY138" fmla="*/ 94647 h 477539"/>
                <a:gd name="connsiteX139" fmla="*/ 1355224 w 2915191"/>
                <a:gd name="connsiteY139" fmla="*/ 114032 h 477539"/>
                <a:gd name="connsiteX140" fmla="*/ 1364967 w 2915191"/>
                <a:gd name="connsiteY140" fmla="*/ 133213 h 477539"/>
                <a:gd name="connsiteX141" fmla="*/ 1374726 w 2915191"/>
                <a:gd name="connsiteY141" fmla="*/ 120087 h 477539"/>
                <a:gd name="connsiteX142" fmla="*/ 1384470 w 2915191"/>
                <a:gd name="connsiteY142" fmla="*/ 100079 h 477539"/>
                <a:gd name="connsiteX143" fmla="*/ 1394214 w 2915191"/>
                <a:gd name="connsiteY143" fmla="*/ 113040 h 477539"/>
                <a:gd name="connsiteX144" fmla="*/ 1403973 w 2915191"/>
                <a:gd name="connsiteY144" fmla="*/ 137533 h 477539"/>
                <a:gd name="connsiteX145" fmla="*/ 1413717 w 2915191"/>
                <a:gd name="connsiteY145" fmla="*/ 154513 h 477539"/>
                <a:gd name="connsiteX146" fmla="*/ 1423476 w 2915191"/>
                <a:gd name="connsiteY146" fmla="*/ 155629 h 477539"/>
                <a:gd name="connsiteX147" fmla="*/ 1433220 w 2915191"/>
                <a:gd name="connsiteY147" fmla="*/ 157505 h 477539"/>
                <a:gd name="connsiteX148" fmla="*/ 1442964 w 2915191"/>
                <a:gd name="connsiteY148" fmla="*/ 138644 h 477539"/>
                <a:gd name="connsiteX149" fmla="*/ 1452722 w 2915191"/>
                <a:gd name="connsiteY149" fmla="*/ 104829 h 477539"/>
                <a:gd name="connsiteX150" fmla="*/ 1462466 w 2915191"/>
                <a:gd name="connsiteY150" fmla="*/ 91307 h 477539"/>
                <a:gd name="connsiteX151" fmla="*/ 1472225 w 2915191"/>
                <a:gd name="connsiteY151" fmla="*/ 114229 h 477539"/>
                <a:gd name="connsiteX152" fmla="*/ 1481969 w 2915191"/>
                <a:gd name="connsiteY152" fmla="*/ 99031 h 477539"/>
                <a:gd name="connsiteX153" fmla="*/ 1491713 w 2915191"/>
                <a:gd name="connsiteY153" fmla="*/ 99576 h 477539"/>
                <a:gd name="connsiteX154" fmla="*/ 1501472 w 2915191"/>
                <a:gd name="connsiteY154" fmla="*/ 100589 h 477539"/>
                <a:gd name="connsiteX155" fmla="*/ 1511216 w 2915191"/>
                <a:gd name="connsiteY155" fmla="*/ 110701 h 477539"/>
                <a:gd name="connsiteX156" fmla="*/ 1520960 w 2915191"/>
                <a:gd name="connsiteY156" fmla="*/ 123915 h 477539"/>
                <a:gd name="connsiteX157" fmla="*/ 1530719 w 2915191"/>
                <a:gd name="connsiteY157" fmla="*/ 133252 h 477539"/>
                <a:gd name="connsiteX158" fmla="*/ 1540463 w 2915191"/>
                <a:gd name="connsiteY158" fmla="*/ 145061 h 477539"/>
                <a:gd name="connsiteX159" fmla="*/ 1550221 w 2915191"/>
                <a:gd name="connsiteY159" fmla="*/ 103414 h 477539"/>
                <a:gd name="connsiteX160" fmla="*/ 1559965 w 2915191"/>
                <a:gd name="connsiteY160" fmla="*/ 100973 h 477539"/>
                <a:gd name="connsiteX161" fmla="*/ 1569709 w 2915191"/>
                <a:gd name="connsiteY161" fmla="*/ 93665 h 477539"/>
                <a:gd name="connsiteX162" fmla="*/ 1579468 w 2915191"/>
                <a:gd name="connsiteY162" fmla="*/ 111348 h 477539"/>
                <a:gd name="connsiteX163" fmla="*/ 1589212 w 2915191"/>
                <a:gd name="connsiteY163" fmla="*/ 71469 h 477539"/>
                <a:gd name="connsiteX164" fmla="*/ 1598971 w 2915191"/>
                <a:gd name="connsiteY164" fmla="*/ 79786 h 477539"/>
                <a:gd name="connsiteX165" fmla="*/ 1608715 w 2915191"/>
                <a:gd name="connsiteY165" fmla="*/ 56877 h 477539"/>
                <a:gd name="connsiteX166" fmla="*/ 1618459 w 2915191"/>
                <a:gd name="connsiteY166" fmla="*/ 42090 h 477539"/>
                <a:gd name="connsiteX167" fmla="*/ 1628218 w 2915191"/>
                <a:gd name="connsiteY167" fmla="*/ 73529 h 477539"/>
                <a:gd name="connsiteX168" fmla="*/ 1637962 w 2915191"/>
                <a:gd name="connsiteY168" fmla="*/ 61089 h 477539"/>
                <a:gd name="connsiteX169" fmla="*/ 1647720 w 2915191"/>
                <a:gd name="connsiteY169" fmla="*/ 105713 h 477539"/>
                <a:gd name="connsiteX170" fmla="*/ 1657464 w 2915191"/>
                <a:gd name="connsiteY170" fmla="*/ 83449 h 477539"/>
                <a:gd name="connsiteX171" fmla="*/ 1667208 w 2915191"/>
                <a:gd name="connsiteY171" fmla="*/ 62708 h 477539"/>
                <a:gd name="connsiteX172" fmla="*/ 1676967 w 2915191"/>
                <a:gd name="connsiteY172" fmla="*/ 75104 h 477539"/>
                <a:gd name="connsiteX173" fmla="*/ 1686711 w 2915191"/>
                <a:gd name="connsiteY173" fmla="*/ 75466 h 477539"/>
                <a:gd name="connsiteX174" fmla="*/ 1696470 w 2915191"/>
                <a:gd name="connsiteY174" fmla="*/ 85370 h 477539"/>
                <a:gd name="connsiteX175" fmla="*/ 1706214 w 2915191"/>
                <a:gd name="connsiteY175" fmla="*/ 119585 h 477539"/>
                <a:gd name="connsiteX176" fmla="*/ 1715958 w 2915191"/>
                <a:gd name="connsiteY176" fmla="*/ 76359 h 477539"/>
                <a:gd name="connsiteX177" fmla="*/ 1725716 w 2915191"/>
                <a:gd name="connsiteY177" fmla="*/ 77178 h 477539"/>
                <a:gd name="connsiteX178" fmla="*/ 1735460 w 2915191"/>
                <a:gd name="connsiteY178" fmla="*/ 70475 h 477539"/>
                <a:gd name="connsiteX179" fmla="*/ 1745219 w 2915191"/>
                <a:gd name="connsiteY179" fmla="*/ 88750 h 477539"/>
                <a:gd name="connsiteX180" fmla="*/ 1754963 w 2915191"/>
                <a:gd name="connsiteY180" fmla="*/ 105999 h 477539"/>
                <a:gd name="connsiteX181" fmla="*/ 1764707 w 2915191"/>
                <a:gd name="connsiteY181" fmla="*/ 131308 h 477539"/>
                <a:gd name="connsiteX182" fmla="*/ 1774466 w 2915191"/>
                <a:gd name="connsiteY182" fmla="*/ 116011 h 477539"/>
                <a:gd name="connsiteX183" fmla="*/ 1784210 w 2915191"/>
                <a:gd name="connsiteY183" fmla="*/ 132535 h 477539"/>
                <a:gd name="connsiteX184" fmla="*/ 1793969 w 2915191"/>
                <a:gd name="connsiteY184" fmla="*/ 148883 h 477539"/>
                <a:gd name="connsiteX185" fmla="*/ 1803713 w 2915191"/>
                <a:gd name="connsiteY185" fmla="*/ 144534 h 477539"/>
                <a:gd name="connsiteX186" fmla="*/ 1813457 w 2915191"/>
                <a:gd name="connsiteY186" fmla="*/ 166578 h 477539"/>
                <a:gd name="connsiteX187" fmla="*/ 1823215 w 2915191"/>
                <a:gd name="connsiteY187" fmla="*/ 201366 h 477539"/>
                <a:gd name="connsiteX188" fmla="*/ 1832959 w 2915191"/>
                <a:gd name="connsiteY188" fmla="*/ 201376 h 477539"/>
                <a:gd name="connsiteX189" fmla="*/ 1842703 w 2915191"/>
                <a:gd name="connsiteY189" fmla="*/ 177399 h 477539"/>
                <a:gd name="connsiteX190" fmla="*/ 1852462 w 2915191"/>
                <a:gd name="connsiteY190" fmla="*/ 183001 h 477539"/>
                <a:gd name="connsiteX191" fmla="*/ 1862206 w 2915191"/>
                <a:gd name="connsiteY191" fmla="*/ 177188 h 477539"/>
                <a:gd name="connsiteX192" fmla="*/ 1871965 w 2915191"/>
                <a:gd name="connsiteY192" fmla="*/ 187717 h 477539"/>
                <a:gd name="connsiteX193" fmla="*/ 1881709 w 2915191"/>
                <a:gd name="connsiteY193" fmla="*/ 187775 h 477539"/>
                <a:gd name="connsiteX194" fmla="*/ 1891453 w 2915191"/>
                <a:gd name="connsiteY194" fmla="*/ 158415 h 477539"/>
                <a:gd name="connsiteX195" fmla="*/ 1901212 w 2915191"/>
                <a:gd name="connsiteY195" fmla="*/ 171864 h 477539"/>
                <a:gd name="connsiteX196" fmla="*/ 1910956 w 2915191"/>
                <a:gd name="connsiteY196" fmla="*/ 149936 h 477539"/>
                <a:gd name="connsiteX197" fmla="*/ 1920714 w 2915191"/>
                <a:gd name="connsiteY197" fmla="*/ 157003 h 477539"/>
                <a:gd name="connsiteX198" fmla="*/ 1930458 w 2915191"/>
                <a:gd name="connsiteY198" fmla="*/ 169255 h 477539"/>
                <a:gd name="connsiteX199" fmla="*/ 1940202 w 2915191"/>
                <a:gd name="connsiteY199" fmla="*/ 184405 h 477539"/>
                <a:gd name="connsiteX200" fmla="*/ 1949961 w 2915191"/>
                <a:gd name="connsiteY200" fmla="*/ 185559 h 477539"/>
                <a:gd name="connsiteX201" fmla="*/ 1959705 w 2915191"/>
                <a:gd name="connsiteY201" fmla="*/ 177764 h 477539"/>
                <a:gd name="connsiteX202" fmla="*/ 1969464 w 2915191"/>
                <a:gd name="connsiteY202" fmla="*/ 162757 h 477539"/>
                <a:gd name="connsiteX203" fmla="*/ 1979208 w 2915191"/>
                <a:gd name="connsiteY203" fmla="*/ 148763 h 477539"/>
                <a:gd name="connsiteX204" fmla="*/ 1988952 w 2915191"/>
                <a:gd name="connsiteY204" fmla="*/ 113317 h 477539"/>
                <a:gd name="connsiteX205" fmla="*/ 1998711 w 2915191"/>
                <a:gd name="connsiteY205" fmla="*/ 125898 h 477539"/>
                <a:gd name="connsiteX206" fmla="*/ 2008454 w 2915191"/>
                <a:gd name="connsiteY206" fmla="*/ 128256 h 477539"/>
                <a:gd name="connsiteX207" fmla="*/ 2018213 w 2915191"/>
                <a:gd name="connsiteY207" fmla="*/ 108123 h 477539"/>
                <a:gd name="connsiteX208" fmla="*/ 2027957 w 2915191"/>
                <a:gd name="connsiteY208" fmla="*/ 99576 h 477539"/>
                <a:gd name="connsiteX209" fmla="*/ 2037701 w 2915191"/>
                <a:gd name="connsiteY209" fmla="*/ 131043 h 477539"/>
                <a:gd name="connsiteX210" fmla="*/ 2047460 w 2915191"/>
                <a:gd name="connsiteY210" fmla="*/ 126790 h 477539"/>
                <a:gd name="connsiteX211" fmla="*/ 2057204 w 2915191"/>
                <a:gd name="connsiteY211" fmla="*/ 112143 h 477539"/>
                <a:gd name="connsiteX212" fmla="*/ 2066963 w 2915191"/>
                <a:gd name="connsiteY212" fmla="*/ 112711 h 477539"/>
                <a:gd name="connsiteX213" fmla="*/ 2076707 w 2915191"/>
                <a:gd name="connsiteY213" fmla="*/ 139255 h 477539"/>
                <a:gd name="connsiteX214" fmla="*/ 2086451 w 2915191"/>
                <a:gd name="connsiteY214" fmla="*/ 164556 h 477539"/>
                <a:gd name="connsiteX215" fmla="*/ 2096210 w 2915191"/>
                <a:gd name="connsiteY215" fmla="*/ 163515 h 477539"/>
                <a:gd name="connsiteX216" fmla="*/ 2105954 w 2915191"/>
                <a:gd name="connsiteY216" fmla="*/ 162164 h 477539"/>
                <a:gd name="connsiteX217" fmla="*/ 2115697 w 2915191"/>
                <a:gd name="connsiteY217" fmla="*/ 190504 h 477539"/>
                <a:gd name="connsiteX218" fmla="*/ 2125456 w 2915191"/>
                <a:gd name="connsiteY218" fmla="*/ 165210 h 477539"/>
                <a:gd name="connsiteX219" fmla="*/ 2135200 w 2915191"/>
                <a:gd name="connsiteY219" fmla="*/ 156375 h 477539"/>
                <a:gd name="connsiteX220" fmla="*/ 2144959 w 2915191"/>
                <a:gd name="connsiteY220" fmla="*/ 175599 h 477539"/>
                <a:gd name="connsiteX221" fmla="*/ 2154703 w 2915191"/>
                <a:gd name="connsiteY221" fmla="*/ 185351 h 477539"/>
                <a:gd name="connsiteX222" fmla="*/ 2164447 w 2915191"/>
                <a:gd name="connsiteY222" fmla="*/ 186826 h 477539"/>
                <a:gd name="connsiteX223" fmla="*/ 2174206 w 2915191"/>
                <a:gd name="connsiteY223" fmla="*/ 201801 h 477539"/>
                <a:gd name="connsiteX224" fmla="*/ 2183950 w 2915191"/>
                <a:gd name="connsiteY224" fmla="*/ 235318 h 477539"/>
                <a:gd name="connsiteX225" fmla="*/ 2193709 w 2915191"/>
                <a:gd name="connsiteY225" fmla="*/ 211032 h 477539"/>
                <a:gd name="connsiteX226" fmla="*/ 2203452 w 2915191"/>
                <a:gd name="connsiteY226" fmla="*/ 201026 h 477539"/>
                <a:gd name="connsiteX227" fmla="*/ 2213196 w 2915191"/>
                <a:gd name="connsiteY227" fmla="*/ 211513 h 477539"/>
                <a:gd name="connsiteX228" fmla="*/ 2222955 w 2915191"/>
                <a:gd name="connsiteY228" fmla="*/ 194576 h 477539"/>
                <a:gd name="connsiteX229" fmla="*/ 2232699 w 2915191"/>
                <a:gd name="connsiteY229" fmla="*/ 204457 h 477539"/>
                <a:gd name="connsiteX230" fmla="*/ 2242458 w 2915191"/>
                <a:gd name="connsiteY230" fmla="*/ 224093 h 477539"/>
                <a:gd name="connsiteX231" fmla="*/ 2252202 w 2915191"/>
                <a:gd name="connsiteY231" fmla="*/ 238279 h 477539"/>
                <a:gd name="connsiteX232" fmla="*/ 2261946 w 2915191"/>
                <a:gd name="connsiteY232" fmla="*/ 266625 h 477539"/>
                <a:gd name="connsiteX233" fmla="*/ 2271705 w 2915191"/>
                <a:gd name="connsiteY233" fmla="*/ 248374 h 477539"/>
                <a:gd name="connsiteX234" fmla="*/ 2281449 w 2915191"/>
                <a:gd name="connsiteY234" fmla="*/ 220159 h 477539"/>
                <a:gd name="connsiteX235" fmla="*/ 2291208 w 2915191"/>
                <a:gd name="connsiteY235" fmla="*/ 202811 h 477539"/>
                <a:gd name="connsiteX236" fmla="*/ 2300951 w 2915191"/>
                <a:gd name="connsiteY236" fmla="*/ 224674 h 477539"/>
                <a:gd name="connsiteX237" fmla="*/ 2310695 w 2915191"/>
                <a:gd name="connsiteY237" fmla="*/ 255060 h 477539"/>
                <a:gd name="connsiteX238" fmla="*/ 2320454 w 2915191"/>
                <a:gd name="connsiteY238" fmla="*/ 246556 h 477539"/>
                <a:gd name="connsiteX239" fmla="*/ 2330198 w 2915191"/>
                <a:gd name="connsiteY239" fmla="*/ 244901 h 477539"/>
                <a:gd name="connsiteX240" fmla="*/ 2339957 w 2915191"/>
                <a:gd name="connsiteY240" fmla="*/ 267779 h 477539"/>
                <a:gd name="connsiteX241" fmla="*/ 2349701 w 2915191"/>
                <a:gd name="connsiteY241" fmla="*/ 264661 h 477539"/>
                <a:gd name="connsiteX242" fmla="*/ 2359445 w 2915191"/>
                <a:gd name="connsiteY242" fmla="*/ 306956 h 477539"/>
                <a:gd name="connsiteX243" fmla="*/ 2369204 w 2915191"/>
                <a:gd name="connsiteY243" fmla="*/ 301779 h 477539"/>
                <a:gd name="connsiteX244" fmla="*/ 2378948 w 2915191"/>
                <a:gd name="connsiteY244" fmla="*/ 287637 h 477539"/>
                <a:gd name="connsiteX245" fmla="*/ 2388692 w 2915191"/>
                <a:gd name="connsiteY245" fmla="*/ 299438 h 477539"/>
                <a:gd name="connsiteX246" fmla="*/ 2398450 w 2915191"/>
                <a:gd name="connsiteY246" fmla="*/ 285085 h 477539"/>
                <a:gd name="connsiteX247" fmla="*/ 2408194 w 2915191"/>
                <a:gd name="connsiteY247" fmla="*/ 261087 h 477539"/>
                <a:gd name="connsiteX248" fmla="*/ 2417953 w 2915191"/>
                <a:gd name="connsiteY248" fmla="*/ 239464 h 477539"/>
                <a:gd name="connsiteX249" fmla="*/ 2427697 w 2915191"/>
                <a:gd name="connsiteY249" fmla="*/ 241751 h 477539"/>
                <a:gd name="connsiteX250" fmla="*/ 2437441 w 2915191"/>
                <a:gd name="connsiteY250" fmla="*/ 216219 h 477539"/>
                <a:gd name="connsiteX251" fmla="*/ 2447200 w 2915191"/>
                <a:gd name="connsiteY251" fmla="*/ 209408 h 477539"/>
                <a:gd name="connsiteX252" fmla="*/ 2456944 w 2915191"/>
                <a:gd name="connsiteY252" fmla="*/ 236386 h 477539"/>
                <a:gd name="connsiteX253" fmla="*/ 2466703 w 2915191"/>
                <a:gd name="connsiteY253" fmla="*/ 268694 h 477539"/>
                <a:gd name="connsiteX254" fmla="*/ 2476446 w 2915191"/>
                <a:gd name="connsiteY254" fmla="*/ 297509 h 477539"/>
                <a:gd name="connsiteX255" fmla="*/ 2486190 w 2915191"/>
                <a:gd name="connsiteY255" fmla="*/ 325830 h 477539"/>
                <a:gd name="connsiteX256" fmla="*/ 2495949 w 2915191"/>
                <a:gd name="connsiteY256" fmla="*/ 351325 h 477539"/>
                <a:gd name="connsiteX257" fmla="*/ 2505693 w 2915191"/>
                <a:gd name="connsiteY257" fmla="*/ 319854 h 477539"/>
                <a:gd name="connsiteX258" fmla="*/ 2515452 w 2915191"/>
                <a:gd name="connsiteY258" fmla="*/ 311487 h 477539"/>
                <a:gd name="connsiteX259" fmla="*/ 2525196 w 2915191"/>
                <a:gd name="connsiteY259" fmla="*/ 294480 h 477539"/>
                <a:gd name="connsiteX260" fmla="*/ 2534940 w 2915191"/>
                <a:gd name="connsiteY260" fmla="*/ 304739 h 477539"/>
                <a:gd name="connsiteX261" fmla="*/ 2544699 w 2915191"/>
                <a:gd name="connsiteY261" fmla="*/ 304616 h 477539"/>
                <a:gd name="connsiteX262" fmla="*/ 2554443 w 2915191"/>
                <a:gd name="connsiteY262" fmla="*/ 292597 h 477539"/>
                <a:gd name="connsiteX263" fmla="*/ 2564202 w 2915191"/>
                <a:gd name="connsiteY263" fmla="*/ 303945 h 477539"/>
                <a:gd name="connsiteX264" fmla="*/ 2573946 w 2915191"/>
                <a:gd name="connsiteY264" fmla="*/ 333375 h 477539"/>
                <a:gd name="connsiteX265" fmla="*/ 2583690 w 2915191"/>
                <a:gd name="connsiteY265" fmla="*/ 329972 h 477539"/>
                <a:gd name="connsiteX266" fmla="*/ 2593448 w 2915191"/>
                <a:gd name="connsiteY266" fmla="*/ 309032 h 477539"/>
                <a:gd name="connsiteX267" fmla="*/ 2603192 w 2915191"/>
                <a:gd name="connsiteY267" fmla="*/ 292695 h 477539"/>
                <a:gd name="connsiteX268" fmla="*/ 2612951 w 2915191"/>
                <a:gd name="connsiteY268" fmla="*/ 319726 h 477539"/>
                <a:gd name="connsiteX269" fmla="*/ 2622695 w 2915191"/>
                <a:gd name="connsiteY269" fmla="*/ 334147 h 477539"/>
                <a:gd name="connsiteX270" fmla="*/ 2632439 w 2915191"/>
                <a:gd name="connsiteY270" fmla="*/ 327244 h 477539"/>
                <a:gd name="connsiteX271" fmla="*/ 2642198 w 2915191"/>
                <a:gd name="connsiteY271" fmla="*/ 310554 h 477539"/>
                <a:gd name="connsiteX272" fmla="*/ 2651942 w 2915191"/>
                <a:gd name="connsiteY272" fmla="*/ 326204 h 477539"/>
                <a:gd name="connsiteX273" fmla="*/ 2661685 w 2915191"/>
                <a:gd name="connsiteY273" fmla="*/ 334789 h 477539"/>
                <a:gd name="connsiteX274" fmla="*/ 2671444 w 2915191"/>
                <a:gd name="connsiteY274" fmla="*/ 300456 h 477539"/>
                <a:gd name="connsiteX275" fmla="*/ 2681188 w 2915191"/>
                <a:gd name="connsiteY275" fmla="*/ 300875 h 477539"/>
                <a:gd name="connsiteX276" fmla="*/ 2690947 w 2915191"/>
                <a:gd name="connsiteY276" fmla="*/ 322432 h 477539"/>
                <a:gd name="connsiteX277" fmla="*/ 2700691 w 2915191"/>
                <a:gd name="connsiteY277" fmla="*/ 307561 h 477539"/>
                <a:gd name="connsiteX278" fmla="*/ 2710435 w 2915191"/>
                <a:gd name="connsiteY278" fmla="*/ 311065 h 477539"/>
                <a:gd name="connsiteX279" fmla="*/ 2720194 w 2915191"/>
                <a:gd name="connsiteY279" fmla="*/ 330696 h 477539"/>
                <a:gd name="connsiteX280" fmla="*/ 2729938 w 2915191"/>
                <a:gd name="connsiteY280" fmla="*/ 342921 h 477539"/>
                <a:gd name="connsiteX281" fmla="*/ 2739697 w 2915191"/>
                <a:gd name="connsiteY281" fmla="*/ 323239 h 477539"/>
                <a:gd name="connsiteX282" fmla="*/ 2749441 w 2915191"/>
                <a:gd name="connsiteY282" fmla="*/ 330653 h 477539"/>
                <a:gd name="connsiteX283" fmla="*/ 2759185 w 2915191"/>
                <a:gd name="connsiteY283" fmla="*/ 328546 h 477539"/>
                <a:gd name="connsiteX284" fmla="*/ 2768943 w 2915191"/>
                <a:gd name="connsiteY284" fmla="*/ 371500 h 477539"/>
                <a:gd name="connsiteX285" fmla="*/ 2778687 w 2915191"/>
                <a:gd name="connsiteY285" fmla="*/ 382211 h 477539"/>
                <a:gd name="connsiteX286" fmla="*/ 2788446 w 2915191"/>
                <a:gd name="connsiteY286" fmla="*/ 418426 h 477539"/>
                <a:gd name="connsiteX287" fmla="*/ 2798190 w 2915191"/>
                <a:gd name="connsiteY287" fmla="*/ 441394 h 477539"/>
                <a:gd name="connsiteX288" fmla="*/ 2807934 w 2915191"/>
                <a:gd name="connsiteY288" fmla="*/ 453714 h 477539"/>
                <a:gd name="connsiteX289" fmla="*/ 2817693 w 2915191"/>
                <a:gd name="connsiteY289" fmla="*/ 467494 h 477539"/>
                <a:gd name="connsiteX290" fmla="*/ 2827437 w 2915191"/>
                <a:gd name="connsiteY290" fmla="*/ 477539 h 477539"/>
                <a:gd name="connsiteX291" fmla="*/ 2837196 w 2915191"/>
                <a:gd name="connsiteY291" fmla="*/ 409476 h 477539"/>
                <a:gd name="connsiteX292" fmla="*/ 2846940 w 2915191"/>
                <a:gd name="connsiteY292" fmla="*/ 405714 h 477539"/>
                <a:gd name="connsiteX293" fmla="*/ 2856684 w 2915191"/>
                <a:gd name="connsiteY293" fmla="*/ 442279 h 477539"/>
                <a:gd name="connsiteX294" fmla="*/ 2866442 w 2915191"/>
                <a:gd name="connsiteY294" fmla="*/ 456064 h 477539"/>
                <a:gd name="connsiteX295" fmla="*/ 2876186 w 2915191"/>
                <a:gd name="connsiteY295" fmla="*/ 437169 h 477539"/>
                <a:gd name="connsiteX296" fmla="*/ 2885945 w 2915191"/>
                <a:gd name="connsiteY296" fmla="*/ 417255 h 477539"/>
                <a:gd name="connsiteX297" fmla="*/ 2895689 w 2915191"/>
                <a:gd name="connsiteY297" fmla="*/ 433371 h 477539"/>
                <a:gd name="connsiteX298" fmla="*/ 2905433 w 2915191"/>
                <a:gd name="connsiteY298" fmla="*/ 432792 h 477539"/>
                <a:gd name="connsiteX299" fmla="*/ 2915192 w 2915191"/>
                <a:gd name="connsiteY299" fmla="*/ 441712 h 477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77539">
                  <a:moveTo>
                    <a:pt x="0" y="118466"/>
                  </a:moveTo>
                  <a:lnTo>
                    <a:pt x="9750" y="128580"/>
                  </a:lnTo>
                  <a:lnTo>
                    <a:pt x="19500" y="124928"/>
                  </a:lnTo>
                  <a:lnTo>
                    <a:pt x="29250" y="121214"/>
                  </a:lnTo>
                  <a:lnTo>
                    <a:pt x="39000" y="145529"/>
                  </a:lnTo>
                  <a:lnTo>
                    <a:pt x="48749" y="154541"/>
                  </a:lnTo>
                  <a:lnTo>
                    <a:pt x="58499" y="142842"/>
                  </a:lnTo>
                  <a:lnTo>
                    <a:pt x="68249" y="136183"/>
                  </a:lnTo>
                  <a:lnTo>
                    <a:pt x="77998" y="149017"/>
                  </a:lnTo>
                  <a:lnTo>
                    <a:pt x="87748" y="123195"/>
                  </a:lnTo>
                  <a:lnTo>
                    <a:pt x="97497" y="71995"/>
                  </a:lnTo>
                  <a:lnTo>
                    <a:pt x="107247" y="67104"/>
                  </a:lnTo>
                  <a:lnTo>
                    <a:pt x="116997" y="67449"/>
                  </a:lnTo>
                  <a:lnTo>
                    <a:pt x="126747" y="48669"/>
                  </a:lnTo>
                  <a:lnTo>
                    <a:pt x="136497" y="49947"/>
                  </a:lnTo>
                  <a:lnTo>
                    <a:pt x="146247" y="65512"/>
                  </a:lnTo>
                  <a:lnTo>
                    <a:pt x="155997" y="81512"/>
                  </a:lnTo>
                  <a:lnTo>
                    <a:pt x="165747" y="79610"/>
                  </a:lnTo>
                  <a:lnTo>
                    <a:pt x="175497" y="76599"/>
                  </a:lnTo>
                  <a:lnTo>
                    <a:pt x="185247" y="72701"/>
                  </a:lnTo>
                  <a:lnTo>
                    <a:pt x="194996" y="69501"/>
                  </a:lnTo>
                  <a:lnTo>
                    <a:pt x="204746" y="86833"/>
                  </a:lnTo>
                  <a:lnTo>
                    <a:pt x="214495" y="94331"/>
                  </a:lnTo>
                  <a:lnTo>
                    <a:pt x="224245" y="94577"/>
                  </a:lnTo>
                  <a:lnTo>
                    <a:pt x="233995" y="121890"/>
                  </a:lnTo>
                  <a:lnTo>
                    <a:pt x="243744" y="161514"/>
                  </a:lnTo>
                  <a:lnTo>
                    <a:pt x="253494" y="150331"/>
                  </a:lnTo>
                  <a:lnTo>
                    <a:pt x="263244" y="156445"/>
                  </a:lnTo>
                  <a:lnTo>
                    <a:pt x="272994" y="175379"/>
                  </a:lnTo>
                  <a:lnTo>
                    <a:pt x="282744" y="205625"/>
                  </a:lnTo>
                  <a:lnTo>
                    <a:pt x="292494" y="218000"/>
                  </a:lnTo>
                  <a:lnTo>
                    <a:pt x="302244" y="216087"/>
                  </a:lnTo>
                  <a:lnTo>
                    <a:pt x="311994" y="207184"/>
                  </a:lnTo>
                  <a:lnTo>
                    <a:pt x="321744" y="196017"/>
                  </a:lnTo>
                  <a:lnTo>
                    <a:pt x="331493" y="187444"/>
                  </a:lnTo>
                  <a:lnTo>
                    <a:pt x="341243" y="159316"/>
                  </a:lnTo>
                  <a:lnTo>
                    <a:pt x="350993" y="183275"/>
                  </a:lnTo>
                  <a:lnTo>
                    <a:pt x="360742" y="207035"/>
                  </a:lnTo>
                  <a:lnTo>
                    <a:pt x="370492" y="218459"/>
                  </a:lnTo>
                  <a:lnTo>
                    <a:pt x="380241" y="264671"/>
                  </a:lnTo>
                  <a:lnTo>
                    <a:pt x="389991" y="246039"/>
                  </a:lnTo>
                  <a:lnTo>
                    <a:pt x="399741" y="261559"/>
                  </a:lnTo>
                  <a:lnTo>
                    <a:pt x="409491" y="274290"/>
                  </a:lnTo>
                  <a:lnTo>
                    <a:pt x="419241" y="253758"/>
                  </a:lnTo>
                  <a:lnTo>
                    <a:pt x="428991" y="197970"/>
                  </a:lnTo>
                  <a:lnTo>
                    <a:pt x="438741" y="178783"/>
                  </a:lnTo>
                  <a:lnTo>
                    <a:pt x="448491" y="187155"/>
                  </a:lnTo>
                  <a:lnTo>
                    <a:pt x="458241" y="197026"/>
                  </a:lnTo>
                  <a:lnTo>
                    <a:pt x="467991" y="195105"/>
                  </a:lnTo>
                  <a:lnTo>
                    <a:pt x="477740" y="204737"/>
                  </a:lnTo>
                  <a:lnTo>
                    <a:pt x="487490" y="193104"/>
                  </a:lnTo>
                  <a:lnTo>
                    <a:pt x="497239" y="198177"/>
                  </a:lnTo>
                  <a:lnTo>
                    <a:pt x="506989" y="213023"/>
                  </a:lnTo>
                  <a:lnTo>
                    <a:pt x="516738" y="230383"/>
                  </a:lnTo>
                  <a:lnTo>
                    <a:pt x="526488" y="207205"/>
                  </a:lnTo>
                  <a:lnTo>
                    <a:pt x="536238" y="200630"/>
                  </a:lnTo>
                  <a:lnTo>
                    <a:pt x="545988" y="191532"/>
                  </a:lnTo>
                  <a:lnTo>
                    <a:pt x="555738" y="193657"/>
                  </a:lnTo>
                  <a:lnTo>
                    <a:pt x="565488" y="191754"/>
                  </a:lnTo>
                  <a:lnTo>
                    <a:pt x="575238" y="179969"/>
                  </a:lnTo>
                  <a:lnTo>
                    <a:pt x="584988" y="169060"/>
                  </a:lnTo>
                  <a:lnTo>
                    <a:pt x="594738" y="164862"/>
                  </a:lnTo>
                  <a:lnTo>
                    <a:pt x="604488" y="166828"/>
                  </a:lnTo>
                  <a:lnTo>
                    <a:pt x="614237" y="197227"/>
                  </a:lnTo>
                  <a:lnTo>
                    <a:pt x="623987" y="194079"/>
                  </a:lnTo>
                  <a:lnTo>
                    <a:pt x="633736" y="189104"/>
                  </a:lnTo>
                  <a:lnTo>
                    <a:pt x="643486" y="188417"/>
                  </a:lnTo>
                  <a:lnTo>
                    <a:pt x="653236" y="212893"/>
                  </a:lnTo>
                  <a:lnTo>
                    <a:pt x="662985" y="245303"/>
                  </a:lnTo>
                  <a:lnTo>
                    <a:pt x="672735" y="257437"/>
                  </a:lnTo>
                  <a:lnTo>
                    <a:pt x="682485" y="239355"/>
                  </a:lnTo>
                  <a:lnTo>
                    <a:pt x="692235" y="249081"/>
                  </a:lnTo>
                  <a:lnTo>
                    <a:pt x="701985" y="196813"/>
                  </a:lnTo>
                  <a:lnTo>
                    <a:pt x="711735" y="200722"/>
                  </a:lnTo>
                  <a:lnTo>
                    <a:pt x="721485" y="160084"/>
                  </a:lnTo>
                  <a:lnTo>
                    <a:pt x="731235" y="152950"/>
                  </a:lnTo>
                  <a:lnTo>
                    <a:pt x="740985" y="154252"/>
                  </a:lnTo>
                  <a:lnTo>
                    <a:pt x="750734" y="164890"/>
                  </a:lnTo>
                  <a:lnTo>
                    <a:pt x="760484" y="182577"/>
                  </a:lnTo>
                  <a:lnTo>
                    <a:pt x="770233" y="155018"/>
                  </a:lnTo>
                  <a:lnTo>
                    <a:pt x="779983" y="145045"/>
                  </a:lnTo>
                  <a:lnTo>
                    <a:pt x="789733" y="127625"/>
                  </a:lnTo>
                  <a:lnTo>
                    <a:pt x="799482" y="88022"/>
                  </a:lnTo>
                  <a:lnTo>
                    <a:pt x="809232" y="57880"/>
                  </a:lnTo>
                  <a:lnTo>
                    <a:pt x="818982" y="44232"/>
                  </a:lnTo>
                  <a:lnTo>
                    <a:pt x="828732" y="42860"/>
                  </a:lnTo>
                  <a:lnTo>
                    <a:pt x="838482" y="66363"/>
                  </a:lnTo>
                  <a:lnTo>
                    <a:pt x="848232" y="80206"/>
                  </a:lnTo>
                  <a:lnTo>
                    <a:pt x="857982" y="80219"/>
                  </a:lnTo>
                  <a:lnTo>
                    <a:pt x="867732" y="38030"/>
                  </a:lnTo>
                  <a:lnTo>
                    <a:pt x="877482" y="0"/>
                  </a:lnTo>
                  <a:lnTo>
                    <a:pt x="887231" y="26392"/>
                  </a:lnTo>
                  <a:lnTo>
                    <a:pt x="896981" y="29220"/>
                  </a:lnTo>
                  <a:lnTo>
                    <a:pt x="906730" y="39068"/>
                  </a:lnTo>
                  <a:lnTo>
                    <a:pt x="916480" y="39599"/>
                  </a:lnTo>
                  <a:lnTo>
                    <a:pt x="926230" y="74984"/>
                  </a:lnTo>
                  <a:lnTo>
                    <a:pt x="935979" y="86311"/>
                  </a:lnTo>
                  <a:lnTo>
                    <a:pt x="945729" y="99868"/>
                  </a:lnTo>
                  <a:lnTo>
                    <a:pt x="955479" y="94254"/>
                  </a:lnTo>
                  <a:lnTo>
                    <a:pt x="965229" y="96520"/>
                  </a:lnTo>
                  <a:lnTo>
                    <a:pt x="974979" y="105050"/>
                  </a:lnTo>
                  <a:lnTo>
                    <a:pt x="984729" y="99902"/>
                  </a:lnTo>
                  <a:lnTo>
                    <a:pt x="994474" y="136321"/>
                  </a:lnTo>
                  <a:lnTo>
                    <a:pt x="1004233" y="130607"/>
                  </a:lnTo>
                  <a:lnTo>
                    <a:pt x="1013977" y="137321"/>
                  </a:lnTo>
                  <a:lnTo>
                    <a:pt x="1023721" y="137178"/>
                  </a:lnTo>
                  <a:lnTo>
                    <a:pt x="1033480" y="134883"/>
                  </a:lnTo>
                  <a:lnTo>
                    <a:pt x="1043224" y="133498"/>
                  </a:lnTo>
                  <a:lnTo>
                    <a:pt x="1052983" y="127725"/>
                  </a:lnTo>
                  <a:lnTo>
                    <a:pt x="1062727" y="124697"/>
                  </a:lnTo>
                  <a:lnTo>
                    <a:pt x="1072471" y="122148"/>
                  </a:lnTo>
                  <a:lnTo>
                    <a:pt x="1082230" y="134104"/>
                  </a:lnTo>
                  <a:lnTo>
                    <a:pt x="1091973" y="137001"/>
                  </a:lnTo>
                  <a:lnTo>
                    <a:pt x="1101732" y="122887"/>
                  </a:lnTo>
                  <a:lnTo>
                    <a:pt x="1111476" y="156991"/>
                  </a:lnTo>
                  <a:lnTo>
                    <a:pt x="1121220" y="137827"/>
                  </a:lnTo>
                  <a:lnTo>
                    <a:pt x="1130979" y="137252"/>
                  </a:lnTo>
                  <a:lnTo>
                    <a:pt x="1140723" y="137354"/>
                  </a:lnTo>
                  <a:lnTo>
                    <a:pt x="1150482" y="149030"/>
                  </a:lnTo>
                  <a:lnTo>
                    <a:pt x="1160226" y="151569"/>
                  </a:lnTo>
                  <a:lnTo>
                    <a:pt x="1169969" y="164623"/>
                  </a:lnTo>
                  <a:lnTo>
                    <a:pt x="1179728" y="138575"/>
                  </a:lnTo>
                  <a:lnTo>
                    <a:pt x="1189472" y="125688"/>
                  </a:lnTo>
                  <a:lnTo>
                    <a:pt x="1199231" y="129655"/>
                  </a:lnTo>
                  <a:lnTo>
                    <a:pt x="1208975" y="114871"/>
                  </a:lnTo>
                  <a:lnTo>
                    <a:pt x="1218719" y="119593"/>
                  </a:lnTo>
                  <a:lnTo>
                    <a:pt x="1228478" y="133172"/>
                  </a:lnTo>
                  <a:lnTo>
                    <a:pt x="1238222" y="155976"/>
                  </a:lnTo>
                  <a:lnTo>
                    <a:pt x="1247966" y="131549"/>
                  </a:lnTo>
                  <a:lnTo>
                    <a:pt x="1257725" y="132479"/>
                  </a:lnTo>
                  <a:lnTo>
                    <a:pt x="1267469" y="116707"/>
                  </a:lnTo>
                  <a:lnTo>
                    <a:pt x="1277227" y="130399"/>
                  </a:lnTo>
                  <a:lnTo>
                    <a:pt x="1286971" y="131375"/>
                  </a:lnTo>
                  <a:lnTo>
                    <a:pt x="1296715" y="143197"/>
                  </a:lnTo>
                  <a:lnTo>
                    <a:pt x="1306474" y="78077"/>
                  </a:lnTo>
                  <a:lnTo>
                    <a:pt x="1316218" y="76170"/>
                  </a:lnTo>
                  <a:lnTo>
                    <a:pt x="1325977" y="77324"/>
                  </a:lnTo>
                  <a:lnTo>
                    <a:pt x="1335721" y="85613"/>
                  </a:lnTo>
                  <a:lnTo>
                    <a:pt x="1345465" y="94647"/>
                  </a:lnTo>
                  <a:lnTo>
                    <a:pt x="1355224" y="114032"/>
                  </a:lnTo>
                  <a:lnTo>
                    <a:pt x="1364967" y="133213"/>
                  </a:lnTo>
                  <a:lnTo>
                    <a:pt x="1374726" y="120087"/>
                  </a:lnTo>
                  <a:lnTo>
                    <a:pt x="1384470" y="100079"/>
                  </a:lnTo>
                  <a:lnTo>
                    <a:pt x="1394214" y="113040"/>
                  </a:lnTo>
                  <a:lnTo>
                    <a:pt x="1403973" y="137533"/>
                  </a:lnTo>
                  <a:lnTo>
                    <a:pt x="1413717" y="154513"/>
                  </a:lnTo>
                  <a:lnTo>
                    <a:pt x="1423476" y="155629"/>
                  </a:lnTo>
                  <a:lnTo>
                    <a:pt x="1433220" y="157505"/>
                  </a:lnTo>
                  <a:lnTo>
                    <a:pt x="1442964" y="138644"/>
                  </a:lnTo>
                  <a:lnTo>
                    <a:pt x="1452722" y="104829"/>
                  </a:lnTo>
                  <a:lnTo>
                    <a:pt x="1462466" y="91307"/>
                  </a:lnTo>
                  <a:lnTo>
                    <a:pt x="1472225" y="114229"/>
                  </a:lnTo>
                  <a:lnTo>
                    <a:pt x="1481969" y="99031"/>
                  </a:lnTo>
                  <a:lnTo>
                    <a:pt x="1491713" y="99576"/>
                  </a:lnTo>
                  <a:lnTo>
                    <a:pt x="1501472" y="100589"/>
                  </a:lnTo>
                  <a:lnTo>
                    <a:pt x="1511216" y="110701"/>
                  </a:lnTo>
                  <a:lnTo>
                    <a:pt x="1520960" y="123915"/>
                  </a:lnTo>
                  <a:lnTo>
                    <a:pt x="1530719" y="133252"/>
                  </a:lnTo>
                  <a:lnTo>
                    <a:pt x="1540463" y="145061"/>
                  </a:lnTo>
                  <a:lnTo>
                    <a:pt x="1550221" y="103414"/>
                  </a:lnTo>
                  <a:lnTo>
                    <a:pt x="1559965" y="100973"/>
                  </a:lnTo>
                  <a:lnTo>
                    <a:pt x="1569709" y="93665"/>
                  </a:lnTo>
                  <a:lnTo>
                    <a:pt x="1579468" y="111348"/>
                  </a:lnTo>
                  <a:lnTo>
                    <a:pt x="1589212" y="71469"/>
                  </a:lnTo>
                  <a:lnTo>
                    <a:pt x="1598971" y="79786"/>
                  </a:lnTo>
                  <a:lnTo>
                    <a:pt x="1608715" y="56877"/>
                  </a:lnTo>
                  <a:lnTo>
                    <a:pt x="1618459" y="42090"/>
                  </a:lnTo>
                  <a:lnTo>
                    <a:pt x="1628218" y="73529"/>
                  </a:lnTo>
                  <a:lnTo>
                    <a:pt x="1637962" y="61089"/>
                  </a:lnTo>
                  <a:lnTo>
                    <a:pt x="1647720" y="105713"/>
                  </a:lnTo>
                  <a:lnTo>
                    <a:pt x="1657464" y="83449"/>
                  </a:lnTo>
                  <a:lnTo>
                    <a:pt x="1667208" y="62708"/>
                  </a:lnTo>
                  <a:lnTo>
                    <a:pt x="1676967" y="75104"/>
                  </a:lnTo>
                  <a:lnTo>
                    <a:pt x="1686711" y="75466"/>
                  </a:lnTo>
                  <a:lnTo>
                    <a:pt x="1696470" y="85370"/>
                  </a:lnTo>
                  <a:lnTo>
                    <a:pt x="1706214" y="119585"/>
                  </a:lnTo>
                  <a:lnTo>
                    <a:pt x="1715958" y="76359"/>
                  </a:lnTo>
                  <a:lnTo>
                    <a:pt x="1725716" y="77178"/>
                  </a:lnTo>
                  <a:lnTo>
                    <a:pt x="1735460" y="70475"/>
                  </a:lnTo>
                  <a:lnTo>
                    <a:pt x="1745219" y="88750"/>
                  </a:lnTo>
                  <a:lnTo>
                    <a:pt x="1754963" y="105999"/>
                  </a:lnTo>
                  <a:lnTo>
                    <a:pt x="1764707" y="131308"/>
                  </a:lnTo>
                  <a:lnTo>
                    <a:pt x="1774466" y="116011"/>
                  </a:lnTo>
                  <a:lnTo>
                    <a:pt x="1784210" y="132535"/>
                  </a:lnTo>
                  <a:lnTo>
                    <a:pt x="1793969" y="148883"/>
                  </a:lnTo>
                  <a:lnTo>
                    <a:pt x="1803713" y="144534"/>
                  </a:lnTo>
                  <a:lnTo>
                    <a:pt x="1813457" y="166578"/>
                  </a:lnTo>
                  <a:lnTo>
                    <a:pt x="1823215" y="201366"/>
                  </a:lnTo>
                  <a:lnTo>
                    <a:pt x="1832959" y="201376"/>
                  </a:lnTo>
                  <a:lnTo>
                    <a:pt x="1842703" y="177399"/>
                  </a:lnTo>
                  <a:lnTo>
                    <a:pt x="1852462" y="183001"/>
                  </a:lnTo>
                  <a:lnTo>
                    <a:pt x="1862206" y="177188"/>
                  </a:lnTo>
                  <a:lnTo>
                    <a:pt x="1871965" y="187717"/>
                  </a:lnTo>
                  <a:lnTo>
                    <a:pt x="1881709" y="187775"/>
                  </a:lnTo>
                  <a:lnTo>
                    <a:pt x="1891453" y="158415"/>
                  </a:lnTo>
                  <a:lnTo>
                    <a:pt x="1901212" y="171864"/>
                  </a:lnTo>
                  <a:lnTo>
                    <a:pt x="1910956" y="149936"/>
                  </a:lnTo>
                  <a:lnTo>
                    <a:pt x="1920714" y="157003"/>
                  </a:lnTo>
                  <a:lnTo>
                    <a:pt x="1930458" y="169255"/>
                  </a:lnTo>
                  <a:lnTo>
                    <a:pt x="1940202" y="184405"/>
                  </a:lnTo>
                  <a:lnTo>
                    <a:pt x="1949961" y="185559"/>
                  </a:lnTo>
                  <a:lnTo>
                    <a:pt x="1959705" y="177764"/>
                  </a:lnTo>
                  <a:lnTo>
                    <a:pt x="1969464" y="162757"/>
                  </a:lnTo>
                  <a:lnTo>
                    <a:pt x="1979208" y="148763"/>
                  </a:lnTo>
                  <a:lnTo>
                    <a:pt x="1988952" y="113317"/>
                  </a:lnTo>
                  <a:lnTo>
                    <a:pt x="1998711" y="125898"/>
                  </a:lnTo>
                  <a:lnTo>
                    <a:pt x="2008454" y="128256"/>
                  </a:lnTo>
                  <a:lnTo>
                    <a:pt x="2018213" y="108123"/>
                  </a:lnTo>
                  <a:lnTo>
                    <a:pt x="2027957" y="99576"/>
                  </a:lnTo>
                  <a:lnTo>
                    <a:pt x="2037701" y="131043"/>
                  </a:lnTo>
                  <a:lnTo>
                    <a:pt x="2047460" y="126790"/>
                  </a:lnTo>
                  <a:lnTo>
                    <a:pt x="2057204" y="112143"/>
                  </a:lnTo>
                  <a:lnTo>
                    <a:pt x="2066963" y="112711"/>
                  </a:lnTo>
                  <a:lnTo>
                    <a:pt x="2076707" y="139255"/>
                  </a:lnTo>
                  <a:lnTo>
                    <a:pt x="2086451" y="164556"/>
                  </a:lnTo>
                  <a:lnTo>
                    <a:pt x="2096210" y="163515"/>
                  </a:lnTo>
                  <a:lnTo>
                    <a:pt x="2105954" y="162164"/>
                  </a:lnTo>
                  <a:lnTo>
                    <a:pt x="2115697" y="190504"/>
                  </a:lnTo>
                  <a:lnTo>
                    <a:pt x="2125456" y="165210"/>
                  </a:lnTo>
                  <a:lnTo>
                    <a:pt x="2135200" y="156375"/>
                  </a:lnTo>
                  <a:lnTo>
                    <a:pt x="2144959" y="175599"/>
                  </a:lnTo>
                  <a:lnTo>
                    <a:pt x="2154703" y="185351"/>
                  </a:lnTo>
                  <a:lnTo>
                    <a:pt x="2164447" y="186826"/>
                  </a:lnTo>
                  <a:lnTo>
                    <a:pt x="2174206" y="201801"/>
                  </a:lnTo>
                  <a:lnTo>
                    <a:pt x="2183950" y="235318"/>
                  </a:lnTo>
                  <a:lnTo>
                    <a:pt x="2193709" y="211032"/>
                  </a:lnTo>
                  <a:lnTo>
                    <a:pt x="2203452" y="201026"/>
                  </a:lnTo>
                  <a:lnTo>
                    <a:pt x="2213196" y="211513"/>
                  </a:lnTo>
                  <a:lnTo>
                    <a:pt x="2222955" y="194576"/>
                  </a:lnTo>
                  <a:lnTo>
                    <a:pt x="2232699" y="204457"/>
                  </a:lnTo>
                  <a:lnTo>
                    <a:pt x="2242458" y="224093"/>
                  </a:lnTo>
                  <a:lnTo>
                    <a:pt x="2252202" y="238279"/>
                  </a:lnTo>
                  <a:lnTo>
                    <a:pt x="2261946" y="266625"/>
                  </a:lnTo>
                  <a:lnTo>
                    <a:pt x="2271705" y="248374"/>
                  </a:lnTo>
                  <a:lnTo>
                    <a:pt x="2281449" y="220159"/>
                  </a:lnTo>
                  <a:lnTo>
                    <a:pt x="2291208" y="202811"/>
                  </a:lnTo>
                  <a:lnTo>
                    <a:pt x="2300951" y="224674"/>
                  </a:lnTo>
                  <a:lnTo>
                    <a:pt x="2310695" y="255060"/>
                  </a:lnTo>
                  <a:lnTo>
                    <a:pt x="2320454" y="246556"/>
                  </a:lnTo>
                  <a:lnTo>
                    <a:pt x="2330198" y="244901"/>
                  </a:lnTo>
                  <a:lnTo>
                    <a:pt x="2339957" y="267779"/>
                  </a:lnTo>
                  <a:lnTo>
                    <a:pt x="2349701" y="264661"/>
                  </a:lnTo>
                  <a:lnTo>
                    <a:pt x="2359445" y="306956"/>
                  </a:lnTo>
                  <a:lnTo>
                    <a:pt x="2369204" y="301779"/>
                  </a:lnTo>
                  <a:lnTo>
                    <a:pt x="2378948" y="287637"/>
                  </a:lnTo>
                  <a:lnTo>
                    <a:pt x="2388692" y="299438"/>
                  </a:lnTo>
                  <a:lnTo>
                    <a:pt x="2398450" y="285085"/>
                  </a:lnTo>
                  <a:lnTo>
                    <a:pt x="2408194" y="261087"/>
                  </a:lnTo>
                  <a:lnTo>
                    <a:pt x="2417953" y="239464"/>
                  </a:lnTo>
                  <a:lnTo>
                    <a:pt x="2427697" y="241751"/>
                  </a:lnTo>
                  <a:lnTo>
                    <a:pt x="2437441" y="216219"/>
                  </a:lnTo>
                  <a:lnTo>
                    <a:pt x="2447200" y="209408"/>
                  </a:lnTo>
                  <a:lnTo>
                    <a:pt x="2456944" y="236386"/>
                  </a:lnTo>
                  <a:lnTo>
                    <a:pt x="2466703" y="268694"/>
                  </a:lnTo>
                  <a:lnTo>
                    <a:pt x="2476446" y="297509"/>
                  </a:lnTo>
                  <a:lnTo>
                    <a:pt x="2486190" y="325830"/>
                  </a:lnTo>
                  <a:lnTo>
                    <a:pt x="2495949" y="351325"/>
                  </a:lnTo>
                  <a:lnTo>
                    <a:pt x="2505693" y="319854"/>
                  </a:lnTo>
                  <a:lnTo>
                    <a:pt x="2515452" y="311487"/>
                  </a:lnTo>
                  <a:lnTo>
                    <a:pt x="2525196" y="294480"/>
                  </a:lnTo>
                  <a:lnTo>
                    <a:pt x="2534940" y="304739"/>
                  </a:lnTo>
                  <a:lnTo>
                    <a:pt x="2544699" y="304616"/>
                  </a:lnTo>
                  <a:lnTo>
                    <a:pt x="2554443" y="292597"/>
                  </a:lnTo>
                  <a:lnTo>
                    <a:pt x="2564202" y="303945"/>
                  </a:lnTo>
                  <a:lnTo>
                    <a:pt x="2573946" y="333375"/>
                  </a:lnTo>
                  <a:lnTo>
                    <a:pt x="2583690" y="329972"/>
                  </a:lnTo>
                  <a:lnTo>
                    <a:pt x="2593448" y="309032"/>
                  </a:lnTo>
                  <a:lnTo>
                    <a:pt x="2603192" y="292695"/>
                  </a:lnTo>
                  <a:lnTo>
                    <a:pt x="2612951" y="319726"/>
                  </a:lnTo>
                  <a:lnTo>
                    <a:pt x="2622695" y="334147"/>
                  </a:lnTo>
                  <a:lnTo>
                    <a:pt x="2632439" y="327244"/>
                  </a:lnTo>
                  <a:lnTo>
                    <a:pt x="2642198" y="310554"/>
                  </a:lnTo>
                  <a:lnTo>
                    <a:pt x="2651942" y="326204"/>
                  </a:lnTo>
                  <a:lnTo>
                    <a:pt x="2661685" y="334789"/>
                  </a:lnTo>
                  <a:lnTo>
                    <a:pt x="2671444" y="300456"/>
                  </a:lnTo>
                  <a:lnTo>
                    <a:pt x="2681188" y="300875"/>
                  </a:lnTo>
                  <a:lnTo>
                    <a:pt x="2690947" y="322432"/>
                  </a:lnTo>
                  <a:lnTo>
                    <a:pt x="2700691" y="307561"/>
                  </a:lnTo>
                  <a:lnTo>
                    <a:pt x="2710435" y="311065"/>
                  </a:lnTo>
                  <a:lnTo>
                    <a:pt x="2720194" y="330696"/>
                  </a:lnTo>
                  <a:lnTo>
                    <a:pt x="2729938" y="342921"/>
                  </a:lnTo>
                  <a:lnTo>
                    <a:pt x="2739697" y="323239"/>
                  </a:lnTo>
                  <a:lnTo>
                    <a:pt x="2749441" y="330653"/>
                  </a:lnTo>
                  <a:lnTo>
                    <a:pt x="2759185" y="328546"/>
                  </a:lnTo>
                  <a:lnTo>
                    <a:pt x="2768943" y="371500"/>
                  </a:lnTo>
                  <a:lnTo>
                    <a:pt x="2778687" y="382211"/>
                  </a:lnTo>
                  <a:lnTo>
                    <a:pt x="2788446" y="418426"/>
                  </a:lnTo>
                  <a:lnTo>
                    <a:pt x="2798190" y="441394"/>
                  </a:lnTo>
                  <a:lnTo>
                    <a:pt x="2807934" y="453714"/>
                  </a:lnTo>
                  <a:lnTo>
                    <a:pt x="2817693" y="467494"/>
                  </a:lnTo>
                  <a:lnTo>
                    <a:pt x="2827437" y="477539"/>
                  </a:lnTo>
                  <a:lnTo>
                    <a:pt x="2837196" y="409476"/>
                  </a:lnTo>
                  <a:lnTo>
                    <a:pt x="2846940" y="405714"/>
                  </a:lnTo>
                  <a:lnTo>
                    <a:pt x="2856684" y="442279"/>
                  </a:lnTo>
                  <a:lnTo>
                    <a:pt x="2866442" y="456064"/>
                  </a:lnTo>
                  <a:lnTo>
                    <a:pt x="2876186" y="437169"/>
                  </a:lnTo>
                  <a:lnTo>
                    <a:pt x="2885945" y="417255"/>
                  </a:lnTo>
                  <a:lnTo>
                    <a:pt x="2895689" y="433371"/>
                  </a:lnTo>
                  <a:lnTo>
                    <a:pt x="2905433" y="432792"/>
                  </a:lnTo>
                  <a:lnTo>
                    <a:pt x="2915192" y="44171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6" name="Freeform 965">
              <a:extLst>
                <a:ext uri="{FF2B5EF4-FFF2-40B4-BE49-F238E27FC236}">
                  <a16:creationId xmlns:a16="http://schemas.microsoft.com/office/drawing/2014/main" id="{78CB2030-D0AD-6D33-29BA-7F2FD5F18ECD}"/>
                </a:ext>
              </a:extLst>
            </p:cNvPr>
            <p:cNvSpPr/>
            <p:nvPr/>
          </p:nvSpPr>
          <p:spPr>
            <a:xfrm>
              <a:off x="4426652" y="3167046"/>
              <a:ext cx="2915191" cy="313291"/>
            </a:xfrm>
            <a:custGeom>
              <a:avLst/>
              <a:gdLst>
                <a:gd name="connsiteX0" fmla="*/ 0 w 2915191"/>
                <a:gd name="connsiteY0" fmla="*/ 181251 h 313291"/>
                <a:gd name="connsiteX1" fmla="*/ 9750 w 2915191"/>
                <a:gd name="connsiteY1" fmla="*/ 172194 h 313291"/>
                <a:gd name="connsiteX2" fmla="*/ 19500 w 2915191"/>
                <a:gd name="connsiteY2" fmla="*/ 185142 h 313291"/>
                <a:gd name="connsiteX3" fmla="*/ 29250 w 2915191"/>
                <a:gd name="connsiteY3" fmla="*/ 150215 h 313291"/>
                <a:gd name="connsiteX4" fmla="*/ 39000 w 2915191"/>
                <a:gd name="connsiteY4" fmla="*/ 143039 h 313291"/>
                <a:gd name="connsiteX5" fmla="*/ 48749 w 2915191"/>
                <a:gd name="connsiteY5" fmla="*/ 158235 h 313291"/>
                <a:gd name="connsiteX6" fmla="*/ 58499 w 2915191"/>
                <a:gd name="connsiteY6" fmla="*/ 151554 h 313291"/>
                <a:gd name="connsiteX7" fmla="*/ 68249 w 2915191"/>
                <a:gd name="connsiteY7" fmla="*/ 152835 h 313291"/>
                <a:gd name="connsiteX8" fmla="*/ 77998 w 2915191"/>
                <a:gd name="connsiteY8" fmla="*/ 144075 h 313291"/>
                <a:gd name="connsiteX9" fmla="*/ 87748 w 2915191"/>
                <a:gd name="connsiteY9" fmla="*/ 132075 h 313291"/>
                <a:gd name="connsiteX10" fmla="*/ 97497 w 2915191"/>
                <a:gd name="connsiteY10" fmla="*/ 131498 h 313291"/>
                <a:gd name="connsiteX11" fmla="*/ 107247 w 2915191"/>
                <a:gd name="connsiteY11" fmla="*/ 116324 h 313291"/>
                <a:gd name="connsiteX12" fmla="*/ 116997 w 2915191"/>
                <a:gd name="connsiteY12" fmla="*/ 122172 h 313291"/>
                <a:gd name="connsiteX13" fmla="*/ 126747 w 2915191"/>
                <a:gd name="connsiteY13" fmla="*/ 85739 h 313291"/>
                <a:gd name="connsiteX14" fmla="*/ 136497 w 2915191"/>
                <a:gd name="connsiteY14" fmla="*/ 82838 h 313291"/>
                <a:gd name="connsiteX15" fmla="*/ 146247 w 2915191"/>
                <a:gd name="connsiteY15" fmla="*/ 76019 h 313291"/>
                <a:gd name="connsiteX16" fmla="*/ 155997 w 2915191"/>
                <a:gd name="connsiteY16" fmla="*/ 62556 h 313291"/>
                <a:gd name="connsiteX17" fmla="*/ 165747 w 2915191"/>
                <a:gd name="connsiteY17" fmla="*/ 61059 h 313291"/>
                <a:gd name="connsiteX18" fmla="*/ 175497 w 2915191"/>
                <a:gd name="connsiteY18" fmla="*/ 53583 h 313291"/>
                <a:gd name="connsiteX19" fmla="*/ 185247 w 2915191"/>
                <a:gd name="connsiteY19" fmla="*/ 34193 h 313291"/>
                <a:gd name="connsiteX20" fmla="*/ 194996 w 2915191"/>
                <a:gd name="connsiteY20" fmla="*/ 27766 h 313291"/>
                <a:gd name="connsiteX21" fmla="*/ 204746 w 2915191"/>
                <a:gd name="connsiteY21" fmla="*/ 51945 h 313291"/>
                <a:gd name="connsiteX22" fmla="*/ 214495 w 2915191"/>
                <a:gd name="connsiteY22" fmla="*/ 91368 h 313291"/>
                <a:gd name="connsiteX23" fmla="*/ 224245 w 2915191"/>
                <a:gd name="connsiteY23" fmla="*/ 98190 h 313291"/>
                <a:gd name="connsiteX24" fmla="*/ 233995 w 2915191"/>
                <a:gd name="connsiteY24" fmla="*/ 108135 h 313291"/>
                <a:gd name="connsiteX25" fmla="*/ 243744 w 2915191"/>
                <a:gd name="connsiteY25" fmla="*/ 122479 h 313291"/>
                <a:gd name="connsiteX26" fmla="*/ 253494 w 2915191"/>
                <a:gd name="connsiteY26" fmla="*/ 126607 h 313291"/>
                <a:gd name="connsiteX27" fmla="*/ 263244 w 2915191"/>
                <a:gd name="connsiteY27" fmla="*/ 92861 h 313291"/>
                <a:gd name="connsiteX28" fmla="*/ 272994 w 2915191"/>
                <a:gd name="connsiteY28" fmla="*/ 66147 h 313291"/>
                <a:gd name="connsiteX29" fmla="*/ 282744 w 2915191"/>
                <a:gd name="connsiteY29" fmla="*/ 43261 h 313291"/>
                <a:gd name="connsiteX30" fmla="*/ 292494 w 2915191"/>
                <a:gd name="connsiteY30" fmla="*/ 70591 h 313291"/>
                <a:gd name="connsiteX31" fmla="*/ 302244 w 2915191"/>
                <a:gd name="connsiteY31" fmla="*/ 92368 h 313291"/>
                <a:gd name="connsiteX32" fmla="*/ 311994 w 2915191"/>
                <a:gd name="connsiteY32" fmla="*/ 84815 h 313291"/>
                <a:gd name="connsiteX33" fmla="*/ 321744 w 2915191"/>
                <a:gd name="connsiteY33" fmla="*/ 92973 h 313291"/>
                <a:gd name="connsiteX34" fmla="*/ 331493 w 2915191"/>
                <a:gd name="connsiteY34" fmla="*/ 112526 h 313291"/>
                <a:gd name="connsiteX35" fmla="*/ 341243 w 2915191"/>
                <a:gd name="connsiteY35" fmla="*/ 100701 h 313291"/>
                <a:gd name="connsiteX36" fmla="*/ 350993 w 2915191"/>
                <a:gd name="connsiteY36" fmla="*/ 76247 h 313291"/>
                <a:gd name="connsiteX37" fmla="*/ 360742 w 2915191"/>
                <a:gd name="connsiteY37" fmla="*/ 93677 h 313291"/>
                <a:gd name="connsiteX38" fmla="*/ 370492 w 2915191"/>
                <a:gd name="connsiteY38" fmla="*/ 90867 h 313291"/>
                <a:gd name="connsiteX39" fmla="*/ 380241 w 2915191"/>
                <a:gd name="connsiteY39" fmla="*/ 126324 h 313291"/>
                <a:gd name="connsiteX40" fmla="*/ 389991 w 2915191"/>
                <a:gd name="connsiteY40" fmla="*/ 106909 h 313291"/>
                <a:gd name="connsiteX41" fmla="*/ 399741 w 2915191"/>
                <a:gd name="connsiteY41" fmla="*/ 113545 h 313291"/>
                <a:gd name="connsiteX42" fmla="*/ 409491 w 2915191"/>
                <a:gd name="connsiteY42" fmla="*/ 104658 h 313291"/>
                <a:gd name="connsiteX43" fmla="*/ 419241 w 2915191"/>
                <a:gd name="connsiteY43" fmla="*/ 98180 h 313291"/>
                <a:gd name="connsiteX44" fmla="*/ 428991 w 2915191"/>
                <a:gd name="connsiteY44" fmla="*/ 93522 h 313291"/>
                <a:gd name="connsiteX45" fmla="*/ 438741 w 2915191"/>
                <a:gd name="connsiteY45" fmla="*/ 117432 h 313291"/>
                <a:gd name="connsiteX46" fmla="*/ 448491 w 2915191"/>
                <a:gd name="connsiteY46" fmla="*/ 136391 h 313291"/>
                <a:gd name="connsiteX47" fmla="*/ 458241 w 2915191"/>
                <a:gd name="connsiteY47" fmla="*/ 147709 h 313291"/>
                <a:gd name="connsiteX48" fmla="*/ 467991 w 2915191"/>
                <a:gd name="connsiteY48" fmla="*/ 158907 h 313291"/>
                <a:gd name="connsiteX49" fmla="*/ 477740 w 2915191"/>
                <a:gd name="connsiteY49" fmla="*/ 144890 h 313291"/>
                <a:gd name="connsiteX50" fmla="*/ 487490 w 2915191"/>
                <a:gd name="connsiteY50" fmla="*/ 125826 h 313291"/>
                <a:gd name="connsiteX51" fmla="*/ 497239 w 2915191"/>
                <a:gd name="connsiteY51" fmla="*/ 135739 h 313291"/>
                <a:gd name="connsiteX52" fmla="*/ 506989 w 2915191"/>
                <a:gd name="connsiteY52" fmla="*/ 114500 h 313291"/>
                <a:gd name="connsiteX53" fmla="*/ 516738 w 2915191"/>
                <a:gd name="connsiteY53" fmla="*/ 140031 h 313291"/>
                <a:gd name="connsiteX54" fmla="*/ 526488 w 2915191"/>
                <a:gd name="connsiteY54" fmla="*/ 124357 h 313291"/>
                <a:gd name="connsiteX55" fmla="*/ 536238 w 2915191"/>
                <a:gd name="connsiteY55" fmla="*/ 123255 h 313291"/>
                <a:gd name="connsiteX56" fmla="*/ 545988 w 2915191"/>
                <a:gd name="connsiteY56" fmla="*/ 91408 h 313291"/>
                <a:gd name="connsiteX57" fmla="*/ 555738 w 2915191"/>
                <a:gd name="connsiteY57" fmla="*/ 116416 h 313291"/>
                <a:gd name="connsiteX58" fmla="*/ 565488 w 2915191"/>
                <a:gd name="connsiteY58" fmla="*/ 121898 h 313291"/>
                <a:gd name="connsiteX59" fmla="*/ 575238 w 2915191"/>
                <a:gd name="connsiteY59" fmla="*/ 147750 h 313291"/>
                <a:gd name="connsiteX60" fmla="*/ 584988 w 2915191"/>
                <a:gd name="connsiteY60" fmla="*/ 134419 h 313291"/>
                <a:gd name="connsiteX61" fmla="*/ 594738 w 2915191"/>
                <a:gd name="connsiteY61" fmla="*/ 136074 h 313291"/>
                <a:gd name="connsiteX62" fmla="*/ 604488 w 2915191"/>
                <a:gd name="connsiteY62" fmla="*/ 160888 h 313291"/>
                <a:gd name="connsiteX63" fmla="*/ 614237 w 2915191"/>
                <a:gd name="connsiteY63" fmla="*/ 170359 h 313291"/>
                <a:gd name="connsiteX64" fmla="*/ 623987 w 2915191"/>
                <a:gd name="connsiteY64" fmla="*/ 201883 h 313291"/>
                <a:gd name="connsiteX65" fmla="*/ 633736 w 2915191"/>
                <a:gd name="connsiteY65" fmla="*/ 177386 h 313291"/>
                <a:gd name="connsiteX66" fmla="*/ 643486 w 2915191"/>
                <a:gd name="connsiteY66" fmla="*/ 185050 h 313291"/>
                <a:gd name="connsiteX67" fmla="*/ 653236 w 2915191"/>
                <a:gd name="connsiteY67" fmla="*/ 179656 h 313291"/>
                <a:gd name="connsiteX68" fmla="*/ 662985 w 2915191"/>
                <a:gd name="connsiteY68" fmla="*/ 157618 h 313291"/>
                <a:gd name="connsiteX69" fmla="*/ 672735 w 2915191"/>
                <a:gd name="connsiteY69" fmla="*/ 120125 h 313291"/>
                <a:gd name="connsiteX70" fmla="*/ 682485 w 2915191"/>
                <a:gd name="connsiteY70" fmla="*/ 114068 h 313291"/>
                <a:gd name="connsiteX71" fmla="*/ 692235 w 2915191"/>
                <a:gd name="connsiteY71" fmla="*/ 132293 h 313291"/>
                <a:gd name="connsiteX72" fmla="*/ 701985 w 2915191"/>
                <a:gd name="connsiteY72" fmla="*/ 124316 h 313291"/>
                <a:gd name="connsiteX73" fmla="*/ 711735 w 2915191"/>
                <a:gd name="connsiteY73" fmla="*/ 165181 h 313291"/>
                <a:gd name="connsiteX74" fmla="*/ 721485 w 2915191"/>
                <a:gd name="connsiteY74" fmla="*/ 177393 h 313291"/>
                <a:gd name="connsiteX75" fmla="*/ 731235 w 2915191"/>
                <a:gd name="connsiteY75" fmla="*/ 211610 h 313291"/>
                <a:gd name="connsiteX76" fmla="*/ 740985 w 2915191"/>
                <a:gd name="connsiteY76" fmla="*/ 227271 h 313291"/>
                <a:gd name="connsiteX77" fmla="*/ 750734 w 2915191"/>
                <a:gd name="connsiteY77" fmla="*/ 214875 h 313291"/>
                <a:gd name="connsiteX78" fmla="*/ 760484 w 2915191"/>
                <a:gd name="connsiteY78" fmla="*/ 234145 h 313291"/>
                <a:gd name="connsiteX79" fmla="*/ 770233 w 2915191"/>
                <a:gd name="connsiteY79" fmla="*/ 233078 h 313291"/>
                <a:gd name="connsiteX80" fmla="*/ 779983 w 2915191"/>
                <a:gd name="connsiteY80" fmla="*/ 238604 h 313291"/>
                <a:gd name="connsiteX81" fmla="*/ 789733 w 2915191"/>
                <a:gd name="connsiteY81" fmla="*/ 228547 h 313291"/>
                <a:gd name="connsiteX82" fmla="*/ 799482 w 2915191"/>
                <a:gd name="connsiteY82" fmla="*/ 216926 h 313291"/>
                <a:gd name="connsiteX83" fmla="*/ 809232 w 2915191"/>
                <a:gd name="connsiteY83" fmla="*/ 235989 h 313291"/>
                <a:gd name="connsiteX84" fmla="*/ 818982 w 2915191"/>
                <a:gd name="connsiteY84" fmla="*/ 249576 h 313291"/>
                <a:gd name="connsiteX85" fmla="*/ 828732 w 2915191"/>
                <a:gd name="connsiteY85" fmla="*/ 249162 h 313291"/>
                <a:gd name="connsiteX86" fmla="*/ 838482 w 2915191"/>
                <a:gd name="connsiteY86" fmla="*/ 233361 h 313291"/>
                <a:gd name="connsiteX87" fmla="*/ 848232 w 2915191"/>
                <a:gd name="connsiteY87" fmla="*/ 236258 h 313291"/>
                <a:gd name="connsiteX88" fmla="*/ 857982 w 2915191"/>
                <a:gd name="connsiteY88" fmla="*/ 262186 h 313291"/>
                <a:gd name="connsiteX89" fmla="*/ 867732 w 2915191"/>
                <a:gd name="connsiteY89" fmla="*/ 215873 h 313291"/>
                <a:gd name="connsiteX90" fmla="*/ 877482 w 2915191"/>
                <a:gd name="connsiteY90" fmla="*/ 244656 h 313291"/>
                <a:gd name="connsiteX91" fmla="*/ 887231 w 2915191"/>
                <a:gd name="connsiteY91" fmla="*/ 216871 h 313291"/>
                <a:gd name="connsiteX92" fmla="*/ 896981 w 2915191"/>
                <a:gd name="connsiteY92" fmla="*/ 232640 h 313291"/>
                <a:gd name="connsiteX93" fmla="*/ 906730 w 2915191"/>
                <a:gd name="connsiteY93" fmla="*/ 230197 h 313291"/>
                <a:gd name="connsiteX94" fmla="*/ 916480 w 2915191"/>
                <a:gd name="connsiteY94" fmla="*/ 217711 h 313291"/>
                <a:gd name="connsiteX95" fmla="*/ 926230 w 2915191"/>
                <a:gd name="connsiteY95" fmla="*/ 234199 h 313291"/>
                <a:gd name="connsiteX96" fmla="*/ 935979 w 2915191"/>
                <a:gd name="connsiteY96" fmla="*/ 250722 h 313291"/>
                <a:gd name="connsiteX97" fmla="*/ 945729 w 2915191"/>
                <a:gd name="connsiteY97" fmla="*/ 221967 h 313291"/>
                <a:gd name="connsiteX98" fmla="*/ 955479 w 2915191"/>
                <a:gd name="connsiteY98" fmla="*/ 226041 h 313291"/>
                <a:gd name="connsiteX99" fmla="*/ 965229 w 2915191"/>
                <a:gd name="connsiteY99" fmla="*/ 202391 h 313291"/>
                <a:gd name="connsiteX100" fmla="*/ 974979 w 2915191"/>
                <a:gd name="connsiteY100" fmla="*/ 187335 h 313291"/>
                <a:gd name="connsiteX101" fmla="*/ 984729 w 2915191"/>
                <a:gd name="connsiteY101" fmla="*/ 181114 h 313291"/>
                <a:gd name="connsiteX102" fmla="*/ 994474 w 2915191"/>
                <a:gd name="connsiteY102" fmla="*/ 173898 h 313291"/>
                <a:gd name="connsiteX103" fmla="*/ 1004233 w 2915191"/>
                <a:gd name="connsiteY103" fmla="*/ 150928 h 313291"/>
                <a:gd name="connsiteX104" fmla="*/ 1013977 w 2915191"/>
                <a:gd name="connsiteY104" fmla="*/ 128292 h 313291"/>
                <a:gd name="connsiteX105" fmla="*/ 1023721 w 2915191"/>
                <a:gd name="connsiteY105" fmla="*/ 106972 h 313291"/>
                <a:gd name="connsiteX106" fmla="*/ 1033480 w 2915191"/>
                <a:gd name="connsiteY106" fmla="*/ 127142 h 313291"/>
                <a:gd name="connsiteX107" fmla="*/ 1043224 w 2915191"/>
                <a:gd name="connsiteY107" fmla="*/ 92521 h 313291"/>
                <a:gd name="connsiteX108" fmla="*/ 1052983 w 2915191"/>
                <a:gd name="connsiteY108" fmla="*/ 84985 h 313291"/>
                <a:gd name="connsiteX109" fmla="*/ 1062727 w 2915191"/>
                <a:gd name="connsiteY109" fmla="*/ 72868 h 313291"/>
                <a:gd name="connsiteX110" fmla="*/ 1072471 w 2915191"/>
                <a:gd name="connsiteY110" fmla="*/ 79412 h 313291"/>
                <a:gd name="connsiteX111" fmla="*/ 1082230 w 2915191"/>
                <a:gd name="connsiteY111" fmla="*/ 71481 h 313291"/>
                <a:gd name="connsiteX112" fmla="*/ 1091973 w 2915191"/>
                <a:gd name="connsiteY112" fmla="*/ 45724 h 313291"/>
                <a:gd name="connsiteX113" fmla="*/ 1101732 w 2915191"/>
                <a:gd name="connsiteY113" fmla="*/ 49338 h 313291"/>
                <a:gd name="connsiteX114" fmla="*/ 1111476 w 2915191"/>
                <a:gd name="connsiteY114" fmla="*/ 81675 h 313291"/>
                <a:gd name="connsiteX115" fmla="*/ 1121220 w 2915191"/>
                <a:gd name="connsiteY115" fmla="*/ 90824 h 313291"/>
                <a:gd name="connsiteX116" fmla="*/ 1130979 w 2915191"/>
                <a:gd name="connsiteY116" fmla="*/ 105164 h 313291"/>
                <a:gd name="connsiteX117" fmla="*/ 1140723 w 2915191"/>
                <a:gd name="connsiteY117" fmla="*/ 121448 h 313291"/>
                <a:gd name="connsiteX118" fmla="*/ 1150482 w 2915191"/>
                <a:gd name="connsiteY118" fmla="*/ 144192 h 313291"/>
                <a:gd name="connsiteX119" fmla="*/ 1160226 w 2915191"/>
                <a:gd name="connsiteY119" fmla="*/ 140295 h 313291"/>
                <a:gd name="connsiteX120" fmla="*/ 1169969 w 2915191"/>
                <a:gd name="connsiteY120" fmla="*/ 122940 h 313291"/>
                <a:gd name="connsiteX121" fmla="*/ 1179728 w 2915191"/>
                <a:gd name="connsiteY121" fmla="*/ 106970 h 313291"/>
                <a:gd name="connsiteX122" fmla="*/ 1189472 w 2915191"/>
                <a:gd name="connsiteY122" fmla="*/ 84815 h 313291"/>
                <a:gd name="connsiteX123" fmla="*/ 1199231 w 2915191"/>
                <a:gd name="connsiteY123" fmla="*/ 73252 h 313291"/>
                <a:gd name="connsiteX124" fmla="*/ 1208975 w 2915191"/>
                <a:gd name="connsiteY124" fmla="*/ 58821 h 313291"/>
                <a:gd name="connsiteX125" fmla="*/ 1218719 w 2915191"/>
                <a:gd name="connsiteY125" fmla="*/ 18437 h 313291"/>
                <a:gd name="connsiteX126" fmla="*/ 1228478 w 2915191"/>
                <a:gd name="connsiteY126" fmla="*/ 0 h 313291"/>
                <a:gd name="connsiteX127" fmla="*/ 1238222 w 2915191"/>
                <a:gd name="connsiteY127" fmla="*/ 21919 h 313291"/>
                <a:gd name="connsiteX128" fmla="*/ 1247966 w 2915191"/>
                <a:gd name="connsiteY128" fmla="*/ 59229 h 313291"/>
                <a:gd name="connsiteX129" fmla="*/ 1257725 w 2915191"/>
                <a:gd name="connsiteY129" fmla="*/ 91837 h 313291"/>
                <a:gd name="connsiteX130" fmla="*/ 1267469 w 2915191"/>
                <a:gd name="connsiteY130" fmla="*/ 102587 h 313291"/>
                <a:gd name="connsiteX131" fmla="*/ 1277227 w 2915191"/>
                <a:gd name="connsiteY131" fmla="*/ 118474 h 313291"/>
                <a:gd name="connsiteX132" fmla="*/ 1286971 w 2915191"/>
                <a:gd name="connsiteY132" fmla="*/ 91390 h 313291"/>
                <a:gd name="connsiteX133" fmla="*/ 1296715 w 2915191"/>
                <a:gd name="connsiteY133" fmla="*/ 98776 h 313291"/>
                <a:gd name="connsiteX134" fmla="*/ 1306474 w 2915191"/>
                <a:gd name="connsiteY134" fmla="*/ 105830 h 313291"/>
                <a:gd name="connsiteX135" fmla="*/ 1316218 w 2915191"/>
                <a:gd name="connsiteY135" fmla="*/ 98654 h 313291"/>
                <a:gd name="connsiteX136" fmla="*/ 1325977 w 2915191"/>
                <a:gd name="connsiteY136" fmla="*/ 137527 h 313291"/>
                <a:gd name="connsiteX137" fmla="*/ 1335721 w 2915191"/>
                <a:gd name="connsiteY137" fmla="*/ 149063 h 313291"/>
                <a:gd name="connsiteX138" fmla="*/ 1345465 w 2915191"/>
                <a:gd name="connsiteY138" fmla="*/ 177430 h 313291"/>
                <a:gd name="connsiteX139" fmla="*/ 1355224 w 2915191"/>
                <a:gd name="connsiteY139" fmla="*/ 178129 h 313291"/>
                <a:gd name="connsiteX140" fmla="*/ 1364967 w 2915191"/>
                <a:gd name="connsiteY140" fmla="*/ 205499 h 313291"/>
                <a:gd name="connsiteX141" fmla="*/ 1374726 w 2915191"/>
                <a:gd name="connsiteY141" fmla="*/ 214700 h 313291"/>
                <a:gd name="connsiteX142" fmla="*/ 1384470 w 2915191"/>
                <a:gd name="connsiteY142" fmla="*/ 173914 h 313291"/>
                <a:gd name="connsiteX143" fmla="*/ 1394214 w 2915191"/>
                <a:gd name="connsiteY143" fmla="*/ 157679 h 313291"/>
                <a:gd name="connsiteX144" fmla="*/ 1403973 w 2915191"/>
                <a:gd name="connsiteY144" fmla="*/ 130858 h 313291"/>
                <a:gd name="connsiteX145" fmla="*/ 1413717 w 2915191"/>
                <a:gd name="connsiteY145" fmla="*/ 138568 h 313291"/>
                <a:gd name="connsiteX146" fmla="*/ 1423476 w 2915191"/>
                <a:gd name="connsiteY146" fmla="*/ 132769 h 313291"/>
                <a:gd name="connsiteX147" fmla="*/ 1433220 w 2915191"/>
                <a:gd name="connsiteY147" fmla="*/ 130683 h 313291"/>
                <a:gd name="connsiteX148" fmla="*/ 1442964 w 2915191"/>
                <a:gd name="connsiteY148" fmla="*/ 114542 h 313291"/>
                <a:gd name="connsiteX149" fmla="*/ 1452722 w 2915191"/>
                <a:gd name="connsiteY149" fmla="*/ 90446 h 313291"/>
                <a:gd name="connsiteX150" fmla="*/ 1462466 w 2915191"/>
                <a:gd name="connsiteY150" fmla="*/ 69584 h 313291"/>
                <a:gd name="connsiteX151" fmla="*/ 1472225 w 2915191"/>
                <a:gd name="connsiteY151" fmla="*/ 102645 h 313291"/>
                <a:gd name="connsiteX152" fmla="*/ 1481969 w 2915191"/>
                <a:gd name="connsiteY152" fmla="*/ 133666 h 313291"/>
                <a:gd name="connsiteX153" fmla="*/ 1491713 w 2915191"/>
                <a:gd name="connsiteY153" fmla="*/ 170626 h 313291"/>
                <a:gd name="connsiteX154" fmla="*/ 1501472 w 2915191"/>
                <a:gd name="connsiteY154" fmla="*/ 135824 h 313291"/>
                <a:gd name="connsiteX155" fmla="*/ 1511216 w 2915191"/>
                <a:gd name="connsiteY155" fmla="*/ 129602 h 313291"/>
                <a:gd name="connsiteX156" fmla="*/ 1520960 w 2915191"/>
                <a:gd name="connsiteY156" fmla="*/ 108800 h 313291"/>
                <a:gd name="connsiteX157" fmla="*/ 1530719 w 2915191"/>
                <a:gd name="connsiteY157" fmla="*/ 110348 h 313291"/>
                <a:gd name="connsiteX158" fmla="*/ 1540463 w 2915191"/>
                <a:gd name="connsiteY158" fmla="*/ 125606 h 313291"/>
                <a:gd name="connsiteX159" fmla="*/ 1550221 w 2915191"/>
                <a:gd name="connsiteY159" fmla="*/ 112766 h 313291"/>
                <a:gd name="connsiteX160" fmla="*/ 1559965 w 2915191"/>
                <a:gd name="connsiteY160" fmla="*/ 77597 h 313291"/>
                <a:gd name="connsiteX161" fmla="*/ 1569709 w 2915191"/>
                <a:gd name="connsiteY161" fmla="*/ 49478 h 313291"/>
                <a:gd name="connsiteX162" fmla="*/ 1579468 w 2915191"/>
                <a:gd name="connsiteY162" fmla="*/ 63559 h 313291"/>
                <a:gd name="connsiteX163" fmla="*/ 1589212 w 2915191"/>
                <a:gd name="connsiteY163" fmla="*/ 78325 h 313291"/>
                <a:gd name="connsiteX164" fmla="*/ 1598971 w 2915191"/>
                <a:gd name="connsiteY164" fmla="*/ 73546 h 313291"/>
                <a:gd name="connsiteX165" fmla="*/ 1608715 w 2915191"/>
                <a:gd name="connsiteY165" fmla="*/ 100882 h 313291"/>
                <a:gd name="connsiteX166" fmla="*/ 1618459 w 2915191"/>
                <a:gd name="connsiteY166" fmla="*/ 93169 h 313291"/>
                <a:gd name="connsiteX167" fmla="*/ 1628218 w 2915191"/>
                <a:gd name="connsiteY167" fmla="*/ 79160 h 313291"/>
                <a:gd name="connsiteX168" fmla="*/ 1637962 w 2915191"/>
                <a:gd name="connsiteY168" fmla="*/ 54040 h 313291"/>
                <a:gd name="connsiteX169" fmla="*/ 1647720 w 2915191"/>
                <a:gd name="connsiteY169" fmla="*/ 56059 h 313291"/>
                <a:gd name="connsiteX170" fmla="*/ 1657464 w 2915191"/>
                <a:gd name="connsiteY170" fmla="*/ 57334 h 313291"/>
                <a:gd name="connsiteX171" fmla="*/ 1667208 w 2915191"/>
                <a:gd name="connsiteY171" fmla="*/ 46156 h 313291"/>
                <a:gd name="connsiteX172" fmla="*/ 1676967 w 2915191"/>
                <a:gd name="connsiteY172" fmla="*/ 104248 h 313291"/>
                <a:gd name="connsiteX173" fmla="*/ 1686711 w 2915191"/>
                <a:gd name="connsiteY173" fmla="*/ 112142 h 313291"/>
                <a:gd name="connsiteX174" fmla="*/ 1696470 w 2915191"/>
                <a:gd name="connsiteY174" fmla="*/ 132005 h 313291"/>
                <a:gd name="connsiteX175" fmla="*/ 1706214 w 2915191"/>
                <a:gd name="connsiteY175" fmla="*/ 139469 h 313291"/>
                <a:gd name="connsiteX176" fmla="*/ 1715958 w 2915191"/>
                <a:gd name="connsiteY176" fmla="*/ 134661 h 313291"/>
                <a:gd name="connsiteX177" fmla="*/ 1725716 w 2915191"/>
                <a:gd name="connsiteY177" fmla="*/ 155069 h 313291"/>
                <a:gd name="connsiteX178" fmla="*/ 1735460 w 2915191"/>
                <a:gd name="connsiteY178" fmla="*/ 167135 h 313291"/>
                <a:gd name="connsiteX179" fmla="*/ 1745219 w 2915191"/>
                <a:gd name="connsiteY179" fmla="*/ 150198 h 313291"/>
                <a:gd name="connsiteX180" fmla="*/ 1754963 w 2915191"/>
                <a:gd name="connsiteY180" fmla="*/ 175087 h 313291"/>
                <a:gd name="connsiteX181" fmla="*/ 1764707 w 2915191"/>
                <a:gd name="connsiteY181" fmla="*/ 196315 h 313291"/>
                <a:gd name="connsiteX182" fmla="*/ 1774466 w 2915191"/>
                <a:gd name="connsiteY182" fmla="*/ 204496 h 313291"/>
                <a:gd name="connsiteX183" fmla="*/ 1784210 w 2915191"/>
                <a:gd name="connsiteY183" fmla="*/ 182973 h 313291"/>
                <a:gd name="connsiteX184" fmla="*/ 1793969 w 2915191"/>
                <a:gd name="connsiteY184" fmla="*/ 214957 h 313291"/>
                <a:gd name="connsiteX185" fmla="*/ 1803713 w 2915191"/>
                <a:gd name="connsiteY185" fmla="*/ 220319 h 313291"/>
                <a:gd name="connsiteX186" fmla="*/ 1813457 w 2915191"/>
                <a:gd name="connsiteY186" fmla="*/ 203496 h 313291"/>
                <a:gd name="connsiteX187" fmla="*/ 1823215 w 2915191"/>
                <a:gd name="connsiteY187" fmla="*/ 222275 h 313291"/>
                <a:gd name="connsiteX188" fmla="*/ 1832959 w 2915191"/>
                <a:gd name="connsiteY188" fmla="*/ 206053 h 313291"/>
                <a:gd name="connsiteX189" fmla="*/ 1842703 w 2915191"/>
                <a:gd name="connsiteY189" fmla="*/ 213067 h 313291"/>
                <a:gd name="connsiteX190" fmla="*/ 1852462 w 2915191"/>
                <a:gd name="connsiteY190" fmla="*/ 256598 h 313291"/>
                <a:gd name="connsiteX191" fmla="*/ 1862206 w 2915191"/>
                <a:gd name="connsiteY191" fmla="*/ 240332 h 313291"/>
                <a:gd name="connsiteX192" fmla="*/ 1871965 w 2915191"/>
                <a:gd name="connsiteY192" fmla="*/ 212014 h 313291"/>
                <a:gd name="connsiteX193" fmla="*/ 1881709 w 2915191"/>
                <a:gd name="connsiteY193" fmla="*/ 209294 h 313291"/>
                <a:gd name="connsiteX194" fmla="*/ 1891453 w 2915191"/>
                <a:gd name="connsiteY194" fmla="*/ 229249 h 313291"/>
                <a:gd name="connsiteX195" fmla="*/ 1901212 w 2915191"/>
                <a:gd name="connsiteY195" fmla="*/ 249032 h 313291"/>
                <a:gd name="connsiteX196" fmla="*/ 1910956 w 2915191"/>
                <a:gd name="connsiteY196" fmla="*/ 248090 h 313291"/>
                <a:gd name="connsiteX197" fmla="*/ 1920714 w 2915191"/>
                <a:gd name="connsiteY197" fmla="*/ 239007 h 313291"/>
                <a:gd name="connsiteX198" fmla="*/ 1930458 w 2915191"/>
                <a:gd name="connsiteY198" fmla="*/ 238945 h 313291"/>
                <a:gd name="connsiteX199" fmla="*/ 1940202 w 2915191"/>
                <a:gd name="connsiteY199" fmla="*/ 178061 h 313291"/>
                <a:gd name="connsiteX200" fmla="*/ 1949961 w 2915191"/>
                <a:gd name="connsiteY200" fmla="*/ 194153 h 313291"/>
                <a:gd name="connsiteX201" fmla="*/ 1959705 w 2915191"/>
                <a:gd name="connsiteY201" fmla="*/ 224568 h 313291"/>
                <a:gd name="connsiteX202" fmla="*/ 1969464 w 2915191"/>
                <a:gd name="connsiteY202" fmla="*/ 244168 h 313291"/>
                <a:gd name="connsiteX203" fmla="*/ 1979208 w 2915191"/>
                <a:gd name="connsiteY203" fmla="*/ 225210 h 313291"/>
                <a:gd name="connsiteX204" fmla="*/ 1988952 w 2915191"/>
                <a:gd name="connsiteY204" fmla="*/ 238460 h 313291"/>
                <a:gd name="connsiteX205" fmla="*/ 1998711 w 2915191"/>
                <a:gd name="connsiteY205" fmla="*/ 208987 h 313291"/>
                <a:gd name="connsiteX206" fmla="*/ 2008454 w 2915191"/>
                <a:gd name="connsiteY206" fmla="*/ 232034 h 313291"/>
                <a:gd name="connsiteX207" fmla="*/ 2018213 w 2915191"/>
                <a:gd name="connsiteY207" fmla="*/ 211256 h 313291"/>
                <a:gd name="connsiteX208" fmla="*/ 2027957 w 2915191"/>
                <a:gd name="connsiteY208" fmla="*/ 223036 h 313291"/>
                <a:gd name="connsiteX209" fmla="*/ 2037701 w 2915191"/>
                <a:gd name="connsiteY209" fmla="*/ 219461 h 313291"/>
                <a:gd name="connsiteX210" fmla="*/ 2047460 w 2915191"/>
                <a:gd name="connsiteY210" fmla="*/ 243837 h 313291"/>
                <a:gd name="connsiteX211" fmla="*/ 2057204 w 2915191"/>
                <a:gd name="connsiteY211" fmla="*/ 269748 h 313291"/>
                <a:gd name="connsiteX212" fmla="*/ 2066963 w 2915191"/>
                <a:gd name="connsiteY212" fmla="*/ 251185 h 313291"/>
                <a:gd name="connsiteX213" fmla="*/ 2076707 w 2915191"/>
                <a:gd name="connsiteY213" fmla="*/ 268679 h 313291"/>
                <a:gd name="connsiteX214" fmla="*/ 2086451 w 2915191"/>
                <a:gd name="connsiteY214" fmla="*/ 231776 h 313291"/>
                <a:gd name="connsiteX215" fmla="*/ 2096210 w 2915191"/>
                <a:gd name="connsiteY215" fmla="*/ 221481 h 313291"/>
                <a:gd name="connsiteX216" fmla="*/ 2105954 w 2915191"/>
                <a:gd name="connsiteY216" fmla="*/ 234026 h 313291"/>
                <a:gd name="connsiteX217" fmla="*/ 2115697 w 2915191"/>
                <a:gd name="connsiteY217" fmla="*/ 271392 h 313291"/>
                <a:gd name="connsiteX218" fmla="*/ 2125456 w 2915191"/>
                <a:gd name="connsiteY218" fmla="*/ 300653 h 313291"/>
                <a:gd name="connsiteX219" fmla="*/ 2135200 w 2915191"/>
                <a:gd name="connsiteY219" fmla="*/ 293564 h 313291"/>
                <a:gd name="connsiteX220" fmla="*/ 2144959 w 2915191"/>
                <a:gd name="connsiteY220" fmla="*/ 276169 h 313291"/>
                <a:gd name="connsiteX221" fmla="*/ 2154703 w 2915191"/>
                <a:gd name="connsiteY221" fmla="*/ 306609 h 313291"/>
                <a:gd name="connsiteX222" fmla="*/ 2164447 w 2915191"/>
                <a:gd name="connsiteY222" fmla="*/ 254501 h 313291"/>
                <a:gd name="connsiteX223" fmla="*/ 2174206 w 2915191"/>
                <a:gd name="connsiteY223" fmla="*/ 288425 h 313291"/>
                <a:gd name="connsiteX224" fmla="*/ 2183950 w 2915191"/>
                <a:gd name="connsiteY224" fmla="*/ 265571 h 313291"/>
                <a:gd name="connsiteX225" fmla="*/ 2193709 w 2915191"/>
                <a:gd name="connsiteY225" fmla="*/ 265428 h 313291"/>
                <a:gd name="connsiteX226" fmla="*/ 2203452 w 2915191"/>
                <a:gd name="connsiteY226" fmla="*/ 257651 h 313291"/>
                <a:gd name="connsiteX227" fmla="*/ 2213196 w 2915191"/>
                <a:gd name="connsiteY227" fmla="*/ 268313 h 313291"/>
                <a:gd name="connsiteX228" fmla="*/ 2222955 w 2915191"/>
                <a:gd name="connsiteY228" fmla="*/ 279162 h 313291"/>
                <a:gd name="connsiteX229" fmla="*/ 2232699 w 2915191"/>
                <a:gd name="connsiteY229" fmla="*/ 281050 h 313291"/>
                <a:gd name="connsiteX230" fmla="*/ 2242458 w 2915191"/>
                <a:gd name="connsiteY230" fmla="*/ 256812 h 313291"/>
                <a:gd name="connsiteX231" fmla="*/ 2252202 w 2915191"/>
                <a:gd name="connsiteY231" fmla="*/ 235182 h 313291"/>
                <a:gd name="connsiteX232" fmla="*/ 2261946 w 2915191"/>
                <a:gd name="connsiteY232" fmla="*/ 243883 h 313291"/>
                <a:gd name="connsiteX233" fmla="*/ 2271705 w 2915191"/>
                <a:gd name="connsiteY233" fmla="*/ 229917 h 313291"/>
                <a:gd name="connsiteX234" fmla="*/ 2281449 w 2915191"/>
                <a:gd name="connsiteY234" fmla="*/ 212659 h 313291"/>
                <a:gd name="connsiteX235" fmla="*/ 2291208 w 2915191"/>
                <a:gd name="connsiteY235" fmla="*/ 191467 h 313291"/>
                <a:gd name="connsiteX236" fmla="*/ 2300951 w 2915191"/>
                <a:gd name="connsiteY236" fmla="*/ 199755 h 313291"/>
                <a:gd name="connsiteX237" fmla="*/ 2310695 w 2915191"/>
                <a:gd name="connsiteY237" fmla="*/ 199596 h 313291"/>
                <a:gd name="connsiteX238" fmla="*/ 2320454 w 2915191"/>
                <a:gd name="connsiteY238" fmla="*/ 177042 h 313291"/>
                <a:gd name="connsiteX239" fmla="*/ 2330198 w 2915191"/>
                <a:gd name="connsiteY239" fmla="*/ 210631 h 313291"/>
                <a:gd name="connsiteX240" fmla="*/ 2339957 w 2915191"/>
                <a:gd name="connsiteY240" fmla="*/ 213361 h 313291"/>
                <a:gd name="connsiteX241" fmla="*/ 2349701 w 2915191"/>
                <a:gd name="connsiteY241" fmla="*/ 183801 h 313291"/>
                <a:gd name="connsiteX242" fmla="*/ 2359445 w 2915191"/>
                <a:gd name="connsiteY242" fmla="*/ 216849 h 313291"/>
                <a:gd name="connsiteX243" fmla="*/ 2369204 w 2915191"/>
                <a:gd name="connsiteY243" fmla="*/ 199412 h 313291"/>
                <a:gd name="connsiteX244" fmla="*/ 2378948 w 2915191"/>
                <a:gd name="connsiteY244" fmla="*/ 170929 h 313291"/>
                <a:gd name="connsiteX245" fmla="*/ 2388692 w 2915191"/>
                <a:gd name="connsiteY245" fmla="*/ 150776 h 313291"/>
                <a:gd name="connsiteX246" fmla="*/ 2398450 w 2915191"/>
                <a:gd name="connsiteY246" fmla="*/ 152035 h 313291"/>
                <a:gd name="connsiteX247" fmla="*/ 2408194 w 2915191"/>
                <a:gd name="connsiteY247" fmla="*/ 164619 h 313291"/>
                <a:gd name="connsiteX248" fmla="*/ 2417953 w 2915191"/>
                <a:gd name="connsiteY248" fmla="*/ 168442 h 313291"/>
                <a:gd name="connsiteX249" fmla="*/ 2427697 w 2915191"/>
                <a:gd name="connsiteY249" fmla="*/ 193149 h 313291"/>
                <a:gd name="connsiteX250" fmla="*/ 2437441 w 2915191"/>
                <a:gd name="connsiteY250" fmla="*/ 217534 h 313291"/>
                <a:gd name="connsiteX251" fmla="*/ 2447200 w 2915191"/>
                <a:gd name="connsiteY251" fmla="*/ 215417 h 313291"/>
                <a:gd name="connsiteX252" fmla="*/ 2456944 w 2915191"/>
                <a:gd name="connsiteY252" fmla="*/ 213273 h 313291"/>
                <a:gd name="connsiteX253" fmla="*/ 2466703 w 2915191"/>
                <a:gd name="connsiteY253" fmla="*/ 227411 h 313291"/>
                <a:gd name="connsiteX254" fmla="*/ 2476446 w 2915191"/>
                <a:gd name="connsiteY254" fmla="*/ 230906 h 313291"/>
                <a:gd name="connsiteX255" fmla="*/ 2486190 w 2915191"/>
                <a:gd name="connsiteY255" fmla="*/ 230559 h 313291"/>
                <a:gd name="connsiteX256" fmla="*/ 2495949 w 2915191"/>
                <a:gd name="connsiteY256" fmla="*/ 203827 h 313291"/>
                <a:gd name="connsiteX257" fmla="*/ 2505693 w 2915191"/>
                <a:gd name="connsiteY257" fmla="*/ 170208 h 313291"/>
                <a:gd name="connsiteX258" fmla="*/ 2515452 w 2915191"/>
                <a:gd name="connsiteY258" fmla="*/ 172889 h 313291"/>
                <a:gd name="connsiteX259" fmla="*/ 2525196 w 2915191"/>
                <a:gd name="connsiteY259" fmla="*/ 199351 h 313291"/>
                <a:gd name="connsiteX260" fmla="*/ 2534940 w 2915191"/>
                <a:gd name="connsiteY260" fmla="*/ 203873 h 313291"/>
                <a:gd name="connsiteX261" fmla="*/ 2544699 w 2915191"/>
                <a:gd name="connsiteY261" fmla="*/ 232105 h 313291"/>
                <a:gd name="connsiteX262" fmla="*/ 2554443 w 2915191"/>
                <a:gd name="connsiteY262" fmla="*/ 236231 h 313291"/>
                <a:gd name="connsiteX263" fmla="*/ 2564202 w 2915191"/>
                <a:gd name="connsiteY263" fmla="*/ 216026 h 313291"/>
                <a:gd name="connsiteX264" fmla="*/ 2573946 w 2915191"/>
                <a:gd name="connsiteY264" fmla="*/ 196859 h 313291"/>
                <a:gd name="connsiteX265" fmla="*/ 2583690 w 2915191"/>
                <a:gd name="connsiteY265" fmla="*/ 172161 h 313291"/>
                <a:gd name="connsiteX266" fmla="*/ 2593448 w 2915191"/>
                <a:gd name="connsiteY266" fmla="*/ 189275 h 313291"/>
                <a:gd name="connsiteX267" fmla="*/ 2603192 w 2915191"/>
                <a:gd name="connsiteY267" fmla="*/ 212665 h 313291"/>
                <a:gd name="connsiteX268" fmla="*/ 2612951 w 2915191"/>
                <a:gd name="connsiteY268" fmla="*/ 204283 h 313291"/>
                <a:gd name="connsiteX269" fmla="*/ 2622695 w 2915191"/>
                <a:gd name="connsiteY269" fmla="*/ 157649 h 313291"/>
                <a:gd name="connsiteX270" fmla="*/ 2632439 w 2915191"/>
                <a:gd name="connsiteY270" fmla="*/ 163218 h 313291"/>
                <a:gd name="connsiteX271" fmla="*/ 2642198 w 2915191"/>
                <a:gd name="connsiteY271" fmla="*/ 184905 h 313291"/>
                <a:gd name="connsiteX272" fmla="*/ 2651942 w 2915191"/>
                <a:gd name="connsiteY272" fmla="*/ 201977 h 313291"/>
                <a:gd name="connsiteX273" fmla="*/ 2661685 w 2915191"/>
                <a:gd name="connsiteY273" fmla="*/ 197572 h 313291"/>
                <a:gd name="connsiteX274" fmla="*/ 2671444 w 2915191"/>
                <a:gd name="connsiteY274" fmla="*/ 202500 h 313291"/>
                <a:gd name="connsiteX275" fmla="*/ 2681188 w 2915191"/>
                <a:gd name="connsiteY275" fmla="*/ 248756 h 313291"/>
                <a:gd name="connsiteX276" fmla="*/ 2690947 w 2915191"/>
                <a:gd name="connsiteY276" fmla="*/ 250751 h 313291"/>
                <a:gd name="connsiteX277" fmla="*/ 2700691 w 2915191"/>
                <a:gd name="connsiteY277" fmla="*/ 276217 h 313291"/>
                <a:gd name="connsiteX278" fmla="*/ 2710435 w 2915191"/>
                <a:gd name="connsiteY278" fmla="*/ 261058 h 313291"/>
                <a:gd name="connsiteX279" fmla="*/ 2720194 w 2915191"/>
                <a:gd name="connsiteY279" fmla="*/ 266470 h 313291"/>
                <a:gd name="connsiteX280" fmla="*/ 2729938 w 2915191"/>
                <a:gd name="connsiteY280" fmla="*/ 246306 h 313291"/>
                <a:gd name="connsiteX281" fmla="*/ 2739697 w 2915191"/>
                <a:gd name="connsiteY281" fmla="*/ 252685 h 313291"/>
                <a:gd name="connsiteX282" fmla="*/ 2749441 w 2915191"/>
                <a:gd name="connsiteY282" fmla="*/ 248578 h 313291"/>
                <a:gd name="connsiteX283" fmla="*/ 2759185 w 2915191"/>
                <a:gd name="connsiteY283" fmla="*/ 218680 h 313291"/>
                <a:gd name="connsiteX284" fmla="*/ 2768943 w 2915191"/>
                <a:gd name="connsiteY284" fmla="*/ 259391 h 313291"/>
                <a:gd name="connsiteX285" fmla="*/ 2778687 w 2915191"/>
                <a:gd name="connsiteY285" fmla="*/ 245228 h 313291"/>
                <a:gd name="connsiteX286" fmla="*/ 2788446 w 2915191"/>
                <a:gd name="connsiteY286" fmla="*/ 246049 h 313291"/>
                <a:gd name="connsiteX287" fmla="*/ 2798190 w 2915191"/>
                <a:gd name="connsiteY287" fmla="*/ 240467 h 313291"/>
                <a:gd name="connsiteX288" fmla="*/ 2807934 w 2915191"/>
                <a:gd name="connsiteY288" fmla="*/ 218552 h 313291"/>
                <a:gd name="connsiteX289" fmla="*/ 2817693 w 2915191"/>
                <a:gd name="connsiteY289" fmla="*/ 244349 h 313291"/>
                <a:gd name="connsiteX290" fmla="*/ 2827437 w 2915191"/>
                <a:gd name="connsiteY290" fmla="*/ 264518 h 313291"/>
                <a:gd name="connsiteX291" fmla="*/ 2837196 w 2915191"/>
                <a:gd name="connsiteY291" fmla="*/ 271671 h 313291"/>
                <a:gd name="connsiteX292" fmla="*/ 2846940 w 2915191"/>
                <a:gd name="connsiteY292" fmla="*/ 277206 h 313291"/>
                <a:gd name="connsiteX293" fmla="*/ 2856684 w 2915191"/>
                <a:gd name="connsiteY293" fmla="*/ 285737 h 313291"/>
                <a:gd name="connsiteX294" fmla="*/ 2866442 w 2915191"/>
                <a:gd name="connsiteY294" fmla="*/ 266228 h 313291"/>
                <a:gd name="connsiteX295" fmla="*/ 2876186 w 2915191"/>
                <a:gd name="connsiteY295" fmla="*/ 275966 h 313291"/>
                <a:gd name="connsiteX296" fmla="*/ 2885945 w 2915191"/>
                <a:gd name="connsiteY296" fmla="*/ 285222 h 313291"/>
                <a:gd name="connsiteX297" fmla="*/ 2895689 w 2915191"/>
                <a:gd name="connsiteY297" fmla="*/ 298257 h 313291"/>
                <a:gd name="connsiteX298" fmla="*/ 2905433 w 2915191"/>
                <a:gd name="connsiteY298" fmla="*/ 313291 h 313291"/>
                <a:gd name="connsiteX299" fmla="*/ 2915192 w 2915191"/>
                <a:gd name="connsiteY299" fmla="*/ 307090 h 313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13291">
                  <a:moveTo>
                    <a:pt x="0" y="181251"/>
                  </a:moveTo>
                  <a:lnTo>
                    <a:pt x="9750" y="172194"/>
                  </a:lnTo>
                  <a:lnTo>
                    <a:pt x="19500" y="185142"/>
                  </a:lnTo>
                  <a:lnTo>
                    <a:pt x="29250" y="150215"/>
                  </a:lnTo>
                  <a:lnTo>
                    <a:pt x="39000" y="143039"/>
                  </a:lnTo>
                  <a:lnTo>
                    <a:pt x="48749" y="158235"/>
                  </a:lnTo>
                  <a:lnTo>
                    <a:pt x="58499" y="151554"/>
                  </a:lnTo>
                  <a:lnTo>
                    <a:pt x="68249" y="152835"/>
                  </a:lnTo>
                  <a:lnTo>
                    <a:pt x="77998" y="144075"/>
                  </a:lnTo>
                  <a:lnTo>
                    <a:pt x="87748" y="132075"/>
                  </a:lnTo>
                  <a:lnTo>
                    <a:pt x="97497" y="131498"/>
                  </a:lnTo>
                  <a:lnTo>
                    <a:pt x="107247" y="116324"/>
                  </a:lnTo>
                  <a:lnTo>
                    <a:pt x="116997" y="122172"/>
                  </a:lnTo>
                  <a:lnTo>
                    <a:pt x="126747" y="85739"/>
                  </a:lnTo>
                  <a:lnTo>
                    <a:pt x="136497" y="82838"/>
                  </a:lnTo>
                  <a:lnTo>
                    <a:pt x="146247" y="76019"/>
                  </a:lnTo>
                  <a:lnTo>
                    <a:pt x="155997" y="62556"/>
                  </a:lnTo>
                  <a:lnTo>
                    <a:pt x="165747" y="61059"/>
                  </a:lnTo>
                  <a:lnTo>
                    <a:pt x="175497" y="53583"/>
                  </a:lnTo>
                  <a:lnTo>
                    <a:pt x="185247" y="34193"/>
                  </a:lnTo>
                  <a:lnTo>
                    <a:pt x="194996" y="27766"/>
                  </a:lnTo>
                  <a:lnTo>
                    <a:pt x="204746" y="51945"/>
                  </a:lnTo>
                  <a:lnTo>
                    <a:pt x="214495" y="91368"/>
                  </a:lnTo>
                  <a:lnTo>
                    <a:pt x="224245" y="98190"/>
                  </a:lnTo>
                  <a:lnTo>
                    <a:pt x="233995" y="108135"/>
                  </a:lnTo>
                  <a:lnTo>
                    <a:pt x="243744" y="122479"/>
                  </a:lnTo>
                  <a:lnTo>
                    <a:pt x="253494" y="126607"/>
                  </a:lnTo>
                  <a:lnTo>
                    <a:pt x="263244" y="92861"/>
                  </a:lnTo>
                  <a:lnTo>
                    <a:pt x="272994" y="66147"/>
                  </a:lnTo>
                  <a:lnTo>
                    <a:pt x="282744" y="43261"/>
                  </a:lnTo>
                  <a:lnTo>
                    <a:pt x="292494" y="70591"/>
                  </a:lnTo>
                  <a:lnTo>
                    <a:pt x="302244" y="92368"/>
                  </a:lnTo>
                  <a:lnTo>
                    <a:pt x="311994" y="84815"/>
                  </a:lnTo>
                  <a:lnTo>
                    <a:pt x="321744" y="92973"/>
                  </a:lnTo>
                  <a:lnTo>
                    <a:pt x="331493" y="112526"/>
                  </a:lnTo>
                  <a:lnTo>
                    <a:pt x="341243" y="100701"/>
                  </a:lnTo>
                  <a:lnTo>
                    <a:pt x="350993" y="76247"/>
                  </a:lnTo>
                  <a:lnTo>
                    <a:pt x="360742" y="93677"/>
                  </a:lnTo>
                  <a:lnTo>
                    <a:pt x="370492" y="90867"/>
                  </a:lnTo>
                  <a:lnTo>
                    <a:pt x="380241" y="126324"/>
                  </a:lnTo>
                  <a:lnTo>
                    <a:pt x="389991" y="106909"/>
                  </a:lnTo>
                  <a:lnTo>
                    <a:pt x="399741" y="113545"/>
                  </a:lnTo>
                  <a:lnTo>
                    <a:pt x="409491" y="104658"/>
                  </a:lnTo>
                  <a:lnTo>
                    <a:pt x="419241" y="98180"/>
                  </a:lnTo>
                  <a:lnTo>
                    <a:pt x="428991" y="93522"/>
                  </a:lnTo>
                  <a:lnTo>
                    <a:pt x="438741" y="117432"/>
                  </a:lnTo>
                  <a:lnTo>
                    <a:pt x="448491" y="136391"/>
                  </a:lnTo>
                  <a:lnTo>
                    <a:pt x="458241" y="147709"/>
                  </a:lnTo>
                  <a:lnTo>
                    <a:pt x="467991" y="158907"/>
                  </a:lnTo>
                  <a:lnTo>
                    <a:pt x="477740" y="144890"/>
                  </a:lnTo>
                  <a:lnTo>
                    <a:pt x="487490" y="125826"/>
                  </a:lnTo>
                  <a:lnTo>
                    <a:pt x="497239" y="135739"/>
                  </a:lnTo>
                  <a:lnTo>
                    <a:pt x="506989" y="114500"/>
                  </a:lnTo>
                  <a:lnTo>
                    <a:pt x="516738" y="140031"/>
                  </a:lnTo>
                  <a:lnTo>
                    <a:pt x="526488" y="124357"/>
                  </a:lnTo>
                  <a:lnTo>
                    <a:pt x="536238" y="123255"/>
                  </a:lnTo>
                  <a:lnTo>
                    <a:pt x="545988" y="91408"/>
                  </a:lnTo>
                  <a:lnTo>
                    <a:pt x="555738" y="116416"/>
                  </a:lnTo>
                  <a:lnTo>
                    <a:pt x="565488" y="121898"/>
                  </a:lnTo>
                  <a:lnTo>
                    <a:pt x="575238" y="147750"/>
                  </a:lnTo>
                  <a:lnTo>
                    <a:pt x="584988" y="134419"/>
                  </a:lnTo>
                  <a:lnTo>
                    <a:pt x="594738" y="136074"/>
                  </a:lnTo>
                  <a:lnTo>
                    <a:pt x="604488" y="160888"/>
                  </a:lnTo>
                  <a:lnTo>
                    <a:pt x="614237" y="170359"/>
                  </a:lnTo>
                  <a:lnTo>
                    <a:pt x="623987" y="201883"/>
                  </a:lnTo>
                  <a:lnTo>
                    <a:pt x="633736" y="177386"/>
                  </a:lnTo>
                  <a:lnTo>
                    <a:pt x="643486" y="185050"/>
                  </a:lnTo>
                  <a:lnTo>
                    <a:pt x="653236" y="179656"/>
                  </a:lnTo>
                  <a:lnTo>
                    <a:pt x="662985" y="157618"/>
                  </a:lnTo>
                  <a:lnTo>
                    <a:pt x="672735" y="120125"/>
                  </a:lnTo>
                  <a:lnTo>
                    <a:pt x="682485" y="114068"/>
                  </a:lnTo>
                  <a:lnTo>
                    <a:pt x="692235" y="132293"/>
                  </a:lnTo>
                  <a:lnTo>
                    <a:pt x="701985" y="124316"/>
                  </a:lnTo>
                  <a:lnTo>
                    <a:pt x="711735" y="165181"/>
                  </a:lnTo>
                  <a:lnTo>
                    <a:pt x="721485" y="177393"/>
                  </a:lnTo>
                  <a:lnTo>
                    <a:pt x="731235" y="211610"/>
                  </a:lnTo>
                  <a:lnTo>
                    <a:pt x="740985" y="227271"/>
                  </a:lnTo>
                  <a:lnTo>
                    <a:pt x="750734" y="214875"/>
                  </a:lnTo>
                  <a:lnTo>
                    <a:pt x="760484" y="234145"/>
                  </a:lnTo>
                  <a:lnTo>
                    <a:pt x="770233" y="233078"/>
                  </a:lnTo>
                  <a:lnTo>
                    <a:pt x="779983" y="238604"/>
                  </a:lnTo>
                  <a:lnTo>
                    <a:pt x="789733" y="228547"/>
                  </a:lnTo>
                  <a:lnTo>
                    <a:pt x="799482" y="216926"/>
                  </a:lnTo>
                  <a:lnTo>
                    <a:pt x="809232" y="235989"/>
                  </a:lnTo>
                  <a:lnTo>
                    <a:pt x="818982" y="249576"/>
                  </a:lnTo>
                  <a:lnTo>
                    <a:pt x="828732" y="249162"/>
                  </a:lnTo>
                  <a:lnTo>
                    <a:pt x="838482" y="233361"/>
                  </a:lnTo>
                  <a:lnTo>
                    <a:pt x="848232" y="236258"/>
                  </a:lnTo>
                  <a:lnTo>
                    <a:pt x="857982" y="262186"/>
                  </a:lnTo>
                  <a:lnTo>
                    <a:pt x="867732" y="215873"/>
                  </a:lnTo>
                  <a:lnTo>
                    <a:pt x="877482" y="244656"/>
                  </a:lnTo>
                  <a:lnTo>
                    <a:pt x="887231" y="216871"/>
                  </a:lnTo>
                  <a:lnTo>
                    <a:pt x="896981" y="232640"/>
                  </a:lnTo>
                  <a:lnTo>
                    <a:pt x="906730" y="230197"/>
                  </a:lnTo>
                  <a:lnTo>
                    <a:pt x="916480" y="217711"/>
                  </a:lnTo>
                  <a:lnTo>
                    <a:pt x="926230" y="234199"/>
                  </a:lnTo>
                  <a:lnTo>
                    <a:pt x="935979" y="250722"/>
                  </a:lnTo>
                  <a:lnTo>
                    <a:pt x="945729" y="221967"/>
                  </a:lnTo>
                  <a:lnTo>
                    <a:pt x="955479" y="226041"/>
                  </a:lnTo>
                  <a:lnTo>
                    <a:pt x="965229" y="202391"/>
                  </a:lnTo>
                  <a:lnTo>
                    <a:pt x="974979" y="187335"/>
                  </a:lnTo>
                  <a:lnTo>
                    <a:pt x="984729" y="181114"/>
                  </a:lnTo>
                  <a:lnTo>
                    <a:pt x="994474" y="173898"/>
                  </a:lnTo>
                  <a:lnTo>
                    <a:pt x="1004233" y="150928"/>
                  </a:lnTo>
                  <a:lnTo>
                    <a:pt x="1013977" y="128292"/>
                  </a:lnTo>
                  <a:lnTo>
                    <a:pt x="1023721" y="106972"/>
                  </a:lnTo>
                  <a:lnTo>
                    <a:pt x="1033480" y="127142"/>
                  </a:lnTo>
                  <a:lnTo>
                    <a:pt x="1043224" y="92521"/>
                  </a:lnTo>
                  <a:lnTo>
                    <a:pt x="1052983" y="84985"/>
                  </a:lnTo>
                  <a:lnTo>
                    <a:pt x="1062727" y="72868"/>
                  </a:lnTo>
                  <a:lnTo>
                    <a:pt x="1072471" y="79412"/>
                  </a:lnTo>
                  <a:lnTo>
                    <a:pt x="1082230" y="71481"/>
                  </a:lnTo>
                  <a:lnTo>
                    <a:pt x="1091973" y="45724"/>
                  </a:lnTo>
                  <a:lnTo>
                    <a:pt x="1101732" y="49338"/>
                  </a:lnTo>
                  <a:lnTo>
                    <a:pt x="1111476" y="81675"/>
                  </a:lnTo>
                  <a:lnTo>
                    <a:pt x="1121220" y="90824"/>
                  </a:lnTo>
                  <a:lnTo>
                    <a:pt x="1130979" y="105164"/>
                  </a:lnTo>
                  <a:lnTo>
                    <a:pt x="1140723" y="121448"/>
                  </a:lnTo>
                  <a:lnTo>
                    <a:pt x="1150482" y="144192"/>
                  </a:lnTo>
                  <a:lnTo>
                    <a:pt x="1160226" y="140295"/>
                  </a:lnTo>
                  <a:lnTo>
                    <a:pt x="1169969" y="122940"/>
                  </a:lnTo>
                  <a:lnTo>
                    <a:pt x="1179728" y="106970"/>
                  </a:lnTo>
                  <a:lnTo>
                    <a:pt x="1189472" y="84815"/>
                  </a:lnTo>
                  <a:lnTo>
                    <a:pt x="1199231" y="73252"/>
                  </a:lnTo>
                  <a:lnTo>
                    <a:pt x="1208975" y="58821"/>
                  </a:lnTo>
                  <a:lnTo>
                    <a:pt x="1218719" y="18437"/>
                  </a:lnTo>
                  <a:lnTo>
                    <a:pt x="1228478" y="0"/>
                  </a:lnTo>
                  <a:lnTo>
                    <a:pt x="1238222" y="21919"/>
                  </a:lnTo>
                  <a:lnTo>
                    <a:pt x="1247966" y="59229"/>
                  </a:lnTo>
                  <a:lnTo>
                    <a:pt x="1257725" y="91837"/>
                  </a:lnTo>
                  <a:lnTo>
                    <a:pt x="1267469" y="102587"/>
                  </a:lnTo>
                  <a:lnTo>
                    <a:pt x="1277227" y="118474"/>
                  </a:lnTo>
                  <a:lnTo>
                    <a:pt x="1286971" y="91390"/>
                  </a:lnTo>
                  <a:lnTo>
                    <a:pt x="1296715" y="98776"/>
                  </a:lnTo>
                  <a:lnTo>
                    <a:pt x="1306474" y="105830"/>
                  </a:lnTo>
                  <a:lnTo>
                    <a:pt x="1316218" y="98654"/>
                  </a:lnTo>
                  <a:lnTo>
                    <a:pt x="1325977" y="137527"/>
                  </a:lnTo>
                  <a:lnTo>
                    <a:pt x="1335721" y="149063"/>
                  </a:lnTo>
                  <a:lnTo>
                    <a:pt x="1345465" y="177430"/>
                  </a:lnTo>
                  <a:lnTo>
                    <a:pt x="1355224" y="178129"/>
                  </a:lnTo>
                  <a:lnTo>
                    <a:pt x="1364967" y="205499"/>
                  </a:lnTo>
                  <a:lnTo>
                    <a:pt x="1374726" y="214700"/>
                  </a:lnTo>
                  <a:lnTo>
                    <a:pt x="1384470" y="173914"/>
                  </a:lnTo>
                  <a:lnTo>
                    <a:pt x="1394214" y="157679"/>
                  </a:lnTo>
                  <a:lnTo>
                    <a:pt x="1403973" y="130858"/>
                  </a:lnTo>
                  <a:lnTo>
                    <a:pt x="1413717" y="138568"/>
                  </a:lnTo>
                  <a:lnTo>
                    <a:pt x="1423476" y="132769"/>
                  </a:lnTo>
                  <a:lnTo>
                    <a:pt x="1433220" y="130683"/>
                  </a:lnTo>
                  <a:lnTo>
                    <a:pt x="1442964" y="114542"/>
                  </a:lnTo>
                  <a:lnTo>
                    <a:pt x="1452722" y="90446"/>
                  </a:lnTo>
                  <a:lnTo>
                    <a:pt x="1462466" y="69584"/>
                  </a:lnTo>
                  <a:lnTo>
                    <a:pt x="1472225" y="102645"/>
                  </a:lnTo>
                  <a:lnTo>
                    <a:pt x="1481969" y="133666"/>
                  </a:lnTo>
                  <a:lnTo>
                    <a:pt x="1491713" y="170626"/>
                  </a:lnTo>
                  <a:lnTo>
                    <a:pt x="1501472" y="135824"/>
                  </a:lnTo>
                  <a:lnTo>
                    <a:pt x="1511216" y="129602"/>
                  </a:lnTo>
                  <a:lnTo>
                    <a:pt x="1520960" y="108800"/>
                  </a:lnTo>
                  <a:lnTo>
                    <a:pt x="1530719" y="110348"/>
                  </a:lnTo>
                  <a:lnTo>
                    <a:pt x="1540463" y="125606"/>
                  </a:lnTo>
                  <a:lnTo>
                    <a:pt x="1550221" y="112766"/>
                  </a:lnTo>
                  <a:lnTo>
                    <a:pt x="1559965" y="77597"/>
                  </a:lnTo>
                  <a:lnTo>
                    <a:pt x="1569709" y="49478"/>
                  </a:lnTo>
                  <a:lnTo>
                    <a:pt x="1579468" y="63559"/>
                  </a:lnTo>
                  <a:lnTo>
                    <a:pt x="1589212" y="78325"/>
                  </a:lnTo>
                  <a:lnTo>
                    <a:pt x="1598971" y="73546"/>
                  </a:lnTo>
                  <a:lnTo>
                    <a:pt x="1608715" y="100882"/>
                  </a:lnTo>
                  <a:lnTo>
                    <a:pt x="1618459" y="93169"/>
                  </a:lnTo>
                  <a:lnTo>
                    <a:pt x="1628218" y="79160"/>
                  </a:lnTo>
                  <a:lnTo>
                    <a:pt x="1637962" y="54040"/>
                  </a:lnTo>
                  <a:lnTo>
                    <a:pt x="1647720" y="56059"/>
                  </a:lnTo>
                  <a:lnTo>
                    <a:pt x="1657464" y="57334"/>
                  </a:lnTo>
                  <a:lnTo>
                    <a:pt x="1667208" y="46156"/>
                  </a:lnTo>
                  <a:lnTo>
                    <a:pt x="1676967" y="104248"/>
                  </a:lnTo>
                  <a:lnTo>
                    <a:pt x="1686711" y="112142"/>
                  </a:lnTo>
                  <a:lnTo>
                    <a:pt x="1696470" y="132005"/>
                  </a:lnTo>
                  <a:lnTo>
                    <a:pt x="1706214" y="139469"/>
                  </a:lnTo>
                  <a:lnTo>
                    <a:pt x="1715958" y="134661"/>
                  </a:lnTo>
                  <a:lnTo>
                    <a:pt x="1725716" y="155069"/>
                  </a:lnTo>
                  <a:lnTo>
                    <a:pt x="1735460" y="167135"/>
                  </a:lnTo>
                  <a:lnTo>
                    <a:pt x="1745219" y="150198"/>
                  </a:lnTo>
                  <a:lnTo>
                    <a:pt x="1754963" y="175087"/>
                  </a:lnTo>
                  <a:lnTo>
                    <a:pt x="1764707" y="196315"/>
                  </a:lnTo>
                  <a:lnTo>
                    <a:pt x="1774466" y="204496"/>
                  </a:lnTo>
                  <a:lnTo>
                    <a:pt x="1784210" y="182973"/>
                  </a:lnTo>
                  <a:lnTo>
                    <a:pt x="1793969" y="214957"/>
                  </a:lnTo>
                  <a:lnTo>
                    <a:pt x="1803713" y="220319"/>
                  </a:lnTo>
                  <a:lnTo>
                    <a:pt x="1813457" y="203496"/>
                  </a:lnTo>
                  <a:lnTo>
                    <a:pt x="1823215" y="222275"/>
                  </a:lnTo>
                  <a:lnTo>
                    <a:pt x="1832959" y="206053"/>
                  </a:lnTo>
                  <a:lnTo>
                    <a:pt x="1842703" y="213067"/>
                  </a:lnTo>
                  <a:lnTo>
                    <a:pt x="1852462" y="256598"/>
                  </a:lnTo>
                  <a:lnTo>
                    <a:pt x="1862206" y="240332"/>
                  </a:lnTo>
                  <a:lnTo>
                    <a:pt x="1871965" y="212014"/>
                  </a:lnTo>
                  <a:lnTo>
                    <a:pt x="1881709" y="209294"/>
                  </a:lnTo>
                  <a:lnTo>
                    <a:pt x="1891453" y="229249"/>
                  </a:lnTo>
                  <a:lnTo>
                    <a:pt x="1901212" y="249032"/>
                  </a:lnTo>
                  <a:lnTo>
                    <a:pt x="1910956" y="248090"/>
                  </a:lnTo>
                  <a:lnTo>
                    <a:pt x="1920714" y="239007"/>
                  </a:lnTo>
                  <a:lnTo>
                    <a:pt x="1930458" y="238945"/>
                  </a:lnTo>
                  <a:lnTo>
                    <a:pt x="1940202" y="178061"/>
                  </a:lnTo>
                  <a:lnTo>
                    <a:pt x="1949961" y="194153"/>
                  </a:lnTo>
                  <a:lnTo>
                    <a:pt x="1959705" y="224568"/>
                  </a:lnTo>
                  <a:lnTo>
                    <a:pt x="1969464" y="244168"/>
                  </a:lnTo>
                  <a:lnTo>
                    <a:pt x="1979208" y="225210"/>
                  </a:lnTo>
                  <a:lnTo>
                    <a:pt x="1988952" y="238460"/>
                  </a:lnTo>
                  <a:lnTo>
                    <a:pt x="1998711" y="208987"/>
                  </a:lnTo>
                  <a:lnTo>
                    <a:pt x="2008454" y="232034"/>
                  </a:lnTo>
                  <a:lnTo>
                    <a:pt x="2018213" y="211256"/>
                  </a:lnTo>
                  <a:lnTo>
                    <a:pt x="2027957" y="223036"/>
                  </a:lnTo>
                  <a:lnTo>
                    <a:pt x="2037701" y="219461"/>
                  </a:lnTo>
                  <a:lnTo>
                    <a:pt x="2047460" y="243837"/>
                  </a:lnTo>
                  <a:lnTo>
                    <a:pt x="2057204" y="269748"/>
                  </a:lnTo>
                  <a:lnTo>
                    <a:pt x="2066963" y="251185"/>
                  </a:lnTo>
                  <a:lnTo>
                    <a:pt x="2076707" y="268679"/>
                  </a:lnTo>
                  <a:lnTo>
                    <a:pt x="2086451" y="231776"/>
                  </a:lnTo>
                  <a:lnTo>
                    <a:pt x="2096210" y="221481"/>
                  </a:lnTo>
                  <a:lnTo>
                    <a:pt x="2105954" y="234026"/>
                  </a:lnTo>
                  <a:lnTo>
                    <a:pt x="2115697" y="271392"/>
                  </a:lnTo>
                  <a:lnTo>
                    <a:pt x="2125456" y="300653"/>
                  </a:lnTo>
                  <a:lnTo>
                    <a:pt x="2135200" y="293564"/>
                  </a:lnTo>
                  <a:lnTo>
                    <a:pt x="2144959" y="276169"/>
                  </a:lnTo>
                  <a:lnTo>
                    <a:pt x="2154703" y="306609"/>
                  </a:lnTo>
                  <a:lnTo>
                    <a:pt x="2164447" y="254501"/>
                  </a:lnTo>
                  <a:lnTo>
                    <a:pt x="2174206" y="288425"/>
                  </a:lnTo>
                  <a:lnTo>
                    <a:pt x="2183950" y="265571"/>
                  </a:lnTo>
                  <a:lnTo>
                    <a:pt x="2193709" y="265428"/>
                  </a:lnTo>
                  <a:lnTo>
                    <a:pt x="2203452" y="257651"/>
                  </a:lnTo>
                  <a:lnTo>
                    <a:pt x="2213196" y="268313"/>
                  </a:lnTo>
                  <a:lnTo>
                    <a:pt x="2222955" y="279162"/>
                  </a:lnTo>
                  <a:lnTo>
                    <a:pt x="2232699" y="281050"/>
                  </a:lnTo>
                  <a:lnTo>
                    <a:pt x="2242458" y="256812"/>
                  </a:lnTo>
                  <a:lnTo>
                    <a:pt x="2252202" y="235182"/>
                  </a:lnTo>
                  <a:lnTo>
                    <a:pt x="2261946" y="243883"/>
                  </a:lnTo>
                  <a:lnTo>
                    <a:pt x="2271705" y="229917"/>
                  </a:lnTo>
                  <a:lnTo>
                    <a:pt x="2281449" y="212659"/>
                  </a:lnTo>
                  <a:lnTo>
                    <a:pt x="2291208" y="191467"/>
                  </a:lnTo>
                  <a:lnTo>
                    <a:pt x="2300951" y="199755"/>
                  </a:lnTo>
                  <a:lnTo>
                    <a:pt x="2310695" y="199596"/>
                  </a:lnTo>
                  <a:lnTo>
                    <a:pt x="2320454" y="177042"/>
                  </a:lnTo>
                  <a:lnTo>
                    <a:pt x="2330198" y="210631"/>
                  </a:lnTo>
                  <a:lnTo>
                    <a:pt x="2339957" y="213361"/>
                  </a:lnTo>
                  <a:lnTo>
                    <a:pt x="2349701" y="183801"/>
                  </a:lnTo>
                  <a:lnTo>
                    <a:pt x="2359445" y="216849"/>
                  </a:lnTo>
                  <a:lnTo>
                    <a:pt x="2369204" y="199412"/>
                  </a:lnTo>
                  <a:lnTo>
                    <a:pt x="2378948" y="170929"/>
                  </a:lnTo>
                  <a:lnTo>
                    <a:pt x="2388692" y="150776"/>
                  </a:lnTo>
                  <a:lnTo>
                    <a:pt x="2398450" y="152035"/>
                  </a:lnTo>
                  <a:lnTo>
                    <a:pt x="2408194" y="164619"/>
                  </a:lnTo>
                  <a:lnTo>
                    <a:pt x="2417953" y="168442"/>
                  </a:lnTo>
                  <a:lnTo>
                    <a:pt x="2427697" y="193149"/>
                  </a:lnTo>
                  <a:lnTo>
                    <a:pt x="2437441" y="217534"/>
                  </a:lnTo>
                  <a:lnTo>
                    <a:pt x="2447200" y="215417"/>
                  </a:lnTo>
                  <a:lnTo>
                    <a:pt x="2456944" y="213273"/>
                  </a:lnTo>
                  <a:lnTo>
                    <a:pt x="2466703" y="227411"/>
                  </a:lnTo>
                  <a:lnTo>
                    <a:pt x="2476446" y="230906"/>
                  </a:lnTo>
                  <a:lnTo>
                    <a:pt x="2486190" y="230559"/>
                  </a:lnTo>
                  <a:lnTo>
                    <a:pt x="2495949" y="203827"/>
                  </a:lnTo>
                  <a:lnTo>
                    <a:pt x="2505693" y="170208"/>
                  </a:lnTo>
                  <a:lnTo>
                    <a:pt x="2515452" y="172889"/>
                  </a:lnTo>
                  <a:lnTo>
                    <a:pt x="2525196" y="199351"/>
                  </a:lnTo>
                  <a:lnTo>
                    <a:pt x="2534940" y="203873"/>
                  </a:lnTo>
                  <a:lnTo>
                    <a:pt x="2544699" y="232105"/>
                  </a:lnTo>
                  <a:lnTo>
                    <a:pt x="2554443" y="236231"/>
                  </a:lnTo>
                  <a:lnTo>
                    <a:pt x="2564202" y="216026"/>
                  </a:lnTo>
                  <a:lnTo>
                    <a:pt x="2573946" y="196859"/>
                  </a:lnTo>
                  <a:lnTo>
                    <a:pt x="2583690" y="172161"/>
                  </a:lnTo>
                  <a:lnTo>
                    <a:pt x="2593448" y="189275"/>
                  </a:lnTo>
                  <a:lnTo>
                    <a:pt x="2603192" y="212665"/>
                  </a:lnTo>
                  <a:lnTo>
                    <a:pt x="2612951" y="204283"/>
                  </a:lnTo>
                  <a:lnTo>
                    <a:pt x="2622695" y="157649"/>
                  </a:lnTo>
                  <a:lnTo>
                    <a:pt x="2632439" y="163218"/>
                  </a:lnTo>
                  <a:lnTo>
                    <a:pt x="2642198" y="184905"/>
                  </a:lnTo>
                  <a:lnTo>
                    <a:pt x="2651942" y="201977"/>
                  </a:lnTo>
                  <a:lnTo>
                    <a:pt x="2661685" y="197572"/>
                  </a:lnTo>
                  <a:lnTo>
                    <a:pt x="2671444" y="202500"/>
                  </a:lnTo>
                  <a:lnTo>
                    <a:pt x="2681188" y="248756"/>
                  </a:lnTo>
                  <a:lnTo>
                    <a:pt x="2690947" y="250751"/>
                  </a:lnTo>
                  <a:lnTo>
                    <a:pt x="2700691" y="276217"/>
                  </a:lnTo>
                  <a:lnTo>
                    <a:pt x="2710435" y="261058"/>
                  </a:lnTo>
                  <a:lnTo>
                    <a:pt x="2720194" y="266470"/>
                  </a:lnTo>
                  <a:lnTo>
                    <a:pt x="2729938" y="246306"/>
                  </a:lnTo>
                  <a:lnTo>
                    <a:pt x="2739697" y="252685"/>
                  </a:lnTo>
                  <a:lnTo>
                    <a:pt x="2749441" y="248578"/>
                  </a:lnTo>
                  <a:lnTo>
                    <a:pt x="2759185" y="218680"/>
                  </a:lnTo>
                  <a:lnTo>
                    <a:pt x="2768943" y="259391"/>
                  </a:lnTo>
                  <a:lnTo>
                    <a:pt x="2778687" y="245228"/>
                  </a:lnTo>
                  <a:lnTo>
                    <a:pt x="2788446" y="246049"/>
                  </a:lnTo>
                  <a:lnTo>
                    <a:pt x="2798190" y="240467"/>
                  </a:lnTo>
                  <a:lnTo>
                    <a:pt x="2807934" y="218552"/>
                  </a:lnTo>
                  <a:lnTo>
                    <a:pt x="2817693" y="244349"/>
                  </a:lnTo>
                  <a:lnTo>
                    <a:pt x="2827437" y="264518"/>
                  </a:lnTo>
                  <a:lnTo>
                    <a:pt x="2837196" y="271671"/>
                  </a:lnTo>
                  <a:lnTo>
                    <a:pt x="2846940" y="277206"/>
                  </a:lnTo>
                  <a:lnTo>
                    <a:pt x="2856684" y="285737"/>
                  </a:lnTo>
                  <a:lnTo>
                    <a:pt x="2866442" y="266228"/>
                  </a:lnTo>
                  <a:lnTo>
                    <a:pt x="2876186" y="275966"/>
                  </a:lnTo>
                  <a:lnTo>
                    <a:pt x="2885945" y="285222"/>
                  </a:lnTo>
                  <a:lnTo>
                    <a:pt x="2895689" y="298257"/>
                  </a:lnTo>
                  <a:lnTo>
                    <a:pt x="2905433" y="313291"/>
                  </a:lnTo>
                  <a:lnTo>
                    <a:pt x="2915192" y="30709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7" name="Freeform 966">
              <a:extLst>
                <a:ext uri="{FF2B5EF4-FFF2-40B4-BE49-F238E27FC236}">
                  <a16:creationId xmlns:a16="http://schemas.microsoft.com/office/drawing/2014/main" id="{198AABEF-6E7E-E11F-7393-B77163C147CB}"/>
                </a:ext>
              </a:extLst>
            </p:cNvPr>
            <p:cNvSpPr/>
            <p:nvPr/>
          </p:nvSpPr>
          <p:spPr>
            <a:xfrm>
              <a:off x="4426652" y="3348906"/>
              <a:ext cx="2915191" cy="460813"/>
            </a:xfrm>
            <a:custGeom>
              <a:avLst/>
              <a:gdLst>
                <a:gd name="connsiteX0" fmla="*/ 0 w 2915191"/>
                <a:gd name="connsiteY0" fmla="*/ 415399 h 460813"/>
                <a:gd name="connsiteX1" fmla="*/ 9750 w 2915191"/>
                <a:gd name="connsiteY1" fmla="*/ 429487 h 460813"/>
                <a:gd name="connsiteX2" fmla="*/ 19500 w 2915191"/>
                <a:gd name="connsiteY2" fmla="*/ 460814 h 460813"/>
                <a:gd name="connsiteX3" fmla="*/ 29250 w 2915191"/>
                <a:gd name="connsiteY3" fmla="*/ 453553 h 460813"/>
                <a:gd name="connsiteX4" fmla="*/ 39000 w 2915191"/>
                <a:gd name="connsiteY4" fmla="*/ 411550 h 460813"/>
                <a:gd name="connsiteX5" fmla="*/ 48749 w 2915191"/>
                <a:gd name="connsiteY5" fmla="*/ 370751 h 460813"/>
                <a:gd name="connsiteX6" fmla="*/ 58499 w 2915191"/>
                <a:gd name="connsiteY6" fmla="*/ 384781 h 460813"/>
                <a:gd name="connsiteX7" fmla="*/ 68249 w 2915191"/>
                <a:gd name="connsiteY7" fmla="*/ 370834 h 460813"/>
                <a:gd name="connsiteX8" fmla="*/ 77998 w 2915191"/>
                <a:gd name="connsiteY8" fmla="*/ 382438 h 460813"/>
                <a:gd name="connsiteX9" fmla="*/ 87748 w 2915191"/>
                <a:gd name="connsiteY9" fmla="*/ 387201 h 460813"/>
                <a:gd name="connsiteX10" fmla="*/ 97497 w 2915191"/>
                <a:gd name="connsiteY10" fmla="*/ 336187 h 460813"/>
                <a:gd name="connsiteX11" fmla="*/ 107247 w 2915191"/>
                <a:gd name="connsiteY11" fmla="*/ 333380 h 460813"/>
                <a:gd name="connsiteX12" fmla="*/ 116997 w 2915191"/>
                <a:gd name="connsiteY12" fmla="*/ 340427 h 460813"/>
                <a:gd name="connsiteX13" fmla="*/ 126747 w 2915191"/>
                <a:gd name="connsiteY13" fmla="*/ 350524 h 460813"/>
                <a:gd name="connsiteX14" fmla="*/ 136497 w 2915191"/>
                <a:gd name="connsiteY14" fmla="*/ 361430 h 460813"/>
                <a:gd name="connsiteX15" fmla="*/ 146247 w 2915191"/>
                <a:gd name="connsiteY15" fmla="*/ 357422 h 460813"/>
                <a:gd name="connsiteX16" fmla="*/ 155997 w 2915191"/>
                <a:gd name="connsiteY16" fmla="*/ 386272 h 460813"/>
                <a:gd name="connsiteX17" fmla="*/ 165747 w 2915191"/>
                <a:gd name="connsiteY17" fmla="*/ 362364 h 460813"/>
                <a:gd name="connsiteX18" fmla="*/ 175497 w 2915191"/>
                <a:gd name="connsiteY18" fmla="*/ 368136 h 460813"/>
                <a:gd name="connsiteX19" fmla="*/ 185247 w 2915191"/>
                <a:gd name="connsiteY19" fmla="*/ 382630 h 460813"/>
                <a:gd name="connsiteX20" fmla="*/ 194996 w 2915191"/>
                <a:gd name="connsiteY20" fmla="*/ 382370 h 460813"/>
                <a:gd name="connsiteX21" fmla="*/ 204746 w 2915191"/>
                <a:gd name="connsiteY21" fmla="*/ 402772 h 460813"/>
                <a:gd name="connsiteX22" fmla="*/ 214495 w 2915191"/>
                <a:gd name="connsiteY22" fmla="*/ 392791 h 460813"/>
                <a:gd name="connsiteX23" fmla="*/ 224245 w 2915191"/>
                <a:gd name="connsiteY23" fmla="*/ 398110 h 460813"/>
                <a:gd name="connsiteX24" fmla="*/ 233995 w 2915191"/>
                <a:gd name="connsiteY24" fmla="*/ 399892 h 460813"/>
                <a:gd name="connsiteX25" fmla="*/ 243744 w 2915191"/>
                <a:gd name="connsiteY25" fmla="*/ 402214 h 460813"/>
                <a:gd name="connsiteX26" fmla="*/ 253494 w 2915191"/>
                <a:gd name="connsiteY26" fmla="*/ 349104 h 460813"/>
                <a:gd name="connsiteX27" fmla="*/ 263244 w 2915191"/>
                <a:gd name="connsiteY27" fmla="*/ 307519 h 460813"/>
                <a:gd name="connsiteX28" fmla="*/ 272994 w 2915191"/>
                <a:gd name="connsiteY28" fmla="*/ 304468 h 460813"/>
                <a:gd name="connsiteX29" fmla="*/ 282744 w 2915191"/>
                <a:gd name="connsiteY29" fmla="*/ 302206 h 460813"/>
                <a:gd name="connsiteX30" fmla="*/ 292494 w 2915191"/>
                <a:gd name="connsiteY30" fmla="*/ 290369 h 460813"/>
                <a:gd name="connsiteX31" fmla="*/ 302244 w 2915191"/>
                <a:gd name="connsiteY31" fmla="*/ 282498 h 460813"/>
                <a:gd name="connsiteX32" fmla="*/ 311994 w 2915191"/>
                <a:gd name="connsiteY32" fmla="*/ 249037 h 460813"/>
                <a:gd name="connsiteX33" fmla="*/ 321744 w 2915191"/>
                <a:gd name="connsiteY33" fmla="*/ 297491 h 460813"/>
                <a:gd name="connsiteX34" fmla="*/ 331493 w 2915191"/>
                <a:gd name="connsiteY34" fmla="*/ 315441 h 460813"/>
                <a:gd name="connsiteX35" fmla="*/ 341243 w 2915191"/>
                <a:gd name="connsiteY35" fmla="*/ 316161 h 460813"/>
                <a:gd name="connsiteX36" fmla="*/ 350993 w 2915191"/>
                <a:gd name="connsiteY36" fmla="*/ 305380 h 460813"/>
                <a:gd name="connsiteX37" fmla="*/ 360742 w 2915191"/>
                <a:gd name="connsiteY37" fmla="*/ 321532 h 460813"/>
                <a:gd name="connsiteX38" fmla="*/ 370492 w 2915191"/>
                <a:gd name="connsiteY38" fmla="*/ 303054 h 460813"/>
                <a:gd name="connsiteX39" fmla="*/ 380241 w 2915191"/>
                <a:gd name="connsiteY39" fmla="*/ 306360 h 460813"/>
                <a:gd name="connsiteX40" fmla="*/ 389991 w 2915191"/>
                <a:gd name="connsiteY40" fmla="*/ 306766 h 460813"/>
                <a:gd name="connsiteX41" fmla="*/ 399741 w 2915191"/>
                <a:gd name="connsiteY41" fmla="*/ 338366 h 460813"/>
                <a:gd name="connsiteX42" fmla="*/ 409491 w 2915191"/>
                <a:gd name="connsiteY42" fmla="*/ 370192 h 460813"/>
                <a:gd name="connsiteX43" fmla="*/ 419241 w 2915191"/>
                <a:gd name="connsiteY43" fmla="*/ 395099 h 460813"/>
                <a:gd name="connsiteX44" fmla="*/ 428991 w 2915191"/>
                <a:gd name="connsiteY44" fmla="*/ 357990 h 460813"/>
                <a:gd name="connsiteX45" fmla="*/ 438741 w 2915191"/>
                <a:gd name="connsiteY45" fmla="*/ 321091 h 460813"/>
                <a:gd name="connsiteX46" fmla="*/ 448491 w 2915191"/>
                <a:gd name="connsiteY46" fmla="*/ 344310 h 460813"/>
                <a:gd name="connsiteX47" fmla="*/ 458241 w 2915191"/>
                <a:gd name="connsiteY47" fmla="*/ 337536 h 460813"/>
                <a:gd name="connsiteX48" fmla="*/ 467991 w 2915191"/>
                <a:gd name="connsiteY48" fmla="*/ 354927 h 460813"/>
                <a:gd name="connsiteX49" fmla="*/ 477740 w 2915191"/>
                <a:gd name="connsiteY49" fmla="*/ 364693 h 460813"/>
                <a:gd name="connsiteX50" fmla="*/ 487490 w 2915191"/>
                <a:gd name="connsiteY50" fmla="*/ 384379 h 460813"/>
                <a:gd name="connsiteX51" fmla="*/ 497239 w 2915191"/>
                <a:gd name="connsiteY51" fmla="*/ 339683 h 460813"/>
                <a:gd name="connsiteX52" fmla="*/ 506989 w 2915191"/>
                <a:gd name="connsiteY52" fmla="*/ 351401 h 460813"/>
                <a:gd name="connsiteX53" fmla="*/ 516738 w 2915191"/>
                <a:gd name="connsiteY53" fmla="*/ 389090 h 460813"/>
                <a:gd name="connsiteX54" fmla="*/ 526488 w 2915191"/>
                <a:gd name="connsiteY54" fmla="*/ 394811 h 460813"/>
                <a:gd name="connsiteX55" fmla="*/ 536238 w 2915191"/>
                <a:gd name="connsiteY55" fmla="*/ 378048 h 460813"/>
                <a:gd name="connsiteX56" fmla="*/ 545988 w 2915191"/>
                <a:gd name="connsiteY56" fmla="*/ 389215 h 460813"/>
                <a:gd name="connsiteX57" fmla="*/ 555738 w 2915191"/>
                <a:gd name="connsiteY57" fmla="*/ 397246 h 460813"/>
                <a:gd name="connsiteX58" fmla="*/ 565488 w 2915191"/>
                <a:gd name="connsiteY58" fmla="*/ 384175 h 460813"/>
                <a:gd name="connsiteX59" fmla="*/ 575238 w 2915191"/>
                <a:gd name="connsiteY59" fmla="*/ 357664 h 460813"/>
                <a:gd name="connsiteX60" fmla="*/ 584988 w 2915191"/>
                <a:gd name="connsiteY60" fmla="*/ 362464 h 460813"/>
                <a:gd name="connsiteX61" fmla="*/ 594738 w 2915191"/>
                <a:gd name="connsiteY61" fmla="*/ 385225 h 460813"/>
                <a:gd name="connsiteX62" fmla="*/ 604488 w 2915191"/>
                <a:gd name="connsiteY62" fmla="*/ 370335 h 460813"/>
                <a:gd name="connsiteX63" fmla="*/ 614237 w 2915191"/>
                <a:gd name="connsiteY63" fmla="*/ 344712 h 460813"/>
                <a:gd name="connsiteX64" fmla="*/ 623987 w 2915191"/>
                <a:gd name="connsiteY64" fmla="*/ 332566 h 460813"/>
                <a:gd name="connsiteX65" fmla="*/ 633736 w 2915191"/>
                <a:gd name="connsiteY65" fmla="*/ 343368 h 460813"/>
                <a:gd name="connsiteX66" fmla="*/ 643486 w 2915191"/>
                <a:gd name="connsiteY66" fmla="*/ 314637 h 460813"/>
                <a:gd name="connsiteX67" fmla="*/ 653236 w 2915191"/>
                <a:gd name="connsiteY67" fmla="*/ 306649 h 460813"/>
                <a:gd name="connsiteX68" fmla="*/ 662985 w 2915191"/>
                <a:gd name="connsiteY68" fmla="*/ 303509 h 460813"/>
                <a:gd name="connsiteX69" fmla="*/ 672735 w 2915191"/>
                <a:gd name="connsiteY69" fmla="*/ 308916 h 460813"/>
                <a:gd name="connsiteX70" fmla="*/ 682485 w 2915191"/>
                <a:gd name="connsiteY70" fmla="*/ 289970 h 460813"/>
                <a:gd name="connsiteX71" fmla="*/ 692235 w 2915191"/>
                <a:gd name="connsiteY71" fmla="*/ 293462 h 460813"/>
                <a:gd name="connsiteX72" fmla="*/ 701985 w 2915191"/>
                <a:gd name="connsiteY72" fmla="*/ 317362 h 460813"/>
                <a:gd name="connsiteX73" fmla="*/ 711735 w 2915191"/>
                <a:gd name="connsiteY73" fmla="*/ 337550 h 460813"/>
                <a:gd name="connsiteX74" fmla="*/ 721485 w 2915191"/>
                <a:gd name="connsiteY74" fmla="*/ 337100 h 460813"/>
                <a:gd name="connsiteX75" fmla="*/ 731235 w 2915191"/>
                <a:gd name="connsiteY75" fmla="*/ 324424 h 460813"/>
                <a:gd name="connsiteX76" fmla="*/ 740985 w 2915191"/>
                <a:gd name="connsiteY76" fmla="*/ 336921 h 460813"/>
                <a:gd name="connsiteX77" fmla="*/ 750734 w 2915191"/>
                <a:gd name="connsiteY77" fmla="*/ 340770 h 460813"/>
                <a:gd name="connsiteX78" fmla="*/ 760484 w 2915191"/>
                <a:gd name="connsiteY78" fmla="*/ 362690 h 460813"/>
                <a:gd name="connsiteX79" fmla="*/ 770233 w 2915191"/>
                <a:gd name="connsiteY79" fmla="*/ 350141 h 460813"/>
                <a:gd name="connsiteX80" fmla="*/ 779983 w 2915191"/>
                <a:gd name="connsiteY80" fmla="*/ 335784 h 460813"/>
                <a:gd name="connsiteX81" fmla="*/ 789733 w 2915191"/>
                <a:gd name="connsiteY81" fmla="*/ 345846 h 460813"/>
                <a:gd name="connsiteX82" fmla="*/ 799482 w 2915191"/>
                <a:gd name="connsiteY82" fmla="*/ 348442 h 460813"/>
                <a:gd name="connsiteX83" fmla="*/ 809232 w 2915191"/>
                <a:gd name="connsiteY83" fmla="*/ 334884 h 460813"/>
                <a:gd name="connsiteX84" fmla="*/ 818982 w 2915191"/>
                <a:gd name="connsiteY84" fmla="*/ 315705 h 460813"/>
                <a:gd name="connsiteX85" fmla="*/ 828732 w 2915191"/>
                <a:gd name="connsiteY85" fmla="*/ 337143 h 460813"/>
                <a:gd name="connsiteX86" fmla="*/ 838482 w 2915191"/>
                <a:gd name="connsiteY86" fmla="*/ 278861 h 460813"/>
                <a:gd name="connsiteX87" fmla="*/ 848232 w 2915191"/>
                <a:gd name="connsiteY87" fmla="*/ 288364 h 460813"/>
                <a:gd name="connsiteX88" fmla="*/ 857982 w 2915191"/>
                <a:gd name="connsiteY88" fmla="*/ 326554 h 460813"/>
                <a:gd name="connsiteX89" fmla="*/ 867732 w 2915191"/>
                <a:gd name="connsiteY89" fmla="*/ 335763 h 460813"/>
                <a:gd name="connsiteX90" fmla="*/ 877482 w 2915191"/>
                <a:gd name="connsiteY90" fmla="*/ 314880 h 460813"/>
                <a:gd name="connsiteX91" fmla="*/ 887231 w 2915191"/>
                <a:gd name="connsiteY91" fmla="*/ 299261 h 460813"/>
                <a:gd name="connsiteX92" fmla="*/ 896981 w 2915191"/>
                <a:gd name="connsiteY92" fmla="*/ 293547 h 460813"/>
                <a:gd name="connsiteX93" fmla="*/ 906730 w 2915191"/>
                <a:gd name="connsiteY93" fmla="*/ 318986 h 460813"/>
                <a:gd name="connsiteX94" fmla="*/ 916480 w 2915191"/>
                <a:gd name="connsiteY94" fmla="*/ 296424 h 460813"/>
                <a:gd name="connsiteX95" fmla="*/ 926230 w 2915191"/>
                <a:gd name="connsiteY95" fmla="*/ 307610 h 460813"/>
                <a:gd name="connsiteX96" fmla="*/ 935979 w 2915191"/>
                <a:gd name="connsiteY96" fmla="*/ 322436 h 460813"/>
                <a:gd name="connsiteX97" fmla="*/ 945729 w 2915191"/>
                <a:gd name="connsiteY97" fmla="*/ 345708 h 460813"/>
                <a:gd name="connsiteX98" fmla="*/ 955479 w 2915191"/>
                <a:gd name="connsiteY98" fmla="*/ 347268 h 460813"/>
                <a:gd name="connsiteX99" fmla="*/ 965229 w 2915191"/>
                <a:gd name="connsiteY99" fmla="*/ 372238 h 460813"/>
                <a:gd name="connsiteX100" fmla="*/ 974979 w 2915191"/>
                <a:gd name="connsiteY100" fmla="*/ 372367 h 460813"/>
                <a:gd name="connsiteX101" fmla="*/ 984729 w 2915191"/>
                <a:gd name="connsiteY101" fmla="*/ 357127 h 460813"/>
                <a:gd name="connsiteX102" fmla="*/ 994474 w 2915191"/>
                <a:gd name="connsiteY102" fmla="*/ 309081 h 460813"/>
                <a:gd name="connsiteX103" fmla="*/ 1004233 w 2915191"/>
                <a:gd name="connsiteY103" fmla="*/ 319795 h 460813"/>
                <a:gd name="connsiteX104" fmla="*/ 1013977 w 2915191"/>
                <a:gd name="connsiteY104" fmla="*/ 331419 h 460813"/>
                <a:gd name="connsiteX105" fmla="*/ 1023721 w 2915191"/>
                <a:gd name="connsiteY105" fmla="*/ 353314 h 460813"/>
                <a:gd name="connsiteX106" fmla="*/ 1033480 w 2915191"/>
                <a:gd name="connsiteY106" fmla="*/ 354518 h 460813"/>
                <a:gd name="connsiteX107" fmla="*/ 1043224 w 2915191"/>
                <a:gd name="connsiteY107" fmla="*/ 371542 h 460813"/>
                <a:gd name="connsiteX108" fmla="*/ 1052983 w 2915191"/>
                <a:gd name="connsiteY108" fmla="*/ 368175 h 460813"/>
                <a:gd name="connsiteX109" fmla="*/ 1062727 w 2915191"/>
                <a:gd name="connsiteY109" fmla="*/ 376295 h 460813"/>
                <a:gd name="connsiteX110" fmla="*/ 1072471 w 2915191"/>
                <a:gd name="connsiteY110" fmla="*/ 372267 h 460813"/>
                <a:gd name="connsiteX111" fmla="*/ 1082230 w 2915191"/>
                <a:gd name="connsiteY111" fmla="*/ 337250 h 460813"/>
                <a:gd name="connsiteX112" fmla="*/ 1091973 w 2915191"/>
                <a:gd name="connsiteY112" fmla="*/ 319527 h 460813"/>
                <a:gd name="connsiteX113" fmla="*/ 1101732 w 2915191"/>
                <a:gd name="connsiteY113" fmla="*/ 299121 h 460813"/>
                <a:gd name="connsiteX114" fmla="*/ 1111476 w 2915191"/>
                <a:gd name="connsiteY114" fmla="*/ 306174 h 460813"/>
                <a:gd name="connsiteX115" fmla="*/ 1121220 w 2915191"/>
                <a:gd name="connsiteY115" fmla="*/ 329890 h 460813"/>
                <a:gd name="connsiteX116" fmla="*/ 1130979 w 2915191"/>
                <a:gd name="connsiteY116" fmla="*/ 362833 h 460813"/>
                <a:gd name="connsiteX117" fmla="*/ 1140723 w 2915191"/>
                <a:gd name="connsiteY117" fmla="*/ 334521 h 460813"/>
                <a:gd name="connsiteX118" fmla="*/ 1150482 w 2915191"/>
                <a:gd name="connsiteY118" fmla="*/ 320833 h 460813"/>
                <a:gd name="connsiteX119" fmla="*/ 1160226 w 2915191"/>
                <a:gd name="connsiteY119" fmla="*/ 293669 h 460813"/>
                <a:gd name="connsiteX120" fmla="*/ 1169969 w 2915191"/>
                <a:gd name="connsiteY120" fmla="*/ 292142 h 460813"/>
                <a:gd name="connsiteX121" fmla="*/ 1179728 w 2915191"/>
                <a:gd name="connsiteY121" fmla="*/ 241615 h 460813"/>
                <a:gd name="connsiteX122" fmla="*/ 1189472 w 2915191"/>
                <a:gd name="connsiteY122" fmla="*/ 218835 h 460813"/>
                <a:gd name="connsiteX123" fmla="*/ 1199231 w 2915191"/>
                <a:gd name="connsiteY123" fmla="*/ 223206 h 460813"/>
                <a:gd name="connsiteX124" fmla="*/ 1208975 w 2915191"/>
                <a:gd name="connsiteY124" fmla="*/ 222592 h 460813"/>
                <a:gd name="connsiteX125" fmla="*/ 1218719 w 2915191"/>
                <a:gd name="connsiteY125" fmla="*/ 174831 h 460813"/>
                <a:gd name="connsiteX126" fmla="*/ 1228478 w 2915191"/>
                <a:gd name="connsiteY126" fmla="*/ 184837 h 460813"/>
                <a:gd name="connsiteX127" fmla="*/ 1238222 w 2915191"/>
                <a:gd name="connsiteY127" fmla="*/ 196431 h 460813"/>
                <a:gd name="connsiteX128" fmla="*/ 1247966 w 2915191"/>
                <a:gd name="connsiteY128" fmla="*/ 227403 h 460813"/>
                <a:gd name="connsiteX129" fmla="*/ 1257725 w 2915191"/>
                <a:gd name="connsiteY129" fmla="*/ 223291 h 460813"/>
                <a:gd name="connsiteX130" fmla="*/ 1267469 w 2915191"/>
                <a:gd name="connsiteY130" fmla="*/ 174236 h 460813"/>
                <a:gd name="connsiteX131" fmla="*/ 1277227 w 2915191"/>
                <a:gd name="connsiteY131" fmla="*/ 158878 h 460813"/>
                <a:gd name="connsiteX132" fmla="*/ 1286971 w 2915191"/>
                <a:gd name="connsiteY132" fmla="*/ 152752 h 460813"/>
                <a:gd name="connsiteX133" fmla="*/ 1296715 w 2915191"/>
                <a:gd name="connsiteY133" fmla="*/ 153845 h 460813"/>
                <a:gd name="connsiteX134" fmla="*/ 1306474 w 2915191"/>
                <a:gd name="connsiteY134" fmla="*/ 179221 h 460813"/>
                <a:gd name="connsiteX135" fmla="*/ 1316218 w 2915191"/>
                <a:gd name="connsiteY135" fmla="*/ 182371 h 460813"/>
                <a:gd name="connsiteX136" fmla="*/ 1325977 w 2915191"/>
                <a:gd name="connsiteY136" fmla="*/ 197863 h 460813"/>
                <a:gd name="connsiteX137" fmla="*/ 1335721 w 2915191"/>
                <a:gd name="connsiteY137" fmla="*/ 165742 h 460813"/>
                <a:gd name="connsiteX138" fmla="*/ 1345465 w 2915191"/>
                <a:gd name="connsiteY138" fmla="*/ 171261 h 460813"/>
                <a:gd name="connsiteX139" fmla="*/ 1355224 w 2915191"/>
                <a:gd name="connsiteY139" fmla="*/ 172401 h 460813"/>
                <a:gd name="connsiteX140" fmla="*/ 1364967 w 2915191"/>
                <a:gd name="connsiteY140" fmla="*/ 183971 h 460813"/>
                <a:gd name="connsiteX141" fmla="*/ 1374726 w 2915191"/>
                <a:gd name="connsiteY141" fmla="*/ 182755 h 460813"/>
                <a:gd name="connsiteX142" fmla="*/ 1384470 w 2915191"/>
                <a:gd name="connsiteY142" fmla="*/ 148023 h 460813"/>
                <a:gd name="connsiteX143" fmla="*/ 1394214 w 2915191"/>
                <a:gd name="connsiteY143" fmla="*/ 172390 h 460813"/>
                <a:gd name="connsiteX144" fmla="*/ 1403973 w 2915191"/>
                <a:gd name="connsiteY144" fmla="*/ 166863 h 460813"/>
                <a:gd name="connsiteX145" fmla="*/ 1413717 w 2915191"/>
                <a:gd name="connsiteY145" fmla="*/ 190722 h 460813"/>
                <a:gd name="connsiteX146" fmla="*/ 1423476 w 2915191"/>
                <a:gd name="connsiteY146" fmla="*/ 196881 h 460813"/>
                <a:gd name="connsiteX147" fmla="*/ 1433220 w 2915191"/>
                <a:gd name="connsiteY147" fmla="*/ 190120 h 460813"/>
                <a:gd name="connsiteX148" fmla="*/ 1442964 w 2915191"/>
                <a:gd name="connsiteY148" fmla="*/ 184506 h 460813"/>
                <a:gd name="connsiteX149" fmla="*/ 1452722 w 2915191"/>
                <a:gd name="connsiteY149" fmla="*/ 165546 h 460813"/>
                <a:gd name="connsiteX150" fmla="*/ 1462466 w 2915191"/>
                <a:gd name="connsiteY150" fmla="*/ 180740 h 460813"/>
                <a:gd name="connsiteX151" fmla="*/ 1472225 w 2915191"/>
                <a:gd name="connsiteY151" fmla="*/ 145517 h 460813"/>
                <a:gd name="connsiteX152" fmla="*/ 1481969 w 2915191"/>
                <a:gd name="connsiteY152" fmla="*/ 137976 h 460813"/>
                <a:gd name="connsiteX153" fmla="*/ 1491713 w 2915191"/>
                <a:gd name="connsiteY153" fmla="*/ 156637 h 460813"/>
                <a:gd name="connsiteX154" fmla="*/ 1501472 w 2915191"/>
                <a:gd name="connsiteY154" fmla="*/ 154018 h 460813"/>
                <a:gd name="connsiteX155" fmla="*/ 1511216 w 2915191"/>
                <a:gd name="connsiteY155" fmla="*/ 139711 h 460813"/>
                <a:gd name="connsiteX156" fmla="*/ 1520960 w 2915191"/>
                <a:gd name="connsiteY156" fmla="*/ 137865 h 460813"/>
                <a:gd name="connsiteX157" fmla="*/ 1530719 w 2915191"/>
                <a:gd name="connsiteY157" fmla="*/ 144259 h 460813"/>
                <a:gd name="connsiteX158" fmla="*/ 1540463 w 2915191"/>
                <a:gd name="connsiteY158" fmla="*/ 113404 h 460813"/>
                <a:gd name="connsiteX159" fmla="*/ 1550221 w 2915191"/>
                <a:gd name="connsiteY159" fmla="*/ 142823 h 460813"/>
                <a:gd name="connsiteX160" fmla="*/ 1559965 w 2915191"/>
                <a:gd name="connsiteY160" fmla="*/ 96338 h 460813"/>
                <a:gd name="connsiteX161" fmla="*/ 1569709 w 2915191"/>
                <a:gd name="connsiteY161" fmla="*/ 56896 h 460813"/>
                <a:gd name="connsiteX162" fmla="*/ 1579468 w 2915191"/>
                <a:gd name="connsiteY162" fmla="*/ 62072 h 460813"/>
                <a:gd name="connsiteX163" fmla="*/ 1589212 w 2915191"/>
                <a:gd name="connsiteY163" fmla="*/ 73006 h 460813"/>
                <a:gd name="connsiteX164" fmla="*/ 1598971 w 2915191"/>
                <a:gd name="connsiteY164" fmla="*/ 44088 h 460813"/>
                <a:gd name="connsiteX165" fmla="*/ 1608715 w 2915191"/>
                <a:gd name="connsiteY165" fmla="*/ 52501 h 460813"/>
                <a:gd name="connsiteX166" fmla="*/ 1618459 w 2915191"/>
                <a:gd name="connsiteY166" fmla="*/ 27290 h 460813"/>
                <a:gd name="connsiteX167" fmla="*/ 1628218 w 2915191"/>
                <a:gd name="connsiteY167" fmla="*/ 34615 h 460813"/>
                <a:gd name="connsiteX168" fmla="*/ 1637962 w 2915191"/>
                <a:gd name="connsiteY168" fmla="*/ 27696 h 460813"/>
                <a:gd name="connsiteX169" fmla="*/ 1647720 w 2915191"/>
                <a:gd name="connsiteY169" fmla="*/ 23867 h 460813"/>
                <a:gd name="connsiteX170" fmla="*/ 1657464 w 2915191"/>
                <a:gd name="connsiteY170" fmla="*/ 34883 h 460813"/>
                <a:gd name="connsiteX171" fmla="*/ 1667208 w 2915191"/>
                <a:gd name="connsiteY171" fmla="*/ 18308 h 460813"/>
                <a:gd name="connsiteX172" fmla="*/ 1676967 w 2915191"/>
                <a:gd name="connsiteY172" fmla="*/ 23624 h 460813"/>
                <a:gd name="connsiteX173" fmla="*/ 1686711 w 2915191"/>
                <a:gd name="connsiteY173" fmla="*/ 31632 h 460813"/>
                <a:gd name="connsiteX174" fmla="*/ 1696470 w 2915191"/>
                <a:gd name="connsiteY174" fmla="*/ 59855 h 460813"/>
                <a:gd name="connsiteX175" fmla="*/ 1706214 w 2915191"/>
                <a:gd name="connsiteY175" fmla="*/ 56591 h 460813"/>
                <a:gd name="connsiteX176" fmla="*/ 1715958 w 2915191"/>
                <a:gd name="connsiteY176" fmla="*/ 110570 h 460813"/>
                <a:gd name="connsiteX177" fmla="*/ 1725716 w 2915191"/>
                <a:gd name="connsiteY177" fmla="*/ 95814 h 460813"/>
                <a:gd name="connsiteX178" fmla="*/ 1735460 w 2915191"/>
                <a:gd name="connsiteY178" fmla="*/ 121735 h 460813"/>
                <a:gd name="connsiteX179" fmla="*/ 1745219 w 2915191"/>
                <a:gd name="connsiteY179" fmla="*/ 79932 h 460813"/>
                <a:gd name="connsiteX180" fmla="*/ 1754963 w 2915191"/>
                <a:gd name="connsiteY180" fmla="*/ 56524 h 460813"/>
                <a:gd name="connsiteX181" fmla="*/ 1764707 w 2915191"/>
                <a:gd name="connsiteY181" fmla="*/ 41455 h 460813"/>
                <a:gd name="connsiteX182" fmla="*/ 1774466 w 2915191"/>
                <a:gd name="connsiteY182" fmla="*/ 48931 h 460813"/>
                <a:gd name="connsiteX183" fmla="*/ 1784210 w 2915191"/>
                <a:gd name="connsiteY183" fmla="*/ 38727 h 460813"/>
                <a:gd name="connsiteX184" fmla="*/ 1793969 w 2915191"/>
                <a:gd name="connsiteY184" fmla="*/ 23236 h 460813"/>
                <a:gd name="connsiteX185" fmla="*/ 1803713 w 2915191"/>
                <a:gd name="connsiteY185" fmla="*/ 33286 h 460813"/>
                <a:gd name="connsiteX186" fmla="*/ 1813457 w 2915191"/>
                <a:gd name="connsiteY186" fmla="*/ 13811 h 460813"/>
                <a:gd name="connsiteX187" fmla="*/ 1823215 w 2915191"/>
                <a:gd name="connsiteY187" fmla="*/ 0 h 460813"/>
                <a:gd name="connsiteX188" fmla="*/ 1832959 w 2915191"/>
                <a:gd name="connsiteY188" fmla="*/ 12141 h 460813"/>
                <a:gd name="connsiteX189" fmla="*/ 1842703 w 2915191"/>
                <a:gd name="connsiteY189" fmla="*/ 32806 h 460813"/>
                <a:gd name="connsiteX190" fmla="*/ 1852462 w 2915191"/>
                <a:gd name="connsiteY190" fmla="*/ 38061 h 460813"/>
                <a:gd name="connsiteX191" fmla="*/ 1862206 w 2915191"/>
                <a:gd name="connsiteY191" fmla="*/ 27089 h 460813"/>
                <a:gd name="connsiteX192" fmla="*/ 1871965 w 2915191"/>
                <a:gd name="connsiteY192" fmla="*/ 41455 h 460813"/>
                <a:gd name="connsiteX193" fmla="*/ 1881709 w 2915191"/>
                <a:gd name="connsiteY193" fmla="*/ 20468 h 460813"/>
                <a:gd name="connsiteX194" fmla="*/ 1891453 w 2915191"/>
                <a:gd name="connsiteY194" fmla="*/ 47006 h 460813"/>
                <a:gd name="connsiteX195" fmla="*/ 1901212 w 2915191"/>
                <a:gd name="connsiteY195" fmla="*/ 51966 h 460813"/>
                <a:gd name="connsiteX196" fmla="*/ 1910956 w 2915191"/>
                <a:gd name="connsiteY196" fmla="*/ 63864 h 460813"/>
                <a:gd name="connsiteX197" fmla="*/ 1920714 w 2915191"/>
                <a:gd name="connsiteY197" fmla="*/ 81859 h 460813"/>
                <a:gd name="connsiteX198" fmla="*/ 1930458 w 2915191"/>
                <a:gd name="connsiteY198" fmla="*/ 104473 h 460813"/>
                <a:gd name="connsiteX199" fmla="*/ 1940202 w 2915191"/>
                <a:gd name="connsiteY199" fmla="*/ 97138 h 460813"/>
                <a:gd name="connsiteX200" fmla="*/ 1949961 w 2915191"/>
                <a:gd name="connsiteY200" fmla="*/ 111641 h 460813"/>
                <a:gd name="connsiteX201" fmla="*/ 1959705 w 2915191"/>
                <a:gd name="connsiteY201" fmla="*/ 115850 h 460813"/>
                <a:gd name="connsiteX202" fmla="*/ 1969464 w 2915191"/>
                <a:gd name="connsiteY202" fmla="*/ 92557 h 460813"/>
                <a:gd name="connsiteX203" fmla="*/ 1979208 w 2915191"/>
                <a:gd name="connsiteY203" fmla="*/ 122587 h 460813"/>
                <a:gd name="connsiteX204" fmla="*/ 1988952 w 2915191"/>
                <a:gd name="connsiteY204" fmla="*/ 89599 h 460813"/>
                <a:gd name="connsiteX205" fmla="*/ 1998711 w 2915191"/>
                <a:gd name="connsiteY205" fmla="*/ 100617 h 460813"/>
                <a:gd name="connsiteX206" fmla="*/ 2008454 w 2915191"/>
                <a:gd name="connsiteY206" fmla="*/ 119755 h 460813"/>
                <a:gd name="connsiteX207" fmla="*/ 2018213 w 2915191"/>
                <a:gd name="connsiteY207" fmla="*/ 123347 h 460813"/>
                <a:gd name="connsiteX208" fmla="*/ 2027957 w 2915191"/>
                <a:gd name="connsiteY208" fmla="*/ 117826 h 460813"/>
                <a:gd name="connsiteX209" fmla="*/ 2037701 w 2915191"/>
                <a:gd name="connsiteY209" fmla="*/ 155033 h 460813"/>
                <a:gd name="connsiteX210" fmla="*/ 2047460 w 2915191"/>
                <a:gd name="connsiteY210" fmla="*/ 161003 h 460813"/>
                <a:gd name="connsiteX211" fmla="*/ 2057204 w 2915191"/>
                <a:gd name="connsiteY211" fmla="*/ 182216 h 460813"/>
                <a:gd name="connsiteX212" fmla="*/ 2066963 w 2915191"/>
                <a:gd name="connsiteY212" fmla="*/ 197306 h 460813"/>
                <a:gd name="connsiteX213" fmla="*/ 2076707 w 2915191"/>
                <a:gd name="connsiteY213" fmla="*/ 196863 h 460813"/>
                <a:gd name="connsiteX214" fmla="*/ 2086451 w 2915191"/>
                <a:gd name="connsiteY214" fmla="*/ 216780 h 460813"/>
                <a:gd name="connsiteX215" fmla="*/ 2096210 w 2915191"/>
                <a:gd name="connsiteY215" fmla="*/ 203162 h 460813"/>
                <a:gd name="connsiteX216" fmla="*/ 2105954 w 2915191"/>
                <a:gd name="connsiteY216" fmla="*/ 204127 h 460813"/>
                <a:gd name="connsiteX217" fmla="*/ 2115697 w 2915191"/>
                <a:gd name="connsiteY217" fmla="*/ 189891 h 460813"/>
                <a:gd name="connsiteX218" fmla="*/ 2125456 w 2915191"/>
                <a:gd name="connsiteY218" fmla="*/ 198168 h 460813"/>
                <a:gd name="connsiteX219" fmla="*/ 2135200 w 2915191"/>
                <a:gd name="connsiteY219" fmla="*/ 211005 h 460813"/>
                <a:gd name="connsiteX220" fmla="*/ 2144959 w 2915191"/>
                <a:gd name="connsiteY220" fmla="*/ 184957 h 460813"/>
                <a:gd name="connsiteX221" fmla="*/ 2154703 w 2915191"/>
                <a:gd name="connsiteY221" fmla="*/ 179130 h 460813"/>
                <a:gd name="connsiteX222" fmla="*/ 2164447 w 2915191"/>
                <a:gd name="connsiteY222" fmla="*/ 203280 h 460813"/>
                <a:gd name="connsiteX223" fmla="*/ 2174206 w 2915191"/>
                <a:gd name="connsiteY223" fmla="*/ 204401 h 460813"/>
                <a:gd name="connsiteX224" fmla="*/ 2183950 w 2915191"/>
                <a:gd name="connsiteY224" fmla="*/ 173150 h 460813"/>
                <a:gd name="connsiteX225" fmla="*/ 2193709 w 2915191"/>
                <a:gd name="connsiteY225" fmla="*/ 185339 h 460813"/>
                <a:gd name="connsiteX226" fmla="*/ 2203452 w 2915191"/>
                <a:gd name="connsiteY226" fmla="*/ 210739 h 460813"/>
                <a:gd name="connsiteX227" fmla="*/ 2213196 w 2915191"/>
                <a:gd name="connsiteY227" fmla="*/ 218237 h 460813"/>
                <a:gd name="connsiteX228" fmla="*/ 2222955 w 2915191"/>
                <a:gd name="connsiteY228" fmla="*/ 193077 h 460813"/>
                <a:gd name="connsiteX229" fmla="*/ 2232699 w 2915191"/>
                <a:gd name="connsiteY229" fmla="*/ 222294 h 460813"/>
                <a:gd name="connsiteX230" fmla="*/ 2242458 w 2915191"/>
                <a:gd name="connsiteY230" fmla="*/ 233273 h 460813"/>
                <a:gd name="connsiteX231" fmla="*/ 2252202 w 2915191"/>
                <a:gd name="connsiteY231" fmla="*/ 211509 h 460813"/>
                <a:gd name="connsiteX232" fmla="*/ 2261946 w 2915191"/>
                <a:gd name="connsiteY232" fmla="*/ 226025 h 460813"/>
                <a:gd name="connsiteX233" fmla="*/ 2271705 w 2915191"/>
                <a:gd name="connsiteY233" fmla="*/ 231906 h 460813"/>
                <a:gd name="connsiteX234" fmla="*/ 2281449 w 2915191"/>
                <a:gd name="connsiteY234" fmla="*/ 186613 h 460813"/>
                <a:gd name="connsiteX235" fmla="*/ 2291208 w 2915191"/>
                <a:gd name="connsiteY235" fmla="*/ 219359 h 460813"/>
                <a:gd name="connsiteX236" fmla="*/ 2300951 w 2915191"/>
                <a:gd name="connsiteY236" fmla="*/ 232727 h 460813"/>
                <a:gd name="connsiteX237" fmla="*/ 2310695 w 2915191"/>
                <a:gd name="connsiteY237" fmla="*/ 238923 h 460813"/>
                <a:gd name="connsiteX238" fmla="*/ 2320454 w 2915191"/>
                <a:gd name="connsiteY238" fmla="*/ 238448 h 460813"/>
                <a:gd name="connsiteX239" fmla="*/ 2330198 w 2915191"/>
                <a:gd name="connsiteY239" fmla="*/ 301906 h 460813"/>
                <a:gd name="connsiteX240" fmla="*/ 2339957 w 2915191"/>
                <a:gd name="connsiteY240" fmla="*/ 275601 h 460813"/>
                <a:gd name="connsiteX241" fmla="*/ 2349701 w 2915191"/>
                <a:gd name="connsiteY241" fmla="*/ 271334 h 460813"/>
                <a:gd name="connsiteX242" fmla="*/ 2359445 w 2915191"/>
                <a:gd name="connsiteY242" fmla="*/ 285685 h 460813"/>
                <a:gd name="connsiteX243" fmla="*/ 2369204 w 2915191"/>
                <a:gd name="connsiteY243" fmla="*/ 311298 h 460813"/>
                <a:gd name="connsiteX244" fmla="*/ 2378948 w 2915191"/>
                <a:gd name="connsiteY244" fmla="*/ 311016 h 460813"/>
                <a:gd name="connsiteX245" fmla="*/ 2388692 w 2915191"/>
                <a:gd name="connsiteY245" fmla="*/ 322839 h 460813"/>
                <a:gd name="connsiteX246" fmla="*/ 2398450 w 2915191"/>
                <a:gd name="connsiteY246" fmla="*/ 346456 h 460813"/>
                <a:gd name="connsiteX247" fmla="*/ 2408194 w 2915191"/>
                <a:gd name="connsiteY247" fmla="*/ 335172 h 460813"/>
                <a:gd name="connsiteX248" fmla="*/ 2417953 w 2915191"/>
                <a:gd name="connsiteY248" fmla="*/ 318652 h 460813"/>
                <a:gd name="connsiteX249" fmla="*/ 2427697 w 2915191"/>
                <a:gd name="connsiteY249" fmla="*/ 316574 h 460813"/>
                <a:gd name="connsiteX250" fmla="*/ 2437441 w 2915191"/>
                <a:gd name="connsiteY250" fmla="*/ 314200 h 460813"/>
                <a:gd name="connsiteX251" fmla="*/ 2447200 w 2915191"/>
                <a:gd name="connsiteY251" fmla="*/ 342070 h 460813"/>
                <a:gd name="connsiteX252" fmla="*/ 2456944 w 2915191"/>
                <a:gd name="connsiteY252" fmla="*/ 366326 h 460813"/>
                <a:gd name="connsiteX253" fmla="*/ 2466703 w 2915191"/>
                <a:gd name="connsiteY253" fmla="*/ 377537 h 460813"/>
                <a:gd name="connsiteX254" fmla="*/ 2476446 w 2915191"/>
                <a:gd name="connsiteY254" fmla="*/ 382846 h 460813"/>
                <a:gd name="connsiteX255" fmla="*/ 2486190 w 2915191"/>
                <a:gd name="connsiteY255" fmla="*/ 363967 h 460813"/>
                <a:gd name="connsiteX256" fmla="*/ 2495949 w 2915191"/>
                <a:gd name="connsiteY256" fmla="*/ 341298 h 460813"/>
                <a:gd name="connsiteX257" fmla="*/ 2505693 w 2915191"/>
                <a:gd name="connsiteY257" fmla="*/ 326620 h 460813"/>
                <a:gd name="connsiteX258" fmla="*/ 2515452 w 2915191"/>
                <a:gd name="connsiteY258" fmla="*/ 330781 h 460813"/>
                <a:gd name="connsiteX259" fmla="*/ 2525196 w 2915191"/>
                <a:gd name="connsiteY259" fmla="*/ 317327 h 460813"/>
                <a:gd name="connsiteX260" fmla="*/ 2534940 w 2915191"/>
                <a:gd name="connsiteY260" fmla="*/ 275813 h 460813"/>
                <a:gd name="connsiteX261" fmla="*/ 2544699 w 2915191"/>
                <a:gd name="connsiteY261" fmla="*/ 252770 h 460813"/>
                <a:gd name="connsiteX262" fmla="*/ 2554443 w 2915191"/>
                <a:gd name="connsiteY262" fmla="*/ 257185 h 460813"/>
                <a:gd name="connsiteX263" fmla="*/ 2564202 w 2915191"/>
                <a:gd name="connsiteY263" fmla="*/ 243774 h 460813"/>
                <a:gd name="connsiteX264" fmla="*/ 2573946 w 2915191"/>
                <a:gd name="connsiteY264" fmla="*/ 228434 h 460813"/>
                <a:gd name="connsiteX265" fmla="*/ 2583690 w 2915191"/>
                <a:gd name="connsiteY265" fmla="*/ 245672 h 460813"/>
                <a:gd name="connsiteX266" fmla="*/ 2593448 w 2915191"/>
                <a:gd name="connsiteY266" fmla="*/ 236892 h 460813"/>
                <a:gd name="connsiteX267" fmla="*/ 2603192 w 2915191"/>
                <a:gd name="connsiteY267" fmla="*/ 268976 h 460813"/>
                <a:gd name="connsiteX268" fmla="*/ 2612951 w 2915191"/>
                <a:gd name="connsiteY268" fmla="*/ 264555 h 460813"/>
                <a:gd name="connsiteX269" fmla="*/ 2622695 w 2915191"/>
                <a:gd name="connsiteY269" fmla="*/ 223406 h 460813"/>
                <a:gd name="connsiteX270" fmla="*/ 2632439 w 2915191"/>
                <a:gd name="connsiteY270" fmla="*/ 222671 h 460813"/>
                <a:gd name="connsiteX271" fmla="*/ 2642198 w 2915191"/>
                <a:gd name="connsiteY271" fmla="*/ 222428 h 460813"/>
                <a:gd name="connsiteX272" fmla="*/ 2651942 w 2915191"/>
                <a:gd name="connsiteY272" fmla="*/ 249989 h 460813"/>
                <a:gd name="connsiteX273" fmla="*/ 2661685 w 2915191"/>
                <a:gd name="connsiteY273" fmla="*/ 253916 h 460813"/>
                <a:gd name="connsiteX274" fmla="*/ 2671444 w 2915191"/>
                <a:gd name="connsiteY274" fmla="*/ 264689 h 460813"/>
                <a:gd name="connsiteX275" fmla="*/ 2681188 w 2915191"/>
                <a:gd name="connsiteY275" fmla="*/ 272496 h 460813"/>
                <a:gd name="connsiteX276" fmla="*/ 2690947 w 2915191"/>
                <a:gd name="connsiteY276" fmla="*/ 275954 h 460813"/>
                <a:gd name="connsiteX277" fmla="*/ 2700691 w 2915191"/>
                <a:gd name="connsiteY277" fmla="*/ 262064 h 460813"/>
                <a:gd name="connsiteX278" fmla="*/ 2710435 w 2915191"/>
                <a:gd name="connsiteY278" fmla="*/ 267332 h 460813"/>
                <a:gd name="connsiteX279" fmla="*/ 2720194 w 2915191"/>
                <a:gd name="connsiteY279" fmla="*/ 314403 h 460813"/>
                <a:gd name="connsiteX280" fmla="*/ 2729938 w 2915191"/>
                <a:gd name="connsiteY280" fmla="*/ 292874 h 460813"/>
                <a:gd name="connsiteX281" fmla="*/ 2739697 w 2915191"/>
                <a:gd name="connsiteY281" fmla="*/ 304742 h 460813"/>
                <a:gd name="connsiteX282" fmla="*/ 2749441 w 2915191"/>
                <a:gd name="connsiteY282" fmla="*/ 305961 h 460813"/>
                <a:gd name="connsiteX283" fmla="*/ 2759185 w 2915191"/>
                <a:gd name="connsiteY283" fmla="*/ 360009 h 460813"/>
                <a:gd name="connsiteX284" fmla="*/ 2768943 w 2915191"/>
                <a:gd name="connsiteY284" fmla="*/ 385781 h 460813"/>
                <a:gd name="connsiteX285" fmla="*/ 2778687 w 2915191"/>
                <a:gd name="connsiteY285" fmla="*/ 388112 h 460813"/>
                <a:gd name="connsiteX286" fmla="*/ 2788446 w 2915191"/>
                <a:gd name="connsiteY286" fmla="*/ 385134 h 460813"/>
                <a:gd name="connsiteX287" fmla="*/ 2798190 w 2915191"/>
                <a:gd name="connsiteY287" fmla="*/ 386557 h 460813"/>
                <a:gd name="connsiteX288" fmla="*/ 2807934 w 2915191"/>
                <a:gd name="connsiteY288" fmla="*/ 352629 h 460813"/>
                <a:gd name="connsiteX289" fmla="*/ 2817693 w 2915191"/>
                <a:gd name="connsiteY289" fmla="*/ 358097 h 460813"/>
                <a:gd name="connsiteX290" fmla="*/ 2827437 w 2915191"/>
                <a:gd name="connsiteY290" fmla="*/ 334774 h 460813"/>
                <a:gd name="connsiteX291" fmla="*/ 2837196 w 2915191"/>
                <a:gd name="connsiteY291" fmla="*/ 346404 h 460813"/>
                <a:gd name="connsiteX292" fmla="*/ 2846940 w 2915191"/>
                <a:gd name="connsiteY292" fmla="*/ 349834 h 460813"/>
                <a:gd name="connsiteX293" fmla="*/ 2856684 w 2915191"/>
                <a:gd name="connsiteY293" fmla="*/ 365746 h 460813"/>
                <a:gd name="connsiteX294" fmla="*/ 2866442 w 2915191"/>
                <a:gd name="connsiteY294" fmla="*/ 328862 h 460813"/>
                <a:gd name="connsiteX295" fmla="*/ 2876186 w 2915191"/>
                <a:gd name="connsiteY295" fmla="*/ 360794 h 460813"/>
                <a:gd name="connsiteX296" fmla="*/ 2885945 w 2915191"/>
                <a:gd name="connsiteY296" fmla="*/ 366071 h 460813"/>
                <a:gd name="connsiteX297" fmla="*/ 2895689 w 2915191"/>
                <a:gd name="connsiteY297" fmla="*/ 400792 h 460813"/>
                <a:gd name="connsiteX298" fmla="*/ 2905433 w 2915191"/>
                <a:gd name="connsiteY298" fmla="*/ 437230 h 460813"/>
                <a:gd name="connsiteX299" fmla="*/ 2915192 w 2915191"/>
                <a:gd name="connsiteY299" fmla="*/ 428149 h 460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60813">
                  <a:moveTo>
                    <a:pt x="0" y="415399"/>
                  </a:moveTo>
                  <a:lnTo>
                    <a:pt x="9750" y="429487"/>
                  </a:lnTo>
                  <a:lnTo>
                    <a:pt x="19500" y="460814"/>
                  </a:lnTo>
                  <a:lnTo>
                    <a:pt x="29250" y="453553"/>
                  </a:lnTo>
                  <a:lnTo>
                    <a:pt x="39000" y="411550"/>
                  </a:lnTo>
                  <a:lnTo>
                    <a:pt x="48749" y="370751"/>
                  </a:lnTo>
                  <a:lnTo>
                    <a:pt x="58499" y="384781"/>
                  </a:lnTo>
                  <a:lnTo>
                    <a:pt x="68249" y="370834"/>
                  </a:lnTo>
                  <a:lnTo>
                    <a:pt x="77998" y="382438"/>
                  </a:lnTo>
                  <a:lnTo>
                    <a:pt x="87748" y="387201"/>
                  </a:lnTo>
                  <a:lnTo>
                    <a:pt x="97497" y="336187"/>
                  </a:lnTo>
                  <a:lnTo>
                    <a:pt x="107247" y="333380"/>
                  </a:lnTo>
                  <a:lnTo>
                    <a:pt x="116997" y="340427"/>
                  </a:lnTo>
                  <a:lnTo>
                    <a:pt x="126747" y="350524"/>
                  </a:lnTo>
                  <a:lnTo>
                    <a:pt x="136497" y="361430"/>
                  </a:lnTo>
                  <a:lnTo>
                    <a:pt x="146247" y="357422"/>
                  </a:lnTo>
                  <a:lnTo>
                    <a:pt x="155997" y="386272"/>
                  </a:lnTo>
                  <a:lnTo>
                    <a:pt x="165747" y="362364"/>
                  </a:lnTo>
                  <a:lnTo>
                    <a:pt x="175497" y="368136"/>
                  </a:lnTo>
                  <a:lnTo>
                    <a:pt x="185247" y="382630"/>
                  </a:lnTo>
                  <a:lnTo>
                    <a:pt x="194996" y="382370"/>
                  </a:lnTo>
                  <a:lnTo>
                    <a:pt x="204746" y="402772"/>
                  </a:lnTo>
                  <a:lnTo>
                    <a:pt x="214495" y="392791"/>
                  </a:lnTo>
                  <a:lnTo>
                    <a:pt x="224245" y="398110"/>
                  </a:lnTo>
                  <a:lnTo>
                    <a:pt x="233995" y="399892"/>
                  </a:lnTo>
                  <a:lnTo>
                    <a:pt x="243744" y="402214"/>
                  </a:lnTo>
                  <a:lnTo>
                    <a:pt x="253494" y="349104"/>
                  </a:lnTo>
                  <a:lnTo>
                    <a:pt x="263244" y="307519"/>
                  </a:lnTo>
                  <a:lnTo>
                    <a:pt x="272994" y="304468"/>
                  </a:lnTo>
                  <a:lnTo>
                    <a:pt x="282744" y="302206"/>
                  </a:lnTo>
                  <a:lnTo>
                    <a:pt x="292494" y="290369"/>
                  </a:lnTo>
                  <a:lnTo>
                    <a:pt x="302244" y="282498"/>
                  </a:lnTo>
                  <a:lnTo>
                    <a:pt x="311994" y="249037"/>
                  </a:lnTo>
                  <a:lnTo>
                    <a:pt x="321744" y="297491"/>
                  </a:lnTo>
                  <a:lnTo>
                    <a:pt x="331493" y="315441"/>
                  </a:lnTo>
                  <a:lnTo>
                    <a:pt x="341243" y="316161"/>
                  </a:lnTo>
                  <a:lnTo>
                    <a:pt x="350993" y="305380"/>
                  </a:lnTo>
                  <a:lnTo>
                    <a:pt x="360742" y="321532"/>
                  </a:lnTo>
                  <a:lnTo>
                    <a:pt x="370492" y="303054"/>
                  </a:lnTo>
                  <a:lnTo>
                    <a:pt x="380241" y="306360"/>
                  </a:lnTo>
                  <a:lnTo>
                    <a:pt x="389991" y="306766"/>
                  </a:lnTo>
                  <a:lnTo>
                    <a:pt x="399741" y="338366"/>
                  </a:lnTo>
                  <a:lnTo>
                    <a:pt x="409491" y="370192"/>
                  </a:lnTo>
                  <a:lnTo>
                    <a:pt x="419241" y="395099"/>
                  </a:lnTo>
                  <a:lnTo>
                    <a:pt x="428991" y="357990"/>
                  </a:lnTo>
                  <a:lnTo>
                    <a:pt x="438741" y="321091"/>
                  </a:lnTo>
                  <a:lnTo>
                    <a:pt x="448491" y="344310"/>
                  </a:lnTo>
                  <a:lnTo>
                    <a:pt x="458241" y="337536"/>
                  </a:lnTo>
                  <a:lnTo>
                    <a:pt x="467991" y="354927"/>
                  </a:lnTo>
                  <a:lnTo>
                    <a:pt x="477740" y="364693"/>
                  </a:lnTo>
                  <a:lnTo>
                    <a:pt x="487490" y="384379"/>
                  </a:lnTo>
                  <a:lnTo>
                    <a:pt x="497239" y="339683"/>
                  </a:lnTo>
                  <a:lnTo>
                    <a:pt x="506989" y="351401"/>
                  </a:lnTo>
                  <a:lnTo>
                    <a:pt x="516738" y="389090"/>
                  </a:lnTo>
                  <a:lnTo>
                    <a:pt x="526488" y="394811"/>
                  </a:lnTo>
                  <a:lnTo>
                    <a:pt x="536238" y="378048"/>
                  </a:lnTo>
                  <a:lnTo>
                    <a:pt x="545988" y="389215"/>
                  </a:lnTo>
                  <a:lnTo>
                    <a:pt x="555738" y="397246"/>
                  </a:lnTo>
                  <a:lnTo>
                    <a:pt x="565488" y="384175"/>
                  </a:lnTo>
                  <a:lnTo>
                    <a:pt x="575238" y="357664"/>
                  </a:lnTo>
                  <a:lnTo>
                    <a:pt x="584988" y="362464"/>
                  </a:lnTo>
                  <a:lnTo>
                    <a:pt x="594738" y="385225"/>
                  </a:lnTo>
                  <a:lnTo>
                    <a:pt x="604488" y="370335"/>
                  </a:lnTo>
                  <a:lnTo>
                    <a:pt x="614237" y="344712"/>
                  </a:lnTo>
                  <a:lnTo>
                    <a:pt x="623987" y="332566"/>
                  </a:lnTo>
                  <a:lnTo>
                    <a:pt x="633736" y="343368"/>
                  </a:lnTo>
                  <a:lnTo>
                    <a:pt x="643486" y="314637"/>
                  </a:lnTo>
                  <a:lnTo>
                    <a:pt x="653236" y="306649"/>
                  </a:lnTo>
                  <a:lnTo>
                    <a:pt x="662985" y="303509"/>
                  </a:lnTo>
                  <a:lnTo>
                    <a:pt x="672735" y="308916"/>
                  </a:lnTo>
                  <a:lnTo>
                    <a:pt x="682485" y="289970"/>
                  </a:lnTo>
                  <a:lnTo>
                    <a:pt x="692235" y="293462"/>
                  </a:lnTo>
                  <a:lnTo>
                    <a:pt x="701985" y="317362"/>
                  </a:lnTo>
                  <a:lnTo>
                    <a:pt x="711735" y="337550"/>
                  </a:lnTo>
                  <a:lnTo>
                    <a:pt x="721485" y="337100"/>
                  </a:lnTo>
                  <a:lnTo>
                    <a:pt x="731235" y="324424"/>
                  </a:lnTo>
                  <a:lnTo>
                    <a:pt x="740985" y="336921"/>
                  </a:lnTo>
                  <a:lnTo>
                    <a:pt x="750734" y="340770"/>
                  </a:lnTo>
                  <a:lnTo>
                    <a:pt x="760484" y="362690"/>
                  </a:lnTo>
                  <a:lnTo>
                    <a:pt x="770233" y="350141"/>
                  </a:lnTo>
                  <a:lnTo>
                    <a:pt x="779983" y="335784"/>
                  </a:lnTo>
                  <a:lnTo>
                    <a:pt x="789733" y="345846"/>
                  </a:lnTo>
                  <a:lnTo>
                    <a:pt x="799482" y="348442"/>
                  </a:lnTo>
                  <a:lnTo>
                    <a:pt x="809232" y="334884"/>
                  </a:lnTo>
                  <a:lnTo>
                    <a:pt x="818982" y="315705"/>
                  </a:lnTo>
                  <a:lnTo>
                    <a:pt x="828732" y="337143"/>
                  </a:lnTo>
                  <a:lnTo>
                    <a:pt x="838482" y="278861"/>
                  </a:lnTo>
                  <a:lnTo>
                    <a:pt x="848232" y="288364"/>
                  </a:lnTo>
                  <a:lnTo>
                    <a:pt x="857982" y="326554"/>
                  </a:lnTo>
                  <a:lnTo>
                    <a:pt x="867732" y="335763"/>
                  </a:lnTo>
                  <a:lnTo>
                    <a:pt x="877482" y="314880"/>
                  </a:lnTo>
                  <a:lnTo>
                    <a:pt x="887231" y="299261"/>
                  </a:lnTo>
                  <a:lnTo>
                    <a:pt x="896981" y="293547"/>
                  </a:lnTo>
                  <a:lnTo>
                    <a:pt x="906730" y="318986"/>
                  </a:lnTo>
                  <a:lnTo>
                    <a:pt x="916480" y="296424"/>
                  </a:lnTo>
                  <a:lnTo>
                    <a:pt x="926230" y="307610"/>
                  </a:lnTo>
                  <a:lnTo>
                    <a:pt x="935979" y="322436"/>
                  </a:lnTo>
                  <a:lnTo>
                    <a:pt x="945729" y="345708"/>
                  </a:lnTo>
                  <a:lnTo>
                    <a:pt x="955479" y="347268"/>
                  </a:lnTo>
                  <a:lnTo>
                    <a:pt x="965229" y="372238"/>
                  </a:lnTo>
                  <a:lnTo>
                    <a:pt x="974979" y="372367"/>
                  </a:lnTo>
                  <a:lnTo>
                    <a:pt x="984729" y="357127"/>
                  </a:lnTo>
                  <a:lnTo>
                    <a:pt x="994474" y="309081"/>
                  </a:lnTo>
                  <a:lnTo>
                    <a:pt x="1004233" y="319795"/>
                  </a:lnTo>
                  <a:lnTo>
                    <a:pt x="1013977" y="331419"/>
                  </a:lnTo>
                  <a:lnTo>
                    <a:pt x="1023721" y="353314"/>
                  </a:lnTo>
                  <a:lnTo>
                    <a:pt x="1033480" y="354518"/>
                  </a:lnTo>
                  <a:lnTo>
                    <a:pt x="1043224" y="371542"/>
                  </a:lnTo>
                  <a:lnTo>
                    <a:pt x="1052983" y="368175"/>
                  </a:lnTo>
                  <a:lnTo>
                    <a:pt x="1062727" y="376295"/>
                  </a:lnTo>
                  <a:lnTo>
                    <a:pt x="1072471" y="372267"/>
                  </a:lnTo>
                  <a:lnTo>
                    <a:pt x="1082230" y="337250"/>
                  </a:lnTo>
                  <a:lnTo>
                    <a:pt x="1091973" y="319527"/>
                  </a:lnTo>
                  <a:lnTo>
                    <a:pt x="1101732" y="299121"/>
                  </a:lnTo>
                  <a:lnTo>
                    <a:pt x="1111476" y="306174"/>
                  </a:lnTo>
                  <a:lnTo>
                    <a:pt x="1121220" y="329890"/>
                  </a:lnTo>
                  <a:lnTo>
                    <a:pt x="1130979" y="362833"/>
                  </a:lnTo>
                  <a:lnTo>
                    <a:pt x="1140723" y="334521"/>
                  </a:lnTo>
                  <a:lnTo>
                    <a:pt x="1150482" y="320833"/>
                  </a:lnTo>
                  <a:lnTo>
                    <a:pt x="1160226" y="293669"/>
                  </a:lnTo>
                  <a:lnTo>
                    <a:pt x="1169969" y="292142"/>
                  </a:lnTo>
                  <a:lnTo>
                    <a:pt x="1179728" y="241615"/>
                  </a:lnTo>
                  <a:lnTo>
                    <a:pt x="1189472" y="218835"/>
                  </a:lnTo>
                  <a:lnTo>
                    <a:pt x="1199231" y="223206"/>
                  </a:lnTo>
                  <a:lnTo>
                    <a:pt x="1208975" y="222592"/>
                  </a:lnTo>
                  <a:lnTo>
                    <a:pt x="1218719" y="174831"/>
                  </a:lnTo>
                  <a:lnTo>
                    <a:pt x="1228478" y="184837"/>
                  </a:lnTo>
                  <a:lnTo>
                    <a:pt x="1238222" y="196431"/>
                  </a:lnTo>
                  <a:lnTo>
                    <a:pt x="1247966" y="227403"/>
                  </a:lnTo>
                  <a:lnTo>
                    <a:pt x="1257725" y="223291"/>
                  </a:lnTo>
                  <a:lnTo>
                    <a:pt x="1267469" y="174236"/>
                  </a:lnTo>
                  <a:lnTo>
                    <a:pt x="1277227" y="158878"/>
                  </a:lnTo>
                  <a:lnTo>
                    <a:pt x="1286971" y="152752"/>
                  </a:lnTo>
                  <a:lnTo>
                    <a:pt x="1296715" y="153845"/>
                  </a:lnTo>
                  <a:lnTo>
                    <a:pt x="1306474" y="179221"/>
                  </a:lnTo>
                  <a:lnTo>
                    <a:pt x="1316218" y="182371"/>
                  </a:lnTo>
                  <a:lnTo>
                    <a:pt x="1325977" y="197863"/>
                  </a:lnTo>
                  <a:lnTo>
                    <a:pt x="1335721" y="165742"/>
                  </a:lnTo>
                  <a:lnTo>
                    <a:pt x="1345465" y="171261"/>
                  </a:lnTo>
                  <a:lnTo>
                    <a:pt x="1355224" y="172401"/>
                  </a:lnTo>
                  <a:lnTo>
                    <a:pt x="1364967" y="183971"/>
                  </a:lnTo>
                  <a:lnTo>
                    <a:pt x="1374726" y="182755"/>
                  </a:lnTo>
                  <a:lnTo>
                    <a:pt x="1384470" y="148023"/>
                  </a:lnTo>
                  <a:lnTo>
                    <a:pt x="1394214" y="172390"/>
                  </a:lnTo>
                  <a:lnTo>
                    <a:pt x="1403973" y="166863"/>
                  </a:lnTo>
                  <a:lnTo>
                    <a:pt x="1413717" y="190722"/>
                  </a:lnTo>
                  <a:lnTo>
                    <a:pt x="1423476" y="196881"/>
                  </a:lnTo>
                  <a:lnTo>
                    <a:pt x="1433220" y="190120"/>
                  </a:lnTo>
                  <a:lnTo>
                    <a:pt x="1442964" y="184506"/>
                  </a:lnTo>
                  <a:lnTo>
                    <a:pt x="1452722" y="165546"/>
                  </a:lnTo>
                  <a:lnTo>
                    <a:pt x="1462466" y="180740"/>
                  </a:lnTo>
                  <a:lnTo>
                    <a:pt x="1472225" y="145517"/>
                  </a:lnTo>
                  <a:lnTo>
                    <a:pt x="1481969" y="137976"/>
                  </a:lnTo>
                  <a:lnTo>
                    <a:pt x="1491713" y="156637"/>
                  </a:lnTo>
                  <a:lnTo>
                    <a:pt x="1501472" y="154018"/>
                  </a:lnTo>
                  <a:lnTo>
                    <a:pt x="1511216" y="139711"/>
                  </a:lnTo>
                  <a:lnTo>
                    <a:pt x="1520960" y="137865"/>
                  </a:lnTo>
                  <a:lnTo>
                    <a:pt x="1530719" y="144259"/>
                  </a:lnTo>
                  <a:lnTo>
                    <a:pt x="1540463" y="113404"/>
                  </a:lnTo>
                  <a:lnTo>
                    <a:pt x="1550221" y="142823"/>
                  </a:lnTo>
                  <a:lnTo>
                    <a:pt x="1559965" y="96338"/>
                  </a:lnTo>
                  <a:lnTo>
                    <a:pt x="1569709" y="56896"/>
                  </a:lnTo>
                  <a:lnTo>
                    <a:pt x="1579468" y="62072"/>
                  </a:lnTo>
                  <a:lnTo>
                    <a:pt x="1589212" y="73006"/>
                  </a:lnTo>
                  <a:lnTo>
                    <a:pt x="1598971" y="44088"/>
                  </a:lnTo>
                  <a:lnTo>
                    <a:pt x="1608715" y="52501"/>
                  </a:lnTo>
                  <a:lnTo>
                    <a:pt x="1618459" y="27290"/>
                  </a:lnTo>
                  <a:lnTo>
                    <a:pt x="1628218" y="34615"/>
                  </a:lnTo>
                  <a:lnTo>
                    <a:pt x="1637962" y="27696"/>
                  </a:lnTo>
                  <a:lnTo>
                    <a:pt x="1647720" y="23867"/>
                  </a:lnTo>
                  <a:lnTo>
                    <a:pt x="1657464" y="34883"/>
                  </a:lnTo>
                  <a:lnTo>
                    <a:pt x="1667208" y="18308"/>
                  </a:lnTo>
                  <a:lnTo>
                    <a:pt x="1676967" y="23624"/>
                  </a:lnTo>
                  <a:lnTo>
                    <a:pt x="1686711" y="31632"/>
                  </a:lnTo>
                  <a:lnTo>
                    <a:pt x="1696470" y="59855"/>
                  </a:lnTo>
                  <a:lnTo>
                    <a:pt x="1706214" y="56591"/>
                  </a:lnTo>
                  <a:lnTo>
                    <a:pt x="1715958" y="110570"/>
                  </a:lnTo>
                  <a:lnTo>
                    <a:pt x="1725716" y="95814"/>
                  </a:lnTo>
                  <a:lnTo>
                    <a:pt x="1735460" y="121735"/>
                  </a:lnTo>
                  <a:lnTo>
                    <a:pt x="1745219" y="79932"/>
                  </a:lnTo>
                  <a:lnTo>
                    <a:pt x="1754963" y="56524"/>
                  </a:lnTo>
                  <a:lnTo>
                    <a:pt x="1764707" y="41455"/>
                  </a:lnTo>
                  <a:lnTo>
                    <a:pt x="1774466" y="48931"/>
                  </a:lnTo>
                  <a:lnTo>
                    <a:pt x="1784210" y="38727"/>
                  </a:lnTo>
                  <a:lnTo>
                    <a:pt x="1793969" y="23236"/>
                  </a:lnTo>
                  <a:lnTo>
                    <a:pt x="1803713" y="33286"/>
                  </a:lnTo>
                  <a:lnTo>
                    <a:pt x="1813457" y="13811"/>
                  </a:lnTo>
                  <a:lnTo>
                    <a:pt x="1823215" y="0"/>
                  </a:lnTo>
                  <a:lnTo>
                    <a:pt x="1832959" y="12141"/>
                  </a:lnTo>
                  <a:lnTo>
                    <a:pt x="1842703" y="32806"/>
                  </a:lnTo>
                  <a:lnTo>
                    <a:pt x="1852462" y="38061"/>
                  </a:lnTo>
                  <a:lnTo>
                    <a:pt x="1862206" y="27089"/>
                  </a:lnTo>
                  <a:lnTo>
                    <a:pt x="1871965" y="41455"/>
                  </a:lnTo>
                  <a:lnTo>
                    <a:pt x="1881709" y="20468"/>
                  </a:lnTo>
                  <a:lnTo>
                    <a:pt x="1891453" y="47006"/>
                  </a:lnTo>
                  <a:lnTo>
                    <a:pt x="1901212" y="51966"/>
                  </a:lnTo>
                  <a:lnTo>
                    <a:pt x="1910956" y="63864"/>
                  </a:lnTo>
                  <a:lnTo>
                    <a:pt x="1920714" y="81859"/>
                  </a:lnTo>
                  <a:lnTo>
                    <a:pt x="1930458" y="104473"/>
                  </a:lnTo>
                  <a:lnTo>
                    <a:pt x="1940202" y="97138"/>
                  </a:lnTo>
                  <a:lnTo>
                    <a:pt x="1949961" y="111641"/>
                  </a:lnTo>
                  <a:lnTo>
                    <a:pt x="1959705" y="115850"/>
                  </a:lnTo>
                  <a:lnTo>
                    <a:pt x="1969464" y="92557"/>
                  </a:lnTo>
                  <a:lnTo>
                    <a:pt x="1979208" y="122587"/>
                  </a:lnTo>
                  <a:lnTo>
                    <a:pt x="1988952" y="89599"/>
                  </a:lnTo>
                  <a:lnTo>
                    <a:pt x="1998711" y="100617"/>
                  </a:lnTo>
                  <a:lnTo>
                    <a:pt x="2008454" y="119755"/>
                  </a:lnTo>
                  <a:lnTo>
                    <a:pt x="2018213" y="123347"/>
                  </a:lnTo>
                  <a:lnTo>
                    <a:pt x="2027957" y="117826"/>
                  </a:lnTo>
                  <a:lnTo>
                    <a:pt x="2037701" y="155033"/>
                  </a:lnTo>
                  <a:lnTo>
                    <a:pt x="2047460" y="161003"/>
                  </a:lnTo>
                  <a:lnTo>
                    <a:pt x="2057204" y="182216"/>
                  </a:lnTo>
                  <a:lnTo>
                    <a:pt x="2066963" y="197306"/>
                  </a:lnTo>
                  <a:lnTo>
                    <a:pt x="2076707" y="196863"/>
                  </a:lnTo>
                  <a:lnTo>
                    <a:pt x="2086451" y="216780"/>
                  </a:lnTo>
                  <a:lnTo>
                    <a:pt x="2096210" y="203162"/>
                  </a:lnTo>
                  <a:lnTo>
                    <a:pt x="2105954" y="204127"/>
                  </a:lnTo>
                  <a:lnTo>
                    <a:pt x="2115697" y="189891"/>
                  </a:lnTo>
                  <a:lnTo>
                    <a:pt x="2125456" y="198168"/>
                  </a:lnTo>
                  <a:lnTo>
                    <a:pt x="2135200" y="211005"/>
                  </a:lnTo>
                  <a:lnTo>
                    <a:pt x="2144959" y="184957"/>
                  </a:lnTo>
                  <a:lnTo>
                    <a:pt x="2154703" y="179130"/>
                  </a:lnTo>
                  <a:lnTo>
                    <a:pt x="2164447" y="203280"/>
                  </a:lnTo>
                  <a:lnTo>
                    <a:pt x="2174206" y="204401"/>
                  </a:lnTo>
                  <a:lnTo>
                    <a:pt x="2183950" y="173150"/>
                  </a:lnTo>
                  <a:lnTo>
                    <a:pt x="2193709" y="185339"/>
                  </a:lnTo>
                  <a:lnTo>
                    <a:pt x="2203452" y="210739"/>
                  </a:lnTo>
                  <a:lnTo>
                    <a:pt x="2213196" y="218237"/>
                  </a:lnTo>
                  <a:lnTo>
                    <a:pt x="2222955" y="193077"/>
                  </a:lnTo>
                  <a:lnTo>
                    <a:pt x="2232699" y="222294"/>
                  </a:lnTo>
                  <a:lnTo>
                    <a:pt x="2242458" y="233273"/>
                  </a:lnTo>
                  <a:lnTo>
                    <a:pt x="2252202" y="211509"/>
                  </a:lnTo>
                  <a:lnTo>
                    <a:pt x="2261946" y="226025"/>
                  </a:lnTo>
                  <a:lnTo>
                    <a:pt x="2271705" y="231906"/>
                  </a:lnTo>
                  <a:lnTo>
                    <a:pt x="2281449" y="186613"/>
                  </a:lnTo>
                  <a:lnTo>
                    <a:pt x="2291208" y="219359"/>
                  </a:lnTo>
                  <a:lnTo>
                    <a:pt x="2300951" y="232727"/>
                  </a:lnTo>
                  <a:lnTo>
                    <a:pt x="2310695" y="238923"/>
                  </a:lnTo>
                  <a:lnTo>
                    <a:pt x="2320454" y="238448"/>
                  </a:lnTo>
                  <a:lnTo>
                    <a:pt x="2330198" y="301906"/>
                  </a:lnTo>
                  <a:lnTo>
                    <a:pt x="2339957" y="275601"/>
                  </a:lnTo>
                  <a:lnTo>
                    <a:pt x="2349701" y="271334"/>
                  </a:lnTo>
                  <a:lnTo>
                    <a:pt x="2359445" y="285685"/>
                  </a:lnTo>
                  <a:lnTo>
                    <a:pt x="2369204" y="311298"/>
                  </a:lnTo>
                  <a:lnTo>
                    <a:pt x="2378948" y="311016"/>
                  </a:lnTo>
                  <a:lnTo>
                    <a:pt x="2388692" y="322839"/>
                  </a:lnTo>
                  <a:lnTo>
                    <a:pt x="2398450" y="346456"/>
                  </a:lnTo>
                  <a:lnTo>
                    <a:pt x="2408194" y="335172"/>
                  </a:lnTo>
                  <a:lnTo>
                    <a:pt x="2417953" y="318652"/>
                  </a:lnTo>
                  <a:lnTo>
                    <a:pt x="2427697" y="316574"/>
                  </a:lnTo>
                  <a:lnTo>
                    <a:pt x="2437441" y="314200"/>
                  </a:lnTo>
                  <a:lnTo>
                    <a:pt x="2447200" y="342070"/>
                  </a:lnTo>
                  <a:lnTo>
                    <a:pt x="2456944" y="366326"/>
                  </a:lnTo>
                  <a:lnTo>
                    <a:pt x="2466703" y="377537"/>
                  </a:lnTo>
                  <a:lnTo>
                    <a:pt x="2476446" y="382846"/>
                  </a:lnTo>
                  <a:lnTo>
                    <a:pt x="2486190" y="363967"/>
                  </a:lnTo>
                  <a:lnTo>
                    <a:pt x="2495949" y="341298"/>
                  </a:lnTo>
                  <a:lnTo>
                    <a:pt x="2505693" y="326620"/>
                  </a:lnTo>
                  <a:lnTo>
                    <a:pt x="2515452" y="330781"/>
                  </a:lnTo>
                  <a:lnTo>
                    <a:pt x="2525196" y="317327"/>
                  </a:lnTo>
                  <a:lnTo>
                    <a:pt x="2534940" y="275813"/>
                  </a:lnTo>
                  <a:lnTo>
                    <a:pt x="2544699" y="252770"/>
                  </a:lnTo>
                  <a:lnTo>
                    <a:pt x="2554443" y="257185"/>
                  </a:lnTo>
                  <a:lnTo>
                    <a:pt x="2564202" y="243774"/>
                  </a:lnTo>
                  <a:lnTo>
                    <a:pt x="2573946" y="228434"/>
                  </a:lnTo>
                  <a:lnTo>
                    <a:pt x="2583690" y="245672"/>
                  </a:lnTo>
                  <a:lnTo>
                    <a:pt x="2593448" y="236892"/>
                  </a:lnTo>
                  <a:lnTo>
                    <a:pt x="2603192" y="268976"/>
                  </a:lnTo>
                  <a:lnTo>
                    <a:pt x="2612951" y="264555"/>
                  </a:lnTo>
                  <a:lnTo>
                    <a:pt x="2622695" y="223406"/>
                  </a:lnTo>
                  <a:lnTo>
                    <a:pt x="2632439" y="222671"/>
                  </a:lnTo>
                  <a:lnTo>
                    <a:pt x="2642198" y="222428"/>
                  </a:lnTo>
                  <a:lnTo>
                    <a:pt x="2651942" y="249989"/>
                  </a:lnTo>
                  <a:lnTo>
                    <a:pt x="2661685" y="253916"/>
                  </a:lnTo>
                  <a:lnTo>
                    <a:pt x="2671444" y="264689"/>
                  </a:lnTo>
                  <a:lnTo>
                    <a:pt x="2681188" y="272496"/>
                  </a:lnTo>
                  <a:lnTo>
                    <a:pt x="2690947" y="275954"/>
                  </a:lnTo>
                  <a:lnTo>
                    <a:pt x="2700691" y="262064"/>
                  </a:lnTo>
                  <a:lnTo>
                    <a:pt x="2710435" y="267332"/>
                  </a:lnTo>
                  <a:lnTo>
                    <a:pt x="2720194" y="314403"/>
                  </a:lnTo>
                  <a:lnTo>
                    <a:pt x="2729938" y="292874"/>
                  </a:lnTo>
                  <a:lnTo>
                    <a:pt x="2739697" y="304742"/>
                  </a:lnTo>
                  <a:lnTo>
                    <a:pt x="2749441" y="305961"/>
                  </a:lnTo>
                  <a:lnTo>
                    <a:pt x="2759185" y="360009"/>
                  </a:lnTo>
                  <a:lnTo>
                    <a:pt x="2768943" y="385781"/>
                  </a:lnTo>
                  <a:lnTo>
                    <a:pt x="2778687" y="388112"/>
                  </a:lnTo>
                  <a:lnTo>
                    <a:pt x="2788446" y="385134"/>
                  </a:lnTo>
                  <a:lnTo>
                    <a:pt x="2798190" y="386557"/>
                  </a:lnTo>
                  <a:lnTo>
                    <a:pt x="2807934" y="352629"/>
                  </a:lnTo>
                  <a:lnTo>
                    <a:pt x="2817693" y="358097"/>
                  </a:lnTo>
                  <a:lnTo>
                    <a:pt x="2827437" y="334774"/>
                  </a:lnTo>
                  <a:lnTo>
                    <a:pt x="2837196" y="346404"/>
                  </a:lnTo>
                  <a:lnTo>
                    <a:pt x="2846940" y="349834"/>
                  </a:lnTo>
                  <a:lnTo>
                    <a:pt x="2856684" y="365746"/>
                  </a:lnTo>
                  <a:lnTo>
                    <a:pt x="2866442" y="328862"/>
                  </a:lnTo>
                  <a:lnTo>
                    <a:pt x="2876186" y="360794"/>
                  </a:lnTo>
                  <a:lnTo>
                    <a:pt x="2885945" y="366071"/>
                  </a:lnTo>
                  <a:lnTo>
                    <a:pt x="2895689" y="400792"/>
                  </a:lnTo>
                  <a:lnTo>
                    <a:pt x="2905433" y="437230"/>
                  </a:lnTo>
                  <a:lnTo>
                    <a:pt x="2915192" y="42814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8" name="Freeform 967">
              <a:extLst>
                <a:ext uri="{FF2B5EF4-FFF2-40B4-BE49-F238E27FC236}">
                  <a16:creationId xmlns:a16="http://schemas.microsoft.com/office/drawing/2014/main" id="{30067D32-CF32-4C59-36C3-EFAEA526F65A}"/>
                </a:ext>
              </a:extLst>
            </p:cNvPr>
            <p:cNvSpPr/>
            <p:nvPr/>
          </p:nvSpPr>
          <p:spPr>
            <a:xfrm>
              <a:off x="4426652" y="3346282"/>
              <a:ext cx="2915191" cy="367377"/>
            </a:xfrm>
            <a:custGeom>
              <a:avLst/>
              <a:gdLst>
                <a:gd name="connsiteX0" fmla="*/ 0 w 2915191"/>
                <a:gd name="connsiteY0" fmla="*/ 143203 h 367377"/>
                <a:gd name="connsiteX1" fmla="*/ 9750 w 2915191"/>
                <a:gd name="connsiteY1" fmla="*/ 148144 h 367377"/>
                <a:gd name="connsiteX2" fmla="*/ 19500 w 2915191"/>
                <a:gd name="connsiteY2" fmla="*/ 176729 h 367377"/>
                <a:gd name="connsiteX3" fmla="*/ 29250 w 2915191"/>
                <a:gd name="connsiteY3" fmla="*/ 204363 h 367377"/>
                <a:gd name="connsiteX4" fmla="*/ 39000 w 2915191"/>
                <a:gd name="connsiteY4" fmla="*/ 200332 h 367377"/>
                <a:gd name="connsiteX5" fmla="*/ 48749 w 2915191"/>
                <a:gd name="connsiteY5" fmla="*/ 221253 h 367377"/>
                <a:gd name="connsiteX6" fmla="*/ 58499 w 2915191"/>
                <a:gd name="connsiteY6" fmla="*/ 266799 h 367377"/>
                <a:gd name="connsiteX7" fmla="*/ 68249 w 2915191"/>
                <a:gd name="connsiteY7" fmla="*/ 290192 h 367377"/>
                <a:gd name="connsiteX8" fmla="*/ 77998 w 2915191"/>
                <a:gd name="connsiteY8" fmla="*/ 299571 h 367377"/>
                <a:gd name="connsiteX9" fmla="*/ 87748 w 2915191"/>
                <a:gd name="connsiteY9" fmla="*/ 300292 h 367377"/>
                <a:gd name="connsiteX10" fmla="*/ 97497 w 2915191"/>
                <a:gd name="connsiteY10" fmla="*/ 303696 h 367377"/>
                <a:gd name="connsiteX11" fmla="*/ 107247 w 2915191"/>
                <a:gd name="connsiteY11" fmla="*/ 335387 h 367377"/>
                <a:gd name="connsiteX12" fmla="*/ 116997 w 2915191"/>
                <a:gd name="connsiteY12" fmla="*/ 316886 h 367377"/>
                <a:gd name="connsiteX13" fmla="*/ 126747 w 2915191"/>
                <a:gd name="connsiteY13" fmla="*/ 328768 h 367377"/>
                <a:gd name="connsiteX14" fmla="*/ 136497 w 2915191"/>
                <a:gd name="connsiteY14" fmla="*/ 301889 h 367377"/>
                <a:gd name="connsiteX15" fmla="*/ 146247 w 2915191"/>
                <a:gd name="connsiteY15" fmla="*/ 296613 h 367377"/>
                <a:gd name="connsiteX16" fmla="*/ 155997 w 2915191"/>
                <a:gd name="connsiteY16" fmla="*/ 277790 h 367377"/>
                <a:gd name="connsiteX17" fmla="*/ 165747 w 2915191"/>
                <a:gd name="connsiteY17" fmla="*/ 290944 h 367377"/>
                <a:gd name="connsiteX18" fmla="*/ 175497 w 2915191"/>
                <a:gd name="connsiteY18" fmla="*/ 273879 h 367377"/>
                <a:gd name="connsiteX19" fmla="*/ 185247 w 2915191"/>
                <a:gd name="connsiteY19" fmla="*/ 272273 h 367377"/>
                <a:gd name="connsiteX20" fmla="*/ 194996 w 2915191"/>
                <a:gd name="connsiteY20" fmla="*/ 285321 h 367377"/>
                <a:gd name="connsiteX21" fmla="*/ 204746 w 2915191"/>
                <a:gd name="connsiteY21" fmla="*/ 298644 h 367377"/>
                <a:gd name="connsiteX22" fmla="*/ 214495 w 2915191"/>
                <a:gd name="connsiteY22" fmla="*/ 312186 h 367377"/>
                <a:gd name="connsiteX23" fmla="*/ 224245 w 2915191"/>
                <a:gd name="connsiteY23" fmla="*/ 325927 h 367377"/>
                <a:gd name="connsiteX24" fmla="*/ 233995 w 2915191"/>
                <a:gd name="connsiteY24" fmla="*/ 313896 h 367377"/>
                <a:gd name="connsiteX25" fmla="*/ 243744 w 2915191"/>
                <a:gd name="connsiteY25" fmla="*/ 299100 h 367377"/>
                <a:gd name="connsiteX26" fmla="*/ 253494 w 2915191"/>
                <a:gd name="connsiteY26" fmla="*/ 289256 h 367377"/>
                <a:gd name="connsiteX27" fmla="*/ 263244 w 2915191"/>
                <a:gd name="connsiteY27" fmla="*/ 283496 h 367377"/>
                <a:gd name="connsiteX28" fmla="*/ 272994 w 2915191"/>
                <a:gd name="connsiteY28" fmla="*/ 315014 h 367377"/>
                <a:gd name="connsiteX29" fmla="*/ 282744 w 2915191"/>
                <a:gd name="connsiteY29" fmla="*/ 346678 h 367377"/>
                <a:gd name="connsiteX30" fmla="*/ 292494 w 2915191"/>
                <a:gd name="connsiteY30" fmla="*/ 367378 h 367377"/>
                <a:gd name="connsiteX31" fmla="*/ 302244 w 2915191"/>
                <a:gd name="connsiteY31" fmla="*/ 355926 h 367377"/>
                <a:gd name="connsiteX32" fmla="*/ 311994 w 2915191"/>
                <a:gd name="connsiteY32" fmla="*/ 356109 h 367377"/>
                <a:gd name="connsiteX33" fmla="*/ 321744 w 2915191"/>
                <a:gd name="connsiteY33" fmla="*/ 353864 h 367377"/>
                <a:gd name="connsiteX34" fmla="*/ 331493 w 2915191"/>
                <a:gd name="connsiteY34" fmla="*/ 325976 h 367377"/>
                <a:gd name="connsiteX35" fmla="*/ 341243 w 2915191"/>
                <a:gd name="connsiteY35" fmla="*/ 314266 h 367377"/>
                <a:gd name="connsiteX36" fmla="*/ 350993 w 2915191"/>
                <a:gd name="connsiteY36" fmla="*/ 300149 h 367377"/>
                <a:gd name="connsiteX37" fmla="*/ 360742 w 2915191"/>
                <a:gd name="connsiteY37" fmla="*/ 262390 h 367377"/>
                <a:gd name="connsiteX38" fmla="*/ 370492 w 2915191"/>
                <a:gd name="connsiteY38" fmla="*/ 254741 h 367377"/>
                <a:gd name="connsiteX39" fmla="*/ 380241 w 2915191"/>
                <a:gd name="connsiteY39" fmla="*/ 252722 h 367377"/>
                <a:gd name="connsiteX40" fmla="*/ 389991 w 2915191"/>
                <a:gd name="connsiteY40" fmla="*/ 252079 h 367377"/>
                <a:gd name="connsiteX41" fmla="*/ 399741 w 2915191"/>
                <a:gd name="connsiteY41" fmla="*/ 252201 h 367377"/>
                <a:gd name="connsiteX42" fmla="*/ 409491 w 2915191"/>
                <a:gd name="connsiteY42" fmla="*/ 253302 h 367377"/>
                <a:gd name="connsiteX43" fmla="*/ 419241 w 2915191"/>
                <a:gd name="connsiteY43" fmla="*/ 271394 h 367377"/>
                <a:gd name="connsiteX44" fmla="*/ 428991 w 2915191"/>
                <a:gd name="connsiteY44" fmla="*/ 227563 h 367377"/>
                <a:gd name="connsiteX45" fmla="*/ 438741 w 2915191"/>
                <a:gd name="connsiteY45" fmla="*/ 231116 h 367377"/>
                <a:gd name="connsiteX46" fmla="*/ 448491 w 2915191"/>
                <a:gd name="connsiteY46" fmla="*/ 236563 h 367377"/>
                <a:gd name="connsiteX47" fmla="*/ 458241 w 2915191"/>
                <a:gd name="connsiteY47" fmla="*/ 242062 h 367377"/>
                <a:gd name="connsiteX48" fmla="*/ 467991 w 2915191"/>
                <a:gd name="connsiteY48" fmla="*/ 217716 h 367377"/>
                <a:gd name="connsiteX49" fmla="*/ 477740 w 2915191"/>
                <a:gd name="connsiteY49" fmla="*/ 250787 h 367377"/>
                <a:gd name="connsiteX50" fmla="*/ 487490 w 2915191"/>
                <a:gd name="connsiteY50" fmla="*/ 268025 h 367377"/>
                <a:gd name="connsiteX51" fmla="*/ 497239 w 2915191"/>
                <a:gd name="connsiteY51" fmla="*/ 269193 h 367377"/>
                <a:gd name="connsiteX52" fmla="*/ 506989 w 2915191"/>
                <a:gd name="connsiteY52" fmla="*/ 271608 h 367377"/>
                <a:gd name="connsiteX53" fmla="*/ 516738 w 2915191"/>
                <a:gd name="connsiteY53" fmla="*/ 259826 h 367377"/>
                <a:gd name="connsiteX54" fmla="*/ 526488 w 2915191"/>
                <a:gd name="connsiteY54" fmla="*/ 257361 h 367377"/>
                <a:gd name="connsiteX55" fmla="*/ 536238 w 2915191"/>
                <a:gd name="connsiteY55" fmla="*/ 243980 h 367377"/>
                <a:gd name="connsiteX56" fmla="*/ 545988 w 2915191"/>
                <a:gd name="connsiteY56" fmla="*/ 222893 h 367377"/>
                <a:gd name="connsiteX57" fmla="*/ 555738 w 2915191"/>
                <a:gd name="connsiteY57" fmla="*/ 202440 h 367377"/>
                <a:gd name="connsiteX58" fmla="*/ 565488 w 2915191"/>
                <a:gd name="connsiteY58" fmla="*/ 197335 h 367377"/>
                <a:gd name="connsiteX59" fmla="*/ 575238 w 2915191"/>
                <a:gd name="connsiteY59" fmla="*/ 249641 h 367377"/>
                <a:gd name="connsiteX60" fmla="*/ 584988 w 2915191"/>
                <a:gd name="connsiteY60" fmla="*/ 268773 h 367377"/>
                <a:gd name="connsiteX61" fmla="*/ 594738 w 2915191"/>
                <a:gd name="connsiteY61" fmla="*/ 265965 h 367377"/>
                <a:gd name="connsiteX62" fmla="*/ 604488 w 2915191"/>
                <a:gd name="connsiteY62" fmla="*/ 276845 h 367377"/>
                <a:gd name="connsiteX63" fmla="*/ 614237 w 2915191"/>
                <a:gd name="connsiteY63" fmla="*/ 296721 h 367377"/>
                <a:gd name="connsiteX64" fmla="*/ 623987 w 2915191"/>
                <a:gd name="connsiteY64" fmla="*/ 292086 h 367377"/>
                <a:gd name="connsiteX65" fmla="*/ 633736 w 2915191"/>
                <a:gd name="connsiteY65" fmla="*/ 279182 h 367377"/>
                <a:gd name="connsiteX66" fmla="*/ 643486 w 2915191"/>
                <a:gd name="connsiteY66" fmla="*/ 223155 h 367377"/>
                <a:gd name="connsiteX67" fmla="*/ 653236 w 2915191"/>
                <a:gd name="connsiteY67" fmla="*/ 280143 h 367377"/>
                <a:gd name="connsiteX68" fmla="*/ 662985 w 2915191"/>
                <a:gd name="connsiteY68" fmla="*/ 283700 h 367377"/>
                <a:gd name="connsiteX69" fmla="*/ 672735 w 2915191"/>
                <a:gd name="connsiteY69" fmla="*/ 272042 h 367377"/>
                <a:gd name="connsiteX70" fmla="*/ 682485 w 2915191"/>
                <a:gd name="connsiteY70" fmla="*/ 232168 h 367377"/>
                <a:gd name="connsiteX71" fmla="*/ 692235 w 2915191"/>
                <a:gd name="connsiteY71" fmla="*/ 232569 h 367377"/>
                <a:gd name="connsiteX72" fmla="*/ 701985 w 2915191"/>
                <a:gd name="connsiteY72" fmla="*/ 181066 h 367377"/>
                <a:gd name="connsiteX73" fmla="*/ 711735 w 2915191"/>
                <a:gd name="connsiteY73" fmla="*/ 205472 h 367377"/>
                <a:gd name="connsiteX74" fmla="*/ 721485 w 2915191"/>
                <a:gd name="connsiteY74" fmla="*/ 190303 h 367377"/>
                <a:gd name="connsiteX75" fmla="*/ 731235 w 2915191"/>
                <a:gd name="connsiteY75" fmla="*/ 208002 h 367377"/>
                <a:gd name="connsiteX76" fmla="*/ 740985 w 2915191"/>
                <a:gd name="connsiteY76" fmla="*/ 233847 h 367377"/>
                <a:gd name="connsiteX77" fmla="*/ 750734 w 2915191"/>
                <a:gd name="connsiteY77" fmla="*/ 260306 h 367377"/>
                <a:gd name="connsiteX78" fmla="*/ 760484 w 2915191"/>
                <a:gd name="connsiteY78" fmla="*/ 249464 h 367377"/>
                <a:gd name="connsiteX79" fmla="*/ 770233 w 2915191"/>
                <a:gd name="connsiteY79" fmla="*/ 246143 h 367377"/>
                <a:gd name="connsiteX80" fmla="*/ 779983 w 2915191"/>
                <a:gd name="connsiteY80" fmla="*/ 211411 h 367377"/>
                <a:gd name="connsiteX81" fmla="*/ 789733 w 2915191"/>
                <a:gd name="connsiteY81" fmla="*/ 195422 h 367377"/>
                <a:gd name="connsiteX82" fmla="*/ 799482 w 2915191"/>
                <a:gd name="connsiteY82" fmla="*/ 218699 h 367377"/>
                <a:gd name="connsiteX83" fmla="*/ 809232 w 2915191"/>
                <a:gd name="connsiteY83" fmla="*/ 205469 h 367377"/>
                <a:gd name="connsiteX84" fmla="*/ 818982 w 2915191"/>
                <a:gd name="connsiteY84" fmla="*/ 205718 h 367377"/>
                <a:gd name="connsiteX85" fmla="*/ 828732 w 2915191"/>
                <a:gd name="connsiteY85" fmla="*/ 207583 h 367377"/>
                <a:gd name="connsiteX86" fmla="*/ 838482 w 2915191"/>
                <a:gd name="connsiteY86" fmla="*/ 207397 h 367377"/>
                <a:gd name="connsiteX87" fmla="*/ 848232 w 2915191"/>
                <a:gd name="connsiteY87" fmla="*/ 216633 h 367377"/>
                <a:gd name="connsiteX88" fmla="*/ 857982 w 2915191"/>
                <a:gd name="connsiteY88" fmla="*/ 212655 h 367377"/>
                <a:gd name="connsiteX89" fmla="*/ 867732 w 2915191"/>
                <a:gd name="connsiteY89" fmla="*/ 181893 h 367377"/>
                <a:gd name="connsiteX90" fmla="*/ 877482 w 2915191"/>
                <a:gd name="connsiteY90" fmla="*/ 199137 h 367377"/>
                <a:gd name="connsiteX91" fmla="*/ 887231 w 2915191"/>
                <a:gd name="connsiteY91" fmla="*/ 171300 h 367377"/>
                <a:gd name="connsiteX92" fmla="*/ 896981 w 2915191"/>
                <a:gd name="connsiteY92" fmla="*/ 146569 h 367377"/>
                <a:gd name="connsiteX93" fmla="*/ 906730 w 2915191"/>
                <a:gd name="connsiteY93" fmla="*/ 109092 h 367377"/>
                <a:gd name="connsiteX94" fmla="*/ 916480 w 2915191"/>
                <a:gd name="connsiteY94" fmla="*/ 86253 h 367377"/>
                <a:gd name="connsiteX95" fmla="*/ 926230 w 2915191"/>
                <a:gd name="connsiteY95" fmla="*/ 66376 h 367377"/>
                <a:gd name="connsiteX96" fmla="*/ 935979 w 2915191"/>
                <a:gd name="connsiteY96" fmla="*/ 80109 h 367377"/>
                <a:gd name="connsiteX97" fmla="*/ 945729 w 2915191"/>
                <a:gd name="connsiteY97" fmla="*/ 62403 h 367377"/>
                <a:gd name="connsiteX98" fmla="*/ 955479 w 2915191"/>
                <a:gd name="connsiteY98" fmla="*/ 90748 h 367377"/>
                <a:gd name="connsiteX99" fmla="*/ 965229 w 2915191"/>
                <a:gd name="connsiteY99" fmla="*/ 135153 h 367377"/>
                <a:gd name="connsiteX100" fmla="*/ 974979 w 2915191"/>
                <a:gd name="connsiteY100" fmla="*/ 123155 h 367377"/>
                <a:gd name="connsiteX101" fmla="*/ 984729 w 2915191"/>
                <a:gd name="connsiteY101" fmla="*/ 104764 h 367377"/>
                <a:gd name="connsiteX102" fmla="*/ 994474 w 2915191"/>
                <a:gd name="connsiteY102" fmla="*/ 99220 h 367377"/>
                <a:gd name="connsiteX103" fmla="*/ 1004233 w 2915191"/>
                <a:gd name="connsiteY103" fmla="*/ 89164 h 367377"/>
                <a:gd name="connsiteX104" fmla="*/ 1013977 w 2915191"/>
                <a:gd name="connsiteY104" fmla="*/ 68820 h 367377"/>
                <a:gd name="connsiteX105" fmla="*/ 1023721 w 2915191"/>
                <a:gd name="connsiteY105" fmla="*/ 89538 h 367377"/>
                <a:gd name="connsiteX106" fmla="*/ 1033480 w 2915191"/>
                <a:gd name="connsiteY106" fmla="*/ 112383 h 367377"/>
                <a:gd name="connsiteX107" fmla="*/ 1043224 w 2915191"/>
                <a:gd name="connsiteY107" fmla="*/ 140435 h 367377"/>
                <a:gd name="connsiteX108" fmla="*/ 1052983 w 2915191"/>
                <a:gd name="connsiteY108" fmla="*/ 139700 h 367377"/>
                <a:gd name="connsiteX109" fmla="*/ 1062727 w 2915191"/>
                <a:gd name="connsiteY109" fmla="*/ 106981 h 367377"/>
                <a:gd name="connsiteX110" fmla="*/ 1072471 w 2915191"/>
                <a:gd name="connsiteY110" fmla="*/ 100881 h 367377"/>
                <a:gd name="connsiteX111" fmla="*/ 1082230 w 2915191"/>
                <a:gd name="connsiteY111" fmla="*/ 100403 h 367377"/>
                <a:gd name="connsiteX112" fmla="*/ 1091973 w 2915191"/>
                <a:gd name="connsiteY112" fmla="*/ 95945 h 367377"/>
                <a:gd name="connsiteX113" fmla="*/ 1101732 w 2915191"/>
                <a:gd name="connsiteY113" fmla="*/ 87137 h 367377"/>
                <a:gd name="connsiteX114" fmla="*/ 1111476 w 2915191"/>
                <a:gd name="connsiteY114" fmla="*/ 72428 h 367377"/>
                <a:gd name="connsiteX115" fmla="*/ 1121220 w 2915191"/>
                <a:gd name="connsiteY115" fmla="*/ 78397 h 367377"/>
                <a:gd name="connsiteX116" fmla="*/ 1130979 w 2915191"/>
                <a:gd name="connsiteY116" fmla="*/ 82443 h 367377"/>
                <a:gd name="connsiteX117" fmla="*/ 1140723 w 2915191"/>
                <a:gd name="connsiteY117" fmla="*/ 77828 h 367377"/>
                <a:gd name="connsiteX118" fmla="*/ 1150482 w 2915191"/>
                <a:gd name="connsiteY118" fmla="*/ 84622 h 367377"/>
                <a:gd name="connsiteX119" fmla="*/ 1160226 w 2915191"/>
                <a:gd name="connsiteY119" fmla="*/ 111535 h 367377"/>
                <a:gd name="connsiteX120" fmla="*/ 1169969 w 2915191"/>
                <a:gd name="connsiteY120" fmla="*/ 118606 h 367377"/>
                <a:gd name="connsiteX121" fmla="*/ 1179728 w 2915191"/>
                <a:gd name="connsiteY121" fmla="*/ 130463 h 367377"/>
                <a:gd name="connsiteX122" fmla="*/ 1189472 w 2915191"/>
                <a:gd name="connsiteY122" fmla="*/ 161649 h 367377"/>
                <a:gd name="connsiteX123" fmla="*/ 1199231 w 2915191"/>
                <a:gd name="connsiteY123" fmla="*/ 146874 h 367377"/>
                <a:gd name="connsiteX124" fmla="*/ 1208975 w 2915191"/>
                <a:gd name="connsiteY124" fmla="*/ 128005 h 367377"/>
                <a:gd name="connsiteX125" fmla="*/ 1218719 w 2915191"/>
                <a:gd name="connsiteY125" fmla="*/ 88896 h 367377"/>
                <a:gd name="connsiteX126" fmla="*/ 1228478 w 2915191"/>
                <a:gd name="connsiteY126" fmla="*/ 83273 h 367377"/>
                <a:gd name="connsiteX127" fmla="*/ 1238222 w 2915191"/>
                <a:gd name="connsiteY127" fmla="*/ 42477 h 367377"/>
                <a:gd name="connsiteX128" fmla="*/ 1247966 w 2915191"/>
                <a:gd name="connsiteY128" fmla="*/ 52665 h 367377"/>
                <a:gd name="connsiteX129" fmla="*/ 1257725 w 2915191"/>
                <a:gd name="connsiteY129" fmla="*/ 28996 h 367377"/>
                <a:gd name="connsiteX130" fmla="*/ 1267469 w 2915191"/>
                <a:gd name="connsiteY130" fmla="*/ 69939 h 367377"/>
                <a:gd name="connsiteX131" fmla="*/ 1277227 w 2915191"/>
                <a:gd name="connsiteY131" fmla="*/ 110495 h 367377"/>
                <a:gd name="connsiteX132" fmla="*/ 1286971 w 2915191"/>
                <a:gd name="connsiteY132" fmla="*/ 131031 h 367377"/>
                <a:gd name="connsiteX133" fmla="*/ 1296715 w 2915191"/>
                <a:gd name="connsiteY133" fmla="*/ 136487 h 367377"/>
                <a:gd name="connsiteX134" fmla="*/ 1306474 w 2915191"/>
                <a:gd name="connsiteY134" fmla="*/ 145421 h 367377"/>
                <a:gd name="connsiteX135" fmla="*/ 1316218 w 2915191"/>
                <a:gd name="connsiteY135" fmla="*/ 191450 h 367377"/>
                <a:gd name="connsiteX136" fmla="*/ 1325977 w 2915191"/>
                <a:gd name="connsiteY136" fmla="*/ 160657 h 367377"/>
                <a:gd name="connsiteX137" fmla="*/ 1335721 w 2915191"/>
                <a:gd name="connsiteY137" fmla="*/ 144967 h 367377"/>
                <a:gd name="connsiteX138" fmla="*/ 1345465 w 2915191"/>
                <a:gd name="connsiteY138" fmla="*/ 140922 h 367377"/>
                <a:gd name="connsiteX139" fmla="*/ 1355224 w 2915191"/>
                <a:gd name="connsiteY139" fmla="*/ 149528 h 367377"/>
                <a:gd name="connsiteX140" fmla="*/ 1364967 w 2915191"/>
                <a:gd name="connsiteY140" fmla="*/ 142574 h 367377"/>
                <a:gd name="connsiteX141" fmla="*/ 1374726 w 2915191"/>
                <a:gd name="connsiteY141" fmla="*/ 158139 h 367377"/>
                <a:gd name="connsiteX142" fmla="*/ 1384470 w 2915191"/>
                <a:gd name="connsiteY142" fmla="*/ 159008 h 367377"/>
                <a:gd name="connsiteX143" fmla="*/ 1394214 w 2915191"/>
                <a:gd name="connsiteY143" fmla="*/ 136497 h 367377"/>
                <a:gd name="connsiteX144" fmla="*/ 1403973 w 2915191"/>
                <a:gd name="connsiteY144" fmla="*/ 121074 h 367377"/>
                <a:gd name="connsiteX145" fmla="*/ 1413717 w 2915191"/>
                <a:gd name="connsiteY145" fmla="*/ 121269 h 367377"/>
                <a:gd name="connsiteX146" fmla="*/ 1423476 w 2915191"/>
                <a:gd name="connsiteY146" fmla="*/ 105012 h 367377"/>
                <a:gd name="connsiteX147" fmla="*/ 1433220 w 2915191"/>
                <a:gd name="connsiteY147" fmla="*/ 93856 h 367377"/>
                <a:gd name="connsiteX148" fmla="*/ 1442964 w 2915191"/>
                <a:gd name="connsiteY148" fmla="*/ 74818 h 367377"/>
                <a:gd name="connsiteX149" fmla="*/ 1452722 w 2915191"/>
                <a:gd name="connsiteY149" fmla="*/ 67650 h 367377"/>
                <a:gd name="connsiteX150" fmla="*/ 1462466 w 2915191"/>
                <a:gd name="connsiteY150" fmla="*/ 50592 h 367377"/>
                <a:gd name="connsiteX151" fmla="*/ 1472225 w 2915191"/>
                <a:gd name="connsiteY151" fmla="*/ 85052 h 367377"/>
                <a:gd name="connsiteX152" fmla="*/ 1481969 w 2915191"/>
                <a:gd name="connsiteY152" fmla="*/ 96527 h 367377"/>
                <a:gd name="connsiteX153" fmla="*/ 1491713 w 2915191"/>
                <a:gd name="connsiteY153" fmla="*/ 120278 h 367377"/>
                <a:gd name="connsiteX154" fmla="*/ 1501472 w 2915191"/>
                <a:gd name="connsiteY154" fmla="*/ 107022 h 367377"/>
                <a:gd name="connsiteX155" fmla="*/ 1511216 w 2915191"/>
                <a:gd name="connsiteY155" fmla="*/ 108776 h 367377"/>
                <a:gd name="connsiteX156" fmla="*/ 1520960 w 2915191"/>
                <a:gd name="connsiteY156" fmla="*/ 95063 h 367377"/>
                <a:gd name="connsiteX157" fmla="*/ 1530719 w 2915191"/>
                <a:gd name="connsiteY157" fmla="*/ 103411 h 367377"/>
                <a:gd name="connsiteX158" fmla="*/ 1540463 w 2915191"/>
                <a:gd name="connsiteY158" fmla="*/ 107448 h 367377"/>
                <a:gd name="connsiteX159" fmla="*/ 1550221 w 2915191"/>
                <a:gd name="connsiteY159" fmla="*/ 114926 h 367377"/>
                <a:gd name="connsiteX160" fmla="*/ 1559965 w 2915191"/>
                <a:gd name="connsiteY160" fmla="*/ 103782 h 367377"/>
                <a:gd name="connsiteX161" fmla="*/ 1569709 w 2915191"/>
                <a:gd name="connsiteY161" fmla="*/ 82554 h 367377"/>
                <a:gd name="connsiteX162" fmla="*/ 1579468 w 2915191"/>
                <a:gd name="connsiteY162" fmla="*/ 93802 h 367377"/>
                <a:gd name="connsiteX163" fmla="*/ 1589212 w 2915191"/>
                <a:gd name="connsiteY163" fmla="*/ 128471 h 367377"/>
                <a:gd name="connsiteX164" fmla="*/ 1598971 w 2915191"/>
                <a:gd name="connsiteY164" fmla="*/ 112863 h 367377"/>
                <a:gd name="connsiteX165" fmla="*/ 1608715 w 2915191"/>
                <a:gd name="connsiteY165" fmla="*/ 111254 h 367377"/>
                <a:gd name="connsiteX166" fmla="*/ 1618459 w 2915191"/>
                <a:gd name="connsiteY166" fmla="*/ 80925 h 367377"/>
                <a:gd name="connsiteX167" fmla="*/ 1628218 w 2915191"/>
                <a:gd name="connsiteY167" fmla="*/ 125120 h 367377"/>
                <a:gd name="connsiteX168" fmla="*/ 1637962 w 2915191"/>
                <a:gd name="connsiteY168" fmla="*/ 135164 h 367377"/>
                <a:gd name="connsiteX169" fmla="*/ 1647720 w 2915191"/>
                <a:gd name="connsiteY169" fmla="*/ 158585 h 367377"/>
                <a:gd name="connsiteX170" fmla="*/ 1657464 w 2915191"/>
                <a:gd name="connsiteY170" fmla="*/ 178129 h 367377"/>
                <a:gd name="connsiteX171" fmla="*/ 1667208 w 2915191"/>
                <a:gd name="connsiteY171" fmla="*/ 155553 h 367377"/>
                <a:gd name="connsiteX172" fmla="*/ 1676967 w 2915191"/>
                <a:gd name="connsiteY172" fmla="*/ 148556 h 367377"/>
                <a:gd name="connsiteX173" fmla="*/ 1686711 w 2915191"/>
                <a:gd name="connsiteY173" fmla="*/ 140289 h 367377"/>
                <a:gd name="connsiteX174" fmla="*/ 1696470 w 2915191"/>
                <a:gd name="connsiteY174" fmla="*/ 131491 h 367377"/>
                <a:gd name="connsiteX175" fmla="*/ 1706214 w 2915191"/>
                <a:gd name="connsiteY175" fmla="*/ 143431 h 367377"/>
                <a:gd name="connsiteX176" fmla="*/ 1715958 w 2915191"/>
                <a:gd name="connsiteY176" fmla="*/ 122873 h 367377"/>
                <a:gd name="connsiteX177" fmla="*/ 1725716 w 2915191"/>
                <a:gd name="connsiteY177" fmla="*/ 125235 h 367377"/>
                <a:gd name="connsiteX178" fmla="*/ 1735460 w 2915191"/>
                <a:gd name="connsiteY178" fmla="*/ 145067 h 367377"/>
                <a:gd name="connsiteX179" fmla="*/ 1745219 w 2915191"/>
                <a:gd name="connsiteY179" fmla="*/ 163633 h 367377"/>
                <a:gd name="connsiteX180" fmla="*/ 1754963 w 2915191"/>
                <a:gd name="connsiteY180" fmla="*/ 217364 h 367377"/>
                <a:gd name="connsiteX181" fmla="*/ 1764707 w 2915191"/>
                <a:gd name="connsiteY181" fmla="*/ 234197 h 367377"/>
                <a:gd name="connsiteX182" fmla="*/ 1774466 w 2915191"/>
                <a:gd name="connsiteY182" fmla="*/ 241833 h 367377"/>
                <a:gd name="connsiteX183" fmla="*/ 1784210 w 2915191"/>
                <a:gd name="connsiteY183" fmla="*/ 228984 h 367377"/>
                <a:gd name="connsiteX184" fmla="*/ 1793969 w 2915191"/>
                <a:gd name="connsiteY184" fmla="*/ 234303 h 367377"/>
                <a:gd name="connsiteX185" fmla="*/ 1803713 w 2915191"/>
                <a:gd name="connsiteY185" fmla="*/ 237144 h 367377"/>
                <a:gd name="connsiteX186" fmla="*/ 1813457 w 2915191"/>
                <a:gd name="connsiteY186" fmla="*/ 256578 h 367377"/>
                <a:gd name="connsiteX187" fmla="*/ 1823215 w 2915191"/>
                <a:gd name="connsiteY187" fmla="*/ 253326 h 367377"/>
                <a:gd name="connsiteX188" fmla="*/ 1832959 w 2915191"/>
                <a:gd name="connsiteY188" fmla="*/ 230507 h 367377"/>
                <a:gd name="connsiteX189" fmla="*/ 1842703 w 2915191"/>
                <a:gd name="connsiteY189" fmla="*/ 217160 h 367377"/>
                <a:gd name="connsiteX190" fmla="*/ 1852462 w 2915191"/>
                <a:gd name="connsiteY190" fmla="*/ 206811 h 367377"/>
                <a:gd name="connsiteX191" fmla="*/ 1862206 w 2915191"/>
                <a:gd name="connsiteY191" fmla="*/ 193873 h 367377"/>
                <a:gd name="connsiteX192" fmla="*/ 1871965 w 2915191"/>
                <a:gd name="connsiteY192" fmla="*/ 171167 h 367377"/>
                <a:gd name="connsiteX193" fmla="*/ 1881709 w 2915191"/>
                <a:gd name="connsiteY193" fmla="*/ 157743 h 367377"/>
                <a:gd name="connsiteX194" fmla="*/ 1891453 w 2915191"/>
                <a:gd name="connsiteY194" fmla="*/ 170590 h 367377"/>
                <a:gd name="connsiteX195" fmla="*/ 1901212 w 2915191"/>
                <a:gd name="connsiteY195" fmla="*/ 154543 h 367377"/>
                <a:gd name="connsiteX196" fmla="*/ 1910956 w 2915191"/>
                <a:gd name="connsiteY196" fmla="*/ 142014 h 367377"/>
                <a:gd name="connsiteX197" fmla="*/ 1920714 w 2915191"/>
                <a:gd name="connsiteY197" fmla="*/ 115315 h 367377"/>
                <a:gd name="connsiteX198" fmla="*/ 1930458 w 2915191"/>
                <a:gd name="connsiteY198" fmla="*/ 124165 h 367377"/>
                <a:gd name="connsiteX199" fmla="*/ 1940202 w 2915191"/>
                <a:gd name="connsiteY199" fmla="*/ 97396 h 367377"/>
                <a:gd name="connsiteX200" fmla="*/ 1949961 w 2915191"/>
                <a:gd name="connsiteY200" fmla="*/ 122416 h 367377"/>
                <a:gd name="connsiteX201" fmla="*/ 1959705 w 2915191"/>
                <a:gd name="connsiteY201" fmla="*/ 136138 h 367377"/>
                <a:gd name="connsiteX202" fmla="*/ 1969464 w 2915191"/>
                <a:gd name="connsiteY202" fmla="*/ 143637 h 367377"/>
                <a:gd name="connsiteX203" fmla="*/ 1979208 w 2915191"/>
                <a:gd name="connsiteY203" fmla="*/ 150992 h 367377"/>
                <a:gd name="connsiteX204" fmla="*/ 1988952 w 2915191"/>
                <a:gd name="connsiteY204" fmla="*/ 185468 h 367377"/>
                <a:gd name="connsiteX205" fmla="*/ 1998711 w 2915191"/>
                <a:gd name="connsiteY205" fmla="*/ 139735 h 367377"/>
                <a:gd name="connsiteX206" fmla="*/ 2008454 w 2915191"/>
                <a:gd name="connsiteY206" fmla="*/ 148802 h 367377"/>
                <a:gd name="connsiteX207" fmla="*/ 2018213 w 2915191"/>
                <a:gd name="connsiteY207" fmla="*/ 127815 h 367377"/>
                <a:gd name="connsiteX208" fmla="*/ 2027957 w 2915191"/>
                <a:gd name="connsiteY208" fmla="*/ 178295 h 367377"/>
                <a:gd name="connsiteX209" fmla="*/ 2037701 w 2915191"/>
                <a:gd name="connsiteY209" fmla="*/ 167555 h 367377"/>
                <a:gd name="connsiteX210" fmla="*/ 2047460 w 2915191"/>
                <a:gd name="connsiteY210" fmla="*/ 152202 h 367377"/>
                <a:gd name="connsiteX211" fmla="*/ 2057204 w 2915191"/>
                <a:gd name="connsiteY211" fmla="*/ 124661 h 367377"/>
                <a:gd name="connsiteX212" fmla="*/ 2066963 w 2915191"/>
                <a:gd name="connsiteY212" fmla="*/ 140100 h 367377"/>
                <a:gd name="connsiteX213" fmla="*/ 2076707 w 2915191"/>
                <a:gd name="connsiteY213" fmla="*/ 144502 h 367377"/>
                <a:gd name="connsiteX214" fmla="*/ 2086451 w 2915191"/>
                <a:gd name="connsiteY214" fmla="*/ 94239 h 367377"/>
                <a:gd name="connsiteX215" fmla="*/ 2096210 w 2915191"/>
                <a:gd name="connsiteY215" fmla="*/ 43915 h 367377"/>
                <a:gd name="connsiteX216" fmla="*/ 2105954 w 2915191"/>
                <a:gd name="connsiteY216" fmla="*/ 49049 h 367377"/>
                <a:gd name="connsiteX217" fmla="*/ 2115697 w 2915191"/>
                <a:gd name="connsiteY217" fmla="*/ 33013 h 367377"/>
                <a:gd name="connsiteX218" fmla="*/ 2125456 w 2915191"/>
                <a:gd name="connsiteY218" fmla="*/ 10285 h 367377"/>
                <a:gd name="connsiteX219" fmla="*/ 2135200 w 2915191"/>
                <a:gd name="connsiteY219" fmla="*/ 43883 h 367377"/>
                <a:gd name="connsiteX220" fmla="*/ 2144959 w 2915191"/>
                <a:gd name="connsiteY220" fmla="*/ 16828 h 367377"/>
                <a:gd name="connsiteX221" fmla="*/ 2154703 w 2915191"/>
                <a:gd name="connsiteY221" fmla="*/ 0 h 367377"/>
                <a:gd name="connsiteX222" fmla="*/ 2164447 w 2915191"/>
                <a:gd name="connsiteY222" fmla="*/ 12187 h 367377"/>
                <a:gd name="connsiteX223" fmla="*/ 2174206 w 2915191"/>
                <a:gd name="connsiteY223" fmla="*/ 10620 h 367377"/>
                <a:gd name="connsiteX224" fmla="*/ 2183950 w 2915191"/>
                <a:gd name="connsiteY224" fmla="*/ 35285 h 367377"/>
                <a:gd name="connsiteX225" fmla="*/ 2193709 w 2915191"/>
                <a:gd name="connsiteY225" fmla="*/ 31665 h 367377"/>
                <a:gd name="connsiteX226" fmla="*/ 2203452 w 2915191"/>
                <a:gd name="connsiteY226" fmla="*/ 37200 h 367377"/>
                <a:gd name="connsiteX227" fmla="*/ 2213196 w 2915191"/>
                <a:gd name="connsiteY227" fmla="*/ 34519 h 367377"/>
                <a:gd name="connsiteX228" fmla="*/ 2222955 w 2915191"/>
                <a:gd name="connsiteY228" fmla="*/ 80538 h 367377"/>
                <a:gd name="connsiteX229" fmla="*/ 2232699 w 2915191"/>
                <a:gd name="connsiteY229" fmla="*/ 99272 h 367377"/>
                <a:gd name="connsiteX230" fmla="*/ 2242458 w 2915191"/>
                <a:gd name="connsiteY230" fmla="*/ 103502 h 367377"/>
                <a:gd name="connsiteX231" fmla="*/ 2252202 w 2915191"/>
                <a:gd name="connsiteY231" fmla="*/ 131962 h 367377"/>
                <a:gd name="connsiteX232" fmla="*/ 2261946 w 2915191"/>
                <a:gd name="connsiteY232" fmla="*/ 176964 h 367377"/>
                <a:gd name="connsiteX233" fmla="*/ 2271705 w 2915191"/>
                <a:gd name="connsiteY233" fmla="*/ 142921 h 367377"/>
                <a:gd name="connsiteX234" fmla="*/ 2281449 w 2915191"/>
                <a:gd name="connsiteY234" fmla="*/ 173341 h 367377"/>
                <a:gd name="connsiteX235" fmla="*/ 2291208 w 2915191"/>
                <a:gd name="connsiteY235" fmla="*/ 190047 h 367377"/>
                <a:gd name="connsiteX236" fmla="*/ 2300951 w 2915191"/>
                <a:gd name="connsiteY236" fmla="*/ 179525 h 367377"/>
                <a:gd name="connsiteX237" fmla="*/ 2310695 w 2915191"/>
                <a:gd name="connsiteY237" fmla="*/ 194317 h 367377"/>
                <a:gd name="connsiteX238" fmla="*/ 2320454 w 2915191"/>
                <a:gd name="connsiteY238" fmla="*/ 188684 h 367377"/>
                <a:gd name="connsiteX239" fmla="*/ 2330198 w 2915191"/>
                <a:gd name="connsiteY239" fmla="*/ 209410 h 367377"/>
                <a:gd name="connsiteX240" fmla="*/ 2339957 w 2915191"/>
                <a:gd name="connsiteY240" fmla="*/ 213557 h 367377"/>
                <a:gd name="connsiteX241" fmla="*/ 2349701 w 2915191"/>
                <a:gd name="connsiteY241" fmla="*/ 211652 h 367377"/>
                <a:gd name="connsiteX242" fmla="*/ 2359445 w 2915191"/>
                <a:gd name="connsiteY242" fmla="*/ 225328 h 367377"/>
                <a:gd name="connsiteX243" fmla="*/ 2369204 w 2915191"/>
                <a:gd name="connsiteY243" fmla="*/ 227977 h 367377"/>
                <a:gd name="connsiteX244" fmla="*/ 2378948 w 2915191"/>
                <a:gd name="connsiteY244" fmla="*/ 264055 h 367377"/>
                <a:gd name="connsiteX245" fmla="*/ 2388692 w 2915191"/>
                <a:gd name="connsiteY245" fmla="*/ 231263 h 367377"/>
                <a:gd name="connsiteX246" fmla="*/ 2398450 w 2915191"/>
                <a:gd name="connsiteY246" fmla="*/ 230819 h 367377"/>
                <a:gd name="connsiteX247" fmla="*/ 2408194 w 2915191"/>
                <a:gd name="connsiteY247" fmla="*/ 235404 h 367377"/>
                <a:gd name="connsiteX248" fmla="*/ 2417953 w 2915191"/>
                <a:gd name="connsiteY248" fmla="*/ 224242 h 367377"/>
                <a:gd name="connsiteX249" fmla="*/ 2427697 w 2915191"/>
                <a:gd name="connsiteY249" fmla="*/ 227898 h 367377"/>
                <a:gd name="connsiteX250" fmla="*/ 2437441 w 2915191"/>
                <a:gd name="connsiteY250" fmla="*/ 214121 h 367377"/>
                <a:gd name="connsiteX251" fmla="*/ 2447200 w 2915191"/>
                <a:gd name="connsiteY251" fmla="*/ 224817 h 367377"/>
                <a:gd name="connsiteX252" fmla="*/ 2456944 w 2915191"/>
                <a:gd name="connsiteY252" fmla="*/ 200528 h 367377"/>
                <a:gd name="connsiteX253" fmla="*/ 2466703 w 2915191"/>
                <a:gd name="connsiteY253" fmla="*/ 167986 h 367377"/>
                <a:gd name="connsiteX254" fmla="*/ 2476446 w 2915191"/>
                <a:gd name="connsiteY254" fmla="*/ 162436 h 367377"/>
                <a:gd name="connsiteX255" fmla="*/ 2486190 w 2915191"/>
                <a:gd name="connsiteY255" fmla="*/ 152034 h 367377"/>
                <a:gd name="connsiteX256" fmla="*/ 2495949 w 2915191"/>
                <a:gd name="connsiteY256" fmla="*/ 190650 h 367377"/>
                <a:gd name="connsiteX257" fmla="*/ 2505693 w 2915191"/>
                <a:gd name="connsiteY257" fmla="*/ 199333 h 367377"/>
                <a:gd name="connsiteX258" fmla="*/ 2515452 w 2915191"/>
                <a:gd name="connsiteY258" fmla="*/ 182912 h 367377"/>
                <a:gd name="connsiteX259" fmla="*/ 2525196 w 2915191"/>
                <a:gd name="connsiteY259" fmla="*/ 151019 h 367377"/>
                <a:gd name="connsiteX260" fmla="*/ 2534940 w 2915191"/>
                <a:gd name="connsiteY260" fmla="*/ 144493 h 367377"/>
                <a:gd name="connsiteX261" fmla="*/ 2544699 w 2915191"/>
                <a:gd name="connsiteY261" fmla="*/ 135085 h 367377"/>
                <a:gd name="connsiteX262" fmla="*/ 2554443 w 2915191"/>
                <a:gd name="connsiteY262" fmla="*/ 127406 h 367377"/>
                <a:gd name="connsiteX263" fmla="*/ 2564202 w 2915191"/>
                <a:gd name="connsiteY263" fmla="*/ 84416 h 367377"/>
                <a:gd name="connsiteX264" fmla="*/ 2573946 w 2915191"/>
                <a:gd name="connsiteY264" fmla="*/ 73248 h 367377"/>
                <a:gd name="connsiteX265" fmla="*/ 2583690 w 2915191"/>
                <a:gd name="connsiteY265" fmla="*/ 81631 h 367377"/>
                <a:gd name="connsiteX266" fmla="*/ 2593448 w 2915191"/>
                <a:gd name="connsiteY266" fmla="*/ 76071 h 367377"/>
                <a:gd name="connsiteX267" fmla="*/ 2603192 w 2915191"/>
                <a:gd name="connsiteY267" fmla="*/ 101982 h 367377"/>
                <a:gd name="connsiteX268" fmla="*/ 2612951 w 2915191"/>
                <a:gd name="connsiteY268" fmla="*/ 98259 h 367377"/>
                <a:gd name="connsiteX269" fmla="*/ 2622695 w 2915191"/>
                <a:gd name="connsiteY269" fmla="*/ 122413 h 367377"/>
                <a:gd name="connsiteX270" fmla="*/ 2632439 w 2915191"/>
                <a:gd name="connsiteY270" fmla="*/ 144140 h 367377"/>
                <a:gd name="connsiteX271" fmla="*/ 2642198 w 2915191"/>
                <a:gd name="connsiteY271" fmla="*/ 145207 h 367377"/>
                <a:gd name="connsiteX272" fmla="*/ 2651942 w 2915191"/>
                <a:gd name="connsiteY272" fmla="*/ 136107 h 367377"/>
                <a:gd name="connsiteX273" fmla="*/ 2661685 w 2915191"/>
                <a:gd name="connsiteY273" fmla="*/ 131072 h 367377"/>
                <a:gd name="connsiteX274" fmla="*/ 2671444 w 2915191"/>
                <a:gd name="connsiteY274" fmla="*/ 130551 h 367377"/>
                <a:gd name="connsiteX275" fmla="*/ 2681188 w 2915191"/>
                <a:gd name="connsiteY275" fmla="*/ 138447 h 367377"/>
                <a:gd name="connsiteX276" fmla="*/ 2690947 w 2915191"/>
                <a:gd name="connsiteY276" fmla="*/ 157302 h 367377"/>
                <a:gd name="connsiteX277" fmla="*/ 2700691 w 2915191"/>
                <a:gd name="connsiteY277" fmla="*/ 175233 h 367377"/>
                <a:gd name="connsiteX278" fmla="*/ 2710435 w 2915191"/>
                <a:gd name="connsiteY278" fmla="*/ 186745 h 367377"/>
                <a:gd name="connsiteX279" fmla="*/ 2720194 w 2915191"/>
                <a:gd name="connsiteY279" fmla="*/ 202063 h 367377"/>
                <a:gd name="connsiteX280" fmla="*/ 2729938 w 2915191"/>
                <a:gd name="connsiteY280" fmla="*/ 201890 h 367377"/>
                <a:gd name="connsiteX281" fmla="*/ 2739697 w 2915191"/>
                <a:gd name="connsiteY281" fmla="*/ 181787 h 367377"/>
                <a:gd name="connsiteX282" fmla="*/ 2749441 w 2915191"/>
                <a:gd name="connsiteY282" fmla="*/ 199113 h 367377"/>
                <a:gd name="connsiteX283" fmla="*/ 2759185 w 2915191"/>
                <a:gd name="connsiteY283" fmla="*/ 221315 h 367377"/>
                <a:gd name="connsiteX284" fmla="*/ 2768943 w 2915191"/>
                <a:gd name="connsiteY284" fmla="*/ 222130 h 367377"/>
                <a:gd name="connsiteX285" fmla="*/ 2778687 w 2915191"/>
                <a:gd name="connsiteY285" fmla="*/ 212896 h 367377"/>
                <a:gd name="connsiteX286" fmla="*/ 2788446 w 2915191"/>
                <a:gd name="connsiteY286" fmla="*/ 207424 h 367377"/>
                <a:gd name="connsiteX287" fmla="*/ 2798190 w 2915191"/>
                <a:gd name="connsiteY287" fmla="*/ 242202 h 367377"/>
                <a:gd name="connsiteX288" fmla="*/ 2807934 w 2915191"/>
                <a:gd name="connsiteY288" fmla="*/ 229836 h 367377"/>
                <a:gd name="connsiteX289" fmla="*/ 2817693 w 2915191"/>
                <a:gd name="connsiteY289" fmla="*/ 257009 h 367377"/>
                <a:gd name="connsiteX290" fmla="*/ 2827437 w 2915191"/>
                <a:gd name="connsiteY290" fmla="*/ 249714 h 367377"/>
                <a:gd name="connsiteX291" fmla="*/ 2837196 w 2915191"/>
                <a:gd name="connsiteY291" fmla="*/ 240462 h 367377"/>
                <a:gd name="connsiteX292" fmla="*/ 2846940 w 2915191"/>
                <a:gd name="connsiteY292" fmla="*/ 279719 h 367377"/>
                <a:gd name="connsiteX293" fmla="*/ 2856684 w 2915191"/>
                <a:gd name="connsiteY293" fmla="*/ 261395 h 367377"/>
                <a:gd name="connsiteX294" fmla="*/ 2866442 w 2915191"/>
                <a:gd name="connsiteY294" fmla="*/ 260832 h 367377"/>
                <a:gd name="connsiteX295" fmla="*/ 2876186 w 2915191"/>
                <a:gd name="connsiteY295" fmla="*/ 228649 h 367377"/>
                <a:gd name="connsiteX296" fmla="*/ 2885945 w 2915191"/>
                <a:gd name="connsiteY296" fmla="*/ 236313 h 367377"/>
                <a:gd name="connsiteX297" fmla="*/ 2895689 w 2915191"/>
                <a:gd name="connsiteY297" fmla="*/ 233443 h 367377"/>
                <a:gd name="connsiteX298" fmla="*/ 2905433 w 2915191"/>
                <a:gd name="connsiteY298" fmla="*/ 208636 h 367377"/>
                <a:gd name="connsiteX299" fmla="*/ 2915192 w 2915191"/>
                <a:gd name="connsiteY299" fmla="*/ 236971 h 367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67377">
                  <a:moveTo>
                    <a:pt x="0" y="143203"/>
                  </a:moveTo>
                  <a:lnTo>
                    <a:pt x="9750" y="148144"/>
                  </a:lnTo>
                  <a:lnTo>
                    <a:pt x="19500" y="176729"/>
                  </a:lnTo>
                  <a:lnTo>
                    <a:pt x="29250" y="204363"/>
                  </a:lnTo>
                  <a:lnTo>
                    <a:pt x="39000" y="200332"/>
                  </a:lnTo>
                  <a:lnTo>
                    <a:pt x="48749" y="221253"/>
                  </a:lnTo>
                  <a:lnTo>
                    <a:pt x="58499" y="266799"/>
                  </a:lnTo>
                  <a:lnTo>
                    <a:pt x="68249" y="290192"/>
                  </a:lnTo>
                  <a:lnTo>
                    <a:pt x="77998" y="299571"/>
                  </a:lnTo>
                  <a:lnTo>
                    <a:pt x="87748" y="300292"/>
                  </a:lnTo>
                  <a:lnTo>
                    <a:pt x="97497" y="303696"/>
                  </a:lnTo>
                  <a:lnTo>
                    <a:pt x="107247" y="335387"/>
                  </a:lnTo>
                  <a:lnTo>
                    <a:pt x="116997" y="316886"/>
                  </a:lnTo>
                  <a:lnTo>
                    <a:pt x="126747" y="328768"/>
                  </a:lnTo>
                  <a:lnTo>
                    <a:pt x="136497" y="301889"/>
                  </a:lnTo>
                  <a:lnTo>
                    <a:pt x="146247" y="296613"/>
                  </a:lnTo>
                  <a:lnTo>
                    <a:pt x="155997" y="277790"/>
                  </a:lnTo>
                  <a:lnTo>
                    <a:pt x="165747" y="290944"/>
                  </a:lnTo>
                  <a:lnTo>
                    <a:pt x="175497" y="273879"/>
                  </a:lnTo>
                  <a:lnTo>
                    <a:pt x="185247" y="272273"/>
                  </a:lnTo>
                  <a:lnTo>
                    <a:pt x="194996" y="285321"/>
                  </a:lnTo>
                  <a:lnTo>
                    <a:pt x="204746" y="298644"/>
                  </a:lnTo>
                  <a:lnTo>
                    <a:pt x="214495" y="312186"/>
                  </a:lnTo>
                  <a:lnTo>
                    <a:pt x="224245" y="325927"/>
                  </a:lnTo>
                  <a:lnTo>
                    <a:pt x="233995" y="313896"/>
                  </a:lnTo>
                  <a:lnTo>
                    <a:pt x="243744" y="299100"/>
                  </a:lnTo>
                  <a:lnTo>
                    <a:pt x="253494" y="289256"/>
                  </a:lnTo>
                  <a:lnTo>
                    <a:pt x="263244" y="283496"/>
                  </a:lnTo>
                  <a:lnTo>
                    <a:pt x="272994" y="315014"/>
                  </a:lnTo>
                  <a:lnTo>
                    <a:pt x="282744" y="346678"/>
                  </a:lnTo>
                  <a:lnTo>
                    <a:pt x="292494" y="367378"/>
                  </a:lnTo>
                  <a:lnTo>
                    <a:pt x="302244" y="355926"/>
                  </a:lnTo>
                  <a:lnTo>
                    <a:pt x="311994" y="356109"/>
                  </a:lnTo>
                  <a:lnTo>
                    <a:pt x="321744" y="353864"/>
                  </a:lnTo>
                  <a:lnTo>
                    <a:pt x="331493" y="325976"/>
                  </a:lnTo>
                  <a:lnTo>
                    <a:pt x="341243" y="314266"/>
                  </a:lnTo>
                  <a:lnTo>
                    <a:pt x="350993" y="300149"/>
                  </a:lnTo>
                  <a:lnTo>
                    <a:pt x="360742" y="262390"/>
                  </a:lnTo>
                  <a:lnTo>
                    <a:pt x="370492" y="254741"/>
                  </a:lnTo>
                  <a:lnTo>
                    <a:pt x="380241" y="252722"/>
                  </a:lnTo>
                  <a:lnTo>
                    <a:pt x="389991" y="252079"/>
                  </a:lnTo>
                  <a:lnTo>
                    <a:pt x="399741" y="252201"/>
                  </a:lnTo>
                  <a:lnTo>
                    <a:pt x="409491" y="253302"/>
                  </a:lnTo>
                  <a:lnTo>
                    <a:pt x="419241" y="271394"/>
                  </a:lnTo>
                  <a:lnTo>
                    <a:pt x="428991" y="227563"/>
                  </a:lnTo>
                  <a:lnTo>
                    <a:pt x="438741" y="231116"/>
                  </a:lnTo>
                  <a:lnTo>
                    <a:pt x="448491" y="236563"/>
                  </a:lnTo>
                  <a:lnTo>
                    <a:pt x="458241" y="242062"/>
                  </a:lnTo>
                  <a:lnTo>
                    <a:pt x="467991" y="217716"/>
                  </a:lnTo>
                  <a:lnTo>
                    <a:pt x="477740" y="250787"/>
                  </a:lnTo>
                  <a:lnTo>
                    <a:pt x="487490" y="268025"/>
                  </a:lnTo>
                  <a:lnTo>
                    <a:pt x="497239" y="269193"/>
                  </a:lnTo>
                  <a:lnTo>
                    <a:pt x="506989" y="271608"/>
                  </a:lnTo>
                  <a:lnTo>
                    <a:pt x="516738" y="259826"/>
                  </a:lnTo>
                  <a:lnTo>
                    <a:pt x="526488" y="257361"/>
                  </a:lnTo>
                  <a:lnTo>
                    <a:pt x="536238" y="243980"/>
                  </a:lnTo>
                  <a:lnTo>
                    <a:pt x="545988" y="222893"/>
                  </a:lnTo>
                  <a:lnTo>
                    <a:pt x="555738" y="202440"/>
                  </a:lnTo>
                  <a:lnTo>
                    <a:pt x="565488" y="197335"/>
                  </a:lnTo>
                  <a:lnTo>
                    <a:pt x="575238" y="249641"/>
                  </a:lnTo>
                  <a:lnTo>
                    <a:pt x="584988" y="268773"/>
                  </a:lnTo>
                  <a:lnTo>
                    <a:pt x="594738" y="265965"/>
                  </a:lnTo>
                  <a:lnTo>
                    <a:pt x="604488" y="276845"/>
                  </a:lnTo>
                  <a:lnTo>
                    <a:pt x="614237" y="296721"/>
                  </a:lnTo>
                  <a:lnTo>
                    <a:pt x="623987" y="292086"/>
                  </a:lnTo>
                  <a:lnTo>
                    <a:pt x="633736" y="279182"/>
                  </a:lnTo>
                  <a:lnTo>
                    <a:pt x="643486" y="223155"/>
                  </a:lnTo>
                  <a:lnTo>
                    <a:pt x="653236" y="280143"/>
                  </a:lnTo>
                  <a:lnTo>
                    <a:pt x="662985" y="283700"/>
                  </a:lnTo>
                  <a:lnTo>
                    <a:pt x="672735" y="272042"/>
                  </a:lnTo>
                  <a:lnTo>
                    <a:pt x="682485" y="232168"/>
                  </a:lnTo>
                  <a:lnTo>
                    <a:pt x="692235" y="232569"/>
                  </a:lnTo>
                  <a:lnTo>
                    <a:pt x="701985" y="181066"/>
                  </a:lnTo>
                  <a:lnTo>
                    <a:pt x="711735" y="205472"/>
                  </a:lnTo>
                  <a:lnTo>
                    <a:pt x="721485" y="190303"/>
                  </a:lnTo>
                  <a:lnTo>
                    <a:pt x="731235" y="208002"/>
                  </a:lnTo>
                  <a:lnTo>
                    <a:pt x="740985" y="233847"/>
                  </a:lnTo>
                  <a:lnTo>
                    <a:pt x="750734" y="260306"/>
                  </a:lnTo>
                  <a:lnTo>
                    <a:pt x="760484" y="249464"/>
                  </a:lnTo>
                  <a:lnTo>
                    <a:pt x="770233" y="246143"/>
                  </a:lnTo>
                  <a:lnTo>
                    <a:pt x="779983" y="211411"/>
                  </a:lnTo>
                  <a:lnTo>
                    <a:pt x="789733" y="195422"/>
                  </a:lnTo>
                  <a:lnTo>
                    <a:pt x="799482" y="218699"/>
                  </a:lnTo>
                  <a:lnTo>
                    <a:pt x="809232" y="205469"/>
                  </a:lnTo>
                  <a:lnTo>
                    <a:pt x="818982" y="205718"/>
                  </a:lnTo>
                  <a:lnTo>
                    <a:pt x="828732" y="207583"/>
                  </a:lnTo>
                  <a:lnTo>
                    <a:pt x="838482" y="207397"/>
                  </a:lnTo>
                  <a:lnTo>
                    <a:pt x="848232" y="216633"/>
                  </a:lnTo>
                  <a:lnTo>
                    <a:pt x="857982" y="212655"/>
                  </a:lnTo>
                  <a:lnTo>
                    <a:pt x="867732" y="181893"/>
                  </a:lnTo>
                  <a:lnTo>
                    <a:pt x="877482" y="199137"/>
                  </a:lnTo>
                  <a:lnTo>
                    <a:pt x="887231" y="171300"/>
                  </a:lnTo>
                  <a:lnTo>
                    <a:pt x="896981" y="146569"/>
                  </a:lnTo>
                  <a:lnTo>
                    <a:pt x="906730" y="109092"/>
                  </a:lnTo>
                  <a:lnTo>
                    <a:pt x="916480" y="86253"/>
                  </a:lnTo>
                  <a:lnTo>
                    <a:pt x="926230" y="66376"/>
                  </a:lnTo>
                  <a:lnTo>
                    <a:pt x="935979" y="80109"/>
                  </a:lnTo>
                  <a:lnTo>
                    <a:pt x="945729" y="62403"/>
                  </a:lnTo>
                  <a:lnTo>
                    <a:pt x="955479" y="90748"/>
                  </a:lnTo>
                  <a:lnTo>
                    <a:pt x="965229" y="135153"/>
                  </a:lnTo>
                  <a:lnTo>
                    <a:pt x="974979" y="123155"/>
                  </a:lnTo>
                  <a:lnTo>
                    <a:pt x="984729" y="104764"/>
                  </a:lnTo>
                  <a:lnTo>
                    <a:pt x="994474" y="99220"/>
                  </a:lnTo>
                  <a:lnTo>
                    <a:pt x="1004233" y="89164"/>
                  </a:lnTo>
                  <a:lnTo>
                    <a:pt x="1013977" y="68820"/>
                  </a:lnTo>
                  <a:lnTo>
                    <a:pt x="1023721" y="89538"/>
                  </a:lnTo>
                  <a:lnTo>
                    <a:pt x="1033480" y="112383"/>
                  </a:lnTo>
                  <a:lnTo>
                    <a:pt x="1043224" y="140435"/>
                  </a:lnTo>
                  <a:lnTo>
                    <a:pt x="1052983" y="139700"/>
                  </a:lnTo>
                  <a:lnTo>
                    <a:pt x="1062727" y="106981"/>
                  </a:lnTo>
                  <a:lnTo>
                    <a:pt x="1072471" y="100881"/>
                  </a:lnTo>
                  <a:lnTo>
                    <a:pt x="1082230" y="100403"/>
                  </a:lnTo>
                  <a:lnTo>
                    <a:pt x="1091973" y="95945"/>
                  </a:lnTo>
                  <a:lnTo>
                    <a:pt x="1101732" y="87137"/>
                  </a:lnTo>
                  <a:lnTo>
                    <a:pt x="1111476" y="72428"/>
                  </a:lnTo>
                  <a:lnTo>
                    <a:pt x="1121220" y="78397"/>
                  </a:lnTo>
                  <a:lnTo>
                    <a:pt x="1130979" y="82443"/>
                  </a:lnTo>
                  <a:lnTo>
                    <a:pt x="1140723" y="77828"/>
                  </a:lnTo>
                  <a:lnTo>
                    <a:pt x="1150482" y="84622"/>
                  </a:lnTo>
                  <a:lnTo>
                    <a:pt x="1160226" y="111535"/>
                  </a:lnTo>
                  <a:lnTo>
                    <a:pt x="1169969" y="118606"/>
                  </a:lnTo>
                  <a:lnTo>
                    <a:pt x="1179728" y="130463"/>
                  </a:lnTo>
                  <a:lnTo>
                    <a:pt x="1189472" y="161649"/>
                  </a:lnTo>
                  <a:lnTo>
                    <a:pt x="1199231" y="146874"/>
                  </a:lnTo>
                  <a:lnTo>
                    <a:pt x="1208975" y="128005"/>
                  </a:lnTo>
                  <a:lnTo>
                    <a:pt x="1218719" y="88896"/>
                  </a:lnTo>
                  <a:lnTo>
                    <a:pt x="1228478" y="83273"/>
                  </a:lnTo>
                  <a:lnTo>
                    <a:pt x="1238222" y="42477"/>
                  </a:lnTo>
                  <a:lnTo>
                    <a:pt x="1247966" y="52665"/>
                  </a:lnTo>
                  <a:lnTo>
                    <a:pt x="1257725" y="28996"/>
                  </a:lnTo>
                  <a:lnTo>
                    <a:pt x="1267469" y="69939"/>
                  </a:lnTo>
                  <a:lnTo>
                    <a:pt x="1277227" y="110495"/>
                  </a:lnTo>
                  <a:lnTo>
                    <a:pt x="1286971" y="131031"/>
                  </a:lnTo>
                  <a:lnTo>
                    <a:pt x="1296715" y="136487"/>
                  </a:lnTo>
                  <a:lnTo>
                    <a:pt x="1306474" y="145421"/>
                  </a:lnTo>
                  <a:lnTo>
                    <a:pt x="1316218" y="191450"/>
                  </a:lnTo>
                  <a:lnTo>
                    <a:pt x="1325977" y="160657"/>
                  </a:lnTo>
                  <a:lnTo>
                    <a:pt x="1335721" y="144967"/>
                  </a:lnTo>
                  <a:lnTo>
                    <a:pt x="1345465" y="140922"/>
                  </a:lnTo>
                  <a:lnTo>
                    <a:pt x="1355224" y="149528"/>
                  </a:lnTo>
                  <a:lnTo>
                    <a:pt x="1364967" y="142574"/>
                  </a:lnTo>
                  <a:lnTo>
                    <a:pt x="1374726" y="158139"/>
                  </a:lnTo>
                  <a:lnTo>
                    <a:pt x="1384470" y="159008"/>
                  </a:lnTo>
                  <a:lnTo>
                    <a:pt x="1394214" y="136497"/>
                  </a:lnTo>
                  <a:lnTo>
                    <a:pt x="1403973" y="121074"/>
                  </a:lnTo>
                  <a:lnTo>
                    <a:pt x="1413717" y="121269"/>
                  </a:lnTo>
                  <a:lnTo>
                    <a:pt x="1423476" y="105012"/>
                  </a:lnTo>
                  <a:lnTo>
                    <a:pt x="1433220" y="93856"/>
                  </a:lnTo>
                  <a:lnTo>
                    <a:pt x="1442964" y="74818"/>
                  </a:lnTo>
                  <a:lnTo>
                    <a:pt x="1452722" y="67650"/>
                  </a:lnTo>
                  <a:lnTo>
                    <a:pt x="1462466" y="50592"/>
                  </a:lnTo>
                  <a:lnTo>
                    <a:pt x="1472225" y="85052"/>
                  </a:lnTo>
                  <a:lnTo>
                    <a:pt x="1481969" y="96527"/>
                  </a:lnTo>
                  <a:lnTo>
                    <a:pt x="1491713" y="120278"/>
                  </a:lnTo>
                  <a:lnTo>
                    <a:pt x="1501472" y="107022"/>
                  </a:lnTo>
                  <a:lnTo>
                    <a:pt x="1511216" y="108776"/>
                  </a:lnTo>
                  <a:lnTo>
                    <a:pt x="1520960" y="95063"/>
                  </a:lnTo>
                  <a:lnTo>
                    <a:pt x="1530719" y="103411"/>
                  </a:lnTo>
                  <a:lnTo>
                    <a:pt x="1540463" y="107448"/>
                  </a:lnTo>
                  <a:lnTo>
                    <a:pt x="1550221" y="114926"/>
                  </a:lnTo>
                  <a:lnTo>
                    <a:pt x="1559965" y="103782"/>
                  </a:lnTo>
                  <a:lnTo>
                    <a:pt x="1569709" y="82554"/>
                  </a:lnTo>
                  <a:lnTo>
                    <a:pt x="1579468" y="93802"/>
                  </a:lnTo>
                  <a:lnTo>
                    <a:pt x="1589212" y="128471"/>
                  </a:lnTo>
                  <a:lnTo>
                    <a:pt x="1598971" y="112863"/>
                  </a:lnTo>
                  <a:lnTo>
                    <a:pt x="1608715" y="111254"/>
                  </a:lnTo>
                  <a:lnTo>
                    <a:pt x="1618459" y="80925"/>
                  </a:lnTo>
                  <a:lnTo>
                    <a:pt x="1628218" y="125120"/>
                  </a:lnTo>
                  <a:lnTo>
                    <a:pt x="1637962" y="135164"/>
                  </a:lnTo>
                  <a:lnTo>
                    <a:pt x="1647720" y="158585"/>
                  </a:lnTo>
                  <a:lnTo>
                    <a:pt x="1657464" y="178129"/>
                  </a:lnTo>
                  <a:lnTo>
                    <a:pt x="1667208" y="155553"/>
                  </a:lnTo>
                  <a:lnTo>
                    <a:pt x="1676967" y="148556"/>
                  </a:lnTo>
                  <a:lnTo>
                    <a:pt x="1686711" y="140289"/>
                  </a:lnTo>
                  <a:lnTo>
                    <a:pt x="1696470" y="131491"/>
                  </a:lnTo>
                  <a:lnTo>
                    <a:pt x="1706214" y="143431"/>
                  </a:lnTo>
                  <a:lnTo>
                    <a:pt x="1715958" y="122873"/>
                  </a:lnTo>
                  <a:lnTo>
                    <a:pt x="1725716" y="125235"/>
                  </a:lnTo>
                  <a:lnTo>
                    <a:pt x="1735460" y="145067"/>
                  </a:lnTo>
                  <a:lnTo>
                    <a:pt x="1745219" y="163633"/>
                  </a:lnTo>
                  <a:lnTo>
                    <a:pt x="1754963" y="217364"/>
                  </a:lnTo>
                  <a:lnTo>
                    <a:pt x="1764707" y="234197"/>
                  </a:lnTo>
                  <a:lnTo>
                    <a:pt x="1774466" y="241833"/>
                  </a:lnTo>
                  <a:lnTo>
                    <a:pt x="1784210" y="228984"/>
                  </a:lnTo>
                  <a:lnTo>
                    <a:pt x="1793969" y="234303"/>
                  </a:lnTo>
                  <a:lnTo>
                    <a:pt x="1803713" y="237144"/>
                  </a:lnTo>
                  <a:lnTo>
                    <a:pt x="1813457" y="256578"/>
                  </a:lnTo>
                  <a:lnTo>
                    <a:pt x="1823215" y="253326"/>
                  </a:lnTo>
                  <a:lnTo>
                    <a:pt x="1832959" y="230507"/>
                  </a:lnTo>
                  <a:lnTo>
                    <a:pt x="1842703" y="217160"/>
                  </a:lnTo>
                  <a:lnTo>
                    <a:pt x="1852462" y="206811"/>
                  </a:lnTo>
                  <a:lnTo>
                    <a:pt x="1862206" y="193873"/>
                  </a:lnTo>
                  <a:lnTo>
                    <a:pt x="1871965" y="171167"/>
                  </a:lnTo>
                  <a:lnTo>
                    <a:pt x="1881709" y="157743"/>
                  </a:lnTo>
                  <a:lnTo>
                    <a:pt x="1891453" y="170590"/>
                  </a:lnTo>
                  <a:lnTo>
                    <a:pt x="1901212" y="154543"/>
                  </a:lnTo>
                  <a:lnTo>
                    <a:pt x="1910956" y="142014"/>
                  </a:lnTo>
                  <a:lnTo>
                    <a:pt x="1920714" y="115315"/>
                  </a:lnTo>
                  <a:lnTo>
                    <a:pt x="1930458" y="124165"/>
                  </a:lnTo>
                  <a:lnTo>
                    <a:pt x="1940202" y="97396"/>
                  </a:lnTo>
                  <a:lnTo>
                    <a:pt x="1949961" y="122416"/>
                  </a:lnTo>
                  <a:lnTo>
                    <a:pt x="1959705" y="136138"/>
                  </a:lnTo>
                  <a:lnTo>
                    <a:pt x="1969464" y="143637"/>
                  </a:lnTo>
                  <a:lnTo>
                    <a:pt x="1979208" y="150992"/>
                  </a:lnTo>
                  <a:lnTo>
                    <a:pt x="1988952" y="185468"/>
                  </a:lnTo>
                  <a:lnTo>
                    <a:pt x="1998711" y="139735"/>
                  </a:lnTo>
                  <a:lnTo>
                    <a:pt x="2008454" y="148802"/>
                  </a:lnTo>
                  <a:lnTo>
                    <a:pt x="2018213" y="127815"/>
                  </a:lnTo>
                  <a:lnTo>
                    <a:pt x="2027957" y="178295"/>
                  </a:lnTo>
                  <a:lnTo>
                    <a:pt x="2037701" y="167555"/>
                  </a:lnTo>
                  <a:lnTo>
                    <a:pt x="2047460" y="152202"/>
                  </a:lnTo>
                  <a:lnTo>
                    <a:pt x="2057204" y="124661"/>
                  </a:lnTo>
                  <a:lnTo>
                    <a:pt x="2066963" y="140100"/>
                  </a:lnTo>
                  <a:lnTo>
                    <a:pt x="2076707" y="144502"/>
                  </a:lnTo>
                  <a:lnTo>
                    <a:pt x="2086451" y="94239"/>
                  </a:lnTo>
                  <a:lnTo>
                    <a:pt x="2096210" y="43915"/>
                  </a:lnTo>
                  <a:lnTo>
                    <a:pt x="2105954" y="49049"/>
                  </a:lnTo>
                  <a:lnTo>
                    <a:pt x="2115697" y="33013"/>
                  </a:lnTo>
                  <a:lnTo>
                    <a:pt x="2125456" y="10285"/>
                  </a:lnTo>
                  <a:lnTo>
                    <a:pt x="2135200" y="43883"/>
                  </a:lnTo>
                  <a:lnTo>
                    <a:pt x="2144959" y="16828"/>
                  </a:lnTo>
                  <a:lnTo>
                    <a:pt x="2154703" y="0"/>
                  </a:lnTo>
                  <a:lnTo>
                    <a:pt x="2164447" y="12187"/>
                  </a:lnTo>
                  <a:lnTo>
                    <a:pt x="2174206" y="10620"/>
                  </a:lnTo>
                  <a:lnTo>
                    <a:pt x="2183950" y="35285"/>
                  </a:lnTo>
                  <a:lnTo>
                    <a:pt x="2193709" y="31665"/>
                  </a:lnTo>
                  <a:lnTo>
                    <a:pt x="2203452" y="37200"/>
                  </a:lnTo>
                  <a:lnTo>
                    <a:pt x="2213196" y="34519"/>
                  </a:lnTo>
                  <a:lnTo>
                    <a:pt x="2222955" y="80538"/>
                  </a:lnTo>
                  <a:lnTo>
                    <a:pt x="2232699" y="99272"/>
                  </a:lnTo>
                  <a:lnTo>
                    <a:pt x="2242458" y="103502"/>
                  </a:lnTo>
                  <a:lnTo>
                    <a:pt x="2252202" y="131962"/>
                  </a:lnTo>
                  <a:lnTo>
                    <a:pt x="2261946" y="176964"/>
                  </a:lnTo>
                  <a:lnTo>
                    <a:pt x="2271705" y="142921"/>
                  </a:lnTo>
                  <a:lnTo>
                    <a:pt x="2281449" y="173341"/>
                  </a:lnTo>
                  <a:lnTo>
                    <a:pt x="2291208" y="190047"/>
                  </a:lnTo>
                  <a:lnTo>
                    <a:pt x="2300951" y="179525"/>
                  </a:lnTo>
                  <a:lnTo>
                    <a:pt x="2310695" y="194317"/>
                  </a:lnTo>
                  <a:lnTo>
                    <a:pt x="2320454" y="188684"/>
                  </a:lnTo>
                  <a:lnTo>
                    <a:pt x="2330198" y="209410"/>
                  </a:lnTo>
                  <a:lnTo>
                    <a:pt x="2339957" y="213557"/>
                  </a:lnTo>
                  <a:lnTo>
                    <a:pt x="2349701" y="211652"/>
                  </a:lnTo>
                  <a:lnTo>
                    <a:pt x="2359445" y="225328"/>
                  </a:lnTo>
                  <a:lnTo>
                    <a:pt x="2369204" y="227977"/>
                  </a:lnTo>
                  <a:lnTo>
                    <a:pt x="2378948" y="264055"/>
                  </a:lnTo>
                  <a:lnTo>
                    <a:pt x="2388692" y="231263"/>
                  </a:lnTo>
                  <a:lnTo>
                    <a:pt x="2398450" y="230819"/>
                  </a:lnTo>
                  <a:lnTo>
                    <a:pt x="2408194" y="235404"/>
                  </a:lnTo>
                  <a:lnTo>
                    <a:pt x="2417953" y="224242"/>
                  </a:lnTo>
                  <a:lnTo>
                    <a:pt x="2427697" y="227898"/>
                  </a:lnTo>
                  <a:lnTo>
                    <a:pt x="2437441" y="214121"/>
                  </a:lnTo>
                  <a:lnTo>
                    <a:pt x="2447200" y="224817"/>
                  </a:lnTo>
                  <a:lnTo>
                    <a:pt x="2456944" y="200528"/>
                  </a:lnTo>
                  <a:lnTo>
                    <a:pt x="2466703" y="167986"/>
                  </a:lnTo>
                  <a:lnTo>
                    <a:pt x="2476446" y="162436"/>
                  </a:lnTo>
                  <a:lnTo>
                    <a:pt x="2486190" y="152034"/>
                  </a:lnTo>
                  <a:lnTo>
                    <a:pt x="2495949" y="190650"/>
                  </a:lnTo>
                  <a:lnTo>
                    <a:pt x="2505693" y="199333"/>
                  </a:lnTo>
                  <a:lnTo>
                    <a:pt x="2515452" y="182912"/>
                  </a:lnTo>
                  <a:lnTo>
                    <a:pt x="2525196" y="151019"/>
                  </a:lnTo>
                  <a:lnTo>
                    <a:pt x="2534940" y="144493"/>
                  </a:lnTo>
                  <a:lnTo>
                    <a:pt x="2544699" y="135085"/>
                  </a:lnTo>
                  <a:lnTo>
                    <a:pt x="2554443" y="127406"/>
                  </a:lnTo>
                  <a:lnTo>
                    <a:pt x="2564202" y="84416"/>
                  </a:lnTo>
                  <a:lnTo>
                    <a:pt x="2573946" y="73248"/>
                  </a:lnTo>
                  <a:lnTo>
                    <a:pt x="2583690" y="81631"/>
                  </a:lnTo>
                  <a:lnTo>
                    <a:pt x="2593448" y="76071"/>
                  </a:lnTo>
                  <a:lnTo>
                    <a:pt x="2603192" y="101982"/>
                  </a:lnTo>
                  <a:lnTo>
                    <a:pt x="2612951" y="98259"/>
                  </a:lnTo>
                  <a:lnTo>
                    <a:pt x="2622695" y="122413"/>
                  </a:lnTo>
                  <a:lnTo>
                    <a:pt x="2632439" y="144140"/>
                  </a:lnTo>
                  <a:lnTo>
                    <a:pt x="2642198" y="145207"/>
                  </a:lnTo>
                  <a:lnTo>
                    <a:pt x="2651942" y="136107"/>
                  </a:lnTo>
                  <a:lnTo>
                    <a:pt x="2661685" y="131072"/>
                  </a:lnTo>
                  <a:lnTo>
                    <a:pt x="2671444" y="130551"/>
                  </a:lnTo>
                  <a:lnTo>
                    <a:pt x="2681188" y="138447"/>
                  </a:lnTo>
                  <a:lnTo>
                    <a:pt x="2690947" y="157302"/>
                  </a:lnTo>
                  <a:lnTo>
                    <a:pt x="2700691" y="175233"/>
                  </a:lnTo>
                  <a:lnTo>
                    <a:pt x="2710435" y="186745"/>
                  </a:lnTo>
                  <a:lnTo>
                    <a:pt x="2720194" y="202063"/>
                  </a:lnTo>
                  <a:lnTo>
                    <a:pt x="2729938" y="201890"/>
                  </a:lnTo>
                  <a:lnTo>
                    <a:pt x="2739697" y="181787"/>
                  </a:lnTo>
                  <a:lnTo>
                    <a:pt x="2749441" y="199113"/>
                  </a:lnTo>
                  <a:lnTo>
                    <a:pt x="2759185" y="221315"/>
                  </a:lnTo>
                  <a:lnTo>
                    <a:pt x="2768943" y="222130"/>
                  </a:lnTo>
                  <a:lnTo>
                    <a:pt x="2778687" y="212896"/>
                  </a:lnTo>
                  <a:lnTo>
                    <a:pt x="2788446" y="207424"/>
                  </a:lnTo>
                  <a:lnTo>
                    <a:pt x="2798190" y="242202"/>
                  </a:lnTo>
                  <a:lnTo>
                    <a:pt x="2807934" y="229836"/>
                  </a:lnTo>
                  <a:lnTo>
                    <a:pt x="2817693" y="257009"/>
                  </a:lnTo>
                  <a:lnTo>
                    <a:pt x="2827437" y="249714"/>
                  </a:lnTo>
                  <a:lnTo>
                    <a:pt x="2837196" y="240462"/>
                  </a:lnTo>
                  <a:lnTo>
                    <a:pt x="2846940" y="279719"/>
                  </a:lnTo>
                  <a:lnTo>
                    <a:pt x="2856684" y="261395"/>
                  </a:lnTo>
                  <a:lnTo>
                    <a:pt x="2866442" y="260832"/>
                  </a:lnTo>
                  <a:lnTo>
                    <a:pt x="2876186" y="228649"/>
                  </a:lnTo>
                  <a:lnTo>
                    <a:pt x="2885945" y="236313"/>
                  </a:lnTo>
                  <a:lnTo>
                    <a:pt x="2895689" y="233443"/>
                  </a:lnTo>
                  <a:lnTo>
                    <a:pt x="2905433" y="208636"/>
                  </a:lnTo>
                  <a:lnTo>
                    <a:pt x="2915192" y="23697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9" name="Freeform 968">
              <a:extLst>
                <a:ext uri="{FF2B5EF4-FFF2-40B4-BE49-F238E27FC236}">
                  <a16:creationId xmlns:a16="http://schemas.microsoft.com/office/drawing/2014/main" id="{B550A039-E8C4-38DA-9C5F-807DF5575AB8}"/>
                </a:ext>
              </a:extLst>
            </p:cNvPr>
            <p:cNvSpPr/>
            <p:nvPr/>
          </p:nvSpPr>
          <p:spPr>
            <a:xfrm>
              <a:off x="4426652" y="3115828"/>
              <a:ext cx="2915191" cy="461145"/>
            </a:xfrm>
            <a:custGeom>
              <a:avLst/>
              <a:gdLst>
                <a:gd name="connsiteX0" fmla="*/ 0 w 2915191"/>
                <a:gd name="connsiteY0" fmla="*/ 167502 h 461145"/>
                <a:gd name="connsiteX1" fmla="*/ 9750 w 2915191"/>
                <a:gd name="connsiteY1" fmla="*/ 168899 h 461145"/>
                <a:gd name="connsiteX2" fmla="*/ 19500 w 2915191"/>
                <a:gd name="connsiteY2" fmla="*/ 162380 h 461145"/>
                <a:gd name="connsiteX3" fmla="*/ 29250 w 2915191"/>
                <a:gd name="connsiteY3" fmla="*/ 170972 h 461145"/>
                <a:gd name="connsiteX4" fmla="*/ 39000 w 2915191"/>
                <a:gd name="connsiteY4" fmla="*/ 199174 h 461145"/>
                <a:gd name="connsiteX5" fmla="*/ 48749 w 2915191"/>
                <a:gd name="connsiteY5" fmla="*/ 200570 h 461145"/>
                <a:gd name="connsiteX6" fmla="*/ 58499 w 2915191"/>
                <a:gd name="connsiteY6" fmla="*/ 190089 h 461145"/>
                <a:gd name="connsiteX7" fmla="*/ 68249 w 2915191"/>
                <a:gd name="connsiteY7" fmla="*/ 200652 h 461145"/>
                <a:gd name="connsiteX8" fmla="*/ 77998 w 2915191"/>
                <a:gd name="connsiteY8" fmla="*/ 169302 h 461145"/>
                <a:gd name="connsiteX9" fmla="*/ 87748 w 2915191"/>
                <a:gd name="connsiteY9" fmla="*/ 215131 h 461145"/>
                <a:gd name="connsiteX10" fmla="*/ 97497 w 2915191"/>
                <a:gd name="connsiteY10" fmla="*/ 213270 h 461145"/>
                <a:gd name="connsiteX11" fmla="*/ 107247 w 2915191"/>
                <a:gd name="connsiteY11" fmla="*/ 184154 h 461145"/>
                <a:gd name="connsiteX12" fmla="*/ 116997 w 2915191"/>
                <a:gd name="connsiteY12" fmla="*/ 219580 h 461145"/>
                <a:gd name="connsiteX13" fmla="*/ 126747 w 2915191"/>
                <a:gd name="connsiteY13" fmla="*/ 203620 h 461145"/>
                <a:gd name="connsiteX14" fmla="*/ 136497 w 2915191"/>
                <a:gd name="connsiteY14" fmla="*/ 200680 h 461145"/>
                <a:gd name="connsiteX15" fmla="*/ 146247 w 2915191"/>
                <a:gd name="connsiteY15" fmla="*/ 209632 h 461145"/>
                <a:gd name="connsiteX16" fmla="*/ 155997 w 2915191"/>
                <a:gd name="connsiteY16" fmla="*/ 167454 h 461145"/>
                <a:gd name="connsiteX17" fmla="*/ 165747 w 2915191"/>
                <a:gd name="connsiteY17" fmla="*/ 180777 h 461145"/>
                <a:gd name="connsiteX18" fmla="*/ 175497 w 2915191"/>
                <a:gd name="connsiteY18" fmla="*/ 218847 h 461145"/>
                <a:gd name="connsiteX19" fmla="*/ 185247 w 2915191"/>
                <a:gd name="connsiteY19" fmla="*/ 177642 h 461145"/>
                <a:gd name="connsiteX20" fmla="*/ 194996 w 2915191"/>
                <a:gd name="connsiteY20" fmla="*/ 166030 h 461145"/>
                <a:gd name="connsiteX21" fmla="*/ 204746 w 2915191"/>
                <a:gd name="connsiteY21" fmla="*/ 184935 h 461145"/>
                <a:gd name="connsiteX22" fmla="*/ 214495 w 2915191"/>
                <a:gd name="connsiteY22" fmla="*/ 210384 h 461145"/>
                <a:gd name="connsiteX23" fmla="*/ 224245 w 2915191"/>
                <a:gd name="connsiteY23" fmla="*/ 195378 h 461145"/>
                <a:gd name="connsiteX24" fmla="*/ 233995 w 2915191"/>
                <a:gd name="connsiteY24" fmla="*/ 186127 h 461145"/>
                <a:gd name="connsiteX25" fmla="*/ 243744 w 2915191"/>
                <a:gd name="connsiteY25" fmla="*/ 164418 h 461145"/>
                <a:gd name="connsiteX26" fmla="*/ 253494 w 2915191"/>
                <a:gd name="connsiteY26" fmla="*/ 173642 h 461145"/>
                <a:gd name="connsiteX27" fmla="*/ 263244 w 2915191"/>
                <a:gd name="connsiteY27" fmla="*/ 196850 h 461145"/>
                <a:gd name="connsiteX28" fmla="*/ 272994 w 2915191"/>
                <a:gd name="connsiteY28" fmla="*/ 199850 h 461145"/>
                <a:gd name="connsiteX29" fmla="*/ 282744 w 2915191"/>
                <a:gd name="connsiteY29" fmla="*/ 206929 h 461145"/>
                <a:gd name="connsiteX30" fmla="*/ 292494 w 2915191"/>
                <a:gd name="connsiteY30" fmla="*/ 230995 h 461145"/>
                <a:gd name="connsiteX31" fmla="*/ 302244 w 2915191"/>
                <a:gd name="connsiteY31" fmla="*/ 229757 h 461145"/>
                <a:gd name="connsiteX32" fmla="*/ 311994 w 2915191"/>
                <a:gd name="connsiteY32" fmla="*/ 257504 h 461145"/>
                <a:gd name="connsiteX33" fmla="*/ 321744 w 2915191"/>
                <a:gd name="connsiteY33" fmla="*/ 306991 h 461145"/>
                <a:gd name="connsiteX34" fmla="*/ 331493 w 2915191"/>
                <a:gd name="connsiteY34" fmla="*/ 316670 h 461145"/>
                <a:gd name="connsiteX35" fmla="*/ 341243 w 2915191"/>
                <a:gd name="connsiteY35" fmla="*/ 277799 h 461145"/>
                <a:gd name="connsiteX36" fmla="*/ 350993 w 2915191"/>
                <a:gd name="connsiteY36" fmla="*/ 272240 h 461145"/>
                <a:gd name="connsiteX37" fmla="*/ 360742 w 2915191"/>
                <a:gd name="connsiteY37" fmla="*/ 279258 h 461145"/>
                <a:gd name="connsiteX38" fmla="*/ 370492 w 2915191"/>
                <a:gd name="connsiteY38" fmla="*/ 271510 h 461145"/>
                <a:gd name="connsiteX39" fmla="*/ 380241 w 2915191"/>
                <a:gd name="connsiteY39" fmla="*/ 280080 h 461145"/>
                <a:gd name="connsiteX40" fmla="*/ 389991 w 2915191"/>
                <a:gd name="connsiteY40" fmla="*/ 285193 h 461145"/>
                <a:gd name="connsiteX41" fmla="*/ 399741 w 2915191"/>
                <a:gd name="connsiteY41" fmla="*/ 294525 h 461145"/>
                <a:gd name="connsiteX42" fmla="*/ 409491 w 2915191"/>
                <a:gd name="connsiteY42" fmla="*/ 329682 h 461145"/>
                <a:gd name="connsiteX43" fmla="*/ 419241 w 2915191"/>
                <a:gd name="connsiteY43" fmla="*/ 299472 h 461145"/>
                <a:gd name="connsiteX44" fmla="*/ 428991 w 2915191"/>
                <a:gd name="connsiteY44" fmla="*/ 267462 h 461145"/>
                <a:gd name="connsiteX45" fmla="*/ 438741 w 2915191"/>
                <a:gd name="connsiteY45" fmla="*/ 274547 h 461145"/>
                <a:gd name="connsiteX46" fmla="*/ 448491 w 2915191"/>
                <a:gd name="connsiteY46" fmla="*/ 239421 h 461145"/>
                <a:gd name="connsiteX47" fmla="*/ 458241 w 2915191"/>
                <a:gd name="connsiteY47" fmla="*/ 286539 h 461145"/>
                <a:gd name="connsiteX48" fmla="*/ 467991 w 2915191"/>
                <a:gd name="connsiteY48" fmla="*/ 304747 h 461145"/>
                <a:gd name="connsiteX49" fmla="*/ 477740 w 2915191"/>
                <a:gd name="connsiteY49" fmla="*/ 329345 h 461145"/>
                <a:gd name="connsiteX50" fmla="*/ 487490 w 2915191"/>
                <a:gd name="connsiteY50" fmla="*/ 315562 h 461145"/>
                <a:gd name="connsiteX51" fmla="*/ 497239 w 2915191"/>
                <a:gd name="connsiteY51" fmla="*/ 346176 h 461145"/>
                <a:gd name="connsiteX52" fmla="*/ 506989 w 2915191"/>
                <a:gd name="connsiteY52" fmla="*/ 356777 h 461145"/>
                <a:gd name="connsiteX53" fmla="*/ 516738 w 2915191"/>
                <a:gd name="connsiteY53" fmla="*/ 315057 h 461145"/>
                <a:gd name="connsiteX54" fmla="*/ 526488 w 2915191"/>
                <a:gd name="connsiteY54" fmla="*/ 287294 h 461145"/>
                <a:gd name="connsiteX55" fmla="*/ 536238 w 2915191"/>
                <a:gd name="connsiteY55" fmla="*/ 272821 h 461145"/>
                <a:gd name="connsiteX56" fmla="*/ 545988 w 2915191"/>
                <a:gd name="connsiteY56" fmla="*/ 302999 h 461145"/>
                <a:gd name="connsiteX57" fmla="*/ 555738 w 2915191"/>
                <a:gd name="connsiteY57" fmla="*/ 311895 h 461145"/>
                <a:gd name="connsiteX58" fmla="*/ 565488 w 2915191"/>
                <a:gd name="connsiteY58" fmla="*/ 327074 h 461145"/>
                <a:gd name="connsiteX59" fmla="*/ 575238 w 2915191"/>
                <a:gd name="connsiteY59" fmla="*/ 287874 h 461145"/>
                <a:gd name="connsiteX60" fmla="*/ 584988 w 2915191"/>
                <a:gd name="connsiteY60" fmla="*/ 281632 h 461145"/>
                <a:gd name="connsiteX61" fmla="*/ 594738 w 2915191"/>
                <a:gd name="connsiteY61" fmla="*/ 258067 h 461145"/>
                <a:gd name="connsiteX62" fmla="*/ 604488 w 2915191"/>
                <a:gd name="connsiteY62" fmla="*/ 278417 h 461145"/>
                <a:gd name="connsiteX63" fmla="*/ 614237 w 2915191"/>
                <a:gd name="connsiteY63" fmla="*/ 275598 h 461145"/>
                <a:gd name="connsiteX64" fmla="*/ 623987 w 2915191"/>
                <a:gd name="connsiteY64" fmla="*/ 291524 h 461145"/>
                <a:gd name="connsiteX65" fmla="*/ 633736 w 2915191"/>
                <a:gd name="connsiteY65" fmla="*/ 291204 h 461145"/>
                <a:gd name="connsiteX66" fmla="*/ 643486 w 2915191"/>
                <a:gd name="connsiteY66" fmla="*/ 308138 h 461145"/>
                <a:gd name="connsiteX67" fmla="*/ 653236 w 2915191"/>
                <a:gd name="connsiteY67" fmla="*/ 305906 h 461145"/>
                <a:gd name="connsiteX68" fmla="*/ 662985 w 2915191"/>
                <a:gd name="connsiteY68" fmla="*/ 289308 h 461145"/>
                <a:gd name="connsiteX69" fmla="*/ 672735 w 2915191"/>
                <a:gd name="connsiteY69" fmla="*/ 293263 h 461145"/>
                <a:gd name="connsiteX70" fmla="*/ 682485 w 2915191"/>
                <a:gd name="connsiteY70" fmla="*/ 300876 h 461145"/>
                <a:gd name="connsiteX71" fmla="*/ 692235 w 2915191"/>
                <a:gd name="connsiteY71" fmla="*/ 297442 h 461145"/>
                <a:gd name="connsiteX72" fmla="*/ 701985 w 2915191"/>
                <a:gd name="connsiteY72" fmla="*/ 282574 h 461145"/>
                <a:gd name="connsiteX73" fmla="*/ 711735 w 2915191"/>
                <a:gd name="connsiteY73" fmla="*/ 261343 h 461145"/>
                <a:gd name="connsiteX74" fmla="*/ 721485 w 2915191"/>
                <a:gd name="connsiteY74" fmla="*/ 262642 h 461145"/>
                <a:gd name="connsiteX75" fmla="*/ 731235 w 2915191"/>
                <a:gd name="connsiteY75" fmla="*/ 262067 h 461145"/>
                <a:gd name="connsiteX76" fmla="*/ 740985 w 2915191"/>
                <a:gd name="connsiteY76" fmla="*/ 279526 h 461145"/>
                <a:gd name="connsiteX77" fmla="*/ 750734 w 2915191"/>
                <a:gd name="connsiteY77" fmla="*/ 274926 h 461145"/>
                <a:gd name="connsiteX78" fmla="*/ 760484 w 2915191"/>
                <a:gd name="connsiteY78" fmla="*/ 290634 h 461145"/>
                <a:gd name="connsiteX79" fmla="*/ 770233 w 2915191"/>
                <a:gd name="connsiteY79" fmla="*/ 291502 h 461145"/>
                <a:gd name="connsiteX80" fmla="*/ 779983 w 2915191"/>
                <a:gd name="connsiteY80" fmla="*/ 308765 h 461145"/>
                <a:gd name="connsiteX81" fmla="*/ 789733 w 2915191"/>
                <a:gd name="connsiteY81" fmla="*/ 317795 h 461145"/>
                <a:gd name="connsiteX82" fmla="*/ 799482 w 2915191"/>
                <a:gd name="connsiteY82" fmla="*/ 295016 h 461145"/>
                <a:gd name="connsiteX83" fmla="*/ 809232 w 2915191"/>
                <a:gd name="connsiteY83" fmla="*/ 266996 h 461145"/>
                <a:gd name="connsiteX84" fmla="*/ 818982 w 2915191"/>
                <a:gd name="connsiteY84" fmla="*/ 243965 h 461145"/>
                <a:gd name="connsiteX85" fmla="*/ 828732 w 2915191"/>
                <a:gd name="connsiteY85" fmla="*/ 219994 h 461145"/>
                <a:gd name="connsiteX86" fmla="*/ 838482 w 2915191"/>
                <a:gd name="connsiteY86" fmla="*/ 198644 h 461145"/>
                <a:gd name="connsiteX87" fmla="*/ 848232 w 2915191"/>
                <a:gd name="connsiteY87" fmla="*/ 209115 h 461145"/>
                <a:gd name="connsiteX88" fmla="*/ 857982 w 2915191"/>
                <a:gd name="connsiteY88" fmla="*/ 216612 h 461145"/>
                <a:gd name="connsiteX89" fmla="*/ 867732 w 2915191"/>
                <a:gd name="connsiteY89" fmla="*/ 278624 h 461145"/>
                <a:gd name="connsiteX90" fmla="*/ 877482 w 2915191"/>
                <a:gd name="connsiteY90" fmla="*/ 258663 h 461145"/>
                <a:gd name="connsiteX91" fmla="*/ 887231 w 2915191"/>
                <a:gd name="connsiteY91" fmla="*/ 245792 h 461145"/>
                <a:gd name="connsiteX92" fmla="*/ 896981 w 2915191"/>
                <a:gd name="connsiteY92" fmla="*/ 246727 h 461145"/>
                <a:gd name="connsiteX93" fmla="*/ 906730 w 2915191"/>
                <a:gd name="connsiteY93" fmla="*/ 259780 h 461145"/>
                <a:gd name="connsiteX94" fmla="*/ 916480 w 2915191"/>
                <a:gd name="connsiteY94" fmla="*/ 224772 h 461145"/>
                <a:gd name="connsiteX95" fmla="*/ 926230 w 2915191"/>
                <a:gd name="connsiteY95" fmla="*/ 249884 h 461145"/>
                <a:gd name="connsiteX96" fmla="*/ 935979 w 2915191"/>
                <a:gd name="connsiteY96" fmla="*/ 324542 h 461145"/>
                <a:gd name="connsiteX97" fmla="*/ 945729 w 2915191"/>
                <a:gd name="connsiteY97" fmla="*/ 314894 h 461145"/>
                <a:gd name="connsiteX98" fmla="*/ 955479 w 2915191"/>
                <a:gd name="connsiteY98" fmla="*/ 288325 h 461145"/>
                <a:gd name="connsiteX99" fmla="*/ 965229 w 2915191"/>
                <a:gd name="connsiteY99" fmla="*/ 289778 h 461145"/>
                <a:gd name="connsiteX100" fmla="*/ 974979 w 2915191"/>
                <a:gd name="connsiteY100" fmla="*/ 270451 h 461145"/>
                <a:gd name="connsiteX101" fmla="*/ 984729 w 2915191"/>
                <a:gd name="connsiteY101" fmla="*/ 285244 h 461145"/>
                <a:gd name="connsiteX102" fmla="*/ 994474 w 2915191"/>
                <a:gd name="connsiteY102" fmla="*/ 289465 h 461145"/>
                <a:gd name="connsiteX103" fmla="*/ 1004233 w 2915191"/>
                <a:gd name="connsiteY103" fmla="*/ 292738 h 461145"/>
                <a:gd name="connsiteX104" fmla="*/ 1013977 w 2915191"/>
                <a:gd name="connsiteY104" fmla="*/ 301573 h 461145"/>
                <a:gd name="connsiteX105" fmla="*/ 1023721 w 2915191"/>
                <a:gd name="connsiteY105" fmla="*/ 285292 h 461145"/>
                <a:gd name="connsiteX106" fmla="*/ 1033480 w 2915191"/>
                <a:gd name="connsiteY106" fmla="*/ 321101 h 461145"/>
                <a:gd name="connsiteX107" fmla="*/ 1043224 w 2915191"/>
                <a:gd name="connsiteY107" fmla="*/ 305633 h 461145"/>
                <a:gd name="connsiteX108" fmla="*/ 1052983 w 2915191"/>
                <a:gd name="connsiteY108" fmla="*/ 298433 h 461145"/>
                <a:gd name="connsiteX109" fmla="*/ 1062727 w 2915191"/>
                <a:gd name="connsiteY109" fmla="*/ 298349 h 461145"/>
                <a:gd name="connsiteX110" fmla="*/ 1072471 w 2915191"/>
                <a:gd name="connsiteY110" fmla="*/ 320149 h 461145"/>
                <a:gd name="connsiteX111" fmla="*/ 1082230 w 2915191"/>
                <a:gd name="connsiteY111" fmla="*/ 281264 h 461145"/>
                <a:gd name="connsiteX112" fmla="*/ 1091973 w 2915191"/>
                <a:gd name="connsiteY112" fmla="*/ 276443 h 461145"/>
                <a:gd name="connsiteX113" fmla="*/ 1101732 w 2915191"/>
                <a:gd name="connsiteY113" fmla="*/ 262809 h 461145"/>
                <a:gd name="connsiteX114" fmla="*/ 1111476 w 2915191"/>
                <a:gd name="connsiteY114" fmla="*/ 268338 h 461145"/>
                <a:gd name="connsiteX115" fmla="*/ 1121220 w 2915191"/>
                <a:gd name="connsiteY115" fmla="*/ 271479 h 461145"/>
                <a:gd name="connsiteX116" fmla="*/ 1130979 w 2915191"/>
                <a:gd name="connsiteY116" fmla="*/ 221019 h 461145"/>
                <a:gd name="connsiteX117" fmla="*/ 1140723 w 2915191"/>
                <a:gd name="connsiteY117" fmla="*/ 173938 h 461145"/>
                <a:gd name="connsiteX118" fmla="*/ 1150482 w 2915191"/>
                <a:gd name="connsiteY118" fmla="*/ 196644 h 461145"/>
                <a:gd name="connsiteX119" fmla="*/ 1160226 w 2915191"/>
                <a:gd name="connsiteY119" fmla="*/ 197246 h 461145"/>
                <a:gd name="connsiteX120" fmla="*/ 1169969 w 2915191"/>
                <a:gd name="connsiteY120" fmla="*/ 149167 h 461145"/>
                <a:gd name="connsiteX121" fmla="*/ 1179728 w 2915191"/>
                <a:gd name="connsiteY121" fmla="*/ 172556 h 461145"/>
                <a:gd name="connsiteX122" fmla="*/ 1189472 w 2915191"/>
                <a:gd name="connsiteY122" fmla="*/ 157262 h 461145"/>
                <a:gd name="connsiteX123" fmla="*/ 1199231 w 2915191"/>
                <a:gd name="connsiteY123" fmla="*/ 139048 h 461145"/>
                <a:gd name="connsiteX124" fmla="*/ 1208975 w 2915191"/>
                <a:gd name="connsiteY124" fmla="*/ 116698 h 461145"/>
                <a:gd name="connsiteX125" fmla="*/ 1218719 w 2915191"/>
                <a:gd name="connsiteY125" fmla="*/ 118949 h 461145"/>
                <a:gd name="connsiteX126" fmla="*/ 1228478 w 2915191"/>
                <a:gd name="connsiteY126" fmla="*/ 92155 h 461145"/>
                <a:gd name="connsiteX127" fmla="*/ 1238222 w 2915191"/>
                <a:gd name="connsiteY127" fmla="*/ 100571 h 461145"/>
                <a:gd name="connsiteX128" fmla="*/ 1247966 w 2915191"/>
                <a:gd name="connsiteY128" fmla="*/ 77390 h 461145"/>
                <a:gd name="connsiteX129" fmla="*/ 1257725 w 2915191"/>
                <a:gd name="connsiteY129" fmla="*/ 68045 h 461145"/>
                <a:gd name="connsiteX130" fmla="*/ 1267469 w 2915191"/>
                <a:gd name="connsiteY130" fmla="*/ 59426 h 461145"/>
                <a:gd name="connsiteX131" fmla="*/ 1277227 w 2915191"/>
                <a:gd name="connsiteY131" fmla="*/ 94886 h 461145"/>
                <a:gd name="connsiteX132" fmla="*/ 1286971 w 2915191"/>
                <a:gd name="connsiteY132" fmla="*/ 55079 h 461145"/>
                <a:gd name="connsiteX133" fmla="*/ 1296715 w 2915191"/>
                <a:gd name="connsiteY133" fmla="*/ 57760 h 461145"/>
                <a:gd name="connsiteX134" fmla="*/ 1306474 w 2915191"/>
                <a:gd name="connsiteY134" fmla="*/ 61850 h 461145"/>
                <a:gd name="connsiteX135" fmla="*/ 1316218 w 2915191"/>
                <a:gd name="connsiteY135" fmla="*/ 72567 h 461145"/>
                <a:gd name="connsiteX136" fmla="*/ 1325977 w 2915191"/>
                <a:gd name="connsiteY136" fmla="*/ 53477 h 461145"/>
                <a:gd name="connsiteX137" fmla="*/ 1335721 w 2915191"/>
                <a:gd name="connsiteY137" fmla="*/ 25433 h 461145"/>
                <a:gd name="connsiteX138" fmla="*/ 1345465 w 2915191"/>
                <a:gd name="connsiteY138" fmla="*/ 44240 h 461145"/>
                <a:gd name="connsiteX139" fmla="*/ 1355224 w 2915191"/>
                <a:gd name="connsiteY139" fmla="*/ 14690 h 461145"/>
                <a:gd name="connsiteX140" fmla="*/ 1364967 w 2915191"/>
                <a:gd name="connsiteY140" fmla="*/ 13916 h 461145"/>
                <a:gd name="connsiteX141" fmla="*/ 1374726 w 2915191"/>
                <a:gd name="connsiteY141" fmla="*/ 11660 h 461145"/>
                <a:gd name="connsiteX142" fmla="*/ 1384470 w 2915191"/>
                <a:gd name="connsiteY142" fmla="*/ 0 h 461145"/>
                <a:gd name="connsiteX143" fmla="*/ 1394214 w 2915191"/>
                <a:gd name="connsiteY143" fmla="*/ 21274 h 461145"/>
                <a:gd name="connsiteX144" fmla="*/ 1403973 w 2915191"/>
                <a:gd name="connsiteY144" fmla="*/ 10809 h 461145"/>
                <a:gd name="connsiteX145" fmla="*/ 1413717 w 2915191"/>
                <a:gd name="connsiteY145" fmla="*/ 16012 h 461145"/>
                <a:gd name="connsiteX146" fmla="*/ 1423476 w 2915191"/>
                <a:gd name="connsiteY146" fmla="*/ 25699 h 461145"/>
                <a:gd name="connsiteX147" fmla="*/ 1433220 w 2915191"/>
                <a:gd name="connsiteY147" fmla="*/ 45369 h 461145"/>
                <a:gd name="connsiteX148" fmla="*/ 1442964 w 2915191"/>
                <a:gd name="connsiteY148" fmla="*/ 41823 h 461145"/>
                <a:gd name="connsiteX149" fmla="*/ 1452722 w 2915191"/>
                <a:gd name="connsiteY149" fmla="*/ 28776 h 461145"/>
                <a:gd name="connsiteX150" fmla="*/ 1462466 w 2915191"/>
                <a:gd name="connsiteY150" fmla="*/ 51714 h 461145"/>
                <a:gd name="connsiteX151" fmla="*/ 1472225 w 2915191"/>
                <a:gd name="connsiteY151" fmla="*/ 67361 h 461145"/>
                <a:gd name="connsiteX152" fmla="*/ 1481969 w 2915191"/>
                <a:gd name="connsiteY152" fmla="*/ 95850 h 461145"/>
                <a:gd name="connsiteX153" fmla="*/ 1491713 w 2915191"/>
                <a:gd name="connsiteY153" fmla="*/ 82843 h 461145"/>
                <a:gd name="connsiteX154" fmla="*/ 1501472 w 2915191"/>
                <a:gd name="connsiteY154" fmla="*/ 111137 h 461145"/>
                <a:gd name="connsiteX155" fmla="*/ 1511216 w 2915191"/>
                <a:gd name="connsiteY155" fmla="*/ 123448 h 461145"/>
                <a:gd name="connsiteX156" fmla="*/ 1520960 w 2915191"/>
                <a:gd name="connsiteY156" fmla="*/ 122648 h 461145"/>
                <a:gd name="connsiteX157" fmla="*/ 1530719 w 2915191"/>
                <a:gd name="connsiteY157" fmla="*/ 97541 h 461145"/>
                <a:gd name="connsiteX158" fmla="*/ 1540463 w 2915191"/>
                <a:gd name="connsiteY158" fmla="*/ 59395 h 461145"/>
                <a:gd name="connsiteX159" fmla="*/ 1550221 w 2915191"/>
                <a:gd name="connsiteY159" fmla="*/ 70150 h 461145"/>
                <a:gd name="connsiteX160" fmla="*/ 1559965 w 2915191"/>
                <a:gd name="connsiteY160" fmla="*/ 76311 h 461145"/>
                <a:gd name="connsiteX161" fmla="*/ 1569709 w 2915191"/>
                <a:gd name="connsiteY161" fmla="*/ 74310 h 461145"/>
                <a:gd name="connsiteX162" fmla="*/ 1579468 w 2915191"/>
                <a:gd name="connsiteY162" fmla="*/ 72908 h 461145"/>
                <a:gd name="connsiteX163" fmla="*/ 1589212 w 2915191"/>
                <a:gd name="connsiteY163" fmla="*/ 78129 h 461145"/>
                <a:gd name="connsiteX164" fmla="*/ 1598971 w 2915191"/>
                <a:gd name="connsiteY164" fmla="*/ 84345 h 461145"/>
                <a:gd name="connsiteX165" fmla="*/ 1608715 w 2915191"/>
                <a:gd name="connsiteY165" fmla="*/ 116361 h 461145"/>
                <a:gd name="connsiteX166" fmla="*/ 1618459 w 2915191"/>
                <a:gd name="connsiteY166" fmla="*/ 150952 h 461145"/>
                <a:gd name="connsiteX167" fmla="*/ 1628218 w 2915191"/>
                <a:gd name="connsiteY167" fmla="*/ 129570 h 461145"/>
                <a:gd name="connsiteX168" fmla="*/ 1637962 w 2915191"/>
                <a:gd name="connsiteY168" fmla="*/ 122084 h 461145"/>
                <a:gd name="connsiteX169" fmla="*/ 1647720 w 2915191"/>
                <a:gd name="connsiteY169" fmla="*/ 117310 h 461145"/>
                <a:gd name="connsiteX170" fmla="*/ 1657464 w 2915191"/>
                <a:gd name="connsiteY170" fmla="*/ 119526 h 461145"/>
                <a:gd name="connsiteX171" fmla="*/ 1667208 w 2915191"/>
                <a:gd name="connsiteY171" fmla="*/ 93743 h 461145"/>
                <a:gd name="connsiteX172" fmla="*/ 1676967 w 2915191"/>
                <a:gd name="connsiteY172" fmla="*/ 116613 h 461145"/>
                <a:gd name="connsiteX173" fmla="*/ 1686711 w 2915191"/>
                <a:gd name="connsiteY173" fmla="*/ 135399 h 461145"/>
                <a:gd name="connsiteX174" fmla="*/ 1696470 w 2915191"/>
                <a:gd name="connsiteY174" fmla="*/ 142913 h 461145"/>
                <a:gd name="connsiteX175" fmla="*/ 1706214 w 2915191"/>
                <a:gd name="connsiteY175" fmla="*/ 172468 h 461145"/>
                <a:gd name="connsiteX176" fmla="*/ 1715958 w 2915191"/>
                <a:gd name="connsiteY176" fmla="*/ 181280 h 461145"/>
                <a:gd name="connsiteX177" fmla="*/ 1725716 w 2915191"/>
                <a:gd name="connsiteY177" fmla="*/ 183395 h 461145"/>
                <a:gd name="connsiteX178" fmla="*/ 1735460 w 2915191"/>
                <a:gd name="connsiteY178" fmla="*/ 173633 h 461145"/>
                <a:gd name="connsiteX179" fmla="*/ 1745219 w 2915191"/>
                <a:gd name="connsiteY179" fmla="*/ 171836 h 461145"/>
                <a:gd name="connsiteX180" fmla="*/ 1754963 w 2915191"/>
                <a:gd name="connsiteY180" fmla="*/ 202121 h 461145"/>
                <a:gd name="connsiteX181" fmla="*/ 1764707 w 2915191"/>
                <a:gd name="connsiteY181" fmla="*/ 184128 h 461145"/>
                <a:gd name="connsiteX182" fmla="*/ 1774466 w 2915191"/>
                <a:gd name="connsiteY182" fmla="*/ 203052 h 461145"/>
                <a:gd name="connsiteX183" fmla="*/ 1784210 w 2915191"/>
                <a:gd name="connsiteY183" fmla="*/ 174713 h 461145"/>
                <a:gd name="connsiteX184" fmla="*/ 1793969 w 2915191"/>
                <a:gd name="connsiteY184" fmla="*/ 166234 h 461145"/>
                <a:gd name="connsiteX185" fmla="*/ 1803713 w 2915191"/>
                <a:gd name="connsiteY185" fmla="*/ 152928 h 461145"/>
                <a:gd name="connsiteX186" fmla="*/ 1813457 w 2915191"/>
                <a:gd name="connsiteY186" fmla="*/ 135916 h 461145"/>
                <a:gd name="connsiteX187" fmla="*/ 1823215 w 2915191"/>
                <a:gd name="connsiteY187" fmla="*/ 134195 h 461145"/>
                <a:gd name="connsiteX188" fmla="*/ 1832959 w 2915191"/>
                <a:gd name="connsiteY188" fmla="*/ 143100 h 461145"/>
                <a:gd name="connsiteX189" fmla="*/ 1842703 w 2915191"/>
                <a:gd name="connsiteY189" fmla="*/ 135929 h 461145"/>
                <a:gd name="connsiteX190" fmla="*/ 1852462 w 2915191"/>
                <a:gd name="connsiteY190" fmla="*/ 147433 h 461145"/>
                <a:gd name="connsiteX191" fmla="*/ 1862206 w 2915191"/>
                <a:gd name="connsiteY191" fmla="*/ 194122 h 461145"/>
                <a:gd name="connsiteX192" fmla="*/ 1871965 w 2915191"/>
                <a:gd name="connsiteY192" fmla="*/ 207702 h 461145"/>
                <a:gd name="connsiteX193" fmla="*/ 1881709 w 2915191"/>
                <a:gd name="connsiteY193" fmla="*/ 178499 h 461145"/>
                <a:gd name="connsiteX194" fmla="*/ 1891453 w 2915191"/>
                <a:gd name="connsiteY194" fmla="*/ 196650 h 461145"/>
                <a:gd name="connsiteX195" fmla="*/ 1901212 w 2915191"/>
                <a:gd name="connsiteY195" fmla="*/ 227853 h 461145"/>
                <a:gd name="connsiteX196" fmla="*/ 1910956 w 2915191"/>
                <a:gd name="connsiteY196" fmla="*/ 226506 h 461145"/>
                <a:gd name="connsiteX197" fmla="*/ 1920714 w 2915191"/>
                <a:gd name="connsiteY197" fmla="*/ 221685 h 461145"/>
                <a:gd name="connsiteX198" fmla="*/ 1930458 w 2915191"/>
                <a:gd name="connsiteY198" fmla="*/ 224000 h 461145"/>
                <a:gd name="connsiteX199" fmla="*/ 1940202 w 2915191"/>
                <a:gd name="connsiteY199" fmla="*/ 227418 h 461145"/>
                <a:gd name="connsiteX200" fmla="*/ 1949961 w 2915191"/>
                <a:gd name="connsiteY200" fmla="*/ 261047 h 461145"/>
                <a:gd name="connsiteX201" fmla="*/ 1959705 w 2915191"/>
                <a:gd name="connsiteY201" fmla="*/ 258426 h 461145"/>
                <a:gd name="connsiteX202" fmla="*/ 1969464 w 2915191"/>
                <a:gd name="connsiteY202" fmla="*/ 237640 h 461145"/>
                <a:gd name="connsiteX203" fmla="*/ 1979208 w 2915191"/>
                <a:gd name="connsiteY203" fmla="*/ 207470 h 461145"/>
                <a:gd name="connsiteX204" fmla="*/ 1988952 w 2915191"/>
                <a:gd name="connsiteY204" fmla="*/ 218289 h 461145"/>
                <a:gd name="connsiteX205" fmla="*/ 1998711 w 2915191"/>
                <a:gd name="connsiteY205" fmla="*/ 196985 h 461145"/>
                <a:gd name="connsiteX206" fmla="*/ 2008454 w 2915191"/>
                <a:gd name="connsiteY206" fmla="*/ 216621 h 461145"/>
                <a:gd name="connsiteX207" fmla="*/ 2018213 w 2915191"/>
                <a:gd name="connsiteY207" fmla="*/ 231786 h 461145"/>
                <a:gd name="connsiteX208" fmla="*/ 2027957 w 2915191"/>
                <a:gd name="connsiteY208" fmla="*/ 239304 h 461145"/>
                <a:gd name="connsiteX209" fmla="*/ 2037701 w 2915191"/>
                <a:gd name="connsiteY209" fmla="*/ 255439 h 461145"/>
                <a:gd name="connsiteX210" fmla="*/ 2047460 w 2915191"/>
                <a:gd name="connsiteY210" fmla="*/ 234429 h 461145"/>
                <a:gd name="connsiteX211" fmla="*/ 2057204 w 2915191"/>
                <a:gd name="connsiteY211" fmla="*/ 287340 h 461145"/>
                <a:gd name="connsiteX212" fmla="*/ 2066963 w 2915191"/>
                <a:gd name="connsiteY212" fmla="*/ 264631 h 461145"/>
                <a:gd name="connsiteX213" fmla="*/ 2076707 w 2915191"/>
                <a:gd name="connsiteY213" fmla="*/ 263746 h 461145"/>
                <a:gd name="connsiteX214" fmla="*/ 2086451 w 2915191"/>
                <a:gd name="connsiteY214" fmla="*/ 279518 h 461145"/>
                <a:gd name="connsiteX215" fmla="*/ 2096210 w 2915191"/>
                <a:gd name="connsiteY215" fmla="*/ 264512 h 461145"/>
                <a:gd name="connsiteX216" fmla="*/ 2105954 w 2915191"/>
                <a:gd name="connsiteY216" fmla="*/ 257234 h 461145"/>
                <a:gd name="connsiteX217" fmla="*/ 2115697 w 2915191"/>
                <a:gd name="connsiteY217" fmla="*/ 271255 h 461145"/>
                <a:gd name="connsiteX218" fmla="*/ 2125456 w 2915191"/>
                <a:gd name="connsiteY218" fmla="*/ 257781 h 461145"/>
                <a:gd name="connsiteX219" fmla="*/ 2135200 w 2915191"/>
                <a:gd name="connsiteY219" fmla="*/ 276534 h 461145"/>
                <a:gd name="connsiteX220" fmla="*/ 2144959 w 2915191"/>
                <a:gd name="connsiteY220" fmla="*/ 273289 h 461145"/>
                <a:gd name="connsiteX221" fmla="*/ 2154703 w 2915191"/>
                <a:gd name="connsiteY221" fmla="*/ 282853 h 461145"/>
                <a:gd name="connsiteX222" fmla="*/ 2164447 w 2915191"/>
                <a:gd name="connsiteY222" fmla="*/ 310215 h 461145"/>
                <a:gd name="connsiteX223" fmla="*/ 2174206 w 2915191"/>
                <a:gd name="connsiteY223" fmla="*/ 318405 h 461145"/>
                <a:gd name="connsiteX224" fmla="*/ 2183950 w 2915191"/>
                <a:gd name="connsiteY224" fmla="*/ 322100 h 461145"/>
                <a:gd name="connsiteX225" fmla="*/ 2193709 w 2915191"/>
                <a:gd name="connsiteY225" fmla="*/ 326872 h 461145"/>
                <a:gd name="connsiteX226" fmla="*/ 2203452 w 2915191"/>
                <a:gd name="connsiteY226" fmla="*/ 315447 h 461145"/>
                <a:gd name="connsiteX227" fmla="*/ 2213196 w 2915191"/>
                <a:gd name="connsiteY227" fmla="*/ 315365 h 461145"/>
                <a:gd name="connsiteX228" fmla="*/ 2222955 w 2915191"/>
                <a:gd name="connsiteY228" fmla="*/ 314519 h 461145"/>
                <a:gd name="connsiteX229" fmla="*/ 2232699 w 2915191"/>
                <a:gd name="connsiteY229" fmla="*/ 341741 h 461145"/>
                <a:gd name="connsiteX230" fmla="*/ 2242458 w 2915191"/>
                <a:gd name="connsiteY230" fmla="*/ 321358 h 461145"/>
                <a:gd name="connsiteX231" fmla="*/ 2252202 w 2915191"/>
                <a:gd name="connsiteY231" fmla="*/ 322557 h 461145"/>
                <a:gd name="connsiteX232" fmla="*/ 2261946 w 2915191"/>
                <a:gd name="connsiteY232" fmla="*/ 365444 h 461145"/>
                <a:gd name="connsiteX233" fmla="*/ 2271705 w 2915191"/>
                <a:gd name="connsiteY233" fmla="*/ 389887 h 461145"/>
                <a:gd name="connsiteX234" fmla="*/ 2281449 w 2915191"/>
                <a:gd name="connsiteY234" fmla="*/ 422121 h 461145"/>
                <a:gd name="connsiteX235" fmla="*/ 2291208 w 2915191"/>
                <a:gd name="connsiteY235" fmla="*/ 445430 h 461145"/>
                <a:gd name="connsiteX236" fmla="*/ 2300951 w 2915191"/>
                <a:gd name="connsiteY236" fmla="*/ 439416 h 461145"/>
                <a:gd name="connsiteX237" fmla="*/ 2310695 w 2915191"/>
                <a:gd name="connsiteY237" fmla="*/ 452662 h 461145"/>
                <a:gd name="connsiteX238" fmla="*/ 2320454 w 2915191"/>
                <a:gd name="connsiteY238" fmla="*/ 444979 h 461145"/>
                <a:gd name="connsiteX239" fmla="*/ 2330198 w 2915191"/>
                <a:gd name="connsiteY239" fmla="*/ 442902 h 461145"/>
                <a:gd name="connsiteX240" fmla="*/ 2339957 w 2915191"/>
                <a:gd name="connsiteY240" fmla="*/ 433185 h 461145"/>
                <a:gd name="connsiteX241" fmla="*/ 2349701 w 2915191"/>
                <a:gd name="connsiteY241" fmla="*/ 421918 h 461145"/>
                <a:gd name="connsiteX242" fmla="*/ 2359445 w 2915191"/>
                <a:gd name="connsiteY242" fmla="*/ 415975 h 461145"/>
                <a:gd name="connsiteX243" fmla="*/ 2369204 w 2915191"/>
                <a:gd name="connsiteY243" fmla="*/ 424561 h 461145"/>
                <a:gd name="connsiteX244" fmla="*/ 2378948 w 2915191"/>
                <a:gd name="connsiteY244" fmla="*/ 429423 h 461145"/>
                <a:gd name="connsiteX245" fmla="*/ 2388692 w 2915191"/>
                <a:gd name="connsiteY245" fmla="*/ 410698 h 461145"/>
                <a:gd name="connsiteX246" fmla="*/ 2398450 w 2915191"/>
                <a:gd name="connsiteY246" fmla="*/ 391439 h 461145"/>
                <a:gd name="connsiteX247" fmla="*/ 2408194 w 2915191"/>
                <a:gd name="connsiteY247" fmla="*/ 407906 h 461145"/>
                <a:gd name="connsiteX248" fmla="*/ 2417953 w 2915191"/>
                <a:gd name="connsiteY248" fmla="*/ 405705 h 461145"/>
                <a:gd name="connsiteX249" fmla="*/ 2427697 w 2915191"/>
                <a:gd name="connsiteY249" fmla="*/ 445207 h 461145"/>
                <a:gd name="connsiteX250" fmla="*/ 2437441 w 2915191"/>
                <a:gd name="connsiteY250" fmla="*/ 461146 h 461145"/>
                <a:gd name="connsiteX251" fmla="*/ 2447200 w 2915191"/>
                <a:gd name="connsiteY251" fmla="*/ 428046 h 461145"/>
                <a:gd name="connsiteX252" fmla="*/ 2456944 w 2915191"/>
                <a:gd name="connsiteY252" fmla="*/ 441852 h 461145"/>
                <a:gd name="connsiteX253" fmla="*/ 2466703 w 2915191"/>
                <a:gd name="connsiteY253" fmla="*/ 413316 h 461145"/>
                <a:gd name="connsiteX254" fmla="*/ 2476446 w 2915191"/>
                <a:gd name="connsiteY254" fmla="*/ 433513 h 461145"/>
                <a:gd name="connsiteX255" fmla="*/ 2486190 w 2915191"/>
                <a:gd name="connsiteY255" fmla="*/ 412437 h 461145"/>
                <a:gd name="connsiteX256" fmla="*/ 2495949 w 2915191"/>
                <a:gd name="connsiteY256" fmla="*/ 425068 h 461145"/>
                <a:gd name="connsiteX257" fmla="*/ 2505693 w 2915191"/>
                <a:gd name="connsiteY257" fmla="*/ 422727 h 461145"/>
                <a:gd name="connsiteX258" fmla="*/ 2515452 w 2915191"/>
                <a:gd name="connsiteY258" fmla="*/ 424751 h 461145"/>
                <a:gd name="connsiteX259" fmla="*/ 2525196 w 2915191"/>
                <a:gd name="connsiteY259" fmla="*/ 400592 h 461145"/>
                <a:gd name="connsiteX260" fmla="*/ 2534940 w 2915191"/>
                <a:gd name="connsiteY260" fmla="*/ 387441 h 461145"/>
                <a:gd name="connsiteX261" fmla="*/ 2544699 w 2915191"/>
                <a:gd name="connsiteY261" fmla="*/ 354626 h 461145"/>
                <a:gd name="connsiteX262" fmla="*/ 2554443 w 2915191"/>
                <a:gd name="connsiteY262" fmla="*/ 352295 h 461145"/>
                <a:gd name="connsiteX263" fmla="*/ 2564202 w 2915191"/>
                <a:gd name="connsiteY263" fmla="*/ 315476 h 461145"/>
                <a:gd name="connsiteX264" fmla="*/ 2573946 w 2915191"/>
                <a:gd name="connsiteY264" fmla="*/ 294554 h 461145"/>
                <a:gd name="connsiteX265" fmla="*/ 2583690 w 2915191"/>
                <a:gd name="connsiteY265" fmla="*/ 313750 h 461145"/>
                <a:gd name="connsiteX266" fmla="*/ 2593448 w 2915191"/>
                <a:gd name="connsiteY266" fmla="*/ 314321 h 461145"/>
                <a:gd name="connsiteX267" fmla="*/ 2603192 w 2915191"/>
                <a:gd name="connsiteY267" fmla="*/ 292960 h 461145"/>
                <a:gd name="connsiteX268" fmla="*/ 2612951 w 2915191"/>
                <a:gd name="connsiteY268" fmla="*/ 293112 h 461145"/>
                <a:gd name="connsiteX269" fmla="*/ 2622695 w 2915191"/>
                <a:gd name="connsiteY269" fmla="*/ 282577 h 461145"/>
                <a:gd name="connsiteX270" fmla="*/ 2632439 w 2915191"/>
                <a:gd name="connsiteY270" fmla="*/ 281987 h 461145"/>
                <a:gd name="connsiteX271" fmla="*/ 2642198 w 2915191"/>
                <a:gd name="connsiteY271" fmla="*/ 282036 h 461145"/>
                <a:gd name="connsiteX272" fmla="*/ 2651942 w 2915191"/>
                <a:gd name="connsiteY272" fmla="*/ 272893 h 461145"/>
                <a:gd name="connsiteX273" fmla="*/ 2661685 w 2915191"/>
                <a:gd name="connsiteY273" fmla="*/ 264336 h 461145"/>
                <a:gd name="connsiteX274" fmla="*/ 2671444 w 2915191"/>
                <a:gd name="connsiteY274" fmla="*/ 256446 h 461145"/>
                <a:gd name="connsiteX275" fmla="*/ 2681188 w 2915191"/>
                <a:gd name="connsiteY275" fmla="*/ 276323 h 461145"/>
                <a:gd name="connsiteX276" fmla="*/ 2690947 w 2915191"/>
                <a:gd name="connsiteY276" fmla="*/ 295873 h 461145"/>
                <a:gd name="connsiteX277" fmla="*/ 2700691 w 2915191"/>
                <a:gd name="connsiteY277" fmla="*/ 286644 h 461145"/>
                <a:gd name="connsiteX278" fmla="*/ 2710435 w 2915191"/>
                <a:gd name="connsiteY278" fmla="*/ 306679 h 461145"/>
                <a:gd name="connsiteX279" fmla="*/ 2720194 w 2915191"/>
                <a:gd name="connsiteY279" fmla="*/ 285818 h 461145"/>
                <a:gd name="connsiteX280" fmla="*/ 2729938 w 2915191"/>
                <a:gd name="connsiteY280" fmla="*/ 236420 h 461145"/>
                <a:gd name="connsiteX281" fmla="*/ 2739697 w 2915191"/>
                <a:gd name="connsiteY281" fmla="*/ 258715 h 461145"/>
                <a:gd name="connsiteX282" fmla="*/ 2749441 w 2915191"/>
                <a:gd name="connsiteY282" fmla="*/ 254415 h 461145"/>
                <a:gd name="connsiteX283" fmla="*/ 2759185 w 2915191"/>
                <a:gd name="connsiteY283" fmla="*/ 251501 h 461145"/>
                <a:gd name="connsiteX284" fmla="*/ 2768943 w 2915191"/>
                <a:gd name="connsiteY284" fmla="*/ 237795 h 461145"/>
                <a:gd name="connsiteX285" fmla="*/ 2778687 w 2915191"/>
                <a:gd name="connsiteY285" fmla="*/ 286737 h 461145"/>
                <a:gd name="connsiteX286" fmla="*/ 2788446 w 2915191"/>
                <a:gd name="connsiteY286" fmla="*/ 296081 h 461145"/>
                <a:gd name="connsiteX287" fmla="*/ 2798190 w 2915191"/>
                <a:gd name="connsiteY287" fmla="*/ 264645 h 461145"/>
                <a:gd name="connsiteX288" fmla="*/ 2807934 w 2915191"/>
                <a:gd name="connsiteY288" fmla="*/ 257435 h 461145"/>
                <a:gd name="connsiteX289" fmla="*/ 2817693 w 2915191"/>
                <a:gd name="connsiteY289" fmla="*/ 256237 h 461145"/>
                <a:gd name="connsiteX290" fmla="*/ 2827437 w 2915191"/>
                <a:gd name="connsiteY290" fmla="*/ 279182 h 461145"/>
                <a:gd name="connsiteX291" fmla="*/ 2837196 w 2915191"/>
                <a:gd name="connsiteY291" fmla="*/ 285512 h 461145"/>
                <a:gd name="connsiteX292" fmla="*/ 2846940 w 2915191"/>
                <a:gd name="connsiteY292" fmla="*/ 294641 h 461145"/>
                <a:gd name="connsiteX293" fmla="*/ 2856684 w 2915191"/>
                <a:gd name="connsiteY293" fmla="*/ 289447 h 461145"/>
                <a:gd name="connsiteX294" fmla="*/ 2866442 w 2915191"/>
                <a:gd name="connsiteY294" fmla="*/ 273794 h 461145"/>
                <a:gd name="connsiteX295" fmla="*/ 2876186 w 2915191"/>
                <a:gd name="connsiteY295" fmla="*/ 266480 h 461145"/>
                <a:gd name="connsiteX296" fmla="*/ 2885945 w 2915191"/>
                <a:gd name="connsiteY296" fmla="*/ 227715 h 461145"/>
                <a:gd name="connsiteX297" fmla="*/ 2895689 w 2915191"/>
                <a:gd name="connsiteY297" fmla="*/ 213228 h 461145"/>
                <a:gd name="connsiteX298" fmla="*/ 2905433 w 2915191"/>
                <a:gd name="connsiteY298" fmla="*/ 222636 h 461145"/>
                <a:gd name="connsiteX299" fmla="*/ 2915192 w 2915191"/>
                <a:gd name="connsiteY299" fmla="*/ 240432 h 46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61145">
                  <a:moveTo>
                    <a:pt x="0" y="167502"/>
                  </a:moveTo>
                  <a:lnTo>
                    <a:pt x="9750" y="168899"/>
                  </a:lnTo>
                  <a:lnTo>
                    <a:pt x="19500" y="162380"/>
                  </a:lnTo>
                  <a:lnTo>
                    <a:pt x="29250" y="170972"/>
                  </a:lnTo>
                  <a:lnTo>
                    <a:pt x="39000" y="199174"/>
                  </a:lnTo>
                  <a:lnTo>
                    <a:pt x="48749" y="200570"/>
                  </a:lnTo>
                  <a:lnTo>
                    <a:pt x="58499" y="190089"/>
                  </a:lnTo>
                  <a:lnTo>
                    <a:pt x="68249" y="200652"/>
                  </a:lnTo>
                  <a:lnTo>
                    <a:pt x="77998" y="169302"/>
                  </a:lnTo>
                  <a:lnTo>
                    <a:pt x="87748" y="215131"/>
                  </a:lnTo>
                  <a:lnTo>
                    <a:pt x="97497" y="213270"/>
                  </a:lnTo>
                  <a:lnTo>
                    <a:pt x="107247" y="184154"/>
                  </a:lnTo>
                  <a:lnTo>
                    <a:pt x="116997" y="219580"/>
                  </a:lnTo>
                  <a:lnTo>
                    <a:pt x="126747" y="203620"/>
                  </a:lnTo>
                  <a:lnTo>
                    <a:pt x="136497" y="200680"/>
                  </a:lnTo>
                  <a:lnTo>
                    <a:pt x="146247" y="209632"/>
                  </a:lnTo>
                  <a:lnTo>
                    <a:pt x="155997" y="167454"/>
                  </a:lnTo>
                  <a:lnTo>
                    <a:pt x="165747" y="180777"/>
                  </a:lnTo>
                  <a:lnTo>
                    <a:pt x="175497" y="218847"/>
                  </a:lnTo>
                  <a:lnTo>
                    <a:pt x="185247" y="177642"/>
                  </a:lnTo>
                  <a:lnTo>
                    <a:pt x="194996" y="166030"/>
                  </a:lnTo>
                  <a:lnTo>
                    <a:pt x="204746" y="184935"/>
                  </a:lnTo>
                  <a:lnTo>
                    <a:pt x="214495" y="210384"/>
                  </a:lnTo>
                  <a:lnTo>
                    <a:pt x="224245" y="195378"/>
                  </a:lnTo>
                  <a:lnTo>
                    <a:pt x="233995" y="186127"/>
                  </a:lnTo>
                  <a:lnTo>
                    <a:pt x="243744" y="164418"/>
                  </a:lnTo>
                  <a:lnTo>
                    <a:pt x="253494" y="173642"/>
                  </a:lnTo>
                  <a:lnTo>
                    <a:pt x="263244" y="196850"/>
                  </a:lnTo>
                  <a:lnTo>
                    <a:pt x="272994" y="199850"/>
                  </a:lnTo>
                  <a:lnTo>
                    <a:pt x="282744" y="206929"/>
                  </a:lnTo>
                  <a:lnTo>
                    <a:pt x="292494" y="230995"/>
                  </a:lnTo>
                  <a:lnTo>
                    <a:pt x="302244" y="229757"/>
                  </a:lnTo>
                  <a:lnTo>
                    <a:pt x="311994" y="257504"/>
                  </a:lnTo>
                  <a:lnTo>
                    <a:pt x="321744" y="306991"/>
                  </a:lnTo>
                  <a:lnTo>
                    <a:pt x="331493" y="316670"/>
                  </a:lnTo>
                  <a:lnTo>
                    <a:pt x="341243" y="277799"/>
                  </a:lnTo>
                  <a:lnTo>
                    <a:pt x="350993" y="272240"/>
                  </a:lnTo>
                  <a:lnTo>
                    <a:pt x="360742" y="279258"/>
                  </a:lnTo>
                  <a:lnTo>
                    <a:pt x="370492" y="271510"/>
                  </a:lnTo>
                  <a:lnTo>
                    <a:pt x="380241" y="280080"/>
                  </a:lnTo>
                  <a:lnTo>
                    <a:pt x="389991" y="285193"/>
                  </a:lnTo>
                  <a:lnTo>
                    <a:pt x="399741" y="294525"/>
                  </a:lnTo>
                  <a:lnTo>
                    <a:pt x="409491" y="329682"/>
                  </a:lnTo>
                  <a:lnTo>
                    <a:pt x="419241" y="299472"/>
                  </a:lnTo>
                  <a:lnTo>
                    <a:pt x="428991" y="267462"/>
                  </a:lnTo>
                  <a:lnTo>
                    <a:pt x="438741" y="274547"/>
                  </a:lnTo>
                  <a:lnTo>
                    <a:pt x="448491" y="239421"/>
                  </a:lnTo>
                  <a:lnTo>
                    <a:pt x="458241" y="286539"/>
                  </a:lnTo>
                  <a:lnTo>
                    <a:pt x="467991" y="304747"/>
                  </a:lnTo>
                  <a:lnTo>
                    <a:pt x="477740" y="329345"/>
                  </a:lnTo>
                  <a:lnTo>
                    <a:pt x="487490" y="315562"/>
                  </a:lnTo>
                  <a:lnTo>
                    <a:pt x="497239" y="346176"/>
                  </a:lnTo>
                  <a:lnTo>
                    <a:pt x="506989" y="356777"/>
                  </a:lnTo>
                  <a:lnTo>
                    <a:pt x="516738" y="315057"/>
                  </a:lnTo>
                  <a:lnTo>
                    <a:pt x="526488" y="287294"/>
                  </a:lnTo>
                  <a:lnTo>
                    <a:pt x="536238" y="272821"/>
                  </a:lnTo>
                  <a:lnTo>
                    <a:pt x="545988" y="302999"/>
                  </a:lnTo>
                  <a:lnTo>
                    <a:pt x="555738" y="311895"/>
                  </a:lnTo>
                  <a:lnTo>
                    <a:pt x="565488" y="327074"/>
                  </a:lnTo>
                  <a:lnTo>
                    <a:pt x="575238" y="287874"/>
                  </a:lnTo>
                  <a:lnTo>
                    <a:pt x="584988" y="281632"/>
                  </a:lnTo>
                  <a:lnTo>
                    <a:pt x="594738" y="258067"/>
                  </a:lnTo>
                  <a:lnTo>
                    <a:pt x="604488" y="278417"/>
                  </a:lnTo>
                  <a:lnTo>
                    <a:pt x="614237" y="275598"/>
                  </a:lnTo>
                  <a:lnTo>
                    <a:pt x="623987" y="291524"/>
                  </a:lnTo>
                  <a:lnTo>
                    <a:pt x="633736" y="291204"/>
                  </a:lnTo>
                  <a:lnTo>
                    <a:pt x="643486" y="308138"/>
                  </a:lnTo>
                  <a:lnTo>
                    <a:pt x="653236" y="305906"/>
                  </a:lnTo>
                  <a:lnTo>
                    <a:pt x="662985" y="289308"/>
                  </a:lnTo>
                  <a:lnTo>
                    <a:pt x="672735" y="293263"/>
                  </a:lnTo>
                  <a:lnTo>
                    <a:pt x="682485" y="300876"/>
                  </a:lnTo>
                  <a:lnTo>
                    <a:pt x="692235" y="297442"/>
                  </a:lnTo>
                  <a:lnTo>
                    <a:pt x="701985" y="282574"/>
                  </a:lnTo>
                  <a:lnTo>
                    <a:pt x="711735" y="261343"/>
                  </a:lnTo>
                  <a:lnTo>
                    <a:pt x="721485" y="262642"/>
                  </a:lnTo>
                  <a:lnTo>
                    <a:pt x="731235" y="262067"/>
                  </a:lnTo>
                  <a:lnTo>
                    <a:pt x="740985" y="279526"/>
                  </a:lnTo>
                  <a:lnTo>
                    <a:pt x="750734" y="274926"/>
                  </a:lnTo>
                  <a:lnTo>
                    <a:pt x="760484" y="290634"/>
                  </a:lnTo>
                  <a:lnTo>
                    <a:pt x="770233" y="291502"/>
                  </a:lnTo>
                  <a:lnTo>
                    <a:pt x="779983" y="308765"/>
                  </a:lnTo>
                  <a:lnTo>
                    <a:pt x="789733" y="317795"/>
                  </a:lnTo>
                  <a:lnTo>
                    <a:pt x="799482" y="295016"/>
                  </a:lnTo>
                  <a:lnTo>
                    <a:pt x="809232" y="266996"/>
                  </a:lnTo>
                  <a:lnTo>
                    <a:pt x="818982" y="243965"/>
                  </a:lnTo>
                  <a:lnTo>
                    <a:pt x="828732" y="219994"/>
                  </a:lnTo>
                  <a:lnTo>
                    <a:pt x="838482" y="198644"/>
                  </a:lnTo>
                  <a:lnTo>
                    <a:pt x="848232" y="209115"/>
                  </a:lnTo>
                  <a:lnTo>
                    <a:pt x="857982" y="216612"/>
                  </a:lnTo>
                  <a:lnTo>
                    <a:pt x="867732" y="278624"/>
                  </a:lnTo>
                  <a:lnTo>
                    <a:pt x="877482" y="258663"/>
                  </a:lnTo>
                  <a:lnTo>
                    <a:pt x="887231" y="245792"/>
                  </a:lnTo>
                  <a:lnTo>
                    <a:pt x="896981" y="246727"/>
                  </a:lnTo>
                  <a:lnTo>
                    <a:pt x="906730" y="259780"/>
                  </a:lnTo>
                  <a:lnTo>
                    <a:pt x="916480" y="224772"/>
                  </a:lnTo>
                  <a:lnTo>
                    <a:pt x="926230" y="249884"/>
                  </a:lnTo>
                  <a:lnTo>
                    <a:pt x="935979" y="324542"/>
                  </a:lnTo>
                  <a:lnTo>
                    <a:pt x="945729" y="314894"/>
                  </a:lnTo>
                  <a:lnTo>
                    <a:pt x="955479" y="288325"/>
                  </a:lnTo>
                  <a:lnTo>
                    <a:pt x="965229" y="289778"/>
                  </a:lnTo>
                  <a:lnTo>
                    <a:pt x="974979" y="270451"/>
                  </a:lnTo>
                  <a:lnTo>
                    <a:pt x="984729" y="285244"/>
                  </a:lnTo>
                  <a:lnTo>
                    <a:pt x="994474" y="289465"/>
                  </a:lnTo>
                  <a:lnTo>
                    <a:pt x="1004233" y="292738"/>
                  </a:lnTo>
                  <a:lnTo>
                    <a:pt x="1013977" y="301573"/>
                  </a:lnTo>
                  <a:lnTo>
                    <a:pt x="1023721" y="285292"/>
                  </a:lnTo>
                  <a:lnTo>
                    <a:pt x="1033480" y="321101"/>
                  </a:lnTo>
                  <a:lnTo>
                    <a:pt x="1043224" y="305633"/>
                  </a:lnTo>
                  <a:lnTo>
                    <a:pt x="1052983" y="298433"/>
                  </a:lnTo>
                  <a:lnTo>
                    <a:pt x="1062727" y="298349"/>
                  </a:lnTo>
                  <a:lnTo>
                    <a:pt x="1072471" y="320149"/>
                  </a:lnTo>
                  <a:lnTo>
                    <a:pt x="1082230" y="281264"/>
                  </a:lnTo>
                  <a:lnTo>
                    <a:pt x="1091973" y="276443"/>
                  </a:lnTo>
                  <a:lnTo>
                    <a:pt x="1101732" y="262809"/>
                  </a:lnTo>
                  <a:lnTo>
                    <a:pt x="1111476" y="268338"/>
                  </a:lnTo>
                  <a:lnTo>
                    <a:pt x="1121220" y="271479"/>
                  </a:lnTo>
                  <a:lnTo>
                    <a:pt x="1130979" y="221019"/>
                  </a:lnTo>
                  <a:lnTo>
                    <a:pt x="1140723" y="173938"/>
                  </a:lnTo>
                  <a:lnTo>
                    <a:pt x="1150482" y="196644"/>
                  </a:lnTo>
                  <a:lnTo>
                    <a:pt x="1160226" y="197246"/>
                  </a:lnTo>
                  <a:lnTo>
                    <a:pt x="1169969" y="149167"/>
                  </a:lnTo>
                  <a:lnTo>
                    <a:pt x="1179728" y="172556"/>
                  </a:lnTo>
                  <a:lnTo>
                    <a:pt x="1189472" y="157262"/>
                  </a:lnTo>
                  <a:lnTo>
                    <a:pt x="1199231" y="139048"/>
                  </a:lnTo>
                  <a:lnTo>
                    <a:pt x="1208975" y="116698"/>
                  </a:lnTo>
                  <a:lnTo>
                    <a:pt x="1218719" y="118949"/>
                  </a:lnTo>
                  <a:lnTo>
                    <a:pt x="1228478" y="92155"/>
                  </a:lnTo>
                  <a:lnTo>
                    <a:pt x="1238222" y="100571"/>
                  </a:lnTo>
                  <a:lnTo>
                    <a:pt x="1247966" y="77390"/>
                  </a:lnTo>
                  <a:lnTo>
                    <a:pt x="1257725" y="68045"/>
                  </a:lnTo>
                  <a:lnTo>
                    <a:pt x="1267469" y="59426"/>
                  </a:lnTo>
                  <a:lnTo>
                    <a:pt x="1277227" y="94886"/>
                  </a:lnTo>
                  <a:lnTo>
                    <a:pt x="1286971" y="55079"/>
                  </a:lnTo>
                  <a:lnTo>
                    <a:pt x="1296715" y="57760"/>
                  </a:lnTo>
                  <a:lnTo>
                    <a:pt x="1306474" y="61850"/>
                  </a:lnTo>
                  <a:lnTo>
                    <a:pt x="1316218" y="72567"/>
                  </a:lnTo>
                  <a:lnTo>
                    <a:pt x="1325977" y="53477"/>
                  </a:lnTo>
                  <a:lnTo>
                    <a:pt x="1335721" y="25433"/>
                  </a:lnTo>
                  <a:lnTo>
                    <a:pt x="1345465" y="44240"/>
                  </a:lnTo>
                  <a:lnTo>
                    <a:pt x="1355224" y="14690"/>
                  </a:lnTo>
                  <a:lnTo>
                    <a:pt x="1364967" y="13916"/>
                  </a:lnTo>
                  <a:lnTo>
                    <a:pt x="1374726" y="11660"/>
                  </a:lnTo>
                  <a:lnTo>
                    <a:pt x="1384470" y="0"/>
                  </a:lnTo>
                  <a:lnTo>
                    <a:pt x="1394214" y="21274"/>
                  </a:lnTo>
                  <a:lnTo>
                    <a:pt x="1403973" y="10809"/>
                  </a:lnTo>
                  <a:lnTo>
                    <a:pt x="1413717" y="16012"/>
                  </a:lnTo>
                  <a:lnTo>
                    <a:pt x="1423476" y="25699"/>
                  </a:lnTo>
                  <a:lnTo>
                    <a:pt x="1433220" y="45369"/>
                  </a:lnTo>
                  <a:lnTo>
                    <a:pt x="1442964" y="41823"/>
                  </a:lnTo>
                  <a:lnTo>
                    <a:pt x="1452722" y="28776"/>
                  </a:lnTo>
                  <a:lnTo>
                    <a:pt x="1462466" y="51714"/>
                  </a:lnTo>
                  <a:lnTo>
                    <a:pt x="1472225" y="67361"/>
                  </a:lnTo>
                  <a:lnTo>
                    <a:pt x="1481969" y="95850"/>
                  </a:lnTo>
                  <a:lnTo>
                    <a:pt x="1491713" y="82843"/>
                  </a:lnTo>
                  <a:lnTo>
                    <a:pt x="1501472" y="111137"/>
                  </a:lnTo>
                  <a:lnTo>
                    <a:pt x="1511216" y="123448"/>
                  </a:lnTo>
                  <a:lnTo>
                    <a:pt x="1520960" y="122648"/>
                  </a:lnTo>
                  <a:lnTo>
                    <a:pt x="1530719" y="97541"/>
                  </a:lnTo>
                  <a:lnTo>
                    <a:pt x="1540463" y="59395"/>
                  </a:lnTo>
                  <a:lnTo>
                    <a:pt x="1550221" y="70150"/>
                  </a:lnTo>
                  <a:lnTo>
                    <a:pt x="1559965" y="76311"/>
                  </a:lnTo>
                  <a:lnTo>
                    <a:pt x="1569709" y="74310"/>
                  </a:lnTo>
                  <a:lnTo>
                    <a:pt x="1579468" y="72908"/>
                  </a:lnTo>
                  <a:lnTo>
                    <a:pt x="1589212" y="78129"/>
                  </a:lnTo>
                  <a:lnTo>
                    <a:pt x="1598971" y="84345"/>
                  </a:lnTo>
                  <a:lnTo>
                    <a:pt x="1608715" y="116361"/>
                  </a:lnTo>
                  <a:lnTo>
                    <a:pt x="1618459" y="150952"/>
                  </a:lnTo>
                  <a:lnTo>
                    <a:pt x="1628218" y="129570"/>
                  </a:lnTo>
                  <a:lnTo>
                    <a:pt x="1637962" y="122084"/>
                  </a:lnTo>
                  <a:lnTo>
                    <a:pt x="1647720" y="117310"/>
                  </a:lnTo>
                  <a:lnTo>
                    <a:pt x="1657464" y="119526"/>
                  </a:lnTo>
                  <a:lnTo>
                    <a:pt x="1667208" y="93743"/>
                  </a:lnTo>
                  <a:lnTo>
                    <a:pt x="1676967" y="116613"/>
                  </a:lnTo>
                  <a:lnTo>
                    <a:pt x="1686711" y="135399"/>
                  </a:lnTo>
                  <a:lnTo>
                    <a:pt x="1696470" y="142913"/>
                  </a:lnTo>
                  <a:lnTo>
                    <a:pt x="1706214" y="172468"/>
                  </a:lnTo>
                  <a:lnTo>
                    <a:pt x="1715958" y="181280"/>
                  </a:lnTo>
                  <a:lnTo>
                    <a:pt x="1725716" y="183395"/>
                  </a:lnTo>
                  <a:lnTo>
                    <a:pt x="1735460" y="173633"/>
                  </a:lnTo>
                  <a:lnTo>
                    <a:pt x="1745219" y="171836"/>
                  </a:lnTo>
                  <a:lnTo>
                    <a:pt x="1754963" y="202121"/>
                  </a:lnTo>
                  <a:lnTo>
                    <a:pt x="1764707" y="184128"/>
                  </a:lnTo>
                  <a:lnTo>
                    <a:pt x="1774466" y="203052"/>
                  </a:lnTo>
                  <a:lnTo>
                    <a:pt x="1784210" y="174713"/>
                  </a:lnTo>
                  <a:lnTo>
                    <a:pt x="1793969" y="166234"/>
                  </a:lnTo>
                  <a:lnTo>
                    <a:pt x="1803713" y="152928"/>
                  </a:lnTo>
                  <a:lnTo>
                    <a:pt x="1813457" y="135916"/>
                  </a:lnTo>
                  <a:lnTo>
                    <a:pt x="1823215" y="134195"/>
                  </a:lnTo>
                  <a:lnTo>
                    <a:pt x="1832959" y="143100"/>
                  </a:lnTo>
                  <a:lnTo>
                    <a:pt x="1842703" y="135929"/>
                  </a:lnTo>
                  <a:lnTo>
                    <a:pt x="1852462" y="147433"/>
                  </a:lnTo>
                  <a:lnTo>
                    <a:pt x="1862206" y="194122"/>
                  </a:lnTo>
                  <a:lnTo>
                    <a:pt x="1871965" y="207702"/>
                  </a:lnTo>
                  <a:lnTo>
                    <a:pt x="1881709" y="178499"/>
                  </a:lnTo>
                  <a:lnTo>
                    <a:pt x="1891453" y="196650"/>
                  </a:lnTo>
                  <a:lnTo>
                    <a:pt x="1901212" y="227853"/>
                  </a:lnTo>
                  <a:lnTo>
                    <a:pt x="1910956" y="226506"/>
                  </a:lnTo>
                  <a:lnTo>
                    <a:pt x="1920714" y="221685"/>
                  </a:lnTo>
                  <a:lnTo>
                    <a:pt x="1930458" y="224000"/>
                  </a:lnTo>
                  <a:lnTo>
                    <a:pt x="1940202" y="227418"/>
                  </a:lnTo>
                  <a:lnTo>
                    <a:pt x="1949961" y="261047"/>
                  </a:lnTo>
                  <a:lnTo>
                    <a:pt x="1959705" y="258426"/>
                  </a:lnTo>
                  <a:lnTo>
                    <a:pt x="1969464" y="237640"/>
                  </a:lnTo>
                  <a:lnTo>
                    <a:pt x="1979208" y="207470"/>
                  </a:lnTo>
                  <a:lnTo>
                    <a:pt x="1988952" y="218289"/>
                  </a:lnTo>
                  <a:lnTo>
                    <a:pt x="1998711" y="196985"/>
                  </a:lnTo>
                  <a:lnTo>
                    <a:pt x="2008454" y="216621"/>
                  </a:lnTo>
                  <a:lnTo>
                    <a:pt x="2018213" y="231786"/>
                  </a:lnTo>
                  <a:lnTo>
                    <a:pt x="2027957" y="239304"/>
                  </a:lnTo>
                  <a:lnTo>
                    <a:pt x="2037701" y="255439"/>
                  </a:lnTo>
                  <a:lnTo>
                    <a:pt x="2047460" y="234429"/>
                  </a:lnTo>
                  <a:lnTo>
                    <a:pt x="2057204" y="287340"/>
                  </a:lnTo>
                  <a:lnTo>
                    <a:pt x="2066963" y="264631"/>
                  </a:lnTo>
                  <a:lnTo>
                    <a:pt x="2076707" y="263746"/>
                  </a:lnTo>
                  <a:lnTo>
                    <a:pt x="2086451" y="279518"/>
                  </a:lnTo>
                  <a:lnTo>
                    <a:pt x="2096210" y="264512"/>
                  </a:lnTo>
                  <a:lnTo>
                    <a:pt x="2105954" y="257234"/>
                  </a:lnTo>
                  <a:lnTo>
                    <a:pt x="2115697" y="271255"/>
                  </a:lnTo>
                  <a:lnTo>
                    <a:pt x="2125456" y="257781"/>
                  </a:lnTo>
                  <a:lnTo>
                    <a:pt x="2135200" y="276534"/>
                  </a:lnTo>
                  <a:lnTo>
                    <a:pt x="2144959" y="273289"/>
                  </a:lnTo>
                  <a:lnTo>
                    <a:pt x="2154703" y="282853"/>
                  </a:lnTo>
                  <a:lnTo>
                    <a:pt x="2164447" y="310215"/>
                  </a:lnTo>
                  <a:lnTo>
                    <a:pt x="2174206" y="318405"/>
                  </a:lnTo>
                  <a:lnTo>
                    <a:pt x="2183950" y="322100"/>
                  </a:lnTo>
                  <a:lnTo>
                    <a:pt x="2193709" y="326872"/>
                  </a:lnTo>
                  <a:lnTo>
                    <a:pt x="2203452" y="315447"/>
                  </a:lnTo>
                  <a:lnTo>
                    <a:pt x="2213196" y="315365"/>
                  </a:lnTo>
                  <a:lnTo>
                    <a:pt x="2222955" y="314519"/>
                  </a:lnTo>
                  <a:lnTo>
                    <a:pt x="2232699" y="341741"/>
                  </a:lnTo>
                  <a:lnTo>
                    <a:pt x="2242458" y="321358"/>
                  </a:lnTo>
                  <a:lnTo>
                    <a:pt x="2252202" y="322557"/>
                  </a:lnTo>
                  <a:lnTo>
                    <a:pt x="2261946" y="365444"/>
                  </a:lnTo>
                  <a:lnTo>
                    <a:pt x="2271705" y="389887"/>
                  </a:lnTo>
                  <a:lnTo>
                    <a:pt x="2281449" y="422121"/>
                  </a:lnTo>
                  <a:lnTo>
                    <a:pt x="2291208" y="445430"/>
                  </a:lnTo>
                  <a:lnTo>
                    <a:pt x="2300951" y="439416"/>
                  </a:lnTo>
                  <a:lnTo>
                    <a:pt x="2310695" y="452662"/>
                  </a:lnTo>
                  <a:lnTo>
                    <a:pt x="2320454" y="444979"/>
                  </a:lnTo>
                  <a:lnTo>
                    <a:pt x="2330198" y="442902"/>
                  </a:lnTo>
                  <a:lnTo>
                    <a:pt x="2339957" y="433185"/>
                  </a:lnTo>
                  <a:lnTo>
                    <a:pt x="2349701" y="421918"/>
                  </a:lnTo>
                  <a:lnTo>
                    <a:pt x="2359445" y="415975"/>
                  </a:lnTo>
                  <a:lnTo>
                    <a:pt x="2369204" y="424561"/>
                  </a:lnTo>
                  <a:lnTo>
                    <a:pt x="2378948" y="429423"/>
                  </a:lnTo>
                  <a:lnTo>
                    <a:pt x="2388692" y="410698"/>
                  </a:lnTo>
                  <a:lnTo>
                    <a:pt x="2398450" y="391439"/>
                  </a:lnTo>
                  <a:lnTo>
                    <a:pt x="2408194" y="407906"/>
                  </a:lnTo>
                  <a:lnTo>
                    <a:pt x="2417953" y="405705"/>
                  </a:lnTo>
                  <a:lnTo>
                    <a:pt x="2427697" y="445207"/>
                  </a:lnTo>
                  <a:lnTo>
                    <a:pt x="2437441" y="461146"/>
                  </a:lnTo>
                  <a:lnTo>
                    <a:pt x="2447200" y="428046"/>
                  </a:lnTo>
                  <a:lnTo>
                    <a:pt x="2456944" y="441852"/>
                  </a:lnTo>
                  <a:lnTo>
                    <a:pt x="2466703" y="413316"/>
                  </a:lnTo>
                  <a:lnTo>
                    <a:pt x="2476446" y="433513"/>
                  </a:lnTo>
                  <a:lnTo>
                    <a:pt x="2486190" y="412437"/>
                  </a:lnTo>
                  <a:lnTo>
                    <a:pt x="2495949" y="425068"/>
                  </a:lnTo>
                  <a:lnTo>
                    <a:pt x="2505693" y="422727"/>
                  </a:lnTo>
                  <a:lnTo>
                    <a:pt x="2515452" y="424751"/>
                  </a:lnTo>
                  <a:lnTo>
                    <a:pt x="2525196" y="400592"/>
                  </a:lnTo>
                  <a:lnTo>
                    <a:pt x="2534940" y="387441"/>
                  </a:lnTo>
                  <a:lnTo>
                    <a:pt x="2544699" y="354626"/>
                  </a:lnTo>
                  <a:lnTo>
                    <a:pt x="2554443" y="352295"/>
                  </a:lnTo>
                  <a:lnTo>
                    <a:pt x="2564202" y="315476"/>
                  </a:lnTo>
                  <a:lnTo>
                    <a:pt x="2573946" y="294554"/>
                  </a:lnTo>
                  <a:lnTo>
                    <a:pt x="2583690" y="313750"/>
                  </a:lnTo>
                  <a:lnTo>
                    <a:pt x="2593448" y="314321"/>
                  </a:lnTo>
                  <a:lnTo>
                    <a:pt x="2603192" y="292960"/>
                  </a:lnTo>
                  <a:lnTo>
                    <a:pt x="2612951" y="293112"/>
                  </a:lnTo>
                  <a:lnTo>
                    <a:pt x="2622695" y="282577"/>
                  </a:lnTo>
                  <a:lnTo>
                    <a:pt x="2632439" y="281987"/>
                  </a:lnTo>
                  <a:lnTo>
                    <a:pt x="2642198" y="282036"/>
                  </a:lnTo>
                  <a:lnTo>
                    <a:pt x="2651942" y="272893"/>
                  </a:lnTo>
                  <a:lnTo>
                    <a:pt x="2661685" y="264336"/>
                  </a:lnTo>
                  <a:lnTo>
                    <a:pt x="2671444" y="256446"/>
                  </a:lnTo>
                  <a:lnTo>
                    <a:pt x="2681188" y="276323"/>
                  </a:lnTo>
                  <a:lnTo>
                    <a:pt x="2690947" y="295873"/>
                  </a:lnTo>
                  <a:lnTo>
                    <a:pt x="2700691" y="286644"/>
                  </a:lnTo>
                  <a:lnTo>
                    <a:pt x="2710435" y="306679"/>
                  </a:lnTo>
                  <a:lnTo>
                    <a:pt x="2720194" y="285818"/>
                  </a:lnTo>
                  <a:lnTo>
                    <a:pt x="2729938" y="236420"/>
                  </a:lnTo>
                  <a:lnTo>
                    <a:pt x="2739697" y="258715"/>
                  </a:lnTo>
                  <a:lnTo>
                    <a:pt x="2749441" y="254415"/>
                  </a:lnTo>
                  <a:lnTo>
                    <a:pt x="2759185" y="251501"/>
                  </a:lnTo>
                  <a:lnTo>
                    <a:pt x="2768943" y="237795"/>
                  </a:lnTo>
                  <a:lnTo>
                    <a:pt x="2778687" y="286737"/>
                  </a:lnTo>
                  <a:lnTo>
                    <a:pt x="2788446" y="296081"/>
                  </a:lnTo>
                  <a:lnTo>
                    <a:pt x="2798190" y="264645"/>
                  </a:lnTo>
                  <a:lnTo>
                    <a:pt x="2807934" y="257435"/>
                  </a:lnTo>
                  <a:lnTo>
                    <a:pt x="2817693" y="256237"/>
                  </a:lnTo>
                  <a:lnTo>
                    <a:pt x="2827437" y="279182"/>
                  </a:lnTo>
                  <a:lnTo>
                    <a:pt x="2837196" y="285512"/>
                  </a:lnTo>
                  <a:lnTo>
                    <a:pt x="2846940" y="294641"/>
                  </a:lnTo>
                  <a:lnTo>
                    <a:pt x="2856684" y="289447"/>
                  </a:lnTo>
                  <a:lnTo>
                    <a:pt x="2866442" y="273794"/>
                  </a:lnTo>
                  <a:lnTo>
                    <a:pt x="2876186" y="266480"/>
                  </a:lnTo>
                  <a:lnTo>
                    <a:pt x="2885945" y="227715"/>
                  </a:lnTo>
                  <a:lnTo>
                    <a:pt x="2895689" y="213228"/>
                  </a:lnTo>
                  <a:lnTo>
                    <a:pt x="2905433" y="222636"/>
                  </a:lnTo>
                  <a:lnTo>
                    <a:pt x="2915192" y="24043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0" name="Freeform 969">
              <a:extLst>
                <a:ext uri="{FF2B5EF4-FFF2-40B4-BE49-F238E27FC236}">
                  <a16:creationId xmlns:a16="http://schemas.microsoft.com/office/drawing/2014/main" id="{332C89AF-4B4C-BC12-B8E1-D3E5CD9D3AE9}"/>
                </a:ext>
              </a:extLst>
            </p:cNvPr>
            <p:cNvSpPr/>
            <p:nvPr/>
          </p:nvSpPr>
          <p:spPr>
            <a:xfrm>
              <a:off x="4426652" y="3167661"/>
              <a:ext cx="2915191" cy="586496"/>
            </a:xfrm>
            <a:custGeom>
              <a:avLst/>
              <a:gdLst>
                <a:gd name="connsiteX0" fmla="*/ 0 w 2915191"/>
                <a:gd name="connsiteY0" fmla="*/ 35607 h 586496"/>
                <a:gd name="connsiteX1" fmla="*/ 9750 w 2915191"/>
                <a:gd name="connsiteY1" fmla="*/ 28393 h 586496"/>
                <a:gd name="connsiteX2" fmla="*/ 19500 w 2915191"/>
                <a:gd name="connsiteY2" fmla="*/ 41112 h 586496"/>
                <a:gd name="connsiteX3" fmla="*/ 29250 w 2915191"/>
                <a:gd name="connsiteY3" fmla="*/ 38791 h 586496"/>
                <a:gd name="connsiteX4" fmla="*/ 39000 w 2915191"/>
                <a:gd name="connsiteY4" fmla="*/ 51936 h 586496"/>
                <a:gd name="connsiteX5" fmla="*/ 48749 w 2915191"/>
                <a:gd name="connsiteY5" fmla="*/ 31425 h 586496"/>
                <a:gd name="connsiteX6" fmla="*/ 58499 w 2915191"/>
                <a:gd name="connsiteY6" fmla="*/ 15236 h 586496"/>
                <a:gd name="connsiteX7" fmla="*/ 68249 w 2915191"/>
                <a:gd name="connsiteY7" fmla="*/ 29729 h 586496"/>
                <a:gd name="connsiteX8" fmla="*/ 77998 w 2915191"/>
                <a:gd name="connsiteY8" fmla="*/ 7785 h 586496"/>
                <a:gd name="connsiteX9" fmla="*/ 87748 w 2915191"/>
                <a:gd name="connsiteY9" fmla="*/ 36276 h 586496"/>
                <a:gd name="connsiteX10" fmla="*/ 97497 w 2915191"/>
                <a:gd name="connsiteY10" fmla="*/ 46930 h 586496"/>
                <a:gd name="connsiteX11" fmla="*/ 107247 w 2915191"/>
                <a:gd name="connsiteY11" fmla="*/ 27372 h 586496"/>
                <a:gd name="connsiteX12" fmla="*/ 116997 w 2915191"/>
                <a:gd name="connsiteY12" fmla="*/ 11045 h 586496"/>
                <a:gd name="connsiteX13" fmla="*/ 126747 w 2915191"/>
                <a:gd name="connsiteY13" fmla="*/ 4480 h 586496"/>
                <a:gd name="connsiteX14" fmla="*/ 136497 w 2915191"/>
                <a:gd name="connsiteY14" fmla="*/ 0 h 586496"/>
                <a:gd name="connsiteX15" fmla="*/ 146247 w 2915191"/>
                <a:gd name="connsiteY15" fmla="*/ 47292 h 586496"/>
                <a:gd name="connsiteX16" fmla="*/ 155997 w 2915191"/>
                <a:gd name="connsiteY16" fmla="*/ 57225 h 586496"/>
                <a:gd name="connsiteX17" fmla="*/ 165747 w 2915191"/>
                <a:gd name="connsiteY17" fmla="*/ 33354 h 586496"/>
                <a:gd name="connsiteX18" fmla="*/ 175497 w 2915191"/>
                <a:gd name="connsiteY18" fmla="*/ 25438 h 586496"/>
                <a:gd name="connsiteX19" fmla="*/ 185247 w 2915191"/>
                <a:gd name="connsiteY19" fmla="*/ 18467 h 586496"/>
                <a:gd name="connsiteX20" fmla="*/ 194996 w 2915191"/>
                <a:gd name="connsiteY20" fmla="*/ 34408 h 586496"/>
                <a:gd name="connsiteX21" fmla="*/ 204746 w 2915191"/>
                <a:gd name="connsiteY21" fmla="*/ 63613 h 586496"/>
                <a:gd name="connsiteX22" fmla="*/ 214495 w 2915191"/>
                <a:gd name="connsiteY22" fmla="*/ 18657 h 586496"/>
                <a:gd name="connsiteX23" fmla="*/ 224245 w 2915191"/>
                <a:gd name="connsiteY23" fmla="*/ 26155 h 586496"/>
                <a:gd name="connsiteX24" fmla="*/ 233995 w 2915191"/>
                <a:gd name="connsiteY24" fmla="*/ 29430 h 586496"/>
                <a:gd name="connsiteX25" fmla="*/ 243744 w 2915191"/>
                <a:gd name="connsiteY25" fmla="*/ 18439 h 586496"/>
                <a:gd name="connsiteX26" fmla="*/ 253494 w 2915191"/>
                <a:gd name="connsiteY26" fmla="*/ 28825 h 586496"/>
                <a:gd name="connsiteX27" fmla="*/ 263244 w 2915191"/>
                <a:gd name="connsiteY27" fmla="*/ 59611 h 586496"/>
                <a:gd name="connsiteX28" fmla="*/ 272994 w 2915191"/>
                <a:gd name="connsiteY28" fmla="*/ 122228 h 586496"/>
                <a:gd name="connsiteX29" fmla="*/ 282744 w 2915191"/>
                <a:gd name="connsiteY29" fmla="*/ 166217 h 586496"/>
                <a:gd name="connsiteX30" fmla="*/ 292494 w 2915191"/>
                <a:gd name="connsiteY30" fmla="*/ 167836 h 586496"/>
                <a:gd name="connsiteX31" fmla="*/ 302244 w 2915191"/>
                <a:gd name="connsiteY31" fmla="*/ 186227 h 586496"/>
                <a:gd name="connsiteX32" fmla="*/ 311994 w 2915191"/>
                <a:gd name="connsiteY32" fmla="*/ 215993 h 586496"/>
                <a:gd name="connsiteX33" fmla="*/ 321744 w 2915191"/>
                <a:gd name="connsiteY33" fmla="*/ 221175 h 586496"/>
                <a:gd name="connsiteX34" fmla="*/ 331493 w 2915191"/>
                <a:gd name="connsiteY34" fmla="*/ 231760 h 586496"/>
                <a:gd name="connsiteX35" fmla="*/ 341243 w 2915191"/>
                <a:gd name="connsiteY35" fmla="*/ 270615 h 586496"/>
                <a:gd name="connsiteX36" fmla="*/ 350993 w 2915191"/>
                <a:gd name="connsiteY36" fmla="*/ 274557 h 586496"/>
                <a:gd name="connsiteX37" fmla="*/ 360742 w 2915191"/>
                <a:gd name="connsiteY37" fmla="*/ 300849 h 586496"/>
                <a:gd name="connsiteX38" fmla="*/ 370492 w 2915191"/>
                <a:gd name="connsiteY38" fmla="*/ 258038 h 586496"/>
                <a:gd name="connsiteX39" fmla="*/ 380241 w 2915191"/>
                <a:gd name="connsiteY39" fmla="*/ 249418 h 586496"/>
                <a:gd name="connsiteX40" fmla="*/ 389991 w 2915191"/>
                <a:gd name="connsiteY40" fmla="*/ 228308 h 586496"/>
                <a:gd name="connsiteX41" fmla="*/ 399741 w 2915191"/>
                <a:gd name="connsiteY41" fmla="*/ 240748 h 586496"/>
                <a:gd name="connsiteX42" fmla="*/ 409491 w 2915191"/>
                <a:gd name="connsiteY42" fmla="*/ 257332 h 586496"/>
                <a:gd name="connsiteX43" fmla="*/ 419241 w 2915191"/>
                <a:gd name="connsiteY43" fmla="*/ 246566 h 586496"/>
                <a:gd name="connsiteX44" fmla="*/ 428991 w 2915191"/>
                <a:gd name="connsiteY44" fmla="*/ 261076 h 586496"/>
                <a:gd name="connsiteX45" fmla="*/ 438741 w 2915191"/>
                <a:gd name="connsiteY45" fmla="*/ 241806 h 586496"/>
                <a:gd name="connsiteX46" fmla="*/ 448491 w 2915191"/>
                <a:gd name="connsiteY46" fmla="*/ 225711 h 586496"/>
                <a:gd name="connsiteX47" fmla="*/ 458241 w 2915191"/>
                <a:gd name="connsiteY47" fmla="*/ 239833 h 586496"/>
                <a:gd name="connsiteX48" fmla="*/ 467991 w 2915191"/>
                <a:gd name="connsiteY48" fmla="*/ 260159 h 586496"/>
                <a:gd name="connsiteX49" fmla="*/ 477740 w 2915191"/>
                <a:gd name="connsiteY49" fmla="*/ 289474 h 586496"/>
                <a:gd name="connsiteX50" fmla="*/ 487490 w 2915191"/>
                <a:gd name="connsiteY50" fmla="*/ 274248 h 586496"/>
                <a:gd name="connsiteX51" fmla="*/ 497239 w 2915191"/>
                <a:gd name="connsiteY51" fmla="*/ 292611 h 586496"/>
                <a:gd name="connsiteX52" fmla="*/ 506989 w 2915191"/>
                <a:gd name="connsiteY52" fmla="*/ 284612 h 586496"/>
                <a:gd name="connsiteX53" fmla="*/ 516738 w 2915191"/>
                <a:gd name="connsiteY53" fmla="*/ 284487 h 586496"/>
                <a:gd name="connsiteX54" fmla="*/ 526488 w 2915191"/>
                <a:gd name="connsiteY54" fmla="*/ 298461 h 586496"/>
                <a:gd name="connsiteX55" fmla="*/ 536238 w 2915191"/>
                <a:gd name="connsiteY55" fmla="*/ 317818 h 586496"/>
                <a:gd name="connsiteX56" fmla="*/ 545988 w 2915191"/>
                <a:gd name="connsiteY56" fmla="*/ 341015 h 586496"/>
                <a:gd name="connsiteX57" fmla="*/ 555738 w 2915191"/>
                <a:gd name="connsiteY57" fmla="*/ 353812 h 586496"/>
                <a:gd name="connsiteX58" fmla="*/ 565488 w 2915191"/>
                <a:gd name="connsiteY58" fmla="*/ 354548 h 586496"/>
                <a:gd name="connsiteX59" fmla="*/ 575238 w 2915191"/>
                <a:gd name="connsiteY59" fmla="*/ 318729 h 586496"/>
                <a:gd name="connsiteX60" fmla="*/ 584988 w 2915191"/>
                <a:gd name="connsiteY60" fmla="*/ 291810 h 586496"/>
                <a:gd name="connsiteX61" fmla="*/ 594738 w 2915191"/>
                <a:gd name="connsiteY61" fmla="*/ 300761 h 586496"/>
                <a:gd name="connsiteX62" fmla="*/ 604488 w 2915191"/>
                <a:gd name="connsiteY62" fmla="*/ 308436 h 586496"/>
                <a:gd name="connsiteX63" fmla="*/ 614237 w 2915191"/>
                <a:gd name="connsiteY63" fmla="*/ 354131 h 586496"/>
                <a:gd name="connsiteX64" fmla="*/ 623987 w 2915191"/>
                <a:gd name="connsiteY64" fmla="*/ 338471 h 586496"/>
                <a:gd name="connsiteX65" fmla="*/ 633736 w 2915191"/>
                <a:gd name="connsiteY65" fmla="*/ 298449 h 586496"/>
                <a:gd name="connsiteX66" fmla="*/ 643486 w 2915191"/>
                <a:gd name="connsiteY66" fmla="*/ 265481 h 586496"/>
                <a:gd name="connsiteX67" fmla="*/ 653236 w 2915191"/>
                <a:gd name="connsiteY67" fmla="*/ 281805 h 586496"/>
                <a:gd name="connsiteX68" fmla="*/ 662985 w 2915191"/>
                <a:gd name="connsiteY68" fmla="*/ 300769 h 586496"/>
                <a:gd name="connsiteX69" fmla="*/ 672735 w 2915191"/>
                <a:gd name="connsiteY69" fmla="*/ 331909 h 586496"/>
                <a:gd name="connsiteX70" fmla="*/ 682485 w 2915191"/>
                <a:gd name="connsiteY70" fmla="*/ 335047 h 586496"/>
                <a:gd name="connsiteX71" fmla="*/ 692235 w 2915191"/>
                <a:gd name="connsiteY71" fmla="*/ 321751 h 586496"/>
                <a:gd name="connsiteX72" fmla="*/ 701985 w 2915191"/>
                <a:gd name="connsiteY72" fmla="*/ 329476 h 586496"/>
                <a:gd name="connsiteX73" fmla="*/ 711735 w 2915191"/>
                <a:gd name="connsiteY73" fmla="*/ 329482 h 586496"/>
                <a:gd name="connsiteX74" fmla="*/ 721485 w 2915191"/>
                <a:gd name="connsiteY74" fmla="*/ 322037 h 586496"/>
                <a:gd name="connsiteX75" fmla="*/ 731235 w 2915191"/>
                <a:gd name="connsiteY75" fmla="*/ 349478 h 586496"/>
                <a:gd name="connsiteX76" fmla="*/ 740985 w 2915191"/>
                <a:gd name="connsiteY76" fmla="*/ 350613 h 586496"/>
                <a:gd name="connsiteX77" fmla="*/ 750734 w 2915191"/>
                <a:gd name="connsiteY77" fmla="*/ 366701 h 586496"/>
                <a:gd name="connsiteX78" fmla="*/ 760484 w 2915191"/>
                <a:gd name="connsiteY78" fmla="*/ 317901 h 586496"/>
                <a:gd name="connsiteX79" fmla="*/ 770233 w 2915191"/>
                <a:gd name="connsiteY79" fmla="*/ 322341 h 586496"/>
                <a:gd name="connsiteX80" fmla="*/ 779983 w 2915191"/>
                <a:gd name="connsiteY80" fmla="*/ 332167 h 586496"/>
                <a:gd name="connsiteX81" fmla="*/ 789733 w 2915191"/>
                <a:gd name="connsiteY81" fmla="*/ 321988 h 586496"/>
                <a:gd name="connsiteX82" fmla="*/ 799482 w 2915191"/>
                <a:gd name="connsiteY82" fmla="*/ 344317 h 586496"/>
                <a:gd name="connsiteX83" fmla="*/ 809232 w 2915191"/>
                <a:gd name="connsiteY83" fmla="*/ 386702 h 586496"/>
                <a:gd name="connsiteX84" fmla="*/ 818982 w 2915191"/>
                <a:gd name="connsiteY84" fmla="*/ 388296 h 586496"/>
                <a:gd name="connsiteX85" fmla="*/ 828732 w 2915191"/>
                <a:gd name="connsiteY85" fmla="*/ 373154 h 586496"/>
                <a:gd name="connsiteX86" fmla="*/ 838482 w 2915191"/>
                <a:gd name="connsiteY86" fmla="*/ 375961 h 586496"/>
                <a:gd name="connsiteX87" fmla="*/ 848232 w 2915191"/>
                <a:gd name="connsiteY87" fmla="*/ 384286 h 586496"/>
                <a:gd name="connsiteX88" fmla="*/ 857982 w 2915191"/>
                <a:gd name="connsiteY88" fmla="*/ 379921 h 586496"/>
                <a:gd name="connsiteX89" fmla="*/ 867732 w 2915191"/>
                <a:gd name="connsiteY89" fmla="*/ 368061 h 586496"/>
                <a:gd name="connsiteX90" fmla="*/ 877482 w 2915191"/>
                <a:gd name="connsiteY90" fmla="*/ 376040 h 586496"/>
                <a:gd name="connsiteX91" fmla="*/ 887231 w 2915191"/>
                <a:gd name="connsiteY91" fmla="*/ 394908 h 586496"/>
                <a:gd name="connsiteX92" fmla="*/ 896981 w 2915191"/>
                <a:gd name="connsiteY92" fmla="*/ 414184 h 586496"/>
                <a:gd name="connsiteX93" fmla="*/ 906730 w 2915191"/>
                <a:gd name="connsiteY93" fmla="*/ 395058 h 586496"/>
                <a:gd name="connsiteX94" fmla="*/ 916480 w 2915191"/>
                <a:gd name="connsiteY94" fmla="*/ 423761 h 586496"/>
                <a:gd name="connsiteX95" fmla="*/ 926230 w 2915191"/>
                <a:gd name="connsiteY95" fmla="*/ 408622 h 586496"/>
                <a:gd name="connsiteX96" fmla="*/ 935979 w 2915191"/>
                <a:gd name="connsiteY96" fmla="*/ 396954 h 586496"/>
                <a:gd name="connsiteX97" fmla="*/ 945729 w 2915191"/>
                <a:gd name="connsiteY97" fmla="*/ 420290 h 586496"/>
                <a:gd name="connsiteX98" fmla="*/ 955479 w 2915191"/>
                <a:gd name="connsiteY98" fmla="*/ 412286 h 586496"/>
                <a:gd name="connsiteX99" fmla="*/ 965229 w 2915191"/>
                <a:gd name="connsiteY99" fmla="*/ 411926 h 586496"/>
                <a:gd name="connsiteX100" fmla="*/ 974979 w 2915191"/>
                <a:gd name="connsiteY100" fmla="*/ 427791 h 586496"/>
                <a:gd name="connsiteX101" fmla="*/ 984729 w 2915191"/>
                <a:gd name="connsiteY101" fmla="*/ 431898 h 586496"/>
                <a:gd name="connsiteX102" fmla="*/ 994474 w 2915191"/>
                <a:gd name="connsiteY102" fmla="*/ 437667 h 586496"/>
                <a:gd name="connsiteX103" fmla="*/ 1004233 w 2915191"/>
                <a:gd name="connsiteY103" fmla="*/ 441583 h 586496"/>
                <a:gd name="connsiteX104" fmla="*/ 1013977 w 2915191"/>
                <a:gd name="connsiteY104" fmla="*/ 459933 h 586496"/>
                <a:gd name="connsiteX105" fmla="*/ 1023721 w 2915191"/>
                <a:gd name="connsiteY105" fmla="*/ 439493 h 586496"/>
                <a:gd name="connsiteX106" fmla="*/ 1033480 w 2915191"/>
                <a:gd name="connsiteY106" fmla="*/ 419216 h 586496"/>
                <a:gd name="connsiteX107" fmla="*/ 1043224 w 2915191"/>
                <a:gd name="connsiteY107" fmla="*/ 407886 h 586496"/>
                <a:gd name="connsiteX108" fmla="*/ 1052983 w 2915191"/>
                <a:gd name="connsiteY108" fmla="*/ 438452 h 586496"/>
                <a:gd name="connsiteX109" fmla="*/ 1062727 w 2915191"/>
                <a:gd name="connsiteY109" fmla="*/ 448972 h 586496"/>
                <a:gd name="connsiteX110" fmla="*/ 1072471 w 2915191"/>
                <a:gd name="connsiteY110" fmla="*/ 452394 h 586496"/>
                <a:gd name="connsiteX111" fmla="*/ 1082230 w 2915191"/>
                <a:gd name="connsiteY111" fmla="*/ 437024 h 586496"/>
                <a:gd name="connsiteX112" fmla="*/ 1091973 w 2915191"/>
                <a:gd name="connsiteY112" fmla="*/ 444475 h 586496"/>
                <a:gd name="connsiteX113" fmla="*/ 1101732 w 2915191"/>
                <a:gd name="connsiteY113" fmla="*/ 419166 h 586496"/>
                <a:gd name="connsiteX114" fmla="*/ 1111476 w 2915191"/>
                <a:gd name="connsiteY114" fmla="*/ 434079 h 586496"/>
                <a:gd name="connsiteX115" fmla="*/ 1121220 w 2915191"/>
                <a:gd name="connsiteY115" fmla="*/ 440757 h 586496"/>
                <a:gd name="connsiteX116" fmla="*/ 1130979 w 2915191"/>
                <a:gd name="connsiteY116" fmla="*/ 449846 h 586496"/>
                <a:gd name="connsiteX117" fmla="*/ 1140723 w 2915191"/>
                <a:gd name="connsiteY117" fmla="*/ 445126 h 586496"/>
                <a:gd name="connsiteX118" fmla="*/ 1150482 w 2915191"/>
                <a:gd name="connsiteY118" fmla="*/ 445396 h 586496"/>
                <a:gd name="connsiteX119" fmla="*/ 1160226 w 2915191"/>
                <a:gd name="connsiteY119" fmla="*/ 425306 h 586496"/>
                <a:gd name="connsiteX120" fmla="*/ 1169969 w 2915191"/>
                <a:gd name="connsiteY120" fmla="*/ 439265 h 586496"/>
                <a:gd name="connsiteX121" fmla="*/ 1179728 w 2915191"/>
                <a:gd name="connsiteY121" fmla="*/ 462177 h 586496"/>
                <a:gd name="connsiteX122" fmla="*/ 1189472 w 2915191"/>
                <a:gd name="connsiteY122" fmla="*/ 502115 h 586496"/>
                <a:gd name="connsiteX123" fmla="*/ 1199231 w 2915191"/>
                <a:gd name="connsiteY123" fmla="*/ 502431 h 586496"/>
                <a:gd name="connsiteX124" fmla="*/ 1208975 w 2915191"/>
                <a:gd name="connsiteY124" fmla="*/ 515520 h 586496"/>
                <a:gd name="connsiteX125" fmla="*/ 1218719 w 2915191"/>
                <a:gd name="connsiteY125" fmla="*/ 532703 h 586496"/>
                <a:gd name="connsiteX126" fmla="*/ 1228478 w 2915191"/>
                <a:gd name="connsiteY126" fmla="*/ 551735 h 586496"/>
                <a:gd name="connsiteX127" fmla="*/ 1238222 w 2915191"/>
                <a:gd name="connsiteY127" fmla="*/ 586497 h 586496"/>
                <a:gd name="connsiteX128" fmla="*/ 1247966 w 2915191"/>
                <a:gd name="connsiteY128" fmla="*/ 545674 h 586496"/>
                <a:gd name="connsiteX129" fmla="*/ 1257725 w 2915191"/>
                <a:gd name="connsiteY129" fmla="*/ 539936 h 586496"/>
                <a:gd name="connsiteX130" fmla="*/ 1267469 w 2915191"/>
                <a:gd name="connsiteY130" fmla="*/ 547187 h 586496"/>
                <a:gd name="connsiteX131" fmla="*/ 1277227 w 2915191"/>
                <a:gd name="connsiteY131" fmla="*/ 527989 h 586496"/>
                <a:gd name="connsiteX132" fmla="*/ 1286971 w 2915191"/>
                <a:gd name="connsiteY132" fmla="*/ 506796 h 586496"/>
                <a:gd name="connsiteX133" fmla="*/ 1296715 w 2915191"/>
                <a:gd name="connsiteY133" fmla="*/ 502008 h 586496"/>
                <a:gd name="connsiteX134" fmla="*/ 1306474 w 2915191"/>
                <a:gd name="connsiteY134" fmla="*/ 495603 h 586496"/>
                <a:gd name="connsiteX135" fmla="*/ 1316218 w 2915191"/>
                <a:gd name="connsiteY135" fmla="*/ 461851 h 586496"/>
                <a:gd name="connsiteX136" fmla="*/ 1325977 w 2915191"/>
                <a:gd name="connsiteY136" fmla="*/ 474293 h 586496"/>
                <a:gd name="connsiteX137" fmla="*/ 1335721 w 2915191"/>
                <a:gd name="connsiteY137" fmla="*/ 483311 h 586496"/>
                <a:gd name="connsiteX138" fmla="*/ 1345465 w 2915191"/>
                <a:gd name="connsiteY138" fmla="*/ 457589 h 586496"/>
                <a:gd name="connsiteX139" fmla="*/ 1355224 w 2915191"/>
                <a:gd name="connsiteY139" fmla="*/ 469500 h 586496"/>
                <a:gd name="connsiteX140" fmla="*/ 1364967 w 2915191"/>
                <a:gd name="connsiteY140" fmla="*/ 462113 h 586496"/>
                <a:gd name="connsiteX141" fmla="*/ 1374726 w 2915191"/>
                <a:gd name="connsiteY141" fmla="*/ 481660 h 586496"/>
                <a:gd name="connsiteX142" fmla="*/ 1384470 w 2915191"/>
                <a:gd name="connsiteY142" fmla="*/ 498043 h 586496"/>
                <a:gd name="connsiteX143" fmla="*/ 1394214 w 2915191"/>
                <a:gd name="connsiteY143" fmla="*/ 513338 h 586496"/>
                <a:gd name="connsiteX144" fmla="*/ 1403973 w 2915191"/>
                <a:gd name="connsiteY144" fmla="*/ 472408 h 586496"/>
                <a:gd name="connsiteX145" fmla="*/ 1413717 w 2915191"/>
                <a:gd name="connsiteY145" fmla="*/ 431755 h 586496"/>
                <a:gd name="connsiteX146" fmla="*/ 1423476 w 2915191"/>
                <a:gd name="connsiteY146" fmla="*/ 476846 h 586496"/>
                <a:gd name="connsiteX147" fmla="*/ 1433220 w 2915191"/>
                <a:gd name="connsiteY147" fmla="*/ 473835 h 586496"/>
                <a:gd name="connsiteX148" fmla="*/ 1442964 w 2915191"/>
                <a:gd name="connsiteY148" fmla="*/ 454310 h 586496"/>
                <a:gd name="connsiteX149" fmla="*/ 1452722 w 2915191"/>
                <a:gd name="connsiteY149" fmla="*/ 427270 h 586496"/>
                <a:gd name="connsiteX150" fmla="*/ 1462466 w 2915191"/>
                <a:gd name="connsiteY150" fmla="*/ 386550 h 586496"/>
                <a:gd name="connsiteX151" fmla="*/ 1472225 w 2915191"/>
                <a:gd name="connsiteY151" fmla="*/ 346897 h 586496"/>
                <a:gd name="connsiteX152" fmla="*/ 1481969 w 2915191"/>
                <a:gd name="connsiteY152" fmla="*/ 373368 h 586496"/>
                <a:gd name="connsiteX153" fmla="*/ 1491713 w 2915191"/>
                <a:gd name="connsiteY153" fmla="*/ 337446 h 586496"/>
                <a:gd name="connsiteX154" fmla="*/ 1501472 w 2915191"/>
                <a:gd name="connsiteY154" fmla="*/ 332325 h 586496"/>
                <a:gd name="connsiteX155" fmla="*/ 1511216 w 2915191"/>
                <a:gd name="connsiteY155" fmla="*/ 319483 h 586496"/>
                <a:gd name="connsiteX156" fmla="*/ 1520960 w 2915191"/>
                <a:gd name="connsiteY156" fmla="*/ 302211 h 586496"/>
                <a:gd name="connsiteX157" fmla="*/ 1530719 w 2915191"/>
                <a:gd name="connsiteY157" fmla="*/ 299127 h 586496"/>
                <a:gd name="connsiteX158" fmla="*/ 1540463 w 2915191"/>
                <a:gd name="connsiteY158" fmla="*/ 316611 h 586496"/>
                <a:gd name="connsiteX159" fmla="*/ 1550221 w 2915191"/>
                <a:gd name="connsiteY159" fmla="*/ 308796 h 586496"/>
                <a:gd name="connsiteX160" fmla="*/ 1559965 w 2915191"/>
                <a:gd name="connsiteY160" fmla="*/ 327877 h 586496"/>
                <a:gd name="connsiteX161" fmla="*/ 1569709 w 2915191"/>
                <a:gd name="connsiteY161" fmla="*/ 302728 h 586496"/>
                <a:gd name="connsiteX162" fmla="*/ 1579468 w 2915191"/>
                <a:gd name="connsiteY162" fmla="*/ 325266 h 586496"/>
                <a:gd name="connsiteX163" fmla="*/ 1589212 w 2915191"/>
                <a:gd name="connsiteY163" fmla="*/ 335141 h 586496"/>
                <a:gd name="connsiteX164" fmla="*/ 1598971 w 2915191"/>
                <a:gd name="connsiteY164" fmla="*/ 348782 h 586496"/>
                <a:gd name="connsiteX165" fmla="*/ 1608715 w 2915191"/>
                <a:gd name="connsiteY165" fmla="*/ 317324 h 586496"/>
                <a:gd name="connsiteX166" fmla="*/ 1618459 w 2915191"/>
                <a:gd name="connsiteY166" fmla="*/ 316229 h 586496"/>
                <a:gd name="connsiteX167" fmla="*/ 1628218 w 2915191"/>
                <a:gd name="connsiteY167" fmla="*/ 291989 h 586496"/>
                <a:gd name="connsiteX168" fmla="*/ 1637962 w 2915191"/>
                <a:gd name="connsiteY168" fmla="*/ 288626 h 586496"/>
                <a:gd name="connsiteX169" fmla="*/ 1647720 w 2915191"/>
                <a:gd name="connsiteY169" fmla="*/ 259047 h 586496"/>
                <a:gd name="connsiteX170" fmla="*/ 1657464 w 2915191"/>
                <a:gd name="connsiteY170" fmla="*/ 256113 h 586496"/>
                <a:gd name="connsiteX171" fmla="*/ 1667208 w 2915191"/>
                <a:gd name="connsiteY171" fmla="*/ 283285 h 586496"/>
                <a:gd name="connsiteX172" fmla="*/ 1676967 w 2915191"/>
                <a:gd name="connsiteY172" fmla="*/ 292051 h 586496"/>
                <a:gd name="connsiteX173" fmla="*/ 1686711 w 2915191"/>
                <a:gd name="connsiteY173" fmla="*/ 287386 h 586496"/>
                <a:gd name="connsiteX174" fmla="*/ 1696470 w 2915191"/>
                <a:gd name="connsiteY174" fmla="*/ 268863 h 586496"/>
                <a:gd name="connsiteX175" fmla="*/ 1706214 w 2915191"/>
                <a:gd name="connsiteY175" fmla="*/ 302171 h 586496"/>
                <a:gd name="connsiteX176" fmla="*/ 1715958 w 2915191"/>
                <a:gd name="connsiteY176" fmla="*/ 327393 h 586496"/>
                <a:gd name="connsiteX177" fmla="*/ 1725716 w 2915191"/>
                <a:gd name="connsiteY177" fmla="*/ 300203 h 586496"/>
                <a:gd name="connsiteX178" fmla="*/ 1735460 w 2915191"/>
                <a:gd name="connsiteY178" fmla="*/ 305179 h 586496"/>
                <a:gd name="connsiteX179" fmla="*/ 1745219 w 2915191"/>
                <a:gd name="connsiteY179" fmla="*/ 286811 h 586496"/>
                <a:gd name="connsiteX180" fmla="*/ 1754963 w 2915191"/>
                <a:gd name="connsiteY180" fmla="*/ 317293 h 586496"/>
                <a:gd name="connsiteX181" fmla="*/ 1764707 w 2915191"/>
                <a:gd name="connsiteY181" fmla="*/ 334488 h 586496"/>
                <a:gd name="connsiteX182" fmla="*/ 1774466 w 2915191"/>
                <a:gd name="connsiteY182" fmla="*/ 304644 h 586496"/>
                <a:gd name="connsiteX183" fmla="*/ 1784210 w 2915191"/>
                <a:gd name="connsiteY183" fmla="*/ 283113 h 586496"/>
                <a:gd name="connsiteX184" fmla="*/ 1793969 w 2915191"/>
                <a:gd name="connsiteY184" fmla="*/ 278589 h 586496"/>
                <a:gd name="connsiteX185" fmla="*/ 1803713 w 2915191"/>
                <a:gd name="connsiteY185" fmla="*/ 271780 h 586496"/>
                <a:gd name="connsiteX186" fmla="*/ 1813457 w 2915191"/>
                <a:gd name="connsiteY186" fmla="*/ 281001 h 586496"/>
                <a:gd name="connsiteX187" fmla="*/ 1823215 w 2915191"/>
                <a:gd name="connsiteY187" fmla="*/ 304537 h 586496"/>
                <a:gd name="connsiteX188" fmla="*/ 1832959 w 2915191"/>
                <a:gd name="connsiteY188" fmla="*/ 335628 h 586496"/>
                <a:gd name="connsiteX189" fmla="*/ 1842703 w 2915191"/>
                <a:gd name="connsiteY189" fmla="*/ 355472 h 586496"/>
                <a:gd name="connsiteX190" fmla="*/ 1852462 w 2915191"/>
                <a:gd name="connsiteY190" fmla="*/ 384176 h 586496"/>
                <a:gd name="connsiteX191" fmla="*/ 1862206 w 2915191"/>
                <a:gd name="connsiteY191" fmla="*/ 364961 h 586496"/>
                <a:gd name="connsiteX192" fmla="*/ 1871965 w 2915191"/>
                <a:gd name="connsiteY192" fmla="*/ 391648 h 586496"/>
                <a:gd name="connsiteX193" fmla="*/ 1881709 w 2915191"/>
                <a:gd name="connsiteY193" fmla="*/ 419463 h 586496"/>
                <a:gd name="connsiteX194" fmla="*/ 1891453 w 2915191"/>
                <a:gd name="connsiteY194" fmla="*/ 420566 h 586496"/>
                <a:gd name="connsiteX195" fmla="*/ 1901212 w 2915191"/>
                <a:gd name="connsiteY195" fmla="*/ 390131 h 586496"/>
                <a:gd name="connsiteX196" fmla="*/ 1910956 w 2915191"/>
                <a:gd name="connsiteY196" fmla="*/ 367261 h 586496"/>
                <a:gd name="connsiteX197" fmla="*/ 1920714 w 2915191"/>
                <a:gd name="connsiteY197" fmla="*/ 367102 h 586496"/>
                <a:gd name="connsiteX198" fmla="*/ 1930458 w 2915191"/>
                <a:gd name="connsiteY198" fmla="*/ 407323 h 586496"/>
                <a:gd name="connsiteX199" fmla="*/ 1940202 w 2915191"/>
                <a:gd name="connsiteY199" fmla="*/ 382908 h 586496"/>
                <a:gd name="connsiteX200" fmla="*/ 1949961 w 2915191"/>
                <a:gd name="connsiteY200" fmla="*/ 383200 h 586496"/>
                <a:gd name="connsiteX201" fmla="*/ 1959705 w 2915191"/>
                <a:gd name="connsiteY201" fmla="*/ 363122 h 586496"/>
                <a:gd name="connsiteX202" fmla="*/ 1969464 w 2915191"/>
                <a:gd name="connsiteY202" fmla="*/ 372959 h 586496"/>
                <a:gd name="connsiteX203" fmla="*/ 1979208 w 2915191"/>
                <a:gd name="connsiteY203" fmla="*/ 350828 h 586496"/>
                <a:gd name="connsiteX204" fmla="*/ 1988952 w 2915191"/>
                <a:gd name="connsiteY204" fmla="*/ 358900 h 586496"/>
                <a:gd name="connsiteX205" fmla="*/ 1998711 w 2915191"/>
                <a:gd name="connsiteY205" fmla="*/ 372078 h 586496"/>
                <a:gd name="connsiteX206" fmla="*/ 2008454 w 2915191"/>
                <a:gd name="connsiteY206" fmla="*/ 368559 h 586496"/>
                <a:gd name="connsiteX207" fmla="*/ 2018213 w 2915191"/>
                <a:gd name="connsiteY207" fmla="*/ 370743 h 586496"/>
                <a:gd name="connsiteX208" fmla="*/ 2027957 w 2915191"/>
                <a:gd name="connsiteY208" fmla="*/ 365287 h 586496"/>
                <a:gd name="connsiteX209" fmla="*/ 2037701 w 2915191"/>
                <a:gd name="connsiteY209" fmla="*/ 331922 h 586496"/>
                <a:gd name="connsiteX210" fmla="*/ 2047460 w 2915191"/>
                <a:gd name="connsiteY210" fmla="*/ 350740 h 586496"/>
                <a:gd name="connsiteX211" fmla="*/ 2057204 w 2915191"/>
                <a:gd name="connsiteY211" fmla="*/ 315708 h 586496"/>
                <a:gd name="connsiteX212" fmla="*/ 2066963 w 2915191"/>
                <a:gd name="connsiteY212" fmla="*/ 297956 h 586496"/>
                <a:gd name="connsiteX213" fmla="*/ 2076707 w 2915191"/>
                <a:gd name="connsiteY213" fmla="*/ 273513 h 586496"/>
                <a:gd name="connsiteX214" fmla="*/ 2086451 w 2915191"/>
                <a:gd name="connsiteY214" fmla="*/ 274858 h 586496"/>
                <a:gd name="connsiteX215" fmla="*/ 2096210 w 2915191"/>
                <a:gd name="connsiteY215" fmla="*/ 293596 h 586496"/>
                <a:gd name="connsiteX216" fmla="*/ 2105954 w 2915191"/>
                <a:gd name="connsiteY216" fmla="*/ 279399 h 586496"/>
                <a:gd name="connsiteX217" fmla="*/ 2115697 w 2915191"/>
                <a:gd name="connsiteY217" fmla="*/ 256849 h 586496"/>
                <a:gd name="connsiteX218" fmla="*/ 2125456 w 2915191"/>
                <a:gd name="connsiteY218" fmla="*/ 249607 h 586496"/>
                <a:gd name="connsiteX219" fmla="*/ 2135200 w 2915191"/>
                <a:gd name="connsiteY219" fmla="*/ 252043 h 586496"/>
                <a:gd name="connsiteX220" fmla="*/ 2144959 w 2915191"/>
                <a:gd name="connsiteY220" fmla="*/ 249798 h 586496"/>
                <a:gd name="connsiteX221" fmla="*/ 2154703 w 2915191"/>
                <a:gd name="connsiteY221" fmla="*/ 255257 h 586496"/>
                <a:gd name="connsiteX222" fmla="*/ 2164447 w 2915191"/>
                <a:gd name="connsiteY222" fmla="*/ 249713 h 586496"/>
                <a:gd name="connsiteX223" fmla="*/ 2174206 w 2915191"/>
                <a:gd name="connsiteY223" fmla="*/ 283289 h 586496"/>
                <a:gd name="connsiteX224" fmla="*/ 2183950 w 2915191"/>
                <a:gd name="connsiteY224" fmla="*/ 279882 h 586496"/>
                <a:gd name="connsiteX225" fmla="*/ 2193709 w 2915191"/>
                <a:gd name="connsiteY225" fmla="*/ 285371 h 586496"/>
                <a:gd name="connsiteX226" fmla="*/ 2203452 w 2915191"/>
                <a:gd name="connsiteY226" fmla="*/ 275999 h 586496"/>
                <a:gd name="connsiteX227" fmla="*/ 2213196 w 2915191"/>
                <a:gd name="connsiteY227" fmla="*/ 310289 h 586496"/>
                <a:gd name="connsiteX228" fmla="*/ 2222955 w 2915191"/>
                <a:gd name="connsiteY228" fmla="*/ 337556 h 586496"/>
                <a:gd name="connsiteX229" fmla="*/ 2232699 w 2915191"/>
                <a:gd name="connsiteY229" fmla="*/ 328345 h 586496"/>
                <a:gd name="connsiteX230" fmla="*/ 2242458 w 2915191"/>
                <a:gd name="connsiteY230" fmla="*/ 333547 h 586496"/>
                <a:gd name="connsiteX231" fmla="*/ 2252202 w 2915191"/>
                <a:gd name="connsiteY231" fmla="*/ 351829 h 586496"/>
                <a:gd name="connsiteX232" fmla="*/ 2261946 w 2915191"/>
                <a:gd name="connsiteY232" fmla="*/ 309364 h 586496"/>
                <a:gd name="connsiteX233" fmla="*/ 2271705 w 2915191"/>
                <a:gd name="connsiteY233" fmla="*/ 252466 h 586496"/>
                <a:gd name="connsiteX234" fmla="*/ 2281449 w 2915191"/>
                <a:gd name="connsiteY234" fmla="*/ 262632 h 586496"/>
                <a:gd name="connsiteX235" fmla="*/ 2291208 w 2915191"/>
                <a:gd name="connsiteY235" fmla="*/ 275640 h 586496"/>
                <a:gd name="connsiteX236" fmla="*/ 2300951 w 2915191"/>
                <a:gd name="connsiteY236" fmla="*/ 292343 h 586496"/>
                <a:gd name="connsiteX237" fmla="*/ 2310695 w 2915191"/>
                <a:gd name="connsiteY237" fmla="*/ 299268 h 586496"/>
                <a:gd name="connsiteX238" fmla="*/ 2320454 w 2915191"/>
                <a:gd name="connsiteY238" fmla="*/ 311648 h 586496"/>
                <a:gd name="connsiteX239" fmla="*/ 2330198 w 2915191"/>
                <a:gd name="connsiteY239" fmla="*/ 318516 h 586496"/>
                <a:gd name="connsiteX240" fmla="*/ 2339957 w 2915191"/>
                <a:gd name="connsiteY240" fmla="*/ 304225 h 586496"/>
                <a:gd name="connsiteX241" fmla="*/ 2349701 w 2915191"/>
                <a:gd name="connsiteY241" fmla="*/ 335156 h 586496"/>
                <a:gd name="connsiteX242" fmla="*/ 2359445 w 2915191"/>
                <a:gd name="connsiteY242" fmla="*/ 328871 h 586496"/>
                <a:gd name="connsiteX243" fmla="*/ 2369204 w 2915191"/>
                <a:gd name="connsiteY243" fmla="*/ 346704 h 586496"/>
                <a:gd name="connsiteX244" fmla="*/ 2378948 w 2915191"/>
                <a:gd name="connsiteY244" fmla="*/ 376973 h 586496"/>
                <a:gd name="connsiteX245" fmla="*/ 2388692 w 2915191"/>
                <a:gd name="connsiteY245" fmla="*/ 374422 h 586496"/>
                <a:gd name="connsiteX246" fmla="*/ 2398450 w 2915191"/>
                <a:gd name="connsiteY246" fmla="*/ 360065 h 586496"/>
                <a:gd name="connsiteX247" fmla="*/ 2408194 w 2915191"/>
                <a:gd name="connsiteY247" fmla="*/ 350849 h 586496"/>
                <a:gd name="connsiteX248" fmla="*/ 2417953 w 2915191"/>
                <a:gd name="connsiteY248" fmla="*/ 351036 h 586496"/>
                <a:gd name="connsiteX249" fmla="*/ 2427697 w 2915191"/>
                <a:gd name="connsiteY249" fmla="*/ 364572 h 586496"/>
                <a:gd name="connsiteX250" fmla="*/ 2437441 w 2915191"/>
                <a:gd name="connsiteY250" fmla="*/ 353504 h 586496"/>
                <a:gd name="connsiteX251" fmla="*/ 2447200 w 2915191"/>
                <a:gd name="connsiteY251" fmla="*/ 375939 h 586496"/>
                <a:gd name="connsiteX252" fmla="*/ 2456944 w 2915191"/>
                <a:gd name="connsiteY252" fmla="*/ 398385 h 586496"/>
                <a:gd name="connsiteX253" fmla="*/ 2466703 w 2915191"/>
                <a:gd name="connsiteY253" fmla="*/ 430791 h 586496"/>
                <a:gd name="connsiteX254" fmla="*/ 2476446 w 2915191"/>
                <a:gd name="connsiteY254" fmla="*/ 435009 h 586496"/>
                <a:gd name="connsiteX255" fmla="*/ 2486190 w 2915191"/>
                <a:gd name="connsiteY255" fmla="*/ 453074 h 586496"/>
                <a:gd name="connsiteX256" fmla="*/ 2495949 w 2915191"/>
                <a:gd name="connsiteY256" fmla="*/ 464027 h 586496"/>
                <a:gd name="connsiteX257" fmla="*/ 2505693 w 2915191"/>
                <a:gd name="connsiteY257" fmla="*/ 424389 h 586496"/>
                <a:gd name="connsiteX258" fmla="*/ 2515452 w 2915191"/>
                <a:gd name="connsiteY258" fmla="*/ 418907 h 586496"/>
                <a:gd name="connsiteX259" fmla="*/ 2525196 w 2915191"/>
                <a:gd name="connsiteY259" fmla="*/ 411377 h 586496"/>
                <a:gd name="connsiteX260" fmla="*/ 2534940 w 2915191"/>
                <a:gd name="connsiteY260" fmla="*/ 402290 h 586496"/>
                <a:gd name="connsiteX261" fmla="*/ 2544699 w 2915191"/>
                <a:gd name="connsiteY261" fmla="*/ 412320 h 586496"/>
                <a:gd name="connsiteX262" fmla="*/ 2554443 w 2915191"/>
                <a:gd name="connsiteY262" fmla="*/ 401273 h 586496"/>
                <a:gd name="connsiteX263" fmla="*/ 2564202 w 2915191"/>
                <a:gd name="connsiteY263" fmla="*/ 370059 h 586496"/>
                <a:gd name="connsiteX264" fmla="*/ 2573946 w 2915191"/>
                <a:gd name="connsiteY264" fmla="*/ 376654 h 586496"/>
                <a:gd name="connsiteX265" fmla="*/ 2583690 w 2915191"/>
                <a:gd name="connsiteY265" fmla="*/ 375463 h 586496"/>
                <a:gd name="connsiteX266" fmla="*/ 2593448 w 2915191"/>
                <a:gd name="connsiteY266" fmla="*/ 376816 h 586496"/>
                <a:gd name="connsiteX267" fmla="*/ 2603192 w 2915191"/>
                <a:gd name="connsiteY267" fmla="*/ 361685 h 586496"/>
                <a:gd name="connsiteX268" fmla="*/ 2612951 w 2915191"/>
                <a:gd name="connsiteY268" fmla="*/ 388115 h 586496"/>
                <a:gd name="connsiteX269" fmla="*/ 2622695 w 2915191"/>
                <a:gd name="connsiteY269" fmla="*/ 377560 h 586496"/>
                <a:gd name="connsiteX270" fmla="*/ 2632439 w 2915191"/>
                <a:gd name="connsiteY270" fmla="*/ 365269 h 586496"/>
                <a:gd name="connsiteX271" fmla="*/ 2642198 w 2915191"/>
                <a:gd name="connsiteY271" fmla="*/ 357181 h 586496"/>
                <a:gd name="connsiteX272" fmla="*/ 2651942 w 2915191"/>
                <a:gd name="connsiteY272" fmla="*/ 353499 h 586496"/>
                <a:gd name="connsiteX273" fmla="*/ 2661685 w 2915191"/>
                <a:gd name="connsiteY273" fmla="*/ 355439 h 586496"/>
                <a:gd name="connsiteX274" fmla="*/ 2671444 w 2915191"/>
                <a:gd name="connsiteY274" fmla="*/ 350525 h 586496"/>
                <a:gd name="connsiteX275" fmla="*/ 2681188 w 2915191"/>
                <a:gd name="connsiteY275" fmla="*/ 328560 h 586496"/>
                <a:gd name="connsiteX276" fmla="*/ 2690947 w 2915191"/>
                <a:gd name="connsiteY276" fmla="*/ 352359 h 586496"/>
                <a:gd name="connsiteX277" fmla="*/ 2700691 w 2915191"/>
                <a:gd name="connsiteY277" fmla="*/ 349873 h 586496"/>
                <a:gd name="connsiteX278" fmla="*/ 2710435 w 2915191"/>
                <a:gd name="connsiteY278" fmla="*/ 331948 h 586496"/>
                <a:gd name="connsiteX279" fmla="*/ 2720194 w 2915191"/>
                <a:gd name="connsiteY279" fmla="*/ 353925 h 586496"/>
                <a:gd name="connsiteX280" fmla="*/ 2729938 w 2915191"/>
                <a:gd name="connsiteY280" fmla="*/ 360624 h 586496"/>
                <a:gd name="connsiteX281" fmla="*/ 2739697 w 2915191"/>
                <a:gd name="connsiteY281" fmla="*/ 328284 h 586496"/>
                <a:gd name="connsiteX282" fmla="*/ 2749441 w 2915191"/>
                <a:gd name="connsiteY282" fmla="*/ 290499 h 586496"/>
                <a:gd name="connsiteX283" fmla="*/ 2759185 w 2915191"/>
                <a:gd name="connsiteY283" fmla="*/ 316009 h 586496"/>
                <a:gd name="connsiteX284" fmla="*/ 2768943 w 2915191"/>
                <a:gd name="connsiteY284" fmla="*/ 327043 h 586496"/>
                <a:gd name="connsiteX285" fmla="*/ 2778687 w 2915191"/>
                <a:gd name="connsiteY285" fmla="*/ 326113 h 586496"/>
                <a:gd name="connsiteX286" fmla="*/ 2788446 w 2915191"/>
                <a:gd name="connsiteY286" fmla="*/ 306752 h 586496"/>
                <a:gd name="connsiteX287" fmla="*/ 2798190 w 2915191"/>
                <a:gd name="connsiteY287" fmla="*/ 332690 h 586496"/>
                <a:gd name="connsiteX288" fmla="*/ 2807934 w 2915191"/>
                <a:gd name="connsiteY288" fmla="*/ 334381 h 586496"/>
                <a:gd name="connsiteX289" fmla="*/ 2817693 w 2915191"/>
                <a:gd name="connsiteY289" fmla="*/ 315486 h 586496"/>
                <a:gd name="connsiteX290" fmla="*/ 2827437 w 2915191"/>
                <a:gd name="connsiteY290" fmla="*/ 324118 h 586496"/>
                <a:gd name="connsiteX291" fmla="*/ 2837196 w 2915191"/>
                <a:gd name="connsiteY291" fmla="*/ 349344 h 586496"/>
                <a:gd name="connsiteX292" fmla="*/ 2846940 w 2915191"/>
                <a:gd name="connsiteY292" fmla="*/ 372242 h 586496"/>
                <a:gd name="connsiteX293" fmla="*/ 2856684 w 2915191"/>
                <a:gd name="connsiteY293" fmla="*/ 371360 h 586496"/>
                <a:gd name="connsiteX294" fmla="*/ 2866442 w 2915191"/>
                <a:gd name="connsiteY294" fmla="*/ 358218 h 586496"/>
                <a:gd name="connsiteX295" fmla="*/ 2876186 w 2915191"/>
                <a:gd name="connsiteY295" fmla="*/ 360783 h 586496"/>
                <a:gd name="connsiteX296" fmla="*/ 2885945 w 2915191"/>
                <a:gd name="connsiteY296" fmla="*/ 352459 h 586496"/>
                <a:gd name="connsiteX297" fmla="*/ 2895689 w 2915191"/>
                <a:gd name="connsiteY297" fmla="*/ 405790 h 586496"/>
                <a:gd name="connsiteX298" fmla="*/ 2905433 w 2915191"/>
                <a:gd name="connsiteY298" fmla="*/ 436080 h 586496"/>
                <a:gd name="connsiteX299" fmla="*/ 2915192 w 2915191"/>
                <a:gd name="connsiteY299" fmla="*/ 429429 h 586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86496">
                  <a:moveTo>
                    <a:pt x="0" y="35607"/>
                  </a:moveTo>
                  <a:lnTo>
                    <a:pt x="9750" y="28393"/>
                  </a:lnTo>
                  <a:lnTo>
                    <a:pt x="19500" y="41112"/>
                  </a:lnTo>
                  <a:lnTo>
                    <a:pt x="29250" y="38791"/>
                  </a:lnTo>
                  <a:lnTo>
                    <a:pt x="39000" y="51936"/>
                  </a:lnTo>
                  <a:lnTo>
                    <a:pt x="48749" y="31425"/>
                  </a:lnTo>
                  <a:lnTo>
                    <a:pt x="58499" y="15236"/>
                  </a:lnTo>
                  <a:lnTo>
                    <a:pt x="68249" y="29729"/>
                  </a:lnTo>
                  <a:lnTo>
                    <a:pt x="77998" y="7785"/>
                  </a:lnTo>
                  <a:lnTo>
                    <a:pt x="87748" y="36276"/>
                  </a:lnTo>
                  <a:lnTo>
                    <a:pt x="97497" y="46930"/>
                  </a:lnTo>
                  <a:lnTo>
                    <a:pt x="107247" y="27372"/>
                  </a:lnTo>
                  <a:lnTo>
                    <a:pt x="116997" y="11045"/>
                  </a:lnTo>
                  <a:lnTo>
                    <a:pt x="126747" y="4480"/>
                  </a:lnTo>
                  <a:lnTo>
                    <a:pt x="136497" y="0"/>
                  </a:lnTo>
                  <a:lnTo>
                    <a:pt x="146247" y="47292"/>
                  </a:lnTo>
                  <a:lnTo>
                    <a:pt x="155997" y="57225"/>
                  </a:lnTo>
                  <a:lnTo>
                    <a:pt x="165747" y="33354"/>
                  </a:lnTo>
                  <a:lnTo>
                    <a:pt x="175497" y="25438"/>
                  </a:lnTo>
                  <a:lnTo>
                    <a:pt x="185247" y="18467"/>
                  </a:lnTo>
                  <a:lnTo>
                    <a:pt x="194996" y="34408"/>
                  </a:lnTo>
                  <a:lnTo>
                    <a:pt x="204746" y="63613"/>
                  </a:lnTo>
                  <a:lnTo>
                    <a:pt x="214495" y="18657"/>
                  </a:lnTo>
                  <a:lnTo>
                    <a:pt x="224245" y="26155"/>
                  </a:lnTo>
                  <a:lnTo>
                    <a:pt x="233995" y="29430"/>
                  </a:lnTo>
                  <a:lnTo>
                    <a:pt x="243744" y="18439"/>
                  </a:lnTo>
                  <a:lnTo>
                    <a:pt x="253494" y="28825"/>
                  </a:lnTo>
                  <a:lnTo>
                    <a:pt x="263244" y="59611"/>
                  </a:lnTo>
                  <a:lnTo>
                    <a:pt x="272994" y="122228"/>
                  </a:lnTo>
                  <a:lnTo>
                    <a:pt x="282744" y="166217"/>
                  </a:lnTo>
                  <a:lnTo>
                    <a:pt x="292494" y="167836"/>
                  </a:lnTo>
                  <a:lnTo>
                    <a:pt x="302244" y="186227"/>
                  </a:lnTo>
                  <a:lnTo>
                    <a:pt x="311994" y="215993"/>
                  </a:lnTo>
                  <a:lnTo>
                    <a:pt x="321744" y="221175"/>
                  </a:lnTo>
                  <a:lnTo>
                    <a:pt x="331493" y="231760"/>
                  </a:lnTo>
                  <a:lnTo>
                    <a:pt x="341243" y="270615"/>
                  </a:lnTo>
                  <a:lnTo>
                    <a:pt x="350993" y="274557"/>
                  </a:lnTo>
                  <a:lnTo>
                    <a:pt x="360742" y="300849"/>
                  </a:lnTo>
                  <a:lnTo>
                    <a:pt x="370492" y="258038"/>
                  </a:lnTo>
                  <a:lnTo>
                    <a:pt x="380241" y="249418"/>
                  </a:lnTo>
                  <a:lnTo>
                    <a:pt x="389991" y="228308"/>
                  </a:lnTo>
                  <a:lnTo>
                    <a:pt x="399741" y="240748"/>
                  </a:lnTo>
                  <a:lnTo>
                    <a:pt x="409491" y="257332"/>
                  </a:lnTo>
                  <a:lnTo>
                    <a:pt x="419241" y="246566"/>
                  </a:lnTo>
                  <a:lnTo>
                    <a:pt x="428991" y="261076"/>
                  </a:lnTo>
                  <a:lnTo>
                    <a:pt x="438741" y="241806"/>
                  </a:lnTo>
                  <a:lnTo>
                    <a:pt x="448491" y="225711"/>
                  </a:lnTo>
                  <a:lnTo>
                    <a:pt x="458241" y="239833"/>
                  </a:lnTo>
                  <a:lnTo>
                    <a:pt x="467991" y="260159"/>
                  </a:lnTo>
                  <a:lnTo>
                    <a:pt x="477740" y="289474"/>
                  </a:lnTo>
                  <a:lnTo>
                    <a:pt x="487490" y="274248"/>
                  </a:lnTo>
                  <a:lnTo>
                    <a:pt x="497239" y="292611"/>
                  </a:lnTo>
                  <a:lnTo>
                    <a:pt x="506989" y="284612"/>
                  </a:lnTo>
                  <a:lnTo>
                    <a:pt x="516738" y="284487"/>
                  </a:lnTo>
                  <a:lnTo>
                    <a:pt x="526488" y="298461"/>
                  </a:lnTo>
                  <a:lnTo>
                    <a:pt x="536238" y="317818"/>
                  </a:lnTo>
                  <a:lnTo>
                    <a:pt x="545988" y="341015"/>
                  </a:lnTo>
                  <a:lnTo>
                    <a:pt x="555738" y="353812"/>
                  </a:lnTo>
                  <a:lnTo>
                    <a:pt x="565488" y="354548"/>
                  </a:lnTo>
                  <a:lnTo>
                    <a:pt x="575238" y="318729"/>
                  </a:lnTo>
                  <a:lnTo>
                    <a:pt x="584988" y="291810"/>
                  </a:lnTo>
                  <a:lnTo>
                    <a:pt x="594738" y="300761"/>
                  </a:lnTo>
                  <a:lnTo>
                    <a:pt x="604488" y="308436"/>
                  </a:lnTo>
                  <a:lnTo>
                    <a:pt x="614237" y="354131"/>
                  </a:lnTo>
                  <a:lnTo>
                    <a:pt x="623987" y="338471"/>
                  </a:lnTo>
                  <a:lnTo>
                    <a:pt x="633736" y="298449"/>
                  </a:lnTo>
                  <a:lnTo>
                    <a:pt x="643486" y="265481"/>
                  </a:lnTo>
                  <a:lnTo>
                    <a:pt x="653236" y="281805"/>
                  </a:lnTo>
                  <a:lnTo>
                    <a:pt x="662985" y="300769"/>
                  </a:lnTo>
                  <a:lnTo>
                    <a:pt x="672735" y="331909"/>
                  </a:lnTo>
                  <a:lnTo>
                    <a:pt x="682485" y="335047"/>
                  </a:lnTo>
                  <a:lnTo>
                    <a:pt x="692235" y="321751"/>
                  </a:lnTo>
                  <a:lnTo>
                    <a:pt x="701985" y="329476"/>
                  </a:lnTo>
                  <a:lnTo>
                    <a:pt x="711735" y="329482"/>
                  </a:lnTo>
                  <a:lnTo>
                    <a:pt x="721485" y="322037"/>
                  </a:lnTo>
                  <a:lnTo>
                    <a:pt x="731235" y="349478"/>
                  </a:lnTo>
                  <a:lnTo>
                    <a:pt x="740985" y="350613"/>
                  </a:lnTo>
                  <a:lnTo>
                    <a:pt x="750734" y="366701"/>
                  </a:lnTo>
                  <a:lnTo>
                    <a:pt x="760484" y="317901"/>
                  </a:lnTo>
                  <a:lnTo>
                    <a:pt x="770233" y="322341"/>
                  </a:lnTo>
                  <a:lnTo>
                    <a:pt x="779983" y="332167"/>
                  </a:lnTo>
                  <a:lnTo>
                    <a:pt x="789733" y="321988"/>
                  </a:lnTo>
                  <a:lnTo>
                    <a:pt x="799482" y="344317"/>
                  </a:lnTo>
                  <a:lnTo>
                    <a:pt x="809232" y="386702"/>
                  </a:lnTo>
                  <a:lnTo>
                    <a:pt x="818982" y="388296"/>
                  </a:lnTo>
                  <a:lnTo>
                    <a:pt x="828732" y="373154"/>
                  </a:lnTo>
                  <a:lnTo>
                    <a:pt x="838482" y="375961"/>
                  </a:lnTo>
                  <a:lnTo>
                    <a:pt x="848232" y="384286"/>
                  </a:lnTo>
                  <a:lnTo>
                    <a:pt x="857982" y="379921"/>
                  </a:lnTo>
                  <a:lnTo>
                    <a:pt x="867732" y="368061"/>
                  </a:lnTo>
                  <a:lnTo>
                    <a:pt x="877482" y="376040"/>
                  </a:lnTo>
                  <a:lnTo>
                    <a:pt x="887231" y="394908"/>
                  </a:lnTo>
                  <a:lnTo>
                    <a:pt x="896981" y="414184"/>
                  </a:lnTo>
                  <a:lnTo>
                    <a:pt x="906730" y="395058"/>
                  </a:lnTo>
                  <a:lnTo>
                    <a:pt x="916480" y="423761"/>
                  </a:lnTo>
                  <a:lnTo>
                    <a:pt x="926230" y="408622"/>
                  </a:lnTo>
                  <a:lnTo>
                    <a:pt x="935979" y="396954"/>
                  </a:lnTo>
                  <a:lnTo>
                    <a:pt x="945729" y="420290"/>
                  </a:lnTo>
                  <a:lnTo>
                    <a:pt x="955479" y="412286"/>
                  </a:lnTo>
                  <a:lnTo>
                    <a:pt x="965229" y="411926"/>
                  </a:lnTo>
                  <a:lnTo>
                    <a:pt x="974979" y="427791"/>
                  </a:lnTo>
                  <a:lnTo>
                    <a:pt x="984729" y="431898"/>
                  </a:lnTo>
                  <a:lnTo>
                    <a:pt x="994474" y="437667"/>
                  </a:lnTo>
                  <a:lnTo>
                    <a:pt x="1004233" y="441583"/>
                  </a:lnTo>
                  <a:lnTo>
                    <a:pt x="1013977" y="459933"/>
                  </a:lnTo>
                  <a:lnTo>
                    <a:pt x="1023721" y="439493"/>
                  </a:lnTo>
                  <a:lnTo>
                    <a:pt x="1033480" y="419216"/>
                  </a:lnTo>
                  <a:lnTo>
                    <a:pt x="1043224" y="407886"/>
                  </a:lnTo>
                  <a:lnTo>
                    <a:pt x="1052983" y="438452"/>
                  </a:lnTo>
                  <a:lnTo>
                    <a:pt x="1062727" y="448972"/>
                  </a:lnTo>
                  <a:lnTo>
                    <a:pt x="1072471" y="452394"/>
                  </a:lnTo>
                  <a:lnTo>
                    <a:pt x="1082230" y="437024"/>
                  </a:lnTo>
                  <a:lnTo>
                    <a:pt x="1091973" y="444475"/>
                  </a:lnTo>
                  <a:lnTo>
                    <a:pt x="1101732" y="419166"/>
                  </a:lnTo>
                  <a:lnTo>
                    <a:pt x="1111476" y="434079"/>
                  </a:lnTo>
                  <a:lnTo>
                    <a:pt x="1121220" y="440757"/>
                  </a:lnTo>
                  <a:lnTo>
                    <a:pt x="1130979" y="449846"/>
                  </a:lnTo>
                  <a:lnTo>
                    <a:pt x="1140723" y="445126"/>
                  </a:lnTo>
                  <a:lnTo>
                    <a:pt x="1150482" y="445396"/>
                  </a:lnTo>
                  <a:lnTo>
                    <a:pt x="1160226" y="425306"/>
                  </a:lnTo>
                  <a:lnTo>
                    <a:pt x="1169969" y="439265"/>
                  </a:lnTo>
                  <a:lnTo>
                    <a:pt x="1179728" y="462177"/>
                  </a:lnTo>
                  <a:lnTo>
                    <a:pt x="1189472" y="502115"/>
                  </a:lnTo>
                  <a:lnTo>
                    <a:pt x="1199231" y="502431"/>
                  </a:lnTo>
                  <a:lnTo>
                    <a:pt x="1208975" y="515520"/>
                  </a:lnTo>
                  <a:lnTo>
                    <a:pt x="1218719" y="532703"/>
                  </a:lnTo>
                  <a:lnTo>
                    <a:pt x="1228478" y="551735"/>
                  </a:lnTo>
                  <a:lnTo>
                    <a:pt x="1238222" y="586497"/>
                  </a:lnTo>
                  <a:lnTo>
                    <a:pt x="1247966" y="545674"/>
                  </a:lnTo>
                  <a:lnTo>
                    <a:pt x="1257725" y="539936"/>
                  </a:lnTo>
                  <a:lnTo>
                    <a:pt x="1267469" y="547187"/>
                  </a:lnTo>
                  <a:lnTo>
                    <a:pt x="1277227" y="527989"/>
                  </a:lnTo>
                  <a:lnTo>
                    <a:pt x="1286971" y="506796"/>
                  </a:lnTo>
                  <a:lnTo>
                    <a:pt x="1296715" y="502008"/>
                  </a:lnTo>
                  <a:lnTo>
                    <a:pt x="1306474" y="495603"/>
                  </a:lnTo>
                  <a:lnTo>
                    <a:pt x="1316218" y="461851"/>
                  </a:lnTo>
                  <a:lnTo>
                    <a:pt x="1325977" y="474293"/>
                  </a:lnTo>
                  <a:lnTo>
                    <a:pt x="1335721" y="483311"/>
                  </a:lnTo>
                  <a:lnTo>
                    <a:pt x="1345465" y="457589"/>
                  </a:lnTo>
                  <a:lnTo>
                    <a:pt x="1355224" y="469500"/>
                  </a:lnTo>
                  <a:lnTo>
                    <a:pt x="1364967" y="462113"/>
                  </a:lnTo>
                  <a:lnTo>
                    <a:pt x="1374726" y="481660"/>
                  </a:lnTo>
                  <a:lnTo>
                    <a:pt x="1384470" y="498043"/>
                  </a:lnTo>
                  <a:lnTo>
                    <a:pt x="1394214" y="513338"/>
                  </a:lnTo>
                  <a:lnTo>
                    <a:pt x="1403973" y="472408"/>
                  </a:lnTo>
                  <a:lnTo>
                    <a:pt x="1413717" y="431755"/>
                  </a:lnTo>
                  <a:lnTo>
                    <a:pt x="1423476" y="476846"/>
                  </a:lnTo>
                  <a:lnTo>
                    <a:pt x="1433220" y="473835"/>
                  </a:lnTo>
                  <a:lnTo>
                    <a:pt x="1442964" y="454310"/>
                  </a:lnTo>
                  <a:lnTo>
                    <a:pt x="1452722" y="427270"/>
                  </a:lnTo>
                  <a:lnTo>
                    <a:pt x="1462466" y="386550"/>
                  </a:lnTo>
                  <a:lnTo>
                    <a:pt x="1472225" y="346897"/>
                  </a:lnTo>
                  <a:lnTo>
                    <a:pt x="1481969" y="373368"/>
                  </a:lnTo>
                  <a:lnTo>
                    <a:pt x="1491713" y="337446"/>
                  </a:lnTo>
                  <a:lnTo>
                    <a:pt x="1501472" y="332325"/>
                  </a:lnTo>
                  <a:lnTo>
                    <a:pt x="1511216" y="319483"/>
                  </a:lnTo>
                  <a:lnTo>
                    <a:pt x="1520960" y="302211"/>
                  </a:lnTo>
                  <a:lnTo>
                    <a:pt x="1530719" y="299127"/>
                  </a:lnTo>
                  <a:lnTo>
                    <a:pt x="1540463" y="316611"/>
                  </a:lnTo>
                  <a:lnTo>
                    <a:pt x="1550221" y="308796"/>
                  </a:lnTo>
                  <a:lnTo>
                    <a:pt x="1559965" y="327877"/>
                  </a:lnTo>
                  <a:lnTo>
                    <a:pt x="1569709" y="302728"/>
                  </a:lnTo>
                  <a:lnTo>
                    <a:pt x="1579468" y="325266"/>
                  </a:lnTo>
                  <a:lnTo>
                    <a:pt x="1589212" y="335141"/>
                  </a:lnTo>
                  <a:lnTo>
                    <a:pt x="1598971" y="348782"/>
                  </a:lnTo>
                  <a:lnTo>
                    <a:pt x="1608715" y="317324"/>
                  </a:lnTo>
                  <a:lnTo>
                    <a:pt x="1618459" y="316229"/>
                  </a:lnTo>
                  <a:lnTo>
                    <a:pt x="1628218" y="291989"/>
                  </a:lnTo>
                  <a:lnTo>
                    <a:pt x="1637962" y="288626"/>
                  </a:lnTo>
                  <a:lnTo>
                    <a:pt x="1647720" y="259047"/>
                  </a:lnTo>
                  <a:lnTo>
                    <a:pt x="1657464" y="256113"/>
                  </a:lnTo>
                  <a:lnTo>
                    <a:pt x="1667208" y="283285"/>
                  </a:lnTo>
                  <a:lnTo>
                    <a:pt x="1676967" y="292051"/>
                  </a:lnTo>
                  <a:lnTo>
                    <a:pt x="1686711" y="287386"/>
                  </a:lnTo>
                  <a:lnTo>
                    <a:pt x="1696470" y="268863"/>
                  </a:lnTo>
                  <a:lnTo>
                    <a:pt x="1706214" y="302171"/>
                  </a:lnTo>
                  <a:lnTo>
                    <a:pt x="1715958" y="327393"/>
                  </a:lnTo>
                  <a:lnTo>
                    <a:pt x="1725716" y="300203"/>
                  </a:lnTo>
                  <a:lnTo>
                    <a:pt x="1735460" y="305179"/>
                  </a:lnTo>
                  <a:lnTo>
                    <a:pt x="1745219" y="286811"/>
                  </a:lnTo>
                  <a:lnTo>
                    <a:pt x="1754963" y="317293"/>
                  </a:lnTo>
                  <a:lnTo>
                    <a:pt x="1764707" y="334488"/>
                  </a:lnTo>
                  <a:lnTo>
                    <a:pt x="1774466" y="304644"/>
                  </a:lnTo>
                  <a:lnTo>
                    <a:pt x="1784210" y="283113"/>
                  </a:lnTo>
                  <a:lnTo>
                    <a:pt x="1793969" y="278589"/>
                  </a:lnTo>
                  <a:lnTo>
                    <a:pt x="1803713" y="271780"/>
                  </a:lnTo>
                  <a:lnTo>
                    <a:pt x="1813457" y="281001"/>
                  </a:lnTo>
                  <a:lnTo>
                    <a:pt x="1823215" y="304537"/>
                  </a:lnTo>
                  <a:lnTo>
                    <a:pt x="1832959" y="335628"/>
                  </a:lnTo>
                  <a:lnTo>
                    <a:pt x="1842703" y="355472"/>
                  </a:lnTo>
                  <a:lnTo>
                    <a:pt x="1852462" y="384176"/>
                  </a:lnTo>
                  <a:lnTo>
                    <a:pt x="1862206" y="364961"/>
                  </a:lnTo>
                  <a:lnTo>
                    <a:pt x="1871965" y="391648"/>
                  </a:lnTo>
                  <a:lnTo>
                    <a:pt x="1881709" y="419463"/>
                  </a:lnTo>
                  <a:lnTo>
                    <a:pt x="1891453" y="420566"/>
                  </a:lnTo>
                  <a:lnTo>
                    <a:pt x="1901212" y="390131"/>
                  </a:lnTo>
                  <a:lnTo>
                    <a:pt x="1910956" y="367261"/>
                  </a:lnTo>
                  <a:lnTo>
                    <a:pt x="1920714" y="367102"/>
                  </a:lnTo>
                  <a:lnTo>
                    <a:pt x="1930458" y="407323"/>
                  </a:lnTo>
                  <a:lnTo>
                    <a:pt x="1940202" y="382908"/>
                  </a:lnTo>
                  <a:lnTo>
                    <a:pt x="1949961" y="383200"/>
                  </a:lnTo>
                  <a:lnTo>
                    <a:pt x="1959705" y="363122"/>
                  </a:lnTo>
                  <a:lnTo>
                    <a:pt x="1969464" y="372959"/>
                  </a:lnTo>
                  <a:lnTo>
                    <a:pt x="1979208" y="350828"/>
                  </a:lnTo>
                  <a:lnTo>
                    <a:pt x="1988952" y="358900"/>
                  </a:lnTo>
                  <a:lnTo>
                    <a:pt x="1998711" y="372078"/>
                  </a:lnTo>
                  <a:lnTo>
                    <a:pt x="2008454" y="368559"/>
                  </a:lnTo>
                  <a:lnTo>
                    <a:pt x="2018213" y="370743"/>
                  </a:lnTo>
                  <a:lnTo>
                    <a:pt x="2027957" y="365287"/>
                  </a:lnTo>
                  <a:lnTo>
                    <a:pt x="2037701" y="331922"/>
                  </a:lnTo>
                  <a:lnTo>
                    <a:pt x="2047460" y="350740"/>
                  </a:lnTo>
                  <a:lnTo>
                    <a:pt x="2057204" y="315708"/>
                  </a:lnTo>
                  <a:lnTo>
                    <a:pt x="2066963" y="297956"/>
                  </a:lnTo>
                  <a:lnTo>
                    <a:pt x="2076707" y="273513"/>
                  </a:lnTo>
                  <a:lnTo>
                    <a:pt x="2086451" y="274858"/>
                  </a:lnTo>
                  <a:lnTo>
                    <a:pt x="2096210" y="293596"/>
                  </a:lnTo>
                  <a:lnTo>
                    <a:pt x="2105954" y="279399"/>
                  </a:lnTo>
                  <a:lnTo>
                    <a:pt x="2115697" y="256849"/>
                  </a:lnTo>
                  <a:lnTo>
                    <a:pt x="2125456" y="249607"/>
                  </a:lnTo>
                  <a:lnTo>
                    <a:pt x="2135200" y="252043"/>
                  </a:lnTo>
                  <a:lnTo>
                    <a:pt x="2144959" y="249798"/>
                  </a:lnTo>
                  <a:lnTo>
                    <a:pt x="2154703" y="255257"/>
                  </a:lnTo>
                  <a:lnTo>
                    <a:pt x="2164447" y="249713"/>
                  </a:lnTo>
                  <a:lnTo>
                    <a:pt x="2174206" y="283289"/>
                  </a:lnTo>
                  <a:lnTo>
                    <a:pt x="2183950" y="279882"/>
                  </a:lnTo>
                  <a:lnTo>
                    <a:pt x="2193709" y="285371"/>
                  </a:lnTo>
                  <a:lnTo>
                    <a:pt x="2203452" y="275999"/>
                  </a:lnTo>
                  <a:lnTo>
                    <a:pt x="2213196" y="310289"/>
                  </a:lnTo>
                  <a:lnTo>
                    <a:pt x="2222955" y="337556"/>
                  </a:lnTo>
                  <a:lnTo>
                    <a:pt x="2232699" y="328345"/>
                  </a:lnTo>
                  <a:lnTo>
                    <a:pt x="2242458" y="333547"/>
                  </a:lnTo>
                  <a:lnTo>
                    <a:pt x="2252202" y="351829"/>
                  </a:lnTo>
                  <a:lnTo>
                    <a:pt x="2261946" y="309364"/>
                  </a:lnTo>
                  <a:lnTo>
                    <a:pt x="2271705" y="252466"/>
                  </a:lnTo>
                  <a:lnTo>
                    <a:pt x="2281449" y="262632"/>
                  </a:lnTo>
                  <a:lnTo>
                    <a:pt x="2291208" y="275640"/>
                  </a:lnTo>
                  <a:lnTo>
                    <a:pt x="2300951" y="292343"/>
                  </a:lnTo>
                  <a:lnTo>
                    <a:pt x="2310695" y="299268"/>
                  </a:lnTo>
                  <a:lnTo>
                    <a:pt x="2320454" y="311648"/>
                  </a:lnTo>
                  <a:lnTo>
                    <a:pt x="2330198" y="318516"/>
                  </a:lnTo>
                  <a:lnTo>
                    <a:pt x="2339957" y="304225"/>
                  </a:lnTo>
                  <a:lnTo>
                    <a:pt x="2349701" y="335156"/>
                  </a:lnTo>
                  <a:lnTo>
                    <a:pt x="2359445" y="328871"/>
                  </a:lnTo>
                  <a:lnTo>
                    <a:pt x="2369204" y="346704"/>
                  </a:lnTo>
                  <a:lnTo>
                    <a:pt x="2378948" y="376973"/>
                  </a:lnTo>
                  <a:lnTo>
                    <a:pt x="2388692" y="374422"/>
                  </a:lnTo>
                  <a:lnTo>
                    <a:pt x="2398450" y="360065"/>
                  </a:lnTo>
                  <a:lnTo>
                    <a:pt x="2408194" y="350849"/>
                  </a:lnTo>
                  <a:lnTo>
                    <a:pt x="2417953" y="351036"/>
                  </a:lnTo>
                  <a:lnTo>
                    <a:pt x="2427697" y="364572"/>
                  </a:lnTo>
                  <a:lnTo>
                    <a:pt x="2437441" y="353504"/>
                  </a:lnTo>
                  <a:lnTo>
                    <a:pt x="2447200" y="375939"/>
                  </a:lnTo>
                  <a:lnTo>
                    <a:pt x="2456944" y="398385"/>
                  </a:lnTo>
                  <a:lnTo>
                    <a:pt x="2466703" y="430791"/>
                  </a:lnTo>
                  <a:lnTo>
                    <a:pt x="2476446" y="435009"/>
                  </a:lnTo>
                  <a:lnTo>
                    <a:pt x="2486190" y="453074"/>
                  </a:lnTo>
                  <a:lnTo>
                    <a:pt x="2495949" y="464027"/>
                  </a:lnTo>
                  <a:lnTo>
                    <a:pt x="2505693" y="424389"/>
                  </a:lnTo>
                  <a:lnTo>
                    <a:pt x="2515452" y="418907"/>
                  </a:lnTo>
                  <a:lnTo>
                    <a:pt x="2525196" y="411377"/>
                  </a:lnTo>
                  <a:lnTo>
                    <a:pt x="2534940" y="402290"/>
                  </a:lnTo>
                  <a:lnTo>
                    <a:pt x="2544699" y="412320"/>
                  </a:lnTo>
                  <a:lnTo>
                    <a:pt x="2554443" y="401273"/>
                  </a:lnTo>
                  <a:lnTo>
                    <a:pt x="2564202" y="370059"/>
                  </a:lnTo>
                  <a:lnTo>
                    <a:pt x="2573946" y="376654"/>
                  </a:lnTo>
                  <a:lnTo>
                    <a:pt x="2583690" y="375463"/>
                  </a:lnTo>
                  <a:lnTo>
                    <a:pt x="2593448" y="376816"/>
                  </a:lnTo>
                  <a:lnTo>
                    <a:pt x="2603192" y="361685"/>
                  </a:lnTo>
                  <a:lnTo>
                    <a:pt x="2612951" y="388115"/>
                  </a:lnTo>
                  <a:lnTo>
                    <a:pt x="2622695" y="377560"/>
                  </a:lnTo>
                  <a:lnTo>
                    <a:pt x="2632439" y="365269"/>
                  </a:lnTo>
                  <a:lnTo>
                    <a:pt x="2642198" y="357181"/>
                  </a:lnTo>
                  <a:lnTo>
                    <a:pt x="2651942" y="353499"/>
                  </a:lnTo>
                  <a:lnTo>
                    <a:pt x="2661685" y="355439"/>
                  </a:lnTo>
                  <a:lnTo>
                    <a:pt x="2671444" y="350525"/>
                  </a:lnTo>
                  <a:lnTo>
                    <a:pt x="2681188" y="328560"/>
                  </a:lnTo>
                  <a:lnTo>
                    <a:pt x="2690947" y="352359"/>
                  </a:lnTo>
                  <a:lnTo>
                    <a:pt x="2700691" y="349873"/>
                  </a:lnTo>
                  <a:lnTo>
                    <a:pt x="2710435" y="331948"/>
                  </a:lnTo>
                  <a:lnTo>
                    <a:pt x="2720194" y="353925"/>
                  </a:lnTo>
                  <a:lnTo>
                    <a:pt x="2729938" y="360624"/>
                  </a:lnTo>
                  <a:lnTo>
                    <a:pt x="2739697" y="328284"/>
                  </a:lnTo>
                  <a:lnTo>
                    <a:pt x="2749441" y="290499"/>
                  </a:lnTo>
                  <a:lnTo>
                    <a:pt x="2759185" y="316009"/>
                  </a:lnTo>
                  <a:lnTo>
                    <a:pt x="2768943" y="327043"/>
                  </a:lnTo>
                  <a:lnTo>
                    <a:pt x="2778687" y="326113"/>
                  </a:lnTo>
                  <a:lnTo>
                    <a:pt x="2788446" y="306752"/>
                  </a:lnTo>
                  <a:lnTo>
                    <a:pt x="2798190" y="332690"/>
                  </a:lnTo>
                  <a:lnTo>
                    <a:pt x="2807934" y="334381"/>
                  </a:lnTo>
                  <a:lnTo>
                    <a:pt x="2817693" y="315486"/>
                  </a:lnTo>
                  <a:lnTo>
                    <a:pt x="2827437" y="324118"/>
                  </a:lnTo>
                  <a:lnTo>
                    <a:pt x="2837196" y="349344"/>
                  </a:lnTo>
                  <a:lnTo>
                    <a:pt x="2846940" y="372242"/>
                  </a:lnTo>
                  <a:lnTo>
                    <a:pt x="2856684" y="371360"/>
                  </a:lnTo>
                  <a:lnTo>
                    <a:pt x="2866442" y="358218"/>
                  </a:lnTo>
                  <a:lnTo>
                    <a:pt x="2876186" y="360783"/>
                  </a:lnTo>
                  <a:lnTo>
                    <a:pt x="2885945" y="352459"/>
                  </a:lnTo>
                  <a:lnTo>
                    <a:pt x="2895689" y="405790"/>
                  </a:lnTo>
                  <a:lnTo>
                    <a:pt x="2905433" y="436080"/>
                  </a:lnTo>
                  <a:lnTo>
                    <a:pt x="2915192" y="42942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1" name="Freeform 970">
              <a:extLst>
                <a:ext uri="{FF2B5EF4-FFF2-40B4-BE49-F238E27FC236}">
                  <a16:creationId xmlns:a16="http://schemas.microsoft.com/office/drawing/2014/main" id="{51CCDADF-2FAA-D1DC-DD79-72F70348EF01}"/>
                </a:ext>
              </a:extLst>
            </p:cNvPr>
            <p:cNvSpPr/>
            <p:nvPr/>
          </p:nvSpPr>
          <p:spPr>
            <a:xfrm>
              <a:off x="4426652" y="3621034"/>
              <a:ext cx="2915191" cy="372860"/>
            </a:xfrm>
            <a:custGeom>
              <a:avLst/>
              <a:gdLst>
                <a:gd name="connsiteX0" fmla="*/ 0 w 2915191"/>
                <a:gd name="connsiteY0" fmla="*/ 111441 h 372860"/>
                <a:gd name="connsiteX1" fmla="*/ 9750 w 2915191"/>
                <a:gd name="connsiteY1" fmla="*/ 133179 h 372860"/>
                <a:gd name="connsiteX2" fmla="*/ 19500 w 2915191"/>
                <a:gd name="connsiteY2" fmla="*/ 117896 h 372860"/>
                <a:gd name="connsiteX3" fmla="*/ 29250 w 2915191"/>
                <a:gd name="connsiteY3" fmla="*/ 160569 h 372860"/>
                <a:gd name="connsiteX4" fmla="*/ 39000 w 2915191"/>
                <a:gd name="connsiteY4" fmla="*/ 193645 h 372860"/>
                <a:gd name="connsiteX5" fmla="*/ 48749 w 2915191"/>
                <a:gd name="connsiteY5" fmla="*/ 193895 h 372860"/>
                <a:gd name="connsiteX6" fmla="*/ 58499 w 2915191"/>
                <a:gd name="connsiteY6" fmla="*/ 200728 h 372860"/>
                <a:gd name="connsiteX7" fmla="*/ 68249 w 2915191"/>
                <a:gd name="connsiteY7" fmla="*/ 193986 h 372860"/>
                <a:gd name="connsiteX8" fmla="*/ 77998 w 2915191"/>
                <a:gd name="connsiteY8" fmla="*/ 227810 h 372860"/>
                <a:gd name="connsiteX9" fmla="*/ 87748 w 2915191"/>
                <a:gd name="connsiteY9" fmla="*/ 221455 h 372860"/>
                <a:gd name="connsiteX10" fmla="*/ 97497 w 2915191"/>
                <a:gd name="connsiteY10" fmla="*/ 219708 h 372860"/>
                <a:gd name="connsiteX11" fmla="*/ 107247 w 2915191"/>
                <a:gd name="connsiteY11" fmla="*/ 206191 h 372860"/>
                <a:gd name="connsiteX12" fmla="*/ 116997 w 2915191"/>
                <a:gd name="connsiteY12" fmla="*/ 234638 h 372860"/>
                <a:gd name="connsiteX13" fmla="*/ 126747 w 2915191"/>
                <a:gd name="connsiteY13" fmla="*/ 269664 h 372860"/>
                <a:gd name="connsiteX14" fmla="*/ 136497 w 2915191"/>
                <a:gd name="connsiteY14" fmla="*/ 229325 h 372860"/>
                <a:gd name="connsiteX15" fmla="*/ 146247 w 2915191"/>
                <a:gd name="connsiteY15" fmla="*/ 211397 h 372860"/>
                <a:gd name="connsiteX16" fmla="*/ 155997 w 2915191"/>
                <a:gd name="connsiteY16" fmla="*/ 205719 h 372860"/>
                <a:gd name="connsiteX17" fmla="*/ 165747 w 2915191"/>
                <a:gd name="connsiteY17" fmla="*/ 188828 h 372860"/>
                <a:gd name="connsiteX18" fmla="*/ 175497 w 2915191"/>
                <a:gd name="connsiteY18" fmla="*/ 180738 h 372860"/>
                <a:gd name="connsiteX19" fmla="*/ 185247 w 2915191"/>
                <a:gd name="connsiteY19" fmla="*/ 191006 h 372860"/>
                <a:gd name="connsiteX20" fmla="*/ 194996 w 2915191"/>
                <a:gd name="connsiteY20" fmla="*/ 183173 h 372860"/>
                <a:gd name="connsiteX21" fmla="*/ 204746 w 2915191"/>
                <a:gd name="connsiteY21" fmla="*/ 200293 h 372860"/>
                <a:gd name="connsiteX22" fmla="*/ 214495 w 2915191"/>
                <a:gd name="connsiteY22" fmla="*/ 182179 h 372860"/>
                <a:gd name="connsiteX23" fmla="*/ 224245 w 2915191"/>
                <a:gd name="connsiteY23" fmla="*/ 164147 h 372860"/>
                <a:gd name="connsiteX24" fmla="*/ 233995 w 2915191"/>
                <a:gd name="connsiteY24" fmla="*/ 154934 h 372860"/>
                <a:gd name="connsiteX25" fmla="*/ 243744 w 2915191"/>
                <a:gd name="connsiteY25" fmla="*/ 149815 h 372860"/>
                <a:gd name="connsiteX26" fmla="*/ 253494 w 2915191"/>
                <a:gd name="connsiteY26" fmla="*/ 165513 h 372860"/>
                <a:gd name="connsiteX27" fmla="*/ 263244 w 2915191"/>
                <a:gd name="connsiteY27" fmla="*/ 176121 h 372860"/>
                <a:gd name="connsiteX28" fmla="*/ 272994 w 2915191"/>
                <a:gd name="connsiteY28" fmla="*/ 192945 h 372860"/>
                <a:gd name="connsiteX29" fmla="*/ 282744 w 2915191"/>
                <a:gd name="connsiteY29" fmla="*/ 203607 h 372860"/>
                <a:gd name="connsiteX30" fmla="*/ 292494 w 2915191"/>
                <a:gd name="connsiteY30" fmla="*/ 207664 h 372860"/>
                <a:gd name="connsiteX31" fmla="*/ 302244 w 2915191"/>
                <a:gd name="connsiteY31" fmla="*/ 199842 h 372860"/>
                <a:gd name="connsiteX32" fmla="*/ 311994 w 2915191"/>
                <a:gd name="connsiteY32" fmla="*/ 213981 h 372860"/>
                <a:gd name="connsiteX33" fmla="*/ 321744 w 2915191"/>
                <a:gd name="connsiteY33" fmla="*/ 223072 h 372860"/>
                <a:gd name="connsiteX34" fmla="*/ 331493 w 2915191"/>
                <a:gd name="connsiteY34" fmla="*/ 196312 h 372860"/>
                <a:gd name="connsiteX35" fmla="*/ 341243 w 2915191"/>
                <a:gd name="connsiteY35" fmla="*/ 169276 h 372860"/>
                <a:gd name="connsiteX36" fmla="*/ 350993 w 2915191"/>
                <a:gd name="connsiteY36" fmla="*/ 162162 h 372860"/>
                <a:gd name="connsiteX37" fmla="*/ 360742 w 2915191"/>
                <a:gd name="connsiteY37" fmla="*/ 163181 h 372860"/>
                <a:gd name="connsiteX38" fmla="*/ 370492 w 2915191"/>
                <a:gd name="connsiteY38" fmla="*/ 186184 h 372860"/>
                <a:gd name="connsiteX39" fmla="*/ 380241 w 2915191"/>
                <a:gd name="connsiteY39" fmla="*/ 149675 h 372860"/>
                <a:gd name="connsiteX40" fmla="*/ 389991 w 2915191"/>
                <a:gd name="connsiteY40" fmla="*/ 162505 h 372860"/>
                <a:gd name="connsiteX41" fmla="*/ 399741 w 2915191"/>
                <a:gd name="connsiteY41" fmla="*/ 173174 h 372860"/>
                <a:gd name="connsiteX42" fmla="*/ 409491 w 2915191"/>
                <a:gd name="connsiteY42" fmla="*/ 191427 h 372860"/>
                <a:gd name="connsiteX43" fmla="*/ 419241 w 2915191"/>
                <a:gd name="connsiteY43" fmla="*/ 195309 h 372860"/>
                <a:gd name="connsiteX44" fmla="*/ 428991 w 2915191"/>
                <a:gd name="connsiteY44" fmla="*/ 183968 h 372860"/>
                <a:gd name="connsiteX45" fmla="*/ 438741 w 2915191"/>
                <a:gd name="connsiteY45" fmla="*/ 180658 h 372860"/>
                <a:gd name="connsiteX46" fmla="*/ 448491 w 2915191"/>
                <a:gd name="connsiteY46" fmla="*/ 184542 h 372860"/>
                <a:gd name="connsiteX47" fmla="*/ 458241 w 2915191"/>
                <a:gd name="connsiteY47" fmla="*/ 215688 h 372860"/>
                <a:gd name="connsiteX48" fmla="*/ 467991 w 2915191"/>
                <a:gd name="connsiteY48" fmla="*/ 193191 h 372860"/>
                <a:gd name="connsiteX49" fmla="*/ 477740 w 2915191"/>
                <a:gd name="connsiteY49" fmla="*/ 196132 h 372860"/>
                <a:gd name="connsiteX50" fmla="*/ 487490 w 2915191"/>
                <a:gd name="connsiteY50" fmla="*/ 188386 h 372860"/>
                <a:gd name="connsiteX51" fmla="*/ 497239 w 2915191"/>
                <a:gd name="connsiteY51" fmla="*/ 153005 h 372860"/>
                <a:gd name="connsiteX52" fmla="*/ 506989 w 2915191"/>
                <a:gd name="connsiteY52" fmla="*/ 159611 h 372860"/>
                <a:gd name="connsiteX53" fmla="*/ 516738 w 2915191"/>
                <a:gd name="connsiteY53" fmla="*/ 156462 h 372860"/>
                <a:gd name="connsiteX54" fmla="*/ 526488 w 2915191"/>
                <a:gd name="connsiteY54" fmla="*/ 159503 h 372860"/>
                <a:gd name="connsiteX55" fmla="*/ 536238 w 2915191"/>
                <a:gd name="connsiteY55" fmla="*/ 167313 h 372860"/>
                <a:gd name="connsiteX56" fmla="*/ 545988 w 2915191"/>
                <a:gd name="connsiteY56" fmla="*/ 178018 h 372860"/>
                <a:gd name="connsiteX57" fmla="*/ 555738 w 2915191"/>
                <a:gd name="connsiteY57" fmla="*/ 150730 h 372860"/>
                <a:gd name="connsiteX58" fmla="*/ 565488 w 2915191"/>
                <a:gd name="connsiteY58" fmla="*/ 126994 h 372860"/>
                <a:gd name="connsiteX59" fmla="*/ 575238 w 2915191"/>
                <a:gd name="connsiteY59" fmla="*/ 102962 h 372860"/>
                <a:gd name="connsiteX60" fmla="*/ 584988 w 2915191"/>
                <a:gd name="connsiteY60" fmla="*/ 115306 h 372860"/>
                <a:gd name="connsiteX61" fmla="*/ 594738 w 2915191"/>
                <a:gd name="connsiteY61" fmla="*/ 135007 h 372860"/>
                <a:gd name="connsiteX62" fmla="*/ 604488 w 2915191"/>
                <a:gd name="connsiteY62" fmla="*/ 124232 h 372860"/>
                <a:gd name="connsiteX63" fmla="*/ 614237 w 2915191"/>
                <a:gd name="connsiteY63" fmla="*/ 123347 h 372860"/>
                <a:gd name="connsiteX64" fmla="*/ 623987 w 2915191"/>
                <a:gd name="connsiteY64" fmla="*/ 129216 h 372860"/>
                <a:gd name="connsiteX65" fmla="*/ 633736 w 2915191"/>
                <a:gd name="connsiteY65" fmla="*/ 132135 h 372860"/>
                <a:gd name="connsiteX66" fmla="*/ 643486 w 2915191"/>
                <a:gd name="connsiteY66" fmla="*/ 148659 h 372860"/>
                <a:gd name="connsiteX67" fmla="*/ 653236 w 2915191"/>
                <a:gd name="connsiteY67" fmla="*/ 146625 h 372860"/>
                <a:gd name="connsiteX68" fmla="*/ 662985 w 2915191"/>
                <a:gd name="connsiteY68" fmla="*/ 178968 h 372860"/>
                <a:gd name="connsiteX69" fmla="*/ 672735 w 2915191"/>
                <a:gd name="connsiteY69" fmla="*/ 179855 h 372860"/>
                <a:gd name="connsiteX70" fmla="*/ 682485 w 2915191"/>
                <a:gd name="connsiteY70" fmla="*/ 181388 h 372860"/>
                <a:gd name="connsiteX71" fmla="*/ 692235 w 2915191"/>
                <a:gd name="connsiteY71" fmla="*/ 169087 h 372860"/>
                <a:gd name="connsiteX72" fmla="*/ 701985 w 2915191"/>
                <a:gd name="connsiteY72" fmla="*/ 176791 h 372860"/>
                <a:gd name="connsiteX73" fmla="*/ 711735 w 2915191"/>
                <a:gd name="connsiteY73" fmla="*/ 209928 h 372860"/>
                <a:gd name="connsiteX74" fmla="*/ 721485 w 2915191"/>
                <a:gd name="connsiteY74" fmla="*/ 241200 h 372860"/>
                <a:gd name="connsiteX75" fmla="*/ 731235 w 2915191"/>
                <a:gd name="connsiteY75" fmla="*/ 229029 h 372860"/>
                <a:gd name="connsiteX76" fmla="*/ 740985 w 2915191"/>
                <a:gd name="connsiteY76" fmla="*/ 252581 h 372860"/>
                <a:gd name="connsiteX77" fmla="*/ 750734 w 2915191"/>
                <a:gd name="connsiteY77" fmla="*/ 232171 h 372860"/>
                <a:gd name="connsiteX78" fmla="*/ 760484 w 2915191"/>
                <a:gd name="connsiteY78" fmla="*/ 266880 h 372860"/>
                <a:gd name="connsiteX79" fmla="*/ 770233 w 2915191"/>
                <a:gd name="connsiteY79" fmla="*/ 233334 h 372860"/>
                <a:gd name="connsiteX80" fmla="*/ 779983 w 2915191"/>
                <a:gd name="connsiteY80" fmla="*/ 254011 h 372860"/>
                <a:gd name="connsiteX81" fmla="*/ 789733 w 2915191"/>
                <a:gd name="connsiteY81" fmla="*/ 270239 h 372860"/>
                <a:gd name="connsiteX82" fmla="*/ 799482 w 2915191"/>
                <a:gd name="connsiteY82" fmla="*/ 255854 h 372860"/>
                <a:gd name="connsiteX83" fmla="*/ 809232 w 2915191"/>
                <a:gd name="connsiteY83" fmla="*/ 267863 h 372860"/>
                <a:gd name="connsiteX84" fmla="*/ 818982 w 2915191"/>
                <a:gd name="connsiteY84" fmla="*/ 304082 h 372860"/>
                <a:gd name="connsiteX85" fmla="*/ 828732 w 2915191"/>
                <a:gd name="connsiteY85" fmla="*/ 312190 h 372860"/>
                <a:gd name="connsiteX86" fmla="*/ 838482 w 2915191"/>
                <a:gd name="connsiteY86" fmla="*/ 311074 h 372860"/>
                <a:gd name="connsiteX87" fmla="*/ 848232 w 2915191"/>
                <a:gd name="connsiteY87" fmla="*/ 297887 h 372860"/>
                <a:gd name="connsiteX88" fmla="*/ 857982 w 2915191"/>
                <a:gd name="connsiteY88" fmla="*/ 307887 h 372860"/>
                <a:gd name="connsiteX89" fmla="*/ 867732 w 2915191"/>
                <a:gd name="connsiteY89" fmla="*/ 323335 h 372860"/>
                <a:gd name="connsiteX90" fmla="*/ 877482 w 2915191"/>
                <a:gd name="connsiteY90" fmla="*/ 308203 h 372860"/>
                <a:gd name="connsiteX91" fmla="*/ 887231 w 2915191"/>
                <a:gd name="connsiteY91" fmla="*/ 299771 h 372860"/>
                <a:gd name="connsiteX92" fmla="*/ 896981 w 2915191"/>
                <a:gd name="connsiteY92" fmla="*/ 302218 h 372860"/>
                <a:gd name="connsiteX93" fmla="*/ 906730 w 2915191"/>
                <a:gd name="connsiteY93" fmla="*/ 288887 h 372860"/>
                <a:gd name="connsiteX94" fmla="*/ 916480 w 2915191"/>
                <a:gd name="connsiteY94" fmla="*/ 271388 h 372860"/>
                <a:gd name="connsiteX95" fmla="*/ 926230 w 2915191"/>
                <a:gd name="connsiteY95" fmla="*/ 275181 h 372860"/>
                <a:gd name="connsiteX96" fmla="*/ 935979 w 2915191"/>
                <a:gd name="connsiteY96" fmla="*/ 261403 h 372860"/>
                <a:gd name="connsiteX97" fmla="*/ 945729 w 2915191"/>
                <a:gd name="connsiteY97" fmla="*/ 282629 h 372860"/>
                <a:gd name="connsiteX98" fmla="*/ 955479 w 2915191"/>
                <a:gd name="connsiteY98" fmla="*/ 281291 h 372860"/>
                <a:gd name="connsiteX99" fmla="*/ 965229 w 2915191"/>
                <a:gd name="connsiteY99" fmla="*/ 299778 h 372860"/>
                <a:gd name="connsiteX100" fmla="*/ 974979 w 2915191"/>
                <a:gd name="connsiteY100" fmla="*/ 334356 h 372860"/>
                <a:gd name="connsiteX101" fmla="*/ 984729 w 2915191"/>
                <a:gd name="connsiteY101" fmla="*/ 311577 h 372860"/>
                <a:gd name="connsiteX102" fmla="*/ 994474 w 2915191"/>
                <a:gd name="connsiteY102" fmla="*/ 310790 h 372860"/>
                <a:gd name="connsiteX103" fmla="*/ 1004233 w 2915191"/>
                <a:gd name="connsiteY103" fmla="*/ 293912 h 372860"/>
                <a:gd name="connsiteX104" fmla="*/ 1013977 w 2915191"/>
                <a:gd name="connsiteY104" fmla="*/ 281917 h 372860"/>
                <a:gd name="connsiteX105" fmla="*/ 1023721 w 2915191"/>
                <a:gd name="connsiteY105" fmla="*/ 294264 h 372860"/>
                <a:gd name="connsiteX106" fmla="*/ 1033480 w 2915191"/>
                <a:gd name="connsiteY106" fmla="*/ 293082 h 372860"/>
                <a:gd name="connsiteX107" fmla="*/ 1043224 w 2915191"/>
                <a:gd name="connsiteY107" fmla="*/ 310174 h 372860"/>
                <a:gd name="connsiteX108" fmla="*/ 1052983 w 2915191"/>
                <a:gd name="connsiteY108" fmla="*/ 325282 h 372860"/>
                <a:gd name="connsiteX109" fmla="*/ 1062727 w 2915191"/>
                <a:gd name="connsiteY109" fmla="*/ 318180 h 372860"/>
                <a:gd name="connsiteX110" fmla="*/ 1072471 w 2915191"/>
                <a:gd name="connsiteY110" fmla="*/ 322852 h 372860"/>
                <a:gd name="connsiteX111" fmla="*/ 1082230 w 2915191"/>
                <a:gd name="connsiteY111" fmla="*/ 288546 h 372860"/>
                <a:gd name="connsiteX112" fmla="*/ 1091973 w 2915191"/>
                <a:gd name="connsiteY112" fmla="*/ 328604 h 372860"/>
                <a:gd name="connsiteX113" fmla="*/ 1101732 w 2915191"/>
                <a:gd name="connsiteY113" fmla="*/ 356418 h 372860"/>
                <a:gd name="connsiteX114" fmla="*/ 1111476 w 2915191"/>
                <a:gd name="connsiteY114" fmla="*/ 372860 h 372860"/>
                <a:gd name="connsiteX115" fmla="*/ 1121220 w 2915191"/>
                <a:gd name="connsiteY115" fmla="*/ 360266 h 372860"/>
                <a:gd name="connsiteX116" fmla="*/ 1130979 w 2915191"/>
                <a:gd name="connsiteY116" fmla="*/ 366789 h 372860"/>
                <a:gd name="connsiteX117" fmla="*/ 1140723 w 2915191"/>
                <a:gd name="connsiteY117" fmla="*/ 362500 h 372860"/>
                <a:gd name="connsiteX118" fmla="*/ 1150482 w 2915191"/>
                <a:gd name="connsiteY118" fmla="*/ 347727 h 372860"/>
                <a:gd name="connsiteX119" fmla="*/ 1160226 w 2915191"/>
                <a:gd name="connsiteY119" fmla="*/ 367401 h 372860"/>
                <a:gd name="connsiteX120" fmla="*/ 1169969 w 2915191"/>
                <a:gd name="connsiteY120" fmla="*/ 369696 h 372860"/>
                <a:gd name="connsiteX121" fmla="*/ 1179728 w 2915191"/>
                <a:gd name="connsiteY121" fmla="*/ 346529 h 372860"/>
                <a:gd name="connsiteX122" fmla="*/ 1189472 w 2915191"/>
                <a:gd name="connsiteY122" fmla="*/ 343599 h 372860"/>
                <a:gd name="connsiteX123" fmla="*/ 1199231 w 2915191"/>
                <a:gd name="connsiteY123" fmla="*/ 340056 h 372860"/>
                <a:gd name="connsiteX124" fmla="*/ 1208975 w 2915191"/>
                <a:gd name="connsiteY124" fmla="*/ 307519 h 372860"/>
                <a:gd name="connsiteX125" fmla="*/ 1218719 w 2915191"/>
                <a:gd name="connsiteY125" fmla="*/ 336823 h 372860"/>
                <a:gd name="connsiteX126" fmla="*/ 1228478 w 2915191"/>
                <a:gd name="connsiteY126" fmla="*/ 301759 h 372860"/>
                <a:gd name="connsiteX127" fmla="*/ 1238222 w 2915191"/>
                <a:gd name="connsiteY127" fmla="*/ 288745 h 372860"/>
                <a:gd name="connsiteX128" fmla="*/ 1247966 w 2915191"/>
                <a:gd name="connsiteY128" fmla="*/ 295632 h 372860"/>
                <a:gd name="connsiteX129" fmla="*/ 1257725 w 2915191"/>
                <a:gd name="connsiteY129" fmla="*/ 267465 h 372860"/>
                <a:gd name="connsiteX130" fmla="*/ 1267469 w 2915191"/>
                <a:gd name="connsiteY130" fmla="*/ 285889 h 372860"/>
                <a:gd name="connsiteX131" fmla="*/ 1277227 w 2915191"/>
                <a:gd name="connsiteY131" fmla="*/ 260769 h 372860"/>
                <a:gd name="connsiteX132" fmla="*/ 1286971 w 2915191"/>
                <a:gd name="connsiteY132" fmla="*/ 259861 h 372860"/>
                <a:gd name="connsiteX133" fmla="*/ 1296715 w 2915191"/>
                <a:gd name="connsiteY133" fmla="*/ 241736 h 372860"/>
                <a:gd name="connsiteX134" fmla="*/ 1306474 w 2915191"/>
                <a:gd name="connsiteY134" fmla="*/ 237479 h 372860"/>
                <a:gd name="connsiteX135" fmla="*/ 1316218 w 2915191"/>
                <a:gd name="connsiteY135" fmla="*/ 220749 h 372860"/>
                <a:gd name="connsiteX136" fmla="*/ 1325977 w 2915191"/>
                <a:gd name="connsiteY136" fmla="*/ 223106 h 372860"/>
                <a:gd name="connsiteX137" fmla="*/ 1335721 w 2915191"/>
                <a:gd name="connsiteY137" fmla="*/ 185567 h 372860"/>
                <a:gd name="connsiteX138" fmla="*/ 1345465 w 2915191"/>
                <a:gd name="connsiteY138" fmla="*/ 194317 h 372860"/>
                <a:gd name="connsiteX139" fmla="*/ 1355224 w 2915191"/>
                <a:gd name="connsiteY139" fmla="*/ 236317 h 372860"/>
                <a:gd name="connsiteX140" fmla="*/ 1364967 w 2915191"/>
                <a:gd name="connsiteY140" fmla="*/ 257989 h 372860"/>
                <a:gd name="connsiteX141" fmla="*/ 1374726 w 2915191"/>
                <a:gd name="connsiteY141" fmla="*/ 254373 h 372860"/>
                <a:gd name="connsiteX142" fmla="*/ 1384470 w 2915191"/>
                <a:gd name="connsiteY142" fmla="*/ 246767 h 372860"/>
                <a:gd name="connsiteX143" fmla="*/ 1394214 w 2915191"/>
                <a:gd name="connsiteY143" fmla="*/ 259180 h 372860"/>
                <a:gd name="connsiteX144" fmla="*/ 1403973 w 2915191"/>
                <a:gd name="connsiteY144" fmla="*/ 266635 h 372860"/>
                <a:gd name="connsiteX145" fmla="*/ 1413717 w 2915191"/>
                <a:gd name="connsiteY145" fmla="*/ 271585 h 372860"/>
                <a:gd name="connsiteX146" fmla="*/ 1423476 w 2915191"/>
                <a:gd name="connsiteY146" fmla="*/ 300925 h 372860"/>
                <a:gd name="connsiteX147" fmla="*/ 1433220 w 2915191"/>
                <a:gd name="connsiteY147" fmla="*/ 310987 h 372860"/>
                <a:gd name="connsiteX148" fmla="*/ 1442964 w 2915191"/>
                <a:gd name="connsiteY148" fmla="*/ 316897 h 372860"/>
                <a:gd name="connsiteX149" fmla="*/ 1452722 w 2915191"/>
                <a:gd name="connsiteY149" fmla="*/ 299829 h 372860"/>
                <a:gd name="connsiteX150" fmla="*/ 1462466 w 2915191"/>
                <a:gd name="connsiteY150" fmla="*/ 313053 h 372860"/>
                <a:gd name="connsiteX151" fmla="*/ 1472225 w 2915191"/>
                <a:gd name="connsiteY151" fmla="*/ 329773 h 372860"/>
                <a:gd name="connsiteX152" fmla="*/ 1481969 w 2915191"/>
                <a:gd name="connsiteY152" fmla="*/ 292364 h 372860"/>
                <a:gd name="connsiteX153" fmla="*/ 1491713 w 2915191"/>
                <a:gd name="connsiteY153" fmla="*/ 289453 h 372860"/>
                <a:gd name="connsiteX154" fmla="*/ 1501472 w 2915191"/>
                <a:gd name="connsiteY154" fmla="*/ 298626 h 372860"/>
                <a:gd name="connsiteX155" fmla="*/ 1511216 w 2915191"/>
                <a:gd name="connsiteY155" fmla="*/ 307363 h 372860"/>
                <a:gd name="connsiteX156" fmla="*/ 1520960 w 2915191"/>
                <a:gd name="connsiteY156" fmla="*/ 316022 h 372860"/>
                <a:gd name="connsiteX157" fmla="*/ 1530719 w 2915191"/>
                <a:gd name="connsiteY157" fmla="*/ 314710 h 372860"/>
                <a:gd name="connsiteX158" fmla="*/ 1540463 w 2915191"/>
                <a:gd name="connsiteY158" fmla="*/ 264642 h 372860"/>
                <a:gd name="connsiteX159" fmla="*/ 1550221 w 2915191"/>
                <a:gd name="connsiteY159" fmla="*/ 237177 h 372860"/>
                <a:gd name="connsiteX160" fmla="*/ 1559965 w 2915191"/>
                <a:gd name="connsiteY160" fmla="*/ 221974 h 372860"/>
                <a:gd name="connsiteX161" fmla="*/ 1569709 w 2915191"/>
                <a:gd name="connsiteY161" fmla="*/ 262130 h 372860"/>
                <a:gd name="connsiteX162" fmla="*/ 1579468 w 2915191"/>
                <a:gd name="connsiteY162" fmla="*/ 277975 h 372860"/>
                <a:gd name="connsiteX163" fmla="*/ 1589212 w 2915191"/>
                <a:gd name="connsiteY163" fmla="*/ 287281 h 372860"/>
                <a:gd name="connsiteX164" fmla="*/ 1598971 w 2915191"/>
                <a:gd name="connsiteY164" fmla="*/ 279048 h 372860"/>
                <a:gd name="connsiteX165" fmla="*/ 1608715 w 2915191"/>
                <a:gd name="connsiteY165" fmla="*/ 261716 h 372860"/>
                <a:gd name="connsiteX166" fmla="*/ 1618459 w 2915191"/>
                <a:gd name="connsiteY166" fmla="*/ 255433 h 372860"/>
                <a:gd name="connsiteX167" fmla="*/ 1628218 w 2915191"/>
                <a:gd name="connsiteY167" fmla="*/ 290283 h 372860"/>
                <a:gd name="connsiteX168" fmla="*/ 1637962 w 2915191"/>
                <a:gd name="connsiteY168" fmla="*/ 260841 h 372860"/>
                <a:gd name="connsiteX169" fmla="*/ 1647720 w 2915191"/>
                <a:gd name="connsiteY169" fmla="*/ 247287 h 372860"/>
                <a:gd name="connsiteX170" fmla="*/ 1657464 w 2915191"/>
                <a:gd name="connsiteY170" fmla="*/ 251373 h 372860"/>
                <a:gd name="connsiteX171" fmla="*/ 1667208 w 2915191"/>
                <a:gd name="connsiteY171" fmla="*/ 215676 h 372860"/>
                <a:gd name="connsiteX172" fmla="*/ 1676967 w 2915191"/>
                <a:gd name="connsiteY172" fmla="*/ 162028 h 372860"/>
                <a:gd name="connsiteX173" fmla="*/ 1686711 w 2915191"/>
                <a:gd name="connsiteY173" fmla="*/ 168116 h 372860"/>
                <a:gd name="connsiteX174" fmla="*/ 1696470 w 2915191"/>
                <a:gd name="connsiteY174" fmla="*/ 177566 h 372860"/>
                <a:gd name="connsiteX175" fmla="*/ 1706214 w 2915191"/>
                <a:gd name="connsiteY175" fmla="*/ 180220 h 372860"/>
                <a:gd name="connsiteX176" fmla="*/ 1715958 w 2915191"/>
                <a:gd name="connsiteY176" fmla="*/ 152916 h 372860"/>
                <a:gd name="connsiteX177" fmla="*/ 1725716 w 2915191"/>
                <a:gd name="connsiteY177" fmla="*/ 172630 h 372860"/>
                <a:gd name="connsiteX178" fmla="*/ 1735460 w 2915191"/>
                <a:gd name="connsiteY178" fmla="*/ 173050 h 372860"/>
                <a:gd name="connsiteX179" fmla="*/ 1745219 w 2915191"/>
                <a:gd name="connsiteY179" fmla="*/ 177039 h 372860"/>
                <a:gd name="connsiteX180" fmla="*/ 1754963 w 2915191"/>
                <a:gd name="connsiteY180" fmla="*/ 187492 h 372860"/>
                <a:gd name="connsiteX181" fmla="*/ 1764707 w 2915191"/>
                <a:gd name="connsiteY181" fmla="*/ 187112 h 372860"/>
                <a:gd name="connsiteX182" fmla="*/ 1774466 w 2915191"/>
                <a:gd name="connsiteY182" fmla="*/ 168022 h 372860"/>
                <a:gd name="connsiteX183" fmla="*/ 1784210 w 2915191"/>
                <a:gd name="connsiteY183" fmla="*/ 175239 h 372860"/>
                <a:gd name="connsiteX184" fmla="*/ 1793969 w 2915191"/>
                <a:gd name="connsiteY184" fmla="*/ 173628 h 372860"/>
                <a:gd name="connsiteX185" fmla="*/ 1803713 w 2915191"/>
                <a:gd name="connsiteY185" fmla="*/ 149340 h 372860"/>
                <a:gd name="connsiteX186" fmla="*/ 1813457 w 2915191"/>
                <a:gd name="connsiteY186" fmla="*/ 153021 h 372860"/>
                <a:gd name="connsiteX187" fmla="*/ 1823215 w 2915191"/>
                <a:gd name="connsiteY187" fmla="*/ 138797 h 372860"/>
                <a:gd name="connsiteX188" fmla="*/ 1832959 w 2915191"/>
                <a:gd name="connsiteY188" fmla="*/ 136718 h 372860"/>
                <a:gd name="connsiteX189" fmla="*/ 1842703 w 2915191"/>
                <a:gd name="connsiteY189" fmla="*/ 144767 h 372860"/>
                <a:gd name="connsiteX190" fmla="*/ 1852462 w 2915191"/>
                <a:gd name="connsiteY190" fmla="*/ 156770 h 372860"/>
                <a:gd name="connsiteX191" fmla="*/ 1862206 w 2915191"/>
                <a:gd name="connsiteY191" fmla="*/ 137543 h 372860"/>
                <a:gd name="connsiteX192" fmla="*/ 1871965 w 2915191"/>
                <a:gd name="connsiteY192" fmla="*/ 117513 h 372860"/>
                <a:gd name="connsiteX193" fmla="*/ 1881709 w 2915191"/>
                <a:gd name="connsiteY193" fmla="*/ 72714 h 372860"/>
                <a:gd name="connsiteX194" fmla="*/ 1891453 w 2915191"/>
                <a:gd name="connsiteY194" fmla="*/ 74462 h 372860"/>
                <a:gd name="connsiteX195" fmla="*/ 1901212 w 2915191"/>
                <a:gd name="connsiteY195" fmla="*/ 90753 h 372860"/>
                <a:gd name="connsiteX196" fmla="*/ 1910956 w 2915191"/>
                <a:gd name="connsiteY196" fmla="*/ 74306 h 372860"/>
                <a:gd name="connsiteX197" fmla="*/ 1920714 w 2915191"/>
                <a:gd name="connsiteY197" fmla="*/ 69224 h 372860"/>
                <a:gd name="connsiteX198" fmla="*/ 1930458 w 2915191"/>
                <a:gd name="connsiteY198" fmla="*/ 45558 h 372860"/>
                <a:gd name="connsiteX199" fmla="*/ 1940202 w 2915191"/>
                <a:gd name="connsiteY199" fmla="*/ 39338 h 372860"/>
                <a:gd name="connsiteX200" fmla="*/ 1949961 w 2915191"/>
                <a:gd name="connsiteY200" fmla="*/ 59781 h 372860"/>
                <a:gd name="connsiteX201" fmla="*/ 1959705 w 2915191"/>
                <a:gd name="connsiteY201" fmla="*/ 62743 h 372860"/>
                <a:gd name="connsiteX202" fmla="*/ 1969464 w 2915191"/>
                <a:gd name="connsiteY202" fmla="*/ 25719 h 372860"/>
                <a:gd name="connsiteX203" fmla="*/ 1979208 w 2915191"/>
                <a:gd name="connsiteY203" fmla="*/ 1012 h 372860"/>
                <a:gd name="connsiteX204" fmla="*/ 1988952 w 2915191"/>
                <a:gd name="connsiteY204" fmla="*/ 0 h 372860"/>
                <a:gd name="connsiteX205" fmla="*/ 1998711 w 2915191"/>
                <a:gd name="connsiteY205" fmla="*/ 16742 h 372860"/>
                <a:gd name="connsiteX206" fmla="*/ 2008454 w 2915191"/>
                <a:gd name="connsiteY206" fmla="*/ 37167 h 372860"/>
                <a:gd name="connsiteX207" fmla="*/ 2018213 w 2915191"/>
                <a:gd name="connsiteY207" fmla="*/ 52583 h 372860"/>
                <a:gd name="connsiteX208" fmla="*/ 2027957 w 2915191"/>
                <a:gd name="connsiteY208" fmla="*/ 69657 h 372860"/>
                <a:gd name="connsiteX209" fmla="*/ 2037701 w 2915191"/>
                <a:gd name="connsiteY209" fmla="*/ 52619 h 372860"/>
                <a:gd name="connsiteX210" fmla="*/ 2047460 w 2915191"/>
                <a:gd name="connsiteY210" fmla="*/ 70025 h 372860"/>
                <a:gd name="connsiteX211" fmla="*/ 2057204 w 2915191"/>
                <a:gd name="connsiteY211" fmla="*/ 72692 h 372860"/>
                <a:gd name="connsiteX212" fmla="*/ 2066963 w 2915191"/>
                <a:gd name="connsiteY212" fmla="*/ 71146 h 372860"/>
                <a:gd name="connsiteX213" fmla="*/ 2076707 w 2915191"/>
                <a:gd name="connsiteY213" fmla="*/ 102751 h 372860"/>
                <a:gd name="connsiteX214" fmla="*/ 2086451 w 2915191"/>
                <a:gd name="connsiteY214" fmla="*/ 117243 h 372860"/>
                <a:gd name="connsiteX215" fmla="*/ 2096210 w 2915191"/>
                <a:gd name="connsiteY215" fmla="*/ 115399 h 372860"/>
                <a:gd name="connsiteX216" fmla="*/ 2105954 w 2915191"/>
                <a:gd name="connsiteY216" fmla="*/ 132795 h 372860"/>
                <a:gd name="connsiteX217" fmla="*/ 2115697 w 2915191"/>
                <a:gd name="connsiteY217" fmla="*/ 168210 h 372860"/>
                <a:gd name="connsiteX218" fmla="*/ 2125456 w 2915191"/>
                <a:gd name="connsiteY218" fmla="*/ 151891 h 372860"/>
                <a:gd name="connsiteX219" fmla="*/ 2135200 w 2915191"/>
                <a:gd name="connsiteY219" fmla="*/ 164053 h 372860"/>
                <a:gd name="connsiteX220" fmla="*/ 2144959 w 2915191"/>
                <a:gd name="connsiteY220" fmla="*/ 147300 h 372860"/>
                <a:gd name="connsiteX221" fmla="*/ 2154703 w 2915191"/>
                <a:gd name="connsiteY221" fmla="*/ 134824 h 372860"/>
                <a:gd name="connsiteX222" fmla="*/ 2164447 w 2915191"/>
                <a:gd name="connsiteY222" fmla="*/ 129880 h 372860"/>
                <a:gd name="connsiteX223" fmla="*/ 2174206 w 2915191"/>
                <a:gd name="connsiteY223" fmla="*/ 120673 h 372860"/>
                <a:gd name="connsiteX224" fmla="*/ 2183950 w 2915191"/>
                <a:gd name="connsiteY224" fmla="*/ 120814 h 372860"/>
                <a:gd name="connsiteX225" fmla="*/ 2193709 w 2915191"/>
                <a:gd name="connsiteY225" fmla="*/ 108777 h 372860"/>
                <a:gd name="connsiteX226" fmla="*/ 2203452 w 2915191"/>
                <a:gd name="connsiteY226" fmla="*/ 79690 h 372860"/>
                <a:gd name="connsiteX227" fmla="*/ 2213196 w 2915191"/>
                <a:gd name="connsiteY227" fmla="*/ 92147 h 372860"/>
                <a:gd name="connsiteX228" fmla="*/ 2222955 w 2915191"/>
                <a:gd name="connsiteY228" fmla="*/ 82588 h 372860"/>
                <a:gd name="connsiteX229" fmla="*/ 2232699 w 2915191"/>
                <a:gd name="connsiteY229" fmla="*/ 86724 h 372860"/>
                <a:gd name="connsiteX230" fmla="*/ 2242458 w 2915191"/>
                <a:gd name="connsiteY230" fmla="*/ 97383 h 372860"/>
                <a:gd name="connsiteX231" fmla="*/ 2252202 w 2915191"/>
                <a:gd name="connsiteY231" fmla="*/ 61487 h 372860"/>
                <a:gd name="connsiteX232" fmla="*/ 2261946 w 2915191"/>
                <a:gd name="connsiteY232" fmla="*/ 86293 h 372860"/>
                <a:gd name="connsiteX233" fmla="*/ 2271705 w 2915191"/>
                <a:gd name="connsiteY233" fmla="*/ 91910 h 372860"/>
                <a:gd name="connsiteX234" fmla="*/ 2281449 w 2915191"/>
                <a:gd name="connsiteY234" fmla="*/ 71459 h 372860"/>
                <a:gd name="connsiteX235" fmla="*/ 2291208 w 2915191"/>
                <a:gd name="connsiteY235" fmla="*/ 77446 h 372860"/>
                <a:gd name="connsiteX236" fmla="*/ 2300951 w 2915191"/>
                <a:gd name="connsiteY236" fmla="*/ 72226 h 372860"/>
                <a:gd name="connsiteX237" fmla="*/ 2310695 w 2915191"/>
                <a:gd name="connsiteY237" fmla="*/ 69708 h 372860"/>
                <a:gd name="connsiteX238" fmla="*/ 2320454 w 2915191"/>
                <a:gd name="connsiteY238" fmla="*/ 85318 h 372860"/>
                <a:gd name="connsiteX239" fmla="*/ 2330198 w 2915191"/>
                <a:gd name="connsiteY239" fmla="*/ 83080 h 372860"/>
                <a:gd name="connsiteX240" fmla="*/ 2339957 w 2915191"/>
                <a:gd name="connsiteY240" fmla="*/ 127888 h 372860"/>
                <a:gd name="connsiteX241" fmla="*/ 2349701 w 2915191"/>
                <a:gd name="connsiteY241" fmla="*/ 162575 h 372860"/>
                <a:gd name="connsiteX242" fmla="*/ 2359445 w 2915191"/>
                <a:gd name="connsiteY242" fmla="*/ 156830 h 372860"/>
                <a:gd name="connsiteX243" fmla="*/ 2369204 w 2915191"/>
                <a:gd name="connsiteY243" fmla="*/ 175106 h 372860"/>
                <a:gd name="connsiteX244" fmla="*/ 2378948 w 2915191"/>
                <a:gd name="connsiteY244" fmla="*/ 182939 h 372860"/>
                <a:gd name="connsiteX245" fmla="*/ 2388692 w 2915191"/>
                <a:gd name="connsiteY245" fmla="*/ 155393 h 372860"/>
                <a:gd name="connsiteX246" fmla="*/ 2398450 w 2915191"/>
                <a:gd name="connsiteY246" fmla="*/ 132680 h 372860"/>
                <a:gd name="connsiteX247" fmla="*/ 2408194 w 2915191"/>
                <a:gd name="connsiteY247" fmla="*/ 131159 h 372860"/>
                <a:gd name="connsiteX248" fmla="*/ 2417953 w 2915191"/>
                <a:gd name="connsiteY248" fmla="*/ 127641 h 372860"/>
                <a:gd name="connsiteX249" fmla="*/ 2427697 w 2915191"/>
                <a:gd name="connsiteY249" fmla="*/ 154680 h 372860"/>
                <a:gd name="connsiteX250" fmla="*/ 2437441 w 2915191"/>
                <a:gd name="connsiteY250" fmla="*/ 129931 h 372860"/>
                <a:gd name="connsiteX251" fmla="*/ 2447200 w 2915191"/>
                <a:gd name="connsiteY251" fmla="*/ 155915 h 372860"/>
                <a:gd name="connsiteX252" fmla="*/ 2456944 w 2915191"/>
                <a:gd name="connsiteY252" fmla="*/ 160359 h 372860"/>
                <a:gd name="connsiteX253" fmla="*/ 2466703 w 2915191"/>
                <a:gd name="connsiteY253" fmla="*/ 133522 h 372860"/>
                <a:gd name="connsiteX254" fmla="*/ 2476446 w 2915191"/>
                <a:gd name="connsiteY254" fmla="*/ 112008 h 372860"/>
                <a:gd name="connsiteX255" fmla="*/ 2486190 w 2915191"/>
                <a:gd name="connsiteY255" fmla="*/ 117140 h 372860"/>
                <a:gd name="connsiteX256" fmla="*/ 2495949 w 2915191"/>
                <a:gd name="connsiteY256" fmla="*/ 140198 h 372860"/>
                <a:gd name="connsiteX257" fmla="*/ 2505693 w 2915191"/>
                <a:gd name="connsiteY257" fmla="*/ 140226 h 372860"/>
                <a:gd name="connsiteX258" fmla="*/ 2515452 w 2915191"/>
                <a:gd name="connsiteY258" fmla="*/ 149474 h 372860"/>
                <a:gd name="connsiteX259" fmla="*/ 2525196 w 2915191"/>
                <a:gd name="connsiteY259" fmla="*/ 158647 h 372860"/>
                <a:gd name="connsiteX260" fmla="*/ 2534940 w 2915191"/>
                <a:gd name="connsiteY260" fmla="*/ 175887 h 372860"/>
                <a:gd name="connsiteX261" fmla="*/ 2544699 w 2915191"/>
                <a:gd name="connsiteY261" fmla="*/ 183088 h 372860"/>
                <a:gd name="connsiteX262" fmla="*/ 2554443 w 2915191"/>
                <a:gd name="connsiteY262" fmla="*/ 184849 h 372860"/>
                <a:gd name="connsiteX263" fmla="*/ 2564202 w 2915191"/>
                <a:gd name="connsiteY263" fmla="*/ 171398 h 372860"/>
                <a:gd name="connsiteX264" fmla="*/ 2573946 w 2915191"/>
                <a:gd name="connsiteY264" fmla="*/ 204581 h 372860"/>
                <a:gd name="connsiteX265" fmla="*/ 2583690 w 2915191"/>
                <a:gd name="connsiteY265" fmla="*/ 177764 h 372860"/>
                <a:gd name="connsiteX266" fmla="*/ 2593448 w 2915191"/>
                <a:gd name="connsiteY266" fmla="*/ 184822 h 372860"/>
                <a:gd name="connsiteX267" fmla="*/ 2603192 w 2915191"/>
                <a:gd name="connsiteY267" fmla="*/ 200385 h 372860"/>
                <a:gd name="connsiteX268" fmla="*/ 2612951 w 2915191"/>
                <a:gd name="connsiteY268" fmla="*/ 203259 h 372860"/>
                <a:gd name="connsiteX269" fmla="*/ 2622695 w 2915191"/>
                <a:gd name="connsiteY269" fmla="*/ 214268 h 372860"/>
                <a:gd name="connsiteX270" fmla="*/ 2632439 w 2915191"/>
                <a:gd name="connsiteY270" fmla="*/ 188042 h 372860"/>
                <a:gd name="connsiteX271" fmla="*/ 2642198 w 2915191"/>
                <a:gd name="connsiteY271" fmla="*/ 149370 h 372860"/>
                <a:gd name="connsiteX272" fmla="*/ 2651942 w 2915191"/>
                <a:gd name="connsiteY272" fmla="*/ 143270 h 372860"/>
                <a:gd name="connsiteX273" fmla="*/ 2661685 w 2915191"/>
                <a:gd name="connsiteY273" fmla="*/ 164996 h 372860"/>
                <a:gd name="connsiteX274" fmla="*/ 2671444 w 2915191"/>
                <a:gd name="connsiteY274" fmla="*/ 173227 h 372860"/>
                <a:gd name="connsiteX275" fmla="*/ 2681188 w 2915191"/>
                <a:gd name="connsiteY275" fmla="*/ 160310 h 372860"/>
                <a:gd name="connsiteX276" fmla="*/ 2690947 w 2915191"/>
                <a:gd name="connsiteY276" fmla="*/ 155416 h 372860"/>
                <a:gd name="connsiteX277" fmla="*/ 2700691 w 2915191"/>
                <a:gd name="connsiteY277" fmla="*/ 127377 h 372860"/>
                <a:gd name="connsiteX278" fmla="*/ 2710435 w 2915191"/>
                <a:gd name="connsiteY278" fmla="*/ 152485 h 372860"/>
                <a:gd name="connsiteX279" fmla="*/ 2720194 w 2915191"/>
                <a:gd name="connsiteY279" fmla="*/ 146849 h 372860"/>
                <a:gd name="connsiteX280" fmla="*/ 2729938 w 2915191"/>
                <a:gd name="connsiteY280" fmla="*/ 121546 h 372860"/>
                <a:gd name="connsiteX281" fmla="*/ 2739697 w 2915191"/>
                <a:gd name="connsiteY281" fmla="*/ 136184 h 372860"/>
                <a:gd name="connsiteX282" fmla="*/ 2749441 w 2915191"/>
                <a:gd name="connsiteY282" fmla="*/ 127680 h 372860"/>
                <a:gd name="connsiteX283" fmla="*/ 2759185 w 2915191"/>
                <a:gd name="connsiteY283" fmla="*/ 119091 h 372860"/>
                <a:gd name="connsiteX284" fmla="*/ 2768943 w 2915191"/>
                <a:gd name="connsiteY284" fmla="*/ 137676 h 372860"/>
                <a:gd name="connsiteX285" fmla="*/ 2778687 w 2915191"/>
                <a:gd name="connsiteY285" fmla="*/ 120110 h 372860"/>
                <a:gd name="connsiteX286" fmla="*/ 2788446 w 2915191"/>
                <a:gd name="connsiteY286" fmla="*/ 112258 h 372860"/>
                <a:gd name="connsiteX287" fmla="*/ 2798190 w 2915191"/>
                <a:gd name="connsiteY287" fmla="*/ 138572 h 372860"/>
                <a:gd name="connsiteX288" fmla="*/ 2807934 w 2915191"/>
                <a:gd name="connsiteY288" fmla="*/ 163095 h 372860"/>
                <a:gd name="connsiteX289" fmla="*/ 2817693 w 2915191"/>
                <a:gd name="connsiteY289" fmla="*/ 164964 h 372860"/>
                <a:gd name="connsiteX290" fmla="*/ 2827437 w 2915191"/>
                <a:gd name="connsiteY290" fmla="*/ 144002 h 372860"/>
                <a:gd name="connsiteX291" fmla="*/ 2837196 w 2915191"/>
                <a:gd name="connsiteY291" fmla="*/ 176709 h 372860"/>
                <a:gd name="connsiteX292" fmla="*/ 2846940 w 2915191"/>
                <a:gd name="connsiteY292" fmla="*/ 171171 h 372860"/>
                <a:gd name="connsiteX293" fmla="*/ 2856684 w 2915191"/>
                <a:gd name="connsiteY293" fmla="*/ 220202 h 372860"/>
                <a:gd name="connsiteX294" fmla="*/ 2866442 w 2915191"/>
                <a:gd name="connsiteY294" fmla="*/ 153257 h 372860"/>
                <a:gd name="connsiteX295" fmla="*/ 2876186 w 2915191"/>
                <a:gd name="connsiteY295" fmla="*/ 140706 h 372860"/>
                <a:gd name="connsiteX296" fmla="*/ 2885945 w 2915191"/>
                <a:gd name="connsiteY296" fmla="*/ 102575 h 372860"/>
                <a:gd name="connsiteX297" fmla="*/ 2895689 w 2915191"/>
                <a:gd name="connsiteY297" fmla="*/ 100655 h 372860"/>
                <a:gd name="connsiteX298" fmla="*/ 2905433 w 2915191"/>
                <a:gd name="connsiteY298" fmla="*/ 77040 h 372860"/>
                <a:gd name="connsiteX299" fmla="*/ 2915192 w 2915191"/>
                <a:gd name="connsiteY299" fmla="*/ 66598 h 372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72860">
                  <a:moveTo>
                    <a:pt x="0" y="111441"/>
                  </a:moveTo>
                  <a:lnTo>
                    <a:pt x="9750" y="133179"/>
                  </a:lnTo>
                  <a:lnTo>
                    <a:pt x="19500" y="117896"/>
                  </a:lnTo>
                  <a:lnTo>
                    <a:pt x="29250" y="160569"/>
                  </a:lnTo>
                  <a:lnTo>
                    <a:pt x="39000" y="193645"/>
                  </a:lnTo>
                  <a:lnTo>
                    <a:pt x="48749" y="193895"/>
                  </a:lnTo>
                  <a:lnTo>
                    <a:pt x="58499" y="200728"/>
                  </a:lnTo>
                  <a:lnTo>
                    <a:pt x="68249" y="193986"/>
                  </a:lnTo>
                  <a:lnTo>
                    <a:pt x="77998" y="227810"/>
                  </a:lnTo>
                  <a:lnTo>
                    <a:pt x="87748" y="221455"/>
                  </a:lnTo>
                  <a:lnTo>
                    <a:pt x="97497" y="219708"/>
                  </a:lnTo>
                  <a:lnTo>
                    <a:pt x="107247" y="206191"/>
                  </a:lnTo>
                  <a:lnTo>
                    <a:pt x="116997" y="234638"/>
                  </a:lnTo>
                  <a:lnTo>
                    <a:pt x="126747" y="269664"/>
                  </a:lnTo>
                  <a:lnTo>
                    <a:pt x="136497" y="229325"/>
                  </a:lnTo>
                  <a:lnTo>
                    <a:pt x="146247" y="211397"/>
                  </a:lnTo>
                  <a:lnTo>
                    <a:pt x="155997" y="205719"/>
                  </a:lnTo>
                  <a:lnTo>
                    <a:pt x="165747" y="188828"/>
                  </a:lnTo>
                  <a:lnTo>
                    <a:pt x="175497" y="180738"/>
                  </a:lnTo>
                  <a:lnTo>
                    <a:pt x="185247" y="191006"/>
                  </a:lnTo>
                  <a:lnTo>
                    <a:pt x="194996" y="183173"/>
                  </a:lnTo>
                  <a:lnTo>
                    <a:pt x="204746" y="200293"/>
                  </a:lnTo>
                  <a:lnTo>
                    <a:pt x="214495" y="182179"/>
                  </a:lnTo>
                  <a:lnTo>
                    <a:pt x="224245" y="164147"/>
                  </a:lnTo>
                  <a:lnTo>
                    <a:pt x="233995" y="154934"/>
                  </a:lnTo>
                  <a:lnTo>
                    <a:pt x="243744" y="149815"/>
                  </a:lnTo>
                  <a:lnTo>
                    <a:pt x="253494" y="165513"/>
                  </a:lnTo>
                  <a:lnTo>
                    <a:pt x="263244" y="176121"/>
                  </a:lnTo>
                  <a:lnTo>
                    <a:pt x="272994" y="192945"/>
                  </a:lnTo>
                  <a:lnTo>
                    <a:pt x="282744" y="203607"/>
                  </a:lnTo>
                  <a:lnTo>
                    <a:pt x="292494" y="207664"/>
                  </a:lnTo>
                  <a:lnTo>
                    <a:pt x="302244" y="199842"/>
                  </a:lnTo>
                  <a:lnTo>
                    <a:pt x="311994" y="213981"/>
                  </a:lnTo>
                  <a:lnTo>
                    <a:pt x="321744" y="223072"/>
                  </a:lnTo>
                  <a:lnTo>
                    <a:pt x="331493" y="196312"/>
                  </a:lnTo>
                  <a:lnTo>
                    <a:pt x="341243" y="169276"/>
                  </a:lnTo>
                  <a:lnTo>
                    <a:pt x="350993" y="162162"/>
                  </a:lnTo>
                  <a:lnTo>
                    <a:pt x="360742" y="163181"/>
                  </a:lnTo>
                  <a:lnTo>
                    <a:pt x="370492" y="186184"/>
                  </a:lnTo>
                  <a:lnTo>
                    <a:pt x="380241" y="149675"/>
                  </a:lnTo>
                  <a:lnTo>
                    <a:pt x="389991" y="162505"/>
                  </a:lnTo>
                  <a:lnTo>
                    <a:pt x="399741" y="173174"/>
                  </a:lnTo>
                  <a:lnTo>
                    <a:pt x="409491" y="191427"/>
                  </a:lnTo>
                  <a:lnTo>
                    <a:pt x="419241" y="195309"/>
                  </a:lnTo>
                  <a:lnTo>
                    <a:pt x="428991" y="183968"/>
                  </a:lnTo>
                  <a:lnTo>
                    <a:pt x="438741" y="180658"/>
                  </a:lnTo>
                  <a:lnTo>
                    <a:pt x="448491" y="184542"/>
                  </a:lnTo>
                  <a:lnTo>
                    <a:pt x="458241" y="215688"/>
                  </a:lnTo>
                  <a:lnTo>
                    <a:pt x="467991" y="193191"/>
                  </a:lnTo>
                  <a:lnTo>
                    <a:pt x="477740" y="196132"/>
                  </a:lnTo>
                  <a:lnTo>
                    <a:pt x="487490" y="188386"/>
                  </a:lnTo>
                  <a:lnTo>
                    <a:pt x="497239" y="153005"/>
                  </a:lnTo>
                  <a:lnTo>
                    <a:pt x="506989" y="159611"/>
                  </a:lnTo>
                  <a:lnTo>
                    <a:pt x="516738" y="156462"/>
                  </a:lnTo>
                  <a:lnTo>
                    <a:pt x="526488" y="159503"/>
                  </a:lnTo>
                  <a:lnTo>
                    <a:pt x="536238" y="167313"/>
                  </a:lnTo>
                  <a:lnTo>
                    <a:pt x="545988" y="178018"/>
                  </a:lnTo>
                  <a:lnTo>
                    <a:pt x="555738" y="150730"/>
                  </a:lnTo>
                  <a:lnTo>
                    <a:pt x="565488" y="126994"/>
                  </a:lnTo>
                  <a:lnTo>
                    <a:pt x="575238" y="102962"/>
                  </a:lnTo>
                  <a:lnTo>
                    <a:pt x="584988" y="115306"/>
                  </a:lnTo>
                  <a:lnTo>
                    <a:pt x="594738" y="135007"/>
                  </a:lnTo>
                  <a:lnTo>
                    <a:pt x="604488" y="124232"/>
                  </a:lnTo>
                  <a:lnTo>
                    <a:pt x="614237" y="123347"/>
                  </a:lnTo>
                  <a:lnTo>
                    <a:pt x="623987" y="129216"/>
                  </a:lnTo>
                  <a:lnTo>
                    <a:pt x="633736" y="132135"/>
                  </a:lnTo>
                  <a:lnTo>
                    <a:pt x="643486" y="148659"/>
                  </a:lnTo>
                  <a:lnTo>
                    <a:pt x="653236" y="146625"/>
                  </a:lnTo>
                  <a:lnTo>
                    <a:pt x="662985" y="178968"/>
                  </a:lnTo>
                  <a:lnTo>
                    <a:pt x="672735" y="179855"/>
                  </a:lnTo>
                  <a:lnTo>
                    <a:pt x="682485" y="181388"/>
                  </a:lnTo>
                  <a:lnTo>
                    <a:pt x="692235" y="169087"/>
                  </a:lnTo>
                  <a:lnTo>
                    <a:pt x="701985" y="176791"/>
                  </a:lnTo>
                  <a:lnTo>
                    <a:pt x="711735" y="209928"/>
                  </a:lnTo>
                  <a:lnTo>
                    <a:pt x="721485" y="241200"/>
                  </a:lnTo>
                  <a:lnTo>
                    <a:pt x="731235" y="229029"/>
                  </a:lnTo>
                  <a:lnTo>
                    <a:pt x="740985" y="252581"/>
                  </a:lnTo>
                  <a:lnTo>
                    <a:pt x="750734" y="232171"/>
                  </a:lnTo>
                  <a:lnTo>
                    <a:pt x="760484" y="266880"/>
                  </a:lnTo>
                  <a:lnTo>
                    <a:pt x="770233" y="233334"/>
                  </a:lnTo>
                  <a:lnTo>
                    <a:pt x="779983" y="254011"/>
                  </a:lnTo>
                  <a:lnTo>
                    <a:pt x="789733" y="270239"/>
                  </a:lnTo>
                  <a:lnTo>
                    <a:pt x="799482" y="255854"/>
                  </a:lnTo>
                  <a:lnTo>
                    <a:pt x="809232" y="267863"/>
                  </a:lnTo>
                  <a:lnTo>
                    <a:pt x="818982" y="304082"/>
                  </a:lnTo>
                  <a:lnTo>
                    <a:pt x="828732" y="312190"/>
                  </a:lnTo>
                  <a:lnTo>
                    <a:pt x="838482" y="311074"/>
                  </a:lnTo>
                  <a:lnTo>
                    <a:pt x="848232" y="297887"/>
                  </a:lnTo>
                  <a:lnTo>
                    <a:pt x="857982" y="307887"/>
                  </a:lnTo>
                  <a:lnTo>
                    <a:pt x="867732" y="323335"/>
                  </a:lnTo>
                  <a:lnTo>
                    <a:pt x="877482" y="308203"/>
                  </a:lnTo>
                  <a:lnTo>
                    <a:pt x="887231" y="299771"/>
                  </a:lnTo>
                  <a:lnTo>
                    <a:pt x="896981" y="302218"/>
                  </a:lnTo>
                  <a:lnTo>
                    <a:pt x="906730" y="288887"/>
                  </a:lnTo>
                  <a:lnTo>
                    <a:pt x="916480" y="271388"/>
                  </a:lnTo>
                  <a:lnTo>
                    <a:pt x="926230" y="275181"/>
                  </a:lnTo>
                  <a:lnTo>
                    <a:pt x="935979" y="261403"/>
                  </a:lnTo>
                  <a:lnTo>
                    <a:pt x="945729" y="282629"/>
                  </a:lnTo>
                  <a:lnTo>
                    <a:pt x="955479" y="281291"/>
                  </a:lnTo>
                  <a:lnTo>
                    <a:pt x="965229" y="299778"/>
                  </a:lnTo>
                  <a:lnTo>
                    <a:pt x="974979" y="334356"/>
                  </a:lnTo>
                  <a:lnTo>
                    <a:pt x="984729" y="311577"/>
                  </a:lnTo>
                  <a:lnTo>
                    <a:pt x="994474" y="310790"/>
                  </a:lnTo>
                  <a:lnTo>
                    <a:pt x="1004233" y="293912"/>
                  </a:lnTo>
                  <a:lnTo>
                    <a:pt x="1013977" y="281917"/>
                  </a:lnTo>
                  <a:lnTo>
                    <a:pt x="1023721" y="294264"/>
                  </a:lnTo>
                  <a:lnTo>
                    <a:pt x="1033480" y="293082"/>
                  </a:lnTo>
                  <a:lnTo>
                    <a:pt x="1043224" y="310174"/>
                  </a:lnTo>
                  <a:lnTo>
                    <a:pt x="1052983" y="325282"/>
                  </a:lnTo>
                  <a:lnTo>
                    <a:pt x="1062727" y="318180"/>
                  </a:lnTo>
                  <a:lnTo>
                    <a:pt x="1072471" y="322852"/>
                  </a:lnTo>
                  <a:lnTo>
                    <a:pt x="1082230" y="288546"/>
                  </a:lnTo>
                  <a:lnTo>
                    <a:pt x="1091973" y="328604"/>
                  </a:lnTo>
                  <a:lnTo>
                    <a:pt x="1101732" y="356418"/>
                  </a:lnTo>
                  <a:lnTo>
                    <a:pt x="1111476" y="372860"/>
                  </a:lnTo>
                  <a:lnTo>
                    <a:pt x="1121220" y="360266"/>
                  </a:lnTo>
                  <a:lnTo>
                    <a:pt x="1130979" y="366789"/>
                  </a:lnTo>
                  <a:lnTo>
                    <a:pt x="1140723" y="362500"/>
                  </a:lnTo>
                  <a:lnTo>
                    <a:pt x="1150482" y="347727"/>
                  </a:lnTo>
                  <a:lnTo>
                    <a:pt x="1160226" y="367401"/>
                  </a:lnTo>
                  <a:lnTo>
                    <a:pt x="1169969" y="369696"/>
                  </a:lnTo>
                  <a:lnTo>
                    <a:pt x="1179728" y="346529"/>
                  </a:lnTo>
                  <a:lnTo>
                    <a:pt x="1189472" y="343599"/>
                  </a:lnTo>
                  <a:lnTo>
                    <a:pt x="1199231" y="340056"/>
                  </a:lnTo>
                  <a:lnTo>
                    <a:pt x="1208975" y="307519"/>
                  </a:lnTo>
                  <a:lnTo>
                    <a:pt x="1218719" y="336823"/>
                  </a:lnTo>
                  <a:lnTo>
                    <a:pt x="1228478" y="301759"/>
                  </a:lnTo>
                  <a:lnTo>
                    <a:pt x="1238222" y="288745"/>
                  </a:lnTo>
                  <a:lnTo>
                    <a:pt x="1247966" y="295632"/>
                  </a:lnTo>
                  <a:lnTo>
                    <a:pt x="1257725" y="267465"/>
                  </a:lnTo>
                  <a:lnTo>
                    <a:pt x="1267469" y="285889"/>
                  </a:lnTo>
                  <a:lnTo>
                    <a:pt x="1277227" y="260769"/>
                  </a:lnTo>
                  <a:lnTo>
                    <a:pt x="1286971" y="259861"/>
                  </a:lnTo>
                  <a:lnTo>
                    <a:pt x="1296715" y="241736"/>
                  </a:lnTo>
                  <a:lnTo>
                    <a:pt x="1306474" y="237479"/>
                  </a:lnTo>
                  <a:lnTo>
                    <a:pt x="1316218" y="220749"/>
                  </a:lnTo>
                  <a:lnTo>
                    <a:pt x="1325977" y="223106"/>
                  </a:lnTo>
                  <a:lnTo>
                    <a:pt x="1335721" y="185567"/>
                  </a:lnTo>
                  <a:lnTo>
                    <a:pt x="1345465" y="194317"/>
                  </a:lnTo>
                  <a:lnTo>
                    <a:pt x="1355224" y="236317"/>
                  </a:lnTo>
                  <a:lnTo>
                    <a:pt x="1364967" y="257989"/>
                  </a:lnTo>
                  <a:lnTo>
                    <a:pt x="1374726" y="254373"/>
                  </a:lnTo>
                  <a:lnTo>
                    <a:pt x="1384470" y="246767"/>
                  </a:lnTo>
                  <a:lnTo>
                    <a:pt x="1394214" y="259180"/>
                  </a:lnTo>
                  <a:lnTo>
                    <a:pt x="1403973" y="266635"/>
                  </a:lnTo>
                  <a:lnTo>
                    <a:pt x="1413717" y="271585"/>
                  </a:lnTo>
                  <a:lnTo>
                    <a:pt x="1423476" y="300925"/>
                  </a:lnTo>
                  <a:lnTo>
                    <a:pt x="1433220" y="310987"/>
                  </a:lnTo>
                  <a:lnTo>
                    <a:pt x="1442964" y="316897"/>
                  </a:lnTo>
                  <a:lnTo>
                    <a:pt x="1452722" y="299829"/>
                  </a:lnTo>
                  <a:lnTo>
                    <a:pt x="1462466" y="313053"/>
                  </a:lnTo>
                  <a:lnTo>
                    <a:pt x="1472225" y="329773"/>
                  </a:lnTo>
                  <a:lnTo>
                    <a:pt x="1481969" y="292364"/>
                  </a:lnTo>
                  <a:lnTo>
                    <a:pt x="1491713" y="289453"/>
                  </a:lnTo>
                  <a:lnTo>
                    <a:pt x="1501472" y="298626"/>
                  </a:lnTo>
                  <a:lnTo>
                    <a:pt x="1511216" y="307363"/>
                  </a:lnTo>
                  <a:lnTo>
                    <a:pt x="1520960" y="316022"/>
                  </a:lnTo>
                  <a:lnTo>
                    <a:pt x="1530719" y="314710"/>
                  </a:lnTo>
                  <a:lnTo>
                    <a:pt x="1540463" y="264642"/>
                  </a:lnTo>
                  <a:lnTo>
                    <a:pt x="1550221" y="237177"/>
                  </a:lnTo>
                  <a:lnTo>
                    <a:pt x="1559965" y="221974"/>
                  </a:lnTo>
                  <a:lnTo>
                    <a:pt x="1569709" y="262130"/>
                  </a:lnTo>
                  <a:lnTo>
                    <a:pt x="1579468" y="277975"/>
                  </a:lnTo>
                  <a:lnTo>
                    <a:pt x="1589212" y="287281"/>
                  </a:lnTo>
                  <a:lnTo>
                    <a:pt x="1598971" y="279048"/>
                  </a:lnTo>
                  <a:lnTo>
                    <a:pt x="1608715" y="261716"/>
                  </a:lnTo>
                  <a:lnTo>
                    <a:pt x="1618459" y="255433"/>
                  </a:lnTo>
                  <a:lnTo>
                    <a:pt x="1628218" y="290283"/>
                  </a:lnTo>
                  <a:lnTo>
                    <a:pt x="1637962" y="260841"/>
                  </a:lnTo>
                  <a:lnTo>
                    <a:pt x="1647720" y="247287"/>
                  </a:lnTo>
                  <a:lnTo>
                    <a:pt x="1657464" y="251373"/>
                  </a:lnTo>
                  <a:lnTo>
                    <a:pt x="1667208" y="215676"/>
                  </a:lnTo>
                  <a:lnTo>
                    <a:pt x="1676967" y="162028"/>
                  </a:lnTo>
                  <a:lnTo>
                    <a:pt x="1686711" y="168116"/>
                  </a:lnTo>
                  <a:lnTo>
                    <a:pt x="1696470" y="177566"/>
                  </a:lnTo>
                  <a:lnTo>
                    <a:pt x="1706214" y="180220"/>
                  </a:lnTo>
                  <a:lnTo>
                    <a:pt x="1715958" y="152916"/>
                  </a:lnTo>
                  <a:lnTo>
                    <a:pt x="1725716" y="172630"/>
                  </a:lnTo>
                  <a:lnTo>
                    <a:pt x="1735460" y="173050"/>
                  </a:lnTo>
                  <a:lnTo>
                    <a:pt x="1745219" y="177039"/>
                  </a:lnTo>
                  <a:lnTo>
                    <a:pt x="1754963" y="187492"/>
                  </a:lnTo>
                  <a:lnTo>
                    <a:pt x="1764707" y="187112"/>
                  </a:lnTo>
                  <a:lnTo>
                    <a:pt x="1774466" y="168022"/>
                  </a:lnTo>
                  <a:lnTo>
                    <a:pt x="1784210" y="175239"/>
                  </a:lnTo>
                  <a:lnTo>
                    <a:pt x="1793969" y="173628"/>
                  </a:lnTo>
                  <a:lnTo>
                    <a:pt x="1803713" y="149340"/>
                  </a:lnTo>
                  <a:lnTo>
                    <a:pt x="1813457" y="153021"/>
                  </a:lnTo>
                  <a:lnTo>
                    <a:pt x="1823215" y="138797"/>
                  </a:lnTo>
                  <a:lnTo>
                    <a:pt x="1832959" y="136718"/>
                  </a:lnTo>
                  <a:lnTo>
                    <a:pt x="1842703" y="144767"/>
                  </a:lnTo>
                  <a:lnTo>
                    <a:pt x="1852462" y="156770"/>
                  </a:lnTo>
                  <a:lnTo>
                    <a:pt x="1862206" y="137543"/>
                  </a:lnTo>
                  <a:lnTo>
                    <a:pt x="1871965" y="117513"/>
                  </a:lnTo>
                  <a:lnTo>
                    <a:pt x="1881709" y="72714"/>
                  </a:lnTo>
                  <a:lnTo>
                    <a:pt x="1891453" y="74462"/>
                  </a:lnTo>
                  <a:lnTo>
                    <a:pt x="1901212" y="90753"/>
                  </a:lnTo>
                  <a:lnTo>
                    <a:pt x="1910956" y="74306"/>
                  </a:lnTo>
                  <a:lnTo>
                    <a:pt x="1920714" y="69224"/>
                  </a:lnTo>
                  <a:lnTo>
                    <a:pt x="1930458" y="45558"/>
                  </a:lnTo>
                  <a:lnTo>
                    <a:pt x="1940202" y="39338"/>
                  </a:lnTo>
                  <a:lnTo>
                    <a:pt x="1949961" y="59781"/>
                  </a:lnTo>
                  <a:lnTo>
                    <a:pt x="1959705" y="62743"/>
                  </a:lnTo>
                  <a:lnTo>
                    <a:pt x="1969464" y="25719"/>
                  </a:lnTo>
                  <a:lnTo>
                    <a:pt x="1979208" y="1012"/>
                  </a:lnTo>
                  <a:lnTo>
                    <a:pt x="1988952" y="0"/>
                  </a:lnTo>
                  <a:lnTo>
                    <a:pt x="1998711" y="16742"/>
                  </a:lnTo>
                  <a:lnTo>
                    <a:pt x="2008454" y="37167"/>
                  </a:lnTo>
                  <a:lnTo>
                    <a:pt x="2018213" y="52583"/>
                  </a:lnTo>
                  <a:lnTo>
                    <a:pt x="2027957" y="69657"/>
                  </a:lnTo>
                  <a:lnTo>
                    <a:pt x="2037701" y="52619"/>
                  </a:lnTo>
                  <a:lnTo>
                    <a:pt x="2047460" y="70025"/>
                  </a:lnTo>
                  <a:lnTo>
                    <a:pt x="2057204" y="72692"/>
                  </a:lnTo>
                  <a:lnTo>
                    <a:pt x="2066963" y="71146"/>
                  </a:lnTo>
                  <a:lnTo>
                    <a:pt x="2076707" y="102751"/>
                  </a:lnTo>
                  <a:lnTo>
                    <a:pt x="2086451" y="117243"/>
                  </a:lnTo>
                  <a:lnTo>
                    <a:pt x="2096210" y="115399"/>
                  </a:lnTo>
                  <a:lnTo>
                    <a:pt x="2105954" y="132795"/>
                  </a:lnTo>
                  <a:lnTo>
                    <a:pt x="2115697" y="168210"/>
                  </a:lnTo>
                  <a:lnTo>
                    <a:pt x="2125456" y="151891"/>
                  </a:lnTo>
                  <a:lnTo>
                    <a:pt x="2135200" y="164053"/>
                  </a:lnTo>
                  <a:lnTo>
                    <a:pt x="2144959" y="147300"/>
                  </a:lnTo>
                  <a:lnTo>
                    <a:pt x="2154703" y="134824"/>
                  </a:lnTo>
                  <a:lnTo>
                    <a:pt x="2164447" y="129880"/>
                  </a:lnTo>
                  <a:lnTo>
                    <a:pt x="2174206" y="120673"/>
                  </a:lnTo>
                  <a:lnTo>
                    <a:pt x="2183950" y="120814"/>
                  </a:lnTo>
                  <a:lnTo>
                    <a:pt x="2193709" y="108777"/>
                  </a:lnTo>
                  <a:lnTo>
                    <a:pt x="2203452" y="79690"/>
                  </a:lnTo>
                  <a:lnTo>
                    <a:pt x="2213196" y="92147"/>
                  </a:lnTo>
                  <a:lnTo>
                    <a:pt x="2222955" y="82588"/>
                  </a:lnTo>
                  <a:lnTo>
                    <a:pt x="2232699" y="86724"/>
                  </a:lnTo>
                  <a:lnTo>
                    <a:pt x="2242458" y="97383"/>
                  </a:lnTo>
                  <a:lnTo>
                    <a:pt x="2252202" y="61487"/>
                  </a:lnTo>
                  <a:lnTo>
                    <a:pt x="2261946" y="86293"/>
                  </a:lnTo>
                  <a:lnTo>
                    <a:pt x="2271705" y="91910"/>
                  </a:lnTo>
                  <a:lnTo>
                    <a:pt x="2281449" y="71459"/>
                  </a:lnTo>
                  <a:lnTo>
                    <a:pt x="2291208" y="77446"/>
                  </a:lnTo>
                  <a:lnTo>
                    <a:pt x="2300951" y="72226"/>
                  </a:lnTo>
                  <a:lnTo>
                    <a:pt x="2310695" y="69708"/>
                  </a:lnTo>
                  <a:lnTo>
                    <a:pt x="2320454" y="85318"/>
                  </a:lnTo>
                  <a:lnTo>
                    <a:pt x="2330198" y="83080"/>
                  </a:lnTo>
                  <a:lnTo>
                    <a:pt x="2339957" y="127888"/>
                  </a:lnTo>
                  <a:lnTo>
                    <a:pt x="2349701" y="162575"/>
                  </a:lnTo>
                  <a:lnTo>
                    <a:pt x="2359445" y="156830"/>
                  </a:lnTo>
                  <a:lnTo>
                    <a:pt x="2369204" y="175106"/>
                  </a:lnTo>
                  <a:lnTo>
                    <a:pt x="2378948" y="182939"/>
                  </a:lnTo>
                  <a:lnTo>
                    <a:pt x="2388692" y="155393"/>
                  </a:lnTo>
                  <a:lnTo>
                    <a:pt x="2398450" y="132680"/>
                  </a:lnTo>
                  <a:lnTo>
                    <a:pt x="2408194" y="131159"/>
                  </a:lnTo>
                  <a:lnTo>
                    <a:pt x="2417953" y="127641"/>
                  </a:lnTo>
                  <a:lnTo>
                    <a:pt x="2427697" y="154680"/>
                  </a:lnTo>
                  <a:lnTo>
                    <a:pt x="2437441" y="129931"/>
                  </a:lnTo>
                  <a:lnTo>
                    <a:pt x="2447200" y="155915"/>
                  </a:lnTo>
                  <a:lnTo>
                    <a:pt x="2456944" y="160359"/>
                  </a:lnTo>
                  <a:lnTo>
                    <a:pt x="2466703" y="133522"/>
                  </a:lnTo>
                  <a:lnTo>
                    <a:pt x="2476446" y="112008"/>
                  </a:lnTo>
                  <a:lnTo>
                    <a:pt x="2486190" y="117140"/>
                  </a:lnTo>
                  <a:lnTo>
                    <a:pt x="2495949" y="140198"/>
                  </a:lnTo>
                  <a:lnTo>
                    <a:pt x="2505693" y="140226"/>
                  </a:lnTo>
                  <a:lnTo>
                    <a:pt x="2515452" y="149474"/>
                  </a:lnTo>
                  <a:lnTo>
                    <a:pt x="2525196" y="158647"/>
                  </a:lnTo>
                  <a:lnTo>
                    <a:pt x="2534940" y="175887"/>
                  </a:lnTo>
                  <a:lnTo>
                    <a:pt x="2544699" y="183088"/>
                  </a:lnTo>
                  <a:lnTo>
                    <a:pt x="2554443" y="184849"/>
                  </a:lnTo>
                  <a:lnTo>
                    <a:pt x="2564202" y="171398"/>
                  </a:lnTo>
                  <a:lnTo>
                    <a:pt x="2573946" y="204581"/>
                  </a:lnTo>
                  <a:lnTo>
                    <a:pt x="2583690" y="177764"/>
                  </a:lnTo>
                  <a:lnTo>
                    <a:pt x="2593448" y="184822"/>
                  </a:lnTo>
                  <a:lnTo>
                    <a:pt x="2603192" y="200385"/>
                  </a:lnTo>
                  <a:lnTo>
                    <a:pt x="2612951" y="203259"/>
                  </a:lnTo>
                  <a:lnTo>
                    <a:pt x="2622695" y="214268"/>
                  </a:lnTo>
                  <a:lnTo>
                    <a:pt x="2632439" y="188042"/>
                  </a:lnTo>
                  <a:lnTo>
                    <a:pt x="2642198" y="149370"/>
                  </a:lnTo>
                  <a:lnTo>
                    <a:pt x="2651942" y="143270"/>
                  </a:lnTo>
                  <a:lnTo>
                    <a:pt x="2661685" y="164996"/>
                  </a:lnTo>
                  <a:lnTo>
                    <a:pt x="2671444" y="173227"/>
                  </a:lnTo>
                  <a:lnTo>
                    <a:pt x="2681188" y="160310"/>
                  </a:lnTo>
                  <a:lnTo>
                    <a:pt x="2690947" y="155416"/>
                  </a:lnTo>
                  <a:lnTo>
                    <a:pt x="2700691" y="127377"/>
                  </a:lnTo>
                  <a:lnTo>
                    <a:pt x="2710435" y="152485"/>
                  </a:lnTo>
                  <a:lnTo>
                    <a:pt x="2720194" y="146849"/>
                  </a:lnTo>
                  <a:lnTo>
                    <a:pt x="2729938" y="121546"/>
                  </a:lnTo>
                  <a:lnTo>
                    <a:pt x="2739697" y="136184"/>
                  </a:lnTo>
                  <a:lnTo>
                    <a:pt x="2749441" y="127680"/>
                  </a:lnTo>
                  <a:lnTo>
                    <a:pt x="2759185" y="119091"/>
                  </a:lnTo>
                  <a:lnTo>
                    <a:pt x="2768943" y="137676"/>
                  </a:lnTo>
                  <a:lnTo>
                    <a:pt x="2778687" y="120110"/>
                  </a:lnTo>
                  <a:lnTo>
                    <a:pt x="2788446" y="112258"/>
                  </a:lnTo>
                  <a:lnTo>
                    <a:pt x="2798190" y="138572"/>
                  </a:lnTo>
                  <a:lnTo>
                    <a:pt x="2807934" y="163095"/>
                  </a:lnTo>
                  <a:lnTo>
                    <a:pt x="2817693" y="164964"/>
                  </a:lnTo>
                  <a:lnTo>
                    <a:pt x="2827437" y="144002"/>
                  </a:lnTo>
                  <a:lnTo>
                    <a:pt x="2837196" y="176709"/>
                  </a:lnTo>
                  <a:lnTo>
                    <a:pt x="2846940" y="171171"/>
                  </a:lnTo>
                  <a:lnTo>
                    <a:pt x="2856684" y="220202"/>
                  </a:lnTo>
                  <a:lnTo>
                    <a:pt x="2866442" y="153257"/>
                  </a:lnTo>
                  <a:lnTo>
                    <a:pt x="2876186" y="140706"/>
                  </a:lnTo>
                  <a:lnTo>
                    <a:pt x="2885945" y="102575"/>
                  </a:lnTo>
                  <a:lnTo>
                    <a:pt x="2895689" y="100655"/>
                  </a:lnTo>
                  <a:lnTo>
                    <a:pt x="2905433" y="77040"/>
                  </a:lnTo>
                  <a:lnTo>
                    <a:pt x="2915192" y="6659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2" name="Freeform 971">
              <a:extLst>
                <a:ext uri="{FF2B5EF4-FFF2-40B4-BE49-F238E27FC236}">
                  <a16:creationId xmlns:a16="http://schemas.microsoft.com/office/drawing/2014/main" id="{6014D04A-1EFA-7C67-D4F3-2305B8A4ACE5}"/>
                </a:ext>
              </a:extLst>
            </p:cNvPr>
            <p:cNvSpPr/>
            <p:nvPr/>
          </p:nvSpPr>
          <p:spPr>
            <a:xfrm>
              <a:off x="4426652" y="2979860"/>
              <a:ext cx="2915191" cy="721231"/>
            </a:xfrm>
            <a:custGeom>
              <a:avLst/>
              <a:gdLst>
                <a:gd name="connsiteX0" fmla="*/ 0 w 2915191"/>
                <a:gd name="connsiteY0" fmla="*/ 129538 h 721231"/>
                <a:gd name="connsiteX1" fmla="*/ 9750 w 2915191"/>
                <a:gd name="connsiteY1" fmla="*/ 137579 h 721231"/>
                <a:gd name="connsiteX2" fmla="*/ 19500 w 2915191"/>
                <a:gd name="connsiteY2" fmla="*/ 118968 h 721231"/>
                <a:gd name="connsiteX3" fmla="*/ 29250 w 2915191"/>
                <a:gd name="connsiteY3" fmla="*/ 124782 h 721231"/>
                <a:gd name="connsiteX4" fmla="*/ 39000 w 2915191"/>
                <a:gd name="connsiteY4" fmla="*/ 116352 h 721231"/>
                <a:gd name="connsiteX5" fmla="*/ 48749 w 2915191"/>
                <a:gd name="connsiteY5" fmla="*/ 124003 h 721231"/>
                <a:gd name="connsiteX6" fmla="*/ 58499 w 2915191"/>
                <a:gd name="connsiteY6" fmla="*/ 125055 h 721231"/>
                <a:gd name="connsiteX7" fmla="*/ 68249 w 2915191"/>
                <a:gd name="connsiteY7" fmla="*/ 125461 h 721231"/>
                <a:gd name="connsiteX8" fmla="*/ 77998 w 2915191"/>
                <a:gd name="connsiteY8" fmla="*/ 133380 h 721231"/>
                <a:gd name="connsiteX9" fmla="*/ 87748 w 2915191"/>
                <a:gd name="connsiteY9" fmla="*/ 154376 h 721231"/>
                <a:gd name="connsiteX10" fmla="*/ 97497 w 2915191"/>
                <a:gd name="connsiteY10" fmla="*/ 164796 h 721231"/>
                <a:gd name="connsiteX11" fmla="*/ 107247 w 2915191"/>
                <a:gd name="connsiteY11" fmla="*/ 130119 h 721231"/>
                <a:gd name="connsiteX12" fmla="*/ 116997 w 2915191"/>
                <a:gd name="connsiteY12" fmla="*/ 137035 h 721231"/>
                <a:gd name="connsiteX13" fmla="*/ 126747 w 2915191"/>
                <a:gd name="connsiteY13" fmla="*/ 162259 h 721231"/>
                <a:gd name="connsiteX14" fmla="*/ 136497 w 2915191"/>
                <a:gd name="connsiteY14" fmla="*/ 180290 h 721231"/>
                <a:gd name="connsiteX15" fmla="*/ 146247 w 2915191"/>
                <a:gd name="connsiteY15" fmla="*/ 176526 h 721231"/>
                <a:gd name="connsiteX16" fmla="*/ 155997 w 2915191"/>
                <a:gd name="connsiteY16" fmla="*/ 163160 h 721231"/>
                <a:gd name="connsiteX17" fmla="*/ 165747 w 2915191"/>
                <a:gd name="connsiteY17" fmla="*/ 181118 h 721231"/>
                <a:gd name="connsiteX18" fmla="*/ 175497 w 2915191"/>
                <a:gd name="connsiteY18" fmla="*/ 181754 h 721231"/>
                <a:gd name="connsiteX19" fmla="*/ 185247 w 2915191"/>
                <a:gd name="connsiteY19" fmla="*/ 228020 h 721231"/>
                <a:gd name="connsiteX20" fmla="*/ 194996 w 2915191"/>
                <a:gd name="connsiteY20" fmla="*/ 199277 h 721231"/>
                <a:gd name="connsiteX21" fmla="*/ 204746 w 2915191"/>
                <a:gd name="connsiteY21" fmla="*/ 205619 h 721231"/>
                <a:gd name="connsiteX22" fmla="*/ 214495 w 2915191"/>
                <a:gd name="connsiteY22" fmla="*/ 203690 h 721231"/>
                <a:gd name="connsiteX23" fmla="*/ 224245 w 2915191"/>
                <a:gd name="connsiteY23" fmla="*/ 183280 h 721231"/>
                <a:gd name="connsiteX24" fmla="*/ 233995 w 2915191"/>
                <a:gd name="connsiteY24" fmla="*/ 198113 h 721231"/>
                <a:gd name="connsiteX25" fmla="*/ 243744 w 2915191"/>
                <a:gd name="connsiteY25" fmla="*/ 167767 h 721231"/>
                <a:gd name="connsiteX26" fmla="*/ 253494 w 2915191"/>
                <a:gd name="connsiteY26" fmla="*/ 160885 h 721231"/>
                <a:gd name="connsiteX27" fmla="*/ 263244 w 2915191"/>
                <a:gd name="connsiteY27" fmla="*/ 150405 h 721231"/>
                <a:gd name="connsiteX28" fmla="*/ 272994 w 2915191"/>
                <a:gd name="connsiteY28" fmla="*/ 132038 h 721231"/>
                <a:gd name="connsiteX29" fmla="*/ 282744 w 2915191"/>
                <a:gd name="connsiteY29" fmla="*/ 130207 h 721231"/>
                <a:gd name="connsiteX30" fmla="*/ 292494 w 2915191"/>
                <a:gd name="connsiteY30" fmla="*/ 110674 h 721231"/>
                <a:gd name="connsiteX31" fmla="*/ 302244 w 2915191"/>
                <a:gd name="connsiteY31" fmla="*/ 106829 h 721231"/>
                <a:gd name="connsiteX32" fmla="*/ 311994 w 2915191"/>
                <a:gd name="connsiteY32" fmla="*/ 79574 h 721231"/>
                <a:gd name="connsiteX33" fmla="*/ 321744 w 2915191"/>
                <a:gd name="connsiteY33" fmla="*/ 100929 h 721231"/>
                <a:gd name="connsiteX34" fmla="*/ 331493 w 2915191"/>
                <a:gd name="connsiteY34" fmla="*/ 105190 h 721231"/>
                <a:gd name="connsiteX35" fmla="*/ 341243 w 2915191"/>
                <a:gd name="connsiteY35" fmla="*/ 85687 h 721231"/>
                <a:gd name="connsiteX36" fmla="*/ 350993 w 2915191"/>
                <a:gd name="connsiteY36" fmla="*/ 88557 h 721231"/>
                <a:gd name="connsiteX37" fmla="*/ 360742 w 2915191"/>
                <a:gd name="connsiteY37" fmla="*/ 81708 h 721231"/>
                <a:gd name="connsiteX38" fmla="*/ 370492 w 2915191"/>
                <a:gd name="connsiteY38" fmla="*/ 77262 h 721231"/>
                <a:gd name="connsiteX39" fmla="*/ 380241 w 2915191"/>
                <a:gd name="connsiteY39" fmla="*/ 68520 h 721231"/>
                <a:gd name="connsiteX40" fmla="*/ 389991 w 2915191"/>
                <a:gd name="connsiteY40" fmla="*/ 67987 h 721231"/>
                <a:gd name="connsiteX41" fmla="*/ 399741 w 2915191"/>
                <a:gd name="connsiteY41" fmla="*/ 85726 h 721231"/>
                <a:gd name="connsiteX42" fmla="*/ 409491 w 2915191"/>
                <a:gd name="connsiteY42" fmla="*/ 89229 h 721231"/>
                <a:gd name="connsiteX43" fmla="*/ 419241 w 2915191"/>
                <a:gd name="connsiteY43" fmla="*/ 53890 h 721231"/>
                <a:gd name="connsiteX44" fmla="*/ 428991 w 2915191"/>
                <a:gd name="connsiteY44" fmla="*/ 41480 h 721231"/>
                <a:gd name="connsiteX45" fmla="*/ 438741 w 2915191"/>
                <a:gd name="connsiteY45" fmla="*/ 50621 h 721231"/>
                <a:gd name="connsiteX46" fmla="*/ 448491 w 2915191"/>
                <a:gd name="connsiteY46" fmla="*/ 37383 h 721231"/>
                <a:gd name="connsiteX47" fmla="*/ 458241 w 2915191"/>
                <a:gd name="connsiteY47" fmla="*/ 39496 h 721231"/>
                <a:gd name="connsiteX48" fmla="*/ 467991 w 2915191"/>
                <a:gd name="connsiteY48" fmla="*/ 74827 h 721231"/>
                <a:gd name="connsiteX49" fmla="*/ 477740 w 2915191"/>
                <a:gd name="connsiteY49" fmla="*/ 85864 h 721231"/>
                <a:gd name="connsiteX50" fmla="*/ 487490 w 2915191"/>
                <a:gd name="connsiteY50" fmla="*/ 75924 h 721231"/>
                <a:gd name="connsiteX51" fmla="*/ 497239 w 2915191"/>
                <a:gd name="connsiteY51" fmla="*/ 106057 h 721231"/>
                <a:gd name="connsiteX52" fmla="*/ 506989 w 2915191"/>
                <a:gd name="connsiteY52" fmla="*/ 87554 h 721231"/>
                <a:gd name="connsiteX53" fmla="*/ 516738 w 2915191"/>
                <a:gd name="connsiteY53" fmla="*/ 77811 h 721231"/>
                <a:gd name="connsiteX54" fmla="*/ 526488 w 2915191"/>
                <a:gd name="connsiteY54" fmla="*/ 92807 h 721231"/>
                <a:gd name="connsiteX55" fmla="*/ 536238 w 2915191"/>
                <a:gd name="connsiteY55" fmla="*/ 82204 h 721231"/>
                <a:gd name="connsiteX56" fmla="*/ 545988 w 2915191"/>
                <a:gd name="connsiteY56" fmla="*/ 51622 h 721231"/>
                <a:gd name="connsiteX57" fmla="*/ 555738 w 2915191"/>
                <a:gd name="connsiteY57" fmla="*/ 57132 h 721231"/>
                <a:gd name="connsiteX58" fmla="*/ 565488 w 2915191"/>
                <a:gd name="connsiteY58" fmla="*/ 98233 h 721231"/>
                <a:gd name="connsiteX59" fmla="*/ 575238 w 2915191"/>
                <a:gd name="connsiteY59" fmla="*/ 95747 h 721231"/>
                <a:gd name="connsiteX60" fmla="*/ 584988 w 2915191"/>
                <a:gd name="connsiteY60" fmla="*/ 76754 h 721231"/>
                <a:gd name="connsiteX61" fmla="*/ 594738 w 2915191"/>
                <a:gd name="connsiteY61" fmla="*/ 45224 h 721231"/>
                <a:gd name="connsiteX62" fmla="*/ 604488 w 2915191"/>
                <a:gd name="connsiteY62" fmla="*/ 22392 h 721231"/>
                <a:gd name="connsiteX63" fmla="*/ 614237 w 2915191"/>
                <a:gd name="connsiteY63" fmla="*/ 34621 h 721231"/>
                <a:gd name="connsiteX64" fmla="*/ 623987 w 2915191"/>
                <a:gd name="connsiteY64" fmla="*/ 32867 h 721231"/>
                <a:gd name="connsiteX65" fmla="*/ 633736 w 2915191"/>
                <a:gd name="connsiteY65" fmla="*/ 58978 h 721231"/>
                <a:gd name="connsiteX66" fmla="*/ 643486 w 2915191"/>
                <a:gd name="connsiteY66" fmla="*/ 39451 h 721231"/>
                <a:gd name="connsiteX67" fmla="*/ 653236 w 2915191"/>
                <a:gd name="connsiteY67" fmla="*/ 46556 h 721231"/>
                <a:gd name="connsiteX68" fmla="*/ 662985 w 2915191"/>
                <a:gd name="connsiteY68" fmla="*/ 48758 h 721231"/>
                <a:gd name="connsiteX69" fmla="*/ 672735 w 2915191"/>
                <a:gd name="connsiteY69" fmla="*/ 25804 h 721231"/>
                <a:gd name="connsiteX70" fmla="*/ 682485 w 2915191"/>
                <a:gd name="connsiteY70" fmla="*/ 32977 h 721231"/>
                <a:gd name="connsiteX71" fmla="*/ 692235 w 2915191"/>
                <a:gd name="connsiteY71" fmla="*/ 41169 h 721231"/>
                <a:gd name="connsiteX72" fmla="*/ 701985 w 2915191"/>
                <a:gd name="connsiteY72" fmla="*/ 61954 h 721231"/>
                <a:gd name="connsiteX73" fmla="*/ 711735 w 2915191"/>
                <a:gd name="connsiteY73" fmla="*/ 75264 h 721231"/>
                <a:gd name="connsiteX74" fmla="*/ 721485 w 2915191"/>
                <a:gd name="connsiteY74" fmla="*/ 37419 h 721231"/>
                <a:gd name="connsiteX75" fmla="*/ 731235 w 2915191"/>
                <a:gd name="connsiteY75" fmla="*/ 11740 h 721231"/>
                <a:gd name="connsiteX76" fmla="*/ 740985 w 2915191"/>
                <a:gd name="connsiteY76" fmla="*/ 33690 h 721231"/>
                <a:gd name="connsiteX77" fmla="*/ 750734 w 2915191"/>
                <a:gd name="connsiteY77" fmla="*/ 22199 h 721231"/>
                <a:gd name="connsiteX78" fmla="*/ 760484 w 2915191"/>
                <a:gd name="connsiteY78" fmla="*/ 29819 h 721231"/>
                <a:gd name="connsiteX79" fmla="*/ 770233 w 2915191"/>
                <a:gd name="connsiteY79" fmla="*/ 35780 h 721231"/>
                <a:gd name="connsiteX80" fmla="*/ 779983 w 2915191"/>
                <a:gd name="connsiteY80" fmla="*/ 40282 h 721231"/>
                <a:gd name="connsiteX81" fmla="*/ 789733 w 2915191"/>
                <a:gd name="connsiteY81" fmla="*/ 60225 h 721231"/>
                <a:gd name="connsiteX82" fmla="*/ 799482 w 2915191"/>
                <a:gd name="connsiteY82" fmla="*/ 69562 h 721231"/>
                <a:gd name="connsiteX83" fmla="*/ 809232 w 2915191"/>
                <a:gd name="connsiteY83" fmla="*/ 102320 h 721231"/>
                <a:gd name="connsiteX84" fmla="*/ 818982 w 2915191"/>
                <a:gd name="connsiteY84" fmla="*/ 131862 h 721231"/>
                <a:gd name="connsiteX85" fmla="*/ 828732 w 2915191"/>
                <a:gd name="connsiteY85" fmla="*/ 125579 h 721231"/>
                <a:gd name="connsiteX86" fmla="*/ 838482 w 2915191"/>
                <a:gd name="connsiteY86" fmla="*/ 104966 h 721231"/>
                <a:gd name="connsiteX87" fmla="*/ 848232 w 2915191"/>
                <a:gd name="connsiteY87" fmla="*/ 79543 h 721231"/>
                <a:gd name="connsiteX88" fmla="*/ 857982 w 2915191"/>
                <a:gd name="connsiteY88" fmla="*/ 92536 h 721231"/>
                <a:gd name="connsiteX89" fmla="*/ 867732 w 2915191"/>
                <a:gd name="connsiteY89" fmla="*/ 107316 h 721231"/>
                <a:gd name="connsiteX90" fmla="*/ 877482 w 2915191"/>
                <a:gd name="connsiteY90" fmla="*/ 83144 h 721231"/>
                <a:gd name="connsiteX91" fmla="*/ 887231 w 2915191"/>
                <a:gd name="connsiteY91" fmla="*/ 81693 h 721231"/>
                <a:gd name="connsiteX92" fmla="*/ 896981 w 2915191"/>
                <a:gd name="connsiteY92" fmla="*/ 94814 h 721231"/>
                <a:gd name="connsiteX93" fmla="*/ 906730 w 2915191"/>
                <a:gd name="connsiteY93" fmla="*/ 92609 h 721231"/>
                <a:gd name="connsiteX94" fmla="*/ 916480 w 2915191"/>
                <a:gd name="connsiteY94" fmla="*/ 45576 h 721231"/>
                <a:gd name="connsiteX95" fmla="*/ 926230 w 2915191"/>
                <a:gd name="connsiteY95" fmla="*/ 47221 h 721231"/>
                <a:gd name="connsiteX96" fmla="*/ 935979 w 2915191"/>
                <a:gd name="connsiteY96" fmla="*/ 67381 h 721231"/>
                <a:gd name="connsiteX97" fmla="*/ 945729 w 2915191"/>
                <a:gd name="connsiteY97" fmla="*/ 32596 h 721231"/>
                <a:gd name="connsiteX98" fmla="*/ 955479 w 2915191"/>
                <a:gd name="connsiteY98" fmla="*/ 20735 h 721231"/>
                <a:gd name="connsiteX99" fmla="*/ 965229 w 2915191"/>
                <a:gd name="connsiteY99" fmla="*/ 0 h 721231"/>
                <a:gd name="connsiteX100" fmla="*/ 974979 w 2915191"/>
                <a:gd name="connsiteY100" fmla="*/ 8029 h 721231"/>
                <a:gd name="connsiteX101" fmla="*/ 984729 w 2915191"/>
                <a:gd name="connsiteY101" fmla="*/ 15829 h 721231"/>
                <a:gd name="connsiteX102" fmla="*/ 994474 w 2915191"/>
                <a:gd name="connsiteY102" fmla="*/ 18722 h 721231"/>
                <a:gd name="connsiteX103" fmla="*/ 1004233 w 2915191"/>
                <a:gd name="connsiteY103" fmla="*/ 36756 h 721231"/>
                <a:gd name="connsiteX104" fmla="*/ 1013977 w 2915191"/>
                <a:gd name="connsiteY104" fmla="*/ 32289 h 721231"/>
                <a:gd name="connsiteX105" fmla="*/ 1023721 w 2915191"/>
                <a:gd name="connsiteY105" fmla="*/ 58778 h 721231"/>
                <a:gd name="connsiteX106" fmla="*/ 1033480 w 2915191"/>
                <a:gd name="connsiteY106" fmla="*/ 49809 h 721231"/>
                <a:gd name="connsiteX107" fmla="*/ 1043224 w 2915191"/>
                <a:gd name="connsiteY107" fmla="*/ 94853 h 721231"/>
                <a:gd name="connsiteX108" fmla="*/ 1052983 w 2915191"/>
                <a:gd name="connsiteY108" fmla="*/ 94926 h 721231"/>
                <a:gd name="connsiteX109" fmla="*/ 1062727 w 2915191"/>
                <a:gd name="connsiteY109" fmla="*/ 102118 h 721231"/>
                <a:gd name="connsiteX110" fmla="*/ 1072471 w 2915191"/>
                <a:gd name="connsiteY110" fmla="*/ 112227 h 721231"/>
                <a:gd name="connsiteX111" fmla="*/ 1082230 w 2915191"/>
                <a:gd name="connsiteY111" fmla="*/ 129843 h 721231"/>
                <a:gd name="connsiteX112" fmla="*/ 1091973 w 2915191"/>
                <a:gd name="connsiteY112" fmla="*/ 115433 h 721231"/>
                <a:gd name="connsiteX113" fmla="*/ 1101732 w 2915191"/>
                <a:gd name="connsiteY113" fmla="*/ 97481 h 721231"/>
                <a:gd name="connsiteX114" fmla="*/ 1111476 w 2915191"/>
                <a:gd name="connsiteY114" fmla="*/ 102876 h 721231"/>
                <a:gd name="connsiteX115" fmla="*/ 1121220 w 2915191"/>
                <a:gd name="connsiteY115" fmla="*/ 78392 h 721231"/>
                <a:gd name="connsiteX116" fmla="*/ 1130979 w 2915191"/>
                <a:gd name="connsiteY116" fmla="*/ 103551 h 721231"/>
                <a:gd name="connsiteX117" fmla="*/ 1140723 w 2915191"/>
                <a:gd name="connsiteY117" fmla="*/ 87006 h 721231"/>
                <a:gd name="connsiteX118" fmla="*/ 1150482 w 2915191"/>
                <a:gd name="connsiteY118" fmla="*/ 85379 h 721231"/>
                <a:gd name="connsiteX119" fmla="*/ 1160226 w 2915191"/>
                <a:gd name="connsiteY119" fmla="*/ 53796 h 721231"/>
                <a:gd name="connsiteX120" fmla="*/ 1169969 w 2915191"/>
                <a:gd name="connsiteY120" fmla="*/ 69639 h 721231"/>
                <a:gd name="connsiteX121" fmla="*/ 1179728 w 2915191"/>
                <a:gd name="connsiteY121" fmla="*/ 103365 h 721231"/>
                <a:gd name="connsiteX122" fmla="*/ 1189472 w 2915191"/>
                <a:gd name="connsiteY122" fmla="*/ 108538 h 721231"/>
                <a:gd name="connsiteX123" fmla="*/ 1199231 w 2915191"/>
                <a:gd name="connsiteY123" fmla="*/ 98132 h 721231"/>
                <a:gd name="connsiteX124" fmla="*/ 1208975 w 2915191"/>
                <a:gd name="connsiteY124" fmla="*/ 119837 h 721231"/>
                <a:gd name="connsiteX125" fmla="*/ 1218719 w 2915191"/>
                <a:gd name="connsiteY125" fmla="*/ 109303 h 721231"/>
                <a:gd name="connsiteX126" fmla="*/ 1228478 w 2915191"/>
                <a:gd name="connsiteY126" fmla="*/ 132848 h 721231"/>
                <a:gd name="connsiteX127" fmla="*/ 1238222 w 2915191"/>
                <a:gd name="connsiteY127" fmla="*/ 174366 h 721231"/>
                <a:gd name="connsiteX128" fmla="*/ 1247966 w 2915191"/>
                <a:gd name="connsiteY128" fmla="*/ 183563 h 721231"/>
                <a:gd name="connsiteX129" fmla="*/ 1257725 w 2915191"/>
                <a:gd name="connsiteY129" fmla="*/ 168446 h 721231"/>
                <a:gd name="connsiteX130" fmla="*/ 1267469 w 2915191"/>
                <a:gd name="connsiteY130" fmla="*/ 162977 h 721231"/>
                <a:gd name="connsiteX131" fmla="*/ 1277227 w 2915191"/>
                <a:gd name="connsiteY131" fmla="*/ 142150 h 721231"/>
                <a:gd name="connsiteX132" fmla="*/ 1286971 w 2915191"/>
                <a:gd name="connsiteY132" fmla="*/ 174440 h 721231"/>
                <a:gd name="connsiteX133" fmla="*/ 1296715 w 2915191"/>
                <a:gd name="connsiteY133" fmla="*/ 163309 h 721231"/>
                <a:gd name="connsiteX134" fmla="*/ 1306474 w 2915191"/>
                <a:gd name="connsiteY134" fmla="*/ 157682 h 721231"/>
                <a:gd name="connsiteX135" fmla="*/ 1316218 w 2915191"/>
                <a:gd name="connsiteY135" fmla="*/ 167417 h 721231"/>
                <a:gd name="connsiteX136" fmla="*/ 1325977 w 2915191"/>
                <a:gd name="connsiteY136" fmla="*/ 173609 h 721231"/>
                <a:gd name="connsiteX137" fmla="*/ 1335721 w 2915191"/>
                <a:gd name="connsiteY137" fmla="*/ 209290 h 721231"/>
                <a:gd name="connsiteX138" fmla="*/ 1345465 w 2915191"/>
                <a:gd name="connsiteY138" fmla="*/ 215839 h 721231"/>
                <a:gd name="connsiteX139" fmla="*/ 1355224 w 2915191"/>
                <a:gd name="connsiteY139" fmla="*/ 223737 h 721231"/>
                <a:gd name="connsiteX140" fmla="*/ 1364967 w 2915191"/>
                <a:gd name="connsiteY140" fmla="*/ 248882 h 721231"/>
                <a:gd name="connsiteX141" fmla="*/ 1374726 w 2915191"/>
                <a:gd name="connsiteY141" fmla="*/ 276434 h 721231"/>
                <a:gd name="connsiteX142" fmla="*/ 1384470 w 2915191"/>
                <a:gd name="connsiteY142" fmla="*/ 248849 h 721231"/>
                <a:gd name="connsiteX143" fmla="*/ 1394214 w 2915191"/>
                <a:gd name="connsiteY143" fmla="*/ 260735 h 721231"/>
                <a:gd name="connsiteX144" fmla="*/ 1403973 w 2915191"/>
                <a:gd name="connsiteY144" fmla="*/ 226925 h 721231"/>
                <a:gd name="connsiteX145" fmla="*/ 1413717 w 2915191"/>
                <a:gd name="connsiteY145" fmla="*/ 229732 h 721231"/>
                <a:gd name="connsiteX146" fmla="*/ 1423476 w 2915191"/>
                <a:gd name="connsiteY146" fmla="*/ 230109 h 721231"/>
                <a:gd name="connsiteX147" fmla="*/ 1433220 w 2915191"/>
                <a:gd name="connsiteY147" fmla="*/ 234333 h 721231"/>
                <a:gd name="connsiteX148" fmla="*/ 1442964 w 2915191"/>
                <a:gd name="connsiteY148" fmla="*/ 229966 h 721231"/>
                <a:gd name="connsiteX149" fmla="*/ 1452722 w 2915191"/>
                <a:gd name="connsiteY149" fmla="*/ 207212 h 721231"/>
                <a:gd name="connsiteX150" fmla="*/ 1462466 w 2915191"/>
                <a:gd name="connsiteY150" fmla="*/ 189569 h 721231"/>
                <a:gd name="connsiteX151" fmla="*/ 1472225 w 2915191"/>
                <a:gd name="connsiteY151" fmla="*/ 193836 h 721231"/>
                <a:gd name="connsiteX152" fmla="*/ 1481969 w 2915191"/>
                <a:gd name="connsiteY152" fmla="*/ 183742 h 721231"/>
                <a:gd name="connsiteX153" fmla="*/ 1491713 w 2915191"/>
                <a:gd name="connsiteY153" fmla="*/ 196148 h 721231"/>
                <a:gd name="connsiteX154" fmla="*/ 1501472 w 2915191"/>
                <a:gd name="connsiteY154" fmla="*/ 203113 h 721231"/>
                <a:gd name="connsiteX155" fmla="*/ 1511216 w 2915191"/>
                <a:gd name="connsiteY155" fmla="*/ 210780 h 721231"/>
                <a:gd name="connsiteX156" fmla="*/ 1520960 w 2915191"/>
                <a:gd name="connsiteY156" fmla="*/ 239744 h 721231"/>
                <a:gd name="connsiteX157" fmla="*/ 1530719 w 2915191"/>
                <a:gd name="connsiteY157" fmla="*/ 246148 h 721231"/>
                <a:gd name="connsiteX158" fmla="*/ 1540463 w 2915191"/>
                <a:gd name="connsiteY158" fmla="*/ 262924 h 721231"/>
                <a:gd name="connsiteX159" fmla="*/ 1550221 w 2915191"/>
                <a:gd name="connsiteY159" fmla="*/ 277601 h 721231"/>
                <a:gd name="connsiteX160" fmla="*/ 1559965 w 2915191"/>
                <a:gd name="connsiteY160" fmla="*/ 294943 h 721231"/>
                <a:gd name="connsiteX161" fmla="*/ 1569709 w 2915191"/>
                <a:gd name="connsiteY161" fmla="*/ 300633 h 721231"/>
                <a:gd name="connsiteX162" fmla="*/ 1579468 w 2915191"/>
                <a:gd name="connsiteY162" fmla="*/ 317064 h 721231"/>
                <a:gd name="connsiteX163" fmla="*/ 1589212 w 2915191"/>
                <a:gd name="connsiteY163" fmla="*/ 298787 h 721231"/>
                <a:gd name="connsiteX164" fmla="*/ 1598971 w 2915191"/>
                <a:gd name="connsiteY164" fmla="*/ 312956 h 721231"/>
                <a:gd name="connsiteX165" fmla="*/ 1608715 w 2915191"/>
                <a:gd name="connsiteY165" fmla="*/ 287531 h 721231"/>
                <a:gd name="connsiteX166" fmla="*/ 1618459 w 2915191"/>
                <a:gd name="connsiteY166" fmla="*/ 274658 h 721231"/>
                <a:gd name="connsiteX167" fmla="*/ 1628218 w 2915191"/>
                <a:gd name="connsiteY167" fmla="*/ 275813 h 721231"/>
                <a:gd name="connsiteX168" fmla="*/ 1637962 w 2915191"/>
                <a:gd name="connsiteY168" fmla="*/ 256169 h 721231"/>
                <a:gd name="connsiteX169" fmla="*/ 1647720 w 2915191"/>
                <a:gd name="connsiteY169" fmla="*/ 247709 h 721231"/>
                <a:gd name="connsiteX170" fmla="*/ 1657464 w 2915191"/>
                <a:gd name="connsiteY170" fmla="*/ 231287 h 721231"/>
                <a:gd name="connsiteX171" fmla="*/ 1667208 w 2915191"/>
                <a:gd name="connsiteY171" fmla="*/ 233250 h 721231"/>
                <a:gd name="connsiteX172" fmla="*/ 1676967 w 2915191"/>
                <a:gd name="connsiteY172" fmla="*/ 229085 h 721231"/>
                <a:gd name="connsiteX173" fmla="*/ 1686711 w 2915191"/>
                <a:gd name="connsiteY173" fmla="*/ 259241 h 721231"/>
                <a:gd name="connsiteX174" fmla="*/ 1696470 w 2915191"/>
                <a:gd name="connsiteY174" fmla="*/ 282249 h 721231"/>
                <a:gd name="connsiteX175" fmla="*/ 1706214 w 2915191"/>
                <a:gd name="connsiteY175" fmla="*/ 280022 h 721231"/>
                <a:gd name="connsiteX176" fmla="*/ 1715958 w 2915191"/>
                <a:gd name="connsiteY176" fmla="*/ 323411 h 721231"/>
                <a:gd name="connsiteX177" fmla="*/ 1725716 w 2915191"/>
                <a:gd name="connsiteY177" fmla="*/ 319915 h 721231"/>
                <a:gd name="connsiteX178" fmla="*/ 1735460 w 2915191"/>
                <a:gd name="connsiteY178" fmla="*/ 313241 h 721231"/>
                <a:gd name="connsiteX179" fmla="*/ 1745219 w 2915191"/>
                <a:gd name="connsiteY179" fmla="*/ 322906 h 721231"/>
                <a:gd name="connsiteX180" fmla="*/ 1754963 w 2915191"/>
                <a:gd name="connsiteY180" fmla="*/ 308443 h 721231"/>
                <a:gd name="connsiteX181" fmla="*/ 1764707 w 2915191"/>
                <a:gd name="connsiteY181" fmla="*/ 311941 h 721231"/>
                <a:gd name="connsiteX182" fmla="*/ 1774466 w 2915191"/>
                <a:gd name="connsiteY182" fmla="*/ 303503 h 721231"/>
                <a:gd name="connsiteX183" fmla="*/ 1784210 w 2915191"/>
                <a:gd name="connsiteY183" fmla="*/ 298377 h 721231"/>
                <a:gd name="connsiteX184" fmla="*/ 1793969 w 2915191"/>
                <a:gd name="connsiteY184" fmla="*/ 318704 h 721231"/>
                <a:gd name="connsiteX185" fmla="*/ 1803713 w 2915191"/>
                <a:gd name="connsiteY185" fmla="*/ 346445 h 721231"/>
                <a:gd name="connsiteX186" fmla="*/ 1813457 w 2915191"/>
                <a:gd name="connsiteY186" fmla="*/ 370527 h 721231"/>
                <a:gd name="connsiteX187" fmla="*/ 1823215 w 2915191"/>
                <a:gd name="connsiteY187" fmla="*/ 351454 h 721231"/>
                <a:gd name="connsiteX188" fmla="*/ 1832959 w 2915191"/>
                <a:gd name="connsiteY188" fmla="*/ 322584 h 721231"/>
                <a:gd name="connsiteX189" fmla="*/ 1842703 w 2915191"/>
                <a:gd name="connsiteY189" fmla="*/ 292752 h 721231"/>
                <a:gd name="connsiteX190" fmla="*/ 1852462 w 2915191"/>
                <a:gd name="connsiteY190" fmla="*/ 278948 h 721231"/>
                <a:gd name="connsiteX191" fmla="*/ 1862206 w 2915191"/>
                <a:gd name="connsiteY191" fmla="*/ 267021 h 721231"/>
                <a:gd name="connsiteX192" fmla="*/ 1871965 w 2915191"/>
                <a:gd name="connsiteY192" fmla="*/ 290103 h 721231"/>
                <a:gd name="connsiteX193" fmla="*/ 1881709 w 2915191"/>
                <a:gd name="connsiteY193" fmla="*/ 265956 h 721231"/>
                <a:gd name="connsiteX194" fmla="*/ 1891453 w 2915191"/>
                <a:gd name="connsiteY194" fmla="*/ 259172 h 721231"/>
                <a:gd name="connsiteX195" fmla="*/ 1901212 w 2915191"/>
                <a:gd name="connsiteY195" fmla="*/ 256410 h 721231"/>
                <a:gd name="connsiteX196" fmla="*/ 1910956 w 2915191"/>
                <a:gd name="connsiteY196" fmla="*/ 290879 h 721231"/>
                <a:gd name="connsiteX197" fmla="*/ 1920714 w 2915191"/>
                <a:gd name="connsiteY197" fmla="*/ 297276 h 721231"/>
                <a:gd name="connsiteX198" fmla="*/ 1930458 w 2915191"/>
                <a:gd name="connsiteY198" fmla="*/ 265273 h 721231"/>
                <a:gd name="connsiteX199" fmla="*/ 1940202 w 2915191"/>
                <a:gd name="connsiteY199" fmla="*/ 261568 h 721231"/>
                <a:gd name="connsiteX200" fmla="*/ 1949961 w 2915191"/>
                <a:gd name="connsiteY200" fmla="*/ 241422 h 721231"/>
                <a:gd name="connsiteX201" fmla="*/ 1959705 w 2915191"/>
                <a:gd name="connsiteY201" fmla="*/ 253427 h 721231"/>
                <a:gd name="connsiteX202" fmla="*/ 1969464 w 2915191"/>
                <a:gd name="connsiteY202" fmla="*/ 228753 h 721231"/>
                <a:gd name="connsiteX203" fmla="*/ 1979208 w 2915191"/>
                <a:gd name="connsiteY203" fmla="*/ 222303 h 721231"/>
                <a:gd name="connsiteX204" fmla="*/ 1988952 w 2915191"/>
                <a:gd name="connsiteY204" fmla="*/ 199591 h 721231"/>
                <a:gd name="connsiteX205" fmla="*/ 1998711 w 2915191"/>
                <a:gd name="connsiteY205" fmla="*/ 209134 h 721231"/>
                <a:gd name="connsiteX206" fmla="*/ 2008454 w 2915191"/>
                <a:gd name="connsiteY206" fmla="*/ 202847 h 721231"/>
                <a:gd name="connsiteX207" fmla="*/ 2018213 w 2915191"/>
                <a:gd name="connsiteY207" fmla="*/ 215481 h 721231"/>
                <a:gd name="connsiteX208" fmla="*/ 2027957 w 2915191"/>
                <a:gd name="connsiteY208" fmla="*/ 201942 h 721231"/>
                <a:gd name="connsiteX209" fmla="*/ 2037701 w 2915191"/>
                <a:gd name="connsiteY209" fmla="*/ 201564 h 721231"/>
                <a:gd name="connsiteX210" fmla="*/ 2047460 w 2915191"/>
                <a:gd name="connsiteY210" fmla="*/ 197794 h 721231"/>
                <a:gd name="connsiteX211" fmla="*/ 2057204 w 2915191"/>
                <a:gd name="connsiteY211" fmla="*/ 214812 h 721231"/>
                <a:gd name="connsiteX212" fmla="*/ 2066963 w 2915191"/>
                <a:gd name="connsiteY212" fmla="*/ 218857 h 721231"/>
                <a:gd name="connsiteX213" fmla="*/ 2076707 w 2915191"/>
                <a:gd name="connsiteY213" fmla="*/ 247904 h 721231"/>
                <a:gd name="connsiteX214" fmla="*/ 2086451 w 2915191"/>
                <a:gd name="connsiteY214" fmla="*/ 268843 h 721231"/>
                <a:gd name="connsiteX215" fmla="*/ 2096210 w 2915191"/>
                <a:gd name="connsiteY215" fmla="*/ 271459 h 721231"/>
                <a:gd name="connsiteX216" fmla="*/ 2105954 w 2915191"/>
                <a:gd name="connsiteY216" fmla="*/ 278384 h 721231"/>
                <a:gd name="connsiteX217" fmla="*/ 2115697 w 2915191"/>
                <a:gd name="connsiteY217" fmla="*/ 275256 h 721231"/>
                <a:gd name="connsiteX218" fmla="*/ 2125456 w 2915191"/>
                <a:gd name="connsiteY218" fmla="*/ 313424 h 721231"/>
                <a:gd name="connsiteX219" fmla="*/ 2135200 w 2915191"/>
                <a:gd name="connsiteY219" fmla="*/ 334566 h 721231"/>
                <a:gd name="connsiteX220" fmla="*/ 2144959 w 2915191"/>
                <a:gd name="connsiteY220" fmla="*/ 303628 h 721231"/>
                <a:gd name="connsiteX221" fmla="*/ 2154703 w 2915191"/>
                <a:gd name="connsiteY221" fmla="*/ 330375 h 721231"/>
                <a:gd name="connsiteX222" fmla="*/ 2164447 w 2915191"/>
                <a:gd name="connsiteY222" fmla="*/ 294262 h 721231"/>
                <a:gd name="connsiteX223" fmla="*/ 2174206 w 2915191"/>
                <a:gd name="connsiteY223" fmla="*/ 286834 h 721231"/>
                <a:gd name="connsiteX224" fmla="*/ 2183950 w 2915191"/>
                <a:gd name="connsiteY224" fmla="*/ 304404 h 721231"/>
                <a:gd name="connsiteX225" fmla="*/ 2193709 w 2915191"/>
                <a:gd name="connsiteY225" fmla="*/ 323986 h 721231"/>
                <a:gd name="connsiteX226" fmla="*/ 2203452 w 2915191"/>
                <a:gd name="connsiteY226" fmla="*/ 325491 h 721231"/>
                <a:gd name="connsiteX227" fmla="*/ 2213196 w 2915191"/>
                <a:gd name="connsiteY227" fmla="*/ 340384 h 721231"/>
                <a:gd name="connsiteX228" fmla="*/ 2222955 w 2915191"/>
                <a:gd name="connsiteY228" fmla="*/ 286962 h 721231"/>
                <a:gd name="connsiteX229" fmla="*/ 2232699 w 2915191"/>
                <a:gd name="connsiteY229" fmla="*/ 281413 h 721231"/>
                <a:gd name="connsiteX230" fmla="*/ 2242458 w 2915191"/>
                <a:gd name="connsiteY230" fmla="*/ 319966 h 721231"/>
                <a:gd name="connsiteX231" fmla="*/ 2252202 w 2915191"/>
                <a:gd name="connsiteY231" fmla="*/ 351036 h 721231"/>
                <a:gd name="connsiteX232" fmla="*/ 2261946 w 2915191"/>
                <a:gd name="connsiteY232" fmla="*/ 380392 h 721231"/>
                <a:gd name="connsiteX233" fmla="*/ 2271705 w 2915191"/>
                <a:gd name="connsiteY233" fmla="*/ 381161 h 721231"/>
                <a:gd name="connsiteX234" fmla="*/ 2281449 w 2915191"/>
                <a:gd name="connsiteY234" fmla="*/ 429010 h 721231"/>
                <a:gd name="connsiteX235" fmla="*/ 2291208 w 2915191"/>
                <a:gd name="connsiteY235" fmla="*/ 433641 h 721231"/>
                <a:gd name="connsiteX236" fmla="*/ 2300951 w 2915191"/>
                <a:gd name="connsiteY236" fmla="*/ 435277 h 721231"/>
                <a:gd name="connsiteX237" fmla="*/ 2310695 w 2915191"/>
                <a:gd name="connsiteY237" fmla="*/ 437305 h 721231"/>
                <a:gd name="connsiteX238" fmla="*/ 2320454 w 2915191"/>
                <a:gd name="connsiteY238" fmla="*/ 438392 h 721231"/>
                <a:gd name="connsiteX239" fmla="*/ 2330198 w 2915191"/>
                <a:gd name="connsiteY239" fmla="*/ 438429 h 721231"/>
                <a:gd name="connsiteX240" fmla="*/ 2339957 w 2915191"/>
                <a:gd name="connsiteY240" fmla="*/ 435739 h 721231"/>
                <a:gd name="connsiteX241" fmla="*/ 2349701 w 2915191"/>
                <a:gd name="connsiteY241" fmla="*/ 470009 h 721231"/>
                <a:gd name="connsiteX242" fmla="*/ 2359445 w 2915191"/>
                <a:gd name="connsiteY242" fmla="*/ 460565 h 721231"/>
                <a:gd name="connsiteX243" fmla="*/ 2369204 w 2915191"/>
                <a:gd name="connsiteY243" fmla="*/ 476988 h 721231"/>
                <a:gd name="connsiteX244" fmla="*/ 2378948 w 2915191"/>
                <a:gd name="connsiteY244" fmla="*/ 471682 h 721231"/>
                <a:gd name="connsiteX245" fmla="*/ 2388692 w 2915191"/>
                <a:gd name="connsiteY245" fmla="*/ 442808 h 721231"/>
                <a:gd name="connsiteX246" fmla="*/ 2398450 w 2915191"/>
                <a:gd name="connsiteY246" fmla="*/ 437099 h 721231"/>
                <a:gd name="connsiteX247" fmla="*/ 2408194 w 2915191"/>
                <a:gd name="connsiteY247" fmla="*/ 415798 h 721231"/>
                <a:gd name="connsiteX248" fmla="*/ 2417953 w 2915191"/>
                <a:gd name="connsiteY248" fmla="*/ 452065 h 721231"/>
                <a:gd name="connsiteX249" fmla="*/ 2427697 w 2915191"/>
                <a:gd name="connsiteY249" fmla="*/ 466971 h 721231"/>
                <a:gd name="connsiteX250" fmla="*/ 2437441 w 2915191"/>
                <a:gd name="connsiteY250" fmla="*/ 483442 h 721231"/>
                <a:gd name="connsiteX251" fmla="*/ 2447200 w 2915191"/>
                <a:gd name="connsiteY251" fmla="*/ 505899 h 721231"/>
                <a:gd name="connsiteX252" fmla="*/ 2456944 w 2915191"/>
                <a:gd name="connsiteY252" fmla="*/ 554773 h 721231"/>
                <a:gd name="connsiteX253" fmla="*/ 2466703 w 2915191"/>
                <a:gd name="connsiteY253" fmla="*/ 593139 h 721231"/>
                <a:gd name="connsiteX254" fmla="*/ 2476446 w 2915191"/>
                <a:gd name="connsiteY254" fmla="*/ 600209 h 721231"/>
                <a:gd name="connsiteX255" fmla="*/ 2486190 w 2915191"/>
                <a:gd name="connsiteY255" fmla="*/ 615924 h 721231"/>
                <a:gd name="connsiteX256" fmla="*/ 2495949 w 2915191"/>
                <a:gd name="connsiteY256" fmla="*/ 659860 h 721231"/>
                <a:gd name="connsiteX257" fmla="*/ 2505693 w 2915191"/>
                <a:gd name="connsiteY257" fmla="*/ 598888 h 721231"/>
                <a:gd name="connsiteX258" fmla="*/ 2515452 w 2915191"/>
                <a:gd name="connsiteY258" fmla="*/ 612250 h 721231"/>
                <a:gd name="connsiteX259" fmla="*/ 2525196 w 2915191"/>
                <a:gd name="connsiteY259" fmla="*/ 611195 h 721231"/>
                <a:gd name="connsiteX260" fmla="*/ 2534940 w 2915191"/>
                <a:gd name="connsiteY260" fmla="*/ 617345 h 721231"/>
                <a:gd name="connsiteX261" fmla="*/ 2544699 w 2915191"/>
                <a:gd name="connsiteY261" fmla="*/ 641847 h 721231"/>
                <a:gd name="connsiteX262" fmla="*/ 2554443 w 2915191"/>
                <a:gd name="connsiteY262" fmla="*/ 674189 h 721231"/>
                <a:gd name="connsiteX263" fmla="*/ 2564202 w 2915191"/>
                <a:gd name="connsiteY263" fmla="*/ 658691 h 721231"/>
                <a:gd name="connsiteX264" fmla="*/ 2573946 w 2915191"/>
                <a:gd name="connsiteY264" fmla="*/ 660499 h 721231"/>
                <a:gd name="connsiteX265" fmla="*/ 2583690 w 2915191"/>
                <a:gd name="connsiteY265" fmla="*/ 627430 h 721231"/>
                <a:gd name="connsiteX266" fmla="*/ 2593448 w 2915191"/>
                <a:gd name="connsiteY266" fmla="*/ 636952 h 721231"/>
                <a:gd name="connsiteX267" fmla="*/ 2603192 w 2915191"/>
                <a:gd name="connsiteY267" fmla="*/ 635717 h 721231"/>
                <a:gd name="connsiteX268" fmla="*/ 2612951 w 2915191"/>
                <a:gd name="connsiteY268" fmla="*/ 654915 h 721231"/>
                <a:gd name="connsiteX269" fmla="*/ 2622695 w 2915191"/>
                <a:gd name="connsiteY269" fmla="*/ 652631 h 721231"/>
                <a:gd name="connsiteX270" fmla="*/ 2632439 w 2915191"/>
                <a:gd name="connsiteY270" fmla="*/ 644604 h 721231"/>
                <a:gd name="connsiteX271" fmla="*/ 2642198 w 2915191"/>
                <a:gd name="connsiteY271" fmla="*/ 670910 h 721231"/>
                <a:gd name="connsiteX272" fmla="*/ 2651942 w 2915191"/>
                <a:gd name="connsiteY272" fmla="*/ 649217 h 721231"/>
                <a:gd name="connsiteX273" fmla="*/ 2661685 w 2915191"/>
                <a:gd name="connsiteY273" fmla="*/ 665234 h 721231"/>
                <a:gd name="connsiteX274" fmla="*/ 2671444 w 2915191"/>
                <a:gd name="connsiteY274" fmla="*/ 675980 h 721231"/>
                <a:gd name="connsiteX275" fmla="*/ 2681188 w 2915191"/>
                <a:gd name="connsiteY275" fmla="*/ 629112 h 721231"/>
                <a:gd name="connsiteX276" fmla="*/ 2690947 w 2915191"/>
                <a:gd name="connsiteY276" fmla="*/ 657225 h 721231"/>
                <a:gd name="connsiteX277" fmla="*/ 2700691 w 2915191"/>
                <a:gd name="connsiteY277" fmla="*/ 664203 h 721231"/>
                <a:gd name="connsiteX278" fmla="*/ 2710435 w 2915191"/>
                <a:gd name="connsiteY278" fmla="*/ 650181 h 721231"/>
                <a:gd name="connsiteX279" fmla="*/ 2720194 w 2915191"/>
                <a:gd name="connsiteY279" fmla="*/ 653562 h 721231"/>
                <a:gd name="connsiteX280" fmla="*/ 2729938 w 2915191"/>
                <a:gd name="connsiteY280" fmla="*/ 656075 h 721231"/>
                <a:gd name="connsiteX281" fmla="*/ 2739697 w 2915191"/>
                <a:gd name="connsiteY281" fmla="*/ 673912 h 721231"/>
                <a:gd name="connsiteX282" fmla="*/ 2749441 w 2915191"/>
                <a:gd name="connsiteY282" fmla="*/ 679262 h 721231"/>
                <a:gd name="connsiteX283" fmla="*/ 2759185 w 2915191"/>
                <a:gd name="connsiteY283" fmla="*/ 653624 h 721231"/>
                <a:gd name="connsiteX284" fmla="*/ 2768943 w 2915191"/>
                <a:gd name="connsiteY284" fmla="*/ 628499 h 721231"/>
                <a:gd name="connsiteX285" fmla="*/ 2778687 w 2915191"/>
                <a:gd name="connsiteY285" fmla="*/ 642440 h 721231"/>
                <a:gd name="connsiteX286" fmla="*/ 2788446 w 2915191"/>
                <a:gd name="connsiteY286" fmla="*/ 644895 h 721231"/>
                <a:gd name="connsiteX287" fmla="*/ 2798190 w 2915191"/>
                <a:gd name="connsiteY287" fmla="*/ 684723 h 721231"/>
                <a:gd name="connsiteX288" fmla="*/ 2807934 w 2915191"/>
                <a:gd name="connsiteY288" fmla="*/ 689029 h 721231"/>
                <a:gd name="connsiteX289" fmla="*/ 2817693 w 2915191"/>
                <a:gd name="connsiteY289" fmla="*/ 709913 h 721231"/>
                <a:gd name="connsiteX290" fmla="*/ 2827437 w 2915191"/>
                <a:gd name="connsiteY290" fmla="*/ 717903 h 721231"/>
                <a:gd name="connsiteX291" fmla="*/ 2837196 w 2915191"/>
                <a:gd name="connsiteY291" fmla="*/ 721231 h 721231"/>
                <a:gd name="connsiteX292" fmla="*/ 2846940 w 2915191"/>
                <a:gd name="connsiteY292" fmla="*/ 718125 h 721231"/>
                <a:gd name="connsiteX293" fmla="*/ 2856684 w 2915191"/>
                <a:gd name="connsiteY293" fmla="*/ 702153 h 721231"/>
                <a:gd name="connsiteX294" fmla="*/ 2866442 w 2915191"/>
                <a:gd name="connsiteY294" fmla="*/ 691858 h 721231"/>
                <a:gd name="connsiteX295" fmla="*/ 2876186 w 2915191"/>
                <a:gd name="connsiteY295" fmla="*/ 665019 h 721231"/>
                <a:gd name="connsiteX296" fmla="*/ 2885945 w 2915191"/>
                <a:gd name="connsiteY296" fmla="*/ 680031 h 721231"/>
                <a:gd name="connsiteX297" fmla="*/ 2895689 w 2915191"/>
                <a:gd name="connsiteY297" fmla="*/ 670116 h 721231"/>
                <a:gd name="connsiteX298" fmla="*/ 2905433 w 2915191"/>
                <a:gd name="connsiteY298" fmla="*/ 686253 h 721231"/>
                <a:gd name="connsiteX299" fmla="*/ 2915192 w 2915191"/>
                <a:gd name="connsiteY299" fmla="*/ 711008 h 721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721231">
                  <a:moveTo>
                    <a:pt x="0" y="129538"/>
                  </a:moveTo>
                  <a:lnTo>
                    <a:pt x="9750" y="137579"/>
                  </a:lnTo>
                  <a:lnTo>
                    <a:pt x="19500" y="118968"/>
                  </a:lnTo>
                  <a:lnTo>
                    <a:pt x="29250" y="124782"/>
                  </a:lnTo>
                  <a:lnTo>
                    <a:pt x="39000" y="116352"/>
                  </a:lnTo>
                  <a:lnTo>
                    <a:pt x="48749" y="124003"/>
                  </a:lnTo>
                  <a:lnTo>
                    <a:pt x="58499" y="125055"/>
                  </a:lnTo>
                  <a:lnTo>
                    <a:pt x="68249" y="125461"/>
                  </a:lnTo>
                  <a:lnTo>
                    <a:pt x="77998" y="133380"/>
                  </a:lnTo>
                  <a:lnTo>
                    <a:pt x="87748" y="154376"/>
                  </a:lnTo>
                  <a:lnTo>
                    <a:pt x="97497" y="164796"/>
                  </a:lnTo>
                  <a:lnTo>
                    <a:pt x="107247" y="130119"/>
                  </a:lnTo>
                  <a:lnTo>
                    <a:pt x="116997" y="137035"/>
                  </a:lnTo>
                  <a:lnTo>
                    <a:pt x="126747" y="162259"/>
                  </a:lnTo>
                  <a:lnTo>
                    <a:pt x="136497" y="180290"/>
                  </a:lnTo>
                  <a:lnTo>
                    <a:pt x="146247" y="176526"/>
                  </a:lnTo>
                  <a:lnTo>
                    <a:pt x="155997" y="163160"/>
                  </a:lnTo>
                  <a:lnTo>
                    <a:pt x="165747" y="181118"/>
                  </a:lnTo>
                  <a:lnTo>
                    <a:pt x="175497" y="181754"/>
                  </a:lnTo>
                  <a:lnTo>
                    <a:pt x="185247" y="228020"/>
                  </a:lnTo>
                  <a:lnTo>
                    <a:pt x="194996" y="199277"/>
                  </a:lnTo>
                  <a:lnTo>
                    <a:pt x="204746" y="205619"/>
                  </a:lnTo>
                  <a:lnTo>
                    <a:pt x="214495" y="203690"/>
                  </a:lnTo>
                  <a:lnTo>
                    <a:pt x="224245" y="183280"/>
                  </a:lnTo>
                  <a:lnTo>
                    <a:pt x="233995" y="198113"/>
                  </a:lnTo>
                  <a:lnTo>
                    <a:pt x="243744" y="167767"/>
                  </a:lnTo>
                  <a:lnTo>
                    <a:pt x="253494" y="160885"/>
                  </a:lnTo>
                  <a:lnTo>
                    <a:pt x="263244" y="150405"/>
                  </a:lnTo>
                  <a:lnTo>
                    <a:pt x="272994" y="132038"/>
                  </a:lnTo>
                  <a:lnTo>
                    <a:pt x="282744" y="130207"/>
                  </a:lnTo>
                  <a:lnTo>
                    <a:pt x="292494" y="110674"/>
                  </a:lnTo>
                  <a:lnTo>
                    <a:pt x="302244" y="106829"/>
                  </a:lnTo>
                  <a:lnTo>
                    <a:pt x="311994" y="79574"/>
                  </a:lnTo>
                  <a:lnTo>
                    <a:pt x="321744" y="100929"/>
                  </a:lnTo>
                  <a:lnTo>
                    <a:pt x="331493" y="105190"/>
                  </a:lnTo>
                  <a:lnTo>
                    <a:pt x="341243" y="85687"/>
                  </a:lnTo>
                  <a:lnTo>
                    <a:pt x="350993" y="88557"/>
                  </a:lnTo>
                  <a:lnTo>
                    <a:pt x="360742" y="81708"/>
                  </a:lnTo>
                  <a:lnTo>
                    <a:pt x="370492" y="77262"/>
                  </a:lnTo>
                  <a:lnTo>
                    <a:pt x="380241" y="68520"/>
                  </a:lnTo>
                  <a:lnTo>
                    <a:pt x="389991" y="67987"/>
                  </a:lnTo>
                  <a:lnTo>
                    <a:pt x="399741" y="85726"/>
                  </a:lnTo>
                  <a:lnTo>
                    <a:pt x="409491" y="89229"/>
                  </a:lnTo>
                  <a:lnTo>
                    <a:pt x="419241" y="53890"/>
                  </a:lnTo>
                  <a:lnTo>
                    <a:pt x="428991" y="41480"/>
                  </a:lnTo>
                  <a:lnTo>
                    <a:pt x="438741" y="50621"/>
                  </a:lnTo>
                  <a:lnTo>
                    <a:pt x="448491" y="37383"/>
                  </a:lnTo>
                  <a:lnTo>
                    <a:pt x="458241" y="39496"/>
                  </a:lnTo>
                  <a:lnTo>
                    <a:pt x="467991" y="74827"/>
                  </a:lnTo>
                  <a:lnTo>
                    <a:pt x="477740" y="85864"/>
                  </a:lnTo>
                  <a:lnTo>
                    <a:pt x="487490" y="75924"/>
                  </a:lnTo>
                  <a:lnTo>
                    <a:pt x="497239" y="106057"/>
                  </a:lnTo>
                  <a:lnTo>
                    <a:pt x="506989" y="87554"/>
                  </a:lnTo>
                  <a:lnTo>
                    <a:pt x="516738" y="77811"/>
                  </a:lnTo>
                  <a:lnTo>
                    <a:pt x="526488" y="92807"/>
                  </a:lnTo>
                  <a:lnTo>
                    <a:pt x="536238" y="82204"/>
                  </a:lnTo>
                  <a:lnTo>
                    <a:pt x="545988" y="51622"/>
                  </a:lnTo>
                  <a:lnTo>
                    <a:pt x="555738" y="57132"/>
                  </a:lnTo>
                  <a:lnTo>
                    <a:pt x="565488" y="98233"/>
                  </a:lnTo>
                  <a:lnTo>
                    <a:pt x="575238" y="95747"/>
                  </a:lnTo>
                  <a:lnTo>
                    <a:pt x="584988" y="76754"/>
                  </a:lnTo>
                  <a:lnTo>
                    <a:pt x="594738" y="45224"/>
                  </a:lnTo>
                  <a:lnTo>
                    <a:pt x="604488" y="22392"/>
                  </a:lnTo>
                  <a:lnTo>
                    <a:pt x="614237" y="34621"/>
                  </a:lnTo>
                  <a:lnTo>
                    <a:pt x="623987" y="32867"/>
                  </a:lnTo>
                  <a:lnTo>
                    <a:pt x="633736" y="58978"/>
                  </a:lnTo>
                  <a:lnTo>
                    <a:pt x="643486" y="39451"/>
                  </a:lnTo>
                  <a:lnTo>
                    <a:pt x="653236" y="46556"/>
                  </a:lnTo>
                  <a:lnTo>
                    <a:pt x="662985" y="48758"/>
                  </a:lnTo>
                  <a:lnTo>
                    <a:pt x="672735" y="25804"/>
                  </a:lnTo>
                  <a:lnTo>
                    <a:pt x="682485" y="32977"/>
                  </a:lnTo>
                  <a:lnTo>
                    <a:pt x="692235" y="41169"/>
                  </a:lnTo>
                  <a:lnTo>
                    <a:pt x="701985" y="61954"/>
                  </a:lnTo>
                  <a:lnTo>
                    <a:pt x="711735" y="75264"/>
                  </a:lnTo>
                  <a:lnTo>
                    <a:pt x="721485" y="37419"/>
                  </a:lnTo>
                  <a:lnTo>
                    <a:pt x="731235" y="11740"/>
                  </a:lnTo>
                  <a:lnTo>
                    <a:pt x="740985" y="33690"/>
                  </a:lnTo>
                  <a:lnTo>
                    <a:pt x="750734" y="22199"/>
                  </a:lnTo>
                  <a:lnTo>
                    <a:pt x="760484" y="29819"/>
                  </a:lnTo>
                  <a:lnTo>
                    <a:pt x="770233" y="35780"/>
                  </a:lnTo>
                  <a:lnTo>
                    <a:pt x="779983" y="40282"/>
                  </a:lnTo>
                  <a:lnTo>
                    <a:pt x="789733" y="60225"/>
                  </a:lnTo>
                  <a:lnTo>
                    <a:pt x="799482" y="69562"/>
                  </a:lnTo>
                  <a:lnTo>
                    <a:pt x="809232" y="102320"/>
                  </a:lnTo>
                  <a:lnTo>
                    <a:pt x="818982" y="131862"/>
                  </a:lnTo>
                  <a:lnTo>
                    <a:pt x="828732" y="125579"/>
                  </a:lnTo>
                  <a:lnTo>
                    <a:pt x="838482" y="104966"/>
                  </a:lnTo>
                  <a:lnTo>
                    <a:pt x="848232" y="79543"/>
                  </a:lnTo>
                  <a:lnTo>
                    <a:pt x="857982" y="92536"/>
                  </a:lnTo>
                  <a:lnTo>
                    <a:pt x="867732" y="107316"/>
                  </a:lnTo>
                  <a:lnTo>
                    <a:pt x="877482" y="83144"/>
                  </a:lnTo>
                  <a:lnTo>
                    <a:pt x="887231" y="81693"/>
                  </a:lnTo>
                  <a:lnTo>
                    <a:pt x="896981" y="94814"/>
                  </a:lnTo>
                  <a:lnTo>
                    <a:pt x="906730" y="92609"/>
                  </a:lnTo>
                  <a:lnTo>
                    <a:pt x="916480" y="45576"/>
                  </a:lnTo>
                  <a:lnTo>
                    <a:pt x="926230" y="47221"/>
                  </a:lnTo>
                  <a:lnTo>
                    <a:pt x="935979" y="67381"/>
                  </a:lnTo>
                  <a:lnTo>
                    <a:pt x="945729" y="32596"/>
                  </a:lnTo>
                  <a:lnTo>
                    <a:pt x="955479" y="20735"/>
                  </a:lnTo>
                  <a:lnTo>
                    <a:pt x="965229" y="0"/>
                  </a:lnTo>
                  <a:lnTo>
                    <a:pt x="974979" y="8029"/>
                  </a:lnTo>
                  <a:lnTo>
                    <a:pt x="984729" y="15829"/>
                  </a:lnTo>
                  <a:lnTo>
                    <a:pt x="994474" y="18722"/>
                  </a:lnTo>
                  <a:lnTo>
                    <a:pt x="1004233" y="36756"/>
                  </a:lnTo>
                  <a:lnTo>
                    <a:pt x="1013977" y="32289"/>
                  </a:lnTo>
                  <a:lnTo>
                    <a:pt x="1023721" y="58778"/>
                  </a:lnTo>
                  <a:lnTo>
                    <a:pt x="1033480" y="49809"/>
                  </a:lnTo>
                  <a:lnTo>
                    <a:pt x="1043224" y="94853"/>
                  </a:lnTo>
                  <a:lnTo>
                    <a:pt x="1052983" y="94926"/>
                  </a:lnTo>
                  <a:lnTo>
                    <a:pt x="1062727" y="102118"/>
                  </a:lnTo>
                  <a:lnTo>
                    <a:pt x="1072471" y="112227"/>
                  </a:lnTo>
                  <a:lnTo>
                    <a:pt x="1082230" y="129843"/>
                  </a:lnTo>
                  <a:lnTo>
                    <a:pt x="1091973" y="115433"/>
                  </a:lnTo>
                  <a:lnTo>
                    <a:pt x="1101732" y="97481"/>
                  </a:lnTo>
                  <a:lnTo>
                    <a:pt x="1111476" y="102876"/>
                  </a:lnTo>
                  <a:lnTo>
                    <a:pt x="1121220" y="78392"/>
                  </a:lnTo>
                  <a:lnTo>
                    <a:pt x="1130979" y="103551"/>
                  </a:lnTo>
                  <a:lnTo>
                    <a:pt x="1140723" y="87006"/>
                  </a:lnTo>
                  <a:lnTo>
                    <a:pt x="1150482" y="85379"/>
                  </a:lnTo>
                  <a:lnTo>
                    <a:pt x="1160226" y="53796"/>
                  </a:lnTo>
                  <a:lnTo>
                    <a:pt x="1169969" y="69639"/>
                  </a:lnTo>
                  <a:lnTo>
                    <a:pt x="1179728" y="103365"/>
                  </a:lnTo>
                  <a:lnTo>
                    <a:pt x="1189472" y="108538"/>
                  </a:lnTo>
                  <a:lnTo>
                    <a:pt x="1199231" y="98132"/>
                  </a:lnTo>
                  <a:lnTo>
                    <a:pt x="1208975" y="119837"/>
                  </a:lnTo>
                  <a:lnTo>
                    <a:pt x="1218719" y="109303"/>
                  </a:lnTo>
                  <a:lnTo>
                    <a:pt x="1228478" y="132848"/>
                  </a:lnTo>
                  <a:lnTo>
                    <a:pt x="1238222" y="174366"/>
                  </a:lnTo>
                  <a:lnTo>
                    <a:pt x="1247966" y="183563"/>
                  </a:lnTo>
                  <a:lnTo>
                    <a:pt x="1257725" y="168446"/>
                  </a:lnTo>
                  <a:lnTo>
                    <a:pt x="1267469" y="162977"/>
                  </a:lnTo>
                  <a:lnTo>
                    <a:pt x="1277227" y="142150"/>
                  </a:lnTo>
                  <a:lnTo>
                    <a:pt x="1286971" y="174440"/>
                  </a:lnTo>
                  <a:lnTo>
                    <a:pt x="1296715" y="163309"/>
                  </a:lnTo>
                  <a:lnTo>
                    <a:pt x="1306474" y="157682"/>
                  </a:lnTo>
                  <a:lnTo>
                    <a:pt x="1316218" y="167417"/>
                  </a:lnTo>
                  <a:lnTo>
                    <a:pt x="1325977" y="173609"/>
                  </a:lnTo>
                  <a:lnTo>
                    <a:pt x="1335721" y="209290"/>
                  </a:lnTo>
                  <a:lnTo>
                    <a:pt x="1345465" y="215839"/>
                  </a:lnTo>
                  <a:lnTo>
                    <a:pt x="1355224" y="223737"/>
                  </a:lnTo>
                  <a:lnTo>
                    <a:pt x="1364967" y="248882"/>
                  </a:lnTo>
                  <a:lnTo>
                    <a:pt x="1374726" y="276434"/>
                  </a:lnTo>
                  <a:lnTo>
                    <a:pt x="1384470" y="248849"/>
                  </a:lnTo>
                  <a:lnTo>
                    <a:pt x="1394214" y="260735"/>
                  </a:lnTo>
                  <a:lnTo>
                    <a:pt x="1403973" y="226925"/>
                  </a:lnTo>
                  <a:lnTo>
                    <a:pt x="1413717" y="229732"/>
                  </a:lnTo>
                  <a:lnTo>
                    <a:pt x="1423476" y="230109"/>
                  </a:lnTo>
                  <a:lnTo>
                    <a:pt x="1433220" y="234333"/>
                  </a:lnTo>
                  <a:lnTo>
                    <a:pt x="1442964" y="229966"/>
                  </a:lnTo>
                  <a:lnTo>
                    <a:pt x="1452722" y="207212"/>
                  </a:lnTo>
                  <a:lnTo>
                    <a:pt x="1462466" y="189569"/>
                  </a:lnTo>
                  <a:lnTo>
                    <a:pt x="1472225" y="193836"/>
                  </a:lnTo>
                  <a:lnTo>
                    <a:pt x="1481969" y="183742"/>
                  </a:lnTo>
                  <a:lnTo>
                    <a:pt x="1491713" y="196148"/>
                  </a:lnTo>
                  <a:lnTo>
                    <a:pt x="1501472" y="203113"/>
                  </a:lnTo>
                  <a:lnTo>
                    <a:pt x="1511216" y="210780"/>
                  </a:lnTo>
                  <a:lnTo>
                    <a:pt x="1520960" y="239744"/>
                  </a:lnTo>
                  <a:lnTo>
                    <a:pt x="1530719" y="246148"/>
                  </a:lnTo>
                  <a:lnTo>
                    <a:pt x="1540463" y="262924"/>
                  </a:lnTo>
                  <a:lnTo>
                    <a:pt x="1550221" y="277601"/>
                  </a:lnTo>
                  <a:lnTo>
                    <a:pt x="1559965" y="294943"/>
                  </a:lnTo>
                  <a:lnTo>
                    <a:pt x="1569709" y="300633"/>
                  </a:lnTo>
                  <a:lnTo>
                    <a:pt x="1579468" y="317064"/>
                  </a:lnTo>
                  <a:lnTo>
                    <a:pt x="1589212" y="298787"/>
                  </a:lnTo>
                  <a:lnTo>
                    <a:pt x="1598971" y="312956"/>
                  </a:lnTo>
                  <a:lnTo>
                    <a:pt x="1608715" y="287531"/>
                  </a:lnTo>
                  <a:lnTo>
                    <a:pt x="1618459" y="274658"/>
                  </a:lnTo>
                  <a:lnTo>
                    <a:pt x="1628218" y="275813"/>
                  </a:lnTo>
                  <a:lnTo>
                    <a:pt x="1637962" y="256169"/>
                  </a:lnTo>
                  <a:lnTo>
                    <a:pt x="1647720" y="247709"/>
                  </a:lnTo>
                  <a:lnTo>
                    <a:pt x="1657464" y="231287"/>
                  </a:lnTo>
                  <a:lnTo>
                    <a:pt x="1667208" y="233250"/>
                  </a:lnTo>
                  <a:lnTo>
                    <a:pt x="1676967" y="229085"/>
                  </a:lnTo>
                  <a:lnTo>
                    <a:pt x="1686711" y="259241"/>
                  </a:lnTo>
                  <a:lnTo>
                    <a:pt x="1696470" y="282249"/>
                  </a:lnTo>
                  <a:lnTo>
                    <a:pt x="1706214" y="280022"/>
                  </a:lnTo>
                  <a:lnTo>
                    <a:pt x="1715958" y="323411"/>
                  </a:lnTo>
                  <a:lnTo>
                    <a:pt x="1725716" y="319915"/>
                  </a:lnTo>
                  <a:lnTo>
                    <a:pt x="1735460" y="313241"/>
                  </a:lnTo>
                  <a:lnTo>
                    <a:pt x="1745219" y="322906"/>
                  </a:lnTo>
                  <a:lnTo>
                    <a:pt x="1754963" y="308443"/>
                  </a:lnTo>
                  <a:lnTo>
                    <a:pt x="1764707" y="311941"/>
                  </a:lnTo>
                  <a:lnTo>
                    <a:pt x="1774466" y="303503"/>
                  </a:lnTo>
                  <a:lnTo>
                    <a:pt x="1784210" y="298377"/>
                  </a:lnTo>
                  <a:lnTo>
                    <a:pt x="1793969" y="318704"/>
                  </a:lnTo>
                  <a:lnTo>
                    <a:pt x="1803713" y="346445"/>
                  </a:lnTo>
                  <a:lnTo>
                    <a:pt x="1813457" y="370527"/>
                  </a:lnTo>
                  <a:lnTo>
                    <a:pt x="1823215" y="351454"/>
                  </a:lnTo>
                  <a:lnTo>
                    <a:pt x="1832959" y="322584"/>
                  </a:lnTo>
                  <a:lnTo>
                    <a:pt x="1842703" y="292752"/>
                  </a:lnTo>
                  <a:lnTo>
                    <a:pt x="1852462" y="278948"/>
                  </a:lnTo>
                  <a:lnTo>
                    <a:pt x="1862206" y="267021"/>
                  </a:lnTo>
                  <a:lnTo>
                    <a:pt x="1871965" y="290103"/>
                  </a:lnTo>
                  <a:lnTo>
                    <a:pt x="1881709" y="265956"/>
                  </a:lnTo>
                  <a:lnTo>
                    <a:pt x="1891453" y="259172"/>
                  </a:lnTo>
                  <a:lnTo>
                    <a:pt x="1901212" y="256410"/>
                  </a:lnTo>
                  <a:lnTo>
                    <a:pt x="1910956" y="290879"/>
                  </a:lnTo>
                  <a:lnTo>
                    <a:pt x="1920714" y="297276"/>
                  </a:lnTo>
                  <a:lnTo>
                    <a:pt x="1930458" y="265273"/>
                  </a:lnTo>
                  <a:lnTo>
                    <a:pt x="1940202" y="261568"/>
                  </a:lnTo>
                  <a:lnTo>
                    <a:pt x="1949961" y="241422"/>
                  </a:lnTo>
                  <a:lnTo>
                    <a:pt x="1959705" y="253427"/>
                  </a:lnTo>
                  <a:lnTo>
                    <a:pt x="1969464" y="228753"/>
                  </a:lnTo>
                  <a:lnTo>
                    <a:pt x="1979208" y="222303"/>
                  </a:lnTo>
                  <a:lnTo>
                    <a:pt x="1988952" y="199591"/>
                  </a:lnTo>
                  <a:lnTo>
                    <a:pt x="1998711" y="209134"/>
                  </a:lnTo>
                  <a:lnTo>
                    <a:pt x="2008454" y="202847"/>
                  </a:lnTo>
                  <a:lnTo>
                    <a:pt x="2018213" y="215481"/>
                  </a:lnTo>
                  <a:lnTo>
                    <a:pt x="2027957" y="201942"/>
                  </a:lnTo>
                  <a:lnTo>
                    <a:pt x="2037701" y="201564"/>
                  </a:lnTo>
                  <a:lnTo>
                    <a:pt x="2047460" y="197794"/>
                  </a:lnTo>
                  <a:lnTo>
                    <a:pt x="2057204" y="214812"/>
                  </a:lnTo>
                  <a:lnTo>
                    <a:pt x="2066963" y="218857"/>
                  </a:lnTo>
                  <a:lnTo>
                    <a:pt x="2076707" y="247904"/>
                  </a:lnTo>
                  <a:lnTo>
                    <a:pt x="2086451" y="268843"/>
                  </a:lnTo>
                  <a:lnTo>
                    <a:pt x="2096210" y="271459"/>
                  </a:lnTo>
                  <a:lnTo>
                    <a:pt x="2105954" y="278384"/>
                  </a:lnTo>
                  <a:lnTo>
                    <a:pt x="2115697" y="275256"/>
                  </a:lnTo>
                  <a:lnTo>
                    <a:pt x="2125456" y="313424"/>
                  </a:lnTo>
                  <a:lnTo>
                    <a:pt x="2135200" y="334566"/>
                  </a:lnTo>
                  <a:lnTo>
                    <a:pt x="2144959" y="303628"/>
                  </a:lnTo>
                  <a:lnTo>
                    <a:pt x="2154703" y="330375"/>
                  </a:lnTo>
                  <a:lnTo>
                    <a:pt x="2164447" y="294262"/>
                  </a:lnTo>
                  <a:lnTo>
                    <a:pt x="2174206" y="286834"/>
                  </a:lnTo>
                  <a:lnTo>
                    <a:pt x="2183950" y="304404"/>
                  </a:lnTo>
                  <a:lnTo>
                    <a:pt x="2193709" y="323986"/>
                  </a:lnTo>
                  <a:lnTo>
                    <a:pt x="2203452" y="325491"/>
                  </a:lnTo>
                  <a:lnTo>
                    <a:pt x="2213196" y="340384"/>
                  </a:lnTo>
                  <a:lnTo>
                    <a:pt x="2222955" y="286962"/>
                  </a:lnTo>
                  <a:lnTo>
                    <a:pt x="2232699" y="281413"/>
                  </a:lnTo>
                  <a:lnTo>
                    <a:pt x="2242458" y="319966"/>
                  </a:lnTo>
                  <a:lnTo>
                    <a:pt x="2252202" y="351036"/>
                  </a:lnTo>
                  <a:lnTo>
                    <a:pt x="2261946" y="380392"/>
                  </a:lnTo>
                  <a:lnTo>
                    <a:pt x="2271705" y="381161"/>
                  </a:lnTo>
                  <a:lnTo>
                    <a:pt x="2281449" y="429010"/>
                  </a:lnTo>
                  <a:lnTo>
                    <a:pt x="2291208" y="433641"/>
                  </a:lnTo>
                  <a:lnTo>
                    <a:pt x="2300951" y="435277"/>
                  </a:lnTo>
                  <a:lnTo>
                    <a:pt x="2310695" y="437305"/>
                  </a:lnTo>
                  <a:lnTo>
                    <a:pt x="2320454" y="438392"/>
                  </a:lnTo>
                  <a:lnTo>
                    <a:pt x="2330198" y="438429"/>
                  </a:lnTo>
                  <a:lnTo>
                    <a:pt x="2339957" y="435739"/>
                  </a:lnTo>
                  <a:lnTo>
                    <a:pt x="2349701" y="470009"/>
                  </a:lnTo>
                  <a:lnTo>
                    <a:pt x="2359445" y="460565"/>
                  </a:lnTo>
                  <a:lnTo>
                    <a:pt x="2369204" y="476988"/>
                  </a:lnTo>
                  <a:lnTo>
                    <a:pt x="2378948" y="471682"/>
                  </a:lnTo>
                  <a:lnTo>
                    <a:pt x="2388692" y="442808"/>
                  </a:lnTo>
                  <a:lnTo>
                    <a:pt x="2398450" y="437099"/>
                  </a:lnTo>
                  <a:lnTo>
                    <a:pt x="2408194" y="415798"/>
                  </a:lnTo>
                  <a:lnTo>
                    <a:pt x="2417953" y="452065"/>
                  </a:lnTo>
                  <a:lnTo>
                    <a:pt x="2427697" y="466971"/>
                  </a:lnTo>
                  <a:lnTo>
                    <a:pt x="2437441" y="483442"/>
                  </a:lnTo>
                  <a:lnTo>
                    <a:pt x="2447200" y="505899"/>
                  </a:lnTo>
                  <a:lnTo>
                    <a:pt x="2456944" y="554773"/>
                  </a:lnTo>
                  <a:lnTo>
                    <a:pt x="2466703" y="593139"/>
                  </a:lnTo>
                  <a:lnTo>
                    <a:pt x="2476446" y="600209"/>
                  </a:lnTo>
                  <a:lnTo>
                    <a:pt x="2486190" y="615924"/>
                  </a:lnTo>
                  <a:lnTo>
                    <a:pt x="2495949" y="659860"/>
                  </a:lnTo>
                  <a:lnTo>
                    <a:pt x="2505693" y="598888"/>
                  </a:lnTo>
                  <a:lnTo>
                    <a:pt x="2515452" y="612250"/>
                  </a:lnTo>
                  <a:lnTo>
                    <a:pt x="2525196" y="611195"/>
                  </a:lnTo>
                  <a:lnTo>
                    <a:pt x="2534940" y="617345"/>
                  </a:lnTo>
                  <a:lnTo>
                    <a:pt x="2544699" y="641847"/>
                  </a:lnTo>
                  <a:lnTo>
                    <a:pt x="2554443" y="674189"/>
                  </a:lnTo>
                  <a:lnTo>
                    <a:pt x="2564202" y="658691"/>
                  </a:lnTo>
                  <a:lnTo>
                    <a:pt x="2573946" y="660499"/>
                  </a:lnTo>
                  <a:lnTo>
                    <a:pt x="2583690" y="627430"/>
                  </a:lnTo>
                  <a:lnTo>
                    <a:pt x="2593448" y="636952"/>
                  </a:lnTo>
                  <a:lnTo>
                    <a:pt x="2603192" y="635717"/>
                  </a:lnTo>
                  <a:lnTo>
                    <a:pt x="2612951" y="654915"/>
                  </a:lnTo>
                  <a:lnTo>
                    <a:pt x="2622695" y="652631"/>
                  </a:lnTo>
                  <a:lnTo>
                    <a:pt x="2632439" y="644604"/>
                  </a:lnTo>
                  <a:lnTo>
                    <a:pt x="2642198" y="670910"/>
                  </a:lnTo>
                  <a:lnTo>
                    <a:pt x="2651942" y="649217"/>
                  </a:lnTo>
                  <a:lnTo>
                    <a:pt x="2661685" y="665234"/>
                  </a:lnTo>
                  <a:lnTo>
                    <a:pt x="2671444" y="675980"/>
                  </a:lnTo>
                  <a:lnTo>
                    <a:pt x="2681188" y="629112"/>
                  </a:lnTo>
                  <a:lnTo>
                    <a:pt x="2690947" y="657225"/>
                  </a:lnTo>
                  <a:lnTo>
                    <a:pt x="2700691" y="664203"/>
                  </a:lnTo>
                  <a:lnTo>
                    <a:pt x="2710435" y="650181"/>
                  </a:lnTo>
                  <a:lnTo>
                    <a:pt x="2720194" y="653562"/>
                  </a:lnTo>
                  <a:lnTo>
                    <a:pt x="2729938" y="656075"/>
                  </a:lnTo>
                  <a:lnTo>
                    <a:pt x="2739697" y="673912"/>
                  </a:lnTo>
                  <a:lnTo>
                    <a:pt x="2749441" y="679262"/>
                  </a:lnTo>
                  <a:lnTo>
                    <a:pt x="2759185" y="653624"/>
                  </a:lnTo>
                  <a:lnTo>
                    <a:pt x="2768943" y="628499"/>
                  </a:lnTo>
                  <a:lnTo>
                    <a:pt x="2778687" y="642440"/>
                  </a:lnTo>
                  <a:lnTo>
                    <a:pt x="2788446" y="644895"/>
                  </a:lnTo>
                  <a:lnTo>
                    <a:pt x="2798190" y="684723"/>
                  </a:lnTo>
                  <a:lnTo>
                    <a:pt x="2807934" y="689029"/>
                  </a:lnTo>
                  <a:lnTo>
                    <a:pt x="2817693" y="709913"/>
                  </a:lnTo>
                  <a:lnTo>
                    <a:pt x="2827437" y="717903"/>
                  </a:lnTo>
                  <a:lnTo>
                    <a:pt x="2837196" y="721231"/>
                  </a:lnTo>
                  <a:lnTo>
                    <a:pt x="2846940" y="718125"/>
                  </a:lnTo>
                  <a:lnTo>
                    <a:pt x="2856684" y="702153"/>
                  </a:lnTo>
                  <a:lnTo>
                    <a:pt x="2866442" y="691858"/>
                  </a:lnTo>
                  <a:lnTo>
                    <a:pt x="2876186" y="665019"/>
                  </a:lnTo>
                  <a:lnTo>
                    <a:pt x="2885945" y="680031"/>
                  </a:lnTo>
                  <a:lnTo>
                    <a:pt x="2895689" y="670116"/>
                  </a:lnTo>
                  <a:lnTo>
                    <a:pt x="2905433" y="686253"/>
                  </a:lnTo>
                  <a:lnTo>
                    <a:pt x="2915192" y="71100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3" name="Freeform 972">
              <a:extLst>
                <a:ext uri="{FF2B5EF4-FFF2-40B4-BE49-F238E27FC236}">
                  <a16:creationId xmlns:a16="http://schemas.microsoft.com/office/drawing/2014/main" id="{8075458A-4CCB-F85E-4015-74C2ED5CBC34}"/>
                </a:ext>
              </a:extLst>
            </p:cNvPr>
            <p:cNvSpPr/>
            <p:nvPr/>
          </p:nvSpPr>
          <p:spPr>
            <a:xfrm>
              <a:off x="4426652" y="3273432"/>
              <a:ext cx="2915191" cy="480171"/>
            </a:xfrm>
            <a:custGeom>
              <a:avLst/>
              <a:gdLst>
                <a:gd name="connsiteX0" fmla="*/ 0 w 2915191"/>
                <a:gd name="connsiteY0" fmla="*/ 282358 h 480171"/>
                <a:gd name="connsiteX1" fmla="*/ 9750 w 2915191"/>
                <a:gd name="connsiteY1" fmla="*/ 281978 h 480171"/>
                <a:gd name="connsiteX2" fmla="*/ 19500 w 2915191"/>
                <a:gd name="connsiteY2" fmla="*/ 275366 h 480171"/>
                <a:gd name="connsiteX3" fmla="*/ 29250 w 2915191"/>
                <a:gd name="connsiteY3" fmla="*/ 328015 h 480171"/>
                <a:gd name="connsiteX4" fmla="*/ 39000 w 2915191"/>
                <a:gd name="connsiteY4" fmla="*/ 324072 h 480171"/>
                <a:gd name="connsiteX5" fmla="*/ 48749 w 2915191"/>
                <a:gd name="connsiteY5" fmla="*/ 325166 h 480171"/>
                <a:gd name="connsiteX6" fmla="*/ 58499 w 2915191"/>
                <a:gd name="connsiteY6" fmla="*/ 332003 h 480171"/>
                <a:gd name="connsiteX7" fmla="*/ 68249 w 2915191"/>
                <a:gd name="connsiteY7" fmla="*/ 355937 h 480171"/>
                <a:gd name="connsiteX8" fmla="*/ 77998 w 2915191"/>
                <a:gd name="connsiteY8" fmla="*/ 395614 h 480171"/>
                <a:gd name="connsiteX9" fmla="*/ 87748 w 2915191"/>
                <a:gd name="connsiteY9" fmla="*/ 389200 h 480171"/>
                <a:gd name="connsiteX10" fmla="*/ 97497 w 2915191"/>
                <a:gd name="connsiteY10" fmla="*/ 414543 h 480171"/>
                <a:gd name="connsiteX11" fmla="*/ 107247 w 2915191"/>
                <a:gd name="connsiteY11" fmla="*/ 398664 h 480171"/>
                <a:gd name="connsiteX12" fmla="*/ 116997 w 2915191"/>
                <a:gd name="connsiteY12" fmla="*/ 422268 h 480171"/>
                <a:gd name="connsiteX13" fmla="*/ 126747 w 2915191"/>
                <a:gd name="connsiteY13" fmla="*/ 467672 h 480171"/>
                <a:gd name="connsiteX14" fmla="*/ 136497 w 2915191"/>
                <a:gd name="connsiteY14" fmla="*/ 476542 h 480171"/>
                <a:gd name="connsiteX15" fmla="*/ 146247 w 2915191"/>
                <a:gd name="connsiteY15" fmla="*/ 432491 h 480171"/>
                <a:gd name="connsiteX16" fmla="*/ 155997 w 2915191"/>
                <a:gd name="connsiteY16" fmla="*/ 425545 h 480171"/>
                <a:gd name="connsiteX17" fmla="*/ 165747 w 2915191"/>
                <a:gd name="connsiteY17" fmla="*/ 412182 h 480171"/>
                <a:gd name="connsiteX18" fmla="*/ 175497 w 2915191"/>
                <a:gd name="connsiteY18" fmla="*/ 418416 h 480171"/>
                <a:gd name="connsiteX19" fmla="*/ 185247 w 2915191"/>
                <a:gd name="connsiteY19" fmla="*/ 401997 h 480171"/>
                <a:gd name="connsiteX20" fmla="*/ 194996 w 2915191"/>
                <a:gd name="connsiteY20" fmla="*/ 387534 h 480171"/>
                <a:gd name="connsiteX21" fmla="*/ 204746 w 2915191"/>
                <a:gd name="connsiteY21" fmla="*/ 350159 h 480171"/>
                <a:gd name="connsiteX22" fmla="*/ 214495 w 2915191"/>
                <a:gd name="connsiteY22" fmla="*/ 350198 h 480171"/>
                <a:gd name="connsiteX23" fmla="*/ 224245 w 2915191"/>
                <a:gd name="connsiteY23" fmla="*/ 370018 h 480171"/>
                <a:gd name="connsiteX24" fmla="*/ 233995 w 2915191"/>
                <a:gd name="connsiteY24" fmla="*/ 396265 h 480171"/>
                <a:gd name="connsiteX25" fmla="*/ 243744 w 2915191"/>
                <a:gd name="connsiteY25" fmla="*/ 365770 h 480171"/>
                <a:gd name="connsiteX26" fmla="*/ 253494 w 2915191"/>
                <a:gd name="connsiteY26" fmla="*/ 338941 h 480171"/>
                <a:gd name="connsiteX27" fmla="*/ 263244 w 2915191"/>
                <a:gd name="connsiteY27" fmla="*/ 372056 h 480171"/>
                <a:gd name="connsiteX28" fmla="*/ 272994 w 2915191"/>
                <a:gd name="connsiteY28" fmla="*/ 381675 h 480171"/>
                <a:gd name="connsiteX29" fmla="*/ 282744 w 2915191"/>
                <a:gd name="connsiteY29" fmla="*/ 375648 h 480171"/>
                <a:gd name="connsiteX30" fmla="*/ 292494 w 2915191"/>
                <a:gd name="connsiteY30" fmla="*/ 363543 h 480171"/>
                <a:gd name="connsiteX31" fmla="*/ 302244 w 2915191"/>
                <a:gd name="connsiteY31" fmla="*/ 335318 h 480171"/>
                <a:gd name="connsiteX32" fmla="*/ 311994 w 2915191"/>
                <a:gd name="connsiteY32" fmla="*/ 347215 h 480171"/>
                <a:gd name="connsiteX33" fmla="*/ 321744 w 2915191"/>
                <a:gd name="connsiteY33" fmla="*/ 376423 h 480171"/>
                <a:gd name="connsiteX34" fmla="*/ 331493 w 2915191"/>
                <a:gd name="connsiteY34" fmla="*/ 387080 h 480171"/>
                <a:gd name="connsiteX35" fmla="*/ 341243 w 2915191"/>
                <a:gd name="connsiteY35" fmla="*/ 368844 h 480171"/>
                <a:gd name="connsiteX36" fmla="*/ 350993 w 2915191"/>
                <a:gd name="connsiteY36" fmla="*/ 393753 h 480171"/>
                <a:gd name="connsiteX37" fmla="*/ 360742 w 2915191"/>
                <a:gd name="connsiteY37" fmla="*/ 387281 h 480171"/>
                <a:gd name="connsiteX38" fmla="*/ 370492 w 2915191"/>
                <a:gd name="connsiteY38" fmla="*/ 371202 h 480171"/>
                <a:gd name="connsiteX39" fmla="*/ 380241 w 2915191"/>
                <a:gd name="connsiteY39" fmla="*/ 425005 h 480171"/>
                <a:gd name="connsiteX40" fmla="*/ 389991 w 2915191"/>
                <a:gd name="connsiteY40" fmla="*/ 435049 h 480171"/>
                <a:gd name="connsiteX41" fmla="*/ 399741 w 2915191"/>
                <a:gd name="connsiteY41" fmla="*/ 456742 h 480171"/>
                <a:gd name="connsiteX42" fmla="*/ 409491 w 2915191"/>
                <a:gd name="connsiteY42" fmla="*/ 433087 h 480171"/>
                <a:gd name="connsiteX43" fmla="*/ 419241 w 2915191"/>
                <a:gd name="connsiteY43" fmla="*/ 425427 h 480171"/>
                <a:gd name="connsiteX44" fmla="*/ 428991 w 2915191"/>
                <a:gd name="connsiteY44" fmla="*/ 400750 h 480171"/>
                <a:gd name="connsiteX45" fmla="*/ 438741 w 2915191"/>
                <a:gd name="connsiteY45" fmla="*/ 386255 h 480171"/>
                <a:gd name="connsiteX46" fmla="*/ 448491 w 2915191"/>
                <a:gd name="connsiteY46" fmla="*/ 407311 h 480171"/>
                <a:gd name="connsiteX47" fmla="*/ 458241 w 2915191"/>
                <a:gd name="connsiteY47" fmla="*/ 445587 h 480171"/>
                <a:gd name="connsiteX48" fmla="*/ 467991 w 2915191"/>
                <a:gd name="connsiteY48" fmla="*/ 456743 h 480171"/>
                <a:gd name="connsiteX49" fmla="*/ 477740 w 2915191"/>
                <a:gd name="connsiteY49" fmla="*/ 447329 h 480171"/>
                <a:gd name="connsiteX50" fmla="*/ 487490 w 2915191"/>
                <a:gd name="connsiteY50" fmla="*/ 453027 h 480171"/>
                <a:gd name="connsiteX51" fmla="*/ 497239 w 2915191"/>
                <a:gd name="connsiteY51" fmla="*/ 452077 h 480171"/>
                <a:gd name="connsiteX52" fmla="*/ 506989 w 2915191"/>
                <a:gd name="connsiteY52" fmla="*/ 449627 h 480171"/>
                <a:gd name="connsiteX53" fmla="*/ 516738 w 2915191"/>
                <a:gd name="connsiteY53" fmla="*/ 447720 h 480171"/>
                <a:gd name="connsiteX54" fmla="*/ 526488 w 2915191"/>
                <a:gd name="connsiteY54" fmla="*/ 470845 h 480171"/>
                <a:gd name="connsiteX55" fmla="*/ 536238 w 2915191"/>
                <a:gd name="connsiteY55" fmla="*/ 480172 h 480171"/>
                <a:gd name="connsiteX56" fmla="*/ 545988 w 2915191"/>
                <a:gd name="connsiteY56" fmla="*/ 446668 h 480171"/>
                <a:gd name="connsiteX57" fmla="*/ 555738 w 2915191"/>
                <a:gd name="connsiteY57" fmla="*/ 401773 h 480171"/>
                <a:gd name="connsiteX58" fmla="*/ 565488 w 2915191"/>
                <a:gd name="connsiteY58" fmla="*/ 344578 h 480171"/>
                <a:gd name="connsiteX59" fmla="*/ 575238 w 2915191"/>
                <a:gd name="connsiteY59" fmla="*/ 349064 h 480171"/>
                <a:gd name="connsiteX60" fmla="*/ 584988 w 2915191"/>
                <a:gd name="connsiteY60" fmla="*/ 355898 h 480171"/>
                <a:gd name="connsiteX61" fmla="*/ 594738 w 2915191"/>
                <a:gd name="connsiteY61" fmla="*/ 364335 h 480171"/>
                <a:gd name="connsiteX62" fmla="*/ 604488 w 2915191"/>
                <a:gd name="connsiteY62" fmla="*/ 400915 h 480171"/>
                <a:gd name="connsiteX63" fmla="*/ 614237 w 2915191"/>
                <a:gd name="connsiteY63" fmla="*/ 387040 h 480171"/>
                <a:gd name="connsiteX64" fmla="*/ 623987 w 2915191"/>
                <a:gd name="connsiteY64" fmla="*/ 378343 h 480171"/>
                <a:gd name="connsiteX65" fmla="*/ 633736 w 2915191"/>
                <a:gd name="connsiteY65" fmla="*/ 368756 h 480171"/>
                <a:gd name="connsiteX66" fmla="*/ 643486 w 2915191"/>
                <a:gd name="connsiteY66" fmla="*/ 322631 h 480171"/>
                <a:gd name="connsiteX67" fmla="*/ 653236 w 2915191"/>
                <a:gd name="connsiteY67" fmla="*/ 345650 h 480171"/>
                <a:gd name="connsiteX68" fmla="*/ 662985 w 2915191"/>
                <a:gd name="connsiteY68" fmla="*/ 379197 h 480171"/>
                <a:gd name="connsiteX69" fmla="*/ 672735 w 2915191"/>
                <a:gd name="connsiteY69" fmla="*/ 371092 h 480171"/>
                <a:gd name="connsiteX70" fmla="*/ 682485 w 2915191"/>
                <a:gd name="connsiteY70" fmla="*/ 395748 h 480171"/>
                <a:gd name="connsiteX71" fmla="*/ 692235 w 2915191"/>
                <a:gd name="connsiteY71" fmla="*/ 377272 h 480171"/>
                <a:gd name="connsiteX72" fmla="*/ 701985 w 2915191"/>
                <a:gd name="connsiteY72" fmla="*/ 368365 h 480171"/>
                <a:gd name="connsiteX73" fmla="*/ 711735 w 2915191"/>
                <a:gd name="connsiteY73" fmla="*/ 360420 h 480171"/>
                <a:gd name="connsiteX74" fmla="*/ 721485 w 2915191"/>
                <a:gd name="connsiteY74" fmla="*/ 341427 h 480171"/>
                <a:gd name="connsiteX75" fmla="*/ 731235 w 2915191"/>
                <a:gd name="connsiteY75" fmla="*/ 358076 h 480171"/>
                <a:gd name="connsiteX76" fmla="*/ 740985 w 2915191"/>
                <a:gd name="connsiteY76" fmla="*/ 368637 h 480171"/>
                <a:gd name="connsiteX77" fmla="*/ 750734 w 2915191"/>
                <a:gd name="connsiteY77" fmla="*/ 351775 h 480171"/>
                <a:gd name="connsiteX78" fmla="*/ 760484 w 2915191"/>
                <a:gd name="connsiteY78" fmla="*/ 348249 h 480171"/>
                <a:gd name="connsiteX79" fmla="*/ 770233 w 2915191"/>
                <a:gd name="connsiteY79" fmla="*/ 315508 h 480171"/>
                <a:gd name="connsiteX80" fmla="*/ 779983 w 2915191"/>
                <a:gd name="connsiteY80" fmla="*/ 335148 h 480171"/>
                <a:gd name="connsiteX81" fmla="*/ 789733 w 2915191"/>
                <a:gd name="connsiteY81" fmla="*/ 346862 h 480171"/>
                <a:gd name="connsiteX82" fmla="*/ 799482 w 2915191"/>
                <a:gd name="connsiteY82" fmla="*/ 326565 h 480171"/>
                <a:gd name="connsiteX83" fmla="*/ 809232 w 2915191"/>
                <a:gd name="connsiteY83" fmla="*/ 323326 h 480171"/>
                <a:gd name="connsiteX84" fmla="*/ 818982 w 2915191"/>
                <a:gd name="connsiteY84" fmla="*/ 303355 h 480171"/>
                <a:gd name="connsiteX85" fmla="*/ 828732 w 2915191"/>
                <a:gd name="connsiteY85" fmla="*/ 298197 h 480171"/>
                <a:gd name="connsiteX86" fmla="*/ 838482 w 2915191"/>
                <a:gd name="connsiteY86" fmla="*/ 286439 h 480171"/>
                <a:gd name="connsiteX87" fmla="*/ 848232 w 2915191"/>
                <a:gd name="connsiteY87" fmla="*/ 270589 h 480171"/>
                <a:gd name="connsiteX88" fmla="*/ 857982 w 2915191"/>
                <a:gd name="connsiteY88" fmla="*/ 278417 h 480171"/>
                <a:gd name="connsiteX89" fmla="*/ 867732 w 2915191"/>
                <a:gd name="connsiteY89" fmla="*/ 280882 h 480171"/>
                <a:gd name="connsiteX90" fmla="*/ 877482 w 2915191"/>
                <a:gd name="connsiteY90" fmla="*/ 302554 h 480171"/>
                <a:gd name="connsiteX91" fmla="*/ 887231 w 2915191"/>
                <a:gd name="connsiteY91" fmla="*/ 293644 h 480171"/>
                <a:gd name="connsiteX92" fmla="*/ 896981 w 2915191"/>
                <a:gd name="connsiteY92" fmla="*/ 306947 h 480171"/>
                <a:gd name="connsiteX93" fmla="*/ 906730 w 2915191"/>
                <a:gd name="connsiteY93" fmla="*/ 319296 h 480171"/>
                <a:gd name="connsiteX94" fmla="*/ 916480 w 2915191"/>
                <a:gd name="connsiteY94" fmla="*/ 301911 h 480171"/>
                <a:gd name="connsiteX95" fmla="*/ 926230 w 2915191"/>
                <a:gd name="connsiteY95" fmla="*/ 282796 h 480171"/>
                <a:gd name="connsiteX96" fmla="*/ 935979 w 2915191"/>
                <a:gd name="connsiteY96" fmla="*/ 268276 h 480171"/>
                <a:gd name="connsiteX97" fmla="*/ 945729 w 2915191"/>
                <a:gd name="connsiteY97" fmla="*/ 266504 h 480171"/>
                <a:gd name="connsiteX98" fmla="*/ 955479 w 2915191"/>
                <a:gd name="connsiteY98" fmla="*/ 251815 h 480171"/>
                <a:gd name="connsiteX99" fmla="*/ 965229 w 2915191"/>
                <a:gd name="connsiteY99" fmla="*/ 257086 h 480171"/>
                <a:gd name="connsiteX100" fmla="*/ 974979 w 2915191"/>
                <a:gd name="connsiteY100" fmla="*/ 260777 h 480171"/>
                <a:gd name="connsiteX101" fmla="*/ 984729 w 2915191"/>
                <a:gd name="connsiteY101" fmla="*/ 257437 h 480171"/>
                <a:gd name="connsiteX102" fmla="*/ 994474 w 2915191"/>
                <a:gd name="connsiteY102" fmla="*/ 274053 h 480171"/>
                <a:gd name="connsiteX103" fmla="*/ 1004233 w 2915191"/>
                <a:gd name="connsiteY103" fmla="*/ 263894 h 480171"/>
                <a:gd name="connsiteX104" fmla="*/ 1013977 w 2915191"/>
                <a:gd name="connsiteY104" fmla="*/ 269193 h 480171"/>
                <a:gd name="connsiteX105" fmla="*/ 1023721 w 2915191"/>
                <a:gd name="connsiteY105" fmla="*/ 308962 h 480171"/>
                <a:gd name="connsiteX106" fmla="*/ 1033480 w 2915191"/>
                <a:gd name="connsiteY106" fmla="*/ 329122 h 480171"/>
                <a:gd name="connsiteX107" fmla="*/ 1043224 w 2915191"/>
                <a:gd name="connsiteY107" fmla="*/ 331313 h 480171"/>
                <a:gd name="connsiteX108" fmla="*/ 1052983 w 2915191"/>
                <a:gd name="connsiteY108" fmla="*/ 311877 h 480171"/>
                <a:gd name="connsiteX109" fmla="*/ 1062727 w 2915191"/>
                <a:gd name="connsiteY109" fmla="*/ 339208 h 480171"/>
                <a:gd name="connsiteX110" fmla="*/ 1072471 w 2915191"/>
                <a:gd name="connsiteY110" fmla="*/ 338503 h 480171"/>
                <a:gd name="connsiteX111" fmla="*/ 1082230 w 2915191"/>
                <a:gd name="connsiteY111" fmla="*/ 326852 h 480171"/>
                <a:gd name="connsiteX112" fmla="*/ 1091973 w 2915191"/>
                <a:gd name="connsiteY112" fmla="*/ 296621 h 480171"/>
                <a:gd name="connsiteX113" fmla="*/ 1101732 w 2915191"/>
                <a:gd name="connsiteY113" fmla="*/ 297640 h 480171"/>
                <a:gd name="connsiteX114" fmla="*/ 1111476 w 2915191"/>
                <a:gd name="connsiteY114" fmla="*/ 247286 h 480171"/>
                <a:gd name="connsiteX115" fmla="*/ 1121220 w 2915191"/>
                <a:gd name="connsiteY115" fmla="*/ 222430 h 480171"/>
                <a:gd name="connsiteX116" fmla="*/ 1130979 w 2915191"/>
                <a:gd name="connsiteY116" fmla="*/ 212111 h 480171"/>
                <a:gd name="connsiteX117" fmla="*/ 1140723 w 2915191"/>
                <a:gd name="connsiteY117" fmla="*/ 181559 h 480171"/>
                <a:gd name="connsiteX118" fmla="*/ 1150482 w 2915191"/>
                <a:gd name="connsiteY118" fmla="*/ 137334 h 480171"/>
                <a:gd name="connsiteX119" fmla="*/ 1160226 w 2915191"/>
                <a:gd name="connsiteY119" fmla="*/ 144037 h 480171"/>
                <a:gd name="connsiteX120" fmla="*/ 1169969 w 2915191"/>
                <a:gd name="connsiteY120" fmla="*/ 150425 h 480171"/>
                <a:gd name="connsiteX121" fmla="*/ 1179728 w 2915191"/>
                <a:gd name="connsiteY121" fmla="*/ 159494 h 480171"/>
                <a:gd name="connsiteX122" fmla="*/ 1189472 w 2915191"/>
                <a:gd name="connsiteY122" fmla="*/ 161359 h 480171"/>
                <a:gd name="connsiteX123" fmla="*/ 1199231 w 2915191"/>
                <a:gd name="connsiteY123" fmla="*/ 153933 h 480171"/>
                <a:gd name="connsiteX124" fmla="*/ 1208975 w 2915191"/>
                <a:gd name="connsiteY124" fmla="*/ 197753 h 480171"/>
                <a:gd name="connsiteX125" fmla="*/ 1218719 w 2915191"/>
                <a:gd name="connsiteY125" fmla="*/ 206175 h 480171"/>
                <a:gd name="connsiteX126" fmla="*/ 1228478 w 2915191"/>
                <a:gd name="connsiteY126" fmla="*/ 234129 h 480171"/>
                <a:gd name="connsiteX127" fmla="*/ 1238222 w 2915191"/>
                <a:gd name="connsiteY127" fmla="*/ 247246 h 480171"/>
                <a:gd name="connsiteX128" fmla="*/ 1247966 w 2915191"/>
                <a:gd name="connsiteY128" fmla="*/ 236226 h 480171"/>
                <a:gd name="connsiteX129" fmla="*/ 1257725 w 2915191"/>
                <a:gd name="connsiteY129" fmla="*/ 221886 h 480171"/>
                <a:gd name="connsiteX130" fmla="*/ 1267469 w 2915191"/>
                <a:gd name="connsiteY130" fmla="*/ 198635 h 480171"/>
                <a:gd name="connsiteX131" fmla="*/ 1277227 w 2915191"/>
                <a:gd name="connsiteY131" fmla="*/ 231888 h 480171"/>
                <a:gd name="connsiteX132" fmla="*/ 1286971 w 2915191"/>
                <a:gd name="connsiteY132" fmla="*/ 220460 h 480171"/>
                <a:gd name="connsiteX133" fmla="*/ 1296715 w 2915191"/>
                <a:gd name="connsiteY133" fmla="*/ 231237 h 480171"/>
                <a:gd name="connsiteX134" fmla="*/ 1306474 w 2915191"/>
                <a:gd name="connsiteY134" fmla="*/ 242923 h 480171"/>
                <a:gd name="connsiteX135" fmla="*/ 1316218 w 2915191"/>
                <a:gd name="connsiteY135" fmla="*/ 258062 h 480171"/>
                <a:gd name="connsiteX136" fmla="*/ 1325977 w 2915191"/>
                <a:gd name="connsiteY136" fmla="*/ 267607 h 480171"/>
                <a:gd name="connsiteX137" fmla="*/ 1335721 w 2915191"/>
                <a:gd name="connsiteY137" fmla="*/ 283146 h 480171"/>
                <a:gd name="connsiteX138" fmla="*/ 1345465 w 2915191"/>
                <a:gd name="connsiteY138" fmla="*/ 296740 h 480171"/>
                <a:gd name="connsiteX139" fmla="*/ 1355224 w 2915191"/>
                <a:gd name="connsiteY139" fmla="*/ 288626 h 480171"/>
                <a:gd name="connsiteX140" fmla="*/ 1364967 w 2915191"/>
                <a:gd name="connsiteY140" fmla="*/ 250352 h 480171"/>
                <a:gd name="connsiteX141" fmla="*/ 1374726 w 2915191"/>
                <a:gd name="connsiteY141" fmla="*/ 251876 h 480171"/>
                <a:gd name="connsiteX142" fmla="*/ 1384470 w 2915191"/>
                <a:gd name="connsiteY142" fmla="*/ 223817 h 480171"/>
                <a:gd name="connsiteX143" fmla="*/ 1394214 w 2915191"/>
                <a:gd name="connsiteY143" fmla="*/ 181747 h 480171"/>
                <a:gd name="connsiteX144" fmla="*/ 1403973 w 2915191"/>
                <a:gd name="connsiteY144" fmla="*/ 143340 h 480171"/>
                <a:gd name="connsiteX145" fmla="*/ 1413717 w 2915191"/>
                <a:gd name="connsiteY145" fmla="*/ 125460 h 480171"/>
                <a:gd name="connsiteX146" fmla="*/ 1423476 w 2915191"/>
                <a:gd name="connsiteY146" fmla="*/ 142530 h 480171"/>
                <a:gd name="connsiteX147" fmla="*/ 1433220 w 2915191"/>
                <a:gd name="connsiteY147" fmla="*/ 139900 h 480171"/>
                <a:gd name="connsiteX148" fmla="*/ 1442964 w 2915191"/>
                <a:gd name="connsiteY148" fmla="*/ 148696 h 480171"/>
                <a:gd name="connsiteX149" fmla="*/ 1452722 w 2915191"/>
                <a:gd name="connsiteY149" fmla="*/ 151314 h 480171"/>
                <a:gd name="connsiteX150" fmla="*/ 1462466 w 2915191"/>
                <a:gd name="connsiteY150" fmla="*/ 140529 h 480171"/>
                <a:gd name="connsiteX151" fmla="*/ 1472225 w 2915191"/>
                <a:gd name="connsiteY151" fmla="*/ 145399 h 480171"/>
                <a:gd name="connsiteX152" fmla="*/ 1481969 w 2915191"/>
                <a:gd name="connsiteY152" fmla="*/ 123419 h 480171"/>
                <a:gd name="connsiteX153" fmla="*/ 1491713 w 2915191"/>
                <a:gd name="connsiteY153" fmla="*/ 122494 h 480171"/>
                <a:gd name="connsiteX154" fmla="*/ 1501472 w 2915191"/>
                <a:gd name="connsiteY154" fmla="*/ 124894 h 480171"/>
                <a:gd name="connsiteX155" fmla="*/ 1511216 w 2915191"/>
                <a:gd name="connsiteY155" fmla="*/ 137008 h 480171"/>
                <a:gd name="connsiteX156" fmla="*/ 1520960 w 2915191"/>
                <a:gd name="connsiteY156" fmla="*/ 113815 h 480171"/>
                <a:gd name="connsiteX157" fmla="*/ 1530719 w 2915191"/>
                <a:gd name="connsiteY157" fmla="*/ 142978 h 480171"/>
                <a:gd name="connsiteX158" fmla="*/ 1540463 w 2915191"/>
                <a:gd name="connsiteY158" fmla="*/ 182535 h 480171"/>
                <a:gd name="connsiteX159" fmla="*/ 1550221 w 2915191"/>
                <a:gd name="connsiteY159" fmla="*/ 192447 h 480171"/>
                <a:gd name="connsiteX160" fmla="*/ 1559965 w 2915191"/>
                <a:gd name="connsiteY160" fmla="*/ 169409 h 480171"/>
                <a:gd name="connsiteX161" fmla="*/ 1569709 w 2915191"/>
                <a:gd name="connsiteY161" fmla="*/ 188138 h 480171"/>
                <a:gd name="connsiteX162" fmla="*/ 1579468 w 2915191"/>
                <a:gd name="connsiteY162" fmla="*/ 176878 h 480171"/>
                <a:gd name="connsiteX163" fmla="*/ 1589212 w 2915191"/>
                <a:gd name="connsiteY163" fmla="*/ 157989 h 480171"/>
                <a:gd name="connsiteX164" fmla="*/ 1598971 w 2915191"/>
                <a:gd name="connsiteY164" fmla="*/ 160718 h 480171"/>
                <a:gd name="connsiteX165" fmla="*/ 1608715 w 2915191"/>
                <a:gd name="connsiteY165" fmla="*/ 160359 h 480171"/>
                <a:gd name="connsiteX166" fmla="*/ 1618459 w 2915191"/>
                <a:gd name="connsiteY166" fmla="*/ 125709 h 480171"/>
                <a:gd name="connsiteX167" fmla="*/ 1628218 w 2915191"/>
                <a:gd name="connsiteY167" fmla="*/ 109496 h 480171"/>
                <a:gd name="connsiteX168" fmla="*/ 1637962 w 2915191"/>
                <a:gd name="connsiteY168" fmla="*/ 103237 h 480171"/>
                <a:gd name="connsiteX169" fmla="*/ 1647720 w 2915191"/>
                <a:gd name="connsiteY169" fmla="*/ 109905 h 480171"/>
                <a:gd name="connsiteX170" fmla="*/ 1657464 w 2915191"/>
                <a:gd name="connsiteY170" fmla="*/ 97243 h 480171"/>
                <a:gd name="connsiteX171" fmla="*/ 1667208 w 2915191"/>
                <a:gd name="connsiteY171" fmla="*/ 110312 h 480171"/>
                <a:gd name="connsiteX172" fmla="*/ 1676967 w 2915191"/>
                <a:gd name="connsiteY172" fmla="*/ 90008 h 480171"/>
                <a:gd name="connsiteX173" fmla="*/ 1686711 w 2915191"/>
                <a:gd name="connsiteY173" fmla="*/ 91142 h 480171"/>
                <a:gd name="connsiteX174" fmla="*/ 1696470 w 2915191"/>
                <a:gd name="connsiteY174" fmla="*/ 96980 h 480171"/>
                <a:gd name="connsiteX175" fmla="*/ 1706214 w 2915191"/>
                <a:gd name="connsiteY175" fmla="*/ 58820 h 480171"/>
                <a:gd name="connsiteX176" fmla="*/ 1715958 w 2915191"/>
                <a:gd name="connsiteY176" fmla="*/ 80505 h 480171"/>
                <a:gd name="connsiteX177" fmla="*/ 1725716 w 2915191"/>
                <a:gd name="connsiteY177" fmla="*/ 34183 h 480171"/>
                <a:gd name="connsiteX178" fmla="*/ 1735460 w 2915191"/>
                <a:gd name="connsiteY178" fmla="*/ 48086 h 480171"/>
                <a:gd name="connsiteX179" fmla="*/ 1745219 w 2915191"/>
                <a:gd name="connsiteY179" fmla="*/ 60083 h 480171"/>
                <a:gd name="connsiteX180" fmla="*/ 1754963 w 2915191"/>
                <a:gd name="connsiteY180" fmla="*/ 52650 h 480171"/>
                <a:gd name="connsiteX181" fmla="*/ 1764707 w 2915191"/>
                <a:gd name="connsiteY181" fmla="*/ 58148 h 480171"/>
                <a:gd name="connsiteX182" fmla="*/ 1774466 w 2915191"/>
                <a:gd name="connsiteY182" fmla="*/ 48341 h 480171"/>
                <a:gd name="connsiteX183" fmla="*/ 1784210 w 2915191"/>
                <a:gd name="connsiteY183" fmla="*/ 22629 h 480171"/>
                <a:gd name="connsiteX184" fmla="*/ 1793969 w 2915191"/>
                <a:gd name="connsiteY184" fmla="*/ 17824 h 480171"/>
                <a:gd name="connsiteX185" fmla="*/ 1803713 w 2915191"/>
                <a:gd name="connsiteY185" fmla="*/ 33417 h 480171"/>
                <a:gd name="connsiteX186" fmla="*/ 1813457 w 2915191"/>
                <a:gd name="connsiteY186" fmla="*/ 69189 h 480171"/>
                <a:gd name="connsiteX187" fmla="*/ 1823215 w 2915191"/>
                <a:gd name="connsiteY187" fmla="*/ 80884 h 480171"/>
                <a:gd name="connsiteX188" fmla="*/ 1832959 w 2915191"/>
                <a:gd name="connsiteY188" fmla="*/ 35576 h 480171"/>
                <a:gd name="connsiteX189" fmla="*/ 1842703 w 2915191"/>
                <a:gd name="connsiteY189" fmla="*/ 33201 h 480171"/>
                <a:gd name="connsiteX190" fmla="*/ 1852462 w 2915191"/>
                <a:gd name="connsiteY190" fmla="*/ 0 h 480171"/>
                <a:gd name="connsiteX191" fmla="*/ 1862206 w 2915191"/>
                <a:gd name="connsiteY191" fmla="*/ 30395 h 480171"/>
                <a:gd name="connsiteX192" fmla="*/ 1871965 w 2915191"/>
                <a:gd name="connsiteY192" fmla="*/ 39765 h 480171"/>
                <a:gd name="connsiteX193" fmla="*/ 1881709 w 2915191"/>
                <a:gd name="connsiteY193" fmla="*/ 13782 h 480171"/>
                <a:gd name="connsiteX194" fmla="*/ 1891453 w 2915191"/>
                <a:gd name="connsiteY194" fmla="*/ 6696 h 480171"/>
                <a:gd name="connsiteX195" fmla="*/ 1901212 w 2915191"/>
                <a:gd name="connsiteY195" fmla="*/ 62735 h 480171"/>
                <a:gd name="connsiteX196" fmla="*/ 1910956 w 2915191"/>
                <a:gd name="connsiteY196" fmla="*/ 76663 h 480171"/>
                <a:gd name="connsiteX197" fmla="*/ 1920714 w 2915191"/>
                <a:gd name="connsiteY197" fmla="*/ 85852 h 480171"/>
                <a:gd name="connsiteX198" fmla="*/ 1930458 w 2915191"/>
                <a:gd name="connsiteY198" fmla="*/ 66534 h 480171"/>
                <a:gd name="connsiteX199" fmla="*/ 1940202 w 2915191"/>
                <a:gd name="connsiteY199" fmla="*/ 86660 h 480171"/>
                <a:gd name="connsiteX200" fmla="*/ 1949961 w 2915191"/>
                <a:gd name="connsiteY200" fmla="*/ 81129 h 480171"/>
                <a:gd name="connsiteX201" fmla="*/ 1959705 w 2915191"/>
                <a:gd name="connsiteY201" fmla="*/ 91860 h 480171"/>
                <a:gd name="connsiteX202" fmla="*/ 1969464 w 2915191"/>
                <a:gd name="connsiteY202" fmla="*/ 131282 h 480171"/>
                <a:gd name="connsiteX203" fmla="*/ 1979208 w 2915191"/>
                <a:gd name="connsiteY203" fmla="*/ 152344 h 480171"/>
                <a:gd name="connsiteX204" fmla="*/ 1988952 w 2915191"/>
                <a:gd name="connsiteY204" fmla="*/ 168092 h 480171"/>
                <a:gd name="connsiteX205" fmla="*/ 1998711 w 2915191"/>
                <a:gd name="connsiteY205" fmla="*/ 199351 h 480171"/>
                <a:gd name="connsiteX206" fmla="*/ 2008454 w 2915191"/>
                <a:gd name="connsiteY206" fmla="*/ 220107 h 480171"/>
                <a:gd name="connsiteX207" fmla="*/ 2018213 w 2915191"/>
                <a:gd name="connsiteY207" fmla="*/ 246450 h 480171"/>
                <a:gd name="connsiteX208" fmla="*/ 2027957 w 2915191"/>
                <a:gd name="connsiteY208" fmla="*/ 249206 h 480171"/>
                <a:gd name="connsiteX209" fmla="*/ 2037701 w 2915191"/>
                <a:gd name="connsiteY209" fmla="*/ 220110 h 480171"/>
                <a:gd name="connsiteX210" fmla="*/ 2047460 w 2915191"/>
                <a:gd name="connsiteY210" fmla="*/ 239531 h 480171"/>
                <a:gd name="connsiteX211" fmla="*/ 2057204 w 2915191"/>
                <a:gd name="connsiteY211" fmla="*/ 254238 h 480171"/>
                <a:gd name="connsiteX212" fmla="*/ 2066963 w 2915191"/>
                <a:gd name="connsiteY212" fmla="*/ 259937 h 480171"/>
                <a:gd name="connsiteX213" fmla="*/ 2076707 w 2915191"/>
                <a:gd name="connsiteY213" fmla="*/ 277608 h 480171"/>
                <a:gd name="connsiteX214" fmla="*/ 2086451 w 2915191"/>
                <a:gd name="connsiteY214" fmla="*/ 252046 h 480171"/>
                <a:gd name="connsiteX215" fmla="*/ 2096210 w 2915191"/>
                <a:gd name="connsiteY215" fmla="*/ 236492 h 480171"/>
                <a:gd name="connsiteX216" fmla="*/ 2105954 w 2915191"/>
                <a:gd name="connsiteY216" fmla="*/ 253456 h 480171"/>
                <a:gd name="connsiteX217" fmla="*/ 2115697 w 2915191"/>
                <a:gd name="connsiteY217" fmla="*/ 230274 h 480171"/>
                <a:gd name="connsiteX218" fmla="*/ 2125456 w 2915191"/>
                <a:gd name="connsiteY218" fmla="*/ 229774 h 480171"/>
                <a:gd name="connsiteX219" fmla="*/ 2135200 w 2915191"/>
                <a:gd name="connsiteY219" fmla="*/ 251922 h 480171"/>
                <a:gd name="connsiteX220" fmla="*/ 2144959 w 2915191"/>
                <a:gd name="connsiteY220" fmla="*/ 228427 h 480171"/>
                <a:gd name="connsiteX221" fmla="*/ 2154703 w 2915191"/>
                <a:gd name="connsiteY221" fmla="*/ 236070 h 480171"/>
                <a:gd name="connsiteX222" fmla="*/ 2164447 w 2915191"/>
                <a:gd name="connsiteY222" fmla="*/ 246864 h 480171"/>
                <a:gd name="connsiteX223" fmla="*/ 2174206 w 2915191"/>
                <a:gd name="connsiteY223" fmla="*/ 252854 h 480171"/>
                <a:gd name="connsiteX224" fmla="*/ 2183950 w 2915191"/>
                <a:gd name="connsiteY224" fmla="*/ 271561 h 480171"/>
                <a:gd name="connsiteX225" fmla="*/ 2193709 w 2915191"/>
                <a:gd name="connsiteY225" fmla="*/ 284779 h 480171"/>
                <a:gd name="connsiteX226" fmla="*/ 2203452 w 2915191"/>
                <a:gd name="connsiteY226" fmla="*/ 289133 h 480171"/>
                <a:gd name="connsiteX227" fmla="*/ 2213196 w 2915191"/>
                <a:gd name="connsiteY227" fmla="*/ 262882 h 480171"/>
                <a:gd name="connsiteX228" fmla="*/ 2222955 w 2915191"/>
                <a:gd name="connsiteY228" fmla="*/ 280031 h 480171"/>
                <a:gd name="connsiteX229" fmla="*/ 2232699 w 2915191"/>
                <a:gd name="connsiteY229" fmla="*/ 272622 h 480171"/>
                <a:gd name="connsiteX230" fmla="*/ 2242458 w 2915191"/>
                <a:gd name="connsiteY230" fmla="*/ 320184 h 480171"/>
                <a:gd name="connsiteX231" fmla="*/ 2252202 w 2915191"/>
                <a:gd name="connsiteY231" fmla="*/ 299359 h 480171"/>
                <a:gd name="connsiteX232" fmla="*/ 2261946 w 2915191"/>
                <a:gd name="connsiteY232" fmla="*/ 346491 h 480171"/>
                <a:gd name="connsiteX233" fmla="*/ 2271705 w 2915191"/>
                <a:gd name="connsiteY233" fmla="*/ 349566 h 480171"/>
                <a:gd name="connsiteX234" fmla="*/ 2281449 w 2915191"/>
                <a:gd name="connsiteY234" fmla="*/ 314495 h 480171"/>
                <a:gd name="connsiteX235" fmla="*/ 2291208 w 2915191"/>
                <a:gd name="connsiteY235" fmla="*/ 307444 h 480171"/>
                <a:gd name="connsiteX236" fmla="*/ 2300951 w 2915191"/>
                <a:gd name="connsiteY236" fmla="*/ 306548 h 480171"/>
                <a:gd name="connsiteX237" fmla="*/ 2310695 w 2915191"/>
                <a:gd name="connsiteY237" fmla="*/ 262227 h 480171"/>
                <a:gd name="connsiteX238" fmla="*/ 2320454 w 2915191"/>
                <a:gd name="connsiteY238" fmla="*/ 287054 h 480171"/>
                <a:gd name="connsiteX239" fmla="*/ 2330198 w 2915191"/>
                <a:gd name="connsiteY239" fmla="*/ 283039 h 480171"/>
                <a:gd name="connsiteX240" fmla="*/ 2339957 w 2915191"/>
                <a:gd name="connsiteY240" fmla="*/ 286594 h 480171"/>
                <a:gd name="connsiteX241" fmla="*/ 2349701 w 2915191"/>
                <a:gd name="connsiteY241" fmla="*/ 321618 h 480171"/>
                <a:gd name="connsiteX242" fmla="*/ 2359445 w 2915191"/>
                <a:gd name="connsiteY242" fmla="*/ 325884 h 480171"/>
                <a:gd name="connsiteX243" fmla="*/ 2369204 w 2915191"/>
                <a:gd name="connsiteY243" fmla="*/ 285968 h 480171"/>
                <a:gd name="connsiteX244" fmla="*/ 2378948 w 2915191"/>
                <a:gd name="connsiteY244" fmla="*/ 284173 h 480171"/>
                <a:gd name="connsiteX245" fmla="*/ 2388692 w 2915191"/>
                <a:gd name="connsiteY245" fmla="*/ 307984 h 480171"/>
                <a:gd name="connsiteX246" fmla="*/ 2398450 w 2915191"/>
                <a:gd name="connsiteY246" fmla="*/ 331392 h 480171"/>
                <a:gd name="connsiteX247" fmla="*/ 2408194 w 2915191"/>
                <a:gd name="connsiteY247" fmla="*/ 323411 h 480171"/>
                <a:gd name="connsiteX248" fmla="*/ 2417953 w 2915191"/>
                <a:gd name="connsiteY248" fmla="*/ 297022 h 480171"/>
                <a:gd name="connsiteX249" fmla="*/ 2427697 w 2915191"/>
                <a:gd name="connsiteY249" fmla="*/ 280591 h 480171"/>
                <a:gd name="connsiteX250" fmla="*/ 2437441 w 2915191"/>
                <a:gd name="connsiteY250" fmla="*/ 285692 h 480171"/>
                <a:gd name="connsiteX251" fmla="*/ 2447200 w 2915191"/>
                <a:gd name="connsiteY251" fmla="*/ 327865 h 480171"/>
                <a:gd name="connsiteX252" fmla="*/ 2456944 w 2915191"/>
                <a:gd name="connsiteY252" fmla="*/ 328426 h 480171"/>
                <a:gd name="connsiteX253" fmla="*/ 2466703 w 2915191"/>
                <a:gd name="connsiteY253" fmla="*/ 320045 h 480171"/>
                <a:gd name="connsiteX254" fmla="*/ 2476446 w 2915191"/>
                <a:gd name="connsiteY254" fmla="*/ 329546 h 480171"/>
                <a:gd name="connsiteX255" fmla="*/ 2486190 w 2915191"/>
                <a:gd name="connsiteY255" fmla="*/ 307260 h 480171"/>
                <a:gd name="connsiteX256" fmla="*/ 2495949 w 2915191"/>
                <a:gd name="connsiteY256" fmla="*/ 270688 h 480171"/>
                <a:gd name="connsiteX257" fmla="*/ 2505693 w 2915191"/>
                <a:gd name="connsiteY257" fmla="*/ 271570 h 480171"/>
                <a:gd name="connsiteX258" fmla="*/ 2515452 w 2915191"/>
                <a:gd name="connsiteY258" fmla="*/ 305882 h 480171"/>
                <a:gd name="connsiteX259" fmla="*/ 2525196 w 2915191"/>
                <a:gd name="connsiteY259" fmla="*/ 274800 h 480171"/>
                <a:gd name="connsiteX260" fmla="*/ 2534940 w 2915191"/>
                <a:gd name="connsiteY260" fmla="*/ 253514 h 480171"/>
                <a:gd name="connsiteX261" fmla="*/ 2544699 w 2915191"/>
                <a:gd name="connsiteY261" fmla="*/ 246623 h 480171"/>
                <a:gd name="connsiteX262" fmla="*/ 2554443 w 2915191"/>
                <a:gd name="connsiteY262" fmla="*/ 300161 h 480171"/>
                <a:gd name="connsiteX263" fmla="*/ 2564202 w 2915191"/>
                <a:gd name="connsiteY263" fmla="*/ 276676 h 480171"/>
                <a:gd name="connsiteX264" fmla="*/ 2573946 w 2915191"/>
                <a:gd name="connsiteY264" fmla="*/ 279192 h 480171"/>
                <a:gd name="connsiteX265" fmla="*/ 2583690 w 2915191"/>
                <a:gd name="connsiteY265" fmla="*/ 308942 h 480171"/>
                <a:gd name="connsiteX266" fmla="*/ 2593448 w 2915191"/>
                <a:gd name="connsiteY266" fmla="*/ 313980 h 480171"/>
                <a:gd name="connsiteX267" fmla="*/ 2603192 w 2915191"/>
                <a:gd name="connsiteY267" fmla="*/ 306964 h 480171"/>
                <a:gd name="connsiteX268" fmla="*/ 2612951 w 2915191"/>
                <a:gd name="connsiteY268" fmla="*/ 289650 h 480171"/>
                <a:gd name="connsiteX269" fmla="*/ 2622695 w 2915191"/>
                <a:gd name="connsiteY269" fmla="*/ 313957 h 480171"/>
                <a:gd name="connsiteX270" fmla="*/ 2632439 w 2915191"/>
                <a:gd name="connsiteY270" fmla="*/ 324521 h 480171"/>
                <a:gd name="connsiteX271" fmla="*/ 2642198 w 2915191"/>
                <a:gd name="connsiteY271" fmla="*/ 358784 h 480171"/>
                <a:gd name="connsiteX272" fmla="*/ 2651942 w 2915191"/>
                <a:gd name="connsiteY272" fmla="*/ 336598 h 480171"/>
                <a:gd name="connsiteX273" fmla="*/ 2661685 w 2915191"/>
                <a:gd name="connsiteY273" fmla="*/ 305718 h 480171"/>
                <a:gd name="connsiteX274" fmla="*/ 2671444 w 2915191"/>
                <a:gd name="connsiteY274" fmla="*/ 309717 h 480171"/>
                <a:gd name="connsiteX275" fmla="*/ 2681188 w 2915191"/>
                <a:gd name="connsiteY275" fmla="*/ 309267 h 480171"/>
                <a:gd name="connsiteX276" fmla="*/ 2690947 w 2915191"/>
                <a:gd name="connsiteY276" fmla="*/ 334995 h 480171"/>
                <a:gd name="connsiteX277" fmla="*/ 2700691 w 2915191"/>
                <a:gd name="connsiteY277" fmla="*/ 354502 h 480171"/>
                <a:gd name="connsiteX278" fmla="*/ 2710435 w 2915191"/>
                <a:gd name="connsiteY278" fmla="*/ 362448 h 480171"/>
                <a:gd name="connsiteX279" fmla="*/ 2720194 w 2915191"/>
                <a:gd name="connsiteY279" fmla="*/ 351682 h 480171"/>
                <a:gd name="connsiteX280" fmla="*/ 2729938 w 2915191"/>
                <a:gd name="connsiteY280" fmla="*/ 351682 h 480171"/>
                <a:gd name="connsiteX281" fmla="*/ 2739697 w 2915191"/>
                <a:gd name="connsiteY281" fmla="*/ 366890 h 480171"/>
                <a:gd name="connsiteX282" fmla="*/ 2749441 w 2915191"/>
                <a:gd name="connsiteY282" fmla="*/ 366288 h 480171"/>
                <a:gd name="connsiteX283" fmla="*/ 2759185 w 2915191"/>
                <a:gd name="connsiteY283" fmla="*/ 375810 h 480171"/>
                <a:gd name="connsiteX284" fmla="*/ 2768943 w 2915191"/>
                <a:gd name="connsiteY284" fmla="*/ 337887 h 480171"/>
                <a:gd name="connsiteX285" fmla="*/ 2778687 w 2915191"/>
                <a:gd name="connsiteY285" fmla="*/ 314160 h 480171"/>
                <a:gd name="connsiteX286" fmla="*/ 2788446 w 2915191"/>
                <a:gd name="connsiteY286" fmla="*/ 303883 h 480171"/>
                <a:gd name="connsiteX287" fmla="*/ 2798190 w 2915191"/>
                <a:gd name="connsiteY287" fmla="*/ 309994 h 480171"/>
                <a:gd name="connsiteX288" fmla="*/ 2807934 w 2915191"/>
                <a:gd name="connsiteY288" fmla="*/ 328664 h 480171"/>
                <a:gd name="connsiteX289" fmla="*/ 2817693 w 2915191"/>
                <a:gd name="connsiteY289" fmla="*/ 343529 h 480171"/>
                <a:gd name="connsiteX290" fmla="*/ 2827437 w 2915191"/>
                <a:gd name="connsiteY290" fmla="*/ 345040 h 480171"/>
                <a:gd name="connsiteX291" fmla="*/ 2837196 w 2915191"/>
                <a:gd name="connsiteY291" fmla="*/ 343746 h 480171"/>
                <a:gd name="connsiteX292" fmla="*/ 2846940 w 2915191"/>
                <a:gd name="connsiteY292" fmla="*/ 333548 h 480171"/>
                <a:gd name="connsiteX293" fmla="*/ 2856684 w 2915191"/>
                <a:gd name="connsiteY293" fmla="*/ 307284 h 480171"/>
                <a:gd name="connsiteX294" fmla="*/ 2866442 w 2915191"/>
                <a:gd name="connsiteY294" fmla="*/ 308962 h 480171"/>
                <a:gd name="connsiteX295" fmla="*/ 2876186 w 2915191"/>
                <a:gd name="connsiteY295" fmla="*/ 282245 h 480171"/>
                <a:gd name="connsiteX296" fmla="*/ 2885945 w 2915191"/>
                <a:gd name="connsiteY296" fmla="*/ 270859 h 480171"/>
                <a:gd name="connsiteX297" fmla="*/ 2895689 w 2915191"/>
                <a:gd name="connsiteY297" fmla="*/ 291618 h 480171"/>
                <a:gd name="connsiteX298" fmla="*/ 2905433 w 2915191"/>
                <a:gd name="connsiteY298" fmla="*/ 295602 h 480171"/>
                <a:gd name="connsiteX299" fmla="*/ 2915192 w 2915191"/>
                <a:gd name="connsiteY299" fmla="*/ 310683 h 480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80171">
                  <a:moveTo>
                    <a:pt x="0" y="282358"/>
                  </a:moveTo>
                  <a:lnTo>
                    <a:pt x="9750" y="281978"/>
                  </a:lnTo>
                  <a:lnTo>
                    <a:pt x="19500" y="275366"/>
                  </a:lnTo>
                  <a:lnTo>
                    <a:pt x="29250" y="328015"/>
                  </a:lnTo>
                  <a:lnTo>
                    <a:pt x="39000" y="324072"/>
                  </a:lnTo>
                  <a:lnTo>
                    <a:pt x="48749" y="325166"/>
                  </a:lnTo>
                  <a:lnTo>
                    <a:pt x="58499" y="332003"/>
                  </a:lnTo>
                  <a:lnTo>
                    <a:pt x="68249" y="355937"/>
                  </a:lnTo>
                  <a:lnTo>
                    <a:pt x="77998" y="395614"/>
                  </a:lnTo>
                  <a:lnTo>
                    <a:pt x="87748" y="389200"/>
                  </a:lnTo>
                  <a:lnTo>
                    <a:pt x="97497" y="414543"/>
                  </a:lnTo>
                  <a:lnTo>
                    <a:pt x="107247" y="398664"/>
                  </a:lnTo>
                  <a:lnTo>
                    <a:pt x="116997" y="422268"/>
                  </a:lnTo>
                  <a:lnTo>
                    <a:pt x="126747" y="467672"/>
                  </a:lnTo>
                  <a:lnTo>
                    <a:pt x="136497" y="476542"/>
                  </a:lnTo>
                  <a:lnTo>
                    <a:pt x="146247" y="432491"/>
                  </a:lnTo>
                  <a:lnTo>
                    <a:pt x="155997" y="425545"/>
                  </a:lnTo>
                  <a:lnTo>
                    <a:pt x="165747" y="412182"/>
                  </a:lnTo>
                  <a:lnTo>
                    <a:pt x="175497" y="418416"/>
                  </a:lnTo>
                  <a:lnTo>
                    <a:pt x="185247" y="401997"/>
                  </a:lnTo>
                  <a:lnTo>
                    <a:pt x="194996" y="387534"/>
                  </a:lnTo>
                  <a:lnTo>
                    <a:pt x="204746" y="350159"/>
                  </a:lnTo>
                  <a:lnTo>
                    <a:pt x="214495" y="350198"/>
                  </a:lnTo>
                  <a:lnTo>
                    <a:pt x="224245" y="370018"/>
                  </a:lnTo>
                  <a:lnTo>
                    <a:pt x="233995" y="396265"/>
                  </a:lnTo>
                  <a:lnTo>
                    <a:pt x="243744" y="365770"/>
                  </a:lnTo>
                  <a:lnTo>
                    <a:pt x="253494" y="338941"/>
                  </a:lnTo>
                  <a:lnTo>
                    <a:pt x="263244" y="372056"/>
                  </a:lnTo>
                  <a:lnTo>
                    <a:pt x="272994" y="381675"/>
                  </a:lnTo>
                  <a:lnTo>
                    <a:pt x="282744" y="375648"/>
                  </a:lnTo>
                  <a:lnTo>
                    <a:pt x="292494" y="363543"/>
                  </a:lnTo>
                  <a:lnTo>
                    <a:pt x="302244" y="335318"/>
                  </a:lnTo>
                  <a:lnTo>
                    <a:pt x="311994" y="347215"/>
                  </a:lnTo>
                  <a:lnTo>
                    <a:pt x="321744" y="376423"/>
                  </a:lnTo>
                  <a:lnTo>
                    <a:pt x="331493" y="387080"/>
                  </a:lnTo>
                  <a:lnTo>
                    <a:pt x="341243" y="368844"/>
                  </a:lnTo>
                  <a:lnTo>
                    <a:pt x="350993" y="393753"/>
                  </a:lnTo>
                  <a:lnTo>
                    <a:pt x="360742" y="387281"/>
                  </a:lnTo>
                  <a:lnTo>
                    <a:pt x="370492" y="371202"/>
                  </a:lnTo>
                  <a:lnTo>
                    <a:pt x="380241" y="425005"/>
                  </a:lnTo>
                  <a:lnTo>
                    <a:pt x="389991" y="435049"/>
                  </a:lnTo>
                  <a:lnTo>
                    <a:pt x="399741" y="456742"/>
                  </a:lnTo>
                  <a:lnTo>
                    <a:pt x="409491" y="433087"/>
                  </a:lnTo>
                  <a:lnTo>
                    <a:pt x="419241" y="425427"/>
                  </a:lnTo>
                  <a:lnTo>
                    <a:pt x="428991" y="400750"/>
                  </a:lnTo>
                  <a:lnTo>
                    <a:pt x="438741" y="386255"/>
                  </a:lnTo>
                  <a:lnTo>
                    <a:pt x="448491" y="407311"/>
                  </a:lnTo>
                  <a:lnTo>
                    <a:pt x="458241" y="445587"/>
                  </a:lnTo>
                  <a:lnTo>
                    <a:pt x="467991" y="456743"/>
                  </a:lnTo>
                  <a:lnTo>
                    <a:pt x="477740" y="447329"/>
                  </a:lnTo>
                  <a:lnTo>
                    <a:pt x="487490" y="453027"/>
                  </a:lnTo>
                  <a:lnTo>
                    <a:pt x="497239" y="452077"/>
                  </a:lnTo>
                  <a:lnTo>
                    <a:pt x="506989" y="449627"/>
                  </a:lnTo>
                  <a:lnTo>
                    <a:pt x="516738" y="447720"/>
                  </a:lnTo>
                  <a:lnTo>
                    <a:pt x="526488" y="470845"/>
                  </a:lnTo>
                  <a:lnTo>
                    <a:pt x="536238" y="480172"/>
                  </a:lnTo>
                  <a:lnTo>
                    <a:pt x="545988" y="446668"/>
                  </a:lnTo>
                  <a:lnTo>
                    <a:pt x="555738" y="401773"/>
                  </a:lnTo>
                  <a:lnTo>
                    <a:pt x="565488" y="344578"/>
                  </a:lnTo>
                  <a:lnTo>
                    <a:pt x="575238" y="349064"/>
                  </a:lnTo>
                  <a:lnTo>
                    <a:pt x="584988" y="355898"/>
                  </a:lnTo>
                  <a:lnTo>
                    <a:pt x="594738" y="364335"/>
                  </a:lnTo>
                  <a:lnTo>
                    <a:pt x="604488" y="400915"/>
                  </a:lnTo>
                  <a:lnTo>
                    <a:pt x="614237" y="387040"/>
                  </a:lnTo>
                  <a:lnTo>
                    <a:pt x="623987" y="378343"/>
                  </a:lnTo>
                  <a:lnTo>
                    <a:pt x="633736" y="368756"/>
                  </a:lnTo>
                  <a:lnTo>
                    <a:pt x="643486" y="322631"/>
                  </a:lnTo>
                  <a:lnTo>
                    <a:pt x="653236" y="345650"/>
                  </a:lnTo>
                  <a:lnTo>
                    <a:pt x="662985" y="379197"/>
                  </a:lnTo>
                  <a:lnTo>
                    <a:pt x="672735" y="371092"/>
                  </a:lnTo>
                  <a:lnTo>
                    <a:pt x="682485" y="395748"/>
                  </a:lnTo>
                  <a:lnTo>
                    <a:pt x="692235" y="377272"/>
                  </a:lnTo>
                  <a:lnTo>
                    <a:pt x="701985" y="368365"/>
                  </a:lnTo>
                  <a:lnTo>
                    <a:pt x="711735" y="360420"/>
                  </a:lnTo>
                  <a:lnTo>
                    <a:pt x="721485" y="341427"/>
                  </a:lnTo>
                  <a:lnTo>
                    <a:pt x="731235" y="358076"/>
                  </a:lnTo>
                  <a:lnTo>
                    <a:pt x="740985" y="368637"/>
                  </a:lnTo>
                  <a:lnTo>
                    <a:pt x="750734" y="351775"/>
                  </a:lnTo>
                  <a:lnTo>
                    <a:pt x="760484" y="348249"/>
                  </a:lnTo>
                  <a:lnTo>
                    <a:pt x="770233" y="315508"/>
                  </a:lnTo>
                  <a:lnTo>
                    <a:pt x="779983" y="335148"/>
                  </a:lnTo>
                  <a:lnTo>
                    <a:pt x="789733" y="346862"/>
                  </a:lnTo>
                  <a:lnTo>
                    <a:pt x="799482" y="326565"/>
                  </a:lnTo>
                  <a:lnTo>
                    <a:pt x="809232" y="323326"/>
                  </a:lnTo>
                  <a:lnTo>
                    <a:pt x="818982" y="303355"/>
                  </a:lnTo>
                  <a:lnTo>
                    <a:pt x="828732" y="298197"/>
                  </a:lnTo>
                  <a:lnTo>
                    <a:pt x="838482" y="286439"/>
                  </a:lnTo>
                  <a:lnTo>
                    <a:pt x="848232" y="270589"/>
                  </a:lnTo>
                  <a:lnTo>
                    <a:pt x="857982" y="278417"/>
                  </a:lnTo>
                  <a:lnTo>
                    <a:pt x="867732" y="280882"/>
                  </a:lnTo>
                  <a:lnTo>
                    <a:pt x="877482" y="302554"/>
                  </a:lnTo>
                  <a:lnTo>
                    <a:pt x="887231" y="293644"/>
                  </a:lnTo>
                  <a:lnTo>
                    <a:pt x="896981" y="306947"/>
                  </a:lnTo>
                  <a:lnTo>
                    <a:pt x="906730" y="319296"/>
                  </a:lnTo>
                  <a:lnTo>
                    <a:pt x="916480" y="301911"/>
                  </a:lnTo>
                  <a:lnTo>
                    <a:pt x="926230" y="282796"/>
                  </a:lnTo>
                  <a:lnTo>
                    <a:pt x="935979" y="268276"/>
                  </a:lnTo>
                  <a:lnTo>
                    <a:pt x="945729" y="266504"/>
                  </a:lnTo>
                  <a:lnTo>
                    <a:pt x="955479" y="251815"/>
                  </a:lnTo>
                  <a:lnTo>
                    <a:pt x="965229" y="257086"/>
                  </a:lnTo>
                  <a:lnTo>
                    <a:pt x="974979" y="260777"/>
                  </a:lnTo>
                  <a:lnTo>
                    <a:pt x="984729" y="257437"/>
                  </a:lnTo>
                  <a:lnTo>
                    <a:pt x="994474" y="274053"/>
                  </a:lnTo>
                  <a:lnTo>
                    <a:pt x="1004233" y="263894"/>
                  </a:lnTo>
                  <a:lnTo>
                    <a:pt x="1013977" y="269193"/>
                  </a:lnTo>
                  <a:lnTo>
                    <a:pt x="1023721" y="308962"/>
                  </a:lnTo>
                  <a:lnTo>
                    <a:pt x="1033480" y="329122"/>
                  </a:lnTo>
                  <a:lnTo>
                    <a:pt x="1043224" y="331313"/>
                  </a:lnTo>
                  <a:lnTo>
                    <a:pt x="1052983" y="311877"/>
                  </a:lnTo>
                  <a:lnTo>
                    <a:pt x="1062727" y="339208"/>
                  </a:lnTo>
                  <a:lnTo>
                    <a:pt x="1072471" y="338503"/>
                  </a:lnTo>
                  <a:lnTo>
                    <a:pt x="1082230" y="326852"/>
                  </a:lnTo>
                  <a:lnTo>
                    <a:pt x="1091973" y="296621"/>
                  </a:lnTo>
                  <a:lnTo>
                    <a:pt x="1101732" y="297640"/>
                  </a:lnTo>
                  <a:lnTo>
                    <a:pt x="1111476" y="247286"/>
                  </a:lnTo>
                  <a:lnTo>
                    <a:pt x="1121220" y="222430"/>
                  </a:lnTo>
                  <a:lnTo>
                    <a:pt x="1130979" y="212111"/>
                  </a:lnTo>
                  <a:lnTo>
                    <a:pt x="1140723" y="181559"/>
                  </a:lnTo>
                  <a:lnTo>
                    <a:pt x="1150482" y="137334"/>
                  </a:lnTo>
                  <a:lnTo>
                    <a:pt x="1160226" y="144037"/>
                  </a:lnTo>
                  <a:lnTo>
                    <a:pt x="1169969" y="150425"/>
                  </a:lnTo>
                  <a:lnTo>
                    <a:pt x="1179728" y="159494"/>
                  </a:lnTo>
                  <a:lnTo>
                    <a:pt x="1189472" y="161359"/>
                  </a:lnTo>
                  <a:lnTo>
                    <a:pt x="1199231" y="153933"/>
                  </a:lnTo>
                  <a:lnTo>
                    <a:pt x="1208975" y="197753"/>
                  </a:lnTo>
                  <a:lnTo>
                    <a:pt x="1218719" y="206175"/>
                  </a:lnTo>
                  <a:lnTo>
                    <a:pt x="1228478" y="234129"/>
                  </a:lnTo>
                  <a:lnTo>
                    <a:pt x="1238222" y="247246"/>
                  </a:lnTo>
                  <a:lnTo>
                    <a:pt x="1247966" y="236226"/>
                  </a:lnTo>
                  <a:lnTo>
                    <a:pt x="1257725" y="221886"/>
                  </a:lnTo>
                  <a:lnTo>
                    <a:pt x="1267469" y="198635"/>
                  </a:lnTo>
                  <a:lnTo>
                    <a:pt x="1277227" y="231888"/>
                  </a:lnTo>
                  <a:lnTo>
                    <a:pt x="1286971" y="220460"/>
                  </a:lnTo>
                  <a:lnTo>
                    <a:pt x="1296715" y="231237"/>
                  </a:lnTo>
                  <a:lnTo>
                    <a:pt x="1306474" y="242923"/>
                  </a:lnTo>
                  <a:lnTo>
                    <a:pt x="1316218" y="258062"/>
                  </a:lnTo>
                  <a:lnTo>
                    <a:pt x="1325977" y="267607"/>
                  </a:lnTo>
                  <a:lnTo>
                    <a:pt x="1335721" y="283146"/>
                  </a:lnTo>
                  <a:lnTo>
                    <a:pt x="1345465" y="296740"/>
                  </a:lnTo>
                  <a:lnTo>
                    <a:pt x="1355224" y="288626"/>
                  </a:lnTo>
                  <a:lnTo>
                    <a:pt x="1364967" y="250352"/>
                  </a:lnTo>
                  <a:lnTo>
                    <a:pt x="1374726" y="251876"/>
                  </a:lnTo>
                  <a:lnTo>
                    <a:pt x="1384470" y="223817"/>
                  </a:lnTo>
                  <a:lnTo>
                    <a:pt x="1394214" y="181747"/>
                  </a:lnTo>
                  <a:lnTo>
                    <a:pt x="1403973" y="143340"/>
                  </a:lnTo>
                  <a:lnTo>
                    <a:pt x="1413717" y="125460"/>
                  </a:lnTo>
                  <a:lnTo>
                    <a:pt x="1423476" y="142530"/>
                  </a:lnTo>
                  <a:lnTo>
                    <a:pt x="1433220" y="139900"/>
                  </a:lnTo>
                  <a:lnTo>
                    <a:pt x="1442964" y="148696"/>
                  </a:lnTo>
                  <a:lnTo>
                    <a:pt x="1452722" y="151314"/>
                  </a:lnTo>
                  <a:lnTo>
                    <a:pt x="1462466" y="140529"/>
                  </a:lnTo>
                  <a:lnTo>
                    <a:pt x="1472225" y="145399"/>
                  </a:lnTo>
                  <a:lnTo>
                    <a:pt x="1481969" y="123419"/>
                  </a:lnTo>
                  <a:lnTo>
                    <a:pt x="1491713" y="122494"/>
                  </a:lnTo>
                  <a:lnTo>
                    <a:pt x="1501472" y="124894"/>
                  </a:lnTo>
                  <a:lnTo>
                    <a:pt x="1511216" y="137008"/>
                  </a:lnTo>
                  <a:lnTo>
                    <a:pt x="1520960" y="113815"/>
                  </a:lnTo>
                  <a:lnTo>
                    <a:pt x="1530719" y="142978"/>
                  </a:lnTo>
                  <a:lnTo>
                    <a:pt x="1540463" y="182535"/>
                  </a:lnTo>
                  <a:lnTo>
                    <a:pt x="1550221" y="192447"/>
                  </a:lnTo>
                  <a:lnTo>
                    <a:pt x="1559965" y="169409"/>
                  </a:lnTo>
                  <a:lnTo>
                    <a:pt x="1569709" y="188138"/>
                  </a:lnTo>
                  <a:lnTo>
                    <a:pt x="1579468" y="176878"/>
                  </a:lnTo>
                  <a:lnTo>
                    <a:pt x="1589212" y="157989"/>
                  </a:lnTo>
                  <a:lnTo>
                    <a:pt x="1598971" y="160718"/>
                  </a:lnTo>
                  <a:lnTo>
                    <a:pt x="1608715" y="160359"/>
                  </a:lnTo>
                  <a:lnTo>
                    <a:pt x="1618459" y="125709"/>
                  </a:lnTo>
                  <a:lnTo>
                    <a:pt x="1628218" y="109496"/>
                  </a:lnTo>
                  <a:lnTo>
                    <a:pt x="1637962" y="103237"/>
                  </a:lnTo>
                  <a:lnTo>
                    <a:pt x="1647720" y="109905"/>
                  </a:lnTo>
                  <a:lnTo>
                    <a:pt x="1657464" y="97243"/>
                  </a:lnTo>
                  <a:lnTo>
                    <a:pt x="1667208" y="110312"/>
                  </a:lnTo>
                  <a:lnTo>
                    <a:pt x="1676967" y="90008"/>
                  </a:lnTo>
                  <a:lnTo>
                    <a:pt x="1686711" y="91142"/>
                  </a:lnTo>
                  <a:lnTo>
                    <a:pt x="1696470" y="96980"/>
                  </a:lnTo>
                  <a:lnTo>
                    <a:pt x="1706214" y="58820"/>
                  </a:lnTo>
                  <a:lnTo>
                    <a:pt x="1715958" y="80505"/>
                  </a:lnTo>
                  <a:lnTo>
                    <a:pt x="1725716" y="34183"/>
                  </a:lnTo>
                  <a:lnTo>
                    <a:pt x="1735460" y="48086"/>
                  </a:lnTo>
                  <a:lnTo>
                    <a:pt x="1745219" y="60083"/>
                  </a:lnTo>
                  <a:lnTo>
                    <a:pt x="1754963" y="52650"/>
                  </a:lnTo>
                  <a:lnTo>
                    <a:pt x="1764707" y="58148"/>
                  </a:lnTo>
                  <a:lnTo>
                    <a:pt x="1774466" y="48341"/>
                  </a:lnTo>
                  <a:lnTo>
                    <a:pt x="1784210" y="22629"/>
                  </a:lnTo>
                  <a:lnTo>
                    <a:pt x="1793969" y="17824"/>
                  </a:lnTo>
                  <a:lnTo>
                    <a:pt x="1803713" y="33417"/>
                  </a:lnTo>
                  <a:lnTo>
                    <a:pt x="1813457" y="69189"/>
                  </a:lnTo>
                  <a:lnTo>
                    <a:pt x="1823215" y="80884"/>
                  </a:lnTo>
                  <a:lnTo>
                    <a:pt x="1832959" y="35576"/>
                  </a:lnTo>
                  <a:lnTo>
                    <a:pt x="1842703" y="33201"/>
                  </a:lnTo>
                  <a:lnTo>
                    <a:pt x="1852462" y="0"/>
                  </a:lnTo>
                  <a:lnTo>
                    <a:pt x="1862206" y="30395"/>
                  </a:lnTo>
                  <a:lnTo>
                    <a:pt x="1871965" y="39765"/>
                  </a:lnTo>
                  <a:lnTo>
                    <a:pt x="1881709" y="13782"/>
                  </a:lnTo>
                  <a:lnTo>
                    <a:pt x="1891453" y="6696"/>
                  </a:lnTo>
                  <a:lnTo>
                    <a:pt x="1901212" y="62735"/>
                  </a:lnTo>
                  <a:lnTo>
                    <a:pt x="1910956" y="76663"/>
                  </a:lnTo>
                  <a:lnTo>
                    <a:pt x="1920714" y="85852"/>
                  </a:lnTo>
                  <a:lnTo>
                    <a:pt x="1930458" y="66534"/>
                  </a:lnTo>
                  <a:lnTo>
                    <a:pt x="1940202" y="86660"/>
                  </a:lnTo>
                  <a:lnTo>
                    <a:pt x="1949961" y="81129"/>
                  </a:lnTo>
                  <a:lnTo>
                    <a:pt x="1959705" y="91860"/>
                  </a:lnTo>
                  <a:lnTo>
                    <a:pt x="1969464" y="131282"/>
                  </a:lnTo>
                  <a:lnTo>
                    <a:pt x="1979208" y="152344"/>
                  </a:lnTo>
                  <a:lnTo>
                    <a:pt x="1988952" y="168092"/>
                  </a:lnTo>
                  <a:lnTo>
                    <a:pt x="1998711" y="199351"/>
                  </a:lnTo>
                  <a:lnTo>
                    <a:pt x="2008454" y="220107"/>
                  </a:lnTo>
                  <a:lnTo>
                    <a:pt x="2018213" y="246450"/>
                  </a:lnTo>
                  <a:lnTo>
                    <a:pt x="2027957" y="249206"/>
                  </a:lnTo>
                  <a:lnTo>
                    <a:pt x="2037701" y="220110"/>
                  </a:lnTo>
                  <a:lnTo>
                    <a:pt x="2047460" y="239531"/>
                  </a:lnTo>
                  <a:lnTo>
                    <a:pt x="2057204" y="254238"/>
                  </a:lnTo>
                  <a:lnTo>
                    <a:pt x="2066963" y="259937"/>
                  </a:lnTo>
                  <a:lnTo>
                    <a:pt x="2076707" y="277608"/>
                  </a:lnTo>
                  <a:lnTo>
                    <a:pt x="2086451" y="252046"/>
                  </a:lnTo>
                  <a:lnTo>
                    <a:pt x="2096210" y="236492"/>
                  </a:lnTo>
                  <a:lnTo>
                    <a:pt x="2105954" y="253456"/>
                  </a:lnTo>
                  <a:lnTo>
                    <a:pt x="2115697" y="230274"/>
                  </a:lnTo>
                  <a:lnTo>
                    <a:pt x="2125456" y="229774"/>
                  </a:lnTo>
                  <a:lnTo>
                    <a:pt x="2135200" y="251922"/>
                  </a:lnTo>
                  <a:lnTo>
                    <a:pt x="2144959" y="228427"/>
                  </a:lnTo>
                  <a:lnTo>
                    <a:pt x="2154703" y="236070"/>
                  </a:lnTo>
                  <a:lnTo>
                    <a:pt x="2164447" y="246864"/>
                  </a:lnTo>
                  <a:lnTo>
                    <a:pt x="2174206" y="252854"/>
                  </a:lnTo>
                  <a:lnTo>
                    <a:pt x="2183950" y="271561"/>
                  </a:lnTo>
                  <a:lnTo>
                    <a:pt x="2193709" y="284779"/>
                  </a:lnTo>
                  <a:lnTo>
                    <a:pt x="2203452" y="289133"/>
                  </a:lnTo>
                  <a:lnTo>
                    <a:pt x="2213196" y="262882"/>
                  </a:lnTo>
                  <a:lnTo>
                    <a:pt x="2222955" y="280031"/>
                  </a:lnTo>
                  <a:lnTo>
                    <a:pt x="2232699" y="272622"/>
                  </a:lnTo>
                  <a:lnTo>
                    <a:pt x="2242458" y="320184"/>
                  </a:lnTo>
                  <a:lnTo>
                    <a:pt x="2252202" y="299359"/>
                  </a:lnTo>
                  <a:lnTo>
                    <a:pt x="2261946" y="346491"/>
                  </a:lnTo>
                  <a:lnTo>
                    <a:pt x="2271705" y="349566"/>
                  </a:lnTo>
                  <a:lnTo>
                    <a:pt x="2281449" y="314495"/>
                  </a:lnTo>
                  <a:lnTo>
                    <a:pt x="2291208" y="307444"/>
                  </a:lnTo>
                  <a:lnTo>
                    <a:pt x="2300951" y="306548"/>
                  </a:lnTo>
                  <a:lnTo>
                    <a:pt x="2310695" y="262227"/>
                  </a:lnTo>
                  <a:lnTo>
                    <a:pt x="2320454" y="287054"/>
                  </a:lnTo>
                  <a:lnTo>
                    <a:pt x="2330198" y="283039"/>
                  </a:lnTo>
                  <a:lnTo>
                    <a:pt x="2339957" y="286594"/>
                  </a:lnTo>
                  <a:lnTo>
                    <a:pt x="2349701" y="321618"/>
                  </a:lnTo>
                  <a:lnTo>
                    <a:pt x="2359445" y="325884"/>
                  </a:lnTo>
                  <a:lnTo>
                    <a:pt x="2369204" y="285968"/>
                  </a:lnTo>
                  <a:lnTo>
                    <a:pt x="2378948" y="284173"/>
                  </a:lnTo>
                  <a:lnTo>
                    <a:pt x="2388692" y="307984"/>
                  </a:lnTo>
                  <a:lnTo>
                    <a:pt x="2398450" y="331392"/>
                  </a:lnTo>
                  <a:lnTo>
                    <a:pt x="2408194" y="323411"/>
                  </a:lnTo>
                  <a:lnTo>
                    <a:pt x="2417953" y="297022"/>
                  </a:lnTo>
                  <a:lnTo>
                    <a:pt x="2427697" y="280591"/>
                  </a:lnTo>
                  <a:lnTo>
                    <a:pt x="2437441" y="285692"/>
                  </a:lnTo>
                  <a:lnTo>
                    <a:pt x="2447200" y="327865"/>
                  </a:lnTo>
                  <a:lnTo>
                    <a:pt x="2456944" y="328426"/>
                  </a:lnTo>
                  <a:lnTo>
                    <a:pt x="2466703" y="320045"/>
                  </a:lnTo>
                  <a:lnTo>
                    <a:pt x="2476446" y="329546"/>
                  </a:lnTo>
                  <a:lnTo>
                    <a:pt x="2486190" y="307260"/>
                  </a:lnTo>
                  <a:lnTo>
                    <a:pt x="2495949" y="270688"/>
                  </a:lnTo>
                  <a:lnTo>
                    <a:pt x="2505693" y="271570"/>
                  </a:lnTo>
                  <a:lnTo>
                    <a:pt x="2515452" y="305882"/>
                  </a:lnTo>
                  <a:lnTo>
                    <a:pt x="2525196" y="274800"/>
                  </a:lnTo>
                  <a:lnTo>
                    <a:pt x="2534940" y="253514"/>
                  </a:lnTo>
                  <a:lnTo>
                    <a:pt x="2544699" y="246623"/>
                  </a:lnTo>
                  <a:lnTo>
                    <a:pt x="2554443" y="300161"/>
                  </a:lnTo>
                  <a:lnTo>
                    <a:pt x="2564202" y="276676"/>
                  </a:lnTo>
                  <a:lnTo>
                    <a:pt x="2573946" y="279192"/>
                  </a:lnTo>
                  <a:lnTo>
                    <a:pt x="2583690" y="308942"/>
                  </a:lnTo>
                  <a:lnTo>
                    <a:pt x="2593448" y="313980"/>
                  </a:lnTo>
                  <a:lnTo>
                    <a:pt x="2603192" y="306964"/>
                  </a:lnTo>
                  <a:lnTo>
                    <a:pt x="2612951" y="289650"/>
                  </a:lnTo>
                  <a:lnTo>
                    <a:pt x="2622695" y="313957"/>
                  </a:lnTo>
                  <a:lnTo>
                    <a:pt x="2632439" y="324521"/>
                  </a:lnTo>
                  <a:lnTo>
                    <a:pt x="2642198" y="358784"/>
                  </a:lnTo>
                  <a:lnTo>
                    <a:pt x="2651942" y="336598"/>
                  </a:lnTo>
                  <a:lnTo>
                    <a:pt x="2661685" y="305718"/>
                  </a:lnTo>
                  <a:lnTo>
                    <a:pt x="2671444" y="309717"/>
                  </a:lnTo>
                  <a:lnTo>
                    <a:pt x="2681188" y="309267"/>
                  </a:lnTo>
                  <a:lnTo>
                    <a:pt x="2690947" y="334995"/>
                  </a:lnTo>
                  <a:lnTo>
                    <a:pt x="2700691" y="354502"/>
                  </a:lnTo>
                  <a:lnTo>
                    <a:pt x="2710435" y="362448"/>
                  </a:lnTo>
                  <a:lnTo>
                    <a:pt x="2720194" y="351682"/>
                  </a:lnTo>
                  <a:lnTo>
                    <a:pt x="2729938" y="351682"/>
                  </a:lnTo>
                  <a:lnTo>
                    <a:pt x="2739697" y="366890"/>
                  </a:lnTo>
                  <a:lnTo>
                    <a:pt x="2749441" y="366288"/>
                  </a:lnTo>
                  <a:lnTo>
                    <a:pt x="2759185" y="375810"/>
                  </a:lnTo>
                  <a:lnTo>
                    <a:pt x="2768943" y="337887"/>
                  </a:lnTo>
                  <a:lnTo>
                    <a:pt x="2778687" y="314160"/>
                  </a:lnTo>
                  <a:lnTo>
                    <a:pt x="2788446" y="303883"/>
                  </a:lnTo>
                  <a:lnTo>
                    <a:pt x="2798190" y="309994"/>
                  </a:lnTo>
                  <a:lnTo>
                    <a:pt x="2807934" y="328664"/>
                  </a:lnTo>
                  <a:lnTo>
                    <a:pt x="2817693" y="343529"/>
                  </a:lnTo>
                  <a:lnTo>
                    <a:pt x="2827437" y="345040"/>
                  </a:lnTo>
                  <a:lnTo>
                    <a:pt x="2837196" y="343746"/>
                  </a:lnTo>
                  <a:lnTo>
                    <a:pt x="2846940" y="333548"/>
                  </a:lnTo>
                  <a:lnTo>
                    <a:pt x="2856684" y="307284"/>
                  </a:lnTo>
                  <a:lnTo>
                    <a:pt x="2866442" y="308962"/>
                  </a:lnTo>
                  <a:lnTo>
                    <a:pt x="2876186" y="282245"/>
                  </a:lnTo>
                  <a:lnTo>
                    <a:pt x="2885945" y="270859"/>
                  </a:lnTo>
                  <a:lnTo>
                    <a:pt x="2895689" y="291618"/>
                  </a:lnTo>
                  <a:lnTo>
                    <a:pt x="2905433" y="295602"/>
                  </a:lnTo>
                  <a:lnTo>
                    <a:pt x="2915192" y="31068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4" name="Freeform 973">
              <a:extLst>
                <a:ext uri="{FF2B5EF4-FFF2-40B4-BE49-F238E27FC236}">
                  <a16:creationId xmlns:a16="http://schemas.microsoft.com/office/drawing/2014/main" id="{381E240F-5159-2904-FE70-C2D65B32D5A8}"/>
                </a:ext>
              </a:extLst>
            </p:cNvPr>
            <p:cNvSpPr/>
            <p:nvPr/>
          </p:nvSpPr>
          <p:spPr>
            <a:xfrm>
              <a:off x="4426652" y="3219426"/>
              <a:ext cx="2915191" cy="476111"/>
            </a:xfrm>
            <a:custGeom>
              <a:avLst/>
              <a:gdLst>
                <a:gd name="connsiteX0" fmla="*/ 0 w 2915191"/>
                <a:gd name="connsiteY0" fmla="*/ 308276 h 476111"/>
                <a:gd name="connsiteX1" fmla="*/ 9750 w 2915191"/>
                <a:gd name="connsiteY1" fmla="*/ 304488 h 476111"/>
                <a:gd name="connsiteX2" fmla="*/ 19500 w 2915191"/>
                <a:gd name="connsiteY2" fmla="*/ 305469 h 476111"/>
                <a:gd name="connsiteX3" fmla="*/ 29250 w 2915191"/>
                <a:gd name="connsiteY3" fmla="*/ 307117 h 476111"/>
                <a:gd name="connsiteX4" fmla="*/ 39000 w 2915191"/>
                <a:gd name="connsiteY4" fmla="*/ 305892 h 476111"/>
                <a:gd name="connsiteX5" fmla="*/ 48749 w 2915191"/>
                <a:gd name="connsiteY5" fmla="*/ 318834 h 476111"/>
                <a:gd name="connsiteX6" fmla="*/ 58499 w 2915191"/>
                <a:gd name="connsiteY6" fmla="*/ 341656 h 476111"/>
                <a:gd name="connsiteX7" fmla="*/ 68249 w 2915191"/>
                <a:gd name="connsiteY7" fmla="*/ 331301 h 476111"/>
                <a:gd name="connsiteX8" fmla="*/ 77998 w 2915191"/>
                <a:gd name="connsiteY8" fmla="*/ 356433 h 476111"/>
                <a:gd name="connsiteX9" fmla="*/ 87748 w 2915191"/>
                <a:gd name="connsiteY9" fmla="*/ 396197 h 476111"/>
                <a:gd name="connsiteX10" fmla="*/ 97497 w 2915191"/>
                <a:gd name="connsiteY10" fmla="*/ 375964 h 476111"/>
                <a:gd name="connsiteX11" fmla="*/ 107247 w 2915191"/>
                <a:gd name="connsiteY11" fmla="*/ 380663 h 476111"/>
                <a:gd name="connsiteX12" fmla="*/ 116997 w 2915191"/>
                <a:gd name="connsiteY12" fmla="*/ 389809 h 476111"/>
                <a:gd name="connsiteX13" fmla="*/ 126747 w 2915191"/>
                <a:gd name="connsiteY13" fmla="*/ 402685 h 476111"/>
                <a:gd name="connsiteX14" fmla="*/ 136497 w 2915191"/>
                <a:gd name="connsiteY14" fmla="*/ 404323 h 476111"/>
                <a:gd name="connsiteX15" fmla="*/ 146247 w 2915191"/>
                <a:gd name="connsiteY15" fmla="*/ 389543 h 476111"/>
                <a:gd name="connsiteX16" fmla="*/ 155997 w 2915191"/>
                <a:gd name="connsiteY16" fmla="*/ 396758 h 476111"/>
                <a:gd name="connsiteX17" fmla="*/ 165747 w 2915191"/>
                <a:gd name="connsiteY17" fmla="*/ 360619 h 476111"/>
                <a:gd name="connsiteX18" fmla="*/ 175497 w 2915191"/>
                <a:gd name="connsiteY18" fmla="*/ 356190 h 476111"/>
                <a:gd name="connsiteX19" fmla="*/ 185247 w 2915191"/>
                <a:gd name="connsiteY19" fmla="*/ 355767 h 476111"/>
                <a:gd name="connsiteX20" fmla="*/ 194996 w 2915191"/>
                <a:gd name="connsiteY20" fmla="*/ 345101 h 476111"/>
                <a:gd name="connsiteX21" fmla="*/ 204746 w 2915191"/>
                <a:gd name="connsiteY21" fmla="*/ 322164 h 476111"/>
                <a:gd name="connsiteX22" fmla="*/ 214495 w 2915191"/>
                <a:gd name="connsiteY22" fmla="*/ 344783 h 476111"/>
                <a:gd name="connsiteX23" fmla="*/ 224245 w 2915191"/>
                <a:gd name="connsiteY23" fmla="*/ 352631 h 476111"/>
                <a:gd name="connsiteX24" fmla="*/ 233995 w 2915191"/>
                <a:gd name="connsiteY24" fmla="*/ 367023 h 476111"/>
                <a:gd name="connsiteX25" fmla="*/ 243744 w 2915191"/>
                <a:gd name="connsiteY25" fmla="*/ 360701 h 476111"/>
                <a:gd name="connsiteX26" fmla="*/ 253494 w 2915191"/>
                <a:gd name="connsiteY26" fmla="*/ 396434 h 476111"/>
                <a:gd name="connsiteX27" fmla="*/ 263244 w 2915191"/>
                <a:gd name="connsiteY27" fmla="*/ 363140 h 476111"/>
                <a:gd name="connsiteX28" fmla="*/ 272994 w 2915191"/>
                <a:gd name="connsiteY28" fmla="*/ 398274 h 476111"/>
                <a:gd name="connsiteX29" fmla="*/ 282744 w 2915191"/>
                <a:gd name="connsiteY29" fmla="*/ 390483 h 476111"/>
                <a:gd name="connsiteX30" fmla="*/ 292494 w 2915191"/>
                <a:gd name="connsiteY30" fmla="*/ 391419 h 476111"/>
                <a:gd name="connsiteX31" fmla="*/ 302244 w 2915191"/>
                <a:gd name="connsiteY31" fmla="*/ 410501 h 476111"/>
                <a:gd name="connsiteX32" fmla="*/ 311994 w 2915191"/>
                <a:gd name="connsiteY32" fmla="*/ 426459 h 476111"/>
                <a:gd name="connsiteX33" fmla="*/ 321744 w 2915191"/>
                <a:gd name="connsiteY33" fmla="*/ 427021 h 476111"/>
                <a:gd name="connsiteX34" fmla="*/ 331493 w 2915191"/>
                <a:gd name="connsiteY34" fmla="*/ 425862 h 476111"/>
                <a:gd name="connsiteX35" fmla="*/ 341243 w 2915191"/>
                <a:gd name="connsiteY35" fmla="*/ 430539 h 476111"/>
                <a:gd name="connsiteX36" fmla="*/ 350993 w 2915191"/>
                <a:gd name="connsiteY36" fmla="*/ 421145 h 476111"/>
                <a:gd name="connsiteX37" fmla="*/ 360742 w 2915191"/>
                <a:gd name="connsiteY37" fmla="*/ 439806 h 476111"/>
                <a:gd name="connsiteX38" fmla="*/ 370492 w 2915191"/>
                <a:gd name="connsiteY38" fmla="*/ 449051 h 476111"/>
                <a:gd name="connsiteX39" fmla="*/ 380241 w 2915191"/>
                <a:gd name="connsiteY39" fmla="*/ 464999 h 476111"/>
                <a:gd name="connsiteX40" fmla="*/ 389991 w 2915191"/>
                <a:gd name="connsiteY40" fmla="*/ 421153 h 476111"/>
                <a:gd name="connsiteX41" fmla="*/ 399741 w 2915191"/>
                <a:gd name="connsiteY41" fmla="*/ 397304 h 476111"/>
                <a:gd name="connsiteX42" fmla="*/ 409491 w 2915191"/>
                <a:gd name="connsiteY42" fmla="*/ 408015 h 476111"/>
                <a:gd name="connsiteX43" fmla="*/ 419241 w 2915191"/>
                <a:gd name="connsiteY43" fmla="*/ 411370 h 476111"/>
                <a:gd name="connsiteX44" fmla="*/ 428991 w 2915191"/>
                <a:gd name="connsiteY44" fmla="*/ 417407 h 476111"/>
                <a:gd name="connsiteX45" fmla="*/ 438741 w 2915191"/>
                <a:gd name="connsiteY45" fmla="*/ 433925 h 476111"/>
                <a:gd name="connsiteX46" fmla="*/ 448491 w 2915191"/>
                <a:gd name="connsiteY46" fmla="*/ 424344 h 476111"/>
                <a:gd name="connsiteX47" fmla="*/ 458241 w 2915191"/>
                <a:gd name="connsiteY47" fmla="*/ 462764 h 476111"/>
                <a:gd name="connsiteX48" fmla="*/ 467991 w 2915191"/>
                <a:gd name="connsiteY48" fmla="*/ 452446 h 476111"/>
                <a:gd name="connsiteX49" fmla="*/ 477740 w 2915191"/>
                <a:gd name="connsiteY49" fmla="*/ 445606 h 476111"/>
                <a:gd name="connsiteX50" fmla="*/ 487490 w 2915191"/>
                <a:gd name="connsiteY50" fmla="*/ 455925 h 476111"/>
                <a:gd name="connsiteX51" fmla="*/ 497239 w 2915191"/>
                <a:gd name="connsiteY51" fmla="*/ 463253 h 476111"/>
                <a:gd name="connsiteX52" fmla="*/ 506989 w 2915191"/>
                <a:gd name="connsiteY52" fmla="*/ 437616 h 476111"/>
                <a:gd name="connsiteX53" fmla="*/ 516738 w 2915191"/>
                <a:gd name="connsiteY53" fmla="*/ 447498 h 476111"/>
                <a:gd name="connsiteX54" fmla="*/ 526488 w 2915191"/>
                <a:gd name="connsiteY54" fmla="*/ 462466 h 476111"/>
                <a:gd name="connsiteX55" fmla="*/ 536238 w 2915191"/>
                <a:gd name="connsiteY55" fmla="*/ 461904 h 476111"/>
                <a:gd name="connsiteX56" fmla="*/ 545988 w 2915191"/>
                <a:gd name="connsiteY56" fmla="*/ 476112 h 476111"/>
                <a:gd name="connsiteX57" fmla="*/ 555738 w 2915191"/>
                <a:gd name="connsiteY57" fmla="*/ 465526 h 476111"/>
                <a:gd name="connsiteX58" fmla="*/ 565488 w 2915191"/>
                <a:gd name="connsiteY58" fmla="*/ 443115 h 476111"/>
                <a:gd name="connsiteX59" fmla="*/ 575238 w 2915191"/>
                <a:gd name="connsiteY59" fmla="*/ 440579 h 476111"/>
                <a:gd name="connsiteX60" fmla="*/ 584988 w 2915191"/>
                <a:gd name="connsiteY60" fmla="*/ 399136 h 476111"/>
                <a:gd name="connsiteX61" fmla="*/ 594738 w 2915191"/>
                <a:gd name="connsiteY61" fmla="*/ 393247 h 476111"/>
                <a:gd name="connsiteX62" fmla="*/ 604488 w 2915191"/>
                <a:gd name="connsiteY62" fmla="*/ 405585 h 476111"/>
                <a:gd name="connsiteX63" fmla="*/ 614237 w 2915191"/>
                <a:gd name="connsiteY63" fmla="*/ 371162 h 476111"/>
                <a:gd name="connsiteX64" fmla="*/ 623987 w 2915191"/>
                <a:gd name="connsiteY64" fmla="*/ 340837 h 476111"/>
                <a:gd name="connsiteX65" fmla="*/ 633736 w 2915191"/>
                <a:gd name="connsiteY65" fmla="*/ 320167 h 476111"/>
                <a:gd name="connsiteX66" fmla="*/ 643486 w 2915191"/>
                <a:gd name="connsiteY66" fmla="*/ 293932 h 476111"/>
                <a:gd name="connsiteX67" fmla="*/ 653236 w 2915191"/>
                <a:gd name="connsiteY67" fmla="*/ 331677 h 476111"/>
                <a:gd name="connsiteX68" fmla="*/ 662985 w 2915191"/>
                <a:gd name="connsiteY68" fmla="*/ 322024 h 476111"/>
                <a:gd name="connsiteX69" fmla="*/ 672735 w 2915191"/>
                <a:gd name="connsiteY69" fmla="*/ 353712 h 476111"/>
                <a:gd name="connsiteX70" fmla="*/ 682485 w 2915191"/>
                <a:gd name="connsiteY70" fmla="*/ 349688 h 476111"/>
                <a:gd name="connsiteX71" fmla="*/ 692235 w 2915191"/>
                <a:gd name="connsiteY71" fmla="*/ 350101 h 476111"/>
                <a:gd name="connsiteX72" fmla="*/ 701985 w 2915191"/>
                <a:gd name="connsiteY72" fmla="*/ 373762 h 476111"/>
                <a:gd name="connsiteX73" fmla="*/ 711735 w 2915191"/>
                <a:gd name="connsiteY73" fmla="*/ 354705 h 476111"/>
                <a:gd name="connsiteX74" fmla="*/ 721485 w 2915191"/>
                <a:gd name="connsiteY74" fmla="*/ 353039 h 476111"/>
                <a:gd name="connsiteX75" fmla="*/ 731235 w 2915191"/>
                <a:gd name="connsiteY75" fmla="*/ 356679 h 476111"/>
                <a:gd name="connsiteX76" fmla="*/ 740985 w 2915191"/>
                <a:gd name="connsiteY76" fmla="*/ 314500 h 476111"/>
                <a:gd name="connsiteX77" fmla="*/ 750734 w 2915191"/>
                <a:gd name="connsiteY77" fmla="*/ 351737 h 476111"/>
                <a:gd name="connsiteX78" fmla="*/ 760484 w 2915191"/>
                <a:gd name="connsiteY78" fmla="*/ 331918 h 476111"/>
                <a:gd name="connsiteX79" fmla="*/ 770233 w 2915191"/>
                <a:gd name="connsiteY79" fmla="*/ 330598 h 476111"/>
                <a:gd name="connsiteX80" fmla="*/ 779983 w 2915191"/>
                <a:gd name="connsiteY80" fmla="*/ 322468 h 476111"/>
                <a:gd name="connsiteX81" fmla="*/ 789733 w 2915191"/>
                <a:gd name="connsiteY81" fmla="*/ 328172 h 476111"/>
                <a:gd name="connsiteX82" fmla="*/ 799482 w 2915191"/>
                <a:gd name="connsiteY82" fmla="*/ 264989 h 476111"/>
                <a:gd name="connsiteX83" fmla="*/ 809232 w 2915191"/>
                <a:gd name="connsiteY83" fmla="*/ 250885 h 476111"/>
                <a:gd name="connsiteX84" fmla="*/ 818982 w 2915191"/>
                <a:gd name="connsiteY84" fmla="*/ 247120 h 476111"/>
                <a:gd name="connsiteX85" fmla="*/ 828732 w 2915191"/>
                <a:gd name="connsiteY85" fmla="*/ 273226 h 476111"/>
                <a:gd name="connsiteX86" fmla="*/ 838482 w 2915191"/>
                <a:gd name="connsiteY86" fmla="*/ 294481 h 476111"/>
                <a:gd name="connsiteX87" fmla="*/ 848232 w 2915191"/>
                <a:gd name="connsiteY87" fmla="*/ 303078 h 476111"/>
                <a:gd name="connsiteX88" fmla="*/ 857982 w 2915191"/>
                <a:gd name="connsiteY88" fmla="*/ 321349 h 476111"/>
                <a:gd name="connsiteX89" fmla="*/ 867732 w 2915191"/>
                <a:gd name="connsiteY89" fmla="*/ 303276 h 476111"/>
                <a:gd name="connsiteX90" fmla="*/ 877482 w 2915191"/>
                <a:gd name="connsiteY90" fmla="*/ 261324 h 476111"/>
                <a:gd name="connsiteX91" fmla="*/ 887231 w 2915191"/>
                <a:gd name="connsiteY91" fmla="*/ 259703 h 476111"/>
                <a:gd name="connsiteX92" fmla="*/ 896981 w 2915191"/>
                <a:gd name="connsiteY92" fmla="*/ 265317 h 476111"/>
                <a:gd name="connsiteX93" fmla="*/ 906730 w 2915191"/>
                <a:gd name="connsiteY93" fmla="*/ 265641 h 476111"/>
                <a:gd name="connsiteX94" fmla="*/ 916480 w 2915191"/>
                <a:gd name="connsiteY94" fmla="*/ 261443 h 476111"/>
                <a:gd name="connsiteX95" fmla="*/ 926230 w 2915191"/>
                <a:gd name="connsiteY95" fmla="*/ 269967 h 476111"/>
                <a:gd name="connsiteX96" fmla="*/ 935979 w 2915191"/>
                <a:gd name="connsiteY96" fmla="*/ 265685 h 476111"/>
                <a:gd name="connsiteX97" fmla="*/ 945729 w 2915191"/>
                <a:gd name="connsiteY97" fmla="*/ 256403 h 476111"/>
                <a:gd name="connsiteX98" fmla="*/ 955479 w 2915191"/>
                <a:gd name="connsiteY98" fmla="*/ 273548 h 476111"/>
                <a:gd name="connsiteX99" fmla="*/ 965229 w 2915191"/>
                <a:gd name="connsiteY99" fmla="*/ 299505 h 476111"/>
                <a:gd name="connsiteX100" fmla="*/ 974979 w 2915191"/>
                <a:gd name="connsiteY100" fmla="*/ 315833 h 476111"/>
                <a:gd name="connsiteX101" fmla="*/ 984729 w 2915191"/>
                <a:gd name="connsiteY101" fmla="*/ 332280 h 476111"/>
                <a:gd name="connsiteX102" fmla="*/ 994474 w 2915191"/>
                <a:gd name="connsiteY102" fmla="*/ 359349 h 476111"/>
                <a:gd name="connsiteX103" fmla="*/ 1004233 w 2915191"/>
                <a:gd name="connsiteY103" fmla="*/ 319191 h 476111"/>
                <a:gd name="connsiteX104" fmla="*/ 1013977 w 2915191"/>
                <a:gd name="connsiteY104" fmla="*/ 330267 h 476111"/>
                <a:gd name="connsiteX105" fmla="*/ 1023721 w 2915191"/>
                <a:gd name="connsiteY105" fmla="*/ 346647 h 476111"/>
                <a:gd name="connsiteX106" fmla="*/ 1033480 w 2915191"/>
                <a:gd name="connsiteY106" fmla="*/ 327243 h 476111"/>
                <a:gd name="connsiteX107" fmla="*/ 1043224 w 2915191"/>
                <a:gd name="connsiteY107" fmla="*/ 315452 h 476111"/>
                <a:gd name="connsiteX108" fmla="*/ 1052983 w 2915191"/>
                <a:gd name="connsiteY108" fmla="*/ 310125 h 476111"/>
                <a:gd name="connsiteX109" fmla="*/ 1062727 w 2915191"/>
                <a:gd name="connsiteY109" fmla="*/ 297783 h 476111"/>
                <a:gd name="connsiteX110" fmla="*/ 1072471 w 2915191"/>
                <a:gd name="connsiteY110" fmla="*/ 300055 h 476111"/>
                <a:gd name="connsiteX111" fmla="*/ 1082230 w 2915191"/>
                <a:gd name="connsiteY111" fmla="*/ 252918 h 476111"/>
                <a:gd name="connsiteX112" fmla="*/ 1091973 w 2915191"/>
                <a:gd name="connsiteY112" fmla="*/ 217525 h 476111"/>
                <a:gd name="connsiteX113" fmla="*/ 1101732 w 2915191"/>
                <a:gd name="connsiteY113" fmla="*/ 182995 h 476111"/>
                <a:gd name="connsiteX114" fmla="*/ 1111476 w 2915191"/>
                <a:gd name="connsiteY114" fmla="*/ 177031 h 476111"/>
                <a:gd name="connsiteX115" fmla="*/ 1121220 w 2915191"/>
                <a:gd name="connsiteY115" fmla="*/ 188746 h 476111"/>
                <a:gd name="connsiteX116" fmla="*/ 1130979 w 2915191"/>
                <a:gd name="connsiteY116" fmla="*/ 162482 h 476111"/>
                <a:gd name="connsiteX117" fmla="*/ 1140723 w 2915191"/>
                <a:gd name="connsiteY117" fmla="*/ 174318 h 476111"/>
                <a:gd name="connsiteX118" fmla="*/ 1150482 w 2915191"/>
                <a:gd name="connsiteY118" fmla="*/ 151766 h 476111"/>
                <a:gd name="connsiteX119" fmla="*/ 1160226 w 2915191"/>
                <a:gd name="connsiteY119" fmla="*/ 154324 h 476111"/>
                <a:gd name="connsiteX120" fmla="*/ 1169969 w 2915191"/>
                <a:gd name="connsiteY120" fmla="*/ 152719 h 476111"/>
                <a:gd name="connsiteX121" fmla="*/ 1179728 w 2915191"/>
                <a:gd name="connsiteY121" fmla="*/ 128221 h 476111"/>
                <a:gd name="connsiteX122" fmla="*/ 1189472 w 2915191"/>
                <a:gd name="connsiteY122" fmla="*/ 117782 h 476111"/>
                <a:gd name="connsiteX123" fmla="*/ 1199231 w 2915191"/>
                <a:gd name="connsiteY123" fmla="*/ 122838 h 476111"/>
                <a:gd name="connsiteX124" fmla="*/ 1208975 w 2915191"/>
                <a:gd name="connsiteY124" fmla="*/ 142722 h 476111"/>
                <a:gd name="connsiteX125" fmla="*/ 1218719 w 2915191"/>
                <a:gd name="connsiteY125" fmla="*/ 127601 h 476111"/>
                <a:gd name="connsiteX126" fmla="*/ 1228478 w 2915191"/>
                <a:gd name="connsiteY126" fmla="*/ 102492 h 476111"/>
                <a:gd name="connsiteX127" fmla="*/ 1238222 w 2915191"/>
                <a:gd name="connsiteY127" fmla="*/ 93160 h 476111"/>
                <a:gd name="connsiteX128" fmla="*/ 1247966 w 2915191"/>
                <a:gd name="connsiteY128" fmla="*/ 84038 h 476111"/>
                <a:gd name="connsiteX129" fmla="*/ 1257725 w 2915191"/>
                <a:gd name="connsiteY129" fmla="*/ 83653 h 476111"/>
                <a:gd name="connsiteX130" fmla="*/ 1267469 w 2915191"/>
                <a:gd name="connsiteY130" fmla="*/ 100249 h 476111"/>
                <a:gd name="connsiteX131" fmla="*/ 1277227 w 2915191"/>
                <a:gd name="connsiteY131" fmla="*/ 83205 h 476111"/>
                <a:gd name="connsiteX132" fmla="*/ 1286971 w 2915191"/>
                <a:gd name="connsiteY132" fmla="*/ 65314 h 476111"/>
                <a:gd name="connsiteX133" fmla="*/ 1296715 w 2915191"/>
                <a:gd name="connsiteY133" fmla="*/ 47893 h 476111"/>
                <a:gd name="connsiteX134" fmla="*/ 1306474 w 2915191"/>
                <a:gd name="connsiteY134" fmla="*/ 43644 h 476111"/>
                <a:gd name="connsiteX135" fmla="*/ 1316218 w 2915191"/>
                <a:gd name="connsiteY135" fmla="*/ 34949 h 476111"/>
                <a:gd name="connsiteX136" fmla="*/ 1325977 w 2915191"/>
                <a:gd name="connsiteY136" fmla="*/ 29469 h 476111"/>
                <a:gd name="connsiteX137" fmla="*/ 1335721 w 2915191"/>
                <a:gd name="connsiteY137" fmla="*/ 69045 h 476111"/>
                <a:gd name="connsiteX138" fmla="*/ 1345465 w 2915191"/>
                <a:gd name="connsiteY138" fmla="*/ 67762 h 476111"/>
                <a:gd name="connsiteX139" fmla="*/ 1355224 w 2915191"/>
                <a:gd name="connsiteY139" fmla="*/ 68324 h 476111"/>
                <a:gd name="connsiteX140" fmla="*/ 1364967 w 2915191"/>
                <a:gd name="connsiteY140" fmla="*/ 63525 h 476111"/>
                <a:gd name="connsiteX141" fmla="*/ 1374726 w 2915191"/>
                <a:gd name="connsiteY141" fmla="*/ 54591 h 476111"/>
                <a:gd name="connsiteX142" fmla="*/ 1384470 w 2915191"/>
                <a:gd name="connsiteY142" fmla="*/ 71792 h 476111"/>
                <a:gd name="connsiteX143" fmla="*/ 1394214 w 2915191"/>
                <a:gd name="connsiteY143" fmla="*/ 88977 h 476111"/>
                <a:gd name="connsiteX144" fmla="*/ 1403973 w 2915191"/>
                <a:gd name="connsiteY144" fmla="*/ 120507 h 476111"/>
                <a:gd name="connsiteX145" fmla="*/ 1413717 w 2915191"/>
                <a:gd name="connsiteY145" fmla="*/ 134115 h 476111"/>
                <a:gd name="connsiteX146" fmla="*/ 1423476 w 2915191"/>
                <a:gd name="connsiteY146" fmla="*/ 106979 h 476111"/>
                <a:gd name="connsiteX147" fmla="*/ 1433220 w 2915191"/>
                <a:gd name="connsiteY147" fmla="*/ 105142 h 476111"/>
                <a:gd name="connsiteX148" fmla="*/ 1442964 w 2915191"/>
                <a:gd name="connsiteY148" fmla="*/ 93166 h 476111"/>
                <a:gd name="connsiteX149" fmla="*/ 1452722 w 2915191"/>
                <a:gd name="connsiteY149" fmla="*/ 143699 h 476111"/>
                <a:gd name="connsiteX150" fmla="*/ 1462466 w 2915191"/>
                <a:gd name="connsiteY150" fmla="*/ 108627 h 476111"/>
                <a:gd name="connsiteX151" fmla="*/ 1472225 w 2915191"/>
                <a:gd name="connsiteY151" fmla="*/ 79009 h 476111"/>
                <a:gd name="connsiteX152" fmla="*/ 1481969 w 2915191"/>
                <a:gd name="connsiteY152" fmla="*/ 48292 h 476111"/>
                <a:gd name="connsiteX153" fmla="*/ 1491713 w 2915191"/>
                <a:gd name="connsiteY153" fmla="*/ 54433 h 476111"/>
                <a:gd name="connsiteX154" fmla="*/ 1501472 w 2915191"/>
                <a:gd name="connsiteY154" fmla="*/ 50487 h 476111"/>
                <a:gd name="connsiteX155" fmla="*/ 1511216 w 2915191"/>
                <a:gd name="connsiteY155" fmla="*/ 41029 h 476111"/>
                <a:gd name="connsiteX156" fmla="*/ 1520960 w 2915191"/>
                <a:gd name="connsiteY156" fmla="*/ 29050 h 476111"/>
                <a:gd name="connsiteX157" fmla="*/ 1530719 w 2915191"/>
                <a:gd name="connsiteY157" fmla="*/ 38164 h 476111"/>
                <a:gd name="connsiteX158" fmla="*/ 1540463 w 2915191"/>
                <a:gd name="connsiteY158" fmla="*/ 38873 h 476111"/>
                <a:gd name="connsiteX159" fmla="*/ 1550221 w 2915191"/>
                <a:gd name="connsiteY159" fmla="*/ 35842 h 476111"/>
                <a:gd name="connsiteX160" fmla="*/ 1559965 w 2915191"/>
                <a:gd name="connsiteY160" fmla="*/ 44710 h 476111"/>
                <a:gd name="connsiteX161" fmla="*/ 1569709 w 2915191"/>
                <a:gd name="connsiteY161" fmla="*/ 26616 h 476111"/>
                <a:gd name="connsiteX162" fmla="*/ 1579468 w 2915191"/>
                <a:gd name="connsiteY162" fmla="*/ 41021 h 476111"/>
                <a:gd name="connsiteX163" fmla="*/ 1589212 w 2915191"/>
                <a:gd name="connsiteY163" fmla="*/ 72743 h 476111"/>
                <a:gd name="connsiteX164" fmla="*/ 1598971 w 2915191"/>
                <a:gd name="connsiteY164" fmla="*/ 34165 h 476111"/>
                <a:gd name="connsiteX165" fmla="*/ 1608715 w 2915191"/>
                <a:gd name="connsiteY165" fmla="*/ 4359 h 476111"/>
                <a:gd name="connsiteX166" fmla="*/ 1618459 w 2915191"/>
                <a:gd name="connsiteY166" fmla="*/ 5000 h 476111"/>
                <a:gd name="connsiteX167" fmla="*/ 1628218 w 2915191"/>
                <a:gd name="connsiteY167" fmla="*/ 33605 h 476111"/>
                <a:gd name="connsiteX168" fmla="*/ 1637962 w 2915191"/>
                <a:gd name="connsiteY168" fmla="*/ 41227 h 476111"/>
                <a:gd name="connsiteX169" fmla="*/ 1647720 w 2915191"/>
                <a:gd name="connsiteY169" fmla="*/ 49402 h 476111"/>
                <a:gd name="connsiteX170" fmla="*/ 1657464 w 2915191"/>
                <a:gd name="connsiteY170" fmla="*/ 58280 h 476111"/>
                <a:gd name="connsiteX171" fmla="*/ 1667208 w 2915191"/>
                <a:gd name="connsiteY171" fmla="*/ 49547 h 476111"/>
                <a:gd name="connsiteX172" fmla="*/ 1676967 w 2915191"/>
                <a:gd name="connsiteY172" fmla="*/ 28831 h 476111"/>
                <a:gd name="connsiteX173" fmla="*/ 1686711 w 2915191"/>
                <a:gd name="connsiteY173" fmla="*/ 31732 h 476111"/>
                <a:gd name="connsiteX174" fmla="*/ 1696470 w 2915191"/>
                <a:gd name="connsiteY174" fmla="*/ 82971 h 476111"/>
                <a:gd name="connsiteX175" fmla="*/ 1706214 w 2915191"/>
                <a:gd name="connsiteY175" fmla="*/ 84212 h 476111"/>
                <a:gd name="connsiteX176" fmla="*/ 1715958 w 2915191"/>
                <a:gd name="connsiteY176" fmla="*/ 129335 h 476111"/>
                <a:gd name="connsiteX177" fmla="*/ 1725716 w 2915191"/>
                <a:gd name="connsiteY177" fmla="*/ 148054 h 476111"/>
                <a:gd name="connsiteX178" fmla="*/ 1735460 w 2915191"/>
                <a:gd name="connsiteY178" fmla="*/ 134378 h 476111"/>
                <a:gd name="connsiteX179" fmla="*/ 1745219 w 2915191"/>
                <a:gd name="connsiteY179" fmla="*/ 131120 h 476111"/>
                <a:gd name="connsiteX180" fmla="*/ 1754963 w 2915191"/>
                <a:gd name="connsiteY180" fmla="*/ 119347 h 476111"/>
                <a:gd name="connsiteX181" fmla="*/ 1764707 w 2915191"/>
                <a:gd name="connsiteY181" fmla="*/ 148774 h 476111"/>
                <a:gd name="connsiteX182" fmla="*/ 1774466 w 2915191"/>
                <a:gd name="connsiteY182" fmla="*/ 125794 h 476111"/>
                <a:gd name="connsiteX183" fmla="*/ 1784210 w 2915191"/>
                <a:gd name="connsiteY183" fmla="*/ 118858 h 476111"/>
                <a:gd name="connsiteX184" fmla="*/ 1793969 w 2915191"/>
                <a:gd name="connsiteY184" fmla="*/ 104750 h 476111"/>
                <a:gd name="connsiteX185" fmla="*/ 1803713 w 2915191"/>
                <a:gd name="connsiteY185" fmla="*/ 106917 h 476111"/>
                <a:gd name="connsiteX186" fmla="*/ 1813457 w 2915191"/>
                <a:gd name="connsiteY186" fmla="*/ 91985 h 476111"/>
                <a:gd name="connsiteX187" fmla="*/ 1823215 w 2915191"/>
                <a:gd name="connsiteY187" fmla="*/ 83771 h 476111"/>
                <a:gd name="connsiteX188" fmla="*/ 1832959 w 2915191"/>
                <a:gd name="connsiteY188" fmla="*/ 90566 h 476111"/>
                <a:gd name="connsiteX189" fmla="*/ 1842703 w 2915191"/>
                <a:gd name="connsiteY189" fmla="*/ 62333 h 476111"/>
                <a:gd name="connsiteX190" fmla="*/ 1852462 w 2915191"/>
                <a:gd name="connsiteY190" fmla="*/ 30236 h 476111"/>
                <a:gd name="connsiteX191" fmla="*/ 1862206 w 2915191"/>
                <a:gd name="connsiteY191" fmla="*/ 31479 h 476111"/>
                <a:gd name="connsiteX192" fmla="*/ 1871965 w 2915191"/>
                <a:gd name="connsiteY192" fmla="*/ 53949 h 476111"/>
                <a:gd name="connsiteX193" fmla="*/ 1881709 w 2915191"/>
                <a:gd name="connsiteY193" fmla="*/ 39277 h 476111"/>
                <a:gd name="connsiteX194" fmla="*/ 1891453 w 2915191"/>
                <a:gd name="connsiteY194" fmla="*/ 40939 h 476111"/>
                <a:gd name="connsiteX195" fmla="*/ 1901212 w 2915191"/>
                <a:gd name="connsiteY195" fmla="*/ 0 h 476111"/>
                <a:gd name="connsiteX196" fmla="*/ 1910956 w 2915191"/>
                <a:gd name="connsiteY196" fmla="*/ 41196 h 476111"/>
                <a:gd name="connsiteX197" fmla="*/ 1920714 w 2915191"/>
                <a:gd name="connsiteY197" fmla="*/ 95589 h 476111"/>
                <a:gd name="connsiteX198" fmla="*/ 1930458 w 2915191"/>
                <a:gd name="connsiteY198" fmla="*/ 52808 h 476111"/>
                <a:gd name="connsiteX199" fmla="*/ 1940202 w 2915191"/>
                <a:gd name="connsiteY199" fmla="*/ 56634 h 476111"/>
                <a:gd name="connsiteX200" fmla="*/ 1949961 w 2915191"/>
                <a:gd name="connsiteY200" fmla="*/ 38934 h 476111"/>
                <a:gd name="connsiteX201" fmla="*/ 1959705 w 2915191"/>
                <a:gd name="connsiteY201" fmla="*/ 53593 h 476111"/>
                <a:gd name="connsiteX202" fmla="*/ 1969464 w 2915191"/>
                <a:gd name="connsiteY202" fmla="*/ 85048 h 476111"/>
                <a:gd name="connsiteX203" fmla="*/ 1979208 w 2915191"/>
                <a:gd name="connsiteY203" fmla="*/ 77670 h 476111"/>
                <a:gd name="connsiteX204" fmla="*/ 1988952 w 2915191"/>
                <a:gd name="connsiteY204" fmla="*/ 67415 h 476111"/>
                <a:gd name="connsiteX205" fmla="*/ 1998711 w 2915191"/>
                <a:gd name="connsiteY205" fmla="*/ 83938 h 476111"/>
                <a:gd name="connsiteX206" fmla="*/ 2008454 w 2915191"/>
                <a:gd name="connsiteY206" fmla="*/ 125515 h 476111"/>
                <a:gd name="connsiteX207" fmla="*/ 2018213 w 2915191"/>
                <a:gd name="connsiteY207" fmla="*/ 130298 h 476111"/>
                <a:gd name="connsiteX208" fmla="*/ 2027957 w 2915191"/>
                <a:gd name="connsiteY208" fmla="*/ 138493 h 476111"/>
                <a:gd name="connsiteX209" fmla="*/ 2037701 w 2915191"/>
                <a:gd name="connsiteY209" fmla="*/ 149639 h 476111"/>
                <a:gd name="connsiteX210" fmla="*/ 2047460 w 2915191"/>
                <a:gd name="connsiteY210" fmla="*/ 145167 h 476111"/>
                <a:gd name="connsiteX211" fmla="*/ 2057204 w 2915191"/>
                <a:gd name="connsiteY211" fmla="*/ 156015 h 476111"/>
                <a:gd name="connsiteX212" fmla="*/ 2066963 w 2915191"/>
                <a:gd name="connsiteY212" fmla="*/ 125659 h 476111"/>
                <a:gd name="connsiteX213" fmla="*/ 2076707 w 2915191"/>
                <a:gd name="connsiteY213" fmla="*/ 86663 h 476111"/>
                <a:gd name="connsiteX214" fmla="*/ 2086451 w 2915191"/>
                <a:gd name="connsiteY214" fmla="*/ 80596 h 476111"/>
                <a:gd name="connsiteX215" fmla="*/ 2096210 w 2915191"/>
                <a:gd name="connsiteY215" fmla="*/ 91554 h 476111"/>
                <a:gd name="connsiteX216" fmla="*/ 2105954 w 2915191"/>
                <a:gd name="connsiteY216" fmla="*/ 121966 h 476111"/>
                <a:gd name="connsiteX217" fmla="*/ 2115697 w 2915191"/>
                <a:gd name="connsiteY217" fmla="*/ 127470 h 476111"/>
                <a:gd name="connsiteX218" fmla="*/ 2125456 w 2915191"/>
                <a:gd name="connsiteY218" fmla="*/ 98648 h 476111"/>
                <a:gd name="connsiteX219" fmla="*/ 2135200 w 2915191"/>
                <a:gd name="connsiteY219" fmla="*/ 129521 h 476111"/>
                <a:gd name="connsiteX220" fmla="*/ 2144959 w 2915191"/>
                <a:gd name="connsiteY220" fmla="*/ 131048 h 476111"/>
                <a:gd name="connsiteX221" fmla="*/ 2154703 w 2915191"/>
                <a:gd name="connsiteY221" fmla="*/ 135540 h 476111"/>
                <a:gd name="connsiteX222" fmla="*/ 2164447 w 2915191"/>
                <a:gd name="connsiteY222" fmla="*/ 172322 h 476111"/>
                <a:gd name="connsiteX223" fmla="*/ 2174206 w 2915191"/>
                <a:gd name="connsiteY223" fmla="*/ 140409 h 476111"/>
                <a:gd name="connsiteX224" fmla="*/ 2183950 w 2915191"/>
                <a:gd name="connsiteY224" fmla="*/ 137011 h 476111"/>
                <a:gd name="connsiteX225" fmla="*/ 2193709 w 2915191"/>
                <a:gd name="connsiteY225" fmla="*/ 122310 h 476111"/>
                <a:gd name="connsiteX226" fmla="*/ 2203452 w 2915191"/>
                <a:gd name="connsiteY226" fmla="*/ 96045 h 476111"/>
                <a:gd name="connsiteX227" fmla="*/ 2213196 w 2915191"/>
                <a:gd name="connsiteY227" fmla="*/ 102815 h 476111"/>
                <a:gd name="connsiteX228" fmla="*/ 2222955 w 2915191"/>
                <a:gd name="connsiteY228" fmla="*/ 71672 h 476111"/>
                <a:gd name="connsiteX229" fmla="*/ 2232699 w 2915191"/>
                <a:gd name="connsiteY229" fmla="*/ 40945 h 476111"/>
                <a:gd name="connsiteX230" fmla="*/ 2242458 w 2915191"/>
                <a:gd name="connsiteY230" fmla="*/ 43913 h 476111"/>
                <a:gd name="connsiteX231" fmla="*/ 2252202 w 2915191"/>
                <a:gd name="connsiteY231" fmla="*/ 37292 h 476111"/>
                <a:gd name="connsiteX232" fmla="*/ 2261946 w 2915191"/>
                <a:gd name="connsiteY232" fmla="*/ 54494 h 476111"/>
                <a:gd name="connsiteX233" fmla="*/ 2271705 w 2915191"/>
                <a:gd name="connsiteY233" fmla="*/ 86944 h 476111"/>
                <a:gd name="connsiteX234" fmla="*/ 2281449 w 2915191"/>
                <a:gd name="connsiteY234" fmla="*/ 73601 h 476111"/>
                <a:gd name="connsiteX235" fmla="*/ 2291208 w 2915191"/>
                <a:gd name="connsiteY235" fmla="*/ 75629 h 476111"/>
                <a:gd name="connsiteX236" fmla="*/ 2300951 w 2915191"/>
                <a:gd name="connsiteY236" fmla="*/ 87879 h 476111"/>
                <a:gd name="connsiteX237" fmla="*/ 2310695 w 2915191"/>
                <a:gd name="connsiteY237" fmla="*/ 82922 h 476111"/>
                <a:gd name="connsiteX238" fmla="*/ 2320454 w 2915191"/>
                <a:gd name="connsiteY238" fmla="*/ 61808 h 476111"/>
                <a:gd name="connsiteX239" fmla="*/ 2330198 w 2915191"/>
                <a:gd name="connsiteY239" fmla="*/ 74222 h 476111"/>
                <a:gd name="connsiteX240" fmla="*/ 2339957 w 2915191"/>
                <a:gd name="connsiteY240" fmla="*/ 100741 h 476111"/>
                <a:gd name="connsiteX241" fmla="*/ 2349701 w 2915191"/>
                <a:gd name="connsiteY241" fmla="*/ 139177 h 476111"/>
                <a:gd name="connsiteX242" fmla="*/ 2359445 w 2915191"/>
                <a:gd name="connsiteY242" fmla="*/ 154015 h 476111"/>
                <a:gd name="connsiteX243" fmla="*/ 2369204 w 2915191"/>
                <a:gd name="connsiteY243" fmla="*/ 165686 h 476111"/>
                <a:gd name="connsiteX244" fmla="*/ 2378948 w 2915191"/>
                <a:gd name="connsiteY244" fmla="*/ 173131 h 476111"/>
                <a:gd name="connsiteX245" fmla="*/ 2388692 w 2915191"/>
                <a:gd name="connsiteY245" fmla="*/ 196415 h 476111"/>
                <a:gd name="connsiteX246" fmla="*/ 2398450 w 2915191"/>
                <a:gd name="connsiteY246" fmla="*/ 214229 h 476111"/>
                <a:gd name="connsiteX247" fmla="*/ 2408194 w 2915191"/>
                <a:gd name="connsiteY247" fmla="*/ 199477 h 476111"/>
                <a:gd name="connsiteX248" fmla="*/ 2417953 w 2915191"/>
                <a:gd name="connsiteY248" fmla="*/ 190759 h 476111"/>
                <a:gd name="connsiteX249" fmla="*/ 2427697 w 2915191"/>
                <a:gd name="connsiteY249" fmla="*/ 215131 h 476111"/>
                <a:gd name="connsiteX250" fmla="*/ 2437441 w 2915191"/>
                <a:gd name="connsiteY250" fmla="*/ 207006 h 476111"/>
                <a:gd name="connsiteX251" fmla="*/ 2447200 w 2915191"/>
                <a:gd name="connsiteY251" fmla="*/ 203730 h 476111"/>
                <a:gd name="connsiteX252" fmla="*/ 2456944 w 2915191"/>
                <a:gd name="connsiteY252" fmla="*/ 210065 h 476111"/>
                <a:gd name="connsiteX253" fmla="*/ 2466703 w 2915191"/>
                <a:gd name="connsiteY253" fmla="*/ 208814 h 476111"/>
                <a:gd name="connsiteX254" fmla="*/ 2476446 w 2915191"/>
                <a:gd name="connsiteY254" fmla="*/ 181784 h 476111"/>
                <a:gd name="connsiteX255" fmla="*/ 2486190 w 2915191"/>
                <a:gd name="connsiteY255" fmla="*/ 183129 h 476111"/>
                <a:gd name="connsiteX256" fmla="*/ 2495949 w 2915191"/>
                <a:gd name="connsiteY256" fmla="*/ 213126 h 476111"/>
                <a:gd name="connsiteX257" fmla="*/ 2505693 w 2915191"/>
                <a:gd name="connsiteY257" fmla="*/ 269292 h 476111"/>
                <a:gd name="connsiteX258" fmla="*/ 2515452 w 2915191"/>
                <a:gd name="connsiteY258" fmla="*/ 256991 h 476111"/>
                <a:gd name="connsiteX259" fmla="*/ 2525196 w 2915191"/>
                <a:gd name="connsiteY259" fmla="*/ 250233 h 476111"/>
                <a:gd name="connsiteX260" fmla="*/ 2534940 w 2915191"/>
                <a:gd name="connsiteY260" fmla="*/ 263264 h 476111"/>
                <a:gd name="connsiteX261" fmla="*/ 2544699 w 2915191"/>
                <a:gd name="connsiteY261" fmla="*/ 257965 h 476111"/>
                <a:gd name="connsiteX262" fmla="*/ 2554443 w 2915191"/>
                <a:gd name="connsiteY262" fmla="*/ 266413 h 476111"/>
                <a:gd name="connsiteX263" fmla="*/ 2564202 w 2915191"/>
                <a:gd name="connsiteY263" fmla="*/ 299304 h 476111"/>
                <a:gd name="connsiteX264" fmla="*/ 2573946 w 2915191"/>
                <a:gd name="connsiteY264" fmla="*/ 317418 h 476111"/>
                <a:gd name="connsiteX265" fmla="*/ 2583690 w 2915191"/>
                <a:gd name="connsiteY265" fmla="*/ 294541 h 476111"/>
                <a:gd name="connsiteX266" fmla="*/ 2593448 w 2915191"/>
                <a:gd name="connsiteY266" fmla="*/ 299134 h 476111"/>
                <a:gd name="connsiteX267" fmla="*/ 2603192 w 2915191"/>
                <a:gd name="connsiteY267" fmla="*/ 359340 h 476111"/>
                <a:gd name="connsiteX268" fmla="*/ 2612951 w 2915191"/>
                <a:gd name="connsiteY268" fmla="*/ 370074 h 476111"/>
                <a:gd name="connsiteX269" fmla="*/ 2622695 w 2915191"/>
                <a:gd name="connsiteY269" fmla="*/ 394074 h 476111"/>
                <a:gd name="connsiteX270" fmla="*/ 2632439 w 2915191"/>
                <a:gd name="connsiteY270" fmla="*/ 383163 h 476111"/>
                <a:gd name="connsiteX271" fmla="*/ 2642198 w 2915191"/>
                <a:gd name="connsiteY271" fmla="*/ 382041 h 476111"/>
                <a:gd name="connsiteX272" fmla="*/ 2651942 w 2915191"/>
                <a:gd name="connsiteY272" fmla="*/ 376667 h 476111"/>
                <a:gd name="connsiteX273" fmla="*/ 2661685 w 2915191"/>
                <a:gd name="connsiteY273" fmla="*/ 357531 h 476111"/>
                <a:gd name="connsiteX274" fmla="*/ 2671444 w 2915191"/>
                <a:gd name="connsiteY274" fmla="*/ 364583 h 476111"/>
                <a:gd name="connsiteX275" fmla="*/ 2681188 w 2915191"/>
                <a:gd name="connsiteY275" fmla="*/ 375795 h 476111"/>
                <a:gd name="connsiteX276" fmla="*/ 2690947 w 2915191"/>
                <a:gd name="connsiteY276" fmla="*/ 352882 h 476111"/>
                <a:gd name="connsiteX277" fmla="*/ 2700691 w 2915191"/>
                <a:gd name="connsiteY277" fmla="*/ 347167 h 476111"/>
                <a:gd name="connsiteX278" fmla="*/ 2710435 w 2915191"/>
                <a:gd name="connsiteY278" fmla="*/ 350214 h 476111"/>
                <a:gd name="connsiteX279" fmla="*/ 2720194 w 2915191"/>
                <a:gd name="connsiteY279" fmla="*/ 354114 h 476111"/>
                <a:gd name="connsiteX280" fmla="*/ 2729938 w 2915191"/>
                <a:gd name="connsiteY280" fmla="*/ 422578 h 476111"/>
                <a:gd name="connsiteX281" fmla="*/ 2739697 w 2915191"/>
                <a:gd name="connsiteY281" fmla="*/ 410237 h 476111"/>
                <a:gd name="connsiteX282" fmla="*/ 2749441 w 2915191"/>
                <a:gd name="connsiteY282" fmla="*/ 413214 h 476111"/>
                <a:gd name="connsiteX283" fmla="*/ 2759185 w 2915191"/>
                <a:gd name="connsiteY283" fmla="*/ 395760 h 476111"/>
                <a:gd name="connsiteX284" fmla="*/ 2768943 w 2915191"/>
                <a:gd name="connsiteY284" fmla="*/ 410397 h 476111"/>
                <a:gd name="connsiteX285" fmla="*/ 2778687 w 2915191"/>
                <a:gd name="connsiteY285" fmla="*/ 411233 h 476111"/>
                <a:gd name="connsiteX286" fmla="*/ 2788446 w 2915191"/>
                <a:gd name="connsiteY286" fmla="*/ 407925 h 476111"/>
                <a:gd name="connsiteX287" fmla="*/ 2798190 w 2915191"/>
                <a:gd name="connsiteY287" fmla="*/ 382104 h 476111"/>
                <a:gd name="connsiteX288" fmla="*/ 2807934 w 2915191"/>
                <a:gd name="connsiteY288" fmla="*/ 385833 h 476111"/>
                <a:gd name="connsiteX289" fmla="*/ 2817693 w 2915191"/>
                <a:gd name="connsiteY289" fmla="*/ 377403 h 476111"/>
                <a:gd name="connsiteX290" fmla="*/ 2827437 w 2915191"/>
                <a:gd name="connsiteY290" fmla="*/ 381030 h 476111"/>
                <a:gd name="connsiteX291" fmla="*/ 2837196 w 2915191"/>
                <a:gd name="connsiteY291" fmla="*/ 405023 h 476111"/>
                <a:gd name="connsiteX292" fmla="*/ 2846940 w 2915191"/>
                <a:gd name="connsiteY292" fmla="*/ 405024 h 476111"/>
                <a:gd name="connsiteX293" fmla="*/ 2856684 w 2915191"/>
                <a:gd name="connsiteY293" fmla="*/ 407109 h 476111"/>
                <a:gd name="connsiteX294" fmla="*/ 2866442 w 2915191"/>
                <a:gd name="connsiteY294" fmla="*/ 428428 h 476111"/>
                <a:gd name="connsiteX295" fmla="*/ 2876186 w 2915191"/>
                <a:gd name="connsiteY295" fmla="*/ 405966 h 476111"/>
                <a:gd name="connsiteX296" fmla="*/ 2885945 w 2915191"/>
                <a:gd name="connsiteY296" fmla="*/ 433574 h 476111"/>
                <a:gd name="connsiteX297" fmla="*/ 2895689 w 2915191"/>
                <a:gd name="connsiteY297" fmla="*/ 426749 h 476111"/>
                <a:gd name="connsiteX298" fmla="*/ 2905433 w 2915191"/>
                <a:gd name="connsiteY298" fmla="*/ 432669 h 476111"/>
                <a:gd name="connsiteX299" fmla="*/ 2915192 w 2915191"/>
                <a:gd name="connsiteY299" fmla="*/ 445438 h 476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76111">
                  <a:moveTo>
                    <a:pt x="0" y="308276"/>
                  </a:moveTo>
                  <a:lnTo>
                    <a:pt x="9750" y="304488"/>
                  </a:lnTo>
                  <a:lnTo>
                    <a:pt x="19500" y="305469"/>
                  </a:lnTo>
                  <a:lnTo>
                    <a:pt x="29250" y="307117"/>
                  </a:lnTo>
                  <a:lnTo>
                    <a:pt x="39000" y="305892"/>
                  </a:lnTo>
                  <a:lnTo>
                    <a:pt x="48749" y="318834"/>
                  </a:lnTo>
                  <a:lnTo>
                    <a:pt x="58499" y="341656"/>
                  </a:lnTo>
                  <a:lnTo>
                    <a:pt x="68249" y="331301"/>
                  </a:lnTo>
                  <a:lnTo>
                    <a:pt x="77998" y="356433"/>
                  </a:lnTo>
                  <a:lnTo>
                    <a:pt x="87748" y="396197"/>
                  </a:lnTo>
                  <a:lnTo>
                    <a:pt x="97497" y="375964"/>
                  </a:lnTo>
                  <a:lnTo>
                    <a:pt x="107247" y="380663"/>
                  </a:lnTo>
                  <a:lnTo>
                    <a:pt x="116997" y="389809"/>
                  </a:lnTo>
                  <a:lnTo>
                    <a:pt x="126747" y="402685"/>
                  </a:lnTo>
                  <a:lnTo>
                    <a:pt x="136497" y="404323"/>
                  </a:lnTo>
                  <a:lnTo>
                    <a:pt x="146247" y="389543"/>
                  </a:lnTo>
                  <a:lnTo>
                    <a:pt x="155997" y="396758"/>
                  </a:lnTo>
                  <a:lnTo>
                    <a:pt x="165747" y="360619"/>
                  </a:lnTo>
                  <a:lnTo>
                    <a:pt x="175497" y="356190"/>
                  </a:lnTo>
                  <a:lnTo>
                    <a:pt x="185247" y="355767"/>
                  </a:lnTo>
                  <a:lnTo>
                    <a:pt x="194996" y="345101"/>
                  </a:lnTo>
                  <a:lnTo>
                    <a:pt x="204746" y="322164"/>
                  </a:lnTo>
                  <a:lnTo>
                    <a:pt x="214495" y="344783"/>
                  </a:lnTo>
                  <a:lnTo>
                    <a:pt x="224245" y="352631"/>
                  </a:lnTo>
                  <a:lnTo>
                    <a:pt x="233995" y="367023"/>
                  </a:lnTo>
                  <a:lnTo>
                    <a:pt x="243744" y="360701"/>
                  </a:lnTo>
                  <a:lnTo>
                    <a:pt x="253494" y="396434"/>
                  </a:lnTo>
                  <a:lnTo>
                    <a:pt x="263244" y="363140"/>
                  </a:lnTo>
                  <a:lnTo>
                    <a:pt x="272994" y="398274"/>
                  </a:lnTo>
                  <a:lnTo>
                    <a:pt x="282744" y="390483"/>
                  </a:lnTo>
                  <a:lnTo>
                    <a:pt x="292494" y="391419"/>
                  </a:lnTo>
                  <a:lnTo>
                    <a:pt x="302244" y="410501"/>
                  </a:lnTo>
                  <a:lnTo>
                    <a:pt x="311994" y="426459"/>
                  </a:lnTo>
                  <a:lnTo>
                    <a:pt x="321744" y="427021"/>
                  </a:lnTo>
                  <a:lnTo>
                    <a:pt x="331493" y="425862"/>
                  </a:lnTo>
                  <a:lnTo>
                    <a:pt x="341243" y="430539"/>
                  </a:lnTo>
                  <a:lnTo>
                    <a:pt x="350993" y="421145"/>
                  </a:lnTo>
                  <a:lnTo>
                    <a:pt x="360742" y="439806"/>
                  </a:lnTo>
                  <a:lnTo>
                    <a:pt x="370492" y="449051"/>
                  </a:lnTo>
                  <a:lnTo>
                    <a:pt x="380241" y="464999"/>
                  </a:lnTo>
                  <a:lnTo>
                    <a:pt x="389991" y="421153"/>
                  </a:lnTo>
                  <a:lnTo>
                    <a:pt x="399741" y="397304"/>
                  </a:lnTo>
                  <a:lnTo>
                    <a:pt x="409491" y="408015"/>
                  </a:lnTo>
                  <a:lnTo>
                    <a:pt x="419241" y="411370"/>
                  </a:lnTo>
                  <a:lnTo>
                    <a:pt x="428991" y="417407"/>
                  </a:lnTo>
                  <a:lnTo>
                    <a:pt x="438741" y="433925"/>
                  </a:lnTo>
                  <a:lnTo>
                    <a:pt x="448491" y="424344"/>
                  </a:lnTo>
                  <a:lnTo>
                    <a:pt x="458241" y="462764"/>
                  </a:lnTo>
                  <a:lnTo>
                    <a:pt x="467991" y="452446"/>
                  </a:lnTo>
                  <a:lnTo>
                    <a:pt x="477740" y="445606"/>
                  </a:lnTo>
                  <a:lnTo>
                    <a:pt x="487490" y="455925"/>
                  </a:lnTo>
                  <a:lnTo>
                    <a:pt x="497239" y="463253"/>
                  </a:lnTo>
                  <a:lnTo>
                    <a:pt x="506989" y="437616"/>
                  </a:lnTo>
                  <a:lnTo>
                    <a:pt x="516738" y="447498"/>
                  </a:lnTo>
                  <a:lnTo>
                    <a:pt x="526488" y="462466"/>
                  </a:lnTo>
                  <a:lnTo>
                    <a:pt x="536238" y="461904"/>
                  </a:lnTo>
                  <a:lnTo>
                    <a:pt x="545988" y="476112"/>
                  </a:lnTo>
                  <a:lnTo>
                    <a:pt x="555738" y="465526"/>
                  </a:lnTo>
                  <a:lnTo>
                    <a:pt x="565488" y="443115"/>
                  </a:lnTo>
                  <a:lnTo>
                    <a:pt x="575238" y="440579"/>
                  </a:lnTo>
                  <a:lnTo>
                    <a:pt x="584988" y="399136"/>
                  </a:lnTo>
                  <a:lnTo>
                    <a:pt x="594738" y="393247"/>
                  </a:lnTo>
                  <a:lnTo>
                    <a:pt x="604488" y="405585"/>
                  </a:lnTo>
                  <a:lnTo>
                    <a:pt x="614237" y="371162"/>
                  </a:lnTo>
                  <a:lnTo>
                    <a:pt x="623987" y="340837"/>
                  </a:lnTo>
                  <a:lnTo>
                    <a:pt x="633736" y="320167"/>
                  </a:lnTo>
                  <a:lnTo>
                    <a:pt x="643486" y="293932"/>
                  </a:lnTo>
                  <a:lnTo>
                    <a:pt x="653236" y="331677"/>
                  </a:lnTo>
                  <a:lnTo>
                    <a:pt x="662985" y="322024"/>
                  </a:lnTo>
                  <a:lnTo>
                    <a:pt x="672735" y="353712"/>
                  </a:lnTo>
                  <a:lnTo>
                    <a:pt x="682485" y="349688"/>
                  </a:lnTo>
                  <a:lnTo>
                    <a:pt x="692235" y="350101"/>
                  </a:lnTo>
                  <a:lnTo>
                    <a:pt x="701985" y="373762"/>
                  </a:lnTo>
                  <a:lnTo>
                    <a:pt x="711735" y="354705"/>
                  </a:lnTo>
                  <a:lnTo>
                    <a:pt x="721485" y="353039"/>
                  </a:lnTo>
                  <a:lnTo>
                    <a:pt x="731235" y="356679"/>
                  </a:lnTo>
                  <a:lnTo>
                    <a:pt x="740985" y="314500"/>
                  </a:lnTo>
                  <a:lnTo>
                    <a:pt x="750734" y="351737"/>
                  </a:lnTo>
                  <a:lnTo>
                    <a:pt x="760484" y="331918"/>
                  </a:lnTo>
                  <a:lnTo>
                    <a:pt x="770233" y="330598"/>
                  </a:lnTo>
                  <a:lnTo>
                    <a:pt x="779983" y="322468"/>
                  </a:lnTo>
                  <a:lnTo>
                    <a:pt x="789733" y="328172"/>
                  </a:lnTo>
                  <a:lnTo>
                    <a:pt x="799482" y="264989"/>
                  </a:lnTo>
                  <a:lnTo>
                    <a:pt x="809232" y="250885"/>
                  </a:lnTo>
                  <a:lnTo>
                    <a:pt x="818982" y="247120"/>
                  </a:lnTo>
                  <a:lnTo>
                    <a:pt x="828732" y="273226"/>
                  </a:lnTo>
                  <a:lnTo>
                    <a:pt x="838482" y="294481"/>
                  </a:lnTo>
                  <a:lnTo>
                    <a:pt x="848232" y="303078"/>
                  </a:lnTo>
                  <a:lnTo>
                    <a:pt x="857982" y="321349"/>
                  </a:lnTo>
                  <a:lnTo>
                    <a:pt x="867732" y="303276"/>
                  </a:lnTo>
                  <a:lnTo>
                    <a:pt x="877482" y="261324"/>
                  </a:lnTo>
                  <a:lnTo>
                    <a:pt x="887231" y="259703"/>
                  </a:lnTo>
                  <a:lnTo>
                    <a:pt x="896981" y="265317"/>
                  </a:lnTo>
                  <a:lnTo>
                    <a:pt x="906730" y="265641"/>
                  </a:lnTo>
                  <a:lnTo>
                    <a:pt x="916480" y="261443"/>
                  </a:lnTo>
                  <a:lnTo>
                    <a:pt x="926230" y="269967"/>
                  </a:lnTo>
                  <a:lnTo>
                    <a:pt x="935979" y="265685"/>
                  </a:lnTo>
                  <a:lnTo>
                    <a:pt x="945729" y="256403"/>
                  </a:lnTo>
                  <a:lnTo>
                    <a:pt x="955479" y="273548"/>
                  </a:lnTo>
                  <a:lnTo>
                    <a:pt x="965229" y="299505"/>
                  </a:lnTo>
                  <a:lnTo>
                    <a:pt x="974979" y="315833"/>
                  </a:lnTo>
                  <a:lnTo>
                    <a:pt x="984729" y="332280"/>
                  </a:lnTo>
                  <a:lnTo>
                    <a:pt x="994474" y="359349"/>
                  </a:lnTo>
                  <a:lnTo>
                    <a:pt x="1004233" y="319191"/>
                  </a:lnTo>
                  <a:lnTo>
                    <a:pt x="1013977" y="330267"/>
                  </a:lnTo>
                  <a:lnTo>
                    <a:pt x="1023721" y="346647"/>
                  </a:lnTo>
                  <a:lnTo>
                    <a:pt x="1033480" y="327243"/>
                  </a:lnTo>
                  <a:lnTo>
                    <a:pt x="1043224" y="315452"/>
                  </a:lnTo>
                  <a:lnTo>
                    <a:pt x="1052983" y="310125"/>
                  </a:lnTo>
                  <a:lnTo>
                    <a:pt x="1062727" y="297783"/>
                  </a:lnTo>
                  <a:lnTo>
                    <a:pt x="1072471" y="300055"/>
                  </a:lnTo>
                  <a:lnTo>
                    <a:pt x="1082230" y="252918"/>
                  </a:lnTo>
                  <a:lnTo>
                    <a:pt x="1091973" y="217525"/>
                  </a:lnTo>
                  <a:lnTo>
                    <a:pt x="1101732" y="182995"/>
                  </a:lnTo>
                  <a:lnTo>
                    <a:pt x="1111476" y="177031"/>
                  </a:lnTo>
                  <a:lnTo>
                    <a:pt x="1121220" y="188746"/>
                  </a:lnTo>
                  <a:lnTo>
                    <a:pt x="1130979" y="162482"/>
                  </a:lnTo>
                  <a:lnTo>
                    <a:pt x="1140723" y="174318"/>
                  </a:lnTo>
                  <a:lnTo>
                    <a:pt x="1150482" y="151766"/>
                  </a:lnTo>
                  <a:lnTo>
                    <a:pt x="1160226" y="154324"/>
                  </a:lnTo>
                  <a:lnTo>
                    <a:pt x="1169969" y="152719"/>
                  </a:lnTo>
                  <a:lnTo>
                    <a:pt x="1179728" y="128221"/>
                  </a:lnTo>
                  <a:lnTo>
                    <a:pt x="1189472" y="117782"/>
                  </a:lnTo>
                  <a:lnTo>
                    <a:pt x="1199231" y="122838"/>
                  </a:lnTo>
                  <a:lnTo>
                    <a:pt x="1208975" y="142722"/>
                  </a:lnTo>
                  <a:lnTo>
                    <a:pt x="1218719" y="127601"/>
                  </a:lnTo>
                  <a:lnTo>
                    <a:pt x="1228478" y="102492"/>
                  </a:lnTo>
                  <a:lnTo>
                    <a:pt x="1238222" y="93160"/>
                  </a:lnTo>
                  <a:lnTo>
                    <a:pt x="1247966" y="84038"/>
                  </a:lnTo>
                  <a:lnTo>
                    <a:pt x="1257725" y="83653"/>
                  </a:lnTo>
                  <a:lnTo>
                    <a:pt x="1267469" y="100249"/>
                  </a:lnTo>
                  <a:lnTo>
                    <a:pt x="1277227" y="83205"/>
                  </a:lnTo>
                  <a:lnTo>
                    <a:pt x="1286971" y="65314"/>
                  </a:lnTo>
                  <a:lnTo>
                    <a:pt x="1296715" y="47893"/>
                  </a:lnTo>
                  <a:lnTo>
                    <a:pt x="1306474" y="43644"/>
                  </a:lnTo>
                  <a:lnTo>
                    <a:pt x="1316218" y="34949"/>
                  </a:lnTo>
                  <a:lnTo>
                    <a:pt x="1325977" y="29469"/>
                  </a:lnTo>
                  <a:lnTo>
                    <a:pt x="1335721" y="69045"/>
                  </a:lnTo>
                  <a:lnTo>
                    <a:pt x="1345465" y="67762"/>
                  </a:lnTo>
                  <a:lnTo>
                    <a:pt x="1355224" y="68324"/>
                  </a:lnTo>
                  <a:lnTo>
                    <a:pt x="1364967" y="63525"/>
                  </a:lnTo>
                  <a:lnTo>
                    <a:pt x="1374726" y="54591"/>
                  </a:lnTo>
                  <a:lnTo>
                    <a:pt x="1384470" y="71792"/>
                  </a:lnTo>
                  <a:lnTo>
                    <a:pt x="1394214" y="88977"/>
                  </a:lnTo>
                  <a:lnTo>
                    <a:pt x="1403973" y="120507"/>
                  </a:lnTo>
                  <a:lnTo>
                    <a:pt x="1413717" y="134115"/>
                  </a:lnTo>
                  <a:lnTo>
                    <a:pt x="1423476" y="106979"/>
                  </a:lnTo>
                  <a:lnTo>
                    <a:pt x="1433220" y="105142"/>
                  </a:lnTo>
                  <a:lnTo>
                    <a:pt x="1442964" y="93166"/>
                  </a:lnTo>
                  <a:lnTo>
                    <a:pt x="1452722" y="143699"/>
                  </a:lnTo>
                  <a:lnTo>
                    <a:pt x="1462466" y="108627"/>
                  </a:lnTo>
                  <a:lnTo>
                    <a:pt x="1472225" y="79009"/>
                  </a:lnTo>
                  <a:lnTo>
                    <a:pt x="1481969" y="48292"/>
                  </a:lnTo>
                  <a:lnTo>
                    <a:pt x="1491713" y="54433"/>
                  </a:lnTo>
                  <a:lnTo>
                    <a:pt x="1501472" y="50487"/>
                  </a:lnTo>
                  <a:lnTo>
                    <a:pt x="1511216" y="41029"/>
                  </a:lnTo>
                  <a:lnTo>
                    <a:pt x="1520960" y="29050"/>
                  </a:lnTo>
                  <a:lnTo>
                    <a:pt x="1530719" y="38164"/>
                  </a:lnTo>
                  <a:lnTo>
                    <a:pt x="1540463" y="38873"/>
                  </a:lnTo>
                  <a:lnTo>
                    <a:pt x="1550221" y="35842"/>
                  </a:lnTo>
                  <a:lnTo>
                    <a:pt x="1559965" y="44710"/>
                  </a:lnTo>
                  <a:lnTo>
                    <a:pt x="1569709" y="26616"/>
                  </a:lnTo>
                  <a:lnTo>
                    <a:pt x="1579468" y="41021"/>
                  </a:lnTo>
                  <a:lnTo>
                    <a:pt x="1589212" y="72743"/>
                  </a:lnTo>
                  <a:lnTo>
                    <a:pt x="1598971" y="34165"/>
                  </a:lnTo>
                  <a:lnTo>
                    <a:pt x="1608715" y="4359"/>
                  </a:lnTo>
                  <a:lnTo>
                    <a:pt x="1618459" y="5000"/>
                  </a:lnTo>
                  <a:lnTo>
                    <a:pt x="1628218" y="33605"/>
                  </a:lnTo>
                  <a:lnTo>
                    <a:pt x="1637962" y="41227"/>
                  </a:lnTo>
                  <a:lnTo>
                    <a:pt x="1647720" y="49402"/>
                  </a:lnTo>
                  <a:lnTo>
                    <a:pt x="1657464" y="58280"/>
                  </a:lnTo>
                  <a:lnTo>
                    <a:pt x="1667208" y="49547"/>
                  </a:lnTo>
                  <a:lnTo>
                    <a:pt x="1676967" y="28831"/>
                  </a:lnTo>
                  <a:lnTo>
                    <a:pt x="1686711" y="31732"/>
                  </a:lnTo>
                  <a:lnTo>
                    <a:pt x="1696470" y="82971"/>
                  </a:lnTo>
                  <a:lnTo>
                    <a:pt x="1706214" y="84212"/>
                  </a:lnTo>
                  <a:lnTo>
                    <a:pt x="1715958" y="129335"/>
                  </a:lnTo>
                  <a:lnTo>
                    <a:pt x="1725716" y="148054"/>
                  </a:lnTo>
                  <a:lnTo>
                    <a:pt x="1735460" y="134378"/>
                  </a:lnTo>
                  <a:lnTo>
                    <a:pt x="1745219" y="131120"/>
                  </a:lnTo>
                  <a:lnTo>
                    <a:pt x="1754963" y="119347"/>
                  </a:lnTo>
                  <a:lnTo>
                    <a:pt x="1764707" y="148774"/>
                  </a:lnTo>
                  <a:lnTo>
                    <a:pt x="1774466" y="125794"/>
                  </a:lnTo>
                  <a:lnTo>
                    <a:pt x="1784210" y="118858"/>
                  </a:lnTo>
                  <a:lnTo>
                    <a:pt x="1793969" y="104750"/>
                  </a:lnTo>
                  <a:lnTo>
                    <a:pt x="1803713" y="106917"/>
                  </a:lnTo>
                  <a:lnTo>
                    <a:pt x="1813457" y="91985"/>
                  </a:lnTo>
                  <a:lnTo>
                    <a:pt x="1823215" y="83771"/>
                  </a:lnTo>
                  <a:lnTo>
                    <a:pt x="1832959" y="90566"/>
                  </a:lnTo>
                  <a:lnTo>
                    <a:pt x="1842703" y="62333"/>
                  </a:lnTo>
                  <a:lnTo>
                    <a:pt x="1852462" y="30236"/>
                  </a:lnTo>
                  <a:lnTo>
                    <a:pt x="1862206" y="31479"/>
                  </a:lnTo>
                  <a:lnTo>
                    <a:pt x="1871965" y="53949"/>
                  </a:lnTo>
                  <a:lnTo>
                    <a:pt x="1881709" y="39277"/>
                  </a:lnTo>
                  <a:lnTo>
                    <a:pt x="1891453" y="40939"/>
                  </a:lnTo>
                  <a:lnTo>
                    <a:pt x="1901212" y="0"/>
                  </a:lnTo>
                  <a:lnTo>
                    <a:pt x="1910956" y="41196"/>
                  </a:lnTo>
                  <a:lnTo>
                    <a:pt x="1920714" y="95589"/>
                  </a:lnTo>
                  <a:lnTo>
                    <a:pt x="1930458" y="52808"/>
                  </a:lnTo>
                  <a:lnTo>
                    <a:pt x="1940202" y="56634"/>
                  </a:lnTo>
                  <a:lnTo>
                    <a:pt x="1949961" y="38934"/>
                  </a:lnTo>
                  <a:lnTo>
                    <a:pt x="1959705" y="53593"/>
                  </a:lnTo>
                  <a:lnTo>
                    <a:pt x="1969464" y="85048"/>
                  </a:lnTo>
                  <a:lnTo>
                    <a:pt x="1979208" y="77670"/>
                  </a:lnTo>
                  <a:lnTo>
                    <a:pt x="1988952" y="67415"/>
                  </a:lnTo>
                  <a:lnTo>
                    <a:pt x="1998711" y="83938"/>
                  </a:lnTo>
                  <a:lnTo>
                    <a:pt x="2008454" y="125515"/>
                  </a:lnTo>
                  <a:lnTo>
                    <a:pt x="2018213" y="130298"/>
                  </a:lnTo>
                  <a:lnTo>
                    <a:pt x="2027957" y="138493"/>
                  </a:lnTo>
                  <a:lnTo>
                    <a:pt x="2037701" y="149639"/>
                  </a:lnTo>
                  <a:lnTo>
                    <a:pt x="2047460" y="145167"/>
                  </a:lnTo>
                  <a:lnTo>
                    <a:pt x="2057204" y="156015"/>
                  </a:lnTo>
                  <a:lnTo>
                    <a:pt x="2066963" y="125659"/>
                  </a:lnTo>
                  <a:lnTo>
                    <a:pt x="2076707" y="86663"/>
                  </a:lnTo>
                  <a:lnTo>
                    <a:pt x="2086451" y="80596"/>
                  </a:lnTo>
                  <a:lnTo>
                    <a:pt x="2096210" y="91554"/>
                  </a:lnTo>
                  <a:lnTo>
                    <a:pt x="2105954" y="121966"/>
                  </a:lnTo>
                  <a:lnTo>
                    <a:pt x="2115697" y="127470"/>
                  </a:lnTo>
                  <a:lnTo>
                    <a:pt x="2125456" y="98648"/>
                  </a:lnTo>
                  <a:lnTo>
                    <a:pt x="2135200" y="129521"/>
                  </a:lnTo>
                  <a:lnTo>
                    <a:pt x="2144959" y="131048"/>
                  </a:lnTo>
                  <a:lnTo>
                    <a:pt x="2154703" y="135540"/>
                  </a:lnTo>
                  <a:lnTo>
                    <a:pt x="2164447" y="172322"/>
                  </a:lnTo>
                  <a:lnTo>
                    <a:pt x="2174206" y="140409"/>
                  </a:lnTo>
                  <a:lnTo>
                    <a:pt x="2183950" y="137011"/>
                  </a:lnTo>
                  <a:lnTo>
                    <a:pt x="2193709" y="122310"/>
                  </a:lnTo>
                  <a:lnTo>
                    <a:pt x="2203452" y="96045"/>
                  </a:lnTo>
                  <a:lnTo>
                    <a:pt x="2213196" y="102815"/>
                  </a:lnTo>
                  <a:lnTo>
                    <a:pt x="2222955" y="71672"/>
                  </a:lnTo>
                  <a:lnTo>
                    <a:pt x="2232699" y="40945"/>
                  </a:lnTo>
                  <a:lnTo>
                    <a:pt x="2242458" y="43913"/>
                  </a:lnTo>
                  <a:lnTo>
                    <a:pt x="2252202" y="37292"/>
                  </a:lnTo>
                  <a:lnTo>
                    <a:pt x="2261946" y="54494"/>
                  </a:lnTo>
                  <a:lnTo>
                    <a:pt x="2271705" y="86944"/>
                  </a:lnTo>
                  <a:lnTo>
                    <a:pt x="2281449" y="73601"/>
                  </a:lnTo>
                  <a:lnTo>
                    <a:pt x="2291208" y="75629"/>
                  </a:lnTo>
                  <a:lnTo>
                    <a:pt x="2300951" y="87879"/>
                  </a:lnTo>
                  <a:lnTo>
                    <a:pt x="2310695" y="82922"/>
                  </a:lnTo>
                  <a:lnTo>
                    <a:pt x="2320454" y="61808"/>
                  </a:lnTo>
                  <a:lnTo>
                    <a:pt x="2330198" y="74222"/>
                  </a:lnTo>
                  <a:lnTo>
                    <a:pt x="2339957" y="100741"/>
                  </a:lnTo>
                  <a:lnTo>
                    <a:pt x="2349701" y="139177"/>
                  </a:lnTo>
                  <a:lnTo>
                    <a:pt x="2359445" y="154015"/>
                  </a:lnTo>
                  <a:lnTo>
                    <a:pt x="2369204" y="165686"/>
                  </a:lnTo>
                  <a:lnTo>
                    <a:pt x="2378948" y="173131"/>
                  </a:lnTo>
                  <a:lnTo>
                    <a:pt x="2388692" y="196415"/>
                  </a:lnTo>
                  <a:lnTo>
                    <a:pt x="2398450" y="214229"/>
                  </a:lnTo>
                  <a:lnTo>
                    <a:pt x="2408194" y="199477"/>
                  </a:lnTo>
                  <a:lnTo>
                    <a:pt x="2417953" y="190759"/>
                  </a:lnTo>
                  <a:lnTo>
                    <a:pt x="2427697" y="215131"/>
                  </a:lnTo>
                  <a:lnTo>
                    <a:pt x="2437441" y="207006"/>
                  </a:lnTo>
                  <a:lnTo>
                    <a:pt x="2447200" y="203730"/>
                  </a:lnTo>
                  <a:lnTo>
                    <a:pt x="2456944" y="210065"/>
                  </a:lnTo>
                  <a:lnTo>
                    <a:pt x="2466703" y="208814"/>
                  </a:lnTo>
                  <a:lnTo>
                    <a:pt x="2476446" y="181784"/>
                  </a:lnTo>
                  <a:lnTo>
                    <a:pt x="2486190" y="183129"/>
                  </a:lnTo>
                  <a:lnTo>
                    <a:pt x="2495949" y="213126"/>
                  </a:lnTo>
                  <a:lnTo>
                    <a:pt x="2505693" y="269292"/>
                  </a:lnTo>
                  <a:lnTo>
                    <a:pt x="2515452" y="256991"/>
                  </a:lnTo>
                  <a:lnTo>
                    <a:pt x="2525196" y="250233"/>
                  </a:lnTo>
                  <a:lnTo>
                    <a:pt x="2534940" y="263264"/>
                  </a:lnTo>
                  <a:lnTo>
                    <a:pt x="2544699" y="257965"/>
                  </a:lnTo>
                  <a:lnTo>
                    <a:pt x="2554443" y="266413"/>
                  </a:lnTo>
                  <a:lnTo>
                    <a:pt x="2564202" y="299304"/>
                  </a:lnTo>
                  <a:lnTo>
                    <a:pt x="2573946" y="317418"/>
                  </a:lnTo>
                  <a:lnTo>
                    <a:pt x="2583690" y="294541"/>
                  </a:lnTo>
                  <a:lnTo>
                    <a:pt x="2593448" y="299134"/>
                  </a:lnTo>
                  <a:lnTo>
                    <a:pt x="2603192" y="359340"/>
                  </a:lnTo>
                  <a:lnTo>
                    <a:pt x="2612951" y="370074"/>
                  </a:lnTo>
                  <a:lnTo>
                    <a:pt x="2622695" y="394074"/>
                  </a:lnTo>
                  <a:lnTo>
                    <a:pt x="2632439" y="383163"/>
                  </a:lnTo>
                  <a:lnTo>
                    <a:pt x="2642198" y="382041"/>
                  </a:lnTo>
                  <a:lnTo>
                    <a:pt x="2651942" y="376667"/>
                  </a:lnTo>
                  <a:lnTo>
                    <a:pt x="2661685" y="357531"/>
                  </a:lnTo>
                  <a:lnTo>
                    <a:pt x="2671444" y="364583"/>
                  </a:lnTo>
                  <a:lnTo>
                    <a:pt x="2681188" y="375795"/>
                  </a:lnTo>
                  <a:lnTo>
                    <a:pt x="2690947" y="352882"/>
                  </a:lnTo>
                  <a:lnTo>
                    <a:pt x="2700691" y="347167"/>
                  </a:lnTo>
                  <a:lnTo>
                    <a:pt x="2710435" y="350214"/>
                  </a:lnTo>
                  <a:lnTo>
                    <a:pt x="2720194" y="354114"/>
                  </a:lnTo>
                  <a:lnTo>
                    <a:pt x="2729938" y="422578"/>
                  </a:lnTo>
                  <a:lnTo>
                    <a:pt x="2739697" y="410237"/>
                  </a:lnTo>
                  <a:lnTo>
                    <a:pt x="2749441" y="413214"/>
                  </a:lnTo>
                  <a:lnTo>
                    <a:pt x="2759185" y="395760"/>
                  </a:lnTo>
                  <a:lnTo>
                    <a:pt x="2768943" y="410397"/>
                  </a:lnTo>
                  <a:lnTo>
                    <a:pt x="2778687" y="411233"/>
                  </a:lnTo>
                  <a:lnTo>
                    <a:pt x="2788446" y="407925"/>
                  </a:lnTo>
                  <a:lnTo>
                    <a:pt x="2798190" y="382104"/>
                  </a:lnTo>
                  <a:lnTo>
                    <a:pt x="2807934" y="385833"/>
                  </a:lnTo>
                  <a:lnTo>
                    <a:pt x="2817693" y="377403"/>
                  </a:lnTo>
                  <a:lnTo>
                    <a:pt x="2827437" y="381030"/>
                  </a:lnTo>
                  <a:lnTo>
                    <a:pt x="2837196" y="405023"/>
                  </a:lnTo>
                  <a:lnTo>
                    <a:pt x="2846940" y="405024"/>
                  </a:lnTo>
                  <a:lnTo>
                    <a:pt x="2856684" y="407109"/>
                  </a:lnTo>
                  <a:lnTo>
                    <a:pt x="2866442" y="428428"/>
                  </a:lnTo>
                  <a:lnTo>
                    <a:pt x="2876186" y="405966"/>
                  </a:lnTo>
                  <a:lnTo>
                    <a:pt x="2885945" y="433574"/>
                  </a:lnTo>
                  <a:lnTo>
                    <a:pt x="2895689" y="426749"/>
                  </a:lnTo>
                  <a:lnTo>
                    <a:pt x="2905433" y="432669"/>
                  </a:lnTo>
                  <a:lnTo>
                    <a:pt x="2915192" y="44543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5" name="Freeform 974">
              <a:extLst>
                <a:ext uri="{FF2B5EF4-FFF2-40B4-BE49-F238E27FC236}">
                  <a16:creationId xmlns:a16="http://schemas.microsoft.com/office/drawing/2014/main" id="{28C27DD3-C080-0D08-A4DB-D81501BDCA39}"/>
                </a:ext>
              </a:extLst>
            </p:cNvPr>
            <p:cNvSpPr/>
            <p:nvPr/>
          </p:nvSpPr>
          <p:spPr>
            <a:xfrm>
              <a:off x="4426652" y="3103651"/>
              <a:ext cx="2915191" cy="514236"/>
            </a:xfrm>
            <a:custGeom>
              <a:avLst/>
              <a:gdLst>
                <a:gd name="connsiteX0" fmla="*/ 0 w 2915191"/>
                <a:gd name="connsiteY0" fmla="*/ 244611 h 514236"/>
                <a:gd name="connsiteX1" fmla="*/ 9750 w 2915191"/>
                <a:gd name="connsiteY1" fmla="*/ 209687 h 514236"/>
                <a:gd name="connsiteX2" fmla="*/ 19500 w 2915191"/>
                <a:gd name="connsiteY2" fmla="*/ 203081 h 514236"/>
                <a:gd name="connsiteX3" fmla="*/ 29250 w 2915191"/>
                <a:gd name="connsiteY3" fmla="*/ 191403 h 514236"/>
                <a:gd name="connsiteX4" fmla="*/ 39000 w 2915191"/>
                <a:gd name="connsiteY4" fmla="*/ 178496 h 514236"/>
                <a:gd name="connsiteX5" fmla="*/ 48749 w 2915191"/>
                <a:gd name="connsiteY5" fmla="*/ 162956 h 514236"/>
                <a:gd name="connsiteX6" fmla="*/ 58499 w 2915191"/>
                <a:gd name="connsiteY6" fmla="*/ 216701 h 514236"/>
                <a:gd name="connsiteX7" fmla="*/ 68249 w 2915191"/>
                <a:gd name="connsiteY7" fmla="*/ 234070 h 514236"/>
                <a:gd name="connsiteX8" fmla="*/ 77998 w 2915191"/>
                <a:gd name="connsiteY8" fmla="*/ 235787 h 514236"/>
                <a:gd name="connsiteX9" fmla="*/ 87748 w 2915191"/>
                <a:gd name="connsiteY9" fmla="*/ 215818 h 514236"/>
                <a:gd name="connsiteX10" fmla="*/ 97497 w 2915191"/>
                <a:gd name="connsiteY10" fmla="*/ 230678 h 514236"/>
                <a:gd name="connsiteX11" fmla="*/ 107247 w 2915191"/>
                <a:gd name="connsiteY11" fmla="*/ 223902 h 514236"/>
                <a:gd name="connsiteX12" fmla="*/ 116997 w 2915191"/>
                <a:gd name="connsiteY12" fmla="*/ 225380 h 514236"/>
                <a:gd name="connsiteX13" fmla="*/ 126747 w 2915191"/>
                <a:gd name="connsiteY13" fmla="*/ 223354 h 514236"/>
                <a:gd name="connsiteX14" fmla="*/ 136497 w 2915191"/>
                <a:gd name="connsiteY14" fmla="*/ 248874 h 514236"/>
                <a:gd name="connsiteX15" fmla="*/ 146247 w 2915191"/>
                <a:gd name="connsiteY15" fmla="*/ 267821 h 514236"/>
                <a:gd name="connsiteX16" fmla="*/ 155997 w 2915191"/>
                <a:gd name="connsiteY16" fmla="*/ 285928 h 514236"/>
                <a:gd name="connsiteX17" fmla="*/ 165747 w 2915191"/>
                <a:gd name="connsiteY17" fmla="*/ 281700 h 514236"/>
                <a:gd name="connsiteX18" fmla="*/ 175497 w 2915191"/>
                <a:gd name="connsiteY18" fmla="*/ 288559 h 514236"/>
                <a:gd name="connsiteX19" fmla="*/ 185247 w 2915191"/>
                <a:gd name="connsiteY19" fmla="*/ 282769 h 514236"/>
                <a:gd name="connsiteX20" fmla="*/ 194996 w 2915191"/>
                <a:gd name="connsiteY20" fmla="*/ 263021 h 514236"/>
                <a:gd name="connsiteX21" fmla="*/ 204746 w 2915191"/>
                <a:gd name="connsiteY21" fmla="*/ 251639 h 514236"/>
                <a:gd name="connsiteX22" fmla="*/ 214495 w 2915191"/>
                <a:gd name="connsiteY22" fmla="*/ 281387 h 514236"/>
                <a:gd name="connsiteX23" fmla="*/ 224245 w 2915191"/>
                <a:gd name="connsiteY23" fmla="*/ 261053 h 514236"/>
                <a:gd name="connsiteX24" fmla="*/ 233995 w 2915191"/>
                <a:gd name="connsiteY24" fmla="*/ 277940 h 514236"/>
                <a:gd name="connsiteX25" fmla="*/ 243744 w 2915191"/>
                <a:gd name="connsiteY25" fmla="*/ 298835 h 514236"/>
                <a:gd name="connsiteX26" fmla="*/ 253494 w 2915191"/>
                <a:gd name="connsiteY26" fmla="*/ 309072 h 514236"/>
                <a:gd name="connsiteX27" fmla="*/ 263244 w 2915191"/>
                <a:gd name="connsiteY27" fmla="*/ 336558 h 514236"/>
                <a:gd name="connsiteX28" fmla="*/ 272994 w 2915191"/>
                <a:gd name="connsiteY28" fmla="*/ 327597 h 514236"/>
                <a:gd name="connsiteX29" fmla="*/ 282744 w 2915191"/>
                <a:gd name="connsiteY29" fmla="*/ 369575 h 514236"/>
                <a:gd name="connsiteX30" fmla="*/ 292494 w 2915191"/>
                <a:gd name="connsiteY30" fmla="*/ 397083 h 514236"/>
                <a:gd name="connsiteX31" fmla="*/ 302244 w 2915191"/>
                <a:gd name="connsiteY31" fmla="*/ 405447 h 514236"/>
                <a:gd name="connsiteX32" fmla="*/ 311994 w 2915191"/>
                <a:gd name="connsiteY32" fmla="*/ 413922 h 514236"/>
                <a:gd name="connsiteX33" fmla="*/ 321744 w 2915191"/>
                <a:gd name="connsiteY33" fmla="*/ 431251 h 514236"/>
                <a:gd name="connsiteX34" fmla="*/ 331493 w 2915191"/>
                <a:gd name="connsiteY34" fmla="*/ 380186 h 514236"/>
                <a:gd name="connsiteX35" fmla="*/ 341243 w 2915191"/>
                <a:gd name="connsiteY35" fmla="*/ 432154 h 514236"/>
                <a:gd name="connsiteX36" fmla="*/ 350993 w 2915191"/>
                <a:gd name="connsiteY36" fmla="*/ 417158 h 514236"/>
                <a:gd name="connsiteX37" fmla="*/ 360742 w 2915191"/>
                <a:gd name="connsiteY37" fmla="*/ 422286 h 514236"/>
                <a:gd name="connsiteX38" fmla="*/ 370492 w 2915191"/>
                <a:gd name="connsiteY38" fmla="*/ 431063 h 514236"/>
                <a:gd name="connsiteX39" fmla="*/ 380241 w 2915191"/>
                <a:gd name="connsiteY39" fmla="*/ 433975 h 514236"/>
                <a:gd name="connsiteX40" fmla="*/ 389991 w 2915191"/>
                <a:gd name="connsiteY40" fmla="*/ 432775 h 514236"/>
                <a:gd name="connsiteX41" fmla="*/ 399741 w 2915191"/>
                <a:gd name="connsiteY41" fmla="*/ 427261 h 514236"/>
                <a:gd name="connsiteX42" fmla="*/ 409491 w 2915191"/>
                <a:gd name="connsiteY42" fmla="*/ 428185 h 514236"/>
                <a:gd name="connsiteX43" fmla="*/ 419241 w 2915191"/>
                <a:gd name="connsiteY43" fmla="*/ 433242 h 514236"/>
                <a:gd name="connsiteX44" fmla="*/ 428991 w 2915191"/>
                <a:gd name="connsiteY44" fmla="*/ 428013 h 514236"/>
                <a:gd name="connsiteX45" fmla="*/ 438741 w 2915191"/>
                <a:gd name="connsiteY45" fmla="*/ 429609 h 514236"/>
                <a:gd name="connsiteX46" fmla="*/ 448491 w 2915191"/>
                <a:gd name="connsiteY46" fmla="*/ 434293 h 514236"/>
                <a:gd name="connsiteX47" fmla="*/ 458241 w 2915191"/>
                <a:gd name="connsiteY47" fmla="*/ 442352 h 514236"/>
                <a:gd name="connsiteX48" fmla="*/ 467991 w 2915191"/>
                <a:gd name="connsiteY48" fmla="*/ 422467 h 514236"/>
                <a:gd name="connsiteX49" fmla="*/ 477740 w 2915191"/>
                <a:gd name="connsiteY49" fmla="*/ 449015 h 514236"/>
                <a:gd name="connsiteX50" fmla="*/ 487490 w 2915191"/>
                <a:gd name="connsiteY50" fmla="*/ 419660 h 514236"/>
                <a:gd name="connsiteX51" fmla="*/ 497239 w 2915191"/>
                <a:gd name="connsiteY51" fmla="*/ 413436 h 514236"/>
                <a:gd name="connsiteX52" fmla="*/ 506989 w 2915191"/>
                <a:gd name="connsiteY52" fmla="*/ 404960 h 514236"/>
                <a:gd name="connsiteX53" fmla="*/ 516738 w 2915191"/>
                <a:gd name="connsiteY53" fmla="*/ 355600 h 514236"/>
                <a:gd name="connsiteX54" fmla="*/ 526488 w 2915191"/>
                <a:gd name="connsiteY54" fmla="*/ 352440 h 514236"/>
                <a:gd name="connsiteX55" fmla="*/ 536238 w 2915191"/>
                <a:gd name="connsiteY55" fmla="*/ 368343 h 514236"/>
                <a:gd name="connsiteX56" fmla="*/ 545988 w 2915191"/>
                <a:gd name="connsiteY56" fmla="*/ 362437 h 514236"/>
                <a:gd name="connsiteX57" fmla="*/ 555738 w 2915191"/>
                <a:gd name="connsiteY57" fmla="*/ 348186 h 514236"/>
                <a:gd name="connsiteX58" fmla="*/ 565488 w 2915191"/>
                <a:gd name="connsiteY58" fmla="*/ 350297 h 514236"/>
                <a:gd name="connsiteX59" fmla="*/ 575238 w 2915191"/>
                <a:gd name="connsiteY59" fmla="*/ 356434 h 514236"/>
                <a:gd name="connsiteX60" fmla="*/ 584988 w 2915191"/>
                <a:gd name="connsiteY60" fmla="*/ 334415 h 514236"/>
                <a:gd name="connsiteX61" fmla="*/ 594738 w 2915191"/>
                <a:gd name="connsiteY61" fmla="*/ 349360 h 514236"/>
                <a:gd name="connsiteX62" fmla="*/ 604488 w 2915191"/>
                <a:gd name="connsiteY62" fmla="*/ 346163 h 514236"/>
                <a:gd name="connsiteX63" fmla="*/ 614237 w 2915191"/>
                <a:gd name="connsiteY63" fmla="*/ 313927 h 514236"/>
                <a:gd name="connsiteX64" fmla="*/ 623987 w 2915191"/>
                <a:gd name="connsiteY64" fmla="*/ 345652 h 514236"/>
                <a:gd name="connsiteX65" fmla="*/ 633736 w 2915191"/>
                <a:gd name="connsiteY65" fmla="*/ 354338 h 514236"/>
                <a:gd name="connsiteX66" fmla="*/ 643486 w 2915191"/>
                <a:gd name="connsiteY66" fmla="*/ 355430 h 514236"/>
                <a:gd name="connsiteX67" fmla="*/ 653236 w 2915191"/>
                <a:gd name="connsiteY67" fmla="*/ 337438 h 514236"/>
                <a:gd name="connsiteX68" fmla="*/ 662985 w 2915191"/>
                <a:gd name="connsiteY68" fmla="*/ 366408 h 514236"/>
                <a:gd name="connsiteX69" fmla="*/ 672735 w 2915191"/>
                <a:gd name="connsiteY69" fmla="*/ 358958 h 514236"/>
                <a:gd name="connsiteX70" fmla="*/ 682485 w 2915191"/>
                <a:gd name="connsiteY70" fmla="*/ 348149 h 514236"/>
                <a:gd name="connsiteX71" fmla="*/ 692235 w 2915191"/>
                <a:gd name="connsiteY71" fmla="*/ 313437 h 514236"/>
                <a:gd name="connsiteX72" fmla="*/ 701985 w 2915191"/>
                <a:gd name="connsiteY72" fmla="*/ 301557 h 514236"/>
                <a:gd name="connsiteX73" fmla="*/ 711735 w 2915191"/>
                <a:gd name="connsiteY73" fmla="*/ 303264 h 514236"/>
                <a:gd name="connsiteX74" fmla="*/ 721485 w 2915191"/>
                <a:gd name="connsiteY74" fmla="*/ 285865 h 514236"/>
                <a:gd name="connsiteX75" fmla="*/ 731235 w 2915191"/>
                <a:gd name="connsiteY75" fmla="*/ 308273 h 514236"/>
                <a:gd name="connsiteX76" fmla="*/ 740985 w 2915191"/>
                <a:gd name="connsiteY76" fmla="*/ 341403 h 514236"/>
                <a:gd name="connsiteX77" fmla="*/ 750734 w 2915191"/>
                <a:gd name="connsiteY77" fmla="*/ 339908 h 514236"/>
                <a:gd name="connsiteX78" fmla="*/ 760484 w 2915191"/>
                <a:gd name="connsiteY78" fmla="*/ 381392 h 514236"/>
                <a:gd name="connsiteX79" fmla="*/ 770233 w 2915191"/>
                <a:gd name="connsiteY79" fmla="*/ 370129 h 514236"/>
                <a:gd name="connsiteX80" fmla="*/ 779983 w 2915191"/>
                <a:gd name="connsiteY80" fmla="*/ 357537 h 514236"/>
                <a:gd name="connsiteX81" fmla="*/ 789733 w 2915191"/>
                <a:gd name="connsiteY81" fmla="*/ 368654 h 514236"/>
                <a:gd name="connsiteX82" fmla="*/ 799482 w 2915191"/>
                <a:gd name="connsiteY82" fmla="*/ 360689 h 514236"/>
                <a:gd name="connsiteX83" fmla="*/ 809232 w 2915191"/>
                <a:gd name="connsiteY83" fmla="*/ 343968 h 514236"/>
                <a:gd name="connsiteX84" fmla="*/ 818982 w 2915191"/>
                <a:gd name="connsiteY84" fmla="*/ 337468 h 514236"/>
                <a:gd name="connsiteX85" fmla="*/ 828732 w 2915191"/>
                <a:gd name="connsiteY85" fmla="*/ 334229 h 514236"/>
                <a:gd name="connsiteX86" fmla="*/ 838482 w 2915191"/>
                <a:gd name="connsiteY86" fmla="*/ 363118 h 514236"/>
                <a:gd name="connsiteX87" fmla="*/ 848232 w 2915191"/>
                <a:gd name="connsiteY87" fmla="*/ 346468 h 514236"/>
                <a:gd name="connsiteX88" fmla="*/ 857982 w 2915191"/>
                <a:gd name="connsiteY88" fmla="*/ 357774 h 514236"/>
                <a:gd name="connsiteX89" fmla="*/ 867732 w 2915191"/>
                <a:gd name="connsiteY89" fmla="*/ 352121 h 514236"/>
                <a:gd name="connsiteX90" fmla="*/ 877482 w 2915191"/>
                <a:gd name="connsiteY90" fmla="*/ 343337 h 514236"/>
                <a:gd name="connsiteX91" fmla="*/ 887231 w 2915191"/>
                <a:gd name="connsiteY91" fmla="*/ 320483 h 514236"/>
                <a:gd name="connsiteX92" fmla="*/ 896981 w 2915191"/>
                <a:gd name="connsiteY92" fmla="*/ 325598 h 514236"/>
                <a:gd name="connsiteX93" fmla="*/ 906730 w 2915191"/>
                <a:gd name="connsiteY93" fmla="*/ 297290 h 514236"/>
                <a:gd name="connsiteX94" fmla="*/ 916480 w 2915191"/>
                <a:gd name="connsiteY94" fmla="*/ 288173 h 514236"/>
                <a:gd name="connsiteX95" fmla="*/ 926230 w 2915191"/>
                <a:gd name="connsiteY95" fmla="*/ 282252 h 514236"/>
                <a:gd name="connsiteX96" fmla="*/ 935979 w 2915191"/>
                <a:gd name="connsiteY96" fmla="*/ 315173 h 514236"/>
                <a:gd name="connsiteX97" fmla="*/ 945729 w 2915191"/>
                <a:gd name="connsiteY97" fmla="*/ 307098 h 514236"/>
                <a:gd name="connsiteX98" fmla="*/ 955479 w 2915191"/>
                <a:gd name="connsiteY98" fmla="*/ 290030 h 514236"/>
                <a:gd name="connsiteX99" fmla="*/ 965229 w 2915191"/>
                <a:gd name="connsiteY99" fmla="*/ 271863 h 514236"/>
                <a:gd name="connsiteX100" fmla="*/ 974979 w 2915191"/>
                <a:gd name="connsiteY100" fmla="*/ 282748 h 514236"/>
                <a:gd name="connsiteX101" fmla="*/ 984729 w 2915191"/>
                <a:gd name="connsiteY101" fmla="*/ 293340 h 514236"/>
                <a:gd name="connsiteX102" fmla="*/ 994474 w 2915191"/>
                <a:gd name="connsiteY102" fmla="*/ 292361 h 514236"/>
                <a:gd name="connsiteX103" fmla="*/ 1004233 w 2915191"/>
                <a:gd name="connsiteY103" fmla="*/ 328482 h 514236"/>
                <a:gd name="connsiteX104" fmla="*/ 1013977 w 2915191"/>
                <a:gd name="connsiteY104" fmla="*/ 340501 h 514236"/>
                <a:gd name="connsiteX105" fmla="*/ 1023721 w 2915191"/>
                <a:gd name="connsiteY105" fmla="*/ 371508 h 514236"/>
                <a:gd name="connsiteX106" fmla="*/ 1033480 w 2915191"/>
                <a:gd name="connsiteY106" fmla="*/ 399917 h 514236"/>
                <a:gd name="connsiteX107" fmla="*/ 1043224 w 2915191"/>
                <a:gd name="connsiteY107" fmla="*/ 402500 h 514236"/>
                <a:gd name="connsiteX108" fmla="*/ 1052983 w 2915191"/>
                <a:gd name="connsiteY108" fmla="*/ 396343 h 514236"/>
                <a:gd name="connsiteX109" fmla="*/ 1062727 w 2915191"/>
                <a:gd name="connsiteY109" fmla="*/ 420457 h 514236"/>
                <a:gd name="connsiteX110" fmla="*/ 1072471 w 2915191"/>
                <a:gd name="connsiteY110" fmla="*/ 413064 h 514236"/>
                <a:gd name="connsiteX111" fmla="*/ 1082230 w 2915191"/>
                <a:gd name="connsiteY111" fmla="*/ 439058 h 514236"/>
                <a:gd name="connsiteX112" fmla="*/ 1091973 w 2915191"/>
                <a:gd name="connsiteY112" fmla="*/ 437921 h 514236"/>
                <a:gd name="connsiteX113" fmla="*/ 1101732 w 2915191"/>
                <a:gd name="connsiteY113" fmla="*/ 427617 h 514236"/>
                <a:gd name="connsiteX114" fmla="*/ 1111476 w 2915191"/>
                <a:gd name="connsiteY114" fmla="*/ 434010 h 514236"/>
                <a:gd name="connsiteX115" fmla="*/ 1121220 w 2915191"/>
                <a:gd name="connsiteY115" fmla="*/ 437157 h 514236"/>
                <a:gd name="connsiteX116" fmla="*/ 1130979 w 2915191"/>
                <a:gd name="connsiteY116" fmla="*/ 447187 h 514236"/>
                <a:gd name="connsiteX117" fmla="*/ 1140723 w 2915191"/>
                <a:gd name="connsiteY117" fmla="*/ 434249 h 514236"/>
                <a:gd name="connsiteX118" fmla="*/ 1150482 w 2915191"/>
                <a:gd name="connsiteY118" fmla="*/ 442839 h 514236"/>
                <a:gd name="connsiteX119" fmla="*/ 1160226 w 2915191"/>
                <a:gd name="connsiteY119" fmla="*/ 428969 h 514236"/>
                <a:gd name="connsiteX120" fmla="*/ 1169969 w 2915191"/>
                <a:gd name="connsiteY120" fmla="*/ 420554 h 514236"/>
                <a:gd name="connsiteX121" fmla="*/ 1179728 w 2915191"/>
                <a:gd name="connsiteY121" fmla="*/ 416953 h 514236"/>
                <a:gd name="connsiteX122" fmla="*/ 1189472 w 2915191"/>
                <a:gd name="connsiteY122" fmla="*/ 410030 h 514236"/>
                <a:gd name="connsiteX123" fmla="*/ 1199231 w 2915191"/>
                <a:gd name="connsiteY123" fmla="*/ 394483 h 514236"/>
                <a:gd name="connsiteX124" fmla="*/ 1208975 w 2915191"/>
                <a:gd name="connsiteY124" fmla="*/ 398999 h 514236"/>
                <a:gd name="connsiteX125" fmla="*/ 1218719 w 2915191"/>
                <a:gd name="connsiteY125" fmla="*/ 383019 h 514236"/>
                <a:gd name="connsiteX126" fmla="*/ 1228478 w 2915191"/>
                <a:gd name="connsiteY126" fmla="*/ 386715 h 514236"/>
                <a:gd name="connsiteX127" fmla="*/ 1238222 w 2915191"/>
                <a:gd name="connsiteY127" fmla="*/ 401569 h 514236"/>
                <a:gd name="connsiteX128" fmla="*/ 1247966 w 2915191"/>
                <a:gd name="connsiteY128" fmla="*/ 372778 h 514236"/>
                <a:gd name="connsiteX129" fmla="*/ 1257725 w 2915191"/>
                <a:gd name="connsiteY129" fmla="*/ 389662 h 514236"/>
                <a:gd name="connsiteX130" fmla="*/ 1267469 w 2915191"/>
                <a:gd name="connsiteY130" fmla="*/ 395891 h 514236"/>
                <a:gd name="connsiteX131" fmla="*/ 1277227 w 2915191"/>
                <a:gd name="connsiteY131" fmla="*/ 399361 h 514236"/>
                <a:gd name="connsiteX132" fmla="*/ 1286971 w 2915191"/>
                <a:gd name="connsiteY132" fmla="*/ 367439 h 514236"/>
                <a:gd name="connsiteX133" fmla="*/ 1296715 w 2915191"/>
                <a:gd name="connsiteY133" fmla="*/ 366335 h 514236"/>
                <a:gd name="connsiteX134" fmla="*/ 1306474 w 2915191"/>
                <a:gd name="connsiteY134" fmla="*/ 360003 h 514236"/>
                <a:gd name="connsiteX135" fmla="*/ 1316218 w 2915191"/>
                <a:gd name="connsiteY135" fmla="*/ 370822 h 514236"/>
                <a:gd name="connsiteX136" fmla="*/ 1325977 w 2915191"/>
                <a:gd name="connsiteY136" fmla="*/ 369930 h 514236"/>
                <a:gd name="connsiteX137" fmla="*/ 1335721 w 2915191"/>
                <a:gd name="connsiteY137" fmla="*/ 389503 h 514236"/>
                <a:gd name="connsiteX138" fmla="*/ 1345465 w 2915191"/>
                <a:gd name="connsiteY138" fmla="*/ 370554 h 514236"/>
                <a:gd name="connsiteX139" fmla="*/ 1355224 w 2915191"/>
                <a:gd name="connsiteY139" fmla="*/ 355677 h 514236"/>
                <a:gd name="connsiteX140" fmla="*/ 1364967 w 2915191"/>
                <a:gd name="connsiteY140" fmla="*/ 375428 h 514236"/>
                <a:gd name="connsiteX141" fmla="*/ 1374726 w 2915191"/>
                <a:gd name="connsiteY141" fmla="*/ 400756 h 514236"/>
                <a:gd name="connsiteX142" fmla="*/ 1384470 w 2915191"/>
                <a:gd name="connsiteY142" fmla="*/ 434593 h 514236"/>
                <a:gd name="connsiteX143" fmla="*/ 1394214 w 2915191"/>
                <a:gd name="connsiteY143" fmla="*/ 471727 h 514236"/>
                <a:gd name="connsiteX144" fmla="*/ 1403973 w 2915191"/>
                <a:gd name="connsiteY144" fmla="*/ 468525 h 514236"/>
                <a:gd name="connsiteX145" fmla="*/ 1413717 w 2915191"/>
                <a:gd name="connsiteY145" fmla="*/ 473893 h 514236"/>
                <a:gd name="connsiteX146" fmla="*/ 1423476 w 2915191"/>
                <a:gd name="connsiteY146" fmla="*/ 467079 h 514236"/>
                <a:gd name="connsiteX147" fmla="*/ 1433220 w 2915191"/>
                <a:gd name="connsiteY147" fmla="*/ 469263 h 514236"/>
                <a:gd name="connsiteX148" fmla="*/ 1442964 w 2915191"/>
                <a:gd name="connsiteY148" fmla="*/ 482323 h 514236"/>
                <a:gd name="connsiteX149" fmla="*/ 1452722 w 2915191"/>
                <a:gd name="connsiteY149" fmla="*/ 451718 h 514236"/>
                <a:gd name="connsiteX150" fmla="*/ 1462466 w 2915191"/>
                <a:gd name="connsiteY150" fmla="*/ 442948 h 514236"/>
                <a:gd name="connsiteX151" fmla="*/ 1472225 w 2915191"/>
                <a:gd name="connsiteY151" fmla="*/ 444450 h 514236"/>
                <a:gd name="connsiteX152" fmla="*/ 1481969 w 2915191"/>
                <a:gd name="connsiteY152" fmla="*/ 469252 h 514236"/>
                <a:gd name="connsiteX153" fmla="*/ 1491713 w 2915191"/>
                <a:gd name="connsiteY153" fmla="*/ 461536 h 514236"/>
                <a:gd name="connsiteX154" fmla="*/ 1501472 w 2915191"/>
                <a:gd name="connsiteY154" fmla="*/ 463402 h 514236"/>
                <a:gd name="connsiteX155" fmla="*/ 1511216 w 2915191"/>
                <a:gd name="connsiteY155" fmla="*/ 482559 h 514236"/>
                <a:gd name="connsiteX156" fmla="*/ 1520960 w 2915191"/>
                <a:gd name="connsiteY156" fmla="*/ 496991 h 514236"/>
                <a:gd name="connsiteX157" fmla="*/ 1530719 w 2915191"/>
                <a:gd name="connsiteY157" fmla="*/ 487675 h 514236"/>
                <a:gd name="connsiteX158" fmla="*/ 1540463 w 2915191"/>
                <a:gd name="connsiteY158" fmla="*/ 490549 h 514236"/>
                <a:gd name="connsiteX159" fmla="*/ 1550221 w 2915191"/>
                <a:gd name="connsiteY159" fmla="*/ 474190 h 514236"/>
                <a:gd name="connsiteX160" fmla="*/ 1559965 w 2915191"/>
                <a:gd name="connsiteY160" fmla="*/ 486507 h 514236"/>
                <a:gd name="connsiteX161" fmla="*/ 1569709 w 2915191"/>
                <a:gd name="connsiteY161" fmla="*/ 464696 h 514236"/>
                <a:gd name="connsiteX162" fmla="*/ 1579468 w 2915191"/>
                <a:gd name="connsiteY162" fmla="*/ 479367 h 514236"/>
                <a:gd name="connsiteX163" fmla="*/ 1589212 w 2915191"/>
                <a:gd name="connsiteY163" fmla="*/ 470191 h 514236"/>
                <a:gd name="connsiteX164" fmla="*/ 1598971 w 2915191"/>
                <a:gd name="connsiteY164" fmla="*/ 469932 h 514236"/>
                <a:gd name="connsiteX165" fmla="*/ 1608715 w 2915191"/>
                <a:gd name="connsiteY165" fmla="*/ 454263 h 514236"/>
                <a:gd name="connsiteX166" fmla="*/ 1618459 w 2915191"/>
                <a:gd name="connsiteY166" fmla="*/ 443577 h 514236"/>
                <a:gd name="connsiteX167" fmla="*/ 1628218 w 2915191"/>
                <a:gd name="connsiteY167" fmla="*/ 455530 h 514236"/>
                <a:gd name="connsiteX168" fmla="*/ 1637962 w 2915191"/>
                <a:gd name="connsiteY168" fmla="*/ 454805 h 514236"/>
                <a:gd name="connsiteX169" fmla="*/ 1647720 w 2915191"/>
                <a:gd name="connsiteY169" fmla="*/ 469810 h 514236"/>
                <a:gd name="connsiteX170" fmla="*/ 1657464 w 2915191"/>
                <a:gd name="connsiteY170" fmla="*/ 505700 h 514236"/>
                <a:gd name="connsiteX171" fmla="*/ 1667208 w 2915191"/>
                <a:gd name="connsiteY171" fmla="*/ 491236 h 514236"/>
                <a:gd name="connsiteX172" fmla="*/ 1676967 w 2915191"/>
                <a:gd name="connsiteY172" fmla="*/ 474975 h 514236"/>
                <a:gd name="connsiteX173" fmla="*/ 1686711 w 2915191"/>
                <a:gd name="connsiteY173" fmla="*/ 495382 h 514236"/>
                <a:gd name="connsiteX174" fmla="*/ 1696470 w 2915191"/>
                <a:gd name="connsiteY174" fmla="*/ 506355 h 514236"/>
                <a:gd name="connsiteX175" fmla="*/ 1706214 w 2915191"/>
                <a:gd name="connsiteY175" fmla="*/ 514237 h 514236"/>
                <a:gd name="connsiteX176" fmla="*/ 1715958 w 2915191"/>
                <a:gd name="connsiteY176" fmla="*/ 511135 h 514236"/>
                <a:gd name="connsiteX177" fmla="*/ 1725716 w 2915191"/>
                <a:gd name="connsiteY177" fmla="*/ 491281 h 514236"/>
                <a:gd name="connsiteX178" fmla="*/ 1735460 w 2915191"/>
                <a:gd name="connsiteY178" fmla="*/ 480324 h 514236"/>
                <a:gd name="connsiteX179" fmla="*/ 1745219 w 2915191"/>
                <a:gd name="connsiteY179" fmla="*/ 499023 h 514236"/>
                <a:gd name="connsiteX180" fmla="*/ 1754963 w 2915191"/>
                <a:gd name="connsiteY180" fmla="*/ 488605 h 514236"/>
                <a:gd name="connsiteX181" fmla="*/ 1764707 w 2915191"/>
                <a:gd name="connsiteY181" fmla="*/ 456061 h 514236"/>
                <a:gd name="connsiteX182" fmla="*/ 1774466 w 2915191"/>
                <a:gd name="connsiteY182" fmla="*/ 474758 h 514236"/>
                <a:gd name="connsiteX183" fmla="*/ 1784210 w 2915191"/>
                <a:gd name="connsiteY183" fmla="*/ 450435 h 514236"/>
                <a:gd name="connsiteX184" fmla="*/ 1793969 w 2915191"/>
                <a:gd name="connsiteY184" fmla="*/ 445050 h 514236"/>
                <a:gd name="connsiteX185" fmla="*/ 1803713 w 2915191"/>
                <a:gd name="connsiteY185" fmla="*/ 447455 h 514236"/>
                <a:gd name="connsiteX186" fmla="*/ 1813457 w 2915191"/>
                <a:gd name="connsiteY186" fmla="*/ 416295 h 514236"/>
                <a:gd name="connsiteX187" fmla="*/ 1823215 w 2915191"/>
                <a:gd name="connsiteY187" fmla="*/ 406942 h 514236"/>
                <a:gd name="connsiteX188" fmla="*/ 1832959 w 2915191"/>
                <a:gd name="connsiteY188" fmla="*/ 423006 h 514236"/>
                <a:gd name="connsiteX189" fmla="*/ 1842703 w 2915191"/>
                <a:gd name="connsiteY189" fmla="*/ 407375 h 514236"/>
                <a:gd name="connsiteX190" fmla="*/ 1852462 w 2915191"/>
                <a:gd name="connsiteY190" fmla="*/ 362220 h 514236"/>
                <a:gd name="connsiteX191" fmla="*/ 1862206 w 2915191"/>
                <a:gd name="connsiteY191" fmla="*/ 359542 h 514236"/>
                <a:gd name="connsiteX192" fmla="*/ 1871965 w 2915191"/>
                <a:gd name="connsiteY192" fmla="*/ 381627 h 514236"/>
                <a:gd name="connsiteX193" fmla="*/ 1881709 w 2915191"/>
                <a:gd name="connsiteY193" fmla="*/ 384969 h 514236"/>
                <a:gd name="connsiteX194" fmla="*/ 1891453 w 2915191"/>
                <a:gd name="connsiteY194" fmla="*/ 394981 h 514236"/>
                <a:gd name="connsiteX195" fmla="*/ 1901212 w 2915191"/>
                <a:gd name="connsiteY195" fmla="*/ 390943 h 514236"/>
                <a:gd name="connsiteX196" fmla="*/ 1910956 w 2915191"/>
                <a:gd name="connsiteY196" fmla="*/ 408803 h 514236"/>
                <a:gd name="connsiteX197" fmla="*/ 1920714 w 2915191"/>
                <a:gd name="connsiteY197" fmla="*/ 422732 h 514236"/>
                <a:gd name="connsiteX198" fmla="*/ 1930458 w 2915191"/>
                <a:gd name="connsiteY198" fmla="*/ 424956 h 514236"/>
                <a:gd name="connsiteX199" fmla="*/ 1940202 w 2915191"/>
                <a:gd name="connsiteY199" fmla="*/ 446369 h 514236"/>
                <a:gd name="connsiteX200" fmla="*/ 1949961 w 2915191"/>
                <a:gd name="connsiteY200" fmla="*/ 442534 h 514236"/>
                <a:gd name="connsiteX201" fmla="*/ 1959705 w 2915191"/>
                <a:gd name="connsiteY201" fmla="*/ 431275 h 514236"/>
                <a:gd name="connsiteX202" fmla="*/ 1969464 w 2915191"/>
                <a:gd name="connsiteY202" fmla="*/ 405126 h 514236"/>
                <a:gd name="connsiteX203" fmla="*/ 1979208 w 2915191"/>
                <a:gd name="connsiteY203" fmla="*/ 384498 h 514236"/>
                <a:gd name="connsiteX204" fmla="*/ 1988952 w 2915191"/>
                <a:gd name="connsiteY204" fmla="*/ 418174 h 514236"/>
                <a:gd name="connsiteX205" fmla="*/ 1998711 w 2915191"/>
                <a:gd name="connsiteY205" fmla="*/ 385891 h 514236"/>
                <a:gd name="connsiteX206" fmla="*/ 2008454 w 2915191"/>
                <a:gd name="connsiteY206" fmla="*/ 367401 h 514236"/>
                <a:gd name="connsiteX207" fmla="*/ 2018213 w 2915191"/>
                <a:gd name="connsiteY207" fmla="*/ 373143 h 514236"/>
                <a:gd name="connsiteX208" fmla="*/ 2027957 w 2915191"/>
                <a:gd name="connsiteY208" fmla="*/ 366354 h 514236"/>
                <a:gd name="connsiteX209" fmla="*/ 2037701 w 2915191"/>
                <a:gd name="connsiteY209" fmla="*/ 334055 h 514236"/>
                <a:gd name="connsiteX210" fmla="*/ 2047460 w 2915191"/>
                <a:gd name="connsiteY210" fmla="*/ 336891 h 514236"/>
                <a:gd name="connsiteX211" fmla="*/ 2057204 w 2915191"/>
                <a:gd name="connsiteY211" fmla="*/ 327417 h 514236"/>
                <a:gd name="connsiteX212" fmla="*/ 2066963 w 2915191"/>
                <a:gd name="connsiteY212" fmla="*/ 348085 h 514236"/>
                <a:gd name="connsiteX213" fmla="*/ 2076707 w 2915191"/>
                <a:gd name="connsiteY213" fmla="*/ 345959 h 514236"/>
                <a:gd name="connsiteX214" fmla="*/ 2086451 w 2915191"/>
                <a:gd name="connsiteY214" fmla="*/ 339037 h 514236"/>
                <a:gd name="connsiteX215" fmla="*/ 2096210 w 2915191"/>
                <a:gd name="connsiteY215" fmla="*/ 334207 h 514236"/>
                <a:gd name="connsiteX216" fmla="*/ 2105954 w 2915191"/>
                <a:gd name="connsiteY216" fmla="*/ 340458 h 514236"/>
                <a:gd name="connsiteX217" fmla="*/ 2115697 w 2915191"/>
                <a:gd name="connsiteY217" fmla="*/ 318315 h 514236"/>
                <a:gd name="connsiteX218" fmla="*/ 2125456 w 2915191"/>
                <a:gd name="connsiteY218" fmla="*/ 319670 h 514236"/>
                <a:gd name="connsiteX219" fmla="*/ 2135200 w 2915191"/>
                <a:gd name="connsiteY219" fmla="*/ 290469 h 514236"/>
                <a:gd name="connsiteX220" fmla="*/ 2144959 w 2915191"/>
                <a:gd name="connsiteY220" fmla="*/ 292340 h 514236"/>
                <a:gd name="connsiteX221" fmla="*/ 2154703 w 2915191"/>
                <a:gd name="connsiteY221" fmla="*/ 294089 h 514236"/>
                <a:gd name="connsiteX222" fmla="*/ 2164447 w 2915191"/>
                <a:gd name="connsiteY222" fmla="*/ 307649 h 514236"/>
                <a:gd name="connsiteX223" fmla="*/ 2174206 w 2915191"/>
                <a:gd name="connsiteY223" fmla="*/ 296716 h 514236"/>
                <a:gd name="connsiteX224" fmla="*/ 2183950 w 2915191"/>
                <a:gd name="connsiteY224" fmla="*/ 315248 h 514236"/>
                <a:gd name="connsiteX225" fmla="*/ 2193709 w 2915191"/>
                <a:gd name="connsiteY225" fmla="*/ 311739 h 514236"/>
                <a:gd name="connsiteX226" fmla="*/ 2203452 w 2915191"/>
                <a:gd name="connsiteY226" fmla="*/ 331359 h 514236"/>
                <a:gd name="connsiteX227" fmla="*/ 2213196 w 2915191"/>
                <a:gd name="connsiteY227" fmla="*/ 323065 h 514236"/>
                <a:gd name="connsiteX228" fmla="*/ 2222955 w 2915191"/>
                <a:gd name="connsiteY228" fmla="*/ 285302 h 514236"/>
                <a:gd name="connsiteX229" fmla="*/ 2232699 w 2915191"/>
                <a:gd name="connsiteY229" fmla="*/ 302494 h 514236"/>
                <a:gd name="connsiteX230" fmla="*/ 2242458 w 2915191"/>
                <a:gd name="connsiteY230" fmla="*/ 291430 h 514236"/>
                <a:gd name="connsiteX231" fmla="*/ 2252202 w 2915191"/>
                <a:gd name="connsiteY231" fmla="*/ 325023 h 514236"/>
                <a:gd name="connsiteX232" fmla="*/ 2261946 w 2915191"/>
                <a:gd name="connsiteY232" fmla="*/ 323780 h 514236"/>
                <a:gd name="connsiteX233" fmla="*/ 2271705 w 2915191"/>
                <a:gd name="connsiteY233" fmla="*/ 294967 h 514236"/>
                <a:gd name="connsiteX234" fmla="*/ 2281449 w 2915191"/>
                <a:gd name="connsiteY234" fmla="*/ 302160 h 514236"/>
                <a:gd name="connsiteX235" fmla="*/ 2291208 w 2915191"/>
                <a:gd name="connsiteY235" fmla="*/ 286354 h 514236"/>
                <a:gd name="connsiteX236" fmla="*/ 2300951 w 2915191"/>
                <a:gd name="connsiteY236" fmla="*/ 248269 h 514236"/>
                <a:gd name="connsiteX237" fmla="*/ 2310695 w 2915191"/>
                <a:gd name="connsiteY237" fmla="*/ 265558 h 514236"/>
                <a:gd name="connsiteX238" fmla="*/ 2320454 w 2915191"/>
                <a:gd name="connsiteY238" fmla="*/ 275898 h 514236"/>
                <a:gd name="connsiteX239" fmla="*/ 2330198 w 2915191"/>
                <a:gd name="connsiteY239" fmla="*/ 288538 h 514236"/>
                <a:gd name="connsiteX240" fmla="*/ 2339957 w 2915191"/>
                <a:gd name="connsiteY240" fmla="*/ 296424 h 514236"/>
                <a:gd name="connsiteX241" fmla="*/ 2349701 w 2915191"/>
                <a:gd name="connsiteY241" fmla="*/ 254986 h 514236"/>
                <a:gd name="connsiteX242" fmla="*/ 2359445 w 2915191"/>
                <a:gd name="connsiteY242" fmla="*/ 282929 h 514236"/>
                <a:gd name="connsiteX243" fmla="*/ 2369204 w 2915191"/>
                <a:gd name="connsiteY243" fmla="*/ 238518 h 514236"/>
                <a:gd name="connsiteX244" fmla="*/ 2378948 w 2915191"/>
                <a:gd name="connsiteY244" fmla="*/ 237718 h 514236"/>
                <a:gd name="connsiteX245" fmla="*/ 2388692 w 2915191"/>
                <a:gd name="connsiteY245" fmla="*/ 235252 h 514236"/>
                <a:gd name="connsiteX246" fmla="*/ 2398450 w 2915191"/>
                <a:gd name="connsiteY246" fmla="*/ 238813 h 514236"/>
                <a:gd name="connsiteX247" fmla="*/ 2408194 w 2915191"/>
                <a:gd name="connsiteY247" fmla="*/ 250464 h 514236"/>
                <a:gd name="connsiteX248" fmla="*/ 2417953 w 2915191"/>
                <a:gd name="connsiteY248" fmla="*/ 244123 h 514236"/>
                <a:gd name="connsiteX249" fmla="*/ 2427697 w 2915191"/>
                <a:gd name="connsiteY249" fmla="*/ 250145 h 514236"/>
                <a:gd name="connsiteX250" fmla="*/ 2437441 w 2915191"/>
                <a:gd name="connsiteY250" fmla="*/ 219513 h 514236"/>
                <a:gd name="connsiteX251" fmla="*/ 2447200 w 2915191"/>
                <a:gd name="connsiteY251" fmla="*/ 187350 h 514236"/>
                <a:gd name="connsiteX252" fmla="*/ 2456944 w 2915191"/>
                <a:gd name="connsiteY252" fmla="*/ 161797 h 514236"/>
                <a:gd name="connsiteX253" fmla="*/ 2466703 w 2915191"/>
                <a:gd name="connsiteY253" fmla="*/ 166973 h 514236"/>
                <a:gd name="connsiteX254" fmla="*/ 2476446 w 2915191"/>
                <a:gd name="connsiteY254" fmla="*/ 148863 h 514236"/>
                <a:gd name="connsiteX255" fmla="*/ 2486190 w 2915191"/>
                <a:gd name="connsiteY255" fmla="*/ 104464 h 514236"/>
                <a:gd name="connsiteX256" fmla="*/ 2495949 w 2915191"/>
                <a:gd name="connsiteY256" fmla="*/ 90651 h 514236"/>
                <a:gd name="connsiteX257" fmla="*/ 2505693 w 2915191"/>
                <a:gd name="connsiteY257" fmla="*/ 95573 h 514236"/>
                <a:gd name="connsiteX258" fmla="*/ 2515452 w 2915191"/>
                <a:gd name="connsiteY258" fmla="*/ 103077 h 514236"/>
                <a:gd name="connsiteX259" fmla="*/ 2525196 w 2915191"/>
                <a:gd name="connsiteY259" fmla="*/ 164239 h 514236"/>
                <a:gd name="connsiteX260" fmla="*/ 2534940 w 2915191"/>
                <a:gd name="connsiteY260" fmla="*/ 151199 h 514236"/>
                <a:gd name="connsiteX261" fmla="*/ 2544699 w 2915191"/>
                <a:gd name="connsiteY261" fmla="*/ 150976 h 514236"/>
                <a:gd name="connsiteX262" fmla="*/ 2554443 w 2915191"/>
                <a:gd name="connsiteY262" fmla="*/ 148850 h 514236"/>
                <a:gd name="connsiteX263" fmla="*/ 2564202 w 2915191"/>
                <a:gd name="connsiteY263" fmla="*/ 139903 h 514236"/>
                <a:gd name="connsiteX264" fmla="*/ 2573946 w 2915191"/>
                <a:gd name="connsiteY264" fmla="*/ 105401 h 514236"/>
                <a:gd name="connsiteX265" fmla="*/ 2583690 w 2915191"/>
                <a:gd name="connsiteY265" fmla="*/ 41079 h 514236"/>
                <a:gd name="connsiteX266" fmla="*/ 2593448 w 2915191"/>
                <a:gd name="connsiteY266" fmla="*/ 40673 h 514236"/>
                <a:gd name="connsiteX267" fmla="*/ 2603192 w 2915191"/>
                <a:gd name="connsiteY267" fmla="*/ 34409 h 514236"/>
                <a:gd name="connsiteX268" fmla="*/ 2612951 w 2915191"/>
                <a:gd name="connsiteY268" fmla="*/ 0 h 514236"/>
                <a:gd name="connsiteX269" fmla="*/ 2622695 w 2915191"/>
                <a:gd name="connsiteY269" fmla="*/ 4428 h 514236"/>
                <a:gd name="connsiteX270" fmla="*/ 2632439 w 2915191"/>
                <a:gd name="connsiteY270" fmla="*/ 31155 h 514236"/>
                <a:gd name="connsiteX271" fmla="*/ 2642198 w 2915191"/>
                <a:gd name="connsiteY271" fmla="*/ 31093 h 514236"/>
                <a:gd name="connsiteX272" fmla="*/ 2651942 w 2915191"/>
                <a:gd name="connsiteY272" fmla="*/ 20729 h 514236"/>
                <a:gd name="connsiteX273" fmla="*/ 2661685 w 2915191"/>
                <a:gd name="connsiteY273" fmla="*/ 32900 h 514236"/>
                <a:gd name="connsiteX274" fmla="*/ 2671444 w 2915191"/>
                <a:gd name="connsiteY274" fmla="*/ 56484 h 514236"/>
                <a:gd name="connsiteX275" fmla="*/ 2681188 w 2915191"/>
                <a:gd name="connsiteY275" fmla="*/ 28898 h 514236"/>
                <a:gd name="connsiteX276" fmla="*/ 2690947 w 2915191"/>
                <a:gd name="connsiteY276" fmla="*/ 56598 h 514236"/>
                <a:gd name="connsiteX277" fmla="*/ 2700691 w 2915191"/>
                <a:gd name="connsiteY277" fmla="*/ 78318 h 514236"/>
                <a:gd name="connsiteX278" fmla="*/ 2710435 w 2915191"/>
                <a:gd name="connsiteY278" fmla="*/ 97368 h 514236"/>
                <a:gd name="connsiteX279" fmla="*/ 2720194 w 2915191"/>
                <a:gd name="connsiteY279" fmla="*/ 98508 h 514236"/>
                <a:gd name="connsiteX280" fmla="*/ 2729938 w 2915191"/>
                <a:gd name="connsiteY280" fmla="*/ 107965 h 514236"/>
                <a:gd name="connsiteX281" fmla="*/ 2739697 w 2915191"/>
                <a:gd name="connsiteY281" fmla="*/ 116154 h 514236"/>
                <a:gd name="connsiteX282" fmla="*/ 2749441 w 2915191"/>
                <a:gd name="connsiteY282" fmla="*/ 95373 h 514236"/>
                <a:gd name="connsiteX283" fmla="*/ 2759185 w 2915191"/>
                <a:gd name="connsiteY283" fmla="*/ 110542 h 514236"/>
                <a:gd name="connsiteX284" fmla="*/ 2768943 w 2915191"/>
                <a:gd name="connsiteY284" fmla="*/ 105318 h 514236"/>
                <a:gd name="connsiteX285" fmla="*/ 2778687 w 2915191"/>
                <a:gd name="connsiteY285" fmla="*/ 119077 h 514236"/>
                <a:gd name="connsiteX286" fmla="*/ 2788446 w 2915191"/>
                <a:gd name="connsiteY286" fmla="*/ 145761 h 514236"/>
                <a:gd name="connsiteX287" fmla="*/ 2798190 w 2915191"/>
                <a:gd name="connsiteY287" fmla="*/ 148419 h 514236"/>
                <a:gd name="connsiteX288" fmla="*/ 2807934 w 2915191"/>
                <a:gd name="connsiteY288" fmla="*/ 131513 h 514236"/>
                <a:gd name="connsiteX289" fmla="*/ 2817693 w 2915191"/>
                <a:gd name="connsiteY289" fmla="*/ 121167 h 514236"/>
                <a:gd name="connsiteX290" fmla="*/ 2827437 w 2915191"/>
                <a:gd name="connsiteY290" fmla="*/ 130902 h 514236"/>
                <a:gd name="connsiteX291" fmla="*/ 2837196 w 2915191"/>
                <a:gd name="connsiteY291" fmla="*/ 133823 h 514236"/>
                <a:gd name="connsiteX292" fmla="*/ 2846940 w 2915191"/>
                <a:gd name="connsiteY292" fmla="*/ 170866 h 514236"/>
                <a:gd name="connsiteX293" fmla="*/ 2856684 w 2915191"/>
                <a:gd name="connsiteY293" fmla="*/ 147801 h 514236"/>
                <a:gd name="connsiteX294" fmla="*/ 2866442 w 2915191"/>
                <a:gd name="connsiteY294" fmla="*/ 186216 h 514236"/>
                <a:gd name="connsiteX295" fmla="*/ 2876186 w 2915191"/>
                <a:gd name="connsiteY295" fmla="*/ 186602 h 514236"/>
                <a:gd name="connsiteX296" fmla="*/ 2885945 w 2915191"/>
                <a:gd name="connsiteY296" fmla="*/ 201217 h 514236"/>
                <a:gd name="connsiteX297" fmla="*/ 2895689 w 2915191"/>
                <a:gd name="connsiteY297" fmla="*/ 186838 h 514236"/>
                <a:gd name="connsiteX298" fmla="*/ 2905433 w 2915191"/>
                <a:gd name="connsiteY298" fmla="*/ 165709 h 514236"/>
                <a:gd name="connsiteX299" fmla="*/ 2915192 w 2915191"/>
                <a:gd name="connsiteY299" fmla="*/ 153610 h 514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14236">
                  <a:moveTo>
                    <a:pt x="0" y="244611"/>
                  </a:moveTo>
                  <a:lnTo>
                    <a:pt x="9750" y="209687"/>
                  </a:lnTo>
                  <a:lnTo>
                    <a:pt x="19500" y="203081"/>
                  </a:lnTo>
                  <a:lnTo>
                    <a:pt x="29250" y="191403"/>
                  </a:lnTo>
                  <a:lnTo>
                    <a:pt x="39000" y="178496"/>
                  </a:lnTo>
                  <a:lnTo>
                    <a:pt x="48749" y="162956"/>
                  </a:lnTo>
                  <a:lnTo>
                    <a:pt x="58499" y="216701"/>
                  </a:lnTo>
                  <a:lnTo>
                    <a:pt x="68249" y="234070"/>
                  </a:lnTo>
                  <a:lnTo>
                    <a:pt x="77998" y="235787"/>
                  </a:lnTo>
                  <a:lnTo>
                    <a:pt x="87748" y="215818"/>
                  </a:lnTo>
                  <a:lnTo>
                    <a:pt x="97497" y="230678"/>
                  </a:lnTo>
                  <a:lnTo>
                    <a:pt x="107247" y="223902"/>
                  </a:lnTo>
                  <a:lnTo>
                    <a:pt x="116997" y="225380"/>
                  </a:lnTo>
                  <a:lnTo>
                    <a:pt x="126747" y="223354"/>
                  </a:lnTo>
                  <a:lnTo>
                    <a:pt x="136497" y="248874"/>
                  </a:lnTo>
                  <a:lnTo>
                    <a:pt x="146247" y="267821"/>
                  </a:lnTo>
                  <a:lnTo>
                    <a:pt x="155997" y="285928"/>
                  </a:lnTo>
                  <a:lnTo>
                    <a:pt x="165747" y="281700"/>
                  </a:lnTo>
                  <a:lnTo>
                    <a:pt x="175497" y="288559"/>
                  </a:lnTo>
                  <a:lnTo>
                    <a:pt x="185247" y="282769"/>
                  </a:lnTo>
                  <a:lnTo>
                    <a:pt x="194996" y="263021"/>
                  </a:lnTo>
                  <a:lnTo>
                    <a:pt x="204746" y="251639"/>
                  </a:lnTo>
                  <a:lnTo>
                    <a:pt x="214495" y="281387"/>
                  </a:lnTo>
                  <a:lnTo>
                    <a:pt x="224245" y="261053"/>
                  </a:lnTo>
                  <a:lnTo>
                    <a:pt x="233995" y="277940"/>
                  </a:lnTo>
                  <a:lnTo>
                    <a:pt x="243744" y="298835"/>
                  </a:lnTo>
                  <a:lnTo>
                    <a:pt x="253494" y="309072"/>
                  </a:lnTo>
                  <a:lnTo>
                    <a:pt x="263244" y="336558"/>
                  </a:lnTo>
                  <a:lnTo>
                    <a:pt x="272994" y="327597"/>
                  </a:lnTo>
                  <a:lnTo>
                    <a:pt x="282744" y="369575"/>
                  </a:lnTo>
                  <a:lnTo>
                    <a:pt x="292494" y="397083"/>
                  </a:lnTo>
                  <a:lnTo>
                    <a:pt x="302244" y="405447"/>
                  </a:lnTo>
                  <a:lnTo>
                    <a:pt x="311994" y="413922"/>
                  </a:lnTo>
                  <a:lnTo>
                    <a:pt x="321744" y="431251"/>
                  </a:lnTo>
                  <a:lnTo>
                    <a:pt x="331493" y="380186"/>
                  </a:lnTo>
                  <a:lnTo>
                    <a:pt x="341243" y="432154"/>
                  </a:lnTo>
                  <a:lnTo>
                    <a:pt x="350993" y="417158"/>
                  </a:lnTo>
                  <a:lnTo>
                    <a:pt x="360742" y="422286"/>
                  </a:lnTo>
                  <a:lnTo>
                    <a:pt x="370492" y="431063"/>
                  </a:lnTo>
                  <a:lnTo>
                    <a:pt x="380241" y="433975"/>
                  </a:lnTo>
                  <a:lnTo>
                    <a:pt x="389991" y="432775"/>
                  </a:lnTo>
                  <a:lnTo>
                    <a:pt x="399741" y="427261"/>
                  </a:lnTo>
                  <a:lnTo>
                    <a:pt x="409491" y="428185"/>
                  </a:lnTo>
                  <a:lnTo>
                    <a:pt x="419241" y="433242"/>
                  </a:lnTo>
                  <a:lnTo>
                    <a:pt x="428991" y="428013"/>
                  </a:lnTo>
                  <a:lnTo>
                    <a:pt x="438741" y="429609"/>
                  </a:lnTo>
                  <a:lnTo>
                    <a:pt x="448491" y="434293"/>
                  </a:lnTo>
                  <a:lnTo>
                    <a:pt x="458241" y="442352"/>
                  </a:lnTo>
                  <a:lnTo>
                    <a:pt x="467991" y="422467"/>
                  </a:lnTo>
                  <a:lnTo>
                    <a:pt x="477740" y="449015"/>
                  </a:lnTo>
                  <a:lnTo>
                    <a:pt x="487490" y="419660"/>
                  </a:lnTo>
                  <a:lnTo>
                    <a:pt x="497239" y="413436"/>
                  </a:lnTo>
                  <a:lnTo>
                    <a:pt x="506989" y="404960"/>
                  </a:lnTo>
                  <a:lnTo>
                    <a:pt x="516738" y="355600"/>
                  </a:lnTo>
                  <a:lnTo>
                    <a:pt x="526488" y="352440"/>
                  </a:lnTo>
                  <a:lnTo>
                    <a:pt x="536238" y="368343"/>
                  </a:lnTo>
                  <a:lnTo>
                    <a:pt x="545988" y="362437"/>
                  </a:lnTo>
                  <a:lnTo>
                    <a:pt x="555738" y="348186"/>
                  </a:lnTo>
                  <a:lnTo>
                    <a:pt x="565488" y="350297"/>
                  </a:lnTo>
                  <a:lnTo>
                    <a:pt x="575238" y="356434"/>
                  </a:lnTo>
                  <a:lnTo>
                    <a:pt x="584988" y="334415"/>
                  </a:lnTo>
                  <a:lnTo>
                    <a:pt x="594738" y="349360"/>
                  </a:lnTo>
                  <a:lnTo>
                    <a:pt x="604488" y="346163"/>
                  </a:lnTo>
                  <a:lnTo>
                    <a:pt x="614237" y="313927"/>
                  </a:lnTo>
                  <a:lnTo>
                    <a:pt x="623987" y="345652"/>
                  </a:lnTo>
                  <a:lnTo>
                    <a:pt x="633736" y="354338"/>
                  </a:lnTo>
                  <a:lnTo>
                    <a:pt x="643486" y="355430"/>
                  </a:lnTo>
                  <a:lnTo>
                    <a:pt x="653236" y="337438"/>
                  </a:lnTo>
                  <a:lnTo>
                    <a:pt x="662985" y="366408"/>
                  </a:lnTo>
                  <a:lnTo>
                    <a:pt x="672735" y="358958"/>
                  </a:lnTo>
                  <a:lnTo>
                    <a:pt x="682485" y="348149"/>
                  </a:lnTo>
                  <a:lnTo>
                    <a:pt x="692235" y="313437"/>
                  </a:lnTo>
                  <a:lnTo>
                    <a:pt x="701985" y="301557"/>
                  </a:lnTo>
                  <a:lnTo>
                    <a:pt x="711735" y="303264"/>
                  </a:lnTo>
                  <a:lnTo>
                    <a:pt x="721485" y="285865"/>
                  </a:lnTo>
                  <a:lnTo>
                    <a:pt x="731235" y="308273"/>
                  </a:lnTo>
                  <a:lnTo>
                    <a:pt x="740985" y="341403"/>
                  </a:lnTo>
                  <a:lnTo>
                    <a:pt x="750734" y="339908"/>
                  </a:lnTo>
                  <a:lnTo>
                    <a:pt x="760484" y="381392"/>
                  </a:lnTo>
                  <a:lnTo>
                    <a:pt x="770233" y="370129"/>
                  </a:lnTo>
                  <a:lnTo>
                    <a:pt x="779983" y="357537"/>
                  </a:lnTo>
                  <a:lnTo>
                    <a:pt x="789733" y="368654"/>
                  </a:lnTo>
                  <a:lnTo>
                    <a:pt x="799482" y="360689"/>
                  </a:lnTo>
                  <a:lnTo>
                    <a:pt x="809232" y="343968"/>
                  </a:lnTo>
                  <a:lnTo>
                    <a:pt x="818982" y="337468"/>
                  </a:lnTo>
                  <a:lnTo>
                    <a:pt x="828732" y="334229"/>
                  </a:lnTo>
                  <a:lnTo>
                    <a:pt x="838482" y="363118"/>
                  </a:lnTo>
                  <a:lnTo>
                    <a:pt x="848232" y="346468"/>
                  </a:lnTo>
                  <a:lnTo>
                    <a:pt x="857982" y="357774"/>
                  </a:lnTo>
                  <a:lnTo>
                    <a:pt x="867732" y="352121"/>
                  </a:lnTo>
                  <a:lnTo>
                    <a:pt x="877482" y="343337"/>
                  </a:lnTo>
                  <a:lnTo>
                    <a:pt x="887231" y="320483"/>
                  </a:lnTo>
                  <a:lnTo>
                    <a:pt x="896981" y="325598"/>
                  </a:lnTo>
                  <a:lnTo>
                    <a:pt x="906730" y="297290"/>
                  </a:lnTo>
                  <a:lnTo>
                    <a:pt x="916480" y="288173"/>
                  </a:lnTo>
                  <a:lnTo>
                    <a:pt x="926230" y="282252"/>
                  </a:lnTo>
                  <a:lnTo>
                    <a:pt x="935979" y="315173"/>
                  </a:lnTo>
                  <a:lnTo>
                    <a:pt x="945729" y="307098"/>
                  </a:lnTo>
                  <a:lnTo>
                    <a:pt x="955479" y="290030"/>
                  </a:lnTo>
                  <a:lnTo>
                    <a:pt x="965229" y="271863"/>
                  </a:lnTo>
                  <a:lnTo>
                    <a:pt x="974979" y="282748"/>
                  </a:lnTo>
                  <a:lnTo>
                    <a:pt x="984729" y="293340"/>
                  </a:lnTo>
                  <a:lnTo>
                    <a:pt x="994474" y="292361"/>
                  </a:lnTo>
                  <a:lnTo>
                    <a:pt x="1004233" y="328482"/>
                  </a:lnTo>
                  <a:lnTo>
                    <a:pt x="1013977" y="340501"/>
                  </a:lnTo>
                  <a:lnTo>
                    <a:pt x="1023721" y="371508"/>
                  </a:lnTo>
                  <a:lnTo>
                    <a:pt x="1033480" y="399917"/>
                  </a:lnTo>
                  <a:lnTo>
                    <a:pt x="1043224" y="402500"/>
                  </a:lnTo>
                  <a:lnTo>
                    <a:pt x="1052983" y="396343"/>
                  </a:lnTo>
                  <a:lnTo>
                    <a:pt x="1062727" y="420457"/>
                  </a:lnTo>
                  <a:lnTo>
                    <a:pt x="1072471" y="413064"/>
                  </a:lnTo>
                  <a:lnTo>
                    <a:pt x="1082230" y="439058"/>
                  </a:lnTo>
                  <a:lnTo>
                    <a:pt x="1091973" y="437921"/>
                  </a:lnTo>
                  <a:lnTo>
                    <a:pt x="1101732" y="427617"/>
                  </a:lnTo>
                  <a:lnTo>
                    <a:pt x="1111476" y="434010"/>
                  </a:lnTo>
                  <a:lnTo>
                    <a:pt x="1121220" y="437157"/>
                  </a:lnTo>
                  <a:lnTo>
                    <a:pt x="1130979" y="447187"/>
                  </a:lnTo>
                  <a:lnTo>
                    <a:pt x="1140723" y="434249"/>
                  </a:lnTo>
                  <a:lnTo>
                    <a:pt x="1150482" y="442839"/>
                  </a:lnTo>
                  <a:lnTo>
                    <a:pt x="1160226" y="428969"/>
                  </a:lnTo>
                  <a:lnTo>
                    <a:pt x="1169969" y="420554"/>
                  </a:lnTo>
                  <a:lnTo>
                    <a:pt x="1179728" y="416953"/>
                  </a:lnTo>
                  <a:lnTo>
                    <a:pt x="1189472" y="410030"/>
                  </a:lnTo>
                  <a:lnTo>
                    <a:pt x="1199231" y="394483"/>
                  </a:lnTo>
                  <a:lnTo>
                    <a:pt x="1208975" y="398999"/>
                  </a:lnTo>
                  <a:lnTo>
                    <a:pt x="1218719" y="383019"/>
                  </a:lnTo>
                  <a:lnTo>
                    <a:pt x="1228478" y="386715"/>
                  </a:lnTo>
                  <a:lnTo>
                    <a:pt x="1238222" y="401569"/>
                  </a:lnTo>
                  <a:lnTo>
                    <a:pt x="1247966" y="372778"/>
                  </a:lnTo>
                  <a:lnTo>
                    <a:pt x="1257725" y="389662"/>
                  </a:lnTo>
                  <a:lnTo>
                    <a:pt x="1267469" y="395891"/>
                  </a:lnTo>
                  <a:lnTo>
                    <a:pt x="1277227" y="399361"/>
                  </a:lnTo>
                  <a:lnTo>
                    <a:pt x="1286971" y="367439"/>
                  </a:lnTo>
                  <a:lnTo>
                    <a:pt x="1296715" y="366335"/>
                  </a:lnTo>
                  <a:lnTo>
                    <a:pt x="1306474" y="360003"/>
                  </a:lnTo>
                  <a:lnTo>
                    <a:pt x="1316218" y="370822"/>
                  </a:lnTo>
                  <a:lnTo>
                    <a:pt x="1325977" y="369930"/>
                  </a:lnTo>
                  <a:lnTo>
                    <a:pt x="1335721" y="389503"/>
                  </a:lnTo>
                  <a:lnTo>
                    <a:pt x="1345465" y="370554"/>
                  </a:lnTo>
                  <a:lnTo>
                    <a:pt x="1355224" y="355677"/>
                  </a:lnTo>
                  <a:lnTo>
                    <a:pt x="1364967" y="375428"/>
                  </a:lnTo>
                  <a:lnTo>
                    <a:pt x="1374726" y="400756"/>
                  </a:lnTo>
                  <a:lnTo>
                    <a:pt x="1384470" y="434593"/>
                  </a:lnTo>
                  <a:lnTo>
                    <a:pt x="1394214" y="471727"/>
                  </a:lnTo>
                  <a:lnTo>
                    <a:pt x="1403973" y="468525"/>
                  </a:lnTo>
                  <a:lnTo>
                    <a:pt x="1413717" y="473893"/>
                  </a:lnTo>
                  <a:lnTo>
                    <a:pt x="1423476" y="467079"/>
                  </a:lnTo>
                  <a:lnTo>
                    <a:pt x="1433220" y="469263"/>
                  </a:lnTo>
                  <a:lnTo>
                    <a:pt x="1442964" y="482323"/>
                  </a:lnTo>
                  <a:lnTo>
                    <a:pt x="1452722" y="451718"/>
                  </a:lnTo>
                  <a:lnTo>
                    <a:pt x="1462466" y="442948"/>
                  </a:lnTo>
                  <a:lnTo>
                    <a:pt x="1472225" y="444450"/>
                  </a:lnTo>
                  <a:lnTo>
                    <a:pt x="1481969" y="469252"/>
                  </a:lnTo>
                  <a:lnTo>
                    <a:pt x="1491713" y="461536"/>
                  </a:lnTo>
                  <a:lnTo>
                    <a:pt x="1501472" y="463402"/>
                  </a:lnTo>
                  <a:lnTo>
                    <a:pt x="1511216" y="482559"/>
                  </a:lnTo>
                  <a:lnTo>
                    <a:pt x="1520960" y="496991"/>
                  </a:lnTo>
                  <a:lnTo>
                    <a:pt x="1530719" y="487675"/>
                  </a:lnTo>
                  <a:lnTo>
                    <a:pt x="1540463" y="490549"/>
                  </a:lnTo>
                  <a:lnTo>
                    <a:pt x="1550221" y="474190"/>
                  </a:lnTo>
                  <a:lnTo>
                    <a:pt x="1559965" y="486507"/>
                  </a:lnTo>
                  <a:lnTo>
                    <a:pt x="1569709" y="464696"/>
                  </a:lnTo>
                  <a:lnTo>
                    <a:pt x="1579468" y="479367"/>
                  </a:lnTo>
                  <a:lnTo>
                    <a:pt x="1589212" y="470191"/>
                  </a:lnTo>
                  <a:lnTo>
                    <a:pt x="1598971" y="469932"/>
                  </a:lnTo>
                  <a:lnTo>
                    <a:pt x="1608715" y="454263"/>
                  </a:lnTo>
                  <a:lnTo>
                    <a:pt x="1618459" y="443577"/>
                  </a:lnTo>
                  <a:lnTo>
                    <a:pt x="1628218" y="455530"/>
                  </a:lnTo>
                  <a:lnTo>
                    <a:pt x="1637962" y="454805"/>
                  </a:lnTo>
                  <a:lnTo>
                    <a:pt x="1647720" y="469810"/>
                  </a:lnTo>
                  <a:lnTo>
                    <a:pt x="1657464" y="505700"/>
                  </a:lnTo>
                  <a:lnTo>
                    <a:pt x="1667208" y="491236"/>
                  </a:lnTo>
                  <a:lnTo>
                    <a:pt x="1676967" y="474975"/>
                  </a:lnTo>
                  <a:lnTo>
                    <a:pt x="1686711" y="495382"/>
                  </a:lnTo>
                  <a:lnTo>
                    <a:pt x="1696470" y="506355"/>
                  </a:lnTo>
                  <a:lnTo>
                    <a:pt x="1706214" y="514237"/>
                  </a:lnTo>
                  <a:lnTo>
                    <a:pt x="1715958" y="511135"/>
                  </a:lnTo>
                  <a:lnTo>
                    <a:pt x="1725716" y="491281"/>
                  </a:lnTo>
                  <a:lnTo>
                    <a:pt x="1735460" y="480324"/>
                  </a:lnTo>
                  <a:lnTo>
                    <a:pt x="1745219" y="499023"/>
                  </a:lnTo>
                  <a:lnTo>
                    <a:pt x="1754963" y="488605"/>
                  </a:lnTo>
                  <a:lnTo>
                    <a:pt x="1764707" y="456061"/>
                  </a:lnTo>
                  <a:lnTo>
                    <a:pt x="1774466" y="474758"/>
                  </a:lnTo>
                  <a:lnTo>
                    <a:pt x="1784210" y="450435"/>
                  </a:lnTo>
                  <a:lnTo>
                    <a:pt x="1793969" y="445050"/>
                  </a:lnTo>
                  <a:lnTo>
                    <a:pt x="1803713" y="447455"/>
                  </a:lnTo>
                  <a:lnTo>
                    <a:pt x="1813457" y="416295"/>
                  </a:lnTo>
                  <a:lnTo>
                    <a:pt x="1823215" y="406942"/>
                  </a:lnTo>
                  <a:lnTo>
                    <a:pt x="1832959" y="423006"/>
                  </a:lnTo>
                  <a:lnTo>
                    <a:pt x="1842703" y="407375"/>
                  </a:lnTo>
                  <a:lnTo>
                    <a:pt x="1852462" y="362220"/>
                  </a:lnTo>
                  <a:lnTo>
                    <a:pt x="1862206" y="359542"/>
                  </a:lnTo>
                  <a:lnTo>
                    <a:pt x="1871965" y="381627"/>
                  </a:lnTo>
                  <a:lnTo>
                    <a:pt x="1881709" y="384969"/>
                  </a:lnTo>
                  <a:lnTo>
                    <a:pt x="1891453" y="394981"/>
                  </a:lnTo>
                  <a:lnTo>
                    <a:pt x="1901212" y="390943"/>
                  </a:lnTo>
                  <a:lnTo>
                    <a:pt x="1910956" y="408803"/>
                  </a:lnTo>
                  <a:lnTo>
                    <a:pt x="1920714" y="422732"/>
                  </a:lnTo>
                  <a:lnTo>
                    <a:pt x="1930458" y="424956"/>
                  </a:lnTo>
                  <a:lnTo>
                    <a:pt x="1940202" y="446369"/>
                  </a:lnTo>
                  <a:lnTo>
                    <a:pt x="1949961" y="442534"/>
                  </a:lnTo>
                  <a:lnTo>
                    <a:pt x="1959705" y="431275"/>
                  </a:lnTo>
                  <a:lnTo>
                    <a:pt x="1969464" y="405126"/>
                  </a:lnTo>
                  <a:lnTo>
                    <a:pt x="1979208" y="384498"/>
                  </a:lnTo>
                  <a:lnTo>
                    <a:pt x="1988952" y="418174"/>
                  </a:lnTo>
                  <a:lnTo>
                    <a:pt x="1998711" y="385891"/>
                  </a:lnTo>
                  <a:lnTo>
                    <a:pt x="2008454" y="367401"/>
                  </a:lnTo>
                  <a:lnTo>
                    <a:pt x="2018213" y="373143"/>
                  </a:lnTo>
                  <a:lnTo>
                    <a:pt x="2027957" y="366354"/>
                  </a:lnTo>
                  <a:lnTo>
                    <a:pt x="2037701" y="334055"/>
                  </a:lnTo>
                  <a:lnTo>
                    <a:pt x="2047460" y="336891"/>
                  </a:lnTo>
                  <a:lnTo>
                    <a:pt x="2057204" y="327417"/>
                  </a:lnTo>
                  <a:lnTo>
                    <a:pt x="2066963" y="348085"/>
                  </a:lnTo>
                  <a:lnTo>
                    <a:pt x="2076707" y="345959"/>
                  </a:lnTo>
                  <a:lnTo>
                    <a:pt x="2086451" y="339037"/>
                  </a:lnTo>
                  <a:lnTo>
                    <a:pt x="2096210" y="334207"/>
                  </a:lnTo>
                  <a:lnTo>
                    <a:pt x="2105954" y="340458"/>
                  </a:lnTo>
                  <a:lnTo>
                    <a:pt x="2115697" y="318315"/>
                  </a:lnTo>
                  <a:lnTo>
                    <a:pt x="2125456" y="319670"/>
                  </a:lnTo>
                  <a:lnTo>
                    <a:pt x="2135200" y="290469"/>
                  </a:lnTo>
                  <a:lnTo>
                    <a:pt x="2144959" y="292340"/>
                  </a:lnTo>
                  <a:lnTo>
                    <a:pt x="2154703" y="294089"/>
                  </a:lnTo>
                  <a:lnTo>
                    <a:pt x="2164447" y="307649"/>
                  </a:lnTo>
                  <a:lnTo>
                    <a:pt x="2174206" y="296716"/>
                  </a:lnTo>
                  <a:lnTo>
                    <a:pt x="2183950" y="315248"/>
                  </a:lnTo>
                  <a:lnTo>
                    <a:pt x="2193709" y="311739"/>
                  </a:lnTo>
                  <a:lnTo>
                    <a:pt x="2203452" y="331359"/>
                  </a:lnTo>
                  <a:lnTo>
                    <a:pt x="2213196" y="323065"/>
                  </a:lnTo>
                  <a:lnTo>
                    <a:pt x="2222955" y="285302"/>
                  </a:lnTo>
                  <a:lnTo>
                    <a:pt x="2232699" y="302494"/>
                  </a:lnTo>
                  <a:lnTo>
                    <a:pt x="2242458" y="291430"/>
                  </a:lnTo>
                  <a:lnTo>
                    <a:pt x="2252202" y="325023"/>
                  </a:lnTo>
                  <a:lnTo>
                    <a:pt x="2261946" y="323780"/>
                  </a:lnTo>
                  <a:lnTo>
                    <a:pt x="2271705" y="294967"/>
                  </a:lnTo>
                  <a:lnTo>
                    <a:pt x="2281449" y="302160"/>
                  </a:lnTo>
                  <a:lnTo>
                    <a:pt x="2291208" y="286354"/>
                  </a:lnTo>
                  <a:lnTo>
                    <a:pt x="2300951" y="248269"/>
                  </a:lnTo>
                  <a:lnTo>
                    <a:pt x="2310695" y="265558"/>
                  </a:lnTo>
                  <a:lnTo>
                    <a:pt x="2320454" y="275898"/>
                  </a:lnTo>
                  <a:lnTo>
                    <a:pt x="2330198" y="288538"/>
                  </a:lnTo>
                  <a:lnTo>
                    <a:pt x="2339957" y="296424"/>
                  </a:lnTo>
                  <a:lnTo>
                    <a:pt x="2349701" y="254986"/>
                  </a:lnTo>
                  <a:lnTo>
                    <a:pt x="2359445" y="282929"/>
                  </a:lnTo>
                  <a:lnTo>
                    <a:pt x="2369204" y="238518"/>
                  </a:lnTo>
                  <a:lnTo>
                    <a:pt x="2378948" y="237718"/>
                  </a:lnTo>
                  <a:lnTo>
                    <a:pt x="2388692" y="235252"/>
                  </a:lnTo>
                  <a:lnTo>
                    <a:pt x="2398450" y="238813"/>
                  </a:lnTo>
                  <a:lnTo>
                    <a:pt x="2408194" y="250464"/>
                  </a:lnTo>
                  <a:lnTo>
                    <a:pt x="2417953" y="244123"/>
                  </a:lnTo>
                  <a:lnTo>
                    <a:pt x="2427697" y="250145"/>
                  </a:lnTo>
                  <a:lnTo>
                    <a:pt x="2437441" y="219513"/>
                  </a:lnTo>
                  <a:lnTo>
                    <a:pt x="2447200" y="187350"/>
                  </a:lnTo>
                  <a:lnTo>
                    <a:pt x="2456944" y="161797"/>
                  </a:lnTo>
                  <a:lnTo>
                    <a:pt x="2466703" y="166973"/>
                  </a:lnTo>
                  <a:lnTo>
                    <a:pt x="2476446" y="148863"/>
                  </a:lnTo>
                  <a:lnTo>
                    <a:pt x="2486190" y="104464"/>
                  </a:lnTo>
                  <a:lnTo>
                    <a:pt x="2495949" y="90651"/>
                  </a:lnTo>
                  <a:lnTo>
                    <a:pt x="2505693" y="95573"/>
                  </a:lnTo>
                  <a:lnTo>
                    <a:pt x="2515452" y="103077"/>
                  </a:lnTo>
                  <a:lnTo>
                    <a:pt x="2525196" y="164239"/>
                  </a:lnTo>
                  <a:lnTo>
                    <a:pt x="2534940" y="151199"/>
                  </a:lnTo>
                  <a:lnTo>
                    <a:pt x="2544699" y="150976"/>
                  </a:lnTo>
                  <a:lnTo>
                    <a:pt x="2554443" y="148850"/>
                  </a:lnTo>
                  <a:lnTo>
                    <a:pt x="2564202" y="139903"/>
                  </a:lnTo>
                  <a:lnTo>
                    <a:pt x="2573946" y="105401"/>
                  </a:lnTo>
                  <a:lnTo>
                    <a:pt x="2583690" y="41079"/>
                  </a:lnTo>
                  <a:lnTo>
                    <a:pt x="2593448" y="40673"/>
                  </a:lnTo>
                  <a:lnTo>
                    <a:pt x="2603192" y="34409"/>
                  </a:lnTo>
                  <a:lnTo>
                    <a:pt x="2612951" y="0"/>
                  </a:lnTo>
                  <a:lnTo>
                    <a:pt x="2622695" y="4428"/>
                  </a:lnTo>
                  <a:lnTo>
                    <a:pt x="2632439" y="31155"/>
                  </a:lnTo>
                  <a:lnTo>
                    <a:pt x="2642198" y="31093"/>
                  </a:lnTo>
                  <a:lnTo>
                    <a:pt x="2651942" y="20729"/>
                  </a:lnTo>
                  <a:lnTo>
                    <a:pt x="2661685" y="32900"/>
                  </a:lnTo>
                  <a:lnTo>
                    <a:pt x="2671444" y="56484"/>
                  </a:lnTo>
                  <a:lnTo>
                    <a:pt x="2681188" y="28898"/>
                  </a:lnTo>
                  <a:lnTo>
                    <a:pt x="2690947" y="56598"/>
                  </a:lnTo>
                  <a:lnTo>
                    <a:pt x="2700691" y="78318"/>
                  </a:lnTo>
                  <a:lnTo>
                    <a:pt x="2710435" y="97368"/>
                  </a:lnTo>
                  <a:lnTo>
                    <a:pt x="2720194" y="98508"/>
                  </a:lnTo>
                  <a:lnTo>
                    <a:pt x="2729938" y="107965"/>
                  </a:lnTo>
                  <a:lnTo>
                    <a:pt x="2739697" y="116154"/>
                  </a:lnTo>
                  <a:lnTo>
                    <a:pt x="2749441" y="95373"/>
                  </a:lnTo>
                  <a:lnTo>
                    <a:pt x="2759185" y="110542"/>
                  </a:lnTo>
                  <a:lnTo>
                    <a:pt x="2768943" y="105318"/>
                  </a:lnTo>
                  <a:lnTo>
                    <a:pt x="2778687" y="119077"/>
                  </a:lnTo>
                  <a:lnTo>
                    <a:pt x="2788446" y="145761"/>
                  </a:lnTo>
                  <a:lnTo>
                    <a:pt x="2798190" y="148419"/>
                  </a:lnTo>
                  <a:lnTo>
                    <a:pt x="2807934" y="131513"/>
                  </a:lnTo>
                  <a:lnTo>
                    <a:pt x="2817693" y="121167"/>
                  </a:lnTo>
                  <a:lnTo>
                    <a:pt x="2827437" y="130902"/>
                  </a:lnTo>
                  <a:lnTo>
                    <a:pt x="2837196" y="133823"/>
                  </a:lnTo>
                  <a:lnTo>
                    <a:pt x="2846940" y="170866"/>
                  </a:lnTo>
                  <a:lnTo>
                    <a:pt x="2856684" y="147801"/>
                  </a:lnTo>
                  <a:lnTo>
                    <a:pt x="2866442" y="186216"/>
                  </a:lnTo>
                  <a:lnTo>
                    <a:pt x="2876186" y="186602"/>
                  </a:lnTo>
                  <a:lnTo>
                    <a:pt x="2885945" y="201217"/>
                  </a:lnTo>
                  <a:lnTo>
                    <a:pt x="2895689" y="186838"/>
                  </a:lnTo>
                  <a:lnTo>
                    <a:pt x="2905433" y="165709"/>
                  </a:lnTo>
                  <a:lnTo>
                    <a:pt x="2915192" y="15361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6" name="Freeform 975">
              <a:extLst>
                <a:ext uri="{FF2B5EF4-FFF2-40B4-BE49-F238E27FC236}">
                  <a16:creationId xmlns:a16="http://schemas.microsoft.com/office/drawing/2014/main" id="{8FE100D0-4B37-F3A7-77B2-C3A04636F18C}"/>
                </a:ext>
              </a:extLst>
            </p:cNvPr>
            <p:cNvSpPr/>
            <p:nvPr/>
          </p:nvSpPr>
          <p:spPr>
            <a:xfrm>
              <a:off x="4426652" y="3385562"/>
              <a:ext cx="2915191" cy="583938"/>
            </a:xfrm>
            <a:custGeom>
              <a:avLst/>
              <a:gdLst>
                <a:gd name="connsiteX0" fmla="*/ 0 w 2915191"/>
                <a:gd name="connsiteY0" fmla="*/ 211102 h 583938"/>
                <a:gd name="connsiteX1" fmla="*/ 9750 w 2915191"/>
                <a:gd name="connsiteY1" fmla="*/ 256142 h 583938"/>
                <a:gd name="connsiteX2" fmla="*/ 19500 w 2915191"/>
                <a:gd name="connsiteY2" fmla="*/ 245197 h 583938"/>
                <a:gd name="connsiteX3" fmla="*/ 29250 w 2915191"/>
                <a:gd name="connsiteY3" fmla="*/ 264406 h 583938"/>
                <a:gd name="connsiteX4" fmla="*/ 39000 w 2915191"/>
                <a:gd name="connsiteY4" fmla="*/ 310300 h 583938"/>
                <a:gd name="connsiteX5" fmla="*/ 48749 w 2915191"/>
                <a:gd name="connsiteY5" fmla="*/ 315590 h 583938"/>
                <a:gd name="connsiteX6" fmla="*/ 58499 w 2915191"/>
                <a:gd name="connsiteY6" fmla="*/ 318528 h 583938"/>
                <a:gd name="connsiteX7" fmla="*/ 68249 w 2915191"/>
                <a:gd name="connsiteY7" fmla="*/ 310052 h 583938"/>
                <a:gd name="connsiteX8" fmla="*/ 77998 w 2915191"/>
                <a:gd name="connsiteY8" fmla="*/ 284368 h 583938"/>
                <a:gd name="connsiteX9" fmla="*/ 87748 w 2915191"/>
                <a:gd name="connsiteY9" fmla="*/ 256562 h 583938"/>
                <a:gd name="connsiteX10" fmla="*/ 97497 w 2915191"/>
                <a:gd name="connsiteY10" fmla="*/ 227211 h 583938"/>
                <a:gd name="connsiteX11" fmla="*/ 107247 w 2915191"/>
                <a:gd name="connsiteY11" fmla="*/ 205415 h 583938"/>
                <a:gd name="connsiteX12" fmla="*/ 116997 w 2915191"/>
                <a:gd name="connsiteY12" fmla="*/ 200943 h 583938"/>
                <a:gd name="connsiteX13" fmla="*/ 126747 w 2915191"/>
                <a:gd name="connsiteY13" fmla="*/ 158372 h 583938"/>
                <a:gd name="connsiteX14" fmla="*/ 136497 w 2915191"/>
                <a:gd name="connsiteY14" fmla="*/ 140325 h 583938"/>
                <a:gd name="connsiteX15" fmla="*/ 146247 w 2915191"/>
                <a:gd name="connsiteY15" fmla="*/ 158476 h 583938"/>
                <a:gd name="connsiteX16" fmla="*/ 155997 w 2915191"/>
                <a:gd name="connsiteY16" fmla="*/ 177304 h 583938"/>
                <a:gd name="connsiteX17" fmla="*/ 165747 w 2915191"/>
                <a:gd name="connsiteY17" fmla="*/ 216350 h 583938"/>
                <a:gd name="connsiteX18" fmla="*/ 175497 w 2915191"/>
                <a:gd name="connsiteY18" fmla="*/ 196905 h 583938"/>
                <a:gd name="connsiteX19" fmla="*/ 185247 w 2915191"/>
                <a:gd name="connsiteY19" fmla="*/ 221865 h 583938"/>
                <a:gd name="connsiteX20" fmla="*/ 194996 w 2915191"/>
                <a:gd name="connsiteY20" fmla="*/ 217497 h 583938"/>
                <a:gd name="connsiteX21" fmla="*/ 204746 w 2915191"/>
                <a:gd name="connsiteY21" fmla="*/ 236557 h 583938"/>
                <a:gd name="connsiteX22" fmla="*/ 214495 w 2915191"/>
                <a:gd name="connsiteY22" fmla="*/ 264032 h 583938"/>
                <a:gd name="connsiteX23" fmla="*/ 224245 w 2915191"/>
                <a:gd name="connsiteY23" fmla="*/ 255373 h 583938"/>
                <a:gd name="connsiteX24" fmla="*/ 233995 w 2915191"/>
                <a:gd name="connsiteY24" fmla="*/ 256794 h 583938"/>
                <a:gd name="connsiteX25" fmla="*/ 243744 w 2915191"/>
                <a:gd name="connsiteY25" fmla="*/ 283064 h 583938"/>
                <a:gd name="connsiteX26" fmla="*/ 253494 w 2915191"/>
                <a:gd name="connsiteY26" fmla="*/ 284804 h 583938"/>
                <a:gd name="connsiteX27" fmla="*/ 263244 w 2915191"/>
                <a:gd name="connsiteY27" fmla="*/ 301296 h 583938"/>
                <a:gd name="connsiteX28" fmla="*/ 272994 w 2915191"/>
                <a:gd name="connsiteY28" fmla="*/ 303010 h 583938"/>
                <a:gd name="connsiteX29" fmla="*/ 282744 w 2915191"/>
                <a:gd name="connsiteY29" fmla="*/ 288248 h 583938"/>
                <a:gd name="connsiteX30" fmla="*/ 292494 w 2915191"/>
                <a:gd name="connsiteY30" fmla="*/ 281835 h 583938"/>
                <a:gd name="connsiteX31" fmla="*/ 302244 w 2915191"/>
                <a:gd name="connsiteY31" fmla="*/ 293078 h 583938"/>
                <a:gd name="connsiteX32" fmla="*/ 311994 w 2915191"/>
                <a:gd name="connsiteY32" fmla="*/ 291898 h 583938"/>
                <a:gd name="connsiteX33" fmla="*/ 321744 w 2915191"/>
                <a:gd name="connsiteY33" fmla="*/ 269990 h 583938"/>
                <a:gd name="connsiteX34" fmla="*/ 331493 w 2915191"/>
                <a:gd name="connsiteY34" fmla="*/ 280558 h 583938"/>
                <a:gd name="connsiteX35" fmla="*/ 341243 w 2915191"/>
                <a:gd name="connsiteY35" fmla="*/ 266367 h 583938"/>
                <a:gd name="connsiteX36" fmla="*/ 350993 w 2915191"/>
                <a:gd name="connsiteY36" fmla="*/ 281682 h 583938"/>
                <a:gd name="connsiteX37" fmla="*/ 360742 w 2915191"/>
                <a:gd name="connsiteY37" fmla="*/ 279295 h 583938"/>
                <a:gd name="connsiteX38" fmla="*/ 370492 w 2915191"/>
                <a:gd name="connsiteY38" fmla="*/ 268885 h 583938"/>
                <a:gd name="connsiteX39" fmla="*/ 380241 w 2915191"/>
                <a:gd name="connsiteY39" fmla="*/ 302832 h 583938"/>
                <a:gd name="connsiteX40" fmla="*/ 389991 w 2915191"/>
                <a:gd name="connsiteY40" fmla="*/ 309932 h 583938"/>
                <a:gd name="connsiteX41" fmla="*/ 399741 w 2915191"/>
                <a:gd name="connsiteY41" fmla="*/ 307992 h 583938"/>
                <a:gd name="connsiteX42" fmla="*/ 409491 w 2915191"/>
                <a:gd name="connsiteY42" fmla="*/ 295567 h 583938"/>
                <a:gd name="connsiteX43" fmla="*/ 419241 w 2915191"/>
                <a:gd name="connsiteY43" fmla="*/ 274111 h 583938"/>
                <a:gd name="connsiteX44" fmla="*/ 428991 w 2915191"/>
                <a:gd name="connsiteY44" fmla="*/ 246010 h 583938"/>
                <a:gd name="connsiteX45" fmla="*/ 438741 w 2915191"/>
                <a:gd name="connsiteY45" fmla="*/ 253448 h 583938"/>
                <a:gd name="connsiteX46" fmla="*/ 448491 w 2915191"/>
                <a:gd name="connsiteY46" fmla="*/ 234191 h 583938"/>
                <a:gd name="connsiteX47" fmla="*/ 458241 w 2915191"/>
                <a:gd name="connsiteY47" fmla="*/ 232485 h 583938"/>
                <a:gd name="connsiteX48" fmla="*/ 467991 w 2915191"/>
                <a:gd name="connsiteY48" fmla="*/ 249902 h 583938"/>
                <a:gd name="connsiteX49" fmla="*/ 477740 w 2915191"/>
                <a:gd name="connsiteY49" fmla="*/ 237974 h 583938"/>
                <a:gd name="connsiteX50" fmla="*/ 487490 w 2915191"/>
                <a:gd name="connsiteY50" fmla="*/ 235349 h 583938"/>
                <a:gd name="connsiteX51" fmla="*/ 497239 w 2915191"/>
                <a:gd name="connsiteY51" fmla="*/ 231716 h 583938"/>
                <a:gd name="connsiteX52" fmla="*/ 506989 w 2915191"/>
                <a:gd name="connsiteY52" fmla="*/ 221180 h 583938"/>
                <a:gd name="connsiteX53" fmla="*/ 516738 w 2915191"/>
                <a:gd name="connsiteY53" fmla="*/ 223188 h 583938"/>
                <a:gd name="connsiteX54" fmla="*/ 526488 w 2915191"/>
                <a:gd name="connsiteY54" fmla="*/ 271288 h 583938"/>
                <a:gd name="connsiteX55" fmla="*/ 536238 w 2915191"/>
                <a:gd name="connsiteY55" fmla="*/ 244349 h 583938"/>
                <a:gd name="connsiteX56" fmla="*/ 545988 w 2915191"/>
                <a:gd name="connsiteY56" fmla="*/ 256262 h 583938"/>
                <a:gd name="connsiteX57" fmla="*/ 555738 w 2915191"/>
                <a:gd name="connsiteY57" fmla="*/ 266608 h 583938"/>
                <a:gd name="connsiteX58" fmla="*/ 565488 w 2915191"/>
                <a:gd name="connsiteY58" fmla="*/ 263676 h 583938"/>
                <a:gd name="connsiteX59" fmla="*/ 575238 w 2915191"/>
                <a:gd name="connsiteY59" fmla="*/ 270597 h 583938"/>
                <a:gd name="connsiteX60" fmla="*/ 584988 w 2915191"/>
                <a:gd name="connsiteY60" fmla="*/ 246314 h 583938"/>
                <a:gd name="connsiteX61" fmla="*/ 594738 w 2915191"/>
                <a:gd name="connsiteY61" fmla="*/ 269269 h 583938"/>
                <a:gd name="connsiteX62" fmla="*/ 604488 w 2915191"/>
                <a:gd name="connsiteY62" fmla="*/ 261276 h 583938"/>
                <a:gd name="connsiteX63" fmla="*/ 614237 w 2915191"/>
                <a:gd name="connsiteY63" fmla="*/ 283618 h 583938"/>
                <a:gd name="connsiteX64" fmla="*/ 623987 w 2915191"/>
                <a:gd name="connsiteY64" fmla="*/ 293361 h 583938"/>
                <a:gd name="connsiteX65" fmla="*/ 633736 w 2915191"/>
                <a:gd name="connsiteY65" fmla="*/ 309628 h 583938"/>
                <a:gd name="connsiteX66" fmla="*/ 643486 w 2915191"/>
                <a:gd name="connsiteY66" fmla="*/ 301955 h 583938"/>
                <a:gd name="connsiteX67" fmla="*/ 653236 w 2915191"/>
                <a:gd name="connsiteY67" fmla="*/ 323726 h 583938"/>
                <a:gd name="connsiteX68" fmla="*/ 662985 w 2915191"/>
                <a:gd name="connsiteY68" fmla="*/ 300852 h 583938"/>
                <a:gd name="connsiteX69" fmla="*/ 672735 w 2915191"/>
                <a:gd name="connsiteY69" fmla="*/ 346108 h 583938"/>
                <a:gd name="connsiteX70" fmla="*/ 682485 w 2915191"/>
                <a:gd name="connsiteY70" fmla="*/ 359743 h 583938"/>
                <a:gd name="connsiteX71" fmla="*/ 692235 w 2915191"/>
                <a:gd name="connsiteY71" fmla="*/ 337064 h 583938"/>
                <a:gd name="connsiteX72" fmla="*/ 701985 w 2915191"/>
                <a:gd name="connsiteY72" fmla="*/ 337311 h 583938"/>
                <a:gd name="connsiteX73" fmla="*/ 711735 w 2915191"/>
                <a:gd name="connsiteY73" fmla="*/ 341954 h 583938"/>
                <a:gd name="connsiteX74" fmla="*/ 721485 w 2915191"/>
                <a:gd name="connsiteY74" fmla="*/ 319898 h 583938"/>
                <a:gd name="connsiteX75" fmla="*/ 731235 w 2915191"/>
                <a:gd name="connsiteY75" fmla="*/ 340123 h 583938"/>
                <a:gd name="connsiteX76" fmla="*/ 740985 w 2915191"/>
                <a:gd name="connsiteY76" fmla="*/ 314486 h 583938"/>
                <a:gd name="connsiteX77" fmla="*/ 750734 w 2915191"/>
                <a:gd name="connsiteY77" fmla="*/ 286826 h 583938"/>
                <a:gd name="connsiteX78" fmla="*/ 760484 w 2915191"/>
                <a:gd name="connsiteY78" fmla="*/ 264485 h 583938"/>
                <a:gd name="connsiteX79" fmla="*/ 770233 w 2915191"/>
                <a:gd name="connsiteY79" fmla="*/ 256038 h 583938"/>
                <a:gd name="connsiteX80" fmla="*/ 779983 w 2915191"/>
                <a:gd name="connsiteY80" fmla="*/ 272949 h 583938"/>
                <a:gd name="connsiteX81" fmla="*/ 789733 w 2915191"/>
                <a:gd name="connsiteY81" fmla="*/ 312548 h 583938"/>
                <a:gd name="connsiteX82" fmla="*/ 799482 w 2915191"/>
                <a:gd name="connsiteY82" fmla="*/ 319088 h 583938"/>
                <a:gd name="connsiteX83" fmla="*/ 809232 w 2915191"/>
                <a:gd name="connsiteY83" fmla="*/ 309023 h 583938"/>
                <a:gd name="connsiteX84" fmla="*/ 818982 w 2915191"/>
                <a:gd name="connsiteY84" fmla="*/ 321900 h 583938"/>
                <a:gd name="connsiteX85" fmla="*/ 828732 w 2915191"/>
                <a:gd name="connsiteY85" fmla="*/ 350011 h 583938"/>
                <a:gd name="connsiteX86" fmla="*/ 838482 w 2915191"/>
                <a:gd name="connsiteY86" fmla="*/ 364939 h 583938"/>
                <a:gd name="connsiteX87" fmla="*/ 848232 w 2915191"/>
                <a:gd name="connsiteY87" fmla="*/ 346455 h 583938"/>
                <a:gd name="connsiteX88" fmla="*/ 857982 w 2915191"/>
                <a:gd name="connsiteY88" fmla="*/ 359885 h 583938"/>
                <a:gd name="connsiteX89" fmla="*/ 867732 w 2915191"/>
                <a:gd name="connsiteY89" fmla="*/ 386176 h 583938"/>
                <a:gd name="connsiteX90" fmla="*/ 877482 w 2915191"/>
                <a:gd name="connsiteY90" fmla="*/ 368741 h 583938"/>
                <a:gd name="connsiteX91" fmla="*/ 887231 w 2915191"/>
                <a:gd name="connsiteY91" fmla="*/ 375973 h 583938"/>
                <a:gd name="connsiteX92" fmla="*/ 896981 w 2915191"/>
                <a:gd name="connsiteY92" fmla="*/ 371449 h 583938"/>
                <a:gd name="connsiteX93" fmla="*/ 906730 w 2915191"/>
                <a:gd name="connsiteY93" fmla="*/ 364100 h 583938"/>
                <a:gd name="connsiteX94" fmla="*/ 916480 w 2915191"/>
                <a:gd name="connsiteY94" fmla="*/ 355344 h 583938"/>
                <a:gd name="connsiteX95" fmla="*/ 926230 w 2915191"/>
                <a:gd name="connsiteY95" fmla="*/ 353998 h 583938"/>
                <a:gd name="connsiteX96" fmla="*/ 935979 w 2915191"/>
                <a:gd name="connsiteY96" fmla="*/ 318765 h 583938"/>
                <a:gd name="connsiteX97" fmla="*/ 945729 w 2915191"/>
                <a:gd name="connsiteY97" fmla="*/ 276892 h 583938"/>
                <a:gd name="connsiteX98" fmla="*/ 955479 w 2915191"/>
                <a:gd name="connsiteY98" fmla="*/ 276725 h 583938"/>
                <a:gd name="connsiteX99" fmla="*/ 965229 w 2915191"/>
                <a:gd name="connsiteY99" fmla="*/ 319331 h 583938"/>
                <a:gd name="connsiteX100" fmla="*/ 974979 w 2915191"/>
                <a:gd name="connsiteY100" fmla="*/ 260874 h 583938"/>
                <a:gd name="connsiteX101" fmla="*/ 984729 w 2915191"/>
                <a:gd name="connsiteY101" fmla="*/ 256876 h 583938"/>
                <a:gd name="connsiteX102" fmla="*/ 994474 w 2915191"/>
                <a:gd name="connsiteY102" fmla="*/ 262261 h 583938"/>
                <a:gd name="connsiteX103" fmla="*/ 1004233 w 2915191"/>
                <a:gd name="connsiteY103" fmla="*/ 274940 h 583938"/>
                <a:gd name="connsiteX104" fmla="*/ 1013977 w 2915191"/>
                <a:gd name="connsiteY104" fmla="*/ 299131 h 583938"/>
                <a:gd name="connsiteX105" fmla="*/ 1023721 w 2915191"/>
                <a:gd name="connsiteY105" fmla="*/ 325206 h 583938"/>
                <a:gd name="connsiteX106" fmla="*/ 1033480 w 2915191"/>
                <a:gd name="connsiteY106" fmla="*/ 373966 h 583938"/>
                <a:gd name="connsiteX107" fmla="*/ 1043224 w 2915191"/>
                <a:gd name="connsiteY107" fmla="*/ 338660 h 583938"/>
                <a:gd name="connsiteX108" fmla="*/ 1052983 w 2915191"/>
                <a:gd name="connsiteY108" fmla="*/ 369662 h 583938"/>
                <a:gd name="connsiteX109" fmla="*/ 1062727 w 2915191"/>
                <a:gd name="connsiteY109" fmla="*/ 387940 h 583938"/>
                <a:gd name="connsiteX110" fmla="*/ 1072471 w 2915191"/>
                <a:gd name="connsiteY110" fmla="*/ 353559 h 583938"/>
                <a:gd name="connsiteX111" fmla="*/ 1082230 w 2915191"/>
                <a:gd name="connsiteY111" fmla="*/ 352365 h 583938"/>
                <a:gd name="connsiteX112" fmla="*/ 1091973 w 2915191"/>
                <a:gd name="connsiteY112" fmla="*/ 370012 h 583938"/>
                <a:gd name="connsiteX113" fmla="*/ 1101732 w 2915191"/>
                <a:gd name="connsiteY113" fmla="*/ 377773 h 583938"/>
                <a:gd name="connsiteX114" fmla="*/ 1111476 w 2915191"/>
                <a:gd name="connsiteY114" fmla="*/ 409406 h 583938"/>
                <a:gd name="connsiteX115" fmla="*/ 1121220 w 2915191"/>
                <a:gd name="connsiteY115" fmla="*/ 412344 h 583938"/>
                <a:gd name="connsiteX116" fmla="*/ 1130979 w 2915191"/>
                <a:gd name="connsiteY116" fmla="*/ 425788 h 583938"/>
                <a:gd name="connsiteX117" fmla="*/ 1140723 w 2915191"/>
                <a:gd name="connsiteY117" fmla="*/ 423469 h 583938"/>
                <a:gd name="connsiteX118" fmla="*/ 1150482 w 2915191"/>
                <a:gd name="connsiteY118" fmla="*/ 461430 h 583938"/>
                <a:gd name="connsiteX119" fmla="*/ 1160226 w 2915191"/>
                <a:gd name="connsiteY119" fmla="*/ 440213 h 583938"/>
                <a:gd name="connsiteX120" fmla="*/ 1169969 w 2915191"/>
                <a:gd name="connsiteY120" fmla="*/ 482833 h 583938"/>
                <a:gd name="connsiteX121" fmla="*/ 1179728 w 2915191"/>
                <a:gd name="connsiteY121" fmla="*/ 524081 h 583938"/>
                <a:gd name="connsiteX122" fmla="*/ 1189472 w 2915191"/>
                <a:gd name="connsiteY122" fmla="*/ 505820 h 583938"/>
                <a:gd name="connsiteX123" fmla="*/ 1199231 w 2915191"/>
                <a:gd name="connsiteY123" fmla="*/ 531774 h 583938"/>
                <a:gd name="connsiteX124" fmla="*/ 1208975 w 2915191"/>
                <a:gd name="connsiteY124" fmla="*/ 544641 h 583938"/>
                <a:gd name="connsiteX125" fmla="*/ 1218719 w 2915191"/>
                <a:gd name="connsiteY125" fmla="*/ 530723 h 583938"/>
                <a:gd name="connsiteX126" fmla="*/ 1228478 w 2915191"/>
                <a:gd name="connsiteY126" fmla="*/ 565486 h 583938"/>
                <a:gd name="connsiteX127" fmla="*/ 1238222 w 2915191"/>
                <a:gd name="connsiteY127" fmla="*/ 583939 h 583938"/>
                <a:gd name="connsiteX128" fmla="*/ 1247966 w 2915191"/>
                <a:gd name="connsiteY128" fmla="*/ 583140 h 583938"/>
                <a:gd name="connsiteX129" fmla="*/ 1257725 w 2915191"/>
                <a:gd name="connsiteY129" fmla="*/ 575272 h 583938"/>
                <a:gd name="connsiteX130" fmla="*/ 1267469 w 2915191"/>
                <a:gd name="connsiteY130" fmla="*/ 581869 h 583938"/>
                <a:gd name="connsiteX131" fmla="*/ 1277227 w 2915191"/>
                <a:gd name="connsiteY131" fmla="*/ 552496 h 583938"/>
                <a:gd name="connsiteX132" fmla="*/ 1286971 w 2915191"/>
                <a:gd name="connsiteY132" fmla="*/ 563293 h 583938"/>
                <a:gd name="connsiteX133" fmla="*/ 1296715 w 2915191"/>
                <a:gd name="connsiteY133" fmla="*/ 571392 h 583938"/>
                <a:gd name="connsiteX134" fmla="*/ 1306474 w 2915191"/>
                <a:gd name="connsiteY134" fmla="*/ 553929 h 583938"/>
                <a:gd name="connsiteX135" fmla="*/ 1316218 w 2915191"/>
                <a:gd name="connsiteY135" fmla="*/ 503445 h 583938"/>
                <a:gd name="connsiteX136" fmla="*/ 1325977 w 2915191"/>
                <a:gd name="connsiteY136" fmla="*/ 505931 h 583938"/>
                <a:gd name="connsiteX137" fmla="*/ 1335721 w 2915191"/>
                <a:gd name="connsiteY137" fmla="*/ 502303 h 583938"/>
                <a:gd name="connsiteX138" fmla="*/ 1345465 w 2915191"/>
                <a:gd name="connsiteY138" fmla="*/ 488198 h 583938"/>
                <a:gd name="connsiteX139" fmla="*/ 1355224 w 2915191"/>
                <a:gd name="connsiteY139" fmla="*/ 489603 h 583938"/>
                <a:gd name="connsiteX140" fmla="*/ 1364967 w 2915191"/>
                <a:gd name="connsiteY140" fmla="*/ 491923 h 583938"/>
                <a:gd name="connsiteX141" fmla="*/ 1374726 w 2915191"/>
                <a:gd name="connsiteY141" fmla="*/ 483458 h 583938"/>
                <a:gd name="connsiteX142" fmla="*/ 1384470 w 2915191"/>
                <a:gd name="connsiteY142" fmla="*/ 472120 h 583938"/>
                <a:gd name="connsiteX143" fmla="*/ 1394214 w 2915191"/>
                <a:gd name="connsiteY143" fmla="*/ 467832 h 583938"/>
                <a:gd name="connsiteX144" fmla="*/ 1403973 w 2915191"/>
                <a:gd name="connsiteY144" fmla="*/ 453151 h 583938"/>
                <a:gd name="connsiteX145" fmla="*/ 1413717 w 2915191"/>
                <a:gd name="connsiteY145" fmla="*/ 448106 h 583938"/>
                <a:gd name="connsiteX146" fmla="*/ 1423476 w 2915191"/>
                <a:gd name="connsiteY146" fmla="*/ 422741 h 583938"/>
                <a:gd name="connsiteX147" fmla="*/ 1433220 w 2915191"/>
                <a:gd name="connsiteY147" fmla="*/ 413456 h 583938"/>
                <a:gd name="connsiteX148" fmla="*/ 1442964 w 2915191"/>
                <a:gd name="connsiteY148" fmla="*/ 403269 h 583938"/>
                <a:gd name="connsiteX149" fmla="*/ 1452722 w 2915191"/>
                <a:gd name="connsiteY149" fmla="*/ 390017 h 583938"/>
                <a:gd name="connsiteX150" fmla="*/ 1462466 w 2915191"/>
                <a:gd name="connsiteY150" fmla="*/ 407082 h 583938"/>
                <a:gd name="connsiteX151" fmla="*/ 1472225 w 2915191"/>
                <a:gd name="connsiteY151" fmla="*/ 404273 h 583938"/>
                <a:gd name="connsiteX152" fmla="*/ 1481969 w 2915191"/>
                <a:gd name="connsiteY152" fmla="*/ 407229 h 583938"/>
                <a:gd name="connsiteX153" fmla="*/ 1491713 w 2915191"/>
                <a:gd name="connsiteY153" fmla="*/ 406458 h 583938"/>
                <a:gd name="connsiteX154" fmla="*/ 1501472 w 2915191"/>
                <a:gd name="connsiteY154" fmla="*/ 358972 h 583938"/>
                <a:gd name="connsiteX155" fmla="*/ 1511216 w 2915191"/>
                <a:gd name="connsiteY155" fmla="*/ 329434 h 583938"/>
                <a:gd name="connsiteX156" fmla="*/ 1520960 w 2915191"/>
                <a:gd name="connsiteY156" fmla="*/ 333557 h 583938"/>
                <a:gd name="connsiteX157" fmla="*/ 1530719 w 2915191"/>
                <a:gd name="connsiteY157" fmla="*/ 341686 h 583938"/>
                <a:gd name="connsiteX158" fmla="*/ 1540463 w 2915191"/>
                <a:gd name="connsiteY158" fmla="*/ 373142 h 583938"/>
                <a:gd name="connsiteX159" fmla="*/ 1550221 w 2915191"/>
                <a:gd name="connsiteY159" fmla="*/ 375715 h 583938"/>
                <a:gd name="connsiteX160" fmla="*/ 1559965 w 2915191"/>
                <a:gd name="connsiteY160" fmla="*/ 368389 h 583938"/>
                <a:gd name="connsiteX161" fmla="*/ 1569709 w 2915191"/>
                <a:gd name="connsiteY161" fmla="*/ 368443 h 583938"/>
                <a:gd name="connsiteX162" fmla="*/ 1579468 w 2915191"/>
                <a:gd name="connsiteY162" fmla="*/ 339706 h 583938"/>
                <a:gd name="connsiteX163" fmla="*/ 1589212 w 2915191"/>
                <a:gd name="connsiteY163" fmla="*/ 334390 h 583938"/>
                <a:gd name="connsiteX164" fmla="*/ 1598971 w 2915191"/>
                <a:gd name="connsiteY164" fmla="*/ 329168 h 583938"/>
                <a:gd name="connsiteX165" fmla="*/ 1608715 w 2915191"/>
                <a:gd name="connsiteY165" fmla="*/ 326477 h 583938"/>
                <a:gd name="connsiteX166" fmla="*/ 1618459 w 2915191"/>
                <a:gd name="connsiteY166" fmla="*/ 345396 h 583938"/>
                <a:gd name="connsiteX167" fmla="*/ 1628218 w 2915191"/>
                <a:gd name="connsiteY167" fmla="*/ 341388 h 583938"/>
                <a:gd name="connsiteX168" fmla="*/ 1637962 w 2915191"/>
                <a:gd name="connsiteY168" fmla="*/ 402432 h 583938"/>
                <a:gd name="connsiteX169" fmla="*/ 1647720 w 2915191"/>
                <a:gd name="connsiteY169" fmla="*/ 385086 h 583938"/>
                <a:gd name="connsiteX170" fmla="*/ 1657464 w 2915191"/>
                <a:gd name="connsiteY170" fmla="*/ 391144 h 583938"/>
                <a:gd name="connsiteX171" fmla="*/ 1667208 w 2915191"/>
                <a:gd name="connsiteY171" fmla="*/ 397448 h 583938"/>
                <a:gd name="connsiteX172" fmla="*/ 1676967 w 2915191"/>
                <a:gd name="connsiteY172" fmla="*/ 441837 h 583938"/>
                <a:gd name="connsiteX173" fmla="*/ 1686711 w 2915191"/>
                <a:gd name="connsiteY173" fmla="*/ 427726 h 583938"/>
                <a:gd name="connsiteX174" fmla="*/ 1696470 w 2915191"/>
                <a:gd name="connsiteY174" fmla="*/ 440196 h 583938"/>
                <a:gd name="connsiteX175" fmla="*/ 1706214 w 2915191"/>
                <a:gd name="connsiteY175" fmla="*/ 413627 h 583938"/>
                <a:gd name="connsiteX176" fmla="*/ 1715958 w 2915191"/>
                <a:gd name="connsiteY176" fmla="*/ 386404 h 583938"/>
                <a:gd name="connsiteX177" fmla="*/ 1725716 w 2915191"/>
                <a:gd name="connsiteY177" fmla="*/ 411024 h 583938"/>
                <a:gd name="connsiteX178" fmla="*/ 1735460 w 2915191"/>
                <a:gd name="connsiteY178" fmla="*/ 418441 h 583938"/>
                <a:gd name="connsiteX179" fmla="*/ 1745219 w 2915191"/>
                <a:gd name="connsiteY179" fmla="*/ 417443 h 583938"/>
                <a:gd name="connsiteX180" fmla="*/ 1754963 w 2915191"/>
                <a:gd name="connsiteY180" fmla="*/ 372405 h 583938"/>
                <a:gd name="connsiteX181" fmla="*/ 1764707 w 2915191"/>
                <a:gd name="connsiteY181" fmla="*/ 306024 h 583938"/>
                <a:gd name="connsiteX182" fmla="*/ 1774466 w 2915191"/>
                <a:gd name="connsiteY182" fmla="*/ 274870 h 583938"/>
                <a:gd name="connsiteX183" fmla="*/ 1784210 w 2915191"/>
                <a:gd name="connsiteY183" fmla="*/ 284730 h 583938"/>
                <a:gd name="connsiteX184" fmla="*/ 1793969 w 2915191"/>
                <a:gd name="connsiteY184" fmla="*/ 263581 h 583938"/>
                <a:gd name="connsiteX185" fmla="*/ 1803713 w 2915191"/>
                <a:gd name="connsiteY185" fmla="*/ 264578 h 583938"/>
                <a:gd name="connsiteX186" fmla="*/ 1813457 w 2915191"/>
                <a:gd name="connsiteY186" fmla="*/ 258548 h 583938"/>
                <a:gd name="connsiteX187" fmla="*/ 1823215 w 2915191"/>
                <a:gd name="connsiteY187" fmla="*/ 270150 h 583938"/>
                <a:gd name="connsiteX188" fmla="*/ 1832959 w 2915191"/>
                <a:gd name="connsiteY188" fmla="*/ 236581 h 583938"/>
                <a:gd name="connsiteX189" fmla="*/ 1842703 w 2915191"/>
                <a:gd name="connsiteY189" fmla="*/ 252210 h 583938"/>
                <a:gd name="connsiteX190" fmla="*/ 1852462 w 2915191"/>
                <a:gd name="connsiteY190" fmla="*/ 221695 h 583938"/>
                <a:gd name="connsiteX191" fmla="*/ 1862206 w 2915191"/>
                <a:gd name="connsiteY191" fmla="*/ 237447 h 583938"/>
                <a:gd name="connsiteX192" fmla="*/ 1871965 w 2915191"/>
                <a:gd name="connsiteY192" fmla="*/ 214039 h 583938"/>
                <a:gd name="connsiteX193" fmla="*/ 1881709 w 2915191"/>
                <a:gd name="connsiteY193" fmla="*/ 227022 h 583938"/>
                <a:gd name="connsiteX194" fmla="*/ 1891453 w 2915191"/>
                <a:gd name="connsiteY194" fmla="*/ 208377 h 583938"/>
                <a:gd name="connsiteX195" fmla="*/ 1901212 w 2915191"/>
                <a:gd name="connsiteY195" fmla="*/ 226670 h 583938"/>
                <a:gd name="connsiteX196" fmla="*/ 1910956 w 2915191"/>
                <a:gd name="connsiteY196" fmla="*/ 219785 h 583938"/>
                <a:gd name="connsiteX197" fmla="*/ 1920714 w 2915191"/>
                <a:gd name="connsiteY197" fmla="*/ 220080 h 583938"/>
                <a:gd name="connsiteX198" fmla="*/ 1930458 w 2915191"/>
                <a:gd name="connsiteY198" fmla="*/ 194123 h 583938"/>
                <a:gd name="connsiteX199" fmla="*/ 1940202 w 2915191"/>
                <a:gd name="connsiteY199" fmla="*/ 203466 h 583938"/>
                <a:gd name="connsiteX200" fmla="*/ 1949961 w 2915191"/>
                <a:gd name="connsiteY200" fmla="*/ 160157 h 583938"/>
                <a:gd name="connsiteX201" fmla="*/ 1959705 w 2915191"/>
                <a:gd name="connsiteY201" fmla="*/ 152668 h 583938"/>
                <a:gd name="connsiteX202" fmla="*/ 1969464 w 2915191"/>
                <a:gd name="connsiteY202" fmla="*/ 141053 h 583938"/>
                <a:gd name="connsiteX203" fmla="*/ 1979208 w 2915191"/>
                <a:gd name="connsiteY203" fmla="*/ 151685 h 583938"/>
                <a:gd name="connsiteX204" fmla="*/ 1988952 w 2915191"/>
                <a:gd name="connsiteY204" fmla="*/ 137436 h 583938"/>
                <a:gd name="connsiteX205" fmla="*/ 1998711 w 2915191"/>
                <a:gd name="connsiteY205" fmla="*/ 106556 h 583938"/>
                <a:gd name="connsiteX206" fmla="*/ 2008454 w 2915191"/>
                <a:gd name="connsiteY206" fmla="*/ 102492 h 583938"/>
                <a:gd name="connsiteX207" fmla="*/ 2018213 w 2915191"/>
                <a:gd name="connsiteY207" fmla="*/ 93855 h 583938"/>
                <a:gd name="connsiteX208" fmla="*/ 2027957 w 2915191"/>
                <a:gd name="connsiteY208" fmla="*/ 112840 h 583938"/>
                <a:gd name="connsiteX209" fmla="*/ 2037701 w 2915191"/>
                <a:gd name="connsiteY209" fmla="*/ 112313 h 583938"/>
                <a:gd name="connsiteX210" fmla="*/ 2047460 w 2915191"/>
                <a:gd name="connsiteY210" fmla="*/ 127574 h 583938"/>
                <a:gd name="connsiteX211" fmla="*/ 2057204 w 2915191"/>
                <a:gd name="connsiteY211" fmla="*/ 133313 h 583938"/>
                <a:gd name="connsiteX212" fmla="*/ 2066963 w 2915191"/>
                <a:gd name="connsiteY212" fmla="*/ 162062 h 583938"/>
                <a:gd name="connsiteX213" fmla="*/ 2076707 w 2915191"/>
                <a:gd name="connsiteY213" fmla="*/ 171487 h 583938"/>
                <a:gd name="connsiteX214" fmla="*/ 2086451 w 2915191"/>
                <a:gd name="connsiteY214" fmla="*/ 175412 h 583938"/>
                <a:gd name="connsiteX215" fmla="*/ 2096210 w 2915191"/>
                <a:gd name="connsiteY215" fmla="*/ 135447 h 583938"/>
                <a:gd name="connsiteX216" fmla="*/ 2105954 w 2915191"/>
                <a:gd name="connsiteY216" fmla="*/ 146117 h 583938"/>
                <a:gd name="connsiteX217" fmla="*/ 2115697 w 2915191"/>
                <a:gd name="connsiteY217" fmla="*/ 174133 h 583938"/>
                <a:gd name="connsiteX218" fmla="*/ 2125456 w 2915191"/>
                <a:gd name="connsiteY218" fmla="*/ 183044 h 583938"/>
                <a:gd name="connsiteX219" fmla="*/ 2135200 w 2915191"/>
                <a:gd name="connsiteY219" fmla="*/ 175955 h 583938"/>
                <a:gd name="connsiteX220" fmla="*/ 2144959 w 2915191"/>
                <a:gd name="connsiteY220" fmla="*/ 182110 h 583938"/>
                <a:gd name="connsiteX221" fmla="*/ 2154703 w 2915191"/>
                <a:gd name="connsiteY221" fmla="*/ 143006 h 583938"/>
                <a:gd name="connsiteX222" fmla="*/ 2164447 w 2915191"/>
                <a:gd name="connsiteY222" fmla="*/ 153033 h 583938"/>
                <a:gd name="connsiteX223" fmla="*/ 2174206 w 2915191"/>
                <a:gd name="connsiteY223" fmla="*/ 109332 h 583938"/>
                <a:gd name="connsiteX224" fmla="*/ 2183950 w 2915191"/>
                <a:gd name="connsiteY224" fmla="*/ 117632 h 583938"/>
                <a:gd name="connsiteX225" fmla="*/ 2193709 w 2915191"/>
                <a:gd name="connsiteY225" fmla="*/ 102806 h 583938"/>
                <a:gd name="connsiteX226" fmla="*/ 2203452 w 2915191"/>
                <a:gd name="connsiteY226" fmla="*/ 103344 h 583938"/>
                <a:gd name="connsiteX227" fmla="*/ 2213196 w 2915191"/>
                <a:gd name="connsiteY227" fmla="*/ 142311 h 583938"/>
                <a:gd name="connsiteX228" fmla="*/ 2222955 w 2915191"/>
                <a:gd name="connsiteY228" fmla="*/ 130600 h 583938"/>
                <a:gd name="connsiteX229" fmla="*/ 2232699 w 2915191"/>
                <a:gd name="connsiteY229" fmla="*/ 111146 h 583938"/>
                <a:gd name="connsiteX230" fmla="*/ 2242458 w 2915191"/>
                <a:gd name="connsiteY230" fmla="*/ 99698 h 583938"/>
                <a:gd name="connsiteX231" fmla="*/ 2252202 w 2915191"/>
                <a:gd name="connsiteY231" fmla="*/ 131165 h 583938"/>
                <a:gd name="connsiteX232" fmla="*/ 2261946 w 2915191"/>
                <a:gd name="connsiteY232" fmla="*/ 98651 h 583938"/>
                <a:gd name="connsiteX233" fmla="*/ 2271705 w 2915191"/>
                <a:gd name="connsiteY233" fmla="*/ 75074 h 583938"/>
                <a:gd name="connsiteX234" fmla="*/ 2281449 w 2915191"/>
                <a:gd name="connsiteY234" fmla="*/ 105950 h 583938"/>
                <a:gd name="connsiteX235" fmla="*/ 2291208 w 2915191"/>
                <a:gd name="connsiteY235" fmla="*/ 87998 h 583938"/>
                <a:gd name="connsiteX236" fmla="*/ 2300951 w 2915191"/>
                <a:gd name="connsiteY236" fmla="*/ 122994 h 583938"/>
                <a:gd name="connsiteX237" fmla="*/ 2310695 w 2915191"/>
                <a:gd name="connsiteY237" fmla="*/ 121249 h 583938"/>
                <a:gd name="connsiteX238" fmla="*/ 2320454 w 2915191"/>
                <a:gd name="connsiteY238" fmla="*/ 115658 h 583938"/>
                <a:gd name="connsiteX239" fmla="*/ 2330198 w 2915191"/>
                <a:gd name="connsiteY239" fmla="*/ 108837 h 583938"/>
                <a:gd name="connsiteX240" fmla="*/ 2339957 w 2915191"/>
                <a:gd name="connsiteY240" fmla="*/ 117754 h 583938"/>
                <a:gd name="connsiteX241" fmla="*/ 2349701 w 2915191"/>
                <a:gd name="connsiteY241" fmla="*/ 137917 h 583938"/>
                <a:gd name="connsiteX242" fmla="*/ 2359445 w 2915191"/>
                <a:gd name="connsiteY242" fmla="*/ 172675 h 583938"/>
                <a:gd name="connsiteX243" fmla="*/ 2369204 w 2915191"/>
                <a:gd name="connsiteY243" fmla="*/ 185920 h 583938"/>
                <a:gd name="connsiteX244" fmla="*/ 2378948 w 2915191"/>
                <a:gd name="connsiteY244" fmla="*/ 201151 h 583938"/>
                <a:gd name="connsiteX245" fmla="*/ 2388692 w 2915191"/>
                <a:gd name="connsiteY245" fmla="*/ 172979 h 583938"/>
                <a:gd name="connsiteX246" fmla="*/ 2398450 w 2915191"/>
                <a:gd name="connsiteY246" fmla="*/ 161992 h 583938"/>
                <a:gd name="connsiteX247" fmla="*/ 2408194 w 2915191"/>
                <a:gd name="connsiteY247" fmla="*/ 140363 h 583938"/>
                <a:gd name="connsiteX248" fmla="*/ 2417953 w 2915191"/>
                <a:gd name="connsiteY248" fmla="*/ 155268 h 583938"/>
                <a:gd name="connsiteX249" fmla="*/ 2427697 w 2915191"/>
                <a:gd name="connsiteY249" fmla="*/ 188427 h 583938"/>
                <a:gd name="connsiteX250" fmla="*/ 2437441 w 2915191"/>
                <a:gd name="connsiteY250" fmla="*/ 201673 h 583938"/>
                <a:gd name="connsiteX251" fmla="*/ 2447200 w 2915191"/>
                <a:gd name="connsiteY251" fmla="*/ 185132 h 583938"/>
                <a:gd name="connsiteX252" fmla="*/ 2456944 w 2915191"/>
                <a:gd name="connsiteY252" fmla="*/ 161854 h 583938"/>
                <a:gd name="connsiteX253" fmla="*/ 2466703 w 2915191"/>
                <a:gd name="connsiteY253" fmla="*/ 157193 h 583938"/>
                <a:gd name="connsiteX254" fmla="*/ 2476446 w 2915191"/>
                <a:gd name="connsiteY254" fmla="*/ 173309 h 583938"/>
                <a:gd name="connsiteX255" fmla="*/ 2486190 w 2915191"/>
                <a:gd name="connsiteY255" fmla="*/ 186131 h 583938"/>
                <a:gd name="connsiteX256" fmla="*/ 2495949 w 2915191"/>
                <a:gd name="connsiteY256" fmla="*/ 160048 h 583938"/>
                <a:gd name="connsiteX257" fmla="*/ 2505693 w 2915191"/>
                <a:gd name="connsiteY257" fmla="*/ 198425 h 583938"/>
                <a:gd name="connsiteX258" fmla="*/ 2515452 w 2915191"/>
                <a:gd name="connsiteY258" fmla="*/ 200050 h 583938"/>
                <a:gd name="connsiteX259" fmla="*/ 2525196 w 2915191"/>
                <a:gd name="connsiteY259" fmla="*/ 242861 h 583938"/>
                <a:gd name="connsiteX260" fmla="*/ 2534940 w 2915191"/>
                <a:gd name="connsiteY260" fmla="*/ 213991 h 583938"/>
                <a:gd name="connsiteX261" fmla="*/ 2544699 w 2915191"/>
                <a:gd name="connsiteY261" fmla="*/ 197616 h 583938"/>
                <a:gd name="connsiteX262" fmla="*/ 2554443 w 2915191"/>
                <a:gd name="connsiteY262" fmla="*/ 193758 h 583938"/>
                <a:gd name="connsiteX263" fmla="*/ 2564202 w 2915191"/>
                <a:gd name="connsiteY263" fmla="*/ 180394 h 583938"/>
                <a:gd name="connsiteX264" fmla="*/ 2573946 w 2915191"/>
                <a:gd name="connsiteY264" fmla="*/ 155550 h 583938"/>
                <a:gd name="connsiteX265" fmla="*/ 2583690 w 2915191"/>
                <a:gd name="connsiteY265" fmla="*/ 158023 h 583938"/>
                <a:gd name="connsiteX266" fmla="*/ 2593448 w 2915191"/>
                <a:gd name="connsiteY266" fmla="*/ 147071 h 583938"/>
                <a:gd name="connsiteX267" fmla="*/ 2603192 w 2915191"/>
                <a:gd name="connsiteY267" fmla="*/ 137120 h 583938"/>
                <a:gd name="connsiteX268" fmla="*/ 2612951 w 2915191"/>
                <a:gd name="connsiteY268" fmla="*/ 147770 h 583938"/>
                <a:gd name="connsiteX269" fmla="*/ 2622695 w 2915191"/>
                <a:gd name="connsiteY269" fmla="*/ 156897 h 583938"/>
                <a:gd name="connsiteX270" fmla="*/ 2632439 w 2915191"/>
                <a:gd name="connsiteY270" fmla="*/ 170659 h 583938"/>
                <a:gd name="connsiteX271" fmla="*/ 2642198 w 2915191"/>
                <a:gd name="connsiteY271" fmla="*/ 152776 h 583938"/>
                <a:gd name="connsiteX272" fmla="*/ 2651942 w 2915191"/>
                <a:gd name="connsiteY272" fmla="*/ 150937 h 583938"/>
                <a:gd name="connsiteX273" fmla="*/ 2661685 w 2915191"/>
                <a:gd name="connsiteY273" fmla="*/ 91489 h 583938"/>
                <a:gd name="connsiteX274" fmla="*/ 2671444 w 2915191"/>
                <a:gd name="connsiteY274" fmla="*/ 103695 h 583938"/>
                <a:gd name="connsiteX275" fmla="*/ 2681188 w 2915191"/>
                <a:gd name="connsiteY275" fmla="*/ 84967 h 583938"/>
                <a:gd name="connsiteX276" fmla="*/ 2690947 w 2915191"/>
                <a:gd name="connsiteY276" fmla="*/ 98798 h 583938"/>
                <a:gd name="connsiteX277" fmla="*/ 2700691 w 2915191"/>
                <a:gd name="connsiteY277" fmla="*/ 94783 h 583938"/>
                <a:gd name="connsiteX278" fmla="*/ 2710435 w 2915191"/>
                <a:gd name="connsiteY278" fmla="*/ 91462 h 583938"/>
                <a:gd name="connsiteX279" fmla="*/ 2720194 w 2915191"/>
                <a:gd name="connsiteY279" fmla="*/ 75851 h 583938"/>
                <a:gd name="connsiteX280" fmla="*/ 2729938 w 2915191"/>
                <a:gd name="connsiteY280" fmla="*/ 58711 h 583938"/>
                <a:gd name="connsiteX281" fmla="*/ 2739697 w 2915191"/>
                <a:gd name="connsiteY281" fmla="*/ 29807 h 583938"/>
                <a:gd name="connsiteX282" fmla="*/ 2749441 w 2915191"/>
                <a:gd name="connsiteY282" fmla="*/ 59276 h 583938"/>
                <a:gd name="connsiteX283" fmla="*/ 2759185 w 2915191"/>
                <a:gd name="connsiteY283" fmla="*/ 39402 h 583938"/>
                <a:gd name="connsiteX284" fmla="*/ 2768943 w 2915191"/>
                <a:gd name="connsiteY284" fmla="*/ 74839 h 583938"/>
                <a:gd name="connsiteX285" fmla="*/ 2778687 w 2915191"/>
                <a:gd name="connsiteY285" fmla="*/ 105109 h 583938"/>
                <a:gd name="connsiteX286" fmla="*/ 2788446 w 2915191"/>
                <a:gd name="connsiteY286" fmla="*/ 106435 h 583938"/>
                <a:gd name="connsiteX287" fmla="*/ 2798190 w 2915191"/>
                <a:gd name="connsiteY287" fmla="*/ 123516 h 583938"/>
                <a:gd name="connsiteX288" fmla="*/ 2807934 w 2915191"/>
                <a:gd name="connsiteY288" fmla="*/ 117183 h 583938"/>
                <a:gd name="connsiteX289" fmla="*/ 2817693 w 2915191"/>
                <a:gd name="connsiteY289" fmla="*/ 161785 h 583938"/>
                <a:gd name="connsiteX290" fmla="*/ 2827437 w 2915191"/>
                <a:gd name="connsiteY290" fmla="*/ 134286 h 583938"/>
                <a:gd name="connsiteX291" fmla="*/ 2837196 w 2915191"/>
                <a:gd name="connsiteY291" fmla="*/ 137793 h 583938"/>
                <a:gd name="connsiteX292" fmla="*/ 2846940 w 2915191"/>
                <a:gd name="connsiteY292" fmla="*/ 101580 h 583938"/>
                <a:gd name="connsiteX293" fmla="*/ 2856684 w 2915191"/>
                <a:gd name="connsiteY293" fmla="*/ 98169 h 583938"/>
                <a:gd name="connsiteX294" fmla="*/ 2866442 w 2915191"/>
                <a:gd name="connsiteY294" fmla="*/ 88856 h 583938"/>
                <a:gd name="connsiteX295" fmla="*/ 2876186 w 2915191"/>
                <a:gd name="connsiteY295" fmla="*/ 61083 h 583938"/>
                <a:gd name="connsiteX296" fmla="*/ 2885945 w 2915191"/>
                <a:gd name="connsiteY296" fmla="*/ 48226 h 583938"/>
                <a:gd name="connsiteX297" fmla="*/ 2895689 w 2915191"/>
                <a:gd name="connsiteY297" fmla="*/ 32197 h 583938"/>
                <a:gd name="connsiteX298" fmla="*/ 2905433 w 2915191"/>
                <a:gd name="connsiteY298" fmla="*/ 8540 h 583938"/>
                <a:gd name="connsiteX299" fmla="*/ 2915192 w 2915191"/>
                <a:gd name="connsiteY299" fmla="*/ 0 h 583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83938">
                  <a:moveTo>
                    <a:pt x="0" y="211102"/>
                  </a:moveTo>
                  <a:lnTo>
                    <a:pt x="9750" y="256142"/>
                  </a:lnTo>
                  <a:lnTo>
                    <a:pt x="19500" y="245197"/>
                  </a:lnTo>
                  <a:lnTo>
                    <a:pt x="29250" y="264406"/>
                  </a:lnTo>
                  <a:lnTo>
                    <a:pt x="39000" y="310300"/>
                  </a:lnTo>
                  <a:lnTo>
                    <a:pt x="48749" y="315590"/>
                  </a:lnTo>
                  <a:lnTo>
                    <a:pt x="58499" y="318528"/>
                  </a:lnTo>
                  <a:lnTo>
                    <a:pt x="68249" y="310052"/>
                  </a:lnTo>
                  <a:lnTo>
                    <a:pt x="77998" y="284368"/>
                  </a:lnTo>
                  <a:lnTo>
                    <a:pt x="87748" y="256562"/>
                  </a:lnTo>
                  <a:lnTo>
                    <a:pt x="97497" y="227211"/>
                  </a:lnTo>
                  <a:lnTo>
                    <a:pt x="107247" y="205415"/>
                  </a:lnTo>
                  <a:lnTo>
                    <a:pt x="116997" y="200943"/>
                  </a:lnTo>
                  <a:lnTo>
                    <a:pt x="126747" y="158372"/>
                  </a:lnTo>
                  <a:lnTo>
                    <a:pt x="136497" y="140325"/>
                  </a:lnTo>
                  <a:lnTo>
                    <a:pt x="146247" y="158476"/>
                  </a:lnTo>
                  <a:lnTo>
                    <a:pt x="155997" y="177304"/>
                  </a:lnTo>
                  <a:lnTo>
                    <a:pt x="165747" y="216350"/>
                  </a:lnTo>
                  <a:lnTo>
                    <a:pt x="175497" y="196905"/>
                  </a:lnTo>
                  <a:lnTo>
                    <a:pt x="185247" y="221865"/>
                  </a:lnTo>
                  <a:lnTo>
                    <a:pt x="194996" y="217497"/>
                  </a:lnTo>
                  <a:lnTo>
                    <a:pt x="204746" y="236557"/>
                  </a:lnTo>
                  <a:lnTo>
                    <a:pt x="214495" y="264032"/>
                  </a:lnTo>
                  <a:lnTo>
                    <a:pt x="224245" y="255373"/>
                  </a:lnTo>
                  <a:lnTo>
                    <a:pt x="233995" y="256794"/>
                  </a:lnTo>
                  <a:lnTo>
                    <a:pt x="243744" y="283064"/>
                  </a:lnTo>
                  <a:lnTo>
                    <a:pt x="253494" y="284804"/>
                  </a:lnTo>
                  <a:lnTo>
                    <a:pt x="263244" y="301296"/>
                  </a:lnTo>
                  <a:lnTo>
                    <a:pt x="272994" y="303010"/>
                  </a:lnTo>
                  <a:lnTo>
                    <a:pt x="282744" y="288248"/>
                  </a:lnTo>
                  <a:lnTo>
                    <a:pt x="292494" y="281835"/>
                  </a:lnTo>
                  <a:lnTo>
                    <a:pt x="302244" y="293078"/>
                  </a:lnTo>
                  <a:lnTo>
                    <a:pt x="311994" y="291898"/>
                  </a:lnTo>
                  <a:lnTo>
                    <a:pt x="321744" y="269990"/>
                  </a:lnTo>
                  <a:lnTo>
                    <a:pt x="331493" y="280558"/>
                  </a:lnTo>
                  <a:lnTo>
                    <a:pt x="341243" y="266367"/>
                  </a:lnTo>
                  <a:lnTo>
                    <a:pt x="350993" y="281682"/>
                  </a:lnTo>
                  <a:lnTo>
                    <a:pt x="360742" y="279295"/>
                  </a:lnTo>
                  <a:lnTo>
                    <a:pt x="370492" y="268885"/>
                  </a:lnTo>
                  <a:lnTo>
                    <a:pt x="380241" y="302832"/>
                  </a:lnTo>
                  <a:lnTo>
                    <a:pt x="389991" y="309932"/>
                  </a:lnTo>
                  <a:lnTo>
                    <a:pt x="399741" y="307992"/>
                  </a:lnTo>
                  <a:lnTo>
                    <a:pt x="409491" y="295567"/>
                  </a:lnTo>
                  <a:lnTo>
                    <a:pt x="419241" y="274111"/>
                  </a:lnTo>
                  <a:lnTo>
                    <a:pt x="428991" y="246010"/>
                  </a:lnTo>
                  <a:lnTo>
                    <a:pt x="438741" y="253448"/>
                  </a:lnTo>
                  <a:lnTo>
                    <a:pt x="448491" y="234191"/>
                  </a:lnTo>
                  <a:lnTo>
                    <a:pt x="458241" y="232485"/>
                  </a:lnTo>
                  <a:lnTo>
                    <a:pt x="467991" y="249902"/>
                  </a:lnTo>
                  <a:lnTo>
                    <a:pt x="477740" y="237974"/>
                  </a:lnTo>
                  <a:lnTo>
                    <a:pt x="487490" y="235349"/>
                  </a:lnTo>
                  <a:lnTo>
                    <a:pt x="497239" y="231716"/>
                  </a:lnTo>
                  <a:lnTo>
                    <a:pt x="506989" y="221180"/>
                  </a:lnTo>
                  <a:lnTo>
                    <a:pt x="516738" y="223188"/>
                  </a:lnTo>
                  <a:lnTo>
                    <a:pt x="526488" y="271288"/>
                  </a:lnTo>
                  <a:lnTo>
                    <a:pt x="536238" y="244349"/>
                  </a:lnTo>
                  <a:lnTo>
                    <a:pt x="545988" y="256262"/>
                  </a:lnTo>
                  <a:lnTo>
                    <a:pt x="555738" y="266608"/>
                  </a:lnTo>
                  <a:lnTo>
                    <a:pt x="565488" y="263676"/>
                  </a:lnTo>
                  <a:lnTo>
                    <a:pt x="575238" y="270597"/>
                  </a:lnTo>
                  <a:lnTo>
                    <a:pt x="584988" y="246314"/>
                  </a:lnTo>
                  <a:lnTo>
                    <a:pt x="594738" y="269269"/>
                  </a:lnTo>
                  <a:lnTo>
                    <a:pt x="604488" y="261276"/>
                  </a:lnTo>
                  <a:lnTo>
                    <a:pt x="614237" y="283618"/>
                  </a:lnTo>
                  <a:lnTo>
                    <a:pt x="623987" y="293361"/>
                  </a:lnTo>
                  <a:lnTo>
                    <a:pt x="633736" y="309628"/>
                  </a:lnTo>
                  <a:lnTo>
                    <a:pt x="643486" y="301955"/>
                  </a:lnTo>
                  <a:lnTo>
                    <a:pt x="653236" y="323726"/>
                  </a:lnTo>
                  <a:lnTo>
                    <a:pt x="662985" y="300852"/>
                  </a:lnTo>
                  <a:lnTo>
                    <a:pt x="672735" y="346108"/>
                  </a:lnTo>
                  <a:lnTo>
                    <a:pt x="682485" y="359743"/>
                  </a:lnTo>
                  <a:lnTo>
                    <a:pt x="692235" y="337064"/>
                  </a:lnTo>
                  <a:lnTo>
                    <a:pt x="701985" y="337311"/>
                  </a:lnTo>
                  <a:lnTo>
                    <a:pt x="711735" y="341954"/>
                  </a:lnTo>
                  <a:lnTo>
                    <a:pt x="721485" y="319898"/>
                  </a:lnTo>
                  <a:lnTo>
                    <a:pt x="731235" y="340123"/>
                  </a:lnTo>
                  <a:lnTo>
                    <a:pt x="740985" y="314486"/>
                  </a:lnTo>
                  <a:lnTo>
                    <a:pt x="750734" y="286826"/>
                  </a:lnTo>
                  <a:lnTo>
                    <a:pt x="760484" y="264485"/>
                  </a:lnTo>
                  <a:lnTo>
                    <a:pt x="770233" y="256038"/>
                  </a:lnTo>
                  <a:lnTo>
                    <a:pt x="779983" y="272949"/>
                  </a:lnTo>
                  <a:lnTo>
                    <a:pt x="789733" y="312548"/>
                  </a:lnTo>
                  <a:lnTo>
                    <a:pt x="799482" y="319088"/>
                  </a:lnTo>
                  <a:lnTo>
                    <a:pt x="809232" y="309023"/>
                  </a:lnTo>
                  <a:lnTo>
                    <a:pt x="818982" y="321900"/>
                  </a:lnTo>
                  <a:lnTo>
                    <a:pt x="828732" y="350011"/>
                  </a:lnTo>
                  <a:lnTo>
                    <a:pt x="838482" y="364939"/>
                  </a:lnTo>
                  <a:lnTo>
                    <a:pt x="848232" y="346455"/>
                  </a:lnTo>
                  <a:lnTo>
                    <a:pt x="857982" y="359885"/>
                  </a:lnTo>
                  <a:lnTo>
                    <a:pt x="867732" y="386176"/>
                  </a:lnTo>
                  <a:lnTo>
                    <a:pt x="877482" y="368741"/>
                  </a:lnTo>
                  <a:lnTo>
                    <a:pt x="887231" y="375973"/>
                  </a:lnTo>
                  <a:lnTo>
                    <a:pt x="896981" y="371449"/>
                  </a:lnTo>
                  <a:lnTo>
                    <a:pt x="906730" y="364100"/>
                  </a:lnTo>
                  <a:lnTo>
                    <a:pt x="916480" y="355344"/>
                  </a:lnTo>
                  <a:lnTo>
                    <a:pt x="926230" y="353998"/>
                  </a:lnTo>
                  <a:lnTo>
                    <a:pt x="935979" y="318765"/>
                  </a:lnTo>
                  <a:lnTo>
                    <a:pt x="945729" y="276892"/>
                  </a:lnTo>
                  <a:lnTo>
                    <a:pt x="955479" y="276725"/>
                  </a:lnTo>
                  <a:lnTo>
                    <a:pt x="965229" y="319331"/>
                  </a:lnTo>
                  <a:lnTo>
                    <a:pt x="974979" y="260874"/>
                  </a:lnTo>
                  <a:lnTo>
                    <a:pt x="984729" y="256876"/>
                  </a:lnTo>
                  <a:lnTo>
                    <a:pt x="994474" y="262261"/>
                  </a:lnTo>
                  <a:lnTo>
                    <a:pt x="1004233" y="274940"/>
                  </a:lnTo>
                  <a:lnTo>
                    <a:pt x="1013977" y="299131"/>
                  </a:lnTo>
                  <a:lnTo>
                    <a:pt x="1023721" y="325206"/>
                  </a:lnTo>
                  <a:lnTo>
                    <a:pt x="1033480" y="373966"/>
                  </a:lnTo>
                  <a:lnTo>
                    <a:pt x="1043224" y="338660"/>
                  </a:lnTo>
                  <a:lnTo>
                    <a:pt x="1052983" y="369662"/>
                  </a:lnTo>
                  <a:lnTo>
                    <a:pt x="1062727" y="387940"/>
                  </a:lnTo>
                  <a:lnTo>
                    <a:pt x="1072471" y="353559"/>
                  </a:lnTo>
                  <a:lnTo>
                    <a:pt x="1082230" y="352365"/>
                  </a:lnTo>
                  <a:lnTo>
                    <a:pt x="1091973" y="370012"/>
                  </a:lnTo>
                  <a:lnTo>
                    <a:pt x="1101732" y="377773"/>
                  </a:lnTo>
                  <a:lnTo>
                    <a:pt x="1111476" y="409406"/>
                  </a:lnTo>
                  <a:lnTo>
                    <a:pt x="1121220" y="412344"/>
                  </a:lnTo>
                  <a:lnTo>
                    <a:pt x="1130979" y="425788"/>
                  </a:lnTo>
                  <a:lnTo>
                    <a:pt x="1140723" y="423469"/>
                  </a:lnTo>
                  <a:lnTo>
                    <a:pt x="1150482" y="461430"/>
                  </a:lnTo>
                  <a:lnTo>
                    <a:pt x="1160226" y="440213"/>
                  </a:lnTo>
                  <a:lnTo>
                    <a:pt x="1169969" y="482833"/>
                  </a:lnTo>
                  <a:lnTo>
                    <a:pt x="1179728" y="524081"/>
                  </a:lnTo>
                  <a:lnTo>
                    <a:pt x="1189472" y="505820"/>
                  </a:lnTo>
                  <a:lnTo>
                    <a:pt x="1199231" y="531774"/>
                  </a:lnTo>
                  <a:lnTo>
                    <a:pt x="1208975" y="544641"/>
                  </a:lnTo>
                  <a:lnTo>
                    <a:pt x="1218719" y="530723"/>
                  </a:lnTo>
                  <a:lnTo>
                    <a:pt x="1228478" y="565486"/>
                  </a:lnTo>
                  <a:lnTo>
                    <a:pt x="1238222" y="583939"/>
                  </a:lnTo>
                  <a:lnTo>
                    <a:pt x="1247966" y="583140"/>
                  </a:lnTo>
                  <a:lnTo>
                    <a:pt x="1257725" y="575272"/>
                  </a:lnTo>
                  <a:lnTo>
                    <a:pt x="1267469" y="581869"/>
                  </a:lnTo>
                  <a:lnTo>
                    <a:pt x="1277227" y="552496"/>
                  </a:lnTo>
                  <a:lnTo>
                    <a:pt x="1286971" y="563293"/>
                  </a:lnTo>
                  <a:lnTo>
                    <a:pt x="1296715" y="571392"/>
                  </a:lnTo>
                  <a:lnTo>
                    <a:pt x="1306474" y="553929"/>
                  </a:lnTo>
                  <a:lnTo>
                    <a:pt x="1316218" y="503445"/>
                  </a:lnTo>
                  <a:lnTo>
                    <a:pt x="1325977" y="505931"/>
                  </a:lnTo>
                  <a:lnTo>
                    <a:pt x="1335721" y="502303"/>
                  </a:lnTo>
                  <a:lnTo>
                    <a:pt x="1345465" y="488198"/>
                  </a:lnTo>
                  <a:lnTo>
                    <a:pt x="1355224" y="489603"/>
                  </a:lnTo>
                  <a:lnTo>
                    <a:pt x="1364967" y="491923"/>
                  </a:lnTo>
                  <a:lnTo>
                    <a:pt x="1374726" y="483458"/>
                  </a:lnTo>
                  <a:lnTo>
                    <a:pt x="1384470" y="472120"/>
                  </a:lnTo>
                  <a:lnTo>
                    <a:pt x="1394214" y="467832"/>
                  </a:lnTo>
                  <a:lnTo>
                    <a:pt x="1403973" y="453151"/>
                  </a:lnTo>
                  <a:lnTo>
                    <a:pt x="1413717" y="448106"/>
                  </a:lnTo>
                  <a:lnTo>
                    <a:pt x="1423476" y="422741"/>
                  </a:lnTo>
                  <a:lnTo>
                    <a:pt x="1433220" y="413456"/>
                  </a:lnTo>
                  <a:lnTo>
                    <a:pt x="1442964" y="403269"/>
                  </a:lnTo>
                  <a:lnTo>
                    <a:pt x="1452722" y="390017"/>
                  </a:lnTo>
                  <a:lnTo>
                    <a:pt x="1462466" y="407082"/>
                  </a:lnTo>
                  <a:lnTo>
                    <a:pt x="1472225" y="404273"/>
                  </a:lnTo>
                  <a:lnTo>
                    <a:pt x="1481969" y="407229"/>
                  </a:lnTo>
                  <a:lnTo>
                    <a:pt x="1491713" y="406458"/>
                  </a:lnTo>
                  <a:lnTo>
                    <a:pt x="1501472" y="358972"/>
                  </a:lnTo>
                  <a:lnTo>
                    <a:pt x="1511216" y="329434"/>
                  </a:lnTo>
                  <a:lnTo>
                    <a:pt x="1520960" y="333557"/>
                  </a:lnTo>
                  <a:lnTo>
                    <a:pt x="1530719" y="341686"/>
                  </a:lnTo>
                  <a:lnTo>
                    <a:pt x="1540463" y="373142"/>
                  </a:lnTo>
                  <a:lnTo>
                    <a:pt x="1550221" y="375715"/>
                  </a:lnTo>
                  <a:lnTo>
                    <a:pt x="1559965" y="368389"/>
                  </a:lnTo>
                  <a:lnTo>
                    <a:pt x="1569709" y="368443"/>
                  </a:lnTo>
                  <a:lnTo>
                    <a:pt x="1579468" y="339706"/>
                  </a:lnTo>
                  <a:lnTo>
                    <a:pt x="1589212" y="334390"/>
                  </a:lnTo>
                  <a:lnTo>
                    <a:pt x="1598971" y="329168"/>
                  </a:lnTo>
                  <a:lnTo>
                    <a:pt x="1608715" y="326477"/>
                  </a:lnTo>
                  <a:lnTo>
                    <a:pt x="1618459" y="345396"/>
                  </a:lnTo>
                  <a:lnTo>
                    <a:pt x="1628218" y="341388"/>
                  </a:lnTo>
                  <a:lnTo>
                    <a:pt x="1637962" y="402432"/>
                  </a:lnTo>
                  <a:lnTo>
                    <a:pt x="1647720" y="385086"/>
                  </a:lnTo>
                  <a:lnTo>
                    <a:pt x="1657464" y="391144"/>
                  </a:lnTo>
                  <a:lnTo>
                    <a:pt x="1667208" y="397448"/>
                  </a:lnTo>
                  <a:lnTo>
                    <a:pt x="1676967" y="441837"/>
                  </a:lnTo>
                  <a:lnTo>
                    <a:pt x="1686711" y="427726"/>
                  </a:lnTo>
                  <a:lnTo>
                    <a:pt x="1696470" y="440196"/>
                  </a:lnTo>
                  <a:lnTo>
                    <a:pt x="1706214" y="413627"/>
                  </a:lnTo>
                  <a:lnTo>
                    <a:pt x="1715958" y="386404"/>
                  </a:lnTo>
                  <a:lnTo>
                    <a:pt x="1725716" y="411024"/>
                  </a:lnTo>
                  <a:lnTo>
                    <a:pt x="1735460" y="418441"/>
                  </a:lnTo>
                  <a:lnTo>
                    <a:pt x="1745219" y="417443"/>
                  </a:lnTo>
                  <a:lnTo>
                    <a:pt x="1754963" y="372405"/>
                  </a:lnTo>
                  <a:lnTo>
                    <a:pt x="1764707" y="306024"/>
                  </a:lnTo>
                  <a:lnTo>
                    <a:pt x="1774466" y="274870"/>
                  </a:lnTo>
                  <a:lnTo>
                    <a:pt x="1784210" y="284730"/>
                  </a:lnTo>
                  <a:lnTo>
                    <a:pt x="1793969" y="263581"/>
                  </a:lnTo>
                  <a:lnTo>
                    <a:pt x="1803713" y="264578"/>
                  </a:lnTo>
                  <a:lnTo>
                    <a:pt x="1813457" y="258548"/>
                  </a:lnTo>
                  <a:lnTo>
                    <a:pt x="1823215" y="270150"/>
                  </a:lnTo>
                  <a:lnTo>
                    <a:pt x="1832959" y="236581"/>
                  </a:lnTo>
                  <a:lnTo>
                    <a:pt x="1842703" y="252210"/>
                  </a:lnTo>
                  <a:lnTo>
                    <a:pt x="1852462" y="221695"/>
                  </a:lnTo>
                  <a:lnTo>
                    <a:pt x="1862206" y="237447"/>
                  </a:lnTo>
                  <a:lnTo>
                    <a:pt x="1871965" y="214039"/>
                  </a:lnTo>
                  <a:lnTo>
                    <a:pt x="1881709" y="227022"/>
                  </a:lnTo>
                  <a:lnTo>
                    <a:pt x="1891453" y="208377"/>
                  </a:lnTo>
                  <a:lnTo>
                    <a:pt x="1901212" y="226670"/>
                  </a:lnTo>
                  <a:lnTo>
                    <a:pt x="1910956" y="219785"/>
                  </a:lnTo>
                  <a:lnTo>
                    <a:pt x="1920714" y="220080"/>
                  </a:lnTo>
                  <a:lnTo>
                    <a:pt x="1930458" y="194123"/>
                  </a:lnTo>
                  <a:lnTo>
                    <a:pt x="1940202" y="203466"/>
                  </a:lnTo>
                  <a:lnTo>
                    <a:pt x="1949961" y="160157"/>
                  </a:lnTo>
                  <a:lnTo>
                    <a:pt x="1959705" y="152668"/>
                  </a:lnTo>
                  <a:lnTo>
                    <a:pt x="1969464" y="141053"/>
                  </a:lnTo>
                  <a:lnTo>
                    <a:pt x="1979208" y="151685"/>
                  </a:lnTo>
                  <a:lnTo>
                    <a:pt x="1988952" y="137436"/>
                  </a:lnTo>
                  <a:lnTo>
                    <a:pt x="1998711" y="106556"/>
                  </a:lnTo>
                  <a:lnTo>
                    <a:pt x="2008454" y="102492"/>
                  </a:lnTo>
                  <a:lnTo>
                    <a:pt x="2018213" y="93855"/>
                  </a:lnTo>
                  <a:lnTo>
                    <a:pt x="2027957" y="112840"/>
                  </a:lnTo>
                  <a:lnTo>
                    <a:pt x="2037701" y="112313"/>
                  </a:lnTo>
                  <a:lnTo>
                    <a:pt x="2047460" y="127574"/>
                  </a:lnTo>
                  <a:lnTo>
                    <a:pt x="2057204" y="133313"/>
                  </a:lnTo>
                  <a:lnTo>
                    <a:pt x="2066963" y="162062"/>
                  </a:lnTo>
                  <a:lnTo>
                    <a:pt x="2076707" y="171487"/>
                  </a:lnTo>
                  <a:lnTo>
                    <a:pt x="2086451" y="175412"/>
                  </a:lnTo>
                  <a:lnTo>
                    <a:pt x="2096210" y="135447"/>
                  </a:lnTo>
                  <a:lnTo>
                    <a:pt x="2105954" y="146117"/>
                  </a:lnTo>
                  <a:lnTo>
                    <a:pt x="2115697" y="174133"/>
                  </a:lnTo>
                  <a:lnTo>
                    <a:pt x="2125456" y="183044"/>
                  </a:lnTo>
                  <a:lnTo>
                    <a:pt x="2135200" y="175955"/>
                  </a:lnTo>
                  <a:lnTo>
                    <a:pt x="2144959" y="182110"/>
                  </a:lnTo>
                  <a:lnTo>
                    <a:pt x="2154703" y="143006"/>
                  </a:lnTo>
                  <a:lnTo>
                    <a:pt x="2164447" y="153033"/>
                  </a:lnTo>
                  <a:lnTo>
                    <a:pt x="2174206" y="109332"/>
                  </a:lnTo>
                  <a:lnTo>
                    <a:pt x="2183950" y="117632"/>
                  </a:lnTo>
                  <a:lnTo>
                    <a:pt x="2193709" y="102806"/>
                  </a:lnTo>
                  <a:lnTo>
                    <a:pt x="2203452" y="103344"/>
                  </a:lnTo>
                  <a:lnTo>
                    <a:pt x="2213196" y="142311"/>
                  </a:lnTo>
                  <a:lnTo>
                    <a:pt x="2222955" y="130600"/>
                  </a:lnTo>
                  <a:lnTo>
                    <a:pt x="2232699" y="111146"/>
                  </a:lnTo>
                  <a:lnTo>
                    <a:pt x="2242458" y="99698"/>
                  </a:lnTo>
                  <a:lnTo>
                    <a:pt x="2252202" y="131165"/>
                  </a:lnTo>
                  <a:lnTo>
                    <a:pt x="2261946" y="98651"/>
                  </a:lnTo>
                  <a:lnTo>
                    <a:pt x="2271705" y="75074"/>
                  </a:lnTo>
                  <a:lnTo>
                    <a:pt x="2281449" y="105950"/>
                  </a:lnTo>
                  <a:lnTo>
                    <a:pt x="2291208" y="87998"/>
                  </a:lnTo>
                  <a:lnTo>
                    <a:pt x="2300951" y="122994"/>
                  </a:lnTo>
                  <a:lnTo>
                    <a:pt x="2310695" y="121249"/>
                  </a:lnTo>
                  <a:lnTo>
                    <a:pt x="2320454" y="115658"/>
                  </a:lnTo>
                  <a:lnTo>
                    <a:pt x="2330198" y="108837"/>
                  </a:lnTo>
                  <a:lnTo>
                    <a:pt x="2339957" y="117754"/>
                  </a:lnTo>
                  <a:lnTo>
                    <a:pt x="2349701" y="137917"/>
                  </a:lnTo>
                  <a:lnTo>
                    <a:pt x="2359445" y="172675"/>
                  </a:lnTo>
                  <a:lnTo>
                    <a:pt x="2369204" y="185920"/>
                  </a:lnTo>
                  <a:lnTo>
                    <a:pt x="2378948" y="201151"/>
                  </a:lnTo>
                  <a:lnTo>
                    <a:pt x="2388692" y="172979"/>
                  </a:lnTo>
                  <a:lnTo>
                    <a:pt x="2398450" y="161992"/>
                  </a:lnTo>
                  <a:lnTo>
                    <a:pt x="2408194" y="140363"/>
                  </a:lnTo>
                  <a:lnTo>
                    <a:pt x="2417953" y="155268"/>
                  </a:lnTo>
                  <a:lnTo>
                    <a:pt x="2427697" y="188427"/>
                  </a:lnTo>
                  <a:lnTo>
                    <a:pt x="2437441" y="201673"/>
                  </a:lnTo>
                  <a:lnTo>
                    <a:pt x="2447200" y="185132"/>
                  </a:lnTo>
                  <a:lnTo>
                    <a:pt x="2456944" y="161854"/>
                  </a:lnTo>
                  <a:lnTo>
                    <a:pt x="2466703" y="157193"/>
                  </a:lnTo>
                  <a:lnTo>
                    <a:pt x="2476446" y="173309"/>
                  </a:lnTo>
                  <a:lnTo>
                    <a:pt x="2486190" y="186131"/>
                  </a:lnTo>
                  <a:lnTo>
                    <a:pt x="2495949" y="160048"/>
                  </a:lnTo>
                  <a:lnTo>
                    <a:pt x="2505693" y="198425"/>
                  </a:lnTo>
                  <a:lnTo>
                    <a:pt x="2515452" y="200050"/>
                  </a:lnTo>
                  <a:lnTo>
                    <a:pt x="2525196" y="242861"/>
                  </a:lnTo>
                  <a:lnTo>
                    <a:pt x="2534940" y="213991"/>
                  </a:lnTo>
                  <a:lnTo>
                    <a:pt x="2544699" y="197616"/>
                  </a:lnTo>
                  <a:lnTo>
                    <a:pt x="2554443" y="193758"/>
                  </a:lnTo>
                  <a:lnTo>
                    <a:pt x="2564202" y="180394"/>
                  </a:lnTo>
                  <a:lnTo>
                    <a:pt x="2573946" y="155550"/>
                  </a:lnTo>
                  <a:lnTo>
                    <a:pt x="2583690" y="158023"/>
                  </a:lnTo>
                  <a:lnTo>
                    <a:pt x="2593448" y="147071"/>
                  </a:lnTo>
                  <a:lnTo>
                    <a:pt x="2603192" y="137120"/>
                  </a:lnTo>
                  <a:lnTo>
                    <a:pt x="2612951" y="147770"/>
                  </a:lnTo>
                  <a:lnTo>
                    <a:pt x="2622695" y="156897"/>
                  </a:lnTo>
                  <a:lnTo>
                    <a:pt x="2632439" y="170659"/>
                  </a:lnTo>
                  <a:lnTo>
                    <a:pt x="2642198" y="152776"/>
                  </a:lnTo>
                  <a:lnTo>
                    <a:pt x="2651942" y="150937"/>
                  </a:lnTo>
                  <a:lnTo>
                    <a:pt x="2661685" y="91489"/>
                  </a:lnTo>
                  <a:lnTo>
                    <a:pt x="2671444" y="103695"/>
                  </a:lnTo>
                  <a:lnTo>
                    <a:pt x="2681188" y="84967"/>
                  </a:lnTo>
                  <a:lnTo>
                    <a:pt x="2690947" y="98798"/>
                  </a:lnTo>
                  <a:lnTo>
                    <a:pt x="2700691" y="94783"/>
                  </a:lnTo>
                  <a:lnTo>
                    <a:pt x="2710435" y="91462"/>
                  </a:lnTo>
                  <a:lnTo>
                    <a:pt x="2720194" y="75851"/>
                  </a:lnTo>
                  <a:lnTo>
                    <a:pt x="2729938" y="58711"/>
                  </a:lnTo>
                  <a:lnTo>
                    <a:pt x="2739697" y="29807"/>
                  </a:lnTo>
                  <a:lnTo>
                    <a:pt x="2749441" y="59276"/>
                  </a:lnTo>
                  <a:lnTo>
                    <a:pt x="2759185" y="39402"/>
                  </a:lnTo>
                  <a:lnTo>
                    <a:pt x="2768943" y="74839"/>
                  </a:lnTo>
                  <a:lnTo>
                    <a:pt x="2778687" y="105109"/>
                  </a:lnTo>
                  <a:lnTo>
                    <a:pt x="2788446" y="106435"/>
                  </a:lnTo>
                  <a:lnTo>
                    <a:pt x="2798190" y="123516"/>
                  </a:lnTo>
                  <a:lnTo>
                    <a:pt x="2807934" y="117183"/>
                  </a:lnTo>
                  <a:lnTo>
                    <a:pt x="2817693" y="161785"/>
                  </a:lnTo>
                  <a:lnTo>
                    <a:pt x="2827437" y="134286"/>
                  </a:lnTo>
                  <a:lnTo>
                    <a:pt x="2837196" y="137793"/>
                  </a:lnTo>
                  <a:lnTo>
                    <a:pt x="2846940" y="101580"/>
                  </a:lnTo>
                  <a:lnTo>
                    <a:pt x="2856684" y="98169"/>
                  </a:lnTo>
                  <a:lnTo>
                    <a:pt x="2866442" y="88856"/>
                  </a:lnTo>
                  <a:lnTo>
                    <a:pt x="2876186" y="61083"/>
                  </a:lnTo>
                  <a:lnTo>
                    <a:pt x="2885945" y="48226"/>
                  </a:lnTo>
                  <a:lnTo>
                    <a:pt x="2895689" y="32197"/>
                  </a:lnTo>
                  <a:lnTo>
                    <a:pt x="2905433" y="8540"/>
                  </a:lnTo>
                  <a:lnTo>
                    <a:pt x="29151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7" name="Freeform 976">
              <a:extLst>
                <a:ext uri="{FF2B5EF4-FFF2-40B4-BE49-F238E27FC236}">
                  <a16:creationId xmlns:a16="http://schemas.microsoft.com/office/drawing/2014/main" id="{5DFA74CE-7D99-1CE5-0685-B34DC27C5839}"/>
                </a:ext>
              </a:extLst>
            </p:cNvPr>
            <p:cNvSpPr/>
            <p:nvPr/>
          </p:nvSpPr>
          <p:spPr>
            <a:xfrm>
              <a:off x="4426652" y="3330839"/>
              <a:ext cx="2915191" cy="709876"/>
            </a:xfrm>
            <a:custGeom>
              <a:avLst/>
              <a:gdLst>
                <a:gd name="connsiteX0" fmla="*/ 0 w 2915191"/>
                <a:gd name="connsiteY0" fmla="*/ 152706 h 709876"/>
                <a:gd name="connsiteX1" fmla="*/ 9750 w 2915191"/>
                <a:gd name="connsiteY1" fmla="*/ 173032 h 709876"/>
                <a:gd name="connsiteX2" fmla="*/ 19500 w 2915191"/>
                <a:gd name="connsiteY2" fmla="*/ 155179 h 709876"/>
                <a:gd name="connsiteX3" fmla="*/ 29250 w 2915191"/>
                <a:gd name="connsiteY3" fmla="*/ 119286 h 709876"/>
                <a:gd name="connsiteX4" fmla="*/ 39000 w 2915191"/>
                <a:gd name="connsiteY4" fmla="*/ 121249 h 709876"/>
                <a:gd name="connsiteX5" fmla="*/ 48749 w 2915191"/>
                <a:gd name="connsiteY5" fmla="*/ 111316 h 709876"/>
                <a:gd name="connsiteX6" fmla="*/ 58499 w 2915191"/>
                <a:gd name="connsiteY6" fmla="*/ 121047 h 709876"/>
                <a:gd name="connsiteX7" fmla="*/ 68249 w 2915191"/>
                <a:gd name="connsiteY7" fmla="*/ 106489 h 709876"/>
                <a:gd name="connsiteX8" fmla="*/ 77998 w 2915191"/>
                <a:gd name="connsiteY8" fmla="*/ 65259 h 709876"/>
                <a:gd name="connsiteX9" fmla="*/ 87748 w 2915191"/>
                <a:gd name="connsiteY9" fmla="*/ 54478 h 709876"/>
                <a:gd name="connsiteX10" fmla="*/ 97497 w 2915191"/>
                <a:gd name="connsiteY10" fmla="*/ 27760 h 709876"/>
                <a:gd name="connsiteX11" fmla="*/ 107247 w 2915191"/>
                <a:gd name="connsiteY11" fmla="*/ 0 h 709876"/>
                <a:gd name="connsiteX12" fmla="*/ 116997 w 2915191"/>
                <a:gd name="connsiteY12" fmla="*/ 688 h 709876"/>
                <a:gd name="connsiteX13" fmla="*/ 126747 w 2915191"/>
                <a:gd name="connsiteY13" fmla="*/ 17561 h 709876"/>
                <a:gd name="connsiteX14" fmla="*/ 136497 w 2915191"/>
                <a:gd name="connsiteY14" fmla="*/ 14979 h 709876"/>
                <a:gd name="connsiteX15" fmla="*/ 146247 w 2915191"/>
                <a:gd name="connsiteY15" fmla="*/ 51327 h 709876"/>
                <a:gd name="connsiteX16" fmla="*/ 155997 w 2915191"/>
                <a:gd name="connsiteY16" fmla="*/ 24390 h 709876"/>
                <a:gd name="connsiteX17" fmla="*/ 165747 w 2915191"/>
                <a:gd name="connsiteY17" fmla="*/ 69612 h 709876"/>
                <a:gd name="connsiteX18" fmla="*/ 175497 w 2915191"/>
                <a:gd name="connsiteY18" fmla="*/ 28786 h 709876"/>
                <a:gd name="connsiteX19" fmla="*/ 185247 w 2915191"/>
                <a:gd name="connsiteY19" fmla="*/ 40549 h 709876"/>
                <a:gd name="connsiteX20" fmla="*/ 194996 w 2915191"/>
                <a:gd name="connsiteY20" fmla="*/ 59599 h 709876"/>
                <a:gd name="connsiteX21" fmla="*/ 204746 w 2915191"/>
                <a:gd name="connsiteY21" fmla="*/ 60316 h 709876"/>
                <a:gd name="connsiteX22" fmla="*/ 214495 w 2915191"/>
                <a:gd name="connsiteY22" fmla="*/ 81822 h 709876"/>
                <a:gd name="connsiteX23" fmla="*/ 224245 w 2915191"/>
                <a:gd name="connsiteY23" fmla="*/ 85233 h 709876"/>
                <a:gd name="connsiteX24" fmla="*/ 233995 w 2915191"/>
                <a:gd name="connsiteY24" fmla="*/ 122881 h 709876"/>
                <a:gd name="connsiteX25" fmla="*/ 243744 w 2915191"/>
                <a:gd name="connsiteY25" fmla="*/ 120299 h 709876"/>
                <a:gd name="connsiteX26" fmla="*/ 253494 w 2915191"/>
                <a:gd name="connsiteY26" fmla="*/ 109390 h 709876"/>
                <a:gd name="connsiteX27" fmla="*/ 263244 w 2915191"/>
                <a:gd name="connsiteY27" fmla="*/ 143258 h 709876"/>
                <a:gd name="connsiteX28" fmla="*/ 272994 w 2915191"/>
                <a:gd name="connsiteY28" fmla="*/ 123305 h 709876"/>
                <a:gd name="connsiteX29" fmla="*/ 282744 w 2915191"/>
                <a:gd name="connsiteY29" fmla="*/ 133642 h 709876"/>
                <a:gd name="connsiteX30" fmla="*/ 292494 w 2915191"/>
                <a:gd name="connsiteY30" fmla="*/ 103085 h 709876"/>
                <a:gd name="connsiteX31" fmla="*/ 302244 w 2915191"/>
                <a:gd name="connsiteY31" fmla="*/ 119505 h 709876"/>
                <a:gd name="connsiteX32" fmla="*/ 311994 w 2915191"/>
                <a:gd name="connsiteY32" fmla="*/ 111796 h 709876"/>
                <a:gd name="connsiteX33" fmla="*/ 321744 w 2915191"/>
                <a:gd name="connsiteY33" fmla="*/ 121912 h 709876"/>
                <a:gd name="connsiteX34" fmla="*/ 331493 w 2915191"/>
                <a:gd name="connsiteY34" fmla="*/ 138246 h 709876"/>
                <a:gd name="connsiteX35" fmla="*/ 341243 w 2915191"/>
                <a:gd name="connsiteY35" fmla="*/ 154109 h 709876"/>
                <a:gd name="connsiteX36" fmla="*/ 350993 w 2915191"/>
                <a:gd name="connsiteY36" fmla="*/ 123204 h 709876"/>
                <a:gd name="connsiteX37" fmla="*/ 360742 w 2915191"/>
                <a:gd name="connsiteY37" fmla="*/ 103490 h 709876"/>
                <a:gd name="connsiteX38" fmla="*/ 370492 w 2915191"/>
                <a:gd name="connsiteY38" fmla="*/ 116733 h 709876"/>
                <a:gd name="connsiteX39" fmla="*/ 380241 w 2915191"/>
                <a:gd name="connsiteY39" fmla="*/ 144927 h 709876"/>
                <a:gd name="connsiteX40" fmla="*/ 389991 w 2915191"/>
                <a:gd name="connsiteY40" fmla="*/ 159800 h 709876"/>
                <a:gd name="connsiteX41" fmla="*/ 399741 w 2915191"/>
                <a:gd name="connsiteY41" fmla="*/ 155676 h 709876"/>
                <a:gd name="connsiteX42" fmla="*/ 409491 w 2915191"/>
                <a:gd name="connsiteY42" fmla="*/ 139064 h 709876"/>
                <a:gd name="connsiteX43" fmla="*/ 419241 w 2915191"/>
                <a:gd name="connsiteY43" fmla="*/ 166213 h 709876"/>
                <a:gd name="connsiteX44" fmla="*/ 428991 w 2915191"/>
                <a:gd name="connsiteY44" fmla="*/ 149309 h 709876"/>
                <a:gd name="connsiteX45" fmla="*/ 438741 w 2915191"/>
                <a:gd name="connsiteY45" fmla="*/ 139884 h 709876"/>
                <a:gd name="connsiteX46" fmla="*/ 448491 w 2915191"/>
                <a:gd name="connsiteY46" fmla="*/ 138507 h 709876"/>
                <a:gd name="connsiteX47" fmla="*/ 458241 w 2915191"/>
                <a:gd name="connsiteY47" fmla="*/ 125212 h 709876"/>
                <a:gd name="connsiteX48" fmla="*/ 467991 w 2915191"/>
                <a:gd name="connsiteY48" fmla="*/ 128855 h 709876"/>
                <a:gd name="connsiteX49" fmla="*/ 477740 w 2915191"/>
                <a:gd name="connsiteY49" fmla="*/ 144592 h 709876"/>
                <a:gd name="connsiteX50" fmla="*/ 487490 w 2915191"/>
                <a:gd name="connsiteY50" fmla="*/ 153245 h 709876"/>
                <a:gd name="connsiteX51" fmla="*/ 497239 w 2915191"/>
                <a:gd name="connsiteY51" fmla="*/ 163476 h 709876"/>
                <a:gd name="connsiteX52" fmla="*/ 506989 w 2915191"/>
                <a:gd name="connsiteY52" fmla="*/ 151751 h 709876"/>
                <a:gd name="connsiteX53" fmla="*/ 516738 w 2915191"/>
                <a:gd name="connsiteY53" fmla="*/ 167451 h 709876"/>
                <a:gd name="connsiteX54" fmla="*/ 526488 w 2915191"/>
                <a:gd name="connsiteY54" fmla="*/ 161676 h 709876"/>
                <a:gd name="connsiteX55" fmla="*/ 536238 w 2915191"/>
                <a:gd name="connsiteY55" fmla="*/ 162006 h 709876"/>
                <a:gd name="connsiteX56" fmla="*/ 545988 w 2915191"/>
                <a:gd name="connsiteY56" fmla="*/ 161702 h 709876"/>
                <a:gd name="connsiteX57" fmla="*/ 555738 w 2915191"/>
                <a:gd name="connsiteY57" fmla="*/ 115869 h 709876"/>
                <a:gd name="connsiteX58" fmla="*/ 565488 w 2915191"/>
                <a:gd name="connsiteY58" fmla="*/ 138677 h 709876"/>
                <a:gd name="connsiteX59" fmla="*/ 575238 w 2915191"/>
                <a:gd name="connsiteY59" fmla="*/ 109269 h 709876"/>
                <a:gd name="connsiteX60" fmla="*/ 584988 w 2915191"/>
                <a:gd name="connsiteY60" fmla="*/ 110902 h 709876"/>
                <a:gd name="connsiteX61" fmla="*/ 594738 w 2915191"/>
                <a:gd name="connsiteY61" fmla="*/ 88576 h 709876"/>
                <a:gd name="connsiteX62" fmla="*/ 604488 w 2915191"/>
                <a:gd name="connsiteY62" fmla="*/ 93949 h 709876"/>
                <a:gd name="connsiteX63" fmla="*/ 614237 w 2915191"/>
                <a:gd name="connsiteY63" fmla="*/ 91825 h 709876"/>
                <a:gd name="connsiteX64" fmla="*/ 623987 w 2915191"/>
                <a:gd name="connsiteY64" fmla="*/ 119307 h 709876"/>
                <a:gd name="connsiteX65" fmla="*/ 633736 w 2915191"/>
                <a:gd name="connsiteY65" fmla="*/ 130682 h 709876"/>
                <a:gd name="connsiteX66" fmla="*/ 643486 w 2915191"/>
                <a:gd name="connsiteY66" fmla="*/ 165909 h 709876"/>
                <a:gd name="connsiteX67" fmla="*/ 653236 w 2915191"/>
                <a:gd name="connsiteY67" fmla="*/ 196170 h 709876"/>
                <a:gd name="connsiteX68" fmla="*/ 662985 w 2915191"/>
                <a:gd name="connsiteY68" fmla="*/ 210771 h 709876"/>
                <a:gd name="connsiteX69" fmla="*/ 672735 w 2915191"/>
                <a:gd name="connsiteY69" fmla="*/ 194001 h 709876"/>
                <a:gd name="connsiteX70" fmla="*/ 682485 w 2915191"/>
                <a:gd name="connsiteY70" fmla="*/ 193118 h 709876"/>
                <a:gd name="connsiteX71" fmla="*/ 692235 w 2915191"/>
                <a:gd name="connsiteY71" fmla="*/ 228361 h 709876"/>
                <a:gd name="connsiteX72" fmla="*/ 701985 w 2915191"/>
                <a:gd name="connsiteY72" fmla="*/ 243081 h 709876"/>
                <a:gd name="connsiteX73" fmla="*/ 711735 w 2915191"/>
                <a:gd name="connsiteY73" fmla="*/ 232892 h 709876"/>
                <a:gd name="connsiteX74" fmla="*/ 721485 w 2915191"/>
                <a:gd name="connsiteY74" fmla="*/ 244094 h 709876"/>
                <a:gd name="connsiteX75" fmla="*/ 731235 w 2915191"/>
                <a:gd name="connsiteY75" fmla="*/ 213266 h 709876"/>
                <a:gd name="connsiteX76" fmla="*/ 740985 w 2915191"/>
                <a:gd name="connsiteY76" fmla="*/ 229032 h 709876"/>
                <a:gd name="connsiteX77" fmla="*/ 750734 w 2915191"/>
                <a:gd name="connsiteY77" fmla="*/ 216049 h 709876"/>
                <a:gd name="connsiteX78" fmla="*/ 760484 w 2915191"/>
                <a:gd name="connsiteY78" fmla="*/ 223133 h 709876"/>
                <a:gd name="connsiteX79" fmla="*/ 770233 w 2915191"/>
                <a:gd name="connsiteY79" fmla="*/ 200887 h 709876"/>
                <a:gd name="connsiteX80" fmla="*/ 779983 w 2915191"/>
                <a:gd name="connsiteY80" fmla="*/ 163561 h 709876"/>
                <a:gd name="connsiteX81" fmla="*/ 789733 w 2915191"/>
                <a:gd name="connsiteY81" fmla="*/ 190239 h 709876"/>
                <a:gd name="connsiteX82" fmla="*/ 799482 w 2915191"/>
                <a:gd name="connsiteY82" fmla="*/ 192537 h 709876"/>
                <a:gd name="connsiteX83" fmla="*/ 809232 w 2915191"/>
                <a:gd name="connsiteY83" fmla="*/ 206634 h 709876"/>
                <a:gd name="connsiteX84" fmla="*/ 818982 w 2915191"/>
                <a:gd name="connsiteY84" fmla="*/ 213590 h 709876"/>
                <a:gd name="connsiteX85" fmla="*/ 828732 w 2915191"/>
                <a:gd name="connsiteY85" fmla="*/ 241842 h 709876"/>
                <a:gd name="connsiteX86" fmla="*/ 838482 w 2915191"/>
                <a:gd name="connsiteY86" fmla="*/ 236898 h 709876"/>
                <a:gd name="connsiteX87" fmla="*/ 848232 w 2915191"/>
                <a:gd name="connsiteY87" fmla="*/ 232870 h 709876"/>
                <a:gd name="connsiteX88" fmla="*/ 857982 w 2915191"/>
                <a:gd name="connsiteY88" fmla="*/ 184746 h 709876"/>
                <a:gd name="connsiteX89" fmla="*/ 867732 w 2915191"/>
                <a:gd name="connsiteY89" fmla="*/ 188073 h 709876"/>
                <a:gd name="connsiteX90" fmla="*/ 877482 w 2915191"/>
                <a:gd name="connsiteY90" fmla="*/ 167263 h 709876"/>
                <a:gd name="connsiteX91" fmla="*/ 887231 w 2915191"/>
                <a:gd name="connsiteY91" fmla="*/ 174847 h 709876"/>
                <a:gd name="connsiteX92" fmla="*/ 896981 w 2915191"/>
                <a:gd name="connsiteY92" fmla="*/ 182428 h 709876"/>
                <a:gd name="connsiteX93" fmla="*/ 906730 w 2915191"/>
                <a:gd name="connsiteY93" fmla="*/ 193271 h 709876"/>
                <a:gd name="connsiteX94" fmla="*/ 916480 w 2915191"/>
                <a:gd name="connsiteY94" fmla="*/ 180896 h 709876"/>
                <a:gd name="connsiteX95" fmla="*/ 926230 w 2915191"/>
                <a:gd name="connsiteY95" fmla="*/ 184052 h 709876"/>
                <a:gd name="connsiteX96" fmla="*/ 935979 w 2915191"/>
                <a:gd name="connsiteY96" fmla="*/ 190492 h 709876"/>
                <a:gd name="connsiteX97" fmla="*/ 945729 w 2915191"/>
                <a:gd name="connsiteY97" fmla="*/ 171045 h 709876"/>
                <a:gd name="connsiteX98" fmla="*/ 955479 w 2915191"/>
                <a:gd name="connsiteY98" fmla="*/ 165507 h 709876"/>
                <a:gd name="connsiteX99" fmla="*/ 965229 w 2915191"/>
                <a:gd name="connsiteY99" fmla="*/ 161040 h 709876"/>
                <a:gd name="connsiteX100" fmla="*/ 974979 w 2915191"/>
                <a:gd name="connsiteY100" fmla="*/ 164737 h 709876"/>
                <a:gd name="connsiteX101" fmla="*/ 984729 w 2915191"/>
                <a:gd name="connsiteY101" fmla="*/ 212914 h 709876"/>
                <a:gd name="connsiteX102" fmla="*/ 994474 w 2915191"/>
                <a:gd name="connsiteY102" fmla="*/ 213610 h 709876"/>
                <a:gd name="connsiteX103" fmla="*/ 1004233 w 2915191"/>
                <a:gd name="connsiteY103" fmla="*/ 222698 h 709876"/>
                <a:gd name="connsiteX104" fmla="*/ 1013977 w 2915191"/>
                <a:gd name="connsiteY104" fmla="*/ 257459 h 709876"/>
                <a:gd name="connsiteX105" fmla="*/ 1023721 w 2915191"/>
                <a:gd name="connsiteY105" fmla="*/ 268056 h 709876"/>
                <a:gd name="connsiteX106" fmla="*/ 1033480 w 2915191"/>
                <a:gd name="connsiteY106" fmla="*/ 275512 h 709876"/>
                <a:gd name="connsiteX107" fmla="*/ 1043224 w 2915191"/>
                <a:gd name="connsiteY107" fmla="*/ 285143 h 709876"/>
                <a:gd name="connsiteX108" fmla="*/ 1052983 w 2915191"/>
                <a:gd name="connsiteY108" fmla="*/ 304714 h 709876"/>
                <a:gd name="connsiteX109" fmla="*/ 1062727 w 2915191"/>
                <a:gd name="connsiteY109" fmla="*/ 292297 h 709876"/>
                <a:gd name="connsiteX110" fmla="*/ 1072471 w 2915191"/>
                <a:gd name="connsiteY110" fmla="*/ 297795 h 709876"/>
                <a:gd name="connsiteX111" fmla="*/ 1082230 w 2915191"/>
                <a:gd name="connsiteY111" fmla="*/ 292176 h 709876"/>
                <a:gd name="connsiteX112" fmla="*/ 1091973 w 2915191"/>
                <a:gd name="connsiteY112" fmla="*/ 295174 h 709876"/>
                <a:gd name="connsiteX113" fmla="*/ 1101732 w 2915191"/>
                <a:gd name="connsiteY113" fmla="*/ 296472 h 709876"/>
                <a:gd name="connsiteX114" fmla="*/ 1111476 w 2915191"/>
                <a:gd name="connsiteY114" fmla="*/ 306697 h 709876"/>
                <a:gd name="connsiteX115" fmla="*/ 1121220 w 2915191"/>
                <a:gd name="connsiteY115" fmla="*/ 306998 h 709876"/>
                <a:gd name="connsiteX116" fmla="*/ 1130979 w 2915191"/>
                <a:gd name="connsiteY116" fmla="*/ 294455 h 709876"/>
                <a:gd name="connsiteX117" fmla="*/ 1140723 w 2915191"/>
                <a:gd name="connsiteY117" fmla="*/ 270855 h 709876"/>
                <a:gd name="connsiteX118" fmla="*/ 1150482 w 2915191"/>
                <a:gd name="connsiteY118" fmla="*/ 274904 h 709876"/>
                <a:gd name="connsiteX119" fmla="*/ 1160226 w 2915191"/>
                <a:gd name="connsiteY119" fmla="*/ 257405 h 709876"/>
                <a:gd name="connsiteX120" fmla="*/ 1169969 w 2915191"/>
                <a:gd name="connsiteY120" fmla="*/ 272026 h 709876"/>
                <a:gd name="connsiteX121" fmla="*/ 1179728 w 2915191"/>
                <a:gd name="connsiteY121" fmla="*/ 258885 h 709876"/>
                <a:gd name="connsiteX122" fmla="*/ 1189472 w 2915191"/>
                <a:gd name="connsiteY122" fmla="*/ 267090 h 709876"/>
                <a:gd name="connsiteX123" fmla="*/ 1199231 w 2915191"/>
                <a:gd name="connsiteY123" fmla="*/ 229645 h 709876"/>
                <a:gd name="connsiteX124" fmla="*/ 1208975 w 2915191"/>
                <a:gd name="connsiteY124" fmla="*/ 250480 h 709876"/>
                <a:gd name="connsiteX125" fmla="*/ 1218719 w 2915191"/>
                <a:gd name="connsiteY125" fmla="*/ 266514 h 709876"/>
                <a:gd name="connsiteX126" fmla="*/ 1228478 w 2915191"/>
                <a:gd name="connsiteY126" fmla="*/ 280290 h 709876"/>
                <a:gd name="connsiteX127" fmla="*/ 1238222 w 2915191"/>
                <a:gd name="connsiteY127" fmla="*/ 259944 h 709876"/>
                <a:gd name="connsiteX128" fmla="*/ 1247966 w 2915191"/>
                <a:gd name="connsiteY128" fmla="*/ 268997 h 709876"/>
                <a:gd name="connsiteX129" fmla="*/ 1257725 w 2915191"/>
                <a:gd name="connsiteY129" fmla="*/ 277762 h 709876"/>
                <a:gd name="connsiteX130" fmla="*/ 1267469 w 2915191"/>
                <a:gd name="connsiteY130" fmla="*/ 317377 h 709876"/>
                <a:gd name="connsiteX131" fmla="*/ 1277227 w 2915191"/>
                <a:gd name="connsiteY131" fmla="*/ 303231 h 709876"/>
                <a:gd name="connsiteX132" fmla="*/ 1286971 w 2915191"/>
                <a:gd name="connsiteY132" fmla="*/ 299808 h 709876"/>
                <a:gd name="connsiteX133" fmla="*/ 1296715 w 2915191"/>
                <a:gd name="connsiteY133" fmla="*/ 292361 h 709876"/>
                <a:gd name="connsiteX134" fmla="*/ 1306474 w 2915191"/>
                <a:gd name="connsiteY134" fmla="*/ 266979 h 709876"/>
                <a:gd name="connsiteX135" fmla="*/ 1316218 w 2915191"/>
                <a:gd name="connsiteY135" fmla="*/ 268264 h 709876"/>
                <a:gd name="connsiteX136" fmla="*/ 1325977 w 2915191"/>
                <a:gd name="connsiteY136" fmla="*/ 231389 h 709876"/>
                <a:gd name="connsiteX137" fmla="*/ 1335721 w 2915191"/>
                <a:gd name="connsiteY137" fmla="*/ 285281 h 709876"/>
                <a:gd name="connsiteX138" fmla="*/ 1345465 w 2915191"/>
                <a:gd name="connsiteY138" fmla="*/ 274453 h 709876"/>
                <a:gd name="connsiteX139" fmla="*/ 1355224 w 2915191"/>
                <a:gd name="connsiteY139" fmla="*/ 260376 h 709876"/>
                <a:gd name="connsiteX140" fmla="*/ 1364967 w 2915191"/>
                <a:gd name="connsiteY140" fmla="*/ 260550 h 709876"/>
                <a:gd name="connsiteX141" fmla="*/ 1374726 w 2915191"/>
                <a:gd name="connsiteY141" fmla="*/ 255309 h 709876"/>
                <a:gd name="connsiteX142" fmla="*/ 1384470 w 2915191"/>
                <a:gd name="connsiteY142" fmla="*/ 256610 h 709876"/>
                <a:gd name="connsiteX143" fmla="*/ 1394214 w 2915191"/>
                <a:gd name="connsiteY143" fmla="*/ 261328 h 709876"/>
                <a:gd name="connsiteX144" fmla="*/ 1403973 w 2915191"/>
                <a:gd name="connsiteY144" fmla="*/ 299621 h 709876"/>
                <a:gd name="connsiteX145" fmla="*/ 1413717 w 2915191"/>
                <a:gd name="connsiteY145" fmla="*/ 293786 h 709876"/>
                <a:gd name="connsiteX146" fmla="*/ 1423476 w 2915191"/>
                <a:gd name="connsiteY146" fmla="*/ 269122 h 709876"/>
                <a:gd name="connsiteX147" fmla="*/ 1433220 w 2915191"/>
                <a:gd name="connsiteY147" fmla="*/ 248357 h 709876"/>
                <a:gd name="connsiteX148" fmla="*/ 1442964 w 2915191"/>
                <a:gd name="connsiteY148" fmla="*/ 218912 h 709876"/>
                <a:gd name="connsiteX149" fmla="*/ 1452722 w 2915191"/>
                <a:gd name="connsiteY149" fmla="*/ 215441 h 709876"/>
                <a:gd name="connsiteX150" fmla="*/ 1462466 w 2915191"/>
                <a:gd name="connsiteY150" fmla="*/ 186204 h 709876"/>
                <a:gd name="connsiteX151" fmla="*/ 1472225 w 2915191"/>
                <a:gd name="connsiteY151" fmla="*/ 205439 h 709876"/>
                <a:gd name="connsiteX152" fmla="*/ 1481969 w 2915191"/>
                <a:gd name="connsiteY152" fmla="*/ 197046 h 709876"/>
                <a:gd name="connsiteX153" fmla="*/ 1491713 w 2915191"/>
                <a:gd name="connsiteY153" fmla="*/ 215016 h 709876"/>
                <a:gd name="connsiteX154" fmla="*/ 1501472 w 2915191"/>
                <a:gd name="connsiteY154" fmla="*/ 241852 h 709876"/>
                <a:gd name="connsiteX155" fmla="*/ 1511216 w 2915191"/>
                <a:gd name="connsiteY155" fmla="*/ 222643 h 709876"/>
                <a:gd name="connsiteX156" fmla="*/ 1520960 w 2915191"/>
                <a:gd name="connsiteY156" fmla="*/ 215359 h 709876"/>
                <a:gd name="connsiteX157" fmla="*/ 1530719 w 2915191"/>
                <a:gd name="connsiteY157" fmla="*/ 211330 h 709876"/>
                <a:gd name="connsiteX158" fmla="*/ 1540463 w 2915191"/>
                <a:gd name="connsiteY158" fmla="*/ 233768 h 709876"/>
                <a:gd name="connsiteX159" fmla="*/ 1550221 w 2915191"/>
                <a:gd name="connsiteY159" fmla="*/ 252249 h 709876"/>
                <a:gd name="connsiteX160" fmla="*/ 1559965 w 2915191"/>
                <a:gd name="connsiteY160" fmla="*/ 216624 h 709876"/>
                <a:gd name="connsiteX161" fmla="*/ 1569709 w 2915191"/>
                <a:gd name="connsiteY161" fmla="*/ 232986 h 709876"/>
                <a:gd name="connsiteX162" fmla="*/ 1579468 w 2915191"/>
                <a:gd name="connsiteY162" fmla="*/ 229248 h 709876"/>
                <a:gd name="connsiteX163" fmla="*/ 1589212 w 2915191"/>
                <a:gd name="connsiteY163" fmla="*/ 239804 h 709876"/>
                <a:gd name="connsiteX164" fmla="*/ 1598971 w 2915191"/>
                <a:gd name="connsiteY164" fmla="*/ 235864 h 709876"/>
                <a:gd name="connsiteX165" fmla="*/ 1608715 w 2915191"/>
                <a:gd name="connsiteY165" fmla="*/ 260874 h 709876"/>
                <a:gd name="connsiteX166" fmla="*/ 1618459 w 2915191"/>
                <a:gd name="connsiteY166" fmla="*/ 241864 h 709876"/>
                <a:gd name="connsiteX167" fmla="*/ 1628218 w 2915191"/>
                <a:gd name="connsiteY167" fmla="*/ 259305 h 709876"/>
                <a:gd name="connsiteX168" fmla="*/ 1637962 w 2915191"/>
                <a:gd name="connsiteY168" fmla="*/ 265020 h 709876"/>
                <a:gd name="connsiteX169" fmla="*/ 1647720 w 2915191"/>
                <a:gd name="connsiteY169" fmla="*/ 245942 h 709876"/>
                <a:gd name="connsiteX170" fmla="*/ 1657464 w 2915191"/>
                <a:gd name="connsiteY170" fmla="*/ 250404 h 709876"/>
                <a:gd name="connsiteX171" fmla="*/ 1667208 w 2915191"/>
                <a:gd name="connsiteY171" fmla="*/ 229788 h 709876"/>
                <a:gd name="connsiteX172" fmla="*/ 1676967 w 2915191"/>
                <a:gd name="connsiteY172" fmla="*/ 244106 h 709876"/>
                <a:gd name="connsiteX173" fmla="*/ 1686711 w 2915191"/>
                <a:gd name="connsiteY173" fmla="*/ 212144 h 709876"/>
                <a:gd name="connsiteX174" fmla="*/ 1696470 w 2915191"/>
                <a:gd name="connsiteY174" fmla="*/ 205634 h 709876"/>
                <a:gd name="connsiteX175" fmla="*/ 1706214 w 2915191"/>
                <a:gd name="connsiteY175" fmla="*/ 195615 h 709876"/>
                <a:gd name="connsiteX176" fmla="*/ 1715958 w 2915191"/>
                <a:gd name="connsiteY176" fmla="*/ 159555 h 709876"/>
                <a:gd name="connsiteX177" fmla="*/ 1725716 w 2915191"/>
                <a:gd name="connsiteY177" fmla="*/ 122808 h 709876"/>
                <a:gd name="connsiteX178" fmla="*/ 1735460 w 2915191"/>
                <a:gd name="connsiteY178" fmla="*/ 129944 h 709876"/>
                <a:gd name="connsiteX179" fmla="*/ 1745219 w 2915191"/>
                <a:gd name="connsiteY179" fmla="*/ 131662 h 709876"/>
                <a:gd name="connsiteX180" fmla="*/ 1754963 w 2915191"/>
                <a:gd name="connsiteY180" fmla="*/ 153801 h 709876"/>
                <a:gd name="connsiteX181" fmla="*/ 1764707 w 2915191"/>
                <a:gd name="connsiteY181" fmla="*/ 152668 h 709876"/>
                <a:gd name="connsiteX182" fmla="*/ 1774466 w 2915191"/>
                <a:gd name="connsiteY182" fmla="*/ 177064 h 709876"/>
                <a:gd name="connsiteX183" fmla="*/ 1784210 w 2915191"/>
                <a:gd name="connsiteY183" fmla="*/ 208054 h 709876"/>
                <a:gd name="connsiteX184" fmla="*/ 1793969 w 2915191"/>
                <a:gd name="connsiteY184" fmla="*/ 222531 h 709876"/>
                <a:gd name="connsiteX185" fmla="*/ 1803713 w 2915191"/>
                <a:gd name="connsiteY185" fmla="*/ 260071 h 709876"/>
                <a:gd name="connsiteX186" fmla="*/ 1813457 w 2915191"/>
                <a:gd name="connsiteY186" fmla="*/ 260823 h 709876"/>
                <a:gd name="connsiteX187" fmla="*/ 1823215 w 2915191"/>
                <a:gd name="connsiteY187" fmla="*/ 259928 h 709876"/>
                <a:gd name="connsiteX188" fmla="*/ 1832959 w 2915191"/>
                <a:gd name="connsiteY188" fmla="*/ 285178 h 709876"/>
                <a:gd name="connsiteX189" fmla="*/ 1842703 w 2915191"/>
                <a:gd name="connsiteY189" fmla="*/ 307925 h 709876"/>
                <a:gd name="connsiteX190" fmla="*/ 1852462 w 2915191"/>
                <a:gd name="connsiteY190" fmla="*/ 311863 h 709876"/>
                <a:gd name="connsiteX191" fmla="*/ 1862206 w 2915191"/>
                <a:gd name="connsiteY191" fmla="*/ 342179 h 709876"/>
                <a:gd name="connsiteX192" fmla="*/ 1871965 w 2915191"/>
                <a:gd name="connsiteY192" fmla="*/ 351546 h 709876"/>
                <a:gd name="connsiteX193" fmla="*/ 1881709 w 2915191"/>
                <a:gd name="connsiteY193" fmla="*/ 323859 h 709876"/>
                <a:gd name="connsiteX194" fmla="*/ 1891453 w 2915191"/>
                <a:gd name="connsiteY194" fmla="*/ 317777 h 709876"/>
                <a:gd name="connsiteX195" fmla="*/ 1901212 w 2915191"/>
                <a:gd name="connsiteY195" fmla="*/ 320336 h 709876"/>
                <a:gd name="connsiteX196" fmla="*/ 1910956 w 2915191"/>
                <a:gd name="connsiteY196" fmla="*/ 327976 h 709876"/>
                <a:gd name="connsiteX197" fmla="*/ 1920714 w 2915191"/>
                <a:gd name="connsiteY197" fmla="*/ 354980 h 709876"/>
                <a:gd name="connsiteX198" fmla="*/ 1930458 w 2915191"/>
                <a:gd name="connsiteY198" fmla="*/ 370347 h 709876"/>
                <a:gd name="connsiteX199" fmla="*/ 1940202 w 2915191"/>
                <a:gd name="connsiteY199" fmla="*/ 399132 h 709876"/>
                <a:gd name="connsiteX200" fmla="*/ 1949961 w 2915191"/>
                <a:gd name="connsiteY200" fmla="*/ 387835 h 709876"/>
                <a:gd name="connsiteX201" fmla="*/ 1959705 w 2915191"/>
                <a:gd name="connsiteY201" fmla="*/ 356337 h 709876"/>
                <a:gd name="connsiteX202" fmla="*/ 1969464 w 2915191"/>
                <a:gd name="connsiteY202" fmla="*/ 369206 h 709876"/>
                <a:gd name="connsiteX203" fmla="*/ 1979208 w 2915191"/>
                <a:gd name="connsiteY203" fmla="*/ 354420 h 709876"/>
                <a:gd name="connsiteX204" fmla="*/ 1988952 w 2915191"/>
                <a:gd name="connsiteY204" fmla="*/ 411730 h 709876"/>
                <a:gd name="connsiteX205" fmla="*/ 1998711 w 2915191"/>
                <a:gd name="connsiteY205" fmla="*/ 413345 h 709876"/>
                <a:gd name="connsiteX206" fmla="*/ 2008454 w 2915191"/>
                <a:gd name="connsiteY206" fmla="*/ 427911 h 709876"/>
                <a:gd name="connsiteX207" fmla="*/ 2018213 w 2915191"/>
                <a:gd name="connsiteY207" fmla="*/ 475018 h 709876"/>
                <a:gd name="connsiteX208" fmla="*/ 2027957 w 2915191"/>
                <a:gd name="connsiteY208" fmla="*/ 468086 h 709876"/>
                <a:gd name="connsiteX209" fmla="*/ 2037701 w 2915191"/>
                <a:gd name="connsiteY209" fmla="*/ 471836 h 709876"/>
                <a:gd name="connsiteX210" fmla="*/ 2047460 w 2915191"/>
                <a:gd name="connsiteY210" fmla="*/ 480774 h 709876"/>
                <a:gd name="connsiteX211" fmla="*/ 2057204 w 2915191"/>
                <a:gd name="connsiteY211" fmla="*/ 468913 h 709876"/>
                <a:gd name="connsiteX212" fmla="*/ 2066963 w 2915191"/>
                <a:gd name="connsiteY212" fmla="*/ 481322 h 709876"/>
                <a:gd name="connsiteX213" fmla="*/ 2076707 w 2915191"/>
                <a:gd name="connsiteY213" fmla="*/ 475611 h 709876"/>
                <a:gd name="connsiteX214" fmla="*/ 2086451 w 2915191"/>
                <a:gd name="connsiteY214" fmla="*/ 476490 h 709876"/>
                <a:gd name="connsiteX215" fmla="*/ 2096210 w 2915191"/>
                <a:gd name="connsiteY215" fmla="*/ 454380 h 709876"/>
                <a:gd name="connsiteX216" fmla="*/ 2105954 w 2915191"/>
                <a:gd name="connsiteY216" fmla="*/ 461947 h 709876"/>
                <a:gd name="connsiteX217" fmla="*/ 2115697 w 2915191"/>
                <a:gd name="connsiteY217" fmla="*/ 463458 h 709876"/>
                <a:gd name="connsiteX218" fmla="*/ 2125456 w 2915191"/>
                <a:gd name="connsiteY218" fmla="*/ 436713 h 709876"/>
                <a:gd name="connsiteX219" fmla="*/ 2135200 w 2915191"/>
                <a:gd name="connsiteY219" fmla="*/ 422392 h 709876"/>
                <a:gd name="connsiteX220" fmla="*/ 2144959 w 2915191"/>
                <a:gd name="connsiteY220" fmla="*/ 425597 h 709876"/>
                <a:gd name="connsiteX221" fmla="*/ 2154703 w 2915191"/>
                <a:gd name="connsiteY221" fmla="*/ 437740 h 709876"/>
                <a:gd name="connsiteX222" fmla="*/ 2164447 w 2915191"/>
                <a:gd name="connsiteY222" fmla="*/ 426223 h 709876"/>
                <a:gd name="connsiteX223" fmla="*/ 2174206 w 2915191"/>
                <a:gd name="connsiteY223" fmla="*/ 463740 h 709876"/>
                <a:gd name="connsiteX224" fmla="*/ 2183950 w 2915191"/>
                <a:gd name="connsiteY224" fmla="*/ 474543 h 709876"/>
                <a:gd name="connsiteX225" fmla="*/ 2193709 w 2915191"/>
                <a:gd name="connsiteY225" fmla="*/ 478245 h 709876"/>
                <a:gd name="connsiteX226" fmla="*/ 2203452 w 2915191"/>
                <a:gd name="connsiteY226" fmla="*/ 457160 h 709876"/>
                <a:gd name="connsiteX227" fmla="*/ 2213196 w 2915191"/>
                <a:gd name="connsiteY227" fmla="*/ 486364 h 709876"/>
                <a:gd name="connsiteX228" fmla="*/ 2222955 w 2915191"/>
                <a:gd name="connsiteY228" fmla="*/ 483523 h 709876"/>
                <a:gd name="connsiteX229" fmla="*/ 2232699 w 2915191"/>
                <a:gd name="connsiteY229" fmla="*/ 523409 h 709876"/>
                <a:gd name="connsiteX230" fmla="*/ 2242458 w 2915191"/>
                <a:gd name="connsiteY230" fmla="*/ 547482 h 709876"/>
                <a:gd name="connsiteX231" fmla="*/ 2252202 w 2915191"/>
                <a:gd name="connsiteY231" fmla="*/ 612306 h 709876"/>
                <a:gd name="connsiteX232" fmla="*/ 2261946 w 2915191"/>
                <a:gd name="connsiteY232" fmla="*/ 597047 h 709876"/>
                <a:gd name="connsiteX233" fmla="*/ 2271705 w 2915191"/>
                <a:gd name="connsiteY233" fmla="*/ 626873 h 709876"/>
                <a:gd name="connsiteX234" fmla="*/ 2281449 w 2915191"/>
                <a:gd name="connsiteY234" fmla="*/ 660600 h 709876"/>
                <a:gd name="connsiteX235" fmla="*/ 2291208 w 2915191"/>
                <a:gd name="connsiteY235" fmla="*/ 635608 h 709876"/>
                <a:gd name="connsiteX236" fmla="*/ 2300951 w 2915191"/>
                <a:gd name="connsiteY236" fmla="*/ 604231 h 709876"/>
                <a:gd name="connsiteX237" fmla="*/ 2310695 w 2915191"/>
                <a:gd name="connsiteY237" fmla="*/ 632861 h 709876"/>
                <a:gd name="connsiteX238" fmla="*/ 2320454 w 2915191"/>
                <a:gd name="connsiteY238" fmla="*/ 619562 h 709876"/>
                <a:gd name="connsiteX239" fmla="*/ 2330198 w 2915191"/>
                <a:gd name="connsiteY239" fmla="*/ 614333 h 709876"/>
                <a:gd name="connsiteX240" fmla="*/ 2339957 w 2915191"/>
                <a:gd name="connsiteY240" fmla="*/ 646279 h 709876"/>
                <a:gd name="connsiteX241" fmla="*/ 2349701 w 2915191"/>
                <a:gd name="connsiteY241" fmla="*/ 654299 h 709876"/>
                <a:gd name="connsiteX242" fmla="*/ 2359445 w 2915191"/>
                <a:gd name="connsiteY242" fmla="*/ 651944 h 709876"/>
                <a:gd name="connsiteX243" fmla="*/ 2369204 w 2915191"/>
                <a:gd name="connsiteY243" fmla="*/ 641242 h 709876"/>
                <a:gd name="connsiteX244" fmla="*/ 2378948 w 2915191"/>
                <a:gd name="connsiteY244" fmla="*/ 681548 h 709876"/>
                <a:gd name="connsiteX245" fmla="*/ 2388692 w 2915191"/>
                <a:gd name="connsiteY245" fmla="*/ 666262 h 709876"/>
                <a:gd name="connsiteX246" fmla="*/ 2398450 w 2915191"/>
                <a:gd name="connsiteY246" fmla="*/ 657067 h 709876"/>
                <a:gd name="connsiteX247" fmla="*/ 2408194 w 2915191"/>
                <a:gd name="connsiteY247" fmla="*/ 667681 h 709876"/>
                <a:gd name="connsiteX248" fmla="*/ 2417953 w 2915191"/>
                <a:gd name="connsiteY248" fmla="*/ 659235 h 709876"/>
                <a:gd name="connsiteX249" fmla="*/ 2427697 w 2915191"/>
                <a:gd name="connsiteY249" fmla="*/ 645789 h 709876"/>
                <a:gd name="connsiteX250" fmla="*/ 2437441 w 2915191"/>
                <a:gd name="connsiteY250" fmla="*/ 673689 h 709876"/>
                <a:gd name="connsiteX251" fmla="*/ 2447200 w 2915191"/>
                <a:gd name="connsiteY251" fmla="*/ 669916 h 709876"/>
                <a:gd name="connsiteX252" fmla="*/ 2456944 w 2915191"/>
                <a:gd name="connsiteY252" fmla="*/ 681737 h 709876"/>
                <a:gd name="connsiteX253" fmla="*/ 2466703 w 2915191"/>
                <a:gd name="connsiteY253" fmla="*/ 687811 h 709876"/>
                <a:gd name="connsiteX254" fmla="*/ 2476446 w 2915191"/>
                <a:gd name="connsiteY254" fmla="*/ 709877 h 709876"/>
                <a:gd name="connsiteX255" fmla="*/ 2486190 w 2915191"/>
                <a:gd name="connsiteY255" fmla="*/ 702681 h 709876"/>
                <a:gd name="connsiteX256" fmla="*/ 2495949 w 2915191"/>
                <a:gd name="connsiteY256" fmla="*/ 693697 h 709876"/>
                <a:gd name="connsiteX257" fmla="*/ 2505693 w 2915191"/>
                <a:gd name="connsiteY257" fmla="*/ 647696 h 709876"/>
                <a:gd name="connsiteX258" fmla="*/ 2515452 w 2915191"/>
                <a:gd name="connsiteY258" fmla="*/ 639409 h 709876"/>
                <a:gd name="connsiteX259" fmla="*/ 2525196 w 2915191"/>
                <a:gd name="connsiteY259" fmla="*/ 627886 h 709876"/>
                <a:gd name="connsiteX260" fmla="*/ 2534940 w 2915191"/>
                <a:gd name="connsiteY260" fmla="*/ 649122 h 709876"/>
                <a:gd name="connsiteX261" fmla="*/ 2544699 w 2915191"/>
                <a:gd name="connsiteY261" fmla="*/ 685398 h 709876"/>
                <a:gd name="connsiteX262" fmla="*/ 2554443 w 2915191"/>
                <a:gd name="connsiteY262" fmla="*/ 676178 h 709876"/>
                <a:gd name="connsiteX263" fmla="*/ 2564202 w 2915191"/>
                <a:gd name="connsiteY263" fmla="*/ 664362 h 709876"/>
                <a:gd name="connsiteX264" fmla="*/ 2573946 w 2915191"/>
                <a:gd name="connsiteY264" fmla="*/ 601637 h 709876"/>
                <a:gd name="connsiteX265" fmla="*/ 2583690 w 2915191"/>
                <a:gd name="connsiteY265" fmla="*/ 585336 h 709876"/>
                <a:gd name="connsiteX266" fmla="*/ 2593448 w 2915191"/>
                <a:gd name="connsiteY266" fmla="*/ 577249 h 709876"/>
                <a:gd name="connsiteX267" fmla="*/ 2603192 w 2915191"/>
                <a:gd name="connsiteY267" fmla="*/ 572520 h 709876"/>
                <a:gd name="connsiteX268" fmla="*/ 2612951 w 2915191"/>
                <a:gd name="connsiteY268" fmla="*/ 573319 h 709876"/>
                <a:gd name="connsiteX269" fmla="*/ 2622695 w 2915191"/>
                <a:gd name="connsiteY269" fmla="*/ 565682 h 709876"/>
                <a:gd name="connsiteX270" fmla="*/ 2632439 w 2915191"/>
                <a:gd name="connsiteY270" fmla="*/ 577201 h 709876"/>
                <a:gd name="connsiteX271" fmla="*/ 2642198 w 2915191"/>
                <a:gd name="connsiteY271" fmla="*/ 550330 h 709876"/>
                <a:gd name="connsiteX272" fmla="*/ 2651942 w 2915191"/>
                <a:gd name="connsiteY272" fmla="*/ 562806 h 709876"/>
                <a:gd name="connsiteX273" fmla="*/ 2661685 w 2915191"/>
                <a:gd name="connsiteY273" fmla="*/ 580801 h 709876"/>
                <a:gd name="connsiteX274" fmla="*/ 2671444 w 2915191"/>
                <a:gd name="connsiteY274" fmla="*/ 577155 h 709876"/>
                <a:gd name="connsiteX275" fmla="*/ 2681188 w 2915191"/>
                <a:gd name="connsiteY275" fmla="*/ 549799 h 709876"/>
                <a:gd name="connsiteX276" fmla="*/ 2690947 w 2915191"/>
                <a:gd name="connsiteY276" fmla="*/ 577788 h 709876"/>
                <a:gd name="connsiteX277" fmla="*/ 2700691 w 2915191"/>
                <a:gd name="connsiteY277" fmla="*/ 534210 h 709876"/>
                <a:gd name="connsiteX278" fmla="*/ 2710435 w 2915191"/>
                <a:gd name="connsiteY278" fmla="*/ 523856 h 709876"/>
                <a:gd name="connsiteX279" fmla="*/ 2720194 w 2915191"/>
                <a:gd name="connsiteY279" fmla="*/ 513329 h 709876"/>
                <a:gd name="connsiteX280" fmla="*/ 2729938 w 2915191"/>
                <a:gd name="connsiteY280" fmla="*/ 474199 h 709876"/>
                <a:gd name="connsiteX281" fmla="*/ 2739697 w 2915191"/>
                <a:gd name="connsiteY281" fmla="*/ 461453 h 709876"/>
                <a:gd name="connsiteX282" fmla="*/ 2749441 w 2915191"/>
                <a:gd name="connsiteY282" fmla="*/ 456192 h 709876"/>
                <a:gd name="connsiteX283" fmla="*/ 2759185 w 2915191"/>
                <a:gd name="connsiteY283" fmla="*/ 410652 h 709876"/>
                <a:gd name="connsiteX284" fmla="*/ 2768943 w 2915191"/>
                <a:gd name="connsiteY284" fmla="*/ 390003 h 709876"/>
                <a:gd name="connsiteX285" fmla="*/ 2778687 w 2915191"/>
                <a:gd name="connsiteY285" fmla="*/ 410415 h 709876"/>
                <a:gd name="connsiteX286" fmla="*/ 2788446 w 2915191"/>
                <a:gd name="connsiteY286" fmla="*/ 403554 h 709876"/>
                <a:gd name="connsiteX287" fmla="*/ 2798190 w 2915191"/>
                <a:gd name="connsiteY287" fmla="*/ 366673 h 709876"/>
                <a:gd name="connsiteX288" fmla="*/ 2807934 w 2915191"/>
                <a:gd name="connsiteY288" fmla="*/ 331113 h 709876"/>
                <a:gd name="connsiteX289" fmla="*/ 2817693 w 2915191"/>
                <a:gd name="connsiteY289" fmla="*/ 313991 h 709876"/>
                <a:gd name="connsiteX290" fmla="*/ 2827437 w 2915191"/>
                <a:gd name="connsiteY290" fmla="*/ 308573 h 709876"/>
                <a:gd name="connsiteX291" fmla="*/ 2837196 w 2915191"/>
                <a:gd name="connsiteY291" fmla="*/ 313060 h 709876"/>
                <a:gd name="connsiteX292" fmla="*/ 2846940 w 2915191"/>
                <a:gd name="connsiteY292" fmla="*/ 320254 h 709876"/>
                <a:gd name="connsiteX293" fmla="*/ 2856684 w 2915191"/>
                <a:gd name="connsiteY293" fmla="*/ 334019 h 709876"/>
                <a:gd name="connsiteX294" fmla="*/ 2866442 w 2915191"/>
                <a:gd name="connsiteY294" fmla="*/ 345893 h 709876"/>
                <a:gd name="connsiteX295" fmla="*/ 2876186 w 2915191"/>
                <a:gd name="connsiteY295" fmla="*/ 337234 h 709876"/>
                <a:gd name="connsiteX296" fmla="*/ 2885945 w 2915191"/>
                <a:gd name="connsiteY296" fmla="*/ 348879 h 709876"/>
                <a:gd name="connsiteX297" fmla="*/ 2895689 w 2915191"/>
                <a:gd name="connsiteY297" fmla="*/ 350464 h 709876"/>
                <a:gd name="connsiteX298" fmla="*/ 2905433 w 2915191"/>
                <a:gd name="connsiteY298" fmla="*/ 351273 h 709876"/>
                <a:gd name="connsiteX299" fmla="*/ 2915192 w 2915191"/>
                <a:gd name="connsiteY299" fmla="*/ 349692 h 709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709876">
                  <a:moveTo>
                    <a:pt x="0" y="152706"/>
                  </a:moveTo>
                  <a:lnTo>
                    <a:pt x="9750" y="173032"/>
                  </a:lnTo>
                  <a:lnTo>
                    <a:pt x="19500" y="155179"/>
                  </a:lnTo>
                  <a:lnTo>
                    <a:pt x="29250" y="119286"/>
                  </a:lnTo>
                  <a:lnTo>
                    <a:pt x="39000" y="121249"/>
                  </a:lnTo>
                  <a:lnTo>
                    <a:pt x="48749" y="111316"/>
                  </a:lnTo>
                  <a:lnTo>
                    <a:pt x="58499" y="121047"/>
                  </a:lnTo>
                  <a:lnTo>
                    <a:pt x="68249" y="106489"/>
                  </a:lnTo>
                  <a:lnTo>
                    <a:pt x="77998" y="65259"/>
                  </a:lnTo>
                  <a:lnTo>
                    <a:pt x="87748" y="54478"/>
                  </a:lnTo>
                  <a:lnTo>
                    <a:pt x="97497" y="27760"/>
                  </a:lnTo>
                  <a:lnTo>
                    <a:pt x="107247" y="0"/>
                  </a:lnTo>
                  <a:lnTo>
                    <a:pt x="116997" y="688"/>
                  </a:lnTo>
                  <a:lnTo>
                    <a:pt x="126747" y="17561"/>
                  </a:lnTo>
                  <a:lnTo>
                    <a:pt x="136497" y="14979"/>
                  </a:lnTo>
                  <a:lnTo>
                    <a:pt x="146247" y="51327"/>
                  </a:lnTo>
                  <a:lnTo>
                    <a:pt x="155997" y="24390"/>
                  </a:lnTo>
                  <a:lnTo>
                    <a:pt x="165747" y="69612"/>
                  </a:lnTo>
                  <a:lnTo>
                    <a:pt x="175497" y="28786"/>
                  </a:lnTo>
                  <a:lnTo>
                    <a:pt x="185247" y="40549"/>
                  </a:lnTo>
                  <a:lnTo>
                    <a:pt x="194996" y="59599"/>
                  </a:lnTo>
                  <a:lnTo>
                    <a:pt x="204746" y="60316"/>
                  </a:lnTo>
                  <a:lnTo>
                    <a:pt x="214495" y="81822"/>
                  </a:lnTo>
                  <a:lnTo>
                    <a:pt x="224245" y="85233"/>
                  </a:lnTo>
                  <a:lnTo>
                    <a:pt x="233995" y="122881"/>
                  </a:lnTo>
                  <a:lnTo>
                    <a:pt x="243744" y="120299"/>
                  </a:lnTo>
                  <a:lnTo>
                    <a:pt x="253494" y="109390"/>
                  </a:lnTo>
                  <a:lnTo>
                    <a:pt x="263244" y="143258"/>
                  </a:lnTo>
                  <a:lnTo>
                    <a:pt x="272994" y="123305"/>
                  </a:lnTo>
                  <a:lnTo>
                    <a:pt x="282744" y="133642"/>
                  </a:lnTo>
                  <a:lnTo>
                    <a:pt x="292494" y="103085"/>
                  </a:lnTo>
                  <a:lnTo>
                    <a:pt x="302244" y="119505"/>
                  </a:lnTo>
                  <a:lnTo>
                    <a:pt x="311994" y="111796"/>
                  </a:lnTo>
                  <a:lnTo>
                    <a:pt x="321744" y="121912"/>
                  </a:lnTo>
                  <a:lnTo>
                    <a:pt x="331493" y="138246"/>
                  </a:lnTo>
                  <a:lnTo>
                    <a:pt x="341243" y="154109"/>
                  </a:lnTo>
                  <a:lnTo>
                    <a:pt x="350993" y="123204"/>
                  </a:lnTo>
                  <a:lnTo>
                    <a:pt x="360742" y="103490"/>
                  </a:lnTo>
                  <a:lnTo>
                    <a:pt x="370492" y="116733"/>
                  </a:lnTo>
                  <a:lnTo>
                    <a:pt x="380241" y="144927"/>
                  </a:lnTo>
                  <a:lnTo>
                    <a:pt x="389991" y="159800"/>
                  </a:lnTo>
                  <a:lnTo>
                    <a:pt x="399741" y="155676"/>
                  </a:lnTo>
                  <a:lnTo>
                    <a:pt x="409491" y="139064"/>
                  </a:lnTo>
                  <a:lnTo>
                    <a:pt x="419241" y="166213"/>
                  </a:lnTo>
                  <a:lnTo>
                    <a:pt x="428991" y="149309"/>
                  </a:lnTo>
                  <a:lnTo>
                    <a:pt x="438741" y="139884"/>
                  </a:lnTo>
                  <a:lnTo>
                    <a:pt x="448491" y="138507"/>
                  </a:lnTo>
                  <a:lnTo>
                    <a:pt x="458241" y="125212"/>
                  </a:lnTo>
                  <a:lnTo>
                    <a:pt x="467991" y="128855"/>
                  </a:lnTo>
                  <a:lnTo>
                    <a:pt x="477740" y="144592"/>
                  </a:lnTo>
                  <a:lnTo>
                    <a:pt x="487490" y="153245"/>
                  </a:lnTo>
                  <a:lnTo>
                    <a:pt x="497239" y="163476"/>
                  </a:lnTo>
                  <a:lnTo>
                    <a:pt x="506989" y="151751"/>
                  </a:lnTo>
                  <a:lnTo>
                    <a:pt x="516738" y="167451"/>
                  </a:lnTo>
                  <a:lnTo>
                    <a:pt x="526488" y="161676"/>
                  </a:lnTo>
                  <a:lnTo>
                    <a:pt x="536238" y="162006"/>
                  </a:lnTo>
                  <a:lnTo>
                    <a:pt x="545988" y="161702"/>
                  </a:lnTo>
                  <a:lnTo>
                    <a:pt x="555738" y="115869"/>
                  </a:lnTo>
                  <a:lnTo>
                    <a:pt x="565488" y="138677"/>
                  </a:lnTo>
                  <a:lnTo>
                    <a:pt x="575238" y="109269"/>
                  </a:lnTo>
                  <a:lnTo>
                    <a:pt x="584988" y="110902"/>
                  </a:lnTo>
                  <a:lnTo>
                    <a:pt x="594738" y="88576"/>
                  </a:lnTo>
                  <a:lnTo>
                    <a:pt x="604488" y="93949"/>
                  </a:lnTo>
                  <a:lnTo>
                    <a:pt x="614237" y="91825"/>
                  </a:lnTo>
                  <a:lnTo>
                    <a:pt x="623987" y="119307"/>
                  </a:lnTo>
                  <a:lnTo>
                    <a:pt x="633736" y="130682"/>
                  </a:lnTo>
                  <a:lnTo>
                    <a:pt x="643486" y="165909"/>
                  </a:lnTo>
                  <a:lnTo>
                    <a:pt x="653236" y="196170"/>
                  </a:lnTo>
                  <a:lnTo>
                    <a:pt x="662985" y="210771"/>
                  </a:lnTo>
                  <a:lnTo>
                    <a:pt x="672735" y="194001"/>
                  </a:lnTo>
                  <a:lnTo>
                    <a:pt x="682485" y="193118"/>
                  </a:lnTo>
                  <a:lnTo>
                    <a:pt x="692235" y="228361"/>
                  </a:lnTo>
                  <a:lnTo>
                    <a:pt x="701985" y="243081"/>
                  </a:lnTo>
                  <a:lnTo>
                    <a:pt x="711735" y="232892"/>
                  </a:lnTo>
                  <a:lnTo>
                    <a:pt x="721485" y="244094"/>
                  </a:lnTo>
                  <a:lnTo>
                    <a:pt x="731235" y="213266"/>
                  </a:lnTo>
                  <a:lnTo>
                    <a:pt x="740985" y="229032"/>
                  </a:lnTo>
                  <a:lnTo>
                    <a:pt x="750734" y="216049"/>
                  </a:lnTo>
                  <a:lnTo>
                    <a:pt x="760484" y="223133"/>
                  </a:lnTo>
                  <a:lnTo>
                    <a:pt x="770233" y="200887"/>
                  </a:lnTo>
                  <a:lnTo>
                    <a:pt x="779983" y="163561"/>
                  </a:lnTo>
                  <a:lnTo>
                    <a:pt x="789733" y="190239"/>
                  </a:lnTo>
                  <a:lnTo>
                    <a:pt x="799482" y="192537"/>
                  </a:lnTo>
                  <a:lnTo>
                    <a:pt x="809232" y="206634"/>
                  </a:lnTo>
                  <a:lnTo>
                    <a:pt x="818982" y="213590"/>
                  </a:lnTo>
                  <a:lnTo>
                    <a:pt x="828732" y="241842"/>
                  </a:lnTo>
                  <a:lnTo>
                    <a:pt x="838482" y="236898"/>
                  </a:lnTo>
                  <a:lnTo>
                    <a:pt x="848232" y="232870"/>
                  </a:lnTo>
                  <a:lnTo>
                    <a:pt x="857982" y="184746"/>
                  </a:lnTo>
                  <a:lnTo>
                    <a:pt x="867732" y="188073"/>
                  </a:lnTo>
                  <a:lnTo>
                    <a:pt x="877482" y="167263"/>
                  </a:lnTo>
                  <a:lnTo>
                    <a:pt x="887231" y="174847"/>
                  </a:lnTo>
                  <a:lnTo>
                    <a:pt x="896981" y="182428"/>
                  </a:lnTo>
                  <a:lnTo>
                    <a:pt x="906730" y="193271"/>
                  </a:lnTo>
                  <a:lnTo>
                    <a:pt x="916480" y="180896"/>
                  </a:lnTo>
                  <a:lnTo>
                    <a:pt x="926230" y="184052"/>
                  </a:lnTo>
                  <a:lnTo>
                    <a:pt x="935979" y="190492"/>
                  </a:lnTo>
                  <a:lnTo>
                    <a:pt x="945729" y="171045"/>
                  </a:lnTo>
                  <a:lnTo>
                    <a:pt x="955479" y="165507"/>
                  </a:lnTo>
                  <a:lnTo>
                    <a:pt x="965229" y="161040"/>
                  </a:lnTo>
                  <a:lnTo>
                    <a:pt x="974979" y="164737"/>
                  </a:lnTo>
                  <a:lnTo>
                    <a:pt x="984729" y="212914"/>
                  </a:lnTo>
                  <a:lnTo>
                    <a:pt x="994474" y="213610"/>
                  </a:lnTo>
                  <a:lnTo>
                    <a:pt x="1004233" y="222698"/>
                  </a:lnTo>
                  <a:lnTo>
                    <a:pt x="1013977" y="257459"/>
                  </a:lnTo>
                  <a:lnTo>
                    <a:pt x="1023721" y="268056"/>
                  </a:lnTo>
                  <a:lnTo>
                    <a:pt x="1033480" y="275512"/>
                  </a:lnTo>
                  <a:lnTo>
                    <a:pt x="1043224" y="285143"/>
                  </a:lnTo>
                  <a:lnTo>
                    <a:pt x="1052983" y="304714"/>
                  </a:lnTo>
                  <a:lnTo>
                    <a:pt x="1062727" y="292297"/>
                  </a:lnTo>
                  <a:lnTo>
                    <a:pt x="1072471" y="297795"/>
                  </a:lnTo>
                  <a:lnTo>
                    <a:pt x="1082230" y="292176"/>
                  </a:lnTo>
                  <a:lnTo>
                    <a:pt x="1091973" y="295174"/>
                  </a:lnTo>
                  <a:lnTo>
                    <a:pt x="1101732" y="296472"/>
                  </a:lnTo>
                  <a:lnTo>
                    <a:pt x="1111476" y="306697"/>
                  </a:lnTo>
                  <a:lnTo>
                    <a:pt x="1121220" y="306998"/>
                  </a:lnTo>
                  <a:lnTo>
                    <a:pt x="1130979" y="294455"/>
                  </a:lnTo>
                  <a:lnTo>
                    <a:pt x="1140723" y="270855"/>
                  </a:lnTo>
                  <a:lnTo>
                    <a:pt x="1150482" y="274904"/>
                  </a:lnTo>
                  <a:lnTo>
                    <a:pt x="1160226" y="257405"/>
                  </a:lnTo>
                  <a:lnTo>
                    <a:pt x="1169969" y="272026"/>
                  </a:lnTo>
                  <a:lnTo>
                    <a:pt x="1179728" y="258885"/>
                  </a:lnTo>
                  <a:lnTo>
                    <a:pt x="1189472" y="267090"/>
                  </a:lnTo>
                  <a:lnTo>
                    <a:pt x="1199231" y="229645"/>
                  </a:lnTo>
                  <a:lnTo>
                    <a:pt x="1208975" y="250480"/>
                  </a:lnTo>
                  <a:lnTo>
                    <a:pt x="1218719" y="266514"/>
                  </a:lnTo>
                  <a:lnTo>
                    <a:pt x="1228478" y="280290"/>
                  </a:lnTo>
                  <a:lnTo>
                    <a:pt x="1238222" y="259944"/>
                  </a:lnTo>
                  <a:lnTo>
                    <a:pt x="1247966" y="268997"/>
                  </a:lnTo>
                  <a:lnTo>
                    <a:pt x="1257725" y="277762"/>
                  </a:lnTo>
                  <a:lnTo>
                    <a:pt x="1267469" y="317377"/>
                  </a:lnTo>
                  <a:lnTo>
                    <a:pt x="1277227" y="303231"/>
                  </a:lnTo>
                  <a:lnTo>
                    <a:pt x="1286971" y="299808"/>
                  </a:lnTo>
                  <a:lnTo>
                    <a:pt x="1296715" y="292361"/>
                  </a:lnTo>
                  <a:lnTo>
                    <a:pt x="1306474" y="266979"/>
                  </a:lnTo>
                  <a:lnTo>
                    <a:pt x="1316218" y="268264"/>
                  </a:lnTo>
                  <a:lnTo>
                    <a:pt x="1325977" y="231389"/>
                  </a:lnTo>
                  <a:lnTo>
                    <a:pt x="1335721" y="285281"/>
                  </a:lnTo>
                  <a:lnTo>
                    <a:pt x="1345465" y="274453"/>
                  </a:lnTo>
                  <a:lnTo>
                    <a:pt x="1355224" y="260376"/>
                  </a:lnTo>
                  <a:lnTo>
                    <a:pt x="1364967" y="260550"/>
                  </a:lnTo>
                  <a:lnTo>
                    <a:pt x="1374726" y="255309"/>
                  </a:lnTo>
                  <a:lnTo>
                    <a:pt x="1384470" y="256610"/>
                  </a:lnTo>
                  <a:lnTo>
                    <a:pt x="1394214" y="261328"/>
                  </a:lnTo>
                  <a:lnTo>
                    <a:pt x="1403973" y="299621"/>
                  </a:lnTo>
                  <a:lnTo>
                    <a:pt x="1413717" y="293786"/>
                  </a:lnTo>
                  <a:lnTo>
                    <a:pt x="1423476" y="269122"/>
                  </a:lnTo>
                  <a:lnTo>
                    <a:pt x="1433220" y="248357"/>
                  </a:lnTo>
                  <a:lnTo>
                    <a:pt x="1442964" y="218912"/>
                  </a:lnTo>
                  <a:lnTo>
                    <a:pt x="1452722" y="215441"/>
                  </a:lnTo>
                  <a:lnTo>
                    <a:pt x="1462466" y="186204"/>
                  </a:lnTo>
                  <a:lnTo>
                    <a:pt x="1472225" y="205439"/>
                  </a:lnTo>
                  <a:lnTo>
                    <a:pt x="1481969" y="197046"/>
                  </a:lnTo>
                  <a:lnTo>
                    <a:pt x="1491713" y="215016"/>
                  </a:lnTo>
                  <a:lnTo>
                    <a:pt x="1501472" y="241852"/>
                  </a:lnTo>
                  <a:lnTo>
                    <a:pt x="1511216" y="222643"/>
                  </a:lnTo>
                  <a:lnTo>
                    <a:pt x="1520960" y="215359"/>
                  </a:lnTo>
                  <a:lnTo>
                    <a:pt x="1530719" y="211330"/>
                  </a:lnTo>
                  <a:lnTo>
                    <a:pt x="1540463" y="233768"/>
                  </a:lnTo>
                  <a:lnTo>
                    <a:pt x="1550221" y="252249"/>
                  </a:lnTo>
                  <a:lnTo>
                    <a:pt x="1559965" y="216624"/>
                  </a:lnTo>
                  <a:lnTo>
                    <a:pt x="1569709" y="232986"/>
                  </a:lnTo>
                  <a:lnTo>
                    <a:pt x="1579468" y="229248"/>
                  </a:lnTo>
                  <a:lnTo>
                    <a:pt x="1589212" y="239804"/>
                  </a:lnTo>
                  <a:lnTo>
                    <a:pt x="1598971" y="235864"/>
                  </a:lnTo>
                  <a:lnTo>
                    <a:pt x="1608715" y="260874"/>
                  </a:lnTo>
                  <a:lnTo>
                    <a:pt x="1618459" y="241864"/>
                  </a:lnTo>
                  <a:lnTo>
                    <a:pt x="1628218" y="259305"/>
                  </a:lnTo>
                  <a:lnTo>
                    <a:pt x="1637962" y="265020"/>
                  </a:lnTo>
                  <a:lnTo>
                    <a:pt x="1647720" y="245942"/>
                  </a:lnTo>
                  <a:lnTo>
                    <a:pt x="1657464" y="250404"/>
                  </a:lnTo>
                  <a:lnTo>
                    <a:pt x="1667208" y="229788"/>
                  </a:lnTo>
                  <a:lnTo>
                    <a:pt x="1676967" y="244106"/>
                  </a:lnTo>
                  <a:lnTo>
                    <a:pt x="1686711" y="212144"/>
                  </a:lnTo>
                  <a:lnTo>
                    <a:pt x="1696470" y="205634"/>
                  </a:lnTo>
                  <a:lnTo>
                    <a:pt x="1706214" y="195615"/>
                  </a:lnTo>
                  <a:lnTo>
                    <a:pt x="1715958" y="159555"/>
                  </a:lnTo>
                  <a:lnTo>
                    <a:pt x="1725716" y="122808"/>
                  </a:lnTo>
                  <a:lnTo>
                    <a:pt x="1735460" y="129944"/>
                  </a:lnTo>
                  <a:lnTo>
                    <a:pt x="1745219" y="131662"/>
                  </a:lnTo>
                  <a:lnTo>
                    <a:pt x="1754963" y="153801"/>
                  </a:lnTo>
                  <a:lnTo>
                    <a:pt x="1764707" y="152668"/>
                  </a:lnTo>
                  <a:lnTo>
                    <a:pt x="1774466" y="177064"/>
                  </a:lnTo>
                  <a:lnTo>
                    <a:pt x="1784210" y="208054"/>
                  </a:lnTo>
                  <a:lnTo>
                    <a:pt x="1793969" y="222531"/>
                  </a:lnTo>
                  <a:lnTo>
                    <a:pt x="1803713" y="260071"/>
                  </a:lnTo>
                  <a:lnTo>
                    <a:pt x="1813457" y="260823"/>
                  </a:lnTo>
                  <a:lnTo>
                    <a:pt x="1823215" y="259928"/>
                  </a:lnTo>
                  <a:lnTo>
                    <a:pt x="1832959" y="285178"/>
                  </a:lnTo>
                  <a:lnTo>
                    <a:pt x="1842703" y="307925"/>
                  </a:lnTo>
                  <a:lnTo>
                    <a:pt x="1852462" y="311863"/>
                  </a:lnTo>
                  <a:lnTo>
                    <a:pt x="1862206" y="342179"/>
                  </a:lnTo>
                  <a:lnTo>
                    <a:pt x="1871965" y="351546"/>
                  </a:lnTo>
                  <a:lnTo>
                    <a:pt x="1881709" y="323859"/>
                  </a:lnTo>
                  <a:lnTo>
                    <a:pt x="1891453" y="317777"/>
                  </a:lnTo>
                  <a:lnTo>
                    <a:pt x="1901212" y="320336"/>
                  </a:lnTo>
                  <a:lnTo>
                    <a:pt x="1910956" y="327976"/>
                  </a:lnTo>
                  <a:lnTo>
                    <a:pt x="1920714" y="354980"/>
                  </a:lnTo>
                  <a:lnTo>
                    <a:pt x="1930458" y="370347"/>
                  </a:lnTo>
                  <a:lnTo>
                    <a:pt x="1940202" y="399132"/>
                  </a:lnTo>
                  <a:lnTo>
                    <a:pt x="1949961" y="387835"/>
                  </a:lnTo>
                  <a:lnTo>
                    <a:pt x="1959705" y="356337"/>
                  </a:lnTo>
                  <a:lnTo>
                    <a:pt x="1969464" y="369206"/>
                  </a:lnTo>
                  <a:lnTo>
                    <a:pt x="1979208" y="354420"/>
                  </a:lnTo>
                  <a:lnTo>
                    <a:pt x="1988952" y="411730"/>
                  </a:lnTo>
                  <a:lnTo>
                    <a:pt x="1998711" y="413345"/>
                  </a:lnTo>
                  <a:lnTo>
                    <a:pt x="2008454" y="427911"/>
                  </a:lnTo>
                  <a:lnTo>
                    <a:pt x="2018213" y="475018"/>
                  </a:lnTo>
                  <a:lnTo>
                    <a:pt x="2027957" y="468086"/>
                  </a:lnTo>
                  <a:lnTo>
                    <a:pt x="2037701" y="471836"/>
                  </a:lnTo>
                  <a:lnTo>
                    <a:pt x="2047460" y="480774"/>
                  </a:lnTo>
                  <a:lnTo>
                    <a:pt x="2057204" y="468913"/>
                  </a:lnTo>
                  <a:lnTo>
                    <a:pt x="2066963" y="481322"/>
                  </a:lnTo>
                  <a:lnTo>
                    <a:pt x="2076707" y="475611"/>
                  </a:lnTo>
                  <a:lnTo>
                    <a:pt x="2086451" y="476490"/>
                  </a:lnTo>
                  <a:lnTo>
                    <a:pt x="2096210" y="454380"/>
                  </a:lnTo>
                  <a:lnTo>
                    <a:pt x="2105954" y="461947"/>
                  </a:lnTo>
                  <a:lnTo>
                    <a:pt x="2115697" y="463458"/>
                  </a:lnTo>
                  <a:lnTo>
                    <a:pt x="2125456" y="436713"/>
                  </a:lnTo>
                  <a:lnTo>
                    <a:pt x="2135200" y="422392"/>
                  </a:lnTo>
                  <a:lnTo>
                    <a:pt x="2144959" y="425597"/>
                  </a:lnTo>
                  <a:lnTo>
                    <a:pt x="2154703" y="437740"/>
                  </a:lnTo>
                  <a:lnTo>
                    <a:pt x="2164447" y="426223"/>
                  </a:lnTo>
                  <a:lnTo>
                    <a:pt x="2174206" y="463740"/>
                  </a:lnTo>
                  <a:lnTo>
                    <a:pt x="2183950" y="474543"/>
                  </a:lnTo>
                  <a:lnTo>
                    <a:pt x="2193709" y="478245"/>
                  </a:lnTo>
                  <a:lnTo>
                    <a:pt x="2203452" y="457160"/>
                  </a:lnTo>
                  <a:lnTo>
                    <a:pt x="2213196" y="486364"/>
                  </a:lnTo>
                  <a:lnTo>
                    <a:pt x="2222955" y="483523"/>
                  </a:lnTo>
                  <a:lnTo>
                    <a:pt x="2232699" y="523409"/>
                  </a:lnTo>
                  <a:lnTo>
                    <a:pt x="2242458" y="547482"/>
                  </a:lnTo>
                  <a:lnTo>
                    <a:pt x="2252202" y="612306"/>
                  </a:lnTo>
                  <a:lnTo>
                    <a:pt x="2261946" y="597047"/>
                  </a:lnTo>
                  <a:lnTo>
                    <a:pt x="2271705" y="626873"/>
                  </a:lnTo>
                  <a:lnTo>
                    <a:pt x="2281449" y="660600"/>
                  </a:lnTo>
                  <a:lnTo>
                    <a:pt x="2291208" y="635608"/>
                  </a:lnTo>
                  <a:lnTo>
                    <a:pt x="2300951" y="604231"/>
                  </a:lnTo>
                  <a:lnTo>
                    <a:pt x="2310695" y="632861"/>
                  </a:lnTo>
                  <a:lnTo>
                    <a:pt x="2320454" y="619562"/>
                  </a:lnTo>
                  <a:lnTo>
                    <a:pt x="2330198" y="614333"/>
                  </a:lnTo>
                  <a:lnTo>
                    <a:pt x="2339957" y="646279"/>
                  </a:lnTo>
                  <a:lnTo>
                    <a:pt x="2349701" y="654299"/>
                  </a:lnTo>
                  <a:lnTo>
                    <a:pt x="2359445" y="651944"/>
                  </a:lnTo>
                  <a:lnTo>
                    <a:pt x="2369204" y="641242"/>
                  </a:lnTo>
                  <a:lnTo>
                    <a:pt x="2378948" y="681548"/>
                  </a:lnTo>
                  <a:lnTo>
                    <a:pt x="2388692" y="666262"/>
                  </a:lnTo>
                  <a:lnTo>
                    <a:pt x="2398450" y="657067"/>
                  </a:lnTo>
                  <a:lnTo>
                    <a:pt x="2408194" y="667681"/>
                  </a:lnTo>
                  <a:lnTo>
                    <a:pt x="2417953" y="659235"/>
                  </a:lnTo>
                  <a:lnTo>
                    <a:pt x="2427697" y="645789"/>
                  </a:lnTo>
                  <a:lnTo>
                    <a:pt x="2437441" y="673689"/>
                  </a:lnTo>
                  <a:lnTo>
                    <a:pt x="2447200" y="669916"/>
                  </a:lnTo>
                  <a:lnTo>
                    <a:pt x="2456944" y="681737"/>
                  </a:lnTo>
                  <a:lnTo>
                    <a:pt x="2466703" y="687811"/>
                  </a:lnTo>
                  <a:lnTo>
                    <a:pt x="2476446" y="709877"/>
                  </a:lnTo>
                  <a:lnTo>
                    <a:pt x="2486190" y="702681"/>
                  </a:lnTo>
                  <a:lnTo>
                    <a:pt x="2495949" y="693697"/>
                  </a:lnTo>
                  <a:lnTo>
                    <a:pt x="2505693" y="647696"/>
                  </a:lnTo>
                  <a:lnTo>
                    <a:pt x="2515452" y="639409"/>
                  </a:lnTo>
                  <a:lnTo>
                    <a:pt x="2525196" y="627886"/>
                  </a:lnTo>
                  <a:lnTo>
                    <a:pt x="2534940" y="649122"/>
                  </a:lnTo>
                  <a:lnTo>
                    <a:pt x="2544699" y="685398"/>
                  </a:lnTo>
                  <a:lnTo>
                    <a:pt x="2554443" y="676178"/>
                  </a:lnTo>
                  <a:lnTo>
                    <a:pt x="2564202" y="664362"/>
                  </a:lnTo>
                  <a:lnTo>
                    <a:pt x="2573946" y="601637"/>
                  </a:lnTo>
                  <a:lnTo>
                    <a:pt x="2583690" y="585336"/>
                  </a:lnTo>
                  <a:lnTo>
                    <a:pt x="2593448" y="577249"/>
                  </a:lnTo>
                  <a:lnTo>
                    <a:pt x="2603192" y="572520"/>
                  </a:lnTo>
                  <a:lnTo>
                    <a:pt x="2612951" y="573319"/>
                  </a:lnTo>
                  <a:lnTo>
                    <a:pt x="2622695" y="565682"/>
                  </a:lnTo>
                  <a:lnTo>
                    <a:pt x="2632439" y="577201"/>
                  </a:lnTo>
                  <a:lnTo>
                    <a:pt x="2642198" y="550330"/>
                  </a:lnTo>
                  <a:lnTo>
                    <a:pt x="2651942" y="562806"/>
                  </a:lnTo>
                  <a:lnTo>
                    <a:pt x="2661685" y="580801"/>
                  </a:lnTo>
                  <a:lnTo>
                    <a:pt x="2671444" y="577155"/>
                  </a:lnTo>
                  <a:lnTo>
                    <a:pt x="2681188" y="549799"/>
                  </a:lnTo>
                  <a:lnTo>
                    <a:pt x="2690947" y="577788"/>
                  </a:lnTo>
                  <a:lnTo>
                    <a:pt x="2700691" y="534210"/>
                  </a:lnTo>
                  <a:lnTo>
                    <a:pt x="2710435" y="523856"/>
                  </a:lnTo>
                  <a:lnTo>
                    <a:pt x="2720194" y="513329"/>
                  </a:lnTo>
                  <a:lnTo>
                    <a:pt x="2729938" y="474199"/>
                  </a:lnTo>
                  <a:lnTo>
                    <a:pt x="2739697" y="461453"/>
                  </a:lnTo>
                  <a:lnTo>
                    <a:pt x="2749441" y="456192"/>
                  </a:lnTo>
                  <a:lnTo>
                    <a:pt x="2759185" y="410652"/>
                  </a:lnTo>
                  <a:lnTo>
                    <a:pt x="2768943" y="390003"/>
                  </a:lnTo>
                  <a:lnTo>
                    <a:pt x="2778687" y="410415"/>
                  </a:lnTo>
                  <a:lnTo>
                    <a:pt x="2788446" y="403554"/>
                  </a:lnTo>
                  <a:lnTo>
                    <a:pt x="2798190" y="366673"/>
                  </a:lnTo>
                  <a:lnTo>
                    <a:pt x="2807934" y="331113"/>
                  </a:lnTo>
                  <a:lnTo>
                    <a:pt x="2817693" y="313991"/>
                  </a:lnTo>
                  <a:lnTo>
                    <a:pt x="2827437" y="308573"/>
                  </a:lnTo>
                  <a:lnTo>
                    <a:pt x="2837196" y="313060"/>
                  </a:lnTo>
                  <a:lnTo>
                    <a:pt x="2846940" y="320254"/>
                  </a:lnTo>
                  <a:lnTo>
                    <a:pt x="2856684" y="334019"/>
                  </a:lnTo>
                  <a:lnTo>
                    <a:pt x="2866442" y="345893"/>
                  </a:lnTo>
                  <a:lnTo>
                    <a:pt x="2876186" y="337234"/>
                  </a:lnTo>
                  <a:lnTo>
                    <a:pt x="2885945" y="348879"/>
                  </a:lnTo>
                  <a:lnTo>
                    <a:pt x="2895689" y="350464"/>
                  </a:lnTo>
                  <a:lnTo>
                    <a:pt x="2905433" y="351273"/>
                  </a:lnTo>
                  <a:lnTo>
                    <a:pt x="2915192" y="34969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8" name="Freeform 977">
              <a:extLst>
                <a:ext uri="{FF2B5EF4-FFF2-40B4-BE49-F238E27FC236}">
                  <a16:creationId xmlns:a16="http://schemas.microsoft.com/office/drawing/2014/main" id="{84C3ACD1-A785-E945-4AA1-597343DF7157}"/>
                </a:ext>
              </a:extLst>
            </p:cNvPr>
            <p:cNvSpPr/>
            <p:nvPr/>
          </p:nvSpPr>
          <p:spPr>
            <a:xfrm>
              <a:off x="4426652" y="3215122"/>
              <a:ext cx="2915191" cy="392260"/>
            </a:xfrm>
            <a:custGeom>
              <a:avLst/>
              <a:gdLst>
                <a:gd name="connsiteX0" fmla="*/ 0 w 2915191"/>
                <a:gd name="connsiteY0" fmla="*/ 337681 h 392260"/>
                <a:gd name="connsiteX1" fmla="*/ 9750 w 2915191"/>
                <a:gd name="connsiteY1" fmla="*/ 370749 h 392260"/>
                <a:gd name="connsiteX2" fmla="*/ 19500 w 2915191"/>
                <a:gd name="connsiteY2" fmla="*/ 362959 h 392260"/>
                <a:gd name="connsiteX3" fmla="*/ 29250 w 2915191"/>
                <a:gd name="connsiteY3" fmla="*/ 392260 h 392260"/>
                <a:gd name="connsiteX4" fmla="*/ 39000 w 2915191"/>
                <a:gd name="connsiteY4" fmla="*/ 389711 h 392260"/>
                <a:gd name="connsiteX5" fmla="*/ 48749 w 2915191"/>
                <a:gd name="connsiteY5" fmla="*/ 379565 h 392260"/>
                <a:gd name="connsiteX6" fmla="*/ 58499 w 2915191"/>
                <a:gd name="connsiteY6" fmla="*/ 381268 h 392260"/>
                <a:gd name="connsiteX7" fmla="*/ 68249 w 2915191"/>
                <a:gd name="connsiteY7" fmla="*/ 384815 h 392260"/>
                <a:gd name="connsiteX8" fmla="*/ 77998 w 2915191"/>
                <a:gd name="connsiteY8" fmla="*/ 371363 h 392260"/>
                <a:gd name="connsiteX9" fmla="*/ 87748 w 2915191"/>
                <a:gd name="connsiteY9" fmla="*/ 383372 h 392260"/>
                <a:gd name="connsiteX10" fmla="*/ 97497 w 2915191"/>
                <a:gd name="connsiteY10" fmla="*/ 367834 h 392260"/>
                <a:gd name="connsiteX11" fmla="*/ 107247 w 2915191"/>
                <a:gd name="connsiteY11" fmla="*/ 358741 h 392260"/>
                <a:gd name="connsiteX12" fmla="*/ 116997 w 2915191"/>
                <a:gd name="connsiteY12" fmla="*/ 351202 h 392260"/>
                <a:gd name="connsiteX13" fmla="*/ 126747 w 2915191"/>
                <a:gd name="connsiteY13" fmla="*/ 323461 h 392260"/>
                <a:gd name="connsiteX14" fmla="*/ 136497 w 2915191"/>
                <a:gd name="connsiteY14" fmla="*/ 307978 h 392260"/>
                <a:gd name="connsiteX15" fmla="*/ 146247 w 2915191"/>
                <a:gd name="connsiteY15" fmla="*/ 314872 h 392260"/>
                <a:gd name="connsiteX16" fmla="*/ 155997 w 2915191"/>
                <a:gd name="connsiteY16" fmla="*/ 302802 h 392260"/>
                <a:gd name="connsiteX17" fmla="*/ 165747 w 2915191"/>
                <a:gd name="connsiteY17" fmla="*/ 320090 h 392260"/>
                <a:gd name="connsiteX18" fmla="*/ 175497 w 2915191"/>
                <a:gd name="connsiteY18" fmla="*/ 304301 h 392260"/>
                <a:gd name="connsiteX19" fmla="*/ 185247 w 2915191"/>
                <a:gd name="connsiteY19" fmla="*/ 324924 h 392260"/>
                <a:gd name="connsiteX20" fmla="*/ 194996 w 2915191"/>
                <a:gd name="connsiteY20" fmla="*/ 329780 h 392260"/>
                <a:gd name="connsiteX21" fmla="*/ 204746 w 2915191"/>
                <a:gd name="connsiteY21" fmla="*/ 328976 h 392260"/>
                <a:gd name="connsiteX22" fmla="*/ 214495 w 2915191"/>
                <a:gd name="connsiteY22" fmla="*/ 357292 h 392260"/>
                <a:gd name="connsiteX23" fmla="*/ 224245 w 2915191"/>
                <a:gd name="connsiteY23" fmla="*/ 359195 h 392260"/>
                <a:gd name="connsiteX24" fmla="*/ 233995 w 2915191"/>
                <a:gd name="connsiteY24" fmla="*/ 339719 h 392260"/>
                <a:gd name="connsiteX25" fmla="*/ 243744 w 2915191"/>
                <a:gd name="connsiteY25" fmla="*/ 316319 h 392260"/>
                <a:gd name="connsiteX26" fmla="*/ 253494 w 2915191"/>
                <a:gd name="connsiteY26" fmla="*/ 280019 h 392260"/>
                <a:gd name="connsiteX27" fmla="*/ 263244 w 2915191"/>
                <a:gd name="connsiteY27" fmla="*/ 272009 h 392260"/>
                <a:gd name="connsiteX28" fmla="*/ 272994 w 2915191"/>
                <a:gd name="connsiteY28" fmla="*/ 246727 h 392260"/>
                <a:gd name="connsiteX29" fmla="*/ 282744 w 2915191"/>
                <a:gd name="connsiteY29" fmla="*/ 212421 h 392260"/>
                <a:gd name="connsiteX30" fmla="*/ 292494 w 2915191"/>
                <a:gd name="connsiteY30" fmla="*/ 224838 h 392260"/>
                <a:gd name="connsiteX31" fmla="*/ 302244 w 2915191"/>
                <a:gd name="connsiteY31" fmla="*/ 249841 h 392260"/>
                <a:gd name="connsiteX32" fmla="*/ 311994 w 2915191"/>
                <a:gd name="connsiteY32" fmla="*/ 251067 h 392260"/>
                <a:gd name="connsiteX33" fmla="*/ 321744 w 2915191"/>
                <a:gd name="connsiteY33" fmla="*/ 245179 h 392260"/>
                <a:gd name="connsiteX34" fmla="*/ 331493 w 2915191"/>
                <a:gd name="connsiteY34" fmla="*/ 249893 h 392260"/>
                <a:gd name="connsiteX35" fmla="*/ 341243 w 2915191"/>
                <a:gd name="connsiteY35" fmla="*/ 258357 h 392260"/>
                <a:gd name="connsiteX36" fmla="*/ 350993 w 2915191"/>
                <a:gd name="connsiteY36" fmla="*/ 289200 h 392260"/>
                <a:gd name="connsiteX37" fmla="*/ 360742 w 2915191"/>
                <a:gd name="connsiteY37" fmla="*/ 305839 h 392260"/>
                <a:gd name="connsiteX38" fmla="*/ 370492 w 2915191"/>
                <a:gd name="connsiteY38" fmla="*/ 322670 h 392260"/>
                <a:gd name="connsiteX39" fmla="*/ 380241 w 2915191"/>
                <a:gd name="connsiteY39" fmla="*/ 277644 h 392260"/>
                <a:gd name="connsiteX40" fmla="*/ 389991 w 2915191"/>
                <a:gd name="connsiteY40" fmla="*/ 290448 h 392260"/>
                <a:gd name="connsiteX41" fmla="*/ 399741 w 2915191"/>
                <a:gd name="connsiteY41" fmla="*/ 297670 h 392260"/>
                <a:gd name="connsiteX42" fmla="*/ 409491 w 2915191"/>
                <a:gd name="connsiteY42" fmla="*/ 298053 h 392260"/>
                <a:gd name="connsiteX43" fmla="*/ 419241 w 2915191"/>
                <a:gd name="connsiteY43" fmla="*/ 300267 h 392260"/>
                <a:gd name="connsiteX44" fmla="*/ 428991 w 2915191"/>
                <a:gd name="connsiteY44" fmla="*/ 268553 h 392260"/>
                <a:gd name="connsiteX45" fmla="*/ 438741 w 2915191"/>
                <a:gd name="connsiteY45" fmla="*/ 282114 h 392260"/>
                <a:gd name="connsiteX46" fmla="*/ 448491 w 2915191"/>
                <a:gd name="connsiteY46" fmla="*/ 300764 h 392260"/>
                <a:gd name="connsiteX47" fmla="*/ 458241 w 2915191"/>
                <a:gd name="connsiteY47" fmla="*/ 315630 h 392260"/>
                <a:gd name="connsiteX48" fmla="*/ 467991 w 2915191"/>
                <a:gd name="connsiteY48" fmla="*/ 308007 h 392260"/>
                <a:gd name="connsiteX49" fmla="*/ 477740 w 2915191"/>
                <a:gd name="connsiteY49" fmla="*/ 327791 h 392260"/>
                <a:gd name="connsiteX50" fmla="*/ 487490 w 2915191"/>
                <a:gd name="connsiteY50" fmla="*/ 326286 h 392260"/>
                <a:gd name="connsiteX51" fmla="*/ 497239 w 2915191"/>
                <a:gd name="connsiteY51" fmla="*/ 345697 h 392260"/>
                <a:gd name="connsiteX52" fmla="*/ 506989 w 2915191"/>
                <a:gd name="connsiteY52" fmla="*/ 346945 h 392260"/>
                <a:gd name="connsiteX53" fmla="*/ 516738 w 2915191"/>
                <a:gd name="connsiteY53" fmla="*/ 328929 h 392260"/>
                <a:gd name="connsiteX54" fmla="*/ 526488 w 2915191"/>
                <a:gd name="connsiteY54" fmla="*/ 309818 h 392260"/>
                <a:gd name="connsiteX55" fmla="*/ 536238 w 2915191"/>
                <a:gd name="connsiteY55" fmla="*/ 289921 h 392260"/>
                <a:gd name="connsiteX56" fmla="*/ 545988 w 2915191"/>
                <a:gd name="connsiteY56" fmla="*/ 297360 h 392260"/>
                <a:gd name="connsiteX57" fmla="*/ 555738 w 2915191"/>
                <a:gd name="connsiteY57" fmla="*/ 273949 h 392260"/>
                <a:gd name="connsiteX58" fmla="*/ 565488 w 2915191"/>
                <a:gd name="connsiteY58" fmla="*/ 248424 h 392260"/>
                <a:gd name="connsiteX59" fmla="*/ 575238 w 2915191"/>
                <a:gd name="connsiteY59" fmla="*/ 240668 h 392260"/>
                <a:gd name="connsiteX60" fmla="*/ 584988 w 2915191"/>
                <a:gd name="connsiteY60" fmla="*/ 250365 h 392260"/>
                <a:gd name="connsiteX61" fmla="*/ 594738 w 2915191"/>
                <a:gd name="connsiteY61" fmla="*/ 277973 h 392260"/>
                <a:gd name="connsiteX62" fmla="*/ 604488 w 2915191"/>
                <a:gd name="connsiteY62" fmla="*/ 280950 h 392260"/>
                <a:gd name="connsiteX63" fmla="*/ 614237 w 2915191"/>
                <a:gd name="connsiteY63" fmla="*/ 300697 h 392260"/>
                <a:gd name="connsiteX64" fmla="*/ 623987 w 2915191"/>
                <a:gd name="connsiteY64" fmla="*/ 275561 h 392260"/>
                <a:gd name="connsiteX65" fmla="*/ 633736 w 2915191"/>
                <a:gd name="connsiteY65" fmla="*/ 249284 h 392260"/>
                <a:gd name="connsiteX66" fmla="*/ 643486 w 2915191"/>
                <a:gd name="connsiteY66" fmla="*/ 255307 h 392260"/>
                <a:gd name="connsiteX67" fmla="*/ 653236 w 2915191"/>
                <a:gd name="connsiteY67" fmla="*/ 247578 h 392260"/>
                <a:gd name="connsiteX68" fmla="*/ 662985 w 2915191"/>
                <a:gd name="connsiteY68" fmla="*/ 261663 h 392260"/>
                <a:gd name="connsiteX69" fmla="*/ 672735 w 2915191"/>
                <a:gd name="connsiteY69" fmla="*/ 265189 h 392260"/>
                <a:gd name="connsiteX70" fmla="*/ 682485 w 2915191"/>
                <a:gd name="connsiteY70" fmla="*/ 185984 h 392260"/>
                <a:gd name="connsiteX71" fmla="*/ 692235 w 2915191"/>
                <a:gd name="connsiteY71" fmla="*/ 203510 h 392260"/>
                <a:gd name="connsiteX72" fmla="*/ 701985 w 2915191"/>
                <a:gd name="connsiteY72" fmla="*/ 196589 h 392260"/>
                <a:gd name="connsiteX73" fmla="*/ 711735 w 2915191"/>
                <a:gd name="connsiteY73" fmla="*/ 200584 h 392260"/>
                <a:gd name="connsiteX74" fmla="*/ 721485 w 2915191"/>
                <a:gd name="connsiteY74" fmla="*/ 173125 h 392260"/>
                <a:gd name="connsiteX75" fmla="*/ 731235 w 2915191"/>
                <a:gd name="connsiteY75" fmla="*/ 210345 h 392260"/>
                <a:gd name="connsiteX76" fmla="*/ 740985 w 2915191"/>
                <a:gd name="connsiteY76" fmla="*/ 226862 h 392260"/>
                <a:gd name="connsiteX77" fmla="*/ 750734 w 2915191"/>
                <a:gd name="connsiteY77" fmla="*/ 213793 h 392260"/>
                <a:gd name="connsiteX78" fmla="*/ 760484 w 2915191"/>
                <a:gd name="connsiteY78" fmla="*/ 202716 h 392260"/>
                <a:gd name="connsiteX79" fmla="*/ 770233 w 2915191"/>
                <a:gd name="connsiteY79" fmla="*/ 213777 h 392260"/>
                <a:gd name="connsiteX80" fmla="*/ 779983 w 2915191"/>
                <a:gd name="connsiteY80" fmla="*/ 259484 h 392260"/>
                <a:gd name="connsiteX81" fmla="*/ 789733 w 2915191"/>
                <a:gd name="connsiteY81" fmla="*/ 267981 h 392260"/>
                <a:gd name="connsiteX82" fmla="*/ 799482 w 2915191"/>
                <a:gd name="connsiteY82" fmla="*/ 271606 h 392260"/>
                <a:gd name="connsiteX83" fmla="*/ 809232 w 2915191"/>
                <a:gd name="connsiteY83" fmla="*/ 228604 h 392260"/>
                <a:gd name="connsiteX84" fmla="*/ 818982 w 2915191"/>
                <a:gd name="connsiteY84" fmla="*/ 203404 h 392260"/>
                <a:gd name="connsiteX85" fmla="*/ 828732 w 2915191"/>
                <a:gd name="connsiteY85" fmla="*/ 209182 h 392260"/>
                <a:gd name="connsiteX86" fmla="*/ 838482 w 2915191"/>
                <a:gd name="connsiteY86" fmla="*/ 195236 h 392260"/>
                <a:gd name="connsiteX87" fmla="*/ 848232 w 2915191"/>
                <a:gd name="connsiteY87" fmla="*/ 199858 h 392260"/>
                <a:gd name="connsiteX88" fmla="*/ 857982 w 2915191"/>
                <a:gd name="connsiteY88" fmla="*/ 177007 h 392260"/>
                <a:gd name="connsiteX89" fmla="*/ 867732 w 2915191"/>
                <a:gd name="connsiteY89" fmla="*/ 239559 h 392260"/>
                <a:gd name="connsiteX90" fmla="*/ 877482 w 2915191"/>
                <a:gd name="connsiteY90" fmla="*/ 265503 h 392260"/>
                <a:gd name="connsiteX91" fmla="*/ 887231 w 2915191"/>
                <a:gd name="connsiteY91" fmla="*/ 231853 h 392260"/>
                <a:gd name="connsiteX92" fmla="*/ 896981 w 2915191"/>
                <a:gd name="connsiteY92" fmla="*/ 211917 h 392260"/>
                <a:gd name="connsiteX93" fmla="*/ 906730 w 2915191"/>
                <a:gd name="connsiteY93" fmla="*/ 219396 h 392260"/>
                <a:gd name="connsiteX94" fmla="*/ 916480 w 2915191"/>
                <a:gd name="connsiteY94" fmla="*/ 218966 h 392260"/>
                <a:gd name="connsiteX95" fmla="*/ 926230 w 2915191"/>
                <a:gd name="connsiteY95" fmla="*/ 214009 h 392260"/>
                <a:gd name="connsiteX96" fmla="*/ 935979 w 2915191"/>
                <a:gd name="connsiteY96" fmla="*/ 191082 h 392260"/>
                <a:gd name="connsiteX97" fmla="*/ 945729 w 2915191"/>
                <a:gd name="connsiteY97" fmla="*/ 171974 h 392260"/>
                <a:gd name="connsiteX98" fmla="*/ 955479 w 2915191"/>
                <a:gd name="connsiteY98" fmla="*/ 204043 h 392260"/>
                <a:gd name="connsiteX99" fmla="*/ 965229 w 2915191"/>
                <a:gd name="connsiteY99" fmla="*/ 220305 h 392260"/>
                <a:gd name="connsiteX100" fmla="*/ 974979 w 2915191"/>
                <a:gd name="connsiteY100" fmla="*/ 224663 h 392260"/>
                <a:gd name="connsiteX101" fmla="*/ 984729 w 2915191"/>
                <a:gd name="connsiteY101" fmla="*/ 224899 h 392260"/>
                <a:gd name="connsiteX102" fmla="*/ 994474 w 2915191"/>
                <a:gd name="connsiteY102" fmla="*/ 254539 h 392260"/>
                <a:gd name="connsiteX103" fmla="*/ 1004233 w 2915191"/>
                <a:gd name="connsiteY103" fmla="*/ 280196 h 392260"/>
                <a:gd name="connsiteX104" fmla="*/ 1013977 w 2915191"/>
                <a:gd name="connsiteY104" fmla="*/ 297585 h 392260"/>
                <a:gd name="connsiteX105" fmla="*/ 1023721 w 2915191"/>
                <a:gd name="connsiteY105" fmla="*/ 296917 h 392260"/>
                <a:gd name="connsiteX106" fmla="*/ 1033480 w 2915191"/>
                <a:gd name="connsiteY106" fmla="*/ 284922 h 392260"/>
                <a:gd name="connsiteX107" fmla="*/ 1043224 w 2915191"/>
                <a:gd name="connsiteY107" fmla="*/ 279192 h 392260"/>
                <a:gd name="connsiteX108" fmla="*/ 1052983 w 2915191"/>
                <a:gd name="connsiteY108" fmla="*/ 239045 h 392260"/>
                <a:gd name="connsiteX109" fmla="*/ 1062727 w 2915191"/>
                <a:gd name="connsiteY109" fmla="*/ 223006 h 392260"/>
                <a:gd name="connsiteX110" fmla="*/ 1072471 w 2915191"/>
                <a:gd name="connsiteY110" fmla="*/ 219666 h 392260"/>
                <a:gd name="connsiteX111" fmla="*/ 1082230 w 2915191"/>
                <a:gd name="connsiteY111" fmla="*/ 242721 h 392260"/>
                <a:gd name="connsiteX112" fmla="*/ 1091973 w 2915191"/>
                <a:gd name="connsiteY112" fmla="*/ 255023 h 392260"/>
                <a:gd name="connsiteX113" fmla="*/ 1101732 w 2915191"/>
                <a:gd name="connsiteY113" fmla="*/ 286796 h 392260"/>
                <a:gd name="connsiteX114" fmla="*/ 1111476 w 2915191"/>
                <a:gd name="connsiteY114" fmla="*/ 327062 h 392260"/>
                <a:gd name="connsiteX115" fmla="*/ 1121220 w 2915191"/>
                <a:gd name="connsiteY115" fmla="*/ 344807 h 392260"/>
                <a:gd name="connsiteX116" fmla="*/ 1130979 w 2915191"/>
                <a:gd name="connsiteY116" fmla="*/ 333193 h 392260"/>
                <a:gd name="connsiteX117" fmla="*/ 1140723 w 2915191"/>
                <a:gd name="connsiteY117" fmla="*/ 329844 h 392260"/>
                <a:gd name="connsiteX118" fmla="*/ 1150482 w 2915191"/>
                <a:gd name="connsiteY118" fmla="*/ 332799 h 392260"/>
                <a:gd name="connsiteX119" fmla="*/ 1160226 w 2915191"/>
                <a:gd name="connsiteY119" fmla="*/ 332484 h 392260"/>
                <a:gd name="connsiteX120" fmla="*/ 1169969 w 2915191"/>
                <a:gd name="connsiteY120" fmla="*/ 314562 h 392260"/>
                <a:gd name="connsiteX121" fmla="*/ 1179728 w 2915191"/>
                <a:gd name="connsiteY121" fmla="*/ 328497 h 392260"/>
                <a:gd name="connsiteX122" fmla="*/ 1189472 w 2915191"/>
                <a:gd name="connsiteY122" fmla="*/ 275180 h 392260"/>
                <a:gd name="connsiteX123" fmla="*/ 1199231 w 2915191"/>
                <a:gd name="connsiteY123" fmla="*/ 289322 h 392260"/>
                <a:gd name="connsiteX124" fmla="*/ 1208975 w 2915191"/>
                <a:gd name="connsiteY124" fmla="*/ 288251 h 392260"/>
                <a:gd name="connsiteX125" fmla="*/ 1218719 w 2915191"/>
                <a:gd name="connsiteY125" fmla="*/ 284624 h 392260"/>
                <a:gd name="connsiteX126" fmla="*/ 1228478 w 2915191"/>
                <a:gd name="connsiteY126" fmla="*/ 297031 h 392260"/>
                <a:gd name="connsiteX127" fmla="*/ 1238222 w 2915191"/>
                <a:gd name="connsiteY127" fmla="*/ 312870 h 392260"/>
                <a:gd name="connsiteX128" fmla="*/ 1247966 w 2915191"/>
                <a:gd name="connsiteY128" fmla="*/ 269143 h 392260"/>
                <a:gd name="connsiteX129" fmla="*/ 1257725 w 2915191"/>
                <a:gd name="connsiteY129" fmla="*/ 278814 h 392260"/>
                <a:gd name="connsiteX130" fmla="*/ 1267469 w 2915191"/>
                <a:gd name="connsiteY130" fmla="*/ 289401 h 392260"/>
                <a:gd name="connsiteX131" fmla="*/ 1277227 w 2915191"/>
                <a:gd name="connsiteY131" fmla="*/ 252921 h 392260"/>
                <a:gd name="connsiteX132" fmla="*/ 1286971 w 2915191"/>
                <a:gd name="connsiteY132" fmla="*/ 272845 h 392260"/>
                <a:gd name="connsiteX133" fmla="*/ 1296715 w 2915191"/>
                <a:gd name="connsiteY133" fmla="*/ 278572 h 392260"/>
                <a:gd name="connsiteX134" fmla="*/ 1306474 w 2915191"/>
                <a:gd name="connsiteY134" fmla="*/ 297215 h 392260"/>
                <a:gd name="connsiteX135" fmla="*/ 1316218 w 2915191"/>
                <a:gd name="connsiteY135" fmla="*/ 273863 h 392260"/>
                <a:gd name="connsiteX136" fmla="*/ 1325977 w 2915191"/>
                <a:gd name="connsiteY136" fmla="*/ 250130 h 392260"/>
                <a:gd name="connsiteX137" fmla="*/ 1335721 w 2915191"/>
                <a:gd name="connsiteY137" fmla="*/ 220833 h 392260"/>
                <a:gd name="connsiteX138" fmla="*/ 1345465 w 2915191"/>
                <a:gd name="connsiteY138" fmla="*/ 232800 h 392260"/>
                <a:gd name="connsiteX139" fmla="*/ 1355224 w 2915191"/>
                <a:gd name="connsiteY139" fmla="*/ 225755 h 392260"/>
                <a:gd name="connsiteX140" fmla="*/ 1364967 w 2915191"/>
                <a:gd name="connsiteY140" fmla="*/ 218379 h 392260"/>
                <a:gd name="connsiteX141" fmla="*/ 1374726 w 2915191"/>
                <a:gd name="connsiteY141" fmla="*/ 209892 h 392260"/>
                <a:gd name="connsiteX142" fmla="*/ 1384470 w 2915191"/>
                <a:gd name="connsiteY142" fmla="*/ 190719 h 392260"/>
                <a:gd name="connsiteX143" fmla="*/ 1394214 w 2915191"/>
                <a:gd name="connsiteY143" fmla="*/ 210989 h 392260"/>
                <a:gd name="connsiteX144" fmla="*/ 1403973 w 2915191"/>
                <a:gd name="connsiteY144" fmla="*/ 239443 h 392260"/>
                <a:gd name="connsiteX145" fmla="*/ 1413717 w 2915191"/>
                <a:gd name="connsiteY145" fmla="*/ 265668 h 392260"/>
                <a:gd name="connsiteX146" fmla="*/ 1423476 w 2915191"/>
                <a:gd name="connsiteY146" fmla="*/ 238066 h 392260"/>
                <a:gd name="connsiteX147" fmla="*/ 1433220 w 2915191"/>
                <a:gd name="connsiteY147" fmla="*/ 238874 h 392260"/>
                <a:gd name="connsiteX148" fmla="*/ 1442964 w 2915191"/>
                <a:gd name="connsiteY148" fmla="*/ 216630 h 392260"/>
                <a:gd name="connsiteX149" fmla="*/ 1452722 w 2915191"/>
                <a:gd name="connsiteY149" fmla="*/ 211843 h 392260"/>
                <a:gd name="connsiteX150" fmla="*/ 1462466 w 2915191"/>
                <a:gd name="connsiteY150" fmla="*/ 165029 h 392260"/>
                <a:gd name="connsiteX151" fmla="*/ 1472225 w 2915191"/>
                <a:gd name="connsiteY151" fmla="*/ 197346 h 392260"/>
                <a:gd name="connsiteX152" fmla="*/ 1481969 w 2915191"/>
                <a:gd name="connsiteY152" fmla="*/ 210061 h 392260"/>
                <a:gd name="connsiteX153" fmla="*/ 1491713 w 2915191"/>
                <a:gd name="connsiteY153" fmla="*/ 242777 h 392260"/>
                <a:gd name="connsiteX154" fmla="*/ 1501472 w 2915191"/>
                <a:gd name="connsiteY154" fmla="*/ 232053 h 392260"/>
                <a:gd name="connsiteX155" fmla="*/ 1511216 w 2915191"/>
                <a:gd name="connsiteY155" fmla="*/ 249486 h 392260"/>
                <a:gd name="connsiteX156" fmla="*/ 1520960 w 2915191"/>
                <a:gd name="connsiteY156" fmla="*/ 263781 h 392260"/>
                <a:gd name="connsiteX157" fmla="*/ 1530719 w 2915191"/>
                <a:gd name="connsiteY157" fmla="*/ 238247 h 392260"/>
                <a:gd name="connsiteX158" fmla="*/ 1540463 w 2915191"/>
                <a:gd name="connsiteY158" fmla="*/ 227268 h 392260"/>
                <a:gd name="connsiteX159" fmla="*/ 1550221 w 2915191"/>
                <a:gd name="connsiteY159" fmla="*/ 205169 h 392260"/>
                <a:gd name="connsiteX160" fmla="*/ 1559965 w 2915191"/>
                <a:gd name="connsiteY160" fmla="*/ 181358 h 392260"/>
                <a:gd name="connsiteX161" fmla="*/ 1569709 w 2915191"/>
                <a:gd name="connsiteY161" fmla="*/ 161381 h 392260"/>
                <a:gd name="connsiteX162" fmla="*/ 1579468 w 2915191"/>
                <a:gd name="connsiteY162" fmla="*/ 189652 h 392260"/>
                <a:gd name="connsiteX163" fmla="*/ 1589212 w 2915191"/>
                <a:gd name="connsiteY163" fmla="*/ 215943 h 392260"/>
                <a:gd name="connsiteX164" fmla="*/ 1598971 w 2915191"/>
                <a:gd name="connsiteY164" fmla="*/ 196927 h 392260"/>
                <a:gd name="connsiteX165" fmla="*/ 1608715 w 2915191"/>
                <a:gd name="connsiteY165" fmla="*/ 208076 h 392260"/>
                <a:gd name="connsiteX166" fmla="*/ 1618459 w 2915191"/>
                <a:gd name="connsiteY166" fmla="*/ 197380 h 392260"/>
                <a:gd name="connsiteX167" fmla="*/ 1628218 w 2915191"/>
                <a:gd name="connsiteY167" fmla="*/ 153942 h 392260"/>
                <a:gd name="connsiteX168" fmla="*/ 1637962 w 2915191"/>
                <a:gd name="connsiteY168" fmla="*/ 137486 h 392260"/>
                <a:gd name="connsiteX169" fmla="*/ 1647720 w 2915191"/>
                <a:gd name="connsiteY169" fmla="*/ 167585 h 392260"/>
                <a:gd name="connsiteX170" fmla="*/ 1657464 w 2915191"/>
                <a:gd name="connsiteY170" fmla="*/ 223908 h 392260"/>
                <a:gd name="connsiteX171" fmla="*/ 1667208 w 2915191"/>
                <a:gd name="connsiteY171" fmla="*/ 205159 h 392260"/>
                <a:gd name="connsiteX172" fmla="*/ 1676967 w 2915191"/>
                <a:gd name="connsiteY172" fmla="*/ 212252 h 392260"/>
                <a:gd name="connsiteX173" fmla="*/ 1686711 w 2915191"/>
                <a:gd name="connsiteY173" fmla="*/ 234193 h 392260"/>
                <a:gd name="connsiteX174" fmla="*/ 1696470 w 2915191"/>
                <a:gd name="connsiteY174" fmla="*/ 258950 h 392260"/>
                <a:gd name="connsiteX175" fmla="*/ 1706214 w 2915191"/>
                <a:gd name="connsiteY175" fmla="*/ 228428 h 392260"/>
                <a:gd name="connsiteX176" fmla="*/ 1715958 w 2915191"/>
                <a:gd name="connsiteY176" fmla="*/ 232822 h 392260"/>
                <a:gd name="connsiteX177" fmla="*/ 1725716 w 2915191"/>
                <a:gd name="connsiteY177" fmla="*/ 203046 h 392260"/>
                <a:gd name="connsiteX178" fmla="*/ 1735460 w 2915191"/>
                <a:gd name="connsiteY178" fmla="*/ 210928 h 392260"/>
                <a:gd name="connsiteX179" fmla="*/ 1745219 w 2915191"/>
                <a:gd name="connsiteY179" fmla="*/ 202870 h 392260"/>
                <a:gd name="connsiteX180" fmla="*/ 1754963 w 2915191"/>
                <a:gd name="connsiteY180" fmla="*/ 201045 h 392260"/>
                <a:gd name="connsiteX181" fmla="*/ 1764707 w 2915191"/>
                <a:gd name="connsiteY181" fmla="*/ 174618 h 392260"/>
                <a:gd name="connsiteX182" fmla="*/ 1774466 w 2915191"/>
                <a:gd name="connsiteY182" fmla="*/ 172243 h 392260"/>
                <a:gd name="connsiteX183" fmla="*/ 1784210 w 2915191"/>
                <a:gd name="connsiteY183" fmla="*/ 193699 h 392260"/>
                <a:gd name="connsiteX184" fmla="*/ 1793969 w 2915191"/>
                <a:gd name="connsiteY184" fmla="*/ 176169 h 392260"/>
                <a:gd name="connsiteX185" fmla="*/ 1803713 w 2915191"/>
                <a:gd name="connsiteY185" fmla="*/ 152664 h 392260"/>
                <a:gd name="connsiteX186" fmla="*/ 1813457 w 2915191"/>
                <a:gd name="connsiteY186" fmla="*/ 125621 h 392260"/>
                <a:gd name="connsiteX187" fmla="*/ 1823215 w 2915191"/>
                <a:gd name="connsiteY187" fmla="*/ 137446 h 392260"/>
                <a:gd name="connsiteX188" fmla="*/ 1832959 w 2915191"/>
                <a:gd name="connsiteY188" fmla="*/ 130050 h 392260"/>
                <a:gd name="connsiteX189" fmla="*/ 1842703 w 2915191"/>
                <a:gd name="connsiteY189" fmla="*/ 77901 h 392260"/>
                <a:gd name="connsiteX190" fmla="*/ 1852462 w 2915191"/>
                <a:gd name="connsiteY190" fmla="*/ 86219 h 392260"/>
                <a:gd name="connsiteX191" fmla="*/ 1862206 w 2915191"/>
                <a:gd name="connsiteY191" fmla="*/ 95648 h 392260"/>
                <a:gd name="connsiteX192" fmla="*/ 1871965 w 2915191"/>
                <a:gd name="connsiteY192" fmla="*/ 110804 h 392260"/>
                <a:gd name="connsiteX193" fmla="*/ 1881709 w 2915191"/>
                <a:gd name="connsiteY193" fmla="*/ 114904 h 392260"/>
                <a:gd name="connsiteX194" fmla="*/ 1891453 w 2915191"/>
                <a:gd name="connsiteY194" fmla="*/ 117715 h 392260"/>
                <a:gd name="connsiteX195" fmla="*/ 1901212 w 2915191"/>
                <a:gd name="connsiteY195" fmla="*/ 107262 h 392260"/>
                <a:gd name="connsiteX196" fmla="*/ 1910956 w 2915191"/>
                <a:gd name="connsiteY196" fmla="*/ 132783 h 392260"/>
                <a:gd name="connsiteX197" fmla="*/ 1920714 w 2915191"/>
                <a:gd name="connsiteY197" fmla="*/ 123453 h 392260"/>
                <a:gd name="connsiteX198" fmla="*/ 1930458 w 2915191"/>
                <a:gd name="connsiteY198" fmla="*/ 92259 h 392260"/>
                <a:gd name="connsiteX199" fmla="*/ 1940202 w 2915191"/>
                <a:gd name="connsiteY199" fmla="*/ 48180 h 392260"/>
                <a:gd name="connsiteX200" fmla="*/ 1949961 w 2915191"/>
                <a:gd name="connsiteY200" fmla="*/ 37402 h 392260"/>
                <a:gd name="connsiteX201" fmla="*/ 1959705 w 2915191"/>
                <a:gd name="connsiteY201" fmla="*/ 22223 h 392260"/>
                <a:gd name="connsiteX202" fmla="*/ 1969464 w 2915191"/>
                <a:gd name="connsiteY202" fmla="*/ 8323 h 392260"/>
                <a:gd name="connsiteX203" fmla="*/ 1979208 w 2915191"/>
                <a:gd name="connsiteY203" fmla="*/ 0 h 392260"/>
                <a:gd name="connsiteX204" fmla="*/ 1988952 w 2915191"/>
                <a:gd name="connsiteY204" fmla="*/ 13430 h 392260"/>
                <a:gd name="connsiteX205" fmla="*/ 1998711 w 2915191"/>
                <a:gd name="connsiteY205" fmla="*/ 15471 h 392260"/>
                <a:gd name="connsiteX206" fmla="*/ 2008454 w 2915191"/>
                <a:gd name="connsiteY206" fmla="*/ 11109 h 392260"/>
                <a:gd name="connsiteX207" fmla="*/ 2018213 w 2915191"/>
                <a:gd name="connsiteY207" fmla="*/ 33100 h 392260"/>
                <a:gd name="connsiteX208" fmla="*/ 2027957 w 2915191"/>
                <a:gd name="connsiteY208" fmla="*/ 12275 h 392260"/>
                <a:gd name="connsiteX209" fmla="*/ 2037701 w 2915191"/>
                <a:gd name="connsiteY209" fmla="*/ 17407 h 392260"/>
                <a:gd name="connsiteX210" fmla="*/ 2047460 w 2915191"/>
                <a:gd name="connsiteY210" fmla="*/ 15870 h 392260"/>
                <a:gd name="connsiteX211" fmla="*/ 2057204 w 2915191"/>
                <a:gd name="connsiteY211" fmla="*/ 60384 h 392260"/>
                <a:gd name="connsiteX212" fmla="*/ 2066963 w 2915191"/>
                <a:gd name="connsiteY212" fmla="*/ 75568 h 392260"/>
                <a:gd name="connsiteX213" fmla="*/ 2076707 w 2915191"/>
                <a:gd name="connsiteY213" fmla="*/ 98347 h 392260"/>
                <a:gd name="connsiteX214" fmla="*/ 2086451 w 2915191"/>
                <a:gd name="connsiteY214" fmla="*/ 88098 h 392260"/>
                <a:gd name="connsiteX215" fmla="*/ 2096210 w 2915191"/>
                <a:gd name="connsiteY215" fmla="*/ 63902 h 392260"/>
                <a:gd name="connsiteX216" fmla="*/ 2105954 w 2915191"/>
                <a:gd name="connsiteY216" fmla="*/ 85163 h 392260"/>
                <a:gd name="connsiteX217" fmla="*/ 2115697 w 2915191"/>
                <a:gd name="connsiteY217" fmla="*/ 104826 h 392260"/>
                <a:gd name="connsiteX218" fmla="*/ 2125456 w 2915191"/>
                <a:gd name="connsiteY218" fmla="*/ 107098 h 392260"/>
                <a:gd name="connsiteX219" fmla="*/ 2135200 w 2915191"/>
                <a:gd name="connsiteY219" fmla="*/ 127447 h 392260"/>
                <a:gd name="connsiteX220" fmla="*/ 2144959 w 2915191"/>
                <a:gd name="connsiteY220" fmla="*/ 118122 h 392260"/>
                <a:gd name="connsiteX221" fmla="*/ 2154703 w 2915191"/>
                <a:gd name="connsiteY221" fmla="*/ 145770 h 392260"/>
                <a:gd name="connsiteX222" fmla="*/ 2164447 w 2915191"/>
                <a:gd name="connsiteY222" fmla="*/ 141935 h 392260"/>
                <a:gd name="connsiteX223" fmla="*/ 2174206 w 2915191"/>
                <a:gd name="connsiteY223" fmla="*/ 158738 h 392260"/>
                <a:gd name="connsiteX224" fmla="*/ 2183950 w 2915191"/>
                <a:gd name="connsiteY224" fmla="*/ 162172 h 392260"/>
                <a:gd name="connsiteX225" fmla="*/ 2193709 w 2915191"/>
                <a:gd name="connsiteY225" fmla="*/ 132969 h 392260"/>
                <a:gd name="connsiteX226" fmla="*/ 2203452 w 2915191"/>
                <a:gd name="connsiteY226" fmla="*/ 118352 h 392260"/>
                <a:gd name="connsiteX227" fmla="*/ 2213196 w 2915191"/>
                <a:gd name="connsiteY227" fmla="*/ 119673 h 392260"/>
                <a:gd name="connsiteX228" fmla="*/ 2222955 w 2915191"/>
                <a:gd name="connsiteY228" fmla="*/ 139875 h 392260"/>
                <a:gd name="connsiteX229" fmla="*/ 2232699 w 2915191"/>
                <a:gd name="connsiteY229" fmla="*/ 176541 h 392260"/>
                <a:gd name="connsiteX230" fmla="*/ 2242458 w 2915191"/>
                <a:gd name="connsiteY230" fmla="*/ 161843 h 392260"/>
                <a:gd name="connsiteX231" fmla="*/ 2252202 w 2915191"/>
                <a:gd name="connsiteY231" fmla="*/ 166751 h 392260"/>
                <a:gd name="connsiteX232" fmla="*/ 2261946 w 2915191"/>
                <a:gd name="connsiteY232" fmla="*/ 145618 h 392260"/>
                <a:gd name="connsiteX233" fmla="*/ 2271705 w 2915191"/>
                <a:gd name="connsiteY233" fmla="*/ 129958 h 392260"/>
                <a:gd name="connsiteX234" fmla="*/ 2281449 w 2915191"/>
                <a:gd name="connsiteY234" fmla="*/ 124952 h 392260"/>
                <a:gd name="connsiteX235" fmla="*/ 2291208 w 2915191"/>
                <a:gd name="connsiteY235" fmla="*/ 111371 h 392260"/>
                <a:gd name="connsiteX236" fmla="*/ 2300951 w 2915191"/>
                <a:gd name="connsiteY236" fmla="*/ 115153 h 392260"/>
                <a:gd name="connsiteX237" fmla="*/ 2310695 w 2915191"/>
                <a:gd name="connsiteY237" fmla="*/ 121251 h 392260"/>
                <a:gd name="connsiteX238" fmla="*/ 2320454 w 2915191"/>
                <a:gd name="connsiteY238" fmla="*/ 143111 h 392260"/>
                <a:gd name="connsiteX239" fmla="*/ 2330198 w 2915191"/>
                <a:gd name="connsiteY239" fmla="*/ 129500 h 392260"/>
                <a:gd name="connsiteX240" fmla="*/ 2339957 w 2915191"/>
                <a:gd name="connsiteY240" fmla="*/ 98922 h 392260"/>
                <a:gd name="connsiteX241" fmla="*/ 2349701 w 2915191"/>
                <a:gd name="connsiteY241" fmla="*/ 99337 h 392260"/>
                <a:gd name="connsiteX242" fmla="*/ 2359445 w 2915191"/>
                <a:gd name="connsiteY242" fmla="*/ 61457 h 392260"/>
                <a:gd name="connsiteX243" fmla="*/ 2369204 w 2915191"/>
                <a:gd name="connsiteY243" fmla="*/ 47271 h 392260"/>
                <a:gd name="connsiteX244" fmla="*/ 2378948 w 2915191"/>
                <a:gd name="connsiteY244" fmla="*/ 55958 h 392260"/>
                <a:gd name="connsiteX245" fmla="*/ 2388692 w 2915191"/>
                <a:gd name="connsiteY245" fmla="*/ 59523 h 392260"/>
                <a:gd name="connsiteX246" fmla="*/ 2398450 w 2915191"/>
                <a:gd name="connsiteY246" fmla="*/ 67032 h 392260"/>
                <a:gd name="connsiteX247" fmla="*/ 2408194 w 2915191"/>
                <a:gd name="connsiteY247" fmla="*/ 45367 h 392260"/>
                <a:gd name="connsiteX248" fmla="*/ 2417953 w 2915191"/>
                <a:gd name="connsiteY248" fmla="*/ 56336 h 392260"/>
                <a:gd name="connsiteX249" fmla="*/ 2427697 w 2915191"/>
                <a:gd name="connsiteY249" fmla="*/ 13041 h 392260"/>
                <a:gd name="connsiteX250" fmla="*/ 2437441 w 2915191"/>
                <a:gd name="connsiteY250" fmla="*/ 14897 h 392260"/>
                <a:gd name="connsiteX251" fmla="*/ 2447200 w 2915191"/>
                <a:gd name="connsiteY251" fmla="*/ 3410 h 392260"/>
                <a:gd name="connsiteX252" fmla="*/ 2456944 w 2915191"/>
                <a:gd name="connsiteY252" fmla="*/ 17320 h 392260"/>
                <a:gd name="connsiteX253" fmla="*/ 2466703 w 2915191"/>
                <a:gd name="connsiteY253" fmla="*/ 8777 h 392260"/>
                <a:gd name="connsiteX254" fmla="*/ 2476446 w 2915191"/>
                <a:gd name="connsiteY254" fmla="*/ 38009 h 392260"/>
                <a:gd name="connsiteX255" fmla="*/ 2486190 w 2915191"/>
                <a:gd name="connsiteY255" fmla="*/ 58835 h 392260"/>
                <a:gd name="connsiteX256" fmla="*/ 2495949 w 2915191"/>
                <a:gd name="connsiteY256" fmla="*/ 75819 h 392260"/>
                <a:gd name="connsiteX257" fmla="*/ 2505693 w 2915191"/>
                <a:gd name="connsiteY257" fmla="*/ 55724 h 392260"/>
                <a:gd name="connsiteX258" fmla="*/ 2515452 w 2915191"/>
                <a:gd name="connsiteY258" fmla="*/ 69514 h 392260"/>
                <a:gd name="connsiteX259" fmla="*/ 2525196 w 2915191"/>
                <a:gd name="connsiteY259" fmla="*/ 75587 h 392260"/>
                <a:gd name="connsiteX260" fmla="*/ 2534940 w 2915191"/>
                <a:gd name="connsiteY260" fmla="*/ 46524 h 392260"/>
                <a:gd name="connsiteX261" fmla="*/ 2544699 w 2915191"/>
                <a:gd name="connsiteY261" fmla="*/ 24907 h 392260"/>
                <a:gd name="connsiteX262" fmla="*/ 2554443 w 2915191"/>
                <a:gd name="connsiteY262" fmla="*/ 37380 h 392260"/>
                <a:gd name="connsiteX263" fmla="*/ 2564202 w 2915191"/>
                <a:gd name="connsiteY263" fmla="*/ 44661 h 392260"/>
                <a:gd name="connsiteX264" fmla="*/ 2573946 w 2915191"/>
                <a:gd name="connsiteY264" fmla="*/ 74966 h 392260"/>
                <a:gd name="connsiteX265" fmla="*/ 2583690 w 2915191"/>
                <a:gd name="connsiteY265" fmla="*/ 51387 h 392260"/>
                <a:gd name="connsiteX266" fmla="*/ 2593448 w 2915191"/>
                <a:gd name="connsiteY266" fmla="*/ 43580 h 392260"/>
                <a:gd name="connsiteX267" fmla="*/ 2603192 w 2915191"/>
                <a:gd name="connsiteY267" fmla="*/ 61609 h 392260"/>
                <a:gd name="connsiteX268" fmla="*/ 2612951 w 2915191"/>
                <a:gd name="connsiteY268" fmla="*/ 47790 h 392260"/>
                <a:gd name="connsiteX269" fmla="*/ 2622695 w 2915191"/>
                <a:gd name="connsiteY269" fmla="*/ 14939 h 392260"/>
                <a:gd name="connsiteX270" fmla="*/ 2632439 w 2915191"/>
                <a:gd name="connsiteY270" fmla="*/ 35722 h 392260"/>
                <a:gd name="connsiteX271" fmla="*/ 2642198 w 2915191"/>
                <a:gd name="connsiteY271" fmla="*/ 65168 h 392260"/>
                <a:gd name="connsiteX272" fmla="*/ 2651942 w 2915191"/>
                <a:gd name="connsiteY272" fmla="*/ 80486 h 392260"/>
                <a:gd name="connsiteX273" fmla="*/ 2661685 w 2915191"/>
                <a:gd name="connsiteY273" fmla="*/ 111266 h 392260"/>
                <a:gd name="connsiteX274" fmla="*/ 2671444 w 2915191"/>
                <a:gd name="connsiteY274" fmla="*/ 148090 h 392260"/>
                <a:gd name="connsiteX275" fmla="*/ 2681188 w 2915191"/>
                <a:gd name="connsiteY275" fmla="*/ 149535 h 392260"/>
                <a:gd name="connsiteX276" fmla="*/ 2690947 w 2915191"/>
                <a:gd name="connsiteY276" fmla="*/ 138926 h 392260"/>
                <a:gd name="connsiteX277" fmla="*/ 2700691 w 2915191"/>
                <a:gd name="connsiteY277" fmla="*/ 132273 h 392260"/>
                <a:gd name="connsiteX278" fmla="*/ 2710435 w 2915191"/>
                <a:gd name="connsiteY278" fmla="*/ 147007 h 392260"/>
                <a:gd name="connsiteX279" fmla="*/ 2720194 w 2915191"/>
                <a:gd name="connsiteY279" fmla="*/ 160878 h 392260"/>
                <a:gd name="connsiteX280" fmla="*/ 2729938 w 2915191"/>
                <a:gd name="connsiteY280" fmla="*/ 182380 h 392260"/>
                <a:gd name="connsiteX281" fmla="*/ 2739697 w 2915191"/>
                <a:gd name="connsiteY281" fmla="*/ 140025 h 392260"/>
                <a:gd name="connsiteX282" fmla="*/ 2749441 w 2915191"/>
                <a:gd name="connsiteY282" fmla="*/ 150535 h 392260"/>
                <a:gd name="connsiteX283" fmla="*/ 2759185 w 2915191"/>
                <a:gd name="connsiteY283" fmla="*/ 128309 h 392260"/>
                <a:gd name="connsiteX284" fmla="*/ 2768943 w 2915191"/>
                <a:gd name="connsiteY284" fmla="*/ 109740 h 392260"/>
                <a:gd name="connsiteX285" fmla="*/ 2778687 w 2915191"/>
                <a:gd name="connsiteY285" fmla="*/ 92323 h 392260"/>
                <a:gd name="connsiteX286" fmla="*/ 2788446 w 2915191"/>
                <a:gd name="connsiteY286" fmla="*/ 112486 h 392260"/>
                <a:gd name="connsiteX287" fmla="*/ 2798190 w 2915191"/>
                <a:gd name="connsiteY287" fmla="*/ 96733 h 392260"/>
                <a:gd name="connsiteX288" fmla="*/ 2807934 w 2915191"/>
                <a:gd name="connsiteY288" fmla="*/ 100593 h 392260"/>
                <a:gd name="connsiteX289" fmla="*/ 2817693 w 2915191"/>
                <a:gd name="connsiteY289" fmla="*/ 119305 h 392260"/>
                <a:gd name="connsiteX290" fmla="*/ 2827437 w 2915191"/>
                <a:gd name="connsiteY290" fmla="*/ 100748 h 392260"/>
                <a:gd name="connsiteX291" fmla="*/ 2837196 w 2915191"/>
                <a:gd name="connsiteY291" fmla="*/ 129360 h 392260"/>
                <a:gd name="connsiteX292" fmla="*/ 2846940 w 2915191"/>
                <a:gd name="connsiteY292" fmla="*/ 96055 h 392260"/>
                <a:gd name="connsiteX293" fmla="*/ 2856684 w 2915191"/>
                <a:gd name="connsiteY293" fmla="*/ 103134 h 392260"/>
                <a:gd name="connsiteX294" fmla="*/ 2866442 w 2915191"/>
                <a:gd name="connsiteY294" fmla="*/ 79775 h 392260"/>
                <a:gd name="connsiteX295" fmla="*/ 2876186 w 2915191"/>
                <a:gd name="connsiteY295" fmla="*/ 95012 h 392260"/>
                <a:gd name="connsiteX296" fmla="*/ 2885945 w 2915191"/>
                <a:gd name="connsiteY296" fmla="*/ 76971 h 392260"/>
                <a:gd name="connsiteX297" fmla="*/ 2895689 w 2915191"/>
                <a:gd name="connsiteY297" fmla="*/ 93986 h 392260"/>
                <a:gd name="connsiteX298" fmla="*/ 2905433 w 2915191"/>
                <a:gd name="connsiteY298" fmla="*/ 104926 h 392260"/>
                <a:gd name="connsiteX299" fmla="*/ 2915192 w 2915191"/>
                <a:gd name="connsiteY299" fmla="*/ 109245 h 392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92260">
                  <a:moveTo>
                    <a:pt x="0" y="337681"/>
                  </a:moveTo>
                  <a:lnTo>
                    <a:pt x="9750" y="370749"/>
                  </a:lnTo>
                  <a:lnTo>
                    <a:pt x="19500" y="362959"/>
                  </a:lnTo>
                  <a:lnTo>
                    <a:pt x="29250" y="392260"/>
                  </a:lnTo>
                  <a:lnTo>
                    <a:pt x="39000" y="389711"/>
                  </a:lnTo>
                  <a:lnTo>
                    <a:pt x="48749" y="379565"/>
                  </a:lnTo>
                  <a:lnTo>
                    <a:pt x="58499" y="381268"/>
                  </a:lnTo>
                  <a:lnTo>
                    <a:pt x="68249" y="384815"/>
                  </a:lnTo>
                  <a:lnTo>
                    <a:pt x="77998" y="371363"/>
                  </a:lnTo>
                  <a:lnTo>
                    <a:pt x="87748" y="383372"/>
                  </a:lnTo>
                  <a:lnTo>
                    <a:pt x="97497" y="367834"/>
                  </a:lnTo>
                  <a:lnTo>
                    <a:pt x="107247" y="358741"/>
                  </a:lnTo>
                  <a:lnTo>
                    <a:pt x="116997" y="351202"/>
                  </a:lnTo>
                  <a:lnTo>
                    <a:pt x="126747" y="323461"/>
                  </a:lnTo>
                  <a:lnTo>
                    <a:pt x="136497" y="307978"/>
                  </a:lnTo>
                  <a:lnTo>
                    <a:pt x="146247" y="314872"/>
                  </a:lnTo>
                  <a:lnTo>
                    <a:pt x="155997" y="302802"/>
                  </a:lnTo>
                  <a:lnTo>
                    <a:pt x="165747" y="320090"/>
                  </a:lnTo>
                  <a:lnTo>
                    <a:pt x="175497" y="304301"/>
                  </a:lnTo>
                  <a:lnTo>
                    <a:pt x="185247" y="324924"/>
                  </a:lnTo>
                  <a:lnTo>
                    <a:pt x="194996" y="329780"/>
                  </a:lnTo>
                  <a:lnTo>
                    <a:pt x="204746" y="328976"/>
                  </a:lnTo>
                  <a:lnTo>
                    <a:pt x="214495" y="357292"/>
                  </a:lnTo>
                  <a:lnTo>
                    <a:pt x="224245" y="359195"/>
                  </a:lnTo>
                  <a:lnTo>
                    <a:pt x="233995" y="339719"/>
                  </a:lnTo>
                  <a:lnTo>
                    <a:pt x="243744" y="316319"/>
                  </a:lnTo>
                  <a:lnTo>
                    <a:pt x="253494" y="280019"/>
                  </a:lnTo>
                  <a:lnTo>
                    <a:pt x="263244" y="272009"/>
                  </a:lnTo>
                  <a:lnTo>
                    <a:pt x="272994" y="246727"/>
                  </a:lnTo>
                  <a:lnTo>
                    <a:pt x="282744" y="212421"/>
                  </a:lnTo>
                  <a:lnTo>
                    <a:pt x="292494" y="224838"/>
                  </a:lnTo>
                  <a:lnTo>
                    <a:pt x="302244" y="249841"/>
                  </a:lnTo>
                  <a:lnTo>
                    <a:pt x="311994" y="251067"/>
                  </a:lnTo>
                  <a:lnTo>
                    <a:pt x="321744" y="245179"/>
                  </a:lnTo>
                  <a:lnTo>
                    <a:pt x="331493" y="249893"/>
                  </a:lnTo>
                  <a:lnTo>
                    <a:pt x="341243" y="258357"/>
                  </a:lnTo>
                  <a:lnTo>
                    <a:pt x="350993" y="289200"/>
                  </a:lnTo>
                  <a:lnTo>
                    <a:pt x="360742" y="305839"/>
                  </a:lnTo>
                  <a:lnTo>
                    <a:pt x="370492" y="322670"/>
                  </a:lnTo>
                  <a:lnTo>
                    <a:pt x="380241" y="277644"/>
                  </a:lnTo>
                  <a:lnTo>
                    <a:pt x="389991" y="290448"/>
                  </a:lnTo>
                  <a:lnTo>
                    <a:pt x="399741" y="297670"/>
                  </a:lnTo>
                  <a:lnTo>
                    <a:pt x="409491" y="298053"/>
                  </a:lnTo>
                  <a:lnTo>
                    <a:pt x="419241" y="300267"/>
                  </a:lnTo>
                  <a:lnTo>
                    <a:pt x="428991" y="268553"/>
                  </a:lnTo>
                  <a:lnTo>
                    <a:pt x="438741" y="282114"/>
                  </a:lnTo>
                  <a:lnTo>
                    <a:pt x="448491" y="300764"/>
                  </a:lnTo>
                  <a:lnTo>
                    <a:pt x="458241" y="315630"/>
                  </a:lnTo>
                  <a:lnTo>
                    <a:pt x="467991" y="308007"/>
                  </a:lnTo>
                  <a:lnTo>
                    <a:pt x="477740" y="327791"/>
                  </a:lnTo>
                  <a:lnTo>
                    <a:pt x="487490" y="326286"/>
                  </a:lnTo>
                  <a:lnTo>
                    <a:pt x="497239" y="345697"/>
                  </a:lnTo>
                  <a:lnTo>
                    <a:pt x="506989" y="346945"/>
                  </a:lnTo>
                  <a:lnTo>
                    <a:pt x="516738" y="328929"/>
                  </a:lnTo>
                  <a:lnTo>
                    <a:pt x="526488" y="309818"/>
                  </a:lnTo>
                  <a:lnTo>
                    <a:pt x="536238" y="289921"/>
                  </a:lnTo>
                  <a:lnTo>
                    <a:pt x="545988" y="297360"/>
                  </a:lnTo>
                  <a:lnTo>
                    <a:pt x="555738" y="273949"/>
                  </a:lnTo>
                  <a:lnTo>
                    <a:pt x="565488" y="248424"/>
                  </a:lnTo>
                  <a:lnTo>
                    <a:pt x="575238" y="240668"/>
                  </a:lnTo>
                  <a:lnTo>
                    <a:pt x="584988" y="250365"/>
                  </a:lnTo>
                  <a:lnTo>
                    <a:pt x="594738" y="277973"/>
                  </a:lnTo>
                  <a:lnTo>
                    <a:pt x="604488" y="280950"/>
                  </a:lnTo>
                  <a:lnTo>
                    <a:pt x="614237" y="300697"/>
                  </a:lnTo>
                  <a:lnTo>
                    <a:pt x="623987" y="275561"/>
                  </a:lnTo>
                  <a:lnTo>
                    <a:pt x="633736" y="249284"/>
                  </a:lnTo>
                  <a:lnTo>
                    <a:pt x="643486" y="255307"/>
                  </a:lnTo>
                  <a:lnTo>
                    <a:pt x="653236" y="247578"/>
                  </a:lnTo>
                  <a:lnTo>
                    <a:pt x="662985" y="261663"/>
                  </a:lnTo>
                  <a:lnTo>
                    <a:pt x="672735" y="265189"/>
                  </a:lnTo>
                  <a:lnTo>
                    <a:pt x="682485" y="185984"/>
                  </a:lnTo>
                  <a:lnTo>
                    <a:pt x="692235" y="203510"/>
                  </a:lnTo>
                  <a:lnTo>
                    <a:pt x="701985" y="196589"/>
                  </a:lnTo>
                  <a:lnTo>
                    <a:pt x="711735" y="200584"/>
                  </a:lnTo>
                  <a:lnTo>
                    <a:pt x="721485" y="173125"/>
                  </a:lnTo>
                  <a:lnTo>
                    <a:pt x="731235" y="210345"/>
                  </a:lnTo>
                  <a:lnTo>
                    <a:pt x="740985" y="226862"/>
                  </a:lnTo>
                  <a:lnTo>
                    <a:pt x="750734" y="213793"/>
                  </a:lnTo>
                  <a:lnTo>
                    <a:pt x="760484" y="202716"/>
                  </a:lnTo>
                  <a:lnTo>
                    <a:pt x="770233" y="213777"/>
                  </a:lnTo>
                  <a:lnTo>
                    <a:pt x="779983" y="259484"/>
                  </a:lnTo>
                  <a:lnTo>
                    <a:pt x="789733" y="267981"/>
                  </a:lnTo>
                  <a:lnTo>
                    <a:pt x="799482" y="271606"/>
                  </a:lnTo>
                  <a:lnTo>
                    <a:pt x="809232" y="228604"/>
                  </a:lnTo>
                  <a:lnTo>
                    <a:pt x="818982" y="203404"/>
                  </a:lnTo>
                  <a:lnTo>
                    <a:pt x="828732" y="209182"/>
                  </a:lnTo>
                  <a:lnTo>
                    <a:pt x="838482" y="195236"/>
                  </a:lnTo>
                  <a:lnTo>
                    <a:pt x="848232" y="199858"/>
                  </a:lnTo>
                  <a:lnTo>
                    <a:pt x="857982" y="177007"/>
                  </a:lnTo>
                  <a:lnTo>
                    <a:pt x="867732" y="239559"/>
                  </a:lnTo>
                  <a:lnTo>
                    <a:pt x="877482" y="265503"/>
                  </a:lnTo>
                  <a:lnTo>
                    <a:pt x="887231" y="231853"/>
                  </a:lnTo>
                  <a:lnTo>
                    <a:pt x="896981" y="211917"/>
                  </a:lnTo>
                  <a:lnTo>
                    <a:pt x="906730" y="219396"/>
                  </a:lnTo>
                  <a:lnTo>
                    <a:pt x="916480" y="218966"/>
                  </a:lnTo>
                  <a:lnTo>
                    <a:pt x="926230" y="214009"/>
                  </a:lnTo>
                  <a:lnTo>
                    <a:pt x="935979" y="191082"/>
                  </a:lnTo>
                  <a:lnTo>
                    <a:pt x="945729" y="171974"/>
                  </a:lnTo>
                  <a:lnTo>
                    <a:pt x="955479" y="204043"/>
                  </a:lnTo>
                  <a:lnTo>
                    <a:pt x="965229" y="220305"/>
                  </a:lnTo>
                  <a:lnTo>
                    <a:pt x="974979" y="224663"/>
                  </a:lnTo>
                  <a:lnTo>
                    <a:pt x="984729" y="224899"/>
                  </a:lnTo>
                  <a:lnTo>
                    <a:pt x="994474" y="254539"/>
                  </a:lnTo>
                  <a:lnTo>
                    <a:pt x="1004233" y="280196"/>
                  </a:lnTo>
                  <a:lnTo>
                    <a:pt x="1013977" y="297585"/>
                  </a:lnTo>
                  <a:lnTo>
                    <a:pt x="1023721" y="296917"/>
                  </a:lnTo>
                  <a:lnTo>
                    <a:pt x="1033480" y="284922"/>
                  </a:lnTo>
                  <a:lnTo>
                    <a:pt x="1043224" y="279192"/>
                  </a:lnTo>
                  <a:lnTo>
                    <a:pt x="1052983" y="239045"/>
                  </a:lnTo>
                  <a:lnTo>
                    <a:pt x="1062727" y="223006"/>
                  </a:lnTo>
                  <a:lnTo>
                    <a:pt x="1072471" y="219666"/>
                  </a:lnTo>
                  <a:lnTo>
                    <a:pt x="1082230" y="242721"/>
                  </a:lnTo>
                  <a:lnTo>
                    <a:pt x="1091973" y="255023"/>
                  </a:lnTo>
                  <a:lnTo>
                    <a:pt x="1101732" y="286796"/>
                  </a:lnTo>
                  <a:lnTo>
                    <a:pt x="1111476" y="327062"/>
                  </a:lnTo>
                  <a:lnTo>
                    <a:pt x="1121220" y="344807"/>
                  </a:lnTo>
                  <a:lnTo>
                    <a:pt x="1130979" y="333193"/>
                  </a:lnTo>
                  <a:lnTo>
                    <a:pt x="1140723" y="329844"/>
                  </a:lnTo>
                  <a:lnTo>
                    <a:pt x="1150482" y="332799"/>
                  </a:lnTo>
                  <a:lnTo>
                    <a:pt x="1160226" y="332484"/>
                  </a:lnTo>
                  <a:lnTo>
                    <a:pt x="1169969" y="314562"/>
                  </a:lnTo>
                  <a:lnTo>
                    <a:pt x="1179728" y="328497"/>
                  </a:lnTo>
                  <a:lnTo>
                    <a:pt x="1189472" y="275180"/>
                  </a:lnTo>
                  <a:lnTo>
                    <a:pt x="1199231" y="289322"/>
                  </a:lnTo>
                  <a:lnTo>
                    <a:pt x="1208975" y="288251"/>
                  </a:lnTo>
                  <a:lnTo>
                    <a:pt x="1218719" y="284624"/>
                  </a:lnTo>
                  <a:lnTo>
                    <a:pt x="1228478" y="297031"/>
                  </a:lnTo>
                  <a:lnTo>
                    <a:pt x="1238222" y="312870"/>
                  </a:lnTo>
                  <a:lnTo>
                    <a:pt x="1247966" y="269143"/>
                  </a:lnTo>
                  <a:lnTo>
                    <a:pt x="1257725" y="278814"/>
                  </a:lnTo>
                  <a:lnTo>
                    <a:pt x="1267469" y="289401"/>
                  </a:lnTo>
                  <a:lnTo>
                    <a:pt x="1277227" y="252921"/>
                  </a:lnTo>
                  <a:lnTo>
                    <a:pt x="1286971" y="272845"/>
                  </a:lnTo>
                  <a:lnTo>
                    <a:pt x="1296715" y="278572"/>
                  </a:lnTo>
                  <a:lnTo>
                    <a:pt x="1306474" y="297215"/>
                  </a:lnTo>
                  <a:lnTo>
                    <a:pt x="1316218" y="273863"/>
                  </a:lnTo>
                  <a:lnTo>
                    <a:pt x="1325977" y="250130"/>
                  </a:lnTo>
                  <a:lnTo>
                    <a:pt x="1335721" y="220833"/>
                  </a:lnTo>
                  <a:lnTo>
                    <a:pt x="1345465" y="232800"/>
                  </a:lnTo>
                  <a:lnTo>
                    <a:pt x="1355224" y="225755"/>
                  </a:lnTo>
                  <a:lnTo>
                    <a:pt x="1364967" y="218379"/>
                  </a:lnTo>
                  <a:lnTo>
                    <a:pt x="1374726" y="209892"/>
                  </a:lnTo>
                  <a:lnTo>
                    <a:pt x="1384470" y="190719"/>
                  </a:lnTo>
                  <a:lnTo>
                    <a:pt x="1394214" y="210989"/>
                  </a:lnTo>
                  <a:lnTo>
                    <a:pt x="1403973" y="239443"/>
                  </a:lnTo>
                  <a:lnTo>
                    <a:pt x="1413717" y="265668"/>
                  </a:lnTo>
                  <a:lnTo>
                    <a:pt x="1423476" y="238066"/>
                  </a:lnTo>
                  <a:lnTo>
                    <a:pt x="1433220" y="238874"/>
                  </a:lnTo>
                  <a:lnTo>
                    <a:pt x="1442964" y="216630"/>
                  </a:lnTo>
                  <a:lnTo>
                    <a:pt x="1452722" y="211843"/>
                  </a:lnTo>
                  <a:lnTo>
                    <a:pt x="1462466" y="165029"/>
                  </a:lnTo>
                  <a:lnTo>
                    <a:pt x="1472225" y="197346"/>
                  </a:lnTo>
                  <a:lnTo>
                    <a:pt x="1481969" y="210061"/>
                  </a:lnTo>
                  <a:lnTo>
                    <a:pt x="1491713" y="242777"/>
                  </a:lnTo>
                  <a:lnTo>
                    <a:pt x="1501472" y="232053"/>
                  </a:lnTo>
                  <a:lnTo>
                    <a:pt x="1511216" y="249486"/>
                  </a:lnTo>
                  <a:lnTo>
                    <a:pt x="1520960" y="263781"/>
                  </a:lnTo>
                  <a:lnTo>
                    <a:pt x="1530719" y="238247"/>
                  </a:lnTo>
                  <a:lnTo>
                    <a:pt x="1540463" y="227268"/>
                  </a:lnTo>
                  <a:lnTo>
                    <a:pt x="1550221" y="205169"/>
                  </a:lnTo>
                  <a:lnTo>
                    <a:pt x="1559965" y="181358"/>
                  </a:lnTo>
                  <a:lnTo>
                    <a:pt x="1569709" y="161381"/>
                  </a:lnTo>
                  <a:lnTo>
                    <a:pt x="1579468" y="189652"/>
                  </a:lnTo>
                  <a:lnTo>
                    <a:pt x="1589212" y="215943"/>
                  </a:lnTo>
                  <a:lnTo>
                    <a:pt x="1598971" y="196927"/>
                  </a:lnTo>
                  <a:lnTo>
                    <a:pt x="1608715" y="208076"/>
                  </a:lnTo>
                  <a:lnTo>
                    <a:pt x="1618459" y="197380"/>
                  </a:lnTo>
                  <a:lnTo>
                    <a:pt x="1628218" y="153942"/>
                  </a:lnTo>
                  <a:lnTo>
                    <a:pt x="1637962" y="137486"/>
                  </a:lnTo>
                  <a:lnTo>
                    <a:pt x="1647720" y="167585"/>
                  </a:lnTo>
                  <a:lnTo>
                    <a:pt x="1657464" y="223908"/>
                  </a:lnTo>
                  <a:lnTo>
                    <a:pt x="1667208" y="205159"/>
                  </a:lnTo>
                  <a:lnTo>
                    <a:pt x="1676967" y="212252"/>
                  </a:lnTo>
                  <a:lnTo>
                    <a:pt x="1686711" y="234193"/>
                  </a:lnTo>
                  <a:lnTo>
                    <a:pt x="1696470" y="258950"/>
                  </a:lnTo>
                  <a:lnTo>
                    <a:pt x="1706214" y="228428"/>
                  </a:lnTo>
                  <a:lnTo>
                    <a:pt x="1715958" y="232822"/>
                  </a:lnTo>
                  <a:lnTo>
                    <a:pt x="1725716" y="203046"/>
                  </a:lnTo>
                  <a:lnTo>
                    <a:pt x="1735460" y="210928"/>
                  </a:lnTo>
                  <a:lnTo>
                    <a:pt x="1745219" y="202870"/>
                  </a:lnTo>
                  <a:lnTo>
                    <a:pt x="1754963" y="201045"/>
                  </a:lnTo>
                  <a:lnTo>
                    <a:pt x="1764707" y="174618"/>
                  </a:lnTo>
                  <a:lnTo>
                    <a:pt x="1774466" y="172243"/>
                  </a:lnTo>
                  <a:lnTo>
                    <a:pt x="1784210" y="193699"/>
                  </a:lnTo>
                  <a:lnTo>
                    <a:pt x="1793969" y="176169"/>
                  </a:lnTo>
                  <a:lnTo>
                    <a:pt x="1803713" y="152664"/>
                  </a:lnTo>
                  <a:lnTo>
                    <a:pt x="1813457" y="125621"/>
                  </a:lnTo>
                  <a:lnTo>
                    <a:pt x="1823215" y="137446"/>
                  </a:lnTo>
                  <a:lnTo>
                    <a:pt x="1832959" y="130050"/>
                  </a:lnTo>
                  <a:lnTo>
                    <a:pt x="1842703" y="77901"/>
                  </a:lnTo>
                  <a:lnTo>
                    <a:pt x="1852462" y="86219"/>
                  </a:lnTo>
                  <a:lnTo>
                    <a:pt x="1862206" y="95648"/>
                  </a:lnTo>
                  <a:lnTo>
                    <a:pt x="1871965" y="110804"/>
                  </a:lnTo>
                  <a:lnTo>
                    <a:pt x="1881709" y="114904"/>
                  </a:lnTo>
                  <a:lnTo>
                    <a:pt x="1891453" y="117715"/>
                  </a:lnTo>
                  <a:lnTo>
                    <a:pt x="1901212" y="107262"/>
                  </a:lnTo>
                  <a:lnTo>
                    <a:pt x="1910956" y="132783"/>
                  </a:lnTo>
                  <a:lnTo>
                    <a:pt x="1920714" y="123453"/>
                  </a:lnTo>
                  <a:lnTo>
                    <a:pt x="1930458" y="92259"/>
                  </a:lnTo>
                  <a:lnTo>
                    <a:pt x="1940202" y="48180"/>
                  </a:lnTo>
                  <a:lnTo>
                    <a:pt x="1949961" y="37402"/>
                  </a:lnTo>
                  <a:lnTo>
                    <a:pt x="1959705" y="22223"/>
                  </a:lnTo>
                  <a:lnTo>
                    <a:pt x="1969464" y="8323"/>
                  </a:lnTo>
                  <a:lnTo>
                    <a:pt x="1979208" y="0"/>
                  </a:lnTo>
                  <a:lnTo>
                    <a:pt x="1988952" y="13430"/>
                  </a:lnTo>
                  <a:lnTo>
                    <a:pt x="1998711" y="15471"/>
                  </a:lnTo>
                  <a:lnTo>
                    <a:pt x="2008454" y="11109"/>
                  </a:lnTo>
                  <a:lnTo>
                    <a:pt x="2018213" y="33100"/>
                  </a:lnTo>
                  <a:lnTo>
                    <a:pt x="2027957" y="12275"/>
                  </a:lnTo>
                  <a:lnTo>
                    <a:pt x="2037701" y="17407"/>
                  </a:lnTo>
                  <a:lnTo>
                    <a:pt x="2047460" y="15870"/>
                  </a:lnTo>
                  <a:lnTo>
                    <a:pt x="2057204" y="60384"/>
                  </a:lnTo>
                  <a:lnTo>
                    <a:pt x="2066963" y="75568"/>
                  </a:lnTo>
                  <a:lnTo>
                    <a:pt x="2076707" y="98347"/>
                  </a:lnTo>
                  <a:lnTo>
                    <a:pt x="2086451" y="88098"/>
                  </a:lnTo>
                  <a:lnTo>
                    <a:pt x="2096210" y="63902"/>
                  </a:lnTo>
                  <a:lnTo>
                    <a:pt x="2105954" y="85163"/>
                  </a:lnTo>
                  <a:lnTo>
                    <a:pt x="2115697" y="104826"/>
                  </a:lnTo>
                  <a:lnTo>
                    <a:pt x="2125456" y="107098"/>
                  </a:lnTo>
                  <a:lnTo>
                    <a:pt x="2135200" y="127447"/>
                  </a:lnTo>
                  <a:lnTo>
                    <a:pt x="2144959" y="118122"/>
                  </a:lnTo>
                  <a:lnTo>
                    <a:pt x="2154703" y="145770"/>
                  </a:lnTo>
                  <a:lnTo>
                    <a:pt x="2164447" y="141935"/>
                  </a:lnTo>
                  <a:lnTo>
                    <a:pt x="2174206" y="158738"/>
                  </a:lnTo>
                  <a:lnTo>
                    <a:pt x="2183950" y="162172"/>
                  </a:lnTo>
                  <a:lnTo>
                    <a:pt x="2193709" y="132969"/>
                  </a:lnTo>
                  <a:lnTo>
                    <a:pt x="2203452" y="118352"/>
                  </a:lnTo>
                  <a:lnTo>
                    <a:pt x="2213196" y="119673"/>
                  </a:lnTo>
                  <a:lnTo>
                    <a:pt x="2222955" y="139875"/>
                  </a:lnTo>
                  <a:lnTo>
                    <a:pt x="2232699" y="176541"/>
                  </a:lnTo>
                  <a:lnTo>
                    <a:pt x="2242458" y="161843"/>
                  </a:lnTo>
                  <a:lnTo>
                    <a:pt x="2252202" y="166751"/>
                  </a:lnTo>
                  <a:lnTo>
                    <a:pt x="2261946" y="145618"/>
                  </a:lnTo>
                  <a:lnTo>
                    <a:pt x="2271705" y="129958"/>
                  </a:lnTo>
                  <a:lnTo>
                    <a:pt x="2281449" y="124952"/>
                  </a:lnTo>
                  <a:lnTo>
                    <a:pt x="2291208" y="111371"/>
                  </a:lnTo>
                  <a:lnTo>
                    <a:pt x="2300951" y="115153"/>
                  </a:lnTo>
                  <a:lnTo>
                    <a:pt x="2310695" y="121251"/>
                  </a:lnTo>
                  <a:lnTo>
                    <a:pt x="2320454" y="143111"/>
                  </a:lnTo>
                  <a:lnTo>
                    <a:pt x="2330198" y="129500"/>
                  </a:lnTo>
                  <a:lnTo>
                    <a:pt x="2339957" y="98922"/>
                  </a:lnTo>
                  <a:lnTo>
                    <a:pt x="2349701" y="99337"/>
                  </a:lnTo>
                  <a:lnTo>
                    <a:pt x="2359445" y="61457"/>
                  </a:lnTo>
                  <a:lnTo>
                    <a:pt x="2369204" y="47271"/>
                  </a:lnTo>
                  <a:lnTo>
                    <a:pt x="2378948" y="55958"/>
                  </a:lnTo>
                  <a:lnTo>
                    <a:pt x="2388692" y="59523"/>
                  </a:lnTo>
                  <a:lnTo>
                    <a:pt x="2398450" y="67032"/>
                  </a:lnTo>
                  <a:lnTo>
                    <a:pt x="2408194" y="45367"/>
                  </a:lnTo>
                  <a:lnTo>
                    <a:pt x="2417953" y="56336"/>
                  </a:lnTo>
                  <a:lnTo>
                    <a:pt x="2427697" y="13041"/>
                  </a:lnTo>
                  <a:lnTo>
                    <a:pt x="2437441" y="14897"/>
                  </a:lnTo>
                  <a:lnTo>
                    <a:pt x="2447200" y="3410"/>
                  </a:lnTo>
                  <a:lnTo>
                    <a:pt x="2456944" y="17320"/>
                  </a:lnTo>
                  <a:lnTo>
                    <a:pt x="2466703" y="8777"/>
                  </a:lnTo>
                  <a:lnTo>
                    <a:pt x="2476446" y="38009"/>
                  </a:lnTo>
                  <a:lnTo>
                    <a:pt x="2486190" y="58835"/>
                  </a:lnTo>
                  <a:lnTo>
                    <a:pt x="2495949" y="75819"/>
                  </a:lnTo>
                  <a:lnTo>
                    <a:pt x="2505693" y="55724"/>
                  </a:lnTo>
                  <a:lnTo>
                    <a:pt x="2515452" y="69514"/>
                  </a:lnTo>
                  <a:lnTo>
                    <a:pt x="2525196" y="75587"/>
                  </a:lnTo>
                  <a:lnTo>
                    <a:pt x="2534940" y="46524"/>
                  </a:lnTo>
                  <a:lnTo>
                    <a:pt x="2544699" y="24907"/>
                  </a:lnTo>
                  <a:lnTo>
                    <a:pt x="2554443" y="37380"/>
                  </a:lnTo>
                  <a:lnTo>
                    <a:pt x="2564202" y="44661"/>
                  </a:lnTo>
                  <a:lnTo>
                    <a:pt x="2573946" y="74966"/>
                  </a:lnTo>
                  <a:lnTo>
                    <a:pt x="2583690" y="51387"/>
                  </a:lnTo>
                  <a:lnTo>
                    <a:pt x="2593448" y="43580"/>
                  </a:lnTo>
                  <a:lnTo>
                    <a:pt x="2603192" y="61609"/>
                  </a:lnTo>
                  <a:lnTo>
                    <a:pt x="2612951" y="47790"/>
                  </a:lnTo>
                  <a:lnTo>
                    <a:pt x="2622695" y="14939"/>
                  </a:lnTo>
                  <a:lnTo>
                    <a:pt x="2632439" y="35722"/>
                  </a:lnTo>
                  <a:lnTo>
                    <a:pt x="2642198" y="65168"/>
                  </a:lnTo>
                  <a:lnTo>
                    <a:pt x="2651942" y="80486"/>
                  </a:lnTo>
                  <a:lnTo>
                    <a:pt x="2661685" y="111266"/>
                  </a:lnTo>
                  <a:lnTo>
                    <a:pt x="2671444" y="148090"/>
                  </a:lnTo>
                  <a:lnTo>
                    <a:pt x="2681188" y="149535"/>
                  </a:lnTo>
                  <a:lnTo>
                    <a:pt x="2690947" y="138926"/>
                  </a:lnTo>
                  <a:lnTo>
                    <a:pt x="2700691" y="132273"/>
                  </a:lnTo>
                  <a:lnTo>
                    <a:pt x="2710435" y="147007"/>
                  </a:lnTo>
                  <a:lnTo>
                    <a:pt x="2720194" y="160878"/>
                  </a:lnTo>
                  <a:lnTo>
                    <a:pt x="2729938" y="182380"/>
                  </a:lnTo>
                  <a:lnTo>
                    <a:pt x="2739697" y="140025"/>
                  </a:lnTo>
                  <a:lnTo>
                    <a:pt x="2749441" y="150535"/>
                  </a:lnTo>
                  <a:lnTo>
                    <a:pt x="2759185" y="128309"/>
                  </a:lnTo>
                  <a:lnTo>
                    <a:pt x="2768943" y="109740"/>
                  </a:lnTo>
                  <a:lnTo>
                    <a:pt x="2778687" y="92323"/>
                  </a:lnTo>
                  <a:lnTo>
                    <a:pt x="2788446" y="112486"/>
                  </a:lnTo>
                  <a:lnTo>
                    <a:pt x="2798190" y="96733"/>
                  </a:lnTo>
                  <a:lnTo>
                    <a:pt x="2807934" y="100593"/>
                  </a:lnTo>
                  <a:lnTo>
                    <a:pt x="2817693" y="119305"/>
                  </a:lnTo>
                  <a:lnTo>
                    <a:pt x="2827437" y="100748"/>
                  </a:lnTo>
                  <a:lnTo>
                    <a:pt x="2837196" y="129360"/>
                  </a:lnTo>
                  <a:lnTo>
                    <a:pt x="2846940" y="96055"/>
                  </a:lnTo>
                  <a:lnTo>
                    <a:pt x="2856684" y="103134"/>
                  </a:lnTo>
                  <a:lnTo>
                    <a:pt x="2866442" y="79775"/>
                  </a:lnTo>
                  <a:lnTo>
                    <a:pt x="2876186" y="95012"/>
                  </a:lnTo>
                  <a:lnTo>
                    <a:pt x="2885945" y="76971"/>
                  </a:lnTo>
                  <a:lnTo>
                    <a:pt x="2895689" y="93986"/>
                  </a:lnTo>
                  <a:lnTo>
                    <a:pt x="2905433" y="104926"/>
                  </a:lnTo>
                  <a:lnTo>
                    <a:pt x="2915192" y="10924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9" name="Freeform 978">
              <a:extLst>
                <a:ext uri="{FF2B5EF4-FFF2-40B4-BE49-F238E27FC236}">
                  <a16:creationId xmlns:a16="http://schemas.microsoft.com/office/drawing/2014/main" id="{BC493553-6F5E-45EA-9F07-655FCA88C9F0}"/>
                </a:ext>
              </a:extLst>
            </p:cNvPr>
            <p:cNvSpPr/>
            <p:nvPr/>
          </p:nvSpPr>
          <p:spPr>
            <a:xfrm>
              <a:off x="4426652" y="2937627"/>
              <a:ext cx="2915191" cy="553299"/>
            </a:xfrm>
            <a:custGeom>
              <a:avLst/>
              <a:gdLst>
                <a:gd name="connsiteX0" fmla="*/ 0 w 2915191"/>
                <a:gd name="connsiteY0" fmla="*/ 456742 h 553299"/>
                <a:gd name="connsiteX1" fmla="*/ 9750 w 2915191"/>
                <a:gd name="connsiteY1" fmla="*/ 492946 h 553299"/>
                <a:gd name="connsiteX2" fmla="*/ 19500 w 2915191"/>
                <a:gd name="connsiteY2" fmla="*/ 499158 h 553299"/>
                <a:gd name="connsiteX3" fmla="*/ 29250 w 2915191"/>
                <a:gd name="connsiteY3" fmla="*/ 499801 h 553299"/>
                <a:gd name="connsiteX4" fmla="*/ 39000 w 2915191"/>
                <a:gd name="connsiteY4" fmla="*/ 511516 h 553299"/>
                <a:gd name="connsiteX5" fmla="*/ 48749 w 2915191"/>
                <a:gd name="connsiteY5" fmla="*/ 516925 h 553299"/>
                <a:gd name="connsiteX6" fmla="*/ 58499 w 2915191"/>
                <a:gd name="connsiteY6" fmla="*/ 508066 h 553299"/>
                <a:gd name="connsiteX7" fmla="*/ 68249 w 2915191"/>
                <a:gd name="connsiteY7" fmla="*/ 521558 h 553299"/>
                <a:gd name="connsiteX8" fmla="*/ 77998 w 2915191"/>
                <a:gd name="connsiteY8" fmla="*/ 541842 h 553299"/>
                <a:gd name="connsiteX9" fmla="*/ 87748 w 2915191"/>
                <a:gd name="connsiteY9" fmla="*/ 553299 h 553299"/>
                <a:gd name="connsiteX10" fmla="*/ 97497 w 2915191"/>
                <a:gd name="connsiteY10" fmla="*/ 506224 h 553299"/>
                <a:gd name="connsiteX11" fmla="*/ 107247 w 2915191"/>
                <a:gd name="connsiteY11" fmla="*/ 462952 h 553299"/>
                <a:gd name="connsiteX12" fmla="*/ 116997 w 2915191"/>
                <a:gd name="connsiteY12" fmla="*/ 433653 h 553299"/>
                <a:gd name="connsiteX13" fmla="*/ 126747 w 2915191"/>
                <a:gd name="connsiteY13" fmla="*/ 428385 h 553299"/>
                <a:gd name="connsiteX14" fmla="*/ 136497 w 2915191"/>
                <a:gd name="connsiteY14" fmla="*/ 399039 h 553299"/>
                <a:gd name="connsiteX15" fmla="*/ 146247 w 2915191"/>
                <a:gd name="connsiteY15" fmla="*/ 431078 h 553299"/>
                <a:gd name="connsiteX16" fmla="*/ 155997 w 2915191"/>
                <a:gd name="connsiteY16" fmla="*/ 403391 h 553299"/>
                <a:gd name="connsiteX17" fmla="*/ 165747 w 2915191"/>
                <a:gd name="connsiteY17" fmla="*/ 420245 h 553299"/>
                <a:gd name="connsiteX18" fmla="*/ 175497 w 2915191"/>
                <a:gd name="connsiteY18" fmla="*/ 375255 h 553299"/>
                <a:gd name="connsiteX19" fmla="*/ 185247 w 2915191"/>
                <a:gd name="connsiteY19" fmla="*/ 372774 h 553299"/>
                <a:gd name="connsiteX20" fmla="*/ 194996 w 2915191"/>
                <a:gd name="connsiteY20" fmla="*/ 377005 h 553299"/>
                <a:gd name="connsiteX21" fmla="*/ 204746 w 2915191"/>
                <a:gd name="connsiteY21" fmla="*/ 357808 h 553299"/>
                <a:gd name="connsiteX22" fmla="*/ 214495 w 2915191"/>
                <a:gd name="connsiteY22" fmla="*/ 365560 h 553299"/>
                <a:gd name="connsiteX23" fmla="*/ 224245 w 2915191"/>
                <a:gd name="connsiteY23" fmla="*/ 339543 h 553299"/>
                <a:gd name="connsiteX24" fmla="*/ 233995 w 2915191"/>
                <a:gd name="connsiteY24" fmla="*/ 351884 h 553299"/>
                <a:gd name="connsiteX25" fmla="*/ 243744 w 2915191"/>
                <a:gd name="connsiteY25" fmla="*/ 361864 h 553299"/>
                <a:gd name="connsiteX26" fmla="*/ 253494 w 2915191"/>
                <a:gd name="connsiteY26" fmla="*/ 346010 h 553299"/>
                <a:gd name="connsiteX27" fmla="*/ 263244 w 2915191"/>
                <a:gd name="connsiteY27" fmla="*/ 328895 h 553299"/>
                <a:gd name="connsiteX28" fmla="*/ 272994 w 2915191"/>
                <a:gd name="connsiteY28" fmla="*/ 318847 h 553299"/>
                <a:gd name="connsiteX29" fmla="*/ 282744 w 2915191"/>
                <a:gd name="connsiteY29" fmla="*/ 326198 h 553299"/>
                <a:gd name="connsiteX30" fmla="*/ 292494 w 2915191"/>
                <a:gd name="connsiteY30" fmla="*/ 312138 h 553299"/>
                <a:gd name="connsiteX31" fmla="*/ 302244 w 2915191"/>
                <a:gd name="connsiteY31" fmla="*/ 291469 h 553299"/>
                <a:gd name="connsiteX32" fmla="*/ 311994 w 2915191"/>
                <a:gd name="connsiteY32" fmla="*/ 296265 h 553299"/>
                <a:gd name="connsiteX33" fmla="*/ 321744 w 2915191"/>
                <a:gd name="connsiteY33" fmla="*/ 319382 h 553299"/>
                <a:gd name="connsiteX34" fmla="*/ 331493 w 2915191"/>
                <a:gd name="connsiteY34" fmla="*/ 358641 h 553299"/>
                <a:gd name="connsiteX35" fmla="*/ 341243 w 2915191"/>
                <a:gd name="connsiteY35" fmla="*/ 375128 h 553299"/>
                <a:gd name="connsiteX36" fmla="*/ 350993 w 2915191"/>
                <a:gd name="connsiteY36" fmla="*/ 373163 h 553299"/>
                <a:gd name="connsiteX37" fmla="*/ 360742 w 2915191"/>
                <a:gd name="connsiteY37" fmla="*/ 348238 h 553299"/>
                <a:gd name="connsiteX38" fmla="*/ 370492 w 2915191"/>
                <a:gd name="connsiteY38" fmla="*/ 337028 h 553299"/>
                <a:gd name="connsiteX39" fmla="*/ 380241 w 2915191"/>
                <a:gd name="connsiteY39" fmla="*/ 308553 h 553299"/>
                <a:gd name="connsiteX40" fmla="*/ 389991 w 2915191"/>
                <a:gd name="connsiteY40" fmla="*/ 315730 h 553299"/>
                <a:gd name="connsiteX41" fmla="*/ 399741 w 2915191"/>
                <a:gd name="connsiteY41" fmla="*/ 320042 h 553299"/>
                <a:gd name="connsiteX42" fmla="*/ 409491 w 2915191"/>
                <a:gd name="connsiteY42" fmla="*/ 336659 h 553299"/>
                <a:gd name="connsiteX43" fmla="*/ 419241 w 2915191"/>
                <a:gd name="connsiteY43" fmla="*/ 354888 h 553299"/>
                <a:gd name="connsiteX44" fmla="*/ 428991 w 2915191"/>
                <a:gd name="connsiteY44" fmla="*/ 335874 h 553299"/>
                <a:gd name="connsiteX45" fmla="*/ 438741 w 2915191"/>
                <a:gd name="connsiteY45" fmla="*/ 334518 h 553299"/>
                <a:gd name="connsiteX46" fmla="*/ 448491 w 2915191"/>
                <a:gd name="connsiteY46" fmla="*/ 347346 h 553299"/>
                <a:gd name="connsiteX47" fmla="*/ 458241 w 2915191"/>
                <a:gd name="connsiteY47" fmla="*/ 367594 h 553299"/>
                <a:gd name="connsiteX48" fmla="*/ 467991 w 2915191"/>
                <a:gd name="connsiteY48" fmla="*/ 364770 h 553299"/>
                <a:gd name="connsiteX49" fmla="*/ 477740 w 2915191"/>
                <a:gd name="connsiteY49" fmla="*/ 346720 h 553299"/>
                <a:gd name="connsiteX50" fmla="*/ 487490 w 2915191"/>
                <a:gd name="connsiteY50" fmla="*/ 352502 h 553299"/>
                <a:gd name="connsiteX51" fmla="*/ 497239 w 2915191"/>
                <a:gd name="connsiteY51" fmla="*/ 358201 h 553299"/>
                <a:gd name="connsiteX52" fmla="*/ 506989 w 2915191"/>
                <a:gd name="connsiteY52" fmla="*/ 353064 h 553299"/>
                <a:gd name="connsiteX53" fmla="*/ 516738 w 2915191"/>
                <a:gd name="connsiteY53" fmla="*/ 341322 h 553299"/>
                <a:gd name="connsiteX54" fmla="*/ 526488 w 2915191"/>
                <a:gd name="connsiteY54" fmla="*/ 305097 h 553299"/>
                <a:gd name="connsiteX55" fmla="*/ 536238 w 2915191"/>
                <a:gd name="connsiteY55" fmla="*/ 287395 h 553299"/>
                <a:gd name="connsiteX56" fmla="*/ 545988 w 2915191"/>
                <a:gd name="connsiteY56" fmla="*/ 281256 h 553299"/>
                <a:gd name="connsiteX57" fmla="*/ 555738 w 2915191"/>
                <a:gd name="connsiteY57" fmla="*/ 289952 h 553299"/>
                <a:gd name="connsiteX58" fmla="*/ 565488 w 2915191"/>
                <a:gd name="connsiteY58" fmla="*/ 291543 h 553299"/>
                <a:gd name="connsiteX59" fmla="*/ 575238 w 2915191"/>
                <a:gd name="connsiteY59" fmla="*/ 267619 h 553299"/>
                <a:gd name="connsiteX60" fmla="*/ 584988 w 2915191"/>
                <a:gd name="connsiteY60" fmla="*/ 248065 h 553299"/>
                <a:gd name="connsiteX61" fmla="*/ 594738 w 2915191"/>
                <a:gd name="connsiteY61" fmla="*/ 250444 h 553299"/>
                <a:gd name="connsiteX62" fmla="*/ 604488 w 2915191"/>
                <a:gd name="connsiteY62" fmla="*/ 258211 h 553299"/>
                <a:gd name="connsiteX63" fmla="*/ 614237 w 2915191"/>
                <a:gd name="connsiteY63" fmla="*/ 238016 h 553299"/>
                <a:gd name="connsiteX64" fmla="*/ 623987 w 2915191"/>
                <a:gd name="connsiteY64" fmla="*/ 260190 h 553299"/>
                <a:gd name="connsiteX65" fmla="*/ 633736 w 2915191"/>
                <a:gd name="connsiteY65" fmla="*/ 261127 h 553299"/>
                <a:gd name="connsiteX66" fmla="*/ 643486 w 2915191"/>
                <a:gd name="connsiteY66" fmla="*/ 277951 h 553299"/>
                <a:gd name="connsiteX67" fmla="*/ 653236 w 2915191"/>
                <a:gd name="connsiteY67" fmla="*/ 284958 h 553299"/>
                <a:gd name="connsiteX68" fmla="*/ 662985 w 2915191"/>
                <a:gd name="connsiteY68" fmla="*/ 280584 h 553299"/>
                <a:gd name="connsiteX69" fmla="*/ 672735 w 2915191"/>
                <a:gd name="connsiteY69" fmla="*/ 281343 h 553299"/>
                <a:gd name="connsiteX70" fmla="*/ 682485 w 2915191"/>
                <a:gd name="connsiteY70" fmla="*/ 268869 h 553299"/>
                <a:gd name="connsiteX71" fmla="*/ 692235 w 2915191"/>
                <a:gd name="connsiteY71" fmla="*/ 240243 h 553299"/>
                <a:gd name="connsiteX72" fmla="*/ 701985 w 2915191"/>
                <a:gd name="connsiteY72" fmla="*/ 226766 h 553299"/>
                <a:gd name="connsiteX73" fmla="*/ 711735 w 2915191"/>
                <a:gd name="connsiteY73" fmla="*/ 200253 h 553299"/>
                <a:gd name="connsiteX74" fmla="*/ 721485 w 2915191"/>
                <a:gd name="connsiteY74" fmla="*/ 190841 h 553299"/>
                <a:gd name="connsiteX75" fmla="*/ 731235 w 2915191"/>
                <a:gd name="connsiteY75" fmla="*/ 179826 h 553299"/>
                <a:gd name="connsiteX76" fmla="*/ 740985 w 2915191"/>
                <a:gd name="connsiteY76" fmla="*/ 182499 h 553299"/>
                <a:gd name="connsiteX77" fmla="*/ 750734 w 2915191"/>
                <a:gd name="connsiteY77" fmla="*/ 207220 h 553299"/>
                <a:gd name="connsiteX78" fmla="*/ 760484 w 2915191"/>
                <a:gd name="connsiteY78" fmla="*/ 214715 h 553299"/>
                <a:gd name="connsiteX79" fmla="*/ 770233 w 2915191"/>
                <a:gd name="connsiteY79" fmla="*/ 194590 h 553299"/>
                <a:gd name="connsiteX80" fmla="*/ 779983 w 2915191"/>
                <a:gd name="connsiteY80" fmla="*/ 202300 h 553299"/>
                <a:gd name="connsiteX81" fmla="*/ 789733 w 2915191"/>
                <a:gd name="connsiteY81" fmla="*/ 214387 h 553299"/>
                <a:gd name="connsiteX82" fmla="*/ 799482 w 2915191"/>
                <a:gd name="connsiteY82" fmla="*/ 267697 h 553299"/>
                <a:gd name="connsiteX83" fmla="*/ 809232 w 2915191"/>
                <a:gd name="connsiteY83" fmla="*/ 314462 h 553299"/>
                <a:gd name="connsiteX84" fmla="*/ 818982 w 2915191"/>
                <a:gd name="connsiteY84" fmla="*/ 318645 h 553299"/>
                <a:gd name="connsiteX85" fmla="*/ 828732 w 2915191"/>
                <a:gd name="connsiteY85" fmla="*/ 286577 h 553299"/>
                <a:gd name="connsiteX86" fmla="*/ 838482 w 2915191"/>
                <a:gd name="connsiteY86" fmla="*/ 263947 h 553299"/>
                <a:gd name="connsiteX87" fmla="*/ 848232 w 2915191"/>
                <a:gd name="connsiteY87" fmla="*/ 301625 h 553299"/>
                <a:gd name="connsiteX88" fmla="*/ 857982 w 2915191"/>
                <a:gd name="connsiteY88" fmla="*/ 317028 h 553299"/>
                <a:gd name="connsiteX89" fmla="*/ 867732 w 2915191"/>
                <a:gd name="connsiteY89" fmla="*/ 309719 h 553299"/>
                <a:gd name="connsiteX90" fmla="*/ 877482 w 2915191"/>
                <a:gd name="connsiteY90" fmla="*/ 304723 h 553299"/>
                <a:gd name="connsiteX91" fmla="*/ 887231 w 2915191"/>
                <a:gd name="connsiteY91" fmla="*/ 322563 h 553299"/>
                <a:gd name="connsiteX92" fmla="*/ 896981 w 2915191"/>
                <a:gd name="connsiteY92" fmla="*/ 308854 h 553299"/>
                <a:gd name="connsiteX93" fmla="*/ 906730 w 2915191"/>
                <a:gd name="connsiteY93" fmla="*/ 287756 h 553299"/>
                <a:gd name="connsiteX94" fmla="*/ 916480 w 2915191"/>
                <a:gd name="connsiteY94" fmla="*/ 327520 h 553299"/>
                <a:gd name="connsiteX95" fmla="*/ 926230 w 2915191"/>
                <a:gd name="connsiteY95" fmla="*/ 348799 h 553299"/>
                <a:gd name="connsiteX96" fmla="*/ 935979 w 2915191"/>
                <a:gd name="connsiteY96" fmla="*/ 372732 h 553299"/>
                <a:gd name="connsiteX97" fmla="*/ 945729 w 2915191"/>
                <a:gd name="connsiteY97" fmla="*/ 347766 h 553299"/>
                <a:gd name="connsiteX98" fmla="*/ 955479 w 2915191"/>
                <a:gd name="connsiteY98" fmla="*/ 372247 h 553299"/>
                <a:gd name="connsiteX99" fmla="*/ 965229 w 2915191"/>
                <a:gd name="connsiteY99" fmla="*/ 375100 h 553299"/>
                <a:gd name="connsiteX100" fmla="*/ 974979 w 2915191"/>
                <a:gd name="connsiteY100" fmla="*/ 383013 h 553299"/>
                <a:gd name="connsiteX101" fmla="*/ 984729 w 2915191"/>
                <a:gd name="connsiteY101" fmla="*/ 406355 h 553299"/>
                <a:gd name="connsiteX102" fmla="*/ 994474 w 2915191"/>
                <a:gd name="connsiteY102" fmla="*/ 412513 h 553299"/>
                <a:gd name="connsiteX103" fmla="*/ 1004233 w 2915191"/>
                <a:gd name="connsiteY103" fmla="*/ 408599 h 553299"/>
                <a:gd name="connsiteX104" fmla="*/ 1013977 w 2915191"/>
                <a:gd name="connsiteY104" fmla="*/ 398098 h 553299"/>
                <a:gd name="connsiteX105" fmla="*/ 1023721 w 2915191"/>
                <a:gd name="connsiteY105" fmla="*/ 378069 h 553299"/>
                <a:gd name="connsiteX106" fmla="*/ 1033480 w 2915191"/>
                <a:gd name="connsiteY106" fmla="*/ 372227 h 553299"/>
                <a:gd name="connsiteX107" fmla="*/ 1043224 w 2915191"/>
                <a:gd name="connsiteY107" fmla="*/ 377974 h 553299"/>
                <a:gd name="connsiteX108" fmla="*/ 1052983 w 2915191"/>
                <a:gd name="connsiteY108" fmla="*/ 381421 h 553299"/>
                <a:gd name="connsiteX109" fmla="*/ 1062727 w 2915191"/>
                <a:gd name="connsiteY109" fmla="*/ 373935 h 553299"/>
                <a:gd name="connsiteX110" fmla="*/ 1072471 w 2915191"/>
                <a:gd name="connsiteY110" fmla="*/ 419968 h 553299"/>
                <a:gd name="connsiteX111" fmla="*/ 1082230 w 2915191"/>
                <a:gd name="connsiteY111" fmla="*/ 449748 h 553299"/>
                <a:gd name="connsiteX112" fmla="*/ 1091973 w 2915191"/>
                <a:gd name="connsiteY112" fmla="*/ 464164 h 553299"/>
                <a:gd name="connsiteX113" fmla="*/ 1101732 w 2915191"/>
                <a:gd name="connsiteY113" fmla="*/ 473253 h 553299"/>
                <a:gd name="connsiteX114" fmla="*/ 1111476 w 2915191"/>
                <a:gd name="connsiteY114" fmla="*/ 468452 h 553299"/>
                <a:gd name="connsiteX115" fmla="*/ 1121220 w 2915191"/>
                <a:gd name="connsiteY115" fmla="*/ 501319 h 553299"/>
                <a:gd name="connsiteX116" fmla="*/ 1130979 w 2915191"/>
                <a:gd name="connsiteY116" fmla="*/ 472275 h 553299"/>
                <a:gd name="connsiteX117" fmla="*/ 1140723 w 2915191"/>
                <a:gd name="connsiteY117" fmla="*/ 434627 h 553299"/>
                <a:gd name="connsiteX118" fmla="*/ 1150482 w 2915191"/>
                <a:gd name="connsiteY118" fmla="*/ 442358 h 553299"/>
                <a:gd name="connsiteX119" fmla="*/ 1160226 w 2915191"/>
                <a:gd name="connsiteY119" fmla="*/ 429457 h 553299"/>
                <a:gd name="connsiteX120" fmla="*/ 1169969 w 2915191"/>
                <a:gd name="connsiteY120" fmla="*/ 407538 h 553299"/>
                <a:gd name="connsiteX121" fmla="*/ 1179728 w 2915191"/>
                <a:gd name="connsiteY121" fmla="*/ 373290 h 553299"/>
                <a:gd name="connsiteX122" fmla="*/ 1189472 w 2915191"/>
                <a:gd name="connsiteY122" fmla="*/ 387017 h 553299"/>
                <a:gd name="connsiteX123" fmla="*/ 1199231 w 2915191"/>
                <a:gd name="connsiteY123" fmla="*/ 364076 h 553299"/>
                <a:gd name="connsiteX124" fmla="*/ 1208975 w 2915191"/>
                <a:gd name="connsiteY124" fmla="*/ 340716 h 553299"/>
                <a:gd name="connsiteX125" fmla="*/ 1218719 w 2915191"/>
                <a:gd name="connsiteY125" fmla="*/ 330975 h 553299"/>
                <a:gd name="connsiteX126" fmla="*/ 1228478 w 2915191"/>
                <a:gd name="connsiteY126" fmla="*/ 321738 h 553299"/>
                <a:gd name="connsiteX127" fmla="*/ 1238222 w 2915191"/>
                <a:gd name="connsiteY127" fmla="*/ 334642 h 553299"/>
                <a:gd name="connsiteX128" fmla="*/ 1247966 w 2915191"/>
                <a:gd name="connsiteY128" fmla="*/ 328622 h 553299"/>
                <a:gd name="connsiteX129" fmla="*/ 1257725 w 2915191"/>
                <a:gd name="connsiteY129" fmla="*/ 317597 h 553299"/>
                <a:gd name="connsiteX130" fmla="*/ 1267469 w 2915191"/>
                <a:gd name="connsiteY130" fmla="*/ 317913 h 553299"/>
                <a:gd name="connsiteX131" fmla="*/ 1277227 w 2915191"/>
                <a:gd name="connsiteY131" fmla="*/ 316894 h 553299"/>
                <a:gd name="connsiteX132" fmla="*/ 1286971 w 2915191"/>
                <a:gd name="connsiteY132" fmla="*/ 293370 h 553299"/>
                <a:gd name="connsiteX133" fmla="*/ 1296715 w 2915191"/>
                <a:gd name="connsiteY133" fmla="*/ 245981 h 553299"/>
                <a:gd name="connsiteX134" fmla="*/ 1306474 w 2915191"/>
                <a:gd name="connsiteY134" fmla="*/ 253908 h 553299"/>
                <a:gd name="connsiteX135" fmla="*/ 1316218 w 2915191"/>
                <a:gd name="connsiteY135" fmla="*/ 286169 h 553299"/>
                <a:gd name="connsiteX136" fmla="*/ 1325977 w 2915191"/>
                <a:gd name="connsiteY136" fmla="*/ 265439 h 553299"/>
                <a:gd name="connsiteX137" fmla="*/ 1335721 w 2915191"/>
                <a:gd name="connsiteY137" fmla="*/ 273526 h 553299"/>
                <a:gd name="connsiteX138" fmla="*/ 1345465 w 2915191"/>
                <a:gd name="connsiteY138" fmla="*/ 266738 h 553299"/>
                <a:gd name="connsiteX139" fmla="*/ 1355224 w 2915191"/>
                <a:gd name="connsiteY139" fmla="*/ 247915 h 553299"/>
                <a:gd name="connsiteX140" fmla="*/ 1364967 w 2915191"/>
                <a:gd name="connsiteY140" fmla="*/ 276507 h 553299"/>
                <a:gd name="connsiteX141" fmla="*/ 1374726 w 2915191"/>
                <a:gd name="connsiteY141" fmla="*/ 263205 h 553299"/>
                <a:gd name="connsiteX142" fmla="*/ 1384470 w 2915191"/>
                <a:gd name="connsiteY142" fmla="*/ 272936 h 553299"/>
                <a:gd name="connsiteX143" fmla="*/ 1394214 w 2915191"/>
                <a:gd name="connsiteY143" fmla="*/ 259212 h 553299"/>
                <a:gd name="connsiteX144" fmla="*/ 1403973 w 2915191"/>
                <a:gd name="connsiteY144" fmla="*/ 239474 h 553299"/>
                <a:gd name="connsiteX145" fmla="*/ 1413717 w 2915191"/>
                <a:gd name="connsiteY145" fmla="*/ 237031 h 553299"/>
                <a:gd name="connsiteX146" fmla="*/ 1423476 w 2915191"/>
                <a:gd name="connsiteY146" fmla="*/ 255068 h 553299"/>
                <a:gd name="connsiteX147" fmla="*/ 1433220 w 2915191"/>
                <a:gd name="connsiteY147" fmla="*/ 252658 h 553299"/>
                <a:gd name="connsiteX148" fmla="*/ 1442964 w 2915191"/>
                <a:gd name="connsiteY148" fmla="*/ 265686 h 553299"/>
                <a:gd name="connsiteX149" fmla="*/ 1452722 w 2915191"/>
                <a:gd name="connsiteY149" fmla="*/ 266567 h 553299"/>
                <a:gd name="connsiteX150" fmla="*/ 1462466 w 2915191"/>
                <a:gd name="connsiteY150" fmla="*/ 296171 h 553299"/>
                <a:gd name="connsiteX151" fmla="*/ 1472225 w 2915191"/>
                <a:gd name="connsiteY151" fmla="*/ 271518 h 553299"/>
                <a:gd name="connsiteX152" fmla="*/ 1481969 w 2915191"/>
                <a:gd name="connsiteY152" fmla="*/ 301156 h 553299"/>
                <a:gd name="connsiteX153" fmla="*/ 1491713 w 2915191"/>
                <a:gd name="connsiteY153" fmla="*/ 301105 h 553299"/>
                <a:gd name="connsiteX154" fmla="*/ 1501472 w 2915191"/>
                <a:gd name="connsiteY154" fmla="*/ 313828 h 553299"/>
                <a:gd name="connsiteX155" fmla="*/ 1511216 w 2915191"/>
                <a:gd name="connsiteY155" fmla="*/ 336555 h 553299"/>
                <a:gd name="connsiteX156" fmla="*/ 1520960 w 2915191"/>
                <a:gd name="connsiteY156" fmla="*/ 331033 h 553299"/>
                <a:gd name="connsiteX157" fmla="*/ 1530719 w 2915191"/>
                <a:gd name="connsiteY157" fmla="*/ 317824 h 553299"/>
                <a:gd name="connsiteX158" fmla="*/ 1540463 w 2915191"/>
                <a:gd name="connsiteY158" fmla="*/ 312593 h 553299"/>
                <a:gd name="connsiteX159" fmla="*/ 1550221 w 2915191"/>
                <a:gd name="connsiteY159" fmla="*/ 312655 h 553299"/>
                <a:gd name="connsiteX160" fmla="*/ 1559965 w 2915191"/>
                <a:gd name="connsiteY160" fmla="*/ 312627 h 553299"/>
                <a:gd name="connsiteX161" fmla="*/ 1569709 w 2915191"/>
                <a:gd name="connsiteY161" fmla="*/ 305758 h 553299"/>
                <a:gd name="connsiteX162" fmla="*/ 1579468 w 2915191"/>
                <a:gd name="connsiteY162" fmla="*/ 291385 h 553299"/>
                <a:gd name="connsiteX163" fmla="*/ 1589212 w 2915191"/>
                <a:gd name="connsiteY163" fmla="*/ 303419 h 553299"/>
                <a:gd name="connsiteX164" fmla="*/ 1598971 w 2915191"/>
                <a:gd name="connsiteY164" fmla="*/ 338705 h 553299"/>
                <a:gd name="connsiteX165" fmla="*/ 1608715 w 2915191"/>
                <a:gd name="connsiteY165" fmla="*/ 325990 h 553299"/>
                <a:gd name="connsiteX166" fmla="*/ 1618459 w 2915191"/>
                <a:gd name="connsiteY166" fmla="*/ 321708 h 553299"/>
                <a:gd name="connsiteX167" fmla="*/ 1628218 w 2915191"/>
                <a:gd name="connsiteY167" fmla="*/ 295572 h 553299"/>
                <a:gd name="connsiteX168" fmla="*/ 1637962 w 2915191"/>
                <a:gd name="connsiteY168" fmla="*/ 268574 h 553299"/>
                <a:gd name="connsiteX169" fmla="*/ 1647720 w 2915191"/>
                <a:gd name="connsiteY169" fmla="*/ 291335 h 553299"/>
                <a:gd name="connsiteX170" fmla="*/ 1657464 w 2915191"/>
                <a:gd name="connsiteY170" fmla="*/ 300772 h 553299"/>
                <a:gd name="connsiteX171" fmla="*/ 1667208 w 2915191"/>
                <a:gd name="connsiteY171" fmla="*/ 328150 h 553299"/>
                <a:gd name="connsiteX172" fmla="*/ 1676967 w 2915191"/>
                <a:gd name="connsiteY172" fmla="*/ 319007 h 553299"/>
                <a:gd name="connsiteX173" fmla="*/ 1686711 w 2915191"/>
                <a:gd name="connsiteY173" fmla="*/ 301690 h 553299"/>
                <a:gd name="connsiteX174" fmla="*/ 1696470 w 2915191"/>
                <a:gd name="connsiteY174" fmla="*/ 323280 h 553299"/>
                <a:gd name="connsiteX175" fmla="*/ 1706214 w 2915191"/>
                <a:gd name="connsiteY175" fmla="*/ 336160 h 553299"/>
                <a:gd name="connsiteX176" fmla="*/ 1715958 w 2915191"/>
                <a:gd name="connsiteY176" fmla="*/ 354775 h 553299"/>
                <a:gd name="connsiteX177" fmla="*/ 1725716 w 2915191"/>
                <a:gd name="connsiteY177" fmla="*/ 345461 h 553299"/>
                <a:gd name="connsiteX178" fmla="*/ 1735460 w 2915191"/>
                <a:gd name="connsiteY178" fmla="*/ 321879 h 553299"/>
                <a:gd name="connsiteX179" fmla="*/ 1745219 w 2915191"/>
                <a:gd name="connsiteY179" fmla="*/ 324522 h 553299"/>
                <a:gd name="connsiteX180" fmla="*/ 1754963 w 2915191"/>
                <a:gd name="connsiteY180" fmla="*/ 332729 h 553299"/>
                <a:gd name="connsiteX181" fmla="*/ 1764707 w 2915191"/>
                <a:gd name="connsiteY181" fmla="*/ 305122 h 553299"/>
                <a:gd name="connsiteX182" fmla="*/ 1774466 w 2915191"/>
                <a:gd name="connsiteY182" fmla="*/ 294054 h 553299"/>
                <a:gd name="connsiteX183" fmla="*/ 1784210 w 2915191"/>
                <a:gd name="connsiteY183" fmla="*/ 281346 h 553299"/>
                <a:gd name="connsiteX184" fmla="*/ 1793969 w 2915191"/>
                <a:gd name="connsiteY184" fmla="*/ 266315 h 553299"/>
                <a:gd name="connsiteX185" fmla="*/ 1803713 w 2915191"/>
                <a:gd name="connsiteY185" fmla="*/ 265339 h 553299"/>
                <a:gd name="connsiteX186" fmla="*/ 1813457 w 2915191"/>
                <a:gd name="connsiteY186" fmla="*/ 244944 h 553299"/>
                <a:gd name="connsiteX187" fmla="*/ 1823215 w 2915191"/>
                <a:gd name="connsiteY187" fmla="*/ 241226 h 553299"/>
                <a:gd name="connsiteX188" fmla="*/ 1832959 w 2915191"/>
                <a:gd name="connsiteY188" fmla="*/ 243844 h 553299"/>
                <a:gd name="connsiteX189" fmla="*/ 1842703 w 2915191"/>
                <a:gd name="connsiteY189" fmla="*/ 245467 h 553299"/>
                <a:gd name="connsiteX190" fmla="*/ 1852462 w 2915191"/>
                <a:gd name="connsiteY190" fmla="*/ 228124 h 553299"/>
                <a:gd name="connsiteX191" fmla="*/ 1862206 w 2915191"/>
                <a:gd name="connsiteY191" fmla="*/ 230331 h 553299"/>
                <a:gd name="connsiteX192" fmla="*/ 1871965 w 2915191"/>
                <a:gd name="connsiteY192" fmla="*/ 231833 h 553299"/>
                <a:gd name="connsiteX193" fmla="*/ 1881709 w 2915191"/>
                <a:gd name="connsiteY193" fmla="*/ 219979 h 553299"/>
                <a:gd name="connsiteX194" fmla="*/ 1891453 w 2915191"/>
                <a:gd name="connsiteY194" fmla="*/ 226582 h 553299"/>
                <a:gd name="connsiteX195" fmla="*/ 1901212 w 2915191"/>
                <a:gd name="connsiteY195" fmla="*/ 227050 h 553299"/>
                <a:gd name="connsiteX196" fmla="*/ 1910956 w 2915191"/>
                <a:gd name="connsiteY196" fmla="*/ 222345 h 553299"/>
                <a:gd name="connsiteX197" fmla="*/ 1920714 w 2915191"/>
                <a:gd name="connsiteY197" fmla="*/ 198653 h 553299"/>
                <a:gd name="connsiteX198" fmla="*/ 1930458 w 2915191"/>
                <a:gd name="connsiteY198" fmla="*/ 217431 h 553299"/>
                <a:gd name="connsiteX199" fmla="*/ 1940202 w 2915191"/>
                <a:gd name="connsiteY199" fmla="*/ 198906 h 553299"/>
                <a:gd name="connsiteX200" fmla="*/ 1949961 w 2915191"/>
                <a:gd name="connsiteY200" fmla="*/ 210615 h 553299"/>
                <a:gd name="connsiteX201" fmla="*/ 1959705 w 2915191"/>
                <a:gd name="connsiteY201" fmla="*/ 196018 h 553299"/>
                <a:gd name="connsiteX202" fmla="*/ 1969464 w 2915191"/>
                <a:gd name="connsiteY202" fmla="*/ 205753 h 553299"/>
                <a:gd name="connsiteX203" fmla="*/ 1979208 w 2915191"/>
                <a:gd name="connsiteY203" fmla="*/ 177605 h 553299"/>
                <a:gd name="connsiteX204" fmla="*/ 1988952 w 2915191"/>
                <a:gd name="connsiteY204" fmla="*/ 166365 h 553299"/>
                <a:gd name="connsiteX205" fmla="*/ 1998711 w 2915191"/>
                <a:gd name="connsiteY205" fmla="*/ 133225 h 553299"/>
                <a:gd name="connsiteX206" fmla="*/ 2008454 w 2915191"/>
                <a:gd name="connsiteY206" fmla="*/ 113946 h 553299"/>
                <a:gd name="connsiteX207" fmla="*/ 2018213 w 2915191"/>
                <a:gd name="connsiteY207" fmla="*/ 92809 h 553299"/>
                <a:gd name="connsiteX208" fmla="*/ 2027957 w 2915191"/>
                <a:gd name="connsiteY208" fmla="*/ 81854 h 553299"/>
                <a:gd name="connsiteX209" fmla="*/ 2037701 w 2915191"/>
                <a:gd name="connsiteY209" fmla="*/ 77910 h 553299"/>
                <a:gd name="connsiteX210" fmla="*/ 2047460 w 2915191"/>
                <a:gd name="connsiteY210" fmla="*/ 32793 h 553299"/>
                <a:gd name="connsiteX211" fmla="*/ 2057204 w 2915191"/>
                <a:gd name="connsiteY211" fmla="*/ 19379 h 553299"/>
                <a:gd name="connsiteX212" fmla="*/ 2066963 w 2915191"/>
                <a:gd name="connsiteY212" fmla="*/ 8445 h 553299"/>
                <a:gd name="connsiteX213" fmla="*/ 2076707 w 2915191"/>
                <a:gd name="connsiteY213" fmla="*/ 0 h 553299"/>
                <a:gd name="connsiteX214" fmla="*/ 2086451 w 2915191"/>
                <a:gd name="connsiteY214" fmla="*/ 47681 h 553299"/>
                <a:gd name="connsiteX215" fmla="*/ 2096210 w 2915191"/>
                <a:gd name="connsiteY215" fmla="*/ 81138 h 553299"/>
                <a:gd name="connsiteX216" fmla="*/ 2105954 w 2915191"/>
                <a:gd name="connsiteY216" fmla="*/ 94725 h 553299"/>
                <a:gd name="connsiteX217" fmla="*/ 2115697 w 2915191"/>
                <a:gd name="connsiteY217" fmla="*/ 120008 h 553299"/>
                <a:gd name="connsiteX218" fmla="*/ 2125456 w 2915191"/>
                <a:gd name="connsiteY218" fmla="*/ 119919 h 553299"/>
                <a:gd name="connsiteX219" fmla="*/ 2135200 w 2915191"/>
                <a:gd name="connsiteY219" fmla="*/ 109657 h 553299"/>
                <a:gd name="connsiteX220" fmla="*/ 2144959 w 2915191"/>
                <a:gd name="connsiteY220" fmla="*/ 125730 h 553299"/>
                <a:gd name="connsiteX221" fmla="*/ 2154703 w 2915191"/>
                <a:gd name="connsiteY221" fmla="*/ 102746 h 553299"/>
                <a:gd name="connsiteX222" fmla="*/ 2164447 w 2915191"/>
                <a:gd name="connsiteY222" fmla="*/ 101240 h 553299"/>
                <a:gd name="connsiteX223" fmla="*/ 2174206 w 2915191"/>
                <a:gd name="connsiteY223" fmla="*/ 69052 h 553299"/>
                <a:gd name="connsiteX224" fmla="*/ 2183950 w 2915191"/>
                <a:gd name="connsiteY224" fmla="*/ 69087 h 553299"/>
                <a:gd name="connsiteX225" fmla="*/ 2193709 w 2915191"/>
                <a:gd name="connsiteY225" fmla="*/ 66250 h 553299"/>
                <a:gd name="connsiteX226" fmla="*/ 2203452 w 2915191"/>
                <a:gd name="connsiteY226" fmla="*/ 51545 h 553299"/>
                <a:gd name="connsiteX227" fmla="*/ 2213196 w 2915191"/>
                <a:gd name="connsiteY227" fmla="*/ 23917 h 553299"/>
                <a:gd name="connsiteX228" fmla="*/ 2222955 w 2915191"/>
                <a:gd name="connsiteY228" fmla="*/ 41261 h 553299"/>
                <a:gd name="connsiteX229" fmla="*/ 2232699 w 2915191"/>
                <a:gd name="connsiteY229" fmla="*/ 40092 h 553299"/>
                <a:gd name="connsiteX230" fmla="*/ 2242458 w 2915191"/>
                <a:gd name="connsiteY230" fmla="*/ 41413 h 553299"/>
                <a:gd name="connsiteX231" fmla="*/ 2252202 w 2915191"/>
                <a:gd name="connsiteY231" fmla="*/ 36662 h 553299"/>
                <a:gd name="connsiteX232" fmla="*/ 2261946 w 2915191"/>
                <a:gd name="connsiteY232" fmla="*/ 21580 h 553299"/>
                <a:gd name="connsiteX233" fmla="*/ 2271705 w 2915191"/>
                <a:gd name="connsiteY233" fmla="*/ 61265 h 553299"/>
                <a:gd name="connsiteX234" fmla="*/ 2281449 w 2915191"/>
                <a:gd name="connsiteY234" fmla="*/ 96413 h 553299"/>
                <a:gd name="connsiteX235" fmla="*/ 2291208 w 2915191"/>
                <a:gd name="connsiteY235" fmla="*/ 181501 h 553299"/>
                <a:gd name="connsiteX236" fmla="*/ 2300951 w 2915191"/>
                <a:gd name="connsiteY236" fmla="*/ 194123 h 553299"/>
                <a:gd name="connsiteX237" fmla="*/ 2310695 w 2915191"/>
                <a:gd name="connsiteY237" fmla="*/ 216517 h 553299"/>
                <a:gd name="connsiteX238" fmla="*/ 2320454 w 2915191"/>
                <a:gd name="connsiteY238" fmla="*/ 225875 h 553299"/>
                <a:gd name="connsiteX239" fmla="*/ 2330198 w 2915191"/>
                <a:gd name="connsiteY239" fmla="*/ 241304 h 553299"/>
                <a:gd name="connsiteX240" fmla="*/ 2339957 w 2915191"/>
                <a:gd name="connsiteY240" fmla="*/ 264561 h 553299"/>
                <a:gd name="connsiteX241" fmla="*/ 2349701 w 2915191"/>
                <a:gd name="connsiteY241" fmla="*/ 255696 h 553299"/>
                <a:gd name="connsiteX242" fmla="*/ 2359445 w 2915191"/>
                <a:gd name="connsiteY242" fmla="*/ 295022 h 553299"/>
                <a:gd name="connsiteX243" fmla="*/ 2369204 w 2915191"/>
                <a:gd name="connsiteY243" fmla="*/ 301193 h 553299"/>
                <a:gd name="connsiteX244" fmla="*/ 2378948 w 2915191"/>
                <a:gd name="connsiteY244" fmla="*/ 302774 h 553299"/>
                <a:gd name="connsiteX245" fmla="*/ 2388692 w 2915191"/>
                <a:gd name="connsiteY245" fmla="*/ 307667 h 553299"/>
                <a:gd name="connsiteX246" fmla="*/ 2398450 w 2915191"/>
                <a:gd name="connsiteY246" fmla="*/ 334452 h 553299"/>
                <a:gd name="connsiteX247" fmla="*/ 2408194 w 2915191"/>
                <a:gd name="connsiteY247" fmla="*/ 341695 h 553299"/>
                <a:gd name="connsiteX248" fmla="*/ 2417953 w 2915191"/>
                <a:gd name="connsiteY248" fmla="*/ 350943 h 553299"/>
                <a:gd name="connsiteX249" fmla="*/ 2427697 w 2915191"/>
                <a:gd name="connsiteY249" fmla="*/ 376131 h 553299"/>
                <a:gd name="connsiteX250" fmla="*/ 2437441 w 2915191"/>
                <a:gd name="connsiteY250" fmla="*/ 348903 h 553299"/>
                <a:gd name="connsiteX251" fmla="*/ 2447200 w 2915191"/>
                <a:gd name="connsiteY251" fmla="*/ 365052 h 553299"/>
                <a:gd name="connsiteX252" fmla="*/ 2456944 w 2915191"/>
                <a:gd name="connsiteY252" fmla="*/ 312493 h 553299"/>
                <a:gd name="connsiteX253" fmla="*/ 2466703 w 2915191"/>
                <a:gd name="connsiteY253" fmla="*/ 327133 h 553299"/>
                <a:gd name="connsiteX254" fmla="*/ 2476446 w 2915191"/>
                <a:gd name="connsiteY254" fmla="*/ 324071 h 553299"/>
                <a:gd name="connsiteX255" fmla="*/ 2486190 w 2915191"/>
                <a:gd name="connsiteY255" fmla="*/ 330287 h 553299"/>
                <a:gd name="connsiteX256" fmla="*/ 2495949 w 2915191"/>
                <a:gd name="connsiteY256" fmla="*/ 354228 h 553299"/>
                <a:gd name="connsiteX257" fmla="*/ 2505693 w 2915191"/>
                <a:gd name="connsiteY257" fmla="*/ 333022 h 553299"/>
                <a:gd name="connsiteX258" fmla="*/ 2515452 w 2915191"/>
                <a:gd name="connsiteY258" fmla="*/ 366411 h 553299"/>
                <a:gd name="connsiteX259" fmla="*/ 2525196 w 2915191"/>
                <a:gd name="connsiteY259" fmla="*/ 387360 h 553299"/>
                <a:gd name="connsiteX260" fmla="*/ 2534940 w 2915191"/>
                <a:gd name="connsiteY260" fmla="*/ 371962 h 553299"/>
                <a:gd name="connsiteX261" fmla="*/ 2544699 w 2915191"/>
                <a:gd name="connsiteY261" fmla="*/ 344275 h 553299"/>
                <a:gd name="connsiteX262" fmla="*/ 2554443 w 2915191"/>
                <a:gd name="connsiteY262" fmla="*/ 365177 h 553299"/>
                <a:gd name="connsiteX263" fmla="*/ 2564202 w 2915191"/>
                <a:gd name="connsiteY263" fmla="*/ 374605 h 553299"/>
                <a:gd name="connsiteX264" fmla="*/ 2573946 w 2915191"/>
                <a:gd name="connsiteY264" fmla="*/ 400725 h 553299"/>
                <a:gd name="connsiteX265" fmla="*/ 2583690 w 2915191"/>
                <a:gd name="connsiteY265" fmla="*/ 411288 h 553299"/>
                <a:gd name="connsiteX266" fmla="*/ 2593448 w 2915191"/>
                <a:gd name="connsiteY266" fmla="*/ 389042 h 553299"/>
                <a:gd name="connsiteX267" fmla="*/ 2603192 w 2915191"/>
                <a:gd name="connsiteY267" fmla="*/ 380931 h 553299"/>
                <a:gd name="connsiteX268" fmla="*/ 2612951 w 2915191"/>
                <a:gd name="connsiteY268" fmla="*/ 359021 h 553299"/>
                <a:gd name="connsiteX269" fmla="*/ 2622695 w 2915191"/>
                <a:gd name="connsiteY269" fmla="*/ 345116 h 553299"/>
                <a:gd name="connsiteX270" fmla="*/ 2632439 w 2915191"/>
                <a:gd name="connsiteY270" fmla="*/ 335842 h 553299"/>
                <a:gd name="connsiteX271" fmla="*/ 2642198 w 2915191"/>
                <a:gd name="connsiteY271" fmla="*/ 366986 h 553299"/>
                <a:gd name="connsiteX272" fmla="*/ 2651942 w 2915191"/>
                <a:gd name="connsiteY272" fmla="*/ 394233 h 553299"/>
                <a:gd name="connsiteX273" fmla="*/ 2661685 w 2915191"/>
                <a:gd name="connsiteY273" fmla="*/ 403849 h 553299"/>
                <a:gd name="connsiteX274" fmla="*/ 2671444 w 2915191"/>
                <a:gd name="connsiteY274" fmla="*/ 396301 h 553299"/>
                <a:gd name="connsiteX275" fmla="*/ 2681188 w 2915191"/>
                <a:gd name="connsiteY275" fmla="*/ 404250 h 553299"/>
                <a:gd name="connsiteX276" fmla="*/ 2690947 w 2915191"/>
                <a:gd name="connsiteY276" fmla="*/ 407212 h 553299"/>
                <a:gd name="connsiteX277" fmla="*/ 2700691 w 2915191"/>
                <a:gd name="connsiteY277" fmla="*/ 404028 h 553299"/>
                <a:gd name="connsiteX278" fmla="*/ 2710435 w 2915191"/>
                <a:gd name="connsiteY278" fmla="*/ 412516 h 553299"/>
                <a:gd name="connsiteX279" fmla="*/ 2720194 w 2915191"/>
                <a:gd name="connsiteY279" fmla="*/ 424074 h 553299"/>
                <a:gd name="connsiteX280" fmla="*/ 2729938 w 2915191"/>
                <a:gd name="connsiteY280" fmla="*/ 411511 h 553299"/>
                <a:gd name="connsiteX281" fmla="*/ 2739697 w 2915191"/>
                <a:gd name="connsiteY281" fmla="*/ 412256 h 553299"/>
                <a:gd name="connsiteX282" fmla="*/ 2749441 w 2915191"/>
                <a:gd name="connsiteY282" fmla="*/ 412414 h 553299"/>
                <a:gd name="connsiteX283" fmla="*/ 2759185 w 2915191"/>
                <a:gd name="connsiteY283" fmla="*/ 381847 h 553299"/>
                <a:gd name="connsiteX284" fmla="*/ 2768943 w 2915191"/>
                <a:gd name="connsiteY284" fmla="*/ 405088 h 553299"/>
                <a:gd name="connsiteX285" fmla="*/ 2778687 w 2915191"/>
                <a:gd name="connsiteY285" fmla="*/ 373702 h 553299"/>
                <a:gd name="connsiteX286" fmla="*/ 2788446 w 2915191"/>
                <a:gd name="connsiteY286" fmla="*/ 383339 h 553299"/>
                <a:gd name="connsiteX287" fmla="*/ 2798190 w 2915191"/>
                <a:gd name="connsiteY287" fmla="*/ 360332 h 553299"/>
                <a:gd name="connsiteX288" fmla="*/ 2807934 w 2915191"/>
                <a:gd name="connsiteY288" fmla="*/ 371458 h 553299"/>
                <a:gd name="connsiteX289" fmla="*/ 2817693 w 2915191"/>
                <a:gd name="connsiteY289" fmla="*/ 359435 h 553299"/>
                <a:gd name="connsiteX290" fmla="*/ 2827437 w 2915191"/>
                <a:gd name="connsiteY290" fmla="*/ 320935 h 553299"/>
                <a:gd name="connsiteX291" fmla="*/ 2837196 w 2915191"/>
                <a:gd name="connsiteY291" fmla="*/ 309622 h 553299"/>
                <a:gd name="connsiteX292" fmla="*/ 2846940 w 2915191"/>
                <a:gd name="connsiteY292" fmla="*/ 275783 h 553299"/>
                <a:gd name="connsiteX293" fmla="*/ 2856684 w 2915191"/>
                <a:gd name="connsiteY293" fmla="*/ 254309 h 553299"/>
                <a:gd name="connsiteX294" fmla="*/ 2866442 w 2915191"/>
                <a:gd name="connsiteY294" fmla="*/ 216654 h 553299"/>
                <a:gd name="connsiteX295" fmla="*/ 2876186 w 2915191"/>
                <a:gd name="connsiteY295" fmla="*/ 204602 h 553299"/>
                <a:gd name="connsiteX296" fmla="*/ 2885945 w 2915191"/>
                <a:gd name="connsiteY296" fmla="*/ 199652 h 553299"/>
                <a:gd name="connsiteX297" fmla="*/ 2895689 w 2915191"/>
                <a:gd name="connsiteY297" fmla="*/ 166547 h 553299"/>
                <a:gd name="connsiteX298" fmla="*/ 2905433 w 2915191"/>
                <a:gd name="connsiteY298" fmla="*/ 146247 h 553299"/>
                <a:gd name="connsiteX299" fmla="*/ 2915192 w 2915191"/>
                <a:gd name="connsiteY299" fmla="*/ 211925 h 553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53299">
                  <a:moveTo>
                    <a:pt x="0" y="456742"/>
                  </a:moveTo>
                  <a:lnTo>
                    <a:pt x="9750" y="492946"/>
                  </a:lnTo>
                  <a:lnTo>
                    <a:pt x="19500" y="499158"/>
                  </a:lnTo>
                  <a:lnTo>
                    <a:pt x="29250" y="499801"/>
                  </a:lnTo>
                  <a:lnTo>
                    <a:pt x="39000" y="511516"/>
                  </a:lnTo>
                  <a:lnTo>
                    <a:pt x="48749" y="516925"/>
                  </a:lnTo>
                  <a:lnTo>
                    <a:pt x="58499" y="508066"/>
                  </a:lnTo>
                  <a:lnTo>
                    <a:pt x="68249" y="521558"/>
                  </a:lnTo>
                  <a:lnTo>
                    <a:pt x="77998" y="541842"/>
                  </a:lnTo>
                  <a:lnTo>
                    <a:pt x="87748" y="553299"/>
                  </a:lnTo>
                  <a:lnTo>
                    <a:pt x="97497" y="506224"/>
                  </a:lnTo>
                  <a:lnTo>
                    <a:pt x="107247" y="462952"/>
                  </a:lnTo>
                  <a:lnTo>
                    <a:pt x="116997" y="433653"/>
                  </a:lnTo>
                  <a:lnTo>
                    <a:pt x="126747" y="428385"/>
                  </a:lnTo>
                  <a:lnTo>
                    <a:pt x="136497" y="399039"/>
                  </a:lnTo>
                  <a:lnTo>
                    <a:pt x="146247" y="431078"/>
                  </a:lnTo>
                  <a:lnTo>
                    <a:pt x="155997" y="403391"/>
                  </a:lnTo>
                  <a:lnTo>
                    <a:pt x="165747" y="420245"/>
                  </a:lnTo>
                  <a:lnTo>
                    <a:pt x="175497" y="375255"/>
                  </a:lnTo>
                  <a:lnTo>
                    <a:pt x="185247" y="372774"/>
                  </a:lnTo>
                  <a:lnTo>
                    <a:pt x="194996" y="377005"/>
                  </a:lnTo>
                  <a:lnTo>
                    <a:pt x="204746" y="357808"/>
                  </a:lnTo>
                  <a:lnTo>
                    <a:pt x="214495" y="365560"/>
                  </a:lnTo>
                  <a:lnTo>
                    <a:pt x="224245" y="339543"/>
                  </a:lnTo>
                  <a:lnTo>
                    <a:pt x="233995" y="351884"/>
                  </a:lnTo>
                  <a:lnTo>
                    <a:pt x="243744" y="361864"/>
                  </a:lnTo>
                  <a:lnTo>
                    <a:pt x="253494" y="346010"/>
                  </a:lnTo>
                  <a:lnTo>
                    <a:pt x="263244" y="328895"/>
                  </a:lnTo>
                  <a:lnTo>
                    <a:pt x="272994" y="318847"/>
                  </a:lnTo>
                  <a:lnTo>
                    <a:pt x="282744" y="326198"/>
                  </a:lnTo>
                  <a:lnTo>
                    <a:pt x="292494" y="312138"/>
                  </a:lnTo>
                  <a:lnTo>
                    <a:pt x="302244" y="291469"/>
                  </a:lnTo>
                  <a:lnTo>
                    <a:pt x="311994" y="296265"/>
                  </a:lnTo>
                  <a:lnTo>
                    <a:pt x="321744" y="319382"/>
                  </a:lnTo>
                  <a:lnTo>
                    <a:pt x="331493" y="358641"/>
                  </a:lnTo>
                  <a:lnTo>
                    <a:pt x="341243" y="375128"/>
                  </a:lnTo>
                  <a:lnTo>
                    <a:pt x="350993" y="373163"/>
                  </a:lnTo>
                  <a:lnTo>
                    <a:pt x="360742" y="348238"/>
                  </a:lnTo>
                  <a:lnTo>
                    <a:pt x="370492" y="337028"/>
                  </a:lnTo>
                  <a:lnTo>
                    <a:pt x="380241" y="308553"/>
                  </a:lnTo>
                  <a:lnTo>
                    <a:pt x="389991" y="315730"/>
                  </a:lnTo>
                  <a:lnTo>
                    <a:pt x="399741" y="320042"/>
                  </a:lnTo>
                  <a:lnTo>
                    <a:pt x="409491" y="336659"/>
                  </a:lnTo>
                  <a:lnTo>
                    <a:pt x="419241" y="354888"/>
                  </a:lnTo>
                  <a:lnTo>
                    <a:pt x="428991" y="335874"/>
                  </a:lnTo>
                  <a:lnTo>
                    <a:pt x="438741" y="334518"/>
                  </a:lnTo>
                  <a:lnTo>
                    <a:pt x="448491" y="347346"/>
                  </a:lnTo>
                  <a:lnTo>
                    <a:pt x="458241" y="367594"/>
                  </a:lnTo>
                  <a:lnTo>
                    <a:pt x="467991" y="364770"/>
                  </a:lnTo>
                  <a:lnTo>
                    <a:pt x="477740" y="346720"/>
                  </a:lnTo>
                  <a:lnTo>
                    <a:pt x="487490" y="352502"/>
                  </a:lnTo>
                  <a:lnTo>
                    <a:pt x="497239" y="358201"/>
                  </a:lnTo>
                  <a:lnTo>
                    <a:pt x="506989" y="353064"/>
                  </a:lnTo>
                  <a:lnTo>
                    <a:pt x="516738" y="341322"/>
                  </a:lnTo>
                  <a:lnTo>
                    <a:pt x="526488" y="305097"/>
                  </a:lnTo>
                  <a:lnTo>
                    <a:pt x="536238" y="287395"/>
                  </a:lnTo>
                  <a:lnTo>
                    <a:pt x="545988" y="281256"/>
                  </a:lnTo>
                  <a:lnTo>
                    <a:pt x="555738" y="289952"/>
                  </a:lnTo>
                  <a:lnTo>
                    <a:pt x="565488" y="291543"/>
                  </a:lnTo>
                  <a:lnTo>
                    <a:pt x="575238" y="267619"/>
                  </a:lnTo>
                  <a:lnTo>
                    <a:pt x="584988" y="248065"/>
                  </a:lnTo>
                  <a:lnTo>
                    <a:pt x="594738" y="250444"/>
                  </a:lnTo>
                  <a:lnTo>
                    <a:pt x="604488" y="258211"/>
                  </a:lnTo>
                  <a:lnTo>
                    <a:pt x="614237" y="238016"/>
                  </a:lnTo>
                  <a:lnTo>
                    <a:pt x="623987" y="260190"/>
                  </a:lnTo>
                  <a:lnTo>
                    <a:pt x="633736" y="261127"/>
                  </a:lnTo>
                  <a:lnTo>
                    <a:pt x="643486" y="277951"/>
                  </a:lnTo>
                  <a:lnTo>
                    <a:pt x="653236" y="284958"/>
                  </a:lnTo>
                  <a:lnTo>
                    <a:pt x="662985" y="280584"/>
                  </a:lnTo>
                  <a:lnTo>
                    <a:pt x="672735" y="281343"/>
                  </a:lnTo>
                  <a:lnTo>
                    <a:pt x="682485" y="268869"/>
                  </a:lnTo>
                  <a:lnTo>
                    <a:pt x="692235" y="240243"/>
                  </a:lnTo>
                  <a:lnTo>
                    <a:pt x="701985" y="226766"/>
                  </a:lnTo>
                  <a:lnTo>
                    <a:pt x="711735" y="200253"/>
                  </a:lnTo>
                  <a:lnTo>
                    <a:pt x="721485" y="190841"/>
                  </a:lnTo>
                  <a:lnTo>
                    <a:pt x="731235" y="179826"/>
                  </a:lnTo>
                  <a:lnTo>
                    <a:pt x="740985" y="182499"/>
                  </a:lnTo>
                  <a:lnTo>
                    <a:pt x="750734" y="207220"/>
                  </a:lnTo>
                  <a:lnTo>
                    <a:pt x="760484" y="214715"/>
                  </a:lnTo>
                  <a:lnTo>
                    <a:pt x="770233" y="194590"/>
                  </a:lnTo>
                  <a:lnTo>
                    <a:pt x="779983" y="202300"/>
                  </a:lnTo>
                  <a:lnTo>
                    <a:pt x="789733" y="214387"/>
                  </a:lnTo>
                  <a:lnTo>
                    <a:pt x="799482" y="267697"/>
                  </a:lnTo>
                  <a:lnTo>
                    <a:pt x="809232" y="314462"/>
                  </a:lnTo>
                  <a:lnTo>
                    <a:pt x="818982" y="318645"/>
                  </a:lnTo>
                  <a:lnTo>
                    <a:pt x="828732" y="286577"/>
                  </a:lnTo>
                  <a:lnTo>
                    <a:pt x="838482" y="263947"/>
                  </a:lnTo>
                  <a:lnTo>
                    <a:pt x="848232" y="301625"/>
                  </a:lnTo>
                  <a:lnTo>
                    <a:pt x="857982" y="317028"/>
                  </a:lnTo>
                  <a:lnTo>
                    <a:pt x="867732" y="309719"/>
                  </a:lnTo>
                  <a:lnTo>
                    <a:pt x="877482" y="304723"/>
                  </a:lnTo>
                  <a:lnTo>
                    <a:pt x="887231" y="322563"/>
                  </a:lnTo>
                  <a:lnTo>
                    <a:pt x="896981" y="308854"/>
                  </a:lnTo>
                  <a:lnTo>
                    <a:pt x="906730" y="287756"/>
                  </a:lnTo>
                  <a:lnTo>
                    <a:pt x="916480" y="327520"/>
                  </a:lnTo>
                  <a:lnTo>
                    <a:pt x="926230" y="348799"/>
                  </a:lnTo>
                  <a:lnTo>
                    <a:pt x="935979" y="372732"/>
                  </a:lnTo>
                  <a:lnTo>
                    <a:pt x="945729" y="347766"/>
                  </a:lnTo>
                  <a:lnTo>
                    <a:pt x="955479" y="372247"/>
                  </a:lnTo>
                  <a:lnTo>
                    <a:pt x="965229" y="375100"/>
                  </a:lnTo>
                  <a:lnTo>
                    <a:pt x="974979" y="383013"/>
                  </a:lnTo>
                  <a:lnTo>
                    <a:pt x="984729" y="406355"/>
                  </a:lnTo>
                  <a:lnTo>
                    <a:pt x="994474" y="412513"/>
                  </a:lnTo>
                  <a:lnTo>
                    <a:pt x="1004233" y="408599"/>
                  </a:lnTo>
                  <a:lnTo>
                    <a:pt x="1013977" y="398098"/>
                  </a:lnTo>
                  <a:lnTo>
                    <a:pt x="1023721" y="378069"/>
                  </a:lnTo>
                  <a:lnTo>
                    <a:pt x="1033480" y="372227"/>
                  </a:lnTo>
                  <a:lnTo>
                    <a:pt x="1043224" y="377974"/>
                  </a:lnTo>
                  <a:lnTo>
                    <a:pt x="1052983" y="381421"/>
                  </a:lnTo>
                  <a:lnTo>
                    <a:pt x="1062727" y="373935"/>
                  </a:lnTo>
                  <a:lnTo>
                    <a:pt x="1072471" y="419968"/>
                  </a:lnTo>
                  <a:lnTo>
                    <a:pt x="1082230" y="449748"/>
                  </a:lnTo>
                  <a:lnTo>
                    <a:pt x="1091973" y="464164"/>
                  </a:lnTo>
                  <a:lnTo>
                    <a:pt x="1101732" y="473253"/>
                  </a:lnTo>
                  <a:lnTo>
                    <a:pt x="1111476" y="468452"/>
                  </a:lnTo>
                  <a:lnTo>
                    <a:pt x="1121220" y="501319"/>
                  </a:lnTo>
                  <a:lnTo>
                    <a:pt x="1130979" y="472275"/>
                  </a:lnTo>
                  <a:lnTo>
                    <a:pt x="1140723" y="434627"/>
                  </a:lnTo>
                  <a:lnTo>
                    <a:pt x="1150482" y="442358"/>
                  </a:lnTo>
                  <a:lnTo>
                    <a:pt x="1160226" y="429457"/>
                  </a:lnTo>
                  <a:lnTo>
                    <a:pt x="1169969" y="407538"/>
                  </a:lnTo>
                  <a:lnTo>
                    <a:pt x="1179728" y="373290"/>
                  </a:lnTo>
                  <a:lnTo>
                    <a:pt x="1189472" y="387017"/>
                  </a:lnTo>
                  <a:lnTo>
                    <a:pt x="1199231" y="364076"/>
                  </a:lnTo>
                  <a:lnTo>
                    <a:pt x="1208975" y="340716"/>
                  </a:lnTo>
                  <a:lnTo>
                    <a:pt x="1218719" y="330975"/>
                  </a:lnTo>
                  <a:lnTo>
                    <a:pt x="1228478" y="321738"/>
                  </a:lnTo>
                  <a:lnTo>
                    <a:pt x="1238222" y="334642"/>
                  </a:lnTo>
                  <a:lnTo>
                    <a:pt x="1247966" y="328622"/>
                  </a:lnTo>
                  <a:lnTo>
                    <a:pt x="1257725" y="317597"/>
                  </a:lnTo>
                  <a:lnTo>
                    <a:pt x="1267469" y="317913"/>
                  </a:lnTo>
                  <a:lnTo>
                    <a:pt x="1277227" y="316894"/>
                  </a:lnTo>
                  <a:lnTo>
                    <a:pt x="1286971" y="293370"/>
                  </a:lnTo>
                  <a:lnTo>
                    <a:pt x="1296715" y="245981"/>
                  </a:lnTo>
                  <a:lnTo>
                    <a:pt x="1306474" y="253908"/>
                  </a:lnTo>
                  <a:lnTo>
                    <a:pt x="1316218" y="286169"/>
                  </a:lnTo>
                  <a:lnTo>
                    <a:pt x="1325977" y="265439"/>
                  </a:lnTo>
                  <a:lnTo>
                    <a:pt x="1335721" y="273526"/>
                  </a:lnTo>
                  <a:lnTo>
                    <a:pt x="1345465" y="266738"/>
                  </a:lnTo>
                  <a:lnTo>
                    <a:pt x="1355224" y="247915"/>
                  </a:lnTo>
                  <a:lnTo>
                    <a:pt x="1364967" y="276507"/>
                  </a:lnTo>
                  <a:lnTo>
                    <a:pt x="1374726" y="263205"/>
                  </a:lnTo>
                  <a:lnTo>
                    <a:pt x="1384470" y="272936"/>
                  </a:lnTo>
                  <a:lnTo>
                    <a:pt x="1394214" y="259212"/>
                  </a:lnTo>
                  <a:lnTo>
                    <a:pt x="1403973" y="239474"/>
                  </a:lnTo>
                  <a:lnTo>
                    <a:pt x="1413717" y="237031"/>
                  </a:lnTo>
                  <a:lnTo>
                    <a:pt x="1423476" y="255068"/>
                  </a:lnTo>
                  <a:lnTo>
                    <a:pt x="1433220" y="252658"/>
                  </a:lnTo>
                  <a:lnTo>
                    <a:pt x="1442964" y="265686"/>
                  </a:lnTo>
                  <a:lnTo>
                    <a:pt x="1452722" y="266567"/>
                  </a:lnTo>
                  <a:lnTo>
                    <a:pt x="1462466" y="296171"/>
                  </a:lnTo>
                  <a:lnTo>
                    <a:pt x="1472225" y="271518"/>
                  </a:lnTo>
                  <a:lnTo>
                    <a:pt x="1481969" y="301156"/>
                  </a:lnTo>
                  <a:lnTo>
                    <a:pt x="1491713" y="301105"/>
                  </a:lnTo>
                  <a:lnTo>
                    <a:pt x="1501472" y="313828"/>
                  </a:lnTo>
                  <a:lnTo>
                    <a:pt x="1511216" y="336555"/>
                  </a:lnTo>
                  <a:lnTo>
                    <a:pt x="1520960" y="331033"/>
                  </a:lnTo>
                  <a:lnTo>
                    <a:pt x="1530719" y="317824"/>
                  </a:lnTo>
                  <a:lnTo>
                    <a:pt x="1540463" y="312593"/>
                  </a:lnTo>
                  <a:lnTo>
                    <a:pt x="1550221" y="312655"/>
                  </a:lnTo>
                  <a:lnTo>
                    <a:pt x="1559965" y="312627"/>
                  </a:lnTo>
                  <a:lnTo>
                    <a:pt x="1569709" y="305758"/>
                  </a:lnTo>
                  <a:lnTo>
                    <a:pt x="1579468" y="291385"/>
                  </a:lnTo>
                  <a:lnTo>
                    <a:pt x="1589212" y="303419"/>
                  </a:lnTo>
                  <a:lnTo>
                    <a:pt x="1598971" y="338705"/>
                  </a:lnTo>
                  <a:lnTo>
                    <a:pt x="1608715" y="325990"/>
                  </a:lnTo>
                  <a:lnTo>
                    <a:pt x="1618459" y="321708"/>
                  </a:lnTo>
                  <a:lnTo>
                    <a:pt x="1628218" y="295572"/>
                  </a:lnTo>
                  <a:lnTo>
                    <a:pt x="1637962" y="268574"/>
                  </a:lnTo>
                  <a:lnTo>
                    <a:pt x="1647720" y="291335"/>
                  </a:lnTo>
                  <a:lnTo>
                    <a:pt x="1657464" y="300772"/>
                  </a:lnTo>
                  <a:lnTo>
                    <a:pt x="1667208" y="328150"/>
                  </a:lnTo>
                  <a:lnTo>
                    <a:pt x="1676967" y="319007"/>
                  </a:lnTo>
                  <a:lnTo>
                    <a:pt x="1686711" y="301690"/>
                  </a:lnTo>
                  <a:lnTo>
                    <a:pt x="1696470" y="323280"/>
                  </a:lnTo>
                  <a:lnTo>
                    <a:pt x="1706214" y="336160"/>
                  </a:lnTo>
                  <a:lnTo>
                    <a:pt x="1715958" y="354775"/>
                  </a:lnTo>
                  <a:lnTo>
                    <a:pt x="1725716" y="345461"/>
                  </a:lnTo>
                  <a:lnTo>
                    <a:pt x="1735460" y="321879"/>
                  </a:lnTo>
                  <a:lnTo>
                    <a:pt x="1745219" y="324522"/>
                  </a:lnTo>
                  <a:lnTo>
                    <a:pt x="1754963" y="332729"/>
                  </a:lnTo>
                  <a:lnTo>
                    <a:pt x="1764707" y="305122"/>
                  </a:lnTo>
                  <a:lnTo>
                    <a:pt x="1774466" y="294054"/>
                  </a:lnTo>
                  <a:lnTo>
                    <a:pt x="1784210" y="281346"/>
                  </a:lnTo>
                  <a:lnTo>
                    <a:pt x="1793969" y="266315"/>
                  </a:lnTo>
                  <a:lnTo>
                    <a:pt x="1803713" y="265339"/>
                  </a:lnTo>
                  <a:lnTo>
                    <a:pt x="1813457" y="244944"/>
                  </a:lnTo>
                  <a:lnTo>
                    <a:pt x="1823215" y="241226"/>
                  </a:lnTo>
                  <a:lnTo>
                    <a:pt x="1832959" y="243844"/>
                  </a:lnTo>
                  <a:lnTo>
                    <a:pt x="1842703" y="245467"/>
                  </a:lnTo>
                  <a:lnTo>
                    <a:pt x="1852462" y="228124"/>
                  </a:lnTo>
                  <a:lnTo>
                    <a:pt x="1862206" y="230331"/>
                  </a:lnTo>
                  <a:lnTo>
                    <a:pt x="1871965" y="231833"/>
                  </a:lnTo>
                  <a:lnTo>
                    <a:pt x="1881709" y="219979"/>
                  </a:lnTo>
                  <a:lnTo>
                    <a:pt x="1891453" y="226582"/>
                  </a:lnTo>
                  <a:lnTo>
                    <a:pt x="1901212" y="227050"/>
                  </a:lnTo>
                  <a:lnTo>
                    <a:pt x="1910956" y="222345"/>
                  </a:lnTo>
                  <a:lnTo>
                    <a:pt x="1920714" y="198653"/>
                  </a:lnTo>
                  <a:lnTo>
                    <a:pt x="1930458" y="217431"/>
                  </a:lnTo>
                  <a:lnTo>
                    <a:pt x="1940202" y="198906"/>
                  </a:lnTo>
                  <a:lnTo>
                    <a:pt x="1949961" y="210615"/>
                  </a:lnTo>
                  <a:lnTo>
                    <a:pt x="1959705" y="196018"/>
                  </a:lnTo>
                  <a:lnTo>
                    <a:pt x="1969464" y="205753"/>
                  </a:lnTo>
                  <a:lnTo>
                    <a:pt x="1979208" y="177605"/>
                  </a:lnTo>
                  <a:lnTo>
                    <a:pt x="1988952" y="166365"/>
                  </a:lnTo>
                  <a:lnTo>
                    <a:pt x="1998711" y="133225"/>
                  </a:lnTo>
                  <a:lnTo>
                    <a:pt x="2008454" y="113946"/>
                  </a:lnTo>
                  <a:lnTo>
                    <a:pt x="2018213" y="92809"/>
                  </a:lnTo>
                  <a:lnTo>
                    <a:pt x="2027957" y="81854"/>
                  </a:lnTo>
                  <a:lnTo>
                    <a:pt x="2037701" y="77910"/>
                  </a:lnTo>
                  <a:lnTo>
                    <a:pt x="2047460" y="32793"/>
                  </a:lnTo>
                  <a:lnTo>
                    <a:pt x="2057204" y="19379"/>
                  </a:lnTo>
                  <a:lnTo>
                    <a:pt x="2066963" y="8445"/>
                  </a:lnTo>
                  <a:lnTo>
                    <a:pt x="2076707" y="0"/>
                  </a:lnTo>
                  <a:lnTo>
                    <a:pt x="2086451" y="47681"/>
                  </a:lnTo>
                  <a:lnTo>
                    <a:pt x="2096210" y="81138"/>
                  </a:lnTo>
                  <a:lnTo>
                    <a:pt x="2105954" y="94725"/>
                  </a:lnTo>
                  <a:lnTo>
                    <a:pt x="2115697" y="120008"/>
                  </a:lnTo>
                  <a:lnTo>
                    <a:pt x="2125456" y="119919"/>
                  </a:lnTo>
                  <a:lnTo>
                    <a:pt x="2135200" y="109657"/>
                  </a:lnTo>
                  <a:lnTo>
                    <a:pt x="2144959" y="125730"/>
                  </a:lnTo>
                  <a:lnTo>
                    <a:pt x="2154703" y="102746"/>
                  </a:lnTo>
                  <a:lnTo>
                    <a:pt x="2164447" y="101240"/>
                  </a:lnTo>
                  <a:lnTo>
                    <a:pt x="2174206" y="69052"/>
                  </a:lnTo>
                  <a:lnTo>
                    <a:pt x="2183950" y="69087"/>
                  </a:lnTo>
                  <a:lnTo>
                    <a:pt x="2193709" y="66250"/>
                  </a:lnTo>
                  <a:lnTo>
                    <a:pt x="2203452" y="51545"/>
                  </a:lnTo>
                  <a:lnTo>
                    <a:pt x="2213196" y="23917"/>
                  </a:lnTo>
                  <a:lnTo>
                    <a:pt x="2222955" y="41261"/>
                  </a:lnTo>
                  <a:lnTo>
                    <a:pt x="2232699" y="40092"/>
                  </a:lnTo>
                  <a:lnTo>
                    <a:pt x="2242458" y="41413"/>
                  </a:lnTo>
                  <a:lnTo>
                    <a:pt x="2252202" y="36662"/>
                  </a:lnTo>
                  <a:lnTo>
                    <a:pt x="2261946" y="21580"/>
                  </a:lnTo>
                  <a:lnTo>
                    <a:pt x="2271705" y="61265"/>
                  </a:lnTo>
                  <a:lnTo>
                    <a:pt x="2281449" y="96413"/>
                  </a:lnTo>
                  <a:lnTo>
                    <a:pt x="2291208" y="181501"/>
                  </a:lnTo>
                  <a:lnTo>
                    <a:pt x="2300951" y="194123"/>
                  </a:lnTo>
                  <a:lnTo>
                    <a:pt x="2310695" y="216517"/>
                  </a:lnTo>
                  <a:lnTo>
                    <a:pt x="2320454" y="225875"/>
                  </a:lnTo>
                  <a:lnTo>
                    <a:pt x="2330198" y="241304"/>
                  </a:lnTo>
                  <a:lnTo>
                    <a:pt x="2339957" y="264561"/>
                  </a:lnTo>
                  <a:lnTo>
                    <a:pt x="2349701" y="255696"/>
                  </a:lnTo>
                  <a:lnTo>
                    <a:pt x="2359445" y="295022"/>
                  </a:lnTo>
                  <a:lnTo>
                    <a:pt x="2369204" y="301193"/>
                  </a:lnTo>
                  <a:lnTo>
                    <a:pt x="2378948" y="302774"/>
                  </a:lnTo>
                  <a:lnTo>
                    <a:pt x="2388692" y="307667"/>
                  </a:lnTo>
                  <a:lnTo>
                    <a:pt x="2398450" y="334452"/>
                  </a:lnTo>
                  <a:lnTo>
                    <a:pt x="2408194" y="341695"/>
                  </a:lnTo>
                  <a:lnTo>
                    <a:pt x="2417953" y="350943"/>
                  </a:lnTo>
                  <a:lnTo>
                    <a:pt x="2427697" y="376131"/>
                  </a:lnTo>
                  <a:lnTo>
                    <a:pt x="2437441" y="348903"/>
                  </a:lnTo>
                  <a:lnTo>
                    <a:pt x="2447200" y="365052"/>
                  </a:lnTo>
                  <a:lnTo>
                    <a:pt x="2456944" y="312493"/>
                  </a:lnTo>
                  <a:lnTo>
                    <a:pt x="2466703" y="327133"/>
                  </a:lnTo>
                  <a:lnTo>
                    <a:pt x="2476446" y="324071"/>
                  </a:lnTo>
                  <a:lnTo>
                    <a:pt x="2486190" y="330287"/>
                  </a:lnTo>
                  <a:lnTo>
                    <a:pt x="2495949" y="354228"/>
                  </a:lnTo>
                  <a:lnTo>
                    <a:pt x="2505693" y="333022"/>
                  </a:lnTo>
                  <a:lnTo>
                    <a:pt x="2515452" y="366411"/>
                  </a:lnTo>
                  <a:lnTo>
                    <a:pt x="2525196" y="387360"/>
                  </a:lnTo>
                  <a:lnTo>
                    <a:pt x="2534940" y="371962"/>
                  </a:lnTo>
                  <a:lnTo>
                    <a:pt x="2544699" y="344275"/>
                  </a:lnTo>
                  <a:lnTo>
                    <a:pt x="2554443" y="365177"/>
                  </a:lnTo>
                  <a:lnTo>
                    <a:pt x="2564202" y="374605"/>
                  </a:lnTo>
                  <a:lnTo>
                    <a:pt x="2573946" y="400725"/>
                  </a:lnTo>
                  <a:lnTo>
                    <a:pt x="2583690" y="411288"/>
                  </a:lnTo>
                  <a:lnTo>
                    <a:pt x="2593448" y="389042"/>
                  </a:lnTo>
                  <a:lnTo>
                    <a:pt x="2603192" y="380931"/>
                  </a:lnTo>
                  <a:lnTo>
                    <a:pt x="2612951" y="359021"/>
                  </a:lnTo>
                  <a:lnTo>
                    <a:pt x="2622695" y="345116"/>
                  </a:lnTo>
                  <a:lnTo>
                    <a:pt x="2632439" y="335842"/>
                  </a:lnTo>
                  <a:lnTo>
                    <a:pt x="2642198" y="366986"/>
                  </a:lnTo>
                  <a:lnTo>
                    <a:pt x="2651942" y="394233"/>
                  </a:lnTo>
                  <a:lnTo>
                    <a:pt x="2661685" y="403849"/>
                  </a:lnTo>
                  <a:lnTo>
                    <a:pt x="2671444" y="396301"/>
                  </a:lnTo>
                  <a:lnTo>
                    <a:pt x="2681188" y="404250"/>
                  </a:lnTo>
                  <a:lnTo>
                    <a:pt x="2690947" y="407212"/>
                  </a:lnTo>
                  <a:lnTo>
                    <a:pt x="2700691" y="404028"/>
                  </a:lnTo>
                  <a:lnTo>
                    <a:pt x="2710435" y="412516"/>
                  </a:lnTo>
                  <a:lnTo>
                    <a:pt x="2720194" y="424074"/>
                  </a:lnTo>
                  <a:lnTo>
                    <a:pt x="2729938" y="411511"/>
                  </a:lnTo>
                  <a:lnTo>
                    <a:pt x="2739697" y="412256"/>
                  </a:lnTo>
                  <a:lnTo>
                    <a:pt x="2749441" y="412414"/>
                  </a:lnTo>
                  <a:lnTo>
                    <a:pt x="2759185" y="381847"/>
                  </a:lnTo>
                  <a:lnTo>
                    <a:pt x="2768943" y="405088"/>
                  </a:lnTo>
                  <a:lnTo>
                    <a:pt x="2778687" y="373702"/>
                  </a:lnTo>
                  <a:lnTo>
                    <a:pt x="2788446" y="383339"/>
                  </a:lnTo>
                  <a:lnTo>
                    <a:pt x="2798190" y="360332"/>
                  </a:lnTo>
                  <a:lnTo>
                    <a:pt x="2807934" y="371458"/>
                  </a:lnTo>
                  <a:lnTo>
                    <a:pt x="2817693" y="359435"/>
                  </a:lnTo>
                  <a:lnTo>
                    <a:pt x="2827437" y="320935"/>
                  </a:lnTo>
                  <a:lnTo>
                    <a:pt x="2837196" y="309622"/>
                  </a:lnTo>
                  <a:lnTo>
                    <a:pt x="2846940" y="275783"/>
                  </a:lnTo>
                  <a:lnTo>
                    <a:pt x="2856684" y="254309"/>
                  </a:lnTo>
                  <a:lnTo>
                    <a:pt x="2866442" y="216654"/>
                  </a:lnTo>
                  <a:lnTo>
                    <a:pt x="2876186" y="204602"/>
                  </a:lnTo>
                  <a:lnTo>
                    <a:pt x="2885945" y="199652"/>
                  </a:lnTo>
                  <a:lnTo>
                    <a:pt x="2895689" y="166547"/>
                  </a:lnTo>
                  <a:lnTo>
                    <a:pt x="2905433" y="146247"/>
                  </a:lnTo>
                  <a:lnTo>
                    <a:pt x="2915192" y="21192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0" name="Freeform 979">
              <a:extLst>
                <a:ext uri="{FF2B5EF4-FFF2-40B4-BE49-F238E27FC236}">
                  <a16:creationId xmlns:a16="http://schemas.microsoft.com/office/drawing/2014/main" id="{7A7BDF5B-3059-1A2E-9EBC-132A6B96501F}"/>
                </a:ext>
              </a:extLst>
            </p:cNvPr>
            <p:cNvSpPr/>
            <p:nvPr/>
          </p:nvSpPr>
          <p:spPr>
            <a:xfrm>
              <a:off x="4426652" y="3456587"/>
              <a:ext cx="2915191" cy="344232"/>
            </a:xfrm>
            <a:custGeom>
              <a:avLst/>
              <a:gdLst>
                <a:gd name="connsiteX0" fmla="*/ 0 w 2915191"/>
                <a:gd name="connsiteY0" fmla="*/ 152151 h 344232"/>
                <a:gd name="connsiteX1" fmla="*/ 9750 w 2915191"/>
                <a:gd name="connsiteY1" fmla="*/ 146389 h 344232"/>
                <a:gd name="connsiteX2" fmla="*/ 19500 w 2915191"/>
                <a:gd name="connsiteY2" fmla="*/ 190738 h 344232"/>
                <a:gd name="connsiteX3" fmla="*/ 29250 w 2915191"/>
                <a:gd name="connsiteY3" fmla="*/ 207930 h 344232"/>
                <a:gd name="connsiteX4" fmla="*/ 39000 w 2915191"/>
                <a:gd name="connsiteY4" fmla="*/ 199484 h 344232"/>
                <a:gd name="connsiteX5" fmla="*/ 48749 w 2915191"/>
                <a:gd name="connsiteY5" fmla="*/ 181160 h 344232"/>
                <a:gd name="connsiteX6" fmla="*/ 58499 w 2915191"/>
                <a:gd name="connsiteY6" fmla="*/ 207090 h 344232"/>
                <a:gd name="connsiteX7" fmla="*/ 68249 w 2915191"/>
                <a:gd name="connsiteY7" fmla="*/ 182332 h 344232"/>
                <a:gd name="connsiteX8" fmla="*/ 77998 w 2915191"/>
                <a:gd name="connsiteY8" fmla="*/ 216826 h 344232"/>
                <a:gd name="connsiteX9" fmla="*/ 87748 w 2915191"/>
                <a:gd name="connsiteY9" fmla="*/ 239252 h 344232"/>
                <a:gd name="connsiteX10" fmla="*/ 97497 w 2915191"/>
                <a:gd name="connsiteY10" fmla="*/ 230659 h 344232"/>
                <a:gd name="connsiteX11" fmla="*/ 107247 w 2915191"/>
                <a:gd name="connsiteY11" fmla="*/ 254840 h 344232"/>
                <a:gd name="connsiteX12" fmla="*/ 116997 w 2915191"/>
                <a:gd name="connsiteY12" fmla="*/ 262422 h 344232"/>
                <a:gd name="connsiteX13" fmla="*/ 126747 w 2915191"/>
                <a:gd name="connsiteY13" fmla="*/ 262760 h 344232"/>
                <a:gd name="connsiteX14" fmla="*/ 136497 w 2915191"/>
                <a:gd name="connsiteY14" fmla="*/ 225949 h 344232"/>
                <a:gd name="connsiteX15" fmla="*/ 146247 w 2915191"/>
                <a:gd name="connsiteY15" fmla="*/ 190953 h 344232"/>
                <a:gd name="connsiteX16" fmla="*/ 155997 w 2915191"/>
                <a:gd name="connsiteY16" fmla="*/ 159684 h 344232"/>
                <a:gd name="connsiteX17" fmla="*/ 165747 w 2915191"/>
                <a:gd name="connsiteY17" fmla="*/ 111063 h 344232"/>
                <a:gd name="connsiteX18" fmla="*/ 175497 w 2915191"/>
                <a:gd name="connsiteY18" fmla="*/ 105647 h 344232"/>
                <a:gd name="connsiteX19" fmla="*/ 185247 w 2915191"/>
                <a:gd name="connsiteY19" fmla="*/ 98208 h 344232"/>
                <a:gd name="connsiteX20" fmla="*/ 194996 w 2915191"/>
                <a:gd name="connsiteY20" fmla="*/ 80212 h 344232"/>
                <a:gd name="connsiteX21" fmla="*/ 204746 w 2915191"/>
                <a:gd name="connsiteY21" fmla="*/ 75928 h 344232"/>
                <a:gd name="connsiteX22" fmla="*/ 214495 w 2915191"/>
                <a:gd name="connsiteY22" fmla="*/ 52713 h 344232"/>
                <a:gd name="connsiteX23" fmla="*/ 224245 w 2915191"/>
                <a:gd name="connsiteY23" fmla="*/ 70661 h 344232"/>
                <a:gd name="connsiteX24" fmla="*/ 233995 w 2915191"/>
                <a:gd name="connsiteY24" fmla="*/ 129663 h 344232"/>
                <a:gd name="connsiteX25" fmla="*/ 243744 w 2915191"/>
                <a:gd name="connsiteY25" fmla="*/ 143030 h 344232"/>
                <a:gd name="connsiteX26" fmla="*/ 253494 w 2915191"/>
                <a:gd name="connsiteY26" fmla="*/ 149748 h 344232"/>
                <a:gd name="connsiteX27" fmla="*/ 263244 w 2915191"/>
                <a:gd name="connsiteY27" fmla="*/ 162946 h 344232"/>
                <a:gd name="connsiteX28" fmla="*/ 272994 w 2915191"/>
                <a:gd name="connsiteY28" fmla="*/ 189368 h 344232"/>
                <a:gd name="connsiteX29" fmla="*/ 282744 w 2915191"/>
                <a:gd name="connsiteY29" fmla="*/ 194330 h 344232"/>
                <a:gd name="connsiteX30" fmla="*/ 292494 w 2915191"/>
                <a:gd name="connsiteY30" fmla="*/ 207459 h 344232"/>
                <a:gd name="connsiteX31" fmla="*/ 302244 w 2915191"/>
                <a:gd name="connsiteY31" fmla="*/ 228948 h 344232"/>
                <a:gd name="connsiteX32" fmla="*/ 311994 w 2915191"/>
                <a:gd name="connsiteY32" fmla="*/ 228585 h 344232"/>
                <a:gd name="connsiteX33" fmla="*/ 321744 w 2915191"/>
                <a:gd name="connsiteY33" fmla="*/ 224622 h 344232"/>
                <a:gd name="connsiteX34" fmla="*/ 331493 w 2915191"/>
                <a:gd name="connsiteY34" fmla="*/ 244583 h 344232"/>
                <a:gd name="connsiteX35" fmla="*/ 341243 w 2915191"/>
                <a:gd name="connsiteY35" fmla="*/ 200284 h 344232"/>
                <a:gd name="connsiteX36" fmla="*/ 350993 w 2915191"/>
                <a:gd name="connsiteY36" fmla="*/ 181966 h 344232"/>
                <a:gd name="connsiteX37" fmla="*/ 360742 w 2915191"/>
                <a:gd name="connsiteY37" fmla="*/ 158925 h 344232"/>
                <a:gd name="connsiteX38" fmla="*/ 370492 w 2915191"/>
                <a:gd name="connsiteY38" fmla="*/ 165528 h 344232"/>
                <a:gd name="connsiteX39" fmla="*/ 380241 w 2915191"/>
                <a:gd name="connsiteY39" fmla="*/ 181815 h 344232"/>
                <a:gd name="connsiteX40" fmla="*/ 389991 w 2915191"/>
                <a:gd name="connsiteY40" fmla="*/ 177758 h 344232"/>
                <a:gd name="connsiteX41" fmla="*/ 399741 w 2915191"/>
                <a:gd name="connsiteY41" fmla="*/ 196527 h 344232"/>
                <a:gd name="connsiteX42" fmla="*/ 409491 w 2915191"/>
                <a:gd name="connsiteY42" fmla="*/ 223695 h 344232"/>
                <a:gd name="connsiteX43" fmla="*/ 419241 w 2915191"/>
                <a:gd name="connsiteY43" fmla="*/ 224280 h 344232"/>
                <a:gd name="connsiteX44" fmla="*/ 428991 w 2915191"/>
                <a:gd name="connsiteY44" fmla="*/ 246072 h 344232"/>
                <a:gd name="connsiteX45" fmla="*/ 438741 w 2915191"/>
                <a:gd name="connsiteY45" fmla="*/ 242636 h 344232"/>
                <a:gd name="connsiteX46" fmla="*/ 448491 w 2915191"/>
                <a:gd name="connsiteY46" fmla="*/ 177886 h 344232"/>
                <a:gd name="connsiteX47" fmla="*/ 458241 w 2915191"/>
                <a:gd name="connsiteY47" fmla="*/ 217296 h 344232"/>
                <a:gd name="connsiteX48" fmla="*/ 467991 w 2915191"/>
                <a:gd name="connsiteY48" fmla="*/ 211190 h 344232"/>
                <a:gd name="connsiteX49" fmla="*/ 477740 w 2915191"/>
                <a:gd name="connsiteY49" fmla="*/ 231134 h 344232"/>
                <a:gd name="connsiteX50" fmla="*/ 487490 w 2915191"/>
                <a:gd name="connsiteY50" fmla="*/ 218961 h 344232"/>
                <a:gd name="connsiteX51" fmla="*/ 497239 w 2915191"/>
                <a:gd name="connsiteY51" fmla="*/ 222501 h 344232"/>
                <a:gd name="connsiteX52" fmla="*/ 506989 w 2915191"/>
                <a:gd name="connsiteY52" fmla="*/ 208237 h 344232"/>
                <a:gd name="connsiteX53" fmla="*/ 516738 w 2915191"/>
                <a:gd name="connsiteY53" fmla="*/ 202821 h 344232"/>
                <a:gd name="connsiteX54" fmla="*/ 526488 w 2915191"/>
                <a:gd name="connsiteY54" fmla="*/ 172095 h 344232"/>
                <a:gd name="connsiteX55" fmla="*/ 536238 w 2915191"/>
                <a:gd name="connsiteY55" fmla="*/ 168601 h 344232"/>
                <a:gd name="connsiteX56" fmla="*/ 545988 w 2915191"/>
                <a:gd name="connsiteY56" fmla="*/ 150668 h 344232"/>
                <a:gd name="connsiteX57" fmla="*/ 555738 w 2915191"/>
                <a:gd name="connsiteY57" fmla="*/ 121406 h 344232"/>
                <a:gd name="connsiteX58" fmla="*/ 565488 w 2915191"/>
                <a:gd name="connsiteY58" fmla="*/ 130980 h 344232"/>
                <a:gd name="connsiteX59" fmla="*/ 575238 w 2915191"/>
                <a:gd name="connsiteY59" fmla="*/ 129387 h 344232"/>
                <a:gd name="connsiteX60" fmla="*/ 584988 w 2915191"/>
                <a:gd name="connsiteY60" fmla="*/ 107822 h 344232"/>
                <a:gd name="connsiteX61" fmla="*/ 594738 w 2915191"/>
                <a:gd name="connsiteY61" fmla="*/ 107846 h 344232"/>
                <a:gd name="connsiteX62" fmla="*/ 604488 w 2915191"/>
                <a:gd name="connsiteY62" fmla="*/ 91757 h 344232"/>
                <a:gd name="connsiteX63" fmla="*/ 614237 w 2915191"/>
                <a:gd name="connsiteY63" fmla="*/ 91937 h 344232"/>
                <a:gd name="connsiteX64" fmla="*/ 623987 w 2915191"/>
                <a:gd name="connsiteY64" fmla="*/ 125010 h 344232"/>
                <a:gd name="connsiteX65" fmla="*/ 633736 w 2915191"/>
                <a:gd name="connsiteY65" fmla="*/ 155392 h 344232"/>
                <a:gd name="connsiteX66" fmla="*/ 643486 w 2915191"/>
                <a:gd name="connsiteY66" fmla="*/ 181276 h 344232"/>
                <a:gd name="connsiteX67" fmla="*/ 653236 w 2915191"/>
                <a:gd name="connsiteY67" fmla="*/ 211819 h 344232"/>
                <a:gd name="connsiteX68" fmla="*/ 662985 w 2915191"/>
                <a:gd name="connsiteY68" fmla="*/ 210031 h 344232"/>
                <a:gd name="connsiteX69" fmla="*/ 672735 w 2915191"/>
                <a:gd name="connsiteY69" fmla="*/ 201652 h 344232"/>
                <a:gd name="connsiteX70" fmla="*/ 682485 w 2915191"/>
                <a:gd name="connsiteY70" fmla="*/ 180023 h 344232"/>
                <a:gd name="connsiteX71" fmla="*/ 692235 w 2915191"/>
                <a:gd name="connsiteY71" fmla="*/ 175708 h 344232"/>
                <a:gd name="connsiteX72" fmla="*/ 701985 w 2915191"/>
                <a:gd name="connsiteY72" fmla="*/ 187396 h 344232"/>
                <a:gd name="connsiteX73" fmla="*/ 711735 w 2915191"/>
                <a:gd name="connsiteY73" fmla="*/ 170167 h 344232"/>
                <a:gd name="connsiteX74" fmla="*/ 721485 w 2915191"/>
                <a:gd name="connsiteY74" fmla="*/ 187717 h 344232"/>
                <a:gd name="connsiteX75" fmla="*/ 731235 w 2915191"/>
                <a:gd name="connsiteY75" fmla="*/ 194563 h 344232"/>
                <a:gd name="connsiteX76" fmla="*/ 740985 w 2915191"/>
                <a:gd name="connsiteY76" fmla="*/ 196653 h 344232"/>
                <a:gd name="connsiteX77" fmla="*/ 750734 w 2915191"/>
                <a:gd name="connsiteY77" fmla="*/ 150515 h 344232"/>
                <a:gd name="connsiteX78" fmla="*/ 760484 w 2915191"/>
                <a:gd name="connsiteY78" fmla="*/ 153536 h 344232"/>
                <a:gd name="connsiteX79" fmla="*/ 770233 w 2915191"/>
                <a:gd name="connsiteY79" fmla="*/ 157856 h 344232"/>
                <a:gd name="connsiteX80" fmla="*/ 779983 w 2915191"/>
                <a:gd name="connsiteY80" fmla="*/ 160367 h 344232"/>
                <a:gd name="connsiteX81" fmla="*/ 789733 w 2915191"/>
                <a:gd name="connsiteY81" fmla="*/ 178095 h 344232"/>
                <a:gd name="connsiteX82" fmla="*/ 799482 w 2915191"/>
                <a:gd name="connsiteY82" fmla="*/ 170458 h 344232"/>
                <a:gd name="connsiteX83" fmla="*/ 809232 w 2915191"/>
                <a:gd name="connsiteY83" fmla="*/ 192259 h 344232"/>
                <a:gd name="connsiteX84" fmla="*/ 818982 w 2915191"/>
                <a:gd name="connsiteY84" fmla="*/ 187003 h 344232"/>
                <a:gd name="connsiteX85" fmla="*/ 828732 w 2915191"/>
                <a:gd name="connsiteY85" fmla="*/ 228504 h 344232"/>
                <a:gd name="connsiteX86" fmla="*/ 838482 w 2915191"/>
                <a:gd name="connsiteY86" fmla="*/ 237284 h 344232"/>
                <a:gd name="connsiteX87" fmla="*/ 848232 w 2915191"/>
                <a:gd name="connsiteY87" fmla="*/ 240933 h 344232"/>
                <a:gd name="connsiteX88" fmla="*/ 857982 w 2915191"/>
                <a:gd name="connsiteY88" fmla="*/ 254121 h 344232"/>
                <a:gd name="connsiteX89" fmla="*/ 867732 w 2915191"/>
                <a:gd name="connsiteY89" fmla="*/ 265892 h 344232"/>
                <a:gd name="connsiteX90" fmla="*/ 877482 w 2915191"/>
                <a:gd name="connsiteY90" fmla="*/ 264645 h 344232"/>
                <a:gd name="connsiteX91" fmla="*/ 887231 w 2915191"/>
                <a:gd name="connsiteY91" fmla="*/ 280469 h 344232"/>
                <a:gd name="connsiteX92" fmla="*/ 896981 w 2915191"/>
                <a:gd name="connsiteY92" fmla="*/ 289185 h 344232"/>
                <a:gd name="connsiteX93" fmla="*/ 906730 w 2915191"/>
                <a:gd name="connsiteY93" fmla="*/ 299686 h 344232"/>
                <a:gd name="connsiteX94" fmla="*/ 916480 w 2915191"/>
                <a:gd name="connsiteY94" fmla="*/ 310314 h 344232"/>
                <a:gd name="connsiteX95" fmla="*/ 926230 w 2915191"/>
                <a:gd name="connsiteY95" fmla="*/ 283178 h 344232"/>
                <a:gd name="connsiteX96" fmla="*/ 935979 w 2915191"/>
                <a:gd name="connsiteY96" fmla="*/ 260716 h 344232"/>
                <a:gd name="connsiteX97" fmla="*/ 945729 w 2915191"/>
                <a:gd name="connsiteY97" fmla="*/ 273471 h 344232"/>
                <a:gd name="connsiteX98" fmla="*/ 955479 w 2915191"/>
                <a:gd name="connsiteY98" fmla="*/ 274545 h 344232"/>
                <a:gd name="connsiteX99" fmla="*/ 965229 w 2915191"/>
                <a:gd name="connsiteY99" fmla="*/ 261711 h 344232"/>
                <a:gd name="connsiteX100" fmla="*/ 974979 w 2915191"/>
                <a:gd name="connsiteY100" fmla="*/ 254670 h 344232"/>
                <a:gd name="connsiteX101" fmla="*/ 984729 w 2915191"/>
                <a:gd name="connsiteY101" fmla="*/ 249090 h 344232"/>
                <a:gd name="connsiteX102" fmla="*/ 994474 w 2915191"/>
                <a:gd name="connsiteY102" fmla="*/ 279788 h 344232"/>
                <a:gd name="connsiteX103" fmla="*/ 1004233 w 2915191"/>
                <a:gd name="connsiteY103" fmla="*/ 275427 h 344232"/>
                <a:gd name="connsiteX104" fmla="*/ 1013977 w 2915191"/>
                <a:gd name="connsiteY104" fmla="*/ 303336 h 344232"/>
                <a:gd name="connsiteX105" fmla="*/ 1023721 w 2915191"/>
                <a:gd name="connsiteY105" fmla="*/ 272566 h 344232"/>
                <a:gd name="connsiteX106" fmla="*/ 1033480 w 2915191"/>
                <a:gd name="connsiteY106" fmla="*/ 267778 h 344232"/>
                <a:gd name="connsiteX107" fmla="*/ 1043224 w 2915191"/>
                <a:gd name="connsiteY107" fmla="*/ 235542 h 344232"/>
                <a:gd name="connsiteX108" fmla="*/ 1052983 w 2915191"/>
                <a:gd name="connsiteY108" fmla="*/ 247545 h 344232"/>
                <a:gd name="connsiteX109" fmla="*/ 1062727 w 2915191"/>
                <a:gd name="connsiteY109" fmla="*/ 223808 h 344232"/>
                <a:gd name="connsiteX110" fmla="*/ 1072471 w 2915191"/>
                <a:gd name="connsiteY110" fmla="*/ 226953 h 344232"/>
                <a:gd name="connsiteX111" fmla="*/ 1082230 w 2915191"/>
                <a:gd name="connsiteY111" fmla="*/ 252562 h 344232"/>
                <a:gd name="connsiteX112" fmla="*/ 1091973 w 2915191"/>
                <a:gd name="connsiteY112" fmla="*/ 240392 h 344232"/>
                <a:gd name="connsiteX113" fmla="*/ 1101732 w 2915191"/>
                <a:gd name="connsiteY113" fmla="*/ 251945 h 344232"/>
                <a:gd name="connsiteX114" fmla="*/ 1111476 w 2915191"/>
                <a:gd name="connsiteY114" fmla="*/ 250795 h 344232"/>
                <a:gd name="connsiteX115" fmla="*/ 1121220 w 2915191"/>
                <a:gd name="connsiteY115" fmla="*/ 269220 h 344232"/>
                <a:gd name="connsiteX116" fmla="*/ 1130979 w 2915191"/>
                <a:gd name="connsiteY116" fmla="*/ 269608 h 344232"/>
                <a:gd name="connsiteX117" fmla="*/ 1140723 w 2915191"/>
                <a:gd name="connsiteY117" fmla="*/ 290670 h 344232"/>
                <a:gd name="connsiteX118" fmla="*/ 1150482 w 2915191"/>
                <a:gd name="connsiteY118" fmla="*/ 288827 h 344232"/>
                <a:gd name="connsiteX119" fmla="*/ 1160226 w 2915191"/>
                <a:gd name="connsiteY119" fmla="*/ 317061 h 344232"/>
                <a:gd name="connsiteX120" fmla="*/ 1169969 w 2915191"/>
                <a:gd name="connsiteY120" fmla="*/ 290666 h 344232"/>
                <a:gd name="connsiteX121" fmla="*/ 1179728 w 2915191"/>
                <a:gd name="connsiteY121" fmla="*/ 288741 h 344232"/>
                <a:gd name="connsiteX122" fmla="*/ 1189472 w 2915191"/>
                <a:gd name="connsiteY122" fmla="*/ 274564 h 344232"/>
                <a:gd name="connsiteX123" fmla="*/ 1199231 w 2915191"/>
                <a:gd name="connsiteY123" fmla="*/ 277829 h 344232"/>
                <a:gd name="connsiteX124" fmla="*/ 1208975 w 2915191"/>
                <a:gd name="connsiteY124" fmla="*/ 267307 h 344232"/>
                <a:gd name="connsiteX125" fmla="*/ 1218719 w 2915191"/>
                <a:gd name="connsiteY125" fmla="*/ 256934 h 344232"/>
                <a:gd name="connsiteX126" fmla="*/ 1228478 w 2915191"/>
                <a:gd name="connsiteY126" fmla="*/ 266506 h 344232"/>
                <a:gd name="connsiteX127" fmla="*/ 1238222 w 2915191"/>
                <a:gd name="connsiteY127" fmla="*/ 292187 h 344232"/>
                <a:gd name="connsiteX128" fmla="*/ 1247966 w 2915191"/>
                <a:gd name="connsiteY128" fmla="*/ 265178 h 344232"/>
                <a:gd name="connsiteX129" fmla="*/ 1257725 w 2915191"/>
                <a:gd name="connsiteY129" fmla="*/ 249385 h 344232"/>
                <a:gd name="connsiteX130" fmla="*/ 1267469 w 2915191"/>
                <a:gd name="connsiteY130" fmla="*/ 229054 h 344232"/>
                <a:gd name="connsiteX131" fmla="*/ 1277227 w 2915191"/>
                <a:gd name="connsiteY131" fmla="*/ 226651 h 344232"/>
                <a:gd name="connsiteX132" fmla="*/ 1286971 w 2915191"/>
                <a:gd name="connsiteY132" fmla="*/ 144986 h 344232"/>
                <a:gd name="connsiteX133" fmla="*/ 1296715 w 2915191"/>
                <a:gd name="connsiteY133" fmla="*/ 133829 h 344232"/>
                <a:gd name="connsiteX134" fmla="*/ 1306474 w 2915191"/>
                <a:gd name="connsiteY134" fmla="*/ 109986 h 344232"/>
                <a:gd name="connsiteX135" fmla="*/ 1316218 w 2915191"/>
                <a:gd name="connsiteY135" fmla="*/ 128061 h 344232"/>
                <a:gd name="connsiteX136" fmla="*/ 1325977 w 2915191"/>
                <a:gd name="connsiteY136" fmla="*/ 120484 h 344232"/>
                <a:gd name="connsiteX137" fmla="*/ 1335721 w 2915191"/>
                <a:gd name="connsiteY137" fmla="*/ 115388 h 344232"/>
                <a:gd name="connsiteX138" fmla="*/ 1345465 w 2915191"/>
                <a:gd name="connsiteY138" fmla="*/ 126053 h 344232"/>
                <a:gd name="connsiteX139" fmla="*/ 1355224 w 2915191"/>
                <a:gd name="connsiteY139" fmla="*/ 123833 h 344232"/>
                <a:gd name="connsiteX140" fmla="*/ 1364967 w 2915191"/>
                <a:gd name="connsiteY140" fmla="*/ 108359 h 344232"/>
                <a:gd name="connsiteX141" fmla="*/ 1374726 w 2915191"/>
                <a:gd name="connsiteY141" fmla="*/ 115999 h 344232"/>
                <a:gd name="connsiteX142" fmla="*/ 1384470 w 2915191"/>
                <a:gd name="connsiteY142" fmla="*/ 131136 h 344232"/>
                <a:gd name="connsiteX143" fmla="*/ 1394214 w 2915191"/>
                <a:gd name="connsiteY143" fmla="*/ 148476 h 344232"/>
                <a:gd name="connsiteX144" fmla="*/ 1403973 w 2915191"/>
                <a:gd name="connsiteY144" fmla="*/ 114585 h 344232"/>
                <a:gd name="connsiteX145" fmla="*/ 1413717 w 2915191"/>
                <a:gd name="connsiteY145" fmla="*/ 118794 h 344232"/>
                <a:gd name="connsiteX146" fmla="*/ 1423476 w 2915191"/>
                <a:gd name="connsiteY146" fmla="*/ 126643 h 344232"/>
                <a:gd name="connsiteX147" fmla="*/ 1433220 w 2915191"/>
                <a:gd name="connsiteY147" fmla="*/ 114564 h 344232"/>
                <a:gd name="connsiteX148" fmla="*/ 1442964 w 2915191"/>
                <a:gd name="connsiteY148" fmla="*/ 88984 h 344232"/>
                <a:gd name="connsiteX149" fmla="*/ 1452722 w 2915191"/>
                <a:gd name="connsiteY149" fmla="*/ 82719 h 344232"/>
                <a:gd name="connsiteX150" fmla="*/ 1462466 w 2915191"/>
                <a:gd name="connsiteY150" fmla="*/ 69122 h 344232"/>
                <a:gd name="connsiteX151" fmla="*/ 1472225 w 2915191"/>
                <a:gd name="connsiteY151" fmla="*/ 37273 h 344232"/>
                <a:gd name="connsiteX152" fmla="*/ 1481969 w 2915191"/>
                <a:gd name="connsiteY152" fmla="*/ 39388 h 344232"/>
                <a:gd name="connsiteX153" fmla="*/ 1491713 w 2915191"/>
                <a:gd name="connsiteY153" fmla="*/ 37158 h 344232"/>
                <a:gd name="connsiteX154" fmla="*/ 1501472 w 2915191"/>
                <a:gd name="connsiteY154" fmla="*/ 0 h 344232"/>
                <a:gd name="connsiteX155" fmla="*/ 1511216 w 2915191"/>
                <a:gd name="connsiteY155" fmla="*/ 17843 h 344232"/>
                <a:gd name="connsiteX156" fmla="*/ 1520960 w 2915191"/>
                <a:gd name="connsiteY156" fmla="*/ 12013 h 344232"/>
                <a:gd name="connsiteX157" fmla="*/ 1530719 w 2915191"/>
                <a:gd name="connsiteY157" fmla="*/ 25273 h 344232"/>
                <a:gd name="connsiteX158" fmla="*/ 1540463 w 2915191"/>
                <a:gd name="connsiteY158" fmla="*/ 10312 h 344232"/>
                <a:gd name="connsiteX159" fmla="*/ 1550221 w 2915191"/>
                <a:gd name="connsiteY159" fmla="*/ 32030 h 344232"/>
                <a:gd name="connsiteX160" fmla="*/ 1559965 w 2915191"/>
                <a:gd name="connsiteY160" fmla="*/ 28979 h 344232"/>
                <a:gd name="connsiteX161" fmla="*/ 1569709 w 2915191"/>
                <a:gd name="connsiteY161" fmla="*/ 47359 h 344232"/>
                <a:gd name="connsiteX162" fmla="*/ 1579468 w 2915191"/>
                <a:gd name="connsiteY162" fmla="*/ 63274 h 344232"/>
                <a:gd name="connsiteX163" fmla="*/ 1589212 w 2915191"/>
                <a:gd name="connsiteY163" fmla="*/ 76101 h 344232"/>
                <a:gd name="connsiteX164" fmla="*/ 1598971 w 2915191"/>
                <a:gd name="connsiteY164" fmla="*/ 104084 h 344232"/>
                <a:gd name="connsiteX165" fmla="*/ 1608715 w 2915191"/>
                <a:gd name="connsiteY165" fmla="*/ 114460 h 344232"/>
                <a:gd name="connsiteX166" fmla="*/ 1618459 w 2915191"/>
                <a:gd name="connsiteY166" fmla="*/ 155972 h 344232"/>
                <a:gd name="connsiteX167" fmla="*/ 1628218 w 2915191"/>
                <a:gd name="connsiteY167" fmla="*/ 117093 h 344232"/>
                <a:gd name="connsiteX168" fmla="*/ 1637962 w 2915191"/>
                <a:gd name="connsiteY168" fmla="*/ 146493 h 344232"/>
                <a:gd name="connsiteX169" fmla="*/ 1647720 w 2915191"/>
                <a:gd name="connsiteY169" fmla="*/ 151652 h 344232"/>
                <a:gd name="connsiteX170" fmla="*/ 1657464 w 2915191"/>
                <a:gd name="connsiteY170" fmla="*/ 162751 h 344232"/>
                <a:gd name="connsiteX171" fmla="*/ 1667208 w 2915191"/>
                <a:gd name="connsiteY171" fmla="*/ 180386 h 344232"/>
                <a:gd name="connsiteX172" fmla="*/ 1676967 w 2915191"/>
                <a:gd name="connsiteY172" fmla="*/ 199651 h 344232"/>
                <a:gd name="connsiteX173" fmla="*/ 1686711 w 2915191"/>
                <a:gd name="connsiteY173" fmla="*/ 181270 h 344232"/>
                <a:gd name="connsiteX174" fmla="*/ 1696470 w 2915191"/>
                <a:gd name="connsiteY174" fmla="*/ 175517 h 344232"/>
                <a:gd name="connsiteX175" fmla="*/ 1706214 w 2915191"/>
                <a:gd name="connsiteY175" fmla="*/ 179881 h 344232"/>
                <a:gd name="connsiteX176" fmla="*/ 1715958 w 2915191"/>
                <a:gd name="connsiteY176" fmla="*/ 203663 h 344232"/>
                <a:gd name="connsiteX177" fmla="*/ 1725716 w 2915191"/>
                <a:gd name="connsiteY177" fmla="*/ 194092 h 344232"/>
                <a:gd name="connsiteX178" fmla="*/ 1735460 w 2915191"/>
                <a:gd name="connsiteY178" fmla="*/ 201829 h 344232"/>
                <a:gd name="connsiteX179" fmla="*/ 1745219 w 2915191"/>
                <a:gd name="connsiteY179" fmla="*/ 183980 h 344232"/>
                <a:gd name="connsiteX180" fmla="*/ 1754963 w 2915191"/>
                <a:gd name="connsiteY180" fmla="*/ 222494 h 344232"/>
                <a:gd name="connsiteX181" fmla="*/ 1764707 w 2915191"/>
                <a:gd name="connsiteY181" fmla="*/ 246794 h 344232"/>
                <a:gd name="connsiteX182" fmla="*/ 1774466 w 2915191"/>
                <a:gd name="connsiteY182" fmla="*/ 227591 h 344232"/>
                <a:gd name="connsiteX183" fmla="*/ 1784210 w 2915191"/>
                <a:gd name="connsiteY183" fmla="*/ 229397 h 344232"/>
                <a:gd name="connsiteX184" fmla="*/ 1793969 w 2915191"/>
                <a:gd name="connsiteY184" fmla="*/ 249773 h 344232"/>
                <a:gd name="connsiteX185" fmla="*/ 1803713 w 2915191"/>
                <a:gd name="connsiteY185" fmla="*/ 215246 h 344232"/>
                <a:gd name="connsiteX186" fmla="*/ 1813457 w 2915191"/>
                <a:gd name="connsiteY186" fmla="*/ 217530 h 344232"/>
                <a:gd name="connsiteX187" fmla="*/ 1823215 w 2915191"/>
                <a:gd name="connsiteY187" fmla="*/ 208902 h 344232"/>
                <a:gd name="connsiteX188" fmla="*/ 1832959 w 2915191"/>
                <a:gd name="connsiteY188" fmla="*/ 236760 h 344232"/>
                <a:gd name="connsiteX189" fmla="*/ 1842703 w 2915191"/>
                <a:gd name="connsiteY189" fmla="*/ 237205 h 344232"/>
                <a:gd name="connsiteX190" fmla="*/ 1852462 w 2915191"/>
                <a:gd name="connsiteY190" fmla="*/ 221479 h 344232"/>
                <a:gd name="connsiteX191" fmla="*/ 1862206 w 2915191"/>
                <a:gd name="connsiteY191" fmla="*/ 225624 h 344232"/>
                <a:gd name="connsiteX192" fmla="*/ 1871965 w 2915191"/>
                <a:gd name="connsiteY192" fmla="*/ 187271 h 344232"/>
                <a:gd name="connsiteX193" fmla="*/ 1881709 w 2915191"/>
                <a:gd name="connsiteY193" fmla="*/ 208644 h 344232"/>
                <a:gd name="connsiteX194" fmla="*/ 1891453 w 2915191"/>
                <a:gd name="connsiteY194" fmla="*/ 186178 h 344232"/>
                <a:gd name="connsiteX195" fmla="*/ 1901212 w 2915191"/>
                <a:gd name="connsiteY195" fmla="*/ 161657 h 344232"/>
                <a:gd name="connsiteX196" fmla="*/ 1910956 w 2915191"/>
                <a:gd name="connsiteY196" fmla="*/ 142160 h 344232"/>
                <a:gd name="connsiteX197" fmla="*/ 1920714 w 2915191"/>
                <a:gd name="connsiteY197" fmla="*/ 135144 h 344232"/>
                <a:gd name="connsiteX198" fmla="*/ 1930458 w 2915191"/>
                <a:gd name="connsiteY198" fmla="*/ 106590 h 344232"/>
                <a:gd name="connsiteX199" fmla="*/ 1940202 w 2915191"/>
                <a:gd name="connsiteY199" fmla="*/ 98315 h 344232"/>
                <a:gd name="connsiteX200" fmla="*/ 1949961 w 2915191"/>
                <a:gd name="connsiteY200" fmla="*/ 104783 h 344232"/>
                <a:gd name="connsiteX201" fmla="*/ 1959705 w 2915191"/>
                <a:gd name="connsiteY201" fmla="*/ 131615 h 344232"/>
                <a:gd name="connsiteX202" fmla="*/ 1969464 w 2915191"/>
                <a:gd name="connsiteY202" fmla="*/ 172709 h 344232"/>
                <a:gd name="connsiteX203" fmla="*/ 1979208 w 2915191"/>
                <a:gd name="connsiteY203" fmla="*/ 184934 h 344232"/>
                <a:gd name="connsiteX204" fmla="*/ 1988952 w 2915191"/>
                <a:gd name="connsiteY204" fmla="*/ 195101 h 344232"/>
                <a:gd name="connsiteX205" fmla="*/ 1998711 w 2915191"/>
                <a:gd name="connsiteY205" fmla="*/ 208394 h 344232"/>
                <a:gd name="connsiteX206" fmla="*/ 2008454 w 2915191"/>
                <a:gd name="connsiteY206" fmla="*/ 219392 h 344232"/>
                <a:gd name="connsiteX207" fmla="*/ 2018213 w 2915191"/>
                <a:gd name="connsiteY207" fmla="*/ 192030 h 344232"/>
                <a:gd name="connsiteX208" fmla="*/ 2027957 w 2915191"/>
                <a:gd name="connsiteY208" fmla="*/ 163431 h 344232"/>
                <a:gd name="connsiteX209" fmla="*/ 2037701 w 2915191"/>
                <a:gd name="connsiteY209" fmla="*/ 181830 h 344232"/>
                <a:gd name="connsiteX210" fmla="*/ 2047460 w 2915191"/>
                <a:gd name="connsiteY210" fmla="*/ 176426 h 344232"/>
                <a:gd name="connsiteX211" fmla="*/ 2057204 w 2915191"/>
                <a:gd name="connsiteY211" fmla="*/ 191611 h 344232"/>
                <a:gd name="connsiteX212" fmla="*/ 2066963 w 2915191"/>
                <a:gd name="connsiteY212" fmla="*/ 199707 h 344232"/>
                <a:gd name="connsiteX213" fmla="*/ 2076707 w 2915191"/>
                <a:gd name="connsiteY213" fmla="*/ 186786 h 344232"/>
                <a:gd name="connsiteX214" fmla="*/ 2086451 w 2915191"/>
                <a:gd name="connsiteY214" fmla="*/ 186124 h 344232"/>
                <a:gd name="connsiteX215" fmla="*/ 2096210 w 2915191"/>
                <a:gd name="connsiteY215" fmla="*/ 192245 h 344232"/>
                <a:gd name="connsiteX216" fmla="*/ 2105954 w 2915191"/>
                <a:gd name="connsiteY216" fmla="*/ 237195 h 344232"/>
                <a:gd name="connsiteX217" fmla="*/ 2115697 w 2915191"/>
                <a:gd name="connsiteY217" fmla="*/ 236062 h 344232"/>
                <a:gd name="connsiteX218" fmla="*/ 2125456 w 2915191"/>
                <a:gd name="connsiteY218" fmla="*/ 260948 h 344232"/>
                <a:gd name="connsiteX219" fmla="*/ 2135200 w 2915191"/>
                <a:gd name="connsiteY219" fmla="*/ 273976 h 344232"/>
                <a:gd name="connsiteX220" fmla="*/ 2144959 w 2915191"/>
                <a:gd name="connsiteY220" fmla="*/ 239617 h 344232"/>
                <a:gd name="connsiteX221" fmla="*/ 2154703 w 2915191"/>
                <a:gd name="connsiteY221" fmla="*/ 230249 h 344232"/>
                <a:gd name="connsiteX222" fmla="*/ 2164447 w 2915191"/>
                <a:gd name="connsiteY222" fmla="*/ 232965 h 344232"/>
                <a:gd name="connsiteX223" fmla="*/ 2174206 w 2915191"/>
                <a:gd name="connsiteY223" fmla="*/ 270831 h 344232"/>
                <a:gd name="connsiteX224" fmla="*/ 2183950 w 2915191"/>
                <a:gd name="connsiteY224" fmla="*/ 256252 h 344232"/>
                <a:gd name="connsiteX225" fmla="*/ 2193709 w 2915191"/>
                <a:gd name="connsiteY225" fmla="*/ 235009 h 344232"/>
                <a:gd name="connsiteX226" fmla="*/ 2203452 w 2915191"/>
                <a:gd name="connsiteY226" fmla="*/ 255644 h 344232"/>
                <a:gd name="connsiteX227" fmla="*/ 2213196 w 2915191"/>
                <a:gd name="connsiteY227" fmla="*/ 269394 h 344232"/>
                <a:gd name="connsiteX228" fmla="*/ 2222955 w 2915191"/>
                <a:gd name="connsiteY228" fmla="*/ 321992 h 344232"/>
                <a:gd name="connsiteX229" fmla="*/ 2232699 w 2915191"/>
                <a:gd name="connsiteY229" fmla="*/ 344232 h 344232"/>
                <a:gd name="connsiteX230" fmla="*/ 2242458 w 2915191"/>
                <a:gd name="connsiteY230" fmla="*/ 334721 h 344232"/>
                <a:gd name="connsiteX231" fmla="*/ 2252202 w 2915191"/>
                <a:gd name="connsiteY231" fmla="*/ 331289 h 344232"/>
                <a:gd name="connsiteX232" fmla="*/ 2261946 w 2915191"/>
                <a:gd name="connsiteY232" fmla="*/ 327588 h 344232"/>
                <a:gd name="connsiteX233" fmla="*/ 2271705 w 2915191"/>
                <a:gd name="connsiteY233" fmla="*/ 296491 h 344232"/>
                <a:gd name="connsiteX234" fmla="*/ 2281449 w 2915191"/>
                <a:gd name="connsiteY234" fmla="*/ 306712 h 344232"/>
                <a:gd name="connsiteX235" fmla="*/ 2291208 w 2915191"/>
                <a:gd name="connsiteY235" fmla="*/ 290128 h 344232"/>
                <a:gd name="connsiteX236" fmla="*/ 2300951 w 2915191"/>
                <a:gd name="connsiteY236" fmla="*/ 272318 h 344232"/>
                <a:gd name="connsiteX237" fmla="*/ 2310695 w 2915191"/>
                <a:gd name="connsiteY237" fmla="*/ 232466 h 344232"/>
                <a:gd name="connsiteX238" fmla="*/ 2320454 w 2915191"/>
                <a:gd name="connsiteY238" fmla="*/ 197961 h 344232"/>
                <a:gd name="connsiteX239" fmla="*/ 2330198 w 2915191"/>
                <a:gd name="connsiteY239" fmla="*/ 198560 h 344232"/>
                <a:gd name="connsiteX240" fmla="*/ 2339957 w 2915191"/>
                <a:gd name="connsiteY240" fmla="*/ 187790 h 344232"/>
                <a:gd name="connsiteX241" fmla="*/ 2349701 w 2915191"/>
                <a:gd name="connsiteY241" fmla="*/ 212334 h 344232"/>
                <a:gd name="connsiteX242" fmla="*/ 2359445 w 2915191"/>
                <a:gd name="connsiteY242" fmla="*/ 215898 h 344232"/>
                <a:gd name="connsiteX243" fmla="*/ 2369204 w 2915191"/>
                <a:gd name="connsiteY243" fmla="*/ 211284 h 344232"/>
                <a:gd name="connsiteX244" fmla="*/ 2378948 w 2915191"/>
                <a:gd name="connsiteY244" fmla="*/ 227774 h 344232"/>
                <a:gd name="connsiteX245" fmla="*/ 2388692 w 2915191"/>
                <a:gd name="connsiteY245" fmla="*/ 225310 h 344232"/>
                <a:gd name="connsiteX246" fmla="*/ 2398450 w 2915191"/>
                <a:gd name="connsiteY246" fmla="*/ 197523 h 344232"/>
                <a:gd name="connsiteX247" fmla="*/ 2408194 w 2915191"/>
                <a:gd name="connsiteY247" fmla="*/ 187802 h 344232"/>
                <a:gd name="connsiteX248" fmla="*/ 2417953 w 2915191"/>
                <a:gd name="connsiteY248" fmla="*/ 204950 h 344232"/>
                <a:gd name="connsiteX249" fmla="*/ 2427697 w 2915191"/>
                <a:gd name="connsiteY249" fmla="*/ 201069 h 344232"/>
                <a:gd name="connsiteX250" fmla="*/ 2437441 w 2915191"/>
                <a:gd name="connsiteY250" fmla="*/ 253821 h 344232"/>
                <a:gd name="connsiteX251" fmla="*/ 2447200 w 2915191"/>
                <a:gd name="connsiteY251" fmla="*/ 242128 h 344232"/>
                <a:gd name="connsiteX252" fmla="*/ 2456944 w 2915191"/>
                <a:gd name="connsiteY252" fmla="*/ 218923 h 344232"/>
                <a:gd name="connsiteX253" fmla="*/ 2466703 w 2915191"/>
                <a:gd name="connsiteY253" fmla="*/ 190936 h 344232"/>
                <a:gd name="connsiteX254" fmla="*/ 2476446 w 2915191"/>
                <a:gd name="connsiteY254" fmla="*/ 220831 h 344232"/>
                <a:gd name="connsiteX255" fmla="*/ 2486190 w 2915191"/>
                <a:gd name="connsiteY255" fmla="*/ 214837 h 344232"/>
                <a:gd name="connsiteX256" fmla="*/ 2495949 w 2915191"/>
                <a:gd name="connsiteY256" fmla="*/ 235328 h 344232"/>
                <a:gd name="connsiteX257" fmla="*/ 2505693 w 2915191"/>
                <a:gd name="connsiteY257" fmla="*/ 214888 h 344232"/>
                <a:gd name="connsiteX258" fmla="*/ 2515452 w 2915191"/>
                <a:gd name="connsiteY258" fmla="*/ 179753 h 344232"/>
                <a:gd name="connsiteX259" fmla="*/ 2525196 w 2915191"/>
                <a:gd name="connsiteY259" fmla="*/ 145818 h 344232"/>
                <a:gd name="connsiteX260" fmla="*/ 2534940 w 2915191"/>
                <a:gd name="connsiteY260" fmla="*/ 115573 h 344232"/>
                <a:gd name="connsiteX261" fmla="*/ 2544699 w 2915191"/>
                <a:gd name="connsiteY261" fmla="*/ 133952 h 344232"/>
                <a:gd name="connsiteX262" fmla="*/ 2554443 w 2915191"/>
                <a:gd name="connsiteY262" fmla="*/ 156047 h 344232"/>
                <a:gd name="connsiteX263" fmla="*/ 2564202 w 2915191"/>
                <a:gd name="connsiteY263" fmla="*/ 160072 h 344232"/>
                <a:gd name="connsiteX264" fmla="*/ 2573946 w 2915191"/>
                <a:gd name="connsiteY264" fmla="*/ 156231 h 344232"/>
                <a:gd name="connsiteX265" fmla="*/ 2583690 w 2915191"/>
                <a:gd name="connsiteY265" fmla="*/ 165178 h 344232"/>
                <a:gd name="connsiteX266" fmla="*/ 2593448 w 2915191"/>
                <a:gd name="connsiteY266" fmla="*/ 186459 h 344232"/>
                <a:gd name="connsiteX267" fmla="*/ 2603192 w 2915191"/>
                <a:gd name="connsiteY267" fmla="*/ 204935 h 344232"/>
                <a:gd name="connsiteX268" fmla="*/ 2612951 w 2915191"/>
                <a:gd name="connsiteY268" fmla="*/ 208961 h 344232"/>
                <a:gd name="connsiteX269" fmla="*/ 2622695 w 2915191"/>
                <a:gd name="connsiteY269" fmla="*/ 211020 h 344232"/>
                <a:gd name="connsiteX270" fmla="*/ 2632439 w 2915191"/>
                <a:gd name="connsiteY270" fmla="*/ 184199 h 344232"/>
                <a:gd name="connsiteX271" fmla="*/ 2642198 w 2915191"/>
                <a:gd name="connsiteY271" fmla="*/ 187842 h 344232"/>
                <a:gd name="connsiteX272" fmla="*/ 2651942 w 2915191"/>
                <a:gd name="connsiteY272" fmla="*/ 173029 h 344232"/>
                <a:gd name="connsiteX273" fmla="*/ 2661685 w 2915191"/>
                <a:gd name="connsiteY273" fmla="*/ 159424 h 344232"/>
                <a:gd name="connsiteX274" fmla="*/ 2671444 w 2915191"/>
                <a:gd name="connsiteY274" fmla="*/ 128037 h 344232"/>
                <a:gd name="connsiteX275" fmla="*/ 2681188 w 2915191"/>
                <a:gd name="connsiteY275" fmla="*/ 126400 h 344232"/>
                <a:gd name="connsiteX276" fmla="*/ 2690947 w 2915191"/>
                <a:gd name="connsiteY276" fmla="*/ 136330 h 344232"/>
                <a:gd name="connsiteX277" fmla="*/ 2700691 w 2915191"/>
                <a:gd name="connsiteY277" fmla="*/ 171960 h 344232"/>
                <a:gd name="connsiteX278" fmla="*/ 2710435 w 2915191"/>
                <a:gd name="connsiteY278" fmla="*/ 197352 h 344232"/>
                <a:gd name="connsiteX279" fmla="*/ 2720194 w 2915191"/>
                <a:gd name="connsiteY279" fmla="*/ 189862 h 344232"/>
                <a:gd name="connsiteX280" fmla="*/ 2729938 w 2915191"/>
                <a:gd name="connsiteY280" fmla="*/ 189014 h 344232"/>
                <a:gd name="connsiteX281" fmla="*/ 2739697 w 2915191"/>
                <a:gd name="connsiteY281" fmla="*/ 214499 h 344232"/>
                <a:gd name="connsiteX282" fmla="*/ 2749441 w 2915191"/>
                <a:gd name="connsiteY282" fmla="*/ 210856 h 344232"/>
                <a:gd name="connsiteX283" fmla="*/ 2759185 w 2915191"/>
                <a:gd name="connsiteY283" fmla="*/ 237257 h 344232"/>
                <a:gd name="connsiteX284" fmla="*/ 2768943 w 2915191"/>
                <a:gd name="connsiteY284" fmla="*/ 240841 h 344232"/>
                <a:gd name="connsiteX285" fmla="*/ 2778687 w 2915191"/>
                <a:gd name="connsiteY285" fmla="*/ 229163 h 344232"/>
                <a:gd name="connsiteX286" fmla="*/ 2788446 w 2915191"/>
                <a:gd name="connsiteY286" fmla="*/ 218842 h 344232"/>
                <a:gd name="connsiteX287" fmla="*/ 2798190 w 2915191"/>
                <a:gd name="connsiteY287" fmla="*/ 215758 h 344232"/>
                <a:gd name="connsiteX288" fmla="*/ 2807934 w 2915191"/>
                <a:gd name="connsiteY288" fmla="*/ 217987 h 344232"/>
                <a:gd name="connsiteX289" fmla="*/ 2817693 w 2915191"/>
                <a:gd name="connsiteY289" fmla="*/ 215558 h 344232"/>
                <a:gd name="connsiteX290" fmla="*/ 2827437 w 2915191"/>
                <a:gd name="connsiteY290" fmla="*/ 221680 h 344232"/>
                <a:gd name="connsiteX291" fmla="*/ 2837196 w 2915191"/>
                <a:gd name="connsiteY291" fmla="*/ 207860 h 344232"/>
                <a:gd name="connsiteX292" fmla="*/ 2846940 w 2915191"/>
                <a:gd name="connsiteY292" fmla="*/ 245504 h 344232"/>
                <a:gd name="connsiteX293" fmla="*/ 2856684 w 2915191"/>
                <a:gd name="connsiteY293" fmla="*/ 250814 h 344232"/>
                <a:gd name="connsiteX294" fmla="*/ 2866442 w 2915191"/>
                <a:gd name="connsiteY294" fmla="*/ 237600 h 344232"/>
                <a:gd name="connsiteX295" fmla="*/ 2876186 w 2915191"/>
                <a:gd name="connsiteY295" fmla="*/ 267863 h 344232"/>
                <a:gd name="connsiteX296" fmla="*/ 2885945 w 2915191"/>
                <a:gd name="connsiteY296" fmla="*/ 253612 h 344232"/>
                <a:gd name="connsiteX297" fmla="*/ 2895689 w 2915191"/>
                <a:gd name="connsiteY297" fmla="*/ 277935 h 344232"/>
                <a:gd name="connsiteX298" fmla="*/ 2905433 w 2915191"/>
                <a:gd name="connsiteY298" fmla="*/ 258074 h 344232"/>
                <a:gd name="connsiteX299" fmla="*/ 2915192 w 2915191"/>
                <a:gd name="connsiteY299" fmla="*/ 262143 h 344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44232">
                  <a:moveTo>
                    <a:pt x="0" y="152151"/>
                  </a:moveTo>
                  <a:lnTo>
                    <a:pt x="9750" y="146389"/>
                  </a:lnTo>
                  <a:lnTo>
                    <a:pt x="19500" y="190738"/>
                  </a:lnTo>
                  <a:lnTo>
                    <a:pt x="29250" y="207930"/>
                  </a:lnTo>
                  <a:lnTo>
                    <a:pt x="39000" y="199484"/>
                  </a:lnTo>
                  <a:lnTo>
                    <a:pt x="48749" y="181160"/>
                  </a:lnTo>
                  <a:lnTo>
                    <a:pt x="58499" y="207090"/>
                  </a:lnTo>
                  <a:lnTo>
                    <a:pt x="68249" y="182332"/>
                  </a:lnTo>
                  <a:lnTo>
                    <a:pt x="77998" y="216826"/>
                  </a:lnTo>
                  <a:lnTo>
                    <a:pt x="87748" y="239252"/>
                  </a:lnTo>
                  <a:lnTo>
                    <a:pt x="97497" y="230659"/>
                  </a:lnTo>
                  <a:lnTo>
                    <a:pt x="107247" y="254840"/>
                  </a:lnTo>
                  <a:lnTo>
                    <a:pt x="116997" y="262422"/>
                  </a:lnTo>
                  <a:lnTo>
                    <a:pt x="126747" y="262760"/>
                  </a:lnTo>
                  <a:lnTo>
                    <a:pt x="136497" y="225949"/>
                  </a:lnTo>
                  <a:lnTo>
                    <a:pt x="146247" y="190953"/>
                  </a:lnTo>
                  <a:lnTo>
                    <a:pt x="155997" y="159684"/>
                  </a:lnTo>
                  <a:lnTo>
                    <a:pt x="165747" y="111063"/>
                  </a:lnTo>
                  <a:lnTo>
                    <a:pt x="175497" y="105647"/>
                  </a:lnTo>
                  <a:lnTo>
                    <a:pt x="185247" y="98208"/>
                  </a:lnTo>
                  <a:lnTo>
                    <a:pt x="194996" y="80212"/>
                  </a:lnTo>
                  <a:lnTo>
                    <a:pt x="204746" y="75928"/>
                  </a:lnTo>
                  <a:lnTo>
                    <a:pt x="214495" y="52713"/>
                  </a:lnTo>
                  <a:lnTo>
                    <a:pt x="224245" y="70661"/>
                  </a:lnTo>
                  <a:lnTo>
                    <a:pt x="233995" y="129663"/>
                  </a:lnTo>
                  <a:lnTo>
                    <a:pt x="243744" y="143030"/>
                  </a:lnTo>
                  <a:lnTo>
                    <a:pt x="253494" y="149748"/>
                  </a:lnTo>
                  <a:lnTo>
                    <a:pt x="263244" y="162946"/>
                  </a:lnTo>
                  <a:lnTo>
                    <a:pt x="272994" y="189368"/>
                  </a:lnTo>
                  <a:lnTo>
                    <a:pt x="282744" y="194330"/>
                  </a:lnTo>
                  <a:lnTo>
                    <a:pt x="292494" y="207459"/>
                  </a:lnTo>
                  <a:lnTo>
                    <a:pt x="302244" y="228948"/>
                  </a:lnTo>
                  <a:lnTo>
                    <a:pt x="311994" y="228585"/>
                  </a:lnTo>
                  <a:lnTo>
                    <a:pt x="321744" y="224622"/>
                  </a:lnTo>
                  <a:lnTo>
                    <a:pt x="331493" y="244583"/>
                  </a:lnTo>
                  <a:lnTo>
                    <a:pt x="341243" y="200284"/>
                  </a:lnTo>
                  <a:lnTo>
                    <a:pt x="350993" y="181966"/>
                  </a:lnTo>
                  <a:lnTo>
                    <a:pt x="360742" y="158925"/>
                  </a:lnTo>
                  <a:lnTo>
                    <a:pt x="370492" y="165528"/>
                  </a:lnTo>
                  <a:lnTo>
                    <a:pt x="380241" y="181815"/>
                  </a:lnTo>
                  <a:lnTo>
                    <a:pt x="389991" y="177758"/>
                  </a:lnTo>
                  <a:lnTo>
                    <a:pt x="399741" y="196527"/>
                  </a:lnTo>
                  <a:lnTo>
                    <a:pt x="409491" y="223695"/>
                  </a:lnTo>
                  <a:lnTo>
                    <a:pt x="419241" y="224280"/>
                  </a:lnTo>
                  <a:lnTo>
                    <a:pt x="428991" y="246072"/>
                  </a:lnTo>
                  <a:lnTo>
                    <a:pt x="438741" y="242636"/>
                  </a:lnTo>
                  <a:lnTo>
                    <a:pt x="448491" y="177886"/>
                  </a:lnTo>
                  <a:lnTo>
                    <a:pt x="458241" y="217296"/>
                  </a:lnTo>
                  <a:lnTo>
                    <a:pt x="467991" y="211190"/>
                  </a:lnTo>
                  <a:lnTo>
                    <a:pt x="477740" y="231134"/>
                  </a:lnTo>
                  <a:lnTo>
                    <a:pt x="487490" y="218961"/>
                  </a:lnTo>
                  <a:lnTo>
                    <a:pt x="497239" y="222501"/>
                  </a:lnTo>
                  <a:lnTo>
                    <a:pt x="506989" y="208237"/>
                  </a:lnTo>
                  <a:lnTo>
                    <a:pt x="516738" y="202821"/>
                  </a:lnTo>
                  <a:lnTo>
                    <a:pt x="526488" y="172095"/>
                  </a:lnTo>
                  <a:lnTo>
                    <a:pt x="536238" y="168601"/>
                  </a:lnTo>
                  <a:lnTo>
                    <a:pt x="545988" y="150668"/>
                  </a:lnTo>
                  <a:lnTo>
                    <a:pt x="555738" y="121406"/>
                  </a:lnTo>
                  <a:lnTo>
                    <a:pt x="565488" y="130980"/>
                  </a:lnTo>
                  <a:lnTo>
                    <a:pt x="575238" y="129387"/>
                  </a:lnTo>
                  <a:lnTo>
                    <a:pt x="584988" y="107822"/>
                  </a:lnTo>
                  <a:lnTo>
                    <a:pt x="594738" y="107846"/>
                  </a:lnTo>
                  <a:lnTo>
                    <a:pt x="604488" y="91757"/>
                  </a:lnTo>
                  <a:lnTo>
                    <a:pt x="614237" y="91937"/>
                  </a:lnTo>
                  <a:lnTo>
                    <a:pt x="623987" y="125010"/>
                  </a:lnTo>
                  <a:lnTo>
                    <a:pt x="633736" y="155392"/>
                  </a:lnTo>
                  <a:lnTo>
                    <a:pt x="643486" y="181276"/>
                  </a:lnTo>
                  <a:lnTo>
                    <a:pt x="653236" y="211819"/>
                  </a:lnTo>
                  <a:lnTo>
                    <a:pt x="662985" y="210031"/>
                  </a:lnTo>
                  <a:lnTo>
                    <a:pt x="672735" y="201652"/>
                  </a:lnTo>
                  <a:lnTo>
                    <a:pt x="682485" y="180023"/>
                  </a:lnTo>
                  <a:lnTo>
                    <a:pt x="692235" y="175708"/>
                  </a:lnTo>
                  <a:lnTo>
                    <a:pt x="701985" y="187396"/>
                  </a:lnTo>
                  <a:lnTo>
                    <a:pt x="711735" y="170167"/>
                  </a:lnTo>
                  <a:lnTo>
                    <a:pt x="721485" y="187717"/>
                  </a:lnTo>
                  <a:lnTo>
                    <a:pt x="731235" y="194563"/>
                  </a:lnTo>
                  <a:lnTo>
                    <a:pt x="740985" y="196653"/>
                  </a:lnTo>
                  <a:lnTo>
                    <a:pt x="750734" y="150515"/>
                  </a:lnTo>
                  <a:lnTo>
                    <a:pt x="760484" y="153536"/>
                  </a:lnTo>
                  <a:lnTo>
                    <a:pt x="770233" y="157856"/>
                  </a:lnTo>
                  <a:lnTo>
                    <a:pt x="779983" y="160367"/>
                  </a:lnTo>
                  <a:lnTo>
                    <a:pt x="789733" y="178095"/>
                  </a:lnTo>
                  <a:lnTo>
                    <a:pt x="799482" y="170458"/>
                  </a:lnTo>
                  <a:lnTo>
                    <a:pt x="809232" y="192259"/>
                  </a:lnTo>
                  <a:lnTo>
                    <a:pt x="818982" y="187003"/>
                  </a:lnTo>
                  <a:lnTo>
                    <a:pt x="828732" y="228504"/>
                  </a:lnTo>
                  <a:lnTo>
                    <a:pt x="838482" y="237284"/>
                  </a:lnTo>
                  <a:lnTo>
                    <a:pt x="848232" y="240933"/>
                  </a:lnTo>
                  <a:lnTo>
                    <a:pt x="857982" y="254121"/>
                  </a:lnTo>
                  <a:lnTo>
                    <a:pt x="867732" y="265892"/>
                  </a:lnTo>
                  <a:lnTo>
                    <a:pt x="877482" y="264645"/>
                  </a:lnTo>
                  <a:lnTo>
                    <a:pt x="887231" y="280469"/>
                  </a:lnTo>
                  <a:lnTo>
                    <a:pt x="896981" y="289185"/>
                  </a:lnTo>
                  <a:lnTo>
                    <a:pt x="906730" y="299686"/>
                  </a:lnTo>
                  <a:lnTo>
                    <a:pt x="916480" y="310314"/>
                  </a:lnTo>
                  <a:lnTo>
                    <a:pt x="926230" y="283178"/>
                  </a:lnTo>
                  <a:lnTo>
                    <a:pt x="935979" y="260716"/>
                  </a:lnTo>
                  <a:lnTo>
                    <a:pt x="945729" y="273471"/>
                  </a:lnTo>
                  <a:lnTo>
                    <a:pt x="955479" y="274545"/>
                  </a:lnTo>
                  <a:lnTo>
                    <a:pt x="965229" y="261711"/>
                  </a:lnTo>
                  <a:lnTo>
                    <a:pt x="974979" y="254670"/>
                  </a:lnTo>
                  <a:lnTo>
                    <a:pt x="984729" y="249090"/>
                  </a:lnTo>
                  <a:lnTo>
                    <a:pt x="994474" y="279788"/>
                  </a:lnTo>
                  <a:lnTo>
                    <a:pt x="1004233" y="275427"/>
                  </a:lnTo>
                  <a:lnTo>
                    <a:pt x="1013977" y="303336"/>
                  </a:lnTo>
                  <a:lnTo>
                    <a:pt x="1023721" y="272566"/>
                  </a:lnTo>
                  <a:lnTo>
                    <a:pt x="1033480" y="267778"/>
                  </a:lnTo>
                  <a:lnTo>
                    <a:pt x="1043224" y="235542"/>
                  </a:lnTo>
                  <a:lnTo>
                    <a:pt x="1052983" y="247545"/>
                  </a:lnTo>
                  <a:lnTo>
                    <a:pt x="1062727" y="223808"/>
                  </a:lnTo>
                  <a:lnTo>
                    <a:pt x="1072471" y="226953"/>
                  </a:lnTo>
                  <a:lnTo>
                    <a:pt x="1082230" y="252562"/>
                  </a:lnTo>
                  <a:lnTo>
                    <a:pt x="1091973" y="240392"/>
                  </a:lnTo>
                  <a:lnTo>
                    <a:pt x="1101732" y="251945"/>
                  </a:lnTo>
                  <a:lnTo>
                    <a:pt x="1111476" y="250795"/>
                  </a:lnTo>
                  <a:lnTo>
                    <a:pt x="1121220" y="269220"/>
                  </a:lnTo>
                  <a:lnTo>
                    <a:pt x="1130979" y="269608"/>
                  </a:lnTo>
                  <a:lnTo>
                    <a:pt x="1140723" y="290670"/>
                  </a:lnTo>
                  <a:lnTo>
                    <a:pt x="1150482" y="288827"/>
                  </a:lnTo>
                  <a:lnTo>
                    <a:pt x="1160226" y="317061"/>
                  </a:lnTo>
                  <a:lnTo>
                    <a:pt x="1169969" y="290666"/>
                  </a:lnTo>
                  <a:lnTo>
                    <a:pt x="1179728" y="288741"/>
                  </a:lnTo>
                  <a:lnTo>
                    <a:pt x="1189472" y="274564"/>
                  </a:lnTo>
                  <a:lnTo>
                    <a:pt x="1199231" y="277829"/>
                  </a:lnTo>
                  <a:lnTo>
                    <a:pt x="1208975" y="267307"/>
                  </a:lnTo>
                  <a:lnTo>
                    <a:pt x="1218719" y="256934"/>
                  </a:lnTo>
                  <a:lnTo>
                    <a:pt x="1228478" y="266506"/>
                  </a:lnTo>
                  <a:lnTo>
                    <a:pt x="1238222" y="292187"/>
                  </a:lnTo>
                  <a:lnTo>
                    <a:pt x="1247966" y="265178"/>
                  </a:lnTo>
                  <a:lnTo>
                    <a:pt x="1257725" y="249385"/>
                  </a:lnTo>
                  <a:lnTo>
                    <a:pt x="1267469" y="229054"/>
                  </a:lnTo>
                  <a:lnTo>
                    <a:pt x="1277227" y="226651"/>
                  </a:lnTo>
                  <a:lnTo>
                    <a:pt x="1286971" y="144986"/>
                  </a:lnTo>
                  <a:lnTo>
                    <a:pt x="1296715" y="133829"/>
                  </a:lnTo>
                  <a:lnTo>
                    <a:pt x="1306474" y="109986"/>
                  </a:lnTo>
                  <a:lnTo>
                    <a:pt x="1316218" y="128061"/>
                  </a:lnTo>
                  <a:lnTo>
                    <a:pt x="1325977" y="120484"/>
                  </a:lnTo>
                  <a:lnTo>
                    <a:pt x="1335721" y="115388"/>
                  </a:lnTo>
                  <a:lnTo>
                    <a:pt x="1345465" y="126053"/>
                  </a:lnTo>
                  <a:lnTo>
                    <a:pt x="1355224" y="123833"/>
                  </a:lnTo>
                  <a:lnTo>
                    <a:pt x="1364967" y="108359"/>
                  </a:lnTo>
                  <a:lnTo>
                    <a:pt x="1374726" y="115999"/>
                  </a:lnTo>
                  <a:lnTo>
                    <a:pt x="1384470" y="131136"/>
                  </a:lnTo>
                  <a:lnTo>
                    <a:pt x="1394214" y="148476"/>
                  </a:lnTo>
                  <a:lnTo>
                    <a:pt x="1403973" y="114585"/>
                  </a:lnTo>
                  <a:lnTo>
                    <a:pt x="1413717" y="118794"/>
                  </a:lnTo>
                  <a:lnTo>
                    <a:pt x="1423476" y="126643"/>
                  </a:lnTo>
                  <a:lnTo>
                    <a:pt x="1433220" y="114564"/>
                  </a:lnTo>
                  <a:lnTo>
                    <a:pt x="1442964" y="88984"/>
                  </a:lnTo>
                  <a:lnTo>
                    <a:pt x="1452722" y="82719"/>
                  </a:lnTo>
                  <a:lnTo>
                    <a:pt x="1462466" y="69122"/>
                  </a:lnTo>
                  <a:lnTo>
                    <a:pt x="1472225" y="37273"/>
                  </a:lnTo>
                  <a:lnTo>
                    <a:pt x="1481969" y="39388"/>
                  </a:lnTo>
                  <a:lnTo>
                    <a:pt x="1491713" y="37158"/>
                  </a:lnTo>
                  <a:lnTo>
                    <a:pt x="1501472" y="0"/>
                  </a:lnTo>
                  <a:lnTo>
                    <a:pt x="1511216" y="17843"/>
                  </a:lnTo>
                  <a:lnTo>
                    <a:pt x="1520960" y="12013"/>
                  </a:lnTo>
                  <a:lnTo>
                    <a:pt x="1530719" y="25273"/>
                  </a:lnTo>
                  <a:lnTo>
                    <a:pt x="1540463" y="10312"/>
                  </a:lnTo>
                  <a:lnTo>
                    <a:pt x="1550221" y="32030"/>
                  </a:lnTo>
                  <a:lnTo>
                    <a:pt x="1559965" y="28979"/>
                  </a:lnTo>
                  <a:lnTo>
                    <a:pt x="1569709" y="47359"/>
                  </a:lnTo>
                  <a:lnTo>
                    <a:pt x="1579468" y="63274"/>
                  </a:lnTo>
                  <a:lnTo>
                    <a:pt x="1589212" y="76101"/>
                  </a:lnTo>
                  <a:lnTo>
                    <a:pt x="1598971" y="104084"/>
                  </a:lnTo>
                  <a:lnTo>
                    <a:pt x="1608715" y="114460"/>
                  </a:lnTo>
                  <a:lnTo>
                    <a:pt x="1618459" y="155972"/>
                  </a:lnTo>
                  <a:lnTo>
                    <a:pt x="1628218" y="117093"/>
                  </a:lnTo>
                  <a:lnTo>
                    <a:pt x="1637962" y="146493"/>
                  </a:lnTo>
                  <a:lnTo>
                    <a:pt x="1647720" y="151652"/>
                  </a:lnTo>
                  <a:lnTo>
                    <a:pt x="1657464" y="162751"/>
                  </a:lnTo>
                  <a:lnTo>
                    <a:pt x="1667208" y="180386"/>
                  </a:lnTo>
                  <a:lnTo>
                    <a:pt x="1676967" y="199651"/>
                  </a:lnTo>
                  <a:lnTo>
                    <a:pt x="1686711" y="181270"/>
                  </a:lnTo>
                  <a:lnTo>
                    <a:pt x="1696470" y="175517"/>
                  </a:lnTo>
                  <a:lnTo>
                    <a:pt x="1706214" y="179881"/>
                  </a:lnTo>
                  <a:lnTo>
                    <a:pt x="1715958" y="203663"/>
                  </a:lnTo>
                  <a:lnTo>
                    <a:pt x="1725716" y="194092"/>
                  </a:lnTo>
                  <a:lnTo>
                    <a:pt x="1735460" y="201829"/>
                  </a:lnTo>
                  <a:lnTo>
                    <a:pt x="1745219" y="183980"/>
                  </a:lnTo>
                  <a:lnTo>
                    <a:pt x="1754963" y="222494"/>
                  </a:lnTo>
                  <a:lnTo>
                    <a:pt x="1764707" y="246794"/>
                  </a:lnTo>
                  <a:lnTo>
                    <a:pt x="1774466" y="227591"/>
                  </a:lnTo>
                  <a:lnTo>
                    <a:pt x="1784210" y="229397"/>
                  </a:lnTo>
                  <a:lnTo>
                    <a:pt x="1793969" y="249773"/>
                  </a:lnTo>
                  <a:lnTo>
                    <a:pt x="1803713" y="215246"/>
                  </a:lnTo>
                  <a:lnTo>
                    <a:pt x="1813457" y="217530"/>
                  </a:lnTo>
                  <a:lnTo>
                    <a:pt x="1823215" y="208902"/>
                  </a:lnTo>
                  <a:lnTo>
                    <a:pt x="1832959" y="236760"/>
                  </a:lnTo>
                  <a:lnTo>
                    <a:pt x="1842703" y="237205"/>
                  </a:lnTo>
                  <a:lnTo>
                    <a:pt x="1852462" y="221479"/>
                  </a:lnTo>
                  <a:lnTo>
                    <a:pt x="1862206" y="225624"/>
                  </a:lnTo>
                  <a:lnTo>
                    <a:pt x="1871965" y="187271"/>
                  </a:lnTo>
                  <a:lnTo>
                    <a:pt x="1881709" y="208644"/>
                  </a:lnTo>
                  <a:lnTo>
                    <a:pt x="1891453" y="186178"/>
                  </a:lnTo>
                  <a:lnTo>
                    <a:pt x="1901212" y="161657"/>
                  </a:lnTo>
                  <a:lnTo>
                    <a:pt x="1910956" y="142160"/>
                  </a:lnTo>
                  <a:lnTo>
                    <a:pt x="1920714" y="135144"/>
                  </a:lnTo>
                  <a:lnTo>
                    <a:pt x="1930458" y="106590"/>
                  </a:lnTo>
                  <a:lnTo>
                    <a:pt x="1940202" y="98315"/>
                  </a:lnTo>
                  <a:lnTo>
                    <a:pt x="1949961" y="104783"/>
                  </a:lnTo>
                  <a:lnTo>
                    <a:pt x="1959705" y="131615"/>
                  </a:lnTo>
                  <a:lnTo>
                    <a:pt x="1969464" y="172709"/>
                  </a:lnTo>
                  <a:lnTo>
                    <a:pt x="1979208" y="184934"/>
                  </a:lnTo>
                  <a:lnTo>
                    <a:pt x="1988952" y="195101"/>
                  </a:lnTo>
                  <a:lnTo>
                    <a:pt x="1998711" y="208394"/>
                  </a:lnTo>
                  <a:lnTo>
                    <a:pt x="2008454" y="219392"/>
                  </a:lnTo>
                  <a:lnTo>
                    <a:pt x="2018213" y="192030"/>
                  </a:lnTo>
                  <a:lnTo>
                    <a:pt x="2027957" y="163431"/>
                  </a:lnTo>
                  <a:lnTo>
                    <a:pt x="2037701" y="181830"/>
                  </a:lnTo>
                  <a:lnTo>
                    <a:pt x="2047460" y="176426"/>
                  </a:lnTo>
                  <a:lnTo>
                    <a:pt x="2057204" y="191611"/>
                  </a:lnTo>
                  <a:lnTo>
                    <a:pt x="2066963" y="199707"/>
                  </a:lnTo>
                  <a:lnTo>
                    <a:pt x="2076707" y="186786"/>
                  </a:lnTo>
                  <a:lnTo>
                    <a:pt x="2086451" y="186124"/>
                  </a:lnTo>
                  <a:lnTo>
                    <a:pt x="2096210" y="192245"/>
                  </a:lnTo>
                  <a:lnTo>
                    <a:pt x="2105954" y="237195"/>
                  </a:lnTo>
                  <a:lnTo>
                    <a:pt x="2115697" y="236062"/>
                  </a:lnTo>
                  <a:lnTo>
                    <a:pt x="2125456" y="260948"/>
                  </a:lnTo>
                  <a:lnTo>
                    <a:pt x="2135200" y="273976"/>
                  </a:lnTo>
                  <a:lnTo>
                    <a:pt x="2144959" y="239617"/>
                  </a:lnTo>
                  <a:lnTo>
                    <a:pt x="2154703" y="230249"/>
                  </a:lnTo>
                  <a:lnTo>
                    <a:pt x="2164447" y="232965"/>
                  </a:lnTo>
                  <a:lnTo>
                    <a:pt x="2174206" y="270831"/>
                  </a:lnTo>
                  <a:lnTo>
                    <a:pt x="2183950" y="256252"/>
                  </a:lnTo>
                  <a:lnTo>
                    <a:pt x="2193709" y="235009"/>
                  </a:lnTo>
                  <a:lnTo>
                    <a:pt x="2203452" y="255644"/>
                  </a:lnTo>
                  <a:lnTo>
                    <a:pt x="2213196" y="269394"/>
                  </a:lnTo>
                  <a:lnTo>
                    <a:pt x="2222955" y="321992"/>
                  </a:lnTo>
                  <a:lnTo>
                    <a:pt x="2232699" y="344232"/>
                  </a:lnTo>
                  <a:lnTo>
                    <a:pt x="2242458" y="334721"/>
                  </a:lnTo>
                  <a:lnTo>
                    <a:pt x="2252202" y="331289"/>
                  </a:lnTo>
                  <a:lnTo>
                    <a:pt x="2261946" y="327588"/>
                  </a:lnTo>
                  <a:lnTo>
                    <a:pt x="2271705" y="296491"/>
                  </a:lnTo>
                  <a:lnTo>
                    <a:pt x="2281449" y="306712"/>
                  </a:lnTo>
                  <a:lnTo>
                    <a:pt x="2291208" y="290128"/>
                  </a:lnTo>
                  <a:lnTo>
                    <a:pt x="2300951" y="272318"/>
                  </a:lnTo>
                  <a:lnTo>
                    <a:pt x="2310695" y="232466"/>
                  </a:lnTo>
                  <a:lnTo>
                    <a:pt x="2320454" y="197961"/>
                  </a:lnTo>
                  <a:lnTo>
                    <a:pt x="2330198" y="198560"/>
                  </a:lnTo>
                  <a:lnTo>
                    <a:pt x="2339957" y="187790"/>
                  </a:lnTo>
                  <a:lnTo>
                    <a:pt x="2349701" y="212334"/>
                  </a:lnTo>
                  <a:lnTo>
                    <a:pt x="2359445" y="215898"/>
                  </a:lnTo>
                  <a:lnTo>
                    <a:pt x="2369204" y="211284"/>
                  </a:lnTo>
                  <a:lnTo>
                    <a:pt x="2378948" y="227774"/>
                  </a:lnTo>
                  <a:lnTo>
                    <a:pt x="2388692" y="225310"/>
                  </a:lnTo>
                  <a:lnTo>
                    <a:pt x="2398450" y="197523"/>
                  </a:lnTo>
                  <a:lnTo>
                    <a:pt x="2408194" y="187802"/>
                  </a:lnTo>
                  <a:lnTo>
                    <a:pt x="2417953" y="204950"/>
                  </a:lnTo>
                  <a:lnTo>
                    <a:pt x="2427697" y="201069"/>
                  </a:lnTo>
                  <a:lnTo>
                    <a:pt x="2437441" y="253821"/>
                  </a:lnTo>
                  <a:lnTo>
                    <a:pt x="2447200" y="242128"/>
                  </a:lnTo>
                  <a:lnTo>
                    <a:pt x="2456944" y="218923"/>
                  </a:lnTo>
                  <a:lnTo>
                    <a:pt x="2466703" y="190936"/>
                  </a:lnTo>
                  <a:lnTo>
                    <a:pt x="2476446" y="220831"/>
                  </a:lnTo>
                  <a:lnTo>
                    <a:pt x="2486190" y="214837"/>
                  </a:lnTo>
                  <a:lnTo>
                    <a:pt x="2495949" y="235328"/>
                  </a:lnTo>
                  <a:lnTo>
                    <a:pt x="2505693" y="214888"/>
                  </a:lnTo>
                  <a:lnTo>
                    <a:pt x="2515452" y="179753"/>
                  </a:lnTo>
                  <a:lnTo>
                    <a:pt x="2525196" y="145818"/>
                  </a:lnTo>
                  <a:lnTo>
                    <a:pt x="2534940" y="115573"/>
                  </a:lnTo>
                  <a:lnTo>
                    <a:pt x="2544699" y="133952"/>
                  </a:lnTo>
                  <a:lnTo>
                    <a:pt x="2554443" y="156047"/>
                  </a:lnTo>
                  <a:lnTo>
                    <a:pt x="2564202" y="160072"/>
                  </a:lnTo>
                  <a:lnTo>
                    <a:pt x="2573946" y="156231"/>
                  </a:lnTo>
                  <a:lnTo>
                    <a:pt x="2583690" y="165178"/>
                  </a:lnTo>
                  <a:lnTo>
                    <a:pt x="2593448" y="186459"/>
                  </a:lnTo>
                  <a:lnTo>
                    <a:pt x="2603192" y="204935"/>
                  </a:lnTo>
                  <a:lnTo>
                    <a:pt x="2612951" y="208961"/>
                  </a:lnTo>
                  <a:lnTo>
                    <a:pt x="2622695" y="211020"/>
                  </a:lnTo>
                  <a:lnTo>
                    <a:pt x="2632439" y="184199"/>
                  </a:lnTo>
                  <a:lnTo>
                    <a:pt x="2642198" y="187842"/>
                  </a:lnTo>
                  <a:lnTo>
                    <a:pt x="2651942" y="173029"/>
                  </a:lnTo>
                  <a:lnTo>
                    <a:pt x="2661685" y="159424"/>
                  </a:lnTo>
                  <a:lnTo>
                    <a:pt x="2671444" y="128037"/>
                  </a:lnTo>
                  <a:lnTo>
                    <a:pt x="2681188" y="126400"/>
                  </a:lnTo>
                  <a:lnTo>
                    <a:pt x="2690947" y="136330"/>
                  </a:lnTo>
                  <a:lnTo>
                    <a:pt x="2700691" y="171960"/>
                  </a:lnTo>
                  <a:lnTo>
                    <a:pt x="2710435" y="197352"/>
                  </a:lnTo>
                  <a:lnTo>
                    <a:pt x="2720194" y="189862"/>
                  </a:lnTo>
                  <a:lnTo>
                    <a:pt x="2729938" y="189014"/>
                  </a:lnTo>
                  <a:lnTo>
                    <a:pt x="2739697" y="214499"/>
                  </a:lnTo>
                  <a:lnTo>
                    <a:pt x="2749441" y="210856"/>
                  </a:lnTo>
                  <a:lnTo>
                    <a:pt x="2759185" y="237257"/>
                  </a:lnTo>
                  <a:lnTo>
                    <a:pt x="2768943" y="240841"/>
                  </a:lnTo>
                  <a:lnTo>
                    <a:pt x="2778687" y="229163"/>
                  </a:lnTo>
                  <a:lnTo>
                    <a:pt x="2788446" y="218842"/>
                  </a:lnTo>
                  <a:lnTo>
                    <a:pt x="2798190" y="215758"/>
                  </a:lnTo>
                  <a:lnTo>
                    <a:pt x="2807934" y="217987"/>
                  </a:lnTo>
                  <a:lnTo>
                    <a:pt x="2817693" y="215558"/>
                  </a:lnTo>
                  <a:lnTo>
                    <a:pt x="2827437" y="221680"/>
                  </a:lnTo>
                  <a:lnTo>
                    <a:pt x="2837196" y="207860"/>
                  </a:lnTo>
                  <a:lnTo>
                    <a:pt x="2846940" y="245504"/>
                  </a:lnTo>
                  <a:lnTo>
                    <a:pt x="2856684" y="250814"/>
                  </a:lnTo>
                  <a:lnTo>
                    <a:pt x="2866442" y="237600"/>
                  </a:lnTo>
                  <a:lnTo>
                    <a:pt x="2876186" y="267863"/>
                  </a:lnTo>
                  <a:lnTo>
                    <a:pt x="2885945" y="253612"/>
                  </a:lnTo>
                  <a:lnTo>
                    <a:pt x="2895689" y="277935"/>
                  </a:lnTo>
                  <a:lnTo>
                    <a:pt x="2905433" y="258074"/>
                  </a:lnTo>
                  <a:lnTo>
                    <a:pt x="2915192" y="26214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1" name="Freeform 980">
              <a:extLst>
                <a:ext uri="{FF2B5EF4-FFF2-40B4-BE49-F238E27FC236}">
                  <a16:creationId xmlns:a16="http://schemas.microsoft.com/office/drawing/2014/main" id="{E76A7A8A-323B-0C81-87EC-2CDACF2EB707}"/>
                </a:ext>
              </a:extLst>
            </p:cNvPr>
            <p:cNvSpPr/>
            <p:nvPr/>
          </p:nvSpPr>
          <p:spPr>
            <a:xfrm>
              <a:off x="4426652" y="3435560"/>
              <a:ext cx="2915191" cy="385685"/>
            </a:xfrm>
            <a:custGeom>
              <a:avLst/>
              <a:gdLst>
                <a:gd name="connsiteX0" fmla="*/ 0 w 2915191"/>
                <a:gd name="connsiteY0" fmla="*/ 80779 h 385685"/>
                <a:gd name="connsiteX1" fmla="*/ 9750 w 2915191"/>
                <a:gd name="connsiteY1" fmla="*/ 95143 h 385685"/>
                <a:gd name="connsiteX2" fmla="*/ 19500 w 2915191"/>
                <a:gd name="connsiteY2" fmla="*/ 127881 h 385685"/>
                <a:gd name="connsiteX3" fmla="*/ 29250 w 2915191"/>
                <a:gd name="connsiteY3" fmla="*/ 146357 h 385685"/>
                <a:gd name="connsiteX4" fmla="*/ 39000 w 2915191"/>
                <a:gd name="connsiteY4" fmla="*/ 130744 h 385685"/>
                <a:gd name="connsiteX5" fmla="*/ 48749 w 2915191"/>
                <a:gd name="connsiteY5" fmla="*/ 101413 h 385685"/>
                <a:gd name="connsiteX6" fmla="*/ 58499 w 2915191"/>
                <a:gd name="connsiteY6" fmla="*/ 106739 h 385685"/>
                <a:gd name="connsiteX7" fmla="*/ 68249 w 2915191"/>
                <a:gd name="connsiteY7" fmla="*/ 136223 h 385685"/>
                <a:gd name="connsiteX8" fmla="*/ 77998 w 2915191"/>
                <a:gd name="connsiteY8" fmla="*/ 159948 h 385685"/>
                <a:gd name="connsiteX9" fmla="*/ 87748 w 2915191"/>
                <a:gd name="connsiteY9" fmla="*/ 176967 h 385685"/>
                <a:gd name="connsiteX10" fmla="*/ 97497 w 2915191"/>
                <a:gd name="connsiteY10" fmla="*/ 180637 h 385685"/>
                <a:gd name="connsiteX11" fmla="*/ 107247 w 2915191"/>
                <a:gd name="connsiteY11" fmla="*/ 185881 h 385685"/>
                <a:gd name="connsiteX12" fmla="*/ 116997 w 2915191"/>
                <a:gd name="connsiteY12" fmla="*/ 226243 h 385685"/>
                <a:gd name="connsiteX13" fmla="*/ 126747 w 2915191"/>
                <a:gd name="connsiteY13" fmla="*/ 265372 h 385685"/>
                <a:gd name="connsiteX14" fmla="*/ 136497 w 2915191"/>
                <a:gd name="connsiteY14" fmla="*/ 272505 h 385685"/>
                <a:gd name="connsiteX15" fmla="*/ 146247 w 2915191"/>
                <a:gd name="connsiteY15" fmla="*/ 262595 h 385685"/>
                <a:gd name="connsiteX16" fmla="*/ 155997 w 2915191"/>
                <a:gd name="connsiteY16" fmla="*/ 274010 h 385685"/>
                <a:gd name="connsiteX17" fmla="*/ 165747 w 2915191"/>
                <a:gd name="connsiteY17" fmla="*/ 263000 h 385685"/>
                <a:gd name="connsiteX18" fmla="*/ 175497 w 2915191"/>
                <a:gd name="connsiteY18" fmla="*/ 273285 h 385685"/>
                <a:gd name="connsiteX19" fmla="*/ 185247 w 2915191"/>
                <a:gd name="connsiteY19" fmla="*/ 259904 h 385685"/>
                <a:gd name="connsiteX20" fmla="*/ 194996 w 2915191"/>
                <a:gd name="connsiteY20" fmla="*/ 274673 h 385685"/>
                <a:gd name="connsiteX21" fmla="*/ 204746 w 2915191"/>
                <a:gd name="connsiteY21" fmla="*/ 289764 h 385685"/>
                <a:gd name="connsiteX22" fmla="*/ 214495 w 2915191"/>
                <a:gd name="connsiteY22" fmla="*/ 266540 h 385685"/>
                <a:gd name="connsiteX23" fmla="*/ 224245 w 2915191"/>
                <a:gd name="connsiteY23" fmla="*/ 279144 h 385685"/>
                <a:gd name="connsiteX24" fmla="*/ 233995 w 2915191"/>
                <a:gd name="connsiteY24" fmla="*/ 267142 h 385685"/>
                <a:gd name="connsiteX25" fmla="*/ 243744 w 2915191"/>
                <a:gd name="connsiteY25" fmla="*/ 268794 h 385685"/>
                <a:gd name="connsiteX26" fmla="*/ 253494 w 2915191"/>
                <a:gd name="connsiteY26" fmla="*/ 254679 h 385685"/>
                <a:gd name="connsiteX27" fmla="*/ 263244 w 2915191"/>
                <a:gd name="connsiteY27" fmla="*/ 249257 h 385685"/>
                <a:gd name="connsiteX28" fmla="*/ 272994 w 2915191"/>
                <a:gd name="connsiteY28" fmla="*/ 235626 h 385685"/>
                <a:gd name="connsiteX29" fmla="*/ 282744 w 2915191"/>
                <a:gd name="connsiteY29" fmla="*/ 240014 h 385685"/>
                <a:gd name="connsiteX30" fmla="*/ 292494 w 2915191"/>
                <a:gd name="connsiteY30" fmla="*/ 236572 h 385685"/>
                <a:gd name="connsiteX31" fmla="*/ 302244 w 2915191"/>
                <a:gd name="connsiteY31" fmla="*/ 229759 h 385685"/>
                <a:gd name="connsiteX32" fmla="*/ 311994 w 2915191"/>
                <a:gd name="connsiteY32" fmla="*/ 209839 h 385685"/>
                <a:gd name="connsiteX33" fmla="*/ 321744 w 2915191"/>
                <a:gd name="connsiteY33" fmla="*/ 221846 h 385685"/>
                <a:gd name="connsiteX34" fmla="*/ 331493 w 2915191"/>
                <a:gd name="connsiteY34" fmla="*/ 198377 h 385685"/>
                <a:gd name="connsiteX35" fmla="*/ 341243 w 2915191"/>
                <a:gd name="connsiteY35" fmla="*/ 194828 h 385685"/>
                <a:gd name="connsiteX36" fmla="*/ 350993 w 2915191"/>
                <a:gd name="connsiteY36" fmla="*/ 193296 h 385685"/>
                <a:gd name="connsiteX37" fmla="*/ 360742 w 2915191"/>
                <a:gd name="connsiteY37" fmla="*/ 205348 h 385685"/>
                <a:gd name="connsiteX38" fmla="*/ 370492 w 2915191"/>
                <a:gd name="connsiteY38" fmla="*/ 188462 h 385685"/>
                <a:gd name="connsiteX39" fmla="*/ 380241 w 2915191"/>
                <a:gd name="connsiteY39" fmla="*/ 173879 h 385685"/>
                <a:gd name="connsiteX40" fmla="*/ 389991 w 2915191"/>
                <a:gd name="connsiteY40" fmla="*/ 155300 h 385685"/>
                <a:gd name="connsiteX41" fmla="*/ 399741 w 2915191"/>
                <a:gd name="connsiteY41" fmla="*/ 156575 h 385685"/>
                <a:gd name="connsiteX42" fmla="*/ 409491 w 2915191"/>
                <a:gd name="connsiteY42" fmla="*/ 184068 h 385685"/>
                <a:gd name="connsiteX43" fmla="*/ 419241 w 2915191"/>
                <a:gd name="connsiteY43" fmla="*/ 188377 h 385685"/>
                <a:gd name="connsiteX44" fmla="*/ 428991 w 2915191"/>
                <a:gd name="connsiteY44" fmla="*/ 153822 h 385685"/>
                <a:gd name="connsiteX45" fmla="*/ 438741 w 2915191"/>
                <a:gd name="connsiteY45" fmla="*/ 176243 h 385685"/>
                <a:gd name="connsiteX46" fmla="*/ 448491 w 2915191"/>
                <a:gd name="connsiteY46" fmla="*/ 181009 h 385685"/>
                <a:gd name="connsiteX47" fmla="*/ 458241 w 2915191"/>
                <a:gd name="connsiteY47" fmla="*/ 181939 h 385685"/>
                <a:gd name="connsiteX48" fmla="*/ 467991 w 2915191"/>
                <a:gd name="connsiteY48" fmla="*/ 165985 h 385685"/>
                <a:gd name="connsiteX49" fmla="*/ 477740 w 2915191"/>
                <a:gd name="connsiteY49" fmla="*/ 135634 h 385685"/>
                <a:gd name="connsiteX50" fmla="*/ 487490 w 2915191"/>
                <a:gd name="connsiteY50" fmla="*/ 135324 h 385685"/>
                <a:gd name="connsiteX51" fmla="*/ 497239 w 2915191"/>
                <a:gd name="connsiteY51" fmla="*/ 131802 h 385685"/>
                <a:gd name="connsiteX52" fmla="*/ 506989 w 2915191"/>
                <a:gd name="connsiteY52" fmla="*/ 140173 h 385685"/>
                <a:gd name="connsiteX53" fmla="*/ 516738 w 2915191"/>
                <a:gd name="connsiteY53" fmla="*/ 134615 h 385685"/>
                <a:gd name="connsiteX54" fmla="*/ 526488 w 2915191"/>
                <a:gd name="connsiteY54" fmla="*/ 152814 h 385685"/>
                <a:gd name="connsiteX55" fmla="*/ 536238 w 2915191"/>
                <a:gd name="connsiteY55" fmla="*/ 134264 h 385685"/>
                <a:gd name="connsiteX56" fmla="*/ 545988 w 2915191"/>
                <a:gd name="connsiteY56" fmla="*/ 132409 h 385685"/>
                <a:gd name="connsiteX57" fmla="*/ 555738 w 2915191"/>
                <a:gd name="connsiteY57" fmla="*/ 117982 h 385685"/>
                <a:gd name="connsiteX58" fmla="*/ 565488 w 2915191"/>
                <a:gd name="connsiteY58" fmla="*/ 166475 h 385685"/>
                <a:gd name="connsiteX59" fmla="*/ 575238 w 2915191"/>
                <a:gd name="connsiteY59" fmla="*/ 163691 h 385685"/>
                <a:gd name="connsiteX60" fmla="*/ 584988 w 2915191"/>
                <a:gd name="connsiteY60" fmla="*/ 161931 h 385685"/>
                <a:gd name="connsiteX61" fmla="*/ 594738 w 2915191"/>
                <a:gd name="connsiteY61" fmla="*/ 116370 h 385685"/>
                <a:gd name="connsiteX62" fmla="*/ 604488 w 2915191"/>
                <a:gd name="connsiteY62" fmla="*/ 130277 h 385685"/>
                <a:gd name="connsiteX63" fmla="*/ 614237 w 2915191"/>
                <a:gd name="connsiteY63" fmla="*/ 124003 h 385685"/>
                <a:gd name="connsiteX64" fmla="*/ 623987 w 2915191"/>
                <a:gd name="connsiteY64" fmla="*/ 131026 h 385685"/>
                <a:gd name="connsiteX65" fmla="*/ 633736 w 2915191"/>
                <a:gd name="connsiteY65" fmla="*/ 166326 h 385685"/>
                <a:gd name="connsiteX66" fmla="*/ 643486 w 2915191"/>
                <a:gd name="connsiteY66" fmla="*/ 138042 h 385685"/>
                <a:gd name="connsiteX67" fmla="*/ 653236 w 2915191"/>
                <a:gd name="connsiteY67" fmla="*/ 128793 h 385685"/>
                <a:gd name="connsiteX68" fmla="*/ 662985 w 2915191"/>
                <a:gd name="connsiteY68" fmla="*/ 107164 h 385685"/>
                <a:gd name="connsiteX69" fmla="*/ 672735 w 2915191"/>
                <a:gd name="connsiteY69" fmla="*/ 122957 h 385685"/>
                <a:gd name="connsiteX70" fmla="*/ 682485 w 2915191"/>
                <a:gd name="connsiteY70" fmla="*/ 104341 h 385685"/>
                <a:gd name="connsiteX71" fmla="*/ 692235 w 2915191"/>
                <a:gd name="connsiteY71" fmla="*/ 114120 h 385685"/>
                <a:gd name="connsiteX72" fmla="*/ 701985 w 2915191"/>
                <a:gd name="connsiteY72" fmla="*/ 103689 h 385685"/>
                <a:gd name="connsiteX73" fmla="*/ 711735 w 2915191"/>
                <a:gd name="connsiteY73" fmla="*/ 94573 h 385685"/>
                <a:gd name="connsiteX74" fmla="*/ 721485 w 2915191"/>
                <a:gd name="connsiteY74" fmla="*/ 59222 h 385685"/>
                <a:gd name="connsiteX75" fmla="*/ 731235 w 2915191"/>
                <a:gd name="connsiteY75" fmla="*/ 58966 h 385685"/>
                <a:gd name="connsiteX76" fmla="*/ 740985 w 2915191"/>
                <a:gd name="connsiteY76" fmla="*/ 69128 h 385685"/>
                <a:gd name="connsiteX77" fmla="*/ 750734 w 2915191"/>
                <a:gd name="connsiteY77" fmla="*/ 56461 h 385685"/>
                <a:gd name="connsiteX78" fmla="*/ 760484 w 2915191"/>
                <a:gd name="connsiteY78" fmla="*/ 5603 h 385685"/>
                <a:gd name="connsiteX79" fmla="*/ 770233 w 2915191"/>
                <a:gd name="connsiteY79" fmla="*/ 12049 h 385685"/>
                <a:gd name="connsiteX80" fmla="*/ 779983 w 2915191"/>
                <a:gd name="connsiteY80" fmla="*/ 33959 h 385685"/>
                <a:gd name="connsiteX81" fmla="*/ 789733 w 2915191"/>
                <a:gd name="connsiteY81" fmla="*/ 36091 h 385685"/>
                <a:gd name="connsiteX82" fmla="*/ 799482 w 2915191"/>
                <a:gd name="connsiteY82" fmla="*/ 71949 h 385685"/>
                <a:gd name="connsiteX83" fmla="*/ 809232 w 2915191"/>
                <a:gd name="connsiteY83" fmla="*/ 118506 h 385685"/>
                <a:gd name="connsiteX84" fmla="*/ 818982 w 2915191"/>
                <a:gd name="connsiteY84" fmla="*/ 124599 h 385685"/>
                <a:gd name="connsiteX85" fmla="*/ 828732 w 2915191"/>
                <a:gd name="connsiteY85" fmla="*/ 88580 h 385685"/>
                <a:gd name="connsiteX86" fmla="*/ 838482 w 2915191"/>
                <a:gd name="connsiteY86" fmla="*/ 77072 h 385685"/>
                <a:gd name="connsiteX87" fmla="*/ 848232 w 2915191"/>
                <a:gd name="connsiteY87" fmla="*/ 82315 h 385685"/>
                <a:gd name="connsiteX88" fmla="*/ 857982 w 2915191"/>
                <a:gd name="connsiteY88" fmla="*/ 58690 h 385685"/>
                <a:gd name="connsiteX89" fmla="*/ 867732 w 2915191"/>
                <a:gd name="connsiteY89" fmla="*/ 63754 h 385685"/>
                <a:gd name="connsiteX90" fmla="*/ 877482 w 2915191"/>
                <a:gd name="connsiteY90" fmla="*/ 61168 h 385685"/>
                <a:gd name="connsiteX91" fmla="*/ 887231 w 2915191"/>
                <a:gd name="connsiteY91" fmla="*/ 44520 h 385685"/>
                <a:gd name="connsiteX92" fmla="*/ 896981 w 2915191"/>
                <a:gd name="connsiteY92" fmla="*/ 56716 h 385685"/>
                <a:gd name="connsiteX93" fmla="*/ 906730 w 2915191"/>
                <a:gd name="connsiteY93" fmla="*/ 57906 h 385685"/>
                <a:gd name="connsiteX94" fmla="*/ 916480 w 2915191"/>
                <a:gd name="connsiteY94" fmla="*/ 65676 h 385685"/>
                <a:gd name="connsiteX95" fmla="*/ 926230 w 2915191"/>
                <a:gd name="connsiteY95" fmla="*/ 48752 h 385685"/>
                <a:gd name="connsiteX96" fmla="*/ 935979 w 2915191"/>
                <a:gd name="connsiteY96" fmla="*/ 75803 h 385685"/>
                <a:gd name="connsiteX97" fmla="*/ 945729 w 2915191"/>
                <a:gd name="connsiteY97" fmla="*/ 64311 h 385685"/>
                <a:gd name="connsiteX98" fmla="*/ 955479 w 2915191"/>
                <a:gd name="connsiteY98" fmla="*/ 48662 h 385685"/>
                <a:gd name="connsiteX99" fmla="*/ 965229 w 2915191"/>
                <a:gd name="connsiteY99" fmla="*/ 38980 h 385685"/>
                <a:gd name="connsiteX100" fmla="*/ 974979 w 2915191"/>
                <a:gd name="connsiteY100" fmla="*/ 45087 h 385685"/>
                <a:gd name="connsiteX101" fmla="*/ 984729 w 2915191"/>
                <a:gd name="connsiteY101" fmla="*/ 39414 h 385685"/>
                <a:gd name="connsiteX102" fmla="*/ 994474 w 2915191"/>
                <a:gd name="connsiteY102" fmla="*/ 27641 h 385685"/>
                <a:gd name="connsiteX103" fmla="*/ 1004233 w 2915191"/>
                <a:gd name="connsiteY103" fmla="*/ 691 h 385685"/>
                <a:gd name="connsiteX104" fmla="*/ 1013977 w 2915191"/>
                <a:gd name="connsiteY104" fmla="*/ 33100 h 385685"/>
                <a:gd name="connsiteX105" fmla="*/ 1023721 w 2915191"/>
                <a:gd name="connsiteY105" fmla="*/ 35939 h 385685"/>
                <a:gd name="connsiteX106" fmla="*/ 1033480 w 2915191"/>
                <a:gd name="connsiteY106" fmla="*/ 23384 h 385685"/>
                <a:gd name="connsiteX107" fmla="*/ 1043224 w 2915191"/>
                <a:gd name="connsiteY107" fmla="*/ 30622 h 385685"/>
                <a:gd name="connsiteX108" fmla="*/ 1052983 w 2915191"/>
                <a:gd name="connsiteY108" fmla="*/ 70573 h 385685"/>
                <a:gd name="connsiteX109" fmla="*/ 1062727 w 2915191"/>
                <a:gd name="connsiteY109" fmla="*/ 90091 h 385685"/>
                <a:gd name="connsiteX110" fmla="*/ 1072471 w 2915191"/>
                <a:gd name="connsiteY110" fmla="*/ 96842 h 385685"/>
                <a:gd name="connsiteX111" fmla="*/ 1082230 w 2915191"/>
                <a:gd name="connsiteY111" fmla="*/ 85823 h 385685"/>
                <a:gd name="connsiteX112" fmla="*/ 1091973 w 2915191"/>
                <a:gd name="connsiteY112" fmla="*/ 95963 h 385685"/>
                <a:gd name="connsiteX113" fmla="*/ 1101732 w 2915191"/>
                <a:gd name="connsiteY113" fmla="*/ 97880 h 385685"/>
                <a:gd name="connsiteX114" fmla="*/ 1111476 w 2915191"/>
                <a:gd name="connsiteY114" fmla="*/ 95328 h 385685"/>
                <a:gd name="connsiteX115" fmla="*/ 1121220 w 2915191"/>
                <a:gd name="connsiteY115" fmla="*/ 124499 h 385685"/>
                <a:gd name="connsiteX116" fmla="*/ 1130979 w 2915191"/>
                <a:gd name="connsiteY116" fmla="*/ 101514 h 385685"/>
                <a:gd name="connsiteX117" fmla="*/ 1140723 w 2915191"/>
                <a:gd name="connsiteY117" fmla="*/ 140076 h 385685"/>
                <a:gd name="connsiteX118" fmla="*/ 1150482 w 2915191"/>
                <a:gd name="connsiteY118" fmla="*/ 146105 h 385685"/>
                <a:gd name="connsiteX119" fmla="*/ 1160226 w 2915191"/>
                <a:gd name="connsiteY119" fmla="*/ 179695 h 385685"/>
                <a:gd name="connsiteX120" fmla="*/ 1169969 w 2915191"/>
                <a:gd name="connsiteY120" fmla="*/ 181125 h 385685"/>
                <a:gd name="connsiteX121" fmla="*/ 1179728 w 2915191"/>
                <a:gd name="connsiteY121" fmla="*/ 151196 h 385685"/>
                <a:gd name="connsiteX122" fmla="*/ 1189472 w 2915191"/>
                <a:gd name="connsiteY122" fmla="*/ 135129 h 385685"/>
                <a:gd name="connsiteX123" fmla="*/ 1199231 w 2915191"/>
                <a:gd name="connsiteY123" fmla="*/ 126390 h 385685"/>
                <a:gd name="connsiteX124" fmla="*/ 1208975 w 2915191"/>
                <a:gd name="connsiteY124" fmla="*/ 130135 h 385685"/>
                <a:gd name="connsiteX125" fmla="*/ 1218719 w 2915191"/>
                <a:gd name="connsiteY125" fmla="*/ 129714 h 385685"/>
                <a:gd name="connsiteX126" fmla="*/ 1228478 w 2915191"/>
                <a:gd name="connsiteY126" fmla="*/ 136125 h 385685"/>
                <a:gd name="connsiteX127" fmla="*/ 1238222 w 2915191"/>
                <a:gd name="connsiteY127" fmla="*/ 126914 h 385685"/>
                <a:gd name="connsiteX128" fmla="*/ 1247966 w 2915191"/>
                <a:gd name="connsiteY128" fmla="*/ 131238 h 385685"/>
                <a:gd name="connsiteX129" fmla="*/ 1257725 w 2915191"/>
                <a:gd name="connsiteY129" fmla="*/ 119825 h 385685"/>
                <a:gd name="connsiteX130" fmla="*/ 1267469 w 2915191"/>
                <a:gd name="connsiteY130" fmla="*/ 136330 h 385685"/>
                <a:gd name="connsiteX131" fmla="*/ 1277227 w 2915191"/>
                <a:gd name="connsiteY131" fmla="*/ 142463 h 385685"/>
                <a:gd name="connsiteX132" fmla="*/ 1286971 w 2915191"/>
                <a:gd name="connsiteY132" fmla="*/ 145119 h 385685"/>
                <a:gd name="connsiteX133" fmla="*/ 1296715 w 2915191"/>
                <a:gd name="connsiteY133" fmla="*/ 119128 h 385685"/>
                <a:gd name="connsiteX134" fmla="*/ 1306474 w 2915191"/>
                <a:gd name="connsiteY134" fmla="*/ 92658 h 385685"/>
                <a:gd name="connsiteX135" fmla="*/ 1316218 w 2915191"/>
                <a:gd name="connsiteY135" fmla="*/ 76472 h 385685"/>
                <a:gd name="connsiteX136" fmla="*/ 1325977 w 2915191"/>
                <a:gd name="connsiteY136" fmla="*/ 96775 h 385685"/>
                <a:gd name="connsiteX137" fmla="*/ 1335721 w 2915191"/>
                <a:gd name="connsiteY137" fmla="*/ 78117 h 385685"/>
                <a:gd name="connsiteX138" fmla="*/ 1345465 w 2915191"/>
                <a:gd name="connsiteY138" fmla="*/ 77363 h 385685"/>
                <a:gd name="connsiteX139" fmla="*/ 1355224 w 2915191"/>
                <a:gd name="connsiteY139" fmla="*/ 92454 h 385685"/>
                <a:gd name="connsiteX140" fmla="*/ 1364967 w 2915191"/>
                <a:gd name="connsiteY140" fmla="*/ 81480 h 385685"/>
                <a:gd name="connsiteX141" fmla="*/ 1374726 w 2915191"/>
                <a:gd name="connsiteY141" fmla="*/ 40141 h 385685"/>
                <a:gd name="connsiteX142" fmla="*/ 1384470 w 2915191"/>
                <a:gd name="connsiteY142" fmla="*/ 19588 h 385685"/>
                <a:gd name="connsiteX143" fmla="*/ 1394214 w 2915191"/>
                <a:gd name="connsiteY143" fmla="*/ 26455 h 385685"/>
                <a:gd name="connsiteX144" fmla="*/ 1403973 w 2915191"/>
                <a:gd name="connsiteY144" fmla="*/ 12856 h 385685"/>
                <a:gd name="connsiteX145" fmla="*/ 1413717 w 2915191"/>
                <a:gd name="connsiteY145" fmla="*/ 17244 h 385685"/>
                <a:gd name="connsiteX146" fmla="*/ 1423476 w 2915191"/>
                <a:gd name="connsiteY146" fmla="*/ 25607 h 385685"/>
                <a:gd name="connsiteX147" fmla="*/ 1433220 w 2915191"/>
                <a:gd name="connsiteY147" fmla="*/ 41224 h 385685"/>
                <a:gd name="connsiteX148" fmla="*/ 1442964 w 2915191"/>
                <a:gd name="connsiteY148" fmla="*/ 31537 h 385685"/>
                <a:gd name="connsiteX149" fmla="*/ 1452722 w 2915191"/>
                <a:gd name="connsiteY149" fmla="*/ 10668 h 385685"/>
                <a:gd name="connsiteX150" fmla="*/ 1462466 w 2915191"/>
                <a:gd name="connsiteY150" fmla="*/ 17184 h 385685"/>
                <a:gd name="connsiteX151" fmla="*/ 1472225 w 2915191"/>
                <a:gd name="connsiteY151" fmla="*/ 43725 h 385685"/>
                <a:gd name="connsiteX152" fmla="*/ 1481969 w 2915191"/>
                <a:gd name="connsiteY152" fmla="*/ 36957 h 385685"/>
                <a:gd name="connsiteX153" fmla="*/ 1491713 w 2915191"/>
                <a:gd name="connsiteY153" fmla="*/ 65323 h 385685"/>
                <a:gd name="connsiteX154" fmla="*/ 1501472 w 2915191"/>
                <a:gd name="connsiteY154" fmla="*/ 48858 h 385685"/>
                <a:gd name="connsiteX155" fmla="*/ 1511216 w 2915191"/>
                <a:gd name="connsiteY155" fmla="*/ 86910 h 385685"/>
                <a:gd name="connsiteX156" fmla="*/ 1520960 w 2915191"/>
                <a:gd name="connsiteY156" fmla="*/ 105263 h 385685"/>
                <a:gd name="connsiteX157" fmla="*/ 1530719 w 2915191"/>
                <a:gd name="connsiteY157" fmla="*/ 95085 h 385685"/>
                <a:gd name="connsiteX158" fmla="*/ 1540463 w 2915191"/>
                <a:gd name="connsiteY158" fmla="*/ 90750 h 385685"/>
                <a:gd name="connsiteX159" fmla="*/ 1550221 w 2915191"/>
                <a:gd name="connsiteY159" fmla="*/ 72813 h 385685"/>
                <a:gd name="connsiteX160" fmla="*/ 1559965 w 2915191"/>
                <a:gd name="connsiteY160" fmla="*/ 45555 h 385685"/>
                <a:gd name="connsiteX161" fmla="*/ 1569709 w 2915191"/>
                <a:gd name="connsiteY161" fmla="*/ 25281 h 385685"/>
                <a:gd name="connsiteX162" fmla="*/ 1579468 w 2915191"/>
                <a:gd name="connsiteY162" fmla="*/ 6526 h 385685"/>
                <a:gd name="connsiteX163" fmla="*/ 1589212 w 2915191"/>
                <a:gd name="connsiteY163" fmla="*/ 21799 h 385685"/>
                <a:gd name="connsiteX164" fmla="*/ 1598971 w 2915191"/>
                <a:gd name="connsiteY164" fmla="*/ 27846 h 385685"/>
                <a:gd name="connsiteX165" fmla="*/ 1608715 w 2915191"/>
                <a:gd name="connsiteY165" fmla="*/ 14801 h 385685"/>
                <a:gd name="connsiteX166" fmla="*/ 1618459 w 2915191"/>
                <a:gd name="connsiteY166" fmla="*/ 19065 h 385685"/>
                <a:gd name="connsiteX167" fmla="*/ 1628218 w 2915191"/>
                <a:gd name="connsiteY167" fmla="*/ 362 h 385685"/>
                <a:gd name="connsiteX168" fmla="*/ 1637962 w 2915191"/>
                <a:gd name="connsiteY168" fmla="*/ 11600 h 385685"/>
                <a:gd name="connsiteX169" fmla="*/ 1647720 w 2915191"/>
                <a:gd name="connsiteY169" fmla="*/ 41689 h 385685"/>
                <a:gd name="connsiteX170" fmla="*/ 1657464 w 2915191"/>
                <a:gd name="connsiteY170" fmla="*/ 30623 h 385685"/>
                <a:gd name="connsiteX171" fmla="*/ 1667208 w 2915191"/>
                <a:gd name="connsiteY171" fmla="*/ 15744 h 385685"/>
                <a:gd name="connsiteX172" fmla="*/ 1676967 w 2915191"/>
                <a:gd name="connsiteY172" fmla="*/ 31557 h 385685"/>
                <a:gd name="connsiteX173" fmla="*/ 1686711 w 2915191"/>
                <a:gd name="connsiteY173" fmla="*/ 33746 h 385685"/>
                <a:gd name="connsiteX174" fmla="*/ 1696470 w 2915191"/>
                <a:gd name="connsiteY174" fmla="*/ 34992 h 385685"/>
                <a:gd name="connsiteX175" fmla="*/ 1706214 w 2915191"/>
                <a:gd name="connsiteY175" fmla="*/ 58076 h 385685"/>
                <a:gd name="connsiteX176" fmla="*/ 1715958 w 2915191"/>
                <a:gd name="connsiteY176" fmla="*/ 44259 h 385685"/>
                <a:gd name="connsiteX177" fmla="*/ 1725716 w 2915191"/>
                <a:gd name="connsiteY177" fmla="*/ 52421 h 385685"/>
                <a:gd name="connsiteX178" fmla="*/ 1735460 w 2915191"/>
                <a:gd name="connsiteY178" fmla="*/ 58981 h 385685"/>
                <a:gd name="connsiteX179" fmla="*/ 1745219 w 2915191"/>
                <a:gd name="connsiteY179" fmla="*/ 58823 h 385685"/>
                <a:gd name="connsiteX180" fmla="*/ 1754963 w 2915191"/>
                <a:gd name="connsiteY180" fmla="*/ 93561 h 385685"/>
                <a:gd name="connsiteX181" fmla="*/ 1764707 w 2915191"/>
                <a:gd name="connsiteY181" fmla="*/ 127763 h 385685"/>
                <a:gd name="connsiteX182" fmla="*/ 1774466 w 2915191"/>
                <a:gd name="connsiteY182" fmla="*/ 136381 h 385685"/>
                <a:gd name="connsiteX183" fmla="*/ 1784210 w 2915191"/>
                <a:gd name="connsiteY183" fmla="*/ 165377 h 385685"/>
                <a:gd name="connsiteX184" fmla="*/ 1793969 w 2915191"/>
                <a:gd name="connsiteY184" fmla="*/ 162599 h 385685"/>
                <a:gd name="connsiteX185" fmla="*/ 1803713 w 2915191"/>
                <a:gd name="connsiteY185" fmla="*/ 181321 h 385685"/>
                <a:gd name="connsiteX186" fmla="*/ 1813457 w 2915191"/>
                <a:gd name="connsiteY186" fmla="*/ 217486 h 385685"/>
                <a:gd name="connsiteX187" fmla="*/ 1823215 w 2915191"/>
                <a:gd name="connsiteY187" fmla="*/ 243481 h 385685"/>
                <a:gd name="connsiteX188" fmla="*/ 1832959 w 2915191"/>
                <a:gd name="connsiteY188" fmla="*/ 249166 h 385685"/>
                <a:gd name="connsiteX189" fmla="*/ 1842703 w 2915191"/>
                <a:gd name="connsiteY189" fmla="*/ 246343 h 385685"/>
                <a:gd name="connsiteX190" fmla="*/ 1852462 w 2915191"/>
                <a:gd name="connsiteY190" fmla="*/ 229039 h 385685"/>
                <a:gd name="connsiteX191" fmla="*/ 1862206 w 2915191"/>
                <a:gd name="connsiteY191" fmla="*/ 238597 h 385685"/>
                <a:gd name="connsiteX192" fmla="*/ 1871965 w 2915191"/>
                <a:gd name="connsiteY192" fmla="*/ 259735 h 385685"/>
                <a:gd name="connsiteX193" fmla="*/ 1881709 w 2915191"/>
                <a:gd name="connsiteY193" fmla="*/ 230992 h 385685"/>
                <a:gd name="connsiteX194" fmla="*/ 1891453 w 2915191"/>
                <a:gd name="connsiteY194" fmla="*/ 247207 h 385685"/>
                <a:gd name="connsiteX195" fmla="*/ 1901212 w 2915191"/>
                <a:gd name="connsiteY195" fmla="*/ 218990 h 385685"/>
                <a:gd name="connsiteX196" fmla="*/ 1910956 w 2915191"/>
                <a:gd name="connsiteY196" fmla="*/ 199906 h 385685"/>
                <a:gd name="connsiteX197" fmla="*/ 1920714 w 2915191"/>
                <a:gd name="connsiteY197" fmla="*/ 180631 h 385685"/>
                <a:gd name="connsiteX198" fmla="*/ 1930458 w 2915191"/>
                <a:gd name="connsiteY198" fmla="*/ 178382 h 385685"/>
                <a:gd name="connsiteX199" fmla="*/ 1940202 w 2915191"/>
                <a:gd name="connsiteY199" fmla="*/ 223523 h 385685"/>
                <a:gd name="connsiteX200" fmla="*/ 1949961 w 2915191"/>
                <a:gd name="connsiteY200" fmla="*/ 178984 h 385685"/>
                <a:gd name="connsiteX201" fmla="*/ 1959705 w 2915191"/>
                <a:gd name="connsiteY201" fmla="*/ 215742 h 385685"/>
                <a:gd name="connsiteX202" fmla="*/ 1969464 w 2915191"/>
                <a:gd name="connsiteY202" fmla="*/ 169568 h 385685"/>
                <a:gd name="connsiteX203" fmla="*/ 1979208 w 2915191"/>
                <a:gd name="connsiteY203" fmla="*/ 147774 h 385685"/>
                <a:gd name="connsiteX204" fmla="*/ 1988952 w 2915191"/>
                <a:gd name="connsiteY204" fmla="*/ 180205 h 385685"/>
                <a:gd name="connsiteX205" fmla="*/ 1998711 w 2915191"/>
                <a:gd name="connsiteY205" fmla="*/ 156590 h 385685"/>
                <a:gd name="connsiteX206" fmla="*/ 2008454 w 2915191"/>
                <a:gd name="connsiteY206" fmla="*/ 156794 h 385685"/>
                <a:gd name="connsiteX207" fmla="*/ 2018213 w 2915191"/>
                <a:gd name="connsiteY207" fmla="*/ 151594 h 385685"/>
                <a:gd name="connsiteX208" fmla="*/ 2027957 w 2915191"/>
                <a:gd name="connsiteY208" fmla="*/ 160756 h 385685"/>
                <a:gd name="connsiteX209" fmla="*/ 2037701 w 2915191"/>
                <a:gd name="connsiteY209" fmla="*/ 149656 h 385685"/>
                <a:gd name="connsiteX210" fmla="*/ 2047460 w 2915191"/>
                <a:gd name="connsiteY210" fmla="*/ 144320 h 385685"/>
                <a:gd name="connsiteX211" fmla="*/ 2057204 w 2915191"/>
                <a:gd name="connsiteY211" fmla="*/ 183047 h 385685"/>
                <a:gd name="connsiteX212" fmla="*/ 2066963 w 2915191"/>
                <a:gd name="connsiteY212" fmla="*/ 140398 h 385685"/>
                <a:gd name="connsiteX213" fmla="*/ 2076707 w 2915191"/>
                <a:gd name="connsiteY213" fmla="*/ 132616 h 385685"/>
                <a:gd name="connsiteX214" fmla="*/ 2086451 w 2915191"/>
                <a:gd name="connsiteY214" fmla="*/ 130515 h 385685"/>
                <a:gd name="connsiteX215" fmla="*/ 2096210 w 2915191"/>
                <a:gd name="connsiteY215" fmla="*/ 127538 h 385685"/>
                <a:gd name="connsiteX216" fmla="*/ 2105954 w 2915191"/>
                <a:gd name="connsiteY216" fmla="*/ 112021 h 385685"/>
                <a:gd name="connsiteX217" fmla="*/ 2115697 w 2915191"/>
                <a:gd name="connsiteY217" fmla="*/ 87524 h 385685"/>
                <a:gd name="connsiteX218" fmla="*/ 2125456 w 2915191"/>
                <a:gd name="connsiteY218" fmla="*/ 77098 h 385685"/>
                <a:gd name="connsiteX219" fmla="*/ 2135200 w 2915191"/>
                <a:gd name="connsiteY219" fmla="*/ 69864 h 385685"/>
                <a:gd name="connsiteX220" fmla="*/ 2144959 w 2915191"/>
                <a:gd name="connsiteY220" fmla="*/ 56421 h 385685"/>
                <a:gd name="connsiteX221" fmla="*/ 2154703 w 2915191"/>
                <a:gd name="connsiteY221" fmla="*/ 60131 h 385685"/>
                <a:gd name="connsiteX222" fmla="*/ 2164447 w 2915191"/>
                <a:gd name="connsiteY222" fmla="*/ 49929 h 385685"/>
                <a:gd name="connsiteX223" fmla="*/ 2174206 w 2915191"/>
                <a:gd name="connsiteY223" fmla="*/ 38416 h 385685"/>
                <a:gd name="connsiteX224" fmla="*/ 2183950 w 2915191"/>
                <a:gd name="connsiteY224" fmla="*/ 47639 h 385685"/>
                <a:gd name="connsiteX225" fmla="*/ 2193709 w 2915191"/>
                <a:gd name="connsiteY225" fmla="*/ 34631 h 385685"/>
                <a:gd name="connsiteX226" fmla="*/ 2203452 w 2915191"/>
                <a:gd name="connsiteY226" fmla="*/ 33320 h 385685"/>
                <a:gd name="connsiteX227" fmla="*/ 2213196 w 2915191"/>
                <a:gd name="connsiteY227" fmla="*/ 0 h 385685"/>
                <a:gd name="connsiteX228" fmla="*/ 2222955 w 2915191"/>
                <a:gd name="connsiteY228" fmla="*/ 15145 h 385685"/>
                <a:gd name="connsiteX229" fmla="*/ 2232699 w 2915191"/>
                <a:gd name="connsiteY229" fmla="*/ 26590 h 385685"/>
                <a:gd name="connsiteX230" fmla="*/ 2242458 w 2915191"/>
                <a:gd name="connsiteY230" fmla="*/ 69058 h 385685"/>
                <a:gd name="connsiteX231" fmla="*/ 2252202 w 2915191"/>
                <a:gd name="connsiteY231" fmla="*/ 69344 h 385685"/>
                <a:gd name="connsiteX232" fmla="*/ 2261946 w 2915191"/>
                <a:gd name="connsiteY232" fmla="*/ 90881 h 385685"/>
                <a:gd name="connsiteX233" fmla="*/ 2271705 w 2915191"/>
                <a:gd name="connsiteY233" fmla="*/ 73056 h 385685"/>
                <a:gd name="connsiteX234" fmla="*/ 2281449 w 2915191"/>
                <a:gd name="connsiteY234" fmla="*/ 72707 h 385685"/>
                <a:gd name="connsiteX235" fmla="*/ 2291208 w 2915191"/>
                <a:gd name="connsiteY235" fmla="*/ 81645 h 385685"/>
                <a:gd name="connsiteX236" fmla="*/ 2300951 w 2915191"/>
                <a:gd name="connsiteY236" fmla="*/ 100002 h 385685"/>
                <a:gd name="connsiteX237" fmla="*/ 2310695 w 2915191"/>
                <a:gd name="connsiteY237" fmla="*/ 106724 h 385685"/>
                <a:gd name="connsiteX238" fmla="*/ 2320454 w 2915191"/>
                <a:gd name="connsiteY238" fmla="*/ 110269 h 385685"/>
                <a:gd name="connsiteX239" fmla="*/ 2330198 w 2915191"/>
                <a:gd name="connsiteY239" fmla="*/ 100249 h 385685"/>
                <a:gd name="connsiteX240" fmla="*/ 2339957 w 2915191"/>
                <a:gd name="connsiteY240" fmla="*/ 82922 h 385685"/>
                <a:gd name="connsiteX241" fmla="*/ 2349701 w 2915191"/>
                <a:gd name="connsiteY241" fmla="*/ 59314 h 385685"/>
                <a:gd name="connsiteX242" fmla="*/ 2359445 w 2915191"/>
                <a:gd name="connsiteY242" fmla="*/ 47459 h 385685"/>
                <a:gd name="connsiteX243" fmla="*/ 2369204 w 2915191"/>
                <a:gd name="connsiteY243" fmla="*/ 46759 h 385685"/>
                <a:gd name="connsiteX244" fmla="*/ 2378948 w 2915191"/>
                <a:gd name="connsiteY244" fmla="*/ 86076 h 385685"/>
                <a:gd name="connsiteX245" fmla="*/ 2388692 w 2915191"/>
                <a:gd name="connsiteY245" fmla="*/ 111653 h 385685"/>
                <a:gd name="connsiteX246" fmla="*/ 2398450 w 2915191"/>
                <a:gd name="connsiteY246" fmla="*/ 96690 h 385685"/>
                <a:gd name="connsiteX247" fmla="*/ 2408194 w 2915191"/>
                <a:gd name="connsiteY247" fmla="*/ 137324 h 385685"/>
                <a:gd name="connsiteX248" fmla="*/ 2417953 w 2915191"/>
                <a:gd name="connsiteY248" fmla="*/ 127106 h 385685"/>
                <a:gd name="connsiteX249" fmla="*/ 2427697 w 2915191"/>
                <a:gd name="connsiteY249" fmla="*/ 125280 h 385685"/>
                <a:gd name="connsiteX250" fmla="*/ 2437441 w 2915191"/>
                <a:gd name="connsiteY250" fmla="*/ 157776 h 385685"/>
                <a:gd name="connsiteX251" fmla="*/ 2447200 w 2915191"/>
                <a:gd name="connsiteY251" fmla="*/ 164629 h 385685"/>
                <a:gd name="connsiteX252" fmla="*/ 2456944 w 2915191"/>
                <a:gd name="connsiteY252" fmla="*/ 181534 h 385685"/>
                <a:gd name="connsiteX253" fmla="*/ 2466703 w 2915191"/>
                <a:gd name="connsiteY253" fmla="*/ 192860 h 385685"/>
                <a:gd name="connsiteX254" fmla="*/ 2476446 w 2915191"/>
                <a:gd name="connsiteY254" fmla="*/ 194338 h 385685"/>
                <a:gd name="connsiteX255" fmla="*/ 2486190 w 2915191"/>
                <a:gd name="connsiteY255" fmla="*/ 190883 h 385685"/>
                <a:gd name="connsiteX256" fmla="*/ 2495949 w 2915191"/>
                <a:gd name="connsiteY256" fmla="*/ 245602 h 385685"/>
                <a:gd name="connsiteX257" fmla="*/ 2505693 w 2915191"/>
                <a:gd name="connsiteY257" fmla="*/ 235404 h 385685"/>
                <a:gd name="connsiteX258" fmla="*/ 2515452 w 2915191"/>
                <a:gd name="connsiteY258" fmla="*/ 238142 h 385685"/>
                <a:gd name="connsiteX259" fmla="*/ 2525196 w 2915191"/>
                <a:gd name="connsiteY259" fmla="*/ 265028 h 385685"/>
                <a:gd name="connsiteX260" fmla="*/ 2534940 w 2915191"/>
                <a:gd name="connsiteY260" fmla="*/ 256251 h 385685"/>
                <a:gd name="connsiteX261" fmla="*/ 2544699 w 2915191"/>
                <a:gd name="connsiteY261" fmla="*/ 273757 h 385685"/>
                <a:gd name="connsiteX262" fmla="*/ 2554443 w 2915191"/>
                <a:gd name="connsiteY262" fmla="*/ 277154 h 385685"/>
                <a:gd name="connsiteX263" fmla="*/ 2564202 w 2915191"/>
                <a:gd name="connsiteY263" fmla="*/ 266704 h 385685"/>
                <a:gd name="connsiteX264" fmla="*/ 2573946 w 2915191"/>
                <a:gd name="connsiteY264" fmla="*/ 291405 h 385685"/>
                <a:gd name="connsiteX265" fmla="*/ 2583690 w 2915191"/>
                <a:gd name="connsiteY265" fmla="*/ 286193 h 385685"/>
                <a:gd name="connsiteX266" fmla="*/ 2593448 w 2915191"/>
                <a:gd name="connsiteY266" fmla="*/ 279599 h 385685"/>
                <a:gd name="connsiteX267" fmla="*/ 2603192 w 2915191"/>
                <a:gd name="connsiteY267" fmla="*/ 300040 h 385685"/>
                <a:gd name="connsiteX268" fmla="*/ 2612951 w 2915191"/>
                <a:gd name="connsiteY268" fmla="*/ 297889 h 385685"/>
                <a:gd name="connsiteX269" fmla="*/ 2622695 w 2915191"/>
                <a:gd name="connsiteY269" fmla="*/ 289080 h 385685"/>
                <a:gd name="connsiteX270" fmla="*/ 2632439 w 2915191"/>
                <a:gd name="connsiteY270" fmla="*/ 277485 h 385685"/>
                <a:gd name="connsiteX271" fmla="*/ 2642198 w 2915191"/>
                <a:gd name="connsiteY271" fmla="*/ 265485 h 385685"/>
                <a:gd name="connsiteX272" fmla="*/ 2651942 w 2915191"/>
                <a:gd name="connsiteY272" fmla="*/ 261827 h 385685"/>
                <a:gd name="connsiteX273" fmla="*/ 2661685 w 2915191"/>
                <a:gd name="connsiteY273" fmla="*/ 275165 h 385685"/>
                <a:gd name="connsiteX274" fmla="*/ 2671444 w 2915191"/>
                <a:gd name="connsiteY274" fmla="*/ 261595 h 385685"/>
                <a:gd name="connsiteX275" fmla="*/ 2681188 w 2915191"/>
                <a:gd name="connsiteY275" fmla="*/ 284091 h 385685"/>
                <a:gd name="connsiteX276" fmla="*/ 2690947 w 2915191"/>
                <a:gd name="connsiteY276" fmla="*/ 286159 h 385685"/>
                <a:gd name="connsiteX277" fmla="*/ 2700691 w 2915191"/>
                <a:gd name="connsiteY277" fmla="*/ 292224 h 385685"/>
                <a:gd name="connsiteX278" fmla="*/ 2710435 w 2915191"/>
                <a:gd name="connsiteY278" fmla="*/ 328129 h 385685"/>
                <a:gd name="connsiteX279" fmla="*/ 2720194 w 2915191"/>
                <a:gd name="connsiteY279" fmla="*/ 337365 h 385685"/>
                <a:gd name="connsiteX280" fmla="*/ 2729938 w 2915191"/>
                <a:gd name="connsiteY280" fmla="*/ 331985 h 385685"/>
                <a:gd name="connsiteX281" fmla="*/ 2739697 w 2915191"/>
                <a:gd name="connsiteY281" fmla="*/ 286254 h 385685"/>
                <a:gd name="connsiteX282" fmla="*/ 2749441 w 2915191"/>
                <a:gd name="connsiteY282" fmla="*/ 292755 h 385685"/>
                <a:gd name="connsiteX283" fmla="*/ 2759185 w 2915191"/>
                <a:gd name="connsiteY283" fmla="*/ 315611 h 385685"/>
                <a:gd name="connsiteX284" fmla="*/ 2768943 w 2915191"/>
                <a:gd name="connsiteY284" fmla="*/ 341133 h 385685"/>
                <a:gd name="connsiteX285" fmla="*/ 2778687 w 2915191"/>
                <a:gd name="connsiteY285" fmla="*/ 344053 h 385685"/>
                <a:gd name="connsiteX286" fmla="*/ 2788446 w 2915191"/>
                <a:gd name="connsiteY286" fmla="*/ 343034 h 385685"/>
                <a:gd name="connsiteX287" fmla="*/ 2798190 w 2915191"/>
                <a:gd name="connsiteY287" fmla="*/ 337502 h 385685"/>
                <a:gd name="connsiteX288" fmla="*/ 2807934 w 2915191"/>
                <a:gd name="connsiteY288" fmla="*/ 314228 h 385685"/>
                <a:gd name="connsiteX289" fmla="*/ 2817693 w 2915191"/>
                <a:gd name="connsiteY289" fmla="*/ 318674 h 385685"/>
                <a:gd name="connsiteX290" fmla="*/ 2827437 w 2915191"/>
                <a:gd name="connsiteY290" fmla="*/ 291488 h 385685"/>
                <a:gd name="connsiteX291" fmla="*/ 2837196 w 2915191"/>
                <a:gd name="connsiteY291" fmla="*/ 251267 h 385685"/>
                <a:gd name="connsiteX292" fmla="*/ 2846940 w 2915191"/>
                <a:gd name="connsiteY292" fmla="*/ 243680 h 385685"/>
                <a:gd name="connsiteX293" fmla="*/ 2856684 w 2915191"/>
                <a:gd name="connsiteY293" fmla="*/ 284571 h 385685"/>
                <a:gd name="connsiteX294" fmla="*/ 2866442 w 2915191"/>
                <a:gd name="connsiteY294" fmla="*/ 330266 h 385685"/>
                <a:gd name="connsiteX295" fmla="*/ 2876186 w 2915191"/>
                <a:gd name="connsiteY295" fmla="*/ 380268 h 385685"/>
                <a:gd name="connsiteX296" fmla="*/ 2885945 w 2915191"/>
                <a:gd name="connsiteY296" fmla="*/ 369679 h 385685"/>
                <a:gd name="connsiteX297" fmla="*/ 2895689 w 2915191"/>
                <a:gd name="connsiteY297" fmla="*/ 360435 h 385685"/>
                <a:gd name="connsiteX298" fmla="*/ 2905433 w 2915191"/>
                <a:gd name="connsiteY298" fmla="*/ 385685 h 385685"/>
                <a:gd name="connsiteX299" fmla="*/ 2915192 w 2915191"/>
                <a:gd name="connsiteY299" fmla="*/ 384255 h 385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85685">
                  <a:moveTo>
                    <a:pt x="0" y="80779"/>
                  </a:moveTo>
                  <a:lnTo>
                    <a:pt x="9750" y="95143"/>
                  </a:lnTo>
                  <a:lnTo>
                    <a:pt x="19500" y="127881"/>
                  </a:lnTo>
                  <a:lnTo>
                    <a:pt x="29250" y="146357"/>
                  </a:lnTo>
                  <a:lnTo>
                    <a:pt x="39000" y="130744"/>
                  </a:lnTo>
                  <a:lnTo>
                    <a:pt x="48749" y="101413"/>
                  </a:lnTo>
                  <a:lnTo>
                    <a:pt x="58499" y="106739"/>
                  </a:lnTo>
                  <a:lnTo>
                    <a:pt x="68249" y="136223"/>
                  </a:lnTo>
                  <a:lnTo>
                    <a:pt x="77998" y="159948"/>
                  </a:lnTo>
                  <a:lnTo>
                    <a:pt x="87748" y="176967"/>
                  </a:lnTo>
                  <a:lnTo>
                    <a:pt x="97497" y="180637"/>
                  </a:lnTo>
                  <a:lnTo>
                    <a:pt x="107247" y="185881"/>
                  </a:lnTo>
                  <a:lnTo>
                    <a:pt x="116997" y="226243"/>
                  </a:lnTo>
                  <a:lnTo>
                    <a:pt x="126747" y="265372"/>
                  </a:lnTo>
                  <a:lnTo>
                    <a:pt x="136497" y="272505"/>
                  </a:lnTo>
                  <a:lnTo>
                    <a:pt x="146247" y="262595"/>
                  </a:lnTo>
                  <a:lnTo>
                    <a:pt x="155997" y="274010"/>
                  </a:lnTo>
                  <a:lnTo>
                    <a:pt x="165747" y="263000"/>
                  </a:lnTo>
                  <a:lnTo>
                    <a:pt x="175497" y="273285"/>
                  </a:lnTo>
                  <a:lnTo>
                    <a:pt x="185247" y="259904"/>
                  </a:lnTo>
                  <a:lnTo>
                    <a:pt x="194996" y="274673"/>
                  </a:lnTo>
                  <a:lnTo>
                    <a:pt x="204746" y="289764"/>
                  </a:lnTo>
                  <a:lnTo>
                    <a:pt x="214495" y="266540"/>
                  </a:lnTo>
                  <a:lnTo>
                    <a:pt x="224245" y="279144"/>
                  </a:lnTo>
                  <a:lnTo>
                    <a:pt x="233995" y="267142"/>
                  </a:lnTo>
                  <a:lnTo>
                    <a:pt x="243744" y="268794"/>
                  </a:lnTo>
                  <a:lnTo>
                    <a:pt x="253494" y="254679"/>
                  </a:lnTo>
                  <a:lnTo>
                    <a:pt x="263244" y="249257"/>
                  </a:lnTo>
                  <a:lnTo>
                    <a:pt x="272994" y="235626"/>
                  </a:lnTo>
                  <a:lnTo>
                    <a:pt x="282744" y="240014"/>
                  </a:lnTo>
                  <a:lnTo>
                    <a:pt x="292494" y="236572"/>
                  </a:lnTo>
                  <a:lnTo>
                    <a:pt x="302244" y="229759"/>
                  </a:lnTo>
                  <a:lnTo>
                    <a:pt x="311994" y="209839"/>
                  </a:lnTo>
                  <a:lnTo>
                    <a:pt x="321744" y="221846"/>
                  </a:lnTo>
                  <a:lnTo>
                    <a:pt x="331493" y="198377"/>
                  </a:lnTo>
                  <a:lnTo>
                    <a:pt x="341243" y="194828"/>
                  </a:lnTo>
                  <a:lnTo>
                    <a:pt x="350993" y="193296"/>
                  </a:lnTo>
                  <a:lnTo>
                    <a:pt x="360742" y="205348"/>
                  </a:lnTo>
                  <a:lnTo>
                    <a:pt x="370492" y="188462"/>
                  </a:lnTo>
                  <a:lnTo>
                    <a:pt x="380241" y="173879"/>
                  </a:lnTo>
                  <a:lnTo>
                    <a:pt x="389991" y="155300"/>
                  </a:lnTo>
                  <a:lnTo>
                    <a:pt x="399741" y="156575"/>
                  </a:lnTo>
                  <a:lnTo>
                    <a:pt x="409491" y="184068"/>
                  </a:lnTo>
                  <a:lnTo>
                    <a:pt x="419241" y="188377"/>
                  </a:lnTo>
                  <a:lnTo>
                    <a:pt x="428991" y="153822"/>
                  </a:lnTo>
                  <a:lnTo>
                    <a:pt x="438741" y="176243"/>
                  </a:lnTo>
                  <a:lnTo>
                    <a:pt x="448491" y="181009"/>
                  </a:lnTo>
                  <a:lnTo>
                    <a:pt x="458241" y="181939"/>
                  </a:lnTo>
                  <a:lnTo>
                    <a:pt x="467991" y="165985"/>
                  </a:lnTo>
                  <a:lnTo>
                    <a:pt x="477740" y="135634"/>
                  </a:lnTo>
                  <a:lnTo>
                    <a:pt x="487490" y="135324"/>
                  </a:lnTo>
                  <a:lnTo>
                    <a:pt x="497239" y="131802"/>
                  </a:lnTo>
                  <a:lnTo>
                    <a:pt x="506989" y="140173"/>
                  </a:lnTo>
                  <a:lnTo>
                    <a:pt x="516738" y="134615"/>
                  </a:lnTo>
                  <a:lnTo>
                    <a:pt x="526488" y="152814"/>
                  </a:lnTo>
                  <a:lnTo>
                    <a:pt x="536238" y="134264"/>
                  </a:lnTo>
                  <a:lnTo>
                    <a:pt x="545988" y="132409"/>
                  </a:lnTo>
                  <a:lnTo>
                    <a:pt x="555738" y="117982"/>
                  </a:lnTo>
                  <a:lnTo>
                    <a:pt x="565488" y="166475"/>
                  </a:lnTo>
                  <a:lnTo>
                    <a:pt x="575238" y="163691"/>
                  </a:lnTo>
                  <a:lnTo>
                    <a:pt x="584988" y="161931"/>
                  </a:lnTo>
                  <a:lnTo>
                    <a:pt x="594738" y="116370"/>
                  </a:lnTo>
                  <a:lnTo>
                    <a:pt x="604488" y="130277"/>
                  </a:lnTo>
                  <a:lnTo>
                    <a:pt x="614237" y="124003"/>
                  </a:lnTo>
                  <a:lnTo>
                    <a:pt x="623987" y="131026"/>
                  </a:lnTo>
                  <a:lnTo>
                    <a:pt x="633736" y="166326"/>
                  </a:lnTo>
                  <a:lnTo>
                    <a:pt x="643486" y="138042"/>
                  </a:lnTo>
                  <a:lnTo>
                    <a:pt x="653236" y="128793"/>
                  </a:lnTo>
                  <a:lnTo>
                    <a:pt x="662985" y="107164"/>
                  </a:lnTo>
                  <a:lnTo>
                    <a:pt x="672735" y="122957"/>
                  </a:lnTo>
                  <a:lnTo>
                    <a:pt x="682485" y="104341"/>
                  </a:lnTo>
                  <a:lnTo>
                    <a:pt x="692235" y="114120"/>
                  </a:lnTo>
                  <a:lnTo>
                    <a:pt x="701985" y="103689"/>
                  </a:lnTo>
                  <a:lnTo>
                    <a:pt x="711735" y="94573"/>
                  </a:lnTo>
                  <a:lnTo>
                    <a:pt x="721485" y="59222"/>
                  </a:lnTo>
                  <a:lnTo>
                    <a:pt x="731235" y="58966"/>
                  </a:lnTo>
                  <a:lnTo>
                    <a:pt x="740985" y="69128"/>
                  </a:lnTo>
                  <a:lnTo>
                    <a:pt x="750734" y="56461"/>
                  </a:lnTo>
                  <a:lnTo>
                    <a:pt x="760484" y="5603"/>
                  </a:lnTo>
                  <a:lnTo>
                    <a:pt x="770233" y="12049"/>
                  </a:lnTo>
                  <a:lnTo>
                    <a:pt x="779983" y="33959"/>
                  </a:lnTo>
                  <a:lnTo>
                    <a:pt x="789733" y="36091"/>
                  </a:lnTo>
                  <a:lnTo>
                    <a:pt x="799482" y="71949"/>
                  </a:lnTo>
                  <a:lnTo>
                    <a:pt x="809232" y="118506"/>
                  </a:lnTo>
                  <a:lnTo>
                    <a:pt x="818982" y="124599"/>
                  </a:lnTo>
                  <a:lnTo>
                    <a:pt x="828732" y="88580"/>
                  </a:lnTo>
                  <a:lnTo>
                    <a:pt x="838482" y="77072"/>
                  </a:lnTo>
                  <a:lnTo>
                    <a:pt x="848232" y="82315"/>
                  </a:lnTo>
                  <a:lnTo>
                    <a:pt x="857982" y="58690"/>
                  </a:lnTo>
                  <a:lnTo>
                    <a:pt x="867732" y="63754"/>
                  </a:lnTo>
                  <a:lnTo>
                    <a:pt x="877482" y="61168"/>
                  </a:lnTo>
                  <a:lnTo>
                    <a:pt x="887231" y="44520"/>
                  </a:lnTo>
                  <a:lnTo>
                    <a:pt x="896981" y="56716"/>
                  </a:lnTo>
                  <a:lnTo>
                    <a:pt x="906730" y="57906"/>
                  </a:lnTo>
                  <a:lnTo>
                    <a:pt x="916480" y="65676"/>
                  </a:lnTo>
                  <a:lnTo>
                    <a:pt x="926230" y="48752"/>
                  </a:lnTo>
                  <a:lnTo>
                    <a:pt x="935979" y="75803"/>
                  </a:lnTo>
                  <a:lnTo>
                    <a:pt x="945729" y="64311"/>
                  </a:lnTo>
                  <a:lnTo>
                    <a:pt x="955479" y="48662"/>
                  </a:lnTo>
                  <a:lnTo>
                    <a:pt x="965229" y="38980"/>
                  </a:lnTo>
                  <a:lnTo>
                    <a:pt x="974979" y="45087"/>
                  </a:lnTo>
                  <a:lnTo>
                    <a:pt x="984729" y="39414"/>
                  </a:lnTo>
                  <a:lnTo>
                    <a:pt x="994474" y="27641"/>
                  </a:lnTo>
                  <a:lnTo>
                    <a:pt x="1004233" y="691"/>
                  </a:lnTo>
                  <a:lnTo>
                    <a:pt x="1013977" y="33100"/>
                  </a:lnTo>
                  <a:lnTo>
                    <a:pt x="1023721" y="35939"/>
                  </a:lnTo>
                  <a:lnTo>
                    <a:pt x="1033480" y="23384"/>
                  </a:lnTo>
                  <a:lnTo>
                    <a:pt x="1043224" y="30622"/>
                  </a:lnTo>
                  <a:lnTo>
                    <a:pt x="1052983" y="70573"/>
                  </a:lnTo>
                  <a:lnTo>
                    <a:pt x="1062727" y="90091"/>
                  </a:lnTo>
                  <a:lnTo>
                    <a:pt x="1072471" y="96842"/>
                  </a:lnTo>
                  <a:lnTo>
                    <a:pt x="1082230" y="85823"/>
                  </a:lnTo>
                  <a:lnTo>
                    <a:pt x="1091973" y="95963"/>
                  </a:lnTo>
                  <a:lnTo>
                    <a:pt x="1101732" y="97880"/>
                  </a:lnTo>
                  <a:lnTo>
                    <a:pt x="1111476" y="95328"/>
                  </a:lnTo>
                  <a:lnTo>
                    <a:pt x="1121220" y="124499"/>
                  </a:lnTo>
                  <a:lnTo>
                    <a:pt x="1130979" y="101514"/>
                  </a:lnTo>
                  <a:lnTo>
                    <a:pt x="1140723" y="140076"/>
                  </a:lnTo>
                  <a:lnTo>
                    <a:pt x="1150482" y="146105"/>
                  </a:lnTo>
                  <a:lnTo>
                    <a:pt x="1160226" y="179695"/>
                  </a:lnTo>
                  <a:lnTo>
                    <a:pt x="1169969" y="181125"/>
                  </a:lnTo>
                  <a:lnTo>
                    <a:pt x="1179728" y="151196"/>
                  </a:lnTo>
                  <a:lnTo>
                    <a:pt x="1189472" y="135129"/>
                  </a:lnTo>
                  <a:lnTo>
                    <a:pt x="1199231" y="126390"/>
                  </a:lnTo>
                  <a:lnTo>
                    <a:pt x="1208975" y="130135"/>
                  </a:lnTo>
                  <a:lnTo>
                    <a:pt x="1218719" y="129714"/>
                  </a:lnTo>
                  <a:lnTo>
                    <a:pt x="1228478" y="136125"/>
                  </a:lnTo>
                  <a:lnTo>
                    <a:pt x="1238222" y="126914"/>
                  </a:lnTo>
                  <a:lnTo>
                    <a:pt x="1247966" y="131238"/>
                  </a:lnTo>
                  <a:lnTo>
                    <a:pt x="1257725" y="119825"/>
                  </a:lnTo>
                  <a:lnTo>
                    <a:pt x="1267469" y="136330"/>
                  </a:lnTo>
                  <a:lnTo>
                    <a:pt x="1277227" y="142463"/>
                  </a:lnTo>
                  <a:lnTo>
                    <a:pt x="1286971" y="145119"/>
                  </a:lnTo>
                  <a:lnTo>
                    <a:pt x="1296715" y="119128"/>
                  </a:lnTo>
                  <a:lnTo>
                    <a:pt x="1306474" y="92658"/>
                  </a:lnTo>
                  <a:lnTo>
                    <a:pt x="1316218" y="76472"/>
                  </a:lnTo>
                  <a:lnTo>
                    <a:pt x="1325977" y="96775"/>
                  </a:lnTo>
                  <a:lnTo>
                    <a:pt x="1335721" y="78117"/>
                  </a:lnTo>
                  <a:lnTo>
                    <a:pt x="1345465" y="77363"/>
                  </a:lnTo>
                  <a:lnTo>
                    <a:pt x="1355224" y="92454"/>
                  </a:lnTo>
                  <a:lnTo>
                    <a:pt x="1364967" y="81480"/>
                  </a:lnTo>
                  <a:lnTo>
                    <a:pt x="1374726" y="40141"/>
                  </a:lnTo>
                  <a:lnTo>
                    <a:pt x="1384470" y="19588"/>
                  </a:lnTo>
                  <a:lnTo>
                    <a:pt x="1394214" y="26455"/>
                  </a:lnTo>
                  <a:lnTo>
                    <a:pt x="1403973" y="12856"/>
                  </a:lnTo>
                  <a:lnTo>
                    <a:pt x="1413717" y="17244"/>
                  </a:lnTo>
                  <a:lnTo>
                    <a:pt x="1423476" y="25607"/>
                  </a:lnTo>
                  <a:lnTo>
                    <a:pt x="1433220" y="41224"/>
                  </a:lnTo>
                  <a:lnTo>
                    <a:pt x="1442964" y="31537"/>
                  </a:lnTo>
                  <a:lnTo>
                    <a:pt x="1452722" y="10668"/>
                  </a:lnTo>
                  <a:lnTo>
                    <a:pt x="1462466" y="17184"/>
                  </a:lnTo>
                  <a:lnTo>
                    <a:pt x="1472225" y="43725"/>
                  </a:lnTo>
                  <a:lnTo>
                    <a:pt x="1481969" y="36957"/>
                  </a:lnTo>
                  <a:lnTo>
                    <a:pt x="1491713" y="65323"/>
                  </a:lnTo>
                  <a:lnTo>
                    <a:pt x="1501472" y="48858"/>
                  </a:lnTo>
                  <a:lnTo>
                    <a:pt x="1511216" y="86910"/>
                  </a:lnTo>
                  <a:lnTo>
                    <a:pt x="1520960" y="105263"/>
                  </a:lnTo>
                  <a:lnTo>
                    <a:pt x="1530719" y="95085"/>
                  </a:lnTo>
                  <a:lnTo>
                    <a:pt x="1540463" y="90750"/>
                  </a:lnTo>
                  <a:lnTo>
                    <a:pt x="1550221" y="72813"/>
                  </a:lnTo>
                  <a:lnTo>
                    <a:pt x="1559965" y="45555"/>
                  </a:lnTo>
                  <a:lnTo>
                    <a:pt x="1569709" y="25281"/>
                  </a:lnTo>
                  <a:lnTo>
                    <a:pt x="1579468" y="6526"/>
                  </a:lnTo>
                  <a:lnTo>
                    <a:pt x="1589212" y="21799"/>
                  </a:lnTo>
                  <a:lnTo>
                    <a:pt x="1598971" y="27846"/>
                  </a:lnTo>
                  <a:lnTo>
                    <a:pt x="1608715" y="14801"/>
                  </a:lnTo>
                  <a:lnTo>
                    <a:pt x="1618459" y="19065"/>
                  </a:lnTo>
                  <a:lnTo>
                    <a:pt x="1628218" y="362"/>
                  </a:lnTo>
                  <a:lnTo>
                    <a:pt x="1637962" y="11600"/>
                  </a:lnTo>
                  <a:lnTo>
                    <a:pt x="1647720" y="41689"/>
                  </a:lnTo>
                  <a:lnTo>
                    <a:pt x="1657464" y="30623"/>
                  </a:lnTo>
                  <a:lnTo>
                    <a:pt x="1667208" y="15744"/>
                  </a:lnTo>
                  <a:lnTo>
                    <a:pt x="1676967" y="31557"/>
                  </a:lnTo>
                  <a:lnTo>
                    <a:pt x="1686711" y="33746"/>
                  </a:lnTo>
                  <a:lnTo>
                    <a:pt x="1696470" y="34992"/>
                  </a:lnTo>
                  <a:lnTo>
                    <a:pt x="1706214" y="58076"/>
                  </a:lnTo>
                  <a:lnTo>
                    <a:pt x="1715958" y="44259"/>
                  </a:lnTo>
                  <a:lnTo>
                    <a:pt x="1725716" y="52421"/>
                  </a:lnTo>
                  <a:lnTo>
                    <a:pt x="1735460" y="58981"/>
                  </a:lnTo>
                  <a:lnTo>
                    <a:pt x="1745219" y="58823"/>
                  </a:lnTo>
                  <a:lnTo>
                    <a:pt x="1754963" y="93561"/>
                  </a:lnTo>
                  <a:lnTo>
                    <a:pt x="1764707" y="127763"/>
                  </a:lnTo>
                  <a:lnTo>
                    <a:pt x="1774466" y="136381"/>
                  </a:lnTo>
                  <a:lnTo>
                    <a:pt x="1784210" y="165377"/>
                  </a:lnTo>
                  <a:lnTo>
                    <a:pt x="1793969" y="162599"/>
                  </a:lnTo>
                  <a:lnTo>
                    <a:pt x="1803713" y="181321"/>
                  </a:lnTo>
                  <a:lnTo>
                    <a:pt x="1813457" y="217486"/>
                  </a:lnTo>
                  <a:lnTo>
                    <a:pt x="1823215" y="243481"/>
                  </a:lnTo>
                  <a:lnTo>
                    <a:pt x="1832959" y="249166"/>
                  </a:lnTo>
                  <a:lnTo>
                    <a:pt x="1842703" y="246343"/>
                  </a:lnTo>
                  <a:lnTo>
                    <a:pt x="1852462" y="229039"/>
                  </a:lnTo>
                  <a:lnTo>
                    <a:pt x="1862206" y="238597"/>
                  </a:lnTo>
                  <a:lnTo>
                    <a:pt x="1871965" y="259735"/>
                  </a:lnTo>
                  <a:lnTo>
                    <a:pt x="1881709" y="230992"/>
                  </a:lnTo>
                  <a:lnTo>
                    <a:pt x="1891453" y="247207"/>
                  </a:lnTo>
                  <a:lnTo>
                    <a:pt x="1901212" y="218990"/>
                  </a:lnTo>
                  <a:lnTo>
                    <a:pt x="1910956" y="199906"/>
                  </a:lnTo>
                  <a:lnTo>
                    <a:pt x="1920714" y="180631"/>
                  </a:lnTo>
                  <a:lnTo>
                    <a:pt x="1930458" y="178382"/>
                  </a:lnTo>
                  <a:lnTo>
                    <a:pt x="1940202" y="223523"/>
                  </a:lnTo>
                  <a:lnTo>
                    <a:pt x="1949961" y="178984"/>
                  </a:lnTo>
                  <a:lnTo>
                    <a:pt x="1959705" y="215742"/>
                  </a:lnTo>
                  <a:lnTo>
                    <a:pt x="1969464" y="169568"/>
                  </a:lnTo>
                  <a:lnTo>
                    <a:pt x="1979208" y="147774"/>
                  </a:lnTo>
                  <a:lnTo>
                    <a:pt x="1988952" y="180205"/>
                  </a:lnTo>
                  <a:lnTo>
                    <a:pt x="1998711" y="156590"/>
                  </a:lnTo>
                  <a:lnTo>
                    <a:pt x="2008454" y="156794"/>
                  </a:lnTo>
                  <a:lnTo>
                    <a:pt x="2018213" y="151594"/>
                  </a:lnTo>
                  <a:lnTo>
                    <a:pt x="2027957" y="160756"/>
                  </a:lnTo>
                  <a:lnTo>
                    <a:pt x="2037701" y="149656"/>
                  </a:lnTo>
                  <a:lnTo>
                    <a:pt x="2047460" y="144320"/>
                  </a:lnTo>
                  <a:lnTo>
                    <a:pt x="2057204" y="183047"/>
                  </a:lnTo>
                  <a:lnTo>
                    <a:pt x="2066963" y="140398"/>
                  </a:lnTo>
                  <a:lnTo>
                    <a:pt x="2076707" y="132616"/>
                  </a:lnTo>
                  <a:lnTo>
                    <a:pt x="2086451" y="130515"/>
                  </a:lnTo>
                  <a:lnTo>
                    <a:pt x="2096210" y="127538"/>
                  </a:lnTo>
                  <a:lnTo>
                    <a:pt x="2105954" y="112021"/>
                  </a:lnTo>
                  <a:lnTo>
                    <a:pt x="2115697" y="87524"/>
                  </a:lnTo>
                  <a:lnTo>
                    <a:pt x="2125456" y="77098"/>
                  </a:lnTo>
                  <a:lnTo>
                    <a:pt x="2135200" y="69864"/>
                  </a:lnTo>
                  <a:lnTo>
                    <a:pt x="2144959" y="56421"/>
                  </a:lnTo>
                  <a:lnTo>
                    <a:pt x="2154703" y="60131"/>
                  </a:lnTo>
                  <a:lnTo>
                    <a:pt x="2164447" y="49929"/>
                  </a:lnTo>
                  <a:lnTo>
                    <a:pt x="2174206" y="38416"/>
                  </a:lnTo>
                  <a:lnTo>
                    <a:pt x="2183950" y="47639"/>
                  </a:lnTo>
                  <a:lnTo>
                    <a:pt x="2193709" y="34631"/>
                  </a:lnTo>
                  <a:lnTo>
                    <a:pt x="2203452" y="33320"/>
                  </a:lnTo>
                  <a:lnTo>
                    <a:pt x="2213196" y="0"/>
                  </a:lnTo>
                  <a:lnTo>
                    <a:pt x="2222955" y="15145"/>
                  </a:lnTo>
                  <a:lnTo>
                    <a:pt x="2232699" y="26590"/>
                  </a:lnTo>
                  <a:lnTo>
                    <a:pt x="2242458" y="69058"/>
                  </a:lnTo>
                  <a:lnTo>
                    <a:pt x="2252202" y="69344"/>
                  </a:lnTo>
                  <a:lnTo>
                    <a:pt x="2261946" y="90881"/>
                  </a:lnTo>
                  <a:lnTo>
                    <a:pt x="2271705" y="73056"/>
                  </a:lnTo>
                  <a:lnTo>
                    <a:pt x="2281449" y="72707"/>
                  </a:lnTo>
                  <a:lnTo>
                    <a:pt x="2291208" y="81645"/>
                  </a:lnTo>
                  <a:lnTo>
                    <a:pt x="2300951" y="100002"/>
                  </a:lnTo>
                  <a:lnTo>
                    <a:pt x="2310695" y="106724"/>
                  </a:lnTo>
                  <a:lnTo>
                    <a:pt x="2320454" y="110269"/>
                  </a:lnTo>
                  <a:lnTo>
                    <a:pt x="2330198" y="100249"/>
                  </a:lnTo>
                  <a:lnTo>
                    <a:pt x="2339957" y="82922"/>
                  </a:lnTo>
                  <a:lnTo>
                    <a:pt x="2349701" y="59314"/>
                  </a:lnTo>
                  <a:lnTo>
                    <a:pt x="2359445" y="47459"/>
                  </a:lnTo>
                  <a:lnTo>
                    <a:pt x="2369204" y="46759"/>
                  </a:lnTo>
                  <a:lnTo>
                    <a:pt x="2378948" y="86076"/>
                  </a:lnTo>
                  <a:lnTo>
                    <a:pt x="2388692" y="111653"/>
                  </a:lnTo>
                  <a:lnTo>
                    <a:pt x="2398450" y="96690"/>
                  </a:lnTo>
                  <a:lnTo>
                    <a:pt x="2408194" y="137324"/>
                  </a:lnTo>
                  <a:lnTo>
                    <a:pt x="2417953" y="127106"/>
                  </a:lnTo>
                  <a:lnTo>
                    <a:pt x="2427697" y="125280"/>
                  </a:lnTo>
                  <a:lnTo>
                    <a:pt x="2437441" y="157776"/>
                  </a:lnTo>
                  <a:lnTo>
                    <a:pt x="2447200" y="164629"/>
                  </a:lnTo>
                  <a:lnTo>
                    <a:pt x="2456944" y="181534"/>
                  </a:lnTo>
                  <a:lnTo>
                    <a:pt x="2466703" y="192860"/>
                  </a:lnTo>
                  <a:lnTo>
                    <a:pt x="2476446" y="194338"/>
                  </a:lnTo>
                  <a:lnTo>
                    <a:pt x="2486190" y="190883"/>
                  </a:lnTo>
                  <a:lnTo>
                    <a:pt x="2495949" y="245602"/>
                  </a:lnTo>
                  <a:lnTo>
                    <a:pt x="2505693" y="235404"/>
                  </a:lnTo>
                  <a:lnTo>
                    <a:pt x="2515452" y="238142"/>
                  </a:lnTo>
                  <a:lnTo>
                    <a:pt x="2525196" y="265028"/>
                  </a:lnTo>
                  <a:lnTo>
                    <a:pt x="2534940" y="256251"/>
                  </a:lnTo>
                  <a:lnTo>
                    <a:pt x="2544699" y="273757"/>
                  </a:lnTo>
                  <a:lnTo>
                    <a:pt x="2554443" y="277154"/>
                  </a:lnTo>
                  <a:lnTo>
                    <a:pt x="2564202" y="266704"/>
                  </a:lnTo>
                  <a:lnTo>
                    <a:pt x="2573946" y="291405"/>
                  </a:lnTo>
                  <a:lnTo>
                    <a:pt x="2583690" y="286193"/>
                  </a:lnTo>
                  <a:lnTo>
                    <a:pt x="2593448" y="279599"/>
                  </a:lnTo>
                  <a:lnTo>
                    <a:pt x="2603192" y="300040"/>
                  </a:lnTo>
                  <a:lnTo>
                    <a:pt x="2612951" y="297889"/>
                  </a:lnTo>
                  <a:lnTo>
                    <a:pt x="2622695" y="289080"/>
                  </a:lnTo>
                  <a:lnTo>
                    <a:pt x="2632439" y="277485"/>
                  </a:lnTo>
                  <a:lnTo>
                    <a:pt x="2642198" y="265485"/>
                  </a:lnTo>
                  <a:lnTo>
                    <a:pt x="2651942" y="261827"/>
                  </a:lnTo>
                  <a:lnTo>
                    <a:pt x="2661685" y="275165"/>
                  </a:lnTo>
                  <a:lnTo>
                    <a:pt x="2671444" y="261595"/>
                  </a:lnTo>
                  <a:lnTo>
                    <a:pt x="2681188" y="284091"/>
                  </a:lnTo>
                  <a:lnTo>
                    <a:pt x="2690947" y="286159"/>
                  </a:lnTo>
                  <a:lnTo>
                    <a:pt x="2700691" y="292224"/>
                  </a:lnTo>
                  <a:lnTo>
                    <a:pt x="2710435" y="328129"/>
                  </a:lnTo>
                  <a:lnTo>
                    <a:pt x="2720194" y="337365"/>
                  </a:lnTo>
                  <a:lnTo>
                    <a:pt x="2729938" y="331985"/>
                  </a:lnTo>
                  <a:lnTo>
                    <a:pt x="2739697" y="286254"/>
                  </a:lnTo>
                  <a:lnTo>
                    <a:pt x="2749441" y="292755"/>
                  </a:lnTo>
                  <a:lnTo>
                    <a:pt x="2759185" y="315611"/>
                  </a:lnTo>
                  <a:lnTo>
                    <a:pt x="2768943" y="341133"/>
                  </a:lnTo>
                  <a:lnTo>
                    <a:pt x="2778687" y="344053"/>
                  </a:lnTo>
                  <a:lnTo>
                    <a:pt x="2788446" y="343034"/>
                  </a:lnTo>
                  <a:lnTo>
                    <a:pt x="2798190" y="337502"/>
                  </a:lnTo>
                  <a:lnTo>
                    <a:pt x="2807934" y="314228"/>
                  </a:lnTo>
                  <a:lnTo>
                    <a:pt x="2817693" y="318674"/>
                  </a:lnTo>
                  <a:lnTo>
                    <a:pt x="2827437" y="291488"/>
                  </a:lnTo>
                  <a:lnTo>
                    <a:pt x="2837196" y="251267"/>
                  </a:lnTo>
                  <a:lnTo>
                    <a:pt x="2846940" y="243680"/>
                  </a:lnTo>
                  <a:lnTo>
                    <a:pt x="2856684" y="284571"/>
                  </a:lnTo>
                  <a:lnTo>
                    <a:pt x="2866442" y="330266"/>
                  </a:lnTo>
                  <a:lnTo>
                    <a:pt x="2876186" y="380268"/>
                  </a:lnTo>
                  <a:lnTo>
                    <a:pt x="2885945" y="369679"/>
                  </a:lnTo>
                  <a:lnTo>
                    <a:pt x="2895689" y="360435"/>
                  </a:lnTo>
                  <a:lnTo>
                    <a:pt x="2905433" y="385685"/>
                  </a:lnTo>
                  <a:lnTo>
                    <a:pt x="2915192" y="38425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2" name="Freeform 981">
              <a:extLst>
                <a:ext uri="{FF2B5EF4-FFF2-40B4-BE49-F238E27FC236}">
                  <a16:creationId xmlns:a16="http://schemas.microsoft.com/office/drawing/2014/main" id="{707B0E1C-127C-A9C2-032F-BB43364AD631}"/>
                </a:ext>
              </a:extLst>
            </p:cNvPr>
            <p:cNvSpPr/>
            <p:nvPr/>
          </p:nvSpPr>
          <p:spPr>
            <a:xfrm>
              <a:off x="4426652" y="3307587"/>
              <a:ext cx="2915191" cy="345543"/>
            </a:xfrm>
            <a:custGeom>
              <a:avLst/>
              <a:gdLst>
                <a:gd name="connsiteX0" fmla="*/ 0 w 2915191"/>
                <a:gd name="connsiteY0" fmla="*/ 6621 h 345543"/>
                <a:gd name="connsiteX1" fmla="*/ 9750 w 2915191"/>
                <a:gd name="connsiteY1" fmla="*/ 0 h 345543"/>
                <a:gd name="connsiteX2" fmla="*/ 19500 w 2915191"/>
                <a:gd name="connsiteY2" fmla="*/ 23292 h 345543"/>
                <a:gd name="connsiteX3" fmla="*/ 29250 w 2915191"/>
                <a:gd name="connsiteY3" fmla="*/ 39840 h 345543"/>
                <a:gd name="connsiteX4" fmla="*/ 39000 w 2915191"/>
                <a:gd name="connsiteY4" fmla="*/ 15100 h 345543"/>
                <a:gd name="connsiteX5" fmla="*/ 48749 w 2915191"/>
                <a:gd name="connsiteY5" fmla="*/ 41932 h 345543"/>
                <a:gd name="connsiteX6" fmla="*/ 58499 w 2915191"/>
                <a:gd name="connsiteY6" fmla="*/ 42791 h 345543"/>
                <a:gd name="connsiteX7" fmla="*/ 68249 w 2915191"/>
                <a:gd name="connsiteY7" fmla="*/ 18792 h 345543"/>
                <a:gd name="connsiteX8" fmla="*/ 77998 w 2915191"/>
                <a:gd name="connsiteY8" fmla="*/ 38238 h 345543"/>
                <a:gd name="connsiteX9" fmla="*/ 87748 w 2915191"/>
                <a:gd name="connsiteY9" fmla="*/ 63091 h 345543"/>
                <a:gd name="connsiteX10" fmla="*/ 97497 w 2915191"/>
                <a:gd name="connsiteY10" fmla="*/ 64636 h 345543"/>
                <a:gd name="connsiteX11" fmla="*/ 107247 w 2915191"/>
                <a:gd name="connsiteY11" fmla="*/ 65465 h 345543"/>
                <a:gd name="connsiteX12" fmla="*/ 116997 w 2915191"/>
                <a:gd name="connsiteY12" fmla="*/ 29083 h 345543"/>
                <a:gd name="connsiteX13" fmla="*/ 126747 w 2915191"/>
                <a:gd name="connsiteY13" fmla="*/ 72899 h 345543"/>
                <a:gd name="connsiteX14" fmla="*/ 136497 w 2915191"/>
                <a:gd name="connsiteY14" fmla="*/ 79867 h 345543"/>
                <a:gd name="connsiteX15" fmla="*/ 146247 w 2915191"/>
                <a:gd name="connsiteY15" fmla="*/ 87549 h 345543"/>
                <a:gd name="connsiteX16" fmla="*/ 155997 w 2915191"/>
                <a:gd name="connsiteY16" fmla="*/ 86897 h 345543"/>
                <a:gd name="connsiteX17" fmla="*/ 165747 w 2915191"/>
                <a:gd name="connsiteY17" fmla="*/ 93107 h 345543"/>
                <a:gd name="connsiteX18" fmla="*/ 175497 w 2915191"/>
                <a:gd name="connsiteY18" fmla="*/ 72855 h 345543"/>
                <a:gd name="connsiteX19" fmla="*/ 185247 w 2915191"/>
                <a:gd name="connsiteY19" fmla="*/ 48325 h 345543"/>
                <a:gd name="connsiteX20" fmla="*/ 194996 w 2915191"/>
                <a:gd name="connsiteY20" fmla="*/ 79252 h 345543"/>
                <a:gd name="connsiteX21" fmla="*/ 204746 w 2915191"/>
                <a:gd name="connsiteY21" fmla="*/ 71552 h 345543"/>
                <a:gd name="connsiteX22" fmla="*/ 214495 w 2915191"/>
                <a:gd name="connsiteY22" fmla="*/ 63224 h 345543"/>
                <a:gd name="connsiteX23" fmla="*/ 224245 w 2915191"/>
                <a:gd name="connsiteY23" fmla="*/ 62123 h 345543"/>
                <a:gd name="connsiteX24" fmla="*/ 233995 w 2915191"/>
                <a:gd name="connsiteY24" fmla="*/ 106473 h 345543"/>
                <a:gd name="connsiteX25" fmla="*/ 243744 w 2915191"/>
                <a:gd name="connsiteY25" fmla="*/ 154017 h 345543"/>
                <a:gd name="connsiteX26" fmla="*/ 253494 w 2915191"/>
                <a:gd name="connsiteY26" fmla="*/ 154070 h 345543"/>
                <a:gd name="connsiteX27" fmla="*/ 263244 w 2915191"/>
                <a:gd name="connsiteY27" fmla="*/ 152932 h 345543"/>
                <a:gd name="connsiteX28" fmla="*/ 272994 w 2915191"/>
                <a:gd name="connsiteY28" fmla="*/ 170823 h 345543"/>
                <a:gd name="connsiteX29" fmla="*/ 282744 w 2915191"/>
                <a:gd name="connsiteY29" fmla="*/ 193138 h 345543"/>
                <a:gd name="connsiteX30" fmla="*/ 292494 w 2915191"/>
                <a:gd name="connsiteY30" fmla="*/ 176163 h 345543"/>
                <a:gd name="connsiteX31" fmla="*/ 302244 w 2915191"/>
                <a:gd name="connsiteY31" fmla="*/ 206771 h 345543"/>
                <a:gd name="connsiteX32" fmla="*/ 311994 w 2915191"/>
                <a:gd name="connsiteY32" fmla="*/ 197018 h 345543"/>
                <a:gd name="connsiteX33" fmla="*/ 321744 w 2915191"/>
                <a:gd name="connsiteY33" fmla="*/ 214322 h 345543"/>
                <a:gd name="connsiteX34" fmla="*/ 331493 w 2915191"/>
                <a:gd name="connsiteY34" fmla="*/ 248913 h 345543"/>
                <a:gd name="connsiteX35" fmla="*/ 341243 w 2915191"/>
                <a:gd name="connsiteY35" fmla="*/ 251055 h 345543"/>
                <a:gd name="connsiteX36" fmla="*/ 350993 w 2915191"/>
                <a:gd name="connsiteY36" fmla="*/ 292595 h 345543"/>
                <a:gd name="connsiteX37" fmla="*/ 360742 w 2915191"/>
                <a:gd name="connsiteY37" fmla="*/ 291230 h 345543"/>
                <a:gd name="connsiteX38" fmla="*/ 370492 w 2915191"/>
                <a:gd name="connsiteY38" fmla="*/ 259950 h 345543"/>
                <a:gd name="connsiteX39" fmla="*/ 380241 w 2915191"/>
                <a:gd name="connsiteY39" fmla="*/ 277599 h 345543"/>
                <a:gd name="connsiteX40" fmla="*/ 389991 w 2915191"/>
                <a:gd name="connsiteY40" fmla="*/ 320246 h 345543"/>
                <a:gd name="connsiteX41" fmla="*/ 399741 w 2915191"/>
                <a:gd name="connsiteY41" fmla="*/ 336395 h 345543"/>
                <a:gd name="connsiteX42" fmla="*/ 409491 w 2915191"/>
                <a:gd name="connsiteY42" fmla="*/ 345543 h 345543"/>
                <a:gd name="connsiteX43" fmla="*/ 419241 w 2915191"/>
                <a:gd name="connsiteY43" fmla="*/ 299142 h 345543"/>
                <a:gd name="connsiteX44" fmla="*/ 428991 w 2915191"/>
                <a:gd name="connsiteY44" fmla="*/ 289717 h 345543"/>
                <a:gd name="connsiteX45" fmla="*/ 438741 w 2915191"/>
                <a:gd name="connsiteY45" fmla="*/ 245534 h 345543"/>
                <a:gd name="connsiteX46" fmla="*/ 448491 w 2915191"/>
                <a:gd name="connsiteY46" fmla="*/ 265980 h 345543"/>
                <a:gd name="connsiteX47" fmla="*/ 458241 w 2915191"/>
                <a:gd name="connsiteY47" fmla="*/ 273268 h 345543"/>
                <a:gd name="connsiteX48" fmla="*/ 467991 w 2915191"/>
                <a:gd name="connsiteY48" fmla="*/ 264710 h 345543"/>
                <a:gd name="connsiteX49" fmla="*/ 477740 w 2915191"/>
                <a:gd name="connsiteY49" fmla="*/ 188891 h 345543"/>
                <a:gd name="connsiteX50" fmla="*/ 487490 w 2915191"/>
                <a:gd name="connsiteY50" fmla="*/ 215254 h 345543"/>
                <a:gd name="connsiteX51" fmla="*/ 497239 w 2915191"/>
                <a:gd name="connsiteY51" fmla="*/ 226563 h 345543"/>
                <a:gd name="connsiteX52" fmla="*/ 506989 w 2915191"/>
                <a:gd name="connsiteY52" fmla="*/ 206178 h 345543"/>
                <a:gd name="connsiteX53" fmla="*/ 516738 w 2915191"/>
                <a:gd name="connsiteY53" fmla="*/ 176571 h 345543"/>
                <a:gd name="connsiteX54" fmla="*/ 526488 w 2915191"/>
                <a:gd name="connsiteY54" fmla="*/ 181578 h 345543"/>
                <a:gd name="connsiteX55" fmla="*/ 536238 w 2915191"/>
                <a:gd name="connsiteY55" fmla="*/ 198572 h 345543"/>
                <a:gd name="connsiteX56" fmla="*/ 545988 w 2915191"/>
                <a:gd name="connsiteY56" fmla="*/ 204982 h 345543"/>
                <a:gd name="connsiteX57" fmla="*/ 555738 w 2915191"/>
                <a:gd name="connsiteY57" fmla="*/ 212158 h 345543"/>
                <a:gd name="connsiteX58" fmla="*/ 565488 w 2915191"/>
                <a:gd name="connsiteY58" fmla="*/ 219557 h 345543"/>
                <a:gd name="connsiteX59" fmla="*/ 575238 w 2915191"/>
                <a:gd name="connsiteY59" fmla="*/ 182632 h 345543"/>
                <a:gd name="connsiteX60" fmla="*/ 584988 w 2915191"/>
                <a:gd name="connsiteY60" fmla="*/ 161064 h 345543"/>
                <a:gd name="connsiteX61" fmla="*/ 594738 w 2915191"/>
                <a:gd name="connsiteY61" fmla="*/ 168433 h 345543"/>
                <a:gd name="connsiteX62" fmla="*/ 604488 w 2915191"/>
                <a:gd name="connsiteY62" fmla="*/ 178076 h 345543"/>
                <a:gd name="connsiteX63" fmla="*/ 614237 w 2915191"/>
                <a:gd name="connsiteY63" fmla="*/ 172339 h 345543"/>
                <a:gd name="connsiteX64" fmla="*/ 623987 w 2915191"/>
                <a:gd name="connsiteY64" fmla="*/ 188082 h 345543"/>
                <a:gd name="connsiteX65" fmla="*/ 633736 w 2915191"/>
                <a:gd name="connsiteY65" fmla="*/ 167615 h 345543"/>
                <a:gd name="connsiteX66" fmla="*/ 643486 w 2915191"/>
                <a:gd name="connsiteY66" fmla="*/ 156971 h 345543"/>
                <a:gd name="connsiteX67" fmla="*/ 653236 w 2915191"/>
                <a:gd name="connsiteY67" fmla="*/ 147475 h 345543"/>
                <a:gd name="connsiteX68" fmla="*/ 662985 w 2915191"/>
                <a:gd name="connsiteY68" fmla="*/ 150310 h 345543"/>
                <a:gd name="connsiteX69" fmla="*/ 672735 w 2915191"/>
                <a:gd name="connsiteY69" fmla="*/ 144957 h 345543"/>
                <a:gd name="connsiteX70" fmla="*/ 682485 w 2915191"/>
                <a:gd name="connsiteY70" fmla="*/ 140074 h 345543"/>
                <a:gd name="connsiteX71" fmla="*/ 692235 w 2915191"/>
                <a:gd name="connsiteY71" fmla="*/ 161422 h 345543"/>
                <a:gd name="connsiteX72" fmla="*/ 701985 w 2915191"/>
                <a:gd name="connsiteY72" fmla="*/ 194095 h 345543"/>
                <a:gd name="connsiteX73" fmla="*/ 711735 w 2915191"/>
                <a:gd name="connsiteY73" fmla="*/ 200160 h 345543"/>
                <a:gd name="connsiteX74" fmla="*/ 721485 w 2915191"/>
                <a:gd name="connsiteY74" fmla="*/ 192632 h 345543"/>
                <a:gd name="connsiteX75" fmla="*/ 731235 w 2915191"/>
                <a:gd name="connsiteY75" fmla="*/ 207330 h 345543"/>
                <a:gd name="connsiteX76" fmla="*/ 740985 w 2915191"/>
                <a:gd name="connsiteY76" fmla="*/ 176008 h 345543"/>
                <a:gd name="connsiteX77" fmla="*/ 750734 w 2915191"/>
                <a:gd name="connsiteY77" fmla="*/ 173609 h 345543"/>
                <a:gd name="connsiteX78" fmla="*/ 760484 w 2915191"/>
                <a:gd name="connsiteY78" fmla="*/ 155130 h 345543"/>
                <a:gd name="connsiteX79" fmla="*/ 770233 w 2915191"/>
                <a:gd name="connsiteY79" fmla="*/ 168566 h 345543"/>
                <a:gd name="connsiteX80" fmla="*/ 779983 w 2915191"/>
                <a:gd name="connsiteY80" fmla="*/ 175842 h 345543"/>
                <a:gd name="connsiteX81" fmla="*/ 789733 w 2915191"/>
                <a:gd name="connsiteY81" fmla="*/ 199776 h 345543"/>
                <a:gd name="connsiteX82" fmla="*/ 799482 w 2915191"/>
                <a:gd name="connsiteY82" fmla="*/ 219419 h 345543"/>
                <a:gd name="connsiteX83" fmla="*/ 809232 w 2915191"/>
                <a:gd name="connsiteY83" fmla="*/ 206351 h 345543"/>
                <a:gd name="connsiteX84" fmla="*/ 818982 w 2915191"/>
                <a:gd name="connsiteY84" fmla="*/ 233151 h 345543"/>
                <a:gd name="connsiteX85" fmla="*/ 828732 w 2915191"/>
                <a:gd name="connsiteY85" fmla="*/ 249638 h 345543"/>
                <a:gd name="connsiteX86" fmla="*/ 838482 w 2915191"/>
                <a:gd name="connsiteY86" fmla="*/ 244947 h 345543"/>
                <a:gd name="connsiteX87" fmla="*/ 848232 w 2915191"/>
                <a:gd name="connsiteY87" fmla="*/ 254262 h 345543"/>
                <a:gd name="connsiteX88" fmla="*/ 857982 w 2915191"/>
                <a:gd name="connsiteY88" fmla="*/ 268186 h 345543"/>
                <a:gd name="connsiteX89" fmla="*/ 867732 w 2915191"/>
                <a:gd name="connsiteY89" fmla="*/ 237899 h 345543"/>
                <a:gd name="connsiteX90" fmla="*/ 877482 w 2915191"/>
                <a:gd name="connsiteY90" fmla="*/ 230210 h 345543"/>
                <a:gd name="connsiteX91" fmla="*/ 887231 w 2915191"/>
                <a:gd name="connsiteY91" fmla="*/ 238373 h 345543"/>
                <a:gd name="connsiteX92" fmla="*/ 896981 w 2915191"/>
                <a:gd name="connsiteY92" fmla="*/ 235460 h 345543"/>
                <a:gd name="connsiteX93" fmla="*/ 906730 w 2915191"/>
                <a:gd name="connsiteY93" fmla="*/ 234359 h 345543"/>
                <a:gd name="connsiteX94" fmla="*/ 916480 w 2915191"/>
                <a:gd name="connsiteY94" fmla="*/ 222320 h 345543"/>
                <a:gd name="connsiteX95" fmla="*/ 926230 w 2915191"/>
                <a:gd name="connsiteY95" fmla="*/ 237657 h 345543"/>
                <a:gd name="connsiteX96" fmla="*/ 935979 w 2915191"/>
                <a:gd name="connsiteY96" fmla="*/ 194615 h 345543"/>
                <a:gd name="connsiteX97" fmla="*/ 945729 w 2915191"/>
                <a:gd name="connsiteY97" fmla="*/ 221394 h 345543"/>
                <a:gd name="connsiteX98" fmla="*/ 955479 w 2915191"/>
                <a:gd name="connsiteY98" fmla="*/ 224249 h 345543"/>
                <a:gd name="connsiteX99" fmla="*/ 965229 w 2915191"/>
                <a:gd name="connsiteY99" fmla="*/ 261954 h 345543"/>
                <a:gd name="connsiteX100" fmla="*/ 974979 w 2915191"/>
                <a:gd name="connsiteY100" fmla="*/ 256484 h 345543"/>
                <a:gd name="connsiteX101" fmla="*/ 984729 w 2915191"/>
                <a:gd name="connsiteY101" fmla="*/ 269902 h 345543"/>
                <a:gd name="connsiteX102" fmla="*/ 994474 w 2915191"/>
                <a:gd name="connsiteY102" fmla="*/ 242134 h 345543"/>
                <a:gd name="connsiteX103" fmla="*/ 1004233 w 2915191"/>
                <a:gd name="connsiteY103" fmla="*/ 204722 h 345543"/>
                <a:gd name="connsiteX104" fmla="*/ 1013977 w 2915191"/>
                <a:gd name="connsiteY104" fmla="*/ 173272 h 345543"/>
                <a:gd name="connsiteX105" fmla="*/ 1023721 w 2915191"/>
                <a:gd name="connsiteY105" fmla="*/ 175367 h 345543"/>
                <a:gd name="connsiteX106" fmla="*/ 1033480 w 2915191"/>
                <a:gd name="connsiteY106" fmla="*/ 203434 h 345543"/>
                <a:gd name="connsiteX107" fmla="*/ 1043224 w 2915191"/>
                <a:gd name="connsiteY107" fmla="*/ 218392 h 345543"/>
                <a:gd name="connsiteX108" fmla="*/ 1052983 w 2915191"/>
                <a:gd name="connsiteY108" fmla="*/ 202821 h 345543"/>
                <a:gd name="connsiteX109" fmla="*/ 1062727 w 2915191"/>
                <a:gd name="connsiteY109" fmla="*/ 186455 h 345543"/>
                <a:gd name="connsiteX110" fmla="*/ 1072471 w 2915191"/>
                <a:gd name="connsiteY110" fmla="*/ 182122 h 345543"/>
                <a:gd name="connsiteX111" fmla="*/ 1082230 w 2915191"/>
                <a:gd name="connsiteY111" fmla="*/ 208346 h 345543"/>
                <a:gd name="connsiteX112" fmla="*/ 1091973 w 2915191"/>
                <a:gd name="connsiteY112" fmla="*/ 185306 h 345543"/>
                <a:gd name="connsiteX113" fmla="*/ 1101732 w 2915191"/>
                <a:gd name="connsiteY113" fmla="*/ 199178 h 345543"/>
                <a:gd name="connsiteX114" fmla="*/ 1111476 w 2915191"/>
                <a:gd name="connsiteY114" fmla="*/ 222993 h 345543"/>
                <a:gd name="connsiteX115" fmla="*/ 1121220 w 2915191"/>
                <a:gd name="connsiteY115" fmla="*/ 265190 h 345543"/>
                <a:gd name="connsiteX116" fmla="*/ 1130979 w 2915191"/>
                <a:gd name="connsiteY116" fmla="*/ 261361 h 345543"/>
                <a:gd name="connsiteX117" fmla="*/ 1140723 w 2915191"/>
                <a:gd name="connsiteY117" fmla="*/ 215990 h 345543"/>
                <a:gd name="connsiteX118" fmla="*/ 1150482 w 2915191"/>
                <a:gd name="connsiteY118" fmla="*/ 177532 h 345543"/>
                <a:gd name="connsiteX119" fmla="*/ 1160226 w 2915191"/>
                <a:gd name="connsiteY119" fmla="*/ 185041 h 345543"/>
                <a:gd name="connsiteX120" fmla="*/ 1169969 w 2915191"/>
                <a:gd name="connsiteY120" fmla="*/ 211920 h 345543"/>
                <a:gd name="connsiteX121" fmla="*/ 1179728 w 2915191"/>
                <a:gd name="connsiteY121" fmla="*/ 216975 h 345543"/>
                <a:gd name="connsiteX122" fmla="*/ 1189472 w 2915191"/>
                <a:gd name="connsiteY122" fmla="*/ 217877 h 345543"/>
                <a:gd name="connsiteX123" fmla="*/ 1199231 w 2915191"/>
                <a:gd name="connsiteY123" fmla="*/ 245899 h 345543"/>
                <a:gd name="connsiteX124" fmla="*/ 1208975 w 2915191"/>
                <a:gd name="connsiteY124" fmla="*/ 267739 h 345543"/>
                <a:gd name="connsiteX125" fmla="*/ 1218719 w 2915191"/>
                <a:gd name="connsiteY125" fmla="*/ 281729 h 345543"/>
                <a:gd name="connsiteX126" fmla="*/ 1228478 w 2915191"/>
                <a:gd name="connsiteY126" fmla="*/ 293958 h 345543"/>
                <a:gd name="connsiteX127" fmla="*/ 1238222 w 2915191"/>
                <a:gd name="connsiteY127" fmla="*/ 245070 h 345543"/>
                <a:gd name="connsiteX128" fmla="*/ 1247966 w 2915191"/>
                <a:gd name="connsiteY128" fmla="*/ 250082 h 345543"/>
                <a:gd name="connsiteX129" fmla="*/ 1257725 w 2915191"/>
                <a:gd name="connsiteY129" fmla="*/ 255605 h 345543"/>
                <a:gd name="connsiteX130" fmla="*/ 1267469 w 2915191"/>
                <a:gd name="connsiteY130" fmla="*/ 222753 h 345543"/>
                <a:gd name="connsiteX131" fmla="*/ 1277227 w 2915191"/>
                <a:gd name="connsiteY131" fmla="*/ 211189 h 345543"/>
                <a:gd name="connsiteX132" fmla="*/ 1286971 w 2915191"/>
                <a:gd name="connsiteY132" fmla="*/ 184859 h 345543"/>
                <a:gd name="connsiteX133" fmla="*/ 1296715 w 2915191"/>
                <a:gd name="connsiteY133" fmla="*/ 158868 h 345543"/>
                <a:gd name="connsiteX134" fmla="*/ 1306474 w 2915191"/>
                <a:gd name="connsiteY134" fmla="*/ 135253 h 345543"/>
                <a:gd name="connsiteX135" fmla="*/ 1316218 w 2915191"/>
                <a:gd name="connsiteY135" fmla="*/ 102885 h 345543"/>
                <a:gd name="connsiteX136" fmla="*/ 1325977 w 2915191"/>
                <a:gd name="connsiteY136" fmla="*/ 107921 h 345543"/>
                <a:gd name="connsiteX137" fmla="*/ 1335721 w 2915191"/>
                <a:gd name="connsiteY137" fmla="*/ 94004 h 345543"/>
                <a:gd name="connsiteX138" fmla="*/ 1345465 w 2915191"/>
                <a:gd name="connsiteY138" fmla="*/ 98539 h 345543"/>
                <a:gd name="connsiteX139" fmla="*/ 1355224 w 2915191"/>
                <a:gd name="connsiteY139" fmla="*/ 97348 h 345543"/>
                <a:gd name="connsiteX140" fmla="*/ 1364967 w 2915191"/>
                <a:gd name="connsiteY140" fmla="*/ 109469 h 345543"/>
                <a:gd name="connsiteX141" fmla="*/ 1374726 w 2915191"/>
                <a:gd name="connsiteY141" fmla="*/ 126053 h 345543"/>
                <a:gd name="connsiteX142" fmla="*/ 1384470 w 2915191"/>
                <a:gd name="connsiteY142" fmla="*/ 128358 h 345543"/>
                <a:gd name="connsiteX143" fmla="*/ 1394214 w 2915191"/>
                <a:gd name="connsiteY143" fmla="*/ 119628 h 345543"/>
                <a:gd name="connsiteX144" fmla="*/ 1403973 w 2915191"/>
                <a:gd name="connsiteY144" fmla="*/ 147162 h 345543"/>
                <a:gd name="connsiteX145" fmla="*/ 1413717 w 2915191"/>
                <a:gd name="connsiteY145" fmla="*/ 210925 h 345543"/>
                <a:gd name="connsiteX146" fmla="*/ 1423476 w 2915191"/>
                <a:gd name="connsiteY146" fmla="*/ 215761 h 345543"/>
                <a:gd name="connsiteX147" fmla="*/ 1433220 w 2915191"/>
                <a:gd name="connsiteY147" fmla="*/ 238662 h 345543"/>
                <a:gd name="connsiteX148" fmla="*/ 1442964 w 2915191"/>
                <a:gd name="connsiteY148" fmla="*/ 249737 h 345543"/>
                <a:gd name="connsiteX149" fmla="*/ 1452722 w 2915191"/>
                <a:gd name="connsiteY149" fmla="*/ 243682 h 345543"/>
                <a:gd name="connsiteX150" fmla="*/ 1462466 w 2915191"/>
                <a:gd name="connsiteY150" fmla="*/ 238416 h 345543"/>
                <a:gd name="connsiteX151" fmla="*/ 1472225 w 2915191"/>
                <a:gd name="connsiteY151" fmla="*/ 254101 h 345543"/>
                <a:gd name="connsiteX152" fmla="*/ 1481969 w 2915191"/>
                <a:gd name="connsiteY152" fmla="*/ 249031 h 345543"/>
                <a:gd name="connsiteX153" fmla="*/ 1491713 w 2915191"/>
                <a:gd name="connsiteY153" fmla="*/ 238160 h 345543"/>
                <a:gd name="connsiteX154" fmla="*/ 1501472 w 2915191"/>
                <a:gd name="connsiteY154" fmla="*/ 247345 h 345543"/>
                <a:gd name="connsiteX155" fmla="*/ 1511216 w 2915191"/>
                <a:gd name="connsiteY155" fmla="*/ 238483 h 345543"/>
                <a:gd name="connsiteX156" fmla="*/ 1520960 w 2915191"/>
                <a:gd name="connsiteY156" fmla="*/ 235966 h 345543"/>
                <a:gd name="connsiteX157" fmla="*/ 1530719 w 2915191"/>
                <a:gd name="connsiteY157" fmla="*/ 253764 h 345543"/>
                <a:gd name="connsiteX158" fmla="*/ 1540463 w 2915191"/>
                <a:gd name="connsiteY158" fmla="*/ 241638 h 345543"/>
                <a:gd name="connsiteX159" fmla="*/ 1550221 w 2915191"/>
                <a:gd name="connsiteY159" fmla="*/ 258973 h 345543"/>
                <a:gd name="connsiteX160" fmla="*/ 1559965 w 2915191"/>
                <a:gd name="connsiteY160" fmla="*/ 225375 h 345543"/>
                <a:gd name="connsiteX161" fmla="*/ 1569709 w 2915191"/>
                <a:gd name="connsiteY161" fmla="*/ 228969 h 345543"/>
                <a:gd name="connsiteX162" fmla="*/ 1579468 w 2915191"/>
                <a:gd name="connsiteY162" fmla="*/ 200950 h 345543"/>
                <a:gd name="connsiteX163" fmla="*/ 1589212 w 2915191"/>
                <a:gd name="connsiteY163" fmla="*/ 224627 h 345543"/>
                <a:gd name="connsiteX164" fmla="*/ 1598971 w 2915191"/>
                <a:gd name="connsiteY164" fmla="*/ 217963 h 345543"/>
                <a:gd name="connsiteX165" fmla="*/ 1608715 w 2915191"/>
                <a:gd name="connsiteY165" fmla="*/ 215383 h 345543"/>
                <a:gd name="connsiteX166" fmla="*/ 1618459 w 2915191"/>
                <a:gd name="connsiteY166" fmla="*/ 201592 h 345543"/>
                <a:gd name="connsiteX167" fmla="*/ 1628218 w 2915191"/>
                <a:gd name="connsiteY167" fmla="*/ 194548 h 345543"/>
                <a:gd name="connsiteX168" fmla="*/ 1637962 w 2915191"/>
                <a:gd name="connsiteY168" fmla="*/ 200917 h 345543"/>
                <a:gd name="connsiteX169" fmla="*/ 1647720 w 2915191"/>
                <a:gd name="connsiteY169" fmla="*/ 225258 h 345543"/>
                <a:gd name="connsiteX170" fmla="*/ 1657464 w 2915191"/>
                <a:gd name="connsiteY170" fmla="*/ 226587 h 345543"/>
                <a:gd name="connsiteX171" fmla="*/ 1667208 w 2915191"/>
                <a:gd name="connsiteY171" fmla="*/ 218553 h 345543"/>
                <a:gd name="connsiteX172" fmla="*/ 1676967 w 2915191"/>
                <a:gd name="connsiteY172" fmla="*/ 214654 h 345543"/>
                <a:gd name="connsiteX173" fmla="*/ 1686711 w 2915191"/>
                <a:gd name="connsiteY173" fmla="*/ 235825 h 345543"/>
                <a:gd name="connsiteX174" fmla="*/ 1696470 w 2915191"/>
                <a:gd name="connsiteY174" fmla="*/ 217635 h 345543"/>
                <a:gd name="connsiteX175" fmla="*/ 1706214 w 2915191"/>
                <a:gd name="connsiteY175" fmla="*/ 214447 h 345543"/>
                <a:gd name="connsiteX176" fmla="*/ 1715958 w 2915191"/>
                <a:gd name="connsiteY176" fmla="*/ 182353 h 345543"/>
                <a:gd name="connsiteX177" fmla="*/ 1725716 w 2915191"/>
                <a:gd name="connsiteY177" fmla="*/ 205169 h 345543"/>
                <a:gd name="connsiteX178" fmla="*/ 1735460 w 2915191"/>
                <a:gd name="connsiteY178" fmla="*/ 185407 h 345543"/>
                <a:gd name="connsiteX179" fmla="*/ 1745219 w 2915191"/>
                <a:gd name="connsiteY179" fmla="*/ 189251 h 345543"/>
                <a:gd name="connsiteX180" fmla="*/ 1754963 w 2915191"/>
                <a:gd name="connsiteY180" fmla="*/ 260999 h 345543"/>
                <a:gd name="connsiteX181" fmla="*/ 1764707 w 2915191"/>
                <a:gd name="connsiteY181" fmla="*/ 243770 h 345543"/>
                <a:gd name="connsiteX182" fmla="*/ 1774466 w 2915191"/>
                <a:gd name="connsiteY182" fmla="*/ 228571 h 345543"/>
                <a:gd name="connsiteX183" fmla="*/ 1784210 w 2915191"/>
                <a:gd name="connsiteY183" fmla="*/ 232692 h 345543"/>
                <a:gd name="connsiteX184" fmla="*/ 1793969 w 2915191"/>
                <a:gd name="connsiteY184" fmla="*/ 217241 h 345543"/>
                <a:gd name="connsiteX185" fmla="*/ 1803713 w 2915191"/>
                <a:gd name="connsiteY185" fmla="*/ 191579 h 345543"/>
                <a:gd name="connsiteX186" fmla="*/ 1813457 w 2915191"/>
                <a:gd name="connsiteY186" fmla="*/ 143710 h 345543"/>
                <a:gd name="connsiteX187" fmla="*/ 1823215 w 2915191"/>
                <a:gd name="connsiteY187" fmla="*/ 160969 h 345543"/>
                <a:gd name="connsiteX188" fmla="*/ 1832959 w 2915191"/>
                <a:gd name="connsiteY188" fmla="*/ 168801 h 345543"/>
                <a:gd name="connsiteX189" fmla="*/ 1842703 w 2915191"/>
                <a:gd name="connsiteY189" fmla="*/ 180802 h 345543"/>
                <a:gd name="connsiteX190" fmla="*/ 1852462 w 2915191"/>
                <a:gd name="connsiteY190" fmla="*/ 174763 h 345543"/>
                <a:gd name="connsiteX191" fmla="*/ 1862206 w 2915191"/>
                <a:gd name="connsiteY191" fmla="*/ 168156 h 345543"/>
                <a:gd name="connsiteX192" fmla="*/ 1871965 w 2915191"/>
                <a:gd name="connsiteY192" fmla="*/ 130359 h 345543"/>
                <a:gd name="connsiteX193" fmla="*/ 1881709 w 2915191"/>
                <a:gd name="connsiteY193" fmla="*/ 128283 h 345543"/>
                <a:gd name="connsiteX194" fmla="*/ 1891453 w 2915191"/>
                <a:gd name="connsiteY194" fmla="*/ 112265 h 345543"/>
                <a:gd name="connsiteX195" fmla="*/ 1901212 w 2915191"/>
                <a:gd name="connsiteY195" fmla="*/ 119357 h 345543"/>
                <a:gd name="connsiteX196" fmla="*/ 1910956 w 2915191"/>
                <a:gd name="connsiteY196" fmla="*/ 147466 h 345543"/>
                <a:gd name="connsiteX197" fmla="*/ 1920714 w 2915191"/>
                <a:gd name="connsiteY197" fmla="*/ 176836 h 345543"/>
                <a:gd name="connsiteX198" fmla="*/ 1930458 w 2915191"/>
                <a:gd name="connsiteY198" fmla="*/ 131501 h 345543"/>
                <a:gd name="connsiteX199" fmla="*/ 1940202 w 2915191"/>
                <a:gd name="connsiteY199" fmla="*/ 116203 h 345543"/>
                <a:gd name="connsiteX200" fmla="*/ 1949961 w 2915191"/>
                <a:gd name="connsiteY200" fmla="*/ 118133 h 345543"/>
                <a:gd name="connsiteX201" fmla="*/ 1959705 w 2915191"/>
                <a:gd name="connsiteY201" fmla="*/ 104119 h 345543"/>
                <a:gd name="connsiteX202" fmla="*/ 1969464 w 2915191"/>
                <a:gd name="connsiteY202" fmla="*/ 100066 h 345543"/>
                <a:gd name="connsiteX203" fmla="*/ 1979208 w 2915191"/>
                <a:gd name="connsiteY203" fmla="*/ 95964 h 345543"/>
                <a:gd name="connsiteX204" fmla="*/ 1988952 w 2915191"/>
                <a:gd name="connsiteY204" fmla="*/ 104117 h 345543"/>
                <a:gd name="connsiteX205" fmla="*/ 1998711 w 2915191"/>
                <a:gd name="connsiteY205" fmla="*/ 84981 h 345543"/>
                <a:gd name="connsiteX206" fmla="*/ 2008454 w 2915191"/>
                <a:gd name="connsiteY206" fmla="*/ 59352 h 345543"/>
                <a:gd name="connsiteX207" fmla="*/ 2018213 w 2915191"/>
                <a:gd name="connsiteY207" fmla="*/ 71755 h 345543"/>
                <a:gd name="connsiteX208" fmla="*/ 2027957 w 2915191"/>
                <a:gd name="connsiteY208" fmla="*/ 60442 h 345543"/>
                <a:gd name="connsiteX209" fmla="*/ 2037701 w 2915191"/>
                <a:gd name="connsiteY209" fmla="*/ 89044 h 345543"/>
                <a:gd name="connsiteX210" fmla="*/ 2047460 w 2915191"/>
                <a:gd name="connsiteY210" fmla="*/ 108752 h 345543"/>
                <a:gd name="connsiteX211" fmla="*/ 2057204 w 2915191"/>
                <a:gd name="connsiteY211" fmla="*/ 105544 h 345543"/>
                <a:gd name="connsiteX212" fmla="*/ 2066963 w 2915191"/>
                <a:gd name="connsiteY212" fmla="*/ 99817 h 345543"/>
                <a:gd name="connsiteX213" fmla="*/ 2076707 w 2915191"/>
                <a:gd name="connsiteY213" fmla="*/ 80255 h 345543"/>
                <a:gd name="connsiteX214" fmla="*/ 2086451 w 2915191"/>
                <a:gd name="connsiteY214" fmla="*/ 111136 h 345543"/>
                <a:gd name="connsiteX215" fmla="*/ 2096210 w 2915191"/>
                <a:gd name="connsiteY215" fmla="*/ 118359 h 345543"/>
                <a:gd name="connsiteX216" fmla="*/ 2105954 w 2915191"/>
                <a:gd name="connsiteY216" fmla="*/ 167847 h 345543"/>
                <a:gd name="connsiteX217" fmla="*/ 2115697 w 2915191"/>
                <a:gd name="connsiteY217" fmla="*/ 157662 h 345543"/>
                <a:gd name="connsiteX218" fmla="*/ 2125456 w 2915191"/>
                <a:gd name="connsiteY218" fmla="*/ 178859 h 345543"/>
                <a:gd name="connsiteX219" fmla="*/ 2135200 w 2915191"/>
                <a:gd name="connsiteY219" fmla="*/ 185708 h 345543"/>
                <a:gd name="connsiteX220" fmla="*/ 2144959 w 2915191"/>
                <a:gd name="connsiteY220" fmla="*/ 147694 h 345543"/>
                <a:gd name="connsiteX221" fmla="*/ 2154703 w 2915191"/>
                <a:gd name="connsiteY221" fmla="*/ 145949 h 345543"/>
                <a:gd name="connsiteX222" fmla="*/ 2164447 w 2915191"/>
                <a:gd name="connsiteY222" fmla="*/ 135740 h 345543"/>
                <a:gd name="connsiteX223" fmla="*/ 2174206 w 2915191"/>
                <a:gd name="connsiteY223" fmla="*/ 102676 h 345543"/>
                <a:gd name="connsiteX224" fmla="*/ 2183950 w 2915191"/>
                <a:gd name="connsiteY224" fmla="*/ 102588 h 345543"/>
                <a:gd name="connsiteX225" fmla="*/ 2193709 w 2915191"/>
                <a:gd name="connsiteY225" fmla="*/ 116626 h 345543"/>
                <a:gd name="connsiteX226" fmla="*/ 2203452 w 2915191"/>
                <a:gd name="connsiteY226" fmla="*/ 148245 h 345543"/>
                <a:gd name="connsiteX227" fmla="*/ 2213196 w 2915191"/>
                <a:gd name="connsiteY227" fmla="*/ 117589 h 345543"/>
                <a:gd name="connsiteX228" fmla="*/ 2222955 w 2915191"/>
                <a:gd name="connsiteY228" fmla="*/ 97448 h 345543"/>
                <a:gd name="connsiteX229" fmla="*/ 2232699 w 2915191"/>
                <a:gd name="connsiteY229" fmla="*/ 132371 h 345543"/>
                <a:gd name="connsiteX230" fmla="*/ 2242458 w 2915191"/>
                <a:gd name="connsiteY230" fmla="*/ 134515 h 345543"/>
                <a:gd name="connsiteX231" fmla="*/ 2252202 w 2915191"/>
                <a:gd name="connsiteY231" fmla="*/ 184688 h 345543"/>
                <a:gd name="connsiteX232" fmla="*/ 2261946 w 2915191"/>
                <a:gd name="connsiteY232" fmla="*/ 183080 h 345543"/>
                <a:gd name="connsiteX233" fmla="*/ 2271705 w 2915191"/>
                <a:gd name="connsiteY233" fmla="*/ 171301 h 345543"/>
                <a:gd name="connsiteX234" fmla="*/ 2281449 w 2915191"/>
                <a:gd name="connsiteY234" fmla="*/ 158246 h 345543"/>
                <a:gd name="connsiteX235" fmla="*/ 2291208 w 2915191"/>
                <a:gd name="connsiteY235" fmla="*/ 122111 h 345543"/>
                <a:gd name="connsiteX236" fmla="*/ 2300951 w 2915191"/>
                <a:gd name="connsiteY236" fmla="*/ 141002 h 345543"/>
                <a:gd name="connsiteX237" fmla="*/ 2310695 w 2915191"/>
                <a:gd name="connsiteY237" fmla="*/ 106995 h 345543"/>
                <a:gd name="connsiteX238" fmla="*/ 2320454 w 2915191"/>
                <a:gd name="connsiteY238" fmla="*/ 99618 h 345543"/>
                <a:gd name="connsiteX239" fmla="*/ 2330198 w 2915191"/>
                <a:gd name="connsiteY239" fmla="*/ 89333 h 345543"/>
                <a:gd name="connsiteX240" fmla="*/ 2339957 w 2915191"/>
                <a:gd name="connsiteY240" fmla="*/ 90964 h 345543"/>
                <a:gd name="connsiteX241" fmla="*/ 2349701 w 2915191"/>
                <a:gd name="connsiteY241" fmla="*/ 117256 h 345543"/>
                <a:gd name="connsiteX242" fmla="*/ 2359445 w 2915191"/>
                <a:gd name="connsiteY242" fmla="*/ 133382 h 345543"/>
                <a:gd name="connsiteX243" fmla="*/ 2369204 w 2915191"/>
                <a:gd name="connsiteY243" fmla="*/ 146843 h 345543"/>
                <a:gd name="connsiteX244" fmla="*/ 2378948 w 2915191"/>
                <a:gd name="connsiteY244" fmla="*/ 161202 h 345543"/>
                <a:gd name="connsiteX245" fmla="*/ 2388692 w 2915191"/>
                <a:gd name="connsiteY245" fmla="*/ 161249 h 345543"/>
                <a:gd name="connsiteX246" fmla="*/ 2398450 w 2915191"/>
                <a:gd name="connsiteY246" fmla="*/ 199889 h 345543"/>
                <a:gd name="connsiteX247" fmla="*/ 2408194 w 2915191"/>
                <a:gd name="connsiteY247" fmla="*/ 211785 h 345543"/>
                <a:gd name="connsiteX248" fmla="*/ 2417953 w 2915191"/>
                <a:gd name="connsiteY248" fmla="*/ 180702 h 345543"/>
                <a:gd name="connsiteX249" fmla="*/ 2427697 w 2915191"/>
                <a:gd name="connsiteY249" fmla="*/ 174933 h 345543"/>
                <a:gd name="connsiteX250" fmla="*/ 2437441 w 2915191"/>
                <a:gd name="connsiteY250" fmla="*/ 184950 h 345543"/>
                <a:gd name="connsiteX251" fmla="*/ 2447200 w 2915191"/>
                <a:gd name="connsiteY251" fmla="*/ 198191 h 345543"/>
                <a:gd name="connsiteX252" fmla="*/ 2456944 w 2915191"/>
                <a:gd name="connsiteY252" fmla="*/ 172599 h 345543"/>
                <a:gd name="connsiteX253" fmla="*/ 2466703 w 2915191"/>
                <a:gd name="connsiteY253" fmla="*/ 187755 h 345543"/>
                <a:gd name="connsiteX254" fmla="*/ 2476446 w 2915191"/>
                <a:gd name="connsiteY254" fmla="*/ 184802 h 345543"/>
                <a:gd name="connsiteX255" fmla="*/ 2486190 w 2915191"/>
                <a:gd name="connsiteY255" fmla="*/ 180120 h 345543"/>
                <a:gd name="connsiteX256" fmla="*/ 2495949 w 2915191"/>
                <a:gd name="connsiteY256" fmla="*/ 186608 h 345543"/>
                <a:gd name="connsiteX257" fmla="*/ 2505693 w 2915191"/>
                <a:gd name="connsiteY257" fmla="*/ 180020 h 345543"/>
                <a:gd name="connsiteX258" fmla="*/ 2515452 w 2915191"/>
                <a:gd name="connsiteY258" fmla="*/ 154321 h 345543"/>
                <a:gd name="connsiteX259" fmla="*/ 2525196 w 2915191"/>
                <a:gd name="connsiteY259" fmla="*/ 149714 h 345543"/>
                <a:gd name="connsiteX260" fmla="*/ 2534940 w 2915191"/>
                <a:gd name="connsiteY260" fmla="*/ 171726 h 345543"/>
                <a:gd name="connsiteX261" fmla="*/ 2544699 w 2915191"/>
                <a:gd name="connsiteY261" fmla="*/ 160919 h 345543"/>
                <a:gd name="connsiteX262" fmla="*/ 2554443 w 2915191"/>
                <a:gd name="connsiteY262" fmla="*/ 144678 h 345543"/>
                <a:gd name="connsiteX263" fmla="*/ 2564202 w 2915191"/>
                <a:gd name="connsiteY263" fmla="*/ 150796 h 345543"/>
                <a:gd name="connsiteX264" fmla="*/ 2573946 w 2915191"/>
                <a:gd name="connsiteY264" fmla="*/ 155060 h 345543"/>
                <a:gd name="connsiteX265" fmla="*/ 2583690 w 2915191"/>
                <a:gd name="connsiteY265" fmla="*/ 177427 h 345543"/>
                <a:gd name="connsiteX266" fmla="*/ 2593448 w 2915191"/>
                <a:gd name="connsiteY266" fmla="*/ 185114 h 345543"/>
                <a:gd name="connsiteX267" fmla="*/ 2603192 w 2915191"/>
                <a:gd name="connsiteY267" fmla="*/ 214282 h 345543"/>
                <a:gd name="connsiteX268" fmla="*/ 2612951 w 2915191"/>
                <a:gd name="connsiteY268" fmla="*/ 251998 h 345543"/>
                <a:gd name="connsiteX269" fmla="*/ 2622695 w 2915191"/>
                <a:gd name="connsiteY269" fmla="*/ 258099 h 345543"/>
                <a:gd name="connsiteX270" fmla="*/ 2632439 w 2915191"/>
                <a:gd name="connsiteY270" fmla="*/ 275116 h 345543"/>
                <a:gd name="connsiteX271" fmla="*/ 2642198 w 2915191"/>
                <a:gd name="connsiteY271" fmla="*/ 305583 h 345543"/>
                <a:gd name="connsiteX272" fmla="*/ 2651942 w 2915191"/>
                <a:gd name="connsiteY272" fmla="*/ 306547 h 345543"/>
                <a:gd name="connsiteX273" fmla="*/ 2661685 w 2915191"/>
                <a:gd name="connsiteY273" fmla="*/ 281194 h 345543"/>
                <a:gd name="connsiteX274" fmla="*/ 2671444 w 2915191"/>
                <a:gd name="connsiteY274" fmla="*/ 272575 h 345543"/>
                <a:gd name="connsiteX275" fmla="*/ 2681188 w 2915191"/>
                <a:gd name="connsiteY275" fmla="*/ 238920 h 345543"/>
                <a:gd name="connsiteX276" fmla="*/ 2690947 w 2915191"/>
                <a:gd name="connsiteY276" fmla="*/ 253451 h 345543"/>
                <a:gd name="connsiteX277" fmla="*/ 2700691 w 2915191"/>
                <a:gd name="connsiteY277" fmla="*/ 244150 h 345543"/>
                <a:gd name="connsiteX278" fmla="*/ 2710435 w 2915191"/>
                <a:gd name="connsiteY278" fmla="*/ 235787 h 345543"/>
                <a:gd name="connsiteX279" fmla="*/ 2720194 w 2915191"/>
                <a:gd name="connsiteY279" fmla="*/ 218184 h 345543"/>
                <a:gd name="connsiteX280" fmla="*/ 2729938 w 2915191"/>
                <a:gd name="connsiteY280" fmla="*/ 214489 h 345543"/>
                <a:gd name="connsiteX281" fmla="*/ 2739697 w 2915191"/>
                <a:gd name="connsiteY281" fmla="*/ 183103 h 345543"/>
                <a:gd name="connsiteX282" fmla="*/ 2749441 w 2915191"/>
                <a:gd name="connsiteY282" fmla="*/ 187948 h 345543"/>
                <a:gd name="connsiteX283" fmla="*/ 2759185 w 2915191"/>
                <a:gd name="connsiteY283" fmla="*/ 208230 h 345543"/>
                <a:gd name="connsiteX284" fmla="*/ 2768943 w 2915191"/>
                <a:gd name="connsiteY284" fmla="*/ 227266 h 345543"/>
                <a:gd name="connsiteX285" fmla="*/ 2778687 w 2915191"/>
                <a:gd name="connsiteY285" fmla="*/ 254507 h 345543"/>
                <a:gd name="connsiteX286" fmla="*/ 2788446 w 2915191"/>
                <a:gd name="connsiteY286" fmla="*/ 248277 h 345543"/>
                <a:gd name="connsiteX287" fmla="*/ 2798190 w 2915191"/>
                <a:gd name="connsiteY287" fmla="*/ 250219 h 345543"/>
                <a:gd name="connsiteX288" fmla="*/ 2807934 w 2915191"/>
                <a:gd name="connsiteY288" fmla="*/ 253263 h 345543"/>
                <a:gd name="connsiteX289" fmla="*/ 2817693 w 2915191"/>
                <a:gd name="connsiteY289" fmla="*/ 240310 h 345543"/>
                <a:gd name="connsiteX290" fmla="*/ 2827437 w 2915191"/>
                <a:gd name="connsiteY290" fmla="*/ 267721 h 345543"/>
                <a:gd name="connsiteX291" fmla="*/ 2837196 w 2915191"/>
                <a:gd name="connsiteY291" fmla="*/ 270451 h 345543"/>
                <a:gd name="connsiteX292" fmla="*/ 2846940 w 2915191"/>
                <a:gd name="connsiteY292" fmla="*/ 278954 h 345543"/>
                <a:gd name="connsiteX293" fmla="*/ 2856684 w 2915191"/>
                <a:gd name="connsiteY293" fmla="*/ 271836 h 345543"/>
                <a:gd name="connsiteX294" fmla="*/ 2866442 w 2915191"/>
                <a:gd name="connsiteY294" fmla="*/ 260886 h 345543"/>
                <a:gd name="connsiteX295" fmla="*/ 2876186 w 2915191"/>
                <a:gd name="connsiteY295" fmla="*/ 262271 h 345543"/>
                <a:gd name="connsiteX296" fmla="*/ 2885945 w 2915191"/>
                <a:gd name="connsiteY296" fmla="*/ 270248 h 345543"/>
                <a:gd name="connsiteX297" fmla="*/ 2895689 w 2915191"/>
                <a:gd name="connsiteY297" fmla="*/ 261236 h 345543"/>
                <a:gd name="connsiteX298" fmla="*/ 2905433 w 2915191"/>
                <a:gd name="connsiteY298" fmla="*/ 237427 h 345543"/>
                <a:gd name="connsiteX299" fmla="*/ 2915192 w 2915191"/>
                <a:gd name="connsiteY299" fmla="*/ 252557 h 345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45543">
                  <a:moveTo>
                    <a:pt x="0" y="6621"/>
                  </a:moveTo>
                  <a:lnTo>
                    <a:pt x="9750" y="0"/>
                  </a:lnTo>
                  <a:lnTo>
                    <a:pt x="19500" y="23292"/>
                  </a:lnTo>
                  <a:lnTo>
                    <a:pt x="29250" y="39840"/>
                  </a:lnTo>
                  <a:lnTo>
                    <a:pt x="39000" y="15100"/>
                  </a:lnTo>
                  <a:lnTo>
                    <a:pt x="48749" y="41932"/>
                  </a:lnTo>
                  <a:lnTo>
                    <a:pt x="58499" y="42791"/>
                  </a:lnTo>
                  <a:lnTo>
                    <a:pt x="68249" y="18792"/>
                  </a:lnTo>
                  <a:lnTo>
                    <a:pt x="77998" y="38238"/>
                  </a:lnTo>
                  <a:lnTo>
                    <a:pt x="87748" y="63091"/>
                  </a:lnTo>
                  <a:lnTo>
                    <a:pt x="97497" y="64636"/>
                  </a:lnTo>
                  <a:lnTo>
                    <a:pt x="107247" y="65465"/>
                  </a:lnTo>
                  <a:lnTo>
                    <a:pt x="116997" y="29083"/>
                  </a:lnTo>
                  <a:lnTo>
                    <a:pt x="126747" y="72899"/>
                  </a:lnTo>
                  <a:lnTo>
                    <a:pt x="136497" y="79867"/>
                  </a:lnTo>
                  <a:lnTo>
                    <a:pt x="146247" y="87549"/>
                  </a:lnTo>
                  <a:lnTo>
                    <a:pt x="155997" y="86897"/>
                  </a:lnTo>
                  <a:lnTo>
                    <a:pt x="165747" y="93107"/>
                  </a:lnTo>
                  <a:lnTo>
                    <a:pt x="175497" y="72855"/>
                  </a:lnTo>
                  <a:lnTo>
                    <a:pt x="185247" y="48325"/>
                  </a:lnTo>
                  <a:lnTo>
                    <a:pt x="194996" y="79252"/>
                  </a:lnTo>
                  <a:lnTo>
                    <a:pt x="204746" y="71552"/>
                  </a:lnTo>
                  <a:lnTo>
                    <a:pt x="214495" y="63224"/>
                  </a:lnTo>
                  <a:lnTo>
                    <a:pt x="224245" y="62123"/>
                  </a:lnTo>
                  <a:lnTo>
                    <a:pt x="233995" y="106473"/>
                  </a:lnTo>
                  <a:lnTo>
                    <a:pt x="243744" y="154017"/>
                  </a:lnTo>
                  <a:lnTo>
                    <a:pt x="253494" y="154070"/>
                  </a:lnTo>
                  <a:lnTo>
                    <a:pt x="263244" y="152932"/>
                  </a:lnTo>
                  <a:lnTo>
                    <a:pt x="272994" y="170823"/>
                  </a:lnTo>
                  <a:lnTo>
                    <a:pt x="282744" y="193138"/>
                  </a:lnTo>
                  <a:lnTo>
                    <a:pt x="292494" y="176163"/>
                  </a:lnTo>
                  <a:lnTo>
                    <a:pt x="302244" y="206771"/>
                  </a:lnTo>
                  <a:lnTo>
                    <a:pt x="311994" y="197018"/>
                  </a:lnTo>
                  <a:lnTo>
                    <a:pt x="321744" y="214322"/>
                  </a:lnTo>
                  <a:lnTo>
                    <a:pt x="331493" y="248913"/>
                  </a:lnTo>
                  <a:lnTo>
                    <a:pt x="341243" y="251055"/>
                  </a:lnTo>
                  <a:lnTo>
                    <a:pt x="350993" y="292595"/>
                  </a:lnTo>
                  <a:lnTo>
                    <a:pt x="360742" y="291230"/>
                  </a:lnTo>
                  <a:lnTo>
                    <a:pt x="370492" y="259950"/>
                  </a:lnTo>
                  <a:lnTo>
                    <a:pt x="380241" y="277599"/>
                  </a:lnTo>
                  <a:lnTo>
                    <a:pt x="389991" y="320246"/>
                  </a:lnTo>
                  <a:lnTo>
                    <a:pt x="399741" y="336395"/>
                  </a:lnTo>
                  <a:lnTo>
                    <a:pt x="409491" y="345543"/>
                  </a:lnTo>
                  <a:lnTo>
                    <a:pt x="419241" y="299142"/>
                  </a:lnTo>
                  <a:lnTo>
                    <a:pt x="428991" y="289717"/>
                  </a:lnTo>
                  <a:lnTo>
                    <a:pt x="438741" y="245534"/>
                  </a:lnTo>
                  <a:lnTo>
                    <a:pt x="448491" y="265980"/>
                  </a:lnTo>
                  <a:lnTo>
                    <a:pt x="458241" y="273268"/>
                  </a:lnTo>
                  <a:lnTo>
                    <a:pt x="467991" y="264710"/>
                  </a:lnTo>
                  <a:lnTo>
                    <a:pt x="477740" y="188891"/>
                  </a:lnTo>
                  <a:lnTo>
                    <a:pt x="487490" y="215254"/>
                  </a:lnTo>
                  <a:lnTo>
                    <a:pt x="497239" y="226563"/>
                  </a:lnTo>
                  <a:lnTo>
                    <a:pt x="506989" y="206178"/>
                  </a:lnTo>
                  <a:lnTo>
                    <a:pt x="516738" y="176571"/>
                  </a:lnTo>
                  <a:lnTo>
                    <a:pt x="526488" y="181578"/>
                  </a:lnTo>
                  <a:lnTo>
                    <a:pt x="536238" y="198572"/>
                  </a:lnTo>
                  <a:lnTo>
                    <a:pt x="545988" y="204982"/>
                  </a:lnTo>
                  <a:lnTo>
                    <a:pt x="555738" y="212158"/>
                  </a:lnTo>
                  <a:lnTo>
                    <a:pt x="565488" y="219557"/>
                  </a:lnTo>
                  <a:lnTo>
                    <a:pt x="575238" y="182632"/>
                  </a:lnTo>
                  <a:lnTo>
                    <a:pt x="584988" y="161064"/>
                  </a:lnTo>
                  <a:lnTo>
                    <a:pt x="594738" y="168433"/>
                  </a:lnTo>
                  <a:lnTo>
                    <a:pt x="604488" y="178076"/>
                  </a:lnTo>
                  <a:lnTo>
                    <a:pt x="614237" y="172339"/>
                  </a:lnTo>
                  <a:lnTo>
                    <a:pt x="623987" y="188082"/>
                  </a:lnTo>
                  <a:lnTo>
                    <a:pt x="633736" y="167615"/>
                  </a:lnTo>
                  <a:lnTo>
                    <a:pt x="643486" y="156971"/>
                  </a:lnTo>
                  <a:lnTo>
                    <a:pt x="653236" y="147475"/>
                  </a:lnTo>
                  <a:lnTo>
                    <a:pt x="662985" y="150310"/>
                  </a:lnTo>
                  <a:lnTo>
                    <a:pt x="672735" y="144957"/>
                  </a:lnTo>
                  <a:lnTo>
                    <a:pt x="682485" y="140074"/>
                  </a:lnTo>
                  <a:lnTo>
                    <a:pt x="692235" y="161422"/>
                  </a:lnTo>
                  <a:lnTo>
                    <a:pt x="701985" y="194095"/>
                  </a:lnTo>
                  <a:lnTo>
                    <a:pt x="711735" y="200160"/>
                  </a:lnTo>
                  <a:lnTo>
                    <a:pt x="721485" y="192632"/>
                  </a:lnTo>
                  <a:lnTo>
                    <a:pt x="731235" y="207330"/>
                  </a:lnTo>
                  <a:lnTo>
                    <a:pt x="740985" y="176008"/>
                  </a:lnTo>
                  <a:lnTo>
                    <a:pt x="750734" y="173609"/>
                  </a:lnTo>
                  <a:lnTo>
                    <a:pt x="760484" y="155130"/>
                  </a:lnTo>
                  <a:lnTo>
                    <a:pt x="770233" y="168566"/>
                  </a:lnTo>
                  <a:lnTo>
                    <a:pt x="779983" y="175842"/>
                  </a:lnTo>
                  <a:lnTo>
                    <a:pt x="789733" y="199776"/>
                  </a:lnTo>
                  <a:lnTo>
                    <a:pt x="799482" y="219419"/>
                  </a:lnTo>
                  <a:lnTo>
                    <a:pt x="809232" y="206351"/>
                  </a:lnTo>
                  <a:lnTo>
                    <a:pt x="818982" y="233151"/>
                  </a:lnTo>
                  <a:lnTo>
                    <a:pt x="828732" y="249638"/>
                  </a:lnTo>
                  <a:lnTo>
                    <a:pt x="838482" y="244947"/>
                  </a:lnTo>
                  <a:lnTo>
                    <a:pt x="848232" y="254262"/>
                  </a:lnTo>
                  <a:lnTo>
                    <a:pt x="857982" y="268186"/>
                  </a:lnTo>
                  <a:lnTo>
                    <a:pt x="867732" y="237899"/>
                  </a:lnTo>
                  <a:lnTo>
                    <a:pt x="877482" y="230210"/>
                  </a:lnTo>
                  <a:lnTo>
                    <a:pt x="887231" y="238373"/>
                  </a:lnTo>
                  <a:lnTo>
                    <a:pt x="896981" y="235460"/>
                  </a:lnTo>
                  <a:lnTo>
                    <a:pt x="906730" y="234359"/>
                  </a:lnTo>
                  <a:lnTo>
                    <a:pt x="916480" y="222320"/>
                  </a:lnTo>
                  <a:lnTo>
                    <a:pt x="926230" y="237657"/>
                  </a:lnTo>
                  <a:lnTo>
                    <a:pt x="935979" y="194615"/>
                  </a:lnTo>
                  <a:lnTo>
                    <a:pt x="945729" y="221394"/>
                  </a:lnTo>
                  <a:lnTo>
                    <a:pt x="955479" y="224249"/>
                  </a:lnTo>
                  <a:lnTo>
                    <a:pt x="965229" y="261954"/>
                  </a:lnTo>
                  <a:lnTo>
                    <a:pt x="974979" y="256484"/>
                  </a:lnTo>
                  <a:lnTo>
                    <a:pt x="984729" y="269902"/>
                  </a:lnTo>
                  <a:lnTo>
                    <a:pt x="994474" y="242134"/>
                  </a:lnTo>
                  <a:lnTo>
                    <a:pt x="1004233" y="204722"/>
                  </a:lnTo>
                  <a:lnTo>
                    <a:pt x="1013977" y="173272"/>
                  </a:lnTo>
                  <a:lnTo>
                    <a:pt x="1023721" y="175367"/>
                  </a:lnTo>
                  <a:lnTo>
                    <a:pt x="1033480" y="203434"/>
                  </a:lnTo>
                  <a:lnTo>
                    <a:pt x="1043224" y="218392"/>
                  </a:lnTo>
                  <a:lnTo>
                    <a:pt x="1052983" y="202821"/>
                  </a:lnTo>
                  <a:lnTo>
                    <a:pt x="1062727" y="186455"/>
                  </a:lnTo>
                  <a:lnTo>
                    <a:pt x="1072471" y="182122"/>
                  </a:lnTo>
                  <a:lnTo>
                    <a:pt x="1082230" y="208346"/>
                  </a:lnTo>
                  <a:lnTo>
                    <a:pt x="1091973" y="185306"/>
                  </a:lnTo>
                  <a:lnTo>
                    <a:pt x="1101732" y="199178"/>
                  </a:lnTo>
                  <a:lnTo>
                    <a:pt x="1111476" y="222993"/>
                  </a:lnTo>
                  <a:lnTo>
                    <a:pt x="1121220" y="265190"/>
                  </a:lnTo>
                  <a:lnTo>
                    <a:pt x="1130979" y="261361"/>
                  </a:lnTo>
                  <a:lnTo>
                    <a:pt x="1140723" y="215990"/>
                  </a:lnTo>
                  <a:lnTo>
                    <a:pt x="1150482" y="177532"/>
                  </a:lnTo>
                  <a:lnTo>
                    <a:pt x="1160226" y="185041"/>
                  </a:lnTo>
                  <a:lnTo>
                    <a:pt x="1169969" y="211920"/>
                  </a:lnTo>
                  <a:lnTo>
                    <a:pt x="1179728" y="216975"/>
                  </a:lnTo>
                  <a:lnTo>
                    <a:pt x="1189472" y="217877"/>
                  </a:lnTo>
                  <a:lnTo>
                    <a:pt x="1199231" y="245899"/>
                  </a:lnTo>
                  <a:lnTo>
                    <a:pt x="1208975" y="267739"/>
                  </a:lnTo>
                  <a:lnTo>
                    <a:pt x="1218719" y="281729"/>
                  </a:lnTo>
                  <a:lnTo>
                    <a:pt x="1228478" y="293958"/>
                  </a:lnTo>
                  <a:lnTo>
                    <a:pt x="1238222" y="245070"/>
                  </a:lnTo>
                  <a:lnTo>
                    <a:pt x="1247966" y="250082"/>
                  </a:lnTo>
                  <a:lnTo>
                    <a:pt x="1257725" y="255605"/>
                  </a:lnTo>
                  <a:lnTo>
                    <a:pt x="1267469" y="222753"/>
                  </a:lnTo>
                  <a:lnTo>
                    <a:pt x="1277227" y="211189"/>
                  </a:lnTo>
                  <a:lnTo>
                    <a:pt x="1286971" y="184859"/>
                  </a:lnTo>
                  <a:lnTo>
                    <a:pt x="1296715" y="158868"/>
                  </a:lnTo>
                  <a:lnTo>
                    <a:pt x="1306474" y="135253"/>
                  </a:lnTo>
                  <a:lnTo>
                    <a:pt x="1316218" y="102885"/>
                  </a:lnTo>
                  <a:lnTo>
                    <a:pt x="1325977" y="107921"/>
                  </a:lnTo>
                  <a:lnTo>
                    <a:pt x="1335721" y="94004"/>
                  </a:lnTo>
                  <a:lnTo>
                    <a:pt x="1345465" y="98539"/>
                  </a:lnTo>
                  <a:lnTo>
                    <a:pt x="1355224" y="97348"/>
                  </a:lnTo>
                  <a:lnTo>
                    <a:pt x="1364967" y="109469"/>
                  </a:lnTo>
                  <a:lnTo>
                    <a:pt x="1374726" y="126053"/>
                  </a:lnTo>
                  <a:lnTo>
                    <a:pt x="1384470" y="128358"/>
                  </a:lnTo>
                  <a:lnTo>
                    <a:pt x="1394214" y="119628"/>
                  </a:lnTo>
                  <a:lnTo>
                    <a:pt x="1403973" y="147162"/>
                  </a:lnTo>
                  <a:lnTo>
                    <a:pt x="1413717" y="210925"/>
                  </a:lnTo>
                  <a:lnTo>
                    <a:pt x="1423476" y="215761"/>
                  </a:lnTo>
                  <a:lnTo>
                    <a:pt x="1433220" y="238662"/>
                  </a:lnTo>
                  <a:lnTo>
                    <a:pt x="1442964" y="249737"/>
                  </a:lnTo>
                  <a:lnTo>
                    <a:pt x="1452722" y="243682"/>
                  </a:lnTo>
                  <a:lnTo>
                    <a:pt x="1462466" y="238416"/>
                  </a:lnTo>
                  <a:lnTo>
                    <a:pt x="1472225" y="254101"/>
                  </a:lnTo>
                  <a:lnTo>
                    <a:pt x="1481969" y="249031"/>
                  </a:lnTo>
                  <a:lnTo>
                    <a:pt x="1491713" y="238160"/>
                  </a:lnTo>
                  <a:lnTo>
                    <a:pt x="1501472" y="247345"/>
                  </a:lnTo>
                  <a:lnTo>
                    <a:pt x="1511216" y="238483"/>
                  </a:lnTo>
                  <a:lnTo>
                    <a:pt x="1520960" y="235966"/>
                  </a:lnTo>
                  <a:lnTo>
                    <a:pt x="1530719" y="253764"/>
                  </a:lnTo>
                  <a:lnTo>
                    <a:pt x="1540463" y="241638"/>
                  </a:lnTo>
                  <a:lnTo>
                    <a:pt x="1550221" y="258973"/>
                  </a:lnTo>
                  <a:lnTo>
                    <a:pt x="1559965" y="225375"/>
                  </a:lnTo>
                  <a:lnTo>
                    <a:pt x="1569709" y="228969"/>
                  </a:lnTo>
                  <a:lnTo>
                    <a:pt x="1579468" y="200950"/>
                  </a:lnTo>
                  <a:lnTo>
                    <a:pt x="1589212" y="224627"/>
                  </a:lnTo>
                  <a:lnTo>
                    <a:pt x="1598971" y="217963"/>
                  </a:lnTo>
                  <a:lnTo>
                    <a:pt x="1608715" y="215383"/>
                  </a:lnTo>
                  <a:lnTo>
                    <a:pt x="1618459" y="201592"/>
                  </a:lnTo>
                  <a:lnTo>
                    <a:pt x="1628218" y="194548"/>
                  </a:lnTo>
                  <a:lnTo>
                    <a:pt x="1637962" y="200917"/>
                  </a:lnTo>
                  <a:lnTo>
                    <a:pt x="1647720" y="225258"/>
                  </a:lnTo>
                  <a:lnTo>
                    <a:pt x="1657464" y="226587"/>
                  </a:lnTo>
                  <a:lnTo>
                    <a:pt x="1667208" y="218553"/>
                  </a:lnTo>
                  <a:lnTo>
                    <a:pt x="1676967" y="214654"/>
                  </a:lnTo>
                  <a:lnTo>
                    <a:pt x="1686711" y="235825"/>
                  </a:lnTo>
                  <a:lnTo>
                    <a:pt x="1696470" y="217635"/>
                  </a:lnTo>
                  <a:lnTo>
                    <a:pt x="1706214" y="214447"/>
                  </a:lnTo>
                  <a:lnTo>
                    <a:pt x="1715958" y="182353"/>
                  </a:lnTo>
                  <a:lnTo>
                    <a:pt x="1725716" y="205169"/>
                  </a:lnTo>
                  <a:lnTo>
                    <a:pt x="1735460" y="185407"/>
                  </a:lnTo>
                  <a:lnTo>
                    <a:pt x="1745219" y="189251"/>
                  </a:lnTo>
                  <a:lnTo>
                    <a:pt x="1754963" y="260999"/>
                  </a:lnTo>
                  <a:lnTo>
                    <a:pt x="1764707" y="243770"/>
                  </a:lnTo>
                  <a:lnTo>
                    <a:pt x="1774466" y="228571"/>
                  </a:lnTo>
                  <a:lnTo>
                    <a:pt x="1784210" y="232692"/>
                  </a:lnTo>
                  <a:lnTo>
                    <a:pt x="1793969" y="217241"/>
                  </a:lnTo>
                  <a:lnTo>
                    <a:pt x="1803713" y="191579"/>
                  </a:lnTo>
                  <a:lnTo>
                    <a:pt x="1813457" y="143710"/>
                  </a:lnTo>
                  <a:lnTo>
                    <a:pt x="1823215" y="160969"/>
                  </a:lnTo>
                  <a:lnTo>
                    <a:pt x="1832959" y="168801"/>
                  </a:lnTo>
                  <a:lnTo>
                    <a:pt x="1842703" y="180802"/>
                  </a:lnTo>
                  <a:lnTo>
                    <a:pt x="1852462" y="174763"/>
                  </a:lnTo>
                  <a:lnTo>
                    <a:pt x="1862206" y="168156"/>
                  </a:lnTo>
                  <a:lnTo>
                    <a:pt x="1871965" y="130359"/>
                  </a:lnTo>
                  <a:lnTo>
                    <a:pt x="1881709" y="128283"/>
                  </a:lnTo>
                  <a:lnTo>
                    <a:pt x="1891453" y="112265"/>
                  </a:lnTo>
                  <a:lnTo>
                    <a:pt x="1901212" y="119357"/>
                  </a:lnTo>
                  <a:lnTo>
                    <a:pt x="1910956" y="147466"/>
                  </a:lnTo>
                  <a:lnTo>
                    <a:pt x="1920714" y="176836"/>
                  </a:lnTo>
                  <a:lnTo>
                    <a:pt x="1930458" y="131501"/>
                  </a:lnTo>
                  <a:lnTo>
                    <a:pt x="1940202" y="116203"/>
                  </a:lnTo>
                  <a:lnTo>
                    <a:pt x="1949961" y="118133"/>
                  </a:lnTo>
                  <a:lnTo>
                    <a:pt x="1959705" y="104119"/>
                  </a:lnTo>
                  <a:lnTo>
                    <a:pt x="1969464" y="100066"/>
                  </a:lnTo>
                  <a:lnTo>
                    <a:pt x="1979208" y="95964"/>
                  </a:lnTo>
                  <a:lnTo>
                    <a:pt x="1988952" y="104117"/>
                  </a:lnTo>
                  <a:lnTo>
                    <a:pt x="1998711" y="84981"/>
                  </a:lnTo>
                  <a:lnTo>
                    <a:pt x="2008454" y="59352"/>
                  </a:lnTo>
                  <a:lnTo>
                    <a:pt x="2018213" y="71755"/>
                  </a:lnTo>
                  <a:lnTo>
                    <a:pt x="2027957" y="60442"/>
                  </a:lnTo>
                  <a:lnTo>
                    <a:pt x="2037701" y="89044"/>
                  </a:lnTo>
                  <a:lnTo>
                    <a:pt x="2047460" y="108752"/>
                  </a:lnTo>
                  <a:lnTo>
                    <a:pt x="2057204" y="105544"/>
                  </a:lnTo>
                  <a:lnTo>
                    <a:pt x="2066963" y="99817"/>
                  </a:lnTo>
                  <a:lnTo>
                    <a:pt x="2076707" y="80255"/>
                  </a:lnTo>
                  <a:lnTo>
                    <a:pt x="2086451" y="111136"/>
                  </a:lnTo>
                  <a:lnTo>
                    <a:pt x="2096210" y="118359"/>
                  </a:lnTo>
                  <a:lnTo>
                    <a:pt x="2105954" y="167847"/>
                  </a:lnTo>
                  <a:lnTo>
                    <a:pt x="2115697" y="157662"/>
                  </a:lnTo>
                  <a:lnTo>
                    <a:pt x="2125456" y="178859"/>
                  </a:lnTo>
                  <a:lnTo>
                    <a:pt x="2135200" y="185708"/>
                  </a:lnTo>
                  <a:lnTo>
                    <a:pt x="2144959" y="147694"/>
                  </a:lnTo>
                  <a:lnTo>
                    <a:pt x="2154703" y="145949"/>
                  </a:lnTo>
                  <a:lnTo>
                    <a:pt x="2164447" y="135740"/>
                  </a:lnTo>
                  <a:lnTo>
                    <a:pt x="2174206" y="102676"/>
                  </a:lnTo>
                  <a:lnTo>
                    <a:pt x="2183950" y="102588"/>
                  </a:lnTo>
                  <a:lnTo>
                    <a:pt x="2193709" y="116626"/>
                  </a:lnTo>
                  <a:lnTo>
                    <a:pt x="2203452" y="148245"/>
                  </a:lnTo>
                  <a:lnTo>
                    <a:pt x="2213196" y="117589"/>
                  </a:lnTo>
                  <a:lnTo>
                    <a:pt x="2222955" y="97448"/>
                  </a:lnTo>
                  <a:lnTo>
                    <a:pt x="2232699" y="132371"/>
                  </a:lnTo>
                  <a:lnTo>
                    <a:pt x="2242458" y="134515"/>
                  </a:lnTo>
                  <a:lnTo>
                    <a:pt x="2252202" y="184688"/>
                  </a:lnTo>
                  <a:lnTo>
                    <a:pt x="2261946" y="183080"/>
                  </a:lnTo>
                  <a:lnTo>
                    <a:pt x="2271705" y="171301"/>
                  </a:lnTo>
                  <a:lnTo>
                    <a:pt x="2281449" y="158246"/>
                  </a:lnTo>
                  <a:lnTo>
                    <a:pt x="2291208" y="122111"/>
                  </a:lnTo>
                  <a:lnTo>
                    <a:pt x="2300951" y="141002"/>
                  </a:lnTo>
                  <a:lnTo>
                    <a:pt x="2310695" y="106995"/>
                  </a:lnTo>
                  <a:lnTo>
                    <a:pt x="2320454" y="99618"/>
                  </a:lnTo>
                  <a:lnTo>
                    <a:pt x="2330198" y="89333"/>
                  </a:lnTo>
                  <a:lnTo>
                    <a:pt x="2339957" y="90964"/>
                  </a:lnTo>
                  <a:lnTo>
                    <a:pt x="2349701" y="117256"/>
                  </a:lnTo>
                  <a:lnTo>
                    <a:pt x="2359445" y="133382"/>
                  </a:lnTo>
                  <a:lnTo>
                    <a:pt x="2369204" y="146843"/>
                  </a:lnTo>
                  <a:lnTo>
                    <a:pt x="2378948" y="161202"/>
                  </a:lnTo>
                  <a:lnTo>
                    <a:pt x="2388692" y="161249"/>
                  </a:lnTo>
                  <a:lnTo>
                    <a:pt x="2398450" y="199889"/>
                  </a:lnTo>
                  <a:lnTo>
                    <a:pt x="2408194" y="211785"/>
                  </a:lnTo>
                  <a:lnTo>
                    <a:pt x="2417953" y="180702"/>
                  </a:lnTo>
                  <a:lnTo>
                    <a:pt x="2427697" y="174933"/>
                  </a:lnTo>
                  <a:lnTo>
                    <a:pt x="2437441" y="184950"/>
                  </a:lnTo>
                  <a:lnTo>
                    <a:pt x="2447200" y="198191"/>
                  </a:lnTo>
                  <a:lnTo>
                    <a:pt x="2456944" y="172599"/>
                  </a:lnTo>
                  <a:lnTo>
                    <a:pt x="2466703" y="187755"/>
                  </a:lnTo>
                  <a:lnTo>
                    <a:pt x="2476446" y="184802"/>
                  </a:lnTo>
                  <a:lnTo>
                    <a:pt x="2486190" y="180120"/>
                  </a:lnTo>
                  <a:lnTo>
                    <a:pt x="2495949" y="186608"/>
                  </a:lnTo>
                  <a:lnTo>
                    <a:pt x="2505693" y="180020"/>
                  </a:lnTo>
                  <a:lnTo>
                    <a:pt x="2515452" y="154321"/>
                  </a:lnTo>
                  <a:lnTo>
                    <a:pt x="2525196" y="149714"/>
                  </a:lnTo>
                  <a:lnTo>
                    <a:pt x="2534940" y="171726"/>
                  </a:lnTo>
                  <a:lnTo>
                    <a:pt x="2544699" y="160919"/>
                  </a:lnTo>
                  <a:lnTo>
                    <a:pt x="2554443" y="144678"/>
                  </a:lnTo>
                  <a:lnTo>
                    <a:pt x="2564202" y="150796"/>
                  </a:lnTo>
                  <a:lnTo>
                    <a:pt x="2573946" y="155060"/>
                  </a:lnTo>
                  <a:lnTo>
                    <a:pt x="2583690" y="177427"/>
                  </a:lnTo>
                  <a:lnTo>
                    <a:pt x="2593448" y="185114"/>
                  </a:lnTo>
                  <a:lnTo>
                    <a:pt x="2603192" y="214282"/>
                  </a:lnTo>
                  <a:lnTo>
                    <a:pt x="2612951" y="251998"/>
                  </a:lnTo>
                  <a:lnTo>
                    <a:pt x="2622695" y="258099"/>
                  </a:lnTo>
                  <a:lnTo>
                    <a:pt x="2632439" y="275116"/>
                  </a:lnTo>
                  <a:lnTo>
                    <a:pt x="2642198" y="305583"/>
                  </a:lnTo>
                  <a:lnTo>
                    <a:pt x="2651942" y="306547"/>
                  </a:lnTo>
                  <a:lnTo>
                    <a:pt x="2661685" y="281194"/>
                  </a:lnTo>
                  <a:lnTo>
                    <a:pt x="2671444" y="272575"/>
                  </a:lnTo>
                  <a:lnTo>
                    <a:pt x="2681188" y="238920"/>
                  </a:lnTo>
                  <a:lnTo>
                    <a:pt x="2690947" y="253451"/>
                  </a:lnTo>
                  <a:lnTo>
                    <a:pt x="2700691" y="244150"/>
                  </a:lnTo>
                  <a:lnTo>
                    <a:pt x="2710435" y="235787"/>
                  </a:lnTo>
                  <a:lnTo>
                    <a:pt x="2720194" y="218184"/>
                  </a:lnTo>
                  <a:lnTo>
                    <a:pt x="2729938" y="214489"/>
                  </a:lnTo>
                  <a:lnTo>
                    <a:pt x="2739697" y="183103"/>
                  </a:lnTo>
                  <a:lnTo>
                    <a:pt x="2749441" y="187948"/>
                  </a:lnTo>
                  <a:lnTo>
                    <a:pt x="2759185" y="208230"/>
                  </a:lnTo>
                  <a:lnTo>
                    <a:pt x="2768943" y="227266"/>
                  </a:lnTo>
                  <a:lnTo>
                    <a:pt x="2778687" y="254507"/>
                  </a:lnTo>
                  <a:lnTo>
                    <a:pt x="2788446" y="248277"/>
                  </a:lnTo>
                  <a:lnTo>
                    <a:pt x="2798190" y="250219"/>
                  </a:lnTo>
                  <a:lnTo>
                    <a:pt x="2807934" y="253263"/>
                  </a:lnTo>
                  <a:lnTo>
                    <a:pt x="2817693" y="240310"/>
                  </a:lnTo>
                  <a:lnTo>
                    <a:pt x="2827437" y="267721"/>
                  </a:lnTo>
                  <a:lnTo>
                    <a:pt x="2837196" y="270451"/>
                  </a:lnTo>
                  <a:lnTo>
                    <a:pt x="2846940" y="278954"/>
                  </a:lnTo>
                  <a:lnTo>
                    <a:pt x="2856684" y="271836"/>
                  </a:lnTo>
                  <a:lnTo>
                    <a:pt x="2866442" y="260886"/>
                  </a:lnTo>
                  <a:lnTo>
                    <a:pt x="2876186" y="262271"/>
                  </a:lnTo>
                  <a:lnTo>
                    <a:pt x="2885945" y="270248"/>
                  </a:lnTo>
                  <a:lnTo>
                    <a:pt x="2895689" y="261236"/>
                  </a:lnTo>
                  <a:lnTo>
                    <a:pt x="2905433" y="237427"/>
                  </a:lnTo>
                  <a:lnTo>
                    <a:pt x="2915192" y="25255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3" name="Freeform 982">
              <a:extLst>
                <a:ext uri="{FF2B5EF4-FFF2-40B4-BE49-F238E27FC236}">
                  <a16:creationId xmlns:a16="http://schemas.microsoft.com/office/drawing/2014/main" id="{5A365605-AD5C-0223-80A7-A2A425EAD84B}"/>
                </a:ext>
              </a:extLst>
            </p:cNvPr>
            <p:cNvSpPr/>
            <p:nvPr/>
          </p:nvSpPr>
          <p:spPr>
            <a:xfrm>
              <a:off x="4426652" y="3133535"/>
              <a:ext cx="2915191" cy="404347"/>
            </a:xfrm>
            <a:custGeom>
              <a:avLst/>
              <a:gdLst>
                <a:gd name="connsiteX0" fmla="*/ 0 w 2915191"/>
                <a:gd name="connsiteY0" fmla="*/ 0 h 404347"/>
                <a:gd name="connsiteX1" fmla="*/ 9750 w 2915191"/>
                <a:gd name="connsiteY1" fmla="*/ 19090 h 404347"/>
                <a:gd name="connsiteX2" fmla="*/ 19500 w 2915191"/>
                <a:gd name="connsiteY2" fmla="*/ 7520 h 404347"/>
                <a:gd name="connsiteX3" fmla="*/ 29250 w 2915191"/>
                <a:gd name="connsiteY3" fmla="*/ 28892 h 404347"/>
                <a:gd name="connsiteX4" fmla="*/ 39000 w 2915191"/>
                <a:gd name="connsiteY4" fmla="*/ 41708 h 404347"/>
                <a:gd name="connsiteX5" fmla="*/ 48749 w 2915191"/>
                <a:gd name="connsiteY5" fmla="*/ 85408 h 404347"/>
                <a:gd name="connsiteX6" fmla="*/ 58499 w 2915191"/>
                <a:gd name="connsiteY6" fmla="*/ 89230 h 404347"/>
                <a:gd name="connsiteX7" fmla="*/ 68249 w 2915191"/>
                <a:gd name="connsiteY7" fmla="*/ 100218 h 404347"/>
                <a:gd name="connsiteX8" fmla="*/ 77998 w 2915191"/>
                <a:gd name="connsiteY8" fmla="*/ 89400 h 404347"/>
                <a:gd name="connsiteX9" fmla="*/ 87748 w 2915191"/>
                <a:gd name="connsiteY9" fmla="*/ 119386 h 404347"/>
                <a:gd name="connsiteX10" fmla="*/ 97497 w 2915191"/>
                <a:gd name="connsiteY10" fmla="*/ 123548 h 404347"/>
                <a:gd name="connsiteX11" fmla="*/ 107247 w 2915191"/>
                <a:gd name="connsiteY11" fmla="*/ 152369 h 404347"/>
                <a:gd name="connsiteX12" fmla="*/ 116997 w 2915191"/>
                <a:gd name="connsiteY12" fmla="*/ 174536 h 404347"/>
                <a:gd name="connsiteX13" fmla="*/ 126747 w 2915191"/>
                <a:gd name="connsiteY13" fmla="*/ 205324 h 404347"/>
                <a:gd name="connsiteX14" fmla="*/ 136497 w 2915191"/>
                <a:gd name="connsiteY14" fmla="*/ 212453 h 404347"/>
                <a:gd name="connsiteX15" fmla="*/ 146247 w 2915191"/>
                <a:gd name="connsiteY15" fmla="*/ 229641 h 404347"/>
                <a:gd name="connsiteX16" fmla="*/ 155997 w 2915191"/>
                <a:gd name="connsiteY16" fmla="*/ 247830 h 404347"/>
                <a:gd name="connsiteX17" fmla="*/ 165747 w 2915191"/>
                <a:gd name="connsiteY17" fmla="*/ 241447 h 404347"/>
                <a:gd name="connsiteX18" fmla="*/ 175497 w 2915191"/>
                <a:gd name="connsiteY18" fmla="*/ 268308 h 404347"/>
                <a:gd name="connsiteX19" fmla="*/ 185247 w 2915191"/>
                <a:gd name="connsiteY19" fmla="*/ 288915 h 404347"/>
                <a:gd name="connsiteX20" fmla="*/ 194996 w 2915191"/>
                <a:gd name="connsiteY20" fmla="*/ 255595 h 404347"/>
                <a:gd name="connsiteX21" fmla="*/ 204746 w 2915191"/>
                <a:gd name="connsiteY21" fmla="*/ 249007 h 404347"/>
                <a:gd name="connsiteX22" fmla="*/ 214495 w 2915191"/>
                <a:gd name="connsiteY22" fmla="*/ 261839 h 404347"/>
                <a:gd name="connsiteX23" fmla="*/ 224245 w 2915191"/>
                <a:gd name="connsiteY23" fmla="*/ 252536 h 404347"/>
                <a:gd name="connsiteX24" fmla="*/ 233995 w 2915191"/>
                <a:gd name="connsiteY24" fmla="*/ 263180 h 404347"/>
                <a:gd name="connsiteX25" fmla="*/ 243744 w 2915191"/>
                <a:gd name="connsiteY25" fmla="*/ 243889 h 404347"/>
                <a:gd name="connsiteX26" fmla="*/ 253494 w 2915191"/>
                <a:gd name="connsiteY26" fmla="*/ 206093 h 404347"/>
                <a:gd name="connsiteX27" fmla="*/ 263244 w 2915191"/>
                <a:gd name="connsiteY27" fmla="*/ 171454 h 404347"/>
                <a:gd name="connsiteX28" fmla="*/ 272994 w 2915191"/>
                <a:gd name="connsiteY28" fmla="*/ 168393 h 404347"/>
                <a:gd name="connsiteX29" fmla="*/ 282744 w 2915191"/>
                <a:gd name="connsiteY29" fmla="*/ 176458 h 404347"/>
                <a:gd name="connsiteX30" fmla="*/ 292494 w 2915191"/>
                <a:gd name="connsiteY30" fmla="*/ 186255 h 404347"/>
                <a:gd name="connsiteX31" fmla="*/ 302244 w 2915191"/>
                <a:gd name="connsiteY31" fmla="*/ 178829 h 404347"/>
                <a:gd name="connsiteX32" fmla="*/ 311994 w 2915191"/>
                <a:gd name="connsiteY32" fmla="*/ 158623 h 404347"/>
                <a:gd name="connsiteX33" fmla="*/ 321744 w 2915191"/>
                <a:gd name="connsiteY33" fmla="*/ 122243 h 404347"/>
                <a:gd name="connsiteX34" fmla="*/ 331493 w 2915191"/>
                <a:gd name="connsiteY34" fmla="*/ 112869 h 404347"/>
                <a:gd name="connsiteX35" fmla="*/ 341243 w 2915191"/>
                <a:gd name="connsiteY35" fmla="*/ 145208 h 404347"/>
                <a:gd name="connsiteX36" fmla="*/ 350993 w 2915191"/>
                <a:gd name="connsiteY36" fmla="*/ 141727 h 404347"/>
                <a:gd name="connsiteX37" fmla="*/ 360742 w 2915191"/>
                <a:gd name="connsiteY37" fmla="*/ 139383 h 404347"/>
                <a:gd name="connsiteX38" fmla="*/ 370492 w 2915191"/>
                <a:gd name="connsiteY38" fmla="*/ 162372 h 404347"/>
                <a:gd name="connsiteX39" fmla="*/ 380241 w 2915191"/>
                <a:gd name="connsiteY39" fmla="*/ 183532 h 404347"/>
                <a:gd name="connsiteX40" fmla="*/ 389991 w 2915191"/>
                <a:gd name="connsiteY40" fmla="*/ 174655 h 404347"/>
                <a:gd name="connsiteX41" fmla="*/ 399741 w 2915191"/>
                <a:gd name="connsiteY41" fmla="*/ 191418 h 404347"/>
                <a:gd name="connsiteX42" fmla="*/ 409491 w 2915191"/>
                <a:gd name="connsiteY42" fmla="*/ 211753 h 404347"/>
                <a:gd name="connsiteX43" fmla="*/ 419241 w 2915191"/>
                <a:gd name="connsiteY43" fmla="*/ 234027 h 404347"/>
                <a:gd name="connsiteX44" fmla="*/ 428991 w 2915191"/>
                <a:gd name="connsiteY44" fmla="*/ 201045 h 404347"/>
                <a:gd name="connsiteX45" fmla="*/ 438741 w 2915191"/>
                <a:gd name="connsiteY45" fmla="*/ 219653 h 404347"/>
                <a:gd name="connsiteX46" fmla="*/ 448491 w 2915191"/>
                <a:gd name="connsiteY46" fmla="*/ 195662 h 404347"/>
                <a:gd name="connsiteX47" fmla="*/ 458241 w 2915191"/>
                <a:gd name="connsiteY47" fmla="*/ 201929 h 404347"/>
                <a:gd name="connsiteX48" fmla="*/ 467991 w 2915191"/>
                <a:gd name="connsiteY48" fmla="*/ 187088 h 404347"/>
                <a:gd name="connsiteX49" fmla="*/ 477740 w 2915191"/>
                <a:gd name="connsiteY49" fmla="*/ 214906 h 404347"/>
                <a:gd name="connsiteX50" fmla="*/ 487490 w 2915191"/>
                <a:gd name="connsiteY50" fmla="*/ 212090 h 404347"/>
                <a:gd name="connsiteX51" fmla="*/ 497239 w 2915191"/>
                <a:gd name="connsiteY51" fmla="*/ 201410 h 404347"/>
                <a:gd name="connsiteX52" fmla="*/ 506989 w 2915191"/>
                <a:gd name="connsiteY52" fmla="*/ 178499 h 404347"/>
                <a:gd name="connsiteX53" fmla="*/ 516738 w 2915191"/>
                <a:gd name="connsiteY53" fmla="*/ 162937 h 404347"/>
                <a:gd name="connsiteX54" fmla="*/ 526488 w 2915191"/>
                <a:gd name="connsiteY54" fmla="*/ 167767 h 404347"/>
                <a:gd name="connsiteX55" fmla="*/ 536238 w 2915191"/>
                <a:gd name="connsiteY55" fmla="*/ 131282 h 404347"/>
                <a:gd name="connsiteX56" fmla="*/ 545988 w 2915191"/>
                <a:gd name="connsiteY56" fmla="*/ 107538 h 404347"/>
                <a:gd name="connsiteX57" fmla="*/ 555738 w 2915191"/>
                <a:gd name="connsiteY57" fmla="*/ 133136 h 404347"/>
                <a:gd name="connsiteX58" fmla="*/ 565488 w 2915191"/>
                <a:gd name="connsiteY58" fmla="*/ 111838 h 404347"/>
                <a:gd name="connsiteX59" fmla="*/ 575238 w 2915191"/>
                <a:gd name="connsiteY59" fmla="*/ 110267 h 404347"/>
                <a:gd name="connsiteX60" fmla="*/ 584988 w 2915191"/>
                <a:gd name="connsiteY60" fmla="*/ 123222 h 404347"/>
                <a:gd name="connsiteX61" fmla="*/ 594738 w 2915191"/>
                <a:gd name="connsiteY61" fmla="*/ 85730 h 404347"/>
                <a:gd name="connsiteX62" fmla="*/ 604488 w 2915191"/>
                <a:gd name="connsiteY62" fmla="*/ 104627 h 404347"/>
                <a:gd name="connsiteX63" fmla="*/ 614237 w 2915191"/>
                <a:gd name="connsiteY63" fmla="*/ 106714 h 404347"/>
                <a:gd name="connsiteX64" fmla="*/ 623987 w 2915191"/>
                <a:gd name="connsiteY64" fmla="*/ 82590 h 404347"/>
                <a:gd name="connsiteX65" fmla="*/ 633736 w 2915191"/>
                <a:gd name="connsiteY65" fmla="*/ 70947 h 404347"/>
                <a:gd name="connsiteX66" fmla="*/ 643486 w 2915191"/>
                <a:gd name="connsiteY66" fmla="*/ 66749 h 404347"/>
                <a:gd name="connsiteX67" fmla="*/ 653236 w 2915191"/>
                <a:gd name="connsiteY67" fmla="*/ 85359 h 404347"/>
                <a:gd name="connsiteX68" fmla="*/ 662985 w 2915191"/>
                <a:gd name="connsiteY68" fmla="*/ 87810 h 404347"/>
                <a:gd name="connsiteX69" fmla="*/ 672735 w 2915191"/>
                <a:gd name="connsiteY69" fmla="*/ 116629 h 404347"/>
                <a:gd name="connsiteX70" fmla="*/ 682485 w 2915191"/>
                <a:gd name="connsiteY70" fmla="*/ 108895 h 404347"/>
                <a:gd name="connsiteX71" fmla="*/ 692235 w 2915191"/>
                <a:gd name="connsiteY71" fmla="*/ 106963 h 404347"/>
                <a:gd name="connsiteX72" fmla="*/ 701985 w 2915191"/>
                <a:gd name="connsiteY72" fmla="*/ 84967 h 404347"/>
                <a:gd name="connsiteX73" fmla="*/ 711735 w 2915191"/>
                <a:gd name="connsiteY73" fmla="*/ 115974 h 404347"/>
                <a:gd name="connsiteX74" fmla="*/ 721485 w 2915191"/>
                <a:gd name="connsiteY74" fmla="*/ 133081 h 404347"/>
                <a:gd name="connsiteX75" fmla="*/ 731235 w 2915191"/>
                <a:gd name="connsiteY75" fmla="*/ 137698 h 404347"/>
                <a:gd name="connsiteX76" fmla="*/ 740985 w 2915191"/>
                <a:gd name="connsiteY76" fmla="*/ 141160 h 404347"/>
                <a:gd name="connsiteX77" fmla="*/ 750734 w 2915191"/>
                <a:gd name="connsiteY77" fmla="*/ 111598 h 404347"/>
                <a:gd name="connsiteX78" fmla="*/ 760484 w 2915191"/>
                <a:gd name="connsiteY78" fmla="*/ 129545 h 404347"/>
                <a:gd name="connsiteX79" fmla="*/ 770233 w 2915191"/>
                <a:gd name="connsiteY79" fmla="*/ 121570 h 404347"/>
                <a:gd name="connsiteX80" fmla="*/ 779983 w 2915191"/>
                <a:gd name="connsiteY80" fmla="*/ 143108 h 404347"/>
                <a:gd name="connsiteX81" fmla="*/ 789733 w 2915191"/>
                <a:gd name="connsiteY81" fmla="*/ 137533 h 404347"/>
                <a:gd name="connsiteX82" fmla="*/ 799482 w 2915191"/>
                <a:gd name="connsiteY82" fmla="*/ 128607 h 404347"/>
                <a:gd name="connsiteX83" fmla="*/ 809232 w 2915191"/>
                <a:gd name="connsiteY83" fmla="*/ 170421 h 404347"/>
                <a:gd name="connsiteX84" fmla="*/ 818982 w 2915191"/>
                <a:gd name="connsiteY84" fmla="*/ 198861 h 404347"/>
                <a:gd name="connsiteX85" fmla="*/ 828732 w 2915191"/>
                <a:gd name="connsiteY85" fmla="*/ 190634 h 404347"/>
                <a:gd name="connsiteX86" fmla="*/ 838482 w 2915191"/>
                <a:gd name="connsiteY86" fmla="*/ 194143 h 404347"/>
                <a:gd name="connsiteX87" fmla="*/ 848232 w 2915191"/>
                <a:gd name="connsiteY87" fmla="*/ 156886 h 404347"/>
                <a:gd name="connsiteX88" fmla="*/ 857982 w 2915191"/>
                <a:gd name="connsiteY88" fmla="*/ 163141 h 404347"/>
                <a:gd name="connsiteX89" fmla="*/ 867732 w 2915191"/>
                <a:gd name="connsiteY89" fmla="*/ 152204 h 404347"/>
                <a:gd name="connsiteX90" fmla="*/ 877482 w 2915191"/>
                <a:gd name="connsiteY90" fmla="*/ 153248 h 404347"/>
                <a:gd name="connsiteX91" fmla="*/ 887231 w 2915191"/>
                <a:gd name="connsiteY91" fmla="*/ 122714 h 404347"/>
                <a:gd name="connsiteX92" fmla="*/ 896981 w 2915191"/>
                <a:gd name="connsiteY92" fmla="*/ 123596 h 404347"/>
                <a:gd name="connsiteX93" fmla="*/ 906730 w 2915191"/>
                <a:gd name="connsiteY93" fmla="*/ 114159 h 404347"/>
                <a:gd name="connsiteX94" fmla="*/ 916480 w 2915191"/>
                <a:gd name="connsiteY94" fmla="*/ 93350 h 404347"/>
                <a:gd name="connsiteX95" fmla="*/ 926230 w 2915191"/>
                <a:gd name="connsiteY95" fmla="*/ 96186 h 404347"/>
                <a:gd name="connsiteX96" fmla="*/ 935979 w 2915191"/>
                <a:gd name="connsiteY96" fmla="*/ 133361 h 404347"/>
                <a:gd name="connsiteX97" fmla="*/ 945729 w 2915191"/>
                <a:gd name="connsiteY97" fmla="*/ 130503 h 404347"/>
                <a:gd name="connsiteX98" fmla="*/ 955479 w 2915191"/>
                <a:gd name="connsiteY98" fmla="*/ 125731 h 404347"/>
                <a:gd name="connsiteX99" fmla="*/ 965229 w 2915191"/>
                <a:gd name="connsiteY99" fmla="*/ 134447 h 404347"/>
                <a:gd name="connsiteX100" fmla="*/ 974979 w 2915191"/>
                <a:gd name="connsiteY100" fmla="*/ 138379 h 404347"/>
                <a:gd name="connsiteX101" fmla="*/ 984729 w 2915191"/>
                <a:gd name="connsiteY101" fmla="*/ 145281 h 404347"/>
                <a:gd name="connsiteX102" fmla="*/ 994474 w 2915191"/>
                <a:gd name="connsiteY102" fmla="*/ 185437 h 404347"/>
                <a:gd name="connsiteX103" fmla="*/ 1004233 w 2915191"/>
                <a:gd name="connsiteY103" fmla="*/ 151691 h 404347"/>
                <a:gd name="connsiteX104" fmla="*/ 1013977 w 2915191"/>
                <a:gd name="connsiteY104" fmla="*/ 129457 h 404347"/>
                <a:gd name="connsiteX105" fmla="*/ 1023721 w 2915191"/>
                <a:gd name="connsiteY105" fmla="*/ 115385 h 404347"/>
                <a:gd name="connsiteX106" fmla="*/ 1033480 w 2915191"/>
                <a:gd name="connsiteY106" fmla="*/ 140366 h 404347"/>
                <a:gd name="connsiteX107" fmla="*/ 1043224 w 2915191"/>
                <a:gd name="connsiteY107" fmla="*/ 157314 h 404347"/>
                <a:gd name="connsiteX108" fmla="*/ 1052983 w 2915191"/>
                <a:gd name="connsiteY108" fmla="*/ 149276 h 404347"/>
                <a:gd name="connsiteX109" fmla="*/ 1062727 w 2915191"/>
                <a:gd name="connsiteY109" fmla="*/ 174625 h 404347"/>
                <a:gd name="connsiteX110" fmla="*/ 1072471 w 2915191"/>
                <a:gd name="connsiteY110" fmla="*/ 211495 h 404347"/>
                <a:gd name="connsiteX111" fmla="*/ 1082230 w 2915191"/>
                <a:gd name="connsiteY111" fmla="*/ 231967 h 404347"/>
                <a:gd name="connsiteX112" fmla="*/ 1091973 w 2915191"/>
                <a:gd name="connsiteY112" fmla="*/ 265922 h 404347"/>
                <a:gd name="connsiteX113" fmla="*/ 1101732 w 2915191"/>
                <a:gd name="connsiteY113" fmla="*/ 201230 h 404347"/>
                <a:gd name="connsiteX114" fmla="*/ 1111476 w 2915191"/>
                <a:gd name="connsiteY114" fmla="*/ 195533 h 404347"/>
                <a:gd name="connsiteX115" fmla="*/ 1121220 w 2915191"/>
                <a:gd name="connsiteY115" fmla="*/ 192586 h 404347"/>
                <a:gd name="connsiteX116" fmla="*/ 1130979 w 2915191"/>
                <a:gd name="connsiteY116" fmla="*/ 201972 h 404347"/>
                <a:gd name="connsiteX117" fmla="*/ 1140723 w 2915191"/>
                <a:gd name="connsiteY117" fmla="*/ 199067 h 404347"/>
                <a:gd name="connsiteX118" fmla="*/ 1150482 w 2915191"/>
                <a:gd name="connsiteY118" fmla="*/ 215900 h 404347"/>
                <a:gd name="connsiteX119" fmla="*/ 1160226 w 2915191"/>
                <a:gd name="connsiteY119" fmla="*/ 203656 h 404347"/>
                <a:gd name="connsiteX120" fmla="*/ 1169969 w 2915191"/>
                <a:gd name="connsiteY120" fmla="*/ 203875 h 404347"/>
                <a:gd name="connsiteX121" fmla="*/ 1179728 w 2915191"/>
                <a:gd name="connsiteY121" fmla="*/ 186899 h 404347"/>
                <a:gd name="connsiteX122" fmla="*/ 1189472 w 2915191"/>
                <a:gd name="connsiteY122" fmla="*/ 175701 h 404347"/>
                <a:gd name="connsiteX123" fmla="*/ 1199231 w 2915191"/>
                <a:gd name="connsiteY123" fmla="*/ 179609 h 404347"/>
                <a:gd name="connsiteX124" fmla="*/ 1208975 w 2915191"/>
                <a:gd name="connsiteY124" fmla="*/ 165528 h 404347"/>
                <a:gd name="connsiteX125" fmla="*/ 1218719 w 2915191"/>
                <a:gd name="connsiteY125" fmla="*/ 187755 h 404347"/>
                <a:gd name="connsiteX126" fmla="*/ 1228478 w 2915191"/>
                <a:gd name="connsiteY126" fmla="*/ 208648 h 404347"/>
                <a:gd name="connsiteX127" fmla="*/ 1238222 w 2915191"/>
                <a:gd name="connsiteY127" fmla="*/ 200433 h 404347"/>
                <a:gd name="connsiteX128" fmla="*/ 1247966 w 2915191"/>
                <a:gd name="connsiteY128" fmla="*/ 179084 h 404347"/>
                <a:gd name="connsiteX129" fmla="*/ 1257725 w 2915191"/>
                <a:gd name="connsiteY129" fmla="*/ 182460 h 404347"/>
                <a:gd name="connsiteX130" fmla="*/ 1267469 w 2915191"/>
                <a:gd name="connsiteY130" fmla="*/ 195075 h 404347"/>
                <a:gd name="connsiteX131" fmla="*/ 1277227 w 2915191"/>
                <a:gd name="connsiteY131" fmla="*/ 176301 h 404347"/>
                <a:gd name="connsiteX132" fmla="*/ 1286971 w 2915191"/>
                <a:gd name="connsiteY132" fmla="*/ 179595 h 404347"/>
                <a:gd name="connsiteX133" fmla="*/ 1296715 w 2915191"/>
                <a:gd name="connsiteY133" fmla="*/ 177010 h 404347"/>
                <a:gd name="connsiteX134" fmla="*/ 1306474 w 2915191"/>
                <a:gd name="connsiteY134" fmla="*/ 195878 h 404347"/>
                <a:gd name="connsiteX135" fmla="*/ 1316218 w 2915191"/>
                <a:gd name="connsiteY135" fmla="*/ 167564 h 404347"/>
                <a:gd name="connsiteX136" fmla="*/ 1325977 w 2915191"/>
                <a:gd name="connsiteY136" fmla="*/ 188907 h 404347"/>
                <a:gd name="connsiteX137" fmla="*/ 1335721 w 2915191"/>
                <a:gd name="connsiteY137" fmla="*/ 215609 h 404347"/>
                <a:gd name="connsiteX138" fmla="*/ 1345465 w 2915191"/>
                <a:gd name="connsiteY138" fmla="*/ 237669 h 404347"/>
                <a:gd name="connsiteX139" fmla="*/ 1355224 w 2915191"/>
                <a:gd name="connsiteY139" fmla="*/ 245072 h 404347"/>
                <a:gd name="connsiteX140" fmla="*/ 1364967 w 2915191"/>
                <a:gd name="connsiteY140" fmla="*/ 237418 h 404347"/>
                <a:gd name="connsiteX141" fmla="*/ 1374726 w 2915191"/>
                <a:gd name="connsiteY141" fmla="*/ 263322 h 404347"/>
                <a:gd name="connsiteX142" fmla="*/ 1384470 w 2915191"/>
                <a:gd name="connsiteY142" fmla="*/ 272791 h 404347"/>
                <a:gd name="connsiteX143" fmla="*/ 1394214 w 2915191"/>
                <a:gd name="connsiteY143" fmla="*/ 287878 h 404347"/>
                <a:gd name="connsiteX144" fmla="*/ 1403973 w 2915191"/>
                <a:gd name="connsiteY144" fmla="*/ 267094 h 404347"/>
                <a:gd name="connsiteX145" fmla="*/ 1413717 w 2915191"/>
                <a:gd name="connsiteY145" fmla="*/ 284803 h 404347"/>
                <a:gd name="connsiteX146" fmla="*/ 1423476 w 2915191"/>
                <a:gd name="connsiteY146" fmla="*/ 291829 h 404347"/>
                <a:gd name="connsiteX147" fmla="*/ 1433220 w 2915191"/>
                <a:gd name="connsiteY147" fmla="*/ 315017 h 404347"/>
                <a:gd name="connsiteX148" fmla="*/ 1442964 w 2915191"/>
                <a:gd name="connsiteY148" fmla="*/ 305186 h 404347"/>
                <a:gd name="connsiteX149" fmla="*/ 1452722 w 2915191"/>
                <a:gd name="connsiteY149" fmla="*/ 301360 h 404347"/>
                <a:gd name="connsiteX150" fmla="*/ 1462466 w 2915191"/>
                <a:gd name="connsiteY150" fmla="*/ 322037 h 404347"/>
                <a:gd name="connsiteX151" fmla="*/ 1472225 w 2915191"/>
                <a:gd name="connsiteY151" fmla="*/ 336872 h 404347"/>
                <a:gd name="connsiteX152" fmla="*/ 1481969 w 2915191"/>
                <a:gd name="connsiteY152" fmla="*/ 337322 h 404347"/>
                <a:gd name="connsiteX153" fmla="*/ 1491713 w 2915191"/>
                <a:gd name="connsiteY153" fmla="*/ 358194 h 404347"/>
                <a:gd name="connsiteX154" fmla="*/ 1501472 w 2915191"/>
                <a:gd name="connsiteY154" fmla="*/ 281591 h 404347"/>
                <a:gd name="connsiteX155" fmla="*/ 1511216 w 2915191"/>
                <a:gd name="connsiteY155" fmla="*/ 305572 h 404347"/>
                <a:gd name="connsiteX156" fmla="*/ 1520960 w 2915191"/>
                <a:gd name="connsiteY156" fmla="*/ 287284 h 404347"/>
                <a:gd name="connsiteX157" fmla="*/ 1530719 w 2915191"/>
                <a:gd name="connsiteY157" fmla="*/ 289127 h 404347"/>
                <a:gd name="connsiteX158" fmla="*/ 1540463 w 2915191"/>
                <a:gd name="connsiteY158" fmla="*/ 276412 h 404347"/>
                <a:gd name="connsiteX159" fmla="*/ 1550221 w 2915191"/>
                <a:gd name="connsiteY159" fmla="*/ 256066 h 404347"/>
                <a:gd name="connsiteX160" fmla="*/ 1559965 w 2915191"/>
                <a:gd name="connsiteY160" fmla="*/ 279618 h 404347"/>
                <a:gd name="connsiteX161" fmla="*/ 1569709 w 2915191"/>
                <a:gd name="connsiteY161" fmla="*/ 257642 h 404347"/>
                <a:gd name="connsiteX162" fmla="*/ 1579468 w 2915191"/>
                <a:gd name="connsiteY162" fmla="*/ 210089 h 404347"/>
                <a:gd name="connsiteX163" fmla="*/ 1589212 w 2915191"/>
                <a:gd name="connsiteY163" fmla="*/ 217394 h 404347"/>
                <a:gd name="connsiteX164" fmla="*/ 1598971 w 2915191"/>
                <a:gd name="connsiteY164" fmla="*/ 252699 h 404347"/>
                <a:gd name="connsiteX165" fmla="*/ 1608715 w 2915191"/>
                <a:gd name="connsiteY165" fmla="*/ 229133 h 404347"/>
                <a:gd name="connsiteX166" fmla="*/ 1618459 w 2915191"/>
                <a:gd name="connsiteY166" fmla="*/ 229449 h 404347"/>
                <a:gd name="connsiteX167" fmla="*/ 1628218 w 2915191"/>
                <a:gd name="connsiteY167" fmla="*/ 250528 h 404347"/>
                <a:gd name="connsiteX168" fmla="*/ 1637962 w 2915191"/>
                <a:gd name="connsiteY168" fmla="*/ 242047 h 404347"/>
                <a:gd name="connsiteX169" fmla="*/ 1647720 w 2915191"/>
                <a:gd name="connsiteY169" fmla="*/ 273606 h 404347"/>
                <a:gd name="connsiteX170" fmla="*/ 1657464 w 2915191"/>
                <a:gd name="connsiteY170" fmla="*/ 290910 h 404347"/>
                <a:gd name="connsiteX171" fmla="*/ 1667208 w 2915191"/>
                <a:gd name="connsiteY171" fmla="*/ 283061 h 404347"/>
                <a:gd name="connsiteX172" fmla="*/ 1676967 w 2915191"/>
                <a:gd name="connsiteY172" fmla="*/ 239698 h 404347"/>
                <a:gd name="connsiteX173" fmla="*/ 1686711 w 2915191"/>
                <a:gd name="connsiteY173" fmla="*/ 250063 h 404347"/>
                <a:gd name="connsiteX174" fmla="*/ 1696470 w 2915191"/>
                <a:gd name="connsiteY174" fmla="*/ 270098 h 404347"/>
                <a:gd name="connsiteX175" fmla="*/ 1706214 w 2915191"/>
                <a:gd name="connsiteY175" fmla="*/ 255975 h 404347"/>
                <a:gd name="connsiteX176" fmla="*/ 1715958 w 2915191"/>
                <a:gd name="connsiteY176" fmla="*/ 263155 h 404347"/>
                <a:gd name="connsiteX177" fmla="*/ 1725716 w 2915191"/>
                <a:gd name="connsiteY177" fmla="*/ 244063 h 404347"/>
                <a:gd name="connsiteX178" fmla="*/ 1735460 w 2915191"/>
                <a:gd name="connsiteY178" fmla="*/ 227428 h 404347"/>
                <a:gd name="connsiteX179" fmla="*/ 1745219 w 2915191"/>
                <a:gd name="connsiteY179" fmla="*/ 221855 h 404347"/>
                <a:gd name="connsiteX180" fmla="*/ 1754963 w 2915191"/>
                <a:gd name="connsiteY180" fmla="*/ 228398 h 404347"/>
                <a:gd name="connsiteX181" fmla="*/ 1764707 w 2915191"/>
                <a:gd name="connsiteY181" fmla="*/ 232262 h 404347"/>
                <a:gd name="connsiteX182" fmla="*/ 1774466 w 2915191"/>
                <a:gd name="connsiteY182" fmla="*/ 233905 h 404347"/>
                <a:gd name="connsiteX183" fmla="*/ 1784210 w 2915191"/>
                <a:gd name="connsiteY183" fmla="*/ 253569 h 404347"/>
                <a:gd name="connsiteX184" fmla="*/ 1793969 w 2915191"/>
                <a:gd name="connsiteY184" fmla="*/ 258563 h 404347"/>
                <a:gd name="connsiteX185" fmla="*/ 1803713 w 2915191"/>
                <a:gd name="connsiteY185" fmla="*/ 301017 h 404347"/>
                <a:gd name="connsiteX186" fmla="*/ 1813457 w 2915191"/>
                <a:gd name="connsiteY186" fmla="*/ 279497 h 404347"/>
                <a:gd name="connsiteX187" fmla="*/ 1823215 w 2915191"/>
                <a:gd name="connsiteY187" fmla="*/ 261939 h 404347"/>
                <a:gd name="connsiteX188" fmla="*/ 1832959 w 2915191"/>
                <a:gd name="connsiteY188" fmla="*/ 284973 h 404347"/>
                <a:gd name="connsiteX189" fmla="*/ 1842703 w 2915191"/>
                <a:gd name="connsiteY189" fmla="*/ 301587 h 404347"/>
                <a:gd name="connsiteX190" fmla="*/ 1852462 w 2915191"/>
                <a:gd name="connsiteY190" fmla="*/ 296330 h 404347"/>
                <a:gd name="connsiteX191" fmla="*/ 1862206 w 2915191"/>
                <a:gd name="connsiteY191" fmla="*/ 326715 h 404347"/>
                <a:gd name="connsiteX192" fmla="*/ 1871965 w 2915191"/>
                <a:gd name="connsiteY192" fmla="*/ 354627 h 404347"/>
                <a:gd name="connsiteX193" fmla="*/ 1881709 w 2915191"/>
                <a:gd name="connsiteY193" fmla="*/ 320531 h 404347"/>
                <a:gd name="connsiteX194" fmla="*/ 1891453 w 2915191"/>
                <a:gd name="connsiteY194" fmla="*/ 315677 h 404347"/>
                <a:gd name="connsiteX195" fmla="*/ 1901212 w 2915191"/>
                <a:gd name="connsiteY195" fmla="*/ 330248 h 404347"/>
                <a:gd name="connsiteX196" fmla="*/ 1910956 w 2915191"/>
                <a:gd name="connsiteY196" fmla="*/ 320456 h 404347"/>
                <a:gd name="connsiteX197" fmla="*/ 1920714 w 2915191"/>
                <a:gd name="connsiteY197" fmla="*/ 335845 h 404347"/>
                <a:gd name="connsiteX198" fmla="*/ 1930458 w 2915191"/>
                <a:gd name="connsiteY198" fmla="*/ 314228 h 404347"/>
                <a:gd name="connsiteX199" fmla="*/ 1940202 w 2915191"/>
                <a:gd name="connsiteY199" fmla="*/ 309649 h 404347"/>
                <a:gd name="connsiteX200" fmla="*/ 1949961 w 2915191"/>
                <a:gd name="connsiteY200" fmla="*/ 343071 h 404347"/>
                <a:gd name="connsiteX201" fmla="*/ 1959705 w 2915191"/>
                <a:gd name="connsiteY201" fmla="*/ 331602 h 404347"/>
                <a:gd name="connsiteX202" fmla="*/ 1969464 w 2915191"/>
                <a:gd name="connsiteY202" fmla="*/ 325519 h 404347"/>
                <a:gd name="connsiteX203" fmla="*/ 1979208 w 2915191"/>
                <a:gd name="connsiteY203" fmla="*/ 309179 h 404347"/>
                <a:gd name="connsiteX204" fmla="*/ 1988952 w 2915191"/>
                <a:gd name="connsiteY204" fmla="*/ 331011 h 404347"/>
                <a:gd name="connsiteX205" fmla="*/ 1998711 w 2915191"/>
                <a:gd name="connsiteY205" fmla="*/ 319433 h 404347"/>
                <a:gd name="connsiteX206" fmla="*/ 2008454 w 2915191"/>
                <a:gd name="connsiteY206" fmla="*/ 316171 h 404347"/>
                <a:gd name="connsiteX207" fmla="*/ 2018213 w 2915191"/>
                <a:gd name="connsiteY207" fmla="*/ 310878 h 404347"/>
                <a:gd name="connsiteX208" fmla="*/ 2027957 w 2915191"/>
                <a:gd name="connsiteY208" fmla="*/ 303777 h 404347"/>
                <a:gd name="connsiteX209" fmla="*/ 2037701 w 2915191"/>
                <a:gd name="connsiteY209" fmla="*/ 307351 h 404347"/>
                <a:gd name="connsiteX210" fmla="*/ 2047460 w 2915191"/>
                <a:gd name="connsiteY210" fmla="*/ 305904 h 404347"/>
                <a:gd name="connsiteX211" fmla="*/ 2057204 w 2915191"/>
                <a:gd name="connsiteY211" fmla="*/ 318838 h 404347"/>
                <a:gd name="connsiteX212" fmla="*/ 2066963 w 2915191"/>
                <a:gd name="connsiteY212" fmla="*/ 345495 h 404347"/>
                <a:gd name="connsiteX213" fmla="*/ 2076707 w 2915191"/>
                <a:gd name="connsiteY213" fmla="*/ 361674 h 404347"/>
                <a:gd name="connsiteX214" fmla="*/ 2086451 w 2915191"/>
                <a:gd name="connsiteY214" fmla="*/ 315541 h 404347"/>
                <a:gd name="connsiteX215" fmla="*/ 2096210 w 2915191"/>
                <a:gd name="connsiteY215" fmla="*/ 313486 h 404347"/>
                <a:gd name="connsiteX216" fmla="*/ 2105954 w 2915191"/>
                <a:gd name="connsiteY216" fmla="*/ 322064 h 404347"/>
                <a:gd name="connsiteX217" fmla="*/ 2115697 w 2915191"/>
                <a:gd name="connsiteY217" fmla="*/ 337353 h 404347"/>
                <a:gd name="connsiteX218" fmla="*/ 2125456 w 2915191"/>
                <a:gd name="connsiteY218" fmla="*/ 339201 h 404347"/>
                <a:gd name="connsiteX219" fmla="*/ 2135200 w 2915191"/>
                <a:gd name="connsiteY219" fmla="*/ 324705 h 404347"/>
                <a:gd name="connsiteX220" fmla="*/ 2144959 w 2915191"/>
                <a:gd name="connsiteY220" fmla="*/ 369484 h 404347"/>
                <a:gd name="connsiteX221" fmla="*/ 2154703 w 2915191"/>
                <a:gd name="connsiteY221" fmla="*/ 360914 h 404347"/>
                <a:gd name="connsiteX222" fmla="*/ 2164447 w 2915191"/>
                <a:gd name="connsiteY222" fmla="*/ 356930 h 404347"/>
                <a:gd name="connsiteX223" fmla="*/ 2174206 w 2915191"/>
                <a:gd name="connsiteY223" fmla="*/ 351886 h 404347"/>
                <a:gd name="connsiteX224" fmla="*/ 2183950 w 2915191"/>
                <a:gd name="connsiteY224" fmla="*/ 333917 h 404347"/>
                <a:gd name="connsiteX225" fmla="*/ 2193709 w 2915191"/>
                <a:gd name="connsiteY225" fmla="*/ 389181 h 404347"/>
                <a:gd name="connsiteX226" fmla="*/ 2203452 w 2915191"/>
                <a:gd name="connsiteY226" fmla="*/ 333853 h 404347"/>
                <a:gd name="connsiteX227" fmla="*/ 2213196 w 2915191"/>
                <a:gd name="connsiteY227" fmla="*/ 371820 h 404347"/>
                <a:gd name="connsiteX228" fmla="*/ 2222955 w 2915191"/>
                <a:gd name="connsiteY228" fmla="*/ 404348 h 404347"/>
                <a:gd name="connsiteX229" fmla="*/ 2232699 w 2915191"/>
                <a:gd name="connsiteY229" fmla="*/ 397767 h 404347"/>
                <a:gd name="connsiteX230" fmla="*/ 2242458 w 2915191"/>
                <a:gd name="connsiteY230" fmla="*/ 396060 h 404347"/>
                <a:gd name="connsiteX231" fmla="*/ 2252202 w 2915191"/>
                <a:gd name="connsiteY231" fmla="*/ 381238 h 404347"/>
                <a:gd name="connsiteX232" fmla="*/ 2261946 w 2915191"/>
                <a:gd name="connsiteY232" fmla="*/ 352867 h 404347"/>
                <a:gd name="connsiteX233" fmla="*/ 2271705 w 2915191"/>
                <a:gd name="connsiteY233" fmla="*/ 314322 h 404347"/>
                <a:gd name="connsiteX234" fmla="*/ 2281449 w 2915191"/>
                <a:gd name="connsiteY234" fmla="*/ 308181 h 404347"/>
                <a:gd name="connsiteX235" fmla="*/ 2291208 w 2915191"/>
                <a:gd name="connsiteY235" fmla="*/ 333432 h 404347"/>
                <a:gd name="connsiteX236" fmla="*/ 2300951 w 2915191"/>
                <a:gd name="connsiteY236" fmla="*/ 303302 h 404347"/>
                <a:gd name="connsiteX237" fmla="*/ 2310695 w 2915191"/>
                <a:gd name="connsiteY237" fmla="*/ 278069 h 404347"/>
                <a:gd name="connsiteX238" fmla="*/ 2320454 w 2915191"/>
                <a:gd name="connsiteY238" fmla="*/ 260455 h 404347"/>
                <a:gd name="connsiteX239" fmla="*/ 2330198 w 2915191"/>
                <a:gd name="connsiteY239" fmla="*/ 266182 h 404347"/>
                <a:gd name="connsiteX240" fmla="*/ 2339957 w 2915191"/>
                <a:gd name="connsiteY240" fmla="*/ 244836 h 404347"/>
                <a:gd name="connsiteX241" fmla="*/ 2349701 w 2915191"/>
                <a:gd name="connsiteY241" fmla="*/ 224322 h 404347"/>
                <a:gd name="connsiteX242" fmla="*/ 2359445 w 2915191"/>
                <a:gd name="connsiteY242" fmla="*/ 227984 h 404347"/>
                <a:gd name="connsiteX243" fmla="*/ 2369204 w 2915191"/>
                <a:gd name="connsiteY243" fmla="*/ 252317 h 404347"/>
                <a:gd name="connsiteX244" fmla="*/ 2378948 w 2915191"/>
                <a:gd name="connsiteY244" fmla="*/ 198551 h 404347"/>
                <a:gd name="connsiteX245" fmla="*/ 2388692 w 2915191"/>
                <a:gd name="connsiteY245" fmla="*/ 205779 h 404347"/>
                <a:gd name="connsiteX246" fmla="*/ 2398450 w 2915191"/>
                <a:gd name="connsiteY246" fmla="*/ 216953 h 404347"/>
                <a:gd name="connsiteX247" fmla="*/ 2408194 w 2915191"/>
                <a:gd name="connsiteY247" fmla="*/ 228713 h 404347"/>
                <a:gd name="connsiteX248" fmla="*/ 2417953 w 2915191"/>
                <a:gd name="connsiteY248" fmla="*/ 226065 h 404347"/>
                <a:gd name="connsiteX249" fmla="*/ 2427697 w 2915191"/>
                <a:gd name="connsiteY249" fmla="*/ 228538 h 404347"/>
                <a:gd name="connsiteX250" fmla="*/ 2437441 w 2915191"/>
                <a:gd name="connsiteY250" fmla="*/ 201607 h 404347"/>
                <a:gd name="connsiteX251" fmla="*/ 2447200 w 2915191"/>
                <a:gd name="connsiteY251" fmla="*/ 250038 h 404347"/>
                <a:gd name="connsiteX252" fmla="*/ 2456944 w 2915191"/>
                <a:gd name="connsiteY252" fmla="*/ 220755 h 404347"/>
                <a:gd name="connsiteX253" fmla="*/ 2466703 w 2915191"/>
                <a:gd name="connsiteY253" fmla="*/ 205439 h 404347"/>
                <a:gd name="connsiteX254" fmla="*/ 2476446 w 2915191"/>
                <a:gd name="connsiteY254" fmla="*/ 234991 h 404347"/>
                <a:gd name="connsiteX255" fmla="*/ 2486190 w 2915191"/>
                <a:gd name="connsiteY255" fmla="*/ 234552 h 404347"/>
                <a:gd name="connsiteX256" fmla="*/ 2495949 w 2915191"/>
                <a:gd name="connsiteY256" fmla="*/ 190482 h 404347"/>
                <a:gd name="connsiteX257" fmla="*/ 2505693 w 2915191"/>
                <a:gd name="connsiteY257" fmla="*/ 231804 h 404347"/>
                <a:gd name="connsiteX258" fmla="*/ 2515452 w 2915191"/>
                <a:gd name="connsiteY258" fmla="*/ 218994 h 404347"/>
                <a:gd name="connsiteX259" fmla="*/ 2525196 w 2915191"/>
                <a:gd name="connsiteY259" fmla="*/ 157278 h 404347"/>
                <a:gd name="connsiteX260" fmla="*/ 2534940 w 2915191"/>
                <a:gd name="connsiteY260" fmla="*/ 159285 h 404347"/>
                <a:gd name="connsiteX261" fmla="*/ 2544699 w 2915191"/>
                <a:gd name="connsiteY261" fmla="*/ 143115 h 404347"/>
                <a:gd name="connsiteX262" fmla="*/ 2554443 w 2915191"/>
                <a:gd name="connsiteY262" fmla="*/ 181909 h 404347"/>
                <a:gd name="connsiteX263" fmla="*/ 2564202 w 2915191"/>
                <a:gd name="connsiteY263" fmla="*/ 171270 h 404347"/>
                <a:gd name="connsiteX264" fmla="*/ 2573946 w 2915191"/>
                <a:gd name="connsiteY264" fmla="*/ 154625 h 404347"/>
                <a:gd name="connsiteX265" fmla="*/ 2583690 w 2915191"/>
                <a:gd name="connsiteY265" fmla="*/ 135682 h 404347"/>
                <a:gd name="connsiteX266" fmla="*/ 2593448 w 2915191"/>
                <a:gd name="connsiteY266" fmla="*/ 141949 h 404347"/>
                <a:gd name="connsiteX267" fmla="*/ 2603192 w 2915191"/>
                <a:gd name="connsiteY267" fmla="*/ 138993 h 404347"/>
                <a:gd name="connsiteX268" fmla="*/ 2612951 w 2915191"/>
                <a:gd name="connsiteY268" fmla="*/ 120570 h 404347"/>
                <a:gd name="connsiteX269" fmla="*/ 2622695 w 2915191"/>
                <a:gd name="connsiteY269" fmla="*/ 103612 h 404347"/>
                <a:gd name="connsiteX270" fmla="*/ 2632439 w 2915191"/>
                <a:gd name="connsiteY270" fmla="*/ 84409 h 404347"/>
                <a:gd name="connsiteX271" fmla="*/ 2642198 w 2915191"/>
                <a:gd name="connsiteY271" fmla="*/ 98211 h 404347"/>
                <a:gd name="connsiteX272" fmla="*/ 2651942 w 2915191"/>
                <a:gd name="connsiteY272" fmla="*/ 122949 h 404347"/>
                <a:gd name="connsiteX273" fmla="*/ 2661685 w 2915191"/>
                <a:gd name="connsiteY273" fmla="*/ 109639 h 404347"/>
                <a:gd name="connsiteX274" fmla="*/ 2671444 w 2915191"/>
                <a:gd name="connsiteY274" fmla="*/ 113199 h 404347"/>
                <a:gd name="connsiteX275" fmla="*/ 2681188 w 2915191"/>
                <a:gd name="connsiteY275" fmla="*/ 152487 h 404347"/>
                <a:gd name="connsiteX276" fmla="*/ 2690947 w 2915191"/>
                <a:gd name="connsiteY276" fmla="*/ 165878 h 404347"/>
                <a:gd name="connsiteX277" fmla="*/ 2700691 w 2915191"/>
                <a:gd name="connsiteY277" fmla="*/ 150176 h 404347"/>
                <a:gd name="connsiteX278" fmla="*/ 2710435 w 2915191"/>
                <a:gd name="connsiteY278" fmla="*/ 114886 h 404347"/>
                <a:gd name="connsiteX279" fmla="*/ 2720194 w 2915191"/>
                <a:gd name="connsiteY279" fmla="*/ 132324 h 404347"/>
                <a:gd name="connsiteX280" fmla="*/ 2729938 w 2915191"/>
                <a:gd name="connsiteY280" fmla="*/ 141972 h 404347"/>
                <a:gd name="connsiteX281" fmla="*/ 2739697 w 2915191"/>
                <a:gd name="connsiteY281" fmla="*/ 157484 h 404347"/>
                <a:gd name="connsiteX282" fmla="*/ 2749441 w 2915191"/>
                <a:gd name="connsiteY282" fmla="*/ 151643 h 404347"/>
                <a:gd name="connsiteX283" fmla="*/ 2759185 w 2915191"/>
                <a:gd name="connsiteY283" fmla="*/ 184037 h 404347"/>
                <a:gd name="connsiteX284" fmla="*/ 2768943 w 2915191"/>
                <a:gd name="connsiteY284" fmla="*/ 194847 h 404347"/>
                <a:gd name="connsiteX285" fmla="*/ 2778687 w 2915191"/>
                <a:gd name="connsiteY285" fmla="*/ 211968 h 404347"/>
                <a:gd name="connsiteX286" fmla="*/ 2788446 w 2915191"/>
                <a:gd name="connsiteY286" fmla="*/ 214387 h 404347"/>
                <a:gd name="connsiteX287" fmla="*/ 2798190 w 2915191"/>
                <a:gd name="connsiteY287" fmla="*/ 170382 h 404347"/>
                <a:gd name="connsiteX288" fmla="*/ 2807934 w 2915191"/>
                <a:gd name="connsiteY288" fmla="*/ 146405 h 404347"/>
                <a:gd name="connsiteX289" fmla="*/ 2817693 w 2915191"/>
                <a:gd name="connsiteY289" fmla="*/ 155301 h 404347"/>
                <a:gd name="connsiteX290" fmla="*/ 2827437 w 2915191"/>
                <a:gd name="connsiteY290" fmla="*/ 144221 h 404347"/>
                <a:gd name="connsiteX291" fmla="*/ 2837196 w 2915191"/>
                <a:gd name="connsiteY291" fmla="*/ 116519 h 404347"/>
                <a:gd name="connsiteX292" fmla="*/ 2846940 w 2915191"/>
                <a:gd name="connsiteY292" fmla="*/ 92170 h 404347"/>
                <a:gd name="connsiteX293" fmla="*/ 2856684 w 2915191"/>
                <a:gd name="connsiteY293" fmla="*/ 100537 h 404347"/>
                <a:gd name="connsiteX294" fmla="*/ 2866442 w 2915191"/>
                <a:gd name="connsiteY294" fmla="*/ 88859 h 404347"/>
                <a:gd name="connsiteX295" fmla="*/ 2876186 w 2915191"/>
                <a:gd name="connsiteY295" fmla="*/ 74353 h 404347"/>
                <a:gd name="connsiteX296" fmla="*/ 2885945 w 2915191"/>
                <a:gd name="connsiteY296" fmla="*/ 109943 h 404347"/>
                <a:gd name="connsiteX297" fmla="*/ 2895689 w 2915191"/>
                <a:gd name="connsiteY297" fmla="*/ 103703 h 404347"/>
                <a:gd name="connsiteX298" fmla="*/ 2905433 w 2915191"/>
                <a:gd name="connsiteY298" fmla="*/ 137309 h 404347"/>
                <a:gd name="connsiteX299" fmla="*/ 2915192 w 2915191"/>
                <a:gd name="connsiteY299" fmla="*/ 156112 h 404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04347">
                  <a:moveTo>
                    <a:pt x="0" y="0"/>
                  </a:moveTo>
                  <a:lnTo>
                    <a:pt x="9750" y="19090"/>
                  </a:lnTo>
                  <a:lnTo>
                    <a:pt x="19500" y="7520"/>
                  </a:lnTo>
                  <a:lnTo>
                    <a:pt x="29250" y="28892"/>
                  </a:lnTo>
                  <a:lnTo>
                    <a:pt x="39000" y="41708"/>
                  </a:lnTo>
                  <a:lnTo>
                    <a:pt x="48749" y="85408"/>
                  </a:lnTo>
                  <a:lnTo>
                    <a:pt x="58499" y="89230"/>
                  </a:lnTo>
                  <a:lnTo>
                    <a:pt x="68249" y="100218"/>
                  </a:lnTo>
                  <a:lnTo>
                    <a:pt x="77998" y="89400"/>
                  </a:lnTo>
                  <a:lnTo>
                    <a:pt x="87748" y="119386"/>
                  </a:lnTo>
                  <a:lnTo>
                    <a:pt x="97497" y="123548"/>
                  </a:lnTo>
                  <a:lnTo>
                    <a:pt x="107247" y="152369"/>
                  </a:lnTo>
                  <a:lnTo>
                    <a:pt x="116997" y="174536"/>
                  </a:lnTo>
                  <a:lnTo>
                    <a:pt x="126747" y="205324"/>
                  </a:lnTo>
                  <a:lnTo>
                    <a:pt x="136497" y="212453"/>
                  </a:lnTo>
                  <a:lnTo>
                    <a:pt x="146247" y="229641"/>
                  </a:lnTo>
                  <a:lnTo>
                    <a:pt x="155997" y="247830"/>
                  </a:lnTo>
                  <a:lnTo>
                    <a:pt x="165747" y="241447"/>
                  </a:lnTo>
                  <a:lnTo>
                    <a:pt x="175497" y="268308"/>
                  </a:lnTo>
                  <a:lnTo>
                    <a:pt x="185247" y="288915"/>
                  </a:lnTo>
                  <a:lnTo>
                    <a:pt x="194996" y="255595"/>
                  </a:lnTo>
                  <a:lnTo>
                    <a:pt x="204746" y="249007"/>
                  </a:lnTo>
                  <a:lnTo>
                    <a:pt x="214495" y="261839"/>
                  </a:lnTo>
                  <a:lnTo>
                    <a:pt x="224245" y="252536"/>
                  </a:lnTo>
                  <a:lnTo>
                    <a:pt x="233995" y="263180"/>
                  </a:lnTo>
                  <a:lnTo>
                    <a:pt x="243744" y="243889"/>
                  </a:lnTo>
                  <a:lnTo>
                    <a:pt x="253494" y="206093"/>
                  </a:lnTo>
                  <a:lnTo>
                    <a:pt x="263244" y="171454"/>
                  </a:lnTo>
                  <a:lnTo>
                    <a:pt x="272994" y="168393"/>
                  </a:lnTo>
                  <a:lnTo>
                    <a:pt x="282744" y="176458"/>
                  </a:lnTo>
                  <a:lnTo>
                    <a:pt x="292494" y="186255"/>
                  </a:lnTo>
                  <a:lnTo>
                    <a:pt x="302244" y="178829"/>
                  </a:lnTo>
                  <a:lnTo>
                    <a:pt x="311994" y="158623"/>
                  </a:lnTo>
                  <a:lnTo>
                    <a:pt x="321744" y="122243"/>
                  </a:lnTo>
                  <a:lnTo>
                    <a:pt x="331493" y="112869"/>
                  </a:lnTo>
                  <a:lnTo>
                    <a:pt x="341243" y="145208"/>
                  </a:lnTo>
                  <a:lnTo>
                    <a:pt x="350993" y="141727"/>
                  </a:lnTo>
                  <a:lnTo>
                    <a:pt x="360742" y="139383"/>
                  </a:lnTo>
                  <a:lnTo>
                    <a:pt x="370492" y="162372"/>
                  </a:lnTo>
                  <a:lnTo>
                    <a:pt x="380241" y="183532"/>
                  </a:lnTo>
                  <a:lnTo>
                    <a:pt x="389991" y="174655"/>
                  </a:lnTo>
                  <a:lnTo>
                    <a:pt x="399741" y="191418"/>
                  </a:lnTo>
                  <a:lnTo>
                    <a:pt x="409491" y="211753"/>
                  </a:lnTo>
                  <a:lnTo>
                    <a:pt x="419241" y="234027"/>
                  </a:lnTo>
                  <a:lnTo>
                    <a:pt x="428991" y="201045"/>
                  </a:lnTo>
                  <a:lnTo>
                    <a:pt x="438741" y="219653"/>
                  </a:lnTo>
                  <a:lnTo>
                    <a:pt x="448491" y="195662"/>
                  </a:lnTo>
                  <a:lnTo>
                    <a:pt x="458241" y="201929"/>
                  </a:lnTo>
                  <a:lnTo>
                    <a:pt x="467991" y="187088"/>
                  </a:lnTo>
                  <a:lnTo>
                    <a:pt x="477740" y="214906"/>
                  </a:lnTo>
                  <a:lnTo>
                    <a:pt x="487490" y="212090"/>
                  </a:lnTo>
                  <a:lnTo>
                    <a:pt x="497239" y="201410"/>
                  </a:lnTo>
                  <a:lnTo>
                    <a:pt x="506989" y="178499"/>
                  </a:lnTo>
                  <a:lnTo>
                    <a:pt x="516738" y="162937"/>
                  </a:lnTo>
                  <a:lnTo>
                    <a:pt x="526488" y="167767"/>
                  </a:lnTo>
                  <a:lnTo>
                    <a:pt x="536238" y="131282"/>
                  </a:lnTo>
                  <a:lnTo>
                    <a:pt x="545988" y="107538"/>
                  </a:lnTo>
                  <a:lnTo>
                    <a:pt x="555738" y="133136"/>
                  </a:lnTo>
                  <a:lnTo>
                    <a:pt x="565488" y="111838"/>
                  </a:lnTo>
                  <a:lnTo>
                    <a:pt x="575238" y="110267"/>
                  </a:lnTo>
                  <a:lnTo>
                    <a:pt x="584988" y="123222"/>
                  </a:lnTo>
                  <a:lnTo>
                    <a:pt x="594738" y="85730"/>
                  </a:lnTo>
                  <a:lnTo>
                    <a:pt x="604488" y="104627"/>
                  </a:lnTo>
                  <a:lnTo>
                    <a:pt x="614237" y="106714"/>
                  </a:lnTo>
                  <a:lnTo>
                    <a:pt x="623987" y="82590"/>
                  </a:lnTo>
                  <a:lnTo>
                    <a:pt x="633736" y="70947"/>
                  </a:lnTo>
                  <a:lnTo>
                    <a:pt x="643486" y="66749"/>
                  </a:lnTo>
                  <a:lnTo>
                    <a:pt x="653236" y="85359"/>
                  </a:lnTo>
                  <a:lnTo>
                    <a:pt x="662985" y="87810"/>
                  </a:lnTo>
                  <a:lnTo>
                    <a:pt x="672735" y="116629"/>
                  </a:lnTo>
                  <a:lnTo>
                    <a:pt x="682485" y="108895"/>
                  </a:lnTo>
                  <a:lnTo>
                    <a:pt x="692235" y="106963"/>
                  </a:lnTo>
                  <a:lnTo>
                    <a:pt x="701985" y="84967"/>
                  </a:lnTo>
                  <a:lnTo>
                    <a:pt x="711735" y="115974"/>
                  </a:lnTo>
                  <a:lnTo>
                    <a:pt x="721485" y="133081"/>
                  </a:lnTo>
                  <a:lnTo>
                    <a:pt x="731235" y="137698"/>
                  </a:lnTo>
                  <a:lnTo>
                    <a:pt x="740985" y="141160"/>
                  </a:lnTo>
                  <a:lnTo>
                    <a:pt x="750734" y="111598"/>
                  </a:lnTo>
                  <a:lnTo>
                    <a:pt x="760484" y="129545"/>
                  </a:lnTo>
                  <a:lnTo>
                    <a:pt x="770233" y="121570"/>
                  </a:lnTo>
                  <a:lnTo>
                    <a:pt x="779983" y="143108"/>
                  </a:lnTo>
                  <a:lnTo>
                    <a:pt x="789733" y="137533"/>
                  </a:lnTo>
                  <a:lnTo>
                    <a:pt x="799482" y="128607"/>
                  </a:lnTo>
                  <a:lnTo>
                    <a:pt x="809232" y="170421"/>
                  </a:lnTo>
                  <a:lnTo>
                    <a:pt x="818982" y="198861"/>
                  </a:lnTo>
                  <a:lnTo>
                    <a:pt x="828732" y="190634"/>
                  </a:lnTo>
                  <a:lnTo>
                    <a:pt x="838482" y="194143"/>
                  </a:lnTo>
                  <a:lnTo>
                    <a:pt x="848232" y="156886"/>
                  </a:lnTo>
                  <a:lnTo>
                    <a:pt x="857982" y="163141"/>
                  </a:lnTo>
                  <a:lnTo>
                    <a:pt x="867732" y="152204"/>
                  </a:lnTo>
                  <a:lnTo>
                    <a:pt x="877482" y="153248"/>
                  </a:lnTo>
                  <a:lnTo>
                    <a:pt x="887231" y="122714"/>
                  </a:lnTo>
                  <a:lnTo>
                    <a:pt x="896981" y="123596"/>
                  </a:lnTo>
                  <a:lnTo>
                    <a:pt x="906730" y="114159"/>
                  </a:lnTo>
                  <a:lnTo>
                    <a:pt x="916480" y="93350"/>
                  </a:lnTo>
                  <a:lnTo>
                    <a:pt x="926230" y="96186"/>
                  </a:lnTo>
                  <a:lnTo>
                    <a:pt x="935979" y="133361"/>
                  </a:lnTo>
                  <a:lnTo>
                    <a:pt x="945729" y="130503"/>
                  </a:lnTo>
                  <a:lnTo>
                    <a:pt x="955479" y="125731"/>
                  </a:lnTo>
                  <a:lnTo>
                    <a:pt x="965229" y="134447"/>
                  </a:lnTo>
                  <a:lnTo>
                    <a:pt x="974979" y="138379"/>
                  </a:lnTo>
                  <a:lnTo>
                    <a:pt x="984729" y="145281"/>
                  </a:lnTo>
                  <a:lnTo>
                    <a:pt x="994474" y="185437"/>
                  </a:lnTo>
                  <a:lnTo>
                    <a:pt x="1004233" y="151691"/>
                  </a:lnTo>
                  <a:lnTo>
                    <a:pt x="1013977" y="129457"/>
                  </a:lnTo>
                  <a:lnTo>
                    <a:pt x="1023721" y="115385"/>
                  </a:lnTo>
                  <a:lnTo>
                    <a:pt x="1033480" y="140366"/>
                  </a:lnTo>
                  <a:lnTo>
                    <a:pt x="1043224" y="157314"/>
                  </a:lnTo>
                  <a:lnTo>
                    <a:pt x="1052983" y="149276"/>
                  </a:lnTo>
                  <a:lnTo>
                    <a:pt x="1062727" y="174625"/>
                  </a:lnTo>
                  <a:lnTo>
                    <a:pt x="1072471" y="211495"/>
                  </a:lnTo>
                  <a:lnTo>
                    <a:pt x="1082230" y="231967"/>
                  </a:lnTo>
                  <a:lnTo>
                    <a:pt x="1091973" y="265922"/>
                  </a:lnTo>
                  <a:lnTo>
                    <a:pt x="1101732" y="201230"/>
                  </a:lnTo>
                  <a:lnTo>
                    <a:pt x="1111476" y="195533"/>
                  </a:lnTo>
                  <a:lnTo>
                    <a:pt x="1121220" y="192586"/>
                  </a:lnTo>
                  <a:lnTo>
                    <a:pt x="1130979" y="201972"/>
                  </a:lnTo>
                  <a:lnTo>
                    <a:pt x="1140723" y="199067"/>
                  </a:lnTo>
                  <a:lnTo>
                    <a:pt x="1150482" y="215900"/>
                  </a:lnTo>
                  <a:lnTo>
                    <a:pt x="1160226" y="203656"/>
                  </a:lnTo>
                  <a:lnTo>
                    <a:pt x="1169969" y="203875"/>
                  </a:lnTo>
                  <a:lnTo>
                    <a:pt x="1179728" y="186899"/>
                  </a:lnTo>
                  <a:lnTo>
                    <a:pt x="1189472" y="175701"/>
                  </a:lnTo>
                  <a:lnTo>
                    <a:pt x="1199231" y="179609"/>
                  </a:lnTo>
                  <a:lnTo>
                    <a:pt x="1208975" y="165528"/>
                  </a:lnTo>
                  <a:lnTo>
                    <a:pt x="1218719" y="187755"/>
                  </a:lnTo>
                  <a:lnTo>
                    <a:pt x="1228478" y="208648"/>
                  </a:lnTo>
                  <a:lnTo>
                    <a:pt x="1238222" y="200433"/>
                  </a:lnTo>
                  <a:lnTo>
                    <a:pt x="1247966" y="179084"/>
                  </a:lnTo>
                  <a:lnTo>
                    <a:pt x="1257725" y="182460"/>
                  </a:lnTo>
                  <a:lnTo>
                    <a:pt x="1267469" y="195075"/>
                  </a:lnTo>
                  <a:lnTo>
                    <a:pt x="1277227" y="176301"/>
                  </a:lnTo>
                  <a:lnTo>
                    <a:pt x="1286971" y="179595"/>
                  </a:lnTo>
                  <a:lnTo>
                    <a:pt x="1296715" y="177010"/>
                  </a:lnTo>
                  <a:lnTo>
                    <a:pt x="1306474" y="195878"/>
                  </a:lnTo>
                  <a:lnTo>
                    <a:pt x="1316218" y="167564"/>
                  </a:lnTo>
                  <a:lnTo>
                    <a:pt x="1325977" y="188907"/>
                  </a:lnTo>
                  <a:lnTo>
                    <a:pt x="1335721" y="215609"/>
                  </a:lnTo>
                  <a:lnTo>
                    <a:pt x="1345465" y="237669"/>
                  </a:lnTo>
                  <a:lnTo>
                    <a:pt x="1355224" y="245072"/>
                  </a:lnTo>
                  <a:lnTo>
                    <a:pt x="1364967" y="237418"/>
                  </a:lnTo>
                  <a:lnTo>
                    <a:pt x="1374726" y="263322"/>
                  </a:lnTo>
                  <a:lnTo>
                    <a:pt x="1384470" y="272791"/>
                  </a:lnTo>
                  <a:lnTo>
                    <a:pt x="1394214" y="287878"/>
                  </a:lnTo>
                  <a:lnTo>
                    <a:pt x="1403973" y="267094"/>
                  </a:lnTo>
                  <a:lnTo>
                    <a:pt x="1413717" y="284803"/>
                  </a:lnTo>
                  <a:lnTo>
                    <a:pt x="1423476" y="291829"/>
                  </a:lnTo>
                  <a:lnTo>
                    <a:pt x="1433220" y="315017"/>
                  </a:lnTo>
                  <a:lnTo>
                    <a:pt x="1442964" y="305186"/>
                  </a:lnTo>
                  <a:lnTo>
                    <a:pt x="1452722" y="301360"/>
                  </a:lnTo>
                  <a:lnTo>
                    <a:pt x="1462466" y="322037"/>
                  </a:lnTo>
                  <a:lnTo>
                    <a:pt x="1472225" y="336872"/>
                  </a:lnTo>
                  <a:lnTo>
                    <a:pt x="1481969" y="337322"/>
                  </a:lnTo>
                  <a:lnTo>
                    <a:pt x="1491713" y="358194"/>
                  </a:lnTo>
                  <a:lnTo>
                    <a:pt x="1501472" y="281591"/>
                  </a:lnTo>
                  <a:lnTo>
                    <a:pt x="1511216" y="305572"/>
                  </a:lnTo>
                  <a:lnTo>
                    <a:pt x="1520960" y="287284"/>
                  </a:lnTo>
                  <a:lnTo>
                    <a:pt x="1530719" y="289127"/>
                  </a:lnTo>
                  <a:lnTo>
                    <a:pt x="1540463" y="276412"/>
                  </a:lnTo>
                  <a:lnTo>
                    <a:pt x="1550221" y="256066"/>
                  </a:lnTo>
                  <a:lnTo>
                    <a:pt x="1559965" y="279618"/>
                  </a:lnTo>
                  <a:lnTo>
                    <a:pt x="1569709" y="257642"/>
                  </a:lnTo>
                  <a:lnTo>
                    <a:pt x="1579468" y="210089"/>
                  </a:lnTo>
                  <a:lnTo>
                    <a:pt x="1589212" y="217394"/>
                  </a:lnTo>
                  <a:lnTo>
                    <a:pt x="1598971" y="252699"/>
                  </a:lnTo>
                  <a:lnTo>
                    <a:pt x="1608715" y="229133"/>
                  </a:lnTo>
                  <a:lnTo>
                    <a:pt x="1618459" y="229449"/>
                  </a:lnTo>
                  <a:lnTo>
                    <a:pt x="1628218" y="250528"/>
                  </a:lnTo>
                  <a:lnTo>
                    <a:pt x="1637962" y="242047"/>
                  </a:lnTo>
                  <a:lnTo>
                    <a:pt x="1647720" y="273606"/>
                  </a:lnTo>
                  <a:lnTo>
                    <a:pt x="1657464" y="290910"/>
                  </a:lnTo>
                  <a:lnTo>
                    <a:pt x="1667208" y="283061"/>
                  </a:lnTo>
                  <a:lnTo>
                    <a:pt x="1676967" y="239698"/>
                  </a:lnTo>
                  <a:lnTo>
                    <a:pt x="1686711" y="250063"/>
                  </a:lnTo>
                  <a:lnTo>
                    <a:pt x="1696470" y="270098"/>
                  </a:lnTo>
                  <a:lnTo>
                    <a:pt x="1706214" y="255975"/>
                  </a:lnTo>
                  <a:lnTo>
                    <a:pt x="1715958" y="263155"/>
                  </a:lnTo>
                  <a:lnTo>
                    <a:pt x="1725716" y="244063"/>
                  </a:lnTo>
                  <a:lnTo>
                    <a:pt x="1735460" y="227428"/>
                  </a:lnTo>
                  <a:lnTo>
                    <a:pt x="1745219" y="221855"/>
                  </a:lnTo>
                  <a:lnTo>
                    <a:pt x="1754963" y="228398"/>
                  </a:lnTo>
                  <a:lnTo>
                    <a:pt x="1764707" y="232262"/>
                  </a:lnTo>
                  <a:lnTo>
                    <a:pt x="1774466" y="233905"/>
                  </a:lnTo>
                  <a:lnTo>
                    <a:pt x="1784210" y="253569"/>
                  </a:lnTo>
                  <a:lnTo>
                    <a:pt x="1793969" y="258563"/>
                  </a:lnTo>
                  <a:lnTo>
                    <a:pt x="1803713" y="301017"/>
                  </a:lnTo>
                  <a:lnTo>
                    <a:pt x="1813457" y="279497"/>
                  </a:lnTo>
                  <a:lnTo>
                    <a:pt x="1823215" y="261939"/>
                  </a:lnTo>
                  <a:lnTo>
                    <a:pt x="1832959" y="284973"/>
                  </a:lnTo>
                  <a:lnTo>
                    <a:pt x="1842703" y="301587"/>
                  </a:lnTo>
                  <a:lnTo>
                    <a:pt x="1852462" y="296330"/>
                  </a:lnTo>
                  <a:lnTo>
                    <a:pt x="1862206" y="326715"/>
                  </a:lnTo>
                  <a:lnTo>
                    <a:pt x="1871965" y="354627"/>
                  </a:lnTo>
                  <a:lnTo>
                    <a:pt x="1881709" y="320531"/>
                  </a:lnTo>
                  <a:lnTo>
                    <a:pt x="1891453" y="315677"/>
                  </a:lnTo>
                  <a:lnTo>
                    <a:pt x="1901212" y="330248"/>
                  </a:lnTo>
                  <a:lnTo>
                    <a:pt x="1910956" y="320456"/>
                  </a:lnTo>
                  <a:lnTo>
                    <a:pt x="1920714" y="335845"/>
                  </a:lnTo>
                  <a:lnTo>
                    <a:pt x="1930458" y="314228"/>
                  </a:lnTo>
                  <a:lnTo>
                    <a:pt x="1940202" y="309649"/>
                  </a:lnTo>
                  <a:lnTo>
                    <a:pt x="1949961" y="343071"/>
                  </a:lnTo>
                  <a:lnTo>
                    <a:pt x="1959705" y="331602"/>
                  </a:lnTo>
                  <a:lnTo>
                    <a:pt x="1969464" y="325519"/>
                  </a:lnTo>
                  <a:lnTo>
                    <a:pt x="1979208" y="309179"/>
                  </a:lnTo>
                  <a:lnTo>
                    <a:pt x="1988952" y="331011"/>
                  </a:lnTo>
                  <a:lnTo>
                    <a:pt x="1998711" y="319433"/>
                  </a:lnTo>
                  <a:lnTo>
                    <a:pt x="2008454" y="316171"/>
                  </a:lnTo>
                  <a:lnTo>
                    <a:pt x="2018213" y="310878"/>
                  </a:lnTo>
                  <a:lnTo>
                    <a:pt x="2027957" y="303777"/>
                  </a:lnTo>
                  <a:lnTo>
                    <a:pt x="2037701" y="307351"/>
                  </a:lnTo>
                  <a:lnTo>
                    <a:pt x="2047460" y="305904"/>
                  </a:lnTo>
                  <a:lnTo>
                    <a:pt x="2057204" y="318838"/>
                  </a:lnTo>
                  <a:lnTo>
                    <a:pt x="2066963" y="345495"/>
                  </a:lnTo>
                  <a:lnTo>
                    <a:pt x="2076707" y="361674"/>
                  </a:lnTo>
                  <a:lnTo>
                    <a:pt x="2086451" y="315541"/>
                  </a:lnTo>
                  <a:lnTo>
                    <a:pt x="2096210" y="313486"/>
                  </a:lnTo>
                  <a:lnTo>
                    <a:pt x="2105954" y="322064"/>
                  </a:lnTo>
                  <a:lnTo>
                    <a:pt x="2115697" y="337353"/>
                  </a:lnTo>
                  <a:lnTo>
                    <a:pt x="2125456" y="339201"/>
                  </a:lnTo>
                  <a:lnTo>
                    <a:pt x="2135200" y="324705"/>
                  </a:lnTo>
                  <a:lnTo>
                    <a:pt x="2144959" y="369484"/>
                  </a:lnTo>
                  <a:lnTo>
                    <a:pt x="2154703" y="360914"/>
                  </a:lnTo>
                  <a:lnTo>
                    <a:pt x="2164447" y="356930"/>
                  </a:lnTo>
                  <a:lnTo>
                    <a:pt x="2174206" y="351886"/>
                  </a:lnTo>
                  <a:lnTo>
                    <a:pt x="2183950" y="333917"/>
                  </a:lnTo>
                  <a:lnTo>
                    <a:pt x="2193709" y="389181"/>
                  </a:lnTo>
                  <a:lnTo>
                    <a:pt x="2203452" y="333853"/>
                  </a:lnTo>
                  <a:lnTo>
                    <a:pt x="2213196" y="371820"/>
                  </a:lnTo>
                  <a:lnTo>
                    <a:pt x="2222955" y="404348"/>
                  </a:lnTo>
                  <a:lnTo>
                    <a:pt x="2232699" y="397767"/>
                  </a:lnTo>
                  <a:lnTo>
                    <a:pt x="2242458" y="396060"/>
                  </a:lnTo>
                  <a:lnTo>
                    <a:pt x="2252202" y="381238"/>
                  </a:lnTo>
                  <a:lnTo>
                    <a:pt x="2261946" y="352867"/>
                  </a:lnTo>
                  <a:lnTo>
                    <a:pt x="2271705" y="314322"/>
                  </a:lnTo>
                  <a:lnTo>
                    <a:pt x="2281449" y="308181"/>
                  </a:lnTo>
                  <a:lnTo>
                    <a:pt x="2291208" y="333432"/>
                  </a:lnTo>
                  <a:lnTo>
                    <a:pt x="2300951" y="303302"/>
                  </a:lnTo>
                  <a:lnTo>
                    <a:pt x="2310695" y="278069"/>
                  </a:lnTo>
                  <a:lnTo>
                    <a:pt x="2320454" y="260455"/>
                  </a:lnTo>
                  <a:lnTo>
                    <a:pt x="2330198" y="266182"/>
                  </a:lnTo>
                  <a:lnTo>
                    <a:pt x="2339957" y="244836"/>
                  </a:lnTo>
                  <a:lnTo>
                    <a:pt x="2349701" y="224322"/>
                  </a:lnTo>
                  <a:lnTo>
                    <a:pt x="2359445" y="227984"/>
                  </a:lnTo>
                  <a:lnTo>
                    <a:pt x="2369204" y="252317"/>
                  </a:lnTo>
                  <a:lnTo>
                    <a:pt x="2378948" y="198551"/>
                  </a:lnTo>
                  <a:lnTo>
                    <a:pt x="2388692" y="205779"/>
                  </a:lnTo>
                  <a:lnTo>
                    <a:pt x="2398450" y="216953"/>
                  </a:lnTo>
                  <a:lnTo>
                    <a:pt x="2408194" y="228713"/>
                  </a:lnTo>
                  <a:lnTo>
                    <a:pt x="2417953" y="226065"/>
                  </a:lnTo>
                  <a:lnTo>
                    <a:pt x="2427697" y="228538"/>
                  </a:lnTo>
                  <a:lnTo>
                    <a:pt x="2437441" y="201607"/>
                  </a:lnTo>
                  <a:lnTo>
                    <a:pt x="2447200" y="250038"/>
                  </a:lnTo>
                  <a:lnTo>
                    <a:pt x="2456944" y="220755"/>
                  </a:lnTo>
                  <a:lnTo>
                    <a:pt x="2466703" y="205439"/>
                  </a:lnTo>
                  <a:lnTo>
                    <a:pt x="2476446" y="234991"/>
                  </a:lnTo>
                  <a:lnTo>
                    <a:pt x="2486190" y="234552"/>
                  </a:lnTo>
                  <a:lnTo>
                    <a:pt x="2495949" y="190482"/>
                  </a:lnTo>
                  <a:lnTo>
                    <a:pt x="2505693" y="231804"/>
                  </a:lnTo>
                  <a:lnTo>
                    <a:pt x="2515452" y="218994"/>
                  </a:lnTo>
                  <a:lnTo>
                    <a:pt x="2525196" y="157278"/>
                  </a:lnTo>
                  <a:lnTo>
                    <a:pt x="2534940" y="159285"/>
                  </a:lnTo>
                  <a:lnTo>
                    <a:pt x="2544699" y="143115"/>
                  </a:lnTo>
                  <a:lnTo>
                    <a:pt x="2554443" y="181909"/>
                  </a:lnTo>
                  <a:lnTo>
                    <a:pt x="2564202" y="171270"/>
                  </a:lnTo>
                  <a:lnTo>
                    <a:pt x="2573946" y="154625"/>
                  </a:lnTo>
                  <a:lnTo>
                    <a:pt x="2583690" y="135682"/>
                  </a:lnTo>
                  <a:lnTo>
                    <a:pt x="2593448" y="141949"/>
                  </a:lnTo>
                  <a:lnTo>
                    <a:pt x="2603192" y="138993"/>
                  </a:lnTo>
                  <a:lnTo>
                    <a:pt x="2612951" y="120570"/>
                  </a:lnTo>
                  <a:lnTo>
                    <a:pt x="2622695" y="103612"/>
                  </a:lnTo>
                  <a:lnTo>
                    <a:pt x="2632439" y="84409"/>
                  </a:lnTo>
                  <a:lnTo>
                    <a:pt x="2642198" y="98211"/>
                  </a:lnTo>
                  <a:lnTo>
                    <a:pt x="2651942" y="122949"/>
                  </a:lnTo>
                  <a:lnTo>
                    <a:pt x="2661685" y="109639"/>
                  </a:lnTo>
                  <a:lnTo>
                    <a:pt x="2671444" y="113199"/>
                  </a:lnTo>
                  <a:lnTo>
                    <a:pt x="2681188" y="152487"/>
                  </a:lnTo>
                  <a:lnTo>
                    <a:pt x="2690947" y="165878"/>
                  </a:lnTo>
                  <a:lnTo>
                    <a:pt x="2700691" y="150176"/>
                  </a:lnTo>
                  <a:lnTo>
                    <a:pt x="2710435" y="114886"/>
                  </a:lnTo>
                  <a:lnTo>
                    <a:pt x="2720194" y="132324"/>
                  </a:lnTo>
                  <a:lnTo>
                    <a:pt x="2729938" y="141972"/>
                  </a:lnTo>
                  <a:lnTo>
                    <a:pt x="2739697" y="157484"/>
                  </a:lnTo>
                  <a:lnTo>
                    <a:pt x="2749441" y="151643"/>
                  </a:lnTo>
                  <a:lnTo>
                    <a:pt x="2759185" y="184037"/>
                  </a:lnTo>
                  <a:lnTo>
                    <a:pt x="2768943" y="194847"/>
                  </a:lnTo>
                  <a:lnTo>
                    <a:pt x="2778687" y="211968"/>
                  </a:lnTo>
                  <a:lnTo>
                    <a:pt x="2788446" y="214387"/>
                  </a:lnTo>
                  <a:lnTo>
                    <a:pt x="2798190" y="170382"/>
                  </a:lnTo>
                  <a:lnTo>
                    <a:pt x="2807934" y="146405"/>
                  </a:lnTo>
                  <a:lnTo>
                    <a:pt x="2817693" y="155301"/>
                  </a:lnTo>
                  <a:lnTo>
                    <a:pt x="2827437" y="144221"/>
                  </a:lnTo>
                  <a:lnTo>
                    <a:pt x="2837196" y="116519"/>
                  </a:lnTo>
                  <a:lnTo>
                    <a:pt x="2846940" y="92170"/>
                  </a:lnTo>
                  <a:lnTo>
                    <a:pt x="2856684" y="100537"/>
                  </a:lnTo>
                  <a:lnTo>
                    <a:pt x="2866442" y="88859"/>
                  </a:lnTo>
                  <a:lnTo>
                    <a:pt x="2876186" y="74353"/>
                  </a:lnTo>
                  <a:lnTo>
                    <a:pt x="2885945" y="109943"/>
                  </a:lnTo>
                  <a:lnTo>
                    <a:pt x="2895689" y="103703"/>
                  </a:lnTo>
                  <a:lnTo>
                    <a:pt x="2905433" y="137309"/>
                  </a:lnTo>
                  <a:lnTo>
                    <a:pt x="2915192" y="15611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4" name="Freeform 983">
              <a:extLst>
                <a:ext uri="{FF2B5EF4-FFF2-40B4-BE49-F238E27FC236}">
                  <a16:creationId xmlns:a16="http://schemas.microsoft.com/office/drawing/2014/main" id="{8F2C2EE8-586F-349E-FEF9-9708A63B0E91}"/>
                </a:ext>
              </a:extLst>
            </p:cNvPr>
            <p:cNvSpPr/>
            <p:nvPr/>
          </p:nvSpPr>
          <p:spPr>
            <a:xfrm>
              <a:off x="4426652" y="3323140"/>
              <a:ext cx="2915191" cy="350301"/>
            </a:xfrm>
            <a:custGeom>
              <a:avLst/>
              <a:gdLst>
                <a:gd name="connsiteX0" fmla="*/ 0 w 2915191"/>
                <a:gd name="connsiteY0" fmla="*/ 329341 h 350301"/>
                <a:gd name="connsiteX1" fmla="*/ 9750 w 2915191"/>
                <a:gd name="connsiteY1" fmla="*/ 314285 h 350301"/>
                <a:gd name="connsiteX2" fmla="*/ 19500 w 2915191"/>
                <a:gd name="connsiteY2" fmla="*/ 308525 h 350301"/>
                <a:gd name="connsiteX3" fmla="*/ 29250 w 2915191"/>
                <a:gd name="connsiteY3" fmla="*/ 266747 h 350301"/>
                <a:gd name="connsiteX4" fmla="*/ 39000 w 2915191"/>
                <a:gd name="connsiteY4" fmla="*/ 233181 h 350301"/>
                <a:gd name="connsiteX5" fmla="*/ 48749 w 2915191"/>
                <a:gd name="connsiteY5" fmla="*/ 237272 h 350301"/>
                <a:gd name="connsiteX6" fmla="*/ 58499 w 2915191"/>
                <a:gd name="connsiteY6" fmla="*/ 246608 h 350301"/>
                <a:gd name="connsiteX7" fmla="*/ 68249 w 2915191"/>
                <a:gd name="connsiteY7" fmla="*/ 234549 h 350301"/>
                <a:gd name="connsiteX8" fmla="*/ 77998 w 2915191"/>
                <a:gd name="connsiteY8" fmla="*/ 235654 h 350301"/>
                <a:gd name="connsiteX9" fmla="*/ 87748 w 2915191"/>
                <a:gd name="connsiteY9" fmla="*/ 228839 h 350301"/>
                <a:gd name="connsiteX10" fmla="*/ 97497 w 2915191"/>
                <a:gd name="connsiteY10" fmla="*/ 204019 h 350301"/>
                <a:gd name="connsiteX11" fmla="*/ 107247 w 2915191"/>
                <a:gd name="connsiteY11" fmla="*/ 197088 h 350301"/>
                <a:gd name="connsiteX12" fmla="*/ 116997 w 2915191"/>
                <a:gd name="connsiteY12" fmla="*/ 211764 h 350301"/>
                <a:gd name="connsiteX13" fmla="*/ 126747 w 2915191"/>
                <a:gd name="connsiteY13" fmla="*/ 210235 h 350301"/>
                <a:gd name="connsiteX14" fmla="*/ 136497 w 2915191"/>
                <a:gd name="connsiteY14" fmla="*/ 196693 h 350301"/>
                <a:gd name="connsiteX15" fmla="*/ 146247 w 2915191"/>
                <a:gd name="connsiteY15" fmla="*/ 215834 h 350301"/>
                <a:gd name="connsiteX16" fmla="*/ 155997 w 2915191"/>
                <a:gd name="connsiteY16" fmla="*/ 221183 h 350301"/>
                <a:gd name="connsiteX17" fmla="*/ 165747 w 2915191"/>
                <a:gd name="connsiteY17" fmla="*/ 207824 h 350301"/>
                <a:gd name="connsiteX18" fmla="*/ 175497 w 2915191"/>
                <a:gd name="connsiteY18" fmla="*/ 169707 h 350301"/>
                <a:gd name="connsiteX19" fmla="*/ 185247 w 2915191"/>
                <a:gd name="connsiteY19" fmla="*/ 168718 h 350301"/>
                <a:gd name="connsiteX20" fmla="*/ 194996 w 2915191"/>
                <a:gd name="connsiteY20" fmla="*/ 141326 h 350301"/>
                <a:gd name="connsiteX21" fmla="*/ 204746 w 2915191"/>
                <a:gd name="connsiteY21" fmla="*/ 144997 h 350301"/>
                <a:gd name="connsiteX22" fmla="*/ 214495 w 2915191"/>
                <a:gd name="connsiteY22" fmla="*/ 182079 h 350301"/>
                <a:gd name="connsiteX23" fmla="*/ 224245 w 2915191"/>
                <a:gd name="connsiteY23" fmla="*/ 155148 h 350301"/>
                <a:gd name="connsiteX24" fmla="*/ 233995 w 2915191"/>
                <a:gd name="connsiteY24" fmla="*/ 160832 h 350301"/>
                <a:gd name="connsiteX25" fmla="*/ 243744 w 2915191"/>
                <a:gd name="connsiteY25" fmla="*/ 170805 h 350301"/>
                <a:gd name="connsiteX26" fmla="*/ 253494 w 2915191"/>
                <a:gd name="connsiteY26" fmla="*/ 170887 h 350301"/>
                <a:gd name="connsiteX27" fmla="*/ 263244 w 2915191"/>
                <a:gd name="connsiteY27" fmla="*/ 175512 h 350301"/>
                <a:gd name="connsiteX28" fmla="*/ 272994 w 2915191"/>
                <a:gd name="connsiteY28" fmla="*/ 184485 h 350301"/>
                <a:gd name="connsiteX29" fmla="*/ 282744 w 2915191"/>
                <a:gd name="connsiteY29" fmla="*/ 178330 h 350301"/>
                <a:gd name="connsiteX30" fmla="*/ 292494 w 2915191"/>
                <a:gd name="connsiteY30" fmla="*/ 195642 h 350301"/>
                <a:gd name="connsiteX31" fmla="*/ 302244 w 2915191"/>
                <a:gd name="connsiteY31" fmla="*/ 180048 h 350301"/>
                <a:gd name="connsiteX32" fmla="*/ 311994 w 2915191"/>
                <a:gd name="connsiteY32" fmla="*/ 216397 h 350301"/>
                <a:gd name="connsiteX33" fmla="*/ 321744 w 2915191"/>
                <a:gd name="connsiteY33" fmla="*/ 218622 h 350301"/>
                <a:gd name="connsiteX34" fmla="*/ 331493 w 2915191"/>
                <a:gd name="connsiteY34" fmla="*/ 219489 h 350301"/>
                <a:gd name="connsiteX35" fmla="*/ 341243 w 2915191"/>
                <a:gd name="connsiteY35" fmla="*/ 195853 h 350301"/>
                <a:gd name="connsiteX36" fmla="*/ 350993 w 2915191"/>
                <a:gd name="connsiteY36" fmla="*/ 175768 h 350301"/>
                <a:gd name="connsiteX37" fmla="*/ 360742 w 2915191"/>
                <a:gd name="connsiteY37" fmla="*/ 173406 h 350301"/>
                <a:gd name="connsiteX38" fmla="*/ 370492 w 2915191"/>
                <a:gd name="connsiteY38" fmla="*/ 190583 h 350301"/>
                <a:gd name="connsiteX39" fmla="*/ 380241 w 2915191"/>
                <a:gd name="connsiteY39" fmla="*/ 218736 h 350301"/>
                <a:gd name="connsiteX40" fmla="*/ 389991 w 2915191"/>
                <a:gd name="connsiteY40" fmla="*/ 195539 h 350301"/>
                <a:gd name="connsiteX41" fmla="*/ 399741 w 2915191"/>
                <a:gd name="connsiteY41" fmla="*/ 219241 h 350301"/>
                <a:gd name="connsiteX42" fmla="*/ 409491 w 2915191"/>
                <a:gd name="connsiteY42" fmla="*/ 260896 h 350301"/>
                <a:gd name="connsiteX43" fmla="*/ 419241 w 2915191"/>
                <a:gd name="connsiteY43" fmla="*/ 233953 h 350301"/>
                <a:gd name="connsiteX44" fmla="*/ 428991 w 2915191"/>
                <a:gd name="connsiteY44" fmla="*/ 248341 h 350301"/>
                <a:gd name="connsiteX45" fmla="*/ 438741 w 2915191"/>
                <a:gd name="connsiteY45" fmla="*/ 235093 h 350301"/>
                <a:gd name="connsiteX46" fmla="*/ 448491 w 2915191"/>
                <a:gd name="connsiteY46" fmla="*/ 212897 h 350301"/>
                <a:gd name="connsiteX47" fmla="*/ 458241 w 2915191"/>
                <a:gd name="connsiteY47" fmla="*/ 200665 h 350301"/>
                <a:gd name="connsiteX48" fmla="*/ 467991 w 2915191"/>
                <a:gd name="connsiteY48" fmla="*/ 194916 h 350301"/>
                <a:gd name="connsiteX49" fmla="*/ 477740 w 2915191"/>
                <a:gd name="connsiteY49" fmla="*/ 203383 h 350301"/>
                <a:gd name="connsiteX50" fmla="*/ 487490 w 2915191"/>
                <a:gd name="connsiteY50" fmla="*/ 192452 h 350301"/>
                <a:gd name="connsiteX51" fmla="*/ 497239 w 2915191"/>
                <a:gd name="connsiteY51" fmla="*/ 198413 h 350301"/>
                <a:gd name="connsiteX52" fmla="*/ 506989 w 2915191"/>
                <a:gd name="connsiteY52" fmla="*/ 164473 h 350301"/>
                <a:gd name="connsiteX53" fmla="*/ 516738 w 2915191"/>
                <a:gd name="connsiteY53" fmla="*/ 182638 h 350301"/>
                <a:gd name="connsiteX54" fmla="*/ 526488 w 2915191"/>
                <a:gd name="connsiteY54" fmla="*/ 199482 h 350301"/>
                <a:gd name="connsiteX55" fmla="*/ 536238 w 2915191"/>
                <a:gd name="connsiteY55" fmla="*/ 207999 h 350301"/>
                <a:gd name="connsiteX56" fmla="*/ 545988 w 2915191"/>
                <a:gd name="connsiteY56" fmla="*/ 202991 h 350301"/>
                <a:gd name="connsiteX57" fmla="*/ 555738 w 2915191"/>
                <a:gd name="connsiteY57" fmla="*/ 187167 h 350301"/>
                <a:gd name="connsiteX58" fmla="*/ 565488 w 2915191"/>
                <a:gd name="connsiteY58" fmla="*/ 174247 h 350301"/>
                <a:gd name="connsiteX59" fmla="*/ 575238 w 2915191"/>
                <a:gd name="connsiteY59" fmla="*/ 180920 h 350301"/>
                <a:gd name="connsiteX60" fmla="*/ 584988 w 2915191"/>
                <a:gd name="connsiteY60" fmla="*/ 134411 h 350301"/>
                <a:gd name="connsiteX61" fmla="*/ 594738 w 2915191"/>
                <a:gd name="connsiteY61" fmla="*/ 163440 h 350301"/>
                <a:gd name="connsiteX62" fmla="*/ 604488 w 2915191"/>
                <a:gd name="connsiteY62" fmla="*/ 145046 h 350301"/>
                <a:gd name="connsiteX63" fmla="*/ 614237 w 2915191"/>
                <a:gd name="connsiteY63" fmla="*/ 143649 h 350301"/>
                <a:gd name="connsiteX64" fmla="*/ 623987 w 2915191"/>
                <a:gd name="connsiteY64" fmla="*/ 146715 h 350301"/>
                <a:gd name="connsiteX65" fmla="*/ 633736 w 2915191"/>
                <a:gd name="connsiteY65" fmla="*/ 164591 h 350301"/>
                <a:gd name="connsiteX66" fmla="*/ 643486 w 2915191"/>
                <a:gd name="connsiteY66" fmla="*/ 191495 h 350301"/>
                <a:gd name="connsiteX67" fmla="*/ 653236 w 2915191"/>
                <a:gd name="connsiteY67" fmla="*/ 191643 h 350301"/>
                <a:gd name="connsiteX68" fmla="*/ 662985 w 2915191"/>
                <a:gd name="connsiteY68" fmla="*/ 192285 h 350301"/>
                <a:gd name="connsiteX69" fmla="*/ 672735 w 2915191"/>
                <a:gd name="connsiteY69" fmla="*/ 209951 h 350301"/>
                <a:gd name="connsiteX70" fmla="*/ 682485 w 2915191"/>
                <a:gd name="connsiteY70" fmla="*/ 218288 h 350301"/>
                <a:gd name="connsiteX71" fmla="*/ 692235 w 2915191"/>
                <a:gd name="connsiteY71" fmla="*/ 207816 h 350301"/>
                <a:gd name="connsiteX72" fmla="*/ 701985 w 2915191"/>
                <a:gd name="connsiteY72" fmla="*/ 218203 h 350301"/>
                <a:gd name="connsiteX73" fmla="*/ 711735 w 2915191"/>
                <a:gd name="connsiteY73" fmla="*/ 218091 h 350301"/>
                <a:gd name="connsiteX74" fmla="*/ 721485 w 2915191"/>
                <a:gd name="connsiteY74" fmla="*/ 247335 h 350301"/>
                <a:gd name="connsiteX75" fmla="*/ 731235 w 2915191"/>
                <a:gd name="connsiteY75" fmla="*/ 260132 h 350301"/>
                <a:gd name="connsiteX76" fmla="*/ 740985 w 2915191"/>
                <a:gd name="connsiteY76" fmla="*/ 239625 h 350301"/>
                <a:gd name="connsiteX77" fmla="*/ 750734 w 2915191"/>
                <a:gd name="connsiteY77" fmla="*/ 212172 h 350301"/>
                <a:gd name="connsiteX78" fmla="*/ 760484 w 2915191"/>
                <a:gd name="connsiteY78" fmla="*/ 253768 h 350301"/>
                <a:gd name="connsiteX79" fmla="*/ 770233 w 2915191"/>
                <a:gd name="connsiteY79" fmla="*/ 240852 h 350301"/>
                <a:gd name="connsiteX80" fmla="*/ 779983 w 2915191"/>
                <a:gd name="connsiteY80" fmla="*/ 256854 h 350301"/>
                <a:gd name="connsiteX81" fmla="*/ 789733 w 2915191"/>
                <a:gd name="connsiteY81" fmla="*/ 218257 h 350301"/>
                <a:gd name="connsiteX82" fmla="*/ 799482 w 2915191"/>
                <a:gd name="connsiteY82" fmla="*/ 198319 h 350301"/>
                <a:gd name="connsiteX83" fmla="*/ 809232 w 2915191"/>
                <a:gd name="connsiteY83" fmla="*/ 206123 h 350301"/>
                <a:gd name="connsiteX84" fmla="*/ 818982 w 2915191"/>
                <a:gd name="connsiteY84" fmla="*/ 167715 h 350301"/>
                <a:gd name="connsiteX85" fmla="*/ 828732 w 2915191"/>
                <a:gd name="connsiteY85" fmla="*/ 126226 h 350301"/>
                <a:gd name="connsiteX86" fmla="*/ 838482 w 2915191"/>
                <a:gd name="connsiteY86" fmla="*/ 120504 h 350301"/>
                <a:gd name="connsiteX87" fmla="*/ 848232 w 2915191"/>
                <a:gd name="connsiteY87" fmla="*/ 137801 h 350301"/>
                <a:gd name="connsiteX88" fmla="*/ 857982 w 2915191"/>
                <a:gd name="connsiteY88" fmla="*/ 143336 h 350301"/>
                <a:gd name="connsiteX89" fmla="*/ 867732 w 2915191"/>
                <a:gd name="connsiteY89" fmla="*/ 156873 h 350301"/>
                <a:gd name="connsiteX90" fmla="*/ 877482 w 2915191"/>
                <a:gd name="connsiteY90" fmla="*/ 135155 h 350301"/>
                <a:gd name="connsiteX91" fmla="*/ 887231 w 2915191"/>
                <a:gd name="connsiteY91" fmla="*/ 138280 h 350301"/>
                <a:gd name="connsiteX92" fmla="*/ 896981 w 2915191"/>
                <a:gd name="connsiteY92" fmla="*/ 136555 h 350301"/>
                <a:gd name="connsiteX93" fmla="*/ 906730 w 2915191"/>
                <a:gd name="connsiteY93" fmla="*/ 157649 h 350301"/>
                <a:gd name="connsiteX94" fmla="*/ 916480 w 2915191"/>
                <a:gd name="connsiteY94" fmla="*/ 174290 h 350301"/>
                <a:gd name="connsiteX95" fmla="*/ 926230 w 2915191"/>
                <a:gd name="connsiteY95" fmla="*/ 157503 h 350301"/>
                <a:gd name="connsiteX96" fmla="*/ 935979 w 2915191"/>
                <a:gd name="connsiteY96" fmla="*/ 144975 h 350301"/>
                <a:gd name="connsiteX97" fmla="*/ 945729 w 2915191"/>
                <a:gd name="connsiteY97" fmla="*/ 195384 h 350301"/>
                <a:gd name="connsiteX98" fmla="*/ 955479 w 2915191"/>
                <a:gd name="connsiteY98" fmla="*/ 203849 h 350301"/>
                <a:gd name="connsiteX99" fmla="*/ 965229 w 2915191"/>
                <a:gd name="connsiteY99" fmla="*/ 232826 h 350301"/>
                <a:gd name="connsiteX100" fmla="*/ 974979 w 2915191"/>
                <a:gd name="connsiteY100" fmla="*/ 227490 h 350301"/>
                <a:gd name="connsiteX101" fmla="*/ 984729 w 2915191"/>
                <a:gd name="connsiteY101" fmla="*/ 236276 h 350301"/>
                <a:gd name="connsiteX102" fmla="*/ 994474 w 2915191"/>
                <a:gd name="connsiteY102" fmla="*/ 240002 h 350301"/>
                <a:gd name="connsiteX103" fmla="*/ 1004233 w 2915191"/>
                <a:gd name="connsiteY103" fmla="*/ 210009 h 350301"/>
                <a:gd name="connsiteX104" fmla="*/ 1013977 w 2915191"/>
                <a:gd name="connsiteY104" fmla="*/ 221195 h 350301"/>
                <a:gd name="connsiteX105" fmla="*/ 1023721 w 2915191"/>
                <a:gd name="connsiteY105" fmla="*/ 210479 h 350301"/>
                <a:gd name="connsiteX106" fmla="*/ 1033480 w 2915191"/>
                <a:gd name="connsiteY106" fmla="*/ 229645 h 350301"/>
                <a:gd name="connsiteX107" fmla="*/ 1043224 w 2915191"/>
                <a:gd name="connsiteY107" fmla="*/ 259187 h 350301"/>
                <a:gd name="connsiteX108" fmla="*/ 1052983 w 2915191"/>
                <a:gd name="connsiteY108" fmla="*/ 248488 h 350301"/>
                <a:gd name="connsiteX109" fmla="*/ 1062727 w 2915191"/>
                <a:gd name="connsiteY109" fmla="*/ 242986 h 350301"/>
                <a:gd name="connsiteX110" fmla="*/ 1072471 w 2915191"/>
                <a:gd name="connsiteY110" fmla="*/ 248762 h 350301"/>
                <a:gd name="connsiteX111" fmla="*/ 1082230 w 2915191"/>
                <a:gd name="connsiteY111" fmla="*/ 253105 h 350301"/>
                <a:gd name="connsiteX112" fmla="*/ 1091973 w 2915191"/>
                <a:gd name="connsiteY112" fmla="*/ 238500 h 350301"/>
                <a:gd name="connsiteX113" fmla="*/ 1101732 w 2915191"/>
                <a:gd name="connsiteY113" fmla="*/ 239486 h 350301"/>
                <a:gd name="connsiteX114" fmla="*/ 1111476 w 2915191"/>
                <a:gd name="connsiteY114" fmla="*/ 266401 h 350301"/>
                <a:gd name="connsiteX115" fmla="*/ 1121220 w 2915191"/>
                <a:gd name="connsiteY115" fmla="*/ 265863 h 350301"/>
                <a:gd name="connsiteX116" fmla="*/ 1130979 w 2915191"/>
                <a:gd name="connsiteY116" fmla="*/ 287355 h 350301"/>
                <a:gd name="connsiteX117" fmla="*/ 1140723 w 2915191"/>
                <a:gd name="connsiteY117" fmla="*/ 261298 h 350301"/>
                <a:gd name="connsiteX118" fmla="*/ 1150482 w 2915191"/>
                <a:gd name="connsiteY118" fmla="*/ 273186 h 350301"/>
                <a:gd name="connsiteX119" fmla="*/ 1160226 w 2915191"/>
                <a:gd name="connsiteY119" fmla="*/ 293187 h 350301"/>
                <a:gd name="connsiteX120" fmla="*/ 1169969 w 2915191"/>
                <a:gd name="connsiteY120" fmla="*/ 290199 h 350301"/>
                <a:gd name="connsiteX121" fmla="*/ 1179728 w 2915191"/>
                <a:gd name="connsiteY121" fmla="*/ 332727 h 350301"/>
                <a:gd name="connsiteX122" fmla="*/ 1189472 w 2915191"/>
                <a:gd name="connsiteY122" fmla="*/ 316912 h 350301"/>
                <a:gd name="connsiteX123" fmla="*/ 1199231 w 2915191"/>
                <a:gd name="connsiteY123" fmla="*/ 293547 h 350301"/>
                <a:gd name="connsiteX124" fmla="*/ 1208975 w 2915191"/>
                <a:gd name="connsiteY124" fmla="*/ 312689 h 350301"/>
                <a:gd name="connsiteX125" fmla="*/ 1218719 w 2915191"/>
                <a:gd name="connsiteY125" fmla="*/ 304820 h 350301"/>
                <a:gd name="connsiteX126" fmla="*/ 1228478 w 2915191"/>
                <a:gd name="connsiteY126" fmla="*/ 311494 h 350301"/>
                <a:gd name="connsiteX127" fmla="*/ 1238222 w 2915191"/>
                <a:gd name="connsiteY127" fmla="*/ 275412 h 350301"/>
                <a:gd name="connsiteX128" fmla="*/ 1247966 w 2915191"/>
                <a:gd name="connsiteY128" fmla="*/ 263956 h 350301"/>
                <a:gd name="connsiteX129" fmla="*/ 1257725 w 2915191"/>
                <a:gd name="connsiteY129" fmla="*/ 286850 h 350301"/>
                <a:gd name="connsiteX130" fmla="*/ 1267469 w 2915191"/>
                <a:gd name="connsiteY130" fmla="*/ 291172 h 350301"/>
                <a:gd name="connsiteX131" fmla="*/ 1277227 w 2915191"/>
                <a:gd name="connsiteY131" fmla="*/ 300992 h 350301"/>
                <a:gd name="connsiteX132" fmla="*/ 1286971 w 2915191"/>
                <a:gd name="connsiteY132" fmla="*/ 296233 h 350301"/>
                <a:gd name="connsiteX133" fmla="*/ 1296715 w 2915191"/>
                <a:gd name="connsiteY133" fmla="*/ 288304 h 350301"/>
                <a:gd name="connsiteX134" fmla="*/ 1306474 w 2915191"/>
                <a:gd name="connsiteY134" fmla="*/ 264599 h 350301"/>
                <a:gd name="connsiteX135" fmla="*/ 1316218 w 2915191"/>
                <a:gd name="connsiteY135" fmla="*/ 244430 h 350301"/>
                <a:gd name="connsiteX136" fmla="*/ 1325977 w 2915191"/>
                <a:gd name="connsiteY136" fmla="*/ 209778 h 350301"/>
                <a:gd name="connsiteX137" fmla="*/ 1335721 w 2915191"/>
                <a:gd name="connsiteY137" fmla="*/ 181730 h 350301"/>
                <a:gd name="connsiteX138" fmla="*/ 1345465 w 2915191"/>
                <a:gd name="connsiteY138" fmla="*/ 193940 h 350301"/>
                <a:gd name="connsiteX139" fmla="*/ 1355224 w 2915191"/>
                <a:gd name="connsiteY139" fmla="*/ 203660 h 350301"/>
                <a:gd name="connsiteX140" fmla="*/ 1364967 w 2915191"/>
                <a:gd name="connsiteY140" fmla="*/ 189631 h 350301"/>
                <a:gd name="connsiteX141" fmla="*/ 1374726 w 2915191"/>
                <a:gd name="connsiteY141" fmla="*/ 185778 h 350301"/>
                <a:gd name="connsiteX142" fmla="*/ 1384470 w 2915191"/>
                <a:gd name="connsiteY142" fmla="*/ 213519 h 350301"/>
                <a:gd name="connsiteX143" fmla="*/ 1394214 w 2915191"/>
                <a:gd name="connsiteY143" fmla="*/ 242956 h 350301"/>
                <a:gd name="connsiteX144" fmla="*/ 1403973 w 2915191"/>
                <a:gd name="connsiteY144" fmla="*/ 265863 h 350301"/>
                <a:gd name="connsiteX145" fmla="*/ 1413717 w 2915191"/>
                <a:gd name="connsiteY145" fmla="*/ 283519 h 350301"/>
                <a:gd name="connsiteX146" fmla="*/ 1423476 w 2915191"/>
                <a:gd name="connsiteY146" fmla="*/ 303775 h 350301"/>
                <a:gd name="connsiteX147" fmla="*/ 1433220 w 2915191"/>
                <a:gd name="connsiteY147" fmla="*/ 332724 h 350301"/>
                <a:gd name="connsiteX148" fmla="*/ 1442964 w 2915191"/>
                <a:gd name="connsiteY148" fmla="*/ 347210 h 350301"/>
                <a:gd name="connsiteX149" fmla="*/ 1452722 w 2915191"/>
                <a:gd name="connsiteY149" fmla="*/ 307688 h 350301"/>
                <a:gd name="connsiteX150" fmla="*/ 1462466 w 2915191"/>
                <a:gd name="connsiteY150" fmla="*/ 297869 h 350301"/>
                <a:gd name="connsiteX151" fmla="*/ 1472225 w 2915191"/>
                <a:gd name="connsiteY151" fmla="*/ 283651 h 350301"/>
                <a:gd name="connsiteX152" fmla="*/ 1481969 w 2915191"/>
                <a:gd name="connsiteY152" fmla="*/ 313787 h 350301"/>
                <a:gd name="connsiteX153" fmla="*/ 1491713 w 2915191"/>
                <a:gd name="connsiteY153" fmla="*/ 341725 h 350301"/>
                <a:gd name="connsiteX154" fmla="*/ 1501472 w 2915191"/>
                <a:gd name="connsiteY154" fmla="*/ 344508 h 350301"/>
                <a:gd name="connsiteX155" fmla="*/ 1511216 w 2915191"/>
                <a:gd name="connsiteY155" fmla="*/ 350302 h 350301"/>
                <a:gd name="connsiteX156" fmla="*/ 1520960 w 2915191"/>
                <a:gd name="connsiteY156" fmla="*/ 328657 h 350301"/>
                <a:gd name="connsiteX157" fmla="*/ 1530719 w 2915191"/>
                <a:gd name="connsiteY157" fmla="*/ 318499 h 350301"/>
                <a:gd name="connsiteX158" fmla="*/ 1540463 w 2915191"/>
                <a:gd name="connsiteY158" fmla="*/ 338252 h 350301"/>
                <a:gd name="connsiteX159" fmla="*/ 1550221 w 2915191"/>
                <a:gd name="connsiteY159" fmla="*/ 295611 h 350301"/>
                <a:gd name="connsiteX160" fmla="*/ 1559965 w 2915191"/>
                <a:gd name="connsiteY160" fmla="*/ 284013 h 350301"/>
                <a:gd name="connsiteX161" fmla="*/ 1569709 w 2915191"/>
                <a:gd name="connsiteY161" fmla="*/ 273617 h 350301"/>
                <a:gd name="connsiteX162" fmla="*/ 1579468 w 2915191"/>
                <a:gd name="connsiteY162" fmla="*/ 270743 h 350301"/>
                <a:gd name="connsiteX163" fmla="*/ 1589212 w 2915191"/>
                <a:gd name="connsiteY163" fmla="*/ 287084 h 350301"/>
                <a:gd name="connsiteX164" fmla="*/ 1598971 w 2915191"/>
                <a:gd name="connsiteY164" fmla="*/ 264859 h 350301"/>
                <a:gd name="connsiteX165" fmla="*/ 1608715 w 2915191"/>
                <a:gd name="connsiteY165" fmla="*/ 259557 h 350301"/>
                <a:gd name="connsiteX166" fmla="*/ 1618459 w 2915191"/>
                <a:gd name="connsiteY166" fmla="*/ 270020 h 350301"/>
                <a:gd name="connsiteX167" fmla="*/ 1628218 w 2915191"/>
                <a:gd name="connsiteY167" fmla="*/ 265306 h 350301"/>
                <a:gd name="connsiteX168" fmla="*/ 1637962 w 2915191"/>
                <a:gd name="connsiteY168" fmla="*/ 273076 h 350301"/>
                <a:gd name="connsiteX169" fmla="*/ 1647720 w 2915191"/>
                <a:gd name="connsiteY169" fmla="*/ 277839 h 350301"/>
                <a:gd name="connsiteX170" fmla="*/ 1657464 w 2915191"/>
                <a:gd name="connsiteY170" fmla="*/ 256942 h 350301"/>
                <a:gd name="connsiteX171" fmla="*/ 1667208 w 2915191"/>
                <a:gd name="connsiteY171" fmla="*/ 263724 h 350301"/>
                <a:gd name="connsiteX172" fmla="*/ 1676967 w 2915191"/>
                <a:gd name="connsiteY172" fmla="*/ 272057 h 350301"/>
                <a:gd name="connsiteX173" fmla="*/ 1686711 w 2915191"/>
                <a:gd name="connsiteY173" fmla="*/ 312423 h 350301"/>
                <a:gd name="connsiteX174" fmla="*/ 1696470 w 2915191"/>
                <a:gd name="connsiteY174" fmla="*/ 296378 h 350301"/>
                <a:gd name="connsiteX175" fmla="*/ 1706214 w 2915191"/>
                <a:gd name="connsiteY175" fmla="*/ 271027 h 350301"/>
                <a:gd name="connsiteX176" fmla="*/ 1715958 w 2915191"/>
                <a:gd name="connsiteY176" fmla="*/ 325675 h 350301"/>
                <a:gd name="connsiteX177" fmla="*/ 1725716 w 2915191"/>
                <a:gd name="connsiteY177" fmla="*/ 290298 h 350301"/>
                <a:gd name="connsiteX178" fmla="*/ 1735460 w 2915191"/>
                <a:gd name="connsiteY178" fmla="*/ 292592 h 350301"/>
                <a:gd name="connsiteX179" fmla="*/ 1745219 w 2915191"/>
                <a:gd name="connsiteY179" fmla="*/ 288790 h 350301"/>
                <a:gd name="connsiteX180" fmla="*/ 1754963 w 2915191"/>
                <a:gd name="connsiteY180" fmla="*/ 300223 h 350301"/>
                <a:gd name="connsiteX181" fmla="*/ 1764707 w 2915191"/>
                <a:gd name="connsiteY181" fmla="*/ 299887 h 350301"/>
                <a:gd name="connsiteX182" fmla="*/ 1774466 w 2915191"/>
                <a:gd name="connsiteY182" fmla="*/ 303774 h 350301"/>
                <a:gd name="connsiteX183" fmla="*/ 1784210 w 2915191"/>
                <a:gd name="connsiteY183" fmla="*/ 307561 h 350301"/>
                <a:gd name="connsiteX184" fmla="*/ 1793969 w 2915191"/>
                <a:gd name="connsiteY184" fmla="*/ 313063 h 350301"/>
                <a:gd name="connsiteX185" fmla="*/ 1803713 w 2915191"/>
                <a:gd name="connsiteY185" fmla="*/ 344467 h 350301"/>
                <a:gd name="connsiteX186" fmla="*/ 1813457 w 2915191"/>
                <a:gd name="connsiteY186" fmla="*/ 309821 h 350301"/>
                <a:gd name="connsiteX187" fmla="*/ 1823215 w 2915191"/>
                <a:gd name="connsiteY187" fmla="*/ 285004 h 350301"/>
                <a:gd name="connsiteX188" fmla="*/ 1832959 w 2915191"/>
                <a:gd name="connsiteY188" fmla="*/ 257764 h 350301"/>
                <a:gd name="connsiteX189" fmla="*/ 1842703 w 2915191"/>
                <a:gd name="connsiteY189" fmla="*/ 251717 h 350301"/>
                <a:gd name="connsiteX190" fmla="*/ 1852462 w 2915191"/>
                <a:gd name="connsiteY190" fmla="*/ 263590 h 350301"/>
                <a:gd name="connsiteX191" fmla="*/ 1862206 w 2915191"/>
                <a:gd name="connsiteY191" fmla="*/ 251300 h 350301"/>
                <a:gd name="connsiteX192" fmla="*/ 1871965 w 2915191"/>
                <a:gd name="connsiteY192" fmla="*/ 220681 h 350301"/>
                <a:gd name="connsiteX193" fmla="*/ 1881709 w 2915191"/>
                <a:gd name="connsiteY193" fmla="*/ 213826 h 350301"/>
                <a:gd name="connsiteX194" fmla="*/ 1891453 w 2915191"/>
                <a:gd name="connsiteY194" fmla="*/ 215308 h 350301"/>
                <a:gd name="connsiteX195" fmla="*/ 1901212 w 2915191"/>
                <a:gd name="connsiteY195" fmla="*/ 189083 h 350301"/>
                <a:gd name="connsiteX196" fmla="*/ 1910956 w 2915191"/>
                <a:gd name="connsiteY196" fmla="*/ 182161 h 350301"/>
                <a:gd name="connsiteX197" fmla="*/ 1920714 w 2915191"/>
                <a:gd name="connsiteY197" fmla="*/ 202571 h 350301"/>
                <a:gd name="connsiteX198" fmla="*/ 1930458 w 2915191"/>
                <a:gd name="connsiteY198" fmla="*/ 256482 h 350301"/>
                <a:gd name="connsiteX199" fmla="*/ 1940202 w 2915191"/>
                <a:gd name="connsiteY199" fmla="*/ 255710 h 350301"/>
                <a:gd name="connsiteX200" fmla="*/ 1949961 w 2915191"/>
                <a:gd name="connsiteY200" fmla="*/ 267857 h 350301"/>
                <a:gd name="connsiteX201" fmla="*/ 1959705 w 2915191"/>
                <a:gd name="connsiteY201" fmla="*/ 247295 h 350301"/>
                <a:gd name="connsiteX202" fmla="*/ 1969464 w 2915191"/>
                <a:gd name="connsiteY202" fmla="*/ 253082 h 350301"/>
                <a:gd name="connsiteX203" fmla="*/ 1979208 w 2915191"/>
                <a:gd name="connsiteY203" fmla="*/ 240011 h 350301"/>
                <a:gd name="connsiteX204" fmla="*/ 1988952 w 2915191"/>
                <a:gd name="connsiteY204" fmla="*/ 291548 h 350301"/>
                <a:gd name="connsiteX205" fmla="*/ 1998711 w 2915191"/>
                <a:gd name="connsiteY205" fmla="*/ 288629 h 350301"/>
                <a:gd name="connsiteX206" fmla="*/ 2008454 w 2915191"/>
                <a:gd name="connsiteY206" fmla="*/ 280902 h 350301"/>
                <a:gd name="connsiteX207" fmla="*/ 2018213 w 2915191"/>
                <a:gd name="connsiteY207" fmla="*/ 294390 h 350301"/>
                <a:gd name="connsiteX208" fmla="*/ 2027957 w 2915191"/>
                <a:gd name="connsiteY208" fmla="*/ 302451 h 350301"/>
                <a:gd name="connsiteX209" fmla="*/ 2037701 w 2915191"/>
                <a:gd name="connsiteY209" fmla="*/ 328277 h 350301"/>
                <a:gd name="connsiteX210" fmla="*/ 2047460 w 2915191"/>
                <a:gd name="connsiteY210" fmla="*/ 311894 h 350301"/>
                <a:gd name="connsiteX211" fmla="*/ 2057204 w 2915191"/>
                <a:gd name="connsiteY211" fmla="*/ 317701 h 350301"/>
                <a:gd name="connsiteX212" fmla="*/ 2066963 w 2915191"/>
                <a:gd name="connsiteY212" fmla="*/ 333476 h 350301"/>
                <a:gd name="connsiteX213" fmla="*/ 2076707 w 2915191"/>
                <a:gd name="connsiteY213" fmla="*/ 309069 h 350301"/>
                <a:gd name="connsiteX214" fmla="*/ 2086451 w 2915191"/>
                <a:gd name="connsiteY214" fmla="*/ 270308 h 350301"/>
                <a:gd name="connsiteX215" fmla="*/ 2096210 w 2915191"/>
                <a:gd name="connsiteY215" fmla="*/ 282826 h 350301"/>
                <a:gd name="connsiteX216" fmla="*/ 2105954 w 2915191"/>
                <a:gd name="connsiteY216" fmla="*/ 256385 h 350301"/>
                <a:gd name="connsiteX217" fmla="*/ 2115697 w 2915191"/>
                <a:gd name="connsiteY217" fmla="*/ 253777 h 350301"/>
                <a:gd name="connsiteX218" fmla="*/ 2125456 w 2915191"/>
                <a:gd name="connsiteY218" fmla="*/ 220353 h 350301"/>
                <a:gd name="connsiteX219" fmla="*/ 2135200 w 2915191"/>
                <a:gd name="connsiteY219" fmla="*/ 230283 h 350301"/>
                <a:gd name="connsiteX220" fmla="*/ 2144959 w 2915191"/>
                <a:gd name="connsiteY220" fmla="*/ 211342 h 350301"/>
                <a:gd name="connsiteX221" fmla="*/ 2154703 w 2915191"/>
                <a:gd name="connsiteY221" fmla="*/ 196273 h 350301"/>
                <a:gd name="connsiteX222" fmla="*/ 2164447 w 2915191"/>
                <a:gd name="connsiteY222" fmla="*/ 166563 h 350301"/>
                <a:gd name="connsiteX223" fmla="*/ 2174206 w 2915191"/>
                <a:gd name="connsiteY223" fmla="*/ 183877 h 350301"/>
                <a:gd name="connsiteX224" fmla="*/ 2183950 w 2915191"/>
                <a:gd name="connsiteY224" fmla="*/ 189840 h 350301"/>
                <a:gd name="connsiteX225" fmla="*/ 2193709 w 2915191"/>
                <a:gd name="connsiteY225" fmla="*/ 175884 h 350301"/>
                <a:gd name="connsiteX226" fmla="*/ 2203452 w 2915191"/>
                <a:gd name="connsiteY226" fmla="*/ 162578 h 350301"/>
                <a:gd name="connsiteX227" fmla="*/ 2213196 w 2915191"/>
                <a:gd name="connsiteY227" fmla="*/ 165137 h 350301"/>
                <a:gd name="connsiteX228" fmla="*/ 2222955 w 2915191"/>
                <a:gd name="connsiteY228" fmla="*/ 165295 h 350301"/>
                <a:gd name="connsiteX229" fmla="*/ 2232699 w 2915191"/>
                <a:gd name="connsiteY229" fmla="*/ 168679 h 350301"/>
                <a:gd name="connsiteX230" fmla="*/ 2242458 w 2915191"/>
                <a:gd name="connsiteY230" fmla="*/ 133172 h 350301"/>
                <a:gd name="connsiteX231" fmla="*/ 2252202 w 2915191"/>
                <a:gd name="connsiteY231" fmla="*/ 115552 h 350301"/>
                <a:gd name="connsiteX232" fmla="*/ 2261946 w 2915191"/>
                <a:gd name="connsiteY232" fmla="*/ 137077 h 350301"/>
                <a:gd name="connsiteX233" fmla="*/ 2271705 w 2915191"/>
                <a:gd name="connsiteY233" fmla="*/ 139496 h 350301"/>
                <a:gd name="connsiteX234" fmla="*/ 2281449 w 2915191"/>
                <a:gd name="connsiteY234" fmla="*/ 141680 h 350301"/>
                <a:gd name="connsiteX235" fmla="*/ 2291208 w 2915191"/>
                <a:gd name="connsiteY235" fmla="*/ 151816 h 350301"/>
                <a:gd name="connsiteX236" fmla="*/ 2300951 w 2915191"/>
                <a:gd name="connsiteY236" fmla="*/ 155344 h 350301"/>
                <a:gd name="connsiteX237" fmla="*/ 2310695 w 2915191"/>
                <a:gd name="connsiteY237" fmla="*/ 192568 h 350301"/>
                <a:gd name="connsiteX238" fmla="*/ 2320454 w 2915191"/>
                <a:gd name="connsiteY238" fmla="*/ 189862 h 350301"/>
                <a:gd name="connsiteX239" fmla="*/ 2330198 w 2915191"/>
                <a:gd name="connsiteY239" fmla="*/ 146983 h 350301"/>
                <a:gd name="connsiteX240" fmla="*/ 2339957 w 2915191"/>
                <a:gd name="connsiteY240" fmla="*/ 150006 h 350301"/>
                <a:gd name="connsiteX241" fmla="*/ 2349701 w 2915191"/>
                <a:gd name="connsiteY241" fmla="*/ 148655 h 350301"/>
                <a:gd name="connsiteX242" fmla="*/ 2359445 w 2915191"/>
                <a:gd name="connsiteY242" fmla="*/ 182340 h 350301"/>
                <a:gd name="connsiteX243" fmla="*/ 2369204 w 2915191"/>
                <a:gd name="connsiteY243" fmla="*/ 169305 h 350301"/>
                <a:gd name="connsiteX244" fmla="*/ 2378948 w 2915191"/>
                <a:gd name="connsiteY244" fmla="*/ 183530 h 350301"/>
                <a:gd name="connsiteX245" fmla="*/ 2388692 w 2915191"/>
                <a:gd name="connsiteY245" fmla="*/ 183625 h 350301"/>
                <a:gd name="connsiteX246" fmla="*/ 2398450 w 2915191"/>
                <a:gd name="connsiteY246" fmla="*/ 185649 h 350301"/>
                <a:gd name="connsiteX247" fmla="*/ 2408194 w 2915191"/>
                <a:gd name="connsiteY247" fmla="*/ 178506 h 350301"/>
                <a:gd name="connsiteX248" fmla="*/ 2417953 w 2915191"/>
                <a:gd name="connsiteY248" fmla="*/ 129305 h 350301"/>
                <a:gd name="connsiteX249" fmla="*/ 2427697 w 2915191"/>
                <a:gd name="connsiteY249" fmla="*/ 128118 h 350301"/>
                <a:gd name="connsiteX250" fmla="*/ 2437441 w 2915191"/>
                <a:gd name="connsiteY250" fmla="*/ 153436 h 350301"/>
                <a:gd name="connsiteX251" fmla="*/ 2447200 w 2915191"/>
                <a:gd name="connsiteY251" fmla="*/ 156494 h 350301"/>
                <a:gd name="connsiteX252" fmla="*/ 2456944 w 2915191"/>
                <a:gd name="connsiteY252" fmla="*/ 177179 h 350301"/>
                <a:gd name="connsiteX253" fmla="*/ 2466703 w 2915191"/>
                <a:gd name="connsiteY253" fmla="*/ 161582 h 350301"/>
                <a:gd name="connsiteX254" fmla="*/ 2476446 w 2915191"/>
                <a:gd name="connsiteY254" fmla="*/ 132351 h 350301"/>
                <a:gd name="connsiteX255" fmla="*/ 2486190 w 2915191"/>
                <a:gd name="connsiteY255" fmla="*/ 131104 h 350301"/>
                <a:gd name="connsiteX256" fmla="*/ 2495949 w 2915191"/>
                <a:gd name="connsiteY256" fmla="*/ 114785 h 350301"/>
                <a:gd name="connsiteX257" fmla="*/ 2505693 w 2915191"/>
                <a:gd name="connsiteY257" fmla="*/ 147595 h 350301"/>
                <a:gd name="connsiteX258" fmla="*/ 2515452 w 2915191"/>
                <a:gd name="connsiteY258" fmla="*/ 125402 h 350301"/>
                <a:gd name="connsiteX259" fmla="*/ 2525196 w 2915191"/>
                <a:gd name="connsiteY259" fmla="*/ 134212 h 350301"/>
                <a:gd name="connsiteX260" fmla="*/ 2534940 w 2915191"/>
                <a:gd name="connsiteY260" fmla="*/ 125315 h 350301"/>
                <a:gd name="connsiteX261" fmla="*/ 2544699 w 2915191"/>
                <a:gd name="connsiteY261" fmla="*/ 114125 h 350301"/>
                <a:gd name="connsiteX262" fmla="*/ 2554443 w 2915191"/>
                <a:gd name="connsiteY262" fmla="*/ 118992 h 350301"/>
                <a:gd name="connsiteX263" fmla="*/ 2564202 w 2915191"/>
                <a:gd name="connsiteY263" fmla="*/ 114856 h 350301"/>
                <a:gd name="connsiteX264" fmla="*/ 2573946 w 2915191"/>
                <a:gd name="connsiteY264" fmla="*/ 123571 h 350301"/>
                <a:gd name="connsiteX265" fmla="*/ 2583690 w 2915191"/>
                <a:gd name="connsiteY265" fmla="*/ 139125 h 350301"/>
                <a:gd name="connsiteX266" fmla="*/ 2593448 w 2915191"/>
                <a:gd name="connsiteY266" fmla="*/ 131638 h 350301"/>
                <a:gd name="connsiteX267" fmla="*/ 2603192 w 2915191"/>
                <a:gd name="connsiteY267" fmla="*/ 126926 h 350301"/>
                <a:gd name="connsiteX268" fmla="*/ 2612951 w 2915191"/>
                <a:gd name="connsiteY268" fmla="*/ 133659 h 350301"/>
                <a:gd name="connsiteX269" fmla="*/ 2622695 w 2915191"/>
                <a:gd name="connsiteY269" fmla="*/ 145320 h 350301"/>
                <a:gd name="connsiteX270" fmla="*/ 2632439 w 2915191"/>
                <a:gd name="connsiteY270" fmla="*/ 124231 h 350301"/>
                <a:gd name="connsiteX271" fmla="*/ 2642198 w 2915191"/>
                <a:gd name="connsiteY271" fmla="*/ 122218 h 350301"/>
                <a:gd name="connsiteX272" fmla="*/ 2651942 w 2915191"/>
                <a:gd name="connsiteY272" fmla="*/ 127751 h 350301"/>
                <a:gd name="connsiteX273" fmla="*/ 2661685 w 2915191"/>
                <a:gd name="connsiteY273" fmla="*/ 108402 h 350301"/>
                <a:gd name="connsiteX274" fmla="*/ 2671444 w 2915191"/>
                <a:gd name="connsiteY274" fmla="*/ 123596 h 350301"/>
                <a:gd name="connsiteX275" fmla="*/ 2681188 w 2915191"/>
                <a:gd name="connsiteY275" fmla="*/ 123230 h 350301"/>
                <a:gd name="connsiteX276" fmla="*/ 2690947 w 2915191"/>
                <a:gd name="connsiteY276" fmla="*/ 133656 h 350301"/>
                <a:gd name="connsiteX277" fmla="*/ 2700691 w 2915191"/>
                <a:gd name="connsiteY277" fmla="*/ 143357 h 350301"/>
                <a:gd name="connsiteX278" fmla="*/ 2710435 w 2915191"/>
                <a:gd name="connsiteY278" fmla="*/ 139018 h 350301"/>
                <a:gd name="connsiteX279" fmla="*/ 2720194 w 2915191"/>
                <a:gd name="connsiteY279" fmla="*/ 121918 h 350301"/>
                <a:gd name="connsiteX280" fmla="*/ 2729938 w 2915191"/>
                <a:gd name="connsiteY280" fmla="*/ 119754 h 350301"/>
                <a:gd name="connsiteX281" fmla="*/ 2739697 w 2915191"/>
                <a:gd name="connsiteY281" fmla="*/ 139848 h 350301"/>
                <a:gd name="connsiteX282" fmla="*/ 2749441 w 2915191"/>
                <a:gd name="connsiteY282" fmla="*/ 114762 h 350301"/>
                <a:gd name="connsiteX283" fmla="*/ 2759185 w 2915191"/>
                <a:gd name="connsiteY283" fmla="*/ 124381 h 350301"/>
                <a:gd name="connsiteX284" fmla="*/ 2768943 w 2915191"/>
                <a:gd name="connsiteY284" fmla="*/ 148936 h 350301"/>
                <a:gd name="connsiteX285" fmla="*/ 2778687 w 2915191"/>
                <a:gd name="connsiteY285" fmla="*/ 136026 h 350301"/>
                <a:gd name="connsiteX286" fmla="*/ 2788446 w 2915191"/>
                <a:gd name="connsiteY286" fmla="*/ 120509 h 350301"/>
                <a:gd name="connsiteX287" fmla="*/ 2798190 w 2915191"/>
                <a:gd name="connsiteY287" fmla="*/ 122817 h 350301"/>
                <a:gd name="connsiteX288" fmla="*/ 2807934 w 2915191"/>
                <a:gd name="connsiteY288" fmla="*/ 107508 h 350301"/>
                <a:gd name="connsiteX289" fmla="*/ 2817693 w 2915191"/>
                <a:gd name="connsiteY289" fmla="*/ 117492 h 350301"/>
                <a:gd name="connsiteX290" fmla="*/ 2827437 w 2915191"/>
                <a:gd name="connsiteY290" fmla="*/ 61287 h 350301"/>
                <a:gd name="connsiteX291" fmla="*/ 2837196 w 2915191"/>
                <a:gd name="connsiteY291" fmla="*/ 44536 h 350301"/>
                <a:gd name="connsiteX292" fmla="*/ 2846940 w 2915191"/>
                <a:gd name="connsiteY292" fmla="*/ 51059 h 350301"/>
                <a:gd name="connsiteX293" fmla="*/ 2856684 w 2915191"/>
                <a:gd name="connsiteY293" fmla="*/ 58768 h 350301"/>
                <a:gd name="connsiteX294" fmla="*/ 2866442 w 2915191"/>
                <a:gd name="connsiteY294" fmla="*/ 45153 h 350301"/>
                <a:gd name="connsiteX295" fmla="*/ 2876186 w 2915191"/>
                <a:gd name="connsiteY295" fmla="*/ 26830 h 350301"/>
                <a:gd name="connsiteX296" fmla="*/ 2885945 w 2915191"/>
                <a:gd name="connsiteY296" fmla="*/ 43058 h 350301"/>
                <a:gd name="connsiteX297" fmla="*/ 2895689 w 2915191"/>
                <a:gd name="connsiteY297" fmla="*/ 33074 h 350301"/>
                <a:gd name="connsiteX298" fmla="*/ 2905433 w 2915191"/>
                <a:gd name="connsiteY298" fmla="*/ 6317 h 350301"/>
                <a:gd name="connsiteX299" fmla="*/ 2915192 w 2915191"/>
                <a:gd name="connsiteY299" fmla="*/ 0 h 350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50301">
                  <a:moveTo>
                    <a:pt x="0" y="329341"/>
                  </a:moveTo>
                  <a:lnTo>
                    <a:pt x="9750" y="314285"/>
                  </a:lnTo>
                  <a:lnTo>
                    <a:pt x="19500" y="308525"/>
                  </a:lnTo>
                  <a:lnTo>
                    <a:pt x="29250" y="266747"/>
                  </a:lnTo>
                  <a:lnTo>
                    <a:pt x="39000" y="233181"/>
                  </a:lnTo>
                  <a:lnTo>
                    <a:pt x="48749" y="237272"/>
                  </a:lnTo>
                  <a:lnTo>
                    <a:pt x="58499" y="246608"/>
                  </a:lnTo>
                  <a:lnTo>
                    <a:pt x="68249" y="234549"/>
                  </a:lnTo>
                  <a:lnTo>
                    <a:pt x="77998" y="235654"/>
                  </a:lnTo>
                  <a:lnTo>
                    <a:pt x="87748" y="228839"/>
                  </a:lnTo>
                  <a:lnTo>
                    <a:pt x="97497" y="204019"/>
                  </a:lnTo>
                  <a:lnTo>
                    <a:pt x="107247" y="197088"/>
                  </a:lnTo>
                  <a:lnTo>
                    <a:pt x="116997" y="211764"/>
                  </a:lnTo>
                  <a:lnTo>
                    <a:pt x="126747" y="210235"/>
                  </a:lnTo>
                  <a:lnTo>
                    <a:pt x="136497" y="196693"/>
                  </a:lnTo>
                  <a:lnTo>
                    <a:pt x="146247" y="215834"/>
                  </a:lnTo>
                  <a:lnTo>
                    <a:pt x="155997" y="221183"/>
                  </a:lnTo>
                  <a:lnTo>
                    <a:pt x="165747" y="207824"/>
                  </a:lnTo>
                  <a:lnTo>
                    <a:pt x="175497" y="169707"/>
                  </a:lnTo>
                  <a:lnTo>
                    <a:pt x="185247" y="168718"/>
                  </a:lnTo>
                  <a:lnTo>
                    <a:pt x="194996" y="141326"/>
                  </a:lnTo>
                  <a:lnTo>
                    <a:pt x="204746" y="144997"/>
                  </a:lnTo>
                  <a:lnTo>
                    <a:pt x="214495" y="182079"/>
                  </a:lnTo>
                  <a:lnTo>
                    <a:pt x="224245" y="155148"/>
                  </a:lnTo>
                  <a:lnTo>
                    <a:pt x="233995" y="160832"/>
                  </a:lnTo>
                  <a:lnTo>
                    <a:pt x="243744" y="170805"/>
                  </a:lnTo>
                  <a:lnTo>
                    <a:pt x="253494" y="170887"/>
                  </a:lnTo>
                  <a:lnTo>
                    <a:pt x="263244" y="175512"/>
                  </a:lnTo>
                  <a:lnTo>
                    <a:pt x="272994" y="184485"/>
                  </a:lnTo>
                  <a:lnTo>
                    <a:pt x="282744" y="178330"/>
                  </a:lnTo>
                  <a:lnTo>
                    <a:pt x="292494" y="195642"/>
                  </a:lnTo>
                  <a:lnTo>
                    <a:pt x="302244" y="180048"/>
                  </a:lnTo>
                  <a:lnTo>
                    <a:pt x="311994" y="216397"/>
                  </a:lnTo>
                  <a:lnTo>
                    <a:pt x="321744" y="218622"/>
                  </a:lnTo>
                  <a:lnTo>
                    <a:pt x="331493" y="219489"/>
                  </a:lnTo>
                  <a:lnTo>
                    <a:pt x="341243" y="195853"/>
                  </a:lnTo>
                  <a:lnTo>
                    <a:pt x="350993" y="175768"/>
                  </a:lnTo>
                  <a:lnTo>
                    <a:pt x="360742" y="173406"/>
                  </a:lnTo>
                  <a:lnTo>
                    <a:pt x="370492" y="190583"/>
                  </a:lnTo>
                  <a:lnTo>
                    <a:pt x="380241" y="218736"/>
                  </a:lnTo>
                  <a:lnTo>
                    <a:pt x="389991" y="195539"/>
                  </a:lnTo>
                  <a:lnTo>
                    <a:pt x="399741" y="219241"/>
                  </a:lnTo>
                  <a:lnTo>
                    <a:pt x="409491" y="260896"/>
                  </a:lnTo>
                  <a:lnTo>
                    <a:pt x="419241" y="233953"/>
                  </a:lnTo>
                  <a:lnTo>
                    <a:pt x="428991" y="248341"/>
                  </a:lnTo>
                  <a:lnTo>
                    <a:pt x="438741" y="235093"/>
                  </a:lnTo>
                  <a:lnTo>
                    <a:pt x="448491" y="212897"/>
                  </a:lnTo>
                  <a:lnTo>
                    <a:pt x="458241" y="200665"/>
                  </a:lnTo>
                  <a:lnTo>
                    <a:pt x="467991" y="194916"/>
                  </a:lnTo>
                  <a:lnTo>
                    <a:pt x="477740" y="203383"/>
                  </a:lnTo>
                  <a:lnTo>
                    <a:pt x="487490" y="192452"/>
                  </a:lnTo>
                  <a:lnTo>
                    <a:pt x="497239" y="198413"/>
                  </a:lnTo>
                  <a:lnTo>
                    <a:pt x="506989" y="164473"/>
                  </a:lnTo>
                  <a:lnTo>
                    <a:pt x="516738" y="182638"/>
                  </a:lnTo>
                  <a:lnTo>
                    <a:pt x="526488" y="199482"/>
                  </a:lnTo>
                  <a:lnTo>
                    <a:pt x="536238" y="207999"/>
                  </a:lnTo>
                  <a:lnTo>
                    <a:pt x="545988" y="202991"/>
                  </a:lnTo>
                  <a:lnTo>
                    <a:pt x="555738" y="187167"/>
                  </a:lnTo>
                  <a:lnTo>
                    <a:pt x="565488" y="174247"/>
                  </a:lnTo>
                  <a:lnTo>
                    <a:pt x="575238" y="180920"/>
                  </a:lnTo>
                  <a:lnTo>
                    <a:pt x="584988" y="134411"/>
                  </a:lnTo>
                  <a:lnTo>
                    <a:pt x="594738" y="163440"/>
                  </a:lnTo>
                  <a:lnTo>
                    <a:pt x="604488" y="145046"/>
                  </a:lnTo>
                  <a:lnTo>
                    <a:pt x="614237" y="143649"/>
                  </a:lnTo>
                  <a:lnTo>
                    <a:pt x="623987" y="146715"/>
                  </a:lnTo>
                  <a:lnTo>
                    <a:pt x="633736" y="164591"/>
                  </a:lnTo>
                  <a:lnTo>
                    <a:pt x="643486" y="191495"/>
                  </a:lnTo>
                  <a:lnTo>
                    <a:pt x="653236" y="191643"/>
                  </a:lnTo>
                  <a:lnTo>
                    <a:pt x="662985" y="192285"/>
                  </a:lnTo>
                  <a:lnTo>
                    <a:pt x="672735" y="209951"/>
                  </a:lnTo>
                  <a:lnTo>
                    <a:pt x="682485" y="218288"/>
                  </a:lnTo>
                  <a:lnTo>
                    <a:pt x="692235" y="207816"/>
                  </a:lnTo>
                  <a:lnTo>
                    <a:pt x="701985" y="218203"/>
                  </a:lnTo>
                  <a:lnTo>
                    <a:pt x="711735" y="218091"/>
                  </a:lnTo>
                  <a:lnTo>
                    <a:pt x="721485" y="247335"/>
                  </a:lnTo>
                  <a:lnTo>
                    <a:pt x="731235" y="260132"/>
                  </a:lnTo>
                  <a:lnTo>
                    <a:pt x="740985" y="239625"/>
                  </a:lnTo>
                  <a:lnTo>
                    <a:pt x="750734" y="212172"/>
                  </a:lnTo>
                  <a:lnTo>
                    <a:pt x="760484" y="253768"/>
                  </a:lnTo>
                  <a:lnTo>
                    <a:pt x="770233" y="240852"/>
                  </a:lnTo>
                  <a:lnTo>
                    <a:pt x="779983" y="256854"/>
                  </a:lnTo>
                  <a:lnTo>
                    <a:pt x="789733" y="218257"/>
                  </a:lnTo>
                  <a:lnTo>
                    <a:pt x="799482" y="198319"/>
                  </a:lnTo>
                  <a:lnTo>
                    <a:pt x="809232" y="206123"/>
                  </a:lnTo>
                  <a:lnTo>
                    <a:pt x="818982" y="167715"/>
                  </a:lnTo>
                  <a:lnTo>
                    <a:pt x="828732" y="126226"/>
                  </a:lnTo>
                  <a:lnTo>
                    <a:pt x="838482" y="120504"/>
                  </a:lnTo>
                  <a:lnTo>
                    <a:pt x="848232" y="137801"/>
                  </a:lnTo>
                  <a:lnTo>
                    <a:pt x="857982" y="143336"/>
                  </a:lnTo>
                  <a:lnTo>
                    <a:pt x="867732" y="156873"/>
                  </a:lnTo>
                  <a:lnTo>
                    <a:pt x="877482" y="135155"/>
                  </a:lnTo>
                  <a:lnTo>
                    <a:pt x="887231" y="138280"/>
                  </a:lnTo>
                  <a:lnTo>
                    <a:pt x="896981" y="136555"/>
                  </a:lnTo>
                  <a:lnTo>
                    <a:pt x="906730" y="157649"/>
                  </a:lnTo>
                  <a:lnTo>
                    <a:pt x="916480" y="174290"/>
                  </a:lnTo>
                  <a:lnTo>
                    <a:pt x="926230" y="157503"/>
                  </a:lnTo>
                  <a:lnTo>
                    <a:pt x="935979" y="144975"/>
                  </a:lnTo>
                  <a:lnTo>
                    <a:pt x="945729" y="195384"/>
                  </a:lnTo>
                  <a:lnTo>
                    <a:pt x="955479" y="203849"/>
                  </a:lnTo>
                  <a:lnTo>
                    <a:pt x="965229" y="232826"/>
                  </a:lnTo>
                  <a:lnTo>
                    <a:pt x="974979" y="227490"/>
                  </a:lnTo>
                  <a:lnTo>
                    <a:pt x="984729" y="236276"/>
                  </a:lnTo>
                  <a:lnTo>
                    <a:pt x="994474" y="240002"/>
                  </a:lnTo>
                  <a:lnTo>
                    <a:pt x="1004233" y="210009"/>
                  </a:lnTo>
                  <a:lnTo>
                    <a:pt x="1013977" y="221195"/>
                  </a:lnTo>
                  <a:lnTo>
                    <a:pt x="1023721" y="210479"/>
                  </a:lnTo>
                  <a:lnTo>
                    <a:pt x="1033480" y="229645"/>
                  </a:lnTo>
                  <a:lnTo>
                    <a:pt x="1043224" y="259187"/>
                  </a:lnTo>
                  <a:lnTo>
                    <a:pt x="1052983" y="248488"/>
                  </a:lnTo>
                  <a:lnTo>
                    <a:pt x="1062727" y="242986"/>
                  </a:lnTo>
                  <a:lnTo>
                    <a:pt x="1072471" y="248762"/>
                  </a:lnTo>
                  <a:lnTo>
                    <a:pt x="1082230" y="253105"/>
                  </a:lnTo>
                  <a:lnTo>
                    <a:pt x="1091973" y="238500"/>
                  </a:lnTo>
                  <a:lnTo>
                    <a:pt x="1101732" y="239486"/>
                  </a:lnTo>
                  <a:lnTo>
                    <a:pt x="1111476" y="266401"/>
                  </a:lnTo>
                  <a:lnTo>
                    <a:pt x="1121220" y="265863"/>
                  </a:lnTo>
                  <a:lnTo>
                    <a:pt x="1130979" y="287355"/>
                  </a:lnTo>
                  <a:lnTo>
                    <a:pt x="1140723" y="261298"/>
                  </a:lnTo>
                  <a:lnTo>
                    <a:pt x="1150482" y="273186"/>
                  </a:lnTo>
                  <a:lnTo>
                    <a:pt x="1160226" y="293187"/>
                  </a:lnTo>
                  <a:lnTo>
                    <a:pt x="1169969" y="290199"/>
                  </a:lnTo>
                  <a:lnTo>
                    <a:pt x="1179728" y="332727"/>
                  </a:lnTo>
                  <a:lnTo>
                    <a:pt x="1189472" y="316912"/>
                  </a:lnTo>
                  <a:lnTo>
                    <a:pt x="1199231" y="293547"/>
                  </a:lnTo>
                  <a:lnTo>
                    <a:pt x="1208975" y="312689"/>
                  </a:lnTo>
                  <a:lnTo>
                    <a:pt x="1218719" y="304820"/>
                  </a:lnTo>
                  <a:lnTo>
                    <a:pt x="1228478" y="311494"/>
                  </a:lnTo>
                  <a:lnTo>
                    <a:pt x="1238222" y="275412"/>
                  </a:lnTo>
                  <a:lnTo>
                    <a:pt x="1247966" y="263956"/>
                  </a:lnTo>
                  <a:lnTo>
                    <a:pt x="1257725" y="286850"/>
                  </a:lnTo>
                  <a:lnTo>
                    <a:pt x="1267469" y="291172"/>
                  </a:lnTo>
                  <a:lnTo>
                    <a:pt x="1277227" y="300992"/>
                  </a:lnTo>
                  <a:lnTo>
                    <a:pt x="1286971" y="296233"/>
                  </a:lnTo>
                  <a:lnTo>
                    <a:pt x="1296715" y="288304"/>
                  </a:lnTo>
                  <a:lnTo>
                    <a:pt x="1306474" y="264599"/>
                  </a:lnTo>
                  <a:lnTo>
                    <a:pt x="1316218" y="244430"/>
                  </a:lnTo>
                  <a:lnTo>
                    <a:pt x="1325977" y="209778"/>
                  </a:lnTo>
                  <a:lnTo>
                    <a:pt x="1335721" y="181730"/>
                  </a:lnTo>
                  <a:lnTo>
                    <a:pt x="1345465" y="193940"/>
                  </a:lnTo>
                  <a:lnTo>
                    <a:pt x="1355224" y="203660"/>
                  </a:lnTo>
                  <a:lnTo>
                    <a:pt x="1364967" y="189631"/>
                  </a:lnTo>
                  <a:lnTo>
                    <a:pt x="1374726" y="185778"/>
                  </a:lnTo>
                  <a:lnTo>
                    <a:pt x="1384470" y="213519"/>
                  </a:lnTo>
                  <a:lnTo>
                    <a:pt x="1394214" y="242956"/>
                  </a:lnTo>
                  <a:lnTo>
                    <a:pt x="1403973" y="265863"/>
                  </a:lnTo>
                  <a:lnTo>
                    <a:pt x="1413717" y="283519"/>
                  </a:lnTo>
                  <a:lnTo>
                    <a:pt x="1423476" y="303775"/>
                  </a:lnTo>
                  <a:lnTo>
                    <a:pt x="1433220" y="332724"/>
                  </a:lnTo>
                  <a:lnTo>
                    <a:pt x="1442964" y="347210"/>
                  </a:lnTo>
                  <a:lnTo>
                    <a:pt x="1452722" y="307688"/>
                  </a:lnTo>
                  <a:lnTo>
                    <a:pt x="1462466" y="297869"/>
                  </a:lnTo>
                  <a:lnTo>
                    <a:pt x="1472225" y="283651"/>
                  </a:lnTo>
                  <a:lnTo>
                    <a:pt x="1481969" y="313787"/>
                  </a:lnTo>
                  <a:lnTo>
                    <a:pt x="1491713" y="341725"/>
                  </a:lnTo>
                  <a:lnTo>
                    <a:pt x="1501472" y="344508"/>
                  </a:lnTo>
                  <a:lnTo>
                    <a:pt x="1511216" y="350302"/>
                  </a:lnTo>
                  <a:lnTo>
                    <a:pt x="1520960" y="328657"/>
                  </a:lnTo>
                  <a:lnTo>
                    <a:pt x="1530719" y="318499"/>
                  </a:lnTo>
                  <a:lnTo>
                    <a:pt x="1540463" y="338252"/>
                  </a:lnTo>
                  <a:lnTo>
                    <a:pt x="1550221" y="295611"/>
                  </a:lnTo>
                  <a:lnTo>
                    <a:pt x="1559965" y="284013"/>
                  </a:lnTo>
                  <a:lnTo>
                    <a:pt x="1569709" y="273617"/>
                  </a:lnTo>
                  <a:lnTo>
                    <a:pt x="1579468" y="270743"/>
                  </a:lnTo>
                  <a:lnTo>
                    <a:pt x="1589212" y="287084"/>
                  </a:lnTo>
                  <a:lnTo>
                    <a:pt x="1598971" y="264859"/>
                  </a:lnTo>
                  <a:lnTo>
                    <a:pt x="1608715" y="259557"/>
                  </a:lnTo>
                  <a:lnTo>
                    <a:pt x="1618459" y="270020"/>
                  </a:lnTo>
                  <a:lnTo>
                    <a:pt x="1628218" y="265306"/>
                  </a:lnTo>
                  <a:lnTo>
                    <a:pt x="1637962" y="273076"/>
                  </a:lnTo>
                  <a:lnTo>
                    <a:pt x="1647720" y="277839"/>
                  </a:lnTo>
                  <a:lnTo>
                    <a:pt x="1657464" y="256942"/>
                  </a:lnTo>
                  <a:lnTo>
                    <a:pt x="1667208" y="263724"/>
                  </a:lnTo>
                  <a:lnTo>
                    <a:pt x="1676967" y="272057"/>
                  </a:lnTo>
                  <a:lnTo>
                    <a:pt x="1686711" y="312423"/>
                  </a:lnTo>
                  <a:lnTo>
                    <a:pt x="1696470" y="296378"/>
                  </a:lnTo>
                  <a:lnTo>
                    <a:pt x="1706214" y="271027"/>
                  </a:lnTo>
                  <a:lnTo>
                    <a:pt x="1715958" y="325675"/>
                  </a:lnTo>
                  <a:lnTo>
                    <a:pt x="1725716" y="290298"/>
                  </a:lnTo>
                  <a:lnTo>
                    <a:pt x="1735460" y="292592"/>
                  </a:lnTo>
                  <a:lnTo>
                    <a:pt x="1745219" y="288790"/>
                  </a:lnTo>
                  <a:lnTo>
                    <a:pt x="1754963" y="300223"/>
                  </a:lnTo>
                  <a:lnTo>
                    <a:pt x="1764707" y="299887"/>
                  </a:lnTo>
                  <a:lnTo>
                    <a:pt x="1774466" y="303774"/>
                  </a:lnTo>
                  <a:lnTo>
                    <a:pt x="1784210" y="307561"/>
                  </a:lnTo>
                  <a:lnTo>
                    <a:pt x="1793969" y="313063"/>
                  </a:lnTo>
                  <a:lnTo>
                    <a:pt x="1803713" y="344467"/>
                  </a:lnTo>
                  <a:lnTo>
                    <a:pt x="1813457" y="309821"/>
                  </a:lnTo>
                  <a:lnTo>
                    <a:pt x="1823215" y="285004"/>
                  </a:lnTo>
                  <a:lnTo>
                    <a:pt x="1832959" y="257764"/>
                  </a:lnTo>
                  <a:lnTo>
                    <a:pt x="1842703" y="251717"/>
                  </a:lnTo>
                  <a:lnTo>
                    <a:pt x="1852462" y="263590"/>
                  </a:lnTo>
                  <a:lnTo>
                    <a:pt x="1862206" y="251300"/>
                  </a:lnTo>
                  <a:lnTo>
                    <a:pt x="1871965" y="220681"/>
                  </a:lnTo>
                  <a:lnTo>
                    <a:pt x="1881709" y="213826"/>
                  </a:lnTo>
                  <a:lnTo>
                    <a:pt x="1891453" y="215308"/>
                  </a:lnTo>
                  <a:lnTo>
                    <a:pt x="1901212" y="189083"/>
                  </a:lnTo>
                  <a:lnTo>
                    <a:pt x="1910956" y="182161"/>
                  </a:lnTo>
                  <a:lnTo>
                    <a:pt x="1920714" y="202571"/>
                  </a:lnTo>
                  <a:lnTo>
                    <a:pt x="1930458" y="256482"/>
                  </a:lnTo>
                  <a:lnTo>
                    <a:pt x="1940202" y="255710"/>
                  </a:lnTo>
                  <a:lnTo>
                    <a:pt x="1949961" y="267857"/>
                  </a:lnTo>
                  <a:lnTo>
                    <a:pt x="1959705" y="247295"/>
                  </a:lnTo>
                  <a:lnTo>
                    <a:pt x="1969464" y="253082"/>
                  </a:lnTo>
                  <a:lnTo>
                    <a:pt x="1979208" y="240011"/>
                  </a:lnTo>
                  <a:lnTo>
                    <a:pt x="1988952" y="291548"/>
                  </a:lnTo>
                  <a:lnTo>
                    <a:pt x="1998711" y="288629"/>
                  </a:lnTo>
                  <a:lnTo>
                    <a:pt x="2008454" y="280902"/>
                  </a:lnTo>
                  <a:lnTo>
                    <a:pt x="2018213" y="294390"/>
                  </a:lnTo>
                  <a:lnTo>
                    <a:pt x="2027957" y="302451"/>
                  </a:lnTo>
                  <a:lnTo>
                    <a:pt x="2037701" y="328277"/>
                  </a:lnTo>
                  <a:lnTo>
                    <a:pt x="2047460" y="311894"/>
                  </a:lnTo>
                  <a:lnTo>
                    <a:pt x="2057204" y="317701"/>
                  </a:lnTo>
                  <a:lnTo>
                    <a:pt x="2066963" y="333476"/>
                  </a:lnTo>
                  <a:lnTo>
                    <a:pt x="2076707" y="309069"/>
                  </a:lnTo>
                  <a:lnTo>
                    <a:pt x="2086451" y="270308"/>
                  </a:lnTo>
                  <a:lnTo>
                    <a:pt x="2096210" y="282826"/>
                  </a:lnTo>
                  <a:lnTo>
                    <a:pt x="2105954" y="256385"/>
                  </a:lnTo>
                  <a:lnTo>
                    <a:pt x="2115697" y="253777"/>
                  </a:lnTo>
                  <a:lnTo>
                    <a:pt x="2125456" y="220353"/>
                  </a:lnTo>
                  <a:lnTo>
                    <a:pt x="2135200" y="230283"/>
                  </a:lnTo>
                  <a:lnTo>
                    <a:pt x="2144959" y="211342"/>
                  </a:lnTo>
                  <a:lnTo>
                    <a:pt x="2154703" y="196273"/>
                  </a:lnTo>
                  <a:lnTo>
                    <a:pt x="2164447" y="166563"/>
                  </a:lnTo>
                  <a:lnTo>
                    <a:pt x="2174206" y="183877"/>
                  </a:lnTo>
                  <a:lnTo>
                    <a:pt x="2183950" y="189840"/>
                  </a:lnTo>
                  <a:lnTo>
                    <a:pt x="2193709" y="175884"/>
                  </a:lnTo>
                  <a:lnTo>
                    <a:pt x="2203452" y="162578"/>
                  </a:lnTo>
                  <a:lnTo>
                    <a:pt x="2213196" y="165137"/>
                  </a:lnTo>
                  <a:lnTo>
                    <a:pt x="2222955" y="165295"/>
                  </a:lnTo>
                  <a:lnTo>
                    <a:pt x="2232699" y="168679"/>
                  </a:lnTo>
                  <a:lnTo>
                    <a:pt x="2242458" y="133172"/>
                  </a:lnTo>
                  <a:lnTo>
                    <a:pt x="2252202" y="115552"/>
                  </a:lnTo>
                  <a:lnTo>
                    <a:pt x="2261946" y="137077"/>
                  </a:lnTo>
                  <a:lnTo>
                    <a:pt x="2271705" y="139496"/>
                  </a:lnTo>
                  <a:lnTo>
                    <a:pt x="2281449" y="141680"/>
                  </a:lnTo>
                  <a:lnTo>
                    <a:pt x="2291208" y="151816"/>
                  </a:lnTo>
                  <a:lnTo>
                    <a:pt x="2300951" y="155344"/>
                  </a:lnTo>
                  <a:lnTo>
                    <a:pt x="2310695" y="192568"/>
                  </a:lnTo>
                  <a:lnTo>
                    <a:pt x="2320454" y="189862"/>
                  </a:lnTo>
                  <a:lnTo>
                    <a:pt x="2330198" y="146983"/>
                  </a:lnTo>
                  <a:lnTo>
                    <a:pt x="2339957" y="150006"/>
                  </a:lnTo>
                  <a:lnTo>
                    <a:pt x="2349701" y="148655"/>
                  </a:lnTo>
                  <a:lnTo>
                    <a:pt x="2359445" y="182340"/>
                  </a:lnTo>
                  <a:lnTo>
                    <a:pt x="2369204" y="169305"/>
                  </a:lnTo>
                  <a:lnTo>
                    <a:pt x="2378948" y="183530"/>
                  </a:lnTo>
                  <a:lnTo>
                    <a:pt x="2388692" y="183625"/>
                  </a:lnTo>
                  <a:lnTo>
                    <a:pt x="2398450" y="185649"/>
                  </a:lnTo>
                  <a:lnTo>
                    <a:pt x="2408194" y="178506"/>
                  </a:lnTo>
                  <a:lnTo>
                    <a:pt x="2417953" y="129305"/>
                  </a:lnTo>
                  <a:lnTo>
                    <a:pt x="2427697" y="128118"/>
                  </a:lnTo>
                  <a:lnTo>
                    <a:pt x="2437441" y="153436"/>
                  </a:lnTo>
                  <a:lnTo>
                    <a:pt x="2447200" y="156494"/>
                  </a:lnTo>
                  <a:lnTo>
                    <a:pt x="2456944" y="177179"/>
                  </a:lnTo>
                  <a:lnTo>
                    <a:pt x="2466703" y="161582"/>
                  </a:lnTo>
                  <a:lnTo>
                    <a:pt x="2476446" y="132351"/>
                  </a:lnTo>
                  <a:lnTo>
                    <a:pt x="2486190" y="131104"/>
                  </a:lnTo>
                  <a:lnTo>
                    <a:pt x="2495949" y="114785"/>
                  </a:lnTo>
                  <a:lnTo>
                    <a:pt x="2505693" y="147595"/>
                  </a:lnTo>
                  <a:lnTo>
                    <a:pt x="2515452" y="125402"/>
                  </a:lnTo>
                  <a:lnTo>
                    <a:pt x="2525196" y="134212"/>
                  </a:lnTo>
                  <a:lnTo>
                    <a:pt x="2534940" y="125315"/>
                  </a:lnTo>
                  <a:lnTo>
                    <a:pt x="2544699" y="114125"/>
                  </a:lnTo>
                  <a:lnTo>
                    <a:pt x="2554443" y="118992"/>
                  </a:lnTo>
                  <a:lnTo>
                    <a:pt x="2564202" y="114856"/>
                  </a:lnTo>
                  <a:lnTo>
                    <a:pt x="2573946" y="123571"/>
                  </a:lnTo>
                  <a:lnTo>
                    <a:pt x="2583690" y="139125"/>
                  </a:lnTo>
                  <a:lnTo>
                    <a:pt x="2593448" y="131638"/>
                  </a:lnTo>
                  <a:lnTo>
                    <a:pt x="2603192" y="126926"/>
                  </a:lnTo>
                  <a:lnTo>
                    <a:pt x="2612951" y="133659"/>
                  </a:lnTo>
                  <a:lnTo>
                    <a:pt x="2622695" y="145320"/>
                  </a:lnTo>
                  <a:lnTo>
                    <a:pt x="2632439" y="124231"/>
                  </a:lnTo>
                  <a:lnTo>
                    <a:pt x="2642198" y="122218"/>
                  </a:lnTo>
                  <a:lnTo>
                    <a:pt x="2651942" y="127751"/>
                  </a:lnTo>
                  <a:lnTo>
                    <a:pt x="2661685" y="108402"/>
                  </a:lnTo>
                  <a:lnTo>
                    <a:pt x="2671444" y="123596"/>
                  </a:lnTo>
                  <a:lnTo>
                    <a:pt x="2681188" y="123230"/>
                  </a:lnTo>
                  <a:lnTo>
                    <a:pt x="2690947" y="133656"/>
                  </a:lnTo>
                  <a:lnTo>
                    <a:pt x="2700691" y="143357"/>
                  </a:lnTo>
                  <a:lnTo>
                    <a:pt x="2710435" y="139018"/>
                  </a:lnTo>
                  <a:lnTo>
                    <a:pt x="2720194" y="121918"/>
                  </a:lnTo>
                  <a:lnTo>
                    <a:pt x="2729938" y="119754"/>
                  </a:lnTo>
                  <a:lnTo>
                    <a:pt x="2739697" y="139848"/>
                  </a:lnTo>
                  <a:lnTo>
                    <a:pt x="2749441" y="114762"/>
                  </a:lnTo>
                  <a:lnTo>
                    <a:pt x="2759185" y="124381"/>
                  </a:lnTo>
                  <a:lnTo>
                    <a:pt x="2768943" y="148936"/>
                  </a:lnTo>
                  <a:lnTo>
                    <a:pt x="2778687" y="136026"/>
                  </a:lnTo>
                  <a:lnTo>
                    <a:pt x="2788446" y="120509"/>
                  </a:lnTo>
                  <a:lnTo>
                    <a:pt x="2798190" y="122817"/>
                  </a:lnTo>
                  <a:lnTo>
                    <a:pt x="2807934" y="107508"/>
                  </a:lnTo>
                  <a:lnTo>
                    <a:pt x="2817693" y="117492"/>
                  </a:lnTo>
                  <a:lnTo>
                    <a:pt x="2827437" y="61287"/>
                  </a:lnTo>
                  <a:lnTo>
                    <a:pt x="2837196" y="44536"/>
                  </a:lnTo>
                  <a:lnTo>
                    <a:pt x="2846940" y="51059"/>
                  </a:lnTo>
                  <a:lnTo>
                    <a:pt x="2856684" y="58768"/>
                  </a:lnTo>
                  <a:lnTo>
                    <a:pt x="2866442" y="45153"/>
                  </a:lnTo>
                  <a:lnTo>
                    <a:pt x="2876186" y="26830"/>
                  </a:lnTo>
                  <a:lnTo>
                    <a:pt x="2885945" y="43058"/>
                  </a:lnTo>
                  <a:lnTo>
                    <a:pt x="2895689" y="33074"/>
                  </a:lnTo>
                  <a:lnTo>
                    <a:pt x="2905433" y="6317"/>
                  </a:lnTo>
                  <a:lnTo>
                    <a:pt x="29151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5" name="Freeform 984">
              <a:extLst>
                <a:ext uri="{FF2B5EF4-FFF2-40B4-BE49-F238E27FC236}">
                  <a16:creationId xmlns:a16="http://schemas.microsoft.com/office/drawing/2014/main" id="{2C7E82C8-B093-1D63-BC30-BDD75C435E4C}"/>
                </a:ext>
              </a:extLst>
            </p:cNvPr>
            <p:cNvSpPr/>
            <p:nvPr/>
          </p:nvSpPr>
          <p:spPr>
            <a:xfrm>
              <a:off x="4426652" y="3187049"/>
              <a:ext cx="2915191" cy="863559"/>
            </a:xfrm>
            <a:custGeom>
              <a:avLst/>
              <a:gdLst>
                <a:gd name="connsiteX0" fmla="*/ 0 w 2915191"/>
                <a:gd name="connsiteY0" fmla="*/ 43392 h 863559"/>
                <a:gd name="connsiteX1" fmla="*/ 9750 w 2915191"/>
                <a:gd name="connsiteY1" fmla="*/ 65295 h 863559"/>
                <a:gd name="connsiteX2" fmla="*/ 19500 w 2915191"/>
                <a:gd name="connsiteY2" fmla="*/ 18119 h 863559"/>
                <a:gd name="connsiteX3" fmla="*/ 29250 w 2915191"/>
                <a:gd name="connsiteY3" fmla="*/ 26408 h 863559"/>
                <a:gd name="connsiteX4" fmla="*/ 39000 w 2915191"/>
                <a:gd name="connsiteY4" fmla="*/ 20036 h 863559"/>
                <a:gd name="connsiteX5" fmla="*/ 48749 w 2915191"/>
                <a:gd name="connsiteY5" fmla="*/ 19112 h 863559"/>
                <a:gd name="connsiteX6" fmla="*/ 58499 w 2915191"/>
                <a:gd name="connsiteY6" fmla="*/ 22153 h 863559"/>
                <a:gd name="connsiteX7" fmla="*/ 68249 w 2915191"/>
                <a:gd name="connsiteY7" fmla="*/ 54554 h 863559"/>
                <a:gd name="connsiteX8" fmla="*/ 77998 w 2915191"/>
                <a:gd name="connsiteY8" fmla="*/ 44698 h 863559"/>
                <a:gd name="connsiteX9" fmla="*/ 87748 w 2915191"/>
                <a:gd name="connsiteY9" fmla="*/ 29189 h 863559"/>
                <a:gd name="connsiteX10" fmla="*/ 97497 w 2915191"/>
                <a:gd name="connsiteY10" fmla="*/ 0 h 863559"/>
                <a:gd name="connsiteX11" fmla="*/ 107247 w 2915191"/>
                <a:gd name="connsiteY11" fmla="*/ 2665 h 863559"/>
                <a:gd name="connsiteX12" fmla="*/ 116997 w 2915191"/>
                <a:gd name="connsiteY12" fmla="*/ 46401 h 863559"/>
                <a:gd name="connsiteX13" fmla="*/ 126747 w 2915191"/>
                <a:gd name="connsiteY13" fmla="*/ 35221 h 863559"/>
                <a:gd name="connsiteX14" fmla="*/ 136497 w 2915191"/>
                <a:gd name="connsiteY14" fmla="*/ 44022 h 863559"/>
                <a:gd name="connsiteX15" fmla="*/ 146247 w 2915191"/>
                <a:gd name="connsiteY15" fmla="*/ 73269 h 863559"/>
                <a:gd name="connsiteX16" fmla="*/ 155997 w 2915191"/>
                <a:gd name="connsiteY16" fmla="*/ 72208 h 863559"/>
                <a:gd name="connsiteX17" fmla="*/ 165747 w 2915191"/>
                <a:gd name="connsiteY17" fmla="*/ 127500 h 863559"/>
                <a:gd name="connsiteX18" fmla="*/ 175497 w 2915191"/>
                <a:gd name="connsiteY18" fmla="*/ 157811 h 863559"/>
                <a:gd name="connsiteX19" fmla="*/ 185247 w 2915191"/>
                <a:gd name="connsiteY19" fmla="*/ 169255 h 863559"/>
                <a:gd name="connsiteX20" fmla="*/ 194996 w 2915191"/>
                <a:gd name="connsiteY20" fmla="*/ 172696 h 863559"/>
                <a:gd name="connsiteX21" fmla="*/ 204746 w 2915191"/>
                <a:gd name="connsiteY21" fmla="*/ 181343 h 863559"/>
                <a:gd name="connsiteX22" fmla="*/ 214495 w 2915191"/>
                <a:gd name="connsiteY22" fmla="*/ 208618 h 863559"/>
                <a:gd name="connsiteX23" fmla="*/ 224245 w 2915191"/>
                <a:gd name="connsiteY23" fmla="*/ 194754 h 863559"/>
                <a:gd name="connsiteX24" fmla="*/ 233995 w 2915191"/>
                <a:gd name="connsiteY24" fmla="*/ 186280 h 863559"/>
                <a:gd name="connsiteX25" fmla="*/ 243744 w 2915191"/>
                <a:gd name="connsiteY25" fmla="*/ 219814 h 863559"/>
                <a:gd name="connsiteX26" fmla="*/ 253494 w 2915191"/>
                <a:gd name="connsiteY26" fmla="*/ 247472 h 863559"/>
                <a:gd name="connsiteX27" fmla="*/ 263244 w 2915191"/>
                <a:gd name="connsiteY27" fmla="*/ 248725 h 863559"/>
                <a:gd name="connsiteX28" fmla="*/ 272994 w 2915191"/>
                <a:gd name="connsiteY28" fmla="*/ 261783 h 863559"/>
                <a:gd name="connsiteX29" fmla="*/ 282744 w 2915191"/>
                <a:gd name="connsiteY29" fmla="*/ 303014 h 863559"/>
                <a:gd name="connsiteX30" fmla="*/ 292494 w 2915191"/>
                <a:gd name="connsiteY30" fmla="*/ 286037 h 863559"/>
                <a:gd name="connsiteX31" fmla="*/ 302244 w 2915191"/>
                <a:gd name="connsiteY31" fmla="*/ 278599 h 863559"/>
                <a:gd name="connsiteX32" fmla="*/ 311994 w 2915191"/>
                <a:gd name="connsiteY32" fmla="*/ 317986 h 863559"/>
                <a:gd name="connsiteX33" fmla="*/ 321744 w 2915191"/>
                <a:gd name="connsiteY33" fmla="*/ 348848 h 863559"/>
                <a:gd name="connsiteX34" fmla="*/ 331493 w 2915191"/>
                <a:gd name="connsiteY34" fmla="*/ 325960 h 863559"/>
                <a:gd name="connsiteX35" fmla="*/ 341243 w 2915191"/>
                <a:gd name="connsiteY35" fmla="*/ 347875 h 863559"/>
                <a:gd name="connsiteX36" fmla="*/ 350993 w 2915191"/>
                <a:gd name="connsiteY36" fmla="*/ 368008 h 863559"/>
                <a:gd name="connsiteX37" fmla="*/ 360742 w 2915191"/>
                <a:gd name="connsiteY37" fmla="*/ 382990 h 863559"/>
                <a:gd name="connsiteX38" fmla="*/ 370492 w 2915191"/>
                <a:gd name="connsiteY38" fmla="*/ 361612 h 863559"/>
                <a:gd name="connsiteX39" fmla="*/ 380241 w 2915191"/>
                <a:gd name="connsiteY39" fmla="*/ 325383 h 863559"/>
                <a:gd name="connsiteX40" fmla="*/ 389991 w 2915191"/>
                <a:gd name="connsiteY40" fmla="*/ 318013 h 863559"/>
                <a:gd name="connsiteX41" fmla="*/ 399741 w 2915191"/>
                <a:gd name="connsiteY41" fmla="*/ 304803 h 863559"/>
                <a:gd name="connsiteX42" fmla="*/ 409491 w 2915191"/>
                <a:gd name="connsiteY42" fmla="*/ 337051 h 863559"/>
                <a:gd name="connsiteX43" fmla="*/ 419241 w 2915191"/>
                <a:gd name="connsiteY43" fmla="*/ 362799 h 863559"/>
                <a:gd name="connsiteX44" fmla="*/ 428991 w 2915191"/>
                <a:gd name="connsiteY44" fmla="*/ 350326 h 863559"/>
                <a:gd name="connsiteX45" fmla="*/ 438741 w 2915191"/>
                <a:gd name="connsiteY45" fmla="*/ 330650 h 863559"/>
                <a:gd name="connsiteX46" fmla="*/ 448491 w 2915191"/>
                <a:gd name="connsiteY46" fmla="*/ 372700 h 863559"/>
                <a:gd name="connsiteX47" fmla="*/ 458241 w 2915191"/>
                <a:gd name="connsiteY47" fmla="*/ 357272 h 863559"/>
                <a:gd name="connsiteX48" fmla="*/ 467991 w 2915191"/>
                <a:gd name="connsiteY48" fmla="*/ 353605 h 863559"/>
                <a:gd name="connsiteX49" fmla="*/ 477740 w 2915191"/>
                <a:gd name="connsiteY49" fmla="*/ 373945 h 863559"/>
                <a:gd name="connsiteX50" fmla="*/ 487490 w 2915191"/>
                <a:gd name="connsiteY50" fmla="*/ 388525 h 863559"/>
                <a:gd name="connsiteX51" fmla="*/ 497239 w 2915191"/>
                <a:gd name="connsiteY51" fmla="*/ 401416 h 863559"/>
                <a:gd name="connsiteX52" fmla="*/ 506989 w 2915191"/>
                <a:gd name="connsiteY52" fmla="*/ 383178 h 863559"/>
                <a:gd name="connsiteX53" fmla="*/ 516738 w 2915191"/>
                <a:gd name="connsiteY53" fmla="*/ 351522 h 863559"/>
                <a:gd name="connsiteX54" fmla="*/ 526488 w 2915191"/>
                <a:gd name="connsiteY54" fmla="*/ 339135 h 863559"/>
                <a:gd name="connsiteX55" fmla="*/ 536238 w 2915191"/>
                <a:gd name="connsiteY55" fmla="*/ 333141 h 863559"/>
                <a:gd name="connsiteX56" fmla="*/ 545988 w 2915191"/>
                <a:gd name="connsiteY56" fmla="*/ 338417 h 863559"/>
                <a:gd name="connsiteX57" fmla="*/ 555738 w 2915191"/>
                <a:gd name="connsiteY57" fmla="*/ 353492 h 863559"/>
                <a:gd name="connsiteX58" fmla="*/ 565488 w 2915191"/>
                <a:gd name="connsiteY58" fmla="*/ 375298 h 863559"/>
                <a:gd name="connsiteX59" fmla="*/ 575238 w 2915191"/>
                <a:gd name="connsiteY59" fmla="*/ 407621 h 863559"/>
                <a:gd name="connsiteX60" fmla="*/ 584988 w 2915191"/>
                <a:gd name="connsiteY60" fmla="*/ 376256 h 863559"/>
                <a:gd name="connsiteX61" fmla="*/ 594738 w 2915191"/>
                <a:gd name="connsiteY61" fmla="*/ 335059 h 863559"/>
                <a:gd name="connsiteX62" fmla="*/ 604488 w 2915191"/>
                <a:gd name="connsiteY62" fmla="*/ 310501 h 863559"/>
                <a:gd name="connsiteX63" fmla="*/ 614237 w 2915191"/>
                <a:gd name="connsiteY63" fmla="*/ 332490 h 863559"/>
                <a:gd name="connsiteX64" fmla="*/ 623987 w 2915191"/>
                <a:gd name="connsiteY64" fmla="*/ 325339 h 863559"/>
                <a:gd name="connsiteX65" fmla="*/ 633736 w 2915191"/>
                <a:gd name="connsiteY65" fmla="*/ 340464 h 863559"/>
                <a:gd name="connsiteX66" fmla="*/ 643486 w 2915191"/>
                <a:gd name="connsiteY66" fmla="*/ 333779 h 863559"/>
                <a:gd name="connsiteX67" fmla="*/ 653236 w 2915191"/>
                <a:gd name="connsiteY67" fmla="*/ 321794 h 863559"/>
                <a:gd name="connsiteX68" fmla="*/ 662985 w 2915191"/>
                <a:gd name="connsiteY68" fmla="*/ 298063 h 863559"/>
                <a:gd name="connsiteX69" fmla="*/ 672735 w 2915191"/>
                <a:gd name="connsiteY69" fmla="*/ 316395 h 863559"/>
                <a:gd name="connsiteX70" fmla="*/ 682485 w 2915191"/>
                <a:gd name="connsiteY70" fmla="*/ 334355 h 863559"/>
                <a:gd name="connsiteX71" fmla="*/ 692235 w 2915191"/>
                <a:gd name="connsiteY71" fmla="*/ 300897 h 863559"/>
                <a:gd name="connsiteX72" fmla="*/ 701985 w 2915191"/>
                <a:gd name="connsiteY72" fmla="*/ 339554 h 863559"/>
                <a:gd name="connsiteX73" fmla="*/ 711735 w 2915191"/>
                <a:gd name="connsiteY73" fmla="*/ 305375 h 863559"/>
                <a:gd name="connsiteX74" fmla="*/ 721485 w 2915191"/>
                <a:gd name="connsiteY74" fmla="*/ 345022 h 863559"/>
                <a:gd name="connsiteX75" fmla="*/ 731235 w 2915191"/>
                <a:gd name="connsiteY75" fmla="*/ 331037 h 863559"/>
                <a:gd name="connsiteX76" fmla="*/ 740985 w 2915191"/>
                <a:gd name="connsiteY76" fmla="*/ 309722 h 863559"/>
                <a:gd name="connsiteX77" fmla="*/ 750734 w 2915191"/>
                <a:gd name="connsiteY77" fmla="*/ 312613 h 863559"/>
                <a:gd name="connsiteX78" fmla="*/ 760484 w 2915191"/>
                <a:gd name="connsiteY78" fmla="*/ 295602 h 863559"/>
                <a:gd name="connsiteX79" fmla="*/ 770233 w 2915191"/>
                <a:gd name="connsiteY79" fmla="*/ 264607 h 863559"/>
                <a:gd name="connsiteX80" fmla="*/ 779983 w 2915191"/>
                <a:gd name="connsiteY80" fmla="*/ 297333 h 863559"/>
                <a:gd name="connsiteX81" fmla="*/ 789733 w 2915191"/>
                <a:gd name="connsiteY81" fmla="*/ 320291 h 863559"/>
                <a:gd name="connsiteX82" fmla="*/ 799482 w 2915191"/>
                <a:gd name="connsiteY82" fmla="*/ 324573 h 863559"/>
                <a:gd name="connsiteX83" fmla="*/ 809232 w 2915191"/>
                <a:gd name="connsiteY83" fmla="*/ 328488 h 863559"/>
                <a:gd name="connsiteX84" fmla="*/ 818982 w 2915191"/>
                <a:gd name="connsiteY84" fmla="*/ 322289 h 863559"/>
                <a:gd name="connsiteX85" fmla="*/ 828732 w 2915191"/>
                <a:gd name="connsiteY85" fmla="*/ 304832 h 863559"/>
                <a:gd name="connsiteX86" fmla="*/ 838482 w 2915191"/>
                <a:gd name="connsiteY86" fmla="*/ 298333 h 863559"/>
                <a:gd name="connsiteX87" fmla="*/ 848232 w 2915191"/>
                <a:gd name="connsiteY87" fmla="*/ 331966 h 863559"/>
                <a:gd name="connsiteX88" fmla="*/ 857982 w 2915191"/>
                <a:gd name="connsiteY88" fmla="*/ 298541 h 863559"/>
                <a:gd name="connsiteX89" fmla="*/ 867732 w 2915191"/>
                <a:gd name="connsiteY89" fmla="*/ 330178 h 863559"/>
                <a:gd name="connsiteX90" fmla="*/ 877482 w 2915191"/>
                <a:gd name="connsiteY90" fmla="*/ 343754 h 863559"/>
                <a:gd name="connsiteX91" fmla="*/ 887231 w 2915191"/>
                <a:gd name="connsiteY91" fmla="*/ 382084 h 863559"/>
                <a:gd name="connsiteX92" fmla="*/ 896981 w 2915191"/>
                <a:gd name="connsiteY92" fmla="*/ 382122 h 863559"/>
                <a:gd name="connsiteX93" fmla="*/ 906730 w 2915191"/>
                <a:gd name="connsiteY93" fmla="*/ 400745 h 863559"/>
                <a:gd name="connsiteX94" fmla="*/ 916480 w 2915191"/>
                <a:gd name="connsiteY94" fmla="*/ 402210 h 863559"/>
                <a:gd name="connsiteX95" fmla="*/ 926230 w 2915191"/>
                <a:gd name="connsiteY95" fmla="*/ 384720 h 863559"/>
                <a:gd name="connsiteX96" fmla="*/ 935979 w 2915191"/>
                <a:gd name="connsiteY96" fmla="*/ 372418 h 863559"/>
                <a:gd name="connsiteX97" fmla="*/ 945729 w 2915191"/>
                <a:gd name="connsiteY97" fmla="*/ 385365 h 863559"/>
                <a:gd name="connsiteX98" fmla="*/ 955479 w 2915191"/>
                <a:gd name="connsiteY98" fmla="*/ 395049 h 863559"/>
                <a:gd name="connsiteX99" fmla="*/ 965229 w 2915191"/>
                <a:gd name="connsiteY99" fmla="*/ 373967 h 863559"/>
                <a:gd name="connsiteX100" fmla="*/ 974979 w 2915191"/>
                <a:gd name="connsiteY100" fmla="*/ 360637 h 863559"/>
                <a:gd name="connsiteX101" fmla="*/ 984729 w 2915191"/>
                <a:gd name="connsiteY101" fmla="*/ 367555 h 863559"/>
                <a:gd name="connsiteX102" fmla="*/ 994474 w 2915191"/>
                <a:gd name="connsiteY102" fmla="*/ 351766 h 863559"/>
                <a:gd name="connsiteX103" fmla="*/ 1004233 w 2915191"/>
                <a:gd name="connsiteY103" fmla="*/ 369268 h 863559"/>
                <a:gd name="connsiteX104" fmla="*/ 1013977 w 2915191"/>
                <a:gd name="connsiteY104" fmla="*/ 393524 h 863559"/>
                <a:gd name="connsiteX105" fmla="*/ 1023721 w 2915191"/>
                <a:gd name="connsiteY105" fmla="*/ 363005 h 863559"/>
                <a:gd name="connsiteX106" fmla="*/ 1033480 w 2915191"/>
                <a:gd name="connsiteY106" fmla="*/ 376065 h 863559"/>
                <a:gd name="connsiteX107" fmla="*/ 1043224 w 2915191"/>
                <a:gd name="connsiteY107" fmla="*/ 377463 h 863559"/>
                <a:gd name="connsiteX108" fmla="*/ 1052983 w 2915191"/>
                <a:gd name="connsiteY108" fmla="*/ 385358 h 863559"/>
                <a:gd name="connsiteX109" fmla="*/ 1062727 w 2915191"/>
                <a:gd name="connsiteY109" fmla="*/ 421780 h 863559"/>
                <a:gd name="connsiteX110" fmla="*/ 1072471 w 2915191"/>
                <a:gd name="connsiteY110" fmla="*/ 418556 h 863559"/>
                <a:gd name="connsiteX111" fmla="*/ 1082230 w 2915191"/>
                <a:gd name="connsiteY111" fmla="*/ 419418 h 863559"/>
                <a:gd name="connsiteX112" fmla="*/ 1091973 w 2915191"/>
                <a:gd name="connsiteY112" fmla="*/ 424858 h 863559"/>
                <a:gd name="connsiteX113" fmla="*/ 1101732 w 2915191"/>
                <a:gd name="connsiteY113" fmla="*/ 403342 h 863559"/>
                <a:gd name="connsiteX114" fmla="*/ 1111476 w 2915191"/>
                <a:gd name="connsiteY114" fmla="*/ 354079 h 863559"/>
                <a:gd name="connsiteX115" fmla="*/ 1121220 w 2915191"/>
                <a:gd name="connsiteY115" fmla="*/ 348943 h 863559"/>
                <a:gd name="connsiteX116" fmla="*/ 1130979 w 2915191"/>
                <a:gd name="connsiteY116" fmla="*/ 350034 h 863559"/>
                <a:gd name="connsiteX117" fmla="*/ 1140723 w 2915191"/>
                <a:gd name="connsiteY117" fmla="*/ 367756 h 863559"/>
                <a:gd name="connsiteX118" fmla="*/ 1150482 w 2915191"/>
                <a:gd name="connsiteY118" fmla="*/ 389045 h 863559"/>
                <a:gd name="connsiteX119" fmla="*/ 1160226 w 2915191"/>
                <a:gd name="connsiteY119" fmla="*/ 365283 h 863559"/>
                <a:gd name="connsiteX120" fmla="*/ 1169969 w 2915191"/>
                <a:gd name="connsiteY120" fmla="*/ 402562 h 863559"/>
                <a:gd name="connsiteX121" fmla="*/ 1179728 w 2915191"/>
                <a:gd name="connsiteY121" fmla="*/ 420180 h 863559"/>
                <a:gd name="connsiteX122" fmla="*/ 1189472 w 2915191"/>
                <a:gd name="connsiteY122" fmla="*/ 414286 h 863559"/>
                <a:gd name="connsiteX123" fmla="*/ 1199231 w 2915191"/>
                <a:gd name="connsiteY123" fmla="*/ 367060 h 863559"/>
                <a:gd name="connsiteX124" fmla="*/ 1208975 w 2915191"/>
                <a:gd name="connsiteY124" fmla="*/ 372123 h 863559"/>
                <a:gd name="connsiteX125" fmla="*/ 1218719 w 2915191"/>
                <a:gd name="connsiteY125" fmla="*/ 373181 h 863559"/>
                <a:gd name="connsiteX126" fmla="*/ 1228478 w 2915191"/>
                <a:gd name="connsiteY126" fmla="*/ 338113 h 863559"/>
                <a:gd name="connsiteX127" fmla="*/ 1238222 w 2915191"/>
                <a:gd name="connsiteY127" fmla="*/ 360435 h 863559"/>
                <a:gd name="connsiteX128" fmla="*/ 1247966 w 2915191"/>
                <a:gd name="connsiteY128" fmla="*/ 422218 h 863559"/>
                <a:gd name="connsiteX129" fmla="*/ 1257725 w 2915191"/>
                <a:gd name="connsiteY129" fmla="*/ 442117 h 863559"/>
                <a:gd name="connsiteX130" fmla="*/ 1267469 w 2915191"/>
                <a:gd name="connsiteY130" fmla="*/ 466621 h 863559"/>
                <a:gd name="connsiteX131" fmla="*/ 1277227 w 2915191"/>
                <a:gd name="connsiteY131" fmla="*/ 490723 h 863559"/>
                <a:gd name="connsiteX132" fmla="*/ 1286971 w 2915191"/>
                <a:gd name="connsiteY132" fmla="*/ 493667 h 863559"/>
                <a:gd name="connsiteX133" fmla="*/ 1296715 w 2915191"/>
                <a:gd name="connsiteY133" fmla="*/ 497285 h 863559"/>
                <a:gd name="connsiteX134" fmla="*/ 1306474 w 2915191"/>
                <a:gd name="connsiteY134" fmla="*/ 519356 h 863559"/>
                <a:gd name="connsiteX135" fmla="*/ 1316218 w 2915191"/>
                <a:gd name="connsiteY135" fmla="*/ 491112 h 863559"/>
                <a:gd name="connsiteX136" fmla="*/ 1325977 w 2915191"/>
                <a:gd name="connsiteY136" fmla="*/ 466541 h 863559"/>
                <a:gd name="connsiteX137" fmla="*/ 1335721 w 2915191"/>
                <a:gd name="connsiteY137" fmla="*/ 497042 h 863559"/>
                <a:gd name="connsiteX138" fmla="*/ 1345465 w 2915191"/>
                <a:gd name="connsiteY138" fmla="*/ 527689 h 863559"/>
                <a:gd name="connsiteX139" fmla="*/ 1355224 w 2915191"/>
                <a:gd name="connsiteY139" fmla="*/ 525879 h 863559"/>
                <a:gd name="connsiteX140" fmla="*/ 1364967 w 2915191"/>
                <a:gd name="connsiteY140" fmla="*/ 518401 h 863559"/>
                <a:gd name="connsiteX141" fmla="*/ 1374726 w 2915191"/>
                <a:gd name="connsiteY141" fmla="*/ 519665 h 863559"/>
                <a:gd name="connsiteX142" fmla="*/ 1384470 w 2915191"/>
                <a:gd name="connsiteY142" fmla="*/ 505308 h 863559"/>
                <a:gd name="connsiteX143" fmla="*/ 1394214 w 2915191"/>
                <a:gd name="connsiteY143" fmla="*/ 472988 h 863559"/>
                <a:gd name="connsiteX144" fmla="*/ 1403973 w 2915191"/>
                <a:gd name="connsiteY144" fmla="*/ 454228 h 863559"/>
                <a:gd name="connsiteX145" fmla="*/ 1413717 w 2915191"/>
                <a:gd name="connsiteY145" fmla="*/ 450101 h 863559"/>
                <a:gd name="connsiteX146" fmla="*/ 1423476 w 2915191"/>
                <a:gd name="connsiteY146" fmla="*/ 455863 h 863559"/>
                <a:gd name="connsiteX147" fmla="*/ 1433220 w 2915191"/>
                <a:gd name="connsiteY147" fmla="*/ 447108 h 863559"/>
                <a:gd name="connsiteX148" fmla="*/ 1442964 w 2915191"/>
                <a:gd name="connsiteY148" fmla="*/ 489132 h 863559"/>
                <a:gd name="connsiteX149" fmla="*/ 1452722 w 2915191"/>
                <a:gd name="connsiteY149" fmla="*/ 473645 h 863559"/>
                <a:gd name="connsiteX150" fmla="*/ 1462466 w 2915191"/>
                <a:gd name="connsiteY150" fmla="*/ 465101 h 863559"/>
                <a:gd name="connsiteX151" fmla="*/ 1472225 w 2915191"/>
                <a:gd name="connsiteY151" fmla="*/ 481565 h 863559"/>
                <a:gd name="connsiteX152" fmla="*/ 1481969 w 2915191"/>
                <a:gd name="connsiteY152" fmla="*/ 468177 h 863559"/>
                <a:gd name="connsiteX153" fmla="*/ 1491713 w 2915191"/>
                <a:gd name="connsiteY153" fmla="*/ 470407 h 863559"/>
                <a:gd name="connsiteX154" fmla="*/ 1501472 w 2915191"/>
                <a:gd name="connsiteY154" fmla="*/ 475072 h 863559"/>
                <a:gd name="connsiteX155" fmla="*/ 1511216 w 2915191"/>
                <a:gd name="connsiteY155" fmla="*/ 453729 h 863559"/>
                <a:gd name="connsiteX156" fmla="*/ 1520960 w 2915191"/>
                <a:gd name="connsiteY156" fmla="*/ 441083 h 863559"/>
                <a:gd name="connsiteX157" fmla="*/ 1530719 w 2915191"/>
                <a:gd name="connsiteY157" fmla="*/ 437731 h 863559"/>
                <a:gd name="connsiteX158" fmla="*/ 1540463 w 2915191"/>
                <a:gd name="connsiteY158" fmla="*/ 435922 h 863559"/>
                <a:gd name="connsiteX159" fmla="*/ 1550221 w 2915191"/>
                <a:gd name="connsiteY159" fmla="*/ 440707 h 863559"/>
                <a:gd name="connsiteX160" fmla="*/ 1559965 w 2915191"/>
                <a:gd name="connsiteY160" fmla="*/ 443641 h 863559"/>
                <a:gd name="connsiteX161" fmla="*/ 1569709 w 2915191"/>
                <a:gd name="connsiteY161" fmla="*/ 450006 h 863559"/>
                <a:gd name="connsiteX162" fmla="*/ 1579468 w 2915191"/>
                <a:gd name="connsiteY162" fmla="*/ 467165 h 863559"/>
                <a:gd name="connsiteX163" fmla="*/ 1589212 w 2915191"/>
                <a:gd name="connsiteY163" fmla="*/ 477809 h 863559"/>
                <a:gd name="connsiteX164" fmla="*/ 1598971 w 2915191"/>
                <a:gd name="connsiteY164" fmla="*/ 495062 h 863559"/>
                <a:gd name="connsiteX165" fmla="*/ 1608715 w 2915191"/>
                <a:gd name="connsiteY165" fmla="*/ 478791 h 863559"/>
                <a:gd name="connsiteX166" fmla="*/ 1618459 w 2915191"/>
                <a:gd name="connsiteY166" fmla="*/ 514810 h 863559"/>
                <a:gd name="connsiteX167" fmla="*/ 1628218 w 2915191"/>
                <a:gd name="connsiteY167" fmla="*/ 526237 h 863559"/>
                <a:gd name="connsiteX168" fmla="*/ 1637962 w 2915191"/>
                <a:gd name="connsiteY168" fmla="*/ 528899 h 863559"/>
                <a:gd name="connsiteX169" fmla="*/ 1647720 w 2915191"/>
                <a:gd name="connsiteY169" fmla="*/ 531572 h 863559"/>
                <a:gd name="connsiteX170" fmla="*/ 1657464 w 2915191"/>
                <a:gd name="connsiteY170" fmla="*/ 555859 h 863559"/>
                <a:gd name="connsiteX171" fmla="*/ 1667208 w 2915191"/>
                <a:gd name="connsiteY171" fmla="*/ 539078 h 863559"/>
                <a:gd name="connsiteX172" fmla="*/ 1676967 w 2915191"/>
                <a:gd name="connsiteY172" fmla="*/ 548572 h 863559"/>
                <a:gd name="connsiteX173" fmla="*/ 1686711 w 2915191"/>
                <a:gd name="connsiteY173" fmla="*/ 540219 h 863559"/>
                <a:gd name="connsiteX174" fmla="*/ 1696470 w 2915191"/>
                <a:gd name="connsiteY174" fmla="*/ 534929 h 863559"/>
                <a:gd name="connsiteX175" fmla="*/ 1706214 w 2915191"/>
                <a:gd name="connsiteY175" fmla="*/ 548044 h 863559"/>
                <a:gd name="connsiteX176" fmla="*/ 1715958 w 2915191"/>
                <a:gd name="connsiteY176" fmla="*/ 563672 h 863559"/>
                <a:gd name="connsiteX177" fmla="*/ 1725716 w 2915191"/>
                <a:gd name="connsiteY177" fmla="*/ 546770 h 863559"/>
                <a:gd name="connsiteX178" fmla="*/ 1735460 w 2915191"/>
                <a:gd name="connsiteY178" fmla="*/ 527635 h 863559"/>
                <a:gd name="connsiteX179" fmla="*/ 1745219 w 2915191"/>
                <a:gd name="connsiteY179" fmla="*/ 513397 h 863559"/>
                <a:gd name="connsiteX180" fmla="*/ 1754963 w 2915191"/>
                <a:gd name="connsiteY180" fmla="*/ 512436 h 863559"/>
                <a:gd name="connsiteX181" fmla="*/ 1764707 w 2915191"/>
                <a:gd name="connsiteY181" fmla="*/ 516455 h 863559"/>
                <a:gd name="connsiteX182" fmla="*/ 1774466 w 2915191"/>
                <a:gd name="connsiteY182" fmla="*/ 509176 h 863559"/>
                <a:gd name="connsiteX183" fmla="*/ 1784210 w 2915191"/>
                <a:gd name="connsiteY183" fmla="*/ 494104 h 863559"/>
                <a:gd name="connsiteX184" fmla="*/ 1793969 w 2915191"/>
                <a:gd name="connsiteY184" fmla="*/ 458544 h 863559"/>
                <a:gd name="connsiteX185" fmla="*/ 1803713 w 2915191"/>
                <a:gd name="connsiteY185" fmla="*/ 471086 h 863559"/>
                <a:gd name="connsiteX186" fmla="*/ 1813457 w 2915191"/>
                <a:gd name="connsiteY186" fmla="*/ 498356 h 863559"/>
                <a:gd name="connsiteX187" fmla="*/ 1823215 w 2915191"/>
                <a:gd name="connsiteY187" fmla="*/ 499172 h 863559"/>
                <a:gd name="connsiteX188" fmla="*/ 1832959 w 2915191"/>
                <a:gd name="connsiteY188" fmla="*/ 532128 h 863559"/>
                <a:gd name="connsiteX189" fmla="*/ 1842703 w 2915191"/>
                <a:gd name="connsiteY189" fmla="*/ 572121 h 863559"/>
                <a:gd name="connsiteX190" fmla="*/ 1852462 w 2915191"/>
                <a:gd name="connsiteY190" fmla="*/ 570253 h 863559"/>
                <a:gd name="connsiteX191" fmla="*/ 1862206 w 2915191"/>
                <a:gd name="connsiteY191" fmla="*/ 590827 h 863559"/>
                <a:gd name="connsiteX192" fmla="*/ 1871965 w 2915191"/>
                <a:gd name="connsiteY192" fmla="*/ 607229 h 863559"/>
                <a:gd name="connsiteX193" fmla="*/ 1881709 w 2915191"/>
                <a:gd name="connsiteY193" fmla="*/ 588575 h 863559"/>
                <a:gd name="connsiteX194" fmla="*/ 1891453 w 2915191"/>
                <a:gd name="connsiteY194" fmla="*/ 608723 h 863559"/>
                <a:gd name="connsiteX195" fmla="*/ 1901212 w 2915191"/>
                <a:gd name="connsiteY195" fmla="*/ 624722 h 863559"/>
                <a:gd name="connsiteX196" fmla="*/ 1910956 w 2915191"/>
                <a:gd name="connsiteY196" fmla="*/ 632858 h 863559"/>
                <a:gd name="connsiteX197" fmla="*/ 1920714 w 2915191"/>
                <a:gd name="connsiteY197" fmla="*/ 643189 h 863559"/>
                <a:gd name="connsiteX198" fmla="*/ 1930458 w 2915191"/>
                <a:gd name="connsiteY198" fmla="*/ 637030 h 863559"/>
                <a:gd name="connsiteX199" fmla="*/ 1940202 w 2915191"/>
                <a:gd name="connsiteY199" fmla="*/ 634253 h 863559"/>
                <a:gd name="connsiteX200" fmla="*/ 1949961 w 2915191"/>
                <a:gd name="connsiteY200" fmla="*/ 655856 h 863559"/>
                <a:gd name="connsiteX201" fmla="*/ 1959705 w 2915191"/>
                <a:gd name="connsiteY201" fmla="*/ 684339 h 863559"/>
                <a:gd name="connsiteX202" fmla="*/ 1969464 w 2915191"/>
                <a:gd name="connsiteY202" fmla="*/ 727617 h 863559"/>
                <a:gd name="connsiteX203" fmla="*/ 1979208 w 2915191"/>
                <a:gd name="connsiteY203" fmla="*/ 755839 h 863559"/>
                <a:gd name="connsiteX204" fmla="*/ 1988952 w 2915191"/>
                <a:gd name="connsiteY204" fmla="*/ 791949 h 863559"/>
                <a:gd name="connsiteX205" fmla="*/ 1998711 w 2915191"/>
                <a:gd name="connsiteY205" fmla="*/ 792225 h 863559"/>
                <a:gd name="connsiteX206" fmla="*/ 2008454 w 2915191"/>
                <a:gd name="connsiteY206" fmla="*/ 790743 h 863559"/>
                <a:gd name="connsiteX207" fmla="*/ 2018213 w 2915191"/>
                <a:gd name="connsiteY207" fmla="*/ 781158 h 863559"/>
                <a:gd name="connsiteX208" fmla="*/ 2027957 w 2915191"/>
                <a:gd name="connsiteY208" fmla="*/ 731626 h 863559"/>
                <a:gd name="connsiteX209" fmla="*/ 2037701 w 2915191"/>
                <a:gd name="connsiteY209" fmla="*/ 720542 h 863559"/>
                <a:gd name="connsiteX210" fmla="*/ 2047460 w 2915191"/>
                <a:gd name="connsiteY210" fmla="*/ 743417 h 863559"/>
                <a:gd name="connsiteX211" fmla="*/ 2057204 w 2915191"/>
                <a:gd name="connsiteY211" fmla="*/ 722379 h 863559"/>
                <a:gd name="connsiteX212" fmla="*/ 2066963 w 2915191"/>
                <a:gd name="connsiteY212" fmla="*/ 719479 h 863559"/>
                <a:gd name="connsiteX213" fmla="*/ 2076707 w 2915191"/>
                <a:gd name="connsiteY213" fmla="*/ 737842 h 863559"/>
                <a:gd name="connsiteX214" fmla="*/ 2086451 w 2915191"/>
                <a:gd name="connsiteY214" fmla="*/ 749991 h 863559"/>
                <a:gd name="connsiteX215" fmla="*/ 2096210 w 2915191"/>
                <a:gd name="connsiteY215" fmla="*/ 753386 h 863559"/>
                <a:gd name="connsiteX216" fmla="*/ 2105954 w 2915191"/>
                <a:gd name="connsiteY216" fmla="*/ 757200 h 863559"/>
                <a:gd name="connsiteX217" fmla="*/ 2115697 w 2915191"/>
                <a:gd name="connsiteY217" fmla="*/ 767849 h 863559"/>
                <a:gd name="connsiteX218" fmla="*/ 2125456 w 2915191"/>
                <a:gd name="connsiteY218" fmla="*/ 724950 h 863559"/>
                <a:gd name="connsiteX219" fmla="*/ 2135200 w 2915191"/>
                <a:gd name="connsiteY219" fmla="*/ 765651 h 863559"/>
                <a:gd name="connsiteX220" fmla="*/ 2144959 w 2915191"/>
                <a:gd name="connsiteY220" fmla="*/ 762753 h 863559"/>
                <a:gd name="connsiteX221" fmla="*/ 2154703 w 2915191"/>
                <a:gd name="connsiteY221" fmla="*/ 760742 h 863559"/>
                <a:gd name="connsiteX222" fmla="*/ 2164447 w 2915191"/>
                <a:gd name="connsiteY222" fmla="*/ 723228 h 863559"/>
                <a:gd name="connsiteX223" fmla="*/ 2174206 w 2915191"/>
                <a:gd name="connsiteY223" fmla="*/ 702859 h 863559"/>
                <a:gd name="connsiteX224" fmla="*/ 2183950 w 2915191"/>
                <a:gd name="connsiteY224" fmla="*/ 739565 h 863559"/>
                <a:gd name="connsiteX225" fmla="*/ 2193709 w 2915191"/>
                <a:gd name="connsiteY225" fmla="*/ 742102 h 863559"/>
                <a:gd name="connsiteX226" fmla="*/ 2203452 w 2915191"/>
                <a:gd name="connsiteY226" fmla="*/ 772330 h 863559"/>
                <a:gd name="connsiteX227" fmla="*/ 2213196 w 2915191"/>
                <a:gd name="connsiteY227" fmla="*/ 800993 h 863559"/>
                <a:gd name="connsiteX228" fmla="*/ 2222955 w 2915191"/>
                <a:gd name="connsiteY228" fmla="*/ 795208 h 863559"/>
                <a:gd name="connsiteX229" fmla="*/ 2232699 w 2915191"/>
                <a:gd name="connsiteY229" fmla="*/ 793313 h 863559"/>
                <a:gd name="connsiteX230" fmla="*/ 2242458 w 2915191"/>
                <a:gd name="connsiteY230" fmla="*/ 787590 h 863559"/>
                <a:gd name="connsiteX231" fmla="*/ 2252202 w 2915191"/>
                <a:gd name="connsiteY231" fmla="*/ 763825 h 863559"/>
                <a:gd name="connsiteX232" fmla="*/ 2261946 w 2915191"/>
                <a:gd name="connsiteY232" fmla="*/ 772496 h 863559"/>
                <a:gd name="connsiteX233" fmla="*/ 2271705 w 2915191"/>
                <a:gd name="connsiteY233" fmla="*/ 808317 h 863559"/>
                <a:gd name="connsiteX234" fmla="*/ 2281449 w 2915191"/>
                <a:gd name="connsiteY234" fmla="*/ 841018 h 863559"/>
                <a:gd name="connsiteX235" fmla="*/ 2291208 w 2915191"/>
                <a:gd name="connsiteY235" fmla="*/ 831736 h 863559"/>
                <a:gd name="connsiteX236" fmla="*/ 2300951 w 2915191"/>
                <a:gd name="connsiteY236" fmla="*/ 836384 h 863559"/>
                <a:gd name="connsiteX237" fmla="*/ 2310695 w 2915191"/>
                <a:gd name="connsiteY237" fmla="*/ 863560 h 863559"/>
                <a:gd name="connsiteX238" fmla="*/ 2320454 w 2915191"/>
                <a:gd name="connsiteY238" fmla="*/ 838545 h 863559"/>
                <a:gd name="connsiteX239" fmla="*/ 2330198 w 2915191"/>
                <a:gd name="connsiteY239" fmla="*/ 834626 h 863559"/>
                <a:gd name="connsiteX240" fmla="*/ 2339957 w 2915191"/>
                <a:gd name="connsiteY240" fmla="*/ 845324 h 863559"/>
                <a:gd name="connsiteX241" fmla="*/ 2349701 w 2915191"/>
                <a:gd name="connsiteY241" fmla="*/ 834239 h 863559"/>
                <a:gd name="connsiteX242" fmla="*/ 2359445 w 2915191"/>
                <a:gd name="connsiteY242" fmla="*/ 824471 h 863559"/>
                <a:gd name="connsiteX243" fmla="*/ 2369204 w 2915191"/>
                <a:gd name="connsiteY243" fmla="*/ 841107 h 863559"/>
                <a:gd name="connsiteX244" fmla="*/ 2378948 w 2915191"/>
                <a:gd name="connsiteY244" fmla="*/ 834984 h 863559"/>
                <a:gd name="connsiteX245" fmla="*/ 2388692 w 2915191"/>
                <a:gd name="connsiteY245" fmla="*/ 795610 h 863559"/>
                <a:gd name="connsiteX246" fmla="*/ 2398450 w 2915191"/>
                <a:gd name="connsiteY246" fmla="*/ 811014 h 863559"/>
                <a:gd name="connsiteX247" fmla="*/ 2408194 w 2915191"/>
                <a:gd name="connsiteY247" fmla="*/ 802976 h 863559"/>
                <a:gd name="connsiteX248" fmla="*/ 2417953 w 2915191"/>
                <a:gd name="connsiteY248" fmla="*/ 792395 h 863559"/>
                <a:gd name="connsiteX249" fmla="*/ 2427697 w 2915191"/>
                <a:gd name="connsiteY249" fmla="*/ 768540 h 863559"/>
                <a:gd name="connsiteX250" fmla="*/ 2437441 w 2915191"/>
                <a:gd name="connsiteY250" fmla="*/ 795951 h 863559"/>
                <a:gd name="connsiteX251" fmla="*/ 2447200 w 2915191"/>
                <a:gd name="connsiteY251" fmla="*/ 766328 h 863559"/>
                <a:gd name="connsiteX252" fmla="*/ 2456944 w 2915191"/>
                <a:gd name="connsiteY252" fmla="*/ 768893 h 863559"/>
                <a:gd name="connsiteX253" fmla="*/ 2466703 w 2915191"/>
                <a:gd name="connsiteY253" fmla="*/ 784142 h 863559"/>
                <a:gd name="connsiteX254" fmla="*/ 2476446 w 2915191"/>
                <a:gd name="connsiteY254" fmla="*/ 771989 h 863559"/>
                <a:gd name="connsiteX255" fmla="*/ 2486190 w 2915191"/>
                <a:gd name="connsiteY255" fmla="*/ 754079 h 863559"/>
                <a:gd name="connsiteX256" fmla="*/ 2495949 w 2915191"/>
                <a:gd name="connsiteY256" fmla="*/ 775206 h 863559"/>
                <a:gd name="connsiteX257" fmla="*/ 2505693 w 2915191"/>
                <a:gd name="connsiteY257" fmla="*/ 826178 h 863559"/>
                <a:gd name="connsiteX258" fmla="*/ 2515452 w 2915191"/>
                <a:gd name="connsiteY258" fmla="*/ 801202 h 863559"/>
                <a:gd name="connsiteX259" fmla="*/ 2525196 w 2915191"/>
                <a:gd name="connsiteY259" fmla="*/ 799108 h 863559"/>
                <a:gd name="connsiteX260" fmla="*/ 2534940 w 2915191"/>
                <a:gd name="connsiteY260" fmla="*/ 770306 h 863559"/>
                <a:gd name="connsiteX261" fmla="*/ 2544699 w 2915191"/>
                <a:gd name="connsiteY261" fmla="*/ 743508 h 863559"/>
                <a:gd name="connsiteX262" fmla="*/ 2554443 w 2915191"/>
                <a:gd name="connsiteY262" fmla="*/ 760986 h 863559"/>
                <a:gd name="connsiteX263" fmla="*/ 2564202 w 2915191"/>
                <a:gd name="connsiteY263" fmla="*/ 807547 h 863559"/>
                <a:gd name="connsiteX264" fmla="*/ 2573946 w 2915191"/>
                <a:gd name="connsiteY264" fmla="*/ 800680 h 863559"/>
                <a:gd name="connsiteX265" fmla="*/ 2583690 w 2915191"/>
                <a:gd name="connsiteY265" fmla="*/ 793216 h 863559"/>
                <a:gd name="connsiteX266" fmla="*/ 2593448 w 2915191"/>
                <a:gd name="connsiteY266" fmla="*/ 759090 h 863559"/>
                <a:gd name="connsiteX267" fmla="*/ 2603192 w 2915191"/>
                <a:gd name="connsiteY267" fmla="*/ 770580 h 863559"/>
                <a:gd name="connsiteX268" fmla="*/ 2612951 w 2915191"/>
                <a:gd name="connsiteY268" fmla="*/ 772359 h 863559"/>
                <a:gd name="connsiteX269" fmla="*/ 2622695 w 2915191"/>
                <a:gd name="connsiteY269" fmla="*/ 732906 h 863559"/>
                <a:gd name="connsiteX270" fmla="*/ 2632439 w 2915191"/>
                <a:gd name="connsiteY270" fmla="*/ 713435 h 863559"/>
                <a:gd name="connsiteX271" fmla="*/ 2642198 w 2915191"/>
                <a:gd name="connsiteY271" fmla="*/ 707399 h 863559"/>
                <a:gd name="connsiteX272" fmla="*/ 2651942 w 2915191"/>
                <a:gd name="connsiteY272" fmla="*/ 720694 h 863559"/>
                <a:gd name="connsiteX273" fmla="*/ 2661685 w 2915191"/>
                <a:gd name="connsiteY273" fmla="*/ 726197 h 863559"/>
                <a:gd name="connsiteX274" fmla="*/ 2671444 w 2915191"/>
                <a:gd name="connsiteY274" fmla="*/ 731884 h 863559"/>
                <a:gd name="connsiteX275" fmla="*/ 2681188 w 2915191"/>
                <a:gd name="connsiteY275" fmla="*/ 726984 h 863559"/>
                <a:gd name="connsiteX276" fmla="*/ 2690947 w 2915191"/>
                <a:gd name="connsiteY276" fmla="*/ 706754 h 863559"/>
                <a:gd name="connsiteX277" fmla="*/ 2700691 w 2915191"/>
                <a:gd name="connsiteY277" fmla="*/ 737850 h 863559"/>
                <a:gd name="connsiteX278" fmla="*/ 2710435 w 2915191"/>
                <a:gd name="connsiteY278" fmla="*/ 744064 h 863559"/>
                <a:gd name="connsiteX279" fmla="*/ 2720194 w 2915191"/>
                <a:gd name="connsiteY279" fmla="*/ 715360 h 863559"/>
                <a:gd name="connsiteX280" fmla="*/ 2729938 w 2915191"/>
                <a:gd name="connsiteY280" fmla="*/ 712743 h 863559"/>
                <a:gd name="connsiteX281" fmla="*/ 2739697 w 2915191"/>
                <a:gd name="connsiteY281" fmla="*/ 732207 h 863559"/>
                <a:gd name="connsiteX282" fmla="*/ 2749441 w 2915191"/>
                <a:gd name="connsiteY282" fmla="*/ 719116 h 863559"/>
                <a:gd name="connsiteX283" fmla="*/ 2759185 w 2915191"/>
                <a:gd name="connsiteY283" fmla="*/ 685988 h 863559"/>
                <a:gd name="connsiteX284" fmla="*/ 2768943 w 2915191"/>
                <a:gd name="connsiteY284" fmla="*/ 676751 h 863559"/>
                <a:gd name="connsiteX285" fmla="*/ 2778687 w 2915191"/>
                <a:gd name="connsiteY285" fmla="*/ 698889 h 863559"/>
                <a:gd name="connsiteX286" fmla="*/ 2788446 w 2915191"/>
                <a:gd name="connsiteY286" fmla="*/ 701706 h 863559"/>
                <a:gd name="connsiteX287" fmla="*/ 2798190 w 2915191"/>
                <a:gd name="connsiteY287" fmla="*/ 734997 h 863559"/>
                <a:gd name="connsiteX288" fmla="*/ 2807934 w 2915191"/>
                <a:gd name="connsiteY288" fmla="*/ 722265 h 863559"/>
                <a:gd name="connsiteX289" fmla="*/ 2817693 w 2915191"/>
                <a:gd name="connsiteY289" fmla="*/ 743580 h 863559"/>
                <a:gd name="connsiteX290" fmla="*/ 2827437 w 2915191"/>
                <a:gd name="connsiteY290" fmla="*/ 761558 h 863559"/>
                <a:gd name="connsiteX291" fmla="*/ 2837196 w 2915191"/>
                <a:gd name="connsiteY291" fmla="*/ 742488 h 863559"/>
                <a:gd name="connsiteX292" fmla="*/ 2846940 w 2915191"/>
                <a:gd name="connsiteY292" fmla="*/ 708914 h 863559"/>
                <a:gd name="connsiteX293" fmla="*/ 2856684 w 2915191"/>
                <a:gd name="connsiteY293" fmla="*/ 734124 h 863559"/>
                <a:gd name="connsiteX294" fmla="*/ 2866442 w 2915191"/>
                <a:gd name="connsiteY294" fmla="*/ 703119 h 863559"/>
                <a:gd name="connsiteX295" fmla="*/ 2876186 w 2915191"/>
                <a:gd name="connsiteY295" fmla="*/ 722997 h 863559"/>
                <a:gd name="connsiteX296" fmla="*/ 2885945 w 2915191"/>
                <a:gd name="connsiteY296" fmla="*/ 712019 h 863559"/>
                <a:gd name="connsiteX297" fmla="*/ 2895689 w 2915191"/>
                <a:gd name="connsiteY297" fmla="*/ 723235 h 863559"/>
                <a:gd name="connsiteX298" fmla="*/ 2905433 w 2915191"/>
                <a:gd name="connsiteY298" fmla="*/ 712882 h 863559"/>
                <a:gd name="connsiteX299" fmla="*/ 2915192 w 2915191"/>
                <a:gd name="connsiteY299" fmla="*/ 735694 h 863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863559">
                  <a:moveTo>
                    <a:pt x="0" y="43392"/>
                  </a:moveTo>
                  <a:lnTo>
                    <a:pt x="9750" y="65295"/>
                  </a:lnTo>
                  <a:lnTo>
                    <a:pt x="19500" y="18119"/>
                  </a:lnTo>
                  <a:lnTo>
                    <a:pt x="29250" y="26408"/>
                  </a:lnTo>
                  <a:lnTo>
                    <a:pt x="39000" y="20036"/>
                  </a:lnTo>
                  <a:lnTo>
                    <a:pt x="48749" y="19112"/>
                  </a:lnTo>
                  <a:lnTo>
                    <a:pt x="58499" y="22153"/>
                  </a:lnTo>
                  <a:lnTo>
                    <a:pt x="68249" y="54554"/>
                  </a:lnTo>
                  <a:lnTo>
                    <a:pt x="77998" y="44698"/>
                  </a:lnTo>
                  <a:lnTo>
                    <a:pt x="87748" y="29189"/>
                  </a:lnTo>
                  <a:lnTo>
                    <a:pt x="97497" y="0"/>
                  </a:lnTo>
                  <a:lnTo>
                    <a:pt x="107247" y="2665"/>
                  </a:lnTo>
                  <a:lnTo>
                    <a:pt x="116997" y="46401"/>
                  </a:lnTo>
                  <a:lnTo>
                    <a:pt x="126747" y="35221"/>
                  </a:lnTo>
                  <a:lnTo>
                    <a:pt x="136497" y="44022"/>
                  </a:lnTo>
                  <a:lnTo>
                    <a:pt x="146247" y="73269"/>
                  </a:lnTo>
                  <a:lnTo>
                    <a:pt x="155997" y="72208"/>
                  </a:lnTo>
                  <a:lnTo>
                    <a:pt x="165747" y="127500"/>
                  </a:lnTo>
                  <a:lnTo>
                    <a:pt x="175497" y="157811"/>
                  </a:lnTo>
                  <a:lnTo>
                    <a:pt x="185247" y="169255"/>
                  </a:lnTo>
                  <a:lnTo>
                    <a:pt x="194996" y="172696"/>
                  </a:lnTo>
                  <a:lnTo>
                    <a:pt x="204746" y="181343"/>
                  </a:lnTo>
                  <a:lnTo>
                    <a:pt x="214495" y="208618"/>
                  </a:lnTo>
                  <a:lnTo>
                    <a:pt x="224245" y="194754"/>
                  </a:lnTo>
                  <a:lnTo>
                    <a:pt x="233995" y="186280"/>
                  </a:lnTo>
                  <a:lnTo>
                    <a:pt x="243744" y="219814"/>
                  </a:lnTo>
                  <a:lnTo>
                    <a:pt x="253494" y="247472"/>
                  </a:lnTo>
                  <a:lnTo>
                    <a:pt x="263244" y="248725"/>
                  </a:lnTo>
                  <a:lnTo>
                    <a:pt x="272994" y="261783"/>
                  </a:lnTo>
                  <a:lnTo>
                    <a:pt x="282744" y="303014"/>
                  </a:lnTo>
                  <a:lnTo>
                    <a:pt x="292494" y="286037"/>
                  </a:lnTo>
                  <a:lnTo>
                    <a:pt x="302244" y="278599"/>
                  </a:lnTo>
                  <a:lnTo>
                    <a:pt x="311994" y="317986"/>
                  </a:lnTo>
                  <a:lnTo>
                    <a:pt x="321744" y="348848"/>
                  </a:lnTo>
                  <a:lnTo>
                    <a:pt x="331493" y="325960"/>
                  </a:lnTo>
                  <a:lnTo>
                    <a:pt x="341243" y="347875"/>
                  </a:lnTo>
                  <a:lnTo>
                    <a:pt x="350993" y="368008"/>
                  </a:lnTo>
                  <a:lnTo>
                    <a:pt x="360742" y="382990"/>
                  </a:lnTo>
                  <a:lnTo>
                    <a:pt x="370492" y="361612"/>
                  </a:lnTo>
                  <a:lnTo>
                    <a:pt x="380241" y="325383"/>
                  </a:lnTo>
                  <a:lnTo>
                    <a:pt x="389991" y="318013"/>
                  </a:lnTo>
                  <a:lnTo>
                    <a:pt x="399741" y="304803"/>
                  </a:lnTo>
                  <a:lnTo>
                    <a:pt x="409491" y="337051"/>
                  </a:lnTo>
                  <a:lnTo>
                    <a:pt x="419241" y="362799"/>
                  </a:lnTo>
                  <a:lnTo>
                    <a:pt x="428991" y="350326"/>
                  </a:lnTo>
                  <a:lnTo>
                    <a:pt x="438741" y="330650"/>
                  </a:lnTo>
                  <a:lnTo>
                    <a:pt x="448491" y="372700"/>
                  </a:lnTo>
                  <a:lnTo>
                    <a:pt x="458241" y="357272"/>
                  </a:lnTo>
                  <a:lnTo>
                    <a:pt x="467991" y="353605"/>
                  </a:lnTo>
                  <a:lnTo>
                    <a:pt x="477740" y="373945"/>
                  </a:lnTo>
                  <a:lnTo>
                    <a:pt x="487490" y="388525"/>
                  </a:lnTo>
                  <a:lnTo>
                    <a:pt x="497239" y="401416"/>
                  </a:lnTo>
                  <a:lnTo>
                    <a:pt x="506989" y="383178"/>
                  </a:lnTo>
                  <a:lnTo>
                    <a:pt x="516738" y="351522"/>
                  </a:lnTo>
                  <a:lnTo>
                    <a:pt x="526488" y="339135"/>
                  </a:lnTo>
                  <a:lnTo>
                    <a:pt x="536238" y="333141"/>
                  </a:lnTo>
                  <a:lnTo>
                    <a:pt x="545988" y="338417"/>
                  </a:lnTo>
                  <a:lnTo>
                    <a:pt x="555738" y="353492"/>
                  </a:lnTo>
                  <a:lnTo>
                    <a:pt x="565488" y="375298"/>
                  </a:lnTo>
                  <a:lnTo>
                    <a:pt x="575238" y="407621"/>
                  </a:lnTo>
                  <a:lnTo>
                    <a:pt x="584988" y="376256"/>
                  </a:lnTo>
                  <a:lnTo>
                    <a:pt x="594738" y="335059"/>
                  </a:lnTo>
                  <a:lnTo>
                    <a:pt x="604488" y="310501"/>
                  </a:lnTo>
                  <a:lnTo>
                    <a:pt x="614237" y="332490"/>
                  </a:lnTo>
                  <a:lnTo>
                    <a:pt x="623987" y="325339"/>
                  </a:lnTo>
                  <a:lnTo>
                    <a:pt x="633736" y="340464"/>
                  </a:lnTo>
                  <a:lnTo>
                    <a:pt x="643486" y="333779"/>
                  </a:lnTo>
                  <a:lnTo>
                    <a:pt x="653236" y="321794"/>
                  </a:lnTo>
                  <a:lnTo>
                    <a:pt x="662985" y="298063"/>
                  </a:lnTo>
                  <a:lnTo>
                    <a:pt x="672735" y="316395"/>
                  </a:lnTo>
                  <a:lnTo>
                    <a:pt x="682485" y="334355"/>
                  </a:lnTo>
                  <a:lnTo>
                    <a:pt x="692235" y="300897"/>
                  </a:lnTo>
                  <a:lnTo>
                    <a:pt x="701985" y="339554"/>
                  </a:lnTo>
                  <a:lnTo>
                    <a:pt x="711735" y="305375"/>
                  </a:lnTo>
                  <a:lnTo>
                    <a:pt x="721485" y="345022"/>
                  </a:lnTo>
                  <a:lnTo>
                    <a:pt x="731235" y="331037"/>
                  </a:lnTo>
                  <a:lnTo>
                    <a:pt x="740985" y="309722"/>
                  </a:lnTo>
                  <a:lnTo>
                    <a:pt x="750734" y="312613"/>
                  </a:lnTo>
                  <a:lnTo>
                    <a:pt x="760484" y="295602"/>
                  </a:lnTo>
                  <a:lnTo>
                    <a:pt x="770233" y="264607"/>
                  </a:lnTo>
                  <a:lnTo>
                    <a:pt x="779983" y="297333"/>
                  </a:lnTo>
                  <a:lnTo>
                    <a:pt x="789733" y="320291"/>
                  </a:lnTo>
                  <a:lnTo>
                    <a:pt x="799482" y="324573"/>
                  </a:lnTo>
                  <a:lnTo>
                    <a:pt x="809232" y="328488"/>
                  </a:lnTo>
                  <a:lnTo>
                    <a:pt x="818982" y="322289"/>
                  </a:lnTo>
                  <a:lnTo>
                    <a:pt x="828732" y="304832"/>
                  </a:lnTo>
                  <a:lnTo>
                    <a:pt x="838482" y="298333"/>
                  </a:lnTo>
                  <a:lnTo>
                    <a:pt x="848232" y="331966"/>
                  </a:lnTo>
                  <a:lnTo>
                    <a:pt x="857982" y="298541"/>
                  </a:lnTo>
                  <a:lnTo>
                    <a:pt x="867732" y="330178"/>
                  </a:lnTo>
                  <a:lnTo>
                    <a:pt x="877482" y="343754"/>
                  </a:lnTo>
                  <a:lnTo>
                    <a:pt x="887231" y="382084"/>
                  </a:lnTo>
                  <a:lnTo>
                    <a:pt x="896981" y="382122"/>
                  </a:lnTo>
                  <a:lnTo>
                    <a:pt x="906730" y="400745"/>
                  </a:lnTo>
                  <a:lnTo>
                    <a:pt x="916480" y="402210"/>
                  </a:lnTo>
                  <a:lnTo>
                    <a:pt x="926230" y="384720"/>
                  </a:lnTo>
                  <a:lnTo>
                    <a:pt x="935979" y="372418"/>
                  </a:lnTo>
                  <a:lnTo>
                    <a:pt x="945729" y="385365"/>
                  </a:lnTo>
                  <a:lnTo>
                    <a:pt x="955479" y="395049"/>
                  </a:lnTo>
                  <a:lnTo>
                    <a:pt x="965229" y="373967"/>
                  </a:lnTo>
                  <a:lnTo>
                    <a:pt x="974979" y="360637"/>
                  </a:lnTo>
                  <a:lnTo>
                    <a:pt x="984729" y="367555"/>
                  </a:lnTo>
                  <a:lnTo>
                    <a:pt x="994474" y="351766"/>
                  </a:lnTo>
                  <a:lnTo>
                    <a:pt x="1004233" y="369268"/>
                  </a:lnTo>
                  <a:lnTo>
                    <a:pt x="1013977" y="393524"/>
                  </a:lnTo>
                  <a:lnTo>
                    <a:pt x="1023721" y="363005"/>
                  </a:lnTo>
                  <a:lnTo>
                    <a:pt x="1033480" y="376065"/>
                  </a:lnTo>
                  <a:lnTo>
                    <a:pt x="1043224" y="377463"/>
                  </a:lnTo>
                  <a:lnTo>
                    <a:pt x="1052983" y="385358"/>
                  </a:lnTo>
                  <a:lnTo>
                    <a:pt x="1062727" y="421780"/>
                  </a:lnTo>
                  <a:lnTo>
                    <a:pt x="1072471" y="418556"/>
                  </a:lnTo>
                  <a:lnTo>
                    <a:pt x="1082230" y="419418"/>
                  </a:lnTo>
                  <a:lnTo>
                    <a:pt x="1091973" y="424858"/>
                  </a:lnTo>
                  <a:lnTo>
                    <a:pt x="1101732" y="403342"/>
                  </a:lnTo>
                  <a:lnTo>
                    <a:pt x="1111476" y="354079"/>
                  </a:lnTo>
                  <a:lnTo>
                    <a:pt x="1121220" y="348943"/>
                  </a:lnTo>
                  <a:lnTo>
                    <a:pt x="1130979" y="350034"/>
                  </a:lnTo>
                  <a:lnTo>
                    <a:pt x="1140723" y="367756"/>
                  </a:lnTo>
                  <a:lnTo>
                    <a:pt x="1150482" y="389045"/>
                  </a:lnTo>
                  <a:lnTo>
                    <a:pt x="1160226" y="365283"/>
                  </a:lnTo>
                  <a:lnTo>
                    <a:pt x="1169969" y="402562"/>
                  </a:lnTo>
                  <a:lnTo>
                    <a:pt x="1179728" y="420180"/>
                  </a:lnTo>
                  <a:lnTo>
                    <a:pt x="1189472" y="414286"/>
                  </a:lnTo>
                  <a:lnTo>
                    <a:pt x="1199231" y="367060"/>
                  </a:lnTo>
                  <a:lnTo>
                    <a:pt x="1208975" y="372123"/>
                  </a:lnTo>
                  <a:lnTo>
                    <a:pt x="1218719" y="373181"/>
                  </a:lnTo>
                  <a:lnTo>
                    <a:pt x="1228478" y="338113"/>
                  </a:lnTo>
                  <a:lnTo>
                    <a:pt x="1238222" y="360435"/>
                  </a:lnTo>
                  <a:lnTo>
                    <a:pt x="1247966" y="422218"/>
                  </a:lnTo>
                  <a:lnTo>
                    <a:pt x="1257725" y="442117"/>
                  </a:lnTo>
                  <a:lnTo>
                    <a:pt x="1267469" y="466621"/>
                  </a:lnTo>
                  <a:lnTo>
                    <a:pt x="1277227" y="490723"/>
                  </a:lnTo>
                  <a:lnTo>
                    <a:pt x="1286971" y="493667"/>
                  </a:lnTo>
                  <a:lnTo>
                    <a:pt x="1296715" y="497285"/>
                  </a:lnTo>
                  <a:lnTo>
                    <a:pt x="1306474" y="519356"/>
                  </a:lnTo>
                  <a:lnTo>
                    <a:pt x="1316218" y="491112"/>
                  </a:lnTo>
                  <a:lnTo>
                    <a:pt x="1325977" y="466541"/>
                  </a:lnTo>
                  <a:lnTo>
                    <a:pt x="1335721" y="497042"/>
                  </a:lnTo>
                  <a:lnTo>
                    <a:pt x="1345465" y="527689"/>
                  </a:lnTo>
                  <a:lnTo>
                    <a:pt x="1355224" y="525879"/>
                  </a:lnTo>
                  <a:lnTo>
                    <a:pt x="1364967" y="518401"/>
                  </a:lnTo>
                  <a:lnTo>
                    <a:pt x="1374726" y="519665"/>
                  </a:lnTo>
                  <a:lnTo>
                    <a:pt x="1384470" y="505308"/>
                  </a:lnTo>
                  <a:lnTo>
                    <a:pt x="1394214" y="472988"/>
                  </a:lnTo>
                  <a:lnTo>
                    <a:pt x="1403973" y="454228"/>
                  </a:lnTo>
                  <a:lnTo>
                    <a:pt x="1413717" y="450101"/>
                  </a:lnTo>
                  <a:lnTo>
                    <a:pt x="1423476" y="455863"/>
                  </a:lnTo>
                  <a:lnTo>
                    <a:pt x="1433220" y="447108"/>
                  </a:lnTo>
                  <a:lnTo>
                    <a:pt x="1442964" y="489132"/>
                  </a:lnTo>
                  <a:lnTo>
                    <a:pt x="1452722" y="473645"/>
                  </a:lnTo>
                  <a:lnTo>
                    <a:pt x="1462466" y="465101"/>
                  </a:lnTo>
                  <a:lnTo>
                    <a:pt x="1472225" y="481565"/>
                  </a:lnTo>
                  <a:lnTo>
                    <a:pt x="1481969" y="468177"/>
                  </a:lnTo>
                  <a:lnTo>
                    <a:pt x="1491713" y="470407"/>
                  </a:lnTo>
                  <a:lnTo>
                    <a:pt x="1501472" y="475072"/>
                  </a:lnTo>
                  <a:lnTo>
                    <a:pt x="1511216" y="453729"/>
                  </a:lnTo>
                  <a:lnTo>
                    <a:pt x="1520960" y="441083"/>
                  </a:lnTo>
                  <a:lnTo>
                    <a:pt x="1530719" y="437731"/>
                  </a:lnTo>
                  <a:lnTo>
                    <a:pt x="1540463" y="435922"/>
                  </a:lnTo>
                  <a:lnTo>
                    <a:pt x="1550221" y="440707"/>
                  </a:lnTo>
                  <a:lnTo>
                    <a:pt x="1559965" y="443641"/>
                  </a:lnTo>
                  <a:lnTo>
                    <a:pt x="1569709" y="450006"/>
                  </a:lnTo>
                  <a:lnTo>
                    <a:pt x="1579468" y="467165"/>
                  </a:lnTo>
                  <a:lnTo>
                    <a:pt x="1589212" y="477809"/>
                  </a:lnTo>
                  <a:lnTo>
                    <a:pt x="1598971" y="495062"/>
                  </a:lnTo>
                  <a:lnTo>
                    <a:pt x="1608715" y="478791"/>
                  </a:lnTo>
                  <a:lnTo>
                    <a:pt x="1618459" y="514810"/>
                  </a:lnTo>
                  <a:lnTo>
                    <a:pt x="1628218" y="526237"/>
                  </a:lnTo>
                  <a:lnTo>
                    <a:pt x="1637962" y="528899"/>
                  </a:lnTo>
                  <a:lnTo>
                    <a:pt x="1647720" y="531572"/>
                  </a:lnTo>
                  <a:lnTo>
                    <a:pt x="1657464" y="555859"/>
                  </a:lnTo>
                  <a:lnTo>
                    <a:pt x="1667208" y="539078"/>
                  </a:lnTo>
                  <a:lnTo>
                    <a:pt x="1676967" y="548572"/>
                  </a:lnTo>
                  <a:lnTo>
                    <a:pt x="1686711" y="540219"/>
                  </a:lnTo>
                  <a:lnTo>
                    <a:pt x="1696470" y="534929"/>
                  </a:lnTo>
                  <a:lnTo>
                    <a:pt x="1706214" y="548044"/>
                  </a:lnTo>
                  <a:lnTo>
                    <a:pt x="1715958" y="563672"/>
                  </a:lnTo>
                  <a:lnTo>
                    <a:pt x="1725716" y="546770"/>
                  </a:lnTo>
                  <a:lnTo>
                    <a:pt x="1735460" y="527635"/>
                  </a:lnTo>
                  <a:lnTo>
                    <a:pt x="1745219" y="513397"/>
                  </a:lnTo>
                  <a:lnTo>
                    <a:pt x="1754963" y="512436"/>
                  </a:lnTo>
                  <a:lnTo>
                    <a:pt x="1764707" y="516455"/>
                  </a:lnTo>
                  <a:lnTo>
                    <a:pt x="1774466" y="509176"/>
                  </a:lnTo>
                  <a:lnTo>
                    <a:pt x="1784210" y="494104"/>
                  </a:lnTo>
                  <a:lnTo>
                    <a:pt x="1793969" y="458544"/>
                  </a:lnTo>
                  <a:lnTo>
                    <a:pt x="1803713" y="471086"/>
                  </a:lnTo>
                  <a:lnTo>
                    <a:pt x="1813457" y="498356"/>
                  </a:lnTo>
                  <a:lnTo>
                    <a:pt x="1823215" y="499172"/>
                  </a:lnTo>
                  <a:lnTo>
                    <a:pt x="1832959" y="532128"/>
                  </a:lnTo>
                  <a:lnTo>
                    <a:pt x="1842703" y="572121"/>
                  </a:lnTo>
                  <a:lnTo>
                    <a:pt x="1852462" y="570253"/>
                  </a:lnTo>
                  <a:lnTo>
                    <a:pt x="1862206" y="590827"/>
                  </a:lnTo>
                  <a:lnTo>
                    <a:pt x="1871965" y="607229"/>
                  </a:lnTo>
                  <a:lnTo>
                    <a:pt x="1881709" y="588575"/>
                  </a:lnTo>
                  <a:lnTo>
                    <a:pt x="1891453" y="608723"/>
                  </a:lnTo>
                  <a:lnTo>
                    <a:pt x="1901212" y="624722"/>
                  </a:lnTo>
                  <a:lnTo>
                    <a:pt x="1910956" y="632858"/>
                  </a:lnTo>
                  <a:lnTo>
                    <a:pt x="1920714" y="643189"/>
                  </a:lnTo>
                  <a:lnTo>
                    <a:pt x="1930458" y="637030"/>
                  </a:lnTo>
                  <a:lnTo>
                    <a:pt x="1940202" y="634253"/>
                  </a:lnTo>
                  <a:lnTo>
                    <a:pt x="1949961" y="655856"/>
                  </a:lnTo>
                  <a:lnTo>
                    <a:pt x="1959705" y="684339"/>
                  </a:lnTo>
                  <a:lnTo>
                    <a:pt x="1969464" y="727617"/>
                  </a:lnTo>
                  <a:lnTo>
                    <a:pt x="1979208" y="755839"/>
                  </a:lnTo>
                  <a:lnTo>
                    <a:pt x="1988952" y="791949"/>
                  </a:lnTo>
                  <a:lnTo>
                    <a:pt x="1998711" y="792225"/>
                  </a:lnTo>
                  <a:lnTo>
                    <a:pt x="2008454" y="790743"/>
                  </a:lnTo>
                  <a:lnTo>
                    <a:pt x="2018213" y="781158"/>
                  </a:lnTo>
                  <a:lnTo>
                    <a:pt x="2027957" y="731626"/>
                  </a:lnTo>
                  <a:lnTo>
                    <a:pt x="2037701" y="720542"/>
                  </a:lnTo>
                  <a:lnTo>
                    <a:pt x="2047460" y="743417"/>
                  </a:lnTo>
                  <a:lnTo>
                    <a:pt x="2057204" y="722379"/>
                  </a:lnTo>
                  <a:lnTo>
                    <a:pt x="2066963" y="719479"/>
                  </a:lnTo>
                  <a:lnTo>
                    <a:pt x="2076707" y="737842"/>
                  </a:lnTo>
                  <a:lnTo>
                    <a:pt x="2086451" y="749991"/>
                  </a:lnTo>
                  <a:lnTo>
                    <a:pt x="2096210" y="753386"/>
                  </a:lnTo>
                  <a:lnTo>
                    <a:pt x="2105954" y="757200"/>
                  </a:lnTo>
                  <a:lnTo>
                    <a:pt x="2115697" y="767849"/>
                  </a:lnTo>
                  <a:lnTo>
                    <a:pt x="2125456" y="724950"/>
                  </a:lnTo>
                  <a:lnTo>
                    <a:pt x="2135200" y="765651"/>
                  </a:lnTo>
                  <a:lnTo>
                    <a:pt x="2144959" y="762753"/>
                  </a:lnTo>
                  <a:lnTo>
                    <a:pt x="2154703" y="760742"/>
                  </a:lnTo>
                  <a:lnTo>
                    <a:pt x="2164447" y="723228"/>
                  </a:lnTo>
                  <a:lnTo>
                    <a:pt x="2174206" y="702859"/>
                  </a:lnTo>
                  <a:lnTo>
                    <a:pt x="2183950" y="739565"/>
                  </a:lnTo>
                  <a:lnTo>
                    <a:pt x="2193709" y="742102"/>
                  </a:lnTo>
                  <a:lnTo>
                    <a:pt x="2203452" y="772330"/>
                  </a:lnTo>
                  <a:lnTo>
                    <a:pt x="2213196" y="800993"/>
                  </a:lnTo>
                  <a:lnTo>
                    <a:pt x="2222955" y="795208"/>
                  </a:lnTo>
                  <a:lnTo>
                    <a:pt x="2232699" y="793313"/>
                  </a:lnTo>
                  <a:lnTo>
                    <a:pt x="2242458" y="787590"/>
                  </a:lnTo>
                  <a:lnTo>
                    <a:pt x="2252202" y="763825"/>
                  </a:lnTo>
                  <a:lnTo>
                    <a:pt x="2261946" y="772496"/>
                  </a:lnTo>
                  <a:lnTo>
                    <a:pt x="2271705" y="808317"/>
                  </a:lnTo>
                  <a:lnTo>
                    <a:pt x="2281449" y="841018"/>
                  </a:lnTo>
                  <a:lnTo>
                    <a:pt x="2291208" y="831736"/>
                  </a:lnTo>
                  <a:lnTo>
                    <a:pt x="2300951" y="836384"/>
                  </a:lnTo>
                  <a:lnTo>
                    <a:pt x="2310695" y="863560"/>
                  </a:lnTo>
                  <a:lnTo>
                    <a:pt x="2320454" y="838545"/>
                  </a:lnTo>
                  <a:lnTo>
                    <a:pt x="2330198" y="834626"/>
                  </a:lnTo>
                  <a:lnTo>
                    <a:pt x="2339957" y="845324"/>
                  </a:lnTo>
                  <a:lnTo>
                    <a:pt x="2349701" y="834239"/>
                  </a:lnTo>
                  <a:lnTo>
                    <a:pt x="2359445" y="824471"/>
                  </a:lnTo>
                  <a:lnTo>
                    <a:pt x="2369204" y="841107"/>
                  </a:lnTo>
                  <a:lnTo>
                    <a:pt x="2378948" y="834984"/>
                  </a:lnTo>
                  <a:lnTo>
                    <a:pt x="2388692" y="795610"/>
                  </a:lnTo>
                  <a:lnTo>
                    <a:pt x="2398450" y="811014"/>
                  </a:lnTo>
                  <a:lnTo>
                    <a:pt x="2408194" y="802976"/>
                  </a:lnTo>
                  <a:lnTo>
                    <a:pt x="2417953" y="792395"/>
                  </a:lnTo>
                  <a:lnTo>
                    <a:pt x="2427697" y="768540"/>
                  </a:lnTo>
                  <a:lnTo>
                    <a:pt x="2437441" y="795951"/>
                  </a:lnTo>
                  <a:lnTo>
                    <a:pt x="2447200" y="766328"/>
                  </a:lnTo>
                  <a:lnTo>
                    <a:pt x="2456944" y="768893"/>
                  </a:lnTo>
                  <a:lnTo>
                    <a:pt x="2466703" y="784142"/>
                  </a:lnTo>
                  <a:lnTo>
                    <a:pt x="2476446" y="771989"/>
                  </a:lnTo>
                  <a:lnTo>
                    <a:pt x="2486190" y="754079"/>
                  </a:lnTo>
                  <a:lnTo>
                    <a:pt x="2495949" y="775206"/>
                  </a:lnTo>
                  <a:lnTo>
                    <a:pt x="2505693" y="826178"/>
                  </a:lnTo>
                  <a:lnTo>
                    <a:pt x="2515452" y="801202"/>
                  </a:lnTo>
                  <a:lnTo>
                    <a:pt x="2525196" y="799108"/>
                  </a:lnTo>
                  <a:lnTo>
                    <a:pt x="2534940" y="770306"/>
                  </a:lnTo>
                  <a:lnTo>
                    <a:pt x="2544699" y="743508"/>
                  </a:lnTo>
                  <a:lnTo>
                    <a:pt x="2554443" y="760986"/>
                  </a:lnTo>
                  <a:lnTo>
                    <a:pt x="2564202" y="807547"/>
                  </a:lnTo>
                  <a:lnTo>
                    <a:pt x="2573946" y="800680"/>
                  </a:lnTo>
                  <a:lnTo>
                    <a:pt x="2583690" y="793216"/>
                  </a:lnTo>
                  <a:lnTo>
                    <a:pt x="2593448" y="759090"/>
                  </a:lnTo>
                  <a:lnTo>
                    <a:pt x="2603192" y="770580"/>
                  </a:lnTo>
                  <a:lnTo>
                    <a:pt x="2612951" y="772359"/>
                  </a:lnTo>
                  <a:lnTo>
                    <a:pt x="2622695" y="732906"/>
                  </a:lnTo>
                  <a:lnTo>
                    <a:pt x="2632439" y="713435"/>
                  </a:lnTo>
                  <a:lnTo>
                    <a:pt x="2642198" y="707399"/>
                  </a:lnTo>
                  <a:lnTo>
                    <a:pt x="2651942" y="720694"/>
                  </a:lnTo>
                  <a:lnTo>
                    <a:pt x="2661685" y="726197"/>
                  </a:lnTo>
                  <a:lnTo>
                    <a:pt x="2671444" y="731884"/>
                  </a:lnTo>
                  <a:lnTo>
                    <a:pt x="2681188" y="726984"/>
                  </a:lnTo>
                  <a:lnTo>
                    <a:pt x="2690947" y="706754"/>
                  </a:lnTo>
                  <a:lnTo>
                    <a:pt x="2700691" y="737850"/>
                  </a:lnTo>
                  <a:lnTo>
                    <a:pt x="2710435" y="744064"/>
                  </a:lnTo>
                  <a:lnTo>
                    <a:pt x="2720194" y="715360"/>
                  </a:lnTo>
                  <a:lnTo>
                    <a:pt x="2729938" y="712743"/>
                  </a:lnTo>
                  <a:lnTo>
                    <a:pt x="2739697" y="732207"/>
                  </a:lnTo>
                  <a:lnTo>
                    <a:pt x="2749441" y="719116"/>
                  </a:lnTo>
                  <a:lnTo>
                    <a:pt x="2759185" y="685988"/>
                  </a:lnTo>
                  <a:lnTo>
                    <a:pt x="2768943" y="676751"/>
                  </a:lnTo>
                  <a:lnTo>
                    <a:pt x="2778687" y="698889"/>
                  </a:lnTo>
                  <a:lnTo>
                    <a:pt x="2788446" y="701706"/>
                  </a:lnTo>
                  <a:lnTo>
                    <a:pt x="2798190" y="734997"/>
                  </a:lnTo>
                  <a:lnTo>
                    <a:pt x="2807934" y="722265"/>
                  </a:lnTo>
                  <a:lnTo>
                    <a:pt x="2817693" y="743580"/>
                  </a:lnTo>
                  <a:lnTo>
                    <a:pt x="2827437" y="761558"/>
                  </a:lnTo>
                  <a:lnTo>
                    <a:pt x="2837196" y="742488"/>
                  </a:lnTo>
                  <a:lnTo>
                    <a:pt x="2846940" y="708914"/>
                  </a:lnTo>
                  <a:lnTo>
                    <a:pt x="2856684" y="734124"/>
                  </a:lnTo>
                  <a:lnTo>
                    <a:pt x="2866442" y="703119"/>
                  </a:lnTo>
                  <a:lnTo>
                    <a:pt x="2876186" y="722997"/>
                  </a:lnTo>
                  <a:lnTo>
                    <a:pt x="2885945" y="712019"/>
                  </a:lnTo>
                  <a:lnTo>
                    <a:pt x="2895689" y="723235"/>
                  </a:lnTo>
                  <a:lnTo>
                    <a:pt x="2905433" y="712882"/>
                  </a:lnTo>
                  <a:lnTo>
                    <a:pt x="2915192" y="73569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6" name="Freeform 985">
              <a:extLst>
                <a:ext uri="{FF2B5EF4-FFF2-40B4-BE49-F238E27FC236}">
                  <a16:creationId xmlns:a16="http://schemas.microsoft.com/office/drawing/2014/main" id="{464CE0DB-75C0-5061-E908-5910386F51BB}"/>
                </a:ext>
              </a:extLst>
            </p:cNvPr>
            <p:cNvSpPr/>
            <p:nvPr/>
          </p:nvSpPr>
          <p:spPr>
            <a:xfrm>
              <a:off x="4426652" y="3343949"/>
              <a:ext cx="2915191" cy="519768"/>
            </a:xfrm>
            <a:custGeom>
              <a:avLst/>
              <a:gdLst>
                <a:gd name="connsiteX0" fmla="*/ 0 w 2915191"/>
                <a:gd name="connsiteY0" fmla="*/ 351139 h 519768"/>
                <a:gd name="connsiteX1" fmla="*/ 9750 w 2915191"/>
                <a:gd name="connsiteY1" fmla="*/ 360649 h 519768"/>
                <a:gd name="connsiteX2" fmla="*/ 19500 w 2915191"/>
                <a:gd name="connsiteY2" fmla="*/ 352787 h 519768"/>
                <a:gd name="connsiteX3" fmla="*/ 29250 w 2915191"/>
                <a:gd name="connsiteY3" fmla="*/ 357267 h 519768"/>
                <a:gd name="connsiteX4" fmla="*/ 39000 w 2915191"/>
                <a:gd name="connsiteY4" fmla="*/ 317459 h 519768"/>
                <a:gd name="connsiteX5" fmla="*/ 48749 w 2915191"/>
                <a:gd name="connsiteY5" fmla="*/ 303743 h 519768"/>
                <a:gd name="connsiteX6" fmla="*/ 58499 w 2915191"/>
                <a:gd name="connsiteY6" fmla="*/ 278536 h 519768"/>
                <a:gd name="connsiteX7" fmla="*/ 68249 w 2915191"/>
                <a:gd name="connsiteY7" fmla="*/ 311795 h 519768"/>
                <a:gd name="connsiteX8" fmla="*/ 77998 w 2915191"/>
                <a:gd name="connsiteY8" fmla="*/ 311200 h 519768"/>
                <a:gd name="connsiteX9" fmla="*/ 87748 w 2915191"/>
                <a:gd name="connsiteY9" fmla="*/ 323301 h 519768"/>
                <a:gd name="connsiteX10" fmla="*/ 97497 w 2915191"/>
                <a:gd name="connsiteY10" fmla="*/ 297576 h 519768"/>
                <a:gd name="connsiteX11" fmla="*/ 107247 w 2915191"/>
                <a:gd name="connsiteY11" fmla="*/ 303120 h 519768"/>
                <a:gd name="connsiteX12" fmla="*/ 116997 w 2915191"/>
                <a:gd name="connsiteY12" fmla="*/ 294095 h 519768"/>
                <a:gd name="connsiteX13" fmla="*/ 126747 w 2915191"/>
                <a:gd name="connsiteY13" fmla="*/ 266355 h 519768"/>
                <a:gd name="connsiteX14" fmla="*/ 136497 w 2915191"/>
                <a:gd name="connsiteY14" fmla="*/ 247106 h 519768"/>
                <a:gd name="connsiteX15" fmla="*/ 146247 w 2915191"/>
                <a:gd name="connsiteY15" fmla="*/ 242122 h 519768"/>
                <a:gd name="connsiteX16" fmla="*/ 155997 w 2915191"/>
                <a:gd name="connsiteY16" fmla="*/ 235790 h 519768"/>
                <a:gd name="connsiteX17" fmla="*/ 165747 w 2915191"/>
                <a:gd name="connsiteY17" fmla="*/ 280593 h 519768"/>
                <a:gd name="connsiteX18" fmla="*/ 175497 w 2915191"/>
                <a:gd name="connsiteY18" fmla="*/ 275350 h 519768"/>
                <a:gd name="connsiteX19" fmla="*/ 185247 w 2915191"/>
                <a:gd name="connsiteY19" fmla="*/ 295556 h 519768"/>
                <a:gd name="connsiteX20" fmla="*/ 194996 w 2915191"/>
                <a:gd name="connsiteY20" fmla="*/ 264304 h 519768"/>
                <a:gd name="connsiteX21" fmla="*/ 204746 w 2915191"/>
                <a:gd name="connsiteY21" fmla="*/ 275260 h 519768"/>
                <a:gd name="connsiteX22" fmla="*/ 214495 w 2915191"/>
                <a:gd name="connsiteY22" fmla="*/ 279162 h 519768"/>
                <a:gd name="connsiteX23" fmla="*/ 224245 w 2915191"/>
                <a:gd name="connsiteY23" fmla="*/ 278209 h 519768"/>
                <a:gd name="connsiteX24" fmla="*/ 233995 w 2915191"/>
                <a:gd name="connsiteY24" fmla="*/ 296751 h 519768"/>
                <a:gd name="connsiteX25" fmla="*/ 243744 w 2915191"/>
                <a:gd name="connsiteY25" fmla="*/ 301219 h 519768"/>
                <a:gd name="connsiteX26" fmla="*/ 253494 w 2915191"/>
                <a:gd name="connsiteY26" fmla="*/ 289520 h 519768"/>
                <a:gd name="connsiteX27" fmla="*/ 263244 w 2915191"/>
                <a:gd name="connsiteY27" fmla="*/ 263179 h 519768"/>
                <a:gd name="connsiteX28" fmla="*/ 272994 w 2915191"/>
                <a:gd name="connsiteY28" fmla="*/ 268283 h 519768"/>
                <a:gd name="connsiteX29" fmla="*/ 282744 w 2915191"/>
                <a:gd name="connsiteY29" fmla="*/ 279505 h 519768"/>
                <a:gd name="connsiteX30" fmla="*/ 292494 w 2915191"/>
                <a:gd name="connsiteY30" fmla="*/ 291545 h 519768"/>
                <a:gd name="connsiteX31" fmla="*/ 302244 w 2915191"/>
                <a:gd name="connsiteY31" fmla="*/ 321145 h 519768"/>
                <a:gd name="connsiteX32" fmla="*/ 311994 w 2915191"/>
                <a:gd name="connsiteY32" fmla="*/ 315023 h 519768"/>
                <a:gd name="connsiteX33" fmla="*/ 321744 w 2915191"/>
                <a:gd name="connsiteY33" fmla="*/ 356467 h 519768"/>
                <a:gd name="connsiteX34" fmla="*/ 331493 w 2915191"/>
                <a:gd name="connsiteY34" fmla="*/ 363304 h 519768"/>
                <a:gd name="connsiteX35" fmla="*/ 341243 w 2915191"/>
                <a:gd name="connsiteY35" fmla="*/ 350871 h 519768"/>
                <a:gd name="connsiteX36" fmla="*/ 350993 w 2915191"/>
                <a:gd name="connsiteY36" fmla="*/ 362269 h 519768"/>
                <a:gd name="connsiteX37" fmla="*/ 360742 w 2915191"/>
                <a:gd name="connsiteY37" fmla="*/ 375650 h 519768"/>
                <a:gd name="connsiteX38" fmla="*/ 370492 w 2915191"/>
                <a:gd name="connsiteY38" fmla="*/ 367767 h 519768"/>
                <a:gd name="connsiteX39" fmla="*/ 380241 w 2915191"/>
                <a:gd name="connsiteY39" fmla="*/ 352061 h 519768"/>
                <a:gd name="connsiteX40" fmla="*/ 389991 w 2915191"/>
                <a:gd name="connsiteY40" fmla="*/ 333123 h 519768"/>
                <a:gd name="connsiteX41" fmla="*/ 399741 w 2915191"/>
                <a:gd name="connsiteY41" fmla="*/ 357124 h 519768"/>
                <a:gd name="connsiteX42" fmla="*/ 409491 w 2915191"/>
                <a:gd name="connsiteY42" fmla="*/ 370447 h 519768"/>
                <a:gd name="connsiteX43" fmla="*/ 419241 w 2915191"/>
                <a:gd name="connsiteY43" fmla="*/ 359715 h 519768"/>
                <a:gd name="connsiteX44" fmla="*/ 428991 w 2915191"/>
                <a:gd name="connsiteY44" fmla="*/ 376217 h 519768"/>
                <a:gd name="connsiteX45" fmla="*/ 438741 w 2915191"/>
                <a:gd name="connsiteY45" fmla="*/ 374033 h 519768"/>
                <a:gd name="connsiteX46" fmla="*/ 448491 w 2915191"/>
                <a:gd name="connsiteY46" fmla="*/ 343308 h 519768"/>
                <a:gd name="connsiteX47" fmla="*/ 458241 w 2915191"/>
                <a:gd name="connsiteY47" fmla="*/ 341813 h 519768"/>
                <a:gd name="connsiteX48" fmla="*/ 467991 w 2915191"/>
                <a:gd name="connsiteY48" fmla="*/ 348581 h 519768"/>
                <a:gd name="connsiteX49" fmla="*/ 477740 w 2915191"/>
                <a:gd name="connsiteY49" fmla="*/ 337274 h 519768"/>
                <a:gd name="connsiteX50" fmla="*/ 487490 w 2915191"/>
                <a:gd name="connsiteY50" fmla="*/ 343737 h 519768"/>
                <a:gd name="connsiteX51" fmla="*/ 497239 w 2915191"/>
                <a:gd name="connsiteY51" fmla="*/ 379277 h 519768"/>
                <a:gd name="connsiteX52" fmla="*/ 506989 w 2915191"/>
                <a:gd name="connsiteY52" fmla="*/ 364326 h 519768"/>
                <a:gd name="connsiteX53" fmla="*/ 516738 w 2915191"/>
                <a:gd name="connsiteY53" fmla="*/ 380510 h 519768"/>
                <a:gd name="connsiteX54" fmla="*/ 526488 w 2915191"/>
                <a:gd name="connsiteY54" fmla="*/ 395775 h 519768"/>
                <a:gd name="connsiteX55" fmla="*/ 536238 w 2915191"/>
                <a:gd name="connsiteY55" fmla="*/ 371899 h 519768"/>
                <a:gd name="connsiteX56" fmla="*/ 545988 w 2915191"/>
                <a:gd name="connsiteY56" fmla="*/ 378608 h 519768"/>
                <a:gd name="connsiteX57" fmla="*/ 555738 w 2915191"/>
                <a:gd name="connsiteY57" fmla="*/ 385505 h 519768"/>
                <a:gd name="connsiteX58" fmla="*/ 565488 w 2915191"/>
                <a:gd name="connsiteY58" fmla="*/ 368336 h 519768"/>
                <a:gd name="connsiteX59" fmla="*/ 575238 w 2915191"/>
                <a:gd name="connsiteY59" fmla="*/ 365432 h 519768"/>
                <a:gd name="connsiteX60" fmla="*/ 584988 w 2915191"/>
                <a:gd name="connsiteY60" fmla="*/ 445842 h 519768"/>
                <a:gd name="connsiteX61" fmla="*/ 594738 w 2915191"/>
                <a:gd name="connsiteY61" fmla="*/ 466760 h 519768"/>
                <a:gd name="connsiteX62" fmla="*/ 604488 w 2915191"/>
                <a:gd name="connsiteY62" fmla="*/ 469480 h 519768"/>
                <a:gd name="connsiteX63" fmla="*/ 614237 w 2915191"/>
                <a:gd name="connsiteY63" fmla="*/ 479008 h 519768"/>
                <a:gd name="connsiteX64" fmla="*/ 623987 w 2915191"/>
                <a:gd name="connsiteY64" fmla="*/ 474531 h 519768"/>
                <a:gd name="connsiteX65" fmla="*/ 633736 w 2915191"/>
                <a:gd name="connsiteY65" fmla="*/ 470713 h 519768"/>
                <a:gd name="connsiteX66" fmla="*/ 643486 w 2915191"/>
                <a:gd name="connsiteY66" fmla="*/ 519769 h 519768"/>
                <a:gd name="connsiteX67" fmla="*/ 653236 w 2915191"/>
                <a:gd name="connsiteY67" fmla="*/ 505382 h 519768"/>
                <a:gd name="connsiteX68" fmla="*/ 662985 w 2915191"/>
                <a:gd name="connsiteY68" fmla="*/ 436984 h 519768"/>
                <a:gd name="connsiteX69" fmla="*/ 672735 w 2915191"/>
                <a:gd name="connsiteY69" fmla="*/ 459266 h 519768"/>
                <a:gd name="connsiteX70" fmla="*/ 682485 w 2915191"/>
                <a:gd name="connsiteY70" fmla="*/ 474737 h 519768"/>
                <a:gd name="connsiteX71" fmla="*/ 692235 w 2915191"/>
                <a:gd name="connsiteY71" fmla="*/ 472046 h 519768"/>
                <a:gd name="connsiteX72" fmla="*/ 701985 w 2915191"/>
                <a:gd name="connsiteY72" fmla="*/ 453497 h 519768"/>
                <a:gd name="connsiteX73" fmla="*/ 711735 w 2915191"/>
                <a:gd name="connsiteY73" fmla="*/ 462417 h 519768"/>
                <a:gd name="connsiteX74" fmla="*/ 721485 w 2915191"/>
                <a:gd name="connsiteY74" fmla="*/ 440223 h 519768"/>
                <a:gd name="connsiteX75" fmla="*/ 731235 w 2915191"/>
                <a:gd name="connsiteY75" fmla="*/ 442717 h 519768"/>
                <a:gd name="connsiteX76" fmla="*/ 740985 w 2915191"/>
                <a:gd name="connsiteY76" fmla="*/ 408637 h 519768"/>
                <a:gd name="connsiteX77" fmla="*/ 750734 w 2915191"/>
                <a:gd name="connsiteY77" fmla="*/ 423231 h 519768"/>
                <a:gd name="connsiteX78" fmla="*/ 760484 w 2915191"/>
                <a:gd name="connsiteY78" fmla="*/ 421479 h 519768"/>
                <a:gd name="connsiteX79" fmla="*/ 770233 w 2915191"/>
                <a:gd name="connsiteY79" fmla="*/ 398233 h 519768"/>
                <a:gd name="connsiteX80" fmla="*/ 779983 w 2915191"/>
                <a:gd name="connsiteY80" fmla="*/ 396201 h 519768"/>
                <a:gd name="connsiteX81" fmla="*/ 789733 w 2915191"/>
                <a:gd name="connsiteY81" fmla="*/ 400500 h 519768"/>
                <a:gd name="connsiteX82" fmla="*/ 799482 w 2915191"/>
                <a:gd name="connsiteY82" fmla="*/ 386407 h 519768"/>
                <a:gd name="connsiteX83" fmla="*/ 809232 w 2915191"/>
                <a:gd name="connsiteY83" fmla="*/ 383898 h 519768"/>
                <a:gd name="connsiteX84" fmla="*/ 818982 w 2915191"/>
                <a:gd name="connsiteY84" fmla="*/ 374480 h 519768"/>
                <a:gd name="connsiteX85" fmla="*/ 828732 w 2915191"/>
                <a:gd name="connsiteY85" fmla="*/ 379339 h 519768"/>
                <a:gd name="connsiteX86" fmla="*/ 838482 w 2915191"/>
                <a:gd name="connsiteY86" fmla="*/ 394690 h 519768"/>
                <a:gd name="connsiteX87" fmla="*/ 848232 w 2915191"/>
                <a:gd name="connsiteY87" fmla="*/ 394083 h 519768"/>
                <a:gd name="connsiteX88" fmla="*/ 857982 w 2915191"/>
                <a:gd name="connsiteY88" fmla="*/ 377943 h 519768"/>
                <a:gd name="connsiteX89" fmla="*/ 867732 w 2915191"/>
                <a:gd name="connsiteY89" fmla="*/ 348192 h 519768"/>
                <a:gd name="connsiteX90" fmla="*/ 877482 w 2915191"/>
                <a:gd name="connsiteY90" fmla="*/ 374461 h 519768"/>
                <a:gd name="connsiteX91" fmla="*/ 887231 w 2915191"/>
                <a:gd name="connsiteY91" fmla="*/ 352696 h 519768"/>
                <a:gd name="connsiteX92" fmla="*/ 896981 w 2915191"/>
                <a:gd name="connsiteY92" fmla="*/ 351701 h 519768"/>
                <a:gd name="connsiteX93" fmla="*/ 906730 w 2915191"/>
                <a:gd name="connsiteY93" fmla="*/ 315750 h 519768"/>
                <a:gd name="connsiteX94" fmla="*/ 916480 w 2915191"/>
                <a:gd name="connsiteY94" fmla="*/ 302892 h 519768"/>
                <a:gd name="connsiteX95" fmla="*/ 926230 w 2915191"/>
                <a:gd name="connsiteY95" fmla="*/ 259528 h 519768"/>
                <a:gd name="connsiteX96" fmla="*/ 935979 w 2915191"/>
                <a:gd name="connsiteY96" fmla="*/ 257638 h 519768"/>
                <a:gd name="connsiteX97" fmla="*/ 945729 w 2915191"/>
                <a:gd name="connsiteY97" fmla="*/ 245547 h 519768"/>
                <a:gd name="connsiteX98" fmla="*/ 955479 w 2915191"/>
                <a:gd name="connsiteY98" fmla="*/ 238877 h 519768"/>
                <a:gd name="connsiteX99" fmla="*/ 965229 w 2915191"/>
                <a:gd name="connsiteY99" fmla="*/ 233248 h 519768"/>
                <a:gd name="connsiteX100" fmla="*/ 974979 w 2915191"/>
                <a:gd name="connsiteY100" fmla="*/ 213170 h 519768"/>
                <a:gd name="connsiteX101" fmla="*/ 984729 w 2915191"/>
                <a:gd name="connsiteY101" fmla="*/ 253204 h 519768"/>
                <a:gd name="connsiteX102" fmla="*/ 994474 w 2915191"/>
                <a:gd name="connsiteY102" fmla="*/ 253082 h 519768"/>
                <a:gd name="connsiteX103" fmla="*/ 1004233 w 2915191"/>
                <a:gd name="connsiteY103" fmla="*/ 243075 h 519768"/>
                <a:gd name="connsiteX104" fmla="*/ 1013977 w 2915191"/>
                <a:gd name="connsiteY104" fmla="*/ 280205 h 519768"/>
                <a:gd name="connsiteX105" fmla="*/ 1023721 w 2915191"/>
                <a:gd name="connsiteY105" fmla="*/ 279077 h 519768"/>
                <a:gd name="connsiteX106" fmla="*/ 1033480 w 2915191"/>
                <a:gd name="connsiteY106" fmla="*/ 312104 h 519768"/>
                <a:gd name="connsiteX107" fmla="*/ 1043224 w 2915191"/>
                <a:gd name="connsiteY107" fmla="*/ 322821 h 519768"/>
                <a:gd name="connsiteX108" fmla="*/ 1052983 w 2915191"/>
                <a:gd name="connsiteY108" fmla="*/ 301411 h 519768"/>
                <a:gd name="connsiteX109" fmla="*/ 1062727 w 2915191"/>
                <a:gd name="connsiteY109" fmla="*/ 312305 h 519768"/>
                <a:gd name="connsiteX110" fmla="*/ 1072471 w 2915191"/>
                <a:gd name="connsiteY110" fmla="*/ 313111 h 519768"/>
                <a:gd name="connsiteX111" fmla="*/ 1082230 w 2915191"/>
                <a:gd name="connsiteY111" fmla="*/ 280819 h 519768"/>
                <a:gd name="connsiteX112" fmla="*/ 1091973 w 2915191"/>
                <a:gd name="connsiteY112" fmla="*/ 294429 h 519768"/>
                <a:gd name="connsiteX113" fmla="*/ 1101732 w 2915191"/>
                <a:gd name="connsiteY113" fmla="*/ 302664 h 519768"/>
                <a:gd name="connsiteX114" fmla="*/ 1111476 w 2915191"/>
                <a:gd name="connsiteY114" fmla="*/ 345883 h 519768"/>
                <a:gd name="connsiteX115" fmla="*/ 1121220 w 2915191"/>
                <a:gd name="connsiteY115" fmla="*/ 343874 h 519768"/>
                <a:gd name="connsiteX116" fmla="*/ 1130979 w 2915191"/>
                <a:gd name="connsiteY116" fmla="*/ 361765 h 519768"/>
                <a:gd name="connsiteX117" fmla="*/ 1140723 w 2915191"/>
                <a:gd name="connsiteY117" fmla="*/ 329782 h 519768"/>
                <a:gd name="connsiteX118" fmla="*/ 1150482 w 2915191"/>
                <a:gd name="connsiteY118" fmla="*/ 351473 h 519768"/>
                <a:gd name="connsiteX119" fmla="*/ 1160226 w 2915191"/>
                <a:gd name="connsiteY119" fmla="*/ 347693 h 519768"/>
                <a:gd name="connsiteX120" fmla="*/ 1169969 w 2915191"/>
                <a:gd name="connsiteY120" fmla="*/ 413125 h 519768"/>
                <a:gd name="connsiteX121" fmla="*/ 1179728 w 2915191"/>
                <a:gd name="connsiteY121" fmla="*/ 405482 h 519768"/>
                <a:gd name="connsiteX122" fmla="*/ 1189472 w 2915191"/>
                <a:gd name="connsiteY122" fmla="*/ 414676 h 519768"/>
                <a:gd name="connsiteX123" fmla="*/ 1199231 w 2915191"/>
                <a:gd name="connsiteY123" fmla="*/ 368263 h 519768"/>
                <a:gd name="connsiteX124" fmla="*/ 1208975 w 2915191"/>
                <a:gd name="connsiteY124" fmla="*/ 347225 h 519768"/>
                <a:gd name="connsiteX125" fmla="*/ 1218719 w 2915191"/>
                <a:gd name="connsiteY125" fmla="*/ 331108 h 519768"/>
                <a:gd name="connsiteX126" fmla="*/ 1228478 w 2915191"/>
                <a:gd name="connsiteY126" fmla="*/ 372801 h 519768"/>
                <a:gd name="connsiteX127" fmla="*/ 1238222 w 2915191"/>
                <a:gd name="connsiteY127" fmla="*/ 338770 h 519768"/>
                <a:gd name="connsiteX128" fmla="*/ 1247966 w 2915191"/>
                <a:gd name="connsiteY128" fmla="*/ 335191 h 519768"/>
                <a:gd name="connsiteX129" fmla="*/ 1257725 w 2915191"/>
                <a:gd name="connsiteY129" fmla="*/ 297087 h 519768"/>
                <a:gd name="connsiteX130" fmla="*/ 1267469 w 2915191"/>
                <a:gd name="connsiteY130" fmla="*/ 327356 h 519768"/>
                <a:gd name="connsiteX131" fmla="*/ 1277227 w 2915191"/>
                <a:gd name="connsiteY131" fmla="*/ 298534 h 519768"/>
                <a:gd name="connsiteX132" fmla="*/ 1286971 w 2915191"/>
                <a:gd name="connsiteY132" fmla="*/ 324126 h 519768"/>
                <a:gd name="connsiteX133" fmla="*/ 1296715 w 2915191"/>
                <a:gd name="connsiteY133" fmla="*/ 334640 h 519768"/>
                <a:gd name="connsiteX134" fmla="*/ 1306474 w 2915191"/>
                <a:gd name="connsiteY134" fmla="*/ 315952 h 519768"/>
                <a:gd name="connsiteX135" fmla="*/ 1316218 w 2915191"/>
                <a:gd name="connsiteY135" fmla="*/ 326675 h 519768"/>
                <a:gd name="connsiteX136" fmla="*/ 1325977 w 2915191"/>
                <a:gd name="connsiteY136" fmla="*/ 318162 h 519768"/>
                <a:gd name="connsiteX137" fmla="*/ 1335721 w 2915191"/>
                <a:gd name="connsiteY137" fmla="*/ 301183 h 519768"/>
                <a:gd name="connsiteX138" fmla="*/ 1345465 w 2915191"/>
                <a:gd name="connsiteY138" fmla="*/ 306408 h 519768"/>
                <a:gd name="connsiteX139" fmla="*/ 1355224 w 2915191"/>
                <a:gd name="connsiteY139" fmla="*/ 302075 h 519768"/>
                <a:gd name="connsiteX140" fmla="*/ 1364967 w 2915191"/>
                <a:gd name="connsiteY140" fmla="*/ 305901 h 519768"/>
                <a:gd name="connsiteX141" fmla="*/ 1374726 w 2915191"/>
                <a:gd name="connsiteY141" fmla="*/ 331072 h 519768"/>
                <a:gd name="connsiteX142" fmla="*/ 1384470 w 2915191"/>
                <a:gd name="connsiteY142" fmla="*/ 355932 h 519768"/>
                <a:gd name="connsiteX143" fmla="*/ 1394214 w 2915191"/>
                <a:gd name="connsiteY143" fmla="*/ 349123 h 519768"/>
                <a:gd name="connsiteX144" fmla="*/ 1403973 w 2915191"/>
                <a:gd name="connsiteY144" fmla="*/ 340652 h 519768"/>
                <a:gd name="connsiteX145" fmla="*/ 1413717 w 2915191"/>
                <a:gd name="connsiteY145" fmla="*/ 343307 h 519768"/>
                <a:gd name="connsiteX146" fmla="*/ 1423476 w 2915191"/>
                <a:gd name="connsiteY146" fmla="*/ 343305 h 519768"/>
                <a:gd name="connsiteX147" fmla="*/ 1433220 w 2915191"/>
                <a:gd name="connsiteY147" fmla="*/ 316642 h 519768"/>
                <a:gd name="connsiteX148" fmla="*/ 1442964 w 2915191"/>
                <a:gd name="connsiteY148" fmla="*/ 317844 h 519768"/>
                <a:gd name="connsiteX149" fmla="*/ 1452722 w 2915191"/>
                <a:gd name="connsiteY149" fmla="*/ 306162 h 519768"/>
                <a:gd name="connsiteX150" fmla="*/ 1462466 w 2915191"/>
                <a:gd name="connsiteY150" fmla="*/ 268572 h 519768"/>
                <a:gd name="connsiteX151" fmla="*/ 1472225 w 2915191"/>
                <a:gd name="connsiteY151" fmla="*/ 269885 h 519768"/>
                <a:gd name="connsiteX152" fmla="*/ 1481969 w 2915191"/>
                <a:gd name="connsiteY152" fmla="*/ 249457 h 519768"/>
                <a:gd name="connsiteX153" fmla="*/ 1491713 w 2915191"/>
                <a:gd name="connsiteY153" fmla="*/ 278848 h 519768"/>
                <a:gd name="connsiteX154" fmla="*/ 1501472 w 2915191"/>
                <a:gd name="connsiteY154" fmla="*/ 290743 h 519768"/>
                <a:gd name="connsiteX155" fmla="*/ 1511216 w 2915191"/>
                <a:gd name="connsiteY155" fmla="*/ 277009 h 519768"/>
                <a:gd name="connsiteX156" fmla="*/ 1520960 w 2915191"/>
                <a:gd name="connsiteY156" fmla="*/ 262739 h 519768"/>
                <a:gd name="connsiteX157" fmla="*/ 1530719 w 2915191"/>
                <a:gd name="connsiteY157" fmla="*/ 266753 h 519768"/>
                <a:gd name="connsiteX158" fmla="*/ 1540463 w 2915191"/>
                <a:gd name="connsiteY158" fmla="*/ 259269 h 519768"/>
                <a:gd name="connsiteX159" fmla="*/ 1550221 w 2915191"/>
                <a:gd name="connsiteY159" fmla="*/ 266580 h 519768"/>
                <a:gd name="connsiteX160" fmla="*/ 1559965 w 2915191"/>
                <a:gd name="connsiteY160" fmla="*/ 267854 h 519768"/>
                <a:gd name="connsiteX161" fmla="*/ 1569709 w 2915191"/>
                <a:gd name="connsiteY161" fmla="*/ 242578 h 519768"/>
                <a:gd name="connsiteX162" fmla="*/ 1579468 w 2915191"/>
                <a:gd name="connsiteY162" fmla="*/ 240234 h 519768"/>
                <a:gd name="connsiteX163" fmla="*/ 1589212 w 2915191"/>
                <a:gd name="connsiteY163" fmla="*/ 235207 h 519768"/>
                <a:gd name="connsiteX164" fmla="*/ 1598971 w 2915191"/>
                <a:gd name="connsiteY164" fmla="*/ 249722 h 519768"/>
                <a:gd name="connsiteX165" fmla="*/ 1608715 w 2915191"/>
                <a:gd name="connsiteY165" fmla="*/ 266944 h 519768"/>
                <a:gd name="connsiteX166" fmla="*/ 1618459 w 2915191"/>
                <a:gd name="connsiteY166" fmla="*/ 252542 h 519768"/>
                <a:gd name="connsiteX167" fmla="*/ 1628218 w 2915191"/>
                <a:gd name="connsiteY167" fmla="*/ 257247 h 519768"/>
                <a:gd name="connsiteX168" fmla="*/ 1637962 w 2915191"/>
                <a:gd name="connsiteY168" fmla="*/ 274962 h 519768"/>
                <a:gd name="connsiteX169" fmla="*/ 1647720 w 2915191"/>
                <a:gd name="connsiteY169" fmla="*/ 273514 h 519768"/>
                <a:gd name="connsiteX170" fmla="*/ 1657464 w 2915191"/>
                <a:gd name="connsiteY170" fmla="*/ 274645 h 519768"/>
                <a:gd name="connsiteX171" fmla="*/ 1667208 w 2915191"/>
                <a:gd name="connsiteY171" fmla="*/ 255507 h 519768"/>
                <a:gd name="connsiteX172" fmla="*/ 1676967 w 2915191"/>
                <a:gd name="connsiteY172" fmla="*/ 265694 h 519768"/>
                <a:gd name="connsiteX173" fmla="*/ 1686711 w 2915191"/>
                <a:gd name="connsiteY173" fmla="*/ 266844 h 519768"/>
                <a:gd name="connsiteX174" fmla="*/ 1696470 w 2915191"/>
                <a:gd name="connsiteY174" fmla="*/ 293328 h 519768"/>
                <a:gd name="connsiteX175" fmla="*/ 1706214 w 2915191"/>
                <a:gd name="connsiteY175" fmla="*/ 293237 h 519768"/>
                <a:gd name="connsiteX176" fmla="*/ 1715958 w 2915191"/>
                <a:gd name="connsiteY176" fmla="*/ 265574 h 519768"/>
                <a:gd name="connsiteX177" fmla="*/ 1725716 w 2915191"/>
                <a:gd name="connsiteY177" fmla="*/ 239644 h 519768"/>
                <a:gd name="connsiteX178" fmla="*/ 1735460 w 2915191"/>
                <a:gd name="connsiteY178" fmla="*/ 216397 h 519768"/>
                <a:gd name="connsiteX179" fmla="*/ 1745219 w 2915191"/>
                <a:gd name="connsiteY179" fmla="*/ 204870 h 519768"/>
                <a:gd name="connsiteX180" fmla="*/ 1754963 w 2915191"/>
                <a:gd name="connsiteY180" fmla="*/ 254184 h 519768"/>
                <a:gd name="connsiteX181" fmla="*/ 1764707 w 2915191"/>
                <a:gd name="connsiteY181" fmla="*/ 267817 h 519768"/>
                <a:gd name="connsiteX182" fmla="*/ 1774466 w 2915191"/>
                <a:gd name="connsiteY182" fmla="*/ 284761 h 519768"/>
                <a:gd name="connsiteX183" fmla="*/ 1784210 w 2915191"/>
                <a:gd name="connsiteY183" fmla="*/ 305414 h 519768"/>
                <a:gd name="connsiteX184" fmla="*/ 1793969 w 2915191"/>
                <a:gd name="connsiteY184" fmla="*/ 274268 h 519768"/>
                <a:gd name="connsiteX185" fmla="*/ 1803713 w 2915191"/>
                <a:gd name="connsiteY185" fmla="*/ 299627 h 519768"/>
                <a:gd name="connsiteX186" fmla="*/ 1813457 w 2915191"/>
                <a:gd name="connsiteY186" fmla="*/ 292349 h 519768"/>
                <a:gd name="connsiteX187" fmla="*/ 1823215 w 2915191"/>
                <a:gd name="connsiteY187" fmla="*/ 274223 h 519768"/>
                <a:gd name="connsiteX188" fmla="*/ 1832959 w 2915191"/>
                <a:gd name="connsiteY188" fmla="*/ 239753 h 519768"/>
                <a:gd name="connsiteX189" fmla="*/ 1842703 w 2915191"/>
                <a:gd name="connsiteY189" fmla="*/ 254367 h 519768"/>
                <a:gd name="connsiteX190" fmla="*/ 1852462 w 2915191"/>
                <a:gd name="connsiteY190" fmla="*/ 264661 h 519768"/>
                <a:gd name="connsiteX191" fmla="*/ 1862206 w 2915191"/>
                <a:gd name="connsiteY191" fmla="*/ 277325 h 519768"/>
                <a:gd name="connsiteX192" fmla="*/ 1871965 w 2915191"/>
                <a:gd name="connsiteY192" fmla="*/ 296089 h 519768"/>
                <a:gd name="connsiteX193" fmla="*/ 1881709 w 2915191"/>
                <a:gd name="connsiteY193" fmla="*/ 305578 h 519768"/>
                <a:gd name="connsiteX194" fmla="*/ 1891453 w 2915191"/>
                <a:gd name="connsiteY194" fmla="*/ 332580 h 519768"/>
                <a:gd name="connsiteX195" fmla="*/ 1901212 w 2915191"/>
                <a:gd name="connsiteY195" fmla="*/ 344231 h 519768"/>
                <a:gd name="connsiteX196" fmla="*/ 1910956 w 2915191"/>
                <a:gd name="connsiteY196" fmla="*/ 305678 h 519768"/>
                <a:gd name="connsiteX197" fmla="*/ 1920714 w 2915191"/>
                <a:gd name="connsiteY197" fmla="*/ 299018 h 519768"/>
                <a:gd name="connsiteX198" fmla="*/ 1930458 w 2915191"/>
                <a:gd name="connsiteY198" fmla="*/ 277056 h 519768"/>
                <a:gd name="connsiteX199" fmla="*/ 1940202 w 2915191"/>
                <a:gd name="connsiteY199" fmla="*/ 270984 h 519768"/>
                <a:gd name="connsiteX200" fmla="*/ 1949961 w 2915191"/>
                <a:gd name="connsiteY200" fmla="*/ 256750 h 519768"/>
                <a:gd name="connsiteX201" fmla="*/ 1959705 w 2915191"/>
                <a:gd name="connsiteY201" fmla="*/ 266827 h 519768"/>
                <a:gd name="connsiteX202" fmla="*/ 1969464 w 2915191"/>
                <a:gd name="connsiteY202" fmla="*/ 296134 h 519768"/>
                <a:gd name="connsiteX203" fmla="*/ 1979208 w 2915191"/>
                <a:gd name="connsiteY203" fmla="*/ 264569 h 519768"/>
                <a:gd name="connsiteX204" fmla="*/ 1988952 w 2915191"/>
                <a:gd name="connsiteY204" fmla="*/ 315338 h 519768"/>
                <a:gd name="connsiteX205" fmla="*/ 1998711 w 2915191"/>
                <a:gd name="connsiteY205" fmla="*/ 297416 h 519768"/>
                <a:gd name="connsiteX206" fmla="*/ 2008454 w 2915191"/>
                <a:gd name="connsiteY206" fmla="*/ 301451 h 519768"/>
                <a:gd name="connsiteX207" fmla="*/ 2018213 w 2915191"/>
                <a:gd name="connsiteY207" fmla="*/ 325710 h 519768"/>
                <a:gd name="connsiteX208" fmla="*/ 2027957 w 2915191"/>
                <a:gd name="connsiteY208" fmla="*/ 327131 h 519768"/>
                <a:gd name="connsiteX209" fmla="*/ 2037701 w 2915191"/>
                <a:gd name="connsiteY209" fmla="*/ 316356 h 519768"/>
                <a:gd name="connsiteX210" fmla="*/ 2047460 w 2915191"/>
                <a:gd name="connsiteY210" fmla="*/ 311217 h 519768"/>
                <a:gd name="connsiteX211" fmla="*/ 2057204 w 2915191"/>
                <a:gd name="connsiteY211" fmla="*/ 282905 h 519768"/>
                <a:gd name="connsiteX212" fmla="*/ 2066963 w 2915191"/>
                <a:gd name="connsiteY212" fmla="*/ 273706 h 519768"/>
                <a:gd name="connsiteX213" fmla="*/ 2076707 w 2915191"/>
                <a:gd name="connsiteY213" fmla="*/ 247967 h 519768"/>
                <a:gd name="connsiteX214" fmla="*/ 2086451 w 2915191"/>
                <a:gd name="connsiteY214" fmla="*/ 211268 h 519768"/>
                <a:gd name="connsiteX215" fmla="*/ 2096210 w 2915191"/>
                <a:gd name="connsiteY215" fmla="*/ 233250 h 519768"/>
                <a:gd name="connsiteX216" fmla="*/ 2105954 w 2915191"/>
                <a:gd name="connsiteY216" fmla="*/ 231444 h 519768"/>
                <a:gd name="connsiteX217" fmla="*/ 2115697 w 2915191"/>
                <a:gd name="connsiteY217" fmla="*/ 260783 h 519768"/>
                <a:gd name="connsiteX218" fmla="*/ 2125456 w 2915191"/>
                <a:gd name="connsiteY218" fmla="*/ 262492 h 519768"/>
                <a:gd name="connsiteX219" fmla="*/ 2135200 w 2915191"/>
                <a:gd name="connsiteY219" fmla="*/ 248475 h 519768"/>
                <a:gd name="connsiteX220" fmla="*/ 2144959 w 2915191"/>
                <a:gd name="connsiteY220" fmla="*/ 195604 h 519768"/>
                <a:gd name="connsiteX221" fmla="*/ 2154703 w 2915191"/>
                <a:gd name="connsiteY221" fmla="*/ 198332 h 519768"/>
                <a:gd name="connsiteX222" fmla="*/ 2164447 w 2915191"/>
                <a:gd name="connsiteY222" fmla="*/ 202224 h 519768"/>
                <a:gd name="connsiteX223" fmla="*/ 2174206 w 2915191"/>
                <a:gd name="connsiteY223" fmla="*/ 204971 h 519768"/>
                <a:gd name="connsiteX224" fmla="*/ 2183950 w 2915191"/>
                <a:gd name="connsiteY224" fmla="*/ 247012 h 519768"/>
                <a:gd name="connsiteX225" fmla="*/ 2193709 w 2915191"/>
                <a:gd name="connsiteY225" fmla="*/ 250744 h 519768"/>
                <a:gd name="connsiteX226" fmla="*/ 2203452 w 2915191"/>
                <a:gd name="connsiteY226" fmla="*/ 228188 h 519768"/>
                <a:gd name="connsiteX227" fmla="*/ 2213196 w 2915191"/>
                <a:gd name="connsiteY227" fmla="*/ 218163 h 519768"/>
                <a:gd name="connsiteX228" fmla="*/ 2222955 w 2915191"/>
                <a:gd name="connsiteY228" fmla="*/ 189685 h 519768"/>
                <a:gd name="connsiteX229" fmla="*/ 2232699 w 2915191"/>
                <a:gd name="connsiteY229" fmla="*/ 153325 h 519768"/>
                <a:gd name="connsiteX230" fmla="*/ 2242458 w 2915191"/>
                <a:gd name="connsiteY230" fmla="*/ 185920 h 519768"/>
                <a:gd name="connsiteX231" fmla="*/ 2252202 w 2915191"/>
                <a:gd name="connsiteY231" fmla="*/ 206163 h 519768"/>
                <a:gd name="connsiteX232" fmla="*/ 2261946 w 2915191"/>
                <a:gd name="connsiteY232" fmla="*/ 196038 h 519768"/>
                <a:gd name="connsiteX233" fmla="*/ 2271705 w 2915191"/>
                <a:gd name="connsiteY233" fmla="*/ 220046 h 519768"/>
                <a:gd name="connsiteX234" fmla="*/ 2281449 w 2915191"/>
                <a:gd name="connsiteY234" fmla="*/ 186270 h 519768"/>
                <a:gd name="connsiteX235" fmla="*/ 2291208 w 2915191"/>
                <a:gd name="connsiteY235" fmla="*/ 180044 h 519768"/>
                <a:gd name="connsiteX236" fmla="*/ 2300951 w 2915191"/>
                <a:gd name="connsiteY236" fmla="*/ 214359 h 519768"/>
                <a:gd name="connsiteX237" fmla="*/ 2310695 w 2915191"/>
                <a:gd name="connsiteY237" fmla="*/ 177635 h 519768"/>
                <a:gd name="connsiteX238" fmla="*/ 2320454 w 2915191"/>
                <a:gd name="connsiteY238" fmla="*/ 188004 h 519768"/>
                <a:gd name="connsiteX239" fmla="*/ 2330198 w 2915191"/>
                <a:gd name="connsiteY239" fmla="*/ 185342 h 519768"/>
                <a:gd name="connsiteX240" fmla="*/ 2339957 w 2915191"/>
                <a:gd name="connsiteY240" fmla="*/ 204663 h 519768"/>
                <a:gd name="connsiteX241" fmla="*/ 2349701 w 2915191"/>
                <a:gd name="connsiteY241" fmla="*/ 190050 h 519768"/>
                <a:gd name="connsiteX242" fmla="*/ 2359445 w 2915191"/>
                <a:gd name="connsiteY242" fmla="*/ 164810 h 519768"/>
                <a:gd name="connsiteX243" fmla="*/ 2369204 w 2915191"/>
                <a:gd name="connsiteY243" fmla="*/ 152823 h 519768"/>
                <a:gd name="connsiteX244" fmla="*/ 2378948 w 2915191"/>
                <a:gd name="connsiteY244" fmla="*/ 155066 h 519768"/>
                <a:gd name="connsiteX245" fmla="*/ 2388692 w 2915191"/>
                <a:gd name="connsiteY245" fmla="*/ 148403 h 519768"/>
                <a:gd name="connsiteX246" fmla="*/ 2398450 w 2915191"/>
                <a:gd name="connsiteY246" fmla="*/ 177965 h 519768"/>
                <a:gd name="connsiteX247" fmla="*/ 2408194 w 2915191"/>
                <a:gd name="connsiteY247" fmla="*/ 199491 h 519768"/>
                <a:gd name="connsiteX248" fmla="*/ 2417953 w 2915191"/>
                <a:gd name="connsiteY248" fmla="*/ 237411 h 519768"/>
                <a:gd name="connsiteX249" fmla="*/ 2427697 w 2915191"/>
                <a:gd name="connsiteY249" fmla="*/ 241675 h 519768"/>
                <a:gd name="connsiteX250" fmla="*/ 2437441 w 2915191"/>
                <a:gd name="connsiteY250" fmla="*/ 232968 h 519768"/>
                <a:gd name="connsiteX251" fmla="*/ 2447200 w 2915191"/>
                <a:gd name="connsiteY251" fmla="*/ 207033 h 519768"/>
                <a:gd name="connsiteX252" fmla="*/ 2456944 w 2915191"/>
                <a:gd name="connsiteY252" fmla="*/ 213139 h 519768"/>
                <a:gd name="connsiteX253" fmla="*/ 2466703 w 2915191"/>
                <a:gd name="connsiteY253" fmla="*/ 213066 h 519768"/>
                <a:gd name="connsiteX254" fmla="*/ 2476446 w 2915191"/>
                <a:gd name="connsiteY254" fmla="*/ 222236 h 519768"/>
                <a:gd name="connsiteX255" fmla="*/ 2486190 w 2915191"/>
                <a:gd name="connsiteY255" fmla="*/ 220779 h 519768"/>
                <a:gd name="connsiteX256" fmla="*/ 2495949 w 2915191"/>
                <a:gd name="connsiteY256" fmla="*/ 212092 h 519768"/>
                <a:gd name="connsiteX257" fmla="*/ 2505693 w 2915191"/>
                <a:gd name="connsiteY257" fmla="*/ 202753 h 519768"/>
                <a:gd name="connsiteX258" fmla="*/ 2515452 w 2915191"/>
                <a:gd name="connsiteY258" fmla="*/ 157916 h 519768"/>
                <a:gd name="connsiteX259" fmla="*/ 2525196 w 2915191"/>
                <a:gd name="connsiteY259" fmla="*/ 150270 h 519768"/>
                <a:gd name="connsiteX260" fmla="*/ 2534940 w 2915191"/>
                <a:gd name="connsiteY260" fmla="*/ 173412 h 519768"/>
                <a:gd name="connsiteX261" fmla="*/ 2544699 w 2915191"/>
                <a:gd name="connsiteY261" fmla="*/ 170681 h 519768"/>
                <a:gd name="connsiteX262" fmla="*/ 2554443 w 2915191"/>
                <a:gd name="connsiteY262" fmla="*/ 167120 h 519768"/>
                <a:gd name="connsiteX263" fmla="*/ 2564202 w 2915191"/>
                <a:gd name="connsiteY263" fmla="*/ 168382 h 519768"/>
                <a:gd name="connsiteX264" fmla="*/ 2573946 w 2915191"/>
                <a:gd name="connsiteY264" fmla="*/ 162260 h 519768"/>
                <a:gd name="connsiteX265" fmla="*/ 2583690 w 2915191"/>
                <a:gd name="connsiteY265" fmla="*/ 174761 h 519768"/>
                <a:gd name="connsiteX266" fmla="*/ 2593448 w 2915191"/>
                <a:gd name="connsiteY266" fmla="*/ 202883 h 519768"/>
                <a:gd name="connsiteX267" fmla="*/ 2603192 w 2915191"/>
                <a:gd name="connsiteY267" fmla="*/ 209456 h 519768"/>
                <a:gd name="connsiteX268" fmla="*/ 2612951 w 2915191"/>
                <a:gd name="connsiteY268" fmla="*/ 202208 h 519768"/>
                <a:gd name="connsiteX269" fmla="*/ 2622695 w 2915191"/>
                <a:gd name="connsiteY269" fmla="*/ 206023 h 519768"/>
                <a:gd name="connsiteX270" fmla="*/ 2632439 w 2915191"/>
                <a:gd name="connsiteY270" fmla="*/ 160760 h 519768"/>
                <a:gd name="connsiteX271" fmla="*/ 2642198 w 2915191"/>
                <a:gd name="connsiteY271" fmla="*/ 173423 h 519768"/>
                <a:gd name="connsiteX272" fmla="*/ 2651942 w 2915191"/>
                <a:gd name="connsiteY272" fmla="*/ 166498 h 519768"/>
                <a:gd name="connsiteX273" fmla="*/ 2661685 w 2915191"/>
                <a:gd name="connsiteY273" fmla="*/ 144155 h 519768"/>
                <a:gd name="connsiteX274" fmla="*/ 2671444 w 2915191"/>
                <a:gd name="connsiteY274" fmla="*/ 185127 h 519768"/>
                <a:gd name="connsiteX275" fmla="*/ 2681188 w 2915191"/>
                <a:gd name="connsiteY275" fmla="*/ 162536 h 519768"/>
                <a:gd name="connsiteX276" fmla="*/ 2690947 w 2915191"/>
                <a:gd name="connsiteY276" fmla="*/ 163545 h 519768"/>
                <a:gd name="connsiteX277" fmla="*/ 2700691 w 2915191"/>
                <a:gd name="connsiteY277" fmla="*/ 135289 h 519768"/>
                <a:gd name="connsiteX278" fmla="*/ 2710435 w 2915191"/>
                <a:gd name="connsiteY278" fmla="*/ 104154 h 519768"/>
                <a:gd name="connsiteX279" fmla="*/ 2720194 w 2915191"/>
                <a:gd name="connsiteY279" fmla="*/ 80005 h 519768"/>
                <a:gd name="connsiteX280" fmla="*/ 2729938 w 2915191"/>
                <a:gd name="connsiteY280" fmla="*/ 72902 h 519768"/>
                <a:gd name="connsiteX281" fmla="*/ 2739697 w 2915191"/>
                <a:gd name="connsiteY281" fmla="*/ 55627 h 519768"/>
                <a:gd name="connsiteX282" fmla="*/ 2749441 w 2915191"/>
                <a:gd name="connsiteY282" fmla="*/ 72244 h 519768"/>
                <a:gd name="connsiteX283" fmla="*/ 2759185 w 2915191"/>
                <a:gd name="connsiteY283" fmla="*/ 78811 h 519768"/>
                <a:gd name="connsiteX284" fmla="*/ 2768943 w 2915191"/>
                <a:gd name="connsiteY284" fmla="*/ 55099 h 519768"/>
                <a:gd name="connsiteX285" fmla="*/ 2778687 w 2915191"/>
                <a:gd name="connsiteY285" fmla="*/ 65016 h 519768"/>
                <a:gd name="connsiteX286" fmla="*/ 2788446 w 2915191"/>
                <a:gd name="connsiteY286" fmla="*/ 62090 h 519768"/>
                <a:gd name="connsiteX287" fmla="*/ 2798190 w 2915191"/>
                <a:gd name="connsiteY287" fmla="*/ 43165 h 519768"/>
                <a:gd name="connsiteX288" fmla="*/ 2807934 w 2915191"/>
                <a:gd name="connsiteY288" fmla="*/ 60041 h 519768"/>
                <a:gd name="connsiteX289" fmla="*/ 2817693 w 2915191"/>
                <a:gd name="connsiteY289" fmla="*/ 49688 h 519768"/>
                <a:gd name="connsiteX290" fmla="*/ 2827437 w 2915191"/>
                <a:gd name="connsiteY290" fmla="*/ 34317 h 519768"/>
                <a:gd name="connsiteX291" fmla="*/ 2837196 w 2915191"/>
                <a:gd name="connsiteY291" fmla="*/ 45944 h 519768"/>
                <a:gd name="connsiteX292" fmla="*/ 2846940 w 2915191"/>
                <a:gd name="connsiteY292" fmla="*/ 44926 h 519768"/>
                <a:gd name="connsiteX293" fmla="*/ 2856684 w 2915191"/>
                <a:gd name="connsiteY293" fmla="*/ 40224 h 519768"/>
                <a:gd name="connsiteX294" fmla="*/ 2866442 w 2915191"/>
                <a:gd name="connsiteY294" fmla="*/ 43790 h 519768"/>
                <a:gd name="connsiteX295" fmla="*/ 2876186 w 2915191"/>
                <a:gd name="connsiteY295" fmla="*/ 20260 h 519768"/>
                <a:gd name="connsiteX296" fmla="*/ 2885945 w 2915191"/>
                <a:gd name="connsiteY296" fmla="*/ 13881 h 519768"/>
                <a:gd name="connsiteX297" fmla="*/ 2895689 w 2915191"/>
                <a:gd name="connsiteY297" fmla="*/ 0 h 519768"/>
                <a:gd name="connsiteX298" fmla="*/ 2905433 w 2915191"/>
                <a:gd name="connsiteY298" fmla="*/ 35275 h 519768"/>
                <a:gd name="connsiteX299" fmla="*/ 2915192 w 2915191"/>
                <a:gd name="connsiteY299" fmla="*/ 52820 h 519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19768">
                  <a:moveTo>
                    <a:pt x="0" y="351139"/>
                  </a:moveTo>
                  <a:lnTo>
                    <a:pt x="9750" y="360649"/>
                  </a:lnTo>
                  <a:lnTo>
                    <a:pt x="19500" y="352787"/>
                  </a:lnTo>
                  <a:lnTo>
                    <a:pt x="29250" y="357267"/>
                  </a:lnTo>
                  <a:lnTo>
                    <a:pt x="39000" y="317459"/>
                  </a:lnTo>
                  <a:lnTo>
                    <a:pt x="48749" y="303743"/>
                  </a:lnTo>
                  <a:lnTo>
                    <a:pt x="58499" y="278536"/>
                  </a:lnTo>
                  <a:lnTo>
                    <a:pt x="68249" y="311795"/>
                  </a:lnTo>
                  <a:lnTo>
                    <a:pt x="77998" y="311200"/>
                  </a:lnTo>
                  <a:lnTo>
                    <a:pt x="87748" y="323301"/>
                  </a:lnTo>
                  <a:lnTo>
                    <a:pt x="97497" y="297576"/>
                  </a:lnTo>
                  <a:lnTo>
                    <a:pt x="107247" y="303120"/>
                  </a:lnTo>
                  <a:lnTo>
                    <a:pt x="116997" y="294095"/>
                  </a:lnTo>
                  <a:lnTo>
                    <a:pt x="126747" y="266355"/>
                  </a:lnTo>
                  <a:lnTo>
                    <a:pt x="136497" y="247106"/>
                  </a:lnTo>
                  <a:lnTo>
                    <a:pt x="146247" y="242122"/>
                  </a:lnTo>
                  <a:lnTo>
                    <a:pt x="155997" y="235790"/>
                  </a:lnTo>
                  <a:lnTo>
                    <a:pt x="165747" y="280593"/>
                  </a:lnTo>
                  <a:lnTo>
                    <a:pt x="175497" y="275350"/>
                  </a:lnTo>
                  <a:lnTo>
                    <a:pt x="185247" y="295556"/>
                  </a:lnTo>
                  <a:lnTo>
                    <a:pt x="194996" y="264304"/>
                  </a:lnTo>
                  <a:lnTo>
                    <a:pt x="204746" y="275260"/>
                  </a:lnTo>
                  <a:lnTo>
                    <a:pt x="214495" y="279162"/>
                  </a:lnTo>
                  <a:lnTo>
                    <a:pt x="224245" y="278209"/>
                  </a:lnTo>
                  <a:lnTo>
                    <a:pt x="233995" y="296751"/>
                  </a:lnTo>
                  <a:lnTo>
                    <a:pt x="243744" y="301219"/>
                  </a:lnTo>
                  <a:lnTo>
                    <a:pt x="253494" y="289520"/>
                  </a:lnTo>
                  <a:lnTo>
                    <a:pt x="263244" y="263179"/>
                  </a:lnTo>
                  <a:lnTo>
                    <a:pt x="272994" y="268283"/>
                  </a:lnTo>
                  <a:lnTo>
                    <a:pt x="282744" y="279505"/>
                  </a:lnTo>
                  <a:lnTo>
                    <a:pt x="292494" y="291545"/>
                  </a:lnTo>
                  <a:lnTo>
                    <a:pt x="302244" y="321145"/>
                  </a:lnTo>
                  <a:lnTo>
                    <a:pt x="311994" y="315023"/>
                  </a:lnTo>
                  <a:lnTo>
                    <a:pt x="321744" y="356467"/>
                  </a:lnTo>
                  <a:lnTo>
                    <a:pt x="331493" y="363304"/>
                  </a:lnTo>
                  <a:lnTo>
                    <a:pt x="341243" y="350871"/>
                  </a:lnTo>
                  <a:lnTo>
                    <a:pt x="350993" y="362269"/>
                  </a:lnTo>
                  <a:lnTo>
                    <a:pt x="360742" y="375650"/>
                  </a:lnTo>
                  <a:lnTo>
                    <a:pt x="370492" y="367767"/>
                  </a:lnTo>
                  <a:lnTo>
                    <a:pt x="380241" y="352061"/>
                  </a:lnTo>
                  <a:lnTo>
                    <a:pt x="389991" y="333123"/>
                  </a:lnTo>
                  <a:lnTo>
                    <a:pt x="399741" y="357124"/>
                  </a:lnTo>
                  <a:lnTo>
                    <a:pt x="409491" y="370447"/>
                  </a:lnTo>
                  <a:lnTo>
                    <a:pt x="419241" y="359715"/>
                  </a:lnTo>
                  <a:lnTo>
                    <a:pt x="428991" y="376217"/>
                  </a:lnTo>
                  <a:lnTo>
                    <a:pt x="438741" y="374033"/>
                  </a:lnTo>
                  <a:lnTo>
                    <a:pt x="448491" y="343308"/>
                  </a:lnTo>
                  <a:lnTo>
                    <a:pt x="458241" y="341813"/>
                  </a:lnTo>
                  <a:lnTo>
                    <a:pt x="467991" y="348581"/>
                  </a:lnTo>
                  <a:lnTo>
                    <a:pt x="477740" y="337274"/>
                  </a:lnTo>
                  <a:lnTo>
                    <a:pt x="487490" y="343737"/>
                  </a:lnTo>
                  <a:lnTo>
                    <a:pt x="497239" y="379277"/>
                  </a:lnTo>
                  <a:lnTo>
                    <a:pt x="506989" y="364326"/>
                  </a:lnTo>
                  <a:lnTo>
                    <a:pt x="516738" y="380510"/>
                  </a:lnTo>
                  <a:lnTo>
                    <a:pt x="526488" y="395775"/>
                  </a:lnTo>
                  <a:lnTo>
                    <a:pt x="536238" y="371899"/>
                  </a:lnTo>
                  <a:lnTo>
                    <a:pt x="545988" y="378608"/>
                  </a:lnTo>
                  <a:lnTo>
                    <a:pt x="555738" y="385505"/>
                  </a:lnTo>
                  <a:lnTo>
                    <a:pt x="565488" y="368336"/>
                  </a:lnTo>
                  <a:lnTo>
                    <a:pt x="575238" y="365432"/>
                  </a:lnTo>
                  <a:lnTo>
                    <a:pt x="584988" y="445842"/>
                  </a:lnTo>
                  <a:lnTo>
                    <a:pt x="594738" y="466760"/>
                  </a:lnTo>
                  <a:lnTo>
                    <a:pt x="604488" y="469480"/>
                  </a:lnTo>
                  <a:lnTo>
                    <a:pt x="614237" y="479008"/>
                  </a:lnTo>
                  <a:lnTo>
                    <a:pt x="623987" y="474531"/>
                  </a:lnTo>
                  <a:lnTo>
                    <a:pt x="633736" y="470713"/>
                  </a:lnTo>
                  <a:lnTo>
                    <a:pt x="643486" y="519769"/>
                  </a:lnTo>
                  <a:lnTo>
                    <a:pt x="653236" y="505382"/>
                  </a:lnTo>
                  <a:lnTo>
                    <a:pt x="662985" y="436984"/>
                  </a:lnTo>
                  <a:lnTo>
                    <a:pt x="672735" y="459266"/>
                  </a:lnTo>
                  <a:lnTo>
                    <a:pt x="682485" y="474737"/>
                  </a:lnTo>
                  <a:lnTo>
                    <a:pt x="692235" y="472046"/>
                  </a:lnTo>
                  <a:lnTo>
                    <a:pt x="701985" y="453497"/>
                  </a:lnTo>
                  <a:lnTo>
                    <a:pt x="711735" y="462417"/>
                  </a:lnTo>
                  <a:lnTo>
                    <a:pt x="721485" y="440223"/>
                  </a:lnTo>
                  <a:lnTo>
                    <a:pt x="731235" y="442717"/>
                  </a:lnTo>
                  <a:lnTo>
                    <a:pt x="740985" y="408637"/>
                  </a:lnTo>
                  <a:lnTo>
                    <a:pt x="750734" y="423231"/>
                  </a:lnTo>
                  <a:lnTo>
                    <a:pt x="760484" y="421479"/>
                  </a:lnTo>
                  <a:lnTo>
                    <a:pt x="770233" y="398233"/>
                  </a:lnTo>
                  <a:lnTo>
                    <a:pt x="779983" y="396201"/>
                  </a:lnTo>
                  <a:lnTo>
                    <a:pt x="789733" y="400500"/>
                  </a:lnTo>
                  <a:lnTo>
                    <a:pt x="799482" y="386407"/>
                  </a:lnTo>
                  <a:lnTo>
                    <a:pt x="809232" y="383898"/>
                  </a:lnTo>
                  <a:lnTo>
                    <a:pt x="818982" y="374480"/>
                  </a:lnTo>
                  <a:lnTo>
                    <a:pt x="828732" y="379339"/>
                  </a:lnTo>
                  <a:lnTo>
                    <a:pt x="838482" y="394690"/>
                  </a:lnTo>
                  <a:lnTo>
                    <a:pt x="848232" y="394083"/>
                  </a:lnTo>
                  <a:lnTo>
                    <a:pt x="857982" y="377943"/>
                  </a:lnTo>
                  <a:lnTo>
                    <a:pt x="867732" y="348192"/>
                  </a:lnTo>
                  <a:lnTo>
                    <a:pt x="877482" y="374461"/>
                  </a:lnTo>
                  <a:lnTo>
                    <a:pt x="887231" y="352696"/>
                  </a:lnTo>
                  <a:lnTo>
                    <a:pt x="896981" y="351701"/>
                  </a:lnTo>
                  <a:lnTo>
                    <a:pt x="906730" y="315750"/>
                  </a:lnTo>
                  <a:lnTo>
                    <a:pt x="916480" y="302892"/>
                  </a:lnTo>
                  <a:lnTo>
                    <a:pt x="926230" y="259528"/>
                  </a:lnTo>
                  <a:lnTo>
                    <a:pt x="935979" y="257638"/>
                  </a:lnTo>
                  <a:lnTo>
                    <a:pt x="945729" y="245547"/>
                  </a:lnTo>
                  <a:lnTo>
                    <a:pt x="955479" y="238877"/>
                  </a:lnTo>
                  <a:lnTo>
                    <a:pt x="965229" y="233248"/>
                  </a:lnTo>
                  <a:lnTo>
                    <a:pt x="974979" y="213170"/>
                  </a:lnTo>
                  <a:lnTo>
                    <a:pt x="984729" y="253204"/>
                  </a:lnTo>
                  <a:lnTo>
                    <a:pt x="994474" y="253082"/>
                  </a:lnTo>
                  <a:lnTo>
                    <a:pt x="1004233" y="243075"/>
                  </a:lnTo>
                  <a:lnTo>
                    <a:pt x="1013977" y="280205"/>
                  </a:lnTo>
                  <a:lnTo>
                    <a:pt x="1023721" y="279077"/>
                  </a:lnTo>
                  <a:lnTo>
                    <a:pt x="1033480" y="312104"/>
                  </a:lnTo>
                  <a:lnTo>
                    <a:pt x="1043224" y="322821"/>
                  </a:lnTo>
                  <a:lnTo>
                    <a:pt x="1052983" y="301411"/>
                  </a:lnTo>
                  <a:lnTo>
                    <a:pt x="1062727" y="312305"/>
                  </a:lnTo>
                  <a:lnTo>
                    <a:pt x="1072471" y="313111"/>
                  </a:lnTo>
                  <a:lnTo>
                    <a:pt x="1082230" y="280819"/>
                  </a:lnTo>
                  <a:lnTo>
                    <a:pt x="1091973" y="294429"/>
                  </a:lnTo>
                  <a:lnTo>
                    <a:pt x="1101732" y="302664"/>
                  </a:lnTo>
                  <a:lnTo>
                    <a:pt x="1111476" y="345883"/>
                  </a:lnTo>
                  <a:lnTo>
                    <a:pt x="1121220" y="343874"/>
                  </a:lnTo>
                  <a:lnTo>
                    <a:pt x="1130979" y="361765"/>
                  </a:lnTo>
                  <a:lnTo>
                    <a:pt x="1140723" y="329782"/>
                  </a:lnTo>
                  <a:lnTo>
                    <a:pt x="1150482" y="351473"/>
                  </a:lnTo>
                  <a:lnTo>
                    <a:pt x="1160226" y="347693"/>
                  </a:lnTo>
                  <a:lnTo>
                    <a:pt x="1169969" y="413125"/>
                  </a:lnTo>
                  <a:lnTo>
                    <a:pt x="1179728" y="405482"/>
                  </a:lnTo>
                  <a:lnTo>
                    <a:pt x="1189472" y="414676"/>
                  </a:lnTo>
                  <a:lnTo>
                    <a:pt x="1199231" y="368263"/>
                  </a:lnTo>
                  <a:lnTo>
                    <a:pt x="1208975" y="347225"/>
                  </a:lnTo>
                  <a:lnTo>
                    <a:pt x="1218719" y="331108"/>
                  </a:lnTo>
                  <a:lnTo>
                    <a:pt x="1228478" y="372801"/>
                  </a:lnTo>
                  <a:lnTo>
                    <a:pt x="1238222" y="338770"/>
                  </a:lnTo>
                  <a:lnTo>
                    <a:pt x="1247966" y="335191"/>
                  </a:lnTo>
                  <a:lnTo>
                    <a:pt x="1257725" y="297087"/>
                  </a:lnTo>
                  <a:lnTo>
                    <a:pt x="1267469" y="327356"/>
                  </a:lnTo>
                  <a:lnTo>
                    <a:pt x="1277227" y="298534"/>
                  </a:lnTo>
                  <a:lnTo>
                    <a:pt x="1286971" y="324126"/>
                  </a:lnTo>
                  <a:lnTo>
                    <a:pt x="1296715" y="334640"/>
                  </a:lnTo>
                  <a:lnTo>
                    <a:pt x="1306474" y="315952"/>
                  </a:lnTo>
                  <a:lnTo>
                    <a:pt x="1316218" y="326675"/>
                  </a:lnTo>
                  <a:lnTo>
                    <a:pt x="1325977" y="318162"/>
                  </a:lnTo>
                  <a:lnTo>
                    <a:pt x="1335721" y="301183"/>
                  </a:lnTo>
                  <a:lnTo>
                    <a:pt x="1345465" y="306408"/>
                  </a:lnTo>
                  <a:lnTo>
                    <a:pt x="1355224" y="302075"/>
                  </a:lnTo>
                  <a:lnTo>
                    <a:pt x="1364967" y="305901"/>
                  </a:lnTo>
                  <a:lnTo>
                    <a:pt x="1374726" y="331072"/>
                  </a:lnTo>
                  <a:lnTo>
                    <a:pt x="1384470" y="355932"/>
                  </a:lnTo>
                  <a:lnTo>
                    <a:pt x="1394214" y="349123"/>
                  </a:lnTo>
                  <a:lnTo>
                    <a:pt x="1403973" y="340652"/>
                  </a:lnTo>
                  <a:lnTo>
                    <a:pt x="1413717" y="343307"/>
                  </a:lnTo>
                  <a:lnTo>
                    <a:pt x="1423476" y="343305"/>
                  </a:lnTo>
                  <a:lnTo>
                    <a:pt x="1433220" y="316642"/>
                  </a:lnTo>
                  <a:lnTo>
                    <a:pt x="1442964" y="317844"/>
                  </a:lnTo>
                  <a:lnTo>
                    <a:pt x="1452722" y="306162"/>
                  </a:lnTo>
                  <a:lnTo>
                    <a:pt x="1462466" y="268572"/>
                  </a:lnTo>
                  <a:lnTo>
                    <a:pt x="1472225" y="269885"/>
                  </a:lnTo>
                  <a:lnTo>
                    <a:pt x="1481969" y="249457"/>
                  </a:lnTo>
                  <a:lnTo>
                    <a:pt x="1491713" y="278848"/>
                  </a:lnTo>
                  <a:lnTo>
                    <a:pt x="1501472" y="290743"/>
                  </a:lnTo>
                  <a:lnTo>
                    <a:pt x="1511216" y="277009"/>
                  </a:lnTo>
                  <a:lnTo>
                    <a:pt x="1520960" y="262739"/>
                  </a:lnTo>
                  <a:lnTo>
                    <a:pt x="1530719" y="266753"/>
                  </a:lnTo>
                  <a:lnTo>
                    <a:pt x="1540463" y="259269"/>
                  </a:lnTo>
                  <a:lnTo>
                    <a:pt x="1550221" y="266580"/>
                  </a:lnTo>
                  <a:lnTo>
                    <a:pt x="1559965" y="267854"/>
                  </a:lnTo>
                  <a:lnTo>
                    <a:pt x="1569709" y="242578"/>
                  </a:lnTo>
                  <a:lnTo>
                    <a:pt x="1579468" y="240234"/>
                  </a:lnTo>
                  <a:lnTo>
                    <a:pt x="1589212" y="235207"/>
                  </a:lnTo>
                  <a:lnTo>
                    <a:pt x="1598971" y="249722"/>
                  </a:lnTo>
                  <a:lnTo>
                    <a:pt x="1608715" y="266944"/>
                  </a:lnTo>
                  <a:lnTo>
                    <a:pt x="1618459" y="252542"/>
                  </a:lnTo>
                  <a:lnTo>
                    <a:pt x="1628218" y="257247"/>
                  </a:lnTo>
                  <a:lnTo>
                    <a:pt x="1637962" y="274962"/>
                  </a:lnTo>
                  <a:lnTo>
                    <a:pt x="1647720" y="273514"/>
                  </a:lnTo>
                  <a:lnTo>
                    <a:pt x="1657464" y="274645"/>
                  </a:lnTo>
                  <a:lnTo>
                    <a:pt x="1667208" y="255507"/>
                  </a:lnTo>
                  <a:lnTo>
                    <a:pt x="1676967" y="265694"/>
                  </a:lnTo>
                  <a:lnTo>
                    <a:pt x="1686711" y="266844"/>
                  </a:lnTo>
                  <a:lnTo>
                    <a:pt x="1696470" y="293328"/>
                  </a:lnTo>
                  <a:lnTo>
                    <a:pt x="1706214" y="293237"/>
                  </a:lnTo>
                  <a:lnTo>
                    <a:pt x="1715958" y="265574"/>
                  </a:lnTo>
                  <a:lnTo>
                    <a:pt x="1725716" y="239644"/>
                  </a:lnTo>
                  <a:lnTo>
                    <a:pt x="1735460" y="216397"/>
                  </a:lnTo>
                  <a:lnTo>
                    <a:pt x="1745219" y="204870"/>
                  </a:lnTo>
                  <a:lnTo>
                    <a:pt x="1754963" y="254184"/>
                  </a:lnTo>
                  <a:lnTo>
                    <a:pt x="1764707" y="267817"/>
                  </a:lnTo>
                  <a:lnTo>
                    <a:pt x="1774466" y="284761"/>
                  </a:lnTo>
                  <a:lnTo>
                    <a:pt x="1784210" y="305414"/>
                  </a:lnTo>
                  <a:lnTo>
                    <a:pt x="1793969" y="274268"/>
                  </a:lnTo>
                  <a:lnTo>
                    <a:pt x="1803713" y="299627"/>
                  </a:lnTo>
                  <a:lnTo>
                    <a:pt x="1813457" y="292349"/>
                  </a:lnTo>
                  <a:lnTo>
                    <a:pt x="1823215" y="274223"/>
                  </a:lnTo>
                  <a:lnTo>
                    <a:pt x="1832959" y="239753"/>
                  </a:lnTo>
                  <a:lnTo>
                    <a:pt x="1842703" y="254367"/>
                  </a:lnTo>
                  <a:lnTo>
                    <a:pt x="1852462" y="264661"/>
                  </a:lnTo>
                  <a:lnTo>
                    <a:pt x="1862206" y="277325"/>
                  </a:lnTo>
                  <a:lnTo>
                    <a:pt x="1871965" y="296089"/>
                  </a:lnTo>
                  <a:lnTo>
                    <a:pt x="1881709" y="305578"/>
                  </a:lnTo>
                  <a:lnTo>
                    <a:pt x="1891453" y="332580"/>
                  </a:lnTo>
                  <a:lnTo>
                    <a:pt x="1901212" y="344231"/>
                  </a:lnTo>
                  <a:lnTo>
                    <a:pt x="1910956" y="305678"/>
                  </a:lnTo>
                  <a:lnTo>
                    <a:pt x="1920714" y="299018"/>
                  </a:lnTo>
                  <a:lnTo>
                    <a:pt x="1930458" y="277056"/>
                  </a:lnTo>
                  <a:lnTo>
                    <a:pt x="1940202" y="270984"/>
                  </a:lnTo>
                  <a:lnTo>
                    <a:pt x="1949961" y="256750"/>
                  </a:lnTo>
                  <a:lnTo>
                    <a:pt x="1959705" y="266827"/>
                  </a:lnTo>
                  <a:lnTo>
                    <a:pt x="1969464" y="296134"/>
                  </a:lnTo>
                  <a:lnTo>
                    <a:pt x="1979208" y="264569"/>
                  </a:lnTo>
                  <a:lnTo>
                    <a:pt x="1988952" y="315338"/>
                  </a:lnTo>
                  <a:lnTo>
                    <a:pt x="1998711" y="297416"/>
                  </a:lnTo>
                  <a:lnTo>
                    <a:pt x="2008454" y="301451"/>
                  </a:lnTo>
                  <a:lnTo>
                    <a:pt x="2018213" y="325710"/>
                  </a:lnTo>
                  <a:lnTo>
                    <a:pt x="2027957" y="327131"/>
                  </a:lnTo>
                  <a:lnTo>
                    <a:pt x="2037701" y="316356"/>
                  </a:lnTo>
                  <a:lnTo>
                    <a:pt x="2047460" y="311217"/>
                  </a:lnTo>
                  <a:lnTo>
                    <a:pt x="2057204" y="282905"/>
                  </a:lnTo>
                  <a:lnTo>
                    <a:pt x="2066963" y="273706"/>
                  </a:lnTo>
                  <a:lnTo>
                    <a:pt x="2076707" y="247967"/>
                  </a:lnTo>
                  <a:lnTo>
                    <a:pt x="2086451" y="211268"/>
                  </a:lnTo>
                  <a:lnTo>
                    <a:pt x="2096210" y="233250"/>
                  </a:lnTo>
                  <a:lnTo>
                    <a:pt x="2105954" y="231444"/>
                  </a:lnTo>
                  <a:lnTo>
                    <a:pt x="2115697" y="260783"/>
                  </a:lnTo>
                  <a:lnTo>
                    <a:pt x="2125456" y="262492"/>
                  </a:lnTo>
                  <a:lnTo>
                    <a:pt x="2135200" y="248475"/>
                  </a:lnTo>
                  <a:lnTo>
                    <a:pt x="2144959" y="195604"/>
                  </a:lnTo>
                  <a:lnTo>
                    <a:pt x="2154703" y="198332"/>
                  </a:lnTo>
                  <a:lnTo>
                    <a:pt x="2164447" y="202224"/>
                  </a:lnTo>
                  <a:lnTo>
                    <a:pt x="2174206" y="204971"/>
                  </a:lnTo>
                  <a:lnTo>
                    <a:pt x="2183950" y="247012"/>
                  </a:lnTo>
                  <a:lnTo>
                    <a:pt x="2193709" y="250744"/>
                  </a:lnTo>
                  <a:lnTo>
                    <a:pt x="2203452" y="228188"/>
                  </a:lnTo>
                  <a:lnTo>
                    <a:pt x="2213196" y="218163"/>
                  </a:lnTo>
                  <a:lnTo>
                    <a:pt x="2222955" y="189685"/>
                  </a:lnTo>
                  <a:lnTo>
                    <a:pt x="2232699" y="153325"/>
                  </a:lnTo>
                  <a:lnTo>
                    <a:pt x="2242458" y="185920"/>
                  </a:lnTo>
                  <a:lnTo>
                    <a:pt x="2252202" y="206163"/>
                  </a:lnTo>
                  <a:lnTo>
                    <a:pt x="2261946" y="196038"/>
                  </a:lnTo>
                  <a:lnTo>
                    <a:pt x="2271705" y="220046"/>
                  </a:lnTo>
                  <a:lnTo>
                    <a:pt x="2281449" y="186270"/>
                  </a:lnTo>
                  <a:lnTo>
                    <a:pt x="2291208" y="180044"/>
                  </a:lnTo>
                  <a:lnTo>
                    <a:pt x="2300951" y="214359"/>
                  </a:lnTo>
                  <a:lnTo>
                    <a:pt x="2310695" y="177635"/>
                  </a:lnTo>
                  <a:lnTo>
                    <a:pt x="2320454" y="188004"/>
                  </a:lnTo>
                  <a:lnTo>
                    <a:pt x="2330198" y="185342"/>
                  </a:lnTo>
                  <a:lnTo>
                    <a:pt x="2339957" y="204663"/>
                  </a:lnTo>
                  <a:lnTo>
                    <a:pt x="2349701" y="190050"/>
                  </a:lnTo>
                  <a:lnTo>
                    <a:pt x="2359445" y="164810"/>
                  </a:lnTo>
                  <a:lnTo>
                    <a:pt x="2369204" y="152823"/>
                  </a:lnTo>
                  <a:lnTo>
                    <a:pt x="2378948" y="155066"/>
                  </a:lnTo>
                  <a:lnTo>
                    <a:pt x="2388692" y="148403"/>
                  </a:lnTo>
                  <a:lnTo>
                    <a:pt x="2398450" y="177965"/>
                  </a:lnTo>
                  <a:lnTo>
                    <a:pt x="2408194" y="199491"/>
                  </a:lnTo>
                  <a:lnTo>
                    <a:pt x="2417953" y="237411"/>
                  </a:lnTo>
                  <a:lnTo>
                    <a:pt x="2427697" y="241675"/>
                  </a:lnTo>
                  <a:lnTo>
                    <a:pt x="2437441" y="232968"/>
                  </a:lnTo>
                  <a:lnTo>
                    <a:pt x="2447200" y="207033"/>
                  </a:lnTo>
                  <a:lnTo>
                    <a:pt x="2456944" y="213139"/>
                  </a:lnTo>
                  <a:lnTo>
                    <a:pt x="2466703" y="213066"/>
                  </a:lnTo>
                  <a:lnTo>
                    <a:pt x="2476446" y="222236"/>
                  </a:lnTo>
                  <a:lnTo>
                    <a:pt x="2486190" y="220779"/>
                  </a:lnTo>
                  <a:lnTo>
                    <a:pt x="2495949" y="212092"/>
                  </a:lnTo>
                  <a:lnTo>
                    <a:pt x="2505693" y="202753"/>
                  </a:lnTo>
                  <a:lnTo>
                    <a:pt x="2515452" y="157916"/>
                  </a:lnTo>
                  <a:lnTo>
                    <a:pt x="2525196" y="150270"/>
                  </a:lnTo>
                  <a:lnTo>
                    <a:pt x="2534940" y="173412"/>
                  </a:lnTo>
                  <a:lnTo>
                    <a:pt x="2544699" y="170681"/>
                  </a:lnTo>
                  <a:lnTo>
                    <a:pt x="2554443" y="167120"/>
                  </a:lnTo>
                  <a:lnTo>
                    <a:pt x="2564202" y="168382"/>
                  </a:lnTo>
                  <a:lnTo>
                    <a:pt x="2573946" y="162260"/>
                  </a:lnTo>
                  <a:lnTo>
                    <a:pt x="2583690" y="174761"/>
                  </a:lnTo>
                  <a:lnTo>
                    <a:pt x="2593448" y="202883"/>
                  </a:lnTo>
                  <a:lnTo>
                    <a:pt x="2603192" y="209456"/>
                  </a:lnTo>
                  <a:lnTo>
                    <a:pt x="2612951" y="202208"/>
                  </a:lnTo>
                  <a:lnTo>
                    <a:pt x="2622695" y="206023"/>
                  </a:lnTo>
                  <a:lnTo>
                    <a:pt x="2632439" y="160760"/>
                  </a:lnTo>
                  <a:lnTo>
                    <a:pt x="2642198" y="173423"/>
                  </a:lnTo>
                  <a:lnTo>
                    <a:pt x="2651942" y="166498"/>
                  </a:lnTo>
                  <a:lnTo>
                    <a:pt x="2661685" y="144155"/>
                  </a:lnTo>
                  <a:lnTo>
                    <a:pt x="2671444" y="185127"/>
                  </a:lnTo>
                  <a:lnTo>
                    <a:pt x="2681188" y="162536"/>
                  </a:lnTo>
                  <a:lnTo>
                    <a:pt x="2690947" y="163545"/>
                  </a:lnTo>
                  <a:lnTo>
                    <a:pt x="2700691" y="135289"/>
                  </a:lnTo>
                  <a:lnTo>
                    <a:pt x="2710435" y="104154"/>
                  </a:lnTo>
                  <a:lnTo>
                    <a:pt x="2720194" y="80005"/>
                  </a:lnTo>
                  <a:lnTo>
                    <a:pt x="2729938" y="72902"/>
                  </a:lnTo>
                  <a:lnTo>
                    <a:pt x="2739697" y="55627"/>
                  </a:lnTo>
                  <a:lnTo>
                    <a:pt x="2749441" y="72244"/>
                  </a:lnTo>
                  <a:lnTo>
                    <a:pt x="2759185" y="78811"/>
                  </a:lnTo>
                  <a:lnTo>
                    <a:pt x="2768943" y="55099"/>
                  </a:lnTo>
                  <a:lnTo>
                    <a:pt x="2778687" y="65016"/>
                  </a:lnTo>
                  <a:lnTo>
                    <a:pt x="2788446" y="62090"/>
                  </a:lnTo>
                  <a:lnTo>
                    <a:pt x="2798190" y="43165"/>
                  </a:lnTo>
                  <a:lnTo>
                    <a:pt x="2807934" y="60041"/>
                  </a:lnTo>
                  <a:lnTo>
                    <a:pt x="2817693" y="49688"/>
                  </a:lnTo>
                  <a:lnTo>
                    <a:pt x="2827437" y="34317"/>
                  </a:lnTo>
                  <a:lnTo>
                    <a:pt x="2837196" y="45944"/>
                  </a:lnTo>
                  <a:lnTo>
                    <a:pt x="2846940" y="44926"/>
                  </a:lnTo>
                  <a:lnTo>
                    <a:pt x="2856684" y="40224"/>
                  </a:lnTo>
                  <a:lnTo>
                    <a:pt x="2866442" y="43790"/>
                  </a:lnTo>
                  <a:lnTo>
                    <a:pt x="2876186" y="20260"/>
                  </a:lnTo>
                  <a:lnTo>
                    <a:pt x="2885945" y="13881"/>
                  </a:lnTo>
                  <a:lnTo>
                    <a:pt x="2895689" y="0"/>
                  </a:lnTo>
                  <a:lnTo>
                    <a:pt x="2905433" y="35275"/>
                  </a:lnTo>
                  <a:lnTo>
                    <a:pt x="2915192" y="5282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7" name="Freeform 986">
              <a:extLst>
                <a:ext uri="{FF2B5EF4-FFF2-40B4-BE49-F238E27FC236}">
                  <a16:creationId xmlns:a16="http://schemas.microsoft.com/office/drawing/2014/main" id="{C0E6A933-AA5F-6232-F18C-3A4A47C01A7C}"/>
                </a:ext>
              </a:extLst>
            </p:cNvPr>
            <p:cNvSpPr/>
            <p:nvPr/>
          </p:nvSpPr>
          <p:spPr>
            <a:xfrm>
              <a:off x="4426652" y="3329393"/>
              <a:ext cx="2915191" cy="465599"/>
            </a:xfrm>
            <a:custGeom>
              <a:avLst/>
              <a:gdLst>
                <a:gd name="connsiteX0" fmla="*/ 0 w 2915191"/>
                <a:gd name="connsiteY0" fmla="*/ 94878 h 465599"/>
                <a:gd name="connsiteX1" fmla="*/ 9750 w 2915191"/>
                <a:gd name="connsiteY1" fmla="*/ 98244 h 465599"/>
                <a:gd name="connsiteX2" fmla="*/ 19500 w 2915191"/>
                <a:gd name="connsiteY2" fmla="*/ 99050 h 465599"/>
                <a:gd name="connsiteX3" fmla="*/ 29250 w 2915191"/>
                <a:gd name="connsiteY3" fmla="*/ 106850 h 465599"/>
                <a:gd name="connsiteX4" fmla="*/ 39000 w 2915191"/>
                <a:gd name="connsiteY4" fmla="*/ 137667 h 465599"/>
                <a:gd name="connsiteX5" fmla="*/ 48749 w 2915191"/>
                <a:gd name="connsiteY5" fmla="*/ 146491 h 465599"/>
                <a:gd name="connsiteX6" fmla="*/ 58499 w 2915191"/>
                <a:gd name="connsiteY6" fmla="*/ 167739 h 465599"/>
                <a:gd name="connsiteX7" fmla="*/ 68249 w 2915191"/>
                <a:gd name="connsiteY7" fmla="*/ 166675 h 465599"/>
                <a:gd name="connsiteX8" fmla="*/ 77998 w 2915191"/>
                <a:gd name="connsiteY8" fmla="*/ 152352 h 465599"/>
                <a:gd name="connsiteX9" fmla="*/ 87748 w 2915191"/>
                <a:gd name="connsiteY9" fmla="*/ 154057 h 465599"/>
                <a:gd name="connsiteX10" fmla="*/ 97497 w 2915191"/>
                <a:gd name="connsiteY10" fmla="*/ 158531 h 465599"/>
                <a:gd name="connsiteX11" fmla="*/ 107247 w 2915191"/>
                <a:gd name="connsiteY11" fmla="*/ 158323 h 465599"/>
                <a:gd name="connsiteX12" fmla="*/ 116997 w 2915191"/>
                <a:gd name="connsiteY12" fmla="*/ 155472 h 465599"/>
                <a:gd name="connsiteX13" fmla="*/ 126747 w 2915191"/>
                <a:gd name="connsiteY13" fmla="*/ 175918 h 465599"/>
                <a:gd name="connsiteX14" fmla="*/ 136497 w 2915191"/>
                <a:gd name="connsiteY14" fmla="*/ 196245 h 465599"/>
                <a:gd name="connsiteX15" fmla="*/ 146247 w 2915191"/>
                <a:gd name="connsiteY15" fmla="*/ 237458 h 465599"/>
                <a:gd name="connsiteX16" fmla="*/ 155997 w 2915191"/>
                <a:gd name="connsiteY16" fmla="*/ 224730 h 465599"/>
                <a:gd name="connsiteX17" fmla="*/ 165747 w 2915191"/>
                <a:gd name="connsiteY17" fmla="*/ 266747 h 465599"/>
                <a:gd name="connsiteX18" fmla="*/ 175497 w 2915191"/>
                <a:gd name="connsiteY18" fmla="*/ 255340 h 465599"/>
                <a:gd name="connsiteX19" fmla="*/ 185247 w 2915191"/>
                <a:gd name="connsiteY19" fmla="*/ 239015 h 465599"/>
                <a:gd name="connsiteX20" fmla="*/ 194996 w 2915191"/>
                <a:gd name="connsiteY20" fmla="*/ 248782 h 465599"/>
                <a:gd name="connsiteX21" fmla="*/ 204746 w 2915191"/>
                <a:gd name="connsiteY21" fmla="*/ 261280 h 465599"/>
                <a:gd name="connsiteX22" fmla="*/ 214495 w 2915191"/>
                <a:gd name="connsiteY22" fmla="*/ 299916 h 465599"/>
                <a:gd name="connsiteX23" fmla="*/ 224245 w 2915191"/>
                <a:gd name="connsiteY23" fmla="*/ 311238 h 465599"/>
                <a:gd name="connsiteX24" fmla="*/ 233995 w 2915191"/>
                <a:gd name="connsiteY24" fmla="*/ 332532 h 465599"/>
                <a:gd name="connsiteX25" fmla="*/ 243744 w 2915191"/>
                <a:gd name="connsiteY25" fmla="*/ 313539 h 465599"/>
                <a:gd name="connsiteX26" fmla="*/ 253494 w 2915191"/>
                <a:gd name="connsiteY26" fmla="*/ 331043 h 465599"/>
                <a:gd name="connsiteX27" fmla="*/ 263244 w 2915191"/>
                <a:gd name="connsiteY27" fmla="*/ 339637 h 465599"/>
                <a:gd name="connsiteX28" fmla="*/ 272994 w 2915191"/>
                <a:gd name="connsiteY28" fmla="*/ 317094 h 465599"/>
                <a:gd name="connsiteX29" fmla="*/ 282744 w 2915191"/>
                <a:gd name="connsiteY29" fmla="*/ 308801 h 465599"/>
                <a:gd name="connsiteX30" fmla="*/ 292494 w 2915191"/>
                <a:gd name="connsiteY30" fmla="*/ 299769 h 465599"/>
                <a:gd name="connsiteX31" fmla="*/ 302244 w 2915191"/>
                <a:gd name="connsiteY31" fmla="*/ 295423 h 465599"/>
                <a:gd name="connsiteX32" fmla="*/ 311994 w 2915191"/>
                <a:gd name="connsiteY32" fmla="*/ 301257 h 465599"/>
                <a:gd name="connsiteX33" fmla="*/ 321744 w 2915191"/>
                <a:gd name="connsiteY33" fmla="*/ 295712 h 465599"/>
                <a:gd name="connsiteX34" fmla="*/ 331493 w 2915191"/>
                <a:gd name="connsiteY34" fmla="*/ 300547 h 465599"/>
                <a:gd name="connsiteX35" fmla="*/ 341243 w 2915191"/>
                <a:gd name="connsiteY35" fmla="*/ 307268 h 465599"/>
                <a:gd name="connsiteX36" fmla="*/ 350993 w 2915191"/>
                <a:gd name="connsiteY36" fmla="*/ 285999 h 465599"/>
                <a:gd name="connsiteX37" fmla="*/ 360742 w 2915191"/>
                <a:gd name="connsiteY37" fmla="*/ 269627 h 465599"/>
                <a:gd name="connsiteX38" fmla="*/ 370492 w 2915191"/>
                <a:gd name="connsiteY38" fmla="*/ 285752 h 465599"/>
                <a:gd name="connsiteX39" fmla="*/ 380241 w 2915191"/>
                <a:gd name="connsiteY39" fmla="*/ 306533 h 465599"/>
                <a:gd name="connsiteX40" fmla="*/ 389991 w 2915191"/>
                <a:gd name="connsiteY40" fmla="*/ 302597 h 465599"/>
                <a:gd name="connsiteX41" fmla="*/ 399741 w 2915191"/>
                <a:gd name="connsiteY41" fmla="*/ 283054 h 465599"/>
                <a:gd name="connsiteX42" fmla="*/ 409491 w 2915191"/>
                <a:gd name="connsiteY42" fmla="*/ 296855 h 465599"/>
                <a:gd name="connsiteX43" fmla="*/ 419241 w 2915191"/>
                <a:gd name="connsiteY43" fmla="*/ 312423 h 465599"/>
                <a:gd name="connsiteX44" fmla="*/ 428991 w 2915191"/>
                <a:gd name="connsiteY44" fmla="*/ 325792 h 465599"/>
                <a:gd name="connsiteX45" fmla="*/ 438741 w 2915191"/>
                <a:gd name="connsiteY45" fmla="*/ 318542 h 465599"/>
                <a:gd name="connsiteX46" fmla="*/ 448491 w 2915191"/>
                <a:gd name="connsiteY46" fmla="*/ 345987 h 465599"/>
                <a:gd name="connsiteX47" fmla="*/ 458241 w 2915191"/>
                <a:gd name="connsiteY47" fmla="*/ 341276 h 465599"/>
                <a:gd name="connsiteX48" fmla="*/ 467991 w 2915191"/>
                <a:gd name="connsiteY48" fmla="*/ 340136 h 465599"/>
                <a:gd name="connsiteX49" fmla="*/ 477740 w 2915191"/>
                <a:gd name="connsiteY49" fmla="*/ 342240 h 465599"/>
                <a:gd name="connsiteX50" fmla="*/ 487490 w 2915191"/>
                <a:gd name="connsiteY50" fmla="*/ 355475 h 465599"/>
                <a:gd name="connsiteX51" fmla="*/ 497239 w 2915191"/>
                <a:gd name="connsiteY51" fmla="*/ 339314 h 465599"/>
                <a:gd name="connsiteX52" fmla="*/ 506989 w 2915191"/>
                <a:gd name="connsiteY52" fmla="*/ 309453 h 465599"/>
                <a:gd name="connsiteX53" fmla="*/ 516738 w 2915191"/>
                <a:gd name="connsiteY53" fmla="*/ 322792 h 465599"/>
                <a:gd name="connsiteX54" fmla="*/ 526488 w 2915191"/>
                <a:gd name="connsiteY54" fmla="*/ 375736 h 465599"/>
                <a:gd name="connsiteX55" fmla="*/ 536238 w 2915191"/>
                <a:gd name="connsiteY55" fmla="*/ 397174 h 465599"/>
                <a:gd name="connsiteX56" fmla="*/ 545988 w 2915191"/>
                <a:gd name="connsiteY56" fmla="*/ 402095 h 465599"/>
                <a:gd name="connsiteX57" fmla="*/ 555738 w 2915191"/>
                <a:gd name="connsiteY57" fmla="*/ 431168 h 465599"/>
                <a:gd name="connsiteX58" fmla="*/ 565488 w 2915191"/>
                <a:gd name="connsiteY58" fmla="*/ 422887 h 465599"/>
                <a:gd name="connsiteX59" fmla="*/ 575238 w 2915191"/>
                <a:gd name="connsiteY59" fmla="*/ 405734 h 465599"/>
                <a:gd name="connsiteX60" fmla="*/ 584988 w 2915191"/>
                <a:gd name="connsiteY60" fmla="*/ 393747 h 465599"/>
                <a:gd name="connsiteX61" fmla="*/ 594738 w 2915191"/>
                <a:gd name="connsiteY61" fmla="*/ 404041 h 465599"/>
                <a:gd name="connsiteX62" fmla="*/ 604488 w 2915191"/>
                <a:gd name="connsiteY62" fmla="*/ 415780 h 465599"/>
                <a:gd name="connsiteX63" fmla="*/ 614237 w 2915191"/>
                <a:gd name="connsiteY63" fmla="*/ 449747 h 465599"/>
                <a:gd name="connsiteX64" fmla="*/ 623987 w 2915191"/>
                <a:gd name="connsiteY64" fmla="*/ 454033 h 465599"/>
                <a:gd name="connsiteX65" fmla="*/ 633736 w 2915191"/>
                <a:gd name="connsiteY65" fmla="*/ 438206 h 465599"/>
                <a:gd name="connsiteX66" fmla="*/ 643486 w 2915191"/>
                <a:gd name="connsiteY66" fmla="*/ 455600 h 465599"/>
                <a:gd name="connsiteX67" fmla="*/ 653236 w 2915191"/>
                <a:gd name="connsiteY67" fmla="*/ 447257 h 465599"/>
                <a:gd name="connsiteX68" fmla="*/ 662985 w 2915191"/>
                <a:gd name="connsiteY68" fmla="*/ 465599 h 465599"/>
                <a:gd name="connsiteX69" fmla="*/ 672735 w 2915191"/>
                <a:gd name="connsiteY69" fmla="*/ 435357 h 465599"/>
                <a:gd name="connsiteX70" fmla="*/ 682485 w 2915191"/>
                <a:gd name="connsiteY70" fmla="*/ 421887 h 465599"/>
                <a:gd name="connsiteX71" fmla="*/ 692235 w 2915191"/>
                <a:gd name="connsiteY71" fmla="*/ 439349 h 465599"/>
                <a:gd name="connsiteX72" fmla="*/ 701985 w 2915191"/>
                <a:gd name="connsiteY72" fmla="*/ 458576 h 465599"/>
                <a:gd name="connsiteX73" fmla="*/ 711735 w 2915191"/>
                <a:gd name="connsiteY73" fmla="*/ 435852 h 465599"/>
                <a:gd name="connsiteX74" fmla="*/ 721485 w 2915191"/>
                <a:gd name="connsiteY74" fmla="*/ 415054 h 465599"/>
                <a:gd name="connsiteX75" fmla="*/ 731235 w 2915191"/>
                <a:gd name="connsiteY75" fmla="*/ 396994 h 465599"/>
                <a:gd name="connsiteX76" fmla="*/ 740985 w 2915191"/>
                <a:gd name="connsiteY76" fmla="*/ 317894 h 465599"/>
                <a:gd name="connsiteX77" fmla="*/ 750734 w 2915191"/>
                <a:gd name="connsiteY77" fmla="*/ 309185 h 465599"/>
                <a:gd name="connsiteX78" fmla="*/ 760484 w 2915191"/>
                <a:gd name="connsiteY78" fmla="*/ 296449 h 465599"/>
                <a:gd name="connsiteX79" fmla="*/ 770233 w 2915191"/>
                <a:gd name="connsiteY79" fmla="*/ 329400 h 465599"/>
                <a:gd name="connsiteX80" fmla="*/ 779983 w 2915191"/>
                <a:gd name="connsiteY80" fmla="*/ 374219 h 465599"/>
                <a:gd name="connsiteX81" fmla="*/ 789733 w 2915191"/>
                <a:gd name="connsiteY81" fmla="*/ 360850 h 465599"/>
                <a:gd name="connsiteX82" fmla="*/ 799482 w 2915191"/>
                <a:gd name="connsiteY82" fmla="*/ 343284 h 465599"/>
                <a:gd name="connsiteX83" fmla="*/ 809232 w 2915191"/>
                <a:gd name="connsiteY83" fmla="*/ 377263 h 465599"/>
                <a:gd name="connsiteX84" fmla="*/ 818982 w 2915191"/>
                <a:gd name="connsiteY84" fmla="*/ 405988 h 465599"/>
                <a:gd name="connsiteX85" fmla="*/ 828732 w 2915191"/>
                <a:gd name="connsiteY85" fmla="*/ 406285 h 465599"/>
                <a:gd name="connsiteX86" fmla="*/ 838482 w 2915191"/>
                <a:gd name="connsiteY86" fmla="*/ 391681 h 465599"/>
                <a:gd name="connsiteX87" fmla="*/ 848232 w 2915191"/>
                <a:gd name="connsiteY87" fmla="*/ 361229 h 465599"/>
                <a:gd name="connsiteX88" fmla="*/ 857982 w 2915191"/>
                <a:gd name="connsiteY88" fmla="*/ 338789 h 465599"/>
                <a:gd name="connsiteX89" fmla="*/ 867732 w 2915191"/>
                <a:gd name="connsiteY89" fmla="*/ 330322 h 465599"/>
                <a:gd name="connsiteX90" fmla="*/ 877482 w 2915191"/>
                <a:gd name="connsiteY90" fmla="*/ 310337 h 465599"/>
                <a:gd name="connsiteX91" fmla="*/ 887231 w 2915191"/>
                <a:gd name="connsiteY91" fmla="*/ 313564 h 465599"/>
                <a:gd name="connsiteX92" fmla="*/ 896981 w 2915191"/>
                <a:gd name="connsiteY92" fmla="*/ 323338 h 465599"/>
                <a:gd name="connsiteX93" fmla="*/ 906730 w 2915191"/>
                <a:gd name="connsiteY93" fmla="*/ 326921 h 465599"/>
                <a:gd name="connsiteX94" fmla="*/ 916480 w 2915191"/>
                <a:gd name="connsiteY94" fmla="*/ 364653 h 465599"/>
                <a:gd name="connsiteX95" fmla="*/ 926230 w 2915191"/>
                <a:gd name="connsiteY95" fmla="*/ 343742 h 465599"/>
                <a:gd name="connsiteX96" fmla="*/ 935979 w 2915191"/>
                <a:gd name="connsiteY96" fmla="*/ 336952 h 465599"/>
                <a:gd name="connsiteX97" fmla="*/ 945729 w 2915191"/>
                <a:gd name="connsiteY97" fmla="*/ 351249 h 465599"/>
                <a:gd name="connsiteX98" fmla="*/ 955479 w 2915191"/>
                <a:gd name="connsiteY98" fmla="*/ 337510 h 465599"/>
                <a:gd name="connsiteX99" fmla="*/ 965229 w 2915191"/>
                <a:gd name="connsiteY99" fmla="*/ 346839 h 465599"/>
                <a:gd name="connsiteX100" fmla="*/ 974979 w 2915191"/>
                <a:gd name="connsiteY100" fmla="*/ 349745 h 465599"/>
                <a:gd name="connsiteX101" fmla="*/ 984729 w 2915191"/>
                <a:gd name="connsiteY101" fmla="*/ 322313 h 465599"/>
                <a:gd name="connsiteX102" fmla="*/ 994474 w 2915191"/>
                <a:gd name="connsiteY102" fmla="*/ 320422 h 465599"/>
                <a:gd name="connsiteX103" fmla="*/ 1004233 w 2915191"/>
                <a:gd name="connsiteY103" fmla="*/ 315888 h 465599"/>
                <a:gd name="connsiteX104" fmla="*/ 1013977 w 2915191"/>
                <a:gd name="connsiteY104" fmla="*/ 334425 h 465599"/>
                <a:gd name="connsiteX105" fmla="*/ 1023721 w 2915191"/>
                <a:gd name="connsiteY105" fmla="*/ 351452 h 465599"/>
                <a:gd name="connsiteX106" fmla="*/ 1033480 w 2915191"/>
                <a:gd name="connsiteY106" fmla="*/ 318628 h 465599"/>
                <a:gd name="connsiteX107" fmla="*/ 1043224 w 2915191"/>
                <a:gd name="connsiteY107" fmla="*/ 308492 h 465599"/>
                <a:gd name="connsiteX108" fmla="*/ 1052983 w 2915191"/>
                <a:gd name="connsiteY108" fmla="*/ 308294 h 465599"/>
                <a:gd name="connsiteX109" fmla="*/ 1062727 w 2915191"/>
                <a:gd name="connsiteY109" fmla="*/ 299076 h 465599"/>
                <a:gd name="connsiteX110" fmla="*/ 1072471 w 2915191"/>
                <a:gd name="connsiteY110" fmla="*/ 296975 h 465599"/>
                <a:gd name="connsiteX111" fmla="*/ 1082230 w 2915191"/>
                <a:gd name="connsiteY111" fmla="*/ 292607 h 465599"/>
                <a:gd name="connsiteX112" fmla="*/ 1091973 w 2915191"/>
                <a:gd name="connsiteY112" fmla="*/ 268842 h 465599"/>
                <a:gd name="connsiteX113" fmla="*/ 1101732 w 2915191"/>
                <a:gd name="connsiteY113" fmla="*/ 275081 h 465599"/>
                <a:gd name="connsiteX114" fmla="*/ 1111476 w 2915191"/>
                <a:gd name="connsiteY114" fmla="*/ 312935 h 465599"/>
                <a:gd name="connsiteX115" fmla="*/ 1121220 w 2915191"/>
                <a:gd name="connsiteY115" fmla="*/ 315946 h 465599"/>
                <a:gd name="connsiteX116" fmla="*/ 1130979 w 2915191"/>
                <a:gd name="connsiteY116" fmla="*/ 333436 h 465599"/>
                <a:gd name="connsiteX117" fmla="*/ 1140723 w 2915191"/>
                <a:gd name="connsiteY117" fmla="*/ 325950 h 465599"/>
                <a:gd name="connsiteX118" fmla="*/ 1150482 w 2915191"/>
                <a:gd name="connsiteY118" fmla="*/ 364889 h 465599"/>
                <a:gd name="connsiteX119" fmla="*/ 1160226 w 2915191"/>
                <a:gd name="connsiteY119" fmla="*/ 339956 h 465599"/>
                <a:gd name="connsiteX120" fmla="*/ 1169969 w 2915191"/>
                <a:gd name="connsiteY120" fmla="*/ 326115 h 465599"/>
                <a:gd name="connsiteX121" fmla="*/ 1179728 w 2915191"/>
                <a:gd name="connsiteY121" fmla="*/ 368176 h 465599"/>
                <a:gd name="connsiteX122" fmla="*/ 1189472 w 2915191"/>
                <a:gd name="connsiteY122" fmla="*/ 351966 h 465599"/>
                <a:gd name="connsiteX123" fmla="*/ 1199231 w 2915191"/>
                <a:gd name="connsiteY123" fmla="*/ 381494 h 465599"/>
                <a:gd name="connsiteX124" fmla="*/ 1208975 w 2915191"/>
                <a:gd name="connsiteY124" fmla="*/ 368137 h 465599"/>
                <a:gd name="connsiteX125" fmla="*/ 1218719 w 2915191"/>
                <a:gd name="connsiteY125" fmla="*/ 324033 h 465599"/>
                <a:gd name="connsiteX126" fmla="*/ 1228478 w 2915191"/>
                <a:gd name="connsiteY126" fmla="*/ 351792 h 465599"/>
                <a:gd name="connsiteX127" fmla="*/ 1238222 w 2915191"/>
                <a:gd name="connsiteY127" fmla="*/ 300173 h 465599"/>
                <a:gd name="connsiteX128" fmla="*/ 1247966 w 2915191"/>
                <a:gd name="connsiteY128" fmla="*/ 296762 h 465599"/>
                <a:gd name="connsiteX129" fmla="*/ 1257725 w 2915191"/>
                <a:gd name="connsiteY129" fmla="*/ 238825 h 465599"/>
                <a:gd name="connsiteX130" fmla="*/ 1267469 w 2915191"/>
                <a:gd name="connsiteY130" fmla="*/ 205592 h 465599"/>
                <a:gd name="connsiteX131" fmla="*/ 1277227 w 2915191"/>
                <a:gd name="connsiteY131" fmla="*/ 180409 h 465599"/>
                <a:gd name="connsiteX132" fmla="*/ 1286971 w 2915191"/>
                <a:gd name="connsiteY132" fmla="*/ 172542 h 465599"/>
                <a:gd name="connsiteX133" fmla="*/ 1296715 w 2915191"/>
                <a:gd name="connsiteY133" fmla="*/ 149924 h 465599"/>
                <a:gd name="connsiteX134" fmla="*/ 1306474 w 2915191"/>
                <a:gd name="connsiteY134" fmla="*/ 183588 h 465599"/>
                <a:gd name="connsiteX135" fmla="*/ 1316218 w 2915191"/>
                <a:gd name="connsiteY135" fmla="*/ 207112 h 465599"/>
                <a:gd name="connsiteX136" fmla="*/ 1325977 w 2915191"/>
                <a:gd name="connsiteY136" fmla="*/ 218681 h 465599"/>
                <a:gd name="connsiteX137" fmla="*/ 1335721 w 2915191"/>
                <a:gd name="connsiteY137" fmla="*/ 220614 h 465599"/>
                <a:gd name="connsiteX138" fmla="*/ 1345465 w 2915191"/>
                <a:gd name="connsiteY138" fmla="*/ 216494 h 465599"/>
                <a:gd name="connsiteX139" fmla="*/ 1355224 w 2915191"/>
                <a:gd name="connsiteY139" fmla="*/ 172396 h 465599"/>
                <a:gd name="connsiteX140" fmla="*/ 1364967 w 2915191"/>
                <a:gd name="connsiteY140" fmla="*/ 178977 h 465599"/>
                <a:gd name="connsiteX141" fmla="*/ 1374726 w 2915191"/>
                <a:gd name="connsiteY141" fmla="*/ 164801 h 465599"/>
                <a:gd name="connsiteX142" fmla="*/ 1384470 w 2915191"/>
                <a:gd name="connsiteY142" fmla="*/ 164653 h 465599"/>
                <a:gd name="connsiteX143" fmla="*/ 1394214 w 2915191"/>
                <a:gd name="connsiteY143" fmla="*/ 133391 h 465599"/>
                <a:gd name="connsiteX144" fmla="*/ 1403973 w 2915191"/>
                <a:gd name="connsiteY144" fmla="*/ 123378 h 465599"/>
                <a:gd name="connsiteX145" fmla="*/ 1413717 w 2915191"/>
                <a:gd name="connsiteY145" fmla="*/ 137060 h 465599"/>
                <a:gd name="connsiteX146" fmla="*/ 1423476 w 2915191"/>
                <a:gd name="connsiteY146" fmla="*/ 116309 h 465599"/>
                <a:gd name="connsiteX147" fmla="*/ 1433220 w 2915191"/>
                <a:gd name="connsiteY147" fmla="*/ 150909 h 465599"/>
                <a:gd name="connsiteX148" fmla="*/ 1442964 w 2915191"/>
                <a:gd name="connsiteY148" fmla="*/ 162867 h 465599"/>
                <a:gd name="connsiteX149" fmla="*/ 1452722 w 2915191"/>
                <a:gd name="connsiteY149" fmla="*/ 164296 h 465599"/>
                <a:gd name="connsiteX150" fmla="*/ 1462466 w 2915191"/>
                <a:gd name="connsiteY150" fmla="*/ 150323 h 465599"/>
                <a:gd name="connsiteX151" fmla="*/ 1472225 w 2915191"/>
                <a:gd name="connsiteY151" fmla="*/ 147962 h 465599"/>
                <a:gd name="connsiteX152" fmla="*/ 1481969 w 2915191"/>
                <a:gd name="connsiteY152" fmla="*/ 148902 h 465599"/>
                <a:gd name="connsiteX153" fmla="*/ 1491713 w 2915191"/>
                <a:gd name="connsiteY153" fmla="*/ 153588 h 465599"/>
                <a:gd name="connsiteX154" fmla="*/ 1501472 w 2915191"/>
                <a:gd name="connsiteY154" fmla="*/ 136357 h 465599"/>
                <a:gd name="connsiteX155" fmla="*/ 1511216 w 2915191"/>
                <a:gd name="connsiteY155" fmla="*/ 142693 h 465599"/>
                <a:gd name="connsiteX156" fmla="*/ 1520960 w 2915191"/>
                <a:gd name="connsiteY156" fmla="*/ 169077 h 465599"/>
                <a:gd name="connsiteX157" fmla="*/ 1530719 w 2915191"/>
                <a:gd name="connsiteY157" fmla="*/ 145293 h 465599"/>
                <a:gd name="connsiteX158" fmla="*/ 1540463 w 2915191"/>
                <a:gd name="connsiteY158" fmla="*/ 138014 h 465599"/>
                <a:gd name="connsiteX159" fmla="*/ 1550221 w 2915191"/>
                <a:gd name="connsiteY159" fmla="*/ 127611 h 465599"/>
                <a:gd name="connsiteX160" fmla="*/ 1559965 w 2915191"/>
                <a:gd name="connsiteY160" fmla="*/ 135491 h 465599"/>
                <a:gd name="connsiteX161" fmla="*/ 1569709 w 2915191"/>
                <a:gd name="connsiteY161" fmla="*/ 130558 h 465599"/>
                <a:gd name="connsiteX162" fmla="*/ 1579468 w 2915191"/>
                <a:gd name="connsiteY162" fmla="*/ 134162 h 465599"/>
                <a:gd name="connsiteX163" fmla="*/ 1589212 w 2915191"/>
                <a:gd name="connsiteY163" fmla="*/ 124348 h 465599"/>
                <a:gd name="connsiteX164" fmla="*/ 1598971 w 2915191"/>
                <a:gd name="connsiteY164" fmla="*/ 164383 h 465599"/>
                <a:gd name="connsiteX165" fmla="*/ 1608715 w 2915191"/>
                <a:gd name="connsiteY165" fmla="*/ 181715 h 465599"/>
                <a:gd name="connsiteX166" fmla="*/ 1618459 w 2915191"/>
                <a:gd name="connsiteY166" fmla="*/ 189658 h 465599"/>
                <a:gd name="connsiteX167" fmla="*/ 1628218 w 2915191"/>
                <a:gd name="connsiteY167" fmla="*/ 179211 h 465599"/>
                <a:gd name="connsiteX168" fmla="*/ 1637962 w 2915191"/>
                <a:gd name="connsiteY168" fmla="*/ 176031 h 465599"/>
                <a:gd name="connsiteX169" fmla="*/ 1647720 w 2915191"/>
                <a:gd name="connsiteY169" fmla="*/ 175455 h 465599"/>
                <a:gd name="connsiteX170" fmla="*/ 1657464 w 2915191"/>
                <a:gd name="connsiteY170" fmla="*/ 186251 h 465599"/>
                <a:gd name="connsiteX171" fmla="*/ 1667208 w 2915191"/>
                <a:gd name="connsiteY171" fmla="*/ 167031 h 465599"/>
                <a:gd name="connsiteX172" fmla="*/ 1676967 w 2915191"/>
                <a:gd name="connsiteY172" fmla="*/ 170024 h 465599"/>
                <a:gd name="connsiteX173" fmla="*/ 1686711 w 2915191"/>
                <a:gd name="connsiteY173" fmla="*/ 130594 h 465599"/>
                <a:gd name="connsiteX174" fmla="*/ 1696470 w 2915191"/>
                <a:gd name="connsiteY174" fmla="*/ 98077 h 465599"/>
                <a:gd name="connsiteX175" fmla="*/ 1706214 w 2915191"/>
                <a:gd name="connsiteY175" fmla="*/ 83294 h 465599"/>
                <a:gd name="connsiteX176" fmla="*/ 1715958 w 2915191"/>
                <a:gd name="connsiteY176" fmla="*/ 80134 h 465599"/>
                <a:gd name="connsiteX177" fmla="*/ 1725716 w 2915191"/>
                <a:gd name="connsiteY177" fmla="*/ 86229 h 465599"/>
                <a:gd name="connsiteX178" fmla="*/ 1735460 w 2915191"/>
                <a:gd name="connsiteY178" fmla="*/ 58765 h 465599"/>
                <a:gd name="connsiteX179" fmla="*/ 1745219 w 2915191"/>
                <a:gd name="connsiteY179" fmla="*/ 65496 h 465599"/>
                <a:gd name="connsiteX180" fmla="*/ 1754963 w 2915191"/>
                <a:gd name="connsiteY180" fmla="*/ 106046 h 465599"/>
                <a:gd name="connsiteX181" fmla="*/ 1764707 w 2915191"/>
                <a:gd name="connsiteY181" fmla="*/ 96785 h 465599"/>
                <a:gd name="connsiteX182" fmla="*/ 1774466 w 2915191"/>
                <a:gd name="connsiteY182" fmla="*/ 95033 h 465599"/>
                <a:gd name="connsiteX183" fmla="*/ 1784210 w 2915191"/>
                <a:gd name="connsiteY183" fmla="*/ 109895 h 465599"/>
                <a:gd name="connsiteX184" fmla="*/ 1793969 w 2915191"/>
                <a:gd name="connsiteY184" fmla="*/ 110889 h 465599"/>
                <a:gd name="connsiteX185" fmla="*/ 1803713 w 2915191"/>
                <a:gd name="connsiteY185" fmla="*/ 110702 h 465599"/>
                <a:gd name="connsiteX186" fmla="*/ 1813457 w 2915191"/>
                <a:gd name="connsiteY186" fmla="*/ 118381 h 465599"/>
                <a:gd name="connsiteX187" fmla="*/ 1823215 w 2915191"/>
                <a:gd name="connsiteY187" fmla="*/ 135535 h 465599"/>
                <a:gd name="connsiteX188" fmla="*/ 1832959 w 2915191"/>
                <a:gd name="connsiteY188" fmla="*/ 164725 h 465599"/>
                <a:gd name="connsiteX189" fmla="*/ 1842703 w 2915191"/>
                <a:gd name="connsiteY189" fmla="*/ 162026 h 465599"/>
                <a:gd name="connsiteX190" fmla="*/ 1852462 w 2915191"/>
                <a:gd name="connsiteY190" fmla="*/ 154724 h 465599"/>
                <a:gd name="connsiteX191" fmla="*/ 1862206 w 2915191"/>
                <a:gd name="connsiteY191" fmla="*/ 160258 h 465599"/>
                <a:gd name="connsiteX192" fmla="*/ 1871965 w 2915191"/>
                <a:gd name="connsiteY192" fmla="*/ 153054 h 465599"/>
                <a:gd name="connsiteX193" fmla="*/ 1881709 w 2915191"/>
                <a:gd name="connsiteY193" fmla="*/ 169392 h 465599"/>
                <a:gd name="connsiteX194" fmla="*/ 1891453 w 2915191"/>
                <a:gd name="connsiteY194" fmla="*/ 170191 h 465599"/>
                <a:gd name="connsiteX195" fmla="*/ 1901212 w 2915191"/>
                <a:gd name="connsiteY195" fmla="*/ 163166 h 465599"/>
                <a:gd name="connsiteX196" fmla="*/ 1910956 w 2915191"/>
                <a:gd name="connsiteY196" fmla="*/ 179673 h 465599"/>
                <a:gd name="connsiteX197" fmla="*/ 1920714 w 2915191"/>
                <a:gd name="connsiteY197" fmla="*/ 157995 h 465599"/>
                <a:gd name="connsiteX198" fmla="*/ 1930458 w 2915191"/>
                <a:gd name="connsiteY198" fmla="*/ 167503 h 465599"/>
                <a:gd name="connsiteX199" fmla="*/ 1940202 w 2915191"/>
                <a:gd name="connsiteY199" fmla="*/ 168554 h 465599"/>
                <a:gd name="connsiteX200" fmla="*/ 1949961 w 2915191"/>
                <a:gd name="connsiteY200" fmla="*/ 153638 h 465599"/>
                <a:gd name="connsiteX201" fmla="*/ 1959705 w 2915191"/>
                <a:gd name="connsiteY201" fmla="*/ 111979 h 465599"/>
                <a:gd name="connsiteX202" fmla="*/ 1969464 w 2915191"/>
                <a:gd name="connsiteY202" fmla="*/ 103873 h 465599"/>
                <a:gd name="connsiteX203" fmla="*/ 1979208 w 2915191"/>
                <a:gd name="connsiteY203" fmla="*/ 116450 h 465599"/>
                <a:gd name="connsiteX204" fmla="*/ 1988952 w 2915191"/>
                <a:gd name="connsiteY204" fmla="*/ 112250 h 465599"/>
                <a:gd name="connsiteX205" fmla="*/ 1998711 w 2915191"/>
                <a:gd name="connsiteY205" fmla="*/ 84817 h 465599"/>
                <a:gd name="connsiteX206" fmla="*/ 2008454 w 2915191"/>
                <a:gd name="connsiteY206" fmla="*/ 44205 h 465599"/>
                <a:gd name="connsiteX207" fmla="*/ 2018213 w 2915191"/>
                <a:gd name="connsiteY207" fmla="*/ 26061 h 465599"/>
                <a:gd name="connsiteX208" fmla="*/ 2027957 w 2915191"/>
                <a:gd name="connsiteY208" fmla="*/ 30623 h 465599"/>
                <a:gd name="connsiteX209" fmla="*/ 2037701 w 2915191"/>
                <a:gd name="connsiteY209" fmla="*/ 23369 h 465599"/>
                <a:gd name="connsiteX210" fmla="*/ 2047460 w 2915191"/>
                <a:gd name="connsiteY210" fmla="*/ 12982 h 465599"/>
                <a:gd name="connsiteX211" fmla="*/ 2057204 w 2915191"/>
                <a:gd name="connsiteY211" fmla="*/ 16399 h 465599"/>
                <a:gd name="connsiteX212" fmla="*/ 2066963 w 2915191"/>
                <a:gd name="connsiteY212" fmla="*/ 31568 h 465599"/>
                <a:gd name="connsiteX213" fmla="*/ 2076707 w 2915191"/>
                <a:gd name="connsiteY213" fmla="*/ 35218 h 465599"/>
                <a:gd name="connsiteX214" fmla="*/ 2086451 w 2915191"/>
                <a:gd name="connsiteY214" fmla="*/ 95641 h 465599"/>
                <a:gd name="connsiteX215" fmla="*/ 2096210 w 2915191"/>
                <a:gd name="connsiteY215" fmla="*/ 133131 h 465599"/>
                <a:gd name="connsiteX216" fmla="*/ 2105954 w 2915191"/>
                <a:gd name="connsiteY216" fmla="*/ 101431 h 465599"/>
                <a:gd name="connsiteX217" fmla="*/ 2115697 w 2915191"/>
                <a:gd name="connsiteY217" fmla="*/ 88673 h 465599"/>
                <a:gd name="connsiteX218" fmla="*/ 2125456 w 2915191"/>
                <a:gd name="connsiteY218" fmla="*/ 87725 h 465599"/>
                <a:gd name="connsiteX219" fmla="*/ 2135200 w 2915191"/>
                <a:gd name="connsiteY219" fmla="*/ 120589 h 465599"/>
                <a:gd name="connsiteX220" fmla="*/ 2144959 w 2915191"/>
                <a:gd name="connsiteY220" fmla="*/ 103293 h 465599"/>
                <a:gd name="connsiteX221" fmla="*/ 2154703 w 2915191"/>
                <a:gd name="connsiteY221" fmla="*/ 111389 h 465599"/>
                <a:gd name="connsiteX222" fmla="*/ 2164447 w 2915191"/>
                <a:gd name="connsiteY222" fmla="*/ 103234 h 465599"/>
                <a:gd name="connsiteX223" fmla="*/ 2174206 w 2915191"/>
                <a:gd name="connsiteY223" fmla="*/ 86267 h 465599"/>
                <a:gd name="connsiteX224" fmla="*/ 2183950 w 2915191"/>
                <a:gd name="connsiteY224" fmla="*/ 105361 h 465599"/>
                <a:gd name="connsiteX225" fmla="*/ 2193709 w 2915191"/>
                <a:gd name="connsiteY225" fmla="*/ 123659 h 465599"/>
                <a:gd name="connsiteX226" fmla="*/ 2203452 w 2915191"/>
                <a:gd name="connsiteY226" fmla="*/ 126212 h 465599"/>
                <a:gd name="connsiteX227" fmla="*/ 2213196 w 2915191"/>
                <a:gd name="connsiteY227" fmla="*/ 147659 h 465599"/>
                <a:gd name="connsiteX228" fmla="*/ 2222955 w 2915191"/>
                <a:gd name="connsiteY228" fmla="*/ 124633 h 465599"/>
                <a:gd name="connsiteX229" fmla="*/ 2232699 w 2915191"/>
                <a:gd name="connsiteY229" fmla="*/ 141211 h 465599"/>
                <a:gd name="connsiteX230" fmla="*/ 2242458 w 2915191"/>
                <a:gd name="connsiteY230" fmla="*/ 142561 h 465599"/>
                <a:gd name="connsiteX231" fmla="*/ 2252202 w 2915191"/>
                <a:gd name="connsiteY231" fmla="*/ 161614 h 465599"/>
                <a:gd name="connsiteX232" fmla="*/ 2261946 w 2915191"/>
                <a:gd name="connsiteY232" fmla="*/ 145772 h 465599"/>
                <a:gd name="connsiteX233" fmla="*/ 2271705 w 2915191"/>
                <a:gd name="connsiteY233" fmla="*/ 158944 h 465599"/>
                <a:gd name="connsiteX234" fmla="*/ 2281449 w 2915191"/>
                <a:gd name="connsiteY234" fmla="*/ 163506 h 465599"/>
                <a:gd name="connsiteX235" fmla="*/ 2291208 w 2915191"/>
                <a:gd name="connsiteY235" fmla="*/ 145803 h 465599"/>
                <a:gd name="connsiteX236" fmla="*/ 2300951 w 2915191"/>
                <a:gd name="connsiteY236" fmla="*/ 143747 h 465599"/>
                <a:gd name="connsiteX237" fmla="*/ 2310695 w 2915191"/>
                <a:gd name="connsiteY237" fmla="*/ 131975 h 465599"/>
                <a:gd name="connsiteX238" fmla="*/ 2320454 w 2915191"/>
                <a:gd name="connsiteY238" fmla="*/ 135284 h 465599"/>
                <a:gd name="connsiteX239" fmla="*/ 2330198 w 2915191"/>
                <a:gd name="connsiteY239" fmla="*/ 144560 h 465599"/>
                <a:gd name="connsiteX240" fmla="*/ 2339957 w 2915191"/>
                <a:gd name="connsiteY240" fmla="*/ 169965 h 465599"/>
                <a:gd name="connsiteX241" fmla="*/ 2349701 w 2915191"/>
                <a:gd name="connsiteY241" fmla="*/ 176349 h 465599"/>
                <a:gd name="connsiteX242" fmla="*/ 2359445 w 2915191"/>
                <a:gd name="connsiteY242" fmla="*/ 161202 h 465599"/>
                <a:gd name="connsiteX243" fmla="*/ 2369204 w 2915191"/>
                <a:gd name="connsiteY243" fmla="*/ 147473 h 465599"/>
                <a:gd name="connsiteX244" fmla="*/ 2378948 w 2915191"/>
                <a:gd name="connsiteY244" fmla="*/ 151794 h 465599"/>
                <a:gd name="connsiteX245" fmla="*/ 2388692 w 2915191"/>
                <a:gd name="connsiteY245" fmla="*/ 126915 h 465599"/>
                <a:gd name="connsiteX246" fmla="*/ 2398450 w 2915191"/>
                <a:gd name="connsiteY246" fmla="*/ 113205 h 465599"/>
                <a:gd name="connsiteX247" fmla="*/ 2408194 w 2915191"/>
                <a:gd name="connsiteY247" fmla="*/ 105036 h 465599"/>
                <a:gd name="connsiteX248" fmla="*/ 2417953 w 2915191"/>
                <a:gd name="connsiteY248" fmla="*/ 121218 h 465599"/>
                <a:gd name="connsiteX249" fmla="*/ 2427697 w 2915191"/>
                <a:gd name="connsiteY249" fmla="*/ 118326 h 465599"/>
                <a:gd name="connsiteX250" fmla="*/ 2437441 w 2915191"/>
                <a:gd name="connsiteY250" fmla="*/ 109659 h 465599"/>
                <a:gd name="connsiteX251" fmla="*/ 2447200 w 2915191"/>
                <a:gd name="connsiteY251" fmla="*/ 75569 h 465599"/>
                <a:gd name="connsiteX252" fmla="*/ 2456944 w 2915191"/>
                <a:gd name="connsiteY252" fmla="*/ 41549 h 465599"/>
                <a:gd name="connsiteX253" fmla="*/ 2466703 w 2915191"/>
                <a:gd name="connsiteY253" fmla="*/ 38082 h 465599"/>
                <a:gd name="connsiteX254" fmla="*/ 2476446 w 2915191"/>
                <a:gd name="connsiteY254" fmla="*/ 33262 h 465599"/>
                <a:gd name="connsiteX255" fmla="*/ 2486190 w 2915191"/>
                <a:gd name="connsiteY255" fmla="*/ 52862 h 465599"/>
                <a:gd name="connsiteX256" fmla="*/ 2495949 w 2915191"/>
                <a:gd name="connsiteY256" fmla="*/ 21067 h 465599"/>
                <a:gd name="connsiteX257" fmla="*/ 2505693 w 2915191"/>
                <a:gd name="connsiteY257" fmla="*/ 764 h 465599"/>
                <a:gd name="connsiteX258" fmla="*/ 2515452 w 2915191"/>
                <a:gd name="connsiteY258" fmla="*/ 0 h 465599"/>
                <a:gd name="connsiteX259" fmla="*/ 2525196 w 2915191"/>
                <a:gd name="connsiteY259" fmla="*/ 13011 h 465599"/>
                <a:gd name="connsiteX260" fmla="*/ 2534940 w 2915191"/>
                <a:gd name="connsiteY260" fmla="*/ 25065 h 465599"/>
                <a:gd name="connsiteX261" fmla="*/ 2544699 w 2915191"/>
                <a:gd name="connsiteY261" fmla="*/ 67917 h 465599"/>
                <a:gd name="connsiteX262" fmla="*/ 2554443 w 2915191"/>
                <a:gd name="connsiteY262" fmla="*/ 23946 h 465599"/>
                <a:gd name="connsiteX263" fmla="*/ 2564202 w 2915191"/>
                <a:gd name="connsiteY263" fmla="*/ 76347 h 465599"/>
                <a:gd name="connsiteX264" fmla="*/ 2573946 w 2915191"/>
                <a:gd name="connsiteY264" fmla="*/ 56533 h 465599"/>
                <a:gd name="connsiteX265" fmla="*/ 2583690 w 2915191"/>
                <a:gd name="connsiteY265" fmla="*/ 75563 h 465599"/>
                <a:gd name="connsiteX266" fmla="*/ 2593448 w 2915191"/>
                <a:gd name="connsiteY266" fmla="*/ 109881 h 465599"/>
                <a:gd name="connsiteX267" fmla="*/ 2603192 w 2915191"/>
                <a:gd name="connsiteY267" fmla="*/ 83817 h 465599"/>
                <a:gd name="connsiteX268" fmla="*/ 2612951 w 2915191"/>
                <a:gd name="connsiteY268" fmla="*/ 96052 h 465599"/>
                <a:gd name="connsiteX269" fmla="*/ 2622695 w 2915191"/>
                <a:gd name="connsiteY269" fmla="*/ 146338 h 465599"/>
                <a:gd name="connsiteX270" fmla="*/ 2632439 w 2915191"/>
                <a:gd name="connsiteY270" fmla="*/ 166766 h 465599"/>
                <a:gd name="connsiteX271" fmla="*/ 2642198 w 2915191"/>
                <a:gd name="connsiteY271" fmla="*/ 156704 h 465599"/>
                <a:gd name="connsiteX272" fmla="*/ 2651942 w 2915191"/>
                <a:gd name="connsiteY272" fmla="*/ 172804 h 465599"/>
                <a:gd name="connsiteX273" fmla="*/ 2661685 w 2915191"/>
                <a:gd name="connsiteY273" fmla="*/ 155501 h 465599"/>
                <a:gd name="connsiteX274" fmla="*/ 2671444 w 2915191"/>
                <a:gd name="connsiteY274" fmla="*/ 167415 h 465599"/>
                <a:gd name="connsiteX275" fmla="*/ 2681188 w 2915191"/>
                <a:gd name="connsiteY275" fmla="*/ 186342 h 465599"/>
                <a:gd name="connsiteX276" fmla="*/ 2690947 w 2915191"/>
                <a:gd name="connsiteY276" fmla="*/ 217422 h 465599"/>
                <a:gd name="connsiteX277" fmla="*/ 2700691 w 2915191"/>
                <a:gd name="connsiteY277" fmla="*/ 241729 h 465599"/>
                <a:gd name="connsiteX278" fmla="*/ 2710435 w 2915191"/>
                <a:gd name="connsiteY278" fmla="*/ 260425 h 465599"/>
                <a:gd name="connsiteX279" fmla="*/ 2720194 w 2915191"/>
                <a:gd name="connsiteY279" fmla="*/ 265811 h 465599"/>
                <a:gd name="connsiteX280" fmla="*/ 2729938 w 2915191"/>
                <a:gd name="connsiteY280" fmla="*/ 265410 h 465599"/>
                <a:gd name="connsiteX281" fmla="*/ 2739697 w 2915191"/>
                <a:gd name="connsiteY281" fmla="*/ 228783 h 465599"/>
                <a:gd name="connsiteX282" fmla="*/ 2749441 w 2915191"/>
                <a:gd name="connsiteY282" fmla="*/ 217090 h 465599"/>
                <a:gd name="connsiteX283" fmla="*/ 2759185 w 2915191"/>
                <a:gd name="connsiteY283" fmla="*/ 193344 h 465599"/>
                <a:gd name="connsiteX284" fmla="*/ 2768943 w 2915191"/>
                <a:gd name="connsiteY284" fmla="*/ 156706 h 465599"/>
                <a:gd name="connsiteX285" fmla="*/ 2778687 w 2915191"/>
                <a:gd name="connsiteY285" fmla="*/ 136488 h 465599"/>
                <a:gd name="connsiteX286" fmla="*/ 2788446 w 2915191"/>
                <a:gd name="connsiteY286" fmla="*/ 139516 h 465599"/>
                <a:gd name="connsiteX287" fmla="*/ 2798190 w 2915191"/>
                <a:gd name="connsiteY287" fmla="*/ 114156 h 465599"/>
                <a:gd name="connsiteX288" fmla="*/ 2807934 w 2915191"/>
                <a:gd name="connsiteY288" fmla="*/ 68698 h 465599"/>
                <a:gd name="connsiteX289" fmla="*/ 2817693 w 2915191"/>
                <a:gd name="connsiteY289" fmla="*/ 101040 h 465599"/>
                <a:gd name="connsiteX290" fmla="*/ 2827437 w 2915191"/>
                <a:gd name="connsiteY290" fmla="*/ 75928 h 465599"/>
                <a:gd name="connsiteX291" fmla="*/ 2837196 w 2915191"/>
                <a:gd name="connsiteY291" fmla="*/ 64429 h 465599"/>
                <a:gd name="connsiteX292" fmla="*/ 2846940 w 2915191"/>
                <a:gd name="connsiteY292" fmla="*/ 60900 h 465599"/>
                <a:gd name="connsiteX293" fmla="*/ 2856684 w 2915191"/>
                <a:gd name="connsiteY293" fmla="*/ 60073 h 465599"/>
                <a:gd name="connsiteX294" fmla="*/ 2866442 w 2915191"/>
                <a:gd name="connsiteY294" fmla="*/ 110364 h 465599"/>
                <a:gd name="connsiteX295" fmla="*/ 2876186 w 2915191"/>
                <a:gd name="connsiteY295" fmla="*/ 130049 h 465599"/>
                <a:gd name="connsiteX296" fmla="*/ 2885945 w 2915191"/>
                <a:gd name="connsiteY296" fmla="*/ 136125 h 465599"/>
                <a:gd name="connsiteX297" fmla="*/ 2895689 w 2915191"/>
                <a:gd name="connsiteY297" fmla="*/ 151962 h 465599"/>
                <a:gd name="connsiteX298" fmla="*/ 2905433 w 2915191"/>
                <a:gd name="connsiteY298" fmla="*/ 127613 h 465599"/>
                <a:gd name="connsiteX299" fmla="*/ 2915192 w 2915191"/>
                <a:gd name="connsiteY299" fmla="*/ 144268 h 465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65599">
                  <a:moveTo>
                    <a:pt x="0" y="94878"/>
                  </a:moveTo>
                  <a:lnTo>
                    <a:pt x="9750" y="98244"/>
                  </a:lnTo>
                  <a:lnTo>
                    <a:pt x="19500" y="99050"/>
                  </a:lnTo>
                  <a:lnTo>
                    <a:pt x="29250" y="106850"/>
                  </a:lnTo>
                  <a:lnTo>
                    <a:pt x="39000" y="137667"/>
                  </a:lnTo>
                  <a:lnTo>
                    <a:pt x="48749" y="146491"/>
                  </a:lnTo>
                  <a:lnTo>
                    <a:pt x="58499" y="167739"/>
                  </a:lnTo>
                  <a:lnTo>
                    <a:pt x="68249" y="166675"/>
                  </a:lnTo>
                  <a:lnTo>
                    <a:pt x="77998" y="152352"/>
                  </a:lnTo>
                  <a:lnTo>
                    <a:pt x="87748" y="154057"/>
                  </a:lnTo>
                  <a:lnTo>
                    <a:pt x="97497" y="158531"/>
                  </a:lnTo>
                  <a:lnTo>
                    <a:pt x="107247" y="158323"/>
                  </a:lnTo>
                  <a:lnTo>
                    <a:pt x="116997" y="155472"/>
                  </a:lnTo>
                  <a:lnTo>
                    <a:pt x="126747" y="175918"/>
                  </a:lnTo>
                  <a:lnTo>
                    <a:pt x="136497" y="196245"/>
                  </a:lnTo>
                  <a:lnTo>
                    <a:pt x="146247" y="237458"/>
                  </a:lnTo>
                  <a:lnTo>
                    <a:pt x="155997" y="224730"/>
                  </a:lnTo>
                  <a:lnTo>
                    <a:pt x="165747" y="266747"/>
                  </a:lnTo>
                  <a:lnTo>
                    <a:pt x="175497" y="255340"/>
                  </a:lnTo>
                  <a:lnTo>
                    <a:pt x="185247" y="239015"/>
                  </a:lnTo>
                  <a:lnTo>
                    <a:pt x="194996" y="248782"/>
                  </a:lnTo>
                  <a:lnTo>
                    <a:pt x="204746" y="261280"/>
                  </a:lnTo>
                  <a:lnTo>
                    <a:pt x="214495" y="299916"/>
                  </a:lnTo>
                  <a:lnTo>
                    <a:pt x="224245" y="311238"/>
                  </a:lnTo>
                  <a:lnTo>
                    <a:pt x="233995" y="332532"/>
                  </a:lnTo>
                  <a:lnTo>
                    <a:pt x="243744" y="313539"/>
                  </a:lnTo>
                  <a:lnTo>
                    <a:pt x="253494" y="331043"/>
                  </a:lnTo>
                  <a:lnTo>
                    <a:pt x="263244" y="339637"/>
                  </a:lnTo>
                  <a:lnTo>
                    <a:pt x="272994" y="317094"/>
                  </a:lnTo>
                  <a:lnTo>
                    <a:pt x="282744" y="308801"/>
                  </a:lnTo>
                  <a:lnTo>
                    <a:pt x="292494" y="299769"/>
                  </a:lnTo>
                  <a:lnTo>
                    <a:pt x="302244" y="295423"/>
                  </a:lnTo>
                  <a:lnTo>
                    <a:pt x="311994" y="301257"/>
                  </a:lnTo>
                  <a:lnTo>
                    <a:pt x="321744" y="295712"/>
                  </a:lnTo>
                  <a:lnTo>
                    <a:pt x="331493" y="300547"/>
                  </a:lnTo>
                  <a:lnTo>
                    <a:pt x="341243" y="307268"/>
                  </a:lnTo>
                  <a:lnTo>
                    <a:pt x="350993" y="285999"/>
                  </a:lnTo>
                  <a:lnTo>
                    <a:pt x="360742" y="269627"/>
                  </a:lnTo>
                  <a:lnTo>
                    <a:pt x="370492" y="285752"/>
                  </a:lnTo>
                  <a:lnTo>
                    <a:pt x="380241" y="306533"/>
                  </a:lnTo>
                  <a:lnTo>
                    <a:pt x="389991" y="302597"/>
                  </a:lnTo>
                  <a:lnTo>
                    <a:pt x="399741" y="283054"/>
                  </a:lnTo>
                  <a:lnTo>
                    <a:pt x="409491" y="296855"/>
                  </a:lnTo>
                  <a:lnTo>
                    <a:pt x="419241" y="312423"/>
                  </a:lnTo>
                  <a:lnTo>
                    <a:pt x="428991" y="325792"/>
                  </a:lnTo>
                  <a:lnTo>
                    <a:pt x="438741" y="318542"/>
                  </a:lnTo>
                  <a:lnTo>
                    <a:pt x="448491" y="345987"/>
                  </a:lnTo>
                  <a:lnTo>
                    <a:pt x="458241" y="341276"/>
                  </a:lnTo>
                  <a:lnTo>
                    <a:pt x="467991" y="340136"/>
                  </a:lnTo>
                  <a:lnTo>
                    <a:pt x="477740" y="342240"/>
                  </a:lnTo>
                  <a:lnTo>
                    <a:pt x="487490" y="355475"/>
                  </a:lnTo>
                  <a:lnTo>
                    <a:pt x="497239" y="339314"/>
                  </a:lnTo>
                  <a:lnTo>
                    <a:pt x="506989" y="309453"/>
                  </a:lnTo>
                  <a:lnTo>
                    <a:pt x="516738" y="322792"/>
                  </a:lnTo>
                  <a:lnTo>
                    <a:pt x="526488" y="375736"/>
                  </a:lnTo>
                  <a:lnTo>
                    <a:pt x="536238" y="397174"/>
                  </a:lnTo>
                  <a:lnTo>
                    <a:pt x="545988" y="402095"/>
                  </a:lnTo>
                  <a:lnTo>
                    <a:pt x="555738" y="431168"/>
                  </a:lnTo>
                  <a:lnTo>
                    <a:pt x="565488" y="422887"/>
                  </a:lnTo>
                  <a:lnTo>
                    <a:pt x="575238" y="405734"/>
                  </a:lnTo>
                  <a:lnTo>
                    <a:pt x="584988" y="393747"/>
                  </a:lnTo>
                  <a:lnTo>
                    <a:pt x="594738" y="404041"/>
                  </a:lnTo>
                  <a:lnTo>
                    <a:pt x="604488" y="415780"/>
                  </a:lnTo>
                  <a:lnTo>
                    <a:pt x="614237" y="449747"/>
                  </a:lnTo>
                  <a:lnTo>
                    <a:pt x="623987" y="454033"/>
                  </a:lnTo>
                  <a:lnTo>
                    <a:pt x="633736" y="438206"/>
                  </a:lnTo>
                  <a:lnTo>
                    <a:pt x="643486" y="455600"/>
                  </a:lnTo>
                  <a:lnTo>
                    <a:pt x="653236" y="447257"/>
                  </a:lnTo>
                  <a:lnTo>
                    <a:pt x="662985" y="465599"/>
                  </a:lnTo>
                  <a:lnTo>
                    <a:pt x="672735" y="435357"/>
                  </a:lnTo>
                  <a:lnTo>
                    <a:pt x="682485" y="421887"/>
                  </a:lnTo>
                  <a:lnTo>
                    <a:pt x="692235" y="439349"/>
                  </a:lnTo>
                  <a:lnTo>
                    <a:pt x="701985" y="458576"/>
                  </a:lnTo>
                  <a:lnTo>
                    <a:pt x="711735" y="435852"/>
                  </a:lnTo>
                  <a:lnTo>
                    <a:pt x="721485" y="415054"/>
                  </a:lnTo>
                  <a:lnTo>
                    <a:pt x="731235" y="396994"/>
                  </a:lnTo>
                  <a:lnTo>
                    <a:pt x="740985" y="317894"/>
                  </a:lnTo>
                  <a:lnTo>
                    <a:pt x="750734" y="309185"/>
                  </a:lnTo>
                  <a:lnTo>
                    <a:pt x="760484" y="296449"/>
                  </a:lnTo>
                  <a:lnTo>
                    <a:pt x="770233" y="329400"/>
                  </a:lnTo>
                  <a:lnTo>
                    <a:pt x="779983" y="374219"/>
                  </a:lnTo>
                  <a:lnTo>
                    <a:pt x="789733" y="360850"/>
                  </a:lnTo>
                  <a:lnTo>
                    <a:pt x="799482" y="343284"/>
                  </a:lnTo>
                  <a:lnTo>
                    <a:pt x="809232" y="377263"/>
                  </a:lnTo>
                  <a:lnTo>
                    <a:pt x="818982" y="405988"/>
                  </a:lnTo>
                  <a:lnTo>
                    <a:pt x="828732" y="406285"/>
                  </a:lnTo>
                  <a:lnTo>
                    <a:pt x="838482" y="391681"/>
                  </a:lnTo>
                  <a:lnTo>
                    <a:pt x="848232" y="361229"/>
                  </a:lnTo>
                  <a:lnTo>
                    <a:pt x="857982" y="338789"/>
                  </a:lnTo>
                  <a:lnTo>
                    <a:pt x="867732" y="330322"/>
                  </a:lnTo>
                  <a:lnTo>
                    <a:pt x="877482" y="310337"/>
                  </a:lnTo>
                  <a:lnTo>
                    <a:pt x="887231" y="313564"/>
                  </a:lnTo>
                  <a:lnTo>
                    <a:pt x="896981" y="323338"/>
                  </a:lnTo>
                  <a:lnTo>
                    <a:pt x="906730" y="326921"/>
                  </a:lnTo>
                  <a:lnTo>
                    <a:pt x="916480" y="364653"/>
                  </a:lnTo>
                  <a:lnTo>
                    <a:pt x="926230" y="343742"/>
                  </a:lnTo>
                  <a:lnTo>
                    <a:pt x="935979" y="336952"/>
                  </a:lnTo>
                  <a:lnTo>
                    <a:pt x="945729" y="351249"/>
                  </a:lnTo>
                  <a:lnTo>
                    <a:pt x="955479" y="337510"/>
                  </a:lnTo>
                  <a:lnTo>
                    <a:pt x="965229" y="346839"/>
                  </a:lnTo>
                  <a:lnTo>
                    <a:pt x="974979" y="349745"/>
                  </a:lnTo>
                  <a:lnTo>
                    <a:pt x="984729" y="322313"/>
                  </a:lnTo>
                  <a:lnTo>
                    <a:pt x="994474" y="320422"/>
                  </a:lnTo>
                  <a:lnTo>
                    <a:pt x="1004233" y="315888"/>
                  </a:lnTo>
                  <a:lnTo>
                    <a:pt x="1013977" y="334425"/>
                  </a:lnTo>
                  <a:lnTo>
                    <a:pt x="1023721" y="351452"/>
                  </a:lnTo>
                  <a:lnTo>
                    <a:pt x="1033480" y="318628"/>
                  </a:lnTo>
                  <a:lnTo>
                    <a:pt x="1043224" y="308492"/>
                  </a:lnTo>
                  <a:lnTo>
                    <a:pt x="1052983" y="308294"/>
                  </a:lnTo>
                  <a:lnTo>
                    <a:pt x="1062727" y="299076"/>
                  </a:lnTo>
                  <a:lnTo>
                    <a:pt x="1072471" y="296975"/>
                  </a:lnTo>
                  <a:lnTo>
                    <a:pt x="1082230" y="292607"/>
                  </a:lnTo>
                  <a:lnTo>
                    <a:pt x="1091973" y="268842"/>
                  </a:lnTo>
                  <a:lnTo>
                    <a:pt x="1101732" y="275081"/>
                  </a:lnTo>
                  <a:lnTo>
                    <a:pt x="1111476" y="312935"/>
                  </a:lnTo>
                  <a:lnTo>
                    <a:pt x="1121220" y="315946"/>
                  </a:lnTo>
                  <a:lnTo>
                    <a:pt x="1130979" y="333436"/>
                  </a:lnTo>
                  <a:lnTo>
                    <a:pt x="1140723" y="325950"/>
                  </a:lnTo>
                  <a:lnTo>
                    <a:pt x="1150482" y="364889"/>
                  </a:lnTo>
                  <a:lnTo>
                    <a:pt x="1160226" y="339956"/>
                  </a:lnTo>
                  <a:lnTo>
                    <a:pt x="1169969" y="326115"/>
                  </a:lnTo>
                  <a:lnTo>
                    <a:pt x="1179728" y="368176"/>
                  </a:lnTo>
                  <a:lnTo>
                    <a:pt x="1189472" y="351966"/>
                  </a:lnTo>
                  <a:lnTo>
                    <a:pt x="1199231" y="381494"/>
                  </a:lnTo>
                  <a:lnTo>
                    <a:pt x="1208975" y="368137"/>
                  </a:lnTo>
                  <a:lnTo>
                    <a:pt x="1218719" y="324033"/>
                  </a:lnTo>
                  <a:lnTo>
                    <a:pt x="1228478" y="351792"/>
                  </a:lnTo>
                  <a:lnTo>
                    <a:pt x="1238222" y="300173"/>
                  </a:lnTo>
                  <a:lnTo>
                    <a:pt x="1247966" y="296762"/>
                  </a:lnTo>
                  <a:lnTo>
                    <a:pt x="1257725" y="238825"/>
                  </a:lnTo>
                  <a:lnTo>
                    <a:pt x="1267469" y="205592"/>
                  </a:lnTo>
                  <a:lnTo>
                    <a:pt x="1277227" y="180409"/>
                  </a:lnTo>
                  <a:lnTo>
                    <a:pt x="1286971" y="172542"/>
                  </a:lnTo>
                  <a:lnTo>
                    <a:pt x="1296715" y="149924"/>
                  </a:lnTo>
                  <a:lnTo>
                    <a:pt x="1306474" y="183588"/>
                  </a:lnTo>
                  <a:lnTo>
                    <a:pt x="1316218" y="207112"/>
                  </a:lnTo>
                  <a:lnTo>
                    <a:pt x="1325977" y="218681"/>
                  </a:lnTo>
                  <a:lnTo>
                    <a:pt x="1335721" y="220614"/>
                  </a:lnTo>
                  <a:lnTo>
                    <a:pt x="1345465" y="216494"/>
                  </a:lnTo>
                  <a:lnTo>
                    <a:pt x="1355224" y="172396"/>
                  </a:lnTo>
                  <a:lnTo>
                    <a:pt x="1364967" y="178977"/>
                  </a:lnTo>
                  <a:lnTo>
                    <a:pt x="1374726" y="164801"/>
                  </a:lnTo>
                  <a:lnTo>
                    <a:pt x="1384470" y="164653"/>
                  </a:lnTo>
                  <a:lnTo>
                    <a:pt x="1394214" y="133391"/>
                  </a:lnTo>
                  <a:lnTo>
                    <a:pt x="1403973" y="123378"/>
                  </a:lnTo>
                  <a:lnTo>
                    <a:pt x="1413717" y="137060"/>
                  </a:lnTo>
                  <a:lnTo>
                    <a:pt x="1423476" y="116309"/>
                  </a:lnTo>
                  <a:lnTo>
                    <a:pt x="1433220" y="150909"/>
                  </a:lnTo>
                  <a:lnTo>
                    <a:pt x="1442964" y="162867"/>
                  </a:lnTo>
                  <a:lnTo>
                    <a:pt x="1452722" y="164296"/>
                  </a:lnTo>
                  <a:lnTo>
                    <a:pt x="1462466" y="150323"/>
                  </a:lnTo>
                  <a:lnTo>
                    <a:pt x="1472225" y="147962"/>
                  </a:lnTo>
                  <a:lnTo>
                    <a:pt x="1481969" y="148902"/>
                  </a:lnTo>
                  <a:lnTo>
                    <a:pt x="1491713" y="153588"/>
                  </a:lnTo>
                  <a:lnTo>
                    <a:pt x="1501472" y="136357"/>
                  </a:lnTo>
                  <a:lnTo>
                    <a:pt x="1511216" y="142693"/>
                  </a:lnTo>
                  <a:lnTo>
                    <a:pt x="1520960" y="169077"/>
                  </a:lnTo>
                  <a:lnTo>
                    <a:pt x="1530719" y="145293"/>
                  </a:lnTo>
                  <a:lnTo>
                    <a:pt x="1540463" y="138014"/>
                  </a:lnTo>
                  <a:lnTo>
                    <a:pt x="1550221" y="127611"/>
                  </a:lnTo>
                  <a:lnTo>
                    <a:pt x="1559965" y="135491"/>
                  </a:lnTo>
                  <a:lnTo>
                    <a:pt x="1569709" y="130558"/>
                  </a:lnTo>
                  <a:lnTo>
                    <a:pt x="1579468" y="134162"/>
                  </a:lnTo>
                  <a:lnTo>
                    <a:pt x="1589212" y="124348"/>
                  </a:lnTo>
                  <a:lnTo>
                    <a:pt x="1598971" y="164383"/>
                  </a:lnTo>
                  <a:lnTo>
                    <a:pt x="1608715" y="181715"/>
                  </a:lnTo>
                  <a:lnTo>
                    <a:pt x="1618459" y="189658"/>
                  </a:lnTo>
                  <a:lnTo>
                    <a:pt x="1628218" y="179211"/>
                  </a:lnTo>
                  <a:lnTo>
                    <a:pt x="1637962" y="176031"/>
                  </a:lnTo>
                  <a:lnTo>
                    <a:pt x="1647720" y="175455"/>
                  </a:lnTo>
                  <a:lnTo>
                    <a:pt x="1657464" y="186251"/>
                  </a:lnTo>
                  <a:lnTo>
                    <a:pt x="1667208" y="167031"/>
                  </a:lnTo>
                  <a:lnTo>
                    <a:pt x="1676967" y="170024"/>
                  </a:lnTo>
                  <a:lnTo>
                    <a:pt x="1686711" y="130594"/>
                  </a:lnTo>
                  <a:lnTo>
                    <a:pt x="1696470" y="98077"/>
                  </a:lnTo>
                  <a:lnTo>
                    <a:pt x="1706214" y="83294"/>
                  </a:lnTo>
                  <a:lnTo>
                    <a:pt x="1715958" y="80134"/>
                  </a:lnTo>
                  <a:lnTo>
                    <a:pt x="1725716" y="86229"/>
                  </a:lnTo>
                  <a:lnTo>
                    <a:pt x="1735460" y="58765"/>
                  </a:lnTo>
                  <a:lnTo>
                    <a:pt x="1745219" y="65496"/>
                  </a:lnTo>
                  <a:lnTo>
                    <a:pt x="1754963" y="106046"/>
                  </a:lnTo>
                  <a:lnTo>
                    <a:pt x="1764707" y="96785"/>
                  </a:lnTo>
                  <a:lnTo>
                    <a:pt x="1774466" y="95033"/>
                  </a:lnTo>
                  <a:lnTo>
                    <a:pt x="1784210" y="109895"/>
                  </a:lnTo>
                  <a:lnTo>
                    <a:pt x="1793969" y="110889"/>
                  </a:lnTo>
                  <a:lnTo>
                    <a:pt x="1803713" y="110702"/>
                  </a:lnTo>
                  <a:lnTo>
                    <a:pt x="1813457" y="118381"/>
                  </a:lnTo>
                  <a:lnTo>
                    <a:pt x="1823215" y="135535"/>
                  </a:lnTo>
                  <a:lnTo>
                    <a:pt x="1832959" y="164725"/>
                  </a:lnTo>
                  <a:lnTo>
                    <a:pt x="1842703" y="162026"/>
                  </a:lnTo>
                  <a:lnTo>
                    <a:pt x="1852462" y="154724"/>
                  </a:lnTo>
                  <a:lnTo>
                    <a:pt x="1862206" y="160258"/>
                  </a:lnTo>
                  <a:lnTo>
                    <a:pt x="1871965" y="153054"/>
                  </a:lnTo>
                  <a:lnTo>
                    <a:pt x="1881709" y="169392"/>
                  </a:lnTo>
                  <a:lnTo>
                    <a:pt x="1891453" y="170191"/>
                  </a:lnTo>
                  <a:lnTo>
                    <a:pt x="1901212" y="163166"/>
                  </a:lnTo>
                  <a:lnTo>
                    <a:pt x="1910956" y="179673"/>
                  </a:lnTo>
                  <a:lnTo>
                    <a:pt x="1920714" y="157995"/>
                  </a:lnTo>
                  <a:lnTo>
                    <a:pt x="1930458" y="167503"/>
                  </a:lnTo>
                  <a:lnTo>
                    <a:pt x="1940202" y="168554"/>
                  </a:lnTo>
                  <a:lnTo>
                    <a:pt x="1949961" y="153638"/>
                  </a:lnTo>
                  <a:lnTo>
                    <a:pt x="1959705" y="111979"/>
                  </a:lnTo>
                  <a:lnTo>
                    <a:pt x="1969464" y="103873"/>
                  </a:lnTo>
                  <a:lnTo>
                    <a:pt x="1979208" y="116450"/>
                  </a:lnTo>
                  <a:lnTo>
                    <a:pt x="1988952" y="112250"/>
                  </a:lnTo>
                  <a:lnTo>
                    <a:pt x="1998711" y="84817"/>
                  </a:lnTo>
                  <a:lnTo>
                    <a:pt x="2008454" y="44205"/>
                  </a:lnTo>
                  <a:lnTo>
                    <a:pt x="2018213" y="26061"/>
                  </a:lnTo>
                  <a:lnTo>
                    <a:pt x="2027957" y="30623"/>
                  </a:lnTo>
                  <a:lnTo>
                    <a:pt x="2037701" y="23369"/>
                  </a:lnTo>
                  <a:lnTo>
                    <a:pt x="2047460" y="12982"/>
                  </a:lnTo>
                  <a:lnTo>
                    <a:pt x="2057204" y="16399"/>
                  </a:lnTo>
                  <a:lnTo>
                    <a:pt x="2066963" y="31568"/>
                  </a:lnTo>
                  <a:lnTo>
                    <a:pt x="2076707" y="35218"/>
                  </a:lnTo>
                  <a:lnTo>
                    <a:pt x="2086451" y="95641"/>
                  </a:lnTo>
                  <a:lnTo>
                    <a:pt x="2096210" y="133131"/>
                  </a:lnTo>
                  <a:lnTo>
                    <a:pt x="2105954" y="101431"/>
                  </a:lnTo>
                  <a:lnTo>
                    <a:pt x="2115697" y="88673"/>
                  </a:lnTo>
                  <a:lnTo>
                    <a:pt x="2125456" y="87725"/>
                  </a:lnTo>
                  <a:lnTo>
                    <a:pt x="2135200" y="120589"/>
                  </a:lnTo>
                  <a:lnTo>
                    <a:pt x="2144959" y="103293"/>
                  </a:lnTo>
                  <a:lnTo>
                    <a:pt x="2154703" y="111389"/>
                  </a:lnTo>
                  <a:lnTo>
                    <a:pt x="2164447" y="103234"/>
                  </a:lnTo>
                  <a:lnTo>
                    <a:pt x="2174206" y="86267"/>
                  </a:lnTo>
                  <a:lnTo>
                    <a:pt x="2183950" y="105361"/>
                  </a:lnTo>
                  <a:lnTo>
                    <a:pt x="2193709" y="123659"/>
                  </a:lnTo>
                  <a:lnTo>
                    <a:pt x="2203452" y="126212"/>
                  </a:lnTo>
                  <a:lnTo>
                    <a:pt x="2213196" y="147659"/>
                  </a:lnTo>
                  <a:lnTo>
                    <a:pt x="2222955" y="124633"/>
                  </a:lnTo>
                  <a:lnTo>
                    <a:pt x="2232699" y="141211"/>
                  </a:lnTo>
                  <a:lnTo>
                    <a:pt x="2242458" y="142561"/>
                  </a:lnTo>
                  <a:lnTo>
                    <a:pt x="2252202" y="161614"/>
                  </a:lnTo>
                  <a:lnTo>
                    <a:pt x="2261946" y="145772"/>
                  </a:lnTo>
                  <a:lnTo>
                    <a:pt x="2271705" y="158944"/>
                  </a:lnTo>
                  <a:lnTo>
                    <a:pt x="2281449" y="163506"/>
                  </a:lnTo>
                  <a:lnTo>
                    <a:pt x="2291208" y="145803"/>
                  </a:lnTo>
                  <a:lnTo>
                    <a:pt x="2300951" y="143747"/>
                  </a:lnTo>
                  <a:lnTo>
                    <a:pt x="2310695" y="131975"/>
                  </a:lnTo>
                  <a:lnTo>
                    <a:pt x="2320454" y="135284"/>
                  </a:lnTo>
                  <a:lnTo>
                    <a:pt x="2330198" y="144560"/>
                  </a:lnTo>
                  <a:lnTo>
                    <a:pt x="2339957" y="169965"/>
                  </a:lnTo>
                  <a:lnTo>
                    <a:pt x="2349701" y="176349"/>
                  </a:lnTo>
                  <a:lnTo>
                    <a:pt x="2359445" y="161202"/>
                  </a:lnTo>
                  <a:lnTo>
                    <a:pt x="2369204" y="147473"/>
                  </a:lnTo>
                  <a:lnTo>
                    <a:pt x="2378948" y="151794"/>
                  </a:lnTo>
                  <a:lnTo>
                    <a:pt x="2388692" y="126915"/>
                  </a:lnTo>
                  <a:lnTo>
                    <a:pt x="2398450" y="113205"/>
                  </a:lnTo>
                  <a:lnTo>
                    <a:pt x="2408194" y="105036"/>
                  </a:lnTo>
                  <a:lnTo>
                    <a:pt x="2417953" y="121218"/>
                  </a:lnTo>
                  <a:lnTo>
                    <a:pt x="2427697" y="118326"/>
                  </a:lnTo>
                  <a:lnTo>
                    <a:pt x="2437441" y="109659"/>
                  </a:lnTo>
                  <a:lnTo>
                    <a:pt x="2447200" y="75569"/>
                  </a:lnTo>
                  <a:lnTo>
                    <a:pt x="2456944" y="41549"/>
                  </a:lnTo>
                  <a:lnTo>
                    <a:pt x="2466703" y="38082"/>
                  </a:lnTo>
                  <a:lnTo>
                    <a:pt x="2476446" y="33262"/>
                  </a:lnTo>
                  <a:lnTo>
                    <a:pt x="2486190" y="52862"/>
                  </a:lnTo>
                  <a:lnTo>
                    <a:pt x="2495949" y="21067"/>
                  </a:lnTo>
                  <a:lnTo>
                    <a:pt x="2505693" y="764"/>
                  </a:lnTo>
                  <a:lnTo>
                    <a:pt x="2515452" y="0"/>
                  </a:lnTo>
                  <a:lnTo>
                    <a:pt x="2525196" y="13011"/>
                  </a:lnTo>
                  <a:lnTo>
                    <a:pt x="2534940" y="25065"/>
                  </a:lnTo>
                  <a:lnTo>
                    <a:pt x="2544699" y="67917"/>
                  </a:lnTo>
                  <a:lnTo>
                    <a:pt x="2554443" y="23946"/>
                  </a:lnTo>
                  <a:lnTo>
                    <a:pt x="2564202" y="76347"/>
                  </a:lnTo>
                  <a:lnTo>
                    <a:pt x="2573946" y="56533"/>
                  </a:lnTo>
                  <a:lnTo>
                    <a:pt x="2583690" y="75563"/>
                  </a:lnTo>
                  <a:lnTo>
                    <a:pt x="2593448" y="109881"/>
                  </a:lnTo>
                  <a:lnTo>
                    <a:pt x="2603192" y="83817"/>
                  </a:lnTo>
                  <a:lnTo>
                    <a:pt x="2612951" y="96052"/>
                  </a:lnTo>
                  <a:lnTo>
                    <a:pt x="2622695" y="146338"/>
                  </a:lnTo>
                  <a:lnTo>
                    <a:pt x="2632439" y="166766"/>
                  </a:lnTo>
                  <a:lnTo>
                    <a:pt x="2642198" y="156704"/>
                  </a:lnTo>
                  <a:lnTo>
                    <a:pt x="2651942" y="172804"/>
                  </a:lnTo>
                  <a:lnTo>
                    <a:pt x="2661685" y="155501"/>
                  </a:lnTo>
                  <a:lnTo>
                    <a:pt x="2671444" y="167415"/>
                  </a:lnTo>
                  <a:lnTo>
                    <a:pt x="2681188" y="186342"/>
                  </a:lnTo>
                  <a:lnTo>
                    <a:pt x="2690947" y="217422"/>
                  </a:lnTo>
                  <a:lnTo>
                    <a:pt x="2700691" y="241729"/>
                  </a:lnTo>
                  <a:lnTo>
                    <a:pt x="2710435" y="260425"/>
                  </a:lnTo>
                  <a:lnTo>
                    <a:pt x="2720194" y="265811"/>
                  </a:lnTo>
                  <a:lnTo>
                    <a:pt x="2729938" y="265410"/>
                  </a:lnTo>
                  <a:lnTo>
                    <a:pt x="2739697" y="228783"/>
                  </a:lnTo>
                  <a:lnTo>
                    <a:pt x="2749441" y="217090"/>
                  </a:lnTo>
                  <a:lnTo>
                    <a:pt x="2759185" y="193344"/>
                  </a:lnTo>
                  <a:lnTo>
                    <a:pt x="2768943" y="156706"/>
                  </a:lnTo>
                  <a:lnTo>
                    <a:pt x="2778687" y="136488"/>
                  </a:lnTo>
                  <a:lnTo>
                    <a:pt x="2788446" y="139516"/>
                  </a:lnTo>
                  <a:lnTo>
                    <a:pt x="2798190" y="114156"/>
                  </a:lnTo>
                  <a:lnTo>
                    <a:pt x="2807934" y="68698"/>
                  </a:lnTo>
                  <a:lnTo>
                    <a:pt x="2817693" y="101040"/>
                  </a:lnTo>
                  <a:lnTo>
                    <a:pt x="2827437" y="75928"/>
                  </a:lnTo>
                  <a:lnTo>
                    <a:pt x="2837196" y="64429"/>
                  </a:lnTo>
                  <a:lnTo>
                    <a:pt x="2846940" y="60900"/>
                  </a:lnTo>
                  <a:lnTo>
                    <a:pt x="2856684" y="60073"/>
                  </a:lnTo>
                  <a:lnTo>
                    <a:pt x="2866442" y="110364"/>
                  </a:lnTo>
                  <a:lnTo>
                    <a:pt x="2876186" y="130049"/>
                  </a:lnTo>
                  <a:lnTo>
                    <a:pt x="2885945" y="136125"/>
                  </a:lnTo>
                  <a:lnTo>
                    <a:pt x="2895689" y="151962"/>
                  </a:lnTo>
                  <a:lnTo>
                    <a:pt x="2905433" y="127613"/>
                  </a:lnTo>
                  <a:lnTo>
                    <a:pt x="2915192" y="14426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8" name="Freeform 987">
              <a:extLst>
                <a:ext uri="{FF2B5EF4-FFF2-40B4-BE49-F238E27FC236}">
                  <a16:creationId xmlns:a16="http://schemas.microsoft.com/office/drawing/2014/main" id="{62C8951C-00CD-EC16-E53E-179FE19988C0}"/>
                </a:ext>
              </a:extLst>
            </p:cNvPr>
            <p:cNvSpPr/>
            <p:nvPr/>
          </p:nvSpPr>
          <p:spPr>
            <a:xfrm>
              <a:off x="4426652" y="3382360"/>
              <a:ext cx="2915191" cy="501669"/>
            </a:xfrm>
            <a:custGeom>
              <a:avLst/>
              <a:gdLst>
                <a:gd name="connsiteX0" fmla="*/ 0 w 2915191"/>
                <a:gd name="connsiteY0" fmla="*/ 421075 h 501669"/>
                <a:gd name="connsiteX1" fmla="*/ 9750 w 2915191"/>
                <a:gd name="connsiteY1" fmla="*/ 401410 h 501669"/>
                <a:gd name="connsiteX2" fmla="*/ 19500 w 2915191"/>
                <a:gd name="connsiteY2" fmla="*/ 417392 h 501669"/>
                <a:gd name="connsiteX3" fmla="*/ 29250 w 2915191"/>
                <a:gd name="connsiteY3" fmla="*/ 400689 h 501669"/>
                <a:gd name="connsiteX4" fmla="*/ 39000 w 2915191"/>
                <a:gd name="connsiteY4" fmla="*/ 425338 h 501669"/>
                <a:gd name="connsiteX5" fmla="*/ 48749 w 2915191"/>
                <a:gd name="connsiteY5" fmla="*/ 408806 h 501669"/>
                <a:gd name="connsiteX6" fmla="*/ 58499 w 2915191"/>
                <a:gd name="connsiteY6" fmla="*/ 401051 h 501669"/>
                <a:gd name="connsiteX7" fmla="*/ 68249 w 2915191"/>
                <a:gd name="connsiteY7" fmla="*/ 412986 h 501669"/>
                <a:gd name="connsiteX8" fmla="*/ 77998 w 2915191"/>
                <a:gd name="connsiteY8" fmla="*/ 382813 h 501669"/>
                <a:gd name="connsiteX9" fmla="*/ 87748 w 2915191"/>
                <a:gd name="connsiteY9" fmla="*/ 370334 h 501669"/>
                <a:gd name="connsiteX10" fmla="*/ 97497 w 2915191"/>
                <a:gd name="connsiteY10" fmla="*/ 344552 h 501669"/>
                <a:gd name="connsiteX11" fmla="*/ 107247 w 2915191"/>
                <a:gd name="connsiteY11" fmla="*/ 349828 h 501669"/>
                <a:gd name="connsiteX12" fmla="*/ 116997 w 2915191"/>
                <a:gd name="connsiteY12" fmla="*/ 326027 h 501669"/>
                <a:gd name="connsiteX13" fmla="*/ 126747 w 2915191"/>
                <a:gd name="connsiteY13" fmla="*/ 306053 h 501669"/>
                <a:gd name="connsiteX14" fmla="*/ 136497 w 2915191"/>
                <a:gd name="connsiteY14" fmla="*/ 297454 h 501669"/>
                <a:gd name="connsiteX15" fmla="*/ 146247 w 2915191"/>
                <a:gd name="connsiteY15" fmla="*/ 326389 h 501669"/>
                <a:gd name="connsiteX16" fmla="*/ 155997 w 2915191"/>
                <a:gd name="connsiteY16" fmla="*/ 305300 h 501669"/>
                <a:gd name="connsiteX17" fmla="*/ 165747 w 2915191"/>
                <a:gd name="connsiteY17" fmla="*/ 302665 h 501669"/>
                <a:gd name="connsiteX18" fmla="*/ 175497 w 2915191"/>
                <a:gd name="connsiteY18" fmla="*/ 329229 h 501669"/>
                <a:gd name="connsiteX19" fmla="*/ 185247 w 2915191"/>
                <a:gd name="connsiteY19" fmla="*/ 335522 h 501669"/>
                <a:gd name="connsiteX20" fmla="*/ 194996 w 2915191"/>
                <a:gd name="connsiteY20" fmla="*/ 306950 h 501669"/>
                <a:gd name="connsiteX21" fmla="*/ 204746 w 2915191"/>
                <a:gd name="connsiteY21" fmla="*/ 305891 h 501669"/>
                <a:gd name="connsiteX22" fmla="*/ 214495 w 2915191"/>
                <a:gd name="connsiteY22" fmla="*/ 308343 h 501669"/>
                <a:gd name="connsiteX23" fmla="*/ 224245 w 2915191"/>
                <a:gd name="connsiteY23" fmla="*/ 345740 h 501669"/>
                <a:gd name="connsiteX24" fmla="*/ 233995 w 2915191"/>
                <a:gd name="connsiteY24" fmla="*/ 363428 h 501669"/>
                <a:gd name="connsiteX25" fmla="*/ 243744 w 2915191"/>
                <a:gd name="connsiteY25" fmla="*/ 363452 h 501669"/>
                <a:gd name="connsiteX26" fmla="*/ 253494 w 2915191"/>
                <a:gd name="connsiteY26" fmla="*/ 347979 h 501669"/>
                <a:gd name="connsiteX27" fmla="*/ 263244 w 2915191"/>
                <a:gd name="connsiteY27" fmla="*/ 324924 h 501669"/>
                <a:gd name="connsiteX28" fmla="*/ 272994 w 2915191"/>
                <a:gd name="connsiteY28" fmla="*/ 325611 h 501669"/>
                <a:gd name="connsiteX29" fmla="*/ 282744 w 2915191"/>
                <a:gd name="connsiteY29" fmla="*/ 289973 h 501669"/>
                <a:gd name="connsiteX30" fmla="*/ 292494 w 2915191"/>
                <a:gd name="connsiteY30" fmla="*/ 287129 h 501669"/>
                <a:gd name="connsiteX31" fmla="*/ 302244 w 2915191"/>
                <a:gd name="connsiteY31" fmla="*/ 273678 h 501669"/>
                <a:gd name="connsiteX32" fmla="*/ 311994 w 2915191"/>
                <a:gd name="connsiteY32" fmla="*/ 277832 h 501669"/>
                <a:gd name="connsiteX33" fmla="*/ 321744 w 2915191"/>
                <a:gd name="connsiteY33" fmla="*/ 250728 h 501669"/>
                <a:gd name="connsiteX34" fmla="*/ 331493 w 2915191"/>
                <a:gd name="connsiteY34" fmla="*/ 222726 h 501669"/>
                <a:gd name="connsiteX35" fmla="*/ 341243 w 2915191"/>
                <a:gd name="connsiteY35" fmla="*/ 202951 h 501669"/>
                <a:gd name="connsiteX36" fmla="*/ 350993 w 2915191"/>
                <a:gd name="connsiteY36" fmla="*/ 149537 h 501669"/>
                <a:gd name="connsiteX37" fmla="*/ 360742 w 2915191"/>
                <a:gd name="connsiteY37" fmla="*/ 98138 h 501669"/>
                <a:gd name="connsiteX38" fmla="*/ 370492 w 2915191"/>
                <a:gd name="connsiteY38" fmla="*/ 104595 h 501669"/>
                <a:gd name="connsiteX39" fmla="*/ 380241 w 2915191"/>
                <a:gd name="connsiteY39" fmla="*/ 116310 h 501669"/>
                <a:gd name="connsiteX40" fmla="*/ 389991 w 2915191"/>
                <a:gd name="connsiteY40" fmla="*/ 96164 h 501669"/>
                <a:gd name="connsiteX41" fmla="*/ 399741 w 2915191"/>
                <a:gd name="connsiteY41" fmla="*/ 90519 h 501669"/>
                <a:gd name="connsiteX42" fmla="*/ 409491 w 2915191"/>
                <a:gd name="connsiteY42" fmla="*/ 75518 h 501669"/>
                <a:gd name="connsiteX43" fmla="*/ 419241 w 2915191"/>
                <a:gd name="connsiteY43" fmla="*/ 67697 h 501669"/>
                <a:gd name="connsiteX44" fmla="*/ 428991 w 2915191"/>
                <a:gd name="connsiteY44" fmla="*/ 73106 h 501669"/>
                <a:gd name="connsiteX45" fmla="*/ 438741 w 2915191"/>
                <a:gd name="connsiteY45" fmla="*/ 65813 h 501669"/>
                <a:gd name="connsiteX46" fmla="*/ 448491 w 2915191"/>
                <a:gd name="connsiteY46" fmla="*/ 67524 h 501669"/>
                <a:gd name="connsiteX47" fmla="*/ 458241 w 2915191"/>
                <a:gd name="connsiteY47" fmla="*/ 97581 h 501669"/>
                <a:gd name="connsiteX48" fmla="*/ 467991 w 2915191"/>
                <a:gd name="connsiteY48" fmla="*/ 91165 h 501669"/>
                <a:gd name="connsiteX49" fmla="*/ 477740 w 2915191"/>
                <a:gd name="connsiteY49" fmla="*/ 88531 h 501669"/>
                <a:gd name="connsiteX50" fmla="*/ 487490 w 2915191"/>
                <a:gd name="connsiteY50" fmla="*/ 66235 h 501669"/>
                <a:gd name="connsiteX51" fmla="*/ 497239 w 2915191"/>
                <a:gd name="connsiteY51" fmla="*/ 63015 h 501669"/>
                <a:gd name="connsiteX52" fmla="*/ 506989 w 2915191"/>
                <a:gd name="connsiteY52" fmla="*/ 101723 h 501669"/>
                <a:gd name="connsiteX53" fmla="*/ 516738 w 2915191"/>
                <a:gd name="connsiteY53" fmla="*/ 74681 h 501669"/>
                <a:gd name="connsiteX54" fmla="*/ 526488 w 2915191"/>
                <a:gd name="connsiteY54" fmla="*/ 66435 h 501669"/>
                <a:gd name="connsiteX55" fmla="*/ 536238 w 2915191"/>
                <a:gd name="connsiteY55" fmla="*/ 91069 h 501669"/>
                <a:gd name="connsiteX56" fmla="*/ 545988 w 2915191"/>
                <a:gd name="connsiteY56" fmla="*/ 80513 h 501669"/>
                <a:gd name="connsiteX57" fmla="*/ 555738 w 2915191"/>
                <a:gd name="connsiteY57" fmla="*/ 73804 h 501669"/>
                <a:gd name="connsiteX58" fmla="*/ 565488 w 2915191"/>
                <a:gd name="connsiteY58" fmla="*/ 53548 h 501669"/>
                <a:gd name="connsiteX59" fmla="*/ 575238 w 2915191"/>
                <a:gd name="connsiteY59" fmla="*/ 63191 h 501669"/>
                <a:gd name="connsiteX60" fmla="*/ 584988 w 2915191"/>
                <a:gd name="connsiteY60" fmla="*/ 59198 h 501669"/>
                <a:gd name="connsiteX61" fmla="*/ 594738 w 2915191"/>
                <a:gd name="connsiteY61" fmla="*/ 93460 h 501669"/>
                <a:gd name="connsiteX62" fmla="*/ 604488 w 2915191"/>
                <a:gd name="connsiteY62" fmla="*/ 78640 h 501669"/>
                <a:gd name="connsiteX63" fmla="*/ 614237 w 2915191"/>
                <a:gd name="connsiteY63" fmla="*/ 84577 h 501669"/>
                <a:gd name="connsiteX64" fmla="*/ 623987 w 2915191"/>
                <a:gd name="connsiteY64" fmla="*/ 76712 h 501669"/>
                <a:gd name="connsiteX65" fmla="*/ 633736 w 2915191"/>
                <a:gd name="connsiteY65" fmla="*/ 75088 h 501669"/>
                <a:gd name="connsiteX66" fmla="*/ 643486 w 2915191"/>
                <a:gd name="connsiteY66" fmla="*/ 76496 h 501669"/>
                <a:gd name="connsiteX67" fmla="*/ 653236 w 2915191"/>
                <a:gd name="connsiteY67" fmla="*/ 48727 h 501669"/>
                <a:gd name="connsiteX68" fmla="*/ 662985 w 2915191"/>
                <a:gd name="connsiteY68" fmla="*/ 39567 h 501669"/>
                <a:gd name="connsiteX69" fmla="*/ 672735 w 2915191"/>
                <a:gd name="connsiteY69" fmla="*/ 0 h 501669"/>
                <a:gd name="connsiteX70" fmla="*/ 682485 w 2915191"/>
                <a:gd name="connsiteY70" fmla="*/ 23451 h 501669"/>
                <a:gd name="connsiteX71" fmla="*/ 692235 w 2915191"/>
                <a:gd name="connsiteY71" fmla="*/ 8160 h 501669"/>
                <a:gd name="connsiteX72" fmla="*/ 701985 w 2915191"/>
                <a:gd name="connsiteY72" fmla="*/ 4872 h 501669"/>
                <a:gd name="connsiteX73" fmla="*/ 711735 w 2915191"/>
                <a:gd name="connsiteY73" fmla="*/ 66920 h 501669"/>
                <a:gd name="connsiteX74" fmla="*/ 721485 w 2915191"/>
                <a:gd name="connsiteY74" fmla="*/ 57285 h 501669"/>
                <a:gd name="connsiteX75" fmla="*/ 731235 w 2915191"/>
                <a:gd name="connsiteY75" fmla="*/ 58128 h 501669"/>
                <a:gd name="connsiteX76" fmla="*/ 740985 w 2915191"/>
                <a:gd name="connsiteY76" fmla="*/ 74155 h 501669"/>
                <a:gd name="connsiteX77" fmla="*/ 750734 w 2915191"/>
                <a:gd name="connsiteY77" fmla="*/ 93333 h 501669"/>
                <a:gd name="connsiteX78" fmla="*/ 760484 w 2915191"/>
                <a:gd name="connsiteY78" fmla="*/ 108958 h 501669"/>
                <a:gd name="connsiteX79" fmla="*/ 770233 w 2915191"/>
                <a:gd name="connsiteY79" fmla="*/ 126114 h 501669"/>
                <a:gd name="connsiteX80" fmla="*/ 779983 w 2915191"/>
                <a:gd name="connsiteY80" fmla="*/ 119350 h 501669"/>
                <a:gd name="connsiteX81" fmla="*/ 789733 w 2915191"/>
                <a:gd name="connsiteY81" fmla="*/ 104110 h 501669"/>
                <a:gd name="connsiteX82" fmla="*/ 799482 w 2915191"/>
                <a:gd name="connsiteY82" fmla="*/ 103678 h 501669"/>
                <a:gd name="connsiteX83" fmla="*/ 809232 w 2915191"/>
                <a:gd name="connsiteY83" fmla="*/ 77923 h 501669"/>
                <a:gd name="connsiteX84" fmla="*/ 818982 w 2915191"/>
                <a:gd name="connsiteY84" fmla="*/ 58049 h 501669"/>
                <a:gd name="connsiteX85" fmla="*/ 828732 w 2915191"/>
                <a:gd name="connsiteY85" fmla="*/ 55919 h 501669"/>
                <a:gd name="connsiteX86" fmla="*/ 838482 w 2915191"/>
                <a:gd name="connsiteY86" fmla="*/ 16764 h 501669"/>
                <a:gd name="connsiteX87" fmla="*/ 848232 w 2915191"/>
                <a:gd name="connsiteY87" fmla="*/ 19641 h 501669"/>
                <a:gd name="connsiteX88" fmla="*/ 857982 w 2915191"/>
                <a:gd name="connsiteY88" fmla="*/ 839 h 501669"/>
                <a:gd name="connsiteX89" fmla="*/ 867732 w 2915191"/>
                <a:gd name="connsiteY89" fmla="*/ 22147 h 501669"/>
                <a:gd name="connsiteX90" fmla="*/ 877482 w 2915191"/>
                <a:gd name="connsiteY90" fmla="*/ 25093 h 501669"/>
                <a:gd name="connsiteX91" fmla="*/ 887231 w 2915191"/>
                <a:gd name="connsiteY91" fmla="*/ 37948 h 501669"/>
                <a:gd name="connsiteX92" fmla="*/ 896981 w 2915191"/>
                <a:gd name="connsiteY92" fmla="*/ 61075 h 501669"/>
                <a:gd name="connsiteX93" fmla="*/ 906730 w 2915191"/>
                <a:gd name="connsiteY93" fmla="*/ 71831 h 501669"/>
                <a:gd name="connsiteX94" fmla="*/ 916480 w 2915191"/>
                <a:gd name="connsiteY94" fmla="*/ 74483 h 501669"/>
                <a:gd name="connsiteX95" fmla="*/ 926230 w 2915191"/>
                <a:gd name="connsiteY95" fmla="*/ 81033 h 501669"/>
                <a:gd name="connsiteX96" fmla="*/ 935979 w 2915191"/>
                <a:gd name="connsiteY96" fmla="*/ 91341 h 501669"/>
                <a:gd name="connsiteX97" fmla="*/ 945729 w 2915191"/>
                <a:gd name="connsiteY97" fmla="*/ 94728 h 501669"/>
                <a:gd name="connsiteX98" fmla="*/ 955479 w 2915191"/>
                <a:gd name="connsiteY98" fmla="*/ 86296 h 501669"/>
                <a:gd name="connsiteX99" fmla="*/ 965229 w 2915191"/>
                <a:gd name="connsiteY99" fmla="*/ 84655 h 501669"/>
                <a:gd name="connsiteX100" fmla="*/ 974979 w 2915191"/>
                <a:gd name="connsiteY100" fmla="*/ 93730 h 501669"/>
                <a:gd name="connsiteX101" fmla="*/ 984729 w 2915191"/>
                <a:gd name="connsiteY101" fmla="*/ 121366 h 501669"/>
                <a:gd name="connsiteX102" fmla="*/ 994474 w 2915191"/>
                <a:gd name="connsiteY102" fmla="*/ 139931 h 501669"/>
                <a:gd name="connsiteX103" fmla="*/ 1004233 w 2915191"/>
                <a:gd name="connsiteY103" fmla="*/ 136095 h 501669"/>
                <a:gd name="connsiteX104" fmla="*/ 1013977 w 2915191"/>
                <a:gd name="connsiteY104" fmla="*/ 106677 h 501669"/>
                <a:gd name="connsiteX105" fmla="*/ 1023721 w 2915191"/>
                <a:gd name="connsiteY105" fmla="*/ 92728 h 501669"/>
                <a:gd name="connsiteX106" fmla="*/ 1033480 w 2915191"/>
                <a:gd name="connsiteY106" fmla="*/ 111808 h 501669"/>
                <a:gd name="connsiteX107" fmla="*/ 1043224 w 2915191"/>
                <a:gd name="connsiteY107" fmla="*/ 129459 h 501669"/>
                <a:gd name="connsiteX108" fmla="*/ 1052983 w 2915191"/>
                <a:gd name="connsiteY108" fmla="*/ 151910 h 501669"/>
                <a:gd name="connsiteX109" fmla="*/ 1062727 w 2915191"/>
                <a:gd name="connsiteY109" fmla="*/ 190822 h 501669"/>
                <a:gd name="connsiteX110" fmla="*/ 1072471 w 2915191"/>
                <a:gd name="connsiteY110" fmla="*/ 209697 h 501669"/>
                <a:gd name="connsiteX111" fmla="*/ 1082230 w 2915191"/>
                <a:gd name="connsiteY111" fmla="*/ 184755 h 501669"/>
                <a:gd name="connsiteX112" fmla="*/ 1091973 w 2915191"/>
                <a:gd name="connsiteY112" fmla="*/ 215943 h 501669"/>
                <a:gd name="connsiteX113" fmla="*/ 1101732 w 2915191"/>
                <a:gd name="connsiteY113" fmla="*/ 240236 h 501669"/>
                <a:gd name="connsiteX114" fmla="*/ 1111476 w 2915191"/>
                <a:gd name="connsiteY114" fmla="*/ 284658 h 501669"/>
                <a:gd name="connsiteX115" fmla="*/ 1121220 w 2915191"/>
                <a:gd name="connsiteY115" fmla="*/ 290438 h 501669"/>
                <a:gd name="connsiteX116" fmla="*/ 1130979 w 2915191"/>
                <a:gd name="connsiteY116" fmla="*/ 304149 h 501669"/>
                <a:gd name="connsiteX117" fmla="*/ 1140723 w 2915191"/>
                <a:gd name="connsiteY117" fmla="*/ 298726 h 501669"/>
                <a:gd name="connsiteX118" fmla="*/ 1150482 w 2915191"/>
                <a:gd name="connsiteY118" fmla="*/ 308923 h 501669"/>
                <a:gd name="connsiteX119" fmla="*/ 1160226 w 2915191"/>
                <a:gd name="connsiteY119" fmla="*/ 334311 h 501669"/>
                <a:gd name="connsiteX120" fmla="*/ 1169969 w 2915191"/>
                <a:gd name="connsiteY120" fmla="*/ 308668 h 501669"/>
                <a:gd name="connsiteX121" fmla="*/ 1179728 w 2915191"/>
                <a:gd name="connsiteY121" fmla="*/ 326325 h 501669"/>
                <a:gd name="connsiteX122" fmla="*/ 1189472 w 2915191"/>
                <a:gd name="connsiteY122" fmla="*/ 303033 h 501669"/>
                <a:gd name="connsiteX123" fmla="*/ 1199231 w 2915191"/>
                <a:gd name="connsiteY123" fmla="*/ 279629 h 501669"/>
                <a:gd name="connsiteX124" fmla="*/ 1208975 w 2915191"/>
                <a:gd name="connsiteY124" fmla="*/ 297711 h 501669"/>
                <a:gd name="connsiteX125" fmla="*/ 1218719 w 2915191"/>
                <a:gd name="connsiteY125" fmla="*/ 284919 h 501669"/>
                <a:gd name="connsiteX126" fmla="*/ 1228478 w 2915191"/>
                <a:gd name="connsiteY126" fmla="*/ 312237 h 501669"/>
                <a:gd name="connsiteX127" fmla="*/ 1238222 w 2915191"/>
                <a:gd name="connsiteY127" fmla="*/ 305337 h 501669"/>
                <a:gd name="connsiteX128" fmla="*/ 1247966 w 2915191"/>
                <a:gd name="connsiteY128" fmla="*/ 316149 h 501669"/>
                <a:gd name="connsiteX129" fmla="*/ 1257725 w 2915191"/>
                <a:gd name="connsiteY129" fmla="*/ 331331 h 501669"/>
                <a:gd name="connsiteX130" fmla="*/ 1267469 w 2915191"/>
                <a:gd name="connsiteY130" fmla="*/ 312941 h 501669"/>
                <a:gd name="connsiteX131" fmla="*/ 1277227 w 2915191"/>
                <a:gd name="connsiteY131" fmla="*/ 305142 h 501669"/>
                <a:gd name="connsiteX132" fmla="*/ 1286971 w 2915191"/>
                <a:gd name="connsiteY132" fmla="*/ 316313 h 501669"/>
                <a:gd name="connsiteX133" fmla="*/ 1296715 w 2915191"/>
                <a:gd name="connsiteY133" fmla="*/ 302734 h 501669"/>
                <a:gd name="connsiteX134" fmla="*/ 1306474 w 2915191"/>
                <a:gd name="connsiteY134" fmla="*/ 280968 h 501669"/>
                <a:gd name="connsiteX135" fmla="*/ 1316218 w 2915191"/>
                <a:gd name="connsiteY135" fmla="*/ 288140 h 501669"/>
                <a:gd name="connsiteX136" fmla="*/ 1325977 w 2915191"/>
                <a:gd name="connsiteY136" fmla="*/ 295523 h 501669"/>
                <a:gd name="connsiteX137" fmla="*/ 1335721 w 2915191"/>
                <a:gd name="connsiteY137" fmla="*/ 290194 h 501669"/>
                <a:gd name="connsiteX138" fmla="*/ 1345465 w 2915191"/>
                <a:gd name="connsiteY138" fmla="*/ 318729 h 501669"/>
                <a:gd name="connsiteX139" fmla="*/ 1355224 w 2915191"/>
                <a:gd name="connsiteY139" fmla="*/ 319585 h 501669"/>
                <a:gd name="connsiteX140" fmla="*/ 1364967 w 2915191"/>
                <a:gd name="connsiteY140" fmla="*/ 337030 h 501669"/>
                <a:gd name="connsiteX141" fmla="*/ 1374726 w 2915191"/>
                <a:gd name="connsiteY141" fmla="*/ 320342 h 501669"/>
                <a:gd name="connsiteX142" fmla="*/ 1384470 w 2915191"/>
                <a:gd name="connsiteY142" fmla="*/ 313287 h 501669"/>
                <a:gd name="connsiteX143" fmla="*/ 1394214 w 2915191"/>
                <a:gd name="connsiteY143" fmla="*/ 321584 h 501669"/>
                <a:gd name="connsiteX144" fmla="*/ 1403973 w 2915191"/>
                <a:gd name="connsiteY144" fmla="*/ 310551 h 501669"/>
                <a:gd name="connsiteX145" fmla="*/ 1413717 w 2915191"/>
                <a:gd name="connsiteY145" fmla="*/ 317198 h 501669"/>
                <a:gd name="connsiteX146" fmla="*/ 1423476 w 2915191"/>
                <a:gd name="connsiteY146" fmla="*/ 304356 h 501669"/>
                <a:gd name="connsiteX147" fmla="*/ 1433220 w 2915191"/>
                <a:gd name="connsiteY147" fmla="*/ 301389 h 501669"/>
                <a:gd name="connsiteX148" fmla="*/ 1442964 w 2915191"/>
                <a:gd name="connsiteY148" fmla="*/ 320282 h 501669"/>
                <a:gd name="connsiteX149" fmla="*/ 1452722 w 2915191"/>
                <a:gd name="connsiteY149" fmla="*/ 287190 h 501669"/>
                <a:gd name="connsiteX150" fmla="*/ 1462466 w 2915191"/>
                <a:gd name="connsiteY150" fmla="*/ 310677 h 501669"/>
                <a:gd name="connsiteX151" fmla="*/ 1472225 w 2915191"/>
                <a:gd name="connsiteY151" fmla="*/ 298661 h 501669"/>
                <a:gd name="connsiteX152" fmla="*/ 1481969 w 2915191"/>
                <a:gd name="connsiteY152" fmla="*/ 297002 h 501669"/>
                <a:gd name="connsiteX153" fmla="*/ 1491713 w 2915191"/>
                <a:gd name="connsiteY153" fmla="*/ 263264 h 501669"/>
                <a:gd name="connsiteX154" fmla="*/ 1501472 w 2915191"/>
                <a:gd name="connsiteY154" fmla="*/ 241870 h 501669"/>
                <a:gd name="connsiteX155" fmla="*/ 1511216 w 2915191"/>
                <a:gd name="connsiteY155" fmla="*/ 257387 h 501669"/>
                <a:gd name="connsiteX156" fmla="*/ 1520960 w 2915191"/>
                <a:gd name="connsiteY156" fmla="*/ 237368 h 501669"/>
                <a:gd name="connsiteX157" fmla="*/ 1530719 w 2915191"/>
                <a:gd name="connsiteY157" fmla="*/ 266372 h 501669"/>
                <a:gd name="connsiteX158" fmla="*/ 1540463 w 2915191"/>
                <a:gd name="connsiteY158" fmla="*/ 268851 h 501669"/>
                <a:gd name="connsiteX159" fmla="*/ 1550221 w 2915191"/>
                <a:gd name="connsiteY159" fmla="*/ 261874 h 501669"/>
                <a:gd name="connsiteX160" fmla="*/ 1559965 w 2915191"/>
                <a:gd name="connsiteY160" fmla="*/ 269380 h 501669"/>
                <a:gd name="connsiteX161" fmla="*/ 1569709 w 2915191"/>
                <a:gd name="connsiteY161" fmla="*/ 246897 h 501669"/>
                <a:gd name="connsiteX162" fmla="*/ 1579468 w 2915191"/>
                <a:gd name="connsiteY162" fmla="*/ 257906 h 501669"/>
                <a:gd name="connsiteX163" fmla="*/ 1589212 w 2915191"/>
                <a:gd name="connsiteY163" fmla="*/ 241381 h 501669"/>
                <a:gd name="connsiteX164" fmla="*/ 1598971 w 2915191"/>
                <a:gd name="connsiteY164" fmla="*/ 234999 h 501669"/>
                <a:gd name="connsiteX165" fmla="*/ 1608715 w 2915191"/>
                <a:gd name="connsiteY165" fmla="*/ 227268 h 501669"/>
                <a:gd name="connsiteX166" fmla="*/ 1618459 w 2915191"/>
                <a:gd name="connsiteY166" fmla="*/ 211807 h 501669"/>
                <a:gd name="connsiteX167" fmla="*/ 1628218 w 2915191"/>
                <a:gd name="connsiteY167" fmla="*/ 201576 h 501669"/>
                <a:gd name="connsiteX168" fmla="*/ 1637962 w 2915191"/>
                <a:gd name="connsiteY168" fmla="*/ 185808 h 501669"/>
                <a:gd name="connsiteX169" fmla="*/ 1647720 w 2915191"/>
                <a:gd name="connsiteY169" fmla="*/ 191294 h 501669"/>
                <a:gd name="connsiteX170" fmla="*/ 1657464 w 2915191"/>
                <a:gd name="connsiteY170" fmla="*/ 170583 h 501669"/>
                <a:gd name="connsiteX171" fmla="*/ 1667208 w 2915191"/>
                <a:gd name="connsiteY171" fmla="*/ 175142 h 501669"/>
                <a:gd name="connsiteX172" fmla="*/ 1676967 w 2915191"/>
                <a:gd name="connsiteY172" fmla="*/ 170018 h 501669"/>
                <a:gd name="connsiteX173" fmla="*/ 1686711 w 2915191"/>
                <a:gd name="connsiteY173" fmla="*/ 189497 h 501669"/>
                <a:gd name="connsiteX174" fmla="*/ 1696470 w 2915191"/>
                <a:gd name="connsiteY174" fmla="*/ 179658 h 501669"/>
                <a:gd name="connsiteX175" fmla="*/ 1706214 w 2915191"/>
                <a:gd name="connsiteY175" fmla="*/ 182444 h 501669"/>
                <a:gd name="connsiteX176" fmla="*/ 1715958 w 2915191"/>
                <a:gd name="connsiteY176" fmla="*/ 189891 h 501669"/>
                <a:gd name="connsiteX177" fmla="*/ 1725716 w 2915191"/>
                <a:gd name="connsiteY177" fmla="*/ 200072 h 501669"/>
                <a:gd name="connsiteX178" fmla="*/ 1735460 w 2915191"/>
                <a:gd name="connsiteY178" fmla="*/ 228026 h 501669"/>
                <a:gd name="connsiteX179" fmla="*/ 1745219 w 2915191"/>
                <a:gd name="connsiteY179" fmla="*/ 247882 h 501669"/>
                <a:gd name="connsiteX180" fmla="*/ 1754963 w 2915191"/>
                <a:gd name="connsiteY180" fmla="*/ 241852 h 501669"/>
                <a:gd name="connsiteX181" fmla="*/ 1764707 w 2915191"/>
                <a:gd name="connsiteY181" fmla="*/ 227481 h 501669"/>
                <a:gd name="connsiteX182" fmla="*/ 1774466 w 2915191"/>
                <a:gd name="connsiteY182" fmla="*/ 213465 h 501669"/>
                <a:gd name="connsiteX183" fmla="*/ 1784210 w 2915191"/>
                <a:gd name="connsiteY183" fmla="*/ 242161 h 501669"/>
                <a:gd name="connsiteX184" fmla="*/ 1793969 w 2915191"/>
                <a:gd name="connsiteY184" fmla="*/ 233987 h 501669"/>
                <a:gd name="connsiteX185" fmla="*/ 1803713 w 2915191"/>
                <a:gd name="connsiteY185" fmla="*/ 238200 h 501669"/>
                <a:gd name="connsiteX186" fmla="*/ 1813457 w 2915191"/>
                <a:gd name="connsiteY186" fmla="*/ 236188 h 501669"/>
                <a:gd name="connsiteX187" fmla="*/ 1823215 w 2915191"/>
                <a:gd name="connsiteY187" fmla="*/ 235936 h 501669"/>
                <a:gd name="connsiteX188" fmla="*/ 1832959 w 2915191"/>
                <a:gd name="connsiteY188" fmla="*/ 259467 h 501669"/>
                <a:gd name="connsiteX189" fmla="*/ 1842703 w 2915191"/>
                <a:gd name="connsiteY189" fmla="*/ 268031 h 501669"/>
                <a:gd name="connsiteX190" fmla="*/ 1852462 w 2915191"/>
                <a:gd name="connsiteY190" fmla="*/ 281445 h 501669"/>
                <a:gd name="connsiteX191" fmla="*/ 1862206 w 2915191"/>
                <a:gd name="connsiteY191" fmla="*/ 268267 h 501669"/>
                <a:gd name="connsiteX192" fmla="*/ 1871965 w 2915191"/>
                <a:gd name="connsiteY192" fmla="*/ 299382 h 501669"/>
                <a:gd name="connsiteX193" fmla="*/ 1881709 w 2915191"/>
                <a:gd name="connsiteY193" fmla="*/ 334335 h 501669"/>
                <a:gd name="connsiteX194" fmla="*/ 1891453 w 2915191"/>
                <a:gd name="connsiteY194" fmla="*/ 368581 h 501669"/>
                <a:gd name="connsiteX195" fmla="*/ 1901212 w 2915191"/>
                <a:gd name="connsiteY195" fmla="*/ 378290 h 501669"/>
                <a:gd name="connsiteX196" fmla="*/ 1910956 w 2915191"/>
                <a:gd name="connsiteY196" fmla="*/ 374070 h 501669"/>
                <a:gd name="connsiteX197" fmla="*/ 1920714 w 2915191"/>
                <a:gd name="connsiteY197" fmla="*/ 390435 h 501669"/>
                <a:gd name="connsiteX198" fmla="*/ 1930458 w 2915191"/>
                <a:gd name="connsiteY198" fmla="*/ 383363 h 501669"/>
                <a:gd name="connsiteX199" fmla="*/ 1940202 w 2915191"/>
                <a:gd name="connsiteY199" fmla="*/ 359535 h 501669"/>
                <a:gd name="connsiteX200" fmla="*/ 1949961 w 2915191"/>
                <a:gd name="connsiteY200" fmla="*/ 356209 h 501669"/>
                <a:gd name="connsiteX201" fmla="*/ 1959705 w 2915191"/>
                <a:gd name="connsiteY201" fmla="*/ 361774 h 501669"/>
                <a:gd name="connsiteX202" fmla="*/ 1969464 w 2915191"/>
                <a:gd name="connsiteY202" fmla="*/ 356925 h 501669"/>
                <a:gd name="connsiteX203" fmla="*/ 1979208 w 2915191"/>
                <a:gd name="connsiteY203" fmla="*/ 335334 h 501669"/>
                <a:gd name="connsiteX204" fmla="*/ 1988952 w 2915191"/>
                <a:gd name="connsiteY204" fmla="*/ 355010 h 501669"/>
                <a:gd name="connsiteX205" fmla="*/ 1998711 w 2915191"/>
                <a:gd name="connsiteY205" fmla="*/ 365030 h 501669"/>
                <a:gd name="connsiteX206" fmla="*/ 2008454 w 2915191"/>
                <a:gd name="connsiteY206" fmla="*/ 401797 h 501669"/>
                <a:gd name="connsiteX207" fmla="*/ 2018213 w 2915191"/>
                <a:gd name="connsiteY207" fmla="*/ 422093 h 501669"/>
                <a:gd name="connsiteX208" fmla="*/ 2027957 w 2915191"/>
                <a:gd name="connsiteY208" fmla="*/ 376030 h 501669"/>
                <a:gd name="connsiteX209" fmla="*/ 2037701 w 2915191"/>
                <a:gd name="connsiteY209" fmla="*/ 367400 h 501669"/>
                <a:gd name="connsiteX210" fmla="*/ 2047460 w 2915191"/>
                <a:gd name="connsiteY210" fmla="*/ 367151 h 501669"/>
                <a:gd name="connsiteX211" fmla="*/ 2057204 w 2915191"/>
                <a:gd name="connsiteY211" fmla="*/ 353469 h 501669"/>
                <a:gd name="connsiteX212" fmla="*/ 2066963 w 2915191"/>
                <a:gd name="connsiteY212" fmla="*/ 365609 h 501669"/>
                <a:gd name="connsiteX213" fmla="*/ 2076707 w 2915191"/>
                <a:gd name="connsiteY213" fmla="*/ 381281 h 501669"/>
                <a:gd name="connsiteX214" fmla="*/ 2086451 w 2915191"/>
                <a:gd name="connsiteY214" fmla="*/ 378530 h 501669"/>
                <a:gd name="connsiteX215" fmla="*/ 2096210 w 2915191"/>
                <a:gd name="connsiteY215" fmla="*/ 369405 h 501669"/>
                <a:gd name="connsiteX216" fmla="*/ 2105954 w 2915191"/>
                <a:gd name="connsiteY216" fmla="*/ 387853 h 501669"/>
                <a:gd name="connsiteX217" fmla="*/ 2115697 w 2915191"/>
                <a:gd name="connsiteY217" fmla="*/ 426223 h 501669"/>
                <a:gd name="connsiteX218" fmla="*/ 2125456 w 2915191"/>
                <a:gd name="connsiteY218" fmla="*/ 436816 h 501669"/>
                <a:gd name="connsiteX219" fmla="*/ 2135200 w 2915191"/>
                <a:gd name="connsiteY219" fmla="*/ 437577 h 501669"/>
                <a:gd name="connsiteX220" fmla="*/ 2144959 w 2915191"/>
                <a:gd name="connsiteY220" fmla="*/ 447312 h 501669"/>
                <a:gd name="connsiteX221" fmla="*/ 2154703 w 2915191"/>
                <a:gd name="connsiteY221" fmla="*/ 446958 h 501669"/>
                <a:gd name="connsiteX222" fmla="*/ 2164447 w 2915191"/>
                <a:gd name="connsiteY222" fmla="*/ 450940 h 501669"/>
                <a:gd name="connsiteX223" fmla="*/ 2174206 w 2915191"/>
                <a:gd name="connsiteY223" fmla="*/ 451022 h 501669"/>
                <a:gd name="connsiteX224" fmla="*/ 2183950 w 2915191"/>
                <a:gd name="connsiteY224" fmla="*/ 465268 h 501669"/>
                <a:gd name="connsiteX225" fmla="*/ 2193709 w 2915191"/>
                <a:gd name="connsiteY225" fmla="*/ 455529 h 501669"/>
                <a:gd name="connsiteX226" fmla="*/ 2203452 w 2915191"/>
                <a:gd name="connsiteY226" fmla="*/ 482019 h 501669"/>
                <a:gd name="connsiteX227" fmla="*/ 2213196 w 2915191"/>
                <a:gd name="connsiteY227" fmla="*/ 501670 h 501669"/>
                <a:gd name="connsiteX228" fmla="*/ 2222955 w 2915191"/>
                <a:gd name="connsiteY228" fmla="*/ 494518 h 501669"/>
                <a:gd name="connsiteX229" fmla="*/ 2232699 w 2915191"/>
                <a:gd name="connsiteY229" fmla="*/ 484238 h 501669"/>
                <a:gd name="connsiteX230" fmla="*/ 2242458 w 2915191"/>
                <a:gd name="connsiteY230" fmla="*/ 486531 h 501669"/>
                <a:gd name="connsiteX231" fmla="*/ 2252202 w 2915191"/>
                <a:gd name="connsiteY231" fmla="*/ 489901 h 501669"/>
                <a:gd name="connsiteX232" fmla="*/ 2261946 w 2915191"/>
                <a:gd name="connsiteY232" fmla="*/ 470873 h 501669"/>
                <a:gd name="connsiteX233" fmla="*/ 2271705 w 2915191"/>
                <a:gd name="connsiteY233" fmla="*/ 449925 h 501669"/>
                <a:gd name="connsiteX234" fmla="*/ 2281449 w 2915191"/>
                <a:gd name="connsiteY234" fmla="*/ 434876 h 501669"/>
                <a:gd name="connsiteX235" fmla="*/ 2291208 w 2915191"/>
                <a:gd name="connsiteY235" fmla="*/ 386767 h 501669"/>
                <a:gd name="connsiteX236" fmla="*/ 2300951 w 2915191"/>
                <a:gd name="connsiteY236" fmla="*/ 410813 h 501669"/>
                <a:gd name="connsiteX237" fmla="*/ 2310695 w 2915191"/>
                <a:gd name="connsiteY237" fmla="*/ 387631 h 501669"/>
                <a:gd name="connsiteX238" fmla="*/ 2320454 w 2915191"/>
                <a:gd name="connsiteY238" fmla="*/ 428943 h 501669"/>
                <a:gd name="connsiteX239" fmla="*/ 2330198 w 2915191"/>
                <a:gd name="connsiteY239" fmla="*/ 439805 h 501669"/>
                <a:gd name="connsiteX240" fmla="*/ 2339957 w 2915191"/>
                <a:gd name="connsiteY240" fmla="*/ 429697 h 501669"/>
                <a:gd name="connsiteX241" fmla="*/ 2349701 w 2915191"/>
                <a:gd name="connsiteY241" fmla="*/ 428583 h 501669"/>
                <a:gd name="connsiteX242" fmla="*/ 2359445 w 2915191"/>
                <a:gd name="connsiteY242" fmla="*/ 426102 h 501669"/>
                <a:gd name="connsiteX243" fmla="*/ 2369204 w 2915191"/>
                <a:gd name="connsiteY243" fmla="*/ 449492 h 501669"/>
                <a:gd name="connsiteX244" fmla="*/ 2378948 w 2915191"/>
                <a:gd name="connsiteY244" fmla="*/ 446023 h 501669"/>
                <a:gd name="connsiteX245" fmla="*/ 2388692 w 2915191"/>
                <a:gd name="connsiteY245" fmla="*/ 439456 h 501669"/>
                <a:gd name="connsiteX246" fmla="*/ 2398450 w 2915191"/>
                <a:gd name="connsiteY246" fmla="*/ 416693 h 501669"/>
                <a:gd name="connsiteX247" fmla="*/ 2408194 w 2915191"/>
                <a:gd name="connsiteY247" fmla="*/ 408833 h 501669"/>
                <a:gd name="connsiteX248" fmla="*/ 2417953 w 2915191"/>
                <a:gd name="connsiteY248" fmla="*/ 412629 h 501669"/>
                <a:gd name="connsiteX249" fmla="*/ 2427697 w 2915191"/>
                <a:gd name="connsiteY249" fmla="*/ 390978 h 501669"/>
                <a:gd name="connsiteX250" fmla="*/ 2437441 w 2915191"/>
                <a:gd name="connsiteY250" fmla="*/ 399373 h 501669"/>
                <a:gd name="connsiteX251" fmla="*/ 2447200 w 2915191"/>
                <a:gd name="connsiteY251" fmla="*/ 424038 h 501669"/>
                <a:gd name="connsiteX252" fmla="*/ 2456944 w 2915191"/>
                <a:gd name="connsiteY252" fmla="*/ 403584 h 501669"/>
                <a:gd name="connsiteX253" fmla="*/ 2466703 w 2915191"/>
                <a:gd name="connsiteY253" fmla="*/ 375606 h 501669"/>
                <a:gd name="connsiteX254" fmla="*/ 2476446 w 2915191"/>
                <a:gd name="connsiteY254" fmla="*/ 345984 h 501669"/>
                <a:gd name="connsiteX255" fmla="*/ 2486190 w 2915191"/>
                <a:gd name="connsiteY255" fmla="*/ 347166 h 501669"/>
                <a:gd name="connsiteX256" fmla="*/ 2495949 w 2915191"/>
                <a:gd name="connsiteY256" fmla="*/ 340640 h 501669"/>
                <a:gd name="connsiteX257" fmla="*/ 2505693 w 2915191"/>
                <a:gd name="connsiteY257" fmla="*/ 348142 h 501669"/>
                <a:gd name="connsiteX258" fmla="*/ 2515452 w 2915191"/>
                <a:gd name="connsiteY258" fmla="*/ 358528 h 501669"/>
                <a:gd name="connsiteX259" fmla="*/ 2525196 w 2915191"/>
                <a:gd name="connsiteY259" fmla="*/ 330251 h 501669"/>
                <a:gd name="connsiteX260" fmla="*/ 2534940 w 2915191"/>
                <a:gd name="connsiteY260" fmla="*/ 326394 h 501669"/>
                <a:gd name="connsiteX261" fmla="*/ 2544699 w 2915191"/>
                <a:gd name="connsiteY261" fmla="*/ 337618 h 501669"/>
                <a:gd name="connsiteX262" fmla="*/ 2554443 w 2915191"/>
                <a:gd name="connsiteY262" fmla="*/ 349038 h 501669"/>
                <a:gd name="connsiteX263" fmla="*/ 2564202 w 2915191"/>
                <a:gd name="connsiteY263" fmla="*/ 345290 h 501669"/>
                <a:gd name="connsiteX264" fmla="*/ 2573946 w 2915191"/>
                <a:gd name="connsiteY264" fmla="*/ 359745 h 501669"/>
                <a:gd name="connsiteX265" fmla="*/ 2583690 w 2915191"/>
                <a:gd name="connsiteY265" fmla="*/ 371865 h 501669"/>
                <a:gd name="connsiteX266" fmla="*/ 2593448 w 2915191"/>
                <a:gd name="connsiteY266" fmla="*/ 377765 h 501669"/>
                <a:gd name="connsiteX267" fmla="*/ 2603192 w 2915191"/>
                <a:gd name="connsiteY267" fmla="*/ 348529 h 501669"/>
                <a:gd name="connsiteX268" fmla="*/ 2612951 w 2915191"/>
                <a:gd name="connsiteY268" fmla="*/ 377971 h 501669"/>
                <a:gd name="connsiteX269" fmla="*/ 2622695 w 2915191"/>
                <a:gd name="connsiteY269" fmla="*/ 386484 h 501669"/>
                <a:gd name="connsiteX270" fmla="*/ 2632439 w 2915191"/>
                <a:gd name="connsiteY270" fmla="*/ 362442 h 501669"/>
                <a:gd name="connsiteX271" fmla="*/ 2642198 w 2915191"/>
                <a:gd name="connsiteY271" fmla="*/ 349690 h 501669"/>
                <a:gd name="connsiteX272" fmla="*/ 2651942 w 2915191"/>
                <a:gd name="connsiteY272" fmla="*/ 356160 h 501669"/>
                <a:gd name="connsiteX273" fmla="*/ 2661685 w 2915191"/>
                <a:gd name="connsiteY273" fmla="*/ 391466 h 501669"/>
                <a:gd name="connsiteX274" fmla="*/ 2671444 w 2915191"/>
                <a:gd name="connsiteY274" fmla="*/ 415281 h 501669"/>
                <a:gd name="connsiteX275" fmla="*/ 2681188 w 2915191"/>
                <a:gd name="connsiteY275" fmla="*/ 432324 h 501669"/>
                <a:gd name="connsiteX276" fmla="*/ 2690947 w 2915191"/>
                <a:gd name="connsiteY276" fmla="*/ 435983 h 501669"/>
                <a:gd name="connsiteX277" fmla="*/ 2700691 w 2915191"/>
                <a:gd name="connsiteY277" fmla="*/ 452540 h 501669"/>
                <a:gd name="connsiteX278" fmla="*/ 2710435 w 2915191"/>
                <a:gd name="connsiteY278" fmla="*/ 452214 h 501669"/>
                <a:gd name="connsiteX279" fmla="*/ 2720194 w 2915191"/>
                <a:gd name="connsiteY279" fmla="*/ 403059 h 501669"/>
                <a:gd name="connsiteX280" fmla="*/ 2729938 w 2915191"/>
                <a:gd name="connsiteY280" fmla="*/ 395653 h 501669"/>
                <a:gd name="connsiteX281" fmla="*/ 2739697 w 2915191"/>
                <a:gd name="connsiteY281" fmla="*/ 413882 h 501669"/>
                <a:gd name="connsiteX282" fmla="*/ 2749441 w 2915191"/>
                <a:gd name="connsiteY282" fmla="*/ 417255 h 501669"/>
                <a:gd name="connsiteX283" fmla="*/ 2759185 w 2915191"/>
                <a:gd name="connsiteY283" fmla="*/ 412825 h 501669"/>
                <a:gd name="connsiteX284" fmla="*/ 2768943 w 2915191"/>
                <a:gd name="connsiteY284" fmla="*/ 362787 h 501669"/>
                <a:gd name="connsiteX285" fmla="*/ 2778687 w 2915191"/>
                <a:gd name="connsiteY285" fmla="*/ 388101 h 501669"/>
                <a:gd name="connsiteX286" fmla="*/ 2788446 w 2915191"/>
                <a:gd name="connsiteY286" fmla="*/ 399954 h 501669"/>
                <a:gd name="connsiteX287" fmla="*/ 2798190 w 2915191"/>
                <a:gd name="connsiteY287" fmla="*/ 394467 h 501669"/>
                <a:gd name="connsiteX288" fmla="*/ 2807934 w 2915191"/>
                <a:gd name="connsiteY288" fmla="*/ 390645 h 501669"/>
                <a:gd name="connsiteX289" fmla="*/ 2817693 w 2915191"/>
                <a:gd name="connsiteY289" fmla="*/ 363236 h 501669"/>
                <a:gd name="connsiteX290" fmla="*/ 2827437 w 2915191"/>
                <a:gd name="connsiteY290" fmla="*/ 405921 h 501669"/>
                <a:gd name="connsiteX291" fmla="*/ 2837196 w 2915191"/>
                <a:gd name="connsiteY291" fmla="*/ 385709 h 501669"/>
                <a:gd name="connsiteX292" fmla="*/ 2846940 w 2915191"/>
                <a:gd name="connsiteY292" fmla="*/ 383568 h 501669"/>
                <a:gd name="connsiteX293" fmla="*/ 2856684 w 2915191"/>
                <a:gd name="connsiteY293" fmla="*/ 389465 h 501669"/>
                <a:gd name="connsiteX294" fmla="*/ 2866442 w 2915191"/>
                <a:gd name="connsiteY294" fmla="*/ 376931 h 501669"/>
                <a:gd name="connsiteX295" fmla="*/ 2876186 w 2915191"/>
                <a:gd name="connsiteY295" fmla="*/ 367448 h 501669"/>
                <a:gd name="connsiteX296" fmla="*/ 2885945 w 2915191"/>
                <a:gd name="connsiteY296" fmla="*/ 329856 h 501669"/>
                <a:gd name="connsiteX297" fmla="*/ 2895689 w 2915191"/>
                <a:gd name="connsiteY297" fmla="*/ 308336 h 501669"/>
                <a:gd name="connsiteX298" fmla="*/ 2905433 w 2915191"/>
                <a:gd name="connsiteY298" fmla="*/ 327352 h 501669"/>
                <a:gd name="connsiteX299" fmla="*/ 2915192 w 2915191"/>
                <a:gd name="connsiteY299" fmla="*/ 310818 h 501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01669">
                  <a:moveTo>
                    <a:pt x="0" y="421075"/>
                  </a:moveTo>
                  <a:lnTo>
                    <a:pt x="9750" y="401410"/>
                  </a:lnTo>
                  <a:lnTo>
                    <a:pt x="19500" y="417392"/>
                  </a:lnTo>
                  <a:lnTo>
                    <a:pt x="29250" y="400689"/>
                  </a:lnTo>
                  <a:lnTo>
                    <a:pt x="39000" y="425338"/>
                  </a:lnTo>
                  <a:lnTo>
                    <a:pt x="48749" y="408806"/>
                  </a:lnTo>
                  <a:lnTo>
                    <a:pt x="58499" y="401051"/>
                  </a:lnTo>
                  <a:lnTo>
                    <a:pt x="68249" y="412986"/>
                  </a:lnTo>
                  <a:lnTo>
                    <a:pt x="77998" y="382813"/>
                  </a:lnTo>
                  <a:lnTo>
                    <a:pt x="87748" y="370334"/>
                  </a:lnTo>
                  <a:lnTo>
                    <a:pt x="97497" y="344552"/>
                  </a:lnTo>
                  <a:lnTo>
                    <a:pt x="107247" y="349828"/>
                  </a:lnTo>
                  <a:lnTo>
                    <a:pt x="116997" y="326027"/>
                  </a:lnTo>
                  <a:lnTo>
                    <a:pt x="126747" y="306053"/>
                  </a:lnTo>
                  <a:lnTo>
                    <a:pt x="136497" y="297454"/>
                  </a:lnTo>
                  <a:lnTo>
                    <a:pt x="146247" y="326389"/>
                  </a:lnTo>
                  <a:lnTo>
                    <a:pt x="155997" y="305300"/>
                  </a:lnTo>
                  <a:lnTo>
                    <a:pt x="165747" y="302665"/>
                  </a:lnTo>
                  <a:lnTo>
                    <a:pt x="175497" y="329229"/>
                  </a:lnTo>
                  <a:lnTo>
                    <a:pt x="185247" y="335522"/>
                  </a:lnTo>
                  <a:lnTo>
                    <a:pt x="194996" y="306950"/>
                  </a:lnTo>
                  <a:lnTo>
                    <a:pt x="204746" y="305891"/>
                  </a:lnTo>
                  <a:lnTo>
                    <a:pt x="214495" y="308343"/>
                  </a:lnTo>
                  <a:lnTo>
                    <a:pt x="224245" y="345740"/>
                  </a:lnTo>
                  <a:lnTo>
                    <a:pt x="233995" y="363428"/>
                  </a:lnTo>
                  <a:lnTo>
                    <a:pt x="243744" y="363452"/>
                  </a:lnTo>
                  <a:lnTo>
                    <a:pt x="253494" y="347979"/>
                  </a:lnTo>
                  <a:lnTo>
                    <a:pt x="263244" y="324924"/>
                  </a:lnTo>
                  <a:lnTo>
                    <a:pt x="272994" y="325611"/>
                  </a:lnTo>
                  <a:lnTo>
                    <a:pt x="282744" y="289973"/>
                  </a:lnTo>
                  <a:lnTo>
                    <a:pt x="292494" y="287129"/>
                  </a:lnTo>
                  <a:lnTo>
                    <a:pt x="302244" y="273678"/>
                  </a:lnTo>
                  <a:lnTo>
                    <a:pt x="311994" y="277832"/>
                  </a:lnTo>
                  <a:lnTo>
                    <a:pt x="321744" y="250728"/>
                  </a:lnTo>
                  <a:lnTo>
                    <a:pt x="331493" y="222726"/>
                  </a:lnTo>
                  <a:lnTo>
                    <a:pt x="341243" y="202951"/>
                  </a:lnTo>
                  <a:lnTo>
                    <a:pt x="350993" y="149537"/>
                  </a:lnTo>
                  <a:lnTo>
                    <a:pt x="360742" y="98138"/>
                  </a:lnTo>
                  <a:lnTo>
                    <a:pt x="370492" y="104595"/>
                  </a:lnTo>
                  <a:lnTo>
                    <a:pt x="380241" y="116310"/>
                  </a:lnTo>
                  <a:lnTo>
                    <a:pt x="389991" y="96164"/>
                  </a:lnTo>
                  <a:lnTo>
                    <a:pt x="399741" y="90519"/>
                  </a:lnTo>
                  <a:lnTo>
                    <a:pt x="409491" y="75518"/>
                  </a:lnTo>
                  <a:lnTo>
                    <a:pt x="419241" y="67697"/>
                  </a:lnTo>
                  <a:lnTo>
                    <a:pt x="428991" y="73106"/>
                  </a:lnTo>
                  <a:lnTo>
                    <a:pt x="438741" y="65813"/>
                  </a:lnTo>
                  <a:lnTo>
                    <a:pt x="448491" y="67524"/>
                  </a:lnTo>
                  <a:lnTo>
                    <a:pt x="458241" y="97581"/>
                  </a:lnTo>
                  <a:lnTo>
                    <a:pt x="467991" y="91165"/>
                  </a:lnTo>
                  <a:lnTo>
                    <a:pt x="477740" y="88531"/>
                  </a:lnTo>
                  <a:lnTo>
                    <a:pt x="487490" y="66235"/>
                  </a:lnTo>
                  <a:lnTo>
                    <a:pt x="497239" y="63015"/>
                  </a:lnTo>
                  <a:lnTo>
                    <a:pt x="506989" y="101723"/>
                  </a:lnTo>
                  <a:lnTo>
                    <a:pt x="516738" y="74681"/>
                  </a:lnTo>
                  <a:lnTo>
                    <a:pt x="526488" y="66435"/>
                  </a:lnTo>
                  <a:lnTo>
                    <a:pt x="536238" y="91069"/>
                  </a:lnTo>
                  <a:lnTo>
                    <a:pt x="545988" y="80513"/>
                  </a:lnTo>
                  <a:lnTo>
                    <a:pt x="555738" y="73804"/>
                  </a:lnTo>
                  <a:lnTo>
                    <a:pt x="565488" y="53548"/>
                  </a:lnTo>
                  <a:lnTo>
                    <a:pt x="575238" y="63191"/>
                  </a:lnTo>
                  <a:lnTo>
                    <a:pt x="584988" y="59198"/>
                  </a:lnTo>
                  <a:lnTo>
                    <a:pt x="594738" y="93460"/>
                  </a:lnTo>
                  <a:lnTo>
                    <a:pt x="604488" y="78640"/>
                  </a:lnTo>
                  <a:lnTo>
                    <a:pt x="614237" y="84577"/>
                  </a:lnTo>
                  <a:lnTo>
                    <a:pt x="623987" y="76712"/>
                  </a:lnTo>
                  <a:lnTo>
                    <a:pt x="633736" y="75088"/>
                  </a:lnTo>
                  <a:lnTo>
                    <a:pt x="643486" y="76496"/>
                  </a:lnTo>
                  <a:lnTo>
                    <a:pt x="653236" y="48727"/>
                  </a:lnTo>
                  <a:lnTo>
                    <a:pt x="662985" y="39567"/>
                  </a:lnTo>
                  <a:lnTo>
                    <a:pt x="672735" y="0"/>
                  </a:lnTo>
                  <a:lnTo>
                    <a:pt x="682485" y="23451"/>
                  </a:lnTo>
                  <a:lnTo>
                    <a:pt x="692235" y="8160"/>
                  </a:lnTo>
                  <a:lnTo>
                    <a:pt x="701985" y="4872"/>
                  </a:lnTo>
                  <a:lnTo>
                    <a:pt x="711735" y="66920"/>
                  </a:lnTo>
                  <a:lnTo>
                    <a:pt x="721485" y="57285"/>
                  </a:lnTo>
                  <a:lnTo>
                    <a:pt x="731235" y="58128"/>
                  </a:lnTo>
                  <a:lnTo>
                    <a:pt x="740985" y="74155"/>
                  </a:lnTo>
                  <a:lnTo>
                    <a:pt x="750734" y="93333"/>
                  </a:lnTo>
                  <a:lnTo>
                    <a:pt x="760484" y="108958"/>
                  </a:lnTo>
                  <a:lnTo>
                    <a:pt x="770233" y="126114"/>
                  </a:lnTo>
                  <a:lnTo>
                    <a:pt x="779983" y="119350"/>
                  </a:lnTo>
                  <a:lnTo>
                    <a:pt x="789733" y="104110"/>
                  </a:lnTo>
                  <a:lnTo>
                    <a:pt x="799482" y="103678"/>
                  </a:lnTo>
                  <a:lnTo>
                    <a:pt x="809232" y="77923"/>
                  </a:lnTo>
                  <a:lnTo>
                    <a:pt x="818982" y="58049"/>
                  </a:lnTo>
                  <a:lnTo>
                    <a:pt x="828732" y="55919"/>
                  </a:lnTo>
                  <a:lnTo>
                    <a:pt x="838482" y="16764"/>
                  </a:lnTo>
                  <a:lnTo>
                    <a:pt x="848232" y="19641"/>
                  </a:lnTo>
                  <a:lnTo>
                    <a:pt x="857982" y="839"/>
                  </a:lnTo>
                  <a:lnTo>
                    <a:pt x="867732" y="22147"/>
                  </a:lnTo>
                  <a:lnTo>
                    <a:pt x="877482" y="25093"/>
                  </a:lnTo>
                  <a:lnTo>
                    <a:pt x="887231" y="37948"/>
                  </a:lnTo>
                  <a:lnTo>
                    <a:pt x="896981" y="61075"/>
                  </a:lnTo>
                  <a:lnTo>
                    <a:pt x="906730" y="71831"/>
                  </a:lnTo>
                  <a:lnTo>
                    <a:pt x="916480" y="74483"/>
                  </a:lnTo>
                  <a:lnTo>
                    <a:pt x="926230" y="81033"/>
                  </a:lnTo>
                  <a:lnTo>
                    <a:pt x="935979" y="91341"/>
                  </a:lnTo>
                  <a:lnTo>
                    <a:pt x="945729" y="94728"/>
                  </a:lnTo>
                  <a:lnTo>
                    <a:pt x="955479" y="86296"/>
                  </a:lnTo>
                  <a:lnTo>
                    <a:pt x="965229" y="84655"/>
                  </a:lnTo>
                  <a:lnTo>
                    <a:pt x="974979" y="93730"/>
                  </a:lnTo>
                  <a:lnTo>
                    <a:pt x="984729" y="121366"/>
                  </a:lnTo>
                  <a:lnTo>
                    <a:pt x="994474" y="139931"/>
                  </a:lnTo>
                  <a:lnTo>
                    <a:pt x="1004233" y="136095"/>
                  </a:lnTo>
                  <a:lnTo>
                    <a:pt x="1013977" y="106677"/>
                  </a:lnTo>
                  <a:lnTo>
                    <a:pt x="1023721" y="92728"/>
                  </a:lnTo>
                  <a:lnTo>
                    <a:pt x="1033480" y="111808"/>
                  </a:lnTo>
                  <a:lnTo>
                    <a:pt x="1043224" y="129459"/>
                  </a:lnTo>
                  <a:lnTo>
                    <a:pt x="1052983" y="151910"/>
                  </a:lnTo>
                  <a:lnTo>
                    <a:pt x="1062727" y="190822"/>
                  </a:lnTo>
                  <a:lnTo>
                    <a:pt x="1072471" y="209697"/>
                  </a:lnTo>
                  <a:lnTo>
                    <a:pt x="1082230" y="184755"/>
                  </a:lnTo>
                  <a:lnTo>
                    <a:pt x="1091973" y="215943"/>
                  </a:lnTo>
                  <a:lnTo>
                    <a:pt x="1101732" y="240236"/>
                  </a:lnTo>
                  <a:lnTo>
                    <a:pt x="1111476" y="284658"/>
                  </a:lnTo>
                  <a:lnTo>
                    <a:pt x="1121220" y="290438"/>
                  </a:lnTo>
                  <a:lnTo>
                    <a:pt x="1130979" y="304149"/>
                  </a:lnTo>
                  <a:lnTo>
                    <a:pt x="1140723" y="298726"/>
                  </a:lnTo>
                  <a:lnTo>
                    <a:pt x="1150482" y="308923"/>
                  </a:lnTo>
                  <a:lnTo>
                    <a:pt x="1160226" y="334311"/>
                  </a:lnTo>
                  <a:lnTo>
                    <a:pt x="1169969" y="308668"/>
                  </a:lnTo>
                  <a:lnTo>
                    <a:pt x="1179728" y="326325"/>
                  </a:lnTo>
                  <a:lnTo>
                    <a:pt x="1189472" y="303033"/>
                  </a:lnTo>
                  <a:lnTo>
                    <a:pt x="1199231" y="279629"/>
                  </a:lnTo>
                  <a:lnTo>
                    <a:pt x="1208975" y="297711"/>
                  </a:lnTo>
                  <a:lnTo>
                    <a:pt x="1218719" y="284919"/>
                  </a:lnTo>
                  <a:lnTo>
                    <a:pt x="1228478" y="312237"/>
                  </a:lnTo>
                  <a:lnTo>
                    <a:pt x="1238222" y="305337"/>
                  </a:lnTo>
                  <a:lnTo>
                    <a:pt x="1247966" y="316149"/>
                  </a:lnTo>
                  <a:lnTo>
                    <a:pt x="1257725" y="331331"/>
                  </a:lnTo>
                  <a:lnTo>
                    <a:pt x="1267469" y="312941"/>
                  </a:lnTo>
                  <a:lnTo>
                    <a:pt x="1277227" y="305142"/>
                  </a:lnTo>
                  <a:lnTo>
                    <a:pt x="1286971" y="316313"/>
                  </a:lnTo>
                  <a:lnTo>
                    <a:pt x="1296715" y="302734"/>
                  </a:lnTo>
                  <a:lnTo>
                    <a:pt x="1306474" y="280968"/>
                  </a:lnTo>
                  <a:lnTo>
                    <a:pt x="1316218" y="288140"/>
                  </a:lnTo>
                  <a:lnTo>
                    <a:pt x="1325977" y="295523"/>
                  </a:lnTo>
                  <a:lnTo>
                    <a:pt x="1335721" y="290194"/>
                  </a:lnTo>
                  <a:lnTo>
                    <a:pt x="1345465" y="318729"/>
                  </a:lnTo>
                  <a:lnTo>
                    <a:pt x="1355224" y="319585"/>
                  </a:lnTo>
                  <a:lnTo>
                    <a:pt x="1364967" y="337030"/>
                  </a:lnTo>
                  <a:lnTo>
                    <a:pt x="1374726" y="320342"/>
                  </a:lnTo>
                  <a:lnTo>
                    <a:pt x="1384470" y="313287"/>
                  </a:lnTo>
                  <a:lnTo>
                    <a:pt x="1394214" y="321584"/>
                  </a:lnTo>
                  <a:lnTo>
                    <a:pt x="1403973" y="310551"/>
                  </a:lnTo>
                  <a:lnTo>
                    <a:pt x="1413717" y="317198"/>
                  </a:lnTo>
                  <a:lnTo>
                    <a:pt x="1423476" y="304356"/>
                  </a:lnTo>
                  <a:lnTo>
                    <a:pt x="1433220" y="301389"/>
                  </a:lnTo>
                  <a:lnTo>
                    <a:pt x="1442964" y="320282"/>
                  </a:lnTo>
                  <a:lnTo>
                    <a:pt x="1452722" y="287190"/>
                  </a:lnTo>
                  <a:lnTo>
                    <a:pt x="1462466" y="310677"/>
                  </a:lnTo>
                  <a:lnTo>
                    <a:pt x="1472225" y="298661"/>
                  </a:lnTo>
                  <a:lnTo>
                    <a:pt x="1481969" y="297002"/>
                  </a:lnTo>
                  <a:lnTo>
                    <a:pt x="1491713" y="263264"/>
                  </a:lnTo>
                  <a:lnTo>
                    <a:pt x="1501472" y="241870"/>
                  </a:lnTo>
                  <a:lnTo>
                    <a:pt x="1511216" y="257387"/>
                  </a:lnTo>
                  <a:lnTo>
                    <a:pt x="1520960" y="237368"/>
                  </a:lnTo>
                  <a:lnTo>
                    <a:pt x="1530719" y="266372"/>
                  </a:lnTo>
                  <a:lnTo>
                    <a:pt x="1540463" y="268851"/>
                  </a:lnTo>
                  <a:lnTo>
                    <a:pt x="1550221" y="261874"/>
                  </a:lnTo>
                  <a:lnTo>
                    <a:pt x="1559965" y="269380"/>
                  </a:lnTo>
                  <a:lnTo>
                    <a:pt x="1569709" y="246897"/>
                  </a:lnTo>
                  <a:lnTo>
                    <a:pt x="1579468" y="257906"/>
                  </a:lnTo>
                  <a:lnTo>
                    <a:pt x="1589212" y="241381"/>
                  </a:lnTo>
                  <a:lnTo>
                    <a:pt x="1598971" y="234999"/>
                  </a:lnTo>
                  <a:lnTo>
                    <a:pt x="1608715" y="227268"/>
                  </a:lnTo>
                  <a:lnTo>
                    <a:pt x="1618459" y="211807"/>
                  </a:lnTo>
                  <a:lnTo>
                    <a:pt x="1628218" y="201576"/>
                  </a:lnTo>
                  <a:lnTo>
                    <a:pt x="1637962" y="185808"/>
                  </a:lnTo>
                  <a:lnTo>
                    <a:pt x="1647720" y="191294"/>
                  </a:lnTo>
                  <a:lnTo>
                    <a:pt x="1657464" y="170583"/>
                  </a:lnTo>
                  <a:lnTo>
                    <a:pt x="1667208" y="175142"/>
                  </a:lnTo>
                  <a:lnTo>
                    <a:pt x="1676967" y="170018"/>
                  </a:lnTo>
                  <a:lnTo>
                    <a:pt x="1686711" y="189497"/>
                  </a:lnTo>
                  <a:lnTo>
                    <a:pt x="1696470" y="179658"/>
                  </a:lnTo>
                  <a:lnTo>
                    <a:pt x="1706214" y="182444"/>
                  </a:lnTo>
                  <a:lnTo>
                    <a:pt x="1715958" y="189891"/>
                  </a:lnTo>
                  <a:lnTo>
                    <a:pt x="1725716" y="200072"/>
                  </a:lnTo>
                  <a:lnTo>
                    <a:pt x="1735460" y="228026"/>
                  </a:lnTo>
                  <a:lnTo>
                    <a:pt x="1745219" y="247882"/>
                  </a:lnTo>
                  <a:lnTo>
                    <a:pt x="1754963" y="241852"/>
                  </a:lnTo>
                  <a:lnTo>
                    <a:pt x="1764707" y="227481"/>
                  </a:lnTo>
                  <a:lnTo>
                    <a:pt x="1774466" y="213465"/>
                  </a:lnTo>
                  <a:lnTo>
                    <a:pt x="1784210" y="242161"/>
                  </a:lnTo>
                  <a:lnTo>
                    <a:pt x="1793969" y="233987"/>
                  </a:lnTo>
                  <a:lnTo>
                    <a:pt x="1803713" y="238200"/>
                  </a:lnTo>
                  <a:lnTo>
                    <a:pt x="1813457" y="236188"/>
                  </a:lnTo>
                  <a:lnTo>
                    <a:pt x="1823215" y="235936"/>
                  </a:lnTo>
                  <a:lnTo>
                    <a:pt x="1832959" y="259467"/>
                  </a:lnTo>
                  <a:lnTo>
                    <a:pt x="1842703" y="268031"/>
                  </a:lnTo>
                  <a:lnTo>
                    <a:pt x="1852462" y="281445"/>
                  </a:lnTo>
                  <a:lnTo>
                    <a:pt x="1862206" y="268267"/>
                  </a:lnTo>
                  <a:lnTo>
                    <a:pt x="1871965" y="299382"/>
                  </a:lnTo>
                  <a:lnTo>
                    <a:pt x="1881709" y="334335"/>
                  </a:lnTo>
                  <a:lnTo>
                    <a:pt x="1891453" y="368581"/>
                  </a:lnTo>
                  <a:lnTo>
                    <a:pt x="1901212" y="378290"/>
                  </a:lnTo>
                  <a:lnTo>
                    <a:pt x="1910956" y="374070"/>
                  </a:lnTo>
                  <a:lnTo>
                    <a:pt x="1920714" y="390435"/>
                  </a:lnTo>
                  <a:lnTo>
                    <a:pt x="1930458" y="383363"/>
                  </a:lnTo>
                  <a:lnTo>
                    <a:pt x="1940202" y="359535"/>
                  </a:lnTo>
                  <a:lnTo>
                    <a:pt x="1949961" y="356209"/>
                  </a:lnTo>
                  <a:lnTo>
                    <a:pt x="1959705" y="361774"/>
                  </a:lnTo>
                  <a:lnTo>
                    <a:pt x="1969464" y="356925"/>
                  </a:lnTo>
                  <a:lnTo>
                    <a:pt x="1979208" y="335334"/>
                  </a:lnTo>
                  <a:lnTo>
                    <a:pt x="1988952" y="355010"/>
                  </a:lnTo>
                  <a:lnTo>
                    <a:pt x="1998711" y="365030"/>
                  </a:lnTo>
                  <a:lnTo>
                    <a:pt x="2008454" y="401797"/>
                  </a:lnTo>
                  <a:lnTo>
                    <a:pt x="2018213" y="422093"/>
                  </a:lnTo>
                  <a:lnTo>
                    <a:pt x="2027957" y="376030"/>
                  </a:lnTo>
                  <a:lnTo>
                    <a:pt x="2037701" y="367400"/>
                  </a:lnTo>
                  <a:lnTo>
                    <a:pt x="2047460" y="367151"/>
                  </a:lnTo>
                  <a:lnTo>
                    <a:pt x="2057204" y="353469"/>
                  </a:lnTo>
                  <a:lnTo>
                    <a:pt x="2066963" y="365609"/>
                  </a:lnTo>
                  <a:lnTo>
                    <a:pt x="2076707" y="381281"/>
                  </a:lnTo>
                  <a:lnTo>
                    <a:pt x="2086451" y="378530"/>
                  </a:lnTo>
                  <a:lnTo>
                    <a:pt x="2096210" y="369405"/>
                  </a:lnTo>
                  <a:lnTo>
                    <a:pt x="2105954" y="387853"/>
                  </a:lnTo>
                  <a:lnTo>
                    <a:pt x="2115697" y="426223"/>
                  </a:lnTo>
                  <a:lnTo>
                    <a:pt x="2125456" y="436816"/>
                  </a:lnTo>
                  <a:lnTo>
                    <a:pt x="2135200" y="437577"/>
                  </a:lnTo>
                  <a:lnTo>
                    <a:pt x="2144959" y="447312"/>
                  </a:lnTo>
                  <a:lnTo>
                    <a:pt x="2154703" y="446958"/>
                  </a:lnTo>
                  <a:lnTo>
                    <a:pt x="2164447" y="450940"/>
                  </a:lnTo>
                  <a:lnTo>
                    <a:pt x="2174206" y="451022"/>
                  </a:lnTo>
                  <a:lnTo>
                    <a:pt x="2183950" y="465268"/>
                  </a:lnTo>
                  <a:lnTo>
                    <a:pt x="2193709" y="455529"/>
                  </a:lnTo>
                  <a:lnTo>
                    <a:pt x="2203452" y="482019"/>
                  </a:lnTo>
                  <a:lnTo>
                    <a:pt x="2213196" y="501670"/>
                  </a:lnTo>
                  <a:lnTo>
                    <a:pt x="2222955" y="494518"/>
                  </a:lnTo>
                  <a:lnTo>
                    <a:pt x="2232699" y="484238"/>
                  </a:lnTo>
                  <a:lnTo>
                    <a:pt x="2242458" y="486531"/>
                  </a:lnTo>
                  <a:lnTo>
                    <a:pt x="2252202" y="489901"/>
                  </a:lnTo>
                  <a:lnTo>
                    <a:pt x="2261946" y="470873"/>
                  </a:lnTo>
                  <a:lnTo>
                    <a:pt x="2271705" y="449925"/>
                  </a:lnTo>
                  <a:lnTo>
                    <a:pt x="2281449" y="434876"/>
                  </a:lnTo>
                  <a:lnTo>
                    <a:pt x="2291208" y="386767"/>
                  </a:lnTo>
                  <a:lnTo>
                    <a:pt x="2300951" y="410813"/>
                  </a:lnTo>
                  <a:lnTo>
                    <a:pt x="2310695" y="387631"/>
                  </a:lnTo>
                  <a:lnTo>
                    <a:pt x="2320454" y="428943"/>
                  </a:lnTo>
                  <a:lnTo>
                    <a:pt x="2330198" y="439805"/>
                  </a:lnTo>
                  <a:lnTo>
                    <a:pt x="2339957" y="429697"/>
                  </a:lnTo>
                  <a:lnTo>
                    <a:pt x="2349701" y="428583"/>
                  </a:lnTo>
                  <a:lnTo>
                    <a:pt x="2359445" y="426102"/>
                  </a:lnTo>
                  <a:lnTo>
                    <a:pt x="2369204" y="449492"/>
                  </a:lnTo>
                  <a:lnTo>
                    <a:pt x="2378948" y="446023"/>
                  </a:lnTo>
                  <a:lnTo>
                    <a:pt x="2388692" y="439456"/>
                  </a:lnTo>
                  <a:lnTo>
                    <a:pt x="2398450" y="416693"/>
                  </a:lnTo>
                  <a:lnTo>
                    <a:pt x="2408194" y="408833"/>
                  </a:lnTo>
                  <a:lnTo>
                    <a:pt x="2417953" y="412629"/>
                  </a:lnTo>
                  <a:lnTo>
                    <a:pt x="2427697" y="390978"/>
                  </a:lnTo>
                  <a:lnTo>
                    <a:pt x="2437441" y="399373"/>
                  </a:lnTo>
                  <a:lnTo>
                    <a:pt x="2447200" y="424038"/>
                  </a:lnTo>
                  <a:lnTo>
                    <a:pt x="2456944" y="403584"/>
                  </a:lnTo>
                  <a:lnTo>
                    <a:pt x="2466703" y="375606"/>
                  </a:lnTo>
                  <a:lnTo>
                    <a:pt x="2476446" y="345984"/>
                  </a:lnTo>
                  <a:lnTo>
                    <a:pt x="2486190" y="347166"/>
                  </a:lnTo>
                  <a:lnTo>
                    <a:pt x="2495949" y="340640"/>
                  </a:lnTo>
                  <a:lnTo>
                    <a:pt x="2505693" y="348142"/>
                  </a:lnTo>
                  <a:lnTo>
                    <a:pt x="2515452" y="358528"/>
                  </a:lnTo>
                  <a:lnTo>
                    <a:pt x="2525196" y="330251"/>
                  </a:lnTo>
                  <a:lnTo>
                    <a:pt x="2534940" y="326394"/>
                  </a:lnTo>
                  <a:lnTo>
                    <a:pt x="2544699" y="337618"/>
                  </a:lnTo>
                  <a:lnTo>
                    <a:pt x="2554443" y="349038"/>
                  </a:lnTo>
                  <a:lnTo>
                    <a:pt x="2564202" y="345290"/>
                  </a:lnTo>
                  <a:lnTo>
                    <a:pt x="2573946" y="359745"/>
                  </a:lnTo>
                  <a:lnTo>
                    <a:pt x="2583690" y="371865"/>
                  </a:lnTo>
                  <a:lnTo>
                    <a:pt x="2593448" y="377765"/>
                  </a:lnTo>
                  <a:lnTo>
                    <a:pt x="2603192" y="348529"/>
                  </a:lnTo>
                  <a:lnTo>
                    <a:pt x="2612951" y="377971"/>
                  </a:lnTo>
                  <a:lnTo>
                    <a:pt x="2622695" y="386484"/>
                  </a:lnTo>
                  <a:lnTo>
                    <a:pt x="2632439" y="362442"/>
                  </a:lnTo>
                  <a:lnTo>
                    <a:pt x="2642198" y="349690"/>
                  </a:lnTo>
                  <a:lnTo>
                    <a:pt x="2651942" y="356160"/>
                  </a:lnTo>
                  <a:lnTo>
                    <a:pt x="2661685" y="391466"/>
                  </a:lnTo>
                  <a:lnTo>
                    <a:pt x="2671444" y="415281"/>
                  </a:lnTo>
                  <a:lnTo>
                    <a:pt x="2681188" y="432324"/>
                  </a:lnTo>
                  <a:lnTo>
                    <a:pt x="2690947" y="435983"/>
                  </a:lnTo>
                  <a:lnTo>
                    <a:pt x="2700691" y="452540"/>
                  </a:lnTo>
                  <a:lnTo>
                    <a:pt x="2710435" y="452214"/>
                  </a:lnTo>
                  <a:lnTo>
                    <a:pt x="2720194" y="403059"/>
                  </a:lnTo>
                  <a:lnTo>
                    <a:pt x="2729938" y="395653"/>
                  </a:lnTo>
                  <a:lnTo>
                    <a:pt x="2739697" y="413882"/>
                  </a:lnTo>
                  <a:lnTo>
                    <a:pt x="2749441" y="417255"/>
                  </a:lnTo>
                  <a:lnTo>
                    <a:pt x="2759185" y="412825"/>
                  </a:lnTo>
                  <a:lnTo>
                    <a:pt x="2768943" y="362787"/>
                  </a:lnTo>
                  <a:lnTo>
                    <a:pt x="2778687" y="388101"/>
                  </a:lnTo>
                  <a:lnTo>
                    <a:pt x="2788446" y="399954"/>
                  </a:lnTo>
                  <a:lnTo>
                    <a:pt x="2798190" y="394467"/>
                  </a:lnTo>
                  <a:lnTo>
                    <a:pt x="2807934" y="390645"/>
                  </a:lnTo>
                  <a:lnTo>
                    <a:pt x="2817693" y="363236"/>
                  </a:lnTo>
                  <a:lnTo>
                    <a:pt x="2827437" y="405921"/>
                  </a:lnTo>
                  <a:lnTo>
                    <a:pt x="2837196" y="385709"/>
                  </a:lnTo>
                  <a:lnTo>
                    <a:pt x="2846940" y="383568"/>
                  </a:lnTo>
                  <a:lnTo>
                    <a:pt x="2856684" y="389465"/>
                  </a:lnTo>
                  <a:lnTo>
                    <a:pt x="2866442" y="376931"/>
                  </a:lnTo>
                  <a:lnTo>
                    <a:pt x="2876186" y="367448"/>
                  </a:lnTo>
                  <a:lnTo>
                    <a:pt x="2885945" y="329856"/>
                  </a:lnTo>
                  <a:lnTo>
                    <a:pt x="2895689" y="308336"/>
                  </a:lnTo>
                  <a:lnTo>
                    <a:pt x="2905433" y="327352"/>
                  </a:lnTo>
                  <a:lnTo>
                    <a:pt x="2915192" y="31081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9" name="Freeform 988">
              <a:extLst>
                <a:ext uri="{FF2B5EF4-FFF2-40B4-BE49-F238E27FC236}">
                  <a16:creationId xmlns:a16="http://schemas.microsoft.com/office/drawing/2014/main" id="{88509654-B265-22CD-6F14-CFC2556DC8AB}"/>
                </a:ext>
              </a:extLst>
            </p:cNvPr>
            <p:cNvSpPr/>
            <p:nvPr/>
          </p:nvSpPr>
          <p:spPr>
            <a:xfrm>
              <a:off x="4426652" y="3273754"/>
              <a:ext cx="2915191" cy="522924"/>
            </a:xfrm>
            <a:custGeom>
              <a:avLst/>
              <a:gdLst>
                <a:gd name="connsiteX0" fmla="*/ 0 w 2915191"/>
                <a:gd name="connsiteY0" fmla="*/ 15276 h 522924"/>
                <a:gd name="connsiteX1" fmla="*/ 9750 w 2915191"/>
                <a:gd name="connsiteY1" fmla="*/ 7710 h 522924"/>
                <a:gd name="connsiteX2" fmla="*/ 19500 w 2915191"/>
                <a:gd name="connsiteY2" fmla="*/ 1833 h 522924"/>
                <a:gd name="connsiteX3" fmla="*/ 29250 w 2915191"/>
                <a:gd name="connsiteY3" fmla="*/ 5723 h 522924"/>
                <a:gd name="connsiteX4" fmla="*/ 39000 w 2915191"/>
                <a:gd name="connsiteY4" fmla="*/ 12041 h 522924"/>
                <a:gd name="connsiteX5" fmla="*/ 48749 w 2915191"/>
                <a:gd name="connsiteY5" fmla="*/ 10480 h 522924"/>
                <a:gd name="connsiteX6" fmla="*/ 58499 w 2915191"/>
                <a:gd name="connsiteY6" fmla="*/ 0 h 522924"/>
                <a:gd name="connsiteX7" fmla="*/ 68249 w 2915191"/>
                <a:gd name="connsiteY7" fmla="*/ 27201 h 522924"/>
                <a:gd name="connsiteX8" fmla="*/ 77998 w 2915191"/>
                <a:gd name="connsiteY8" fmla="*/ 9623 h 522924"/>
                <a:gd name="connsiteX9" fmla="*/ 87748 w 2915191"/>
                <a:gd name="connsiteY9" fmla="*/ 16571 h 522924"/>
                <a:gd name="connsiteX10" fmla="*/ 97497 w 2915191"/>
                <a:gd name="connsiteY10" fmla="*/ 20388 h 522924"/>
                <a:gd name="connsiteX11" fmla="*/ 107247 w 2915191"/>
                <a:gd name="connsiteY11" fmla="*/ 18724 h 522924"/>
                <a:gd name="connsiteX12" fmla="*/ 116997 w 2915191"/>
                <a:gd name="connsiteY12" fmla="*/ 32393 h 522924"/>
                <a:gd name="connsiteX13" fmla="*/ 126747 w 2915191"/>
                <a:gd name="connsiteY13" fmla="*/ 60041 h 522924"/>
                <a:gd name="connsiteX14" fmla="*/ 136497 w 2915191"/>
                <a:gd name="connsiteY14" fmla="*/ 81700 h 522924"/>
                <a:gd name="connsiteX15" fmla="*/ 146247 w 2915191"/>
                <a:gd name="connsiteY15" fmla="*/ 69747 h 522924"/>
                <a:gd name="connsiteX16" fmla="*/ 155997 w 2915191"/>
                <a:gd name="connsiteY16" fmla="*/ 79511 h 522924"/>
                <a:gd name="connsiteX17" fmla="*/ 165747 w 2915191"/>
                <a:gd name="connsiteY17" fmla="*/ 125211 h 522924"/>
                <a:gd name="connsiteX18" fmla="*/ 175497 w 2915191"/>
                <a:gd name="connsiteY18" fmla="*/ 174051 h 522924"/>
                <a:gd name="connsiteX19" fmla="*/ 185247 w 2915191"/>
                <a:gd name="connsiteY19" fmla="*/ 185175 h 522924"/>
                <a:gd name="connsiteX20" fmla="*/ 194996 w 2915191"/>
                <a:gd name="connsiteY20" fmla="*/ 195463 h 522924"/>
                <a:gd name="connsiteX21" fmla="*/ 204746 w 2915191"/>
                <a:gd name="connsiteY21" fmla="*/ 206996 h 522924"/>
                <a:gd name="connsiteX22" fmla="*/ 214495 w 2915191"/>
                <a:gd name="connsiteY22" fmla="*/ 189087 h 522924"/>
                <a:gd name="connsiteX23" fmla="*/ 224245 w 2915191"/>
                <a:gd name="connsiteY23" fmla="*/ 240803 h 522924"/>
                <a:gd name="connsiteX24" fmla="*/ 233995 w 2915191"/>
                <a:gd name="connsiteY24" fmla="*/ 258272 h 522924"/>
                <a:gd name="connsiteX25" fmla="*/ 243744 w 2915191"/>
                <a:gd name="connsiteY25" fmla="*/ 246918 h 522924"/>
                <a:gd name="connsiteX26" fmla="*/ 253494 w 2915191"/>
                <a:gd name="connsiteY26" fmla="*/ 220411 h 522924"/>
                <a:gd name="connsiteX27" fmla="*/ 263244 w 2915191"/>
                <a:gd name="connsiteY27" fmla="*/ 210496 h 522924"/>
                <a:gd name="connsiteX28" fmla="*/ 272994 w 2915191"/>
                <a:gd name="connsiteY28" fmla="*/ 171607 h 522924"/>
                <a:gd name="connsiteX29" fmla="*/ 282744 w 2915191"/>
                <a:gd name="connsiteY29" fmla="*/ 213765 h 522924"/>
                <a:gd name="connsiteX30" fmla="*/ 292494 w 2915191"/>
                <a:gd name="connsiteY30" fmla="*/ 205539 h 522924"/>
                <a:gd name="connsiteX31" fmla="*/ 302244 w 2915191"/>
                <a:gd name="connsiteY31" fmla="*/ 209188 h 522924"/>
                <a:gd name="connsiteX32" fmla="*/ 311994 w 2915191"/>
                <a:gd name="connsiteY32" fmla="*/ 206591 h 522924"/>
                <a:gd name="connsiteX33" fmla="*/ 321744 w 2915191"/>
                <a:gd name="connsiteY33" fmla="*/ 213528 h 522924"/>
                <a:gd name="connsiteX34" fmla="*/ 331493 w 2915191"/>
                <a:gd name="connsiteY34" fmla="*/ 228516 h 522924"/>
                <a:gd name="connsiteX35" fmla="*/ 341243 w 2915191"/>
                <a:gd name="connsiteY35" fmla="*/ 218452 h 522924"/>
                <a:gd name="connsiteX36" fmla="*/ 350993 w 2915191"/>
                <a:gd name="connsiteY36" fmla="*/ 246563 h 522924"/>
                <a:gd name="connsiteX37" fmla="*/ 360742 w 2915191"/>
                <a:gd name="connsiteY37" fmla="*/ 252529 h 522924"/>
                <a:gd name="connsiteX38" fmla="*/ 370492 w 2915191"/>
                <a:gd name="connsiteY38" fmla="*/ 269044 h 522924"/>
                <a:gd name="connsiteX39" fmla="*/ 380241 w 2915191"/>
                <a:gd name="connsiteY39" fmla="*/ 263855 h 522924"/>
                <a:gd name="connsiteX40" fmla="*/ 389991 w 2915191"/>
                <a:gd name="connsiteY40" fmla="*/ 268517 h 522924"/>
                <a:gd name="connsiteX41" fmla="*/ 399741 w 2915191"/>
                <a:gd name="connsiteY41" fmla="*/ 310964 h 522924"/>
                <a:gd name="connsiteX42" fmla="*/ 409491 w 2915191"/>
                <a:gd name="connsiteY42" fmla="*/ 297248 h 522924"/>
                <a:gd name="connsiteX43" fmla="*/ 419241 w 2915191"/>
                <a:gd name="connsiteY43" fmla="*/ 314917 h 522924"/>
                <a:gd name="connsiteX44" fmla="*/ 428991 w 2915191"/>
                <a:gd name="connsiteY44" fmla="*/ 317512 h 522924"/>
                <a:gd name="connsiteX45" fmla="*/ 438741 w 2915191"/>
                <a:gd name="connsiteY45" fmla="*/ 322786 h 522924"/>
                <a:gd name="connsiteX46" fmla="*/ 448491 w 2915191"/>
                <a:gd name="connsiteY46" fmla="*/ 340300 h 522924"/>
                <a:gd name="connsiteX47" fmla="*/ 458241 w 2915191"/>
                <a:gd name="connsiteY47" fmla="*/ 340016 h 522924"/>
                <a:gd name="connsiteX48" fmla="*/ 467991 w 2915191"/>
                <a:gd name="connsiteY48" fmla="*/ 327031 h 522924"/>
                <a:gd name="connsiteX49" fmla="*/ 477740 w 2915191"/>
                <a:gd name="connsiteY49" fmla="*/ 293017 h 522924"/>
                <a:gd name="connsiteX50" fmla="*/ 487490 w 2915191"/>
                <a:gd name="connsiteY50" fmla="*/ 320160 h 522924"/>
                <a:gd name="connsiteX51" fmla="*/ 497239 w 2915191"/>
                <a:gd name="connsiteY51" fmla="*/ 283927 h 522924"/>
                <a:gd name="connsiteX52" fmla="*/ 506989 w 2915191"/>
                <a:gd name="connsiteY52" fmla="*/ 312718 h 522924"/>
                <a:gd name="connsiteX53" fmla="*/ 516738 w 2915191"/>
                <a:gd name="connsiteY53" fmla="*/ 316536 h 522924"/>
                <a:gd name="connsiteX54" fmla="*/ 526488 w 2915191"/>
                <a:gd name="connsiteY54" fmla="*/ 306567 h 522924"/>
                <a:gd name="connsiteX55" fmla="*/ 536238 w 2915191"/>
                <a:gd name="connsiteY55" fmla="*/ 291801 h 522924"/>
                <a:gd name="connsiteX56" fmla="*/ 545988 w 2915191"/>
                <a:gd name="connsiteY56" fmla="*/ 285472 h 522924"/>
                <a:gd name="connsiteX57" fmla="*/ 555738 w 2915191"/>
                <a:gd name="connsiteY57" fmla="*/ 302671 h 522924"/>
                <a:gd name="connsiteX58" fmla="*/ 565488 w 2915191"/>
                <a:gd name="connsiteY58" fmla="*/ 295812 h 522924"/>
                <a:gd name="connsiteX59" fmla="*/ 575238 w 2915191"/>
                <a:gd name="connsiteY59" fmla="*/ 282939 h 522924"/>
                <a:gd name="connsiteX60" fmla="*/ 584988 w 2915191"/>
                <a:gd name="connsiteY60" fmla="*/ 287106 h 522924"/>
                <a:gd name="connsiteX61" fmla="*/ 594738 w 2915191"/>
                <a:gd name="connsiteY61" fmla="*/ 273650 h 522924"/>
                <a:gd name="connsiteX62" fmla="*/ 604488 w 2915191"/>
                <a:gd name="connsiteY62" fmla="*/ 279170 h 522924"/>
                <a:gd name="connsiteX63" fmla="*/ 614237 w 2915191"/>
                <a:gd name="connsiteY63" fmla="*/ 255795 h 522924"/>
                <a:gd name="connsiteX64" fmla="*/ 623987 w 2915191"/>
                <a:gd name="connsiteY64" fmla="*/ 280341 h 522924"/>
                <a:gd name="connsiteX65" fmla="*/ 633736 w 2915191"/>
                <a:gd name="connsiteY65" fmla="*/ 273951 h 522924"/>
                <a:gd name="connsiteX66" fmla="*/ 643486 w 2915191"/>
                <a:gd name="connsiteY66" fmla="*/ 258372 h 522924"/>
                <a:gd name="connsiteX67" fmla="*/ 653236 w 2915191"/>
                <a:gd name="connsiteY67" fmla="*/ 248526 h 522924"/>
                <a:gd name="connsiteX68" fmla="*/ 662985 w 2915191"/>
                <a:gd name="connsiteY68" fmla="*/ 227060 h 522924"/>
                <a:gd name="connsiteX69" fmla="*/ 672735 w 2915191"/>
                <a:gd name="connsiteY69" fmla="*/ 211256 h 522924"/>
                <a:gd name="connsiteX70" fmla="*/ 682485 w 2915191"/>
                <a:gd name="connsiteY70" fmla="*/ 195370 h 522924"/>
                <a:gd name="connsiteX71" fmla="*/ 692235 w 2915191"/>
                <a:gd name="connsiteY71" fmla="*/ 232224 h 522924"/>
                <a:gd name="connsiteX72" fmla="*/ 701985 w 2915191"/>
                <a:gd name="connsiteY72" fmla="*/ 241139 h 522924"/>
                <a:gd name="connsiteX73" fmla="*/ 711735 w 2915191"/>
                <a:gd name="connsiteY73" fmla="*/ 245952 h 522924"/>
                <a:gd name="connsiteX74" fmla="*/ 721485 w 2915191"/>
                <a:gd name="connsiteY74" fmla="*/ 228823 h 522924"/>
                <a:gd name="connsiteX75" fmla="*/ 731235 w 2915191"/>
                <a:gd name="connsiteY75" fmla="*/ 202932 h 522924"/>
                <a:gd name="connsiteX76" fmla="*/ 740985 w 2915191"/>
                <a:gd name="connsiteY76" fmla="*/ 154249 h 522924"/>
                <a:gd name="connsiteX77" fmla="*/ 750734 w 2915191"/>
                <a:gd name="connsiteY77" fmla="*/ 158664 h 522924"/>
                <a:gd name="connsiteX78" fmla="*/ 760484 w 2915191"/>
                <a:gd name="connsiteY78" fmla="*/ 171002 h 522924"/>
                <a:gd name="connsiteX79" fmla="*/ 770233 w 2915191"/>
                <a:gd name="connsiteY79" fmla="*/ 194405 h 522924"/>
                <a:gd name="connsiteX80" fmla="*/ 779983 w 2915191"/>
                <a:gd name="connsiteY80" fmla="*/ 184022 h 522924"/>
                <a:gd name="connsiteX81" fmla="*/ 789733 w 2915191"/>
                <a:gd name="connsiteY81" fmla="*/ 165881 h 522924"/>
                <a:gd name="connsiteX82" fmla="*/ 799482 w 2915191"/>
                <a:gd name="connsiteY82" fmla="*/ 167545 h 522924"/>
                <a:gd name="connsiteX83" fmla="*/ 809232 w 2915191"/>
                <a:gd name="connsiteY83" fmla="*/ 185056 h 522924"/>
                <a:gd name="connsiteX84" fmla="*/ 818982 w 2915191"/>
                <a:gd name="connsiteY84" fmla="*/ 200029 h 522924"/>
                <a:gd name="connsiteX85" fmla="*/ 828732 w 2915191"/>
                <a:gd name="connsiteY85" fmla="*/ 176860 h 522924"/>
                <a:gd name="connsiteX86" fmla="*/ 838482 w 2915191"/>
                <a:gd name="connsiteY86" fmla="*/ 159698 h 522924"/>
                <a:gd name="connsiteX87" fmla="*/ 848232 w 2915191"/>
                <a:gd name="connsiteY87" fmla="*/ 167372 h 522924"/>
                <a:gd name="connsiteX88" fmla="*/ 857982 w 2915191"/>
                <a:gd name="connsiteY88" fmla="*/ 178047 h 522924"/>
                <a:gd name="connsiteX89" fmla="*/ 867732 w 2915191"/>
                <a:gd name="connsiteY89" fmla="*/ 218766 h 522924"/>
                <a:gd name="connsiteX90" fmla="*/ 877482 w 2915191"/>
                <a:gd name="connsiteY90" fmla="*/ 210712 h 522924"/>
                <a:gd name="connsiteX91" fmla="*/ 887231 w 2915191"/>
                <a:gd name="connsiteY91" fmla="*/ 232052 h 522924"/>
                <a:gd name="connsiteX92" fmla="*/ 896981 w 2915191"/>
                <a:gd name="connsiteY92" fmla="*/ 238051 h 522924"/>
                <a:gd name="connsiteX93" fmla="*/ 906730 w 2915191"/>
                <a:gd name="connsiteY93" fmla="*/ 230130 h 522924"/>
                <a:gd name="connsiteX94" fmla="*/ 916480 w 2915191"/>
                <a:gd name="connsiteY94" fmla="*/ 195223 h 522924"/>
                <a:gd name="connsiteX95" fmla="*/ 926230 w 2915191"/>
                <a:gd name="connsiteY95" fmla="*/ 207203 h 522924"/>
                <a:gd name="connsiteX96" fmla="*/ 935979 w 2915191"/>
                <a:gd name="connsiteY96" fmla="*/ 206554 h 522924"/>
                <a:gd name="connsiteX97" fmla="*/ 945729 w 2915191"/>
                <a:gd name="connsiteY97" fmla="*/ 200050 h 522924"/>
                <a:gd name="connsiteX98" fmla="*/ 955479 w 2915191"/>
                <a:gd name="connsiteY98" fmla="*/ 214772 h 522924"/>
                <a:gd name="connsiteX99" fmla="*/ 965229 w 2915191"/>
                <a:gd name="connsiteY99" fmla="*/ 227305 h 522924"/>
                <a:gd name="connsiteX100" fmla="*/ 974979 w 2915191"/>
                <a:gd name="connsiteY100" fmla="*/ 214428 h 522924"/>
                <a:gd name="connsiteX101" fmla="*/ 984729 w 2915191"/>
                <a:gd name="connsiteY101" fmla="*/ 239035 h 522924"/>
                <a:gd name="connsiteX102" fmla="*/ 994474 w 2915191"/>
                <a:gd name="connsiteY102" fmla="*/ 221277 h 522924"/>
                <a:gd name="connsiteX103" fmla="*/ 1004233 w 2915191"/>
                <a:gd name="connsiteY103" fmla="*/ 181383 h 522924"/>
                <a:gd name="connsiteX104" fmla="*/ 1013977 w 2915191"/>
                <a:gd name="connsiteY104" fmla="*/ 189602 h 522924"/>
                <a:gd name="connsiteX105" fmla="*/ 1023721 w 2915191"/>
                <a:gd name="connsiteY105" fmla="*/ 201461 h 522924"/>
                <a:gd name="connsiteX106" fmla="*/ 1033480 w 2915191"/>
                <a:gd name="connsiteY106" fmla="*/ 227421 h 522924"/>
                <a:gd name="connsiteX107" fmla="*/ 1043224 w 2915191"/>
                <a:gd name="connsiteY107" fmla="*/ 247421 h 522924"/>
                <a:gd name="connsiteX108" fmla="*/ 1052983 w 2915191"/>
                <a:gd name="connsiteY108" fmla="*/ 248512 h 522924"/>
                <a:gd name="connsiteX109" fmla="*/ 1062727 w 2915191"/>
                <a:gd name="connsiteY109" fmla="*/ 232382 h 522924"/>
                <a:gd name="connsiteX110" fmla="*/ 1072471 w 2915191"/>
                <a:gd name="connsiteY110" fmla="*/ 256485 h 522924"/>
                <a:gd name="connsiteX111" fmla="*/ 1082230 w 2915191"/>
                <a:gd name="connsiteY111" fmla="*/ 238618 h 522924"/>
                <a:gd name="connsiteX112" fmla="*/ 1091973 w 2915191"/>
                <a:gd name="connsiteY112" fmla="*/ 255328 h 522924"/>
                <a:gd name="connsiteX113" fmla="*/ 1101732 w 2915191"/>
                <a:gd name="connsiteY113" fmla="*/ 267863 h 522924"/>
                <a:gd name="connsiteX114" fmla="*/ 1111476 w 2915191"/>
                <a:gd name="connsiteY114" fmla="*/ 264780 h 522924"/>
                <a:gd name="connsiteX115" fmla="*/ 1121220 w 2915191"/>
                <a:gd name="connsiteY115" fmla="*/ 276825 h 522924"/>
                <a:gd name="connsiteX116" fmla="*/ 1130979 w 2915191"/>
                <a:gd name="connsiteY116" fmla="*/ 313534 h 522924"/>
                <a:gd name="connsiteX117" fmla="*/ 1140723 w 2915191"/>
                <a:gd name="connsiteY117" fmla="*/ 311360 h 522924"/>
                <a:gd name="connsiteX118" fmla="*/ 1150482 w 2915191"/>
                <a:gd name="connsiteY118" fmla="*/ 286646 h 522924"/>
                <a:gd name="connsiteX119" fmla="*/ 1160226 w 2915191"/>
                <a:gd name="connsiteY119" fmla="*/ 287251 h 522924"/>
                <a:gd name="connsiteX120" fmla="*/ 1169969 w 2915191"/>
                <a:gd name="connsiteY120" fmla="*/ 278860 h 522924"/>
                <a:gd name="connsiteX121" fmla="*/ 1179728 w 2915191"/>
                <a:gd name="connsiteY121" fmla="*/ 254063 h 522924"/>
                <a:gd name="connsiteX122" fmla="*/ 1189472 w 2915191"/>
                <a:gd name="connsiteY122" fmla="*/ 257661 h 522924"/>
                <a:gd name="connsiteX123" fmla="*/ 1199231 w 2915191"/>
                <a:gd name="connsiteY123" fmla="*/ 274940 h 522924"/>
                <a:gd name="connsiteX124" fmla="*/ 1208975 w 2915191"/>
                <a:gd name="connsiteY124" fmla="*/ 252733 h 522924"/>
                <a:gd name="connsiteX125" fmla="*/ 1218719 w 2915191"/>
                <a:gd name="connsiteY125" fmla="*/ 228013 h 522924"/>
                <a:gd name="connsiteX126" fmla="*/ 1228478 w 2915191"/>
                <a:gd name="connsiteY126" fmla="*/ 224285 h 522924"/>
                <a:gd name="connsiteX127" fmla="*/ 1238222 w 2915191"/>
                <a:gd name="connsiteY127" fmla="*/ 206373 h 522924"/>
                <a:gd name="connsiteX128" fmla="*/ 1247966 w 2915191"/>
                <a:gd name="connsiteY128" fmla="*/ 195785 h 522924"/>
                <a:gd name="connsiteX129" fmla="*/ 1257725 w 2915191"/>
                <a:gd name="connsiteY129" fmla="*/ 192432 h 522924"/>
                <a:gd name="connsiteX130" fmla="*/ 1267469 w 2915191"/>
                <a:gd name="connsiteY130" fmla="*/ 196156 h 522924"/>
                <a:gd name="connsiteX131" fmla="*/ 1277227 w 2915191"/>
                <a:gd name="connsiteY131" fmla="*/ 183420 h 522924"/>
                <a:gd name="connsiteX132" fmla="*/ 1286971 w 2915191"/>
                <a:gd name="connsiteY132" fmla="*/ 203253 h 522924"/>
                <a:gd name="connsiteX133" fmla="*/ 1296715 w 2915191"/>
                <a:gd name="connsiteY133" fmla="*/ 182906 h 522924"/>
                <a:gd name="connsiteX134" fmla="*/ 1306474 w 2915191"/>
                <a:gd name="connsiteY134" fmla="*/ 188797 h 522924"/>
                <a:gd name="connsiteX135" fmla="*/ 1316218 w 2915191"/>
                <a:gd name="connsiteY135" fmla="*/ 202057 h 522924"/>
                <a:gd name="connsiteX136" fmla="*/ 1325977 w 2915191"/>
                <a:gd name="connsiteY136" fmla="*/ 192909 h 522924"/>
                <a:gd name="connsiteX137" fmla="*/ 1335721 w 2915191"/>
                <a:gd name="connsiteY137" fmla="*/ 197587 h 522924"/>
                <a:gd name="connsiteX138" fmla="*/ 1345465 w 2915191"/>
                <a:gd name="connsiteY138" fmla="*/ 223665 h 522924"/>
                <a:gd name="connsiteX139" fmla="*/ 1355224 w 2915191"/>
                <a:gd name="connsiteY139" fmla="*/ 224373 h 522924"/>
                <a:gd name="connsiteX140" fmla="*/ 1364967 w 2915191"/>
                <a:gd name="connsiteY140" fmla="*/ 215235 h 522924"/>
                <a:gd name="connsiteX141" fmla="*/ 1374726 w 2915191"/>
                <a:gd name="connsiteY141" fmla="*/ 207817 h 522924"/>
                <a:gd name="connsiteX142" fmla="*/ 1384470 w 2915191"/>
                <a:gd name="connsiteY142" fmla="*/ 237040 h 522924"/>
                <a:gd name="connsiteX143" fmla="*/ 1394214 w 2915191"/>
                <a:gd name="connsiteY143" fmla="*/ 226649 h 522924"/>
                <a:gd name="connsiteX144" fmla="*/ 1403973 w 2915191"/>
                <a:gd name="connsiteY144" fmla="*/ 242307 h 522924"/>
                <a:gd name="connsiteX145" fmla="*/ 1413717 w 2915191"/>
                <a:gd name="connsiteY145" fmla="*/ 264993 h 522924"/>
                <a:gd name="connsiteX146" fmla="*/ 1423476 w 2915191"/>
                <a:gd name="connsiteY146" fmla="*/ 260467 h 522924"/>
                <a:gd name="connsiteX147" fmla="*/ 1433220 w 2915191"/>
                <a:gd name="connsiteY147" fmla="*/ 331584 h 522924"/>
                <a:gd name="connsiteX148" fmla="*/ 1442964 w 2915191"/>
                <a:gd name="connsiteY148" fmla="*/ 334339 h 522924"/>
                <a:gd name="connsiteX149" fmla="*/ 1452722 w 2915191"/>
                <a:gd name="connsiteY149" fmla="*/ 368426 h 522924"/>
                <a:gd name="connsiteX150" fmla="*/ 1462466 w 2915191"/>
                <a:gd name="connsiteY150" fmla="*/ 323110 h 522924"/>
                <a:gd name="connsiteX151" fmla="*/ 1472225 w 2915191"/>
                <a:gd name="connsiteY151" fmla="*/ 368711 h 522924"/>
                <a:gd name="connsiteX152" fmla="*/ 1481969 w 2915191"/>
                <a:gd name="connsiteY152" fmla="*/ 357526 h 522924"/>
                <a:gd name="connsiteX153" fmla="*/ 1491713 w 2915191"/>
                <a:gd name="connsiteY153" fmla="*/ 368999 h 522924"/>
                <a:gd name="connsiteX154" fmla="*/ 1501472 w 2915191"/>
                <a:gd name="connsiteY154" fmla="*/ 381627 h 522924"/>
                <a:gd name="connsiteX155" fmla="*/ 1511216 w 2915191"/>
                <a:gd name="connsiteY155" fmla="*/ 360101 h 522924"/>
                <a:gd name="connsiteX156" fmla="*/ 1520960 w 2915191"/>
                <a:gd name="connsiteY156" fmla="*/ 342212 h 522924"/>
                <a:gd name="connsiteX157" fmla="*/ 1530719 w 2915191"/>
                <a:gd name="connsiteY157" fmla="*/ 337712 h 522924"/>
                <a:gd name="connsiteX158" fmla="*/ 1540463 w 2915191"/>
                <a:gd name="connsiteY158" fmla="*/ 353088 h 522924"/>
                <a:gd name="connsiteX159" fmla="*/ 1550221 w 2915191"/>
                <a:gd name="connsiteY159" fmla="*/ 375702 h 522924"/>
                <a:gd name="connsiteX160" fmla="*/ 1559965 w 2915191"/>
                <a:gd name="connsiteY160" fmla="*/ 384725 h 522924"/>
                <a:gd name="connsiteX161" fmla="*/ 1569709 w 2915191"/>
                <a:gd name="connsiteY161" fmla="*/ 373470 h 522924"/>
                <a:gd name="connsiteX162" fmla="*/ 1579468 w 2915191"/>
                <a:gd name="connsiteY162" fmla="*/ 381107 h 522924"/>
                <a:gd name="connsiteX163" fmla="*/ 1589212 w 2915191"/>
                <a:gd name="connsiteY163" fmla="*/ 391676 h 522924"/>
                <a:gd name="connsiteX164" fmla="*/ 1598971 w 2915191"/>
                <a:gd name="connsiteY164" fmla="*/ 412002 h 522924"/>
                <a:gd name="connsiteX165" fmla="*/ 1608715 w 2915191"/>
                <a:gd name="connsiteY165" fmla="*/ 398177 h 522924"/>
                <a:gd name="connsiteX166" fmla="*/ 1618459 w 2915191"/>
                <a:gd name="connsiteY166" fmla="*/ 375605 h 522924"/>
                <a:gd name="connsiteX167" fmla="*/ 1628218 w 2915191"/>
                <a:gd name="connsiteY167" fmla="*/ 388354 h 522924"/>
                <a:gd name="connsiteX168" fmla="*/ 1637962 w 2915191"/>
                <a:gd name="connsiteY168" fmla="*/ 357371 h 522924"/>
                <a:gd name="connsiteX169" fmla="*/ 1647720 w 2915191"/>
                <a:gd name="connsiteY169" fmla="*/ 329992 h 522924"/>
                <a:gd name="connsiteX170" fmla="*/ 1657464 w 2915191"/>
                <a:gd name="connsiteY170" fmla="*/ 307233 h 522924"/>
                <a:gd name="connsiteX171" fmla="*/ 1667208 w 2915191"/>
                <a:gd name="connsiteY171" fmla="*/ 303059 h 522924"/>
                <a:gd name="connsiteX172" fmla="*/ 1676967 w 2915191"/>
                <a:gd name="connsiteY172" fmla="*/ 338930 h 522924"/>
                <a:gd name="connsiteX173" fmla="*/ 1686711 w 2915191"/>
                <a:gd name="connsiteY173" fmla="*/ 355987 h 522924"/>
                <a:gd name="connsiteX174" fmla="*/ 1696470 w 2915191"/>
                <a:gd name="connsiteY174" fmla="*/ 366555 h 522924"/>
                <a:gd name="connsiteX175" fmla="*/ 1706214 w 2915191"/>
                <a:gd name="connsiteY175" fmla="*/ 344952 h 522924"/>
                <a:gd name="connsiteX176" fmla="*/ 1715958 w 2915191"/>
                <a:gd name="connsiteY176" fmla="*/ 350055 h 522924"/>
                <a:gd name="connsiteX177" fmla="*/ 1725716 w 2915191"/>
                <a:gd name="connsiteY177" fmla="*/ 351938 h 522924"/>
                <a:gd name="connsiteX178" fmla="*/ 1735460 w 2915191"/>
                <a:gd name="connsiteY178" fmla="*/ 349882 h 522924"/>
                <a:gd name="connsiteX179" fmla="*/ 1745219 w 2915191"/>
                <a:gd name="connsiteY179" fmla="*/ 380684 h 522924"/>
                <a:gd name="connsiteX180" fmla="*/ 1754963 w 2915191"/>
                <a:gd name="connsiteY180" fmla="*/ 414016 h 522924"/>
                <a:gd name="connsiteX181" fmla="*/ 1764707 w 2915191"/>
                <a:gd name="connsiteY181" fmla="*/ 424742 h 522924"/>
                <a:gd name="connsiteX182" fmla="*/ 1774466 w 2915191"/>
                <a:gd name="connsiteY182" fmla="*/ 415802 h 522924"/>
                <a:gd name="connsiteX183" fmla="*/ 1784210 w 2915191"/>
                <a:gd name="connsiteY183" fmla="*/ 429064 h 522924"/>
                <a:gd name="connsiteX184" fmla="*/ 1793969 w 2915191"/>
                <a:gd name="connsiteY184" fmla="*/ 437264 h 522924"/>
                <a:gd name="connsiteX185" fmla="*/ 1803713 w 2915191"/>
                <a:gd name="connsiteY185" fmla="*/ 458693 h 522924"/>
                <a:gd name="connsiteX186" fmla="*/ 1813457 w 2915191"/>
                <a:gd name="connsiteY186" fmla="*/ 444177 h 522924"/>
                <a:gd name="connsiteX187" fmla="*/ 1823215 w 2915191"/>
                <a:gd name="connsiteY187" fmla="*/ 470696 h 522924"/>
                <a:gd name="connsiteX188" fmla="*/ 1832959 w 2915191"/>
                <a:gd name="connsiteY188" fmla="*/ 493678 h 522924"/>
                <a:gd name="connsiteX189" fmla="*/ 1842703 w 2915191"/>
                <a:gd name="connsiteY189" fmla="*/ 519252 h 522924"/>
                <a:gd name="connsiteX190" fmla="*/ 1852462 w 2915191"/>
                <a:gd name="connsiteY190" fmla="*/ 522924 h 522924"/>
                <a:gd name="connsiteX191" fmla="*/ 1862206 w 2915191"/>
                <a:gd name="connsiteY191" fmla="*/ 508197 h 522924"/>
                <a:gd name="connsiteX192" fmla="*/ 1871965 w 2915191"/>
                <a:gd name="connsiteY192" fmla="*/ 470921 h 522924"/>
                <a:gd name="connsiteX193" fmla="*/ 1881709 w 2915191"/>
                <a:gd name="connsiteY193" fmla="*/ 436208 h 522924"/>
                <a:gd name="connsiteX194" fmla="*/ 1891453 w 2915191"/>
                <a:gd name="connsiteY194" fmla="*/ 449937 h 522924"/>
                <a:gd name="connsiteX195" fmla="*/ 1901212 w 2915191"/>
                <a:gd name="connsiteY195" fmla="*/ 455583 h 522924"/>
                <a:gd name="connsiteX196" fmla="*/ 1910956 w 2915191"/>
                <a:gd name="connsiteY196" fmla="*/ 410935 h 522924"/>
                <a:gd name="connsiteX197" fmla="*/ 1920714 w 2915191"/>
                <a:gd name="connsiteY197" fmla="*/ 426935 h 522924"/>
                <a:gd name="connsiteX198" fmla="*/ 1930458 w 2915191"/>
                <a:gd name="connsiteY198" fmla="*/ 415677 h 522924"/>
                <a:gd name="connsiteX199" fmla="*/ 1940202 w 2915191"/>
                <a:gd name="connsiteY199" fmla="*/ 399327 h 522924"/>
                <a:gd name="connsiteX200" fmla="*/ 1949961 w 2915191"/>
                <a:gd name="connsiteY200" fmla="*/ 391079 h 522924"/>
                <a:gd name="connsiteX201" fmla="*/ 1959705 w 2915191"/>
                <a:gd name="connsiteY201" fmla="*/ 376010 h 522924"/>
                <a:gd name="connsiteX202" fmla="*/ 1969464 w 2915191"/>
                <a:gd name="connsiteY202" fmla="*/ 347587 h 522924"/>
                <a:gd name="connsiteX203" fmla="*/ 1979208 w 2915191"/>
                <a:gd name="connsiteY203" fmla="*/ 364283 h 522924"/>
                <a:gd name="connsiteX204" fmla="*/ 1988952 w 2915191"/>
                <a:gd name="connsiteY204" fmla="*/ 352927 h 522924"/>
                <a:gd name="connsiteX205" fmla="*/ 1998711 w 2915191"/>
                <a:gd name="connsiteY205" fmla="*/ 373701 h 522924"/>
                <a:gd name="connsiteX206" fmla="*/ 2008454 w 2915191"/>
                <a:gd name="connsiteY206" fmla="*/ 363282 h 522924"/>
                <a:gd name="connsiteX207" fmla="*/ 2018213 w 2915191"/>
                <a:gd name="connsiteY207" fmla="*/ 354442 h 522924"/>
                <a:gd name="connsiteX208" fmla="*/ 2027957 w 2915191"/>
                <a:gd name="connsiteY208" fmla="*/ 351579 h 522924"/>
                <a:gd name="connsiteX209" fmla="*/ 2037701 w 2915191"/>
                <a:gd name="connsiteY209" fmla="*/ 321909 h 522924"/>
                <a:gd name="connsiteX210" fmla="*/ 2047460 w 2915191"/>
                <a:gd name="connsiteY210" fmla="*/ 284949 h 522924"/>
                <a:gd name="connsiteX211" fmla="*/ 2057204 w 2915191"/>
                <a:gd name="connsiteY211" fmla="*/ 281773 h 522924"/>
                <a:gd name="connsiteX212" fmla="*/ 2066963 w 2915191"/>
                <a:gd name="connsiteY212" fmla="*/ 286275 h 522924"/>
                <a:gd name="connsiteX213" fmla="*/ 2076707 w 2915191"/>
                <a:gd name="connsiteY213" fmla="*/ 246842 h 522924"/>
                <a:gd name="connsiteX214" fmla="*/ 2086451 w 2915191"/>
                <a:gd name="connsiteY214" fmla="*/ 239260 h 522924"/>
                <a:gd name="connsiteX215" fmla="*/ 2096210 w 2915191"/>
                <a:gd name="connsiteY215" fmla="*/ 222181 h 522924"/>
                <a:gd name="connsiteX216" fmla="*/ 2105954 w 2915191"/>
                <a:gd name="connsiteY216" fmla="*/ 209912 h 522924"/>
                <a:gd name="connsiteX217" fmla="*/ 2115697 w 2915191"/>
                <a:gd name="connsiteY217" fmla="*/ 227481 h 522924"/>
                <a:gd name="connsiteX218" fmla="*/ 2125456 w 2915191"/>
                <a:gd name="connsiteY218" fmla="*/ 235876 h 522924"/>
                <a:gd name="connsiteX219" fmla="*/ 2135200 w 2915191"/>
                <a:gd name="connsiteY219" fmla="*/ 248160 h 522924"/>
                <a:gd name="connsiteX220" fmla="*/ 2144959 w 2915191"/>
                <a:gd name="connsiteY220" fmla="*/ 259600 h 522924"/>
                <a:gd name="connsiteX221" fmla="*/ 2154703 w 2915191"/>
                <a:gd name="connsiteY221" fmla="*/ 247338 h 522924"/>
                <a:gd name="connsiteX222" fmla="*/ 2164447 w 2915191"/>
                <a:gd name="connsiteY222" fmla="*/ 240115 h 522924"/>
                <a:gd name="connsiteX223" fmla="*/ 2174206 w 2915191"/>
                <a:gd name="connsiteY223" fmla="*/ 240283 h 522924"/>
                <a:gd name="connsiteX224" fmla="*/ 2183950 w 2915191"/>
                <a:gd name="connsiteY224" fmla="*/ 231061 h 522924"/>
                <a:gd name="connsiteX225" fmla="*/ 2193709 w 2915191"/>
                <a:gd name="connsiteY225" fmla="*/ 209442 h 522924"/>
                <a:gd name="connsiteX226" fmla="*/ 2203452 w 2915191"/>
                <a:gd name="connsiteY226" fmla="*/ 169361 h 522924"/>
                <a:gd name="connsiteX227" fmla="*/ 2213196 w 2915191"/>
                <a:gd name="connsiteY227" fmla="*/ 178383 h 522924"/>
                <a:gd name="connsiteX228" fmla="*/ 2222955 w 2915191"/>
                <a:gd name="connsiteY228" fmla="*/ 183244 h 522924"/>
                <a:gd name="connsiteX229" fmla="*/ 2232699 w 2915191"/>
                <a:gd name="connsiteY229" fmla="*/ 212789 h 522924"/>
                <a:gd name="connsiteX230" fmla="*/ 2242458 w 2915191"/>
                <a:gd name="connsiteY230" fmla="*/ 239836 h 522924"/>
                <a:gd name="connsiteX231" fmla="*/ 2252202 w 2915191"/>
                <a:gd name="connsiteY231" fmla="*/ 261966 h 522924"/>
                <a:gd name="connsiteX232" fmla="*/ 2261946 w 2915191"/>
                <a:gd name="connsiteY232" fmla="*/ 247068 h 522924"/>
                <a:gd name="connsiteX233" fmla="*/ 2271705 w 2915191"/>
                <a:gd name="connsiteY233" fmla="*/ 238807 h 522924"/>
                <a:gd name="connsiteX234" fmla="*/ 2281449 w 2915191"/>
                <a:gd name="connsiteY234" fmla="*/ 249545 h 522924"/>
                <a:gd name="connsiteX235" fmla="*/ 2291208 w 2915191"/>
                <a:gd name="connsiteY235" fmla="*/ 272012 h 522924"/>
                <a:gd name="connsiteX236" fmla="*/ 2300951 w 2915191"/>
                <a:gd name="connsiteY236" fmla="*/ 290380 h 522924"/>
                <a:gd name="connsiteX237" fmla="*/ 2310695 w 2915191"/>
                <a:gd name="connsiteY237" fmla="*/ 294124 h 522924"/>
                <a:gd name="connsiteX238" fmla="*/ 2320454 w 2915191"/>
                <a:gd name="connsiteY238" fmla="*/ 267233 h 522924"/>
                <a:gd name="connsiteX239" fmla="*/ 2330198 w 2915191"/>
                <a:gd name="connsiteY239" fmla="*/ 251088 h 522924"/>
                <a:gd name="connsiteX240" fmla="*/ 2339957 w 2915191"/>
                <a:gd name="connsiteY240" fmla="*/ 285952 h 522924"/>
                <a:gd name="connsiteX241" fmla="*/ 2349701 w 2915191"/>
                <a:gd name="connsiteY241" fmla="*/ 244111 h 522924"/>
                <a:gd name="connsiteX242" fmla="*/ 2359445 w 2915191"/>
                <a:gd name="connsiteY242" fmla="*/ 248941 h 522924"/>
                <a:gd name="connsiteX243" fmla="*/ 2369204 w 2915191"/>
                <a:gd name="connsiteY243" fmla="*/ 244965 h 522924"/>
                <a:gd name="connsiteX244" fmla="*/ 2378948 w 2915191"/>
                <a:gd name="connsiteY244" fmla="*/ 277038 h 522924"/>
                <a:gd name="connsiteX245" fmla="*/ 2388692 w 2915191"/>
                <a:gd name="connsiteY245" fmla="*/ 271607 h 522924"/>
                <a:gd name="connsiteX246" fmla="*/ 2398450 w 2915191"/>
                <a:gd name="connsiteY246" fmla="*/ 249191 h 522924"/>
                <a:gd name="connsiteX247" fmla="*/ 2408194 w 2915191"/>
                <a:gd name="connsiteY247" fmla="*/ 235094 h 522924"/>
                <a:gd name="connsiteX248" fmla="*/ 2417953 w 2915191"/>
                <a:gd name="connsiteY248" fmla="*/ 253453 h 522924"/>
                <a:gd name="connsiteX249" fmla="*/ 2427697 w 2915191"/>
                <a:gd name="connsiteY249" fmla="*/ 253380 h 522924"/>
                <a:gd name="connsiteX250" fmla="*/ 2437441 w 2915191"/>
                <a:gd name="connsiteY250" fmla="*/ 251902 h 522924"/>
                <a:gd name="connsiteX251" fmla="*/ 2447200 w 2915191"/>
                <a:gd name="connsiteY251" fmla="*/ 260696 h 522924"/>
                <a:gd name="connsiteX252" fmla="*/ 2456944 w 2915191"/>
                <a:gd name="connsiteY252" fmla="*/ 266571 h 522924"/>
                <a:gd name="connsiteX253" fmla="*/ 2466703 w 2915191"/>
                <a:gd name="connsiteY253" fmla="*/ 254555 h 522924"/>
                <a:gd name="connsiteX254" fmla="*/ 2476446 w 2915191"/>
                <a:gd name="connsiteY254" fmla="*/ 242980 h 522924"/>
                <a:gd name="connsiteX255" fmla="*/ 2486190 w 2915191"/>
                <a:gd name="connsiteY255" fmla="*/ 261228 h 522924"/>
                <a:gd name="connsiteX256" fmla="*/ 2495949 w 2915191"/>
                <a:gd name="connsiteY256" fmla="*/ 263542 h 522924"/>
                <a:gd name="connsiteX257" fmla="*/ 2505693 w 2915191"/>
                <a:gd name="connsiteY257" fmla="*/ 287002 h 522924"/>
                <a:gd name="connsiteX258" fmla="*/ 2515452 w 2915191"/>
                <a:gd name="connsiteY258" fmla="*/ 278097 h 522924"/>
                <a:gd name="connsiteX259" fmla="*/ 2525196 w 2915191"/>
                <a:gd name="connsiteY259" fmla="*/ 275207 h 522924"/>
                <a:gd name="connsiteX260" fmla="*/ 2534940 w 2915191"/>
                <a:gd name="connsiteY260" fmla="*/ 264697 h 522924"/>
                <a:gd name="connsiteX261" fmla="*/ 2544699 w 2915191"/>
                <a:gd name="connsiteY261" fmla="*/ 269003 h 522924"/>
                <a:gd name="connsiteX262" fmla="*/ 2554443 w 2915191"/>
                <a:gd name="connsiteY262" fmla="*/ 289407 h 522924"/>
                <a:gd name="connsiteX263" fmla="*/ 2564202 w 2915191"/>
                <a:gd name="connsiteY263" fmla="*/ 303506 h 522924"/>
                <a:gd name="connsiteX264" fmla="*/ 2573946 w 2915191"/>
                <a:gd name="connsiteY264" fmla="*/ 296964 h 522924"/>
                <a:gd name="connsiteX265" fmla="*/ 2583690 w 2915191"/>
                <a:gd name="connsiteY265" fmla="*/ 310194 h 522924"/>
                <a:gd name="connsiteX266" fmla="*/ 2593448 w 2915191"/>
                <a:gd name="connsiteY266" fmla="*/ 312475 h 522924"/>
                <a:gd name="connsiteX267" fmla="*/ 2603192 w 2915191"/>
                <a:gd name="connsiteY267" fmla="*/ 281585 h 522924"/>
                <a:gd name="connsiteX268" fmla="*/ 2612951 w 2915191"/>
                <a:gd name="connsiteY268" fmla="*/ 253972 h 522924"/>
                <a:gd name="connsiteX269" fmla="*/ 2622695 w 2915191"/>
                <a:gd name="connsiteY269" fmla="*/ 267116 h 522924"/>
                <a:gd name="connsiteX270" fmla="*/ 2632439 w 2915191"/>
                <a:gd name="connsiteY270" fmla="*/ 248946 h 522924"/>
                <a:gd name="connsiteX271" fmla="*/ 2642198 w 2915191"/>
                <a:gd name="connsiteY271" fmla="*/ 239279 h 522924"/>
                <a:gd name="connsiteX272" fmla="*/ 2651942 w 2915191"/>
                <a:gd name="connsiteY272" fmla="*/ 248455 h 522924"/>
                <a:gd name="connsiteX273" fmla="*/ 2661685 w 2915191"/>
                <a:gd name="connsiteY273" fmla="*/ 220055 h 522924"/>
                <a:gd name="connsiteX274" fmla="*/ 2671444 w 2915191"/>
                <a:gd name="connsiteY274" fmla="*/ 209004 h 522924"/>
                <a:gd name="connsiteX275" fmla="*/ 2681188 w 2915191"/>
                <a:gd name="connsiteY275" fmla="*/ 198414 h 522924"/>
                <a:gd name="connsiteX276" fmla="*/ 2690947 w 2915191"/>
                <a:gd name="connsiteY276" fmla="*/ 240212 h 522924"/>
                <a:gd name="connsiteX277" fmla="*/ 2700691 w 2915191"/>
                <a:gd name="connsiteY277" fmla="*/ 209998 h 522924"/>
                <a:gd name="connsiteX278" fmla="*/ 2710435 w 2915191"/>
                <a:gd name="connsiteY278" fmla="*/ 190506 h 522924"/>
                <a:gd name="connsiteX279" fmla="*/ 2720194 w 2915191"/>
                <a:gd name="connsiteY279" fmla="*/ 176957 h 522924"/>
                <a:gd name="connsiteX280" fmla="*/ 2729938 w 2915191"/>
                <a:gd name="connsiteY280" fmla="*/ 200129 h 522924"/>
                <a:gd name="connsiteX281" fmla="*/ 2739697 w 2915191"/>
                <a:gd name="connsiteY281" fmla="*/ 181029 h 522924"/>
                <a:gd name="connsiteX282" fmla="*/ 2749441 w 2915191"/>
                <a:gd name="connsiteY282" fmla="*/ 149166 h 522924"/>
                <a:gd name="connsiteX283" fmla="*/ 2759185 w 2915191"/>
                <a:gd name="connsiteY283" fmla="*/ 173216 h 522924"/>
                <a:gd name="connsiteX284" fmla="*/ 2768943 w 2915191"/>
                <a:gd name="connsiteY284" fmla="*/ 174208 h 522924"/>
                <a:gd name="connsiteX285" fmla="*/ 2778687 w 2915191"/>
                <a:gd name="connsiteY285" fmla="*/ 175285 h 522924"/>
                <a:gd name="connsiteX286" fmla="*/ 2788446 w 2915191"/>
                <a:gd name="connsiteY286" fmla="*/ 171247 h 522924"/>
                <a:gd name="connsiteX287" fmla="*/ 2798190 w 2915191"/>
                <a:gd name="connsiteY287" fmla="*/ 162850 h 522924"/>
                <a:gd name="connsiteX288" fmla="*/ 2807934 w 2915191"/>
                <a:gd name="connsiteY288" fmla="*/ 163847 h 522924"/>
                <a:gd name="connsiteX289" fmla="*/ 2817693 w 2915191"/>
                <a:gd name="connsiteY289" fmla="*/ 173643 h 522924"/>
                <a:gd name="connsiteX290" fmla="*/ 2827437 w 2915191"/>
                <a:gd name="connsiteY290" fmla="*/ 148504 h 522924"/>
                <a:gd name="connsiteX291" fmla="*/ 2837196 w 2915191"/>
                <a:gd name="connsiteY291" fmla="*/ 131193 h 522924"/>
                <a:gd name="connsiteX292" fmla="*/ 2846940 w 2915191"/>
                <a:gd name="connsiteY292" fmla="*/ 136232 h 522924"/>
                <a:gd name="connsiteX293" fmla="*/ 2856684 w 2915191"/>
                <a:gd name="connsiteY293" fmla="*/ 136758 h 522924"/>
                <a:gd name="connsiteX294" fmla="*/ 2866442 w 2915191"/>
                <a:gd name="connsiteY294" fmla="*/ 151374 h 522924"/>
                <a:gd name="connsiteX295" fmla="*/ 2876186 w 2915191"/>
                <a:gd name="connsiteY295" fmla="*/ 187806 h 522924"/>
                <a:gd name="connsiteX296" fmla="*/ 2885945 w 2915191"/>
                <a:gd name="connsiteY296" fmla="*/ 192902 h 522924"/>
                <a:gd name="connsiteX297" fmla="*/ 2895689 w 2915191"/>
                <a:gd name="connsiteY297" fmla="*/ 205029 h 522924"/>
                <a:gd name="connsiteX298" fmla="*/ 2905433 w 2915191"/>
                <a:gd name="connsiteY298" fmla="*/ 191410 h 522924"/>
                <a:gd name="connsiteX299" fmla="*/ 2915192 w 2915191"/>
                <a:gd name="connsiteY299" fmla="*/ 222437 h 522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22924">
                  <a:moveTo>
                    <a:pt x="0" y="15276"/>
                  </a:moveTo>
                  <a:lnTo>
                    <a:pt x="9750" y="7710"/>
                  </a:lnTo>
                  <a:lnTo>
                    <a:pt x="19500" y="1833"/>
                  </a:lnTo>
                  <a:lnTo>
                    <a:pt x="29250" y="5723"/>
                  </a:lnTo>
                  <a:lnTo>
                    <a:pt x="39000" y="12041"/>
                  </a:lnTo>
                  <a:lnTo>
                    <a:pt x="48749" y="10480"/>
                  </a:lnTo>
                  <a:lnTo>
                    <a:pt x="58499" y="0"/>
                  </a:lnTo>
                  <a:lnTo>
                    <a:pt x="68249" y="27201"/>
                  </a:lnTo>
                  <a:lnTo>
                    <a:pt x="77998" y="9623"/>
                  </a:lnTo>
                  <a:lnTo>
                    <a:pt x="87748" y="16571"/>
                  </a:lnTo>
                  <a:lnTo>
                    <a:pt x="97497" y="20388"/>
                  </a:lnTo>
                  <a:lnTo>
                    <a:pt x="107247" y="18724"/>
                  </a:lnTo>
                  <a:lnTo>
                    <a:pt x="116997" y="32393"/>
                  </a:lnTo>
                  <a:lnTo>
                    <a:pt x="126747" y="60041"/>
                  </a:lnTo>
                  <a:lnTo>
                    <a:pt x="136497" y="81700"/>
                  </a:lnTo>
                  <a:lnTo>
                    <a:pt x="146247" y="69747"/>
                  </a:lnTo>
                  <a:lnTo>
                    <a:pt x="155997" y="79511"/>
                  </a:lnTo>
                  <a:lnTo>
                    <a:pt x="165747" y="125211"/>
                  </a:lnTo>
                  <a:lnTo>
                    <a:pt x="175497" y="174051"/>
                  </a:lnTo>
                  <a:lnTo>
                    <a:pt x="185247" y="185175"/>
                  </a:lnTo>
                  <a:lnTo>
                    <a:pt x="194996" y="195463"/>
                  </a:lnTo>
                  <a:lnTo>
                    <a:pt x="204746" y="206996"/>
                  </a:lnTo>
                  <a:lnTo>
                    <a:pt x="214495" y="189087"/>
                  </a:lnTo>
                  <a:lnTo>
                    <a:pt x="224245" y="240803"/>
                  </a:lnTo>
                  <a:lnTo>
                    <a:pt x="233995" y="258272"/>
                  </a:lnTo>
                  <a:lnTo>
                    <a:pt x="243744" y="246918"/>
                  </a:lnTo>
                  <a:lnTo>
                    <a:pt x="253494" y="220411"/>
                  </a:lnTo>
                  <a:lnTo>
                    <a:pt x="263244" y="210496"/>
                  </a:lnTo>
                  <a:lnTo>
                    <a:pt x="272994" y="171607"/>
                  </a:lnTo>
                  <a:lnTo>
                    <a:pt x="282744" y="213765"/>
                  </a:lnTo>
                  <a:lnTo>
                    <a:pt x="292494" y="205539"/>
                  </a:lnTo>
                  <a:lnTo>
                    <a:pt x="302244" y="209188"/>
                  </a:lnTo>
                  <a:lnTo>
                    <a:pt x="311994" y="206591"/>
                  </a:lnTo>
                  <a:lnTo>
                    <a:pt x="321744" y="213528"/>
                  </a:lnTo>
                  <a:lnTo>
                    <a:pt x="331493" y="228516"/>
                  </a:lnTo>
                  <a:lnTo>
                    <a:pt x="341243" y="218452"/>
                  </a:lnTo>
                  <a:lnTo>
                    <a:pt x="350993" y="246563"/>
                  </a:lnTo>
                  <a:lnTo>
                    <a:pt x="360742" y="252529"/>
                  </a:lnTo>
                  <a:lnTo>
                    <a:pt x="370492" y="269044"/>
                  </a:lnTo>
                  <a:lnTo>
                    <a:pt x="380241" y="263855"/>
                  </a:lnTo>
                  <a:lnTo>
                    <a:pt x="389991" y="268517"/>
                  </a:lnTo>
                  <a:lnTo>
                    <a:pt x="399741" y="310964"/>
                  </a:lnTo>
                  <a:lnTo>
                    <a:pt x="409491" y="297248"/>
                  </a:lnTo>
                  <a:lnTo>
                    <a:pt x="419241" y="314917"/>
                  </a:lnTo>
                  <a:lnTo>
                    <a:pt x="428991" y="317512"/>
                  </a:lnTo>
                  <a:lnTo>
                    <a:pt x="438741" y="322786"/>
                  </a:lnTo>
                  <a:lnTo>
                    <a:pt x="448491" y="340300"/>
                  </a:lnTo>
                  <a:lnTo>
                    <a:pt x="458241" y="340016"/>
                  </a:lnTo>
                  <a:lnTo>
                    <a:pt x="467991" y="327031"/>
                  </a:lnTo>
                  <a:lnTo>
                    <a:pt x="477740" y="293017"/>
                  </a:lnTo>
                  <a:lnTo>
                    <a:pt x="487490" y="320160"/>
                  </a:lnTo>
                  <a:lnTo>
                    <a:pt x="497239" y="283927"/>
                  </a:lnTo>
                  <a:lnTo>
                    <a:pt x="506989" y="312718"/>
                  </a:lnTo>
                  <a:lnTo>
                    <a:pt x="516738" y="316536"/>
                  </a:lnTo>
                  <a:lnTo>
                    <a:pt x="526488" y="306567"/>
                  </a:lnTo>
                  <a:lnTo>
                    <a:pt x="536238" y="291801"/>
                  </a:lnTo>
                  <a:lnTo>
                    <a:pt x="545988" y="285472"/>
                  </a:lnTo>
                  <a:lnTo>
                    <a:pt x="555738" y="302671"/>
                  </a:lnTo>
                  <a:lnTo>
                    <a:pt x="565488" y="295812"/>
                  </a:lnTo>
                  <a:lnTo>
                    <a:pt x="575238" y="282939"/>
                  </a:lnTo>
                  <a:lnTo>
                    <a:pt x="584988" y="287106"/>
                  </a:lnTo>
                  <a:lnTo>
                    <a:pt x="594738" y="273650"/>
                  </a:lnTo>
                  <a:lnTo>
                    <a:pt x="604488" y="279170"/>
                  </a:lnTo>
                  <a:lnTo>
                    <a:pt x="614237" y="255795"/>
                  </a:lnTo>
                  <a:lnTo>
                    <a:pt x="623987" y="280341"/>
                  </a:lnTo>
                  <a:lnTo>
                    <a:pt x="633736" y="273951"/>
                  </a:lnTo>
                  <a:lnTo>
                    <a:pt x="643486" y="258372"/>
                  </a:lnTo>
                  <a:lnTo>
                    <a:pt x="653236" y="248526"/>
                  </a:lnTo>
                  <a:lnTo>
                    <a:pt x="662985" y="227060"/>
                  </a:lnTo>
                  <a:lnTo>
                    <a:pt x="672735" y="211256"/>
                  </a:lnTo>
                  <a:lnTo>
                    <a:pt x="682485" y="195370"/>
                  </a:lnTo>
                  <a:lnTo>
                    <a:pt x="692235" y="232224"/>
                  </a:lnTo>
                  <a:lnTo>
                    <a:pt x="701985" y="241139"/>
                  </a:lnTo>
                  <a:lnTo>
                    <a:pt x="711735" y="245952"/>
                  </a:lnTo>
                  <a:lnTo>
                    <a:pt x="721485" y="228823"/>
                  </a:lnTo>
                  <a:lnTo>
                    <a:pt x="731235" y="202932"/>
                  </a:lnTo>
                  <a:lnTo>
                    <a:pt x="740985" y="154249"/>
                  </a:lnTo>
                  <a:lnTo>
                    <a:pt x="750734" y="158664"/>
                  </a:lnTo>
                  <a:lnTo>
                    <a:pt x="760484" y="171002"/>
                  </a:lnTo>
                  <a:lnTo>
                    <a:pt x="770233" y="194405"/>
                  </a:lnTo>
                  <a:lnTo>
                    <a:pt x="779983" y="184022"/>
                  </a:lnTo>
                  <a:lnTo>
                    <a:pt x="789733" y="165881"/>
                  </a:lnTo>
                  <a:lnTo>
                    <a:pt x="799482" y="167545"/>
                  </a:lnTo>
                  <a:lnTo>
                    <a:pt x="809232" y="185056"/>
                  </a:lnTo>
                  <a:lnTo>
                    <a:pt x="818982" y="200029"/>
                  </a:lnTo>
                  <a:lnTo>
                    <a:pt x="828732" y="176860"/>
                  </a:lnTo>
                  <a:lnTo>
                    <a:pt x="838482" y="159698"/>
                  </a:lnTo>
                  <a:lnTo>
                    <a:pt x="848232" y="167372"/>
                  </a:lnTo>
                  <a:lnTo>
                    <a:pt x="857982" y="178047"/>
                  </a:lnTo>
                  <a:lnTo>
                    <a:pt x="867732" y="218766"/>
                  </a:lnTo>
                  <a:lnTo>
                    <a:pt x="877482" y="210712"/>
                  </a:lnTo>
                  <a:lnTo>
                    <a:pt x="887231" y="232052"/>
                  </a:lnTo>
                  <a:lnTo>
                    <a:pt x="896981" y="238051"/>
                  </a:lnTo>
                  <a:lnTo>
                    <a:pt x="906730" y="230130"/>
                  </a:lnTo>
                  <a:lnTo>
                    <a:pt x="916480" y="195223"/>
                  </a:lnTo>
                  <a:lnTo>
                    <a:pt x="926230" y="207203"/>
                  </a:lnTo>
                  <a:lnTo>
                    <a:pt x="935979" y="206554"/>
                  </a:lnTo>
                  <a:lnTo>
                    <a:pt x="945729" y="200050"/>
                  </a:lnTo>
                  <a:lnTo>
                    <a:pt x="955479" y="214772"/>
                  </a:lnTo>
                  <a:lnTo>
                    <a:pt x="965229" y="227305"/>
                  </a:lnTo>
                  <a:lnTo>
                    <a:pt x="974979" y="214428"/>
                  </a:lnTo>
                  <a:lnTo>
                    <a:pt x="984729" y="239035"/>
                  </a:lnTo>
                  <a:lnTo>
                    <a:pt x="994474" y="221277"/>
                  </a:lnTo>
                  <a:lnTo>
                    <a:pt x="1004233" y="181383"/>
                  </a:lnTo>
                  <a:lnTo>
                    <a:pt x="1013977" y="189602"/>
                  </a:lnTo>
                  <a:lnTo>
                    <a:pt x="1023721" y="201461"/>
                  </a:lnTo>
                  <a:lnTo>
                    <a:pt x="1033480" y="227421"/>
                  </a:lnTo>
                  <a:lnTo>
                    <a:pt x="1043224" y="247421"/>
                  </a:lnTo>
                  <a:lnTo>
                    <a:pt x="1052983" y="248512"/>
                  </a:lnTo>
                  <a:lnTo>
                    <a:pt x="1062727" y="232382"/>
                  </a:lnTo>
                  <a:lnTo>
                    <a:pt x="1072471" y="256485"/>
                  </a:lnTo>
                  <a:lnTo>
                    <a:pt x="1082230" y="238618"/>
                  </a:lnTo>
                  <a:lnTo>
                    <a:pt x="1091973" y="255328"/>
                  </a:lnTo>
                  <a:lnTo>
                    <a:pt x="1101732" y="267863"/>
                  </a:lnTo>
                  <a:lnTo>
                    <a:pt x="1111476" y="264780"/>
                  </a:lnTo>
                  <a:lnTo>
                    <a:pt x="1121220" y="276825"/>
                  </a:lnTo>
                  <a:lnTo>
                    <a:pt x="1130979" y="313534"/>
                  </a:lnTo>
                  <a:lnTo>
                    <a:pt x="1140723" y="311360"/>
                  </a:lnTo>
                  <a:lnTo>
                    <a:pt x="1150482" y="286646"/>
                  </a:lnTo>
                  <a:lnTo>
                    <a:pt x="1160226" y="287251"/>
                  </a:lnTo>
                  <a:lnTo>
                    <a:pt x="1169969" y="278860"/>
                  </a:lnTo>
                  <a:lnTo>
                    <a:pt x="1179728" y="254063"/>
                  </a:lnTo>
                  <a:lnTo>
                    <a:pt x="1189472" y="257661"/>
                  </a:lnTo>
                  <a:lnTo>
                    <a:pt x="1199231" y="274940"/>
                  </a:lnTo>
                  <a:lnTo>
                    <a:pt x="1208975" y="252733"/>
                  </a:lnTo>
                  <a:lnTo>
                    <a:pt x="1218719" y="228013"/>
                  </a:lnTo>
                  <a:lnTo>
                    <a:pt x="1228478" y="224285"/>
                  </a:lnTo>
                  <a:lnTo>
                    <a:pt x="1238222" y="206373"/>
                  </a:lnTo>
                  <a:lnTo>
                    <a:pt x="1247966" y="195785"/>
                  </a:lnTo>
                  <a:lnTo>
                    <a:pt x="1257725" y="192432"/>
                  </a:lnTo>
                  <a:lnTo>
                    <a:pt x="1267469" y="196156"/>
                  </a:lnTo>
                  <a:lnTo>
                    <a:pt x="1277227" y="183420"/>
                  </a:lnTo>
                  <a:lnTo>
                    <a:pt x="1286971" y="203253"/>
                  </a:lnTo>
                  <a:lnTo>
                    <a:pt x="1296715" y="182906"/>
                  </a:lnTo>
                  <a:lnTo>
                    <a:pt x="1306474" y="188797"/>
                  </a:lnTo>
                  <a:lnTo>
                    <a:pt x="1316218" y="202057"/>
                  </a:lnTo>
                  <a:lnTo>
                    <a:pt x="1325977" y="192909"/>
                  </a:lnTo>
                  <a:lnTo>
                    <a:pt x="1335721" y="197587"/>
                  </a:lnTo>
                  <a:lnTo>
                    <a:pt x="1345465" y="223665"/>
                  </a:lnTo>
                  <a:lnTo>
                    <a:pt x="1355224" y="224373"/>
                  </a:lnTo>
                  <a:lnTo>
                    <a:pt x="1364967" y="215235"/>
                  </a:lnTo>
                  <a:lnTo>
                    <a:pt x="1374726" y="207817"/>
                  </a:lnTo>
                  <a:lnTo>
                    <a:pt x="1384470" y="237040"/>
                  </a:lnTo>
                  <a:lnTo>
                    <a:pt x="1394214" y="226649"/>
                  </a:lnTo>
                  <a:lnTo>
                    <a:pt x="1403973" y="242307"/>
                  </a:lnTo>
                  <a:lnTo>
                    <a:pt x="1413717" y="264993"/>
                  </a:lnTo>
                  <a:lnTo>
                    <a:pt x="1423476" y="260467"/>
                  </a:lnTo>
                  <a:lnTo>
                    <a:pt x="1433220" y="331584"/>
                  </a:lnTo>
                  <a:lnTo>
                    <a:pt x="1442964" y="334339"/>
                  </a:lnTo>
                  <a:lnTo>
                    <a:pt x="1452722" y="368426"/>
                  </a:lnTo>
                  <a:lnTo>
                    <a:pt x="1462466" y="323110"/>
                  </a:lnTo>
                  <a:lnTo>
                    <a:pt x="1472225" y="368711"/>
                  </a:lnTo>
                  <a:lnTo>
                    <a:pt x="1481969" y="357526"/>
                  </a:lnTo>
                  <a:lnTo>
                    <a:pt x="1491713" y="368999"/>
                  </a:lnTo>
                  <a:lnTo>
                    <a:pt x="1501472" y="381627"/>
                  </a:lnTo>
                  <a:lnTo>
                    <a:pt x="1511216" y="360101"/>
                  </a:lnTo>
                  <a:lnTo>
                    <a:pt x="1520960" y="342212"/>
                  </a:lnTo>
                  <a:lnTo>
                    <a:pt x="1530719" y="337712"/>
                  </a:lnTo>
                  <a:lnTo>
                    <a:pt x="1540463" y="353088"/>
                  </a:lnTo>
                  <a:lnTo>
                    <a:pt x="1550221" y="375702"/>
                  </a:lnTo>
                  <a:lnTo>
                    <a:pt x="1559965" y="384725"/>
                  </a:lnTo>
                  <a:lnTo>
                    <a:pt x="1569709" y="373470"/>
                  </a:lnTo>
                  <a:lnTo>
                    <a:pt x="1579468" y="381107"/>
                  </a:lnTo>
                  <a:lnTo>
                    <a:pt x="1589212" y="391676"/>
                  </a:lnTo>
                  <a:lnTo>
                    <a:pt x="1598971" y="412002"/>
                  </a:lnTo>
                  <a:lnTo>
                    <a:pt x="1608715" y="398177"/>
                  </a:lnTo>
                  <a:lnTo>
                    <a:pt x="1618459" y="375605"/>
                  </a:lnTo>
                  <a:lnTo>
                    <a:pt x="1628218" y="388354"/>
                  </a:lnTo>
                  <a:lnTo>
                    <a:pt x="1637962" y="357371"/>
                  </a:lnTo>
                  <a:lnTo>
                    <a:pt x="1647720" y="329992"/>
                  </a:lnTo>
                  <a:lnTo>
                    <a:pt x="1657464" y="307233"/>
                  </a:lnTo>
                  <a:lnTo>
                    <a:pt x="1667208" y="303059"/>
                  </a:lnTo>
                  <a:lnTo>
                    <a:pt x="1676967" y="338930"/>
                  </a:lnTo>
                  <a:lnTo>
                    <a:pt x="1686711" y="355987"/>
                  </a:lnTo>
                  <a:lnTo>
                    <a:pt x="1696470" y="366555"/>
                  </a:lnTo>
                  <a:lnTo>
                    <a:pt x="1706214" y="344952"/>
                  </a:lnTo>
                  <a:lnTo>
                    <a:pt x="1715958" y="350055"/>
                  </a:lnTo>
                  <a:lnTo>
                    <a:pt x="1725716" y="351938"/>
                  </a:lnTo>
                  <a:lnTo>
                    <a:pt x="1735460" y="349882"/>
                  </a:lnTo>
                  <a:lnTo>
                    <a:pt x="1745219" y="380684"/>
                  </a:lnTo>
                  <a:lnTo>
                    <a:pt x="1754963" y="414016"/>
                  </a:lnTo>
                  <a:lnTo>
                    <a:pt x="1764707" y="424742"/>
                  </a:lnTo>
                  <a:lnTo>
                    <a:pt x="1774466" y="415802"/>
                  </a:lnTo>
                  <a:lnTo>
                    <a:pt x="1784210" y="429064"/>
                  </a:lnTo>
                  <a:lnTo>
                    <a:pt x="1793969" y="437264"/>
                  </a:lnTo>
                  <a:lnTo>
                    <a:pt x="1803713" y="458693"/>
                  </a:lnTo>
                  <a:lnTo>
                    <a:pt x="1813457" y="444177"/>
                  </a:lnTo>
                  <a:lnTo>
                    <a:pt x="1823215" y="470696"/>
                  </a:lnTo>
                  <a:lnTo>
                    <a:pt x="1832959" y="493678"/>
                  </a:lnTo>
                  <a:lnTo>
                    <a:pt x="1842703" y="519252"/>
                  </a:lnTo>
                  <a:lnTo>
                    <a:pt x="1852462" y="522924"/>
                  </a:lnTo>
                  <a:lnTo>
                    <a:pt x="1862206" y="508197"/>
                  </a:lnTo>
                  <a:lnTo>
                    <a:pt x="1871965" y="470921"/>
                  </a:lnTo>
                  <a:lnTo>
                    <a:pt x="1881709" y="436208"/>
                  </a:lnTo>
                  <a:lnTo>
                    <a:pt x="1891453" y="449937"/>
                  </a:lnTo>
                  <a:lnTo>
                    <a:pt x="1901212" y="455583"/>
                  </a:lnTo>
                  <a:lnTo>
                    <a:pt x="1910956" y="410935"/>
                  </a:lnTo>
                  <a:lnTo>
                    <a:pt x="1920714" y="426935"/>
                  </a:lnTo>
                  <a:lnTo>
                    <a:pt x="1930458" y="415677"/>
                  </a:lnTo>
                  <a:lnTo>
                    <a:pt x="1940202" y="399327"/>
                  </a:lnTo>
                  <a:lnTo>
                    <a:pt x="1949961" y="391079"/>
                  </a:lnTo>
                  <a:lnTo>
                    <a:pt x="1959705" y="376010"/>
                  </a:lnTo>
                  <a:lnTo>
                    <a:pt x="1969464" y="347587"/>
                  </a:lnTo>
                  <a:lnTo>
                    <a:pt x="1979208" y="364283"/>
                  </a:lnTo>
                  <a:lnTo>
                    <a:pt x="1988952" y="352927"/>
                  </a:lnTo>
                  <a:lnTo>
                    <a:pt x="1998711" y="373701"/>
                  </a:lnTo>
                  <a:lnTo>
                    <a:pt x="2008454" y="363282"/>
                  </a:lnTo>
                  <a:lnTo>
                    <a:pt x="2018213" y="354442"/>
                  </a:lnTo>
                  <a:lnTo>
                    <a:pt x="2027957" y="351579"/>
                  </a:lnTo>
                  <a:lnTo>
                    <a:pt x="2037701" y="321909"/>
                  </a:lnTo>
                  <a:lnTo>
                    <a:pt x="2047460" y="284949"/>
                  </a:lnTo>
                  <a:lnTo>
                    <a:pt x="2057204" y="281773"/>
                  </a:lnTo>
                  <a:lnTo>
                    <a:pt x="2066963" y="286275"/>
                  </a:lnTo>
                  <a:lnTo>
                    <a:pt x="2076707" y="246842"/>
                  </a:lnTo>
                  <a:lnTo>
                    <a:pt x="2086451" y="239260"/>
                  </a:lnTo>
                  <a:lnTo>
                    <a:pt x="2096210" y="222181"/>
                  </a:lnTo>
                  <a:lnTo>
                    <a:pt x="2105954" y="209912"/>
                  </a:lnTo>
                  <a:lnTo>
                    <a:pt x="2115697" y="227481"/>
                  </a:lnTo>
                  <a:lnTo>
                    <a:pt x="2125456" y="235876"/>
                  </a:lnTo>
                  <a:lnTo>
                    <a:pt x="2135200" y="248160"/>
                  </a:lnTo>
                  <a:lnTo>
                    <a:pt x="2144959" y="259600"/>
                  </a:lnTo>
                  <a:lnTo>
                    <a:pt x="2154703" y="247338"/>
                  </a:lnTo>
                  <a:lnTo>
                    <a:pt x="2164447" y="240115"/>
                  </a:lnTo>
                  <a:lnTo>
                    <a:pt x="2174206" y="240283"/>
                  </a:lnTo>
                  <a:lnTo>
                    <a:pt x="2183950" y="231061"/>
                  </a:lnTo>
                  <a:lnTo>
                    <a:pt x="2193709" y="209442"/>
                  </a:lnTo>
                  <a:lnTo>
                    <a:pt x="2203452" y="169361"/>
                  </a:lnTo>
                  <a:lnTo>
                    <a:pt x="2213196" y="178383"/>
                  </a:lnTo>
                  <a:lnTo>
                    <a:pt x="2222955" y="183244"/>
                  </a:lnTo>
                  <a:lnTo>
                    <a:pt x="2232699" y="212789"/>
                  </a:lnTo>
                  <a:lnTo>
                    <a:pt x="2242458" y="239836"/>
                  </a:lnTo>
                  <a:lnTo>
                    <a:pt x="2252202" y="261966"/>
                  </a:lnTo>
                  <a:lnTo>
                    <a:pt x="2261946" y="247068"/>
                  </a:lnTo>
                  <a:lnTo>
                    <a:pt x="2271705" y="238807"/>
                  </a:lnTo>
                  <a:lnTo>
                    <a:pt x="2281449" y="249545"/>
                  </a:lnTo>
                  <a:lnTo>
                    <a:pt x="2291208" y="272012"/>
                  </a:lnTo>
                  <a:lnTo>
                    <a:pt x="2300951" y="290380"/>
                  </a:lnTo>
                  <a:lnTo>
                    <a:pt x="2310695" y="294124"/>
                  </a:lnTo>
                  <a:lnTo>
                    <a:pt x="2320454" y="267233"/>
                  </a:lnTo>
                  <a:lnTo>
                    <a:pt x="2330198" y="251088"/>
                  </a:lnTo>
                  <a:lnTo>
                    <a:pt x="2339957" y="285952"/>
                  </a:lnTo>
                  <a:lnTo>
                    <a:pt x="2349701" y="244111"/>
                  </a:lnTo>
                  <a:lnTo>
                    <a:pt x="2359445" y="248941"/>
                  </a:lnTo>
                  <a:lnTo>
                    <a:pt x="2369204" y="244965"/>
                  </a:lnTo>
                  <a:lnTo>
                    <a:pt x="2378948" y="277038"/>
                  </a:lnTo>
                  <a:lnTo>
                    <a:pt x="2388692" y="271607"/>
                  </a:lnTo>
                  <a:lnTo>
                    <a:pt x="2398450" y="249191"/>
                  </a:lnTo>
                  <a:lnTo>
                    <a:pt x="2408194" y="235094"/>
                  </a:lnTo>
                  <a:lnTo>
                    <a:pt x="2417953" y="253453"/>
                  </a:lnTo>
                  <a:lnTo>
                    <a:pt x="2427697" y="253380"/>
                  </a:lnTo>
                  <a:lnTo>
                    <a:pt x="2437441" y="251902"/>
                  </a:lnTo>
                  <a:lnTo>
                    <a:pt x="2447200" y="260696"/>
                  </a:lnTo>
                  <a:lnTo>
                    <a:pt x="2456944" y="266571"/>
                  </a:lnTo>
                  <a:lnTo>
                    <a:pt x="2466703" y="254555"/>
                  </a:lnTo>
                  <a:lnTo>
                    <a:pt x="2476446" y="242980"/>
                  </a:lnTo>
                  <a:lnTo>
                    <a:pt x="2486190" y="261228"/>
                  </a:lnTo>
                  <a:lnTo>
                    <a:pt x="2495949" y="263542"/>
                  </a:lnTo>
                  <a:lnTo>
                    <a:pt x="2505693" y="287002"/>
                  </a:lnTo>
                  <a:lnTo>
                    <a:pt x="2515452" y="278097"/>
                  </a:lnTo>
                  <a:lnTo>
                    <a:pt x="2525196" y="275207"/>
                  </a:lnTo>
                  <a:lnTo>
                    <a:pt x="2534940" y="264697"/>
                  </a:lnTo>
                  <a:lnTo>
                    <a:pt x="2544699" y="269003"/>
                  </a:lnTo>
                  <a:lnTo>
                    <a:pt x="2554443" y="289407"/>
                  </a:lnTo>
                  <a:lnTo>
                    <a:pt x="2564202" y="303506"/>
                  </a:lnTo>
                  <a:lnTo>
                    <a:pt x="2573946" y="296964"/>
                  </a:lnTo>
                  <a:lnTo>
                    <a:pt x="2583690" y="310194"/>
                  </a:lnTo>
                  <a:lnTo>
                    <a:pt x="2593448" y="312475"/>
                  </a:lnTo>
                  <a:lnTo>
                    <a:pt x="2603192" y="281585"/>
                  </a:lnTo>
                  <a:lnTo>
                    <a:pt x="2612951" y="253972"/>
                  </a:lnTo>
                  <a:lnTo>
                    <a:pt x="2622695" y="267116"/>
                  </a:lnTo>
                  <a:lnTo>
                    <a:pt x="2632439" y="248946"/>
                  </a:lnTo>
                  <a:lnTo>
                    <a:pt x="2642198" y="239279"/>
                  </a:lnTo>
                  <a:lnTo>
                    <a:pt x="2651942" y="248455"/>
                  </a:lnTo>
                  <a:lnTo>
                    <a:pt x="2661685" y="220055"/>
                  </a:lnTo>
                  <a:lnTo>
                    <a:pt x="2671444" y="209004"/>
                  </a:lnTo>
                  <a:lnTo>
                    <a:pt x="2681188" y="198414"/>
                  </a:lnTo>
                  <a:lnTo>
                    <a:pt x="2690947" y="240212"/>
                  </a:lnTo>
                  <a:lnTo>
                    <a:pt x="2700691" y="209998"/>
                  </a:lnTo>
                  <a:lnTo>
                    <a:pt x="2710435" y="190506"/>
                  </a:lnTo>
                  <a:lnTo>
                    <a:pt x="2720194" y="176957"/>
                  </a:lnTo>
                  <a:lnTo>
                    <a:pt x="2729938" y="200129"/>
                  </a:lnTo>
                  <a:lnTo>
                    <a:pt x="2739697" y="181029"/>
                  </a:lnTo>
                  <a:lnTo>
                    <a:pt x="2749441" y="149166"/>
                  </a:lnTo>
                  <a:lnTo>
                    <a:pt x="2759185" y="173216"/>
                  </a:lnTo>
                  <a:lnTo>
                    <a:pt x="2768943" y="174208"/>
                  </a:lnTo>
                  <a:lnTo>
                    <a:pt x="2778687" y="175285"/>
                  </a:lnTo>
                  <a:lnTo>
                    <a:pt x="2788446" y="171247"/>
                  </a:lnTo>
                  <a:lnTo>
                    <a:pt x="2798190" y="162850"/>
                  </a:lnTo>
                  <a:lnTo>
                    <a:pt x="2807934" y="163847"/>
                  </a:lnTo>
                  <a:lnTo>
                    <a:pt x="2817693" y="173643"/>
                  </a:lnTo>
                  <a:lnTo>
                    <a:pt x="2827437" y="148504"/>
                  </a:lnTo>
                  <a:lnTo>
                    <a:pt x="2837196" y="131193"/>
                  </a:lnTo>
                  <a:lnTo>
                    <a:pt x="2846940" y="136232"/>
                  </a:lnTo>
                  <a:lnTo>
                    <a:pt x="2856684" y="136758"/>
                  </a:lnTo>
                  <a:lnTo>
                    <a:pt x="2866442" y="151374"/>
                  </a:lnTo>
                  <a:lnTo>
                    <a:pt x="2876186" y="187806"/>
                  </a:lnTo>
                  <a:lnTo>
                    <a:pt x="2885945" y="192902"/>
                  </a:lnTo>
                  <a:lnTo>
                    <a:pt x="2895689" y="205029"/>
                  </a:lnTo>
                  <a:lnTo>
                    <a:pt x="2905433" y="191410"/>
                  </a:lnTo>
                  <a:lnTo>
                    <a:pt x="2915192" y="22243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0" name="Freeform 989">
              <a:extLst>
                <a:ext uri="{FF2B5EF4-FFF2-40B4-BE49-F238E27FC236}">
                  <a16:creationId xmlns:a16="http://schemas.microsoft.com/office/drawing/2014/main" id="{35EC8BC8-0CDD-7ED4-FF28-E75AB355B471}"/>
                </a:ext>
              </a:extLst>
            </p:cNvPr>
            <p:cNvSpPr/>
            <p:nvPr/>
          </p:nvSpPr>
          <p:spPr>
            <a:xfrm>
              <a:off x="4426652" y="3179116"/>
              <a:ext cx="2915191" cy="472498"/>
            </a:xfrm>
            <a:custGeom>
              <a:avLst/>
              <a:gdLst>
                <a:gd name="connsiteX0" fmla="*/ 0 w 2915191"/>
                <a:gd name="connsiteY0" fmla="*/ 219654 h 472498"/>
                <a:gd name="connsiteX1" fmla="*/ 9750 w 2915191"/>
                <a:gd name="connsiteY1" fmla="*/ 225064 h 472498"/>
                <a:gd name="connsiteX2" fmla="*/ 19500 w 2915191"/>
                <a:gd name="connsiteY2" fmla="*/ 212713 h 472498"/>
                <a:gd name="connsiteX3" fmla="*/ 29250 w 2915191"/>
                <a:gd name="connsiteY3" fmla="*/ 207547 h 472498"/>
                <a:gd name="connsiteX4" fmla="*/ 39000 w 2915191"/>
                <a:gd name="connsiteY4" fmla="*/ 235231 h 472498"/>
                <a:gd name="connsiteX5" fmla="*/ 48749 w 2915191"/>
                <a:gd name="connsiteY5" fmla="*/ 266254 h 472498"/>
                <a:gd name="connsiteX6" fmla="*/ 58499 w 2915191"/>
                <a:gd name="connsiteY6" fmla="*/ 291426 h 472498"/>
                <a:gd name="connsiteX7" fmla="*/ 68249 w 2915191"/>
                <a:gd name="connsiteY7" fmla="*/ 303629 h 472498"/>
                <a:gd name="connsiteX8" fmla="*/ 77998 w 2915191"/>
                <a:gd name="connsiteY8" fmla="*/ 281853 h 472498"/>
                <a:gd name="connsiteX9" fmla="*/ 87748 w 2915191"/>
                <a:gd name="connsiteY9" fmla="*/ 284192 h 472498"/>
                <a:gd name="connsiteX10" fmla="*/ 97497 w 2915191"/>
                <a:gd name="connsiteY10" fmla="*/ 283981 h 472498"/>
                <a:gd name="connsiteX11" fmla="*/ 107247 w 2915191"/>
                <a:gd name="connsiteY11" fmla="*/ 313087 h 472498"/>
                <a:gd name="connsiteX12" fmla="*/ 116997 w 2915191"/>
                <a:gd name="connsiteY12" fmla="*/ 330458 h 472498"/>
                <a:gd name="connsiteX13" fmla="*/ 126747 w 2915191"/>
                <a:gd name="connsiteY13" fmla="*/ 342411 h 472498"/>
                <a:gd name="connsiteX14" fmla="*/ 136497 w 2915191"/>
                <a:gd name="connsiteY14" fmla="*/ 342362 h 472498"/>
                <a:gd name="connsiteX15" fmla="*/ 146247 w 2915191"/>
                <a:gd name="connsiteY15" fmla="*/ 357266 h 472498"/>
                <a:gd name="connsiteX16" fmla="*/ 155997 w 2915191"/>
                <a:gd name="connsiteY16" fmla="*/ 355603 h 472498"/>
                <a:gd name="connsiteX17" fmla="*/ 165747 w 2915191"/>
                <a:gd name="connsiteY17" fmla="*/ 357795 h 472498"/>
                <a:gd name="connsiteX18" fmla="*/ 175497 w 2915191"/>
                <a:gd name="connsiteY18" fmla="*/ 314766 h 472498"/>
                <a:gd name="connsiteX19" fmla="*/ 185247 w 2915191"/>
                <a:gd name="connsiteY19" fmla="*/ 278064 h 472498"/>
                <a:gd name="connsiteX20" fmla="*/ 194996 w 2915191"/>
                <a:gd name="connsiteY20" fmla="*/ 304146 h 472498"/>
                <a:gd name="connsiteX21" fmla="*/ 204746 w 2915191"/>
                <a:gd name="connsiteY21" fmla="*/ 306722 h 472498"/>
                <a:gd name="connsiteX22" fmla="*/ 214495 w 2915191"/>
                <a:gd name="connsiteY22" fmla="*/ 307878 h 472498"/>
                <a:gd name="connsiteX23" fmla="*/ 224245 w 2915191"/>
                <a:gd name="connsiteY23" fmla="*/ 317669 h 472498"/>
                <a:gd name="connsiteX24" fmla="*/ 233995 w 2915191"/>
                <a:gd name="connsiteY24" fmla="*/ 306666 h 472498"/>
                <a:gd name="connsiteX25" fmla="*/ 243744 w 2915191"/>
                <a:gd name="connsiteY25" fmla="*/ 309258 h 472498"/>
                <a:gd name="connsiteX26" fmla="*/ 253494 w 2915191"/>
                <a:gd name="connsiteY26" fmla="*/ 302855 h 472498"/>
                <a:gd name="connsiteX27" fmla="*/ 263244 w 2915191"/>
                <a:gd name="connsiteY27" fmla="*/ 314517 h 472498"/>
                <a:gd name="connsiteX28" fmla="*/ 272994 w 2915191"/>
                <a:gd name="connsiteY28" fmla="*/ 349679 h 472498"/>
                <a:gd name="connsiteX29" fmla="*/ 282744 w 2915191"/>
                <a:gd name="connsiteY29" fmla="*/ 360402 h 472498"/>
                <a:gd name="connsiteX30" fmla="*/ 292494 w 2915191"/>
                <a:gd name="connsiteY30" fmla="*/ 319071 h 472498"/>
                <a:gd name="connsiteX31" fmla="*/ 302244 w 2915191"/>
                <a:gd name="connsiteY31" fmla="*/ 311328 h 472498"/>
                <a:gd name="connsiteX32" fmla="*/ 311994 w 2915191"/>
                <a:gd name="connsiteY32" fmla="*/ 333164 h 472498"/>
                <a:gd name="connsiteX33" fmla="*/ 321744 w 2915191"/>
                <a:gd name="connsiteY33" fmla="*/ 352142 h 472498"/>
                <a:gd name="connsiteX34" fmla="*/ 331493 w 2915191"/>
                <a:gd name="connsiteY34" fmla="*/ 358957 h 472498"/>
                <a:gd name="connsiteX35" fmla="*/ 341243 w 2915191"/>
                <a:gd name="connsiteY35" fmla="*/ 340355 h 472498"/>
                <a:gd name="connsiteX36" fmla="*/ 350993 w 2915191"/>
                <a:gd name="connsiteY36" fmla="*/ 314479 h 472498"/>
                <a:gd name="connsiteX37" fmla="*/ 360742 w 2915191"/>
                <a:gd name="connsiteY37" fmla="*/ 334753 h 472498"/>
                <a:gd name="connsiteX38" fmla="*/ 370492 w 2915191"/>
                <a:gd name="connsiteY38" fmla="*/ 328518 h 472498"/>
                <a:gd name="connsiteX39" fmla="*/ 380241 w 2915191"/>
                <a:gd name="connsiteY39" fmla="*/ 319127 h 472498"/>
                <a:gd name="connsiteX40" fmla="*/ 389991 w 2915191"/>
                <a:gd name="connsiteY40" fmla="*/ 334789 h 472498"/>
                <a:gd name="connsiteX41" fmla="*/ 399741 w 2915191"/>
                <a:gd name="connsiteY41" fmla="*/ 362567 h 472498"/>
                <a:gd name="connsiteX42" fmla="*/ 409491 w 2915191"/>
                <a:gd name="connsiteY42" fmla="*/ 367057 h 472498"/>
                <a:gd name="connsiteX43" fmla="*/ 419241 w 2915191"/>
                <a:gd name="connsiteY43" fmla="*/ 402766 h 472498"/>
                <a:gd name="connsiteX44" fmla="*/ 428991 w 2915191"/>
                <a:gd name="connsiteY44" fmla="*/ 369699 h 472498"/>
                <a:gd name="connsiteX45" fmla="*/ 438741 w 2915191"/>
                <a:gd name="connsiteY45" fmla="*/ 355138 h 472498"/>
                <a:gd name="connsiteX46" fmla="*/ 448491 w 2915191"/>
                <a:gd name="connsiteY46" fmla="*/ 325164 h 472498"/>
                <a:gd name="connsiteX47" fmla="*/ 458241 w 2915191"/>
                <a:gd name="connsiteY47" fmla="*/ 346112 h 472498"/>
                <a:gd name="connsiteX48" fmla="*/ 467991 w 2915191"/>
                <a:gd name="connsiteY48" fmla="*/ 347374 h 472498"/>
                <a:gd name="connsiteX49" fmla="*/ 477740 w 2915191"/>
                <a:gd name="connsiteY49" fmla="*/ 343804 h 472498"/>
                <a:gd name="connsiteX50" fmla="*/ 487490 w 2915191"/>
                <a:gd name="connsiteY50" fmla="*/ 390353 h 472498"/>
                <a:gd name="connsiteX51" fmla="*/ 497239 w 2915191"/>
                <a:gd name="connsiteY51" fmla="*/ 421674 h 472498"/>
                <a:gd name="connsiteX52" fmla="*/ 506989 w 2915191"/>
                <a:gd name="connsiteY52" fmla="*/ 472499 h 472498"/>
                <a:gd name="connsiteX53" fmla="*/ 516738 w 2915191"/>
                <a:gd name="connsiteY53" fmla="*/ 466253 h 472498"/>
                <a:gd name="connsiteX54" fmla="*/ 526488 w 2915191"/>
                <a:gd name="connsiteY54" fmla="*/ 464595 h 472498"/>
                <a:gd name="connsiteX55" fmla="*/ 536238 w 2915191"/>
                <a:gd name="connsiteY55" fmla="*/ 446694 h 472498"/>
                <a:gd name="connsiteX56" fmla="*/ 545988 w 2915191"/>
                <a:gd name="connsiteY56" fmla="*/ 452102 h 472498"/>
                <a:gd name="connsiteX57" fmla="*/ 555738 w 2915191"/>
                <a:gd name="connsiteY57" fmla="*/ 456937 h 472498"/>
                <a:gd name="connsiteX58" fmla="*/ 565488 w 2915191"/>
                <a:gd name="connsiteY58" fmla="*/ 434568 h 472498"/>
                <a:gd name="connsiteX59" fmla="*/ 575238 w 2915191"/>
                <a:gd name="connsiteY59" fmla="*/ 397135 h 472498"/>
                <a:gd name="connsiteX60" fmla="*/ 584988 w 2915191"/>
                <a:gd name="connsiteY60" fmla="*/ 401364 h 472498"/>
                <a:gd name="connsiteX61" fmla="*/ 594738 w 2915191"/>
                <a:gd name="connsiteY61" fmla="*/ 404793 h 472498"/>
                <a:gd name="connsiteX62" fmla="*/ 604488 w 2915191"/>
                <a:gd name="connsiteY62" fmla="*/ 403874 h 472498"/>
                <a:gd name="connsiteX63" fmla="*/ 614237 w 2915191"/>
                <a:gd name="connsiteY63" fmla="*/ 419937 h 472498"/>
                <a:gd name="connsiteX64" fmla="*/ 623987 w 2915191"/>
                <a:gd name="connsiteY64" fmla="*/ 419508 h 472498"/>
                <a:gd name="connsiteX65" fmla="*/ 633736 w 2915191"/>
                <a:gd name="connsiteY65" fmla="*/ 446187 h 472498"/>
                <a:gd name="connsiteX66" fmla="*/ 643486 w 2915191"/>
                <a:gd name="connsiteY66" fmla="*/ 418176 h 472498"/>
                <a:gd name="connsiteX67" fmla="*/ 653236 w 2915191"/>
                <a:gd name="connsiteY67" fmla="*/ 438428 h 472498"/>
                <a:gd name="connsiteX68" fmla="*/ 662985 w 2915191"/>
                <a:gd name="connsiteY68" fmla="*/ 438343 h 472498"/>
                <a:gd name="connsiteX69" fmla="*/ 672735 w 2915191"/>
                <a:gd name="connsiteY69" fmla="*/ 454680 h 472498"/>
                <a:gd name="connsiteX70" fmla="*/ 682485 w 2915191"/>
                <a:gd name="connsiteY70" fmla="*/ 464973 h 472498"/>
                <a:gd name="connsiteX71" fmla="*/ 692235 w 2915191"/>
                <a:gd name="connsiteY71" fmla="*/ 467353 h 472498"/>
                <a:gd name="connsiteX72" fmla="*/ 701985 w 2915191"/>
                <a:gd name="connsiteY72" fmla="*/ 444201 h 472498"/>
                <a:gd name="connsiteX73" fmla="*/ 711735 w 2915191"/>
                <a:gd name="connsiteY73" fmla="*/ 453899 h 472498"/>
                <a:gd name="connsiteX74" fmla="*/ 721485 w 2915191"/>
                <a:gd name="connsiteY74" fmla="*/ 426322 h 472498"/>
                <a:gd name="connsiteX75" fmla="*/ 731235 w 2915191"/>
                <a:gd name="connsiteY75" fmla="*/ 438899 h 472498"/>
                <a:gd name="connsiteX76" fmla="*/ 740985 w 2915191"/>
                <a:gd name="connsiteY76" fmla="*/ 434509 h 472498"/>
                <a:gd name="connsiteX77" fmla="*/ 750734 w 2915191"/>
                <a:gd name="connsiteY77" fmla="*/ 422954 h 472498"/>
                <a:gd name="connsiteX78" fmla="*/ 760484 w 2915191"/>
                <a:gd name="connsiteY78" fmla="*/ 416820 h 472498"/>
                <a:gd name="connsiteX79" fmla="*/ 770233 w 2915191"/>
                <a:gd name="connsiteY79" fmla="*/ 397122 h 472498"/>
                <a:gd name="connsiteX80" fmla="*/ 779983 w 2915191"/>
                <a:gd name="connsiteY80" fmla="*/ 415400 h 472498"/>
                <a:gd name="connsiteX81" fmla="*/ 789733 w 2915191"/>
                <a:gd name="connsiteY81" fmla="*/ 394415 h 472498"/>
                <a:gd name="connsiteX82" fmla="*/ 799482 w 2915191"/>
                <a:gd name="connsiteY82" fmla="*/ 406127 h 472498"/>
                <a:gd name="connsiteX83" fmla="*/ 809232 w 2915191"/>
                <a:gd name="connsiteY83" fmla="*/ 439714 h 472498"/>
                <a:gd name="connsiteX84" fmla="*/ 818982 w 2915191"/>
                <a:gd name="connsiteY84" fmla="*/ 457424 h 472498"/>
                <a:gd name="connsiteX85" fmla="*/ 828732 w 2915191"/>
                <a:gd name="connsiteY85" fmla="*/ 442306 h 472498"/>
                <a:gd name="connsiteX86" fmla="*/ 838482 w 2915191"/>
                <a:gd name="connsiteY86" fmla="*/ 417075 h 472498"/>
                <a:gd name="connsiteX87" fmla="*/ 848232 w 2915191"/>
                <a:gd name="connsiteY87" fmla="*/ 419661 h 472498"/>
                <a:gd name="connsiteX88" fmla="*/ 857982 w 2915191"/>
                <a:gd name="connsiteY88" fmla="*/ 380538 h 472498"/>
                <a:gd name="connsiteX89" fmla="*/ 867732 w 2915191"/>
                <a:gd name="connsiteY89" fmla="*/ 375779 h 472498"/>
                <a:gd name="connsiteX90" fmla="*/ 877482 w 2915191"/>
                <a:gd name="connsiteY90" fmla="*/ 365439 h 472498"/>
                <a:gd name="connsiteX91" fmla="*/ 887231 w 2915191"/>
                <a:gd name="connsiteY91" fmla="*/ 335898 h 472498"/>
                <a:gd name="connsiteX92" fmla="*/ 896981 w 2915191"/>
                <a:gd name="connsiteY92" fmla="*/ 315078 h 472498"/>
                <a:gd name="connsiteX93" fmla="*/ 906730 w 2915191"/>
                <a:gd name="connsiteY93" fmla="*/ 326650 h 472498"/>
                <a:gd name="connsiteX94" fmla="*/ 916480 w 2915191"/>
                <a:gd name="connsiteY94" fmla="*/ 303200 h 472498"/>
                <a:gd name="connsiteX95" fmla="*/ 926230 w 2915191"/>
                <a:gd name="connsiteY95" fmla="*/ 298495 h 472498"/>
                <a:gd name="connsiteX96" fmla="*/ 935979 w 2915191"/>
                <a:gd name="connsiteY96" fmla="*/ 314702 h 472498"/>
                <a:gd name="connsiteX97" fmla="*/ 945729 w 2915191"/>
                <a:gd name="connsiteY97" fmla="*/ 281924 h 472498"/>
                <a:gd name="connsiteX98" fmla="*/ 955479 w 2915191"/>
                <a:gd name="connsiteY98" fmla="*/ 300949 h 472498"/>
                <a:gd name="connsiteX99" fmla="*/ 965229 w 2915191"/>
                <a:gd name="connsiteY99" fmla="*/ 298762 h 472498"/>
                <a:gd name="connsiteX100" fmla="*/ 974979 w 2915191"/>
                <a:gd name="connsiteY100" fmla="*/ 264205 h 472498"/>
                <a:gd name="connsiteX101" fmla="*/ 984729 w 2915191"/>
                <a:gd name="connsiteY101" fmla="*/ 283285 h 472498"/>
                <a:gd name="connsiteX102" fmla="*/ 994474 w 2915191"/>
                <a:gd name="connsiteY102" fmla="*/ 278224 h 472498"/>
                <a:gd name="connsiteX103" fmla="*/ 1004233 w 2915191"/>
                <a:gd name="connsiteY103" fmla="*/ 272240 h 472498"/>
                <a:gd name="connsiteX104" fmla="*/ 1013977 w 2915191"/>
                <a:gd name="connsiteY104" fmla="*/ 262131 h 472498"/>
                <a:gd name="connsiteX105" fmla="*/ 1023721 w 2915191"/>
                <a:gd name="connsiteY105" fmla="*/ 286001 h 472498"/>
                <a:gd name="connsiteX106" fmla="*/ 1033480 w 2915191"/>
                <a:gd name="connsiteY106" fmla="*/ 272572 h 472498"/>
                <a:gd name="connsiteX107" fmla="*/ 1043224 w 2915191"/>
                <a:gd name="connsiteY107" fmla="*/ 266427 h 472498"/>
                <a:gd name="connsiteX108" fmla="*/ 1052983 w 2915191"/>
                <a:gd name="connsiteY108" fmla="*/ 258602 h 472498"/>
                <a:gd name="connsiteX109" fmla="*/ 1062727 w 2915191"/>
                <a:gd name="connsiteY109" fmla="*/ 229631 h 472498"/>
                <a:gd name="connsiteX110" fmla="*/ 1072471 w 2915191"/>
                <a:gd name="connsiteY110" fmla="*/ 214642 h 472498"/>
                <a:gd name="connsiteX111" fmla="*/ 1082230 w 2915191"/>
                <a:gd name="connsiteY111" fmla="*/ 228689 h 472498"/>
                <a:gd name="connsiteX112" fmla="*/ 1091973 w 2915191"/>
                <a:gd name="connsiteY112" fmla="*/ 218377 h 472498"/>
                <a:gd name="connsiteX113" fmla="*/ 1101732 w 2915191"/>
                <a:gd name="connsiteY113" fmla="*/ 189600 h 472498"/>
                <a:gd name="connsiteX114" fmla="*/ 1111476 w 2915191"/>
                <a:gd name="connsiteY114" fmla="*/ 211874 h 472498"/>
                <a:gd name="connsiteX115" fmla="*/ 1121220 w 2915191"/>
                <a:gd name="connsiteY115" fmla="*/ 227679 h 472498"/>
                <a:gd name="connsiteX116" fmla="*/ 1130979 w 2915191"/>
                <a:gd name="connsiteY116" fmla="*/ 225033 h 472498"/>
                <a:gd name="connsiteX117" fmla="*/ 1140723 w 2915191"/>
                <a:gd name="connsiteY117" fmla="*/ 168855 h 472498"/>
                <a:gd name="connsiteX118" fmla="*/ 1150482 w 2915191"/>
                <a:gd name="connsiteY118" fmla="*/ 173239 h 472498"/>
                <a:gd name="connsiteX119" fmla="*/ 1160226 w 2915191"/>
                <a:gd name="connsiteY119" fmla="*/ 134670 h 472498"/>
                <a:gd name="connsiteX120" fmla="*/ 1169969 w 2915191"/>
                <a:gd name="connsiteY120" fmla="*/ 136551 h 472498"/>
                <a:gd name="connsiteX121" fmla="*/ 1179728 w 2915191"/>
                <a:gd name="connsiteY121" fmla="*/ 118404 h 472498"/>
                <a:gd name="connsiteX122" fmla="*/ 1189472 w 2915191"/>
                <a:gd name="connsiteY122" fmla="*/ 107866 h 472498"/>
                <a:gd name="connsiteX123" fmla="*/ 1199231 w 2915191"/>
                <a:gd name="connsiteY123" fmla="*/ 89629 h 472498"/>
                <a:gd name="connsiteX124" fmla="*/ 1208975 w 2915191"/>
                <a:gd name="connsiteY124" fmla="*/ 58206 h 472498"/>
                <a:gd name="connsiteX125" fmla="*/ 1218719 w 2915191"/>
                <a:gd name="connsiteY125" fmla="*/ 107118 h 472498"/>
                <a:gd name="connsiteX126" fmla="*/ 1228478 w 2915191"/>
                <a:gd name="connsiteY126" fmla="*/ 131701 h 472498"/>
                <a:gd name="connsiteX127" fmla="*/ 1238222 w 2915191"/>
                <a:gd name="connsiteY127" fmla="*/ 132531 h 472498"/>
                <a:gd name="connsiteX128" fmla="*/ 1247966 w 2915191"/>
                <a:gd name="connsiteY128" fmla="*/ 117253 h 472498"/>
                <a:gd name="connsiteX129" fmla="*/ 1257725 w 2915191"/>
                <a:gd name="connsiteY129" fmla="*/ 145775 h 472498"/>
                <a:gd name="connsiteX130" fmla="*/ 1267469 w 2915191"/>
                <a:gd name="connsiteY130" fmla="*/ 109928 h 472498"/>
                <a:gd name="connsiteX131" fmla="*/ 1277227 w 2915191"/>
                <a:gd name="connsiteY131" fmla="*/ 115008 h 472498"/>
                <a:gd name="connsiteX132" fmla="*/ 1286971 w 2915191"/>
                <a:gd name="connsiteY132" fmla="*/ 135177 h 472498"/>
                <a:gd name="connsiteX133" fmla="*/ 1296715 w 2915191"/>
                <a:gd name="connsiteY133" fmla="*/ 132218 h 472498"/>
                <a:gd name="connsiteX134" fmla="*/ 1306474 w 2915191"/>
                <a:gd name="connsiteY134" fmla="*/ 119390 h 472498"/>
                <a:gd name="connsiteX135" fmla="*/ 1316218 w 2915191"/>
                <a:gd name="connsiteY135" fmla="*/ 92298 h 472498"/>
                <a:gd name="connsiteX136" fmla="*/ 1325977 w 2915191"/>
                <a:gd name="connsiteY136" fmla="*/ 88540 h 472498"/>
                <a:gd name="connsiteX137" fmla="*/ 1335721 w 2915191"/>
                <a:gd name="connsiteY137" fmla="*/ 99430 h 472498"/>
                <a:gd name="connsiteX138" fmla="*/ 1345465 w 2915191"/>
                <a:gd name="connsiteY138" fmla="*/ 70417 h 472498"/>
                <a:gd name="connsiteX139" fmla="*/ 1355224 w 2915191"/>
                <a:gd name="connsiteY139" fmla="*/ 82339 h 472498"/>
                <a:gd name="connsiteX140" fmla="*/ 1364967 w 2915191"/>
                <a:gd name="connsiteY140" fmla="*/ 125226 h 472498"/>
                <a:gd name="connsiteX141" fmla="*/ 1374726 w 2915191"/>
                <a:gd name="connsiteY141" fmla="*/ 130992 h 472498"/>
                <a:gd name="connsiteX142" fmla="*/ 1384470 w 2915191"/>
                <a:gd name="connsiteY142" fmla="*/ 134687 h 472498"/>
                <a:gd name="connsiteX143" fmla="*/ 1394214 w 2915191"/>
                <a:gd name="connsiteY143" fmla="*/ 126510 h 472498"/>
                <a:gd name="connsiteX144" fmla="*/ 1403973 w 2915191"/>
                <a:gd name="connsiteY144" fmla="*/ 119038 h 472498"/>
                <a:gd name="connsiteX145" fmla="*/ 1413717 w 2915191"/>
                <a:gd name="connsiteY145" fmla="*/ 95021 h 472498"/>
                <a:gd name="connsiteX146" fmla="*/ 1423476 w 2915191"/>
                <a:gd name="connsiteY146" fmla="*/ 132431 h 472498"/>
                <a:gd name="connsiteX147" fmla="*/ 1433220 w 2915191"/>
                <a:gd name="connsiteY147" fmla="*/ 143281 h 472498"/>
                <a:gd name="connsiteX148" fmla="*/ 1442964 w 2915191"/>
                <a:gd name="connsiteY148" fmla="*/ 138546 h 472498"/>
                <a:gd name="connsiteX149" fmla="*/ 1452722 w 2915191"/>
                <a:gd name="connsiteY149" fmla="*/ 176931 h 472498"/>
                <a:gd name="connsiteX150" fmla="*/ 1462466 w 2915191"/>
                <a:gd name="connsiteY150" fmla="*/ 204092 h 472498"/>
                <a:gd name="connsiteX151" fmla="*/ 1472225 w 2915191"/>
                <a:gd name="connsiteY151" fmla="*/ 201764 h 472498"/>
                <a:gd name="connsiteX152" fmla="*/ 1481969 w 2915191"/>
                <a:gd name="connsiteY152" fmla="*/ 200114 h 472498"/>
                <a:gd name="connsiteX153" fmla="*/ 1491713 w 2915191"/>
                <a:gd name="connsiteY153" fmla="*/ 186052 h 472498"/>
                <a:gd name="connsiteX154" fmla="*/ 1501472 w 2915191"/>
                <a:gd name="connsiteY154" fmla="*/ 184729 h 472498"/>
                <a:gd name="connsiteX155" fmla="*/ 1511216 w 2915191"/>
                <a:gd name="connsiteY155" fmla="*/ 221831 h 472498"/>
                <a:gd name="connsiteX156" fmla="*/ 1520960 w 2915191"/>
                <a:gd name="connsiteY156" fmla="*/ 215944 h 472498"/>
                <a:gd name="connsiteX157" fmla="*/ 1530719 w 2915191"/>
                <a:gd name="connsiteY157" fmla="*/ 222855 h 472498"/>
                <a:gd name="connsiteX158" fmla="*/ 1540463 w 2915191"/>
                <a:gd name="connsiteY158" fmla="*/ 205943 h 472498"/>
                <a:gd name="connsiteX159" fmla="*/ 1550221 w 2915191"/>
                <a:gd name="connsiteY159" fmla="*/ 208556 h 472498"/>
                <a:gd name="connsiteX160" fmla="*/ 1559965 w 2915191"/>
                <a:gd name="connsiteY160" fmla="*/ 199243 h 472498"/>
                <a:gd name="connsiteX161" fmla="*/ 1569709 w 2915191"/>
                <a:gd name="connsiteY161" fmla="*/ 179558 h 472498"/>
                <a:gd name="connsiteX162" fmla="*/ 1579468 w 2915191"/>
                <a:gd name="connsiteY162" fmla="*/ 192471 h 472498"/>
                <a:gd name="connsiteX163" fmla="*/ 1589212 w 2915191"/>
                <a:gd name="connsiteY163" fmla="*/ 187444 h 472498"/>
                <a:gd name="connsiteX164" fmla="*/ 1598971 w 2915191"/>
                <a:gd name="connsiteY164" fmla="*/ 170461 h 472498"/>
                <a:gd name="connsiteX165" fmla="*/ 1608715 w 2915191"/>
                <a:gd name="connsiteY165" fmla="*/ 151980 h 472498"/>
                <a:gd name="connsiteX166" fmla="*/ 1618459 w 2915191"/>
                <a:gd name="connsiteY166" fmla="*/ 173958 h 472498"/>
                <a:gd name="connsiteX167" fmla="*/ 1628218 w 2915191"/>
                <a:gd name="connsiteY167" fmla="*/ 170201 h 472498"/>
                <a:gd name="connsiteX168" fmla="*/ 1637962 w 2915191"/>
                <a:gd name="connsiteY168" fmla="*/ 150624 h 472498"/>
                <a:gd name="connsiteX169" fmla="*/ 1647720 w 2915191"/>
                <a:gd name="connsiteY169" fmla="*/ 93163 h 472498"/>
                <a:gd name="connsiteX170" fmla="*/ 1657464 w 2915191"/>
                <a:gd name="connsiteY170" fmla="*/ 58803 h 472498"/>
                <a:gd name="connsiteX171" fmla="*/ 1667208 w 2915191"/>
                <a:gd name="connsiteY171" fmla="*/ 61731 h 472498"/>
                <a:gd name="connsiteX172" fmla="*/ 1676967 w 2915191"/>
                <a:gd name="connsiteY172" fmla="*/ 33211 h 472498"/>
                <a:gd name="connsiteX173" fmla="*/ 1686711 w 2915191"/>
                <a:gd name="connsiteY173" fmla="*/ 23324 h 472498"/>
                <a:gd name="connsiteX174" fmla="*/ 1696470 w 2915191"/>
                <a:gd name="connsiteY174" fmla="*/ 14641 h 472498"/>
                <a:gd name="connsiteX175" fmla="*/ 1706214 w 2915191"/>
                <a:gd name="connsiteY175" fmla="*/ 8767 h 472498"/>
                <a:gd name="connsiteX176" fmla="*/ 1715958 w 2915191"/>
                <a:gd name="connsiteY176" fmla="*/ 38529 h 472498"/>
                <a:gd name="connsiteX177" fmla="*/ 1725716 w 2915191"/>
                <a:gd name="connsiteY177" fmla="*/ 56953 h 472498"/>
                <a:gd name="connsiteX178" fmla="*/ 1735460 w 2915191"/>
                <a:gd name="connsiteY178" fmla="*/ 61551 h 472498"/>
                <a:gd name="connsiteX179" fmla="*/ 1745219 w 2915191"/>
                <a:gd name="connsiteY179" fmla="*/ 44883 h 472498"/>
                <a:gd name="connsiteX180" fmla="*/ 1754963 w 2915191"/>
                <a:gd name="connsiteY180" fmla="*/ 15277 h 472498"/>
                <a:gd name="connsiteX181" fmla="*/ 1764707 w 2915191"/>
                <a:gd name="connsiteY181" fmla="*/ 29227 h 472498"/>
                <a:gd name="connsiteX182" fmla="*/ 1774466 w 2915191"/>
                <a:gd name="connsiteY182" fmla="*/ 49015 h 472498"/>
                <a:gd name="connsiteX183" fmla="*/ 1784210 w 2915191"/>
                <a:gd name="connsiteY183" fmla="*/ 53726 h 472498"/>
                <a:gd name="connsiteX184" fmla="*/ 1793969 w 2915191"/>
                <a:gd name="connsiteY184" fmla="*/ 71317 h 472498"/>
                <a:gd name="connsiteX185" fmla="*/ 1803713 w 2915191"/>
                <a:gd name="connsiteY185" fmla="*/ 27633 h 472498"/>
                <a:gd name="connsiteX186" fmla="*/ 1813457 w 2915191"/>
                <a:gd name="connsiteY186" fmla="*/ 36649 h 472498"/>
                <a:gd name="connsiteX187" fmla="*/ 1823215 w 2915191"/>
                <a:gd name="connsiteY187" fmla="*/ 24899 h 472498"/>
                <a:gd name="connsiteX188" fmla="*/ 1832959 w 2915191"/>
                <a:gd name="connsiteY188" fmla="*/ 40361 h 472498"/>
                <a:gd name="connsiteX189" fmla="*/ 1842703 w 2915191"/>
                <a:gd name="connsiteY189" fmla="*/ 30583 h 472498"/>
                <a:gd name="connsiteX190" fmla="*/ 1852462 w 2915191"/>
                <a:gd name="connsiteY190" fmla="*/ 24321 h 472498"/>
                <a:gd name="connsiteX191" fmla="*/ 1862206 w 2915191"/>
                <a:gd name="connsiteY191" fmla="*/ 9170 h 472498"/>
                <a:gd name="connsiteX192" fmla="*/ 1871965 w 2915191"/>
                <a:gd name="connsiteY192" fmla="*/ 27270 h 472498"/>
                <a:gd name="connsiteX193" fmla="*/ 1881709 w 2915191"/>
                <a:gd name="connsiteY193" fmla="*/ 39067 h 472498"/>
                <a:gd name="connsiteX194" fmla="*/ 1891453 w 2915191"/>
                <a:gd name="connsiteY194" fmla="*/ 26270 h 472498"/>
                <a:gd name="connsiteX195" fmla="*/ 1901212 w 2915191"/>
                <a:gd name="connsiteY195" fmla="*/ 21320 h 472498"/>
                <a:gd name="connsiteX196" fmla="*/ 1910956 w 2915191"/>
                <a:gd name="connsiteY196" fmla="*/ 46713 h 472498"/>
                <a:gd name="connsiteX197" fmla="*/ 1920714 w 2915191"/>
                <a:gd name="connsiteY197" fmla="*/ 77928 h 472498"/>
                <a:gd name="connsiteX198" fmla="*/ 1930458 w 2915191"/>
                <a:gd name="connsiteY198" fmla="*/ 74738 h 472498"/>
                <a:gd name="connsiteX199" fmla="*/ 1940202 w 2915191"/>
                <a:gd name="connsiteY199" fmla="*/ 62229 h 472498"/>
                <a:gd name="connsiteX200" fmla="*/ 1949961 w 2915191"/>
                <a:gd name="connsiteY200" fmla="*/ 80405 h 472498"/>
                <a:gd name="connsiteX201" fmla="*/ 1959705 w 2915191"/>
                <a:gd name="connsiteY201" fmla="*/ 85219 h 472498"/>
                <a:gd name="connsiteX202" fmla="*/ 1969464 w 2915191"/>
                <a:gd name="connsiteY202" fmla="*/ 66968 h 472498"/>
                <a:gd name="connsiteX203" fmla="*/ 1979208 w 2915191"/>
                <a:gd name="connsiteY203" fmla="*/ 88975 h 472498"/>
                <a:gd name="connsiteX204" fmla="*/ 1988952 w 2915191"/>
                <a:gd name="connsiteY204" fmla="*/ 46242 h 472498"/>
                <a:gd name="connsiteX205" fmla="*/ 1998711 w 2915191"/>
                <a:gd name="connsiteY205" fmla="*/ 22566 h 472498"/>
                <a:gd name="connsiteX206" fmla="*/ 2008454 w 2915191"/>
                <a:gd name="connsiteY206" fmla="*/ 2858 h 472498"/>
                <a:gd name="connsiteX207" fmla="*/ 2018213 w 2915191"/>
                <a:gd name="connsiteY207" fmla="*/ 76086 h 472498"/>
                <a:gd name="connsiteX208" fmla="*/ 2027957 w 2915191"/>
                <a:gd name="connsiteY208" fmla="*/ 102121 h 472498"/>
                <a:gd name="connsiteX209" fmla="*/ 2037701 w 2915191"/>
                <a:gd name="connsiteY209" fmla="*/ 100537 h 472498"/>
                <a:gd name="connsiteX210" fmla="*/ 2047460 w 2915191"/>
                <a:gd name="connsiteY210" fmla="*/ 105407 h 472498"/>
                <a:gd name="connsiteX211" fmla="*/ 2057204 w 2915191"/>
                <a:gd name="connsiteY211" fmla="*/ 88467 h 472498"/>
                <a:gd name="connsiteX212" fmla="*/ 2066963 w 2915191"/>
                <a:gd name="connsiteY212" fmla="*/ 67069 h 472498"/>
                <a:gd name="connsiteX213" fmla="*/ 2076707 w 2915191"/>
                <a:gd name="connsiteY213" fmla="*/ 75416 h 472498"/>
                <a:gd name="connsiteX214" fmla="*/ 2086451 w 2915191"/>
                <a:gd name="connsiteY214" fmla="*/ 69931 h 472498"/>
                <a:gd name="connsiteX215" fmla="*/ 2096210 w 2915191"/>
                <a:gd name="connsiteY215" fmla="*/ 99935 h 472498"/>
                <a:gd name="connsiteX216" fmla="*/ 2105954 w 2915191"/>
                <a:gd name="connsiteY216" fmla="*/ 126171 h 472498"/>
                <a:gd name="connsiteX217" fmla="*/ 2115697 w 2915191"/>
                <a:gd name="connsiteY217" fmla="*/ 131597 h 472498"/>
                <a:gd name="connsiteX218" fmla="*/ 2125456 w 2915191"/>
                <a:gd name="connsiteY218" fmla="*/ 102374 h 472498"/>
                <a:gd name="connsiteX219" fmla="*/ 2135200 w 2915191"/>
                <a:gd name="connsiteY219" fmla="*/ 96310 h 472498"/>
                <a:gd name="connsiteX220" fmla="*/ 2144959 w 2915191"/>
                <a:gd name="connsiteY220" fmla="*/ 126415 h 472498"/>
                <a:gd name="connsiteX221" fmla="*/ 2154703 w 2915191"/>
                <a:gd name="connsiteY221" fmla="*/ 129432 h 472498"/>
                <a:gd name="connsiteX222" fmla="*/ 2164447 w 2915191"/>
                <a:gd name="connsiteY222" fmla="*/ 118788 h 472498"/>
                <a:gd name="connsiteX223" fmla="*/ 2174206 w 2915191"/>
                <a:gd name="connsiteY223" fmla="*/ 75861 h 472498"/>
                <a:gd name="connsiteX224" fmla="*/ 2183950 w 2915191"/>
                <a:gd name="connsiteY224" fmla="*/ 72077 h 472498"/>
                <a:gd name="connsiteX225" fmla="*/ 2193709 w 2915191"/>
                <a:gd name="connsiteY225" fmla="*/ 54384 h 472498"/>
                <a:gd name="connsiteX226" fmla="*/ 2203452 w 2915191"/>
                <a:gd name="connsiteY226" fmla="*/ 54220 h 472498"/>
                <a:gd name="connsiteX227" fmla="*/ 2213196 w 2915191"/>
                <a:gd name="connsiteY227" fmla="*/ 35734 h 472498"/>
                <a:gd name="connsiteX228" fmla="*/ 2222955 w 2915191"/>
                <a:gd name="connsiteY228" fmla="*/ 48773 h 472498"/>
                <a:gd name="connsiteX229" fmla="*/ 2232699 w 2915191"/>
                <a:gd name="connsiteY229" fmla="*/ 21919 h 472498"/>
                <a:gd name="connsiteX230" fmla="*/ 2242458 w 2915191"/>
                <a:gd name="connsiteY230" fmla="*/ 16901 h 472498"/>
                <a:gd name="connsiteX231" fmla="*/ 2252202 w 2915191"/>
                <a:gd name="connsiteY231" fmla="*/ 0 h 472498"/>
                <a:gd name="connsiteX232" fmla="*/ 2261946 w 2915191"/>
                <a:gd name="connsiteY232" fmla="*/ 32447 h 472498"/>
                <a:gd name="connsiteX233" fmla="*/ 2271705 w 2915191"/>
                <a:gd name="connsiteY233" fmla="*/ 13998 h 472498"/>
                <a:gd name="connsiteX234" fmla="*/ 2281449 w 2915191"/>
                <a:gd name="connsiteY234" fmla="*/ 28459 h 472498"/>
                <a:gd name="connsiteX235" fmla="*/ 2291208 w 2915191"/>
                <a:gd name="connsiteY235" fmla="*/ 54101 h 472498"/>
                <a:gd name="connsiteX236" fmla="*/ 2300951 w 2915191"/>
                <a:gd name="connsiteY236" fmla="*/ 37112 h 472498"/>
                <a:gd name="connsiteX237" fmla="*/ 2310695 w 2915191"/>
                <a:gd name="connsiteY237" fmla="*/ 34643 h 472498"/>
                <a:gd name="connsiteX238" fmla="*/ 2320454 w 2915191"/>
                <a:gd name="connsiteY238" fmla="*/ 48760 h 472498"/>
                <a:gd name="connsiteX239" fmla="*/ 2330198 w 2915191"/>
                <a:gd name="connsiteY239" fmla="*/ 66721 h 472498"/>
                <a:gd name="connsiteX240" fmla="*/ 2339957 w 2915191"/>
                <a:gd name="connsiteY240" fmla="*/ 78829 h 472498"/>
                <a:gd name="connsiteX241" fmla="*/ 2349701 w 2915191"/>
                <a:gd name="connsiteY241" fmla="*/ 88525 h 472498"/>
                <a:gd name="connsiteX242" fmla="*/ 2359445 w 2915191"/>
                <a:gd name="connsiteY242" fmla="*/ 72457 h 472498"/>
                <a:gd name="connsiteX243" fmla="*/ 2369204 w 2915191"/>
                <a:gd name="connsiteY243" fmla="*/ 64556 h 472498"/>
                <a:gd name="connsiteX244" fmla="*/ 2378948 w 2915191"/>
                <a:gd name="connsiteY244" fmla="*/ 55599 h 472498"/>
                <a:gd name="connsiteX245" fmla="*/ 2388692 w 2915191"/>
                <a:gd name="connsiteY245" fmla="*/ 39150 h 472498"/>
                <a:gd name="connsiteX246" fmla="*/ 2398450 w 2915191"/>
                <a:gd name="connsiteY246" fmla="*/ 60780 h 472498"/>
                <a:gd name="connsiteX247" fmla="*/ 2408194 w 2915191"/>
                <a:gd name="connsiteY247" fmla="*/ 57851 h 472498"/>
                <a:gd name="connsiteX248" fmla="*/ 2417953 w 2915191"/>
                <a:gd name="connsiteY248" fmla="*/ 77227 h 472498"/>
                <a:gd name="connsiteX249" fmla="*/ 2427697 w 2915191"/>
                <a:gd name="connsiteY249" fmla="*/ 35904 h 472498"/>
                <a:gd name="connsiteX250" fmla="*/ 2437441 w 2915191"/>
                <a:gd name="connsiteY250" fmla="*/ 74686 h 472498"/>
                <a:gd name="connsiteX251" fmla="*/ 2447200 w 2915191"/>
                <a:gd name="connsiteY251" fmla="*/ 89403 h 472498"/>
                <a:gd name="connsiteX252" fmla="*/ 2456944 w 2915191"/>
                <a:gd name="connsiteY252" fmla="*/ 100602 h 472498"/>
                <a:gd name="connsiteX253" fmla="*/ 2466703 w 2915191"/>
                <a:gd name="connsiteY253" fmla="*/ 102395 h 472498"/>
                <a:gd name="connsiteX254" fmla="*/ 2476446 w 2915191"/>
                <a:gd name="connsiteY254" fmla="*/ 101358 h 472498"/>
                <a:gd name="connsiteX255" fmla="*/ 2486190 w 2915191"/>
                <a:gd name="connsiteY255" fmla="*/ 123031 h 472498"/>
                <a:gd name="connsiteX256" fmla="*/ 2495949 w 2915191"/>
                <a:gd name="connsiteY256" fmla="*/ 133972 h 472498"/>
                <a:gd name="connsiteX257" fmla="*/ 2505693 w 2915191"/>
                <a:gd name="connsiteY257" fmla="*/ 172572 h 472498"/>
                <a:gd name="connsiteX258" fmla="*/ 2515452 w 2915191"/>
                <a:gd name="connsiteY258" fmla="*/ 179200 h 472498"/>
                <a:gd name="connsiteX259" fmla="*/ 2525196 w 2915191"/>
                <a:gd name="connsiteY259" fmla="*/ 165760 h 472498"/>
                <a:gd name="connsiteX260" fmla="*/ 2534940 w 2915191"/>
                <a:gd name="connsiteY260" fmla="*/ 155472 h 472498"/>
                <a:gd name="connsiteX261" fmla="*/ 2544699 w 2915191"/>
                <a:gd name="connsiteY261" fmla="*/ 127142 h 472498"/>
                <a:gd name="connsiteX262" fmla="*/ 2554443 w 2915191"/>
                <a:gd name="connsiteY262" fmla="*/ 141378 h 472498"/>
                <a:gd name="connsiteX263" fmla="*/ 2564202 w 2915191"/>
                <a:gd name="connsiteY263" fmla="*/ 154677 h 472498"/>
                <a:gd name="connsiteX264" fmla="*/ 2573946 w 2915191"/>
                <a:gd name="connsiteY264" fmla="*/ 148380 h 472498"/>
                <a:gd name="connsiteX265" fmla="*/ 2583690 w 2915191"/>
                <a:gd name="connsiteY265" fmla="*/ 155773 h 472498"/>
                <a:gd name="connsiteX266" fmla="*/ 2593448 w 2915191"/>
                <a:gd name="connsiteY266" fmla="*/ 155091 h 472498"/>
                <a:gd name="connsiteX267" fmla="*/ 2603192 w 2915191"/>
                <a:gd name="connsiteY267" fmla="*/ 191488 h 472498"/>
                <a:gd name="connsiteX268" fmla="*/ 2612951 w 2915191"/>
                <a:gd name="connsiteY268" fmla="*/ 170587 h 472498"/>
                <a:gd name="connsiteX269" fmla="*/ 2622695 w 2915191"/>
                <a:gd name="connsiteY269" fmla="*/ 158163 h 472498"/>
                <a:gd name="connsiteX270" fmla="*/ 2632439 w 2915191"/>
                <a:gd name="connsiteY270" fmla="*/ 149455 h 472498"/>
                <a:gd name="connsiteX271" fmla="*/ 2642198 w 2915191"/>
                <a:gd name="connsiteY271" fmla="*/ 145641 h 472498"/>
                <a:gd name="connsiteX272" fmla="*/ 2651942 w 2915191"/>
                <a:gd name="connsiteY272" fmla="*/ 160989 h 472498"/>
                <a:gd name="connsiteX273" fmla="*/ 2661685 w 2915191"/>
                <a:gd name="connsiteY273" fmla="*/ 143897 h 472498"/>
                <a:gd name="connsiteX274" fmla="*/ 2671444 w 2915191"/>
                <a:gd name="connsiteY274" fmla="*/ 167676 h 472498"/>
                <a:gd name="connsiteX275" fmla="*/ 2681188 w 2915191"/>
                <a:gd name="connsiteY275" fmla="*/ 176216 h 472498"/>
                <a:gd name="connsiteX276" fmla="*/ 2690947 w 2915191"/>
                <a:gd name="connsiteY276" fmla="*/ 177708 h 472498"/>
                <a:gd name="connsiteX277" fmla="*/ 2700691 w 2915191"/>
                <a:gd name="connsiteY277" fmla="*/ 192799 h 472498"/>
                <a:gd name="connsiteX278" fmla="*/ 2710435 w 2915191"/>
                <a:gd name="connsiteY278" fmla="*/ 205132 h 472498"/>
                <a:gd name="connsiteX279" fmla="*/ 2720194 w 2915191"/>
                <a:gd name="connsiteY279" fmla="*/ 186628 h 472498"/>
                <a:gd name="connsiteX280" fmla="*/ 2729938 w 2915191"/>
                <a:gd name="connsiteY280" fmla="*/ 150142 h 472498"/>
                <a:gd name="connsiteX281" fmla="*/ 2739697 w 2915191"/>
                <a:gd name="connsiteY281" fmla="*/ 126415 h 472498"/>
                <a:gd name="connsiteX282" fmla="*/ 2749441 w 2915191"/>
                <a:gd name="connsiteY282" fmla="*/ 125226 h 472498"/>
                <a:gd name="connsiteX283" fmla="*/ 2759185 w 2915191"/>
                <a:gd name="connsiteY283" fmla="*/ 142553 h 472498"/>
                <a:gd name="connsiteX284" fmla="*/ 2768943 w 2915191"/>
                <a:gd name="connsiteY284" fmla="*/ 149601 h 472498"/>
                <a:gd name="connsiteX285" fmla="*/ 2778687 w 2915191"/>
                <a:gd name="connsiteY285" fmla="*/ 140533 h 472498"/>
                <a:gd name="connsiteX286" fmla="*/ 2788446 w 2915191"/>
                <a:gd name="connsiteY286" fmla="*/ 162853 h 472498"/>
                <a:gd name="connsiteX287" fmla="*/ 2798190 w 2915191"/>
                <a:gd name="connsiteY287" fmla="*/ 167293 h 472498"/>
                <a:gd name="connsiteX288" fmla="*/ 2807934 w 2915191"/>
                <a:gd name="connsiteY288" fmla="*/ 158764 h 472498"/>
                <a:gd name="connsiteX289" fmla="*/ 2817693 w 2915191"/>
                <a:gd name="connsiteY289" fmla="*/ 133912 h 472498"/>
                <a:gd name="connsiteX290" fmla="*/ 2827437 w 2915191"/>
                <a:gd name="connsiteY290" fmla="*/ 115385 h 472498"/>
                <a:gd name="connsiteX291" fmla="*/ 2837196 w 2915191"/>
                <a:gd name="connsiteY291" fmla="*/ 100070 h 472498"/>
                <a:gd name="connsiteX292" fmla="*/ 2846940 w 2915191"/>
                <a:gd name="connsiteY292" fmla="*/ 140977 h 472498"/>
                <a:gd name="connsiteX293" fmla="*/ 2856684 w 2915191"/>
                <a:gd name="connsiteY293" fmla="*/ 143711 h 472498"/>
                <a:gd name="connsiteX294" fmla="*/ 2866442 w 2915191"/>
                <a:gd name="connsiteY294" fmla="*/ 166848 h 472498"/>
                <a:gd name="connsiteX295" fmla="*/ 2876186 w 2915191"/>
                <a:gd name="connsiteY295" fmla="*/ 170443 h 472498"/>
                <a:gd name="connsiteX296" fmla="*/ 2885945 w 2915191"/>
                <a:gd name="connsiteY296" fmla="*/ 182907 h 472498"/>
                <a:gd name="connsiteX297" fmla="*/ 2895689 w 2915191"/>
                <a:gd name="connsiteY297" fmla="*/ 188280 h 472498"/>
                <a:gd name="connsiteX298" fmla="*/ 2905433 w 2915191"/>
                <a:gd name="connsiteY298" fmla="*/ 170757 h 472498"/>
                <a:gd name="connsiteX299" fmla="*/ 2915192 w 2915191"/>
                <a:gd name="connsiteY299" fmla="*/ 155107 h 472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72498">
                  <a:moveTo>
                    <a:pt x="0" y="219654"/>
                  </a:moveTo>
                  <a:lnTo>
                    <a:pt x="9750" y="225064"/>
                  </a:lnTo>
                  <a:lnTo>
                    <a:pt x="19500" y="212713"/>
                  </a:lnTo>
                  <a:lnTo>
                    <a:pt x="29250" y="207547"/>
                  </a:lnTo>
                  <a:lnTo>
                    <a:pt x="39000" y="235231"/>
                  </a:lnTo>
                  <a:lnTo>
                    <a:pt x="48749" y="266254"/>
                  </a:lnTo>
                  <a:lnTo>
                    <a:pt x="58499" y="291426"/>
                  </a:lnTo>
                  <a:lnTo>
                    <a:pt x="68249" y="303629"/>
                  </a:lnTo>
                  <a:lnTo>
                    <a:pt x="77998" y="281853"/>
                  </a:lnTo>
                  <a:lnTo>
                    <a:pt x="87748" y="284192"/>
                  </a:lnTo>
                  <a:lnTo>
                    <a:pt x="97497" y="283981"/>
                  </a:lnTo>
                  <a:lnTo>
                    <a:pt x="107247" y="313087"/>
                  </a:lnTo>
                  <a:lnTo>
                    <a:pt x="116997" y="330458"/>
                  </a:lnTo>
                  <a:lnTo>
                    <a:pt x="126747" y="342411"/>
                  </a:lnTo>
                  <a:lnTo>
                    <a:pt x="136497" y="342362"/>
                  </a:lnTo>
                  <a:lnTo>
                    <a:pt x="146247" y="357266"/>
                  </a:lnTo>
                  <a:lnTo>
                    <a:pt x="155997" y="355603"/>
                  </a:lnTo>
                  <a:lnTo>
                    <a:pt x="165747" y="357795"/>
                  </a:lnTo>
                  <a:lnTo>
                    <a:pt x="175497" y="314766"/>
                  </a:lnTo>
                  <a:lnTo>
                    <a:pt x="185247" y="278064"/>
                  </a:lnTo>
                  <a:lnTo>
                    <a:pt x="194996" y="304146"/>
                  </a:lnTo>
                  <a:lnTo>
                    <a:pt x="204746" y="306722"/>
                  </a:lnTo>
                  <a:lnTo>
                    <a:pt x="214495" y="307878"/>
                  </a:lnTo>
                  <a:lnTo>
                    <a:pt x="224245" y="317669"/>
                  </a:lnTo>
                  <a:lnTo>
                    <a:pt x="233995" y="306666"/>
                  </a:lnTo>
                  <a:lnTo>
                    <a:pt x="243744" y="309258"/>
                  </a:lnTo>
                  <a:lnTo>
                    <a:pt x="253494" y="302855"/>
                  </a:lnTo>
                  <a:lnTo>
                    <a:pt x="263244" y="314517"/>
                  </a:lnTo>
                  <a:lnTo>
                    <a:pt x="272994" y="349679"/>
                  </a:lnTo>
                  <a:lnTo>
                    <a:pt x="282744" y="360402"/>
                  </a:lnTo>
                  <a:lnTo>
                    <a:pt x="292494" y="319071"/>
                  </a:lnTo>
                  <a:lnTo>
                    <a:pt x="302244" y="311328"/>
                  </a:lnTo>
                  <a:lnTo>
                    <a:pt x="311994" y="333164"/>
                  </a:lnTo>
                  <a:lnTo>
                    <a:pt x="321744" y="352142"/>
                  </a:lnTo>
                  <a:lnTo>
                    <a:pt x="331493" y="358957"/>
                  </a:lnTo>
                  <a:lnTo>
                    <a:pt x="341243" y="340355"/>
                  </a:lnTo>
                  <a:lnTo>
                    <a:pt x="350993" y="314479"/>
                  </a:lnTo>
                  <a:lnTo>
                    <a:pt x="360742" y="334753"/>
                  </a:lnTo>
                  <a:lnTo>
                    <a:pt x="370492" y="328518"/>
                  </a:lnTo>
                  <a:lnTo>
                    <a:pt x="380241" y="319127"/>
                  </a:lnTo>
                  <a:lnTo>
                    <a:pt x="389991" y="334789"/>
                  </a:lnTo>
                  <a:lnTo>
                    <a:pt x="399741" y="362567"/>
                  </a:lnTo>
                  <a:lnTo>
                    <a:pt x="409491" y="367057"/>
                  </a:lnTo>
                  <a:lnTo>
                    <a:pt x="419241" y="402766"/>
                  </a:lnTo>
                  <a:lnTo>
                    <a:pt x="428991" y="369699"/>
                  </a:lnTo>
                  <a:lnTo>
                    <a:pt x="438741" y="355138"/>
                  </a:lnTo>
                  <a:lnTo>
                    <a:pt x="448491" y="325164"/>
                  </a:lnTo>
                  <a:lnTo>
                    <a:pt x="458241" y="346112"/>
                  </a:lnTo>
                  <a:lnTo>
                    <a:pt x="467991" y="347374"/>
                  </a:lnTo>
                  <a:lnTo>
                    <a:pt x="477740" y="343804"/>
                  </a:lnTo>
                  <a:lnTo>
                    <a:pt x="487490" y="390353"/>
                  </a:lnTo>
                  <a:lnTo>
                    <a:pt x="497239" y="421674"/>
                  </a:lnTo>
                  <a:lnTo>
                    <a:pt x="506989" y="472499"/>
                  </a:lnTo>
                  <a:lnTo>
                    <a:pt x="516738" y="466253"/>
                  </a:lnTo>
                  <a:lnTo>
                    <a:pt x="526488" y="464595"/>
                  </a:lnTo>
                  <a:lnTo>
                    <a:pt x="536238" y="446694"/>
                  </a:lnTo>
                  <a:lnTo>
                    <a:pt x="545988" y="452102"/>
                  </a:lnTo>
                  <a:lnTo>
                    <a:pt x="555738" y="456937"/>
                  </a:lnTo>
                  <a:lnTo>
                    <a:pt x="565488" y="434568"/>
                  </a:lnTo>
                  <a:lnTo>
                    <a:pt x="575238" y="397135"/>
                  </a:lnTo>
                  <a:lnTo>
                    <a:pt x="584988" y="401364"/>
                  </a:lnTo>
                  <a:lnTo>
                    <a:pt x="594738" y="404793"/>
                  </a:lnTo>
                  <a:lnTo>
                    <a:pt x="604488" y="403874"/>
                  </a:lnTo>
                  <a:lnTo>
                    <a:pt x="614237" y="419937"/>
                  </a:lnTo>
                  <a:lnTo>
                    <a:pt x="623987" y="419508"/>
                  </a:lnTo>
                  <a:lnTo>
                    <a:pt x="633736" y="446187"/>
                  </a:lnTo>
                  <a:lnTo>
                    <a:pt x="643486" y="418176"/>
                  </a:lnTo>
                  <a:lnTo>
                    <a:pt x="653236" y="438428"/>
                  </a:lnTo>
                  <a:lnTo>
                    <a:pt x="662985" y="438343"/>
                  </a:lnTo>
                  <a:lnTo>
                    <a:pt x="672735" y="454680"/>
                  </a:lnTo>
                  <a:lnTo>
                    <a:pt x="682485" y="464973"/>
                  </a:lnTo>
                  <a:lnTo>
                    <a:pt x="692235" y="467353"/>
                  </a:lnTo>
                  <a:lnTo>
                    <a:pt x="701985" y="444201"/>
                  </a:lnTo>
                  <a:lnTo>
                    <a:pt x="711735" y="453899"/>
                  </a:lnTo>
                  <a:lnTo>
                    <a:pt x="721485" y="426322"/>
                  </a:lnTo>
                  <a:lnTo>
                    <a:pt x="731235" y="438899"/>
                  </a:lnTo>
                  <a:lnTo>
                    <a:pt x="740985" y="434509"/>
                  </a:lnTo>
                  <a:lnTo>
                    <a:pt x="750734" y="422954"/>
                  </a:lnTo>
                  <a:lnTo>
                    <a:pt x="760484" y="416820"/>
                  </a:lnTo>
                  <a:lnTo>
                    <a:pt x="770233" y="397122"/>
                  </a:lnTo>
                  <a:lnTo>
                    <a:pt x="779983" y="415400"/>
                  </a:lnTo>
                  <a:lnTo>
                    <a:pt x="789733" y="394415"/>
                  </a:lnTo>
                  <a:lnTo>
                    <a:pt x="799482" y="406127"/>
                  </a:lnTo>
                  <a:lnTo>
                    <a:pt x="809232" y="439714"/>
                  </a:lnTo>
                  <a:lnTo>
                    <a:pt x="818982" y="457424"/>
                  </a:lnTo>
                  <a:lnTo>
                    <a:pt x="828732" y="442306"/>
                  </a:lnTo>
                  <a:lnTo>
                    <a:pt x="838482" y="417075"/>
                  </a:lnTo>
                  <a:lnTo>
                    <a:pt x="848232" y="419661"/>
                  </a:lnTo>
                  <a:lnTo>
                    <a:pt x="857982" y="380538"/>
                  </a:lnTo>
                  <a:lnTo>
                    <a:pt x="867732" y="375779"/>
                  </a:lnTo>
                  <a:lnTo>
                    <a:pt x="877482" y="365439"/>
                  </a:lnTo>
                  <a:lnTo>
                    <a:pt x="887231" y="335898"/>
                  </a:lnTo>
                  <a:lnTo>
                    <a:pt x="896981" y="315078"/>
                  </a:lnTo>
                  <a:lnTo>
                    <a:pt x="906730" y="326650"/>
                  </a:lnTo>
                  <a:lnTo>
                    <a:pt x="916480" y="303200"/>
                  </a:lnTo>
                  <a:lnTo>
                    <a:pt x="926230" y="298495"/>
                  </a:lnTo>
                  <a:lnTo>
                    <a:pt x="935979" y="314702"/>
                  </a:lnTo>
                  <a:lnTo>
                    <a:pt x="945729" y="281924"/>
                  </a:lnTo>
                  <a:lnTo>
                    <a:pt x="955479" y="300949"/>
                  </a:lnTo>
                  <a:lnTo>
                    <a:pt x="965229" y="298762"/>
                  </a:lnTo>
                  <a:lnTo>
                    <a:pt x="974979" y="264205"/>
                  </a:lnTo>
                  <a:lnTo>
                    <a:pt x="984729" y="283285"/>
                  </a:lnTo>
                  <a:lnTo>
                    <a:pt x="994474" y="278224"/>
                  </a:lnTo>
                  <a:lnTo>
                    <a:pt x="1004233" y="272240"/>
                  </a:lnTo>
                  <a:lnTo>
                    <a:pt x="1013977" y="262131"/>
                  </a:lnTo>
                  <a:lnTo>
                    <a:pt x="1023721" y="286001"/>
                  </a:lnTo>
                  <a:lnTo>
                    <a:pt x="1033480" y="272572"/>
                  </a:lnTo>
                  <a:lnTo>
                    <a:pt x="1043224" y="266427"/>
                  </a:lnTo>
                  <a:lnTo>
                    <a:pt x="1052983" y="258602"/>
                  </a:lnTo>
                  <a:lnTo>
                    <a:pt x="1062727" y="229631"/>
                  </a:lnTo>
                  <a:lnTo>
                    <a:pt x="1072471" y="214642"/>
                  </a:lnTo>
                  <a:lnTo>
                    <a:pt x="1082230" y="228689"/>
                  </a:lnTo>
                  <a:lnTo>
                    <a:pt x="1091973" y="218377"/>
                  </a:lnTo>
                  <a:lnTo>
                    <a:pt x="1101732" y="189600"/>
                  </a:lnTo>
                  <a:lnTo>
                    <a:pt x="1111476" y="211874"/>
                  </a:lnTo>
                  <a:lnTo>
                    <a:pt x="1121220" y="227679"/>
                  </a:lnTo>
                  <a:lnTo>
                    <a:pt x="1130979" y="225033"/>
                  </a:lnTo>
                  <a:lnTo>
                    <a:pt x="1140723" y="168855"/>
                  </a:lnTo>
                  <a:lnTo>
                    <a:pt x="1150482" y="173239"/>
                  </a:lnTo>
                  <a:lnTo>
                    <a:pt x="1160226" y="134670"/>
                  </a:lnTo>
                  <a:lnTo>
                    <a:pt x="1169969" y="136551"/>
                  </a:lnTo>
                  <a:lnTo>
                    <a:pt x="1179728" y="118404"/>
                  </a:lnTo>
                  <a:lnTo>
                    <a:pt x="1189472" y="107866"/>
                  </a:lnTo>
                  <a:lnTo>
                    <a:pt x="1199231" y="89629"/>
                  </a:lnTo>
                  <a:lnTo>
                    <a:pt x="1208975" y="58206"/>
                  </a:lnTo>
                  <a:lnTo>
                    <a:pt x="1218719" y="107118"/>
                  </a:lnTo>
                  <a:lnTo>
                    <a:pt x="1228478" y="131701"/>
                  </a:lnTo>
                  <a:lnTo>
                    <a:pt x="1238222" y="132531"/>
                  </a:lnTo>
                  <a:lnTo>
                    <a:pt x="1247966" y="117253"/>
                  </a:lnTo>
                  <a:lnTo>
                    <a:pt x="1257725" y="145775"/>
                  </a:lnTo>
                  <a:lnTo>
                    <a:pt x="1267469" y="109928"/>
                  </a:lnTo>
                  <a:lnTo>
                    <a:pt x="1277227" y="115008"/>
                  </a:lnTo>
                  <a:lnTo>
                    <a:pt x="1286971" y="135177"/>
                  </a:lnTo>
                  <a:lnTo>
                    <a:pt x="1296715" y="132218"/>
                  </a:lnTo>
                  <a:lnTo>
                    <a:pt x="1306474" y="119390"/>
                  </a:lnTo>
                  <a:lnTo>
                    <a:pt x="1316218" y="92298"/>
                  </a:lnTo>
                  <a:lnTo>
                    <a:pt x="1325977" y="88540"/>
                  </a:lnTo>
                  <a:lnTo>
                    <a:pt x="1335721" y="99430"/>
                  </a:lnTo>
                  <a:lnTo>
                    <a:pt x="1345465" y="70417"/>
                  </a:lnTo>
                  <a:lnTo>
                    <a:pt x="1355224" y="82339"/>
                  </a:lnTo>
                  <a:lnTo>
                    <a:pt x="1364967" y="125226"/>
                  </a:lnTo>
                  <a:lnTo>
                    <a:pt x="1374726" y="130992"/>
                  </a:lnTo>
                  <a:lnTo>
                    <a:pt x="1384470" y="134687"/>
                  </a:lnTo>
                  <a:lnTo>
                    <a:pt x="1394214" y="126510"/>
                  </a:lnTo>
                  <a:lnTo>
                    <a:pt x="1403973" y="119038"/>
                  </a:lnTo>
                  <a:lnTo>
                    <a:pt x="1413717" y="95021"/>
                  </a:lnTo>
                  <a:lnTo>
                    <a:pt x="1423476" y="132431"/>
                  </a:lnTo>
                  <a:lnTo>
                    <a:pt x="1433220" y="143281"/>
                  </a:lnTo>
                  <a:lnTo>
                    <a:pt x="1442964" y="138546"/>
                  </a:lnTo>
                  <a:lnTo>
                    <a:pt x="1452722" y="176931"/>
                  </a:lnTo>
                  <a:lnTo>
                    <a:pt x="1462466" y="204092"/>
                  </a:lnTo>
                  <a:lnTo>
                    <a:pt x="1472225" y="201764"/>
                  </a:lnTo>
                  <a:lnTo>
                    <a:pt x="1481969" y="200114"/>
                  </a:lnTo>
                  <a:lnTo>
                    <a:pt x="1491713" y="186052"/>
                  </a:lnTo>
                  <a:lnTo>
                    <a:pt x="1501472" y="184729"/>
                  </a:lnTo>
                  <a:lnTo>
                    <a:pt x="1511216" y="221831"/>
                  </a:lnTo>
                  <a:lnTo>
                    <a:pt x="1520960" y="215944"/>
                  </a:lnTo>
                  <a:lnTo>
                    <a:pt x="1530719" y="222855"/>
                  </a:lnTo>
                  <a:lnTo>
                    <a:pt x="1540463" y="205943"/>
                  </a:lnTo>
                  <a:lnTo>
                    <a:pt x="1550221" y="208556"/>
                  </a:lnTo>
                  <a:lnTo>
                    <a:pt x="1559965" y="199243"/>
                  </a:lnTo>
                  <a:lnTo>
                    <a:pt x="1569709" y="179558"/>
                  </a:lnTo>
                  <a:lnTo>
                    <a:pt x="1579468" y="192471"/>
                  </a:lnTo>
                  <a:lnTo>
                    <a:pt x="1589212" y="187444"/>
                  </a:lnTo>
                  <a:lnTo>
                    <a:pt x="1598971" y="170461"/>
                  </a:lnTo>
                  <a:lnTo>
                    <a:pt x="1608715" y="151980"/>
                  </a:lnTo>
                  <a:lnTo>
                    <a:pt x="1618459" y="173958"/>
                  </a:lnTo>
                  <a:lnTo>
                    <a:pt x="1628218" y="170201"/>
                  </a:lnTo>
                  <a:lnTo>
                    <a:pt x="1637962" y="150624"/>
                  </a:lnTo>
                  <a:lnTo>
                    <a:pt x="1647720" y="93163"/>
                  </a:lnTo>
                  <a:lnTo>
                    <a:pt x="1657464" y="58803"/>
                  </a:lnTo>
                  <a:lnTo>
                    <a:pt x="1667208" y="61731"/>
                  </a:lnTo>
                  <a:lnTo>
                    <a:pt x="1676967" y="33211"/>
                  </a:lnTo>
                  <a:lnTo>
                    <a:pt x="1686711" y="23324"/>
                  </a:lnTo>
                  <a:lnTo>
                    <a:pt x="1696470" y="14641"/>
                  </a:lnTo>
                  <a:lnTo>
                    <a:pt x="1706214" y="8767"/>
                  </a:lnTo>
                  <a:lnTo>
                    <a:pt x="1715958" y="38529"/>
                  </a:lnTo>
                  <a:lnTo>
                    <a:pt x="1725716" y="56953"/>
                  </a:lnTo>
                  <a:lnTo>
                    <a:pt x="1735460" y="61551"/>
                  </a:lnTo>
                  <a:lnTo>
                    <a:pt x="1745219" y="44883"/>
                  </a:lnTo>
                  <a:lnTo>
                    <a:pt x="1754963" y="15277"/>
                  </a:lnTo>
                  <a:lnTo>
                    <a:pt x="1764707" y="29227"/>
                  </a:lnTo>
                  <a:lnTo>
                    <a:pt x="1774466" y="49015"/>
                  </a:lnTo>
                  <a:lnTo>
                    <a:pt x="1784210" y="53726"/>
                  </a:lnTo>
                  <a:lnTo>
                    <a:pt x="1793969" y="71317"/>
                  </a:lnTo>
                  <a:lnTo>
                    <a:pt x="1803713" y="27633"/>
                  </a:lnTo>
                  <a:lnTo>
                    <a:pt x="1813457" y="36649"/>
                  </a:lnTo>
                  <a:lnTo>
                    <a:pt x="1823215" y="24899"/>
                  </a:lnTo>
                  <a:lnTo>
                    <a:pt x="1832959" y="40361"/>
                  </a:lnTo>
                  <a:lnTo>
                    <a:pt x="1842703" y="30583"/>
                  </a:lnTo>
                  <a:lnTo>
                    <a:pt x="1852462" y="24321"/>
                  </a:lnTo>
                  <a:lnTo>
                    <a:pt x="1862206" y="9170"/>
                  </a:lnTo>
                  <a:lnTo>
                    <a:pt x="1871965" y="27270"/>
                  </a:lnTo>
                  <a:lnTo>
                    <a:pt x="1881709" y="39067"/>
                  </a:lnTo>
                  <a:lnTo>
                    <a:pt x="1891453" y="26270"/>
                  </a:lnTo>
                  <a:lnTo>
                    <a:pt x="1901212" y="21320"/>
                  </a:lnTo>
                  <a:lnTo>
                    <a:pt x="1910956" y="46713"/>
                  </a:lnTo>
                  <a:lnTo>
                    <a:pt x="1920714" y="77928"/>
                  </a:lnTo>
                  <a:lnTo>
                    <a:pt x="1930458" y="74738"/>
                  </a:lnTo>
                  <a:lnTo>
                    <a:pt x="1940202" y="62229"/>
                  </a:lnTo>
                  <a:lnTo>
                    <a:pt x="1949961" y="80405"/>
                  </a:lnTo>
                  <a:lnTo>
                    <a:pt x="1959705" y="85219"/>
                  </a:lnTo>
                  <a:lnTo>
                    <a:pt x="1969464" y="66968"/>
                  </a:lnTo>
                  <a:lnTo>
                    <a:pt x="1979208" y="88975"/>
                  </a:lnTo>
                  <a:lnTo>
                    <a:pt x="1988952" y="46242"/>
                  </a:lnTo>
                  <a:lnTo>
                    <a:pt x="1998711" y="22566"/>
                  </a:lnTo>
                  <a:lnTo>
                    <a:pt x="2008454" y="2858"/>
                  </a:lnTo>
                  <a:lnTo>
                    <a:pt x="2018213" y="76086"/>
                  </a:lnTo>
                  <a:lnTo>
                    <a:pt x="2027957" y="102121"/>
                  </a:lnTo>
                  <a:lnTo>
                    <a:pt x="2037701" y="100537"/>
                  </a:lnTo>
                  <a:lnTo>
                    <a:pt x="2047460" y="105407"/>
                  </a:lnTo>
                  <a:lnTo>
                    <a:pt x="2057204" y="88467"/>
                  </a:lnTo>
                  <a:lnTo>
                    <a:pt x="2066963" y="67069"/>
                  </a:lnTo>
                  <a:lnTo>
                    <a:pt x="2076707" y="75416"/>
                  </a:lnTo>
                  <a:lnTo>
                    <a:pt x="2086451" y="69931"/>
                  </a:lnTo>
                  <a:lnTo>
                    <a:pt x="2096210" y="99935"/>
                  </a:lnTo>
                  <a:lnTo>
                    <a:pt x="2105954" y="126171"/>
                  </a:lnTo>
                  <a:lnTo>
                    <a:pt x="2115697" y="131597"/>
                  </a:lnTo>
                  <a:lnTo>
                    <a:pt x="2125456" y="102374"/>
                  </a:lnTo>
                  <a:lnTo>
                    <a:pt x="2135200" y="96310"/>
                  </a:lnTo>
                  <a:lnTo>
                    <a:pt x="2144959" y="126415"/>
                  </a:lnTo>
                  <a:lnTo>
                    <a:pt x="2154703" y="129432"/>
                  </a:lnTo>
                  <a:lnTo>
                    <a:pt x="2164447" y="118788"/>
                  </a:lnTo>
                  <a:lnTo>
                    <a:pt x="2174206" y="75861"/>
                  </a:lnTo>
                  <a:lnTo>
                    <a:pt x="2183950" y="72077"/>
                  </a:lnTo>
                  <a:lnTo>
                    <a:pt x="2193709" y="54384"/>
                  </a:lnTo>
                  <a:lnTo>
                    <a:pt x="2203452" y="54220"/>
                  </a:lnTo>
                  <a:lnTo>
                    <a:pt x="2213196" y="35734"/>
                  </a:lnTo>
                  <a:lnTo>
                    <a:pt x="2222955" y="48773"/>
                  </a:lnTo>
                  <a:lnTo>
                    <a:pt x="2232699" y="21919"/>
                  </a:lnTo>
                  <a:lnTo>
                    <a:pt x="2242458" y="16901"/>
                  </a:lnTo>
                  <a:lnTo>
                    <a:pt x="2252202" y="0"/>
                  </a:lnTo>
                  <a:lnTo>
                    <a:pt x="2261946" y="32447"/>
                  </a:lnTo>
                  <a:lnTo>
                    <a:pt x="2271705" y="13998"/>
                  </a:lnTo>
                  <a:lnTo>
                    <a:pt x="2281449" y="28459"/>
                  </a:lnTo>
                  <a:lnTo>
                    <a:pt x="2291208" y="54101"/>
                  </a:lnTo>
                  <a:lnTo>
                    <a:pt x="2300951" y="37112"/>
                  </a:lnTo>
                  <a:lnTo>
                    <a:pt x="2310695" y="34643"/>
                  </a:lnTo>
                  <a:lnTo>
                    <a:pt x="2320454" y="48760"/>
                  </a:lnTo>
                  <a:lnTo>
                    <a:pt x="2330198" y="66721"/>
                  </a:lnTo>
                  <a:lnTo>
                    <a:pt x="2339957" y="78829"/>
                  </a:lnTo>
                  <a:lnTo>
                    <a:pt x="2349701" y="88525"/>
                  </a:lnTo>
                  <a:lnTo>
                    <a:pt x="2359445" y="72457"/>
                  </a:lnTo>
                  <a:lnTo>
                    <a:pt x="2369204" y="64556"/>
                  </a:lnTo>
                  <a:lnTo>
                    <a:pt x="2378948" y="55599"/>
                  </a:lnTo>
                  <a:lnTo>
                    <a:pt x="2388692" y="39150"/>
                  </a:lnTo>
                  <a:lnTo>
                    <a:pt x="2398450" y="60780"/>
                  </a:lnTo>
                  <a:lnTo>
                    <a:pt x="2408194" y="57851"/>
                  </a:lnTo>
                  <a:lnTo>
                    <a:pt x="2417953" y="77227"/>
                  </a:lnTo>
                  <a:lnTo>
                    <a:pt x="2427697" y="35904"/>
                  </a:lnTo>
                  <a:lnTo>
                    <a:pt x="2437441" y="74686"/>
                  </a:lnTo>
                  <a:lnTo>
                    <a:pt x="2447200" y="89403"/>
                  </a:lnTo>
                  <a:lnTo>
                    <a:pt x="2456944" y="100602"/>
                  </a:lnTo>
                  <a:lnTo>
                    <a:pt x="2466703" y="102395"/>
                  </a:lnTo>
                  <a:lnTo>
                    <a:pt x="2476446" y="101358"/>
                  </a:lnTo>
                  <a:lnTo>
                    <a:pt x="2486190" y="123031"/>
                  </a:lnTo>
                  <a:lnTo>
                    <a:pt x="2495949" y="133972"/>
                  </a:lnTo>
                  <a:lnTo>
                    <a:pt x="2505693" y="172572"/>
                  </a:lnTo>
                  <a:lnTo>
                    <a:pt x="2515452" y="179200"/>
                  </a:lnTo>
                  <a:lnTo>
                    <a:pt x="2525196" y="165760"/>
                  </a:lnTo>
                  <a:lnTo>
                    <a:pt x="2534940" y="155472"/>
                  </a:lnTo>
                  <a:lnTo>
                    <a:pt x="2544699" y="127142"/>
                  </a:lnTo>
                  <a:lnTo>
                    <a:pt x="2554443" y="141378"/>
                  </a:lnTo>
                  <a:lnTo>
                    <a:pt x="2564202" y="154677"/>
                  </a:lnTo>
                  <a:lnTo>
                    <a:pt x="2573946" y="148380"/>
                  </a:lnTo>
                  <a:lnTo>
                    <a:pt x="2583690" y="155773"/>
                  </a:lnTo>
                  <a:lnTo>
                    <a:pt x="2593448" y="155091"/>
                  </a:lnTo>
                  <a:lnTo>
                    <a:pt x="2603192" y="191488"/>
                  </a:lnTo>
                  <a:lnTo>
                    <a:pt x="2612951" y="170587"/>
                  </a:lnTo>
                  <a:lnTo>
                    <a:pt x="2622695" y="158163"/>
                  </a:lnTo>
                  <a:lnTo>
                    <a:pt x="2632439" y="149455"/>
                  </a:lnTo>
                  <a:lnTo>
                    <a:pt x="2642198" y="145641"/>
                  </a:lnTo>
                  <a:lnTo>
                    <a:pt x="2651942" y="160989"/>
                  </a:lnTo>
                  <a:lnTo>
                    <a:pt x="2661685" y="143897"/>
                  </a:lnTo>
                  <a:lnTo>
                    <a:pt x="2671444" y="167676"/>
                  </a:lnTo>
                  <a:lnTo>
                    <a:pt x="2681188" y="176216"/>
                  </a:lnTo>
                  <a:lnTo>
                    <a:pt x="2690947" y="177708"/>
                  </a:lnTo>
                  <a:lnTo>
                    <a:pt x="2700691" y="192799"/>
                  </a:lnTo>
                  <a:lnTo>
                    <a:pt x="2710435" y="205132"/>
                  </a:lnTo>
                  <a:lnTo>
                    <a:pt x="2720194" y="186628"/>
                  </a:lnTo>
                  <a:lnTo>
                    <a:pt x="2729938" y="150142"/>
                  </a:lnTo>
                  <a:lnTo>
                    <a:pt x="2739697" y="126415"/>
                  </a:lnTo>
                  <a:lnTo>
                    <a:pt x="2749441" y="125226"/>
                  </a:lnTo>
                  <a:lnTo>
                    <a:pt x="2759185" y="142553"/>
                  </a:lnTo>
                  <a:lnTo>
                    <a:pt x="2768943" y="149601"/>
                  </a:lnTo>
                  <a:lnTo>
                    <a:pt x="2778687" y="140533"/>
                  </a:lnTo>
                  <a:lnTo>
                    <a:pt x="2788446" y="162853"/>
                  </a:lnTo>
                  <a:lnTo>
                    <a:pt x="2798190" y="167293"/>
                  </a:lnTo>
                  <a:lnTo>
                    <a:pt x="2807934" y="158764"/>
                  </a:lnTo>
                  <a:lnTo>
                    <a:pt x="2817693" y="133912"/>
                  </a:lnTo>
                  <a:lnTo>
                    <a:pt x="2827437" y="115385"/>
                  </a:lnTo>
                  <a:lnTo>
                    <a:pt x="2837196" y="100070"/>
                  </a:lnTo>
                  <a:lnTo>
                    <a:pt x="2846940" y="140977"/>
                  </a:lnTo>
                  <a:lnTo>
                    <a:pt x="2856684" y="143711"/>
                  </a:lnTo>
                  <a:lnTo>
                    <a:pt x="2866442" y="166848"/>
                  </a:lnTo>
                  <a:lnTo>
                    <a:pt x="2876186" y="170443"/>
                  </a:lnTo>
                  <a:lnTo>
                    <a:pt x="2885945" y="182907"/>
                  </a:lnTo>
                  <a:lnTo>
                    <a:pt x="2895689" y="188280"/>
                  </a:lnTo>
                  <a:lnTo>
                    <a:pt x="2905433" y="170757"/>
                  </a:lnTo>
                  <a:lnTo>
                    <a:pt x="2915192" y="15510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1" name="Freeform 990">
              <a:extLst>
                <a:ext uri="{FF2B5EF4-FFF2-40B4-BE49-F238E27FC236}">
                  <a16:creationId xmlns:a16="http://schemas.microsoft.com/office/drawing/2014/main" id="{FDCF4579-1F9E-C3F4-63E7-1063BB8BC82B}"/>
                </a:ext>
              </a:extLst>
            </p:cNvPr>
            <p:cNvSpPr/>
            <p:nvPr/>
          </p:nvSpPr>
          <p:spPr>
            <a:xfrm>
              <a:off x="4426652" y="3515019"/>
              <a:ext cx="2915191" cy="435635"/>
            </a:xfrm>
            <a:custGeom>
              <a:avLst/>
              <a:gdLst>
                <a:gd name="connsiteX0" fmla="*/ 0 w 2915191"/>
                <a:gd name="connsiteY0" fmla="*/ 208009 h 435635"/>
                <a:gd name="connsiteX1" fmla="*/ 9750 w 2915191"/>
                <a:gd name="connsiteY1" fmla="*/ 207775 h 435635"/>
                <a:gd name="connsiteX2" fmla="*/ 19500 w 2915191"/>
                <a:gd name="connsiteY2" fmla="*/ 173497 h 435635"/>
                <a:gd name="connsiteX3" fmla="*/ 29250 w 2915191"/>
                <a:gd name="connsiteY3" fmla="*/ 197546 h 435635"/>
                <a:gd name="connsiteX4" fmla="*/ 39000 w 2915191"/>
                <a:gd name="connsiteY4" fmla="*/ 179054 h 435635"/>
                <a:gd name="connsiteX5" fmla="*/ 48749 w 2915191"/>
                <a:gd name="connsiteY5" fmla="*/ 178284 h 435635"/>
                <a:gd name="connsiteX6" fmla="*/ 58499 w 2915191"/>
                <a:gd name="connsiteY6" fmla="*/ 185579 h 435635"/>
                <a:gd name="connsiteX7" fmla="*/ 68249 w 2915191"/>
                <a:gd name="connsiteY7" fmla="*/ 167038 h 435635"/>
                <a:gd name="connsiteX8" fmla="*/ 77998 w 2915191"/>
                <a:gd name="connsiteY8" fmla="*/ 158460 h 435635"/>
                <a:gd name="connsiteX9" fmla="*/ 87748 w 2915191"/>
                <a:gd name="connsiteY9" fmla="*/ 167114 h 435635"/>
                <a:gd name="connsiteX10" fmla="*/ 97497 w 2915191"/>
                <a:gd name="connsiteY10" fmla="*/ 135937 h 435635"/>
                <a:gd name="connsiteX11" fmla="*/ 107247 w 2915191"/>
                <a:gd name="connsiteY11" fmla="*/ 131942 h 435635"/>
                <a:gd name="connsiteX12" fmla="*/ 116997 w 2915191"/>
                <a:gd name="connsiteY12" fmla="*/ 174206 h 435635"/>
                <a:gd name="connsiteX13" fmla="*/ 126747 w 2915191"/>
                <a:gd name="connsiteY13" fmla="*/ 174959 h 435635"/>
                <a:gd name="connsiteX14" fmla="*/ 136497 w 2915191"/>
                <a:gd name="connsiteY14" fmla="*/ 159105 h 435635"/>
                <a:gd name="connsiteX15" fmla="*/ 146247 w 2915191"/>
                <a:gd name="connsiteY15" fmla="*/ 131431 h 435635"/>
                <a:gd name="connsiteX16" fmla="*/ 155997 w 2915191"/>
                <a:gd name="connsiteY16" fmla="*/ 139834 h 435635"/>
                <a:gd name="connsiteX17" fmla="*/ 165747 w 2915191"/>
                <a:gd name="connsiteY17" fmla="*/ 137227 h 435635"/>
                <a:gd name="connsiteX18" fmla="*/ 175497 w 2915191"/>
                <a:gd name="connsiteY18" fmla="*/ 138325 h 435635"/>
                <a:gd name="connsiteX19" fmla="*/ 185247 w 2915191"/>
                <a:gd name="connsiteY19" fmla="*/ 144775 h 435635"/>
                <a:gd name="connsiteX20" fmla="*/ 194996 w 2915191"/>
                <a:gd name="connsiteY20" fmla="*/ 141153 h 435635"/>
                <a:gd name="connsiteX21" fmla="*/ 204746 w 2915191"/>
                <a:gd name="connsiteY21" fmla="*/ 163013 h 435635"/>
                <a:gd name="connsiteX22" fmla="*/ 214495 w 2915191"/>
                <a:gd name="connsiteY22" fmla="*/ 172222 h 435635"/>
                <a:gd name="connsiteX23" fmla="*/ 224245 w 2915191"/>
                <a:gd name="connsiteY23" fmla="*/ 170076 h 435635"/>
                <a:gd name="connsiteX24" fmla="*/ 233995 w 2915191"/>
                <a:gd name="connsiteY24" fmla="*/ 214656 h 435635"/>
                <a:gd name="connsiteX25" fmla="*/ 243744 w 2915191"/>
                <a:gd name="connsiteY25" fmla="*/ 262320 h 435635"/>
                <a:gd name="connsiteX26" fmla="*/ 253494 w 2915191"/>
                <a:gd name="connsiteY26" fmla="*/ 269706 h 435635"/>
                <a:gd name="connsiteX27" fmla="*/ 263244 w 2915191"/>
                <a:gd name="connsiteY27" fmla="*/ 232700 h 435635"/>
                <a:gd name="connsiteX28" fmla="*/ 272994 w 2915191"/>
                <a:gd name="connsiteY28" fmla="*/ 224991 h 435635"/>
                <a:gd name="connsiteX29" fmla="*/ 282744 w 2915191"/>
                <a:gd name="connsiteY29" fmla="*/ 205858 h 435635"/>
                <a:gd name="connsiteX30" fmla="*/ 292494 w 2915191"/>
                <a:gd name="connsiteY30" fmla="*/ 207967 h 435635"/>
                <a:gd name="connsiteX31" fmla="*/ 302244 w 2915191"/>
                <a:gd name="connsiteY31" fmla="*/ 226351 h 435635"/>
                <a:gd name="connsiteX32" fmla="*/ 311994 w 2915191"/>
                <a:gd name="connsiteY32" fmla="*/ 211196 h 435635"/>
                <a:gd name="connsiteX33" fmla="*/ 321744 w 2915191"/>
                <a:gd name="connsiteY33" fmla="*/ 239793 h 435635"/>
                <a:gd name="connsiteX34" fmla="*/ 331493 w 2915191"/>
                <a:gd name="connsiteY34" fmla="*/ 215049 h 435635"/>
                <a:gd name="connsiteX35" fmla="*/ 341243 w 2915191"/>
                <a:gd name="connsiteY35" fmla="*/ 220243 h 435635"/>
                <a:gd name="connsiteX36" fmla="*/ 350993 w 2915191"/>
                <a:gd name="connsiteY36" fmla="*/ 213729 h 435635"/>
                <a:gd name="connsiteX37" fmla="*/ 360742 w 2915191"/>
                <a:gd name="connsiteY37" fmla="*/ 226168 h 435635"/>
                <a:gd name="connsiteX38" fmla="*/ 370492 w 2915191"/>
                <a:gd name="connsiteY38" fmla="*/ 203912 h 435635"/>
                <a:gd name="connsiteX39" fmla="*/ 380241 w 2915191"/>
                <a:gd name="connsiteY39" fmla="*/ 181836 h 435635"/>
                <a:gd name="connsiteX40" fmla="*/ 389991 w 2915191"/>
                <a:gd name="connsiteY40" fmla="*/ 193992 h 435635"/>
                <a:gd name="connsiteX41" fmla="*/ 399741 w 2915191"/>
                <a:gd name="connsiteY41" fmla="*/ 199588 h 435635"/>
                <a:gd name="connsiteX42" fmla="*/ 409491 w 2915191"/>
                <a:gd name="connsiteY42" fmla="*/ 217945 h 435635"/>
                <a:gd name="connsiteX43" fmla="*/ 419241 w 2915191"/>
                <a:gd name="connsiteY43" fmla="*/ 215655 h 435635"/>
                <a:gd name="connsiteX44" fmla="*/ 428991 w 2915191"/>
                <a:gd name="connsiteY44" fmla="*/ 262498 h 435635"/>
                <a:gd name="connsiteX45" fmla="*/ 438741 w 2915191"/>
                <a:gd name="connsiteY45" fmla="*/ 256733 h 435635"/>
                <a:gd name="connsiteX46" fmla="*/ 448491 w 2915191"/>
                <a:gd name="connsiteY46" fmla="*/ 219644 h 435635"/>
                <a:gd name="connsiteX47" fmla="*/ 458241 w 2915191"/>
                <a:gd name="connsiteY47" fmla="*/ 237757 h 435635"/>
                <a:gd name="connsiteX48" fmla="*/ 467991 w 2915191"/>
                <a:gd name="connsiteY48" fmla="*/ 258901 h 435635"/>
                <a:gd name="connsiteX49" fmla="*/ 477740 w 2915191"/>
                <a:gd name="connsiteY49" fmla="*/ 230574 h 435635"/>
                <a:gd name="connsiteX50" fmla="*/ 487490 w 2915191"/>
                <a:gd name="connsiteY50" fmla="*/ 253868 h 435635"/>
                <a:gd name="connsiteX51" fmla="*/ 497239 w 2915191"/>
                <a:gd name="connsiteY51" fmla="*/ 254542 h 435635"/>
                <a:gd name="connsiteX52" fmla="*/ 506989 w 2915191"/>
                <a:gd name="connsiteY52" fmla="*/ 272437 h 435635"/>
                <a:gd name="connsiteX53" fmla="*/ 516738 w 2915191"/>
                <a:gd name="connsiteY53" fmla="*/ 207531 h 435635"/>
                <a:gd name="connsiteX54" fmla="*/ 526488 w 2915191"/>
                <a:gd name="connsiteY54" fmla="*/ 213449 h 435635"/>
                <a:gd name="connsiteX55" fmla="*/ 536238 w 2915191"/>
                <a:gd name="connsiteY55" fmla="*/ 194254 h 435635"/>
                <a:gd name="connsiteX56" fmla="*/ 545988 w 2915191"/>
                <a:gd name="connsiteY56" fmla="*/ 216131 h 435635"/>
                <a:gd name="connsiteX57" fmla="*/ 555738 w 2915191"/>
                <a:gd name="connsiteY57" fmla="*/ 234836 h 435635"/>
                <a:gd name="connsiteX58" fmla="*/ 565488 w 2915191"/>
                <a:gd name="connsiteY58" fmla="*/ 247432 h 435635"/>
                <a:gd name="connsiteX59" fmla="*/ 575238 w 2915191"/>
                <a:gd name="connsiteY59" fmla="*/ 223151 h 435635"/>
                <a:gd name="connsiteX60" fmla="*/ 584988 w 2915191"/>
                <a:gd name="connsiteY60" fmla="*/ 234827 h 435635"/>
                <a:gd name="connsiteX61" fmla="*/ 594738 w 2915191"/>
                <a:gd name="connsiteY61" fmla="*/ 240687 h 435635"/>
                <a:gd name="connsiteX62" fmla="*/ 604488 w 2915191"/>
                <a:gd name="connsiteY62" fmla="*/ 224400 h 435635"/>
                <a:gd name="connsiteX63" fmla="*/ 614237 w 2915191"/>
                <a:gd name="connsiteY63" fmla="*/ 227811 h 435635"/>
                <a:gd name="connsiteX64" fmla="*/ 623987 w 2915191"/>
                <a:gd name="connsiteY64" fmla="*/ 206975 h 435635"/>
                <a:gd name="connsiteX65" fmla="*/ 633736 w 2915191"/>
                <a:gd name="connsiteY65" fmla="*/ 233407 h 435635"/>
                <a:gd name="connsiteX66" fmla="*/ 643486 w 2915191"/>
                <a:gd name="connsiteY66" fmla="*/ 244503 h 435635"/>
                <a:gd name="connsiteX67" fmla="*/ 653236 w 2915191"/>
                <a:gd name="connsiteY67" fmla="*/ 217676 h 435635"/>
                <a:gd name="connsiteX68" fmla="*/ 662985 w 2915191"/>
                <a:gd name="connsiteY68" fmla="*/ 197102 h 435635"/>
                <a:gd name="connsiteX69" fmla="*/ 672735 w 2915191"/>
                <a:gd name="connsiteY69" fmla="*/ 172478 h 435635"/>
                <a:gd name="connsiteX70" fmla="*/ 682485 w 2915191"/>
                <a:gd name="connsiteY70" fmla="*/ 193004 h 435635"/>
                <a:gd name="connsiteX71" fmla="*/ 692235 w 2915191"/>
                <a:gd name="connsiteY71" fmla="*/ 174720 h 435635"/>
                <a:gd name="connsiteX72" fmla="*/ 701985 w 2915191"/>
                <a:gd name="connsiteY72" fmla="*/ 158820 h 435635"/>
                <a:gd name="connsiteX73" fmla="*/ 711735 w 2915191"/>
                <a:gd name="connsiteY73" fmla="*/ 181635 h 435635"/>
                <a:gd name="connsiteX74" fmla="*/ 721485 w 2915191"/>
                <a:gd name="connsiteY74" fmla="*/ 189099 h 435635"/>
                <a:gd name="connsiteX75" fmla="*/ 731235 w 2915191"/>
                <a:gd name="connsiteY75" fmla="*/ 216454 h 435635"/>
                <a:gd name="connsiteX76" fmla="*/ 740985 w 2915191"/>
                <a:gd name="connsiteY76" fmla="*/ 241174 h 435635"/>
                <a:gd name="connsiteX77" fmla="*/ 750734 w 2915191"/>
                <a:gd name="connsiteY77" fmla="*/ 271503 h 435635"/>
                <a:gd name="connsiteX78" fmla="*/ 760484 w 2915191"/>
                <a:gd name="connsiteY78" fmla="*/ 285770 h 435635"/>
                <a:gd name="connsiteX79" fmla="*/ 770233 w 2915191"/>
                <a:gd name="connsiteY79" fmla="*/ 301856 h 435635"/>
                <a:gd name="connsiteX80" fmla="*/ 779983 w 2915191"/>
                <a:gd name="connsiteY80" fmla="*/ 317949 h 435635"/>
                <a:gd name="connsiteX81" fmla="*/ 789733 w 2915191"/>
                <a:gd name="connsiteY81" fmla="*/ 349538 h 435635"/>
                <a:gd name="connsiteX82" fmla="*/ 799482 w 2915191"/>
                <a:gd name="connsiteY82" fmla="*/ 331496 h 435635"/>
                <a:gd name="connsiteX83" fmla="*/ 809232 w 2915191"/>
                <a:gd name="connsiteY83" fmla="*/ 327456 h 435635"/>
                <a:gd name="connsiteX84" fmla="*/ 818982 w 2915191"/>
                <a:gd name="connsiteY84" fmla="*/ 332268 h 435635"/>
                <a:gd name="connsiteX85" fmla="*/ 828732 w 2915191"/>
                <a:gd name="connsiteY85" fmla="*/ 325787 h 435635"/>
                <a:gd name="connsiteX86" fmla="*/ 838482 w 2915191"/>
                <a:gd name="connsiteY86" fmla="*/ 346632 h 435635"/>
                <a:gd name="connsiteX87" fmla="*/ 848232 w 2915191"/>
                <a:gd name="connsiteY87" fmla="*/ 329451 h 435635"/>
                <a:gd name="connsiteX88" fmla="*/ 857982 w 2915191"/>
                <a:gd name="connsiteY88" fmla="*/ 297998 h 435635"/>
                <a:gd name="connsiteX89" fmla="*/ 867732 w 2915191"/>
                <a:gd name="connsiteY89" fmla="*/ 277100 h 435635"/>
                <a:gd name="connsiteX90" fmla="*/ 877482 w 2915191"/>
                <a:gd name="connsiteY90" fmla="*/ 286616 h 435635"/>
                <a:gd name="connsiteX91" fmla="*/ 887231 w 2915191"/>
                <a:gd name="connsiteY91" fmla="*/ 271406 h 435635"/>
                <a:gd name="connsiteX92" fmla="*/ 896981 w 2915191"/>
                <a:gd name="connsiteY92" fmla="*/ 259756 h 435635"/>
                <a:gd name="connsiteX93" fmla="*/ 906730 w 2915191"/>
                <a:gd name="connsiteY93" fmla="*/ 309599 h 435635"/>
                <a:gd name="connsiteX94" fmla="*/ 916480 w 2915191"/>
                <a:gd name="connsiteY94" fmla="*/ 289791 h 435635"/>
                <a:gd name="connsiteX95" fmla="*/ 926230 w 2915191"/>
                <a:gd name="connsiteY95" fmla="*/ 280767 h 435635"/>
                <a:gd name="connsiteX96" fmla="*/ 935979 w 2915191"/>
                <a:gd name="connsiteY96" fmla="*/ 304002 h 435635"/>
                <a:gd name="connsiteX97" fmla="*/ 945729 w 2915191"/>
                <a:gd name="connsiteY97" fmla="*/ 305952 h 435635"/>
                <a:gd name="connsiteX98" fmla="*/ 955479 w 2915191"/>
                <a:gd name="connsiteY98" fmla="*/ 277671 h 435635"/>
                <a:gd name="connsiteX99" fmla="*/ 965229 w 2915191"/>
                <a:gd name="connsiteY99" fmla="*/ 247897 h 435635"/>
                <a:gd name="connsiteX100" fmla="*/ 974979 w 2915191"/>
                <a:gd name="connsiteY100" fmla="*/ 217957 h 435635"/>
                <a:gd name="connsiteX101" fmla="*/ 984729 w 2915191"/>
                <a:gd name="connsiteY101" fmla="*/ 223001 h 435635"/>
                <a:gd name="connsiteX102" fmla="*/ 994474 w 2915191"/>
                <a:gd name="connsiteY102" fmla="*/ 204121 h 435635"/>
                <a:gd name="connsiteX103" fmla="*/ 1004233 w 2915191"/>
                <a:gd name="connsiteY103" fmla="*/ 174181 h 435635"/>
                <a:gd name="connsiteX104" fmla="*/ 1013977 w 2915191"/>
                <a:gd name="connsiteY104" fmla="*/ 167232 h 435635"/>
                <a:gd name="connsiteX105" fmla="*/ 1023721 w 2915191"/>
                <a:gd name="connsiteY105" fmla="*/ 127654 h 435635"/>
                <a:gd name="connsiteX106" fmla="*/ 1033480 w 2915191"/>
                <a:gd name="connsiteY106" fmla="*/ 87357 h 435635"/>
                <a:gd name="connsiteX107" fmla="*/ 1043224 w 2915191"/>
                <a:gd name="connsiteY107" fmla="*/ 102068 h 435635"/>
                <a:gd name="connsiteX108" fmla="*/ 1052983 w 2915191"/>
                <a:gd name="connsiteY108" fmla="*/ 120163 h 435635"/>
                <a:gd name="connsiteX109" fmla="*/ 1062727 w 2915191"/>
                <a:gd name="connsiteY109" fmla="*/ 111036 h 435635"/>
                <a:gd name="connsiteX110" fmla="*/ 1072471 w 2915191"/>
                <a:gd name="connsiteY110" fmla="*/ 95014 h 435635"/>
                <a:gd name="connsiteX111" fmla="*/ 1082230 w 2915191"/>
                <a:gd name="connsiteY111" fmla="*/ 125558 h 435635"/>
                <a:gd name="connsiteX112" fmla="*/ 1091973 w 2915191"/>
                <a:gd name="connsiteY112" fmla="*/ 121403 h 435635"/>
                <a:gd name="connsiteX113" fmla="*/ 1101732 w 2915191"/>
                <a:gd name="connsiteY113" fmla="*/ 139012 h 435635"/>
                <a:gd name="connsiteX114" fmla="*/ 1111476 w 2915191"/>
                <a:gd name="connsiteY114" fmla="*/ 106435 h 435635"/>
                <a:gd name="connsiteX115" fmla="*/ 1121220 w 2915191"/>
                <a:gd name="connsiteY115" fmla="*/ 101204 h 435635"/>
                <a:gd name="connsiteX116" fmla="*/ 1130979 w 2915191"/>
                <a:gd name="connsiteY116" fmla="*/ 104525 h 435635"/>
                <a:gd name="connsiteX117" fmla="*/ 1140723 w 2915191"/>
                <a:gd name="connsiteY117" fmla="*/ 99264 h 435635"/>
                <a:gd name="connsiteX118" fmla="*/ 1150482 w 2915191"/>
                <a:gd name="connsiteY118" fmla="*/ 78553 h 435635"/>
                <a:gd name="connsiteX119" fmla="*/ 1160226 w 2915191"/>
                <a:gd name="connsiteY119" fmla="*/ 53586 h 435635"/>
                <a:gd name="connsiteX120" fmla="*/ 1169969 w 2915191"/>
                <a:gd name="connsiteY120" fmla="*/ 23482 h 435635"/>
                <a:gd name="connsiteX121" fmla="*/ 1179728 w 2915191"/>
                <a:gd name="connsiteY121" fmla="*/ 16594 h 435635"/>
                <a:gd name="connsiteX122" fmla="*/ 1189472 w 2915191"/>
                <a:gd name="connsiteY122" fmla="*/ 31000 h 435635"/>
                <a:gd name="connsiteX123" fmla="*/ 1199231 w 2915191"/>
                <a:gd name="connsiteY123" fmla="*/ 15756 h 435635"/>
                <a:gd name="connsiteX124" fmla="*/ 1208975 w 2915191"/>
                <a:gd name="connsiteY124" fmla="*/ 12321 h 435635"/>
                <a:gd name="connsiteX125" fmla="*/ 1218719 w 2915191"/>
                <a:gd name="connsiteY125" fmla="*/ 0 h 435635"/>
                <a:gd name="connsiteX126" fmla="*/ 1228478 w 2915191"/>
                <a:gd name="connsiteY126" fmla="*/ 15881 h 435635"/>
                <a:gd name="connsiteX127" fmla="*/ 1238222 w 2915191"/>
                <a:gd name="connsiteY127" fmla="*/ 25804 h 435635"/>
                <a:gd name="connsiteX128" fmla="*/ 1247966 w 2915191"/>
                <a:gd name="connsiteY128" fmla="*/ 24780 h 435635"/>
                <a:gd name="connsiteX129" fmla="*/ 1257725 w 2915191"/>
                <a:gd name="connsiteY129" fmla="*/ 43566 h 435635"/>
                <a:gd name="connsiteX130" fmla="*/ 1267469 w 2915191"/>
                <a:gd name="connsiteY130" fmla="*/ 36085 h 435635"/>
                <a:gd name="connsiteX131" fmla="*/ 1277227 w 2915191"/>
                <a:gd name="connsiteY131" fmla="*/ 38043 h 435635"/>
                <a:gd name="connsiteX132" fmla="*/ 1286971 w 2915191"/>
                <a:gd name="connsiteY132" fmla="*/ 15787 h 435635"/>
                <a:gd name="connsiteX133" fmla="*/ 1296715 w 2915191"/>
                <a:gd name="connsiteY133" fmla="*/ 45744 h 435635"/>
                <a:gd name="connsiteX134" fmla="*/ 1306474 w 2915191"/>
                <a:gd name="connsiteY134" fmla="*/ 44448 h 435635"/>
                <a:gd name="connsiteX135" fmla="*/ 1316218 w 2915191"/>
                <a:gd name="connsiteY135" fmla="*/ 62635 h 435635"/>
                <a:gd name="connsiteX136" fmla="*/ 1325977 w 2915191"/>
                <a:gd name="connsiteY136" fmla="*/ 52681 h 435635"/>
                <a:gd name="connsiteX137" fmla="*/ 1335721 w 2915191"/>
                <a:gd name="connsiteY137" fmla="*/ 82820 h 435635"/>
                <a:gd name="connsiteX138" fmla="*/ 1345465 w 2915191"/>
                <a:gd name="connsiteY138" fmla="*/ 90236 h 435635"/>
                <a:gd name="connsiteX139" fmla="*/ 1355224 w 2915191"/>
                <a:gd name="connsiteY139" fmla="*/ 109446 h 435635"/>
                <a:gd name="connsiteX140" fmla="*/ 1364967 w 2915191"/>
                <a:gd name="connsiteY140" fmla="*/ 114058 h 435635"/>
                <a:gd name="connsiteX141" fmla="*/ 1374726 w 2915191"/>
                <a:gd name="connsiteY141" fmla="*/ 135828 h 435635"/>
                <a:gd name="connsiteX142" fmla="*/ 1384470 w 2915191"/>
                <a:gd name="connsiteY142" fmla="*/ 136509 h 435635"/>
                <a:gd name="connsiteX143" fmla="*/ 1394214 w 2915191"/>
                <a:gd name="connsiteY143" fmla="*/ 165386 h 435635"/>
                <a:gd name="connsiteX144" fmla="*/ 1403973 w 2915191"/>
                <a:gd name="connsiteY144" fmla="*/ 179165 h 435635"/>
                <a:gd name="connsiteX145" fmla="*/ 1413717 w 2915191"/>
                <a:gd name="connsiteY145" fmla="*/ 205607 h 435635"/>
                <a:gd name="connsiteX146" fmla="*/ 1423476 w 2915191"/>
                <a:gd name="connsiteY146" fmla="*/ 210885 h 435635"/>
                <a:gd name="connsiteX147" fmla="*/ 1433220 w 2915191"/>
                <a:gd name="connsiteY147" fmla="*/ 190698 h 435635"/>
                <a:gd name="connsiteX148" fmla="*/ 1442964 w 2915191"/>
                <a:gd name="connsiteY148" fmla="*/ 178682 h 435635"/>
                <a:gd name="connsiteX149" fmla="*/ 1452722 w 2915191"/>
                <a:gd name="connsiteY149" fmla="*/ 186362 h 435635"/>
                <a:gd name="connsiteX150" fmla="*/ 1462466 w 2915191"/>
                <a:gd name="connsiteY150" fmla="*/ 182808 h 435635"/>
                <a:gd name="connsiteX151" fmla="*/ 1472225 w 2915191"/>
                <a:gd name="connsiteY151" fmla="*/ 220259 h 435635"/>
                <a:gd name="connsiteX152" fmla="*/ 1481969 w 2915191"/>
                <a:gd name="connsiteY152" fmla="*/ 225542 h 435635"/>
                <a:gd name="connsiteX153" fmla="*/ 1491713 w 2915191"/>
                <a:gd name="connsiteY153" fmla="*/ 220219 h 435635"/>
                <a:gd name="connsiteX154" fmla="*/ 1501472 w 2915191"/>
                <a:gd name="connsiteY154" fmla="*/ 251425 h 435635"/>
                <a:gd name="connsiteX155" fmla="*/ 1511216 w 2915191"/>
                <a:gd name="connsiteY155" fmla="*/ 284060 h 435635"/>
                <a:gd name="connsiteX156" fmla="*/ 1520960 w 2915191"/>
                <a:gd name="connsiteY156" fmla="*/ 296654 h 435635"/>
                <a:gd name="connsiteX157" fmla="*/ 1530719 w 2915191"/>
                <a:gd name="connsiteY157" fmla="*/ 257904 h 435635"/>
                <a:gd name="connsiteX158" fmla="*/ 1540463 w 2915191"/>
                <a:gd name="connsiteY158" fmla="*/ 230010 h 435635"/>
                <a:gd name="connsiteX159" fmla="*/ 1550221 w 2915191"/>
                <a:gd name="connsiteY159" fmla="*/ 262277 h 435635"/>
                <a:gd name="connsiteX160" fmla="*/ 1559965 w 2915191"/>
                <a:gd name="connsiteY160" fmla="*/ 242366 h 435635"/>
                <a:gd name="connsiteX161" fmla="*/ 1569709 w 2915191"/>
                <a:gd name="connsiteY161" fmla="*/ 250203 h 435635"/>
                <a:gd name="connsiteX162" fmla="*/ 1579468 w 2915191"/>
                <a:gd name="connsiteY162" fmla="*/ 279886 h 435635"/>
                <a:gd name="connsiteX163" fmla="*/ 1589212 w 2915191"/>
                <a:gd name="connsiteY163" fmla="*/ 265883 h 435635"/>
                <a:gd name="connsiteX164" fmla="*/ 1598971 w 2915191"/>
                <a:gd name="connsiteY164" fmla="*/ 279579 h 435635"/>
                <a:gd name="connsiteX165" fmla="*/ 1608715 w 2915191"/>
                <a:gd name="connsiteY165" fmla="*/ 260132 h 435635"/>
                <a:gd name="connsiteX166" fmla="*/ 1618459 w 2915191"/>
                <a:gd name="connsiteY166" fmla="*/ 249060 h 435635"/>
                <a:gd name="connsiteX167" fmla="*/ 1628218 w 2915191"/>
                <a:gd name="connsiteY167" fmla="*/ 253826 h 435635"/>
                <a:gd name="connsiteX168" fmla="*/ 1637962 w 2915191"/>
                <a:gd name="connsiteY168" fmla="*/ 224397 h 435635"/>
                <a:gd name="connsiteX169" fmla="*/ 1647720 w 2915191"/>
                <a:gd name="connsiteY169" fmla="*/ 243344 h 435635"/>
                <a:gd name="connsiteX170" fmla="*/ 1657464 w 2915191"/>
                <a:gd name="connsiteY170" fmla="*/ 253166 h 435635"/>
                <a:gd name="connsiteX171" fmla="*/ 1667208 w 2915191"/>
                <a:gd name="connsiteY171" fmla="*/ 252206 h 435635"/>
                <a:gd name="connsiteX172" fmla="*/ 1676967 w 2915191"/>
                <a:gd name="connsiteY172" fmla="*/ 263250 h 435635"/>
                <a:gd name="connsiteX173" fmla="*/ 1686711 w 2915191"/>
                <a:gd name="connsiteY173" fmla="*/ 256023 h 435635"/>
                <a:gd name="connsiteX174" fmla="*/ 1696470 w 2915191"/>
                <a:gd name="connsiteY174" fmla="*/ 260910 h 435635"/>
                <a:gd name="connsiteX175" fmla="*/ 1706214 w 2915191"/>
                <a:gd name="connsiteY175" fmla="*/ 258600 h 435635"/>
                <a:gd name="connsiteX176" fmla="*/ 1715958 w 2915191"/>
                <a:gd name="connsiteY176" fmla="*/ 261573 h 435635"/>
                <a:gd name="connsiteX177" fmla="*/ 1725716 w 2915191"/>
                <a:gd name="connsiteY177" fmla="*/ 276988 h 435635"/>
                <a:gd name="connsiteX178" fmla="*/ 1735460 w 2915191"/>
                <a:gd name="connsiteY178" fmla="*/ 310322 h 435635"/>
                <a:gd name="connsiteX179" fmla="*/ 1745219 w 2915191"/>
                <a:gd name="connsiteY179" fmla="*/ 331991 h 435635"/>
                <a:gd name="connsiteX180" fmla="*/ 1754963 w 2915191"/>
                <a:gd name="connsiteY180" fmla="*/ 317523 h 435635"/>
                <a:gd name="connsiteX181" fmla="*/ 1764707 w 2915191"/>
                <a:gd name="connsiteY181" fmla="*/ 322933 h 435635"/>
                <a:gd name="connsiteX182" fmla="*/ 1774466 w 2915191"/>
                <a:gd name="connsiteY182" fmla="*/ 332155 h 435635"/>
                <a:gd name="connsiteX183" fmla="*/ 1784210 w 2915191"/>
                <a:gd name="connsiteY183" fmla="*/ 288778 h 435635"/>
                <a:gd name="connsiteX184" fmla="*/ 1793969 w 2915191"/>
                <a:gd name="connsiteY184" fmla="*/ 282123 h 435635"/>
                <a:gd name="connsiteX185" fmla="*/ 1803713 w 2915191"/>
                <a:gd name="connsiteY185" fmla="*/ 283303 h 435635"/>
                <a:gd name="connsiteX186" fmla="*/ 1813457 w 2915191"/>
                <a:gd name="connsiteY186" fmla="*/ 303153 h 435635"/>
                <a:gd name="connsiteX187" fmla="*/ 1823215 w 2915191"/>
                <a:gd name="connsiteY187" fmla="*/ 344743 h 435635"/>
                <a:gd name="connsiteX188" fmla="*/ 1832959 w 2915191"/>
                <a:gd name="connsiteY188" fmla="*/ 361715 h 435635"/>
                <a:gd name="connsiteX189" fmla="*/ 1842703 w 2915191"/>
                <a:gd name="connsiteY189" fmla="*/ 380176 h 435635"/>
                <a:gd name="connsiteX190" fmla="*/ 1852462 w 2915191"/>
                <a:gd name="connsiteY190" fmla="*/ 365523 h 435635"/>
                <a:gd name="connsiteX191" fmla="*/ 1862206 w 2915191"/>
                <a:gd name="connsiteY191" fmla="*/ 363434 h 435635"/>
                <a:gd name="connsiteX192" fmla="*/ 1871965 w 2915191"/>
                <a:gd name="connsiteY192" fmla="*/ 366213 h 435635"/>
                <a:gd name="connsiteX193" fmla="*/ 1881709 w 2915191"/>
                <a:gd name="connsiteY193" fmla="*/ 348048 h 435635"/>
                <a:gd name="connsiteX194" fmla="*/ 1891453 w 2915191"/>
                <a:gd name="connsiteY194" fmla="*/ 300909 h 435635"/>
                <a:gd name="connsiteX195" fmla="*/ 1901212 w 2915191"/>
                <a:gd name="connsiteY195" fmla="*/ 329817 h 435635"/>
                <a:gd name="connsiteX196" fmla="*/ 1910956 w 2915191"/>
                <a:gd name="connsiteY196" fmla="*/ 294218 h 435635"/>
                <a:gd name="connsiteX197" fmla="*/ 1920714 w 2915191"/>
                <a:gd name="connsiteY197" fmla="*/ 297294 h 435635"/>
                <a:gd name="connsiteX198" fmla="*/ 1930458 w 2915191"/>
                <a:gd name="connsiteY198" fmla="*/ 305556 h 435635"/>
                <a:gd name="connsiteX199" fmla="*/ 1940202 w 2915191"/>
                <a:gd name="connsiteY199" fmla="*/ 348994 h 435635"/>
                <a:gd name="connsiteX200" fmla="*/ 1949961 w 2915191"/>
                <a:gd name="connsiteY200" fmla="*/ 357242 h 435635"/>
                <a:gd name="connsiteX201" fmla="*/ 1959705 w 2915191"/>
                <a:gd name="connsiteY201" fmla="*/ 378778 h 435635"/>
                <a:gd name="connsiteX202" fmla="*/ 1969464 w 2915191"/>
                <a:gd name="connsiteY202" fmla="*/ 355154 h 435635"/>
                <a:gd name="connsiteX203" fmla="*/ 1979208 w 2915191"/>
                <a:gd name="connsiteY203" fmla="*/ 354807 h 435635"/>
                <a:gd name="connsiteX204" fmla="*/ 1988952 w 2915191"/>
                <a:gd name="connsiteY204" fmla="*/ 331821 h 435635"/>
                <a:gd name="connsiteX205" fmla="*/ 1998711 w 2915191"/>
                <a:gd name="connsiteY205" fmla="*/ 307473 h 435635"/>
                <a:gd name="connsiteX206" fmla="*/ 2008454 w 2915191"/>
                <a:gd name="connsiteY206" fmla="*/ 337431 h 435635"/>
                <a:gd name="connsiteX207" fmla="*/ 2018213 w 2915191"/>
                <a:gd name="connsiteY207" fmla="*/ 331419 h 435635"/>
                <a:gd name="connsiteX208" fmla="*/ 2027957 w 2915191"/>
                <a:gd name="connsiteY208" fmla="*/ 325452 h 435635"/>
                <a:gd name="connsiteX209" fmla="*/ 2037701 w 2915191"/>
                <a:gd name="connsiteY209" fmla="*/ 296448 h 435635"/>
                <a:gd name="connsiteX210" fmla="*/ 2047460 w 2915191"/>
                <a:gd name="connsiteY210" fmla="*/ 268003 h 435635"/>
                <a:gd name="connsiteX211" fmla="*/ 2057204 w 2915191"/>
                <a:gd name="connsiteY211" fmla="*/ 294434 h 435635"/>
                <a:gd name="connsiteX212" fmla="*/ 2066963 w 2915191"/>
                <a:gd name="connsiteY212" fmla="*/ 325009 h 435635"/>
                <a:gd name="connsiteX213" fmla="*/ 2076707 w 2915191"/>
                <a:gd name="connsiteY213" fmla="*/ 351726 h 435635"/>
                <a:gd name="connsiteX214" fmla="*/ 2086451 w 2915191"/>
                <a:gd name="connsiteY214" fmla="*/ 352012 h 435635"/>
                <a:gd name="connsiteX215" fmla="*/ 2096210 w 2915191"/>
                <a:gd name="connsiteY215" fmla="*/ 368844 h 435635"/>
                <a:gd name="connsiteX216" fmla="*/ 2105954 w 2915191"/>
                <a:gd name="connsiteY216" fmla="*/ 372488 h 435635"/>
                <a:gd name="connsiteX217" fmla="*/ 2115697 w 2915191"/>
                <a:gd name="connsiteY217" fmla="*/ 425822 h 435635"/>
                <a:gd name="connsiteX218" fmla="*/ 2125456 w 2915191"/>
                <a:gd name="connsiteY218" fmla="*/ 423365 h 435635"/>
                <a:gd name="connsiteX219" fmla="*/ 2135200 w 2915191"/>
                <a:gd name="connsiteY219" fmla="*/ 423258 h 435635"/>
                <a:gd name="connsiteX220" fmla="*/ 2144959 w 2915191"/>
                <a:gd name="connsiteY220" fmla="*/ 406420 h 435635"/>
                <a:gd name="connsiteX221" fmla="*/ 2154703 w 2915191"/>
                <a:gd name="connsiteY221" fmla="*/ 400467 h 435635"/>
                <a:gd name="connsiteX222" fmla="*/ 2164447 w 2915191"/>
                <a:gd name="connsiteY222" fmla="*/ 397038 h 435635"/>
                <a:gd name="connsiteX223" fmla="*/ 2174206 w 2915191"/>
                <a:gd name="connsiteY223" fmla="*/ 435636 h 435635"/>
                <a:gd name="connsiteX224" fmla="*/ 2183950 w 2915191"/>
                <a:gd name="connsiteY224" fmla="*/ 400440 h 435635"/>
                <a:gd name="connsiteX225" fmla="*/ 2193709 w 2915191"/>
                <a:gd name="connsiteY225" fmla="*/ 382141 h 435635"/>
                <a:gd name="connsiteX226" fmla="*/ 2203452 w 2915191"/>
                <a:gd name="connsiteY226" fmla="*/ 385569 h 435635"/>
                <a:gd name="connsiteX227" fmla="*/ 2213196 w 2915191"/>
                <a:gd name="connsiteY227" fmla="*/ 359124 h 435635"/>
                <a:gd name="connsiteX228" fmla="*/ 2222955 w 2915191"/>
                <a:gd name="connsiteY228" fmla="*/ 338825 h 435635"/>
                <a:gd name="connsiteX229" fmla="*/ 2232699 w 2915191"/>
                <a:gd name="connsiteY229" fmla="*/ 337749 h 435635"/>
                <a:gd name="connsiteX230" fmla="*/ 2242458 w 2915191"/>
                <a:gd name="connsiteY230" fmla="*/ 317685 h 435635"/>
                <a:gd name="connsiteX231" fmla="*/ 2252202 w 2915191"/>
                <a:gd name="connsiteY231" fmla="*/ 295596 h 435635"/>
                <a:gd name="connsiteX232" fmla="*/ 2261946 w 2915191"/>
                <a:gd name="connsiteY232" fmla="*/ 320470 h 435635"/>
                <a:gd name="connsiteX233" fmla="*/ 2271705 w 2915191"/>
                <a:gd name="connsiteY233" fmla="*/ 273082 h 435635"/>
                <a:gd name="connsiteX234" fmla="*/ 2281449 w 2915191"/>
                <a:gd name="connsiteY234" fmla="*/ 308242 h 435635"/>
                <a:gd name="connsiteX235" fmla="*/ 2291208 w 2915191"/>
                <a:gd name="connsiteY235" fmla="*/ 331045 h 435635"/>
                <a:gd name="connsiteX236" fmla="*/ 2300951 w 2915191"/>
                <a:gd name="connsiteY236" fmla="*/ 291540 h 435635"/>
                <a:gd name="connsiteX237" fmla="*/ 2310695 w 2915191"/>
                <a:gd name="connsiteY237" fmla="*/ 298236 h 435635"/>
                <a:gd name="connsiteX238" fmla="*/ 2320454 w 2915191"/>
                <a:gd name="connsiteY238" fmla="*/ 297671 h 435635"/>
                <a:gd name="connsiteX239" fmla="*/ 2330198 w 2915191"/>
                <a:gd name="connsiteY239" fmla="*/ 288351 h 435635"/>
                <a:gd name="connsiteX240" fmla="*/ 2339957 w 2915191"/>
                <a:gd name="connsiteY240" fmla="*/ 270409 h 435635"/>
                <a:gd name="connsiteX241" fmla="*/ 2349701 w 2915191"/>
                <a:gd name="connsiteY241" fmla="*/ 252588 h 435635"/>
                <a:gd name="connsiteX242" fmla="*/ 2359445 w 2915191"/>
                <a:gd name="connsiteY242" fmla="*/ 286484 h 435635"/>
                <a:gd name="connsiteX243" fmla="*/ 2369204 w 2915191"/>
                <a:gd name="connsiteY243" fmla="*/ 308592 h 435635"/>
                <a:gd name="connsiteX244" fmla="*/ 2378948 w 2915191"/>
                <a:gd name="connsiteY244" fmla="*/ 299410 h 435635"/>
                <a:gd name="connsiteX245" fmla="*/ 2388692 w 2915191"/>
                <a:gd name="connsiteY245" fmla="*/ 296245 h 435635"/>
                <a:gd name="connsiteX246" fmla="*/ 2398450 w 2915191"/>
                <a:gd name="connsiteY246" fmla="*/ 285512 h 435635"/>
                <a:gd name="connsiteX247" fmla="*/ 2408194 w 2915191"/>
                <a:gd name="connsiteY247" fmla="*/ 291774 h 435635"/>
                <a:gd name="connsiteX248" fmla="*/ 2417953 w 2915191"/>
                <a:gd name="connsiteY248" fmla="*/ 264683 h 435635"/>
                <a:gd name="connsiteX249" fmla="*/ 2427697 w 2915191"/>
                <a:gd name="connsiteY249" fmla="*/ 271890 h 435635"/>
                <a:gd name="connsiteX250" fmla="*/ 2437441 w 2915191"/>
                <a:gd name="connsiteY250" fmla="*/ 247831 h 435635"/>
                <a:gd name="connsiteX251" fmla="*/ 2447200 w 2915191"/>
                <a:gd name="connsiteY251" fmla="*/ 242478 h 435635"/>
                <a:gd name="connsiteX252" fmla="*/ 2456944 w 2915191"/>
                <a:gd name="connsiteY252" fmla="*/ 254098 h 435635"/>
                <a:gd name="connsiteX253" fmla="*/ 2466703 w 2915191"/>
                <a:gd name="connsiteY253" fmla="*/ 287695 h 435635"/>
                <a:gd name="connsiteX254" fmla="*/ 2476446 w 2915191"/>
                <a:gd name="connsiteY254" fmla="*/ 293377 h 435635"/>
                <a:gd name="connsiteX255" fmla="*/ 2486190 w 2915191"/>
                <a:gd name="connsiteY255" fmla="*/ 339400 h 435635"/>
                <a:gd name="connsiteX256" fmla="*/ 2495949 w 2915191"/>
                <a:gd name="connsiteY256" fmla="*/ 391073 h 435635"/>
                <a:gd name="connsiteX257" fmla="*/ 2505693 w 2915191"/>
                <a:gd name="connsiteY257" fmla="*/ 367921 h 435635"/>
                <a:gd name="connsiteX258" fmla="*/ 2515452 w 2915191"/>
                <a:gd name="connsiteY258" fmla="*/ 356881 h 435635"/>
                <a:gd name="connsiteX259" fmla="*/ 2525196 w 2915191"/>
                <a:gd name="connsiteY259" fmla="*/ 313078 h 435635"/>
                <a:gd name="connsiteX260" fmla="*/ 2534940 w 2915191"/>
                <a:gd name="connsiteY260" fmla="*/ 313309 h 435635"/>
                <a:gd name="connsiteX261" fmla="*/ 2544699 w 2915191"/>
                <a:gd name="connsiteY261" fmla="*/ 318220 h 435635"/>
                <a:gd name="connsiteX262" fmla="*/ 2554443 w 2915191"/>
                <a:gd name="connsiteY262" fmla="*/ 300417 h 435635"/>
                <a:gd name="connsiteX263" fmla="*/ 2564202 w 2915191"/>
                <a:gd name="connsiteY263" fmla="*/ 277316 h 435635"/>
                <a:gd name="connsiteX264" fmla="*/ 2573946 w 2915191"/>
                <a:gd name="connsiteY264" fmla="*/ 279264 h 435635"/>
                <a:gd name="connsiteX265" fmla="*/ 2583690 w 2915191"/>
                <a:gd name="connsiteY265" fmla="*/ 264053 h 435635"/>
                <a:gd name="connsiteX266" fmla="*/ 2593448 w 2915191"/>
                <a:gd name="connsiteY266" fmla="*/ 268058 h 435635"/>
                <a:gd name="connsiteX267" fmla="*/ 2603192 w 2915191"/>
                <a:gd name="connsiteY267" fmla="*/ 248798 h 435635"/>
                <a:gd name="connsiteX268" fmla="*/ 2612951 w 2915191"/>
                <a:gd name="connsiteY268" fmla="*/ 255123 h 435635"/>
                <a:gd name="connsiteX269" fmla="*/ 2622695 w 2915191"/>
                <a:gd name="connsiteY269" fmla="*/ 226990 h 435635"/>
                <a:gd name="connsiteX270" fmla="*/ 2632439 w 2915191"/>
                <a:gd name="connsiteY270" fmla="*/ 218954 h 435635"/>
                <a:gd name="connsiteX271" fmla="*/ 2642198 w 2915191"/>
                <a:gd name="connsiteY271" fmla="*/ 160687 h 435635"/>
                <a:gd name="connsiteX272" fmla="*/ 2651942 w 2915191"/>
                <a:gd name="connsiteY272" fmla="*/ 174460 h 435635"/>
                <a:gd name="connsiteX273" fmla="*/ 2661685 w 2915191"/>
                <a:gd name="connsiteY273" fmla="*/ 136002 h 435635"/>
                <a:gd name="connsiteX274" fmla="*/ 2671444 w 2915191"/>
                <a:gd name="connsiteY274" fmla="*/ 110480 h 435635"/>
                <a:gd name="connsiteX275" fmla="*/ 2681188 w 2915191"/>
                <a:gd name="connsiteY275" fmla="*/ 107399 h 435635"/>
                <a:gd name="connsiteX276" fmla="*/ 2690947 w 2915191"/>
                <a:gd name="connsiteY276" fmla="*/ 140387 h 435635"/>
                <a:gd name="connsiteX277" fmla="*/ 2700691 w 2915191"/>
                <a:gd name="connsiteY277" fmla="*/ 195822 h 435635"/>
                <a:gd name="connsiteX278" fmla="*/ 2710435 w 2915191"/>
                <a:gd name="connsiteY278" fmla="*/ 229718 h 435635"/>
                <a:gd name="connsiteX279" fmla="*/ 2720194 w 2915191"/>
                <a:gd name="connsiteY279" fmla="*/ 231934 h 435635"/>
                <a:gd name="connsiteX280" fmla="*/ 2729938 w 2915191"/>
                <a:gd name="connsiteY280" fmla="*/ 234394 h 435635"/>
                <a:gd name="connsiteX281" fmla="*/ 2739697 w 2915191"/>
                <a:gd name="connsiteY281" fmla="*/ 217997 h 435635"/>
                <a:gd name="connsiteX282" fmla="*/ 2749441 w 2915191"/>
                <a:gd name="connsiteY282" fmla="*/ 163901 h 435635"/>
                <a:gd name="connsiteX283" fmla="*/ 2759185 w 2915191"/>
                <a:gd name="connsiteY283" fmla="*/ 167344 h 435635"/>
                <a:gd name="connsiteX284" fmla="*/ 2768943 w 2915191"/>
                <a:gd name="connsiteY284" fmla="*/ 188325 h 435635"/>
                <a:gd name="connsiteX285" fmla="*/ 2778687 w 2915191"/>
                <a:gd name="connsiteY285" fmla="*/ 193296 h 435635"/>
                <a:gd name="connsiteX286" fmla="*/ 2788446 w 2915191"/>
                <a:gd name="connsiteY286" fmla="*/ 199378 h 435635"/>
                <a:gd name="connsiteX287" fmla="*/ 2798190 w 2915191"/>
                <a:gd name="connsiteY287" fmla="*/ 272918 h 435635"/>
                <a:gd name="connsiteX288" fmla="*/ 2807934 w 2915191"/>
                <a:gd name="connsiteY288" fmla="*/ 240151 h 435635"/>
                <a:gd name="connsiteX289" fmla="*/ 2817693 w 2915191"/>
                <a:gd name="connsiteY289" fmla="*/ 251531 h 435635"/>
                <a:gd name="connsiteX290" fmla="*/ 2827437 w 2915191"/>
                <a:gd name="connsiteY290" fmla="*/ 241448 h 435635"/>
                <a:gd name="connsiteX291" fmla="*/ 2837196 w 2915191"/>
                <a:gd name="connsiteY291" fmla="*/ 262396 h 435635"/>
                <a:gd name="connsiteX292" fmla="*/ 2846940 w 2915191"/>
                <a:gd name="connsiteY292" fmla="*/ 228851 h 435635"/>
                <a:gd name="connsiteX293" fmla="*/ 2856684 w 2915191"/>
                <a:gd name="connsiteY293" fmla="*/ 251146 h 435635"/>
                <a:gd name="connsiteX294" fmla="*/ 2866442 w 2915191"/>
                <a:gd name="connsiteY294" fmla="*/ 287409 h 435635"/>
                <a:gd name="connsiteX295" fmla="*/ 2876186 w 2915191"/>
                <a:gd name="connsiteY295" fmla="*/ 239306 h 435635"/>
                <a:gd name="connsiteX296" fmla="*/ 2885945 w 2915191"/>
                <a:gd name="connsiteY296" fmla="*/ 270561 h 435635"/>
                <a:gd name="connsiteX297" fmla="*/ 2895689 w 2915191"/>
                <a:gd name="connsiteY297" fmla="*/ 264740 h 435635"/>
                <a:gd name="connsiteX298" fmla="*/ 2905433 w 2915191"/>
                <a:gd name="connsiteY298" fmla="*/ 202458 h 435635"/>
                <a:gd name="connsiteX299" fmla="*/ 2915192 w 2915191"/>
                <a:gd name="connsiteY299" fmla="*/ 169439 h 435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35635">
                  <a:moveTo>
                    <a:pt x="0" y="208009"/>
                  </a:moveTo>
                  <a:lnTo>
                    <a:pt x="9750" y="207775"/>
                  </a:lnTo>
                  <a:lnTo>
                    <a:pt x="19500" y="173497"/>
                  </a:lnTo>
                  <a:lnTo>
                    <a:pt x="29250" y="197546"/>
                  </a:lnTo>
                  <a:lnTo>
                    <a:pt x="39000" y="179054"/>
                  </a:lnTo>
                  <a:lnTo>
                    <a:pt x="48749" y="178284"/>
                  </a:lnTo>
                  <a:lnTo>
                    <a:pt x="58499" y="185579"/>
                  </a:lnTo>
                  <a:lnTo>
                    <a:pt x="68249" y="167038"/>
                  </a:lnTo>
                  <a:lnTo>
                    <a:pt x="77998" y="158460"/>
                  </a:lnTo>
                  <a:lnTo>
                    <a:pt x="87748" y="167114"/>
                  </a:lnTo>
                  <a:lnTo>
                    <a:pt x="97497" y="135937"/>
                  </a:lnTo>
                  <a:lnTo>
                    <a:pt x="107247" y="131942"/>
                  </a:lnTo>
                  <a:lnTo>
                    <a:pt x="116997" y="174206"/>
                  </a:lnTo>
                  <a:lnTo>
                    <a:pt x="126747" y="174959"/>
                  </a:lnTo>
                  <a:lnTo>
                    <a:pt x="136497" y="159105"/>
                  </a:lnTo>
                  <a:lnTo>
                    <a:pt x="146247" y="131431"/>
                  </a:lnTo>
                  <a:lnTo>
                    <a:pt x="155997" y="139834"/>
                  </a:lnTo>
                  <a:lnTo>
                    <a:pt x="165747" y="137227"/>
                  </a:lnTo>
                  <a:lnTo>
                    <a:pt x="175497" y="138325"/>
                  </a:lnTo>
                  <a:lnTo>
                    <a:pt x="185247" y="144775"/>
                  </a:lnTo>
                  <a:lnTo>
                    <a:pt x="194996" y="141153"/>
                  </a:lnTo>
                  <a:lnTo>
                    <a:pt x="204746" y="163013"/>
                  </a:lnTo>
                  <a:lnTo>
                    <a:pt x="214495" y="172222"/>
                  </a:lnTo>
                  <a:lnTo>
                    <a:pt x="224245" y="170076"/>
                  </a:lnTo>
                  <a:lnTo>
                    <a:pt x="233995" y="214656"/>
                  </a:lnTo>
                  <a:lnTo>
                    <a:pt x="243744" y="262320"/>
                  </a:lnTo>
                  <a:lnTo>
                    <a:pt x="253494" y="269706"/>
                  </a:lnTo>
                  <a:lnTo>
                    <a:pt x="263244" y="232700"/>
                  </a:lnTo>
                  <a:lnTo>
                    <a:pt x="272994" y="224991"/>
                  </a:lnTo>
                  <a:lnTo>
                    <a:pt x="282744" y="205858"/>
                  </a:lnTo>
                  <a:lnTo>
                    <a:pt x="292494" y="207967"/>
                  </a:lnTo>
                  <a:lnTo>
                    <a:pt x="302244" y="226351"/>
                  </a:lnTo>
                  <a:lnTo>
                    <a:pt x="311994" y="211196"/>
                  </a:lnTo>
                  <a:lnTo>
                    <a:pt x="321744" y="239793"/>
                  </a:lnTo>
                  <a:lnTo>
                    <a:pt x="331493" y="215049"/>
                  </a:lnTo>
                  <a:lnTo>
                    <a:pt x="341243" y="220243"/>
                  </a:lnTo>
                  <a:lnTo>
                    <a:pt x="350993" y="213729"/>
                  </a:lnTo>
                  <a:lnTo>
                    <a:pt x="360742" y="226168"/>
                  </a:lnTo>
                  <a:lnTo>
                    <a:pt x="370492" y="203912"/>
                  </a:lnTo>
                  <a:lnTo>
                    <a:pt x="380241" y="181836"/>
                  </a:lnTo>
                  <a:lnTo>
                    <a:pt x="389991" y="193992"/>
                  </a:lnTo>
                  <a:lnTo>
                    <a:pt x="399741" y="199588"/>
                  </a:lnTo>
                  <a:lnTo>
                    <a:pt x="409491" y="217945"/>
                  </a:lnTo>
                  <a:lnTo>
                    <a:pt x="419241" y="215655"/>
                  </a:lnTo>
                  <a:lnTo>
                    <a:pt x="428991" y="262498"/>
                  </a:lnTo>
                  <a:lnTo>
                    <a:pt x="438741" y="256733"/>
                  </a:lnTo>
                  <a:lnTo>
                    <a:pt x="448491" y="219644"/>
                  </a:lnTo>
                  <a:lnTo>
                    <a:pt x="458241" y="237757"/>
                  </a:lnTo>
                  <a:lnTo>
                    <a:pt x="467991" y="258901"/>
                  </a:lnTo>
                  <a:lnTo>
                    <a:pt x="477740" y="230574"/>
                  </a:lnTo>
                  <a:lnTo>
                    <a:pt x="487490" y="253868"/>
                  </a:lnTo>
                  <a:lnTo>
                    <a:pt x="497239" y="254542"/>
                  </a:lnTo>
                  <a:lnTo>
                    <a:pt x="506989" y="272437"/>
                  </a:lnTo>
                  <a:lnTo>
                    <a:pt x="516738" y="207531"/>
                  </a:lnTo>
                  <a:lnTo>
                    <a:pt x="526488" y="213449"/>
                  </a:lnTo>
                  <a:lnTo>
                    <a:pt x="536238" y="194254"/>
                  </a:lnTo>
                  <a:lnTo>
                    <a:pt x="545988" y="216131"/>
                  </a:lnTo>
                  <a:lnTo>
                    <a:pt x="555738" y="234836"/>
                  </a:lnTo>
                  <a:lnTo>
                    <a:pt x="565488" y="247432"/>
                  </a:lnTo>
                  <a:lnTo>
                    <a:pt x="575238" y="223151"/>
                  </a:lnTo>
                  <a:lnTo>
                    <a:pt x="584988" y="234827"/>
                  </a:lnTo>
                  <a:lnTo>
                    <a:pt x="594738" y="240687"/>
                  </a:lnTo>
                  <a:lnTo>
                    <a:pt x="604488" y="224400"/>
                  </a:lnTo>
                  <a:lnTo>
                    <a:pt x="614237" y="227811"/>
                  </a:lnTo>
                  <a:lnTo>
                    <a:pt x="623987" y="206975"/>
                  </a:lnTo>
                  <a:lnTo>
                    <a:pt x="633736" y="233407"/>
                  </a:lnTo>
                  <a:lnTo>
                    <a:pt x="643486" y="244503"/>
                  </a:lnTo>
                  <a:lnTo>
                    <a:pt x="653236" y="217676"/>
                  </a:lnTo>
                  <a:lnTo>
                    <a:pt x="662985" y="197102"/>
                  </a:lnTo>
                  <a:lnTo>
                    <a:pt x="672735" y="172478"/>
                  </a:lnTo>
                  <a:lnTo>
                    <a:pt x="682485" y="193004"/>
                  </a:lnTo>
                  <a:lnTo>
                    <a:pt x="692235" y="174720"/>
                  </a:lnTo>
                  <a:lnTo>
                    <a:pt x="701985" y="158820"/>
                  </a:lnTo>
                  <a:lnTo>
                    <a:pt x="711735" y="181635"/>
                  </a:lnTo>
                  <a:lnTo>
                    <a:pt x="721485" y="189099"/>
                  </a:lnTo>
                  <a:lnTo>
                    <a:pt x="731235" y="216454"/>
                  </a:lnTo>
                  <a:lnTo>
                    <a:pt x="740985" y="241174"/>
                  </a:lnTo>
                  <a:lnTo>
                    <a:pt x="750734" y="271503"/>
                  </a:lnTo>
                  <a:lnTo>
                    <a:pt x="760484" y="285770"/>
                  </a:lnTo>
                  <a:lnTo>
                    <a:pt x="770233" y="301856"/>
                  </a:lnTo>
                  <a:lnTo>
                    <a:pt x="779983" y="317949"/>
                  </a:lnTo>
                  <a:lnTo>
                    <a:pt x="789733" y="349538"/>
                  </a:lnTo>
                  <a:lnTo>
                    <a:pt x="799482" y="331496"/>
                  </a:lnTo>
                  <a:lnTo>
                    <a:pt x="809232" y="327456"/>
                  </a:lnTo>
                  <a:lnTo>
                    <a:pt x="818982" y="332268"/>
                  </a:lnTo>
                  <a:lnTo>
                    <a:pt x="828732" y="325787"/>
                  </a:lnTo>
                  <a:lnTo>
                    <a:pt x="838482" y="346632"/>
                  </a:lnTo>
                  <a:lnTo>
                    <a:pt x="848232" y="329451"/>
                  </a:lnTo>
                  <a:lnTo>
                    <a:pt x="857982" y="297998"/>
                  </a:lnTo>
                  <a:lnTo>
                    <a:pt x="867732" y="277100"/>
                  </a:lnTo>
                  <a:lnTo>
                    <a:pt x="877482" y="286616"/>
                  </a:lnTo>
                  <a:lnTo>
                    <a:pt x="887231" y="271406"/>
                  </a:lnTo>
                  <a:lnTo>
                    <a:pt x="896981" y="259756"/>
                  </a:lnTo>
                  <a:lnTo>
                    <a:pt x="906730" y="309599"/>
                  </a:lnTo>
                  <a:lnTo>
                    <a:pt x="916480" y="289791"/>
                  </a:lnTo>
                  <a:lnTo>
                    <a:pt x="926230" y="280767"/>
                  </a:lnTo>
                  <a:lnTo>
                    <a:pt x="935979" y="304002"/>
                  </a:lnTo>
                  <a:lnTo>
                    <a:pt x="945729" y="305952"/>
                  </a:lnTo>
                  <a:lnTo>
                    <a:pt x="955479" y="277671"/>
                  </a:lnTo>
                  <a:lnTo>
                    <a:pt x="965229" y="247897"/>
                  </a:lnTo>
                  <a:lnTo>
                    <a:pt x="974979" y="217957"/>
                  </a:lnTo>
                  <a:lnTo>
                    <a:pt x="984729" y="223001"/>
                  </a:lnTo>
                  <a:lnTo>
                    <a:pt x="994474" y="204121"/>
                  </a:lnTo>
                  <a:lnTo>
                    <a:pt x="1004233" y="174181"/>
                  </a:lnTo>
                  <a:lnTo>
                    <a:pt x="1013977" y="167232"/>
                  </a:lnTo>
                  <a:lnTo>
                    <a:pt x="1023721" y="127654"/>
                  </a:lnTo>
                  <a:lnTo>
                    <a:pt x="1033480" y="87357"/>
                  </a:lnTo>
                  <a:lnTo>
                    <a:pt x="1043224" y="102068"/>
                  </a:lnTo>
                  <a:lnTo>
                    <a:pt x="1052983" y="120163"/>
                  </a:lnTo>
                  <a:lnTo>
                    <a:pt x="1062727" y="111036"/>
                  </a:lnTo>
                  <a:lnTo>
                    <a:pt x="1072471" y="95014"/>
                  </a:lnTo>
                  <a:lnTo>
                    <a:pt x="1082230" y="125558"/>
                  </a:lnTo>
                  <a:lnTo>
                    <a:pt x="1091973" y="121403"/>
                  </a:lnTo>
                  <a:lnTo>
                    <a:pt x="1101732" y="139012"/>
                  </a:lnTo>
                  <a:lnTo>
                    <a:pt x="1111476" y="106435"/>
                  </a:lnTo>
                  <a:lnTo>
                    <a:pt x="1121220" y="101204"/>
                  </a:lnTo>
                  <a:lnTo>
                    <a:pt x="1130979" y="104525"/>
                  </a:lnTo>
                  <a:lnTo>
                    <a:pt x="1140723" y="99264"/>
                  </a:lnTo>
                  <a:lnTo>
                    <a:pt x="1150482" y="78553"/>
                  </a:lnTo>
                  <a:lnTo>
                    <a:pt x="1160226" y="53586"/>
                  </a:lnTo>
                  <a:lnTo>
                    <a:pt x="1169969" y="23482"/>
                  </a:lnTo>
                  <a:lnTo>
                    <a:pt x="1179728" y="16594"/>
                  </a:lnTo>
                  <a:lnTo>
                    <a:pt x="1189472" y="31000"/>
                  </a:lnTo>
                  <a:lnTo>
                    <a:pt x="1199231" y="15756"/>
                  </a:lnTo>
                  <a:lnTo>
                    <a:pt x="1208975" y="12321"/>
                  </a:lnTo>
                  <a:lnTo>
                    <a:pt x="1218719" y="0"/>
                  </a:lnTo>
                  <a:lnTo>
                    <a:pt x="1228478" y="15881"/>
                  </a:lnTo>
                  <a:lnTo>
                    <a:pt x="1238222" y="25804"/>
                  </a:lnTo>
                  <a:lnTo>
                    <a:pt x="1247966" y="24780"/>
                  </a:lnTo>
                  <a:lnTo>
                    <a:pt x="1257725" y="43566"/>
                  </a:lnTo>
                  <a:lnTo>
                    <a:pt x="1267469" y="36085"/>
                  </a:lnTo>
                  <a:lnTo>
                    <a:pt x="1277227" y="38043"/>
                  </a:lnTo>
                  <a:lnTo>
                    <a:pt x="1286971" y="15787"/>
                  </a:lnTo>
                  <a:lnTo>
                    <a:pt x="1296715" y="45744"/>
                  </a:lnTo>
                  <a:lnTo>
                    <a:pt x="1306474" y="44448"/>
                  </a:lnTo>
                  <a:lnTo>
                    <a:pt x="1316218" y="62635"/>
                  </a:lnTo>
                  <a:lnTo>
                    <a:pt x="1325977" y="52681"/>
                  </a:lnTo>
                  <a:lnTo>
                    <a:pt x="1335721" y="82820"/>
                  </a:lnTo>
                  <a:lnTo>
                    <a:pt x="1345465" y="90236"/>
                  </a:lnTo>
                  <a:lnTo>
                    <a:pt x="1355224" y="109446"/>
                  </a:lnTo>
                  <a:lnTo>
                    <a:pt x="1364967" y="114058"/>
                  </a:lnTo>
                  <a:lnTo>
                    <a:pt x="1374726" y="135828"/>
                  </a:lnTo>
                  <a:lnTo>
                    <a:pt x="1384470" y="136509"/>
                  </a:lnTo>
                  <a:lnTo>
                    <a:pt x="1394214" y="165386"/>
                  </a:lnTo>
                  <a:lnTo>
                    <a:pt x="1403973" y="179165"/>
                  </a:lnTo>
                  <a:lnTo>
                    <a:pt x="1413717" y="205607"/>
                  </a:lnTo>
                  <a:lnTo>
                    <a:pt x="1423476" y="210885"/>
                  </a:lnTo>
                  <a:lnTo>
                    <a:pt x="1433220" y="190698"/>
                  </a:lnTo>
                  <a:lnTo>
                    <a:pt x="1442964" y="178682"/>
                  </a:lnTo>
                  <a:lnTo>
                    <a:pt x="1452722" y="186362"/>
                  </a:lnTo>
                  <a:lnTo>
                    <a:pt x="1462466" y="182808"/>
                  </a:lnTo>
                  <a:lnTo>
                    <a:pt x="1472225" y="220259"/>
                  </a:lnTo>
                  <a:lnTo>
                    <a:pt x="1481969" y="225542"/>
                  </a:lnTo>
                  <a:lnTo>
                    <a:pt x="1491713" y="220219"/>
                  </a:lnTo>
                  <a:lnTo>
                    <a:pt x="1501472" y="251425"/>
                  </a:lnTo>
                  <a:lnTo>
                    <a:pt x="1511216" y="284060"/>
                  </a:lnTo>
                  <a:lnTo>
                    <a:pt x="1520960" y="296654"/>
                  </a:lnTo>
                  <a:lnTo>
                    <a:pt x="1530719" y="257904"/>
                  </a:lnTo>
                  <a:lnTo>
                    <a:pt x="1540463" y="230010"/>
                  </a:lnTo>
                  <a:lnTo>
                    <a:pt x="1550221" y="262277"/>
                  </a:lnTo>
                  <a:lnTo>
                    <a:pt x="1559965" y="242366"/>
                  </a:lnTo>
                  <a:lnTo>
                    <a:pt x="1569709" y="250203"/>
                  </a:lnTo>
                  <a:lnTo>
                    <a:pt x="1579468" y="279886"/>
                  </a:lnTo>
                  <a:lnTo>
                    <a:pt x="1589212" y="265883"/>
                  </a:lnTo>
                  <a:lnTo>
                    <a:pt x="1598971" y="279579"/>
                  </a:lnTo>
                  <a:lnTo>
                    <a:pt x="1608715" y="260132"/>
                  </a:lnTo>
                  <a:lnTo>
                    <a:pt x="1618459" y="249060"/>
                  </a:lnTo>
                  <a:lnTo>
                    <a:pt x="1628218" y="253826"/>
                  </a:lnTo>
                  <a:lnTo>
                    <a:pt x="1637962" y="224397"/>
                  </a:lnTo>
                  <a:lnTo>
                    <a:pt x="1647720" y="243344"/>
                  </a:lnTo>
                  <a:lnTo>
                    <a:pt x="1657464" y="253166"/>
                  </a:lnTo>
                  <a:lnTo>
                    <a:pt x="1667208" y="252206"/>
                  </a:lnTo>
                  <a:lnTo>
                    <a:pt x="1676967" y="263250"/>
                  </a:lnTo>
                  <a:lnTo>
                    <a:pt x="1686711" y="256023"/>
                  </a:lnTo>
                  <a:lnTo>
                    <a:pt x="1696470" y="260910"/>
                  </a:lnTo>
                  <a:lnTo>
                    <a:pt x="1706214" y="258600"/>
                  </a:lnTo>
                  <a:lnTo>
                    <a:pt x="1715958" y="261573"/>
                  </a:lnTo>
                  <a:lnTo>
                    <a:pt x="1725716" y="276988"/>
                  </a:lnTo>
                  <a:lnTo>
                    <a:pt x="1735460" y="310322"/>
                  </a:lnTo>
                  <a:lnTo>
                    <a:pt x="1745219" y="331991"/>
                  </a:lnTo>
                  <a:lnTo>
                    <a:pt x="1754963" y="317523"/>
                  </a:lnTo>
                  <a:lnTo>
                    <a:pt x="1764707" y="322933"/>
                  </a:lnTo>
                  <a:lnTo>
                    <a:pt x="1774466" y="332155"/>
                  </a:lnTo>
                  <a:lnTo>
                    <a:pt x="1784210" y="288778"/>
                  </a:lnTo>
                  <a:lnTo>
                    <a:pt x="1793969" y="282123"/>
                  </a:lnTo>
                  <a:lnTo>
                    <a:pt x="1803713" y="283303"/>
                  </a:lnTo>
                  <a:lnTo>
                    <a:pt x="1813457" y="303153"/>
                  </a:lnTo>
                  <a:lnTo>
                    <a:pt x="1823215" y="344743"/>
                  </a:lnTo>
                  <a:lnTo>
                    <a:pt x="1832959" y="361715"/>
                  </a:lnTo>
                  <a:lnTo>
                    <a:pt x="1842703" y="380176"/>
                  </a:lnTo>
                  <a:lnTo>
                    <a:pt x="1852462" y="365523"/>
                  </a:lnTo>
                  <a:lnTo>
                    <a:pt x="1862206" y="363434"/>
                  </a:lnTo>
                  <a:lnTo>
                    <a:pt x="1871965" y="366213"/>
                  </a:lnTo>
                  <a:lnTo>
                    <a:pt x="1881709" y="348048"/>
                  </a:lnTo>
                  <a:lnTo>
                    <a:pt x="1891453" y="300909"/>
                  </a:lnTo>
                  <a:lnTo>
                    <a:pt x="1901212" y="329817"/>
                  </a:lnTo>
                  <a:lnTo>
                    <a:pt x="1910956" y="294218"/>
                  </a:lnTo>
                  <a:lnTo>
                    <a:pt x="1920714" y="297294"/>
                  </a:lnTo>
                  <a:lnTo>
                    <a:pt x="1930458" y="305556"/>
                  </a:lnTo>
                  <a:lnTo>
                    <a:pt x="1940202" y="348994"/>
                  </a:lnTo>
                  <a:lnTo>
                    <a:pt x="1949961" y="357242"/>
                  </a:lnTo>
                  <a:lnTo>
                    <a:pt x="1959705" y="378778"/>
                  </a:lnTo>
                  <a:lnTo>
                    <a:pt x="1969464" y="355154"/>
                  </a:lnTo>
                  <a:lnTo>
                    <a:pt x="1979208" y="354807"/>
                  </a:lnTo>
                  <a:lnTo>
                    <a:pt x="1988952" y="331821"/>
                  </a:lnTo>
                  <a:lnTo>
                    <a:pt x="1998711" y="307473"/>
                  </a:lnTo>
                  <a:lnTo>
                    <a:pt x="2008454" y="337431"/>
                  </a:lnTo>
                  <a:lnTo>
                    <a:pt x="2018213" y="331419"/>
                  </a:lnTo>
                  <a:lnTo>
                    <a:pt x="2027957" y="325452"/>
                  </a:lnTo>
                  <a:lnTo>
                    <a:pt x="2037701" y="296448"/>
                  </a:lnTo>
                  <a:lnTo>
                    <a:pt x="2047460" y="268003"/>
                  </a:lnTo>
                  <a:lnTo>
                    <a:pt x="2057204" y="294434"/>
                  </a:lnTo>
                  <a:lnTo>
                    <a:pt x="2066963" y="325009"/>
                  </a:lnTo>
                  <a:lnTo>
                    <a:pt x="2076707" y="351726"/>
                  </a:lnTo>
                  <a:lnTo>
                    <a:pt x="2086451" y="352012"/>
                  </a:lnTo>
                  <a:lnTo>
                    <a:pt x="2096210" y="368844"/>
                  </a:lnTo>
                  <a:lnTo>
                    <a:pt x="2105954" y="372488"/>
                  </a:lnTo>
                  <a:lnTo>
                    <a:pt x="2115697" y="425822"/>
                  </a:lnTo>
                  <a:lnTo>
                    <a:pt x="2125456" y="423365"/>
                  </a:lnTo>
                  <a:lnTo>
                    <a:pt x="2135200" y="423258"/>
                  </a:lnTo>
                  <a:lnTo>
                    <a:pt x="2144959" y="406420"/>
                  </a:lnTo>
                  <a:lnTo>
                    <a:pt x="2154703" y="400467"/>
                  </a:lnTo>
                  <a:lnTo>
                    <a:pt x="2164447" y="397038"/>
                  </a:lnTo>
                  <a:lnTo>
                    <a:pt x="2174206" y="435636"/>
                  </a:lnTo>
                  <a:lnTo>
                    <a:pt x="2183950" y="400440"/>
                  </a:lnTo>
                  <a:lnTo>
                    <a:pt x="2193709" y="382141"/>
                  </a:lnTo>
                  <a:lnTo>
                    <a:pt x="2203452" y="385569"/>
                  </a:lnTo>
                  <a:lnTo>
                    <a:pt x="2213196" y="359124"/>
                  </a:lnTo>
                  <a:lnTo>
                    <a:pt x="2222955" y="338825"/>
                  </a:lnTo>
                  <a:lnTo>
                    <a:pt x="2232699" y="337749"/>
                  </a:lnTo>
                  <a:lnTo>
                    <a:pt x="2242458" y="317685"/>
                  </a:lnTo>
                  <a:lnTo>
                    <a:pt x="2252202" y="295596"/>
                  </a:lnTo>
                  <a:lnTo>
                    <a:pt x="2261946" y="320470"/>
                  </a:lnTo>
                  <a:lnTo>
                    <a:pt x="2271705" y="273082"/>
                  </a:lnTo>
                  <a:lnTo>
                    <a:pt x="2281449" y="308242"/>
                  </a:lnTo>
                  <a:lnTo>
                    <a:pt x="2291208" y="331045"/>
                  </a:lnTo>
                  <a:lnTo>
                    <a:pt x="2300951" y="291540"/>
                  </a:lnTo>
                  <a:lnTo>
                    <a:pt x="2310695" y="298236"/>
                  </a:lnTo>
                  <a:lnTo>
                    <a:pt x="2320454" y="297671"/>
                  </a:lnTo>
                  <a:lnTo>
                    <a:pt x="2330198" y="288351"/>
                  </a:lnTo>
                  <a:lnTo>
                    <a:pt x="2339957" y="270409"/>
                  </a:lnTo>
                  <a:lnTo>
                    <a:pt x="2349701" y="252588"/>
                  </a:lnTo>
                  <a:lnTo>
                    <a:pt x="2359445" y="286484"/>
                  </a:lnTo>
                  <a:lnTo>
                    <a:pt x="2369204" y="308592"/>
                  </a:lnTo>
                  <a:lnTo>
                    <a:pt x="2378948" y="299410"/>
                  </a:lnTo>
                  <a:lnTo>
                    <a:pt x="2388692" y="296245"/>
                  </a:lnTo>
                  <a:lnTo>
                    <a:pt x="2398450" y="285512"/>
                  </a:lnTo>
                  <a:lnTo>
                    <a:pt x="2408194" y="291774"/>
                  </a:lnTo>
                  <a:lnTo>
                    <a:pt x="2417953" y="264683"/>
                  </a:lnTo>
                  <a:lnTo>
                    <a:pt x="2427697" y="271890"/>
                  </a:lnTo>
                  <a:lnTo>
                    <a:pt x="2437441" y="247831"/>
                  </a:lnTo>
                  <a:lnTo>
                    <a:pt x="2447200" y="242478"/>
                  </a:lnTo>
                  <a:lnTo>
                    <a:pt x="2456944" y="254098"/>
                  </a:lnTo>
                  <a:lnTo>
                    <a:pt x="2466703" y="287695"/>
                  </a:lnTo>
                  <a:lnTo>
                    <a:pt x="2476446" y="293377"/>
                  </a:lnTo>
                  <a:lnTo>
                    <a:pt x="2486190" y="339400"/>
                  </a:lnTo>
                  <a:lnTo>
                    <a:pt x="2495949" y="391073"/>
                  </a:lnTo>
                  <a:lnTo>
                    <a:pt x="2505693" y="367921"/>
                  </a:lnTo>
                  <a:lnTo>
                    <a:pt x="2515452" y="356881"/>
                  </a:lnTo>
                  <a:lnTo>
                    <a:pt x="2525196" y="313078"/>
                  </a:lnTo>
                  <a:lnTo>
                    <a:pt x="2534940" y="313309"/>
                  </a:lnTo>
                  <a:lnTo>
                    <a:pt x="2544699" y="318220"/>
                  </a:lnTo>
                  <a:lnTo>
                    <a:pt x="2554443" y="300417"/>
                  </a:lnTo>
                  <a:lnTo>
                    <a:pt x="2564202" y="277316"/>
                  </a:lnTo>
                  <a:lnTo>
                    <a:pt x="2573946" y="279264"/>
                  </a:lnTo>
                  <a:lnTo>
                    <a:pt x="2583690" y="264053"/>
                  </a:lnTo>
                  <a:lnTo>
                    <a:pt x="2593448" y="268058"/>
                  </a:lnTo>
                  <a:lnTo>
                    <a:pt x="2603192" y="248798"/>
                  </a:lnTo>
                  <a:lnTo>
                    <a:pt x="2612951" y="255123"/>
                  </a:lnTo>
                  <a:lnTo>
                    <a:pt x="2622695" y="226990"/>
                  </a:lnTo>
                  <a:lnTo>
                    <a:pt x="2632439" y="218954"/>
                  </a:lnTo>
                  <a:lnTo>
                    <a:pt x="2642198" y="160687"/>
                  </a:lnTo>
                  <a:lnTo>
                    <a:pt x="2651942" y="174460"/>
                  </a:lnTo>
                  <a:lnTo>
                    <a:pt x="2661685" y="136002"/>
                  </a:lnTo>
                  <a:lnTo>
                    <a:pt x="2671444" y="110480"/>
                  </a:lnTo>
                  <a:lnTo>
                    <a:pt x="2681188" y="107399"/>
                  </a:lnTo>
                  <a:lnTo>
                    <a:pt x="2690947" y="140387"/>
                  </a:lnTo>
                  <a:lnTo>
                    <a:pt x="2700691" y="195822"/>
                  </a:lnTo>
                  <a:lnTo>
                    <a:pt x="2710435" y="229718"/>
                  </a:lnTo>
                  <a:lnTo>
                    <a:pt x="2720194" y="231934"/>
                  </a:lnTo>
                  <a:lnTo>
                    <a:pt x="2729938" y="234394"/>
                  </a:lnTo>
                  <a:lnTo>
                    <a:pt x="2739697" y="217997"/>
                  </a:lnTo>
                  <a:lnTo>
                    <a:pt x="2749441" y="163901"/>
                  </a:lnTo>
                  <a:lnTo>
                    <a:pt x="2759185" y="167344"/>
                  </a:lnTo>
                  <a:lnTo>
                    <a:pt x="2768943" y="188325"/>
                  </a:lnTo>
                  <a:lnTo>
                    <a:pt x="2778687" y="193296"/>
                  </a:lnTo>
                  <a:lnTo>
                    <a:pt x="2788446" y="199378"/>
                  </a:lnTo>
                  <a:lnTo>
                    <a:pt x="2798190" y="272918"/>
                  </a:lnTo>
                  <a:lnTo>
                    <a:pt x="2807934" y="240151"/>
                  </a:lnTo>
                  <a:lnTo>
                    <a:pt x="2817693" y="251531"/>
                  </a:lnTo>
                  <a:lnTo>
                    <a:pt x="2827437" y="241448"/>
                  </a:lnTo>
                  <a:lnTo>
                    <a:pt x="2837196" y="262396"/>
                  </a:lnTo>
                  <a:lnTo>
                    <a:pt x="2846940" y="228851"/>
                  </a:lnTo>
                  <a:lnTo>
                    <a:pt x="2856684" y="251146"/>
                  </a:lnTo>
                  <a:lnTo>
                    <a:pt x="2866442" y="287409"/>
                  </a:lnTo>
                  <a:lnTo>
                    <a:pt x="2876186" y="239306"/>
                  </a:lnTo>
                  <a:lnTo>
                    <a:pt x="2885945" y="270561"/>
                  </a:lnTo>
                  <a:lnTo>
                    <a:pt x="2895689" y="264740"/>
                  </a:lnTo>
                  <a:lnTo>
                    <a:pt x="2905433" y="202458"/>
                  </a:lnTo>
                  <a:lnTo>
                    <a:pt x="2915192" y="16943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2" name="Freeform 991">
              <a:extLst>
                <a:ext uri="{FF2B5EF4-FFF2-40B4-BE49-F238E27FC236}">
                  <a16:creationId xmlns:a16="http://schemas.microsoft.com/office/drawing/2014/main" id="{11657800-63BB-A460-009C-037244C8695B}"/>
                </a:ext>
              </a:extLst>
            </p:cNvPr>
            <p:cNvSpPr/>
            <p:nvPr/>
          </p:nvSpPr>
          <p:spPr>
            <a:xfrm>
              <a:off x="4426652" y="3008156"/>
              <a:ext cx="2915191" cy="589171"/>
            </a:xfrm>
            <a:custGeom>
              <a:avLst/>
              <a:gdLst>
                <a:gd name="connsiteX0" fmla="*/ 0 w 2915191"/>
                <a:gd name="connsiteY0" fmla="*/ 269186 h 589171"/>
                <a:gd name="connsiteX1" fmla="*/ 9750 w 2915191"/>
                <a:gd name="connsiteY1" fmla="*/ 273587 h 589171"/>
                <a:gd name="connsiteX2" fmla="*/ 19500 w 2915191"/>
                <a:gd name="connsiteY2" fmla="*/ 260626 h 589171"/>
                <a:gd name="connsiteX3" fmla="*/ 29250 w 2915191"/>
                <a:gd name="connsiteY3" fmla="*/ 224163 h 589171"/>
                <a:gd name="connsiteX4" fmla="*/ 39000 w 2915191"/>
                <a:gd name="connsiteY4" fmla="*/ 213081 h 589171"/>
                <a:gd name="connsiteX5" fmla="*/ 48749 w 2915191"/>
                <a:gd name="connsiteY5" fmla="*/ 236217 h 589171"/>
                <a:gd name="connsiteX6" fmla="*/ 58499 w 2915191"/>
                <a:gd name="connsiteY6" fmla="*/ 214185 h 589171"/>
                <a:gd name="connsiteX7" fmla="*/ 68249 w 2915191"/>
                <a:gd name="connsiteY7" fmla="*/ 198526 h 589171"/>
                <a:gd name="connsiteX8" fmla="*/ 77998 w 2915191"/>
                <a:gd name="connsiteY8" fmla="*/ 194990 h 589171"/>
                <a:gd name="connsiteX9" fmla="*/ 87748 w 2915191"/>
                <a:gd name="connsiteY9" fmla="*/ 188216 h 589171"/>
                <a:gd name="connsiteX10" fmla="*/ 97497 w 2915191"/>
                <a:gd name="connsiteY10" fmla="*/ 214782 h 589171"/>
                <a:gd name="connsiteX11" fmla="*/ 107247 w 2915191"/>
                <a:gd name="connsiteY11" fmla="*/ 238248 h 589171"/>
                <a:gd name="connsiteX12" fmla="*/ 116997 w 2915191"/>
                <a:gd name="connsiteY12" fmla="*/ 257136 h 589171"/>
                <a:gd name="connsiteX13" fmla="*/ 126747 w 2915191"/>
                <a:gd name="connsiteY13" fmla="*/ 237877 h 589171"/>
                <a:gd name="connsiteX14" fmla="*/ 136497 w 2915191"/>
                <a:gd name="connsiteY14" fmla="*/ 231618 h 589171"/>
                <a:gd name="connsiteX15" fmla="*/ 146247 w 2915191"/>
                <a:gd name="connsiteY15" fmla="*/ 236340 h 589171"/>
                <a:gd name="connsiteX16" fmla="*/ 155997 w 2915191"/>
                <a:gd name="connsiteY16" fmla="*/ 235422 h 589171"/>
                <a:gd name="connsiteX17" fmla="*/ 165747 w 2915191"/>
                <a:gd name="connsiteY17" fmla="*/ 221248 h 589171"/>
                <a:gd name="connsiteX18" fmla="*/ 175497 w 2915191"/>
                <a:gd name="connsiteY18" fmla="*/ 222087 h 589171"/>
                <a:gd name="connsiteX19" fmla="*/ 185247 w 2915191"/>
                <a:gd name="connsiteY19" fmla="*/ 227016 h 589171"/>
                <a:gd name="connsiteX20" fmla="*/ 194996 w 2915191"/>
                <a:gd name="connsiteY20" fmla="*/ 230154 h 589171"/>
                <a:gd name="connsiteX21" fmla="*/ 204746 w 2915191"/>
                <a:gd name="connsiteY21" fmla="*/ 233580 h 589171"/>
                <a:gd name="connsiteX22" fmla="*/ 214495 w 2915191"/>
                <a:gd name="connsiteY22" fmla="*/ 229482 h 589171"/>
                <a:gd name="connsiteX23" fmla="*/ 224245 w 2915191"/>
                <a:gd name="connsiteY23" fmla="*/ 252913 h 589171"/>
                <a:gd name="connsiteX24" fmla="*/ 233995 w 2915191"/>
                <a:gd name="connsiteY24" fmla="*/ 214390 h 589171"/>
                <a:gd name="connsiteX25" fmla="*/ 243744 w 2915191"/>
                <a:gd name="connsiteY25" fmla="*/ 191427 h 589171"/>
                <a:gd name="connsiteX26" fmla="*/ 253494 w 2915191"/>
                <a:gd name="connsiteY26" fmla="*/ 207909 h 589171"/>
                <a:gd name="connsiteX27" fmla="*/ 263244 w 2915191"/>
                <a:gd name="connsiteY27" fmla="*/ 207030 h 589171"/>
                <a:gd name="connsiteX28" fmla="*/ 272994 w 2915191"/>
                <a:gd name="connsiteY28" fmla="*/ 193889 h 589171"/>
                <a:gd name="connsiteX29" fmla="*/ 282744 w 2915191"/>
                <a:gd name="connsiteY29" fmla="*/ 215995 h 589171"/>
                <a:gd name="connsiteX30" fmla="*/ 292494 w 2915191"/>
                <a:gd name="connsiteY30" fmla="*/ 211014 h 589171"/>
                <a:gd name="connsiteX31" fmla="*/ 302244 w 2915191"/>
                <a:gd name="connsiteY31" fmla="*/ 234085 h 589171"/>
                <a:gd name="connsiteX32" fmla="*/ 311994 w 2915191"/>
                <a:gd name="connsiteY32" fmla="*/ 186751 h 589171"/>
                <a:gd name="connsiteX33" fmla="*/ 321744 w 2915191"/>
                <a:gd name="connsiteY33" fmla="*/ 191209 h 589171"/>
                <a:gd name="connsiteX34" fmla="*/ 331493 w 2915191"/>
                <a:gd name="connsiteY34" fmla="*/ 169060 h 589171"/>
                <a:gd name="connsiteX35" fmla="*/ 341243 w 2915191"/>
                <a:gd name="connsiteY35" fmla="*/ 176020 h 589171"/>
                <a:gd name="connsiteX36" fmla="*/ 350993 w 2915191"/>
                <a:gd name="connsiteY36" fmla="*/ 177512 h 589171"/>
                <a:gd name="connsiteX37" fmla="*/ 360742 w 2915191"/>
                <a:gd name="connsiteY37" fmla="*/ 151082 h 589171"/>
                <a:gd name="connsiteX38" fmla="*/ 370492 w 2915191"/>
                <a:gd name="connsiteY38" fmla="*/ 139827 h 589171"/>
                <a:gd name="connsiteX39" fmla="*/ 380241 w 2915191"/>
                <a:gd name="connsiteY39" fmla="*/ 148664 h 589171"/>
                <a:gd name="connsiteX40" fmla="*/ 389991 w 2915191"/>
                <a:gd name="connsiteY40" fmla="*/ 124564 h 589171"/>
                <a:gd name="connsiteX41" fmla="*/ 399741 w 2915191"/>
                <a:gd name="connsiteY41" fmla="*/ 81713 h 589171"/>
                <a:gd name="connsiteX42" fmla="*/ 409491 w 2915191"/>
                <a:gd name="connsiteY42" fmla="*/ 125674 h 589171"/>
                <a:gd name="connsiteX43" fmla="*/ 419241 w 2915191"/>
                <a:gd name="connsiteY43" fmla="*/ 146669 h 589171"/>
                <a:gd name="connsiteX44" fmla="*/ 428991 w 2915191"/>
                <a:gd name="connsiteY44" fmla="*/ 152899 h 589171"/>
                <a:gd name="connsiteX45" fmla="*/ 438741 w 2915191"/>
                <a:gd name="connsiteY45" fmla="*/ 164017 h 589171"/>
                <a:gd name="connsiteX46" fmla="*/ 448491 w 2915191"/>
                <a:gd name="connsiteY46" fmla="*/ 155224 h 589171"/>
                <a:gd name="connsiteX47" fmla="*/ 458241 w 2915191"/>
                <a:gd name="connsiteY47" fmla="*/ 142180 h 589171"/>
                <a:gd name="connsiteX48" fmla="*/ 467991 w 2915191"/>
                <a:gd name="connsiteY48" fmla="*/ 142837 h 589171"/>
                <a:gd name="connsiteX49" fmla="*/ 477740 w 2915191"/>
                <a:gd name="connsiteY49" fmla="*/ 107754 h 589171"/>
                <a:gd name="connsiteX50" fmla="*/ 487490 w 2915191"/>
                <a:gd name="connsiteY50" fmla="*/ 115190 h 589171"/>
                <a:gd name="connsiteX51" fmla="*/ 497239 w 2915191"/>
                <a:gd name="connsiteY51" fmla="*/ 108146 h 589171"/>
                <a:gd name="connsiteX52" fmla="*/ 506989 w 2915191"/>
                <a:gd name="connsiteY52" fmla="*/ 114484 h 589171"/>
                <a:gd name="connsiteX53" fmla="*/ 516738 w 2915191"/>
                <a:gd name="connsiteY53" fmla="*/ 93703 h 589171"/>
                <a:gd name="connsiteX54" fmla="*/ 526488 w 2915191"/>
                <a:gd name="connsiteY54" fmla="*/ 96297 h 589171"/>
                <a:gd name="connsiteX55" fmla="*/ 536238 w 2915191"/>
                <a:gd name="connsiteY55" fmla="*/ 131633 h 589171"/>
                <a:gd name="connsiteX56" fmla="*/ 545988 w 2915191"/>
                <a:gd name="connsiteY56" fmla="*/ 109588 h 589171"/>
                <a:gd name="connsiteX57" fmla="*/ 555738 w 2915191"/>
                <a:gd name="connsiteY57" fmla="*/ 86983 h 589171"/>
                <a:gd name="connsiteX58" fmla="*/ 565488 w 2915191"/>
                <a:gd name="connsiteY58" fmla="*/ 61557 h 589171"/>
                <a:gd name="connsiteX59" fmla="*/ 575238 w 2915191"/>
                <a:gd name="connsiteY59" fmla="*/ 40802 h 589171"/>
                <a:gd name="connsiteX60" fmla="*/ 584988 w 2915191"/>
                <a:gd name="connsiteY60" fmla="*/ 65524 h 589171"/>
                <a:gd name="connsiteX61" fmla="*/ 594738 w 2915191"/>
                <a:gd name="connsiteY61" fmla="*/ 57750 h 589171"/>
                <a:gd name="connsiteX62" fmla="*/ 604488 w 2915191"/>
                <a:gd name="connsiteY62" fmla="*/ 58625 h 589171"/>
                <a:gd name="connsiteX63" fmla="*/ 614237 w 2915191"/>
                <a:gd name="connsiteY63" fmla="*/ 16897 h 589171"/>
                <a:gd name="connsiteX64" fmla="*/ 623987 w 2915191"/>
                <a:gd name="connsiteY64" fmla="*/ 0 h 589171"/>
                <a:gd name="connsiteX65" fmla="*/ 633736 w 2915191"/>
                <a:gd name="connsiteY65" fmla="*/ 25249 h 589171"/>
                <a:gd name="connsiteX66" fmla="*/ 643486 w 2915191"/>
                <a:gd name="connsiteY66" fmla="*/ 63394 h 589171"/>
                <a:gd name="connsiteX67" fmla="*/ 653236 w 2915191"/>
                <a:gd name="connsiteY67" fmla="*/ 52328 h 589171"/>
                <a:gd name="connsiteX68" fmla="*/ 662985 w 2915191"/>
                <a:gd name="connsiteY68" fmla="*/ 53539 h 589171"/>
                <a:gd name="connsiteX69" fmla="*/ 672735 w 2915191"/>
                <a:gd name="connsiteY69" fmla="*/ 17274 h 589171"/>
                <a:gd name="connsiteX70" fmla="*/ 682485 w 2915191"/>
                <a:gd name="connsiteY70" fmla="*/ 21073 h 589171"/>
                <a:gd name="connsiteX71" fmla="*/ 692235 w 2915191"/>
                <a:gd name="connsiteY71" fmla="*/ 22207 h 589171"/>
                <a:gd name="connsiteX72" fmla="*/ 701985 w 2915191"/>
                <a:gd name="connsiteY72" fmla="*/ 28073 h 589171"/>
                <a:gd name="connsiteX73" fmla="*/ 711735 w 2915191"/>
                <a:gd name="connsiteY73" fmla="*/ 30844 h 589171"/>
                <a:gd name="connsiteX74" fmla="*/ 721485 w 2915191"/>
                <a:gd name="connsiteY74" fmla="*/ 46792 h 589171"/>
                <a:gd name="connsiteX75" fmla="*/ 731235 w 2915191"/>
                <a:gd name="connsiteY75" fmla="*/ 46081 h 589171"/>
                <a:gd name="connsiteX76" fmla="*/ 740985 w 2915191"/>
                <a:gd name="connsiteY76" fmla="*/ 48739 h 589171"/>
                <a:gd name="connsiteX77" fmla="*/ 750734 w 2915191"/>
                <a:gd name="connsiteY77" fmla="*/ 78768 h 589171"/>
                <a:gd name="connsiteX78" fmla="*/ 760484 w 2915191"/>
                <a:gd name="connsiteY78" fmla="*/ 126834 h 589171"/>
                <a:gd name="connsiteX79" fmla="*/ 770233 w 2915191"/>
                <a:gd name="connsiteY79" fmla="*/ 148954 h 589171"/>
                <a:gd name="connsiteX80" fmla="*/ 779983 w 2915191"/>
                <a:gd name="connsiteY80" fmla="*/ 170794 h 589171"/>
                <a:gd name="connsiteX81" fmla="*/ 789733 w 2915191"/>
                <a:gd name="connsiteY81" fmla="*/ 190017 h 589171"/>
                <a:gd name="connsiteX82" fmla="*/ 799482 w 2915191"/>
                <a:gd name="connsiteY82" fmla="*/ 198776 h 589171"/>
                <a:gd name="connsiteX83" fmla="*/ 809232 w 2915191"/>
                <a:gd name="connsiteY83" fmla="*/ 179211 h 589171"/>
                <a:gd name="connsiteX84" fmla="*/ 818982 w 2915191"/>
                <a:gd name="connsiteY84" fmla="*/ 174446 h 589171"/>
                <a:gd name="connsiteX85" fmla="*/ 828732 w 2915191"/>
                <a:gd name="connsiteY85" fmla="*/ 194044 h 589171"/>
                <a:gd name="connsiteX86" fmla="*/ 838482 w 2915191"/>
                <a:gd name="connsiteY86" fmla="*/ 176544 h 589171"/>
                <a:gd name="connsiteX87" fmla="*/ 848232 w 2915191"/>
                <a:gd name="connsiteY87" fmla="*/ 205134 h 589171"/>
                <a:gd name="connsiteX88" fmla="*/ 857982 w 2915191"/>
                <a:gd name="connsiteY88" fmla="*/ 211948 h 589171"/>
                <a:gd name="connsiteX89" fmla="*/ 867732 w 2915191"/>
                <a:gd name="connsiteY89" fmla="*/ 218586 h 589171"/>
                <a:gd name="connsiteX90" fmla="*/ 877482 w 2915191"/>
                <a:gd name="connsiteY90" fmla="*/ 188025 h 589171"/>
                <a:gd name="connsiteX91" fmla="*/ 887231 w 2915191"/>
                <a:gd name="connsiteY91" fmla="*/ 211926 h 589171"/>
                <a:gd name="connsiteX92" fmla="*/ 896981 w 2915191"/>
                <a:gd name="connsiteY92" fmla="*/ 237312 h 589171"/>
                <a:gd name="connsiteX93" fmla="*/ 906730 w 2915191"/>
                <a:gd name="connsiteY93" fmla="*/ 227461 h 589171"/>
                <a:gd name="connsiteX94" fmla="*/ 916480 w 2915191"/>
                <a:gd name="connsiteY94" fmla="*/ 242059 h 589171"/>
                <a:gd name="connsiteX95" fmla="*/ 926230 w 2915191"/>
                <a:gd name="connsiteY95" fmla="*/ 266865 h 589171"/>
                <a:gd name="connsiteX96" fmla="*/ 935979 w 2915191"/>
                <a:gd name="connsiteY96" fmla="*/ 244613 h 589171"/>
                <a:gd name="connsiteX97" fmla="*/ 945729 w 2915191"/>
                <a:gd name="connsiteY97" fmla="*/ 287348 h 589171"/>
                <a:gd name="connsiteX98" fmla="*/ 955479 w 2915191"/>
                <a:gd name="connsiteY98" fmla="*/ 297781 h 589171"/>
                <a:gd name="connsiteX99" fmla="*/ 965229 w 2915191"/>
                <a:gd name="connsiteY99" fmla="*/ 310455 h 589171"/>
                <a:gd name="connsiteX100" fmla="*/ 974979 w 2915191"/>
                <a:gd name="connsiteY100" fmla="*/ 315140 h 589171"/>
                <a:gd name="connsiteX101" fmla="*/ 984729 w 2915191"/>
                <a:gd name="connsiteY101" fmla="*/ 300559 h 589171"/>
                <a:gd name="connsiteX102" fmla="*/ 994474 w 2915191"/>
                <a:gd name="connsiteY102" fmla="*/ 292016 h 589171"/>
                <a:gd name="connsiteX103" fmla="*/ 1004233 w 2915191"/>
                <a:gd name="connsiteY103" fmla="*/ 273979 h 589171"/>
                <a:gd name="connsiteX104" fmla="*/ 1013977 w 2915191"/>
                <a:gd name="connsiteY104" fmla="*/ 272635 h 589171"/>
                <a:gd name="connsiteX105" fmla="*/ 1023721 w 2915191"/>
                <a:gd name="connsiteY105" fmla="*/ 304093 h 589171"/>
                <a:gd name="connsiteX106" fmla="*/ 1033480 w 2915191"/>
                <a:gd name="connsiteY106" fmla="*/ 317731 h 589171"/>
                <a:gd name="connsiteX107" fmla="*/ 1043224 w 2915191"/>
                <a:gd name="connsiteY107" fmla="*/ 291148 h 589171"/>
                <a:gd name="connsiteX108" fmla="*/ 1052983 w 2915191"/>
                <a:gd name="connsiteY108" fmla="*/ 280731 h 589171"/>
                <a:gd name="connsiteX109" fmla="*/ 1062727 w 2915191"/>
                <a:gd name="connsiteY109" fmla="*/ 299096 h 589171"/>
                <a:gd name="connsiteX110" fmla="*/ 1072471 w 2915191"/>
                <a:gd name="connsiteY110" fmla="*/ 298875 h 589171"/>
                <a:gd name="connsiteX111" fmla="*/ 1082230 w 2915191"/>
                <a:gd name="connsiteY111" fmla="*/ 302722 h 589171"/>
                <a:gd name="connsiteX112" fmla="*/ 1091973 w 2915191"/>
                <a:gd name="connsiteY112" fmla="*/ 313191 h 589171"/>
                <a:gd name="connsiteX113" fmla="*/ 1101732 w 2915191"/>
                <a:gd name="connsiteY113" fmla="*/ 365645 h 589171"/>
                <a:gd name="connsiteX114" fmla="*/ 1111476 w 2915191"/>
                <a:gd name="connsiteY114" fmla="*/ 357814 h 589171"/>
                <a:gd name="connsiteX115" fmla="*/ 1121220 w 2915191"/>
                <a:gd name="connsiteY115" fmla="*/ 325129 h 589171"/>
                <a:gd name="connsiteX116" fmla="*/ 1130979 w 2915191"/>
                <a:gd name="connsiteY116" fmla="*/ 325130 h 589171"/>
                <a:gd name="connsiteX117" fmla="*/ 1140723 w 2915191"/>
                <a:gd name="connsiteY117" fmla="*/ 326900 h 589171"/>
                <a:gd name="connsiteX118" fmla="*/ 1150482 w 2915191"/>
                <a:gd name="connsiteY118" fmla="*/ 299060 h 589171"/>
                <a:gd name="connsiteX119" fmla="*/ 1160226 w 2915191"/>
                <a:gd name="connsiteY119" fmla="*/ 279842 h 589171"/>
                <a:gd name="connsiteX120" fmla="*/ 1169969 w 2915191"/>
                <a:gd name="connsiteY120" fmla="*/ 253076 h 589171"/>
                <a:gd name="connsiteX121" fmla="*/ 1179728 w 2915191"/>
                <a:gd name="connsiteY121" fmla="*/ 224245 h 589171"/>
                <a:gd name="connsiteX122" fmla="*/ 1189472 w 2915191"/>
                <a:gd name="connsiteY122" fmla="*/ 214225 h 589171"/>
                <a:gd name="connsiteX123" fmla="*/ 1199231 w 2915191"/>
                <a:gd name="connsiteY123" fmla="*/ 221675 h 589171"/>
                <a:gd name="connsiteX124" fmla="*/ 1208975 w 2915191"/>
                <a:gd name="connsiteY124" fmla="*/ 208531 h 589171"/>
                <a:gd name="connsiteX125" fmla="*/ 1218719 w 2915191"/>
                <a:gd name="connsiteY125" fmla="*/ 222440 h 589171"/>
                <a:gd name="connsiteX126" fmla="*/ 1228478 w 2915191"/>
                <a:gd name="connsiteY126" fmla="*/ 225615 h 589171"/>
                <a:gd name="connsiteX127" fmla="*/ 1238222 w 2915191"/>
                <a:gd name="connsiteY127" fmla="*/ 225104 h 589171"/>
                <a:gd name="connsiteX128" fmla="*/ 1247966 w 2915191"/>
                <a:gd name="connsiteY128" fmla="*/ 206093 h 589171"/>
                <a:gd name="connsiteX129" fmla="*/ 1257725 w 2915191"/>
                <a:gd name="connsiteY129" fmla="*/ 213434 h 589171"/>
                <a:gd name="connsiteX130" fmla="*/ 1267469 w 2915191"/>
                <a:gd name="connsiteY130" fmla="*/ 202160 h 589171"/>
                <a:gd name="connsiteX131" fmla="*/ 1277227 w 2915191"/>
                <a:gd name="connsiteY131" fmla="*/ 161842 h 589171"/>
                <a:gd name="connsiteX132" fmla="*/ 1286971 w 2915191"/>
                <a:gd name="connsiteY132" fmla="*/ 204040 h 589171"/>
                <a:gd name="connsiteX133" fmla="*/ 1296715 w 2915191"/>
                <a:gd name="connsiteY133" fmla="*/ 198009 h 589171"/>
                <a:gd name="connsiteX134" fmla="*/ 1306474 w 2915191"/>
                <a:gd name="connsiteY134" fmla="*/ 179025 h 589171"/>
                <a:gd name="connsiteX135" fmla="*/ 1316218 w 2915191"/>
                <a:gd name="connsiteY135" fmla="*/ 227767 h 589171"/>
                <a:gd name="connsiteX136" fmla="*/ 1325977 w 2915191"/>
                <a:gd name="connsiteY136" fmla="*/ 233580 h 589171"/>
                <a:gd name="connsiteX137" fmla="*/ 1335721 w 2915191"/>
                <a:gd name="connsiteY137" fmla="*/ 238259 h 589171"/>
                <a:gd name="connsiteX138" fmla="*/ 1345465 w 2915191"/>
                <a:gd name="connsiteY138" fmla="*/ 233777 h 589171"/>
                <a:gd name="connsiteX139" fmla="*/ 1355224 w 2915191"/>
                <a:gd name="connsiteY139" fmla="*/ 231226 h 589171"/>
                <a:gd name="connsiteX140" fmla="*/ 1364967 w 2915191"/>
                <a:gd name="connsiteY140" fmla="*/ 216496 h 589171"/>
                <a:gd name="connsiteX141" fmla="*/ 1374726 w 2915191"/>
                <a:gd name="connsiteY141" fmla="*/ 222138 h 589171"/>
                <a:gd name="connsiteX142" fmla="*/ 1384470 w 2915191"/>
                <a:gd name="connsiteY142" fmla="*/ 196504 h 589171"/>
                <a:gd name="connsiteX143" fmla="*/ 1394214 w 2915191"/>
                <a:gd name="connsiteY143" fmla="*/ 204422 h 589171"/>
                <a:gd name="connsiteX144" fmla="*/ 1403973 w 2915191"/>
                <a:gd name="connsiteY144" fmla="*/ 221330 h 589171"/>
                <a:gd name="connsiteX145" fmla="*/ 1413717 w 2915191"/>
                <a:gd name="connsiteY145" fmla="*/ 265177 h 589171"/>
                <a:gd name="connsiteX146" fmla="*/ 1423476 w 2915191"/>
                <a:gd name="connsiteY146" fmla="*/ 272055 h 589171"/>
                <a:gd name="connsiteX147" fmla="*/ 1433220 w 2915191"/>
                <a:gd name="connsiteY147" fmla="*/ 270381 h 589171"/>
                <a:gd name="connsiteX148" fmla="*/ 1442964 w 2915191"/>
                <a:gd name="connsiteY148" fmla="*/ 293651 h 589171"/>
                <a:gd name="connsiteX149" fmla="*/ 1452722 w 2915191"/>
                <a:gd name="connsiteY149" fmla="*/ 290278 h 589171"/>
                <a:gd name="connsiteX150" fmla="*/ 1462466 w 2915191"/>
                <a:gd name="connsiteY150" fmla="*/ 283553 h 589171"/>
                <a:gd name="connsiteX151" fmla="*/ 1472225 w 2915191"/>
                <a:gd name="connsiteY151" fmla="*/ 276869 h 589171"/>
                <a:gd name="connsiteX152" fmla="*/ 1481969 w 2915191"/>
                <a:gd name="connsiteY152" fmla="*/ 303397 h 589171"/>
                <a:gd name="connsiteX153" fmla="*/ 1491713 w 2915191"/>
                <a:gd name="connsiteY153" fmla="*/ 310936 h 589171"/>
                <a:gd name="connsiteX154" fmla="*/ 1501472 w 2915191"/>
                <a:gd name="connsiteY154" fmla="*/ 308840 h 589171"/>
                <a:gd name="connsiteX155" fmla="*/ 1511216 w 2915191"/>
                <a:gd name="connsiteY155" fmla="*/ 333590 h 589171"/>
                <a:gd name="connsiteX156" fmla="*/ 1520960 w 2915191"/>
                <a:gd name="connsiteY156" fmla="*/ 348504 h 589171"/>
                <a:gd name="connsiteX157" fmla="*/ 1530719 w 2915191"/>
                <a:gd name="connsiteY157" fmla="*/ 385668 h 589171"/>
                <a:gd name="connsiteX158" fmla="*/ 1540463 w 2915191"/>
                <a:gd name="connsiteY158" fmla="*/ 355517 h 589171"/>
                <a:gd name="connsiteX159" fmla="*/ 1550221 w 2915191"/>
                <a:gd name="connsiteY159" fmla="*/ 356354 h 589171"/>
                <a:gd name="connsiteX160" fmla="*/ 1559965 w 2915191"/>
                <a:gd name="connsiteY160" fmla="*/ 346565 h 589171"/>
                <a:gd name="connsiteX161" fmla="*/ 1569709 w 2915191"/>
                <a:gd name="connsiteY161" fmla="*/ 374197 h 589171"/>
                <a:gd name="connsiteX162" fmla="*/ 1579468 w 2915191"/>
                <a:gd name="connsiteY162" fmla="*/ 384748 h 589171"/>
                <a:gd name="connsiteX163" fmla="*/ 1589212 w 2915191"/>
                <a:gd name="connsiteY163" fmla="*/ 377758 h 589171"/>
                <a:gd name="connsiteX164" fmla="*/ 1598971 w 2915191"/>
                <a:gd name="connsiteY164" fmla="*/ 375274 h 589171"/>
                <a:gd name="connsiteX165" fmla="*/ 1608715 w 2915191"/>
                <a:gd name="connsiteY165" fmla="*/ 326539 h 589171"/>
                <a:gd name="connsiteX166" fmla="*/ 1618459 w 2915191"/>
                <a:gd name="connsiteY166" fmla="*/ 303988 h 589171"/>
                <a:gd name="connsiteX167" fmla="*/ 1628218 w 2915191"/>
                <a:gd name="connsiteY167" fmla="*/ 308898 h 589171"/>
                <a:gd name="connsiteX168" fmla="*/ 1637962 w 2915191"/>
                <a:gd name="connsiteY168" fmla="*/ 325704 h 589171"/>
                <a:gd name="connsiteX169" fmla="*/ 1647720 w 2915191"/>
                <a:gd name="connsiteY169" fmla="*/ 325573 h 589171"/>
                <a:gd name="connsiteX170" fmla="*/ 1657464 w 2915191"/>
                <a:gd name="connsiteY170" fmla="*/ 302275 h 589171"/>
                <a:gd name="connsiteX171" fmla="*/ 1667208 w 2915191"/>
                <a:gd name="connsiteY171" fmla="*/ 321544 h 589171"/>
                <a:gd name="connsiteX172" fmla="*/ 1676967 w 2915191"/>
                <a:gd name="connsiteY172" fmla="*/ 332504 h 589171"/>
                <a:gd name="connsiteX173" fmla="*/ 1686711 w 2915191"/>
                <a:gd name="connsiteY173" fmla="*/ 301253 h 589171"/>
                <a:gd name="connsiteX174" fmla="*/ 1696470 w 2915191"/>
                <a:gd name="connsiteY174" fmla="*/ 263091 h 589171"/>
                <a:gd name="connsiteX175" fmla="*/ 1706214 w 2915191"/>
                <a:gd name="connsiteY175" fmla="*/ 241072 h 589171"/>
                <a:gd name="connsiteX176" fmla="*/ 1715958 w 2915191"/>
                <a:gd name="connsiteY176" fmla="*/ 270196 h 589171"/>
                <a:gd name="connsiteX177" fmla="*/ 1725716 w 2915191"/>
                <a:gd name="connsiteY177" fmla="*/ 275762 h 589171"/>
                <a:gd name="connsiteX178" fmla="*/ 1735460 w 2915191"/>
                <a:gd name="connsiteY178" fmla="*/ 289118 h 589171"/>
                <a:gd name="connsiteX179" fmla="*/ 1745219 w 2915191"/>
                <a:gd name="connsiteY179" fmla="*/ 264795 h 589171"/>
                <a:gd name="connsiteX180" fmla="*/ 1754963 w 2915191"/>
                <a:gd name="connsiteY180" fmla="*/ 245565 h 589171"/>
                <a:gd name="connsiteX181" fmla="*/ 1764707 w 2915191"/>
                <a:gd name="connsiteY181" fmla="*/ 202745 h 589171"/>
                <a:gd name="connsiteX182" fmla="*/ 1774466 w 2915191"/>
                <a:gd name="connsiteY182" fmla="*/ 198684 h 589171"/>
                <a:gd name="connsiteX183" fmla="*/ 1784210 w 2915191"/>
                <a:gd name="connsiteY183" fmla="*/ 214924 h 589171"/>
                <a:gd name="connsiteX184" fmla="*/ 1793969 w 2915191"/>
                <a:gd name="connsiteY184" fmla="*/ 225040 h 589171"/>
                <a:gd name="connsiteX185" fmla="*/ 1803713 w 2915191"/>
                <a:gd name="connsiteY185" fmla="*/ 219916 h 589171"/>
                <a:gd name="connsiteX186" fmla="*/ 1813457 w 2915191"/>
                <a:gd name="connsiteY186" fmla="*/ 231326 h 589171"/>
                <a:gd name="connsiteX187" fmla="*/ 1823215 w 2915191"/>
                <a:gd name="connsiteY187" fmla="*/ 206123 h 589171"/>
                <a:gd name="connsiteX188" fmla="*/ 1832959 w 2915191"/>
                <a:gd name="connsiteY188" fmla="*/ 196197 h 589171"/>
                <a:gd name="connsiteX189" fmla="*/ 1842703 w 2915191"/>
                <a:gd name="connsiteY189" fmla="*/ 187419 h 589171"/>
                <a:gd name="connsiteX190" fmla="*/ 1852462 w 2915191"/>
                <a:gd name="connsiteY190" fmla="*/ 202601 h 589171"/>
                <a:gd name="connsiteX191" fmla="*/ 1862206 w 2915191"/>
                <a:gd name="connsiteY191" fmla="*/ 205418 h 589171"/>
                <a:gd name="connsiteX192" fmla="*/ 1871965 w 2915191"/>
                <a:gd name="connsiteY192" fmla="*/ 192459 h 589171"/>
                <a:gd name="connsiteX193" fmla="*/ 1881709 w 2915191"/>
                <a:gd name="connsiteY193" fmla="*/ 190504 h 589171"/>
                <a:gd name="connsiteX194" fmla="*/ 1891453 w 2915191"/>
                <a:gd name="connsiteY194" fmla="*/ 186437 h 589171"/>
                <a:gd name="connsiteX195" fmla="*/ 1901212 w 2915191"/>
                <a:gd name="connsiteY195" fmla="*/ 163195 h 589171"/>
                <a:gd name="connsiteX196" fmla="*/ 1910956 w 2915191"/>
                <a:gd name="connsiteY196" fmla="*/ 162821 h 589171"/>
                <a:gd name="connsiteX197" fmla="*/ 1920714 w 2915191"/>
                <a:gd name="connsiteY197" fmla="*/ 200108 h 589171"/>
                <a:gd name="connsiteX198" fmla="*/ 1930458 w 2915191"/>
                <a:gd name="connsiteY198" fmla="*/ 166399 h 589171"/>
                <a:gd name="connsiteX199" fmla="*/ 1940202 w 2915191"/>
                <a:gd name="connsiteY199" fmla="*/ 181318 h 589171"/>
                <a:gd name="connsiteX200" fmla="*/ 1949961 w 2915191"/>
                <a:gd name="connsiteY200" fmla="*/ 192170 h 589171"/>
                <a:gd name="connsiteX201" fmla="*/ 1959705 w 2915191"/>
                <a:gd name="connsiteY201" fmla="*/ 170286 h 589171"/>
                <a:gd name="connsiteX202" fmla="*/ 1969464 w 2915191"/>
                <a:gd name="connsiteY202" fmla="*/ 185038 h 589171"/>
                <a:gd name="connsiteX203" fmla="*/ 1979208 w 2915191"/>
                <a:gd name="connsiteY203" fmla="*/ 197835 h 589171"/>
                <a:gd name="connsiteX204" fmla="*/ 1988952 w 2915191"/>
                <a:gd name="connsiteY204" fmla="*/ 174267 h 589171"/>
                <a:gd name="connsiteX205" fmla="*/ 1998711 w 2915191"/>
                <a:gd name="connsiteY205" fmla="*/ 186872 h 589171"/>
                <a:gd name="connsiteX206" fmla="*/ 2008454 w 2915191"/>
                <a:gd name="connsiteY206" fmla="*/ 201220 h 589171"/>
                <a:gd name="connsiteX207" fmla="*/ 2018213 w 2915191"/>
                <a:gd name="connsiteY207" fmla="*/ 204290 h 589171"/>
                <a:gd name="connsiteX208" fmla="*/ 2027957 w 2915191"/>
                <a:gd name="connsiteY208" fmla="*/ 243184 h 589171"/>
                <a:gd name="connsiteX209" fmla="*/ 2037701 w 2915191"/>
                <a:gd name="connsiteY209" fmla="*/ 220970 h 589171"/>
                <a:gd name="connsiteX210" fmla="*/ 2047460 w 2915191"/>
                <a:gd name="connsiteY210" fmla="*/ 218106 h 589171"/>
                <a:gd name="connsiteX211" fmla="*/ 2057204 w 2915191"/>
                <a:gd name="connsiteY211" fmla="*/ 239810 h 589171"/>
                <a:gd name="connsiteX212" fmla="*/ 2066963 w 2915191"/>
                <a:gd name="connsiteY212" fmla="*/ 240142 h 589171"/>
                <a:gd name="connsiteX213" fmla="*/ 2076707 w 2915191"/>
                <a:gd name="connsiteY213" fmla="*/ 274544 h 589171"/>
                <a:gd name="connsiteX214" fmla="*/ 2086451 w 2915191"/>
                <a:gd name="connsiteY214" fmla="*/ 283426 h 589171"/>
                <a:gd name="connsiteX215" fmla="*/ 2096210 w 2915191"/>
                <a:gd name="connsiteY215" fmla="*/ 287035 h 589171"/>
                <a:gd name="connsiteX216" fmla="*/ 2105954 w 2915191"/>
                <a:gd name="connsiteY216" fmla="*/ 315841 h 589171"/>
                <a:gd name="connsiteX217" fmla="*/ 2115697 w 2915191"/>
                <a:gd name="connsiteY217" fmla="*/ 321860 h 589171"/>
                <a:gd name="connsiteX218" fmla="*/ 2125456 w 2915191"/>
                <a:gd name="connsiteY218" fmla="*/ 361490 h 589171"/>
                <a:gd name="connsiteX219" fmla="*/ 2135200 w 2915191"/>
                <a:gd name="connsiteY219" fmla="*/ 348058 h 589171"/>
                <a:gd name="connsiteX220" fmla="*/ 2144959 w 2915191"/>
                <a:gd name="connsiteY220" fmla="*/ 345044 h 589171"/>
                <a:gd name="connsiteX221" fmla="*/ 2154703 w 2915191"/>
                <a:gd name="connsiteY221" fmla="*/ 298196 h 589171"/>
                <a:gd name="connsiteX222" fmla="*/ 2164447 w 2915191"/>
                <a:gd name="connsiteY222" fmla="*/ 319799 h 589171"/>
                <a:gd name="connsiteX223" fmla="*/ 2174206 w 2915191"/>
                <a:gd name="connsiteY223" fmla="*/ 320614 h 589171"/>
                <a:gd name="connsiteX224" fmla="*/ 2183950 w 2915191"/>
                <a:gd name="connsiteY224" fmla="*/ 329741 h 589171"/>
                <a:gd name="connsiteX225" fmla="*/ 2193709 w 2915191"/>
                <a:gd name="connsiteY225" fmla="*/ 316523 h 589171"/>
                <a:gd name="connsiteX226" fmla="*/ 2203452 w 2915191"/>
                <a:gd name="connsiteY226" fmla="*/ 347081 h 589171"/>
                <a:gd name="connsiteX227" fmla="*/ 2213196 w 2915191"/>
                <a:gd name="connsiteY227" fmla="*/ 340877 h 589171"/>
                <a:gd name="connsiteX228" fmla="*/ 2222955 w 2915191"/>
                <a:gd name="connsiteY228" fmla="*/ 362927 h 589171"/>
                <a:gd name="connsiteX229" fmla="*/ 2232699 w 2915191"/>
                <a:gd name="connsiteY229" fmla="*/ 393524 h 589171"/>
                <a:gd name="connsiteX230" fmla="*/ 2242458 w 2915191"/>
                <a:gd name="connsiteY230" fmla="*/ 365015 h 589171"/>
                <a:gd name="connsiteX231" fmla="*/ 2252202 w 2915191"/>
                <a:gd name="connsiteY231" fmla="*/ 350530 h 589171"/>
                <a:gd name="connsiteX232" fmla="*/ 2261946 w 2915191"/>
                <a:gd name="connsiteY232" fmla="*/ 344536 h 589171"/>
                <a:gd name="connsiteX233" fmla="*/ 2271705 w 2915191"/>
                <a:gd name="connsiteY233" fmla="*/ 364066 h 589171"/>
                <a:gd name="connsiteX234" fmla="*/ 2281449 w 2915191"/>
                <a:gd name="connsiteY234" fmla="*/ 393481 h 589171"/>
                <a:gd name="connsiteX235" fmla="*/ 2291208 w 2915191"/>
                <a:gd name="connsiteY235" fmla="*/ 369435 h 589171"/>
                <a:gd name="connsiteX236" fmla="*/ 2300951 w 2915191"/>
                <a:gd name="connsiteY236" fmla="*/ 364909 h 589171"/>
                <a:gd name="connsiteX237" fmla="*/ 2310695 w 2915191"/>
                <a:gd name="connsiteY237" fmla="*/ 378604 h 589171"/>
                <a:gd name="connsiteX238" fmla="*/ 2320454 w 2915191"/>
                <a:gd name="connsiteY238" fmla="*/ 401714 h 589171"/>
                <a:gd name="connsiteX239" fmla="*/ 2330198 w 2915191"/>
                <a:gd name="connsiteY239" fmla="*/ 406940 h 589171"/>
                <a:gd name="connsiteX240" fmla="*/ 2339957 w 2915191"/>
                <a:gd name="connsiteY240" fmla="*/ 446441 h 589171"/>
                <a:gd name="connsiteX241" fmla="*/ 2349701 w 2915191"/>
                <a:gd name="connsiteY241" fmla="*/ 443653 h 589171"/>
                <a:gd name="connsiteX242" fmla="*/ 2359445 w 2915191"/>
                <a:gd name="connsiteY242" fmla="*/ 446423 h 589171"/>
                <a:gd name="connsiteX243" fmla="*/ 2369204 w 2915191"/>
                <a:gd name="connsiteY243" fmla="*/ 444906 h 589171"/>
                <a:gd name="connsiteX244" fmla="*/ 2378948 w 2915191"/>
                <a:gd name="connsiteY244" fmla="*/ 453372 h 589171"/>
                <a:gd name="connsiteX245" fmla="*/ 2388692 w 2915191"/>
                <a:gd name="connsiteY245" fmla="*/ 428550 h 589171"/>
                <a:gd name="connsiteX246" fmla="*/ 2398450 w 2915191"/>
                <a:gd name="connsiteY246" fmla="*/ 445337 h 589171"/>
                <a:gd name="connsiteX247" fmla="*/ 2408194 w 2915191"/>
                <a:gd name="connsiteY247" fmla="*/ 448211 h 589171"/>
                <a:gd name="connsiteX248" fmla="*/ 2417953 w 2915191"/>
                <a:gd name="connsiteY248" fmla="*/ 450602 h 589171"/>
                <a:gd name="connsiteX249" fmla="*/ 2427697 w 2915191"/>
                <a:gd name="connsiteY249" fmla="*/ 481444 h 589171"/>
                <a:gd name="connsiteX250" fmla="*/ 2437441 w 2915191"/>
                <a:gd name="connsiteY250" fmla="*/ 477600 h 589171"/>
                <a:gd name="connsiteX251" fmla="*/ 2447200 w 2915191"/>
                <a:gd name="connsiteY251" fmla="*/ 456100 h 589171"/>
                <a:gd name="connsiteX252" fmla="*/ 2456944 w 2915191"/>
                <a:gd name="connsiteY252" fmla="*/ 461648 h 589171"/>
                <a:gd name="connsiteX253" fmla="*/ 2466703 w 2915191"/>
                <a:gd name="connsiteY253" fmla="*/ 470934 h 589171"/>
                <a:gd name="connsiteX254" fmla="*/ 2476446 w 2915191"/>
                <a:gd name="connsiteY254" fmla="*/ 456292 h 589171"/>
                <a:gd name="connsiteX255" fmla="*/ 2486190 w 2915191"/>
                <a:gd name="connsiteY255" fmla="*/ 480115 h 589171"/>
                <a:gd name="connsiteX256" fmla="*/ 2495949 w 2915191"/>
                <a:gd name="connsiteY256" fmla="*/ 470723 h 589171"/>
                <a:gd name="connsiteX257" fmla="*/ 2505693 w 2915191"/>
                <a:gd name="connsiteY257" fmla="*/ 482548 h 589171"/>
                <a:gd name="connsiteX258" fmla="*/ 2515452 w 2915191"/>
                <a:gd name="connsiteY258" fmla="*/ 487008 h 589171"/>
                <a:gd name="connsiteX259" fmla="*/ 2525196 w 2915191"/>
                <a:gd name="connsiteY259" fmla="*/ 511129 h 589171"/>
                <a:gd name="connsiteX260" fmla="*/ 2534940 w 2915191"/>
                <a:gd name="connsiteY260" fmla="*/ 480586 h 589171"/>
                <a:gd name="connsiteX261" fmla="*/ 2544699 w 2915191"/>
                <a:gd name="connsiteY261" fmla="*/ 519317 h 589171"/>
                <a:gd name="connsiteX262" fmla="*/ 2554443 w 2915191"/>
                <a:gd name="connsiteY262" fmla="*/ 532102 h 589171"/>
                <a:gd name="connsiteX263" fmla="*/ 2564202 w 2915191"/>
                <a:gd name="connsiteY263" fmla="*/ 523616 h 589171"/>
                <a:gd name="connsiteX264" fmla="*/ 2573946 w 2915191"/>
                <a:gd name="connsiteY264" fmla="*/ 567529 h 589171"/>
                <a:gd name="connsiteX265" fmla="*/ 2583690 w 2915191"/>
                <a:gd name="connsiteY265" fmla="*/ 569451 h 589171"/>
                <a:gd name="connsiteX266" fmla="*/ 2593448 w 2915191"/>
                <a:gd name="connsiteY266" fmla="*/ 561991 h 589171"/>
                <a:gd name="connsiteX267" fmla="*/ 2603192 w 2915191"/>
                <a:gd name="connsiteY267" fmla="*/ 559969 h 589171"/>
                <a:gd name="connsiteX268" fmla="*/ 2612951 w 2915191"/>
                <a:gd name="connsiteY268" fmla="*/ 550318 h 589171"/>
                <a:gd name="connsiteX269" fmla="*/ 2622695 w 2915191"/>
                <a:gd name="connsiteY269" fmla="*/ 528287 h 589171"/>
                <a:gd name="connsiteX270" fmla="*/ 2632439 w 2915191"/>
                <a:gd name="connsiteY270" fmla="*/ 562200 h 589171"/>
                <a:gd name="connsiteX271" fmla="*/ 2642198 w 2915191"/>
                <a:gd name="connsiteY271" fmla="*/ 585835 h 589171"/>
                <a:gd name="connsiteX272" fmla="*/ 2651942 w 2915191"/>
                <a:gd name="connsiteY272" fmla="*/ 575122 h 589171"/>
                <a:gd name="connsiteX273" fmla="*/ 2661685 w 2915191"/>
                <a:gd name="connsiteY273" fmla="*/ 537604 h 589171"/>
                <a:gd name="connsiteX274" fmla="*/ 2671444 w 2915191"/>
                <a:gd name="connsiteY274" fmla="*/ 557910 h 589171"/>
                <a:gd name="connsiteX275" fmla="*/ 2681188 w 2915191"/>
                <a:gd name="connsiteY275" fmla="*/ 557959 h 589171"/>
                <a:gd name="connsiteX276" fmla="*/ 2690947 w 2915191"/>
                <a:gd name="connsiteY276" fmla="*/ 538731 h 589171"/>
                <a:gd name="connsiteX277" fmla="*/ 2700691 w 2915191"/>
                <a:gd name="connsiteY277" fmla="*/ 531488 h 589171"/>
                <a:gd name="connsiteX278" fmla="*/ 2710435 w 2915191"/>
                <a:gd name="connsiteY278" fmla="*/ 533848 h 589171"/>
                <a:gd name="connsiteX279" fmla="*/ 2720194 w 2915191"/>
                <a:gd name="connsiteY279" fmla="*/ 553575 h 589171"/>
                <a:gd name="connsiteX280" fmla="*/ 2729938 w 2915191"/>
                <a:gd name="connsiteY280" fmla="*/ 551072 h 589171"/>
                <a:gd name="connsiteX281" fmla="*/ 2739697 w 2915191"/>
                <a:gd name="connsiteY281" fmla="*/ 542843 h 589171"/>
                <a:gd name="connsiteX282" fmla="*/ 2749441 w 2915191"/>
                <a:gd name="connsiteY282" fmla="*/ 552021 h 589171"/>
                <a:gd name="connsiteX283" fmla="*/ 2759185 w 2915191"/>
                <a:gd name="connsiteY283" fmla="*/ 530007 h 589171"/>
                <a:gd name="connsiteX284" fmla="*/ 2768943 w 2915191"/>
                <a:gd name="connsiteY284" fmla="*/ 521399 h 589171"/>
                <a:gd name="connsiteX285" fmla="*/ 2778687 w 2915191"/>
                <a:gd name="connsiteY285" fmla="*/ 513444 h 589171"/>
                <a:gd name="connsiteX286" fmla="*/ 2788446 w 2915191"/>
                <a:gd name="connsiteY286" fmla="*/ 506115 h 589171"/>
                <a:gd name="connsiteX287" fmla="*/ 2798190 w 2915191"/>
                <a:gd name="connsiteY287" fmla="*/ 505427 h 589171"/>
                <a:gd name="connsiteX288" fmla="*/ 2807934 w 2915191"/>
                <a:gd name="connsiteY288" fmla="*/ 507826 h 589171"/>
                <a:gd name="connsiteX289" fmla="*/ 2817693 w 2915191"/>
                <a:gd name="connsiteY289" fmla="*/ 513775 h 589171"/>
                <a:gd name="connsiteX290" fmla="*/ 2827437 w 2915191"/>
                <a:gd name="connsiteY290" fmla="*/ 498350 h 589171"/>
                <a:gd name="connsiteX291" fmla="*/ 2837196 w 2915191"/>
                <a:gd name="connsiteY291" fmla="*/ 494149 h 589171"/>
                <a:gd name="connsiteX292" fmla="*/ 2846940 w 2915191"/>
                <a:gd name="connsiteY292" fmla="*/ 503574 h 589171"/>
                <a:gd name="connsiteX293" fmla="*/ 2856684 w 2915191"/>
                <a:gd name="connsiteY293" fmla="*/ 496930 h 589171"/>
                <a:gd name="connsiteX294" fmla="*/ 2866442 w 2915191"/>
                <a:gd name="connsiteY294" fmla="*/ 505294 h 589171"/>
                <a:gd name="connsiteX295" fmla="*/ 2876186 w 2915191"/>
                <a:gd name="connsiteY295" fmla="*/ 525492 h 589171"/>
                <a:gd name="connsiteX296" fmla="*/ 2885945 w 2915191"/>
                <a:gd name="connsiteY296" fmla="*/ 530244 h 589171"/>
                <a:gd name="connsiteX297" fmla="*/ 2895689 w 2915191"/>
                <a:gd name="connsiteY297" fmla="*/ 571373 h 589171"/>
                <a:gd name="connsiteX298" fmla="*/ 2905433 w 2915191"/>
                <a:gd name="connsiteY298" fmla="*/ 589171 h 589171"/>
                <a:gd name="connsiteX299" fmla="*/ 2915192 w 2915191"/>
                <a:gd name="connsiteY299" fmla="*/ 557591 h 589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89171">
                  <a:moveTo>
                    <a:pt x="0" y="269186"/>
                  </a:moveTo>
                  <a:lnTo>
                    <a:pt x="9750" y="273587"/>
                  </a:lnTo>
                  <a:lnTo>
                    <a:pt x="19500" y="260626"/>
                  </a:lnTo>
                  <a:lnTo>
                    <a:pt x="29250" y="224163"/>
                  </a:lnTo>
                  <a:lnTo>
                    <a:pt x="39000" y="213081"/>
                  </a:lnTo>
                  <a:lnTo>
                    <a:pt x="48749" y="236217"/>
                  </a:lnTo>
                  <a:lnTo>
                    <a:pt x="58499" y="214185"/>
                  </a:lnTo>
                  <a:lnTo>
                    <a:pt x="68249" y="198526"/>
                  </a:lnTo>
                  <a:lnTo>
                    <a:pt x="77998" y="194990"/>
                  </a:lnTo>
                  <a:lnTo>
                    <a:pt x="87748" y="188216"/>
                  </a:lnTo>
                  <a:lnTo>
                    <a:pt x="97497" y="214782"/>
                  </a:lnTo>
                  <a:lnTo>
                    <a:pt x="107247" y="238248"/>
                  </a:lnTo>
                  <a:lnTo>
                    <a:pt x="116997" y="257136"/>
                  </a:lnTo>
                  <a:lnTo>
                    <a:pt x="126747" y="237877"/>
                  </a:lnTo>
                  <a:lnTo>
                    <a:pt x="136497" y="231618"/>
                  </a:lnTo>
                  <a:lnTo>
                    <a:pt x="146247" y="236340"/>
                  </a:lnTo>
                  <a:lnTo>
                    <a:pt x="155997" y="235422"/>
                  </a:lnTo>
                  <a:lnTo>
                    <a:pt x="165747" y="221248"/>
                  </a:lnTo>
                  <a:lnTo>
                    <a:pt x="175497" y="222087"/>
                  </a:lnTo>
                  <a:lnTo>
                    <a:pt x="185247" y="227016"/>
                  </a:lnTo>
                  <a:lnTo>
                    <a:pt x="194996" y="230154"/>
                  </a:lnTo>
                  <a:lnTo>
                    <a:pt x="204746" y="233580"/>
                  </a:lnTo>
                  <a:lnTo>
                    <a:pt x="214495" y="229482"/>
                  </a:lnTo>
                  <a:lnTo>
                    <a:pt x="224245" y="252913"/>
                  </a:lnTo>
                  <a:lnTo>
                    <a:pt x="233995" y="214390"/>
                  </a:lnTo>
                  <a:lnTo>
                    <a:pt x="243744" y="191427"/>
                  </a:lnTo>
                  <a:lnTo>
                    <a:pt x="253494" y="207909"/>
                  </a:lnTo>
                  <a:lnTo>
                    <a:pt x="263244" y="207030"/>
                  </a:lnTo>
                  <a:lnTo>
                    <a:pt x="272994" y="193889"/>
                  </a:lnTo>
                  <a:lnTo>
                    <a:pt x="282744" y="215995"/>
                  </a:lnTo>
                  <a:lnTo>
                    <a:pt x="292494" y="211014"/>
                  </a:lnTo>
                  <a:lnTo>
                    <a:pt x="302244" y="234085"/>
                  </a:lnTo>
                  <a:lnTo>
                    <a:pt x="311994" y="186751"/>
                  </a:lnTo>
                  <a:lnTo>
                    <a:pt x="321744" y="191209"/>
                  </a:lnTo>
                  <a:lnTo>
                    <a:pt x="331493" y="169060"/>
                  </a:lnTo>
                  <a:lnTo>
                    <a:pt x="341243" y="176020"/>
                  </a:lnTo>
                  <a:lnTo>
                    <a:pt x="350993" y="177512"/>
                  </a:lnTo>
                  <a:lnTo>
                    <a:pt x="360742" y="151082"/>
                  </a:lnTo>
                  <a:lnTo>
                    <a:pt x="370492" y="139827"/>
                  </a:lnTo>
                  <a:lnTo>
                    <a:pt x="380241" y="148664"/>
                  </a:lnTo>
                  <a:lnTo>
                    <a:pt x="389991" y="124564"/>
                  </a:lnTo>
                  <a:lnTo>
                    <a:pt x="399741" y="81713"/>
                  </a:lnTo>
                  <a:lnTo>
                    <a:pt x="409491" y="125674"/>
                  </a:lnTo>
                  <a:lnTo>
                    <a:pt x="419241" y="146669"/>
                  </a:lnTo>
                  <a:lnTo>
                    <a:pt x="428991" y="152899"/>
                  </a:lnTo>
                  <a:lnTo>
                    <a:pt x="438741" y="164017"/>
                  </a:lnTo>
                  <a:lnTo>
                    <a:pt x="448491" y="155224"/>
                  </a:lnTo>
                  <a:lnTo>
                    <a:pt x="458241" y="142180"/>
                  </a:lnTo>
                  <a:lnTo>
                    <a:pt x="467991" y="142837"/>
                  </a:lnTo>
                  <a:lnTo>
                    <a:pt x="477740" y="107754"/>
                  </a:lnTo>
                  <a:lnTo>
                    <a:pt x="487490" y="115190"/>
                  </a:lnTo>
                  <a:lnTo>
                    <a:pt x="497239" y="108146"/>
                  </a:lnTo>
                  <a:lnTo>
                    <a:pt x="506989" y="114484"/>
                  </a:lnTo>
                  <a:lnTo>
                    <a:pt x="516738" y="93703"/>
                  </a:lnTo>
                  <a:lnTo>
                    <a:pt x="526488" y="96297"/>
                  </a:lnTo>
                  <a:lnTo>
                    <a:pt x="536238" y="131633"/>
                  </a:lnTo>
                  <a:lnTo>
                    <a:pt x="545988" y="109588"/>
                  </a:lnTo>
                  <a:lnTo>
                    <a:pt x="555738" y="86983"/>
                  </a:lnTo>
                  <a:lnTo>
                    <a:pt x="565488" y="61557"/>
                  </a:lnTo>
                  <a:lnTo>
                    <a:pt x="575238" y="40802"/>
                  </a:lnTo>
                  <a:lnTo>
                    <a:pt x="584988" y="65524"/>
                  </a:lnTo>
                  <a:lnTo>
                    <a:pt x="594738" y="57750"/>
                  </a:lnTo>
                  <a:lnTo>
                    <a:pt x="604488" y="58625"/>
                  </a:lnTo>
                  <a:lnTo>
                    <a:pt x="614237" y="16897"/>
                  </a:lnTo>
                  <a:lnTo>
                    <a:pt x="623987" y="0"/>
                  </a:lnTo>
                  <a:lnTo>
                    <a:pt x="633736" y="25249"/>
                  </a:lnTo>
                  <a:lnTo>
                    <a:pt x="643486" y="63394"/>
                  </a:lnTo>
                  <a:lnTo>
                    <a:pt x="653236" y="52328"/>
                  </a:lnTo>
                  <a:lnTo>
                    <a:pt x="662985" y="53539"/>
                  </a:lnTo>
                  <a:lnTo>
                    <a:pt x="672735" y="17274"/>
                  </a:lnTo>
                  <a:lnTo>
                    <a:pt x="682485" y="21073"/>
                  </a:lnTo>
                  <a:lnTo>
                    <a:pt x="692235" y="22207"/>
                  </a:lnTo>
                  <a:lnTo>
                    <a:pt x="701985" y="28073"/>
                  </a:lnTo>
                  <a:lnTo>
                    <a:pt x="711735" y="30844"/>
                  </a:lnTo>
                  <a:lnTo>
                    <a:pt x="721485" y="46792"/>
                  </a:lnTo>
                  <a:lnTo>
                    <a:pt x="731235" y="46081"/>
                  </a:lnTo>
                  <a:lnTo>
                    <a:pt x="740985" y="48739"/>
                  </a:lnTo>
                  <a:lnTo>
                    <a:pt x="750734" y="78768"/>
                  </a:lnTo>
                  <a:lnTo>
                    <a:pt x="760484" y="126834"/>
                  </a:lnTo>
                  <a:lnTo>
                    <a:pt x="770233" y="148954"/>
                  </a:lnTo>
                  <a:lnTo>
                    <a:pt x="779983" y="170794"/>
                  </a:lnTo>
                  <a:lnTo>
                    <a:pt x="789733" y="190017"/>
                  </a:lnTo>
                  <a:lnTo>
                    <a:pt x="799482" y="198776"/>
                  </a:lnTo>
                  <a:lnTo>
                    <a:pt x="809232" y="179211"/>
                  </a:lnTo>
                  <a:lnTo>
                    <a:pt x="818982" y="174446"/>
                  </a:lnTo>
                  <a:lnTo>
                    <a:pt x="828732" y="194044"/>
                  </a:lnTo>
                  <a:lnTo>
                    <a:pt x="838482" y="176544"/>
                  </a:lnTo>
                  <a:lnTo>
                    <a:pt x="848232" y="205134"/>
                  </a:lnTo>
                  <a:lnTo>
                    <a:pt x="857982" y="211948"/>
                  </a:lnTo>
                  <a:lnTo>
                    <a:pt x="867732" y="218586"/>
                  </a:lnTo>
                  <a:lnTo>
                    <a:pt x="877482" y="188025"/>
                  </a:lnTo>
                  <a:lnTo>
                    <a:pt x="887231" y="211926"/>
                  </a:lnTo>
                  <a:lnTo>
                    <a:pt x="896981" y="237312"/>
                  </a:lnTo>
                  <a:lnTo>
                    <a:pt x="906730" y="227461"/>
                  </a:lnTo>
                  <a:lnTo>
                    <a:pt x="916480" y="242059"/>
                  </a:lnTo>
                  <a:lnTo>
                    <a:pt x="926230" y="266865"/>
                  </a:lnTo>
                  <a:lnTo>
                    <a:pt x="935979" y="244613"/>
                  </a:lnTo>
                  <a:lnTo>
                    <a:pt x="945729" y="287348"/>
                  </a:lnTo>
                  <a:lnTo>
                    <a:pt x="955479" y="297781"/>
                  </a:lnTo>
                  <a:lnTo>
                    <a:pt x="965229" y="310455"/>
                  </a:lnTo>
                  <a:lnTo>
                    <a:pt x="974979" y="315140"/>
                  </a:lnTo>
                  <a:lnTo>
                    <a:pt x="984729" y="300559"/>
                  </a:lnTo>
                  <a:lnTo>
                    <a:pt x="994474" y="292016"/>
                  </a:lnTo>
                  <a:lnTo>
                    <a:pt x="1004233" y="273979"/>
                  </a:lnTo>
                  <a:lnTo>
                    <a:pt x="1013977" y="272635"/>
                  </a:lnTo>
                  <a:lnTo>
                    <a:pt x="1023721" y="304093"/>
                  </a:lnTo>
                  <a:lnTo>
                    <a:pt x="1033480" y="317731"/>
                  </a:lnTo>
                  <a:lnTo>
                    <a:pt x="1043224" y="291148"/>
                  </a:lnTo>
                  <a:lnTo>
                    <a:pt x="1052983" y="280731"/>
                  </a:lnTo>
                  <a:lnTo>
                    <a:pt x="1062727" y="299096"/>
                  </a:lnTo>
                  <a:lnTo>
                    <a:pt x="1072471" y="298875"/>
                  </a:lnTo>
                  <a:lnTo>
                    <a:pt x="1082230" y="302722"/>
                  </a:lnTo>
                  <a:lnTo>
                    <a:pt x="1091973" y="313191"/>
                  </a:lnTo>
                  <a:lnTo>
                    <a:pt x="1101732" y="365645"/>
                  </a:lnTo>
                  <a:lnTo>
                    <a:pt x="1111476" y="357814"/>
                  </a:lnTo>
                  <a:lnTo>
                    <a:pt x="1121220" y="325129"/>
                  </a:lnTo>
                  <a:lnTo>
                    <a:pt x="1130979" y="325130"/>
                  </a:lnTo>
                  <a:lnTo>
                    <a:pt x="1140723" y="326900"/>
                  </a:lnTo>
                  <a:lnTo>
                    <a:pt x="1150482" y="299060"/>
                  </a:lnTo>
                  <a:lnTo>
                    <a:pt x="1160226" y="279842"/>
                  </a:lnTo>
                  <a:lnTo>
                    <a:pt x="1169969" y="253076"/>
                  </a:lnTo>
                  <a:lnTo>
                    <a:pt x="1179728" y="224245"/>
                  </a:lnTo>
                  <a:lnTo>
                    <a:pt x="1189472" y="214225"/>
                  </a:lnTo>
                  <a:lnTo>
                    <a:pt x="1199231" y="221675"/>
                  </a:lnTo>
                  <a:lnTo>
                    <a:pt x="1208975" y="208531"/>
                  </a:lnTo>
                  <a:lnTo>
                    <a:pt x="1218719" y="222440"/>
                  </a:lnTo>
                  <a:lnTo>
                    <a:pt x="1228478" y="225615"/>
                  </a:lnTo>
                  <a:lnTo>
                    <a:pt x="1238222" y="225104"/>
                  </a:lnTo>
                  <a:lnTo>
                    <a:pt x="1247966" y="206093"/>
                  </a:lnTo>
                  <a:lnTo>
                    <a:pt x="1257725" y="213434"/>
                  </a:lnTo>
                  <a:lnTo>
                    <a:pt x="1267469" y="202160"/>
                  </a:lnTo>
                  <a:lnTo>
                    <a:pt x="1277227" y="161842"/>
                  </a:lnTo>
                  <a:lnTo>
                    <a:pt x="1286971" y="204040"/>
                  </a:lnTo>
                  <a:lnTo>
                    <a:pt x="1296715" y="198009"/>
                  </a:lnTo>
                  <a:lnTo>
                    <a:pt x="1306474" y="179025"/>
                  </a:lnTo>
                  <a:lnTo>
                    <a:pt x="1316218" y="227767"/>
                  </a:lnTo>
                  <a:lnTo>
                    <a:pt x="1325977" y="233580"/>
                  </a:lnTo>
                  <a:lnTo>
                    <a:pt x="1335721" y="238259"/>
                  </a:lnTo>
                  <a:lnTo>
                    <a:pt x="1345465" y="233777"/>
                  </a:lnTo>
                  <a:lnTo>
                    <a:pt x="1355224" y="231226"/>
                  </a:lnTo>
                  <a:lnTo>
                    <a:pt x="1364967" y="216496"/>
                  </a:lnTo>
                  <a:lnTo>
                    <a:pt x="1374726" y="222138"/>
                  </a:lnTo>
                  <a:lnTo>
                    <a:pt x="1384470" y="196504"/>
                  </a:lnTo>
                  <a:lnTo>
                    <a:pt x="1394214" y="204422"/>
                  </a:lnTo>
                  <a:lnTo>
                    <a:pt x="1403973" y="221330"/>
                  </a:lnTo>
                  <a:lnTo>
                    <a:pt x="1413717" y="265177"/>
                  </a:lnTo>
                  <a:lnTo>
                    <a:pt x="1423476" y="272055"/>
                  </a:lnTo>
                  <a:lnTo>
                    <a:pt x="1433220" y="270381"/>
                  </a:lnTo>
                  <a:lnTo>
                    <a:pt x="1442964" y="293651"/>
                  </a:lnTo>
                  <a:lnTo>
                    <a:pt x="1452722" y="290278"/>
                  </a:lnTo>
                  <a:lnTo>
                    <a:pt x="1462466" y="283553"/>
                  </a:lnTo>
                  <a:lnTo>
                    <a:pt x="1472225" y="276869"/>
                  </a:lnTo>
                  <a:lnTo>
                    <a:pt x="1481969" y="303397"/>
                  </a:lnTo>
                  <a:lnTo>
                    <a:pt x="1491713" y="310936"/>
                  </a:lnTo>
                  <a:lnTo>
                    <a:pt x="1501472" y="308840"/>
                  </a:lnTo>
                  <a:lnTo>
                    <a:pt x="1511216" y="333590"/>
                  </a:lnTo>
                  <a:lnTo>
                    <a:pt x="1520960" y="348504"/>
                  </a:lnTo>
                  <a:lnTo>
                    <a:pt x="1530719" y="385668"/>
                  </a:lnTo>
                  <a:lnTo>
                    <a:pt x="1540463" y="355517"/>
                  </a:lnTo>
                  <a:lnTo>
                    <a:pt x="1550221" y="356354"/>
                  </a:lnTo>
                  <a:lnTo>
                    <a:pt x="1559965" y="346565"/>
                  </a:lnTo>
                  <a:lnTo>
                    <a:pt x="1569709" y="374197"/>
                  </a:lnTo>
                  <a:lnTo>
                    <a:pt x="1579468" y="384748"/>
                  </a:lnTo>
                  <a:lnTo>
                    <a:pt x="1589212" y="377758"/>
                  </a:lnTo>
                  <a:lnTo>
                    <a:pt x="1598971" y="375274"/>
                  </a:lnTo>
                  <a:lnTo>
                    <a:pt x="1608715" y="326539"/>
                  </a:lnTo>
                  <a:lnTo>
                    <a:pt x="1618459" y="303988"/>
                  </a:lnTo>
                  <a:lnTo>
                    <a:pt x="1628218" y="308898"/>
                  </a:lnTo>
                  <a:lnTo>
                    <a:pt x="1637962" y="325704"/>
                  </a:lnTo>
                  <a:lnTo>
                    <a:pt x="1647720" y="325573"/>
                  </a:lnTo>
                  <a:lnTo>
                    <a:pt x="1657464" y="302275"/>
                  </a:lnTo>
                  <a:lnTo>
                    <a:pt x="1667208" y="321544"/>
                  </a:lnTo>
                  <a:lnTo>
                    <a:pt x="1676967" y="332504"/>
                  </a:lnTo>
                  <a:lnTo>
                    <a:pt x="1686711" y="301253"/>
                  </a:lnTo>
                  <a:lnTo>
                    <a:pt x="1696470" y="263091"/>
                  </a:lnTo>
                  <a:lnTo>
                    <a:pt x="1706214" y="241072"/>
                  </a:lnTo>
                  <a:lnTo>
                    <a:pt x="1715958" y="270196"/>
                  </a:lnTo>
                  <a:lnTo>
                    <a:pt x="1725716" y="275762"/>
                  </a:lnTo>
                  <a:lnTo>
                    <a:pt x="1735460" y="289118"/>
                  </a:lnTo>
                  <a:lnTo>
                    <a:pt x="1745219" y="264795"/>
                  </a:lnTo>
                  <a:lnTo>
                    <a:pt x="1754963" y="245565"/>
                  </a:lnTo>
                  <a:lnTo>
                    <a:pt x="1764707" y="202745"/>
                  </a:lnTo>
                  <a:lnTo>
                    <a:pt x="1774466" y="198684"/>
                  </a:lnTo>
                  <a:lnTo>
                    <a:pt x="1784210" y="214924"/>
                  </a:lnTo>
                  <a:lnTo>
                    <a:pt x="1793969" y="225040"/>
                  </a:lnTo>
                  <a:lnTo>
                    <a:pt x="1803713" y="219916"/>
                  </a:lnTo>
                  <a:lnTo>
                    <a:pt x="1813457" y="231326"/>
                  </a:lnTo>
                  <a:lnTo>
                    <a:pt x="1823215" y="206123"/>
                  </a:lnTo>
                  <a:lnTo>
                    <a:pt x="1832959" y="196197"/>
                  </a:lnTo>
                  <a:lnTo>
                    <a:pt x="1842703" y="187419"/>
                  </a:lnTo>
                  <a:lnTo>
                    <a:pt x="1852462" y="202601"/>
                  </a:lnTo>
                  <a:lnTo>
                    <a:pt x="1862206" y="205418"/>
                  </a:lnTo>
                  <a:lnTo>
                    <a:pt x="1871965" y="192459"/>
                  </a:lnTo>
                  <a:lnTo>
                    <a:pt x="1881709" y="190504"/>
                  </a:lnTo>
                  <a:lnTo>
                    <a:pt x="1891453" y="186437"/>
                  </a:lnTo>
                  <a:lnTo>
                    <a:pt x="1901212" y="163195"/>
                  </a:lnTo>
                  <a:lnTo>
                    <a:pt x="1910956" y="162821"/>
                  </a:lnTo>
                  <a:lnTo>
                    <a:pt x="1920714" y="200108"/>
                  </a:lnTo>
                  <a:lnTo>
                    <a:pt x="1930458" y="166399"/>
                  </a:lnTo>
                  <a:lnTo>
                    <a:pt x="1940202" y="181318"/>
                  </a:lnTo>
                  <a:lnTo>
                    <a:pt x="1949961" y="192170"/>
                  </a:lnTo>
                  <a:lnTo>
                    <a:pt x="1959705" y="170286"/>
                  </a:lnTo>
                  <a:lnTo>
                    <a:pt x="1969464" y="185038"/>
                  </a:lnTo>
                  <a:lnTo>
                    <a:pt x="1979208" y="197835"/>
                  </a:lnTo>
                  <a:lnTo>
                    <a:pt x="1988952" y="174267"/>
                  </a:lnTo>
                  <a:lnTo>
                    <a:pt x="1998711" y="186872"/>
                  </a:lnTo>
                  <a:lnTo>
                    <a:pt x="2008454" y="201220"/>
                  </a:lnTo>
                  <a:lnTo>
                    <a:pt x="2018213" y="204290"/>
                  </a:lnTo>
                  <a:lnTo>
                    <a:pt x="2027957" y="243184"/>
                  </a:lnTo>
                  <a:lnTo>
                    <a:pt x="2037701" y="220970"/>
                  </a:lnTo>
                  <a:lnTo>
                    <a:pt x="2047460" y="218106"/>
                  </a:lnTo>
                  <a:lnTo>
                    <a:pt x="2057204" y="239810"/>
                  </a:lnTo>
                  <a:lnTo>
                    <a:pt x="2066963" y="240142"/>
                  </a:lnTo>
                  <a:lnTo>
                    <a:pt x="2076707" y="274544"/>
                  </a:lnTo>
                  <a:lnTo>
                    <a:pt x="2086451" y="283426"/>
                  </a:lnTo>
                  <a:lnTo>
                    <a:pt x="2096210" y="287035"/>
                  </a:lnTo>
                  <a:lnTo>
                    <a:pt x="2105954" y="315841"/>
                  </a:lnTo>
                  <a:lnTo>
                    <a:pt x="2115697" y="321860"/>
                  </a:lnTo>
                  <a:lnTo>
                    <a:pt x="2125456" y="361490"/>
                  </a:lnTo>
                  <a:lnTo>
                    <a:pt x="2135200" y="348058"/>
                  </a:lnTo>
                  <a:lnTo>
                    <a:pt x="2144959" y="345044"/>
                  </a:lnTo>
                  <a:lnTo>
                    <a:pt x="2154703" y="298196"/>
                  </a:lnTo>
                  <a:lnTo>
                    <a:pt x="2164447" y="319799"/>
                  </a:lnTo>
                  <a:lnTo>
                    <a:pt x="2174206" y="320614"/>
                  </a:lnTo>
                  <a:lnTo>
                    <a:pt x="2183950" y="329741"/>
                  </a:lnTo>
                  <a:lnTo>
                    <a:pt x="2193709" y="316523"/>
                  </a:lnTo>
                  <a:lnTo>
                    <a:pt x="2203452" y="347081"/>
                  </a:lnTo>
                  <a:lnTo>
                    <a:pt x="2213196" y="340877"/>
                  </a:lnTo>
                  <a:lnTo>
                    <a:pt x="2222955" y="362927"/>
                  </a:lnTo>
                  <a:lnTo>
                    <a:pt x="2232699" y="393524"/>
                  </a:lnTo>
                  <a:lnTo>
                    <a:pt x="2242458" y="365015"/>
                  </a:lnTo>
                  <a:lnTo>
                    <a:pt x="2252202" y="350530"/>
                  </a:lnTo>
                  <a:lnTo>
                    <a:pt x="2261946" y="344536"/>
                  </a:lnTo>
                  <a:lnTo>
                    <a:pt x="2271705" y="364066"/>
                  </a:lnTo>
                  <a:lnTo>
                    <a:pt x="2281449" y="393481"/>
                  </a:lnTo>
                  <a:lnTo>
                    <a:pt x="2291208" y="369435"/>
                  </a:lnTo>
                  <a:lnTo>
                    <a:pt x="2300951" y="364909"/>
                  </a:lnTo>
                  <a:lnTo>
                    <a:pt x="2310695" y="378604"/>
                  </a:lnTo>
                  <a:lnTo>
                    <a:pt x="2320454" y="401714"/>
                  </a:lnTo>
                  <a:lnTo>
                    <a:pt x="2330198" y="406940"/>
                  </a:lnTo>
                  <a:lnTo>
                    <a:pt x="2339957" y="446441"/>
                  </a:lnTo>
                  <a:lnTo>
                    <a:pt x="2349701" y="443653"/>
                  </a:lnTo>
                  <a:lnTo>
                    <a:pt x="2359445" y="446423"/>
                  </a:lnTo>
                  <a:lnTo>
                    <a:pt x="2369204" y="444906"/>
                  </a:lnTo>
                  <a:lnTo>
                    <a:pt x="2378948" y="453372"/>
                  </a:lnTo>
                  <a:lnTo>
                    <a:pt x="2388692" y="428550"/>
                  </a:lnTo>
                  <a:lnTo>
                    <a:pt x="2398450" y="445337"/>
                  </a:lnTo>
                  <a:lnTo>
                    <a:pt x="2408194" y="448211"/>
                  </a:lnTo>
                  <a:lnTo>
                    <a:pt x="2417953" y="450602"/>
                  </a:lnTo>
                  <a:lnTo>
                    <a:pt x="2427697" y="481444"/>
                  </a:lnTo>
                  <a:lnTo>
                    <a:pt x="2437441" y="477600"/>
                  </a:lnTo>
                  <a:lnTo>
                    <a:pt x="2447200" y="456100"/>
                  </a:lnTo>
                  <a:lnTo>
                    <a:pt x="2456944" y="461648"/>
                  </a:lnTo>
                  <a:lnTo>
                    <a:pt x="2466703" y="470934"/>
                  </a:lnTo>
                  <a:lnTo>
                    <a:pt x="2476446" y="456292"/>
                  </a:lnTo>
                  <a:lnTo>
                    <a:pt x="2486190" y="480115"/>
                  </a:lnTo>
                  <a:lnTo>
                    <a:pt x="2495949" y="470723"/>
                  </a:lnTo>
                  <a:lnTo>
                    <a:pt x="2505693" y="482548"/>
                  </a:lnTo>
                  <a:lnTo>
                    <a:pt x="2515452" y="487008"/>
                  </a:lnTo>
                  <a:lnTo>
                    <a:pt x="2525196" y="511129"/>
                  </a:lnTo>
                  <a:lnTo>
                    <a:pt x="2534940" y="480586"/>
                  </a:lnTo>
                  <a:lnTo>
                    <a:pt x="2544699" y="519317"/>
                  </a:lnTo>
                  <a:lnTo>
                    <a:pt x="2554443" y="532102"/>
                  </a:lnTo>
                  <a:lnTo>
                    <a:pt x="2564202" y="523616"/>
                  </a:lnTo>
                  <a:lnTo>
                    <a:pt x="2573946" y="567529"/>
                  </a:lnTo>
                  <a:lnTo>
                    <a:pt x="2583690" y="569451"/>
                  </a:lnTo>
                  <a:lnTo>
                    <a:pt x="2593448" y="561991"/>
                  </a:lnTo>
                  <a:lnTo>
                    <a:pt x="2603192" y="559969"/>
                  </a:lnTo>
                  <a:lnTo>
                    <a:pt x="2612951" y="550318"/>
                  </a:lnTo>
                  <a:lnTo>
                    <a:pt x="2622695" y="528287"/>
                  </a:lnTo>
                  <a:lnTo>
                    <a:pt x="2632439" y="562200"/>
                  </a:lnTo>
                  <a:lnTo>
                    <a:pt x="2642198" y="585835"/>
                  </a:lnTo>
                  <a:lnTo>
                    <a:pt x="2651942" y="575122"/>
                  </a:lnTo>
                  <a:lnTo>
                    <a:pt x="2661685" y="537604"/>
                  </a:lnTo>
                  <a:lnTo>
                    <a:pt x="2671444" y="557910"/>
                  </a:lnTo>
                  <a:lnTo>
                    <a:pt x="2681188" y="557959"/>
                  </a:lnTo>
                  <a:lnTo>
                    <a:pt x="2690947" y="538731"/>
                  </a:lnTo>
                  <a:lnTo>
                    <a:pt x="2700691" y="531488"/>
                  </a:lnTo>
                  <a:lnTo>
                    <a:pt x="2710435" y="533848"/>
                  </a:lnTo>
                  <a:lnTo>
                    <a:pt x="2720194" y="553575"/>
                  </a:lnTo>
                  <a:lnTo>
                    <a:pt x="2729938" y="551072"/>
                  </a:lnTo>
                  <a:lnTo>
                    <a:pt x="2739697" y="542843"/>
                  </a:lnTo>
                  <a:lnTo>
                    <a:pt x="2749441" y="552021"/>
                  </a:lnTo>
                  <a:lnTo>
                    <a:pt x="2759185" y="530007"/>
                  </a:lnTo>
                  <a:lnTo>
                    <a:pt x="2768943" y="521399"/>
                  </a:lnTo>
                  <a:lnTo>
                    <a:pt x="2778687" y="513444"/>
                  </a:lnTo>
                  <a:lnTo>
                    <a:pt x="2788446" y="506115"/>
                  </a:lnTo>
                  <a:lnTo>
                    <a:pt x="2798190" y="505427"/>
                  </a:lnTo>
                  <a:lnTo>
                    <a:pt x="2807934" y="507826"/>
                  </a:lnTo>
                  <a:lnTo>
                    <a:pt x="2817693" y="513775"/>
                  </a:lnTo>
                  <a:lnTo>
                    <a:pt x="2827437" y="498350"/>
                  </a:lnTo>
                  <a:lnTo>
                    <a:pt x="2837196" y="494149"/>
                  </a:lnTo>
                  <a:lnTo>
                    <a:pt x="2846940" y="503574"/>
                  </a:lnTo>
                  <a:lnTo>
                    <a:pt x="2856684" y="496930"/>
                  </a:lnTo>
                  <a:lnTo>
                    <a:pt x="2866442" y="505294"/>
                  </a:lnTo>
                  <a:lnTo>
                    <a:pt x="2876186" y="525492"/>
                  </a:lnTo>
                  <a:lnTo>
                    <a:pt x="2885945" y="530244"/>
                  </a:lnTo>
                  <a:lnTo>
                    <a:pt x="2895689" y="571373"/>
                  </a:lnTo>
                  <a:lnTo>
                    <a:pt x="2905433" y="589171"/>
                  </a:lnTo>
                  <a:lnTo>
                    <a:pt x="2915192" y="55759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3" name="Freeform 992">
              <a:extLst>
                <a:ext uri="{FF2B5EF4-FFF2-40B4-BE49-F238E27FC236}">
                  <a16:creationId xmlns:a16="http://schemas.microsoft.com/office/drawing/2014/main" id="{87433FBC-D1D5-3D22-1245-2F76E63BEB96}"/>
                </a:ext>
              </a:extLst>
            </p:cNvPr>
            <p:cNvSpPr/>
            <p:nvPr/>
          </p:nvSpPr>
          <p:spPr>
            <a:xfrm>
              <a:off x="4426652" y="3582605"/>
              <a:ext cx="2915191" cy="372364"/>
            </a:xfrm>
            <a:custGeom>
              <a:avLst/>
              <a:gdLst>
                <a:gd name="connsiteX0" fmla="*/ 0 w 2915191"/>
                <a:gd name="connsiteY0" fmla="*/ 241104 h 372364"/>
                <a:gd name="connsiteX1" fmla="*/ 9750 w 2915191"/>
                <a:gd name="connsiteY1" fmla="*/ 217062 h 372364"/>
                <a:gd name="connsiteX2" fmla="*/ 19500 w 2915191"/>
                <a:gd name="connsiteY2" fmla="*/ 205725 h 372364"/>
                <a:gd name="connsiteX3" fmla="*/ 29250 w 2915191"/>
                <a:gd name="connsiteY3" fmla="*/ 211759 h 372364"/>
                <a:gd name="connsiteX4" fmla="*/ 39000 w 2915191"/>
                <a:gd name="connsiteY4" fmla="*/ 193360 h 372364"/>
                <a:gd name="connsiteX5" fmla="*/ 48749 w 2915191"/>
                <a:gd name="connsiteY5" fmla="*/ 181350 h 372364"/>
                <a:gd name="connsiteX6" fmla="*/ 58499 w 2915191"/>
                <a:gd name="connsiteY6" fmla="*/ 192119 h 372364"/>
                <a:gd name="connsiteX7" fmla="*/ 68249 w 2915191"/>
                <a:gd name="connsiteY7" fmla="*/ 211026 h 372364"/>
                <a:gd name="connsiteX8" fmla="*/ 77998 w 2915191"/>
                <a:gd name="connsiteY8" fmla="*/ 199341 h 372364"/>
                <a:gd name="connsiteX9" fmla="*/ 87748 w 2915191"/>
                <a:gd name="connsiteY9" fmla="*/ 173080 h 372364"/>
                <a:gd name="connsiteX10" fmla="*/ 97497 w 2915191"/>
                <a:gd name="connsiteY10" fmla="*/ 225210 h 372364"/>
                <a:gd name="connsiteX11" fmla="*/ 107247 w 2915191"/>
                <a:gd name="connsiteY11" fmla="*/ 210940 h 372364"/>
                <a:gd name="connsiteX12" fmla="*/ 116997 w 2915191"/>
                <a:gd name="connsiteY12" fmla="*/ 227198 h 372364"/>
                <a:gd name="connsiteX13" fmla="*/ 126747 w 2915191"/>
                <a:gd name="connsiteY13" fmla="*/ 226570 h 372364"/>
                <a:gd name="connsiteX14" fmla="*/ 136497 w 2915191"/>
                <a:gd name="connsiteY14" fmla="*/ 245656 h 372364"/>
                <a:gd name="connsiteX15" fmla="*/ 146247 w 2915191"/>
                <a:gd name="connsiteY15" fmla="*/ 233069 h 372364"/>
                <a:gd name="connsiteX16" fmla="*/ 155997 w 2915191"/>
                <a:gd name="connsiteY16" fmla="*/ 228068 h 372364"/>
                <a:gd name="connsiteX17" fmla="*/ 165747 w 2915191"/>
                <a:gd name="connsiteY17" fmla="*/ 242073 h 372364"/>
                <a:gd name="connsiteX18" fmla="*/ 175497 w 2915191"/>
                <a:gd name="connsiteY18" fmla="*/ 238790 h 372364"/>
                <a:gd name="connsiteX19" fmla="*/ 185247 w 2915191"/>
                <a:gd name="connsiteY19" fmla="*/ 249309 h 372364"/>
                <a:gd name="connsiteX20" fmla="*/ 194996 w 2915191"/>
                <a:gd name="connsiteY20" fmla="*/ 243277 h 372364"/>
                <a:gd name="connsiteX21" fmla="*/ 204746 w 2915191"/>
                <a:gd name="connsiteY21" fmla="*/ 244631 h 372364"/>
                <a:gd name="connsiteX22" fmla="*/ 214495 w 2915191"/>
                <a:gd name="connsiteY22" fmla="*/ 237420 h 372364"/>
                <a:gd name="connsiteX23" fmla="*/ 224245 w 2915191"/>
                <a:gd name="connsiteY23" fmla="*/ 208195 h 372364"/>
                <a:gd name="connsiteX24" fmla="*/ 233995 w 2915191"/>
                <a:gd name="connsiteY24" fmla="*/ 222206 h 372364"/>
                <a:gd name="connsiteX25" fmla="*/ 243744 w 2915191"/>
                <a:gd name="connsiteY25" fmla="*/ 229273 h 372364"/>
                <a:gd name="connsiteX26" fmla="*/ 253494 w 2915191"/>
                <a:gd name="connsiteY26" fmla="*/ 214136 h 372364"/>
                <a:gd name="connsiteX27" fmla="*/ 263244 w 2915191"/>
                <a:gd name="connsiteY27" fmla="*/ 226958 h 372364"/>
                <a:gd name="connsiteX28" fmla="*/ 272994 w 2915191"/>
                <a:gd name="connsiteY28" fmla="*/ 247505 h 372364"/>
                <a:gd name="connsiteX29" fmla="*/ 282744 w 2915191"/>
                <a:gd name="connsiteY29" fmla="*/ 245193 h 372364"/>
                <a:gd name="connsiteX30" fmla="*/ 292494 w 2915191"/>
                <a:gd name="connsiteY30" fmla="*/ 261894 h 372364"/>
                <a:gd name="connsiteX31" fmla="*/ 302244 w 2915191"/>
                <a:gd name="connsiteY31" fmla="*/ 251870 h 372364"/>
                <a:gd name="connsiteX32" fmla="*/ 311994 w 2915191"/>
                <a:gd name="connsiteY32" fmla="*/ 260232 h 372364"/>
                <a:gd name="connsiteX33" fmla="*/ 321744 w 2915191"/>
                <a:gd name="connsiteY33" fmla="*/ 284576 h 372364"/>
                <a:gd name="connsiteX34" fmla="*/ 331493 w 2915191"/>
                <a:gd name="connsiteY34" fmla="*/ 298000 h 372364"/>
                <a:gd name="connsiteX35" fmla="*/ 341243 w 2915191"/>
                <a:gd name="connsiteY35" fmla="*/ 299072 h 372364"/>
                <a:gd name="connsiteX36" fmla="*/ 350993 w 2915191"/>
                <a:gd name="connsiteY36" fmla="*/ 282660 h 372364"/>
                <a:gd name="connsiteX37" fmla="*/ 360742 w 2915191"/>
                <a:gd name="connsiteY37" fmla="*/ 296265 h 372364"/>
                <a:gd name="connsiteX38" fmla="*/ 370492 w 2915191"/>
                <a:gd name="connsiteY38" fmla="*/ 323957 h 372364"/>
                <a:gd name="connsiteX39" fmla="*/ 380241 w 2915191"/>
                <a:gd name="connsiteY39" fmla="*/ 307928 h 372364"/>
                <a:gd name="connsiteX40" fmla="*/ 389991 w 2915191"/>
                <a:gd name="connsiteY40" fmla="*/ 321057 h 372364"/>
                <a:gd name="connsiteX41" fmla="*/ 399741 w 2915191"/>
                <a:gd name="connsiteY41" fmla="*/ 324635 h 372364"/>
                <a:gd name="connsiteX42" fmla="*/ 409491 w 2915191"/>
                <a:gd name="connsiteY42" fmla="*/ 300107 h 372364"/>
                <a:gd name="connsiteX43" fmla="*/ 419241 w 2915191"/>
                <a:gd name="connsiteY43" fmla="*/ 299747 h 372364"/>
                <a:gd name="connsiteX44" fmla="*/ 428991 w 2915191"/>
                <a:gd name="connsiteY44" fmla="*/ 314065 h 372364"/>
                <a:gd name="connsiteX45" fmla="*/ 438741 w 2915191"/>
                <a:gd name="connsiteY45" fmla="*/ 320756 h 372364"/>
                <a:gd name="connsiteX46" fmla="*/ 448491 w 2915191"/>
                <a:gd name="connsiteY46" fmla="*/ 348247 h 372364"/>
                <a:gd name="connsiteX47" fmla="*/ 458241 w 2915191"/>
                <a:gd name="connsiteY47" fmla="*/ 341523 h 372364"/>
                <a:gd name="connsiteX48" fmla="*/ 467991 w 2915191"/>
                <a:gd name="connsiteY48" fmla="*/ 364036 h 372364"/>
                <a:gd name="connsiteX49" fmla="*/ 477740 w 2915191"/>
                <a:gd name="connsiteY49" fmla="*/ 345019 h 372364"/>
                <a:gd name="connsiteX50" fmla="*/ 487490 w 2915191"/>
                <a:gd name="connsiteY50" fmla="*/ 298979 h 372364"/>
                <a:gd name="connsiteX51" fmla="*/ 497239 w 2915191"/>
                <a:gd name="connsiteY51" fmla="*/ 272960 h 372364"/>
                <a:gd name="connsiteX52" fmla="*/ 506989 w 2915191"/>
                <a:gd name="connsiteY52" fmla="*/ 276990 h 372364"/>
                <a:gd name="connsiteX53" fmla="*/ 516738 w 2915191"/>
                <a:gd name="connsiteY53" fmla="*/ 254983 h 372364"/>
                <a:gd name="connsiteX54" fmla="*/ 526488 w 2915191"/>
                <a:gd name="connsiteY54" fmla="*/ 218835 h 372364"/>
                <a:gd name="connsiteX55" fmla="*/ 536238 w 2915191"/>
                <a:gd name="connsiteY55" fmla="*/ 196063 h 372364"/>
                <a:gd name="connsiteX56" fmla="*/ 545988 w 2915191"/>
                <a:gd name="connsiteY56" fmla="*/ 212442 h 372364"/>
                <a:gd name="connsiteX57" fmla="*/ 555738 w 2915191"/>
                <a:gd name="connsiteY57" fmla="*/ 186625 h 372364"/>
                <a:gd name="connsiteX58" fmla="*/ 565488 w 2915191"/>
                <a:gd name="connsiteY58" fmla="*/ 169394 h 372364"/>
                <a:gd name="connsiteX59" fmla="*/ 575238 w 2915191"/>
                <a:gd name="connsiteY59" fmla="*/ 180713 h 372364"/>
                <a:gd name="connsiteX60" fmla="*/ 584988 w 2915191"/>
                <a:gd name="connsiteY60" fmla="*/ 193024 h 372364"/>
                <a:gd name="connsiteX61" fmla="*/ 594738 w 2915191"/>
                <a:gd name="connsiteY61" fmla="*/ 163852 h 372364"/>
                <a:gd name="connsiteX62" fmla="*/ 604488 w 2915191"/>
                <a:gd name="connsiteY62" fmla="*/ 170224 h 372364"/>
                <a:gd name="connsiteX63" fmla="*/ 614237 w 2915191"/>
                <a:gd name="connsiteY63" fmla="*/ 165922 h 372364"/>
                <a:gd name="connsiteX64" fmla="*/ 623987 w 2915191"/>
                <a:gd name="connsiteY64" fmla="*/ 164424 h 372364"/>
                <a:gd name="connsiteX65" fmla="*/ 633736 w 2915191"/>
                <a:gd name="connsiteY65" fmla="*/ 157162 h 372364"/>
                <a:gd name="connsiteX66" fmla="*/ 643486 w 2915191"/>
                <a:gd name="connsiteY66" fmla="*/ 214919 h 372364"/>
                <a:gd name="connsiteX67" fmla="*/ 653236 w 2915191"/>
                <a:gd name="connsiteY67" fmla="*/ 227582 h 372364"/>
                <a:gd name="connsiteX68" fmla="*/ 662985 w 2915191"/>
                <a:gd name="connsiteY68" fmla="*/ 201968 h 372364"/>
                <a:gd name="connsiteX69" fmla="*/ 672735 w 2915191"/>
                <a:gd name="connsiteY69" fmla="*/ 215928 h 372364"/>
                <a:gd name="connsiteX70" fmla="*/ 682485 w 2915191"/>
                <a:gd name="connsiteY70" fmla="*/ 215182 h 372364"/>
                <a:gd name="connsiteX71" fmla="*/ 692235 w 2915191"/>
                <a:gd name="connsiteY71" fmla="*/ 233910 h 372364"/>
                <a:gd name="connsiteX72" fmla="*/ 701985 w 2915191"/>
                <a:gd name="connsiteY72" fmla="*/ 267417 h 372364"/>
                <a:gd name="connsiteX73" fmla="*/ 711735 w 2915191"/>
                <a:gd name="connsiteY73" fmla="*/ 289399 h 372364"/>
                <a:gd name="connsiteX74" fmla="*/ 721485 w 2915191"/>
                <a:gd name="connsiteY74" fmla="*/ 282942 h 372364"/>
                <a:gd name="connsiteX75" fmla="*/ 731235 w 2915191"/>
                <a:gd name="connsiteY75" fmla="*/ 304896 h 372364"/>
                <a:gd name="connsiteX76" fmla="*/ 740985 w 2915191"/>
                <a:gd name="connsiteY76" fmla="*/ 248101 h 372364"/>
                <a:gd name="connsiteX77" fmla="*/ 750734 w 2915191"/>
                <a:gd name="connsiteY77" fmla="*/ 250422 h 372364"/>
                <a:gd name="connsiteX78" fmla="*/ 760484 w 2915191"/>
                <a:gd name="connsiteY78" fmla="*/ 276597 h 372364"/>
                <a:gd name="connsiteX79" fmla="*/ 770233 w 2915191"/>
                <a:gd name="connsiteY79" fmla="*/ 315169 h 372364"/>
                <a:gd name="connsiteX80" fmla="*/ 779983 w 2915191"/>
                <a:gd name="connsiteY80" fmla="*/ 322843 h 372364"/>
                <a:gd name="connsiteX81" fmla="*/ 789733 w 2915191"/>
                <a:gd name="connsiteY81" fmla="*/ 331055 h 372364"/>
                <a:gd name="connsiteX82" fmla="*/ 799482 w 2915191"/>
                <a:gd name="connsiteY82" fmla="*/ 368258 h 372364"/>
                <a:gd name="connsiteX83" fmla="*/ 809232 w 2915191"/>
                <a:gd name="connsiteY83" fmla="*/ 371026 h 372364"/>
                <a:gd name="connsiteX84" fmla="*/ 818982 w 2915191"/>
                <a:gd name="connsiteY84" fmla="*/ 359197 h 372364"/>
                <a:gd name="connsiteX85" fmla="*/ 828732 w 2915191"/>
                <a:gd name="connsiteY85" fmla="*/ 334224 h 372364"/>
                <a:gd name="connsiteX86" fmla="*/ 838482 w 2915191"/>
                <a:gd name="connsiteY86" fmla="*/ 316495 h 372364"/>
                <a:gd name="connsiteX87" fmla="*/ 848232 w 2915191"/>
                <a:gd name="connsiteY87" fmla="*/ 319674 h 372364"/>
                <a:gd name="connsiteX88" fmla="*/ 857982 w 2915191"/>
                <a:gd name="connsiteY88" fmla="*/ 318209 h 372364"/>
                <a:gd name="connsiteX89" fmla="*/ 867732 w 2915191"/>
                <a:gd name="connsiteY89" fmla="*/ 301932 h 372364"/>
                <a:gd name="connsiteX90" fmla="*/ 877482 w 2915191"/>
                <a:gd name="connsiteY90" fmla="*/ 292029 h 372364"/>
                <a:gd name="connsiteX91" fmla="*/ 887231 w 2915191"/>
                <a:gd name="connsiteY91" fmla="*/ 291600 h 372364"/>
                <a:gd name="connsiteX92" fmla="*/ 896981 w 2915191"/>
                <a:gd name="connsiteY92" fmla="*/ 295511 h 372364"/>
                <a:gd name="connsiteX93" fmla="*/ 906730 w 2915191"/>
                <a:gd name="connsiteY93" fmla="*/ 298753 h 372364"/>
                <a:gd name="connsiteX94" fmla="*/ 916480 w 2915191"/>
                <a:gd name="connsiteY94" fmla="*/ 330909 h 372364"/>
                <a:gd name="connsiteX95" fmla="*/ 926230 w 2915191"/>
                <a:gd name="connsiteY95" fmla="*/ 327594 h 372364"/>
                <a:gd name="connsiteX96" fmla="*/ 935979 w 2915191"/>
                <a:gd name="connsiteY96" fmla="*/ 296621 h 372364"/>
                <a:gd name="connsiteX97" fmla="*/ 945729 w 2915191"/>
                <a:gd name="connsiteY97" fmla="*/ 281367 h 372364"/>
                <a:gd name="connsiteX98" fmla="*/ 955479 w 2915191"/>
                <a:gd name="connsiteY98" fmla="*/ 263694 h 372364"/>
                <a:gd name="connsiteX99" fmla="*/ 965229 w 2915191"/>
                <a:gd name="connsiteY99" fmla="*/ 275005 h 372364"/>
                <a:gd name="connsiteX100" fmla="*/ 974979 w 2915191"/>
                <a:gd name="connsiteY100" fmla="*/ 285038 h 372364"/>
                <a:gd name="connsiteX101" fmla="*/ 984729 w 2915191"/>
                <a:gd name="connsiteY101" fmla="*/ 261856 h 372364"/>
                <a:gd name="connsiteX102" fmla="*/ 994474 w 2915191"/>
                <a:gd name="connsiteY102" fmla="*/ 239358 h 372364"/>
                <a:gd name="connsiteX103" fmla="*/ 1004233 w 2915191"/>
                <a:gd name="connsiteY103" fmla="*/ 212848 h 372364"/>
                <a:gd name="connsiteX104" fmla="*/ 1013977 w 2915191"/>
                <a:gd name="connsiteY104" fmla="*/ 216101 h 372364"/>
                <a:gd name="connsiteX105" fmla="*/ 1023721 w 2915191"/>
                <a:gd name="connsiteY105" fmla="*/ 224808 h 372364"/>
                <a:gd name="connsiteX106" fmla="*/ 1033480 w 2915191"/>
                <a:gd name="connsiteY106" fmla="*/ 239671 h 372364"/>
                <a:gd name="connsiteX107" fmla="*/ 1043224 w 2915191"/>
                <a:gd name="connsiteY107" fmla="*/ 232151 h 372364"/>
                <a:gd name="connsiteX108" fmla="*/ 1052983 w 2915191"/>
                <a:gd name="connsiteY108" fmla="*/ 243355 h 372364"/>
                <a:gd name="connsiteX109" fmla="*/ 1062727 w 2915191"/>
                <a:gd name="connsiteY109" fmla="*/ 264840 h 372364"/>
                <a:gd name="connsiteX110" fmla="*/ 1072471 w 2915191"/>
                <a:gd name="connsiteY110" fmla="*/ 212179 h 372364"/>
                <a:gd name="connsiteX111" fmla="*/ 1082230 w 2915191"/>
                <a:gd name="connsiteY111" fmla="*/ 212483 h 372364"/>
                <a:gd name="connsiteX112" fmla="*/ 1091973 w 2915191"/>
                <a:gd name="connsiteY112" fmla="*/ 210171 h 372364"/>
                <a:gd name="connsiteX113" fmla="*/ 1101732 w 2915191"/>
                <a:gd name="connsiteY113" fmla="*/ 190317 h 372364"/>
                <a:gd name="connsiteX114" fmla="*/ 1111476 w 2915191"/>
                <a:gd name="connsiteY114" fmla="*/ 198821 h 372364"/>
                <a:gd name="connsiteX115" fmla="*/ 1121220 w 2915191"/>
                <a:gd name="connsiteY115" fmla="*/ 179230 h 372364"/>
                <a:gd name="connsiteX116" fmla="*/ 1130979 w 2915191"/>
                <a:gd name="connsiteY116" fmla="*/ 165319 h 372364"/>
                <a:gd name="connsiteX117" fmla="*/ 1140723 w 2915191"/>
                <a:gd name="connsiteY117" fmla="*/ 169880 h 372364"/>
                <a:gd name="connsiteX118" fmla="*/ 1150482 w 2915191"/>
                <a:gd name="connsiteY118" fmla="*/ 177401 h 372364"/>
                <a:gd name="connsiteX119" fmla="*/ 1160226 w 2915191"/>
                <a:gd name="connsiteY119" fmla="*/ 174103 h 372364"/>
                <a:gd name="connsiteX120" fmla="*/ 1169969 w 2915191"/>
                <a:gd name="connsiteY120" fmla="*/ 194123 h 372364"/>
                <a:gd name="connsiteX121" fmla="*/ 1179728 w 2915191"/>
                <a:gd name="connsiteY121" fmla="*/ 191970 h 372364"/>
                <a:gd name="connsiteX122" fmla="*/ 1189472 w 2915191"/>
                <a:gd name="connsiteY122" fmla="*/ 182398 h 372364"/>
                <a:gd name="connsiteX123" fmla="*/ 1199231 w 2915191"/>
                <a:gd name="connsiteY123" fmla="*/ 180489 h 372364"/>
                <a:gd name="connsiteX124" fmla="*/ 1208975 w 2915191"/>
                <a:gd name="connsiteY124" fmla="*/ 191790 h 372364"/>
                <a:gd name="connsiteX125" fmla="*/ 1218719 w 2915191"/>
                <a:gd name="connsiteY125" fmla="*/ 199333 h 372364"/>
                <a:gd name="connsiteX126" fmla="*/ 1228478 w 2915191"/>
                <a:gd name="connsiteY126" fmla="*/ 182238 h 372364"/>
                <a:gd name="connsiteX127" fmla="*/ 1238222 w 2915191"/>
                <a:gd name="connsiteY127" fmla="*/ 178503 h 372364"/>
                <a:gd name="connsiteX128" fmla="*/ 1247966 w 2915191"/>
                <a:gd name="connsiteY128" fmla="*/ 143711 h 372364"/>
                <a:gd name="connsiteX129" fmla="*/ 1257725 w 2915191"/>
                <a:gd name="connsiteY129" fmla="*/ 74675 h 372364"/>
                <a:gd name="connsiteX130" fmla="*/ 1267469 w 2915191"/>
                <a:gd name="connsiteY130" fmla="*/ 92001 h 372364"/>
                <a:gd name="connsiteX131" fmla="*/ 1277227 w 2915191"/>
                <a:gd name="connsiteY131" fmla="*/ 95707 h 372364"/>
                <a:gd name="connsiteX132" fmla="*/ 1286971 w 2915191"/>
                <a:gd name="connsiteY132" fmla="*/ 97515 h 372364"/>
                <a:gd name="connsiteX133" fmla="*/ 1296715 w 2915191"/>
                <a:gd name="connsiteY133" fmla="*/ 126033 h 372364"/>
                <a:gd name="connsiteX134" fmla="*/ 1306474 w 2915191"/>
                <a:gd name="connsiteY134" fmla="*/ 110753 h 372364"/>
                <a:gd name="connsiteX135" fmla="*/ 1316218 w 2915191"/>
                <a:gd name="connsiteY135" fmla="*/ 112955 h 372364"/>
                <a:gd name="connsiteX136" fmla="*/ 1325977 w 2915191"/>
                <a:gd name="connsiteY136" fmla="*/ 116464 h 372364"/>
                <a:gd name="connsiteX137" fmla="*/ 1335721 w 2915191"/>
                <a:gd name="connsiteY137" fmla="*/ 154380 h 372364"/>
                <a:gd name="connsiteX138" fmla="*/ 1345465 w 2915191"/>
                <a:gd name="connsiteY138" fmla="*/ 123642 h 372364"/>
                <a:gd name="connsiteX139" fmla="*/ 1355224 w 2915191"/>
                <a:gd name="connsiteY139" fmla="*/ 87750 h 372364"/>
                <a:gd name="connsiteX140" fmla="*/ 1364967 w 2915191"/>
                <a:gd name="connsiteY140" fmla="*/ 90982 h 372364"/>
                <a:gd name="connsiteX141" fmla="*/ 1374726 w 2915191"/>
                <a:gd name="connsiteY141" fmla="*/ 94974 h 372364"/>
                <a:gd name="connsiteX142" fmla="*/ 1384470 w 2915191"/>
                <a:gd name="connsiteY142" fmla="*/ 100950 h 372364"/>
                <a:gd name="connsiteX143" fmla="*/ 1394214 w 2915191"/>
                <a:gd name="connsiteY143" fmla="*/ 100255 h 372364"/>
                <a:gd name="connsiteX144" fmla="*/ 1403973 w 2915191"/>
                <a:gd name="connsiteY144" fmla="*/ 101838 h 372364"/>
                <a:gd name="connsiteX145" fmla="*/ 1413717 w 2915191"/>
                <a:gd name="connsiteY145" fmla="*/ 127006 h 372364"/>
                <a:gd name="connsiteX146" fmla="*/ 1423476 w 2915191"/>
                <a:gd name="connsiteY146" fmla="*/ 139131 h 372364"/>
                <a:gd name="connsiteX147" fmla="*/ 1433220 w 2915191"/>
                <a:gd name="connsiteY147" fmla="*/ 180821 h 372364"/>
                <a:gd name="connsiteX148" fmla="*/ 1442964 w 2915191"/>
                <a:gd name="connsiteY148" fmla="*/ 205703 h 372364"/>
                <a:gd name="connsiteX149" fmla="*/ 1452722 w 2915191"/>
                <a:gd name="connsiteY149" fmla="*/ 244528 h 372364"/>
                <a:gd name="connsiteX150" fmla="*/ 1462466 w 2915191"/>
                <a:gd name="connsiteY150" fmla="*/ 217486 h 372364"/>
                <a:gd name="connsiteX151" fmla="*/ 1472225 w 2915191"/>
                <a:gd name="connsiteY151" fmla="*/ 240398 h 372364"/>
                <a:gd name="connsiteX152" fmla="*/ 1481969 w 2915191"/>
                <a:gd name="connsiteY152" fmla="*/ 238680 h 372364"/>
                <a:gd name="connsiteX153" fmla="*/ 1491713 w 2915191"/>
                <a:gd name="connsiteY153" fmla="*/ 258612 h 372364"/>
                <a:gd name="connsiteX154" fmla="*/ 1501472 w 2915191"/>
                <a:gd name="connsiteY154" fmla="*/ 282628 h 372364"/>
                <a:gd name="connsiteX155" fmla="*/ 1511216 w 2915191"/>
                <a:gd name="connsiteY155" fmla="*/ 307297 h 372364"/>
                <a:gd name="connsiteX156" fmla="*/ 1520960 w 2915191"/>
                <a:gd name="connsiteY156" fmla="*/ 293133 h 372364"/>
                <a:gd name="connsiteX157" fmla="*/ 1530719 w 2915191"/>
                <a:gd name="connsiteY157" fmla="*/ 295240 h 372364"/>
                <a:gd name="connsiteX158" fmla="*/ 1540463 w 2915191"/>
                <a:gd name="connsiteY158" fmla="*/ 362433 h 372364"/>
                <a:gd name="connsiteX159" fmla="*/ 1550221 w 2915191"/>
                <a:gd name="connsiteY159" fmla="*/ 342559 h 372364"/>
                <a:gd name="connsiteX160" fmla="*/ 1559965 w 2915191"/>
                <a:gd name="connsiteY160" fmla="*/ 354602 h 372364"/>
                <a:gd name="connsiteX161" fmla="*/ 1569709 w 2915191"/>
                <a:gd name="connsiteY161" fmla="*/ 316852 h 372364"/>
                <a:gd name="connsiteX162" fmla="*/ 1579468 w 2915191"/>
                <a:gd name="connsiteY162" fmla="*/ 309053 h 372364"/>
                <a:gd name="connsiteX163" fmla="*/ 1589212 w 2915191"/>
                <a:gd name="connsiteY163" fmla="*/ 333931 h 372364"/>
                <a:gd name="connsiteX164" fmla="*/ 1598971 w 2915191"/>
                <a:gd name="connsiteY164" fmla="*/ 347581 h 372364"/>
                <a:gd name="connsiteX165" fmla="*/ 1608715 w 2915191"/>
                <a:gd name="connsiteY165" fmla="*/ 372364 h 372364"/>
                <a:gd name="connsiteX166" fmla="*/ 1618459 w 2915191"/>
                <a:gd name="connsiteY166" fmla="*/ 358766 h 372364"/>
                <a:gd name="connsiteX167" fmla="*/ 1628218 w 2915191"/>
                <a:gd name="connsiteY167" fmla="*/ 346546 h 372364"/>
                <a:gd name="connsiteX168" fmla="*/ 1637962 w 2915191"/>
                <a:gd name="connsiteY168" fmla="*/ 328155 h 372364"/>
                <a:gd name="connsiteX169" fmla="*/ 1647720 w 2915191"/>
                <a:gd name="connsiteY169" fmla="*/ 309389 h 372364"/>
                <a:gd name="connsiteX170" fmla="*/ 1657464 w 2915191"/>
                <a:gd name="connsiteY170" fmla="*/ 284471 h 372364"/>
                <a:gd name="connsiteX171" fmla="*/ 1667208 w 2915191"/>
                <a:gd name="connsiteY171" fmla="*/ 267404 h 372364"/>
                <a:gd name="connsiteX172" fmla="*/ 1676967 w 2915191"/>
                <a:gd name="connsiteY172" fmla="*/ 262194 h 372364"/>
                <a:gd name="connsiteX173" fmla="*/ 1686711 w 2915191"/>
                <a:gd name="connsiteY173" fmla="*/ 239427 h 372364"/>
                <a:gd name="connsiteX174" fmla="*/ 1696470 w 2915191"/>
                <a:gd name="connsiteY174" fmla="*/ 209295 h 372364"/>
                <a:gd name="connsiteX175" fmla="*/ 1706214 w 2915191"/>
                <a:gd name="connsiteY175" fmla="*/ 218796 h 372364"/>
                <a:gd name="connsiteX176" fmla="*/ 1715958 w 2915191"/>
                <a:gd name="connsiteY176" fmla="*/ 209313 h 372364"/>
                <a:gd name="connsiteX177" fmla="*/ 1725716 w 2915191"/>
                <a:gd name="connsiteY177" fmla="*/ 217597 h 372364"/>
                <a:gd name="connsiteX178" fmla="*/ 1735460 w 2915191"/>
                <a:gd name="connsiteY178" fmla="*/ 184616 h 372364"/>
                <a:gd name="connsiteX179" fmla="*/ 1745219 w 2915191"/>
                <a:gd name="connsiteY179" fmla="*/ 205782 h 372364"/>
                <a:gd name="connsiteX180" fmla="*/ 1754963 w 2915191"/>
                <a:gd name="connsiteY180" fmla="*/ 186969 h 372364"/>
                <a:gd name="connsiteX181" fmla="*/ 1764707 w 2915191"/>
                <a:gd name="connsiteY181" fmla="*/ 191166 h 372364"/>
                <a:gd name="connsiteX182" fmla="*/ 1774466 w 2915191"/>
                <a:gd name="connsiteY182" fmla="*/ 214462 h 372364"/>
                <a:gd name="connsiteX183" fmla="*/ 1784210 w 2915191"/>
                <a:gd name="connsiteY183" fmla="*/ 206772 h 372364"/>
                <a:gd name="connsiteX184" fmla="*/ 1793969 w 2915191"/>
                <a:gd name="connsiteY184" fmla="*/ 217130 h 372364"/>
                <a:gd name="connsiteX185" fmla="*/ 1803713 w 2915191"/>
                <a:gd name="connsiteY185" fmla="*/ 202759 h 372364"/>
                <a:gd name="connsiteX186" fmla="*/ 1813457 w 2915191"/>
                <a:gd name="connsiteY186" fmla="*/ 189335 h 372364"/>
                <a:gd name="connsiteX187" fmla="*/ 1823215 w 2915191"/>
                <a:gd name="connsiteY187" fmla="*/ 157338 h 372364"/>
                <a:gd name="connsiteX188" fmla="*/ 1832959 w 2915191"/>
                <a:gd name="connsiteY188" fmla="*/ 177746 h 372364"/>
                <a:gd name="connsiteX189" fmla="*/ 1842703 w 2915191"/>
                <a:gd name="connsiteY189" fmla="*/ 160921 h 372364"/>
                <a:gd name="connsiteX190" fmla="*/ 1852462 w 2915191"/>
                <a:gd name="connsiteY190" fmla="*/ 138788 h 372364"/>
                <a:gd name="connsiteX191" fmla="*/ 1862206 w 2915191"/>
                <a:gd name="connsiteY191" fmla="*/ 128307 h 372364"/>
                <a:gd name="connsiteX192" fmla="*/ 1871965 w 2915191"/>
                <a:gd name="connsiteY192" fmla="*/ 129877 h 372364"/>
                <a:gd name="connsiteX193" fmla="*/ 1881709 w 2915191"/>
                <a:gd name="connsiteY193" fmla="*/ 147851 h 372364"/>
                <a:gd name="connsiteX194" fmla="*/ 1891453 w 2915191"/>
                <a:gd name="connsiteY194" fmla="*/ 176650 h 372364"/>
                <a:gd name="connsiteX195" fmla="*/ 1901212 w 2915191"/>
                <a:gd name="connsiteY195" fmla="*/ 200226 h 372364"/>
                <a:gd name="connsiteX196" fmla="*/ 1910956 w 2915191"/>
                <a:gd name="connsiteY196" fmla="*/ 232427 h 372364"/>
                <a:gd name="connsiteX197" fmla="*/ 1920714 w 2915191"/>
                <a:gd name="connsiteY197" fmla="*/ 261072 h 372364"/>
                <a:gd name="connsiteX198" fmla="*/ 1930458 w 2915191"/>
                <a:gd name="connsiteY198" fmla="*/ 226655 h 372364"/>
                <a:gd name="connsiteX199" fmla="*/ 1940202 w 2915191"/>
                <a:gd name="connsiteY199" fmla="*/ 207953 h 372364"/>
                <a:gd name="connsiteX200" fmla="*/ 1949961 w 2915191"/>
                <a:gd name="connsiteY200" fmla="*/ 209632 h 372364"/>
                <a:gd name="connsiteX201" fmla="*/ 1959705 w 2915191"/>
                <a:gd name="connsiteY201" fmla="*/ 195583 h 372364"/>
                <a:gd name="connsiteX202" fmla="*/ 1969464 w 2915191"/>
                <a:gd name="connsiteY202" fmla="*/ 200968 h 372364"/>
                <a:gd name="connsiteX203" fmla="*/ 1979208 w 2915191"/>
                <a:gd name="connsiteY203" fmla="*/ 203840 h 372364"/>
                <a:gd name="connsiteX204" fmla="*/ 1988952 w 2915191"/>
                <a:gd name="connsiteY204" fmla="*/ 202996 h 372364"/>
                <a:gd name="connsiteX205" fmla="*/ 1998711 w 2915191"/>
                <a:gd name="connsiteY205" fmla="*/ 215459 h 372364"/>
                <a:gd name="connsiteX206" fmla="*/ 2008454 w 2915191"/>
                <a:gd name="connsiteY206" fmla="*/ 191404 h 372364"/>
                <a:gd name="connsiteX207" fmla="*/ 2018213 w 2915191"/>
                <a:gd name="connsiteY207" fmla="*/ 172118 h 372364"/>
                <a:gd name="connsiteX208" fmla="*/ 2027957 w 2915191"/>
                <a:gd name="connsiteY208" fmla="*/ 207689 h 372364"/>
                <a:gd name="connsiteX209" fmla="*/ 2037701 w 2915191"/>
                <a:gd name="connsiteY209" fmla="*/ 191707 h 372364"/>
                <a:gd name="connsiteX210" fmla="*/ 2047460 w 2915191"/>
                <a:gd name="connsiteY210" fmla="*/ 196781 h 372364"/>
                <a:gd name="connsiteX211" fmla="*/ 2057204 w 2915191"/>
                <a:gd name="connsiteY211" fmla="*/ 206974 h 372364"/>
                <a:gd name="connsiteX212" fmla="*/ 2066963 w 2915191"/>
                <a:gd name="connsiteY212" fmla="*/ 234577 h 372364"/>
                <a:gd name="connsiteX213" fmla="*/ 2076707 w 2915191"/>
                <a:gd name="connsiteY213" fmla="*/ 262952 h 372364"/>
                <a:gd name="connsiteX214" fmla="*/ 2086451 w 2915191"/>
                <a:gd name="connsiteY214" fmla="*/ 221837 h 372364"/>
                <a:gd name="connsiteX215" fmla="*/ 2096210 w 2915191"/>
                <a:gd name="connsiteY215" fmla="*/ 206473 h 372364"/>
                <a:gd name="connsiteX216" fmla="*/ 2105954 w 2915191"/>
                <a:gd name="connsiteY216" fmla="*/ 209739 h 372364"/>
                <a:gd name="connsiteX217" fmla="*/ 2115697 w 2915191"/>
                <a:gd name="connsiteY217" fmla="*/ 217483 h 372364"/>
                <a:gd name="connsiteX218" fmla="*/ 2125456 w 2915191"/>
                <a:gd name="connsiteY218" fmla="*/ 204347 h 372364"/>
                <a:gd name="connsiteX219" fmla="*/ 2135200 w 2915191"/>
                <a:gd name="connsiteY219" fmla="*/ 200557 h 372364"/>
                <a:gd name="connsiteX220" fmla="*/ 2144959 w 2915191"/>
                <a:gd name="connsiteY220" fmla="*/ 168165 h 372364"/>
                <a:gd name="connsiteX221" fmla="*/ 2154703 w 2915191"/>
                <a:gd name="connsiteY221" fmla="*/ 152420 h 372364"/>
                <a:gd name="connsiteX222" fmla="*/ 2164447 w 2915191"/>
                <a:gd name="connsiteY222" fmla="*/ 147075 h 372364"/>
                <a:gd name="connsiteX223" fmla="*/ 2174206 w 2915191"/>
                <a:gd name="connsiteY223" fmla="*/ 172913 h 372364"/>
                <a:gd name="connsiteX224" fmla="*/ 2183950 w 2915191"/>
                <a:gd name="connsiteY224" fmla="*/ 163811 h 372364"/>
                <a:gd name="connsiteX225" fmla="*/ 2193709 w 2915191"/>
                <a:gd name="connsiteY225" fmla="*/ 184811 h 372364"/>
                <a:gd name="connsiteX226" fmla="*/ 2203452 w 2915191"/>
                <a:gd name="connsiteY226" fmla="*/ 175923 h 372364"/>
                <a:gd name="connsiteX227" fmla="*/ 2213196 w 2915191"/>
                <a:gd name="connsiteY227" fmla="*/ 137626 h 372364"/>
                <a:gd name="connsiteX228" fmla="*/ 2222955 w 2915191"/>
                <a:gd name="connsiteY228" fmla="*/ 115711 h 372364"/>
                <a:gd name="connsiteX229" fmla="*/ 2232699 w 2915191"/>
                <a:gd name="connsiteY229" fmla="*/ 87925 h 372364"/>
                <a:gd name="connsiteX230" fmla="*/ 2242458 w 2915191"/>
                <a:gd name="connsiteY230" fmla="*/ 120168 h 372364"/>
                <a:gd name="connsiteX231" fmla="*/ 2252202 w 2915191"/>
                <a:gd name="connsiteY231" fmla="*/ 159112 h 372364"/>
                <a:gd name="connsiteX232" fmla="*/ 2261946 w 2915191"/>
                <a:gd name="connsiteY232" fmla="*/ 145603 h 372364"/>
                <a:gd name="connsiteX233" fmla="*/ 2271705 w 2915191"/>
                <a:gd name="connsiteY233" fmla="*/ 125421 h 372364"/>
                <a:gd name="connsiteX234" fmla="*/ 2281449 w 2915191"/>
                <a:gd name="connsiteY234" fmla="*/ 109159 h 372364"/>
                <a:gd name="connsiteX235" fmla="*/ 2291208 w 2915191"/>
                <a:gd name="connsiteY235" fmla="*/ 81736 h 372364"/>
                <a:gd name="connsiteX236" fmla="*/ 2300951 w 2915191"/>
                <a:gd name="connsiteY236" fmla="*/ 73260 h 372364"/>
                <a:gd name="connsiteX237" fmla="*/ 2310695 w 2915191"/>
                <a:gd name="connsiteY237" fmla="*/ 95820 h 372364"/>
                <a:gd name="connsiteX238" fmla="*/ 2320454 w 2915191"/>
                <a:gd name="connsiteY238" fmla="*/ 85039 h 372364"/>
                <a:gd name="connsiteX239" fmla="*/ 2330198 w 2915191"/>
                <a:gd name="connsiteY239" fmla="*/ 28599 h 372364"/>
                <a:gd name="connsiteX240" fmla="*/ 2339957 w 2915191"/>
                <a:gd name="connsiteY240" fmla="*/ 6307 h 372364"/>
                <a:gd name="connsiteX241" fmla="*/ 2349701 w 2915191"/>
                <a:gd name="connsiteY241" fmla="*/ 0 h 372364"/>
                <a:gd name="connsiteX242" fmla="*/ 2359445 w 2915191"/>
                <a:gd name="connsiteY242" fmla="*/ 16323 h 372364"/>
                <a:gd name="connsiteX243" fmla="*/ 2369204 w 2915191"/>
                <a:gd name="connsiteY243" fmla="*/ 12178 h 372364"/>
                <a:gd name="connsiteX244" fmla="*/ 2378948 w 2915191"/>
                <a:gd name="connsiteY244" fmla="*/ 8552 h 372364"/>
                <a:gd name="connsiteX245" fmla="*/ 2388692 w 2915191"/>
                <a:gd name="connsiteY245" fmla="*/ 28135 h 372364"/>
                <a:gd name="connsiteX246" fmla="*/ 2398450 w 2915191"/>
                <a:gd name="connsiteY246" fmla="*/ 50543 h 372364"/>
                <a:gd name="connsiteX247" fmla="*/ 2408194 w 2915191"/>
                <a:gd name="connsiteY247" fmla="*/ 54372 h 372364"/>
                <a:gd name="connsiteX248" fmla="*/ 2417953 w 2915191"/>
                <a:gd name="connsiteY248" fmla="*/ 34893 h 372364"/>
                <a:gd name="connsiteX249" fmla="*/ 2427697 w 2915191"/>
                <a:gd name="connsiteY249" fmla="*/ 44593 h 372364"/>
                <a:gd name="connsiteX250" fmla="*/ 2437441 w 2915191"/>
                <a:gd name="connsiteY250" fmla="*/ 75597 h 372364"/>
                <a:gd name="connsiteX251" fmla="*/ 2447200 w 2915191"/>
                <a:gd name="connsiteY251" fmla="*/ 48910 h 372364"/>
                <a:gd name="connsiteX252" fmla="*/ 2456944 w 2915191"/>
                <a:gd name="connsiteY252" fmla="*/ 73366 h 372364"/>
                <a:gd name="connsiteX253" fmla="*/ 2466703 w 2915191"/>
                <a:gd name="connsiteY253" fmla="*/ 47254 h 372364"/>
                <a:gd name="connsiteX254" fmla="*/ 2476446 w 2915191"/>
                <a:gd name="connsiteY254" fmla="*/ 49892 h 372364"/>
                <a:gd name="connsiteX255" fmla="*/ 2486190 w 2915191"/>
                <a:gd name="connsiteY255" fmla="*/ 49554 h 372364"/>
                <a:gd name="connsiteX256" fmla="*/ 2495949 w 2915191"/>
                <a:gd name="connsiteY256" fmla="*/ 71734 h 372364"/>
                <a:gd name="connsiteX257" fmla="*/ 2505693 w 2915191"/>
                <a:gd name="connsiteY257" fmla="*/ 65085 h 372364"/>
                <a:gd name="connsiteX258" fmla="*/ 2515452 w 2915191"/>
                <a:gd name="connsiteY258" fmla="*/ 74925 h 372364"/>
                <a:gd name="connsiteX259" fmla="*/ 2525196 w 2915191"/>
                <a:gd name="connsiteY259" fmla="*/ 56664 h 372364"/>
                <a:gd name="connsiteX260" fmla="*/ 2534940 w 2915191"/>
                <a:gd name="connsiteY260" fmla="*/ 76371 h 372364"/>
                <a:gd name="connsiteX261" fmla="*/ 2544699 w 2915191"/>
                <a:gd name="connsiteY261" fmla="*/ 82181 h 372364"/>
                <a:gd name="connsiteX262" fmla="*/ 2554443 w 2915191"/>
                <a:gd name="connsiteY262" fmla="*/ 121455 h 372364"/>
                <a:gd name="connsiteX263" fmla="*/ 2564202 w 2915191"/>
                <a:gd name="connsiteY263" fmla="*/ 161961 h 372364"/>
                <a:gd name="connsiteX264" fmla="*/ 2573946 w 2915191"/>
                <a:gd name="connsiteY264" fmla="*/ 167038 h 372364"/>
                <a:gd name="connsiteX265" fmla="*/ 2583690 w 2915191"/>
                <a:gd name="connsiteY265" fmla="*/ 145532 h 372364"/>
                <a:gd name="connsiteX266" fmla="*/ 2593448 w 2915191"/>
                <a:gd name="connsiteY266" fmla="*/ 139611 h 372364"/>
                <a:gd name="connsiteX267" fmla="*/ 2603192 w 2915191"/>
                <a:gd name="connsiteY267" fmla="*/ 162388 h 372364"/>
                <a:gd name="connsiteX268" fmla="*/ 2612951 w 2915191"/>
                <a:gd name="connsiteY268" fmla="*/ 175592 h 372364"/>
                <a:gd name="connsiteX269" fmla="*/ 2622695 w 2915191"/>
                <a:gd name="connsiteY269" fmla="*/ 155358 h 372364"/>
                <a:gd name="connsiteX270" fmla="*/ 2632439 w 2915191"/>
                <a:gd name="connsiteY270" fmla="*/ 136354 h 372364"/>
                <a:gd name="connsiteX271" fmla="*/ 2642198 w 2915191"/>
                <a:gd name="connsiteY271" fmla="*/ 137419 h 372364"/>
                <a:gd name="connsiteX272" fmla="*/ 2651942 w 2915191"/>
                <a:gd name="connsiteY272" fmla="*/ 147837 h 372364"/>
                <a:gd name="connsiteX273" fmla="*/ 2661685 w 2915191"/>
                <a:gd name="connsiteY273" fmla="*/ 128441 h 372364"/>
                <a:gd name="connsiteX274" fmla="*/ 2671444 w 2915191"/>
                <a:gd name="connsiteY274" fmla="*/ 115859 h 372364"/>
                <a:gd name="connsiteX275" fmla="*/ 2681188 w 2915191"/>
                <a:gd name="connsiteY275" fmla="*/ 118022 h 372364"/>
                <a:gd name="connsiteX276" fmla="*/ 2690947 w 2915191"/>
                <a:gd name="connsiteY276" fmla="*/ 138301 h 372364"/>
                <a:gd name="connsiteX277" fmla="*/ 2700691 w 2915191"/>
                <a:gd name="connsiteY277" fmla="*/ 151636 h 372364"/>
                <a:gd name="connsiteX278" fmla="*/ 2710435 w 2915191"/>
                <a:gd name="connsiteY278" fmla="*/ 139681 h 372364"/>
                <a:gd name="connsiteX279" fmla="*/ 2720194 w 2915191"/>
                <a:gd name="connsiteY279" fmla="*/ 131181 h 372364"/>
                <a:gd name="connsiteX280" fmla="*/ 2729938 w 2915191"/>
                <a:gd name="connsiteY280" fmla="*/ 140707 h 372364"/>
                <a:gd name="connsiteX281" fmla="*/ 2739697 w 2915191"/>
                <a:gd name="connsiteY281" fmla="*/ 157601 h 372364"/>
                <a:gd name="connsiteX282" fmla="*/ 2749441 w 2915191"/>
                <a:gd name="connsiteY282" fmla="*/ 194712 h 372364"/>
                <a:gd name="connsiteX283" fmla="*/ 2759185 w 2915191"/>
                <a:gd name="connsiteY283" fmla="*/ 205789 h 372364"/>
                <a:gd name="connsiteX284" fmla="*/ 2768943 w 2915191"/>
                <a:gd name="connsiteY284" fmla="*/ 224516 h 372364"/>
                <a:gd name="connsiteX285" fmla="*/ 2778687 w 2915191"/>
                <a:gd name="connsiteY285" fmla="*/ 237162 h 372364"/>
                <a:gd name="connsiteX286" fmla="*/ 2788446 w 2915191"/>
                <a:gd name="connsiteY286" fmla="*/ 227251 h 372364"/>
                <a:gd name="connsiteX287" fmla="*/ 2798190 w 2915191"/>
                <a:gd name="connsiteY287" fmla="*/ 247612 h 372364"/>
                <a:gd name="connsiteX288" fmla="*/ 2807934 w 2915191"/>
                <a:gd name="connsiteY288" fmla="*/ 214122 h 372364"/>
                <a:gd name="connsiteX289" fmla="*/ 2817693 w 2915191"/>
                <a:gd name="connsiteY289" fmla="*/ 203270 h 372364"/>
                <a:gd name="connsiteX290" fmla="*/ 2827437 w 2915191"/>
                <a:gd name="connsiteY290" fmla="*/ 185632 h 372364"/>
                <a:gd name="connsiteX291" fmla="*/ 2837196 w 2915191"/>
                <a:gd name="connsiteY291" fmla="*/ 179530 h 372364"/>
                <a:gd name="connsiteX292" fmla="*/ 2846940 w 2915191"/>
                <a:gd name="connsiteY292" fmla="*/ 134678 h 372364"/>
                <a:gd name="connsiteX293" fmla="*/ 2856684 w 2915191"/>
                <a:gd name="connsiteY293" fmla="*/ 129408 h 372364"/>
                <a:gd name="connsiteX294" fmla="*/ 2866442 w 2915191"/>
                <a:gd name="connsiteY294" fmla="*/ 122484 h 372364"/>
                <a:gd name="connsiteX295" fmla="*/ 2876186 w 2915191"/>
                <a:gd name="connsiteY295" fmla="*/ 103610 h 372364"/>
                <a:gd name="connsiteX296" fmla="*/ 2885945 w 2915191"/>
                <a:gd name="connsiteY296" fmla="*/ 117726 h 372364"/>
                <a:gd name="connsiteX297" fmla="*/ 2895689 w 2915191"/>
                <a:gd name="connsiteY297" fmla="*/ 152473 h 372364"/>
                <a:gd name="connsiteX298" fmla="*/ 2905433 w 2915191"/>
                <a:gd name="connsiteY298" fmla="*/ 158784 h 372364"/>
                <a:gd name="connsiteX299" fmla="*/ 2915192 w 2915191"/>
                <a:gd name="connsiteY299" fmla="*/ 152285 h 372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72364">
                  <a:moveTo>
                    <a:pt x="0" y="241104"/>
                  </a:moveTo>
                  <a:lnTo>
                    <a:pt x="9750" y="217062"/>
                  </a:lnTo>
                  <a:lnTo>
                    <a:pt x="19500" y="205725"/>
                  </a:lnTo>
                  <a:lnTo>
                    <a:pt x="29250" y="211759"/>
                  </a:lnTo>
                  <a:lnTo>
                    <a:pt x="39000" y="193360"/>
                  </a:lnTo>
                  <a:lnTo>
                    <a:pt x="48749" y="181350"/>
                  </a:lnTo>
                  <a:lnTo>
                    <a:pt x="58499" y="192119"/>
                  </a:lnTo>
                  <a:lnTo>
                    <a:pt x="68249" y="211026"/>
                  </a:lnTo>
                  <a:lnTo>
                    <a:pt x="77998" y="199341"/>
                  </a:lnTo>
                  <a:lnTo>
                    <a:pt x="87748" y="173080"/>
                  </a:lnTo>
                  <a:lnTo>
                    <a:pt x="97497" y="225210"/>
                  </a:lnTo>
                  <a:lnTo>
                    <a:pt x="107247" y="210940"/>
                  </a:lnTo>
                  <a:lnTo>
                    <a:pt x="116997" y="227198"/>
                  </a:lnTo>
                  <a:lnTo>
                    <a:pt x="126747" y="226570"/>
                  </a:lnTo>
                  <a:lnTo>
                    <a:pt x="136497" y="245656"/>
                  </a:lnTo>
                  <a:lnTo>
                    <a:pt x="146247" y="233069"/>
                  </a:lnTo>
                  <a:lnTo>
                    <a:pt x="155997" y="228068"/>
                  </a:lnTo>
                  <a:lnTo>
                    <a:pt x="165747" y="242073"/>
                  </a:lnTo>
                  <a:lnTo>
                    <a:pt x="175497" y="238790"/>
                  </a:lnTo>
                  <a:lnTo>
                    <a:pt x="185247" y="249309"/>
                  </a:lnTo>
                  <a:lnTo>
                    <a:pt x="194996" y="243277"/>
                  </a:lnTo>
                  <a:lnTo>
                    <a:pt x="204746" y="244631"/>
                  </a:lnTo>
                  <a:lnTo>
                    <a:pt x="214495" y="237420"/>
                  </a:lnTo>
                  <a:lnTo>
                    <a:pt x="224245" y="208195"/>
                  </a:lnTo>
                  <a:lnTo>
                    <a:pt x="233995" y="222206"/>
                  </a:lnTo>
                  <a:lnTo>
                    <a:pt x="243744" y="229273"/>
                  </a:lnTo>
                  <a:lnTo>
                    <a:pt x="253494" y="214136"/>
                  </a:lnTo>
                  <a:lnTo>
                    <a:pt x="263244" y="226958"/>
                  </a:lnTo>
                  <a:lnTo>
                    <a:pt x="272994" y="247505"/>
                  </a:lnTo>
                  <a:lnTo>
                    <a:pt x="282744" y="245193"/>
                  </a:lnTo>
                  <a:lnTo>
                    <a:pt x="292494" y="261894"/>
                  </a:lnTo>
                  <a:lnTo>
                    <a:pt x="302244" y="251870"/>
                  </a:lnTo>
                  <a:lnTo>
                    <a:pt x="311994" y="260232"/>
                  </a:lnTo>
                  <a:lnTo>
                    <a:pt x="321744" y="284576"/>
                  </a:lnTo>
                  <a:lnTo>
                    <a:pt x="331493" y="298000"/>
                  </a:lnTo>
                  <a:lnTo>
                    <a:pt x="341243" y="299072"/>
                  </a:lnTo>
                  <a:lnTo>
                    <a:pt x="350993" y="282660"/>
                  </a:lnTo>
                  <a:lnTo>
                    <a:pt x="360742" y="296265"/>
                  </a:lnTo>
                  <a:lnTo>
                    <a:pt x="370492" y="323957"/>
                  </a:lnTo>
                  <a:lnTo>
                    <a:pt x="380241" y="307928"/>
                  </a:lnTo>
                  <a:lnTo>
                    <a:pt x="389991" y="321057"/>
                  </a:lnTo>
                  <a:lnTo>
                    <a:pt x="399741" y="324635"/>
                  </a:lnTo>
                  <a:lnTo>
                    <a:pt x="409491" y="300107"/>
                  </a:lnTo>
                  <a:lnTo>
                    <a:pt x="419241" y="299747"/>
                  </a:lnTo>
                  <a:lnTo>
                    <a:pt x="428991" y="314065"/>
                  </a:lnTo>
                  <a:lnTo>
                    <a:pt x="438741" y="320756"/>
                  </a:lnTo>
                  <a:lnTo>
                    <a:pt x="448491" y="348247"/>
                  </a:lnTo>
                  <a:lnTo>
                    <a:pt x="458241" y="341523"/>
                  </a:lnTo>
                  <a:lnTo>
                    <a:pt x="467991" y="364036"/>
                  </a:lnTo>
                  <a:lnTo>
                    <a:pt x="477740" y="345019"/>
                  </a:lnTo>
                  <a:lnTo>
                    <a:pt x="487490" y="298979"/>
                  </a:lnTo>
                  <a:lnTo>
                    <a:pt x="497239" y="272960"/>
                  </a:lnTo>
                  <a:lnTo>
                    <a:pt x="506989" y="276990"/>
                  </a:lnTo>
                  <a:lnTo>
                    <a:pt x="516738" y="254983"/>
                  </a:lnTo>
                  <a:lnTo>
                    <a:pt x="526488" y="218835"/>
                  </a:lnTo>
                  <a:lnTo>
                    <a:pt x="536238" y="196063"/>
                  </a:lnTo>
                  <a:lnTo>
                    <a:pt x="545988" y="212442"/>
                  </a:lnTo>
                  <a:lnTo>
                    <a:pt x="555738" y="186625"/>
                  </a:lnTo>
                  <a:lnTo>
                    <a:pt x="565488" y="169394"/>
                  </a:lnTo>
                  <a:lnTo>
                    <a:pt x="575238" y="180713"/>
                  </a:lnTo>
                  <a:lnTo>
                    <a:pt x="584988" y="193024"/>
                  </a:lnTo>
                  <a:lnTo>
                    <a:pt x="594738" y="163852"/>
                  </a:lnTo>
                  <a:lnTo>
                    <a:pt x="604488" y="170224"/>
                  </a:lnTo>
                  <a:lnTo>
                    <a:pt x="614237" y="165922"/>
                  </a:lnTo>
                  <a:lnTo>
                    <a:pt x="623987" y="164424"/>
                  </a:lnTo>
                  <a:lnTo>
                    <a:pt x="633736" y="157162"/>
                  </a:lnTo>
                  <a:lnTo>
                    <a:pt x="643486" y="214919"/>
                  </a:lnTo>
                  <a:lnTo>
                    <a:pt x="653236" y="227582"/>
                  </a:lnTo>
                  <a:lnTo>
                    <a:pt x="662985" y="201968"/>
                  </a:lnTo>
                  <a:lnTo>
                    <a:pt x="672735" y="215928"/>
                  </a:lnTo>
                  <a:lnTo>
                    <a:pt x="682485" y="215182"/>
                  </a:lnTo>
                  <a:lnTo>
                    <a:pt x="692235" y="233910"/>
                  </a:lnTo>
                  <a:lnTo>
                    <a:pt x="701985" y="267417"/>
                  </a:lnTo>
                  <a:lnTo>
                    <a:pt x="711735" y="289399"/>
                  </a:lnTo>
                  <a:lnTo>
                    <a:pt x="721485" y="282942"/>
                  </a:lnTo>
                  <a:lnTo>
                    <a:pt x="731235" y="304896"/>
                  </a:lnTo>
                  <a:lnTo>
                    <a:pt x="740985" y="248101"/>
                  </a:lnTo>
                  <a:lnTo>
                    <a:pt x="750734" y="250422"/>
                  </a:lnTo>
                  <a:lnTo>
                    <a:pt x="760484" y="276597"/>
                  </a:lnTo>
                  <a:lnTo>
                    <a:pt x="770233" y="315169"/>
                  </a:lnTo>
                  <a:lnTo>
                    <a:pt x="779983" y="322843"/>
                  </a:lnTo>
                  <a:lnTo>
                    <a:pt x="789733" y="331055"/>
                  </a:lnTo>
                  <a:lnTo>
                    <a:pt x="799482" y="368258"/>
                  </a:lnTo>
                  <a:lnTo>
                    <a:pt x="809232" y="371026"/>
                  </a:lnTo>
                  <a:lnTo>
                    <a:pt x="818982" y="359197"/>
                  </a:lnTo>
                  <a:lnTo>
                    <a:pt x="828732" y="334224"/>
                  </a:lnTo>
                  <a:lnTo>
                    <a:pt x="838482" y="316495"/>
                  </a:lnTo>
                  <a:lnTo>
                    <a:pt x="848232" y="319674"/>
                  </a:lnTo>
                  <a:lnTo>
                    <a:pt x="857982" y="318209"/>
                  </a:lnTo>
                  <a:lnTo>
                    <a:pt x="867732" y="301932"/>
                  </a:lnTo>
                  <a:lnTo>
                    <a:pt x="877482" y="292029"/>
                  </a:lnTo>
                  <a:lnTo>
                    <a:pt x="887231" y="291600"/>
                  </a:lnTo>
                  <a:lnTo>
                    <a:pt x="896981" y="295511"/>
                  </a:lnTo>
                  <a:lnTo>
                    <a:pt x="906730" y="298753"/>
                  </a:lnTo>
                  <a:lnTo>
                    <a:pt x="916480" y="330909"/>
                  </a:lnTo>
                  <a:lnTo>
                    <a:pt x="926230" y="327594"/>
                  </a:lnTo>
                  <a:lnTo>
                    <a:pt x="935979" y="296621"/>
                  </a:lnTo>
                  <a:lnTo>
                    <a:pt x="945729" y="281367"/>
                  </a:lnTo>
                  <a:lnTo>
                    <a:pt x="955479" y="263694"/>
                  </a:lnTo>
                  <a:lnTo>
                    <a:pt x="965229" y="275005"/>
                  </a:lnTo>
                  <a:lnTo>
                    <a:pt x="974979" y="285038"/>
                  </a:lnTo>
                  <a:lnTo>
                    <a:pt x="984729" y="261856"/>
                  </a:lnTo>
                  <a:lnTo>
                    <a:pt x="994474" y="239358"/>
                  </a:lnTo>
                  <a:lnTo>
                    <a:pt x="1004233" y="212848"/>
                  </a:lnTo>
                  <a:lnTo>
                    <a:pt x="1013977" y="216101"/>
                  </a:lnTo>
                  <a:lnTo>
                    <a:pt x="1023721" y="224808"/>
                  </a:lnTo>
                  <a:lnTo>
                    <a:pt x="1033480" y="239671"/>
                  </a:lnTo>
                  <a:lnTo>
                    <a:pt x="1043224" y="232151"/>
                  </a:lnTo>
                  <a:lnTo>
                    <a:pt x="1052983" y="243355"/>
                  </a:lnTo>
                  <a:lnTo>
                    <a:pt x="1062727" y="264840"/>
                  </a:lnTo>
                  <a:lnTo>
                    <a:pt x="1072471" y="212179"/>
                  </a:lnTo>
                  <a:lnTo>
                    <a:pt x="1082230" y="212483"/>
                  </a:lnTo>
                  <a:lnTo>
                    <a:pt x="1091973" y="210171"/>
                  </a:lnTo>
                  <a:lnTo>
                    <a:pt x="1101732" y="190317"/>
                  </a:lnTo>
                  <a:lnTo>
                    <a:pt x="1111476" y="198821"/>
                  </a:lnTo>
                  <a:lnTo>
                    <a:pt x="1121220" y="179230"/>
                  </a:lnTo>
                  <a:lnTo>
                    <a:pt x="1130979" y="165319"/>
                  </a:lnTo>
                  <a:lnTo>
                    <a:pt x="1140723" y="169880"/>
                  </a:lnTo>
                  <a:lnTo>
                    <a:pt x="1150482" y="177401"/>
                  </a:lnTo>
                  <a:lnTo>
                    <a:pt x="1160226" y="174103"/>
                  </a:lnTo>
                  <a:lnTo>
                    <a:pt x="1169969" y="194123"/>
                  </a:lnTo>
                  <a:lnTo>
                    <a:pt x="1179728" y="191970"/>
                  </a:lnTo>
                  <a:lnTo>
                    <a:pt x="1189472" y="182398"/>
                  </a:lnTo>
                  <a:lnTo>
                    <a:pt x="1199231" y="180489"/>
                  </a:lnTo>
                  <a:lnTo>
                    <a:pt x="1208975" y="191790"/>
                  </a:lnTo>
                  <a:lnTo>
                    <a:pt x="1218719" y="199333"/>
                  </a:lnTo>
                  <a:lnTo>
                    <a:pt x="1228478" y="182238"/>
                  </a:lnTo>
                  <a:lnTo>
                    <a:pt x="1238222" y="178503"/>
                  </a:lnTo>
                  <a:lnTo>
                    <a:pt x="1247966" y="143711"/>
                  </a:lnTo>
                  <a:lnTo>
                    <a:pt x="1257725" y="74675"/>
                  </a:lnTo>
                  <a:lnTo>
                    <a:pt x="1267469" y="92001"/>
                  </a:lnTo>
                  <a:lnTo>
                    <a:pt x="1277227" y="95707"/>
                  </a:lnTo>
                  <a:lnTo>
                    <a:pt x="1286971" y="97515"/>
                  </a:lnTo>
                  <a:lnTo>
                    <a:pt x="1296715" y="126033"/>
                  </a:lnTo>
                  <a:lnTo>
                    <a:pt x="1306474" y="110753"/>
                  </a:lnTo>
                  <a:lnTo>
                    <a:pt x="1316218" y="112955"/>
                  </a:lnTo>
                  <a:lnTo>
                    <a:pt x="1325977" y="116464"/>
                  </a:lnTo>
                  <a:lnTo>
                    <a:pt x="1335721" y="154380"/>
                  </a:lnTo>
                  <a:lnTo>
                    <a:pt x="1345465" y="123642"/>
                  </a:lnTo>
                  <a:lnTo>
                    <a:pt x="1355224" y="87750"/>
                  </a:lnTo>
                  <a:lnTo>
                    <a:pt x="1364967" y="90982"/>
                  </a:lnTo>
                  <a:lnTo>
                    <a:pt x="1374726" y="94974"/>
                  </a:lnTo>
                  <a:lnTo>
                    <a:pt x="1384470" y="100950"/>
                  </a:lnTo>
                  <a:lnTo>
                    <a:pt x="1394214" y="100255"/>
                  </a:lnTo>
                  <a:lnTo>
                    <a:pt x="1403973" y="101838"/>
                  </a:lnTo>
                  <a:lnTo>
                    <a:pt x="1413717" y="127006"/>
                  </a:lnTo>
                  <a:lnTo>
                    <a:pt x="1423476" y="139131"/>
                  </a:lnTo>
                  <a:lnTo>
                    <a:pt x="1433220" y="180821"/>
                  </a:lnTo>
                  <a:lnTo>
                    <a:pt x="1442964" y="205703"/>
                  </a:lnTo>
                  <a:lnTo>
                    <a:pt x="1452722" y="244528"/>
                  </a:lnTo>
                  <a:lnTo>
                    <a:pt x="1462466" y="217486"/>
                  </a:lnTo>
                  <a:lnTo>
                    <a:pt x="1472225" y="240398"/>
                  </a:lnTo>
                  <a:lnTo>
                    <a:pt x="1481969" y="238680"/>
                  </a:lnTo>
                  <a:lnTo>
                    <a:pt x="1491713" y="258612"/>
                  </a:lnTo>
                  <a:lnTo>
                    <a:pt x="1501472" y="282628"/>
                  </a:lnTo>
                  <a:lnTo>
                    <a:pt x="1511216" y="307297"/>
                  </a:lnTo>
                  <a:lnTo>
                    <a:pt x="1520960" y="293133"/>
                  </a:lnTo>
                  <a:lnTo>
                    <a:pt x="1530719" y="295240"/>
                  </a:lnTo>
                  <a:lnTo>
                    <a:pt x="1540463" y="362433"/>
                  </a:lnTo>
                  <a:lnTo>
                    <a:pt x="1550221" y="342559"/>
                  </a:lnTo>
                  <a:lnTo>
                    <a:pt x="1559965" y="354602"/>
                  </a:lnTo>
                  <a:lnTo>
                    <a:pt x="1569709" y="316852"/>
                  </a:lnTo>
                  <a:lnTo>
                    <a:pt x="1579468" y="309053"/>
                  </a:lnTo>
                  <a:lnTo>
                    <a:pt x="1589212" y="333931"/>
                  </a:lnTo>
                  <a:lnTo>
                    <a:pt x="1598971" y="347581"/>
                  </a:lnTo>
                  <a:lnTo>
                    <a:pt x="1608715" y="372364"/>
                  </a:lnTo>
                  <a:lnTo>
                    <a:pt x="1618459" y="358766"/>
                  </a:lnTo>
                  <a:lnTo>
                    <a:pt x="1628218" y="346546"/>
                  </a:lnTo>
                  <a:lnTo>
                    <a:pt x="1637962" y="328155"/>
                  </a:lnTo>
                  <a:lnTo>
                    <a:pt x="1647720" y="309389"/>
                  </a:lnTo>
                  <a:lnTo>
                    <a:pt x="1657464" y="284471"/>
                  </a:lnTo>
                  <a:lnTo>
                    <a:pt x="1667208" y="267404"/>
                  </a:lnTo>
                  <a:lnTo>
                    <a:pt x="1676967" y="262194"/>
                  </a:lnTo>
                  <a:lnTo>
                    <a:pt x="1686711" y="239427"/>
                  </a:lnTo>
                  <a:lnTo>
                    <a:pt x="1696470" y="209295"/>
                  </a:lnTo>
                  <a:lnTo>
                    <a:pt x="1706214" y="218796"/>
                  </a:lnTo>
                  <a:lnTo>
                    <a:pt x="1715958" y="209313"/>
                  </a:lnTo>
                  <a:lnTo>
                    <a:pt x="1725716" y="217597"/>
                  </a:lnTo>
                  <a:lnTo>
                    <a:pt x="1735460" y="184616"/>
                  </a:lnTo>
                  <a:lnTo>
                    <a:pt x="1745219" y="205782"/>
                  </a:lnTo>
                  <a:lnTo>
                    <a:pt x="1754963" y="186969"/>
                  </a:lnTo>
                  <a:lnTo>
                    <a:pt x="1764707" y="191166"/>
                  </a:lnTo>
                  <a:lnTo>
                    <a:pt x="1774466" y="214462"/>
                  </a:lnTo>
                  <a:lnTo>
                    <a:pt x="1784210" y="206772"/>
                  </a:lnTo>
                  <a:lnTo>
                    <a:pt x="1793969" y="217130"/>
                  </a:lnTo>
                  <a:lnTo>
                    <a:pt x="1803713" y="202759"/>
                  </a:lnTo>
                  <a:lnTo>
                    <a:pt x="1813457" y="189335"/>
                  </a:lnTo>
                  <a:lnTo>
                    <a:pt x="1823215" y="157338"/>
                  </a:lnTo>
                  <a:lnTo>
                    <a:pt x="1832959" y="177746"/>
                  </a:lnTo>
                  <a:lnTo>
                    <a:pt x="1842703" y="160921"/>
                  </a:lnTo>
                  <a:lnTo>
                    <a:pt x="1852462" y="138788"/>
                  </a:lnTo>
                  <a:lnTo>
                    <a:pt x="1862206" y="128307"/>
                  </a:lnTo>
                  <a:lnTo>
                    <a:pt x="1871965" y="129877"/>
                  </a:lnTo>
                  <a:lnTo>
                    <a:pt x="1881709" y="147851"/>
                  </a:lnTo>
                  <a:lnTo>
                    <a:pt x="1891453" y="176650"/>
                  </a:lnTo>
                  <a:lnTo>
                    <a:pt x="1901212" y="200226"/>
                  </a:lnTo>
                  <a:lnTo>
                    <a:pt x="1910956" y="232427"/>
                  </a:lnTo>
                  <a:lnTo>
                    <a:pt x="1920714" y="261072"/>
                  </a:lnTo>
                  <a:lnTo>
                    <a:pt x="1930458" y="226655"/>
                  </a:lnTo>
                  <a:lnTo>
                    <a:pt x="1940202" y="207953"/>
                  </a:lnTo>
                  <a:lnTo>
                    <a:pt x="1949961" y="209632"/>
                  </a:lnTo>
                  <a:lnTo>
                    <a:pt x="1959705" y="195583"/>
                  </a:lnTo>
                  <a:lnTo>
                    <a:pt x="1969464" y="200968"/>
                  </a:lnTo>
                  <a:lnTo>
                    <a:pt x="1979208" y="203840"/>
                  </a:lnTo>
                  <a:lnTo>
                    <a:pt x="1988952" y="202996"/>
                  </a:lnTo>
                  <a:lnTo>
                    <a:pt x="1998711" y="215459"/>
                  </a:lnTo>
                  <a:lnTo>
                    <a:pt x="2008454" y="191404"/>
                  </a:lnTo>
                  <a:lnTo>
                    <a:pt x="2018213" y="172118"/>
                  </a:lnTo>
                  <a:lnTo>
                    <a:pt x="2027957" y="207689"/>
                  </a:lnTo>
                  <a:lnTo>
                    <a:pt x="2037701" y="191707"/>
                  </a:lnTo>
                  <a:lnTo>
                    <a:pt x="2047460" y="196781"/>
                  </a:lnTo>
                  <a:lnTo>
                    <a:pt x="2057204" y="206974"/>
                  </a:lnTo>
                  <a:lnTo>
                    <a:pt x="2066963" y="234577"/>
                  </a:lnTo>
                  <a:lnTo>
                    <a:pt x="2076707" y="262952"/>
                  </a:lnTo>
                  <a:lnTo>
                    <a:pt x="2086451" y="221837"/>
                  </a:lnTo>
                  <a:lnTo>
                    <a:pt x="2096210" y="206473"/>
                  </a:lnTo>
                  <a:lnTo>
                    <a:pt x="2105954" y="209739"/>
                  </a:lnTo>
                  <a:lnTo>
                    <a:pt x="2115697" y="217483"/>
                  </a:lnTo>
                  <a:lnTo>
                    <a:pt x="2125456" y="204347"/>
                  </a:lnTo>
                  <a:lnTo>
                    <a:pt x="2135200" y="200557"/>
                  </a:lnTo>
                  <a:lnTo>
                    <a:pt x="2144959" y="168165"/>
                  </a:lnTo>
                  <a:lnTo>
                    <a:pt x="2154703" y="152420"/>
                  </a:lnTo>
                  <a:lnTo>
                    <a:pt x="2164447" y="147075"/>
                  </a:lnTo>
                  <a:lnTo>
                    <a:pt x="2174206" y="172913"/>
                  </a:lnTo>
                  <a:lnTo>
                    <a:pt x="2183950" y="163811"/>
                  </a:lnTo>
                  <a:lnTo>
                    <a:pt x="2193709" y="184811"/>
                  </a:lnTo>
                  <a:lnTo>
                    <a:pt x="2203452" y="175923"/>
                  </a:lnTo>
                  <a:lnTo>
                    <a:pt x="2213196" y="137626"/>
                  </a:lnTo>
                  <a:lnTo>
                    <a:pt x="2222955" y="115711"/>
                  </a:lnTo>
                  <a:lnTo>
                    <a:pt x="2232699" y="87925"/>
                  </a:lnTo>
                  <a:lnTo>
                    <a:pt x="2242458" y="120168"/>
                  </a:lnTo>
                  <a:lnTo>
                    <a:pt x="2252202" y="159112"/>
                  </a:lnTo>
                  <a:lnTo>
                    <a:pt x="2261946" y="145603"/>
                  </a:lnTo>
                  <a:lnTo>
                    <a:pt x="2271705" y="125421"/>
                  </a:lnTo>
                  <a:lnTo>
                    <a:pt x="2281449" y="109159"/>
                  </a:lnTo>
                  <a:lnTo>
                    <a:pt x="2291208" y="81736"/>
                  </a:lnTo>
                  <a:lnTo>
                    <a:pt x="2300951" y="73260"/>
                  </a:lnTo>
                  <a:lnTo>
                    <a:pt x="2310695" y="95820"/>
                  </a:lnTo>
                  <a:lnTo>
                    <a:pt x="2320454" y="85039"/>
                  </a:lnTo>
                  <a:lnTo>
                    <a:pt x="2330198" y="28599"/>
                  </a:lnTo>
                  <a:lnTo>
                    <a:pt x="2339957" y="6307"/>
                  </a:lnTo>
                  <a:lnTo>
                    <a:pt x="2349701" y="0"/>
                  </a:lnTo>
                  <a:lnTo>
                    <a:pt x="2359445" y="16323"/>
                  </a:lnTo>
                  <a:lnTo>
                    <a:pt x="2369204" y="12178"/>
                  </a:lnTo>
                  <a:lnTo>
                    <a:pt x="2378948" y="8552"/>
                  </a:lnTo>
                  <a:lnTo>
                    <a:pt x="2388692" y="28135"/>
                  </a:lnTo>
                  <a:lnTo>
                    <a:pt x="2398450" y="50543"/>
                  </a:lnTo>
                  <a:lnTo>
                    <a:pt x="2408194" y="54372"/>
                  </a:lnTo>
                  <a:lnTo>
                    <a:pt x="2417953" y="34893"/>
                  </a:lnTo>
                  <a:lnTo>
                    <a:pt x="2427697" y="44593"/>
                  </a:lnTo>
                  <a:lnTo>
                    <a:pt x="2437441" y="75597"/>
                  </a:lnTo>
                  <a:lnTo>
                    <a:pt x="2447200" y="48910"/>
                  </a:lnTo>
                  <a:lnTo>
                    <a:pt x="2456944" y="73366"/>
                  </a:lnTo>
                  <a:lnTo>
                    <a:pt x="2466703" y="47254"/>
                  </a:lnTo>
                  <a:lnTo>
                    <a:pt x="2476446" y="49892"/>
                  </a:lnTo>
                  <a:lnTo>
                    <a:pt x="2486190" y="49554"/>
                  </a:lnTo>
                  <a:lnTo>
                    <a:pt x="2495949" y="71734"/>
                  </a:lnTo>
                  <a:lnTo>
                    <a:pt x="2505693" y="65085"/>
                  </a:lnTo>
                  <a:lnTo>
                    <a:pt x="2515452" y="74925"/>
                  </a:lnTo>
                  <a:lnTo>
                    <a:pt x="2525196" y="56664"/>
                  </a:lnTo>
                  <a:lnTo>
                    <a:pt x="2534940" y="76371"/>
                  </a:lnTo>
                  <a:lnTo>
                    <a:pt x="2544699" y="82181"/>
                  </a:lnTo>
                  <a:lnTo>
                    <a:pt x="2554443" y="121455"/>
                  </a:lnTo>
                  <a:lnTo>
                    <a:pt x="2564202" y="161961"/>
                  </a:lnTo>
                  <a:lnTo>
                    <a:pt x="2573946" y="167038"/>
                  </a:lnTo>
                  <a:lnTo>
                    <a:pt x="2583690" y="145532"/>
                  </a:lnTo>
                  <a:lnTo>
                    <a:pt x="2593448" y="139611"/>
                  </a:lnTo>
                  <a:lnTo>
                    <a:pt x="2603192" y="162388"/>
                  </a:lnTo>
                  <a:lnTo>
                    <a:pt x="2612951" y="175592"/>
                  </a:lnTo>
                  <a:lnTo>
                    <a:pt x="2622695" y="155358"/>
                  </a:lnTo>
                  <a:lnTo>
                    <a:pt x="2632439" y="136354"/>
                  </a:lnTo>
                  <a:lnTo>
                    <a:pt x="2642198" y="137419"/>
                  </a:lnTo>
                  <a:lnTo>
                    <a:pt x="2651942" y="147837"/>
                  </a:lnTo>
                  <a:lnTo>
                    <a:pt x="2661685" y="128441"/>
                  </a:lnTo>
                  <a:lnTo>
                    <a:pt x="2671444" y="115859"/>
                  </a:lnTo>
                  <a:lnTo>
                    <a:pt x="2681188" y="118022"/>
                  </a:lnTo>
                  <a:lnTo>
                    <a:pt x="2690947" y="138301"/>
                  </a:lnTo>
                  <a:lnTo>
                    <a:pt x="2700691" y="151636"/>
                  </a:lnTo>
                  <a:lnTo>
                    <a:pt x="2710435" y="139681"/>
                  </a:lnTo>
                  <a:lnTo>
                    <a:pt x="2720194" y="131181"/>
                  </a:lnTo>
                  <a:lnTo>
                    <a:pt x="2729938" y="140707"/>
                  </a:lnTo>
                  <a:lnTo>
                    <a:pt x="2739697" y="157601"/>
                  </a:lnTo>
                  <a:lnTo>
                    <a:pt x="2749441" y="194712"/>
                  </a:lnTo>
                  <a:lnTo>
                    <a:pt x="2759185" y="205789"/>
                  </a:lnTo>
                  <a:lnTo>
                    <a:pt x="2768943" y="224516"/>
                  </a:lnTo>
                  <a:lnTo>
                    <a:pt x="2778687" y="237162"/>
                  </a:lnTo>
                  <a:lnTo>
                    <a:pt x="2788446" y="227251"/>
                  </a:lnTo>
                  <a:lnTo>
                    <a:pt x="2798190" y="247612"/>
                  </a:lnTo>
                  <a:lnTo>
                    <a:pt x="2807934" y="214122"/>
                  </a:lnTo>
                  <a:lnTo>
                    <a:pt x="2817693" y="203270"/>
                  </a:lnTo>
                  <a:lnTo>
                    <a:pt x="2827437" y="185632"/>
                  </a:lnTo>
                  <a:lnTo>
                    <a:pt x="2837196" y="179530"/>
                  </a:lnTo>
                  <a:lnTo>
                    <a:pt x="2846940" y="134678"/>
                  </a:lnTo>
                  <a:lnTo>
                    <a:pt x="2856684" y="129408"/>
                  </a:lnTo>
                  <a:lnTo>
                    <a:pt x="2866442" y="122484"/>
                  </a:lnTo>
                  <a:lnTo>
                    <a:pt x="2876186" y="103610"/>
                  </a:lnTo>
                  <a:lnTo>
                    <a:pt x="2885945" y="117726"/>
                  </a:lnTo>
                  <a:lnTo>
                    <a:pt x="2895689" y="152473"/>
                  </a:lnTo>
                  <a:lnTo>
                    <a:pt x="2905433" y="158784"/>
                  </a:lnTo>
                  <a:lnTo>
                    <a:pt x="2915192" y="15228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4" name="Freeform 993">
              <a:extLst>
                <a:ext uri="{FF2B5EF4-FFF2-40B4-BE49-F238E27FC236}">
                  <a16:creationId xmlns:a16="http://schemas.microsoft.com/office/drawing/2014/main" id="{3EE46682-0174-A334-A28E-2060C5700C88}"/>
                </a:ext>
              </a:extLst>
            </p:cNvPr>
            <p:cNvSpPr/>
            <p:nvPr/>
          </p:nvSpPr>
          <p:spPr>
            <a:xfrm>
              <a:off x="4426652" y="3360192"/>
              <a:ext cx="2915191" cy="398447"/>
            </a:xfrm>
            <a:custGeom>
              <a:avLst/>
              <a:gdLst>
                <a:gd name="connsiteX0" fmla="*/ 0 w 2915191"/>
                <a:gd name="connsiteY0" fmla="*/ 310344 h 398447"/>
                <a:gd name="connsiteX1" fmla="*/ 9750 w 2915191"/>
                <a:gd name="connsiteY1" fmla="*/ 341961 h 398447"/>
                <a:gd name="connsiteX2" fmla="*/ 19500 w 2915191"/>
                <a:gd name="connsiteY2" fmla="*/ 339709 h 398447"/>
                <a:gd name="connsiteX3" fmla="*/ 29250 w 2915191"/>
                <a:gd name="connsiteY3" fmla="*/ 314029 h 398447"/>
                <a:gd name="connsiteX4" fmla="*/ 39000 w 2915191"/>
                <a:gd name="connsiteY4" fmla="*/ 344092 h 398447"/>
                <a:gd name="connsiteX5" fmla="*/ 48749 w 2915191"/>
                <a:gd name="connsiteY5" fmla="*/ 354553 h 398447"/>
                <a:gd name="connsiteX6" fmla="*/ 58499 w 2915191"/>
                <a:gd name="connsiteY6" fmla="*/ 360570 h 398447"/>
                <a:gd name="connsiteX7" fmla="*/ 68249 w 2915191"/>
                <a:gd name="connsiteY7" fmla="*/ 330641 h 398447"/>
                <a:gd name="connsiteX8" fmla="*/ 77998 w 2915191"/>
                <a:gd name="connsiteY8" fmla="*/ 318819 h 398447"/>
                <a:gd name="connsiteX9" fmla="*/ 87748 w 2915191"/>
                <a:gd name="connsiteY9" fmla="*/ 302925 h 398447"/>
                <a:gd name="connsiteX10" fmla="*/ 97497 w 2915191"/>
                <a:gd name="connsiteY10" fmla="*/ 319793 h 398447"/>
                <a:gd name="connsiteX11" fmla="*/ 107247 w 2915191"/>
                <a:gd name="connsiteY11" fmla="*/ 356994 h 398447"/>
                <a:gd name="connsiteX12" fmla="*/ 116997 w 2915191"/>
                <a:gd name="connsiteY12" fmla="*/ 336723 h 398447"/>
                <a:gd name="connsiteX13" fmla="*/ 126747 w 2915191"/>
                <a:gd name="connsiteY13" fmla="*/ 361236 h 398447"/>
                <a:gd name="connsiteX14" fmla="*/ 136497 w 2915191"/>
                <a:gd name="connsiteY14" fmla="*/ 369964 h 398447"/>
                <a:gd name="connsiteX15" fmla="*/ 146247 w 2915191"/>
                <a:gd name="connsiteY15" fmla="*/ 348578 h 398447"/>
                <a:gd name="connsiteX16" fmla="*/ 155997 w 2915191"/>
                <a:gd name="connsiteY16" fmla="*/ 372403 h 398447"/>
                <a:gd name="connsiteX17" fmla="*/ 165747 w 2915191"/>
                <a:gd name="connsiteY17" fmla="*/ 349989 h 398447"/>
                <a:gd name="connsiteX18" fmla="*/ 175497 w 2915191"/>
                <a:gd name="connsiteY18" fmla="*/ 384154 h 398447"/>
                <a:gd name="connsiteX19" fmla="*/ 185247 w 2915191"/>
                <a:gd name="connsiteY19" fmla="*/ 371487 h 398447"/>
                <a:gd name="connsiteX20" fmla="*/ 194996 w 2915191"/>
                <a:gd name="connsiteY20" fmla="*/ 367923 h 398447"/>
                <a:gd name="connsiteX21" fmla="*/ 204746 w 2915191"/>
                <a:gd name="connsiteY21" fmla="*/ 371940 h 398447"/>
                <a:gd name="connsiteX22" fmla="*/ 214495 w 2915191"/>
                <a:gd name="connsiteY22" fmla="*/ 364279 h 398447"/>
                <a:gd name="connsiteX23" fmla="*/ 224245 w 2915191"/>
                <a:gd name="connsiteY23" fmla="*/ 365763 h 398447"/>
                <a:gd name="connsiteX24" fmla="*/ 233995 w 2915191"/>
                <a:gd name="connsiteY24" fmla="*/ 357955 h 398447"/>
                <a:gd name="connsiteX25" fmla="*/ 243744 w 2915191"/>
                <a:gd name="connsiteY25" fmla="*/ 369170 h 398447"/>
                <a:gd name="connsiteX26" fmla="*/ 253494 w 2915191"/>
                <a:gd name="connsiteY26" fmla="*/ 386699 h 398447"/>
                <a:gd name="connsiteX27" fmla="*/ 263244 w 2915191"/>
                <a:gd name="connsiteY27" fmla="*/ 370472 h 398447"/>
                <a:gd name="connsiteX28" fmla="*/ 272994 w 2915191"/>
                <a:gd name="connsiteY28" fmla="*/ 366671 h 398447"/>
                <a:gd name="connsiteX29" fmla="*/ 282744 w 2915191"/>
                <a:gd name="connsiteY29" fmla="*/ 377119 h 398447"/>
                <a:gd name="connsiteX30" fmla="*/ 292494 w 2915191"/>
                <a:gd name="connsiteY30" fmla="*/ 351507 h 398447"/>
                <a:gd name="connsiteX31" fmla="*/ 302244 w 2915191"/>
                <a:gd name="connsiteY31" fmla="*/ 354484 h 398447"/>
                <a:gd name="connsiteX32" fmla="*/ 311994 w 2915191"/>
                <a:gd name="connsiteY32" fmla="*/ 328161 h 398447"/>
                <a:gd name="connsiteX33" fmla="*/ 321744 w 2915191"/>
                <a:gd name="connsiteY33" fmla="*/ 287786 h 398447"/>
                <a:gd name="connsiteX34" fmla="*/ 331493 w 2915191"/>
                <a:gd name="connsiteY34" fmla="*/ 320444 h 398447"/>
                <a:gd name="connsiteX35" fmla="*/ 341243 w 2915191"/>
                <a:gd name="connsiteY35" fmla="*/ 348447 h 398447"/>
                <a:gd name="connsiteX36" fmla="*/ 350993 w 2915191"/>
                <a:gd name="connsiteY36" fmla="*/ 319898 h 398447"/>
                <a:gd name="connsiteX37" fmla="*/ 360742 w 2915191"/>
                <a:gd name="connsiteY37" fmla="*/ 362252 h 398447"/>
                <a:gd name="connsiteX38" fmla="*/ 370492 w 2915191"/>
                <a:gd name="connsiteY38" fmla="*/ 335723 h 398447"/>
                <a:gd name="connsiteX39" fmla="*/ 380241 w 2915191"/>
                <a:gd name="connsiteY39" fmla="*/ 320774 h 398447"/>
                <a:gd name="connsiteX40" fmla="*/ 389991 w 2915191"/>
                <a:gd name="connsiteY40" fmla="*/ 334966 h 398447"/>
                <a:gd name="connsiteX41" fmla="*/ 399741 w 2915191"/>
                <a:gd name="connsiteY41" fmla="*/ 368803 h 398447"/>
                <a:gd name="connsiteX42" fmla="*/ 409491 w 2915191"/>
                <a:gd name="connsiteY42" fmla="*/ 375326 h 398447"/>
                <a:gd name="connsiteX43" fmla="*/ 419241 w 2915191"/>
                <a:gd name="connsiteY43" fmla="*/ 374855 h 398447"/>
                <a:gd name="connsiteX44" fmla="*/ 428991 w 2915191"/>
                <a:gd name="connsiteY44" fmla="*/ 360448 h 398447"/>
                <a:gd name="connsiteX45" fmla="*/ 438741 w 2915191"/>
                <a:gd name="connsiteY45" fmla="*/ 344429 h 398447"/>
                <a:gd name="connsiteX46" fmla="*/ 448491 w 2915191"/>
                <a:gd name="connsiteY46" fmla="*/ 311234 h 398447"/>
                <a:gd name="connsiteX47" fmla="*/ 458241 w 2915191"/>
                <a:gd name="connsiteY47" fmla="*/ 263865 h 398447"/>
                <a:gd name="connsiteX48" fmla="*/ 467991 w 2915191"/>
                <a:gd name="connsiteY48" fmla="*/ 266263 h 398447"/>
                <a:gd name="connsiteX49" fmla="*/ 477740 w 2915191"/>
                <a:gd name="connsiteY49" fmla="*/ 257737 h 398447"/>
                <a:gd name="connsiteX50" fmla="*/ 487490 w 2915191"/>
                <a:gd name="connsiteY50" fmla="*/ 239668 h 398447"/>
                <a:gd name="connsiteX51" fmla="*/ 497239 w 2915191"/>
                <a:gd name="connsiteY51" fmla="*/ 234990 h 398447"/>
                <a:gd name="connsiteX52" fmla="*/ 506989 w 2915191"/>
                <a:gd name="connsiteY52" fmla="*/ 202094 h 398447"/>
                <a:gd name="connsiteX53" fmla="*/ 516738 w 2915191"/>
                <a:gd name="connsiteY53" fmla="*/ 242694 h 398447"/>
                <a:gd name="connsiteX54" fmla="*/ 526488 w 2915191"/>
                <a:gd name="connsiteY54" fmla="*/ 247657 h 398447"/>
                <a:gd name="connsiteX55" fmla="*/ 536238 w 2915191"/>
                <a:gd name="connsiteY55" fmla="*/ 253923 h 398447"/>
                <a:gd name="connsiteX56" fmla="*/ 545988 w 2915191"/>
                <a:gd name="connsiteY56" fmla="*/ 265561 h 398447"/>
                <a:gd name="connsiteX57" fmla="*/ 555738 w 2915191"/>
                <a:gd name="connsiteY57" fmla="*/ 261711 h 398447"/>
                <a:gd name="connsiteX58" fmla="*/ 565488 w 2915191"/>
                <a:gd name="connsiteY58" fmla="*/ 254044 h 398447"/>
                <a:gd name="connsiteX59" fmla="*/ 575238 w 2915191"/>
                <a:gd name="connsiteY59" fmla="*/ 250251 h 398447"/>
                <a:gd name="connsiteX60" fmla="*/ 584988 w 2915191"/>
                <a:gd name="connsiteY60" fmla="*/ 203487 h 398447"/>
                <a:gd name="connsiteX61" fmla="*/ 594738 w 2915191"/>
                <a:gd name="connsiteY61" fmla="*/ 198901 h 398447"/>
                <a:gd name="connsiteX62" fmla="*/ 604488 w 2915191"/>
                <a:gd name="connsiteY62" fmla="*/ 202915 h 398447"/>
                <a:gd name="connsiteX63" fmla="*/ 614237 w 2915191"/>
                <a:gd name="connsiteY63" fmla="*/ 198070 h 398447"/>
                <a:gd name="connsiteX64" fmla="*/ 623987 w 2915191"/>
                <a:gd name="connsiteY64" fmla="*/ 205397 h 398447"/>
                <a:gd name="connsiteX65" fmla="*/ 633736 w 2915191"/>
                <a:gd name="connsiteY65" fmla="*/ 198693 h 398447"/>
                <a:gd name="connsiteX66" fmla="*/ 643486 w 2915191"/>
                <a:gd name="connsiteY66" fmla="*/ 242268 h 398447"/>
                <a:gd name="connsiteX67" fmla="*/ 653236 w 2915191"/>
                <a:gd name="connsiteY67" fmla="*/ 236693 h 398447"/>
                <a:gd name="connsiteX68" fmla="*/ 662985 w 2915191"/>
                <a:gd name="connsiteY68" fmla="*/ 198413 h 398447"/>
                <a:gd name="connsiteX69" fmla="*/ 672735 w 2915191"/>
                <a:gd name="connsiteY69" fmla="*/ 204019 h 398447"/>
                <a:gd name="connsiteX70" fmla="*/ 682485 w 2915191"/>
                <a:gd name="connsiteY70" fmla="*/ 203209 h 398447"/>
                <a:gd name="connsiteX71" fmla="*/ 692235 w 2915191"/>
                <a:gd name="connsiteY71" fmla="*/ 188070 h 398447"/>
                <a:gd name="connsiteX72" fmla="*/ 701985 w 2915191"/>
                <a:gd name="connsiteY72" fmla="*/ 226564 h 398447"/>
                <a:gd name="connsiteX73" fmla="*/ 711735 w 2915191"/>
                <a:gd name="connsiteY73" fmla="*/ 219243 h 398447"/>
                <a:gd name="connsiteX74" fmla="*/ 721485 w 2915191"/>
                <a:gd name="connsiteY74" fmla="*/ 218748 h 398447"/>
                <a:gd name="connsiteX75" fmla="*/ 731235 w 2915191"/>
                <a:gd name="connsiteY75" fmla="*/ 264226 h 398447"/>
                <a:gd name="connsiteX76" fmla="*/ 740985 w 2915191"/>
                <a:gd name="connsiteY76" fmla="*/ 264497 h 398447"/>
                <a:gd name="connsiteX77" fmla="*/ 750734 w 2915191"/>
                <a:gd name="connsiteY77" fmla="*/ 233968 h 398447"/>
                <a:gd name="connsiteX78" fmla="*/ 760484 w 2915191"/>
                <a:gd name="connsiteY78" fmla="*/ 242241 h 398447"/>
                <a:gd name="connsiteX79" fmla="*/ 770233 w 2915191"/>
                <a:gd name="connsiteY79" fmla="*/ 226685 h 398447"/>
                <a:gd name="connsiteX80" fmla="*/ 779983 w 2915191"/>
                <a:gd name="connsiteY80" fmla="*/ 224855 h 398447"/>
                <a:gd name="connsiteX81" fmla="*/ 789733 w 2915191"/>
                <a:gd name="connsiteY81" fmla="*/ 228830 h 398447"/>
                <a:gd name="connsiteX82" fmla="*/ 799482 w 2915191"/>
                <a:gd name="connsiteY82" fmla="*/ 212433 h 398447"/>
                <a:gd name="connsiteX83" fmla="*/ 809232 w 2915191"/>
                <a:gd name="connsiteY83" fmla="*/ 209839 h 398447"/>
                <a:gd name="connsiteX84" fmla="*/ 818982 w 2915191"/>
                <a:gd name="connsiteY84" fmla="*/ 215190 h 398447"/>
                <a:gd name="connsiteX85" fmla="*/ 828732 w 2915191"/>
                <a:gd name="connsiteY85" fmla="*/ 226326 h 398447"/>
                <a:gd name="connsiteX86" fmla="*/ 838482 w 2915191"/>
                <a:gd name="connsiteY86" fmla="*/ 242231 h 398447"/>
                <a:gd name="connsiteX87" fmla="*/ 848232 w 2915191"/>
                <a:gd name="connsiteY87" fmla="*/ 267703 h 398447"/>
                <a:gd name="connsiteX88" fmla="*/ 857982 w 2915191"/>
                <a:gd name="connsiteY88" fmla="*/ 275363 h 398447"/>
                <a:gd name="connsiteX89" fmla="*/ 867732 w 2915191"/>
                <a:gd name="connsiteY89" fmla="*/ 241255 h 398447"/>
                <a:gd name="connsiteX90" fmla="*/ 877482 w 2915191"/>
                <a:gd name="connsiteY90" fmla="*/ 238235 h 398447"/>
                <a:gd name="connsiteX91" fmla="*/ 887231 w 2915191"/>
                <a:gd name="connsiteY91" fmla="*/ 220472 h 398447"/>
                <a:gd name="connsiteX92" fmla="*/ 896981 w 2915191"/>
                <a:gd name="connsiteY92" fmla="*/ 207941 h 398447"/>
                <a:gd name="connsiteX93" fmla="*/ 906730 w 2915191"/>
                <a:gd name="connsiteY93" fmla="*/ 216852 h 398447"/>
                <a:gd name="connsiteX94" fmla="*/ 916480 w 2915191"/>
                <a:gd name="connsiteY94" fmla="*/ 221625 h 398447"/>
                <a:gd name="connsiteX95" fmla="*/ 926230 w 2915191"/>
                <a:gd name="connsiteY95" fmla="*/ 241715 h 398447"/>
                <a:gd name="connsiteX96" fmla="*/ 935979 w 2915191"/>
                <a:gd name="connsiteY96" fmla="*/ 227645 h 398447"/>
                <a:gd name="connsiteX97" fmla="*/ 945729 w 2915191"/>
                <a:gd name="connsiteY97" fmla="*/ 249725 h 398447"/>
                <a:gd name="connsiteX98" fmla="*/ 955479 w 2915191"/>
                <a:gd name="connsiteY98" fmla="*/ 255226 h 398447"/>
                <a:gd name="connsiteX99" fmla="*/ 965229 w 2915191"/>
                <a:gd name="connsiteY99" fmla="*/ 237777 h 398447"/>
                <a:gd name="connsiteX100" fmla="*/ 974979 w 2915191"/>
                <a:gd name="connsiteY100" fmla="*/ 252483 h 398447"/>
                <a:gd name="connsiteX101" fmla="*/ 984729 w 2915191"/>
                <a:gd name="connsiteY101" fmla="*/ 249352 h 398447"/>
                <a:gd name="connsiteX102" fmla="*/ 994474 w 2915191"/>
                <a:gd name="connsiteY102" fmla="*/ 247080 h 398447"/>
                <a:gd name="connsiteX103" fmla="*/ 1004233 w 2915191"/>
                <a:gd name="connsiteY103" fmla="*/ 237701 h 398447"/>
                <a:gd name="connsiteX104" fmla="*/ 1013977 w 2915191"/>
                <a:gd name="connsiteY104" fmla="*/ 251075 h 398447"/>
                <a:gd name="connsiteX105" fmla="*/ 1023721 w 2915191"/>
                <a:gd name="connsiteY105" fmla="*/ 249367 h 398447"/>
                <a:gd name="connsiteX106" fmla="*/ 1033480 w 2915191"/>
                <a:gd name="connsiteY106" fmla="*/ 236287 h 398447"/>
                <a:gd name="connsiteX107" fmla="*/ 1043224 w 2915191"/>
                <a:gd name="connsiteY107" fmla="*/ 252313 h 398447"/>
                <a:gd name="connsiteX108" fmla="*/ 1052983 w 2915191"/>
                <a:gd name="connsiteY108" fmla="*/ 262162 h 398447"/>
                <a:gd name="connsiteX109" fmla="*/ 1062727 w 2915191"/>
                <a:gd name="connsiteY109" fmla="*/ 293367 h 398447"/>
                <a:gd name="connsiteX110" fmla="*/ 1072471 w 2915191"/>
                <a:gd name="connsiteY110" fmla="*/ 284009 h 398447"/>
                <a:gd name="connsiteX111" fmla="*/ 1082230 w 2915191"/>
                <a:gd name="connsiteY111" fmla="*/ 291375 h 398447"/>
                <a:gd name="connsiteX112" fmla="*/ 1091973 w 2915191"/>
                <a:gd name="connsiteY112" fmla="*/ 271847 h 398447"/>
                <a:gd name="connsiteX113" fmla="*/ 1101732 w 2915191"/>
                <a:gd name="connsiteY113" fmla="*/ 291385 h 398447"/>
                <a:gd name="connsiteX114" fmla="*/ 1111476 w 2915191"/>
                <a:gd name="connsiteY114" fmla="*/ 258082 h 398447"/>
                <a:gd name="connsiteX115" fmla="*/ 1121220 w 2915191"/>
                <a:gd name="connsiteY115" fmla="*/ 277157 h 398447"/>
                <a:gd name="connsiteX116" fmla="*/ 1130979 w 2915191"/>
                <a:gd name="connsiteY116" fmla="*/ 283258 h 398447"/>
                <a:gd name="connsiteX117" fmla="*/ 1140723 w 2915191"/>
                <a:gd name="connsiteY117" fmla="*/ 259333 h 398447"/>
                <a:gd name="connsiteX118" fmla="*/ 1150482 w 2915191"/>
                <a:gd name="connsiteY118" fmla="*/ 286467 h 398447"/>
                <a:gd name="connsiteX119" fmla="*/ 1160226 w 2915191"/>
                <a:gd name="connsiteY119" fmla="*/ 286694 h 398447"/>
                <a:gd name="connsiteX120" fmla="*/ 1169969 w 2915191"/>
                <a:gd name="connsiteY120" fmla="*/ 275044 h 398447"/>
                <a:gd name="connsiteX121" fmla="*/ 1179728 w 2915191"/>
                <a:gd name="connsiteY121" fmla="*/ 256647 h 398447"/>
                <a:gd name="connsiteX122" fmla="*/ 1189472 w 2915191"/>
                <a:gd name="connsiteY122" fmla="*/ 245887 h 398447"/>
                <a:gd name="connsiteX123" fmla="*/ 1199231 w 2915191"/>
                <a:gd name="connsiteY123" fmla="*/ 238294 h 398447"/>
                <a:gd name="connsiteX124" fmla="*/ 1208975 w 2915191"/>
                <a:gd name="connsiteY124" fmla="*/ 214140 h 398447"/>
                <a:gd name="connsiteX125" fmla="*/ 1218719 w 2915191"/>
                <a:gd name="connsiteY125" fmla="*/ 223056 h 398447"/>
                <a:gd name="connsiteX126" fmla="*/ 1228478 w 2915191"/>
                <a:gd name="connsiteY126" fmla="*/ 214274 h 398447"/>
                <a:gd name="connsiteX127" fmla="*/ 1238222 w 2915191"/>
                <a:gd name="connsiteY127" fmla="*/ 192459 h 398447"/>
                <a:gd name="connsiteX128" fmla="*/ 1247966 w 2915191"/>
                <a:gd name="connsiteY128" fmla="*/ 200998 h 398447"/>
                <a:gd name="connsiteX129" fmla="*/ 1257725 w 2915191"/>
                <a:gd name="connsiteY129" fmla="*/ 205002 h 398447"/>
                <a:gd name="connsiteX130" fmla="*/ 1267469 w 2915191"/>
                <a:gd name="connsiteY130" fmla="*/ 223011 h 398447"/>
                <a:gd name="connsiteX131" fmla="*/ 1277227 w 2915191"/>
                <a:gd name="connsiteY131" fmla="*/ 252214 h 398447"/>
                <a:gd name="connsiteX132" fmla="*/ 1286971 w 2915191"/>
                <a:gd name="connsiteY132" fmla="*/ 268352 h 398447"/>
                <a:gd name="connsiteX133" fmla="*/ 1296715 w 2915191"/>
                <a:gd name="connsiteY133" fmla="*/ 281132 h 398447"/>
                <a:gd name="connsiteX134" fmla="*/ 1306474 w 2915191"/>
                <a:gd name="connsiteY134" fmla="*/ 302838 h 398447"/>
                <a:gd name="connsiteX135" fmla="*/ 1316218 w 2915191"/>
                <a:gd name="connsiteY135" fmla="*/ 293631 h 398447"/>
                <a:gd name="connsiteX136" fmla="*/ 1325977 w 2915191"/>
                <a:gd name="connsiteY136" fmla="*/ 291867 h 398447"/>
                <a:gd name="connsiteX137" fmla="*/ 1335721 w 2915191"/>
                <a:gd name="connsiteY137" fmla="*/ 308311 h 398447"/>
                <a:gd name="connsiteX138" fmla="*/ 1345465 w 2915191"/>
                <a:gd name="connsiteY138" fmla="*/ 267690 h 398447"/>
                <a:gd name="connsiteX139" fmla="*/ 1355224 w 2915191"/>
                <a:gd name="connsiteY139" fmla="*/ 288255 h 398447"/>
                <a:gd name="connsiteX140" fmla="*/ 1364967 w 2915191"/>
                <a:gd name="connsiteY140" fmla="*/ 312841 h 398447"/>
                <a:gd name="connsiteX141" fmla="*/ 1374726 w 2915191"/>
                <a:gd name="connsiteY141" fmla="*/ 302408 h 398447"/>
                <a:gd name="connsiteX142" fmla="*/ 1384470 w 2915191"/>
                <a:gd name="connsiteY142" fmla="*/ 266996 h 398447"/>
                <a:gd name="connsiteX143" fmla="*/ 1394214 w 2915191"/>
                <a:gd name="connsiteY143" fmla="*/ 228748 h 398447"/>
                <a:gd name="connsiteX144" fmla="*/ 1403973 w 2915191"/>
                <a:gd name="connsiteY144" fmla="*/ 241316 h 398447"/>
                <a:gd name="connsiteX145" fmla="*/ 1413717 w 2915191"/>
                <a:gd name="connsiteY145" fmla="*/ 242092 h 398447"/>
                <a:gd name="connsiteX146" fmla="*/ 1423476 w 2915191"/>
                <a:gd name="connsiteY146" fmla="*/ 252882 h 398447"/>
                <a:gd name="connsiteX147" fmla="*/ 1433220 w 2915191"/>
                <a:gd name="connsiteY147" fmla="*/ 240286 h 398447"/>
                <a:gd name="connsiteX148" fmla="*/ 1442964 w 2915191"/>
                <a:gd name="connsiteY148" fmla="*/ 261958 h 398447"/>
                <a:gd name="connsiteX149" fmla="*/ 1452722 w 2915191"/>
                <a:gd name="connsiteY149" fmla="*/ 263816 h 398447"/>
                <a:gd name="connsiteX150" fmla="*/ 1462466 w 2915191"/>
                <a:gd name="connsiteY150" fmla="*/ 256091 h 398447"/>
                <a:gd name="connsiteX151" fmla="*/ 1472225 w 2915191"/>
                <a:gd name="connsiteY151" fmla="*/ 283888 h 398447"/>
                <a:gd name="connsiteX152" fmla="*/ 1481969 w 2915191"/>
                <a:gd name="connsiteY152" fmla="*/ 310118 h 398447"/>
                <a:gd name="connsiteX153" fmla="*/ 1491713 w 2915191"/>
                <a:gd name="connsiteY153" fmla="*/ 269972 h 398447"/>
                <a:gd name="connsiteX154" fmla="*/ 1501472 w 2915191"/>
                <a:gd name="connsiteY154" fmla="*/ 238555 h 398447"/>
                <a:gd name="connsiteX155" fmla="*/ 1511216 w 2915191"/>
                <a:gd name="connsiteY155" fmla="*/ 240110 h 398447"/>
                <a:gd name="connsiteX156" fmla="*/ 1520960 w 2915191"/>
                <a:gd name="connsiteY156" fmla="*/ 219544 h 398447"/>
                <a:gd name="connsiteX157" fmla="*/ 1530719 w 2915191"/>
                <a:gd name="connsiteY157" fmla="*/ 242360 h 398447"/>
                <a:gd name="connsiteX158" fmla="*/ 1540463 w 2915191"/>
                <a:gd name="connsiteY158" fmla="*/ 276223 h 398447"/>
                <a:gd name="connsiteX159" fmla="*/ 1550221 w 2915191"/>
                <a:gd name="connsiteY159" fmla="*/ 281309 h 398447"/>
                <a:gd name="connsiteX160" fmla="*/ 1559965 w 2915191"/>
                <a:gd name="connsiteY160" fmla="*/ 281775 h 398447"/>
                <a:gd name="connsiteX161" fmla="*/ 1569709 w 2915191"/>
                <a:gd name="connsiteY161" fmla="*/ 263408 h 398447"/>
                <a:gd name="connsiteX162" fmla="*/ 1579468 w 2915191"/>
                <a:gd name="connsiteY162" fmla="*/ 295424 h 398447"/>
                <a:gd name="connsiteX163" fmla="*/ 1589212 w 2915191"/>
                <a:gd name="connsiteY163" fmla="*/ 294967 h 398447"/>
                <a:gd name="connsiteX164" fmla="*/ 1598971 w 2915191"/>
                <a:gd name="connsiteY164" fmla="*/ 285050 h 398447"/>
                <a:gd name="connsiteX165" fmla="*/ 1608715 w 2915191"/>
                <a:gd name="connsiteY165" fmla="*/ 241286 h 398447"/>
                <a:gd name="connsiteX166" fmla="*/ 1618459 w 2915191"/>
                <a:gd name="connsiteY166" fmla="*/ 245024 h 398447"/>
                <a:gd name="connsiteX167" fmla="*/ 1628218 w 2915191"/>
                <a:gd name="connsiteY167" fmla="*/ 252422 h 398447"/>
                <a:gd name="connsiteX168" fmla="*/ 1637962 w 2915191"/>
                <a:gd name="connsiteY168" fmla="*/ 264551 h 398447"/>
                <a:gd name="connsiteX169" fmla="*/ 1647720 w 2915191"/>
                <a:gd name="connsiteY169" fmla="*/ 272385 h 398447"/>
                <a:gd name="connsiteX170" fmla="*/ 1657464 w 2915191"/>
                <a:gd name="connsiteY170" fmla="*/ 318938 h 398447"/>
                <a:gd name="connsiteX171" fmla="*/ 1667208 w 2915191"/>
                <a:gd name="connsiteY171" fmla="*/ 305837 h 398447"/>
                <a:gd name="connsiteX172" fmla="*/ 1676967 w 2915191"/>
                <a:gd name="connsiteY172" fmla="*/ 318329 h 398447"/>
                <a:gd name="connsiteX173" fmla="*/ 1686711 w 2915191"/>
                <a:gd name="connsiteY173" fmla="*/ 325057 h 398447"/>
                <a:gd name="connsiteX174" fmla="*/ 1696470 w 2915191"/>
                <a:gd name="connsiteY174" fmla="*/ 308570 h 398447"/>
                <a:gd name="connsiteX175" fmla="*/ 1706214 w 2915191"/>
                <a:gd name="connsiteY175" fmla="*/ 324771 h 398447"/>
                <a:gd name="connsiteX176" fmla="*/ 1715958 w 2915191"/>
                <a:gd name="connsiteY176" fmla="*/ 324069 h 398447"/>
                <a:gd name="connsiteX177" fmla="*/ 1725716 w 2915191"/>
                <a:gd name="connsiteY177" fmla="*/ 334749 h 398447"/>
                <a:gd name="connsiteX178" fmla="*/ 1735460 w 2915191"/>
                <a:gd name="connsiteY178" fmla="*/ 301366 h 398447"/>
                <a:gd name="connsiteX179" fmla="*/ 1745219 w 2915191"/>
                <a:gd name="connsiteY179" fmla="*/ 300529 h 398447"/>
                <a:gd name="connsiteX180" fmla="*/ 1754963 w 2915191"/>
                <a:gd name="connsiteY180" fmla="*/ 284171 h 398447"/>
                <a:gd name="connsiteX181" fmla="*/ 1764707 w 2915191"/>
                <a:gd name="connsiteY181" fmla="*/ 328201 h 398447"/>
                <a:gd name="connsiteX182" fmla="*/ 1774466 w 2915191"/>
                <a:gd name="connsiteY182" fmla="*/ 332347 h 398447"/>
                <a:gd name="connsiteX183" fmla="*/ 1784210 w 2915191"/>
                <a:gd name="connsiteY183" fmla="*/ 339607 h 398447"/>
                <a:gd name="connsiteX184" fmla="*/ 1793969 w 2915191"/>
                <a:gd name="connsiteY184" fmla="*/ 358708 h 398447"/>
                <a:gd name="connsiteX185" fmla="*/ 1803713 w 2915191"/>
                <a:gd name="connsiteY185" fmla="*/ 355256 h 398447"/>
                <a:gd name="connsiteX186" fmla="*/ 1813457 w 2915191"/>
                <a:gd name="connsiteY186" fmla="*/ 379680 h 398447"/>
                <a:gd name="connsiteX187" fmla="*/ 1823215 w 2915191"/>
                <a:gd name="connsiteY187" fmla="*/ 372399 h 398447"/>
                <a:gd name="connsiteX188" fmla="*/ 1832959 w 2915191"/>
                <a:gd name="connsiteY188" fmla="*/ 336498 h 398447"/>
                <a:gd name="connsiteX189" fmla="*/ 1842703 w 2915191"/>
                <a:gd name="connsiteY189" fmla="*/ 341167 h 398447"/>
                <a:gd name="connsiteX190" fmla="*/ 1852462 w 2915191"/>
                <a:gd name="connsiteY190" fmla="*/ 320890 h 398447"/>
                <a:gd name="connsiteX191" fmla="*/ 1862206 w 2915191"/>
                <a:gd name="connsiteY191" fmla="*/ 328365 h 398447"/>
                <a:gd name="connsiteX192" fmla="*/ 1871965 w 2915191"/>
                <a:gd name="connsiteY192" fmla="*/ 343360 h 398447"/>
                <a:gd name="connsiteX193" fmla="*/ 1881709 w 2915191"/>
                <a:gd name="connsiteY193" fmla="*/ 363741 h 398447"/>
                <a:gd name="connsiteX194" fmla="*/ 1891453 w 2915191"/>
                <a:gd name="connsiteY194" fmla="*/ 374344 h 398447"/>
                <a:gd name="connsiteX195" fmla="*/ 1901212 w 2915191"/>
                <a:gd name="connsiteY195" fmla="*/ 392858 h 398447"/>
                <a:gd name="connsiteX196" fmla="*/ 1910956 w 2915191"/>
                <a:gd name="connsiteY196" fmla="*/ 398448 h 398447"/>
                <a:gd name="connsiteX197" fmla="*/ 1920714 w 2915191"/>
                <a:gd name="connsiteY197" fmla="*/ 386621 h 398447"/>
                <a:gd name="connsiteX198" fmla="*/ 1930458 w 2915191"/>
                <a:gd name="connsiteY198" fmla="*/ 378769 h 398447"/>
                <a:gd name="connsiteX199" fmla="*/ 1940202 w 2915191"/>
                <a:gd name="connsiteY199" fmla="*/ 366983 h 398447"/>
                <a:gd name="connsiteX200" fmla="*/ 1949961 w 2915191"/>
                <a:gd name="connsiteY200" fmla="*/ 376733 h 398447"/>
                <a:gd name="connsiteX201" fmla="*/ 1959705 w 2915191"/>
                <a:gd name="connsiteY201" fmla="*/ 362375 h 398447"/>
                <a:gd name="connsiteX202" fmla="*/ 1969464 w 2915191"/>
                <a:gd name="connsiteY202" fmla="*/ 340215 h 398447"/>
                <a:gd name="connsiteX203" fmla="*/ 1979208 w 2915191"/>
                <a:gd name="connsiteY203" fmla="*/ 344983 h 398447"/>
                <a:gd name="connsiteX204" fmla="*/ 1988952 w 2915191"/>
                <a:gd name="connsiteY204" fmla="*/ 364580 h 398447"/>
                <a:gd name="connsiteX205" fmla="*/ 1998711 w 2915191"/>
                <a:gd name="connsiteY205" fmla="*/ 368139 h 398447"/>
                <a:gd name="connsiteX206" fmla="*/ 2008454 w 2915191"/>
                <a:gd name="connsiteY206" fmla="*/ 373094 h 398447"/>
                <a:gd name="connsiteX207" fmla="*/ 2018213 w 2915191"/>
                <a:gd name="connsiteY207" fmla="*/ 368555 h 398447"/>
                <a:gd name="connsiteX208" fmla="*/ 2027957 w 2915191"/>
                <a:gd name="connsiteY208" fmla="*/ 374733 h 398447"/>
                <a:gd name="connsiteX209" fmla="*/ 2037701 w 2915191"/>
                <a:gd name="connsiteY209" fmla="*/ 342563 h 398447"/>
                <a:gd name="connsiteX210" fmla="*/ 2047460 w 2915191"/>
                <a:gd name="connsiteY210" fmla="*/ 333181 h 398447"/>
                <a:gd name="connsiteX211" fmla="*/ 2057204 w 2915191"/>
                <a:gd name="connsiteY211" fmla="*/ 317216 h 398447"/>
                <a:gd name="connsiteX212" fmla="*/ 2066963 w 2915191"/>
                <a:gd name="connsiteY212" fmla="*/ 293716 h 398447"/>
                <a:gd name="connsiteX213" fmla="*/ 2076707 w 2915191"/>
                <a:gd name="connsiteY213" fmla="*/ 267860 h 398447"/>
                <a:gd name="connsiteX214" fmla="*/ 2086451 w 2915191"/>
                <a:gd name="connsiteY214" fmla="*/ 254375 h 398447"/>
                <a:gd name="connsiteX215" fmla="*/ 2096210 w 2915191"/>
                <a:gd name="connsiteY215" fmla="*/ 265837 h 398447"/>
                <a:gd name="connsiteX216" fmla="*/ 2105954 w 2915191"/>
                <a:gd name="connsiteY216" fmla="*/ 236001 h 398447"/>
                <a:gd name="connsiteX217" fmla="*/ 2115697 w 2915191"/>
                <a:gd name="connsiteY217" fmla="*/ 246335 h 398447"/>
                <a:gd name="connsiteX218" fmla="*/ 2125456 w 2915191"/>
                <a:gd name="connsiteY218" fmla="*/ 269721 h 398447"/>
                <a:gd name="connsiteX219" fmla="*/ 2135200 w 2915191"/>
                <a:gd name="connsiteY219" fmla="*/ 270682 h 398447"/>
                <a:gd name="connsiteX220" fmla="*/ 2144959 w 2915191"/>
                <a:gd name="connsiteY220" fmla="*/ 260439 h 398447"/>
                <a:gd name="connsiteX221" fmla="*/ 2154703 w 2915191"/>
                <a:gd name="connsiteY221" fmla="*/ 253737 h 398447"/>
                <a:gd name="connsiteX222" fmla="*/ 2164447 w 2915191"/>
                <a:gd name="connsiteY222" fmla="*/ 290402 h 398447"/>
                <a:gd name="connsiteX223" fmla="*/ 2174206 w 2915191"/>
                <a:gd name="connsiteY223" fmla="*/ 295719 h 398447"/>
                <a:gd name="connsiteX224" fmla="*/ 2183950 w 2915191"/>
                <a:gd name="connsiteY224" fmla="*/ 278350 h 398447"/>
                <a:gd name="connsiteX225" fmla="*/ 2193709 w 2915191"/>
                <a:gd name="connsiteY225" fmla="*/ 287176 h 398447"/>
                <a:gd name="connsiteX226" fmla="*/ 2203452 w 2915191"/>
                <a:gd name="connsiteY226" fmla="*/ 270893 h 398447"/>
                <a:gd name="connsiteX227" fmla="*/ 2213196 w 2915191"/>
                <a:gd name="connsiteY227" fmla="*/ 249402 h 398447"/>
                <a:gd name="connsiteX228" fmla="*/ 2222955 w 2915191"/>
                <a:gd name="connsiteY228" fmla="*/ 249550 h 398447"/>
                <a:gd name="connsiteX229" fmla="*/ 2232699 w 2915191"/>
                <a:gd name="connsiteY229" fmla="*/ 270437 h 398447"/>
                <a:gd name="connsiteX230" fmla="*/ 2242458 w 2915191"/>
                <a:gd name="connsiteY230" fmla="*/ 261744 h 398447"/>
                <a:gd name="connsiteX231" fmla="*/ 2252202 w 2915191"/>
                <a:gd name="connsiteY231" fmla="*/ 273110 h 398447"/>
                <a:gd name="connsiteX232" fmla="*/ 2261946 w 2915191"/>
                <a:gd name="connsiteY232" fmla="*/ 256279 h 398447"/>
                <a:gd name="connsiteX233" fmla="*/ 2271705 w 2915191"/>
                <a:gd name="connsiteY233" fmla="*/ 248536 h 398447"/>
                <a:gd name="connsiteX234" fmla="*/ 2281449 w 2915191"/>
                <a:gd name="connsiteY234" fmla="*/ 232803 h 398447"/>
                <a:gd name="connsiteX235" fmla="*/ 2291208 w 2915191"/>
                <a:gd name="connsiteY235" fmla="*/ 214475 h 398447"/>
                <a:gd name="connsiteX236" fmla="*/ 2300951 w 2915191"/>
                <a:gd name="connsiteY236" fmla="*/ 227940 h 398447"/>
                <a:gd name="connsiteX237" fmla="*/ 2310695 w 2915191"/>
                <a:gd name="connsiteY237" fmla="*/ 198886 h 398447"/>
                <a:gd name="connsiteX238" fmla="*/ 2320454 w 2915191"/>
                <a:gd name="connsiteY238" fmla="*/ 168089 h 398447"/>
                <a:gd name="connsiteX239" fmla="*/ 2330198 w 2915191"/>
                <a:gd name="connsiteY239" fmla="*/ 171465 h 398447"/>
                <a:gd name="connsiteX240" fmla="*/ 2339957 w 2915191"/>
                <a:gd name="connsiteY240" fmla="*/ 150003 h 398447"/>
                <a:gd name="connsiteX241" fmla="*/ 2349701 w 2915191"/>
                <a:gd name="connsiteY241" fmla="*/ 134587 h 398447"/>
                <a:gd name="connsiteX242" fmla="*/ 2359445 w 2915191"/>
                <a:gd name="connsiteY242" fmla="*/ 106671 h 398447"/>
                <a:gd name="connsiteX243" fmla="*/ 2369204 w 2915191"/>
                <a:gd name="connsiteY243" fmla="*/ 88287 h 398447"/>
                <a:gd name="connsiteX244" fmla="*/ 2378948 w 2915191"/>
                <a:gd name="connsiteY244" fmla="*/ 83197 h 398447"/>
                <a:gd name="connsiteX245" fmla="*/ 2388692 w 2915191"/>
                <a:gd name="connsiteY245" fmla="*/ 76199 h 398447"/>
                <a:gd name="connsiteX246" fmla="*/ 2398450 w 2915191"/>
                <a:gd name="connsiteY246" fmla="*/ 65807 h 398447"/>
                <a:gd name="connsiteX247" fmla="*/ 2408194 w 2915191"/>
                <a:gd name="connsiteY247" fmla="*/ 56773 h 398447"/>
                <a:gd name="connsiteX248" fmla="*/ 2417953 w 2915191"/>
                <a:gd name="connsiteY248" fmla="*/ 46489 h 398447"/>
                <a:gd name="connsiteX249" fmla="*/ 2427697 w 2915191"/>
                <a:gd name="connsiteY249" fmla="*/ 72771 h 398447"/>
                <a:gd name="connsiteX250" fmla="*/ 2437441 w 2915191"/>
                <a:gd name="connsiteY250" fmla="*/ 45296 h 398447"/>
                <a:gd name="connsiteX251" fmla="*/ 2447200 w 2915191"/>
                <a:gd name="connsiteY251" fmla="*/ 59073 h 398447"/>
                <a:gd name="connsiteX252" fmla="*/ 2456944 w 2915191"/>
                <a:gd name="connsiteY252" fmla="*/ 45062 h 398447"/>
                <a:gd name="connsiteX253" fmla="*/ 2466703 w 2915191"/>
                <a:gd name="connsiteY253" fmla="*/ 61230 h 398447"/>
                <a:gd name="connsiteX254" fmla="*/ 2476446 w 2915191"/>
                <a:gd name="connsiteY254" fmla="*/ 45156 h 398447"/>
                <a:gd name="connsiteX255" fmla="*/ 2486190 w 2915191"/>
                <a:gd name="connsiteY255" fmla="*/ 32976 h 398447"/>
                <a:gd name="connsiteX256" fmla="*/ 2495949 w 2915191"/>
                <a:gd name="connsiteY256" fmla="*/ 53653 h 398447"/>
                <a:gd name="connsiteX257" fmla="*/ 2505693 w 2915191"/>
                <a:gd name="connsiteY257" fmla="*/ 91597 h 398447"/>
                <a:gd name="connsiteX258" fmla="*/ 2515452 w 2915191"/>
                <a:gd name="connsiteY258" fmla="*/ 93753 h 398447"/>
                <a:gd name="connsiteX259" fmla="*/ 2525196 w 2915191"/>
                <a:gd name="connsiteY259" fmla="*/ 103265 h 398447"/>
                <a:gd name="connsiteX260" fmla="*/ 2534940 w 2915191"/>
                <a:gd name="connsiteY260" fmla="*/ 118830 h 398447"/>
                <a:gd name="connsiteX261" fmla="*/ 2544699 w 2915191"/>
                <a:gd name="connsiteY261" fmla="*/ 108381 h 398447"/>
                <a:gd name="connsiteX262" fmla="*/ 2554443 w 2915191"/>
                <a:gd name="connsiteY262" fmla="*/ 110969 h 398447"/>
                <a:gd name="connsiteX263" fmla="*/ 2564202 w 2915191"/>
                <a:gd name="connsiteY263" fmla="*/ 98356 h 398447"/>
                <a:gd name="connsiteX264" fmla="*/ 2573946 w 2915191"/>
                <a:gd name="connsiteY264" fmla="*/ 90388 h 398447"/>
                <a:gd name="connsiteX265" fmla="*/ 2583690 w 2915191"/>
                <a:gd name="connsiteY265" fmla="*/ 77433 h 398447"/>
                <a:gd name="connsiteX266" fmla="*/ 2593448 w 2915191"/>
                <a:gd name="connsiteY266" fmla="*/ 65797 h 398447"/>
                <a:gd name="connsiteX267" fmla="*/ 2603192 w 2915191"/>
                <a:gd name="connsiteY267" fmla="*/ 35381 h 398447"/>
                <a:gd name="connsiteX268" fmla="*/ 2612951 w 2915191"/>
                <a:gd name="connsiteY268" fmla="*/ 15924 h 398447"/>
                <a:gd name="connsiteX269" fmla="*/ 2622695 w 2915191"/>
                <a:gd name="connsiteY269" fmla="*/ 0 h 398447"/>
                <a:gd name="connsiteX270" fmla="*/ 2632439 w 2915191"/>
                <a:gd name="connsiteY270" fmla="*/ 9385 h 398447"/>
                <a:gd name="connsiteX271" fmla="*/ 2642198 w 2915191"/>
                <a:gd name="connsiteY271" fmla="*/ 7764 h 398447"/>
                <a:gd name="connsiteX272" fmla="*/ 2651942 w 2915191"/>
                <a:gd name="connsiteY272" fmla="*/ 10437 h 398447"/>
                <a:gd name="connsiteX273" fmla="*/ 2661685 w 2915191"/>
                <a:gd name="connsiteY273" fmla="*/ 59602 h 398447"/>
                <a:gd name="connsiteX274" fmla="*/ 2671444 w 2915191"/>
                <a:gd name="connsiteY274" fmla="*/ 94346 h 398447"/>
                <a:gd name="connsiteX275" fmla="*/ 2681188 w 2915191"/>
                <a:gd name="connsiteY275" fmla="*/ 87284 h 398447"/>
                <a:gd name="connsiteX276" fmla="*/ 2690947 w 2915191"/>
                <a:gd name="connsiteY276" fmla="*/ 90038 h 398447"/>
                <a:gd name="connsiteX277" fmla="*/ 2700691 w 2915191"/>
                <a:gd name="connsiteY277" fmla="*/ 96599 h 398447"/>
                <a:gd name="connsiteX278" fmla="*/ 2710435 w 2915191"/>
                <a:gd name="connsiteY278" fmla="*/ 85888 h 398447"/>
                <a:gd name="connsiteX279" fmla="*/ 2720194 w 2915191"/>
                <a:gd name="connsiteY279" fmla="*/ 76327 h 398447"/>
                <a:gd name="connsiteX280" fmla="*/ 2729938 w 2915191"/>
                <a:gd name="connsiteY280" fmla="*/ 85359 h 398447"/>
                <a:gd name="connsiteX281" fmla="*/ 2739697 w 2915191"/>
                <a:gd name="connsiteY281" fmla="*/ 95823 h 398447"/>
                <a:gd name="connsiteX282" fmla="*/ 2749441 w 2915191"/>
                <a:gd name="connsiteY282" fmla="*/ 85273 h 398447"/>
                <a:gd name="connsiteX283" fmla="*/ 2759185 w 2915191"/>
                <a:gd name="connsiteY283" fmla="*/ 121830 h 398447"/>
                <a:gd name="connsiteX284" fmla="*/ 2768943 w 2915191"/>
                <a:gd name="connsiteY284" fmla="*/ 147725 h 398447"/>
                <a:gd name="connsiteX285" fmla="*/ 2778687 w 2915191"/>
                <a:gd name="connsiteY285" fmla="*/ 173366 h 398447"/>
                <a:gd name="connsiteX286" fmla="*/ 2788446 w 2915191"/>
                <a:gd name="connsiteY286" fmla="*/ 171970 h 398447"/>
                <a:gd name="connsiteX287" fmla="*/ 2798190 w 2915191"/>
                <a:gd name="connsiteY287" fmla="*/ 189131 h 398447"/>
                <a:gd name="connsiteX288" fmla="*/ 2807934 w 2915191"/>
                <a:gd name="connsiteY288" fmla="*/ 177696 h 398447"/>
                <a:gd name="connsiteX289" fmla="*/ 2817693 w 2915191"/>
                <a:gd name="connsiteY289" fmla="*/ 132680 h 398447"/>
                <a:gd name="connsiteX290" fmla="*/ 2827437 w 2915191"/>
                <a:gd name="connsiteY290" fmla="*/ 172667 h 398447"/>
                <a:gd name="connsiteX291" fmla="*/ 2837196 w 2915191"/>
                <a:gd name="connsiteY291" fmla="*/ 182369 h 398447"/>
                <a:gd name="connsiteX292" fmla="*/ 2846940 w 2915191"/>
                <a:gd name="connsiteY292" fmla="*/ 192204 h 398447"/>
                <a:gd name="connsiteX293" fmla="*/ 2856684 w 2915191"/>
                <a:gd name="connsiteY293" fmla="*/ 205126 h 398447"/>
                <a:gd name="connsiteX294" fmla="*/ 2866442 w 2915191"/>
                <a:gd name="connsiteY294" fmla="*/ 245435 h 398447"/>
                <a:gd name="connsiteX295" fmla="*/ 2876186 w 2915191"/>
                <a:gd name="connsiteY295" fmla="*/ 264007 h 398447"/>
                <a:gd name="connsiteX296" fmla="*/ 2885945 w 2915191"/>
                <a:gd name="connsiteY296" fmla="*/ 284326 h 398447"/>
                <a:gd name="connsiteX297" fmla="*/ 2895689 w 2915191"/>
                <a:gd name="connsiteY297" fmla="*/ 277555 h 398447"/>
                <a:gd name="connsiteX298" fmla="*/ 2905433 w 2915191"/>
                <a:gd name="connsiteY298" fmla="*/ 296765 h 398447"/>
                <a:gd name="connsiteX299" fmla="*/ 2915192 w 2915191"/>
                <a:gd name="connsiteY299" fmla="*/ 298769 h 398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98447">
                  <a:moveTo>
                    <a:pt x="0" y="310344"/>
                  </a:moveTo>
                  <a:lnTo>
                    <a:pt x="9750" y="341961"/>
                  </a:lnTo>
                  <a:lnTo>
                    <a:pt x="19500" y="339709"/>
                  </a:lnTo>
                  <a:lnTo>
                    <a:pt x="29250" y="314029"/>
                  </a:lnTo>
                  <a:lnTo>
                    <a:pt x="39000" y="344092"/>
                  </a:lnTo>
                  <a:lnTo>
                    <a:pt x="48749" y="354553"/>
                  </a:lnTo>
                  <a:lnTo>
                    <a:pt x="58499" y="360570"/>
                  </a:lnTo>
                  <a:lnTo>
                    <a:pt x="68249" y="330641"/>
                  </a:lnTo>
                  <a:lnTo>
                    <a:pt x="77998" y="318819"/>
                  </a:lnTo>
                  <a:lnTo>
                    <a:pt x="87748" y="302925"/>
                  </a:lnTo>
                  <a:lnTo>
                    <a:pt x="97497" y="319793"/>
                  </a:lnTo>
                  <a:lnTo>
                    <a:pt x="107247" y="356994"/>
                  </a:lnTo>
                  <a:lnTo>
                    <a:pt x="116997" y="336723"/>
                  </a:lnTo>
                  <a:lnTo>
                    <a:pt x="126747" y="361236"/>
                  </a:lnTo>
                  <a:lnTo>
                    <a:pt x="136497" y="369964"/>
                  </a:lnTo>
                  <a:lnTo>
                    <a:pt x="146247" y="348578"/>
                  </a:lnTo>
                  <a:lnTo>
                    <a:pt x="155997" y="372403"/>
                  </a:lnTo>
                  <a:lnTo>
                    <a:pt x="165747" y="349989"/>
                  </a:lnTo>
                  <a:lnTo>
                    <a:pt x="175497" y="384154"/>
                  </a:lnTo>
                  <a:lnTo>
                    <a:pt x="185247" y="371487"/>
                  </a:lnTo>
                  <a:lnTo>
                    <a:pt x="194996" y="367923"/>
                  </a:lnTo>
                  <a:lnTo>
                    <a:pt x="204746" y="371940"/>
                  </a:lnTo>
                  <a:lnTo>
                    <a:pt x="214495" y="364279"/>
                  </a:lnTo>
                  <a:lnTo>
                    <a:pt x="224245" y="365763"/>
                  </a:lnTo>
                  <a:lnTo>
                    <a:pt x="233995" y="357955"/>
                  </a:lnTo>
                  <a:lnTo>
                    <a:pt x="243744" y="369170"/>
                  </a:lnTo>
                  <a:lnTo>
                    <a:pt x="253494" y="386699"/>
                  </a:lnTo>
                  <a:lnTo>
                    <a:pt x="263244" y="370472"/>
                  </a:lnTo>
                  <a:lnTo>
                    <a:pt x="272994" y="366671"/>
                  </a:lnTo>
                  <a:lnTo>
                    <a:pt x="282744" y="377119"/>
                  </a:lnTo>
                  <a:lnTo>
                    <a:pt x="292494" y="351507"/>
                  </a:lnTo>
                  <a:lnTo>
                    <a:pt x="302244" y="354484"/>
                  </a:lnTo>
                  <a:lnTo>
                    <a:pt x="311994" y="328161"/>
                  </a:lnTo>
                  <a:lnTo>
                    <a:pt x="321744" y="287786"/>
                  </a:lnTo>
                  <a:lnTo>
                    <a:pt x="331493" y="320444"/>
                  </a:lnTo>
                  <a:lnTo>
                    <a:pt x="341243" y="348447"/>
                  </a:lnTo>
                  <a:lnTo>
                    <a:pt x="350993" y="319898"/>
                  </a:lnTo>
                  <a:lnTo>
                    <a:pt x="360742" y="362252"/>
                  </a:lnTo>
                  <a:lnTo>
                    <a:pt x="370492" y="335723"/>
                  </a:lnTo>
                  <a:lnTo>
                    <a:pt x="380241" y="320774"/>
                  </a:lnTo>
                  <a:lnTo>
                    <a:pt x="389991" y="334966"/>
                  </a:lnTo>
                  <a:lnTo>
                    <a:pt x="399741" y="368803"/>
                  </a:lnTo>
                  <a:lnTo>
                    <a:pt x="409491" y="375326"/>
                  </a:lnTo>
                  <a:lnTo>
                    <a:pt x="419241" y="374855"/>
                  </a:lnTo>
                  <a:lnTo>
                    <a:pt x="428991" y="360448"/>
                  </a:lnTo>
                  <a:lnTo>
                    <a:pt x="438741" y="344429"/>
                  </a:lnTo>
                  <a:lnTo>
                    <a:pt x="448491" y="311234"/>
                  </a:lnTo>
                  <a:lnTo>
                    <a:pt x="458241" y="263865"/>
                  </a:lnTo>
                  <a:lnTo>
                    <a:pt x="467991" y="266263"/>
                  </a:lnTo>
                  <a:lnTo>
                    <a:pt x="477740" y="257737"/>
                  </a:lnTo>
                  <a:lnTo>
                    <a:pt x="487490" y="239668"/>
                  </a:lnTo>
                  <a:lnTo>
                    <a:pt x="497239" y="234990"/>
                  </a:lnTo>
                  <a:lnTo>
                    <a:pt x="506989" y="202094"/>
                  </a:lnTo>
                  <a:lnTo>
                    <a:pt x="516738" y="242694"/>
                  </a:lnTo>
                  <a:lnTo>
                    <a:pt x="526488" y="247657"/>
                  </a:lnTo>
                  <a:lnTo>
                    <a:pt x="536238" y="253923"/>
                  </a:lnTo>
                  <a:lnTo>
                    <a:pt x="545988" y="265561"/>
                  </a:lnTo>
                  <a:lnTo>
                    <a:pt x="555738" y="261711"/>
                  </a:lnTo>
                  <a:lnTo>
                    <a:pt x="565488" y="254044"/>
                  </a:lnTo>
                  <a:lnTo>
                    <a:pt x="575238" y="250251"/>
                  </a:lnTo>
                  <a:lnTo>
                    <a:pt x="584988" y="203487"/>
                  </a:lnTo>
                  <a:lnTo>
                    <a:pt x="594738" y="198901"/>
                  </a:lnTo>
                  <a:lnTo>
                    <a:pt x="604488" y="202915"/>
                  </a:lnTo>
                  <a:lnTo>
                    <a:pt x="614237" y="198070"/>
                  </a:lnTo>
                  <a:lnTo>
                    <a:pt x="623987" y="205397"/>
                  </a:lnTo>
                  <a:lnTo>
                    <a:pt x="633736" y="198693"/>
                  </a:lnTo>
                  <a:lnTo>
                    <a:pt x="643486" y="242268"/>
                  </a:lnTo>
                  <a:lnTo>
                    <a:pt x="653236" y="236693"/>
                  </a:lnTo>
                  <a:lnTo>
                    <a:pt x="662985" y="198413"/>
                  </a:lnTo>
                  <a:lnTo>
                    <a:pt x="672735" y="204019"/>
                  </a:lnTo>
                  <a:lnTo>
                    <a:pt x="682485" y="203209"/>
                  </a:lnTo>
                  <a:lnTo>
                    <a:pt x="692235" y="188070"/>
                  </a:lnTo>
                  <a:lnTo>
                    <a:pt x="701985" y="226564"/>
                  </a:lnTo>
                  <a:lnTo>
                    <a:pt x="711735" y="219243"/>
                  </a:lnTo>
                  <a:lnTo>
                    <a:pt x="721485" y="218748"/>
                  </a:lnTo>
                  <a:lnTo>
                    <a:pt x="731235" y="264226"/>
                  </a:lnTo>
                  <a:lnTo>
                    <a:pt x="740985" y="264497"/>
                  </a:lnTo>
                  <a:lnTo>
                    <a:pt x="750734" y="233968"/>
                  </a:lnTo>
                  <a:lnTo>
                    <a:pt x="760484" y="242241"/>
                  </a:lnTo>
                  <a:lnTo>
                    <a:pt x="770233" y="226685"/>
                  </a:lnTo>
                  <a:lnTo>
                    <a:pt x="779983" y="224855"/>
                  </a:lnTo>
                  <a:lnTo>
                    <a:pt x="789733" y="228830"/>
                  </a:lnTo>
                  <a:lnTo>
                    <a:pt x="799482" y="212433"/>
                  </a:lnTo>
                  <a:lnTo>
                    <a:pt x="809232" y="209839"/>
                  </a:lnTo>
                  <a:lnTo>
                    <a:pt x="818982" y="215190"/>
                  </a:lnTo>
                  <a:lnTo>
                    <a:pt x="828732" y="226326"/>
                  </a:lnTo>
                  <a:lnTo>
                    <a:pt x="838482" y="242231"/>
                  </a:lnTo>
                  <a:lnTo>
                    <a:pt x="848232" y="267703"/>
                  </a:lnTo>
                  <a:lnTo>
                    <a:pt x="857982" y="275363"/>
                  </a:lnTo>
                  <a:lnTo>
                    <a:pt x="867732" y="241255"/>
                  </a:lnTo>
                  <a:lnTo>
                    <a:pt x="877482" y="238235"/>
                  </a:lnTo>
                  <a:lnTo>
                    <a:pt x="887231" y="220472"/>
                  </a:lnTo>
                  <a:lnTo>
                    <a:pt x="896981" y="207941"/>
                  </a:lnTo>
                  <a:lnTo>
                    <a:pt x="906730" y="216852"/>
                  </a:lnTo>
                  <a:lnTo>
                    <a:pt x="916480" y="221625"/>
                  </a:lnTo>
                  <a:lnTo>
                    <a:pt x="926230" y="241715"/>
                  </a:lnTo>
                  <a:lnTo>
                    <a:pt x="935979" y="227645"/>
                  </a:lnTo>
                  <a:lnTo>
                    <a:pt x="945729" y="249725"/>
                  </a:lnTo>
                  <a:lnTo>
                    <a:pt x="955479" y="255226"/>
                  </a:lnTo>
                  <a:lnTo>
                    <a:pt x="965229" y="237777"/>
                  </a:lnTo>
                  <a:lnTo>
                    <a:pt x="974979" y="252483"/>
                  </a:lnTo>
                  <a:lnTo>
                    <a:pt x="984729" y="249352"/>
                  </a:lnTo>
                  <a:lnTo>
                    <a:pt x="994474" y="247080"/>
                  </a:lnTo>
                  <a:lnTo>
                    <a:pt x="1004233" y="237701"/>
                  </a:lnTo>
                  <a:lnTo>
                    <a:pt x="1013977" y="251075"/>
                  </a:lnTo>
                  <a:lnTo>
                    <a:pt x="1023721" y="249367"/>
                  </a:lnTo>
                  <a:lnTo>
                    <a:pt x="1033480" y="236287"/>
                  </a:lnTo>
                  <a:lnTo>
                    <a:pt x="1043224" y="252313"/>
                  </a:lnTo>
                  <a:lnTo>
                    <a:pt x="1052983" y="262162"/>
                  </a:lnTo>
                  <a:lnTo>
                    <a:pt x="1062727" y="293367"/>
                  </a:lnTo>
                  <a:lnTo>
                    <a:pt x="1072471" y="284009"/>
                  </a:lnTo>
                  <a:lnTo>
                    <a:pt x="1082230" y="291375"/>
                  </a:lnTo>
                  <a:lnTo>
                    <a:pt x="1091973" y="271847"/>
                  </a:lnTo>
                  <a:lnTo>
                    <a:pt x="1101732" y="291385"/>
                  </a:lnTo>
                  <a:lnTo>
                    <a:pt x="1111476" y="258082"/>
                  </a:lnTo>
                  <a:lnTo>
                    <a:pt x="1121220" y="277157"/>
                  </a:lnTo>
                  <a:lnTo>
                    <a:pt x="1130979" y="283258"/>
                  </a:lnTo>
                  <a:lnTo>
                    <a:pt x="1140723" y="259333"/>
                  </a:lnTo>
                  <a:lnTo>
                    <a:pt x="1150482" y="286467"/>
                  </a:lnTo>
                  <a:lnTo>
                    <a:pt x="1160226" y="286694"/>
                  </a:lnTo>
                  <a:lnTo>
                    <a:pt x="1169969" y="275044"/>
                  </a:lnTo>
                  <a:lnTo>
                    <a:pt x="1179728" y="256647"/>
                  </a:lnTo>
                  <a:lnTo>
                    <a:pt x="1189472" y="245887"/>
                  </a:lnTo>
                  <a:lnTo>
                    <a:pt x="1199231" y="238294"/>
                  </a:lnTo>
                  <a:lnTo>
                    <a:pt x="1208975" y="214140"/>
                  </a:lnTo>
                  <a:lnTo>
                    <a:pt x="1218719" y="223056"/>
                  </a:lnTo>
                  <a:lnTo>
                    <a:pt x="1228478" y="214274"/>
                  </a:lnTo>
                  <a:lnTo>
                    <a:pt x="1238222" y="192459"/>
                  </a:lnTo>
                  <a:lnTo>
                    <a:pt x="1247966" y="200998"/>
                  </a:lnTo>
                  <a:lnTo>
                    <a:pt x="1257725" y="205002"/>
                  </a:lnTo>
                  <a:lnTo>
                    <a:pt x="1267469" y="223011"/>
                  </a:lnTo>
                  <a:lnTo>
                    <a:pt x="1277227" y="252214"/>
                  </a:lnTo>
                  <a:lnTo>
                    <a:pt x="1286971" y="268352"/>
                  </a:lnTo>
                  <a:lnTo>
                    <a:pt x="1296715" y="281132"/>
                  </a:lnTo>
                  <a:lnTo>
                    <a:pt x="1306474" y="302838"/>
                  </a:lnTo>
                  <a:lnTo>
                    <a:pt x="1316218" y="293631"/>
                  </a:lnTo>
                  <a:lnTo>
                    <a:pt x="1325977" y="291867"/>
                  </a:lnTo>
                  <a:lnTo>
                    <a:pt x="1335721" y="308311"/>
                  </a:lnTo>
                  <a:lnTo>
                    <a:pt x="1345465" y="267690"/>
                  </a:lnTo>
                  <a:lnTo>
                    <a:pt x="1355224" y="288255"/>
                  </a:lnTo>
                  <a:lnTo>
                    <a:pt x="1364967" y="312841"/>
                  </a:lnTo>
                  <a:lnTo>
                    <a:pt x="1374726" y="302408"/>
                  </a:lnTo>
                  <a:lnTo>
                    <a:pt x="1384470" y="266996"/>
                  </a:lnTo>
                  <a:lnTo>
                    <a:pt x="1394214" y="228748"/>
                  </a:lnTo>
                  <a:lnTo>
                    <a:pt x="1403973" y="241316"/>
                  </a:lnTo>
                  <a:lnTo>
                    <a:pt x="1413717" y="242092"/>
                  </a:lnTo>
                  <a:lnTo>
                    <a:pt x="1423476" y="252882"/>
                  </a:lnTo>
                  <a:lnTo>
                    <a:pt x="1433220" y="240286"/>
                  </a:lnTo>
                  <a:lnTo>
                    <a:pt x="1442964" y="261958"/>
                  </a:lnTo>
                  <a:lnTo>
                    <a:pt x="1452722" y="263816"/>
                  </a:lnTo>
                  <a:lnTo>
                    <a:pt x="1462466" y="256091"/>
                  </a:lnTo>
                  <a:lnTo>
                    <a:pt x="1472225" y="283888"/>
                  </a:lnTo>
                  <a:lnTo>
                    <a:pt x="1481969" y="310118"/>
                  </a:lnTo>
                  <a:lnTo>
                    <a:pt x="1491713" y="269972"/>
                  </a:lnTo>
                  <a:lnTo>
                    <a:pt x="1501472" y="238555"/>
                  </a:lnTo>
                  <a:lnTo>
                    <a:pt x="1511216" y="240110"/>
                  </a:lnTo>
                  <a:lnTo>
                    <a:pt x="1520960" y="219544"/>
                  </a:lnTo>
                  <a:lnTo>
                    <a:pt x="1530719" y="242360"/>
                  </a:lnTo>
                  <a:lnTo>
                    <a:pt x="1540463" y="276223"/>
                  </a:lnTo>
                  <a:lnTo>
                    <a:pt x="1550221" y="281309"/>
                  </a:lnTo>
                  <a:lnTo>
                    <a:pt x="1559965" y="281775"/>
                  </a:lnTo>
                  <a:lnTo>
                    <a:pt x="1569709" y="263408"/>
                  </a:lnTo>
                  <a:lnTo>
                    <a:pt x="1579468" y="295424"/>
                  </a:lnTo>
                  <a:lnTo>
                    <a:pt x="1589212" y="294967"/>
                  </a:lnTo>
                  <a:lnTo>
                    <a:pt x="1598971" y="285050"/>
                  </a:lnTo>
                  <a:lnTo>
                    <a:pt x="1608715" y="241286"/>
                  </a:lnTo>
                  <a:lnTo>
                    <a:pt x="1618459" y="245024"/>
                  </a:lnTo>
                  <a:lnTo>
                    <a:pt x="1628218" y="252422"/>
                  </a:lnTo>
                  <a:lnTo>
                    <a:pt x="1637962" y="264551"/>
                  </a:lnTo>
                  <a:lnTo>
                    <a:pt x="1647720" y="272385"/>
                  </a:lnTo>
                  <a:lnTo>
                    <a:pt x="1657464" y="318938"/>
                  </a:lnTo>
                  <a:lnTo>
                    <a:pt x="1667208" y="305837"/>
                  </a:lnTo>
                  <a:lnTo>
                    <a:pt x="1676967" y="318329"/>
                  </a:lnTo>
                  <a:lnTo>
                    <a:pt x="1686711" y="325057"/>
                  </a:lnTo>
                  <a:lnTo>
                    <a:pt x="1696470" y="308570"/>
                  </a:lnTo>
                  <a:lnTo>
                    <a:pt x="1706214" y="324771"/>
                  </a:lnTo>
                  <a:lnTo>
                    <a:pt x="1715958" y="324069"/>
                  </a:lnTo>
                  <a:lnTo>
                    <a:pt x="1725716" y="334749"/>
                  </a:lnTo>
                  <a:lnTo>
                    <a:pt x="1735460" y="301366"/>
                  </a:lnTo>
                  <a:lnTo>
                    <a:pt x="1745219" y="300529"/>
                  </a:lnTo>
                  <a:lnTo>
                    <a:pt x="1754963" y="284171"/>
                  </a:lnTo>
                  <a:lnTo>
                    <a:pt x="1764707" y="328201"/>
                  </a:lnTo>
                  <a:lnTo>
                    <a:pt x="1774466" y="332347"/>
                  </a:lnTo>
                  <a:lnTo>
                    <a:pt x="1784210" y="339607"/>
                  </a:lnTo>
                  <a:lnTo>
                    <a:pt x="1793969" y="358708"/>
                  </a:lnTo>
                  <a:lnTo>
                    <a:pt x="1803713" y="355256"/>
                  </a:lnTo>
                  <a:lnTo>
                    <a:pt x="1813457" y="379680"/>
                  </a:lnTo>
                  <a:lnTo>
                    <a:pt x="1823215" y="372399"/>
                  </a:lnTo>
                  <a:lnTo>
                    <a:pt x="1832959" y="336498"/>
                  </a:lnTo>
                  <a:lnTo>
                    <a:pt x="1842703" y="341167"/>
                  </a:lnTo>
                  <a:lnTo>
                    <a:pt x="1852462" y="320890"/>
                  </a:lnTo>
                  <a:lnTo>
                    <a:pt x="1862206" y="328365"/>
                  </a:lnTo>
                  <a:lnTo>
                    <a:pt x="1871965" y="343360"/>
                  </a:lnTo>
                  <a:lnTo>
                    <a:pt x="1881709" y="363741"/>
                  </a:lnTo>
                  <a:lnTo>
                    <a:pt x="1891453" y="374344"/>
                  </a:lnTo>
                  <a:lnTo>
                    <a:pt x="1901212" y="392858"/>
                  </a:lnTo>
                  <a:lnTo>
                    <a:pt x="1910956" y="398448"/>
                  </a:lnTo>
                  <a:lnTo>
                    <a:pt x="1920714" y="386621"/>
                  </a:lnTo>
                  <a:lnTo>
                    <a:pt x="1930458" y="378769"/>
                  </a:lnTo>
                  <a:lnTo>
                    <a:pt x="1940202" y="366983"/>
                  </a:lnTo>
                  <a:lnTo>
                    <a:pt x="1949961" y="376733"/>
                  </a:lnTo>
                  <a:lnTo>
                    <a:pt x="1959705" y="362375"/>
                  </a:lnTo>
                  <a:lnTo>
                    <a:pt x="1969464" y="340215"/>
                  </a:lnTo>
                  <a:lnTo>
                    <a:pt x="1979208" y="344983"/>
                  </a:lnTo>
                  <a:lnTo>
                    <a:pt x="1988952" y="364580"/>
                  </a:lnTo>
                  <a:lnTo>
                    <a:pt x="1998711" y="368139"/>
                  </a:lnTo>
                  <a:lnTo>
                    <a:pt x="2008454" y="373094"/>
                  </a:lnTo>
                  <a:lnTo>
                    <a:pt x="2018213" y="368555"/>
                  </a:lnTo>
                  <a:lnTo>
                    <a:pt x="2027957" y="374733"/>
                  </a:lnTo>
                  <a:lnTo>
                    <a:pt x="2037701" y="342563"/>
                  </a:lnTo>
                  <a:lnTo>
                    <a:pt x="2047460" y="333181"/>
                  </a:lnTo>
                  <a:lnTo>
                    <a:pt x="2057204" y="317216"/>
                  </a:lnTo>
                  <a:lnTo>
                    <a:pt x="2066963" y="293716"/>
                  </a:lnTo>
                  <a:lnTo>
                    <a:pt x="2076707" y="267860"/>
                  </a:lnTo>
                  <a:lnTo>
                    <a:pt x="2086451" y="254375"/>
                  </a:lnTo>
                  <a:lnTo>
                    <a:pt x="2096210" y="265837"/>
                  </a:lnTo>
                  <a:lnTo>
                    <a:pt x="2105954" y="236001"/>
                  </a:lnTo>
                  <a:lnTo>
                    <a:pt x="2115697" y="246335"/>
                  </a:lnTo>
                  <a:lnTo>
                    <a:pt x="2125456" y="269721"/>
                  </a:lnTo>
                  <a:lnTo>
                    <a:pt x="2135200" y="270682"/>
                  </a:lnTo>
                  <a:lnTo>
                    <a:pt x="2144959" y="260439"/>
                  </a:lnTo>
                  <a:lnTo>
                    <a:pt x="2154703" y="253737"/>
                  </a:lnTo>
                  <a:lnTo>
                    <a:pt x="2164447" y="290402"/>
                  </a:lnTo>
                  <a:lnTo>
                    <a:pt x="2174206" y="295719"/>
                  </a:lnTo>
                  <a:lnTo>
                    <a:pt x="2183950" y="278350"/>
                  </a:lnTo>
                  <a:lnTo>
                    <a:pt x="2193709" y="287176"/>
                  </a:lnTo>
                  <a:lnTo>
                    <a:pt x="2203452" y="270893"/>
                  </a:lnTo>
                  <a:lnTo>
                    <a:pt x="2213196" y="249402"/>
                  </a:lnTo>
                  <a:lnTo>
                    <a:pt x="2222955" y="249550"/>
                  </a:lnTo>
                  <a:lnTo>
                    <a:pt x="2232699" y="270437"/>
                  </a:lnTo>
                  <a:lnTo>
                    <a:pt x="2242458" y="261744"/>
                  </a:lnTo>
                  <a:lnTo>
                    <a:pt x="2252202" y="273110"/>
                  </a:lnTo>
                  <a:lnTo>
                    <a:pt x="2261946" y="256279"/>
                  </a:lnTo>
                  <a:lnTo>
                    <a:pt x="2271705" y="248536"/>
                  </a:lnTo>
                  <a:lnTo>
                    <a:pt x="2281449" y="232803"/>
                  </a:lnTo>
                  <a:lnTo>
                    <a:pt x="2291208" y="214475"/>
                  </a:lnTo>
                  <a:lnTo>
                    <a:pt x="2300951" y="227940"/>
                  </a:lnTo>
                  <a:lnTo>
                    <a:pt x="2310695" y="198886"/>
                  </a:lnTo>
                  <a:lnTo>
                    <a:pt x="2320454" y="168089"/>
                  </a:lnTo>
                  <a:lnTo>
                    <a:pt x="2330198" y="171465"/>
                  </a:lnTo>
                  <a:lnTo>
                    <a:pt x="2339957" y="150003"/>
                  </a:lnTo>
                  <a:lnTo>
                    <a:pt x="2349701" y="134587"/>
                  </a:lnTo>
                  <a:lnTo>
                    <a:pt x="2359445" y="106671"/>
                  </a:lnTo>
                  <a:lnTo>
                    <a:pt x="2369204" y="88287"/>
                  </a:lnTo>
                  <a:lnTo>
                    <a:pt x="2378948" y="83197"/>
                  </a:lnTo>
                  <a:lnTo>
                    <a:pt x="2388692" y="76199"/>
                  </a:lnTo>
                  <a:lnTo>
                    <a:pt x="2398450" y="65807"/>
                  </a:lnTo>
                  <a:lnTo>
                    <a:pt x="2408194" y="56773"/>
                  </a:lnTo>
                  <a:lnTo>
                    <a:pt x="2417953" y="46489"/>
                  </a:lnTo>
                  <a:lnTo>
                    <a:pt x="2427697" y="72771"/>
                  </a:lnTo>
                  <a:lnTo>
                    <a:pt x="2437441" y="45296"/>
                  </a:lnTo>
                  <a:lnTo>
                    <a:pt x="2447200" y="59073"/>
                  </a:lnTo>
                  <a:lnTo>
                    <a:pt x="2456944" y="45062"/>
                  </a:lnTo>
                  <a:lnTo>
                    <a:pt x="2466703" y="61230"/>
                  </a:lnTo>
                  <a:lnTo>
                    <a:pt x="2476446" y="45156"/>
                  </a:lnTo>
                  <a:lnTo>
                    <a:pt x="2486190" y="32976"/>
                  </a:lnTo>
                  <a:lnTo>
                    <a:pt x="2495949" y="53653"/>
                  </a:lnTo>
                  <a:lnTo>
                    <a:pt x="2505693" y="91597"/>
                  </a:lnTo>
                  <a:lnTo>
                    <a:pt x="2515452" y="93753"/>
                  </a:lnTo>
                  <a:lnTo>
                    <a:pt x="2525196" y="103265"/>
                  </a:lnTo>
                  <a:lnTo>
                    <a:pt x="2534940" y="118830"/>
                  </a:lnTo>
                  <a:lnTo>
                    <a:pt x="2544699" y="108381"/>
                  </a:lnTo>
                  <a:lnTo>
                    <a:pt x="2554443" y="110969"/>
                  </a:lnTo>
                  <a:lnTo>
                    <a:pt x="2564202" y="98356"/>
                  </a:lnTo>
                  <a:lnTo>
                    <a:pt x="2573946" y="90388"/>
                  </a:lnTo>
                  <a:lnTo>
                    <a:pt x="2583690" y="77433"/>
                  </a:lnTo>
                  <a:lnTo>
                    <a:pt x="2593448" y="65797"/>
                  </a:lnTo>
                  <a:lnTo>
                    <a:pt x="2603192" y="35381"/>
                  </a:lnTo>
                  <a:lnTo>
                    <a:pt x="2612951" y="15924"/>
                  </a:lnTo>
                  <a:lnTo>
                    <a:pt x="2622695" y="0"/>
                  </a:lnTo>
                  <a:lnTo>
                    <a:pt x="2632439" y="9385"/>
                  </a:lnTo>
                  <a:lnTo>
                    <a:pt x="2642198" y="7764"/>
                  </a:lnTo>
                  <a:lnTo>
                    <a:pt x="2651942" y="10437"/>
                  </a:lnTo>
                  <a:lnTo>
                    <a:pt x="2661685" y="59602"/>
                  </a:lnTo>
                  <a:lnTo>
                    <a:pt x="2671444" y="94346"/>
                  </a:lnTo>
                  <a:lnTo>
                    <a:pt x="2681188" y="87284"/>
                  </a:lnTo>
                  <a:lnTo>
                    <a:pt x="2690947" y="90038"/>
                  </a:lnTo>
                  <a:lnTo>
                    <a:pt x="2700691" y="96599"/>
                  </a:lnTo>
                  <a:lnTo>
                    <a:pt x="2710435" y="85888"/>
                  </a:lnTo>
                  <a:lnTo>
                    <a:pt x="2720194" y="76327"/>
                  </a:lnTo>
                  <a:lnTo>
                    <a:pt x="2729938" y="85359"/>
                  </a:lnTo>
                  <a:lnTo>
                    <a:pt x="2739697" y="95823"/>
                  </a:lnTo>
                  <a:lnTo>
                    <a:pt x="2749441" y="85273"/>
                  </a:lnTo>
                  <a:lnTo>
                    <a:pt x="2759185" y="121830"/>
                  </a:lnTo>
                  <a:lnTo>
                    <a:pt x="2768943" y="147725"/>
                  </a:lnTo>
                  <a:lnTo>
                    <a:pt x="2778687" y="173366"/>
                  </a:lnTo>
                  <a:lnTo>
                    <a:pt x="2788446" y="171970"/>
                  </a:lnTo>
                  <a:lnTo>
                    <a:pt x="2798190" y="189131"/>
                  </a:lnTo>
                  <a:lnTo>
                    <a:pt x="2807934" y="177696"/>
                  </a:lnTo>
                  <a:lnTo>
                    <a:pt x="2817693" y="132680"/>
                  </a:lnTo>
                  <a:lnTo>
                    <a:pt x="2827437" y="172667"/>
                  </a:lnTo>
                  <a:lnTo>
                    <a:pt x="2837196" y="182369"/>
                  </a:lnTo>
                  <a:lnTo>
                    <a:pt x="2846940" y="192204"/>
                  </a:lnTo>
                  <a:lnTo>
                    <a:pt x="2856684" y="205126"/>
                  </a:lnTo>
                  <a:lnTo>
                    <a:pt x="2866442" y="245435"/>
                  </a:lnTo>
                  <a:lnTo>
                    <a:pt x="2876186" y="264007"/>
                  </a:lnTo>
                  <a:lnTo>
                    <a:pt x="2885945" y="284326"/>
                  </a:lnTo>
                  <a:lnTo>
                    <a:pt x="2895689" y="277555"/>
                  </a:lnTo>
                  <a:lnTo>
                    <a:pt x="2905433" y="296765"/>
                  </a:lnTo>
                  <a:lnTo>
                    <a:pt x="2915192" y="29876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5" name="Freeform 994">
              <a:extLst>
                <a:ext uri="{FF2B5EF4-FFF2-40B4-BE49-F238E27FC236}">
                  <a16:creationId xmlns:a16="http://schemas.microsoft.com/office/drawing/2014/main" id="{E4548E75-AED9-386F-BEE6-AF09D8EF159A}"/>
                </a:ext>
              </a:extLst>
            </p:cNvPr>
            <p:cNvSpPr/>
            <p:nvPr/>
          </p:nvSpPr>
          <p:spPr>
            <a:xfrm>
              <a:off x="4426652" y="3125543"/>
              <a:ext cx="2915191" cy="517209"/>
            </a:xfrm>
            <a:custGeom>
              <a:avLst/>
              <a:gdLst>
                <a:gd name="connsiteX0" fmla="*/ 0 w 2915191"/>
                <a:gd name="connsiteY0" fmla="*/ 0 h 517209"/>
                <a:gd name="connsiteX1" fmla="*/ 9750 w 2915191"/>
                <a:gd name="connsiteY1" fmla="*/ 1774 h 517209"/>
                <a:gd name="connsiteX2" fmla="*/ 19500 w 2915191"/>
                <a:gd name="connsiteY2" fmla="*/ 16539 h 517209"/>
                <a:gd name="connsiteX3" fmla="*/ 29250 w 2915191"/>
                <a:gd name="connsiteY3" fmla="*/ 19370 h 517209"/>
                <a:gd name="connsiteX4" fmla="*/ 39000 w 2915191"/>
                <a:gd name="connsiteY4" fmla="*/ 20812 h 517209"/>
                <a:gd name="connsiteX5" fmla="*/ 48749 w 2915191"/>
                <a:gd name="connsiteY5" fmla="*/ 33018 h 517209"/>
                <a:gd name="connsiteX6" fmla="*/ 58499 w 2915191"/>
                <a:gd name="connsiteY6" fmla="*/ 16645 h 517209"/>
                <a:gd name="connsiteX7" fmla="*/ 68249 w 2915191"/>
                <a:gd name="connsiteY7" fmla="*/ 17341 h 517209"/>
                <a:gd name="connsiteX8" fmla="*/ 77998 w 2915191"/>
                <a:gd name="connsiteY8" fmla="*/ 47082 h 517209"/>
                <a:gd name="connsiteX9" fmla="*/ 87748 w 2915191"/>
                <a:gd name="connsiteY9" fmla="*/ 62227 h 517209"/>
                <a:gd name="connsiteX10" fmla="*/ 97497 w 2915191"/>
                <a:gd name="connsiteY10" fmla="*/ 101169 h 517209"/>
                <a:gd name="connsiteX11" fmla="*/ 107247 w 2915191"/>
                <a:gd name="connsiteY11" fmla="*/ 95973 h 517209"/>
                <a:gd name="connsiteX12" fmla="*/ 116997 w 2915191"/>
                <a:gd name="connsiteY12" fmla="*/ 116106 h 517209"/>
                <a:gd name="connsiteX13" fmla="*/ 126747 w 2915191"/>
                <a:gd name="connsiteY13" fmla="*/ 73173 h 517209"/>
                <a:gd name="connsiteX14" fmla="*/ 136497 w 2915191"/>
                <a:gd name="connsiteY14" fmla="*/ 73436 h 517209"/>
                <a:gd name="connsiteX15" fmla="*/ 146247 w 2915191"/>
                <a:gd name="connsiteY15" fmla="*/ 67755 h 517209"/>
                <a:gd name="connsiteX16" fmla="*/ 155997 w 2915191"/>
                <a:gd name="connsiteY16" fmla="*/ 50886 h 517209"/>
                <a:gd name="connsiteX17" fmla="*/ 165747 w 2915191"/>
                <a:gd name="connsiteY17" fmla="*/ 80152 h 517209"/>
                <a:gd name="connsiteX18" fmla="*/ 175497 w 2915191"/>
                <a:gd name="connsiteY18" fmla="*/ 71885 h 517209"/>
                <a:gd name="connsiteX19" fmla="*/ 185247 w 2915191"/>
                <a:gd name="connsiteY19" fmla="*/ 96157 h 517209"/>
                <a:gd name="connsiteX20" fmla="*/ 194996 w 2915191"/>
                <a:gd name="connsiteY20" fmla="*/ 91505 h 517209"/>
                <a:gd name="connsiteX21" fmla="*/ 204746 w 2915191"/>
                <a:gd name="connsiteY21" fmla="*/ 110366 h 517209"/>
                <a:gd name="connsiteX22" fmla="*/ 214495 w 2915191"/>
                <a:gd name="connsiteY22" fmla="*/ 94215 h 517209"/>
                <a:gd name="connsiteX23" fmla="*/ 224245 w 2915191"/>
                <a:gd name="connsiteY23" fmla="*/ 100821 h 517209"/>
                <a:gd name="connsiteX24" fmla="*/ 233995 w 2915191"/>
                <a:gd name="connsiteY24" fmla="*/ 119824 h 517209"/>
                <a:gd name="connsiteX25" fmla="*/ 243744 w 2915191"/>
                <a:gd name="connsiteY25" fmla="*/ 116319 h 517209"/>
                <a:gd name="connsiteX26" fmla="*/ 253494 w 2915191"/>
                <a:gd name="connsiteY26" fmla="*/ 101352 h 517209"/>
                <a:gd name="connsiteX27" fmla="*/ 263244 w 2915191"/>
                <a:gd name="connsiteY27" fmla="*/ 133696 h 517209"/>
                <a:gd name="connsiteX28" fmla="*/ 272994 w 2915191"/>
                <a:gd name="connsiteY28" fmla="*/ 145250 h 517209"/>
                <a:gd name="connsiteX29" fmla="*/ 282744 w 2915191"/>
                <a:gd name="connsiteY29" fmla="*/ 183912 h 517209"/>
                <a:gd name="connsiteX30" fmla="*/ 292494 w 2915191"/>
                <a:gd name="connsiteY30" fmla="*/ 187474 h 517209"/>
                <a:gd name="connsiteX31" fmla="*/ 302244 w 2915191"/>
                <a:gd name="connsiteY31" fmla="*/ 188579 h 517209"/>
                <a:gd name="connsiteX32" fmla="*/ 311994 w 2915191"/>
                <a:gd name="connsiteY32" fmla="*/ 197771 h 517209"/>
                <a:gd name="connsiteX33" fmla="*/ 321744 w 2915191"/>
                <a:gd name="connsiteY33" fmla="*/ 186802 h 517209"/>
                <a:gd name="connsiteX34" fmla="*/ 331493 w 2915191"/>
                <a:gd name="connsiteY34" fmla="*/ 195494 h 517209"/>
                <a:gd name="connsiteX35" fmla="*/ 341243 w 2915191"/>
                <a:gd name="connsiteY35" fmla="*/ 225566 h 517209"/>
                <a:gd name="connsiteX36" fmla="*/ 350993 w 2915191"/>
                <a:gd name="connsiteY36" fmla="*/ 221812 h 517209"/>
                <a:gd name="connsiteX37" fmla="*/ 360742 w 2915191"/>
                <a:gd name="connsiteY37" fmla="*/ 209924 h 517209"/>
                <a:gd name="connsiteX38" fmla="*/ 370492 w 2915191"/>
                <a:gd name="connsiteY38" fmla="*/ 242132 h 517209"/>
                <a:gd name="connsiteX39" fmla="*/ 380241 w 2915191"/>
                <a:gd name="connsiteY39" fmla="*/ 272785 h 517209"/>
                <a:gd name="connsiteX40" fmla="*/ 389991 w 2915191"/>
                <a:gd name="connsiteY40" fmla="*/ 248511 h 517209"/>
                <a:gd name="connsiteX41" fmla="*/ 399741 w 2915191"/>
                <a:gd name="connsiteY41" fmla="*/ 266601 h 517209"/>
                <a:gd name="connsiteX42" fmla="*/ 409491 w 2915191"/>
                <a:gd name="connsiteY42" fmla="*/ 258861 h 517209"/>
                <a:gd name="connsiteX43" fmla="*/ 419241 w 2915191"/>
                <a:gd name="connsiteY43" fmla="*/ 240346 h 517209"/>
                <a:gd name="connsiteX44" fmla="*/ 428991 w 2915191"/>
                <a:gd name="connsiteY44" fmla="*/ 275101 h 517209"/>
                <a:gd name="connsiteX45" fmla="*/ 438741 w 2915191"/>
                <a:gd name="connsiteY45" fmla="*/ 281303 h 517209"/>
                <a:gd name="connsiteX46" fmla="*/ 448491 w 2915191"/>
                <a:gd name="connsiteY46" fmla="*/ 313132 h 517209"/>
                <a:gd name="connsiteX47" fmla="*/ 458241 w 2915191"/>
                <a:gd name="connsiteY47" fmla="*/ 320732 h 517209"/>
                <a:gd name="connsiteX48" fmla="*/ 467991 w 2915191"/>
                <a:gd name="connsiteY48" fmla="*/ 333503 h 517209"/>
                <a:gd name="connsiteX49" fmla="*/ 477740 w 2915191"/>
                <a:gd name="connsiteY49" fmla="*/ 316873 h 517209"/>
                <a:gd name="connsiteX50" fmla="*/ 487490 w 2915191"/>
                <a:gd name="connsiteY50" fmla="*/ 317335 h 517209"/>
                <a:gd name="connsiteX51" fmla="*/ 497239 w 2915191"/>
                <a:gd name="connsiteY51" fmla="*/ 302425 h 517209"/>
                <a:gd name="connsiteX52" fmla="*/ 506989 w 2915191"/>
                <a:gd name="connsiteY52" fmla="*/ 335831 h 517209"/>
                <a:gd name="connsiteX53" fmla="*/ 516738 w 2915191"/>
                <a:gd name="connsiteY53" fmla="*/ 320903 h 517209"/>
                <a:gd name="connsiteX54" fmla="*/ 526488 w 2915191"/>
                <a:gd name="connsiteY54" fmla="*/ 321051 h 517209"/>
                <a:gd name="connsiteX55" fmla="*/ 536238 w 2915191"/>
                <a:gd name="connsiteY55" fmla="*/ 293994 h 517209"/>
                <a:gd name="connsiteX56" fmla="*/ 545988 w 2915191"/>
                <a:gd name="connsiteY56" fmla="*/ 279150 h 517209"/>
                <a:gd name="connsiteX57" fmla="*/ 555738 w 2915191"/>
                <a:gd name="connsiteY57" fmla="*/ 244293 h 517209"/>
                <a:gd name="connsiteX58" fmla="*/ 565488 w 2915191"/>
                <a:gd name="connsiteY58" fmla="*/ 233996 h 517209"/>
                <a:gd name="connsiteX59" fmla="*/ 575238 w 2915191"/>
                <a:gd name="connsiteY59" fmla="*/ 242538 h 517209"/>
                <a:gd name="connsiteX60" fmla="*/ 584988 w 2915191"/>
                <a:gd name="connsiteY60" fmla="*/ 233355 h 517209"/>
                <a:gd name="connsiteX61" fmla="*/ 594738 w 2915191"/>
                <a:gd name="connsiteY61" fmla="*/ 231025 h 517209"/>
                <a:gd name="connsiteX62" fmla="*/ 604488 w 2915191"/>
                <a:gd name="connsiteY62" fmla="*/ 218531 h 517209"/>
                <a:gd name="connsiteX63" fmla="*/ 614237 w 2915191"/>
                <a:gd name="connsiteY63" fmla="*/ 189146 h 517209"/>
                <a:gd name="connsiteX64" fmla="*/ 623987 w 2915191"/>
                <a:gd name="connsiteY64" fmla="*/ 214390 h 517209"/>
                <a:gd name="connsiteX65" fmla="*/ 633736 w 2915191"/>
                <a:gd name="connsiteY65" fmla="*/ 193590 h 517209"/>
                <a:gd name="connsiteX66" fmla="*/ 643486 w 2915191"/>
                <a:gd name="connsiteY66" fmla="*/ 200957 h 517209"/>
                <a:gd name="connsiteX67" fmla="*/ 653236 w 2915191"/>
                <a:gd name="connsiteY67" fmla="*/ 188250 h 517209"/>
                <a:gd name="connsiteX68" fmla="*/ 662985 w 2915191"/>
                <a:gd name="connsiteY68" fmla="*/ 199179 h 517209"/>
                <a:gd name="connsiteX69" fmla="*/ 672735 w 2915191"/>
                <a:gd name="connsiteY69" fmla="*/ 198672 h 517209"/>
                <a:gd name="connsiteX70" fmla="*/ 682485 w 2915191"/>
                <a:gd name="connsiteY70" fmla="*/ 207461 h 517209"/>
                <a:gd name="connsiteX71" fmla="*/ 692235 w 2915191"/>
                <a:gd name="connsiteY71" fmla="*/ 237937 h 517209"/>
                <a:gd name="connsiteX72" fmla="*/ 701985 w 2915191"/>
                <a:gd name="connsiteY72" fmla="*/ 191333 h 517209"/>
                <a:gd name="connsiteX73" fmla="*/ 711735 w 2915191"/>
                <a:gd name="connsiteY73" fmla="*/ 200689 h 517209"/>
                <a:gd name="connsiteX74" fmla="*/ 721485 w 2915191"/>
                <a:gd name="connsiteY74" fmla="*/ 196038 h 517209"/>
                <a:gd name="connsiteX75" fmla="*/ 731235 w 2915191"/>
                <a:gd name="connsiteY75" fmla="*/ 186455 h 517209"/>
                <a:gd name="connsiteX76" fmla="*/ 740985 w 2915191"/>
                <a:gd name="connsiteY76" fmla="*/ 186944 h 517209"/>
                <a:gd name="connsiteX77" fmla="*/ 750734 w 2915191"/>
                <a:gd name="connsiteY77" fmla="*/ 178952 h 517209"/>
                <a:gd name="connsiteX78" fmla="*/ 760484 w 2915191"/>
                <a:gd name="connsiteY78" fmla="*/ 150535 h 517209"/>
                <a:gd name="connsiteX79" fmla="*/ 770233 w 2915191"/>
                <a:gd name="connsiteY79" fmla="*/ 159197 h 517209"/>
                <a:gd name="connsiteX80" fmla="*/ 779983 w 2915191"/>
                <a:gd name="connsiteY80" fmla="*/ 161967 h 517209"/>
                <a:gd name="connsiteX81" fmla="*/ 789733 w 2915191"/>
                <a:gd name="connsiteY81" fmla="*/ 162408 h 517209"/>
                <a:gd name="connsiteX82" fmla="*/ 799482 w 2915191"/>
                <a:gd name="connsiteY82" fmla="*/ 154488 h 517209"/>
                <a:gd name="connsiteX83" fmla="*/ 809232 w 2915191"/>
                <a:gd name="connsiteY83" fmla="*/ 169103 h 517209"/>
                <a:gd name="connsiteX84" fmla="*/ 818982 w 2915191"/>
                <a:gd name="connsiteY84" fmla="*/ 181353 h 517209"/>
                <a:gd name="connsiteX85" fmla="*/ 828732 w 2915191"/>
                <a:gd name="connsiteY85" fmla="*/ 218815 h 517209"/>
                <a:gd name="connsiteX86" fmla="*/ 838482 w 2915191"/>
                <a:gd name="connsiteY86" fmla="*/ 219414 h 517209"/>
                <a:gd name="connsiteX87" fmla="*/ 848232 w 2915191"/>
                <a:gd name="connsiteY87" fmla="*/ 238013 h 517209"/>
                <a:gd name="connsiteX88" fmla="*/ 857982 w 2915191"/>
                <a:gd name="connsiteY88" fmla="*/ 231991 h 517209"/>
                <a:gd name="connsiteX89" fmla="*/ 867732 w 2915191"/>
                <a:gd name="connsiteY89" fmla="*/ 253667 h 517209"/>
                <a:gd name="connsiteX90" fmla="*/ 877482 w 2915191"/>
                <a:gd name="connsiteY90" fmla="*/ 235544 h 517209"/>
                <a:gd name="connsiteX91" fmla="*/ 887231 w 2915191"/>
                <a:gd name="connsiteY91" fmla="*/ 238229 h 517209"/>
                <a:gd name="connsiteX92" fmla="*/ 896981 w 2915191"/>
                <a:gd name="connsiteY92" fmla="*/ 245252 h 517209"/>
                <a:gd name="connsiteX93" fmla="*/ 906730 w 2915191"/>
                <a:gd name="connsiteY93" fmla="*/ 238163 h 517209"/>
                <a:gd name="connsiteX94" fmla="*/ 916480 w 2915191"/>
                <a:gd name="connsiteY94" fmla="*/ 226962 h 517209"/>
                <a:gd name="connsiteX95" fmla="*/ 926230 w 2915191"/>
                <a:gd name="connsiteY95" fmla="*/ 262174 h 517209"/>
                <a:gd name="connsiteX96" fmla="*/ 935979 w 2915191"/>
                <a:gd name="connsiteY96" fmla="*/ 258566 h 517209"/>
                <a:gd name="connsiteX97" fmla="*/ 945729 w 2915191"/>
                <a:gd name="connsiteY97" fmla="*/ 265686 h 517209"/>
                <a:gd name="connsiteX98" fmla="*/ 955479 w 2915191"/>
                <a:gd name="connsiteY98" fmla="*/ 279652 h 517209"/>
                <a:gd name="connsiteX99" fmla="*/ 965229 w 2915191"/>
                <a:gd name="connsiteY99" fmla="*/ 280712 h 517209"/>
                <a:gd name="connsiteX100" fmla="*/ 974979 w 2915191"/>
                <a:gd name="connsiteY100" fmla="*/ 270178 h 517209"/>
                <a:gd name="connsiteX101" fmla="*/ 984729 w 2915191"/>
                <a:gd name="connsiteY101" fmla="*/ 250495 h 517209"/>
                <a:gd name="connsiteX102" fmla="*/ 994474 w 2915191"/>
                <a:gd name="connsiteY102" fmla="*/ 232213 h 517209"/>
                <a:gd name="connsiteX103" fmla="*/ 1004233 w 2915191"/>
                <a:gd name="connsiteY103" fmla="*/ 214429 h 517209"/>
                <a:gd name="connsiteX104" fmla="*/ 1013977 w 2915191"/>
                <a:gd name="connsiteY104" fmla="*/ 241007 h 517209"/>
                <a:gd name="connsiteX105" fmla="*/ 1023721 w 2915191"/>
                <a:gd name="connsiteY105" fmla="*/ 272772 h 517209"/>
                <a:gd name="connsiteX106" fmla="*/ 1033480 w 2915191"/>
                <a:gd name="connsiteY106" fmla="*/ 252754 h 517209"/>
                <a:gd name="connsiteX107" fmla="*/ 1043224 w 2915191"/>
                <a:gd name="connsiteY107" fmla="*/ 244820 h 517209"/>
                <a:gd name="connsiteX108" fmla="*/ 1052983 w 2915191"/>
                <a:gd name="connsiteY108" fmla="*/ 243463 h 517209"/>
                <a:gd name="connsiteX109" fmla="*/ 1062727 w 2915191"/>
                <a:gd name="connsiteY109" fmla="*/ 237917 h 517209"/>
                <a:gd name="connsiteX110" fmla="*/ 1072471 w 2915191"/>
                <a:gd name="connsiteY110" fmla="*/ 230550 h 517209"/>
                <a:gd name="connsiteX111" fmla="*/ 1082230 w 2915191"/>
                <a:gd name="connsiteY111" fmla="*/ 243481 h 517209"/>
                <a:gd name="connsiteX112" fmla="*/ 1091973 w 2915191"/>
                <a:gd name="connsiteY112" fmla="*/ 240307 h 517209"/>
                <a:gd name="connsiteX113" fmla="*/ 1101732 w 2915191"/>
                <a:gd name="connsiteY113" fmla="*/ 280618 h 517209"/>
                <a:gd name="connsiteX114" fmla="*/ 1111476 w 2915191"/>
                <a:gd name="connsiteY114" fmla="*/ 263947 h 517209"/>
                <a:gd name="connsiteX115" fmla="*/ 1121220 w 2915191"/>
                <a:gd name="connsiteY115" fmla="*/ 263632 h 517209"/>
                <a:gd name="connsiteX116" fmla="*/ 1130979 w 2915191"/>
                <a:gd name="connsiteY116" fmla="*/ 270274 h 517209"/>
                <a:gd name="connsiteX117" fmla="*/ 1140723 w 2915191"/>
                <a:gd name="connsiteY117" fmla="*/ 288288 h 517209"/>
                <a:gd name="connsiteX118" fmla="*/ 1150482 w 2915191"/>
                <a:gd name="connsiteY118" fmla="*/ 251866 h 517209"/>
                <a:gd name="connsiteX119" fmla="*/ 1160226 w 2915191"/>
                <a:gd name="connsiteY119" fmla="*/ 259820 h 517209"/>
                <a:gd name="connsiteX120" fmla="*/ 1169969 w 2915191"/>
                <a:gd name="connsiteY120" fmla="*/ 291698 h 517209"/>
                <a:gd name="connsiteX121" fmla="*/ 1179728 w 2915191"/>
                <a:gd name="connsiteY121" fmla="*/ 274527 h 517209"/>
                <a:gd name="connsiteX122" fmla="*/ 1189472 w 2915191"/>
                <a:gd name="connsiteY122" fmla="*/ 283575 h 517209"/>
                <a:gd name="connsiteX123" fmla="*/ 1199231 w 2915191"/>
                <a:gd name="connsiteY123" fmla="*/ 305799 h 517209"/>
                <a:gd name="connsiteX124" fmla="*/ 1208975 w 2915191"/>
                <a:gd name="connsiteY124" fmla="*/ 277890 h 517209"/>
                <a:gd name="connsiteX125" fmla="*/ 1218719 w 2915191"/>
                <a:gd name="connsiteY125" fmla="*/ 250848 h 517209"/>
                <a:gd name="connsiteX126" fmla="*/ 1228478 w 2915191"/>
                <a:gd name="connsiteY126" fmla="*/ 281266 h 517209"/>
                <a:gd name="connsiteX127" fmla="*/ 1238222 w 2915191"/>
                <a:gd name="connsiteY127" fmla="*/ 274865 h 517209"/>
                <a:gd name="connsiteX128" fmla="*/ 1247966 w 2915191"/>
                <a:gd name="connsiteY128" fmla="*/ 275043 h 517209"/>
                <a:gd name="connsiteX129" fmla="*/ 1257725 w 2915191"/>
                <a:gd name="connsiteY129" fmla="*/ 285354 h 517209"/>
                <a:gd name="connsiteX130" fmla="*/ 1267469 w 2915191"/>
                <a:gd name="connsiteY130" fmla="*/ 272979 h 517209"/>
                <a:gd name="connsiteX131" fmla="*/ 1277227 w 2915191"/>
                <a:gd name="connsiteY131" fmla="*/ 262943 h 517209"/>
                <a:gd name="connsiteX132" fmla="*/ 1286971 w 2915191"/>
                <a:gd name="connsiteY132" fmla="*/ 265521 h 517209"/>
                <a:gd name="connsiteX133" fmla="*/ 1296715 w 2915191"/>
                <a:gd name="connsiteY133" fmla="*/ 291923 h 517209"/>
                <a:gd name="connsiteX134" fmla="*/ 1306474 w 2915191"/>
                <a:gd name="connsiteY134" fmla="*/ 308947 h 517209"/>
                <a:gd name="connsiteX135" fmla="*/ 1316218 w 2915191"/>
                <a:gd name="connsiteY135" fmla="*/ 297144 h 517209"/>
                <a:gd name="connsiteX136" fmla="*/ 1325977 w 2915191"/>
                <a:gd name="connsiteY136" fmla="*/ 290636 h 517209"/>
                <a:gd name="connsiteX137" fmla="*/ 1335721 w 2915191"/>
                <a:gd name="connsiteY137" fmla="*/ 267368 h 517209"/>
                <a:gd name="connsiteX138" fmla="*/ 1345465 w 2915191"/>
                <a:gd name="connsiteY138" fmla="*/ 320324 h 517209"/>
                <a:gd name="connsiteX139" fmla="*/ 1355224 w 2915191"/>
                <a:gd name="connsiteY139" fmla="*/ 372555 h 517209"/>
                <a:gd name="connsiteX140" fmla="*/ 1364967 w 2915191"/>
                <a:gd name="connsiteY140" fmla="*/ 346580 h 517209"/>
                <a:gd name="connsiteX141" fmla="*/ 1374726 w 2915191"/>
                <a:gd name="connsiteY141" fmla="*/ 359793 h 517209"/>
                <a:gd name="connsiteX142" fmla="*/ 1384470 w 2915191"/>
                <a:gd name="connsiteY142" fmla="*/ 379339 h 517209"/>
                <a:gd name="connsiteX143" fmla="*/ 1394214 w 2915191"/>
                <a:gd name="connsiteY143" fmla="*/ 376998 h 517209"/>
                <a:gd name="connsiteX144" fmla="*/ 1403973 w 2915191"/>
                <a:gd name="connsiteY144" fmla="*/ 349195 h 517209"/>
                <a:gd name="connsiteX145" fmla="*/ 1413717 w 2915191"/>
                <a:gd name="connsiteY145" fmla="*/ 346111 h 517209"/>
                <a:gd name="connsiteX146" fmla="*/ 1423476 w 2915191"/>
                <a:gd name="connsiteY146" fmla="*/ 319385 h 517209"/>
                <a:gd name="connsiteX147" fmla="*/ 1433220 w 2915191"/>
                <a:gd name="connsiteY147" fmla="*/ 330535 h 517209"/>
                <a:gd name="connsiteX148" fmla="*/ 1442964 w 2915191"/>
                <a:gd name="connsiteY148" fmla="*/ 342799 h 517209"/>
                <a:gd name="connsiteX149" fmla="*/ 1452722 w 2915191"/>
                <a:gd name="connsiteY149" fmla="*/ 342431 h 517209"/>
                <a:gd name="connsiteX150" fmla="*/ 1462466 w 2915191"/>
                <a:gd name="connsiteY150" fmla="*/ 361773 h 517209"/>
                <a:gd name="connsiteX151" fmla="*/ 1472225 w 2915191"/>
                <a:gd name="connsiteY151" fmla="*/ 362093 h 517209"/>
                <a:gd name="connsiteX152" fmla="*/ 1481969 w 2915191"/>
                <a:gd name="connsiteY152" fmla="*/ 365132 h 517209"/>
                <a:gd name="connsiteX153" fmla="*/ 1491713 w 2915191"/>
                <a:gd name="connsiteY153" fmla="*/ 381479 h 517209"/>
                <a:gd name="connsiteX154" fmla="*/ 1501472 w 2915191"/>
                <a:gd name="connsiteY154" fmla="*/ 382965 h 517209"/>
                <a:gd name="connsiteX155" fmla="*/ 1511216 w 2915191"/>
                <a:gd name="connsiteY155" fmla="*/ 378433 h 517209"/>
                <a:gd name="connsiteX156" fmla="*/ 1520960 w 2915191"/>
                <a:gd name="connsiteY156" fmla="*/ 380073 h 517209"/>
                <a:gd name="connsiteX157" fmla="*/ 1530719 w 2915191"/>
                <a:gd name="connsiteY157" fmla="*/ 436872 h 517209"/>
                <a:gd name="connsiteX158" fmla="*/ 1540463 w 2915191"/>
                <a:gd name="connsiteY158" fmla="*/ 397289 h 517209"/>
                <a:gd name="connsiteX159" fmla="*/ 1550221 w 2915191"/>
                <a:gd name="connsiteY159" fmla="*/ 387424 h 517209"/>
                <a:gd name="connsiteX160" fmla="*/ 1559965 w 2915191"/>
                <a:gd name="connsiteY160" fmla="*/ 402171 h 517209"/>
                <a:gd name="connsiteX161" fmla="*/ 1569709 w 2915191"/>
                <a:gd name="connsiteY161" fmla="*/ 402901 h 517209"/>
                <a:gd name="connsiteX162" fmla="*/ 1579468 w 2915191"/>
                <a:gd name="connsiteY162" fmla="*/ 403895 h 517209"/>
                <a:gd name="connsiteX163" fmla="*/ 1589212 w 2915191"/>
                <a:gd name="connsiteY163" fmla="*/ 436419 h 517209"/>
                <a:gd name="connsiteX164" fmla="*/ 1598971 w 2915191"/>
                <a:gd name="connsiteY164" fmla="*/ 416444 h 517209"/>
                <a:gd name="connsiteX165" fmla="*/ 1608715 w 2915191"/>
                <a:gd name="connsiteY165" fmla="*/ 423121 h 517209"/>
                <a:gd name="connsiteX166" fmla="*/ 1618459 w 2915191"/>
                <a:gd name="connsiteY166" fmla="*/ 405631 h 517209"/>
                <a:gd name="connsiteX167" fmla="*/ 1628218 w 2915191"/>
                <a:gd name="connsiteY167" fmla="*/ 415427 h 517209"/>
                <a:gd name="connsiteX168" fmla="*/ 1637962 w 2915191"/>
                <a:gd name="connsiteY168" fmla="*/ 415561 h 517209"/>
                <a:gd name="connsiteX169" fmla="*/ 1647720 w 2915191"/>
                <a:gd name="connsiteY169" fmla="*/ 428834 h 517209"/>
                <a:gd name="connsiteX170" fmla="*/ 1657464 w 2915191"/>
                <a:gd name="connsiteY170" fmla="*/ 393157 h 517209"/>
                <a:gd name="connsiteX171" fmla="*/ 1667208 w 2915191"/>
                <a:gd name="connsiteY171" fmla="*/ 397928 h 517209"/>
                <a:gd name="connsiteX172" fmla="*/ 1676967 w 2915191"/>
                <a:gd name="connsiteY172" fmla="*/ 399467 h 517209"/>
                <a:gd name="connsiteX173" fmla="*/ 1686711 w 2915191"/>
                <a:gd name="connsiteY173" fmla="*/ 390508 h 517209"/>
                <a:gd name="connsiteX174" fmla="*/ 1696470 w 2915191"/>
                <a:gd name="connsiteY174" fmla="*/ 406990 h 517209"/>
                <a:gd name="connsiteX175" fmla="*/ 1706214 w 2915191"/>
                <a:gd name="connsiteY175" fmla="*/ 362838 h 517209"/>
                <a:gd name="connsiteX176" fmla="*/ 1715958 w 2915191"/>
                <a:gd name="connsiteY176" fmla="*/ 352327 h 517209"/>
                <a:gd name="connsiteX177" fmla="*/ 1725716 w 2915191"/>
                <a:gd name="connsiteY177" fmla="*/ 317636 h 517209"/>
                <a:gd name="connsiteX178" fmla="*/ 1735460 w 2915191"/>
                <a:gd name="connsiteY178" fmla="*/ 339461 h 517209"/>
                <a:gd name="connsiteX179" fmla="*/ 1745219 w 2915191"/>
                <a:gd name="connsiteY179" fmla="*/ 350527 h 517209"/>
                <a:gd name="connsiteX180" fmla="*/ 1754963 w 2915191"/>
                <a:gd name="connsiteY180" fmla="*/ 377972 h 517209"/>
                <a:gd name="connsiteX181" fmla="*/ 1764707 w 2915191"/>
                <a:gd name="connsiteY181" fmla="*/ 370791 h 517209"/>
                <a:gd name="connsiteX182" fmla="*/ 1774466 w 2915191"/>
                <a:gd name="connsiteY182" fmla="*/ 382052 h 517209"/>
                <a:gd name="connsiteX183" fmla="*/ 1784210 w 2915191"/>
                <a:gd name="connsiteY183" fmla="*/ 406450 h 517209"/>
                <a:gd name="connsiteX184" fmla="*/ 1793969 w 2915191"/>
                <a:gd name="connsiteY184" fmla="*/ 410142 h 517209"/>
                <a:gd name="connsiteX185" fmla="*/ 1803713 w 2915191"/>
                <a:gd name="connsiteY185" fmla="*/ 428490 h 517209"/>
                <a:gd name="connsiteX186" fmla="*/ 1813457 w 2915191"/>
                <a:gd name="connsiteY186" fmla="*/ 464678 h 517209"/>
                <a:gd name="connsiteX187" fmla="*/ 1823215 w 2915191"/>
                <a:gd name="connsiteY187" fmla="*/ 449155 h 517209"/>
                <a:gd name="connsiteX188" fmla="*/ 1832959 w 2915191"/>
                <a:gd name="connsiteY188" fmla="*/ 453260 h 517209"/>
                <a:gd name="connsiteX189" fmla="*/ 1842703 w 2915191"/>
                <a:gd name="connsiteY189" fmla="*/ 458920 h 517209"/>
                <a:gd name="connsiteX190" fmla="*/ 1852462 w 2915191"/>
                <a:gd name="connsiteY190" fmla="*/ 456168 h 517209"/>
                <a:gd name="connsiteX191" fmla="*/ 1862206 w 2915191"/>
                <a:gd name="connsiteY191" fmla="*/ 472761 h 517209"/>
                <a:gd name="connsiteX192" fmla="*/ 1871965 w 2915191"/>
                <a:gd name="connsiteY192" fmla="*/ 461666 h 517209"/>
                <a:gd name="connsiteX193" fmla="*/ 1881709 w 2915191"/>
                <a:gd name="connsiteY193" fmla="*/ 449821 h 517209"/>
                <a:gd name="connsiteX194" fmla="*/ 1891453 w 2915191"/>
                <a:gd name="connsiteY194" fmla="*/ 449127 h 517209"/>
                <a:gd name="connsiteX195" fmla="*/ 1901212 w 2915191"/>
                <a:gd name="connsiteY195" fmla="*/ 476897 h 517209"/>
                <a:gd name="connsiteX196" fmla="*/ 1910956 w 2915191"/>
                <a:gd name="connsiteY196" fmla="*/ 451999 h 517209"/>
                <a:gd name="connsiteX197" fmla="*/ 1920714 w 2915191"/>
                <a:gd name="connsiteY197" fmla="*/ 455532 h 517209"/>
                <a:gd name="connsiteX198" fmla="*/ 1930458 w 2915191"/>
                <a:gd name="connsiteY198" fmla="*/ 448863 h 517209"/>
                <a:gd name="connsiteX199" fmla="*/ 1940202 w 2915191"/>
                <a:gd name="connsiteY199" fmla="*/ 462493 h 517209"/>
                <a:gd name="connsiteX200" fmla="*/ 1949961 w 2915191"/>
                <a:gd name="connsiteY200" fmla="*/ 476039 h 517209"/>
                <a:gd name="connsiteX201" fmla="*/ 1959705 w 2915191"/>
                <a:gd name="connsiteY201" fmla="*/ 499961 h 517209"/>
                <a:gd name="connsiteX202" fmla="*/ 1969464 w 2915191"/>
                <a:gd name="connsiteY202" fmla="*/ 488095 h 517209"/>
                <a:gd name="connsiteX203" fmla="*/ 1979208 w 2915191"/>
                <a:gd name="connsiteY203" fmla="*/ 456050 h 517209"/>
                <a:gd name="connsiteX204" fmla="*/ 1988952 w 2915191"/>
                <a:gd name="connsiteY204" fmla="*/ 449084 h 517209"/>
                <a:gd name="connsiteX205" fmla="*/ 1998711 w 2915191"/>
                <a:gd name="connsiteY205" fmla="*/ 461949 h 517209"/>
                <a:gd name="connsiteX206" fmla="*/ 2008454 w 2915191"/>
                <a:gd name="connsiteY206" fmla="*/ 478084 h 517209"/>
                <a:gd name="connsiteX207" fmla="*/ 2018213 w 2915191"/>
                <a:gd name="connsiteY207" fmla="*/ 481002 h 517209"/>
                <a:gd name="connsiteX208" fmla="*/ 2027957 w 2915191"/>
                <a:gd name="connsiteY208" fmla="*/ 477252 h 517209"/>
                <a:gd name="connsiteX209" fmla="*/ 2037701 w 2915191"/>
                <a:gd name="connsiteY209" fmla="*/ 467199 h 517209"/>
                <a:gd name="connsiteX210" fmla="*/ 2047460 w 2915191"/>
                <a:gd name="connsiteY210" fmla="*/ 467605 h 517209"/>
                <a:gd name="connsiteX211" fmla="*/ 2057204 w 2915191"/>
                <a:gd name="connsiteY211" fmla="*/ 478877 h 517209"/>
                <a:gd name="connsiteX212" fmla="*/ 2066963 w 2915191"/>
                <a:gd name="connsiteY212" fmla="*/ 479552 h 517209"/>
                <a:gd name="connsiteX213" fmla="*/ 2076707 w 2915191"/>
                <a:gd name="connsiteY213" fmla="*/ 488287 h 517209"/>
                <a:gd name="connsiteX214" fmla="*/ 2086451 w 2915191"/>
                <a:gd name="connsiteY214" fmla="*/ 517209 h 517209"/>
                <a:gd name="connsiteX215" fmla="*/ 2096210 w 2915191"/>
                <a:gd name="connsiteY215" fmla="*/ 494806 h 517209"/>
                <a:gd name="connsiteX216" fmla="*/ 2105954 w 2915191"/>
                <a:gd name="connsiteY216" fmla="*/ 479329 h 517209"/>
                <a:gd name="connsiteX217" fmla="*/ 2115697 w 2915191"/>
                <a:gd name="connsiteY217" fmla="*/ 451220 h 517209"/>
                <a:gd name="connsiteX218" fmla="*/ 2125456 w 2915191"/>
                <a:gd name="connsiteY218" fmla="*/ 437912 h 517209"/>
                <a:gd name="connsiteX219" fmla="*/ 2135200 w 2915191"/>
                <a:gd name="connsiteY219" fmla="*/ 436226 h 517209"/>
                <a:gd name="connsiteX220" fmla="*/ 2144959 w 2915191"/>
                <a:gd name="connsiteY220" fmla="*/ 447335 h 517209"/>
                <a:gd name="connsiteX221" fmla="*/ 2154703 w 2915191"/>
                <a:gd name="connsiteY221" fmla="*/ 460429 h 517209"/>
                <a:gd name="connsiteX222" fmla="*/ 2164447 w 2915191"/>
                <a:gd name="connsiteY222" fmla="*/ 434226 h 517209"/>
                <a:gd name="connsiteX223" fmla="*/ 2174206 w 2915191"/>
                <a:gd name="connsiteY223" fmla="*/ 426921 h 517209"/>
                <a:gd name="connsiteX224" fmla="*/ 2183950 w 2915191"/>
                <a:gd name="connsiteY224" fmla="*/ 443318 h 517209"/>
                <a:gd name="connsiteX225" fmla="*/ 2193709 w 2915191"/>
                <a:gd name="connsiteY225" fmla="*/ 468919 h 517209"/>
                <a:gd name="connsiteX226" fmla="*/ 2203452 w 2915191"/>
                <a:gd name="connsiteY226" fmla="*/ 497595 h 517209"/>
                <a:gd name="connsiteX227" fmla="*/ 2213196 w 2915191"/>
                <a:gd name="connsiteY227" fmla="*/ 477539 h 517209"/>
                <a:gd name="connsiteX228" fmla="*/ 2222955 w 2915191"/>
                <a:gd name="connsiteY228" fmla="*/ 477693 h 517209"/>
                <a:gd name="connsiteX229" fmla="*/ 2232699 w 2915191"/>
                <a:gd name="connsiteY229" fmla="*/ 491137 h 517209"/>
                <a:gd name="connsiteX230" fmla="*/ 2242458 w 2915191"/>
                <a:gd name="connsiteY230" fmla="*/ 489099 h 517209"/>
                <a:gd name="connsiteX231" fmla="*/ 2252202 w 2915191"/>
                <a:gd name="connsiteY231" fmla="*/ 437155 h 517209"/>
                <a:gd name="connsiteX232" fmla="*/ 2261946 w 2915191"/>
                <a:gd name="connsiteY232" fmla="*/ 421690 h 517209"/>
                <a:gd name="connsiteX233" fmla="*/ 2271705 w 2915191"/>
                <a:gd name="connsiteY233" fmla="*/ 414573 h 517209"/>
                <a:gd name="connsiteX234" fmla="*/ 2281449 w 2915191"/>
                <a:gd name="connsiteY234" fmla="*/ 384514 h 517209"/>
                <a:gd name="connsiteX235" fmla="*/ 2291208 w 2915191"/>
                <a:gd name="connsiteY235" fmla="*/ 355728 h 517209"/>
                <a:gd name="connsiteX236" fmla="*/ 2300951 w 2915191"/>
                <a:gd name="connsiteY236" fmla="*/ 368140 h 517209"/>
                <a:gd name="connsiteX237" fmla="*/ 2310695 w 2915191"/>
                <a:gd name="connsiteY237" fmla="*/ 367069 h 517209"/>
                <a:gd name="connsiteX238" fmla="*/ 2320454 w 2915191"/>
                <a:gd name="connsiteY238" fmla="*/ 386620 h 517209"/>
                <a:gd name="connsiteX239" fmla="*/ 2330198 w 2915191"/>
                <a:gd name="connsiteY239" fmla="*/ 366864 h 517209"/>
                <a:gd name="connsiteX240" fmla="*/ 2339957 w 2915191"/>
                <a:gd name="connsiteY240" fmla="*/ 374921 h 517209"/>
                <a:gd name="connsiteX241" fmla="*/ 2349701 w 2915191"/>
                <a:gd name="connsiteY241" fmla="*/ 363781 h 517209"/>
                <a:gd name="connsiteX242" fmla="*/ 2359445 w 2915191"/>
                <a:gd name="connsiteY242" fmla="*/ 360745 h 517209"/>
                <a:gd name="connsiteX243" fmla="*/ 2369204 w 2915191"/>
                <a:gd name="connsiteY243" fmla="*/ 378842 h 517209"/>
                <a:gd name="connsiteX244" fmla="*/ 2378948 w 2915191"/>
                <a:gd name="connsiteY244" fmla="*/ 365080 h 517209"/>
                <a:gd name="connsiteX245" fmla="*/ 2388692 w 2915191"/>
                <a:gd name="connsiteY245" fmla="*/ 370612 h 517209"/>
                <a:gd name="connsiteX246" fmla="*/ 2398450 w 2915191"/>
                <a:gd name="connsiteY246" fmla="*/ 347636 h 517209"/>
                <a:gd name="connsiteX247" fmla="*/ 2408194 w 2915191"/>
                <a:gd name="connsiteY247" fmla="*/ 347832 h 517209"/>
                <a:gd name="connsiteX248" fmla="*/ 2417953 w 2915191"/>
                <a:gd name="connsiteY248" fmla="*/ 332940 h 517209"/>
                <a:gd name="connsiteX249" fmla="*/ 2427697 w 2915191"/>
                <a:gd name="connsiteY249" fmla="*/ 296725 h 517209"/>
                <a:gd name="connsiteX250" fmla="*/ 2437441 w 2915191"/>
                <a:gd name="connsiteY250" fmla="*/ 314847 h 517209"/>
                <a:gd name="connsiteX251" fmla="*/ 2447200 w 2915191"/>
                <a:gd name="connsiteY251" fmla="*/ 298526 h 517209"/>
                <a:gd name="connsiteX252" fmla="*/ 2456944 w 2915191"/>
                <a:gd name="connsiteY252" fmla="*/ 313084 h 517209"/>
                <a:gd name="connsiteX253" fmla="*/ 2466703 w 2915191"/>
                <a:gd name="connsiteY253" fmla="*/ 334715 h 517209"/>
                <a:gd name="connsiteX254" fmla="*/ 2476446 w 2915191"/>
                <a:gd name="connsiteY254" fmla="*/ 312582 h 517209"/>
                <a:gd name="connsiteX255" fmla="*/ 2486190 w 2915191"/>
                <a:gd name="connsiteY255" fmla="*/ 293568 h 517209"/>
                <a:gd name="connsiteX256" fmla="*/ 2495949 w 2915191"/>
                <a:gd name="connsiteY256" fmla="*/ 296599 h 517209"/>
                <a:gd name="connsiteX257" fmla="*/ 2505693 w 2915191"/>
                <a:gd name="connsiteY257" fmla="*/ 269703 h 517209"/>
                <a:gd name="connsiteX258" fmla="*/ 2515452 w 2915191"/>
                <a:gd name="connsiteY258" fmla="*/ 291944 h 517209"/>
                <a:gd name="connsiteX259" fmla="*/ 2525196 w 2915191"/>
                <a:gd name="connsiteY259" fmla="*/ 317322 h 517209"/>
                <a:gd name="connsiteX260" fmla="*/ 2534940 w 2915191"/>
                <a:gd name="connsiteY260" fmla="*/ 285207 h 517209"/>
                <a:gd name="connsiteX261" fmla="*/ 2544699 w 2915191"/>
                <a:gd name="connsiteY261" fmla="*/ 323180 h 517209"/>
                <a:gd name="connsiteX262" fmla="*/ 2554443 w 2915191"/>
                <a:gd name="connsiteY262" fmla="*/ 313557 h 517209"/>
                <a:gd name="connsiteX263" fmla="*/ 2564202 w 2915191"/>
                <a:gd name="connsiteY263" fmla="*/ 343414 h 517209"/>
                <a:gd name="connsiteX264" fmla="*/ 2573946 w 2915191"/>
                <a:gd name="connsiteY264" fmla="*/ 317019 h 517209"/>
                <a:gd name="connsiteX265" fmla="*/ 2583690 w 2915191"/>
                <a:gd name="connsiteY265" fmla="*/ 288215 h 517209"/>
                <a:gd name="connsiteX266" fmla="*/ 2593448 w 2915191"/>
                <a:gd name="connsiteY266" fmla="*/ 267085 h 517209"/>
                <a:gd name="connsiteX267" fmla="*/ 2603192 w 2915191"/>
                <a:gd name="connsiteY267" fmla="*/ 291081 h 517209"/>
                <a:gd name="connsiteX268" fmla="*/ 2612951 w 2915191"/>
                <a:gd name="connsiteY268" fmla="*/ 335966 h 517209"/>
                <a:gd name="connsiteX269" fmla="*/ 2622695 w 2915191"/>
                <a:gd name="connsiteY269" fmla="*/ 326407 h 517209"/>
                <a:gd name="connsiteX270" fmla="*/ 2632439 w 2915191"/>
                <a:gd name="connsiteY270" fmla="*/ 328481 h 517209"/>
                <a:gd name="connsiteX271" fmla="*/ 2642198 w 2915191"/>
                <a:gd name="connsiteY271" fmla="*/ 307326 h 517209"/>
                <a:gd name="connsiteX272" fmla="*/ 2651942 w 2915191"/>
                <a:gd name="connsiteY272" fmla="*/ 284888 h 517209"/>
                <a:gd name="connsiteX273" fmla="*/ 2661685 w 2915191"/>
                <a:gd name="connsiteY273" fmla="*/ 278809 h 517209"/>
                <a:gd name="connsiteX274" fmla="*/ 2671444 w 2915191"/>
                <a:gd name="connsiteY274" fmla="*/ 294568 h 517209"/>
                <a:gd name="connsiteX275" fmla="*/ 2681188 w 2915191"/>
                <a:gd name="connsiteY275" fmla="*/ 342566 h 517209"/>
                <a:gd name="connsiteX276" fmla="*/ 2690947 w 2915191"/>
                <a:gd name="connsiteY276" fmla="*/ 333479 h 517209"/>
                <a:gd name="connsiteX277" fmla="*/ 2700691 w 2915191"/>
                <a:gd name="connsiteY277" fmla="*/ 318560 h 517209"/>
                <a:gd name="connsiteX278" fmla="*/ 2710435 w 2915191"/>
                <a:gd name="connsiteY278" fmla="*/ 369222 h 517209"/>
                <a:gd name="connsiteX279" fmla="*/ 2720194 w 2915191"/>
                <a:gd name="connsiteY279" fmla="*/ 400933 h 517209"/>
                <a:gd name="connsiteX280" fmla="*/ 2729938 w 2915191"/>
                <a:gd name="connsiteY280" fmla="*/ 422808 h 517209"/>
                <a:gd name="connsiteX281" fmla="*/ 2739697 w 2915191"/>
                <a:gd name="connsiteY281" fmla="*/ 437881 h 517209"/>
                <a:gd name="connsiteX282" fmla="*/ 2749441 w 2915191"/>
                <a:gd name="connsiteY282" fmla="*/ 448857 h 517209"/>
                <a:gd name="connsiteX283" fmla="*/ 2759185 w 2915191"/>
                <a:gd name="connsiteY283" fmla="*/ 417542 h 517209"/>
                <a:gd name="connsiteX284" fmla="*/ 2768943 w 2915191"/>
                <a:gd name="connsiteY284" fmla="*/ 408624 h 517209"/>
                <a:gd name="connsiteX285" fmla="*/ 2778687 w 2915191"/>
                <a:gd name="connsiteY285" fmla="*/ 390414 h 517209"/>
                <a:gd name="connsiteX286" fmla="*/ 2788446 w 2915191"/>
                <a:gd name="connsiteY286" fmla="*/ 394868 h 517209"/>
                <a:gd name="connsiteX287" fmla="*/ 2798190 w 2915191"/>
                <a:gd name="connsiteY287" fmla="*/ 398993 h 517209"/>
                <a:gd name="connsiteX288" fmla="*/ 2807934 w 2915191"/>
                <a:gd name="connsiteY288" fmla="*/ 393810 h 517209"/>
                <a:gd name="connsiteX289" fmla="*/ 2817693 w 2915191"/>
                <a:gd name="connsiteY289" fmla="*/ 408502 h 517209"/>
                <a:gd name="connsiteX290" fmla="*/ 2827437 w 2915191"/>
                <a:gd name="connsiteY290" fmla="*/ 370234 h 517209"/>
                <a:gd name="connsiteX291" fmla="*/ 2837196 w 2915191"/>
                <a:gd name="connsiteY291" fmla="*/ 330407 h 517209"/>
                <a:gd name="connsiteX292" fmla="*/ 2846940 w 2915191"/>
                <a:gd name="connsiteY292" fmla="*/ 350656 h 517209"/>
                <a:gd name="connsiteX293" fmla="*/ 2856684 w 2915191"/>
                <a:gd name="connsiteY293" fmla="*/ 371947 h 517209"/>
                <a:gd name="connsiteX294" fmla="*/ 2866442 w 2915191"/>
                <a:gd name="connsiteY294" fmla="*/ 334649 h 517209"/>
                <a:gd name="connsiteX295" fmla="*/ 2876186 w 2915191"/>
                <a:gd name="connsiteY295" fmla="*/ 307034 h 517209"/>
                <a:gd name="connsiteX296" fmla="*/ 2885945 w 2915191"/>
                <a:gd name="connsiteY296" fmla="*/ 298534 h 517209"/>
                <a:gd name="connsiteX297" fmla="*/ 2895689 w 2915191"/>
                <a:gd name="connsiteY297" fmla="*/ 333910 h 517209"/>
                <a:gd name="connsiteX298" fmla="*/ 2905433 w 2915191"/>
                <a:gd name="connsiteY298" fmla="*/ 363514 h 517209"/>
                <a:gd name="connsiteX299" fmla="*/ 2915192 w 2915191"/>
                <a:gd name="connsiteY299" fmla="*/ 375565 h 517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17209">
                  <a:moveTo>
                    <a:pt x="0" y="0"/>
                  </a:moveTo>
                  <a:lnTo>
                    <a:pt x="9750" y="1774"/>
                  </a:lnTo>
                  <a:lnTo>
                    <a:pt x="19500" y="16539"/>
                  </a:lnTo>
                  <a:lnTo>
                    <a:pt x="29250" y="19370"/>
                  </a:lnTo>
                  <a:lnTo>
                    <a:pt x="39000" y="20812"/>
                  </a:lnTo>
                  <a:lnTo>
                    <a:pt x="48749" y="33018"/>
                  </a:lnTo>
                  <a:lnTo>
                    <a:pt x="58499" y="16645"/>
                  </a:lnTo>
                  <a:lnTo>
                    <a:pt x="68249" y="17341"/>
                  </a:lnTo>
                  <a:lnTo>
                    <a:pt x="77998" y="47082"/>
                  </a:lnTo>
                  <a:lnTo>
                    <a:pt x="87748" y="62227"/>
                  </a:lnTo>
                  <a:lnTo>
                    <a:pt x="97497" y="101169"/>
                  </a:lnTo>
                  <a:lnTo>
                    <a:pt x="107247" y="95973"/>
                  </a:lnTo>
                  <a:lnTo>
                    <a:pt x="116997" y="116106"/>
                  </a:lnTo>
                  <a:lnTo>
                    <a:pt x="126747" y="73173"/>
                  </a:lnTo>
                  <a:lnTo>
                    <a:pt x="136497" y="73436"/>
                  </a:lnTo>
                  <a:lnTo>
                    <a:pt x="146247" y="67755"/>
                  </a:lnTo>
                  <a:lnTo>
                    <a:pt x="155997" y="50886"/>
                  </a:lnTo>
                  <a:lnTo>
                    <a:pt x="165747" y="80152"/>
                  </a:lnTo>
                  <a:lnTo>
                    <a:pt x="175497" y="71885"/>
                  </a:lnTo>
                  <a:lnTo>
                    <a:pt x="185247" y="96157"/>
                  </a:lnTo>
                  <a:lnTo>
                    <a:pt x="194996" y="91505"/>
                  </a:lnTo>
                  <a:lnTo>
                    <a:pt x="204746" y="110366"/>
                  </a:lnTo>
                  <a:lnTo>
                    <a:pt x="214495" y="94215"/>
                  </a:lnTo>
                  <a:lnTo>
                    <a:pt x="224245" y="100821"/>
                  </a:lnTo>
                  <a:lnTo>
                    <a:pt x="233995" y="119824"/>
                  </a:lnTo>
                  <a:lnTo>
                    <a:pt x="243744" y="116319"/>
                  </a:lnTo>
                  <a:lnTo>
                    <a:pt x="253494" y="101352"/>
                  </a:lnTo>
                  <a:lnTo>
                    <a:pt x="263244" y="133696"/>
                  </a:lnTo>
                  <a:lnTo>
                    <a:pt x="272994" y="145250"/>
                  </a:lnTo>
                  <a:lnTo>
                    <a:pt x="282744" y="183912"/>
                  </a:lnTo>
                  <a:lnTo>
                    <a:pt x="292494" y="187474"/>
                  </a:lnTo>
                  <a:lnTo>
                    <a:pt x="302244" y="188579"/>
                  </a:lnTo>
                  <a:lnTo>
                    <a:pt x="311994" y="197771"/>
                  </a:lnTo>
                  <a:lnTo>
                    <a:pt x="321744" y="186802"/>
                  </a:lnTo>
                  <a:lnTo>
                    <a:pt x="331493" y="195494"/>
                  </a:lnTo>
                  <a:lnTo>
                    <a:pt x="341243" y="225566"/>
                  </a:lnTo>
                  <a:lnTo>
                    <a:pt x="350993" y="221812"/>
                  </a:lnTo>
                  <a:lnTo>
                    <a:pt x="360742" y="209924"/>
                  </a:lnTo>
                  <a:lnTo>
                    <a:pt x="370492" y="242132"/>
                  </a:lnTo>
                  <a:lnTo>
                    <a:pt x="380241" y="272785"/>
                  </a:lnTo>
                  <a:lnTo>
                    <a:pt x="389991" y="248511"/>
                  </a:lnTo>
                  <a:lnTo>
                    <a:pt x="399741" y="266601"/>
                  </a:lnTo>
                  <a:lnTo>
                    <a:pt x="409491" y="258861"/>
                  </a:lnTo>
                  <a:lnTo>
                    <a:pt x="419241" y="240346"/>
                  </a:lnTo>
                  <a:lnTo>
                    <a:pt x="428991" y="275101"/>
                  </a:lnTo>
                  <a:lnTo>
                    <a:pt x="438741" y="281303"/>
                  </a:lnTo>
                  <a:lnTo>
                    <a:pt x="448491" y="313132"/>
                  </a:lnTo>
                  <a:lnTo>
                    <a:pt x="458241" y="320732"/>
                  </a:lnTo>
                  <a:lnTo>
                    <a:pt x="467991" y="333503"/>
                  </a:lnTo>
                  <a:lnTo>
                    <a:pt x="477740" y="316873"/>
                  </a:lnTo>
                  <a:lnTo>
                    <a:pt x="487490" y="317335"/>
                  </a:lnTo>
                  <a:lnTo>
                    <a:pt x="497239" y="302425"/>
                  </a:lnTo>
                  <a:lnTo>
                    <a:pt x="506989" y="335831"/>
                  </a:lnTo>
                  <a:lnTo>
                    <a:pt x="516738" y="320903"/>
                  </a:lnTo>
                  <a:lnTo>
                    <a:pt x="526488" y="321051"/>
                  </a:lnTo>
                  <a:lnTo>
                    <a:pt x="536238" y="293994"/>
                  </a:lnTo>
                  <a:lnTo>
                    <a:pt x="545988" y="279150"/>
                  </a:lnTo>
                  <a:lnTo>
                    <a:pt x="555738" y="244293"/>
                  </a:lnTo>
                  <a:lnTo>
                    <a:pt x="565488" y="233996"/>
                  </a:lnTo>
                  <a:lnTo>
                    <a:pt x="575238" y="242538"/>
                  </a:lnTo>
                  <a:lnTo>
                    <a:pt x="584988" y="233355"/>
                  </a:lnTo>
                  <a:lnTo>
                    <a:pt x="594738" y="231025"/>
                  </a:lnTo>
                  <a:lnTo>
                    <a:pt x="604488" y="218531"/>
                  </a:lnTo>
                  <a:lnTo>
                    <a:pt x="614237" y="189146"/>
                  </a:lnTo>
                  <a:lnTo>
                    <a:pt x="623987" y="214390"/>
                  </a:lnTo>
                  <a:lnTo>
                    <a:pt x="633736" y="193590"/>
                  </a:lnTo>
                  <a:lnTo>
                    <a:pt x="643486" y="200957"/>
                  </a:lnTo>
                  <a:lnTo>
                    <a:pt x="653236" y="188250"/>
                  </a:lnTo>
                  <a:lnTo>
                    <a:pt x="662985" y="199179"/>
                  </a:lnTo>
                  <a:lnTo>
                    <a:pt x="672735" y="198672"/>
                  </a:lnTo>
                  <a:lnTo>
                    <a:pt x="682485" y="207461"/>
                  </a:lnTo>
                  <a:lnTo>
                    <a:pt x="692235" y="237937"/>
                  </a:lnTo>
                  <a:lnTo>
                    <a:pt x="701985" y="191333"/>
                  </a:lnTo>
                  <a:lnTo>
                    <a:pt x="711735" y="200689"/>
                  </a:lnTo>
                  <a:lnTo>
                    <a:pt x="721485" y="196038"/>
                  </a:lnTo>
                  <a:lnTo>
                    <a:pt x="731235" y="186455"/>
                  </a:lnTo>
                  <a:lnTo>
                    <a:pt x="740985" y="186944"/>
                  </a:lnTo>
                  <a:lnTo>
                    <a:pt x="750734" y="178952"/>
                  </a:lnTo>
                  <a:lnTo>
                    <a:pt x="760484" y="150535"/>
                  </a:lnTo>
                  <a:lnTo>
                    <a:pt x="770233" y="159197"/>
                  </a:lnTo>
                  <a:lnTo>
                    <a:pt x="779983" y="161967"/>
                  </a:lnTo>
                  <a:lnTo>
                    <a:pt x="789733" y="162408"/>
                  </a:lnTo>
                  <a:lnTo>
                    <a:pt x="799482" y="154488"/>
                  </a:lnTo>
                  <a:lnTo>
                    <a:pt x="809232" y="169103"/>
                  </a:lnTo>
                  <a:lnTo>
                    <a:pt x="818982" y="181353"/>
                  </a:lnTo>
                  <a:lnTo>
                    <a:pt x="828732" y="218815"/>
                  </a:lnTo>
                  <a:lnTo>
                    <a:pt x="838482" y="219414"/>
                  </a:lnTo>
                  <a:lnTo>
                    <a:pt x="848232" y="238013"/>
                  </a:lnTo>
                  <a:lnTo>
                    <a:pt x="857982" y="231991"/>
                  </a:lnTo>
                  <a:lnTo>
                    <a:pt x="867732" y="253667"/>
                  </a:lnTo>
                  <a:lnTo>
                    <a:pt x="877482" y="235544"/>
                  </a:lnTo>
                  <a:lnTo>
                    <a:pt x="887231" y="238229"/>
                  </a:lnTo>
                  <a:lnTo>
                    <a:pt x="896981" y="245252"/>
                  </a:lnTo>
                  <a:lnTo>
                    <a:pt x="906730" y="238163"/>
                  </a:lnTo>
                  <a:lnTo>
                    <a:pt x="916480" y="226962"/>
                  </a:lnTo>
                  <a:lnTo>
                    <a:pt x="926230" y="262174"/>
                  </a:lnTo>
                  <a:lnTo>
                    <a:pt x="935979" y="258566"/>
                  </a:lnTo>
                  <a:lnTo>
                    <a:pt x="945729" y="265686"/>
                  </a:lnTo>
                  <a:lnTo>
                    <a:pt x="955479" y="279652"/>
                  </a:lnTo>
                  <a:lnTo>
                    <a:pt x="965229" y="280712"/>
                  </a:lnTo>
                  <a:lnTo>
                    <a:pt x="974979" y="270178"/>
                  </a:lnTo>
                  <a:lnTo>
                    <a:pt x="984729" y="250495"/>
                  </a:lnTo>
                  <a:lnTo>
                    <a:pt x="994474" y="232213"/>
                  </a:lnTo>
                  <a:lnTo>
                    <a:pt x="1004233" y="214429"/>
                  </a:lnTo>
                  <a:lnTo>
                    <a:pt x="1013977" y="241007"/>
                  </a:lnTo>
                  <a:lnTo>
                    <a:pt x="1023721" y="272772"/>
                  </a:lnTo>
                  <a:lnTo>
                    <a:pt x="1033480" y="252754"/>
                  </a:lnTo>
                  <a:lnTo>
                    <a:pt x="1043224" y="244820"/>
                  </a:lnTo>
                  <a:lnTo>
                    <a:pt x="1052983" y="243463"/>
                  </a:lnTo>
                  <a:lnTo>
                    <a:pt x="1062727" y="237917"/>
                  </a:lnTo>
                  <a:lnTo>
                    <a:pt x="1072471" y="230550"/>
                  </a:lnTo>
                  <a:lnTo>
                    <a:pt x="1082230" y="243481"/>
                  </a:lnTo>
                  <a:lnTo>
                    <a:pt x="1091973" y="240307"/>
                  </a:lnTo>
                  <a:lnTo>
                    <a:pt x="1101732" y="280618"/>
                  </a:lnTo>
                  <a:lnTo>
                    <a:pt x="1111476" y="263947"/>
                  </a:lnTo>
                  <a:lnTo>
                    <a:pt x="1121220" y="263632"/>
                  </a:lnTo>
                  <a:lnTo>
                    <a:pt x="1130979" y="270274"/>
                  </a:lnTo>
                  <a:lnTo>
                    <a:pt x="1140723" y="288288"/>
                  </a:lnTo>
                  <a:lnTo>
                    <a:pt x="1150482" y="251866"/>
                  </a:lnTo>
                  <a:lnTo>
                    <a:pt x="1160226" y="259820"/>
                  </a:lnTo>
                  <a:lnTo>
                    <a:pt x="1169969" y="291698"/>
                  </a:lnTo>
                  <a:lnTo>
                    <a:pt x="1179728" y="274527"/>
                  </a:lnTo>
                  <a:lnTo>
                    <a:pt x="1189472" y="283575"/>
                  </a:lnTo>
                  <a:lnTo>
                    <a:pt x="1199231" y="305799"/>
                  </a:lnTo>
                  <a:lnTo>
                    <a:pt x="1208975" y="277890"/>
                  </a:lnTo>
                  <a:lnTo>
                    <a:pt x="1218719" y="250848"/>
                  </a:lnTo>
                  <a:lnTo>
                    <a:pt x="1228478" y="281266"/>
                  </a:lnTo>
                  <a:lnTo>
                    <a:pt x="1238222" y="274865"/>
                  </a:lnTo>
                  <a:lnTo>
                    <a:pt x="1247966" y="275043"/>
                  </a:lnTo>
                  <a:lnTo>
                    <a:pt x="1257725" y="285354"/>
                  </a:lnTo>
                  <a:lnTo>
                    <a:pt x="1267469" y="272979"/>
                  </a:lnTo>
                  <a:lnTo>
                    <a:pt x="1277227" y="262943"/>
                  </a:lnTo>
                  <a:lnTo>
                    <a:pt x="1286971" y="265521"/>
                  </a:lnTo>
                  <a:lnTo>
                    <a:pt x="1296715" y="291923"/>
                  </a:lnTo>
                  <a:lnTo>
                    <a:pt x="1306474" y="308947"/>
                  </a:lnTo>
                  <a:lnTo>
                    <a:pt x="1316218" y="297144"/>
                  </a:lnTo>
                  <a:lnTo>
                    <a:pt x="1325977" y="290636"/>
                  </a:lnTo>
                  <a:lnTo>
                    <a:pt x="1335721" y="267368"/>
                  </a:lnTo>
                  <a:lnTo>
                    <a:pt x="1345465" y="320324"/>
                  </a:lnTo>
                  <a:lnTo>
                    <a:pt x="1355224" y="372555"/>
                  </a:lnTo>
                  <a:lnTo>
                    <a:pt x="1364967" y="346580"/>
                  </a:lnTo>
                  <a:lnTo>
                    <a:pt x="1374726" y="359793"/>
                  </a:lnTo>
                  <a:lnTo>
                    <a:pt x="1384470" y="379339"/>
                  </a:lnTo>
                  <a:lnTo>
                    <a:pt x="1394214" y="376998"/>
                  </a:lnTo>
                  <a:lnTo>
                    <a:pt x="1403973" y="349195"/>
                  </a:lnTo>
                  <a:lnTo>
                    <a:pt x="1413717" y="346111"/>
                  </a:lnTo>
                  <a:lnTo>
                    <a:pt x="1423476" y="319385"/>
                  </a:lnTo>
                  <a:lnTo>
                    <a:pt x="1433220" y="330535"/>
                  </a:lnTo>
                  <a:lnTo>
                    <a:pt x="1442964" y="342799"/>
                  </a:lnTo>
                  <a:lnTo>
                    <a:pt x="1452722" y="342431"/>
                  </a:lnTo>
                  <a:lnTo>
                    <a:pt x="1462466" y="361773"/>
                  </a:lnTo>
                  <a:lnTo>
                    <a:pt x="1472225" y="362093"/>
                  </a:lnTo>
                  <a:lnTo>
                    <a:pt x="1481969" y="365132"/>
                  </a:lnTo>
                  <a:lnTo>
                    <a:pt x="1491713" y="381479"/>
                  </a:lnTo>
                  <a:lnTo>
                    <a:pt x="1501472" y="382965"/>
                  </a:lnTo>
                  <a:lnTo>
                    <a:pt x="1511216" y="378433"/>
                  </a:lnTo>
                  <a:lnTo>
                    <a:pt x="1520960" y="380073"/>
                  </a:lnTo>
                  <a:lnTo>
                    <a:pt x="1530719" y="436872"/>
                  </a:lnTo>
                  <a:lnTo>
                    <a:pt x="1540463" y="397289"/>
                  </a:lnTo>
                  <a:lnTo>
                    <a:pt x="1550221" y="387424"/>
                  </a:lnTo>
                  <a:lnTo>
                    <a:pt x="1559965" y="402171"/>
                  </a:lnTo>
                  <a:lnTo>
                    <a:pt x="1569709" y="402901"/>
                  </a:lnTo>
                  <a:lnTo>
                    <a:pt x="1579468" y="403895"/>
                  </a:lnTo>
                  <a:lnTo>
                    <a:pt x="1589212" y="436419"/>
                  </a:lnTo>
                  <a:lnTo>
                    <a:pt x="1598971" y="416444"/>
                  </a:lnTo>
                  <a:lnTo>
                    <a:pt x="1608715" y="423121"/>
                  </a:lnTo>
                  <a:lnTo>
                    <a:pt x="1618459" y="405631"/>
                  </a:lnTo>
                  <a:lnTo>
                    <a:pt x="1628218" y="415427"/>
                  </a:lnTo>
                  <a:lnTo>
                    <a:pt x="1637962" y="415561"/>
                  </a:lnTo>
                  <a:lnTo>
                    <a:pt x="1647720" y="428834"/>
                  </a:lnTo>
                  <a:lnTo>
                    <a:pt x="1657464" y="393157"/>
                  </a:lnTo>
                  <a:lnTo>
                    <a:pt x="1667208" y="397928"/>
                  </a:lnTo>
                  <a:lnTo>
                    <a:pt x="1676967" y="399467"/>
                  </a:lnTo>
                  <a:lnTo>
                    <a:pt x="1686711" y="390508"/>
                  </a:lnTo>
                  <a:lnTo>
                    <a:pt x="1696470" y="406990"/>
                  </a:lnTo>
                  <a:lnTo>
                    <a:pt x="1706214" y="362838"/>
                  </a:lnTo>
                  <a:lnTo>
                    <a:pt x="1715958" y="352327"/>
                  </a:lnTo>
                  <a:lnTo>
                    <a:pt x="1725716" y="317636"/>
                  </a:lnTo>
                  <a:lnTo>
                    <a:pt x="1735460" y="339461"/>
                  </a:lnTo>
                  <a:lnTo>
                    <a:pt x="1745219" y="350527"/>
                  </a:lnTo>
                  <a:lnTo>
                    <a:pt x="1754963" y="377972"/>
                  </a:lnTo>
                  <a:lnTo>
                    <a:pt x="1764707" y="370791"/>
                  </a:lnTo>
                  <a:lnTo>
                    <a:pt x="1774466" y="382052"/>
                  </a:lnTo>
                  <a:lnTo>
                    <a:pt x="1784210" y="406450"/>
                  </a:lnTo>
                  <a:lnTo>
                    <a:pt x="1793969" y="410142"/>
                  </a:lnTo>
                  <a:lnTo>
                    <a:pt x="1803713" y="428490"/>
                  </a:lnTo>
                  <a:lnTo>
                    <a:pt x="1813457" y="464678"/>
                  </a:lnTo>
                  <a:lnTo>
                    <a:pt x="1823215" y="449155"/>
                  </a:lnTo>
                  <a:lnTo>
                    <a:pt x="1832959" y="453260"/>
                  </a:lnTo>
                  <a:lnTo>
                    <a:pt x="1842703" y="458920"/>
                  </a:lnTo>
                  <a:lnTo>
                    <a:pt x="1852462" y="456168"/>
                  </a:lnTo>
                  <a:lnTo>
                    <a:pt x="1862206" y="472761"/>
                  </a:lnTo>
                  <a:lnTo>
                    <a:pt x="1871965" y="461666"/>
                  </a:lnTo>
                  <a:lnTo>
                    <a:pt x="1881709" y="449821"/>
                  </a:lnTo>
                  <a:lnTo>
                    <a:pt x="1891453" y="449127"/>
                  </a:lnTo>
                  <a:lnTo>
                    <a:pt x="1901212" y="476897"/>
                  </a:lnTo>
                  <a:lnTo>
                    <a:pt x="1910956" y="451999"/>
                  </a:lnTo>
                  <a:lnTo>
                    <a:pt x="1920714" y="455532"/>
                  </a:lnTo>
                  <a:lnTo>
                    <a:pt x="1930458" y="448863"/>
                  </a:lnTo>
                  <a:lnTo>
                    <a:pt x="1940202" y="462493"/>
                  </a:lnTo>
                  <a:lnTo>
                    <a:pt x="1949961" y="476039"/>
                  </a:lnTo>
                  <a:lnTo>
                    <a:pt x="1959705" y="499961"/>
                  </a:lnTo>
                  <a:lnTo>
                    <a:pt x="1969464" y="488095"/>
                  </a:lnTo>
                  <a:lnTo>
                    <a:pt x="1979208" y="456050"/>
                  </a:lnTo>
                  <a:lnTo>
                    <a:pt x="1988952" y="449084"/>
                  </a:lnTo>
                  <a:lnTo>
                    <a:pt x="1998711" y="461949"/>
                  </a:lnTo>
                  <a:lnTo>
                    <a:pt x="2008454" y="478084"/>
                  </a:lnTo>
                  <a:lnTo>
                    <a:pt x="2018213" y="481002"/>
                  </a:lnTo>
                  <a:lnTo>
                    <a:pt x="2027957" y="477252"/>
                  </a:lnTo>
                  <a:lnTo>
                    <a:pt x="2037701" y="467199"/>
                  </a:lnTo>
                  <a:lnTo>
                    <a:pt x="2047460" y="467605"/>
                  </a:lnTo>
                  <a:lnTo>
                    <a:pt x="2057204" y="478877"/>
                  </a:lnTo>
                  <a:lnTo>
                    <a:pt x="2066963" y="479552"/>
                  </a:lnTo>
                  <a:lnTo>
                    <a:pt x="2076707" y="488287"/>
                  </a:lnTo>
                  <a:lnTo>
                    <a:pt x="2086451" y="517209"/>
                  </a:lnTo>
                  <a:lnTo>
                    <a:pt x="2096210" y="494806"/>
                  </a:lnTo>
                  <a:lnTo>
                    <a:pt x="2105954" y="479329"/>
                  </a:lnTo>
                  <a:lnTo>
                    <a:pt x="2115697" y="451220"/>
                  </a:lnTo>
                  <a:lnTo>
                    <a:pt x="2125456" y="437912"/>
                  </a:lnTo>
                  <a:lnTo>
                    <a:pt x="2135200" y="436226"/>
                  </a:lnTo>
                  <a:lnTo>
                    <a:pt x="2144959" y="447335"/>
                  </a:lnTo>
                  <a:lnTo>
                    <a:pt x="2154703" y="460429"/>
                  </a:lnTo>
                  <a:lnTo>
                    <a:pt x="2164447" y="434226"/>
                  </a:lnTo>
                  <a:lnTo>
                    <a:pt x="2174206" y="426921"/>
                  </a:lnTo>
                  <a:lnTo>
                    <a:pt x="2183950" y="443318"/>
                  </a:lnTo>
                  <a:lnTo>
                    <a:pt x="2193709" y="468919"/>
                  </a:lnTo>
                  <a:lnTo>
                    <a:pt x="2203452" y="497595"/>
                  </a:lnTo>
                  <a:lnTo>
                    <a:pt x="2213196" y="477539"/>
                  </a:lnTo>
                  <a:lnTo>
                    <a:pt x="2222955" y="477693"/>
                  </a:lnTo>
                  <a:lnTo>
                    <a:pt x="2232699" y="491137"/>
                  </a:lnTo>
                  <a:lnTo>
                    <a:pt x="2242458" y="489099"/>
                  </a:lnTo>
                  <a:lnTo>
                    <a:pt x="2252202" y="437155"/>
                  </a:lnTo>
                  <a:lnTo>
                    <a:pt x="2261946" y="421690"/>
                  </a:lnTo>
                  <a:lnTo>
                    <a:pt x="2271705" y="414573"/>
                  </a:lnTo>
                  <a:lnTo>
                    <a:pt x="2281449" y="384514"/>
                  </a:lnTo>
                  <a:lnTo>
                    <a:pt x="2291208" y="355728"/>
                  </a:lnTo>
                  <a:lnTo>
                    <a:pt x="2300951" y="368140"/>
                  </a:lnTo>
                  <a:lnTo>
                    <a:pt x="2310695" y="367069"/>
                  </a:lnTo>
                  <a:lnTo>
                    <a:pt x="2320454" y="386620"/>
                  </a:lnTo>
                  <a:lnTo>
                    <a:pt x="2330198" y="366864"/>
                  </a:lnTo>
                  <a:lnTo>
                    <a:pt x="2339957" y="374921"/>
                  </a:lnTo>
                  <a:lnTo>
                    <a:pt x="2349701" y="363781"/>
                  </a:lnTo>
                  <a:lnTo>
                    <a:pt x="2359445" y="360745"/>
                  </a:lnTo>
                  <a:lnTo>
                    <a:pt x="2369204" y="378842"/>
                  </a:lnTo>
                  <a:lnTo>
                    <a:pt x="2378948" y="365080"/>
                  </a:lnTo>
                  <a:lnTo>
                    <a:pt x="2388692" y="370612"/>
                  </a:lnTo>
                  <a:lnTo>
                    <a:pt x="2398450" y="347636"/>
                  </a:lnTo>
                  <a:lnTo>
                    <a:pt x="2408194" y="347832"/>
                  </a:lnTo>
                  <a:lnTo>
                    <a:pt x="2417953" y="332940"/>
                  </a:lnTo>
                  <a:lnTo>
                    <a:pt x="2427697" y="296725"/>
                  </a:lnTo>
                  <a:lnTo>
                    <a:pt x="2437441" y="314847"/>
                  </a:lnTo>
                  <a:lnTo>
                    <a:pt x="2447200" y="298526"/>
                  </a:lnTo>
                  <a:lnTo>
                    <a:pt x="2456944" y="313084"/>
                  </a:lnTo>
                  <a:lnTo>
                    <a:pt x="2466703" y="334715"/>
                  </a:lnTo>
                  <a:lnTo>
                    <a:pt x="2476446" y="312582"/>
                  </a:lnTo>
                  <a:lnTo>
                    <a:pt x="2486190" y="293568"/>
                  </a:lnTo>
                  <a:lnTo>
                    <a:pt x="2495949" y="296599"/>
                  </a:lnTo>
                  <a:lnTo>
                    <a:pt x="2505693" y="269703"/>
                  </a:lnTo>
                  <a:lnTo>
                    <a:pt x="2515452" y="291944"/>
                  </a:lnTo>
                  <a:lnTo>
                    <a:pt x="2525196" y="317322"/>
                  </a:lnTo>
                  <a:lnTo>
                    <a:pt x="2534940" y="285207"/>
                  </a:lnTo>
                  <a:lnTo>
                    <a:pt x="2544699" y="323180"/>
                  </a:lnTo>
                  <a:lnTo>
                    <a:pt x="2554443" y="313557"/>
                  </a:lnTo>
                  <a:lnTo>
                    <a:pt x="2564202" y="343414"/>
                  </a:lnTo>
                  <a:lnTo>
                    <a:pt x="2573946" y="317019"/>
                  </a:lnTo>
                  <a:lnTo>
                    <a:pt x="2583690" y="288215"/>
                  </a:lnTo>
                  <a:lnTo>
                    <a:pt x="2593448" y="267085"/>
                  </a:lnTo>
                  <a:lnTo>
                    <a:pt x="2603192" y="291081"/>
                  </a:lnTo>
                  <a:lnTo>
                    <a:pt x="2612951" y="335966"/>
                  </a:lnTo>
                  <a:lnTo>
                    <a:pt x="2622695" y="326407"/>
                  </a:lnTo>
                  <a:lnTo>
                    <a:pt x="2632439" y="328481"/>
                  </a:lnTo>
                  <a:lnTo>
                    <a:pt x="2642198" y="307326"/>
                  </a:lnTo>
                  <a:lnTo>
                    <a:pt x="2651942" y="284888"/>
                  </a:lnTo>
                  <a:lnTo>
                    <a:pt x="2661685" y="278809"/>
                  </a:lnTo>
                  <a:lnTo>
                    <a:pt x="2671444" y="294568"/>
                  </a:lnTo>
                  <a:lnTo>
                    <a:pt x="2681188" y="342566"/>
                  </a:lnTo>
                  <a:lnTo>
                    <a:pt x="2690947" y="333479"/>
                  </a:lnTo>
                  <a:lnTo>
                    <a:pt x="2700691" y="318560"/>
                  </a:lnTo>
                  <a:lnTo>
                    <a:pt x="2710435" y="369222"/>
                  </a:lnTo>
                  <a:lnTo>
                    <a:pt x="2720194" y="400933"/>
                  </a:lnTo>
                  <a:lnTo>
                    <a:pt x="2729938" y="422808"/>
                  </a:lnTo>
                  <a:lnTo>
                    <a:pt x="2739697" y="437881"/>
                  </a:lnTo>
                  <a:lnTo>
                    <a:pt x="2749441" y="448857"/>
                  </a:lnTo>
                  <a:lnTo>
                    <a:pt x="2759185" y="417542"/>
                  </a:lnTo>
                  <a:lnTo>
                    <a:pt x="2768943" y="408624"/>
                  </a:lnTo>
                  <a:lnTo>
                    <a:pt x="2778687" y="390414"/>
                  </a:lnTo>
                  <a:lnTo>
                    <a:pt x="2788446" y="394868"/>
                  </a:lnTo>
                  <a:lnTo>
                    <a:pt x="2798190" y="398993"/>
                  </a:lnTo>
                  <a:lnTo>
                    <a:pt x="2807934" y="393810"/>
                  </a:lnTo>
                  <a:lnTo>
                    <a:pt x="2817693" y="408502"/>
                  </a:lnTo>
                  <a:lnTo>
                    <a:pt x="2827437" y="370234"/>
                  </a:lnTo>
                  <a:lnTo>
                    <a:pt x="2837196" y="330407"/>
                  </a:lnTo>
                  <a:lnTo>
                    <a:pt x="2846940" y="350656"/>
                  </a:lnTo>
                  <a:lnTo>
                    <a:pt x="2856684" y="371947"/>
                  </a:lnTo>
                  <a:lnTo>
                    <a:pt x="2866442" y="334649"/>
                  </a:lnTo>
                  <a:lnTo>
                    <a:pt x="2876186" y="307034"/>
                  </a:lnTo>
                  <a:lnTo>
                    <a:pt x="2885945" y="298534"/>
                  </a:lnTo>
                  <a:lnTo>
                    <a:pt x="2895689" y="333910"/>
                  </a:lnTo>
                  <a:lnTo>
                    <a:pt x="2905433" y="363514"/>
                  </a:lnTo>
                  <a:lnTo>
                    <a:pt x="2915192" y="37556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6" name="Freeform 995">
              <a:extLst>
                <a:ext uri="{FF2B5EF4-FFF2-40B4-BE49-F238E27FC236}">
                  <a16:creationId xmlns:a16="http://schemas.microsoft.com/office/drawing/2014/main" id="{83BF18A1-6A5A-4556-57EA-7486E532877E}"/>
                </a:ext>
              </a:extLst>
            </p:cNvPr>
            <p:cNvSpPr/>
            <p:nvPr/>
          </p:nvSpPr>
          <p:spPr>
            <a:xfrm>
              <a:off x="4426652" y="3347598"/>
              <a:ext cx="2915191" cy="535120"/>
            </a:xfrm>
            <a:custGeom>
              <a:avLst/>
              <a:gdLst>
                <a:gd name="connsiteX0" fmla="*/ 0 w 2915191"/>
                <a:gd name="connsiteY0" fmla="*/ 377555 h 535120"/>
                <a:gd name="connsiteX1" fmla="*/ 9750 w 2915191"/>
                <a:gd name="connsiteY1" fmla="*/ 391728 h 535120"/>
                <a:gd name="connsiteX2" fmla="*/ 19500 w 2915191"/>
                <a:gd name="connsiteY2" fmla="*/ 405297 h 535120"/>
                <a:gd name="connsiteX3" fmla="*/ 29250 w 2915191"/>
                <a:gd name="connsiteY3" fmla="*/ 393198 h 535120"/>
                <a:gd name="connsiteX4" fmla="*/ 39000 w 2915191"/>
                <a:gd name="connsiteY4" fmla="*/ 361688 h 535120"/>
                <a:gd name="connsiteX5" fmla="*/ 48749 w 2915191"/>
                <a:gd name="connsiteY5" fmla="*/ 377060 h 535120"/>
                <a:gd name="connsiteX6" fmla="*/ 58499 w 2915191"/>
                <a:gd name="connsiteY6" fmla="*/ 360718 h 535120"/>
                <a:gd name="connsiteX7" fmla="*/ 68249 w 2915191"/>
                <a:gd name="connsiteY7" fmla="*/ 396475 h 535120"/>
                <a:gd name="connsiteX8" fmla="*/ 77998 w 2915191"/>
                <a:gd name="connsiteY8" fmla="*/ 407912 h 535120"/>
                <a:gd name="connsiteX9" fmla="*/ 87748 w 2915191"/>
                <a:gd name="connsiteY9" fmla="*/ 410379 h 535120"/>
                <a:gd name="connsiteX10" fmla="*/ 97497 w 2915191"/>
                <a:gd name="connsiteY10" fmla="*/ 387630 h 535120"/>
                <a:gd name="connsiteX11" fmla="*/ 107247 w 2915191"/>
                <a:gd name="connsiteY11" fmla="*/ 406432 h 535120"/>
                <a:gd name="connsiteX12" fmla="*/ 116997 w 2915191"/>
                <a:gd name="connsiteY12" fmla="*/ 389097 h 535120"/>
                <a:gd name="connsiteX13" fmla="*/ 126747 w 2915191"/>
                <a:gd name="connsiteY13" fmla="*/ 401781 h 535120"/>
                <a:gd name="connsiteX14" fmla="*/ 136497 w 2915191"/>
                <a:gd name="connsiteY14" fmla="*/ 399233 h 535120"/>
                <a:gd name="connsiteX15" fmla="*/ 146247 w 2915191"/>
                <a:gd name="connsiteY15" fmla="*/ 425816 h 535120"/>
                <a:gd name="connsiteX16" fmla="*/ 155997 w 2915191"/>
                <a:gd name="connsiteY16" fmla="*/ 466919 h 535120"/>
                <a:gd name="connsiteX17" fmla="*/ 165747 w 2915191"/>
                <a:gd name="connsiteY17" fmla="*/ 442558 h 535120"/>
                <a:gd name="connsiteX18" fmla="*/ 175497 w 2915191"/>
                <a:gd name="connsiteY18" fmla="*/ 428896 h 535120"/>
                <a:gd name="connsiteX19" fmla="*/ 185247 w 2915191"/>
                <a:gd name="connsiteY19" fmla="*/ 429772 h 535120"/>
                <a:gd name="connsiteX20" fmla="*/ 194996 w 2915191"/>
                <a:gd name="connsiteY20" fmla="*/ 454209 h 535120"/>
                <a:gd name="connsiteX21" fmla="*/ 204746 w 2915191"/>
                <a:gd name="connsiteY21" fmla="*/ 456931 h 535120"/>
                <a:gd name="connsiteX22" fmla="*/ 214495 w 2915191"/>
                <a:gd name="connsiteY22" fmla="*/ 469445 h 535120"/>
                <a:gd name="connsiteX23" fmla="*/ 224245 w 2915191"/>
                <a:gd name="connsiteY23" fmla="*/ 484939 h 535120"/>
                <a:gd name="connsiteX24" fmla="*/ 233995 w 2915191"/>
                <a:gd name="connsiteY24" fmla="*/ 480045 h 535120"/>
                <a:gd name="connsiteX25" fmla="*/ 243744 w 2915191"/>
                <a:gd name="connsiteY25" fmla="*/ 478840 h 535120"/>
                <a:gd name="connsiteX26" fmla="*/ 253494 w 2915191"/>
                <a:gd name="connsiteY26" fmla="*/ 453595 h 535120"/>
                <a:gd name="connsiteX27" fmla="*/ 263244 w 2915191"/>
                <a:gd name="connsiteY27" fmla="*/ 430324 h 535120"/>
                <a:gd name="connsiteX28" fmla="*/ 272994 w 2915191"/>
                <a:gd name="connsiteY28" fmla="*/ 421644 h 535120"/>
                <a:gd name="connsiteX29" fmla="*/ 282744 w 2915191"/>
                <a:gd name="connsiteY29" fmla="*/ 461559 h 535120"/>
                <a:gd name="connsiteX30" fmla="*/ 292494 w 2915191"/>
                <a:gd name="connsiteY30" fmla="*/ 460325 h 535120"/>
                <a:gd name="connsiteX31" fmla="*/ 302244 w 2915191"/>
                <a:gd name="connsiteY31" fmla="*/ 480304 h 535120"/>
                <a:gd name="connsiteX32" fmla="*/ 311994 w 2915191"/>
                <a:gd name="connsiteY32" fmla="*/ 455603 h 535120"/>
                <a:gd name="connsiteX33" fmla="*/ 321744 w 2915191"/>
                <a:gd name="connsiteY33" fmla="*/ 439638 h 535120"/>
                <a:gd name="connsiteX34" fmla="*/ 331493 w 2915191"/>
                <a:gd name="connsiteY34" fmla="*/ 444244 h 535120"/>
                <a:gd name="connsiteX35" fmla="*/ 341243 w 2915191"/>
                <a:gd name="connsiteY35" fmla="*/ 438720 h 535120"/>
                <a:gd name="connsiteX36" fmla="*/ 350993 w 2915191"/>
                <a:gd name="connsiteY36" fmla="*/ 429640 h 535120"/>
                <a:gd name="connsiteX37" fmla="*/ 360742 w 2915191"/>
                <a:gd name="connsiteY37" fmla="*/ 417046 h 535120"/>
                <a:gd name="connsiteX38" fmla="*/ 370492 w 2915191"/>
                <a:gd name="connsiteY38" fmla="*/ 425709 h 535120"/>
                <a:gd name="connsiteX39" fmla="*/ 380241 w 2915191"/>
                <a:gd name="connsiteY39" fmla="*/ 411644 h 535120"/>
                <a:gd name="connsiteX40" fmla="*/ 389991 w 2915191"/>
                <a:gd name="connsiteY40" fmla="*/ 390175 h 535120"/>
                <a:gd name="connsiteX41" fmla="*/ 399741 w 2915191"/>
                <a:gd name="connsiteY41" fmla="*/ 405809 h 535120"/>
                <a:gd name="connsiteX42" fmla="*/ 409491 w 2915191"/>
                <a:gd name="connsiteY42" fmla="*/ 394430 h 535120"/>
                <a:gd name="connsiteX43" fmla="*/ 419241 w 2915191"/>
                <a:gd name="connsiteY43" fmla="*/ 391119 h 535120"/>
                <a:gd name="connsiteX44" fmla="*/ 428991 w 2915191"/>
                <a:gd name="connsiteY44" fmla="*/ 376759 h 535120"/>
                <a:gd name="connsiteX45" fmla="*/ 438741 w 2915191"/>
                <a:gd name="connsiteY45" fmla="*/ 386997 h 535120"/>
                <a:gd name="connsiteX46" fmla="*/ 448491 w 2915191"/>
                <a:gd name="connsiteY46" fmla="*/ 370562 h 535120"/>
                <a:gd name="connsiteX47" fmla="*/ 458241 w 2915191"/>
                <a:gd name="connsiteY47" fmla="*/ 380989 h 535120"/>
                <a:gd name="connsiteX48" fmla="*/ 467991 w 2915191"/>
                <a:gd name="connsiteY48" fmla="*/ 372065 h 535120"/>
                <a:gd name="connsiteX49" fmla="*/ 477740 w 2915191"/>
                <a:gd name="connsiteY49" fmla="*/ 386776 h 535120"/>
                <a:gd name="connsiteX50" fmla="*/ 487490 w 2915191"/>
                <a:gd name="connsiteY50" fmla="*/ 386500 h 535120"/>
                <a:gd name="connsiteX51" fmla="*/ 497239 w 2915191"/>
                <a:gd name="connsiteY51" fmla="*/ 408615 h 535120"/>
                <a:gd name="connsiteX52" fmla="*/ 506989 w 2915191"/>
                <a:gd name="connsiteY52" fmla="*/ 394878 h 535120"/>
                <a:gd name="connsiteX53" fmla="*/ 516738 w 2915191"/>
                <a:gd name="connsiteY53" fmla="*/ 420360 h 535120"/>
                <a:gd name="connsiteX54" fmla="*/ 526488 w 2915191"/>
                <a:gd name="connsiteY54" fmla="*/ 439533 h 535120"/>
                <a:gd name="connsiteX55" fmla="*/ 536238 w 2915191"/>
                <a:gd name="connsiteY55" fmla="*/ 415412 h 535120"/>
                <a:gd name="connsiteX56" fmla="*/ 545988 w 2915191"/>
                <a:gd name="connsiteY56" fmla="*/ 427605 h 535120"/>
                <a:gd name="connsiteX57" fmla="*/ 555738 w 2915191"/>
                <a:gd name="connsiteY57" fmla="*/ 409160 h 535120"/>
                <a:gd name="connsiteX58" fmla="*/ 565488 w 2915191"/>
                <a:gd name="connsiteY58" fmla="*/ 396218 h 535120"/>
                <a:gd name="connsiteX59" fmla="*/ 575238 w 2915191"/>
                <a:gd name="connsiteY59" fmla="*/ 421742 h 535120"/>
                <a:gd name="connsiteX60" fmla="*/ 584988 w 2915191"/>
                <a:gd name="connsiteY60" fmla="*/ 407504 h 535120"/>
                <a:gd name="connsiteX61" fmla="*/ 594738 w 2915191"/>
                <a:gd name="connsiteY61" fmla="*/ 406264 h 535120"/>
                <a:gd name="connsiteX62" fmla="*/ 604488 w 2915191"/>
                <a:gd name="connsiteY62" fmla="*/ 379514 h 535120"/>
                <a:gd name="connsiteX63" fmla="*/ 614237 w 2915191"/>
                <a:gd name="connsiteY63" fmla="*/ 394920 h 535120"/>
                <a:gd name="connsiteX64" fmla="*/ 623987 w 2915191"/>
                <a:gd name="connsiteY64" fmla="*/ 347131 h 535120"/>
                <a:gd name="connsiteX65" fmla="*/ 633736 w 2915191"/>
                <a:gd name="connsiteY65" fmla="*/ 296171 h 535120"/>
                <a:gd name="connsiteX66" fmla="*/ 643486 w 2915191"/>
                <a:gd name="connsiteY66" fmla="*/ 289435 h 535120"/>
                <a:gd name="connsiteX67" fmla="*/ 653236 w 2915191"/>
                <a:gd name="connsiteY67" fmla="*/ 258269 h 535120"/>
                <a:gd name="connsiteX68" fmla="*/ 662985 w 2915191"/>
                <a:gd name="connsiteY68" fmla="*/ 272434 h 535120"/>
                <a:gd name="connsiteX69" fmla="*/ 672735 w 2915191"/>
                <a:gd name="connsiteY69" fmla="*/ 271406 h 535120"/>
                <a:gd name="connsiteX70" fmla="*/ 682485 w 2915191"/>
                <a:gd name="connsiteY70" fmla="*/ 269880 h 535120"/>
                <a:gd name="connsiteX71" fmla="*/ 692235 w 2915191"/>
                <a:gd name="connsiteY71" fmla="*/ 254232 h 535120"/>
                <a:gd name="connsiteX72" fmla="*/ 701985 w 2915191"/>
                <a:gd name="connsiteY72" fmla="*/ 278864 h 535120"/>
                <a:gd name="connsiteX73" fmla="*/ 711735 w 2915191"/>
                <a:gd name="connsiteY73" fmla="*/ 294528 h 535120"/>
                <a:gd name="connsiteX74" fmla="*/ 721485 w 2915191"/>
                <a:gd name="connsiteY74" fmla="*/ 316365 h 535120"/>
                <a:gd name="connsiteX75" fmla="*/ 731235 w 2915191"/>
                <a:gd name="connsiteY75" fmla="*/ 316487 h 535120"/>
                <a:gd name="connsiteX76" fmla="*/ 740985 w 2915191"/>
                <a:gd name="connsiteY76" fmla="*/ 364341 h 535120"/>
                <a:gd name="connsiteX77" fmla="*/ 750734 w 2915191"/>
                <a:gd name="connsiteY77" fmla="*/ 382977 h 535120"/>
                <a:gd name="connsiteX78" fmla="*/ 760484 w 2915191"/>
                <a:gd name="connsiteY78" fmla="*/ 404074 h 535120"/>
                <a:gd name="connsiteX79" fmla="*/ 770233 w 2915191"/>
                <a:gd name="connsiteY79" fmla="*/ 426026 h 535120"/>
                <a:gd name="connsiteX80" fmla="*/ 779983 w 2915191"/>
                <a:gd name="connsiteY80" fmla="*/ 385322 h 535120"/>
                <a:gd name="connsiteX81" fmla="*/ 789733 w 2915191"/>
                <a:gd name="connsiteY81" fmla="*/ 361458 h 535120"/>
                <a:gd name="connsiteX82" fmla="*/ 799482 w 2915191"/>
                <a:gd name="connsiteY82" fmla="*/ 346823 h 535120"/>
                <a:gd name="connsiteX83" fmla="*/ 809232 w 2915191"/>
                <a:gd name="connsiteY83" fmla="*/ 360497 h 535120"/>
                <a:gd name="connsiteX84" fmla="*/ 818982 w 2915191"/>
                <a:gd name="connsiteY84" fmla="*/ 386322 h 535120"/>
                <a:gd name="connsiteX85" fmla="*/ 828732 w 2915191"/>
                <a:gd name="connsiteY85" fmla="*/ 394823 h 535120"/>
                <a:gd name="connsiteX86" fmla="*/ 838482 w 2915191"/>
                <a:gd name="connsiteY86" fmla="*/ 398353 h 535120"/>
                <a:gd name="connsiteX87" fmla="*/ 848232 w 2915191"/>
                <a:gd name="connsiteY87" fmla="*/ 407258 h 535120"/>
                <a:gd name="connsiteX88" fmla="*/ 857982 w 2915191"/>
                <a:gd name="connsiteY88" fmla="*/ 408326 h 535120"/>
                <a:gd name="connsiteX89" fmla="*/ 867732 w 2915191"/>
                <a:gd name="connsiteY89" fmla="*/ 452263 h 535120"/>
                <a:gd name="connsiteX90" fmla="*/ 877482 w 2915191"/>
                <a:gd name="connsiteY90" fmla="*/ 452504 h 535120"/>
                <a:gd name="connsiteX91" fmla="*/ 887231 w 2915191"/>
                <a:gd name="connsiteY91" fmla="*/ 477982 h 535120"/>
                <a:gd name="connsiteX92" fmla="*/ 896981 w 2915191"/>
                <a:gd name="connsiteY92" fmla="*/ 478344 h 535120"/>
                <a:gd name="connsiteX93" fmla="*/ 906730 w 2915191"/>
                <a:gd name="connsiteY93" fmla="*/ 452190 h 535120"/>
                <a:gd name="connsiteX94" fmla="*/ 916480 w 2915191"/>
                <a:gd name="connsiteY94" fmla="*/ 464368 h 535120"/>
                <a:gd name="connsiteX95" fmla="*/ 926230 w 2915191"/>
                <a:gd name="connsiteY95" fmla="*/ 482709 h 535120"/>
                <a:gd name="connsiteX96" fmla="*/ 935979 w 2915191"/>
                <a:gd name="connsiteY96" fmla="*/ 493599 h 535120"/>
                <a:gd name="connsiteX97" fmla="*/ 945729 w 2915191"/>
                <a:gd name="connsiteY97" fmla="*/ 487332 h 535120"/>
                <a:gd name="connsiteX98" fmla="*/ 955479 w 2915191"/>
                <a:gd name="connsiteY98" fmla="*/ 497517 h 535120"/>
                <a:gd name="connsiteX99" fmla="*/ 965229 w 2915191"/>
                <a:gd name="connsiteY99" fmla="*/ 469446 h 535120"/>
                <a:gd name="connsiteX100" fmla="*/ 974979 w 2915191"/>
                <a:gd name="connsiteY100" fmla="*/ 499193 h 535120"/>
                <a:gd name="connsiteX101" fmla="*/ 984729 w 2915191"/>
                <a:gd name="connsiteY101" fmla="*/ 467965 h 535120"/>
                <a:gd name="connsiteX102" fmla="*/ 994474 w 2915191"/>
                <a:gd name="connsiteY102" fmla="*/ 453994 h 535120"/>
                <a:gd name="connsiteX103" fmla="*/ 1004233 w 2915191"/>
                <a:gd name="connsiteY103" fmla="*/ 413409 h 535120"/>
                <a:gd name="connsiteX104" fmla="*/ 1013977 w 2915191"/>
                <a:gd name="connsiteY104" fmla="*/ 395698 h 535120"/>
                <a:gd name="connsiteX105" fmla="*/ 1023721 w 2915191"/>
                <a:gd name="connsiteY105" fmla="*/ 395718 h 535120"/>
                <a:gd name="connsiteX106" fmla="*/ 1033480 w 2915191"/>
                <a:gd name="connsiteY106" fmla="*/ 377384 h 535120"/>
                <a:gd name="connsiteX107" fmla="*/ 1043224 w 2915191"/>
                <a:gd name="connsiteY107" fmla="*/ 398056 h 535120"/>
                <a:gd name="connsiteX108" fmla="*/ 1052983 w 2915191"/>
                <a:gd name="connsiteY108" fmla="*/ 430953 h 535120"/>
                <a:gd name="connsiteX109" fmla="*/ 1062727 w 2915191"/>
                <a:gd name="connsiteY109" fmla="*/ 411461 h 535120"/>
                <a:gd name="connsiteX110" fmla="*/ 1072471 w 2915191"/>
                <a:gd name="connsiteY110" fmla="*/ 427151 h 535120"/>
                <a:gd name="connsiteX111" fmla="*/ 1082230 w 2915191"/>
                <a:gd name="connsiteY111" fmla="*/ 431415 h 535120"/>
                <a:gd name="connsiteX112" fmla="*/ 1091973 w 2915191"/>
                <a:gd name="connsiteY112" fmla="*/ 425055 h 535120"/>
                <a:gd name="connsiteX113" fmla="*/ 1101732 w 2915191"/>
                <a:gd name="connsiteY113" fmla="*/ 444474 h 535120"/>
                <a:gd name="connsiteX114" fmla="*/ 1111476 w 2915191"/>
                <a:gd name="connsiteY114" fmla="*/ 453464 h 535120"/>
                <a:gd name="connsiteX115" fmla="*/ 1121220 w 2915191"/>
                <a:gd name="connsiteY115" fmla="*/ 427304 h 535120"/>
                <a:gd name="connsiteX116" fmla="*/ 1130979 w 2915191"/>
                <a:gd name="connsiteY116" fmla="*/ 436972 h 535120"/>
                <a:gd name="connsiteX117" fmla="*/ 1140723 w 2915191"/>
                <a:gd name="connsiteY117" fmla="*/ 474576 h 535120"/>
                <a:gd name="connsiteX118" fmla="*/ 1150482 w 2915191"/>
                <a:gd name="connsiteY118" fmla="*/ 511215 h 535120"/>
                <a:gd name="connsiteX119" fmla="*/ 1160226 w 2915191"/>
                <a:gd name="connsiteY119" fmla="*/ 511460 h 535120"/>
                <a:gd name="connsiteX120" fmla="*/ 1169969 w 2915191"/>
                <a:gd name="connsiteY120" fmla="*/ 526226 h 535120"/>
                <a:gd name="connsiteX121" fmla="*/ 1179728 w 2915191"/>
                <a:gd name="connsiteY121" fmla="*/ 494883 h 535120"/>
                <a:gd name="connsiteX122" fmla="*/ 1189472 w 2915191"/>
                <a:gd name="connsiteY122" fmla="*/ 494861 h 535120"/>
                <a:gd name="connsiteX123" fmla="*/ 1199231 w 2915191"/>
                <a:gd name="connsiteY123" fmla="*/ 477173 h 535120"/>
                <a:gd name="connsiteX124" fmla="*/ 1208975 w 2915191"/>
                <a:gd name="connsiteY124" fmla="*/ 470164 h 535120"/>
                <a:gd name="connsiteX125" fmla="*/ 1218719 w 2915191"/>
                <a:gd name="connsiteY125" fmla="*/ 497157 h 535120"/>
                <a:gd name="connsiteX126" fmla="*/ 1228478 w 2915191"/>
                <a:gd name="connsiteY126" fmla="*/ 494254 h 535120"/>
                <a:gd name="connsiteX127" fmla="*/ 1238222 w 2915191"/>
                <a:gd name="connsiteY127" fmla="*/ 486033 h 535120"/>
                <a:gd name="connsiteX128" fmla="*/ 1247966 w 2915191"/>
                <a:gd name="connsiteY128" fmla="*/ 451521 h 535120"/>
                <a:gd name="connsiteX129" fmla="*/ 1257725 w 2915191"/>
                <a:gd name="connsiteY129" fmla="*/ 428438 h 535120"/>
                <a:gd name="connsiteX130" fmla="*/ 1267469 w 2915191"/>
                <a:gd name="connsiteY130" fmla="*/ 399317 h 535120"/>
                <a:gd name="connsiteX131" fmla="*/ 1277227 w 2915191"/>
                <a:gd name="connsiteY131" fmla="*/ 368219 h 535120"/>
                <a:gd name="connsiteX132" fmla="*/ 1286971 w 2915191"/>
                <a:gd name="connsiteY132" fmla="*/ 425989 h 535120"/>
                <a:gd name="connsiteX133" fmla="*/ 1296715 w 2915191"/>
                <a:gd name="connsiteY133" fmla="*/ 431056 h 535120"/>
                <a:gd name="connsiteX134" fmla="*/ 1306474 w 2915191"/>
                <a:gd name="connsiteY134" fmla="*/ 466360 h 535120"/>
                <a:gd name="connsiteX135" fmla="*/ 1316218 w 2915191"/>
                <a:gd name="connsiteY135" fmla="*/ 460411 h 535120"/>
                <a:gd name="connsiteX136" fmla="*/ 1325977 w 2915191"/>
                <a:gd name="connsiteY136" fmla="*/ 428743 h 535120"/>
                <a:gd name="connsiteX137" fmla="*/ 1335721 w 2915191"/>
                <a:gd name="connsiteY137" fmla="*/ 395041 h 535120"/>
                <a:gd name="connsiteX138" fmla="*/ 1345465 w 2915191"/>
                <a:gd name="connsiteY138" fmla="*/ 401419 h 535120"/>
                <a:gd name="connsiteX139" fmla="*/ 1355224 w 2915191"/>
                <a:gd name="connsiteY139" fmla="*/ 383404 h 535120"/>
                <a:gd name="connsiteX140" fmla="*/ 1364967 w 2915191"/>
                <a:gd name="connsiteY140" fmla="*/ 422525 h 535120"/>
                <a:gd name="connsiteX141" fmla="*/ 1374726 w 2915191"/>
                <a:gd name="connsiteY141" fmla="*/ 423627 h 535120"/>
                <a:gd name="connsiteX142" fmla="*/ 1384470 w 2915191"/>
                <a:gd name="connsiteY142" fmla="*/ 426439 h 535120"/>
                <a:gd name="connsiteX143" fmla="*/ 1394214 w 2915191"/>
                <a:gd name="connsiteY143" fmla="*/ 453792 h 535120"/>
                <a:gd name="connsiteX144" fmla="*/ 1403973 w 2915191"/>
                <a:gd name="connsiteY144" fmla="*/ 449216 h 535120"/>
                <a:gd name="connsiteX145" fmla="*/ 1413717 w 2915191"/>
                <a:gd name="connsiteY145" fmla="*/ 444820 h 535120"/>
                <a:gd name="connsiteX146" fmla="*/ 1423476 w 2915191"/>
                <a:gd name="connsiteY146" fmla="*/ 451208 h 535120"/>
                <a:gd name="connsiteX147" fmla="*/ 1433220 w 2915191"/>
                <a:gd name="connsiteY147" fmla="*/ 450322 h 535120"/>
                <a:gd name="connsiteX148" fmla="*/ 1442964 w 2915191"/>
                <a:gd name="connsiteY148" fmla="*/ 484297 h 535120"/>
                <a:gd name="connsiteX149" fmla="*/ 1452722 w 2915191"/>
                <a:gd name="connsiteY149" fmla="*/ 481222 h 535120"/>
                <a:gd name="connsiteX150" fmla="*/ 1462466 w 2915191"/>
                <a:gd name="connsiteY150" fmla="*/ 512084 h 535120"/>
                <a:gd name="connsiteX151" fmla="*/ 1472225 w 2915191"/>
                <a:gd name="connsiteY151" fmla="*/ 535121 h 535120"/>
                <a:gd name="connsiteX152" fmla="*/ 1481969 w 2915191"/>
                <a:gd name="connsiteY152" fmla="*/ 508376 h 535120"/>
                <a:gd name="connsiteX153" fmla="*/ 1491713 w 2915191"/>
                <a:gd name="connsiteY153" fmla="*/ 525027 h 535120"/>
                <a:gd name="connsiteX154" fmla="*/ 1501472 w 2915191"/>
                <a:gd name="connsiteY154" fmla="*/ 528077 h 535120"/>
                <a:gd name="connsiteX155" fmla="*/ 1511216 w 2915191"/>
                <a:gd name="connsiteY155" fmla="*/ 504186 h 535120"/>
                <a:gd name="connsiteX156" fmla="*/ 1520960 w 2915191"/>
                <a:gd name="connsiteY156" fmla="*/ 503976 h 535120"/>
                <a:gd name="connsiteX157" fmla="*/ 1530719 w 2915191"/>
                <a:gd name="connsiteY157" fmla="*/ 483210 h 535120"/>
                <a:gd name="connsiteX158" fmla="*/ 1540463 w 2915191"/>
                <a:gd name="connsiteY158" fmla="*/ 467654 h 535120"/>
                <a:gd name="connsiteX159" fmla="*/ 1550221 w 2915191"/>
                <a:gd name="connsiteY159" fmla="*/ 465972 h 535120"/>
                <a:gd name="connsiteX160" fmla="*/ 1559965 w 2915191"/>
                <a:gd name="connsiteY160" fmla="*/ 501360 h 535120"/>
                <a:gd name="connsiteX161" fmla="*/ 1569709 w 2915191"/>
                <a:gd name="connsiteY161" fmla="*/ 521575 h 535120"/>
                <a:gd name="connsiteX162" fmla="*/ 1579468 w 2915191"/>
                <a:gd name="connsiteY162" fmla="*/ 497185 h 535120"/>
                <a:gd name="connsiteX163" fmla="*/ 1589212 w 2915191"/>
                <a:gd name="connsiteY163" fmla="*/ 462087 h 535120"/>
                <a:gd name="connsiteX164" fmla="*/ 1598971 w 2915191"/>
                <a:gd name="connsiteY164" fmla="*/ 448669 h 535120"/>
                <a:gd name="connsiteX165" fmla="*/ 1608715 w 2915191"/>
                <a:gd name="connsiteY165" fmla="*/ 443270 h 535120"/>
                <a:gd name="connsiteX166" fmla="*/ 1618459 w 2915191"/>
                <a:gd name="connsiteY166" fmla="*/ 440313 h 535120"/>
                <a:gd name="connsiteX167" fmla="*/ 1628218 w 2915191"/>
                <a:gd name="connsiteY167" fmla="*/ 423882 h 535120"/>
                <a:gd name="connsiteX168" fmla="*/ 1637962 w 2915191"/>
                <a:gd name="connsiteY168" fmla="*/ 441227 h 535120"/>
                <a:gd name="connsiteX169" fmla="*/ 1647720 w 2915191"/>
                <a:gd name="connsiteY169" fmla="*/ 417401 h 535120"/>
                <a:gd name="connsiteX170" fmla="*/ 1657464 w 2915191"/>
                <a:gd name="connsiteY170" fmla="*/ 385951 h 535120"/>
                <a:gd name="connsiteX171" fmla="*/ 1667208 w 2915191"/>
                <a:gd name="connsiteY171" fmla="*/ 383032 h 535120"/>
                <a:gd name="connsiteX172" fmla="*/ 1676967 w 2915191"/>
                <a:gd name="connsiteY172" fmla="*/ 398341 h 535120"/>
                <a:gd name="connsiteX173" fmla="*/ 1686711 w 2915191"/>
                <a:gd name="connsiteY173" fmla="*/ 401109 h 535120"/>
                <a:gd name="connsiteX174" fmla="*/ 1696470 w 2915191"/>
                <a:gd name="connsiteY174" fmla="*/ 393686 h 535120"/>
                <a:gd name="connsiteX175" fmla="*/ 1706214 w 2915191"/>
                <a:gd name="connsiteY175" fmla="*/ 418130 h 535120"/>
                <a:gd name="connsiteX176" fmla="*/ 1715958 w 2915191"/>
                <a:gd name="connsiteY176" fmla="*/ 438026 h 535120"/>
                <a:gd name="connsiteX177" fmla="*/ 1725716 w 2915191"/>
                <a:gd name="connsiteY177" fmla="*/ 415957 h 535120"/>
                <a:gd name="connsiteX178" fmla="*/ 1735460 w 2915191"/>
                <a:gd name="connsiteY178" fmla="*/ 405261 h 535120"/>
                <a:gd name="connsiteX179" fmla="*/ 1745219 w 2915191"/>
                <a:gd name="connsiteY179" fmla="*/ 397399 h 535120"/>
                <a:gd name="connsiteX180" fmla="*/ 1754963 w 2915191"/>
                <a:gd name="connsiteY180" fmla="*/ 368178 h 535120"/>
                <a:gd name="connsiteX181" fmla="*/ 1764707 w 2915191"/>
                <a:gd name="connsiteY181" fmla="*/ 335768 h 535120"/>
                <a:gd name="connsiteX182" fmla="*/ 1774466 w 2915191"/>
                <a:gd name="connsiteY182" fmla="*/ 337295 h 535120"/>
                <a:gd name="connsiteX183" fmla="*/ 1784210 w 2915191"/>
                <a:gd name="connsiteY183" fmla="*/ 356819 h 535120"/>
                <a:gd name="connsiteX184" fmla="*/ 1793969 w 2915191"/>
                <a:gd name="connsiteY184" fmla="*/ 331401 h 535120"/>
                <a:gd name="connsiteX185" fmla="*/ 1803713 w 2915191"/>
                <a:gd name="connsiteY185" fmla="*/ 353668 h 535120"/>
                <a:gd name="connsiteX186" fmla="*/ 1813457 w 2915191"/>
                <a:gd name="connsiteY186" fmla="*/ 363090 h 535120"/>
                <a:gd name="connsiteX187" fmla="*/ 1823215 w 2915191"/>
                <a:gd name="connsiteY187" fmla="*/ 339691 h 535120"/>
                <a:gd name="connsiteX188" fmla="*/ 1832959 w 2915191"/>
                <a:gd name="connsiteY188" fmla="*/ 326165 h 535120"/>
                <a:gd name="connsiteX189" fmla="*/ 1842703 w 2915191"/>
                <a:gd name="connsiteY189" fmla="*/ 312329 h 535120"/>
                <a:gd name="connsiteX190" fmla="*/ 1852462 w 2915191"/>
                <a:gd name="connsiteY190" fmla="*/ 299212 h 535120"/>
                <a:gd name="connsiteX191" fmla="*/ 1862206 w 2915191"/>
                <a:gd name="connsiteY191" fmla="*/ 273171 h 535120"/>
                <a:gd name="connsiteX192" fmla="*/ 1871965 w 2915191"/>
                <a:gd name="connsiteY192" fmla="*/ 255243 h 535120"/>
                <a:gd name="connsiteX193" fmla="*/ 1881709 w 2915191"/>
                <a:gd name="connsiteY193" fmla="*/ 195667 h 535120"/>
                <a:gd name="connsiteX194" fmla="*/ 1891453 w 2915191"/>
                <a:gd name="connsiteY194" fmla="*/ 208779 h 535120"/>
                <a:gd name="connsiteX195" fmla="*/ 1901212 w 2915191"/>
                <a:gd name="connsiteY195" fmla="*/ 190077 h 535120"/>
                <a:gd name="connsiteX196" fmla="*/ 1910956 w 2915191"/>
                <a:gd name="connsiteY196" fmla="*/ 186047 h 535120"/>
                <a:gd name="connsiteX197" fmla="*/ 1920714 w 2915191"/>
                <a:gd name="connsiteY197" fmla="*/ 191133 h 535120"/>
                <a:gd name="connsiteX198" fmla="*/ 1930458 w 2915191"/>
                <a:gd name="connsiteY198" fmla="*/ 146876 h 535120"/>
                <a:gd name="connsiteX199" fmla="*/ 1940202 w 2915191"/>
                <a:gd name="connsiteY199" fmla="*/ 154280 h 535120"/>
                <a:gd name="connsiteX200" fmla="*/ 1949961 w 2915191"/>
                <a:gd name="connsiteY200" fmla="*/ 128901 h 535120"/>
                <a:gd name="connsiteX201" fmla="*/ 1959705 w 2915191"/>
                <a:gd name="connsiteY201" fmla="*/ 147172 h 535120"/>
                <a:gd name="connsiteX202" fmla="*/ 1969464 w 2915191"/>
                <a:gd name="connsiteY202" fmla="*/ 165315 h 535120"/>
                <a:gd name="connsiteX203" fmla="*/ 1979208 w 2915191"/>
                <a:gd name="connsiteY203" fmla="*/ 146941 h 535120"/>
                <a:gd name="connsiteX204" fmla="*/ 1988952 w 2915191"/>
                <a:gd name="connsiteY204" fmla="*/ 124742 h 535120"/>
                <a:gd name="connsiteX205" fmla="*/ 1998711 w 2915191"/>
                <a:gd name="connsiteY205" fmla="*/ 138476 h 535120"/>
                <a:gd name="connsiteX206" fmla="*/ 2008454 w 2915191"/>
                <a:gd name="connsiteY206" fmla="*/ 172558 h 535120"/>
                <a:gd name="connsiteX207" fmla="*/ 2018213 w 2915191"/>
                <a:gd name="connsiteY207" fmla="*/ 189837 h 535120"/>
                <a:gd name="connsiteX208" fmla="*/ 2027957 w 2915191"/>
                <a:gd name="connsiteY208" fmla="*/ 189266 h 535120"/>
                <a:gd name="connsiteX209" fmla="*/ 2037701 w 2915191"/>
                <a:gd name="connsiteY209" fmla="*/ 191315 h 535120"/>
                <a:gd name="connsiteX210" fmla="*/ 2047460 w 2915191"/>
                <a:gd name="connsiteY210" fmla="*/ 204168 h 535120"/>
                <a:gd name="connsiteX211" fmla="*/ 2057204 w 2915191"/>
                <a:gd name="connsiteY211" fmla="*/ 191908 h 535120"/>
                <a:gd name="connsiteX212" fmla="*/ 2066963 w 2915191"/>
                <a:gd name="connsiteY212" fmla="*/ 146870 h 535120"/>
                <a:gd name="connsiteX213" fmla="*/ 2076707 w 2915191"/>
                <a:gd name="connsiteY213" fmla="*/ 145736 h 535120"/>
                <a:gd name="connsiteX214" fmla="*/ 2086451 w 2915191"/>
                <a:gd name="connsiteY214" fmla="*/ 141613 h 535120"/>
                <a:gd name="connsiteX215" fmla="*/ 2096210 w 2915191"/>
                <a:gd name="connsiteY215" fmla="*/ 147004 h 535120"/>
                <a:gd name="connsiteX216" fmla="*/ 2105954 w 2915191"/>
                <a:gd name="connsiteY216" fmla="*/ 150344 h 535120"/>
                <a:gd name="connsiteX217" fmla="*/ 2115697 w 2915191"/>
                <a:gd name="connsiteY217" fmla="*/ 138473 h 535120"/>
                <a:gd name="connsiteX218" fmla="*/ 2125456 w 2915191"/>
                <a:gd name="connsiteY218" fmla="*/ 138438 h 535120"/>
                <a:gd name="connsiteX219" fmla="*/ 2135200 w 2915191"/>
                <a:gd name="connsiteY219" fmla="*/ 119819 h 535120"/>
                <a:gd name="connsiteX220" fmla="*/ 2144959 w 2915191"/>
                <a:gd name="connsiteY220" fmla="*/ 104689 h 535120"/>
                <a:gd name="connsiteX221" fmla="*/ 2154703 w 2915191"/>
                <a:gd name="connsiteY221" fmla="*/ 104570 h 535120"/>
                <a:gd name="connsiteX222" fmla="*/ 2164447 w 2915191"/>
                <a:gd name="connsiteY222" fmla="*/ 91435 h 535120"/>
                <a:gd name="connsiteX223" fmla="*/ 2174206 w 2915191"/>
                <a:gd name="connsiteY223" fmla="*/ 104490 h 535120"/>
                <a:gd name="connsiteX224" fmla="*/ 2183950 w 2915191"/>
                <a:gd name="connsiteY224" fmla="*/ 116747 h 535120"/>
                <a:gd name="connsiteX225" fmla="*/ 2193709 w 2915191"/>
                <a:gd name="connsiteY225" fmla="*/ 123659 h 535120"/>
                <a:gd name="connsiteX226" fmla="*/ 2203452 w 2915191"/>
                <a:gd name="connsiteY226" fmla="*/ 139519 h 535120"/>
                <a:gd name="connsiteX227" fmla="*/ 2213196 w 2915191"/>
                <a:gd name="connsiteY227" fmla="*/ 130593 h 535120"/>
                <a:gd name="connsiteX228" fmla="*/ 2222955 w 2915191"/>
                <a:gd name="connsiteY228" fmla="*/ 104130 h 535120"/>
                <a:gd name="connsiteX229" fmla="*/ 2232699 w 2915191"/>
                <a:gd name="connsiteY229" fmla="*/ 86171 h 535120"/>
                <a:gd name="connsiteX230" fmla="*/ 2242458 w 2915191"/>
                <a:gd name="connsiteY230" fmla="*/ 84205 h 535120"/>
                <a:gd name="connsiteX231" fmla="*/ 2252202 w 2915191"/>
                <a:gd name="connsiteY231" fmla="*/ 104364 h 535120"/>
                <a:gd name="connsiteX232" fmla="*/ 2261946 w 2915191"/>
                <a:gd name="connsiteY232" fmla="*/ 101298 h 535120"/>
                <a:gd name="connsiteX233" fmla="*/ 2271705 w 2915191"/>
                <a:gd name="connsiteY233" fmla="*/ 124812 h 535120"/>
                <a:gd name="connsiteX234" fmla="*/ 2281449 w 2915191"/>
                <a:gd name="connsiteY234" fmla="*/ 115719 h 535120"/>
                <a:gd name="connsiteX235" fmla="*/ 2291208 w 2915191"/>
                <a:gd name="connsiteY235" fmla="*/ 114135 h 535120"/>
                <a:gd name="connsiteX236" fmla="*/ 2300951 w 2915191"/>
                <a:gd name="connsiteY236" fmla="*/ 119686 h 535120"/>
                <a:gd name="connsiteX237" fmla="*/ 2310695 w 2915191"/>
                <a:gd name="connsiteY237" fmla="*/ 114241 h 535120"/>
                <a:gd name="connsiteX238" fmla="*/ 2320454 w 2915191"/>
                <a:gd name="connsiteY238" fmla="*/ 113912 h 535120"/>
                <a:gd name="connsiteX239" fmla="*/ 2330198 w 2915191"/>
                <a:gd name="connsiteY239" fmla="*/ 111686 h 535120"/>
                <a:gd name="connsiteX240" fmla="*/ 2339957 w 2915191"/>
                <a:gd name="connsiteY240" fmla="*/ 86821 h 535120"/>
                <a:gd name="connsiteX241" fmla="*/ 2349701 w 2915191"/>
                <a:gd name="connsiteY241" fmla="*/ 73857 h 535120"/>
                <a:gd name="connsiteX242" fmla="*/ 2359445 w 2915191"/>
                <a:gd name="connsiteY242" fmla="*/ 88849 h 535120"/>
                <a:gd name="connsiteX243" fmla="*/ 2369204 w 2915191"/>
                <a:gd name="connsiteY243" fmla="*/ 138516 h 535120"/>
                <a:gd name="connsiteX244" fmla="*/ 2378948 w 2915191"/>
                <a:gd name="connsiteY244" fmla="*/ 153170 h 535120"/>
                <a:gd name="connsiteX245" fmla="*/ 2388692 w 2915191"/>
                <a:gd name="connsiteY245" fmla="*/ 176671 h 535120"/>
                <a:gd name="connsiteX246" fmla="*/ 2398450 w 2915191"/>
                <a:gd name="connsiteY246" fmla="*/ 168165 h 535120"/>
                <a:gd name="connsiteX247" fmla="*/ 2408194 w 2915191"/>
                <a:gd name="connsiteY247" fmla="*/ 181118 h 535120"/>
                <a:gd name="connsiteX248" fmla="*/ 2417953 w 2915191"/>
                <a:gd name="connsiteY248" fmla="*/ 171225 h 535120"/>
                <a:gd name="connsiteX249" fmla="*/ 2427697 w 2915191"/>
                <a:gd name="connsiteY249" fmla="*/ 169835 h 535120"/>
                <a:gd name="connsiteX250" fmla="*/ 2437441 w 2915191"/>
                <a:gd name="connsiteY250" fmla="*/ 208282 h 535120"/>
                <a:gd name="connsiteX251" fmla="*/ 2447200 w 2915191"/>
                <a:gd name="connsiteY251" fmla="*/ 213797 h 535120"/>
                <a:gd name="connsiteX252" fmla="*/ 2456944 w 2915191"/>
                <a:gd name="connsiteY252" fmla="*/ 202114 h 535120"/>
                <a:gd name="connsiteX253" fmla="*/ 2466703 w 2915191"/>
                <a:gd name="connsiteY253" fmla="*/ 206878 h 535120"/>
                <a:gd name="connsiteX254" fmla="*/ 2476446 w 2915191"/>
                <a:gd name="connsiteY254" fmla="*/ 163202 h 535120"/>
                <a:gd name="connsiteX255" fmla="*/ 2486190 w 2915191"/>
                <a:gd name="connsiteY255" fmla="*/ 144426 h 535120"/>
                <a:gd name="connsiteX256" fmla="*/ 2495949 w 2915191"/>
                <a:gd name="connsiteY256" fmla="*/ 131473 h 535120"/>
                <a:gd name="connsiteX257" fmla="*/ 2505693 w 2915191"/>
                <a:gd name="connsiteY257" fmla="*/ 113526 h 535120"/>
                <a:gd name="connsiteX258" fmla="*/ 2515452 w 2915191"/>
                <a:gd name="connsiteY258" fmla="*/ 97992 h 535120"/>
                <a:gd name="connsiteX259" fmla="*/ 2525196 w 2915191"/>
                <a:gd name="connsiteY259" fmla="*/ 80796 h 535120"/>
                <a:gd name="connsiteX260" fmla="*/ 2534940 w 2915191"/>
                <a:gd name="connsiteY260" fmla="*/ 102329 h 535120"/>
                <a:gd name="connsiteX261" fmla="*/ 2544699 w 2915191"/>
                <a:gd name="connsiteY261" fmla="*/ 87237 h 535120"/>
                <a:gd name="connsiteX262" fmla="*/ 2554443 w 2915191"/>
                <a:gd name="connsiteY262" fmla="*/ 110129 h 535120"/>
                <a:gd name="connsiteX263" fmla="*/ 2564202 w 2915191"/>
                <a:gd name="connsiteY263" fmla="*/ 127641 h 535120"/>
                <a:gd name="connsiteX264" fmla="*/ 2573946 w 2915191"/>
                <a:gd name="connsiteY264" fmla="*/ 151897 h 535120"/>
                <a:gd name="connsiteX265" fmla="*/ 2583690 w 2915191"/>
                <a:gd name="connsiteY265" fmla="*/ 158264 h 535120"/>
                <a:gd name="connsiteX266" fmla="*/ 2593448 w 2915191"/>
                <a:gd name="connsiteY266" fmla="*/ 164461 h 535120"/>
                <a:gd name="connsiteX267" fmla="*/ 2603192 w 2915191"/>
                <a:gd name="connsiteY267" fmla="*/ 154921 h 535120"/>
                <a:gd name="connsiteX268" fmla="*/ 2612951 w 2915191"/>
                <a:gd name="connsiteY268" fmla="*/ 168266 h 535120"/>
                <a:gd name="connsiteX269" fmla="*/ 2622695 w 2915191"/>
                <a:gd name="connsiteY269" fmla="*/ 183549 h 535120"/>
                <a:gd name="connsiteX270" fmla="*/ 2632439 w 2915191"/>
                <a:gd name="connsiteY270" fmla="*/ 156901 h 535120"/>
                <a:gd name="connsiteX271" fmla="*/ 2642198 w 2915191"/>
                <a:gd name="connsiteY271" fmla="*/ 157129 h 535120"/>
                <a:gd name="connsiteX272" fmla="*/ 2651942 w 2915191"/>
                <a:gd name="connsiteY272" fmla="*/ 150743 h 535120"/>
                <a:gd name="connsiteX273" fmla="*/ 2661685 w 2915191"/>
                <a:gd name="connsiteY273" fmla="*/ 150346 h 535120"/>
                <a:gd name="connsiteX274" fmla="*/ 2671444 w 2915191"/>
                <a:gd name="connsiteY274" fmla="*/ 133622 h 535120"/>
                <a:gd name="connsiteX275" fmla="*/ 2681188 w 2915191"/>
                <a:gd name="connsiteY275" fmla="*/ 117885 h 535120"/>
                <a:gd name="connsiteX276" fmla="*/ 2690947 w 2915191"/>
                <a:gd name="connsiteY276" fmla="*/ 112845 h 535120"/>
                <a:gd name="connsiteX277" fmla="*/ 2700691 w 2915191"/>
                <a:gd name="connsiteY277" fmla="*/ 75991 h 535120"/>
                <a:gd name="connsiteX278" fmla="*/ 2710435 w 2915191"/>
                <a:gd name="connsiteY278" fmla="*/ 113462 h 535120"/>
                <a:gd name="connsiteX279" fmla="*/ 2720194 w 2915191"/>
                <a:gd name="connsiteY279" fmla="*/ 113021 h 535120"/>
                <a:gd name="connsiteX280" fmla="*/ 2729938 w 2915191"/>
                <a:gd name="connsiteY280" fmla="*/ 124842 h 535120"/>
                <a:gd name="connsiteX281" fmla="*/ 2739697 w 2915191"/>
                <a:gd name="connsiteY281" fmla="*/ 115925 h 535120"/>
                <a:gd name="connsiteX282" fmla="*/ 2749441 w 2915191"/>
                <a:gd name="connsiteY282" fmla="*/ 135177 h 535120"/>
                <a:gd name="connsiteX283" fmla="*/ 2759185 w 2915191"/>
                <a:gd name="connsiteY283" fmla="*/ 125239 h 535120"/>
                <a:gd name="connsiteX284" fmla="*/ 2768943 w 2915191"/>
                <a:gd name="connsiteY284" fmla="*/ 93601 h 535120"/>
                <a:gd name="connsiteX285" fmla="*/ 2778687 w 2915191"/>
                <a:gd name="connsiteY285" fmla="*/ 94866 h 535120"/>
                <a:gd name="connsiteX286" fmla="*/ 2788446 w 2915191"/>
                <a:gd name="connsiteY286" fmla="*/ 80916 h 535120"/>
                <a:gd name="connsiteX287" fmla="*/ 2798190 w 2915191"/>
                <a:gd name="connsiteY287" fmla="*/ 56394 h 535120"/>
                <a:gd name="connsiteX288" fmla="*/ 2807934 w 2915191"/>
                <a:gd name="connsiteY288" fmla="*/ 59947 h 535120"/>
                <a:gd name="connsiteX289" fmla="*/ 2817693 w 2915191"/>
                <a:gd name="connsiteY289" fmla="*/ 79270 h 535120"/>
                <a:gd name="connsiteX290" fmla="*/ 2827437 w 2915191"/>
                <a:gd name="connsiteY290" fmla="*/ 54502 h 535120"/>
                <a:gd name="connsiteX291" fmla="*/ 2837196 w 2915191"/>
                <a:gd name="connsiteY291" fmla="*/ 91381 h 535120"/>
                <a:gd name="connsiteX292" fmla="*/ 2846940 w 2915191"/>
                <a:gd name="connsiteY292" fmla="*/ 82811 h 535120"/>
                <a:gd name="connsiteX293" fmla="*/ 2856684 w 2915191"/>
                <a:gd name="connsiteY293" fmla="*/ 62892 h 535120"/>
                <a:gd name="connsiteX294" fmla="*/ 2866442 w 2915191"/>
                <a:gd name="connsiteY294" fmla="*/ 58610 h 535120"/>
                <a:gd name="connsiteX295" fmla="*/ 2876186 w 2915191"/>
                <a:gd name="connsiteY295" fmla="*/ 22076 h 535120"/>
                <a:gd name="connsiteX296" fmla="*/ 2885945 w 2915191"/>
                <a:gd name="connsiteY296" fmla="*/ 0 h 535120"/>
                <a:gd name="connsiteX297" fmla="*/ 2895689 w 2915191"/>
                <a:gd name="connsiteY297" fmla="*/ 11831 h 535120"/>
                <a:gd name="connsiteX298" fmla="*/ 2905433 w 2915191"/>
                <a:gd name="connsiteY298" fmla="*/ 11527 h 535120"/>
                <a:gd name="connsiteX299" fmla="*/ 2915192 w 2915191"/>
                <a:gd name="connsiteY299" fmla="*/ 42525 h 535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35120">
                  <a:moveTo>
                    <a:pt x="0" y="377555"/>
                  </a:moveTo>
                  <a:lnTo>
                    <a:pt x="9750" y="391728"/>
                  </a:lnTo>
                  <a:lnTo>
                    <a:pt x="19500" y="405297"/>
                  </a:lnTo>
                  <a:lnTo>
                    <a:pt x="29250" y="393198"/>
                  </a:lnTo>
                  <a:lnTo>
                    <a:pt x="39000" y="361688"/>
                  </a:lnTo>
                  <a:lnTo>
                    <a:pt x="48749" y="377060"/>
                  </a:lnTo>
                  <a:lnTo>
                    <a:pt x="58499" y="360718"/>
                  </a:lnTo>
                  <a:lnTo>
                    <a:pt x="68249" y="396475"/>
                  </a:lnTo>
                  <a:lnTo>
                    <a:pt x="77998" y="407912"/>
                  </a:lnTo>
                  <a:lnTo>
                    <a:pt x="87748" y="410379"/>
                  </a:lnTo>
                  <a:lnTo>
                    <a:pt x="97497" y="387630"/>
                  </a:lnTo>
                  <a:lnTo>
                    <a:pt x="107247" y="406432"/>
                  </a:lnTo>
                  <a:lnTo>
                    <a:pt x="116997" y="389097"/>
                  </a:lnTo>
                  <a:lnTo>
                    <a:pt x="126747" y="401781"/>
                  </a:lnTo>
                  <a:lnTo>
                    <a:pt x="136497" y="399233"/>
                  </a:lnTo>
                  <a:lnTo>
                    <a:pt x="146247" y="425816"/>
                  </a:lnTo>
                  <a:lnTo>
                    <a:pt x="155997" y="466919"/>
                  </a:lnTo>
                  <a:lnTo>
                    <a:pt x="165747" y="442558"/>
                  </a:lnTo>
                  <a:lnTo>
                    <a:pt x="175497" y="428896"/>
                  </a:lnTo>
                  <a:lnTo>
                    <a:pt x="185247" y="429772"/>
                  </a:lnTo>
                  <a:lnTo>
                    <a:pt x="194996" y="454209"/>
                  </a:lnTo>
                  <a:lnTo>
                    <a:pt x="204746" y="456931"/>
                  </a:lnTo>
                  <a:lnTo>
                    <a:pt x="214495" y="469445"/>
                  </a:lnTo>
                  <a:lnTo>
                    <a:pt x="224245" y="484939"/>
                  </a:lnTo>
                  <a:lnTo>
                    <a:pt x="233995" y="480045"/>
                  </a:lnTo>
                  <a:lnTo>
                    <a:pt x="243744" y="478840"/>
                  </a:lnTo>
                  <a:lnTo>
                    <a:pt x="253494" y="453595"/>
                  </a:lnTo>
                  <a:lnTo>
                    <a:pt x="263244" y="430324"/>
                  </a:lnTo>
                  <a:lnTo>
                    <a:pt x="272994" y="421644"/>
                  </a:lnTo>
                  <a:lnTo>
                    <a:pt x="282744" y="461559"/>
                  </a:lnTo>
                  <a:lnTo>
                    <a:pt x="292494" y="460325"/>
                  </a:lnTo>
                  <a:lnTo>
                    <a:pt x="302244" y="480304"/>
                  </a:lnTo>
                  <a:lnTo>
                    <a:pt x="311994" y="455603"/>
                  </a:lnTo>
                  <a:lnTo>
                    <a:pt x="321744" y="439638"/>
                  </a:lnTo>
                  <a:lnTo>
                    <a:pt x="331493" y="444244"/>
                  </a:lnTo>
                  <a:lnTo>
                    <a:pt x="341243" y="438720"/>
                  </a:lnTo>
                  <a:lnTo>
                    <a:pt x="350993" y="429640"/>
                  </a:lnTo>
                  <a:lnTo>
                    <a:pt x="360742" y="417046"/>
                  </a:lnTo>
                  <a:lnTo>
                    <a:pt x="370492" y="425709"/>
                  </a:lnTo>
                  <a:lnTo>
                    <a:pt x="380241" y="411644"/>
                  </a:lnTo>
                  <a:lnTo>
                    <a:pt x="389991" y="390175"/>
                  </a:lnTo>
                  <a:lnTo>
                    <a:pt x="399741" y="405809"/>
                  </a:lnTo>
                  <a:lnTo>
                    <a:pt x="409491" y="394430"/>
                  </a:lnTo>
                  <a:lnTo>
                    <a:pt x="419241" y="391119"/>
                  </a:lnTo>
                  <a:lnTo>
                    <a:pt x="428991" y="376759"/>
                  </a:lnTo>
                  <a:lnTo>
                    <a:pt x="438741" y="386997"/>
                  </a:lnTo>
                  <a:lnTo>
                    <a:pt x="448491" y="370562"/>
                  </a:lnTo>
                  <a:lnTo>
                    <a:pt x="458241" y="380989"/>
                  </a:lnTo>
                  <a:lnTo>
                    <a:pt x="467991" y="372065"/>
                  </a:lnTo>
                  <a:lnTo>
                    <a:pt x="477740" y="386776"/>
                  </a:lnTo>
                  <a:lnTo>
                    <a:pt x="487490" y="386500"/>
                  </a:lnTo>
                  <a:lnTo>
                    <a:pt x="497239" y="408615"/>
                  </a:lnTo>
                  <a:lnTo>
                    <a:pt x="506989" y="394878"/>
                  </a:lnTo>
                  <a:lnTo>
                    <a:pt x="516738" y="420360"/>
                  </a:lnTo>
                  <a:lnTo>
                    <a:pt x="526488" y="439533"/>
                  </a:lnTo>
                  <a:lnTo>
                    <a:pt x="536238" y="415412"/>
                  </a:lnTo>
                  <a:lnTo>
                    <a:pt x="545988" y="427605"/>
                  </a:lnTo>
                  <a:lnTo>
                    <a:pt x="555738" y="409160"/>
                  </a:lnTo>
                  <a:lnTo>
                    <a:pt x="565488" y="396218"/>
                  </a:lnTo>
                  <a:lnTo>
                    <a:pt x="575238" y="421742"/>
                  </a:lnTo>
                  <a:lnTo>
                    <a:pt x="584988" y="407504"/>
                  </a:lnTo>
                  <a:lnTo>
                    <a:pt x="594738" y="406264"/>
                  </a:lnTo>
                  <a:lnTo>
                    <a:pt x="604488" y="379514"/>
                  </a:lnTo>
                  <a:lnTo>
                    <a:pt x="614237" y="394920"/>
                  </a:lnTo>
                  <a:lnTo>
                    <a:pt x="623987" y="347131"/>
                  </a:lnTo>
                  <a:lnTo>
                    <a:pt x="633736" y="296171"/>
                  </a:lnTo>
                  <a:lnTo>
                    <a:pt x="643486" y="289435"/>
                  </a:lnTo>
                  <a:lnTo>
                    <a:pt x="653236" y="258269"/>
                  </a:lnTo>
                  <a:lnTo>
                    <a:pt x="662985" y="272434"/>
                  </a:lnTo>
                  <a:lnTo>
                    <a:pt x="672735" y="271406"/>
                  </a:lnTo>
                  <a:lnTo>
                    <a:pt x="682485" y="269880"/>
                  </a:lnTo>
                  <a:lnTo>
                    <a:pt x="692235" y="254232"/>
                  </a:lnTo>
                  <a:lnTo>
                    <a:pt x="701985" y="278864"/>
                  </a:lnTo>
                  <a:lnTo>
                    <a:pt x="711735" y="294528"/>
                  </a:lnTo>
                  <a:lnTo>
                    <a:pt x="721485" y="316365"/>
                  </a:lnTo>
                  <a:lnTo>
                    <a:pt x="731235" y="316487"/>
                  </a:lnTo>
                  <a:lnTo>
                    <a:pt x="740985" y="364341"/>
                  </a:lnTo>
                  <a:lnTo>
                    <a:pt x="750734" y="382977"/>
                  </a:lnTo>
                  <a:lnTo>
                    <a:pt x="760484" y="404074"/>
                  </a:lnTo>
                  <a:lnTo>
                    <a:pt x="770233" y="426026"/>
                  </a:lnTo>
                  <a:lnTo>
                    <a:pt x="779983" y="385322"/>
                  </a:lnTo>
                  <a:lnTo>
                    <a:pt x="789733" y="361458"/>
                  </a:lnTo>
                  <a:lnTo>
                    <a:pt x="799482" y="346823"/>
                  </a:lnTo>
                  <a:lnTo>
                    <a:pt x="809232" y="360497"/>
                  </a:lnTo>
                  <a:lnTo>
                    <a:pt x="818982" y="386322"/>
                  </a:lnTo>
                  <a:lnTo>
                    <a:pt x="828732" y="394823"/>
                  </a:lnTo>
                  <a:lnTo>
                    <a:pt x="838482" y="398353"/>
                  </a:lnTo>
                  <a:lnTo>
                    <a:pt x="848232" y="407258"/>
                  </a:lnTo>
                  <a:lnTo>
                    <a:pt x="857982" y="408326"/>
                  </a:lnTo>
                  <a:lnTo>
                    <a:pt x="867732" y="452263"/>
                  </a:lnTo>
                  <a:lnTo>
                    <a:pt x="877482" y="452504"/>
                  </a:lnTo>
                  <a:lnTo>
                    <a:pt x="887231" y="477982"/>
                  </a:lnTo>
                  <a:lnTo>
                    <a:pt x="896981" y="478344"/>
                  </a:lnTo>
                  <a:lnTo>
                    <a:pt x="906730" y="452190"/>
                  </a:lnTo>
                  <a:lnTo>
                    <a:pt x="916480" y="464368"/>
                  </a:lnTo>
                  <a:lnTo>
                    <a:pt x="926230" y="482709"/>
                  </a:lnTo>
                  <a:lnTo>
                    <a:pt x="935979" y="493599"/>
                  </a:lnTo>
                  <a:lnTo>
                    <a:pt x="945729" y="487332"/>
                  </a:lnTo>
                  <a:lnTo>
                    <a:pt x="955479" y="497517"/>
                  </a:lnTo>
                  <a:lnTo>
                    <a:pt x="965229" y="469446"/>
                  </a:lnTo>
                  <a:lnTo>
                    <a:pt x="974979" y="499193"/>
                  </a:lnTo>
                  <a:lnTo>
                    <a:pt x="984729" y="467965"/>
                  </a:lnTo>
                  <a:lnTo>
                    <a:pt x="994474" y="453994"/>
                  </a:lnTo>
                  <a:lnTo>
                    <a:pt x="1004233" y="413409"/>
                  </a:lnTo>
                  <a:lnTo>
                    <a:pt x="1013977" y="395698"/>
                  </a:lnTo>
                  <a:lnTo>
                    <a:pt x="1023721" y="395718"/>
                  </a:lnTo>
                  <a:lnTo>
                    <a:pt x="1033480" y="377384"/>
                  </a:lnTo>
                  <a:lnTo>
                    <a:pt x="1043224" y="398056"/>
                  </a:lnTo>
                  <a:lnTo>
                    <a:pt x="1052983" y="430953"/>
                  </a:lnTo>
                  <a:lnTo>
                    <a:pt x="1062727" y="411461"/>
                  </a:lnTo>
                  <a:lnTo>
                    <a:pt x="1072471" y="427151"/>
                  </a:lnTo>
                  <a:lnTo>
                    <a:pt x="1082230" y="431415"/>
                  </a:lnTo>
                  <a:lnTo>
                    <a:pt x="1091973" y="425055"/>
                  </a:lnTo>
                  <a:lnTo>
                    <a:pt x="1101732" y="444474"/>
                  </a:lnTo>
                  <a:lnTo>
                    <a:pt x="1111476" y="453464"/>
                  </a:lnTo>
                  <a:lnTo>
                    <a:pt x="1121220" y="427304"/>
                  </a:lnTo>
                  <a:lnTo>
                    <a:pt x="1130979" y="436972"/>
                  </a:lnTo>
                  <a:lnTo>
                    <a:pt x="1140723" y="474576"/>
                  </a:lnTo>
                  <a:lnTo>
                    <a:pt x="1150482" y="511215"/>
                  </a:lnTo>
                  <a:lnTo>
                    <a:pt x="1160226" y="511460"/>
                  </a:lnTo>
                  <a:lnTo>
                    <a:pt x="1169969" y="526226"/>
                  </a:lnTo>
                  <a:lnTo>
                    <a:pt x="1179728" y="494883"/>
                  </a:lnTo>
                  <a:lnTo>
                    <a:pt x="1189472" y="494861"/>
                  </a:lnTo>
                  <a:lnTo>
                    <a:pt x="1199231" y="477173"/>
                  </a:lnTo>
                  <a:lnTo>
                    <a:pt x="1208975" y="470164"/>
                  </a:lnTo>
                  <a:lnTo>
                    <a:pt x="1218719" y="497157"/>
                  </a:lnTo>
                  <a:lnTo>
                    <a:pt x="1228478" y="494254"/>
                  </a:lnTo>
                  <a:lnTo>
                    <a:pt x="1238222" y="486033"/>
                  </a:lnTo>
                  <a:lnTo>
                    <a:pt x="1247966" y="451521"/>
                  </a:lnTo>
                  <a:lnTo>
                    <a:pt x="1257725" y="428438"/>
                  </a:lnTo>
                  <a:lnTo>
                    <a:pt x="1267469" y="399317"/>
                  </a:lnTo>
                  <a:lnTo>
                    <a:pt x="1277227" y="368219"/>
                  </a:lnTo>
                  <a:lnTo>
                    <a:pt x="1286971" y="425989"/>
                  </a:lnTo>
                  <a:lnTo>
                    <a:pt x="1296715" y="431056"/>
                  </a:lnTo>
                  <a:lnTo>
                    <a:pt x="1306474" y="466360"/>
                  </a:lnTo>
                  <a:lnTo>
                    <a:pt x="1316218" y="460411"/>
                  </a:lnTo>
                  <a:lnTo>
                    <a:pt x="1325977" y="428743"/>
                  </a:lnTo>
                  <a:lnTo>
                    <a:pt x="1335721" y="395041"/>
                  </a:lnTo>
                  <a:lnTo>
                    <a:pt x="1345465" y="401419"/>
                  </a:lnTo>
                  <a:lnTo>
                    <a:pt x="1355224" y="383404"/>
                  </a:lnTo>
                  <a:lnTo>
                    <a:pt x="1364967" y="422525"/>
                  </a:lnTo>
                  <a:lnTo>
                    <a:pt x="1374726" y="423627"/>
                  </a:lnTo>
                  <a:lnTo>
                    <a:pt x="1384470" y="426439"/>
                  </a:lnTo>
                  <a:lnTo>
                    <a:pt x="1394214" y="453792"/>
                  </a:lnTo>
                  <a:lnTo>
                    <a:pt x="1403973" y="449216"/>
                  </a:lnTo>
                  <a:lnTo>
                    <a:pt x="1413717" y="444820"/>
                  </a:lnTo>
                  <a:lnTo>
                    <a:pt x="1423476" y="451208"/>
                  </a:lnTo>
                  <a:lnTo>
                    <a:pt x="1433220" y="450322"/>
                  </a:lnTo>
                  <a:lnTo>
                    <a:pt x="1442964" y="484297"/>
                  </a:lnTo>
                  <a:lnTo>
                    <a:pt x="1452722" y="481222"/>
                  </a:lnTo>
                  <a:lnTo>
                    <a:pt x="1462466" y="512084"/>
                  </a:lnTo>
                  <a:lnTo>
                    <a:pt x="1472225" y="535121"/>
                  </a:lnTo>
                  <a:lnTo>
                    <a:pt x="1481969" y="508376"/>
                  </a:lnTo>
                  <a:lnTo>
                    <a:pt x="1491713" y="525027"/>
                  </a:lnTo>
                  <a:lnTo>
                    <a:pt x="1501472" y="528077"/>
                  </a:lnTo>
                  <a:lnTo>
                    <a:pt x="1511216" y="504186"/>
                  </a:lnTo>
                  <a:lnTo>
                    <a:pt x="1520960" y="503976"/>
                  </a:lnTo>
                  <a:lnTo>
                    <a:pt x="1530719" y="483210"/>
                  </a:lnTo>
                  <a:lnTo>
                    <a:pt x="1540463" y="467654"/>
                  </a:lnTo>
                  <a:lnTo>
                    <a:pt x="1550221" y="465972"/>
                  </a:lnTo>
                  <a:lnTo>
                    <a:pt x="1559965" y="501360"/>
                  </a:lnTo>
                  <a:lnTo>
                    <a:pt x="1569709" y="521575"/>
                  </a:lnTo>
                  <a:lnTo>
                    <a:pt x="1579468" y="497185"/>
                  </a:lnTo>
                  <a:lnTo>
                    <a:pt x="1589212" y="462087"/>
                  </a:lnTo>
                  <a:lnTo>
                    <a:pt x="1598971" y="448669"/>
                  </a:lnTo>
                  <a:lnTo>
                    <a:pt x="1608715" y="443270"/>
                  </a:lnTo>
                  <a:lnTo>
                    <a:pt x="1618459" y="440313"/>
                  </a:lnTo>
                  <a:lnTo>
                    <a:pt x="1628218" y="423882"/>
                  </a:lnTo>
                  <a:lnTo>
                    <a:pt x="1637962" y="441227"/>
                  </a:lnTo>
                  <a:lnTo>
                    <a:pt x="1647720" y="417401"/>
                  </a:lnTo>
                  <a:lnTo>
                    <a:pt x="1657464" y="385951"/>
                  </a:lnTo>
                  <a:lnTo>
                    <a:pt x="1667208" y="383032"/>
                  </a:lnTo>
                  <a:lnTo>
                    <a:pt x="1676967" y="398341"/>
                  </a:lnTo>
                  <a:lnTo>
                    <a:pt x="1686711" y="401109"/>
                  </a:lnTo>
                  <a:lnTo>
                    <a:pt x="1696470" y="393686"/>
                  </a:lnTo>
                  <a:lnTo>
                    <a:pt x="1706214" y="418130"/>
                  </a:lnTo>
                  <a:lnTo>
                    <a:pt x="1715958" y="438026"/>
                  </a:lnTo>
                  <a:lnTo>
                    <a:pt x="1725716" y="415957"/>
                  </a:lnTo>
                  <a:lnTo>
                    <a:pt x="1735460" y="405261"/>
                  </a:lnTo>
                  <a:lnTo>
                    <a:pt x="1745219" y="397399"/>
                  </a:lnTo>
                  <a:lnTo>
                    <a:pt x="1754963" y="368178"/>
                  </a:lnTo>
                  <a:lnTo>
                    <a:pt x="1764707" y="335768"/>
                  </a:lnTo>
                  <a:lnTo>
                    <a:pt x="1774466" y="337295"/>
                  </a:lnTo>
                  <a:lnTo>
                    <a:pt x="1784210" y="356819"/>
                  </a:lnTo>
                  <a:lnTo>
                    <a:pt x="1793969" y="331401"/>
                  </a:lnTo>
                  <a:lnTo>
                    <a:pt x="1803713" y="353668"/>
                  </a:lnTo>
                  <a:lnTo>
                    <a:pt x="1813457" y="363090"/>
                  </a:lnTo>
                  <a:lnTo>
                    <a:pt x="1823215" y="339691"/>
                  </a:lnTo>
                  <a:lnTo>
                    <a:pt x="1832959" y="326165"/>
                  </a:lnTo>
                  <a:lnTo>
                    <a:pt x="1842703" y="312329"/>
                  </a:lnTo>
                  <a:lnTo>
                    <a:pt x="1852462" y="299212"/>
                  </a:lnTo>
                  <a:lnTo>
                    <a:pt x="1862206" y="273171"/>
                  </a:lnTo>
                  <a:lnTo>
                    <a:pt x="1871965" y="255243"/>
                  </a:lnTo>
                  <a:lnTo>
                    <a:pt x="1881709" y="195667"/>
                  </a:lnTo>
                  <a:lnTo>
                    <a:pt x="1891453" y="208779"/>
                  </a:lnTo>
                  <a:lnTo>
                    <a:pt x="1901212" y="190077"/>
                  </a:lnTo>
                  <a:lnTo>
                    <a:pt x="1910956" y="186047"/>
                  </a:lnTo>
                  <a:lnTo>
                    <a:pt x="1920714" y="191133"/>
                  </a:lnTo>
                  <a:lnTo>
                    <a:pt x="1930458" y="146876"/>
                  </a:lnTo>
                  <a:lnTo>
                    <a:pt x="1940202" y="154280"/>
                  </a:lnTo>
                  <a:lnTo>
                    <a:pt x="1949961" y="128901"/>
                  </a:lnTo>
                  <a:lnTo>
                    <a:pt x="1959705" y="147172"/>
                  </a:lnTo>
                  <a:lnTo>
                    <a:pt x="1969464" y="165315"/>
                  </a:lnTo>
                  <a:lnTo>
                    <a:pt x="1979208" y="146941"/>
                  </a:lnTo>
                  <a:lnTo>
                    <a:pt x="1988952" y="124742"/>
                  </a:lnTo>
                  <a:lnTo>
                    <a:pt x="1998711" y="138476"/>
                  </a:lnTo>
                  <a:lnTo>
                    <a:pt x="2008454" y="172558"/>
                  </a:lnTo>
                  <a:lnTo>
                    <a:pt x="2018213" y="189837"/>
                  </a:lnTo>
                  <a:lnTo>
                    <a:pt x="2027957" y="189266"/>
                  </a:lnTo>
                  <a:lnTo>
                    <a:pt x="2037701" y="191315"/>
                  </a:lnTo>
                  <a:lnTo>
                    <a:pt x="2047460" y="204168"/>
                  </a:lnTo>
                  <a:lnTo>
                    <a:pt x="2057204" y="191908"/>
                  </a:lnTo>
                  <a:lnTo>
                    <a:pt x="2066963" y="146870"/>
                  </a:lnTo>
                  <a:lnTo>
                    <a:pt x="2076707" y="145736"/>
                  </a:lnTo>
                  <a:lnTo>
                    <a:pt x="2086451" y="141613"/>
                  </a:lnTo>
                  <a:lnTo>
                    <a:pt x="2096210" y="147004"/>
                  </a:lnTo>
                  <a:lnTo>
                    <a:pt x="2105954" y="150344"/>
                  </a:lnTo>
                  <a:lnTo>
                    <a:pt x="2115697" y="138473"/>
                  </a:lnTo>
                  <a:lnTo>
                    <a:pt x="2125456" y="138438"/>
                  </a:lnTo>
                  <a:lnTo>
                    <a:pt x="2135200" y="119819"/>
                  </a:lnTo>
                  <a:lnTo>
                    <a:pt x="2144959" y="104689"/>
                  </a:lnTo>
                  <a:lnTo>
                    <a:pt x="2154703" y="104570"/>
                  </a:lnTo>
                  <a:lnTo>
                    <a:pt x="2164447" y="91435"/>
                  </a:lnTo>
                  <a:lnTo>
                    <a:pt x="2174206" y="104490"/>
                  </a:lnTo>
                  <a:lnTo>
                    <a:pt x="2183950" y="116747"/>
                  </a:lnTo>
                  <a:lnTo>
                    <a:pt x="2193709" y="123659"/>
                  </a:lnTo>
                  <a:lnTo>
                    <a:pt x="2203452" y="139519"/>
                  </a:lnTo>
                  <a:lnTo>
                    <a:pt x="2213196" y="130593"/>
                  </a:lnTo>
                  <a:lnTo>
                    <a:pt x="2222955" y="104130"/>
                  </a:lnTo>
                  <a:lnTo>
                    <a:pt x="2232699" y="86171"/>
                  </a:lnTo>
                  <a:lnTo>
                    <a:pt x="2242458" y="84205"/>
                  </a:lnTo>
                  <a:lnTo>
                    <a:pt x="2252202" y="104364"/>
                  </a:lnTo>
                  <a:lnTo>
                    <a:pt x="2261946" y="101298"/>
                  </a:lnTo>
                  <a:lnTo>
                    <a:pt x="2271705" y="124812"/>
                  </a:lnTo>
                  <a:lnTo>
                    <a:pt x="2281449" y="115719"/>
                  </a:lnTo>
                  <a:lnTo>
                    <a:pt x="2291208" y="114135"/>
                  </a:lnTo>
                  <a:lnTo>
                    <a:pt x="2300951" y="119686"/>
                  </a:lnTo>
                  <a:lnTo>
                    <a:pt x="2310695" y="114241"/>
                  </a:lnTo>
                  <a:lnTo>
                    <a:pt x="2320454" y="113912"/>
                  </a:lnTo>
                  <a:lnTo>
                    <a:pt x="2330198" y="111686"/>
                  </a:lnTo>
                  <a:lnTo>
                    <a:pt x="2339957" y="86821"/>
                  </a:lnTo>
                  <a:lnTo>
                    <a:pt x="2349701" y="73857"/>
                  </a:lnTo>
                  <a:lnTo>
                    <a:pt x="2359445" y="88849"/>
                  </a:lnTo>
                  <a:lnTo>
                    <a:pt x="2369204" y="138516"/>
                  </a:lnTo>
                  <a:lnTo>
                    <a:pt x="2378948" y="153170"/>
                  </a:lnTo>
                  <a:lnTo>
                    <a:pt x="2388692" y="176671"/>
                  </a:lnTo>
                  <a:lnTo>
                    <a:pt x="2398450" y="168165"/>
                  </a:lnTo>
                  <a:lnTo>
                    <a:pt x="2408194" y="181118"/>
                  </a:lnTo>
                  <a:lnTo>
                    <a:pt x="2417953" y="171225"/>
                  </a:lnTo>
                  <a:lnTo>
                    <a:pt x="2427697" y="169835"/>
                  </a:lnTo>
                  <a:lnTo>
                    <a:pt x="2437441" y="208282"/>
                  </a:lnTo>
                  <a:lnTo>
                    <a:pt x="2447200" y="213797"/>
                  </a:lnTo>
                  <a:lnTo>
                    <a:pt x="2456944" y="202114"/>
                  </a:lnTo>
                  <a:lnTo>
                    <a:pt x="2466703" y="206878"/>
                  </a:lnTo>
                  <a:lnTo>
                    <a:pt x="2476446" y="163202"/>
                  </a:lnTo>
                  <a:lnTo>
                    <a:pt x="2486190" y="144426"/>
                  </a:lnTo>
                  <a:lnTo>
                    <a:pt x="2495949" y="131473"/>
                  </a:lnTo>
                  <a:lnTo>
                    <a:pt x="2505693" y="113526"/>
                  </a:lnTo>
                  <a:lnTo>
                    <a:pt x="2515452" y="97992"/>
                  </a:lnTo>
                  <a:lnTo>
                    <a:pt x="2525196" y="80796"/>
                  </a:lnTo>
                  <a:lnTo>
                    <a:pt x="2534940" y="102329"/>
                  </a:lnTo>
                  <a:lnTo>
                    <a:pt x="2544699" y="87237"/>
                  </a:lnTo>
                  <a:lnTo>
                    <a:pt x="2554443" y="110129"/>
                  </a:lnTo>
                  <a:lnTo>
                    <a:pt x="2564202" y="127641"/>
                  </a:lnTo>
                  <a:lnTo>
                    <a:pt x="2573946" y="151897"/>
                  </a:lnTo>
                  <a:lnTo>
                    <a:pt x="2583690" y="158264"/>
                  </a:lnTo>
                  <a:lnTo>
                    <a:pt x="2593448" y="164461"/>
                  </a:lnTo>
                  <a:lnTo>
                    <a:pt x="2603192" y="154921"/>
                  </a:lnTo>
                  <a:lnTo>
                    <a:pt x="2612951" y="168266"/>
                  </a:lnTo>
                  <a:lnTo>
                    <a:pt x="2622695" y="183549"/>
                  </a:lnTo>
                  <a:lnTo>
                    <a:pt x="2632439" y="156901"/>
                  </a:lnTo>
                  <a:lnTo>
                    <a:pt x="2642198" y="157129"/>
                  </a:lnTo>
                  <a:lnTo>
                    <a:pt x="2651942" y="150743"/>
                  </a:lnTo>
                  <a:lnTo>
                    <a:pt x="2661685" y="150346"/>
                  </a:lnTo>
                  <a:lnTo>
                    <a:pt x="2671444" y="133622"/>
                  </a:lnTo>
                  <a:lnTo>
                    <a:pt x="2681188" y="117885"/>
                  </a:lnTo>
                  <a:lnTo>
                    <a:pt x="2690947" y="112845"/>
                  </a:lnTo>
                  <a:lnTo>
                    <a:pt x="2700691" y="75991"/>
                  </a:lnTo>
                  <a:lnTo>
                    <a:pt x="2710435" y="113462"/>
                  </a:lnTo>
                  <a:lnTo>
                    <a:pt x="2720194" y="113021"/>
                  </a:lnTo>
                  <a:lnTo>
                    <a:pt x="2729938" y="124842"/>
                  </a:lnTo>
                  <a:lnTo>
                    <a:pt x="2739697" y="115925"/>
                  </a:lnTo>
                  <a:lnTo>
                    <a:pt x="2749441" y="135177"/>
                  </a:lnTo>
                  <a:lnTo>
                    <a:pt x="2759185" y="125239"/>
                  </a:lnTo>
                  <a:lnTo>
                    <a:pt x="2768943" y="93601"/>
                  </a:lnTo>
                  <a:lnTo>
                    <a:pt x="2778687" y="94866"/>
                  </a:lnTo>
                  <a:lnTo>
                    <a:pt x="2788446" y="80916"/>
                  </a:lnTo>
                  <a:lnTo>
                    <a:pt x="2798190" y="56394"/>
                  </a:lnTo>
                  <a:lnTo>
                    <a:pt x="2807934" y="59947"/>
                  </a:lnTo>
                  <a:lnTo>
                    <a:pt x="2817693" y="79270"/>
                  </a:lnTo>
                  <a:lnTo>
                    <a:pt x="2827437" y="54502"/>
                  </a:lnTo>
                  <a:lnTo>
                    <a:pt x="2837196" y="91381"/>
                  </a:lnTo>
                  <a:lnTo>
                    <a:pt x="2846940" y="82811"/>
                  </a:lnTo>
                  <a:lnTo>
                    <a:pt x="2856684" y="62892"/>
                  </a:lnTo>
                  <a:lnTo>
                    <a:pt x="2866442" y="58610"/>
                  </a:lnTo>
                  <a:lnTo>
                    <a:pt x="2876186" y="22076"/>
                  </a:lnTo>
                  <a:lnTo>
                    <a:pt x="2885945" y="0"/>
                  </a:lnTo>
                  <a:lnTo>
                    <a:pt x="2895689" y="11831"/>
                  </a:lnTo>
                  <a:lnTo>
                    <a:pt x="2905433" y="11527"/>
                  </a:lnTo>
                  <a:lnTo>
                    <a:pt x="2915192" y="4252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7" name="Freeform 996">
              <a:extLst>
                <a:ext uri="{FF2B5EF4-FFF2-40B4-BE49-F238E27FC236}">
                  <a16:creationId xmlns:a16="http://schemas.microsoft.com/office/drawing/2014/main" id="{CE7A4F34-33C3-28A3-929D-454717C4A01F}"/>
                </a:ext>
              </a:extLst>
            </p:cNvPr>
            <p:cNvSpPr/>
            <p:nvPr/>
          </p:nvSpPr>
          <p:spPr>
            <a:xfrm>
              <a:off x="4426652" y="3207751"/>
              <a:ext cx="2915191" cy="342454"/>
            </a:xfrm>
            <a:custGeom>
              <a:avLst/>
              <a:gdLst>
                <a:gd name="connsiteX0" fmla="*/ 0 w 2915191"/>
                <a:gd name="connsiteY0" fmla="*/ 261270 h 342454"/>
                <a:gd name="connsiteX1" fmla="*/ 9750 w 2915191"/>
                <a:gd name="connsiteY1" fmla="*/ 261009 h 342454"/>
                <a:gd name="connsiteX2" fmla="*/ 19500 w 2915191"/>
                <a:gd name="connsiteY2" fmla="*/ 268195 h 342454"/>
                <a:gd name="connsiteX3" fmla="*/ 29250 w 2915191"/>
                <a:gd name="connsiteY3" fmla="*/ 295214 h 342454"/>
                <a:gd name="connsiteX4" fmla="*/ 39000 w 2915191"/>
                <a:gd name="connsiteY4" fmla="*/ 302461 h 342454"/>
                <a:gd name="connsiteX5" fmla="*/ 48749 w 2915191"/>
                <a:gd name="connsiteY5" fmla="*/ 285646 h 342454"/>
                <a:gd name="connsiteX6" fmla="*/ 58499 w 2915191"/>
                <a:gd name="connsiteY6" fmla="*/ 311584 h 342454"/>
                <a:gd name="connsiteX7" fmla="*/ 68249 w 2915191"/>
                <a:gd name="connsiteY7" fmla="*/ 293806 h 342454"/>
                <a:gd name="connsiteX8" fmla="*/ 77998 w 2915191"/>
                <a:gd name="connsiteY8" fmla="*/ 269265 h 342454"/>
                <a:gd name="connsiteX9" fmla="*/ 87748 w 2915191"/>
                <a:gd name="connsiteY9" fmla="*/ 267843 h 342454"/>
                <a:gd name="connsiteX10" fmla="*/ 97497 w 2915191"/>
                <a:gd name="connsiteY10" fmla="*/ 276430 h 342454"/>
                <a:gd name="connsiteX11" fmla="*/ 107247 w 2915191"/>
                <a:gd name="connsiteY11" fmla="*/ 266579 h 342454"/>
                <a:gd name="connsiteX12" fmla="*/ 116997 w 2915191"/>
                <a:gd name="connsiteY12" fmla="*/ 266471 h 342454"/>
                <a:gd name="connsiteX13" fmla="*/ 126747 w 2915191"/>
                <a:gd name="connsiteY13" fmla="*/ 305678 h 342454"/>
                <a:gd name="connsiteX14" fmla="*/ 136497 w 2915191"/>
                <a:gd name="connsiteY14" fmla="*/ 319446 h 342454"/>
                <a:gd name="connsiteX15" fmla="*/ 146247 w 2915191"/>
                <a:gd name="connsiteY15" fmla="*/ 329497 h 342454"/>
                <a:gd name="connsiteX16" fmla="*/ 155997 w 2915191"/>
                <a:gd name="connsiteY16" fmla="*/ 333633 h 342454"/>
                <a:gd name="connsiteX17" fmla="*/ 165747 w 2915191"/>
                <a:gd name="connsiteY17" fmla="*/ 329494 h 342454"/>
                <a:gd name="connsiteX18" fmla="*/ 175497 w 2915191"/>
                <a:gd name="connsiteY18" fmla="*/ 329044 h 342454"/>
                <a:gd name="connsiteX19" fmla="*/ 185247 w 2915191"/>
                <a:gd name="connsiteY19" fmla="*/ 342455 h 342454"/>
                <a:gd name="connsiteX20" fmla="*/ 194996 w 2915191"/>
                <a:gd name="connsiteY20" fmla="*/ 306581 h 342454"/>
                <a:gd name="connsiteX21" fmla="*/ 204746 w 2915191"/>
                <a:gd name="connsiteY21" fmla="*/ 297242 h 342454"/>
                <a:gd name="connsiteX22" fmla="*/ 214495 w 2915191"/>
                <a:gd name="connsiteY22" fmla="*/ 273746 h 342454"/>
                <a:gd name="connsiteX23" fmla="*/ 224245 w 2915191"/>
                <a:gd name="connsiteY23" fmla="*/ 255570 h 342454"/>
                <a:gd name="connsiteX24" fmla="*/ 233995 w 2915191"/>
                <a:gd name="connsiteY24" fmla="*/ 245243 h 342454"/>
                <a:gd name="connsiteX25" fmla="*/ 243744 w 2915191"/>
                <a:gd name="connsiteY25" fmla="*/ 222498 h 342454"/>
                <a:gd name="connsiteX26" fmla="*/ 253494 w 2915191"/>
                <a:gd name="connsiteY26" fmla="*/ 214460 h 342454"/>
                <a:gd name="connsiteX27" fmla="*/ 263244 w 2915191"/>
                <a:gd name="connsiteY27" fmla="*/ 218345 h 342454"/>
                <a:gd name="connsiteX28" fmla="*/ 272994 w 2915191"/>
                <a:gd name="connsiteY28" fmla="*/ 220751 h 342454"/>
                <a:gd name="connsiteX29" fmla="*/ 282744 w 2915191"/>
                <a:gd name="connsiteY29" fmla="*/ 223526 h 342454"/>
                <a:gd name="connsiteX30" fmla="*/ 292494 w 2915191"/>
                <a:gd name="connsiteY30" fmla="*/ 244074 h 342454"/>
                <a:gd name="connsiteX31" fmla="*/ 302244 w 2915191"/>
                <a:gd name="connsiteY31" fmla="*/ 211948 h 342454"/>
                <a:gd name="connsiteX32" fmla="*/ 311994 w 2915191"/>
                <a:gd name="connsiteY32" fmla="*/ 240633 h 342454"/>
                <a:gd name="connsiteX33" fmla="*/ 321744 w 2915191"/>
                <a:gd name="connsiteY33" fmla="*/ 215539 h 342454"/>
                <a:gd name="connsiteX34" fmla="*/ 331493 w 2915191"/>
                <a:gd name="connsiteY34" fmla="*/ 274380 h 342454"/>
                <a:gd name="connsiteX35" fmla="*/ 341243 w 2915191"/>
                <a:gd name="connsiteY35" fmla="*/ 244179 h 342454"/>
                <a:gd name="connsiteX36" fmla="*/ 350993 w 2915191"/>
                <a:gd name="connsiteY36" fmla="*/ 239975 h 342454"/>
                <a:gd name="connsiteX37" fmla="*/ 360742 w 2915191"/>
                <a:gd name="connsiteY37" fmla="*/ 224404 h 342454"/>
                <a:gd name="connsiteX38" fmla="*/ 370492 w 2915191"/>
                <a:gd name="connsiteY38" fmla="*/ 255485 h 342454"/>
                <a:gd name="connsiteX39" fmla="*/ 380241 w 2915191"/>
                <a:gd name="connsiteY39" fmla="*/ 275588 h 342454"/>
                <a:gd name="connsiteX40" fmla="*/ 389991 w 2915191"/>
                <a:gd name="connsiteY40" fmla="*/ 258548 h 342454"/>
                <a:gd name="connsiteX41" fmla="*/ 399741 w 2915191"/>
                <a:gd name="connsiteY41" fmla="*/ 267680 h 342454"/>
                <a:gd name="connsiteX42" fmla="*/ 409491 w 2915191"/>
                <a:gd name="connsiteY42" fmla="*/ 256982 h 342454"/>
                <a:gd name="connsiteX43" fmla="*/ 419241 w 2915191"/>
                <a:gd name="connsiteY43" fmla="*/ 264248 h 342454"/>
                <a:gd name="connsiteX44" fmla="*/ 428991 w 2915191"/>
                <a:gd name="connsiteY44" fmla="*/ 270662 h 342454"/>
                <a:gd name="connsiteX45" fmla="*/ 438741 w 2915191"/>
                <a:gd name="connsiteY45" fmla="*/ 275215 h 342454"/>
                <a:gd name="connsiteX46" fmla="*/ 448491 w 2915191"/>
                <a:gd name="connsiteY46" fmla="*/ 267310 h 342454"/>
                <a:gd name="connsiteX47" fmla="*/ 458241 w 2915191"/>
                <a:gd name="connsiteY47" fmla="*/ 259522 h 342454"/>
                <a:gd name="connsiteX48" fmla="*/ 467991 w 2915191"/>
                <a:gd name="connsiteY48" fmla="*/ 269602 h 342454"/>
                <a:gd name="connsiteX49" fmla="*/ 477740 w 2915191"/>
                <a:gd name="connsiteY49" fmla="*/ 273535 h 342454"/>
                <a:gd name="connsiteX50" fmla="*/ 487490 w 2915191"/>
                <a:gd name="connsiteY50" fmla="*/ 256325 h 342454"/>
                <a:gd name="connsiteX51" fmla="*/ 497239 w 2915191"/>
                <a:gd name="connsiteY51" fmla="*/ 229474 h 342454"/>
                <a:gd name="connsiteX52" fmla="*/ 506989 w 2915191"/>
                <a:gd name="connsiteY52" fmla="*/ 259040 h 342454"/>
                <a:gd name="connsiteX53" fmla="*/ 516738 w 2915191"/>
                <a:gd name="connsiteY53" fmla="*/ 284535 h 342454"/>
                <a:gd name="connsiteX54" fmla="*/ 526488 w 2915191"/>
                <a:gd name="connsiteY54" fmla="*/ 283052 h 342454"/>
                <a:gd name="connsiteX55" fmla="*/ 536238 w 2915191"/>
                <a:gd name="connsiteY55" fmla="*/ 265822 h 342454"/>
                <a:gd name="connsiteX56" fmla="*/ 545988 w 2915191"/>
                <a:gd name="connsiteY56" fmla="*/ 258554 h 342454"/>
                <a:gd name="connsiteX57" fmla="*/ 555738 w 2915191"/>
                <a:gd name="connsiteY57" fmla="*/ 276303 h 342454"/>
                <a:gd name="connsiteX58" fmla="*/ 565488 w 2915191"/>
                <a:gd name="connsiteY58" fmla="*/ 272611 h 342454"/>
                <a:gd name="connsiteX59" fmla="*/ 575238 w 2915191"/>
                <a:gd name="connsiteY59" fmla="*/ 256802 h 342454"/>
                <a:gd name="connsiteX60" fmla="*/ 584988 w 2915191"/>
                <a:gd name="connsiteY60" fmla="*/ 251252 h 342454"/>
                <a:gd name="connsiteX61" fmla="*/ 594738 w 2915191"/>
                <a:gd name="connsiteY61" fmla="*/ 254624 h 342454"/>
                <a:gd name="connsiteX62" fmla="*/ 604488 w 2915191"/>
                <a:gd name="connsiteY62" fmla="*/ 251133 h 342454"/>
                <a:gd name="connsiteX63" fmla="*/ 614237 w 2915191"/>
                <a:gd name="connsiteY63" fmla="*/ 264369 h 342454"/>
                <a:gd name="connsiteX64" fmla="*/ 623987 w 2915191"/>
                <a:gd name="connsiteY64" fmla="*/ 275245 h 342454"/>
                <a:gd name="connsiteX65" fmla="*/ 633736 w 2915191"/>
                <a:gd name="connsiteY65" fmla="*/ 263198 h 342454"/>
                <a:gd name="connsiteX66" fmla="*/ 643486 w 2915191"/>
                <a:gd name="connsiteY66" fmla="*/ 269327 h 342454"/>
                <a:gd name="connsiteX67" fmla="*/ 653236 w 2915191"/>
                <a:gd name="connsiteY67" fmla="*/ 236118 h 342454"/>
                <a:gd name="connsiteX68" fmla="*/ 662985 w 2915191"/>
                <a:gd name="connsiteY68" fmla="*/ 213043 h 342454"/>
                <a:gd name="connsiteX69" fmla="*/ 672735 w 2915191"/>
                <a:gd name="connsiteY69" fmla="*/ 204749 h 342454"/>
                <a:gd name="connsiteX70" fmla="*/ 682485 w 2915191"/>
                <a:gd name="connsiteY70" fmla="*/ 182954 h 342454"/>
                <a:gd name="connsiteX71" fmla="*/ 692235 w 2915191"/>
                <a:gd name="connsiteY71" fmla="*/ 164576 h 342454"/>
                <a:gd name="connsiteX72" fmla="*/ 701985 w 2915191"/>
                <a:gd name="connsiteY72" fmla="*/ 173800 h 342454"/>
                <a:gd name="connsiteX73" fmla="*/ 711735 w 2915191"/>
                <a:gd name="connsiteY73" fmla="*/ 142492 h 342454"/>
                <a:gd name="connsiteX74" fmla="*/ 721485 w 2915191"/>
                <a:gd name="connsiteY74" fmla="*/ 145280 h 342454"/>
                <a:gd name="connsiteX75" fmla="*/ 731235 w 2915191"/>
                <a:gd name="connsiteY75" fmla="*/ 149334 h 342454"/>
                <a:gd name="connsiteX76" fmla="*/ 740985 w 2915191"/>
                <a:gd name="connsiteY76" fmla="*/ 151257 h 342454"/>
                <a:gd name="connsiteX77" fmla="*/ 750734 w 2915191"/>
                <a:gd name="connsiteY77" fmla="*/ 153294 h 342454"/>
                <a:gd name="connsiteX78" fmla="*/ 760484 w 2915191"/>
                <a:gd name="connsiteY78" fmla="*/ 161609 h 342454"/>
                <a:gd name="connsiteX79" fmla="*/ 770233 w 2915191"/>
                <a:gd name="connsiteY79" fmla="*/ 147184 h 342454"/>
                <a:gd name="connsiteX80" fmla="*/ 779983 w 2915191"/>
                <a:gd name="connsiteY80" fmla="*/ 134146 h 342454"/>
                <a:gd name="connsiteX81" fmla="*/ 789733 w 2915191"/>
                <a:gd name="connsiteY81" fmla="*/ 119429 h 342454"/>
                <a:gd name="connsiteX82" fmla="*/ 799482 w 2915191"/>
                <a:gd name="connsiteY82" fmla="*/ 130448 h 342454"/>
                <a:gd name="connsiteX83" fmla="*/ 809232 w 2915191"/>
                <a:gd name="connsiteY83" fmla="*/ 134130 h 342454"/>
                <a:gd name="connsiteX84" fmla="*/ 818982 w 2915191"/>
                <a:gd name="connsiteY84" fmla="*/ 166955 h 342454"/>
                <a:gd name="connsiteX85" fmla="*/ 828732 w 2915191"/>
                <a:gd name="connsiteY85" fmla="*/ 168433 h 342454"/>
                <a:gd name="connsiteX86" fmla="*/ 838482 w 2915191"/>
                <a:gd name="connsiteY86" fmla="*/ 177343 h 342454"/>
                <a:gd name="connsiteX87" fmla="*/ 848232 w 2915191"/>
                <a:gd name="connsiteY87" fmla="*/ 186468 h 342454"/>
                <a:gd name="connsiteX88" fmla="*/ 857982 w 2915191"/>
                <a:gd name="connsiteY88" fmla="*/ 164561 h 342454"/>
                <a:gd name="connsiteX89" fmla="*/ 867732 w 2915191"/>
                <a:gd name="connsiteY89" fmla="*/ 142528 h 342454"/>
                <a:gd name="connsiteX90" fmla="*/ 877482 w 2915191"/>
                <a:gd name="connsiteY90" fmla="*/ 72664 h 342454"/>
                <a:gd name="connsiteX91" fmla="*/ 887231 w 2915191"/>
                <a:gd name="connsiteY91" fmla="*/ 63958 h 342454"/>
                <a:gd name="connsiteX92" fmla="*/ 896981 w 2915191"/>
                <a:gd name="connsiteY92" fmla="*/ 30398 h 342454"/>
                <a:gd name="connsiteX93" fmla="*/ 906730 w 2915191"/>
                <a:gd name="connsiteY93" fmla="*/ 53319 h 342454"/>
                <a:gd name="connsiteX94" fmla="*/ 916480 w 2915191"/>
                <a:gd name="connsiteY94" fmla="*/ 85624 h 342454"/>
                <a:gd name="connsiteX95" fmla="*/ 926230 w 2915191"/>
                <a:gd name="connsiteY95" fmla="*/ 83631 h 342454"/>
                <a:gd name="connsiteX96" fmla="*/ 935979 w 2915191"/>
                <a:gd name="connsiteY96" fmla="*/ 92861 h 342454"/>
                <a:gd name="connsiteX97" fmla="*/ 945729 w 2915191"/>
                <a:gd name="connsiteY97" fmla="*/ 72184 h 342454"/>
                <a:gd name="connsiteX98" fmla="*/ 955479 w 2915191"/>
                <a:gd name="connsiteY98" fmla="*/ 76131 h 342454"/>
                <a:gd name="connsiteX99" fmla="*/ 965229 w 2915191"/>
                <a:gd name="connsiteY99" fmla="*/ 75490 h 342454"/>
                <a:gd name="connsiteX100" fmla="*/ 974979 w 2915191"/>
                <a:gd name="connsiteY100" fmla="*/ 37096 h 342454"/>
                <a:gd name="connsiteX101" fmla="*/ 984729 w 2915191"/>
                <a:gd name="connsiteY101" fmla="*/ 61323 h 342454"/>
                <a:gd name="connsiteX102" fmla="*/ 994474 w 2915191"/>
                <a:gd name="connsiteY102" fmla="*/ 86194 h 342454"/>
                <a:gd name="connsiteX103" fmla="*/ 1004233 w 2915191"/>
                <a:gd name="connsiteY103" fmla="*/ 120108 h 342454"/>
                <a:gd name="connsiteX104" fmla="*/ 1013977 w 2915191"/>
                <a:gd name="connsiteY104" fmla="*/ 95081 h 342454"/>
                <a:gd name="connsiteX105" fmla="*/ 1023721 w 2915191"/>
                <a:gd name="connsiteY105" fmla="*/ 107672 h 342454"/>
                <a:gd name="connsiteX106" fmla="*/ 1033480 w 2915191"/>
                <a:gd name="connsiteY106" fmla="*/ 103868 h 342454"/>
                <a:gd name="connsiteX107" fmla="*/ 1043224 w 2915191"/>
                <a:gd name="connsiteY107" fmla="*/ 92684 h 342454"/>
                <a:gd name="connsiteX108" fmla="*/ 1052983 w 2915191"/>
                <a:gd name="connsiteY108" fmla="*/ 91785 h 342454"/>
                <a:gd name="connsiteX109" fmla="*/ 1062727 w 2915191"/>
                <a:gd name="connsiteY109" fmla="*/ 112805 h 342454"/>
                <a:gd name="connsiteX110" fmla="*/ 1072471 w 2915191"/>
                <a:gd name="connsiteY110" fmla="*/ 125676 h 342454"/>
                <a:gd name="connsiteX111" fmla="*/ 1082230 w 2915191"/>
                <a:gd name="connsiteY111" fmla="*/ 129599 h 342454"/>
                <a:gd name="connsiteX112" fmla="*/ 1091973 w 2915191"/>
                <a:gd name="connsiteY112" fmla="*/ 122683 h 342454"/>
                <a:gd name="connsiteX113" fmla="*/ 1101732 w 2915191"/>
                <a:gd name="connsiteY113" fmla="*/ 89345 h 342454"/>
                <a:gd name="connsiteX114" fmla="*/ 1111476 w 2915191"/>
                <a:gd name="connsiteY114" fmla="*/ 115233 h 342454"/>
                <a:gd name="connsiteX115" fmla="*/ 1121220 w 2915191"/>
                <a:gd name="connsiteY115" fmla="*/ 132833 h 342454"/>
                <a:gd name="connsiteX116" fmla="*/ 1130979 w 2915191"/>
                <a:gd name="connsiteY116" fmla="*/ 136875 h 342454"/>
                <a:gd name="connsiteX117" fmla="*/ 1140723 w 2915191"/>
                <a:gd name="connsiteY117" fmla="*/ 150244 h 342454"/>
                <a:gd name="connsiteX118" fmla="*/ 1150482 w 2915191"/>
                <a:gd name="connsiteY118" fmla="*/ 155541 h 342454"/>
                <a:gd name="connsiteX119" fmla="*/ 1160226 w 2915191"/>
                <a:gd name="connsiteY119" fmla="*/ 143798 h 342454"/>
                <a:gd name="connsiteX120" fmla="*/ 1169969 w 2915191"/>
                <a:gd name="connsiteY120" fmla="*/ 127430 h 342454"/>
                <a:gd name="connsiteX121" fmla="*/ 1179728 w 2915191"/>
                <a:gd name="connsiteY121" fmla="*/ 131038 h 342454"/>
                <a:gd name="connsiteX122" fmla="*/ 1189472 w 2915191"/>
                <a:gd name="connsiteY122" fmla="*/ 138647 h 342454"/>
                <a:gd name="connsiteX123" fmla="*/ 1199231 w 2915191"/>
                <a:gd name="connsiteY123" fmla="*/ 163653 h 342454"/>
                <a:gd name="connsiteX124" fmla="*/ 1208975 w 2915191"/>
                <a:gd name="connsiteY124" fmla="*/ 134867 h 342454"/>
                <a:gd name="connsiteX125" fmla="*/ 1218719 w 2915191"/>
                <a:gd name="connsiteY125" fmla="*/ 141853 h 342454"/>
                <a:gd name="connsiteX126" fmla="*/ 1228478 w 2915191"/>
                <a:gd name="connsiteY126" fmla="*/ 138488 h 342454"/>
                <a:gd name="connsiteX127" fmla="*/ 1238222 w 2915191"/>
                <a:gd name="connsiteY127" fmla="*/ 147609 h 342454"/>
                <a:gd name="connsiteX128" fmla="*/ 1247966 w 2915191"/>
                <a:gd name="connsiteY128" fmla="*/ 135992 h 342454"/>
                <a:gd name="connsiteX129" fmla="*/ 1257725 w 2915191"/>
                <a:gd name="connsiteY129" fmla="*/ 137528 h 342454"/>
                <a:gd name="connsiteX130" fmla="*/ 1267469 w 2915191"/>
                <a:gd name="connsiteY130" fmla="*/ 120633 h 342454"/>
                <a:gd name="connsiteX131" fmla="*/ 1277227 w 2915191"/>
                <a:gd name="connsiteY131" fmla="*/ 104571 h 342454"/>
                <a:gd name="connsiteX132" fmla="*/ 1286971 w 2915191"/>
                <a:gd name="connsiteY132" fmla="*/ 73039 h 342454"/>
                <a:gd name="connsiteX133" fmla="*/ 1296715 w 2915191"/>
                <a:gd name="connsiteY133" fmla="*/ 64949 h 342454"/>
                <a:gd name="connsiteX134" fmla="*/ 1306474 w 2915191"/>
                <a:gd name="connsiteY134" fmla="*/ 88400 h 342454"/>
                <a:gd name="connsiteX135" fmla="*/ 1316218 w 2915191"/>
                <a:gd name="connsiteY135" fmla="*/ 106815 h 342454"/>
                <a:gd name="connsiteX136" fmla="*/ 1325977 w 2915191"/>
                <a:gd name="connsiteY136" fmla="*/ 77621 h 342454"/>
                <a:gd name="connsiteX137" fmla="*/ 1335721 w 2915191"/>
                <a:gd name="connsiteY137" fmla="*/ 53285 h 342454"/>
                <a:gd name="connsiteX138" fmla="*/ 1345465 w 2915191"/>
                <a:gd name="connsiteY138" fmla="*/ 23779 h 342454"/>
                <a:gd name="connsiteX139" fmla="*/ 1355224 w 2915191"/>
                <a:gd name="connsiteY139" fmla="*/ 13603 h 342454"/>
                <a:gd name="connsiteX140" fmla="*/ 1364967 w 2915191"/>
                <a:gd name="connsiteY140" fmla="*/ 18367 h 342454"/>
                <a:gd name="connsiteX141" fmla="*/ 1374726 w 2915191"/>
                <a:gd name="connsiteY141" fmla="*/ 10002 h 342454"/>
                <a:gd name="connsiteX142" fmla="*/ 1384470 w 2915191"/>
                <a:gd name="connsiteY142" fmla="*/ 69039 h 342454"/>
                <a:gd name="connsiteX143" fmla="*/ 1394214 w 2915191"/>
                <a:gd name="connsiteY143" fmla="*/ 88040 h 342454"/>
                <a:gd name="connsiteX144" fmla="*/ 1403973 w 2915191"/>
                <a:gd name="connsiteY144" fmla="*/ 76213 h 342454"/>
                <a:gd name="connsiteX145" fmla="*/ 1413717 w 2915191"/>
                <a:gd name="connsiteY145" fmla="*/ 94324 h 342454"/>
                <a:gd name="connsiteX146" fmla="*/ 1423476 w 2915191"/>
                <a:gd name="connsiteY146" fmla="*/ 99884 h 342454"/>
                <a:gd name="connsiteX147" fmla="*/ 1433220 w 2915191"/>
                <a:gd name="connsiteY147" fmla="*/ 95254 h 342454"/>
                <a:gd name="connsiteX148" fmla="*/ 1442964 w 2915191"/>
                <a:gd name="connsiteY148" fmla="*/ 80225 h 342454"/>
                <a:gd name="connsiteX149" fmla="*/ 1452722 w 2915191"/>
                <a:gd name="connsiteY149" fmla="*/ 97970 h 342454"/>
                <a:gd name="connsiteX150" fmla="*/ 1462466 w 2915191"/>
                <a:gd name="connsiteY150" fmla="*/ 104951 h 342454"/>
                <a:gd name="connsiteX151" fmla="*/ 1472225 w 2915191"/>
                <a:gd name="connsiteY151" fmla="*/ 116115 h 342454"/>
                <a:gd name="connsiteX152" fmla="*/ 1481969 w 2915191"/>
                <a:gd name="connsiteY152" fmla="*/ 120250 h 342454"/>
                <a:gd name="connsiteX153" fmla="*/ 1491713 w 2915191"/>
                <a:gd name="connsiteY153" fmla="*/ 126320 h 342454"/>
                <a:gd name="connsiteX154" fmla="*/ 1501472 w 2915191"/>
                <a:gd name="connsiteY154" fmla="*/ 112230 h 342454"/>
                <a:gd name="connsiteX155" fmla="*/ 1511216 w 2915191"/>
                <a:gd name="connsiteY155" fmla="*/ 103798 h 342454"/>
                <a:gd name="connsiteX156" fmla="*/ 1520960 w 2915191"/>
                <a:gd name="connsiteY156" fmla="*/ 140634 h 342454"/>
                <a:gd name="connsiteX157" fmla="*/ 1530719 w 2915191"/>
                <a:gd name="connsiteY157" fmla="*/ 159862 h 342454"/>
                <a:gd name="connsiteX158" fmla="*/ 1540463 w 2915191"/>
                <a:gd name="connsiteY158" fmla="*/ 172573 h 342454"/>
                <a:gd name="connsiteX159" fmla="*/ 1550221 w 2915191"/>
                <a:gd name="connsiteY159" fmla="*/ 145213 h 342454"/>
                <a:gd name="connsiteX160" fmla="*/ 1559965 w 2915191"/>
                <a:gd name="connsiteY160" fmla="*/ 165064 h 342454"/>
                <a:gd name="connsiteX161" fmla="*/ 1569709 w 2915191"/>
                <a:gd name="connsiteY161" fmla="*/ 152984 h 342454"/>
                <a:gd name="connsiteX162" fmla="*/ 1579468 w 2915191"/>
                <a:gd name="connsiteY162" fmla="*/ 119874 h 342454"/>
                <a:gd name="connsiteX163" fmla="*/ 1589212 w 2915191"/>
                <a:gd name="connsiteY163" fmla="*/ 81468 h 342454"/>
                <a:gd name="connsiteX164" fmla="*/ 1598971 w 2915191"/>
                <a:gd name="connsiteY164" fmla="*/ 136111 h 342454"/>
                <a:gd name="connsiteX165" fmla="*/ 1608715 w 2915191"/>
                <a:gd name="connsiteY165" fmla="*/ 135865 h 342454"/>
                <a:gd name="connsiteX166" fmla="*/ 1618459 w 2915191"/>
                <a:gd name="connsiteY166" fmla="*/ 150730 h 342454"/>
                <a:gd name="connsiteX167" fmla="*/ 1628218 w 2915191"/>
                <a:gd name="connsiteY167" fmla="*/ 93843 h 342454"/>
                <a:gd name="connsiteX168" fmla="*/ 1637962 w 2915191"/>
                <a:gd name="connsiteY168" fmla="*/ 117577 h 342454"/>
                <a:gd name="connsiteX169" fmla="*/ 1647720 w 2915191"/>
                <a:gd name="connsiteY169" fmla="*/ 106434 h 342454"/>
                <a:gd name="connsiteX170" fmla="*/ 1657464 w 2915191"/>
                <a:gd name="connsiteY170" fmla="*/ 72285 h 342454"/>
                <a:gd name="connsiteX171" fmla="*/ 1667208 w 2915191"/>
                <a:gd name="connsiteY171" fmla="*/ 72525 h 342454"/>
                <a:gd name="connsiteX172" fmla="*/ 1676967 w 2915191"/>
                <a:gd name="connsiteY172" fmla="*/ 70596 h 342454"/>
                <a:gd name="connsiteX173" fmla="*/ 1686711 w 2915191"/>
                <a:gd name="connsiteY173" fmla="*/ 71262 h 342454"/>
                <a:gd name="connsiteX174" fmla="*/ 1696470 w 2915191"/>
                <a:gd name="connsiteY174" fmla="*/ 68358 h 342454"/>
                <a:gd name="connsiteX175" fmla="*/ 1706214 w 2915191"/>
                <a:gd name="connsiteY175" fmla="*/ 81219 h 342454"/>
                <a:gd name="connsiteX176" fmla="*/ 1715958 w 2915191"/>
                <a:gd name="connsiteY176" fmla="*/ 92758 h 342454"/>
                <a:gd name="connsiteX177" fmla="*/ 1725716 w 2915191"/>
                <a:gd name="connsiteY177" fmla="*/ 60722 h 342454"/>
                <a:gd name="connsiteX178" fmla="*/ 1735460 w 2915191"/>
                <a:gd name="connsiteY178" fmla="*/ 49606 h 342454"/>
                <a:gd name="connsiteX179" fmla="*/ 1745219 w 2915191"/>
                <a:gd name="connsiteY179" fmla="*/ 57033 h 342454"/>
                <a:gd name="connsiteX180" fmla="*/ 1754963 w 2915191"/>
                <a:gd name="connsiteY180" fmla="*/ 71835 h 342454"/>
                <a:gd name="connsiteX181" fmla="*/ 1764707 w 2915191"/>
                <a:gd name="connsiteY181" fmla="*/ 91760 h 342454"/>
                <a:gd name="connsiteX182" fmla="*/ 1774466 w 2915191"/>
                <a:gd name="connsiteY182" fmla="*/ 56014 h 342454"/>
                <a:gd name="connsiteX183" fmla="*/ 1784210 w 2915191"/>
                <a:gd name="connsiteY183" fmla="*/ 31353 h 342454"/>
                <a:gd name="connsiteX184" fmla="*/ 1793969 w 2915191"/>
                <a:gd name="connsiteY184" fmla="*/ 11430 h 342454"/>
                <a:gd name="connsiteX185" fmla="*/ 1803713 w 2915191"/>
                <a:gd name="connsiteY185" fmla="*/ 7041 h 342454"/>
                <a:gd name="connsiteX186" fmla="*/ 1813457 w 2915191"/>
                <a:gd name="connsiteY186" fmla="*/ 30760 h 342454"/>
                <a:gd name="connsiteX187" fmla="*/ 1823215 w 2915191"/>
                <a:gd name="connsiteY187" fmla="*/ 44128 h 342454"/>
                <a:gd name="connsiteX188" fmla="*/ 1832959 w 2915191"/>
                <a:gd name="connsiteY188" fmla="*/ 55420 h 342454"/>
                <a:gd name="connsiteX189" fmla="*/ 1842703 w 2915191"/>
                <a:gd name="connsiteY189" fmla="*/ 70708 h 342454"/>
                <a:gd name="connsiteX190" fmla="*/ 1852462 w 2915191"/>
                <a:gd name="connsiteY190" fmla="*/ 76879 h 342454"/>
                <a:gd name="connsiteX191" fmla="*/ 1862206 w 2915191"/>
                <a:gd name="connsiteY191" fmla="*/ 71079 h 342454"/>
                <a:gd name="connsiteX192" fmla="*/ 1871965 w 2915191"/>
                <a:gd name="connsiteY192" fmla="*/ 52000 h 342454"/>
                <a:gd name="connsiteX193" fmla="*/ 1881709 w 2915191"/>
                <a:gd name="connsiteY193" fmla="*/ 46194 h 342454"/>
                <a:gd name="connsiteX194" fmla="*/ 1891453 w 2915191"/>
                <a:gd name="connsiteY194" fmla="*/ 31359 h 342454"/>
                <a:gd name="connsiteX195" fmla="*/ 1901212 w 2915191"/>
                <a:gd name="connsiteY195" fmla="*/ 6229 h 342454"/>
                <a:gd name="connsiteX196" fmla="*/ 1910956 w 2915191"/>
                <a:gd name="connsiteY196" fmla="*/ 17120 h 342454"/>
                <a:gd name="connsiteX197" fmla="*/ 1920714 w 2915191"/>
                <a:gd name="connsiteY197" fmla="*/ 19124 h 342454"/>
                <a:gd name="connsiteX198" fmla="*/ 1930458 w 2915191"/>
                <a:gd name="connsiteY198" fmla="*/ 34314 h 342454"/>
                <a:gd name="connsiteX199" fmla="*/ 1940202 w 2915191"/>
                <a:gd name="connsiteY199" fmla="*/ 56172 h 342454"/>
                <a:gd name="connsiteX200" fmla="*/ 1949961 w 2915191"/>
                <a:gd name="connsiteY200" fmla="*/ 65079 h 342454"/>
                <a:gd name="connsiteX201" fmla="*/ 1959705 w 2915191"/>
                <a:gd name="connsiteY201" fmla="*/ 59700 h 342454"/>
                <a:gd name="connsiteX202" fmla="*/ 1969464 w 2915191"/>
                <a:gd name="connsiteY202" fmla="*/ 68811 h 342454"/>
                <a:gd name="connsiteX203" fmla="*/ 1979208 w 2915191"/>
                <a:gd name="connsiteY203" fmla="*/ 76435 h 342454"/>
                <a:gd name="connsiteX204" fmla="*/ 1988952 w 2915191"/>
                <a:gd name="connsiteY204" fmla="*/ 86958 h 342454"/>
                <a:gd name="connsiteX205" fmla="*/ 1998711 w 2915191"/>
                <a:gd name="connsiteY205" fmla="*/ 120804 h 342454"/>
                <a:gd name="connsiteX206" fmla="*/ 2008454 w 2915191"/>
                <a:gd name="connsiteY206" fmla="*/ 114335 h 342454"/>
                <a:gd name="connsiteX207" fmla="*/ 2018213 w 2915191"/>
                <a:gd name="connsiteY207" fmla="*/ 108822 h 342454"/>
                <a:gd name="connsiteX208" fmla="*/ 2027957 w 2915191"/>
                <a:gd name="connsiteY208" fmla="*/ 121483 h 342454"/>
                <a:gd name="connsiteX209" fmla="*/ 2037701 w 2915191"/>
                <a:gd name="connsiteY209" fmla="*/ 113377 h 342454"/>
                <a:gd name="connsiteX210" fmla="*/ 2047460 w 2915191"/>
                <a:gd name="connsiteY210" fmla="*/ 125300 h 342454"/>
                <a:gd name="connsiteX211" fmla="*/ 2057204 w 2915191"/>
                <a:gd name="connsiteY211" fmla="*/ 142580 h 342454"/>
                <a:gd name="connsiteX212" fmla="*/ 2066963 w 2915191"/>
                <a:gd name="connsiteY212" fmla="*/ 117289 h 342454"/>
                <a:gd name="connsiteX213" fmla="*/ 2076707 w 2915191"/>
                <a:gd name="connsiteY213" fmla="*/ 96974 h 342454"/>
                <a:gd name="connsiteX214" fmla="*/ 2086451 w 2915191"/>
                <a:gd name="connsiteY214" fmla="*/ 88610 h 342454"/>
                <a:gd name="connsiteX215" fmla="*/ 2096210 w 2915191"/>
                <a:gd name="connsiteY215" fmla="*/ 87756 h 342454"/>
                <a:gd name="connsiteX216" fmla="*/ 2105954 w 2915191"/>
                <a:gd name="connsiteY216" fmla="*/ 68517 h 342454"/>
                <a:gd name="connsiteX217" fmla="*/ 2115697 w 2915191"/>
                <a:gd name="connsiteY217" fmla="*/ 63060 h 342454"/>
                <a:gd name="connsiteX218" fmla="*/ 2125456 w 2915191"/>
                <a:gd name="connsiteY218" fmla="*/ 71362 h 342454"/>
                <a:gd name="connsiteX219" fmla="*/ 2135200 w 2915191"/>
                <a:gd name="connsiteY219" fmla="*/ 79927 h 342454"/>
                <a:gd name="connsiteX220" fmla="*/ 2144959 w 2915191"/>
                <a:gd name="connsiteY220" fmla="*/ 108156 h 342454"/>
                <a:gd name="connsiteX221" fmla="*/ 2154703 w 2915191"/>
                <a:gd name="connsiteY221" fmla="*/ 96094 h 342454"/>
                <a:gd name="connsiteX222" fmla="*/ 2164447 w 2915191"/>
                <a:gd name="connsiteY222" fmla="*/ 116458 h 342454"/>
                <a:gd name="connsiteX223" fmla="*/ 2174206 w 2915191"/>
                <a:gd name="connsiteY223" fmla="*/ 139554 h 342454"/>
                <a:gd name="connsiteX224" fmla="*/ 2183950 w 2915191"/>
                <a:gd name="connsiteY224" fmla="*/ 118799 h 342454"/>
                <a:gd name="connsiteX225" fmla="*/ 2193709 w 2915191"/>
                <a:gd name="connsiteY225" fmla="*/ 145480 h 342454"/>
                <a:gd name="connsiteX226" fmla="*/ 2203452 w 2915191"/>
                <a:gd name="connsiteY226" fmla="*/ 148477 h 342454"/>
                <a:gd name="connsiteX227" fmla="*/ 2213196 w 2915191"/>
                <a:gd name="connsiteY227" fmla="*/ 114526 h 342454"/>
                <a:gd name="connsiteX228" fmla="*/ 2222955 w 2915191"/>
                <a:gd name="connsiteY228" fmla="*/ 87135 h 342454"/>
                <a:gd name="connsiteX229" fmla="*/ 2232699 w 2915191"/>
                <a:gd name="connsiteY229" fmla="*/ 78437 h 342454"/>
                <a:gd name="connsiteX230" fmla="*/ 2242458 w 2915191"/>
                <a:gd name="connsiteY230" fmla="*/ 83740 h 342454"/>
                <a:gd name="connsiteX231" fmla="*/ 2252202 w 2915191"/>
                <a:gd name="connsiteY231" fmla="*/ 93730 h 342454"/>
                <a:gd name="connsiteX232" fmla="*/ 2261946 w 2915191"/>
                <a:gd name="connsiteY232" fmla="*/ 62696 h 342454"/>
                <a:gd name="connsiteX233" fmla="*/ 2271705 w 2915191"/>
                <a:gd name="connsiteY233" fmla="*/ 50777 h 342454"/>
                <a:gd name="connsiteX234" fmla="*/ 2281449 w 2915191"/>
                <a:gd name="connsiteY234" fmla="*/ 46464 h 342454"/>
                <a:gd name="connsiteX235" fmla="*/ 2291208 w 2915191"/>
                <a:gd name="connsiteY235" fmla="*/ 32352 h 342454"/>
                <a:gd name="connsiteX236" fmla="*/ 2300951 w 2915191"/>
                <a:gd name="connsiteY236" fmla="*/ 58654 h 342454"/>
                <a:gd name="connsiteX237" fmla="*/ 2310695 w 2915191"/>
                <a:gd name="connsiteY237" fmla="*/ 15316 h 342454"/>
                <a:gd name="connsiteX238" fmla="*/ 2320454 w 2915191"/>
                <a:gd name="connsiteY238" fmla="*/ 53747 h 342454"/>
                <a:gd name="connsiteX239" fmla="*/ 2330198 w 2915191"/>
                <a:gd name="connsiteY239" fmla="*/ 45877 h 342454"/>
                <a:gd name="connsiteX240" fmla="*/ 2339957 w 2915191"/>
                <a:gd name="connsiteY240" fmla="*/ 39594 h 342454"/>
                <a:gd name="connsiteX241" fmla="*/ 2349701 w 2915191"/>
                <a:gd name="connsiteY241" fmla="*/ 9751 h 342454"/>
                <a:gd name="connsiteX242" fmla="*/ 2359445 w 2915191"/>
                <a:gd name="connsiteY242" fmla="*/ 0 h 342454"/>
                <a:gd name="connsiteX243" fmla="*/ 2369204 w 2915191"/>
                <a:gd name="connsiteY243" fmla="*/ 15291 h 342454"/>
                <a:gd name="connsiteX244" fmla="*/ 2378948 w 2915191"/>
                <a:gd name="connsiteY244" fmla="*/ 49475 h 342454"/>
                <a:gd name="connsiteX245" fmla="*/ 2388692 w 2915191"/>
                <a:gd name="connsiteY245" fmla="*/ 52699 h 342454"/>
                <a:gd name="connsiteX246" fmla="*/ 2398450 w 2915191"/>
                <a:gd name="connsiteY246" fmla="*/ 72072 h 342454"/>
                <a:gd name="connsiteX247" fmla="*/ 2408194 w 2915191"/>
                <a:gd name="connsiteY247" fmla="*/ 118629 h 342454"/>
                <a:gd name="connsiteX248" fmla="*/ 2417953 w 2915191"/>
                <a:gd name="connsiteY248" fmla="*/ 145611 h 342454"/>
                <a:gd name="connsiteX249" fmla="*/ 2427697 w 2915191"/>
                <a:gd name="connsiteY249" fmla="*/ 131528 h 342454"/>
                <a:gd name="connsiteX250" fmla="*/ 2437441 w 2915191"/>
                <a:gd name="connsiteY250" fmla="*/ 151342 h 342454"/>
                <a:gd name="connsiteX251" fmla="*/ 2447200 w 2915191"/>
                <a:gd name="connsiteY251" fmla="*/ 154485 h 342454"/>
                <a:gd name="connsiteX252" fmla="*/ 2456944 w 2915191"/>
                <a:gd name="connsiteY252" fmla="*/ 193536 h 342454"/>
                <a:gd name="connsiteX253" fmla="*/ 2466703 w 2915191"/>
                <a:gd name="connsiteY253" fmla="*/ 206373 h 342454"/>
                <a:gd name="connsiteX254" fmla="*/ 2476446 w 2915191"/>
                <a:gd name="connsiteY254" fmla="*/ 234410 h 342454"/>
                <a:gd name="connsiteX255" fmla="*/ 2486190 w 2915191"/>
                <a:gd name="connsiteY255" fmla="*/ 223799 h 342454"/>
                <a:gd name="connsiteX256" fmla="*/ 2495949 w 2915191"/>
                <a:gd name="connsiteY256" fmla="*/ 225833 h 342454"/>
                <a:gd name="connsiteX257" fmla="*/ 2505693 w 2915191"/>
                <a:gd name="connsiteY257" fmla="*/ 234236 h 342454"/>
                <a:gd name="connsiteX258" fmla="*/ 2515452 w 2915191"/>
                <a:gd name="connsiteY258" fmla="*/ 235745 h 342454"/>
                <a:gd name="connsiteX259" fmla="*/ 2525196 w 2915191"/>
                <a:gd name="connsiteY259" fmla="*/ 233984 h 342454"/>
                <a:gd name="connsiteX260" fmla="*/ 2534940 w 2915191"/>
                <a:gd name="connsiteY260" fmla="*/ 237795 h 342454"/>
                <a:gd name="connsiteX261" fmla="*/ 2544699 w 2915191"/>
                <a:gd name="connsiteY261" fmla="*/ 206834 h 342454"/>
                <a:gd name="connsiteX262" fmla="*/ 2554443 w 2915191"/>
                <a:gd name="connsiteY262" fmla="*/ 185804 h 342454"/>
                <a:gd name="connsiteX263" fmla="*/ 2564202 w 2915191"/>
                <a:gd name="connsiteY263" fmla="*/ 178983 h 342454"/>
                <a:gd name="connsiteX264" fmla="*/ 2573946 w 2915191"/>
                <a:gd name="connsiteY264" fmla="*/ 190533 h 342454"/>
                <a:gd name="connsiteX265" fmla="*/ 2583690 w 2915191"/>
                <a:gd name="connsiteY265" fmla="*/ 189452 h 342454"/>
                <a:gd name="connsiteX266" fmla="*/ 2593448 w 2915191"/>
                <a:gd name="connsiteY266" fmla="*/ 172789 h 342454"/>
                <a:gd name="connsiteX267" fmla="*/ 2603192 w 2915191"/>
                <a:gd name="connsiteY267" fmla="*/ 200737 h 342454"/>
                <a:gd name="connsiteX268" fmla="*/ 2612951 w 2915191"/>
                <a:gd name="connsiteY268" fmla="*/ 200557 h 342454"/>
                <a:gd name="connsiteX269" fmla="*/ 2622695 w 2915191"/>
                <a:gd name="connsiteY269" fmla="*/ 183491 h 342454"/>
                <a:gd name="connsiteX270" fmla="*/ 2632439 w 2915191"/>
                <a:gd name="connsiteY270" fmla="*/ 194636 h 342454"/>
                <a:gd name="connsiteX271" fmla="*/ 2642198 w 2915191"/>
                <a:gd name="connsiteY271" fmla="*/ 222268 h 342454"/>
                <a:gd name="connsiteX272" fmla="*/ 2651942 w 2915191"/>
                <a:gd name="connsiteY272" fmla="*/ 236091 h 342454"/>
                <a:gd name="connsiteX273" fmla="*/ 2661685 w 2915191"/>
                <a:gd name="connsiteY273" fmla="*/ 211938 h 342454"/>
                <a:gd name="connsiteX274" fmla="*/ 2671444 w 2915191"/>
                <a:gd name="connsiteY274" fmla="*/ 193110 h 342454"/>
                <a:gd name="connsiteX275" fmla="*/ 2681188 w 2915191"/>
                <a:gd name="connsiteY275" fmla="*/ 149429 h 342454"/>
                <a:gd name="connsiteX276" fmla="*/ 2690947 w 2915191"/>
                <a:gd name="connsiteY276" fmla="*/ 194421 h 342454"/>
                <a:gd name="connsiteX277" fmla="*/ 2700691 w 2915191"/>
                <a:gd name="connsiteY277" fmla="*/ 223914 h 342454"/>
                <a:gd name="connsiteX278" fmla="*/ 2710435 w 2915191"/>
                <a:gd name="connsiteY278" fmla="*/ 230285 h 342454"/>
                <a:gd name="connsiteX279" fmla="*/ 2720194 w 2915191"/>
                <a:gd name="connsiteY279" fmla="*/ 228965 h 342454"/>
                <a:gd name="connsiteX280" fmla="*/ 2729938 w 2915191"/>
                <a:gd name="connsiteY280" fmla="*/ 204502 h 342454"/>
                <a:gd name="connsiteX281" fmla="*/ 2739697 w 2915191"/>
                <a:gd name="connsiteY281" fmla="*/ 229741 h 342454"/>
                <a:gd name="connsiteX282" fmla="*/ 2749441 w 2915191"/>
                <a:gd name="connsiteY282" fmla="*/ 233053 h 342454"/>
                <a:gd name="connsiteX283" fmla="*/ 2759185 w 2915191"/>
                <a:gd name="connsiteY283" fmla="*/ 263809 h 342454"/>
                <a:gd name="connsiteX284" fmla="*/ 2768943 w 2915191"/>
                <a:gd name="connsiteY284" fmla="*/ 284386 h 342454"/>
                <a:gd name="connsiteX285" fmla="*/ 2778687 w 2915191"/>
                <a:gd name="connsiteY285" fmla="*/ 309604 h 342454"/>
                <a:gd name="connsiteX286" fmla="*/ 2788446 w 2915191"/>
                <a:gd name="connsiteY286" fmla="*/ 339324 h 342454"/>
                <a:gd name="connsiteX287" fmla="*/ 2798190 w 2915191"/>
                <a:gd name="connsiteY287" fmla="*/ 308738 h 342454"/>
                <a:gd name="connsiteX288" fmla="*/ 2807934 w 2915191"/>
                <a:gd name="connsiteY288" fmla="*/ 293692 h 342454"/>
                <a:gd name="connsiteX289" fmla="*/ 2817693 w 2915191"/>
                <a:gd name="connsiteY289" fmla="*/ 216506 h 342454"/>
                <a:gd name="connsiteX290" fmla="*/ 2827437 w 2915191"/>
                <a:gd name="connsiteY290" fmla="*/ 244805 h 342454"/>
                <a:gd name="connsiteX291" fmla="*/ 2837196 w 2915191"/>
                <a:gd name="connsiteY291" fmla="*/ 224550 h 342454"/>
                <a:gd name="connsiteX292" fmla="*/ 2846940 w 2915191"/>
                <a:gd name="connsiteY292" fmla="*/ 241565 h 342454"/>
                <a:gd name="connsiteX293" fmla="*/ 2856684 w 2915191"/>
                <a:gd name="connsiteY293" fmla="*/ 243704 h 342454"/>
                <a:gd name="connsiteX294" fmla="*/ 2866442 w 2915191"/>
                <a:gd name="connsiteY294" fmla="*/ 220216 h 342454"/>
                <a:gd name="connsiteX295" fmla="*/ 2876186 w 2915191"/>
                <a:gd name="connsiteY295" fmla="*/ 213210 h 342454"/>
                <a:gd name="connsiteX296" fmla="*/ 2885945 w 2915191"/>
                <a:gd name="connsiteY296" fmla="*/ 233570 h 342454"/>
                <a:gd name="connsiteX297" fmla="*/ 2895689 w 2915191"/>
                <a:gd name="connsiteY297" fmla="*/ 234845 h 342454"/>
                <a:gd name="connsiteX298" fmla="*/ 2905433 w 2915191"/>
                <a:gd name="connsiteY298" fmla="*/ 244154 h 342454"/>
                <a:gd name="connsiteX299" fmla="*/ 2915192 w 2915191"/>
                <a:gd name="connsiteY299" fmla="*/ 284389 h 342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42454">
                  <a:moveTo>
                    <a:pt x="0" y="261270"/>
                  </a:moveTo>
                  <a:lnTo>
                    <a:pt x="9750" y="261009"/>
                  </a:lnTo>
                  <a:lnTo>
                    <a:pt x="19500" y="268195"/>
                  </a:lnTo>
                  <a:lnTo>
                    <a:pt x="29250" y="295214"/>
                  </a:lnTo>
                  <a:lnTo>
                    <a:pt x="39000" y="302461"/>
                  </a:lnTo>
                  <a:lnTo>
                    <a:pt x="48749" y="285646"/>
                  </a:lnTo>
                  <a:lnTo>
                    <a:pt x="58499" y="311584"/>
                  </a:lnTo>
                  <a:lnTo>
                    <a:pt x="68249" y="293806"/>
                  </a:lnTo>
                  <a:lnTo>
                    <a:pt x="77998" y="269265"/>
                  </a:lnTo>
                  <a:lnTo>
                    <a:pt x="87748" y="267843"/>
                  </a:lnTo>
                  <a:lnTo>
                    <a:pt x="97497" y="276430"/>
                  </a:lnTo>
                  <a:lnTo>
                    <a:pt x="107247" y="266579"/>
                  </a:lnTo>
                  <a:lnTo>
                    <a:pt x="116997" y="266471"/>
                  </a:lnTo>
                  <a:lnTo>
                    <a:pt x="126747" y="305678"/>
                  </a:lnTo>
                  <a:lnTo>
                    <a:pt x="136497" y="319446"/>
                  </a:lnTo>
                  <a:lnTo>
                    <a:pt x="146247" y="329497"/>
                  </a:lnTo>
                  <a:lnTo>
                    <a:pt x="155997" y="333633"/>
                  </a:lnTo>
                  <a:lnTo>
                    <a:pt x="165747" y="329494"/>
                  </a:lnTo>
                  <a:lnTo>
                    <a:pt x="175497" y="329044"/>
                  </a:lnTo>
                  <a:lnTo>
                    <a:pt x="185247" y="342455"/>
                  </a:lnTo>
                  <a:lnTo>
                    <a:pt x="194996" y="306581"/>
                  </a:lnTo>
                  <a:lnTo>
                    <a:pt x="204746" y="297242"/>
                  </a:lnTo>
                  <a:lnTo>
                    <a:pt x="214495" y="273746"/>
                  </a:lnTo>
                  <a:lnTo>
                    <a:pt x="224245" y="255570"/>
                  </a:lnTo>
                  <a:lnTo>
                    <a:pt x="233995" y="245243"/>
                  </a:lnTo>
                  <a:lnTo>
                    <a:pt x="243744" y="222498"/>
                  </a:lnTo>
                  <a:lnTo>
                    <a:pt x="253494" y="214460"/>
                  </a:lnTo>
                  <a:lnTo>
                    <a:pt x="263244" y="218345"/>
                  </a:lnTo>
                  <a:lnTo>
                    <a:pt x="272994" y="220751"/>
                  </a:lnTo>
                  <a:lnTo>
                    <a:pt x="282744" y="223526"/>
                  </a:lnTo>
                  <a:lnTo>
                    <a:pt x="292494" y="244074"/>
                  </a:lnTo>
                  <a:lnTo>
                    <a:pt x="302244" y="211948"/>
                  </a:lnTo>
                  <a:lnTo>
                    <a:pt x="311994" y="240633"/>
                  </a:lnTo>
                  <a:lnTo>
                    <a:pt x="321744" y="215539"/>
                  </a:lnTo>
                  <a:lnTo>
                    <a:pt x="331493" y="274380"/>
                  </a:lnTo>
                  <a:lnTo>
                    <a:pt x="341243" y="244179"/>
                  </a:lnTo>
                  <a:lnTo>
                    <a:pt x="350993" y="239975"/>
                  </a:lnTo>
                  <a:lnTo>
                    <a:pt x="360742" y="224404"/>
                  </a:lnTo>
                  <a:lnTo>
                    <a:pt x="370492" y="255485"/>
                  </a:lnTo>
                  <a:lnTo>
                    <a:pt x="380241" y="275588"/>
                  </a:lnTo>
                  <a:lnTo>
                    <a:pt x="389991" y="258548"/>
                  </a:lnTo>
                  <a:lnTo>
                    <a:pt x="399741" y="267680"/>
                  </a:lnTo>
                  <a:lnTo>
                    <a:pt x="409491" y="256982"/>
                  </a:lnTo>
                  <a:lnTo>
                    <a:pt x="419241" y="264248"/>
                  </a:lnTo>
                  <a:lnTo>
                    <a:pt x="428991" y="270662"/>
                  </a:lnTo>
                  <a:lnTo>
                    <a:pt x="438741" y="275215"/>
                  </a:lnTo>
                  <a:lnTo>
                    <a:pt x="448491" y="267310"/>
                  </a:lnTo>
                  <a:lnTo>
                    <a:pt x="458241" y="259522"/>
                  </a:lnTo>
                  <a:lnTo>
                    <a:pt x="467991" y="269602"/>
                  </a:lnTo>
                  <a:lnTo>
                    <a:pt x="477740" y="273535"/>
                  </a:lnTo>
                  <a:lnTo>
                    <a:pt x="487490" y="256325"/>
                  </a:lnTo>
                  <a:lnTo>
                    <a:pt x="497239" y="229474"/>
                  </a:lnTo>
                  <a:lnTo>
                    <a:pt x="506989" y="259040"/>
                  </a:lnTo>
                  <a:lnTo>
                    <a:pt x="516738" y="284535"/>
                  </a:lnTo>
                  <a:lnTo>
                    <a:pt x="526488" y="283052"/>
                  </a:lnTo>
                  <a:lnTo>
                    <a:pt x="536238" y="265822"/>
                  </a:lnTo>
                  <a:lnTo>
                    <a:pt x="545988" y="258554"/>
                  </a:lnTo>
                  <a:lnTo>
                    <a:pt x="555738" y="276303"/>
                  </a:lnTo>
                  <a:lnTo>
                    <a:pt x="565488" y="272611"/>
                  </a:lnTo>
                  <a:lnTo>
                    <a:pt x="575238" y="256802"/>
                  </a:lnTo>
                  <a:lnTo>
                    <a:pt x="584988" y="251252"/>
                  </a:lnTo>
                  <a:lnTo>
                    <a:pt x="594738" y="254624"/>
                  </a:lnTo>
                  <a:lnTo>
                    <a:pt x="604488" y="251133"/>
                  </a:lnTo>
                  <a:lnTo>
                    <a:pt x="614237" y="264369"/>
                  </a:lnTo>
                  <a:lnTo>
                    <a:pt x="623987" y="275245"/>
                  </a:lnTo>
                  <a:lnTo>
                    <a:pt x="633736" y="263198"/>
                  </a:lnTo>
                  <a:lnTo>
                    <a:pt x="643486" y="269327"/>
                  </a:lnTo>
                  <a:lnTo>
                    <a:pt x="653236" y="236118"/>
                  </a:lnTo>
                  <a:lnTo>
                    <a:pt x="662985" y="213043"/>
                  </a:lnTo>
                  <a:lnTo>
                    <a:pt x="672735" y="204749"/>
                  </a:lnTo>
                  <a:lnTo>
                    <a:pt x="682485" y="182954"/>
                  </a:lnTo>
                  <a:lnTo>
                    <a:pt x="692235" y="164576"/>
                  </a:lnTo>
                  <a:lnTo>
                    <a:pt x="701985" y="173800"/>
                  </a:lnTo>
                  <a:lnTo>
                    <a:pt x="711735" y="142492"/>
                  </a:lnTo>
                  <a:lnTo>
                    <a:pt x="721485" y="145280"/>
                  </a:lnTo>
                  <a:lnTo>
                    <a:pt x="731235" y="149334"/>
                  </a:lnTo>
                  <a:lnTo>
                    <a:pt x="740985" y="151257"/>
                  </a:lnTo>
                  <a:lnTo>
                    <a:pt x="750734" y="153294"/>
                  </a:lnTo>
                  <a:lnTo>
                    <a:pt x="760484" y="161609"/>
                  </a:lnTo>
                  <a:lnTo>
                    <a:pt x="770233" y="147184"/>
                  </a:lnTo>
                  <a:lnTo>
                    <a:pt x="779983" y="134146"/>
                  </a:lnTo>
                  <a:lnTo>
                    <a:pt x="789733" y="119429"/>
                  </a:lnTo>
                  <a:lnTo>
                    <a:pt x="799482" y="130448"/>
                  </a:lnTo>
                  <a:lnTo>
                    <a:pt x="809232" y="134130"/>
                  </a:lnTo>
                  <a:lnTo>
                    <a:pt x="818982" y="166955"/>
                  </a:lnTo>
                  <a:lnTo>
                    <a:pt x="828732" y="168433"/>
                  </a:lnTo>
                  <a:lnTo>
                    <a:pt x="838482" y="177343"/>
                  </a:lnTo>
                  <a:lnTo>
                    <a:pt x="848232" y="186468"/>
                  </a:lnTo>
                  <a:lnTo>
                    <a:pt x="857982" y="164561"/>
                  </a:lnTo>
                  <a:lnTo>
                    <a:pt x="867732" y="142528"/>
                  </a:lnTo>
                  <a:lnTo>
                    <a:pt x="877482" y="72664"/>
                  </a:lnTo>
                  <a:lnTo>
                    <a:pt x="887231" y="63958"/>
                  </a:lnTo>
                  <a:lnTo>
                    <a:pt x="896981" y="30398"/>
                  </a:lnTo>
                  <a:lnTo>
                    <a:pt x="906730" y="53319"/>
                  </a:lnTo>
                  <a:lnTo>
                    <a:pt x="916480" y="85624"/>
                  </a:lnTo>
                  <a:lnTo>
                    <a:pt x="926230" y="83631"/>
                  </a:lnTo>
                  <a:lnTo>
                    <a:pt x="935979" y="92861"/>
                  </a:lnTo>
                  <a:lnTo>
                    <a:pt x="945729" y="72184"/>
                  </a:lnTo>
                  <a:lnTo>
                    <a:pt x="955479" y="76131"/>
                  </a:lnTo>
                  <a:lnTo>
                    <a:pt x="965229" y="75490"/>
                  </a:lnTo>
                  <a:lnTo>
                    <a:pt x="974979" y="37096"/>
                  </a:lnTo>
                  <a:lnTo>
                    <a:pt x="984729" y="61323"/>
                  </a:lnTo>
                  <a:lnTo>
                    <a:pt x="994474" y="86194"/>
                  </a:lnTo>
                  <a:lnTo>
                    <a:pt x="1004233" y="120108"/>
                  </a:lnTo>
                  <a:lnTo>
                    <a:pt x="1013977" y="95081"/>
                  </a:lnTo>
                  <a:lnTo>
                    <a:pt x="1023721" y="107672"/>
                  </a:lnTo>
                  <a:lnTo>
                    <a:pt x="1033480" y="103868"/>
                  </a:lnTo>
                  <a:lnTo>
                    <a:pt x="1043224" y="92684"/>
                  </a:lnTo>
                  <a:lnTo>
                    <a:pt x="1052983" y="91785"/>
                  </a:lnTo>
                  <a:lnTo>
                    <a:pt x="1062727" y="112805"/>
                  </a:lnTo>
                  <a:lnTo>
                    <a:pt x="1072471" y="125676"/>
                  </a:lnTo>
                  <a:lnTo>
                    <a:pt x="1082230" y="129599"/>
                  </a:lnTo>
                  <a:lnTo>
                    <a:pt x="1091973" y="122683"/>
                  </a:lnTo>
                  <a:lnTo>
                    <a:pt x="1101732" y="89345"/>
                  </a:lnTo>
                  <a:lnTo>
                    <a:pt x="1111476" y="115233"/>
                  </a:lnTo>
                  <a:lnTo>
                    <a:pt x="1121220" y="132833"/>
                  </a:lnTo>
                  <a:lnTo>
                    <a:pt x="1130979" y="136875"/>
                  </a:lnTo>
                  <a:lnTo>
                    <a:pt x="1140723" y="150244"/>
                  </a:lnTo>
                  <a:lnTo>
                    <a:pt x="1150482" y="155541"/>
                  </a:lnTo>
                  <a:lnTo>
                    <a:pt x="1160226" y="143798"/>
                  </a:lnTo>
                  <a:lnTo>
                    <a:pt x="1169969" y="127430"/>
                  </a:lnTo>
                  <a:lnTo>
                    <a:pt x="1179728" y="131038"/>
                  </a:lnTo>
                  <a:lnTo>
                    <a:pt x="1189472" y="138647"/>
                  </a:lnTo>
                  <a:lnTo>
                    <a:pt x="1199231" y="163653"/>
                  </a:lnTo>
                  <a:lnTo>
                    <a:pt x="1208975" y="134867"/>
                  </a:lnTo>
                  <a:lnTo>
                    <a:pt x="1218719" y="141853"/>
                  </a:lnTo>
                  <a:lnTo>
                    <a:pt x="1228478" y="138488"/>
                  </a:lnTo>
                  <a:lnTo>
                    <a:pt x="1238222" y="147609"/>
                  </a:lnTo>
                  <a:lnTo>
                    <a:pt x="1247966" y="135992"/>
                  </a:lnTo>
                  <a:lnTo>
                    <a:pt x="1257725" y="137528"/>
                  </a:lnTo>
                  <a:lnTo>
                    <a:pt x="1267469" y="120633"/>
                  </a:lnTo>
                  <a:lnTo>
                    <a:pt x="1277227" y="104571"/>
                  </a:lnTo>
                  <a:lnTo>
                    <a:pt x="1286971" y="73039"/>
                  </a:lnTo>
                  <a:lnTo>
                    <a:pt x="1296715" y="64949"/>
                  </a:lnTo>
                  <a:lnTo>
                    <a:pt x="1306474" y="88400"/>
                  </a:lnTo>
                  <a:lnTo>
                    <a:pt x="1316218" y="106815"/>
                  </a:lnTo>
                  <a:lnTo>
                    <a:pt x="1325977" y="77621"/>
                  </a:lnTo>
                  <a:lnTo>
                    <a:pt x="1335721" y="53285"/>
                  </a:lnTo>
                  <a:lnTo>
                    <a:pt x="1345465" y="23779"/>
                  </a:lnTo>
                  <a:lnTo>
                    <a:pt x="1355224" y="13603"/>
                  </a:lnTo>
                  <a:lnTo>
                    <a:pt x="1364967" y="18367"/>
                  </a:lnTo>
                  <a:lnTo>
                    <a:pt x="1374726" y="10002"/>
                  </a:lnTo>
                  <a:lnTo>
                    <a:pt x="1384470" y="69039"/>
                  </a:lnTo>
                  <a:lnTo>
                    <a:pt x="1394214" y="88040"/>
                  </a:lnTo>
                  <a:lnTo>
                    <a:pt x="1403973" y="76213"/>
                  </a:lnTo>
                  <a:lnTo>
                    <a:pt x="1413717" y="94324"/>
                  </a:lnTo>
                  <a:lnTo>
                    <a:pt x="1423476" y="99884"/>
                  </a:lnTo>
                  <a:lnTo>
                    <a:pt x="1433220" y="95254"/>
                  </a:lnTo>
                  <a:lnTo>
                    <a:pt x="1442964" y="80225"/>
                  </a:lnTo>
                  <a:lnTo>
                    <a:pt x="1452722" y="97970"/>
                  </a:lnTo>
                  <a:lnTo>
                    <a:pt x="1462466" y="104951"/>
                  </a:lnTo>
                  <a:lnTo>
                    <a:pt x="1472225" y="116115"/>
                  </a:lnTo>
                  <a:lnTo>
                    <a:pt x="1481969" y="120250"/>
                  </a:lnTo>
                  <a:lnTo>
                    <a:pt x="1491713" y="126320"/>
                  </a:lnTo>
                  <a:lnTo>
                    <a:pt x="1501472" y="112230"/>
                  </a:lnTo>
                  <a:lnTo>
                    <a:pt x="1511216" y="103798"/>
                  </a:lnTo>
                  <a:lnTo>
                    <a:pt x="1520960" y="140634"/>
                  </a:lnTo>
                  <a:lnTo>
                    <a:pt x="1530719" y="159862"/>
                  </a:lnTo>
                  <a:lnTo>
                    <a:pt x="1540463" y="172573"/>
                  </a:lnTo>
                  <a:lnTo>
                    <a:pt x="1550221" y="145213"/>
                  </a:lnTo>
                  <a:lnTo>
                    <a:pt x="1559965" y="165064"/>
                  </a:lnTo>
                  <a:lnTo>
                    <a:pt x="1569709" y="152984"/>
                  </a:lnTo>
                  <a:lnTo>
                    <a:pt x="1579468" y="119874"/>
                  </a:lnTo>
                  <a:lnTo>
                    <a:pt x="1589212" y="81468"/>
                  </a:lnTo>
                  <a:lnTo>
                    <a:pt x="1598971" y="136111"/>
                  </a:lnTo>
                  <a:lnTo>
                    <a:pt x="1608715" y="135865"/>
                  </a:lnTo>
                  <a:lnTo>
                    <a:pt x="1618459" y="150730"/>
                  </a:lnTo>
                  <a:lnTo>
                    <a:pt x="1628218" y="93843"/>
                  </a:lnTo>
                  <a:lnTo>
                    <a:pt x="1637962" y="117577"/>
                  </a:lnTo>
                  <a:lnTo>
                    <a:pt x="1647720" y="106434"/>
                  </a:lnTo>
                  <a:lnTo>
                    <a:pt x="1657464" y="72285"/>
                  </a:lnTo>
                  <a:lnTo>
                    <a:pt x="1667208" y="72525"/>
                  </a:lnTo>
                  <a:lnTo>
                    <a:pt x="1676967" y="70596"/>
                  </a:lnTo>
                  <a:lnTo>
                    <a:pt x="1686711" y="71262"/>
                  </a:lnTo>
                  <a:lnTo>
                    <a:pt x="1696470" y="68358"/>
                  </a:lnTo>
                  <a:lnTo>
                    <a:pt x="1706214" y="81219"/>
                  </a:lnTo>
                  <a:lnTo>
                    <a:pt x="1715958" y="92758"/>
                  </a:lnTo>
                  <a:lnTo>
                    <a:pt x="1725716" y="60722"/>
                  </a:lnTo>
                  <a:lnTo>
                    <a:pt x="1735460" y="49606"/>
                  </a:lnTo>
                  <a:lnTo>
                    <a:pt x="1745219" y="57033"/>
                  </a:lnTo>
                  <a:lnTo>
                    <a:pt x="1754963" y="71835"/>
                  </a:lnTo>
                  <a:lnTo>
                    <a:pt x="1764707" y="91760"/>
                  </a:lnTo>
                  <a:lnTo>
                    <a:pt x="1774466" y="56014"/>
                  </a:lnTo>
                  <a:lnTo>
                    <a:pt x="1784210" y="31353"/>
                  </a:lnTo>
                  <a:lnTo>
                    <a:pt x="1793969" y="11430"/>
                  </a:lnTo>
                  <a:lnTo>
                    <a:pt x="1803713" y="7041"/>
                  </a:lnTo>
                  <a:lnTo>
                    <a:pt x="1813457" y="30760"/>
                  </a:lnTo>
                  <a:lnTo>
                    <a:pt x="1823215" y="44128"/>
                  </a:lnTo>
                  <a:lnTo>
                    <a:pt x="1832959" y="55420"/>
                  </a:lnTo>
                  <a:lnTo>
                    <a:pt x="1842703" y="70708"/>
                  </a:lnTo>
                  <a:lnTo>
                    <a:pt x="1852462" y="76879"/>
                  </a:lnTo>
                  <a:lnTo>
                    <a:pt x="1862206" y="71079"/>
                  </a:lnTo>
                  <a:lnTo>
                    <a:pt x="1871965" y="52000"/>
                  </a:lnTo>
                  <a:lnTo>
                    <a:pt x="1881709" y="46194"/>
                  </a:lnTo>
                  <a:lnTo>
                    <a:pt x="1891453" y="31359"/>
                  </a:lnTo>
                  <a:lnTo>
                    <a:pt x="1901212" y="6229"/>
                  </a:lnTo>
                  <a:lnTo>
                    <a:pt x="1910956" y="17120"/>
                  </a:lnTo>
                  <a:lnTo>
                    <a:pt x="1920714" y="19124"/>
                  </a:lnTo>
                  <a:lnTo>
                    <a:pt x="1930458" y="34314"/>
                  </a:lnTo>
                  <a:lnTo>
                    <a:pt x="1940202" y="56172"/>
                  </a:lnTo>
                  <a:lnTo>
                    <a:pt x="1949961" y="65079"/>
                  </a:lnTo>
                  <a:lnTo>
                    <a:pt x="1959705" y="59700"/>
                  </a:lnTo>
                  <a:lnTo>
                    <a:pt x="1969464" y="68811"/>
                  </a:lnTo>
                  <a:lnTo>
                    <a:pt x="1979208" y="76435"/>
                  </a:lnTo>
                  <a:lnTo>
                    <a:pt x="1988952" y="86958"/>
                  </a:lnTo>
                  <a:lnTo>
                    <a:pt x="1998711" y="120804"/>
                  </a:lnTo>
                  <a:lnTo>
                    <a:pt x="2008454" y="114335"/>
                  </a:lnTo>
                  <a:lnTo>
                    <a:pt x="2018213" y="108822"/>
                  </a:lnTo>
                  <a:lnTo>
                    <a:pt x="2027957" y="121483"/>
                  </a:lnTo>
                  <a:lnTo>
                    <a:pt x="2037701" y="113377"/>
                  </a:lnTo>
                  <a:lnTo>
                    <a:pt x="2047460" y="125300"/>
                  </a:lnTo>
                  <a:lnTo>
                    <a:pt x="2057204" y="142580"/>
                  </a:lnTo>
                  <a:lnTo>
                    <a:pt x="2066963" y="117289"/>
                  </a:lnTo>
                  <a:lnTo>
                    <a:pt x="2076707" y="96974"/>
                  </a:lnTo>
                  <a:lnTo>
                    <a:pt x="2086451" y="88610"/>
                  </a:lnTo>
                  <a:lnTo>
                    <a:pt x="2096210" y="87756"/>
                  </a:lnTo>
                  <a:lnTo>
                    <a:pt x="2105954" y="68517"/>
                  </a:lnTo>
                  <a:lnTo>
                    <a:pt x="2115697" y="63060"/>
                  </a:lnTo>
                  <a:lnTo>
                    <a:pt x="2125456" y="71362"/>
                  </a:lnTo>
                  <a:lnTo>
                    <a:pt x="2135200" y="79927"/>
                  </a:lnTo>
                  <a:lnTo>
                    <a:pt x="2144959" y="108156"/>
                  </a:lnTo>
                  <a:lnTo>
                    <a:pt x="2154703" y="96094"/>
                  </a:lnTo>
                  <a:lnTo>
                    <a:pt x="2164447" y="116458"/>
                  </a:lnTo>
                  <a:lnTo>
                    <a:pt x="2174206" y="139554"/>
                  </a:lnTo>
                  <a:lnTo>
                    <a:pt x="2183950" y="118799"/>
                  </a:lnTo>
                  <a:lnTo>
                    <a:pt x="2193709" y="145480"/>
                  </a:lnTo>
                  <a:lnTo>
                    <a:pt x="2203452" y="148477"/>
                  </a:lnTo>
                  <a:lnTo>
                    <a:pt x="2213196" y="114526"/>
                  </a:lnTo>
                  <a:lnTo>
                    <a:pt x="2222955" y="87135"/>
                  </a:lnTo>
                  <a:lnTo>
                    <a:pt x="2232699" y="78437"/>
                  </a:lnTo>
                  <a:lnTo>
                    <a:pt x="2242458" y="83740"/>
                  </a:lnTo>
                  <a:lnTo>
                    <a:pt x="2252202" y="93730"/>
                  </a:lnTo>
                  <a:lnTo>
                    <a:pt x="2261946" y="62696"/>
                  </a:lnTo>
                  <a:lnTo>
                    <a:pt x="2271705" y="50777"/>
                  </a:lnTo>
                  <a:lnTo>
                    <a:pt x="2281449" y="46464"/>
                  </a:lnTo>
                  <a:lnTo>
                    <a:pt x="2291208" y="32352"/>
                  </a:lnTo>
                  <a:lnTo>
                    <a:pt x="2300951" y="58654"/>
                  </a:lnTo>
                  <a:lnTo>
                    <a:pt x="2310695" y="15316"/>
                  </a:lnTo>
                  <a:lnTo>
                    <a:pt x="2320454" y="53747"/>
                  </a:lnTo>
                  <a:lnTo>
                    <a:pt x="2330198" y="45877"/>
                  </a:lnTo>
                  <a:lnTo>
                    <a:pt x="2339957" y="39594"/>
                  </a:lnTo>
                  <a:lnTo>
                    <a:pt x="2349701" y="9751"/>
                  </a:lnTo>
                  <a:lnTo>
                    <a:pt x="2359445" y="0"/>
                  </a:lnTo>
                  <a:lnTo>
                    <a:pt x="2369204" y="15291"/>
                  </a:lnTo>
                  <a:lnTo>
                    <a:pt x="2378948" y="49475"/>
                  </a:lnTo>
                  <a:lnTo>
                    <a:pt x="2388692" y="52699"/>
                  </a:lnTo>
                  <a:lnTo>
                    <a:pt x="2398450" y="72072"/>
                  </a:lnTo>
                  <a:lnTo>
                    <a:pt x="2408194" y="118629"/>
                  </a:lnTo>
                  <a:lnTo>
                    <a:pt x="2417953" y="145611"/>
                  </a:lnTo>
                  <a:lnTo>
                    <a:pt x="2427697" y="131528"/>
                  </a:lnTo>
                  <a:lnTo>
                    <a:pt x="2437441" y="151342"/>
                  </a:lnTo>
                  <a:lnTo>
                    <a:pt x="2447200" y="154485"/>
                  </a:lnTo>
                  <a:lnTo>
                    <a:pt x="2456944" y="193536"/>
                  </a:lnTo>
                  <a:lnTo>
                    <a:pt x="2466703" y="206373"/>
                  </a:lnTo>
                  <a:lnTo>
                    <a:pt x="2476446" y="234410"/>
                  </a:lnTo>
                  <a:lnTo>
                    <a:pt x="2486190" y="223799"/>
                  </a:lnTo>
                  <a:lnTo>
                    <a:pt x="2495949" y="225833"/>
                  </a:lnTo>
                  <a:lnTo>
                    <a:pt x="2505693" y="234236"/>
                  </a:lnTo>
                  <a:lnTo>
                    <a:pt x="2515452" y="235745"/>
                  </a:lnTo>
                  <a:lnTo>
                    <a:pt x="2525196" y="233984"/>
                  </a:lnTo>
                  <a:lnTo>
                    <a:pt x="2534940" y="237795"/>
                  </a:lnTo>
                  <a:lnTo>
                    <a:pt x="2544699" y="206834"/>
                  </a:lnTo>
                  <a:lnTo>
                    <a:pt x="2554443" y="185804"/>
                  </a:lnTo>
                  <a:lnTo>
                    <a:pt x="2564202" y="178983"/>
                  </a:lnTo>
                  <a:lnTo>
                    <a:pt x="2573946" y="190533"/>
                  </a:lnTo>
                  <a:lnTo>
                    <a:pt x="2583690" y="189452"/>
                  </a:lnTo>
                  <a:lnTo>
                    <a:pt x="2593448" y="172789"/>
                  </a:lnTo>
                  <a:lnTo>
                    <a:pt x="2603192" y="200737"/>
                  </a:lnTo>
                  <a:lnTo>
                    <a:pt x="2612951" y="200557"/>
                  </a:lnTo>
                  <a:lnTo>
                    <a:pt x="2622695" y="183491"/>
                  </a:lnTo>
                  <a:lnTo>
                    <a:pt x="2632439" y="194636"/>
                  </a:lnTo>
                  <a:lnTo>
                    <a:pt x="2642198" y="222268"/>
                  </a:lnTo>
                  <a:lnTo>
                    <a:pt x="2651942" y="236091"/>
                  </a:lnTo>
                  <a:lnTo>
                    <a:pt x="2661685" y="211938"/>
                  </a:lnTo>
                  <a:lnTo>
                    <a:pt x="2671444" y="193110"/>
                  </a:lnTo>
                  <a:lnTo>
                    <a:pt x="2681188" y="149429"/>
                  </a:lnTo>
                  <a:lnTo>
                    <a:pt x="2690947" y="194421"/>
                  </a:lnTo>
                  <a:lnTo>
                    <a:pt x="2700691" y="223914"/>
                  </a:lnTo>
                  <a:lnTo>
                    <a:pt x="2710435" y="230285"/>
                  </a:lnTo>
                  <a:lnTo>
                    <a:pt x="2720194" y="228965"/>
                  </a:lnTo>
                  <a:lnTo>
                    <a:pt x="2729938" y="204502"/>
                  </a:lnTo>
                  <a:lnTo>
                    <a:pt x="2739697" y="229741"/>
                  </a:lnTo>
                  <a:lnTo>
                    <a:pt x="2749441" y="233053"/>
                  </a:lnTo>
                  <a:lnTo>
                    <a:pt x="2759185" y="263809"/>
                  </a:lnTo>
                  <a:lnTo>
                    <a:pt x="2768943" y="284386"/>
                  </a:lnTo>
                  <a:lnTo>
                    <a:pt x="2778687" y="309604"/>
                  </a:lnTo>
                  <a:lnTo>
                    <a:pt x="2788446" y="339324"/>
                  </a:lnTo>
                  <a:lnTo>
                    <a:pt x="2798190" y="308738"/>
                  </a:lnTo>
                  <a:lnTo>
                    <a:pt x="2807934" y="293692"/>
                  </a:lnTo>
                  <a:lnTo>
                    <a:pt x="2817693" y="216506"/>
                  </a:lnTo>
                  <a:lnTo>
                    <a:pt x="2827437" y="244805"/>
                  </a:lnTo>
                  <a:lnTo>
                    <a:pt x="2837196" y="224550"/>
                  </a:lnTo>
                  <a:lnTo>
                    <a:pt x="2846940" y="241565"/>
                  </a:lnTo>
                  <a:lnTo>
                    <a:pt x="2856684" y="243704"/>
                  </a:lnTo>
                  <a:lnTo>
                    <a:pt x="2866442" y="220216"/>
                  </a:lnTo>
                  <a:lnTo>
                    <a:pt x="2876186" y="213210"/>
                  </a:lnTo>
                  <a:lnTo>
                    <a:pt x="2885945" y="233570"/>
                  </a:lnTo>
                  <a:lnTo>
                    <a:pt x="2895689" y="234845"/>
                  </a:lnTo>
                  <a:lnTo>
                    <a:pt x="2905433" y="244154"/>
                  </a:lnTo>
                  <a:lnTo>
                    <a:pt x="2915192" y="28438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8" name="Freeform 997">
              <a:extLst>
                <a:ext uri="{FF2B5EF4-FFF2-40B4-BE49-F238E27FC236}">
                  <a16:creationId xmlns:a16="http://schemas.microsoft.com/office/drawing/2014/main" id="{727B513E-82D3-A9E3-EB49-2879BFD9E072}"/>
                </a:ext>
              </a:extLst>
            </p:cNvPr>
            <p:cNvSpPr/>
            <p:nvPr/>
          </p:nvSpPr>
          <p:spPr>
            <a:xfrm>
              <a:off x="4426652" y="3296038"/>
              <a:ext cx="2915191" cy="607340"/>
            </a:xfrm>
            <a:custGeom>
              <a:avLst/>
              <a:gdLst>
                <a:gd name="connsiteX0" fmla="*/ 0 w 2915191"/>
                <a:gd name="connsiteY0" fmla="*/ 385656 h 607340"/>
                <a:gd name="connsiteX1" fmla="*/ 9750 w 2915191"/>
                <a:gd name="connsiteY1" fmla="*/ 392995 h 607340"/>
                <a:gd name="connsiteX2" fmla="*/ 19500 w 2915191"/>
                <a:gd name="connsiteY2" fmla="*/ 395607 h 607340"/>
                <a:gd name="connsiteX3" fmla="*/ 29250 w 2915191"/>
                <a:gd name="connsiteY3" fmla="*/ 410407 h 607340"/>
                <a:gd name="connsiteX4" fmla="*/ 39000 w 2915191"/>
                <a:gd name="connsiteY4" fmla="*/ 445933 h 607340"/>
                <a:gd name="connsiteX5" fmla="*/ 48749 w 2915191"/>
                <a:gd name="connsiteY5" fmla="*/ 449620 h 607340"/>
                <a:gd name="connsiteX6" fmla="*/ 58499 w 2915191"/>
                <a:gd name="connsiteY6" fmla="*/ 436598 h 607340"/>
                <a:gd name="connsiteX7" fmla="*/ 68249 w 2915191"/>
                <a:gd name="connsiteY7" fmla="*/ 429266 h 607340"/>
                <a:gd name="connsiteX8" fmla="*/ 77998 w 2915191"/>
                <a:gd name="connsiteY8" fmla="*/ 444937 h 607340"/>
                <a:gd name="connsiteX9" fmla="*/ 87748 w 2915191"/>
                <a:gd name="connsiteY9" fmla="*/ 467104 h 607340"/>
                <a:gd name="connsiteX10" fmla="*/ 97497 w 2915191"/>
                <a:gd name="connsiteY10" fmla="*/ 473957 h 607340"/>
                <a:gd name="connsiteX11" fmla="*/ 107247 w 2915191"/>
                <a:gd name="connsiteY11" fmla="*/ 474859 h 607340"/>
                <a:gd name="connsiteX12" fmla="*/ 116997 w 2915191"/>
                <a:gd name="connsiteY12" fmla="*/ 471174 h 607340"/>
                <a:gd name="connsiteX13" fmla="*/ 126747 w 2915191"/>
                <a:gd name="connsiteY13" fmla="*/ 488167 h 607340"/>
                <a:gd name="connsiteX14" fmla="*/ 136497 w 2915191"/>
                <a:gd name="connsiteY14" fmla="*/ 459200 h 607340"/>
                <a:gd name="connsiteX15" fmla="*/ 146247 w 2915191"/>
                <a:gd name="connsiteY15" fmla="*/ 442665 h 607340"/>
                <a:gd name="connsiteX16" fmla="*/ 155997 w 2915191"/>
                <a:gd name="connsiteY16" fmla="*/ 419302 h 607340"/>
                <a:gd name="connsiteX17" fmla="*/ 165747 w 2915191"/>
                <a:gd name="connsiteY17" fmla="*/ 403426 h 607340"/>
                <a:gd name="connsiteX18" fmla="*/ 175497 w 2915191"/>
                <a:gd name="connsiteY18" fmla="*/ 431200 h 607340"/>
                <a:gd name="connsiteX19" fmla="*/ 185247 w 2915191"/>
                <a:gd name="connsiteY19" fmla="*/ 439596 h 607340"/>
                <a:gd name="connsiteX20" fmla="*/ 194996 w 2915191"/>
                <a:gd name="connsiteY20" fmla="*/ 440433 h 607340"/>
                <a:gd name="connsiteX21" fmla="*/ 204746 w 2915191"/>
                <a:gd name="connsiteY21" fmla="*/ 412669 h 607340"/>
                <a:gd name="connsiteX22" fmla="*/ 214495 w 2915191"/>
                <a:gd name="connsiteY22" fmla="*/ 397420 h 607340"/>
                <a:gd name="connsiteX23" fmla="*/ 224245 w 2915191"/>
                <a:gd name="connsiteY23" fmla="*/ 364892 h 607340"/>
                <a:gd name="connsiteX24" fmla="*/ 233995 w 2915191"/>
                <a:gd name="connsiteY24" fmla="*/ 362787 h 607340"/>
                <a:gd name="connsiteX25" fmla="*/ 243744 w 2915191"/>
                <a:gd name="connsiteY25" fmla="*/ 337651 h 607340"/>
                <a:gd name="connsiteX26" fmla="*/ 253494 w 2915191"/>
                <a:gd name="connsiteY26" fmla="*/ 368035 h 607340"/>
                <a:gd name="connsiteX27" fmla="*/ 263244 w 2915191"/>
                <a:gd name="connsiteY27" fmla="*/ 363629 h 607340"/>
                <a:gd name="connsiteX28" fmla="*/ 272994 w 2915191"/>
                <a:gd name="connsiteY28" fmla="*/ 337971 h 607340"/>
                <a:gd name="connsiteX29" fmla="*/ 282744 w 2915191"/>
                <a:gd name="connsiteY29" fmla="*/ 349219 h 607340"/>
                <a:gd name="connsiteX30" fmla="*/ 292494 w 2915191"/>
                <a:gd name="connsiteY30" fmla="*/ 347009 h 607340"/>
                <a:gd name="connsiteX31" fmla="*/ 302244 w 2915191"/>
                <a:gd name="connsiteY31" fmla="*/ 352485 h 607340"/>
                <a:gd name="connsiteX32" fmla="*/ 311994 w 2915191"/>
                <a:gd name="connsiteY32" fmla="*/ 336784 h 607340"/>
                <a:gd name="connsiteX33" fmla="*/ 321744 w 2915191"/>
                <a:gd name="connsiteY33" fmla="*/ 342735 h 607340"/>
                <a:gd name="connsiteX34" fmla="*/ 331493 w 2915191"/>
                <a:gd name="connsiteY34" fmla="*/ 363744 h 607340"/>
                <a:gd name="connsiteX35" fmla="*/ 341243 w 2915191"/>
                <a:gd name="connsiteY35" fmla="*/ 312223 h 607340"/>
                <a:gd name="connsiteX36" fmla="*/ 350993 w 2915191"/>
                <a:gd name="connsiteY36" fmla="*/ 340880 h 607340"/>
                <a:gd name="connsiteX37" fmla="*/ 360742 w 2915191"/>
                <a:gd name="connsiteY37" fmla="*/ 346704 h 607340"/>
                <a:gd name="connsiteX38" fmla="*/ 370492 w 2915191"/>
                <a:gd name="connsiteY38" fmla="*/ 321449 h 607340"/>
                <a:gd name="connsiteX39" fmla="*/ 380241 w 2915191"/>
                <a:gd name="connsiteY39" fmla="*/ 320572 h 607340"/>
                <a:gd name="connsiteX40" fmla="*/ 389991 w 2915191"/>
                <a:gd name="connsiteY40" fmla="*/ 316611 h 607340"/>
                <a:gd name="connsiteX41" fmla="*/ 399741 w 2915191"/>
                <a:gd name="connsiteY41" fmla="*/ 319330 h 607340"/>
                <a:gd name="connsiteX42" fmla="*/ 409491 w 2915191"/>
                <a:gd name="connsiteY42" fmla="*/ 330686 h 607340"/>
                <a:gd name="connsiteX43" fmla="*/ 419241 w 2915191"/>
                <a:gd name="connsiteY43" fmla="*/ 323645 h 607340"/>
                <a:gd name="connsiteX44" fmla="*/ 428991 w 2915191"/>
                <a:gd name="connsiteY44" fmla="*/ 313664 h 607340"/>
                <a:gd name="connsiteX45" fmla="*/ 438741 w 2915191"/>
                <a:gd name="connsiteY45" fmla="*/ 351565 h 607340"/>
                <a:gd name="connsiteX46" fmla="*/ 448491 w 2915191"/>
                <a:gd name="connsiteY46" fmla="*/ 327661 h 607340"/>
                <a:gd name="connsiteX47" fmla="*/ 458241 w 2915191"/>
                <a:gd name="connsiteY47" fmla="*/ 342654 h 607340"/>
                <a:gd name="connsiteX48" fmla="*/ 467991 w 2915191"/>
                <a:gd name="connsiteY48" fmla="*/ 337538 h 607340"/>
                <a:gd name="connsiteX49" fmla="*/ 477740 w 2915191"/>
                <a:gd name="connsiteY49" fmla="*/ 322818 h 607340"/>
                <a:gd name="connsiteX50" fmla="*/ 487490 w 2915191"/>
                <a:gd name="connsiteY50" fmla="*/ 310681 h 607340"/>
                <a:gd name="connsiteX51" fmla="*/ 497239 w 2915191"/>
                <a:gd name="connsiteY51" fmla="*/ 305028 h 607340"/>
                <a:gd name="connsiteX52" fmla="*/ 506989 w 2915191"/>
                <a:gd name="connsiteY52" fmla="*/ 308823 h 607340"/>
                <a:gd name="connsiteX53" fmla="*/ 516738 w 2915191"/>
                <a:gd name="connsiteY53" fmla="*/ 296585 h 607340"/>
                <a:gd name="connsiteX54" fmla="*/ 526488 w 2915191"/>
                <a:gd name="connsiteY54" fmla="*/ 310146 h 607340"/>
                <a:gd name="connsiteX55" fmla="*/ 536238 w 2915191"/>
                <a:gd name="connsiteY55" fmla="*/ 320480 h 607340"/>
                <a:gd name="connsiteX56" fmla="*/ 545988 w 2915191"/>
                <a:gd name="connsiteY56" fmla="*/ 314664 h 607340"/>
                <a:gd name="connsiteX57" fmla="*/ 555738 w 2915191"/>
                <a:gd name="connsiteY57" fmla="*/ 313808 h 607340"/>
                <a:gd name="connsiteX58" fmla="*/ 565488 w 2915191"/>
                <a:gd name="connsiteY58" fmla="*/ 276813 h 607340"/>
                <a:gd name="connsiteX59" fmla="*/ 575238 w 2915191"/>
                <a:gd name="connsiteY59" fmla="*/ 297262 h 607340"/>
                <a:gd name="connsiteX60" fmla="*/ 584988 w 2915191"/>
                <a:gd name="connsiteY60" fmla="*/ 289006 h 607340"/>
                <a:gd name="connsiteX61" fmla="*/ 594738 w 2915191"/>
                <a:gd name="connsiteY61" fmla="*/ 269725 h 607340"/>
                <a:gd name="connsiteX62" fmla="*/ 604488 w 2915191"/>
                <a:gd name="connsiteY62" fmla="*/ 254926 h 607340"/>
                <a:gd name="connsiteX63" fmla="*/ 614237 w 2915191"/>
                <a:gd name="connsiteY63" fmla="*/ 239602 h 607340"/>
                <a:gd name="connsiteX64" fmla="*/ 623987 w 2915191"/>
                <a:gd name="connsiteY64" fmla="*/ 238595 h 607340"/>
                <a:gd name="connsiteX65" fmla="*/ 633736 w 2915191"/>
                <a:gd name="connsiteY65" fmla="*/ 232257 h 607340"/>
                <a:gd name="connsiteX66" fmla="*/ 643486 w 2915191"/>
                <a:gd name="connsiteY66" fmla="*/ 236772 h 607340"/>
                <a:gd name="connsiteX67" fmla="*/ 653236 w 2915191"/>
                <a:gd name="connsiteY67" fmla="*/ 233546 h 607340"/>
                <a:gd name="connsiteX68" fmla="*/ 662985 w 2915191"/>
                <a:gd name="connsiteY68" fmla="*/ 220323 h 607340"/>
                <a:gd name="connsiteX69" fmla="*/ 672735 w 2915191"/>
                <a:gd name="connsiteY69" fmla="*/ 217115 h 607340"/>
                <a:gd name="connsiteX70" fmla="*/ 682485 w 2915191"/>
                <a:gd name="connsiteY70" fmla="*/ 232916 h 607340"/>
                <a:gd name="connsiteX71" fmla="*/ 692235 w 2915191"/>
                <a:gd name="connsiteY71" fmla="*/ 226958 h 607340"/>
                <a:gd name="connsiteX72" fmla="*/ 701985 w 2915191"/>
                <a:gd name="connsiteY72" fmla="*/ 292267 h 607340"/>
                <a:gd name="connsiteX73" fmla="*/ 711735 w 2915191"/>
                <a:gd name="connsiteY73" fmla="*/ 306281 h 607340"/>
                <a:gd name="connsiteX74" fmla="*/ 721485 w 2915191"/>
                <a:gd name="connsiteY74" fmla="*/ 351452 h 607340"/>
                <a:gd name="connsiteX75" fmla="*/ 731235 w 2915191"/>
                <a:gd name="connsiteY75" fmla="*/ 351604 h 607340"/>
                <a:gd name="connsiteX76" fmla="*/ 740985 w 2915191"/>
                <a:gd name="connsiteY76" fmla="*/ 362717 h 607340"/>
                <a:gd name="connsiteX77" fmla="*/ 750734 w 2915191"/>
                <a:gd name="connsiteY77" fmla="*/ 363683 h 607340"/>
                <a:gd name="connsiteX78" fmla="*/ 760484 w 2915191"/>
                <a:gd name="connsiteY78" fmla="*/ 370404 h 607340"/>
                <a:gd name="connsiteX79" fmla="*/ 770233 w 2915191"/>
                <a:gd name="connsiteY79" fmla="*/ 354463 h 607340"/>
                <a:gd name="connsiteX80" fmla="*/ 779983 w 2915191"/>
                <a:gd name="connsiteY80" fmla="*/ 336471 h 607340"/>
                <a:gd name="connsiteX81" fmla="*/ 789733 w 2915191"/>
                <a:gd name="connsiteY81" fmla="*/ 314012 h 607340"/>
                <a:gd name="connsiteX82" fmla="*/ 799482 w 2915191"/>
                <a:gd name="connsiteY82" fmla="*/ 344091 h 607340"/>
                <a:gd name="connsiteX83" fmla="*/ 809232 w 2915191"/>
                <a:gd name="connsiteY83" fmla="*/ 335987 h 607340"/>
                <a:gd name="connsiteX84" fmla="*/ 818982 w 2915191"/>
                <a:gd name="connsiteY84" fmla="*/ 387238 h 607340"/>
                <a:gd name="connsiteX85" fmla="*/ 828732 w 2915191"/>
                <a:gd name="connsiteY85" fmla="*/ 363663 h 607340"/>
                <a:gd name="connsiteX86" fmla="*/ 838482 w 2915191"/>
                <a:gd name="connsiteY86" fmla="*/ 377819 h 607340"/>
                <a:gd name="connsiteX87" fmla="*/ 848232 w 2915191"/>
                <a:gd name="connsiteY87" fmla="*/ 372580 h 607340"/>
                <a:gd name="connsiteX88" fmla="*/ 857982 w 2915191"/>
                <a:gd name="connsiteY88" fmla="*/ 413170 h 607340"/>
                <a:gd name="connsiteX89" fmla="*/ 867732 w 2915191"/>
                <a:gd name="connsiteY89" fmla="*/ 413596 h 607340"/>
                <a:gd name="connsiteX90" fmla="*/ 877482 w 2915191"/>
                <a:gd name="connsiteY90" fmla="*/ 432060 h 607340"/>
                <a:gd name="connsiteX91" fmla="*/ 887231 w 2915191"/>
                <a:gd name="connsiteY91" fmla="*/ 427483 h 607340"/>
                <a:gd name="connsiteX92" fmla="*/ 896981 w 2915191"/>
                <a:gd name="connsiteY92" fmla="*/ 401885 h 607340"/>
                <a:gd name="connsiteX93" fmla="*/ 906730 w 2915191"/>
                <a:gd name="connsiteY93" fmla="*/ 411638 h 607340"/>
                <a:gd name="connsiteX94" fmla="*/ 916480 w 2915191"/>
                <a:gd name="connsiteY94" fmla="*/ 439593 h 607340"/>
                <a:gd name="connsiteX95" fmla="*/ 926230 w 2915191"/>
                <a:gd name="connsiteY95" fmla="*/ 463002 h 607340"/>
                <a:gd name="connsiteX96" fmla="*/ 935979 w 2915191"/>
                <a:gd name="connsiteY96" fmla="*/ 443471 h 607340"/>
                <a:gd name="connsiteX97" fmla="*/ 945729 w 2915191"/>
                <a:gd name="connsiteY97" fmla="*/ 477769 h 607340"/>
                <a:gd name="connsiteX98" fmla="*/ 955479 w 2915191"/>
                <a:gd name="connsiteY98" fmla="*/ 460238 h 607340"/>
                <a:gd name="connsiteX99" fmla="*/ 965229 w 2915191"/>
                <a:gd name="connsiteY99" fmla="*/ 437753 h 607340"/>
                <a:gd name="connsiteX100" fmla="*/ 974979 w 2915191"/>
                <a:gd name="connsiteY100" fmla="*/ 426786 h 607340"/>
                <a:gd name="connsiteX101" fmla="*/ 984729 w 2915191"/>
                <a:gd name="connsiteY101" fmla="*/ 403217 h 607340"/>
                <a:gd name="connsiteX102" fmla="*/ 994474 w 2915191"/>
                <a:gd name="connsiteY102" fmla="*/ 396140 h 607340"/>
                <a:gd name="connsiteX103" fmla="*/ 1004233 w 2915191"/>
                <a:gd name="connsiteY103" fmla="*/ 432875 h 607340"/>
                <a:gd name="connsiteX104" fmla="*/ 1013977 w 2915191"/>
                <a:gd name="connsiteY104" fmla="*/ 443246 h 607340"/>
                <a:gd name="connsiteX105" fmla="*/ 1023721 w 2915191"/>
                <a:gd name="connsiteY105" fmla="*/ 471857 h 607340"/>
                <a:gd name="connsiteX106" fmla="*/ 1033480 w 2915191"/>
                <a:gd name="connsiteY106" fmla="*/ 472129 h 607340"/>
                <a:gd name="connsiteX107" fmla="*/ 1043224 w 2915191"/>
                <a:gd name="connsiteY107" fmla="*/ 480096 h 607340"/>
                <a:gd name="connsiteX108" fmla="*/ 1052983 w 2915191"/>
                <a:gd name="connsiteY108" fmla="*/ 472188 h 607340"/>
                <a:gd name="connsiteX109" fmla="*/ 1062727 w 2915191"/>
                <a:gd name="connsiteY109" fmla="*/ 473058 h 607340"/>
                <a:gd name="connsiteX110" fmla="*/ 1072471 w 2915191"/>
                <a:gd name="connsiteY110" fmla="*/ 490691 h 607340"/>
                <a:gd name="connsiteX111" fmla="*/ 1082230 w 2915191"/>
                <a:gd name="connsiteY111" fmla="*/ 521884 h 607340"/>
                <a:gd name="connsiteX112" fmla="*/ 1091973 w 2915191"/>
                <a:gd name="connsiteY112" fmla="*/ 523908 h 607340"/>
                <a:gd name="connsiteX113" fmla="*/ 1101732 w 2915191"/>
                <a:gd name="connsiteY113" fmla="*/ 548257 h 607340"/>
                <a:gd name="connsiteX114" fmla="*/ 1111476 w 2915191"/>
                <a:gd name="connsiteY114" fmla="*/ 565813 h 607340"/>
                <a:gd name="connsiteX115" fmla="*/ 1121220 w 2915191"/>
                <a:gd name="connsiteY115" fmla="*/ 572569 h 607340"/>
                <a:gd name="connsiteX116" fmla="*/ 1130979 w 2915191"/>
                <a:gd name="connsiteY116" fmla="*/ 587561 h 607340"/>
                <a:gd name="connsiteX117" fmla="*/ 1140723 w 2915191"/>
                <a:gd name="connsiteY117" fmla="*/ 594070 h 607340"/>
                <a:gd name="connsiteX118" fmla="*/ 1150482 w 2915191"/>
                <a:gd name="connsiteY118" fmla="*/ 555385 h 607340"/>
                <a:gd name="connsiteX119" fmla="*/ 1160226 w 2915191"/>
                <a:gd name="connsiteY119" fmla="*/ 560041 h 607340"/>
                <a:gd name="connsiteX120" fmla="*/ 1169969 w 2915191"/>
                <a:gd name="connsiteY120" fmla="*/ 559604 h 607340"/>
                <a:gd name="connsiteX121" fmla="*/ 1179728 w 2915191"/>
                <a:gd name="connsiteY121" fmla="*/ 574882 h 607340"/>
                <a:gd name="connsiteX122" fmla="*/ 1189472 w 2915191"/>
                <a:gd name="connsiteY122" fmla="*/ 569597 h 607340"/>
                <a:gd name="connsiteX123" fmla="*/ 1199231 w 2915191"/>
                <a:gd name="connsiteY123" fmla="*/ 587611 h 607340"/>
                <a:gd name="connsiteX124" fmla="*/ 1208975 w 2915191"/>
                <a:gd name="connsiteY124" fmla="*/ 561686 h 607340"/>
                <a:gd name="connsiteX125" fmla="*/ 1218719 w 2915191"/>
                <a:gd name="connsiteY125" fmla="*/ 546022 h 607340"/>
                <a:gd name="connsiteX126" fmla="*/ 1228478 w 2915191"/>
                <a:gd name="connsiteY126" fmla="*/ 536773 h 607340"/>
                <a:gd name="connsiteX127" fmla="*/ 1238222 w 2915191"/>
                <a:gd name="connsiteY127" fmla="*/ 549728 h 607340"/>
                <a:gd name="connsiteX128" fmla="*/ 1247966 w 2915191"/>
                <a:gd name="connsiteY128" fmla="*/ 556324 h 607340"/>
                <a:gd name="connsiteX129" fmla="*/ 1257725 w 2915191"/>
                <a:gd name="connsiteY129" fmla="*/ 561584 h 607340"/>
                <a:gd name="connsiteX130" fmla="*/ 1267469 w 2915191"/>
                <a:gd name="connsiteY130" fmla="*/ 557532 h 607340"/>
                <a:gd name="connsiteX131" fmla="*/ 1277227 w 2915191"/>
                <a:gd name="connsiteY131" fmla="*/ 536906 h 607340"/>
                <a:gd name="connsiteX132" fmla="*/ 1286971 w 2915191"/>
                <a:gd name="connsiteY132" fmla="*/ 577680 h 607340"/>
                <a:gd name="connsiteX133" fmla="*/ 1296715 w 2915191"/>
                <a:gd name="connsiteY133" fmla="*/ 600338 h 607340"/>
                <a:gd name="connsiteX134" fmla="*/ 1306474 w 2915191"/>
                <a:gd name="connsiteY134" fmla="*/ 607341 h 607340"/>
                <a:gd name="connsiteX135" fmla="*/ 1316218 w 2915191"/>
                <a:gd name="connsiteY135" fmla="*/ 572851 h 607340"/>
                <a:gd name="connsiteX136" fmla="*/ 1325977 w 2915191"/>
                <a:gd name="connsiteY136" fmla="*/ 565880 h 607340"/>
                <a:gd name="connsiteX137" fmla="*/ 1335721 w 2915191"/>
                <a:gd name="connsiteY137" fmla="*/ 575850 h 607340"/>
                <a:gd name="connsiteX138" fmla="*/ 1345465 w 2915191"/>
                <a:gd name="connsiteY138" fmla="*/ 580111 h 607340"/>
                <a:gd name="connsiteX139" fmla="*/ 1355224 w 2915191"/>
                <a:gd name="connsiteY139" fmla="*/ 589040 h 607340"/>
                <a:gd name="connsiteX140" fmla="*/ 1364967 w 2915191"/>
                <a:gd name="connsiteY140" fmla="*/ 589191 h 607340"/>
                <a:gd name="connsiteX141" fmla="*/ 1374726 w 2915191"/>
                <a:gd name="connsiteY141" fmla="*/ 605922 h 607340"/>
                <a:gd name="connsiteX142" fmla="*/ 1384470 w 2915191"/>
                <a:gd name="connsiteY142" fmla="*/ 581579 h 607340"/>
                <a:gd name="connsiteX143" fmla="*/ 1394214 w 2915191"/>
                <a:gd name="connsiteY143" fmla="*/ 602262 h 607340"/>
                <a:gd name="connsiteX144" fmla="*/ 1403973 w 2915191"/>
                <a:gd name="connsiteY144" fmla="*/ 563450 h 607340"/>
                <a:gd name="connsiteX145" fmla="*/ 1413717 w 2915191"/>
                <a:gd name="connsiteY145" fmla="*/ 535152 h 607340"/>
                <a:gd name="connsiteX146" fmla="*/ 1423476 w 2915191"/>
                <a:gd name="connsiteY146" fmla="*/ 525182 h 607340"/>
                <a:gd name="connsiteX147" fmla="*/ 1433220 w 2915191"/>
                <a:gd name="connsiteY147" fmla="*/ 514624 h 607340"/>
                <a:gd name="connsiteX148" fmla="*/ 1442964 w 2915191"/>
                <a:gd name="connsiteY148" fmla="*/ 475187 h 607340"/>
                <a:gd name="connsiteX149" fmla="*/ 1452722 w 2915191"/>
                <a:gd name="connsiteY149" fmla="*/ 512415 h 607340"/>
                <a:gd name="connsiteX150" fmla="*/ 1462466 w 2915191"/>
                <a:gd name="connsiteY150" fmla="*/ 495659 h 607340"/>
                <a:gd name="connsiteX151" fmla="*/ 1472225 w 2915191"/>
                <a:gd name="connsiteY151" fmla="*/ 487230 h 607340"/>
                <a:gd name="connsiteX152" fmla="*/ 1481969 w 2915191"/>
                <a:gd name="connsiteY152" fmla="*/ 482186 h 607340"/>
                <a:gd name="connsiteX153" fmla="*/ 1491713 w 2915191"/>
                <a:gd name="connsiteY153" fmla="*/ 470967 h 607340"/>
                <a:gd name="connsiteX154" fmla="*/ 1501472 w 2915191"/>
                <a:gd name="connsiteY154" fmla="*/ 474269 h 607340"/>
                <a:gd name="connsiteX155" fmla="*/ 1511216 w 2915191"/>
                <a:gd name="connsiteY155" fmla="*/ 457588 h 607340"/>
                <a:gd name="connsiteX156" fmla="*/ 1520960 w 2915191"/>
                <a:gd name="connsiteY156" fmla="*/ 457805 h 607340"/>
                <a:gd name="connsiteX157" fmla="*/ 1530719 w 2915191"/>
                <a:gd name="connsiteY157" fmla="*/ 466501 h 607340"/>
                <a:gd name="connsiteX158" fmla="*/ 1540463 w 2915191"/>
                <a:gd name="connsiteY158" fmla="*/ 458820 h 607340"/>
                <a:gd name="connsiteX159" fmla="*/ 1550221 w 2915191"/>
                <a:gd name="connsiteY159" fmla="*/ 470800 h 607340"/>
                <a:gd name="connsiteX160" fmla="*/ 1559965 w 2915191"/>
                <a:gd name="connsiteY160" fmla="*/ 467450 h 607340"/>
                <a:gd name="connsiteX161" fmla="*/ 1569709 w 2915191"/>
                <a:gd name="connsiteY161" fmla="*/ 460487 h 607340"/>
                <a:gd name="connsiteX162" fmla="*/ 1579468 w 2915191"/>
                <a:gd name="connsiteY162" fmla="*/ 449307 h 607340"/>
                <a:gd name="connsiteX163" fmla="*/ 1589212 w 2915191"/>
                <a:gd name="connsiteY163" fmla="*/ 480404 h 607340"/>
                <a:gd name="connsiteX164" fmla="*/ 1598971 w 2915191"/>
                <a:gd name="connsiteY164" fmla="*/ 471155 h 607340"/>
                <a:gd name="connsiteX165" fmla="*/ 1608715 w 2915191"/>
                <a:gd name="connsiteY165" fmla="*/ 477411 h 607340"/>
                <a:gd name="connsiteX166" fmla="*/ 1618459 w 2915191"/>
                <a:gd name="connsiteY166" fmla="*/ 513552 h 607340"/>
                <a:gd name="connsiteX167" fmla="*/ 1628218 w 2915191"/>
                <a:gd name="connsiteY167" fmla="*/ 507693 h 607340"/>
                <a:gd name="connsiteX168" fmla="*/ 1637962 w 2915191"/>
                <a:gd name="connsiteY168" fmla="*/ 526065 h 607340"/>
                <a:gd name="connsiteX169" fmla="*/ 1647720 w 2915191"/>
                <a:gd name="connsiteY169" fmla="*/ 558088 h 607340"/>
                <a:gd name="connsiteX170" fmla="*/ 1657464 w 2915191"/>
                <a:gd name="connsiteY170" fmla="*/ 538853 h 607340"/>
                <a:gd name="connsiteX171" fmla="*/ 1667208 w 2915191"/>
                <a:gd name="connsiteY171" fmla="*/ 497703 h 607340"/>
                <a:gd name="connsiteX172" fmla="*/ 1676967 w 2915191"/>
                <a:gd name="connsiteY172" fmla="*/ 520137 h 607340"/>
                <a:gd name="connsiteX173" fmla="*/ 1686711 w 2915191"/>
                <a:gd name="connsiteY173" fmla="*/ 535836 h 607340"/>
                <a:gd name="connsiteX174" fmla="*/ 1696470 w 2915191"/>
                <a:gd name="connsiteY174" fmla="*/ 543220 h 607340"/>
                <a:gd name="connsiteX175" fmla="*/ 1706214 w 2915191"/>
                <a:gd name="connsiteY175" fmla="*/ 549123 h 607340"/>
                <a:gd name="connsiteX176" fmla="*/ 1715958 w 2915191"/>
                <a:gd name="connsiteY176" fmla="*/ 531536 h 607340"/>
                <a:gd name="connsiteX177" fmla="*/ 1725716 w 2915191"/>
                <a:gd name="connsiteY177" fmla="*/ 482709 h 607340"/>
                <a:gd name="connsiteX178" fmla="*/ 1735460 w 2915191"/>
                <a:gd name="connsiteY178" fmla="*/ 516850 h 607340"/>
                <a:gd name="connsiteX179" fmla="*/ 1745219 w 2915191"/>
                <a:gd name="connsiteY179" fmla="*/ 559490 h 607340"/>
                <a:gd name="connsiteX180" fmla="*/ 1754963 w 2915191"/>
                <a:gd name="connsiteY180" fmla="*/ 542596 h 607340"/>
                <a:gd name="connsiteX181" fmla="*/ 1764707 w 2915191"/>
                <a:gd name="connsiteY181" fmla="*/ 558785 h 607340"/>
                <a:gd name="connsiteX182" fmla="*/ 1774466 w 2915191"/>
                <a:gd name="connsiteY182" fmla="*/ 550568 h 607340"/>
                <a:gd name="connsiteX183" fmla="*/ 1784210 w 2915191"/>
                <a:gd name="connsiteY183" fmla="*/ 541122 h 607340"/>
                <a:gd name="connsiteX184" fmla="*/ 1793969 w 2915191"/>
                <a:gd name="connsiteY184" fmla="*/ 519614 h 607340"/>
                <a:gd name="connsiteX185" fmla="*/ 1803713 w 2915191"/>
                <a:gd name="connsiteY185" fmla="*/ 515019 h 607340"/>
                <a:gd name="connsiteX186" fmla="*/ 1813457 w 2915191"/>
                <a:gd name="connsiteY186" fmla="*/ 534961 h 607340"/>
                <a:gd name="connsiteX187" fmla="*/ 1823215 w 2915191"/>
                <a:gd name="connsiteY187" fmla="*/ 480477 h 607340"/>
                <a:gd name="connsiteX188" fmla="*/ 1832959 w 2915191"/>
                <a:gd name="connsiteY188" fmla="*/ 449230 h 607340"/>
                <a:gd name="connsiteX189" fmla="*/ 1842703 w 2915191"/>
                <a:gd name="connsiteY189" fmla="*/ 450660 h 607340"/>
                <a:gd name="connsiteX190" fmla="*/ 1852462 w 2915191"/>
                <a:gd name="connsiteY190" fmla="*/ 411404 h 607340"/>
                <a:gd name="connsiteX191" fmla="*/ 1862206 w 2915191"/>
                <a:gd name="connsiteY191" fmla="*/ 379748 h 607340"/>
                <a:gd name="connsiteX192" fmla="*/ 1871965 w 2915191"/>
                <a:gd name="connsiteY192" fmla="*/ 418402 h 607340"/>
                <a:gd name="connsiteX193" fmla="*/ 1881709 w 2915191"/>
                <a:gd name="connsiteY193" fmla="*/ 428337 h 607340"/>
                <a:gd name="connsiteX194" fmla="*/ 1891453 w 2915191"/>
                <a:gd name="connsiteY194" fmla="*/ 446239 h 607340"/>
                <a:gd name="connsiteX195" fmla="*/ 1901212 w 2915191"/>
                <a:gd name="connsiteY195" fmla="*/ 415272 h 607340"/>
                <a:gd name="connsiteX196" fmla="*/ 1910956 w 2915191"/>
                <a:gd name="connsiteY196" fmla="*/ 439136 h 607340"/>
                <a:gd name="connsiteX197" fmla="*/ 1920714 w 2915191"/>
                <a:gd name="connsiteY197" fmla="*/ 439037 h 607340"/>
                <a:gd name="connsiteX198" fmla="*/ 1930458 w 2915191"/>
                <a:gd name="connsiteY198" fmla="*/ 419947 h 607340"/>
                <a:gd name="connsiteX199" fmla="*/ 1940202 w 2915191"/>
                <a:gd name="connsiteY199" fmla="*/ 387542 h 607340"/>
                <a:gd name="connsiteX200" fmla="*/ 1949961 w 2915191"/>
                <a:gd name="connsiteY200" fmla="*/ 391472 h 607340"/>
                <a:gd name="connsiteX201" fmla="*/ 1959705 w 2915191"/>
                <a:gd name="connsiteY201" fmla="*/ 363175 h 607340"/>
                <a:gd name="connsiteX202" fmla="*/ 1969464 w 2915191"/>
                <a:gd name="connsiteY202" fmla="*/ 331878 h 607340"/>
                <a:gd name="connsiteX203" fmla="*/ 1979208 w 2915191"/>
                <a:gd name="connsiteY203" fmla="*/ 352979 h 607340"/>
                <a:gd name="connsiteX204" fmla="*/ 1988952 w 2915191"/>
                <a:gd name="connsiteY204" fmla="*/ 350566 h 607340"/>
                <a:gd name="connsiteX205" fmla="*/ 1998711 w 2915191"/>
                <a:gd name="connsiteY205" fmla="*/ 346564 h 607340"/>
                <a:gd name="connsiteX206" fmla="*/ 2008454 w 2915191"/>
                <a:gd name="connsiteY206" fmla="*/ 350488 h 607340"/>
                <a:gd name="connsiteX207" fmla="*/ 2018213 w 2915191"/>
                <a:gd name="connsiteY207" fmla="*/ 372506 h 607340"/>
                <a:gd name="connsiteX208" fmla="*/ 2027957 w 2915191"/>
                <a:gd name="connsiteY208" fmla="*/ 367062 h 607340"/>
                <a:gd name="connsiteX209" fmla="*/ 2037701 w 2915191"/>
                <a:gd name="connsiteY209" fmla="*/ 381891 h 607340"/>
                <a:gd name="connsiteX210" fmla="*/ 2047460 w 2915191"/>
                <a:gd name="connsiteY210" fmla="*/ 387673 h 607340"/>
                <a:gd name="connsiteX211" fmla="*/ 2057204 w 2915191"/>
                <a:gd name="connsiteY211" fmla="*/ 382619 h 607340"/>
                <a:gd name="connsiteX212" fmla="*/ 2066963 w 2915191"/>
                <a:gd name="connsiteY212" fmla="*/ 385326 h 607340"/>
                <a:gd name="connsiteX213" fmla="*/ 2076707 w 2915191"/>
                <a:gd name="connsiteY213" fmla="*/ 397292 h 607340"/>
                <a:gd name="connsiteX214" fmla="*/ 2086451 w 2915191"/>
                <a:gd name="connsiteY214" fmla="*/ 399051 h 607340"/>
                <a:gd name="connsiteX215" fmla="*/ 2096210 w 2915191"/>
                <a:gd name="connsiteY215" fmla="*/ 371703 h 607340"/>
                <a:gd name="connsiteX216" fmla="*/ 2105954 w 2915191"/>
                <a:gd name="connsiteY216" fmla="*/ 399826 h 607340"/>
                <a:gd name="connsiteX217" fmla="*/ 2115697 w 2915191"/>
                <a:gd name="connsiteY217" fmla="*/ 410954 h 607340"/>
                <a:gd name="connsiteX218" fmla="*/ 2125456 w 2915191"/>
                <a:gd name="connsiteY218" fmla="*/ 395663 h 607340"/>
                <a:gd name="connsiteX219" fmla="*/ 2135200 w 2915191"/>
                <a:gd name="connsiteY219" fmla="*/ 401295 h 607340"/>
                <a:gd name="connsiteX220" fmla="*/ 2144959 w 2915191"/>
                <a:gd name="connsiteY220" fmla="*/ 388054 h 607340"/>
                <a:gd name="connsiteX221" fmla="*/ 2154703 w 2915191"/>
                <a:gd name="connsiteY221" fmla="*/ 401827 h 607340"/>
                <a:gd name="connsiteX222" fmla="*/ 2164447 w 2915191"/>
                <a:gd name="connsiteY222" fmla="*/ 398375 h 607340"/>
                <a:gd name="connsiteX223" fmla="*/ 2174206 w 2915191"/>
                <a:gd name="connsiteY223" fmla="*/ 376277 h 607340"/>
                <a:gd name="connsiteX224" fmla="*/ 2183950 w 2915191"/>
                <a:gd name="connsiteY224" fmla="*/ 398940 h 607340"/>
                <a:gd name="connsiteX225" fmla="*/ 2193709 w 2915191"/>
                <a:gd name="connsiteY225" fmla="*/ 369374 h 607340"/>
                <a:gd name="connsiteX226" fmla="*/ 2203452 w 2915191"/>
                <a:gd name="connsiteY226" fmla="*/ 357550 h 607340"/>
                <a:gd name="connsiteX227" fmla="*/ 2213196 w 2915191"/>
                <a:gd name="connsiteY227" fmla="*/ 381944 h 607340"/>
                <a:gd name="connsiteX228" fmla="*/ 2222955 w 2915191"/>
                <a:gd name="connsiteY228" fmla="*/ 368905 h 607340"/>
                <a:gd name="connsiteX229" fmla="*/ 2232699 w 2915191"/>
                <a:gd name="connsiteY229" fmla="*/ 367589 h 607340"/>
                <a:gd name="connsiteX230" fmla="*/ 2242458 w 2915191"/>
                <a:gd name="connsiteY230" fmla="*/ 341255 h 607340"/>
                <a:gd name="connsiteX231" fmla="*/ 2252202 w 2915191"/>
                <a:gd name="connsiteY231" fmla="*/ 322225 h 607340"/>
                <a:gd name="connsiteX232" fmla="*/ 2261946 w 2915191"/>
                <a:gd name="connsiteY232" fmla="*/ 328454 h 607340"/>
                <a:gd name="connsiteX233" fmla="*/ 2271705 w 2915191"/>
                <a:gd name="connsiteY233" fmla="*/ 328615 h 607340"/>
                <a:gd name="connsiteX234" fmla="*/ 2281449 w 2915191"/>
                <a:gd name="connsiteY234" fmla="*/ 348532 h 607340"/>
                <a:gd name="connsiteX235" fmla="*/ 2291208 w 2915191"/>
                <a:gd name="connsiteY235" fmla="*/ 368292 h 607340"/>
                <a:gd name="connsiteX236" fmla="*/ 2300951 w 2915191"/>
                <a:gd name="connsiteY236" fmla="*/ 343179 h 607340"/>
                <a:gd name="connsiteX237" fmla="*/ 2310695 w 2915191"/>
                <a:gd name="connsiteY237" fmla="*/ 345150 h 607340"/>
                <a:gd name="connsiteX238" fmla="*/ 2320454 w 2915191"/>
                <a:gd name="connsiteY238" fmla="*/ 357416 h 607340"/>
                <a:gd name="connsiteX239" fmla="*/ 2330198 w 2915191"/>
                <a:gd name="connsiteY239" fmla="*/ 346796 h 607340"/>
                <a:gd name="connsiteX240" fmla="*/ 2339957 w 2915191"/>
                <a:gd name="connsiteY240" fmla="*/ 335241 h 607340"/>
                <a:gd name="connsiteX241" fmla="*/ 2349701 w 2915191"/>
                <a:gd name="connsiteY241" fmla="*/ 317693 h 607340"/>
                <a:gd name="connsiteX242" fmla="*/ 2359445 w 2915191"/>
                <a:gd name="connsiteY242" fmla="*/ 322776 h 607340"/>
                <a:gd name="connsiteX243" fmla="*/ 2369204 w 2915191"/>
                <a:gd name="connsiteY243" fmla="*/ 347380 h 607340"/>
                <a:gd name="connsiteX244" fmla="*/ 2378948 w 2915191"/>
                <a:gd name="connsiteY244" fmla="*/ 326790 h 607340"/>
                <a:gd name="connsiteX245" fmla="*/ 2388692 w 2915191"/>
                <a:gd name="connsiteY245" fmla="*/ 342875 h 607340"/>
                <a:gd name="connsiteX246" fmla="*/ 2398450 w 2915191"/>
                <a:gd name="connsiteY246" fmla="*/ 317156 h 607340"/>
                <a:gd name="connsiteX247" fmla="*/ 2408194 w 2915191"/>
                <a:gd name="connsiteY247" fmla="*/ 310593 h 607340"/>
                <a:gd name="connsiteX248" fmla="*/ 2417953 w 2915191"/>
                <a:gd name="connsiteY248" fmla="*/ 281924 h 607340"/>
                <a:gd name="connsiteX249" fmla="*/ 2427697 w 2915191"/>
                <a:gd name="connsiteY249" fmla="*/ 281332 h 607340"/>
                <a:gd name="connsiteX250" fmla="*/ 2437441 w 2915191"/>
                <a:gd name="connsiteY250" fmla="*/ 272712 h 607340"/>
                <a:gd name="connsiteX251" fmla="*/ 2447200 w 2915191"/>
                <a:gd name="connsiteY251" fmla="*/ 250251 h 607340"/>
                <a:gd name="connsiteX252" fmla="*/ 2456944 w 2915191"/>
                <a:gd name="connsiteY252" fmla="*/ 294598 h 607340"/>
                <a:gd name="connsiteX253" fmla="*/ 2466703 w 2915191"/>
                <a:gd name="connsiteY253" fmla="*/ 314018 h 607340"/>
                <a:gd name="connsiteX254" fmla="*/ 2476446 w 2915191"/>
                <a:gd name="connsiteY254" fmla="*/ 335327 h 607340"/>
                <a:gd name="connsiteX255" fmla="*/ 2486190 w 2915191"/>
                <a:gd name="connsiteY255" fmla="*/ 335641 h 607340"/>
                <a:gd name="connsiteX256" fmla="*/ 2495949 w 2915191"/>
                <a:gd name="connsiteY256" fmla="*/ 336637 h 607340"/>
                <a:gd name="connsiteX257" fmla="*/ 2505693 w 2915191"/>
                <a:gd name="connsiteY257" fmla="*/ 317251 h 607340"/>
                <a:gd name="connsiteX258" fmla="*/ 2515452 w 2915191"/>
                <a:gd name="connsiteY258" fmla="*/ 296059 h 607340"/>
                <a:gd name="connsiteX259" fmla="*/ 2525196 w 2915191"/>
                <a:gd name="connsiteY259" fmla="*/ 277114 h 607340"/>
                <a:gd name="connsiteX260" fmla="*/ 2534940 w 2915191"/>
                <a:gd name="connsiteY260" fmla="*/ 270102 h 607340"/>
                <a:gd name="connsiteX261" fmla="*/ 2544699 w 2915191"/>
                <a:gd name="connsiteY261" fmla="*/ 278130 h 607340"/>
                <a:gd name="connsiteX262" fmla="*/ 2554443 w 2915191"/>
                <a:gd name="connsiteY262" fmla="*/ 268171 h 607340"/>
                <a:gd name="connsiteX263" fmla="*/ 2564202 w 2915191"/>
                <a:gd name="connsiteY263" fmla="*/ 256026 h 607340"/>
                <a:gd name="connsiteX264" fmla="*/ 2573946 w 2915191"/>
                <a:gd name="connsiteY264" fmla="*/ 275320 h 607340"/>
                <a:gd name="connsiteX265" fmla="*/ 2583690 w 2915191"/>
                <a:gd name="connsiteY265" fmla="*/ 270241 h 607340"/>
                <a:gd name="connsiteX266" fmla="*/ 2593448 w 2915191"/>
                <a:gd name="connsiteY266" fmla="*/ 264022 h 607340"/>
                <a:gd name="connsiteX267" fmla="*/ 2603192 w 2915191"/>
                <a:gd name="connsiteY267" fmla="*/ 249805 h 607340"/>
                <a:gd name="connsiteX268" fmla="*/ 2612951 w 2915191"/>
                <a:gd name="connsiteY268" fmla="*/ 269181 h 607340"/>
                <a:gd name="connsiteX269" fmla="*/ 2622695 w 2915191"/>
                <a:gd name="connsiteY269" fmla="*/ 271506 h 607340"/>
                <a:gd name="connsiteX270" fmla="*/ 2632439 w 2915191"/>
                <a:gd name="connsiteY270" fmla="*/ 245993 h 607340"/>
                <a:gd name="connsiteX271" fmla="*/ 2642198 w 2915191"/>
                <a:gd name="connsiteY271" fmla="*/ 241429 h 607340"/>
                <a:gd name="connsiteX272" fmla="*/ 2651942 w 2915191"/>
                <a:gd name="connsiteY272" fmla="*/ 247837 h 607340"/>
                <a:gd name="connsiteX273" fmla="*/ 2661685 w 2915191"/>
                <a:gd name="connsiteY273" fmla="*/ 231345 h 607340"/>
                <a:gd name="connsiteX274" fmla="*/ 2671444 w 2915191"/>
                <a:gd name="connsiteY274" fmla="*/ 246803 h 607340"/>
                <a:gd name="connsiteX275" fmla="*/ 2681188 w 2915191"/>
                <a:gd name="connsiteY275" fmla="*/ 258572 h 607340"/>
                <a:gd name="connsiteX276" fmla="*/ 2690947 w 2915191"/>
                <a:gd name="connsiteY276" fmla="*/ 259217 h 607340"/>
                <a:gd name="connsiteX277" fmla="*/ 2700691 w 2915191"/>
                <a:gd name="connsiteY277" fmla="*/ 225933 h 607340"/>
                <a:gd name="connsiteX278" fmla="*/ 2710435 w 2915191"/>
                <a:gd name="connsiteY278" fmla="*/ 208836 h 607340"/>
                <a:gd name="connsiteX279" fmla="*/ 2720194 w 2915191"/>
                <a:gd name="connsiteY279" fmla="*/ 202750 h 607340"/>
                <a:gd name="connsiteX280" fmla="*/ 2729938 w 2915191"/>
                <a:gd name="connsiteY280" fmla="*/ 195485 h 607340"/>
                <a:gd name="connsiteX281" fmla="*/ 2739697 w 2915191"/>
                <a:gd name="connsiteY281" fmla="*/ 199357 h 607340"/>
                <a:gd name="connsiteX282" fmla="*/ 2749441 w 2915191"/>
                <a:gd name="connsiteY282" fmla="*/ 188033 h 607340"/>
                <a:gd name="connsiteX283" fmla="*/ 2759185 w 2915191"/>
                <a:gd name="connsiteY283" fmla="*/ 181757 h 607340"/>
                <a:gd name="connsiteX284" fmla="*/ 2768943 w 2915191"/>
                <a:gd name="connsiteY284" fmla="*/ 146113 h 607340"/>
                <a:gd name="connsiteX285" fmla="*/ 2778687 w 2915191"/>
                <a:gd name="connsiteY285" fmla="*/ 111678 h 607340"/>
                <a:gd name="connsiteX286" fmla="*/ 2788446 w 2915191"/>
                <a:gd name="connsiteY286" fmla="*/ 118924 h 607340"/>
                <a:gd name="connsiteX287" fmla="*/ 2798190 w 2915191"/>
                <a:gd name="connsiteY287" fmla="*/ 118189 h 607340"/>
                <a:gd name="connsiteX288" fmla="*/ 2807934 w 2915191"/>
                <a:gd name="connsiteY288" fmla="*/ 133471 h 607340"/>
                <a:gd name="connsiteX289" fmla="*/ 2817693 w 2915191"/>
                <a:gd name="connsiteY289" fmla="*/ 75991 h 607340"/>
                <a:gd name="connsiteX290" fmla="*/ 2827437 w 2915191"/>
                <a:gd name="connsiteY290" fmla="*/ 13139 h 607340"/>
                <a:gd name="connsiteX291" fmla="*/ 2837196 w 2915191"/>
                <a:gd name="connsiteY291" fmla="*/ 17283 h 607340"/>
                <a:gd name="connsiteX292" fmla="*/ 2846940 w 2915191"/>
                <a:gd name="connsiteY292" fmla="*/ 0 h 607340"/>
                <a:gd name="connsiteX293" fmla="*/ 2856684 w 2915191"/>
                <a:gd name="connsiteY293" fmla="*/ 12539 h 607340"/>
                <a:gd name="connsiteX294" fmla="*/ 2866442 w 2915191"/>
                <a:gd name="connsiteY294" fmla="*/ 27372 h 607340"/>
                <a:gd name="connsiteX295" fmla="*/ 2876186 w 2915191"/>
                <a:gd name="connsiteY295" fmla="*/ 29063 h 607340"/>
                <a:gd name="connsiteX296" fmla="*/ 2885945 w 2915191"/>
                <a:gd name="connsiteY296" fmla="*/ 35081 h 607340"/>
                <a:gd name="connsiteX297" fmla="*/ 2895689 w 2915191"/>
                <a:gd name="connsiteY297" fmla="*/ 44518 h 607340"/>
                <a:gd name="connsiteX298" fmla="*/ 2905433 w 2915191"/>
                <a:gd name="connsiteY298" fmla="*/ 66618 h 607340"/>
                <a:gd name="connsiteX299" fmla="*/ 2915192 w 2915191"/>
                <a:gd name="connsiteY299" fmla="*/ 67028 h 607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07340">
                  <a:moveTo>
                    <a:pt x="0" y="385656"/>
                  </a:moveTo>
                  <a:lnTo>
                    <a:pt x="9750" y="392995"/>
                  </a:lnTo>
                  <a:lnTo>
                    <a:pt x="19500" y="395607"/>
                  </a:lnTo>
                  <a:lnTo>
                    <a:pt x="29250" y="410407"/>
                  </a:lnTo>
                  <a:lnTo>
                    <a:pt x="39000" y="445933"/>
                  </a:lnTo>
                  <a:lnTo>
                    <a:pt x="48749" y="449620"/>
                  </a:lnTo>
                  <a:lnTo>
                    <a:pt x="58499" y="436598"/>
                  </a:lnTo>
                  <a:lnTo>
                    <a:pt x="68249" y="429266"/>
                  </a:lnTo>
                  <a:lnTo>
                    <a:pt x="77998" y="444937"/>
                  </a:lnTo>
                  <a:lnTo>
                    <a:pt x="87748" y="467104"/>
                  </a:lnTo>
                  <a:lnTo>
                    <a:pt x="97497" y="473957"/>
                  </a:lnTo>
                  <a:lnTo>
                    <a:pt x="107247" y="474859"/>
                  </a:lnTo>
                  <a:lnTo>
                    <a:pt x="116997" y="471174"/>
                  </a:lnTo>
                  <a:lnTo>
                    <a:pt x="126747" y="488167"/>
                  </a:lnTo>
                  <a:lnTo>
                    <a:pt x="136497" y="459200"/>
                  </a:lnTo>
                  <a:lnTo>
                    <a:pt x="146247" y="442665"/>
                  </a:lnTo>
                  <a:lnTo>
                    <a:pt x="155997" y="419302"/>
                  </a:lnTo>
                  <a:lnTo>
                    <a:pt x="165747" y="403426"/>
                  </a:lnTo>
                  <a:lnTo>
                    <a:pt x="175497" y="431200"/>
                  </a:lnTo>
                  <a:lnTo>
                    <a:pt x="185247" y="439596"/>
                  </a:lnTo>
                  <a:lnTo>
                    <a:pt x="194996" y="440433"/>
                  </a:lnTo>
                  <a:lnTo>
                    <a:pt x="204746" y="412669"/>
                  </a:lnTo>
                  <a:lnTo>
                    <a:pt x="214495" y="397420"/>
                  </a:lnTo>
                  <a:lnTo>
                    <a:pt x="224245" y="364892"/>
                  </a:lnTo>
                  <a:lnTo>
                    <a:pt x="233995" y="362787"/>
                  </a:lnTo>
                  <a:lnTo>
                    <a:pt x="243744" y="337651"/>
                  </a:lnTo>
                  <a:lnTo>
                    <a:pt x="253494" y="368035"/>
                  </a:lnTo>
                  <a:lnTo>
                    <a:pt x="263244" y="363629"/>
                  </a:lnTo>
                  <a:lnTo>
                    <a:pt x="272994" y="337971"/>
                  </a:lnTo>
                  <a:lnTo>
                    <a:pt x="282744" y="349219"/>
                  </a:lnTo>
                  <a:lnTo>
                    <a:pt x="292494" y="347009"/>
                  </a:lnTo>
                  <a:lnTo>
                    <a:pt x="302244" y="352485"/>
                  </a:lnTo>
                  <a:lnTo>
                    <a:pt x="311994" y="336784"/>
                  </a:lnTo>
                  <a:lnTo>
                    <a:pt x="321744" y="342735"/>
                  </a:lnTo>
                  <a:lnTo>
                    <a:pt x="331493" y="363744"/>
                  </a:lnTo>
                  <a:lnTo>
                    <a:pt x="341243" y="312223"/>
                  </a:lnTo>
                  <a:lnTo>
                    <a:pt x="350993" y="340880"/>
                  </a:lnTo>
                  <a:lnTo>
                    <a:pt x="360742" y="346704"/>
                  </a:lnTo>
                  <a:lnTo>
                    <a:pt x="370492" y="321449"/>
                  </a:lnTo>
                  <a:lnTo>
                    <a:pt x="380241" y="320572"/>
                  </a:lnTo>
                  <a:lnTo>
                    <a:pt x="389991" y="316611"/>
                  </a:lnTo>
                  <a:lnTo>
                    <a:pt x="399741" y="319330"/>
                  </a:lnTo>
                  <a:lnTo>
                    <a:pt x="409491" y="330686"/>
                  </a:lnTo>
                  <a:lnTo>
                    <a:pt x="419241" y="323645"/>
                  </a:lnTo>
                  <a:lnTo>
                    <a:pt x="428991" y="313664"/>
                  </a:lnTo>
                  <a:lnTo>
                    <a:pt x="438741" y="351565"/>
                  </a:lnTo>
                  <a:lnTo>
                    <a:pt x="448491" y="327661"/>
                  </a:lnTo>
                  <a:lnTo>
                    <a:pt x="458241" y="342654"/>
                  </a:lnTo>
                  <a:lnTo>
                    <a:pt x="467991" y="337538"/>
                  </a:lnTo>
                  <a:lnTo>
                    <a:pt x="477740" y="322818"/>
                  </a:lnTo>
                  <a:lnTo>
                    <a:pt x="487490" y="310681"/>
                  </a:lnTo>
                  <a:lnTo>
                    <a:pt x="497239" y="305028"/>
                  </a:lnTo>
                  <a:lnTo>
                    <a:pt x="506989" y="308823"/>
                  </a:lnTo>
                  <a:lnTo>
                    <a:pt x="516738" y="296585"/>
                  </a:lnTo>
                  <a:lnTo>
                    <a:pt x="526488" y="310146"/>
                  </a:lnTo>
                  <a:lnTo>
                    <a:pt x="536238" y="320480"/>
                  </a:lnTo>
                  <a:lnTo>
                    <a:pt x="545988" y="314664"/>
                  </a:lnTo>
                  <a:lnTo>
                    <a:pt x="555738" y="313808"/>
                  </a:lnTo>
                  <a:lnTo>
                    <a:pt x="565488" y="276813"/>
                  </a:lnTo>
                  <a:lnTo>
                    <a:pt x="575238" y="297262"/>
                  </a:lnTo>
                  <a:lnTo>
                    <a:pt x="584988" y="289006"/>
                  </a:lnTo>
                  <a:lnTo>
                    <a:pt x="594738" y="269725"/>
                  </a:lnTo>
                  <a:lnTo>
                    <a:pt x="604488" y="254926"/>
                  </a:lnTo>
                  <a:lnTo>
                    <a:pt x="614237" y="239602"/>
                  </a:lnTo>
                  <a:lnTo>
                    <a:pt x="623987" y="238595"/>
                  </a:lnTo>
                  <a:lnTo>
                    <a:pt x="633736" y="232257"/>
                  </a:lnTo>
                  <a:lnTo>
                    <a:pt x="643486" y="236772"/>
                  </a:lnTo>
                  <a:lnTo>
                    <a:pt x="653236" y="233546"/>
                  </a:lnTo>
                  <a:lnTo>
                    <a:pt x="662985" y="220323"/>
                  </a:lnTo>
                  <a:lnTo>
                    <a:pt x="672735" y="217115"/>
                  </a:lnTo>
                  <a:lnTo>
                    <a:pt x="682485" y="232916"/>
                  </a:lnTo>
                  <a:lnTo>
                    <a:pt x="692235" y="226958"/>
                  </a:lnTo>
                  <a:lnTo>
                    <a:pt x="701985" y="292267"/>
                  </a:lnTo>
                  <a:lnTo>
                    <a:pt x="711735" y="306281"/>
                  </a:lnTo>
                  <a:lnTo>
                    <a:pt x="721485" y="351452"/>
                  </a:lnTo>
                  <a:lnTo>
                    <a:pt x="731235" y="351604"/>
                  </a:lnTo>
                  <a:lnTo>
                    <a:pt x="740985" y="362717"/>
                  </a:lnTo>
                  <a:lnTo>
                    <a:pt x="750734" y="363683"/>
                  </a:lnTo>
                  <a:lnTo>
                    <a:pt x="760484" y="370404"/>
                  </a:lnTo>
                  <a:lnTo>
                    <a:pt x="770233" y="354463"/>
                  </a:lnTo>
                  <a:lnTo>
                    <a:pt x="779983" y="336471"/>
                  </a:lnTo>
                  <a:lnTo>
                    <a:pt x="789733" y="314012"/>
                  </a:lnTo>
                  <a:lnTo>
                    <a:pt x="799482" y="344091"/>
                  </a:lnTo>
                  <a:lnTo>
                    <a:pt x="809232" y="335987"/>
                  </a:lnTo>
                  <a:lnTo>
                    <a:pt x="818982" y="387238"/>
                  </a:lnTo>
                  <a:lnTo>
                    <a:pt x="828732" y="363663"/>
                  </a:lnTo>
                  <a:lnTo>
                    <a:pt x="838482" y="377819"/>
                  </a:lnTo>
                  <a:lnTo>
                    <a:pt x="848232" y="372580"/>
                  </a:lnTo>
                  <a:lnTo>
                    <a:pt x="857982" y="413170"/>
                  </a:lnTo>
                  <a:lnTo>
                    <a:pt x="867732" y="413596"/>
                  </a:lnTo>
                  <a:lnTo>
                    <a:pt x="877482" y="432060"/>
                  </a:lnTo>
                  <a:lnTo>
                    <a:pt x="887231" y="427483"/>
                  </a:lnTo>
                  <a:lnTo>
                    <a:pt x="896981" y="401885"/>
                  </a:lnTo>
                  <a:lnTo>
                    <a:pt x="906730" y="411638"/>
                  </a:lnTo>
                  <a:lnTo>
                    <a:pt x="916480" y="439593"/>
                  </a:lnTo>
                  <a:lnTo>
                    <a:pt x="926230" y="463002"/>
                  </a:lnTo>
                  <a:lnTo>
                    <a:pt x="935979" y="443471"/>
                  </a:lnTo>
                  <a:lnTo>
                    <a:pt x="945729" y="477769"/>
                  </a:lnTo>
                  <a:lnTo>
                    <a:pt x="955479" y="460238"/>
                  </a:lnTo>
                  <a:lnTo>
                    <a:pt x="965229" y="437753"/>
                  </a:lnTo>
                  <a:lnTo>
                    <a:pt x="974979" y="426786"/>
                  </a:lnTo>
                  <a:lnTo>
                    <a:pt x="984729" y="403217"/>
                  </a:lnTo>
                  <a:lnTo>
                    <a:pt x="994474" y="396140"/>
                  </a:lnTo>
                  <a:lnTo>
                    <a:pt x="1004233" y="432875"/>
                  </a:lnTo>
                  <a:lnTo>
                    <a:pt x="1013977" y="443246"/>
                  </a:lnTo>
                  <a:lnTo>
                    <a:pt x="1023721" y="471857"/>
                  </a:lnTo>
                  <a:lnTo>
                    <a:pt x="1033480" y="472129"/>
                  </a:lnTo>
                  <a:lnTo>
                    <a:pt x="1043224" y="480096"/>
                  </a:lnTo>
                  <a:lnTo>
                    <a:pt x="1052983" y="472188"/>
                  </a:lnTo>
                  <a:lnTo>
                    <a:pt x="1062727" y="473058"/>
                  </a:lnTo>
                  <a:lnTo>
                    <a:pt x="1072471" y="490691"/>
                  </a:lnTo>
                  <a:lnTo>
                    <a:pt x="1082230" y="521884"/>
                  </a:lnTo>
                  <a:lnTo>
                    <a:pt x="1091973" y="523908"/>
                  </a:lnTo>
                  <a:lnTo>
                    <a:pt x="1101732" y="548257"/>
                  </a:lnTo>
                  <a:lnTo>
                    <a:pt x="1111476" y="565813"/>
                  </a:lnTo>
                  <a:lnTo>
                    <a:pt x="1121220" y="572569"/>
                  </a:lnTo>
                  <a:lnTo>
                    <a:pt x="1130979" y="587561"/>
                  </a:lnTo>
                  <a:lnTo>
                    <a:pt x="1140723" y="594070"/>
                  </a:lnTo>
                  <a:lnTo>
                    <a:pt x="1150482" y="555385"/>
                  </a:lnTo>
                  <a:lnTo>
                    <a:pt x="1160226" y="560041"/>
                  </a:lnTo>
                  <a:lnTo>
                    <a:pt x="1169969" y="559604"/>
                  </a:lnTo>
                  <a:lnTo>
                    <a:pt x="1179728" y="574882"/>
                  </a:lnTo>
                  <a:lnTo>
                    <a:pt x="1189472" y="569597"/>
                  </a:lnTo>
                  <a:lnTo>
                    <a:pt x="1199231" y="587611"/>
                  </a:lnTo>
                  <a:lnTo>
                    <a:pt x="1208975" y="561686"/>
                  </a:lnTo>
                  <a:lnTo>
                    <a:pt x="1218719" y="546022"/>
                  </a:lnTo>
                  <a:lnTo>
                    <a:pt x="1228478" y="536773"/>
                  </a:lnTo>
                  <a:lnTo>
                    <a:pt x="1238222" y="549728"/>
                  </a:lnTo>
                  <a:lnTo>
                    <a:pt x="1247966" y="556324"/>
                  </a:lnTo>
                  <a:lnTo>
                    <a:pt x="1257725" y="561584"/>
                  </a:lnTo>
                  <a:lnTo>
                    <a:pt x="1267469" y="557532"/>
                  </a:lnTo>
                  <a:lnTo>
                    <a:pt x="1277227" y="536906"/>
                  </a:lnTo>
                  <a:lnTo>
                    <a:pt x="1286971" y="577680"/>
                  </a:lnTo>
                  <a:lnTo>
                    <a:pt x="1296715" y="600338"/>
                  </a:lnTo>
                  <a:lnTo>
                    <a:pt x="1306474" y="607341"/>
                  </a:lnTo>
                  <a:lnTo>
                    <a:pt x="1316218" y="572851"/>
                  </a:lnTo>
                  <a:lnTo>
                    <a:pt x="1325977" y="565880"/>
                  </a:lnTo>
                  <a:lnTo>
                    <a:pt x="1335721" y="575850"/>
                  </a:lnTo>
                  <a:lnTo>
                    <a:pt x="1345465" y="580111"/>
                  </a:lnTo>
                  <a:lnTo>
                    <a:pt x="1355224" y="589040"/>
                  </a:lnTo>
                  <a:lnTo>
                    <a:pt x="1364967" y="589191"/>
                  </a:lnTo>
                  <a:lnTo>
                    <a:pt x="1374726" y="605922"/>
                  </a:lnTo>
                  <a:lnTo>
                    <a:pt x="1384470" y="581579"/>
                  </a:lnTo>
                  <a:lnTo>
                    <a:pt x="1394214" y="602262"/>
                  </a:lnTo>
                  <a:lnTo>
                    <a:pt x="1403973" y="563450"/>
                  </a:lnTo>
                  <a:lnTo>
                    <a:pt x="1413717" y="535152"/>
                  </a:lnTo>
                  <a:lnTo>
                    <a:pt x="1423476" y="525182"/>
                  </a:lnTo>
                  <a:lnTo>
                    <a:pt x="1433220" y="514624"/>
                  </a:lnTo>
                  <a:lnTo>
                    <a:pt x="1442964" y="475187"/>
                  </a:lnTo>
                  <a:lnTo>
                    <a:pt x="1452722" y="512415"/>
                  </a:lnTo>
                  <a:lnTo>
                    <a:pt x="1462466" y="495659"/>
                  </a:lnTo>
                  <a:lnTo>
                    <a:pt x="1472225" y="487230"/>
                  </a:lnTo>
                  <a:lnTo>
                    <a:pt x="1481969" y="482186"/>
                  </a:lnTo>
                  <a:lnTo>
                    <a:pt x="1491713" y="470967"/>
                  </a:lnTo>
                  <a:lnTo>
                    <a:pt x="1501472" y="474269"/>
                  </a:lnTo>
                  <a:lnTo>
                    <a:pt x="1511216" y="457588"/>
                  </a:lnTo>
                  <a:lnTo>
                    <a:pt x="1520960" y="457805"/>
                  </a:lnTo>
                  <a:lnTo>
                    <a:pt x="1530719" y="466501"/>
                  </a:lnTo>
                  <a:lnTo>
                    <a:pt x="1540463" y="458820"/>
                  </a:lnTo>
                  <a:lnTo>
                    <a:pt x="1550221" y="470800"/>
                  </a:lnTo>
                  <a:lnTo>
                    <a:pt x="1559965" y="467450"/>
                  </a:lnTo>
                  <a:lnTo>
                    <a:pt x="1569709" y="460487"/>
                  </a:lnTo>
                  <a:lnTo>
                    <a:pt x="1579468" y="449307"/>
                  </a:lnTo>
                  <a:lnTo>
                    <a:pt x="1589212" y="480404"/>
                  </a:lnTo>
                  <a:lnTo>
                    <a:pt x="1598971" y="471155"/>
                  </a:lnTo>
                  <a:lnTo>
                    <a:pt x="1608715" y="477411"/>
                  </a:lnTo>
                  <a:lnTo>
                    <a:pt x="1618459" y="513552"/>
                  </a:lnTo>
                  <a:lnTo>
                    <a:pt x="1628218" y="507693"/>
                  </a:lnTo>
                  <a:lnTo>
                    <a:pt x="1637962" y="526065"/>
                  </a:lnTo>
                  <a:lnTo>
                    <a:pt x="1647720" y="558088"/>
                  </a:lnTo>
                  <a:lnTo>
                    <a:pt x="1657464" y="538853"/>
                  </a:lnTo>
                  <a:lnTo>
                    <a:pt x="1667208" y="497703"/>
                  </a:lnTo>
                  <a:lnTo>
                    <a:pt x="1676967" y="520137"/>
                  </a:lnTo>
                  <a:lnTo>
                    <a:pt x="1686711" y="535836"/>
                  </a:lnTo>
                  <a:lnTo>
                    <a:pt x="1696470" y="543220"/>
                  </a:lnTo>
                  <a:lnTo>
                    <a:pt x="1706214" y="549123"/>
                  </a:lnTo>
                  <a:lnTo>
                    <a:pt x="1715958" y="531536"/>
                  </a:lnTo>
                  <a:lnTo>
                    <a:pt x="1725716" y="482709"/>
                  </a:lnTo>
                  <a:lnTo>
                    <a:pt x="1735460" y="516850"/>
                  </a:lnTo>
                  <a:lnTo>
                    <a:pt x="1745219" y="559490"/>
                  </a:lnTo>
                  <a:lnTo>
                    <a:pt x="1754963" y="542596"/>
                  </a:lnTo>
                  <a:lnTo>
                    <a:pt x="1764707" y="558785"/>
                  </a:lnTo>
                  <a:lnTo>
                    <a:pt x="1774466" y="550568"/>
                  </a:lnTo>
                  <a:lnTo>
                    <a:pt x="1784210" y="541122"/>
                  </a:lnTo>
                  <a:lnTo>
                    <a:pt x="1793969" y="519614"/>
                  </a:lnTo>
                  <a:lnTo>
                    <a:pt x="1803713" y="515019"/>
                  </a:lnTo>
                  <a:lnTo>
                    <a:pt x="1813457" y="534961"/>
                  </a:lnTo>
                  <a:lnTo>
                    <a:pt x="1823215" y="480477"/>
                  </a:lnTo>
                  <a:lnTo>
                    <a:pt x="1832959" y="449230"/>
                  </a:lnTo>
                  <a:lnTo>
                    <a:pt x="1842703" y="450660"/>
                  </a:lnTo>
                  <a:lnTo>
                    <a:pt x="1852462" y="411404"/>
                  </a:lnTo>
                  <a:lnTo>
                    <a:pt x="1862206" y="379748"/>
                  </a:lnTo>
                  <a:lnTo>
                    <a:pt x="1871965" y="418402"/>
                  </a:lnTo>
                  <a:lnTo>
                    <a:pt x="1881709" y="428337"/>
                  </a:lnTo>
                  <a:lnTo>
                    <a:pt x="1891453" y="446239"/>
                  </a:lnTo>
                  <a:lnTo>
                    <a:pt x="1901212" y="415272"/>
                  </a:lnTo>
                  <a:lnTo>
                    <a:pt x="1910956" y="439136"/>
                  </a:lnTo>
                  <a:lnTo>
                    <a:pt x="1920714" y="439037"/>
                  </a:lnTo>
                  <a:lnTo>
                    <a:pt x="1930458" y="419947"/>
                  </a:lnTo>
                  <a:lnTo>
                    <a:pt x="1940202" y="387542"/>
                  </a:lnTo>
                  <a:lnTo>
                    <a:pt x="1949961" y="391472"/>
                  </a:lnTo>
                  <a:lnTo>
                    <a:pt x="1959705" y="363175"/>
                  </a:lnTo>
                  <a:lnTo>
                    <a:pt x="1969464" y="331878"/>
                  </a:lnTo>
                  <a:lnTo>
                    <a:pt x="1979208" y="352979"/>
                  </a:lnTo>
                  <a:lnTo>
                    <a:pt x="1988952" y="350566"/>
                  </a:lnTo>
                  <a:lnTo>
                    <a:pt x="1998711" y="346564"/>
                  </a:lnTo>
                  <a:lnTo>
                    <a:pt x="2008454" y="350488"/>
                  </a:lnTo>
                  <a:lnTo>
                    <a:pt x="2018213" y="372506"/>
                  </a:lnTo>
                  <a:lnTo>
                    <a:pt x="2027957" y="367062"/>
                  </a:lnTo>
                  <a:lnTo>
                    <a:pt x="2037701" y="381891"/>
                  </a:lnTo>
                  <a:lnTo>
                    <a:pt x="2047460" y="387673"/>
                  </a:lnTo>
                  <a:lnTo>
                    <a:pt x="2057204" y="382619"/>
                  </a:lnTo>
                  <a:lnTo>
                    <a:pt x="2066963" y="385326"/>
                  </a:lnTo>
                  <a:lnTo>
                    <a:pt x="2076707" y="397292"/>
                  </a:lnTo>
                  <a:lnTo>
                    <a:pt x="2086451" y="399051"/>
                  </a:lnTo>
                  <a:lnTo>
                    <a:pt x="2096210" y="371703"/>
                  </a:lnTo>
                  <a:lnTo>
                    <a:pt x="2105954" y="399826"/>
                  </a:lnTo>
                  <a:lnTo>
                    <a:pt x="2115697" y="410954"/>
                  </a:lnTo>
                  <a:lnTo>
                    <a:pt x="2125456" y="395663"/>
                  </a:lnTo>
                  <a:lnTo>
                    <a:pt x="2135200" y="401295"/>
                  </a:lnTo>
                  <a:lnTo>
                    <a:pt x="2144959" y="388054"/>
                  </a:lnTo>
                  <a:lnTo>
                    <a:pt x="2154703" y="401827"/>
                  </a:lnTo>
                  <a:lnTo>
                    <a:pt x="2164447" y="398375"/>
                  </a:lnTo>
                  <a:lnTo>
                    <a:pt x="2174206" y="376277"/>
                  </a:lnTo>
                  <a:lnTo>
                    <a:pt x="2183950" y="398940"/>
                  </a:lnTo>
                  <a:lnTo>
                    <a:pt x="2193709" y="369374"/>
                  </a:lnTo>
                  <a:lnTo>
                    <a:pt x="2203452" y="357550"/>
                  </a:lnTo>
                  <a:lnTo>
                    <a:pt x="2213196" y="381944"/>
                  </a:lnTo>
                  <a:lnTo>
                    <a:pt x="2222955" y="368905"/>
                  </a:lnTo>
                  <a:lnTo>
                    <a:pt x="2232699" y="367589"/>
                  </a:lnTo>
                  <a:lnTo>
                    <a:pt x="2242458" y="341255"/>
                  </a:lnTo>
                  <a:lnTo>
                    <a:pt x="2252202" y="322225"/>
                  </a:lnTo>
                  <a:lnTo>
                    <a:pt x="2261946" y="328454"/>
                  </a:lnTo>
                  <a:lnTo>
                    <a:pt x="2271705" y="328615"/>
                  </a:lnTo>
                  <a:lnTo>
                    <a:pt x="2281449" y="348532"/>
                  </a:lnTo>
                  <a:lnTo>
                    <a:pt x="2291208" y="368292"/>
                  </a:lnTo>
                  <a:lnTo>
                    <a:pt x="2300951" y="343179"/>
                  </a:lnTo>
                  <a:lnTo>
                    <a:pt x="2310695" y="345150"/>
                  </a:lnTo>
                  <a:lnTo>
                    <a:pt x="2320454" y="357416"/>
                  </a:lnTo>
                  <a:lnTo>
                    <a:pt x="2330198" y="346796"/>
                  </a:lnTo>
                  <a:lnTo>
                    <a:pt x="2339957" y="335241"/>
                  </a:lnTo>
                  <a:lnTo>
                    <a:pt x="2349701" y="317693"/>
                  </a:lnTo>
                  <a:lnTo>
                    <a:pt x="2359445" y="322776"/>
                  </a:lnTo>
                  <a:lnTo>
                    <a:pt x="2369204" y="347380"/>
                  </a:lnTo>
                  <a:lnTo>
                    <a:pt x="2378948" y="326790"/>
                  </a:lnTo>
                  <a:lnTo>
                    <a:pt x="2388692" y="342875"/>
                  </a:lnTo>
                  <a:lnTo>
                    <a:pt x="2398450" y="317156"/>
                  </a:lnTo>
                  <a:lnTo>
                    <a:pt x="2408194" y="310593"/>
                  </a:lnTo>
                  <a:lnTo>
                    <a:pt x="2417953" y="281924"/>
                  </a:lnTo>
                  <a:lnTo>
                    <a:pt x="2427697" y="281332"/>
                  </a:lnTo>
                  <a:lnTo>
                    <a:pt x="2437441" y="272712"/>
                  </a:lnTo>
                  <a:lnTo>
                    <a:pt x="2447200" y="250251"/>
                  </a:lnTo>
                  <a:lnTo>
                    <a:pt x="2456944" y="294598"/>
                  </a:lnTo>
                  <a:lnTo>
                    <a:pt x="2466703" y="314018"/>
                  </a:lnTo>
                  <a:lnTo>
                    <a:pt x="2476446" y="335327"/>
                  </a:lnTo>
                  <a:lnTo>
                    <a:pt x="2486190" y="335641"/>
                  </a:lnTo>
                  <a:lnTo>
                    <a:pt x="2495949" y="336637"/>
                  </a:lnTo>
                  <a:lnTo>
                    <a:pt x="2505693" y="317251"/>
                  </a:lnTo>
                  <a:lnTo>
                    <a:pt x="2515452" y="296059"/>
                  </a:lnTo>
                  <a:lnTo>
                    <a:pt x="2525196" y="277114"/>
                  </a:lnTo>
                  <a:lnTo>
                    <a:pt x="2534940" y="270102"/>
                  </a:lnTo>
                  <a:lnTo>
                    <a:pt x="2544699" y="278130"/>
                  </a:lnTo>
                  <a:lnTo>
                    <a:pt x="2554443" y="268171"/>
                  </a:lnTo>
                  <a:lnTo>
                    <a:pt x="2564202" y="256026"/>
                  </a:lnTo>
                  <a:lnTo>
                    <a:pt x="2573946" y="275320"/>
                  </a:lnTo>
                  <a:lnTo>
                    <a:pt x="2583690" y="270241"/>
                  </a:lnTo>
                  <a:lnTo>
                    <a:pt x="2593448" y="264022"/>
                  </a:lnTo>
                  <a:lnTo>
                    <a:pt x="2603192" y="249805"/>
                  </a:lnTo>
                  <a:lnTo>
                    <a:pt x="2612951" y="269181"/>
                  </a:lnTo>
                  <a:lnTo>
                    <a:pt x="2622695" y="271506"/>
                  </a:lnTo>
                  <a:lnTo>
                    <a:pt x="2632439" y="245993"/>
                  </a:lnTo>
                  <a:lnTo>
                    <a:pt x="2642198" y="241429"/>
                  </a:lnTo>
                  <a:lnTo>
                    <a:pt x="2651942" y="247837"/>
                  </a:lnTo>
                  <a:lnTo>
                    <a:pt x="2661685" y="231345"/>
                  </a:lnTo>
                  <a:lnTo>
                    <a:pt x="2671444" y="246803"/>
                  </a:lnTo>
                  <a:lnTo>
                    <a:pt x="2681188" y="258572"/>
                  </a:lnTo>
                  <a:lnTo>
                    <a:pt x="2690947" y="259217"/>
                  </a:lnTo>
                  <a:lnTo>
                    <a:pt x="2700691" y="225933"/>
                  </a:lnTo>
                  <a:lnTo>
                    <a:pt x="2710435" y="208836"/>
                  </a:lnTo>
                  <a:lnTo>
                    <a:pt x="2720194" y="202750"/>
                  </a:lnTo>
                  <a:lnTo>
                    <a:pt x="2729938" y="195485"/>
                  </a:lnTo>
                  <a:lnTo>
                    <a:pt x="2739697" y="199357"/>
                  </a:lnTo>
                  <a:lnTo>
                    <a:pt x="2749441" y="188033"/>
                  </a:lnTo>
                  <a:lnTo>
                    <a:pt x="2759185" y="181757"/>
                  </a:lnTo>
                  <a:lnTo>
                    <a:pt x="2768943" y="146113"/>
                  </a:lnTo>
                  <a:lnTo>
                    <a:pt x="2778687" y="111678"/>
                  </a:lnTo>
                  <a:lnTo>
                    <a:pt x="2788446" y="118924"/>
                  </a:lnTo>
                  <a:lnTo>
                    <a:pt x="2798190" y="118189"/>
                  </a:lnTo>
                  <a:lnTo>
                    <a:pt x="2807934" y="133471"/>
                  </a:lnTo>
                  <a:lnTo>
                    <a:pt x="2817693" y="75991"/>
                  </a:lnTo>
                  <a:lnTo>
                    <a:pt x="2827437" y="13139"/>
                  </a:lnTo>
                  <a:lnTo>
                    <a:pt x="2837196" y="17283"/>
                  </a:lnTo>
                  <a:lnTo>
                    <a:pt x="2846940" y="0"/>
                  </a:lnTo>
                  <a:lnTo>
                    <a:pt x="2856684" y="12539"/>
                  </a:lnTo>
                  <a:lnTo>
                    <a:pt x="2866442" y="27372"/>
                  </a:lnTo>
                  <a:lnTo>
                    <a:pt x="2876186" y="29063"/>
                  </a:lnTo>
                  <a:lnTo>
                    <a:pt x="2885945" y="35081"/>
                  </a:lnTo>
                  <a:lnTo>
                    <a:pt x="2895689" y="44518"/>
                  </a:lnTo>
                  <a:lnTo>
                    <a:pt x="2905433" y="66618"/>
                  </a:lnTo>
                  <a:lnTo>
                    <a:pt x="2915192" y="6702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9" name="Freeform 998">
              <a:extLst>
                <a:ext uri="{FF2B5EF4-FFF2-40B4-BE49-F238E27FC236}">
                  <a16:creationId xmlns:a16="http://schemas.microsoft.com/office/drawing/2014/main" id="{61D1319E-3ED2-E3FF-F407-106D0F0EC87E}"/>
                </a:ext>
              </a:extLst>
            </p:cNvPr>
            <p:cNvSpPr/>
            <p:nvPr/>
          </p:nvSpPr>
          <p:spPr>
            <a:xfrm>
              <a:off x="4426652" y="3005401"/>
              <a:ext cx="2915191" cy="616680"/>
            </a:xfrm>
            <a:custGeom>
              <a:avLst/>
              <a:gdLst>
                <a:gd name="connsiteX0" fmla="*/ 0 w 2915191"/>
                <a:gd name="connsiteY0" fmla="*/ 45493 h 616680"/>
                <a:gd name="connsiteX1" fmla="*/ 9750 w 2915191"/>
                <a:gd name="connsiteY1" fmla="*/ 5018 h 616680"/>
                <a:gd name="connsiteX2" fmla="*/ 19500 w 2915191"/>
                <a:gd name="connsiteY2" fmla="*/ 0 h 616680"/>
                <a:gd name="connsiteX3" fmla="*/ 29250 w 2915191"/>
                <a:gd name="connsiteY3" fmla="*/ 3671 h 616680"/>
                <a:gd name="connsiteX4" fmla="*/ 39000 w 2915191"/>
                <a:gd name="connsiteY4" fmla="*/ 35477 h 616680"/>
                <a:gd name="connsiteX5" fmla="*/ 48749 w 2915191"/>
                <a:gd name="connsiteY5" fmla="*/ 40066 h 616680"/>
                <a:gd name="connsiteX6" fmla="*/ 58499 w 2915191"/>
                <a:gd name="connsiteY6" fmla="*/ 50512 h 616680"/>
                <a:gd name="connsiteX7" fmla="*/ 68249 w 2915191"/>
                <a:gd name="connsiteY7" fmla="*/ 34938 h 616680"/>
                <a:gd name="connsiteX8" fmla="*/ 77998 w 2915191"/>
                <a:gd name="connsiteY8" fmla="*/ 75301 h 616680"/>
                <a:gd name="connsiteX9" fmla="*/ 87748 w 2915191"/>
                <a:gd name="connsiteY9" fmla="*/ 81833 h 616680"/>
                <a:gd name="connsiteX10" fmla="*/ 97497 w 2915191"/>
                <a:gd name="connsiteY10" fmla="*/ 90291 h 616680"/>
                <a:gd name="connsiteX11" fmla="*/ 107247 w 2915191"/>
                <a:gd name="connsiteY11" fmla="*/ 73182 h 616680"/>
                <a:gd name="connsiteX12" fmla="*/ 116997 w 2915191"/>
                <a:gd name="connsiteY12" fmla="*/ 60351 h 616680"/>
                <a:gd name="connsiteX13" fmla="*/ 126747 w 2915191"/>
                <a:gd name="connsiteY13" fmla="*/ 71341 h 616680"/>
                <a:gd name="connsiteX14" fmla="*/ 136497 w 2915191"/>
                <a:gd name="connsiteY14" fmla="*/ 97657 h 616680"/>
                <a:gd name="connsiteX15" fmla="*/ 146247 w 2915191"/>
                <a:gd name="connsiteY15" fmla="*/ 113560 h 616680"/>
                <a:gd name="connsiteX16" fmla="*/ 155997 w 2915191"/>
                <a:gd name="connsiteY16" fmla="*/ 92913 h 616680"/>
                <a:gd name="connsiteX17" fmla="*/ 165747 w 2915191"/>
                <a:gd name="connsiteY17" fmla="*/ 112997 h 616680"/>
                <a:gd name="connsiteX18" fmla="*/ 175497 w 2915191"/>
                <a:gd name="connsiteY18" fmla="*/ 93791 h 616680"/>
                <a:gd name="connsiteX19" fmla="*/ 185247 w 2915191"/>
                <a:gd name="connsiteY19" fmla="*/ 72875 h 616680"/>
                <a:gd name="connsiteX20" fmla="*/ 194996 w 2915191"/>
                <a:gd name="connsiteY20" fmla="*/ 90774 h 616680"/>
                <a:gd name="connsiteX21" fmla="*/ 204746 w 2915191"/>
                <a:gd name="connsiteY21" fmla="*/ 86332 h 616680"/>
                <a:gd name="connsiteX22" fmla="*/ 214495 w 2915191"/>
                <a:gd name="connsiteY22" fmla="*/ 70626 h 616680"/>
                <a:gd name="connsiteX23" fmla="*/ 224245 w 2915191"/>
                <a:gd name="connsiteY23" fmla="*/ 86261 h 616680"/>
                <a:gd name="connsiteX24" fmla="*/ 233995 w 2915191"/>
                <a:gd name="connsiteY24" fmla="*/ 60678 h 616680"/>
                <a:gd name="connsiteX25" fmla="*/ 243744 w 2915191"/>
                <a:gd name="connsiteY25" fmla="*/ 67825 h 616680"/>
                <a:gd name="connsiteX26" fmla="*/ 253494 w 2915191"/>
                <a:gd name="connsiteY26" fmla="*/ 74826 h 616680"/>
                <a:gd name="connsiteX27" fmla="*/ 263244 w 2915191"/>
                <a:gd name="connsiteY27" fmla="*/ 104545 h 616680"/>
                <a:gd name="connsiteX28" fmla="*/ 272994 w 2915191"/>
                <a:gd name="connsiteY28" fmla="*/ 145839 h 616680"/>
                <a:gd name="connsiteX29" fmla="*/ 282744 w 2915191"/>
                <a:gd name="connsiteY29" fmla="*/ 137321 h 616680"/>
                <a:gd name="connsiteX30" fmla="*/ 292494 w 2915191"/>
                <a:gd name="connsiteY30" fmla="*/ 135591 h 616680"/>
                <a:gd name="connsiteX31" fmla="*/ 302244 w 2915191"/>
                <a:gd name="connsiteY31" fmla="*/ 130633 h 616680"/>
                <a:gd name="connsiteX32" fmla="*/ 311994 w 2915191"/>
                <a:gd name="connsiteY32" fmla="*/ 132394 h 616680"/>
                <a:gd name="connsiteX33" fmla="*/ 321744 w 2915191"/>
                <a:gd name="connsiteY33" fmla="*/ 150231 h 616680"/>
                <a:gd name="connsiteX34" fmla="*/ 331493 w 2915191"/>
                <a:gd name="connsiteY34" fmla="*/ 127303 h 616680"/>
                <a:gd name="connsiteX35" fmla="*/ 341243 w 2915191"/>
                <a:gd name="connsiteY35" fmla="*/ 151567 h 616680"/>
                <a:gd name="connsiteX36" fmla="*/ 350993 w 2915191"/>
                <a:gd name="connsiteY36" fmla="*/ 148665 h 616680"/>
                <a:gd name="connsiteX37" fmla="*/ 360742 w 2915191"/>
                <a:gd name="connsiteY37" fmla="*/ 96855 h 616680"/>
                <a:gd name="connsiteX38" fmla="*/ 370492 w 2915191"/>
                <a:gd name="connsiteY38" fmla="*/ 111064 h 616680"/>
                <a:gd name="connsiteX39" fmla="*/ 380241 w 2915191"/>
                <a:gd name="connsiteY39" fmla="*/ 91939 h 616680"/>
                <a:gd name="connsiteX40" fmla="*/ 389991 w 2915191"/>
                <a:gd name="connsiteY40" fmla="*/ 94244 h 616680"/>
                <a:gd name="connsiteX41" fmla="*/ 399741 w 2915191"/>
                <a:gd name="connsiteY41" fmla="*/ 130527 h 616680"/>
                <a:gd name="connsiteX42" fmla="*/ 409491 w 2915191"/>
                <a:gd name="connsiteY42" fmla="*/ 121449 h 616680"/>
                <a:gd name="connsiteX43" fmla="*/ 419241 w 2915191"/>
                <a:gd name="connsiteY43" fmla="*/ 93926 h 616680"/>
                <a:gd name="connsiteX44" fmla="*/ 428991 w 2915191"/>
                <a:gd name="connsiteY44" fmla="*/ 118563 h 616680"/>
                <a:gd name="connsiteX45" fmla="*/ 438741 w 2915191"/>
                <a:gd name="connsiteY45" fmla="*/ 113712 h 616680"/>
                <a:gd name="connsiteX46" fmla="*/ 448491 w 2915191"/>
                <a:gd name="connsiteY46" fmla="*/ 122954 h 616680"/>
                <a:gd name="connsiteX47" fmla="*/ 458241 w 2915191"/>
                <a:gd name="connsiteY47" fmla="*/ 89428 h 616680"/>
                <a:gd name="connsiteX48" fmla="*/ 467991 w 2915191"/>
                <a:gd name="connsiteY48" fmla="*/ 125505 h 616680"/>
                <a:gd name="connsiteX49" fmla="*/ 477740 w 2915191"/>
                <a:gd name="connsiteY49" fmla="*/ 141895 h 616680"/>
                <a:gd name="connsiteX50" fmla="*/ 487490 w 2915191"/>
                <a:gd name="connsiteY50" fmla="*/ 106680 h 616680"/>
                <a:gd name="connsiteX51" fmla="*/ 497239 w 2915191"/>
                <a:gd name="connsiteY51" fmla="*/ 100608 h 616680"/>
                <a:gd name="connsiteX52" fmla="*/ 506989 w 2915191"/>
                <a:gd name="connsiteY52" fmla="*/ 88196 h 616680"/>
                <a:gd name="connsiteX53" fmla="*/ 516738 w 2915191"/>
                <a:gd name="connsiteY53" fmla="*/ 117216 h 616680"/>
                <a:gd name="connsiteX54" fmla="*/ 526488 w 2915191"/>
                <a:gd name="connsiteY54" fmla="*/ 133423 h 616680"/>
                <a:gd name="connsiteX55" fmla="*/ 536238 w 2915191"/>
                <a:gd name="connsiteY55" fmla="*/ 167187 h 616680"/>
                <a:gd name="connsiteX56" fmla="*/ 545988 w 2915191"/>
                <a:gd name="connsiteY56" fmla="*/ 162932 h 616680"/>
                <a:gd name="connsiteX57" fmla="*/ 555738 w 2915191"/>
                <a:gd name="connsiteY57" fmla="*/ 181555 h 616680"/>
                <a:gd name="connsiteX58" fmla="*/ 565488 w 2915191"/>
                <a:gd name="connsiteY58" fmla="*/ 142962 h 616680"/>
                <a:gd name="connsiteX59" fmla="*/ 575238 w 2915191"/>
                <a:gd name="connsiteY59" fmla="*/ 157709 h 616680"/>
                <a:gd name="connsiteX60" fmla="*/ 584988 w 2915191"/>
                <a:gd name="connsiteY60" fmla="*/ 190527 h 616680"/>
                <a:gd name="connsiteX61" fmla="*/ 594738 w 2915191"/>
                <a:gd name="connsiteY61" fmla="*/ 204898 h 616680"/>
                <a:gd name="connsiteX62" fmla="*/ 604488 w 2915191"/>
                <a:gd name="connsiteY62" fmla="*/ 194169 h 616680"/>
                <a:gd name="connsiteX63" fmla="*/ 614237 w 2915191"/>
                <a:gd name="connsiteY63" fmla="*/ 202529 h 616680"/>
                <a:gd name="connsiteX64" fmla="*/ 623987 w 2915191"/>
                <a:gd name="connsiteY64" fmla="*/ 200633 h 616680"/>
                <a:gd name="connsiteX65" fmla="*/ 633736 w 2915191"/>
                <a:gd name="connsiteY65" fmla="*/ 222405 h 616680"/>
                <a:gd name="connsiteX66" fmla="*/ 643486 w 2915191"/>
                <a:gd name="connsiteY66" fmla="*/ 208952 h 616680"/>
                <a:gd name="connsiteX67" fmla="*/ 653236 w 2915191"/>
                <a:gd name="connsiteY67" fmla="*/ 241352 h 616680"/>
                <a:gd name="connsiteX68" fmla="*/ 662985 w 2915191"/>
                <a:gd name="connsiteY68" fmla="*/ 241346 h 616680"/>
                <a:gd name="connsiteX69" fmla="*/ 672735 w 2915191"/>
                <a:gd name="connsiteY69" fmla="*/ 264722 h 616680"/>
                <a:gd name="connsiteX70" fmla="*/ 682485 w 2915191"/>
                <a:gd name="connsiteY70" fmla="*/ 262350 h 616680"/>
                <a:gd name="connsiteX71" fmla="*/ 692235 w 2915191"/>
                <a:gd name="connsiteY71" fmla="*/ 262966 h 616680"/>
                <a:gd name="connsiteX72" fmla="*/ 701985 w 2915191"/>
                <a:gd name="connsiteY72" fmla="*/ 266707 h 616680"/>
                <a:gd name="connsiteX73" fmla="*/ 711735 w 2915191"/>
                <a:gd name="connsiteY73" fmla="*/ 289358 h 616680"/>
                <a:gd name="connsiteX74" fmla="*/ 721485 w 2915191"/>
                <a:gd name="connsiteY74" fmla="*/ 301791 h 616680"/>
                <a:gd name="connsiteX75" fmla="*/ 731235 w 2915191"/>
                <a:gd name="connsiteY75" fmla="*/ 277699 h 616680"/>
                <a:gd name="connsiteX76" fmla="*/ 740985 w 2915191"/>
                <a:gd name="connsiteY76" fmla="*/ 260363 h 616680"/>
                <a:gd name="connsiteX77" fmla="*/ 750734 w 2915191"/>
                <a:gd name="connsiteY77" fmla="*/ 244528 h 616680"/>
                <a:gd name="connsiteX78" fmla="*/ 760484 w 2915191"/>
                <a:gd name="connsiteY78" fmla="*/ 251955 h 616680"/>
                <a:gd name="connsiteX79" fmla="*/ 770233 w 2915191"/>
                <a:gd name="connsiteY79" fmla="*/ 207635 h 616680"/>
                <a:gd name="connsiteX80" fmla="*/ 779983 w 2915191"/>
                <a:gd name="connsiteY80" fmla="*/ 227688 h 616680"/>
                <a:gd name="connsiteX81" fmla="*/ 789733 w 2915191"/>
                <a:gd name="connsiteY81" fmla="*/ 212734 h 616680"/>
                <a:gd name="connsiteX82" fmla="*/ 799482 w 2915191"/>
                <a:gd name="connsiteY82" fmla="*/ 200706 h 616680"/>
                <a:gd name="connsiteX83" fmla="*/ 809232 w 2915191"/>
                <a:gd name="connsiteY83" fmla="*/ 210502 h 616680"/>
                <a:gd name="connsiteX84" fmla="*/ 818982 w 2915191"/>
                <a:gd name="connsiteY84" fmla="*/ 230376 h 616680"/>
                <a:gd name="connsiteX85" fmla="*/ 828732 w 2915191"/>
                <a:gd name="connsiteY85" fmla="*/ 190323 h 616680"/>
                <a:gd name="connsiteX86" fmla="*/ 838482 w 2915191"/>
                <a:gd name="connsiteY86" fmla="*/ 181933 h 616680"/>
                <a:gd name="connsiteX87" fmla="*/ 848232 w 2915191"/>
                <a:gd name="connsiteY87" fmla="*/ 192608 h 616680"/>
                <a:gd name="connsiteX88" fmla="*/ 857982 w 2915191"/>
                <a:gd name="connsiteY88" fmla="*/ 154996 h 616680"/>
                <a:gd name="connsiteX89" fmla="*/ 867732 w 2915191"/>
                <a:gd name="connsiteY89" fmla="*/ 126975 h 616680"/>
                <a:gd name="connsiteX90" fmla="*/ 877482 w 2915191"/>
                <a:gd name="connsiteY90" fmla="*/ 153278 h 616680"/>
                <a:gd name="connsiteX91" fmla="*/ 887231 w 2915191"/>
                <a:gd name="connsiteY91" fmla="*/ 173230 h 616680"/>
                <a:gd name="connsiteX92" fmla="*/ 896981 w 2915191"/>
                <a:gd name="connsiteY92" fmla="*/ 167035 h 616680"/>
                <a:gd name="connsiteX93" fmla="*/ 906730 w 2915191"/>
                <a:gd name="connsiteY93" fmla="*/ 186471 h 616680"/>
                <a:gd name="connsiteX94" fmla="*/ 916480 w 2915191"/>
                <a:gd name="connsiteY94" fmla="*/ 191845 h 616680"/>
                <a:gd name="connsiteX95" fmla="*/ 926230 w 2915191"/>
                <a:gd name="connsiteY95" fmla="*/ 179586 h 616680"/>
                <a:gd name="connsiteX96" fmla="*/ 935979 w 2915191"/>
                <a:gd name="connsiteY96" fmla="*/ 150185 h 616680"/>
                <a:gd name="connsiteX97" fmla="*/ 945729 w 2915191"/>
                <a:gd name="connsiteY97" fmla="*/ 130293 h 616680"/>
                <a:gd name="connsiteX98" fmla="*/ 955479 w 2915191"/>
                <a:gd name="connsiteY98" fmla="*/ 156925 h 616680"/>
                <a:gd name="connsiteX99" fmla="*/ 965229 w 2915191"/>
                <a:gd name="connsiteY99" fmla="*/ 151915 h 616680"/>
                <a:gd name="connsiteX100" fmla="*/ 974979 w 2915191"/>
                <a:gd name="connsiteY100" fmla="*/ 185772 h 616680"/>
                <a:gd name="connsiteX101" fmla="*/ 984729 w 2915191"/>
                <a:gd name="connsiteY101" fmla="*/ 191665 h 616680"/>
                <a:gd name="connsiteX102" fmla="*/ 994474 w 2915191"/>
                <a:gd name="connsiteY102" fmla="*/ 170325 h 616680"/>
                <a:gd name="connsiteX103" fmla="*/ 1004233 w 2915191"/>
                <a:gd name="connsiteY103" fmla="*/ 124962 h 616680"/>
                <a:gd name="connsiteX104" fmla="*/ 1013977 w 2915191"/>
                <a:gd name="connsiteY104" fmla="*/ 154650 h 616680"/>
                <a:gd name="connsiteX105" fmla="*/ 1023721 w 2915191"/>
                <a:gd name="connsiteY105" fmla="*/ 151389 h 616680"/>
                <a:gd name="connsiteX106" fmla="*/ 1033480 w 2915191"/>
                <a:gd name="connsiteY106" fmla="*/ 173673 h 616680"/>
                <a:gd name="connsiteX107" fmla="*/ 1043224 w 2915191"/>
                <a:gd name="connsiteY107" fmla="*/ 171723 h 616680"/>
                <a:gd name="connsiteX108" fmla="*/ 1052983 w 2915191"/>
                <a:gd name="connsiteY108" fmla="*/ 120561 h 616680"/>
                <a:gd name="connsiteX109" fmla="*/ 1062727 w 2915191"/>
                <a:gd name="connsiteY109" fmla="*/ 112171 h 616680"/>
                <a:gd name="connsiteX110" fmla="*/ 1072471 w 2915191"/>
                <a:gd name="connsiteY110" fmla="*/ 166456 h 616680"/>
                <a:gd name="connsiteX111" fmla="*/ 1082230 w 2915191"/>
                <a:gd name="connsiteY111" fmla="*/ 218205 h 616680"/>
                <a:gd name="connsiteX112" fmla="*/ 1091973 w 2915191"/>
                <a:gd name="connsiteY112" fmla="*/ 251981 h 616680"/>
                <a:gd name="connsiteX113" fmla="*/ 1101732 w 2915191"/>
                <a:gd name="connsiteY113" fmla="*/ 259084 h 616680"/>
                <a:gd name="connsiteX114" fmla="*/ 1111476 w 2915191"/>
                <a:gd name="connsiteY114" fmla="*/ 248198 h 616680"/>
                <a:gd name="connsiteX115" fmla="*/ 1121220 w 2915191"/>
                <a:gd name="connsiteY115" fmla="*/ 243022 h 616680"/>
                <a:gd name="connsiteX116" fmla="*/ 1130979 w 2915191"/>
                <a:gd name="connsiteY116" fmla="*/ 244586 h 616680"/>
                <a:gd name="connsiteX117" fmla="*/ 1140723 w 2915191"/>
                <a:gd name="connsiteY117" fmla="*/ 267800 h 616680"/>
                <a:gd name="connsiteX118" fmla="*/ 1150482 w 2915191"/>
                <a:gd name="connsiteY118" fmla="*/ 316524 h 616680"/>
                <a:gd name="connsiteX119" fmla="*/ 1160226 w 2915191"/>
                <a:gd name="connsiteY119" fmla="*/ 321259 h 616680"/>
                <a:gd name="connsiteX120" fmla="*/ 1169969 w 2915191"/>
                <a:gd name="connsiteY120" fmla="*/ 368996 h 616680"/>
                <a:gd name="connsiteX121" fmla="*/ 1179728 w 2915191"/>
                <a:gd name="connsiteY121" fmla="*/ 360362 h 616680"/>
                <a:gd name="connsiteX122" fmla="*/ 1189472 w 2915191"/>
                <a:gd name="connsiteY122" fmla="*/ 359575 h 616680"/>
                <a:gd name="connsiteX123" fmla="*/ 1199231 w 2915191"/>
                <a:gd name="connsiteY123" fmla="*/ 390857 h 616680"/>
                <a:gd name="connsiteX124" fmla="*/ 1208975 w 2915191"/>
                <a:gd name="connsiteY124" fmla="*/ 391726 h 616680"/>
                <a:gd name="connsiteX125" fmla="*/ 1218719 w 2915191"/>
                <a:gd name="connsiteY125" fmla="*/ 403858 h 616680"/>
                <a:gd name="connsiteX126" fmla="*/ 1228478 w 2915191"/>
                <a:gd name="connsiteY126" fmla="*/ 405321 h 616680"/>
                <a:gd name="connsiteX127" fmla="*/ 1238222 w 2915191"/>
                <a:gd name="connsiteY127" fmla="*/ 409770 h 616680"/>
                <a:gd name="connsiteX128" fmla="*/ 1247966 w 2915191"/>
                <a:gd name="connsiteY128" fmla="*/ 390279 h 616680"/>
                <a:gd name="connsiteX129" fmla="*/ 1257725 w 2915191"/>
                <a:gd name="connsiteY129" fmla="*/ 364094 h 616680"/>
                <a:gd name="connsiteX130" fmla="*/ 1267469 w 2915191"/>
                <a:gd name="connsiteY130" fmla="*/ 384766 h 616680"/>
                <a:gd name="connsiteX131" fmla="*/ 1277227 w 2915191"/>
                <a:gd name="connsiteY131" fmla="*/ 382779 h 616680"/>
                <a:gd name="connsiteX132" fmla="*/ 1286971 w 2915191"/>
                <a:gd name="connsiteY132" fmla="*/ 396644 h 616680"/>
                <a:gd name="connsiteX133" fmla="*/ 1296715 w 2915191"/>
                <a:gd name="connsiteY133" fmla="*/ 428438 h 616680"/>
                <a:gd name="connsiteX134" fmla="*/ 1306474 w 2915191"/>
                <a:gd name="connsiteY134" fmla="*/ 363805 h 616680"/>
                <a:gd name="connsiteX135" fmla="*/ 1316218 w 2915191"/>
                <a:gd name="connsiteY135" fmla="*/ 380857 h 616680"/>
                <a:gd name="connsiteX136" fmla="*/ 1325977 w 2915191"/>
                <a:gd name="connsiteY136" fmla="*/ 351731 h 616680"/>
                <a:gd name="connsiteX137" fmla="*/ 1335721 w 2915191"/>
                <a:gd name="connsiteY137" fmla="*/ 347662 h 616680"/>
                <a:gd name="connsiteX138" fmla="*/ 1345465 w 2915191"/>
                <a:gd name="connsiteY138" fmla="*/ 331912 h 616680"/>
                <a:gd name="connsiteX139" fmla="*/ 1355224 w 2915191"/>
                <a:gd name="connsiteY139" fmla="*/ 356533 h 616680"/>
                <a:gd name="connsiteX140" fmla="*/ 1364967 w 2915191"/>
                <a:gd name="connsiteY140" fmla="*/ 341288 h 616680"/>
                <a:gd name="connsiteX141" fmla="*/ 1374726 w 2915191"/>
                <a:gd name="connsiteY141" fmla="*/ 303781 h 616680"/>
                <a:gd name="connsiteX142" fmla="*/ 1384470 w 2915191"/>
                <a:gd name="connsiteY142" fmla="*/ 295846 h 616680"/>
                <a:gd name="connsiteX143" fmla="*/ 1394214 w 2915191"/>
                <a:gd name="connsiteY143" fmla="*/ 313451 h 616680"/>
                <a:gd name="connsiteX144" fmla="*/ 1403973 w 2915191"/>
                <a:gd name="connsiteY144" fmla="*/ 311013 h 616680"/>
                <a:gd name="connsiteX145" fmla="*/ 1413717 w 2915191"/>
                <a:gd name="connsiteY145" fmla="*/ 293097 h 616680"/>
                <a:gd name="connsiteX146" fmla="*/ 1423476 w 2915191"/>
                <a:gd name="connsiteY146" fmla="*/ 286497 h 616680"/>
                <a:gd name="connsiteX147" fmla="*/ 1433220 w 2915191"/>
                <a:gd name="connsiteY147" fmla="*/ 276272 h 616680"/>
                <a:gd name="connsiteX148" fmla="*/ 1442964 w 2915191"/>
                <a:gd name="connsiteY148" fmla="*/ 250574 h 616680"/>
                <a:gd name="connsiteX149" fmla="*/ 1452722 w 2915191"/>
                <a:gd name="connsiteY149" fmla="*/ 242310 h 616680"/>
                <a:gd name="connsiteX150" fmla="*/ 1462466 w 2915191"/>
                <a:gd name="connsiteY150" fmla="*/ 266292 h 616680"/>
                <a:gd name="connsiteX151" fmla="*/ 1472225 w 2915191"/>
                <a:gd name="connsiteY151" fmla="*/ 238034 h 616680"/>
                <a:gd name="connsiteX152" fmla="*/ 1481969 w 2915191"/>
                <a:gd name="connsiteY152" fmla="*/ 227177 h 616680"/>
                <a:gd name="connsiteX153" fmla="*/ 1491713 w 2915191"/>
                <a:gd name="connsiteY153" fmla="*/ 218520 h 616680"/>
                <a:gd name="connsiteX154" fmla="*/ 1501472 w 2915191"/>
                <a:gd name="connsiteY154" fmla="*/ 210621 h 616680"/>
                <a:gd name="connsiteX155" fmla="*/ 1511216 w 2915191"/>
                <a:gd name="connsiteY155" fmla="*/ 235656 h 616680"/>
                <a:gd name="connsiteX156" fmla="*/ 1520960 w 2915191"/>
                <a:gd name="connsiteY156" fmla="*/ 255258 h 616680"/>
                <a:gd name="connsiteX157" fmla="*/ 1530719 w 2915191"/>
                <a:gd name="connsiteY157" fmla="*/ 256858 h 616680"/>
                <a:gd name="connsiteX158" fmla="*/ 1540463 w 2915191"/>
                <a:gd name="connsiteY158" fmla="*/ 271564 h 616680"/>
                <a:gd name="connsiteX159" fmla="*/ 1550221 w 2915191"/>
                <a:gd name="connsiteY159" fmla="*/ 273185 h 616680"/>
                <a:gd name="connsiteX160" fmla="*/ 1559965 w 2915191"/>
                <a:gd name="connsiteY160" fmla="*/ 277853 h 616680"/>
                <a:gd name="connsiteX161" fmla="*/ 1569709 w 2915191"/>
                <a:gd name="connsiteY161" fmla="*/ 251115 h 616680"/>
                <a:gd name="connsiteX162" fmla="*/ 1579468 w 2915191"/>
                <a:gd name="connsiteY162" fmla="*/ 259603 h 616680"/>
                <a:gd name="connsiteX163" fmla="*/ 1589212 w 2915191"/>
                <a:gd name="connsiteY163" fmla="*/ 249838 h 616680"/>
                <a:gd name="connsiteX164" fmla="*/ 1598971 w 2915191"/>
                <a:gd name="connsiteY164" fmla="*/ 238749 h 616680"/>
                <a:gd name="connsiteX165" fmla="*/ 1608715 w 2915191"/>
                <a:gd name="connsiteY165" fmla="*/ 253296 h 616680"/>
                <a:gd name="connsiteX166" fmla="*/ 1618459 w 2915191"/>
                <a:gd name="connsiteY166" fmla="*/ 252355 h 616680"/>
                <a:gd name="connsiteX167" fmla="*/ 1628218 w 2915191"/>
                <a:gd name="connsiteY167" fmla="*/ 259327 h 616680"/>
                <a:gd name="connsiteX168" fmla="*/ 1637962 w 2915191"/>
                <a:gd name="connsiteY168" fmla="*/ 294443 h 616680"/>
                <a:gd name="connsiteX169" fmla="*/ 1647720 w 2915191"/>
                <a:gd name="connsiteY169" fmla="*/ 300554 h 616680"/>
                <a:gd name="connsiteX170" fmla="*/ 1657464 w 2915191"/>
                <a:gd name="connsiteY170" fmla="*/ 297016 h 616680"/>
                <a:gd name="connsiteX171" fmla="*/ 1667208 w 2915191"/>
                <a:gd name="connsiteY171" fmla="*/ 316349 h 616680"/>
                <a:gd name="connsiteX172" fmla="*/ 1676967 w 2915191"/>
                <a:gd name="connsiteY172" fmla="*/ 287854 h 616680"/>
                <a:gd name="connsiteX173" fmla="*/ 1686711 w 2915191"/>
                <a:gd name="connsiteY173" fmla="*/ 248181 h 616680"/>
                <a:gd name="connsiteX174" fmla="*/ 1696470 w 2915191"/>
                <a:gd name="connsiteY174" fmla="*/ 255071 h 616680"/>
                <a:gd name="connsiteX175" fmla="*/ 1706214 w 2915191"/>
                <a:gd name="connsiteY175" fmla="*/ 271820 h 616680"/>
                <a:gd name="connsiteX176" fmla="*/ 1715958 w 2915191"/>
                <a:gd name="connsiteY176" fmla="*/ 251992 h 616680"/>
                <a:gd name="connsiteX177" fmla="*/ 1725716 w 2915191"/>
                <a:gd name="connsiteY177" fmla="*/ 272979 h 616680"/>
                <a:gd name="connsiteX178" fmla="*/ 1735460 w 2915191"/>
                <a:gd name="connsiteY178" fmla="*/ 245736 h 616680"/>
                <a:gd name="connsiteX179" fmla="*/ 1745219 w 2915191"/>
                <a:gd name="connsiteY179" fmla="*/ 257708 h 616680"/>
                <a:gd name="connsiteX180" fmla="*/ 1754963 w 2915191"/>
                <a:gd name="connsiteY180" fmla="*/ 239647 h 616680"/>
                <a:gd name="connsiteX181" fmla="*/ 1764707 w 2915191"/>
                <a:gd name="connsiteY181" fmla="*/ 254695 h 616680"/>
                <a:gd name="connsiteX182" fmla="*/ 1774466 w 2915191"/>
                <a:gd name="connsiteY182" fmla="*/ 266456 h 616680"/>
                <a:gd name="connsiteX183" fmla="*/ 1784210 w 2915191"/>
                <a:gd name="connsiteY183" fmla="*/ 276571 h 616680"/>
                <a:gd name="connsiteX184" fmla="*/ 1793969 w 2915191"/>
                <a:gd name="connsiteY184" fmla="*/ 276832 h 616680"/>
                <a:gd name="connsiteX185" fmla="*/ 1803713 w 2915191"/>
                <a:gd name="connsiteY185" fmla="*/ 255874 h 616680"/>
                <a:gd name="connsiteX186" fmla="*/ 1813457 w 2915191"/>
                <a:gd name="connsiteY186" fmla="*/ 264923 h 616680"/>
                <a:gd name="connsiteX187" fmla="*/ 1823215 w 2915191"/>
                <a:gd name="connsiteY187" fmla="*/ 242538 h 616680"/>
                <a:gd name="connsiteX188" fmla="*/ 1832959 w 2915191"/>
                <a:gd name="connsiteY188" fmla="*/ 172115 h 616680"/>
                <a:gd name="connsiteX189" fmla="*/ 1842703 w 2915191"/>
                <a:gd name="connsiteY189" fmla="*/ 159862 h 616680"/>
                <a:gd name="connsiteX190" fmla="*/ 1852462 w 2915191"/>
                <a:gd name="connsiteY190" fmla="*/ 163119 h 616680"/>
                <a:gd name="connsiteX191" fmla="*/ 1862206 w 2915191"/>
                <a:gd name="connsiteY191" fmla="*/ 137650 h 616680"/>
                <a:gd name="connsiteX192" fmla="*/ 1871965 w 2915191"/>
                <a:gd name="connsiteY192" fmla="*/ 145551 h 616680"/>
                <a:gd name="connsiteX193" fmla="*/ 1881709 w 2915191"/>
                <a:gd name="connsiteY193" fmla="*/ 164667 h 616680"/>
                <a:gd name="connsiteX194" fmla="*/ 1891453 w 2915191"/>
                <a:gd name="connsiteY194" fmla="*/ 185321 h 616680"/>
                <a:gd name="connsiteX195" fmla="*/ 1901212 w 2915191"/>
                <a:gd name="connsiteY195" fmla="*/ 145770 h 616680"/>
                <a:gd name="connsiteX196" fmla="*/ 1910956 w 2915191"/>
                <a:gd name="connsiteY196" fmla="*/ 158859 h 616680"/>
                <a:gd name="connsiteX197" fmla="*/ 1920714 w 2915191"/>
                <a:gd name="connsiteY197" fmla="*/ 155402 h 616680"/>
                <a:gd name="connsiteX198" fmla="*/ 1930458 w 2915191"/>
                <a:gd name="connsiteY198" fmla="*/ 181683 h 616680"/>
                <a:gd name="connsiteX199" fmla="*/ 1940202 w 2915191"/>
                <a:gd name="connsiteY199" fmla="*/ 207890 h 616680"/>
                <a:gd name="connsiteX200" fmla="*/ 1949961 w 2915191"/>
                <a:gd name="connsiteY200" fmla="*/ 213900 h 616680"/>
                <a:gd name="connsiteX201" fmla="*/ 1959705 w 2915191"/>
                <a:gd name="connsiteY201" fmla="*/ 211399 h 616680"/>
                <a:gd name="connsiteX202" fmla="*/ 1969464 w 2915191"/>
                <a:gd name="connsiteY202" fmla="*/ 167414 h 616680"/>
                <a:gd name="connsiteX203" fmla="*/ 1979208 w 2915191"/>
                <a:gd name="connsiteY203" fmla="*/ 184877 h 616680"/>
                <a:gd name="connsiteX204" fmla="*/ 1988952 w 2915191"/>
                <a:gd name="connsiteY204" fmla="*/ 153892 h 616680"/>
                <a:gd name="connsiteX205" fmla="*/ 1998711 w 2915191"/>
                <a:gd name="connsiteY205" fmla="*/ 181116 h 616680"/>
                <a:gd name="connsiteX206" fmla="*/ 2008454 w 2915191"/>
                <a:gd name="connsiteY206" fmla="*/ 156410 h 616680"/>
                <a:gd name="connsiteX207" fmla="*/ 2018213 w 2915191"/>
                <a:gd name="connsiteY207" fmla="*/ 194500 h 616680"/>
                <a:gd name="connsiteX208" fmla="*/ 2027957 w 2915191"/>
                <a:gd name="connsiteY208" fmla="*/ 240184 h 616680"/>
                <a:gd name="connsiteX209" fmla="*/ 2037701 w 2915191"/>
                <a:gd name="connsiteY209" fmla="*/ 255242 h 616680"/>
                <a:gd name="connsiteX210" fmla="*/ 2047460 w 2915191"/>
                <a:gd name="connsiteY210" fmla="*/ 312186 h 616680"/>
                <a:gd name="connsiteX211" fmla="*/ 2057204 w 2915191"/>
                <a:gd name="connsiteY211" fmla="*/ 359422 h 616680"/>
                <a:gd name="connsiteX212" fmla="*/ 2066963 w 2915191"/>
                <a:gd name="connsiteY212" fmla="*/ 345059 h 616680"/>
                <a:gd name="connsiteX213" fmla="*/ 2076707 w 2915191"/>
                <a:gd name="connsiteY213" fmla="*/ 352392 h 616680"/>
                <a:gd name="connsiteX214" fmla="*/ 2086451 w 2915191"/>
                <a:gd name="connsiteY214" fmla="*/ 368432 h 616680"/>
                <a:gd name="connsiteX215" fmla="*/ 2096210 w 2915191"/>
                <a:gd name="connsiteY215" fmla="*/ 357973 h 616680"/>
                <a:gd name="connsiteX216" fmla="*/ 2105954 w 2915191"/>
                <a:gd name="connsiteY216" fmla="*/ 379038 h 616680"/>
                <a:gd name="connsiteX217" fmla="*/ 2115697 w 2915191"/>
                <a:gd name="connsiteY217" fmla="*/ 387026 h 616680"/>
                <a:gd name="connsiteX218" fmla="*/ 2125456 w 2915191"/>
                <a:gd name="connsiteY218" fmla="*/ 378083 h 616680"/>
                <a:gd name="connsiteX219" fmla="*/ 2135200 w 2915191"/>
                <a:gd name="connsiteY219" fmla="*/ 377966 h 616680"/>
                <a:gd name="connsiteX220" fmla="*/ 2144959 w 2915191"/>
                <a:gd name="connsiteY220" fmla="*/ 386541 h 616680"/>
                <a:gd name="connsiteX221" fmla="*/ 2154703 w 2915191"/>
                <a:gd name="connsiteY221" fmla="*/ 367698 h 616680"/>
                <a:gd name="connsiteX222" fmla="*/ 2164447 w 2915191"/>
                <a:gd name="connsiteY222" fmla="*/ 365018 h 616680"/>
                <a:gd name="connsiteX223" fmla="*/ 2174206 w 2915191"/>
                <a:gd name="connsiteY223" fmla="*/ 371052 h 616680"/>
                <a:gd name="connsiteX224" fmla="*/ 2183950 w 2915191"/>
                <a:gd name="connsiteY224" fmla="*/ 338296 h 616680"/>
                <a:gd name="connsiteX225" fmla="*/ 2193709 w 2915191"/>
                <a:gd name="connsiteY225" fmla="*/ 362004 h 616680"/>
                <a:gd name="connsiteX226" fmla="*/ 2203452 w 2915191"/>
                <a:gd name="connsiteY226" fmla="*/ 374739 h 616680"/>
                <a:gd name="connsiteX227" fmla="*/ 2213196 w 2915191"/>
                <a:gd name="connsiteY227" fmla="*/ 383486 h 616680"/>
                <a:gd name="connsiteX228" fmla="*/ 2222955 w 2915191"/>
                <a:gd name="connsiteY228" fmla="*/ 366111 h 616680"/>
                <a:gd name="connsiteX229" fmla="*/ 2232699 w 2915191"/>
                <a:gd name="connsiteY229" fmla="*/ 355786 h 616680"/>
                <a:gd name="connsiteX230" fmla="*/ 2242458 w 2915191"/>
                <a:gd name="connsiteY230" fmla="*/ 342188 h 616680"/>
                <a:gd name="connsiteX231" fmla="*/ 2252202 w 2915191"/>
                <a:gd name="connsiteY231" fmla="*/ 360864 h 616680"/>
                <a:gd name="connsiteX232" fmla="*/ 2261946 w 2915191"/>
                <a:gd name="connsiteY232" fmla="*/ 354454 h 616680"/>
                <a:gd name="connsiteX233" fmla="*/ 2271705 w 2915191"/>
                <a:gd name="connsiteY233" fmla="*/ 353325 h 616680"/>
                <a:gd name="connsiteX234" fmla="*/ 2281449 w 2915191"/>
                <a:gd name="connsiteY234" fmla="*/ 329434 h 616680"/>
                <a:gd name="connsiteX235" fmla="*/ 2291208 w 2915191"/>
                <a:gd name="connsiteY235" fmla="*/ 355202 h 616680"/>
                <a:gd name="connsiteX236" fmla="*/ 2300951 w 2915191"/>
                <a:gd name="connsiteY236" fmla="*/ 353516 h 616680"/>
                <a:gd name="connsiteX237" fmla="*/ 2310695 w 2915191"/>
                <a:gd name="connsiteY237" fmla="*/ 381034 h 616680"/>
                <a:gd name="connsiteX238" fmla="*/ 2320454 w 2915191"/>
                <a:gd name="connsiteY238" fmla="*/ 398604 h 616680"/>
                <a:gd name="connsiteX239" fmla="*/ 2330198 w 2915191"/>
                <a:gd name="connsiteY239" fmla="*/ 394725 h 616680"/>
                <a:gd name="connsiteX240" fmla="*/ 2339957 w 2915191"/>
                <a:gd name="connsiteY240" fmla="*/ 424193 h 616680"/>
                <a:gd name="connsiteX241" fmla="*/ 2349701 w 2915191"/>
                <a:gd name="connsiteY241" fmla="*/ 416941 h 616680"/>
                <a:gd name="connsiteX242" fmla="*/ 2359445 w 2915191"/>
                <a:gd name="connsiteY242" fmla="*/ 435512 h 616680"/>
                <a:gd name="connsiteX243" fmla="*/ 2369204 w 2915191"/>
                <a:gd name="connsiteY243" fmla="*/ 463217 h 616680"/>
                <a:gd name="connsiteX244" fmla="*/ 2378948 w 2915191"/>
                <a:gd name="connsiteY244" fmla="*/ 484011 h 616680"/>
                <a:gd name="connsiteX245" fmla="*/ 2388692 w 2915191"/>
                <a:gd name="connsiteY245" fmla="*/ 503246 h 616680"/>
                <a:gd name="connsiteX246" fmla="*/ 2398450 w 2915191"/>
                <a:gd name="connsiteY246" fmla="*/ 532530 h 616680"/>
                <a:gd name="connsiteX247" fmla="*/ 2408194 w 2915191"/>
                <a:gd name="connsiteY247" fmla="*/ 561024 h 616680"/>
                <a:gd name="connsiteX248" fmla="*/ 2417953 w 2915191"/>
                <a:gd name="connsiteY248" fmla="*/ 527996 h 616680"/>
                <a:gd name="connsiteX249" fmla="*/ 2427697 w 2915191"/>
                <a:gd name="connsiteY249" fmla="*/ 538197 h 616680"/>
                <a:gd name="connsiteX250" fmla="*/ 2437441 w 2915191"/>
                <a:gd name="connsiteY250" fmla="*/ 552429 h 616680"/>
                <a:gd name="connsiteX251" fmla="*/ 2447200 w 2915191"/>
                <a:gd name="connsiteY251" fmla="*/ 545561 h 616680"/>
                <a:gd name="connsiteX252" fmla="*/ 2456944 w 2915191"/>
                <a:gd name="connsiteY252" fmla="*/ 552758 h 616680"/>
                <a:gd name="connsiteX253" fmla="*/ 2466703 w 2915191"/>
                <a:gd name="connsiteY253" fmla="*/ 538062 h 616680"/>
                <a:gd name="connsiteX254" fmla="*/ 2476446 w 2915191"/>
                <a:gd name="connsiteY254" fmla="*/ 554992 h 616680"/>
                <a:gd name="connsiteX255" fmla="*/ 2486190 w 2915191"/>
                <a:gd name="connsiteY255" fmla="*/ 571345 h 616680"/>
                <a:gd name="connsiteX256" fmla="*/ 2495949 w 2915191"/>
                <a:gd name="connsiteY256" fmla="*/ 598765 h 616680"/>
                <a:gd name="connsiteX257" fmla="*/ 2505693 w 2915191"/>
                <a:gd name="connsiteY257" fmla="*/ 616681 h 616680"/>
                <a:gd name="connsiteX258" fmla="*/ 2515452 w 2915191"/>
                <a:gd name="connsiteY258" fmla="*/ 587531 h 616680"/>
                <a:gd name="connsiteX259" fmla="*/ 2525196 w 2915191"/>
                <a:gd name="connsiteY259" fmla="*/ 567908 h 616680"/>
                <a:gd name="connsiteX260" fmla="*/ 2534940 w 2915191"/>
                <a:gd name="connsiteY260" fmla="*/ 601755 h 616680"/>
                <a:gd name="connsiteX261" fmla="*/ 2544699 w 2915191"/>
                <a:gd name="connsiteY261" fmla="*/ 570665 h 616680"/>
                <a:gd name="connsiteX262" fmla="*/ 2554443 w 2915191"/>
                <a:gd name="connsiteY262" fmla="*/ 576105 h 616680"/>
                <a:gd name="connsiteX263" fmla="*/ 2564202 w 2915191"/>
                <a:gd name="connsiteY263" fmla="*/ 551326 h 616680"/>
                <a:gd name="connsiteX264" fmla="*/ 2573946 w 2915191"/>
                <a:gd name="connsiteY264" fmla="*/ 543515 h 616680"/>
                <a:gd name="connsiteX265" fmla="*/ 2583690 w 2915191"/>
                <a:gd name="connsiteY265" fmla="*/ 549670 h 616680"/>
                <a:gd name="connsiteX266" fmla="*/ 2593448 w 2915191"/>
                <a:gd name="connsiteY266" fmla="*/ 544677 h 616680"/>
                <a:gd name="connsiteX267" fmla="*/ 2603192 w 2915191"/>
                <a:gd name="connsiteY267" fmla="*/ 556823 h 616680"/>
                <a:gd name="connsiteX268" fmla="*/ 2612951 w 2915191"/>
                <a:gd name="connsiteY268" fmla="*/ 538224 h 616680"/>
                <a:gd name="connsiteX269" fmla="*/ 2622695 w 2915191"/>
                <a:gd name="connsiteY269" fmla="*/ 518465 h 616680"/>
                <a:gd name="connsiteX270" fmla="*/ 2632439 w 2915191"/>
                <a:gd name="connsiteY270" fmla="*/ 520904 h 616680"/>
                <a:gd name="connsiteX271" fmla="*/ 2642198 w 2915191"/>
                <a:gd name="connsiteY271" fmla="*/ 535021 h 616680"/>
                <a:gd name="connsiteX272" fmla="*/ 2651942 w 2915191"/>
                <a:gd name="connsiteY272" fmla="*/ 515643 h 616680"/>
                <a:gd name="connsiteX273" fmla="*/ 2661685 w 2915191"/>
                <a:gd name="connsiteY273" fmla="*/ 477523 h 616680"/>
                <a:gd name="connsiteX274" fmla="*/ 2671444 w 2915191"/>
                <a:gd name="connsiteY274" fmla="*/ 481711 h 616680"/>
                <a:gd name="connsiteX275" fmla="*/ 2681188 w 2915191"/>
                <a:gd name="connsiteY275" fmla="*/ 471744 h 616680"/>
                <a:gd name="connsiteX276" fmla="*/ 2690947 w 2915191"/>
                <a:gd name="connsiteY276" fmla="*/ 467935 h 616680"/>
                <a:gd name="connsiteX277" fmla="*/ 2700691 w 2915191"/>
                <a:gd name="connsiteY277" fmla="*/ 480225 h 616680"/>
                <a:gd name="connsiteX278" fmla="*/ 2710435 w 2915191"/>
                <a:gd name="connsiteY278" fmla="*/ 457281 h 616680"/>
                <a:gd name="connsiteX279" fmla="*/ 2720194 w 2915191"/>
                <a:gd name="connsiteY279" fmla="*/ 467299 h 616680"/>
                <a:gd name="connsiteX280" fmla="*/ 2729938 w 2915191"/>
                <a:gd name="connsiteY280" fmla="*/ 446400 h 616680"/>
                <a:gd name="connsiteX281" fmla="*/ 2739697 w 2915191"/>
                <a:gd name="connsiteY281" fmla="*/ 425317 h 616680"/>
                <a:gd name="connsiteX282" fmla="*/ 2749441 w 2915191"/>
                <a:gd name="connsiteY282" fmla="*/ 429417 h 616680"/>
                <a:gd name="connsiteX283" fmla="*/ 2759185 w 2915191"/>
                <a:gd name="connsiteY283" fmla="*/ 393007 h 616680"/>
                <a:gd name="connsiteX284" fmla="*/ 2768943 w 2915191"/>
                <a:gd name="connsiteY284" fmla="*/ 371298 h 616680"/>
                <a:gd name="connsiteX285" fmla="*/ 2778687 w 2915191"/>
                <a:gd name="connsiteY285" fmla="*/ 387379 h 616680"/>
                <a:gd name="connsiteX286" fmla="*/ 2788446 w 2915191"/>
                <a:gd name="connsiteY286" fmla="*/ 391217 h 616680"/>
                <a:gd name="connsiteX287" fmla="*/ 2798190 w 2915191"/>
                <a:gd name="connsiteY287" fmla="*/ 367455 h 616680"/>
                <a:gd name="connsiteX288" fmla="*/ 2807934 w 2915191"/>
                <a:gd name="connsiteY288" fmla="*/ 377440 h 616680"/>
                <a:gd name="connsiteX289" fmla="*/ 2817693 w 2915191"/>
                <a:gd name="connsiteY289" fmla="*/ 382229 h 616680"/>
                <a:gd name="connsiteX290" fmla="*/ 2827437 w 2915191"/>
                <a:gd name="connsiteY290" fmla="*/ 385212 h 616680"/>
                <a:gd name="connsiteX291" fmla="*/ 2837196 w 2915191"/>
                <a:gd name="connsiteY291" fmla="*/ 379641 h 616680"/>
                <a:gd name="connsiteX292" fmla="*/ 2846940 w 2915191"/>
                <a:gd name="connsiteY292" fmla="*/ 390282 h 616680"/>
                <a:gd name="connsiteX293" fmla="*/ 2856684 w 2915191"/>
                <a:gd name="connsiteY293" fmla="*/ 408053 h 616680"/>
                <a:gd name="connsiteX294" fmla="*/ 2866442 w 2915191"/>
                <a:gd name="connsiteY294" fmla="*/ 366075 h 616680"/>
                <a:gd name="connsiteX295" fmla="*/ 2876186 w 2915191"/>
                <a:gd name="connsiteY295" fmla="*/ 371941 h 616680"/>
                <a:gd name="connsiteX296" fmla="*/ 2885945 w 2915191"/>
                <a:gd name="connsiteY296" fmla="*/ 379234 h 616680"/>
                <a:gd name="connsiteX297" fmla="*/ 2895689 w 2915191"/>
                <a:gd name="connsiteY297" fmla="*/ 375846 h 616680"/>
                <a:gd name="connsiteX298" fmla="*/ 2905433 w 2915191"/>
                <a:gd name="connsiteY298" fmla="*/ 408628 h 616680"/>
                <a:gd name="connsiteX299" fmla="*/ 2915192 w 2915191"/>
                <a:gd name="connsiteY299" fmla="*/ 464091 h 616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16680">
                  <a:moveTo>
                    <a:pt x="0" y="45493"/>
                  </a:moveTo>
                  <a:lnTo>
                    <a:pt x="9750" y="5018"/>
                  </a:lnTo>
                  <a:lnTo>
                    <a:pt x="19500" y="0"/>
                  </a:lnTo>
                  <a:lnTo>
                    <a:pt x="29250" y="3671"/>
                  </a:lnTo>
                  <a:lnTo>
                    <a:pt x="39000" y="35477"/>
                  </a:lnTo>
                  <a:lnTo>
                    <a:pt x="48749" y="40066"/>
                  </a:lnTo>
                  <a:lnTo>
                    <a:pt x="58499" y="50512"/>
                  </a:lnTo>
                  <a:lnTo>
                    <a:pt x="68249" y="34938"/>
                  </a:lnTo>
                  <a:lnTo>
                    <a:pt x="77998" y="75301"/>
                  </a:lnTo>
                  <a:lnTo>
                    <a:pt x="87748" y="81833"/>
                  </a:lnTo>
                  <a:lnTo>
                    <a:pt x="97497" y="90291"/>
                  </a:lnTo>
                  <a:lnTo>
                    <a:pt x="107247" y="73182"/>
                  </a:lnTo>
                  <a:lnTo>
                    <a:pt x="116997" y="60351"/>
                  </a:lnTo>
                  <a:lnTo>
                    <a:pt x="126747" y="71341"/>
                  </a:lnTo>
                  <a:lnTo>
                    <a:pt x="136497" y="97657"/>
                  </a:lnTo>
                  <a:lnTo>
                    <a:pt x="146247" y="113560"/>
                  </a:lnTo>
                  <a:lnTo>
                    <a:pt x="155997" y="92913"/>
                  </a:lnTo>
                  <a:lnTo>
                    <a:pt x="165747" y="112997"/>
                  </a:lnTo>
                  <a:lnTo>
                    <a:pt x="175497" y="93791"/>
                  </a:lnTo>
                  <a:lnTo>
                    <a:pt x="185247" y="72875"/>
                  </a:lnTo>
                  <a:lnTo>
                    <a:pt x="194996" y="90774"/>
                  </a:lnTo>
                  <a:lnTo>
                    <a:pt x="204746" y="86332"/>
                  </a:lnTo>
                  <a:lnTo>
                    <a:pt x="214495" y="70626"/>
                  </a:lnTo>
                  <a:lnTo>
                    <a:pt x="224245" y="86261"/>
                  </a:lnTo>
                  <a:lnTo>
                    <a:pt x="233995" y="60678"/>
                  </a:lnTo>
                  <a:lnTo>
                    <a:pt x="243744" y="67825"/>
                  </a:lnTo>
                  <a:lnTo>
                    <a:pt x="253494" y="74826"/>
                  </a:lnTo>
                  <a:lnTo>
                    <a:pt x="263244" y="104545"/>
                  </a:lnTo>
                  <a:lnTo>
                    <a:pt x="272994" y="145839"/>
                  </a:lnTo>
                  <a:lnTo>
                    <a:pt x="282744" y="137321"/>
                  </a:lnTo>
                  <a:lnTo>
                    <a:pt x="292494" y="135591"/>
                  </a:lnTo>
                  <a:lnTo>
                    <a:pt x="302244" y="130633"/>
                  </a:lnTo>
                  <a:lnTo>
                    <a:pt x="311994" y="132394"/>
                  </a:lnTo>
                  <a:lnTo>
                    <a:pt x="321744" y="150231"/>
                  </a:lnTo>
                  <a:lnTo>
                    <a:pt x="331493" y="127303"/>
                  </a:lnTo>
                  <a:lnTo>
                    <a:pt x="341243" y="151567"/>
                  </a:lnTo>
                  <a:lnTo>
                    <a:pt x="350993" y="148665"/>
                  </a:lnTo>
                  <a:lnTo>
                    <a:pt x="360742" y="96855"/>
                  </a:lnTo>
                  <a:lnTo>
                    <a:pt x="370492" y="111064"/>
                  </a:lnTo>
                  <a:lnTo>
                    <a:pt x="380241" y="91939"/>
                  </a:lnTo>
                  <a:lnTo>
                    <a:pt x="389991" y="94244"/>
                  </a:lnTo>
                  <a:lnTo>
                    <a:pt x="399741" y="130527"/>
                  </a:lnTo>
                  <a:lnTo>
                    <a:pt x="409491" y="121449"/>
                  </a:lnTo>
                  <a:lnTo>
                    <a:pt x="419241" y="93926"/>
                  </a:lnTo>
                  <a:lnTo>
                    <a:pt x="428991" y="118563"/>
                  </a:lnTo>
                  <a:lnTo>
                    <a:pt x="438741" y="113712"/>
                  </a:lnTo>
                  <a:lnTo>
                    <a:pt x="448491" y="122954"/>
                  </a:lnTo>
                  <a:lnTo>
                    <a:pt x="458241" y="89428"/>
                  </a:lnTo>
                  <a:lnTo>
                    <a:pt x="467991" y="125505"/>
                  </a:lnTo>
                  <a:lnTo>
                    <a:pt x="477740" y="141895"/>
                  </a:lnTo>
                  <a:lnTo>
                    <a:pt x="487490" y="106680"/>
                  </a:lnTo>
                  <a:lnTo>
                    <a:pt x="497239" y="100608"/>
                  </a:lnTo>
                  <a:lnTo>
                    <a:pt x="506989" y="88196"/>
                  </a:lnTo>
                  <a:lnTo>
                    <a:pt x="516738" y="117216"/>
                  </a:lnTo>
                  <a:lnTo>
                    <a:pt x="526488" y="133423"/>
                  </a:lnTo>
                  <a:lnTo>
                    <a:pt x="536238" y="167187"/>
                  </a:lnTo>
                  <a:lnTo>
                    <a:pt x="545988" y="162932"/>
                  </a:lnTo>
                  <a:lnTo>
                    <a:pt x="555738" y="181555"/>
                  </a:lnTo>
                  <a:lnTo>
                    <a:pt x="565488" y="142962"/>
                  </a:lnTo>
                  <a:lnTo>
                    <a:pt x="575238" y="157709"/>
                  </a:lnTo>
                  <a:lnTo>
                    <a:pt x="584988" y="190527"/>
                  </a:lnTo>
                  <a:lnTo>
                    <a:pt x="594738" y="204898"/>
                  </a:lnTo>
                  <a:lnTo>
                    <a:pt x="604488" y="194169"/>
                  </a:lnTo>
                  <a:lnTo>
                    <a:pt x="614237" y="202529"/>
                  </a:lnTo>
                  <a:lnTo>
                    <a:pt x="623987" y="200633"/>
                  </a:lnTo>
                  <a:lnTo>
                    <a:pt x="633736" y="222405"/>
                  </a:lnTo>
                  <a:lnTo>
                    <a:pt x="643486" y="208952"/>
                  </a:lnTo>
                  <a:lnTo>
                    <a:pt x="653236" y="241352"/>
                  </a:lnTo>
                  <a:lnTo>
                    <a:pt x="662985" y="241346"/>
                  </a:lnTo>
                  <a:lnTo>
                    <a:pt x="672735" y="264722"/>
                  </a:lnTo>
                  <a:lnTo>
                    <a:pt x="682485" y="262350"/>
                  </a:lnTo>
                  <a:lnTo>
                    <a:pt x="692235" y="262966"/>
                  </a:lnTo>
                  <a:lnTo>
                    <a:pt x="701985" y="266707"/>
                  </a:lnTo>
                  <a:lnTo>
                    <a:pt x="711735" y="289358"/>
                  </a:lnTo>
                  <a:lnTo>
                    <a:pt x="721485" y="301791"/>
                  </a:lnTo>
                  <a:lnTo>
                    <a:pt x="731235" y="277699"/>
                  </a:lnTo>
                  <a:lnTo>
                    <a:pt x="740985" y="260363"/>
                  </a:lnTo>
                  <a:lnTo>
                    <a:pt x="750734" y="244528"/>
                  </a:lnTo>
                  <a:lnTo>
                    <a:pt x="760484" y="251955"/>
                  </a:lnTo>
                  <a:lnTo>
                    <a:pt x="770233" y="207635"/>
                  </a:lnTo>
                  <a:lnTo>
                    <a:pt x="779983" y="227688"/>
                  </a:lnTo>
                  <a:lnTo>
                    <a:pt x="789733" y="212734"/>
                  </a:lnTo>
                  <a:lnTo>
                    <a:pt x="799482" y="200706"/>
                  </a:lnTo>
                  <a:lnTo>
                    <a:pt x="809232" y="210502"/>
                  </a:lnTo>
                  <a:lnTo>
                    <a:pt x="818982" y="230376"/>
                  </a:lnTo>
                  <a:lnTo>
                    <a:pt x="828732" y="190323"/>
                  </a:lnTo>
                  <a:lnTo>
                    <a:pt x="838482" y="181933"/>
                  </a:lnTo>
                  <a:lnTo>
                    <a:pt x="848232" y="192608"/>
                  </a:lnTo>
                  <a:lnTo>
                    <a:pt x="857982" y="154996"/>
                  </a:lnTo>
                  <a:lnTo>
                    <a:pt x="867732" y="126975"/>
                  </a:lnTo>
                  <a:lnTo>
                    <a:pt x="877482" y="153278"/>
                  </a:lnTo>
                  <a:lnTo>
                    <a:pt x="887231" y="173230"/>
                  </a:lnTo>
                  <a:lnTo>
                    <a:pt x="896981" y="167035"/>
                  </a:lnTo>
                  <a:lnTo>
                    <a:pt x="906730" y="186471"/>
                  </a:lnTo>
                  <a:lnTo>
                    <a:pt x="916480" y="191845"/>
                  </a:lnTo>
                  <a:lnTo>
                    <a:pt x="926230" y="179586"/>
                  </a:lnTo>
                  <a:lnTo>
                    <a:pt x="935979" y="150185"/>
                  </a:lnTo>
                  <a:lnTo>
                    <a:pt x="945729" y="130293"/>
                  </a:lnTo>
                  <a:lnTo>
                    <a:pt x="955479" y="156925"/>
                  </a:lnTo>
                  <a:lnTo>
                    <a:pt x="965229" y="151915"/>
                  </a:lnTo>
                  <a:lnTo>
                    <a:pt x="974979" y="185772"/>
                  </a:lnTo>
                  <a:lnTo>
                    <a:pt x="984729" y="191665"/>
                  </a:lnTo>
                  <a:lnTo>
                    <a:pt x="994474" y="170325"/>
                  </a:lnTo>
                  <a:lnTo>
                    <a:pt x="1004233" y="124962"/>
                  </a:lnTo>
                  <a:lnTo>
                    <a:pt x="1013977" y="154650"/>
                  </a:lnTo>
                  <a:lnTo>
                    <a:pt x="1023721" y="151389"/>
                  </a:lnTo>
                  <a:lnTo>
                    <a:pt x="1033480" y="173673"/>
                  </a:lnTo>
                  <a:lnTo>
                    <a:pt x="1043224" y="171723"/>
                  </a:lnTo>
                  <a:lnTo>
                    <a:pt x="1052983" y="120561"/>
                  </a:lnTo>
                  <a:lnTo>
                    <a:pt x="1062727" y="112171"/>
                  </a:lnTo>
                  <a:lnTo>
                    <a:pt x="1072471" y="166456"/>
                  </a:lnTo>
                  <a:lnTo>
                    <a:pt x="1082230" y="218205"/>
                  </a:lnTo>
                  <a:lnTo>
                    <a:pt x="1091973" y="251981"/>
                  </a:lnTo>
                  <a:lnTo>
                    <a:pt x="1101732" y="259084"/>
                  </a:lnTo>
                  <a:lnTo>
                    <a:pt x="1111476" y="248198"/>
                  </a:lnTo>
                  <a:lnTo>
                    <a:pt x="1121220" y="243022"/>
                  </a:lnTo>
                  <a:lnTo>
                    <a:pt x="1130979" y="244586"/>
                  </a:lnTo>
                  <a:lnTo>
                    <a:pt x="1140723" y="267800"/>
                  </a:lnTo>
                  <a:lnTo>
                    <a:pt x="1150482" y="316524"/>
                  </a:lnTo>
                  <a:lnTo>
                    <a:pt x="1160226" y="321259"/>
                  </a:lnTo>
                  <a:lnTo>
                    <a:pt x="1169969" y="368996"/>
                  </a:lnTo>
                  <a:lnTo>
                    <a:pt x="1179728" y="360362"/>
                  </a:lnTo>
                  <a:lnTo>
                    <a:pt x="1189472" y="359575"/>
                  </a:lnTo>
                  <a:lnTo>
                    <a:pt x="1199231" y="390857"/>
                  </a:lnTo>
                  <a:lnTo>
                    <a:pt x="1208975" y="391726"/>
                  </a:lnTo>
                  <a:lnTo>
                    <a:pt x="1218719" y="403858"/>
                  </a:lnTo>
                  <a:lnTo>
                    <a:pt x="1228478" y="405321"/>
                  </a:lnTo>
                  <a:lnTo>
                    <a:pt x="1238222" y="409770"/>
                  </a:lnTo>
                  <a:lnTo>
                    <a:pt x="1247966" y="390279"/>
                  </a:lnTo>
                  <a:lnTo>
                    <a:pt x="1257725" y="364094"/>
                  </a:lnTo>
                  <a:lnTo>
                    <a:pt x="1267469" y="384766"/>
                  </a:lnTo>
                  <a:lnTo>
                    <a:pt x="1277227" y="382779"/>
                  </a:lnTo>
                  <a:lnTo>
                    <a:pt x="1286971" y="396644"/>
                  </a:lnTo>
                  <a:lnTo>
                    <a:pt x="1296715" y="428438"/>
                  </a:lnTo>
                  <a:lnTo>
                    <a:pt x="1306474" y="363805"/>
                  </a:lnTo>
                  <a:lnTo>
                    <a:pt x="1316218" y="380857"/>
                  </a:lnTo>
                  <a:lnTo>
                    <a:pt x="1325977" y="351731"/>
                  </a:lnTo>
                  <a:lnTo>
                    <a:pt x="1335721" y="347662"/>
                  </a:lnTo>
                  <a:lnTo>
                    <a:pt x="1345465" y="331912"/>
                  </a:lnTo>
                  <a:lnTo>
                    <a:pt x="1355224" y="356533"/>
                  </a:lnTo>
                  <a:lnTo>
                    <a:pt x="1364967" y="341288"/>
                  </a:lnTo>
                  <a:lnTo>
                    <a:pt x="1374726" y="303781"/>
                  </a:lnTo>
                  <a:lnTo>
                    <a:pt x="1384470" y="295846"/>
                  </a:lnTo>
                  <a:lnTo>
                    <a:pt x="1394214" y="313451"/>
                  </a:lnTo>
                  <a:lnTo>
                    <a:pt x="1403973" y="311013"/>
                  </a:lnTo>
                  <a:lnTo>
                    <a:pt x="1413717" y="293097"/>
                  </a:lnTo>
                  <a:lnTo>
                    <a:pt x="1423476" y="286497"/>
                  </a:lnTo>
                  <a:lnTo>
                    <a:pt x="1433220" y="276272"/>
                  </a:lnTo>
                  <a:lnTo>
                    <a:pt x="1442964" y="250574"/>
                  </a:lnTo>
                  <a:lnTo>
                    <a:pt x="1452722" y="242310"/>
                  </a:lnTo>
                  <a:lnTo>
                    <a:pt x="1462466" y="266292"/>
                  </a:lnTo>
                  <a:lnTo>
                    <a:pt x="1472225" y="238034"/>
                  </a:lnTo>
                  <a:lnTo>
                    <a:pt x="1481969" y="227177"/>
                  </a:lnTo>
                  <a:lnTo>
                    <a:pt x="1491713" y="218520"/>
                  </a:lnTo>
                  <a:lnTo>
                    <a:pt x="1501472" y="210621"/>
                  </a:lnTo>
                  <a:lnTo>
                    <a:pt x="1511216" y="235656"/>
                  </a:lnTo>
                  <a:lnTo>
                    <a:pt x="1520960" y="255258"/>
                  </a:lnTo>
                  <a:lnTo>
                    <a:pt x="1530719" y="256858"/>
                  </a:lnTo>
                  <a:lnTo>
                    <a:pt x="1540463" y="271564"/>
                  </a:lnTo>
                  <a:lnTo>
                    <a:pt x="1550221" y="273185"/>
                  </a:lnTo>
                  <a:lnTo>
                    <a:pt x="1559965" y="277853"/>
                  </a:lnTo>
                  <a:lnTo>
                    <a:pt x="1569709" y="251115"/>
                  </a:lnTo>
                  <a:lnTo>
                    <a:pt x="1579468" y="259603"/>
                  </a:lnTo>
                  <a:lnTo>
                    <a:pt x="1589212" y="249838"/>
                  </a:lnTo>
                  <a:lnTo>
                    <a:pt x="1598971" y="238749"/>
                  </a:lnTo>
                  <a:lnTo>
                    <a:pt x="1608715" y="253296"/>
                  </a:lnTo>
                  <a:lnTo>
                    <a:pt x="1618459" y="252355"/>
                  </a:lnTo>
                  <a:lnTo>
                    <a:pt x="1628218" y="259327"/>
                  </a:lnTo>
                  <a:lnTo>
                    <a:pt x="1637962" y="294443"/>
                  </a:lnTo>
                  <a:lnTo>
                    <a:pt x="1647720" y="300554"/>
                  </a:lnTo>
                  <a:lnTo>
                    <a:pt x="1657464" y="297016"/>
                  </a:lnTo>
                  <a:lnTo>
                    <a:pt x="1667208" y="316349"/>
                  </a:lnTo>
                  <a:lnTo>
                    <a:pt x="1676967" y="287854"/>
                  </a:lnTo>
                  <a:lnTo>
                    <a:pt x="1686711" y="248181"/>
                  </a:lnTo>
                  <a:lnTo>
                    <a:pt x="1696470" y="255071"/>
                  </a:lnTo>
                  <a:lnTo>
                    <a:pt x="1706214" y="271820"/>
                  </a:lnTo>
                  <a:lnTo>
                    <a:pt x="1715958" y="251992"/>
                  </a:lnTo>
                  <a:lnTo>
                    <a:pt x="1725716" y="272979"/>
                  </a:lnTo>
                  <a:lnTo>
                    <a:pt x="1735460" y="245736"/>
                  </a:lnTo>
                  <a:lnTo>
                    <a:pt x="1745219" y="257708"/>
                  </a:lnTo>
                  <a:lnTo>
                    <a:pt x="1754963" y="239647"/>
                  </a:lnTo>
                  <a:lnTo>
                    <a:pt x="1764707" y="254695"/>
                  </a:lnTo>
                  <a:lnTo>
                    <a:pt x="1774466" y="266456"/>
                  </a:lnTo>
                  <a:lnTo>
                    <a:pt x="1784210" y="276571"/>
                  </a:lnTo>
                  <a:lnTo>
                    <a:pt x="1793969" y="276832"/>
                  </a:lnTo>
                  <a:lnTo>
                    <a:pt x="1803713" y="255874"/>
                  </a:lnTo>
                  <a:lnTo>
                    <a:pt x="1813457" y="264923"/>
                  </a:lnTo>
                  <a:lnTo>
                    <a:pt x="1823215" y="242538"/>
                  </a:lnTo>
                  <a:lnTo>
                    <a:pt x="1832959" y="172115"/>
                  </a:lnTo>
                  <a:lnTo>
                    <a:pt x="1842703" y="159862"/>
                  </a:lnTo>
                  <a:lnTo>
                    <a:pt x="1852462" y="163119"/>
                  </a:lnTo>
                  <a:lnTo>
                    <a:pt x="1862206" y="137650"/>
                  </a:lnTo>
                  <a:lnTo>
                    <a:pt x="1871965" y="145551"/>
                  </a:lnTo>
                  <a:lnTo>
                    <a:pt x="1881709" y="164667"/>
                  </a:lnTo>
                  <a:lnTo>
                    <a:pt x="1891453" y="185321"/>
                  </a:lnTo>
                  <a:lnTo>
                    <a:pt x="1901212" y="145770"/>
                  </a:lnTo>
                  <a:lnTo>
                    <a:pt x="1910956" y="158859"/>
                  </a:lnTo>
                  <a:lnTo>
                    <a:pt x="1920714" y="155402"/>
                  </a:lnTo>
                  <a:lnTo>
                    <a:pt x="1930458" y="181683"/>
                  </a:lnTo>
                  <a:lnTo>
                    <a:pt x="1940202" y="207890"/>
                  </a:lnTo>
                  <a:lnTo>
                    <a:pt x="1949961" y="213900"/>
                  </a:lnTo>
                  <a:lnTo>
                    <a:pt x="1959705" y="211399"/>
                  </a:lnTo>
                  <a:lnTo>
                    <a:pt x="1969464" y="167414"/>
                  </a:lnTo>
                  <a:lnTo>
                    <a:pt x="1979208" y="184877"/>
                  </a:lnTo>
                  <a:lnTo>
                    <a:pt x="1988952" y="153892"/>
                  </a:lnTo>
                  <a:lnTo>
                    <a:pt x="1998711" y="181116"/>
                  </a:lnTo>
                  <a:lnTo>
                    <a:pt x="2008454" y="156410"/>
                  </a:lnTo>
                  <a:lnTo>
                    <a:pt x="2018213" y="194500"/>
                  </a:lnTo>
                  <a:lnTo>
                    <a:pt x="2027957" y="240184"/>
                  </a:lnTo>
                  <a:lnTo>
                    <a:pt x="2037701" y="255242"/>
                  </a:lnTo>
                  <a:lnTo>
                    <a:pt x="2047460" y="312186"/>
                  </a:lnTo>
                  <a:lnTo>
                    <a:pt x="2057204" y="359422"/>
                  </a:lnTo>
                  <a:lnTo>
                    <a:pt x="2066963" y="345059"/>
                  </a:lnTo>
                  <a:lnTo>
                    <a:pt x="2076707" y="352392"/>
                  </a:lnTo>
                  <a:lnTo>
                    <a:pt x="2086451" y="368432"/>
                  </a:lnTo>
                  <a:lnTo>
                    <a:pt x="2096210" y="357973"/>
                  </a:lnTo>
                  <a:lnTo>
                    <a:pt x="2105954" y="379038"/>
                  </a:lnTo>
                  <a:lnTo>
                    <a:pt x="2115697" y="387026"/>
                  </a:lnTo>
                  <a:lnTo>
                    <a:pt x="2125456" y="378083"/>
                  </a:lnTo>
                  <a:lnTo>
                    <a:pt x="2135200" y="377966"/>
                  </a:lnTo>
                  <a:lnTo>
                    <a:pt x="2144959" y="386541"/>
                  </a:lnTo>
                  <a:lnTo>
                    <a:pt x="2154703" y="367698"/>
                  </a:lnTo>
                  <a:lnTo>
                    <a:pt x="2164447" y="365018"/>
                  </a:lnTo>
                  <a:lnTo>
                    <a:pt x="2174206" y="371052"/>
                  </a:lnTo>
                  <a:lnTo>
                    <a:pt x="2183950" y="338296"/>
                  </a:lnTo>
                  <a:lnTo>
                    <a:pt x="2193709" y="362004"/>
                  </a:lnTo>
                  <a:lnTo>
                    <a:pt x="2203452" y="374739"/>
                  </a:lnTo>
                  <a:lnTo>
                    <a:pt x="2213196" y="383486"/>
                  </a:lnTo>
                  <a:lnTo>
                    <a:pt x="2222955" y="366111"/>
                  </a:lnTo>
                  <a:lnTo>
                    <a:pt x="2232699" y="355786"/>
                  </a:lnTo>
                  <a:lnTo>
                    <a:pt x="2242458" y="342188"/>
                  </a:lnTo>
                  <a:lnTo>
                    <a:pt x="2252202" y="360864"/>
                  </a:lnTo>
                  <a:lnTo>
                    <a:pt x="2261946" y="354454"/>
                  </a:lnTo>
                  <a:lnTo>
                    <a:pt x="2271705" y="353325"/>
                  </a:lnTo>
                  <a:lnTo>
                    <a:pt x="2281449" y="329434"/>
                  </a:lnTo>
                  <a:lnTo>
                    <a:pt x="2291208" y="355202"/>
                  </a:lnTo>
                  <a:lnTo>
                    <a:pt x="2300951" y="353516"/>
                  </a:lnTo>
                  <a:lnTo>
                    <a:pt x="2310695" y="381034"/>
                  </a:lnTo>
                  <a:lnTo>
                    <a:pt x="2320454" y="398604"/>
                  </a:lnTo>
                  <a:lnTo>
                    <a:pt x="2330198" y="394725"/>
                  </a:lnTo>
                  <a:lnTo>
                    <a:pt x="2339957" y="424193"/>
                  </a:lnTo>
                  <a:lnTo>
                    <a:pt x="2349701" y="416941"/>
                  </a:lnTo>
                  <a:lnTo>
                    <a:pt x="2359445" y="435512"/>
                  </a:lnTo>
                  <a:lnTo>
                    <a:pt x="2369204" y="463217"/>
                  </a:lnTo>
                  <a:lnTo>
                    <a:pt x="2378948" y="484011"/>
                  </a:lnTo>
                  <a:lnTo>
                    <a:pt x="2388692" y="503246"/>
                  </a:lnTo>
                  <a:lnTo>
                    <a:pt x="2398450" y="532530"/>
                  </a:lnTo>
                  <a:lnTo>
                    <a:pt x="2408194" y="561024"/>
                  </a:lnTo>
                  <a:lnTo>
                    <a:pt x="2417953" y="527996"/>
                  </a:lnTo>
                  <a:lnTo>
                    <a:pt x="2427697" y="538197"/>
                  </a:lnTo>
                  <a:lnTo>
                    <a:pt x="2437441" y="552429"/>
                  </a:lnTo>
                  <a:lnTo>
                    <a:pt x="2447200" y="545561"/>
                  </a:lnTo>
                  <a:lnTo>
                    <a:pt x="2456944" y="552758"/>
                  </a:lnTo>
                  <a:lnTo>
                    <a:pt x="2466703" y="538062"/>
                  </a:lnTo>
                  <a:lnTo>
                    <a:pt x="2476446" y="554992"/>
                  </a:lnTo>
                  <a:lnTo>
                    <a:pt x="2486190" y="571345"/>
                  </a:lnTo>
                  <a:lnTo>
                    <a:pt x="2495949" y="598765"/>
                  </a:lnTo>
                  <a:lnTo>
                    <a:pt x="2505693" y="616681"/>
                  </a:lnTo>
                  <a:lnTo>
                    <a:pt x="2515452" y="587531"/>
                  </a:lnTo>
                  <a:lnTo>
                    <a:pt x="2525196" y="567908"/>
                  </a:lnTo>
                  <a:lnTo>
                    <a:pt x="2534940" y="601755"/>
                  </a:lnTo>
                  <a:lnTo>
                    <a:pt x="2544699" y="570665"/>
                  </a:lnTo>
                  <a:lnTo>
                    <a:pt x="2554443" y="576105"/>
                  </a:lnTo>
                  <a:lnTo>
                    <a:pt x="2564202" y="551326"/>
                  </a:lnTo>
                  <a:lnTo>
                    <a:pt x="2573946" y="543515"/>
                  </a:lnTo>
                  <a:lnTo>
                    <a:pt x="2583690" y="549670"/>
                  </a:lnTo>
                  <a:lnTo>
                    <a:pt x="2593448" y="544677"/>
                  </a:lnTo>
                  <a:lnTo>
                    <a:pt x="2603192" y="556823"/>
                  </a:lnTo>
                  <a:lnTo>
                    <a:pt x="2612951" y="538224"/>
                  </a:lnTo>
                  <a:lnTo>
                    <a:pt x="2622695" y="518465"/>
                  </a:lnTo>
                  <a:lnTo>
                    <a:pt x="2632439" y="520904"/>
                  </a:lnTo>
                  <a:lnTo>
                    <a:pt x="2642198" y="535021"/>
                  </a:lnTo>
                  <a:lnTo>
                    <a:pt x="2651942" y="515643"/>
                  </a:lnTo>
                  <a:lnTo>
                    <a:pt x="2661685" y="477523"/>
                  </a:lnTo>
                  <a:lnTo>
                    <a:pt x="2671444" y="481711"/>
                  </a:lnTo>
                  <a:lnTo>
                    <a:pt x="2681188" y="471744"/>
                  </a:lnTo>
                  <a:lnTo>
                    <a:pt x="2690947" y="467935"/>
                  </a:lnTo>
                  <a:lnTo>
                    <a:pt x="2700691" y="480225"/>
                  </a:lnTo>
                  <a:lnTo>
                    <a:pt x="2710435" y="457281"/>
                  </a:lnTo>
                  <a:lnTo>
                    <a:pt x="2720194" y="467299"/>
                  </a:lnTo>
                  <a:lnTo>
                    <a:pt x="2729938" y="446400"/>
                  </a:lnTo>
                  <a:lnTo>
                    <a:pt x="2739697" y="425317"/>
                  </a:lnTo>
                  <a:lnTo>
                    <a:pt x="2749441" y="429417"/>
                  </a:lnTo>
                  <a:lnTo>
                    <a:pt x="2759185" y="393007"/>
                  </a:lnTo>
                  <a:lnTo>
                    <a:pt x="2768943" y="371298"/>
                  </a:lnTo>
                  <a:lnTo>
                    <a:pt x="2778687" y="387379"/>
                  </a:lnTo>
                  <a:lnTo>
                    <a:pt x="2788446" y="391217"/>
                  </a:lnTo>
                  <a:lnTo>
                    <a:pt x="2798190" y="367455"/>
                  </a:lnTo>
                  <a:lnTo>
                    <a:pt x="2807934" y="377440"/>
                  </a:lnTo>
                  <a:lnTo>
                    <a:pt x="2817693" y="382229"/>
                  </a:lnTo>
                  <a:lnTo>
                    <a:pt x="2827437" y="385212"/>
                  </a:lnTo>
                  <a:lnTo>
                    <a:pt x="2837196" y="379641"/>
                  </a:lnTo>
                  <a:lnTo>
                    <a:pt x="2846940" y="390282"/>
                  </a:lnTo>
                  <a:lnTo>
                    <a:pt x="2856684" y="408053"/>
                  </a:lnTo>
                  <a:lnTo>
                    <a:pt x="2866442" y="366075"/>
                  </a:lnTo>
                  <a:lnTo>
                    <a:pt x="2876186" y="371941"/>
                  </a:lnTo>
                  <a:lnTo>
                    <a:pt x="2885945" y="379234"/>
                  </a:lnTo>
                  <a:lnTo>
                    <a:pt x="2895689" y="375846"/>
                  </a:lnTo>
                  <a:lnTo>
                    <a:pt x="2905433" y="408628"/>
                  </a:lnTo>
                  <a:lnTo>
                    <a:pt x="2915192" y="46409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0" name="Freeform 999">
              <a:extLst>
                <a:ext uri="{FF2B5EF4-FFF2-40B4-BE49-F238E27FC236}">
                  <a16:creationId xmlns:a16="http://schemas.microsoft.com/office/drawing/2014/main" id="{5D5F46E8-3BF9-589C-5DD9-1B8E5BDAE838}"/>
                </a:ext>
              </a:extLst>
            </p:cNvPr>
            <p:cNvSpPr/>
            <p:nvPr/>
          </p:nvSpPr>
          <p:spPr>
            <a:xfrm>
              <a:off x="4426652" y="3530684"/>
              <a:ext cx="2915191" cy="405653"/>
            </a:xfrm>
            <a:custGeom>
              <a:avLst/>
              <a:gdLst>
                <a:gd name="connsiteX0" fmla="*/ 0 w 2915191"/>
                <a:gd name="connsiteY0" fmla="*/ 183286 h 405653"/>
                <a:gd name="connsiteX1" fmla="*/ 9750 w 2915191"/>
                <a:gd name="connsiteY1" fmla="*/ 168601 h 405653"/>
                <a:gd name="connsiteX2" fmla="*/ 19500 w 2915191"/>
                <a:gd name="connsiteY2" fmla="*/ 142452 h 405653"/>
                <a:gd name="connsiteX3" fmla="*/ 29250 w 2915191"/>
                <a:gd name="connsiteY3" fmla="*/ 158525 h 405653"/>
                <a:gd name="connsiteX4" fmla="*/ 39000 w 2915191"/>
                <a:gd name="connsiteY4" fmla="*/ 153540 h 405653"/>
                <a:gd name="connsiteX5" fmla="*/ 48749 w 2915191"/>
                <a:gd name="connsiteY5" fmla="*/ 152916 h 405653"/>
                <a:gd name="connsiteX6" fmla="*/ 58499 w 2915191"/>
                <a:gd name="connsiteY6" fmla="*/ 144094 h 405653"/>
                <a:gd name="connsiteX7" fmla="*/ 68249 w 2915191"/>
                <a:gd name="connsiteY7" fmla="*/ 153474 h 405653"/>
                <a:gd name="connsiteX8" fmla="*/ 77998 w 2915191"/>
                <a:gd name="connsiteY8" fmla="*/ 174375 h 405653"/>
                <a:gd name="connsiteX9" fmla="*/ 87748 w 2915191"/>
                <a:gd name="connsiteY9" fmla="*/ 155743 h 405653"/>
                <a:gd name="connsiteX10" fmla="*/ 97497 w 2915191"/>
                <a:gd name="connsiteY10" fmla="*/ 160736 h 405653"/>
                <a:gd name="connsiteX11" fmla="*/ 107247 w 2915191"/>
                <a:gd name="connsiteY11" fmla="*/ 157068 h 405653"/>
                <a:gd name="connsiteX12" fmla="*/ 116997 w 2915191"/>
                <a:gd name="connsiteY12" fmla="*/ 176736 h 405653"/>
                <a:gd name="connsiteX13" fmla="*/ 126747 w 2915191"/>
                <a:gd name="connsiteY13" fmla="*/ 188612 h 405653"/>
                <a:gd name="connsiteX14" fmla="*/ 136497 w 2915191"/>
                <a:gd name="connsiteY14" fmla="*/ 193959 h 405653"/>
                <a:gd name="connsiteX15" fmla="*/ 146247 w 2915191"/>
                <a:gd name="connsiteY15" fmla="*/ 148966 h 405653"/>
                <a:gd name="connsiteX16" fmla="*/ 155997 w 2915191"/>
                <a:gd name="connsiteY16" fmla="*/ 148978 h 405653"/>
                <a:gd name="connsiteX17" fmla="*/ 165747 w 2915191"/>
                <a:gd name="connsiteY17" fmla="*/ 126451 h 405653"/>
                <a:gd name="connsiteX18" fmla="*/ 175497 w 2915191"/>
                <a:gd name="connsiteY18" fmla="*/ 133893 h 405653"/>
                <a:gd name="connsiteX19" fmla="*/ 185247 w 2915191"/>
                <a:gd name="connsiteY19" fmla="*/ 142808 h 405653"/>
                <a:gd name="connsiteX20" fmla="*/ 194996 w 2915191"/>
                <a:gd name="connsiteY20" fmla="*/ 141582 h 405653"/>
                <a:gd name="connsiteX21" fmla="*/ 204746 w 2915191"/>
                <a:gd name="connsiteY21" fmla="*/ 119442 h 405653"/>
                <a:gd name="connsiteX22" fmla="*/ 214495 w 2915191"/>
                <a:gd name="connsiteY22" fmla="*/ 127817 h 405653"/>
                <a:gd name="connsiteX23" fmla="*/ 224245 w 2915191"/>
                <a:gd name="connsiteY23" fmla="*/ 139030 h 405653"/>
                <a:gd name="connsiteX24" fmla="*/ 233995 w 2915191"/>
                <a:gd name="connsiteY24" fmla="*/ 98469 h 405653"/>
                <a:gd name="connsiteX25" fmla="*/ 243744 w 2915191"/>
                <a:gd name="connsiteY25" fmla="*/ 112720 h 405653"/>
                <a:gd name="connsiteX26" fmla="*/ 253494 w 2915191"/>
                <a:gd name="connsiteY26" fmla="*/ 95161 h 405653"/>
                <a:gd name="connsiteX27" fmla="*/ 263244 w 2915191"/>
                <a:gd name="connsiteY27" fmla="*/ 66445 h 405653"/>
                <a:gd name="connsiteX28" fmla="*/ 272994 w 2915191"/>
                <a:gd name="connsiteY28" fmla="*/ 82449 h 405653"/>
                <a:gd name="connsiteX29" fmla="*/ 282744 w 2915191"/>
                <a:gd name="connsiteY29" fmla="*/ 73625 h 405653"/>
                <a:gd name="connsiteX30" fmla="*/ 292494 w 2915191"/>
                <a:gd name="connsiteY30" fmla="*/ 93119 h 405653"/>
                <a:gd name="connsiteX31" fmla="*/ 302244 w 2915191"/>
                <a:gd name="connsiteY31" fmla="*/ 92974 h 405653"/>
                <a:gd name="connsiteX32" fmla="*/ 311994 w 2915191"/>
                <a:gd name="connsiteY32" fmla="*/ 64008 h 405653"/>
                <a:gd name="connsiteX33" fmla="*/ 321744 w 2915191"/>
                <a:gd name="connsiteY33" fmla="*/ 79120 h 405653"/>
                <a:gd name="connsiteX34" fmla="*/ 331493 w 2915191"/>
                <a:gd name="connsiteY34" fmla="*/ 87199 h 405653"/>
                <a:gd name="connsiteX35" fmla="*/ 341243 w 2915191"/>
                <a:gd name="connsiteY35" fmla="*/ 84653 h 405653"/>
                <a:gd name="connsiteX36" fmla="*/ 350993 w 2915191"/>
                <a:gd name="connsiteY36" fmla="*/ 142398 h 405653"/>
                <a:gd name="connsiteX37" fmla="*/ 360742 w 2915191"/>
                <a:gd name="connsiteY37" fmla="*/ 158050 h 405653"/>
                <a:gd name="connsiteX38" fmla="*/ 370492 w 2915191"/>
                <a:gd name="connsiteY38" fmla="*/ 148920 h 405653"/>
                <a:gd name="connsiteX39" fmla="*/ 380241 w 2915191"/>
                <a:gd name="connsiteY39" fmla="*/ 145149 h 405653"/>
                <a:gd name="connsiteX40" fmla="*/ 389991 w 2915191"/>
                <a:gd name="connsiteY40" fmla="*/ 168618 h 405653"/>
                <a:gd name="connsiteX41" fmla="*/ 399741 w 2915191"/>
                <a:gd name="connsiteY41" fmla="*/ 173369 h 405653"/>
                <a:gd name="connsiteX42" fmla="*/ 409491 w 2915191"/>
                <a:gd name="connsiteY42" fmla="*/ 157518 h 405653"/>
                <a:gd name="connsiteX43" fmla="*/ 419241 w 2915191"/>
                <a:gd name="connsiteY43" fmla="*/ 130926 h 405653"/>
                <a:gd name="connsiteX44" fmla="*/ 428991 w 2915191"/>
                <a:gd name="connsiteY44" fmla="*/ 184540 h 405653"/>
                <a:gd name="connsiteX45" fmla="*/ 438741 w 2915191"/>
                <a:gd name="connsiteY45" fmla="*/ 238339 h 405653"/>
                <a:gd name="connsiteX46" fmla="*/ 448491 w 2915191"/>
                <a:gd name="connsiteY46" fmla="*/ 268253 h 405653"/>
                <a:gd name="connsiteX47" fmla="*/ 458241 w 2915191"/>
                <a:gd name="connsiteY47" fmla="*/ 307294 h 405653"/>
                <a:gd name="connsiteX48" fmla="*/ 467991 w 2915191"/>
                <a:gd name="connsiteY48" fmla="*/ 315674 h 405653"/>
                <a:gd name="connsiteX49" fmla="*/ 477740 w 2915191"/>
                <a:gd name="connsiteY49" fmla="*/ 301877 h 405653"/>
                <a:gd name="connsiteX50" fmla="*/ 487490 w 2915191"/>
                <a:gd name="connsiteY50" fmla="*/ 286586 h 405653"/>
                <a:gd name="connsiteX51" fmla="*/ 497239 w 2915191"/>
                <a:gd name="connsiteY51" fmla="*/ 245407 h 405653"/>
                <a:gd name="connsiteX52" fmla="*/ 506989 w 2915191"/>
                <a:gd name="connsiteY52" fmla="*/ 242047 h 405653"/>
                <a:gd name="connsiteX53" fmla="*/ 516738 w 2915191"/>
                <a:gd name="connsiteY53" fmla="*/ 267428 h 405653"/>
                <a:gd name="connsiteX54" fmla="*/ 526488 w 2915191"/>
                <a:gd name="connsiteY54" fmla="*/ 269748 h 405653"/>
                <a:gd name="connsiteX55" fmla="*/ 536238 w 2915191"/>
                <a:gd name="connsiteY55" fmla="*/ 270448 h 405653"/>
                <a:gd name="connsiteX56" fmla="*/ 545988 w 2915191"/>
                <a:gd name="connsiteY56" fmla="*/ 265917 h 405653"/>
                <a:gd name="connsiteX57" fmla="*/ 555738 w 2915191"/>
                <a:gd name="connsiteY57" fmla="*/ 253555 h 405653"/>
                <a:gd name="connsiteX58" fmla="*/ 565488 w 2915191"/>
                <a:gd name="connsiteY58" fmla="*/ 212526 h 405653"/>
                <a:gd name="connsiteX59" fmla="*/ 575238 w 2915191"/>
                <a:gd name="connsiteY59" fmla="*/ 169687 h 405653"/>
                <a:gd name="connsiteX60" fmla="*/ 584988 w 2915191"/>
                <a:gd name="connsiteY60" fmla="*/ 193623 h 405653"/>
                <a:gd name="connsiteX61" fmla="*/ 594738 w 2915191"/>
                <a:gd name="connsiteY61" fmla="*/ 136262 h 405653"/>
                <a:gd name="connsiteX62" fmla="*/ 604488 w 2915191"/>
                <a:gd name="connsiteY62" fmla="*/ 132017 h 405653"/>
                <a:gd name="connsiteX63" fmla="*/ 614237 w 2915191"/>
                <a:gd name="connsiteY63" fmla="*/ 161085 h 405653"/>
                <a:gd name="connsiteX64" fmla="*/ 623987 w 2915191"/>
                <a:gd name="connsiteY64" fmla="*/ 124226 h 405653"/>
                <a:gd name="connsiteX65" fmla="*/ 633736 w 2915191"/>
                <a:gd name="connsiteY65" fmla="*/ 134666 h 405653"/>
                <a:gd name="connsiteX66" fmla="*/ 643486 w 2915191"/>
                <a:gd name="connsiteY66" fmla="*/ 148018 h 405653"/>
                <a:gd name="connsiteX67" fmla="*/ 653236 w 2915191"/>
                <a:gd name="connsiteY67" fmla="*/ 153439 h 405653"/>
                <a:gd name="connsiteX68" fmla="*/ 662985 w 2915191"/>
                <a:gd name="connsiteY68" fmla="*/ 145518 h 405653"/>
                <a:gd name="connsiteX69" fmla="*/ 672735 w 2915191"/>
                <a:gd name="connsiteY69" fmla="*/ 103099 h 405653"/>
                <a:gd name="connsiteX70" fmla="*/ 682485 w 2915191"/>
                <a:gd name="connsiteY70" fmla="*/ 82794 h 405653"/>
                <a:gd name="connsiteX71" fmla="*/ 692235 w 2915191"/>
                <a:gd name="connsiteY71" fmla="*/ 48024 h 405653"/>
                <a:gd name="connsiteX72" fmla="*/ 701985 w 2915191"/>
                <a:gd name="connsiteY72" fmla="*/ 84252 h 405653"/>
                <a:gd name="connsiteX73" fmla="*/ 711735 w 2915191"/>
                <a:gd name="connsiteY73" fmla="*/ 91368 h 405653"/>
                <a:gd name="connsiteX74" fmla="*/ 721485 w 2915191"/>
                <a:gd name="connsiteY74" fmla="*/ 81180 h 405653"/>
                <a:gd name="connsiteX75" fmla="*/ 731235 w 2915191"/>
                <a:gd name="connsiteY75" fmla="*/ 76666 h 405653"/>
                <a:gd name="connsiteX76" fmla="*/ 740985 w 2915191"/>
                <a:gd name="connsiteY76" fmla="*/ 69207 h 405653"/>
                <a:gd name="connsiteX77" fmla="*/ 750734 w 2915191"/>
                <a:gd name="connsiteY77" fmla="*/ 37970 h 405653"/>
                <a:gd name="connsiteX78" fmla="*/ 760484 w 2915191"/>
                <a:gd name="connsiteY78" fmla="*/ 28038 h 405653"/>
                <a:gd name="connsiteX79" fmla="*/ 770233 w 2915191"/>
                <a:gd name="connsiteY79" fmla="*/ 21618 h 405653"/>
                <a:gd name="connsiteX80" fmla="*/ 779983 w 2915191"/>
                <a:gd name="connsiteY80" fmla="*/ 17012 h 405653"/>
                <a:gd name="connsiteX81" fmla="*/ 789733 w 2915191"/>
                <a:gd name="connsiteY81" fmla="*/ 17518 h 405653"/>
                <a:gd name="connsiteX82" fmla="*/ 799482 w 2915191"/>
                <a:gd name="connsiteY82" fmla="*/ 50774 h 405653"/>
                <a:gd name="connsiteX83" fmla="*/ 809232 w 2915191"/>
                <a:gd name="connsiteY83" fmla="*/ 0 h 405653"/>
                <a:gd name="connsiteX84" fmla="*/ 818982 w 2915191"/>
                <a:gd name="connsiteY84" fmla="*/ 11283 h 405653"/>
                <a:gd name="connsiteX85" fmla="*/ 828732 w 2915191"/>
                <a:gd name="connsiteY85" fmla="*/ 5547 h 405653"/>
                <a:gd name="connsiteX86" fmla="*/ 838482 w 2915191"/>
                <a:gd name="connsiteY86" fmla="*/ 17414 h 405653"/>
                <a:gd name="connsiteX87" fmla="*/ 848232 w 2915191"/>
                <a:gd name="connsiteY87" fmla="*/ 34072 h 405653"/>
                <a:gd name="connsiteX88" fmla="*/ 857982 w 2915191"/>
                <a:gd name="connsiteY88" fmla="*/ 16594 h 405653"/>
                <a:gd name="connsiteX89" fmla="*/ 867732 w 2915191"/>
                <a:gd name="connsiteY89" fmla="*/ 21008 h 405653"/>
                <a:gd name="connsiteX90" fmla="*/ 877482 w 2915191"/>
                <a:gd name="connsiteY90" fmla="*/ 30689 h 405653"/>
                <a:gd name="connsiteX91" fmla="*/ 887231 w 2915191"/>
                <a:gd name="connsiteY91" fmla="*/ 39932 h 405653"/>
                <a:gd name="connsiteX92" fmla="*/ 896981 w 2915191"/>
                <a:gd name="connsiteY92" fmla="*/ 31192 h 405653"/>
                <a:gd name="connsiteX93" fmla="*/ 906730 w 2915191"/>
                <a:gd name="connsiteY93" fmla="*/ 38196 h 405653"/>
                <a:gd name="connsiteX94" fmla="*/ 916480 w 2915191"/>
                <a:gd name="connsiteY94" fmla="*/ 79087 h 405653"/>
                <a:gd name="connsiteX95" fmla="*/ 926230 w 2915191"/>
                <a:gd name="connsiteY95" fmla="*/ 75298 h 405653"/>
                <a:gd name="connsiteX96" fmla="*/ 935979 w 2915191"/>
                <a:gd name="connsiteY96" fmla="*/ 76530 h 405653"/>
                <a:gd name="connsiteX97" fmla="*/ 945729 w 2915191"/>
                <a:gd name="connsiteY97" fmla="*/ 56726 h 405653"/>
                <a:gd name="connsiteX98" fmla="*/ 955479 w 2915191"/>
                <a:gd name="connsiteY98" fmla="*/ 79295 h 405653"/>
                <a:gd name="connsiteX99" fmla="*/ 965229 w 2915191"/>
                <a:gd name="connsiteY99" fmla="*/ 117888 h 405653"/>
                <a:gd name="connsiteX100" fmla="*/ 974979 w 2915191"/>
                <a:gd name="connsiteY100" fmla="*/ 109522 h 405653"/>
                <a:gd name="connsiteX101" fmla="*/ 984729 w 2915191"/>
                <a:gd name="connsiteY101" fmla="*/ 109910 h 405653"/>
                <a:gd name="connsiteX102" fmla="*/ 994474 w 2915191"/>
                <a:gd name="connsiteY102" fmla="*/ 106264 h 405653"/>
                <a:gd name="connsiteX103" fmla="*/ 1004233 w 2915191"/>
                <a:gd name="connsiteY103" fmla="*/ 91852 h 405653"/>
                <a:gd name="connsiteX104" fmla="*/ 1013977 w 2915191"/>
                <a:gd name="connsiteY104" fmla="*/ 87067 h 405653"/>
                <a:gd name="connsiteX105" fmla="*/ 1023721 w 2915191"/>
                <a:gd name="connsiteY105" fmla="*/ 90560 h 405653"/>
                <a:gd name="connsiteX106" fmla="*/ 1033480 w 2915191"/>
                <a:gd name="connsiteY106" fmla="*/ 93163 h 405653"/>
                <a:gd name="connsiteX107" fmla="*/ 1043224 w 2915191"/>
                <a:gd name="connsiteY107" fmla="*/ 86937 h 405653"/>
                <a:gd name="connsiteX108" fmla="*/ 1052983 w 2915191"/>
                <a:gd name="connsiteY108" fmla="*/ 62671 h 405653"/>
                <a:gd name="connsiteX109" fmla="*/ 1062727 w 2915191"/>
                <a:gd name="connsiteY109" fmla="*/ 106435 h 405653"/>
                <a:gd name="connsiteX110" fmla="*/ 1072471 w 2915191"/>
                <a:gd name="connsiteY110" fmla="*/ 142690 h 405653"/>
                <a:gd name="connsiteX111" fmla="*/ 1082230 w 2915191"/>
                <a:gd name="connsiteY111" fmla="*/ 108007 h 405653"/>
                <a:gd name="connsiteX112" fmla="*/ 1091973 w 2915191"/>
                <a:gd name="connsiteY112" fmla="*/ 147589 h 405653"/>
                <a:gd name="connsiteX113" fmla="*/ 1101732 w 2915191"/>
                <a:gd name="connsiteY113" fmla="*/ 167724 h 405653"/>
                <a:gd name="connsiteX114" fmla="*/ 1111476 w 2915191"/>
                <a:gd name="connsiteY114" fmla="*/ 193380 h 405653"/>
                <a:gd name="connsiteX115" fmla="*/ 1121220 w 2915191"/>
                <a:gd name="connsiteY115" fmla="*/ 174737 h 405653"/>
                <a:gd name="connsiteX116" fmla="*/ 1130979 w 2915191"/>
                <a:gd name="connsiteY116" fmla="*/ 156292 h 405653"/>
                <a:gd name="connsiteX117" fmla="*/ 1140723 w 2915191"/>
                <a:gd name="connsiteY117" fmla="*/ 168992 h 405653"/>
                <a:gd name="connsiteX118" fmla="*/ 1150482 w 2915191"/>
                <a:gd name="connsiteY118" fmla="*/ 206092 h 405653"/>
                <a:gd name="connsiteX119" fmla="*/ 1160226 w 2915191"/>
                <a:gd name="connsiteY119" fmla="*/ 199891 h 405653"/>
                <a:gd name="connsiteX120" fmla="*/ 1169969 w 2915191"/>
                <a:gd name="connsiteY120" fmla="*/ 229678 h 405653"/>
                <a:gd name="connsiteX121" fmla="*/ 1179728 w 2915191"/>
                <a:gd name="connsiteY121" fmla="*/ 246611 h 405653"/>
                <a:gd name="connsiteX122" fmla="*/ 1189472 w 2915191"/>
                <a:gd name="connsiteY122" fmla="*/ 227347 h 405653"/>
                <a:gd name="connsiteX123" fmla="*/ 1199231 w 2915191"/>
                <a:gd name="connsiteY123" fmla="*/ 243439 h 405653"/>
                <a:gd name="connsiteX124" fmla="*/ 1208975 w 2915191"/>
                <a:gd name="connsiteY124" fmla="*/ 248323 h 405653"/>
                <a:gd name="connsiteX125" fmla="*/ 1218719 w 2915191"/>
                <a:gd name="connsiteY125" fmla="*/ 268930 h 405653"/>
                <a:gd name="connsiteX126" fmla="*/ 1228478 w 2915191"/>
                <a:gd name="connsiteY126" fmla="*/ 269658 h 405653"/>
                <a:gd name="connsiteX127" fmla="*/ 1238222 w 2915191"/>
                <a:gd name="connsiteY127" fmla="*/ 288768 h 405653"/>
                <a:gd name="connsiteX128" fmla="*/ 1247966 w 2915191"/>
                <a:gd name="connsiteY128" fmla="*/ 278428 h 405653"/>
                <a:gd name="connsiteX129" fmla="*/ 1257725 w 2915191"/>
                <a:gd name="connsiteY129" fmla="*/ 300588 h 405653"/>
                <a:gd name="connsiteX130" fmla="*/ 1267469 w 2915191"/>
                <a:gd name="connsiteY130" fmla="*/ 347660 h 405653"/>
                <a:gd name="connsiteX131" fmla="*/ 1277227 w 2915191"/>
                <a:gd name="connsiteY131" fmla="*/ 319757 h 405653"/>
                <a:gd name="connsiteX132" fmla="*/ 1286971 w 2915191"/>
                <a:gd name="connsiteY132" fmla="*/ 301850 h 405653"/>
                <a:gd name="connsiteX133" fmla="*/ 1296715 w 2915191"/>
                <a:gd name="connsiteY133" fmla="*/ 291378 h 405653"/>
                <a:gd name="connsiteX134" fmla="*/ 1306474 w 2915191"/>
                <a:gd name="connsiteY134" fmla="*/ 312560 h 405653"/>
                <a:gd name="connsiteX135" fmla="*/ 1316218 w 2915191"/>
                <a:gd name="connsiteY135" fmla="*/ 331294 h 405653"/>
                <a:gd name="connsiteX136" fmla="*/ 1325977 w 2915191"/>
                <a:gd name="connsiteY136" fmla="*/ 337210 h 405653"/>
                <a:gd name="connsiteX137" fmla="*/ 1335721 w 2915191"/>
                <a:gd name="connsiteY137" fmla="*/ 327195 h 405653"/>
                <a:gd name="connsiteX138" fmla="*/ 1345465 w 2915191"/>
                <a:gd name="connsiteY138" fmla="*/ 339128 h 405653"/>
                <a:gd name="connsiteX139" fmla="*/ 1355224 w 2915191"/>
                <a:gd name="connsiteY139" fmla="*/ 363997 h 405653"/>
                <a:gd name="connsiteX140" fmla="*/ 1364967 w 2915191"/>
                <a:gd name="connsiteY140" fmla="*/ 347572 h 405653"/>
                <a:gd name="connsiteX141" fmla="*/ 1374726 w 2915191"/>
                <a:gd name="connsiteY141" fmla="*/ 382980 h 405653"/>
                <a:gd name="connsiteX142" fmla="*/ 1384470 w 2915191"/>
                <a:gd name="connsiteY142" fmla="*/ 375155 h 405653"/>
                <a:gd name="connsiteX143" fmla="*/ 1394214 w 2915191"/>
                <a:gd name="connsiteY143" fmla="*/ 389811 h 405653"/>
                <a:gd name="connsiteX144" fmla="*/ 1403973 w 2915191"/>
                <a:gd name="connsiteY144" fmla="*/ 379760 h 405653"/>
                <a:gd name="connsiteX145" fmla="*/ 1413717 w 2915191"/>
                <a:gd name="connsiteY145" fmla="*/ 394701 h 405653"/>
                <a:gd name="connsiteX146" fmla="*/ 1423476 w 2915191"/>
                <a:gd name="connsiteY146" fmla="*/ 332846 h 405653"/>
                <a:gd name="connsiteX147" fmla="*/ 1433220 w 2915191"/>
                <a:gd name="connsiteY147" fmla="*/ 337757 h 405653"/>
                <a:gd name="connsiteX148" fmla="*/ 1442964 w 2915191"/>
                <a:gd name="connsiteY148" fmla="*/ 371281 h 405653"/>
                <a:gd name="connsiteX149" fmla="*/ 1452722 w 2915191"/>
                <a:gd name="connsiteY149" fmla="*/ 377263 h 405653"/>
                <a:gd name="connsiteX150" fmla="*/ 1462466 w 2915191"/>
                <a:gd name="connsiteY150" fmla="*/ 387177 h 405653"/>
                <a:gd name="connsiteX151" fmla="*/ 1472225 w 2915191"/>
                <a:gd name="connsiteY151" fmla="*/ 385423 h 405653"/>
                <a:gd name="connsiteX152" fmla="*/ 1481969 w 2915191"/>
                <a:gd name="connsiteY152" fmla="*/ 405653 h 405653"/>
                <a:gd name="connsiteX153" fmla="*/ 1491713 w 2915191"/>
                <a:gd name="connsiteY153" fmla="*/ 361393 h 405653"/>
                <a:gd name="connsiteX154" fmla="*/ 1501472 w 2915191"/>
                <a:gd name="connsiteY154" fmla="*/ 384675 h 405653"/>
                <a:gd name="connsiteX155" fmla="*/ 1511216 w 2915191"/>
                <a:gd name="connsiteY155" fmla="*/ 362650 h 405653"/>
                <a:gd name="connsiteX156" fmla="*/ 1520960 w 2915191"/>
                <a:gd name="connsiteY156" fmla="*/ 391545 h 405653"/>
                <a:gd name="connsiteX157" fmla="*/ 1530719 w 2915191"/>
                <a:gd name="connsiteY157" fmla="*/ 385796 h 405653"/>
                <a:gd name="connsiteX158" fmla="*/ 1540463 w 2915191"/>
                <a:gd name="connsiteY158" fmla="*/ 380128 h 405653"/>
                <a:gd name="connsiteX159" fmla="*/ 1550221 w 2915191"/>
                <a:gd name="connsiteY159" fmla="*/ 374256 h 405653"/>
                <a:gd name="connsiteX160" fmla="*/ 1559965 w 2915191"/>
                <a:gd name="connsiteY160" fmla="*/ 370615 h 405653"/>
                <a:gd name="connsiteX161" fmla="*/ 1569709 w 2915191"/>
                <a:gd name="connsiteY161" fmla="*/ 366290 h 405653"/>
                <a:gd name="connsiteX162" fmla="*/ 1579468 w 2915191"/>
                <a:gd name="connsiteY162" fmla="*/ 367331 h 405653"/>
                <a:gd name="connsiteX163" fmla="*/ 1589212 w 2915191"/>
                <a:gd name="connsiteY163" fmla="*/ 385085 h 405653"/>
                <a:gd name="connsiteX164" fmla="*/ 1598971 w 2915191"/>
                <a:gd name="connsiteY164" fmla="*/ 400859 h 405653"/>
                <a:gd name="connsiteX165" fmla="*/ 1608715 w 2915191"/>
                <a:gd name="connsiteY165" fmla="*/ 381031 h 405653"/>
                <a:gd name="connsiteX166" fmla="*/ 1618459 w 2915191"/>
                <a:gd name="connsiteY166" fmla="*/ 381752 h 405653"/>
                <a:gd name="connsiteX167" fmla="*/ 1628218 w 2915191"/>
                <a:gd name="connsiteY167" fmla="*/ 388172 h 405653"/>
                <a:gd name="connsiteX168" fmla="*/ 1637962 w 2915191"/>
                <a:gd name="connsiteY168" fmla="*/ 392420 h 405653"/>
                <a:gd name="connsiteX169" fmla="*/ 1647720 w 2915191"/>
                <a:gd name="connsiteY169" fmla="*/ 388799 h 405653"/>
                <a:gd name="connsiteX170" fmla="*/ 1657464 w 2915191"/>
                <a:gd name="connsiteY170" fmla="*/ 366913 h 405653"/>
                <a:gd name="connsiteX171" fmla="*/ 1667208 w 2915191"/>
                <a:gd name="connsiteY171" fmla="*/ 359563 h 405653"/>
                <a:gd name="connsiteX172" fmla="*/ 1676967 w 2915191"/>
                <a:gd name="connsiteY172" fmla="*/ 357270 h 405653"/>
                <a:gd name="connsiteX173" fmla="*/ 1686711 w 2915191"/>
                <a:gd name="connsiteY173" fmla="*/ 345183 h 405653"/>
                <a:gd name="connsiteX174" fmla="*/ 1696470 w 2915191"/>
                <a:gd name="connsiteY174" fmla="*/ 362632 h 405653"/>
                <a:gd name="connsiteX175" fmla="*/ 1706214 w 2915191"/>
                <a:gd name="connsiteY175" fmla="*/ 358776 h 405653"/>
                <a:gd name="connsiteX176" fmla="*/ 1715958 w 2915191"/>
                <a:gd name="connsiteY176" fmla="*/ 348191 h 405653"/>
                <a:gd name="connsiteX177" fmla="*/ 1725716 w 2915191"/>
                <a:gd name="connsiteY177" fmla="*/ 342212 h 405653"/>
                <a:gd name="connsiteX178" fmla="*/ 1735460 w 2915191"/>
                <a:gd name="connsiteY178" fmla="*/ 373185 h 405653"/>
                <a:gd name="connsiteX179" fmla="*/ 1745219 w 2915191"/>
                <a:gd name="connsiteY179" fmla="*/ 373689 h 405653"/>
                <a:gd name="connsiteX180" fmla="*/ 1754963 w 2915191"/>
                <a:gd name="connsiteY180" fmla="*/ 374481 h 405653"/>
                <a:gd name="connsiteX181" fmla="*/ 1764707 w 2915191"/>
                <a:gd name="connsiteY181" fmla="*/ 368291 h 405653"/>
                <a:gd name="connsiteX182" fmla="*/ 1774466 w 2915191"/>
                <a:gd name="connsiteY182" fmla="*/ 346456 h 405653"/>
                <a:gd name="connsiteX183" fmla="*/ 1784210 w 2915191"/>
                <a:gd name="connsiteY183" fmla="*/ 324752 h 405653"/>
                <a:gd name="connsiteX184" fmla="*/ 1793969 w 2915191"/>
                <a:gd name="connsiteY184" fmla="*/ 341355 h 405653"/>
                <a:gd name="connsiteX185" fmla="*/ 1803713 w 2915191"/>
                <a:gd name="connsiteY185" fmla="*/ 331356 h 405653"/>
                <a:gd name="connsiteX186" fmla="*/ 1813457 w 2915191"/>
                <a:gd name="connsiteY186" fmla="*/ 307816 h 405653"/>
                <a:gd name="connsiteX187" fmla="*/ 1823215 w 2915191"/>
                <a:gd name="connsiteY187" fmla="*/ 341929 h 405653"/>
                <a:gd name="connsiteX188" fmla="*/ 1832959 w 2915191"/>
                <a:gd name="connsiteY188" fmla="*/ 344108 h 405653"/>
                <a:gd name="connsiteX189" fmla="*/ 1842703 w 2915191"/>
                <a:gd name="connsiteY189" fmla="*/ 362096 h 405653"/>
                <a:gd name="connsiteX190" fmla="*/ 1852462 w 2915191"/>
                <a:gd name="connsiteY190" fmla="*/ 352568 h 405653"/>
                <a:gd name="connsiteX191" fmla="*/ 1862206 w 2915191"/>
                <a:gd name="connsiteY191" fmla="*/ 359639 h 405653"/>
                <a:gd name="connsiteX192" fmla="*/ 1871965 w 2915191"/>
                <a:gd name="connsiteY192" fmla="*/ 318218 h 405653"/>
                <a:gd name="connsiteX193" fmla="*/ 1881709 w 2915191"/>
                <a:gd name="connsiteY193" fmla="*/ 274883 h 405653"/>
                <a:gd name="connsiteX194" fmla="*/ 1891453 w 2915191"/>
                <a:gd name="connsiteY194" fmla="*/ 266553 h 405653"/>
                <a:gd name="connsiteX195" fmla="*/ 1901212 w 2915191"/>
                <a:gd name="connsiteY195" fmla="*/ 269034 h 405653"/>
                <a:gd name="connsiteX196" fmla="*/ 1910956 w 2915191"/>
                <a:gd name="connsiteY196" fmla="*/ 268645 h 405653"/>
                <a:gd name="connsiteX197" fmla="*/ 1920714 w 2915191"/>
                <a:gd name="connsiteY197" fmla="*/ 264177 h 405653"/>
                <a:gd name="connsiteX198" fmla="*/ 1930458 w 2915191"/>
                <a:gd name="connsiteY198" fmla="*/ 252600 h 405653"/>
                <a:gd name="connsiteX199" fmla="*/ 1940202 w 2915191"/>
                <a:gd name="connsiteY199" fmla="*/ 257328 h 405653"/>
                <a:gd name="connsiteX200" fmla="*/ 1949961 w 2915191"/>
                <a:gd name="connsiteY200" fmla="*/ 284107 h 405653"/>
                <a:gd name="connsiteX201" fmla="*/ 1959705 w 2915191"/>
                <a:gd name="connsiteY201" fmla="*/ 253542 h 405653"/>
                <a:gd name="connsiteX202" fmla="*/ 1969464 w 2915191"/>
                <a:gd name="connsiteY202" fmla="*/ 214644 h 405653"/>
                <a:gd name="connsiteX203" fmla="*/ 1979208 w 2915191"/>
                <a:gd name="connsiteY203" fmla="*/ 204222 h 405653"/>
                <a:gd name="connsiteX204" fmla="*/ 1988952 w 2915191"/>
                <a:gd name="connsiteY204" fmla="*/ 184828 h 405653"/>
                <a:gd name="connsiteX205" fmla="*/ 1998711 w 2915191"/>
                <a:gd name="connsiteY205" fmla="*/ 191613 h 405653"/>
                <a:gd name="connsiteX206" fmla="*/ 2008454 w 2915191"/>
                <a:gd name="connsiteY206" fmla="*/ 168667 h 405653"/>
                <a:gd name="connsiteX207" fmla="*/ 2018213 w 2915191"/>
                <a:gd name="connsiteY207" fmla="*/ 161061 h 405653"/>
                <a:gd name="connsiteX208" fmla="*/ 2027957 w 2915191"/>
                <a:gd name="connsiteY208" fmla="*/ 162636 h 405653"/>
                <a:gd name="connsiteX209" fmla="*/ 2037701 w 2915191"/>
                <a:gd name="connsiteY209" fmla="*/ 163692 h 405653"/>
                <a:gd name="connsiteX210" fmla="*/ 2047460 w 2915191"/>
                <a:gd name="connsiteY210" fmla="*/ 177229 h 405653"/>
                <a:gd name="connsiteX211" fmla="*/ 2057204 w 2915191"/>
                <a:gd name="connsiteY211" fmla="*/ 153772 h 405653"/>
                <a:gd name="connsiteX212" fmla="*/ 2066963 w 2915191"/>
                <a:gd name="connsiteY212" fmla="*/ 202651 h 405653"/>
                <a:gd name="connsiteX213" fmla="*/ 2076707 w 2915191"/>
                <a:gd name="connsiteY213" fmla="*/ 197279 h 405653"/>
                <a:gd name="connsiteX214" fmla="*/ 2086451 w 2915191"/>
                <a:gd name="connsiteY214" fmla="*/ 202191 h 405653"/>
                <a:gd name="connsiteX215" fmla="*/ 2096210 w 2915191"/>
                <a:gd name="connsiteY215" fmla="*/ 207872 h 405653"/>
                <a:gd name="connsiteX216" fmla="*/ 2105954 w 2915191"/>
                <a:gd name="connsiteY216" fmla="*/ 185571 h 405653"/>
                <a:gd name="connsiteX217" fmla="*/ 2115697 w 2915191"/>
                <a:gd name="connsiteY217" fmla="*/ 186134 h 405653"/>
                <a:gd name="connsiteX218" fmla="*/ 2125456 w 2915191"/>
                <a:gd name="connsiteY218" fmla="*/ 185100 h 405653"/>
                <a:gd name="connsiteX219" fmla="*/ 2135200 w 2915191"/>
                <a:gd name="connsiteY219" fmla="*/ 176341 h 405653"/>
                <a:gd name="connsiteX220" fmla="*/ 2144959 w 2915191"/>
                <a:gd name="connsiteY220" fmla="*/ 209465 h 405653"/>
                <a:gd name="connsiteX221" fmla="*/ 2154703 w 2915191"/>
                <a:gd name="connsiteY221" fmla="*/ 207067 h 405653"/>
                <a:gd name="connsiteX222" fmla="*/ 2164447 w 2915191"/>
                <a:gd name="connsiteY222" fmla="*/ 227272 h 405653"/>
                <a:gd name="connsiteX223" fmla="*/ 2174206 w 2915191"/>
                <a:gd name="connsiteY223" fmla="*/ 242193 h 405653"/>
                <a:gd name="connsiteX224" fmla="*/ 2183950 w 2915191"/>
                <a:gd name="connsiteY224" fmla="*/ 248375 h 405653"/>
                <a:gd name="connsiteX225" fmla="*/ 2193709 w 2915191"/>
                <a:gd name="connsiteY225" fmla="*/ 249811 h 405653"/>
                <a:gd name="connsiteX226" fmla="*/ 2203452 w 2915191"/>
                <a:gd name="connsiteY226" fmla="*/ 215153 h 405653"/>
                <a:gd name="connsiteX227" fmla="*/ 2213196 w 2915191"/>
                <a:gd name="connsiteY227" fmla="*/ 181182 h 405653"/>
                <a:gd name="connsiteX228" fmla="*/ 2222955 w 2915191"/>
                <a:gd name="connsiteY228" fmla="*/ 172071 h 405653"/>
                <a:gd name="connsiteX229" fmla="*/ 2232699 w 2915191"/>
                <a:gd name="connsiteY229" fmla="*/ 170567 h 405653"/>
                <a:gd name="connsiteX230" fmla="*/ 2242458 w 2915191"/>
                <a:gd name="connsiteY230" fmla="*/ 174081 h 405653"/>
                <a:gd name="connsiteX231" fmla="*/ 2252202 w 2915191"/>
                <a:gd name="connsiteY231" fmla="*/ 200268 h 405653"/>
                <a:gd name="connsiteX232" fmla="*/ 2261946 w 2915191"/>
                <a:gd name="connsiteY232" fmla="*/ 191789 h 405653"/>
                <a:gd name="connsiteX233" fmla="*/ 2271705 w 2915191"/>
                <a:gd name="connsiteY233" fmla="*/ 152563 h 405653"/>
                <a:gd name="connsiteX234" fmla="*/ 2281449 w 2915191"/>
                <a:gd name="connsiteY234" fmla="*/ 146295 h 405653"/>
                <a:gd name="connsiteX235" fmla="*/ 2291208 w 2915191"/>
                <a:gd name="connsiteY235" fmla="*/ 120138 h 405653"/>
                <a:gd name="connsiteX236" fmla="*/ 2300951 w 2915191"/>
                <a:gd name="connsiteY236" fmla="*/ 65079 h 405653"/>
                <a:gd name="connsiteX237" fmla="*/ 2310695 w 2915191"/>
                <a:gd name="connsiteY237" fmla="*/ 53444 h 405653"/>
                <a:gd name="connsiteX238" fmla="*/ 2320454 w 2915191"/>
                <a:gd name="connsiteY238" fmla="*/ 63100 h 405653"/>
                <a:gd name="connsiteX239" fmla="*/ 2330198 w 2915191"/>
                <a:gd name="connsiteY239" fmla="*/ 68185 h 405653"/>
                <a:gd name="connsiteX240" fmla="*/ 2339957 w 2915191"/>
                <a:gd name="connsiteY240" fmla="*/ 113815 h 405653"/>
                <a:gd name="connsiteX241" fmla="*/ 2349701 w 2915191"/>
                <a:gd name="connsiteY241" fmla="*/ 109674 h 405653"/>
                <a:gd name="connsiteX242" fmla="*/ 2359445 w 2915191"/>
                <a:gd name="connsiteY242" fmla="*/ 139667 h 405653"/>
                <a:gd name="connsiteX243" fmla="*/ 2369204 w 2915191"/>
                <a:gd name="connsiteY243" fmla="*/ 118438 h 405653"/>
                <a:gd name="connsiteX244" fmla="*/ 2378948 w 2915191"/>
                <a:gd name="connsiteY244" fmla="*/ 112042 h 405653"/>
                <a:gd name="connsiteX245" fmla="*/ 2388692 w 2915191"/>
                <a:gd name="connsiteY245" fmla="*/ 118913 h 405653"/>
                <a:gd name="connsiteX246" fmla="*/ 2398450 w 2915191"/>
                <a:gd name="connsiteY246" fmla="*/ 132534 h 405653"/>
                <a:gd name="connsiteX247" fmla="*/ 2408194 w 2915191"/>
                <a:gd name="connsiteY247" fmla="*/ 133411 h 405653"/>
                <a:gd name="connsiteX248" fmla="*/ 2417953 w 2915191"/>
                <a:gd name="connsiteY248" fmla="*/ 119000 h 405653"/>
                <a:gd name="connsiteX249" fmla="*/ 2427697 w 2915191"/>
                <a:gd name="connsiteY249" fmla="*/ 151606 h 405653"/>
                <a:gd name="connsiteX250" fmla="*/ 2437441 w 2915191"/>
                <a:gd name="connsiteY250" fmla="*/ 141689 h 405653"/>
                <a:gd name="connsiteX251" fmla="*/ 2447200 w 2915191"/>
                <a:gd name="connsiteY251" fmla="*/ 142744 h 405653"/>
                <a:gd name="connsiteX252" fmla="*/ 2456944 w 2915191"/>
                <a:gd name="connsiteY252" fmla="*/ 137635 h 405653"/>
                <a:gd name="connsiteX253" fmla="*/ 2466703 w 2915191"/>
                <a:gd name="connsiteY253" fmla="*/ 134989 h 405653"/>
                <a:gd name="connsiteX254" fmla="*/ 2476446 w 2915191"/>
                <a:gd name="connsiteY254" fmla="*/ 138143 h 405653"/>
                <a:gd name="connsiteX255" fmla="*/ 2486190 w 2915191"/>
                <a:gd name="connsiteY255" fmla="*/ 122711 h 405653"/>
                <a:gd name="connsiteX256" fmla="*/ 2495949 w 2915191"/>
                <a:gd name="connsiteY256" fmla="*/ 143902 h 405653"/>
                <a:gd name="connsiteX257" fmla="*/ 2505693 w 2915191"/>
                <a:gd name="connsiteY257" fmla="*/ 194570 h 405653"/>
                <a:gd name="connsiteX258" fmla="*/ 2515452 w 2915191"/>
                <a:gd name="connsiteY258" fmla="*/ 222856 h 405653"/>
                <a:gd name="connsiteX259" fmla="*/ 2525196 w 2915191"/>
                <a:gd name="connsiteY259" fmla="*/ 164737 h 405653"/>
                <a:gd name="connsiteX260" fmla="*/ 2534940 w 2915191"/>
                <a:gd name="connsiteY260" fmla="*/ 175193 h 405653"/>
                <a:gd name="connsiteX261" fmla="*/ 2544699 w 2915191"/>
                <a:gd name="connsiteY261" fmla="*/ 157138 h 405653"/>
                <a:gd name="connsiteX262" fmla="*/ 2554443 w 2915191"/>
                <a:gd name="connsiteY262" fmla="*/ 138003 h 405653"/>
                <a:gd name="connsiteX263" fmla="*/ 2564202 w 2915191"/>
                <a:gd name="connsiteY263" fmla="*/ 157873 h 405653"/>
                <a:gd name="connsiteX264" fmla="*/ 2573946 w 2915191"/>
                <a:gd name="connsiteY264" fmla="*/ 134106 h 405653"/>
                <a:gd name="connsiteX265" fmla="*/ 2583690 w 2915191"/>
                <a:gd name="connsiteY265" fmla="*/ 128603 h 405653"/>
                <a:gd name="connsiteX266" fmla="*/ 2593448 w 2915191"/>
                <a:gd name="connsiteY266" fmla="*/ 103786 h 405653"/>
                <a:gd name="connsiteX267" fmla="*/ 2603192 w 2915191"/>
                <a:gd name="connsiteY267" fmla="*/ 103707 h 405653"/>
                <a:gd name="connsiteX268" fmla="*/ 2612951 w 2915191"/>
                <a:gd name="connsiteY268" fmla="*/ 109679 h 405653"/>
                <a:gd name="connsiteX269" fmla="*/ 2622695 w 2915191"/>
                <a:gd name="connsiteY269" fmla="*/ 116106 h 405653"/>
                <a:gd name="connsiteX270" fmla="*/ 2632439 w 2915191"/>
                <a:gd name="connsiteY270" fmla="*/ 101696 h 405653"/>
                <a:gd name="connsiteX271" fmla="*/ 2642198 w 2915191"/>
                <a:gd name="connsiteY271" fmla="*/ 146447 h 405653"/>
                <a:gd name="connsiteX272" fmla="*/ 2651942 w 2915191"/>
                <a:gd name="connsiteY272" fmla="*/ 117830 h 405653"/>
                <a:gd name="connsiteX273" fmla="*/ 2661685 w 2915191"/>
                <a:gd name="connsiteY273" fmla="*/ 131449 h 405653"/>
                <a:gd name="connsiteX274" fmla="*/ 2671444 w 2915191"/>
                <a:gd name="connsiteY274" fmla="*/ 108803 h 405653"/>
                <a:gd name="connsiteX275" fmla="*/ 2681188 w 2915191"/>
                <a:gd name="connsiteY275" fmla="*/ 120524 h 405653"/>
                <a:gd name="connsiteX276" fmla="*/ 2690947 w 2915191"/>
                <a:gd name="connsiteY276" fmla="*/ 118433 h 405653"/>
                <a:gd name="connsiteX277" fmla="*/ 2700691 w 2915191"/>
                <a:gd name="connsiteY277" fmla="*/ 138636 h 405653"/>
                <a:gd name="connsiteX278" fmla="*/ 2710435 w 2915191"/>
                <a:gd name="connsiteY278" fmla="*/ 149377 h 405653"/>
                <a:gd name="connsiteX279" fmla="*/ 2720194 w 2915191"/>
                <a:gd name="connsiteY279" fmla="*/ 149936 h 405653"/>
                <a:gd name="connsiteX280" fmla="*/ 2729938 w 2915191"/>
                <a:gd name="connsiteY280" fmla="*/ 138450 h 405653"/>
                <a:gd name="connsiteX281" fmla="*/ 2739697 w 2915191"/>
                <a:gd name="connsiteY281" fmla="*/ 160259 h 405653"/>
                <a:gd name="connsiteX282" fmla="*/ 2749441 w 2915191"/>
                <a:gd name="connsiteY282" fmla="*/ 125525 h 405653"/>
                <a:gd name="connsiteX283" fmla="*/ 2759185 w 2915191"/>
                <a:gd name="connsiteY283" fmla="*/ 137523 h 405653"/>
                <a:gd name="connsiteX284" fmla="*/ 2768943 w 2915191"/>
                <a:gd name="connsiteY284" fmla="*/ 126913 h 405653"/>
                <a:gd name="connsiteX285" fmla="*/ 2778687 w 2915191"/>
                <a:gd name="connsiteY285" fmla="*/ 144325 h 405653"/>
                <a:gd name="connsiteX286" fmla="*/ 2788446 w 2915191"/>
                <a:gd name="connsiteY286" fmla="*/ 139869 h 405653"/>
                <a:gd name="connsiteX287" fmla="*/ 2798190 w 2915191"/>
                <a:gd name="connsiteY287" fmla="*/ 170145 h 405653"/>
                <a:gd name="connsiteX288" fmla="*/ 2807934 w 2915191"/>
                <a:gd name="connsiteY288" fmla="*/ 182842 h 405653"/>
                <a:gd name="connsiteX289" fmla="*/ 2817693 w 2915191"/>
                <a:gd name="connsiteY289" fmla="*/ 176258 h 405653"/>
                <a:gd name="connsiteX290" fmla="*/ 2827437 w 2915191"/>
                <a:gd name="connsiteY290" fmla="*/ 186836 h 405653"/>
                <a:gd name="connsiteX291" fmla="*/ 2837196 w 2915191"/>
                <a:gd name="connsiteY291" fmla="*/ 187018 h 405653"/>
                <a:gd name="connsiteX292" fmla="*/ 2846940 w 2915191"/>
                <a:gd name="connsiteY292" fmla="*/ 196269 h 405653"/>
                <a:gd name="connsiteX293" fmla="*/ 2856684 w 2915191"/>
                <a:gd name="connsiteY293" fmla="*/ 184017 h 405653"/>
                <a:gd name="connsiteX294" fmla="*/ 2866442 w 2915191"/>
                <a:gd name="connsiteY294" fmla="*/ 209054 h 405653"/>
                <a:gd name="connsiteX295" fmla="*/ 2876186 w 2915191"/>
                <a:gd name="connsiteY295" fmla="*/ 212969 h 405653"/>
                <a:gd name="connsiteX296" fmla="*/ 2885945 w 2915191"/>
                <a:gd name="connsiteY296" fmla="*/ 229917 h 405653"/>
                <a:gd name="connsiteX297" fmla="*/ 2895689 w 2915191"/>
                <a:gd name="connsiteY297" fmla="*/ 232098 h 405653"/>
                <a:gd name="connsiteX298" fmla="*/ 2905433 w 2915191"/>
                <a:gd name="connsiteY298" fmla="*/ 272604 h 405653"/>
                <a:gd name="connsiteX299" fmla="*/ 2915192 w 2915191"/>
                <a:gd name="connsiteY299" fmla="*/ 262907 h 405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05653">
                  <a:moveTo>
                    <a:pt x="0" y="183286"/>
                  </a:moveTo>
                  <a:lnTo>
                    <a:pt x="9750" y="168601"/>
                  </a:lnTo>
                  <a:lnTo>
                    <a:pt x="19500" y="142452"/>
                  </a:lnTo>
                  <a:lnTo>
                    <a:pt x="29250" y="158525"/>
                  </a:lnTo>
                  <a:lnTo>
                    <a:pt x="39000" y="153540"/>
                  </a:lnTo>
                  <a:lnTo>
                    <a:pt x="48749" y="152916"/>
                  </a:lnTo>
                  <a:lnTo>
                    <a:pt x="58499" y="144094"/>
                  </a:lnTo>
                  <a:lnTo>
                    <a:pt x="68249" y="153474"/>
                  </a:lnTo>
                  <a:lnTo>
                    <a:pt x="77998" y="174375"/>
                  </a:lnTo>
                  <a:lnTo>
                    <a:pt x="87748" y="155743"/>
                  </a:lnTo>
                  <a:lnTo>
                    <a:pt x="97497" y="160736"/>
                  </a:lnTo>
                  <a:lnTo>
                    <a:pt x="107247" y="157068"/>
                  </a:lnTo>
                  <a:lnTo>
                    <a:pt x="116997" y="176736"/>
                  </a:lnTo>
                  <a:lnTo>
                    <a:pt x="126747" y="188612"/>
                  </a:lnTo>
                  <a:lnTo>
                    <a:pt x="136497" y="193959"/>
                  </a:lnTo>
                  <a:lnTo>
                    <a:pt x="146247" y="148966"/>
                  </a:lnTo>
                  <a:lnTo>
                    <a:pt x="155997" y="148978"/>
                  </a:lnTo>
                  <a:lnTo>
                    <a:pt x="165747" y="126451"/>
                  </a:lnTo>
                  <a:lnTo>
                    <a:pt x="175497" y="133893"/>
                  </a:lnTo>
                  <a:lnTo>
                    <a:pt x="185247" y="142808"/>
                  </a:lnTo>
                  <a:lnTo>
                    <a:pt x="194996" y="141582"/>
                  </a:lnTo>
                  <a:lnTo>
                    <a:pt x="204746" y="119442"/>
                  </a:lnTo>
                  <a:lnTo>
                    <a:pt x="214495" y="127817"/>
                  </a:lnTo>
                  <a:lnTo>
                    <a:pt x="224245" y="139030"/>
                  </a:lnTo>
                  <a:lnTo>
                    <a:pt x="233995" y="98469"/>
                  </a:lnTo>
                  <a:lnTo>
                    <a:pt x="243744" y="112720"/>
                  </a:lnTo>
                  <a:lnTo>
                    <a:pt x="253494" y="95161"/>
                  </a:lnTo>
                  <a:lnTo>
                    <a:pt x="263244" y="66445"/>
                  </a:lnTo>
                  <a:lnTo>
                    <a:pt x="272994" y="82449"/>
                  </a:lnTo>
                  <a:lnTo>
                    <a:pt x="282744" y="73625"/>
                  </a:lnTo>
                  <a:lnTo>
                    <a:pt x="292494" y="93119"/>
                  </a:lnTo>
                  <a:lnTo>
                    <a:pt x="302244" y="92974"/>
                  </a:lnTo>
                  <a:lnTo>
                    <a:pt x="311994" y="64008"/>
                  </a:lnTo>
                  <a:lnTo>
                    <a:pt x="321744" y="79120"/>
                  </a:lnTo>
                  <a:lnTo>
                    <a:pt x="331493" y="87199"/>
                  </a:lnTo>
                  <a:lnTo>
                    <a:pt x="341243" y="84653"/>
                  </a:lnTo>
                  <a:lnTo>
                    <a:pt x="350993" y="142398"/>
                  </a:lnTo>
                  <a:lnTo>
                    <a:pt x="360742" y="158050"/>
                  </a:lnTo>
                  <a:lnTo>
                    <a:pt x="370492" y="148920"/>
                  </a:lnTo>
                  <a:lnTo>
                    <a:pt x="380241" y="145149"/>
                  </a:lnTo>
                  <a:lnTo>
                    <a:pt x="389991" y="168618"/>
                  </a:lnTo>
                  <a:lnTo>
                    <a:pt x="399741" y="173369"/>
                  </a:lnTo>
                  <a:lnTo>
                    <a:pt x="409491" y="157518"/>
                  </a:lnTo>
                  <a:lnTo>
                    <a:pt x="419241" y="130926"/>
                  </a:lnTo>
                  <a:lnTo>
                    <a:pt x="428991" y="184540"/>
                  </a:lnTo>
                  <a:lnTo>
                    <a:pt x="438741" y="238339"/>
                  </a:lnTo>
                  <a:lnTo>
                    <a:pt x="448491" y="268253"/>
                  </a:lnTo>
                  <a:lnTo>
                    <a:pt x="458241" y="307294"/>
                  </a:lnTo>
                  <a:lnTo>
                    <a:pt x="467991" y="315674"/>
                  </a:lnTo>
                  <a:lnTo>
                    <a:pt x="477740" y="301877"/>
                  </a:lnTo>
                  <a:lnTo>
                    <a:pt x="487490" y="286586"/>
                  </a:lnTo>
                  <a:lnTo>
                    <a:pt x="497239" y="245407"/>
                  </a:lnTo>
                  <a:lnTo>
                    <a:pt x="506989" y="242047"/>
                  </a:lnTo>
                  <a:lnTo>
                    <a:pt x="516738" y="267428"/>
                  </a:lnTo>
                  <a:lnTo>
                    <a:pt x="526488" y="269748"/>
                  </a:lnTo>
                  <a:lnTo>
                    <a:pt x="536238" y="270448"/>
                  </a:lnTo>
                  <a:lnTo>
                    <a:pt x="545988" y="265917"/>
                  </a:lnTo>
                  <a:lnTo>
                    <a:pt x="555738" y="253555"/>
                  </a:lnTo>
                  <a:lnTo>
                    <a:pt x="565488" y="212526"/>
                  </a:lnTo>
                  <a:lnTo>
                    <a:pt x="575238" y="169687"/>
                  </a:lnTo>
                  <a:lnTo>
                    <a:pt x="584988" y="193623"/>
                  </a:lnTo>
                  <a:lnTo>
                    <a:pt x="594738" y="136262"/>
                  </a:lnTo>
                  <a:lnTo>
                    <a:pt x="604488" y="132017"/>
                  </a:lnTo>
                  <a:lnTo>
                    <a:pt x="614237" y="161085"/>
                  </a:lnTo>
                  <a:lnTo>
                    <a:pt x="623987" y="124226"/>
                  </a:lnTo>
                  <a:lnTo>
                    <a:pt x="633736" y="134666"/>
                  </a:lnTo>
                  <a:lnTo>
                    <a:pt x="643486" y="148018"/>
                  </a:lnTo>
                  <a:lnTo>
                    <a:pt x="653236" y="153439"/>
                  </a:lnTo>
                  <a:lnTo>
                    <a:pt x="662985" y="145518"/>
                  </a:lnTo>
                  <a:lnTo>
                    <a:pt x="672735" y="103099"/>
                  </a:lnTo>
                  <a:lnTo>
                    <a:pt x="682485" y="82794"/>
                  </a:lnTo>
                  <a:lnTo>
                    <a:pt x="692235" y="48024"/>
                  </a:lnTo>
                  <a:lnTo>
                    <a:pt x="701985" y="84252"/>
                  </a:lnTo>
                  <a:lnTo>
                    <a:pt x="711735" y="91368"/>
                  </a:lnTo>
                  <a:lnTo>
                    <a:pt x="721485" y="81180"/>
                  </a:lnTo>
                  <a:lnTo>
                    <a:pt x="731235" y="76666"/>
                  </a:lnTo>
                  <a:lnTo>
                    <a:pt x="740985" y="69207"/>
                  </a:lnTo>
                  <a:lnTo>
                    <a:pt x="750734" y="37970"/>
                  </a:lnTo>
                  <a:lnTo>
                    <a:pt x="760484" y="28038"/>
                  </a:lnTo>
                  <a:lnTo>
                    <a:pt x="770233" y="21618"/>
                  </a:lnTo>
                  <a:lnTo>
                    <a:pt x="779983" y="17012"/>
                  </a:lnTo>
                  <a:lnTo>
                    <a:pt x="789733" y="17518"/>
                  </a:lnTo>
                  <a:lnTo>
                    <a:pt x="799482" y="50774"/>
                  </a:lnTo>
                  <a:lnTo>
                    <a:pt x="809232" y="0"/>
                  </a:lnTo>
                  <a:lnTo>
                    <a:pt x="818982" y="11283"/>
                  </a:lnTo>
                  <a:lnTo>
                    <a:pt x="828732" y="5547"/>
                  </a:lnTo>
                  <a:lnTo>
                    <a:pt x="838482" y="17414"/>
                  </a:lnTo>
                  <a:lnTo>
                    <a:pt x="848232" y="34072"/>
                  </a:lnTo>
                  <a:lnTo>
                    <a:pt x="857982" y="16594"/>
                  </a:lnTo>
                  <a:lnTo>
                    <a:pt x="867732" y="21008"/>
                  </a:lnTo>
                  <a:lnTo>
                    <a:pt x="877482" y="30689"/>
                  </a:lnTo>
                  <a:lnTo>
                    <a:pt x="887231" y="39932"/>
                  </a:lnTo>
                  <a:lnTo>
                    <a:pt x="896981" y="31192"/>
                  </a:lnTo>
                  <a:lnTo>
                    <a:pt x="906730" y="38196"/>
                  </a:lnTo>
                  <a:lnTo>
                    <a:pt x="916480" y="79087"/>
                  </a:lnTo>
                  <a:lnTo>
                    <a:pt x="926230" y="75298"/>
                  </a:lnTo>
                  <a:lnTo>
                    <a:pt x="935979" y="76530"/>
                  </a:lnTo>
                  <a:lnTo>
                    <a:pt x="945729" y="56726"/>
                  </a:lnTo>
                  <a:lnTo>
                    <a:pt x="955479" y="79295"/>
                  </a:lnTo>
                  <a:lnTo>
                    <a:pt x="965229" y="117888"/>
                  </a:lnTo>
                  <a:lnTo>
                    <a:pt x="974979" y="109522"/>
                  </a:lnTo>
                  <a:lnTo>
                    <a:pt x="984729" y="109910"/>
                  </a:lnTo>
                  <a:lnTo>
                    <a:pt x="994474" y="106264"/>
                  </a:lnTo>
                  <a:lnTo>
                    <a:pt x="1004233" y="91852"/>
                  </a:lnTo>
                  <a:lnTo>
                    <a:pt x="1013977" y="87067"/>
                  </a:lnTo>
                  <a:lnTo>
                    <a:pt x="1023721" y="90560"/>
                  </a:lnTo>
                  <a:lnTo>
                    <a:pt x="1033480" y="93163"/>
                  </a:lnTo>
                  <a:lnTo>
                    <a:pt x="1043224" y="86937"/>
                  </a:lnTo>
                  <a:lnTo>
                    <a:pt x="1052983" y="62671"/>
                  </a:lnTo>
                  <a:lnTo>
                    <a:pt x="1062727" y="106435"/>
                  </a:lnTo>
                  <a:lnTo>
                    <a:pt x="1072471" y="142690"/>
                  </a:lnTo>
                  <a:lnTo>
                    <a:pt x="1082230" y="108007"/>
                  </a:lnTo>
                  <a:lnTo>
                    <a:pt x="1091973" y="147589"/>
                  </a:lnTo>
                  <a:lnTo>
                    <a:pt x="1101732" y="167724"/>
                  </a:lnTo>
                  <a:lnTo>
                    <a:pt x="1111476" y="193380"/>
                  </a:lnTo>
                  <a:lnTo>
                    <a:pt x="1121220" y="174737"/>
                  </a:lnTo>
                  <a:lnTo>
                    <a:pt x="1130979" y="156292"/>
                  </a:lnTo>
                  <a:lnTo>
                    <a:pt x="1140723" y="168992"/>
                  </a:lnTo>
                  <a:lnTo>
                    <a:pt x="1150482" y="206092"/>
                  </a:lnTo>
                  <a:lnTo>
                    <a:pt x="1160226" y="199891"/>
                  </a:lnTo>
                  <a:lnTo>
                    <a:pt x="1169969" y="229678"/>
                  </a:lnTo>
                  <a:lnTo>
                    <a:pt x="1179728" y="246611"/>
                  </a:lnTo>
                  <a:lnTo>
                    <a:pt x="1189472" y="227347"/>
                  </a:lnTo>
                  <a:lnTo>
                    <a:pt x="1199231" y="243439"/>
                  </a:lnTo>
                  <a:lnTo>
                    <a:pt x="1208975" y="248323"/>
                  </a:lnTo>
                  <a:lnTo>
                    <a:pt x="1218719" y="268930"/>
                  </a:lnTo>
                  <a:lnTo>
                    <a:pt x="1228478" y="269658"/>
                  </a:lnTo>
                  <a:lnTo>
                    <a:pt x="1238222" y="288768"/>
                  </a:lnTo>
                  <a:lnTo>
                    <a:pt x="1247966" y="278428"/>
                  </a:lnTo>
                  <a:lnTo>
                    <a:pt x="1257725" y="300588"/>
                  </a:lnTo>
                  <a:lnTo>
                    <a:pt x="1267469" y="347660"/>
                  </a:lnTo>
                  <a:lnTo>
                    <a:pt x="1277227" y="319757"/>
                  </a:lnTo>
                  <a:lnTo>
                    <a:pt x="1286971" y="301850"/>
                  </a:lnTo>
                  <a:lnTo>
                    <a:pt x="1296715" y="291378"/>
                  </a:lnTo>
                  <a:lnTo>
                    <a:pt x="1306474" y="312560"/>
                  </a:lnTo>
                  <a:lnTo>
                    <a:pt x="1316218" y="331294"/>
                  </a:lnTo>
                  <a:lnTo>
                    <a:pt x="1325977" y="337210"/>
                  </a:lnTo>
                  <a:lnTo>
                    <a:pt x="1335721" y="327195"/>
                  </a:lnTo>
                  <a:lnTo>
                    <a:pt x="1345465" y="339128"/>
                  </a:lnTo>
                  <a:lnTo>
                    <a:pt x="1355224" y="363997"/>
                  </a:lnTo>
                  <a:lnTo>
                    <a:pt x="1364967" y="347572"/>
                  </a:lnTo>
                  <a:lnTo>
                    <a:pt x="1374726" y="382980"/>
                  </a:lnTo>
                  <a:lnTo>
                    <a:pt x="1384470" y="375155"/>
                  </a:lnTo>
                  <a:lnTo>
                    <a:pt x="1394214" y="389811"/>
                  </a:lnTo>
                  <a:lnTo>
                    <a:pt x="1403973" y="379760"/>
                  </a:lnTo>
                  <a:lnTo>
                    <a:pt x="1413717" y="394701"/>
                  </a:lnTo>
                  <a:lnTo>
                    <a:pt x="1423476" y="332846"/>
                  </a:lnTo>
                  <a:lnTo>
                    <a:pt x="1433220" y="337757"/>
                  </a:lnTo>
                  <a:lnTo>
                    <a:pt x="1442964" y="371281"/>
                  </a:lnTo>
                  <a:lnTo>
                    <a:pt x="1452722" y="377263"/>
                  </a:lnTo>
                  <a:lnTo>
                    <a:pt x="1462466" y="387177"/>
                  </a:lnTo>
                  <a:lnTo>
                    <a:pt x="1472225" y="385423"/>
                  </a:lnTo>
                  <a:lnTo>
                    <a:pt x="1481969" y="405653"/>
                  </a:lnTo>
                  <a:lnTo>
                    <a:pt x="1491713" y="361393"/>
                  </a:lnTo>
                  <a:lnTo>
                    <a:pt x="1501472" y="384675"/>
                  </a:lnTo>
                  <a:lnTo>
                    <a:pt x="1511216" y="362650"/>
                  </a:lnTo>
                  <a:lnTo>
                    <a:pt x="1520960" y="391545"/>
                  </a:lnTo>
                  <a:lnTo>
                    <a:pt x="1530719" y="385796"/>
                  </a:lnTo>
                  <a:lnTo>
                    <a:pt x="1540463" y="380128"/>
                  </a:lnTo>
                  <a:lnTo>
                    <a:pt x="1550221" y="374256"/>
                  </a:lnTo>
                  <a:lnTo>
                    <a:pt x="1559965" y="370615"/>
                  </a:lnTo>
                  <a:lnTo>
                    <a:pt x="1569709" y="366290"/>
                  </a:lnTo>
                  <a:lnTo>
                    <a:pt x="1579468" y="367331"/>
                  </a:lnTo>
                  <a:lnTo>
                    <a:pt x="1589212" y="385085"/>
                  </a:lnTo>
                  <a:lnTo>
                    <a:pt x="1598971" y="400859"/>
                  </a:lnTo>
                  <a:lnTo>
                    <a:pt x="1608715" y="381031"/>
                  </a:lnTo>
                  <a:lnTo>
                    <a:pt x="1618459" y="381752"/>
                  </a:lnTo>
                  <a:lnTo>
                    <a:pt x="1628218" y="388172"/>
                  </a:lnTo>
                  <a:lnTo>
                    <a:pt x="1637962" y="392420"/>
                  </a:lnTo>
                  <a:lnTo>
                    <a:pt x="1647720" y="388799"/>
                  </a:lnTo>
                  <a:lnTo>
                    <a:pt x="1657464" y="366913"/>
                  </a:lnTo>
                  <a:lnTo>
                    <a:pt x="1667208" y="359563"/>
                  </a:lnTo>
                  <a:lnTo>
                    <a:pt x="1676967" y="357270"/>
                  </a:lnTo>
                  <a:lnTo>
                    <a:pt x="1686711" y="345183"/>
                  </a:lnTo>
                  <a:lnTo>
                    <a:pt x="1696470" y="362632"/>
                  </a:lnTo>
                  <a:lnTo>
                    <a:pt x="1706214" y="358776"/>
                  </a:lnTo>
                  <a:lnTo>
                    <a:pt x="1715958" y="348191"/>
                  </a:lnTo>
                  <a:lnTo>
                    <a:pt x="1725716" y="342212"/>
                  </a:lnTo>
                  <a:lnTo>
                    <a:pt x="1735460" y="373185"/>
                  </a:lnTo>
                  <a:lnTo>
                    <a:pt x="1745219" y="373689"/>
                  </a:lnTo>
                  <a:lnTo>
                    <a:pt x="1754963" y="374481"/>
                  </a:lnTo>
                  <a:lnTo>
                    <a:pt x="1764707" y="368291"/>
                  </a:lnTo>
                  <a:lnTo>
                    <a:pt x="1774466" y="346456"/>
                  </a:lnTo>
                  <a:lnTo>
                    <a:pt x="1784210" y="324752"/>
                  </a:lnTo>
                  <a:lnTo>
                    <a:pt x="1793969" y="341355"/>
                  </a:lnTo>
                  <a:lnTo>
                    <a:pt x="1803713" y="331356"/>
                  </a:lnTo>
                  <a:lnTo>
                    <a:pt x="1813457" y="307816"/>
                  </a:lnTo>
                  <a:lnTo>
                    <a:pt x="1823215" y="341929"/>
                  </a:lnTo>
                  <a:lnTo>
                    <a:pt x="1832959" y="344108"/>
                  </a:lnTo>
                  <a:lnTo>
                    <a:pt x="1842703" y="362096"/>
                  </a:lnTo>
                  <a:lnTo>
                    <a:pt x="1852462" y="352568"/>
                  </a:lnTo>
                  <a:lnTo>
                    <a:pt x="1862206" y="359639"/>
                  </a:lnTo>
                  <a:lnTo>
                    <a:pt x="1871965" y="318218"/>
                  </a:lnTo>
                  <a:lnTo>
                    <a:pt x="1881709" y="274883"/>
                  </a:lnTo>
                  <a:lnTo>
                    <a:pt x="1891453" y="266553"/>
                  </a:lnTo>
                  <a:lnTo>
                    <a:pt x="1901212" y="269034"/>
                  </a:lnTo>
                  <a:lnTo>
                    <a:pt x="1910956" y="268645"/>
                  </a:lnTo>
                  <a:lnTo>
                    <a:pt x="1920714" y="264177"/>
                  </a:lnTo>
                  <a:lnTo>
                    <a:pt x="1930458" y="252600"/>
                  </a:lnTo>
                  <a:lnTo>
                    <a:pt x="1940202" y="257328"/>
                  </a:lnTo>
                  <a:lnTo>
                    <a:pt x="1949961" y="284107"/>
                  </a:lnTo>
                  <a:lnTo>
                    <a:pt x="1959705" y="253542"/>
                  </a:lnTo>
                  <a:lnTo>
                    <a:pt x="1969464" y="214644"/>
                  </a:lnTo>
                  <a:lnTo>
                    <a:pt x="1979208" y="204222"/>
                  </a:lnTo>
                  <a:lnTo>
                    <a:pt x="1988952" y="184828"/>
                  </a:lnTo>
                  <a:lnTo>
                    <a:pt x="1998711" y="191613"/>
                  </a:lnTo>
                  <a:lnTo>
                    <a:pt x="2008454" y="168667"/>
                  </a:lnTo>
                  <a:lnTo>
                    <a:pt x="2018213" y="161061"/>
                  </a:lnTo>
                  <a:lnTo>
                    <a:pt x="2027957" y="162636"/>
                  </a:lnTo>
                  <a:lnTo>
                    <a:pt x="2037701" y="163692"/>
                  </a:lnTo>
                  <a:lnTo>
                    <a:pt x="2047460" y="177229"/>
                  </a:lnTo>
                  <a:lnTo>
                    <a:pt x="2057204" y="153772"/>
                  </a:lnTo>
                  <a:lnTo>
                    <a:pt x="2066963" y="202651"/>
                  </a:lnTo>
                  <a:lnTo>
                    <a:pt x="2076707" y="197279"/>
                  </a:lnTo>
                  <a:lnTo>
                    <a:pt x="2086451" y="202191"/>
                  </a:lnTo>
                  <a:lnTo>
                    <a:pt x="2096210" y="207872"/>
                  </a:lnTo>
                  <a:lnTo>
                    <a:pt x="2105954" y="185571"/>
                  </a:lnTo>
                  <a:lnTo>
                    <a:pt x="2115697" y="186134"/>
                  </a:lnTo>
                  <a:lnTo>
                    <a:pt x="2125456" y="185100"/>
                  </a:lnTo>
                  <a:lnTo>
                    <a:pt x="2135200" y="176341"/>
                  </a:lnTo>
                  <a:lnTo>
                    <a:pt x="2144959" y="209465"/>
                  </a:lnTo>
                  <a:lnTo>
                    <a:pt x="2154703" y="207067"/>
                  </a:lnTo>
                  <a:lnTo>
                    <a:pt x="2164447" y="227272"/>
                  </a:lnTo>
                  <a:lnTo>
                    <a:pt x="2174206" y="242193"/>
                  </a:lnTo>
                  <a:lnTo>
                    <a:pt x="2183950" y="248375"/>
                  </a:lnTo>
                  <a:lnTo>
                    <a:pt x="2193709" y="249811"/>
                  </a:lnTo>
                  <a:lnTo>
                    <a:pt x="2203452" y="215153"/>
                  </a:lnTo>
                  <a:lnTo>
                    <a:pt x="2213196" y="181182"/>
                  </a:lnTo>
                  <a:lnTo>
                    <a:pt x="2222955" y="172071"/>
                  </a:lnTo>
                  <a:lnTo>
                    <a:pt x="2232699" y="170567"/>
                  </a:lnTo>
                  <a:lnTo>
                    <a:pt x="2242458" y="174081"/>
                  </a:lnTo>
                  <a:lnTo>
                    <a:pt x="2252202" y="200268"/>
                  </a:lnTo>
                  <a:lnTo>
                    <a:pt x="2261946" y="191789"/>
                  </a:lnTo>
                  <a:lnTo>
                    <a:pt x="2271705" y="152563"/>
                  </a:lnTo>
                  <a:lnTo>
                    <a:pt x="2281449" y="146295"/>
                  </a:lnTo>
                  <a:lnTo>
                    <a:pt x="2291208" y="120138"/>
                  </a:lnTo>
                  <a:lnTo>
                    <a:pt x="2300951" y="65079"/>
                  </a:lnTo>
                  <a:lnTo>
                    <a:pt x="2310695" y="53444"/>
                  </a:lnTo>
                  <a:lnTo>
                    <a:pt x="2320454" y="63100"/>
                  </a:lnTo>
                  <a:lnTo>
                    <a:pt x="2330198" y="68185"/>
                  </a:lnTo>
                  <a:lnTo>
                    <a:pt x="2339957" y="113815"/>
                  </a:lnTo>
                  <a:lnTo>
                    <a:pt x="2349701" y="109674"/>
                  </a:lnTo>
                  <a:lnTo>
                    <a:pt x="2359445" y="139667"/>
                  </a:lnTo>
                  <a:lnTo>
                    <a:pt x="2369204" y="118438"/>
                  </a:lnTo>
                  <a:lnTo>
                    <a:pt x="2378948" y="112042"/>
                  </a:lnTo>
                  <a:lnTo>
                    <a:pt x="2388692" y="118913"/>
                  </a:lnTo>
                  <a:lnTo>
                    <a:pt x="2398450" y="132534"/>
                  </a:lnTo>
                  <a:lnTo>
                    <a:pt x="2408194" y="133411"/>
                  </a:lnTo>
                  <a:lnTo>
                    <a:pt x="2417953" y="119000"/>
                  </a:lnTo>
                  <a:lnTo>
                    <a:pt x="2427697" y="151606"/>
                  </a:lnTo>
                  <a:lnTo>
                    <a:pt x="2437441" y="141689"/>
                  </a:lnTo>
                  <a:lnTo>
                    <a:pt x="2447200" y="142744"/>
                  </a:lnTo>
                  <a:lnTo>
                    <a:pt x="2456944" y="137635"/>
                  </a:lnTo>
                  <a:lnTo>
                    <a:pt x="2466703" y="134989"/>
                  </a:lnTo>
                  <a:lnTo>
                    <a:pt x="2476446" y="138143"/>
                  </a:lnTo>
                  <a:lnTo>
                    <a:pt x="2486190" y="122711"/>
                  </a:lnTo>
                  <a:lnTo>
                    <a:pt x="2495949" y="143902"/>
                  </a:lnTo>
                  <a:lnTo>
                    <a:pt x="2505693" y="194570"/>
                  </a:lnTo>
                  <a:lnTo>
                    <a:pt x="2515452" y="222856"/>
                  </a:lnTo>
                  <a:lnTo>
                    <a:pt x="2525196" y="164737"/>
                  </a:lnTo>
                  <a:lnTo>
                    <a:pt x="2534940" y="175193"/>
                  </a:lnTo>
                  <a:lnTo>
                    <a:pt x="2544699" y="157138"/>
                  </a:lnTo>
                  <a:lnTo>
                    <a:pt x="2554443" y="138003"/>
                  </a:lnTo>
                  <a:lnTo>
                    <a:pt x="2564202" y="157873"/>
                  </a:lnTo>
                  <a:lnTo>
                    <a:pt x="2573946" y="134106"/>
                  </a:lnTo>
                  <a:lnTo>
                    <a:pt x="2583690" y="128603"/>
                  </a:lnTo>
                  <a:lnTo>
                    <a:pt x="2593448" y="103786"/>
                  </a:lnTo>
                  <a:lnTo>
                    <a:pt x="2603192" y="103707"/>
                  </a:lnTo>
                  <a:lnTo>
                    <a:pt x="2612951" y="109679"/>
                  </a:lnTo>
                  <a:lnTo>
                    <a:pt x="2622695" y="116106"/>
                  </a:lnTo>
                  <a:lnTo>
                    <a:pt x="2632439" y="101696"/>
                  </a:lnTo>
                  <a:lnTo>
                    <a:pt x="2642198" y="146447"/>
                  </a:lnTo>
                  <a:lnTo>
                    <a:pt x="2651942" y="117830"/>
                  </a:lnTo>
                  <a:lnTo>
                    <a:pt x="2661685" y="131449"/>
                  </a:lnTo>
                  <a:lnTo>
                    <a:pt x="2671444" y="108803"/>
                  </a:lnTo>
                  <a:lnTo>
                    <a:pt x="2681188" y="120524"/>
                  </a:lnTo>
                  <a:lnTo>
                    <a:pt x="2690947" y="118433"/>
                  </a:lnTo>
                  <a:lnTo>
                    <a:pt x="2700691" y="138636"/>
                  </a:lnTo>
                  <a:lnTo>
                    <a:pt x="2710435" y="149377"/>
                  </a:lnTo>
                  <a:lnTo>
                    <a:pt x="2720194" y="149936"/>
                  </a:lnTo>
                  <a:lnTo>
                    <a:pt x="2729938" y="138450"/>
                  </a:lnTo>
                  <a:lnTo>
                    <a:pt x="2739697" y="160259"/>
                  </a:lnTo>
                  <a:lnTo>
                    <a:pt x="2749441" y="125525"/>
                  </a:lnTo>
                  <a:lnTo>
                    <a:pt x="2759185" y="137523"/>
                  </a:lnTo>
                  <a:lnTo>
                    <a:pt x="2768943" y="126913"/>
                  </a:lnTo>
                  <a:lnTo>
                    <a:pt x="2778687" y="144325"/>
                  </a:lnTo>
                  <a:lnTo>
                    <a:pt x="2788446" y="139869"/>
                  </a:lnTo>
                  <a:lnTo>
                    <a:pt x="2798190" y="170145"/>
                  </a:lnTo>
                  <a:lnTo>
                    <a:pt x="2807934" y="182842"/>
                  </a:lnTo>
                  <a:lnTo>
                    <a:pt x="2817693" y="176258"/>
                  </a:lnTo>
                  <a:lnTo>
                    <a:pt x="2827437" y="186836"/>
                  </a:lnTo>
                  <a:lnTo>
                    <a:pt x="2837196" y="187018"/>
                  </a:lnTo>
                  <a:lnTo>
                    <a:pt x="2846940" y="196269"/>
                  </a:lnTo>
                  <a:lnTo>
                    <a:pt x="2856684" y="184017"/>
                  </a:lnTo>
                  <a:lnTo>
                    <a:pt x="2866442" y="209054"/>
                  </a:lnTo>
                  <a:lnTo>
                    <a:pt x="2876186" y="212969"/>
                  </a:lnTo>
                  <a:lnTo>
                    <a:pt x="2885945" y="229917"/>
                  </a:lnTo>
                  <a:lnTo>
                    <a:pt x="2895689" y="232098"/>
                  </a:lnTo>
                  <a:lnTo>
                    <a:pt x="2905433" y="272604"/>
                  </a:lnTo>
                  <a:lnTo>
                    <a:pt x="2915192" y="26290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1" name="Freeform 1000">
              <a:extLst>
                <a:ext uri="{FF2B5EF4-FFF2-40B4-BE49-F238E27FC236}">
                  <a16:creationId xmlns:a16="http://schemas.microsoft.com/office/drawing/2014/main" id="{3EE75A7F-3194-840E-A6CC-28AEFE6E1EC6}"/>
                </a:ext>
              </a:extLst>
            </p:cNvPr>
            <p:cNvSpPr/>
            <p:nvPr/>
          </p:nvSpPr>
          <p:spPr>
            <a:xfrm>
              <a:off x="4426652" y="3441531"/>
              <a:ext cx="2915191" cy="356897"/>
            </a:xfrm>
            <a:custGeom>
              <a:avLst/>
              <a:gdLst>
                <a:gd name="connsiteX0" fmla="*/ 0 w 2915191"/>
                <a:gd name="connsiteY0" fmla="*/ 129196 h 356897"/>
                <a:gd name="connsiteX1" fmla="*/ 9750 w 2915191"/>
                <a:gd name="connsiteY1" fmla="*/ 109612 h 356897"/>
                <a:gd name="connsiteX2" fmla="*/ 19500 w 2915191"/>
                <a:gd name="connsiteY2" fmla="*/ 68847 h 356897"/>
                <a:gd name="connsiteX3" fmla="*/ 29250 w 2915191"/>
                <a:gd name="connsiteY3" fmla="*/ 70445 h 356897"/>
                <a:gd name="connsiteX4" fmla="*/ 39000 w 2915191"/>
                <a:gd name="connsiteY4" fmla="*/ 81487 h 356897"/>
                <a:gd name="connsiteX5" fmla="*/ 48749 w 2915191"/>
                <a:gd name="connsiteY5" fmla="*/ 87082 h 356897"/>
                <a:gd name="connsiteX6" fmla="*/ 58499 w 2915191"/>
                <a:gd name="connsiteY6" fmla="*/ 70055 h 356897"/>
                <a:gd name="connsiteX7" fmla="*/ 68249 w 2915191"/>
                <a:gd name="connsiteY7" fmla="*/ 50199 h 356897"/>
                <a:gd name="connsiteX8" fmla="*/ 77998 w 2915191"/>
                <a:gd name="connsiteY8" fmla="*/ 49107 h 356897"/>
                <a:gd name="connsiteX9" fmla="*/ 87748 w 2915191"/>
                <a:gd name="connsiteY9" fmla="*/ 61138 h 356897"/>
                <a:gd name="connsiteX10" fmla="*/ 97497 w 2915191"/>
                <a:gd name="connsiteY10" fmla="*/ 26842 h 356897"/>
                <a:gd name="connsiteX11" fmla="*/ 107247 w 2915191"/>
                <a:gd name="connsiteY11" fmla="*/ 0 h 356897"/>
                <a:gd name="connsiteX12" fmla="*/ 116997 w 2915191"/>
                <a:gd name="connsiteY12" fmla="*/ 9637 h 356897"/>
                <a:gd name="connsiteX13" fmla="*/ 126747 w 2915191"/>
                <a:gd name="connsiteY13" fmla="*/ 9176 h 356897"/>
                <a:gd name="connsiteX14" fmla="*/ 136497 w 2915191"/>
                <a:gd name="connsiteY14" fmla="*/ 48100 h 356897"/>
                <a:gd name="connsiteX15" fmla="*/ 146247 w 2915191"/>
                <a:gd name="connsiteY15" fmla="*/ 88518 h 356897"/>
                <a:gd name="connsiteX16" fmla="*/ 155997 w 2915191"/>
                <a:gd name="connsiteY16" fmla="*/ 85037 h 356897"/>
                <a:gd name="connsiteX17" fmla="*/ 165747 w 2915191"/>
                <a:gd name="connsiteY17" fmla="*/ 108849 h 356897"/>
                <a:gd name="connsiteX18" fmla="*/ 175497 w 2915191"/>
                <a:gd name="connsiteY18" fmla="*/ 141670 h 356897"/>
                <a:gd name="connsiteX19" fmla="*/ 185247 w 2915191"/>
                <a:gd name="connsiteY19" fmla="*/ 118760 h 356897"/>
                <a:gd name="connsiteX20" fmla="*/ 194996 w 2915191"/>
                <a:gd name="connsiteY20" fmla="*/ 120656 h 356897"/>
                <a:gd name="connsiteX21" fmla="*/ 204746 w 2915191"/>
                <a:gd name="connsiteY21" fmla="*/ 129526 h 356897"/>
                <a:gd name="connsiteX22" fmla="*/ 214495 w 2915191"/>
                <a:gd name="connsiteY22" fmla="*/ 162895 h 356897"/>
                <a:gd name="connsiteX23" fmla="*/ 224245 w 2915191"/>
                <a:gd name="connsiteY23" fmla="*/ 169763 h 356897"/>
                <a:gd name="connsiteX24" fmla="*/ 233995 w 2915191"/>
                <a:gd name="connsiteY24" fmla="*/ 175738 h 356897"/>
                <a:gd name="connsiteX25" fmla="*/ 243744 w 2915191"/>
                <a:gd name="connsiteY25" fmla="*/ 128666 h 356897"/>
                <a:gd name="connsiteX26" fmla="*/ 253494 w 2915191"/>
                <a:gd name="connsiteY26" fmla="*/ 122042 h 356897"/>
                <a:gd name="connsiteX27" fmla="*/ 263244 w 2915191"/>
                <a:gd name="connsiteY27" fmla="*/ 161643 h 356897"/>
                <a:gd name="connsiteX28" fmla="*/ 272994 w 2915191"/>
                <a:gd name="connsiteY28" fmla="*/ 183368 h 356897"/>
                <a:gd name="connsiteX29" fmla="*/ 282744 w 2915191"/>
                <a:gd name="connsiteY29" fmla="*/ 202692 h 356897"/>
                <a:gd name="connsiteX30" fmla="*/ 292494 w 2915191"/>
                <a:gd name="connsiteY30" fmla="*/ 222549 h 356897"/>
                <a:gd name="connsiteX31" fmla="*/ 302244 w 2915191"/>
                <a:gd name="connsiteY31" fmla="*/ 212203 h 356897"/>
                <a:gd name="connsiteX32" fmla="*/ 311994 w 2915191"/>
                <a:gd name="connsiteY32" fmla="*/ 194247 h 356897"/>
                <a:gd name="connsiteX33" fmla="*/ 321744 w 2915191"/>
                <a:gd name="connsiteY33" fmla="*/ 200691 h 356897"/>
                <a:gd name="connsiteX34" fmla="*/ 331493 w 2915191"/>
                <a:gd name="connsiteY34" fmla="*/ 200724 h 356897"/>
                <a:gd name="connsiteX35" fmla="*/ 341243 w 2915191"/>
                <a:gd name="connsiteY35" fmla="*/ 208006 h 356897"/>
                <a:gd name="connsiteX36" fmla="*/ 350993 w 2915191"/>
                <a:gd name="connsiteY36" fmla="*/ 210184 h 356897"/>
                <a:gd name="connsiteX37" fmla="*/ 360742 w 2915191"/>
                <a:gd name="connsiteY37" fmla="*/ 237846 h 356897"/>
                <a:gd name="connsiteX38" fmla="*/ 370492 w 2915191"/>
                <a:gd name="connsiteY38" fmla="*/ 257690 h 356897"/>
                <a:gd name="connsiteX39" fmla="*/ 380241 w 2915191"/>
                <a:gd name="connsiteY39" fmla="*/ 237624 h 356897"/>
                <a:gd name="connsiteX40" fmla="*/ 389991 w 2915191"/>
                <a:gd name="connsiteY40" fmla="*/ 202322 h 356897"/>
                <a:gd name="connsiteX41" fmla="*/ 399741 w 2915191"/>
                <a:gd name="connsiteY41" fmla="*/ 206005 h 356897"/>
                <a:gd name="connsiteX42" fmla="*/ 409491 w 2915191"/>
                <a:gd name="connsiteY42" fmla="*/ 206224 h 356897"/>
                <a:gd name="connsiteX43" fmla="*/ 419241 w 2915191"/>
                <a:gd name="connsiteY43" fmla="*/ 197718 h 356897"/>
                <a:gd name="connsiteX44" fmla="*/ 428991 w 2915191"/>
                <a:gd name="connsiteY44" fmla="*/ 187353 h 356897"/>
                <a:gd name="connsiteX45" fmla="*/ 438741 w 2915191"/>
                <a:gd name="connsiteY45" fmla="*/ 205809 h 356897"/>
                <a:gd name="connsiteX46" fmla="*/ 448491 w 2915191"/>
                <a:gd name="connsiteY46" fmla="*/ 201705 h 356897"/>
                <a:gd name="connsiteX47" fmla="*/ 458241 w 2915191"/>
                <a:gd name="connsiteY47" fmla="*/ 188648 h 356897"/>
                <a:gd name="connsiteX48" fmla="*/ 467991 w 2915191"/>
                <a:gd name="connsiteY48" fmla="*/ 206904 h 356897"/>
                <a:gd name="connsiteX49" fmla="*/ 477740 w 2915191"/>
                <a:gd name="connsiteY49" fmla="*/ 201579 h 356897"/>
                <a:gd name="connsiteX50" fmla="*/ 487490 w 2915191"/>
                <a:gd name="connsiteY50" fmla="*/ 213224 h 356897"/>
                <a:gd name="connsiteX51" fmla="*/ 497239 w 2915191"/>
                <a:gd name="connsiteY51" fmla="*/ 219329 h 356897"/>
                <a:gd name="connsiteX52" fmla="*/ 506989 w 2915191"/>
                <a:gd name="connsiteY52" fmla="*/ 223908 h 356897"/>
                <a:gd name="connsiteX53" fmla="*/ 516738 w 2915191"/>
                <a:gd name="connsiteY53" fmla="*/ 218890 h 356897"/>
                <a:gd name="connsiteX54" fmla="*/ 526488 w 2915191"/>
                <a:gd name="connsiteY54" fmla="*/ 195217 h 356897"/>
                <a:gd name="connsiteX55" fmla="*/ 536238 w 2915191"/>
                <a:gd name="connsiteY55" fmla="*/ 172185 h 356897"/>
                <a:gd name="connsiteX56" fmla="*/ 545988 w 2915191"/>
                <a:gd name="connsiteY56" fmla="*/ 147860 h 356897"/>
                <a:gd name="connsiteX57" fmla="*/ 555738 w 2915191"/>
                <a:gd name="connsiteY57" fmla="*/ 171474 h 356897"/>
                <a:gd name="connsiteX58" fmla="*/ 565488 w 2915191"/>
                <a:gd name="connsiteY58" fmla="*/ 156457 h 356897"/>
                <a:gd name="connsiteX59" fmla="*/ 575238 w 2915191"/>
                <a:gd name="connsiteY59" fmla="*/ 163183 h 356897"/>
                <a:gd name="connsiteX60" fmla="*/ 584988 w 2915191"/>
                <a:gd name="connsiteY60" fmla="*/ 172077 h 356897"/>
                <a:gd name="connsiteX61" fmla="*/ 594738 w 2915191"/>
                <a:gd name="connsiteY61" fmla="*/ 204824 h 356897"/>
                <a:gd name="connsiteX62" fmla="*/ 604488 w 2915191"/>
                <a:gd name="connsiteY62" fmla="*/ 225235 h 356897"/>
                <a:gd name="connsiteX63" fmla="*/ 614237 w 2915191"/>
                <a:gd name="connsiteY63" fmla="*/ 258468 h 356897"/>
                <a:gd name="connsiteX64" fmla="*/ 623987 w 2915191"/>
                <a:gd name="connsiteY64" fmla="*/ 280643 h 356897"/>
                <a:gd name="connsiteX65" fmla="*/ 633736 w 2915191"/>
                <a:gd name="connsiteY65" fmla="*/ 254168 h 356897"/>
                <a:gd name="connsiteX66" fmla="*/ 643486 w 2915191"/>
                <a:gd name="connsiteY66" fmla="*/ 288321 h 356897"/>
                <a:gd name="connsiteX67" fmla="*/ 653236 w 2915191"/>
                <a:gd name="connsiteY67" fmla="*/ 321770 h 356897"/>
                <a:gd name="connsiteX68" fmla="*/ 662985 w 2915191"/>
                <a:gd name="connsiteY68" fmla="*/ 337654 h 356897"/>
                <a:gd name="connsiteX69" fmla="*/ 672735 w 2915191"/>
                <a:gd name="connsiteY69" fmla="*/ 340565 h 356897"/>
                <a:gd name="connsiteX70" fmla="*/ 682485 w 2915191"/>
                <a:gd name="connsiteY70" fmla="*/ 328210 h 356897"/>
                <a:gd name="connsiteX71" fmla="*/ 692235 w 2915191"/>
                <a:gd name="connsiteY71" fmla="*/ 342827 h 356897"/>
                <a:gd name="connsiteX72" fmla="*/ 701985 w 2915191"/>
                <a:gd name="connsiteY72" fmla="*/ 356898 h 356897"/>
                <a:gd name="connsiteX73" fmla="*/ 711735 w 2915191"/>
                <a:gd name="connsiteY73" fmla="*/ 344180 h 356897"/>
                <a:gd name="connsiteX74" fmla="*/ 721485 w 2915191"/>
                <a:gd name="connsiteY74" fmla="*/ 320716 h 356897"/>
                <a:gd name="connsiteX75" fmla="*/ 731235 w 2915191"/>
                <a:gd name="connsiteY75" fmla="*/ 342347 h 356897"/>
                <a:gd name="connsiteX76" fmla="*/ 740985 w 2915191"/>
                <a:gd name="connsiteY76" fmla="*/ 329980 h 356897"/>
                <a:gd name="connsiteX77" fmla="*/ 750734 w 2915191"/>
                <a:gd name="connsiteY77" fmla="*/ 299814 h 356897"/>
                <a:gd name="connsiteX78" fmla="*/ 760484 w 2915191"/>
                <a:gd name="connsiteY78" fmla="*/ 322879 h 356897"/>
                <a:gd name="connsiteX79" fmla="*/ 770233 w 2915191"/>
                <a:gd name="connsiteY79" fmla="*/ 313329 h 356897"/>
                <a:gd name="connsiteX80" fmla="*/ 779983 w 2915191"/>
                <a:gd name="connsiteY80" fmla="*/ 300964 h 356897"/>
                <a:gd name="connsiteX81" fmla="*/ 789733 w 2915191"/>
                <a:gd name="connsiteY81" fmla="*/ 299557 h 356897"/>
                <a:gd name="connsiteX82" fmla="*/ 799482 w 2915191"/>
                <a:gd name="connsiteY82" fmla="*/ 273568 h 356897"/>
                <a:gd name="connsiteX83" fmla="*/ 809232 w 2915191"/>
                <a:gd name="connsiteY83" fmla="*/ 279685 h 356897"/>
                <a:gd name="connsiteX84" fmla="*/ 818982 w 2915191"/>
                <a:gd name="connsiteY84" fmla="*/ 256549 h 356897"/>
                <a:gd name="connsiteX85" fmla="*/ 828732 w 2915191"/>
                <a:gd name="connsiteY85" fmla="*/ 223985 h 356897"/>
                <a:gd name="connsiteX86" fmla="*/ 838482 w 2915191"/>
                <a:gd name="connsiteY86" fmla="*/ 234532 h 356897"/>
                <a:gd name="connsiteX87" fmla="*/ 848232 w 2915191"/>
                <a:gd name="connsiteY87" fmla="*/ 241402 h 356897"/>
                <a:gd name="connsiteX88" fmla="*/ 857982 w 2915191"/>
                <a:gd name="connsiteY88" fmla="*/ 234400 h 356897"/>
                <a:gd name="connsiteX89" fmla="*/ 867732 w 2915191"/>
                <a:gd name="connsiteY89" fmla="*/ 237892 h 356897"/>
                <a:gd name="connsiteX90" fmla="*/ 877482 w 2915191"/>
                <a:gd name="connsiteY90" fmla="*/ 267070 h 356897"/>
                <a:gd name="connsiteX91" fmla="*/ 887231 w 2915191"/>
                <a:gd name="connsiteY91" fmla="*/ 238098 h 356897"/>
                <a:gd name="connsiteX92" fmla="*/ 896981 w 2915191"/>
                <a:gd name="connsiteY92" fmla="*/ 237737 h 356897"/>
                <a:gd name="connsiteX93" fmla="*/ 906730 w 2915191"/>
                <a:gd name="connsiteY93" fmla="*/ 269125 h 356897"/>
                <a:gd name="connsiteX94" fmla="*/ 916480 w 2915191"/>
                <a:gd name="connsiteY94" fmla="*/ 262268 h 356897"/>
                <a:gd name="connsiteX95" fmla="*/ 926230 w 2915191"/>
                <a:gd name="connsiteY95" fmla="*/ 288988 h 356897"/>
                <a:gd name="connsiteX96" fmla="*/ 935979 w 2915191"/>
                <a:gd name="connsiteY96" fmla="*/ 323941 h 356897"/>
                <a:gd name="connsiteX97" fmla="*/ 945729 w 2915191"/>
                <a:gd name="connsiteY97" fmla="*/ 274408 h 356897"/>
                <a:gd name="connsiteX98" fmla="*/ 955479 w 2915191"/>
                <a:gd name="connsiteY98" fmla="*/ 237801 h 356897"/>
                <a:gd name="connsiteX99" fmla="*/ 965229 w 2915191"/>
                <a:gd name="connsiteY99" fmla="*/ 241229 h 356897"/>
                <a:gd name="connsiteX100" fmla="*/ 974979 w 2915191"/>
                <a:gd name="connsiteY100" fmla="*/ 242208 h 356897"/>
                <a:gd name="connsiteX101" fmla="*/ 984729 w 2915191"/>
                <a:gd name="connsiteY101" fmla="*/ 233393 h 356897"/>
                <a:gd name="connsiteX102" fmla="*/ 994474 w 2915191"/>
                <a:gd name="connsiteY102" fmla="*/ 268213 h 356897"/>
                <a:gd name="connsiteX103" fmla="*/ 1004233 w 2915191"/>
                <a:gd name="connsiteY103" fmla="*/ 267376 h 356897"/>
                <a:gd name="connsiteX104" fmla="*/ 1013977 w 2915191"/>
                <a:gd name="connsiteY104" fmla="*/ 252057 h 356897"/>
                <a:gd name="connsiteX105" fmla="*/ 1023721 w 2915191"/>
                <a:gd name="connsiteY105" fmla="*/ 233358 h 356897"/>
                <a:gd name="connsiteX106" fmla="*/ 1033480 w 2915191"/>
                <a:gd name="connsiteY106" fmla="*/ 236201 h 356897"/>
                <a:gd name="connsiteX107" fmla="*/ 1043224 w 2915191"/>
                <a:gd name="connsiteY107" fmla="*/ 217808 h 356897"/>
                <a:gd name="connsiteX108" fmla="*/ 1052983 w 2915191"/>
                <a:gd name="connsiteY108" fmla="*/ 218671 h 356897"/>
                <a:gd name="connsiteX109" fmla="*/ 1062727 w 2915191"/>
                <a:gd name="connsiteY109" fmla="*/ 213041 h 356897"/>
                <a:gd name="connsiteX110" fmla="*/ 1072471 w 2915191"/>
                <a:gd name="connsiteY110" fmla="*/ 167150 h 356897"/>
                <a:gd name="connsiteX111" fmla="*/ 1082230 w 2915191"/>
                <a:gd name="connsiteY111" fmla="*/ 152867 h 356897"/>
                <a:gd name="connsiteX112" fmla="*/ 1091973 w 2915191"/>
                <a:gd name="connsiteY112" fmla="*/ 152528 h 356897"/>
                <a:gd name="connsiteX113" fmla="*/ 1101732 w 2915191"/>
                <a:gd name="connsiteY113" fmla="*/ 142418 h 356897"/>
                <a:gd name="connsiteX114" fmla="*/ 1111476 w 2915191"/>
                <a:gd name="connsiteY114" fmla="*/ 122803 h 356897"/>
                <a:gd name="connsiteX115" fmla="*/ 1121220 w 2915191"/>
                <a:gd name="connsiteY115" fmla="*/ 130958 h 356897"/>
                <a:gd name="connsiteX116" fmla="*/ 1130979 w 2915191"/>
                <a:gd name="connsiteY116" fmla="*/ 136338 h 356897"/>
                <a:gd name="connsiteX117" fmla="*/ 1140723 w 2915191"/>
                <a:gd name="connsiteY117" fmla="*/ 166836 h 356897"/>
                <a:gd name="connsiteX118" fmla="*/ 1150482 w 2915191"/>
                <a:gd name="connsiteY118" fmla="*/ 151801 h 356897"/>
                <a:gd name="connsiteX119" fmla="*/ 1160226 w 2915191"/>
                <a:gd name="connsiteY119" fmla="*/ 124439 h 356897"/>
                <a:gd name="connsiteX120" fmla="*/ 1169969 w 2915191"/>
                <a:gd name="connsiteY120" fmla="*/ 125706 h 356897"/>
                <a:gd name="connsiteX121" fmla="*/ 1179728 w 2915191"/>
                <a:gd name="connsiteY121" fmla="*/ 142145 h 356897"/>
                <a:gd name="connsiteX122" fmla="*/ 1189472 w 2915191"/>
                <a:gd name="connsiteY122" fmla="*/ 132589 h 356897"/>
                <a:gd name="connsiteX123" fmla="*/ 1199231 w 2915191"/>
                <a:gd name="connsiteY123" fmla="*/ 153617 h 356897"/>
                <a:gd name="connsiteX124" fmla="*/ 1208975 w 2915191"/>
                <a:gd name="connsiteY124" fmla="*/ 171536 h 356897"/>
                <a:gd name="connsiteX125" fmla="*/ 1218719 w 2915191"/>
                <a:gd name="connsiteY125" fmla="*/ 166723 h 356897"/>
                <a:gd name="connsiteX126" fmla="*/ 1228478 w 2915191"/>
                <a:gd name="connsiteY126" fmla="*/ 170420 h 356897"/>
                <a:gd name="connsiteX127" fmla="*/ 1238222 w 2915191"/>
                <a:gd name="connsiteY127" fmla="*/ 194883 h 356897"/>
                <a:gd name="connsiteX128" fmla="*/ 1247966 w 2915191"/>
                <a:gd name="connsiteY128" fmla="*/ 178880 h 356897"/>
                <a:gd name="connsiteX129" fmla="*/ 1257725 w 2915191"/>
                <a:gd name="connsiteY129" fmla="*/ 154000 h 356897"/>
                <a:gd name="connsiteX130" fmla="*/ 1267469 w 2915191"/>
                <a:gd name="connsiteY130" fmla="*/ 161237 h 356897"/>
                <a:gd name="connsiteX131" fmla="*/ 1277227 w 2915191"/>
                <a:gd name="connsiteY131" fmla="*/ 159146 h 356897"/>
                <a:gd name="connsiteX132" fmla="*/ 1286971 w 2915191"/>
                <a:gd name="connsiteY132" fmla="*/ 163737 h 356897"/>
                <a:gd name="connsiteX133" fmla="*/ 1296715 w 2915191"/>
                <a:gd name="connsiteY133" fmla="*/ 143036 h 356897"/>
                <a:gd name="connsiteX134" fmla="*/ 1306474 w 2915191"/>
                <a:gd name="connsiteY134" fmla="*/ 151018 h 356897"/>
                <a:gd name="connsiteX135" fmla="*/ 1316218 w 2915191"/>
                <a:gd name="connsiteY135" fmla="*/ 127006 h 356897"/>
                <a:gd name="connsiteX136" fmla="*/ 1325977 w 2915191"/>
                <a:gd name="connsiteY136" fmla="*/ 143498 h 356897"/>
                <a:gd name="connsiteX137" fmla="*/ 1335721 w 2915191"/>
                <a:gd name="connsiteY137" fmla="*/ 145219 h 356897"/>
                <a:gd name="connsiteX138" fmla="*/ 1345465 w 2915191"/>
                <a:gd name="connsiteY138" fmla="*/ 132199 h 356897"/>
                <a:gd name="connsiteX139" fmla="*/ 1355224 w 2915191"/>
                <a:gd name="connsiteY139" fmla="*/ 141253 h 356897"/>
                <a:gd name="connsiteX140" fmla="*/ 1364967 w 2915191"/>
                <a:gd name="connsiteY140" fmla="*/ 131621 h 356897"/>
                <a:gd name="connsiteX141" fmla="*/ 1374726 w 2915191"/>
                <a:gd name="connsiteY141" fmla="*/ 115113 h 356897"/>
                <a:gd name="connsiteX142" fmla="*/ 1384470 w 2915191"/>
                <a:gd name="connsiteY142" fmla="*/ 99562 h 356897"/>
                <a:gd name="connsiteX143" fmla="*/ 1394214 w 2915191"/>
                <a:gd name="connsiteY143" fmla="*/ 100075 h 356897"/>
                <a:gd name="connsiteX144" fmla="*/ 1403973 w 2915191"/>
                <a:gd name="connsiteY144" fmla="*/ 83229 h 356897"/>
                <a:gd name="connsiteX145" fmla="*/ 1413717 w 2915191"/>
                <a:gd name="connsiteY145" fmla="*/ 79422 h 356897"/>
                <a:gd name="connsiteX146" fmla="*/ 1423476 w 2915191"/>
                <a:gd name="connsiteY146" fmla="*/ 79499 h 356897"/>
                <a:gd name="connsiteX147" fmla="*/ 1433220 w 2915191"/>
                <a:gd name="connsiteY147" fmla="*/ 80522 h 356897"/>
                <a:gd name="connsiteX148" fmla="*/ 1442964 w 2915191"/>
                <a:gd name="connsiteY148" fmla="*/ 61993 h 356897"/>
                <a:gd name="connsiteX149" fmla="*/ 1452722 w 2915191"/>
                <a:gd name="connsiteY149" fmla="*/ 79252 h 356897"/>
                <a:gd name="connsiteX150" fmla="*/ 1462466 w 2915191"/>
                <a:gd name="connsiteY150" fmla="*/ 78348 h 356897"/>
                <a:gd name="connsiteX151" fmla="*/ 1472225 w 2915191"/>
                <a:gd name="connsiteY151" fmla="*/ 90194 h 356897"/>
                <a:gd name="connsiteX152" fmla="*/ 1481969 w 2915191"/>
                <a:gd name="connsiteY152" fmla="*/ 65275 h 356897"/>
                <a:gd name="connsiteX153" fmla="*/ 1491713 w 2915191"/>
                <a:gd name="connsiteY153" fmla="*/ 75486 h 356897"/>
                <a:gd name="connsiteX154" fmla="*/ 1501472 w 2915191"/>
                <a:gd name="connsiteY154" fmla="*/ 90572 h 356897"/>
                <a:gd name="connsiteX155" fmla="*/ 1511216 w 2915191"/>
                <a:gd name="connsiteY155" fmla="*/ 102994 h 356897"/>
                <a:gd name="connsiteX156" fmla="*/ 1520960 w 2915191"/>
                <a:gd name="connsiteY156" fmla="*/ 121430 h 356897"/>
                <a:gd name="connsiteX157" fmla="*/ 1530719 w 2915191"/>
                <a:gd name="connsiteY157" fmla="*/ 114517 h 356897"/>
                <a:gd name="connsiteX158" fmla="*/ 1540463 w 2915191"/>
                <a:gd name="connsiteY158" fmla="*/ 143093 h 356897"/>
                <a:gd name="connsiteX159" fmla="*/ 1550221 w 2915191"/>
                <a:gd name="connsiteY159" fmla="*/ 173758 h 356897"/>
                <a:gd name="connsiteX160" fmla="*/ 1559965 w 2915191"/>
                <a:gd name="connsiteY160" fmla="*/ 155617 h 356897"/>
                <a:gd name="connsiteX161" fmla="*/ 1569709 w 2915191"/>
                <a:gd name="connsiteY161" fmla="*/ 118648 h 356897"/>
                <a:gd name="connsiteX162" fmla="*/ 1579468 w 2915191"/>
                <a:gd name="connsiteY162" fmla="*/ 133420 h 356897"/>
                <a:gd name="connsiteX163" fmla="*/ 1589212 w 2915191"/>
                <a:gd name="connsiteY163" fmla="*/ 105085 h 356897"/>
                <a:gd name="connsiteX164" fmla="*/ 1598971 w 2915191"/>
                <a:gd name="connsiteY164" fmla="*/ 94834 h 356897"/>
                <a:gd name="connsiteX165" fmla="*/ 1608715 w 2915191"/>
                <a:gd name="connsiteY165" fmla="*/ 94671 h 356897"/>
                <a:gd name="connsiteX166" fmla="*/ 1618459 w 2915191"/>
                <a:gd name="connsiteY166" fmla="*/ 60479 h 356897"/>
                <a:gd name="connsiteX167" fmla="*/ 1628218 w 2915191"/>
                <a:gd name="connsiteY167" fmla="*/ 65912 h 356897"/>
                <a:gd name="connsiteX168" fmla="*/ 1637962 w 2915191"/>
                <a:gd name="connsiteY168" fmla="*/ 62340 h 356897"/>
                <a:gd name="connsiteX169" fmla="*/ 1647720 w 2915191"/>
                <a:gd name="connsiteY169" fmla="*/ 72710 h 356897"/>
                <a:gd name="connsiteX170" fmla="*/ 1657464 w 2915191"/>
                <a:gd name="connsiteY170" fmla="*/ 52005 h 356897"/>
                <a:gd name="connsiteX171" fmla="*/ 1667208 w 2915191"/>
                <a:gd name="connsiteY171" fmla="*/ 79689 h 356897"/>
                <a:gd name="connsiteX172" fmla="*/ 1676967 w 2915191"/>
                <a:gd name="connsiteY172" fmla="*/ 91863 h 356897"/>
                <a:gd name="connsiteX173" fmla="*/ 1686711 w 2915191"/>
                <a:gd name="connsiteY173" fmla="*/ 94810 h 356897"/>
                <a:gd name="connsiteX174" fmla="*/ 1696470 w 2915191"/>
                <a:gd name="connsiteY174" fmla="*/ 99665 h 356897"/>
                <a:gd name="connsiteX175" fmla="*/ 1706214 w 2915191"/>
                <a:gd name="connsiteY175" fmla="*/ 79298 h 356897"/>
                <a:gd name="connsiteX176" fmla="*/ 1715958 w 2915191"/>
                <a:gd name="connsiteY176" fmla="*/ 77290 h 356897"/>
                <a:gd name="connsiteX177" fmla="*/ 1725716 w 2915191"/>
                <a:gd name="connsiteY177" fmla="*/ 53694 h 356897"/>
                <a:gd name="connsiteX178" fmla="*/ 1735460 w 2915191"/>
                <a:gd name="connsiteY178" fmla="*/ 67686 h 356897"/>
                <a:gd name="connsiteX179" fmla="*/ 1745219 w 2915191"/>
                <a:gd name="connsiteY179" fmla="*/ 95987 h 356897"/>
                <a:gd name="connsiteX180" fmla="*/ 1754963 w 2915191"/>
                <a:gd name="connsiteY180" fmla="*/ 89354 h 356897"/>
                <a:gd name="connsiteX181" fmla="*/ 1764707 w 2915191"/>
                <a:gd name="connsiteY181" fmla="*/ 52978 h 356897"/>
                <a:gd name="connsiteX182" fmla="*/ 1774466 w 2915191"/>
                <a:gd name="connsiteY182" fmla="*/ 47727 h 356897"/>
                <a:gd name="connsiteX183" fmla="*/ 1784210 w 2915191"/>
                <a:gd name="connsiteY183" fmla="*/ 28877 h 356897"/>
                <a:gd name="connsiteX184" fmla="*/ 1793969 w 2915191"/>
                <a:gd name="connsiteY184" fmla="*/ 10991 h 356897"/>
                <a:gd name="connsiteX185" fmla="*/ 1803713 w 2915191"/>
                <a:gd name="connsiteY185" fmla="*/ 19527 h 356897"/>
                <a:gd name="connsiteX186" fmla="*/ 1813457 w 2915191"/>
                <a:gd name="connsiteY186" fmla="*/ 45539 h 356897"/>
                <a:gd name="connsiteX187" fmla="*/ 1823215 w 2915191"/>
                <a:gd name="connsiteY187" fmla="*/ 76396 h 356897"/>
                <a:gd name="connsiteX188" fmla="*/ 1832959 w 2915191"/>
                <a:gd name="connsiteY188" fmla="*/ 66152 h 356897"/>
                <a:gd name="connsiteX189" fmla="*/ 1842703 w 2915191"/>
                <a:gd name="connsiteY189" fmla="*/ 34783 h 356897"/>
                <a:gd name="connsiteX190" fmla="*/ 1852462 w 2915191"/>
                <a:gd name="connsiteY190" fmla="*/ 59732 h 356897"/>
                <a:gd name="connsiteX191" fmla="*/ 1862206 w 2915191"/>
                <a:gd name="connsiteY191" fmla="*/ 54833 h 356897"/>
                <a:gd name="connsiteX192" fmla="*/ 1871965 w 2915191"/>
                <a:gd name="connsiteY192" fmla="*/ 30602 h 356897"/>
                <a:gd name="connsiteX193" fmla="*/ 1881709 w 2915191"/>
                <a:gd name="connsiteY193" fmla="*/ 47003 h 356897"/>
                <a:gd name="connsiteX194" fmla="*/ 1891453 w 2915191"/>
                <a:gd name="connsiteY194" fmla="*/ 64013 h 356897"/>
                <a:gd name="connsiteX195" fmla="*/ 1901212 w 2915191"/>
                <a:gd name="connsiteY195" fmla="*/ 59360 h 356897"/>
                <a:gd name="connsiteX196" fmla="*/ 1910956 w 2915191"/>
                <a:gd name="connsiteY196" fmla="*/ 73722 h 356897"/>
                <a:gd name="connsiteX197" fmla="*/ 1920714 w 2915191"/>
                <a:gd name="connsiteY197" fmla="*/ 106888 h 356897"/>
                <a:gd name="connsiteX198" fmla="*/ 1930458 w 2915191"/>
                <a:gd name="connsiteY198" fmla="*/ 117744 h 356897"/>
                <a:gd name="connsiteX199" fmla="*/ 1940202 w 2915191"/>
                <a:gd name="connsiteY199" fmla="*/ 144668 h 356897"/>
                <a:gd name="connsiteX200" fmla="*/ 1949961 w 2915191"/>
                <a:gd name="connsiteY200" fmla="*/ 164047 h 356897"/>
                <a:gd name="connsiteX201" fmla="*/ 1959705 w 2915191"/>
                <a:gd name="connsiteY201" fmla="*/ 154945 h 356897"/>
                <a:gd name="connsiteX202" fmla="*/ 1969464 w 2915191"/>
                <a:gd name="connsiteY202" fmla="*/ 164054 h 356897"/>
                <a:gd name="connsiteX203" fmla="*/ 1979208 w 2915191"/>
                <a:gd name="connsiteY203" fmla="*/ 173384 h 356897"/>
                <a:gd name="connsiteX204" fmla="*/ 1988952 w 2915191"/>
                <a:gd name="connsiteY204" fmla="*/ 190139 h 356897"/>
                <a:gd name="connsiteX205" fmla="*/ 1998711 w 2915191"/>
                <a:gd name="connsiteY205" fmla="*/ 217603 h 356897"/>
                <a:gd name="connsiteX206" fmla="*/ 2008454 w 2915191"/>
                <a:gd name="connsiteY206" fmla="*/ 214553 h 356897"/>
                <a:gd name="connsiteX207" fmla="*/ 2018213 w 2915191"/>
                <a:gd name="connsiteY207" fmla="*/ 220638 h 356897"/>
                <a:gd name="connsiteX208" fmla="*/ 2027957 w 2915191"/>
                <a:gd name="connsiteY208" fmla="*/ 154705 h 356897"/>
                <a:gd name="connsiteX209" fmla="*/ 2037701 w 2915191"/>
                <a:gd name="connsiteY209" fmla="*/ 152665 h 356897"/>
                <a:gd name="connsiteX210" fmla="*/ 2047460 w 2915191"/>
                <a:gd name="connsiteY210" fmla="*/ 169603 h 356897"/>
                <a:gd name="connsiteX211" fmla="*/ 2057204 w 2915191"/>
                <a:gd name="connsiteY211" fmla="*/ 142902 h 356897"/>
                <a:gd name="connsiteX212" fmla="*/ 2066963 w 2915191"/>
                <a:gd name="connsiteY212" fmla="*/ 136682 h 356897"/>
                <a:gd name="connsiteX213" fmla="*/ 2076707 w 2915191"/>
                <a:gd name="connsiteY213" fmla="*/ 148844 h 356897"/>
                <a:gd name="connsiteX214" fmla="*/ 2086451 w 2915191"/>
                <a:gd name="connsiteY214" fmla="*/ 163104 h 356897"/>
                <a:gd name="connsiteX215" fmla="*/ 2096210 w 2915191"/>
                <a:gd name="connsiteY215" fmla="*/ 193219 h 356897"/>
                <a:gd name="connsiteX216" fmla="*/ 2105954 w 2915191"/>
                <a:gd name="connsiteY216" fmla="*/ 180433 h 356897"/>
                <a:gd name="connsiteX217" fmla="*/ 2115697 w 2915191"/>
                <a:gd name="connsiteY217" fmla="*/ 174057 h 356897"/>
                <a:gd name="connsiteX218" fmla="*/ 2125456 w 2915191"/>
                <a:gd name="connsiteY218" fmla="*/ 187913 h 356897"/>
                <a:gd name="connsiteX219" fmla="*/ 2135200 w 2915191"/>
                <a:gd name="connsiteY219" fmla="*/ 206567 h 356897"/>
                <a:gd name="connsiteX220" fmla="*/ 2144959 w 2915191"/>
                <a:gd name="connsiteY220" fmla="*/ 213103 h 356897"/>
                <a:gd name="connsiteX221" fmla="*/ 2154703 w 2915191"/>
                <a:gd name="connsiteY221" fmla="*/ 209486 h 356897"/>
                <a:gd name="connsiteX222" fmla="*/ 2164447 w 2915191"/>
                <a:gd name="connsiteY222" fmla="*/ 226917 h 356897"/>
                <a:gd name="connsiteX223" fmla="*/ 2174206 w 2915191"/>
                <a:gd name="connsiteY223" fmla="*/ 236393 h 356897"/>
                <a:gd name="connsiteX224" fmla="*/ 2183950 w 2915191"/>
                <a:gd name="connsiteY224" fmla="*/ 219277 h 356897"/>
                <a:gd name="connsiteX225" fmla="*/ 2193709 w 2915191"/>
                <a:gd name="connsiteY225" fmla="*/ 243548 h 356897"/>
                <a:gd name="connsiteX226" fmla="*/ 2203452 w 2915191"/>
                <a:gd name="connsiteY226" fmla="*/ 224032 h 356897"/>
                <a:gd name="connsiteX227" fmla="*/ 2213196 w 2915191"/>
                <a:gd name="connsiteY227" fmla="*/ 216633 h 356897"/>
                <a:gd name="connsiteX228" fmla="*/ 2222955 w 2915191"/>
                <a:gd name="connsiteY228" fmla="*/ 209281 h 356897"/>
                <a:gd name="connsiteX229" fmla="*/ 2232699 w 2915191"/>
                <a:gd name="connsiteY229" fmla="*/ 215390 h 356897"/>
                <a:gd name="connsiteX230" fmla="*/ 2242458 w 2915191"/>
                <a:gd name="connsiteY230" fmla="*/ 211691 h 356897"/>
                <a:gd name="connsiteX231" fmla="*/ 2252202 w 2915191"/>
                <a:gd name="connsiteY231" fmla="*/ 229757 h 356897"/>
                <a:gd name="connsiteX232" fmla="*/ 2261946 w 2915191"/>
                <a:gd name="connsiteY232" fmla="*/ 219787 h 356897"/>
                <a:gd name="connsiteX233" fmla="*/ 2271705 w 2915191"/>
                <a:gd name="connsiteY233" fmla="*/ 247925 h 356897"/>
                <a:gd name="connsiteX234" fmla="*/ 2281449 w 2915191"/>
                <a:gd name="connsiteY234" fmla="*/ 212160 h 356897"/>
                <a:gd name="connsiteX235" fmla="*/ 2291208 w 2915191"/>
                <a:gd name="connsiteY235" fmla="*/ 211776 h 356897"/>
                <a:gd name="connsiteX236" fmla="*/ 2300951 w 2915191"/>
                <a:gd name="connsiteY236" fmla="*/ 230414 h 356897"/>
                <a:gd name="connsiteX237" fmla="*/ 2310695 w 2915191"/>
                <a:gd name="connsiteY237" fmla="*/ 198968 h 356897"/>
                <a:gd name="connsiteX238" fmla="*/ 2320454 w 2915191"/>
                <a:gd name="connsiteY238" fmla="*/ 202368 h 356897"/>
                <a:gd name="connsiteX239" fmla="*/ 2330198 w 2915191"/>
                <a:gd name="connsiteY239" fmla="*/ 207917 h 356897"/>
                <a:gd name="connsiteX240" fmla="*/ 2339957 w 2915191"/>
                <a:gd name="connsiteY240" fmla="*/ 183463 h 356897"/>
                <a:gd name="connsiteX241" fmla="*/ 2349701 w 2915191"/>
                <a:gd name="connsiteY241" fmla="*/ 181559 h 356897"/>
                <a:gd name="connsiteX242" fmla="*/ 2359445 w 2915191"/>
                <a:gd name="connsiteY242" fmla="*/ 185424 h 356897"/>
                <a:gd name="connsiteX243" fmla="*/ 2369204 w 2915191"/>
                <a:gd name="connsiteY243" fmla="*/ 159017 h 356897"/>
                <a:gd name="connsiteX244" fmla="*/ 2378948 w 2915191"/>
                <a:gd name="connsiteY244" fmla="*/ 146417 h 356897"/>
                <a:gd name="connsiteX245" fmla="*/ 2388692 w 2915191"/>
                <a:gd name="connsiteY245" fmla="*/ 146208 h 356897"/>
                <a:gd name="connsiteX246" fmla="*/ 2398450 w 2915191"/>
                <a:gd name="connsiteY246" fmla="*/ 167885 h 356897"/>
                <a:gd name="connsiteX247" fmla="*/ 2408194 w 2915191"/>
                <a:gd name="connsiteY247" fmla="*/ 153889 h 356897"/>
                <a:gd name="connsiteX248" fmla="*/ 2417953 w 2915191"/>
                <a:gd name="connsiteY248" fmla="*/ 166958 h 356897"/>
                <a:gd name="connsiteX249" fmla="*/ 2427697 w 2915191"/>
                <a:gd name="connsiteY249" fmla="*/ 179837 h 356897"/>
                <a:gd name="connsiteX250" fmla="*/ 2437441 w 2915191"/>
                <a:gd name="connsiteY250" fmla="*/ 219423 h 356897"/>
                <a:gd name="connsiteX251" fmla="*/ 2447200 w 2915191"/>
                <a:gd name="connsiteY251" fmla="*/ 165414 h 356897"/>
                <a:gd name="connsiteX252" fmla="*/ 2456944 w 2915191"/>
                <a:gd name="connsiteY252" fmla="*/ 165769 h 356897"/>
                <a:gd name="connsiteX253" fmla="*/ 2466703 w 2915191"/>
                <a:gd name="connsiteY253" fmla="*/ 147798 h 356897"/>
                <a:gd name="connsiteX254" fmla="*/ 2476446 w 2915191"/>
                <a:gd name="connsiteY254" fmla="*/ 147634 h 356897"/>
                <a:gd name="connsiteX255" fmla="*/ 2486190 w 2915191"/>
                <a:gd name="connsiteY255" fmla="*/ 143488 h 356897"/>
                <a:gd name="connsiteX256" fmla="*/ 2495949 w 2915191"/>
                <a:gd name="connsiteY256" fmla="*/ 139752 h 356897"/>
                <a:gd name="connsiteX257" fmla="*/ 2505693 w 2915191"/>
                <a:gd name="connsiteY257" fmla="*/ 149589 h 356897"/>
                <a:gd name="connsiteX258" fmla="*/ 2515452 w 2915191"/>
                <a:gd name="connsiteY258" fmla="*/ 174844 h 356897"/>
                <a:gd name="connsiteX259" fmla="*/ 2525196 w 2915191"/>
                <a:gd name="connsiteY259" fmla="*/ 187301 h 356897"/>
                <a:gd name="connsiteX260" fmla="*/ 2534940 w 2915191"/>
                <a:gd name="connsiteY260" fmla="*/ 202649 h 356897"/>
                <a:gd name="connsiteX261" fmla="*/ 2544699 w 2915191"/>
                <a:gd name="connsiteY261" fmla="*/ 256970 h 356897"/>
                <a:gd name="connsiteX262" fmla="*/ 2554443 w 2915191"/>
                <a:gd name="connsiteY262" fmla="*/ 217772 h 356897"/>
                <a:gd name="connsiteX263" fmla="*/ 2564202 w 2915191"/>
                <a:gd name="connsiteY263" fmla="*/ 222092 h 356897"/>
                <a:gd name="connsiteX264" fmla="*/ 2573946 w 2915191"/>
                <a:gd name="connsiteY264" fmla="*/ 222062 h 356897"/>
                <a:gd name="connsiteX265" fmla="*/ 2583690 w 2915191"/>
                <a:gd name="connsiteY265" fmla="*/ 233150 h 356897"/>
                <a:gd name="connsiteX266" fmla="*/ 2593448 w 2915191"/>
                <a:gd name="connsiteY266" fmla="*/ 249051 h 356897"/>
                <a:gd name="connsiteX267" fmla="*/ 2603192 w 2915191"/>
                <a:gd name="connsiteY267" fmla="*/ 266882 h 356897"/>
                <a:gd name="connsiteX268" fmla="*/ 2612951 w 2915191"/>
                <a:gd name="connsiteY268" fmla="*/ 248271 h 356897"/>
                <a:gd name="connsiteX269" fmla="*/ 2622695 w 2915191"/>
                <a:gd name="connsiteY269" fmla="*/ 264157 h 356897"/>
                <a:gd name="connsiteX270" fmla="*/ 2632439 w 2915191"/>
                <a:gd name="connsiteY270" fmla="*/ 261315 h 356897"/>
                <a:gd name="connsiteX271" fmla="*/ 2642198 w 2915191"/>
                <a:gd name="connsiteY271" fmla="*/ 252925 h 356897"/>
                <a:gd name="connsiteX272" fmla="*/ 2651942 w 2915191"/>
                <a:gd name="connsiteY272" fmla="*/ 268937 h 356897"/>
                <a:gd name="connsiteX273" fmla="*/ 2661685 w 2915191"/>
                <a:gd name="connsiteY273" fmla="*/ 268235 h 356897"/>
                <a:gd name="connsiteX274" fmla="*/ 2671444 w 2915191"/>
                <a:gd name="connsiteY274" fmla="*/ 277514 h 356897"/>
                <a:gd name="connsiteX275" fmla="*/ 2681188 w 2915191"/>
                <a:gd name="connsiteY275" fmla="*/ 306466 h 356897"/>
                <a:gd name="connsiteX276" fmla="*/ 2690947 w 2915191"/>
                <a:gd name="connsiteY276" fmla="*/ 298027 h 356897"/>
                <a:gd name="connsiteX277" fmla="*/ 2700691 w 2915191"/>
                <a:gd name="connsiteY277" fmla="*/ 293160 h 356897"/>
                <a:gd name="connsiteX278" fmla="*/ 2710435 w 2915191"/>
                <a:gd name="connsiteY278" fmla="*/ 264744 h 356897"/>
                <a:gd name="connsiteX279" fmla="*/ 2720194 w 2915191"/>
                <a:gd name="connsiteY279" fmla="*/ 253333 h 356897"/>
                <a:gd name="connsiteX280" fmla="*/ 2729938 w 2915191"/>
                <a:gd name="connsiteY280" fmla="*/ 260445 h 356897"/>
                <a:gd name="connsiteX281" fmla="*/ 2739697 w 2915191"/>
                <a:gd name="connsiteY281" fmla="*/ 297941 h 356897"/>
                <a:gd name="connsiteX282" fmla="*/ 2749441 w 2915191"/>
                <a:gd name="connsiteY282" fmla="*/ 317722 h 356897"/>
                <a:gd name="connsiteX283" fmla="*/ 2759185 w 2915191"/>
                <a:gd name="connsiteY283" fmla="*/ 306263 h 356897"/>
                <a:gd name="connsiteX284" fmla="*/ 2768943 w 2915191"/>
                <a:gd name="connsiteY284" fmla="*/ 271729 h 356897"/>
                <a:gd name="connsiteX285" fmla="*/ 2778687 w 2915191"/>
                <a:gd name="connsiteY285" fmla="*/ 271147 h 356897"/>
                <a:gd name="connsiteX286" fmla="*/ 2788446 w 2915191"/>
                <a:gd name="connsiteY286" fmla="*/ 247740 h 356897"/>
                <a:gd name="connsiteX287" fmla="*/ 2798190 w 2915191"/>
                <a:gd name="connsiteY287" fmla="*/ 235171 h 356897"/>
                <a:gd name="connsiteX288" fmla="*/ 2807934 w 2915191"/>
                <a:gd name="connsiteY288" fmla="*/ 268246 h 356897"/>
                <a:gd name="connsiteX289" fmla="*/ 2817693 w 2915191"/>
                <a:gd name="connsiteY289" fmla="*/ 258342 h 356897"/>
                <a:gd name="connsiteX290" fmla="*/ 2827437 w 2915191"/>
                <a:gd name="connsiteY290" fmla="*/ 296110 h 356897"/>
                <a:gd name="connsiteX291" fmla="*/ 2837196 w 2915191"/>
                <a:gd name="connsiteY291" fmla="*/ 285464 h 356897"/>
                <a:gd name="connsiteX292" fmla="*/ 2846940 w 2915191"/>
                <a:gd name="connsiteY292" fmla="*/ 261812 h 356897"/>
                <a:gd name="connsiteX293" fmla="*/ 2856684 w 2915191"/>
                <a:gd name="connsiteY293" fmla="*/ 241308 h 356897"/>
                <a:gd name="connsiteX294" fmla="*/ 2866442 w 2915191"/>
                <a:gd name="connsiteY294" fmla="*/ 240516 h 356897"/>
                <a:gd name="connsiteX295" fmla="*/ 2876186 w 2915191"/>
                <a:gd name="connsiteY295" fmla="*/ 222267 h 356897"/>
                <a:gd name="connsiteX296" fmla="*/ 2885945 w 2915191"/>
                <a:gd name="connsiteY296" fmla="*/ 205484 h 356897"/>
                <a:gd name="connsiteX297" fmla="*/ 2895689 w 2915191"/>
                <a:gd name="connsiteY297" fmla="*/ 214913 h 356897"/>
                <a:gd name="connsiteX298" fmla="*/ 2905433 w 2915191"/>
                <a:gd name="connsiteY298" fmla="*/ 225153 h 356897"/>
                <a:gd name="connsiteX299" fmla="*/ 2915192 w 2915191"/>
                <a:gd name="connsiteY299" fmla="*/ 183976 h 35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56897">
                  <a:moveTo>
                    <a:pt x="0" y="129196"/>
                  </a:moveTo>
                  <a:lnTo>
                    <a:pt x="9750" y="109612"/>
                  </a:lnTo>
                  <a:lnTo>
                    <a:pt x="19500" y="68847"/>
                  </a:lnTo>
                  <a:lnTo>
                    <a:pt x="29250" y="70445"/>
                  </a:lnTo>
                  <a:lnTo>
                    <a:pt x="39000" y="81487"/>
                  </a:lnTo>
                  <a:lnTo>
                    <a:pt x="48749" y="87082"/>
                  </a:lnTo>
                  <a:lnTo>
                    <a:pt x="58499" y="70055"/>
                  </a:lnTo>
                  <a:lnTo>
                    <a:pt x="68249" y="50199"/>
                  </a:lnTo>
                  <a:lnTo>
                    <a:pt x="77998" y="49107"/>
                  </a:lnTo>
                  <a:lnTo>
                    <a:pt x="87748" y="61138"/>
                  </a:lnTo>
                  <a:lnTo>
                    <a:pt x="97497" y="26842"/>
                  </a:lnTo>
                  <a:lnTo>
                    <a:pt x="107247" y="0"/>
                  </a:lnTo>
                  <a:lnTo>
                    <a:pt x="116997" y="9637"/>
                  </a:lnTo>
                  <a:lnTo>
                    <a:pt x="126747" y="9176"/>
                  </a:lnTo>
                  <a:lnTo>
                    <a:pt x="136497" y="48100"/>
                  </a:lnTo>
                  <a:lnTo>
                    <a:pt x="146247" y="88518"/>
                  </a:lnTo>
                  <a:lnTo>
                    <a:pt x="155997" y="85037"/>
                  </a:lnTo>
                  <a:lnTo>
                    <a:pt x="165747" y="108849"/>
                  </a:lnTo>
                  <a:lnTo>
                    <a:pt x="175497" y="141670"/>
                  </a:lnTo>
                  <a:lnTo>
                    <a:pt x="185247" y="118760"/>
                  </a:lnTo>
                  <a:lnTo>
                    <a:pt x="194996" y="120656"/>
                  </a:lnTo>
                  <a:lnTo>
                    <a:pt x="204746" y="129526"/>
                  </a:lnTo>
                  <a:lnTo>
                    <a:pt x="214495" y="162895"/>
                  </a:lnTo>
                  <a:lnTo>
                    <a:pt x="224245" y="169763"/>
                  </a:lnTo>
                  <a:lnTo>
                    <a:pt x="233995" y="175738"/>
                  </a:lnTo>
                  <a:lnTo>
                    <a:pt x="243744" y="128666"/>
                  </a:lnTo>
                  <a:lnTo>
                    <a:pt x="253494" y="122042"/>
                  </a:lnTo>
                  <a:lnTo>
                    <a:pt x="263244" y="161643"/>
                  </a:lnTo>
                  <a:lnTo>
                    <a:pt x="272994" y="183368"/>
                  </a:lnTo>
                  <a:lnTo>
                    <a:pt x="282744" y="202692"/>
                  </a:lnTo>
                  <a:lnTo>
                    <a:pt x="292494" y="222549"/>
                  </a:lnTo>
                  <a:lnTo>
                    <a:pt x="302244" y="212203"/>
                  </a:lnTo>
                  <a:lnTo>
                    <a:pt x="311994" y="194247"/>
                  </a:lnTo>
                  <a:lnTo>
                    <a:pt x="321744" y="200691"/>
                  </a:lnTo>
                  <a:lnTo>
                    <a:pt x="331493" y="200724"/>
                  </a:lnTo>
                  <a:lnTo>
                    <a:pt x="341243" y="208006"/>
                  </a:lnTo>
                  <a:lnTo>
                    <a:pt x="350993" y="210184"/>
                  </a:lnTo>
                  <a:lnTo>
                    <a:pt x="360742" y="237846"/>
                  </a:lnTo>
                  <a:lnTo>
                    <a:pt x="370492" y="257690"/>
                  </a:lnTo>
                  <a:lnTo>
                    <a:pt x="380241" y="237624"/>
                  </a:lnTo>
                  <a:lnTo>
                    <a:pt x="389991" y="202322"/>
                  </a:lnTo>
                  <a:lnTo>
                    <a:pt x="399741" y="206005"/>
                  </a:lnTo>
                  <a:lnTo>
                    <a:pt x="409491" y="206224"/>
                  </a:lnTo>
                  <a:lnTo>
                    <a:pt x="419241" y="197718"/>
                  </a:lnTo>
                  <a:lnTo>
                    <a:pt x="428991" y="187353"/>
                  </a:lnTo>
                  <a:lnTo>
                    <a:pt x="438741" y="205809"/>
                  </a:lnTo>
                  <a:lnTo>
                    <a:pt x="448491" y="201705"/>
                  </a:lnTo>
                  <a:lnTo>
                    <a:pt x="458241" y="188648"/>
                  </a:lnTo>
                  <a:lnTo>
                    <a:pt x="467991" y="206904"/>
                  </a:lnTo>
                  <a:lnTo>
                    <a:pt x="477740" y="201579"/>
                  </a:lnTo>
                  <a:lnTo>
                    <a:pt x="487490" y="213224"/>
                  </a:lnTo>
                  <a:lnTo>
                    <a:pt x="497239" y="219329"/>
                  </a:lnTo>
                  <a:lnTo>
                    <a:pt x="506989" y="223908"/>
                  </a:lnTo>
                  <a:lnTo>
                    <a:pt x="516738" y="218890"/>
                  </a:lnTo>
                  <a:lnTo>
                    <a:pt x="526488" y="195217"/>
                  </a:lnTo>
                  <a:lnTo>
                    <a:pt x="536238" y="172185"/>
                  </a:lnTo>
                  <a:lnTo>
                    <a:pt x="545988" y="147860"/>
                  </a:lnTo>
                  <a:lnTo>
                    <a:pt x="555738" y="171474"/>
                  </a:lnTo>
                  <a:lnTo>
                    <a:pt x="565488" y="156457"/>
                  </a:lnTo>
                  <a:lnTo>
                    <a:pt x="575238" y="163183"/>
                  </a:lnTo>
                  <a:lnTo>
                    <a:pt x="584988" y="172077"/>
                  </a:lnTo>
                  <a:lnTo>
                    <a:pt x="594738" y="204824"/>
                  </a:lnTo>
                  <a:lnTo>
                    <a:pt x="604488" y="225235"/>
                  </a:lnTo>
                  <a:lnTo>
                    <a:pt x="614237" y="258468"/>
                  </a:lnTo>
                  <a:lnTo>
                    <a:pt x="623987" y="280643"/>
                  </a:lnTo>
                  <a:lnTo>
                    <a:pt x="633736" y="254168"/>
                  </a:lnTo>
                  <a:lnTo>
                    <a:pt x="643486" y="288321"/>
                  </a:lnTo>
                  <a:lnTo>
                    <a:pt x="653236" y="321770"/>
                  </a:lnTo>
                  <a:lnTo>
                    <a:pt x="662985" y="337654"/>
                  </a:lnTo>
                  <a:lnTo>
                    <a:pt x="672735" y="340565"/>
                  </a:lnTo>
                  <a:lnTo>
                    <a:pt x="682485" y="328210"/>
                  </a:lnTo>
                  <a:lnTo>
                    <a:pt x="692235" y="342827"/>
                  </a:lnTo>
                  <a:lnTo>
                    <a:pt x="701985" y="356898"/>
                  </a:lnTo>
                  <a:lnTo>
                    <a:pt x="711735" y="344180"/>
                  </a:lnTo>
                  <a:lnTo>
                    <a:pt x="721485" y="320716"/>
                  </a:lnTo>
                  <a:lnTo>
                    <a:pt x="731235" y="342347"/>
                  </a:lnTo>
                  <a:lnTo>
                    <a:pt x="740985" y="329980"/>
                  </a:lnTo>
                  <a:lnTo>
                    <a:pt x="750734" y="299814"/>
                  </a:lnTo>
                  <a:lnTo>
                    <a:pt x="760484" y="322879"/>
                  </a:lnTo>
                  <a:lnTo>
                    <a:pt x="770233" y="313329"/>
                  </a:lnTo>
                  <a:lnTo>
                    <a:pt x="779983" y="300964"/>
                  </a:lnTo>
                  <a:lnTo>
                    <a:pt x="789733" y="299557"/>
                  </a:lnTo>
                  <a:lnTo>
                    <a:pt x="799482" y="273568"/>
                  </a:lnTo>
                  <a:lnTo>
                    <a:pt x="809232" y="279685"/>
                  </a:lnTo>
                  <a:lnTo>
                    <a:pt x="818982" y="256549"/>
                  </a:lnTo>
                  <a:lnTo>
                    <a:pt x="828732" y="223985"/>
                  </a:lnTo>
                  <a:lnTo>
                    <a:pt x="838482" y="234532"/>
                  </a:lnTo>
                  <a:lnTo>
                    <a:pt x="848232" y="241402"/>
                  </a:lnTo>
                  <a:lnTo>
                    <a:pt x="857982" y="234400"/>
                  </a:lnTo>
                  <a:lnTo>
                    <a:pt x="867732" y="237892"/>
                  </a:lnTo>
                  <a:lnTo>
                    <a:pt x="877482" y="267070"/>
                  </a:lnTo>
                  <a:lnTo>
                    <a:pt x="887231" y="238098"/>
                  </a:lnTo>
                  <a:lnTo>
                    <a:pt x="896981" y="237737"/>
                  </a:lnTo>
                  <a:lnTo>
                    <a:pt x="906730" y="269125"/>
                  </a:lnTo>
                  <a:lnTo>
                    <a:pt x="916480" y="262268"/>
                  </a:lnTo>
                  <a:lnTo>
                    <a:pt x="926230" y="288988"/>
                  </a:lnTo>
                  <a:lnTo>
                    <a:pt x="935979" y="323941"/>
                  </a:lnTo>
                  <a:lnTo>
                    <a:pt x="945729" y="274408"/>
                  </a:lnTo>
                  <a:lnTo>
                    <a:pt x="955479" y="237801"/>
                  </a:lnTo>
                  <a:lnTo>
                    <a:pt x="965229" y="241229"/>
                  </a:lnTo>
                  <a:lnTo>
                    <a:pt x="974979" y="242208"/>
                  </a:lnTo>
                  <a:lnTo>
                    <a:pt x="984729" y="233393"/>
                  </a:lnTo>
                  <a:lnTo>
                    <a:pt x="994474" y="268213"/>
                  </a:lnTo>
                  <a:lnTo>
                    <a:pt x="1004233" y="267376"/>
                  </a:lnTo>
                  <a:lnTo>
                    <a:pt x="1013977" y="252057"/>
                  </a:lnTo>
                  <a:lnTo>
                    <a:pt x="1023721" y="233358"/>
                  </a:lnTo>
                  <a:lnTo>
                    <a:pt x="1033480" y="236201"/>
                  </a:lnTo>
                  <a:lnTo>
                    <a:pt x="1043224" y="217808"/>
                  </a:lnTo>
                  <a:lnTo>
                    <a:pt x="1052983" y="218671"/>
                  </a:lnTo>
                  <a:lnTo>
                    <a:pt x="1062727" y="213041"/>
                  </a:lnTo>
                  <a:lnTo>
                    <a:pt x="1072471" y="167150"/>
                  </a:lnTo>
                  <a:lnTo>
                    <a:pt x="1082230" y="152867"/>
                  </a:lnTo>
                  <a:lnTo>
                    <a:pt x="1091973" y="152528"/>
                  </a:lnTo>
                  <a:lnTo>
                    <a:pt x="1101732" y="142418"/>
                  </a:lnTo>
                  <a:lnTo>
                    <a:pt x="1111476" y="122803"/>
                  </a:lnTo>
                  <a:lnTo>
                    <a:pt x="1121220" y="130958"/>
                  </a:lnTo>
                  <a:lnTo>
                    <a:pt x="1130979" y="136338"/>
                  </a:lnTo>
                  <a:lnTo>
                    <a:pt x="1140723" y="166836"/>
                  </a:lnTo>
                  <a:lnTo>
                    <a:pt x="1150482" y="151801"/>
                  </a:lnTo>
                  <a:lnTo>
                    <a:pt x="1160226" y="124439"/>
                  </a:lnTo>
                  <a:lnTo>
                    <a:pt x="1169969" y="125706"/>
                  </a:lnTo>
                  <a:lnTo>
                    <a:pt x="1179728" y="142145"/>
                  </a:lnTo>
                  <a:lnTo>
                    <a:pt x="1189472" y="132589"/>
                  </a:lnTo>
                  <a:lnTo>
                    <a:pt x="1199231" y="153617"/>
                  </a:lnTo>
                  <a:lnTo>
                    <a:pt x="1208975" y="171536"/>
                  </a:lnTo>
                  <a:lnTo>
                    <a:pt x="1218719" y="166723"/>
                  </a:lnTo>
                  <a:lnTo>
                    <a:pt x="1228478" y="170420"/>
                  </a:lnTo>
                  <a:lnTo>
                    <a:pt x="1238222" y="194883"/>
                  </a:lnTo>
                  <a:lnTo>
                    <a:pt x="1247966" y="178880"/>
                  </a:lnTo>
                  <a:lnTo>
                    <a:pt x="1257725" y="154000"/>
                  </a:lnTo>
                  <a:lnTo>
                    <a:pt x="1267469" y="161237"/>
                  </a:lnTo>
                  <a:lnTo>
                    <a:pt x="1277227" y="159146"/>
                  </a:lnTo>
                  <a:lnTo>
                    <a:pt x="1286971" y="163737"/>
                  </a:lnTo>
                  <a:lnTo>
                    <a:pt x="1296715" y="143036"/>
                  </a:lnTo>
                  <a:lnTo>
                    <a:pt x="1306474" y="151018"/>
                  </a:lnTo>
                  <a:lnTo>
                    <a:pt x="1316218" y="127006"/>
                  </a:lnTo>
                  <a:lnTo>
                    <a:pt x="1325977" y="143498"/>
                  </a:lnTo>
                  <a:lnTo>
                    <a:pt x="1335721" y="145219"/>
                  </a:lnTo>
                  <a:lnTo>
                    <a:pt x="1345465" y="132199"/>
                  </a:lnTo>
                  <a:lnTo>
                    <a:pt x="1355224" y="141253"/>
                  </a:lnTo>
                  <a:lnTo>
                    <a:pt x="1364967" y="131621"/>
                  </a:lnTo>
                  <a:lnTo>
                    <a:pt x="1374726" y="115113"/>
                  </a:lnTo>
                  <a:lnTo>
                    <a:pt x="1384470" y="99562"/>
                  </a:lnTo>
                  <a:lnTo>
                    <a:pt x="1394214" y="100075"/>
                  </a:lnTo>
                  <a:lnTo>
                    <a:pt x="1403973" y="83229"/>
                  </a:lnTo>
                  <a:lnTo>
                    <a:pt x="1413717" y="79422"/>
                  </a:lnTo>
                  <a:lnTo>
                    <a:pt x="1423476" y="79499"/>
                  </a:lnTo>
                  <a:lnTo>
                    <a:pt x="1433220" y="80522"/>
                  </a:lnTo>
                  <a:lnTo>
                    <a:pt x="1442964" y="61993"/>
                  </a:lnTo>
                  <a:lnTo>
                    <a:pt x="1452722" y="79252"/>
                  </a:lnTo>
                  <a:lnTo>
                    <a:pt x="1462466" y="78348"/>
                  </a:lnTo>
                  <a:lnTo>
                    <a:pt x="1472225" y="90194"/>
                  </a:lnTo>
                  <a:lnTo>
                    <a:pt x="1481969" y="65275"/>
                  </a:lnTo>
                  <a:lnTo>
                    <a:pt x="1491713" y="75486"/>
                  </a:lnTo>
                  <a:lnTo>
                    <a:pt x="1501472" y="90572"/>
                  </a:lnTo>
                  <a:lnTo>
                    <a:pt x="1511216" y="102994"/>
                  </a:lnTo>
                  <a:lnTo>
                    <a:pt x="1520960" y="121430"/>
                  </a:lnTo>
                  <a:lnTo>
                    <a:pt x="1530719" y="114517"/>
                  </a:lnTo>
                  <a:lnTo>
                    <a:pt x="1540463" y="143093"/>
                  </a:lnTo>
                  <a:lnTo>
                    <a:pt x="1550221" y="173758"/>
                  </a:lnTo>
                  <a:lnTo>
                    <a:pt x="1559965" y="155617"/>
                  </a:lnTo>
                  <a:lnTo>
                    <a:pt x="1569709" y="118648"/>
                  </a:lnTo>
                  <a:lnTo>
                    <a:pt x="1579468" y="133420"/>
                  </a:lnTo>
                  <a:lnTo>
                    <a:pt x="1589212" y="105085"/>
                  </a:lnTo>
                  <a:lnTo>
                    <a:pt x="1598971" y="94834"/>
                  </a:lnTo>
                  <a:lnTo>
                    <a:pt x="1608715" y="94671"/>
                  </a:lnTo>
                  <a:lnTo>
                    <a:pt x="1618459" y="60479"/>
                  </a:lnTo>
                  <a:lnTo>
                    <a:pt x="1628218" y="65912"/>
                  </a:lnTo>
                  <a:lnTo>
                    <a:pt x="1637962" y="62340"/>
                  </a:lnTo>
                  <a:lnTo>
                    <a:pt x="1647720" y="72710"/>
                  </a:lnTo>
                  <a:lnTo>
                    <a:pt x="1657464" y="52005"/>
                  </a:lnTo>
                  <a:lnTo>
                    <a:pt x="1667208" y="79689"/>
                  </a:lnTo>
                  <a:lnTo>
                    <a:pt x="1676967" y="91863"/>
                  </a:lnTo>
                  <a:lnTo>
                    <a:pt x="1686711" y="94810"/>
                  </a:lnTo>
                  <a:lnTo>
                    <a:pt x="1696470" y="99665"/>
                  </a:lnTo>
                  <a:lnTo>
                    <a:pt x="1706214" y="79298"/>
                  </a:lnTo>
                  <a:lnTo>
                    <a:pt x="1715958" y="77290"/>
                  </a:lnTo>
                  <a:lnTo>
                    <a:pt x="1725716" y="53694"/>
                  </a:lnTo>
                  <a:lnTo>
                    <a:pt x="1735460" y="67686"/>
                  </a:lnTo>
                  <a:lnTo>
                    <a:pt x="1745219" y="95987"/>
                  </a:lnTo>
                  <a:lnTo>
                    <a:pt x="1754963" y="89354"/>
                  </a:lnTo>
                  <a:lnTo>
                    <a:pt x="1764707" y="52978"/>
                  </a:lnTo>
                  <a:lnTo>
                    <a:pt x="1774466" y="47727"/>
                  </a:lnTo>
                  <a:lnTo>
                    <a:pt x="1784210" y="28877"/>
                  </a:lnTo>
                  <a:lnTo>
                    <a:pt x="1793969" y="10991"/>
                  </a:lnTo>
                  <a:lnTo>
                    <a:pt x="1803713" y="19527"/>
                  </a:lnTo>
                  <a:lnTo>
                    <a:pt x="1813457" y="45539"/>
                  </a:lnTo>
                  <a:lnTo>
                    <a:pt x="1823215" y="76396"/>
                  </a:lnTo>
                  <a:lnTo>
                    <a:pt x="1832959" y="66152"/>
                  </a:lnTo>
                  <a:lnTo>
                    <a:pt x="1842703" y="34783"/>
                  </a:lnTo>
                  <a:lnTo>
                    <a:pt x="1852462" y="59732"/>
                  </a:lnTo>
                  <a:lnTo>
                    <a:pt x="1862206" y="54833"/>
                  </a:lnTo>
                  <a:lnTo>
                    <a:pt x="1871965" y="30602"/>
                  </a:lnTo>
                  <a:lnTo>
                    <a:pt x="1881709" y="47003"/>
                  </a:lnTo>
                  <a:lnTo>
                    <a:pt x="1891453" y="64013"/>
                  </a:lnTo>
                  <a:lnTo>
                    <a:pt x="1901212" y="59360"/>
                  </a:lnTo>
                  <a:lnTo>
                    <a:pt x="1910956" y="73722"/>
                  </a:lnTo>
                  <a:lnTo>
                    <a:pt x="1920714" y="106888"/>
                  </a:lnTo>
                  <a:lnTo>
                    <a:pt x="1930458" y="117744"/>
                  </a:lnTo>
                  <a:lnTo>
                    <a:pt x="1940202" y="144668"/>
                  </a:lnTo>
                  <a:lnTo>
                    <a:pt x="1949961" y="164047"/>
                  </a:lnTo>
                  <a:lnTo>
                    <a:pt x="1959705" y="154945"/>
                  </a:lnTo>
                  <a:lnTo>
                    <a:pt x="1969464" y="164054"/>
                  </a:lnTo>
                  <a:lnTo>
                    <a:pt x="1979208" y="173384"/>
                  </a:lnTo>
                  <a:lnTo>
                    <a:pt x="1988952" y="190139"/>
                  </a:lnTo>
                  <a:lnTo>
                    <a:pt x="1998711" y="217603"/>
                  </a:lnTo>
                  <a:lnTo>
                    <a:pt x="2008454" y="214553"/>
                  </a:lnTo>
                  <a:lnTo>
                    <a:pt x="2018213" y="220638"/>
                  </a:lnTo>
                  <a:lnTo>
                    <a:pt x="2027957" y="154705"/>
                  </a:lnTo>
                  <a:lnTo>
                    <a:pt x="2037701" y="152665"/>
                  </a:lnTo>
                  <a:lnTo>
                    <a:pt x="2047460" y="169603"/>
                  </a:lnTo>
                  <a:lnTo>
                    <a:pt x="2057204" y="142902"/>
                  </a:lnTo>
                  <a:lnTo>
                    <a:pt x="2066963" y="136682"/>
                  </a:lnTo>
                  <a:lnTo>
                    <a:pt x="2076707" y="148844"/>
                  </a:lnTo>
                  <a:lnTo>
                    <a:pt x="2086451" y="163104"/>
                  </a:lnTo>
                  <a:lnTo>
                    <a:pt x="2096210" y="193219"/>
                  </a:lnTo>
                  <a:lnTo>
                    <a:pt x="2105954" y="180433"/>
                  </a:lnTo>
                  <a:lnTo>
                    <a:pt x="2115697" y="174057"/>
                  </a:lnTo>
                  <a:lnTo>
                    <a:pt x="2125456" y="187913"/>
                  </a:lnTo>
                  <a:lnTo>
                    <a:pt x="2135200" y="206567"/>
                  </a:lnTo>
                  <a:lnTo>
                    <a:pt x="2144959" y="213103"/>
                  </a:lnTo>
                  <a:lnTo>
                    <a:pt x="2154703" y="209486"/>
                  </a:lnTo>
                  <a:lnTo>
                    <a:pt x="2164447" y="226917"/>
                  </a:lnTo>
                  <a:lnTo>
                    <a:pt x="2174206" y="236393"/>
                  </a:lnTo>
                  <a:lnTo>
                    <a:pt x="2183950" y="219277"/>
                  </a:lnTo>
                  <a:lnTo>
                    <a:pt x="2193709" y="243548"/>
                  </a:lnTo>
                  <a:lnTo>
                    <a:pt x="2203452" y="224032"/>
                  </a:lnTo>
                  <a:lnTo>
                    <a:pt x="2213196" y="216633"/>
                  </a:lnTo>
                  <a:lnTo>
                    <a:pt x="2222955" y="209281"/>
                  </a:lnTo>
                  <a:lnTo>
                    <a:pt x="2232699" y="215390"/>
                  </a:lnTo>
                  <a:lnTo>
                    <a:pt x="2242458" y="211691"/>
                  </a:lnTo>
                  <a:lnTo>
                    <a:pt x="2252202" y="229757"/>
                  </a:lnTo>
                  <a:lnTo>
                    <a:pt x="2261946" y="219787"/>
                  </a:lnTo>
                  <a:lnTo>
                    <a:pt x="2271705" y="247925"/>
                  </a:lnTo>
                  <a:lnTo>
                    <a:pt x="2281449" y="212160"/>
                  </a:lnTo>
                  <a:lnTo>
                    <a:pt x="2291208" y="211776"/>
                  </a:lnTo>
                  <a:lnTo>
                    <a:pt x="2300951" y="230414"/>
                  </a:lnTo>
                  <a:lnTo>
                    <a:pt x="2310695" y="198968"/>
                  </a:lnTo>
                  <a:lnTo>
                    <a:pt x="2320454" y="202368"/>
                  </a:lnTo>
                  <a:lnTo>
                    <a:pt x="2330198" y="207917"/>
                  </a:lnTo>
                  <a:lnTo>
                    <a:pt x="2339957" y="183463"/>
                  </a:lnTo>
                  <a:lnTo>
                    <a:pt x="2349701" y="181559"/>
                  </a:lnTo>
                  <a:lnTo>
                    <a:pt x="2359445" y="185424"/>
                  </a:lnTo>
                  <a:lnTo>
                    <a:pt x="2369204" y="159017"/>
                  </a:lnTo>
                  <a:lnTo>
                    <a:pt x="2378948" y="146417"/>
                  </a:lnTo>
                  <a:lnTo>
                    <a:pt x="2388692" y="146208"/>
                  </a:lnTo>
                  <a:lnTo>
                    <a:pt x="2398450" y="167885"/>
                  </a:lnTo>
                  <a:lnTo>
                    <a:pt x="2408194" y="153889"/>
                  </a:lnTo>
                  <a:lnTo>
                    <a:pt x="2417953" y="166958"/>
                  </a:lnTo>
                  <a:lnTo>
                    <a:pt x="2427697" y="179837"/>
                  </a:lnTo>
                  <a:lnTo>
                    <a:pt x="2437441" y="219423"/>
                  </a:lnTo>
                  <a:lnTo>
                    <a:pt x="2447200" y="165414"/>
                  </a:lnTo>
                  <a:lnTo>
                    <a:pt x="2456944" y="165769"/>
                  </a:lnTo>
                  <a:lnTo>
                    <a:pt x="2466703" y="147798"/>
                  </a:lnTo>
                  <a:lnTo>
                    <a:pt x="2476446" y="147634"/>
                  </a:lnTo>
                  <a:lnTo>
                    <a:pt x="2486190" y="143488"/>
                  </a:lnTo>
                  <a:lnTo>
                    <a:pt x="2495949" y="139752"/>
                  </a:lnTo>
                  <a:lnTo>
                    <a:pt x="2505693" y="149589"/>
                  </a:lnTo>
                  <a:lnTo>
                    <a:pt x="2515452" y="174844"/>
                  </a:lnTo>
                  <a:lnTo>
                    <a:pt x="2525196" y="187301"/>
                  </a:lnTo>
                  <a:lnTo>
                    <a:pt x="2534940" y="202649"/>
                  </a:lnTo>
                  <a:lnTo>
                    <a:pt x="2544699" y="256970"/>
                  </a:lnTo>
                  <a:lnTo>
                    <a:pt x="2554443" y="217772"/>
                  </a:lnTo>
                  <a:lnTo>
                    <a:pt x="2564202" y="222092"/>
                  </a:lnTo>
                  <a:lnTo>
                    <a:pt x="2573946" y="222062"/>
                  </a:lnTo>
                  <a:lnTo>
                    <a:pt x="2583690" y="233150"/>
                  </a:lnTo>
                  <a:lnTo>
                    <a:pt x="2593448" y="249051"/>
                  </a:lnTo>
                  <a:lnTo>
                    <a:pt x="2603192" y="266882"/>
                  </a:lnTo>
                  <a:lnTo>
                    <a:pt x="2612951" y="248271"/>
                  </a:lnTo>
                  <a:lnTo>
                    <a:pt x="2622695" y="264157"/>
                  </a:lnTo>
                  <a:lnTo>
                    <a:pt x="2632439" y="261315"/>
                  </a:lnTo>
                  <a:lnTo>
                    <a:pt x="2642198" y="252925"/>
                  </a:lnTo>
                  <a:lnTo>
                    <a:pt x="2651942" y="268937"/>
                  </a:lnTo>
                  <a:lnTo>
                    <a:pt x="2661685" y="268235"/>
                  </a:lnTo>
                  <a:lnTo>
                    <a:pt x="2671444" y="277514"/>
                  </a:lnTo>
                  <a:lnTo>
                    <a:pt x="2681188" y="306466"/>
                  </a:lnTo>
                  <a:lnTo>
                    <a:pt x="2690947" y="298027"/>
                  </a:lnTo>
                  <a:lnTo>
                    <a:pt x="2700691" y="293160"/>
                  </a:lnTo>
                  <a:lnTo>
                    <a:pt x="2710435" y="264744"/>
                  </a:lnTo>
                  <a:lnTo>
                    <a:pt x="2720194" y="253333"/>
                  </a:lnTo>
                  <a:lnTo>
                    <a:pt x="2729938" y="260445"/>
                  </a:lnTo>
                  <a:lnTo>
                    <a:pt x="2739697" y="297941"/>
                  </a:lnTo>
                  <a:lnTo>
                    <a:pt x="2749441" y="317722"/>
                  </a:lnTo>
                  <a:lnTo>
                    <a:pt x="2759185" y="306263"/>
                  </a:lnTo>
                  <a:lnTo>
                    <a:pt x="2768943" y="271729"/>
                  </a:lnTo>
                  <a:lnTo>
                    <a:pt x="2778687" y="271147"/>
                  </a:lnTo>
                  <a:lnTo>
                    <a:pt x="2788446" y="247740"/>
                  </a:lnTo>
                  <a:lnTo>
                    <a:pt x="2798190" y="235171"/>
                  </a:lnTo>
                  <a:lnTo>
                    <a:pt x="2807934" y="268246"/>
                  </a:lnTo>
                  <a:lnTo>
                    <a:pt x="2817693" y="258342"/>
                  </a:lnTo>
                  <a:lnTo>
                    <a:pt x="2827437" y="296110"/>
                  </a:lnTo>
                  <a:lnTo>
                    <a:pt x="2837196" y="285464"/>
                  </a:lnTo>
                  <a:lnTo>
                    <a:pt x="2846940" y="261812"/>
                  </a:lnTo>
                  <a:lnTo>
                    <a:pt x="2856684" y="241308"/>
                  </a:lnTo>
                  <a:lnTo>
                    <a:pt x="2866442" y="240516"/>
                  </a:lnTo>
                  <a:lnTo>
                    <a:pt x="2876186" y="222267"/>
                  </a:lnTo>
                  <a:lnTo>
                    <a:pt x="2885945" y="205484"/>
                  </a:lnTo>
                  <a:lnTo>
                    <a:pt x="2895689" y="214913"/>
                  </a:lnTo>
                  <a:lnTo>
                    <a:pt x="2905433" y="225153"/>
                  </a:lnTo>
                  <a:lnTo>
                    <a:pt x="2915192" y="18397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2" name="Freeform 1001">
              <a:extLst>
                <a:ext uri="{FF2B5EF4-FFF2-40B4-BE49-F238E27FC236}">
                  <a16:creationId xmlns:a16="http://schemas.microsoft.com/office/drawing/2014/main" id="{2EB435AD-D882-08AB-3996-2F9727BA99F2}"/>
                </a:ext>
              </a:extLst>
            </p:cNvPr>
            <p:cNvSpPr/>
            <p:nvPr/>
          </p:nvSpPr>
          <p:spPr>
            <a:xfrm>
              <a:off x="4426652" y="3176027"/>
              <a:ext cx="2915191" cy="434031"/>
            </a:xfrm>
            <a:custGeom>
              <a:avLst/>
              <a:gdLst>
                <a:gd name="connsiteX0" fmla="*/ 0 w 2915191"/>
                <a:gd name="connsiteY0" fmla="*/ 329193 h 434031"/>
                <a:gd name="connsiteX1" fmla="*/ 9750 w 2915191"/>
                <a:gd name="connsiteY1" fmla="*/ 327713 h 434031"/>
                <a:gd name="connsiteX2" fmla="*/ 19500 w 2915191"/>
                <a:gd name="connsiteY2" fmla="*/ 314784 h 434031"/>
                <a:gd name="connsiteX3" fmla="*/ 29250 w 2915191"/>
                <a:gd name="connsiteY3" fmla="*/ 336042 h 434031"/>
                <a:gd name="connsiteX4" fmla="*/ 39000 w 2915191"/>
                <a:gd name="connsiteY4" fmla="*/ 342078 h 434031"/>
                <a:gd name="connsiteX5" fmla="*/ 48749 w 2915191"/>
                <a:gd name="connsiteY5" fmla="*/ 370515 h 434031"/>
                <a:gd name="connsiteX6" fmla="*/ 58499 w 2915191"/>
                <a:gd name="connsiteY6" fmla="*/ 339736 h 434031"/>
                <a:gd name="connsiteX7" fmla="*/ 68249 w 2915191"/>
                <a:gd name="connsiteY7" fmla="*/ 340522 h 434031"/>
                <a:gd name="connsiteX8" fmla="*/ 77998 w 2915191"/>
                <a:gd name="connsiteY8" fmla="*/ 332594 h 434031"/>
                <a:gd name="connsiteX9" fmla="*/ 87748 w 2915191"/>
                <a:gd name="connsiteY9" fmla="*/ 278060 h 434031"/>
                <a:gd name="connsiteX10" fmla="*/ 97497 w 2915191"/>
                <a:gd name="connsiteY10" fmla="*/ 313977 h 434031"/>
                <a:gd name="connsiteX11" fmla="*/ 107247 w 2915191"/>
                <a:gd name="connsiteY11" fmla="*/ 275849 h 434031"/>
                <a:gd name="connsiteX12" fmla="*/ 116997 w 2915191"/>
                <a:gd name="connsiteY12" fmla="*/ 232606 h 434031"/>
                <a:gd name="connsiteX13" fmla="*/ 126747 w 2915191"/>
                <a:gd name="connsiteY13" fmla="*/ 234637 h 434031"/>
                <a:gd name="connsiteX14" fmla="*/ 136497 w 2915191"/>
                <a:gd name="connsiteY14" fmla="*/ 220791 h 434031"/>
                <a:gd name="connsiteX15" fmla="*/ 146247 w 2915191"/>
                <a:gd name="connsiteY15" fmla="*/ 220217 h 434031"/>
                <a:gd name="connsiteX16" fmla="*/ 155997 w 2915191"/>
                <a:gd name="connsiteY16" fmla="*/ 215353 h 434031"/>
                <a:gd name="connsiteX17" fmla="*/ 165747 w 2915191"/>
                <a:gd name="connsiteY17" fmla="*/ 211507 h 434031"/>
                <a:gd name="connsiteX18" fmla="*/ 175497 w 2915191"/>
                <a:gd name="connsiteY18" fmla="*/ 215740 h 434031"/>
                <a:gd name="connsiteX19" fmla="*/ 185247 w 2915191"/>
                <a:gd name="connsiteY19" fmla="*/ 238072 h 434031"/>
                <a:gd name="connsiteX20" fmla="*/ 194996 w 2915191"/>
                <a:gd name="connsiteY20" fmla="*/ 250017 h 434031"/>
                <a:gd name="connsiteX21" fmla="*/ 204746 w 2915191"/>
                <a:gd name="connsiteY21" fmla="*/ 258792 h 434031"/>
                <a:gd name="connsiteX22" fmla="*/ 214495 w 2915191"/>
                <a:gd name="connsiteY22" fmla="*/ 301111 h 434031"/>
                <a:gd name="connsiteX23" fmla="*/ 224245 w 2915191"/>
                <a:gd name="connsiteY23" fmla="*/ 303515 h 434031"/>
                <a:gd name="connsiteX24" fmla="*/ 233995 w 2915191"/>
                <a:gd name="connsiteY24" fmla="*/ 304559 h 434031"/>
                <a:gd name="connsiteX25" fmla="*/ 243744 w 2915191"/>
                <a:gd name="connsiteY25" fmla="*/ 349566 h 434031"/>
                <a:gd name="connsiteX26" fmla="*/ 253494 w 2915191"/>
                <a:gd name="connsiteY26" fmla="*/ 350990 h 434031"/>
                <a:gd name="connsiteX27" fmla="*/ 263244 w 2915191"/>
                <a:gd name="connsiteY27" fmla="*/ 360827 h 434031"/>
                <a:gd name="connsiteX28" fmla="*/ 272994 w 2915191"/>
                <a:gd name="connsiteY28" fmla="*/ 339174 h 434031"/>
                <a:gd name="connsiteX29" fmla="*/ 282744 w 2915191"/>
                <a:gd name="connsiteY29" fmla="*/ 339204 h 434031"/>
                <a:gd name="connsiteX30" fmla="*/ 292494 w 2915191"/>
                <a:gd name="connsiteY30" fmla="*/ 323618 h 434031"/>
                <a:gd name="connsiteX31" fmla="*/ 302244 w 2915191"/>
                <a:gd name="connsiteY31" fmla="*/ 344610 h 434031"/>
                <a:gd name="connsiteX32" fmla="*/ 311994 w 2915191"/>
                <a:gd name="connsiteY32" fmla="*/ 332714 h 434031"/>
                <a:gd name="connsiteX33" fmla="*/ 321744 w 2915191"/>
                <a:gd name="connsiteY33" fmla="*/ 317064 h 434031"/>
                <a:gd name="connsiteX34" fmla="*/ 331493 w 2915191"/>
                <a:gd name="connsiteY34" fmla="*/ 275773 h 434031"/>
                <a:gd name="connsiteX35" fmla="*/ 341243 w 2915191"/>
                <a:gd name="connsiteY35" fmla="*/ 289749 h 434031"/>
                <a:gd name="connsiteX36" fmla="*/ 350993 w 2915191"/>
                <a:gd name="connsiteY36" fmla="*/ 278340 h 434031"/>
                <a:gd name="connsiteX37" fmla="*/ 360742 w 2915191"/>
                <a:gd name="connsiteY37" fmla="*/ 265936 h 434031"/>
                <a:gd name="connsiteX38" fmla="*/ 370492 w 2915191"/>
                <a:gd name="connsiteY38" fmla="*/ 295615 h 434031"/>
                <a:gd name="connsiteX39" fmla="*/ 380241 w 2915191"/>
                <a:gd name="connsiteY39" fmla="*/ 308762 h 434031"/>
                <a:gd name="connsiteX40" fmla="*/ 389991 w 2915191"/>
                <a:gd name="connsiteY40" fmla="*/ 317713 h 434031"/>
                <a:gd name="connsiteX41" fmla="*/ 399741 w 2915191"/>
                <a:gd name="connsiteY41" fmla="*/ 333155 h 434031"/>
                <a:gd name="connsiteX42" fmla="*/ 409491 w 2915191"/>
                <a:gd name="connsiteY42" fmla="*/ 347078 h 434031"/>
                <a:gd name="connsiteX43" fmla="*/ 419241 w 2915191"/>
                <a:gd name="connsiteY43" fmla="*/ 351990 h 434031"/>
                <a:gd name="connsiteX44" fmla="*/ 428991 w 2915191"/>
                <a:gd name="connsiteY44" fmla="*/ 370341 h 434031"/>
                <a:gd name="connsiteX45" fmla="*/ 438741 w 2915191"/>
                <a:gd name="connsiteY45" fmla="*/ 343877 h 434031"/>
                <a:gd name="connsiteX46" fmla="*/ 448491 w 2915191"/>
                <a:gd name="connsiteY46" fmla="*/ 346086 h 434031"/>
                <a:gd name="connsiteX47" fmla="*/ 458241 w 2915191"/>
                <a:gd name="connsiteY47" fmla="*/ 332922 h 434031"/>
                <a:gd name="connsiteX48" fmla="*/ 467991 w 2915191"/>
                <a:gd name="connsiteY48" fmla="*/ 373561 h 434031"/>
                <a:gd name="connsiteX49" fmla="*/ 477740 w 2915191"/>
                <a:gd name="connsiteY49" fmla="*/ 380483 h 434031"/>
                <a:gd name="connsiteX50" fmla="*/ 487490 w 2915191"/>
                <a:gd name="connsiteY50" fmla="*/ 360646 h 434031"/>
                <a:gd name="connsiteX51" fmla="*/ 497239 w 2915191"/>
                <a:gd name="connsiteY51" fmla="*/ 344196 h 434031"/>
                <a:gd name="connsiteX52" fmla="*/ 506989 w 2915191"/>
                <a:gd name="connsiteY52" fmla="*/ 353614 h 434031"/>
                <a:gd name="connsiteX53" fmla="*/ 516738 w 2915191"/>
                <a:gd name="connsiteY53" fmla="*/ 351619 h 434031"/>
                <a:gd name="connsiteX54" fmla="*/ 526488 w 2915191"/>
                <a:gd name="connsiteY54" fmla="*/ 343203 h 434031"/>
                <a:gd name="connsiteX55" fmla="*/ 536238 w 2915191"/>
                <a:gd name="connsiteY55" fmla="*/ 306263 h 434031"/>
                <a:gd name="connsiteX56" fmla="*/ 545988 w 2915191"/>
                <a:gd name="connsiteY56" fmla="*/ 302721 h 434031"/>
                <a:gd name="connsiteX57" fmla="*/ 555738 w 2915191"/>
                <a:gd name="connsiteY57" fmla="*/ 285003 h 434031"/>
                <a:gd name="connsiteX58" fmla="*/ 565488 w 2915191"/>
                <a:gd name="connsiteY58" fmla="*/ 302053 h 434031"/>
                <a:gd name="connsiteX59" fmla="*/ 575238 w 2915191"/>
                <a:gd name="connsiteY59" fmla="*/ 306079 h 434031"/>
                <a:gd name="connsiteX60" fmla="*/ 584988 w 2915191"/>
                <a:gd name="connsiteY60" fmla="*/ 307037 h 434031"/>
                <a:gd name="connsiteX61" fmla="*/ 594738 w 2915191"/>
                <a:gd name="connsiteY61" fmla="*/ 294082 h 434031"/>
                <a:gd name="connsiteX62" fmla="*/ 604488 w 2915191"/>
                <a:gd name="connsiteY62" fmla="*/ 291503 h 434031"/>
                <a:gd name="connsiteX63" fmla="*/ 614237 w 2915191"/>
                <a:gd name="connsiteY63" fmla="*/ 276512 h 434031"/>
                <a:gd name="connsiteX64" fmla="*/ 623987 w 2915191"/>
                <a:gd name="connsiteY64" fmla="*/ 284535 h 434031"/>
                <a:gd name="connsiteX65" fmla="*/ 633736 w 2915191"/>
                <a:gd name="connsiteY65" fmla="*/ 277763 h 434031"/>
                <a:gd name="connsiteX66" fmla="*/ 643486 w 2915191"/>
                <a:gd name="connsiteY66" fmla="*/ 259524 h 434031"/>
                <a:gd name="connsiteX67" fmla="*/ 653236 w 2915191"/>
                <a:gd name="connsiteY67" fmla="*/ 276612 h 434031"/>
                <a:gd name="connsiteX68" fmla="*/ 662985 w 2915191"/>
                <a:gd name="connsiteY68" fmla="*/ 271495 h 434031"/>
                <a:gd name="connsiteX69" fmla="*/ 672735 w 2915191"/>
                <a:gd name="connsiteY69" fmla="*/ 269745 h 434031"/>
                <a:gd name="connsiteX70" fmla="*/ 682485 w 2915191"/>
                <a:gd name="connsiteY70" fmla="*/ 271100 h 434031"/>
                <a:gd name="connsiteX71" fmla="*/ 692235 w 2915191"/>
                <a:gd name="connsiteY71" fmla="*/ 246848 h 434031"/>
                <a:gd name="connsiteX72" fmla="*/ 701985 w 2915191"/>
                <a:gd name="connsiteY72" fmla="*/ 240991 h 434031"/>
                <a:gd name="connsiteX73" fmla="*/ 711735 w 2915191"/>
                <a:gd name="connsiteY73" fmla="*/ 234547 h 434031"/>
                <a:gd name="connsiteX74" fmla="*/ 721485 w 2915191"/>
                <a:gd name="connsiteY74" fmla="*/ 240467 h 434031"/>
                <a:gd name="connsiteX75" fmla="*/ 731235 w 2915191"/>
                <a:gd name="connsiteY75" fmla="*/ 238947 h 434031"/>
                <a:gd name="connsiteX76" fmla="*/ 740985 w 2915191"/>
                <a:gd name="connsiteY76" fmla="*/ 258186 h 434031"/>
                <a:gd name="connsiteX77" fmla="*/ 750734 w 2915191"/>
                <a:gd name="connsiteY77" fmla="*/ 270011 h 434031"/>
                <a:gd name="connsiteX78" fmla="*/ 760484 w 2915191"/>
                <a:gd name="connsiteY78" fmla="*/ 282605 h 434031"/>
                <a:gd name="connsiteX79" fmla="*/ 770233 w 2915191"/>
                <a:gd name="connsiteY79" fmla="*/ 333278 h 434031"/>
                <a:gd name="connsiteX80" fmla="*/ 779983 w 2915191"/>
                <a:gd name="connsiteY80" fmla="*/ 358657 h 434031"/>
                <a:gd name="connsiteX81" fmla="*/ 789733 w 2915191"/>
                <a:gd name="connsiteY81" fmla="*/ 343441 h 434031"/>
                <a:gd name="connsiteX82" fmla="*/ 799482 w 2915191"/>
                <a:gd name="connsiteY82" fmla="*/ 355284 h 434031"/>
                <a:gd name="connsiteX83" fmla="*/ 809232 w 2915191"/>
                <a:gd name="connsiteY83" fmla="*/ 347170 h 434031"/>
                <a:gd name="connsiteX84" fmla="*/ 818982 w 2915191"/>
                <a:gd name="connsiteY84" fmla="*/ 359401 h 434031"/>
                <a:gd name="connsiteX85" fmla="*/ 828732 w 2915191"/>
                <a:gd name="connsiteY85" fmla="*/ 351619 h 434031"/>
                <a:gd name="connsiteX86" fmla="*/ 838482 w 2915191"/>
                <a:gd name="connsiteY86" fmla="*/ 355037 h 434031"/>
                <a:gd name="connsiteX87" fmla="*/ 848232 w 2915191"/>
                <a:gd name="connsiteY87" fmla="*/ 355576 h 434031"/>
                <a:gd name="connsiteX88" fmla="*/ 857982 w 2915191"/>
                <a:gd name="connsiteY88" fmla="*/ 335361 h 434031"/>
                <a:gd name="connsiteX89" fmla="*/ 867732 w 2915191"/>
                <a:gd name="connsiteY89" fmla="*/ 334853 h 434031"/>
                <a:gd name="connsiteX90" fmla="*/ 877482 w 2915191"/>
                <a:gd name="connsiteY90" fmla="*/ 369368 h 434031"/>
                <a:gd name="connsiteX91" fmla="*/ 887231 w 2915191"/>
                <a:gd name="connsiteY91" fmla="*/ 374101 h 434031"/>
                <a:gd name="connsiteX92" fmla="*/ 896981 w 2915191"/>
                <a:gd name="connsiteY92" fmla="*/ 384659 h 434031"/>
                <a:gd name="connsiteX93" fmla="*/ 906730 w 2915191"/>
                <a:gd name="connsiteY93" fmla="*/ 395222 h 434031"/>
                <a:gd name="connsiteX94" fmla="*/ 916480 w 2915191"/>
                <a:gd name="connsiteY94" fmla="*/ 434031 h 434031"/>
                <a:gd name="connsiteX95" fmla="*/ 926230 w 2915191"/>
                <a:gd name="connsiteY95" fmla="*/ 416275 h 434031"/>
                <a:gd name="connsiteX96" fmla="*/ 935979 w 2915191"/>
                <a:gd name="connsiteY96" fmla="*/ 381922 h 434031"/>
                <a:gd name="connsiteX97" fmla="*/ 945729 w 2915191"/>
                <a:gd name="connsiteY97" fmla="*/ 352674 h 434031"/>
                <a:gd name="connsiteX98" fmla="*/ 955479 w 2915191"/>
                <a:gd name="connsiteY98" fmla="*/ 353830 h 434031"/>
                <a:gd name="connsiteX99" fmla="*/ 965229 w 2915191"/>
                <a:gd name="connsiteY99" fmla="*/ 347712 h 434031"/>
                <a:gd name="connsiteX100" fmla="*/ 974979 w 2915191"/>
                <a:gd name="connsiteY100" fmla="*/ 345455 h 434031"/>
                <a:gd name="connsiteX101" fmla="*/ 984729 w 2915191"/>
                <a:gd name="connsiteY101" fmla="*/ 381766 h 434031"/>
                <a:gd name="connsiteX102" fmla="*/ 994474 w 2915191"/>
                <a:gd name="connsiteY102" fmla="*/ 367495 h 434031"/>
                <a:gd name="connsiteX103" fmla="*/ 1004233 w 2915191"/>
                <a:gd name="connsiteY103" fmla="*/ 359988 h 434031"/>
                <a:gd name="connsiteX104" fmla="*/ 1013977 w 2915191"/>
                <a:gd name="connsiteY104" fmla="*/ 329768 h 434031"/>
                <a:gd name="connsiteX105" fmla="*/ 1023721 w 2915191"/>
                <a:gd name="connsiteY105" fmla="*/ 282026 h 434031"/>
                <a:gd name="connsiteX106" fmla="*/ 1033480 w 2915191"/>
                <a:gd name="connsiteY106" fmla="*/ 261765 h 434031"/>
                <a:gd name="connsiteX107" fmla="*/ 1043224 w 2915191"/>
                <a:gd name="connsiteY107" fmla="*/ 275846 h 434031"/>
                <a:gd name="connsiteX108" fmla="*/ 1052983 w 2915191"/>
                <a:gd name="connsiteY108" fmla="*/ 275917 h 434031"/>
                <a:gd name="connsiteX109" fmla="*/ 1062727 w 2915191"/>
                <a:gd name="connsiteY109" fmla="*/ 270083 h 434031"/>
                <a:gd name="connsiteX110" fmla="*/ 1072471 w 2915191"/>
                <a:gd name="connsiteY110" fmla="*/ 286430 h 434031"/>
                <a:gd name="connsiteX111" fmla="*/ 1082230 w 2915191"/>
                <a:gd name="connsiteY111" fmla="*/ 303211 h 434031"/>
                <a:gd name="connsiteX112" fmla="*/ 1091973 w 2915191"/>
                <a:gd name="connsiteY112" fmla="*/ 249312 h 434031"/>
                <a:gd name="connsiteX113" fmla="*/ 1101732 w 2915191"/>
                <a:gd name="connsiteY113" fmla="*/ 260035 h 434031"/>
                <a:gd name="connsiteX114" fmla="*/ 1111476 w 2915191"/>
                <a:gd name="connsiteY114" fmla="*/ 250744 h 434031"/>
                <a:gd name="connsiteX115" fmla="*/ 1121220 w 2915191"/>
                <a:gd name="connsiteY115" fmla="*/ 255211 h 434031"/>
                <a:gd name="connsiteX116" fmla="*/ 1130979 w 2915191"/>
                <a:gd name="connsiteY116" fmla="*/ 250267 h 434031"/>
                <a:gd name="connsiteX117" fmla="*/ 1140723 w 2915191"/>
                <a:gd name="connsiteY117" fmla="*/ 250672 h 434031"/>
                <a:gd name="connsiteX118" fmla="*/ 1150482 w 2915191"/>
                <a:gd name="connsiteY118" fmla="*/ 298452 h 434031"/>
                <a:gd name="connsiteX119" fmla="*/ 1160226 w 2915191"/>
                <a:gd name="connsiteY119" fmla="*/ 300153 h 434031"/>
                <a:gd name="connsiteX120" fmla="*/ 1169969 w 2915191"/>
                <a:gd name="connsiteY120" fmla="*/ 276908 h 434031"/>
                <a:gd name="connsiteX121" fmla="*/ 1179728 w 2915191"/>
                <a:gd name="connsiteY121" fmla="*/ 300478 h 434031"/>
                <a:gd name="connsiteX122" fmla="*/ 1189472 w 2915191"/>
                <a:gd name="connsiteY122" fmla="*/ 321253 h 434031"/>
                <a:gd name="connsiteX123" fmla="*/ 1199231 w 2915191"/>
                <a:gd name="connsiteY123" fmla="*/ 345936 h 434031"/>
                <a:gd name="connsiteX124" fmla="*/ 1208975 w 2915191"/>
                <a:gd name="connsiteY124" fmla="*/ 342773 h 434031"/>
                <a:gd name="connsiteX125" fmla="*/ 1218719 w 2915191"/>
                <a:gd name="connsiteY125" fmla="*/ 347593 h 434031"/>
                <a:gd name="connsiteX126" fmla="*/ 1228478 w 2915191"/>
                <a:gd name="connsiteY126" fmla="*/ 378085 h 434031"/>
                <a:gd name="connsiteX127" fmla="*/ 1238222 w 2915191"/>
                <a:gd name="connsiteY127" fmla="*/ 360220 h 434031"/>
                <a:gd name="connsiteX128" fmla="*/ 1247966 w 2915191"/>
                <a:gd name="connsiteY128" fmla="*/ 329253 h 434031"/>
                <a:gd name="connsiteX129" fmla="*/ 1257725 w 2915191"/>
                <a:gd name="connsiteY129" fmla="*/ 346731 h 434031"/>
                <a:gd name="connsiteX130" fmla="*/ 1267469 w 2915191"/>
                <a:gd name="connsiteY130" fmla="*/ 329060 h 434031"/>
                <a:gd name="connsiteX131" fmla="*/ 1277227 w 2915191"/>
                <a:gd name="connsiteY131" fmla="*/ 333567 h 434031"/>
                <a:gd name="connsiteX132" fmla="*/ 1286971 w 2915191"/>
                <a:gd name="connsiteY132" fmla="*/ 327386 h 434031"/>
                <a:gd name="connsiteX133" fmla="*/ 1296715 w 2915191"/>
                <a:gd name="connsiteY133" fmla="*/ 316206 h 434031"/>
                <a:gd name="connsiteX134" fmla="*/ 1306474 w 2915191"/>
                <a:gd name="connsiteY134" fmla="*/ 361752 h 434031"/>
                <a:gd name="connsiteX135" fmla="*/ 1316218 w 2915191"/>
                <a:gd name="connsiteY135" fmla="*/ 353130 h 434031"/>
                <a:gd name="connsiteX136" fmla="*/ 1325977 w 2915191"/>
                <a:gd name="connsiteY136" fmla="*/ 343232 h 434031"/>
                <a:gd name="connsiteX137" fmla="*/ 1335721 w 2915191"/>
                <a:gd name="connsiteY137" fmla="*/ 321714 h 434031"/>
                <a:gd name="connsiteX138" fmla="*/ 1345465 w 2915191"/>
                <a:gd name="connsiteY138" fmla="*/ 307563 h 434031"/>
                <a:gd name="connsiteX139" fmla="*/ 1355224 w 2915191"/>
                <a:gd name="connsiteY139" fmla="*/ 323828 h 434031"/>
                <a:gd name="connsiteX140" fmla="*/ 1364967 w 2915191"/>
                <a:gd name="connsiteY140" fmla="*/ 309793 h 434031"/>
                <a:gd name="connsiteX141" fmla="*/ 1374726 w 2915191"/>
                <a:gd name="connsiteY141" fmla="*/ 293403 h 434031"/>
                <a:gd name="connsiteX142" fmla="*/ 1384470 w 2915191"/>
                <a:gd name="connsiteY142" fmla="*/ 315069 h 434031"/>
                <a:gd name="connsiteX143" fmla="*/ 1394214 w 2915191"/>
                <a:gd name="connsiteY143" fmla="*/ 317733 h 434031"/>
                <a:gd name="connsiteX144" fmla="*/ 1403973 w 2915191"/>
                <a:gd name="connsiteY144" fmla="*/ 308461 h 434031"/>
                <a:gd name="connsiteX145" fmla="*/ 1413717 w 2915191"/>
                <a:gd name="connsiteY145" fmla="*/ 322679 h 434031"/>
                <a:gd name="connsiteX146" fmla="*/ 1423476 w 2915191"/>
                <a:gd name="connsiteY146" fmla="*/ 308412 h 434031"/>
                <a:gd name="connsiteX147" fmla="*/ 1433220 w 2915191"/>
                <a:gd name="connsiteY147" fmla="*/ 320051 h 434031"/>
                <a:gd name="connsiteX148" fmla="*/ 1442964 w 2915191"/>
                <a:gd name="connsiteY148" fmla="*/ 303086 h 434031"/>
                <a:gd name="connsiteX149" fmla="*/ 1452722 w 2915191"/>
                <a:gd name="connsiteY149" fmla="*/ 301621 h 434031"/>
                <a:gd name="connsiteX150" fmla="*/ 1462466 w 2915191"/>
                <a:gd name="connsiteY150" fmla="*/ 274681 h 434031"/>
                <a:gd name="connsiteX151" fmla="*/ 1472225 w 2915191"/>
                <a:gd name="connsiteY151" fmla="*/ 263202 h 434031"/>
                <a:gd name="connsiteX152" fmla="*/ 1481969 w 2915191"/>
                <a:gd name="connsiteY152" fmla="*/ 286913 h 434031"/>
                <a:gd name="connsiteX153" fmla="*/ 1491713 w 2915191"/>
                <a:gd name="connsiteY153" fmla="*/ 248551 h 434031"/>
                <a:gd name="connsiteX154" fmla="*/ 1501472 w 2915191"/>
                <a:gd name="connsiteY154" fmla="*/ 253211 h 434031"/>
                <a:gd name="connsiteX155" fmla="*/ 1511216 w 2915191"/>
                <a:gd name="connsiteY155" fmla="*/ 246289 h 434031"/>
                <a:gd name="connsiteX156" fmla="*/ 1520960 w 2915191"/>
                <a:gd name="connsiteY156" fmla="*/ 242074 h 434031"/>
                <a:gd name="connsiteX157" fmla="*/ 1530719 w 2915191"/>
                <a:gd name="connsiteY157" fmla="*/ 198100 h 434031"/>
                <a:gd name="connsiteX158" fmla="*/ 1540463 w 2915191"/>
                <a:gd name="connsiteY158" fmla="*/ 222323 h 434031"/>
                <a:gd name="connsiteX159" fmla="*/ 1550221 w 2915191"/>
                <a:gd name="connsiteY159" fmla="*/ 194807 h 434031"/>
                <a:gd name="connsiteX160" fmla="*/ 1559965 w 2915191"/>
                <a:gd name="connsiteY160" fmla="*/ 182706 h 434031"/>
                <a:gd name="connsiteX161" fmla="*/ 1569709 w 2915191"/>
                <a:gd name="connsiteY161" fmla="*/ 179463 h 434031"/>
                <a:gd name="connsiteX162" fmla="*/ 1579468 w 2915191"/>
                <a:gd name="connsiteY162" fmla="*/ 176201 h 434031"/>
                <a:gd name="connsiteX163" fmla="*/ 1589212 w 2915191"/>
                <a:gd name="connsiteY163" fmla="*/ 161402 h 434031"/>
                <a:gd name="connsiteX164" fmla="*/ 1598971 w 2915191"/>
                <a:gd name="connsiteY164" fmla="*/ 132345 h 434031"/>
                <a:gd name="connsiteX165" fmla="*/ 1608715 w 2915191"/>
                <a:gd name="connsiteY165" fmla="*/ 121676 h 434031"/>
                <a:gd name="connsiteX166" fmla="*/ 1618459 w 2915191"/>
                <a:gd name="connsiteY166" fmla="*/ 153409 h 434031"/>
                <a:gd name="connsiteX167" fmla="*/ 1628218 w 2915191"/>
                <a:gd name="connsiteY167" fmla="*/ 163872 h 434031"/>
                <a:gd name="connsiteX168" fmla="*/ 1637962 w 2915191"/>
                <a:gd name="connsiteY168" fmla="*/ 173934 h 434031"/>
                <a:gd name="connsiteX169" fmla="*/ 1647720 w 2915191"/>
                <a:gd name="connsiteY169" fmla="*/ 181703 h 434031"/>
                <a:gd name="connsiteX170" fmla="*/ 1657464 w 2915191"/>
                <a:gd name="connsiteY170" fmla="*/ 193866 h 434031"/>
                <a:gd name="connsiteX171" fmla="*/ 1667208 w 2915191"/>
                <a:gd name="connsiteY171" fmla="*/ 198396 h 434031"/>
                <a:gd name="connsiteX172" fmla="*/ 1676967 w 2915191"/>
                <a:gd name="connsiteY172" fmla="*/ 170549 h 434031"/>
                <a:gd name="connsiteX173" fmla="*/ 1686711 w 2915191"/>
                <a:gd name="connsiteY173" fmla="*/ 184290 h 434031"/>
                <a:gd name="connsiteX174" fmla="*/ 1696470 w 2915191"/>
                <a:gd name="connsiteY174" fmla="*/ 158457 h 434031"/>
                <a:gd name="connsiteX175" fmla="*/ 1706214 w 2915191"/>
                <a:gd name="connsiteY175" fmla="*/ 155291 h 434031"/>
                <a:gd name="connsiteX176" fmla="*/ 1715958 w 2915191"/>
                <a:gd name="connsiteY176" fmla="*/ 130147 h 434031"/>
                <a:gd name="connsiteX177" fmla="*/ 1725716 w 2915191"/>
                <a:gd name="connsiteY177" fmla="*/ 144578 h 434031"/>
                <a:gd name="connsiteX178" fmla="*/ 1735460 w 2915191"/>
                <a:gd name="connsiteY178" fmla="*/ 133207 h 434031"/>
                <a:gd name="connsiteX179" fmla="*/ 1745219 w 2915191"/>
                <a:gd name="connsiteY179" fmla="*/ 141768 h 434031"/>
                <a:gd name="connsiteX180" fmla="*/ 1754963 w 2915191"/>
                <a:gd name="connsiteY180" fmla="*/ 109469 h 434031"/>
                <a:gd name="connsiteX181" fmla="*/ 1764707 w 2915191"/>
                <a:gd name="connsiteY181" fmla="*/ 100039 h 434031"/>
                <a:gd name="connsiteX182" fmla="*/ 1774466 w 2915191"/>
                <a:gd name="connsiteY182" fmla="*/ 130964 h 434031"/>
                <a:gd name="connsiteX183" fmla="*/ 1784210 w 2915191"/>
                <a:gd name="connsiteY183" fmla="*/ 91089 h 434031"/>
                <a:gd name="connsiteX184" fmla="*/ 1793969 w 2915191"/>
                <a:gd name="connsiteY184" fmla="*/ 102736 h 434031"/>
                <a:gd name="connsiteX185" fmla="*/ 1803713 w 2915191"/>
                <a:gd name="connsiteY185" fmla="*/ 70813 h 434031"/>
                <a:gd name="connsiteX186" fmla="*/ 1813457 w 2915191"/>
                <a:gd name="connsiteY186" fmla="*/ 56539 h 434031"/>
                <a:gd name="connsiteX187" fmla="*/ 1823215 w 2915191"/>
                <a:gd name="connsiteY187" fmla="*/ 70302 h 434031"/>
                <a:gd name="connsiteX188" fmla="*/ 1832959 w 2915191"/>
                <a:gd name="connsiteY188" fmla="*/ 51190 h 434031"/>
                <a:gd name="connsiteX189" fmla="*/ 1842703 w 2915191"/>
                <a:gd name="connsiteY189" fmla="*/ 34303 h 434031"/>
                <a:gd name="connsiteX190" fmla="*/ 1852462 w 2915191"/>
                <a:gd name="connsiteY190" fmla="*/ 18969 h 434031"/>
                <a:gd name="connsiteX191" fmla="*/ 1862206 w 2915191"/>
                <a:gd name="connsiteY191" fmla="*/ 2357 h 434031"/>
                <a:gd name="connsiteX192" fmla="*/ 1871965 w 2915191"/>
                <a:gd name="connsiteY192" fmla="*/ 7286 h 434031"/>
                <a:gd name="connsiteX193" fmla="*/ 1881709 w 2915191"/>
                <a:gd name="connsiteY193" fmla="*/ 10382 h 434031"/>
                <a:gd name="connsiteX194" fmla="*/ 1891453 w 2915191"/>
                <a:gd name="connsiteY194" fmla="*/ 29591 h 434031"/>
                <a:gd name="connsiteX195" fmla="*/ 1901212 w 2915191"/>
                <a:gd name="connsiteY195" fmla="*/ 19924 h 434031"/>
                <a:gd name="connsiteX196" fmla="*/ 1910956 w 2915191"/>
                <a:gd name="connsiteY196" fmla="*/ 10219 h 434031"/>
                <a:gd name="connsiteX197" fmla="*/ 1920714 w 2915191"/>
                <a:gd name="connsiteY197" fmla="*/ 14388 h 434031"/>
                <a:gd name="connsiteX198" fmla="*/ 1930458 w 2915191"/>
                <a:gd name="connsiteY198" fmla="*/ 14470 h 434031"/>
                <a:gd name="connsiteX199" fmla="*/ 1940202 w 2915191"/>
                <a:gd name="connsiteY199" fmla="*/ 3255 h 434031"/>
                <a:gd name="connsiteX200" fmla="*/ 1949961 w 2915191"/>
                <a:gd name="connsiteY200" fmla="*/ 18294 h 434031"/>
                <a:gd name="connsiteX201" fmla="*/ 1959705 w 2915191"/>
                <a:gd name="connsiteY201" fmla="*/ 28162 h 434031"/>
                <a:gd name="connsiteX202" fmla="*/ 1969464 w 2915191"/>
                <a:gd name="connsiteY202" fmla="*/ 68535 h 434031"/>
                <a:gd name="connsiteX203" fmla="*/ 1979208 w 2915191"/>
                <a:gd name="connsiteY203" fmla="*/ 72090 h 434031"/>
                <a:gd name="connsiteX204" fmla="*/ 1988952 w 2915191"/>
                <a:gd name="connsiteY204" fmla="*/ 63838 h 434031"/>
                <a:gd name="connsiteX205" fmla="*/ 1998711 w 2915191"/>
                <a:gd name="connsiteY205" fmla="*/ 45656 h 434031"/>
                <a:gd name="connsiteX206" fmla="*/ 2008454 w 2915191"/>
                <a:gd name="connsiteY206" fmla="*/ 102015 h 434031"/>
                <a:gd name="connsiteX207" fmla="*/ 2018213 w 2915191"/>
                <a:gd name="connsiteY207" fmla="*/ 72075 h 434031"/>
                <a:gd name="connsiteX208" fmla="*/ 2027957 w 2915191"/>
                <a:gd name="connsiteY208" fmla="*/ 50508 h 434031"/>
                <a:gd name="connsiteX209" fmla="*/ 2037701 w 2915191"/>
                <a:gd name="connsiteY209" fmla="*/ 54514 h 434031"/>
                <a:gd name="connsiteX210" fmla="*/ 2047460 w 2915191"/>
                <a:gd name="connsiteY210" fmla="*/ 60614 h 434031"/>
                <a:gd name="connsiteX211" fmla="*/ 2057204 w 2915191"/>
                <a:gd name="connsiteY211" fmla="*/ 41739 h 434031"/>
                <a:gd name="connsiteX212" fmla="*/ 2066963 w 2915191"/>
                <a:gd name="connsiteY212" fmla="*/ 56621 h 434031"/>
                <a:gd name="connsiteX213" fmla="*/ 2076707 w 2915191"/>
                <a:gd name="connsiteY213" fmla="*/ 82350 h 434031"/>
                <a:gd name="connsiteX214" fmla="*/ 2086451 w 2915191"/>
                <a:gd name="connsiteY214" fmla="*/ 68720 h 434031"/>
                <a:gd name="connsiteX215" fmla="*/ 2096210 w 2915191"/>
                <a:gd name="connsiteY215" fmla="*/ 64675 h 434031"/>
                <a:gd name="connsiteX216" fmla="*/ 2105954 w 2915191"/>
                <a:gd name="connsiteY216" fmla="*/ 58958 h 434031"/>
                <a:gd name="connsiteX217" fmla="*/ 2115697 w 2915191"/>
                <a:gd name="connsiteY217" fmla="*/ 41012 h 434031"/>
                <a:gd name="connsiteX218" fmla="*/ 2125456 w 2915191"/>
                <a:gd name="connsiteY218" fmla="*/ 73428 h 434031"/>
                <a:gd name="connsiteX219" fmla="*/ 2135200 w 2915191"/>
                <a:gd name="connsiteY219" fmla="*/ 79774 h 434031"/>
                <a:gd name="connsiteX220" fmla="*/ 2144959 w 2915191"/>
                <a:gd name="connsiteY220" fmla="*/ 109665 h 434031"/>
                <a:gd name="connsiteX221" fmla="*/ 2154703 w 2915191"/>
                <a:gd name="connsiteY221" fmla="*/ 129150 h 434031"/>
                <a:gd name="connsiteX222" fmla="*/ 2164447 w 2915191"/>
                <a:gd name="connsiteY222" fmla="*/ 103475 h 434031"/>
                <a:gd name="connsiteX223" fmla="*/ 2174206 w 2915191"/>
                <a:gd name="connsiteY223" fmla="*/ 123949 h 434031"/>
                <a:gd name="connsiteX224" fmla="*/ 2183950 w 2915191"/>
                <a:gd name="connsiteY224" fmla="*/ 81539 h 434031"/>
                <a:gd name="connsiteX225" fmla="*/ 2193709 w 2915191"/>
                <a:gd name="connsiteY225" fmla="*/ 109786 h 434031"/>
                <a:gd name="connsiteX226" fmla="*/ 2203452 w 2915191"/>
                <a:gd name="connsiteY226" fmla="*/ 118490 h 434031"/>
                <a:gd name="connsiteX227" fmla="*/ 2213196 w 2915191"/>
                <a:gd name="connsiteY227" fmla="*/ 129818 h 434031"/>
                <a:gd name="connsiteX228" fmla="*/ 2222955 w 2915191"/>
                <a:gd name="connsiteY228" fmla="*/ 118542 h 434031"/>
                <a:gd name="connsiteX229" fmla="*/ 2232699 w 2915191"/>
                <a:gd name="connsiteY229" fmla="*/ 142092 h 434031"/>
                <a:gd name="connsiteX230" fmla="*/ 2242458 w 2915191"/>
                <a:gd name="connsiteY230" fmla="*/ 159532 h 434031"/>
                <a:gd name="connsiteX231" fmla="*/ 2252202 w 2915191"/>
                <a:gd name="connsiteY231" fmla="*/ 147116 h 434031"/>
                <a:gd name="connsiteX232" fmla="*/ 2261946 w 2915191"/>
                <a:gd name="connsiteY232" fmla="*/ 140843 h 434031"/>
                <a:gd name="connsiteX233" fmla="*/ 2271705 w 2915191"/>
                <a:gd name="connsiteY233" fmla="*/ 138982 h 434031"/>
                <a:gd name="connsiteX234" fmla="*/ 2281449 w 2915191"/>
                <a:gd name="connsiteY234" fmla="*/ 166185 h 434031"/>
                <a:gd name="connsiteX235" fmla="*/ 2291208 w 2915191"/>
                <a:gd name="connsiteY235" fmla="*/ 156368 h 434031"/>
                <a:gd name="connsiteX236" fmla="*/ 2300951 w 2915191"/>
                <a:gd name="connsiteY236" fmla="*/ 139176 h 434031"/>
                <a:gd name="connsiteX237" fmla="*/ 2310695 w 2915191"/>
                <a:gd name="connsiteY237" fmla="*/ 139154 h 434031"/>
                <a:gd name="connsiteX238" fmla="*/ 2320454 w 2915191"/>
                <a:gd name="connsiteY238" fmla="*/ 131379 h 434031"/>
                <a:gd name="connsiteX239" fmla="*/ 2330198 w 2915191"/>
                <a:gd name="connsiteY239" fmla="*/ 146107 h 434031"/>
                <a:gd name="connsiteX240" fmla="*/ 2339957 w 2915191"/>
                <a:gd name="connsiteY240" fmla="*/ 121588 h 434031"/>
                <a:gd name="connsiteX241" fmla="*/ 2349701 w 2915191"/>
                <a:gd name="connsiteY241" fmla="*/ 129985 h 434031"/>
                <a:gd name="connsiteX242" fmla="*/ 2359445 w 2915191"/>
                <a:gd name="connsiteY242" fmla="*/ 126130 h 434031"/>
                <a:gd name="connsiteX243" fmla="*/ 2369204 w 2915191"/>
                <a:gd name="connsiteY243" fmla="*/ 149775 h 434031"/>
                <a:gd name="connsiteX244" fmla="*/ 2378948 w 2915191"/>
                <a:gd name="connsiteY244" fmla="*/ 193472 h 434031"/>
                <a:gd name="connsiteX245" fmla="*/ 2388692 w 2915191"/>
                <a:gd name="connsiteY245" fmla="*/ 197428 h 434031"/>
                <a:gd name="connsiteX246" fmla="*/ 2398450 w 2915191"/>
                <a:gd name="connsiteY246" fmla="*/ 181373 h 434031"/>
                <a:gd name="connsiteX247" fmla="*/ 2408194 w 2915191"/>
                <a:gd name="connsiteY247" fmla="*/ 193043 h 434031"/>
                <a:gd name="connsiteX248" fmla="*/ 2417953 w 2915191"/>
                <a:gd name="connsiteY248" fmla="*/ 173588 h 434031"/>
                <a:gd name="connsiteX249" fmla="*/ 2427697 w 2915191"/>
                <a:gd name="connsiteY249" fmla="*/ 172241 h 434031"/>
                <a:gd name="connsiteX250" fmla="*/ 2437441 w 2915191"/>
                <a:gd name="connsiteY250" fmla="*/ 116343 h 434031"/>
                <a:gd name="connsiteX251" fmla="*/ 2447200 w 2915191"/>
                <a:gd name="connsiteY251" fmla="*/ 117992 h 434031"/>
                <a:gd name="connsiteX252" fmla="*/ 2456944 w 2915191"/>
                <a:gd name="connsiteY252" fmla="*/ 142606 h 434031"/>
                <a:gd name="connsiteX253" fmla="*/ 2466703 w 2915191"/>
                <a:gd name="connsiteY253" fmla="*/ 136743 h 434031"/>
                <a:gd name="connsiteX254" fmla="*/ 2476446 w 2915191"/>
                <a:gd name="connsiteY254" fmla="*/ 148623 h 434031"/>
                <a:gd name="connsiteX255" fmla="*/ 2486190 w 2915191"/>
                <a:gd name="connsiteY255" fmla="*/ 156784 h 434031"/>
                <a:gd name="connsiteX256" fmla="*/ 2495949 w 2915191"/>
                <a:gd name="connsiteY256" fmla="*/ 162064 h 434031"/>
                <a:gd name="connsiteX257" fmla="*/ 2505693 w 2915191"/>
                <a:gd name="connsiteY257" fmla="*/ 194684 h 434031"/>
                <a:gd name="connsiteX258" fmla="*/ 2515452 w 2915191"/>
                <a:gd name="connsiteY258" fmla="*/ 183336 h 434031"/>
                <a:gd name="connsiteX259" fmla="*/ 2525196 w 2915191"/>
                <a:gd name="connsiteY259" fmla="*/ 157746 h 434031"/>
                <a:gd name="connsiteX260" fmla="*/ 2534940 w 2915191"/>
                <a:gd name="connsiteY260" fmla="*/ 132155 h 434031"/>
                <a:gd name="connsiteX261" fmla="*/ 2544699 w 2915191"/>
                <a:gd name="connsiteY261" fmla="*/ 138082 h 434031"/>
                <a:gd name="connsiteX262" fmla="*/ 2554443 w 2915191"/>
                <a:gd name="connsiteY262" fmla="*/ 139335 h 434031"/>
                <a:gd name="connsiteX263" fmla="*/ 2564202 w 2915191"/>
                <a:gd name="connsiteY263" fmla="*/ 125436 h 434031"/>
                <a:gd name="connsiteX264" fmla="*/ 2573946 w 2915191"/>
                <a:gd name="connsiteY264" fmla="*/ 110163 h 434031"/>
                <a:gd name="connsiteX265" fmla="*/ 2583690 w 2915191"/>
                <a:gd name="connsiteY265" fmla="*/ 106553 h 434031"/>
                <a:gd name="connsiteX266" fmla="*/ 2593448 w 2915191"/>
                <a:gd name="connsiteY266" fmla="*/ 128130 h 434031"/>
                <a:gd name="connsiteX267" fmla="*/ 2603192 w 2915191"/>
                <a:gd name="connsiteY267" fmla="*/ 117596 h 434031"/>
                <a:gd name="connsiteX268" fmla="*/ 2612951 w 2915191"/>
                <a:gd name="connsiteY268" fmla="*/ 110463 h 434031"/>
                <a:gd name="connsiteX269" fmla="*/ 2622695 w 2915191"/>
                <a:gd name="connsiteY269" fmla="*/ 92600 h 434031"/>
                <a:gd name="connsiteX270" fmla="*/ 2632439 w 2915191"/>
                <a:gd name="connsiteY270" fmla="*/ 100225 h 434031"/>
                <a:gd name="connsiteX271" fmla="*/ 2642198 w 2915191"/>
                <a:gd name="connsiteY271" fmla="*/ 96964 h 434031"/>
                <a:gd name="connsiteX272" fmla="*/ 2651942 w 2915191"/>
                <a:gd name="connsiteY272" fmla="*/ 76819 h 434031"/>
                <a:gd name="connsiteX273" fmla="*/ 2661685 w 2915191"/>
                <a:gd name="connsiteY273" fmla="*/ 80259 h 434031"/>
                <a:gd name="connsiteX274" fmla="*/ 2671444 w 2915191"/>
                <a:gd name="connsiteY274" fmla="*/ 76286 h 434031"/>
                <a:gd name="connsiteX275" fmla="*/ 2681188 w 2915191"/>
                <a:gd name="connsiteY275" fmla="*/ 70261 h 434031"/>
                <a:gd name="connsiteX276" fmla="*/ 2690947 w 2915191"/>
                <a:gd name="connsiteY276" fmla="*/ 73297 h 434031"/>
                <a:gd name="connsiteX277" fmla="*/ 2700691 w 2915191"/>
                <a:gd name="connsiteY277" fmla="*/ 51506 h 434031"/>
                <a:gd name="connsiteX278" fmla="*/ 2710435 w 2915191"/>
                <a:gd name="connsiteY278" fmla="*/ 24878 h 434031"/>
                <a:gd name="connsiteX279" fmla="*/ 2720194 w 2915191"/>
                <a:gd name="connsiteY279" fmla="*/ 23494 h 434031"/>
                <a:gd name="connsiteX280" fmla="*/ 2729938 w 2915191"/>
                <a:gd name="connsiteY280" fmla="*/ 49585 h 434031"/>
                <a:gd name="connsiteX281" fmla="*/ 2739697 w 2915191"/>
                <a:gd name="connsiteY281" fmla="*/ 56127 h 434031"/>
                <a:gd name="connsiteX282" fmla="*/ 2749441 w 2915191"/>
                <a:gd name="connsiteY282" fmla="*/ 28284 h 434031"/>
                <a:gd name="connsiteX283" fmla="*/ 2759185 w 2915191"/>
                <a:gd name="connsiteY283" fmla="*/ 54143 h 434031"/>
                <a:gd name="connsiteX284" fmla="*/ 2768943 w 2915191"/>
                <a:gd name="connsiteY284" fmla="*/ 73075 h 434031"/>
                <a:gd name="connsiteX285" fmla="*/ 2778687 w 2915191"/>
                <a:gd name="connsiteY285" fmla="*/ 76730 h 434031"/>
                <a:gd name="connsiteX286" fmla="*/ 2788446 w 2915191"/>
                <a:gd name="connsiteY286" fmla="*/ 72145 h 434031"/>
                <a:gd name="connsiteX287" fmla="*/ 2798190 w 2915191"/>
                <a:gd name="connsiteY287" fmla="*/ 34049 h 434031"/>
                <a:gd name="connsiteX288" fmla="*/ 2807934 w 2915191"/>
                <a:gd name="connsiteY288" fmla="*/ 37091 h 434031"/>
                <a:gd name="connsiteX289" fmla="*/ 2817693 w 2915191"/>
                <a:gd name="connsiteY289" fmla="*/ 0 h 434031"/>
                <a:gd name="connsiteX290" fmla="*/ 2827437 w 2915191"/>
                <a:gd name="connsiteY290" fmla="*/ 10627 h 434031"/>
                <a:gd name="connsiteX291" fmla="*/ 2837196 w 2915191"/>
                <a:gd name="connsiteY291" fmla="*/ 4592 h 434031"/>
                <a:gd name="connsiteX292" fmla="*/ 2846940 w 2915191"/>
                <a:gd name="connsiteY292" fmla="*/ 28238 h 434031"/>
                <a:gd name="connsiteX293" fmla="*/ 2856684 w 2915191"/>
                <a:gd name="connsiteY293" fmla="*/ 26084 h 434031"/>
                <a:gd name="connsiteX294" fmla="*/ 2866442 w 2915191"/>
                <a:gd name="connsiteY294" fmla="*/ 56378 h 434031"/>
                <a:gd name="connsiteX295" fmla="*/ 2876186 w 2915191"/>
                <a:gd name="connsiteY295" fmla="*/ 54568 h 434031"/>
                <a:gd name="connsiteX296" fmla="*/ 2885945 w 2915191"/>
                <a:gd name="connsiteY296" fmla="*/ 74940 h 434031"/>
                <a:gd name="connsiteX297" fmla="*/ 2895689 w 2915191"/>
                <a:gd name="connsiteY297" fmla="*/ 68820 h 434031"/>
                <a:gd name="connsiteX298" fmla="*/ 2905433 w 2915191"/>
                <a:gd name="connsiteY298" fmla="*/ 53341 h 434031"/>
                <a:gd name="connsiteX299" fmla="*/ 2915192 w 2915191"/>
                <a:gd name="connsiteY299" fmla="*/ 70195 h 434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34031">
                  <a:moveTo>
                    <a:pt x="0" y="329193"/>
                  </a:moveTo>
                  <a:lnTo>
                    <a:pt x="9750" y="327713"/>
                  </a:lnTo>
                  <a:lnTo>
                    <a:pt x="19500" y="314784"/>
                  </a:lnTo>
                  <a:lnTo>
                    <a:pt x="29250" y="336042"/>
                  </a:lnTo>
                  <a:lnTo>
                    <a:pt x="39000" y="342078"/>
                  </a:lnTo>
                  <a:lnTo>
                    <a:pt x="48749" y="370515"/>
                  </a:lnTo>
                  <a:lnTo>
                    <a:pt x="58499" y="339736"/>
                  </a:lnTo>
                  <a:lnTo>
                    <a:pt x="68249" y="340522"/>
                  </a:lnTo>
                  <a:lnTo>
                    <a:pt x="77998" y="332594"/>
                  </a:lnTo>
                  <a:lnTo>
                    <a:pt x="87748" y="278060"/>
                  </a:lnTo>
                  <a:lnTo>
                    <a:pt x="97497" y="313977"/>
                  </a:lnTo>
                  <a:lnTo>
                    <a:pt x="107247" y="275849"/>
                  </a:lnTo>
                  <a:lnTo>
                    <a:pt x="116997" y="232606"/>
                  </a:lnTo>
                  <a:lnTo>
                    <a:pt x="126747" y="234637"/>
                  </a:lnTo>
                  <a:lnTo>
                    <a:pt x="136497" y="220791"/>
                  </a:lnTo>
                  <a:lnTo>
                    <a:pt x="146247" y="220217"/>
                  </a:lnTo>
                  <a:lnTo>
                    <a:pt x="155997" y="215353"/>
                  </a:lnTo>
                  <a:lnTo>
                    <a:pt x="165747" y="211507"/>
                  </a:lnTo>
                  <a:lnTo>
                    <a:pt x="175497" y="215740"/>
                  </a:lnTo>
                  <a:lnTo>
                    <a:pt x="185247" y="238072"/>
                  </a:lnTo>
                  <a:lnTo>
                    <a:pt x="194996" y="250017"/>
                  </a:lnTo>
                  <a:lnTo>
                    <a:pt x="204746" y="258792"/>
                  </a:lnTo>
                  <a:lnTo>
                    <a:pt x="214495" y="301111"/>
                  </a:lnTo>
                  <a:lnTo>
                    <a:pt x="224245" y="303515"/>
                  </a:lnTo>
                  <a:lnTo>
                    <a:pt x="233995" y="304559"/>
                  </a:lnTo>
                  <a:lnTo>
                    <a:pt x="243744" y="349566"/>
                  </a:lnTo>
                  <a:lnTo>
                    <a:pt x="253494" y="350990"/>
                  </a:lnTo>
                  <a:lnTo>
                    <a:pt x="263244" y="360827"/>
                  </a:lnTo>
                  <a:lnTo>
                    <a:pt x="272994" y="339174"/>
                  </a:lnTo>
                  <a:lnTo>
                    <a:pt x="282744" y="339204"/>
                  </a:lnTo>
                  <a:lnTo>
                    <a:pt x="292494" y="323618"/>
                  </a:lnTo>
                  <a:lnTo>
                    <a:pt x="302244" y="344610"/>
                  </a:lnTo>
                  <a:lnTo>
                    <a:pt x="311994" y="332714"/>
                  </a:lnTo>
                  <a:lnTo>
                    <a:pt x="321744" y="317064"/>
                  </a:lnTo>
                  <a:lnTo>
                    <a:pt x="331493" y="275773"/>
                  </a:lnTo>
                  <a:lnTo>
                    <a:pt x="341243" y="289749"/>
                  </a:lnTo>
                  <a:lnTo>
                    <a:pt x="350993" y="278340"/>
                  </a:lnTo>
                  <a:lnTo>
                    <a:pt x="360742" y="265936"/>
                  </a:lnTo>
                  <a:lnTo>
                    <a:pt x="370492" y="295615"/>
                  </a:lnTo>
                  <a:lnTo>
                    <a:pt x="380241" y="308762"/>
                  </a:lnTo>
                  <a:lnTo>
                    <a:pt x="389991" y="317713"/>
                  </a:lnTo>
                  <a:lnTo>
                    <a:pt x="399741" y="333155"/>
                  </a:lnTo>
                  <a:lnTo>
                    <a:pt x="409491" y="347078"/>
                  </a:lnTo>
                  <a:lnTo>
                    <a:pt x="419241" y="351990"/>
                  </a:lnTo>
                  <a:lnTo>
                    <a:pt x="428991" y="370341"/>
                  </a:lnTo>
                  <a:lnTo>
                    <a:pt x="438741" y="343877"/>
                  </a:lnTo>
                  <a:lnTo>
                    <a:pt x="448491" y="346086"/>
                  </a:lnTo>
                  <a:lnTo>
                    <a:pt x="458241" y="332922"/>
                  </a:lnTo>
                  <a:lnTo>
                    <a:pt x="467991" y="373561"/>
                  </a:lnTo>
                  <a:lnTo>
                    <a:pt x="477740" y="380483"/>
                  </a:lnTo>
                  <a:lnTo>
                    <a:pt x="487490" y="360646"/>
                  </a:lnTo>
                  <a:lnTo>
                    <a:pt x="497239" y="344196"/>
                  </a:lnTo>
                  <a:lnTo>
                    <a:pt x="506989" y="353614"/>
                  </a:lnTo>
                  <a:lnTo>
                    <a:pt x="516738" y="351619"/>
                  </a:lnTo>
                  <a:lnTo>
                    <a:pt x="526488" y="343203"/>
                  </a:lnTo>
                  <a:lnTo>
                    <a:pt x="536238" y="306263"/>
                  </a:lnTo>
                  <a:lnTo>
                    <a:pt x="545988" y="302721"/>
                  </a:lnTo>
                  <a:lnTo>
                    <a:pt x="555738" y="285003"/>
                  </a:lnTo>
                  <a:lnTo>
                    <a:pt x="565488" y="302053"/>
                  </a:lnTo>
                  <a:lnTo>
                    <a:pt x="575238" y="306079"/>
                  </a:lnTo>
                  <a:lnTo>
                    <a:pt x="584988" y="307037"/>
                  </a:lnTo>
                  <a:lnTo>
                    <a:pt x="594738" y="294082"/>
                  </a:lnTo>
                  <a:lnTo>
                    <a:pt x="604488" y="291503"/>
                  </a:lnTo>
                  <a:lnTo>
                    <a:pt x="614237" y="276512"/>
                  </a:lnTo>
                  <a:lnTo>
                    <a:pt x="623987" y="284535"/>
                  </a:lnTo>
                  <a:lnTo>
                    <a:pt x="633736" y="277763"/>
                  </a:lnTo>
                  <a:lnTo>
                    <a:pt x="643486" y="259524"/>
                  </a:lnTo>
                  <a:lnTo>
                    <a:pt x="653236" y="276612"/>
                  </a:lnTo>
                  <a:lnTo>
                    <a:pt x="662985" y="271495"/>
                  </a:lnTo>
                  <a:lnTo>
                    <a:pt x="672735" y="269745"/>
                  </a:lnTo>
                  <a:lnTo>
                    <a:pt x="682485" y="271100"/>
                  </a:lnTo>
                  <a:lnTo>
                    <a:pt x="692235" y="246848"/>
                  </a:lnTo>
                  <a:lnTo>
                    <a:pt x="701985" y="240991"/>
                  </a:lnTo>
                  <a:lnTo>
                    <a:pt x="711735" y="234547"/>
                  </a:lnTo>
                  <a:lnTo>
                    <a:pt x="721485" y="240467"/>
                  </a:lnTo>
                  <a:lnTo>
                    <a:pt x="731235" y="238947"/>
                  </a:lnTo>
                  <a:lnTo>
                    <a:pt x="740985" y="258186"/>
                  </a:lnTo>
                  <a:lnTo>
                    <a:pt x="750734" y="270011"/>
                  </a:lnTo>
                  <a:lnTo>
                    <a:pt x="760484" y="282605"/>
                  </a:lnTo>
                  <a:lnTo>
                    <a:pt x="770233" y="333278"/>
                  </a:lnTo>
                  <a:lnTo>
                    <a:pt x="779983" y="358657"/>
                  </a:lnTo>
                  <a:lnTo>
                    <a:pt x="789733" y="343441"/>
                  </a:lnTo>
                  <a:lnTo>
                    <a:pt x="799482" y="355284"/>
                  </a:lnTo>
                  <a:lnTo>
                    <a:pt x="809232" y="347170"/>
                  </a:lnTo>
                  <a:lnTo>
                    <a:pt x="818982" y="359401"/>
                  </a:lnTo>
                  <a:lnTo>
                    <a:pt x="828732" y="351619"/>
                  </a:lnTo>
                  <a:lnTo>
                    <a:pt x="838482" y="355037"/>
                  </a:lnTo>
                  <a:lnTo>
                    <a:pt x="848232" y="355576"/>
                  </a:lnTo>
                  <a:lnTo>
                    <a:pt x="857982" y="335361"/>
                  </a:lnTo>
                  <a:lnTo>
                    <a:pt x="867732" y="334853"/>
                  </a:lnTo>
                  <a:lnTo>
                    <a:pt x="877482" y="369368"/>
                  </a:lnTo>
                  <a:lnTo>
                    <a:pt x="887231" y="374101"/>
                  </a:lnTo>
                  <a:lnTo>
                    <a:pt x="896981" y="384659"/>
                  </a:lnTo>
                  <a:lnTo>
                    <a:pt x="906730" y="395222"/>
                  </a:lnTo>
                  <a:lnTo>
                    <a:pt x="916480" y="434031"/>
                  </a:lnTo>
                  <a:lnTo>
                    <a:pt x="926230" y="416275"/>
                  </a:lnTo>
                  <a:lnTo>
                    <a:pt x="935979" y="381922"/>
                  </a:lnTo>
                  <a:lnTo>
                    <a:pt x="945729" y="352674"/>
                  </a:lnTo>
                  <a:lnTo>
                    <a:pt x="955479" y="353830"/>
                  </a:lnTo>
                  <a:lnTo>
                    <a:pt x="965229" y="347712"/>
                  </a:lnTo>
                  <a:lnTo>
                    <a:pt x="974979" y="345455"/>
                  </a:lnTo>
                  <a:lnTo>
                    <a:pt x="984729" y="381766"/>
                  </a:lnTo>
                  <a:lnTo>
                    <a:pt x="994474" y="367495"/>
                  </a:lnTo>
                  <a:lnTo>
                    <a:pt x="1004233" y="359988"/>
                  </a:lnTo>
                  <a:lnTo>
                    <a:pt x="1013977" y="329768"/>
                  </a:lnTo>
                  <a:lnTo>
                    <a:pt x="1023721" y="282026"/>
                  </a:lnTo>
                  <a:lnTo>
                    <a:pt x="1033480" y="261765"/>
                  </a:lnTo>
                  <a:lnTo>
                    <a:pt x="1043224" y="275846"/>
                  </a:lnTo>
                  <a:lnTo>
                    <a:pt x="1052983" y="275917"/>
                  </a:lnTo>
                  <a:lnTo>
                    <a:pt x="1062727" y="270083"/>
                  </a:lnTo>
                  <a:lnTo>
                    <a:pt x="1072471" y="286430"/>
                  </a:lnTo>
                  <a:lnTo>
                    <a:pt x="1082230" y="303211"/>
                  </a:lnTo>
                  <a:lnTo>
                    <a:pt x="1091973" y="249312"/>
                  </a:lnTo>
                  <a:lnTo>
                    <a:pt x="1101732" y="260035"/>
                  </a:lnTo>
                  <a:lnTo>
                    <a:pt x="1111476" y="250744"/>
                  </a:lnTo>
                  <a:lnTo>
                    <a:pt x="1121220" y="255211"/>
                  </a:lnTo>
                  <a:lnTo>
                    <a:pt x="1130979" y="250267"/>
                  </a:lnTo>
                  <a:lnTo>
                    <a:pt x="1140723" y="250672"/>
                  </a:lnTo>
                  <a:lnTo>
                    <a:pt x="1150482" y="298452"/>
                  </a:lnTo>
                  <a:lnTo>
                    <a:pt x="1160226" y="300153"/>
                  </a:lnTo>
                  <a:lnTo>
                    <a:pt x="1169969" y="276908"/>
                  </a:lnTo>
                  <a:lnTo>
                    <a:pt x="1179728" y="300478"/>
                  </a:lnTo>
                  <a:lnTo>
                    <a:pt x="1189472" y="321253"/>
                  </a:lnTo>
                  <a:lnTo>
                    <a:pt x="1199231" y="345936"/>
                  </a:lnTo>
                  <a:lnTo>
                    <a:pt x="1208975" y="342773"/>
                  </a:lnTo>
                  <a:lnTo>
                    <a:pt x="1218719" y="347593"/>
                  </a:lnTo>
                  <a:lnTo>
                    <a:pt x="1228478" y="378085"/>
                  </a:lnTo>
                  <a:lnTo>
                    <a:pt x="1238222" y="360220"/>
                  </a:lnTo>
                  <a:lnTo>
                    <a:pt x="1247966" y="329253"/>
                  </a:lnTo>
                  <a:lnTo>
                    <a:pt x="1257725" y="346731"/>
                  </a:lnTo>
                  <a:lnTo>
                    <a:pt x="1267469" y="329060"/>
                  </a:lnTo>
                  <a:lnTo>
                    <a:pt x="1277227" y="333567"/>
                  </a:lnTo>
                  <a:lnTo>
                    <a:pt x="1286971" y="327386"/>
                  </a:lnTo>
                  <a:lnTo>
                    <a:pt x="1296715" y="316206"/>
                  </a:lnTo>
                  <a:lnTo>
                    <a:pt x="1306474" y="361752"/>
                  </a:lnTo>
                  <a:lnTo>
                    <a:pt x="1316218" y="353130"/>
                  </a:lnTo>
                  <a:lnTo>
                    <a:pt x="1325977" y="343232"/>
                  </a:lnTo>
                  <a:lnTo>
                    <a:pt x="1335721" y="321714"/>
                  </a:lnTo>
                  <a:lnTo>
                    <a:pt x="1345465" y="307563"/>
                  </a:lnTo>
                  <a:lnTo>
                    <a:pt x="1355224" y="323828"/>
                  </a:lnTo>
                  <a:lnTo>
                    <a:pt x="1364967" y="309793"/>
                  </a:lnTo>
                  <a:lnTo>
                    <a:pt x="1374726" y="293403"/>
                  </a:lnTo>
                  <a:lnTo>
                    <a:pt x="1384470" y="315069"/>
                  </a:lnTo>
                  <a:lnTo>
                    <a:pt x="1394214" y="317733"/>
                  </a:lnTo>
                  <a:lnTo>
                    <a:pt x="1403973" y="308461"/>
                  </a:lnTo>
                  <a:lnTo>
                    <a:pt x="1413717" y="322679"/>
                  </a:lnTo>
                  <a:lnTo>
                    <a:pt x="1423476" y="308412"/>
                  </a:lnTo>
                  <a:lnTo>
                    <a:pt x="1433220" y="320051"/>
                  </a:lnTo>
                  <a:lnTo>
                    <a:pt x="1442964" y="303086"/>
                  </a:lnTo>
                  <a:lnTo>
                    <a:pt x="1452722" y="301621"/>
                  </a:lnTo>
                  <a:lnTo>
                    <a:pt x="1462466" y="274681"/>
                  </a:lnTo>
                  <a:lnTo>
                    <a:pt x="1472225" y="263202"/>
                  </a:lnTo>
                  <a:lnTo>
                    <a:pt x="1481969" y="286913"/>
                  </a:lnTo>
                  <a:lnTo>
                    <a:pt x="1491713" y="248551"/>
                  </a:lnTo>
                  <a:lnTo>
                    <a:pt x="1501472" y="253211"/>
                  </a:lnTo>
                  <a:lnTo>
                    <a:pt x="1511216" y="246289"/>
                  </a:lnTo>
                  <a:lnTo>
                    <a:pt x="1520960" y="242074"/>
                  </a:lnTo>
                  <a:lnTo>
                    <a:pt x="1530719" y="198100"/>
                  </a:lnTo>
                  <a:lnTo>
                    <a:pt x="1540463" y="222323"/>
                  </a:lnTo>
                  <a:lnTo>
                    <a:pt x="1550221" y="194807"/>
                  </a:lnTo>
                  <a:lnTo>
                    <a:pt x="1559965" y="182706"/>
                  </a:lnTo>
                  <a:lnTo>
                    <a:pt x="1569709" y="179463"/>
                  </a:lnTo>
                  <a:lnTo>
                    <a:pt x="1579468" y="176201"/>
                  </a:lnTo>
                  <a:lnTo>
                    <a:pt x="1589212" y="161402"/>
                  </a:lnTo>
                  <a:lnTo>
                    <a:pt x="1598971" y="132345"/>
                  </a:lnTo>
                  <a:lnTo>
                    <a:pt x="1608715" y="121676"/>
                  </a:lnTo>
                  <a:lnTo>
                    <a:pt x="1618459" y="153409"/>
                  </a:lnTo>
                  <a:lnTo>
                    <a:pt x="1628218" y="163872"/>
                  </a:lnTo>
                  <a:lnTo>
                    <a:pt x="1637962" y="173934"/>
                  </a:lnTo>
                  <a:lnTo>
                    <a:pt x="1647720" y="181703"/>
                  </a:lnTo>
                  <a:lnTo>
                    <a:pt x="1657464" y="193866"/>
                  </a:lnTo>
                  <a:lnTo>
                    <a:pt x="1667208" y="198396"/>
                  </a:lnTo>
                  <a:lnTo>
                    <a:pt x="1676967" y="170549"/>
                  </a:lnTo>
                  <a:lnTo>
                    <a:pt x="1686711" y="184290"/>
                  </a:lnTo>
                  <a:lnTo>
                    <a:pt x="1696470" y="158457"/>
                  </a:lnTo>
                  <a:lnTo>
                    <a:pt x="1706214" y="155291"/>
                  </a:lnTo>
                  <a:lnTo>
                    <a:pt x="1715958" y="130147"/>
                  </a:lnTo>
                  <a:lnTo>
                    <a:pt x="1725716" y="144578"/>
                  </a:lnTo>
                  <a:lnTo>
                    <a:pt x="1735460" y="133207"/>
                  </a:lnTo>
                  <a:lnTo>
                    <a:pt x="1745219" y="141768"/>
                  </a:lnTo>
                  <a:lnTo>
                    <a:pt x="1754963" y="109469"/>
                  </a:lnTo>
                  <a:lnTo>
                    <a:pt x="1764707" y="100039"/>
                  </a:lnTo>
                  <a:lnTo>
                    <a:pt x="1774466" y="130964"/>
                  </a:lnTo>
                  <a:lnTo>
                    <a:pt x="1784210" y="91089"/>
                  </a:lnTo>
                  <a:lnTo>
                    <a:pt x="1793969" y="102736"/>
                  </a:lnTo>
                  <a:lnTo>
                    <a:pt x="1803713" y="70813"/>
                  </a:lnTo>
                  <a:lnTo>
                    <a:pt x="1813457" y="56539"/>
                  </a:lnTo>
                  <a:lnTo>
                    <a:pt x="1823215" y="70302"/>
                  </a:lnTo>
                  <a:lnTo>
                    <a:pt x="1832959" y="51190"/>
                  </a:lnTo>
                  <a:lnTo>
                    <a:pt x="1842703" y="34303"/>
                  </a:lnTo>
                  <a:lnTo>
                    <a:pt x="1852462" y="18969"/>
                  </a:lnTo>
                  <a:lnTo>
                    <a:pt x="1862206" y="2357"/>
                  </a:lnTo>
                  <a:lnTo>
                    <a:pt x="1871965" y="7286"/>
                  </a:lnTo>
                  <a:lnTo>
                    <a:pt x="1881709" y="10382"/>
                  </a:lnTo>
                  <a:lnTo>
                    <a:pt x="1891453" y="29591"/>
                  </a:lnTo>
                  <a:lnTo>
                    <a:pt x="1901212" y="19924"/>
                  </a:lnTo>
                  <a:lnTo>
                    <a:pt x="1910956" y="10219"/>
                  </a:lnTo>
                  <a:lnTo>
                    <a:pt x="1920714" y="14388"/>
                  </a:lnTo>
                  <a:lnTo>
                    <a:pt x="1930458" y="14470"/>
                  </a:lnTo>
                  <a:lnTo>
                    <a:pt x="1940202" y="3255"/>
                  </a:lnTo>
                  <a:lnTo>
                    <a:pt x="1949961" y="18294"/>
                  </a:lnTo>
                  <a:lnTo>
                    <a:pt x="1959705" y="28162"/>
                  </a:lnTo>
                  <a:lnTo>
                    <a:pt x="1969464" y="68535"/>
                  </a:lnTo>
                  <a:lnTo>
                    <a:pt x="1979208" y="72090"/>
                  </a:lnTo>
                  <a:lnTo>
                    <a:pt x="1988952" y="63838"/>
                  </a:lnTo>
                  <a:lnTo>
                    <a:pt x="1998711" y="45656"/>
                  </a:lnTo>
                  <a:lnTo>
                    <a:pt x="2008454" y="102015"/>
                  </a:lnTo>
                  <a:lnTo>
                    <a:pt x="2018213" y="72075"/>
                  </a:lnTo>
                  <a:lnTo>
                    <a:pt x="2027957" y="50508"/>
                  </a:lnTo>
                  <a:lnTo>
                    <a:pt x="2037701" y="54514"/>
                  </a:lnTo>
                  <a:lnTo>
                    <a:pt x="2047460" y="60614"/>
                  </a:lnTo>
                  <a:lnTo>
                    <a:pt x="2057204" y="41739"/>
                  </a:lnTo>
                  <a:lnTo>
                    <a:pt x="2066963" y="56621"/>
                  </a:lnTo>
                  <a:lnTo>
                    <a:pt x="2076707" y="82350"/>
                  </a:lnTo>
                  <a:lnTo>
                    <a:pt x="2086451" y="68720"/>
                  </a:lnTo>
                  <a:lnTo>
                    <a:pt x="2096210" y="64675"/>
                  </a:lnTo>
                  <a:lnTo>
                    <a:pt x="2105954" y="58958"/>
                  </a:lnTo>
                  <a:lnTo>
                    <a:pt x="2115697" y="41012"/>
                  </a:lnTo>
                  <a:lnTo>
                    <a:pt x="2125456" y="73428"/>
                  </a:lnTo>
                  <a:lnTo>
                    <a:pt x="2135200" y="79774"/>
                  </a:lnTo>
                  <a:lnTo>
                    <a:pt x="2144959" y="109665"/>
                  </a:lnTo>
                  <a:lnTo>
                    <a:pt x="2154703" y="129150"/>
                  </a:lnTo>
                  <a:lnTo>
                    <a:pt x="2164447" y="103475"/>
                  </a:lnTo>
                  <a:lnTo>
                    <a:pt x="2174206" y="123949"/>
                  </a:lnTo>
                  <a:lnTo>
                    <a:pt x="2183950" y="81539"/>
                  </a:lnTo>
                  <a:lnTo>
                    <a:pt x="2193709" y="109786"/>
                  </a:lnTo>
                  <a:lnTo>
                    <a:pt x="2203452" y="118490"/>
                  </a:lnTo>
                  <a:lnTo>
                    <a:pt x="2213196" y="129818"/>
                  </a:lnTo>
                  <a:lnTo>
                    <a:pt x="2222955" y="118542"/>
                  </a:lnTo>
                  <a:lnTo>
                    <a:pt x="2232699" y="142092"/>
                  </a:lnTo>
                  <a:lnTo>
                    <a:pt x="2242458" y="159532"/>
                  </a:lnTo>
                  <a:lnTo>
                    <a:pt x="2252202" y="147116"/>
                  </a:lnTo>
                  <a:lnTo>
                    <a:pt x="2261946" y="140843"/>
                  </a:lnTo>
                  <a:lnTo>
                    <a:pt x="2271705" y="138982"/>
                  </a:lnTo>
                  <a:lnTo>
                    <a:pt x="2281449" y="166185"/>
                  </a:lnTo>
                  <a:lnTo>
                    <a:pt x="2291208" y="156368"/>
                  </a:lnTo>
                  <a:lnTo>
                    <a:pt x="2300951" y="139176"/>
                  </a:lnTo>
                  <a:lnTo>
                    <a:pt x="2310695" y="139154"/>
                  </a:lnTo>
                  <a:lnTo>
                    <a:pt x="2320454" y="131379"/>
                  </a:lnTo>
                  <a:lnTo>
                    <a:pt x="2330198" y="146107"/>
                  </a:lnTo>
                  <a:lnTo>
                    <a:pt x="2339957" y="121588"/>
                  </a:lnTo>
                  <a:lnTo>
                    <a:pt x="2349701" y="129985"/>
                  </a:lnTo>
                  <a:lnTo>
                    <a:pt x="2359445" y="126130"/>
                  </a:lnTo>
                  <a:lnTo>
                    <a:pt x="2369204" y="149775"/>
                  </a:lnTo>
                  <a:lnTo>
                    <a:pt x="2378948" y="193472"/>
                  </a:lnTo>
                  <a:lnTo>
                    <a:pt x="2388692" y="197428"/>
                  </a:lnTo>
                  <a:lnTo>
                    <a:pt x="2398450" y="181373"/>
                  </a:lnTo>
                  <a:lnTo>
                    <a:pt x="2408194" y="193043"/>
                  </a:lnTo>
                  <a:lnTo>
                    <a:pt x="2417953" y="173588"/>
                  </a:lnTo>
                  <a:lnTo>
                    <a:pt x="2427697" y="172241"/>
                  </a:lnTo>
                  <a:lnTo>
                    <a:pt x="2437441" y="116343"/>
                  </a:lnTo>
                  <a:lnTo>
                    <a:pt x="2447200" y="117992"/>
                  </a:lnTo>
                  <a:lnTo>
                    <a:pt x="2456944" y="142606"/>
                  </a:lnTo>
                  <a:lnTo>
                    <a:pt x="2466703" y="136743"/>
                  </a:lnTo>
                  <a:lnTo>
                    <a:pt x="2476446" y="148623"/>
                  </a:lnTo>
                  <a:lnTo>
                    <a:pt x="2486190" y="156784"/>
                  </a:lnTo>
                  <a:lnTo>
                    <a:pt x="2495949" y="162064"/>
                  </a:lnTo>
                  <a:lnTo>
                    <a:pt x="2505693" y="194684"/>
                  </a:lnTo>
                  <a:lnTo>
                    <a:pt x="2515452" y="183336"/>
                  </a:lnTo>
                  <a:lnTo>
                    <a:pt x="2525196" y="157746"/>
                  </a:lnTo>
                  <a:lnTo>
                    <a:pt x="2534940" y="132155"/>
                  </a:lnTo>
                  <a:lnTo>
                    <a:pt x="2544699" y="138082"/>
                  </a:lnTo>
                  <a:lnTo>
                    <a:pt x="2554443" y="139335"/>
                  </a:lnTo>
                  <a:lnTo>
                    <a:pt x="2564202" y="125436"/>
                  </a:lnTo>
                  <a:lnTo>
                    <a:pt x="2573946" y="110163"/>
                  </a:lnTo>
                  <a:lnTo>
                    <a:pt x="2583690" y="106553"/>
                  </a:lnTo>
                  <a:lnTo>
                    <a:pt x="2593448" y="128130"/>
                  </a:lnTo>
                  <a:lnTo>
                    <a:pt x="2603192" y="117596"/>
                  </a:lnTo>
                  <a:lnTo>
                    <a:pt x="2612951" y="110463"/>
                  </a:lnTo>
                  <a:lnTo>
                    <a:pt x="2622695" y="92600"/>
                  </a:lnTo>
                  <a:lnTo>
                    <a:pt x="2632439" y="100225"/>
                  </a:lnTo>
                  <a:lnTo>
                    <a:pt x="2642198" y="96964"/>
                  </a:lnTo>
                  <a:lnTo>
                    <a:pt x="2651942" y="76819"/>
                  </a:lnTo>
                  <a:lnTo>
                    <a:pt x="2661685" y="80259"/>
                  </a:lnTo>
                  <a:lnTo>
                    <a:pt x="2671444" y="76286"/>
                  </a:lnTo>
                  <a:lnTo>
                    <a:pt x="2681188" y="70261"/>
                  </a:lnTo>
                  <a:lnTo>
                    <a:pt x="2690947" y="73297"/>
                  </a:lnTo>
                  <a:lnTo>
                    <a:pt x="2700691" y="51506"/>
                  </a:lnTo>
                  <a:lnTo>
                    <a:pt x="2710435" y="24878"/>
                  </a:lnTo>
                  <a:lnTo>
                    <a:pt x="2720194" y="23494"/>
                  </a:lnTo>
                  <a:lnTo>
                    <a:pt x="2729938" y="49585"/>
                  </a:lnTo>
                  <a:lnTo>
                    <a:pt x="2739697" y="56127"/>
                  </a:lnTo>
                  <a:lnTo>
                    <a:pt x="2749441" y="28284"/>
                  </a:lnTo>
                  <a:lnTo>
                    <a:pt x="2759185" y="54143"/>
                  </a:lnTo>
                  <a:lnTo>
                    <a:pt x="2768943" y="73075"/>
                  </a:lnTo>
                  <a:lnTo>
                    <a:pt x="2778687" y="76730"/>
                  </a:lnTo>
                  <a:lnTo>
                    <a:pt x="2788446" y="72145"/>
                  </a:lnTo>
                  <a:lnTo>
                    <a:pt x="2798190" y="34049"/>
                  </a:lnTo>
                  <a:lnTo>
                    <a:pt x="2807934" y="37091"/>
                  </a:lnTo>
                  <a:lnTo>
                    <a:pt x="2817693" y="0"/>
                  </a:lnTo>
                  <a:lnTo>
                    <a:pt x="2827437" y="10627"/>
                  </a:lnTo>
                  <a:lnTo>
                    <a:pt x="2837196" y="4592"/>
                  </a:lnTo>
                  <a:lnTo>
                    <a:pt x="2846940" y="28238"/>
                  </a:lnTo>
                  <a:lnTo>
                    <a:pt x="2856684" y="26084"/>
                  </a:lnTo>
                  <a:lnTo>
                    <a:pt x="2866442" y="56378"/>
                  </a:lnTo>
                  <a:lnTo>
                    <a:pt x="2876186" y="54568"/>
                  </a:lnTo>
                  <a:lnTo>
                    <a:pt x="2885945" y="74940"/>
                  </a:lnTo>
                  <a:lnTo>
                    <a:pt x="2895689" y="68820"/>
                  </a:lnTo>
                  <a:lnTo>
                    <a:pt x="2905433" y="53341"/>
                  </a:lnTo>
                  <a:lnTo>
                    <a:pt x="2915192" y="7019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3" name="Freeform 1002">
              <a:extLst>
                <a:ext uri="{FF2B5EF4-FFF2-40B4-BE49-F238E27FC236}">
                  <a16:creationId xmlns:a16="http://schemas.microsoft.com/office/drawing/2014/main" id="{13F3A032-899D-DCE1-092D-F0F956655876}"/>
                </a:ext>
              </a:extLst>
            </p:cNvPr>
            <p:cNvSpPr/>
            <p:nvPr/>
          </p:nvSpPr>
          <p:spPr>
            <a:xfrm>
              <a:off x="4426652" y="3493481"/>
              <a:ext cx="2915191" cy="540605"/>
            </a:xfrm>
            <a:custGeom>
              <a:avLst/>
              <a:gdLst>
                <a:gd name="connsiteX0" fmla="*/ 0 w 2915191"/>
                <a:gd name="connsiteY0" fmla="*/ 135296 h 540605"/>
                <a:gd name="connsiteX1" fmla="*/ 9750 w 2915191"/>
                <a:gd name="connsiteY1" fmla="*/ 136785 h 540605"/>
                <a:gd name="connsiteX2" fmla="*/ 19500 w 2915191"/>
                <a:gd name="connsiteY2" fmla="*/ 158340 h 540605"/>
                <a:gd name="connsiteX3" fmla="*/ 29250 w 2915191"/>
                <a:gd name="connsiteY3" fmla="*/ 120355 h 540605"/>
                <a:gd name="connsiteX4" fmla="*/ 39000 w 2915191"/>
                <a:gd name="connsiteY4" fmla="*/ 142862 h 540605"/>
                <a:gd name="connsiteX5" fmla="*/ 48749 w 2915191"/>
                <a:gd name="connsiteY5" fmla="*/ 161776 h 540605"/>
                <a:gd name="connsiteX6" fmla="*/ 58499 w 2915191"/>
                <a:gd name="connsiteY6" fmla="*/ 127376 h 540605"/>
                <a:gd name="connsiteX7" fmla="*/ 68249 w 2915191"/>
                <a:gd name="connsiteY7" fmla="*/ 131549 h 540605"/>
                <a:gd name="connsiteX8" fmla="*/ 77998 w 2915191"/>
                <a:gd name="connsiteY8" fmla="*/ 111003 h 540605"/>
                <a:gd name="connsiteX9" fmla="*/ 87748 w 2915191"/>
                <a:gd name="connsiteY9" fmla="*/ 119631 h 540605"/>
                <a:gd name="connsiteX10" fmla="*/ 97497 w 2915191"/>
                <a:gd name="connsiteY10" fmla="*/ 123526 h 540605"/>
                <a:gd name="connsiteX11" fmla="*/ 107247 w 2915191"/>
                <a:gd name="connsiteY11" fmla="*/ 115446 h 540605"/>
                <a:gd name="connsiteX12" fmla="*/ 116997 w 2915191"/>
                <a:gd name="connsiteY12" fmla="*/ 94753 h 540605"/>
                <a:gd name="connsiteX13" fmla="*/ 126747 w 2915191"/>
                <a:gd name="connsiteY13" fmla="*/ 94668 h 540605"/>
                <a:gd name="connsiteX14" fmla="*/ 136497 w 2915191"/>
                <a:gd name="connsiteY14" fmla="*/ 80270 h 540605"/>
                <a:gd name="connsiteX15" fmla="*/ 146247 w 2915191"/>
                <a:gd name="connsiteY15" fmla="*/ 111264 h 540605"/>
                <a:gd name="connsiteX16" fmla="*/ 155997 w 2915191"/>
                <a:gd name="connsiteY16" fmla="*/ 76891 h 540605"/>
                <a:gd name="connsiteX17" fmla="*/ 165747 w 2915191"/>
                <a:gd name="connsiteY17" fmla="*/ 64420 h 540605"/>
                <a:gd name="connsiteX18" fmla="*/ 175497 w 2915191"/>
                <a:gd name="connsiteY18" fmla="*/ 89874 h 540605"/>
                <a:gd name="connsiteX19" fmla="*/ 185247 w 2915191"/>
                <a:gd name="connsiteY19" fmla="*/ 72615 h 540605"/>
                <a:gd name="connsiteX20" fmla="*/ 194996 w 2915191"/>
                <a:gd name="connsiteY20" fmla="*/ 66363 h 540605"/>
                <a:gd name="connsiteX21" fmla="*/ 204746 w 2915191"/>
                <a:gd name="connsiteY21" fmla="*/ 87707 h 540605"/>
                <a:gd name="connsiteX22" fmla="*/ 214495 w 2915191"/>
                <a:gd name="connsiteY22" fmla="*/ 66908 h 540605"/>
                <a:gd name="connsiteX23" fmla="*/ 224245 w 2915191"/>
                <a:gd name="connsiteY23" fmla="*/ 63641 h 540605"/>
                <a:gd name="connsiteX24" fmla="*/ 233995 w 2915191"/>
                <a:gd name="connsiteY24" fmla="*/ 30325 h 540605"/>
                <a:gd name="connsiteX25" fmla="*/ 243744 w 2915191"/>
                <a:gd name="connsiteY25" fmla="*/ 64213 h 540605"/>
                <a:gd name="connsiteX26" fmla="*/ 253494 w 2915191"/>
                <a:gd name="connsiteY26" fmla="*/ 61926 h 540605"/>
                <a:gd name="connsiteX27" fmla="*/ 263244 w 2915191"/>
                <a:gd name="connsiteY27" fmla="*/ 45908 h 540605"/>
                <a:gd name="connsiteX28" fmla="*/ 272994 w 2915191"/>
                <a:gd name="connsiteY28" fmla="*/ 56780 h 540605"/>
                <a:gd name="connsiteX29" fmla="*/ 282744 w 2915191"/>
                <a:gd name="connsiteY29" fmla="*/ 87746 h 540605"/>
                <a:gd name="connsiteX30" fmla="*/ 292494 w 2915191"/>
                <a:gd name="connsiteY30" fmla="*/ 71716 h 540605"/>
                <a:gd name="connsiteX31" fmla="*/ 302244 w 2915191"/>
                <a:gd name="connsiteY31" fmla="*/ 58167 h 540605"/>
                <a:gd name="connsiteX32" fmla="*/ 311994 w 2915191"/>
                <a:gd name="connsiteY32" fmla="*/ 57293 h 540605"/>
                <a:gd name="connsiteX33" fmla="*/ 321744 w 2915191"/>
                <a:gd name="connsiteY33" fmla="*/ 45098 h 540605"/>
                <a:gd name="connsiteX34" fmla="*/ 331493 w 2915191"/>
                <a:gd name="connsiteY34" fmla="*/ 57550 h 540605"/>
                <a:gd name="connsiteX35" fmla="*/ 341243 w 2915191"/>
                <a:gd name="connsiteY35" fmla="*/ 30744 h 540605"/>
                <a:gd name="connsiteX36" fmla="*/ 350993 w 2915191"/>
                <a:gd name="connsiteY36" fmla="*/ 0 h 540605"/>
                <a:gd name="connsiteX37" fmla="*/ 360742 w 2915191"/>
                <a:gd name="connsiteY37" fmla="*/ 39207 h 540605"/>
                <a:gd name="connsiteX38" fmla="*/ 370492 w 2915191"/>
                <a:gd name="connsiteY38" fmla="*/ 54279 h 540605"/>
                <a:gd name="connsiteX39" fmla="*/ 380241 w 2915191"/>
                <a:gd name="connsiteY39" fmla="*/ 101438 h 540605"/>
                <a:gd name="connsiteX40" fmla="*/ 389991 w 2915191"/>
                <a:gd name="connsiteY40" fmla="*/ 149805 h 540605"/>
                <a:gd name="connsiteX41" fmla="*/ 399741 w 2915191"/>
                <a:gd name="connsiteY41" fmla="*/ 148856 h 540605"/>
                <a:gd name="connsiteX42" fmla="*/ 409491 w 2915191"/>
                <a:gd name="connsiteY42" fmla="*/ 151807 h 540605"/>
                <a:gd name="connsiteX43" fmla="*/ 419241 w 2915191"/>
                <a:gd name="connsiteY43" fmla="*/ 171796 h 540605"/>
                <a:gd name="connsiteX44" fmla="*/ 428991 w 2915191"/>
                <a:gd name="connsiteY44" fmla="*/ 165999 h 540605"/>
                <a:gd name="connsiteX45" fmla="*/ 438741 w 2915191"/>
                <a:gd name="connsiteY45" fmla="*/ 140442 h 540605"/>
                <a:gd name="connsiteX46" fmla="*/ 448491 w 2915191"/>
                <a:gd name="connsiteY46" fmla="*/ 130438 h 540605"/>
                <a:gd name="connsiteX47" fmla="*/ 458241 w 2915191"/>
                <a:gd name="connsiteY47" fmla="*/ 133349 h 540605"/>
                <a:gd name="connsiteX48" fmla="*/ 467991 w 2915191"/>
                <a:gd name="connsiteY48" fmla="*/ 123799 h 540605"/>
                <a:gd name="connsiteX49" fmla="*/ 477740 w 2915191"/>
                <a:gd name="connsiteY49" fmla="*/ 110001 h 540605"/>
                <a:gd name="connsiteX50" fmla="*/ 487490 w 2915191"/>
                <a:gd name="connsiteY50" fmla="*/ 75116 h 540605"/>
                <a:gd name="connsiteX51" fmla="*/ 497239 w 2915191"/>
                <a:gd name="connsiteY51" fmla="*/ 98706 h 540605"/>
                <a:gd name="connsiteX52" fmla="*/ 506989 w 2915191"/>
                <a:gd name="connsiteY52" fmla="*/ 87461 h 540605"/>
                <a:gd name="connsiteX53" fmla="*/ 516738 w 2915191"/>
                <a:gd name="connsiteY53" fmla="*/ 93488 h 540605"/>
                <a:gd name="connsiteX54" fmla="*/ 526488 w 2915191"/>
                <a:gd name="connsiteY54" fmla="*/ 97551 h 540605"/>
                <a:gd name="connsiteX55" fmla="*/ 536238 w 2915191"/>
                <a:gd name="connsiteY55" fmla="*/ 124766 h 540605"/>
                <a:gd name="connsiteX56" fmla="*/ 545988 w 2915191"/>
                <a:gd name="connsiteY56" fmla="*/ 135201 h 540605"/>
                <a:gd name="connsiteX57" fmla="*/ 555738 w 2915191"/>
                <a:gd name="connsiteY57" fmla="*/ 139554 h 540605"/>
                <a:gd name="connsiteX58" fmla="*/ 565488 w 2915191"/>
                <a:gd name="connsiteY58" fmla="*/ 119001 h 540605"/>
                <a:gd name="connsiteX59" fmla="*/ 575238 w 2915191"/>
                <a:gd name="connsiteY59" fmla="*/ 121664 h 540605"/>
                <a:gd name="connsiteX60" fmla="*/ 584988 w 2915191"/>
                <a:gd name="connsiteY60" fmla="*/ 95350 h 540605"/>
                <a:gd name="connsiteX61" fmla="*/ 594738 w 2915191"/>
                <a:gd name="connsiteY61" fmla="*/ 88351 h 540605"/>
                <a:gd name="connsiteX62" fmla="*/ 604488 w 2915191"/>
                <a:gd name="connsiteY62" fmla="*/ 107562 h 540605"/>
                <a:gd name="connsiteX63" fmla="*/ 614237 w 2915191"/>
                <a:gd name="connsiteY63" fmla="*/ 93673 h 540605"/>
                <a:gd name="connsiteX64" fmla="*/ 623987 w 2915191"/>
                <a:gd name="connsiteY64" fmla="*/ 120297 h 540605"/>
                <a:gd name="connsiteX65" fmla="*/ 633736 w 2915191"/>
                <a:gd name="connsiteY65" fmla="*/ 149380 h 540605"/>
                <a:gd name="connsiteX66" fmla="*/ 643486 w 2915191"/>
                <a:gd name="connsiteY66" fmla="*/ 157698 h 540605"/>
                <a:gd name="connsiteX67" fmla="*/ 653236 w 2915191"/>
                <a:gd name="connsiteY67" fmla="*/ 153148 h 540605"/>
                <a:gd name="connsiteX68" fmla="*/ 662985 w 2915191"/>
                <a:gd name="connsiteY68" fmla="*/ 150864 h 540605"/>
                <a:gd name="connsiteX69" fmla="*/ 672735 w 2915191"/>
                <a:gd name="connsiteY69" fmla="*/ 105923 h 540605"/>
                <a:gd name="connsiteX70" fmla="*/ 682485 w 2915191"/>
                <a:gd name="connsiteY70" fmla="*/ 134028 h 540605"/>
                <a:gd name="connsiteX71" fmla="*/ 692235 w 2915191"/>
                <a:gd name="connsiteY71" fmla="*/ 90146 h 540605"/>
                <a:gd name="connsiteX72" fmla="*/ 701985 w 2915191"/>
                <a:gd name="connsiteY72" fmla="*/ 102486 h 540605"/>
                <a:gd name="connsiteX73" fmla="*/ 711735 w 2915191"/>
                <a:gd name="connsiteY73" fmla="*/ 111817 h 540605"/>
                <a:gd name="connsiteX74" fmla="*/ 721485 w 2915191"/>
                <a:gd name="connsiteY74" fmla="*/ 110101 h 540605"/>
                <a:gd name="connsiteX75" fmla="*/ 731235 w 2915191"/>
                <a:gd name="connsiteY75" fmla="*/ 130141 h 540605"/>
                <a:gd name="connsiteX76" fmla="*/ 740985 w 2915191"/>
                <a:gd name="connsiteY76" fmla="*/ 137813 h 540605"/>
                <a:gd name="connsiteX77" fmla="*/ 750734 w 2915191"/>
                <a:gd name="connsiteY77" fmla="*/ 123288 h 540605"/>
                <a:gd name="connsiteX78" fmla="*/ 760484 w 2915191"/>
                <a:gd name="connsiteY78" fmla="*/ 118942 h 540605"/>
                <a:gd name="connsiteX79" fmla="*/ 770233 w 2915191"/>
                <a:gd name="connsiteY79" fmla="*/ 133382 h 540605"/>
                <a:gd name="connsiteX80" fmla="*/ 779983 w 2915191"/>
                <a:gd name="connsiteY80" fmla="*/ 115907 h 540605"/>
                <a:gd name="connsiteX81" fmla="*/ 789733 w 2915191"/>
                <a:gd name="connsiteY81" fmla="*/ 141886 h 540605"/>
                <a:gd name="connsiteX82" fmla="*/ 799482 w 2915191"/>
                <a:gd name="connsiteY82" fmla="*/ 143292 h 540605"/>
                <a:gd name="connsiteX83" fmla="*/ 809232 w 2915191"/>
                <a:gd name="connsiteY83" fmla="*/ 185434 h 540605"/>
                <a:gd name="connsiteX84" fmla="*/ 818982 w 2915191"/>
                <a:gd name="connsiteY84" fmla="*/ 240514 h 540605"/>
                <a:gd name="connsiteX85" fmla="*/ 828732 w 2915191"/>
                <a:gd name="connsiteY85" fmla="*/ 238640 h 540605"/>
                <a:gd name="connsiteX86" fmla="*/ 838482 w 2915191"/>
                <a:gd name="connsiteY86" fmla="*/ 243187 h 540605"/>
                <a:gd name="connsiteX87" fmla="*/ 848232 w 2915191"/>
                <a:gd name="connsiteY87" fmla="*/ 230662 h 540605"/>
                <a:gd name="connsiteX88" fmla="*/ 857982 w 2915191"/>
                <a:gd name="connsiteY88" fmla="*/ 243385 h 540605"/>
                <a:gd name="connsiteX89" fmla="*/ 867732 w 2915191"/>
                <a:gd name="connsiteY89" fmla="*/ 237169 h 540605"/>
                <a:gd name="connsiteX90" fmla="*/ 877482 w 2915191"/>
                <a:gd name="connsiteY90" fmla="*/ 217114 h 540605"/>
                <a:gd name="connsiteX91" fmla="*/ 887231 w 2915191"/>
                <a:gd name="connsiteY91" fmla="*/ 218416 h 540605"/>
                <a:gd name="connsiteX92" fmla="*/ 896981 w 2915191"/>
                <a:gd name="connsiteY92" fmla="*/ 201242 h 540605"/>
                <a:gd name="connsiteX93" fmla="*/ 906730 w 2915191"/>
                <a:gd name="connsiteY93" fmla="*/ 196890 h 540605"/>
                <a:gd name="connsiteX94" fmla="*/ 916480 w 2915191"/>
                <a:gd name="connsiteY94" fmla="*/ 134803 h 540605"/>
                <a:gd name="connsiteX95" fmla="*/ 926230 w 2915191"/>
                <a:gd name="connsiteY95" fmla="*/ 175039 h 540605"/>
                <a:gd name="connsiteX96" fmla="*/ 935979 w 2915191"/>
                <a:gd name="connsiteY96" fmla="*/ 210861 h 540605"/>
                <a:gd name="connsiteX97" fmla="*/ 945729 w 2915191"/>
                <a:gd name="connsiteY97" fmla="*/ 218833 h 540605"/>
                <a:gd name="connsiteX98" fmla="*/ 955479 w 2915191"/>
                <a:gd name="connsiteY98" fmla="*/ 223050 h 540605"/>
                <a:gd name="connsiteX99" fmla="*/ 965229 w 2915191"/>
                <a:gd name="connsiteY99" fmla="*/ 204684 h 540605"/>
                <a:gd name="connsiteX100" fmla="*/ 974979 w 2915191"/>
                <a:gd name="connsiteY100" fmla="*/ 206248 h 540605"/>
                <a:gd name="connsiteX101" fmla="*/ 984729 w 2915191"/>
                <a:gd name="connsiteY101" fmla="*/ 208325 h 540605"/>
                <a:gd name="connsiteX102" fmla="*/ 994474 w 2915191"/>
                <a:gd name="connsiteY102" fmla="*/ 232049 h 540605"/>
                <a:gd name="connsiteX103" fmla="*/ 1004233 w 2915191"/>
                <a:gd name="connsiteY103" fmla="*/ 270387 h 540605"/>
                <a:gd name="connsiteX104" fmla="*/ 1013977 w 2915191"/>
                <a:gd name="connsiteY104" fmla="*/ 280920 h 540605"/>
                <a:gd name="connsiteX105" fmla="*/ 1023721 w 2915191"/>
                <a:gd name="connsiteY105" fmla="*/ 256243 h 540605"/>
                <a:gd name="connsiteX106" fmla="*/ 1033480 w 2915191"/>
                <a:gd name="connsiteY106" fmla="*/ 264444 h 540605"/>
                <a:gd name="connsiteX107" fmla="*/ 1043224 w 2915191"/>
                <a:gd name="connsiteY107" fmla="*/ 293765 h 540605"/>
                <a:gd name="connsiteX108" fmla="*/ 1052983 w 2915191"/>
                <a:gd name="connsiteY108" fmla="*/ 298818 h 540605"/>
                <a:gd name="connsiteX109" fmla="*/ 1062727 w 2915191"/>
                <a:gd name="connsiteY109" fmla="*/ 288495 h 540605"/>
                <a:gd name="connsiteX110" fmla="*/ 1072471 w 2915191"/>
                <a:gd name="connsiteY110" fmla="*/ 288263 h 540605"/>
                <a:gd name="connsiteX111" fmla="*/ 1082230 w 2915191"/>
                <a:gd name="connsiteY111" fmla="*/ 268542 h 540605"/>
                <a:gd name="connsiteX112" fmla="*/ 1091973 w 2915191"/>
                <a:gd name="connsiteY112" fmla="*/ 253184 h 540605"/>
                <a:gd name="connsiteX113" fmla="*/ 1101732 w 2915191"/>
                <a:gd name="connsiteY113" fmla="*/ 253691 h 540605"/>
                <a:gd name="connsiteX114" fmla="*/ 1111476 w 2915191"/>
                <a:gd name="connsiteY114" fmla="*/ 228202 h 540605"/>
                <a:gd name="connsiteX115" fmla="*/ 1121220 w 2915191"/>
                <a:gd name="connsiteY115" fmla="*/ 205587 h 540605"/>
                <a:gd name="connsiteX116" fmla="*/ 1130979 w 2915191"/>
                <a:gd name="connsiteY116" fmla="*/ 220043 h 540605"/>
                <a:gd name="connsiteX117" fmla="*/ 1140723 w 2915191"/>
                <a:gd name="connsiteY117" fmla="*/ 234495 h 540605"/>
                <a:gd name="connsiteX118" fmla="*/ 1150482 w 2915191"/>
                <a:gd name="connsiteY118" fmla="*/ 241328 h 540605"/>
                <a:gd name="connsiteX119" fmla="*/ 1160226 w 2915191"/>
                <a:gd name="connsiteY119" fmla="*/ 235787 h 540605"/>
                <a:gd name="connsiteX120" fmla="*/ 1169969 w 2915191"/>
                <a:gd name="connsiteY120" fmla="*/ 256547 h 540605"/>
                <a:gd name="connsiteX121" fmla="*/ 1179728 w 2915191"/>
                <a:gd name="connsiteY121" fmla="*/ 198882 h 540605"/>
                <a:gd name="connsiteX122" fmla="*/ 1189472 w 2915191"/>
                <a:gd name="connsiteY122" fmla="*/ 211746 h 540605"/>
                <a:gd name="connsiteX123" fmla="*/ 1199231 w 2915191"/>
                <a:gd name="connsiteY123" fmla="*/ 233552 h 540605"/>
                <a:gd name="connsiteX124" fmla="*/ 1208975 w 2915191"/>
                <a:gd name="connsiteY124" fmla="*/ 227746 h 540605"/>
                <a:gd name="connsiteX125" fmla="*/ 1218719 w 2915191"/>
                <a:gd name="connsiteY125" fmla="*/ 219659 h 540605"/>
                <a:gd name="connsiteX126" fmla="*/ 1228478 w 2915191"/>
                <a:gd name="connsiteY126" fmla="*/ 225539 h 540605"/>
                <a:gd name="connsiteX127" fmla="*/ 1238222 w 2915191"/>
                <a:gd name="connsiteY127" fmla="*/ 240109 h 540605"/>
                <a:gd name="connsiteX128" fmla="*/ 1247966 w 2915191"/>
                <a:gd name="connsiteY128" fmla="*/ 274777 h 540605"/>
                <a:gd name="connsiteX129" fmla="*/ 1257725 w 2915191"/>
                <a:gd name="connsiteY129" fmla="*/ 236460 h 540605"/>
                <a:gd name="connsiteX130" fmla="*/ 1267469 w 2915191"/>
                <a:gd name="connsiteY130" fmla="*/ 247564 h 540605"/>
                <a:gd name="connsiteX131" fmla="*/ 1277227 w 2915191"/>
                <a:gd name="connsiteY131" fmla="*/ 247994 h 540605"/>
                <a:gd name="connsiteX132" fmla="*/ 1286971 w 2915191"/>
                <a:gd name="connsiteY132" fmla="*/ 252977 h 540605"/>
                <a:gd name="connsiteX133" fmla="*/ 1296715 w 2915191"/>
                <a:gd name="connsiteY133" fmla="*/ 293453 h 540605"/>
                <a:gd name="connsiteX134" fmla="*/ 1306474 w 2915191"/>
                <a:gd name="connsiteY134" fmla="*/ 278221 h 540605"/>
                <a:gd name="connsiteX135" fmla="*/ 1316218 w 2915191"/>
                <a:gd name="connsiteY135" fmla="*/ 263550 h 540605"/>
                <a:gd name="connsiteX136" fmla="*/ 1325977 w 2915191"/>
                <a:gd name="connsiteY136" fmla="*/ 317067 h 540605"/>
                <a:gd name="connsiteX137" fmla="*/ 1335721 w 2915191"/>
                <a:gd name="connsiteY137" fmla="*/ 300927 h 540605"/>
                <a:gd name="connsiteX138" fmla="*/ 1345465 w 2915191"/>
                <a:gd name="connsiteY138" fmla="*/ 317675 h 540605"/>
                <a:gd name="connsiteX139" fmla="*/ 1355224 w 2915191"/>
                <a:gd name="connsiteY139" fmla="*/ 301488 h 540605"/>
                <a:gd name="connsiteX140" fmla="*/ 1364967 w 2915191"/>
                <a:gd name="connsiteY140" fmla="*/ 281273 h 540605"/>
                <a:gd name="connsiteX141" fmla="*/ 1374726 w 2915191"/>
                <a:gd name="connsiteY141" fmla="*/ 273983 h 540605"/>
                <a:gd name="connsiteX142" fmla="*/ 1384470 w 2915191"/>
                <a:gd name="connsiteY142" fmla="*/ 302066 h 540605"/>
                <a:gd name="connsiteX143" fmla="*/ 1394214 w 2915191"/>
                <a:gd name="connsiteY143" fmla="*/ 285926 h 540605"/>
                <a:gd name="connsiteX144" fmla="*/ 1403973 w 2915191"/>
                <a:gd name="connsiteY144" fmla="*/ 269682 h 540605"/>
                <a:gd name="connsiteX145" fmla="*/ 1413717 w 2915191"/>
                <a:gd name="connsiteY145" fmla="*/ 289887 h 540605"/>
                <a:gd name="connsiteX146" fmla="*/ 1423476 w 2915191"/>
                <a:gd name="connsiteY146" fmla="*/ 306280 h 540605"/>
                <a:gd name="connsiteX147" fmla="*/ 1433220 w 2915191"/>
                <a:gd name="connsiteY147" fmla="*/ 289840 h 540605"/>
                <a:gd name="connsiteX148" fmla="*/ 1442964 w 2915191"/>
                <a:gd name="connsiteY148" fmla="*/ 317207 h 540605"/>
                <a:gd name="connsiteX149" fmla="*/ 1452722 w 2915191"/>
                <a:gd name="connsiteY149" fmla="*/ 303078 h 540605"/>
                <a:gd name="connsiteX150" fmla="*/ 1462466 w 2915191"/>
                <a:gd name="connsiteY150" fmla="*/ 312138 h 540605"/>
                <a:gd name="connsiteX151" fmla="*/ 1472225 w 2915191"/>
                <a:gd name="connsiteY151" fmla="*/ 310928 h 540605"/>
                <a:gd name="connsiteX152" fmla="*/ 1481969 w 2915191"/>
                <a:gd name="connsiteY152" fmla="*/ 311961 h 540605"/>
                <a:gd name="connsiteX153" fmla="*/ 1491713 w 2915191"/>
                <a:gd name="connsiteY153" fmla="*/ 328521 h 540605"/>
                <a:gd name="connsiteX154" fmla="*/ 1501472 w 2915191"/>
                <a:gd name="connsiteY154" fmla="*/ 310854 h 540605"/>
                <a:gd name="connsiteX155" fmla="*/ 1511216 w 2915191"/>
                <a:gd name="connsiteY155" fmla="*/ 319452 h 540605"/>
                <a:gd name="connsiteX156" fmla="*/ 1520960 w 2915191"/>
                <a:gd name="connsiteY156" fmla="*/ 316849 h 540605"/>
                <a:gd name="connsiteX157" fmla="*/ 1530719 w 2915191"/>
                <a:gd name="connsiteY157" fmla="*/ 319437 h 540605"/>
                <a:gd name="connsiteX158" fmla="*/ 1540463 w 2915191"/>
                <a:gd name="connsiteY158" fmla="*/ 300933 h 540605"/>
                <a:gd name="connsiteX159" fmla="*/ 1550221 w 2915191"/>
                <a:gd name="connsiteY159" fmla="*/ 285806 h 540605"/>
                <a:gd name="connsiteX160" fmla="*/ 1559965 w 2915191"/>
                <a:gd name="connsiteY160" fmla="*/ 274488 h 540605"/>
                <a:gd name="connsiteX161" fmla="*/ 1569709 w 2915191"/>
                <a:gd name="connsiteY161" fmla="*/ 264578 h 540605"/>
                <a:gd name="connsiteX162" fmla="*/ 1579468 w 2915191"/>
                <a:gd name="connsiteY162" fmla="*/ 232925 h 540605"/>
                <a:gd name="connsiteX163" fmla="*/ 1589212 w 2915191"/>
                <a:gd name="connsiteY163" fmla="*/ 226257 h 540605"/>
                <a:gd name="connsiteX164" fmla="*/ 1598971 w 2915191"/>
                <a:gd name="connsiteY164" fmla="*/ 216935 h 540605"/>
                <a:gd name="connsiteX165" fmla="*/ 1608715 w 2915191"/>
                <a:gd name="connsiteY165" fmla="*/ 203420 h 540605"/>
                <a:gd name="connsiteX166" fmla="*/ 1618459 w 2915191"/>
                <a:gd name="connsiteY166" fmla="*/ 194104 h 540605"/>
                <a:gd name="connsiteX167" fmla="*/ 1628218 w 2915191"/>
                <a:gd name="connsiteY167" fmla="*/ 173004 h 540605"/>
                <a:gd name="connsiteX168" fmla="*/ 1637962 w 2915191"/>
                <a:gd name="connsiteY168" fmla="*/ 165817 h 540605"/>
                <a:gd name="connsiteX169" fmla="*/ 1647720 w 2915191"/>
                <a:gd name="connsiteY169" fmla="*/ 185901 h 540605"/>
                <a:gd name="connsiteX170" fmla="*/ 1657464 w 2915191"/>
                <a:gd name="connsiteY170" fmla="*/ 198164 h 540605"/>
                <a:gd name="connsiteX171" fmla="*/ 1667208 w 2915191"/>
                <a:gd name="connsiteY171" fmla="*/ 196385 h 540605"/>
                <a:gd name="connsiteX172" fmla="*/ 1676967 w 2915191"/>
                <a:gd name="connsiteY172" fmla="*/ 217817 h 540605"/>
                <a:gd name="connsiteX173" fmla="*/ 1686711 w 2915191"/>
                <a:gd name="connsiteY173" fmla="*/ 192399 h 540605"/>
                <a:gd name="connsiteX174" fmla="*/ 1696470 w 2915191"/>
                <a:gd name="connsiteY174" fmla="*/ 203294 h 540605"/>
                <a:gd name="connsiteX175" fmla="*/ 1706214 w 2915191"/>
                <a:gd name="connsiteY175" fmla="*/ 207145 h 540605"/>
                <a:gd name="connsiteX176" fmla="*/ 1715958 w 2915191"/>
                <a:gd name="connsiteY176" fmla="*/ 242700 h 540605"/>
                <a:gd name="connsiteX177" fmla="*/ 1725716 w 2915191"/>
                <a:gd name="connsiteY177" fmla="*/ 287449 h 540605"/>
                <a:gd name="connsiteX178" fmla="*/ 1735460 w 2915191"/>
                <a:gd name="connsiteY178" fmla="*/ 270793 h 540605"/>
                <a:gd name="connsiteX179" fmla="*/ 1745219 w 2915191"/>
                <a:gd name="connsiteY179" fmla="*/ 284168 h 540605"/>
                <a:gd name="connsiteX180" fmla="*/ 1754963 w 2915191"/>
                <a:gd name="connsiteY180" fmla="*/ 260565 h 540605"/>
                <a:gd name="connsiteX181" fmla="*/ 1764707 w 2915191"/>
                <a:gd name="connsiteY181" fmla="*/ 260179 h 540605"/>
                <a:gd name="connsiteX182" fmla="*/ 1774466 w 2915191"/>
                <a:gd name="connsiteY182" fmla="*/ 283988 h 540605"/>
                <a:gd name="connsiteX183" fmla="*/ 1784210 w 2915191"/>
                <a:gd name="connsiteY183" fmla="*/ 268828 h 540605"/>
                <a:gd name="connsiteX184" fmla="*/ 1793969 w 2915191"/>
                <a:gd name="connsiteY184" fmla="*/ 278909 h 540605"/>
                <a:gd name="connsiteX185" fmla="*/ 1803713 w 2915191"/>
                <a:gd name="connsiteY185" fmla="*/ 303382 h 540605"/>
                <a:gd name="connsiteX186" fmla="*/ 1813457 w 2915191"/>
                <a:gd name="connsiteY186" fmla="*/ 313929 h 540605"/>
                <a:gd name="connsiteX187" fmla="*/ 1823215 w 2915191"/>
                <a:gd name="connsiteY187" fmla="*/ 343761 h 540605"/>
                <a:gd name="connsiteX188" fmla="*/ 1832959 w 2915191"/>
                <a:gd name="connsiteY188" fmla="*/ 357331 h 540605"/>
                <a:gd name="connsiteX189" fmla="*/ 1842703 w 2915191"/>
                <a:gd name="connsiteY189" fmla="*/ 365718 h 540605"/>
                <a:gd name="connsiteX190" fmla="*/ 1852462 w 2915191"/>
                <a:gd name="connsiteY190" fmla="*/ 381898 h 540605"/>
                <a:gd name="connsiteX191" fmla="*/ 1862206 w 2915191"/>
                <a:gd name="connsiteY191" fmla="*/ 377466 h 540605"/>
                <a:gd name="connsiteX192" fmla="*/ 1871965 w 2915191"/>
                <a:gd name="connsiteY192" fmla="*/ 373050 h 540605"/>
                <a:gd name="connsiteX193" fmla="*/ 1881709 w 2915191"/>
                <a:gd name="connsiteY193" fmla="*/ 340525 h 540605"/>
                <a:gd name="connsiteX194" fmla="*/ 1891453 w 2915191"/>
                <a:gd name="connsiteY194" fmla="*/ 309364 h 540605"/>
                <a:gd name="connsiteX195" fmla="*/ 1901212 w 2915191"/>
                <a:gd name="connsiteY195" fmla="*/ 285813 h 540605"/>
                <a:gd name="connsiteX196" fmla="*/ 1910956 w 2915191"/>
                <a:gd name="connsiteY196" fmla="*/ 310916 h 540605"/>
                <a:gd name="connsiteX197" fmla="*/ 1920714 w 2915191"/>
                <a:gd name="connsiteY197" fmla="*/ 308904 h 540605"/>
                <a:gd name="connsiteX198" fmla="*/ 1930458 w 2915191"/>
                <a:gd name="connsiteY198" fmla="*/ 325243 h 540605"/>
                <a:gd name="connsiteX199" fmla="*/ 1940202 w 2915191"/>
                <a:gd name="connsiteY199" fmla="*/ 319851 h 540605"/>
                <a:gd name="connsiteX200" fmla="*/ 1949961 w 2915191"/>
                <a:gd name="connsiteY200" fmla="*/ 304333 h 540605"/>
                <a:gd name="connsiteX201" fmla="*/ 1959705 w 2915191"/>
                <a:gd name="connsiteY201" fmla="*/ 318212 h 540605"/>
                <a:gd name="connsiteX202" fmla="*/ 1969464 w 2915191"/>
                <a:gd name="connsiteY202" fmla="*/ 353915 h 540605"/>
                <a:gd name="connsiteX203" fmla="*/ 1979208 w 2915191"/>
                <a:gd name="connsiteY203" fmla="*/ 343231 h 540605"/>
                <a:gd name="connsiteX204" fmla="*/ 1988952 w 2915191"/>
                <a:gd name="connsiteY204" fmla="*/ 350445 h 540605"/>
                <a:gd name="connsiteX205" fmla="*/ 1998711 w 2915191"/>
                <a:gd name="connsiteY205" fmla="*/ 353909 h 540605"/>
                <a:gd name="connsiteX206" fmla="*/ 2008454 w 2915191"/>
                <a:gd name="connsiteY206" fmla="*/ 396075 h 540605"/>
                <a:gd name="connsiteX207" fmla="*/ 2018213 w 2915191"/>
                <a:gd name="connsiteY207" fmla="*/ 422276 h 540605"/>
                <a:gd name="connsiteX208" fmla="*/ 2027957 w 2915191"/>
                <a:gd name="connsiteY208" fmla="*/ 421042 h 540605"/>
                <a:gd name="connsiteX209" fmla="*/ 2037701 w 2915191"/>
                <a:gd name="connsiteY209" fmla="*/ 418623 h 540605"/>
                <a:gd name="connsiteX210" fmla="*/ 2047460 w 2915191"/>
                <a:gd name="connsiteY210" fmla="*/ 413307 h 540605"/>
                <a:gd name="connsiteX211" fmla="*/ 2057204 w 2915191"/>
                <a:gd name="connsiteY211" fmla="*/ 440846 h 540605"/>
                <a:gd name="connsiteX212" fmla="*/ 2066963 w 2915191"/>
                <a:gd name="connsiteY212" fmla="*/ 454435 h 540605"/>
                <a:gd name="connsiteX213" fmla="*/ 2076707 w 2915191"/>
                <a:gd name="connsiteY213" fmla="*/ 444650 h 540605"/>
                <a:gd name="connsiteX214" fmla="*/ 2086451 w 2915191"/>
                <a:gd name="connsiteY214" fmla="*/ 447638 h 540605"/>
                <a:gd name="connsiteX215" fmla="*/ 2096210 w 2915191"/>
                <a:gd name="connsiteY215" fmla="*/ 432246 h 540605"/>
                <a:gd name="connsiteX216" fmla="*/ 2105954 w 2915191"/>
                <a:gd name="connsiteY216" fmla="*/ 437726 h 540605"/>
                <a:gd name="connsiteX217" fmla="*/ 2115697 w 2915191"/>
                <a:gd name="connsiteY217" fmla="*/ 440271 h 540605"/>
                <a:gd name="connsiteX218" fmla="*/ 2125456 w 2915191"/>
                <a:gd name="connsiteY218" fmla="*/ 422020 h 540605"/>
                <a:gd name="connsiteX219" fmla="*/ 2135200 w 2915191"/>
                <a:gd name="connsiteY219" fmla="*/ 385905 h 540605"/>
                <a:gd name="connsiteX220" fmla="*/ 2144959 w 2915191"/>
                <a:gd name="connsiteY220" fmla="*/ 363084 h 540605"/>
                <a:gd name="connsiteX221" fmla="*/ 2154703 w 2915191"/>
                <a:gd name="connsiteY221" fmla="*/ 394115 h 540605"/>
                <a:gd name="connsiteX222" fmla="*/ 2164447 w 2915191"/>
                <a:gd name="connsiteY222" fmla="*/ 406593 h 540605"/>
                <a:gd name="connsiteX223" fmla="*/ 2174206 w 2915191"/>
                <a:gd name="connsiteY223" fmla="*/ 386873 h 540605"/>
                <a:gd name="connsiteX224" fmla="*/ 2183950 w 2915191"/>
                <a:gd name="connsiteY224" fmla="*/ 376432 h 540605"/>
                <a:gd name="connsiteX225" fmla="*/ 2193709 w 2915191"/>
                <a:gd name="connsiteY225" fmla="*/ 396554 h 540605"/>
                <a:gd name="connsiteX226" fmla="*/ 2203452 w 2915191"/>
                <a:gd name="connsiteY226" fmla="*/ 424265 h 540605"/>
                <a:gd name="connsiteX227" fmla="*/ 2213196 w 2915191"/>
                <a:gd name="connsiteY227" fmla="*/ 459914 h 540605"/>
                <a:gd name="connsiteX228" fmla="*/ 2222955 w 2915191"/>
                <a:gd name="connsiteY228" fmla="*/ 463875 h 540605"/>
                <a:gd name="connsiteX229" fmla="*/ 2232699 w 2915191"/>
                <a:gd name="connsiteY229" fmla="*/ 503481 h 540605"/>
                <a:gd name="connsiteX230" fmla="*/ 2242458 w 2915191"/>
                <a:gd name="connsiteY230" fmla="*/ 514732 h 540605"/>
                <a:gd name="connsiteX231" fmla="*/ 2252202 w 2915191"/>
                <a:gd name="connsiteY231" fmla="*/ 509964 h 540605"/>
                <a:gd name="connsiteX232" fmla="*/ 2261946 w 2915191"/>
                <a:gd name="connsiteY232" fmla="*/ 512126 h 540605"/>
                <a:gd name="connsiteX233" fmla="*/ 2271705 w 2915191"/>
                <a:gd name="connsiteY233" fmla="*/ 522250 h 540605"/>
                <a:gd name="connsiteX234" fmla="*/ 2281449 w 2915191"/>
                <a:gd name="connsiteY234" fmla="*/ 524291 h 540605"/>
                <a:gd name="connsiteX235" fmla="*/ 2291208 w 2915191"/>
                <a:gd name="connsiteY235" fmla="*/ 534199 h 540605"/>
                <a:gd name="connsiteX236" fmla="*/ 2300951 w 2915191"/>
                <a:gd name="connsiteY236" fmla="*/ 518522 h 540605"/>
                <a:gd name="connsiteX237" fmla="*/ 2310695 w 2915191"/>
                <a:gd name="connsiteY237" fmla="*/ 512585 h 540605"/>
                <a:gd name="connsiteX238" fmla="*/ 2320454 w 2915191"/>
                <a:gd name="connsiteY238" fmla="*/ 491641 h 540605"/>
                <a:gd name="connsiteX239" fmla="*/ 2330198 w 2915191"/>
                <a:gd name="connsiteY239" fmla="*/ 511372 h 540605"/>
                <a:gd name="connsiteX240" fmla="*/ 2339957 w 2915191"/>
                <a:gd name="connsiteY240" fmla="*/ 495562 h 540605"/>
                <a:gd name="connsiteX241" fmla="*/ 2349701 w 2915191"/>
                <a:gd name="connsiteY241" fmla="*/ 490011 h 540605"/>
                <a:gd name="connsiteX242" fmla="*/ 2359445 w 2915191"/>
                <a:gd name="connsiteY242" fmla="*/ 476784 h 540605"/>
                <a:gd name="connsiteX243" fmla="*/ 2369204 w 2915191"/>
                <a:gd name="connsiteY243" fmla="*/ 485769 h 540605"/>
                <a:gd name="connsiteX244" fmla="*/ 2378948 w 2915191"/>
                <a:gd name="connsiteY244" fmla="*/ 467432 h 540605"/>
                <a:gd name="connsiteX245" fmla="*/ 2388692 w 2915191"/>
                <a:gd name="connsiteY245" fmla="*/ 485375 h 540605"/>
                <a:gd name="connsiteX246" fmla="*/ 2398450 w 2915191"/>
                <a:gd name="connsiteY246" fmla="*/ 484458 h 540605"/>
                <a:gd name="connsiteX247" fmla="*/ 2408194 w 2915191"/>
                <a:gd name="connsiteY247" fmla="*/ 498368 h 540605"/>
                <a:gd name="connsiteX248" fmla="*/ 2417953 w 2915191"/>
                <a:gd name="connsiteY248" fmla="*/ 516217 h 540605"/>
                <a:gd name="connsiteX249" fmla="*/ 2427697 w 2915191"/>
                <a:gd name="connsiteY249" fmla="*/ 477795 h 540605"/>
                <a:gd name="connsiteX250" fmla="*/ 2437441 w 2915191"/>
                <a:gd name="connsiteY250" fmla="*/ 477709 h 540605"/>
                <a:gd name="connsiteX251" fmla="*/ 2447200 w 2915191"/>
                <a:gd name="connsiteY251" fmla="*/ 462065 h 540605"/>
                <a:gd name="connsiteX252" fmla="*/ 2456944 w 2915191"/>
                <a:gd name="connsiteY252" fmla="*/ 484980 h 540605"/>
                <a:gd name="connsiteX253" fmla="*/ 2466703 w 2915191"/>
                <a:gd name="connsiteY253" fmla="*/ 469687 h 540605"/>
                <a:gd name="connsiteX254" fmla="*/ 2476446 w 2915191"/>
                <a:gd name="connsiteY254" fmla="*/ 437468 h 540605"/>
                <a:gd name="connsiteX255" fmla="*/ 2486190 w 2915191"/>
                <a:gd name="connsiteY255" fmla="*/ 437392 h 540605"/>
                <a:gd name="connsiteX256" fmla="*/ 2495949 w 2915191"/>
                <a:gd name="connsiteY256" fmla="*/ 427809 h 540605"/>
                <a:gd name="connsiteX257" fmla="*/ 2505693 w 2915191"/>
                <a:gd name="connsiteY257" fmla="*/ 418730 h 540605"/>
                <a:gd name="connsiteX258" fmla="*/ 2515452 w 2915191"/>
                <a:gd name="connsiteY258" fmla="*/ 379927 h 540605"/>
                <a:gd name="connsiteX259" fmla="*/ 2525196 w 2915191"/>
                <a:gd name="connsiteY259" fmla="*/ 388059 h 540605"/>
                <a:gd name="connsiteX260" fmla="*/ 2534940 w 2915191"/>
                <a:gd name="connsiteY260" fmla="*/ 379473 h 540605"/>
                <a:gd name="connsiteX261" fmla="*/ 2544699 w 2915191"/>
                <a:gd name="connsiteY261" fmla="*/ 430490 h 540605"/>
                <a:gd name="connsiteX262" fmla="*/ 2554443 w 2915191"/>
                <a:gd name="connsiteY262" fmla="*/ 440228 h 540605"/>
                <a:gd name="connsiteX263" fmla="*/ 2564202 w 2915191"/>
                <a:gd name="connsiteY263" fmla="*/ 456696 h 540605"/>
                <a:gd name="connsiteX264" fmla="*/ 2573946 w 2915191"/>
                <a:gd name="connsiteY264" fmla="*/ 454631 h 540605"/>
                <a:gd name="connsiteX265" fmla="*/ 2583690 w 2915191"/>
                <a:gd name="connsiteY265" fmla="*/ 487635 h 540605"/>
                <a:gd name="connsiteX266" fmla="*/ 2593448 w 2915191"/>
                <a:gd name="connsiteY266" fmla="*/ 540605 h 540605"/>
                <a:gd name="connsiteX267" fmla="*/ 2603192 w 2915191"/>
                <a:gd name="connsiteY267" fmla="*/ 503901 h 540605"/>
                <a:gd name="connsiteX268" fmla="*/ 2612951 w 2915191"/>
                <a:gd name="connsiteY268" fmla="*/ 501625 h 540605"/>
                <a:gd name="connsiteX269" fmla="*/ 2622695 w 2915191"/>
                <a:gd name="connsiteY269" fmla="*/ 457764 h 540605"/>
                <a:gd name="connsiteX270" fmla="*/ 2632439 w 2915191"/>
                <a:gd name="connsiteY270" fmla="*/ 438587 h 540605"/>
                <a:gd name="connsiteX271" fmla="*/ 2642198 w 2915191"/>
                <a:gd name="connsiteY271" fmla="*/ 440554 h 540605"/>
                <a:gd name="connsiteX272" fmla="*/ 2651942 w 2915191"/>
                <a:gd name="connsiteY272" fmla="*/ 476455 h 540605"/>
                <a:gd name="connsiteX273" fmla="*/ 2661685 w 2915191"/>
                <a:gd name="connsiteY273" fmla="*/ 477353 h 540605"/>
                <a:gd name="connsiteX274" fmla="*/ 2671444 w 2915191"/>
                <a:gd name="connsiteY274" fmla="*/ 473706 h 540605"/>
                <a:gd name="connsiteX275" fmla="*/ 2681188 w 2915191"/>
                <a:gd name="connsiteY275" fmla="*/ 456268 h 540605"/>
                <a:gd name="connsiteX276" fmla="*/ 2690947 w 2915191"/>
                <a:gd name="connsiteY276" fmla="*/ 467433 h 540605"/>
                <a:gd name="connsiteX277" fmla="*/ 2700691 w 2915191"/>
                <a:gd name="connsiteY277" fmla="*/ 474768 h 540605"/>
                <a:gd name="connsiteX278" fmla="*/ 2710435 w 2915191"/>
                <a:gd name="connsiteY278" fmla="*/ 486118 h 540605"/>
                <a:gd name="connsiteX279" fmla="*/ 2720194 w 2915191"/>
                <a:gd name="connsiteY279" fmla="*/ 446704 h 540605"/>
                <a:gd name="connsiteX280" fmla="*/ 2729938 w 2915191"/>
                <a:gd name="connsiteY280" fmla="*/ 444300 h 540605"/>
                <a:gd name="connsiteX281" fmla="*/ 2739697 w 2915191"/>
                <a:gd name="connsiteY281" fmla="*/ 417020 h 540605"/>
                <a:gd name="connsiteX282" fmla="*/ 2749441 w 2915191"/>
                <a:gd name="connsiteY282" fmla="*/ 395821 h 540605"/>
                <a:gd name="connsiteX283" fmla="*/ 2759185 w 2915191"/>
                <a:gd name="connsiteY283" fmla="*/ 381986 h 540605"/>
                <a:gd name="connsiteX284" fmla="*/ 2768943 w 2915191"/>
                <a:gd name="connsiteY284" fmla="*/ 358029 h 540605"/>
                <a:gd name="connsiteX285" fmla="*/ 2778687 w 2915191"/>
                <a:gd name="connsiteY285" fmla="*/ 373577 h 540605"/>
                <a:gd name="connsiteX286" fmla="*/ 2788446 w 2915191"/>
                <a:gd name="connsiteY286" fmla="*/ 390516 h 540605"/>
                <a:gd name="connsiteX287" fmla="*/ 2798190 w 2915191"/>
                <a:gd name="connsiteY287" fmla="*/ 402080 h 540605"/>
                <a:gd name="connsiteX288" fmla="*/ 2807934 w 2915191"/>
                <a:gd name="connsiteY288" fmla="*/ 366388 h 540605"/>
                <a:gd name="connsiteX289" fmla="*/ 2817693 w 2915191"/>
                <a:gd name="connsiteY289" fmla="*/ 366296 h 540605"/>
                <a:gd name="connsiteX290" fmla="*/ 2827437 w 2915191"/>
                <a:gd name="connsiteY290" fmla="*/ 361935 h 540605"/>
                <a:gd name="connsiteX291" fmla="*/ 2837196 w 2915191"/>
                <a:gd name="connsiteY291" fmla="*/ 375250 h 540605"/>
                <a:gd name="connsiteX292" fmla="*/ 2846940 w 2915191"/>
                <a:gd name="connsiteY292" fmla="*/ 371111 h 540605"/>
                <a:gd name="connsiteX293" fmla="*/ 2856684 w 2915191"/>
                <a:gd name="connsiteY293" fmla="*/ 403999 h 540605"/>
                <a:gd name="connsiteX294" fmla="*/ 2866442 w 2915191"/>
                <a:gd name="connsiteY294" fmla="*/ 385091 h 540605"/>
                <a:gd name="connsiteX295" fmla="*/ 2876186 w 2915191"/>
                <a:gd name="connsiteY295" fmla="*/ 427668 h 540605"/>
                <a:gd name="connsiteX296" fmla="*/ 2885945 w 2915191"/>
                <a:gd name="connsiteY296" fmla="*/ 424992 h 540605"/>
                <a:gd name="connsiteX297" fmla="*/ 2895689 w 2915191"/>
                <a:gd name="connsiteY297" fmla="*/ 411644 h 540605"/>
                <a:gd name="connsiteX298" fmla="*/ 2905433 w 2915191"/>
                <a:gd name="connsiteY298" fmla="*/ 423971 h 540605"/>
                <a:gd name="connsiteX299" fmla="*/ 2915192 w 2915191"/>
                <a:gd name="connsiteY299" fmla="*/ 442388 h 540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40605">
                  <a:moveTo>
                    <a:pt x="0" y="135296"/>
                  </a:moveTo>
                  <a:lnTo>
                    <a:pt x="9750" y="136785"/>
                  </a:lnTo>
                  <a:lnTo>
                    <a:pt x="19500" y="158340"/>
                  </a:lnTo>
                  <a:lnTo>
                    <a:pt x="29250" y="120355"/>
                  </a:lnTo>
                  <a:lnTo>
                    <a:pt x="39000" y="142862"/>
                  </a:lnTo>
                  <a:lnTo>
                    <a:pt x="48749" y="161776"/>
                  </a:lnTo>
                  <a:lnTo>
                    <a:pt x="58499" y="127376"/>
                  </a:lnTo>
                  <a:lnTo>
                    <a:pt x="68249" y="131549"/>
                  </a:lnTo>
                  <a:lnTo>
                    <a:pt x="77998" y="111003"/>
                  </a:lnTo>
                  <a:lnTo>
                    <a:pt x="87748" y="119631"/>
                  </a:lnTo>
                  <a:lnTo>
                    <a:pt x="97497" y="123526"/>
                  </a:lnTo>
                  <a:lnTo>
                    <a:pt x="107247" y="115446"/>
                  </a:lnTo>
                  <a:lnTo>
                    <a:pt x="116997" y="94753"/>
                  </a:lnTo>
                  <a:lnTo>
                    <a:pt x="126747" y="94668"/>
                  </a:lnTo>
                  <a:lnTo>
                    <a:pt x="136497" y="80270"/>
                  </a:lnTo>
                  <a:lnTo>
                    <a:pt x="146247" y="111264"/>
                  </a:lnTo>
                  <a:lnTo>
                    <a:pt x="155997" y="76891"/>
                  </a:lnTo>
                  <a:lnTo>
                    <a:pt x="165747" y="64420"/>
                  </a:lnTo>
                  <a:lnTo>
                    <a:pt x="175497" y="89874"/>
                  </a:lnTo>
                  <a:lnTo>
                    <a:pt x="185247" y="72615"/>
                  </a:lnTo>
                  <a:lnTo>
                    <a:pt x="194996" y="66363"/>
                  </a:lnTo>
                  <a:lnTo>
                    <a:pt x="204746" y="87707"/>
                  </a:lnTo>
                  <a:lnTo>
                    <a:pt x="214495" y="66908"/>
                  </a:lnTo>
                  <a:lnTo>
                    <a:pt x="224245" y="63641"/>
                  </a:lnTo>
                  <a:lnTo>
                    <a:pt x="233995" y="30325"/>
                  </a:lnTo>
                  <a:lnTo>
                    <a:pt x="243744" y="64213"/>
                  </a:lnTo>
                  <a:lnTo>
                    <a:pt x="253494" y="61926"/>
                  </a:lnTo>
                  <a:lnTo>
                    <a:pt x="263244" y="45908"/>
                  </a:lnTo>
                  <a:lnTo>
                    <a:pt x="272994" y="56780"/>
                  </a:lnTo>
                  <a:lnTo>
                    <a:pt x="282744" y="87746"/>
                  </a:lnTo>
                  <a:lnTo>
                    <a:pt x="292494" y="71716"/>
                  </a:lnTo>
                  <a:lnTo>
                    <a:pt x="302244" y="58167"/>
                  </a:lnTo>
                  <a:lnTo>
                    <a:pt x="311994" y="57293"/>
                  </a:lnTo>
                  <a:lnTo>
                    <a:pt x="321744" y="45098"/>
                  </a:lnTo>
                  <a:lnTo>
                    <a:pt x="331493" y="57550"/>
                  </a:lnTo>
                  <a:lnTo>
                    <a:pt x="341243" y="30744"/>
                  </a:lnTo>
                  <a:lnTo>
                    <a:pt x="350993" y="0"/>
                  </a:lnTo>
                  <a:lnTo>
                    <a:pt x="360742" y="39207"/>
                  </a:lnTo>
                  <a:lnTo>
                    <a:pt x="370492" y="54279"/>
                  </a:lnTo>
                  <a:lnTo>
                    <a:pt x="380241" y="101438"/>
                  </a:lnTo>
                  <a:lnTo>
                    <a:pt x="389991" y="149805"/>
                  </a:lnTo>
                  <a:lnTo>
                    <a:pt x="399741" y="148856"/>
                  </a:lnTo>
                  <a:lnTo>
                    <a:pt x="409491" y="151807"/>
                  </a:lnTo>
                  <a:lnTo>
                    <a:pt x="419241" y="171796"/>
                  </a:lnTo>
                  <a:lnTo>
                    <a:pt x="428991" y="165999"/>
                  </a:lnTo>
                  <a:lnTo>
                    <a:pt x="438741" y="140442"/>
                  </a:lnTo>
                  <a:lnTo>
                    <a:pt x="448491" y="130438"/>
                  </a:lnTo>
                  <a:lnTo>
                    <a:pt x="458241" y="133349"/>
                  </a:lnTo>
                  <a:lnTo>
                    <a:pt x="467991" y="123799"/>
                  </a:lnTo>
                  <a:lnTo>
                    <a:pt x="477740" y="110001"/>
                  </a:lnTo>
                  <a:lnTo>
                    <a:pt x="487490" y="75116"/>
                  </a:lnTo>
                  <a:lnTo>
                    <a:pt x="497239" y="98706"/>
                  </a:lnTo>
                  <a:lnTo>
                    <a:pt x="506989" y="87461"/>
                  </a:lnTo>
                  <a:lnTo>
                    <a:pt x="516738" y="93488"/>
                  </a:lnTo>
                  <a:lnTo>
                    <a:pt x="526488" y="97551"/>
                  </a:lnTo>
                  <a:lnTo>
                    <a:pt x="536238" y="124766"/>
                  </a:lnTo>
                  <a:lnTo>
                    <a:pt x="545988" y="135201"/>
                  </a:lnTo>
                  <a:lnTo>
                    <a:pt x="555738" y="139554"/>
                  </a:lnTo>
                  <a:lnTo>
                    <a:pt x="565488" y="119001"/>
                  </a:lnTo>
                  <a:lnTo>
                    <a:pt x="575238" y="121664"/>
                  </a:lnTo>
                  <a:lnTo>
                    <a:pt x="584988" y="95350"/>
                  </a:lnTo>
                  <a:lnTo>
                    <a:pt x="594738" y="88351"/>
                  </a:lnTo>
                  <a:lnTo>
                    <a:pt x="604488" y="107562"/>
                  </a:lnTo>
                  <a:lnTo>
                    <a:pt x="614237" y="93673"/>
                  </a:lnTo>
                  <a:lnTo>
                    <a:pt x="623987" y="120297"/>
                  </a:lnTo>
                  <a:lnTo>
                    <a:pt x="633736" y="149380"/>
                  </a:lnTo>
                  <a:lnTo>
                    <a:pt x="643486" y="157698"/>
                  </a:lnTo>
                  <a:lnTo>
                    <a:pt x="653236" y="153148"/>
                  </a:lnTo>
                  <a:lnTo>
                    <a:pt x="662985" y="150864"/>
                  </a:lnTo>
                  <a:lnTo>
                    <a:pt x="672735" y="105923"/>
                  </a:lnTo>
                  <a:lnTo>
                    <a:pt x="682485" y="134028"/>
                  </a:lnTo>
                  <a:lnTo>
                    <a:pt x="692235" y="90146"/>
                  </a:lnTo>
                  <a:lnTo>
                    <a:pt x="701985" y="102486"/>
                  </a:lnTo>
                  <a:lnTo>
                    <a:pt x="711735" y="111817"/>
                  </a:lnTo>
                  <a:lnTo>
                    <a:pt x="721485" y="110101"/>
                  </a:lnTo>
                  <a:lnTo>
                    <a:pt x="731235" y="130141"/>
                  </a:lnTo>
                  <a:lnTo>
                    <a:pt x="740985" y="137813"/>
                  </a:lnTo>
                  <a:lnTo>
                    <a:pt x="750734" y="123288"/>
                  </a:lnTo>
                  <a:lnTo>
                    <a:pt x="760484" y="118942"/>
                  </a:lnTo>
                  <a:lnTo>
                    <a:pt x="770233" y="133382"/>
                  </a:lnTo>
                  <a:lnTo>
                    <a:pt x="779983" y="115907"/>
                  </a:lnTo>
                  <a:lnTo>
                    <a:pt x="789733" y="141886"/>
                  </a:lnTo>
                  <a:lnTo>
                    <a:pt x="799482" y="143292"/>
                  </a:lnTo>
                  <a:lnTo>
                    <a:pt x="809232" y="185434"/>
                  </a:lnTo>
                  <a:lnTo>
                    <a:pt x="818982" y="240514"/>
                  </a:lnTo>
                  <a:lnTo>
                    <a:pt x="828732" y="238640"/>
                  </a:lnTo>
                  <a:lnTo>
                    <a:pt x="838482" y="243187"/>
                  </a:lnTo>
                  <a:lnTo>
                    <a:pt x="848232" y="230662"/>
                  </a:lnTo>
                  <a:lnTo>
                    <a:pt x="857982" y="243385"/>
                  </a:lnTo>
                  <a:lnTo>
                    <a:pt x="867732" y="237169"/>
                  </a:lnTo>
                  <a:lnTo>
                    <a:pt x="877482" y="217114"/>
                  </a:lnTo>
                  <a:lnTo>
                    <a:pt x="887231" y="218416"/>
                  </a:lnTo>
                  <a:lnTo>
                    <a:pt x="896981" y="201242"/>
                  </a:lnTo>
                  <a:lnTo>
                    <a:pt x="906730" y="196890"/>
                  </a:lnTo>
                  <a:lnTo>
                    <a:pt x="916480" y="134803"/>
                  </a:lnTo>
                  <a:lnTo>
                    <a:pt x="926230" y="175039"/>
                  </a:lnTo>
                  <a:lnTo>
                    <a:pt x="935979" y="210861"/>
                  </a:lnTo>
                  <a:lnTo>
                    <a:pt x="945729" y="218833"/>
                  </a:lnTo>
                  <a:lnTo>
                    <a:pt x="955479" y="223050"/>
                  </a:lnTo>
                  <a:lnTo>
                    <a:pt x="965229" y="204684"/>
                  </a:lnTo>
                  <a:lnTo>
                    <a:pt x="974979" y="206248"/>
                  </a:lnTo>
                  <a:lnTo>
                    <a:pt x="984729" y="208325"/>
                  </a:lnTo>
                  <a:lnTo>
                    <a:pt x="994474" y="232049"/>
                  </a:lnTo>
                  <a:lnTo>
                    <a:pt x="1004233" y="270387"/>
                  </a:lnTo>
                  <a:lnTo>
                    <a:pt x="1013977" y="280920"/>
                  </a:lnTo>
                  <a:lnTo>
                    <a:pt x="1023721" y="256243"/>
                  </a:lnTo>
                  <a:lnTo>
                    <a:pt x="1033480" y="264444"/>
                  </a:lnTo>
                  <a:lnTo>
                    <a:pt x="1043224" y="293765"/>
                  </a:lnTo>
                  <a:lnTo>
                    <a:pt x="1052983" y="298818"/>
                  </a:lnTo>
                  <a:lnTo>
                    <a:pt x="1062727" y="288495"/>
                  </a:lnTo>
                  <a:lnTo>
                    <a:pt x="1072471" y="288263"/>
                  </a:lnTo>
                  <a:lnTo>
                    <a:pt x="1082230" y="268542"/>
                  </a:lnTo>
                  <a:lnTo>
                    <a:pt x="1091973" y="253184"/>
                  </a:lnTo>
                  <a:lnTo>
                    <a:pt x="1101732" y="253691"/>
                  </a:lnTo>
                  <a:lnTo>
                    <a:pt x="1111476" y="228202"/>
                  </a:lnTo>
                  <a:lnTo>
                    <a:pt x="1121220" y="205587"/>
                  </a:lnTo>
                  <a:lnTo>
                    <a:pt x="1130979" y="220043"/>
                  </a:lnTo>
                  <a:lnTo>
                    <a:pt x="1140723" y="234495"/>
                  </a:lnTo>
                  <a:lnTo>
                    <a:pt x="1150482" y="241328"/>
                  </a:lnTo>
                  <a:lnTo>
                    <a:pt x="1160226" y="235787"/>
                  </a:lnTo>
                  <a:lnTo>
                    <a:pt x="1169969" y="256547"/>
                  </a:lnTo>
                  <a:lnTo>
                    <a:pt x="1179728" y="198882"/>
                  </a:lnTo>
                  <a:lnTo>
                    <a:pt x="1189472" y="211746"/>
                  </a:lnTo>
                  <a:lnTo>
                    <a:pt x="1199231" y="233552"/>
                  </a:lnTo>
                  <a:lnTo>
                    <a:pt x="1208975" y="227746"/>
                  </a:lnTo>
                  <a:lnTo>
                    <a:pt x="1218719" y="219659"/>
                  </a:lnTo>
                  <a:lnTo>
                    <a:pt x="1228478" y="225539"/>
                  </a:lnTo>
                  <a:lnTo>
                    <a:pt x="1238222" y="240109"/>
                  </a:lnTo>
                  <a:lnTo>
                    <a:pt x="1247966" y="274777"/>
                  </a:lnTo>
                  <a:lnTo>
                    <a:pt x="1257725" y="236460"/>
                  </a:lnTo>
                  <a:lnTo>
                    <a:pt x="1267469" y="247564"/>
                  </a:lnTo>
                  <a:lnTo>
                    <a:pt x="1277227" y="247994"/>
                  </a:lnTo>
                  <a:lnTo>
                    <a:pt x="1286971" y="252977"/>
                  </a:lnTo>
                  <a:lnTo>
                    <a:pt x="1296715" y="293453"/>
                  </a:lnTo>
                  <a:lnTo>
                    <a:pt x="1306474" y="278221"/>
                  </a:lnTo>
                  <a:lnTo>
                    <a:pt x="1316218" y="263550"/>
                  </a:lnTo>
                  <a:lnTo>
                    <a:pt x="1325977" y="317067"/>
                  </a:lnTo>
                  <a:lnTo>
                    <a:pt x="1335721" y="300927"/>
                  </a:lnTo>
                  <a:lnTo>
                    <a:pt x="1345465" y="317675"/>
                  </a:lnTo>
                  <a:lnTo>
                    <a:pt x="1355224" y="301488"/>
                  </a:lnTo>
                  <a:lnTo>
                    <a:pt x="1364967" y="281273"/>
                  </a:lnTo>
                  <a:lnTo>
                    <a:pt x="1374726" y="273983"/>
                  </a:lnTo>
                  <a:lnTo>
                    <a:pt x="1384470" y="302066"/>
                  </a:lnTo>
                  <a:lnTo>
                    <a:pt x="1394214" y="285926"/>
                  </a:lnTo>
                  <a:lnTo>
                    <a:pt x="1403973" y="269682"/>
                  </a:lnTo>
                  <a:lnTo>
                    <a:pt x="1413717" y="289887"/>
                  </a:lnTo>
                  <a:lnTo>
                    <a:pt x="1423476" y="306280"/>
                  </a:lnTo>
                  <a:lnTo>
                    <a:pt x="1433220" y="289840"/>
                  </a:lnTo>
                  <a:lnTo>
                    <a:pt x="1442964" y="317207"/>
                  </a:lnTo>
                  <a:lnTo>
                    <a:pt x="1452722" y="303078"/>
                  </a:lnTo>
                  <a:lnTo>
                    <a:pt x="1462466" y="312138"/>
                  </a:lnTo>
                  <a:lnTo>
                    <a:pt x="1472225" y="310928"/>
                  </a:lnTo>
                  <a:lnTo>
                    <a:pt x="1481969" y="311961"/>
                  </a:lnTo>
                  <a:lnTo>
                    <a:pt x="1491713" y="328521"/>
                  </a:lnTo>
                  <a:lnTo>
                    <a:pt x="1501472" y="310854"/>
                  </a:lnTo>
                  <a:lnTo>
                    <a:pt x="1511216" y="319452"/>
                  </a:lnTo>
                  <a:lnTo>
                    <a:pt x="1520960" y="316849"/>
                  </a:lnTo>
                  <a:lnTo>
                    <a:pt x="1530719" y="319437"/>
                  </a:lnTo>
                  <a:lnTo>
                    <a:pt x="1540463" y="300933"/>
                  </a:lnTo>
                  <a:lnTo>
                    <a:pt x="1550221" y="285806"/>
                  </a:lnTo>
                  <a:lnTo>
                    <a:pt x="1559965" y="274488"/>
                  </a:lnTo>
                  <a:lnTo>
                    <a:pt x="1569709" y="264578"/>
                  </a:lnTo>
                  <a:lnTo>
                    <a:pt x="1579468" y="232925"/>
                  </a:lnTo>
                  <a:lnTo>
                    <a:pt x="1589212" y="226257"/>
                  </a:lnTo>
                  <a:lnTo>
                    <a:pt x="1598971" y="216935"/>
                  </a:lnTo>
                  <a:lnTo>
                    <a:pt x="1608715" y="203420"/>
                  </a:lnTo>
                  <a:lnTo>
                    <a:pt x="1618459" y="194104"/>
                  </a:lnTo>
                  <a:lnTo>
                    <a:pt x="1628218" y="173004"/>
                  </a:lnTo>
                  <a:lnTo>
                    <a:pt x="1637962" y="165817"/>
                  </a:lnTo>
                  <a:lnTo>
                    <a:pt x="1647720" y="185901"/>
                  </a:lnTo>
                  <a:lnTo>
                    <a:pt x="1657464" y="198164"/>
                  </a:lnTo>
                  <a:lnTo>
                    <a:pt x="1667208" y="196385"/>
                  </a:lnTo>
                  <a:lnTo>
                    <a:pt x="1676967" y="217817"/>
                  </a:lnTo>
                  <a:lnTo>
                    <a:pt x="1686711" y="192399"/>
                  </a:lnTo>
                  <a:lnTo>
                    <a:pt x="1696470" y="203294"/>
                  </a:lnTo>
                  <a:lnTo>
                    <a:pt x="1706214" y="207145"/>
                  </a:lnTo>
                  <a:lnTo>
                    <a:pt x="1715958" y="242700"/>
                  </a:lnTo>
                  <a:lnTo>
                    <a:pt x="1725716" y="287449"/>
                  </a:lnTo>
                  <a:lnTo>
                    <a:pt x="1735460" y="270793"/>
                  </a:lnTo>
                  <a:lnTo>
                    <a:pt x="1745219" y="284168"/>
                  </a:lnTo>
                  <a:lnTo>
                    <a:pt x="1754963" y="260565"/>
                  </a:lnTo>
                  <a:lnTo>
                    <a:pt x="1764707" y="260179"/>
                  </a:lnTo>
                  <a:lnTo>
                    <a:pt x="1774466" y="283988"/>
                  </a:lnTo>
                  <a:lnTo>
                    <a:pt x="1784210" y="268828"/>
                  </a:lnTo>
                  <a:lnTo>
                    <a:pt x="1793969" y="278909"/>
                  </a:lnTo>
                  <a:lnTo>
                    <a:pt x="1803713" y="303382"/>
                  </a:lnTo>
                  <a:lnTo>
                    <a:pt x="1813457" y="313929"/>
                  </a:lnTo>
                  <a:lnTo>
                    <a:pt x="1823215" y="343761"/>
                  </a:lnTo>
                  <a:lnTo>
                    <a:pt x="1832959" y="357331"/>
                  </a:lnTo>
                  <a:lnTo>
                    <a:pt x="1842703" y="365718"/>
                  </a:lnTo>
                  <a:lnTo>
                    <a:pt x="1852462" y="381898"/>
                  </a:lnTo>
                  <a:lnTo>
                    <a:pt x="1862206" y="377466"/>
                  </a:lnTo>
                  <a:lnTo>
                    <a:pt x="1871965" y="373050"/>
                  </a:lnTo>
                  <a:lnTo>
                    <a:pt x="1881709" y="340525"/>
                  </a:lnTo>
                  <a:lnTo>
                    <a:pt x="1891453" y="309364"/>
                  </a:lnTo>
                  <a:lnTo>
                    <a:pt x="1901212" y="285813"/>
                  </a:lnTo>
                  <a:lnTo>
                    <a:pt x="1910956" y="310916"/>
                  </a:lnTo>
                  <a:lnTo>
                    <a:pt x="1920714" y="308904"/>
                  </a:lnTo>
                  <a:lnTo>
                    <a:pt x="1930458" y="325243"/>
                  </a:lnTo>
                  <a:lnTo>
                    <a:pt x="1940202" y="319851"/>
                  </a:lnTo>
                  <a:lnTo>
                    <a:pt x="1949961" y="304333"/>
                  </a:lnTo>
                  <a:lnTo>
                    <a:pt x="1959705" y="318212"/>
                  </a:lnTo>
                  <a:lnTo>
                    <a:pt x="1969464" y="353915"/>
                  </a:lnTo>
                  <a:lnTo>
                    <a:pt x="1979208" y="343231"/>
                  </a:lnTo>
                  <a:lnTo>
                    <a:pt x="1988952" y="350445"/>
                  </a:lnTo>
                  <a:lnTo>
                    <a:pt x="1998711" y="353909"/>
                  </a:lnTo>
                  <a:lnTo>
                    <a:pt x="2008454" y="396075"/>
                  </a:lnTo>
                  <a:lnTo>
                    <a:pt x="2018213" y="422276"/>
                  </a:lnTo>
                  <a:lnTo>
                    <a:pt x="2027957" y="421042"/>
                  </a:lnTo>
                  <a:lnTo>
                    <a:pt x="2037701" y="418623"/>
                  </a:lnTo>
                  <a:lnTo>
                    <a:pt x="2047460" y="413307"/>
                  </a:lnTo>
                  <a:lnTo>
                    <a:pt x="2057204" y="440846"/>
                  </a:lnTo>
                  <a:lnTo>
                    <a:pt x="2066963" y="454435"/>
                  </a:lnTo>
                  <a:lnTo>
                    <a:pt x="2076707" y="444650"/>
                  </a:lnTo>
                  <a:lnTo>
                    <a:pt x="2086451" y="447638"/>
                  </a:lnTo>
                  <a:lnTo>
                    <a:pt x="2096210" y="432246"/>
                  </a:lnTo>
                  <a:lnTo>
                    <a:pt x="2105954" y="437726"/>
                  </a:lnTo>
                  <a:lnTo>
                    <a:pt x="2115697" y="440271"/>
                  </a:lnTo>
                  <a:lnTo>
                    <a:pt x="2125456" y="422020"/>
                  </a:lnTo>
                  <a:lnTo>
                    <a:pt x="2135200" y="385905"/>
                  </a:lnTo>
                  <a:lnTo>
                    <a:pt x="2144959" y="363084"/>
                  </a:lnTo>
                  <a:lnTo>
                    <a:pt x="2154703" y="394115"/>
                  </a:lnTo>
                  <a:lnTo>
                    <a:pt x="2164447" y="406593"/>
                  </a:lnTo>
                  <a:lnTo>
                    <a:pt x="2174206" y="386873"/>
                  </a:lnTo>
                  <a:lnTo>
                    <a:pt x="2183950" y="376432"/>
                  </a:lnTo>
                  <a:lnTo>
                    <a:pt x="2193709" y="396554"/>
                  </a:lnTo>
                  <a:lnTo>
                    <a:pt x="2203452" y="424265"/>
                  </a:lnTo>
                  <a:lnTo>
                    <a:pt x="2213196" y="459914"/>
                  </a:lnTo>
                  <a:lnTo>
                    <a:pt x="2222955" y="463875"/>
                  </a:lnTo>
                  <a:lnTo>
                    <a:pt x="2232699" y="503481"/>
                  </a:lnTo>
                  <a:lnTo>
                    <a:pt x="2242458" y="514732"/>
                  </a:lnTo>
                  <a:lnTo>
                    <a:pt x="2252202" y="509964"/>
                  </a:lnTo>
                  <a:lnTo>
                    <a:pt x="2261946" y="512126"/>
                  </a:lnTo>
                  <a:lnTo>
                    <a:pt x="2271705" y="522250"/>
                  </a:lnTo>
                  <a:lnTo>
                    <a:pt x="2281449" y="524291"/>
                  </a:lnTo>
                  <a:lnTo>
                    <a:pt x="2291208" y="534199"/>
                  </a:lnTo>
                  <a:lnTo>
                    <a:pt x="2300951" y="518522"/>
                  </a:lnTo>
                  <a:lnTo>
                    <a:pt x="2310695" y="512585"/>
                  </a:lnTo>
                  <a:lnTo>
                    <a:pt x="2320454" y="491641"/>
                  </a:lnTo>
                  <a:lnTo>
                    <a:pt x="2330198" y="511372"/>
                  </a:lnTo>
                  <a:lnTo>
                    <a:pt x="2339957" y="495562"/>
                  </a:lnTo>
                  <a:lnTo>
                    <a:pt x="2349701" y="490011"/>
                  </a:lnTo>
                  <a:lnTo>
                    <a:pt x="2359445" y="476784"/>
                  </a:lnTo>
                  <a:lnTo>
                    <a:pt x="2369204" y="485769"/>
                  </a:lnTo>
                  <a:lnTo>
                    <a:pt x="2378948" y="467432"/>
                  </a:lnTo>
                  <a:lnTo>
                    <a:pt x="2388692" y="485375"/>
                  </a:lnTo>
                  <a:lnTo>
                    <a:pt x="2398450" y="484458"/>
                  </a:lnTo>
                  <a:lnTo>
                    <a:pt x="2408194" y="498368"/>
                  </a:lnTo>
                  <a:lnTo>
                    <a:pt x="2417953" y="516217"/>
                  </a:lnTo>
                  <a:lnTo>
                    <a:pt x="2427697" y="477795"/>
                  </a:lnTo>
                  <a:lnTo>
                    <a:pt x="2437441" y="477709"/>
                  </a:lnTo>
                  <a:lnTo>
                    <a:pt x="2447200" y="462065"/>
                  </a:lnTo>
                  <a:lnTo>
                    <a:pt x="2456944" y="484980"/>
                  </a:lnTo>
                  <a:lnTo>
                    <a:pt x="2466703" y="469687"/>
                  </a:lnTo>
                  <a:lnTo>
                    <a:pt x="2476446" y="437468"/>
                  </a:lnTo>
                  <a:lnTo>
                    <a:pt x="2486190" y="437392"/>
                  </a:lnTo>
                  <a:lnTo>
                    <a:pt x="2495949" y="427809"/>
                  </a:lnTo>
                  <a:lnTo>
                    <a:pt x="2505693" y="418730"/>
                  </a:lnTo>
                  <a:lnTo>
                    <a:pt x="2515452" y="379927"/>
                  </a:lnTo>
                  <a:lnTo>
                    <a:pt x="2525196" y="388059"/>
                  </a:lnTo>
                  <a:lnTo>
                    <a:pt x="2534940" y="379473"/>
                  </a:lnTo>
                  <a:lnTo>
                    <a:pt x="2544699" y="430490"/>
                  </a:lnTo>
                  <a:lnTo>
                    <a:pt x="2554443" y="440228"/>
                  </a:lnTo>
                  <a:lnTo>
                    <a:pt x="2564202" y="456696"/>
                  </a:lnTo>
                  <a:lnTo>
                    <a:pt x="2573946" y="454631"/>
                  </a:lnTo>
                  <a:lnTo>
                    <a:pt x="2583690" y="487635"/>
                  </a:lnTo>
                  <a:lnTo>
                    <a:pt x="2593448" y="540605"/>
                  </a:lnTo>
                  <a:lnTo>
                    <a:pt x="2603192" y="503901"/>
                  </a:lnTo>
                  <a:lnTo>
                    <a:pt x="2612951" y="501625"/>
                  </a:lnTo>
                  <a:lnTo>
                    <a:pt x="2622695" y="457764"/>
                  </a:lnTo>
                  <a:lnTo>
                    <a:pt x="2632439" y="438587"/>
                  </a:lnTo>
                  <a:lnTo>
                    <a:pt x="2642198" y="440554"/>
                  </a:lnTo>
                  <a:lnTo>
                    <a:pt x="2651942" y="476455"/>
                  </a:lnTo>
                  <a:lnTo>
                    <a:pt x="2661685" y="477353"/>
                  </a:lnTo>
                  <a:lnTo>
                    <a:pt x="2671444" y="473706"/>
                  </a:lnTo>
                  <a:lnTo>
                    <a:pt x="2681188" y="456268"/>
                  </a:lnTo>
                  <a:lnTo>
                    <a:pt x="2690947" y="467433"/>
                  </a:lnTo>
                  <a:lnTo>
                    <a:pt x="2700691" y="474768"/>
                  </a:lnTo>
                  <a:lnTo>
                    <a:pt x="2710435" y="486118"/>
                  </a:lnTo>
                  <a:lnTo>
                    <a:pt x="2720194" y="446704"/>
                  </a:lnTo>
                  <a:lnTo>
                    <a:pt x="2729938" y="444300"/>
                  </a:lnTo>
                  <a:lnTo>
                    <a:pt x="2739697" y="417020"/>
                  </a:lnTo>
                  <a:lnTo>
                    <a:pt x="2749441" y="395821"/>
                  </a:lnTo>
                  <a:lnTo>
                    <a:pt x="2759185" y="381986"/>
                  </a:lnTo>
                  <a:lnTo>
                    <a:pt x="2768943" y="358029"/>
                  </a:lnTo>
                  <a:lnTo>
                    <a:pt x="2778687" y="373577"/>
                  </a:lnTo>
                  <a:lnTo>
                    <a:pt x="2788446" y="390516"/>
                  </a:lnTo>
                  <a:lnTo>
                    <a:pt x="2798190" y="402080"/>
                  </a:lnTo>
                  <a:lnTo>
                    <a:pt x="2807934" y="366388"/>
                  </a:lnTo>
                  <a:lnTo>
                    <a:pt x="2817693" y="366296"/>
                  </a:lnTo>
                  <a:lnTo>
                    <a:pt x="2827437" y="361935"/>
                  </a:lnTo>
                  <a:lnTo>
                    <a:pt x="2837196" y="375250"/>
                  </a:lnTo>
                  <a:lnTo>
                    <a:pt x="2846940" y="371111"/>
                  </a:lnTo>
                  <a:lnTo>
                    <a:pt x="2856684" y="403999"/>
                  </a:lnTo>
                  <a:lnTo>
                    <a:pt x="2866442" y="385091"/>
                  </a:lnTo>
                  <a:lnTo>
                    <a:pt x="2876186" y="427668"/>
                  </a:lnTo>
                  <a:lnTo>
                    <a:pt x="2885945" y="424992"/>
                  </a:lnTo>
                  <a:lnTo>
                    <a:pt x="2895689" y="411644"/>
                  </a:lnTo>
                  <a:lnTo>
                    <a:pt x="2905433" y="423971"/>
                  </a:lnTo>
                  <a:lnTo>
                    <a:pt x="2915192" y="44238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4" name="Freeform 1003">
              <a:extLst>
                <a:ext uri="{FF2B5EF4-FFF2-40B4-BE49-F238E27FC236}">
                  <a16:creationId xmlns:a16="http://schemas.microsoft.com/office/drawing/2014/main" id="{EF576210-8990-374A-D72C-5B127BF978EA}"/>
                </a:ext>
              </a:extLst>
            </p:cNvPr>
            <p:cNvSpPr/>
            <p:nvPr/>
          </p:nvSpPr>
          <p:spPr>
            <a:xfrm>
              <a:off x="4426652" y="3414820"/>
              <a:ext cx="2915191" cy="651074"/>
            </a:xfrm>
            <a:custGeom>
              <a:avLst/>
              <a:gdLst>
                <a:gd name="connsiteX0" fmla="*/ 0 w 2915191"/>
                <a:gd name="connsiteY0" fmla="*/ 235884 h 651074"/>
                <a:gd name="connsiteX1" fmla="*/ 9750 w 2915191"/>
                <a:gd name="connsiteY1" fmla="*/ 216046 h 651074"/>
                <a:gd name="connsiteX2" fmla="*/ 19500 w 2915191"/>
                <a:gd name="connsiteY2" fmla="*/ 181210 h 651074"/>
                <a:gd name="connsiteX3" fmla="*/ 29250 w 2915191"/>
                <a:gd name="connsiteY3" fmla="*/ 174317 h 651074"/>
                <a:gd name="connsiteX4" fmla="*/ 39000 w 2915191"/>
                <a:gd name="connsiteY4" fmla="*/ 187715 h 651074"/>
                <a:gd name="connsiteX5" fmla="*/ 48749 w 2915191"/>
                <a:gd name="connsiteY5" fmla="*/ 178943 h 651074"/>
                <a:gd name="connsiteX6" fmla="*/ 58499 w 2915191"/>
                <a:gd name="connsiteY6" fmla="*/ 168683 h 651074"/>
                <a:gd name="connsiteX7" fmla="*/ 68249 w 2915191"/>
                <a:gd name="connsiteY7" fmla="*/ 174808 h 651074"/>
                <a:gd name="connsiteX8" fmla="*/ 77998 w 2915191"/>
                <a:gd name="connsiteY8" fmla="*/ 156134 h 651074"/>
                <a:gd name="connsiteX9" fmla="*/ 87748 w 2915191"/>
                <a:gd name="connsiteY9" fmla="*/ 131924 h 651074"/>
                <a:gd name="connsiteX10" fmla="*/ 97497 w 2915191"/>
                <a:gd name="connsiteY10" fmla="*/ 144891 h 651074"/>
                <a:gd name="connsiteX11" fmla="*/ 107247 w 2915191"/>
                <a:gd name="connsiteY11" fmla="*/ 110410 h 651074"/>
                <a:gd name="connsiteX12" fmla="*/ 116997 w 2915191"/>
                <a:gd name="connsiteY12" fmla="*/ 108040 h 651074"/>
                <a:gd name="connsiteX13" fmla="*/ 126747 w 2915191"/>
                <a:gd name="connsiteY13" fmla="*/ 122197 h 651074"/>
                <a:gd name="connsiteX14" fmla="*/ 136497 w 2915191"/>
                <a:gd name="connsiteY14" fmla="*/ 105996 h 651074"/>
                <a:gd name="connsiteX15" fmla="*/ 146247 w 2915191"/>
                <a:gd name="connsiteY15" fmla="*/ 60898 h 651074"/>
                <a:gd name="connsiteX16" fmla="*/ 155997 w 2915191"/>
                <a:gd name="connsiteY16" fmla="*/ 0 h 651074"/>
                <a:gd name="connsiteX17" fmla="*/ 165747 w 2915191"/>
                <a:gd name="connsiteY17" fmla="*/ 14908 h 651074"/>
                <a:gd name="connsiteX18" fmla="*/ 175497 w 2915191"/>
                <a:gd name="connsiteY18" fmla="*/ 29479 h 651074"/>
                <a:gd name="connsiteX19" fmla="*/ 185247 w 2915191"/>
                <a:gd name="connsiteY19" fmla="*/ 34205 h 651074"/>
                <a:gd name="connsiteX20" fmla="*/ 194996 w 2915191"/>
                <a:gd name="connsiteY20" fmla="*/ 74353 h 651074"/>
                <a:gd name="connsiteX21" fmla="*/ 204746 w 2915191"/>
                <a:gd name="connsiteY21" fmla="*/ 73221 h 651074"/>
                <a:gd name="connsiteX22" fmla="*/ 214495 w 2915191"/>
                <a:gd name="connsiteY22" fmla="*/ 77445 h 651074"/>
                <a:gd name="connsiteX23" fmla="*/ 224245 w 2915191"/>
                <a:gd name="connsiteY23" fmla="*/ 109956 h 651074"/>
                <a:gd name="connsiteX24" fmla="*/ 233995 w 2915191"/>
                <a:gd name="connsiteY24" fmla="*/ 117458 h 651074"/>
                <a:gd name="connsiteX25" fmla="*/ 243744 w 2915191"/>
                <a:gd name="connsiteY25" fmla="*/ 94281 h 651074"/>
                <a:gd name="connsiteX26" fmla="*/ 253494 w 2915191"/>
                <a:gd name="connsiteY26" fmla="*/ 103082 h 651074"/>
                <a:gd name="connsiteX27" fmla="*/ 263244 w 2915191"/>
                <a:gd name="connsiteY27" fmla="*/ 99144 h 651074"/>
                <a:gd name="connsiteX28" fmla="*/ 272994 w 2915191"/>
                <a:gd name="connsiteY28" fmla="*/ 122116 h 651074"/>
                <a:gd name="connsiteX29" fmla="*/ 282744 w 2915191"/>
                <a:gd name="connsiteY29" fmla="*/ 115768 h 651074"/>
                <a:gd name="connsiteX30" fmla="*/ 292494 w 2915191"/>
                <a:gd name="connsiteY30" fmla="*/ 105053 h 651074"/>
                <a:gd name="connsiteX31" fmla="*/ 302244 w 2915191"/>
                <a:gd name="connsiteY31" fmla="*/ 97241 h 651074"/>
                <a:gd name="connsiteX32" fmla="*/ 311994 w 2915191"/>
                <a:gd name="connsiteY32" fmla="*/ 59882 h 651074"/>
                <a:gd name="connsiteX33" fmla="*/ 321744 w 2915191"/>
                <a:gd name="connsiteY33" fmla="*/ 56598 h 651074"/>
                <a:gd name="connsiteX34" fmla="*/ 331493 w 2915191"/>
                <a:gd name="connsiteY34" fmla="*/ 50472 h 651074"/>
                <a:gd name="connsiteX35" fmla="*/ 341243 w 2915191"/>
                <a:gd name="connsiteY35" fmla="*/ 87527 h 651074"/>
                <a:gd name="connsiteX36" fmla="*/ 350993 w 2915191"/>
                <a:gd name="connsiteY36" fmla="*/ 79981 h 651074"/>
                <a:gd name="connsiteX37" fmla="*/ 360742 w 2915191"/>
                <a:gd name="connsiteY37" fmla="*/ 98581 h 651074"/>
                <a:gd name="connsiteX38" fmla="*/ 370492 w 2915191"/>
                <a:gd name="connsiteY38" fmla="*/ 100425 h 651074"/>
                <a:gd name="connsiteX39" fmla="*/ 380241 w 2915191"/>
                <a:gd name="connsiteY39" fmla="*/ 101148 h 651074"/>
                <a:gd name="connsiteX40" fmla="*/ 389991 w 2915191"/>
                <a:gd name="connsiteY40" fmla="*/ 99659 h 651074"/>
                <a:gd name="connsiteX41" fmla="*/ 399741 w 2915191"/>
                <a:gd name="connsiteY41" fmla="*/ 63058 h 651074"/>
                <a:gd name="connsiteX42" fmla="*/ 409491 w 2915191"/>
                <a:gd name="connsiteY42" fmla="*/ 40162 h 651074"/>
                <a:gd name="connsiteX43" fmla="*/ 419241 w 2915191"/>
                <a:gd name="connsiteY43" fmla="*/ 83805 h 651074"/>
                <a:gd name="connsiteX44" fmla="*/ 428991 w 2915191"/>
                <a:gd name="connsiteY44" fmla="*/ 47263 h 651074"/>
                <a:gd name="connsiteX45" fmla="*/ 438741 w 2915191"/>
                <a:gd name="connsiteY45" fmla="*/ 62157 h 651074"/>
                <a:gd name="connsiteX46" fmla="*/ 448491 w 2915191"/>
                <a:gd name="connsiteY46" fmla="*/ 38387 h 651074"/>
                <a:gd name="connsiteX47" fmla="*/ 458241 w 2915191"/>
                <a:gd name="connsiteY47" fmla="*/ 40773 h 651074"/>
                <a:gd name="connsiteX48" fmla="*/ 467991 w 2915191"/>
                <a:gd name="connsiteY48" fmla="*/ 47653 h 651074"/>
                <a:gd name="connsiteX49" fmla="*/ 477740 w 2915191"/>
                <a:gd name="connsiteY49" fmla="*/ 55312 h 651074"/>
                <a:gd name="connsiteX50" fmla="*/ 487490 w 2915191"/>
                <a:gd name="connsiteY50" fmla="*/ 65864 h 651074"/>
                <a:gd name="connsiteX51" fmla="*/ 497239 w 2915191"/>
                <a:gd name="connsiteY51" fmla="*/ 73202 h 651074"/>
                <a:gd name="connsiteX52" fmla="*/ 506989 w 2915191"/>
                <a:gd name="connsiteY52" fmla="*/ 108906 h 651074"/>
                <a:gd name="connsiteX53" fmla="*/ 516738 w 2915191"/>
                <a:gd name="connsiteY53" fmla="*/ 126400 h 651074"/>
                <a:gd name="connsiteX54" fmla="*/ 526488 w 2915191"/>
                <a:gd name="connsiteY54" fmla="*/ 134915 h 651074"/>
                <a:gd name="connsiteX55" fmla="*/ 536238 w 2915191"/>
                <a:gd name="connsiteY55" fmla="*/ 155547 h 651074"/>
                <a:gd name="connsiteX56" fmla="*/ 545988 w 2915191"/>
                <a:gd name="connsiteY56" fmla="*/ 172079 h 651074"/>
                <a:gd name="connsiteX57" fmla="*/ 555738 w 2915191"/>
                <a:gd name="connsiteY57" fmla="*/ 164537 h 651074"/>
                <a:gd name="connsiteX58" fmla="*/ 565488 w 2915191"/>
                <a:gd name="connsiteY58" fmla="*/ 206869 h 651074"/>
                <a:gd name="connsiteX59" fmla="*/ 575238 w 2915191"/>
                <a:gd name="connsiteY59" fmla="*/ 212297 h 651074"/>
                <a:gd name="connsiteX60" fmla="*/ 584988 w 2915191"/>
                <a:gd name="connsiteY60" fmla="*/ 207714 h 651074"/>
                <a:gd name="connsiteX61" fmla="*/ 594738 w 2915191"/>
                <a:gd name="connsiteY61" fmla="*/ 199467 h 651074"/>
                <a:gd name="connsiteX62" fmla="*/ 604488 w 2915191"/>
                <a:gd name="connsiteY62" fmla="*/ 203043 h 651074"/>
                <a:gd name="connsiteX63" fmla="*/ 614237 w 2915191"/>
                <a:gd name="connsiteY63" fmla="*/ 233574 h 651074"/>
                <a:gd name="connsiteX64" fmla="*/ 623987 w 2915191"/>
                <a:gd name="connsiteY64" fmla="*/ 248972 h 651074"/>
                <a:gd name="connsiteX65" fmla="*/ 633736 w 2915191"/>
                <a:gd name="connsiteY65" fmla="*/ 274310 h 651074"/>
                <a:gd name="connsiteX66" fmla="*/ 643486 w 2915191"/>
                <a:gd name="connsiteY66" fmla="*/ 291719 h 651074"/>
                <a:gd name="connsiteX67" fmla="*/ 653236 w 2915191"/>
                <a:gd name="connsiteY67" fmla="*/ 313948 h 651074"/>
                <a:gd name="connsiteX68" fmla="*/ 662985 w 2915191"/>
                <a:gd name="connsiteY68" fmla="*/ 319088 h 651074"/>
                <a:gd name="connsiteX69" fmla="*/ 672735 w 2915191"/>
                <a:gd name="connsiteY69" fmla="*/ 306840 h 651074"/>
                <a:gd name="connsiteX70" fmla="*/ 682485 w 2915191"/>
                <a:gd name="connsiteY70" fmla="*/ 309578 h 651074"/>
                <a:gd name="connsiteX71" fmla="*/ 692235 w 2915191"/>
                <a:gd name="connsiteY71" fmla="*/ 320946 h 651074"/>
                <a:gd name="connsiteX72" fmla="*/ 701985 w 2915191"/>
                <a:gd name="connsiteY72" fmla="*/ 284341 h 651074"/>
                <a:gd name="connsiteX73" fmla="*/ 711735 w 2915191"/>
                <a:gd name="connsiteY73" fmla="*/ 279886 h 651074"/>
                <a:gd name="connsiteX74" fmla="*/ 721485 w 2915191"/>
                <a:gd name="connsiteY74" fmla="*/ 288547 h 651074"/>
                <a:gd name="connsiteX75" fmla="*/ 731235 w 2915191"/>
                <a:gd name="connsiteY75" fmla="*/ 289423 h 651074"/>
                <a:gd name="connsiteX76" fmla="*/ 740985 w 2915191"/>
                <a:gd name="connsiteY76" fmla="*/ 295220 h 651074"/>
                <a:gd name="connsiteX77" fmla="*/ 750734 w 2915191"/>
                <a:gd name="connsiteY77" fmla="*/ 288090 h 651074"/>
                <a:gd name="connsiteX78" fmla="*/ 760484 w 2915191"/>
                <a:gd name="connsiteY78" fmla="*/ 273389 h 651074"/>
                <a:gd name="connsiteX79" fmla="*/ 770233 w 2915191"/>
                <a:gd name="connsiteY79" fmla="*/ 289633 h 651074"/>
                <a:gd name="connsiteX80" fmla="*/ 779983 w 2915191"/>
                <a:gd name="connsiteY80" fmla="*/ 273003 h 651074"/>
                <a:gd name="connsiteX81" fmla="*/ 789733 w 2915191"/>
                <a:gd name="connsiteY81" fmla="*/ 291305 h 651074"/>
                <a:gd name="connsiteX82" fmla="*/ 799482 w 2915191"/>
                <a:gd name="connsiteY82" fmla="*/ 291315 h 651074"/>
                <a:gd name="connsiteX83" fmla="*/ 809232 w 2915191"/>
                <a:gd name="connsiteY83" fmla="*/ 316368 h 651074"/>
                <a:gd name="connsiteX84" fmla="*/ 818982 w 2915191"/>
                <a:gd name="connsiteY84" fmla="*/ 334180 h 651074"/>
                <a:gd name="connsiteX85" fmla="*/ 828732 w 2915191"/>
                <a:gd name="connsiteY85" fmla="*/ 362826 h 651074"/>
                <a:gd name="connsiteX86" fmla="*/ 838482 w 2915191"/>
                <a:gd name="connsiteY86" fmla="*/ 401848 h 651074"/>
                <a:gd name="connsiteX87" fmla="*/ 848232 w 2915191"/>
                <a:gd name="connsiteY87" fmla="*/ 411526 h 651074"/>
                <a:gd name="connsiteX88" fmla="*/ 857982 w 2915191"/>
                <a:gd name="connsiteY88" fmla="*/ 411213 h 651074"/>
                <a:gd name="connsiteX89" fmla="*/ 867732 w 2915191"/>
                <a:gd name="connsiteY89" fmla="*/ 418722 h 651074"/>
                <a:gd name="connsiteX90" fmla="*/ 877482 w 2915191"/>
                <a:gd name="connsiteY90" fmla="*/ 467029 h 651074"/>
                <a:gd name="connsiteX91" fmla="*/ 887231 w 2915191"/>
                <a:gd name="connsiteY91" fmla="*/ 461947 h 651074"/>
                <a:gd name="connsiteX92" fmla="*/ 896981 w 2915191"/>
                <a:gd name="connsiteY92" fmla="*/ 461043 h 651074"/>
                <a:gd name="connsiteX93" fmla="*/ 906730 w 2915191"/>
                <a:gd name="connsiteY93" fmla="*/ 475574 h 651074"/>
                <a:gd name="connsiteX94" fmla="*/ 916480 w 2915191"/>
                <a:gd name="connsiteY94" fmla="*/ 492964 h 651074"/>
                <a:gd name="connsiteX95" fmla="*/ 926230 w 2915191"/>
                <a:gd name="connsiteY95" fmla="*/ 469434 h 651074"/>
                <a:gd name="connsiteX96" fmla="*/ 935979 w 2915191"/>
                <a:gd name="connsiteY96" fmla="*/ 506622 h 651074"/>
                <a:gd name="connsiteX97" fmla="*/ 945729 w 2915191"/>
                <a:gd name="connsiteY97" fmla="*/ 498320 h 651074"/>
                <a:gd name="connsiteX98" fmla="*/ 955479 w 2915191"/>
                <a:gd name="connsiteY98" fmla="*/ 527062 h 651074"/>
                <a:gd name="connsiteX99" fmla="*/ 965229 w 2915191"/>
                <a:gd name="connsiteY99" fmla="*/ 494225 h 651074"/>
                <a:gd name="connsiteX100" fmla="*/ 974979 w 2915191"/>
                <a:gd name="connsiteY100" fmla="*/ 482113 h 651074"/>
                <a:gd name="connsiteX101" fmla="*/ 984729 w 2915191"/>
                <a:gd name="connsiteY101" fmla="*/ 482037 h 651074"/>
                <a:gd name="connsiteX102" fmla="*/ 994474 w 2915191"/>
                <a:gd name="connsiteY102" fmla="*/ 455886 h 651074"/>
                <a:gd name="connsiteX103" fmla="*/ 1004233 w 2915191"/>
                <a:gd name="connsiteY103" fmla="*/ 440789 h 651074"/>
                <a:gd name="connsiteX104" fmla="*/ 1013977 w 2915191"/>
                <a:gd name="connsiteY104" fmla="*/ 442199 h 651074"/>
                <a:gd name="connsiteX105" fmla="*/ 1023721 w 2915191"/>
                <a:gd name="connsiteY105" fmla="*/ 422613 h 651074"/>
                <a:gd name="connsiteX106" fmla="*/ 1033480 w 2915191"/>
                <a:gd name="connsiteY106" fmla="*/ 467622 h 651074"/>
                <a:gd name="connsiteX107" fmla="*/ 1043224 w 2915191"/>
                <a:gd name="connsiteY107" fmla="*/ 431991 h 651074"/>
                <a:gd name="connsiteX108" fmla="*/ 1052983 w 2915191"/>
                <a:gd name="connsiteY108" fmla="*/ 417860 h 651074"/>
                <a:gd name="connsiteX109" fmla="*/ 1062727 w 2915191"/>
                <a:gd name="connsiteY109" fmla="*/ 390079 h 651074"/>
                <a:gd name="connsiteX110" fmla="*/ 1072471 w 2915191"/>
                <a:gd name="connsiteY110" fmla="*/ 360502 h 651074"/>
                <a:gd name="connsiteX111" fmla="*/ 1082230 w 2915191"/>
                <a:gd name="connsiteY111" fmla="*/ 384398 h 651074"/>
                <a:gd name="connsiteX112" fmla="*/ 1091973 w 2915191"/>
                <a:gd name="connsiteY112" fmla="*/ 367145 h 651074"/>
                <a:gd name="connsiteX113" fmla="*/ 1101732 w 2915191"/>
                <a:gd name="connsiteY113" fmla="*/ 373586 h 651074"/>
                <a:gd name="connsiteX114" fmla="*/ 1111476 w 2915191"/>
                <a:gd name="connsiteY114" fmla="*/ 343988 h 651074"/>
                <a:gd name="connsiteX115" fmla="*/ 1121220 w 2915191"/>
                <a:gd name="connsiteY115" fmla="*/ 337256 h 651074"/>
                <a:gd name="connsiteX116" fmla="*/ 1130979 w 2915191"/>
                <a:gd name="connsiteY116" fmla="*/ 326884 h 651074"/>
                <a:gd name="connsiteX117" fmla="*/ 1140723 w 2915191"/>
                <a:gd name="connsiteY117" fmla="*/ 334598 h 651074"/>
                <a:gd name="connsiteX118" fmla="*/ 1150482 w 2915191"/>
                <a:gd name="connsiteY118" fmla="*/ 312931 h 651074"/>
                <a:gd name="connsiteX119" fmla="*/ 1160226 w 2915191"/>
                <a:gd name="connsiteY119" fmla="*/ 342949 h 651074"/>
                <a:gd name="connsiteX120" fmla="*/ 1169969 w 2915191"/>
                <a:gd name="connsiteY120" fmla="*/ 349943 h 651074"/>
                <a:gd name="connsiteX121" fmla="*/ 1179728 w 2915191"/>
                <a:gd name="connsiteY121" fmla="*/ 324011 h 651074"/>
                <a:gd name="connsiteX122" fmla="*/ 1189472 w 2915191"/>
                <a:gd name="connsiteY122" fmla="*/ 364220 h 651074"/>
                <a:gd name="connsiteX123" fmla="*/ 1199231 w 2915191"/>
                <a:gd name="connsiteY123" fmla="*/ 383510 h 651074"/>
                <a:gd name="connsiteX124" fmla="*/ 1208975 w 2915191"/>
                <a:gd name="connsiteY124" fmla="*/ 393969 h 651074"/>
                <a:gd name="connsiteX125" fmla="*/ 1218719 w 2915191"/>
                <a:gd name="connsiteY125" fmla="*/ 430493 h 651074"/>
                <a:gd name="connsiteX126" fmla="*/ 1228478 w 2915191"/>
                <a:gd name="connsiteY126" fmla="*/ 443794 h 651074"/>
                <a:gd name="connsiteX127" fmla="*/ 1238222 w 2915191"/>
                <a:gd name="connsiteY127" fmla="*/ 462245 h 651074"/>
                <a:gd name="connsiteX128" fmla="*/ 1247966 w 2915191"/>
                <a:gd name="connsiteY128" fmla="*/ 484495 h 651074"/>
                <a:gd name="connsiteX129" fmla="*/ 1257725 w 2915191"/>
                <a:gd name="connsiteY129" fmla="*/ 505908 h 651074"/>
                <a:gd name="connsiteX130" fmla="*/ 1267469 w 2915191"/>
                <a:gd name="connsiteY130" fmla="*/ 514361 h 651074"/>
                <a:gd name="connsiteX131" fmla="*/ 1277227 w 2915191"/>
                <a:gd name="connsiteY131" fmla="*/ 534566 h 651074"/>
                <a:gd name="connsiteX132" fmla="*/ 1286971 w 2915191"/>
                <a:gd name="connsiteY132" fmla="*/ 561528 h 651074"/>
                <a:gd name="connsiteX133" fmla="*/ 1296715 w 2915191"/>
                <a:gd name="connsiteY133" fmla="*/ 573398 h 651074"/>
                <a:gd name="connsiteX134" fmla="*/ 1306474 w 2915191"/>
                <a:gd name="connsiteY134" fmla="*/ 620234 h 651074"/>
                <a:gd name="connsiteX135" fmla="*/ 1316218 w 2915191"/>
                <a:gd name="connsiteY135" fmla="*/ 591586 h 651074"/>
                <a:gd name="connsiteX136" fmla="*/ 1325977 w 2915191"/>
                <a:gd name="connsiteY136" fmla="*/ 557375 h 651074"/>
                <a:gd name="connsiteX137" fmla="*/ 1335721 w 2915191"/>
                <a:gd name="connsiteY137" fmla="*/ 523935 h 651074"/>
                <a:gd name="connsiteX138" fmla="*/ 1345465 w 2915191"/>
                <a:gd name="connsiteY138" fmla="*/ 518963 h 651074"/>
                <a:gd name="connsiteX139" fmla="*/ 1355224 w 2915191"/>
                <a:gd name="connsiteY139" fmla="*/ 543339 h 651074"/>
                <a:gd name="connsiteX140" fmla="*/ 1364967 w 2915191"/>
                <a:gd name="connsiteY140" fmla="*/ 551989 h 651074"/>
                <a:gd name="connsiteX141" fmla="*/ 1374726 w 2915191"/>
                <a:gd name="connsiteY141" fmla="*/ 553987 h 651074"/>
                <a:gd name="connsiteX142" fmla="*/ 1384470 w 2915191"/>
                <a:gd name="connsiteY142" fmla="*/ 569043 h 651074"/>
                <a:gd name="connsiteX143" fmla="*/ 1394214 w 2915191"/>
                <a:gd name="connsiteY143" fmla="*/ 564953 h 651074"/>
                <a:gd name="connsiteX144" fmla="*/ 1403973 w 2915191"/>
                <a:gd name="connsiteY144" fmla="*/ 566257 h 651074"/>
                <a:gd name="connsiteX145" fmla="*/ 1413717 w 2915191"/>
                <a:gd name="connsiteY145" fmla="*/ 569096 h 651074"/>
                <a:gd name="connsiteX146" fmla="*/ 1423476 w 2915191"/>
                <a:gd name="connsiteY146" fmla="*/ 578304 h 651074"/>
                <a:gd name="connsiteX147" fmla="*/ 1433220 w 2915191"/>
                <a:gd name="connsiteY147" fmla="*/ 587087 h 651074"/>
                <a:gd name="connsiteX148" fmla="*/ 1442964 w 2915191"/>
                <a:gd name="connsiteY148" fmla="*/ 583367 h 651074"/>
                <a:gd name="connsiteX149" fmla="*/ 1452722 w 2915191"/>
                <a:gd name="connsiteY149" fmla="*/ 588732 h 651074"/>
                <a:gd name="connsiteX150" fmla="*/ 1462466 w 2915191"/>
                <a:gd name="connsiteY150" fmla="*/ 547962 h 651074"/>
                <a:gd name="connsiteX151" fmla="*/ 1472225 w 2915191"/>
                <a:gd name="connsiteY151" fmla="*/ 546076 h 651074"/>
                <a:gd name="connsiteX152" fmla="*/ 1481969 w 2915191"/>
                <a:gd name="connsiteY152" fmla="*/ 541523 h 651074"/>
                <a:gd name="connsiteX153" fmla="*/ 1491713 w 2915191"/>
                <a:gd name="connsiteY153" fmla="*/ 511363 h 651074"/>
                <a:gd name="connsiteX154" fmla="*/ 1501472 w 2915191"/>
                <a:gd name="connsiteY154" fmla="*/ 502407 h 651074"/>
                <a:gd name="connsiteX155" fmla="*/ 1511216 w 2915191"/>
                <a:gd name="connsiteY155" fmla="*/ 526073 h 651074"/>
                <a:gd name="connsiteX156" fmla="*/ 1520960 w 2915191"/>
                <a:gd name="connsiteY156" fmla="*/ 506014 h 651074"/>
                <a:gd name="connsiteX157" fmla="*/ 1530719 w 2915191"/>
                <a:gd name="connsiteY157" fmla="*/ 491006 h 651074"/>
                <a:gd name="connsiteX158" fmla="*/ 1540463 w 2915191"/>
                <a:gd name="connsiteY158" fmla="*/ 498478 h 651074"/>
                <a:gd name="connsiteX159" fmla="*/ 1550221 w 2915191"/>
                <a:gd name="connsiteY159" fmla="*/ 531231 h 651074"/>
                <a:gd name="connsiteX160" fmla="*/ 1559965 w 2915191"/>
                <a:gd name="connsiteY160" fmla="*/ 537362 h 651074"/>
                <a:gd name="connsiteX161" fmla="*/ 1569709 w 2915191"/>
                <a:gd name="connsiteY161" fmla="*/ 564747 h 651074"/>
                <a:gd name="connsiteX162" fmla="*/ 1579468 w 2915191"/>
                <a:gd name="connsiteY162" fmla="*/ 554582 h 651074"/>
                <a:gd name="connsiteX163" fmla="*/ 1589212 w 2915191"/>
                <a:gd name="connsiteY163" fmla="*/ 560643 h 651074"/>
                <a:gd name="connsiteX164" fmla="*/ 1598971 w 2915191"/>
                <a:gd name="connsiteY164" fmla="*/ 561827 h 651074"/>
                <a:gd name="connsiteX165" fmla="*/ 1608715 w 2915191"/>
                <a:gd name="connsiteY165" fmla="*/ 540194 h 651074"/>
                <a:gd name="connsiteX166" fmla="*/ 1618459 w 2915191"/>
                <a:gd name="connsiteY166" fmla="*/ 537470 h 651074"/>
                <a:gd name="connsiteX167" fmla="*/ 1628218 w 2915191"/>
                <a:gd name="connsiteY167" fmla="*/ 520625 h 651074"/>
                <a:gd name="connsiteX168" fmla="*/ 1637962 w 2915191"/>
                <a:gd name="connsiteY168" fmla="*/ 532120 h 651074"/>
                <a:gd name="connsiteX169" fmla="*/ 1647720 w 2915191"/>
                <a:gd name="connsiteY169" fmla="*/ 513654 h 651074"/>
                <a:gd name="connsiteX170" fmla="*/ 1657464 w 2915191"/>
                <a:gd name="connsiteY170" fmla="*/ 519970 h 651074"/>
                <a:gd name="connsiteX171" fmla="*/ 1667208 w 2915191"/>
                <a:gd name="connsiteY171" fmla="*/ 481352 h 651074"/>
                <a:gd name="connsiteX172" fmla="*/ 1676967 w 2915191"/>
                <a:gd name="connsiteY172" fmla="*/ 466764 h 651074"/>
                <a:gd name="connsiteX173" fmla="*/ 1686711 w 2915191"/>
                <a:gd name="connsiteY173" fmla="*/ 434751 h 651074"/>
                <a:gd name="connsiteX174" fmla="*/ 1696470 w 2915191"/>
                <a:gd name="connsiteY174" fmla="*/ 440371 h 651074"/>
                <a:gd name="connsiteX175" fmla="*/ 1706214 w 2915191"/>
                <a:gd name="connsiteY175" fmla="*/ 433994 h 651074"/>
                <a:gd name="connsiteX176" fmla="*/ 1715958 w 2915191"/>
                <a:gd name="connsiteY176" fmla="*/ 462895 h 651074"/>
                <a:gd name="connsiteX177" fmla="*/ 1725716 w 2915191"/>
                <a:gd name="connsiteY177" fmla="*/ 482544 h 651074"/>
                <a:gd name="connsiteX178" fmla="*/ 1735460 w 2915191"/>
                <a:gd name="connsiteY178" fmla="*/ 497832 h 651074"/>
                <a:gd name="connsiteX179" fmla="*/ 1745219 w 2915191"/>
                <a:gd name="connsiteY179" fmla="*/ 529403 h 651074"/>
                <a:gd name="connsiteX180" fmla="*/ 1754963 w 2915191"/>
                <a:gd name="connsiteY180" fmla="*/ 516043 h 651074"/>
                <a:gd name="connsiteX181" fmla="*/ 1764707 w 2915191"/>
                <a:gd name="connsiteY181" fmla="*/ 521788 h 651074"/>
                <a:gd name="connsiteX182" fmla="*/ 1774466 w 2915191"/>
                <a:gd name="connsiteY182" fmla="*/ 539844 h 651074"/>
                <a:gd name="connsiteX183" fmla="*/ 1784210 w 2915191"/>
                <a:gd name="connsiteY183" fmla="*/ 545392 h 651074"/>
                <a:gd name="connsiteX184" fmla="*/ 1793969 w 2915191"/>
                <a:gd name="connsiteY184" fmla="*/ 553901 h 651074"/>
                <a:gd name="connsiteX185" fmla="*/ 1803713 w 2915191"/>
                <a:gd name="connsiteY185" fmla="*/ 594593 h 651074"/>
                <a:gd name="connsiteX186" fmla="*/ 1813457 w 2915191"/>
                <a:gd name="connsiteY186" fmla="*/ 549531 h 651074"/>
                <a:gd name="connsiteX187" fmla="*/ 1823215 w 2915191"/>
                <a:gd name="connsiteY187" fmla="*/ 575206 h 651074"/>
                <a:gd name="connsiteX188" fmla="*/ 1832959 w 2915191"/>
                <a:gd name="connsiteY188" fmla="*/ 599170 h 651074"/>
                <a:gd name="connsiteX189" fmla="*/ 1842703 w 2915191"/>
                <a:gd name="connsiteY189" fmla="*/ 592085 h 651074"/>
                <a:gd name="connsiteX190" fmla="*/ 1852462 w 2915191"/>
                <a:gd name="connsiteY190" fmla="*/ 554842 h 651074"/>
                <a:gd name="connsiteX191" fmla="*/ 1862206 w 2915191"/>
                <a:gd name="connsiteY191" fmla="*/ 554430 h 651074"/>
                <a:gd name="connsiteX192" fmla="*/ 1871965 w 2915191"/>
                <a:gd name="connsiteY192" fmla="*/ 532908 h 651074"/>
                <a:gd name="connsiteX193" fmla="*/ 1881709 w 2915191"/>
                <a:gd name="connsiteY193" fmla="*/ 567675 h 651074"/>
                <a:gd name="connsiteX194" fmla="*/ 1891453 w 2915191"/>
                <a:gd name="connsiteY194" fmla="*/ 580350 h 651074"/>
                <a:gd name="connsiteX195" fmla="*/ 1901212 w 2915191"/>
                <a:gd name="connsiteY195" fmla="*/ 582777 h 651074"/>
                <a:gd name="connsiteX196" fmla="*/ 1910956 w 2915191"/>
                <a:gd name="connsiteY196" fmla="*/ 580318 h 651074"/>
                <a:gd name="connsiteX197" fmla="*/ 1920714 w 2915191"/>
                <a:gd name="connsiteY197" fmla="*/ 533051 h 651074"/>
                <a:gd name="connsiteX198" fmla="*/ 1930458 w 2915191"/>
                <a:gd name="connsiteY198" fmla="*/ 493092 h 651074"/>
                <a:gd name="connsiteX199" fmla="*/ 1940202 w 2915191"/>
                <a:gd name="connsiteY199" fmla="*/ 547658 h 651074"/>
                <a:gd name="connsiteX200" fmla="*/ 1949961 w 2915191"/>
                <a:gd name="connsiteY200" fmla="*/ 551475 h 651074"/>
                <a:gd name="connsiteX201" fmla="*/ 1959705 w 2915191"/>
                <a:gd name="connsiteY201" fmla="*/ 563664 h 651074"/>
                <a:gd name="connsiteX202" fmla="*/ 1969464 w 2915191"/>
                <a:gd name="connsiteY202" fmla="*/ 567618 h 651074"/>
                <a:gd name="connsiteX203" fmla="*/ 1979208 w 2915191"/>
                <a:gd name="connsiteY203" fmla="*/ 555888 h 651074"/>
                <a:gd name="connsiteX204" fmla="*/ 1988952 w 2915191"/>
                <a:gd name="connsiteY204" fmla="*/ 585376 h 651074"/>
                <a:gd name="connsiteX205" fmla="*/ 1998711 w 2915191"/>
                <a:gd name="connsiteY205" fmla="*/ 570595 h 651074"/>
                <a:gd name="connsiteX206" fmla="*/ 2008454 w 2915191"/>
                <a:gd name="connsiteY206" fmla="*/ 535808 h 651074"/>
                <a:gd name="connsiteX207" fmla="*/ 2018213 w 2915191"/>
                <a:gd name="connsiteY207" fmla="*/ 520500 h 651074"/>
                <a:gd name="connsiteX208" fmla="*/ 2027957 w 2915191"/>
                <a:gd name="connsiteY208" fmla="*/ 544941 h 651074"/>
                <a:gd name="connsiteX209" fmla="*/ 2037701 w 2915191"/>
                <a:gd name="connsiteY209" fmla="*/ 560425 h 651074"/>
                <a:gd name="connsiteX210" fmla="*/ 2047460 w 2915191"/>
                <a:gd name="connsiteY210" fmla="*/ 547277 h 651074"/>
                <a:gd name="connsiteX211" fmla="*/ 2057204 w 2915191"/>
                <a:gd name="connsiteY211" fmla="*/ 556307 h 651074"/>
                <a:gd name="connsiteX212" fmla="*/ 2066963 w 2915191"/>
                <a:gd name="connsiteY212" fmla="*/ 536477 h 651074"/>
                <a:gd name="connsiteX213" fmla="*/ 2076707 w 2915191"/>
                <a:gd name="connsiteY213" fmla="*/ 534568 h 651074"/>
                <a:gd name="connsiteX214" fmla="*/ 2086451 w 2915191"/>
                <a:gd name="connsiteY214" fmla="*/ 529027 h 651074"/>
                <a:gd name="connsiteX215" fmla="*/ 2096210 w 2915191"/>
                <a:gd name="connsiteY215" fmla="*/ 503113 h 651074"/>
                <a:gd name="connsiteX216" fmla="*/ 2105954 w 2915191"/>
                <a:gd name="connsiteY216" fmla="*/ 483012 h 651074"/>
                <a:gd name="connsiteX217" fmla="*/ 2115697 w 2915191"/>
                <a:gd name="connsiteY217" fmla="*/ 489072 h 651074"/>
                <a:gd name="connsiteX218" fmla="*/ 2125456 w 2915191"/>
                <a:gd name="connsiteY218" fmla="*/ 508337 h 651074"/>
                <a:gd name="connsiteX219" fmla="*/ 2135200 w 2915191"/>
                <a:gd name="connsiteY219" fmla="*/ 480532 h 651074"/>
                <a:gd name="connsiteX220" fmla="*/ 2144959 w 2915191"/>
                <a:gd name="connsiteY220" fmla="*/ 500796 h 651074"/>
                <a:gd name="connsiteX221" fmla="*/ 2154703 w 2915191"/>
                <a:gd name="connsiteY221" fmla="*/ 501439 h 651074"/>
                <a:gd name="connsiteX222" fmla="*/ 2164447 w 2915191"/>
                <a:gd name="connsiteY222" fmla="*/ 488619 h 651074"/>
                <a:gd name="connsiteX223" fmla="*/ 2174206 w 2915191"/>
                <a:gd name="connsiteY223" fmla="*/ 493813 h 651074"/>
                <a:gd name="connsiteX224" fmla="*/ 2183950 w 2915191"/>
                <a:gd name="connsiteY224" fmla="*/ 478628 h 651074"/>
                <a:gd name="connsiteX225" fmla="*/ 2193709 w 2915191"/>
                <a:gd name="connsiteY225" fmla="*/ 509672 h 651074"/>
                <a:gd name="connsiteX226" fmla="*/ 2203452 w 2915191"/>
                <a:gd name="connsiteY226" fmla="*/ 533257 h 651074"/>
                <a:gd name="connsiteX227" fmla="*/ 2213196 w 2915191"/>
                <a:gd name="connsiteY227" fmla="*/ 559728 h 651074"/>
                <a:gd name="connsiteX228" fmla="*/ 2222955 w 2915191"/>
                <a:gd name="connsiteY228" fmla="*/ 545175 h 651074"/>
                <a:gd name="connsiteX229" fmla="*/ 2232699 w 2915191"/>
                <a:gd name="connsiteY229" fmla="*/ 509935 h 651074"/>
                <a:gd name="connsiteX230" fmla="*/ 2242458 w 2915191"/>
                <a:gd name="connsiteY230" fmla="*/ 523823 h 651074"/>
                <a:gd name="connsiteX231" fmla="*/ 2252202 w 2915191"/>
                <a:gd name="connsiteY231" fmla="*/ 500755 h 651074"/>
                <a:gd name="connsiteX232" fmla="*/ 2261946 w 2915191"/>
                <a:gd name="connsiteY232" fmla="*/ 531128 h 651074"/>
                <a:gd name="connsiteX233" fmla="*/ 2271705 w 2915191"/>
                <a:gd name="connsiteY233" fmla="*/ 544728 h 651074"/>
                <a:gd name="connsiteX234" fmla="*/ 2281449 w 2915191"/>
                <a:gd name="connsiteY234" fmla="*/ 576954 h 651074"/>
                <a:gd name="connsiteX235" fmla="*/ 2291208 w 2915191"/>
                <a:gd name="connsiteY235" fmla="*/ 595049 h 651074"/>
                <a:gd name="connsiteX236" fmla="*/ 2300951 w 2915191"/>
                <a:gd name="connsiteY236" fmla="*/ 565419 h 651074"/>
                <a:gd name="connsiteX237" fmla="*/ 2310695 w 2915191"/>
                <a:gd name="connsiteY237" fmla="*/ 553208 h 651074"/>
                <a:gd name="connsiteX238" fmla="*/ 2320454 w 2915191"/>
                <a:gd name="connsiteY238" fmla="*/ 581163 h 651074"/>
                <a:gd name="connsiteX239" fmla="*/ 2330198 w 2915191"/>
                <a:gd name="connsiteY239" fmla="*/ 616673 h 651074"/>
                <a:gd name="connsiteX240" fmla="*/ 2339957 w 2915191"/>
                <a:gd name="connsiteY240" fmla="*/ 594165 h 651074"/>
                <a:gd name="connsiteX241" fmla="*/ 2349701 w 2915191"/>
                <a:gd name="connsiteY241" fmla="*/ 613396 h 651074"/>
                <a:gd name="connsiteX242" fmla="*/ 2359445 w 2915191"/>
                <a:gd name="connsiteY242" fmla="*/ 627579 h 651074"/>
                <a:gd name="connsiteX243" fmla="*/ 2369204 w 2915191"/>
                <a:gd name="connsiteY243" fmla="*/ 651075 h 651074"/>
                <a:gd name="connsiteX244" fmla="*/ 2378948 w 2915191"/>
                <a:gd name="connsiteY244" fmla="*/ 630440 h 651074"/>
                <a:gd name="connsiteX245" fmla="*/ 2388692 w 2915191"/>
                <a:gd name="connsiteY245" fmla="*/ 642463 h 651074"/>
                <a:gd name="connsiteX246" fmla="*/ 2398450 w 2915191"/>
                <a:gd name="connsiteY246" fmla="*/ 646993 h 651074"/>
                <a:gd name="connsiteX247" fmla="*/ 2408194 w 2915191"/>
                <a:gd name="connsiteY247" fmla="*/ 589016 h 651074"/>
                <a:gd name="connsiteX248" fmla="*/ 2417953 w 2915191"/>
                <a:gd name="connsiteY248" fmla="*/ 525816 h 651074"/>
                <a:gd name="connsiteX249" fmla="*/ 2427697 w 2915191"/>
                <a:gd name="connsiteY249" fmla="*/ 516130 h 651074"/>
                <a:gd name="connsiteX250" fmla="*/ 2437441 w 2915191"/>
                <a:gd name="connsiteY250" fmla="*/ 522923 h 651074"/>
                <a:gd name="connsiteX251" fmla="*/ 2447200 w 2915191"/>
                <a:gd name="connsiteY251" fmla="*/ 531596 h 651074"/>
                <a:gd name="connsiteX252" fmla="*/ 2456944 w 2915191"/>
                <a:gd name="connsiteY252" fmla="*/ 489209 h 651074"/>
                <a:gd name="connsiteX253" fmla="*/ 2466703 w 2915191"/>
                <a:gd name="connsiteY253" fmla="*/ 490884 h 651074"/>
                <a:gd name="connsiteX254" fmla="*/ 2476446 w 2915191"/>
                <a:gd name="connsiteY254" fmla="*/ 478408 h 651074"/>
                <a:gd name="connsiteX255" fmla="*/ 2486190 w 2915191"/>
                <a:gd name="connsiteY255" fmla="*/ 518838 h 651074"/>
                <a:gd name="connsiteX256" fmla="*/ 2495949 w 2915191"/>
                <a:gd name="connsiteY256" fmla="*/ 503474 h 651074"/>
                <a:gd name="connsiteX257" fmla="*/ 2505693 w 2915191"/>
                <a:gd name="connsiteY257" fmla="*/ 489519 h 651074"/>
                <a:gd name="connsiteX258" fmla="*/ 2515452 w 2915191"/>
                <a:gd name="connsiteY258" fmla="*/ 486566 h 651074"/>
                <a:gd name="connsiteX259" fmla="*/ 2525196 w 2915191"/>
                <a:gd name="connsiteY259" fmla="*/ 504223 h 651074"/>
                <a:gd name="connsiteX260" fmla="*/ 2534940 w 2915191"/>
                <a:gd name="connsiteY260" fmla="*/ 499253 h 651074"/>
                <a:gd name="connsiteX261" fmla="*/ 2544699 w 2915191"/>
                <a:gd name="connsiteY261" fmla="*/ 519474 h 651074"/>
                <a:gd name="connsiteX262" fmla="*/ 2554443 w 2915191"/>
                <a:gd name="connsiteY262" fmla="*/ 494166 h 651074"/>
                <a:gd name="connsiteX263" fmla="*/ 2564202 w 2915191"/>
                <a:gd name="connsiteY263" fmla="*/ 485252 h 651074"/>
                <a:gd name="connsiteX264" fmla="*/ 2573946 w 2915191"/>
                <a:gd name="connsiteY264" fmla="*/ 520918 h 651074"/>
                <a:gd name="connsiteX265" fmla="*/ 2583690 w 2915191"/>
                <a:gd name="connsiteY265" fmla="*/ 558003 h 651074"/>
                <a:gd name="connsiteX266" fmla="*/ 2593448 w 2915191"/>
                <a:gd name="connsiteY266" fmla="*/ 580440 h 651074"/>
                <a:gd name="connsiteX267" fmla="*/ 2603192 w 2915191"/>
                <a:gd name="connsiteY267" fmla="*/ 578940 h 651074"/>
                <a:gd name="connsiteX268" fmla="*/ 2612951 w 2915191"/>
                <a:gd name="connsiteY268" fmla="*/ 574838 h 651074"/>
                <a:gd name="connsiteX269" fmla="*/ 2622695 w 2915191"/>
                <a:gd name="connsiteY269" fmla="*/ 585454 h 651074"/>
                <a:gd name="connsiteX270" fmla="*/ 2632439 w 2915191"/>
                <a:gd name="connsiteY270" fmla="*/ 580402 h 651074"/>
                <a:gd name="connsiteX271" fmla="*/ 2642198 w 2915191"/>
                <a:gd name="connsiteY271" fmla="*/ 592675 h 651074"/>
                <a:gd name="connsiteX272" fmla="*/ 2651942 w 2915191"/>
                <a:gd name="connsiteY272" fmla="*/ 585521 h 651074"/>
                <a:gd name="connsiteX273" fmla="*/ 2661685 w 2915191"/>
                <a:gd name="connsiteY273" fmla="*/ 569283 h 651074"/>
                <a:gd name="connsiteX274" fmla="*/ 2671444 w 2915191"/>
                <a:gd name="connsiteY274" fmla="*/ 560620 h 651074"/>
                <a:gd name="connsiteX275" fmla="*/ 2681188 w 2915191"/>
                <a:gd name="connsiteY275" fmla="*/ 539290 h 651074"/>
                <a:gd name="connsiteX276" fmla="*/ 2690947 w 2915191"/>
                <a:gd name="connsiteY276" fmla="*/ 563833 h 651074"/>
                <a:gd name="connsiteX277" fmla="*/ 2700691 w 2915191"/>
                <a:gd name="connsiteY277" fmla="*/ 596293 h 651074"/>
                <a:gd name="connsiteX278" fmla="*/ 2710435 w 2915191"/>
                <a:gd name="connsiteY278" fmla="*/ 596814 h 651074"/>
                <a:gd name="connsiteX279" fmla="*/ 2720194 w 2915191"/>
                <a:gd name="connsiteY279" fmla="*/ 589104 h 651074"/>
                <a:gd name="connsiteX280" fmla="*/ 2729938 w 2915191"/>
                <a:gd name="connsiteY280" fmla="*/ 595652 h 651074"/>
                <a:gd name="connsiteX281" fmla="*/ 2739697 w 2915191"/>
                <a:gd name="connsiteY281" fmla="*/ 609894 h 651074"/>
                <a:gd name="connsiteX282" fmla="*/ 2749441 w 2915191"/>
                <a:gd name="connsiteY282" fmla="*/ 555520 h 651074"/>
                <a:gd name="connsiteX283" fmla="*/ 2759185 w 2915191"/>
                <a:gd name="connsiteY283" fmla="*/ 561587 h 651074"/>
                <a:gd name="connsiteX284" fmla="*/ 2768943 w 2915191"/>
                <a:gd name="connsiteY284" fmla="*/ 580296 h 651074"/>
                <a:gd name="connsiteX285" fmla="*/ 2778687 w 2915191"/>
                <a:gd name="connsiteY285" fmla="*/ 551362 h 651074"/>
                <a:gd name="connsiteX286" fmla="*/ 2788446 w 2915191"/>
                <a:gd name="connsiteY286" fmla="*/ 549744 h 651074"/>
                <a:gd name="connsiteX287" fmla="*/ 2798190 w 2915191"/>
                <a:gd name="connsiteY287" fmla="*/ 519569 h 651074"/>
                <a:gd name="connsiteX288" fmla="*/ 2807934 w 2915191"/>
                <a:gd name="connsiteY288" fmla="*/ 518336 h 651074"/>
                <a:gd name="connsiteX289" fmla="*/ 2817693 w 2915191"/>
                <a:gd name="connsiteY289" fmla="*/ 509481 h 651074"/>
                <a:gd name="connsiteX290" fmla="*/ 2827437 w 2915191"/>
                <a:gd name="connsiteY290" fmla="*/ 503897 h 651074"/>
                <a:gd name="connsiteX291" fmla="*/ 2837196 w 2915191"/>
                <a:gd name="connsiteY291" fmla="*/ 504551 h 651074"/>
                <a:gd name="connsiteX292" fmla="*/ 2846940 w 2915191"/>
                <a:gd name="connsiteY292" fmla="*/ 511962 h 651074"/>
                <a:gd name="connsiteX293" fmla="*/ 2856684 w 2915191"/>
                <a:gd name="connsiteY293" fmla="*/ 528054 h 651074"/>
                <a:gd name="connsiteX294" fmla="*/ 2866442 w 2915191"/>
                <a:gd name="connsiteY294" fmla="*/ 542318 h 651074"/>
                <a:gd name="connsiteX295" fmla="*/ 2876186 w 2915191"/>
                <a:gd name="connsiteY295" fmla="*/ 559929 h 651074"/>
                <a:gd name="connsiteX296" fmla="*/ 2885945 w 2915191"/>
                <a:gd name="connsiteY296" fmla="*/ 559300 h 651074"/>
                <a:gd name="connsiteX297" fmla="*/ 2895689 w 2915191"/>
                <a:gd name="connsiteY297" fmla="*/ 580637 h 651074"/>
                <a:gd name="connsiteX298" fmla="*/ 2905433 w 2915191"/>
                <a:gd name="connsiteY298" fmla="*/ 547304 h 651074"/>
                <a:gd name="connsiteX299" fmla="*/ 2915192 w 2915191"/>
                <a:gd name="connsiteY299" fmla="*/ 540069 h 651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51074">
                  <a:moveTo>
                    <a:pt x="0" y="235884"/>
                  </a:moveTo>
                  <a:lnTo>
                    <a:pt x="9750" y="216046"/>
                  </a:lnTo>
                  <a:lnTo>
                    <a:pt x="19500" y="181210"/>
                  </a:lnTo>
                  <a:lnTo>
                    <a:pt x="29250" y="174317"/>
                  </a:lnTo>
                  <a:lnTo>
                    <a:pt x="39000" y="187715"/>
                  </a:lnTo>
                  <a:lnTo>
                    <a:pt x="48749" y="178943"/>
                  </a:lnTo>
                  <a:lnTo>
                    <a:pt x="58499" y="168683"/>
                  </a:lnTo>
                  <a:lnTo>
                    <a:pt x="68249" y="174808"/>
                  </a:lnTo>
                  <a:lnTo>
                    <a:pt x="77998" y="156134"/>
                  </a:lnTo>
                  <a:lnTo>
                    <a:pt x="87748" y="131924"/>
                  </a:lnTo>
                  <a:lnTo>
                    <a:pt x="97497" y="144891"/>
                  </a:lnTo>
                  <a:lnTo>
                    <a:pt x="107247" y="110410"/>
                  </a:lnTo>
                  <a:lnTo>
                    <a:pt x="116997" y="108040"/>
                  </a:lnTo>
                  <a:lnTo>
                    <a:pt x="126747" y="122197"/>
                  </a:lnTo>
                  <a:lnTo>
                    <a:pt x="136497" y="105996"/>
                  </a:lnTo>
                  <a:lnTo>
                    <a:pt x="146247" y="60898"/>
                  </a:lnTo>
                  <a:lnTo>
                    <a:pt x="155997" y="0"/>
                  </a:lnTo>
                  <a:lnTo>
                    <a:pt x="165747" y="14908"/>
                  </a:lnTo>
                  <a:lnTo>
                    <a:pt x="175497" y="29479"/>
                  </a:lnTo>
                  <a:lnTo>
                    <a:pt x="185247" y="34205"/>
                  </a:lnTo>
                  <a:lnTo>
                    <a:pt x="194996" y="74353"/>
                  </a:lnTo>
                  <a:lnTo>
                    <a:pt x="204746" y="73221"/>
                  </a:lnTo>
                  <a:lnTo>
                    <a:pt x="214495" y="77445"/>
                  </a:lnTo>
                  <a:lnTo>
                    <a:pt x="224245" y="109956"/>
                  </a:lnTo>
                  <a:lnTo>
                    <a:pt x="233995" y="117458"/>
                  </a:lnTo>
                  <a:lnTo>
                    <a:pt x="243744" y="94281"/>
                  </a:lnTo>
                  <a:lnTo>
                    <a:pt x="253494" y="103082"/>
                  </a:lnTo>
                  <a:lnTo>
                    <a:pt x="263244" y="99144"/>
                  </a:lnTo>
                  <a:lnTo>
                    <a:pt x="272994" y="122116"/>
                  </a:lnTo>
                  <a:lnTo>
                    <a:pt x="282744" y="115768"/>
                  </a:lnTo>
                  <a:lnTo>
                    <a:pt x="292494" y="105053"/>
                  </a:lnTo>
                  <a:lnTo>
                    <a:pt x="302244" y="97241"/>
                  </a:lnTo>
                  <a:lnTo>
                    <a:pt x="311994" y="59882"/>
                  </a:lnTo>
                  <a:lnTo>
                    <a:pt x="321744" y="56598"/>
                  </a:lnTo>
                  <a:lnTo>
                    <a:pt x="331493" y="50472"/>
                  </a:lnTo>
                  <a:lnTo>
                    <a:pt x="341243" y="87527"/>
                  </a:lnTo>
                  <a:lnTo>
                    <a:pt x="350993" y="79981"/>
                  </a:lnTo>
                  <a:lnTo>
                    <a:pt x="360742" y="98581"/>
                  </a:lnTo>
                  <a:lnTo>
                    <a:pt x="370492" y="100425"/>
                  </a:lnTo>
                  <a:lnTo>
                    <a:pt x="380241" y="101148"/>
                  </a:lnTo>
                  <a:lnTo>
                    <a:pt x="389991" y="99659"/>
                  </a:lnTo>
                  <a:lnTo>
                    <a:pt x="399741" y="63058"/>
                  </a:lnTo>
                  <a:lnTo>
                    <a:pt x="409491" y="40162"/>
                  </a:lnTo>
                  <a:lnTo>
                    <a:pt x="419241" y="83805"/>
                  </a:lnTo>
                  <a:lnTo>
                    <a:pt x="428991" y="47263"/>
                  </a:lnTo>
                  <a:lnTo>
                    <a:pt x="438741" y="62157"/>
                  </a:lnTo>
                  <a:lnTo>
                    <a:pt x="448491" y="38387"/>
                  </a:lnTo>
                  <a:lnTo>
                    <a:pt x="458241" y="40773"/>
                  </a:lnTo>
                  <a:lnTo>
                    <a:pt x="467991" y="47653"/>
                  </a:lnTo>
                  <a:lnTo>
                    <a:pt x="477740" y="55312"/>
                  </a:lnTo>
                  <a:lnTo>
                    <a:pt x="487490" y="65864"/>
                  </a:lnTo>
                  <a:lnTo>
                    <a:pt x="497239" y="73202"/>
                  </a:lnTo>
                  <a:lnTo>
                    <a:pt x="506989" y="108906"/>
                  </a:lnTo>
                  <a:lnTo>
                    <a:pt x="516738" y="126400"/>
                  </a:lnTo>
                  <a:lnTo>
                    <a:pt x="526488" y="134915"/>
                  </a:lnTo>
                  <a:lnTo>
                    <a:pt x="536238" y="155547"/>
                  </a:lnTo>
                  <a:lnTo>
                    <a:pt x="545988" y="172079"/>
                  </a:lnTo>
                  <a:lnTo>
                    <a:pt x="555738" y="164537"/>
                  </a:lnTo>
                  <a:lnTo>
                    <a:pt x="565488" y="206869"/>
                  </a:lnTo>
                  <a:lnTo>
                    <a:pt x="575238" y="212297"/>
                  </a:lnTo>
                  <a:lnTo>
                    <a:pt x="584988" y="207714"/>
                  </a:lnTo>
                  <a:lnTo>
                    <a:pt x="594738" y="199467"/>
                  </a:lnTo>
                  <a:lnTo>
                    <a:pt x="604488" y="203043"/>
                  </a:lnTo>
                  <a:lnTo>
                    <a:pt x="614237" y="233574"/>
                  </a:lnTo>
                  <a:lnTo>
                    <a:pt x="623987" y="248972"/>
                  </a:lnTo>
                  <a:lnTo>
                    <a:pt x="633736" y="274310"/>
                  </a:lnTo>
                  <a:lnTo>
                    <a:pt x="643486" y="291719"/>
                  </a:lnTo>
                  <a:lnTo>
                    <a:pt x="653236" y="313948"/>
                  </a:lnTo>
                  <a:lnTo>
                    <a:pt x="662985" y="319088"/>
                  </a:lnTo>
                  <a:lnTo>
                    <a:pt x="672735" y="306840"/>
                  </a:lnTo>
                  <a:lnTo>
                    <a:pt x="682485" y="309578"/>
                  </a:lnTo>
                  <a:lnTo>
                    <a:pt x="692235" y="320946"/>
                  </a:lnTo>
                  <a:lnTo>
                    <a:pt x="701985" y="284341"/>
                  </a:lnTo>
                  <a:lnTo>
                    <a:pt x="711735" y="279886"/>
                  </a:lnTo>
                  <a:lnTo>
                    <a:pt x="721485" y="288547"/>
                  </a:lnTo>
                  <a:lnTo>
                    <a:pt x="731235" y="289423"/>
                  </a:lnTo>
                  <a:lnTo>
                    <a:pt x="740985" y="295220"/>
                  </a:lnTo>
                  <a:lnTo>
                    <a:pt x="750734" y="288090"/>
                  </a:lnTo>
                  <a:lnTo>
                    <a:pt x="760484" y="273389"/>
                  </a:lnTo>
                  <a:lnTo>
                    <a:pt x="770233" y="289633"/>
                  </a:lnTo>
                  <a:lnTo>
                    <a:pt x="779983" y="273003"/>
                  </a:lnTo>
                  <a:lnTo>
                    <a:pt x="789733" y="291305"/>
                  </a:lnTo>
                  <a:lnTo>
                    <a:pt x="799482" y="291315"/>
                  </a:lnTo>
                  <a:lnTo>
                    <a:pt x="809232" y="316368"/>
                  </a:lnTo>
                  <a:lnTo>
                    <a:pt x="818982" y="334180"/>
                  </a:lnTo>
                  <a:lnTo>
                    <a:pt x="828732" y="362826"/>
                  </a:lnTo>
                  <a:lnTo>
                    <a:pt x="838482" y="401848"/>
                  </a:lnTo>
                  <a:lnTo>
                    <a:pt x="848232" y="411526"/>
                  </a:lnTo>
                  <a:lnTo>
                    <a:pt x="857982" y="411213"/>
                  </a:lnTo>
                  <a:lnTo>
                    <a:pt x="867732" y="418722"/>
                  </a:lnTo>
                  <a:lnTo>
                    <a:pt x="877482" y="467029"/>
                  </a:lnTo>
                  <a:lnTo>
                    <a:pt x="887231" y="461947"/>
                  </a:lnTo>
                  <a:lnTo>
                    <a:pt x="896981" y="461043"/>
                  </a:lnTo>
                  <a:lnTo>
                    <a:pt x="906730" y="475574"/>
                  </a:lnTo>
                  <a:lnTo>
                    <a:pt x="916480" y="492964"/>
                  </a:lnTo>
                  <a:lnTo>
                    <a:pt x="926230" y="469434"/>
                  </a:lnTo>
                  <a:lnTo>
                    <a:pt x="935979" y="506622"/>
                  </a:lnTo>
                  <a:lnTo>
                    <a:pt x="945729" y="498320"/>
                  </a:lnTo>
                  <a:lnTo>
                    <a:pt x="955479" y="527062"/>
                  </a:lnTo>
                  <a:lnTo>
                    <a:pt x="965229" y="494225"/>
                  </a:lnTo>
                  <a:lnTo>
                    <a:pt x="974979" y="482113"/>
                  </a:lnTo>
                  <a:lnTo>
                    <a:pt x="984729" y="482037"/>
                  </a:lnTo>
                  <a:lnTo>
                    <a:pt x="994474" y="455886"/>
                  </a:lnTo>
                  <a:lnTo>
                    <a:pt x="1004233" y="440789"/>
                  </a:lnTo>
                  <a:lnTo>
                    <a:pt x="1013977" y="442199"/>
                  </a:lnTo>
                  <a:lnTo>
                    <a:pt x="1023721" y="422613"/>
                  </a:lnTo>
                  <a:lnTo>
                    <a:pt x="1033480" y="467622"/>
                  </a:lnTo>
                  <a:lnTo>
                    <a:pt x="1043224" y="431991"/>
                  </a:lnTo>
                  <a:lnTo>
                    <a:pt x="1052983" y="417860"/>
                  </a:lnTo>
                  <a:lnTo>
                    <a:pt x="1062727" y="390079"/>
                  </a:lnTo>
                  <a:lnTo>
                    <a:pt x="1072471" y="360502"/>
                  </a:lnTo>
                  <a:lnTo>
                    <a:pt x="1082230" y="384398"/>
                  </a:lnTo>
                  <a:lnTo>
                    <a:pt x="1091973" y="367145"/>
                  </a:lnTo>
                  <a:lnTo>
                    <a:pt x="1101732" y="373586"/>
                  </a:lnTo>
                  <a:lnTo>
                    <a:pt x="1111476" y="343988"/>
                  </a:lnTo>
                  <a:lnTo>
                    <a:pt x="1121220" y="337256"/>
                  </a:lnTo>
                  <a:lnTo>
                    <a:pt x="1130979" y="326884"/>
                  </a:lnTo>
                  <a:lnTo>
                    <a:pt x="1140723" y="334598"/>
                  </a:lnTo>
                  <a:lnTo>
                    <a:pt x="1150482" y="312931"/>
                  </a:lnTo>
                  <a:lnTo>
                    <a:pt x="1160226" y="342949"/>
                  </a:lnTo>
                  <a:lnTo>
                    <a:pt x="1169969" y="349943"/>
                  </a:lnTo>
                  <a:lnTo>
                    <a:pt x="1179728" y="324011"/>
                  </a:lnTo>
                  <a:lnTo>
                    <a:pt x="1189472" y="364220"/>
                  </a:lnTo>
                  <a:lnTo>
                    <a:pt x="1199231" y="383510"/>
                  </a:lnTo>
                  <a:lnTo>
                    <a:pt x="1208975" y="393969"/>
                  </a:lnTo>
                  <a:lnTo>
                    <a:pt x="1218719" y="430493"/>
                  </a:lnTo>
                  <a:lnTo>
                    <a:pt x="1228478" y="443794"/>
                  </a:lnTo>
                  <a:lnTo>
                    <a:pt x="1238222" y="462245"/>
                  </a:lnTo>
                  <a:lnTo>
                    <a:pt x="1247966" y="484495"/>
                  </a:lnTo>
                  <a:lnTo>
                    <a:pt x="1257725" y="505908"/>
                  </a:lnTo>
                  <a:lnTo>
                    <a:pt x="1267469" y="514361"/>
                  </a:lnTo>
                  <a:lnTo>
                    <a:pt x="1277227" y="534566"/>
                  </a:lnTo>
                  <a:lnTo>
                    <a:pt x="1286971" y="561528"/>
                  </a:lnTo>
                  <a:lnTo>
                    <a:pt x="1296715" y="573398"/>
                  </a:lnTo>
                  <a:lnTo>
                    <a:pt x="1306474" y="620234"/>
                  </a:lnTo>
                  <a:lnTo>
                    <a:pt x="1316218" y="591586"/>
                  </a:lnTo>
                  <a:lnTo>
                    <a:pt x="1325977" y="557375"/>
                  </a:lnTo>
                  <a:lnTo>
                    <a:pt x="1335721" y="523935"/>
                  </a:lnTo>
                  <a:lnTo>
                    <a:pt x="1345465" y="518963"/>
                  </a:lnTo>
                  <a:lnTo>
                    <a:pt x="1355224" y="543339"/>
                  </a:lnTo>
                  <a:lnTo>
                    <a:pt x="1364967" y="551989"/>
                  </a:lnTo>
                  <a:lnTo>
                    <a:pt x="1374726" y="553987"/>
                  </a:lnTo>
                  <a:lnTo>
                    <a:pt x="1384470" y="569043"/>
                  </a:lnTo>
                  <a:lnTo>
                    <a:pt x="1394214" y="564953"/>
                  </a:lnTo>
                  <a:lnTo>
                    <a:pt x="1403973" y="566257"/>
                  </a:lnTo>
                  <a:lnTo>
                    <a:pt x="1413717" y="569096"/>
                  </a:lnTo>
                  <a:lnTo>
                    <a:pt x="1423476" y="578304"/>
                  </a:lnTo>
                  <a:lnTo>
                    <a:pt x="1433220" y="587087"/>
                  </a:lnTo>
                  <a:lnTo>
                    <a:pt x="1442964" y="583367"/>
                  </a:lnTo>
                  <a:lnTo>
                    <a:pt x="1452722" y="588732"/>
                  </a:lnTo>
                  <a:lnTo>
                    <a:pt x="1462466" y="547962"/>
                  </a:lnTo>
                  <a:lnTo>
                    <a:pt x="1472225" y="546076"/>
                  </a:lnTo>
                  <a:lnTo>
                    <a:pt x="1481969" y="541523"/>
                  </a:lnTo>
                  <a:lnTo>
                    <a:pt x="1491713" y="511363"/>
                  </a:lnTo>
                  <a:lnTo>
                    <a:pt x="1501472" y="502407"/>
                  </a:lnTo>
                  <a:lnTo>
                    <a:pt x="1511216" y="526073"/>
                  </a:lnTo>
                  <a:lnTo>
                    <a:pt x="1520960" y="506014"/>
                  </a:lnTo>
                  <a:lnTo>
                    <a:pt x="1530719" y="491006"/>
                  </a:lnTo>
                  <a:lnTo>
                    <a:pt x="1540463" y="498478"/>
                  </a:lnTo>
                  <a:lnTo>
                    <a:pt x="1550221" y="531231"/>
                  </a:lnTo>
                  <a:lnTo>
                    <a:pt x="1559965" y="537362"/>
                  </a:lnTo>
                  <a:lnTo>
                    <a:pt x="1569709" y="564747"/>
                  </a:lnTo>
                  <a:lnTo>
                    <a:pt x="1579468" y="554582"/>
                  </a:lnTo>
                  <a:lnTo>
                    <a:pt x="1589212" y="560643"/>
                  </a:lnTo>
                  <a:lnTo>
                    <a:pt x="1598971" y="561827"/>
                  </a:lnTo>
                  <a:lnTo>
                    <a:pt x="1608715" y="540194"/>
                  </a:lnTo>
                  <a:lnTo>
                    <a:pt x="1618459" y="537470"/>
                  </a:lnTo>
                  <a:lnTo>
                    <a:pt x="1628218" y="520625"/>
                  </a:lnTo>
                  <a:lnTo>
                    <a:pt x="1637962" y="532120"/>
                  </a:lnTo>
                  <a:lnTo>
                    <a:pt x="1647720" y="513654"/>
                  </a:lnTo>
                  <a:lnTo>
                    <a:pt x="1657464" y="519970"/>
                  </a:lnTo>
                  <a:lnTo>
                    <a:pt x="1667208" y="481352"/>
                  </a:lnTo>
                  <a:lnTo>
                    <a:pt x="1676967" y="466764"/>
                  </a:lnTo>
                  <a:lnTo>
                    <a:pt x="1686711" y="434751"/>
                  </a:lnTo>
                  <a:lnTo>
                    <a:pt x="1696470" y="440371"/>
                  </a:lnTo>
                  <a:lnTo>
                    <a:pt x="1706214" y="433994"/>
                  </a:lnTo>
                  <a:lnTo>
                    <a:pt x="1715958" y="462895"/>
                  </a:lnTo>
                  <a:lnTo>
                    <a:pt x="1725716" y="482544"/>
                  </a:lnTo>
                  <a:lnTo>
                    <a:pt x="1735460" y="497832"/>
                  </a:lnTo>
                  <a:lnTo>
                    <a:pt x="1745219" y="529403"/>
                  </a:lnTo>
                  <a:lnTo>
                    <a:pt x="1754963" y="516043"/>
                  </a:lnTo>
                  <a:lnTo>
                    <a:pt x="1764707" y="521788"/>
                  </a:lnTo>
                  <a:lnTo>
                    <a:pt x="1774466" y="539844"/>
                  </a:lnTo>
                  <a:lnTo>
                    <a:pt x="1784210" y="545392"/>
                  </a:lnTo>
                  <a:lnTo>
                    <a:pt x="1793969" y="553901"/>
                  </a:lnTo>
                  <a:lnTo>
                    <a:pt x="1803713" y="594593"/>
                  </a:lnTo>
                  <a:lnTo>
                    <a:pt x="1813457" y="549531"/>
                  </a:lnTo>
                  <a:lnTo>
                    <a:pt x="1823215" y="575206"/>
                  </a:lnTo>
                  <a:lnTo>
                    <a:pt x="1832959" y="599170"/>
                  </a:lnTo>
                  <a:lnTo>
                    <a:pt x="1842703" y="592085"/>
                  </a:lnTo>
                  <a:lnTo>
                    <a:pt x="1852462" y="554842"/>
                  </a:lnTo>
                  <a:lnTo>
                    <a:pt x="1862206" y="554430"/>
                  </a:lnTo>
                  <a:lnTo>
                    <a:pt x="1871965" y="532908"/>
                  </a:lnTo>
                  <a:lnTo>
                    <a:pt x="1881709" y="567675"/>
                  </a:lnTo>
                  <a:lnTo>
                    <a:pt x="1891453" y="580350"/>
                  </a:lnTo>
                  <a:lnTo>
                    <a:pt x="1901212" y="582777"/>
                  </a:lnTo>
                  <a:lnTo>
                    <a:pt x="1910956" y="580318"/>
                  </a:lnTo>
                  <a:lnTo>
                    <a:pt x="1920714" y="533051"/>
                  </a:lnTo>
                  <a:lnTo>
                    <a:pt x="1930458" y="493092"/>
                  </a:lnTo>
                  <a:lnTo>
                    <a:pt x="1940202" y="547658"/>
                  </a:lnTo>
                  <a:lnTo>
                    <a:pt x="1949961" y="551475"/>
                  </a:lnTo>
                  <a:lnTo>
                    <a:pt x="1959705" y="563664"/>
                  </a:lnTo>
                  <a:lnTo>
                    <a:pt x="1969464" y="567618"/>
                  </a:lnTo>
                  <a:lnTo>
                    <a:pt x="1979208" y="555888"/>
                  </a:lnTo>
                  <a:lnTo>
                    <a:pt x="1988952" y="585376"/>
                  </a:lnTo>
                  <a:lnTo>
                    <a:pt x="1998711" y="570595"/>
                  </a:lnTo>
                  <a:lnTo>
                    <a:pt x="2008454" y="535808"/>
                  </a:lnTo>
                  <a:lnTo>
                    <a:pt x="2018213" y="520500"/>
                  </a:lnTo>
                  <a:lnTo>
                    <a:pt x="2027957" y="544941"/>
                  </a:lnTo>
                  <a:lnTo>
                    <a:pt x="2037701" y="560425"/>
                  </a:lnTo>
                  <a:lnTo>
                    <a:pt x="2047460" y="547277"/>
                  </a:lnTo>
                  <a:lnTo>
                    <a:pt x="2057204" y="556307"/>
                  </a:lnTo>
                  <a:lnTo>
                    <a:pt x="2066963" y="536477"/>
                  </a:lnTo>
                  <a:lnTo>
                    <a:pt x="2076707" y="534568"/>
                  </a:lnTo>
                  <a:lnTo>
                    <a:pt x="2086451" y="529027"/>
                  </a:lnTo>
                  <a:lnTo>
                    <a:pt x="2096210" y="503113"/>
                  </a:lnTo>
                  <a:lnTo>
                    <a:pt x="2105954" y="483012"/>
                  </a:lnTo>
                  <a:lnTo>
                    <a:pt x="2115697" y="489072"/>
                  </a:lnTo>
                  <a:lnTo>
                    <a:pt x="2125456" y="508337"/>
                  </a:lnTo>
                  <a:lnTo>
                    <a:pt x="2135200" y="480532"/>
                  </a:lnTo>
                  <a:lnTo>
                    <a:pt x="2144959" y="500796"/>
                  </a:lnTo>
                  <a:lnTo>
                    <a:pt x="2154703" y="501439"/>
                  </a:lnTo>
                  <a:lnTo>
                    <a:pt x="2164447" y="488619"/>
                  </a:lnTo>
                  <a:lnTo>
                    <a:pt x="2174206" y="493813"/>
                  </a:lnTo>
                  <a:lnTo>
                    <a:pt x="2183950" y="478628"/>
                  </a:lnTo>
                  <a:lnTo>
                    <a:pt x="2193709" y="509672"/>
                  </a:lnTo>
                  <a:lnTo>
                    <a:pt x="2203452" y="533257"/>
                  </a:lnTo>
                  <a:lnTo>
                    <a:pt x="2213196" y="559728"/>
                  </a:lnTo>
                  <a:lnTo>
                    <a:pt x="2222955" y="545175"/>
                  </a:lnTo>
                  <a:lnTo>
                    <a:pt x="2232699" y="509935"/>
                  </a:lnTo>
                  <a:lnTo>
                    <a:pt x="2242458" y="523823"/>
                  </a:lnTo>
                  <a:lnTo>
                    <a:pt x="2252202" y="500755"/>
                  </a:lnTo>
                  <a:lnTo>
                    <a:pt x="2261946" y="531128"/>
                  </a:lnTo>
                  <a:lnTo>
                    <a:pt x="2271705" y="544728"/>
                  </a:lnTo>
                  <a:lnTo>
                    <a:pt x="2281449" y="576954"/>
                  </a:lnTo>
                  <a:lnTo>
                    <a:pt x="2291208" y="595049"/>
                  </a:lnTo>
                  <a:lnTo>
                    <a:pt x="2300951" y="565419"/>
                  </a:lnTo>
                  <a:lnTo>
                    <a:pt x="2310695" y="553208"/>
                  </a:lnTo>
                  <a:lnTo>
                    <a:pt x="2320454" y="581163"/>
                  </a:lnTo>
                  <a:lnTo>
                    <a:pt x="2330198" y="616673"/>
                  </a:lnTo>
                  <a:lnTo>
                    <a:pt x="2339957" y="594165"/>
                  </a:lnTo>
                  <a:lnTo>
                    <a:pt x="2349701" y="613396"/>
                  </a:lnTo>
                  <a:lnTo>
                    <a:pt x="2359445" y="627579"/>
                  </a:lnTo>
                  <a:lnTo>
                    <a:pt x="2369204" y="651075"/>
                  </a:lnTo>
                  <a:lnTo>
                    <a:pt x="2378948" y="630440"/>
                  </a:lnTo>
                  <a:lnTo>
                    <a:pt x="2388692" y="642463"/>
                  </a:lnTo>
                  <a:lnTo>
                    <a:pt x="2398450" y="646993"/>
                  </a:lnTo>
                  <a:lnTo>
                    <a:pt x="2408194" y="589016"/>
                  </a:lnTo>
                  <a:lnTo>
                    <a:pt x="2417953" y="525816"/>
                  </a:lnTo>
                  <a:lnTo>
                    <a:pt x="2427697" y="516130"/>
                  </a:lnTo>
                  <a:lnTo>
                    <a:pt x="2437441" y="522923"/>
                  </a:lnTo>
                  <a:lnTo>
                    <a:pt x="2447200" y="531596"/>
                  </a:lnTo>
                  <a:lnTo>
                    <a:pt x="2456944" y="489209"/>
                  </a:lnTo>
                  <a:lnTo>
                    <a:pt x="2466703" y="490884"/>
                  </a:lnTo>
                  <a:lnTo>
                    <a:pt x="2476446" y="478408"/>
                  </a:lnTo>
                  <a:lnTo>
                    <a:pt x="2486190" y="518838"/>
                  </a:lnTo>
                  <a:lnTo>
                    <a:pt x="2495949" y="503474"/>
                  </a:lnTo>
                  <a:lnTo>
                    <a:pt x="2505693" y="489519"/>
                  </a:lnTo>
                  <a:lnTo>
                    <a:pt x="2515452" y="486566"/>
                  </a:lnTo>
                  <a:lnTo>
                    <a:pt x="2525196" y="504223"/>
                  </a:lnTo>
                  <a:lnTo>
                    <a:pt x="2534940" y="499253"/>
                  </a:lnTo>
                  <a:lnTo>
                    <a:pt x="2544699" y="519474"/>
                  </a:lnTo>
                  <a:lnTo>
                    <a:pt x="2554443" y="494166"/>
                  </a:lnTo>
                  <a:lnTo>
                    <a:pt x="2564202" y="485252"/>
                  </a:lnTo>
                  <a:lnTo>
                    <a:pt x="2573946" y="520918"/>
                  </a:lnTo>
                  <a:lnTo>
                    <a:pt x="2583690" y="558003"/>
                  </a:lnTo>
                  <a:lnTo>
                    <a:pt x="2593448" y="580440"/>
                  </a:lnTo>
                  <a:lnTo>
                    <a:pt x="2603192" y="578940"/>
                  </a:lnTo>
                  <a:lnTo>
                    <a:pt x="2612951" y="574838"/>
                  </a:lnTo>
                  <a:lnTo>
                    <a:pt x="2622695" y="585454"/>
                  </a:lnTo>
                  <a:lnTo>
                    <a:pt x="2632439" y="580402"/>
                  </a:lnTo>
                  <a:lnTo>
                    <a:pt x="2642198" y="592675"/>
                  </a:lnTo>
                  <a:lnTo>
                    <a:pt x="2651942" y="585521"/>
                  </a:lnTo>
                  <a:lnTo>
                    <a:pt x="2661685" y="569283"/>
                  </a:lnTo>
                  <a:lnTo>
                    <a:pt x="2671444" y="560620"/>
                  </a:lnTo>
                  <a:lnTo>
                    <a:pt x="2681188" y="539290"/>
                  </a:lnTo>
                  <a:lnTo>
                    <a:pt x="2690947" y="563833"/>
                  </a:lnTo>
                  <a:lnTo>
                    <a:pt x="2700691" y="596293"/>
                  </a:lnTo>
                  <a:lnTo>
                    <a:pt x="2710435" y="596814"/>
                  </a:lnTo>
                  <a:lnTo>
                    <a:pt x="2720194" y="589104"/>
                  </a:lnTo>
                  <a:lnTo>
                    <a:pt x="2729938" y="595652"/>
                  </a:lnTo>
                  <a:lnTo>
                    <a:pt x="2739697" y="609894"/>
                  </a:lnTo>
                  <a:lnTo>
                    <a:pt x="2749441" y="555520"/>
                  </a:lnTo>
                  <a:lnTo>
                    <a:pt x="2759185" y="561587"/>
                  </a:lnTo>
                  <a:lnTo>
                    <a:pt x="2768943" y="580296"/>
                  </a:lnTo>
                  <a:lnTo>
                    <a:pt x="2778687" y="551362"/>
                  </a:lnTo>
                  <a:lnTo>
                    <a:pt x="2788446" y="549744"/>
                  </a:lnTo>
                  <a:lnTo>
                    <a:pt x="2798190" y="519569"/>
                  </a:lnTo>
                  <a:lnTo>
                    <a:pt x="2807934" y="518336"/>
                  </a:lnTo>
                  <a:lnTo>
                    <a:pt x="2817693" y="509481"/>
                  </a:lnTo>
                  <a:lnTo>
                    <a:pt x="2827437" y="503897"/>
                  </a:lnTo>
                  <a:lnTo>
                    <a:pt x="2837196" y="504551"/>
                  </a:lnTo>
                  <a:lnTo>
                    <a:pt x="2846940" y="511962"/>
                  </a:lnTo>
                  <a:lnTo>
                    <a:pt x="2856684" y="528054"/>
                  </a:lnTo>
                  <a:lnTo>
                    <a:pt x="2866442" y="542318"/>
                  </a:lnTo>
                  <a:lnTo>
                    <a:pt x="2876186" y="559929"/>
                  </a:lnTo>
                  <a:lnTo>
                    <a:pt x="2885945" y="559300"/>
                  </a:lnTo>
                  <a:lnTo>
                    <a:pt x="2895689" y="580637"/>
                  </a:lnTo>
                  <a:lnTo>
                    <a:pt x="2905433" y="547304"/>
                  </a:lnTo>
                  <a:lnTo>
                    <a:pt x="2915192" y="54006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5" name="Freeform 1004">
              <a:extLst>
                <a:ext uri="{FF2B5EF4-FFF2-40B4-BE49-F238E27FC236}">
                  <a16:creationId xmlns:a16="http://schemas.microsoft.com/office/drawing/2014/main" id="{3617E96B-7168-806B-C2FC-C83B34D4E625}"/>
                </a:ext>
              </a:extLst>
            </p:cNvPr>
            <p:cNvSpPr/>
            <p:nvPr/>
          </p:nvSpPr>
          <p:spPr>
            <a:xfrm>
              <a:off x="4426652" y="3514869"/>
              <a:ext cx="2915191" cy="626430"/>
            </a:xfrm>
            <a:custGeom>
              <a:avLst/>
              <a:gdLst>
                <a:gd name="connsiteX0" fmla="*/ 0 w 2915191"/>
                <a:gd name="connsiteY0" fmla="*/ 256108 h 626430"/>
                <a:gd name="connsiteX1" fmla="*/ 9750 w 2915191"/>
                <a:gd name="connsiteY1" fmla="*/ 272312 h 626430"/>
                <a:gd name="connsiteX2" fmla="*/ 19500 w 2915191"/>
                <a:gd name="connsiteY2" fmla="*/ 286047 h 626430"/>
                <a:gd name="connsiteX3" fmla="*/ 29250 w 2915191"/>
                <a:gd name="connsiteY3" fmla="*/ 297625 h 626430"/>
                <a:gd name="connsiteX4" fmla="*/ 39000 w 2915191"/>
                <a:gd name="connsiteY4" fmla="*/ 320486 h 626430"/>
                <a:gd name="connsiteX5" fmla="*/ 48749 w 2915191"/>
                <a:gd name="connsiteY5" fmla="*/ 301886 h 626430"/>
                <a:gd name="connsiteX6" fmla="*/ 58499 w 2915191"/>
                <a:gd name="connsiteY6" fmla="*/ 336395 h 626430"/>
                <a:gd name="connsiteX7" fmla="*/ 68249 w 2915191"/>
                <a:gd name="connsiteY7" fmla="*/ 339327 h 626430"/>
                <a:gd name="connsiteX8" fmla="*/ 77998 w 2915191"/>
                <a:gd name="connsiteY8" fmla="*/ 333685 h 626430"/>
                <a:gd name="connsiteX9" fmla="*/ 87748 w 2915191"/>
                <a:gd name="connsiteY9" fmla="*/ 360004 h 626430"/>
                <a:gd name="connsiteX10" fmla="*/ 97497 w 2915191"/>
                <a:gd name="connsiteY10" fmla="*/ 382759 h 626430"/>
                <a:gd name="connsiteX11" fmla="*/ 107247 w 2915191"/>
                <a:gd name="connsiteY11" fmla="*/ 374635 h 626430"/>
                <a:gd name="connsiteX12" fmla="*/ 116997 w 2915191"/>
                <a:gd name="connsiteY12" fmla="*/ 372862 h 626430"/>
                <a:gd name="connsiteX13" fmla="*/ 126747 w 2915191"/>
                <a:gd name="connsiteY13" fmla="*/ 361449 h 626430"/>
                <a:gd name="connsiteX14" fmla="*/ 136497 w 2915191"/>
                <a:gd name="connsiteY14" fmla="*/ 338761 h 626430"/>
                <a:gd name="connsiteX15" fmla="*/ 146247 w 2915191"/>
                <a:gd name="connsiteY15" fmla="*/ 307093 h 626430"/>
                <a:gd name="connsiteX16" fmla="*/ 155997 w 2915191"/>
                <a:gd name="connsiteY16" fmla="*/ 311873 h 626430"/>
                <a:gd name="connsiteX17" fmla="*/ 165747 w 2915191"/>
                <a:gd name="connsiteY17" fmla="*/ 272496 h 626430"/>
                <a:gd name="connsiteX18" fmla="*/ 175497 w 2915191"/>
                <a:gd name="connsiteY18" fmla="*/ 266446 h 626430"/>
                <a:gd name="connsiteX19" fmla="*/ 185247 w 2915191"/>
                <a:gd name="connsiteY19" fmla="*/ 264324 h 626430"/>
                <a:gd name="connsiteX20" fmla="*/ 194996 w 2915191"/>
                <a:gd name="connsiteY20" fmla="*/ 270406 h 626430"/>
                <a:gd name="connsiteX21" fmla="*/ 204746 w 2915191"/>
                <a:gd name="connsiteY21" fmla="*/ 273735 h 626430"/>
                <a:gd name="connsiteX22" fmla="*/ 214495 w 2915191"/>
                <a:gd name="connsiteY22" fmla="*/ 284739 h 626430"/>
                <a:gd name="connsiteX23" fmla="*/ 224245 w 2915191"/>
                <a:gd name="connsiteY23" fmla="*/ 276032 h 626430"/>
                <a:gd name="connsiteX24" fmla="*/ 233995 w 2915191"/>
                <a:gd name="connsiteY24" fmla="*/ 277225 h 626430"/>
                <a:gd name="connsiteX25" fmla="*/ 243744 w 2915191"/>
                <a:gd name="connsiteY25" fmla="*/ 298202 h 626430"/>
                <a:gd name="connsiteX26" fmla="*/ 253494 w 2915191"/>
                <a:gd name="connsiteY26" fmla="*/ 306938 h 626430"/>
                <a:gd name="connsiteX27" fmla="*/ 263244 w 2915191"/>
                <a:gd name="connsiteY27" fmla="*/ 311609 h 626430"/>
                <a:gd name="connsiteX28" fmla="*/ 272994 w 2915191"/>
                <a:gd name="connsiteY28" fmla="*/ 292701 h 626430"/>
                <a:gd name="connsiteX29" fmla="*/ 282744 w 2915191"/>
                <a:gd name="connsiteY29" fmla="*/ 289428 h 626430"/>
                <a:gd name="connsiteX30" fmla="*/ 292494 w 2915191"/>
                <a:gd name="connsiteY30" fmla="*/ 290427 h 626430"/>
                <a:gd name="connsiteX31" fmla="*/ 302244 w 2915191"/>
                <a:gd name="connsiteY31" fmla="*/ 296594 h 626430"/>
                <a:gd name="connsiteX32" fmla="*/ 311994 w 2915191"/>
                <a:gd name="connsiteY32" fmla="*/ 310833 h 626430"/>
                <a:gd name="connsiteX33" fmla="*/ 321744 w 2915191"/>
                <a:gd name="connsiteY33" fmla="*/ 297139 h 626430"/>
                <a:gd name="connsiteX34" fmla="*/ 331493 w 2915191"/>
                <a:gd name="connsiteY34" fmla="*/ 307433 h 626430"/>
                <a:gd name="connsiteX35" fmla="*/ 341243 w 2915191"/>
                <a:gd name="connsiteY35" fmla="*/ 270080 h 626430"/>
                <a:gd name="connsiteX36" fmla="*/ 350993 w 2915191"/>
                <a:gd name="connsiteY36" fmla="*/ 265598 h 626430"/>
                <a:gd name="connsiteX37" fmla="*/ 360742 w 2915191"/>
                <a:gd name="connsiteY37" fmla="*/ 256052 h 626430"/>
                <a:gd name="connsiteX38" fmla="*/ 370492 w 2915191"/>
                <a:gd name="connsiteY38" fmla="*/ 253116 h 626430"/>
                <a:gd name="connsiteX39" fmla="*/ 380241 w 2915191"/>
                <a:gd name="connsiteY39" fmla="*/ 249367 h 626430"/>
                <a:gd name="connsiteX40" fmla="*/ 389991 w 2915191"/>
                <a:gd name="connsiteY40" fmla="*/ 236240 h 626430"/>
                <a:gd name="connsiteX41" fmla="*/ 399741 w 2915191"/>
                <a:gd name="connsiteY41" fmla="*/ 251724 h 626430"/>
                <a:gd name="connsiteX42" fmla="*/ 409491 w 2915191"/>
                <a:gd name="connsiteY42" fmla="*/ 237731 h 626430"/>
                <a:gd name="connsiteX43" fmla="*/ 419241 w 2915191"/>
                <a:gd name="connsiteY43" fmla="*/ 219952 h 626430"/>
                <a:gd name="connsiteX44" fmla="*/ 428991 w 2915191"/>
                <a:gd name="connsiteY44" fmla="*/ 192298 h 626430"/>
                <a:gd name="connsiteX45" fmla="*/ 438741 w 2915191"/>
                <a:gd name="connsiteY45" fmla="*/ 180646 h 626430"/>
                <a:gd name="connsiteX46" fmla="*/ 448491 w 2915191"/>
                <a:gd name="connsiteY46" fmla="*/ 188059 h 626430"/>
                <a:gd name="connsiteX47" fmla="*/ 458241 w 2915191"/>
                <a:gd name="connsiteY47" fmla="*/ 227007 h 626430"/>
                <a:gd name="connsiteX48" fmla="*/ 467991 w 2915191"/>
                <a:gd name="connsiteY48" fmla="*/ 226563 h 626430"/>
                <a:gd name="connsiteX49" fmla="*/ 477740 w 2915191"/>
                <a:gd name="connsiteY49" fmla="*/ 219791 h 626430"/>
                <a:gd name="connsiteX50" fmla="*/ 487490 w 2915191"/>
                <a:gd name="connsiteY50" fmla="*/ 205272 h 626430"/>
                <a:gd name="connsiteX51" fmla="*/ 497239 w 2915191"/>
                <a:gd name="connsiteY51" fmla="*/ 218011 h 626430"/>
                <a:gd name="connsiteX52" fmla="*/ 506989 w 2915191"/>
                <a:gd name="connsiteY52" fmla="*/ 233245 h 626430"/>
                <a:gd name="connsiteX53" fmla="*/ 516738 w 2915191"/>
                <a:gd name="connsiteY53" fmla="*/ 223689 h 626430"/>
                <a:gd name="connsiteX54" fmla="*/ 526488 w 2915191"/>
                <a:gd name="connsiteY54" fmla="*/ 212011 h 626430"/>
                <a:gd name="connsiteX55" fmla="*/ 536238 w 2915191"/>
                <a:gd name="connsiteY55" fmla="*/ 241715 h 626430"/>
                <a:gd name="connsiteX56" fmla="*/ 545988 w 2915191"/>
                <a:gd name="connsiteY56" fmla="*/ 226758 h 626430"/>
                <a:gd name="connsiteX57" fmla="*/ 555738 w 2915191"/>
                <a:gd name="connsiteY57" fmla="*/ 209539 h 626430"/>
                <a:gd name="connsiteX58" fmla="*/ 565488 w 2915191"/>
                <a:gd name="connsiteY58" fmla="*/ 211159 h 626430"/>
                <a:gd name="connsiteX59" fmla="*/ 575238 w 2915191"/>
                <a:gd name="connsiteY59" fmla="*/ 232662 h 626430"/>
                <a:gd name="connsiteX60" fmla="*/ 584988 w 2915191"/>
                <a:gd name="connsiteY60" fmla="*/ 238057 h 626430"/>
                <a:gd name="connsiteX61" fmla="*/ 594738 w 2915191"/>
                <a:gd name="connsiteY61" fmla="*/ 222087 h 626430"/>
                <a:gd name="connsiteX62" fmla="*/ 604488 w 2915191"/>
                <a:gd name="connsiteY62" fmla="*/ 215987 h 626430"/>
                <a:gd name="connsiteX63" fmla="*/ 614237 w 2915191"/>
                <a:gd name="connsiteY63" fmla="*/ 186838 h 626430"/>
                <a:gd name="connsiteX64" fmla="*/ 623987 w 2915191"/>
                <a:gd name="connsiteY64" fmla="*/ 208732 h 626430"/>
                <a:gd name="connsiteX65" fmla="*/ 633736 w 2915191"/>
                <a:gd name="connsiteY65" fmla="*/ 212836 h 626430"/>
                <a:gd name="connsiteX66" fmla="*/ 643486 w 2915191"/>
                <a:gd name="connsiteY66" fmla="*/ 198591 h 626430"/>
                <a:gd name="connsiteX67" fmla="*/ 653236 w 2915191"/>
                <a:gd name="connsiteY67" fmla="*/ 209861 h 626430"/>
                <a:gd name="connsiteX68" fmla="*/ 662985 w 2915191"/>
                <a:gd name="connsiteY68" fmla="*/ 231436 h 626430"/>
                <a:gd name="connsiteX69" fmla="*/ 672735 w 2915191"/>
                <a:gd name="connsiteY69" fmla="*/ 253147 h 626430"/>
                <a:gd name="connsiteX70" fmla="*/ 682485 w 2915191"/>
                <a:gd name="connsiteY70" fmla="*/ 254223 h 626430"/>
                <a:gd name="connsiteX71" fmla="*/ 692235 w 2915191"/>
                <a:gd name="connsiteY71" fmla="*/ 282161 h 626430"/>
                <a:gd name="connsiteX72" fmla="*/ 701985 w 2915191"/>
                <a:gd name="connsiteY72" fmla="*/ 259259 h 626430"/>
                <a:gd name="connsiteX73" fmla="*/ 711735 w 2915191"/>
                <a:gd name="connsiteY73" fmla="*/ 246669 h 626430"/>
                <a:gd name="connsiteX74" fmla="*/ 721485 w 2915191"/>
                <a:gd name="connsiteY74" fmla="*/ 244229 h 626430"/>
                <a:gd name="connsiteX75" fmla="*/ 731235 w 2915191"/>
                <a:gd name="connsiteY75" fmla="*/ 233038 h 626430"/>
                <a:gd name="connsiteX76" fmla="*/ 740985 w 2915191"/>
                <a:gd name="connsiteY76" fmla="*/ 230671 h 626430"/>
                <a:gd name="connsiteX77" fmla="*/ 750734 w 2915191"/>
                <a:gd name="connsiteY77" fmla="*/ 183739 h 626430"/>
                <a:gd name="connsiteX78" fmla="*/ 760484 w 2915191"/>
                <a:gd name="connsiteY78" fmla="*/ 174829 h 626430"/>
                <a:gd name="connsiteX79" fmla="*/ 770233 w 2915191"/>
                <a:gd name="connsiteY79" fmla="*/ 180160 h 626430"/>
                <a:gd name="connsiteX80" fmla="*/ 779983 w 2915191"/>
                <a:gd name="connsiteY80" fmla="*/ 191048 h 626430"/>
                <a:gd name="connsiteX81" fmla="*/ 789733 w 2915191"/>
                <a:gd name="connsiteY81" fmla="*/ 194125 h 626430"/>
                <a:gd name="connsiteX82" fmla="*/ 799482 w 2915191"/>
                <a:gd name="connsiteY82" fmla="*/ 193119 h 626430"/>
                <a:gd name="connsiteX83" fmla="*/ 809232 w 2915191"/>
                <a:gd name="connsiteY83" fmla="*/ 198463 h 626430"/>
                <a:gd name="connsiteX84" fmla="*/ 818982 w 2915191"/>
                <a:gd name="connsiteY84" fmla="*/ 189312 h 626430"/>
                <a:gd name="connsiteX85" fmla="*/ 828732 w 2915191"/>
                <a:gd name="connsiteY85" fmla="*/ 205806 h 626430"/>
                <a:gd name="connsiteX86" fmla="*/ 838482 w 2915191"/>
                <a:gd name="connsiteY86" fmla="*/ 210560 h 626430"/>
                <a:gd name="connsiteX87" fmla="*/ 848232 w 2915191"/>
                <a:gd name="connsiteY87" fmla="*/ 187997 h 626430"/>
                <a:gd name="connsiteX88" fmla="*/ 857982 w 2915191"/>
                <a:gd name="connsiteY88" fmla="*/ 193252 h 626430"/>
                <a:gd name="connsiteX89" fmla="*/ 867732 w 2915191"/>
                <a:gd name="connsiteY89" fmla="*/ 186499 h 626430"/>
                <a:gd name="connsiteX90" fmla="*/ 877482 w 2915191"/>
                <a:gd name="connsiteY90" fmla="*/ 175097 h 626430"/>
                <a:gd name="connsiteX91" fmla="*/ 887231 w 2915191"/>
                <a:gd name="connsiteY91" fmla="*/ 167403 h 626430"/>
                <a:gd name="connsiteX92" fmla="*/ 896981 w 2915191"/>
                <a:gd name="connsiteY92" fmla="*/ 175669 h 626430"/>
                <a:gd name="connsiteX93" fmla="*/ 906730 w 2915191"/>
                <a:gd name="connsiteY93" fmla="*/ 155998 h 626430"/>
                <a:gd name="connsiteX94" fmla="*/ 916480 w 2915191"/>
                <a:gd name="connsiteY94" fmla="*/ 193638 h 626430"/>
                <a:gd name="connsiteX95" fmla="*/ 926230 w 2915191"/>
                <a:gd name="connsiteY95" fmla="*/ 188077 h 626430"/>
                <a:gd name="connsiteX96" fmla="*/ 935979 w 2915191"/>
                <a:gd name="connsiteY96" fmla="*/ 209573 h 626430"/>
                <a:gd name="connsiteX97" fmla="*/ 945729 w 2915191"/>
                <a:gd name="connsiteY97" fmla="*/ 192002 h 626430"/>
                <a:gd name="connsiteX98" fmla="*/ 955479 w 2915191"/>
                <a:gd name="connsiteY98" fmla="*/ 187642 h 626430"/>
                <a:gd name="connsiteX99" fmla="*/ 965229 w 2915191"/>
                <a:gd name="connsiteY99" fmla="*/ 172106 h 626430"/>
                <a:gd name="connsiteX100" fmla="*/ 974979 w 2915191"/>
                <a:gd name="connsiteY100" fmla="*/ 159228 h 626430"/>
                <a:gd name="connsiteX101" fmla="*/ 984729 w 2915191"/>
                <a:gd name="connsiteY101" fmla="*/ 110334 h 626430"/>
                <a:gd name="connsiteX102" fmla="*/ 994474 w 2915191"/>
                <a:gd name="connsiteY102" fmla="*/ 68581 h 626430"/>
                <a:gd name="connsiteX103" fmla="*/ 1004233 w 2915191"/>
                <a:gd name="connsiteY103" fmla="*/ 66832 h 626430"/>
                <a:gd name="connsiteX104" fmla="*/ 1013977 w 2915191"/>
                <a:gd name="connsiteY104" fmla="*/ 85778 h 626430"/>
                <a:gd name="connsiteX105" fmla="*/ 1023721 w 2915191"/>
                <a:gd name="connsiteY105" fmla="*/ 113855 h 626430"/>
                <a:gd name="connsiteX106" fmla="*/ 1033480 w 2915191"/>
                <a:gd name="connsiteY106" fmla="*/ 110892 h 626430"/>
                <a:gd name="connsiteX107" fmla="*/ 1043224 w 2915191"/>
                <a:gd name="connsiteY107" fmla="*/ 132713 h 626430"/>
                <a:gd name="connsiteX108" fmla="*/ 1052983 w 2915191"/>
                <a:gd name="connsiteY108" fmla="*/ 97226 h 626430"/>
                <a:gd name="connsiteX109" fmla="*/ 1062727 w 2915191"/>
                <a:gd name="connsiteY109" fmla="*/ 116891 h 626430"/>
                <a:gd name="connsiteX110" fmla="*/ 1072471 w 2915191"/>
                <a:gd name="connsiteY110" fmla="*/ 117404 h 626430"/>
                <a:gd name="connsiteX111" fmla="*/ 1082230 w 2915191"/>
                <a:gd name="connsiteY111" fmla="*/ 92935 h 626430"/>
                <a:gd name="connsiteX112" fmla="*/ 1091973 w 2915191"/>
                <a:gd name="connsiteY112" fmla="*/ 66309 h 626430"/>
                <a:gd name="connsiteX113" fmla="*/ 1101732 w 2915191"/>
                <a:gd name="connsiteY113" fmla="*/ 83236 h 626430"/>
                <a:gd name="connsiteX114" fmla="*/ 1111476 w 2915191"/>
                <a:gd name="connsiteY114" fmla="*/ 66379 h 626430"/>
                <a:gd name="connsiteX115" fmla="*/ 1121220 w 2915191"/>
                <a:gd name="connsiteY115" fmla="*/ 54381 h 626430"/>
                <a:gd name="connsiteX116" fmla="*/ 1130979 w 2915191"/>
                <a:gd name="connsiteY116" fmla="*/ 60359 h 626430"/>
                <a:gd name="connsiteX117" fmla="*/ 1140723 w 2915191"/>
                <a:gd name="connsiteY117" fmla="*/ 76846 h 626430"/>
                <a:gd name="connsiteX118" fmla="*/ 1150482 w 2915191"/>
                <a:gd name="connsiteY118" fmla="*/ 31936 h 626430"/>
                <a:gd name="connsiteX119" fmla="*/ 1160226 w 2915191"/>
                <a:gd name="connsiteY119" fmla="*/ 36227 h 626430"/>
                <a:gd name="connsiteX120" fmla="*/ 1169969 w 2915191"/>
                <a:gd name="connsiteY120" fmla="*/ 25188 h 626430"/>
                <a:gd name="connsiteX121" fmla="*/ 1179728 w 2915191"/>
                <a:gd name="connsiteY121" fmla="*/ 24832 h 626430"/>
                <a:gd name="connsiteX122" fmla="*/ 1189472 w 2915191"/>
                <a:gd name="connsiteY122" fmla="*/ 11940 h 626430"/>
                <a:gd name="connsiteX123" fmla="*/ 1199231 w 2915191"/>
                <a:gd name="connsiteY123" fmla="*/ 31024 h 626430"/>
                <a:gd name="connsiteX124" fmla="*/ 1208975 w 2915191"/>
                <a:gd name="connsiteY124" fmla="*/ 9878 h 626430"/>
                <a:gd name="connsiteX125" fmla="*/ 1218719 w 2915191"/>
                <a:gd name="connsiteY125" fmla="*/ 18756 h 626430"/>
                <a:gd name="connsiteX126" fmla="*/ 1228478 w 2915191"/>
                <a:gd name="connsiteY126" fmla="*/ 4780 h 626430"/>
                <a:gd name="connsiteX127" fmla="*/ 1238222 w 2915191"/>
                <a:gd name="connsiteY127" fmla="*/ 0 h 626430"/>
                <a:gd name="connsiteX128" fmla="*/ 1247966 w 2915191"/>
                <a:gd name="connsiteY128" fmla="*/ 8008 h 626430"/>
                <a:gd name="connsiteX129" fmla="*/ 1257725 w 2915191"/>
                <a:gd name="connsiteY129" fmla="*/ 23198 h 626430"/>
                <a:gd name="connsiteX130" fmla="*/ 1267469 w 2915191"/>
                <a:gd name="connsiteY130" fmla="*/ 35756 h 626430"/>
                <a:gd name="connsiteX131" fmla="*/ 1277227 w 2915191"/>
                <a:gd name="connsiteY131" fmla="*/ 56110 h 626430"/>
                <a:gd name="connsiteX132" fmla="*/ 1286971 w 2915191"/>
                <a:gd name="connsiteY132" fmla="*/ 82070 h 626430"/>
                <a:gd name="connsiteX133" fmla="*/ 1296715 w 2915191"/>
                <a:gd name="connsiteY133" fmla="*/ 94984 h 626430"/>
                <a:gd name="connsiteX134" fmla="*/ 1306474 w 2915191"/>
                <a:gd name="connsiteY134" fmla="*/ 143830 h 626430"/>
                <a:gd name="connsiteX135" fmla="*/ 1316218 w 2915191"/>
                <a:gd name="connsiteY135" fmla="*/ 169473 h 626430"/>
                <a:gd name="connsiteX136" fmla="*/ 1325977 w 2915191"/>
                <a:gd name="connsiteY136" fmla="*/ 177469 h 626430"/>
                <a:gd name="connsiteX137" fmla="*/ 1335721 w 2915191"/>
                <a:gd name="connsiteY137" fmla="*/ 194034 h 626430"/>
                <a:gd name="connsiteX138" fmla="*/ 1345465 w 2915191"/>
                <a:gd name="connsiteY138" fmla="*/ 233123 h 626430"/>
                <a:gd name="connsiteX139" fmla="*/ 1355224 w 2915191"/>
                <a:gd name="connsiteY139" fmla="*/ 230462 h 626430"/>
                <a:gd name="connsiteX140" fmla="*/ 1364967 w 2915191"/>
                <a:gd name="connsiteY140" fmla="*/ 217276 h 626430"/>
                <a:gd name="connsiteX141" fmla="*/ 1374726 w 2915191"/>
                <a:gd name="connsiteY141" fmla="*/ 246493 h 626430"/>
                <a:gd name="connsiteX142" fmla="*/ 1384470 w 2915191"/>
                <a:gd name="connsiteY142" fmla="*/ 238101 h 626430"/>
                <a:gd name="connsiteX143" fmla="*/ 1394214 w 2915191"/>
                <a:gd name="connsiteY143" fmla="*/ 252655 h 626430"/>
                <a:gd name="connsiteX144" fmla="*/ 1403973 w 2915191"/>
                <a:gd name="connsiteY144" fmla="*/ 274068 h 626430"/>
                <a:gd name="connsiteX145" fmla="*/ 1413717 w 2915191"/>
                <a:gd name="connsiteY145" fmla="*/ 274491 h 626430"/>
                <a:gd name="connsiteX146" fmla="*/ 1423476 w 2915191"/>
                <a:gd name="connsiteY146" fmla="*/ 290476 h 626430"/>
                <a:gd name="connsiteX147" fmla="*/ 1433220 w 2915191"/>
                <a:gd name="connsiteY147" fmla="*/ 278608 h 626430"/>
                <a:gd name="connsiteX148" fmla="*/ 1442964 w 2915191"/>
                <a:gd name="connsiteY148" fmla="*/ 275026 h 626430"/>
                <a:gd name="connsiteX149" fmla="*/ 1452722 w 2915191"/>
                <a:gd name="connsiteY149" fmla="*/ 297869 h 626430"/>
                <a:gd name="connsiteX150" fmla="*/ 1462466 w 2915191"/>
                <a:gd name="connsiteY150" fmla="*/ 271740 h 626430"/>
                <a:gd name="connsiteX151" fmla="*/ 1472225 w 2915191"/>
                <a:gd name="connsiteY151" fmla="*/ 253505 h 626430"/>
                <a:gd name="connsiteX152" fmla="*/ 1481969 w 2915191"/>
                <a:gd name="connsiteY152" fmla="*/ 236375 h 626430"/>
                <a:gd name="connsiteX153" fmla="*/ 1491713 w 2915191"/>
                <a:gd name="connsiteY153" fmla="*/ 241697 h 626430"/>
                <a:gd name="connsiteX154" fmla="*/ 1501472 w 2915191"/>
                <a:gd name="connsiteY154" fmla="*/ 242190 h 626430"/>
                <a:gd name="connsiteX155" fmla="*/ 1511216 w 2915191"/>
                <a:gd name="connsiteY155" fmla="*/ 238610 h 626430"/>
                <a:gd name="connsiteX156" fmla="*/ 1520960 w 2915191"/>
                <a:gd name="connsiteY156" fmla="*/ 275023 h 626430"/>
                <a:gd name="connsiteX157" fmla="*/ 1530719 w 2915191"/>
                <a:gd name="connsiteY157" fmla="*/ 264749 h 626430"/>
                <a:gd name="connsiteX158" fmla="*/ 1540463 w 2915191"/>
                <a:gd name="connsiteY158" fmla="*/ 265118 h 626430"/>
                <a:gd name="connsiteX159" fmla="*/ 1550221 w 2915191"/>
                <a:gd name="connsiteY159" fmla="*/ 278963 h 626430"/>
                <a:gd name="connsiteX160" fmla="*/ 1559965 w 2915191"/>
                <a:gd name="connsiteY160" fmla="*/ 244675 h 626430"/>
                <a:gd name="connsiteX161" fmla="*/ 1569709 w 2915191"/>
                <a:gd name="connsiteY161" fmla="*/ 247828 h 626430"/>
                <a:gd name="connsiteX162" fmla="*/ 1579468 w 2915191"/>
                <a:gd name="connsiteY162" fmla="*/ 232448 h 626430"/>
                <a:gd name="connsiteX163" fmla="*/ 1589212 w 2915191"/>
                <a:gd name="connsiteY163" fmla="*/ 275984 h 626430"/>
                <a:gd name="connsiteX164" fmla="*/ 1598971 w 2915191"/>
                <a:gd name="connsiteY164" fmla="*/ 220861 h 626430"/>
                <a:gd name="connsiteX165" fmla="*/ 1608715 w 2915191"/>
                <a:gd name="connsiteY165" fmla="*/ 234672 h 626430"/>
                <a:gd name="connsiteX166" fmla="*/ 1618459 w 2915191"/>
                <a:gd name="connsiteY166" fmla="*/ 245707 h 626430"/>
                <a:gd name="connsiteX167" fmla="*/ 1628218 w 2915191"/>
                <a:gd name="connsiteY167" fmla="*/ 217337 h 626430"/>
                <a:gd name="connsiteX168" fmla="*/ 1637962 w 2915191"/>
                <a:gd name="connsiteY168" fmla="*/ 192535 h 626430"/>
                <a:gd name="connsiteX169" fmla="*/ 1647720 w 2915191"/>
                <a:gd name="connsiteY169" fmla="*/ 199874 h 626430"/>
                <a:gd name="connsiteX170" fmla="*/ 1657464 w 2915191"/>
                <a:gd name="connsiteY170" fmla="*/ 183824 h 626430"/>
                <a:gd name="connsiteX171" fmla="*/ 1667208 w 2915191"/>
                <a:gd name="connsiteY171" fmla="*/ 182037 h 626430"/>
                <a:gd name="connsiteX172" fmla="*/ 1676967 w 2915191"/>
                <a:gd name="connsiteY172" fmla="*/ 144989 h 626430"/>
                <a:gd name="connsiteX173" fmla="*/ 1686711 w 2915191"/>
                <a:gd name="connsiteY173" fmla="*/ 147978 h 626430"/>
                <a:gd name="connsiteX174" fmla="*/ 1696470 w 2915191"/>
                <a:gd name="connsiteY174" fmla="*/ 145362 h 626430"/>
                <a:gd name="connsiteX175" fmla="*/ 1706214 w 2915191"/>
                <a:gd name="connsiteY175" fmla="*/ 163737 h 626430"/>
                <a:gd name="connsiteX176" fmla="*/ 1715958 w 2915191"/>
                <a:gd name="connsiteY176" fmla="*/ 162262 h 626430"/>
                <a:gd name="connsiteX177" fmla="*/ 1725716 w 2915191"/>
                <a:gd name="connsiteY177" fmla="*/ 153397 h 626430"/>
                <a:gd name="connsiteX178" fmla="*/ 1735460 w 2915191"/>
                <a:gd name="connsiteY178" fmla="*/ 165513 h 626430"/>
                <a:gd name="connsiteX179" fmla="*/ 1745219 w 2915191"/>
                <a:gd name="connsiteY179" fmla="*/ 139179 h 626430"/>
                <a:gd name="connsiteX180" fmla="*/ 1754963 w 2915191"/>
                <a:gd name="connsiteY180" fmla="*/ 173147 h 626430"/>
                <a:gd name="connsiteX181" fmla="*/ 1764707 w 2915191"/>
                <a:gd name="connsiteY181" fmla="*/ 163437 h 626430"/>
                <a:gd name="connsiteX182" fmla="*/ 1774466 w 2915191"/>
                <a:gd name="connsiteY182" fmla="*/ 165288 h 626430"/>
                <a:gd name="connsiteX183" fmla="*/ 1784210 w 2915191"/>
                <a:gd name="connsiteY183" fmla="*/ 169436 h 626430"/>
                <a:gd name="connsiteX184" fmla="*/ 1793969 w 2915191"/>
                <a:gd name="connsiteY184" fmla="*/ 213324 h 626430"/>
                <a:gd name="connsiteX185" fmla="*/ 1803713 w 2915191"/>
                <a:gd name="connsiteY185" fmla="*/ 253298 h 626430"/>
                <a:gd name="connsiteX186" fmla="*/ 1813457 w 2915191"/>
                <a:gd name="connsiteY186" fmla="*/ 270145 h 626430"/>
                <a:gd name="connsiteX187" fmla="*/ 1823215 w 2915191"/>
                <a:gd name="connsiteY187" fmla="*/ 289091 h 626430"/>
                <a:gd name="connsiteX188" fmla="*/ 1832959 w 2915191"/>
                <a:gd name="connsiteY188" fmla="*/ 306286 h 626430"/>
                <a:gd name="connsiteX189" fmla="*/ 1842703 w 2915191"/>
                <a:gd name="connsiteY189" fmla="*/ 313159 h 626430"/>
                <a:gd name="connsiteX190" fmla="*/ 1852462 w 2915191"/>
                <a:gd name="connsiteY190" fmla="*/ 338800 h 626430"/>
                <a:gd name="connsiteX191" fmla="*/ 1862206 w 2915191"/>
                <a:gd name="connsiteY191" fmla="*/ 339105 h 626430"/>
                <a:gd name="connsiteX192" fmla="*/ 1871965 w 2915191"/>
                <a:gd name="connsiteY192" fmla="*/ 356914 h 626430"/>
                <a:gd name="connsiteX193" fmla="*/ 1881709 w 2915191"/>
                <a:gd name="connsiteY193" fmla="*/ 350482 h 626430"/>
                <a:gd name="connsiteX194" fmla="*/ 1891453 w 2915191"/>
                <a:gd name="connsiteY194" fmla="*/ 344984 h 626430"/>
                <a:gd name="connsiteX195" fmla="*/ 1901212 w 2915191"/>
                <a:gd name="connsiteY195" fmla="*/ 350448 h 626430"/>
                <a:gd name="connsiteX196" fmla="*/ 1910956 w 2915191"/>
                <a:gd name="connsiteY196" fmla="*/ 364892 h 626430"/>
                <a:gd name="connsiteX197" fmla="*/ 1920714 w 2915191"/>
                <a:gd name="connsiteY197" fmla="*/ 340252 h 626430"/>
                <a:gd name="connsiteX198" fmla="*/ 1930458 w 2915191"/>
                <a:gd name="connsiteY198" fmla="*/ 347487 h 626430"/>
                <a:gd name="connsiteX199" fmla="*/ 1940202 w 2915191"/>
                <a:gd name="connsiteY199" fmla="*/ 314288 h 626430"/>
                <a:gd name="connsiteX200" fmla="*/ 1949961 w 2915191"/>
                <a:gd name="connsiteY200" fmla="*/ 335370 h 626430"/>
                <a:gd name="connsiteX201" fmla="*/ 1959705 w 2915191"/>
                <a:gd name="connsiteY201" fmla="*/ 340990 h 626430"/>
                <a:gd name="connsiteX202" fmla="*/ 1969464 w 2915191"/>
                <a:gd name="connsiteY202" fmla="*/ 341149 h 626430"/>
                <a:gd name="connsiteX203" fmla="*/ 1979208 w 2915191"/>
                <a:gd name="connsiteY203" fmla="*/ 345905 h 626430"/>
                <a:gd name="connsiteX204" fmla="*/ 1988952 w 2915191"/>
                <a:gd name="connsiteY204" fmla="*/ 316880 h 626430"/>
                <a:gd name="connsiteX205" fmla="*/ 1998711 w 2915191"/>
                <a:gd name="connsiteY205" fmla="*/ 337189 h 626430"/>
                <a:gd name="connsiteX206" fmla="*/ 2008454 w 2915191"/>
                <a:gd name="connsiteY206" fmla="*/ 323311 h 626430"/>
                <a:gd name="connsiteX207" fmla="*/ 2018213 w 2915191"/>
                <a:gd name="connsiteY207" fmla="*/ 324580 h 626430"/>
                <a:gd name="connsiteX208" fmla="*/ 2027957 w 2915191"/>
                <a:gd name="connsiteY208" fmla="*/ 327492 h 626430"/>
                <a:gd name="connsiteX209" fmla="*/ 2037701 w 2915191"/>
                <a:gd name="connsiteY209" fmla="*/ 295992 h 626430"/>
                <a:gd name="connsiteX210" fmla="*/ 2047460 w 2915191"/>
                <a:gd name="connsiteY210" fmla="*/ 309409 h 626430"/>
                <a:gd name="connsiteX211" fmla="*/ 2057204 w 2915191"/>
                <a:gd name="connsiteY211" fmla="*/ 330014 h 626430"/>
                <a:gd name="connsiteX212" fmla="*/ 2066963 w 2915191"/>
                <a:gd name="connsiteY212" fmla="*/ 342076 h 626430"/>
                <a:gd name="connsiteX213" fmla="*/ 2076707 w 2915191"/>
                <a:gd name="connsiteY213" fmla="*/ 343088 h 626430"/>
                <a:gd name="connsiteX214" fmla="*/ 2086451 w 2915191"/>
                <a:gd name="connsiteY214" fmla="*/ 346370 h 626430"/>
                <a:gd name="connsiteX215" fmla="*/ 2096210 w 2915191"/>
                <a:gd name="connsiteY215" fmla="*/ 385472 h 626430"/>
                <a:gd name="connsiteX216" fmla="*/ 2105954 w 2915191"/>
                <a:gd name="connsiteY216" fmla="*/ 395709 h 626430"/>
                <a:gd name="connsiteX217" fmla="*/ 2115697 w 2915191"/>
                <a:gd name="connsiteY217" fmla="*/ 380136 h 626430"/>
                <a:gd name="connsiteX218" fmla="*/ 2125456 w 2915191"/>
                <a:gd name="connsiteY218" fmla="*/ 417931 h 626430"/>
                <a:gd name="connsiteX219" fmla="*/ 2135200 w 2915191"/>
                <a:gd name="connsiteY219" fmla="*/ 433630 h 626430"/>
                <a:gd name="connsiteX220" fmla="*/ 2144959 w 2915191"/>
                <a:gd name="connsiteY220" fmla="*/ 441214 h 626430"/>
                <a:gd name="connsiteX221" fmla="*/ 2154703 w 2915191"/>
                <a:gd name="connsiteY221" fmla="*/ 450268 h 626430"/>
                <a:gd name="connsiteX222" fmla="*/ 2164447 w 2915191"/>
                <a:gd name="connsiteY222" fmla="*/ 446847 h 626430"/>
                <a:gd name="connsiteX223" fmla="*/ 2174206 w 2915191"/>
                <a:gd name="connsiteY223" fmla="*/ 428036 h 626430"/>
                <a:gd name="connsiteX224" fmla="*/ 2183950 w 2915191"/>
                <a:gd name="connsiteY224" fmla="*/ 452245 h 626430"/>
                <a:gd name="connsiteX225" fmla="*/ 2193709 w 2915191"/>
                <a:gd name="connsiteY225" fmla="*/ 445472 h 626430"/>
                <a:gd name="connsiteX226" fmla="*/ 2203452 w 2915191"/>
                <a:gd name="connsiteY226" fmla="*/ 466247 h 626430"/>
                <a:gd name="connsiteX227" fmla="*/ 2213196 w 2915191"/>
                <a:gd name="connsiteY227" fmla="*/ 447317 h 626430"/>
                <a:gd name="connsiteX228" fmla="*/ 2222955 w 2915191"/>
                <a:gd name="connsiteY228" fmla="*/ 433124 h 626430"/>
                <a:gd name="connsiteX229" fmla="*/ 2232699 w 2915191"/>
                <a:gd name="connsiteY229" fmla="*/ 419812 h 626430"/>
                <a:gd name="connsiteX230" fmla="*/ 2242458 w 2915191"/>
                <a:gd name="connsiteY230" fmla="*/ 452457 h 626430"/>
                <a:gd name="connsiteX231" fmla="*/ 2252202 w 2915191"/>
                <a:gd name="connsiteY231" fmla="*/ 447185 h 626430"/>
                <a:gd name="connsiteX232" fmla="*/ 2261946 w 2915191"/>
                <a:gd name="connsiteY232" fmla="*/ 446667 h 626430"/>
                <a:gd name="connsiteX233" fmla="*/ 2271705 w 2915191"/>
                <a:gd name="connsiteY233" fmla="*/ 447004 h 626430"/>
                <a:gd name="connsiteX234" fmla="*/ 2281449 w 2915191"/>
                <a:gd name="connsiteY234" fmla="*/ 472158 h 626430"/>
                <a:gd name="connsiteX235" fmla="*/ 2291208 w 2915191"/>
                <a:gd name="connsiteY235" fmla="*/ 483664 h 626430"/>
                <a:gd name="connsiteX236" fmla="*/ 2300951 w 2915191"/>
                <a:gd name="connsiteY236" fmla="*/ 478268 h 626430"/>
                <a:gd name="connsiteX237" fmla="*/ 2310695 w 2915191"/>
                <a:gd name="connsiteY237" fmla="*/ 483675 h 626430"/>
                <a:gd name="connsiteX238" fmla="*/ 2320454 w 2915191"/>
                <a:gd name="connsiteY238" fmla="*/ 515061 h 626430"/>
                <a:gd name="connsiteX239" fmla="*/ 2330198 w 2915191"/>
                <a:gd name="connsiteY239" fmla="*/ 510487 h 626430"/>
                <a:gd name="connsiteX240" fmla="*/ 2339957 w 2915191"/>
                <a:gd name="connsiteY240" fmla="*/ 533759 h 626430"/>
                <a:gd name="connsiteX241" fmla="*/ 2349701 w 2915191"/>
                <a:gd name="connsiteY241" fmla="*/ 543458 h 626430"/>
                <a:gd name="connsiteX242" fmla="*/ 2359445 w 2915191"/>
                <a:gd name="connsiteY242" fmla="*/ 531003 h 626430"/>
                <a:gd name="connsiteX243" fmla="*/ 2369204 w 2915191"/>
                <a:gd name="connsiteY243" fmla="*/ 533431 h 626430"/>
                <a:gd name="connsiteX244" fmla="*/ 2378948 w 2915191"/>
                <a:gd name="connsiteY244" fmla="*/ 542669 h 626430"/>
                <a:gd name="connsiteX245" fmla="*/ 2388692 w 2915191"/>
                <a:gd name="connsiteY245" fmla="*/ 528470 h 626430"/>
                <a:gd name="connsiteX246" fmla="*/ 2398450 w 2915191"/>
                <a:gd name="connsiteY246" fmla="*/ 514748 h 626430"/>
                <a:gd name="connsiteX247" fmla="*/ 2408194 w 2915191"/>
                <a:gd name="connsiteY247" fmla="*/ 496953 h 626430"/>
                <a:gd name="connsiteX248" fmla="*/ 2417953 w 2915191"/>
                <a:gd name="connsiteY248" fmla="*/ 514480 h 626430"/>
                <a:gd name="connsiteX249" fmla="*/ 2427697 w 2915191"/>
                <a:gd name="connsiteY249" fmla="*/ 506419 h 626430"/>
                <a:gd name="connsiteX250" fmla="*/ 2437441 w 2915191"/>
                <a:gd name="connsiteY250" fmla="*/ 539346 h 626430"/>
                <a:gd name="connsiteX251" fmla="*/ 2447200 w 2915191"/>
                <a:gd name="connsiteY251" fmla="*/ 519262 h 626430"/>
                <a:gd name="connsiteX252" fmla="*/ 2456944 w 2915191"/>
                <a:gd name="connsiteY252" fmla="*/ 509265 h 626430"/>
                <a:gd name="connsiteX253" fmla="*/ 2466703 w 2915191"/>
                <a:gd name="connsiteY253" fmla="*/ 525982 h 626430"/>
                <a:gd name="connsiteX254" fmla="*/ 2476446 w 2915191"/>
                <a:gd name="connsiteY254" fmla="*/ 539495 h 626430"/>
                <a:gd name="connsiteX255" fmla="*/ 2486190 w 2915191"/>
                <a:gd name="connsiteY255" fmla="*/ 562291 h 626430"/>
                <a:gd name="connsiteX256" fmla="*/ 2495949 w 2915191"/>
                <a:gd name="connsiteY256" fmla="*/ 562156 h 626430"/>
                <a:gd name="connsiteX257" fmla="*/ 2505693 w 2915191"/>
                <a:gd name="connsiteY257" fmla="*/ 585846 h 626430"/>
                <a:gd name="connsiteX258" fmla="*/ 2515452 w 2915191"/>
                <a:gd name="connsiteY258" fmla="*/ 608910 h 626430"/>
                <a:gd name="connsiteX259" fmla="*/ 2525196 w 2915191"/>
                <a:gd name="connsiteY259" fmla="*/ 626431 h 626430"/>
                <a:gd name="connsiteX260" fmla="*/ 2534940 w 2915191"/>
                <a:gd name="connsiteY260" fmla="*/ 618400 h 626430"/>
                <a:gd name="connsiteX261" fmla="*/ 2544699 w 2915191"/>
                <a:gd name="connsiteY261" fmla="*/ 598510 h 626430"/>
                <a:gd name="connsiteX262" fmla="*/ 2554443 w 2915191"/>
                <a:gd name="connsiteY262" fmla="*/ 580795 h 626430"/>
                <a:gd name="connsiteX263" fmla="*/ 2564202 w 2915191"/>
                <a:gd name="connsiteY263" fmla="*/ 609952 h 626430"/>
                <a:gd name="connsiteX264" fmla="*/ 2573946 w 2915191"/>
                <a:gd name="connsiteY264" fmla="*/ 583477 h 626430"/>
                <a:gd name="connsiteX265" fmla="*/ 2583690 w 2915191"/>
                <a:gd name="connsiteY265" fmla="*/ 577309 h 626430"/>
                <a:gd name="connsiteX266" fmla="*/ 2593448 w 2915191"/>
                <a:gd name="connsiteY266" fmla="*/ 577398 h 626430"/>
                <a:gd name="connsiteX267" fmla="*/ 2603192 w 2915191"/>
                <a:gd name="connsiteY267" fmla="*/ 602488 h 626430"/>
                <a:gd name="connsiteX268" fmla="*/ 2612951 w 2915191"/>
                <a:gd name="connsiteY268" fmla="*/ 584743 h 626430"/>
                <a:gd name="connsiteX269" fmla="*/ 2622695 w 2915191"/>
                <a:gd name="connsiteY269" fmla="*/ 586784 h 626430"/>
                <a:gd name="connsiteX270" fmla="*/ 2632439 w 2915191"/>
                <a:gd name="connsiteY270" fmla="*/ 593623 h 626430"/>
                <a:gd name="connsiteX271" fmla="*/ 2642198 w 2915191"/>
                <a:gd name="connsiteY271" fmla="*/ 594666 h 626430"/>
                <a:gd name="connsiteX272" fmla="*/ 2651942 w 2915191"/>
                <a:gd name="connsiteY272" fmla="*/ 617283 h 626430"/>
                <a:gd name="connsiteX273" fmla="*/ 2661685 w 2915191"/>
                <a:gd name="connsiteY273" fmla="*/ 607643 h 626430"/>
                <a:gd name="connsiteX274" fmla="*/ 2671444 w 2915191"/>
                <a:gd name="connsiteY274" fmla="*/ 597959 h 626430"/>
                <a:gd name="connsiteX275" fmla="*/ 2681188 w 2915191"/>
                <a:gd name="connsiteY275" fmla="*/ 582955 h 626430"/>
                <a:gd name="connsiteX276" fmla="*/ 2690947 w 2915191"/>
                <a:gd name="connsiteY276" fmla="*/ 573807 h 626430"/>
                <a:gd name="connsiteX277" fmla="*/ 2700691 w 2915191"/>
                <a:gd name="connsiteY277" fmla="*/ 590271 h 626430"/>
                <a:gd name="connsiteX278" fmla="*/ 2710435 w 2915191"/>
                <a:gd name="connsiteY278" fmla="*/ 574746 h 626430"/>
                <a:gd name="connsiteX279" fmla="*/ 2720194 w 2915191"/>
                <a:gd name="connsiteY279" fmla="*/ 547630 h 626430"/>
                <a:gd name="connsiteX280" fmla="*/ 2729938 w 2915191"/>
                <a:gd name="connsiteY280" fmla="*/ 541313 h 626430"/>
                <a:gd name="connsiteX281" fmla="*/ 2739697 w 2915191"/>
                <a:gd name="connsiteY281" fmla="*/ 536232 h 626430"/>
                <a:gd name="connsiteX282" fmla="*/ 2749441 w 2915191"/>
                <a:gd name="connsiteY282" fmla="*/ 506419 h 626430"/>
                <a:gd name="connsiteX283" fmla="*/ 2759185 w 2915191"/>
                <a:gd name="connsiteY283" fmla="*/ 521169 h 626430"/>
                <a:gd name="connsiteX284" fmla="*/ 2768943 w 2915191"/>
                <a:gd name="connsiteY284" fmla="*/ 506688 h 626430"/>
                <a:gd name="connsiteX285" fmla="*/ 2778687 w 2915191"/>
                <a:gd name="connsiteY285" fmla="*/ 483080 h 626430"/>
                <a:gd name="connsiteX286" fmla="*/ 2788446 w 2915191"/>
                <a:gd name="connsiteY286" fmla="*/ 462280 h 626430"/>
                <a:gd name="connsiteX287" fmla="*/ 2798190 w 2915191"/>
                <a:gd name="connsiteY287" fmla="*/ 476364 h 626430"/>
                <a:gd name="connsiteX288" fmla="*/ 2807934 w 2915191"/>
                <a:gd name="connsiteY288" fmla="*/ 471794 h 626430"/>
                <a:gd name="connsiteX289" fmla="*/ 2817693 w 2915191"/>
                <a:gd name="connsiteY289" fmla="*/ 454091 h 626430"/>
                <a:gd name="connsiteX290" fmla="*/ 2827437 w 2915191"/>
                <a:gd name="connsiteY290" fmla="*/ 420646 h 626430"/>
                <a:gd name="connsiteX291" fmla="*/ 2837196 w 2915191"/>
                <a:gd name="connsiteY291" fmla="*/ 440372 h 626430"/>
                <a:gd name="connsiteX292" fmla="*/ 2846940 w 2915191"/>
                <a:gd name="connsiteY292" fmla="*/ 447801 h 626430"/>
                <a:gd name="connsiteX293" fmla="*/ 2856684 w 2915191"/>
                <a:gd name="connsiteY293" fmla="*/ 431874 h 626430"/>
                <a:gd name="connsiteX294" fmla="*/ 2866442 w 2915191"/>
                <a:gd name="connsiteY294" fmla="*/ 401721 h 626430"/>
                <a:gd name="connsiteX295" fmla="*/ 2876186 w 2915191"/>
                <a:gd name="connsiteY295" fmla="*/ 422239 h 626430"/>
                <a:gd name="connsiteX296" fmla="*/ 2885945 w 2915191"/>
                <a:gd name="connsiteY296" fmla="*/ 448388 h 626430"/>
                <a:gd name="connsiteX297" fmla="*/ 2895689 w 2915191"/>
                <a:gd name="connsiteY297" fmla="*/ 436095 h 626430"/>
                <a:gd name="connsiteX298" fmla="*/ 2905433 w 2915191"/>
                <a:gd name="connsiteY298" fmla="*/ 444350 h 626430"/>
                <a:gd name="connsiteX299" fmla="*/ 2915192 w 2915191"/>
                <a:gd name="connsiteY299" fmla="*/ 447393 h 6264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26430">
                  <a:moveTo>
                    <a:pt x="0" y="256108"/>
                  </a:moveTo>
                  <a:lnTo>
                    <a:pt x="9750" y="272312"/>
                  </a:lnTo>
                  <a:lnTo>
                    <a:pt x="19500" y="286047"/>
                  </a:lnTo>
                  <a:lnTo>
                    <a:pt x="29250" y="297625"/>
                  </a:lnTo>
                  <a:lnTo>
                    <a:pt x="39000" y="320486"/>
                  </a:lnTo>
                  <a:lnTo>
                    <a:pt x="48749" y="301886"/>
                  </a:lnTo>
                  <a:lnTo>
                    <a:pt x="58499" y="336395"/>
                  </a:lnTo>
                  <a:lnTo>
                    <a:pt x="68249" y="339327"/>
                  </a:lnTo>
                  <a:lnTo>
                    <a:pt x="77998" y="333685"/>
                  </a:lnTo>
                  <a:lnTo>
                    <a:pt x="87748" y="360004"/>
                  </a:lnTo>
                  <a:lnTo>
                    <a:pt x="97497" y="382759"/>
                  </a:lnTo>
                  <a:lnTo>
                    <a:pt x="107247" y="374635"/>
                  </a:lnTo>
                  <a:lnTo>
                    <a:pt x="116997" y="372862"/>
                  </a:lnTo>
                  <a:lnTo>
                    <a:pt x="126747" y="361449"/>
                  </a:lnTo>
                  <a:lnTo>
                    <a:pt x="136497" y="338761"/>
                  </a:lnTo>
                  <a:lnTo>
                    <a:pt x="146247" y="307093"/>
                  </a:lnTo>
                  <a:lnTo>
                    <a:pt x="155997" y="311873"/>
                  </a:lnTo>
                  <a:lnTo>
                    <a:pt x="165747" y="272496"/>
                  </a:lnTo>
                  <a:lnTo>
                    <a:pt x="175497" y="266446"/>
                  </a:lnTo>
                  <a:lnTo>
                    <a:pt x="185247" y="264324"/>
                  </a:lnTo>
                  <a:lnTo>
                    <a:pt x="194996" y="270406"/>
                  </a:lnTo>
                  <a:lnTo>
                    <a:pt x="204746" y="273735"/>
                  </a:lnTo>
                  <a:lnTo>
                    <a:pt x="214495" y="284739"/>
                  </a:lnTo>
                  <a:lnTo>
                    <a:pt x="224245" y="276032"/>
                  </a:lnTo>
                  <a:lnTo>
                    <a:pt x="233995" y="277225"/>
                  </a:lnTo>
                  <a:lnTo>
                    <a:pt x="243744" y="298202"/>
                  </a:lnTo>
                  <a:lnTo>
                    <a:pt x="253494" y="306938"/>
                  </a:lnTo>
                  <a:lnTo>
                    <a:pt x="263244" y="311609"/>
                  </a:lnTo>
                  <a:lnTo>
                    <a:pt x="272994" y="292701"/>
                  </a:lnTo>
                  <a:lnTo>
                    <a:pt x="282744" y="289428"/>
                  </a:lnTo>
                  <a:lnTo>
                    <a:pt x="292494" y="290427"/>
                  </a:lnTo>
                  <a:lnTo>
                    <a:pt x="302244" y="296594"/>
                  </a:lnTo>
                  <a:lnTo>
                    <a:pt x="311994" y="310833"/>
                  </a:lnTo>
                  <a:lnTo>
                    <a:pt x="321744" y="297139"/>
                  </a:lnTo>
                  <a:lnTo>
                    <a:pt x="331493" y="307433"/>
                  </a:lnTo>
                  <a:lnTo>
                    <a:pt x="341243" y="270080"/>
                  </a:lnTo>
                  <a:lnTo>
                    <a:pt x="350993" y="265598"/>
                  </a:lnTo>
                  <a:lnTo>
                    <a:pt x="360742" y="256052"/>
                  </a:lnTo>
                  <a:lnTo>
                    <a:pt x="370492" y="253116"/>
                  </a:lnTo>
                  <a:lnTo>
                    <a:pt x="380241" y="249367"/>
                  </a:lnTo>
                  <a:lnTo>
                    <a:pt x="389991" y="236240"/>
                  </a:lnTo>
                  <a:lnTo>
                    <a:pt x="399741" y="251724"/>
                  </a:lnTo>
                  <a:lnTo>
                    <a:pt x="409491" y="237731"/>
                  </a:lnTo>
                  <a:lnTo>
                    <a:pt x="419241" y="219952"/>
                  </a:lnTo>
                  <a:lnTo>
                    <a:pt x="428991" y="192298"/>
                  </a:lnTo>
                  <a:lnTo>
                    <a:pt x="438741" y="180646"/>
                  </a:lnTo>
                  <a:lnTo>
                    <a:pt x="448491" y="188059"/>
                  </a:lnTo>
                  <a:lnTo>
                    <a:pt x="458241" y="227007"/>
                  </a:lnTo>
                  <a:lnTo>
                    <a:pt x="467991" y="226563"/>
                  </a:lnTo>
                  <a:lnTo>
                    <a:pt x="477740" y="219791"/>
                  </a:lnTo>
                  <a:lnTo>
                    <a:pt x="487490" y="205272"/>
                  </a:lnTo>
                  <a:lnTo>
                    <a:pt x="497239" y="218011"/>
                  </a:lnTo>
                  <a:lnTo>
                    <a:pt x="506989" y="233245"/>
                  </a:lnTo>
                  <a:lnTo>
                    <a:pt x="516738" y="223689"/>
                  </a:lnTo>
                  <a:lnTo>
                    <a:pt x="526488" y="212011"/>
                  </a:lnTo>
                  <a:lnTo>
                    <a:pt x="536238" y="241715"/>
                  </a:lnTo>
                  <a:lnTo>
                    <a:pt x="545988" y="226758"/>
                  </a:lnTo>
                  <a:lnTo>
                    <a:pt x="555738" y="209539"/>
                  </a:lnTo>
                  <a:lnTo>
                    <a:pt x="565488" y="211159"/>
                  </a:lnTo>
                  <a:lnTo>
                    <a:pt x="575238" y="232662"/>
                  </a:lnTo>
                  <a:lnTo>
                    <a:pt x="584988" y="238057"/>
                  </a:lnTo>
                  <a:lnTo>
                    <a:pt x="594738" y="222087"/>
                  </a:lnTo>
                  <a:lnTo>
                    <a:pt x="604488" y="215987"/>
                  </a:lnTo>
                  <a:lnTo>
                    <a:pt x="614237" y="186838"/>
                  </a:lnTo>
                  <a:lnTo>
                    <a:pt x="623987" y="208732"/>
                  </a:lnTo>
                  <a:lnTo>
                    <a:pt x="633736" y="212836"/>
                  </a:lnTo>
                  <a:lnTo>
                    <a:pt x="643486" y="198591"/>
                  </a:lnTo>
                  <a:lnTo>
                    <a:pt x="653236" y="209861"/>
                  </a:lnTo>
                  <a:lnTo>
                    <a:pt x="662985" y="231436"/>
                  </a:lnTo>
                  <a:lnTo>
                    <a:pt x="672735" y="253147"/>
                  </a:lnTo>
                  <a:lnTo>
                    <a:pt x="682485" y="254223"/>
                  </a:lnTo>
                  <a:lnTo>
                    <a:pt x="692235" y="282161"/>
                  </a:lnTo>
                  <a:lnTo>
                    <a:pt x="701985" y="259259"/>
                  </a:lnTo>
                  <a:lnTo>
                    <a:pt x="711735" y="246669"/>
                  </a:lnTo>
                  <a:lnTo>
                    <a:pt x="721485" y="244229"/>
                  </a:lnTo>
                  <a:lnTo>
                    <a:pt x="731235" y="233038"/>
                  </a:lnTo>
                  <a:lnTo>
                    <a:pt x="740985" y="230671"/>
                  </a:lnTo>
                  <a:lnTo>
                    <a:pt x="750734" y="183739"/>
                  </a:lnTo>
                  <a:lnTo>
                    <a:pt x="760484" y="174829"/>
                  </a:lnTo>
                  <a:lnTo>
                    <a:pt x="770233" y="180160"/>
                  </a:lnTo>
                  <a:lnTo>
                    <a:pt x="779983" y="191048"/>
                  </a:lnTo>
                  <a:lnTo>
                    <a:pt x="789733" y="194125"/>
                  </a:lnTo>
                  <a:lnTo>
                    <a:pt x="799482" y="193119"/>
                  </a:lnTo>
                  <a:lnTo>
                    <a:pt x="809232" y="198463"/>
                  </a:lnTo>
                  <a:lnTo>
                    <a:pt x="818982" y="189312"/>
                  </a:lnTo>
                  <a:lnTo>
                    <a:pt x="828732" y="205806"/>
                  </a:lnTo>
                  <a:lnTo>
                    <a:pt x="838482" y="210560"/>
                  </a:lnTo>
                  <a:lnTo>
                    <a:pt x="848232" y="187997"/>
                  </a:lnTo>
                  <a:lnTo>
                    <a:pt x="857982" y="193252"/>
                  </a:lnTo>
                  <a:lnTo>
                    <a:pt x="867732" y="186499"/>
                  </a:lnTo>
                  <a:lnTo>
                    <a:pt x="877482" y="175097"/>
                  </a:lnTo>
                  <a:lnTo>
                    <a:pt x="887231" y="167403"/>
                  </a:lnTo>
                  <a:lnTo>
                    <a:pt x="896981" y="175669"/>
                  </a:lnTo>
                  <a:lnTo>
                    <a:pt x="906730" y="155998"/>
                  </a:lnTo>
                  <a:lnTo>
                    <a:pt x="916480" y="193638"/>
                  </a:lnTo>
                  <a:lnTo>
                    <a:pt x="926230" y="188077"/>
                  </a:lnTo>
                  <a:lnTo>
                    <a:pt x="935979" y="209573"/>
                  </a:lnTo>
                  <a:lnTo>
                    <a:pt x="945729" y="192002"/>
                  </a:lnTo>
                  <a:lnTo>
                    <a:pt x="955479" y="187642"/>
                  </a:lnTo>
                  <a:lnTo>
                    <a:pt x="965229" y="172106"/>
                  </a:lnTo>
                  <a:lnTo>
                    <a:pt x="974979" y="159228"/>
                  </a:lnTo>
                  <a:lnTo>
                    <a:pt x="984729" y="110334"/>
                  </a:lnTo>
                  <a:lnTo>
                    <a:pt x="994474" y="68581"/>
                  </a:lnTo>
                  <a:lnTo>
                    <a:pt x="1004233" y="66832"/>
                  </a:lnTo>
                  <a:lnTo>
                    <a:pt x="1013977" y="85778"/>
                  </a:lnTo>
                  <a:lnTo>
                    <a:pt x="1023721" y="113855"/>
                  </a:lnTo>
                  <a:lnTo>
                    <a:pt x="1033480" y="110892"/>
                  </a:lnTo>
                  <a:lnTo>
                    <a:pt x="1043224" y="132713"/>
                  </a:lnTo>
                  <a:lnTo>
                    <a:pt x="1052983" y="97226"/>
                  </a:lnTo>
                  <a:lnTo>
                    <a:pt x="1062727" y="116891"/>
                  </a:lnTo>
                  <a:lnTo>
                    <a:pt x="1072471" y="117404"/>
                  </a:lnTo>
                  <a:lnTo>
                    <a:pt x="1082230" y="92935"/>
                  </a:lnTo>
                  <a:lnTo>
                    <a:pt x="1091973" y="66309"/>
                  </a:lnTo>
                  <a:lnTo>
                    <a:pt x="1101732" y="83236"/>
                  </a:lnTo>
                  <a:lnTo>
                    <a:pt x="1111476" y="66379"/>
                  </a:lnTo>
                  <a:lnTo>
                    <a:pt x="1121220" y="54381"/>
                  </a:lnTo>
                  <a:lnTo>
                    <a:pt x="1130979" y="60359"/>
                  </a:lnTo>
                  <a:lnTo>
                    <a:pt x="1140723" y="76846"/>
                  </a:lnTo>
                  <a:lnTo>
                    <a:pt x="1150482" y="31936"/>
                  </a:lnTo>
                  <a:lnTo>
                    <a:pt x="1160226" y="36227"/>
                  </a:lnTo>
                  <a:lnTo>
                    <a:pt x="1169969" y="25188"/>
                  </a:lnTo>
                  <a:lnTo>
                    <a:pt x="1179728" y="24832"/>
                  </a:lnTo>
                  <a:lnTo>
                    <a:pt x="1189472" y="11940"/>
                  </a:lnTo>
                  <a:lnTo>
                    <a:pt x="1199231" y="31024"/>
                  </a:lnTo>
                  <a:lnTo>
                    <a:pt x="1208975" y="9878"/>
                  </a:lnTo>
                  <a:lnTo>
                    <a:pt x="1218719" y="18756"/>
                  </a:lnTo>
                  <a:lnTo>
                    <a:pt x="1228478" y="4780"/>
                  </a:lnTo>
                  <a:lnTo>
                    <a:pt x="1238222" y="0"/>
                  </a:lnTo>
                  <a:lnTo>
                    <a:pt x="1247966" y="8008"/>
                  </a:lnTo>
                  <a:lnTo>
                    <a:pt x="1257725" y="23198"/>
                  </a:lnTo>
                  <a:lnTo>
                    <a:pt x="1267469" y="35756"/>
                  </a:lnTo>
                  <a:lnTo>
                    <a:pt x="1277227" y="56110"/>
                  </a:lnTo>
                  <a:lnTo>
                    <a:pt x="1286971" y="82070"/>
                  </a:lnTo>
                  <a:lnTo>
                    <a:pt x="1296715" y="94984"/>
                  </a:lnTo>
                  <a:lnTo>
                    <a:pt x="1306474" y="143830"/>
                  </a:lnTo>
                  <a:lnTo>
                    <a:pt x="1316218" y="169473"/>
                  </a:lnTo>
                  <a:lnTo>
                    <a:pt x="1325977" y="177469"/>
                  </a:lnTo>
                  <a:lnTo>
                    <a:pt x="1335721" y="194034"/>
                  </a:lnTo>
                  <a:lnTo>
                    <a:pt x="1345465" y="233123"/>
                  </a:lnTo>
                  <a:lnTo>
                    <a:pt x="1355224" y="230462"/>
                  </a:lnTo>
                  <a:lnTo>
                    <a:pt x="1364967" y="217276"/>
                  </a:lnTo>
                  <a:lnTo>
                    <a:pt x="1374726" y="246493"/>
                  </a:lnTo>
                  <a:lnTo>
                    <a:pt x="1384470" y="238101"/>
                  </a:lnTo>
                  <a:lnTo>
                    <a:pt x="1394214" y="252655"/>
                  </a:lnTo>
                  <a:lnTo>
                    <a:pt x="1403973" y="274068"/>
                  </a:lnTo>
                  <a:lnTo>
                    <a:pt x="1413717" y="274491"/>
                  </a:lnTo>
                  <a:lnTo>
                    <a:pt x="1423476" y="290476"/>
                  </a:lnTo>
                  <a:lnTo>
                    <a:pt x="1433220" y="278608"/>
                  </a:lnTo>
                  <a:lnTo>
                    <a:pt x="1442964" y="275026"/>
                  </a:lnTo>
                  <a:lnTo>
                    <a:pt x="1452722" y="297869"/>
                  </a:lnTo>
                  <a:lnTo>
                    <a:pt x="1462466" y="271740"/>
                  </a:lnTo>
                  <a:lnTo>
                    <a:pt x="1472225" y="253505"/>
                  </a:lnTo>
                  <a:lnTo>
                    <a:pt x="1481969" y="236375"/>
                  </a:lnTo>
                  <a:lnTo>
                    <a:pt x="1491713" y="241697"/>
                  </a:lnTo>
                  <a:lnTo>
                    <a:pt x="1501472" y="242190"/>
                  </a:lnTo>
                  <a:lnTo>
                    <a:pt x="1511216" y="238610"/>
                  </a:lnTo>
                  <a:lnTo>
                    <a:pt x="1520960" y="275023"/>
                  </a:lnTo>
                  <a:lnTo>
                    <a:pt x="1530719" y="264749"/>
                  </a:lnTo>
                  <a:lnTo>
                    <a:pt x="1540463" y="265118"/>
                  </a:lnTo>
                  <a:lnTo>
                    <a:pt x="1550221" y="278963"/>
                  </a:lnTo>
                  <a:lnTo>
                    <a:pt x="1559965" y="244675"/>
                  </a:lnTo>
                  <a:lnTo>
                    <a:pt x="1569709" y="247828"/>
                  </a:lnTo>
                  <a:lnTo>
                    <a:pt x="1579468" y="232448"/>
                  </a:lnTo>
                  <a:lnTo>
                    <a:pt x="1589212" y="275984"/>
                  </a:lnTo>
                  <a:lnTo>
                    <a:pt x="1598971" y="220861"/>
                  </a:lnTo>
                  <a:lnTo>
                    <a:pt x="1608715" y="234672"/>
                  </a:lnTo>
                  <a:lnTo>
                    <a:pt x="1618459" y="245707"/>
                  </a:lnTo>
                  <a:lnTo>
                    <a:pt x="1628218" y="217337"/>
                  </a:lnTo>
                  <a:lnTo>
                    <a:pt x="1637962" y="192535"/>
                  </a:lnTo>
                  <a:lnTo>
                    <a:pt x="1647720" y="199874"/>
                  </a:lnTo>
                  <a:lnTo>
                    <a:pt x="1657464" y="183824"/>
                  </a:lnTo>
                  <a:lnTo>
                    <a:pt x="1667208" y="182037"/>
                  </a:lnTo>
                  <a:lnTo>
                    <a:pt x="1676967" y="144989"/>
                  </a:lnTo>
                  <a:lnTo>
                    <a:pt x="1686711" y="147978"/>
                  </a:lnTo>
                  <a:lnTo>
                    <a:pt x="1696470" y="145362"/>
                  </a:lnTo>
                  <a:lnTo>
                    <a:pt x="1706214" y="163737"/>
                  </a:lnTo>
                  <a:lnTo>
                    <a:pt x="1715958" y="162262"/>
                  </a:lnTo>
                  <a:lnTo>
                    <a:pt x="1725716" y="153397"/>
                  </a:lnTo>
                  <a:lnTo>
                    <a:pt x="1735460" y="165513"/>
                  </a:lnTo>
                  <a:lnTo>
                    <a:pt x="1745219" y="139179"/>
                  </a:lnTo>
                  <a:lnTo>
                    <a:pt x="1754963" y="173147"/>
                  </a:lnTo>
                  <a:lnTo>
                    <a:pt x="1764707" y="163437"/>
                  </a:lnTo>
                  <a:lnTo>
                    <a:pt x="1774466" y="165288"/>
                  </a:lnTo>
                  <a:lnTo>
                    <a:pt x="1784210" y="169436"/>
                  </a:lnTo>
                  <a:lnTo>
                    <a:pt x="1793969" y="213324"/>
                  </a:lnTo>
                  <a:lnTo>
                    <a:pt x="1803713" y="253298"/>
                  </a:lnTo>
                  <a:lnTo>
                    <a:pt x="1813457" y="270145"/>
                  </a:lnTo>
                  <a:lnTo>
                    <a:pt x="1823215" y="289091"/>
                  </a:lnTo>
                  <a:lnTo>
                    <a:pt x="1832959" y="306286"/>
                  </a:lnTo>
                  <a:lnTo>
                    <a:pt x="1842703" y="313159"/>
                  </a:lnTo>
                  <a:lnTo>
                    <a:pt x="1852462" y="338800"/>
                  </a:lnTo>
                  <a:lnTo>
                    <a:pt x="1862206" y="339105"/>
                  </a:lnTo>
                  <a:lnTo>
                    <a:pt x="1871965" y="356914"/>
                  </a:lnTo>
                  <a:lnTo>
                    <a:pt x="1881709" y="350482"/>
                  </a:lnTo>
                  <a:lnTo>
                    <a:pt x="1891453" y="344984"/>
                  </a:lnTo>
                  <a:lnTo>
                    <a:pt x="1901212" y="350448"/>
                  </a:lnTo>
                  <a:lnTo>
                    <a:pt x="1910956" y="364892"/>
                  </a:lnTo>
                  <a:lnTo>
                    <a:pt x="1920714" y="340252"/>
                  </a:lnTo>
                  <a:lnTo>
                    <a:pt x="1930458" y="347487"/>
                  </a:lnTo>
                  <a:lnTo>
                    <a:pt x="1940202" y="314288"/>
                  </a:lnTo>
                  <a:lnTo>
                    <a:pt x="1949961" y="335370"/>
                  </a:lnTo>
                  <a:lnTo>
                    <a:pt x="1959705" y="340990"/>
                  </a:lnTo>
                  <a:lnTo>
                    <a:pt x="1969464" y="341149"/>
                  </a:lnTo>
                  <a:lnTo>
                    <a:pt x="1979208" y="345905"/>
                  </a:lnTo>
                  <a:lnTo>
                    <a:pt x="1988952" y="316880"/>
                  </a:lnTo>
                  <a:lnTo>
                    <a:pt x="1998711" y="337189"/>
                  </a:lnTo>
                  <a:lnTo>
                    <a:pt x="2008454" y="323311"/>
                  </a:lnTo>
                  <a:lnTo>
                    <a:pt x="2018213" y="324580"/>
                  </a:lnTo>
                  <a:lnTo>
                    <a:pt x="2027957" y="327492"/>
                  </a:lnTo>
                  <a:lnTo>
                    <a:pt x="2037701" y="295992"/>
                  </a:lnTo>
                  <a:lnTo>
                    <a:pt x="2047460" y="309409"/>
                  </a:lnTo>
                  <a:lnTo>
                    <a:pt x="2057204" y="330014"/>
                  </a:lnTo>
                  <a:lnTo>
                    <a:pt x="2066963" y="342076"/>
                  </a:lnTo>
                  <a:lnTo>
                    <a:pt x="2076707" y="343088"/>
                  </a:lnTo>
                  <a:lnTo>
                    <a:pt x="2086451" y="346370"/>
                  </a:lnTo>
                  <a:lnTo>
                    <a:pt x="2096210" y="385472"/>
                  </a:lnTo>
                  <a:lnTo>
                    <a:pt x="2105954" y="395709"/>
                  </a:lnTo>
                  <a:lnTo>
                    <a:pt x="2115697" y="380136"/>
                  </a:lnTo>
                  <a:lnTo>
                    <a:pt x="2125456" y="417931"/>
                  </a:lnTo>
                  <a:lnTo>
                    <a:pt x="2135200" y="433630"/>
                  </a:lnTo>
                  <a:lnTo>
                    <a:pt x="2144959" y="441214"/>
                  </a:lnTo>
                  <a:lnTo>
                    <a:pt x="2154703" y="450268"/>
                  </a:lnTo>
                  <a:lnTo>
                    <a:pt x="2164447" y="446847"/>
                  </a:lnTo>
                  <a:lnTo>
                    <a:pt x="2174206" y="428036"/>
                  </a:lnTo>
                  <a:lnTo>
                    <a:pt x="2183950" y="452245"/>
                  </a:lnTo>
                  <a:lnTo>
                    <a:pt x="2193709" y="445472"/>
                  </a:lnTo>
                  <a:lnTo>
                    <a:pt x="2203452" y="466247"/>
                  </a:lnTo>
                  <a:lnTo>
                    <a:pt x="2213196" y="447317"/>
                  </a:lnTo>
                  <a:lnTo>
                    <a:pt x="2222955" y="433124"/>
                  </a:lnTo>
                  <a:lnTo>
                    <a:pt x="2232699" y="419812"/>
                  </a:lnTo>
                  <a:lnTo>
                    <a:pt x="2242458" y="452457"/>
                  </a:lnTo>
                  <a:lnTo>
                    <a:pt x="2252202" y="447185"/>
                  </a:lnTo>
                  <a:lnTo>
                    <a:pt x="2261946" y="446667"/>
                  </a:lnTo>
                  <a:lnTo>
                    <a:pt x="2271705" y="447004"/>
                  </a:lnTo>
                  <a:lnTo>
                    <a:pt x="2281449" y="472158"/>
                  </a:lnTo>
                  <a:lnTo>
                    <a:pt x="2291208" y="483664"/>
                  </a:lnTo>
                  <a:lnTo>
                    <a:pt x="2300951" y="478268"/>
                  </a:lnTo>
                  <a:lnTo>
                    <a:pt x="2310695" y="483675"/>
                  </a:lnTo>
                  <a:lnTo>
                    <a:pt x="2320454" y="515061"/>
                  </a:lnTo>
                  <a:lnTo>
                    <a:pt x="2330198" y="510487"/>
                  </a:lnTo>
                  <a:lnTo>
                    <a:pt x="2339957" y="533759"/>
                  </a:lnTo>
                  <a:lnTo>
                    <a:pt x="2349701" y="543458"/>
                  </a:lnTo>
                  <a:lnTo>
                    <a:pt x="2359445" y="531003"/>
                  </a:lnTo>
                  <a:lnTo>
                    <a:pt x="2369204" y="533431"/>
                  </a:lnTo>
                  <a:lnTo>
                    <a:pt x="2378948" y="542669"/>
                  </a:lnTo>
                  <a:lnTo>
                    <a:pt x="2388692" y="528470"/>
                  </a:lnTo>
                  <a:lnTo>
                    <a:pt x="2398450" y="514748"/>
                  </a:lnTo>
                  <a:lnTo>
                    <a:pt x="2408194" y="496953"/>
                  </a:lnTo>
                  <a:lnTo>
                    <a:pt x="2417953" y="514480"/>
                  </a:lnTo>
                  <a:lnTo>
                    <a:pt x="2427697" y="506419"/>
                  </a:lnTo>
                  <a:lnTo>
                    <a:pt x="2437441" y="539346"/>
                  </a:lnTo>
                  <a:lnTo>
                    <a:pt x="2447200" y="519262"/>
                  </a:lnTo>
                  <a:lnTo>
                    <a:pt x="2456944" y="509265"/>
                  </a:lnTo>
                  <a:lnTo>
                    <a:pt x="2466703" y="525982"/>
                  </a:lnTo>
                  <a:lnTo>
                    <a:pt x="2476446" y="539495"/>
                  </a:lnTo>
                  <a:lnTo>
                    <a:pt x="2486190" y="562291"/>
                  </a:lnTo>
                  <a:lnTo>
                    <a:pt x="2495949" y="562156"/>
                  </a:lnTo>
                  <a:lnTo>
                    <a:pt x="2505693" y="585846"/>
                  </a:lnTo>
                  <a:lnTo>
                    <a:pt x="2515452" y="608910"/>
                  </a:lnTo>
                  <a:lnTo>
                    <a:pt x="2525196" y="626431"/>
                  </a:lnTo>
                  <a:lnTo>
                    <a:pt x="2534940" y="618400"/>
                  </a:lnTo>
                  <a:lnTo>
                    <a:pt x="2544699" y="598510"/>
                  </a:lnTo>
                  <a:lnTo>
                    <a:pt x="2554443" y="580795"/>
                  </a:lnTo>
                  <a:lnTo>
                    <a:pt x="2564202" y="609952"/>
                  </a:lnTo>
                  <a:lnTo>
                    <a:pt x="2573946" y="583477"/>
                  </a:lnTo>
                  <a:lnTo>
                    <a:pt x="2583690" y="577309"/>
                  </a:lnTo>
                  <a:lnTo>
                    <a:pt x="2593448" y="577398"/>
                  </a:lnTo>
                  <a:lnTo>
                    <a:pt x="2603192" y="602488"/>
                  </a:lnTo>
                  <a:lnTo>
                    <a:pt x="2612951" y="584743"/>
                  </a:lnTo>
                  <a:lnTo>
                    <a:pt x="2622695" y="586784"/>
                  </a:lnTo>
                  <a:lnTo>
                    <a:pt x="2632439" y="593623"/>
                  </a:lnTo>
                  <a:lnTo>
                    <a:pt x="2642198" y="594666"/>
                  </a:lnTo>
                  <a:lnTo>
                    <a:pt x="2651942" y="617283"/>
                  </a:lnTo>
                  <a:lnTo>
                    <a:pt x="2661685" y="607643"/>
                  </a:lnTo>
                  <a:lnTo>
                    <a:pt x="2671444" y="597959"/>
                  </a:lnTo>
                  <a:lnTo>
                    <a:pt x="2681188" y="582955"/>
                  </a:lnTo>
                  <a:lnTo>
                    <a:pt x="2690947" y="573807"/>
                  </a:lnTo>
                  <a:lnTo>
                    <a:pt x="2700691" y="590271"/>
                  </a:lnTo>
                  <a:lnTo>
                    <a:pt x="2710435" y="574746"/>
                  </a:lnTo>
                  <a:lnTo>
                    <a:pt x="2720194" y="547630"/>
                  </a:lnTo>
                  <a:lnTo>
                    <a:pt x="2729938" y="541313"/>
                  </a:lnTo>
                  <a:lnTo>
                    <a:pt x="2739697" y="536232"/>
                  </a:lnTo>
                  <a:lnTo>
                    <a:pt x="2749441" y="506419"/>
                  </a:lnTo>
                  <a:lnTo>
                    <a:pt x="2759185" y="521169"/>
                  </a:lnTo>
                  <a:lnTo>
                    <a:pt x="2768943" y="506688"/>
                  </a:lnTo>
                  <a:lnTo>
                    <a:pt x="2778687" y="483080"/>
                  </a:lnTo>
                  <a:lnTo>
                    <a:pt x="2788446" y="462280"/>
                  </a:lnTo>
                  <a:lnTo>
                    <a:pt x="2798190" y="476364"/>
                  </a:lnTo>
                  <a:lnTo>
                    <a:pt x="2807934" y="471794"/>
                  </a:lnTo>
                  <a:lnTo>
                    <a:pt x="2817693" y="454091"/>
                  </a:lnTo>
                  <a:lnTo>
                    <a:pt x="2827437" y="420646"/>
                  </a:lnTo>
                  <a:lnTo>
                    <a:pt x="2837196" y="440372"/>
                  </a:lnTo>
                  <a:lnTo>
                    <a:pt x="2846940" y="447801"/>
                  </a:lnTo>
                  <a:lnTo>
                    <a:pt x="2856684" y="431874"/>
                  </a:lnTo>
                  <a:lnTo>
                    <a:pt x="2866442" y="401721"/>
                  </a:lnTo>
                  <a:lnTo>
                    <a:pt x="2876186" y="422239"/>
                  </a:lnTo>
                  <a:lnTo>
                    <a:pt x="2885945" y="448388"/>
                  </a:lnTo>
                  <a:lnTo>
                    <a:pt x="2895689" y="436095"/>
                  </a:lnTo>
                  <a:lnTo>
                    <a:pt x="2905433" y="444350"/>
                  </a:lnTo>
                  <a:lnTo>
                    <a:pt x="2915192" y="44739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6" name="Freeform 1005">
              <a:extLst>
                <a:ext uri="{FF2B5EF4-FFF2-40B4-BE49-F238E27FC236}">
                  <a16:creationId xmlns:a16="http://schemas.microsoft.com/office/drawing/2014/main" id="{EED22EE7-8107-CA65-53AC-B6194FD8D0AC}"/>
                </a:ext>
              </a:extLst>
            </p:cNvPr>
            <p:cNvSpPr/>
            <p:nvPr/>
          </p:nvSpPr>
          <p:spPr>
            <a:xfrm>
              <a:off x="4426652" y="3196732"/>
              <a:ext cx="2915191" cy="528320"/>
            </a:xfrm>
            <a:custGeom>
              <a:avLst/>
              <a:gdLst>
                <a:gd name="connsiteX0" fmla="*/ 0 w 2915191"/>
                <a:gd name="connsiteY0" fmla="*/ 95051 h 528320"/>
                <a:gd name="connsiteX1" fmla="*/ 9750 w 2915191"/>
                <a:gd name="connsiteY1" fmla="*/ 79130 h 528320"/>
                <a:gd name="connsiteX2" fmla="*/ 19500 w 2915191"/>
                <a:gd name="connsiteY2" fmla="*/ 88178 h 528320"/>
                <a:gd name="connsiteX3" fmla="*/ 29250 w 2915191"/>
                <a:gd name="connsiteY3" fmla="*/ 110725 h 528320"/>
                <a:gd name="connsiteX4" fmla="*/ 39000 w 2915191"/>
                <a:gd name="connsiteY4" fmla="*/ 142612 h 528320"/>
                <a:gd name="connsiteX5" fmla="*/ 48749 w 2915191"/>
                <a:gd name="connsiteY5" fmla="*/ 146450 h 528320"/>
                <a:gd name="connsiteX6" fmla="*/ 58499 w 2915191"/>
                <a:gd name="connsiteY6" fmla="*/ 127385 h 528320"/>
                <a:gd name="connsiteX7" fmla="*/ 68249 w 2915191"/>
                <a:gd name="connsiteY7" fmla="*/ 81836 h 528320"/>
                <a:gd name="connsiteX8" fmla="*/ 77998 w 2915191"/>
                <a:gd name="connsiteY8" fmla="*/ 111952 h 528320"/>
                <a:gd name="connsiteX9" fmla="*/ 87748 w 2915191"/>
                <a:gd name="connsiteY9" fmla="*/ 95340 h 528320"/>
                <a:gd name="connsiteX10" fmla="*/ 97497 w 2915191"/>
                <a:gd name="connsiteY10" fmla="*/ 107277 h 528320"/>
                <a:gd name="connsiteX11" fmla="*/ 107247 w 2915191"/>
                <a:gd name="connsiteY11" fmla="*/ 120227 h 528320"/>
                <a:gd name="connsiteX12" fmla="*/ 116997 w 2915191"/>
                <a:gd name="connsiteY12" fmla="*/ 102871 h 528320"/>
                <a:gd name="connsiteX13" fmla="*/ 126747 w 2915191"/>
                <a:gd name="connsiteY13" fmla="*/ 90325 h 528320"/>
                <a:gd name="connsiteX14" fmla="*/ 136497 w 2915191"/>
                <a:gd name="connsiteY14" fmla="*/ 56886 h 528320"/>
                <a:gd name="connsiteX15" fmla="*/ 146247 w 2915191"/>
                <a:gd name="connsiteY15" fmla="*/ 36377 h 528320"/>
                <a:gd name="connsiteX16" fmla="*/ 155997 w 2915191"/>
                <a:gd name="connsiteY16" fmla="*/ 46540 h 528320"/>
                <a:gd name="connsiteX17" fmla="*/ 165747 w 2915191"/>
                <a:gd name="connsiteY17" fmla="*/ 39755 h 528320"/>
                <a:gd name="connsiteX18" fmla="*/ 175497 w 2915191"/>
                <a:gd name="connsiteY18" fmla="*/ 45187 h 528320"/>
                <a:gd name="connsiteX19" fmla="*/ 185247 w 2915191"/>
                <a:gd name="connsiteY19" fmla="*/ 41422 h 528320"/>
                <a:gd name="connsiteX20" fmla="*/ 194996 w 2915191"/>
                <a:gd name="connsiteY20" fmla="*/ 12856 h 528320"/>
                <a:gd name="connsiteX21" fmla="*/ 204746 w 2915191"/>
                <a:gd name="connsiteY21" fmla="*/ 23159 h 528320"/>
                <a:gd name="connsiteX22" fmla="*/ 214495 w 2915191"/>
                <a:gd name="connsiteY22" fmla="*/ 25738 h 528320"/>
                <a:gd name="connsiteX23" fmla="*/ 224245 w 2915191"/>
                <a:gd name="connsiteY23" fmla="*/ 31063 h 528320"/>
                <a:gd name="connsiteX24" fmla="*/ 233995 w 2915191"/>
                <a:gd name="connsiteY24" fmla="*/ 54483 h 528320"/>
                <a:gd name="connsiteX25" fmla="*/ 243744 w 2915191"/>
                <a:gd name="connsiteY25" fmla="*/ 50075 h 528320"/>
                <a:gd name="connsiteX26" fmla="*/ 253494 w 2915191"/>
                <a:gd name="connsiteY26" fmla="*/ 63133 h 528320"/>
                <a:gd name="connsiteX27" fmla="*/ 263244 w 2915191"/>
                <a:gd name="connsiteY27" fmla="*/ 82107 h 528320"/>
                <a:gd name="connsiteX28" fmla="*/ 272994 w 2915191"/>
                <a:gd name="connsiteY28" fmla="*/ 52142 h 528320"/>
                <a:gd name="connsiteX29" fmla="*/ 282744 w 2915191"/>
                <a:gd name="connsiteY29" fmla="*/ 31601 h 528320"/>
                <a:gd name="connsiteX30" fmla="*/ 292494 w 2915191"/>
                <a:gd name="connsiteY30" fmla="*/ 6353 h 528320"/>
                <a:gd name="connsiteX31" fmla="*/ 302244 w 2915191"/>
                <a:gd name="connsiteY31" fmla="*/ 25619 h 528320"/>
                <a:gd name="connsiteX32" fmla="*/ 311994 w 2915191"/>
                <a:gd name="connsiteY32" fmla="*/ 10984 h 528320"/>
                <a:gd name="connsiteX33" fmla="*/ 321744 w 2915191"/>
                <a:gd name="connsiteY33" fmla="*/ 0 h 528320"/>
                <a:gd name="connsiteX34" fmla="*/ 331493 w 2915191"/>
                <a:gd name="connsiteY34" fmla="*/ 13250 h 528320"/>
                <a:gd name="connsiteX35" fmla="*/ 341243 w 2915191"/>
                <a:gd name="connsiteY35" fmla="*/ 14254 h 528320"/>
                <a:gd name="connsiteX36" fmla="*/ 350993 w 2915191"/>
                <a:gd name="connsiteY36" fmla="*/ 51199 h 528320"/>
                <a:gd name="connsiteX37" fmla="*/ 360742 w 2915191"/>
                <a:gd name="connsiteY37" fmla="*/ 45771 h 528320"/>
                <a:gd name="connsiteX38" fmla="*/ 370492 w 2915191"/>
                <a:gd name="connsiteY38" fmla="*/ 61540 h 528320"/>
                <a:gd name="connsiteX39" fmla="*/ 380241 w 2915191"/>
                <a:gd name="connsiteY39" fmla="*/ 50895 h 528320"/>
                <a:gd name="connsiteX40" fmla="*/ 389991 w 2915191"/>
                <a:gd name="connsiteY40" fmla="*/ 75396 h 528320"/>
                <a:gd name="connsiteX41" fmla="*/ 399741 w 2915191"/>
                <a:gd name="connsiteY41" fmla="*/ 69456 h 528320"/>
                <a:gd name="connsiteX42" fmla="*/ 409491 w 2915191"/>
                <a:gd name="connsiteY42" fmla="*/ 78288 h 528320"/>
                <a:gd name="connsiteX43" fmla="*/ 419241 w 2915191"/>
                <a:gd name="connsiteY43" fmla="*/ 76949 h 528320"/>
                <a:gd name="connsiteX44" fmla="*/ 428991 w 2915191"/>
                <a:gd name="connsiteY44" fmla="*/ 70019 h 528320"/>
                <a:gd name="connsiteX45" fmla="*/ 438741 w 2915191"/>
                <a:gd name="connsiteY45" fmla="*/ 62240 h 528320"/>
                <a:gd name="connsiteX46" fmla="*/ 448491 w 2915191"/>
                <a:gd name="connsiteY46" fmla="*/ 99947 h 528320"/>
                <a:gd name="connsiteX47" fmla="*/ 458241 w 2915191"/>
                <a:gd name="connsiteY47" fmla="*/ 122659 h 528320"/>
                <a:gd name="connsiteX48" fmla="*/ 467991 w 2915191"/>
                <a:gd name="connsiteY48" fmla="*/ 117681 h 528320"/>
                <a:gd name="connsiteX49" fmla="*/ 477740 w 2915191"/>
                <a:gd name="connsiteY49" fmla="*/ 114685 h 528320"/>
                <a:gd name="connsiteX50" fmla="*/ 487490 w 2915191"/>
                <a:gd name="connsiteY50" fmla="*/ 147195 h 528320"/>
                <a:gd name="connsiteX51" fmla="*/ 497239 w 2915191"/>
                <a:gd name="connsiteY51" fmla="*/ 149467 h 528320"/>
                <a:gd name="connsiteX52" fmla="*/ 506989 w 2915191"/>
                <a:gd name="connsiteY52" fmla="*/ 161836 h 528320"/>
                <a:gd name="connsiteX53" fmla="*/ 516738 w 2915191"/>
                <a:gd name="connsiteY53" fmla="*/ 140758 h 528320"/>
                <a:gd name="connsiteX54" fmla="*/ 526488 w 2915191"/>
                <a:gd name="connsiteY54" fmla="*/ 124500 h 528320"/>
                <a:gd name="connsiteX55" fmla="*/ 536238 w 2915191"/>
                <a:gd name="connsiteY55" fmla="*/ 92237 h 528320"/>
                <a:gd name="connsiteX56" fmla="*/ 545988 w 2915191"/>
                <a:gd name="connsiteY56" fmla="*/ 126166 h 528320"/>
                <a:gd name="connsiteX57" fmla="*/ 555738 w 2915191"/>
                <a:gd name="connsiteY57" fmla="*/ 121452 h 528320"/>
                <a:gd name="connsiteX58" fmla="*/ 565488 w 2915191"/>
                <a:gd name="connsiteY58" fmla="*/ 118806 h 528320"/>
                <a:gd name="connsiteX59" fmla="*/ 575238 w 2915191"/>
                <a:gd name="connsiteY59" fmla="*/ 120034 h 528320"/>
                <a:gd name="connsiteX60" fmla="*/ 584988 w 2915191"/>
                <a:gd name="connsiteY60" fmla="*/ 124849 h 528320"/>
                <a:gd name="connsiteX61" fmla="*/ 594738 w 2915191"/>
                <a:gd name="connsiteY61" fmla="*/ 154613 h 528320"/>
                <a:gd name="connsiteX62" fmla="*/ 604488 w 2915191"/>
                <a:gd name="connsiteY62" fmla="*/ 200317 h 528320"/>
                <a:gd name="connsiteX63" fmla="*/ 614237 w 2915191"/>
                <a:gd name="connsiteY63" fmla="*/ 166127 h 528320"/>
                <a:gd name="connsiteX64" fmla="*/ 623987 w 2915191"/>
                <a:gd name="connsiteY64" fmla="*/ 170482 h 528320"/>
                <a:gd name="connsiteX65" fmla="*/ 633736 w 2915191"/>
                <a:gd name="connsiteY65" fmla="*/ 191300 h 528320"/>
                <a:gd name="connsiteX66" fmla="*/ 643486 w 2915191"/>
                <a:gd name="connsiteY66" fmla="*/ 203218 h 528320"/>
                <a:gd name="connsiteX67" fmla="*/ 653236 w 2915191"/>
                <a:gd name="connsiteY67" fmla="*/ 199409 h 528320"/>
                <a:gd name="connsiteX68" fmla="*/ 662985 w 2915191"/>
                <a:gd name="connsiteY68" fmla="*/ 180209 h 528320"/>
                <a:gd name="connsiteX69" fmla="*/ 672735 w 2915191"/>
                <a:gd name="connsiteY69" fmla="*/ 208318 h 528320"/>
                <a:gd name="connsiteX70" fmla="*/ 682485 w 2915191"/>
                <a:gd name="connsiteY70" fmla="*/ 195440 h 528320"/>
                <a:gd name="connsiteX71" fmla="*/ 692235 w 2915191"/>
                <a:gd name="connsiteY71" fmla="*/ 204398 h 528320"/>
                <a:gd name="connsiteX72" fmla="*/ 701985 w 2915191"/>
                <a:gd name="connsiteY72" fmla="*/ 238863 h 528320"/>
                <a:gd name="connsiteX73" fmla="*/ 711735 w 2915191"/>
                <a:gd name="connsiteY73" fmla="*/ 240246 h 528320"/>
                <a:gd name="connsiteX74" fmla="*/ 721485 w 2915191"/>
                <a:gd name="connsiteY74" fmla="*/ 262449 h 528320"/>
                <a:gd name="connsiteX75" fmla="*/ 731235 w 2915191"/>
                <a:gd name="connsiteY75" fmla="*/ 220451 h 528320"/>
                <a:gd name="connsiteX76" fmla="*/ 740985 w 2915191"/>
                <a:gd name="connsiteY76" fmla="*/ 229271 h 528320"/>
                <a:gd name="connsiteX77" fmla="*/ 750734 w 2915191"/>
                <a:gd name="connsiteY77" fmla="*/ 228249 h 528320"/>
                <a:gd name="connsiteX78" fmla="*/ 760484 w 2915191"/>
                <a:gd name="connsiteY78" fmla="*/ 226491 h 528320"/>
                <a:gd name="connsiteX79" fmla="*/ 770233 w 2915191"/>
                <a:gd name="connsiteY79" fmla="*/ 240788 h 528320"/>
                <a:gd name="connsiteX80" fmla="*/ 779983 w 2915191"/>
                <a:gd name="connsiteY80" fmla="*/ 249738 h 528320"/>
                <a:gd name="connsiteX81" fmla="*/ 789733 w 2915191"/>
                <a:gd name="connsiteY81" fmla="*/ 221791 h 528320"/>
                <a:gd name="connsiteX82" fmla="*/ 799482 w 2915191"/>
                <a:gd name="connsiteY82" fmla="*/ 226958 h 528320"/>
                <a:gd name="connsiteX83" fmla="*/ 809232 w 2915191"/>
                <a:gd name="connsiteY83" fmla="*/ 224534 h 528320"/>
                <a:gd name="connsiteX84" fmla="*/ 818982 w 2915191"/>
                <a:gd name="connsiteY84" fmla="*/ 216508 h 528320"/>
                <a:gd name="connsiteX85" fmla="*/ 828732 w 2915191"/>
                <a:gd name="connsiteY85" fmla="*/ 212585 h 528320"/>
                <a:gd name="connsiteX86" fmla="*/ 838482 w 2915191"/>
                <a:gd name="connsiteY86" fmla="*/ 188304 h 528320"/>
                <a:gd name="connsiteX87" fmla="*/ 848232 w 2915191"/>
                <a:gd name="connsiteY87" fmla="*/ 200852 h 528320"/>
                <a:gd name="connsiteX88" fmla="*/ 857982 w 2915191"/>
                <a:gd name="connsiteY88" fmla="*/ 178540 h 528320"/>
                <a:gd name="connsiteX89" fmla="*/ 867732 w 2915191"/>
                <a:gd name="connsiteY89" fmla="*/ 168776 h 528320"/>
                <a:gd name="connsiteX90" fmla="*/ 877482 w 2915191"/>
                <a:gd name="connsiteY90" fmla="*/ 141671 h 528320"/>
                <a:gd name="connsiteX91" fmla="*/ 887231 w 2915191"/>
                <a:gd name="connsiteY91" fmla="*/ 151695 h 528320"/>
                <a:gd name="connsiteX92" fmla="*/ 896981 w 2915191"/>
                <a:gd name="connsiteY92" fmla="*/ 128437 h 528320"/>
                <a:gd name="connsiteX93" fmla="*/ 906730 w 2915191"/>
                <a:gd name="connsiteY93" fmla="*/ 145205 h 528320"/>
                <a:gd name="connsiteX94" fmla="*/ 916480 w 2915191"/>
                <a:gd name="connsiteY94" fmla="*/ 148501 h 528320"/>
                <a:gd name="connsiteX95" fmla="*/ 926230 w 2915191"/>
                <a:gd name="connsiteY95" fmla="*/ 159196 h 528320"/>
                <a:gd name="connsiteX96" fmla="*/ 935979 w 2915191"/>
                <a:gd name="connsiteY96" fmla="*/ 143003 h 528320"/>
                <a:gd name="connsiteX97" fmla="*/ 945729 w 2915191"/>
                <a:gd name="connsiteY97" fmla="*/ 124795 h 528320"/>
                <a:gd name="connsiteX98" fmla="*/ 955479 w 2915191"/>
                <a:gd name="connsiteY98" fmla="*/ 131665 h 528320"/>
                <a:gd name="connsiteX99" fmla="*/ 965229 w 2915191"/>
                <a:gd name="connsiteY99" fmla="*/ 137297 h 528320"/>
                <a:gd name="connsiteX100" fmla="*/ 974979 w 2915191"/>
                <a:gd name="connsiteY100" fmla="*/ 140806 h 528320"/>
                <a:gd name="connsiteX101" fmla="*/ 984729 w 2915191"/>
                <a:gd name="connsiteY101" fmla="*/ 116841 h 528320"/>
                <a:gd name="connsiteX102" fmla="*/ 994474 w 2915191"/>
                <a:gd name="connsiteY102" fmla="*/ 90352 h 528320"/>
                <a:gd name="connsiteX103" fmla="*/ 1004233 w 2915191"/>
                <a:gd name="connsiteY103" fmla="*/ 84091 h 528320"/>
                <a:gd name="connsiteX104" fmla="*/ 1013977 w 2915191"/>
                <a:gd name="connsiteY104" fmla="*/ 125484 h 528320"/>
                <a:gd name="connsiteX105" fmla="*/ 1023721 w 2915191"/>
                <a:gd name="connsiteY105" fmla="*/ 98990 h 528320"/>
                <a:gd name="connsiteX106" fmla="*/ 1033480 w 2915191"/>
                <a:gd name="connsiteY106" fmla="*/ 124716 h 528320"/>
                <a:gd name="connsiteX107" fmla="*/ 1043224 w 2915191"/>
                <a:gd name="connsiteY107" fmla="*/ 132336 h 528320"/>
                <a:gd name="connsiteX108" fmla="*/ 1052983 w 2915191"/>
                <a:gd name="connsiteY108" fmla="*/ 179543 h 528320"/>
                <a:gd name="connsiteX109" fmla="*/ 1062727 w 2915191"/>
                <a:gd name="connsiteY109" fmla="*/ 212601 h 528320"/>
                <a:gd name="connsiteX110" fmla="*/ 1072471 w 2915191"/>
                <a:gd name="connsiteY110" fmla="*/ 237478 h 528320"/>
                <a:gd name="connsiteX111" fmla="*/ 1082230 w 2915191"/>
                <a:gd name="connsiteY111" fmla="*/ 220381 h 528320"/>
                <a:gd name="connsiteX112" fmla="*/ 1091973 w 2915191"/>
                <a:gd name="connsiteY112" fmla="*/ 199097 h 528320"/>
                <a:gd name="connsiteX113" fmla="*/ 1101732 w 2915191"/>
                <a:gd name="connsiteY113" fmla="*/ 189388 h 528320"/>
                <a:gd name="connsiteX114" fmla="*/ 1111476 w 2915191"/>
                <a:gd name="connsiteY114" fmla="*/ 130442 h 528320"/>
                <a:gd name="connsiteX115" fmla="*/ 1121220 w 2915191"/>
                <a:gd name="connsiteY115" fmla="*/ 138715 h 528320"/>
                <a:gd name="connsiteX116" fmla="*/ 1130979 w 2915191"/>
                <a:gd name="connsiteY116" fmla="*/ 171149 h 528320"/>
                <a:gd name="connsiteX117" fmla="*/ 1140723 w 2915191"/>
                <a:gd name="connsiteY117" fmla="*/ 182250 h 528320"/>
                <a:gd name="connsiteX118" fmla="*/ 1150482 w 2915191"/>
                <a:gd name="connsiteY118" fmla="*/ 173917 h 528320"/>
                <a:gd name="connsiteX119" fmla="*/ 1160226 w 2915191"/>
                <a:gd name="connsiteY119" fmla="*/ 141086 h 528320"/>
                <a:gd name="connsiteX120" fmla="*/ 1169969 w 2915191"/>
                <a:gd name="connsiteY120" fmla="*/ 132775 h 528320"/>
                <a:gd name="connsiteX121" fmla="*/ 1179728 w 2915191"/>
                <a:gd name="connsiteY121" fmla="*/ 145718 h 528320"/>
                <a:gd name="connsiteX122" fmla="*/ 1189472 w 2915191"/>
                <a:gd name="connsiteY122" fmla="*/ 136186 h 528320"/>
                <a:gd name="connsiteX123" fmla="*/ 1199231 w 2915191"/>
                <a:gd name="connsiteY123" fmla="*/ 152467 h 528320"/>
                <a:gd name="connsiteX124" fmla="*/ 1208975 w 2915191"/>
                <a:gd name="connsiteY124" fmla="*/ 175714 h 528320"/>
                <a:gd name="connsiteX125" fmla="*/ 1218719 w 2915191"/>
                <a:gd name="connsiteY125" fmla="*/ 195630 h 528320"/>
                <a:gd name="connsiteX126" fmla="*/ 1228478 w 2915191"/>
                <a:gd name="connsiteY126" fmla="*/ 185290 h 528320"/>
                <a:gd name="connsiteX127" fmla="*/ 1238222 w 2915191"/>
                <a:gd name="connsiteY127" fmla="*/ 185458 h 528320"/>
                <a:gd name="connsiteX128" fmla="*/ 1247966 w 2915191"/>
                <a:gd name="connsiteY128" fmla="*/ 201136 h 528320"/>
                <a:gd name="connsiteX129" fmla="*/ 1257725 w 2915191"/>
                <a:gd name="connsiteY129" fmla="*/ 199314 h 528320"/>
                <a:gd name="connsiteX130" fmla="*/ 1267469 w 2915191"/>
                <a:gd name="connsiteY130" fmla="*/ 226758 h 528320"/>
                <a:gd name="connsiteX131" fmla="*/ 1277227 w 2915191"/>
                <a:gd name="connsiteY131" fmla="*/ 249108 h 528320"/>
                <a:gd name="connsiteX132" fmla="*/ 1286971 w 2915191"/>
                <a:gd name="connsiteY132" fmla="*/ 236062 h 528320"/>
                <a:gd name="connsiteX133" fmla="*/ 1296715 w 2915191"/>
                <a:gd name="connsiteY133" fmla="*/ 237767 h 528320"/>
                <a:gd name="connsiteX134" fmla="*/ 1306474 w 2915191"/>
                <a:gd name="connsiteY134" fmla="*/ 246733 h 528320"/>
                <a:gd name="connsiteX135" fmla="*/ 1316218 w 2915191"/>
                <a:gd name="connsiteY135" fmla="*/ 209097 h 528320"/>
                <a:gd name="connsiteX136" fmla="*/ 1325977 w 2915191"/>
                <a:gd name="connsiteY136" fmla="*/ 227034 h 528320"/>
                <a:gd name="connsiteX137" fmla="*/ 1335721 w 2915191"/>
                <a:gd name="connsiteY137" fmla="*/ 221727 h 528320"/>
                <a:gd name="connsiteX138" fmla="*/ 1345465 w 2915191"/>
                <a:gd name="connsiteY138" fmla="*/ 202556 h 528320"/>
                <a:gd name="connsiteX139" fmla="*/ 1355224 w 2915191"/>
                <a:gd name="connsiteY139" fmla="*/ 231752 h 528320"/>
                <a:gd name="connsiteX140" fmla="*/ 1364967 w 2915191"/>
                <a:gd name="connsiteY140" fmla="*/ 257687 h 528320"/>
                <a:gd name="connsiteX141" fmla="*/ 1374726 w 2915191"/>
                <a:gd name="connsiteY141" fmla="*/ 246624 h 528320"/>
                <a:gd name="connsiteX142" fmla="*/ 1384470 w 2915191"/>
                <a:gd name="connsiteY142" fmla="*/ 244926 h 528320"/>
                <a:gd name="connsiteX143" fmla="*/ 1394214 w 2915191"/>
                <a:gd name="connsiteY143" fmla="*/ 240928 h 528320"/>
                <a:gd name="connsiteX144" fmla="*/ 1403973 w 2915191"/>
                <a:gd name="connsiteY144" fmla="*/ 247205 h 528320"/>
                <a:gd name="connsiteX145" fmla="*/ 1413717 w 2915191"/>
                <a:gd name="connsiteY145" fmla="*/ 242067 h 528320"/>
                <a:gd name="connsiteX146" fmla="*/ 1423476 w 2915191"/>
                <a:gd name="connsiteY146" fmla="*/ 218951 h 528320"/>
                <a:gd name="connsiteX147" fmla="*/ 1433220 w 2915191"/>
                <a:gd name="connsiteY147" fmla="*/ 275201 h 528320"/>
                <a:gd name="connsiteX148" fmla="*/ 1442964 w 2915191"/>
                <a:gd name="connsiteY148" fmla="*/ 260278 h 528320"/>
                <a:gd name="connsiteX149" fmla="*/ 1452722 w 2915191"/>
                <a:gd name="connsiteY149" fmla="*/ 275275 h 528320"/>
                <a:gd name="connsiteX150" fmla="*/ 1462466 w 2915191"/>
                <a:gd name="connsiteY150" fmla="*/ 270784 h 528320"/>
                <a:gd name="connsiteX151" fmla="*/ 1472225 w 2915191"/>
                <a:gd name="connsiteY151" fmla="*/ 269126 h 528320"/>
                <a:gd name="connsiteX152" fmla="*/ 1481969 w 2915191"/>
                <a:gd name="connsiteY152" fmla="*/ 264356 h 528320"/>
                <a:gd name="connsiteX153" fmla="*/ 1491713 w 2915191"/>
                <a:gd name="connsiteY153" fmla="*/ 254327 h 528320"/>
                <a:gd name="connsiteX154" fmla="*/ 1501472 w 2915191"/>
                <a:gd name="connsiteY154" fmla="*/ 232506 h 528320"/>
                <a:gd name="connsiteX155" fmla="*/ 1511216 w 2915191"/>
                <a:gd name="connsiteY155" fmla="*/ 246738 h 528320"/>
                <a:gd name="connsiteX156" fmla="*/ 1520960 w 2915191"/>
                <a:gd name="connsiteY156" fmla="*/ 216823 h 528320"/>
                <a:gd name="connsiteX157" fmla="*/ 1530719 w 2915191"/>
                <a:gd name="connsiteY157" fmla="*/ 242760 h 528320"/>
                <a:gd name="connsiteX158" fmla="*/ 1540463 w 2915191"/>
                <a:gd name="connsiteY158" fmla="*/ 242050 h 528320"/>
                <a:gd name="connsiteX159" fmla="*/ 1550221 w 2915191"/>
                <a:gd name="connsiteY159" fmla="*/ 229006 h 528320"/>
                <a:gd name="connsiteX160" fmla="*/ 1559965 w 2915191"/>
                <a:gd name="connsiteY160" fmla="*/ 249093 h 528320"/>
                <a:gd name="connsiteX161" fmla="*/ 1569709 w 2915191"/>
                <a:gd name="connsiteY161" fmla="*/ 244275 h 528320"/>
                <a:gd name="connsiteX162" fmla="*/ 1579468 w 2915191"/>
                <a:gd name="connsiteY162" fmla="*/ 260150 h 528320"/>
                <a:gd name="connsiteX163" fmla="*/ 1589212 w 2915191"/>
                <a:gd name="connsiteY163" fmla="*/ 248442 h 528320"/>
                <a:gd name="connsiteX164" fmla="*/ 1598971 w 2915191"/>
                <a:gd name="connsiteY164" fmla="*/ 269239 h 528320"/>
                <a:gd name="connsiteX165" fmla="*/ 1608715 w 2915191"/>
                <a:gd name="connsiteY165" fmla="*/ 287042 h 528320"/>
                <a:gd name="connsiteX166" fmla="*/ 1618459 w 2915191"/>
                <a:gd name="connsiteY166" fmla="*/ 286674 h 528320"/>
                <a:gd name="connsiteX167" fmla="*/ 1628218 w 2915191"/>
                <a:gd name="connsiteY167" fmla="*/ 311118 h 528320"/>
                <a:gd name="connsiteX168" fmla="*/ 1637962 w 2915191"/>
                <a:gd name="connsiteY168" fmla="*/ 272707 h 528320"/>
                <a:gd name="connsiteX169" fmla="*/ 1647720 w 2915191"/>
                <a:gd name="connsiteY169" fmla="*/ 309689 h 528320"/>
                <a:gd name="connsiteX170" fmla="*/ 1657464 w 2915191"/>
                <a:gd name="connsiteY170" fmla="*/ 309450 h 528320"/>
                <a:gd name="connsiteX171" fmla="*/ 1667208 w 2915191"/>
                <a:gd name="connsiteY171" fmla="*/ 326416 h 528320"/>
                <a:gd name="connsiteX172" fmla="*/ 1676967 w 2915191"/>
                <a:gd name="connsiteY172" fmla="*/ 348066 h 528320"/>
                <a:gd name="connsiteX173" fmla="*/ 1686711 w 2915191"/>
                <a:gd name="connsiteY173" fmla="*/ 357295 h 528320"/>
                <a:gd name="connsiteX174" fmla="*/ 1696470 w 2915191"/>
                <a:gd name="connsiteY174" fmla="*/ 393439 h 528320"/>
                <a:gd name="connsiteX175" fmla="*/ 1706214 w 2915191"/>
                <a:gd name="connsiteY175" fmla="*/ 385781 h 528320"/>
                <a:gd name="connsiteX176" fmla="*/ 1715958 w 2915191"/>
                <a:gd name="connsiteY176" fmla="*/ 385836 h 528320"/>
                <a:gd name="connsiteX177" fmla="*/ 1725716 w 2915191"/>
                <a:gd name="connsiteY177" fmla="*/ 405178 h 528320"/>
                <a:gd name="connsiteX178" fmla="*/ 1735460 w 2915191"/>
                <a:gd name="connsiteY178" fmla="*/ 391143 h 528320"/>
                <a:gd name="connsiteX179" fmla="*/ 1745219 w 2915191"/>
                <a:gd name="connsiteY179" fmla="*/ 407042 h 528320"/>
                <a:gd name="connsiteX180" fmla="*/ 1754963 w 2915191"/>
                <a:gd name="connsiteY180" fmla="*/ 388229 h 528320"/>
                <a:gd name="connsiteX181" fmla="*/ 1764707 w 2915191"/>
                <a:gd name="connsiteY181" fmla="*/ 427711 h 528320"/>
                <a:gd name="connsiteX182" fmla="*/ 1774466 w 2915191"/>
                <a:gd name="connsiteY182" fmla="*/ 464987 h 528320"/>
                <a:gd name="connsiteX183" fmla="*/ 1784210 w 2915191"/>
                <a:gd name="connsiteY183" fmla="*/ 452172 h 528320"/>
                <a:gd name="connsiteX184" fmla="*/ 1793969 w 2915191"/>
                <a:gd name="connsiteY184" fmla="*/ 442585 h 528320"/>
                <a:gd name="connsiteX185" fmla="*/ 1803713 w 2915191"/>
                <a:gd name="connsiteY185" fmla="*/ 439958 h 528320"/>
                <a:gd name="connsiteX186" fmla="*/ 1813457 w 2915191"/>
                <a:gd name="connsiteY186" fmla="*/ 461091 h 528320"/>
                <a:gd name="connsiteX187" fmla="*/ 1823215 w 2915191"/>
                <a:gd name="connsiteY187" fmla="*/ 472119 h 528320"/>
                <a:gd name="connsiteX188" fmla="*/ 1832959 w 2915191"/>
                <a:gd name="connsiteY188" fmla="*/ 459097 h 528320"/>
                <a:gd name="connsiteX189" fmla="*/ 1842703 w 2915191"/>
                <a:gd name="connsiteY189" fmla="*/ 485527 h 528320"/>
                <a:gd name="connsiteX190" fmla="*/ 1852462 w 2915191"/>
                <a:gd name="connsiteY190" fmla="*/ 504903 h 528320"/>
                <a:gd name="connsiteX191" fmla="*/ 1862206 w 2915191"/>
                <a:gd name="connsiteY191" fmla="*/ 469115 h 528320"/>
                <a:gd name="connsiteX192" fmla="*/ 1871965 w 2915191"/>
                <a:gd name="connsiteY192" fmla="*/ 446898 h 528320"/>
                <a:gd name="connsiteX193" fmla="*/ 1881709 w 2915191"/>
                <a:gd name="connsiteY193" fmla="*/ 455955 h 528320"/>
                <a:gd name="connsiteX194" fmla="*/ 1891453 w 2915191"/>
                <a:gd name="connsiteY194" fmla="*/ 454739 h 528320"/>
                <a:gd name="connsiteX195" fmla="*/ 1901212 w 2915191"/>
                <a:gd name="connsiteY195" fmla="*/ 479598 h 528320"/>
                <a:gd name="connsiteX196" fmla="*/ 1910956 w 2915191"/>
                <a:gd name="connsiteY196" fmla="*/ 510108 h 528320"/>
                <a:gd name="connsiteX197" fmla="*/ 1920714 w 2915191"/>
                <a:gd name="connsiteY197" fmla="*/ 513042 h 528320"/>
                <a:gd name="connsiteX198" fmla="*/ 1930458 w 2915191"/>
                <a:gd name="connsiteY198" fmla="*/ 528321 h 528320"/>
                <a:gd name="connsiteX199" fmla="*/ 1940202 w 2915191"/>
                <a:gd name="connsiteY199" fmla="*/ 520220 h 528320"/>
                <a:gd name="connsiteX200" fmla="*/ 1949961 w 2915191"/>
                <a:gd name="connsiteY200" fmla="*/ 516002 h 528320"/>
                <a:gd name="connsiteX201" fmla="*/ 1959705 w 2915191"/>
                <a:gd name="connsiteY201" fmla="*/ 487767 h 528320"/>
                <a:gd name="connsiteX202" fmla="*/ 1969464 w 2915191"/>
                <a:gd name="connsiteY202" fmla="*/ 501544 h 528320"/>
                <a:gd name="connsiteX203" fmla="*/ 1979208 w 2915191"/>
                <a:gd name="connsiteY203" fmla="*/ 523434 h 528320"/>
                <a:gd name="connsiteX204" fmla="*/ 1988952 w 2915191"/>
                <a:gd name="connsiteY204" fmla="*/ 528063 h 528320"/>
                <a:gd name="connsiteX205" fmla="*/ 1998711 w 2915191"/>
                <a:gd name="connsiteY205" fmla="*/ 492063 h 528320"/>
                <a:gd name="connsiteX206" fmla="*/ 2008454 w 2915191"/>
                <a:gd name="connsiteY206" fmla="*/ 494855 h 528320"/>
                <a:gd name="connsiteX207" fmla="*/ 2018213 w 2915191"/>
                <a:gd name="connsiteY207" fmla="*/ 521154 h 528320"/>
                <a:gd name="connsiteX208" fmla="*/ 2027957 w 2915191"/>
                <a:gd name="connsiteY208" fmla="*/ 488384 h 528320"/>
                <a:gd name="connsiteX209" fmla="*/ 2037701 w 2915191"/>
                <a:gd name="connsiteY209" fmla="*/ 461286 h 528320"/>
                <a:gd name="connsiteX210" fmla="*/ 2047460 w 2915191"/>
                <a:gd name="connsiteY210" fmla="*/ 466147 h 528320"/>
                <a:gd name="connsiteX211" fmla="*/ 2057204 w 2915191"/>
                <a:gd name="connsiteY211" fmla="*/ 478098 h 528320"/>
                <a:gd name="connsiteX212" fmla="*/ 2066963 w 2915191"/>
                <a:gd name="connsiteY212" fmla="*/ 450407 h 528320"/>
                <a:gd name="connsiteX213" fmla="*/ 2076707 w 2915191"/>
                <a:gd name="connsiteY213" fmla="*/ 445778 h 528320"/>
                <a:gd name="connsiteX214" fmla="*/ 2086451 w 2915191"/>
                <a:gd name="connsiteY214" fmla="*/ 466836 h 528320"/>
                <a:gd name="connsiteX215" fmla="*/ 2096210 w 2915191"/>
                <a:gd name="connsiteY215" fmla="*/ 438992 h 528320"/>
                <a:gd name="connsiteX216" fmla="*/ 2105954 w 2915191"/>
                <a:gd name="connsiteY216" fmla="*/ 413253 h 528320"/>
                <a:gd name="connsiteX217" fmla="*/ 2115697 w 2915191"/>
                <a:gd name="connsiteY217" fmla="*/ 406283 h 528320"/>
                <a:gd name="connsiteX218" fmla="*/ 2125456 w 2915191"/>
                <a:gd name="connsiteY218" fmla="*/ 409116 h 528320"/>
                <a:gd name="connsiteX219" fmla="*/ 2135200 w 2915191"/>
                <a:gd name="connsiteY219" fmla="*/ 390353 h 528320"/>
                <a:gd name="connsiteX220" fmla="*/ 2144959 w 2915191"/>
                <a:gd name="connsiteY220" fmla="*/ 389821 h 528320"/>
                <a:gd name="connsiteX221" fmla="*/ 2154703 w 2915191"/>
                <a:gd name="connsiteY221" fmla="*/ 378474 h 528320"/>
                <a:gd name="connsiteX222" fmla="*/ 2164447 w 2915191"/>
                <a:gd name="connsiteY222" fmla="*/ 376952 h 528320"/>
                <a:gd name="connsiteX223" fmla="*/ 2174206 w 2915191"/>
                <a:gd name="connsiteY223" fmla="*/ 362156 h 528320"/>
                <a:gd name="connsiteX224" fmla="*/ 2183950 w 2915191"/>
                <a:gd name="connsiteY224" fmla="*/ 351241 h 528320"/>
                <a:gd name="connsiteX225" fmla="*/ 2193709 w 2915191"/>
                <a:gd name="connsiteY225" fmla="*/ 345756 h 528320"/>
                <a:gd name="connsiteX226" fmla="*/ 2203452 w 2915191"/>
                <a:gd name="connsiteY226" fmla="*/ 347069 h 528320"/>
                <a:gd name="connsiteX227" fmla="*/ 2213196 w 2915191"/>
                <a:gd name="connsiteY227" fmla="*/ 351890 h 528320"/>
                <a:gd name="connsiteX228" fmla="*/ 2222955 w 2915191"/>
                <a:gd name="connsiteY228" fmla="*/ 375588 h 528320"/>
                <a:gd name="connsiteX229" fmla="*/ 2232699 w 2915191"/>
                <a:gd name="connsiteY229" fmla="*/ 335769 h 528320"/>
                <a:gd name="connsiteX230" fmla="*/ 2242458 w 2915191"/>
                <a:gd name="connsiteY230" fmla="*/ 287573 h 528320"/>
                <a:gd name="connsiteX231" fmla="*/ 2252202 w 2915191"/>
                <a:gd name="connsiteY231" fmla="*/ 284226 h 528320"/>
                <a:gd name="connsiteX232" fmla="*/ 2261946 w 2915191"/>
                <a:gd name="connsiteY232" fmla="*/ 291598 h 528320"/>
                <a:gd name="connsiteX233" fmla="*/ 2271705 w 2915191"/>
                <a:gd name="connsiteY233" fmla="*/ 249153 h 528320"/>
                <a:gd name="connsiteX234" fmla="*/ 2281449 w 2915191"/>
                <a:gd name="connsiteY234" fmla="*/ 230961 h 528320"/>
                <a:gd name="connsiteX235" fmla="*/ 2291208 w 2915191"/>
                <a:gd name="connsiteY235" fmla="*/ 194980 h 528320"/>
                <a:gd name="connsiteX236" fmla="*/ 2300951 w 2915191"/>
                <a:gd name="connsiteY236" fmla="*/ 205201 h 528320"/>
                <a:gd name="connsiteX237" fmla="*/ 2310695 w 2915191"/>
                <a:gd name="connsiteY237" fmla="*/ 175383 h 528320"/>
                <a:gd name="connsiteX238" fmla="*/ 2320454 w 2915191"/>
                <a:gd name="connsiteY238" fmla="*/ 166864 h 528320"/>
                <a:gd name="connsiteX239" fmla="*/ 2330198 w 2915191"/>
                <a:gd name="connsiteY239" fmla="*/ 160270 h 528320"/>
                <a:gd name="connsiteX240" fmla="*/ 2339957 w 2915191"/>
                <a:gd name="connsiteY240" fmla="*/ 194651 h 528320"/>
                <a:gd name="connsiteX241" fmla="*/ 2349701 w 2915191"/>
                <a:gd name="connsiteY241" fmla="*/ 185285 h 528320"/>
                <a:gd name="connsiteX242" fmla="*/ 2359445 w 2915191"/>
                <a:gd name="connsiteY242" fmla="*/ 204004 h 528320"/>
                <a:gd name="connsiteX243" fmla="*/ 2369204 w 2915191"/>
                <a:gd name="connsiteY243" fmla="*/ 181881 h 528320"/>
                <a:gd name="connsiteX244" fmla="*/ 2378948 w 2915191"/>
                <a:gd name="connsiteY244" fmla="*/ 237514 h 528320"/>
                <a:gd name="connsiteX245" fmla="*/ 2388692 w 2915191"/>
                <a:gd name="connsiteY245" fmla="*/ 247742 h 528320"/>
                <a:gd name="connsiteX246" fmla="*/ 2398450 w 2915191"/>
                <a:gd name="connsiteY246" fmla="*/ 218733 h 528320"/>
                <a:gd name="connsiteX247" fmla="*/ 2408194 w 2915191"/>
                <a:gd name="connsiteY247" fmla="*/ 216199 h 528320"/>
                <a:gd name="connsiteX248" fmla="*/ 2417953 w 2915191"/>
                <a:gd name="connsiteY248" fmla="*/ 213818 h 528320"/>
                <a:gd name="connsiteX249" fmla="*/ 2427697 w 2915191"/>
                <a:gd name="connsiteY249" fmla="*/ 230884 h 528320"/>
                <a:gd name="connsiteX250" fmla="*/ 2437441 w 2915191"/>
                <a:gd name="connsiteY250" fmla="*/ 226651 h 528320"/>
                <a:gd name="connsiteX251" fmla="*/ 2447200 w 2915191"/>
                <a:gd name="connsiteY251" fmla="*/ 250020 h 528320"/>
                <a:gd name="connsiteX252" fmla="*/ 2456944 w 2915191"/>
                <a:gd name="connsiteY252" fmla="*/ 263825 h 528320"/>
                <a:gd name="connsiteX253" fmla="*/ 2466703 w 2915191"/>
                <a:gd name="connsiteY253" fmla="*/ 237610 h 528320"/>
                <a:gd name="connsiteX254" fmla="*/ 2476446 w 2915191"/>
                <a:gd name="connsiteY254" fmla="*/ 240058 h 528320"/>
                <a:gd name="connsiteX255" fmla="*/ 2486190 w 2915191"/>
                <a:gd name="connsiteY255" fmla="*/ 245477 h 528320"/>
                <a:gd name="connsiteX256" fmla="*/ 2495949 w 2915191"/>
                <a:gd name="connsiteY256" fmla="*/ 250967 h 528320"/>
                <a:gd name="connsiteX257" fmla="*/ 2505693 w 2915191"/>
                <a:gd name="connsiteY257" fmla="*/ 260552 h 528320"/>
                <a:gd name="connsiteX258" fmla="*/ 2515452 w 2915191"/>
                <a:gd name="connsiteY258" fmla="*/ 236714 h 528320"/>
                <a:gd name="connsiteX259" fmla="*/ 2525196 w 2915191"/>
                <a:gd name="connsiteY259" fmla="*/ 239888 h 528320"/>
                <a:gd name="connsiteX260" fmla="*/ 2534940 w 2915191"/>
                <a:gd name="connsiteY260" fmla="*/ 246294 h 528320"/>
                <a:gd name="connsiteX261" fmla="*/ 2544699 w 2915191"/>
                <a:gd name="connsiteY261" fmla="*/ 245690 h 528320"/>
                <a:gd name="connsiteX262" fmla="*/ 2554443 w 2915191"/>
                <a:gd name="connsiteY262" fmla="*/ 231861 h 528320"/>
                <a:gd name="connsiteX263" fmla="*/ 2564202 w 2915191"/>
                <a:gd name="connsiteY263" fmla="*/ 238855 h 528320"/>
                <a:gd name="connsiteX264" fmla="*/ 2573946 w 2915191"/>
                <a:gd name="connsiteY264" fmla="*/ 228154 h 528320"/>
                <a:gd name="connsiteX265" fmla="*/ 2583690 w 2915191"/>
                <a:gd name="connsiteY265" fmla="*/ 228644 h 528320"/>
                <a:gd name="connsiteX266" fmla="*/ 2593448 w 2915191"/>
                <a:gd name="connsiteY266" fmla="*/ 217050 h 528320"/>
                <a:gd name="connsiteX267" fmla="*/ 2603192 w 2915191"/>
                <a:gd name="connsiteY267" fmla="*/ 247439 h 528320"/>
                <a:gd name="connsiteX268" fmla="*/ 2612951 w 2915191"/>
                <a:gd name="connsiteY268" fmla="*/ 230846 h 528320"/>
                <a:gd name="connsiteX269" fmla="*/ 2622695 w 2915191"/>
                <a:gd name="connsiteY269" fmla="*/ 221536 h 528320"/>
                <a:gd name="connsiteX270" fmla="*/ 2632439 w 2915191"/>
                <a:gd name="connsiteY270" fmla="*/ 231584 h 528320"/>
                <a:gd name="connsiteX271" fmla="*/ 2642198 w 2915191"/>
                <a:gd name="connsiteY271" fmla="*/ 226223 h 528320"/>
                <a:gd name="connsiteX272" fmla="*/ 2651942 w 2915191"/>
                <a:gd name="connsiteY272" fmla="*/ 227612 h 528320"/>
                <a:gd name="connsiteX273" fmla="*/ 2661685 w 2915191"/>
                <a:gd name="connsiteY273" fmla="*/ 169892 h 528320"/>
                <a:gd name="connsiteX274" fmla="*/ 2671444 w 2915191"/>
                <a:gd name="connsiteY274" fmla="*/ 182875 h 528320"/>
                <a:gd name="connsiteX275" fmla="*/ 2681188 w 2915191"/>
                <a:gd name="connsiteY275" fmla="*/ 187627 h 528320"/>
                <a:gd name="connsiteX276" fmla="*/ 2690947 w 2915191"/>
                <a:gd name="connsiteY276" fmla="*/ 168437 h 528320"/>
                <a:gd name="connsiteX277" fmla="*/ 2700691 w 2915191"/>
                <a:gd name="connsiteY277" fmla="*/ 184560 h 528320"/>
                <a:gd name="connsiteX278" fmla="*/ 2710435 w 2915191"/>
                <a:gd name="connsiteY278" fmla="*/ 239363 h 528320"/>
                <a:gd name="connsiteX279" fmla="*/ 2720194 w 2915191"/>
                <a:gd name="connsiteY279" fmla="*/ 205084 h 528320"/>
                <a:gd name="connsiteX280" fmla="*/ 2729938 w 2915191"/>
                <a:gd name="connsiteY280" fmla="*/ 192271 h 528320"/>
                <a:gd name="connsiteX281" fmla="*/ 2739697 w 2915191"/>
                <a:gd name="connsiteY281" fmla="*/ 185413 h 528320"/>
                <a:gd name="connsiteX282" fmla="*/ 2749441 w 2915191"/>
                <a:gd name="connsiteY282" fmla="*/ 185173 h 528320"/>
                <a:gd name="connsiteX283" fmla="*/ 2759185 w 2915191"/>
                <a:gd name="connsiteY283" fmla="*/ 190372 h 528320"/>
                <a:gd name="connsiteX284" fmla="*/ 2768943 w 2915191"/>
                <a:gd name="connsiteY284" fmla="*/ 204191 h 528320"/>
                <a:gd name="connsiteX285" fmla="*/ 2778687 w 2915191"/>
                <a:gd name="connsiteY285" fmla="*/ 225022 h 528320"/>
                <a:gd name="connsiteX286" fmla="*/ 2788446 w 2915191"/>
                <a:gd name="connsiteY286" fmla="*/ 211093 h 528320"/>
                <a:gd name="connsiteX287" fmla="*/ 2798190 w 2915191"/>
                <a:gd name="connsiteY287" fmla="*/ 208245 h 528320"/>
                <a:gd name="connsiteX288" fmla="*/ 2807934 w 2915191"/>
                <a:gd name="connsiteY288" fmla="*/ 213569 h 528320"/>
                <a:gd name="connsiteX289" fmla="*/ 2817693 w 2915191"/>
                <a:gd name="connsiteY289" fmla="*/ 172286 h 528320"/>
                <a:gd name="connsiteX290" fmla="*/ 2827437 w 2915191"/>
                <a:gd name="connsiteY290" fmla="*/ 184677 h 528320"/>
                <a:gd name="connsiteX291" fmla="*/ 2837196 w 2915191"/>
                <a:gd name="connsiteY291" fmla="*/ 197629 h 528320"/>
                <a:gd name="connsiteX292" fmla="*/ 2846940 w 2915191"/>
                <a:gd name="connsiteY292" fmla="*/ 185728 h 528320"/>
                <a:gd name="connsiteX293" fmla="*/ 2856684 w 2915191"/>
                <a:gd name="connsiteY293" fmla="*/ 185382 h 528320"/>
                <a:gd name="connsiteX294" fmla="*/ 2866442 w 2915191"/>
                <a:gd name="connsiteY294" fmla="*/ 224236 h 528320"/>
                <a:gd name="connsiteX295" fmla="*/ 2876186 w 2915191"/>
                <a:gd name="connsiteY295" fmla="*/ 226144 h 528320"/>
                <a:gd name="connsiteX296" fmla="*/ 2885945 w 2915191"/>
                <a:gd name="connsiteY296" fmla="*/ 230048 h 528320"/>
                <a:gd name="connsiteX297" fmla="*/ 2895689 w 2915191"/>
                <a:gd name="connsiteY297" fmla="*/ 217978 h 528320"/>
                <a:gd name="connsiteX298" fmla="*/ 2905433 w 2915191"/>
                <a:gd name="connsiteY298" fmla="*/ 265162 h 528320"/>
                <a:gd name="connsiteX299" fmla="*/ 2915192 w 2915191"/>
                <a:gd name="connsiteY299" fmla="*/ 263179 h 528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28320">
                  <a:moveTo>
                    <a:pt x="0" y="95051"/>
                  </a:moveTo>
                  <a:lnTo>
                    <a:pt x="9750" y="79130"/>
                  </a:lnTo>
                  <a:lnTo>
                    <a:pt x="19500" y="88178"/>
                  </a:lnTo>
                  <a:lnTo>
                    <a:pt x="29250" y="110725"/>
                  </a:lnTo>
                  <a:lnTo>
                    <a:pt x="39000" y="142612"/>
                  </a:lnTo>
                  <a:lnTo>
                    <a:pt x="48749" y="146450"/>
                  </a:lnTo>
                  <a:lnTo>
                    <a:pt x="58499" y="127385"/>
                  </a:lnTo>
                  <a:lnTo>
                    <a:pt x="68249" y="81836"/>
                  </a:lnTo>
                  <a:lnTo>
                    <a:pt x="77998" y="111952"/>
                  </a:lnTo>
                  <a:lnTo>
                    <a:pt x="87748" y="95340"/>
                  </a:lnTo>
                  <a:lnTo>
                    <a:pt x="97497" y="107277"/>
                  </a:lnTo>
                  <a:lnTo>
                    <a:pt x="107247" y="120227"/>
                  </a:lnTo>
                  <a:lnTo>
                    <a:pt x="116997" y="102871"/>
                  </a:lnTo>
                  <a:lnTo>
                    <a:pt x="126747" y="90325"/>
                  </a:lnTo>
                  <a:lnTo>
                    <a:pt x="136497" y="56886"/>
                  </a:lnTo>
                  <a:lnTo>
                    <a:pt x="146247" y="36377"/>
                  </a:lnTo>
                  <a:lnTo>
                    <a:pt x="155997" y="46540"/>
                  </a:lnTo>
                  <a:lnTo>
                    <a:pt x="165747" y="39755"/>
                  </a:lnTo>
                  <a:lnTo>
                    <a:pt x="175497" y="45187"/>
                  </a:lnTo>
                  <a:lnTo>
                    <a:pt x="185247" y="41422"/>
                  </a:lnTo>
                  <a:lnTo>
                    <a:pt x="194996" y="12856"/>
                  </a:lnTo>
                  <a:lnTo>
                    <a:pt x="204746" y="23159"/>
                  </a:lnTo>
                  <a:lnTo>
                    <a:pt x="214495" y="25738"/>
                  </a:lnTo>
                  <a:lnTo>
                    <a:pt x="224245" y="31063"/>
                  </a:lnTo>
                  <a:lnTo>
                    <a:pt x="233995" y="54483"/>
                  </a:lnTo>
                  <a:lnTo>
                    <a:pt x="243744" y="50075"/>
                  </a:lnTo>
                  <a:lnTo>
                    <a:pt x="253494" y="63133"/>
                  </a:lnTo>
                  <a:lnTo>
                    <a:pt x="263244" y="82107"/>
                  </a:lnTo>
                  <a:lnTo>
                    <a:pt x="272994" y="52142"/>
                  </a:lnTo>
                  <a:lnTo>
                    <a:pt x="282744" y="31601"/>
                  </a:lnTo>
                  <a:lnTo>
                    <a:pt x="292494" y="6353"/>
                  </a:lnTo>
                  <a:lnTo>
                    <a:pt x="302244" y="25619"/>
                  </a:lnTo>
                  <a:lnTo>
                    <a:pt x="311994" y="10984"/>
                  </a:lnTo>
                  <a:lnTo>
                    <a:pt x="321744" y="0"/>
                  </a:lnTo>
                  <a:lnTo>
                    <a:pt x="331493" y="13250"/>
                  </a:lnTo>
                  <a:lnTo>
                    <a:pt x="341243" y="14254"/>
                  </a:lnTo>
                  <a:lnTo>
                    <a:pt x="350993" y="51199"/>
                  </a:lnTo>
                  <a:lnTo>
                    <a:pt x="360742" y="45771"/>
                  </a:lnTo>
                  <a:lnTo>
                    <a:pt x="370492" y="61540"/>
                  </a:lnTo>
                  <a:lnTo>
                    <a:pt x="380241" y="50895"/>
                  </a:lnTo>
                  <a:lnTo>
                    <a:pt x="389991" y="75396"/>
                  </a:lnTo>
                  <a:lnTo>
                    <a:pt x="399741" y="69456"/>
                  </a:lnTo>
                  <a:lnTo>
                    <a:pt x="409491" y="78288"/>
                  </a:lnTo>
                  <a:lnTo>
                    <a:pt x="419241" y="76949"/>
                  </a:lnTo>
                  <a:lnTo>
                    <a:pt x="428991" y="70019"/>
                  </a:lnTo>
                  <a:lnTo>
                    <a:pt x="438741" y="62240"/>
                  </a:lnTo>
                  <a:lnTo>
                    <a:pt x="448491" y="99947"/>
                  </a:lnTo>
                  <a:lnTo>
                    <a:pt x="458241" y="122659"/>
                  </a:lnTo>
                  <a:lnTo>
                    <a:pt x="467991" y="117681"/>
                  </a:lnTo>
                  <a:lnTo>
                    <a:pt x="477740" y="114685"/>
                  </a:lnTo>
                  <a:lnTo>
                    <a:pt x="487490" y="147195"/>
                  </a:lnTo>
                  <a:lnTo>
                    <a:pt x="497239" y="149467"/>
                  </a:lnTo>
                  <a:lnTo>
                    <a:pt x="506989" y="161836"/>
                  </a:lnTo>
                  <a:lnTo>
                    <a:pt x="516738" y="140758"/>
                  </a:lnTo>
                  <a:lnTo>
                    <a:pt x="526488" y="124500"/>
                  </a:lnTo>
                  <a:lnTo>
                    <a:pt x="536238" y="92237"/>
                  </a:lnTo>
                  <a:lnTo>
                    <a:pt x="545988" y="126166"/>
                  </a:lnTo>
                  <a:lnTo>
                    <a:pt x="555738" y="121452"/>
                  </a:lnTo>
                  <a:lnTo>
                    <a:pt x="565488" y="118806"/>
                  </a:lnTo>
                  <a:lnTo>
                    <a:pt x="575238" y="120034"/>
                  </a:lnTo>
                  <a:lnTo>
                    <a:pt x="584988" y="124849"/>
                  </a:lnTo>
                  <a:lnTo>
                    <a:pt x="594738" y="154613"/>
                  </a:lnTo>
                  <a:lnTo>
                    <a:pt x="604488" y="200317"/>
                  </a:lnTo>
                  <a:lnTo>
                    <a:pt x="614237" y="166127"/>
                  </a:lnTo>
                  <a:lnTo>
                    <a:pt x="623987" y="170482"/>
                  </a:lnTo>
                  <a:lnTo>
                    <a:pt x="633736" y="191300"/>
                  </a:lnTo>
                  <a:lnTo>
                    <a:pt x="643486" y="203218"/>
                  </a:lnTo>
                  <a:lnTo>
                    <a:pt x="653236" y="199409"/>
                  </a:lnTo>
                  <a:lnTo>
                    <a:pt x="662985" y="180209"/>
                  </a:lnTo>
                  <a:lnTo>
                    <a:pt x="672735" y="208318"/>
                  </a:lnTo>
                  <a:lnTo>
                    <a:pt x="682485" y="195440"/>
                  </a:lnTo>
                  <a:lnTo>
                    <a:pt x="692235" y="204398"/>
                  </a:lnTo>
                  <a:lnTo>
                    <a:pt x="701985" y="238863"/>
                  </a:lnTo>
                  <a:lnTo>
                    <a:pt x="711735" y="240246"/>
                  </a:lnTo>
                  <a:lnTo>
                    <a:pt x="721485" y="262449"/>
                  </a:lnTo>
                  <a:lnTo>
                    <a:pt x="731235" y="220451"/>
                  </a:lnTo>
                  <a:lnTo>
                    <a:pt x="740985" y="229271"/>
                  </a:lnTo>
                  <a:lnTo>
                    <a:pt x="750734" y="228249"/>
                  </a:lnTo>
                  <a:lnTo>
                    <a:pt x="760484" y="226491"/>
                  </a:lnTo>
                  <a:lnTo>
                    <a:pt x="770233" y="240788"/>
                  </a:lnTo>
                  <a:lnTo>
                    <a:pt x="779983" y="249738"/>
                  </a:lnTo>
                  <a:lnTo>
                    <a:pt x="789733" y="221791"/>
                  </a:lnTo>
                  <a:lnTo>
                    <a:pt x="799482" y="226958"/>
                  </a:lnTo>
                  <a:lnTo>
                    <a:pt x="809232" y="224534"/>
                  </a:lnTo>
                  <a:lnTo>
                    <a:pt x="818982" y="216508"/>
                  </a:lnTo>
                  <a:lnTo>
                    <a:pt x="828732" y="212585"/>
                  </a:lnTo>
                  <a:lnTo>
                    <a:pt x="838482" y="188304"/>
                  </a:lnTo>
                  <a:lnTo>
                    <a:pt x="848232" y="200852"/>
                  </a:lnTo>
                  <a:lnTo>
                    <a:pt x="857982" y="178540"/>
                  </a:lnTo>
                  <a:lnTo>
                    <a:pt x="867732" y="168776"/>
                  </a:lnTo>
                  <a:lnTo>
                    <a:pt x="877482" y="141671"/>
                  </a:lnTo>
                  <a:lnTo>
                    <a:pt x="887231" y="151695"/>
                  </a:lnTo>
                  <a:lnTo>
                    <a:pt x="896981" y="128437"/>
                  </a:lnTo>
                  <a:lnTo>
                    <a:pt x="906730" y="145205"/>
                  </a:lnTo>
                  <a:lnTo>
                    <a:pt x="916480" y="148501"/>
                  </a:lnTo>
                  <a:lnTo>
                    <a:pt x="926230" y="159196"/>
                  </a:lnTo>
                  <a:lnTo>
                    <a:pt x="935979" y="143003"/>
                  </a:lnTo>
                  <a:lnTo>
                    <a:pt x="945729" y="124795"/>
                  </a:lnTo>
                  <a:lnTo>
                    <a:pt x="955479" y="131665"/>
                  </a:lnTo>
                  <a:lnTo>
                    <a:pt x="965229" y="137297"/>
                  </a:lnTo>
                  <a:lnTo>
                    <a:pt x="974979" y="140806"/>
                  </a:lnTo>
                  <a:lnTo>
                    <a:pt x="984729" y="116841"/>
                  </a:lnTo>
                  <a:lnTo>
                    <a:pt x="994474" y="90352"/>
                  </a:lnTo>
                  <a:lnTo>
                    <a:pt x="1004233" y="84091"/>
                  </a:lnTo>
                  <a:lnTo>
                    <a:pt x="1013977" y="125484"/>
                  </a:lnTo>
                  <a:lnTo>
                    <a:pt x="1023721" y="98990"/>
                  </a:lnTo>
                  <a:lnTo>
                    <a:pt x="1033480" y="124716"/>
                  </a:lnTo>
                  <a:lnTo>
                    <a:pt x="1043224" y="132336"/>
                  </a:lnTo>
                  <a:lnTo>
                    <a:pt x="1052983" y="179543"/>
                  </a:lnTo>
                  <a:lnTo>
                    <a:pt x="1062727" y="212601"/>
                  </a:lnTo>
                  <a:lnTo>
                    <a:pt x="1072471" y="237478"/>
                  </a:lnTo>
                  <a:lnTo>
                    <a:pt x="1082230" y="220381"/>
                  </a:lnTo>
                  <a:lnTo>
                    <a:pt x="1091973" y="199097"/>
                  </a:lnTo>
                  <a:lnTo>
                    <a:pt x="1101732" y="189388"/>
                  </a:lnTo>
                  <a:lnTo>
                    <a:pt x="1111476" y="130442"/>
                  </a:lnTo>
                  <a:lnTo>
                    <a:pt x="1121220" y="138715"/>
                  </a:lnTo>
                  <a:lnTo>
                    <a:pt x="1130979" y="171149"/>
                  </a:lnTo>
                  <a:lnTo>
                    <a:pt x="1140723" y="182250"/>
                  </a:lnTo>
                  <a:lnTo>
                    <a:pt x="1150482" y="173917"/>
                  </a:lnTo>
                  <a:lnTo>
                    <a:pt x="1160226" y="141086"/>
                  </a:lnTo>
                  <a:lnTo>
                    <a:pt x="1169969" y="132775"/>
                  </a:lnTo>
                  <a:lnTo>
                    <a:pt x="1179728" y="145718"/>
                  </a:lnTo>
                  <a:lnTo>
                    <a:pt x="1189472" y="136186"/>
                  </a:lnTo>
                  <a:lnTo>
                    <a:pt x="1199231" y="152467"/>
                  </a:lnTo>
                  <a:lnTo>
                    <a:pt x="1208975" y="175714"/>
                  </a:lnTo>
                  <a:lnTo>
                    <a:pt x="1218719" y="195630"/>
                  </a:lnTo>
                  <a:lnTo>
                    <a:pt x="1228478" y="185290"/>
                  </a:lnTo>
                  <a:lnTo>
                    <a:pt x="1238222" y="185458"/>
                  </a:lnTo>
                  <a:lnTo>
                    <a:pt x="1247966" y="201136"/>
                  </a:lnTo>
                  <a:lnTo>
                    <a:pt x="1257725" y="199314"/>
                  </a:lnTo>
                  <a:lnTo>
                    <a:pt x="1267469" y="226758"/>
                  </a:lnTo>
                  <a:lnTo>
                    <a:pt x="1277227" y="249108"/>
                  </a:lnTo>
                  <a:lnTo>
                    <a:pt x="1286971" y="236062"/>
                  </a:lnTo>
                  <a:lnTo>
                    <a:pt x="1296715" y="237767"/>
                  </a:lnTo>
                  <a:lnTo>
                    <a:pt x="1306474" y="246733"/>
                  </a:lnTo>
                  <a:lnTo>
                    <a:pt x="1316218" y="209097"/>
                  </a:lnTo>
                  <a:lnTo>
                    <a:pt x="1325977" y="227034"/>
                  </a:lnTo>
                  <a:lnTo>
                    <a:pt x="1335721" y="221727"/>
                  </a:lnTo>
                  <a:lnTo>
                    <a:pt x="1345465" y="202556"/>
                  </a:lnTo>
                  <a:lnTo>
                    <a:pt x="1355224" y="231752"/>
                  </a:lnTo>
                  <a:lnTo>
                    <a:pt x="1364967" y="257687"/>
                  </a:lnTo>
                  <a:lnTo>
                    <a:pt x="1374726" y="246624"/>
                  </a:lnTo>
                  <a:lnTo>
                    <a:pt x="1384470" y="244926"/>
                  </a:lnTo>
                  <a:lnTo>
                    <a:pt x="1394214" y="240928"/>
                  </a:lnTo>
                  <a:lnTo>
                    <a:pt x="1403973" y="247205"/>
                  </a:lnTo>
                  <a:lnTo>
                    <a:pt x="1413717" y="242067"/>
                  </a:lnTo>
                  <a:lnTo>
                    <a:pt x="1423476" y="218951"/>
                  </a:lnTo>
                  <a:lnTo>
                    <a:pt x="1433220" y="275201"/>
                  </a:lnTo>
                  <a:lnTo>
                    <a:pt x="1442964" y="260278"/>
                  </a:lnTo>
                  <a:lnTo>
                    <a:pt x="1452722" y="275275"/>
                  </a:lnTo>
                  <a:lnTo>
                    <a:pt x="1462466" y="270784"/>
                  </a:lnTo>
                  <a:lnTo>
                    <a:pt x="1472225" y="269126"/>
                  </a:lnTo>
                  <a:lnTo>
                    <a:pt x="1481969" y="264356"/>
                  </a:lnTo>
                  <a:lnTo>
                    <a:pt x="1491713" y="254327"/>
                  </a:lnTo>
                  <a:lnTo>
                    <a:pt x="1501472" y="232506"/>
                  </a:lnTo>
                  <a:lnTo>
                    <a:pt x="1511216" y="246738"/>
                  </a:lnTo>
                  <a:lnTo>
                    <a:pt x="1520960" y="216823"/>
                  </a:lnTo>
                  <a:lnTo>
                    <a:pt x="1530719" y="242760"/>
                  </a:lnTo>
                  <a:lnTo>
                    <a:pt x="1540463" y="242050"/>
                  </a:lnTo>
                  <a:lnTo>
                    <a:pt x="1550221" y="229006"/>
                  </a:lnTo>
                  <a:lnTo>
                    <a:pt x="1559965" y="249093"/>
                  </a:lnTo>
                  <a:lnTo>
                    <a:pt x="1569709" y="244275"/>
                  </a:lnTo>
                  <a:lnTo>
                    <a:pt x="1579468" y="260150"/>
                  </a:lnTo>
                  <a:lnTo>
                    <a:pt x="1589212" y="248442"/>
                  </a:lnTo>
                  <a:lnTo>
                    <a:pt x="1598971" y="269239"/>
                  </a:lnTo>
                  <a:lnTo>
                    <a:pt x="1608715" y="287042"/>
                  </a:lnTo>
                  <a:lnTo>
                    <a:pt x="1618459" y="286674"/>
                  </a:lnTo>
                  <a:lnTo>
                    <a:pt x="1628218" y="311118"/>
                  </a:lnTo>
                  <a:lnTo>
                    <a:pt x="1637962" y="272707"/>
                  </a:lnTo>
                  <a:lnTo>
                    <a:pt x="1647720" y="309689"/>
                  </a:lnTo>
                  <a:lnTo>
                    <a:pt x="1657464" y="309450"/>
                  </a:lnTo>
                  <a:lnTo>
                    <a:pt x="1667208" y="326416"/>
                  </a:lnTo>
                  <a:lnTo>
                    <a:pt x="1676967" y="348066"/>
                  </a:lnTo>
                  <a:lnTo>
                    <a:pt x="1686711" y="357295"/>
                  </a:lnTo>
                  <a:lnTo>
                    <a:pt x="1696470" y="393439"/>
                  </a:lnTo>
                  <a:lnTo>
                    <a:pt x="1706214" y="385781"/>
                  </a:lnTo>
                  <a:lnTo>
                    <a:pt x="1715958" y="385836"/>
                  </a:lnTo>
                  <a:lnTo>
                    <a:pt x="1725716" y="405178"/>
                  </a:lnTo>
                  <a:lnTo>
                    <a:pt x="1735460" y="391143"/>
                  </a:lnTo>
                  <a:lnTo>
                    <a:pt x="1745219" y="407042"/>
                  </a:lnTo>
                  <a:lnTo>
                    <a:pt x="1754963" y="388229"/>
                  </a:lnTo>
                  <a:lnTo>
                    <a:pt x="1764707" y="427711"/>
                  </a:lnTo>
                  <a:lnTo>
                    <a:pt x="1774466" y="464987"/>
                  </a:lnTo>
                  <a:lnTo>
                    <a:pt x="1784210" y="452172"/>
                  </a:lnTo>
                  <a:lnTo>
                    <a:pt x="1793969" y="442585"/>
                  </a:lnTo>
                  <a:lnTo>
                    <a:pt x="1803713" y="439958"/>
                  </a:lnTo>
                  <a:lnTo>
                    <a:pt x="1813457" y="461091"/>
                  </a:lnTo>
                  <a:lnTo>
                    <a:pt x="1823215" y="472119"/>
                  </a:lnTo>
                  <a:lnTo>
                    <a:pt x="1832959" y="459097"/>
                  </a:lnTo>
                  <a:lnTo>
                    <a:pt x="1842703" y="485527"/>
                  </a:lnTo>
                  <a:lnTo>
                    <a:pt x="1852462" y="504903"/>
                  </a:lnTo>
                  <a:lnTo>
                    <a:pt x="1862206" y="469115"/>
                  </a:lnTo>
                  <a:lnTo>
                    <a:pt x="1871965" y="446898"/>
                  </a:lnTo>
                  <a:lnTo>
                    <a:pt x="1881709" y="455955"/>
                  </a:lnTo>
                  <a:lnTo>
                    <a:pt x="1891453" y="454739"/>
                  </a:lnTo>
                  <a:lnTo>
                    <a:pt x="1901212" y="479598"/>
                  </a:lnTo>
                  <a:lnTo>
                    <a:pt x="1910956" y="510108"/>
                  </a:lnTo>
                  <a:lnTo>
                    <a:pt x="1920714" y="513042"/>
                  </a:lnTo>
                  <a:lnTo>
                    <a:pt x="1930458" y="528321"/>
                  </a:lnTo>
                  <a:lnTo>
                    <a:pt x="1940202" y="520220"/>
                  </a:lnTo>
                  <a:lnTo>
                    <a:pt x="1949961" y="516002"/>
                  </a:lnTo>
                  <a:lnTo>
                    <a:pt x="1959705" y="487767"/>
                  </a:lnTo>
                  <a:lnTo>
                    <a:pt x="1969464" y="501544"/>
                  </a:lnTo>
                  <a:lnTo>
                    <a:pt x="1979208" y="523434"/>
                  </a:lnTo>
                  <a:lnTo>
                    <a:pt x="1988952" y="528063"/>
                  </a:lnTo>
                  <a:lnTo>
                    <a:pt x="1998711" y="492063"/>
                  </a:lnTo>
                  <a:lnTo>
                    <a:pt x="2008454" y="494855"/>
                  </a:lnTo>
                  <a:lnTo>
                    <a:pt x="2018213" y="521154"/>
                  </a:lnTo>
                  <a:lnTo>
                    <a:pt x="2027957" y="488384"/>
                  </a:lnTo>
                  <a:lnTo>
                    <a:pt x="2037701" y="461286"/>
                  </a:lnTo>
                  <a:lnTo>
                    <a:pt x="2047460" y="466147"/>
                  </a:lnTo>
                  <a:lnTo>
                    <a:pt x="2057204" y="478098"/>
                  </a:lnTo>
                  <a:lnTo>
                    <a:pt x="2066963" y="450407"/>
                  </a:lnTo>
                  <a:lnTo>
                    <a:pt x="2076707" y="445778"/>
                  </a:lnTo>
                  <a:lnTo>
                    <a:pt x="2086451" y="466836"/>
                  </a:lnTo>
                  <a:lnTo>
                    <a:pt x="2096210" y="438992"/>
                  </a:lnTo>
                  <a:lnTo>
                    <a:pt x="2105954" y="413253"/>
                  </a:lnTo>
                  <a:lnTo>
                    <a:pt x="2115697" y="406283"/>
                  </a:lnTo>
                  <a:lnTo>
                    <a:pt x="2125456" y="409116"/>
                  </a:lnTo>
                  <a:lnTo>
                    <a:pt x="2135200" y="390353"/>
                  </a:lnTo>
                  <a:lnTo>
                    <a:pt x="2144959" y="389821"/>
                  </a:lnTo>
                  <a:lnTo>
                    <a:pt x="2154703" y="378474"/>
                  </a:lnTo>
                  <a:lnTo>
                    <a:pt x="2164447" y="376952"/>
                  </a:lnTo>
                  <a:lnTo>
                    <a:pt x="2174206" y="362156"/>
                  </a:lnTo>
                  <a:lnTo>
                    <a:pt x="2183950" y="351241"/>
                  </a:lnTo>
                  <a:lnTo>
                    <a:pt x="2193709" y="345756"/>
                  </a:lnTo>
                  <a:lnTo>
                    <a:pt x="2203452" y="347069"/>
                  </a:lnTo>
                  <a:lnTo>
                    <a:pt x="2213196" y="351890"/>
                  </a:lnTo>
                  <a:lnTo>
                    <a:pt x="2222955" y="375588"/>
                  </a:lnTo>
                  <a:lnTo>
                    <a:pt x="2232699" y="335769"/>
                  </a:lnTo>
                  <a:lnTo>
                    <a:pt x="2242458" y="287573"/>
                  </a:lnTo>
                  <a:lnTo>
                    <a:pt x="2252202" y="284226"/>
                  </a:lnTo>
                  <a:lnTo>
                    <a:pt x="2261946" y="291598"/>
                  </a:lnTo>
                  <a:lnTo>
                    <a:pt x="2271705" y="249153"/>
                  </a:lnTo>
                  <a:lnTo>
                    <a:pt x="2281449" y="230961"/>
                  </a:lnTo>
                  <a:lnTo>
                    <a:pt x="2291208" y="194980"/>
                  </a:lnTo>
                  <a:lnTo>
                    <a:pt x="2300951" y="205201"/>
                  </a:lnTo>
                  <a:lnTo>
                    <a:pt x="2310695" y="175383"/>
                  </a:lnTo>
                  <a:lnTo>
                    <a:pt x="2320454" y="166864"/>
                  </a:lnTo>
                  <a:lnTo>
                    <a:pt x="2330198" y="160270"/>
                  </a:lnTo>
                  <a:lnTo>
                    <a:pt x="2339957" y="194651"/>
                  </a:lnTo>
                  <a:lnTo>
                    <a:pt x="2349701" y="185285"/>
                  </a:lnTo>
                  <a:lnTo>
                    <a:pt x="2359445" y="204004"/>
                  </a:lnTo>
                  <a:lnTo>
                    <a:pt x="2369204" y="181881"/>
                  </a:lnTo>
                  <a:lnTo>
                    <a:pt x="2378948" y="237514"/>
                  </a:lnTo>
                  <a:lnTo>
                    <a:pt x="2388692" y="247742"/>
                  </a:lnTo>
                  <a:lnTo>
                    <a:pt x="2398450" y="218733"/>
                  </a:lnTo>
                  <a:lnTo>
                    <a:pt x="2408194" y="216199"/>
                  </a:lnTo>
                  <a:lnTo>
                    <a:pt x="2417953" y="213818"/>
                  </a:lnTo>
                  <a:lnTo>
                    <a:pt x="2427697" y="230884"/>
                  </a:lnTo>
                  <a:lnTo>
                    <a:pt x="2437441" y="226651"/>
                  </a:lnTo>
                  <a:lnTo>
                    <a:pt x="2447200" y="250020"/>
                  </a:lnTo>
                  <a:lnTo>
                    <a:pt x="2456944" y="263825"/>
                  </a:lnTo>
                  <a:lnTo>
                    <a:pt x="2466703" y="237610"/>
                  </a:lnTo>
                  <a:lnTo>
                    <a:pt x="2476446" y="240058"/>
                  </a:lnTo>
                  <a:lnTo>
                    <a:pt x="2486190" y="245477"/>
                  </a:lnTo>
                  <a:lnTo>
                    <a:pt x="2495949" y="250967"/>
                  </a:lnTo>
                  <a:lnTo>
                    <a:pt x="2505693" y="260552"/>
                  </a:lnTo>
                  <a:lnTo>
                    <a:pt x="2515452" y="236714"/>
                  </a:lnTo>
                  <a:lnTo>
                    <a:pt x="2525196" y="239888"/>
                  </a:lnTo>
                  <a:lnTo>
                    <a:pt x="2534940" y="246294"/>
                  </a:lnTo>
                  <a:lnTo>
                    <a:pt x="2544699" y="245690"/>
                  </a:lnTo>
                  <a:lnTo>
                    <a:pt x="2554443" y="231861"/>
                  </a:lnTo>
                  <a:lnTo>
                    <a:pt x="2564202" y="238855"/>
                  </a:lnTo>
                  <a:lnTo>
                    <a:pt x="2573946" y="228154"/>
                  </a:lnTo>
                  <a:lnTo>
                    <a:pt x="2583690" y="228644"/>
                  </a:lnTo>
                  <a:lnTo>
                    <a:pt x="2593448" y="217050"/>
                  </a:lnTo>
                  <a:lnTo>
                    <a:pt x="2603192" y="247439"/>
                  </a:lnTo>
                  <a:lnTo>
                    <a:pt x="2612951" y="230846"/>
                  </a:lnTo>
                  <a:lnTo>
                    <a:pt x="2622695" y="221536"/>
                  </a:lnTo>
                  <a:lnTo>
                    <a:pt x="2632439" y="231584"/>
                  </a:lnTo>
                  <a:lnTo>
                    <a:pt x="2642198" y="226223"/>
                  </a:lnTo>
                  <a:lnTo>
                    <a:pt x="2651942" y="227612"/>
                  </a:lnTo>
                  <a:lnTo>
                    <a:pt x="2661685" y="169892"/>
                  </a:lnTo>
                  <a:lnTo>
                    <a:pt x="2671444" y="182875"/>
                  </a:lnTo>
                  <a:lnTo>
                    <a:pt x="2681188" y="187627"/>
                  </a:lnTo>
                  <a:lnTo>
                    <a:pt x="2690947" y="168437"/>
                  </a:lnTo>
                  <a:lnTo>
                    <a:pt x="2700691" y="184560"/>
                  </a:lnTo>
                  <a:lnTo>
                    <a:pt x="2710435" y="239363"/>
                  </a:lnTo>
                  <a:lnTo>
                    <a:pt x="2720194" y="205084"/>
                  </a:lnTo>
                  <a:lnTo>
                    <a:pt x="2729938" y="192271"/>
                  </a:lnTo>
                  <a:lnTo>
                    <a:pt x="2739697" y="185413"/>
                  </a:lnTo>
                  <a:lnTo>
                    <a:pt x="2749441" y="185173"/>
                  </a:lnTo>
                  <a:lnTo>
                    <a:pt x="2759185" y="190372"/>
                  </a:lnTo>
                  <a:lnTo>
                    <a:pt x="2768943" y="204191"/>
                  </a:lnTo>
                  <a:lnTo>
                    <a:pt x="2778687" y="225022"/>
                  </a:lnTo>
                  <a:lnTo>
                    <a:pt x="2788446" y="211093"/>
                  </a:lnTo>
                  <a:lnTo>
                    <a:pt x="2798190" y="208245"/>
                  </a:lnTo>
                  <a:lnTo>
                    <a:pt x="2807934" y="213569"/>
                  </a:lnTo>
                  <a:lnTo>
                    <a:pt x="2817693" y="172286"/>
                  </a:lnTo>
                  <a:lnTo>
                    <a:pt x="2827437" y="184677"/>
                  </a:lnTo>
                  <a:lnTo>
                    <a:pt x="2837196" y="197629"/>
                  </a:lnTo>
                  <a:lnTo>
                    <a:pt x="2846940" y="185728"/>
                  </a:lnTo>
                  <a:lnTo>
                    <a:pt x="2856684" y="185382"/>
                  </a:lnTo>
                  <a:lnTo>
                    <a:pt x="2866442" y="224236"/>
                  </a:lnTo>
                  <a:lnTo>
                    <a:pt x="2876186" y="226144"/>
                  </a:lnTo>
                  <a:lnTo>
                    <a:pt x="2885945" y="230048"/>
                  </a:lnTo>
                  <a:lnTo>
                    <a:pt x="2895689" y="217978"/>
                  </a:lnTo>
                  <a:lnTo>
                    <a:pt x="2905433" y="265162"/>
                  </a:lnTo>
                  <a:lnTo>
                    <a:pt x="2915192" y="26317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7" name="Freeform 1006">
              <a:extLst>
                <a:ext uri="{FF2B5EF4-FFF2-40B4-BE49-F238E27FC236}">
                  <a16:creationId xmlns:a16="http://schemas.microsoft.com/office/drawing/2014/main" id="{A4D7325D-CAE3-9941-95FD-084570882545}"/>
                </a:ext>
              </a:extLst>
            </p:cNvPr>
            <p:cNvSpPr/>
            <p:nvPr/>
          </p:nvSpPr>
          <p:spPr>
            <a:xfrm>
              <a:off x="4426652" y="3249428"/>
              <a:ext cx="2915191" cy="569120"/>
            </a:xfrm>
            <a:custGeom>
              <a:avLst/>
              <a:gdLst>
                <a:gd name="connsiteX0" fmla="*/ 0 w 2915191"/>
                <a:gd name="connsiteY0" fmla="*/ 121990 h 569120"/>
                <a:gd name="connsiteX1" fmla="*/ 9750 w 2915191"/>
                <a:gd name="connsiteY1" fmla="*/ 141913 h 569120"/>
                <a:gd name="connsiteX2" fmla="*/ 19500 w 2915191"/>
                <a:gd name="connsiteY2" fmla="*/ 137824 h 569120"/>
                <a:gd name="connsiteX3" fmla="*/ 29250 w 2915191"/>
                <a:gd name="connsiteY3" fmla="*/ 128227 h 569120"/>
                <a:gd name="connsiteX4" fmla="*/ 39000 w 2915191"/>
                <a:gd name="connsiteY4" fmla="*/ 122051 h 569120"/>
                <a:gd name="connsiteX5" fmla="*/ 48749 w 2915191"/>
                <a:gd name="connsiteY5" fmla="*/ 116659 h 569120"/>
                <a:gd name="connsiteX6" fmla="*/ 58499 w 2915191"/>
                <a:gd name="connsiteY6" fmla="*/ 140378 h 569120"/>
                <a:gd name="connsiteX7" fmla="*/ 68249 w 2915191"/>
                <a:gd name="connsiteY7" fmla="*/ 157229 h 569120"/>
                <a:gd name="connsiteX8" fmla="*/ 77998 w 2915191"/>
                <a:gd name="connsiteY8" fmla="*/ 163551 h 569120"/>
                <a:gd name="connsiteX9" fmla="*/ 87748 w 2915191"/>
                <a:gd name="connsiteY9" fmla="*/ 158692 h 569120"/>
                <a:gd name="connsiteX10" fmla="*/ 97497 w 2915191"/>
                <a:gd name="connsiteY10" fmla="*/ 155598 h 569120"/>
                <a:gd name="connsiteX11" fmla="*/ 107247 w 2915191"/>
                <a:gd name="connsiteY11" fmla="*/ 129112 h 569120"/>
                <a:gd name="connsiteX12" fmla="*/ 116997 w 2915191"/>
                <a:gd name="connsiteY12" fmla="*/ 124189 h 569120"/>
                <a:gd name="connsiteX13" fmla="*/ 126747 w 2915191"/>
                <a:gd name="connsiteY13" fmla="*/ 114843 h 569120"/>
                <a:gd name="connsiteX14" fmla="*/ 136497 w 2915191"/>
                <a:gd name="connsiteY14" fmla="*/ 124170 h 569120"/>
                <a:gd name="connsiteX15" fmla="*/ 146247 w 2915191"/>
                <a:gd name="connsiteY15" fmla="*/ 117791 h 569120"/>
                <a:gd name="connsiteX16" fmla="*/ 155997 w 2915191"/>
                <a:gd name="connsiteY16" fmla="*/ 112507 h 569120"/>
                <a:gd name="connsiteX17" fmla="*/ 165747 w 2915191"/>
                <a:gd name="connsiteY17" fmla="*/ 76840 h 569120"/>
                <a:gd name="connsiteX18" fmla="*/ 175497 w 2915191"/>
                <a:gd name="connsiteY18" fmla="*/ 79501 h 569120"/>
                <a:gd name="connsiteX19" fmla="*/ 185247 w 2915191"/>
                <a:gd name="connsiteY19" fmla="*/ 57561 h 569120"/>
                <a:gd name="connsiteX20" fmla="*/ 194996 w 2915191"/>
                <a:gd name="connsiteY20" fmla="*/ 50937 h 569120"/>
                <a:gd name="connsiteX21" fmla="*/ 204746 w 2915191"/>
                <a:gd name="connsiteY21" fmla="*/ 58744 h 569120"/>
                <a:gd name="connsiteX22" fmla="*/ 214495 w 2915191"/>
                <a:gd name="connsiteY22" fmla="*/ 39153 h 569120"/>
                <a:gd name="connsiteX23" fmla="*/ 224245 w 2915191"/>
                <a:gd name="connsiteY23" fmla="*/ 18123 h 569120"/>
                <a:gd name="connsiteX24" fmla="*/ 233995 w 2915191"/>
                <a:gd name="connsiteY24" fmla="*/ 18275 h 569120"/>
                <a:gd name="connsiteX25" fmla="*/ 243744 w 2915191"/>
                <a:gd name="connsiteY25" fmla="*/ 18716 h 569120"/>
                <a:gd name="connsiteX26" fmla="*/ 253494 w 2915191"/>
                <a:gd name="connsiteY26" fmla="*/ 0 h 569120"/>
                <a:gd name="connsiteX27" fmla="*/ 263244 w 2915191"/>
                <a:gd name="connsiteY27" fmla="*/ 54840 h 569120"/>
                <a:gd name="connsiteX28" fmla="*/ 272994 w 2915191"/>
                <a:gd name="connsiteY28" fmla="*/ 88580 h 569120"/>
                <a:gd name="connsiteX29" fmla="*/ 282744 w 2915191"/>
                <a:gd name="connsiteY29" fmla="*/ 79514 h 569120"/>
                <a:gd name="connsiteX30" fmla="*/ 292494 w 2915191"/>
                <a:gd name="connsiteY30" fmla="*/ 59091 h 569120"/>
                <a:gd name="connsiteX31" fmla="*/ 302244 w 2915191"/>
                <a:gd name="connsiteY31" fmla="*/ 59121 h 569120"/>
                <a:gd name="connsiteX32" fmla="*/ 311994 w 2915191"/>
                <a:gd name="connsiteY32" fmla="*/ 69408 h 569120"/>
                <a:gd name="connsiteX33" fmla="*/ 321744 w 2915191"/>
                <a:gd name="connsiteY33" fmla="*/ 69158 h 569120"/>
                <a:gd name="connsiteX34" fmla="*/ 331493 w 2915191"/>
                <a:gd name="connsiteY34" fmla="*/ 67653 h 569120"/>
                <a:gd name="connsiteX35" fmla="*/ 341243 w 2915191"/>
                <a:gd name="connsiteY35" fmla="*/ 50786 h 569120"/>
                <a:gd name="connsiteX36" fmla="*/ 350993 w 2915191"/>
                <a:gd name="connsiteY36" fmla="*/ 66068 h 569120"/>
                <a:gd name="connsiteX37" fmla="*/ 360742 w 2915191"/>
                <a:gd name="connsiteY37" fmla="*/ 70626 h 569120"/>
                <a:gd name="connsiteX38" fmla="*/ 370492 w 2915191"/>
                <a:gd name="connsiteY38" fmla="*/ 49836 h 569120"/>
                <a:gd name="connsiteX39" fmla="*/ 380241 w 2915191"/>
                <a:gd name="connsiteY39" fmla="*/ 63544 h 569120"/>
                <a:gd name="connsiteX40" fmla="*/ 389991 w 2915191"/>
                <a:gd name="connsiteY40" fmla="*/ 80036 h 569120"/>
                <a:gd name="connsiteX41" fmla="*/ 399741 w 2915191"/>
                <a:gd name="connsiteY41" fmla="*/ 100133 h 569120"/>
                <a:gd name="connsiteX42" fmla="*/ 409491 w 2915191"/>
                <a:gd name="connsiteY42" fmla="*/ 77134 h 569120"/>
                <a:gd name="connsiteX43" fmla="*/ 419241 w 2915191"/>
                <a:gd name="connsiteY43" fmla="*/ 96332 h 569120"/>
                <a:gd name="connsiteX44" fmla="*/ 428991 w 2915191"/>
                <a:gd name="connsiteY44" fmla="*/ 82439 h 569120"/>
                <a:gd name="connsiteX45" fmla="*/ 438741 w 2915191"/>
                <a:gd name="connsiteY45" fmla="*/ 98537 h 569120"/>
                <a:gd name="connsiteX46" fmla="*/ 448491 w 2915191"/>
                <a:gd name="connsiteY46" fmla="*/ 121665 h 569120"/>
                <a:gd name="connsiteX47" fmla="*/ 458241 w 2915191"/>
                <a:gd name="connsiteY47" fmla="*/ 153179 h 569120"/>
                <a:gd name="connsiteX48" fmla="*/ 467991 w 2915191"/>
                <a:gd name="connsiteY48" fmla="*/ 157837 h 569120"/>
                <a:gd name="connsiteX49" fmla="*/ 477740 w 2915191"/>
                <a:gd name="connsiteY49" fmla="*/ 142212 h 569120"/>
                <a:gd name="connsiteX50" fmla="*/ 487490 w 2915191"/>
                <a:gd name="connsiteY50" fmla="*/ 127699 h 569120"/>
                <a:gd name="connsiteX51" fmla="*/ 497239 w 2915191"/>
                <a:gd name="connsiteY51" fmla="*/ 134060 h 569120"/>
                <a:gd name="connsiteX52" fmla="*/ 506989 w 2915191"/>
                <a:gd name="connsiteY52" fmla="*/ 156746 h 569120"/>
                <a:gd name="connsiteX53" fmla="*/ 516738 w 2915191"/>
                <a:gd name="connsiteY53" fmla="*/ 136114 h 569120"/>
                <a:gd name="connsiteX54" fmla="*/ 526488 w 2915191"/>
                <a:gd name="connsiteY54" fmla="*/ 154644 h 569120"/>
                <a:gd name="connsiteX55" fmla="*/ 536238 w 2915191"/>
                <a:gd name="connsiteY55" fmla="*/ 130311 h 569120"/>
                <a:gd name="connsiteX56" fmla="*/ 545988 w 2915191"/>
                <a:gd name="connsiteY56" fmla="*/ 159315 h 569120"/>
                <a:gd name="connsiteX57" fmla="*/ 555738 w 2915191"/>
                <a:gd name="connsiteY57" fmla="*/ 182189 h 569120"/>
                <a:gd name="connsiteX58" fmla="*/ 565488 w 2915191"/>
                <a:gd name="connsiteY58" fmla="*/ 187037 h 569120"/>
                <a:gd name="connsiteX59" fmla="*/ 575238 w 2915191"/>
                <a:gd name="connsiteY59" fmla="*/ 225796 h 569120"/>
                <a:gd name="connsiteX60" fmla="*/ 584988 w 2915191"/>
                <a:gd name="connsiteY60" fmla="*/ 194560 h 569120"/>
                <a:gd name="connsiteX61" fmla="*/ 594738 w 2915191"/>
                <a:gd name="connsiteY61" fmla="*/ 207032 h 569120"/>
                <a:gd name="connsiteX62" fmla="*/ 604488 w 2915191"/>
                <a:gd name="connsiteY62" fmla="*/ 232648 h 569120"/>
                <a:gd name="connsiteX63" fmla="*/ 614237 w 2915191"/>
                <a:gd name="connsiteY63" fmla="*/ 211534 h 569120"/>
                <a:gd name="connsiteX64" fmla="*/ 623987 w 2915191"/>
                <a:gd name="connsiteY64" fmla="*/ 216770 h 569120"/>
                <a:gd name="connsiteX65" fmla="*/ 633736 w 2915191"/>
                <a:gd name="connsiteY65" fmla="*/ 211405 h 569120"/>
                <a:gd name="connsiteX66" fmla="*/ 643486 w 2915191"/>
                <a:gd name="connsiteY66" fmla="*/ 204879 h 569120"/>
                <a:gd name="connsiteX67" fmla="*/ 653236 w 2915191"/>
                <a:gd name="connsiteY67" fmla="*/ 227442 h 569120"/>
                <a:gd name="connsiteX68" fmla="*/ 662985 w 2915191"/>
                <a:gd name="connsiteY68" fmla="*/ 206178 h 569120"/>
                <a:gd name="connsiteX69" fmla="*/ 672735 w 2915191"/>
                <a:gd name="connsiteY69" fmla="*/ 218395 h 569120"/>
                <a:gd name="connsiteX70" fmla="*/ 682485 w 2915191"/>
                <a:gd name="connsiteY70" fmla="*/ 227206 h 569120"/>
                <a:gd name="connsiteX71" fmla="*/ 692235 w 2915191"/>
                <a:gd name="connsiteY71" fmla="*/ 241676 h 569120"/>
                <a:gd name="connsiteX72" fmla="*/ 701985 w 2915191"/>
                <a:gd name="connsiteY72" fmla="*/ 245553 h 569120"/>
                <a:gd name="connsiteX73" fmla="*/ 711735 w 2915191"/>
                <a:gd name="connsiteY73" fmla="*/ 233430 h 569120"/>
                <a:gd name="connsiteX74" fmla="*/ 721485 w 2915191"/>
                <a:gd name="connsiteY74" fmla="*/ 247559 h 569120"/>
                <a:gd name="connsiteX75" fmla="*/ 731235 w 2915191"/>
                <a:gd name="connsiteY75" fmla="*/ 287905 h 569120"/>
                <a:gd name="connsiteX76" fmla="*/ 740985 w 2915191"/>
                <a:gd name="connsiteY76" fmla="*/ 311851 h 569120"/>
                <a:gd name="connsiteX77" fmla="*/ 750734 w 2915191"/>
                <a:gd name="connsiteY77" fmla="*/ 320157 h 569120"/>
                <a:gd name="connsiteX78" fmla="*/ 760484 w 2915191"/>
                <a:gd name="connsiteY78" fmla="*/ 312858 h 569120"/>
                <a:gd name="connsiteX79" fmla="*/ 770233 w 2915191"/>
                <a:gd name="connsiteY79" fmla="*/ 304198 h 569120"/>
                <a:gd name="connsiteX80" fmla="*/ 779983 w 2915191"/>
                <a:gd name="connsiteY80" fmla="*/ 309805 h 569120"/>
                <a:gd name="connsiteX81" fmla="*/ 789733 w 2915191"/>
                <a:gd name="connsiteY81" fmla="*/ 280636 h 569120"/>
                <a:gd name="connsiteX82" fmla="*/ 799482 w 2915191"/>
                <a:gd name="connsiteY82" fmla="*/ 286262 h 569120"/>
                <a:gd name="connsiteX83" fmla="*/ 809232 w 2915191"/>
                <a:gd name="connsiteY83" fmla="*/ 299855 h 569120"/>
                <a:gd name="connsiteX84" fmla="*/ 818982 w 2915191"/>
                <a:gd name="connsiteY84" fmla="*/ 303309 h 569120"/>
                <a:gd name="connsiteX85" fmla="*/ 828732 w 2915191"/>
                <a:gd name="connsiteY85" fmla="*/ 297874 h 569120"/>
                <a:gd name="connsiteX86" fmla="*/ 838482 w 2915191"/>
                <a:gd name="connsiteY86" fmla="*/ 261791 h 569120"/>
                <a:gd name="connsiteX87" fmla="*/ 848232 w 2915191"/>
                <a:gd name="connsiteY87" fmla="*/ 280037 h 569120"/>
                <a:gd name="connsiteX88" fmla="*/ 857982 w 2915191"/>
                <a:gd name="connsiteY88" fmla="*/ 250683 h 569120"/>
                <a:gd name="connsiteX89" fmla="*/ 867732 w 2915191"/>
                <a:gd name="connsiteY89" fmla="*/ 241229 h 569120"/>
                <a:gd name="connsiteX90" fmla="*/ 877482 w 2915191"/>
                <a:gd name="connsiteY90" fmla="*/ 263448 h 569120"/>
                <a:gd name="connsiteX91" fmla="*/ 887231 w 2915191"/>
                <a:gd name="connsiteY91" fmla="*/ 290502 h 569120"/>
                <a:gd name="connsiteX92" fmla="*/ 896981 w 2915191"/>
                <a:gd name="connsiteY92" fmla="*/ 302825 h 569120"/>
                <a:gd name="connsiteX93" fmla="*/ 906730 w 2915191"/>
                <a:gd name="connsiteY93" fmla="*/ 305952 h 569120"/>
                <a:gd name="connsiteX94" fmla="*/ 916480 w 2915191"/>
                <a:gd name="connsiteY94" fmla="*/ 287795 h 569120"/>
                <a:gd name="connsiteX95" fmla="*/ 926230 w 2915191"/>
                <a:gd name="connsiteY95" fmla="*/ 303263 h 569120"/>
                <a:gd name="connsiteX96" fmla="*/ 935979 w 2915191"/>
                <a:gd name="connsiteY96" fmla="*/ 265226 h 569120"/>
                <a:gd name="connsiteX97" fmla="*/ 945729 w 2915191"/>
                <a:gd name="connsiteY97" fmla="*/ 255984 h 569120"/>
                <a:gd name="connsiteX98" fmla="*/ 955479 w 2915191"/>
                <a:gd name="connsiteY98" fmla="*/ 245197 h 569120"/>
                <a:gd name="connsiteX99" fmla="*/ 965229 w 2915191"/>
                <a:gd name="connsiteY99" fmla="*/ 244689 h 569120"/>
                <a:gd name="connsiteX100" fmla="*/ 974979 w 2915191"/>
                <a:gd name="connsiteY100" fmla="*/ 245747 h 569120"/>
                <a:gd name="connsiteX101" fmla="*/ 984729 w 2915191"/>
                <a:gd name="connsiteY101" fmla="*/ 223211 h 569120"/>
                <a:gd name="connsiteX102" fmla="*/ 994474 w 2915191"/>
                <a:gd name="connsiteY102" fmla="*/ 215646 h 569120"/>
                <a:gd name="connsiteX103" fmla="*/ 1004233 w 2915191"/>
                <a:gd name="connsiteY103" fmla="*/ 230346 h 569120"/>
                <a:gd name="connsiteX104" fmla="*/ 1013977 w 2915191"/>
                <a:gd name="connsiteY104" fmla="*/ 240440 h 569120"/>
                <a:gd name="connsiteX105" fmla="*/ 1023721 w 2915191"/>
                <a:gd name="connsiteY105" fmla="*/ 234138 h 569120"/>
                <a:gd name="connsiteX106" fmla="*/ 1033480 w 2915191"/>
                <a:gd name="connsiteY106" fmla="*/ 204918 h 569120"/>
                <a:gd name="connsiteX107" fmla="*/ 1043224 w 2915191"/>
                <a:gd name="connsiteY107" fmla="*/ 227648 h 569120"/>
                <a:gd name="connsiteX108" fmla="*/ 1052983 w 2915191"/>
                <a:gd name="connsiteY108" fmla="*/ 248251 h 569120"/>
                <a:gd name="connsiteX109" fmla="*/ 1062727 w 2915191"/>
                <a:gd name="connsiteY109" fmla="*/ 251063 h 569120"/>
                <a:gd name="connsiteX110" fmla="*/ 1072471 w 2915191"/>
                <a:gd name="connsiteY110" fmla="*/ 261948 h 569120"/>
                <a:gd name="connsiteX111" fmla="*/ 1082230 w 2915191"/>
                <a:gd name="connsiteY111" fmla="*/ 224431 h 569120"/>
                <a:gd name="connsiteX112" fmla="*/ 1091973 w 2915191"/>
                <a:gd name="connsiteY112" fmla="*/ 218395 h 569120"/>
                <a:gd name="connsiteX113" fmla="*/ 1101732 w 2915191"/>
                <a:gd name="connsiteY113" fmla="*/ 202012 h 569120"/>
                <a:gd name="connsiteX114" fmla="*/ 1111476 w 2915191"/>
                <a:gd name="connsiteY114" fmla="*/ 210021 h 569120"/>
                <a:gd name="connsiteX115" fmla="*/ 1121220 w 2915191"/>
                <a:gd name="connsiteY115" fmla="*/ 212854 h 569120"/>
                <a:gd name="connsiteX116" fmla="*/ 1130979 w 2915191"/>
                <a:gd name="connsiteY116" fmla="*/ 226092 h 569120"/>
                <a:gd name="connsiteX117" fmla="*/ 1140723 w 2915191"/>
                <a:gd name="connsiteY117" fmla="*/ 230088 h 569120"/>
                <a:gd name="connsiteX118" fmla="*/ 1150482 w 2915191"/>
                <a:gd name="connsiteY118" fmla="*/ 245929 h 569120"/>
                <a:gd name="connsiteX119" fmla="*/ 1160226 w 2915191"/>
                <a:gd name="connsiteY119" fmla="*/ 255906 h 569120"/>
                <a:gd name="connsiteX120" fmla="*/ 1169969 w 2915191"/>
                <a:gd name="connsiteY120" fmla="*/ 265105 h 569120"/>
                <a:gd name="connsiteX121" fmla="*/ 1179728 w 2915191"/>
                <a:gd name="connsiteY121" fmla="*/ 273521 h 569120"/>
                <a:gd name="connsiteX122" fmla="*/ 1189472 w 2915191"/>
                <a:gd name="connsiteY122" fmla="*/ 287486 h 569120"/>
                <a:gd name="connsiteX123" fmla="*/ 1199231 w 2915191"/>
                <a:gd name="connsiteY123" fmla="*/ 258813 h 569120"/>
                <a:gd name="connsiteX124" fmla="*/ 1208975 w 2915191"/>
                <a:gd name="connsiteY124" fmla="*/ 301935 h 569120"/>
                <a:gd name="connsiteX125" fmla="*/ 1218719 w 2915191"/>
                <a:gd name="connsiteY125" fmla="*/ 304586 h 569120"/>
                <a:gd name="connsiteX126" fmla="*/ 1228478 w 2915191"/>
                <a:gd name="connsiteY126" fmla="*/ 325732 h 569120"/>
                <a:gd name="connsiteX127" fmla="*/ 1238222 w 2915191"/>
                <a:gd name="connsiteY127" fmla="*/ 312695 h 569120"/>
                <a:gd name="connsiteX128" fmla="*/ 1247966 w 2915191"/>
                <a:gd name="connsiteY128" fmla="*/ 322401 h 569120"/>
                <a:gd name="connsiteX129" fmla="*/ 1257725 w 2915191"/>
                <a:gd name="connsiteY129" fmla="*/ 317211 h 569120"/>
                <a:gd name="connsiteX130" fmla="*/ 1267469 w 2915191"/>
                <a:gd name="connsiteY130" fmla="*/ 303382 h 569120"/>
                <a:gd name="connsiteX131" fmla="*/ 1277227 w 2915191"/>
                <a:gd name="connsiteY131" fmla="*/ 315011 h 569120"/>
                <a:gd name="connsiteX132" fmla="*/ 1286971 w 2915191"/>
                <a:gd name="connsiteY132" fmla="*/ 333280 h 569120"/>
                <a:gd name="connsiteX133" fmla="*/ 1296715 w 2915191"/>
                <a:gd name="connsiteY133" fmla="*/ 346498 h 569120"/>
                <a:gd name="connsiteX134" fmla="*/ 1306474 w 2915191"/>
                <a:gd name="connsiteY134" fmla="*/ 364949 h 569120"/>
                <a:gd name="connsiteX135" fmla="*/ 1316218 w 2915191"/>
                <a:gd name="connsiteY135" fmla="*/ 353696 h 569120"/>
                <a:gd name="connsiteX136" fmla="*/ 1325977 w 2915191"/>
                <a:gd name="connsiteY136" fmla="*/ 370500 h 569120"/>
                <a:gd name="connsiteX137" fmla="*/ 1335721 w 2915191"/>
                <a:gd name="connsiteY137" fmla="*/ 371241 h 569120"/>
                <a:gd name="connsiteX138" fmla="*/ 1345465 w 2915191"/>
                <a:gd name="connsiteY138" fmla="*/ 390346 h 569120"/>
                <a:gd name="connsiteX139" fmla="*/ 1355224 w 2915191"/>
                <a:gd name="connsiteY139" fmla="*/ 361491 h 569120"/>
                <a:gd name="connsiteX140" fmla="*/ 1364967 w 2915191"/>
                <a:gd name="connsiteY140" fmla="*/ 338371 h 569120"/>
                <a:gd name="connsiteX141" fmla="*/ 1374726 w 2915191"/>
                <a:gd name="connsiteY141" fmla="*/ 343048 h 569120"/>
                <a:gd name="connsiteX142" fmla="*/ 1384470 w 2915191"/>
                <a:gd name="connsiteY142" fmla="*/ 366998 h 569120"/>
                <a:gd name="connsiteX143" fmla="*/ 1394214 w 2915191"/>
                <a:gd name="connsiteY143" fmla="*/ 326469 h 569120"/>
                <a:gd name="connsiteX144" fmla="*/ 1403973 w 2915191"/>
                <a:gd name="connsiteY144" fmla="*/ 346993 h 569120"/>
                <a:gd name="connsiteX145" fmla="*/ 1413717 w 2915191"/>
                <a:gd name="connsiteY145" fmla="*/ 365192 h 569120"/>
                <a:gd name="connsiteX146" fmla="*/ 1423476 w 2915191"/>
                <a:gd name="connsiteY146" fmla="*/ 343675 h 569120"/>
                <a:gd name="connsiteX147" fmla="*/ 1433220 w 2915191"/>
                <a:gd name="connsiteY147" fmla="*/ 338730 h 569120"/>
                <a:gd name="connsiteX148" fmla="*/ 1442964 w 2915191"/>
                <a:gd name="connsiteY148" fmla="*/ 297348 h 569120"/>
                <a:gd name="connsiteX149" fmla="*/ 1452722 w 2915191"/>
                <a:gd name="connsiteY149" fmla="*/ 287386 h 569120"/>
                <a:gd name="connsiteX150" fmla="*/ 1462466 w 2915191"/>
                <a:gd name="connsiteY150" fmla="*/ 282786 h 569120"/>
                <a:gd name="connsiteX151" fmla="*/ 1472225 w 2915191"/>
                <a:gd name="connsiteY151" fmla="*/ 287720 h 569120"/>
                <a:gd name="connsiteX152" fmla="*/ 1481969 w 2915191"/>
                <a:gd name="connsiteY152" fmla="*/ 308512 h 569120"/>
                <a:gd name="connsiteX153" fmla="*/ 1491713 w 2915191"/>
                <a:gd name="connsiteY153" fmla="*/ 326329 h 569120"/>
                <a:gd name="connsiteX154" fmla="*/ 1501472 w 2915191"/>
                <a:gd name="connsiteY154" fmla="*/ 327252 h 569120"/>
                <a:gd name="connsiteX155" fmla="*/ 1511216 w 2915191"/>
                <a:gd name="connsiteY155" fmla="*/ 337233 h 569120"/>
                <a:gd name="connsiteX156" fmla="*/ 1520960 w 2915191"/>
                <a:gd name="connsiteY156" fmla="*/ 322135 h 569120"/>
                <a:gd name="connsiteX157" fmla="*/ 1530719 w 2915191"/>
                <a:gd name="connsiteY157" fmla="*/ 331118 h 569120"/>
                <a:gd name="connsiteX158" fmla="*/ 1540463 w 2915191"/>
                <a:gd name="connsiteY158" fmla="*/ 330012 h 569120"/>
                <a:gd name="connsiteX159" fmla="*/ 1550221 w 2915191"/>
                <a:gd name="connsiteY159" fmla="*/ 347131 h 569120"/>
                <a:gd name="connsiteX160" fmla="*/ 1559965 w 2915191"/>
                <a:gd name="connsiteY160" fmla="*/ 376698 h 569120"/>
                <a:gd name="connsiteX161" fmla="*/ 1569709 w 2915191"/>
                <a:gd name="connsiteY161" fmla="*/ 421133 h 569120"/>
                <a:gd name="connsiteX162" fmla="*/ 1579468 w 2915191"/>
                <a:gd name="connsiteY162" fmla="*/ 431930 h 569120"/>
                <a:gd name="connsiteX163" fmla="*/ 1589212 w 2915191"/>
                <a:gd name="connsiteY163" fmla="*/ 445716 h 569120"/>
                <a:gd name="connsiteX164" fmla="*/ 1598971 w 2915191"/>
                <a:gd name="connsiteY164" fmla="*/ 445348 h 569120"/>
                <a:gd name="connsiteX165" fmla="*/ 1608715 w 2915191"/>
                <a:gd name="connsiteY165" fmla="*/ 429968 h 569120"/>
                <a:gd name="connsiteX166" fmla="*/ 1618459 w 2915191"/>
                <a:gd name="connsiteY166" fmla="*/ 388485 h 569120"/>
                <a:gd name="connsiteX167" fmla="*/ 1628218 w 2915191"/>
                <a:gd name="connsiteY167" fmla="*/ 361300 h 569120"/>
                <a:gd name="connsiteX168" fmla="*/ 1637962 w 2915191"/>
                <a:gd name="connsiteY168" fmla="*/ 389008 h 569120"/>
                <a:gd name="connsiteX169" fmla="*/ 1647720 w 2915191"/>
                <a:gd name="connsiteY169" fmla="*/ 378208 h 569120"/>
                <a:gd name="connsiteX170" fmla="*/ 1657464 w 2915191"/>
                <a:gd name="connsiteY170" fmla="*/ 363809 h 569120"/>
                <a:gd name="connsiteX171" fmla="*/ 1667208 w 2915191"/>
                <a:gd name="connsiteY171" fmla="*/ 357786 h 569120"/>
                <a:gd name="connsiteX172" fmla="*/ 1676967 w 2915191"/>
                <a:gd name="connsiteY172" fmla="*/ 378540 h 569120"/>
                <a:gd name="connsiteX173" fmla="*/ 1686711 w 2915191"/>
                <a:gd name="connsiteY173" fmla="*/ 376773 h 569120"/>
                <a:gd name="connsiteX174" fmla="*/ 1696470 w 2915191"/>
                <a:gd name="connsiteY174" fmla="*/ 380098 h 569120"/>
                <a:gd name="connsiteX175" fmla="*/ 1706214 w 2915191"/>
                <a:gd name="connsiteY175" fmla="*/ 396170 h 569120"/>
                <a:gd name="connsiteX176" fmla="*/ 1715958 w 2915191"/>
                <a:gd name="connsiteY176" fmla="*/ 421172 h 569120"/>
                <a:gd name="connsiteX177" fmla="*/ 1725716 w 2915191"/>
                <a:gd name="connsiteY177" fmla="*/ 406808 h 569120"/>
                <a:gd name="connsiteX178" fmla="*/ 1735460 w 2915191"/>
                <a:gd name="connsiteY178" fmla="*/ 424058 h 569120"/>
                <a:gd name="connsiteX179" fmla="*/ 1745219 w 2915191"/>
                <a:gd name="connsiteY179" fmla="*/ 447439 h 569120"/>
                <a:gd name="connsiteX180" fmla="*/ 1754963 w 2915191"/>
                <a:gd name="connsiteY180" fmla="*/ 462858 h 569120"/>
                <a:gd name="connsiteX181" fmla="*/ 1764707 w 2915191"/>
                <a:gd name="connsiteY181" fmla="*/ 451102 h 569120"/>
                <a:gd name="connsiteX182" fmla="*/ 1774466 w 2915191"/>
                <a:gd name="connsiteY182" fmla="*/ 442276 h 569120"/>
                <a:gd name="connsiteX183" fmla="*/ 1784210 w 2915191"/>
                <a:gd name="connsiteY183" fmla="*/ 438954 h 569120"/>
                <a:gd name="connsiteX184" fmla="*/ 1793969 w 2915191"/>
                <a:gd name="connsiteY184" fmla="*/ 458491 h 569120"/>
                <a:gd name="connsiteX185" fmla="*/ 1803713 w 2915191"/>
                <a:gd name="connsiteY185" fmla="*/ 436493 h 569120"/>
                <a:gd name="connsiteX186" fmla="*/ 1813457 w 2915191"/>
                <a:gd name="connsiteY186" fmla="*/ 432725 h 569120"/>
                <a:gd name="connsiteX187" fmla="*/ 1823215 w 2915191"/>
                <a:gd name="connsiteY187" fmla="*/ 435971 h 569120"/>
                <a:gd name="connsiteX188" fmla="*/ 1832959 w 2915191"/>
                <a:gd name="connsiteY188" fmla="*/ 402459 h 569120"/>
                <a:gd name="connsiteX189" fmla="*/ 1842703 w 2915191"/>
                <a:gd name="connsiteY189" fmla="*/ 382309 h 569120"/>
                <a:gd name="connsiteX190" fmla="*/ 1852462 w 2915191"/>
                <a:gd name="connsiteY190" fmla="*/ 388498 h 569120"/>
                <a:gd name="connsiteX191" fmla="*/ 1862206 w 2915191"/>
                <a:gd name="connsiteY191" fmla="*/ 398847 h 569120"/>
                <a:gd name="connsiteX192" fmla="*/ 1871965 w 2915191"/>
                <a:gd name="connsiteY192" fmla="*/ 416438 h 569120"/>
                <a:gd name="connsiteX193" fmla="*/ 1881709 w 2915191"/>
                <a:gd name="connsiteY193" fmla="*/ 435356 h 569120"/>
                <a:gd name="connsiteX194" fmla="*/ 1891453 w 2915191"/>
                <a:gd name="connsiteY194" fmla="*/ 423837 h 569120"/>
                <a:gd name="connsiteX195" fmla="*/ 1901212 w 2915191"/>
                <a:gd name="connsiteY195" fmla="*/ 425175 h 569120"/>
                <a:gd name="connsiteX196" fmla="*/ 1910956 w 2915191"/>
                <a:gd name="connsiteY196" fmla="*/ 434241 h 569120"/>
                <a:gd name="connsiteX197" fmla="*/ 1920714 w 2915191"/>
                <a:gd name="connsiteY197" fmla="*/ 442912 h 569120"/>
                <a:gd name="connsiteX198" fmla="*/ 1930458 w 2915191"/>
                <a:gd name="connsiteY198" fmla="*/ 453276 h 569120"/>
                <a:gd name="connsiteX199" fmla="*/ 1940202 w 2915191"/>
                <a:gd name="connsiteY199" fmla="*/ 419366 h 569120"/>
                <a:gd name="connsiteX200" fmla="*/ 1949961 w 2915191"/>
                <a:gd name="connsiteY200" fmla="*/ 441712 h 569120"/>
                <a:gd name="connsiteX201" fmla="*/ 1959705 w 2915191"/>
                <a:gd name="connsiteY201" fmla="*/ 422516 h 569120"/>
                <a:gd name="connsiteX202" fmla="*/ 1969464 w 2915191"/>
                <a:gd name="connsiteY202" fmla="*/ 419372 h 569120"/>
                <a:gd name="connsiteX203" fmla="*/ 1979208 w 2915191"/>
                <a:gd name="connsiteY203" fmla="*/ 408228 h 569120"/>
                <a:gd name="connsiteX204" fmla="*/ 1988952 w 2915191"/>
                <a:gd name="connsiteY204" fmla="*/ 401090 h 569120"/>
                <a:gd name="connsiteX205" fmla="*/ 1998711 w 2915191"/>
                <a:gd name="connsiteY205" fmla="*/ 366271 h 569120"/>
                <a:gd name="connsiteX206" fmla="*/ 2008454 w 2915191"/>
                <a:gd name="connsiteY206" fmla="*/ 336362 h 569120"/>
                <a:gd name="connsiteX207" fmla="*/ 2018213 w 2915191"/>
                <a:gd name="connsiteY207" fmla="*/ 365073 h 569120"/>
                <a:gd name="connsiteX208" fmla="*/ 2027957 w 2915191"/>
                <a:gd name="connsiteY208" fmla="*/ 393321 h 569120"/>
                <a:gd name="connsiteX209" fmla="*/ 2037701 w 2915191"/>
                <a:gd name="connsiteY209" fmla="*/ 343070 h 569120"/>
                <a:gd name="connsiteX210" fmla="*/ 2047460 w 2915191"/>
                <a:gd name="connsiteY210" fmla="*/ 329598 h 569120"/>
                <a:gd name="connsiteX211" fmla="*/ 2057204 w 2915191"/>
                <a:gd name="connsiteY211" fmla="*/ 318841 h 569120"/>
                <a:gd name="connsiteX212" fmla="*/ 2066963 w 2915191"/>
                <a:gd name="connsiteY212" fmla="*/ 328922 h 569120"/>
                <a:gd name="connsiteX213" fmla="*/ 2076707 w 2915191"/>
                <a:gd name="connsiteY213" fmla="*/ 327548 h 569120"/>
                <a:gd name="connsiteX214" fmla="*/ 2086451 w 2915191"/>
                <a:gd name="connsiteY214" fmla="*/ 328146 h 569120"/>
                <a:gd name="connsiteX215" fmla="*/ 2096210 w 2915191"/>
                <a:gd name="connsiteY215" fmla="*/ 344962 h 569120"/>
                <a:gd name="connsiteX216" fmla="*/ 2105954 w 2915191"/>
                <a:gd name="connsiteY216" fmla="*/ 359795 h 569120"/>
                <a:gd name="connsiteX217" fmla="*/ 2115697 w 2915191"/>
                <a:gd name="connsiteY217" fmla="*/ 378768 h 569120"/>
                <a:gd name="connsiteX218" fmla="*/ 2125456 w 2915191"/>
                <a:gd name="connsiteY218" fmla="*/ 403055 h 569120"/>
                <a:gd name="connsiteX219" fmla="*/ 2135200 w 2915191"/>
                <a:gd name="connsiteY219" fmla="*/ 409810 h 569120"/>
                <a:gd name="connsiteX220" fmla="*/ 2144959 w 2915191"/>
                <a:gd name="connsiteY220" fmla="*/ 389504 h 569120"/>
                <a:gd name="connsiteX221" fmla="*/ 2154703 w 2915191"/>
                <a:gd name="connsiteY221" fmla="*/ 390216 h 569120"/>
                <a:gd name="connsiteX222" fmla="*/ 2164447 w 2915191"/>
                <a:gd name="connsiteY222" fmla="*/ 410805 h 569120"/>
                <a:gd name="connsiteX223" fmla="*/ 2174206 w 2915191"/>
                <a:gd name="connsiteY223" fmla="*/ 410264 h 569120"/>
                <a:gd name="connsiteX224" fmla="*/ 2183950 w 2915191"/>
                <a:gd name="connsiteY224" fmla="*/ 402778 h 569120"/>
                <a:gd name="connsiteX225" fmla="*/ 2193709 w 2915191"/>
                <a:gd name="connsiteY225" fmla="*/ 460547 h 569120"/>
                <a:gd name="connsiteX226" fmla="*/ 2203452 w 2915191"/>
                <a:gd name="connsiteY226" fmla="*/ 476826 h 569120"/>
                <a:gd name="connsiteX227" fmla="*/ 2213196 w 2915191"/>
                <a:gd name="connsiteY227" fmla="*/ 497842 h 569120"/>
                <a:gd name="connsiteX228" fmla="*/ 2222955 w 2915191"/>
                <a:gd name="connsiteY228" fmla="*/ 484709 h 569120"/>
                <a:gd name="connsiteX229" fmla="*/ 2232699 w 2915191"/>
                <a:gd name="connsiteY229" fmla="*/ 480772 h 569120"/>
                <a:gd name="connsiteX230" fmla="*/ 2242458 w 2915191"/>
                <a:gd name="connsiteY230" fmla="*/ 486294 h 569120"/>
                <a:gd name="connsiteX231" fmla="*/ 2252202 w 2915191"/>
                <a:gd name="connsiteY231" fmla="*/ 472700 h 569120"/>
                <a:gd name="connsiteX232" fmla="*/ 2261946 w 2915191"/>
                <a:gd name="connsiteY232" fmla="*/ 422982 h 569120"/>
                <a:gd name="connsiteX233" fmla="*/ 2271705 w 2915191"/>
                <a:gd name="connsiteY233" fmla="*/ 428851 h 569120"/>
                <a:gd name="connsiteX234" fmla="*/ 2281449 w 2915191"/>
                <a:gd name="connsiteY234" fmla="*/ 396836 h 569120"/>
                <a:gd name="connsiteX235" fmla="*/ 2291208 w 2915191"/>
                <a:gd name="connsiteY235" fmla="*/ 413339 h 569120"/>
                <a:gd name="connsiteX236" fmla="*/ 2300951 w 2915191"/>
                <a:gd name="connsiteY236" fmla="*/ 390736 h 569120"/>
                <a:gd name="connsiteX237" fmla="*/ 2310695 w 2915191"/>
                <a:gd name="connsiteY237" fmla="*/ 403067 h 569120"/>
                <a:gd name="connsiteX238" fmla="*/ 2320454 w 2915191"/>
                <a:gd name="connsiteY238" fmla="*/ 404186 h 569120"/>
                <a:gd name="connsiteX239" fmla="*/ 2330198 w 2915191"/>
                <a:gd name="connsiteY239" fmla="*/ 453035 h 569120"/>
                <a:gd name="connsiteX240" fmla="*/ 2339957 w 2915191"/>
                <a:gd name="connsiteY240" fmla="*/ 397208 h 569120"/>
                <a:gd name="connsiteX241" fmla="*/ 2349701 w 2915191"/>
                <a:gd name="connsiteY241" fmla="*/ 376841 h 569120"/>
                <a:gd name="connsiteX242" fmla="*/ 2359445 w 2915191"/>
                <a:gd name="connsiteY242" fmla="*/ 391039 h 569120"/>
                <a:gd name="connsiteX243" fmla="*/ 2369204 w 2915191"/>
                <a:gd name="connsiteY243" fmla="*/ 337921 h 569120"/>
                <a:gd name="connsiteX244" fmla="*/ 2378948 w 2915191"/>
                <a:gd name="connsiteY244" fmla="*/ 371882 h 569120"/>
                <a:gd name="connsiteX245" fmla="*/ 2388692 w 2915191"/>
                <a:gd name="connsiteY245" fmla="*/ 383662 h 569120"/>
                <a:gd name="connsiteX246" fmla="*/ 2398450 w 2915191"/>
                <a:gd name="connsiteY246" fmla="*/ 412945 h 569120"/>
                <a:gd name="connsiteX247" fmla="*/ 2408194 w 2915191"/>
                <a:gd name="connsiteY247" fmla="*/ 422352 h 569120"/>
                <a:gd name="connsiteX248" fmla="*/ 2417953 w 2915191"/>
                <a:gd name="connsiteY248" fmla="*/ 466599 h 569120"/>
                <a:gd name="connsiteX249" fmla="*/ 2427697 w 2915191"/>
                <a:gd name="connsiteY249" fmla="*/ 479770 h 569120"/>
                <a:gd name="connsiteX250" fmla="*/ 2437441 w 2915191"/>
                <a:gd name="connsiteY250" fmla="*/ 503535 h 569120"/>
                <a:gd name="connsiteX251" fmla="*/ 2447200 w 2915191"/>
                <a:gd name="connsiteY251" fmla="*/ 472275 h 569120"/>
                <a:gd name="connsiteX252" fmla="*/ 2456944 w 2915191"/>
                <a:gd name="connsiteY252" fmla="*/ 467730 h 569120"/>
                <a:gd name="connsiteX253" fmla="*/ 2466703 w 2915191"/>
                <a:gd name="connsiteY253" fmla="*/ 447542 h 569120"/>
                <a:gd name="connsiteX254" fmla="*/ 2476446 w 2915191"/>
                <a:gd name="connsiteY254" fmla="*/ 440141 h 569120"/>
                <a:gd name="connsiteX255" fmla="*/ 2486190 w 2915191"/>
                <a:gd name="connsiteY255" fmla="*/ 453342 h 569120"/>
                <a:gd name="connsiteX256" fmla="*/ 2495949 w 2915191"/>
                <a:gd name="connsiteY256" fmla="*/ 473017 h 569120"/>
                <a:gd name="connsiteX257" fmla="*/ 2505693 w 2915191"/>
                <a:gd name="connsiteY257" fmla="*/ 448366 h 569120"/>
                <a:gd name="connsiteX258" fmla="*/ 2515452 w 2915191"/>
                <a:gd name="connsiteY258" fmla="*/ 431570 h 569120"/>
                <a:gd name="connsiteX259" fmla="*/ 2525196 w 2915191"/>
                <a:gd name="connsiteY259" fmla="*/ 445837 h 569120"/>
                <a:gd name="connsiteX260" fmla="*/ 2534940 w 2915191"/>
                <a:gd name="connsiteY260" fmla="*/ 414800 h 569120"/>
                <a:gd name="connsiteX261" fmla="*/ 2544699 w 2915191"/>
                <a:gd name="connsiteY261" fmla="*/ 397614 h 569120"/>
                <a:gd name="connsiteX262" fmla="*/ 2554443 w 2915191"/>
                <a:gd name="connsiteY262" fmla="*/ 398719 h 569120"/>
                <a:gd name="connsiteX263" fmla="*/ 2564202 w 2915191"/>
                <a:gd name="connsiteY263" fmla="*/ 422456 h 569120"/>
                <a:gd name="connsiteX264" fmla="*/ 2573946 w 2915191"/>
                <a:gd name="connsiteY264" fmla="*/ 446301 h 569120"/>
                <a:gd name="connsiteX265" fmla="*/ 2583690 w 2915191"/>
                <a:gd name="connsiteY265" fmla="*/ 486957 h 569120"/>
                <a:gd name="connsiteX266" fmla="*/ 2593448 w 2915191"/>
                <a:gd name="connsiteY266" fmla="*/ 479156 h 569120"/>
                <a:gd name="connsiteX267" fmla="*/ 2603192 w 2915191"/>
                <a:gd name="connsiteY267" fmla="*/ 482812 h 569120"/>
                <a:gd name="connsiteX268" fmla="*/ 2612951 w 2915191"/>
                <a:gd name="connsiteY268" fmla="*/ 488663 h 569120"/>
                <a:gd name="connsiteX269" fmla="*/ 2622695 w 2915191"/>
                <a:gd name="connsiteY269" fmla="*/ 486785 h 569120"/>
                <a:gd name="connsiteX270" fmla="*/ 2632439 w 2915191"/>
                <a:gd name="connsiteY270" fmla="*/ 502011 h 569120"/>
                <a:gd name="connsiteX271" fmla="*/ 2642198 w 2915191"/>
                <a:gd name="connsiteY271" fmla="*/ 491884 h 569120"/>
                <a:gd name="connsiteX272" fmla="*/ 2651942 w 2915191"/>
                <a:gd name="connsiteY272" fmla="*/ 525959 h 569120"/>
                <a:gd name="connsiteX273" fmla="*/ 2661685 w 2915191"/>
                <a:gd name="connsiteY273" fmla="*/ 537078 h 569120"/>
                <a:gd name="connsiteX274" fmla="*/ 2671444 w 2915191"/>
                <a:gd name="connsiteY274" fmla="*/ 569120 h 569120"/>
                <a:gd name="connsiteX275" fmla="*/ 2681188 w 2915191"/>
                <a:gd name="connsiteY275" fmla="*/ 551969 h 569120"/>
                <a:gd name="connsiteX276" fmla="*/ 2690947 w 2915191"/>
                <a:gd name="connsiteY276" fmla="*/ 556757 h 569120"/>
                <a:gd name="connsiteX277" fmla="*/ 2700691 w 2915191"/>
                <a:gd name="connsiteY277" fmla="*/ 541803 h 569120"/>
                <a:gd name="connsiteX278" fmla="*/ 2710435 w 2915191"/>
                <a:gd name="connsiteY278" fmla="*/ 547852 h 569120"/>
                <a:gd name="connsiteX279" fmla="*/ 2720194 w 2915191"/>
                <a:gd name="connsiteY279" fmla="*/ 512348 h 569120"/>
                <a:gd name="connsiteX280" fmla="*/ 2729938 w 2915191"/>
                <a:gd name="connsiteY280" fmla="*/ 501044 h 569120"/>
                <a:gd name="connsiteX281" fmla="*/ 2739697 w 2915191"/>
                <a:gd name="connsiteY281" fmla="*/ 489044 h 569120"/>
                <a:gd name="connsiteX282" fmla="*/ 2749441 w 2915191"/>
                <a:gd name="connsiteY282" fmla="*/ 519008 h 569120"/>
                <a:gd name="connsiteX283" fmla="*/ 2759185 w 2915191"/>
                <a:gd name="connsiteY283" fmla="*/ 520788 h 569120"/>
                <a:gd name="connsiteX284" fmla="*/ 2768943 w 2915191"/>
                <a:gd name="connsiteY284" fmla="*/ 467086 h 569120"/>
                <a:gd name="connsiteX285" fmla="*/ 2778687 w 2915191"/>
                <a:gd name="connsiteY285" fmla="*/ 457186 h 569120"/>
                <a:gd name="connsiteX286" fmla="*/ 2788446 w 2915191"/>
                <a:gd name="connsiteY286" fmla="*/ 454562 h 569120"/>
                <a:gd name="connsiteX287" fmla="*/ 2798190 w 2915191"/>
                <a:gd name="connsiteY287" fmla="*/ 455250 h 569120"/>
                <a:gd name="connsiteX288" fmla="*/ 2807934 w 2915191"/>
                <a:gd name="connsiteY288" fmla="*/ 434092 h 569120"/>
                <a:gd name="connsiteX289" fmla="*/ 2817693 w 2915191"/>
                <a:gd name="connsiteY289" fmla="*/ 413311 h 569120"/>
                <a:gd name="connsiteX290" fmla="*/ 2827437 w 2915191"/>
                <a:gd name="connsiteY290" fmla="*/ 414217 h 569120"/>
                <a:gd name="connsiteX291" fmla="*/ 2837196 w 2915191"/>
                <a:gd name="connsiteY291" fmla="*/ 410512 h 569120"/>
                <a:gd name="connsiteX292" fmla="*/ 2846940 w 2915191"/>
                <a:gd name="connsiteY292" fmla="*/ 413821 h 569120"/>
                <a:gd name="connsiteX293" fmla="*/ 2856684 w 2915191"/>
                <a:gd name="connsiteY293" fmla="*/ 389629 h 569120"/>
                <a:gd name="connsiteX294" fmla="*/ 2866442 w 2915191"/>
                <a:gd name="connsiteY294" fmla="*/ 387336 h 569120"/>
                <a:gd name="connsiteX295" fmla="*/ 2876186 w 2915191"/>
                <a:gd name="connsiteY295" fmla="*/ 384723 h 569120"/>
                <a:gd name="connsiteX296" fmla="*/ 2885945 w 2915191"/>
                <a:gd name="connsiteY296" fmla="*/ 350579 h 569120"/>
                <a:gd name="connsiteX297" fmla="*/ 2895689 w 2915191"/>
                <a:gd name="connsiteY297" fmla="*/ 340790 h 569120"/>
                <a:gd name="connsiteX298" fmla="*/ 2905433 w 2915191"/>
                <a:gd name="connsiteY298" fmla="*/ 336175 h 569120"/>
                <a:gd name="connsiteX299" fmla="*/ 2915192 w 2915191"/>
                <a:gd name="connsiteY299" fmla="*/ 328850 h 569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69120">
                  <a:moveTo>
                    <a:pt x="0" y="121990"/>
                  </a:moveTo>
                  <a:lnTo>
                    <a:pt x="9750" y="141913"/>
                  </a:lnTo>
                  <a:lnTo>
                    <a:pt x="19500" y="137824"/>
                  </a:lnTo>
                  <a:lnTo>
                    <a:pt x="29250" y="128227"/>
                  </a:lnTo>
                  <a:lnTo>
                    <a:pt x="39000" y="122051"/>
                  </a:lnTo>
                  <a:lnTo>
                    <a:pt x="48749" y="116659"/>
                  </a:lnTo>
                  <a:lnTo>
                    <a:pt x="58499" y="140378"/>
                  </a:lnTo>
                  <a:lnTo>
                    <a:pt x="68249" y="157229"/>
                  </a:lnTo>
                  <a:lnTo>
                    <a:pt x="77998" y="163551"/>
                  </a:lnTo>
                  <a:lnTo>
                    <a:pt x="87748" y="158692"/>
                  </a:lnTo>
                  <a:lnTo>
                    <a:pt x="97497" y="155598"/>
                  </a:lnTo>
                  <a:lnTo>
                    <a:pt x="107247" y="129112"/>
                  </a:lnTo>
                  <a:lnTo>
                    <a:pt x="116997" y="124189"/>
                  </a:lnTo>
                  <a:lnTo>
                    <a:pt x="126747" y="114843"/>
                  </a:lnTo>
                  <a:lnTo>
                    <a:pt x="136497" y="124170"/>
                  </a:lnTo>
                  <a:lnTo>
                    <a:pt x="146247" y="117791"/>
                  </a:lnTo>
                  <a:lnTo>
                    <a:pt x="155997" y="112507"/>
                  </a:lnTo>
                  <a:lnTo>
                    <a:pt x="165747" y="76840"/>
                  </a:lnTo>
                  <a:lnTo>
                    <a:pt x="175497" y="79501"/>
                  </a:lnTo>
                  <a:lnTo>
                    <a:pt x="185247" y="57561"/>
                  </a:lnTo>
                  <a:lnTo>
                    <a:pt x="194996" y="50937"/>
                  </a:lnTo>
                  <a:lnTo>
                    <a:pt x="204746" y="58744"/>
                  </a:lnTo>
                  <a:lnTo>
                    <a:pt x="214495" y="39153"/>
                  </a:lnTo>
                  <a:lnTo>
                    <a:pt x="224245" y="18123"/>
                  </a:lnTo>
                  <a:lnTo>
                    <a:pt x="233995" y="18275"/>
                  </a:lnTo>
                  <a:lnTo>
                    <a:pt x="243744" y="18716"/>
                  </a:lnTo>
                  <a:lnTo>
                    <a:pt x="253494" y="0"/>
                  </a:lnTo>
                  <a:lnTo>
                    <a:pt x="263244" y="54840"/>
                  </a:lnTo>
                  <a:lnTo>
                    <a:pt x="272994" y="88580"/>
                  </a:lnTo>
                  <a:lnTo>
                    <a:pt x="282744" y="79514"/>
                  </a:lnTo>
                  <a:lnTo>
                    <a:pt x="292494" y="59091"/>
                  </a:lnTo>
                  <a:lnTo>
                    <a:pt x="302244" y="59121"/>
                  </a:lnTo>
                  <a:lnTo>
                    <a:pt x="311994" y="69408"/>
                  </a:lnTo>
                  <a:lnTo>
                    <a:pt x="321744" y="69158"/>
                  </a:lnTo>
                  <a:lnTo>
                    <a:pt x="331493" y="67653"/>
                  </a:lnTo>
                  <a:lnTo>
                    <a:pt x="341243" y="50786"/>
                  </a:lnTo>
                  <a:lnTo>
                    <a:pt x="350993" y="66068"/>
                  </a:lnTo>
                  <a:lnTo>
                    <a:pt x="360742" y="70626"/>
                  </a:lnTo>
                  <a:lnTo>
                    <a:pt x="370492" y="49836"/>
                  </a:lnTo>
                  <a:lnTo>
                    <a:pt x="380241" y="63544"/>
                  </a:lnTo>
                  <a:lnTo>
                    <a:pt x="389991" y="80036"/>
                  </a:lnTo>
                  <a:lnTo>
                    <a:pt x="399741" y="100133"/>
                  </a:lnTo>
                  <a:lnTo>
                    <a:pt x="409491" y="77134"/>
                  </a:lnTo>
                  <a:lnTo>
                    <a:pt x="419241" y="96332"/>
                  </a:lnTo>
                  <a:lnTo>
                    <a:pt x="428991" y="82439"/>
                  </a:lnTo>
                  <a:lnTo>
                    <a:pt x="438741" y="98537"/>
                  </a:lnTo>
                  <a:lnTo>
                    <a:pt x="448491" y="121665"/>
                  </a:lnTo>
                  <a:lnTo>
                    <a:pt x="458241" y="153179"/>
                  </a:lnTo>
                  <a:lnTo>
                    <a:pt x="467991" y="157837"/>
                  </a:lnTo>
                  <a:lnTo>
                    <a:pt x="477740" y="142212"/>
                  </a:lnTo>
                  <a:lnTo>
                    <a:pt x="487490" y="127699"/>
                  </a:lnTo>
                  <a:lnTo>
                    <a:pt x="497239" y="134060"/>
                  </a:lnTo>
                  <a:lnTo>
                    <a:pt x="506989" y="156746"/>
                  </a:lnTo>
                  <a:lnTo>
                    <a:pt x="516738" y="136114"/>
                  </a:lnTo>
                  <a:lnTo>
                    <a:pt x="526488" y="154644"/>
                  </a:lnTo>
                  <a:lnTo>
                    <a:pt x="536238" y="130311"/>
                  </a:lnTo>
                  <a:lnTo>
                    <a:pt x="545988" y="159315"/>
                  </a:lnTo>
                  <a:lnTo>
                    <a:pt x="555738" y="182189"/>
                  </a:lnTo>
                  <a:lnTo>
                    <a:pt x="565488" y="187037"/>
                  </a:lnTo>
                  <a:lnTo>
                    <a:pt x="575238" y="225796"/>
                  </a:lnTo>
                  <a:lnTo>
                    <a:pt x="584988" y="194560"/>
                  </a:lnTo>
                  <a:lnTo>
                    <a:pt x="594738" y="207032"/>
                  </a:lnTo>
                  <a:lnTo>
                    <a:pt x="604488" y="232648"/>
                  </a:lnTo>
                  <a:lnTo>
                    <a:pt x="614237" y="211534"/>
                  </a:lnTo>
                  <a:lnTo>
                    <a:pt x="623987" y="216770"/>
                  </a:lnTo>
                  <a:lnTo>
                    <a:pt x="633736" y="211405"/>
                  </a:lnTo>
                  <a:lnTo>
                    <a:pt x="643486" y="204879"/>
                  </a:lnTo>
                  <a:lnTo>
                    <a:pt x="653236" y="227442"/>
                  </a:lnTo>
                  <a:lnTo>
                    <a:pt x="662985" y="206178"/>
                  </a:lnTo>
                  <a:lnTo>
                    <a:pt x="672735" y="218395"/>
                  </a:lnTo>
                  <a:lnTo>
                    <a:pt x="682485" y="227206"/>
                  </a:lnTo>
                  <a:lnTo>
                    <a:pt x="692235" y="241676"/>
                  </a:lnTo>
                  <a:lnTo>
                    <a:pt x="701985" y="245553"/>
                  </a:lnTo>
                  <a:lnTo>
                    <a:pt x="711735" y="233430"/>
                  </a:lnTo>
                  <a:lnTo>
                    <a:pt x="721485" y="247559"/>
                  </a:lnTo>
                  <a:lnTo>
                    <a:pt x="731235" y="287905"/>
                  </a:lnTo>
                  <a:lnTo>
                    <a:pt x="740985" y="311851"/>
                  </a:lnTo>
                  <a:lnTo>
                    <a:pt x="750734" y="320157"/>
                  </a:lnTo>
                  <a:lnTo>
                    <a:pt x="760484" y="312858"/>
                  </a:lnTo>
                  <a:lnTo>
                    <a:pt x="770233" y="304198"/>
                  </a:lnTo>
                  <a:lnTo>
                    <a:pt x="779983" y="309805"/>
                  </a:lnTo>
                  <a:lnTo>
                    <a:pt x="789733" y="280636"/>
                  </a:lnTo>
                  <a:lnTo>
                    <a:pt x="799482" y="286262"/>
                  </a:lnTo>
                  <a:lnTo>
                    <a:pt x="809232" y="299855"/>
                  </a:lnTo>
                  <a:lnTo>
                    <a:pt x="818982" y="303309"/>
                  </a:lnTo>
                  <a:lnTo>
                    <a:pt x="828732" y="297874"/>
                  </a:lnTo>
                  <a:lnTo>
                    <a:pt x="838482" y="261791"/>
                  </a:lnTo>
                  <a:lnTo>
                    <a:pt x="848232" y="280037"/>
                  </a:lnTo>
                  <a:lnTo>
                    <a:pt x="857982" y="250683"/>
                  </a:lnTo>
                  <a:lnTo>
                    <a:pt x="867732" y="241229"/>
                  </a:lnTo>
                  <a:lnTo>
                    <a:pt x="877482" y="263448"/>
                  </a:lnTo>
                  <a:lnTo>
                    <a:pt x="887231" y="290502"/>
                  </a:lnTo>
                  <a:lnTo>
                    <a:pt x="896981" y="302825"/>
                  </a:lnTo>
                  <a:lnTo>
                    <a:pt x="906730" y="305952"/>
                  </a:lnTo>
                  <a:lnTo>
                    <a:pt x="916480" y="287795"/>
                  </a:lnTo>
                  <a:lnTo>
                    <a:pt x="926230" y="303263"/>
                  </a:lnTo>
                  <a:lnTo>
                    <a:pt x="935979" y="265226"/>
                  </a:lnTo>
                  <a:lnTo>
                    <a:pt x="945729" y="255984"/>
                  </a:lnTo>
                  <a:lnTo>
                    <a:pt x="955479" y="245197"/>
                  </a:lnTo>
                  <a:lnTo>
                    <a:pt x="965229" y="244689"/>
                  </a:lnTo>
                  <a:lnTo>
                    <a:pt x="974979" y="245747"/>
                  </a:lnTo>
                  <a:lnTo>
                    <a:pt x="984729" y="223211"/>
                  </a:lnTo>
                  <a:lnTo>
                    <a:pt x="994474" y="215646"/>
                  </a:lnTo>
                  <a:lnTo>
                    <a:pt x="1004233" y="230346"/>
                  </a:lnTo>
                  <a:lnTo>
                    <a:pt x="1013977" y="240440"/>
                  </a:lnTo>
                  <a:lnTo>
                    <a:pt x="1023721" y="234138"/>
                  </a:lnTo>
                  <a:lnTo>
                    <a:pt x="1033480" y="204918"/>
                  </a:lnTo>
                  <a:lnTo>
                    <a:pt x="1043224" y="227648"/>
                  </a:lnTo>
                  <a:lnTo>
                    <a:pt x="1052983" y="248251"/>
                  </a:lnTo>
                  <a:lnTo>
                    <a:pt x="1062727" y="251063"/>
                  </a:lnTo>
                  <a:lnTo>
                    <a:pt x="1072471" y="261948"/>
                  </a:lnTo>
                  <a:lnTo>
                    <a:pt x="1082230" y="224431"/>
                  </a:lnTo>
                  <a:lnTo>
                    <a:pt x="1091973" y="218395"/>
                  </a:lnTo>
                  <a:lnTo>
                    <a:pt x="1101732" y="202012"/>
                  </a:lnTo>
                  <a:lnTo>
                    <a:pt x="1111476" y="210021"/>
                  </a:lnTo>
                  <a:lnTo>
                    <a:pt x="1121220" y="212854"/>
                  </a:lnTo>
                  <a:lnTo>
                    <a:pt x="1130979" y="226092"/>
                  </a:lnTo>
                  <a:lnTo>
                    <a:pt x="1140723" y="230088"/>
                  </a:lnTo>
                  <a:lnTo>
                    <a:pt x="1150482" y="245929"/>
                  </a:lnTo>
                  <a:lnTo>
                    <a:pt x="1160226" y="255906"/>
                  </a:lnTo>
                  <a:lnTo>
                    <a:pt x="1169969" y="265105"/>
                  </a:lnTo>
                  <a:lnTo>
                    <a:pt x="1179728" y="273521"/>
                  </a:lnTo>
                  <a:lnTo>
                    <a:pt x="1189472" y="287486"/>
                  </a:lnTo>
                  <a:lnTo>
                    <a:pt x="1199231" y="258813"/>
                  </a:lnTo>
                  <a:lnTo>
                    <a:pt x="1208975" y="301935"/>
                  </a:lnTo>
                  <a:lnTo>
                    <a:pt x="1218719" y="304586"/>
                  </a:lnTo>
                  <a:lnTo>
                    <a:pt x="1228478" y="325732"/>
                  </a:lnTo>
                  <a:lnTo>
                    <a:pt x="1238222" y="312695"/>
                  </a:lnTo>
                  <a:lnTo>
                    <a:pt x="1247966" y="322401"/>
                  </a:lnTo>
                  <a:lnTo>
                    <a:pt x="1257725" y="317211"/>
                  </a:lnTo>
                  <a:lnTo>
                    <a:pt x="1267469" y="303382"/>
                  </a:lnTo>
                  <a:lnTo>
                    <a:pt x="1277227" y="315011"/>
                  </a:lnTo>
                  <a:lnTo>
                    <a:pt x="1286971" y="333280"/>
                  </a:lnTo>
                  <a:lnTo>
                    <a:pt x="1296715" y="346498"/>
                  </a:lnTo>
                  <a:lnTo>
                    <a:pt x="1306474" y="364949"/>
                  </a:lnTo>
                  <a:lnTo>
                    <a:pt x="1316218" y="353696"/>
                  </a:lnTo>
                  <a:lnTo>
                    <a:pt x="1325977" y="370500"/>
                  </a:lnTo>
                  <a:lnTo>
                    <a:pt x="1335721" y="371241"/>
                  </a:lnTo>
                  <a:lnTo>
                    <a:pt x="1345465" y="390346"/>
                  </a:lnTo>
                  <a:lnTo>
                    <a:pt x="1355224" y="361491"/>
                  </a:lnTo>
                  <a:lnTo>
                    <a:pt x="1364967" y="338371"/>
                  </a:lnTo>
                  <a:lnTo>
                    <a:pt x="1374726" y="343048"/>
                  </a:lnTo>
                  <a:lnTo>
                    <a:pt x="1384470" y="366998"/>
                  </a:lnTo>
                  <a:lnTo>
                    <a:pt x="1394214" y="326469"/>
                  </a:lnTo>
                  <a:lnTo>
                    <a:pt x="1403973" y="346993"/>
                  </a:lnTo>
                  <a:lnTo>
                    <a:pt x="1413717" y="365192"/>
                  </a:lnTo>
                  <a:lnTo>
                    <a:pt x="1423476" y="343675"/>
                  </a:lnTo>
                  <a:lnTo>
                    <a:pt x="1433220" y="338730"/>
                  </a:lnTo>
                  <a:lnTo>
                    <a:pt x="1442964" y="297348"/>
                  </a:lnTo>
                  <a:lnTo>
                    <a:pt x="1452722" y="287386"/>
                  </a:lnTo>
                  <a:lnTo>
                    <a:pt x="1462466" y="282786"/>
                  </a:lnTo>
                  <a:lnTo>
                    <a:pt x="1472225" y="287720"/>
                  </a:lnTo>
                  <a:lnTo>
                    <a:pt x="1481969" y="308512"/>
                  </a:lnTo>
                  <a:lnTo>
                    <a:pt x="1491713" y="326329"/>
                  </a:lnTo>
                  <a:lnTo>
                    <a:pt x="1501472" y="327252"/>
                  </a:lnTo>
                  <a:lnTo>
                    <a:pt x="1511216" y="337233"/>
                  </a:lnTo>
                  <a:lnTo>
                    <a:pt x="1520960" y="322135"/>
                  </a:lnTo>
                  <a:lnTo>
                    <a:pt x="1530719" y="331118"/>
                  </a:lnTo>
                  <a:lnTo>
                    <a:pt x="1540463" y="330012"/>
                  </a:lnTo>
                  <a:lnTo>
                    <a:pt x="1550221" y="347131"/>
                  </a:lnTo>
                  <a:lnTo>
                    <a:pt x="1559965" y="376698"/>
                  </a:lnTo>
                  <a:lnTo>
                    <a:pt x="1569709" y="421133"/>
                  </a:lnTo>
                  <a:lnTo>
                    <a:pt x="1579468" y="431930"/>
                  </a:lnTo>
                  <a:lnTo>
                    <a:pt x="1589212" y="445716"/>
                  </a:lnTo>
                  <a:lnTo>
                    <a:pt x="1598971" y="445348"/>
                  </a:lnTo>
                  <a:lnTo>
                    <a:pt x="1608715" y="429968"/>
                  </a:lnTo>
                  <a:lnTo>
                    <a:pt x="1618459" y="388485"/>
                  </a:lnTo>
                  <a:lnTo>
                    <a:pt x="1628218" y="361300"/>
                  </a:lnTo>
                  <a:lnTo>
                    <a:pt x="1637962" y="389008"/>
                  </a:lnTo>
                  <a:lnTo>
                    <a:pt x="1647720" y="378208"/>
                  </a:lnTo>
                  <a:lnTo>
                    <a:pt x="1657464" y="363809"/>
                  </a:lnTo>
                  <a:lnTo>
                    <a:pt x="1667208" y="357786"/>
                  </a:lnTo>
                  <a:lnTo>
                    <a:pt x="1676967" y="378540"/>
                  </a:lnTo>
                  <a:lnTo>
                    <a:pt x="1686711" y="376773"/>
                  </a:lnTo>
                  <a:lnTo>
                    <a:pt x="1696470" y="380098"/>
                  </a:lnTo>
                  <a:lnTo>
                    <a:pt x="1706214" y="396170"/>
                  </a:lnTo>
                  <a:lnTo>
                    <a:pt x="1715958" y="421172"/>
                  </a:lnTo>
                  <a:lnTo>
                    <a:pt x="1725716" y="406808"/>
                  </a:lnTo>
                  <a:lnTo>
                    <a:pt x="1735460" y="424058"/>
                  </a:lnTo>
                  <a:lnTo>
                    <a:pt x="1745219" y="447439"/>
                  </a:lnTo>
                  <a:lnTo>
                    <a:pt x="1754963" y="462858"/>
                  </a:lnTo>
                  <a:lnTo>
                    <a:pt x="1764707" y="451102"/>
                  </a:lnTo>
                  <a:lnTo>
                    <a:pt x="1774466" y="442276"/>
                  </a:lnTo>
                  <a:lnTo>
                    <a:pt x="1784210" y="438954"/>
                  </a:lnTo>
                  <a:lnTo>
                    <a:pt x="1793969" y="458491"/>
                  </a:lnTo>
                  <a:lnTo>
                    <a:pt x="1803713" y="436493"/>
                  </a:lnTo>
                  <a:lnTo>
                    <a:pt x="1813457" y="432725"/>
                  </a:lnTo>
                  <a:lnTo>
                    <a:pt x="1823215" y="435971"/>
                  </a:lnTo>
                  <a:lnTo>
                    <a:pt x="1832959" y="402459"/>
                  </a:lnTo>
                  <a:lnTo>
                    <a:pt x="1842703" y="382309"/>
                  </a:lnTo>
                  <a:lnTo>
                    <a:pt x="1852462" y="388498"/>
                  </a:lnTo>
                  <a:lnTo>
                    <a:pt x="1862206" y="398847"/>
                  </a:lnTo>
                  <a:lnTo>
                    <a:pt x="1871965" y="416438"/>
                  </a:lnTo>
                  <a:lnTo>
                    <a:pt x="1881709" y="435356"/>
                  </a:lnTo>
                  <a:lnTo>
                    <a:pt x="1891453" y="423837"/>
                  </a:lnTo>
                  <a:lnTo>
                    <a:pt x="1901212" y="425175"/>
                  </a:lnTo>
                  <a:lnTo>
                    <a:pt x="1910956" y="434241"/>
                  </a:lnTo>
                  <a:lnTo>
                    <a:pt x="1920714" y="442912"/>
                  </a:lnTo>
                  <a:lnTo>
                    <a:pt x="1930458" y="453276"/>
                  </a:lnTo>
                  <a:lnTo>
                    <a:pt x="1940202" y="419366"/>
                  </a:lnTo>
                  <a:lnTo>
                    <a:pt x="1949961" y="441712"/>
                  </a:lnTo>
                  <a:lnTo>
                    <a:pt x="1959705" y="422516"/>
                  </a:lnTo>
                  <a:lnTo>
                    <a:pt x="1969464" y="419372"/>
                  </a:lnTo>
                  <a:lnTo>
                    <a:pt x="1979208" y="408228"/>
                  </a:lnTo>
                  <a:lnTo>
                    <a:pt x="1988952" y="401090"/>
                  </a:lnTo>
                  <a:lnTo>
                    <a:pt x="1998711" y="366271"/>
                  </a:lnTo>
                  <a:lnTo>
                    <a:pt x="2008454" y="336362"/>
                  </a:lnTo>
                  <a:lnTo>
                    <a:pt x="2018213" y="365073"/>
                  </a:lnTo>
                  <a:lnTo>
                    <a:pt x="2027957" y="393321"/>
                  </a:lnTo>
                  <a:lnTo>
                    <a:pt x="2037701" y="343070"/>
                  </a:lnTo>
                  <a:lnTo>
                    <a:pt x="2047460" y="329598"/>
                  </a:lnTo>
                  <a:lnTo>
                    <a:pt x="2057204" y="318841"/>
                  </a:lnTo>
                  <a:lnTo>
                    <a:pt x="2066963" y="328922"/>
                  </a:lnTo>
                  <a:lnTo>
                    <a:pt x="2076707" y="327548"/>
                  </a:lnTo>
                  <a:lnTo>
                    <a:pt x="2086451" y="328146"/>
                  </a:lnTo>
                  <a:lnTo>
                    <a:pt x="2096210" y="344962"/>
                  </a:lnTo>
                  <a:lnTo>
                    <a:pt x="2105954" y="359795"/>
                  </a:lnTo>
                  <a:lnTo>
                    <a:pt x="2115697" y="378768"/>
                  </a:lnTo>
                  <a:lnTo>
                    <a:pt x="2125456" y="403055"/>
                  </a:lnTo>
                  <a:lnTo>
                    <a:pt x="2135200" y="409810"/>
                  </a:lnTo>
                  <a:lnTo>
                    <a:pt x="2144959" y="389504"/>
                  </a:lnTo>
                  <a:lnTo>
                    <a:pt x="2154703" y="390216"/>
                  </a:lnTo>
                  <a:lnTo>
                    <a:pt x="2164447" y="410805"/>
                  </a:lnTo>
                  <a:lnTo>
                    <a:pt x="2174206" y="410264"/>
                  </a:lnTo>
                  <a:lnTo>
                    <a:pt x="2183950" y="402778"/>
                  </a:lnTo>
                  <a:lnTo>
                    <a:pt x="2193709" y="460547"/>
                  </a:lnTo>
                  <a:lnTo>
                    <a:pt x="2203452" y="476826"/>
                  </a:lnTo>
                  <a:lnTo>
                    <a:pt x="2213196" y="497842"/>
                  </a:lnTo>
                  <a:lnTo>
                    <a:pt x="2222955" y="484709"/>
                  </a:lnTo>
                  <a:lnTo>
                    <a:pt x="2232699" y="480772"/>
                  </a:lnTo>
                  <a:lnTo>
                    <a:pt x="2242458" y="486294"/>
                  </a:lnTo>
                  <a:lnTo>
                    <a:pt x="2252202" y="472700"/>
                  </a:lnTo>
                  <a:lnTo>
                    <a:pt x="2261946" y="422982"/>
                  </a:lnTo>
                  <a:lnTo>
                    <a:pt x="2271705" y="428851"/>
                  </a:lnTo>
                  <a:lnTo>
                    <a:pt x="2281449" y="396836"/>
                  </a:lnTo>
                  <a:lnTo>
                    <a:pt x="2291208" y="413339"/>
                  </a:lnTo>
                  <a:lnTo>
                    <a:pt x="2300951" y="390736"/>
                  </a:lnTo>
                  <a:lnTo>
                    <a:pt x="2310695" y="403067"/>
                  </a:lnTo>
                  <a:lnTo>
                    <a:pt x="2320454" y="404186"/>
                  </a:lnTo>
                  <a:lnTo>
                    <a:pt x="2330198" y="453035"/>
                  </a:lnTo>
                  <a:lnTo>
                    <a:pt x="2339957" y="397208"/>
                  </a:lnTo>
                  <a:lnTo>
                    <a:pt x="2349701" y="376841"/>
                  </a:lnTo>
                  <a:lnTo>
                    <a:pt x="2359445" y="391039"/>
                  </a:lnTo>
                  <a:lnTo>
                    <a:pt x="2369204" y="337921"/>
                  </a:lnTo>
                  <a:lnTo>
                    <a:pt x="2378948" y="371882"/>
                  </a:lnTo>
                  <a:lnTo>
                    <a:pt x="2388692" y="383662"/>
                  </a:lnTo>
                  <a:lnTo>
                    <a:pt x="2398450" y="412945"/>
                  </a:lnTo>
                  <a:lnTo>
                    <a:pt x="2408194" y="422352"/>
                  </a:lnTo>
                  <a:lnTo>
                    <a:pt x="2417953" y="466599"/>
                  </a:lnTo>
                  <a:lnTo>
                    <a:pt x="2427697" y="479770"/>
                  </a:lnTo>
                  <a:lnTo>
                    <a:pt x="2437441" y="503535"/>
                  </a:lnTo>
                  <a:lnTo>
                    <a:pt x="2447200" y="472275"/>
                  </a:lnTo>
                  <a:lnTo>
                    <a:pt x="2456944" y="467730"/>
                  </a:lnTo>
                  <a:lnTo>
                    <a:pt x="2466703" y="447542"/>
                  </a:lnTo>
                  <a:lnTo>
                    <a:pt x="2476446" y="440141"/>
                  </a:lnTo>
                  <a:lnTo>
                    <a:pt x="2486190" y="453342"/>
                  </a:lnTo>
                  <a:lnTo>
                    <a:pt x="2495949" y="473017"/>
                  </a:lnTo>
                  <a:lnTo>
                    <a:pt x="2505693" y="448366"/>
                  </a:lnTo>
                  <a:lnTo>
                    <a:pt x="2515452" y="431570"/>
                  </a:lnTo>
                  <a:lnTo>
                    <a:pt x="2525196" y="445837"/>
                  </a:lnTo>
                  <a:lnTo>
                    <a:pt x="2534940" y="414800"/>
                  </a:lnTo>
                  <a:lnTo>
                    <a:pt x="2544699" y="397614"/>
                  </a:lnTo>
                  <a:lnTo>
                    <a:pt x="2554443" y="398719"/>
                  </a:lnTo>
                  <a:lnTo>
                    <a:pt x="2564202" y="422456"/>
                  </a:lnTo>
                  <a:lnTo>
                    <a:pt x="2573946" y="446301"/>
                  </a:lnTo>
                  <a:lnTo>
                    <a:pt x="2583690" y="486957"/>
                  </a:lnTo>
                  <a:lnTo>
                    <a:pt x="2593448" y="479156"/>
                  </a:lnTo>
                  <a:lnTo>
                    <a:pt x="2603192" y="482812"/>
                  </a:lnTo>
                  <a:lnTo>
                    <a:pt x="2612951" y="488663"/>
                  </a:lnTo>
                  <a:lnTo>
                    <a:pt x="2622695" y="486785"/>
                  </a:lnTo>
                  <a:lnTo>
                    <a:pt x="2632439" y="502011"/>
                  </a:lnTo>
                  <a:lnTo>
                    <a:pt x="2642198" y="491884"/>
                  </a:lnTo>
                  <a:lnTo>
                    <a:pt x="2651942" y="525959"/>
                  </a:lnTo>
                  <a:lnTo>
                    <a:pt x="2661685" y="537078"/>
                  </a:lnTo>
                  <a:lnTo>
                    <a:pt x="2671444" y="569120"/>
                  </a:lnTo>
                  <a:lnTo>
                    <a:pt x="2681188" y="551969"/>
                  </a:lnTo>
                  <a:lnTo>
                    <a:pt x="2690947" y="556757"/>
                  </a:lnTo>
                  <a:lnTo>
                    <a:pt x="2700691" y="541803"/>
                  </a:lnTo>
                  <a:lnTo>
                    <a:pt x="2710435" y="547852"/>
                  </a:lnTo>
                  <a:lnTo>
                    <a:pt x="2720194" y="512348"/>
                  </a:lnTo>
                  <a:lnTo>
                    <a:pt x="2729938" y="501044"/>
                  </a:lnTo>
                  <a:lnTo>
                    <a:pt x="2739697" y="489044"/>
                  </a:lnTo>
                  <a:lnTo>
                    <a:pt x="2749441" y="519008"/>
                  </a:lnTo>
                  <a:lnTo>
                    <a:pt x="2759185" y="520788"/>
                  </a:lnTo>
                  <a:lnTo>
                    <a:pt x="2768943" y="467086"/>
                  </a:lnTo>
                  <a:lnTo>
                    <a:pt x="2778687" y="457186"/>
                  </a:lnTo>
                  <a:lnTo>
                    <a:pt x="2788446" y="454562"/>
                  </a:lnTo>
                  <a:lnTo>
                    <a:pt x="2798190" y="455250"/>
                  </a:lnTo>
                  <a:lnTo>
                    <a:pt x="2807934" y="434092"/>
                  </a:lnTo>
                  <a:lnTo>
                    <a:pt x="2817693" y="413311"/>
                  </a:lnTo>
                  <a:lnTo>
                    <a:pt x="2827437" y="414217"/>
                  </a:lnTo>
                  <a:lnTo>
                    <a:pt x="2837196" y="410512"/>
                  </a:lnTo>
                  <a:lnTo>
                    <a:pt x="2846940" y="413821"/>
                  </a:lnTo>
                  <a:lnTo>
                    <a:pt x="2856684" y="389629"/>
                  </a:lnTo>
                  <a:lnTo>
                    <a:pt x="2866442" y="387336"/>
                  </a:lnTo>
                  <a:lnTo>
                    <a:pt x="2876186" y="384723"/>
                  </a:lnTo>
                  <a:lnTo>
                    <a:pt x="2885945" y="350579"/>
                  </a:lnTo>
                  <a:lnTo>
                    <a:pt x="2895689" y="340790"/>
                  </a:lnTo>
                  <a:lnTo>
                    <a:pt x="2905433" y="336175"/>
                  </a:lnTo>
                  <a:lnTo>
                    <a:pt x="2915192" y="32885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8" name="Freeform 1007">
              <a:extLst>
                <a:ext uri="{FF2B5EF4-FFF2-40B4-BE49-F238E27FC236}">
                  <a16:creationId xmlns:a16="http://schemas.microsoft.com/office/drawing/2014/main" id="{DCDAF971-1146-C2E1-038F-A0F067F5752A}"/>
                </a:ext>
              </a:extLst>
            </p:cNvPr>
            <p:cNvSpPr/>
            <p:nvPr/>
          </p:nvSpPr>
          <p:spPr>
            <a:xfrm>
              <a:off x="4426652" y="3628414"/>
              <a:ext cx="2915191" cy="489389"/>
            </a:xfrm>
            <a:custGeom>
              <a:avLst/>
              <a:gdLst>
                <a:gd name="connsiteX0" fmla="*/ 0 w 2915191"/>
                <a:gd name="connsiteY0" fmla="*/ 365128 h 489389"/>
                <a:gd name="connsiteX1" fmla="*/ 9750 w 2915191"/>
                <a:gd name="connsiteY1" fmla="*/ 387898 h 489389"/>
                <a:gd name="connsiteX2" fmla="*/ 19500 w 2915191"/>
                <a:gd name="connsiteY2" fmla="*/ 356367 h 489389"/>
                <a:gd name="connsiteX3" fmla="*/ 29250 w 2915191"/>
                <a:gd name="connsiteY3" fmla="*/ 375419 h 489389"/>
                <a:gd name="connsiteX4" fmla="*/ 39000 w 2915191"/>
                <a:gd name="connsiteY4" fmla="*/ 329977 h 489389"/>
                <a:gd name="connsiteX5" fmla="*/ 48749 w 2915191"/>
                <a:gd name="connsiteY5" fmla="*/ 336060 h 489389"/>
                <a:gd name="connsiteX6" fmla="*/ 58499 w 2915191"/>
                <a:gd name="connsiteY6" fmla="*/ 348659 h 489389"/>
                <a:gd name="connsiteX7" fmla="*/ 68249 w 2915191"/>
                <a:gd name="connsiteY7" fmla="*/ 338112 h 489389"/>
                <a:gd name="connsiteX8" fmla="*/ 77998 w 2915191"/>
                <a:gd name="connsiteY8" fmla="*/ 346337 h 489389"/>
                <a:gd name="connsiteX9" fmla="*/ 87748 w 2915191"/>
                <a:gd name="connsiteY9" fmla="*/ 355937 h 489389"/>
                <a:gd name="connsiteX10" fmla="*/ 97497 w 2915191"/>
                <a:gd name="connsiteY10" fmla="*/ 325126 h 489389"/>
                <a:gd name="connsiteX11" fmla="*/ 107247 w 2915191"/>
                <a:gd name="connsiteY11" fmla="*/ 336637 h 489389"/>
                <a:gd name="connsiteX12" fmla="*/ 116997 w 2915191"/>
                <a:gd name="connsiteY12" fmla="*/ 339975 h 489389"/>
                <a:gd name="connsiteX13" fmla="*/ 126747 w 2915191"/>
                <a:gd name="connsiteY13" fmla="*/ 325050 h 489389"/>
                <a:gd name="connsiteX14" fmla="*/ 136497 w 2915191"/>
                <a:gd name="connsiteY14" fmla="*/ 326602 h 489389"/>
                <a:gd name="connsiteX15" fmla="*/ 146247 w 2915191"/>
                <a:gd name="connsiteY15" fmla="*/ 349332 h 489389"/>
                <a:gd name="connsiteX16" fmla="*/ 155997 w 2915191"/>
                <a:gd name="connsiteY16" fmla="*/ 372245 h 489389"/>
                <a:gd name="connsiteX17" fmla="*/ 165747 w 2915191"/>
                <a:gd name="connsiteY17" fmla="*/ 402797 h 489389"/>
                <a:gd name="connsiteX18" fmla="*/ 175497 w 2915191"/>
                <a:gd name="connsiteY18" fmla="*/ 370095 h 489389"/>
                <a:gd name="connsiteX19" fmla="*/ 185247 w 2915191"/>
                <a:gd name="connsiteY19" fmla="*/ 358855 h 489389"/>
                <a:gd name="connsiteX20" fmla="*/ 194996 w 2915191"/>
                <a:gd name="connsiteY20" fmla="*/ 375292 h 489389"/>
                <a:gd name="connsiteX21" fmla="*/ 204746 w 2915191"/>
                <a:gd name="connsiteY21" fmla="*/ 342805 h 489389"/>
                <a:gd name="connsiteX22" fmla="*/ 214495 w 2915191"/>
                <a:gd name="connsiteY22" fmla="*/ 342067 h 489389"/>
                <a:gd name="connsiteX23" fmla="*/ 224245 w 2915191"/>
                <a:gd name="connsiteY23" fmla="*/ 366503 h 489389"/>
                <a:gd name="connsiteX24" fmla="*/ 233995 w 2915191"/>
                <a:gd name="connsiteY24" fmla="*/ 382382 h 489389"/>
                <a:gd name="connsiteX25" fmla="*/ 243744 w 2915191"/>
                <a:gd name="connsiteY25" fmla="*/ 369656 h 489389"/>
                <a:gd name="connsiteX26" fmla="*/ 253494 w 2915191"/>
                <a:gd name="connsiteY26" fmla="*/ 349244 h 489389"/>
                <a:gd name="connsiteX27" fmla="*/ 263244 w 2915191"/>
                <a:gd name="connsiteY27" fmla="*/ 335667 h 489389"/>
                <a:gd name="connsiteX28" fmla="*/ 272994 w 2915191"/>
                <a:gd name="connsiteY28" fmla="*/ 291210 h 489389"/>
                <a:gd name="connsiteX29" fmla="*/ 282744 w 2915191"/>
                <a:gd name="connsiteY29" fmla="*/ 312400 h 489389"/>
                <a:gd name="connsiteX30" fmla="*/ 292494 w 2915191"/>
                <a:gd name="connsiteY30" fmla="*/ 296144 h 489389"/>
                <a:gd name="connsiteX31" fmla="*/ 302244 w 2915191"/>
                <a:gd name="connsiteY31" fmla="*/ 327016 h 489389"/>
                <a:gd name="connsiteX32" fmla="*/ 311994 w 2915191"/>
                <a:gd name="connsiteY32" fmla="*/ 291886 h 489389"/>
                <a:gd name="connsiteX33" fmla="*/ 321744 w 2915191"/>
                <a:gd name="connsiteY33" fmla="*/ 298817 h 489389"/>
                <a:gd name="connsiteX34" fmla="*/ 331493 w 2915191"/>
                <a:gd name="connsiteY34" fmla="*/ 306535 h 489389"/>
                <a:gd name="connsiteX35" fmla="*/ 341243 w 2915191"/>
                <a:gd name="connsiteY35" fmla="*/ 311483 h 489389"/>
                <a:gd name="connsiteX36" fmla="*/ 350993 w 2915191"/>
                <a:gd name="connsiteY36" fmla="*/ 298534 h 489389"/>
                <a:gd name="connsiteX37" fmla="*/ 360742 w 2915191"/>
                <a:gd name="connsiteY37" fmla="*/ 322444 h 489389"/>
                <a:gd name="connsiteX38" fmla="*/ 370492 w 2915191"/>
                <a:gd name="connsiteY38" fmla="*/ 314634 h 489389"/>
                <a:gd name="connsiteX39" fmla="*/ 380241 w 2915191"/>
                <a:gd name="connsiteY39" fmla="*/ 323162 h 489389"/>
                <a:gd name="connsiteX40" fmla="*/ 389991 w 2915191"/>
                <a:gd name="connsiteY40" fmla="*/ 315835 h 489389"/>
                <a:gd name="connsiteX41" fmla="*/ 399741 w 2915191"/>
                <a:gd name="connsiteY41" fmla="*/ 361330 h 489389"/>
                <a:gd name="connsiteX42" fmla="*/ 409491 w 2915191"/>
                <a:gd name="connsiteY42" fmla="*/ 361729 h 489389"/>
                <a:gd name="connsiteX43" fmla="*/ 419241 w 2915191"/>
                <a:gd name="connsiteY43" fmla="*/ 389120 h 489389"/>
                <a:gd name="connsiteX44" fmla="*/ 428991 w 2915191"/>
                <a:gd name="connsiteY44" fmla="*/ 398700 h 489389"/>
                <a:gd name="connsiteX45" fmla="*/ 438741 w 2915191"/>
                <a:gd name="connsiteY45" fmla="*/ 409069 h 489389"/>
                <a:gd name="connsiteX46" fmla="*/ 448491 w 2915191"/>
                <a:gd name="connsiteY46" fmla="*/ 406447 h 489389"/>
                <a:gd name="connsiteX47" fmla="*/ 458241 w 2915191"/>
                <a:gd name="connsiteY47" fmla="*/ 388002 h 489389"/>
                <a:gd name="connsiteX48" fmla="*/ 467991 w 2915191"/>
                <a:gd name="connsiteY48" fmla="*/ 365412 h 489389"/>
                <a:gd name="connsiteX49" fmla="*/ 477740 w 2915191"/>
                <a:gd name="connsiteY49" fmla="*/ 363087 h 489389"/>
                <a:gd name="connsiteX50" fmla="*/ 487490 w 2915191"/>
                <a:gd name="connsiteY50" fmla="*/ 406998 h 489389"/>
                <a:gd name="connsiteX51" fmla="*/ 497239 w 2915191"/>
                <a:gd name="connsiteY51" fmla="*/ 400562 h 489389"/>
                <a:gd name="connsiteX52" fmla="*/ 506989 w 2915191"/>
                <a:gd name="connsiteY52" fmla="*/ 401501 h 489389"/>
                <a:gd name="connsiteX53" fmla="*/ 516738 w 2915191"/>
                <a:gd name="connsiteY53" fmla="*/ 430733 h 489389"/>
                <a:gd name="connsiteX54" fmla="*/ 526488 w 2915191"/>
                <a:gd name="connsiteY54" fmla="*/ 429019 h 489389"/>
                <a:gd name="connsiteX55" fmla="*/ 536238 w 2915191"/>
                <a:gd name="connsiteY55" fmla="*/ 430986 h 489389"/>
                <a:gd name="connsiteX56" fmla="*/ 545988 w 2915191"/>
                <a:gd name="connsiteY56" fmla="*/ 470796 h 489389"/>
                <a:gd name="connsiteX57" fmla="*/ 555738 w 2915191"/>
                <a:gd name="connsiteY57" fmla="*/ 439985 h 489389"/>
                <a:gd name="connsiteX58" fmla="*/ 565488 w 2915191"/>
                <a:gd name="connsiteY58" fmla="*/ 427797 h 489389"/>
                <a:gd name="connsiteX59" fmla="*/ 575238 w 2915191"/>
                <a:gd name="connsiteY59" fmla="*/ 401486 h 489389"/>
                <a:gd name="connsiteX60" fmla="*/ 584988 w 2915191"/>
                <a:gd name="connsiteY60" fmla="*/ 415044 h 489389"/>
                <a:gd name="connsiteX61" fmla="*/ 594738 w 2915191"/>
                <a:gd name="connsiteY61" fmla="*/ 395601 h 489389"/>
                <a:gd name="connsiteX62" fmla="*/ 604488 w 2915191"/>
                <a:gd name="connsiteY62" fmla="*/ 395243 h 489389"/>
                <a:gd name="connsiteX63" fmla="*/ 614237 w 2915191"/>
                <a:gd name="connsiteY63" fmla="*/ 366978 h 489389"/>
                <a:gd name="connsiteX64" fmla="*/ 623987 w 2915191"/>
                <a:gd name="connsiteY64" fmla="*/ 360387 h 489389"/>
                <a:gd name="connsiteX65" fmla="*/ 633736 w 2915191"/>
                <a:gd name="connsiteY65" fmla="*/ 351851 h 489389"/>
                <a:gd name="connsiteX66" fmla="*/ 643486 w 2915191"/>
                <a:gd name="connsiteY66" fmla="*/ 371019 h 489389"/>
                <a:gd name="connsiteX67" fmla="*/ 653236 w 2915191"/>
                <a:gd name="connsiteY67" fmla="*/ 405836 h 489389"/>
                <a:gd name="connsiteX68" fmla="*/ 662985 w 2915191"/>
                <a:gd name="connsiteY68" fmla="*/ 409174 h 489389"/>
                <a:gd name="connsiteX69" fmla="*/ 672735 w 2915191"/>
                <a:gd name="connsiteY69" fmla="*/ 379744 h 489389"/>
                <a:gd name="connsiteX70" fmla="*/ 682485 w 2915191"/>
                <a:gd name="connsiteY70" fmla="*/ 402901 h 489389"/>
                <a:gd name="connsiteX71" fmla="*/ 692235 w 2915191"/>
                <a:gd name="connsiteY71" fmla="*/ 405419 h 489389"/>
                <a:gd name="connsiteX72" fmla="*/ 701985 w 2915191"/>
                <a:gd name="connsiteY72" fmla="*/ 428110 h 489389"/>
                <a:gd name="connsiteX73" fmla="*/ 711735 w 2915191"/>
                <a:gd name="connsiteY73" fmla="*/ 441281 h 489389"/>
                <a:gd name="connsiteX74" fmla="*/ 721485 w 2915191"/>
                <a:gd name="connsiteY74" fmla="*/ 453215 h 489389"/>
                <a:gd name="connsiteX75" fmla="*/ 731235 w 2915191"/>
                <a:gd name="connsiteY75" fmla="*/ 467712 h 489389"/>
                <a:gd name="connsiteX76" fmla="*/ 740985 w 2915191"/>
                <a:gd name="connsiteY76" fmla="*/ 473225 h 489389"/>
                <a:gd name="connsiteX77" fmla="*/ 750734 w 2915191"/>
                <a:gd name="connsiteY77" fmla="*/ 489390 h 489389"/>
                <a:gd name="connsiteX78" fmla="*/ 760484 w 2915191"/>
                <a:gd name="connsiteY78" fmla="*/ 488332 h 489389"/>
                <a:gd name="connsiteX79" fmla="*/ 770233 w 2915191"/>
                <a:gd name="connsiteY79" fmla="*/ 485665 h 489389"/>
                <a:gd name="connsiteX80" fmla="*/ 779983 w 2915191"/>
                <a:gd name="connsiteY80" fmla="*/ 478946 h 489389"/>
                <a:gd name="connsiteX81" fmla="*/ 789733 w 2915191"/>
                <a:gd name="connsiteY81" fmla="*/ 444812 h 489389"/>
                <a:gd name="connsiteX82" fmla="*/ 799482 w 2915191"/>
                <a:gd name="connsiteY82" fmla="*/ 419976 h 489389"/>
                <a:gd name="connsiteX83" fmla="*/ 809232 w 2915191"/>
                <a:gd name="connsiteY83" fmla="*/ 421123 h 489389"/>
                <a:gd name="connsiteX84" fmla="*/ 818982 w 2915191"/>
                <a:gd name="connsiteY84" fmla="*/ 417577 h 489389"/>
                <a:gd name="connsiteX85" fmla="*/ 828732 w 2915191"/>
                <a:gd name="connsiteY85" fmla="*/ 391712 h 489389"/>
                <a:gd name="connsiteX86" fmla="*/ 838482 w 2915191"/>
                <a:gd name="connsiteY86" fmla="*/ 385371 h 489389"/>
                <a:gd name="connsiteX87" fmla="*/ 848232 w 2915191"/>
                <a:gd name="connsiteY87" fmla="*/ 378675 h 489389"/>
                <a:gd name="connsiteX88" fmla="*/ 857982 w 2915191"/>
                <a:gd name="connsiteY88" fmla="*/ 393589 h 489389"/>
                <a:gd name="connsiteX89" fmla="*/ 867732 w 2915191"/>
                <a:gd name="connsiteY89" fmla="*/ 375255 h 489389"/>
                <a:gd name="connsiteX90" fmla="*/ 877482 w 2915191"/>
                <a:gd name="connsiteY90" fmla="*/ 363765 h 489389"/>
                <a:gd name="connsiteX91" fmla="*/ 887231 w 2915191"/>
                <a:gd name="connsiteY91" fmla="*/ 328628 h 489389"/>
                <a:gd name="connsiteX92" fmla="*/ 896981 w 2915191"/>
                <a:gd name="connsiteY92" fmla="*/ 320625 h 489389"/>
                <a:gd name="connsiteX93" fmla="*/ 906730 w 2915191"/>
                <a:gd name="connsiteY93" fmla="*/ 308871 h 489389"/>
                <a:gd name="connsiteX94" fmla="*/ 916480 w 2915191"/>
                <a:gd name="connsiteY94" fmla="*/ 275899 h 489389"/>
                <a:gd name="connsiteX95" fmla="*/ 926230 w 2915191"/>
                <a:gd name="connsiteY95" fmla="*/ 265697 h 489389"/>
                <a:gd name="connsiteX96" fmla="*/ 935979 w 2915191"/>
                <a:gd name="connsiteY96" fmla="*/ 285275 h 489389"/>
                <a:gd name="connsiteX97" fmla="*/ 945729 w 2915191"/>
                <a:gd name="connsiteY97" fmla="*/ 262477 h 489389"/>
                <a:gd name="connsiteX98" fmla="*/ 955479 w 2915191"/>
                <a:gd name="connsiteY98" fmla="*/ 278133 h 489389"/>
                <a:gd name="connsiteX99" fmla="*/ 965229 w 2915191"/>
                <a:gd name="connsiteY99" fmla="*/ 311231 h 489389"/>
                <a:gd name="connsiteX100" fmla="*/ 974979 w 2915191"/>
                <a:gd name="connsiteY100" fmla="*/ 290685 h 489389"/>
                <a:gd name="connsiteX101" fmla="*/ 984729 w 2915191"/>
                <a:gd name="connsiteY101" fmla="*/ 308160 h 489389"/>
                <a:gd name="connsiteX102" fmla="*/ 994474 w 2915191"/>
                <a:gd name="connsiteY102" fmla="*/ 321587 h 489389"/>
                <a:gd name="connsiteX103" fmla="*/ 1004233 w 2915191"/>
                <a:gd name="connsiteY103" fmla="*/ 299703 h 489389"/>
                <a:gd name="connsiteX104" fmla="*/ 1013977 w 2915191"/>
                <a:gd name="connsiteY104" fmla="*/ 300599 h 489389"/>
                <a:gd name="connsiteX105" fmla="*/ 1023721 w 2915191"/>
                <a:gd name="connsiteY105" fmla="*/ 286171 h 489389"/>
                <a:gd name="connsiteX106" fmla="*/ 1033480 w 2915191"/>
                <a:gd name="connsiteY106" fmla="*/ 294638 h 489389"/>
                <a:gd name="connsiteX107" fmla="*/ 1043224 w 2915191"/>
                <a:gd name="connsiteY107" fmla="*/ 289073 h 489389"/>
                <a:gd name="connsiteX108" fmla="*/ 1052983 w 2915191"/>
                <a:gd name="connsiteY108" fmla="*/ 322135 h 489389"/>
                <a:gd name="connsiteX109" fmla="*/ 1062727 w 2915191"/>
                <a:gd name="connsiteY109" fmla="*/ 345835 h 489389"/>
                <a:gd name="connsiteX110" fmla="*/ 1072471 w 2915191"/>
                <a:gd name="connsiteY110" fmla="*/ 351112 h 489389"/>
                <a:gd name="connsiteX111" fmla="*/ 1082230 w 2915191"/>
                <a:gd name="connsiteY111" fmla="*/ 326930 h 489389"/>
                <a:gd name="connsiteX112" fmla="*/ 1091973 w 2915191"/>
                <a:gd name="connsiteY112" fmla="*/ 363733 h 489389"/>
                <a:gd name="connsiteX113" fmla="*/ 1101732 w 2915191"/>
                <a:gd name="connsiteY113" fmla="*/ 337806 h 489389"/>
                <a:gd name="connsiteX114" fmla="*/ 1111476 w 2915191"/>
                <a:gd name="connsiteY114" fmla="*/ 376187 h 489389"/>
                <a:gd name="connsiteX115" fmla="*/ 1121220 w 2915191"/>
                <a:gd name="connsiteY115" fmla="*/ 353078 h 489389"/>
                <a:gd name="connsiteX116" fmla="*/ 1130979 w 2915191"/>
                <a:gd name="connsiteY116" fmla="*/ 373556 h 489389"/>
                <a:gd name="connsiteX117" fmla="*/ 1140723 w 2915191"/>
                <a:gd name="connsiteY117" fmla="*/ 355424 h 489389"/>
                <a:gd name="connsiteX118" fmla="*/ 1150482 w 2915191"/>
                <a:gd name="connsiteY118" fmla="*/ 337508 h 489389"/>
                <a:gd name="connsiteX119" fmla="*/ 1160226 w 2915191"/>
                <a:gd name="connsiteY119" fmla="*/ 342630 h 489389"/>
                <a:gd name="connsiteX120" fmla="*/ 1169969 w 2915191"/>
                <a:gd name="connsiteY120" fmla="*/ 327998 h 489389"/>
                <a:gd name="connsiteX121" fmla="*/ 1179728 w 2915191"/>
                <a:gd name="connsiteY121" fmla="*/ 332164 h 489389"/>
                <a:gd name="connsiteX122" fmla="*/ 1189472 w 2915191"/>
                <a:gd name="connsiteY122" fmla="*/ 308111 h 489389"/>
                <a:gd name="connsiteX123" fmla="*/ 1199231 w 2915191"/>
                <a:gd name="connsiteY123" fmla="*/ 268602 h 489389"/>
                <a:gd name="connsiteX124" fmla="*/ 1208975 w 2915191"/>
                <a:gd name="connsiteY124" fmla="*/ 270844 h 489389"/>
                <a:gd name="connsiteX125" fmla="*/ 1218719 w 2915191"/>
                <a:gd name="connsiteY125" fmla="*/ 273462 h 489389"/>
                <a:gd name="connsiteX126" fmla="*/ 1228478 w 2915191"/>
                <a:gd name="connsiteY126" fmla="*/ 256757 h 489389"/>
                <a:gd name="connsiteX127" fmla="*/ 1238222 w 2915191"/>
                <a:gd name="connsiteY127" fmla="*/ 227996 h 489389"/>
                <a:gd name="connsiteX128" fmla="*/ 1247966 w 2915191"/>
                <a:gd name="connsiteY128" fmla="*/ 242493 h 489389"/>
                <a:gd name="connsiteX129" fmla="*/ 1257725 w 2915191"/>
                <a:gd name="connsiteY129" fmla="*/ 232759 h 489389"/>
                <a:gd name="connsiteX130" fmla="*/ 1267469 w 2915191"/>
                <a:gd name="connsiteY130" fmla="*/ 231323 h 489389"/>
                <a:gd name="connsiteX131" fmla="*/ 1277227 w 2915191"/>
                <a:gd name="connsiteY131" fmla="*/ 232773 h 489389"/>
                <a:gd name="connsiteX132" fmla="*/ 1286971 w 2915191"/>
                <a:gd name="connsiteY132" fmla="*/ 210344 h 489389"/>
                <a:gd name="connsiteX133" fmla="*/ 1296715 w 2915191"/>
                <a:gd name="connsiteY133" fmla="*/ 198306 h 489389"/>
                <a:gd name="connsiteX134" fmla="*/ 1306474 w 2915191"/>
                <a:gd name="connsiteY134" fmla="*/ 184446 h 489389"/>
                <a:gd name="connsiteX135" fmla="*/ 1316218 w 2915191"/>
                <a:gd name="connsiteY135" fmla="*/ 184813 h 489389"/>
                <a:gd name="connsiteX136" fmla="*/ 1325977 w 2915191"/>
                <a:gd name="connsiteY136" fmla="*/ 168673 h 489389"/>
                <a:gd name="connsiteX137" fmla="*/ 1335721 w 2915191"/>
                <a:gd name="connsiteY137" fmla="*/ 153544 h 489389"/>
                <a:gd name="connsiteX138" fmla="*/ 1345465 w 2915191"/>
                <a:gd name="connsiteY138" fmla="*/ 153279 h 489389"/>
                <a:gd name="connsiteX139" fmla="*/ 1355224 w 2915191"/>
                <a:gd name="connsiteY139" fmla="*/ 160915 h 489389"/>
                <a:gd name="connsiteX140" fmla="*/ 1364967 w 2915191"/>
                <a:gd name="connsiteY140" fmla="*/ 172894 h 489389"/>
                <a:gd name="connsiteX141" fmla="*/ 1374726 w 2915191"/>
                <a:gd name="connsiteY141" fmla="*/ 168646 h 489389"/>
                <a:gd name="connsiteX142" fmla="*/ 1384470 w 2915191"/>
                <a:gd name="connsiteY142" fmla="*/ 159209 h 489389"/>
                <a:gd name="connsiteX143" fmla="*/ 1394214 w 2915191"/>
                <a:gd name="connsiteY143" fmla="*/ 143325 h 489389"/>
                <a:gd name="connsiteX144" fmla="*/ 1403973 w 2915191"/>
                <a:gd name="connsiteY144" fmla="*/ 95501 h 489389"/>
                <a:gd name="connsiteX145" fmla="*/ 1413717 w 2915191"/>
                <a:gd name="connsiteY145" fmla="*/ 91451 h 489389"/>
                <a:gd name="connsiteX146" fmla="*/ 1423476 w 2915191"/>
                <a:gd name="connsiteY146" fmla="*/ 86907 h 489389"/>
                <a:gd name="connsiteX147" fmla="*/ 1433220 w 2915191"/>
                <a:gd name="connsiteY147" fmla="*/ 56700 h 489389"/>
                <a:gd name="connsiteX148" fmla="*/ 1442964 w 2915191"/>
                <a:gd name="connsiteY148" fmla="*/ 56604 h 489389"/>
                <a:gd name="connsiteX149" fmla="*/ 1452722 w 2915191"/>
                <a:gd name="connsiteY149" fmla="*/ 95809 h 489389"/>
                <a:gd name="connsiteX150" fmla="*/ 1462466 w 2915191"/>
                <a:gd name="connsiteY150" fmla="*/ 85240 h 489389"/>
                <a:gd name="connsiteX151" fmla="*/ 1472225 w 2915191"/>
                <a:gd name="connsiteY151" fmla="*/ 71432 h 489389"/>
                <a:gd name="connsiteX152" fmla="*/ 1481969 w 2915191"/>
                <a:gd name="connsiteY152" fmla="*/ 55688 h 489389"/>
                <a:gd name="connsiteX153" fmla="*/ 1491713 w 2915191"/>
                <a:gd name="connsiteY153" fmla="*/ 56990 h 489389"/>
                <a:gd name="connsiteX154" fmla="*/ 1501472 w 2915191"/>
                <a:gd name="connsiteY154" fmla="*/ 66318 h 489389"/>
                <a:gd name="connsiteX155" fmla="*/ 1511216 w 2915191"/>
                <a:gd name="connsiteY155" fmla="*/ 62477 h 489389"/>
                <a:gd name="connsiteX156" fmla="*/ 1520960 w 2915191"/>
                <a:gd name="connsiteY156" fmla="*/ 40387 h 489389"/>
                <a:gd name="connsiteX157" fmla="*/ 1530719 w 2915191"/>
                <a:gd name="connsiteY157" fmla="*/ 37575 h 489389"/>
                <a:gd name="connsiteX158" fmla="*/ 1540463 w 2915191"/>
                <a:gd name="connsiteY158" fmla="*/ 33344 h 489389"/>
                <a:gd name="connsiteX159" fmla="*/ 1550221 w 2915191"/>
                <a:gd name="connsiteY159" fmla="*/ 13150 h 489389"/>
                <a:gd name="connsiteX160" fmla="*/ 1559965 w 2915191"/>
                <a:gd name="connsiteY160" fmla="*/ 28189 h 489389"/>
                <a:gd name="connsiteX161" fmla="*/ 1569709 w 2915191"/>
                <a:gd name="connsiteY161" fmla="*/ 48361 h 489389"/>
                <a:gd name="connsiteX162" fmla="*/ 1579468 w 2915191"/>
                <a:gd name="connsiteY162" fmla="*/ 87698 h 489389"/>
                <a:gd name="connsiteX163" fmla="*/ 1589212 w 2915191"/>
                <a:gd name="connsiteY163" fmla="*/ 33783 h 489389"/>
                <a:gd name="connsiteX164" fmla="*/ 1598971 w 2915191"/>
                <a:gd name="connsiteY164" fmla="*/ 41452 h 489389"/>
                <a:gd name="connsiteX165" fmla="*/ 1608715 w 2915191"/>
                <a:gd name="connsiteY165" fmla="*/ 26204 h 489389"/>
                <a:gd name="connsiteX166" fmla="*/ 1618459 w 2915191"/>
                <a:gd name="connsiteY166" fmla="*/ 29954 h 489389"/>
                <a:gd name="connsiteX167" fmla="*/ 1628218 w 2915191"/>
                <a:gd name="connsiteY167" fmla="*/ 45600 h 489389"/>
                <a:gd name="connsiteX168" fmla="*/ 1637962 w 2915191"/>
                <a:gd name="connsiteY168" fmla="*/ 56540 h 489389"/>
                <a:gd name="connsiteX169" fmla="*/ 1647720 w 2915191"/>
                <a:gd name="connsiteY169" fmla="*/ 55220 h 489389"/>
                <a:gd name="connsiteX170" fmla="*/ 1657464 w 2915191"/>
                <a:gd name="connsiteY170" fmla="*/ 57284 h 489389"/>
                <a:gd name="connsiteX171" fmla="*/ 1667208 w 2915191"/>
                <a:gd name="connsiteY171" fmla="*/ 32574 h 489389"/>
                <a:gd name="connsiteX172" fmla="*/ 1676967 w 2915191"/>
                <a:gd name="connsiteY172" fmla="*/ 29010 h 489389"/>
                <a:gd name="connsiteX173" fmla="*/ 1686711 w 2915191"/>
                <a:gd name="connsiteY173" fmla="*/ 15905 h 489389"/>
                <a:gd name="connsiteX174" fmla="*/ 1696470 w 2915191"/>
                <a:gd name="connsiteY174" fmla="*/ 34841 h 489389"/>
                <a:gd name="connsiteX175" fmla="*/ 1706214 w 2915191"/>
                <a:gd name="connsiteY175" fmla="*/ 30135 h 489389"/>
                <a:gd name="connsiteX176" fmla="*/ 1715958 w 2915191"/>
                <a:gd name="connsiteY176" fmla="*/ 632 h 489389"/>
                <a:gd name="connsiteX177" fmla="*/ 1725716 w 2915191"/>
                <a:gd name="connsiteY177" fmla="*/ 8692 h 489389"/>
                <a:gd name="connsiteX178" fmla="*/ 1735460 w 2915191"/>
                <a:gd name="connsiteY178" fmla="*/ 31580 h 489389"/>
                <a:gd name="connsiteX179" fmla="*/ 1745219 w 2915191"/>
                <a:gd name="connsiteY179" fmla="*/ 0 h 489389"/>
                <a:gd name="connsiteX180" fmla="*/ 1754963 w 2915191"/>
                <a:gd name="connsiteY180" fmla="*/ 14194 h 489389"/>
                <a:gd name="connsiteX181" fmla="*/ 1764707 w 2915191"/>
                <a:gd name="connsiteY181" fmla="*/ 39365 h 489389"/>
                <a:gd name="connsiteX182" fmla="*/ 1774466 w 2915191"/>
                <a:gd name="connsiteY182" fmla="*/ 74782 h 489389"/>
                <a:gd name="connsiteX183" fmla="*/ 1784210 w 2915191"/>
                <a:gd name="connsiteY183" fmla="*/ 93370 h 489389"/>
                <a:gd name="connsiteX184" fmla="*/ 1793969 w 2915191"/>
                <a:gd name="connsiteY184" fmla="*/ 90923 h 489389"/>
                <a:gd name="connsiteX185" fmla="*/ 1803713 w 2915191"/>
                <a:gd name="connsiteY185" fmla="*/ 123846 h 489389"/>
                <a:gd name="connsiteX186" fmla="*/ 1813457 w 2915191"/>
                <a:gd name="connsiteY186" fmla="*/ 137430 h 489389"/>
                <a:gd name="connsiteX187" fmla="*/ 1823215 w 2915191"/>
                <a:gd name="connsiteY187" fmla="*/ 165669 h 489389"/>
                <a:gd name="connsiteX188" fmla="*/ 1832959 w 2915191"/>
                <a:gd name="connsiteY188" fmla="*/ 143774 h 489389"/>
                <a:gd name="connsiteX189" fmla="*/ 1842703 w 2915191"/>
                <a:gd name="connsiteY189" fmla="*/ 140426 h 489389"/>
                <a:gd name="connsiteX190" fmla="*/ 1852462 w 2915191"/>
                <a:gd name="connsiteY190" fmla="*/ 137740 h 489389"/>
                <a:gd name="connsiteX191" fmla="*/ 1862206 w 2915191"/>
                <a:gd name="connsiteY191" fmla="*/ 165540 h 489389"/>
                <a:gd name="connsiteX192" fmla="*/ 1871965 w 2915191"/>
                <a:gd name="connsiteY192" fmla="*/ 184502 h 489389"/>
                <a:gd name="connsiteX193" fmla="*/ 1881709 w 2915191"/>
                <a:gd name="connsiteY193" fmla="*/ 199707 h 489389"/>
                <a:gd name="connsiteX194" fmla="*/ 1891453 w 2915191"/>
                <a:gd name="connsiteY194" fmla="*/ 226789 h 489389"/>
                <a:gd name="connsiteX195" fmla="*/ 1901212 w 2915191"/>
                <a:gd name="connsiteY195" fmla="*/ 200491 h 489389"/>
                <a:gd name="connsiteX196" fmla="*/ 1910956 w 2915191"/>
                <a:gd name="connsiteY196" fmla="*/ 188454 h 489389"/>
                <a:gd name="connsiteX197" fmla="*/ 1920714 w 2915191"/>
                <a:gd name="connsiteY197" fmla="*/ 167116 h 489389"/>
                <a:gd name="connsiteX198" fmla="*/ 1930458 w 2915191"/>
                <a:gd name="connsiteY198" fmla="*/ 152074 h 489389"/>
                <a:gd name="connsiteX199" fmla="*/ 1940202 w 2915191"/>
                <a:gd name="connsiteY199" fmla="*/ 149712 h 489389"/>
                <a:gd name="connsiteX200" fmla="*/ 1949961 w 2915191"/>
                <a:gd name="connsiteY200" fmla="*/ 139906 h 489389"/>
                <a:gd name="connsiteX201" fmla="*/ 1959705 w 2915191"/>
                <a:gd name="connsiteY201" fmla="*/ 153838 h 489389"/>
                <a:gd name="connsiteX202" fmla="*/ 1969464 w 2915191"/>
                <a:gd name="connsiteY202" fmla="*/ 160493 h 489389"/>
                <a:gd name="connsiteX203" fmla="*/ 1979208 w 2915191"/>
                <a:gd name="connsiteY203" fmla="*/ 151749 h 489389"/>
                <a:gd name="connsiteX204" fmla="*/ 1988952 w 2915191"/>
                <a:gd name="connsiteY204" fmla="*/ 163709 h 489389"/>
                <a:gd name="connsiteX205" fmla="*/ 1998711 w 2915191"/>
                <a:gd name="connsiteY205" fmla="*/ 206116 h 489389"/>
                <a:gd name="connsiteX206" fmla="*/ 2008454 w 2915191"/>
                <a:gd name="connsiteY206" fmla="*/ 175812 h 489389"/>
                <a:gd name="connsiteX207" fmla="*/ 2018213 w 2915191"/>
                <a:gd name="connsiteY207" fmla="*/ 187189 h 489389"/>
                <a:gd name="connsiteX208" fmla="*/ 2027957 w 2915191"/>
                <a:gd name="connsiteY208" fmla="*/ 176234 h 489389"/>
                <a:gd name="connsiteX209" fmla="*/ 2037701 w 2915191"/>
                <a:gd name="connsiteY209" fmla="*/ 168837 h 489389"/>
                <a:gd name="connsiteX210" fmla="*/ 2047460 w 2915191"/>
                <a:gd name="connsiteY210" fmla="*/ 184488 h 489389"/>
                <a:gd name="connsiteX211" fmla="*/ 2057204 w 2915191"/>
                <a:gd name="connsiteY211" fmla="*/ 211966 h 489389"/>
                <a:gd name="connsiteX212" fmla="*/ 2066963 w 2915191"/>
                <a:gd name="connsiteY212" fmla="*/ 188483 h 489389"/>
                <a:gd name="connsiteX213" fmla="*/ 2076707 w 2915191"/>
                <a:gd name="connsiteY213" fmla="*/ 162901 h 489389"/>
                <a:gd name="connsiteX214" fmla="*/ 2086451 w 2915191"/>
                <a:gd name="connsiteY214" fmla="*/ 164226 h 489389"/>
                <a:gd name="connsiteX215" fmla="*/ 2096210 w 2915191"/>
                <a:gd name="connsiteY215" fmla="*/ 159994 h 489389"/>
                <a:gd name="connsiteX216" fmla="*/ 2105954 w 2915191"/>
                <a:gd name="connsiteY216" fmla="*/ 153175 h 489389"/>
                <a:gd name="connsiteX217" fmla="*/ 2115697 w 2915191"/>
                <a:gd name="connsiteY217" fmla="*/ 144161 h 489389"/>
                <a:gd name="connsiteX218" fmla="*/ 2125456 w 2915191"/>
                <a:gd name="connsiteY218" fmla="*/ 143581 h 489389"/>
                <a:gd name="connsiteX219" fmla="*/ 2135200 w 2915191"/>
                <a:gd name="connsiteY219" fmla="*/ 153378 h 489389"/>
                <a:gd name="connsiteX220" fmla="*/ 2144959 w 2915191"/>
                <a:gd name="connsiteY220" fmla="*/ 172210 h 489389"/>
                <a:gd name="connsiteX221" fmla="*/ 2154703 w 2915191"/>
                <a:gd name="connsiteY221" fmla="*/ 148535 h 489389"/>
                <a:gd name="connsiteX222" fmla="*/ 2164447 w 2915191"/>
                <a:gd name="connsiteY222" fmla="*/ 161909 h 489389"/>
                <a:gd name="connsiteX223" fmla="*/ 2174206 w 2915191"/>
                <a:gd name="connsiteY223" fmla="*/ 179068 h 489389"/>
                <a:gd name="connsiteX224" fmla="*/ 2183950 w 2915191"/>
                <a:gd name="connsiteY224" fmla="*/ 160066 h 489389"/>
                <a:gd name="connsiteX225" fmla="*/ 2193709 w 2915191"/>
                <a:gd name="connsiteY225" fmla="*/ 197809 h 489389"/>
                <a:gd name="connsiteX226" fmla="*/ 2203452 w 2915191"/>
                <a:gd name="connsiteY226" fmla="*/ 151971 h 489389"/>
                <a:gd name="connsiteX227" fmla="*/ 2213196 w 2915191"/>
                <a:gd name="connsiteY227" fmla="*/ 147163 h 489389"/>
                <a:gd name="connsiteX228" fmla="*/ 2222955 w 2915191"/>
                <a:gd name="connsiteY228" fmla="*/ 156441 h 489389"/>
                <a:gd name="connsiteX229" fmla="*/ 2232699 w 2915191"/>
                <a:gd name="connsiteY229" fmla="*/ 181373 h 489389"/>
                <a:gd name="connsiteX230" fmla="*/ 2242458 w 2915191"/>
                <a:gd name="connsiteY230" fmla="*/ 146366 h 489389"/>
                <a:gd name="connsiteX231" fmla="*/ 2252202 w 2915191"/>
                <a:gd name="connsiteY231" fmla="*/ 120636 h 489389"/>
                <a:gd name="connsiteX232" fmla="*/ 2261946 w 2915191"/>
                <a:gd name="connsiteY232" fmla="*/ 111140 h 489389"/>
                <a:gd name="connsiteX233" fmla="*/ 2271705 w 2915191"/>
                <a:gd name="connsiteY233" fmla="*/ 94965 h 489389"/>
                <a:gd name="connsiteX234" fmla="*/ 2281449 w 2915191"/>
                <a:gd name="connsiteY234" fmla="*/ 90830 h 489389"/>
                <a:gd name="connsiteX235" fmla="*/ 2291208 w 2915191"/>
                <a:gd name="connsiteY235" fmla="*/ 126965 h 489389"/>
                <a:gd name="connsiteX236" fmla="*/ 2300951 w 2915191"/>
                <a:gd name="connsiteY236" fmla="*/ 91590 h 489389"/>
                <a:gd name="connsiteX237" fmla="*/ 2310695 w 2915191"/>
                <a:gd name="connsiteY237" fmla="*/ 110778 h 489389"/>
                <a:gd name="connsiteX238" fmla="*/ 2320454 w 2915191"/>
                <a:gd name="connsiteY238" fmla="*/ 137130 h 489389"/>
                <a:gd name="connsiteX239" fmla="*/ 2330198 w 2915191"/>
                <a:gd name="connsiteY239" fmla="*/ 146856 h 489389"/>
                <a:gd name="connsiteX240" fmla="*/ 2339957 w 2915191"/>
                <a:gd name="connsiteY240" fmla="*/ 139075 h 489389"/>
                <a:gd name="connsiteX241" fmla="*/ 2349701 w 2915191"/>
                <a:gd name="connsiteY241" fmla="*/ 190388 h 489389"/>
                <a:gd name="connsiteX242" fmla="*/ 2359445 w 2915191"/>
                <a:gd name="connsiteY242" fmla="*/ 183912 h 489389"/>
                <a:gd name="connsiteX243" fmla="*/ 2369204 w 2915191"/>
                <a:gd name="connsiteY243" fmla="*/ 200044 h 489389"/>
                <a:gd name="connsiteX244" fmla="*/ 2378948 w 2915191"/>
                <a:gd name="connsiteY244" fmla="*/ 172576 h 489389"/>
                <a:gd name="connsiteX245" fmla="*/ 2388692 w 2915191"/>
                <a:gd name="connsiteY245" fmla="*/ 219320 h 489389"/>
                <a:gd name="connsiteX246" fmla="*/ 2398450 w 2915191"/>
                <a:gd name="connsiteY246" fmla="*/ 224996 h 489389"/>
                <a:gd name="connsiteX247" fmla="*/ 2408194 w 2915191"/>
                <a:gd name="connsiteY247" fmla="*/ 246449 h 489389"/>
                <a:gd name="connsiteX248" fmla="*/ 2417953 w 2915191"/>
                <a:gd name="connsiteY248" fmla="*/ 258097 h 489389"/>
                <a:gd name="connsiteX249" fmla="*/ 2427697 w 2915191"/>
                <a:gd name="connsiteY249" fmla="*/ 257800 h 489389"/>
                <a:gd name="connsiteX250" fmla="*/ 2437441 w 2915191"/>
                <a:gd name="connsiteY250" fmla="*/ 267918 h 489389"/>
                <a:gd name="connsiteX251" fmla="*/ 2447200 w 2915191"/>
                <a:gd name="connsiteY251" fmla="*/ 251668 h 489389"/>
                <a:gd name="connsiteX252" fmla="*/ 2456944 w 2915191"/>
                <a:gd name="connsiteY252" fmla="*/ 236007 h 489389"/>
                <a:gd name="connsiteX253" fmla="*/ 2466703 w 2915191"/>
                <a:gd name="connsiteY253" fmla="*/ 274293 h 489389"/>
                <a:gd name="connsiteX254" fmla="*/ 2476446 w 2915191"/>
                <a:gd name="connsiteY254" fmla="*/ 283060 h 489389"/>
                <a:gd name="connsiteX255" fmla="*/ 2486190 w 2915191"/>
                <a:gd name="connsiteY255" fmla="*/ 321104 h 489389"/>
                <a:gd name="connsiteX256" fmla="*/ 2495949 w 2915191"/>
                <a:gd name="connsiteY256" fmla="*/ 282108 h 489389"/>
                <a:gd name="connsiteX257" fmla="*/ 2505693 w 2915191"/>
                <a:gd name="connsiteY257" fmla="*/ 265764 h 489389"/>
                <a:gd name="connsiteX258" fmla="*/ 2515452 w 2915191"/>
                <a:gd name="connsiteY258" fmla="*/ 292139 h 489389"/>
                <a:gd name="connsiteX259" fmla="*/ 2525196 w 2915191"/>
                <a:gd name="connsiteY259" fmla="*/ 290229 h 489389"/>
                <a:gd name="connsiteX260" fmla="*/ 2534940 w 2915191"/>
                <a:gd name="connsiteY260" fmla="*/ 238750 h 489389"/>
                <a:gd name="connsiteX261" fmla="*/ 2544699 w 2915191"/>
                <a:gd name="connsiteY261" fmla="*/ 225162 h 489389"/>
                <a:gd name="connsiteX262" fmla="*/ 2554443 w 2915191"/>
                <a:gd name="connsiteY262" fmla="*/ 214994 h 489389"/>
                <a:gd name="connsiteX263" fmla="*/ 2564202 w 2915191"/>
                <a:gd name="connsiteY263" fmla="*/ 212370 h 489389"/>
                <a:gd name="connsiteX264" fmla="*/ 2573946 w 2915191"/>
                <a:gd name="connsiteY264" fmla="*/ 243645 h 489389"/>
                <a:gd name="connsiteX265" fmla="*/ 2583690 w 2915191"/>
                <a:gd name="connsiteY265" fmla="*/ 204654 h 489389"/>
                <a:gd name="connsiteX266" fmla="*/ 2593448 w 2915191"/>
                <a:gd name="connsiteY266" fmla="*/ 218447 h 489389"/>
                <a:gd name="connsiteX267" fmla="*/ 2603192 w 2915191"/>
                <a:gd name="connsiteY267" fmla="*/ 216575 h 489389"/>
                <a:gd name="connsiteX268" fmla="*/ 2612951 w 2915191"/>
                <a:gd name="connsiteY268" fmla="*/ 191544 h 489389"/>
                <a:gd name="connsiteX269" fmla="*/ 2622695 w 2915191"/>
                <a:gd name="connsiteY269" fmla="*/ 194494 h 489389"/>
                <a:gd name="connsiteX270" fmla="*/ 2632439 w 2915191"/>
                <a:gd name="connsiteY270" fmla="*/ 195996 h 489389"/>
                <a:gd name="connsiteX271" fmla="*/ 2642198 w 2915191"/>
                <a:gd name="connsiteY271" fmla="*/ 206489 h 489389"/>
                <a:gd name="connsiteX272" fmla="*/ 2651942 w 2915191"/>
                <a:gd name="connsiteY272" fmla="*/ 201412 h 489389"/>
                <a:gd name="connsiteX273" fmla="*/ 2661685 w 2915191"/>
                <a:gd name="connsiteY273" fmla="*/ 217978 h 489389"/>
                <a:gd name="connsiteX274" fmla="*/ 2671444 w 2915191"/>
                <a:gd name="connsiteY274" fmla="*/ 217129 h 489389"/>
                <a:gd name="connsiteX275" fmla="*/ 2681188 w 2915191"/>
                <a:gd name="connsiteY275" fmla="*/ 228676 h 489389"/>
                <a:gd name="connsiteX276" fmla="*/ 2690947 w 2915191"/>
                <a:gd name="connsiteY276" fmla="*/ 221633 h 489389"/>
                <a:gd name="connsiteX277" fmla="*/ 2700691 w 2915191"/>
                <a:gd name="connsiteY277" fmla="*/ 194804 h 489389"/>
                <a:gd name="connsiteX278" fmla="*/ 2710435 w 2915191"/>
                <a:gd name="connsiteY278" fmla="*/ 232379 h 489389"/>
                <a:gd name="connsiteX279" fmla="*/ 2720194 w 2915191"/>
                <a:gd name="connsiteY279" fmla="*/ 239363 h 489389"/>
                <a:gd name="connsiteX280" fmla="*/ 2729938 w 2915191"/>
                <a:gd name="connsiteY280" fmla="*/ 221631 h 489389"/>
                <a:gd name="connsiteX281" fmla="*/ 2739697 w 2915191"/>
                <a:gd name="connsiteY281" fmla="*/ 217551 h 489389"/>
                <a:gd name="connsiteX282" fmla="*/ 2749441 w 2915191"/>
                <a:gd name="connsiteY282" fmla="*/ 211797 h 489389"/>
                <a:gd name="connsiteX283" fmla="*/ 2759185 w 2915191"/>
                <a:gd name="connsiteY283" fmla="*/ 243963 h 489389"/>
                <a:gd name="connsiteX284" fmla="*/ 2768943 w 2915191"/>
                <a:gd name="connsiteY284" fmla="*/ 211533 h 489389"/>
                <a:gd name="connsiteX285" fmla="*/ 2778687 w 2915191"/>
                <a:gd name="connsiteY285" fmla="*/ 217406 h 489389"/>
                <a:gd name="connsiteX286" fmla="*/ 2788446 w 2915191"/>
                <a:gd name="connsiteY286" fmla="*/ 225624 h 489389"/>
                <a:gd name="connsiteX287" fmla="*/ 2798190 w 2915191"/>
                <a:gd name="connsiteY287" fmla="*/ 248737 h 489389"/>
                <a:gd name="connsiteX288" fmla="*/ 2807934 w 2915191"/>
                <a:gd name="connsiteY288" fmla="*/ 216677 h 489389"/>
                <a:gd name="connsiteX289" fmla="*/ 2817693 w 2915191"/>
                <a:gd name="connsiteY289" fmla="*/ 208243 h 489389"/>
                <a:gd name="connsiteX290" fmla="*/ 2827437 w 2915191"/>
                <a:gd name="connsiteY290" fmla="*/ 165164 h 489389"/>
                <a:gd name="connsiteX291" fmla="*/ 2837196 w 2915191"/>
                <a:gd name="connsiteY291" fmla="*/ 120758 h 489389"/>
                <a:gd name="connsiteX292" fmla="*/ 2846940 w 2915191"/>
                <a:gd name="connsiteY292" fmla="*/ 131278 h 489389"/>
                <a:gd name="connsiteX293" fmla="*/ 2856684 w 2915191"/>
                <a:gd name="connsiteY293" fmla="*/ 127157 h 489389"/>
                <a:gd name="connsiteX294" fmla="*/ 2866442 w 2915191"/>
                <a:gd name="connsiteY294" fmla="*/ 123116 h 489389"/>
                <a:gd name="connsiteX295" fmla="*/ 2876186 w 2915191"/>
                <a:gd name="connsiteY295" fmla="*/ 120008 h 489389"/>
                <a:gd name="connsiteX296" fmla="*/ 2885945 w 2915191"/>
                <a:gd name="connsiteY296" fmla="*/ 135123 h 489389"/>
                <a:gd name="connsiteX297" fmla="*/ 2895689 w 2915191"/>
                <a:gd name="connsiteY297" fmla="*/ 127681 h 489389"/>
                <a:gd name="connsiteX298" fmla="*/ 2905433 w 2915191"/>
                <a:gd name="connsiteY298" fmla="*/ 118924 h 489389"/>
                <a:gd name="connsiteX299" fmla="*/ 2915192 w 2915191"/>
                <a:gd name="connsiteY299" fmla="*/ 147239 h 489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89389">
                  <a:moveTo>
                    <a:pt x="0" y="365128"/>
                  </a:moveTo>
                  <a:lnTo>
                    <a:pt x="9750" y="387898"/>
                  </a:lnTo>
                  <a:lnTo>
                    <a:pt x="19500" y="356367"/>
                  </a:lnTo>
                  <a:lnTo>
                    <a:pt x="29250" y="375419"/>
                  </a:lnTo>
                  <a:lnTo>
                    <a:pt x="39000" y="329977"/>
                  </a:lnTo>
                  <a:lnTo>
                    <a:pt x="48749" y="336060"/>
                  </a:lnTo>
                  <a:lnTo>
                    <a:pt x="58499" y="348659"/>
                  </a:lnTo>
                  <a:lnTo>
                    <a:pt x="68249" y="338112"/>
                  </a:lnTo>
                  <a:lnTo>
                    <a:pt x="77998" y="346337"/>
                  </a:lnTo>
                  <a:lnTo>
                    <a:pt x="87748" y="355937"/>
                  </a:lnTo>
                  <a:lnTo>
                    <a:pt x="97497" y="325126"/>
                  </a:lnTo>
                  <a:lnTo>
                    <a:pt x="107247" y="336637"/>
                  </a:lnTo>
                  <a:lnTo>
                    <a:pt x="116997" y="339975"/>
                  </a:lnTo>
                  <a:lnTo>
                    <a:pt x="126747" y="325050"/>
                  </a:lnTo>
                  <a:lnTo>
                    <a:pt x="136497" y="326602"/>
                  </a:lnTo>
                  <a:lnTo>
                    <a:pt x="146247" y="349332"/>
                  </a:lnTo>
                  <a:lnTo>
                    <a:pt x="155997" y="372245"/>
                  </a:lnTo>
                  <a:lnTo>
                    <a:pt x="165747" y="402797"/>
                  </a:lnTo>
                  <a:lnTo>
                    <a:pt x="175497" y="370095"/>
                  </a:lnTo>
                  <a:lnTo>
                    <a:pt x="185247" y="358855"/>
                  </a:lnTo>
                  <a:lnTo>
                    <a:pt x="194996" y="375292"/>
                  </a:lnTo>
                  <a:lnTo>
                    <a:pt x="204746" y="342805"/>
                  </a:lnTo>
                  <a:lnTo>
                    <a:pt x="214495" y="342067"/>
                  </a:lnTo>
                  <a:lnTo>
                    <a:pt x="224245" y="366503"/>
                  </a:lnTo>
                  <a:lnTo>
                    <a:pt x="233995" y="382382"/>
                  </a:lnTo>
                  <a:lnTo>
                    <a:pt x="243744" y="369656"/>
                  </a:lnTo>
                  <a:lnTo>
                    <a:pt x="253494" y="349244"/>
                  </a:lnTo>
                  <a:lnTo>
                    <a:pt x="263244" y="335667"/>
                  </a:lnTo>
                  <a:lnTo>
                    <a:pt x="272994" y="291210"/>
                  </a:lnTo>
                  <a:lnTo>
                    <a:pt x="282744" y="312400"/>
                  </a:lnTo>
                  <a:lnTo>
                    <a:pt x="292494" y="296144"/>
                  </a:lnTo>
                  <a:lnTo>
                    <a:pt x="302244" y="327016"/>
                  </a:lnTo>
                  <a:lnTo>
                    <a:pt x="311994" y="291886"/>
                  </a:lnTo>
                  <a:lnTo>
                    <a:pt x="321744" y="298817"/>
                  </a:lnTo>
                  <a:lnTo>
                    <a:pt x="331493" y="306535"/>
                  </a:lnTo>
                  <a:lnTo>
                    <a:pt x="341243" y="311483"/>
                  </a:lnTo>
                  <a:lnTo>
                    <a:pt x="350993" y="298534"/>
                  </a:lnTo>
                  <a:lnTo>
                    <a:pt x="360742" y="322444"/>
                  </a:lnTo>
                  <a:lnTo>
                    <a:pt x="370492" y="314634"/>
                  </a:lnTo>
                  <a:lnTo>
                    <a:pt x="380241" y="323162"/>
                  </a:lnTo>
                  <a:lnTo>
                    <a:pt x="389991" y="315835"/>
                  </a:lnTo>
                  <a:lnTo>
                    <a:pt x="399741" y="361330"/>
                  </a:lnTo>
                  <a:lnTo>
                    <a:pt x="409491" y="361729"/>
                  </a:lnTo>
                  <a:lnTo>
                    <a:pt x="419241" y="389120"/>
                  </a:lnTo>
                  <a:lnTo>
                    <a:pt x="428991" y="398700"/>
                  </a:lnTo>
                  <a:lnTo>
                    <a:pt x="438741" y="409069"/>
                  </a:lnTo>
                  <a:lnTo>
                    <a:pt x="448491" y="406447"/>
                  </a:lnTo>
                  <a:lnTo>
                    <a:pt x="458241" y="388002"/>
                  </a:lnTo>
                  <a:lnTo>
                    <a:pt x="467991" y="365412"/>
                  </a:lnTo>
                  <a:lnTo>
                    <a:pt x="477740" y="363087"/>
                  </a:lnTo>
                  <a:lnTo>
                    <a:pt x="487490" y="406998"/>
                  </a:lnTo>
                  <a:lnTo>
                    <a:pt x="497239" y="400562"/>
                  </a:lnTo>
                  <a:lnTo>
                    <a:pt x="506989" y="401501"/>
                  </a:lnTo>
                  <a:lnTo>
                    <a:pt x="516738" y="430733"/>
                  </a:lnTo>
                  <a:lnTo>
                    <a:pt x="526488" y="429019"/>
                  </a:lnTo>
                  <a:lnTo>
                    <a:pt x="536238" y="430986"/>
                  </a:lnTo>
                  <a:lnTo>
                    <a:pt x="545988" y="470796"/>
                  </a:lnTo>
                  <a:lnTo>
                    <a:pt x="555738" y="439985"/>
                  </a:lnTo>
                  <a:lnTo>
                    <a:pt x="565488" y="427797"/>
                  </a:lnTo>
                  <a:lnTo>
                    <a:pt x="575238" y="401486"/>
                  </a:lnTo>
                  <a:lnTo>
                    <a:pt x="584988" y="415044"/>
                  </a:lnTo>
                  <a:lnTo>
                    <a:pt x="594738" y="395601"/>
                  </a:lnTo>
                  <a:lnTo>
                    <a:pt x="604488" y="395243"/>
                  </a:lnTo>
                  <a:lnTo>
                    <a:pt x="614237" y="366978"/>
                  </a:lnTo>
                  <a:lnTo>
                    <a:pt x="623987" y="360387"/>
                  </a:lnTo>
                  <a:lnTo>
                    <a:pt x="633736" y="351851"/>
                  </a:lnTo>
                  <a:lnTo>
                    <a:pt x="643486" y="371019"/>
                  </a:lnTo>
                  <a:lnTo>
                    <a:pt x="653236" y="405836"/>
                  </a:lnTo>
                  <a:lnTo>
                    <a:pt x="662985" y="409174"/>
                  </a:lnTo>
                  <a:lnTo>
                    <a:pt x="672735" y="379744"/>
                  </a:lnTo>
                  <a:lnTo>
                    <a:pt x="682485" y="402901"/>
                  </a:lnTo>
                  <a:lnTo>
                    <a:pt x="692235" y="405419"/>
                  </a:lnTo>
                  <a:lnTo>
                    <a:pt x="701985" y="428110"/>
                  </a:lnTo>
                  <a:lnTo>
                    <a:pt x="711735" y="441281"/>
                  </a:lnTo>
                  <a:lnTo>
                    <a:pt x="721485" y="453215"/>
                  </a:lnTo>
                  <a:lnTo>
                    <a:pt x="731235" y="467712"/>
                  </a:lnTo>
                  <a:lnTo>
                    <a:pt x="740985" y="473225"/>
                  </a:lnTo>
                  <a:lnTo>
                    <a:pt x="750734" y="489390"/>
                  </a:lnTo>
                  <a:lnTo>
                    <a:pt x="760484" y="488332"/>
                  </a:lnTo>
                  <a:lnTo>
                    <a:pt x="770233" y="485665"/>
                  </a:lnTo>
                  <a:lnTo>
                    <a:pt x="779983" y="478946"/>
                  </a:lnTo>
                  <a:lnTo>
                    <a:pt x="789733" y="444812"/>
                  </a:lnTo>
                  <a:lnTo>
                    <a:pt x="799482" y="419976"/>
                  </a:lnTo>
                  <a:lnTo>
                    <a:pt x="809232" y="421123"/>
                  </a:lnTo>
                  <a:lnTo>
                    <a:pt x="818982" y="417577"/>
                  </a:lnTo>
                  <a:lnTo>
                    <a:pt x="828732" y="391712"/>
                  </a:lnTo>
                  <a:lnTo>
                    <a:pt x="838482" y="385371"/>
                  </a:lnTo>
                  <a:lnTo>
                    <a:pt x="848232" y="378675"/>
                  </a:lnTo>
                  <a:lnTo>
                    <a:pt x="857982" y="393589"/>
                  </a:lnTo>
                  <a:lnTo>
                    <a:pt x="867732" y="375255"/>
                  </a:lnTo>
                  <a:lnTo>
                    <a:pt x="877482" y="363765"/>
                  </a:lnTo>
                  <a:lnTo>
                    <a:pt x="887231" y="328628"/>
                  </a:lnTo>
                  <a:lnTo>
                    <a:pt x="896981" y="320625"/>
                  </a:lnTo>
                  <a:lnTo>
                    <a:pt x="906730" y="308871"/>
                  </a:lnTo>
                  <a:lnTo>
                    <a:pt x="916480" y="275899"/>
                  </a:lnTo>
                  <a:lnTo>
                    <a:pt x="926230" y="265697"/>
                  </a:lnTo>
                  <a:lnTo>
                    <a:pt x="935979" y="285275"/>
                  </a:lnTo>
                  <a:lnTo>
                    <a:pt x="945729" y="262477"/>
                  </a:lnTo>
                  <a:lnTo>
                    <a:pt x="955479" y="278133"/>
                  </a:lnTo>
                  <a:lnTo>
                    <a:pt x="965229" y="311231"/>
                  </a:lnTo>
                  <a:lnTo>
                    <a:pt x="974979" y="290685"/>
                  </a:lnTo>
                  <a:lnTo>
                    <a:pt x="984729" y="308160"/>
                  </a:lnTo>
                  <a:lnTo>
                    <a:pt x="994474" y="321587"/>
                  </a:lnTo>
                  <a:lnTo>
                    <a:pt x="1004233" y="299703"/>
                  </a:lnTo>
                  <a:lnTo>
                    <a:pt x="1013977" y="300599"/>
                  </a:lnTo>
                  <a:lnTo>
                    <a:pt x="1023721" y="286171"/>
                  </a:lnTo>
                  <a:lnTo>
                    <a:pt x="1033480" y="294638"/>
                  </a:lnTo>
                  <a:lnTo>
                    <a:pt x="1043224" y="289073"/>
                  </a:lnTo>
                  <a:lnTo>
                    <a:pt x="1052983" y="322135"/>
                  </a:lnTo>
                  <a:lnTo>
                    <a:pt x="1062727" y="345835"/>
                  </a:lnTo>
                  <a:lnTo>
                    <a:pt x="1072471" y="351112"/>
                  </a:lnTo>
                  <a:lnTo>
                    <a:pt x="1082230" y="326930"/>
                  </a:lnTo>
                  <a:lnTo>
                    <a:pt x="1091973" y="363733"/>
                  </a:lnTo>
                  <a:lnTo>
                    <a:pt x="1101732" y="337806"/>
                  </a:lnTo>
                  <a:lnTo>
                    <a:pt x="1111476" y="376187"/>
                  </a:lnTo>
                  <a:lnTo>
                    <a:pt x="1121220" y="353078"/>
                  </a:lnTo>
                  <a:lnTo>
                    <a:pt x="1130979" y="373556"/>
                  </a:lnTo>
                  <a:lnTo>
                    <a:pt x="1140723" y="355424"/>
                  </a:lnTo>
                  <a:lnTo>
                    <a:pt x="1150482" y="337508"/>
                  </a:lnTo>
                  <a:lnTo>
                    <a:pt x="1160226" y="342630"/>
                  </a:lnTo>
                  <a:lnTo>
                    <a:pt x="1169969" y="327998"/>
                  </a:lnTo>
                  <a:lnTo>
                    <a:pt x="1179728" y="332164"/>
                  </a:lnTo>
                  <a:lnTo>
                    <a:pt x="1189472" y="308111"/>
                  </a:lnTo>
                  <a:lnTo>
                    <a:pt x="1199231" y="268602"/>
                  </a:lnTo>
                  <a:lnTo>
                    <a:pt x="1208975" y="270844"/>
                  </a:lnTo>
                  <a:lnTo>
                    <a:pt x="1218719" y="273462"/>
                  </a:lnTo>
                  <a:lnTo>
                    <a:pt x="1228478" y="256757"/>
                  </a:lnTo>
                  <a:lnTo>
                    <a:pt x="1238222" y="227996"/>
                  </a:lnTo>
                  <a:lnTo>
                    <a:pt x="1247966" y="242493"/>
                  </a:lnTo>
                  <a:lnTo>
                    <a:pt x="1257725" y="232759"/>
                  </a:lnTo>
                  <a:lnTo>
                    <a:pt x="1267469" y="231323"/>
                  </a:lnTo>
                  <a:lnTo>
                    <a:pt x="1277227" y="232773"/>
                  </a:lnTo>
                  <a:lnTo>
                    <a:pt x="1286971" y="210344"/>
                  </a:lnTo>
                  <a:lnTo>
                    <a:pt x="1296715" y="198306"/>
                  </a:lnTo>
                  <a:lnTo>
                    <a:pt x="1306474" y="184446"/>
                  </a:lnTo>
                  <a:lnTo>
                    <a:pt x="1316218" y="184813"/>
                  </a:lnTo>
                  <a:lnTo>
                    <a:pt x="1325977" y="168673"/>
                  </a:lnTo>
                  <a:lnTo>
                    <a:pt x="1335721" y="153544"/>
                  </a:lnTo>
                  <a:lnTo>
                    <a:pt x="1345465" y="153279"/>
                  </a:lnTo>
                  <a:lnTo>
                    <a:pt x="1355224" y="160915"/>
                  </a:lnTo>
                  <a:lnTo>
                    <a:pt x="1364967" y="172894"/>
                  </a:lnTo>
                  <a:lnTo>
                    <a:pt x="1374726" y="168646"/>
                  </a:lnTo>
                  <a:lnTo>
                    <a:pt x="1384470" y="159209"/>
                  </a:lnTo>
                  <a:lnTo>
                    <a:pt x="1394214" y="143325"/>
                  </a:lnTo>
                  <a:lnTo>
                    <a:pt x="1403973" y="95501"/>
                  </a:lnTo>
                  <a:lnTo>
                    <a:pt x="1413717" y="91451"/>
                  </a:lnTo>
                  <a:lnTo>
                    <a:pt x="1423476" y="86907"/>
                  </a:lnTo>
                  <a:lnTo>
                    <a:pt x="1433220" y="56700"/>
                  </a:lnTo>
                  <a:lnTo>
                    <a:pt x="1442964" y="56604"/>
                  </a:lnTo>
                  <a:lnTo>
                    <a:pt x="1452722" y="95809"/>
                  </a:lnTo>
                  <a:lnTo>
                    <a:pt x="1462466" y="85240"/>
                  </a:lnTo>
                  <a:lnTo>
                    <a:pt x="1472225" y="71432"/>
                  </a:lnTo>
                  <a:lnTo>
                    <a:pt x="1481969" y="55688"/>
                  </a:lnTo>
                  <a:lnTo>
                    <a:pt x="1491713" y="56990"/>
                  </a:lnTo>
                  <a:lnTo>
                    <a:pt x="1501472" y="66318"/>
                  </a:lnTo>
                  <a:lnTo>
                    <a:pt x="1511216" y="62477"/>
                  </a:lnTo>
                  <a:lnTo>
                    <a:pt x="1520960" y="40387"/>
                  </a:lnTo>
                  <a:lnTo>
                    <a:pt x="1530719" y="37575"/>
                  </a:lnTo>
                  <a:lnTo>
                    <a:pt x="1540463" y="33344"/>
                  </a:lnTo>
                  <a:lnTo>
                    <a:pt x="1550221" y="13150"/>
                  </a:lnTo>
                  <a:lnTo>
                    <a:pt x="1559965" y="28189"/>
                  </a:lnTo>
                  <a:lnTo>
                    <a:pt x="1569709" y="48361"/>
                  </a:lnTo>
                  <a:lnTo>
                    <a:pt x="1579468" y="87698"/>
                  </a:lnTo>
                  <a:lnTo>
                    <a:pt x="1589212" y="33783"/>
                  </a:lnTo>
                  <a:lnTo>
                    <a:pt x="1598971" y="41452"/>
                  </a:lnTo>
                  <a:lnTo>
                    <a:pt x="1608715" y="26204"/>
                  </a:lnTo>
                  <a:lnTo>
                    <a:pt x="1618459" y="29954"/>
                  </a:lnTo>
                  <a:lnTo>
                    <a:pt x="1628218" y="45600"/>
                  </a:lnTo>
                  <a:lnTo>
                    <a:pt x="1637962" y="56540"/>
                  </a:lnTo>
                  <a:lnTo>
                    <a:pt x="1647720" y="55220"/>
                  </a:lnTo>
                  <a:lnTo>
                    <a:pt x="1657464" y="57284"/>
                  </a:lnTo>
                  <a:lnTo>
                    <a:pt x="1667208" y="32574"/>
                  </a:lnTo>
                  <a:lnTo>
                    <a:pt x="1676967" y="29010"/>
                  </a:lnTo>
                  <a:lnTo>
                    <a:pt x="1686711" y="15905"/>
                  </a:lnTo>
                  <a:lnTo>
                    <a:pt x="1696470" y="34841"/>
                  </a:lnTo>
                  <a:lnTo>
                    <a:pt x="1706214" y="30135"/>
                  </a:lnTo>
                  <a:lnTo>
                    <a:pt x="1715958" y="632"/>
                  </a:lnTo>
                  <a:lnTo>
                    <a:pt x="1725716" y="8692"/>
                  </a:lnTo>
                  <a:lnTo>
                    <a:pt x="1735460" y="31580"/>
                  </a:lnTo>
                  <a:lnTo>
                    <a:pt x="1745219" y="0"/>
                  </a:lnTo>
                  <a:lnTo>
                    <a:pt x="1754963" y="14194"/>
                  </a:lnTo>
                  <a:lnTo>
                    <a:pt x="1764707" y="39365"/>
                  </a:lnTo>
                  <a:lnTo>
                    <a:pt x="1774466" y="74782"/>
                  </a:lnTo>
                  <a:lnTo>
                    <a:pt x="1784210" y="93370"/>
                  </a:lnTo>
                  <a:lnTo>
                    <a:pt x="1793969" y="90923"/>
                  </a:lnTo>
                  <a:lnTo>
                    <a:pt x="1803713" y="123846"/>
                  </a:lnTo>
                  <a:lnTo>
                    <a:pt x="1813457" y="137430"/>
                  </a:lnTo>
                  <a:lnTo>
                    <a:pt x="1823215" y="165669"/>
                  </a:lnTo>
                  <a:lnTo>
                    <a:pt x="1832959" y="143774"/>
                  </a:lnTo>
                  <a:lnTo>
                    <a:pt x="1842703" y="140426"/>
                  </a:lnTo>
                  <a:lnTo>
                    <a:pt x="1852462" y="137740"/>
                  </a:lnTo>
                  <a:lnTo>
                    <a:pt x="1862206" y="165540"/>
                  </a:lnTo>
                  <a:lnTo>
                    <a:pt x="1871965" y="184502"/>
                  </a:lnTo>
                  <a:lnTo>
                    <a:pt x="1881709" y="199707"/>
                  </a:lnTo>
                  <a:lnTo>
                    <a:pt x="1891453" y="226789"/>
                  </a:lnTo>
                  <a:lnTo>
                    <a:pt x="1901212" y="200491"/>
                  </a:lnTo>
                  <a:lnTo>
                    <a:pt x="1910956" y="188454"/>
                  </a:lnTo>
                  <a:lnTo>
                    <a:pt x="1920714" y="167116"/>
                  </a:lnTo>
                  <a:lnTo>
                    <a:pt x="1930458" y="152074"/>
                  </a:lnTo>
                  <a:lnTo>
                    <a:pt x="1940202" y="149712"/>
                  </a:lnTo>
                  <a:lnTo>
                    <a:pt x="1949961" y="139906"/>
                  </a:lnTo>
                  <a:lnTo>
                    <a:pt x="1959705" y="153838"/>
                  </a:lnTo>
                  <a:lnTo>
                    <a:pt x="1969464" y="160493"/>
                  </a:lnTo>
                  <a:lnTo>
                    <a:pt x="1979208" y="151749"/>
                  </a:lnTo>
                  <a:lnTo>
                    <a:pt x="1988952" y="163709"/>
                  </a:lnTo>
                  <a:lnTo>
                    <a:pt x="1998711" y="206116"/>
                  </a:lnTo>
                  <a:lnTo>
                    <a:pt x="2008454" y="175812"/>
                  </a:lnTo>
                  <a:lnTo>
                    <a:pt x="2018213" y="187189"/>
                  </a:lnTo>
                  <a:lnTo>
                    <a:pt x="2027957" y="176234"/>
                  </a:lnTo>
                  <a:lnTo>
                    <a:pt x="2037701" y="168837"/>
                  </a:lnTo>
                  <a:lnTo>
                    <a:pt x="2047460" y="184488"/>
                  </a:lnTo>
                  <a:lnTo>
                    <a:pt x="2057204" y="211966"/>
                  </a:lnTo>
                  <a:lnTo>
                    <a:pt x="2066963" y="188483"/>
                  </a:lnTo>
                  <a:lnTo>
                    <a:pt x="2076707" y="162901"/>
                  </a:lnTo>
                  <a:lnTo>
                    <a:pt x="2086451" y="164226"/>
                  </a:lnTo>
                  <a:lnTo>
                    <a:pt x="2096210" y="159994"/>
                  </a:lnTo>
                  <a:lnTo>
                    <a:pt x="2105954" y="153175"/>
                  </a:lnTo>
                  <a:lnTo>
                    <a:pt x="2115697" y="144161"/>
                  </a:lnTo>
                  <a:lnTo>
                    <a:pt x="2125456" y="143581"/>
                  </a:lnTo>
                  <a:lnTo>
                    <a:pt x="2135200" y="153378"/>
                  </a:lnTo>
                  <a:lnTo>
                    <a:pt x="2144959" y="172210"/>
                  </a:lnTo>
                  <a:lnTo>
                    <a:pt x="2154703" y="148535"/>
                  </a:lnTo>
                  <a:lnTo>
                    <a:pt x="2164447" y="161909"/>
                  </a:lnTo>
                  <a:lnTo>
                    <a:pt x="2174206" y="179068"/>
                  </a:lnTo>
                  <a:lnTo>
                    <a:pt x="2183950" y="160066"/>
                  </a:lnTo>
                  <a:lnTo>
                    <a:pt x="2193709" y="197809"/>
                  </a:lnTo>
                  <a:lnTo>
                    <a:pt x="2203452" y="151971"/>
                  </a:lnTo>
                  <a:lnTo>
                    <a:pt x="2213196" y="147163"/>
                  </a:lnTo>
                  <a:lnTo>
                    <a:pt x="2222955" y="156441"/>
                  </a:lnTo>
                  <a:lnTo>
                    <a:pt x="2232699" y="181373"/>
                  </a:lnTo>
                  <a:lnTo>
                    <a:pt x="2242458" y="146366"/>
                  </a:lnTo>
                  <a:lnTo>
                    <a:pt x="2252202" y="120636"/>
                  </a:lnTo>
                  <a:lnTo>
                    <a:pt x="2261946" y="111140"/>
                  </a:lnTo>
                  <a:lnTo>
                    <a:pt x="2271705" y="94965"/>
                  </a:lnTo>
                  <a:lnTo>
                    <a:pt x="2281449" y="90830"/>
                  </a:lnTo>
                  <a:lnTo>
                    <a:pt x="2291208" y="126965"/>
                  </a:lnTo>
                  <a:lnTo>
                    <a:pt x="2300951" y="91590"/>
                  </a:lnTo>
                  <a:lnTo>
                    <a:pt x="2310695" y="110778"/>
                  </a:lnTo>
                  <a:lnTo>
                    <a:pt x="2320454" y="137130"/>
                  </a:lnTo>
                  <a:lnTo>
                    <a:pt x="2330198" y="146856"/>
                  </a:lnTo>
                  <a:lnTo>
                    <a:pt x="2339957" y="139075"/>
                  </a:lnTo>
                  <a:lnTo>
                    <a:pt x="2349701" y="190388"/>
                  </a:lnTo>
                  <a:lnTo>
                    <a:pt x="2359445" y="183912"/>
                  </a:lnTo>
                  <a:lnTo>
                    <a:pt x="2369204" y="200044"/>
                  </a:lnTo>
                  <a:lnTo>
                    <a:pt x="2378948" y="172576"/>
                  </a:lnTo>
                  <a:lnTo>
                    <a:pt x="2388692" y="219320"/>
                  </a:lnTo>
                  <a:lnTo>
                    <a:pt x="2398450" y="224996"/>
                  </a:lnTo>
                  <a:lnTo>
                    <a:pt x="2408194" y="246449"/>
                  </a:lnTo>
                  <a:lnTo>
                    <a:pt x="2417953" y="258097"/>
                  </a:lnTo>
                  <a:lnTo>
                    <a:pt x="2427697" y="257800"/>
                  </a:lnTo>
                  <a:lnTo>
                    <a:pt x="2437441" y="267918"/>
                  </a:lnTo>
                  <a:lnTo>
                    <a:pt x="2447200" y="251668"/>
                  </a:lnTo>
                  <a:lnTo>
                    <a:pt x="2456944" y="236007"/>
                  </a:lnTo>
                  <a:lnTo>
                    <a:pt x="2466703" y="274293"/>
                  </a:lnTo>
                  <a:lnTo>
                    <a:pt x="2476446" y="283060"/>
                  </a:lnTo>
                  <a:lnTo>
                    <a:pt x="2486190" y="321104"/>
                  </a:lnTo>
                  <a:lnTo>
                    <a:pt x="2495949" y="282108"/>
                  </a:lnTo>
                  <a:lnTo>
                    <a:pt x="2505693" y="265764"/>
                  </a:lnTo>
                  <a:lnTo>
                    <a:pt x="2515452" y="292139"/>
                  </a:lnTo>
                  <a:lnTo>
                    <a:pt x="2525196" y="290229"/>
                  </a:lnTo>
                  <a:lnTo>
                    <a:pt x="2534940" y="238750"/>
                  </a:lnTo>
                  <a:lnTo>
                    <a:pt x="2544699" y="225162"/>
                  </a:lnTo>
                  <a:lnTo>
                    <a:pt x="2554443" y="214994"/>
                  </a:lnTo>
                  <a:lnTo>
                    <a:pt x="2564202" y="212370"/>
                  </a:lnTo>
                  <a:lnTo>
                    <a:pt x="2573946" y="243645"/>
                  </a:lnTo>
                  <a:lnTo>
                    <a:pt x="2583690" y="204654"/>
                  </a:lnTo>
                  <a:lnTo>
                    <a:pt x="2593448" y="218447"/>
                  </a:lnTo>
                  <a:lnTo>
                    <a:pt x="2603192" y="216575"/>
                  </a:lnTo>
                  <a:lnTo>
                    <a:pt x="2612951" y="191544"/>
                  </a:lnTo>
                  <a:lnTo>
                    <a:pt x="2622695" y="194494"/>
                  </a:lnTo>
                  <a:lnTo>
                    <a:pt x="2632439" y="195996"/>
                  </a:lnTo>
                  <a:lnTo>
                    <a:pt x="2642198" y="206489"/>
                  </a:lnTo>
                  <a:lnTo>
                    <a:pt x="2651942" y="201412"/>
                  </a:lnTo>
                  <a:lnTo>
                    <a:pt x="2661685" y="217978"/>
                  </a:lnTo>
                  <a:lnTo>
                    <a:pt x="2671444" y="217129"/>
                  </a:lnTo>
                  <a:lnTo>
                    <a:pt x="2681188" y="228676"/>
                  </a:lnTo>
                  <a:lnTo>
                    <a:pt x="2690947" y="221633"/>
                  </a:lnTo>
                  <a:lnTo>
                    <a:pt x="2700691" y="194804"/>
                  </a:lnTo>
                  <a:lnTo>
                    <a:pt x="2710435" y="232379"/>
                  </a:lnTo>
                  <a:lnTo>
                    <a:pt x="2720194" y="239363"/>
                  </a:lnTo>
                  <a:lnTo>
                    <a:pt x="2729938" y="221631"/>
                  </a:lnTo>
                  <a:lnTo>
                    <a:pt x="2739697" y="217551"/>
                  </a:lnTo>
                  <a:lnTo>
                    <a:pt x="2749441" y="211797"/>
                  </a:lnTo>
                  <a:lnTo>
                    <a:pt x="2759185" y="243963"/>
                  </a:lnTo>
                  <a:lnTo>
                    <a:pt x="2768943" y="211533"/>
                  </a:lnTo>
                  <a:lnTo>
                    <a:pt x="2778687" y="217406"/>
                  </a:lnTo>
                  <a:lnTo>
                    <a:pt x="2788446" y="225624"/>
                  </a:lnTo>
                  <a:lnTo>
                    <a:pt x="2798190" y="248737"/>
                  </a:lnTo>
                  <a:lnTo>
                    <a:pt x="2807934" y="216677"/>
                  </a:lnTo>
                  <a:lnTo>
                    <a:pt x="2817693" y="208243"/>
                  </a:lnTo>
                  <a:lnTo>
                    <a:pt x="2827437" y="165164"/>
                  </a:lnTo>
                  <a:lnTo>
                    <a:pt x="2837196" y="120758"/>
                  </a:lnTo>
                  <a:lnTo>
                    <a:pt x="2846940" y="131278"/>
                  </a:lnTo>
                  <a:lnTo>
                    <a:pt x="2856684" y="127157"/>
                  </a:lnTo>
                  <a:lnTo>
                    <a:pt x="2866442" y="123116"/>
                  </a:lnTo>
                  <a:lnTo>
                    <a:pt x="2876186" y="120008"/>
                  </a:lnTo>
                  <a:lnTo>
                    <a:pt x="2885945" y="135123"/>
                  </a:lnTo>
                  <a:lnTo>
                    <a:pt x="2895689" y="127681"/>
                  </a:lnTo>
                  <a:lnTo>
                    <a:pt x="2905433" y="118924"/>
                  </a:lnTo>
                  <a:lnTo>
                    <a:pt x="2915192" y="14723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9" name="Freeform 1008">
              <a:extLst>
                <a:ext uri="{FF2B5EF4-FFF2-40B4-BE49-F238E27FC236}">
                  <a16:creationId xmlns:a16="http://schemas.microsoft.com/office/drawing/2014/main" id="{9A8A4575-BF21-C49E-1CF5-E6A85B3384A8}"/>
                </a:ext>
              </a:extLst>
            </p:cNvPr>
            <p:cNvSpPr/>
            <p:nvPr/>
          </p:nvSpPr>
          <p:spPr>
            <a:xfrm>
              <a:off x="4426652" y="3221856"/>
              <a:ext cx="2915191" cy="853112"/>
            </a:xfrm>
            <a:custGeom>
              <a:avLst/>
              <a:gdLst>
                <a:gd name="connsiteX0" fmla="*/ 0 w 2915191"/>
                <a:gd name="connsiteY0" fmla="*/ 596277 h 853112"/>
                <a:gd name="connsiteX1" fmla="*/ 9750 w 2915191"/>
                <a:gd name="connsiteY1" fmla="*/ 573477 h 853112"/>
                <a:gd name="connsiteX2" fmla="*/ 19500 w 2915191"/>
                <a:gd name="connsiteY2" fmla="*/ 587297 h 853112"/>
                <a:gd name="connsiteX3" fmla="*/ 29250 w 2915191"/>
                <a:gd name="connsiteY3" fmla="*/ 622852 h 853112"/>
                <a:gd name="connsiteX4" fmla="*/ 39000 w 2915191"/>
                <a:gd name="connsiteY4" fmla="*/ 615459 h 853112"/>
                <a:gd name="connsiteX5" fmla="*/ 48749 w 2915191"/>
                <a:gd name="connsiteY5" fmla="*/ 637517 h 853112"/>
                <a:gd name="connsiteX6" fmla="*/ 58499 w 2915191"/>
                <a:gd name="connsiteY6" fmla="*/ 633427 h 853112"/>
                <a:gd name="connsiteX7" fmla="*/ 68249 w 2915191"/>
                <a:gd name="connsiteY7" fmla="*/ 651738 h 853112"/>
                <a:gd name="connsiteX8" fmla="*/ 77998 w 2915191"/>
                <a:gd name="connsiteY8" fmla="*/ 660591 h 853112"/>
                <a:gd name="connsiteX9" fmla="*/ 87748 w 2915191"/>
                <a:gd name="connsiteY9" fmla="*/ 676400 h 853112"/>
                <a:gd name="connsiteX10" fmla="*/ 97497 w 2915191"/>
                <a:gd name="connsiteY10" fmla="*/ 653191 h 853112"/>
                <a:gd name="connsiteX11" fmla="*/ 107247 w 2915191"/>
                <a:gd name="connsiteY11" fmla="*/ 633827 h 853112"/>
                <a:gd name="connsiteX12" fmla="*/ 116997 w 2915191"/>
                <a:gd name="connsiteY12" fmla="*/ 666230 h 853112"/>
                <a:gd name="connsiteX13" fmla="*/ 126747 w 2915191"/>
                <a:gd name="connsiteY13" fmla="*/ 669078 h 853112"/>
                <a:gd name="connsiteX14" fmla="*/ 136497 w 2915191"/>
                <a:gd name="connsiteY14" fmla="*/ 661430 h 853112"/>
                <a:gd name="connsiteX15" fmla="*/ 146247 w 2915191"/>
                <a:gd name="connsiteY15" fmla="*/ 641370 h 853112"/>
                <a:gd name="connsiteX16" fmla="*/ 155997 w 2915191"/>
                <a:gd name="connsiteY16" fmla="*/ 649244 h 853112"/>
                <a:gd name="connsiteX17" fmla="*/ 165747 w 2915191"/>
                <a:gd name="connsiteY17" fmla="*/ 648506 h 853112"/>
                <a:gd name="connsiteX18" fmla="*/ 175497 w 2915191"/>
                <a:gd name="connsiteY18" fmla="*/ 646955 h 853112"/>
                <a:gd name="connsiteX19" fmla="*/ 185247 w 2915191"/>
                <a:gd name="connsiteY19" fmla="*/ 675560 h 853112"/>
                <a:gd name="connsiteX20" fmla="*/ 194996 w 2915191"/>
                <a:gd name="connsiteY20" fmla="*/ 678036 h 853112"/>
                <a:gd name="connsiteX21" fmla="*/ 204746 w 2915191"/>
                <a:gd name="connsiteY21" fmla="*/ 675909 h 853112"/>
                <a:gd name="connsiteX22" fmla="*/ 214495 w 2915191"/>
                <a:gd name="connsiteY22" fmla="*/ 642818 h 853112"/>
                <a:gd name="connsiteX23" fmla="*/ 224245 w 2915191"/>
                <a:gd name="connsiteY23" fmla="*/ 623578 h 853112"/>
                <a:gd name="connsiteX24" fmla="*/ 233995 w 2915191"/>
                <a:gd name="connsiteY24" fmla="*/ 647188 h 853112"/>
                <a:gd name="connsiteX25" fmla="*/ 243744 w 2915191"/>
                <a:gd name="connsiteY25" fmla="*/ 679559 h 853112"/>
                <a:gd name="connsiteX26" fmla="*/ 253494 w 2915191"/>
                <a:gd name="connsiteY26" fmla="*/ 664216 h 853112"/>
                <a:gd name="connsiteX27" fmla="*/ 263244 w 2915191"/>
                <a:gd name="connsiteY27" fmla="*/ 657772 h 853112"/>
                <a:gd name="connsiteX28" fmla="*/ 272994 w 2915191"/>
                <a:gd name="connsiteY28" fmla="*/ 670252 h 853112"/>
                <a:gd name="connsiteX29" fmla="*/ 282744 w 2915191"/>
                <a:gd name="connsiteY29" fmla="*/ 680012 h 853112"/>
                <a:gd name="connsiteX30" fmla="*/ 292494 w 2915191"/>
                <a:gd name="connsiteY30" fmla="*/ 705510 h 853112"/>
                <a:gd name="connsiteX31" fmla="*/ 302244 w 2915191"/>
                <a:gd name="connsiteY31" fmla="*/ 714053 h 853112"/>
                <a:gd name="connsiteX32" fmla="*/ 311994 w 2915191"/>
                <a:gd name="connsiteY32" fmla="*/ 690064 h 853112"/>
                <a:gd name="connsiteX33" fmla="*/ 321744 w 2915191"/>
                <a:gd name="connsiteY33" fmla="*/ 674119 h 853112"/>
                <a:gd name="connsiteX34" fmla="*/ 331493 w 2915191"/>
                <a:gd name="connsiteY34" fmla="*/ 623805 h 853112"/>
                <a:gd name="connsiteX35" fmla="*/ 341243 w 2915191"/>
                <a:gd name="connsiteY35" fmla="*/ 665570 h 853112"/>
                <a:gd name="connsiteX36" fmla="*/ 350993 w 2915191"/>
                <a:gd name="connsiteY36" fmla="*/ 685329 h 853112"/>
                <a:gd name="connsiteX37" fmla="*/ 360742 w 2915191"/>
                <a:gd name="connsiteY37" fmla="*/ 663994 h 853112"/>
                <a:gd name="connsiteX38" fmla="*/ 370492 w 2915191"/>
                <a:gd name="connsiteY38" fmla="*/ 674377 h 853112"/>
                <a:gd name="connsiteX39" fmla="*/ 380241 w 2915191"/>
                <a:gd name="connsiteY39" fmla="*/ 702725 h 853112"/>
                <a:gd name="connsiteX40" fmla="*/ 389991 w 2915191"/>
                <a:gd name="connsiteY40" fmla="*/ 707165 h 853112"/>
                <a:gd name="connsiteX41" fmla="*/ 399741 w 2915191"/>
                <a:gd name="connsiteY41" fmla="*/ 738614 h 853112"/>
                <a:gd name="connsiteX42" fmla="*/ 409491 w 2915191"/>
                <a:gd name="connsiteY42" fmla="*/ 748876 h 853112"/>
                <a:gd name="connsiteX43" fmla="*/ 419241 w 2915191"/>
                <a:gd name="connsiteY43" fmla="*/ 733310 h 853112"/>
                <a:gd name="connsiteX44" fmla="*/ 428991 w 2915191"/>
                <a:gd name="connsiteY44" fmla="*/ 759696 h 853112"/>
                <a:gd name="connsiteX45" fmla="*/ 438741 w 2915191"/>
                <a:gd name="connsiteY45" fmla="*/ 738449 h 853112"/>
                <a:gd name="connsiteX46" fmla="*/ 448491 w 2915191"/>
                <a:gd name="connsiteY46" fmla="*/ 790945 h 853112"/>
                <a:gd name="connsiteX47" fmla="*/ 458241 w 2915191"/>
                <a:gd name="connsiteY47" fmla="*/ 826742 h 853112"/>
                <a:gd name="connsiteX48" fmla="*/ 467991 w 2915191"/>
                <a:gd name="connsiteY48" fmla="*/ 853113 h 853112"/>
                <a:gd name="connsiteX49" fmla="*/ 477740 w 2915191"/>
                <a:gd name="connsiteY49" fmla="*/ 839972 h 853112"/>
                <a:gd name="connsiteX50" fmla="*/ 487490 w 2915191"/>
                <a:gd name="connsiteY50" fmla="*/ 819188 h 853112"/>
                <a:gd name="connsiteX51" fmla="*/ 497239 w 2915191"/>
                <a:gd name="connsiteY51" fmla="*/ 781417 h 853112"/>
                <a:gd name="connsiteX52" fmla="*/ 506989 w 2915191"/>
                <a:gd name="connsiteY52" fmla="*/ 781246 h 853112"/>
                <a:gd name="connsiteX53" fmla="*/ 516738 w 2915191"/>
                <a:gd name="connsiteY53" fmla="*/ 779399 h 853112"/>
                <a:gd name="connsiteX54" fmla="*/ 526488 w 2915191"/>
                <a:gd name="connsiteY54" fmla="*/ 744593 h 853112"/>
                <a:gd name="connsiteX55" fmla="*/ 536238 w 2915191"/>
                <a:gd name="connsiteY55" fmla="*/ 730622 h 853112"/>
                <a:gd name="connsiteX56" fmla="*/ 545988 w 2915191"/>
                <a:gd name="connsiteY56" fmla="*/ 718159 h 853112"/>
                <a:gd name="connsiteX57" fmla="*/ 555738 w 2915191"/>
                <a:gd name="connsiteY57" fmla="*/ 745944 h 853112"/>
                <a:gd name="connsiteX58" fmla="*/ 565488 w 2915191"/>
                <a:gd name="connsiteY58" fmla="*/ 727528 h 853112"/>
                <a:gd name="connsiteX59" fmla="*/ 575238 w 2915191"/>
                <a:gd name="connsiteY59" fmla="*/ 744878 h 853112"/>
                <a:gd name="connsiteX60" fmla="*/ 584988 w 2915191"/>
                <a:gd name="connsiteY60" fmla="*/ 725281 h 853112"/>
                <a:gd name="connsiteX61" fmla="*/ 594738 w 2915191"/>
                <a:gd name="connsiteY61" fmla="*/ 712702 h 853112"/>
                <a:gd name="connsiteX62" fmla="*/ 604488 w 2915191"/>
                <a:gd name="connsiteY62" fmla="*/ 719941 h 853112"/>
                <a:gd name="connsiteX63" fmla="*/ 614237 w 2915191"/>
                <a:gd name="connsiteY63" fmla="*/ 725193 h 853112"/>
                <a:gd name="connsiteX64" fmla="*/ 623987 w 2915191"/>
                <a:gd name="connsiteY64" fmla="*/ 696639 h 853112"/>
                <a:gd name="connsiteX65" fmla="*/ 633736 w 2915191"/>
                <a:gd name="connsiteY65" fmla="*/ 657467 h 853112"/>
                <a:gd name="connsiteX66" fmla="*/ 643486 w 2915191"/>
                <a:gd name="connsiteY66" fmla="*/ 651734 h 853112"/>
                <a:gd name="connsiteX67" fmla="*/ 653236 w 2915191"/>
                <a:gd name="connsiteY67" fmla="*/ 639749 h 853112"/>
                <a:gd name="connsiteX68" fmla="*/ 662985 w 2915191"/>
                <a:gd name="connsiteY68" fmla="*/ 625330 h 853112"/>
                <a:gd name="connsiteX69" fmla="*/ 672735 w 2915191"/>
                <a:gd name="connsiteY69" fmla="*/ 665414 h 853112"/>
                <a:gd name="connsiteX70" fmla="*/ 682485 w 2915191"/>
                <a:gd name="connsiteY70" fmla="*/ 670083 h 853112"/>
                <a:gd name="connsiteX71" fmla="*/ 692235 w 2915191"/>
                <a:gd name="connsiteY71" fmla="*/ 682935 h 853112"/>
                <a:gd name="connsiteX72" fmla="*/ 701985 w 2915191"/>
                <a:gd name="connsiteY72" fmla="*/ 739891 h 853112"/>
                <a:gd name="connsiteX73" fmla="*/ 711735 w 2915191"/>
                <a:gd name="connsiteY73" fmla="*/ 733337 h 853112"/>
                <a:gd name="connsiteX74" fmla="*/ 721485 w 2915191"/>
                <a:gd name="connsiteY74" fmla="*/ 745755 h 853112"/>
                <a:gd name="connsiteX75" fmla="*/ 731235 w 2915191"/>
                <a:gd name="connsiteY75" fmla="*/ 737143 h 853112"/>
                <a:gd name="connsiteX76" fmla="*/ 740985 w 2915191"/>
                <a:gd name="connsiteY76" fmla="*/ 731024 h 853112"/>
                <a:gd name="connsiteX77" fmla="*/ 750734 w 2915191"/>
                <a:gd name="connsiteY77" fmla="*/ 714235 h 853112"/>
                <a:gd name="connsiteX78" fmla="*/ 760484 w 2915191"/>
                <a:gd name="connsiteY78" fmla="*/ 679112 h 853112"/>
                <a:gd name="connsiteX79" fmla="*/ 770233 w 2915191"/>
                <a:gd name="connsiteY79" fmla="*/ 707778 h 853112"/>
                <a:gd name="connsiteX80" fmla="*/ 779983 w 2915191"/>
                <a:gd name="connsiteY80" fmla="*/ 706560 h 853112"/>
                <a:gd name="connsiteX81" fmla="*/ 789733 w 2915191"/>
                <a:gd name="connsiteY81" fmla="*/ 693463 h 853112"/>
                <a:gd name="connsiteX82" fmla="*/ 799482 w 2915191"/>
                <a:gd name="connsiteY82" fmla="*/ 676934 h 853112"/>
                <a:gd name="connsiteX83" fmla="*/ 809232 w 2915191"/>
                <a:gd name="connsiteY83" fmla="*/ 646723 h 853112"/>
                <a:gd name="connsiteX84" fmla="*/ 818982 w 2915191"/>
                <a:gd name="connsiteY84" fmla="*/ 637863 h 853112"/>
                <a:gd name="connsiteX85" fmla="*/ 828732 w 2915191"/>
                <a:gd name="connsiteY85" fmla="*/ 607762 h 853112"/>
                <a:gd name="connsiteX86" fmla="*/ 838482 w 2915191"/>
                <a:gd name="connsiteY86" fmla="*/ 650177 h 853112"/>
                <a:gd name="connsiteX87" fmla="*/ 848232 w 2915191"/>
                <a:gd name="connsiteY87" fmla="*/ 653662 h 853112"/>
                <a:gd name="connsiteX88" fmla="*/ 857982 w 2915191"/>
                <a:gd name="connsiteY88" fmla="*/ 639274 h 853112"/>
                <a:gd name="connsiteX89" fmla="*/ 867732 w 2915191"/>
                <a:gd name="connsiteY89" fmla="*/ 646054 h 853112"/>
                <a:gd name="connsiteX90" fmla="*/ 877482 w 2915191"/>
                <a:gd name="connsiteY90" fmla="*/ 644859 h 853112"/>
                <a:gd name="connsiteX91" fmla="*/ 887231 w 2915191"/>
                <a:gd name="connsiteY91" fmla="*/ 614178 h 853112"/>
                <a:gd name="connsiteX92" fmla="*/ 896981 w 2915191"/>
                <a:gd name="connsiteY92" fmla="*/ 646954 h 853112"/>
                <a:gd name="connsiteX93" fmla="*/ 906730 w 2915191"/>
                <a:gd name="connsiteY93" fmla="*/ 647334 h 853112"/>
                <a:gd name="connsiteX94" fmla="*/ 916480 w 2915191"/>
                <a:gd name="connsiteY94" fmla="*/ 626125 h 853112"/>
                <a:gd name="connsiteX95" fmla="*/ 926230 w 2915191"/>
                <a:gd name="connsiteY95" fmla="*/ 598385 h 853112"/>
                <a:gd name="connsiteX96" fmla="*/ 935979 w 2915191"/>
                <a:gd name="connsiteY96" fmla="*/ 640041 h 853112"/>
                <a:gd name="connsiteX97" fmla="*/ 945729 w 2915191"/>
                <a:gd name="connsiteY97" fmla="*/ 641605 h 853112"/>
                <a:gd name="connsiteX98" fmla="*/ 955479 w 2915191"/>
                <a:gd name="connsiteY98" fmla="*/ 623603 h 853112"/>
                <a:gd name="connsiteX99" fmla="*/ 965229 w 2915191"/>
                <a:gd name="connsiteY99" fmla="*/ 641328 h 853112"/>
                <a:gd name="connsiteX100" fmla="*/ 974979 w 2915191"/>
                <a:gd name="connsiteY100" fmla="*/ 627539 h 853112"/>
                <a:gd name="connsiteX101" fmla="*/ 984729 w 2915191"/>
                <a:gd name="connsiteY101" fmla="*/ 639324 h 853112"/>
                <a:gd name="connsiteX102" fmla="*/ 994474 w 2915191"/>
                <a:gd name="connsiteY102" fmla="*/ 639579 h 853112"/>
                <a:gd name="connsiteX103" fmla="*/ 1004233 w 2915191"/>
                <a:gd name="connsiteY103" fmla="*/ 634008 h 853112"/>
                <a:gd name="connsiteX104" fmla="*/ 1013977 w 2915191"/>
                <a:gd name="connsiteY104" fmla="*/ 608318 h 853112"/>
                <a:gd name="connsiteX105" fmla="*/ 1023721 w 2915191"/>
                <a:gd name="connsiteY105" fmla="*/ 599532 h 853112"/>
                <a:gd name="connsiteX106" fmla="*/ 1033480 w 2915191"/>
                <a:gd name="connsiteY106" fmla="*/ 594645 h 853112"/>
                <a:gd name="connsiteX107" fmla="*/ 1043224 w 2915191"/>
                <a:gd name="connsiteY107" fmla="*/ 548373 h 853112"/>
                <a:gd name="connsiteX108" fmla="*/ 1052983 w 2915191"/>
                <a:gd name="connsiteY108" fmla="*/ 525652 h 853112"/>
                <a:gd name="connsiteX109" fmla="*/ 1062727 w 2915191"/>
                <a:gd name="connsiteY109" fmla="*/ 513341 h 853112"/>
                <a:gd name="connsiteX110" fmla="*/ 1072471 w 2915191"/>
                <a:gd name="connsiteY110" fmla="*/ 493322 h 853112"/>
                <a:gd name="connsiteX111" fmla="*/ 1082230 w 2915191"/>
                <a:gd name="connsiteY111" fmla="*/ 513817 h 853112"/>
                <a:gd name="connsiteX112" fmla="*/ 1091973 w 2915191"/>
                <a:gd name="connsiteY112" fmla="*/ 521922 h 853112"/>
                <a:gd name="connsiteX113" fmla="*/ 1101732 w 2915191"/>
                <a:gd name="connsiteY113" fmla="*/ 503577 h 853112"/>
                <a:gd name="connsiteX114" fmla="*/ 1111476 w 2915191"/>
                <a:gd name="connsiteY114" fmla="*/ 503441 h 853112"/>
                <a:gd name="connsiteX115" fmla="*/ 1121220 w 2915191"/>
                <a:gd name="connsiteY115" fmla="*/ 520934 h 853112"/>
                <a:gd name="connsiteX116" fmla="*/ 1130979 w 2915191"/>
                <a:gd name="connsiteY116" fmla="*/ 520579 h 853112"/>
                <a:gd name="connsiteX117" fmla="*/ 1140723 w 2915191"/>
                <a:gd name="connsiteY117" fmla="*/ 514781 h 853112"/>
                <a:gd name="connsiteX118" fmla="*/ 1150482 w 2915191"/>
                <a:gd name="connsiteY118" fmla="*/ 480117 h 853112"/>
                <a:gd name="connsiteX119" fmla="*/ 1160226 w 2915191"/>
                <a:gd name="connsiteY119" fmla="*/ 447910 h 853112"/>
                <a:gd name="connsiteX120" fmla="*/ 1169969 w 2915191"/>
                <a:gd name="connsiteY120" fmla="*/ 380206 h 853112"/>
                <a:gd name="connsiteX121" fmla="*/ 1179728 w 2915191"/>
                <a:gd name="connsiteY121" fmla="*/ 409072 h 853112"/>
                <a:gd name="connsiteX122" fmla="*/ 1189472 w 2915191"/>
                <a:gd name="connsiteY122" fmla="*/ 422051 h 853112"/>
                <a:gd name="connsiteX123" fmla="*/ 1199231 w 2915191"/>
                <a:gd name="connsiteY123" fmla="*/ 377832 h 853112"/>
                <a:gd name="connsiteX124" fmla="*/ 1208975 w 2915191"/>
                <a:gd name="connsiteY124" fmla="*/ 334186 h 853112"/>
                <a:gd name="connsiteX125" fmla="*/ 1218719 w 2915191"/>
                <a:gd name="connsiteY125" fmla="*/ 346541 h 853112"/>
                <a:gd name="connsiteX126" fmla="*/ 1228478 w 2915191"/>
                <a:gd name="connsiteY126" fmla="*/ 324126 h 853112"/>
                <a:gd name="connsiteX127" fmla="*/ 1238222 w 2915191"/>
                <a:gd name="connsiteY127" fmla="*/ 316913 h 853112"/>
                <a:gd name="connsiteX128" fmla="*/ 1247966 w 2915191"/>
                <a:gd name="connsiteY128" fmla="*/ 286324 h 853112"/>
                <a:gd name="connsiteX129" fmla="*/ 1257725 w 2915191"/>
                <a:gd name="connsiteY129" fmla="*/ 263505 h 853112"/>
                <a:gd name="connsiteX130" fmla="*/ 1267469 w 2915191"/>
                <a:gd name="connsiteY130" fmla="*/ 284453 h 853112"/>
                <a:gd name="connsiteX131" fmla="*/ 1277227 w 2915191"/>
                <a:gd name="connsiteY131" fmla="*/ 275542 h 853112"/>
                <a:gd name="connsiteX132" fmla="*/ 1286971 w 2915191"/>
                <a:gd name="connsiteY132" fmla="*/ 278554 h 853112"/>
                <a:gd name="connsiteX133" fmla="*/ 1296715 w 2915191"/>
                <a:gd name="connsiteY133" fmla="*/ 257733 h 853112"/>
                <a:gd name="connsiteX134" fmla="*/ 1306474 w 2915191"/>
                <a:gd name="connsiteY134" fmla="*/ 247456 h 853112"/>
                <a:gd name="connsiteX135" fmla="*/ 1316218 w 2915191"/>
                <a:gd name="connsiteY135" fmla="*/ 235805 h 853112"/>
                <a:gd name="connsiteX136" fmla="*/ 1325977 w 2915191"/>
                <a:gd name="connsiteY136" fmla="*/ 273583 h 853112"/>
                <a:gd name="connsiteX137" fmla="*/ 1335721 w 2915191"/>
                <a:gd name="connsiteY137" fmla="*/ 266400 h 853112"/>
                <a:gd name="connsiteX138" fmla="*/ 1345465 w 2915191"/>
                <a:gd name="connsiteY138" fmla="*/ 280737 h 853112"/>
                <a:gd name="connsiteX139" fmla="*/ 1355224 w 2915191"/>
                <a:gd name="connsiteY139" fmla="*/ 265339 h 853112"/>
                <a:gd name="connsiteX140" fmla="*/ 1364967 w 2915191"/>
                <a:gd name="connsiteY140" fmla="*/ 296791 h 853112"/>
                <a:gd name="connsiteX141" fmla="*/ 1374726 w 2915191"/>
                <a:gd name="connsiteY141" fmla="*/ 301645 h 853112"/>
                <a:gd name="connsiteX142" fmla="*/ 1384470 w 2915191"/>
                <a:gd name="connsiteY142" fmla="*/ 281059 h 853112"/>
                <a:gd name="connsiteX143" fmla="*/ 1394214 w 2915191"/>
                <a:gd name="connsiteY143" fmla="*/ 263910 h 853112"/>
                <a:gd name="connsiteX144" fmla="*/ 1403973 w 2915191"/>
                <a:gd name="connsiteY144" fmla="*/ 257897 h 853112"/>
                <a:gd name="connsiteX145" fmla="*/ 1413717 w 2915191"/>
                <a:gd name="connsiteY145" fmla="*/ 270133 h 853112"/>
                <a:gd name="connsiteX146" fmla="*/ 1423476 w 2915191"/>
                <a:gd name="connsiteY146" fmla="*/ 271762 h 853112"/>
                <a:gd name="connsiteX147" fmla="*/ 1433220 w 2915191"/>
                <a:gd name="connsiteY147" fmla="*/ 237904 h 853112"/>
                <a:gd name="connsiteX148" fmla="*/ 1442964 w 2915191"/>
                <a:gd name="connsiteY148" fmla="*/ 224167 h 853112"/>
                <a:gd name="connsiteX149" fmla="*/ 1452722 w 2915191"/>
                <a:gd name="connsiteY149" fmla="*/ 219934 h 853112"/>
                <a:gd name="connsiteX150" fmla="*/ 1462466 w 2915191"/>
                <a:gd name="connsiteY150" fmla="*/ 199317 h 853112"/>
                <a:gd name="connsiteX151" fmla="*/ 1472225 w 2915191"/>
                <a:gd name="connsiteY151" fmla="*/ 199985 h 853112"/>
                <a:gd name="connsiteX152" fmla="*/ 1481969 w 2915191"/>
                <a:gd name="connsiteY152" fmla="*/ 215117 h 853112"/>
                <a:gd name="connsiteX153" fmla="*/ 1491713 w 2915191"/>
                <a:gd name="connsiteY153" fmla="*/ 213194 h 853112"/>
                <a:gd name="connsiteX154" fmla="*/ 1501472 w 2915191"/>
                <a:gd name="connsiteY154" fmla="*/ 233680 h 853112"/>
                <a:gd name="connsiteX155" fmla="*/ 1511216 w 2915191"/>
                <a:gd name="connsiteY155" fmla="*/ 213647 h 853112"/>
                <a:gd name="connsiteX156" fmla="*/ 1520960 w 2915191"/>
                <a:gd name="connsiteY156" fmla="*/ 202406 h 853112"/>
                <a:gd name="connsiteX157" fmla="*/ 1530719 w 2915191"/>
                <a:gd name="connsiteY157" fmla="*/ 200180 h 853112"/>
                <a:gd name="connsiteX158" fmla="*/ 1540463 w 2915191"/>
                <a:gd name="connsiteY158" fmla="*/ 184293 h 853112"/>
                <a:gd name="connsiteX159" fmla="*/ 1550221 w 2915191"/>
                <a:gd name="connsiteY159" fmla="*/ 167590 h 853112"/>
                <a:gd name="connsiteX160" fmla="*/ 1559965 w 2915191"/>
                <a:gd name="connsiteY160" fmla="*/ 198271 h 853112"/>
                <a:gd name="connsiteX161" fmla="*/ 1569709 w 2915191"/>
                <a:gd name="connsiteY161" fmla="*/ 215035 h 853112"/>
                <a:gd name="connsiteX162" fmla="*/ 1579468 w 2915191"/>
                <a:gd name="connsiteY162" fmla="*/ 205896 h 853112"/>
                <a:gd name="connsiteX163" fmla="*/ 1589212 w 2915191"/>
                <a:gd name="connsiteY163" fmla="*/ 188611 h 853112"/>
                <a:gd name="connsiteX164" fmla="*/ 1598971 w 2915191"/>
                <a:gd name="connsiteY164" fmla="*/ 210919 h 853112"/>
                <a:gd name="connsiteX165" fmla="*/ 1608715 w 2915191"/>
                <a:gd name="connsiteY165" fmla="*/ 199131 h 853112"/>
                <a:gd name="connsiteX166" fmla="*/ 1618459 w 2915191"/>
                <a:gd name="connsiteY166" fmla="*/ 215882 h 853112"/>
                <a:gd name="connsiteX167" fmla="*/ 1628218 w 2915191"/>
                <a:gd name="connsiteY167" fmla="*/ 201404 h 853112"/>
                <a:gd name="connsiteX168" fmla="*/ 1637962 w 2915191"/>
                <a:gd name="connsiteY168" fmla="*/ 212649 h 853112"/>
                <a:gd name="connsiteX169" fmla="*/ 1647720 w 2915191"/>
                <a:gd name="connsiteY169" fmla="*/ 201258 h 853112"/>
                <a:gd name="connsiteX170" fmla="*/ 1657464 w 2915191"/>
                <a:gd name="connsiteY170" fmla="*/ 210464 h 853112"/>
                <a:gd name="connsiteX171" fmla="*/ 1667208 w 2915191"/>
                <a:gd name="connsiteY171" fmla="*/ 194085 h 853112"/>
                <a:gd name="connsiteX172" fmla="*/ 1676967 w 2915191"/>
                <a:gd name="connsiteY172" fmla="*/ 178956 h 853112"/>
                <a:gd name="connsiteX173" fmla="*/ 1686711 w 2915191"/>
                <a:gd name="connsiteY173" fmla="*/ 178971 h 853112"/>
                <a:gd name="connsiteX174" fmla="*/ 1696470 w 2915191"/>
                <a:gd name="connsiteY174" fmla="*/ 170601 h 853112"/>
                <a:gd name="connsiteX175" fmla="*/ 1706214 w 2915191"/>
                <a:gd name="connsiteY175" fmla="*/ 192210 h 853112"/>
                <a:gd name="connsiteX176" fmla="*/ 1715958 w 2915191"/>
                <a:gd name="connsiteY176" fmla="*/ 167824 h 853112"/>
                <a:gd name="connsiteX177" fmla="*/ 1725716 w 2915191"/>
                <a:gd name="connsiteY177" fmla="*/ 205198 h 853112"/>
                <a:gd name="connsiteX178" fmla="*/ 1735460 w 2915191"/>
                <a:gd name="connsiteY178" fmla="*/ 208709 h 853112"/>
                <a:gd name="connsiteX179" fmla="*/ 1745219 w 2915191"/>
                <a:gd name="connsiteY179" fmla="*/ 239483 h 853112"/>
                <a:gd name="connsiteX180" fmla="*/ 1754963 w 2915191"/>
                <a:gd name="connsiteY180" fmla="*/ 247867 h 853112"/>
                <a:gd name="connsiteX181" fmla="*/ 1764707 w 2915191"/>
                <a:gd name="connsiteY181" fmla="*/ 249223 h 853112"/>
                <a:gd name="connsiteX182" fmla="*/ 1774466 w 2915191"/>
                <a:gd name="connsiteY182" fmla="*/ 229267 h 853112"/>
                <a:gd name="connsiteX183" fmla="*/ 1784210 w 2915191"/>
                <a:gd name="connsiteY183" fmla="*/ 244378 h 853112"/>
                <a:gd name="connsiteX184" fmla="*/ 1793969 w 2915191"/>
                <a:gd name="connsiteY184" fmla="*/ 237305 h 853112"/>
                <a:gd name="connsiteX185" fmla="*/ 1803713 w 2915191"/>
                <a:gd name="connsiteY185" fmla="*/ 274703 h 853112"/>
                <a:gd name="connsiteX186" fmla="*/ 1813457 w 2915191"/>
                <a:gd name="connsiteY186" fmla="*/ 259808 h 853112"/>
                <a:gd name="connsiteX187" fmla="*/ 1823215 w 2915191"/>
                <a:gd name="connsiteY187" fmla="*/ 280831 h 853112"/>
                <a:gd name="connsiteX188" fmla="*/ 1832959 w 2915191"/>
                <a:gd name="connsiteY188" fmla="*/ 266376 h 853112"/>
                <a:gd name="connsiteX189" fmla="*/ 1842703 w 2915191"/>
                <a:gd name="connsiteY189" fmla="*/ 284575 h 853112"/>
                <a:gd name="connsiteX190" fmla="*/ 1852462 w 2915191"/>
                <a:gd name="connsiteY190" fmla="*/ 288780 h 853112"/>
                <a:gd name="connsiteX191" fmla="*/ 1862206 w 2915191"/>
                <a:gd name="connsiteY191" fmla="*/ 302324 h 853112"/>
                <a:gd name="connsiteX192" fmla="*/ 1871965 w 2915191"/>
                <a:gd name="connsiteY192" fmla="*/ 293085 h 853112"/>
                <a:gd name="connsiteX193" fmla="*/ 1881709 w 2915191"/>
                <a:gd name="connsiteY193" fmla="*/ 261645 h 853112"/>
                <a:gd name="connsiteX194" fmla="*/ 1891453 w 2915191"/>
                <a:gd name="connsiteY194" fmla="*/ 263116 h 853112"/>
                <a:gd name="connsiteX195" fmla="*/ 1901212 w 2915191"/>
                <a:gd name="connsiteY195" fmla="*/ 258445 h 853112"/>
                <a:gd name="connsiteX196" fmla="*/ 1910956 w 2915191"/>
                <a:gd name="connsiteY196" fmla="*/ 251680 h 853112"/>
                <a:gd name="connsiteX197" fmla="*/ 1920714 w 2915191"/>
                <a:gd name="connsiteY197" fmla="*/ 214487 h 853112"/>
                <a:gd name="connsiteX198" fmla="*/ 1930458 w 2915191"/>
                <a:gd name="connsiteY198" fmla="*/ 229622 h 853112"/>
                <a:gd name="connsiteX199" fmla="*/ 1940202 w 2915191"/>
                <a:gd name="connsiteY199" fmla="*/ 223187 h 853112"/>
                <a:gd name="connsiteX200" fmla="*/ 1949961 w 2915191"/>
                <a:gd name="connsiteY200" fmla="*/ 207032 h 853112"/>
                <a:gd name="connsiteX201" fmla="*/ 1959705 w 2915191"/>
                <a:gd name="connsiteY201" fmla="*/ 167450 h 853112"/>
                <a:gd name="connsiteX202" fmla="*/ 1969464 w 2915191"/>
                <a:gd name="connsiteY202" fmla="*/ 191873 h 853112"/>
                <a:gd name="connsiteX203" fmla="*/ 1979208 w 2915191"/>
                <a:gd name="connsiteY203" fmla="*/ 184767 h 853112"/>
                <a:gd name="connsiteX204" fmla="*/ 1988952 w 2915191"/>
                <a:gd name="connsiteY204" fmla="*/ 194484 h 853112"/>
                <a:gd name="connsiteX205" fmla="*/ 1998711 w 2915191"/>
                <a:gd name="connsiteY205" fmla="*/ 212902 h 853112"/>
                <a:gd name="connsiteX206" fmla="*/ 2008454 w 2915191"/>
                <a:gd name="connsiteY206" fmla="*/ 231891 h 853112"/>
                <a:gd name="connsiteX207" fmla="*/ 2018213 w 2915191"/>
                <a:gd name="connsiteY207" fmla="*/ 248119 h 853112"/>
                <a:gd name="connsiteX208" fmla="*/ 2027957 w 2915191"/>
                <a:gd name="connsiteY208" fmla="*/ 266842 h 853112"/>
                <a:gd name="connsiteX209" fmla="*/ 2037701 w 2915191"/>
                <a:gd name="connsiteY209" fmla="*/ 256265 h 853112"/>
                <a:gd name="connsiteX210" fmla="*/ 2047460 w 2915191"/>
                <a:gd name="connsiteY210" fmla="*/ 281747 h 853112"/>
                <a:gd name="connsiteX211" fmla="*/ 2057204 w 2915191"/>
                <a:gd name="connsiteY211" fmla="*/ 282315 h 853112"/>
                <a:gd name="connsiteX212" fmla="*/ 2066963 w 2915191"/>
                <a:gd name="connsiteY212" fmla="*/ 279258 h 853112"/>
                <a:gd name="connsiteX213" fmla="*/ 2076707 w 2915191"/>
                <a:gd name="connsiteY213" fmla="*/ 275275 h 853112"/>
                <a:gd name="connsiteX214" fmla="*/ 2086451 w 2915191"/>
                <a:gd name="connsiteY214" fmla="*/ 276033 h 853112"/>
                <a:gd name="connsiteX215" fmla="*/ 2096210 w 2915191"/>
                <a:gd name="connsiteY215" fmla="*/ 274771 h 853112"/>
                <a:gd name="connsiteX216" fmla="*/ 2105954 w 2915191"/>
                <a:gd name="connsiteY216" fmla="*/ 299626 h 853112"/>
                <a:gd name="connsiteX217" fmla="*/ 2115697 w 2915191"/>
                <a:gd name="connsiteY217" fmla="*/ 285911 h 853112"/>
                <a:gd name="connsiteX218" fmla="*/ 2125456 w 2915191"/>
                <a:gd name="connsiteY218" fmla="*/ 288096 h 853112"/>
                <a:gd name="connsiteX219" fmla="*/ 2135200 w 2915191"/>
                <a:gd name="connsiteY219" fmla="*/ 260154 h 853112"/>
                <a:gd name="connsiteX220" fmla="*/ 2144959 w 2915191"/>
                <a:gd name="connsiteY220" fmla="*/ 277766 h 853112"/>
                <a:gd name="connsiteX221" fmla="*/ 2154703 w 2915191"/>
                <a:gd name="connsiteY221" fmla="*/ 309108 h 853112"/>
                <a:gd name="connsiteX222" fmla="*/ 2164447 w 2915191"/>
                <a:gd name="connsiteY222" fmla="*/ 293954 h 853112"/>
                <a:gd name="connsiteX223" fmla="*/ 2174206 w 2915191"/>
                <a:gd name="connsiteY223" fmla="*/ 277736 h 853112"/>
                <a:gd name="connsiteX224" fmla="*/ 2183950 w 2915191"/>
                <a:gd name="connsiteY224" fmla="*/ 273043 h 853112"/>
                <a:gd name="connsiteX225" fmla="*/ 2193709 w 2915191"/>
                <a:gd name="connsiteY225" fmla="*/ 306718 h 853112"/>
                <a:gd name="connsiteX226" fmla="*/ 2203452 w 2915191"/>
                <a:gd name="connsiteY226" fmla="*/ 319129 h 853112"/>
                <a:gd name="connsiteX227" fmla="*/ 2213196 w 2915191"/>
                <a:gd name="connsiteY227" fmla="*/ 290068 h 853112"/>
                <a:gd name="connsiteX228" fmla="*/ 2222955 w 2915191"/>
                <a:gd name="connsiteY228" fmla="*/ 281686 h 853112"/>
                <a:gd name="connsiteX229" fmla="*/ 2232699 w 2915191"/>
                <a:gd name="connsiteY229" fmla="*/ 270077 h 853112"/>
                <a:gd name="connsiteX230" fmla="*/ 2242458 w 2915191"/>
                <a:gd name="connsiteY230" fmla="*/ 311591 h 853112"/>
                <a:gd name="connsiteX231" fmla="*/ 2252202 w 2915191"/>
                <a:gd name="connsiteY231" fmla="*/ 310201 h 853112"/>
                <a:gd name="connsiteX232" fmla="*/ 2261946 w 2915191"/>
                <a:gd name="connsiteY232" fmla="*/ 308188 h 853112"/>
                <a:gd name="connsiteX233" fmla="*/ 2271705 w 2915191"/>
                <a:gd name="connsiteY233" fmla="*/ 293938 h 853112"/>
                <a:gd name="connsiteX234" fmla="*/ 2281449 w 2915191"/>
                <a:gd name="connsiteY234" fmla="*/ 316499 h 853112"/>
                <a:gd name="connsiteX235" fmla="*/ 2291208 w 2915191"/>
                <a:gd name="connsiteY235" fmla="*/ 308507 h 853112"/>
                <a:gd name="connsiteX236" fmla="*/ 2300951 w 2915191"/>
                <a:gd name="connsiteY236" fmla="*/ 307391 h 853112"/>
                <a:gd name="connsiteX237" fmla="*/ 2310695 w 2915191"/>
                <a:gd name="connsiteY237" fmla="*/ 296935 h 853112"/>
                <a:gd name="connsiteX238" fmla="*/ 2320454 w 2915191"/>
                <a:gd name="connsiteY238" fmla="*/ 310243 h 853112"/>
                <a:gd name="connsiteX239" fmla="*/ 2330198 w 2915191"/>
                <a:gd name="connsiteY239" fmla="*/ 308847 h 853112"/>
                <a:gd name="connsiteX240" fmla="*/ 2339957 w 2915191"/>
                <a:gd name="connsiteY240" fmla="*/ 296374 h 853112"/>
                <a:gd name="connsiteX241" fmla="*/ 2349701 w 2915191"/>
                <a:gd name="connsiteY241" fmla="*/ 258135 h 853112"/>
                <a:gd name="connsiteX242" fmla="*/ 2359445 w 2915191"/>
                <a:gd name="connsiteY242" fmla="*/ 255816 h 853112"/>
                <a:gd name="connsiteX243" fmla="*/ 2369204 w 2915191"/>
                <a:gd name="connsiteY243" fmla="*/ 227919 h 853112"/>
                <a:gd name="connsiteX244" fmla="*/ 2378948 w 2915191"/>
                <a:gd name="connsiteY244" fmla="*/ 194713 h 853112"/>
                <a:gd name="connsiteX245" fmla="*/ 2388692 w 2915191"/>
                <a:gd name="connsiteY245" fmla="*/ 175790 h 853112"/>
                <a:gd name="connsiteX246" fmla="*/ 2398450 w 2915191"/>
                <a:gd name="connsiteY246" fmla="*/ 129013 h 853112"/>
                <a:gd name="connsiteX247" fmla="*/ 2408194 w 2915191"/>
                <a:gd name="connsiteY247" fmla="*/ 141873 h 853112"/>
                <a:gd name="connsiteX248" fmla="*/ 2417953 w 2915191"/>
                <a:gd name="connsiteY248" fmla="*/ 123580 h 853112"/>
                <a:gd name="connsiteX249" fmla="*/ 2427697 w 2915191"/>
                <a:gd name="connsiteY249" fmla="*/ 115618 h 853112"/>
                <a:gd name="connsiteX250" fmla="*/ 2437441 w 2915191"/>
                <a:gd name="connsiteY250" fmla="*/ 85435 h 853112"/>
                <a:gd name="connsiteX251" fmla="*/ 2447200 w 2915191"/>
                <a:gd name="connsiteY251" fmla="*/ 85592 h 853112"/>
                <a:gd name="connsiteX252" fmla="*/ 2456944 w 2915191"/>
                <a:gd name="connsiteY252" fmla="*/ 81339 h 853112"/>
                <a:gd name="connsiteX253" fmla="*/ 2466703 w 2915191"/>
                <a:gd name="connsiteY253" fmla="*/ 65853 h 853112"/>
                <a:gd name="connsiteX254" fmla="*/ 2476446 w 2915191"/>
                <a:gd name="connsiteY254" fmla="*/ 76876 h 853112"/>
                <a:gd name="connsiteX255" fmla="*/ 2486190 w 2915191"/>
                <a:gd name="connsiteY255" fmla="*/ 115807 h 853112"/>
                <a:gd name="connsiteX256" fmla="*/ 2495949 w 2915191"/>
                <a:gd name="connsiteY256" fmla="*/ 157369 h 853112"/>
                <a:gd name="connsiteX257" fmla="*/ 2505693 w 2915191"/>
                <a:gd name="connsiteY257" fmla="*/ 143586 h 853112"/>
                <a:gd name="connsiteX258" fmla="*/ 2515452 w 2915191"/>
                <a:gd name="connsiteY258" fmla="*/ 168688 h 853112"/>
                <a:gd name="connsiteX259" fmla="*/ 2525196 w 2915191"/>
                <a:gd name="connsiteY259" fmla="*/ 147862 h 853112"/>
                <a:gd name="connsiteX260" fmla="*/ 2534940 w 2915191"/>
                <a:gd name="connsiteY260" fmla="*/ 154701 h 853112"/>
                <a:gd name="connsiteX261" fmla="*/ 2544699 w 2915191"/>
                <a:gd name="connsiteY261" fmla="*/ 115022 h 853112"/>
                <a:gd name="connsiteX262" fmla="*/ 2554443 w 2915191"/>
                <a:gd name="connsiteY262" fmla="*/ 122942 h 853112"/>
                <a:gd name="connsiteX263" fmla="*/ 2564202 w 2915191"/>
                <a:gd name="connsiteY263" fmla="*/ 110947 h 853112"/>
                <a:gd name="connsiteX264" fmla="*/ 2573946 w 2915191"/>
                <a:gd name="connsiteY264" fmla="*/ 109722 h 853112"/>
                <a:gd name="connsiteX265" fmla="*/ 2583690 w 2915191"/>
                <a:gd name="connsiteY265" fmla="*/ 100196 h 853112"/>
                <a:gd name="connsiteX266" fmla="*/ 2593448 w 2915191"/>
                <a:gd name="connsiteY266" fmla="*/ 72878 h 853112"/>
                <a:gd name="connsiteX267" fmla="*/ 2603192 w 2915191"/>
                <a:gd name="connsiteY267" fmla="*/ 84982 h 853112"/>
                <a:gd name="connsiteX268" fmla="*/ 2612951 w 2915191"/>
                <a:gd name="connsiteY268" fmla="*/ 95604 h 853112"/>
                <a:gd name="connsiteX269" fmla="*/ 2622695 w 2915191"/>
                <a:gd name="connsiteY269" fmla="*/ 74692 h 853112"/>
                <a:gd name="connsiteX270" fmla="*/ 2632439 w 2915191"/>
                <a:gd name="connsiteY270" fmla="*/ 86897 h 853112"/>
                <a:gd name="connsiteX271" fmla="*/ 2642198 w 2915191"/>
                <a:gd name="connsiteY271" fmla="*/ 106191 h 853112"/>
                <a:gd name="connsiteX272" fmla="*/ 2651942 w 2915191"/>
                <a:gd name="connsiteY272" fmla="*/ 86578 h 853112"/>
                <a:gd name="connsiteX273" fmla="*/ 2661685 w 2915191"/>
                <a:gd name="connsiteY273" fmla="*/ 71819 h 853112"/>
                <a:gd name="connsiteX274" fmla="*/ 2671444 w 2915191"/>
                <a:gd name="connsiteY274" fmla="*/ 70457 h 853112"/>
                <a:gd name="connsiteX275" fmla="*/ 2681188 w 2915191"/>
                <a:gd name="connsiteY275" fmla="*/ 79645 h 853112"/>
                <a:gd name="connsiteX276" fmla="*/ 2690947 w 2915191"/>
                <a:gd name="connsiteY276" fmla="*/ 67434 h 853112"/>
                <a:gd name="connsiteX277" fmla="*/ 2700691 w 2915191"/>
                <a:gd name="connsiteY277" fmla="*/ 72016 h 853112"/>
                <a:gd name="connsiteX278" fmla="*/ 2710435 w 2915191"/>
                <a:gd name="connsiteY278" fmla="*/ 68750 h 853112"/>
                <a:gd name="connsiteX279" fmla="*/ 2720194 w 2915191"/>
                <a:gd name="connsiteY279" fmla="*/ 51287 h 853112"/>
                <a:gd name="connsiteX280" fmla="*/ 2729938 w 2915191"/>
                <a:gd name="connsiteY280" fmla="*/ 15289 h 853112"/>
                <a:gd name="connsiteX281" fmla="*/ 2739697 w 2915191"/>
                <a:gd name="connsiteY281" fmla="*/ 12186 h 853112"/>
                <a:gd name="connsiteX282" fmla="*/ 2749441 w 2915191"/>
                <a:gd name="connsiteY282" fmla="*/ 27527 h 853112"/>
                <a:gd name="connsiteX283" fmla="*/ 2759185 w 2915191"/>
                <a:gd name="connsiteY283" fmla="*/ 4342 h 853112"/>
                <a:gd name="connsiteX284" fmla="*/ 2768943 w 2915191"/>
                <a:gd name="connsiteY284" fmla="*/ 0 h 853112"/>
                <a:gd name="connsiteX285" fmla="*/ 2778687 w 2915191"/>
                <a:gd name="connsiteY285" fmla="*/ 13677 h 853112"/>
                <a:gd name="connsiteX286" fmla="*/ 2788446 w 2915191"/>
                <a:gd name="connsiteY286" fmla="*/ 23931 h 853112"/>
                <a:gd name="connsiteX287" fmla="*/ 2798190 w 2915191"/>
                <a:gd name="connsiteY287" fmla="*/ 20969 h 853112"/>
                <a:gd name="connsiteX288" fmla="*/ 2807934 w 2915191"/>
                <a:gd name="connsiteY288" fmla="*/ 4924 h 853112"/>
                <a:gd name="connsiteX289" fmla="*/ 2817693 w 2915191"/>
                <a:gd name="connsiteY289" fmla="*/ 24604 h 853112"/>
                <a:gd name="connsiteX290" fmla="*/ 2827437 w 2915191"/>
                <a:gd name="connsiteY290" fmla="*/ 56364 h 853112"/>
                <a:gd name="connsiteX291" fmla="*/ 2837196 w 2915191"/>
                <a:gd name="connsiteY291" fmla="*/ 65974 h 853112"/>
                <a:gd name="connsiteX292" fmla="*/ 2846940 w 2915191"/>
                <a:gd name="connsiteY292" fmla="*/ 95754 h 853112"/>
                <a:gd name="connsiteX293" fmla="*/ 2856684 w 2915191"/>
                <a:gd name="connsiteY293" fmla="*/ 86043 h 853112"/>
                <a:gd name="connsiteX294" fmla="*/ 2866442 w 2915191"/>
                <a:gd name="connsiteY294" fmla="*/ 97895 h 853112"/>
                <a:gd name="connsiteX295" fmla="*/ 2876186 w 2915191"/>
                <a:gd name="connsiteY295" fmla="*/ 118189 h 853112"/>
                <a:gd name="connsiteX296" fmla="*/ 2885945 w 2915191"/>
                <a:gd name="connsiteY296" fmla="*/ 68790 h 853112"/>
                <a:gd name="connsiteX297" fmla="*/ 2895689 w 2915191"/>
                <a:gd name="connsiteY297" fmla="*/ 68827 h 853112"/>
                <a:gd name="connsiteX298" fmla="*/ 2905433 w 2915191"/>
                <a:gd name="connsiteY298" fmla="*/ 70091 h 853112"/>
                <a:gd name="connsiteX299" fmla="*/ 2915192 w 2915191"/>
                <a:gd name="connsiteY299" fmla="*/ 118602 h 853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853112">
                  <a:moveTo>
                    <a:pt x="0" y="596277"/>
                  </a:moveTo>
                  <a:lnTo>
                    <a:pt x="9750" y="573477"/>
                  </a:lnTo>
                  <a:lnTo>
                    <a:pt x="19500" y="587297"/>
                  </a:lnTo>
                  <a:lnTo>
                    <a:pt x="29250" y="622852"/>
                  </a:lnTo>
                  <a:lnTo>
                    <a:pt x="39000" y="615459"/>
                  </a:lnTo>
                  <a:lnTo>
                    <a:pt x="48749" y="637517"/>
                  </a:lnTo>
                  <a:lnTo>
                    <a:pt x="58499" y="633427"/>
                  </a:lnTo>
                  <a:lnTo>
                    <a:pt x="68249" y="651738"/>
                  </a:lnTo>
                  <a:lnTo>
                    <a:pt x="77998" y="660591"/>
                  </a:lnTo>
                  <a:lnTo>
                    <a:pt x="87748" y="676400"/>
                  </a:lnTo>
                  <a:lnTo>
                    <a:pt x="97497" y="653191"/>
                  </a:lnTo>
                  <a:lnTo>
                    <a:pt x="107247" y="633827"/>
                  </a:lnTo>
                  <a:lnTo>
                    <a:pt x="116997" y="666230"/>
                  </a:lnTo>
                  <a:lnTo>
                    <a:pt x="126747" y="669078"/>
                  </a:lnTo>
                  <a:lnTo>
                    <a:pt x="136497" y="661430"/>
                  </a:lnTo>
                  <a:lnTo>
                    <a:pt x="146247" y="641370"/>
                  </a:lnTo>
                  <a:lnTo>
                    <a:pt x="155997" y="649244"/>
                  </a:lnTo>
                  <a:lnTo>
                    <a:pt x="165747" y="648506"/>
                  </a:lnTo>
                  <a:lnTo>
                    <a:pt x="175497" y="646955"/>
                  </a:lnTo>
                  <a:lnTo>
                    <a:pt x="185247" y="675560"/>
                  </a:lnTo>
                  <a:lnTo>
                    <a:pt x="194996" y="678036"/>
                  </a:lnTo>
                  <a:lnTo>
                    <a:pt x="204746" y="675909"/>
                  </a:lnTo>
                  <a:lnTo>
                    <a:pt x="214495" y="642818"/>
                  </a:lnTo>
                  <a:lnTo>
                    <a:pt x="224245" y="623578"/>
                  </a:lnTo>
                  <a:lnTo>
                    <a:pt x="233995" y="647188"/>
                  </a:lnTo>
                  <a:lnTo>
                    <a:pt x="243744" y="679559"/>
                  </a:lnTo>
                  <a:lnTo>
                    <a:pt x="253494" y="664216"/>
                  </a:lnTo>
                  <a:lnTo>
                    <a:pt x="263244" y="657772"/>
                  </a:lnTo>
                  <a:lnTo>
                    <a:pt x="272994" y="670252"/>
                  </a:lnTo>
                  <a:lnTo>
                    <a:pt x="282744" y="680012"/>
                  </a:lnTo>
                  <a:lnTo>
                    <a:pt x="292494" y="705510"/>
                  </a:lnTo>
                  <a:lnTo>
                    <a:pt x="302244" y="714053"/>
                  </a:lnTo>
                  <a:lnTo>
                    <a:pt x="311994" y="690064"/>
                  </a:lnTo>
                  <a:lnTo>
                    <a:pt x="321744" y="674119"/>
                  </a:lnTo>
                  <a:lnTo>
                    <a:pt x="331493" y="623805"/>
                  </a:lnTo>
                  <a:lnTo>
                    <a:pt x="341243" y="665570"/>
                  </a:lnTo>
                  <a:lnTo>
                    <a:pt x="350993" y="685329"/>
                  </a:lnTo>
                  <a:lnTo>
                    <a:pt x="360742" y="663994"/>
                  </a:lnTo>
                  <a:lnTo>
                    <a:pt x="370492" y="674377"/>
                  </a:lnTo>
                  <a:lnTo>
                    <a:pt x="380241" y="702725"/>
                  </a:lnTo>
                  <a:lnTo>
                    <a:pt x="389991" y="707165"/>
                  </a:lnTo>
                  <a:lnTo>
                    <a:pt x="399741" y="738614"/>
                  </a:lnTo>
                  <a:lnTo>
                    <a:pt x="409491" y="748876"/>
                  </a:lnTo>
                  <a:lnTo>
                    <a:pt x="419241" y="733310"/>
                  </a:lnTo>
                  <a:lnTo>
                    <a:pt x="428991" y="759696"/>
                  </a:lnTo>
                  <a:lnTo>
                    <a:pt x="438741" y="738449"/>
                  </a:lnTo>
                  <a:lnTo>
                    <a:pt x="448491" y="790945"/>
                  </a:lnTo>
                  <a:lnTo>
                    <a:pt x="458241" y="826742"/>
                  </a:lnTo>
                  <a:lnTo>
                    <a:pt x="467991" y="853113"/>
                  </a:lnTo>
                  <a:lnTo>
                    <a:pt x="477740" y="839972"/>
                  </a:lnTo>
                  <a:lnTo>
                    <a:pt x="487490" y="819188"/>
                  </a:lnTo>
                  <a:lnTo>
                    <a:pt x="497239" y="781417"/>
                  </a:lnTo>
                  <a:lnTo>
                    <a:pt x="506989" y="781246"/>
                  </a:lnTo>
                  <a:lnTo>
                    <a:pt x="516738" y="779399"/>
                  </a:lnTo>
                  <a:lnTo>
                    <a:pt x="526488" y="744593"/>
                  </a:lnTo>
                  <a:lnTo>
                    <a:pt x="536238" y="730622"/>
                  </a:lnTo>
                  <a:lnTo>
                    <a:pt x="545988" y="718159"/>
                  </a:lnTo>
                  <a:lnTo>
                    <a:pt x="555738" y="745944"/>
                  </a:lnTo>
                  <a:lnTo>
                    <a:pt x="565488" y="727528"/>
                  </a:lnTo>
                  <a:lnTo>
                    <a:pt x="575238" y="744878"/>
                  </a:lnTo>
                  <a:lnTo>
                    <a:pt x="584988" y="725281"/>
                  </a:lnTo>
                  <a:lnTo>
                    <a:pt x="594738" y="712702"/>
                  </a:lnTo>
                  <a:lnTo>
                    <a:pt x="604488" y="719941"/>
                  </a:lnTo>
                  <a:lnTo>
                    <a:pt x="614237" y="725193"/>
                  </a:lnTo>
                  <a:lnTo>
                    <a:pt x="623987" y="696639"/>
                  </a:lnTo>
                  <a:lnTo>
                    <a:pt x="633736" y="657467"/>
                  </a:lnTo>
                  <a:lnTo>
                    <a:pt x="643486" y="651734"/>
                  </a:lnTo>
                  <a:lnTo>
                    <a:pt x="653236" y="639749"/>
                  </a:lnTo>
                  <a:lnTo>
                    <a:pt x="662985" y="625330"/>
                  </a:lnTo>
                  <a:lnTo>
                    <a:pt x="672735" y="665414"/>
                  </a:lnTo>
                  <a:lnTo>
                    <a:pt x="682485" y="670083"/>
                  </a:lnTo>
                  <a:lnTo>
                    <a:pt x="692235" y="682935"/>
                  </a:lnTo>
                  <a:lnTo>
                    <a:pt x="701985" y="739891"/>
                  </a:lnTo>
                  <a:lnTo>
                    <a:pt x="711735" y="733337"/>
                  </a:lnTo>
                  <a:lnTo>
                    <a:pt x="721485" y="745755"/>
                  </a:lnTo>
                  <a:lnTo>
                    <a:pt x="731235" y="737143"/>
                  </a:lnTo>
                  <a:lnTo>
                    <a:pt x="740985" y="731024"/>
                  </a:lnTo>
                  <a:lnTo>
                    <a:pt x="750734" y="714235"/>
                  </a:lnTo>
                  <a:lnTo>
                    <a:pt x="760484" y="679112"/>
                  </a:lnTo>
                  <a:lnTo>
                    <a:pt x="770233" y="707778"/>
                  </a:lnTo>
                  <a:lnTo>
                    <a:pt x="779983" y="706560"/>
                  </a:lnTo>
                  <a:lnTo>
                    <a:pt x="789733" y="693463"/>
                  </a:lnTo>
                  <a:lnTo>
                    <a:pt x="799482" y="676934"/>
                  </a:lnTo>
                  <a:lnTo>
                    <a:pt x="809232" y="646723"/>
                  </a:lnTo>
                  <a:lnTo>
                    <a:pt x="818982" y="637863"/>
                  </a:lnTo>
                  <a:lnTo>
                    <a:pt x="828732" y="607762"/>
                  </a:lnTo>
                  <a:lnTo>
                    <a:pt x="838482" y="650177"/>
                  </a:lnTo>
                  <a:lnTo>
                    <a:pt x="848232" y="653662"/>
                  </a:lnTo>
                  <a:lnTo>
                    <a:pt x="857982" y="639274"/>
                  </a:lnTo>
                  <a:lnTo>
                    <a:pt x="867732" y="646054"/>
                  </a:lnTo>
                  <a:lnTo>
                    <a:pt x="877482" y="644859"/>
                  </a:lnTo>
                  <a:lnTo>
                    <a:pt x="887231" y="614178"/>
                  </a:lnTo>
                  <a:lnTo>
                    <a:pt x="896981" y="646954"/>
                  </a:lnTo>
                  <a:lnTo>
                    <a:pt x="906730" y="647334"/>
                  </a:lnTo>
                  <a:lnTo>
                    <a:pt x="916480" y="626125"/>
                  </a:lnTo>
                  <a:lnTo>
                    <a:pt x="926230" y="598385"/>
                  </a:lnTo>
                  <a:lnTo>
                    <a:pt x="935979" y="640041"/>
                  </a:lnTo>
                  <a:lnTo>
                    <a:pt x="945729" y="641605"/>
                  </a:lnTo>
                  <a:lnTo>
                    <a:pt x="955479" y="623603"/>
                  </a:lnTo>
                  <a:lnTo>
                    <a:pt x="965229" y="641328"/>
                  </a:lnTo>
                  <a:lnTo>
                    <a:pt x="974979" y="627539"/>
                  </a:lnTo>
                  <a:lnTo>
                    <a:pt x="984729" y="639324"/>
                  </a:lnTo>
                  <a:lnTo>
                    <a:pt x="994474" y="639579"/>
                  </a:lnTo>
                  <a:lnTo>
                    <a:pt x="1004233" y="634008"/>
                  </a:lnTo>
                  <a:lnTo>
                    <a:pt x="1013977" y="608318"/>
                  </a:lnTo>
                  <a:lnTo>
                    <a:pt x="1023721" y="599532"/>
                  </a:lnTo>
                  <a:lnTo>
                    <a:pt x="1033480" y="594645"/>
                  </a:lnTo>
                  <a:lnTo>
                    <a:pt x="1043224" y="548373"/>
                  </a:lnTo>
                  <a:lnTo>
                    <a:pt x="1052983" y="525652"/>
                  </a:lnTo>
                  <a:lnTo>
                    <a:pt x="1062727" y="513341"/>
                  </a:lnTo>
                  <a:lnTo>
                    <a:pt x="1072471" y="493322"/>
                  </a:lnTo>
                  <a:lnTo>
                    <a:pt x="1082230" y="513817"/>
                  </a:lnTo>
                  <a:lnTo>
                    <a:pt x="1091973" y="521922"/>
                  </a:lnTo>
                  <a:lnTo>
                    <a:pt x="1101732" y="503577"/>
                  </a:lnTo>
                  <a:lnTo>
                    <a:pt x="1111476" y="503441"/>
                  </a:lnTo>
                  <a:lnTo>
                    <a:pt x="1121220" y="520934"/>
                  </a:lnTo>
                  <a:lnTo>
                    <a:pt x="1130979" y="520579"/>
                  </a:lnTo>
                  <a:lnTo>
                    <a:pt x="1140723" y="514781"/>
                  </a:lnTo>
                  <a:lnTo>
                    <a:pt x="1150482" y="480117"/>
                  </a:lnTo>
                  <a:lnTo>
                    <a:pt x="1160226" y="447910"/>
                  </a:lnTo>
                  <a:lnTo>
                    <a:pt x="1169969" y="380206"/>
                  </a:lnTo>
                  <a:lnTo>
                    <a:pt x="1179728" y="409072"/>
                  </a:lnTo>
                  <a:lnTo>
                    <a:pt x="1189472" y="422051"/>
                  </a:lnTo>
                  <a:lnTo>
                    <a:pt x="1199231" y="377832"/>
                  </a:lnTo>
                  <a:lnTo>
                    <a:pt x="1208975" y="334186"/>
                  </a:lnTo>
                  <a:lnTo>
                    <a:pt x="1218719" y="346541"/>
                  </a:lnTo>
                  <a:lnTo>
                    <a:pt x="1228478" y="324126"/>
                  </a:lnTo>
                  <a:lnTo>
                    <a:pt x="1238222" y="316913"/>
                  </a:lnTo>
                  <a:lnTo>
                    <a:pt x="1247966" y="286324"/>
                  </a:lnTo>
                  <a:lnTo>
                    <a:pt x="1257725" y="263505"/>
                  </a:lnTo>
                  <a:lnTo>
                    <a:pt x="1267469" y="284453"/>
                  </a:lnTo>
                  <a:lnTo>
                    <a:pt x="1277227" y="275542"/>
                  </a:lnTo>
                  <a:lnTo>
                    <a:pt x="1286971" y="278554"/>
                  </a:lnTo>
                  <a:lnTo>
                    <a:pt x="1296715" y="257733"/>
                  </a:lnTo>
                  <a:lnTo>
                    <a:pt x="1306474" y="247456"/>
                  </a:lnTo>
                  <a:lnTo>
                    <a:pt x="1316218" y="235805"/>
                  </a:lnTo>
                  <a:lnTo>
                    <a:pt x="1325977" y="273583"/>
                  </a:lnTo>
                  <a:lnTo>
                    <a:pt x="1335721" y="266400"/>
                  </a:lnTo>
                  <a:lnTo>
                    <a:pt x="1345465" y="280737"/>
                  </a:lnTo>
                  <a:lnTo>
                    <a:pt x="1355224" y="265339"/>
                  </a:lnTo>
                  <a:lnTo>
                    <a:pt x="1364967" y="296791"/>
                  </a:lnTo>
                  <a:lnTo>
                    <a:pt x="1374726" y="301645"/>
                  </a:lnTo>
                  <a:lnTo>
                    <a:pt x="1384470" y="281059"/>
                  </a:lnTo>
                  <a:lnTo>
                    <a:pt x="1394214" y="263910"/>
                  </a:lnTo>
                  <a:lnTo>
                    <a:pt x="1403973" y="257897"/>
                  </a:lnTo>
                  <a:lnTo>
                    <a:pt x="1413717" y="270133"/>
                  </a:lnTo>
                  <a:lnTo>
                    <a:pt x="1423476" y="271762"/>
                  </a:lnTo>
                  <a:lnTo>
                    <a:pt x="1433220" y="237904"/>
                  </a:lnTo>
                  <a:lnTo>
                    <a:pt x="1442964" y="224167"/>
                  </a:lnTo>
                  <a:lnTo>
                    <a:pt x="1452722" y="219934"/>
                  </a:lnTo>
                  <a:lnTo>
                    <a:pt x="1462466" y="199317"/>
                  </a:lnTo>
                  <a:lnTo>
                    <a:pt x="1472225" y="199985"/>
                  </a:lnTo>
                  <a:lnTo>
                    <a:pt x="1481969" y="215117"/>
                  </a:lnTo>
                  <a:lnTo>
                    <a:pt x="1491713" y="213194"/>
                  </a:lnTo>
                  <a:lnTo>
                    <a:pt x="1501472" y="233680"/>
                  </a:lnTo>
                  <a:lnTo>
                    <a:pt x="1511216" y="213647"/>
                  </a:lnTo>
                  <a:lnTo>
                    <a:pt x="1520960" y="202406"/>
                  </a:lnTo>
                  <a:lnTo>
                    <a:pt x="1530719" y="200180"/>
                  </a:lnTo>
                  <a:lnTo>
                    <a:pt x="1540463" y="184293"/>
                  </a:lnTo>
                  <a:lnTo>
                    <a:pt x="1550221" y="167590"/>
                  </a:lnTo>
                  <a:lnTo>
                    <a:pt x="1559965" y="198271"/>
                  </a:lnTo>
                  <a:lnTo>
                    <a:pt x="1569709" y="215035"/>
                  </a:lnTo>
                  <a:lnTo>
                    <a:pt x="1579468" y="205896"/>
                  </a:lnTo>
                  <a:lnTo>
                    <a:pt x="1589212" y="188611"/>
                  </a:lnTo>
                  <a:lnTo>
                    <a:pt x="1598971" y="210919"/>
                  </a:lnTo>
                  <a:lnTo>
                    <a:pt x="1608715" y="199131"/>
                  </a:lnTo>
                  <a:lnTo>
                    <a:pt x="1618459" y="215882"/>
                  </a:lnTo>
                  <a:lnTo>
                    <a:pt x="1628218" y="201404"/>
                  </a:lnTo>
                  <a:lnTo>
                    <a:pt x="1637962" y="212649"/>
                  </a:lnTo>
                  <a:lnTo>
                    <a:pt x="1647720" y="201258"/>
                  </a:lnTo>
                  <a:lnTo>
                    <a:pt x="1657464" y="210464"/>
                  </a:lnTo>
                  <a:lnTo>
                    <a:pt x="1667208" y="194085"/>
                  </a:lnTo>
                  <a:lnTo>
                    <a:pt x="1676967" y="178956"/>
                  </a:lnTo>
                  <a:lnTo>
                    <a:pt x="1686711" y="178971"/>
                  </a:lnTo>
                  <a:lnTo>
                    <a:pt x="1696470" y="170601"/>
                  </a:lnTo>
                  <a:lnTo>
                    <a:pt x="1706214" y="192210"/>
                  </a:lnTo>
                  <a:lnTo>
                    <a:pt x="1715958" y="167824"/>
                  </a:lnTo>
                  <a:lnTo>
                    <a:pt x="1725716" y="205198"/>
                  </a:lnTo>
                  <a:lnTo>
                    <a:pt x="1735460" y="208709"/>
                  </a:lnTo>
                  <a:lnTo>
                    <a:pt x="1745219" y="239483"/>
                  </a:lnTo>
                  <a:lnTo>
                    <a:pt x="1754963" y="247867"/>
                  </a:lnTo>
                  <a:lnTo>
                    <a:pt x="1764707" y="249223"/>
                  </a:lnTo>
                  <a:lnTo>
                    <a:pt x="1774466" y="229267"/>
                  </a:lnTo>
                  <a:lnTo>
                    <a:pt x="1784210" y="244378"/>
                  </a:lnTo>
                  <a:lnTo>
                    <a:pt x="1793969" y="237305"/>
                  </a:lnTo>
                  <a:lnTo>
                    <a:pt x="1803713" y="274703"/>
                  </a:lnTo>
                  <a:lnTo>
                    <a:pt x="1813457" y="259808"/>
                  </a:lnTo>
                  <a:lnTo>
                    <a:pt x="1823215" y="280831"/>
                  </a:lnTo>
                  <a:lnTo>
                    <a:pt x="1832959" y="266376"/>
                  </a:lnTo>
                  <a:lnTo>
                    <a:pt x="1842703" y="284575"/>
                  </a:lnTo>
                  <a:lnTo>
                    <a:pt x="1852462" y="288780"/>
                  </a:lnTo>
                  <a:lnTo>
                    <a:pt x="1862206" y="302324"/>
                  </a:lnTo>
                  <a:lnTo>
                    <a:pt x="1871965" y="293085"/>
                  </a:lnTo>
                  <a:lnTo>
                    <a:pt x="1881709" y="261645"/>
                  </a:lnTo>
                  <a:lnTo>
                    <a:pt x="1891453" y="263116"/>
                  </a:lnTo>
                  <a:lnTo>
                    <a:pt x="1901212" y="258445"/>
                  </a:lnTo>
                  <a:lnTo>
                    <a:pt x="1910956" y="251680"/>
                  </a:lnTo>
                  <a:lnTo>
                    <a:pt x="1920714" y="214487"/>
                  </a:lnTo>
                  <a:lnTo>
                    <a:pt x="1930458" y="229622"/>
                  </a:lnTo>
                  <a:lnTo>
                    <a:pt x="1940202" y="223187"/>
                  </a:lnTo>
                  <a:lnTo>
                    <a:pt x="1949961" y="207032"/>
                  </a:lnTo>
                  <a:lnTo>
                    <a:pt x="1959705" y="167450"/>
                  </a:lnTo>
                  <a:lnTo>
                    <a:pt x="1969464" y="191873"/>
                  </a:lnTo>
                  <a:lnTo>
                    <a:pt x="1979208" y="184767"/>
                  </a:lnTo>
                  <a:lnTo>
                    <a:pt x="1988952" y="194484"/>
                  </a:lnTo>
                  <a:lnTo>
                    <a:pt x="1998711" y="212902"/>
                  </a:lnTo>
                  <a:lnTo>
                    <a:pt x="2008454" y="231891"/>
                  </a:lnTo>
                  <a:lnTo>
                    <a:pt x="2018213" y="248119"/>
                  </a:lnTo>
                  <a:lnTo>
                    <a:pt x="2027957" y="266842"/>
                  </a:lnTo>
                  <a:lnTo>
                    <a:pt x="2037701" y="256265"/>
                  </a:lnTo>
                  <a:lnTo>
                    <a:pt x="2047460" y="281747"/>
                  </a:lnTo>
                  <a:lnTo>
                    <a:pt x="2057204" y="282315"/>
                  </a:lnTo>
                  <a:lnTo>
                    <a:pt x="2066963" y="279258"/>
                  </a:lnTo>
                  <a:lnTo>
                    <a:pt x="2076707" y="275275"/>
                  </a:lnTo>
                  <a:lnTo>
                    <a:pt x="2086451" y="276033"/>
                  </a:lnTo>
                  <a:lnTo>
                    <a:pt x="2096210" y="274771"/>
                  </a:lnTo>
                  <a:lnTo>
                    <a:pt x="2105954" y="299626"/>
                  </a:lnTo>
                  <a:lnTo>
                    <a:pt x="2115697" y="285911"/>
                  </a:lnTo>
                  <a:lnTo>
                    <a:pt x="2125456" y="288096"/>
                  </a:lnTo>
                  <a:lnTo>
                    <a:pt x="2135200" y="260154"/>
                  </a:lnTo>
                  <a:lnTo>
                    <a:pt x="2144959" y="277766"/>
                  </a:lnTo>
                  <a:lnTo>
                    <a:pt x="2154703" y="309108"/>
                  </a:lnTo>
                  <a:lnTo>
                    <a:pt x="2164447" y="293954"/>
                  </a:lnTo>
                  <a:lnTo>
                    <a:pt x="2174206" y="277736"/>
                  </a:lnTo>
                  <a:lnTo>
                    <a:pt x="2183950" y="273043"/>
                  </a:lnTo>
                  <a:lnTo>
                    <a:pt x="2193709" y="306718"/>
                  </a:lnTo>
                  <a:lnTo>
                    <a:pt x="2203452" y="319129"/>
                  </a:lnTo>
                  <a:lnTo>
                    <a:pt x="2213196" y="290068"/>
                  </a:lnTo>
                  <a:lnTo>
                    <a:pt x="2222955" y="281686"/>
                  </a:lnTo>
                  <a:lnTo>
                    <a:pt x="2232699" y="270077"/>
                  </a:lnTo>
                  <a:lnTo>
                    <a:pt x="2242458" y="311591"/>
                  </a:lnTo>
                  <a:lnTo>
                    <a:pt x="2252202" y="310201"/>
                  </a:lnTo>
                  <a:lnTo>
                    <a:pt x="2261946" y="308188"/>
                  </a:lnTo>
                  <a:lnTo>
                    <a:pt x="2271705" y="293938"/>
                  </a:lnTo>
                  <a:lnTo>
                    <a:pt x="2281449" y="316499"/>
                  </a:lnTo>
                  <a:lnTo>
                    <a:pt x="2291208" y="308507"/>
                  </a:lnTo>
                  <a:lnTo>
                    <a:pt x="2300951" y="307391"/>
                  </a:lnTo>
                  <a:lnTo>
                    <a:pt x="2310695" y="296935"/>
                  </a:lnTo>
                  <a:lnTo>
                    <a:pt x="2320454" y="310243"/>
                  </a:lnTo>
                  <a:lnTo>
                    <a:pt x="2330198" y="308847"/>
                  </a:lnTo>
                  <a:lnTo>
                    <a:pt x="2339957" y="296374"/>
                  </a:lnTo>
                  <a:lnTo>
                    <a:pt x="2349701" y="258135"/>
                  </a:lnTo>
                  <a:lnTo>
                    <a:pt x="2359445" y="255816"/>
                  </a:lnTo>
                  <a:lnTo>
                    <a:pt x="2369204" y="227919"/>
                  </a:lnTo>
                  <a:lnTo>
                    <a:pt x="2378948" y="194713"/>
                  </a:lnTo>
                  <a:lnTo>
                    <a:pt x="2388692" y="175790"/>
                  </a:lnTo>
                  <a:lnTo>
                    <a:pt x="2398450" y="129013"/>
                  </a:lnTo>
                  <a:lnTo>
                    <a:pt x="2408194" y="141873"/>
                  </a:lnTo>
                  <a:lnTo>
                    <a:pt x="2417953" y="123580"/>
                  </a:lnTo>
                  <a:lnTo>
                    <a:pt x="2427697" y="115618"/>
                  </a:lnTo>
                  <a:lnTo>
                    <a:pt x="2437441" y="85435"/>
                  </a:lnTo>
                  <a:lnTo>
                    <a:pt x="2447200" y="85592"/>
                  </a:lnTo>
                  <a:lnTo>
                    <a:pt x="2456944" y="81339"/>
                  </a:lnTo>
                  <a:lnTo>
                    <a:pt x="2466703" y="65853"/>
                  </a:lnTo>
                  <a:lnTo>
                    <a:pt x="2476446" y="76876"/>
                  </a:lnTo>
                  <a:lnTo>
                    <a:pt x="2486190" y="115807"/>
                  </a:lnTo>
                  <a:lnTo>
                    <a:pt x="2495949" y="157369"/>
                  </a:lnTo>
                  <a:lnTo>
                    <a:pt x="2505693" y="143586"/>
                  </a:lnTo>
                  <a:lnTo>
                    <a:pt x="2515452" y="168688"/>
                  </a:lnTo>
                  <a:lnTo>
                    <a:pt x="2525196" y="147862"/>
                  </a:lnTo>
                  <a:lnTo>
                    <a:pt x="2534940" y="154701"/>
                  </a:lnTo>
                  <a:lnTo>
                    <a:pt x="2544699" y="115022"/>
                  </a:lnTo>
                  <a:lnTo>
                    <a:pt x="2554443" y="122942"/>
                  </a:lnTo>
                  <a:lnTo>
                    <a:pt x="2564202" y="110947"/>
                  </a:lnTo>
                  <a:lnTo>
                    <a:pt x="2573946" y="109722"/>
                  </a:lnTo>
                  <a:lnTo>
                    <a:pt x="2583690" y="100196"/>
                  </a:lnTo>
                  <a:lnTo>
                    <a:pt x="2593448" y="72878"/>
                  </a:lnTo>
                  <a:lnTo>
                    <a:pt x="2603192" y="84982"/>
                  </a:lnTo>
                  <a:lnTo>
                    <a:pt x="2612951" y="95604"/>
                  </a:lnTo>
                  <a:lnTo>
                    <a:pt x="2622695" y="74692"/>
                  </a:lnTo>
                  <a:lnTo>
                    <a:pt x="2632439" y="86897"/>
                  </a:lnTo>
                  <a:lnTo>
                    <a:pt x="2642198" y="106191"/>
                  </a:lnTo>
                  <a:lnTo>
                    <a:pt x="2651942" y="86578"/>
                  </a:lnTo>
                  <a:lnTo>
                    <a:pt x="2661685" y="71819"/>
                  </a:lnTo>
                  <a:lnTo>
                    <a:pt x="2671444" y="70457"/>
                  </a:lnTo>
                  <a:lnTo>
                    <a:pt x="2681188" y="79645"/>
                  </a:lnTo>
                  <a:lnTo>
                    <a:pt x="2690947" y="67434"/>
                  </a:lnTo>
                  <a:lnTo>
                    <a:pt x="2700691" y="72016"/>
                  </a:lnTo>
                  <a:lnTo>
                    <a:pt x="2710435" y="68750"/>
                  </a:lnTo>
                  <a:lnTo>
                    <a:pt x="2720194" y="51287"/>
                  </a:lnTo>
                  <a:lnTo>
                    <a:pt x="2729938" y="15289"/>
                  </a:lnTo>
                  <a:lnTo>
                    <a:pt x="2739697" y="12186"/>
                  </a:lnTo>
                  <a:lnTo>
                    <a:pt x="2749441" y="27527"/>
                  </a:lnTo>
                  <a:lnTo>
                    <a:pt x="2759185" y="4342"/>
                  </a:lnTo>
                  <a:lnTo>
                    <a:pt x="2768943" y="0"/>
                  </a:lnTo>
                  <a:lnTo>
                    <a:pt x="2778687" y="13677"/>
                  </a:lnTo>
                  <a:lnTo>
                    <a:pt x="2788446" y="23931"/>
                  </a:lnTo>
                  <a:lnTo>
                    <a:pt x="2798190" y="20969"/>
                  </a:lnTo>
                  <a:lnTo>
                    <a:pt x="2807934" y="4924"/>
                  </a:lnTo>
                  <a:lnTo>
                    <a:pt x="2817693" y="24604"/>
                  </a:lnTo>
                  <a:lnTo>
                    <a:pt x="2827437" y="56364"/>
                  </a:lnTo>
                  <a:lnTo>
                    <a:pt x="2837196" y="65974"/>
                  </a:lnTo>
                  <a:lnTo>
                    <a:pt x="2846940" y="95754"/>
                  </a:lnTo>
                  <a:lnTo>
                    <a:pt x="2856684" y="86043"/>
                  </a:lnTo>
                  <a:lnTo>
                    <a:pt x="2866442" y="97895"/>
                  </a:lnTo>
                  <a:lnTo>
                    <a:pt x="2876186" y="118189"/>
                  </a:lnTo>
                  <a:lnTo>
                    <a:pt x="2885945" y="68790"/>
                  </a:lnTo>
                  <a:lnTo>
                    <a:pt x="2895689" y="68827"/>
                  </a:lnTo>
                  <a:lnTo>
                    <a:pt x="2905433" y="70091"/>
                  </a:lnTo>
                  <a:lnTo>
                    <a:pt x="2915192" y="11860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0" name="Freeform 1009">
              <a:extLst>
                <a:ext uri="{FF2B5EF4-FFF2-40B4-BE49-F238E27FC236}">
                  <a16:creationId xmlns:a16="http://schemas.microsoft.com/office/drawing/2014/main" id="{2BC427F3-F7FC-55F0-8EC3-A864A403FF13}"/>
                </a:ext>
              </a:extLst>
            </p:cNvPr>
            <p:cNvSpPr/>
            <p:nvPr/>
          </p:nvSpPr>
          <p:spPr>
            <a:xfrm>
              <a:off x="4426652" y="3303634"/>
              <a:ext cx="2915191" cy="576469"/>
            </a:xfrm>
            <a:custGeom>
              <a:avLst/>
              <a:gdLst>
                <a:gd name="connsiteX0" fmla="*/ 0 w 2915191"/>
                <a:gd name="connsiteY0" fmla="*/ 45884 h 576469"/>
                <a:gd name="connsiteX1" fmla="*/ 9750 w 2915191"/>
                <a:gd name="connsiteY1" fmla="*/ 30054 h 576469"/>
                <a:gd name="connsiteX2" fmla="*/ 19500 w 2915191"/>
                <a:gd name="connsiteY2" fmla="*/ 0 h 576469"/>
                <a:gd name="connsiteX3" fmla="*/ 29250 w 2915191"/>
                <a:gd name="connsiteY3" fmla="*/ 4723 h 576469"/>
                <a:gd name="connsiteX4" fmla="*/ 39000 w 2915191"/>
                <a:gd name="connsiteY4" fmla="*/ 8512 h 576469"/>
                <a:gd name="connsiteX5" fmla="*/ 48749 w 2915191"/>
                <a:gd name="connsiteY5" fmla="*/ 20812 h 576469"/>
                <a:gd name="connsiteX6" fmla="*/ 58499 w 2915191"/>
                <a:gd name="connsiteY6" fmla="*/ 66336 h 576469"/>
                <a:gd name="connsiteX7" fmla="*/ 68249 w 2915191"/>
                <a:gd name="connsiteY7" fmla="*/ 60891 h 576469"/>
                <a:gd name="connsiteX8" fmla="*/ 77998 w 2915191"/>
                <a:gd name="connsiteY8" fmla="*/ 62847 h 576469"/>
                <a:gd name="connsiteX9" fmla="*/ 87748 w 2915191"/>
                <a:gd name="connsiteY9" fmla="*/ 16259 h 576469"/>
                <a:gd name="connsiteX10" fmla="*/ 97497 w 2915191"/>
                <a:gd name="connsiteY10" fmla="*/ 9203 h 576469"/>
                <a:gd name="connsiteX11" fmla="*/ 107247 w 2915191"/>
                <a:gd name="connsiteY11" fmla="*/ 16058 h 576469"/>
                <a:gd name="connsiteX12" fmla="*/ 116997 w 2915191"/>
                <a:gd name="connsiteY12" fmla="*/ 37037 h 576469"/>
                <a:gd name="connsiteX13" fmla="*/ 126747 w 2915191"/>
                <a:gd name="connsiteY13" fmla="*/ 61549 h 576469"/>
                <a:gd name="connsiteX14" fmla="*/ 136497 w 2915191"/>
                <a:gd name="connsiteY14" fmla="*/ 38287 h 576469"/>
                <a:gd name="connsiteX15" fmla="*/ 146247 w 2915191"/>
                <a:gd name="connsiteY15" fmla="*/ 34169 h 576469"/>
                <a:gd name="connsiteX16" fmla="*/ 155997 w 2915191"/>
                <a:gd name="connsiteY16" fmla="*/ 27653 h 576469"/>
                <a:gd name="connsiteX17" fmla="*/ 165747 w 2915191"/>
                <a:gd name="connsiteY17" fmla="*/ 42729 h 576469"/>
                <a:gd name="connsiteX18" fmla="*/ 175497 w 2915191"/>
                <a:gd name="connsiteY18" fmla="*/ 74315 h 576469"/>
                <a:gd name="connsiteX19" fmla="*/ 185247 w 2915191"/>
                <a:gd name="connsiteY19" fmla="*/ 66265 h 576469"/>
                <a:gd name="connsiteX20" fmla="*/ 194996 w 2915191"/>
                <a:gd name="connsiteY20" fmla="*/ 61065 h 576469"/>
                <a:gd name="connsiteX21" fmla="*/ 204746 w 2915191"/>
                <a:gd name="connsiteY21" fmla="*/ 42175 h 576469"/>
                <a:gd name="connsiteX22" fmla="*/ 214495 w 2915191"/>
                <a:gd name="connsiteY22" fmla="*/ 32922 h 576469"/>
                <a:gd name="connsiteX23" fmla="*/ 224245 w 2915191"/>
                <a:gd name="connsiteY23" fmla="*/ 20820 h 576469"/>
                <a:gd name="connsiteX24" fmla="*/ 233995 w 2915191"/>
                <a:gd name="connsiteY24" fmla="*/ 25565 h 576469"/>
                <a:gd name="connsiteX25" fmla="*/ 243744 w 2915191"/>
                <a:gd name="connsiteY25" fmla="*/ 45524 h 576469"/>
                <a:gd name="connsiteX26" fmla="*/ 253494 w 2915191"/>
                <a:gd name="connsiteY26" fmla="*/ 58700 h 576469"/>
                <a:gd name="connsiteX27" fmla="*/ 263244 w 2915191"/>
                <a:gd name="connsiteY27" fmla="*/ 22541 h 576469"/>
                <a:gd name="connsiteX28" fmla="*/ 272994 w 2915191"/>
                <a:gd name="connsiteY28" fmla="*/ 37800 h 576469"/>
                <a:gd name="connsiteX29" fmla="*/ 282744 w 2915191"/>
                <a:gd name="connsiteY29" fmla="*/ 20146 h 576469"/>
                <a:gd name="connsiteX30" fmla="*/ 292494 w 2915191"/>
                <a:gd name="connsiteY30" fmla="*/ 40543 h 576469"/>
                <a:gd name="connsiteX31" fmla="*/ 302244 w 2915191"/>
                <a:gd name="connsiteY31" fmla="*/ 62375 h 576469"/>
                <a:gd name="connsiteX32" fmla="*/ 311994 w 2915191"/>
                <a:gd name="connsiteY32" fmla="*/ 96682 h 576469"/>
                <a:gd name="connsiteX33" fmla="*/ 321744 w 2915191"/>
                <a:gd name="connsiteY33" fmla="*/ 109819 h 576469"/>
                <a:gd name="connsiteX34" fmla="*/ 331493 w 2915191"/>
                <a:gd name="connsiteY34" fmla="*/ 108777 h 576469"/>
                <a:gd name="connsiteX35" fmla="*/ 341243 w 2915191"/>
                <a:gd name="connsiteY35" fmla="*/ 123714 h 576469"/>
                <a:gd name="connsiteX36" fmla="*/ 350993 w 2915191"/>
                <a:gd name="connsiteY36" fmla="*/ 145125 h 576469"/>
                <a:gd name="connsiteX37" fmla="*/ 360742 w 2915191"/>
                <a:gd name="connsiteY37" fmla="*/ 143508 h 576469"/>
                <a:gd name="connsiteX38" fmla="*/ 370492 w 2915191"/>
                <a:gd name="connsiteY38" fmla="*/ 153783 h 576469"/>
                <a:gd name="connsiteX39" fmla="*/ 380241 w 2915191"/>
                <a:gd name="connsiteY39" fmla="*/ 159453 h 576469"/>
                <a:gd name="connsiteX40" fmla="*/ 389991 w 2915191"/>
                <a:gd name="connsiteY40" fmla="*/ 181297 h 576469"/>
                <a:gd name="connsiteX41" fmla="*/ 399741 w 2915191"/>
                <a:gd name="connsiteY41" fmla="*/ 155822 h 576469"/>
                <a:gd name="connsiteX42" fmla="*/ 409491 w 2915191"/>
                <a:gd name="connsiteY42" fmla="*/ 154257 h 576469"/>
                <a:gd name="connsiteX43" fmla="*/ 419241 w 2915191"/>
                <a:gd name="connsiteY43" fmla="*/ 154660 h 576469"/>
                <a:gd name="connsiteX44" fmla="*/ 428991 w 2915191"/>
                <a:gd name="connsiteY44" fmla="*/ 162152 h 576469"/>
                <a:gd name="connsiteX45" fmla="*/ 438741 w 2915191"/>
                <a:gd name="connsiteY45" fmla="*/ 136963 h 576469"/>
                <a:gd name="connsiteX46" fmla="*/ 448491 w 2915191"/>
                <a:gd name="connsiteY46" fmla="*/ 135380 h 576469"/>
                <a:gd name="connsiteX47" fmla="*/ 458241 w 2915191"/>
                <a:gd name="connsiteY47" fmla="*/ 180531 h 576469"/>
                <a:gd name="connsiteX48" fmla="*/ 467991 w 2915191"/>
                <a:gd name="connsiteY48" fmla="*/ 148191 h 576469"/>
                <a:gd name="connsiteX49" fmla="*/ 477740 w 2915191"/>
                <a:gd name="connsiteY49" fmla="*/ 114879 h 576469"/>
                <a:gd name="connsiteX50" fmla="*/ 487490 w 2915191"/>
                <a:gd name="connsiteY50" fmla="*/ 90419 h 576469"/>
                <a:gd name="connsiteX51" fmla="*/ 497239 w 2915191"/>
                <a:gd name="connsiteY51" fmla="*/ 106361 h 576469"/>
                <a:gd name="connsiteX52" fmla="*/ 506989 w 2915191"/>
                <a:gd name="connsiteY52" fmla="*/ 105881 h 576469"/>
                <a:gd name="connsiteX53" fmla="*/ 516738 w 2915191"/>
                <a:gd name="connsiteY53" fmla="*/ 107203 h 576469"/>
                <a:gd name="connsiteX54" fmla="*/ 526488 w 2915191"/>
                <a:gd name="connsiteY54" fmla="*/ 131866 h 576469"/>
                <a:gd name="connsiteX55" fmla="*/ 536238 w 2915191"/>
                <a:gd name="connsiteY55" fmla="*/ 140217 h 576469"/>
                <a:gd name="connsiteX56" fmla="*/ 545988 w 2915191"/>
                <a:gd name="connsiteY56" fmla="*/ 131643 h 576469"/>
                <a:gd name="connsiteX57" fmla="*/ 555738 w 2915191"/>
                <a:gd name="connsiteY57" fmla="*/ 136625 h 576469"/>
                <a:gd name="connsiteX58" fmla="*/ 565488 w 2915191"/>
                <a:gd name="connsiteY58" fmla="*/ 159319 h 576469"/>
                <a:gd name="connsiteX59" fmla="*/ 575238 w 2915191"/>
                <a:gd name="connsiteY59" fmla="*/ 141557 h 576469"/>
                <a:gd name="connsiteX60" fmla="*/ 584988 w 2915191"/>
                <a:gd name="connsiteY60" fmla="*/ 161374 h 576469"/>
                <a:gd name="connsiteX61" fmla="*/ 594738 w 2915191"/>
                <a:gd name="connsiteY61" fmla="*/ 118153 h 576469"/>
                <a:gd name="connsiteX62" fmla="*/ 604488 w 2915191"/>
                <a:gd name="connsiteY62" fmla="*/ 136694 h 576469"/>
                <a:gd name="connsiteX63" fmla="*/ 614237 w 2915191"/>
                <a:gd name="connsiteY63" fmla="*/ 133212 h 576469"/>
                <a:gd name="connsiteX64" fmla="*/ 623987 w 2915191"/>
                <a:gd name="connsiteY64" fmla="*/ 106717 h 576469"/>
                <a:gd name="connsiteX65" fmla="*/ 633736 w 2915191"/>
                <a:gd name="connsiteY65" fmla="*/ 136373 h 576469"/>
                <a:gd name="connsiteX66" fmla="*/ 643486 w 2915191"/>
                <a:gd name="connsiteY66" fmla="*/ 140515 h 576469"/>
                <a:gd name="connsiteX67" fmla="*/ 653236 w 2915191"/>
                <a:gd name="connsiteY67" fmla="*/ 116690 h 576469"/>
                <a:gd name="connsiteX68" fmla="*/ 662985 w 2915191"/>
                <a:gd name="connsiteY68" fmla="*/ 131045 h 576469"/>
                <a:gd name="connsiteX69" fmla="*/ 672735 w 2915191"/>
                <a:gd name="connsiteY69" fmla="*/ 102523 h 576469"/>
                <a:gd name="connsiteX70" fmla="*/ 682485 w 2915191"/>
                <a:gd name="connsiteY70" fmla="*/ 100866 h 576469"/>
                <a:gd name="connsiteX71" fmla="*/ 692235 w 2915191"/>
                <a:gd name="connsiteY71" fmla="*/ 79805 h 576469"/>
                <a:gd name="connsiteX72" fmla="*/ 701985 w 2915191"/>
                <a:gd name="connsiteY72" fmla="*/ 85881 h 576469"/>
                <a:gd name="connsiteX73" fmla="*/ 711735 w 2915191"/>
                <a:gd name="connsiteY73" fmla="*/ 112955 h 576469"/>
                <a:gd name="connsiteX74" fmla="*/ 721485 w 2915191"/>
                <a:gd name="connsiteY74" fmla="*/ 127441 h 576469"/>
                <a:gd name="connsiteX75" fmla="*/ 731235 w 2915191"/>
                <a:gd name="connsiteY75" fmla="*/ 126105 h 576469"/>
                <a:gd name="connsiteX76" fmla="*/ 740985 w 2915191"/>
                <a:gd name="connsiteY76" fmla="*/ 117618 h 576469"/>
                <a:gd name="connsiteX77" fmla="*/ 750734 w 2915191"/>
                <a:gd name="connsiteY77" fmla="*/ 142327 h 576469"/>
                <a:gd name="connsiteX78" fmla="*/ 760484 w 2915191"/>
                <a:gd name="connsiteY78" fmla="*/ 145974 h 576469"/>
                <a:gd name="connsiteX79" fmla="*/ 770233 w 2915191"/>
                <a:gd name="connsiteY79" fmla="*/ 141145 h 576469"/>
                <a:gd name="connsiteX80" fmla="*/ 779983 w 2915191"/>
                <a:gd name="connsiteY80" fmla="*/ 177572 h 576469"/>
                <a:gd name="connsiteX81" fmla="*/ 789733 w 2915191"/>
                <a:gd name="connsiteY81" fmla="*/ 209417 h 576469"/>
                <a:gd name="connsiteX82" fmla="*/ 799482 w 2915191"/>
                <a:gd name="connsiteY82" fmla="*/ 198861 h 576469"/>
                <a:gd name="connsiteX83" fmla="*/ 809232 w 2915191"/>
                <a:gd name="connsiteY83" fmla="*/ 205487 h 576469"/>
                <a:gd name="connsiteX84" fmla="*/ 818982 w 2915191"/>
                <a:gd name="connsiteY84" fmla="*/ 236535 h 576469"/>
                <a:gd name="connsiteX85" fmla="*/ 828732 w 2915191"/>
                <a:gd name="connsiteY85" fmla="*/ 252776 h 576469"/>
                <a:gd name="connsiteX86" fmla="*/ 838482 w 2915191"/>
                <a:gd name="connsiteY86" fmla="*/ 259570 h 576469"/>
                <a:gd name="connsiteX87" fmla="*/ 848232 w 2915191"/>
                <a:gd name="connsiteY87" fmla="*/ 236995 h 576469"/>
                <a:gd name="connsiteX88" fmla="*/ 857982 w 2915191"/>
                <a:gd name="connsiteY88" fmla="*/ 226610 h 576469"/>
                <a:gd name="connsiteX89" fmla="*/ 867732 w 2915191"/>
                <a:gd name="connsiteY89" fmla="*/ 254262 h 576469"/>
                <a:gd name="connsiteX90" fmla="*/ 877482 w 2915191"/>
                <a:gd name="connsiteY90" fmla="*/ 239970 h 576469"/>
                <a:gd name="connsiteX91" fmla="*/ 887231 w 2915191"/>
                <a:gd name="connsiteY91" fmla="*/ 250722 h 576469"/>
                <a:gd name="connsiteX92" fmla="*/ 896981 w 2915191"/>
                <a:gd name="connsiteY92" fmla="*/ 276500 h 576469"/>
                <a:gd name="connsiteX93" fmla="*/ 906730 w 2915191"/>
                <a:gd name="connsiteY93" fmla="*/ 293201 h 576469"/>
                <a:gd name="connsiteX94" fmla="*/ 916480 w 2915191"/>
                <a:gd name="connsiteY94" fmla="*/ 289489 h 576469"/>
                <a:gd name="connsiteX95" fmla="*/ 926230 w 2915191"/>
                <a:gd name="connsiteY95" fmla="*/ 298348 h 576469"/>
                <a:gd name="connsiteX96" fmla="*/ 935979 w 2915191"/>
                <a:gd name="connsiteY96" fmla="*/ 288301 h 576469"/>
                <a:gd name="connsiteX97" fmla="*/ 945729 w 2915191"/>
                <a:gd name="connsiteY97" fmla="*/ 287608 h 576469"/>
                <a:gd name="connsiteX98" fmla="*/ 955479 w 2915191"/>
                <a:gd name="connsiteY98" fmla="*/ 307493 h 576469"/>
                <a:gd name="connsiteX99" fmla="*/ 965229 w 2915191"/>
                <a:gd name="connsiteY99" fmla="*/ 267078 h 576469"/>
                <a:gd name="connsiteX100" fmla="*/ 974979 w 2915191"/>
                <a:gd name="connsiteY100" fmla="*/ 266143 h 576469"/>
                <a:gd name="connsiteX101" fmla="*/ 984729 w 2915191"/>
                <a:gd name="connsiteY101" fmla="*/ 251922 h 576469"/>
                <a:gd name="connsiteX102" fmla="*/ 994474 w 2915191"/>
                <a:gd name="connsiteY102" fmla="*/ 265132 h 576469"/>
                <a:gd name="connsiteX103" fmla="*/ 1004233 w 2915191"/>
                <a:gd name="connsiteY103" fmla="*/ 254117 h 576469"/>
                <a:gd name="connsiteX104" fmla="*/ 1013977 w 2915191"/>
                <a:gd name="connsiteY104" fmla="*/ 235525 h 576469"/>
                <a:gd name="connsiteX105" fmla="*/ 1023721 w 2915191"/>
                <a:gd name="connsiteY105" fmla="*/ 220083 h 576469"/>
                <a:gd name="connsiteX106" fmla="*/ 1033480 w 2915191"/>
                <a:gd name="connsiteY106" fmla="*/ 222548 h 576469"/>
                <a:gd name="connsiteX107" fmla="*/ 1043224 w 2915191"/>
                <a:gd name="connsiteY107" fmla="*/ 213634 h 576469"/>
                <a:gd name="connsiteX108" fmla="*/ 1052983 w 2915191"/>
                <a:gd name="connsiteY108" fmla="*/ 222744 h 576469"/>
                <a:gd name="connsiteX109" fmla="*/ 1062727 w 2915191"/>
                <a:gd name="connsiteY109" fmla="*/ 206650 h 576469"/>
                <a:gd name="connsiteX110" fmla="*/ 1072471 w 2915191"/>
                <a:gd name="connsiteY110" fmla="*/ 217991 h 576469"/>
                <a:gd name="connsiteX111" fmla="*/ 1082230 w 2915191"/>
                <a:gd name="connsiteY111" fmla="*/ 215259 h 576469"/>
                <a:gd name="connsiteX112" fmla="*/ 1091973 w 2915191"/>
                <a:gd name="connsiteY112" fmla="*/ 207994 h 576469"/>
                <a:gd name="connsiteX113" fmla="*/ 1101732 w 2915191"/>
                <a:gd name="connsiteY113" fmla="*/ 214960 h 576469"/>
                <a:gd name="connsiteX114" fmla="*/ 1111476 w 2915191"/>
                <a:gd name="connsiteY114" fmla="*/ 232055 h 576469"/>
                <a:gd name="connsiteX115" fmla="*/ 1121220 w 2915191"/>
                <a:gd name="connsiteY115" fmla="*/ 222178 h 576469"/>
                <a:gd name="connsiteX116" fmla="*/ 1130979 w 2915191"/>
                <a:gd name="connsiteY116" fmla="*/ 216257 h 576469"/>
                <a:gd name="connsiteX117" fmla="*/ 1140723 w 2915191"/>
                <a:gd name="connsiteY117" fmla="*/ 249461 h 576469"/>
                <a:gd name="connsiteX118" fmla="*/ 1150482 w 2915191"/>
                <a:gd name="connsiteY118" fmla="*/ 253043 h 576469"/>
                <a:gd name="connsiteX119" fmla="*/ 1160226 w 2915191"/>
                <a:gd name="connsiteY119" fmla="*/ 256981 h 576469"/>
                <a:gd name="connsiteX120" fmla="*/ 1169969 w 2915191"/>
                <a:gd name="connsiteY120" fmla="*/ 241293 h 576469"/>
                <a:gd name="connsiteX121" fmla="*/ 1179728 w 2915191"/>
                <a:gd name="connsiteY121" fmla="*/ 229294 h 576469"/>
                <a:gd name="connsiteX122" fmla="*/ 1189472 w 2915191"/>
                <a:gd name="connsiteY122" fmla="*/ 197982 h 576469"/>
                <a:gd name="connsiteX123" fmla="*/ 1199231 w 2915191"/>
                <a:gd name="connsiteY123" fmla="*/ 218736 h 576469"/>
                <a:gd name="connsiteX124" fmla="*/ 1208975 w 2915191"/>
                <a:gd name="connsiteY124" fmla="*/ 245853 h 576469"/>
                <a:gd name="connsiteX125" fmla="*/ 1218719 w 2915191"/>
                <a:gd name="connsiteY125" fmla="*/ 240875 h 576469"/>
                <a:gd name="connsiteX126" fmla="*/ 1228478 w 2915191"/>
                <a:gd name="connsiteY126" fmla="*/ 216466 h 576469"/>
                <a:gd name="connsiteX127" fmla="*/ 1238222 w 2915191"/>
                <a:gd name="connsiteY127" fmla="*/ 220530 h 576469"/>
                <a:gd name="connsiteX128" fmla="*/ 1247966 w 2915191"/>
                <a:gd name="connsiteY128" fmla="*/ 266275 h 576469"/>
                <a:gd name="connsiteX129" fmla="*/ 1257725 w 2915191"/>
                <a:gd name="connsiteY129" fmla="*/ 280339 h 576469"/>
                <a:gd name="connsiteX130" fmla="*/ 1267469 w 2915191"/>
                <a:gd name="connsiteY130" fmla="*/ 300472 h 576469"/>
                <a:gd name="connsiteX131" fmla="*/ 1277227 w 2915191"/>
                <a:gd name="connsiteY131" fmla="*/ 302641 h 576469"/>
                <a:gd name="connsiteX132" fmla="*/ 1286971 w 2915191"/>
                <a:gd name="connsiteY132" fmla="*/ 322033 h 576469"/>
                <a:gd name="connsiteX133" fmla="*/ 1296715 w 2915191"/>
                <a:gd name="connsiteY133" fmla="*/ 284603 h 576469"/>
                <a:gd name="connsiteX134" fmla="*/ 1306474 w 2915191"/>
                <a:gd name="connsiteY134" fmla="*/ 324705 h 576469"/>
                <a:gd name="connsiteX135" fmla="*/ 1316218 w 2915191"/>
                <a:gd name="connsiteY135" fmla="*/ 329491 h 576469"/>
                <a:gd name="connsiteX136" fmla="*/ 1325977 w 2915191"/>
                <a:gd name="connsiteY136" fmla="*/ 361768 h 576469"/>
                <a:gd name="connsiteX137" fmla="*/ 1335721 w 2915191"/>
                <a:gd name="connsiteY137" fmla="*/ 340226 h 576469"/>
                <a:gd name="connsiteX138" fmla="*/ 1345465 w 2915191"/>
                <a:gd name="connsiteY138" fmla="*/ 339132 h 576469"/>
                <a:gd name="connsiteX139" fmla="*/ 1355224 w 2915191"/>
                <a:gd name="connsiteY139" fmla="*/ 358687 h 576469"/>
                <a:gd name="connsiteX140" fmla="*/ 1364967 w 2915191"/>
                <a:gd name="connsiteY140" fmla="*/ 369872 h 576469"/>
                <a:gd name="connsiteX141" fmla="*/ 1374726 w 2915191"/>
                <a:gd name="connsiteY141" fmla="*/ 350972 h 576469"/>
                <a:gd name="connsiteX142" fmla="*/ 1384470 w 2915191"/>
                <a:gd name="connsiteY142" fmla="*/ 333120 h 576469"/>
                <a:gd name="connsiteX143" fmla="*/ 1394214 w 2915191"/>
                <a:gd name="connsiteY143" fmla="*/ 326252 h 576469"/>
                <a:gd name="connsiteX144" fmla="*/ 1403973 w 2915191"/>
                <a:gd name="connsiteY144" fmla="*/ 315045 h 576469"/>
                <a:gd name="connsiteX145" fmla="*/ 1413717 w 2915191"/>
                <a:gd name="connsiteY145" fmla="*/ 300401 h 576469"/>
                <a:gd name="connsiteX146" fmla="*/ 1423476 w 2915191"/>
                <a:gd name="connsiteY146" fmla="*/ 334960 h 576469"/>
                <a:gd name="connsiteX147" fmla="*/ 1433220 w 2915191"/>
                <a:gd name="connsiteY147" fmla="*/ 345270 h 576469"/>
                <a:gd name="connsiteX148" fmla="*/ 1442964 w 2915191"/>
                <a:gd name="connsiteY148" fmla="*/ 308540 h 576469"/>
                <a:gd name="connsiteX149" fmla="*/ 1452722 w 2915191"/>
                <a:gd name="connsiteY149" fmla="*/ 346078 h 576469"/>
                <a:gd name="connsiteX150" fmla="*/ 1462466 w 2915191"/>
                <a:gd name="connsiteY150" fmla="*/ 342805 h 576469"/>
                <a:gd name="connsiteX151" fmla="*/ 1472225 w 2915191"/>
                <a:gd name="connsiteY151" fmla="*/ 352599 h 576469"/>
                <a:gd name="connsiteX152" fmla="*/ 1481969 w 2915191"/>
                <a:gd name="connsiteY152" fmla="*/ 352061 h 576469"/>
                <a:gd name="connsiteX153" fmla="*/ 1491713 w 2915191"/>
                <a:gd name="connsiteY153" fmla="*/ 361479 h 576469"/>
                <a:gd name="connsiteX154" fmla="*/ 1501472 w 2915191"/>
                <a:gd name="connsiteY154" fmla="*/ 372939 h 576469"/>
                <a:gd name="connsiteX155" fmla="*/ 1511216 w 2915191"/>
                <a:gd name="connsiteY155" fmla="*/ 353717 h 576469"/>
                <a:gd name="connsiteX156" fmla="*/ 1520960 w 2915191"/>
                <a:gd name="connsiteY156" fmla="*/ 339625 h 576469"/>
                <a:gd name="connsiteX157" fmla="*/ 1530719 w 2915191"/>
                <a:gd name="connsiteY157" fmla="*/ 324357 h 576469"/>
                <a:gd name="connsiteX158" fmla="*/ 1540463 w 2915191"/>
                <a:gd name="connsiteY158" fmla="*/ 281291 h 576469"/>
                <a:gd name="connsiteX159" fmla="*/ 1550221 w 2915191"/>
                <a:gd name="connsiteY159" fmla="*/ 328825 h 576469"/>
                <a:gd name="connsiteX160" fmla="*/ 1559965 w 2915191"/>
                <a:gd name="connsiteY160" fmla="*/ 348226 h 576469"/>
                <a:gd name="connsiteX161" fmla="*/ 1569709 w 2915191"/>
                <a:gd name="connsiteY161" fmla="*/ 386094 h 576469"/>
                <a:gd name="connsiteX162" fmla="*/ 1579468 w 2915191"/>
                <a:gd name="connsiteY162" fmla="*/ 404075 h 576469"/>
                <a:gd name="connsiteX163" fmla="*/ 1589212 w 2915191"/>
                <a:gd name="connsiteY163" fmla="*/ 378747 h 576469"/>
                <a:gd name="connsiteX164" fmla="*/ 1598971 w 2915191"/>
                <a:gd name="connsiteY164" fmla="*/ 360512 h 576469"/>
                <a:gd name="connsiteX165" fmla="*/ 1608715 w 2915191"/>
                <a:gd name="connsiteY165" fmla="*/ 394866 h 576469"/>
                <a:gd name="connsiteX166" fmla="*/ 1618459 w 2915191"/>
                <a:gd name="connsiteY166" fmla="*/ 414646 h 576469"/>
                <a:gd name="connsiteX167" fmla="*/ 1628218 w 2915191"/>
                <a:gd name="connsiteY167" fmla="*/ 372403 h 576469"/>
                <a:gd name="connsiteX168" fmla="*/ 1637962 w 2915191"/>
                <a:gd name="connsiteY168" fmla="*/ 426357 h 576469"/>
                <a:gd name="connsiteX169" fmla="*/ 1647720 w 2915191"/>
                <a:gd name="connsiteY169" fmla="*/ 419965 h 576469"/>
                <a:gd name="connsiteX170" fmla="*/ 1657464 w 2915191"/>
                <a:gd name="connsiteY170" fmla="*/ 417152 h 576469"/>
                <a:gd name="connsiteX171" fmla="*/ 1667208 w 2915191"/>
                <a:gd name="connsiteY171" fmla="*/ 448371 h 576469"/>
                <a:gd name="connsiteX172" fmla="*/ 1676967 w 2915191"/>
                <a:gd name="connsiteY172" fmla="*/ 434822 h 576469"/>
                <a:gd name="connsiteX173" fmla="*/ 1686711 w 2915191"/>
                <a:gd name="connsiteY173" fmla="*/ 454374 h 576469"/>
                <a:gd name="connsiteX174" fmla="*/ 1696470 w 2915191"/>
                <a:gd name="connsiteY174" fmla="*/ 457056 h 576469"/>
                <a:gd name="connsiteX175" fmla="*/ 1706214 w 2915191"/>
                <a:gd name="connsiteY175" fmla="*/ 444980 h 576469"/>
                <a:gd name="connsiteX176" fmla="*/ 1715958 w 2915191"/>
                <a:gd name="connsiteY176" fmla="*/ 403317 h 576469"/>
                <a:gd name="connsiteX177" fmla="*/ 1725716 w 2915191"/>
                <a:gd name="connsiteY177" fmla="*/ 427039 h 576469"/>
                <a:gd name="connsiteX178" fmla="*/ 1735460 w 2915191"/>
                <a:gd name="connsiteY178" fmla="*/ 408003 h 576469"/>
                <a:gd name="connsiteX179" fmla="*/ 1745219 w 2915191"/>
                <a:gd name="connsiteY179" fmla="*/ 427087 h 576469"/>
                <a:gd name="connsiteX180" fmla="*/ 1754963 w 2915191"/>
                <a:gd name="connsiteY180" fmla="*/ 403479 h 576469"/>
                <a:gd name="connsiteX181" fmla="*/ 1764707 w 2915191"/>
                <a:gd name="connsiteY181" fmla="*/ 408980 h 576469"/>
                <a:gd name="connsiteX182" fmla="*/ 1774466 w 2915191"/>
                <a:gd name="connsiteY182" fmla="*/ 419205 h 576469"/>
                <a:gd name="connsiteX183" fmla="*/ 1784210 w 2915191"/>
                <a:gd name="connsiteY183" fmla="*/ 438991 h 576469"/>
                <a:gd name="connsiteX184" fmla="*/ 1793969 w 2915191"/>
                <a:gd name="connsiteY184" fmla="*/ 469671 h 576469"/>
                <a:gd name="connsiteX185" fmla="*/ 1803713 w 2915191"/>
                <a:gd name="connsiteY185" fmla="*/ 455730 h 576469"/>
                <a:gd name="connsiteX186" fmla="*/ 1813457 w 2915191"/>
                <a:gd name="connsiteY186" fmla="*/ 493024 h 576469"/>
                <a:gd name="connsiteX187" fmla="*/ 1823215 w 2915191"/>
                <a:gd name="connsiteY187" fmla="*/ 507948 h 576469"/>
                <a:gd name="connsiteX188" fmla="*/ 1832959 w 2915191"/>
                <a:gd name="connsiteY188" fmla="*/ 500814 h 576469"/>
                <a:gd name="connsiteX189" fmla="*/ 1842703 w 2915191"/>
                <a:gd name="connsiteY189" fmla="*/ 546034 h 576469"/>
                <a:gd name="connsiteX190" fmla="*/ 1852462 w 2915191"/>
                <a:gd name="connsiteY190" fmla="*/ 531050 h 576469"/>
                <a:gd name="connsiteX191" fmla="*/ 1862206 w 2915191"/>
                <a:gd name="connsiteY191" fmla="*/ 523352 h 576469"/>
                <a:gd name="connsiteX192" fmla="*/ 1871965 w 2915191"/>
                <a:gd name="connsiteY192" fmla="*/ 521935 h 576469"/>
                <a:gd name="connsiteX193" fmla="*/ 1881709 w 2915191"/>
                <a:gd name="connsiteY193" fmla="*/ 514292 h 576469"/>
                <a:gd name="connsiteX194" fmla="*/ 1891453 w 2915191"/>
                <a:gd name="connsiteY194" fmla="*/ 534772 h 576469"/>
                <a:gd name="connsiteX195" fmla="*/ 1901212 w 2915191"/>
                <a:gd name="connsiteY195" fmla="*/ 530620 h 576469"/>
                <a:gd name="connsiteX196" fmla="*/ 1910956 w 2915191"/>
                <a:gd name="connsiteY196" fmla="*/ 536295 h 576469"/>
                <a:gd name="connsiteX197" fmla="*/ 1920714 w 2915191"/>
                <a:gd name="connsiteY197" fmla="*/ 570996 h 576469"/>
                <a:gd name="connsiteX198" fmla="*/ 1930458 w 2915191"/>
                <a:gd name="connsiteY198" fmla="*/ 575799 h 576469"/>
                <a:gd name="connsiteX199" fmla="*/ 1940202 w 2915191"/>
                <a:gd name="connsiteY199" fmla="*/ 562034 h 576469"/>
                <a:gd name="connsiteX200" fmla="*/ 1949961 w 2915191"/>
                <a:gd name="connsiteY200" fmla="*/ 569837 h 576469"/>
                <a:gd name="connsiteX201" fmla="*/ 1959705 w 2915191"/>
                <a:gd name="connsiteY201" fmla="*/ 540005 h 576469"/>
                <a:gd name="connsiteX202" fmla="*/ 1969464 w 2915191"/>
                <a:gd name="connsiteY202" fmla="*/ 527327 h 576469"/>
                <a:gd name="connsiteX203" fmla="*/ 1979208 w 2915191"/>
                <a:gd name="connsiteY203" fmla="*/ 548600 h 576469"/>
                <a:gd name="connsiteX204" fmla="*/ 1988952 w 2915191"/>
                <a:gd name="connsiteY204" fmla="*/ 548184 h 576469"/>
                <a:gd name="connsiteX205" fmla="*/ 1998711 w 2915191"/>
                <a:gd name="connsiteY205" fmla="*/ 547785 h 576469"/>
                <a:gd name="connsiteX206" fmla="*/ 2008454 w 2915191"/>
                <a:gd name="connsiteY206" fmla="*/ 558186 h 576469"/>
                <a:gd name="connsiteX207" fmla="*/ 2018213 w 2915191"/>
                <a:gd name="connsiteY207" fmla="*/ 576470 h 576469"/>
                <a:gd name="connsiteX208" fmla="*/ 2027957 w 2915191"/>
                <a:gd name="connsiteY208" fmla="*/ 558765 h 576469"/>
                <a:gd name="connsiteX209" fmla="*/ 2037701 w 2915191"/>
                <a:gd name="connsiteY209" fmla="*/ 552864 h 576469"/>
                <a:gd name="connsiteX210" fmla="*/ 2047460 w 2915191"/>
                <a:gd name="connsiteY210" fmla="*/ 549284 h 576469"/>
                <a:gd name="connsiteX211" fmla="*/ 2057204 w 2915191"/>
                <a:gd name="connsiteY211" fmla="*/ 510420 h 576469"/>
                <a:gd name="connsiteX212" fmla="*/ 2066963 w 2915191"/>
                <a:gd name="connsiteY212" fmla="*/ 528959 h 576469"/>
                <a:gd name="connsiteX213" fmla="*/ 2076707 w 2915191"/>
                <a:gd name="connsiteY213" fmla="*/ 569369 h 576469"/>
                <a:gd name="connsiteX214" fmla="*/ 2086451 w 2915191"/>
                <a:gd name="connsiteY214" fmla="*/ 541258 h 576469"/>
                <a:gd name="connsiteX215" fmla="*/ 2096210 w 2915191"/>
                <a:gd name="connsiteY215" fmla="*/ 530775 h 576469"/>
                <a:gd name="connsiteX216" fmla="*/ 2105954 w 2915191"/>
                <a:gd name="connsiteY216" fmla="*/ 545094 h 576469"/>
                <a:gd name="connsiteX217" fmla="*/ 2115697 w 2915191"/>
                <a:gd name="connsiteY217" fmla="*/ 529894 h 576469"/>
                <a:gd name="connsiteX218" fmla="*/ 2125456 w 2915191"/>
                <a:gd name="connsiteY218" fmla="*/ 529663 h 576469"/>
                <a:gd name="connsiteX219" fmla="*/ 2135200 w 2915191"/>
                <a:gd name="connsiteY219" fmla="*/ 526073 h 576469"/>
                <a:gd name="connsiteX220" fmla="*/ 2144959 w 2915191"/>
                <a:gd name="connsiteY220" fmla="*/ 521166 h 576469"/>
                <a:gd name="connsiteX221" fmla="*/ 2154703 w 2915191"/>
                <a:gd name="connsiteY221" fmla="*/ 501734 h 576469"/>
                <a:gd name="connsiteX222" fmla="*/ 2164447 w 2915191"/>
                <a:gd name="connsiteY222" fmla="*/ 492745 h 576469"/>
                <a:gd name="connsiteX223" fmla="*/ 2174206 w 2915191"/>
                <a:gd name="connsiteY223" fmla="*/ 460718 h 576469"/>
                <a:gd name="connsiteX224" fmla="*/ 2183950 w 2915191"/>
                <a:gd name="connsiteY224" fmla="*/ 434676 h 576469"/>
                <a:gd name="connsiteX225" fmla="*/ 2193709 w 2915191"/>
                <a:gd name="connsiteY225" fmla="*/ 420159 h 576469"/>
                <a:gd name="connsiteX226" fmla="*/ 2203452 w 2915191"/>
                <a:gd name="connsiteY226" fmla="*/ 428070 h 576469"/>
                <a:gd name="connsiteX227" fmla="*/ 2213196 w 2915191"/>
                <a:gd name="connsiteY227" fmla="*/ 409890 h 576469"/>
                <a:gd name="connsiteX228" fmla="*/ 2222955 w 2915191"/>
                <a:gd name="connsiteY228" fmla="*/ 431844 h 576469"/>
                <a:gd name="connsiteX229" fmla="*/ 2232699 w 2915191"/>
                <a:gd name="connsiteY229" fmla="*/ 423872 h 576469"/>
                <a:gd name="connsiteX230" fmla="*/ 2242458 w 2915191"/>
                <a:gd name="connsiteY230" fmla="*/ 404819 h 576469"/>
                <a:gd name="connsiteX231" fmla="*/ 2252202 w 2915191"/>
                <a:gd name="connsiteY231" fmla="*/ 418486 h 576469"/>
                <a:gd name="connsiteX232" fmla="*/ 2261946 w 2915191"/>
                <a:gd name="connsiteY232" fmla="*/ 429459 h 576469"/>
                <a:gd name="connsiteX233" fmla="*/ 2271705 w 2915191"/>
                <a:gd name="connsiteY233" fmla="*/ 423264 h 576469"/>
                <a:gd name="connsiteX234" fmla="*/ 2281449 w 2915191"/>
                <a:gd name="connsiteY234" fmla="*/ 415755 h 576469"/>
                <a:gd name="connsiteX235" fmla="*/ 2291208 w 2915191"/>
                <a:gd name="connsiteY235" fmla="*/ 425738 h 576469"/>
                <a:gd name="connsiteX236" fmla="*/ 2300951 w 2915191"/>
                <a:gd name="connsiteY236" fmla="*/ 390538 h 576469"/>
                <a:gd name="connsiteX237" fmla="*/ 2310695 w 2915191"/>
                <a:gd name="connsiteY237" fmla="*/ 347283 h 576469"/>
                <a:gd name="connsiteX238" fmla="*/ 2320454 w 2915191"/>
                <a:gd name="connsiteY238" fmla="*/ 331310 h 576469"/>
                <a:gd name="connsiteX239" fmla="*/ 2330198 w 2915191"/>
                <a:gd name="connsiteY239" fmla="*/ 303713 h 576469"/>
                <a:gd name="connsiteX240" fmla="*/ 2339957 w 2915191"/>
                <a:gd name="connsiteY240" fmla="*/ 272452 h 576469"/>
                <a:gd name="connsiteX241" fmla="*/ 2349701 w 2915191"/>
                <a:gd name="connsiteY241" fmla="*/ 268915 h 576469"/>
                <a:gd name="connsiteX242" fmla="*/ 2359445 w 2915191"/>
                <a:gd name="connsiteY242" fmla="*/ 260287 h 576469"/>
                <a:gd name="connsiteX243" fmla="*/ 2369204 w 2915191"/>
                <a:gd name="connsiteY243" fmla="*/ 251240 h 576469"/>
                <a:gd name="connsiteX244" fmla="*/ 2378948 w 2915191"/>
                <a:gd name="connsiteY244" fmla="*/ 272853 h 576469"/>
                <a:gd name="connsiteX245" fmla="*/ 2388692 w 2915191"/>
                <a:gd name="connsiteY245" fmla="*/ 246107 h 576469"/>
                <a:gd name="connsiteX246" fmla="*/ 2398450 w 2915191"/>
                <a:gd name="connsiteY246" fmla="*/ 257965 h 576469"/>
                <a:gd name="connsiteX247" fmla="*/ 2408194 w 2915191"/>
                <a:gd name="connsiteY247" fmla="*/ 227732 h 576469"/>
                <a:gd name="connsiteX248" fmla="*/ 2417953 w 2915191"/>
                <a:gd name="connsiteY248" fmla="*/ 220639 h 576469"/>
                <a:gd name="connsiteX249" fmla="*/ 2427697 w 2915191"/>
                <a:gd name="connsiteY249" fmla="*/ 211613 h 576469"/>
                <a:gd name="connsiteX250" fmla="*/ 2437441 w 2915191"/>
                <a:gd name="connsiteY250" fmla="*/ 223544 h 576469"/>
                <a:gd name="connsiteX251" fmla="*/ 2447200 w 2915191"/>
                <a:gd name="connsiteY251" fmla="*/ 221727 h 576469"/>
                <a:gd name="connsiteX252" fmla="*/ 2456944 w 2915191"/>
                <a:gd name="connsiteY252" fmla="*/ 242844 h 576469"/>
                <a:gd name="connsiteX253" fmla="*/ 2466703 w 2915191"/>
                <a:gd name="connsiteY253" fmla="*/ 248093 h 576469"/>
                <a:gd name="connsiteX254" fmla="*/ 2476446 w 2915191"/>
                <a:gd name="connsiteY254" fmla="*/ 220855 h 576469"/>
                <a:gd name="connsiteX255" fmla="*/ 2486190 w 2915191"/>
                <a:gd name="connsiteY255" fmla="*/ 238394 h 576469"/>
                <a:gd name="connsiteX256" fmla="*/ 2495949 w 2915191"/>
                <a:gd name="connsiteY256" fmla="*/ 256645 h 576469"/>
                <a:gd name="connsiteX257" fmla="*/ 2505693 w 2915191"/>
                <a:gd name="connsiteY257" fmla="*/ 253566 h 576469"/>
                <a:gd name="connsiteX258" fmla="*/ 2515452 w 2915191"/>
                <a:gd name="connsiteY258" fmla="*/ 271869 h 576469"/>
                <a:gd name="connsiteX259" fmla="*/ 2525196 w 2915191"/>
                <a:gd name="connsiteY259" fmla="*/ 259938 h 576469"/>
                <a:gd name="connsiteX260" fmla="*/ 2534940 w 2915191"/>
                <a:gd name="connsiteY260" fmla="*/ 246955 h 576469"/>
                <a:gd name="connsiteX261" fmla="*/ 2544699 w 2915191"/>
                <a:gd name="connsiteY261" fmla="*/ 286096 h 576469"/>
                <a:gd name="connsiteX262" fmla="*/ 2554443 w 2915191"/>
                <a:gd name="connsiteY262" fmla="*/ 270211 h 576469"/>
                <a:gd name="connsiteX263" fmla="*/ 2564202 w 2915191"/>
                <a:gd name="connsiteY263" fmla="*/ 268581 h 576469"/>
                <a:gd name="connsiteX264" fmla="*/ 2573946 w 2915191"/>
                <a:gd name="connsiteY264" fmla="*/ 241372 h 576469"/>
                <a:gd name="connsiteX265" fmla="*/ 2583690 w 2915191"/>
                <a:gd name="connsiteY265" fmla="*/ 239248 h 576469"/>
                <a:gd name="connsiteX266" fmla="*/ 2593448 w 2915191"/>
                <a:gd name="connsiteY266" fmla="*/ 258828 h 576469"/>
                <a:gd name="connsiteX267" fmla="*/ 2603192 w 2915191"/>
                <a:gd name="connsiteY267" fmla="*/ 306672 h 576469"/>
                <a:gd name="connsiteX268" fmla="*/ 2612951 w 2915191"/>
                <a:gd name="connsiteY268" fmla="*/ 310480 h 576469"/>
                <a:gd name="connsiteX269" fmla="*/ 2622695 w 2915191"/>
                <a:gd name="connsiteY269" fmla="*/ 314178 h 576469"/>
                <a:gd name="connsiteX270" fmla="*/ 2632439 w 2915191"/>
                <a:gd name="connsiteY270" fmla="*/ 366201 h 576469"/>
                <a:gd name="connsiteX271" fmla="*/ 2642198 w 2915191"/>
                <a:gd name="connsiteY271" fmla="*/ 370095 h 576469"/>
                <a:gd name="connsiteX272" fmla="*/ 2651942 w 2915191"/>
                <a:gd name="connsiteY272" fmla="*/ 364782 h 576469"/>
                <a:gd name="connsiteX273" fmla="*/ 2661685 w 2915191"/>
                <a:gd name="connsiteY273" fmla="*/ 319799 h 576469"/>
                <a:gd name="connsiteX274" fmla="*/ 2671444 w 2915191"/>
                <a:gd name="connsiteY274" fmla="*/ 338460 h 576469"/>
                <a:gd name="connsiteX275" fmla="*/ 2681188 w 2915191"/>
                <a:gd name="connsiteY275" fmla="*/ 357504 h 576469"/>
                <a:gd name="connsiteX276" fmla="*/ 2690947 w 2915191"/>
                <a:gd name="connsiteY276" fmla="*/ 388172 h 576469"/>
                <a:gd name="connsiteX277" fmla="*/ 2700691 w 2915191"/>
                <a:gd name="connsiteY277" fmla="*/ 365527 h 576469"/>
                <a:gd name="connsiteX278" fmla="*/ 2710435 w 2915191"/>
                <a:gd name="connsiteY278" fmla="*/ 349989 h 576469"/>
                <a:gd name="connsiteX279" fmla="*/ 2720194 w 2915191"/>
                <a:gd name="connsiteY279" fmla="*/ 373690 h 576469"/>
                <a:gd name="connsiteX280" fmla="*/ 2729938 w 2915191"/>
                <a:gd name="connsiteY280" fmla="*/ 421376 h 576469"/>
                <a:gd name="connsiteX281" fmla="*/ 2739697 w 2915191"/>
                <a:gd name="connsiteY281" fmla="*/ 439635 h 576469"/>
                <a:gd name="connsiteX282" fmla="*/ 2749441 w 2915191"/>
                <a:gd name="connsiteY282" fmla="*/ 442771 h 576469"/>
                <a:gd name="connsiteX283" fmla="*/ 2759185 w 2915191"/>
                <a:gd name="connsiteY283" fmla="*/ 427231 h 576469"/>
                <a:gd name="connsiteX284" fmla="*/ 2768943 w 2915191"/>
                <a:gd name="connsiteY284" fmla="*/ 418222 h 576469"/>
                <a:gd name="connsiteX285" fmla="*/ 2778687 w 2915191"/>
                <a:gd name="connsiteY285" fmla="*/ 429584 h 576469"/>
                <a:gd name="connsiteX286" fmla="*/ 2788446 w 2915191"/>
                <a:gd name="connsiteY286" fmla="*/ 432486 h 576469"/>
                <a:gd name="connsiteX287" fmla="*/ 2798190 w 2915191"/>
                <a:gd name="connsiteY287" fmla="*/ 412600 h 576469"/>
                <a:gd name="connsiteX288" fmla="*/ 2807934 w 2915191"/>
                <a:gd name="connsiteY288" fmla="*/ 406461 h 576469"/>
                <a:gd name="connsiteX289" fmla="*/ 2817693 w 2915191"/>
                <a:gd name="connsiteY289" fmla="*/ 374517 h 576469"/>
                <a:gd name="connsiteX290" fmla="*/ 2827437 w 2915191"/>
                <a:gd name="connsiteY290" fmla="*/ 360923 h 576469"/>
                <a:gd name="connsiteX291" fmla="*/ 2837196 w 2915191"/>
                <a:gd name="connsiteY291" fmla="*/ 372688 h 576469"/>
                <a:gd name="connsiteX292" fmla="*/ 2846940 w 2915191"/>
                <a:gd name="connsiteY292" fmla="*/ 334607 h 576469"/>
                <a:gd name="connsiteX293" fmla="*/ 2856684 w 2915191"/>
                <a:gd name="connsiteY293" fmla="*/ 330190 h 576469"/>
                <a:gd name="connsiteX294" fmla="*/ 2866442 w 2915191"/>
                <a:gd name="connsiteY294" fmla="*/ 339540 h 576469"/>
                <a:gd name="connsiteX295" fmla="*/ 2876186 w 2915191"/>
                <a:gd name="connsiteY295" fmla="*/ 361025 h 576469"/>
                <a:gd name="connsiteX296" fmla="*/ 2885945 w 2915191"/>
                <a:gd name="connsiteY296" fmla="*/ 376235 h 576469"/>
                <a:gd name="connsiteX297" fmla="*/ 2895689 w 2915191"/>
                <a:gd name="connsiteY297" fmla="*/ 383984 h 576469"/>
                <a:gd name="connsiteX298" fmla="*/ 2905433 w 2915191"/>
                <a:gd name="connsiteY298" fmla="*/ 360357 h 576469"/>
                <a:gd name="connsiteX299" fmla="*/ 2915192 w 2915191"/>
                <a:gd name="connsiteY299" fmla="*/ 346378 h 576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76469">
                  <a:moveTo>
                    <a:pt x="0" y="45884"/>
                  </a:moveTo>
                  <a:lnTo>
                    <a:pt x="9750" y="30054"/>
                  </a:lnTo>
                  <a:lnTo>
                    <a:pt x="19500" y="0"/>
                  </a:lnTo>
                  <a:lnTo>
                    <a:pt x="29250" y="4723"/>
                  </a:lnTo>
                  <a:lnTo>
                    <a:pt x="39000" y="8512"/>
                  </a:lnTo>
                  <a:lnTo>
                    <a:pt x="48749" y="20812"/>
                  </a:lnTo>
                  <a:lnTo>
                    <a:pt x="58499" y="66336"/>
                  </a:lnTo>
                  <a:lnTo>
                    <a:pt x="68249" y="60891"/>
                  </a:lnTo>
                  <a:lnTo>
                    <a:pt x="77998" y="62847"/>
                  </a:lnTo>
                  <a:lnTo>
                    <a:pt x="87748" y="16259"/>
                  </a:lnTo>
                  <a:lnTo>
                    <a:pt x="97497" y="9203"/>
                  </a:lnTo>
                  <a:lnTo>
                    <a:pt x="107247" y="16058"/>
                  </a:lnTo>
                  <a:lnTo>
                    <a:pt x="116997" y="37037"/>
                  </a:lnTo>
                  <a:lnTo>
                    <a:pt x="126747" y="61549"/>
                  </a:lnTo>
                  <a:lnTo>
                    <a:pt x="136497" y="38287"/>
                  </a:lnTo>
                  <a:lnTo>
                    <a:pt x="146247" y="34169"/>
                  </a:lnTo>
                  <a:lnTo>
                    <a:pt x="155997" y="27653"/>
                  </a:lnTo>
                  <a:lnTo>
                    <a:pt x="165747" y="42729"/>
                  </a:lnTo>
                  <a:lnTo>
                    <a:pt x="175497" y="74315"/>
                  </a:lnTo>
                  <a:lnTo>
                    <a:pt x="185247" y="66265"/>
                  </a:lnTo>
                  <a:lnTo>
                    <a:pt x="194996" y="61065"/>
                  </a:lnTo>
                  <a:lnTo>
                    <a:pt x="204746" y="42175"/>
                  </a:lnTo>
                  <a:lnTo>
                    <a:pt x="214495" y="32922"/>
                  </a:lnTo>
                  <a:lnTo>
                    <a:pt x="224245" y="20820"/>
                  </a:lnTo>
                  <a:lnTo>
                    <a:pt x="233995" y="25565"/>
                  </a:lnTo>
                  <a:lnTo>
                    <a:pt x="243744" y="45524"/>
                  </a:lnTo>
                  <a:lnTo>
                    <a:pt x="253494" y="58700"/>
                  </a:lnTo>
                  <a:lnTo>
                    <a:pt x="263244" y="22541"/>
                  </a:lnTo>
                  <a:lnTo>
                    <a:pt x="272994" y="37800"/>
                  </a:lnTo>
                  <a:lnTo>
                    <a:pt x="282744" y="20146"/>
                  </a:lnTo>
                  <a:lnTo>
                    <a:pt x="292494" y="40543"/>
                  </a:lnTo>
                  <a:lnTo>
                    <a:pt x="302244" y="62375"/>
                  </a:lnTo>
                  <a:lnTo>
                    <a:pt x="311994" y="96682"/>
                  </a:lnTo>
                  <a:lnTo>
                    <a:pt x="321744" y="109819"/>
                  </a:lnTo>
                  <a:lnTo>
                    <a:pt x="331493" y="108777"/>
                  </a:lnTo>
                  <a:lnTo>
                    <a:pt x="341243" y="123714"/>
                  </a:lnTo>
                  <a:lnTo>
                    <a:pt x="350993" y="145125"/>
                  </a:lnTo>
                  <a:lnTo>
                    <a:pt x="360742" y="143508"/>
                  </a:lnTo>
                  <a:lnTo>
                    <a:pt x="370492" y="153783"/>
                  </a:lnTo>
                  <a:lnTo>
                    <a:pt x="380241" y="159453"/>
                  </a:lnTo>
                  <a:lnTo>
                    <a:pt x="389991" y="181297"/>
                  </a:lnTo>
                  <a:lnTo>
                    <a:pt x="399741" y="155822"/>
                  </a:lnTo>
                  <a:lnTo>
                    <a:pt x="409491" y="154257"/>
                  </a:lnTo>
                  <a:lnTo>
                    <a:pt x="419241" y="154660"/>
                  </a:lnTo>
                  <a:lnTo>
                    <a:pt x="428991" y="162152"/>
                  </a:lnTo>
                  <a:lnTo>
                    <a:pt x="438741" y="136963"/>
                  </a:lnTo>
                  <a:lnTo>
                    <a:pt x="448491" y="135380"/>
                  </a:lnTo>
                  <a:lnTo>
                    <a:pt x="458241" y="180531"/>
                  </a:lnTo>
                  <a:lnTo>
                    <a:pt x="467991" y="148191"/>
                  </a:lnTo>
                  <a:lnTo>
                    <a:pt x="477740" y="114879"/>
                  </a:lnTo>
                  <a:lnTo>
                    <a:pt x="487490" y="90419"/>
                  </a:lnTo>
                  <a:lnTo>
                    <a:pt x="497239" y="106361"/>
                  </a:lnTo>
                  <a:lnTo>
                    <a:pt x="506989" y="105881"/>
                  </a:lnTo>
                  <a:lnTo>
                    <a:pt x="516738" y="107203"/>
                  </a:lnTo>
                  <a:lnTo>
                    <a:pt x="526488" y="131866"/>
                  </a:lnTo>
                  <a:lnTo>
                    <a:pt x="536238" y="140217"/>
                  </a:lnTo>
                  <a:lnTo>
                    <a:pt x="545988" y="131643"/>
                  </a:lnTo>
                  <a:lnTo>
                    <a:pt x="555738" y="136625"/>
                  </a:lnTo>
                  <a:lnTo>
                    <a:pt x="565488" y="159319"/>
                  </a:lnTo>
                  <a:lnTo>
                    <a:pt x="575238" y="141557"/>
                  </a:lnTo>
                  <a:lnTo>
                    <a:pt x="584988" y="161374"/>
                  </a:lnTo>
                  <a:lnTo>
                    <a:pt x="594738" y="118153"/>
                  </a:lnTo>
                  <a:lnTo>
                    <a:pt x="604488" y="136694"/>
                  </a:lnTo>
                  <a:lnTo>
                    <a:pt x="614237" y="133212"/>
                  </a:lnTo>
                  <a:lnTo>
                    <a:pt x="623987" y="106717"/>
                  </a:lnTo>
                  <a:lnTo>
                    <a:pt x="633736" y="136373"/>
                  </a:lnTo>
                  <a:lnTo>
                    <a:pt x="643486" y="140515"/>
                  </a:lnTo>
                  <a:lnTo>
                    <a:pt x="653236" y="116690"/>
                  </a:lnTo>
                  <a:lnTo>
                    <a:pt x="662985" y="131045"/>
                  </a:lnTo>
                  <a:lnTo>
                    <a:pt x="672735" y="102523"/>
                  </a:lnTo>
                  <a:lnTo>
                    <a:pt x="682485" y="100866"/>
                  </a:lnTo>
                  <a:lnTo>
                    <a:pt x="692235" y="79805"/>
                  </a:lnTo>
                  <a:lnTo>
                    <a:pt x="701985" y="85881"/>
                  </a:lnTo>
                  <a:lnTo>
                    <a:pt x="711735" y="112955"/>
                  </a:lnTo>
                  <a:lnTo>
                    <a:pt x="721485" y="127441"/>
                  </a:lnTo>
                  <a:lnTo>
                    <a:pt x="731235" y="126105"/>
                  </a:lnTo>
                  <a:lnTo>
                    <a:pt x="740985" y="117618"/>
                  </a:lnTo>
                  <a:lnTo>
                    <a:pt x="750734" y="142327"/>
                  </a:lnTo>
                  <a:lnTo>
                    <a:pt x="760484" y="145974"/>
                  </a:lnTo>
                  <a:lnTo>
                    <a:pt x="770233" y="141145"/>
                  </a:lnTo>
                  <a:lnTo>
                    <a:pt x="779983" y="177572"/>
                  </a:lnTo>
                  <a:lnTo>
                    <a:pt x="789733" y="209417"/>
                  </a:lnTo>
                  <a:lnTo>
                    <a:pt x="799482" y="198861"/>
                  </a:lnTo>
                  <a:lnTo>
                    <a:pt x="809232" y="205487"/>
                  </a:lnTo>
                  <a:lnTo>
                    <a:pt x="818982" y="236535"/>
                  </a:lnTo>
                  <a:lnTo>
                    <a:pt x="828732" y="252776"/>
                  </a:lnTo>
                  <a:lnTo>
                    <a:pt x="838482" y="259570"/>
                  </a:lnTo>
                  <a:lnTo>
                    <a:pt x="848232" y="236995"/>
                  </a:lnTo>
                  <a:lnTo>
                    <a:pt x="857982" y="226610"/>
                  </a:lnTo>
                  <a:lnTo>
                    <a:pt x="867732" y="254262"/>
                  </a:lnTo>
                  <a:lnTo>
                    <a:pt x="877482" y="239970"/>
                  </a:lnTo>
                  <a:lnTo>
                    <a:pt x="887231" y="250722"/>
                  </a:lnTo>
                  <a:lnTo>
                    <a:pt x="896981" y="276500"/>
                  </a:lnTo>
                  <a:lnTo>
                    <a:pt x="906730" y="293201"/>
                  </a:lnTo>
                  <a:lnTo>
                    <a:pt x="916480" y="289489"/>
                  </a:lnTo>
                  <a:lnTo>
                    <a:pt x="926230" y="298348"/>
                  </a:lnTo>
                  <a:lnTo>
                    <a:pt x="935979" y="288301"/>
                  </a:lnTo>
                  <a:lnTo>
                    <a:pt x="945729" y="287608"/>
                  </a:lnTo>
                  <a:lnTo>
                    <a:pt x="955479" y="307493"/>
                  </a:lnTo>
                  <a:lnTo>
                    <a:pt x="965229" y="267078"/>
                  </a:lnTo>
                  <a:lnTo>
                    <a:pt x="974979" y="266143"/>
                  </a:lnTo>
                  <a:lnTo>
                    <a:pt x="984729" y="251922"/>
                  </a:lnTo>
                  <a:lnTo>
                    <a:pt x="994474" y="265132"/>
                  </a:lnTo>
                  <a:lnTo>
                    <a:pt x="1004233" y="254117"/>
                  </a:lnTo>
                  <a:lnTo>
                    <a:pt x="1013977" y="235525"/>
                  </a:lnTo>
                  <a:lnTo>
                    <a:pt x="1023721" y="220083"/>
                  </a:lnTo>
                  <a:lnTo>
                    <a:pt x="1033480" y="222548"/>
                  </a:lnTo>
                  <a:lnTo>
                    <a:pt x="1043224" y="213634"/>
                  </a:lnTo>
                  <a:lnTo>
                    <a:pt x="1052983" y="222744"/>
                  </a:lnTo>
                  <a:lnTo>
                    <a:pt x="1062727" y="206650"/>
                  </a:lnTo>
                  <a:lnTo>
                    <a:pt x="1072471" y="217991"/>
                  </a:lnTo>
                  <a:lnTo>
                    <a:pt x="1082230" y="215259"/>
                  </a:lnTo>
                  <a:lnTo>
                    <a:pt x="1091973" y="207994"/>
                  </a:lnTo>
                  <a:lnTo>
                    <a:pt x="1101732" y="214960"/>
                  </a:lnTo>
                  <a:lnTo>
                    <a:pt x="1111476" y="232055"/>
                  </a:lnTo>
                  <a:lnTo>
                    <a:pt x="1121220" y="222178"/>
                  </a:lnTo>
                  <a:lnTo>
                    <a:pt x="1130979" y="216257"/>
                  </a:lnTo>
                  <a:lnTo>
                    <a:pt x="1140723" y="249461"/>
                  </a:lnTo>
                  <a:lnTo>
                    <a:pt x="1150482" y="253043"/>
                  </a:lnTo>
                  <a:lnTo>
                    <a:pt x="1160226" y="256981"/>
                  </a:lnTo>
                  <a:lnTo>
                    <a:pt x="1169969" y="241293"/>
                  </a:lnTo>
                  <a:lnTo>
                    <a:pt x="1179728" y="229294"/>
                  </a:lnTo>
                  <a:lnTo>
                    <a:pt x="1189472" y="197982"/>
                  </a:lnTo>
                  <a:lnTo>
                    <a:pt x="1199231" y="218736"/>
                  </a:lnTo>
                  <a:lnTo>
                    <a:pt x="1208975" y="245853"/>
                  </a:lnTo>
                  <a:lnTo>
                    <a:pt x="1218719" y="240875"/>
                  </a:lnTo>
                  <a:lnTo>
                    <a:pt x="1228478" y="216466"/>
                  </a:lnTo>
                  <a:lnTo>
                    <a:pt x="1238222" y="220530"/>
                  </a:lnTo>
                  <a:lnTo>
                    <a:pt x="1247966" y="266275"/>
                  </a:lnTo>
                  <a:lnTo>
                    <a:pt x="1257725" y="280339"/>
                  </a:lnTo>
                  <a:lnTo>
                    <a:pt x="1267469" y="300472"/>
                  </a:lnTo>
                  <a:lnTo>
                    <a:pt x="1277227" y="302641"/>
                  </a:lnTo>
                  <a:lnTo>
                    <a:pt x="1286971" y="322033"/>
                  </a:lnTo>
                  <a:lnTo>
                    <a:pt x="1296715" y="284603"/>
                  </a:lnTo>
                  <a:lnTo>
                    <a:pt x="1306474" y="324705"/>
                  </a:lnTo>
                  <a:lnTo>
                    <a:pt x="1316218" y="329491"/>
                  </a:lnTo>
                  <a:lnTo>
                    <a:pt x="1325977" y="361768"/>
                  </a:lnTo>
                  <a:lnTo>
                    <a:pt x="1335721" y="340226"/>
                  </a:lnTo>
                  <a:lnTo>
                    <a:pt x="1345465" y="339132"/>
                  </a:lnTo>
                  <a:lnTo>
                    <a:pt x="1355224" y="358687"/>
                  </a:lnTo>
                  <a:lnTo>
                    <a:pt x="1364967" y="369872"/>
                  </a:lnTo>
                  <a:lnTo>
                    <a:pt x="1374726" y="350972"/>
                  </a:lnTo>
                  <a:lnTo>
                    <a:pt x="1384470" y="333120"/>
                  </a:lnTo>
                  <a:lnTo>
                    <a:pt x="1394214" y="326252"/>
                  </a:lnTo>
                  <a:lnTo>
                    <a:pt x="1403973" y="315045"/>
                  </a:lnTo>
                  <a:lnTo>
                    <a:pt x="1413717" y="300401"/>
                  </a:lnTo>
                  <a:lnTo>
                    <a:pt x="1423476" y="334960"/>
                  </a:lnTo>
                  <a:lnTo>
                    <a:pt x="1433220" y="345270"/>
                  </a:lnTo>
                  <a:lnTo>
                    <a:pt x="1442964" y="308540"/>
                  </a:lnTo>
                  <a:lnTo>
                    <a:pt x="1452722" y="346078"/>
                  </a:lnTo>
                  <a:lnTo>
                    <a:pt x="1462466" y="342805"/>
                  </a:lnTo>
                  <a:lnTo>
                    <a:pt x="1472225" y="352599"/>
                  </a:lnTo>
                  <a:lnTo>
                    <a:pt x="1481969" y="352061"/>
                  </a:lnTo>
                  <a:lnTo>
                    <a:pt x="1491713" y="361479"/>
                  </a:lnTo>
                  <a:lnTo>
                    <a:pt x="1501472" y="372939"/>
                  </a:lnTo>
                  <a:lnTo>
                    <a:pt x="1511216" y="353717"/>
                  </a:lnTo>
                  <a:lnTo>
                    <a:pt x="1520960" y="339625"/>
                  </a:lnTo>
                  <a:lnTo>
                    <a:pt x="1530719" y="324357"/>
                  </a:lnTo>
                  <a:lnTo>
                    <a:pt x="1540463" y="281291"/>
                  </a:lnTo>
                  <a:lnTo>
                    <a:pt x="1550221" y="328825"/>
                  </a:lnTo>
                  <a:lnTo>
                    <a:pt x="1559965" y="348226"/>
                  </a:lnTo>
                  <a:lnTo>
                    <a:pt x="1569709" y="386094"/>
                  </a:lnTo>
                  <a:lnTo>
                    <a:pt x="1579468" y="404075"/>
                  </a:lnTo>
                  <a:lnTo>
                    <a:pt x="1589212" y="378747"/>
                  </a:lnTo>
                  <a:lnTo>
                    <a:pt x="1598971" y="360512"/>
                  </a:lnTo>
                  <a:lnTo>
                    <a:pt x="1608715" y="394866"/>
                  </a:lnTo>
                  <a:lnTo>
                    <a:pt x="1618459" y="414646"/>
                  </a:lnTo>
                  <a:lnTo>
                    <a:pt x="1628218" y="372403"/>
                  </a:lnTo>
                  <a:lnTo>
                    <a:pt x="1637962" y="426357"/>
                  </a:lnTo>
                  <a:lnTo>
                    <a:pt x="1647720" y="419965"/>
                  </a:lnTo>
                  <a:lnTo>
                    <a:pt x="1657464" y="417152"/>
                  </a:lnTo>
                  <a:lnTo>
                    <a:pt x="1667208" y="448371"/>
                  </a:lnTo>
                  <a:lnTo>
                    <a:pt x="1676967" y="434822"/>
                  </a:lnTo>
                  <a:lnTo>
                    <a:pt x="1686711" y="454374"/>
                  </a:lnTo>
                  <a:lnTo>
                    <a:pt x="1696470" y="457056"/>
                  </a:lnTo>
                  <a:lnTo>
                    <a:pt x="1706214" y="444980"/>
                  </a:lnTo>
                  <a:lnTo>
                    <a:pt x="1715958" y="403317"/>
                  </a:lnTo>
                  <a:lnTo>
                    <a:pt x="1725716" y="427039"/>
                  </a:lnTo>
                  <a:lnTo>
                    <a:pt x="1735460" y="408003"/>
                  </a:lnTo>
                  <a:lnTo>
                    <a:pt x="1745219" y="427087"/>
                  </a:lnTo>
                  <a:lnTo>
                    <a:pt x="1754963" y="403479"/>
                  </a:lnTo>
                  <a:lnTo>
                    <a:pt x="1764707" y="408980"/>
                  </a:lnTo>
                  <a:lnTo>
                    <a:pt x="1774466" y="419205"/>
                  </a:lnTo>
                  <a:lnTo>
                    <a:pt x="1784210" y="438991"/>
                  </a:lnTo>
                  <a:lnTo>
                    <a:pt x="1793969" y="469671"/>
                  </a:lnTo>
                  <a:lnTo>
                    <a:pt x="1803713" y="455730"/>
                  </a:lnTo>
                  <a:lnTo>
                    <a:pt x="1813457" y="493024"/>
                  </a:lnTo>
                  <a:lnTo>
                    <a:pt x="1823215" y="507948"/>
                  </a:lnTo>
                  <a:lnTo>
                    <a:pt x="1832959" y="500814"/>
                  </a:lnTo>
                  <a:lnTo>
                    <a:pt x="1842703" y="546034"/>
                  </a:lnTo>
                  <a:lnTo>
                    <a:pt x="1852462" y="531050"/>
                  </a:lnTo>
                  <a:lnTo>
                    <a:pt x="1862206" y="523352"/>
                  </a:lnTo>
                  <a:lnTo>
                    <a:pt x="1871965" y="521935"/>
                  </a:lnTo>
                  <a:lnTo>
                    <a:pt x="1881709" y="514292"/>
                  </a:lnTo>
                  <a:lnTo>
                    <a:pt x="1891453" y="534772"/>
                  </a:lnTo>
                  <a:lnTo>
                    <a:pt x="1901212" y="530620"/>
                  </a:lnTo>
                  <a:lnTo>
                    <a:pt x="1910956" y="536295"/>
                  </a:lnTo>
                  <a:lnTo>
                    <a:pt x="1920714" y="570996"/>
                  </a:lnTo>
                  <a:lnTo>
                    <a:pt x="1930458" y="575799"/>
                  </a:lnTo>
                  <a:lnTo>
                    <a:pt x="1940202" y="562034"/>
                  </a:lnTo>
                  <a:lnTo>
                    <a:pt x="1949961" y="569837"/>
                  </a:lnTo>
                  <a:lnTo>
                    <a:pt x="1959705" y="540005"/>
                  </a:lnTo>
                  <a:lnTo>
                    <a:pt x="1969464" y="527327"/>
                  </a:lnTo>
                  <a:lnTo>
                    <a:pt x="1979208" y="548600"/>
                  </a:lnTo>
                  <a:lnTo>
                    <a:pt x="1988952" y="548184"/>
                  </a:lnTo>
                  <a:lnTo>
                    <a:pt x="1998711" y="547785"/>
                  </a:lnTo>
                  <a:lnTo>
                    <a:pt x="2008454" y="558186"/>
                  </a:lnTo>
                  <a:lnTo>
                    <a:pt x="2018213" y="576470"/>
                  </a:lnTo>
                  <a:lnTo>
                    <a:pt x="2027957" y="558765"/>
                  </a:lnTo>
                  <a:lnTo>
                    <a:pt x="2037701" y="552864"/>
                  </a:lnTo>
                  <a:lnTo>
                    <a:pt x="2047460" y="549284"/>
                  </a:lnTo>
                  <a:lnTo>
                    <a:pt x="2057204" y="510420"/>
                  </a:lnTo>
                  <a:lnTo>
                    <a:pt x="2066963" y="528959"/>
                  </a:lnTo>
                  <a:lnTo>
                    <a:pt x="2076707" y="569369"/>
                  </a:lnTo>
                  <a:lnTo>
                    <a:pt x="2086451" y="541258"/>
                  </a:lnTo>
                  <a:lnTo>
                    <a:pt x="2096210" y="530775"/>
                  </a:lnTo>
                  <a:lnTo>
                    <a:pt x="2105954" y="545094"/>
                  </a:lnTo>
                  <a:lnTo>
                    <a:pt x="2115697" y="529894"/>
                  </a:lnTo>
                  <a:lnTo>
                    <a:pt x="2125456" y="529663"/>
                  </a:lnTo>
                  <a:lnTo>
                    <a:pt x="2135200" y="526073"/>
                  </a:lnTo>
                  <a:lnTo>
                    <a:pt x="2144959" y="521166"/>
                  </a:lnTo>
                  <a:lnTo>
                    <a:pt x="2154703" y="501734"/>
                  </a:lnTo>
                  <a:lnTo>
                    <a:pt x="2164447" y="492745"/>
                  </a:lnTo>
                  <a:lnTo>
                    <a:pt x="2174206" y="460718"/>
                  </a:lnTo>
                  <a:lnTo>
                    <a:pt x="2183950" y="434676"/>
                  </a:lnTo>
                  <a:lnTo>
                    <a:pt x="2193709" y="420159"/>
                  </a:lnTo>
                  <a:lnTo>
                    <a:pt x="2203452" y="428070"/>
                  </a:lnTo>
                  <a:lnTo>
                    <a:pt x="2213196" y="409890"/>
                  </a:lnTo>
                  <a:lnTo>
                    <a:pt x="2222955" y="431844"/>
                  </a:lnTo>
                  <a:lnTo>
                    <a:pt x="2232699" y="423872"/>
                  </a:lnTo>
                  <a:lnTo>
                    <a:pt x="2242458" y="404819"/>
                  </a:lnTo>
                  <a:lnTo>
                    <a:pt x="2252202" y="418486"/>
                  </a:lnTo>
                  <a:lnTo>
                    <a:pt x="2261946" y="429459"/>
                  </a:lnTo>
                  <a:lnTo>
                    <a:pt x="2271705" y="423264"/>
                  </a:lnTo>
                  <a:lnTo>
                    <a:pt x="2281449" y="415755"/>
                  </a:lnTo>
                  <a:lnTo>
                    <a:pt x="2291208" y="425738"/>
                  </a:lnTo>
                  <a:lnTo>
                    <a:pt x="2300951" y="390538"/>
                  </a:lnTo>
                  <a:lnTo>
                    <a:pt x="2310695" y="347283"/>
                  </a:lnTo>
                  <a:lnTo>
                    <a:pt x="2320454" y="331310"/>
                  </a:lnTo>
                  <a:lnTo>
                    <a:pt x="2330198" y="303713"/>
                  </a:lnTo>
                  <a:lnTo>
                    <a:pt x="2339957" y="272452"/>
                  </a:lnTo>
                  <a:lnTo>
                    <a:pt x="2349701" y="268915"/>
                  </a:lnTo>
                  <a:lnTo>
                    <a:pt x="2359445" y="260287"/>
                  </a:lnTo>
                  <a:lnTo>
                    <a:pt x="2369204" y="251240"/>
                  </a:lnTo>
                  <a:lnTo>
                    <a:pt x="2378948" y="272853"/>
                  </a:lnTo>
                  <a:lnTo>
                    <a:pt x="2388692" y="246107"/>
                  </a:lnTo>
                  <a:lnTo>
                    <a:pt x="2398450" y="257965"/>
                  </a:lnTo>
                  <a:lnTo>
                    <a:pt x="2408194" y="227732"/>
                  </a:lnTo>
                  <a:lnTo>
                    <a:pt x="2417953" y="220639"/>
                  </a:lnTo>
                  <a:lnTo>
                    <a:pt x="2427697" y="211613"/>
                  </a:lnTo>
                  <a:lnTo>
                    <a:pt x="2437441" y="223544"/>
                  </a:lnTo>
                  <a:lnTo>
                    <a:pt x="2447200" y="221727"/>
                  </a:lnTo>
                  <a:lnTo>
                    <a:pt x="2456944" y="242844"/>
                  </a:lnTo>
                  <a:lnTo>
                    <a:pt x="2466703" y="248093"/>
                  </a:lnTo>
                  <a:lnTo>
                    <a:pt x="2476446" y="220855"/>
                  </a:lnTo>
                  <a:lnTo>
                    <a:pt x="2486190" y="238394"/>
                  </a:lnTo>
                  <a:lnTo>
                    <a:pt x="2495949" y="256645"/>
                  </a:lnTo>
                  <a:lnTo>
                    <a:pt x="2505693" y="253566"/>
                  </a:lnTo>
                  <a:lnTo>
                    <a:pt x="2515452" y="271869"/>
                  </a:lnTo>
                  <a:lnTo>
                    <a:pt x="2525196" y="259938"/>
                  </a:lnTo>
                  <a:lnTo>
                    <a:pt x="2534940" y="246955"/>
                  </a:lnTo>
                  <a:lnTo>
                    <a:pt x="2544699" y="286096"/>
                  </a:lnTo>
                  <a:lnTo>
                    <a:pt x="2554443" y="270211"/>
                  </a:lnTo>
                  <a:lnTo>
                    <a:pt x="2564202" y="268581"/>
                  </a:lnTo>
                  <a:lnTo>
                    <a:pt x="2573946" y="241372"/>
                  </a:lnTo>
                  <a:lnTo>
                    <a:pt x="2583690" y="239248"/>
                  </a:lnTo>
                  <a:lnTo>
                    <a:pt x="2593448" y="258828"/>
                  </a:lnTo>
                  <a:lnTo>
                    <a:pt x="2603192" y="306672"/>
                  </a:lnTo>
                  <a:lnTo>
                    <a:pt x="2612951" y="310480"/>
                  </a:lnTo>
                  <a:lnTo>
                    <a:pt x="2622695" y="314178"/>
                  </a:lnTo>
                  <a:lnTo>
                    <a:pt x="2632439" y="366201"/>
                  </a:lnTo>
                  <a:lnTo>
                    <a:pt x="2642198" y="370095"/>
                  </a:lnTo>
                  <a:lnTo>
                    <a:pt x="2651942" y="364782"/>
                  </a:lnTo>
                  <a:lnTo>
                    <a:pt x="2661685" y="319799"/>
                  </a:lnTo>
                  <a:lnTo>
                    <a:pt x="2671444" y="338460"/>
                  </a:lnTo>
                  <a:lnTo>
                    <a:pt x="2681188" y="357504"/>
                  </a:lnTo>
                  <a:lnTo>
                    <a:pt x="2690947" y="388172"/>
                  </a:lnTo>
                  <a:lnTo>
                    <a:pt x="2700691" y="365527"/>
                  </a:lnTo>
                  <a:lnTo>
                    <a:pt x="2710435" y="349989"/>
                  </a:lnTo>
                  <a:lnTo>
                    <a:pt x="2720194" y="373690"/>
                  </a:lnTo>
                  <a:lnTo>
                    <a:pt x="2729938" y="421376"/>
                  </a:lnTo>
                  <a:lnTo>
                    <a:pt x="2739697" y="439635"/>
                  </a:lnTo>
                  <a:lnTo>
                    <a:pt x="2749441" y="442771"/>
                  </a:lnTo>
                  <a:lnTo>
                    <a:pt x="2759185" y="427231"/>
                  </a:lnTo>
                  <a:lnTo>
                    <a:pt x="2768943" y="418222"/>
                  </a:lnTo>
                  <a:lnTo>
                    <a:pt x="2778687" y="429584"/>
                  </a:lnTo>
                  <a:lnTo>
                    <a:pt x="2788446" y="432486"/>
                  </a:lnTo>
                  <a:lnTo>
                    <a:pt x="2798190" y="412600"/>
                  </a:lnTo>
                  <a:lnTo>
                    <a:pt x="2807934" y="406461"/>
                  </a:lnTo>
                  <a:lnTo>
                    <a:pt x="2817693" y="374517"/>
                  </a:lnTo>
                  <a:lnTo>
                    <a:pt x="2827437" y="360923"/>
                  </a:lnTo>
                  <a:lnTo>
                    <a:pt x="2837196" y="372688"/>
                  </a:lnTo>
                  <a:lnTo>
                    <a:pt x="2846940" y="334607"/>
                  </a:lnTo>
                  <a:lnTo>
                    <a:pt x="2856684" y="330190"/>
                  </a:lnTo>
                  <a:lnTo>
                    <a:pt x="2866442" y="339540"/>
                  </a:lnTo>
                  <a:lnTo>
                    <a:pt x="2876186" y="361025"/>
                  </a:lnTo>
                  <a:lnTo>
                    <a:pt x="2885945" y="376235"/>
                  </a:lnTo>
                  <a:lnTo>
                    <a:pt x="2895689" y="383984"/>
                  </a:lnTo>
                  <a:lnTo>
                    <a:pt x="2905433" y="360357"/>
                  </a:lnTo>
                  <a:lnTo>
                    <a:pt x="2915192" y="34637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1" name="Freeform 1010">
              <a:extLst>
                <a:ext uri="{FF2B5EF4-FFF2-40B4-BE49-F238E27FC236}">
                  <a16:creationId xmlns:a16="http://schemas.microsoft.com/office/drawing/2014/main" id="{C1EF2D65-AAB0-012B-8135-89BBCAE8CE69}"/>
                </a:ext>
              </a:extLst>
            </p:cNvPr>
            <p:cNvSpPr/>
            <p:nvPr/>
          </p:nvSpPr>
          <p:spPr>
            <a:xfrm>
              <a:off x="4426652" y="3392618"/>
              <a:ext cx="2915191" cy="245830"/>
            </a:xfrm>
            <a:custGeom>
              <a:avLst/>
              <a:gdLst>
                <a:gd name="connsiteX0" fmla="*/ 0 w 2915191"/>
                <a:gd name="connsiteY0" fmla="*/ 158060 h 245830"/>
                <a:gd name="connsiteX1" fmla="*/ 9750 w 2915191"/>
                <a:gd name="connsiteY1" fmla="*/ 92702 h 245830"/>
                <a:gd name="connsiteX2" fmla="*/ 19500 w 2915191"/>
                <a:gd name="connsiteY2" fmla="*/ 49153 h 245830"/>
                <a:gd name="connsiteX3" fmla="*/ 29250 w 2915191"/>
                <a:gd name="connsiteY3" fmla="*/ 74192 h 245830"/>
                <a:gd name="connsiteX4" fmla="*/ 39000 w 2915191"/>
                <a:gd name="connsiteY4" fmla="*/ 67999 h 245830"/>
                <a:gd name="connsiteX5" fmla="*/ 48749 w 2915191"/>
                <a:gd name="connsiteY5" fmla="*/ 60375 h 245830"/>
                <a:gd name="connsiteX6" fmla="*/ 58499 w 2915191"/>
                <a:gd name="connsiteY6" fmla="*/ 59980 h 245830"/>
                <a:gd name="connsiteX7" fmla="*/ 68249 w 2915191"/>
                <a:gd name="connsiteY7" fmla="*/ 55402 h 245830"/>
                <a:gd name="connsiteX8" fmla="*/ 77998 w 2915191"/>
                <a:gd name="connsiteY8" fmla="*/ 45302 h 245830"/>
                <a:gd name="connsiteX9" fmla="*/ 87748 w 2915191"/>
                <a:gd name="connsiteY9" fmla="*/ 77731 h 245830"/>
                <a:gd name="connsiteX10" fmla="*/ 97497 w 2915191"/>
                <a:gd name="connsiteY10" fmla="*/ 59855 h 245830"/>
                <a:gd name="connsiteX11" fmla="*/ 107247 w 2915191"/>
                <a:gd name="connsiteY11" fmla="*/ 89729 h 245830"/>
                <a:gd name="connsiteX12" fmla="*/ 116997 w 2915191"/>
                <a:gd name="connsiteY12" fmla="*/ 135013 h 245830"/>
                <a:gd name="connsiteX13" fmla="*/ 126747 w 2915191"/>
                <a:gd name="connsiteY13" fmla="*/ 120563 h 245830"/>
                <a:gd name="connsiteX14" fmla="*/ 136497 w 2915191"/>
                <a:gd name="connsiteY14" fmla="*/ 138140 h 245830"/>
                <a:gd name="connsiteX15" fmla="*/ 146247 w 2915191"/>
                <a:gd name="connsiteY15" fmla="*/ 116108 h 245830"/>
                <a:gd name="connsiteX16" fmla="*/ 155997 w 2915191"/>
                <a:gd name="connsiteY16" fmla="*/ 138619 h 245830"/>
                <a:gd name="connsiteX17" fmla="*/ 165747 w 2915191"/>
                <a:gd name="connsiteY17" fmla="*/ 136439 h 245830"/>
                <a:gd name="connsiteX18" fmla="*/ 175497 w 2915191"/>
                <a:gd name="connsiteY18" fmla="*/ 149298 h 245830"/>
                <a:gd name="connsiteX19" fmla="*/ 185247 w 2915191"/>
                <a:gd name="connsiteY19" fmla="*/ 119636 h 245830"/>
                <a:gd name="connsiteX20" fmla="*/ 194996 w 2915191"/>
                <a:gd name="connsiteY20" fmla="*/ 136215 h 245830"/>
                <a:gd name="connsiteX21" fmla="*/ 204746 w 2915191"/>
                <a:gd name="connsiteY21" fmla="*/ 141375 h 245830"/>
                <a:gd name="connsiteX22" fmla="*/ 214495 w 2915191"/>
                <a:gd name="connsiteY22" fmla="*/ 154569 h 245830"/>
                <a:gd name="connsiteX23" fmla="*/ 224245 w 2915191"/>
                <a:gd name="connsiteY23" fmla="*/ 160133 h 245830"/>
                <a:gd name="connsiteX24" fmla="*/ 233995 w 2915191"/>
                <a:gd name="connsiteY24" fmla="*/ 149015 h 245830"/>
                <a:gd name="connsiteX25" fmla="*/ 243744 w 2915191"/>
                <a:gd name="connsiteY25" fmla="*/ 144510 h 245830"/>
                <a:gd name="connsiteX26" fmla="*/ 253494 w 2915191"/>
                <a:gd name="connsiteY26" fmla="*/ 132160 h 245830"/>
                <a:gd name="connsiteX27" fmla="*/ 263244 w 2915191"/>
                <a:gd name="connsiteY27" fmla="*/ 117744 h 245830"/>
                <a:gd name="connsiteX28" fmla="*/ 272994 w 2915191"/>
                <a:gd name="connsiteY28" fmla="*/ 84674 h 245830"/>
                <a:gd name="connsiteX29" fmla="*/ 282744 w 2915191"/>
                <a:gd name="connsiteY29" fmla="*/ 102952 h 245830"/>
                <a:gd name="connsiteX30" fmla="*/ 292494 w 2915191"/>
                <a:gd name="connsiteY30" fmla="*/ 121981 h 245830"/>
                <a:gd name="connsiteX31" fmla="*/ 302244 w 2915191"/>
                <a:gd name="connsiteY31" fmla="*/ 123028 h 245830"/>
                <a:gd name="connsiteX32" fmla="*/ 311994 w 2915191"/>
                <a:gd name="connsiteY32" fmla="*/ 121737 h 245830"/>
                <a:gd name="connsiteX33" fmla="*/ 321744 w 2915191"/>
                <a:gd name="connsiteY33" fmla="*/ 108821 h 245830"/>
                <a:gd name="connsiteX34" fmla="*/ 331493 w 2915191"/>
                <a:gd name="connsiteY34" fmla="*/ 82053 h 245830"/>
                <a:gd name="connsiteX35" fmla="*/ 341243 w 2915191"/>
                <a:gd name="connsiteY35" fmla="*/ 90033 h 245830"/>
                <a:gd name="connsiteX36" fmla="*/ 350993 w 2915191"/>
                <a:gd name="connsiteY36" fmla="*/ 88908 h 245830"/>
                <a:gd name="connsiteX37" fmla="*/ 360742 w 2915191"/>
                <a:gd name="connsiteY37" fmla="*/ 116555 h 245830"/>
                <a:gd name="connsiteX38" fmla="*/ 370492 w 2915191"/>
                <a:gd name="connsiteY38" fmla="*/ 146874 h 245830"/>
                <a:gd name="connsiteX39" fmla="*/ 380241 w 2915191"/>
                <a:gd name="connsiteY39" fmla="*/ 153080 h 245830"/>
                <a:gd name="connsiteX40" fmla="*/ 389991 w 2915191"/>
                <a:gd name="connsiteY40" fmla="*/ 157430 h 245830"/>
                <a:gd name="connsiteX41" fmla="*/ 399741 w 2915191"/>
                <a:gd name="connsiteY41" fmla="*/ 127427 h 245830"/>
                <a:gd name="connsiteX42" fmla="*/ 409491 w 2915191"/>
                <a:gd name="connsiteY42" fmla="*/ 131442 h 245830"/>
                <a:gd name="connsiteX43" fmla="*/ 419241 w 2915191"/>
                <a:gd name="connsiteY43" fmla="*/ 109731 h 245830"/>
                <a:gd name="connsiteX44" fmla="*/ 428991 w 2915191"/>
                <a:gd name="connsiteY44" fmla="*/ 93090 h 245830"/>
                <a:gd name="connsiteX45" fmla="*/ 438741 w 2915191"/>
                <a:gd name="connsiteY45" fmla="*/ 59480 h 245830"/>
                <a:gd name="connsiteX46" fmla="*/ 448491 w 2915191"/>
                <a:gd name="connsiteY46" fmla="*/ 66326 h 245830"/>
                <a:gd name="connsiteX47" fmla="*/ 458241 w 2915191"/>
                <a:gd name="connsiteY47" fmla="*/ 90730 h 245830"/>
                <a:gd name="connsiteX48" fmla="*/ 467991 w 2915191"/>
                <a:gd name="connsiteY48" fmla="*/ 62766 h 245830"/>
                <a:gd name="connsiteX49" fmla="*/ 477740 w 2915191"/>
                <a:gd name="connsiteY49" fmla="*/ 60727 h 245830"/>
                <a:gd name="connsiteX50" fmla="*/ 487490 w 2915191"/>
                <a:gd name="connsiteY50" fmla="*/ 84133 h 245830"/>
                <a:gd name="connsiteX51" fmla="*/ 497239 w 2915191"/>
                <a:gd name="connsiteY51" fmla="*/ 109867 h 245830"/>
                <a:gd name="connsiteX52" fmla="*/ 506989 w 2915191"/>
                <a:gd name="connsiteY52" fmla="*/ 113030 h 245830"/>
                <a:gd name="connsiteX53" fmla="*/ 516738 w 2915191"/>
                <a:gd name="connsiteY53" fmla="*/ 121471 h 245830"/>
                <a:gd name="connsiteX54" fmla="*/ 526488 w 2915191"/>
                <a:gd name="connsiteY54" fmla="*/ 122869 h 245830"/>
                <a:gd name="connsiteX55" fmla="*/ 536238 w 2915191"/>
                <a:gd name="connsiteY55" fmla="*/ 130564 h 245830"/>
                <a:gd name="connsiteX56" fmla="*/ 545988 w 2915191"/>
                <a:gd name="connsiteY56" fmla="*/ 139937 h 245830"/>
                <a:gd name="connsiteX57" fmla="*/ 555738 w 2915191"/>
                <a:gd name="connsiteY57" fmla="*/ 138857 h 245830"/>
                <a:gd name="connsiteX58" fmla="*/ 565488 w 2915191"/>
                <a:gd name="connsiteY58" fmla="*/ 175476 h 245830"/>
                <a:gd name="connsiteX59" fmla="*/ 575238 w 2915191"/>
                <a:gd name="connsiteY59" fmla="*/ 185980 h 245830"/>
                <a:gd name="connsiteX60" fmla="*/ 584988 w 2915191"/>
                <a:gd name="connsiteY60" fmla="*/ 175820 h 245830"/>
                <a:gd name="connsiteX61" fmla="*/ 594738 w 2915191"/>
                <a:gd name="connsiteY61" fmla="*/ 183636 h 245830"/>
                <a:gd name="connsiteX62" fmla="*/ 604488 w 2915191"/>
                <a:gd name="connsiteY62" fmla="*/ 177511 h 245830"/>
                <a:gd name="connsiteX63" fmla="*/ 614237 w 2915191"/>
                <a:gd name="connsiteY63" fmla="*/ 165729 h 245830"/>
                <a:gd name="connsiteX64" fmla="*/ 623987 w 2915191"/>
                <a:gd name="connsiteY64" fmla="*/ 186525 h 245830"/>
                <a:gd name="connsiteX65" fmla="*/ 633736 w 2915191"/>
                <a:gd name="connsiteY65" fmla="*/ 232303 h 245830"/>
                <a:gd name="connsiteX66" fmla="*/ 643486 w 2915191"/>
                <a:gd name="connsiteY66" fmla="*/ 202649 h 245830"/>
                <a:gd name="connsiteX67" fmla="*/ 653236 w 2915191"/>
                <a:gd name="connsiteY67" fmla="*/ 208636 h 245830"/>
                <a:gd name="connsiteX68" fmla="*/ 662985 w 2915191"/>
                <a:gd name="connsiteY68" fmla="*/ 158869 h 245830"/>
                <a:gd name="connsiteX69" fmla="*/ 672735 w 2915191"/>
                <a:gd name="connsiteY69" fmla="*/ 159917 h 245830"/>
                <a:gd name="connsiteX70" fmla="*/ 682485 w 2915191"/>
                <a:gd name="connsiteY70" fmla="*/ 182167 h 245830"/>
                <a:gd name="connsiteX71" fmla="*/ 692235 w 2915191"/>
                <a:gd name="connsiteY71" fmla="*/ 181552 h 245830"/>
                <a:gd name="connsiteX72" fmla="*/ 701985 w 2915191"/>
                <a:gd name="connsiteY72" fmla="*/ 194831 h 245830"/>
                <a:gd name="connsiteX73" fmla="*/ 711735 w 2915191"/>
                <a:gd name="connsiteY73" fmla="*/ 209709 h 245830"/>
                <a:gd name="connsiteX74" fmla="*/ 721485 w 2915191"/>
                <a:gd name="connsiteY74" fmla="*/ 186042 h 245830"/>
                <a:gd name="connsiteX75" fmla="*/ 731235 w 2915191"/>
                <a:gd name="connsiteY75" fmla="*/ 186926 h 245830"/>
                <a:gd name="connsiteX76" fmla="*/ 740985 w 2915191"/>
                <a:gd name="connsiteY76" fmla="*/ 181456 h 245830"/>
                <a:gd name="connsiteX77" fmla="*/ 750734 w 2915191"/>
                <a:gd name="connsiteY77" fmla="*/ 148045 h 245830"/>
                <a:gd name="connsiteX78" fmla="*/ 760484 w 2915191"/>
                <a:gd name="connsiteY78" fmla="*/ 115510 h 245830"/>
                <a:gd name="connsiteX79" fmla="*/ 770233 w 2915191"/>
                <a:gd name="connsiteY79" fmla="*/ 114794 h 245830"/>
                <a:gd name="connsiteX80" fmla="*/ 779983 w 2915191"/>
                <a:gd name="connsiteY80" fmla="*/ 115919 h 245830"/>
                <a:gd name="connsiteX81" fmla="*/ 789733 w 2915191"/>
                <a:gd name="connsiteY81" fmla="*/ 97110 h 245830"/>
                <a:gd name="connsiteX82" fmla="*/ 799482 w 2915191"/>
                <a:gd name="connsiteY82" fmla="*/ 115680 h 245830"/>
                <a:gd name="connsiteX83" fmla="*/ 809232 w 2915191"/>
                <a:gd name="connsiteY83" fmla="*/ 123553 h 245830"/>
                <a:gd name="connsiteX84" fmla="*/ 818982 w 2915191"/>
                <a:gd name="connsiteY84" fmla="*/ 158360 h 245830"/>
                <a:gd name="connsiteX85" fmla="*/ 828732 w 2915191"/>
                <a:gd name="connsiteY85" fmla="*/ 176423 h 245830"/>
                <a:gd name="connsiteX86" fmla="*/ 838482 w 2915191"/>
                <a:gd name="connsiteY86" fmla="*/ 166550 h 245830"/>
                <a:gd name="connsiteX87" fmla="*/ 848232 w 2915191"/>
                <a:gd name="connsiteY87" fmla="*/ 144224 h 245830"/>
                <a:gd name="connsiteX88" fmla="*/ 857982 w 2915191"/>
                <a:gd name="connsiteY88" fmla="*/ 176578 h 245830"/>
                <a:gd name="connsiteX89" fmla="*/ 867732 w 2915191"/>
                <a:gd name="connsiteY89" fmla="*/ 159658 h 245830"/>
                <a:gd name="connsiteX90" fmla="*/ 877482 w 2915191"/>
                <a:gd name="connsiteY90" fmla="*/ 146515 h 245830"/>
                <a:gd name="connsiteX91" fmla="*/ 887231 w 2915191"/>
                <a:gd name="connsiteY91" fmla="*/ 137199 h 245830"/>
                <a:gd name="connsiteX92" fmla="*/ 896981 w 2915191"/>
                <a:gd name="connsiteY92" fmla="*/ 173601 h 245830"/>
                <a:gd name="connsiteX93" fmla="*/ 906730 w 2915191"/>
                <a:gd name="connsiteY93" fmla="*/ 160204 h 245830"/>
                <a:gd name="connsiteX94" fmla="*/ 916480 w 2915191"/>
                <a:gd name="connsiteY94" fmla="*/ 148364 h 245830"/>
                <a:gd name="connsiteX95" fmla="*/ 926230 w 2915191"/>
                <a:gd name="connsiteY95" fmla="*/ 143790 h 245830"/>
                <a:gd name="connsiteX96" fmla="*/ 935979 w 2915191"/>
                <a:gd name="connsiteY96" fmla="*/ 182176 h 245830"/>
                <a:gd name="connsiteX97" fmla="*/ 945729 w 2915191"/>
                <a:gd name="connsiteY97" fmla="*/ 200522 h 245830"/>
                <a:gd name="connsiteX98" fmla="*/ 955479 w 2915191"/>
                <a:gd name="connsiteY98" fmla="*/ 213604 h 245830"/>
                <a:gd name="connsiteX99" fmla="*/ 965229 w 2915191"/>
                <a:gd name="connsiteY99" fmla="*/ 176128 h 245830"/>
                <a:gd name="connsiteX100" fmla="*/ 974979 w 2915191"/>
                <a:gd name="connsiteY100" fmla="*/ 186112 h 245830"/>
                <a:gd name="connsiteX101" fmla="*/ 984729 w 2915191"/>
                <a:gd name="connsiteY101" fmla="*/ 176000 h 245830"/>
                <a:gd name="connsiteX102" fmla="*/ 994474 w 2915191"/>
                <a:gd name="connsiteY102" fmla="*/ 211646 h 245830"/>
                <a:gd name="connsiteX103" fmla="*/ 1004233 w 2915191"/>
                <a:gd name="connsiteY103" fmla="*/ 212376 h 245830"/>
                <a:gd name="connsiteX104" fmla="*/ 1013977 w 2915191"/>
                <a:gd name="connsiteY104" fmla="*/ 178247 h 245830"/>
                <a:gd name="connsiteX105" fmla="*/ 1023721 w 2915191"/>
                <a:gd name="connsiteY105" fmla="*/ 159327 h 245830"/>
                <a:gd name="connsiteX106" fmla="*/ 1033480 w 2915191"/>
                <a:gd name="connsiteY106" fmla="*/ 122960 h 245830"/>
                <a:gd name="connsiteX107" fmla="*/ 1043224 w 2915191"/>
                <a:gd name="connsiteY107" fmla="*/ 163841 h 245830"/>
                <a:gd name="connsiteX108" fmla="*/ 1052983 w 2915191"/>
                <a:gd name="connsiteY108" fmla="*/ 123381 h 245830"/>
                <a:gd name="connsiteX109" fmla="*/ 1062727 w 2915191"/>
                <a:gd name="connsiteY109" fmla="*/ 122292 h 245830"/>
                <a:gd name="connsiteX110" fmla="*/ 1072471 w 2915191"/>
                <a:gd name="connsiteY110" fmla="*/ 134942 h 245830"/>
                <a:gd name="connsiteX111" fmla="*/ 1082230 w 2915191"/>
                <a:gd name="connsiteY111" fmla="*/ 155988 h 245830"/>
                <a:gd name="connsiteX112" fmla="*/ 1091973 w 2915191"/>
                <a:gd name="connsiteY112" fmla="*/ 173512 h 245830"/>
                <a:gd name="connsiteX113" fmla="*/ 1101732 w 2915191"/>
                <a:gd name="connsiteY113" fmla="*/ 155799 h 245830"/>
                <a:gd name="connsiteX114" fmla="*/ 1111476 w 2915191"/>
                <a:gd name="connsiteY114" fmla="*/ 172235 h 245830"/>
                <a:gd name="connsiteX115" fmla="*/ 1121220 w 2915191"/>
                <a:gd name="connsiteY115" fmla="*/ 159385 h 245830"/>
                <a:gd name="connsiteX116" fmla="*/ 1130979 w 2915191"/>
                <a:gd name="connsiteY116" fmla="*/ 172752 h 245830"/>
                <a:gd name="connsiteX117" fmla="*/ 1140723 w 2915191"/>
                <a:gd name="connsiteY117" fmla="*/ 174284 h 245830"/>
                <a:gd name="connsiteX118" fmla="*/ 1150482 w 2915191"/>
                <a:gd name="connsiteY118" fmla="*/ 200457 h 245830"/>
                <a:gd name="connsiteX119" fmla="*/ 1160226 w 2915191"/>
                <a:gd name="connsiteY119" fmla="*/ 179852 h 245830"/>
                <a:gd name="connsiteX120" fmla="*/ 1169969 w 2915191"/>
                <a:gd name="connsiteY120" fmla="*/ 195290 h 245830"/>
                <a:gd name="connsiteX121" fmla="*/ 1179728 w 2915191"/>
                <a:gd name="connsiteY121" fmla="*/ 211737 h 245830"/>
                <a:gd name="connsiteX122" fmla="*/ 1189472 w 2915191"/>
                <a:gd name="connsiteY122" fmla="*/ 185115 h 245830"/>
                <a:gd name="connsiteX123" fmla="*/ 1199231 w 2915191"/>
                <a:gd name="connsiteY123" fmla="*/ 162093 h 245830"/>
                <a:gd name="connsiteX124" fmla="*/ 1208975 w 2915191"/>
                <a:gd name="connsiteY124" fmla="*/ 166940 h 245830"/>
                <a:gd name="connsiteX125" fmla="*/ 1218719 w 2915191"/>
                <a:gd name="connsiteY125" fmla="*/ 150164 h 245830"/>
                <a:gd name="connsiteX126" fmla="*/ 1228478 w 2915191"/>
                <a:gd name="connsiteY126" fmla="*/ 138008 h 245830"/>
                <a:gd name="connsiteX127" fmla="*/ 1238222 w 2915191"/>
                <a:gd name="connsiteY127" fmla="*/ 175602 h 245830"/>
                <a:gd name="connsiteX128" fmla="*/ 1247966 w 2915191"/>
                <a:gd name="connsiteY128" fmla="*/ 153540 h 245830"/>
                <a:gd name="connsiteX129" fmla="*/ 1257725 w 2915191"/>
                <a:gd name="connsiteY129" fmla="*/ 182311 h 245830"/>
                <a:gd name="connsiteX130" fmla="*/ 1267469 w 2915191"/>
                <a:gd name="connsiteY130" fmla="*/ 177548 h 245830"/>
                <a:gd name="connsiteX131" fmla="*/ 1277227 w 2915191"/>
                <a:gd name="connsiteY131" fmla="*/ 197112 h 245830"/>
                <a:gd name="connsiteX132" fmla="*/ 1286971 w 2915191"/>
                <a:gd name="connsiteY132" fmla="*/ 203171 h 245830"/>
                <a:gd name="connsiteX133" fmla="*/ 1296715 w 2915191"/>
                <a:gd name="connsiteY133" fmla="*/ 205721 h 245830"/>
                <a:gd name="connsiteX134" fmla="*/ 1306474 w 2915191"/>
                <a:gd name="connsiteY134" fmla="*/ 173449 h 245830"/>
                <a:gd name="connsiteX135" fmla="*/ 1316218 w 2915191"/>
                <a:gd name="connsiteY135" fmla="*/ 150900 h 245830"/>
                <a:gd name="connsiteX136" fmla="*/ 1325977 w 2915191"/>
                <a:gd name="connsiteY136" fmla="*/ 159766 h 245830"/>
                <a:gd name="connsiteX137" fmla="*/ 1335721 w 2915191"/>
                <a:gd name="connsiteY137" fmla="*/ 161955 h 245830"/>
                <a:gd name="connsiteX138" fmla="*/ 1345465 w 2915191"/>
                <a:gd name="connsiteY138" fmla="*/ 134131 h 245830"/>
                <a:gd name="connsiteX139" fmla="*/ 1355224 w 2915191"/>
                <a:gd name="connsiteY139" fmla="*/ 127342 h 245830"/>
                <a:gd name="connsiteX140" fmla="*/ 1364967 w 2915191"/>
                <a:gd name="connsiteY140" fmla="*/ 151774 h 245830"/>
                <a:gd name="connsiteX141" fmla="*/ 1374726 w 2915191"/>
                <a:gd name="connsiteY141" fmla="*/ 174972 h 245830"/>
                <a:gd name="connsiteX142" fmla="*/ 1384470 w 2915191"/>
                <a:gd name="connsiteY142" fmla="*/ 208328 h 245830"/>
                <a:gd name="connsiteX143" fmla="*/ 1394214 w 2915191"/>
                <a:gd name="connsiteY143" fmla="*/ 209128 h 245830"/>
                <a:gd name="connsiteX144" fmla="*/ 1403973 w 2915191"/>
                <a:gd name="connsiteY144" fmla="*/ 208908 h 245830"/>
                <a:gd name="connsiteX145" fmla="*/ 1413717 w 2915191"/>
                <a:gd name="connsiteY145" fmla="*/ 197841 h 245830"/>
                <a:gd name="connsiteX146" fmla="*/ 1423476 w 2915191"/>
                <a:gd name="connsiteY146" fmla="*/ 164470 h 245830"/>
                <a:gd name="connsiteX147" fmla="*/ 1433220 w 2915191"/>
                <a:gd name="connsiteY147" fmla="*/ 148664 h 245830"/>
                <a:gd name="connsiteX148" fmla="*/ 1442964 w 2915191"/>
                <a:gd name="connsiteY148" fmla="*/ 147230 h 245830"/>
                <a:gd name="connsiteX149" fmla="*/ 1452722 w 2915191"/>
                <a:gd name="connsiteY149" fmla="*/ 142859 h 245830"/>
                <a:gd name="connsiteX150" fmla="*/ 1462466 w 2915191"/>
                <a:gd name="connsiteY150" fmla="*/ 86453 h 245830"/>
                <a:gd name="connsiteX151" fmla="*/ 1472225 w 2915191"/>
                <a:gd name="connsiteY151" fmla="*/ 86267 h 245830"/>
                <a:gd name="connsiteX152" fmla="*/ 1481969 w 2915191"/>
                <a:gd name="connsiteY152" fmla="*/ 83212 h 245830"/>
                <a:gd name="connsiteX153" fmla="*/ 1491713 w 2915191"/>
                <a:gd name="connsiteY153" fmla="*/ 113019 h 245830"/>
                <a:gd name="connsiteX154" fmla="*/ 1501472 w 2915191"/>
                <a:gd name="connsiteY154" fmla="*/ 129083 h 245830"/>
                <a:gd name="connsiteX155" fmla="*/ 1511216 w 2915191"/>
                <a:gd name="connsiteY155" fmla="*/ 131591 h 245830"/>
                <a:gd name="connsiteX156" fmla="*/ 1520960 w 2915191"/>
                <a:gd name="connsiteY156" fmla="*/ 141987 h 245830"/>
                <a:gd name="connsiteX157" fmla="*/ 1530719 w 2915191"/>
                <a:gd name="connsiteY157" fmla="*/ 146314 h 245830"/>
                <a:gd name="connsiteX158" fmla="*/ 1540463 w 2915191"/>
                <a:gd name="connsiteY158" fmla="*/ 153241 h 245830"/>
                <a:gd name="connsiteX159" fmla="*/ 1550221 w 2915191"/>
                <a:gd name="connsiteY159" fmla="*/ 215993 h 245830"/>
                <a:gd name="connsiteX160" fmla="*/ 1559965 w 2915191"/>
                <a:gd name="connsiteY160" fmla="*/ 214818 h 245830"/>
                <a:gd name="connsiteX161" fmla="*/ 1569709 w 2915191"/>
                <a:gd name="connsiteY161" fmla="*/ 194870 h 245830"/>
                <a:gd name="connsiteX162" fmla="*/ 1579468 w 2915191"/>
                <a:gd name="connsiteY162" fmla="*/ 162883 h 245830"/>
                <a:gd name="connsiteX163" fmla="*/ 1589212 w 2915191"/>
                <a:gd name="connsiteY163" fmla="*/ 149990 h 245830"/>
                <a:gd name="connsiteX164" fmla="*/ 1598971 w 2915191"/>
                <a:gd name="connsiteY164" fmla="*/ 142135 h 245830"/>
                <a:gd name="connsiteX165" fmla="*/ 1608715 w 2915191"/>
                <a:gd name="connsiteY165" fmla="*/ 88072 h 245830"/>
                <a:gd name="connsiteX166" fmla="*/ 1618459 w 2915191"/>
                <a:gd name="connsiteY166" fmla="*/ 115880 h 245830"/>
                <a:gd name="connsiteX167" fmla="*/ 1628218 w 2915191"/>
                <a:gd name="connsiteY167" fmla="*/ 116231 h 245830"/>
                <a:gd name="connsiteX168" fmla="*/ 1637962 w 2915191"/>
                <a:gd name="connsiteY168" fmla="*/ 81719 h 245830"/>
                <a:gd name="connsiteX169" fmla="*/ 1647720 w 2915191"/>
                <a:gd name="connsiteY169" fmla="*/ 81272 h 245830"/>
                <a:gd name="connsiteX170" fmla="*/ 1657464 w 2915191"/>
                <a:gd name="connsiteY170" fmla="*/ 75833 h 245830"/>
                <a:gd name="connsiteX171" fmla="*/ 1667208 w 2915191"/>
                <a:gd name="connsiteY171" fmla="*/ 65320 h 245830"/>
                <a:gd name="connsiteX172" fmla="*/ 1676967 w 2915191"/>
                <a:gd name="connsiteY172" fmla="*/ 78358 h 245830"/>
                <a:gd name="connsiteX173" fmla="*/ 1686711 w 2915191"/>
                <a:gd name="connsiteY173" fmla="*/ 121568 h 245830"/>
                <a:gd name="connsiteX174" fmla="*/ 1696470 w 2915191"/>
                <a:gd name="connsiteY174" fmla="*/ 87214 h 245830"/>
                <a:gd name="connsiteX175" fmla="*/ 1706214 w 2915191"/>
                <a:gd name="connsiteY175" fmla="*/ 102320 h 245830"/>
                <a:gd name="connsiteX176" fmla="*/ 1715958 w 2915191"/>
                <a:gd name="connsiteY176" fmla="*/ 111859 h 245830"/>
                <a:gd name="connsiteX177" fmla="*/ 1725716 w 2915191"/>
                <a:gd name="connsiteY177" fmla="*/ 74735 h 245830"/>
                <a:gd name="connsiteX178" fmla="*/ 1735460 w 2915191"/>
                <a:gd name="connsiteY178" fmla="*/ 69966 h 245830"/>
                <a:gd name="connsiteX179" fmla="*/ 1745219 w 2915191"/>
                <a:gd name="connsiteY179" fmla="*/ 69830 h 245830"/>
                <a:gd name="connsiteX180" fmla="*/ 1754963 w 2915191"/>
                <a:gd name="connsiteY180" fmla="*/ 97179 h 245830"/>
                <a:gd name="connsiteX181" fmla="*/ 1764707 w 2915191"/>
                <a:gd name="connsiteY181" fmla="*/ 80927 h 245830"/>
                <a:gd name="connsiteX182" fmla="*/ 1774466 w 2915191"/>
                <a:gd name="connsiteY182" fmla="*/ 101395 h 245830"/>
                <a:gd name="connsiteX183" fmla="*/ 1784210 w 2915191"/>
                <a:gd name="connsiteY183" fmla="*/ 129736 h 245830"/>
                <a:gd name="connsiteX184" fmla="*/ 1793969 w 2915191"/>
                <a:gd name="connsiteY184" fmla="*/ 160861 h 245830"/>
                <a:gd name="connsiteX185" fmla="*/ 1803713 w 2915191"/>
                <a:gd name="connsiteY185" fmla="*/ 172314 h 245830"/>
                <a:gd name="connsiteX186" fmla="*/ 1813457 w 2915191"/>
                <a:gd name="connsiteY186" fmla="*/ 180462 h 245830"/>
                <a:gd name="connsiteX187" fmla="*/ 1823215 w 2915191"/>
                <a:gd name="connsiteY187" fmla="*/ 192560 h 245830"/>
                <a:gd name="connsiteX188" fmla="*/ 1832959 w 2915191"/>
                <a:gd name="connsiteY188" fmla="*/ 166595 h 245830"/>
                <a:gd name="connsiteX189" fmla="*/ 1842703 w 2915191"/>
                <a:gd name="connsiteY189" fmla="*/ 145737 h 245830"/>
                <a:gd name="connsiteX190" fmla="*/ 1852462 w 2915191"/>
                <a:gd name="connsiteY190" fmla="*/ 144401 h 245830"/>
                <a:gd name="connsiteX191" fmla="*/ 1862206 w 2915191"/>
                <a:gd name="connsiteY191" fmla="*/ 146745 h 245830"/>
                <a:gd name="connsiteX192" fmla="*/ 1871965 w 2915191"/>
                <a:gd name="connsiteY192" fmla="*/ 132509 h 245830"/>
                <a:gd name="connsiteX193" fmla="*/ 1881709 w 2915191"/>
                <a:gd name="connsiteY193" fmla="*/ 149359 h 245830"/>
                <a:gd name="connsiteX194" fmla="*/ 1891453 w 2915191"/>
                <a:gd name="connsiteY194" fmla="*/ 138514 h 245830"/>
                <a:gd name="connsiteX195" fmla="*/ 1901212 w 2915191"/>
                <a:gd name="connsiteY195" fmla="*/ 147388 h 245830"/>
                <a:gd name="connsiteX196" fmla="*/ 1910956 w 2915191"/>
                <a:gd name="connsiteY196" fmla="*/ 160627 h 245830"/>
                <a:gd name="connsiteX197" fmla="*/ 1920714 w 2915191"/>
                <a:gd name="connsiteY197" fmla="*/ 147105 h 245830"/>
                <a:gd name="connsiteX198" fmla="*/ 1930458 w 2915191"/>
                <a:gd name="connsiteY198" fmla="*/ 116748 h 245830"/>
                <a:gd name="connsiteX199" fmla="*/ 1940202 w 2915191"/>
                <a:gd name="connsiteY199" fmla="*/ 95143 h 245830"/>
                <a:gd name="connsiteX200" fmla="*/ 1949961 w 2915191"/>
                <a:gd name="connsiteY200" fmla="*/ 118982 h 245830"/>
                <a:gd name="connsiteX201" fmla="*/ 1959705 w 2915191"/>
                <a:gd name="connsiteY201" fmla="*/ 116187 h 245830"/>
                <a:gd name="connsiteX202" fmla="*/ 1969464 w 2915191"/>
                <a:gd name="connsiteY202" fmla="*/ 129487 h 245830"/>
                <a:gd name="connsiteX203" fmla="*/ 1979208 w 2915191"/>
                <a:gd name="connsiteY203" fmla="*/ 94917 h 245830"/>
                <a:gd name="connsiteX204" fmla="*/ 1988952 w 2915191"/>
                <a:gd name="connsiteY204" fmla="*/ 101186 h 245830"/>
                <a:gd name="connsiteX205" fmla="*/ 1998711 w 2915191"/>
                <a:gd name="connsiteY205" fmla="*/ 78297 h 245830"/>
                <a:gd name="connsiteX206" fmla="*/ 2008454 w 2915191"/>
                <a:gd name="connsiteY206" fmla="*/ 82181 h 245830"/>
                <a:gd name="connsiteX207" fmla="*/ 2018213 w 2915191"/>
                <a:gd name="connsiteY207" fmla="*/ 67586 h 245830"/>
                <a:gd name="connsiteX208" fmla="*/ 2027957 w 2915191"/>
                <a:gd name="connsiteY208" fmla="*/ 66896 h 245830"/>
                <a:gd name="connsiteX209" fmla="*/ 2037701 w 2915191"/>
                <a:gd name="connsiteY209" fmla="*/ 65615 h 245830"/>
                <a:gd name="connsiteX210" fmla="*/ 2047460 w 2915191"/>
                <a:gd name="connsiteY210" fmla="*/ 66867 h 245830"/>
                <a:gd name="connsiteX211" fmla="*/ 2057204 w 2915191"/>
                <a:gd name="connsiteY211" fmla="*/ 71070 h 245830"/>
                <a:gd name="connsiteX212" fmla="*/ 2066963 w 2915191"/>
                <a:gd name="connsiteY212" fmla="*/ 91317 h 245830"/>
                <a:gd name="connsiteX213" fmla="*/ 2076707 w 2915191"/>
                <a:gd name="connsiteY213" fmla="*/ 93029 h 245830"/>
                <a:gd name="connsiteX214" fmla="*/ 2086451 w 2915191"/>
                <a:gd name="connsiteY214" fmla="*/ 96964 h 245830"/>
                <a:gd name="connsiteX215" fmla="*/ 2096210 w 2915191"/>
                <a:gd name="connsiteY215" fmla="*/ 62381 h 245830"/>
                <a:gd name="connsiteX216" fmla="*/ 2105954 w 2915191"/>
                <a:gd name="connsiteY216" fmla="*/ 67875 h 245830"/>
                <a:gd name="connsiteX217" fmla="*/ 2115697 w 2915191"/>
                <a:gd name="connsiteY217" fmla="*/ 63237 h 245830"/>
                <a:gd name="connsiteX218" fmla="*/ 2125456 w 2915191"/>
                <a:gd name="connsiteY218" fmla="*/ 63419 h 245830"/>
                <a:gd name="connsiteX219" fmla="*/ 2135200 w 2915191"/>
                <a:gd name="connsiteY219" fmla="*/ 83041 h 245830"/>
                <a:gd name="connsiteX220" fmla="*/ 2144959 w 2915191"/>
                <a:gd name="connsiteY220" fmla="*/ 129281 h 245830"/>
                <a:gd name="connsiteX221" fmla="*/ 2154703 w 2915191"/>
                <a:gd name="connsiteY221" fmla="*/ 141055 h 245830"/>
                <a:gd name="connsiteX222" fmla="*/ 2164447 w 2915191"/>
                <a:gd name="connsiteY222" fmla="*/ 147253 h 245830"/>
                <a:gd name="connsiteX223" fmla="*/ 2174206 w 2915191"/>
                <a:gd name="connsiteY223" fmla="*/ 168604 h 245830"/>
                <a:gd name="connsiteX224" fmla="*/ 2183950 w 2915191"/>
                <a:gd name="connsiteY224" fmla="*/ 161986 h 245830"/>
                <a:gd name="connsiteX225" fmla="*/ 2193709 w 2915191"/>
                <a:gd name="connsiteY225" fmla="*/ 162731 h 245830"/>
                <a:gd name="connsiteX226" fmla="*/ 2203452 w 2915191"/>
                <a:gd name="connsiteY226" fmla="*/ 143282 h 245830"/>
                <a:gd name="connsiteX227" fmla="*/ 2213196 w 2915191"/>
                <a:gd name="connsiteY227" fmla="*/ 152516 h 245830"/>
                <a:gd name="connsiteX228" fmla="*/ 2222955 w 2915191"/>
                <a:gd name="connsiteY228" fmla="*/ 182070 h 245830"/>
                <a:gd name="connsiteX229" fmla="*/ 2232699 w 2915191"/>
                <a:gd name="connsiteY229" fmla="*/ 196562 h 245830"/>
                <a:gd name="connsiteX230" fmla="*/ 2242458 w 2915191"/>
                <a:gd name="connsiteY230" fmla="*/ 219058 h 245830"/>
                <a:gd name="connsiteX231" fmla="*/ 2252202 w 2915191"/>
                <a:gd name="connsiteY231" fmla="*/ 210950 h 245830"/>
                <a:gd name="connsiteX232" fmla="*/ 2261946 w 2915191"/>
                <a:gd name="connsiteY232" fmla="*/ 212685 h 245830"/>
                <a:gd name="connsiteX233" fmla="*/ 2271705 w 2915191"/>
                <a:gd name="connsiteY233" fmla="*/ 241776 h 245830"/>
                <a:gd name="connsiteX234" fmla="*/ 2281449 w 2915191"/>
                <a:gd name="connsiteY234" fmla="*/ 223255 h 245830"/>
                <a:gd name="connsiteX235" fmla="*/ 2291208 w 2915191"/>
                <a:gd name="connsiteY235" fmla="*/ 224076 h 245830"/>
                <a:gd name="connsiteX236" fmla="*/ 2300951 w 2915191"/>
                <a:gd name="connsiteY236" fmla="*/ 186738 h 245830"/>
                <a:gd name="connsiteX237" fmla="*/ 2310695 w 2915191"/>
                <a:gd name="connsiteY237" fmla="*/ 177299 h 245830"/>
                <a:gd name="connsiteX238" fmla="*/ 2320454 w 2915191"/>
                <a:gd name="connsiteY238" fmla="*/ 176626 h 245830"/>
                <a:gd name="connsiteX239" fmla="*/ 2330198 w 2915191"/>
                <a:gd name="connsiteY239" fmla="*/ 181339 h 245830"/>
                <a:gd name="connsiteX240" fmla="*/ 2339957 w 2915191"/>
                <a:gd name="connsiteY240" fmla="*/ 178418 h 245830"/>
                <a:gd name="connsiteX241" fmla="*/ 2349701 w 2915191"/>
                <a:gd name="connsiteY241" fmla="*/ 184215 h 245830"/>
                <a:gd name="connsiteX242" fmla="*/ 2359445 w 2915191"/>
                <a:gd name="connsiteY242" fmla="*/ 188323 h 245830"/>
                <a:gd name="connsiteX243" fmla="*/ 2369204 w 2915191"/>
                <a:gd name="connsiteY243" fmla="*/ 222984 h 245830"/>
                <a:gd name="connsiteX244" fmla="*/ 2378948 w 2915191"/>
                <a:gd name="connsiteY244" fmla="*/ 245830 h 245830"/>
                <a:gd name="connsiteX245" fmla="*/ 2388692 w 2915191"/>
                <a:gd name="connsiteY245" fmla="*/ 211725 h 245830"/>
                <a:gd name="connsiteX246" fmla="*/ 2398450 w 2915191"/>
                <a:gd name="connsiteY246" fmla="*/ 230790 h 245830"/>
                <a:gd name="connsiteX247" fmla="*/ 2408194 w 2915191"/>
                <a:gd name="connsiteY247" fmla="*/ 203548 h 245830"/>
                <a:gd name="connsiteX248" fmla="*/ 2417953 w 2915191"/>
                <a:gd name="connsiteY248" fmla="*/ 192803 h 245830"/>
                <a:gd name="connsiteX249" fmla="*/ 2427697 w 2915191"/>
                <a:gd name="connsiteY249" fmla="*/ 175735 h 245830"/>
                <a:gd name="connsiteX250" fmla="*/ 2437441 w 2915191"/>
                <a:gd name="connsiteY250" fmla="*/ 207211 h 245830"/>
                <a:gd name="connsiteX251" fmla="*/ 2447200 w 2915191"/>
                <a:gd name="connsiteY251" fmla="*/ 176876 h 245830"/>
                <a:gd name="connsiteX252" fmla="*/ 2456944 w 2915191"/>
                <a:gd name="connsiteY252" fmla="*/ 168420 h 245830"/>
                <a:gd name="connsiteX253" fmla="*/ 2466703 w 2915191"/>
                <a:gd name="connsiteY253" fmla="*/ 129652 h 245830"/>
                <a:gd name="connsiteX254" fmla="*/ 2476446 w 2915191"/>
                <a:gd name="connsiteY254" fmla="*/ 121632 h 245830"/>
                <a:gd name="connsiteX255" fmla="*/ 2486190 w 2915191"/>
                <a:gd name="connsiteY255" fmla="*/ 71707 h 245830"/>
                <a:gd name="connsiteX256" fmla="*/ 2495949 w 2915191"/>
                <a:gd name="connsiteY256" fmla="*/ 76807 h 245830"/>
                <a:gd name="connsiteX257" fmla="*/ 2505693 w 2915191"/>
                <a:gd name="connsiteY257" fmla="*/ 65161 h 245830"/>
                <a:gd name="connsiteX258" fmla="*/ 2515452 w 2915191"/>
                <a:gd name="connsiteY258" fmla="*/ 56184 h 245830"/>
                <a:gd name="connsiteX259" fmla="*/ 2525196 w 2915191"/>
                <a:gd name="connsiteY259" fmla="*/ 53046 h 245830"/>
                <a:gd name="connsiteX260" fmla="*/ 2534940 w 2915191"/>
                <a:gd name="connsiteY260" fmla="*/ 18884 h 245830"/>
                <a:gd name="connsiteX261" fmla="*/ 2544699 w 2915191"/>
                <a:gd name="connsiteY261" fmla="*/ 10386 h 245830"/>
                <a:gd name="connsiteX262" fmla="*/ 2554443 w 2915191"/>
                <a:gd name="connsiteY262" fmla="*/ 0 h 245830"/>
                <a:gd name="connsiteX263" fmla="*/ 2564202 w 2915191"/>
                <a:gd name="connsiteY263" fmla="*/ 6341 h 245830"/>
                <a:gd name="connsiteX264" fmla="*/ 2573946 w 2915191"/>
                <a:gd name="connsiteY264" fmla="*/ 32502 h 245830"/>
                <a:gd name="connsiteX265" fmla="*/ 2583690 w 2915191"/>
                <a:gd name="connsiteY265" fmla="*/ 33357 h 245830"/>
                <a:gd name="connsiteX266" fmla="*/ 2593448 w 2915191"/>
                <a:gd name="connsiteY266" fmla="*/ 31726 h 245830"/>
                <a:gd name="connsiteX267" fmla="*/ 2603192 w 2915191"/>
                <a:gd name="connsiteY267" fmla="*/ 21893 h 245830"/>
                <a:gd name="connsiteX268" fmla="*/ 2612951 w 2915191"/>
                <a:gd name="connsiteY268" fmla="*/ 3495 h 245830"/>
                <a:gd name="connsiteX269" fmla="*/ 2622695 w 2915191"/>
                <a:gd name="connsiteY269" fmla="*/ 16258 h 245830"/>
                <a:gd name="connsiteX270" fmla="*/ 2632439 w 2915191"/>
                <a:gd name="connsiteY270" fmla="*/ 34811 h 245830"/>
                <a:gd name="connsiteX271" fmla="*/ 2642198 w 2915191"/>
                <a:gd name="connsiteY271" fmla="*/ 26922 h 245830"/>
                <a:gd name="connsiteX272" fmla="*/ 2651942 w 2915191"/>
                <a:gd name="connsiteY272" fmla="*/ 35230 h 245830"/>
                <a:gd name="connsiteX273" fmla="*/ 2661685 w 2915191"/>
                <a:gd name="connsiteY273" fmla="*/ 54936 h 245830"/>
                <a:gd name="connsiteX274" fmla="*/ 2671444 w 2915191"/>
                <a:gd name="connsiteY274" fmla="*/ 54821 h 245830"/>
                <a:gd name="connsiteX275" fmla="*/ 2681188 w 2915191"/>
                <a:gd name="connsiteY275" fmla="*/ 75006 h 245830"/>
                <a:gd name="connsiteX276" fmla="*/ 2690947 w 2915191"/>
                <a:gd name="connsiteY276" fmla="*/ 86588 h 245830"/>
                <a:gd name="connsiteX277" fmla="*/ 2700691 w 2915191"/>
                <a:gd name="connsiteY277" fmla="*/ 86961 h 245830"/>
                <a:gd name="connsiteX278" fmla="*/ 2710435 w 2915191"/>
                <a:gd name="connsiteY278" fmla="*/ 91522 h 245830"/>
                <a:gd name="connsiteX279" fmla="*/ 2720194 w 2915191"/>
                <a:gd name="connsiteY279" fmla="*/ 86073 h 245830"/>
                <a:gd name="connsiteX280" fmla="*/ 2729938 w 2915191"/>
                <a:gd name="connsiteY280" fmla="*/ 90626 h 245830"/>
                <a:gd name="connsiteX281" fmla="*/ 2739697 w 2915191"/>
                <a:gd name="connsiteY281" fmla="*/ 109092 h 245830"/>
                <a:gd name="connsiteX282" fmla="*/ 2749441 w 2915191"/>
                <a:gd name="connsiteY282" fmla="*/ 91593 h 245830"/>
                <a:gd name="connsiteX283" fmla="*/ 2759185 w 2915191"/>
                <a:gd name="connsiteY283" fmla="*/ 104557 h 245830"/>
                <a:gd name="connsiteX284" fmla="*/ 2768943 w 2915191"/>
                <a:gd name="connsiteY284" fmla="*/ 120274 h 245830"/>
                <a:gd name="connsiteX285" fmla="*/ 2778687 w 2915191"/>
                <a:gd name="connsiteY285" fmla="*/ 127550 h 245830"/>
                <a:gd name="connsiteX286" fmla="*/ 2788446 w 2915191"/>
                <a:gd name="connsiteY286" fmla="*/ 97193 h 245830"/>
                <a:gd name="connsiteX287" fmla="*/ 2798190 w 2915191"/>
                <a:gd name="connsiteY287" fmla="*/ 138635 h 245830"/>
                <a:gd name="connsiteX288" fmla="*/ 2807934 w 2915191"/>
                <a:gd name="connsiteY288" fmla="*/ 135408 h 245830"/>
                <a:gd name="connsiteX289" fmla="*/ 2817693 w 2915191"/>
                <a:gd name="connsiteY289" fmla="*/ 143477 h 245830"/>
                <a:gd name="connsiteX290" fmla="*/ 2827437 w 2915191"/>
                <a:gd name="connsiteY290" fmla="*/ 135217 h 245830"/>
                <a:gd name="connsiteX291" fmla="*/ 2837196 w 2915191"/>
                <a:gd name="connsiteY291" fmla="*/ 149936 h 245830"/>
                <a:gd name="connsiteX292" fmla="*/ 2846940 w 2915191"/>
                <a:gd name="connsiteY292" fmla="*/ 150165 h 245830"/>
                <a:gd name="connsiteX293" fmla="*/ 2856684 w 2915191"/>
                <a:gd name="connsiteY293" fmla="*/ 175121 h 245830"/>
                <a:gd name="connsiteX294" fmla="*/ 2866442 w 2915191"/>
                <a:gd name="connsiteY294" fmla="*/ 174150 h 245830"/>
                <a:gd name="connsiteX295" fmla="*/ 2876186 w 2915191"/>
                <a:gd name="connsiteY295" fmla="*/ 166092 h 245830"/>
                <a:gd name="connsiteX296" fmla="*/ 2885945 w 2915191"/>
                <a:gd name="connsiteY296" fmla="*/ 182951 h 245830"/>
                <a:gd name="connsiteX297" fmla="*/ 2895689 w 2915191"/>
                <a:gd name="connsiteY297" fmla="*/ 181456 h 245830"/>
                <a:gd name="connsiteX298" fmla="*/ 2905433 w 2915191"/>
                <a:gd name="connsiteY298" fmla="*/ 184700 h 245830"/>
                <a:gd name="connsiteX299" fmla="*/ 2915192 w 2915191"/>
                <a:gd name="connsiteY299" fmla="*/ 171992 h 245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245830">
                  <a:moveTo>
                    <a:pt x="0" y="158060"/>
                  </a:moveTo>
                  <a:lnTo>
                    <a:pt x="9750" y="92702"/>
                  </a:lnTo>
                  <a:lnTo>
                    <a:pt x="19500" y="49153"/>
                  </a:lnTo>
                  <a:lnTo>
                    <a:pt x="29250" y="74192"/>
                  </a:lnTo>
                  <a:lnTo>
                    <a:pt x="39000" y="67999"/>
                  </a:lnTo>
                  <a:lnTo>
                    <a:pt x="48749" y="60375"/>
                  </a:lnTo>
                  <a:lnTo>
                    <a:pt x="58499" y="59980"/>
                  </a:lnTo>
                  <a:lnTo>
                    <a:pt x="68249" y="55402"/>
                  </a:lnTo>
                  <a:lnTo>
                    <a:pt x="77998" y="45302"/>
                  </a:lnTo>
                  <a:lnTo>
                    <a:pt x="87748" y="77731"/>
                  </a:lnTo>
                  <a:lnTo>
                    <a:pt x="97497" y="59855"/>
                  </a:lnTo>
                  <a:lnTo>
                    <a:pt x="107247" y="89729"/>
                  </a:lnTo>
                  <a:lnTo>
                    <a:pt x="116997" y="135013"/>
                  </a:lnTo>
                  <a:lnTo>
                    <a:pt x="126747" y="120563"/>
                  </a:lnTo>
                  <a:lnTo>
                    <a:pt x="136497" y="138140"/>
                  </a:lnTo>
                  <a:lnTo>
                    <a:pt x="146247" y="116108"/>
                  </a:lnTo>
                  <a:lnTo>
                    <a:pt x="155997" y="138619"/>
                  </a:lnTo>
                  <a:lnTo>
                    <a:pt x="165747" y="136439"/>
                  </a:lnTo>
                  <a:lnTo>
                    <a:pt x="175497" y="149298"/>
                  </a:lnTo>
                  <a:lnTo>
                    <a:pt x="185247" y="119636"/>
                  </a:lnTo>
                  <a:lnTo>
                    <a:pt x="194996" y="136215"/>
                  </a:lnTo>
                  <a:lnTo>
                    <a:pt x="204746" y="141375"/>
                  </a:lnTo>
                  <a:lnTo>
                    <a:pt x="214495" y="154569"/>
                  </a:lnTo>
                  <a:lnTo>
                    <a:pt x="224245" y="160133"/>
                  </a:lnTo>
                  <a:lnTo>
                    <a:pt x="233995" y="149015"/>
                  </a:lnTo>
                  <a:lnTo>
                    <a:pt x="243744" y="144510"/>
                  </a:lnTo>
                  <a:lnTo>
                    <a:pt x="253494" y="132160"/>
                  </a:lnTo>
                  <a:lnTo>
                    <a:pt x="263244" y="117744"/>
                  </a:lnTo>
                  <a:lnTo>
                    <a:pt x="272994" y="84674"/>
                  </a:lnTo>
                  <a:lnTo>
                    <a:pt x="282744" y="102952"/>
                  </a:lnTo>
                  <a:lnTo>
                    <a:pt x="292494" y="121981"/>
                  </a:lnTo>
                  <a:lnTo>
                    <a:pt x="302244" y="123028"/>
                  </a:lnTo>
                  <a:lnTo>
                    <a:pt x="311994" y="121737"/>
                  </a:lnTo>
                  <a:lnTo>
                    <a:pt x="321744" y="108821"/>
                  </a:lnTo>
                  <a:lnTo>
                    <a:pt x="331493" y="82053"/>
                  </a:lnTo>
                  <a:lnTo>
                    <a:pt x="341243" y="90033"/>
                  </a:lnTo>
                  <a:lnTo>
                    <a:pt x="350993" y="88908"/>
                  </a:lnTo>
                  <a:lnTo>
                    <a:pt x="360742" y="116555"/>
                  </a:lnTo>
                  <a:lnTo>
                    <a:pt x="370492" y="146874"/>
                  </a:lnTo>
                  <a:lnTo>
                    <a:pt x="380241" y="153080"/>
                  </a:lnTo>
                  <a:lnTo>
                    <a:pt x="389991" y="157430"/>
                  </a:lnTo>
                  <a:lnTo>
                    <a:pt x="399741" y="127427"/>
                  </a:lnTo>
                  <a:lnTo>
                    <a:pt x="409491" y="131442"/>
                  </a:lnTo>
                  <a:lnTo>
                    <a:pt x="419241" y="109731"/>
                  </a:lnTo>
                  <a:lnTo>
                    <a:pt x="428991" y="93090"/>
                  </a:lnTo>
                  <a:lnTo>
                    <a:pt x="438741" y="59480"/>
                  </a:lnTo>
                  <a:lnTo>
                    <a:pt x="448491" y="66326"/>
                  </a:lnTo>
                  <a:lnTo>
                    <a:pt x="458241" y="90730"/>
                  </a:lnTo>
                  <a:lnTo>
                    <a:pt x="467991" y="62766"/>
                  </a:lnTo>
                  <a:lnTo>
                    <a:pt x="477740" y="60727"/>
                  </a:lnTo>
                  <a:lnTo>
                    <a:pt x="487490" y="84133"/>
                  </a:lnTo>
                  <a:lnTo>
                    <a:pt x="497239" y="109867"/>
                  </a:lnTo>
                  <a:lnTo>
                    <a:pt x="506989" y="113030"/>
                  </a:lnTo>
                  <a:lnTo>
                    <a:pt x="516738" y="121471"/>
                  </a:lnTo>
                  <a:lnTo>
                    <a:pt x="526488" y="122869"/>
                  </a:lnTo>
                  <a:lnTo>
                    <a:pt x="536238" y="130564"/>
                  </a:lnTo>
                  <a:lnTo>
                    <a:pt x="545988" y="139937"/>
                  </a:lnTo>
                  <a:lnTo>
                    <a:pt x="555738" y="138857"/>
                  </a:lnTo>
                  <a:lnTo>
                    <a:pt x="565488" y="175476"/>
                  </a:lnTo>
                  <a:lnTo>
                    <a:pt x="575238" y="185980"/>
                  </a:lnTo>
                  <a:lnTo>
                    <a:pt x="584988" y="175820"/>
                  </a:lnTo>
                  <a:lnTo>
                    <a:pt x="594738" y="183636"/>
                  </a:lnTo>
                  <a:lnTo>
                    <a:pt x="604488" y="177511"/>
                  </a:lnTo>
                  <a:lnTo>
                    <a:pt x="614237" y="165729"/>
                  </a:lnTo>
                  <a:lnTo>
                    <a:pt x="623987" y="186525"/>
                  </a:lnTo>
                  <a:lnTo>
                    <a:pt x="633736" y="232303"/>
                  </a:lnTo>
                  <a:lnTo>
                    <a:pt x="643486" y="202649"/>
                  </a:lnTo>
                  <a:lnTo>
                    <a:pt x="653236" y="208636"/>
                  </a:lnTo>
                  <a:lnTo>
                    <a:pt x="662985" y="158869"/>
                  </a:lnTo>
                  <a:lnTo>
                    <a:pt x="672735" y="159917"/>
                  </a:lnTo>
                  <a:lnTo>
                    <a:pt x="682485" y="182167"/>
                  </a:lnTo>
                  <a:lnTo>
                    <a:pt x="692235" y="181552"/>
                  </a:lnTo>
                  <a:lnTo>
                    <a:pt x="701985" y="194831"/>
                  </a:lnTo>
                  <a:lnTo>
                    <a:pt x="711735" y="209709"/>
                  </a:lnTo>
                  <a:lnTo>
                    <a:pt x="721485" y="186042"/>
                  </a:lnTo>
                  <a:lnTo>
                    <a:pt x="731235" y="186926"/>
                  </a:lnTo>
                  <a:lnTo>
                    <a:pt x="740985" y="181456"/>
                  </a:lnTo>
                  <a:lnTo>
                    <a:pt x="750734" y="148045"/>
                  </a:lnTo>
                  <a:lnTo>
                    <a:pt x="760484" y="115510"/>
                  </a:lnTo>
                  <a:lnTo>
                    <a:pt x="770233" y="114794"/>
                  </a:lnTo>
                  <a:lnTo>
                    <a:pt x="779983" y="115919"/>
                  </a:lnTo>
                  <a:lnTo>
                    <a:pt x="789733" y="97110"/>
                  </a:lnTo>
                  <a:lnTo>
                    <a:pt x="799482" y="115680"/>
                  </a:lnTo>
                  <a:lnTo>
                    <a:pt x="809232" y="123553"/>
                  </a:lnTo>
                  <a:lnTo>
                    <a:pt x="818982" y="158360"/>
                  </a:lnTo>
                  <a:lnTo>
                    <a:pt x="828732" y="176423"/>
                  </a:lnTo>
                  <a:lnTo>
                    <a:pt x="838482" y="166550"/>
                  </a:lnTo>
                  <a:lnTo>
                    <a:pt x="848232" y="144224"/>
                  </a:lnTo>
                  <a:lnTo>
                    <a:pt x="857982" y="176578"/>
                  </a:lnTo>
                  <a:lnTo>
                    <a:pt x="867732" y="159658"/>
                  </a:lnTo>
                  <a:lnTo>
                    <a:pt x="877482" y="146515"/>
                  </a:lnTo>
                  <a:lnTo>
                    <a:pt x="887231" y="137199"/>
                  </a:lnTo>
                  <a:lnTo>
                    <a:pt x="896981" y="173601"/>
                  </a:lnTo>
                  <a:lnTo>
                    <a:pt x="906730" y="160204"/>
                  </a:lnTo>
                  <a:lnTo>
                    <a:pt x="916480" y="148364"/>
                  </a:lnTo>
                  <a:lnTo>
                    <a:pt x="926230" y="143790"/>
                  </a:lnTo>
                  <a:lnTo>
                    <a:pt x="935979" y="182176"/>
                  </a:lnTo>
                  <a:lnTo>
                    <a:pt x="945729" y="200522"/>
                  </a:lnTo>
                  <a:lnTo>
                    <a:pt x="955479" y="213604"/>
                  </a:lnTo>
                  <a:lnTo>
                    <a:pt x="965229" y="176128"/>
                  </a:lnTo>
                  <a:lnTo>
                    <a:pt x="974979" y="186112"/>
                  </a:lnTo>
                  <a:lnTo>
                    <a:pt x="984729" y="176000"/>
                  </a:lnTo>
                  <a:lnTo>
                    <a:pt x="994474" y="211646"/>
                  </a:lnTo>
                  <a:lnTo>
                    <a:pt x="1004233" y="212376"/>
                  </a:lnTo>
                  <a:lnTo>
                    <a:pt x="1013977" y="178247"/>
                  </a:lnTo>
                  <a:lnTo>
                    <a:pt x="1023721" y="159327"/>
                  </a:lnTo>
                  <a:lnTo>
                    <a:pt x="1033480" y="122960"/>
                  </a:lnTo>
                  <a:lnTo>
                    <a:pt x="1043224" y="163841"/>
                  </a:lnTo>
                  <a:lnTo>
                    <a:pt x="1052983" y="123381"/>
                  </a:lnTo>
                  <a:lnTo>
                    <a:pt x="1062727" y="122292"/>
                  </a:lnTo>
                  <a:lnTo>
                    <a:pt x="1072471" y="134942"/>
                  </a:lnTo>
                  <a:lnTo>
                    <a:pt x="1082230" y="155988"/>
                  </a:lnTo>
                  <a:lnTo>
                    <a:pt x="1091973" y="173512"/>
                  </a:lnTo>
                  <a:lnTo>
                    <a:pt x="1101732" y="155799"/>
                  </a:lnTo>
                  <a:lnTo>
                    <a:pt x="1111476" y="172235"/>
                  </a:lnTo>
                  <a:lnTo>
                    <a:pt x="1121220" y="159385"/>
                  </a:lnTo>
                  <a:lnTo>
                    <a:pt x="1130979" y="172752"/>
                  </a:lnTo>
                  <a:lnTo>
                    <a:pt x="1140723" y="174284"/>
                  </a:lnTo>
                  <a:lnTo>
                    <a:pt x="1150482" y="200457"/>
                  </a:lnTo>
                  <a:lnTo>
                    <a:pt x="1160226" y="179852"/>
                  </a:lnTo>
                  <a:lnTo>
                    <a:pt x="1169969" y="195290"/>
                  </a:lnTo>
                  <a:lnTo>
                    <a:pt x="1179728" y="211737"/>
                  </a:lnTo>
                  <a:lnTo>
                    <a:pt x="1189472" y="185115"/>
                  </a:lnTo>
                  <a:lnTo>
                    <a:pt x="1199231" y="162093"/>
                  </a:lnTo>
                  <a:lnTo>
                    <a:pt x="1208975" y="166940"/>
                  </a:lnTo>
                  <a:lnTo>
                    <a:pt x="1218719" y="150164"/>
                  </a:lnTo>
                  <a:lnTo>
                    <a:pt x="1228478" y="138008"/>
                  </a:lnTo>
                  <a:lnTo>
                    <a:pt x="1238222" y="175602"/>
                  </a:lnTo>
                  <a:lnTo>
                    <a:pt x="1247966" y="153540"/>
                  </a:lnTo>
                  <a:lnTo>
                    <a:pt x="1257725" y="182311"/>
                  </a:lnTo>
                  <a:lnTo>
                    <a:pt x="1267469" y="177548"/>
                  </a:lnTo>
                  <a:lnTo>
                    <a:pt x="1277227" y="197112"/>
                  </a:lnTo>
                  <a:lnTo>
                    <a:pt x="1286971" y="203171"/>
                  </a:lnTo>
                  <a:lnTo>
                    <a:pt x="1296715" y="205721"/>
                  </a:lnTo>
                  <a:lnTo>
                    <a:pt x="1306474" y="173449"/>
                  </a:lnTo>
                  <a:lnTo>
                    <a:pt x="1316218" y="150900"/>
                  </a:lnTo>
                  <a:lnTo>
                    <a:pt x="1325977" y="159766"/>
                  </a:lnTo>
                  <a:lnTo>
                    <a:pt x="1335721" y="161955"/>
                  </a:lnTo>
                  <a:lnTo>
                    <a:pt x="1345465" y="134131"/>
                  </a:lnTo>
                  <a:lnTo>
                    <a:pt x="1355224" y="127342"/>
                  </a:lnTo>
                  <a:lnTo>
                    <a:pt x="1364967" y="151774"/>
                  </a:lnTo>
                  <a:lnTo>
                    <a:pt x="1374726" y="174972"/>
                  </a:lnTo>
                  <a:lnTo>
                    <a:pt x="1384470" y="208328"/>
                  </a:lnTo>
                  <a:lnTo>
                    <a:pt x="1394214" y="209128"/>
                  </a:lnTo>
                  <a:lnTo>
                    <a:pt x="1403973" y="208908"/>
                  </a:lnTo>
                  <a:lnTo>
                    <a:pt x="1413717" y="197841"/>
                  </a:lnTo>
                  <a:lnTo>
                    <a:pt x="1423476" y="164470"/>
                  </a:lnTo>
                  <a:lnTo>
                    <a:pt x="1433220" y="148664"/>
                  </a:lnTo>
                  <a:lnTo>
                    <a:pt x="1442964" y="147230"/>
                  </a:lnTo>
                  <a:lnTo>
                    <a:pt x="1452722" y="142859"/>
                  </a:lnTo>
                  <a:lnTo>
                    <a:pt x="1462466" y="86453"/>
                  </a:lnTo>
                  <a:lnTo>
                    <a:pt x="1472225" y="86267"/>
                  </a:lnTo>
                  <a:lnTo>
                    <a:pt x="1481969" y="83212"/>
                  </a:lnTo>
                  <a:lnTo>
                    <a:pt x="1491713" y="113019"/>
                  </a:lnTo>
                  <a:lnTo>
                    <a:pt x="1501472" y="129083"/>
                  </a:lnTo>
                  <a:lnTo>
                    <a:pt x="1511216" y="131591"/>
                  </a:lnTo>
                  <a:lnTo>
                    <a:pt x="1520960" y="141987"/>
                  </a:lnTo>
                  <a:lnTo>
                    <a:pt x="1530719" y="146314"/>
                  </a:lnTo>
                  <a:lnTo>
                    <a:pt x="1540463" y="153241"/>
                  </a:lnTo>
                  <a:lnTo>
                    <a:pt x="1550221" y="215993"/>
                  </a:lnTo>
                  <a:lnTo>
                    <a:pt x="1559965" y="214818"/>
                  </a:lnTo>
                  <a:lnTo>
                    <a:pt x="1569709" y="194870"/>
                  </a:lnTo>
                  <a:lnTo>
                    <a:pt x="1579468" y="162883"/>
                  </a:lnTo>
                  <a:lnTo>
                    <a:pt x="1589212" y="149990"/>
                  </a:lnTo>
                  <a:lnTo>
                    <a:pt x="1598971" y="142135"/>
                  </a:lnTo>
                  <a:lnTo>
                    <a:pt x="1608715" y="88072"/>
                  </a:lnTo>
                  <a:lnTo>
                    <a:pt x="1618459" y="115880"/>
                  </a:lnTo>
                  <a:lnTo>
                    <a:pt x="1628218" y="116231"/>
                  </a:lnTo>
                  <a:lnTo>
                    <a:pt x="1637962" y="81719"/>
                  </a:lnTo>
                  <a:lnTo>
                    <a:pt x="1647720" y="81272"/>
                  </a:lnTo>
                  <a:lnTo>
                    <a:pt x="1657464" y="75833"/>
                  </a:lnTo>
                  <a:lnTo>
                    <a:pt x="1667208" y="65320"/>
                  </a:lnTo>
                  <a:lnTo>
                    <a:pt x="1676967" y="78358"/>
                  </a:lnTo>
                  <a:lnTo>
                    <a:pt x="1686711" y="121568"/>
                  </a:lnTo>
                  <a:lnTo>
                    <a:pt x="1696470" y="87214"/>
                  </a:lnTo>
                  <a:lnTo>
                    <a:pt x="1706214" y="102320"/>
                  </a:lnTo>
                  <a:lnTo>
                    <a:pt x="1715958" y="111859"/>
                  </a:lnTo>
                  <a:lnTo>
                    <a:pt x="1725716" y="74735"/>
                  </a:lnTo>
                  <a:lnTo>
                    <a:pt x="1735460" y="69966"/>
                  </a:lnTo>
                  <a:lnTo>
                    <a:pt x="1745219" y="69830"/>
                  </a:lnTo>
                  <a:lnTo>
                    <a:pt x="1754963" y="97179"/>
                  </a:lnTo>
                  <a:lnTo>
                    <a:pt x="1764707" y="80927"/>
                  </a:lnTo>
                  <a:lnTo>
                    <a:pt x="1774466" y="101395"/>
                  </a:lnTo>
                  <a:lnTo>
                    <a:pt x="1784210" y="129736"/>
                  </a:lnTo>
                  <a:lnTo>
                    <a:pt x="1793969" y="160861"/>
                  </a:lnTo>
                  <a:lnTo>
                    <a:pt x="1803713" y="172314"/>
                  </a:lnTo>
                  <a:lnTo>
                    <a:pt x="1813457" y="180462"/>
                  </a:lnTo>
                  <a:lnTo>
                    <a:pt x="1823215" y="192560"/>
                  </a:lnTo>
                  <a:lnTo>
                    <a:pt x="1832959" y="166595"/>
                  </a:lnTo>
                  <a:lnTo>
                    <a:pt x="1842703" y="145737"/>
                  </a:lnTo>
                  <a:lnTo>
                    <a:pt x="1852462" y="144401"/>
                  </a:lnTo>
                  <a:lnTo>
                    <a:pt x="1862206" y="146745"/>
                  </a:lnTo>
                  <a:lnTo>
                    <a:pt x="1871965" y="132509"/>
                  </a:lnTo>
                  <a:lnTo>
                    <a:pt x="1881709" y="149359"/>
                  </a:lnTo>
                  <a:lnTo>
                    <a:pt x="1891453" y="138514"/>
                  </a:lnTo>
                  <a:lnTo>
                    <a:pt x="1901212" y="147388"/>
                  </a:lnTo>
                  <a:lnTo>
                    <a:pt x="1910956" y="160627"/>
                  </a:lnTo>
                  <a:lnTo>
                    <a:pt x="1920714" y="147105"/>
                  </a:lnTo>
                  <a:lnTo>
                    <a:pt x="1930458" y="116748"/>
                  </a:lnTo>
                  <a:lnTo>
                    <a:pt x="1940202" y="95143"/>
                  </a:lnTo>
                  <a:lnTo>
                    <a:pt x="1949961" y="118982"/>
                  </a:lnTo>
                  <a:lnTo>
                    <a:pt x="1959705" y="116187"/>
                  </a:lnTo>
                  <a:lnTo>
                    <a:pt x="1969464" y="129487"/>
                  </a:lnTo>
                  <a:lnTo>
                    <a:pt x="1979208" y="94917"/>
                  </a:lnTo>
                  <a:lnTo>
                    <a:pt x="1988952" y="101186"/>
                  </a:lnTo>
                  <a:lnTo>
                    <a:pt x="1998711" y="78297"/>
                  </a:lnTo>
                  <a:lnTo>
                    <a:pt x="2008454" y="82181"/>
                  </a:lnTo>
                  <a:lnTo>
                    <a:pt x="2018213" y="67586"/>
                  </a:lnTo>
                  <a:lnTo>
                    <a:pt x="2027957" y="66896"/>
                  </a:lnTo>
                  <a:lnTo>
                    <a:pt x="2037701" y="65615"/>
                  </a:lnTo>
                  <a:lnTo>
                    <a:pt x="2047460" y="66867"/>
                  </a:lnTo>
                  <a:lnTo>
                    <a:pt x="2057204" y="71070"/>
                  </a:lnTo>
                  <a:lnTo>
                    <a:pt x="2066963" y="91317"/>
                  </a:lnTo>
                  <a:lnTo>
                    <a:pt x="2076707" y="93029"/>
                  </a:lnTo>
                  <a:lnTo>
                    <a:pt x="2086451" y="96964"/>
                  </a:lnTo>
                  <a:lnTo>
                    <a:pt x="2096210" y="62381"/>
                  </a:lnTo>
                  <a:lnTo>
                    <a:pt x="2105954" y="67875"/>
                  </a:lnTo>
                  <a:lnTo>
                    <a:pt x="2115697" y="63237"/>
                  </a:lnTo>
                  <a:lnTo>
                    <a:pt x="2125456" y="63419"/>
                  </a:lnTo>
                  <a:lnTo>
                    <a:pt x="2135200" y="83041"/>
                  </a:lnTo>
                  <a:lnTo>
                    <a:pt x="2144959" y="129281"/>
                  </a:lnTo>
                  <a:lnTo>
                    <a:pt x="2154703" y="141055"/>
                  </a:lnTo>
                  <a:lnTo>
                    <a:pt x="2164447" y="147253"/>
                  </a:lnTo>
                  <a:lnTo>
                    <a:pt x="2174206" y="168604"/>
                  </a:lnTo>
                  <a:lnTo>
                    <a:pt x="2183950" y="161986"/>
                  </a:lnTo>
                  <a:lnTo>
                    <a:pt x="2193709" y="162731"/>
                  </a:lnTo>
                  <a:lnTo>
                    <a:pt x="2203452" y="143282"/>
                  </a:lnTo>
                  <a:lnTo>
                    <a:pt x="2213196" y="152516"/>
                  </a:lnTo>
                  <a:lnTo>
                    <a:pt x="2222955" y="182070"/>
                  </a:lnTo>
                  <a:lnTo>
                    <a:pt x="2232699" y="196562"/>
                  </a:lnTo>
                  <a:lnTo>
                    <a:pt x="2242458" y="219058"/>
                  </a:lnTo>
                  <a:lnTo>
                    <a:pt x="2252202" y="210950"/>
                  </a:lnTo>
                  <a:lnTo>
                    <a:pt x="2261946" y="212685"/>
                  </a:lnTo>
                  <a:lnTo>
                    <a:pt x="2271705" y="241776"/>
                  </a:lnTo>
                  <a:lnTo>
                    <a:pt x="2281449" y="223255"/>
                  </a:lnTo>
                  <a:lnTo>
                    <a:pt x="2291208" y="224076"/>
                  </a:lnTo>
                  <a:lnTo>
                    <a:pt x="2300951" y="186738"/>
                  </a:lnTo>
                  <a:lnTo>
                    <a:pt x="2310695" y="177299"/>
                  </a:lnTo>
                  <a:lnTo>
                    <a:pt x="2320454" y="176626"/>
                  </a:lnTo>
                  <a:lnTo>
                    <a:pt x="2330198" y="181339"/>
                  </a:lnTo>
                  <a:lnTo>
                    <a:pt x="2339957" y="178418"/>
                  </a:lnTo>
                  <a:lnTo>
                    <a:pt x="2349701" y="184215"/>
                  </a:lnTo>
                  <a:lnTo>
                    <a:pt x="2359445" y="188323"/>
                  </a:lnTo>
                  <a:lnTo>
                    <a:pt x="2369204" y="222984"/>
                  </a:lnTo>
                  <a:lnTo>
                    <a:pt x="2378948" y="245830"/>
                  </a:lnTo>
                  <a:lnTo>
                    <a:pt x="2388692" y="211725"/>
                  </a:lnTo>
                  <a:lnTo>
                    <a:pt x="2398450" y="230790"/>
                  </a:lnTo>
                  <a:lnTo>
                    <a:pt x="2408194" y="203548"/>
                  </a:lnTo>
                  <a:lnTo>
                    <a:pt x="2417953" y="192803"/>
                  </a:lnTo>
                  <a:lnTo>
                    <a:pt x="2427697" y="175735"/>
                  </a:lnTo>
                  <a:lnTo>
                    <a:pt x="2437441" y="207211"/>
                  </a:lnTo>
                  <a:lnTo>
                    <a:pt x="2447200" y="176876"/>
                  </a:lnTo>
                  <a:lnTo>
                    <a:pt x="2456944" y="168420"/>
                  </a:lnTo>
                  <a:lnTo>
                    <a:pt x="2466703" y="129652"/>
                  </a:lnTo>
                  <a:lnTo>
                    <a:pt x="2476446" y="121632"/>
                  </a:lnTo>
                  <a:lnTo>
                    <a:pt x="2486190" y="71707"/>
                  </a:lnTo>
                  <a:lnTo>
                    <a:pt x="2495949" y="76807"/>
                  </a:lnTo>
                  <a:lnTo>
                    <a:pt x="2505693" y="65161"/>
                  </a:lnTo>
                  <a:lnTo>
                    <a:pt x="2515452" y="56184"/>
                  </a:lnTo>
                  <a:lnTo>
                    <a:pt x="2525196" y="53046"/>
                  </a:lnTo>
                  <a:lnTo>
                    <a:pt x="2534940" y="18884"/>
                  </a:lnTo>
                  <a:lnTo>
                    <a:pt x="2544699" y="10386"/>
                  </a:lnTo>
                  <a:lnTo>
                    <a:pt x="2554443" y="0"/>
                  </a:lnTo>
                  <a:lnTo>
                    <a:pt x="2564202" y="6341"/>
                  </a:lnTo>
                  <a:lnTo>
                    <a:pt x="2573946" y="32502"/>
                  </a:lnTo>
                  <a:lnTo>
                    <a:pt x="2583690" y="33357"/>
                  </a:lnTo>
                  <a:lnTo>
                    <a:pt x="2593448" y="31726"/>
                  </a:lnTo>
                  <a:lnTo>
                    <a:pt x="2603192" y="21893"/>
                  </a:lnTo>
                  <a:lnTo>
                    <a:pt x="2612951" y="3495"/>
                  </a:lnTo>
                  <a:lnTo>
                    <a:pt x="2622695" y="16258"/>
                  </a:lnTo>
                  <a:lnTo>
                    <a:pt x="2632439" y="34811"/>
                  </a:lnTo>
                  <a:lnTo>
                    <a:pt x="2642198" y="26922"/>
                  </a:lnTo>
                  <a:lnTo>
                    <a:pt x="2651942" y="35230"/>
                  </a:lnTo>
                  <a:lnTo>
                    <a:pt x="2661685" y="54936"/>
                  </a:lnTo>
                  <a:lnTo>
                    <a:pt x="2671444" y="54821"/>
                  </a:lnTo>
                  <a:lnTo>
                    <a:pt x="2681188" y="75006"/>
                  </a:lnTo>
                  <a:lnTo>
                    <a:pt x="2690947" y="86588"/>
                  </a:lnTo>
                  <a:lnTo>
                    <a:pt x="2700691" y="86961"/>
                  </a:lnTo>
                  <a:lnTo>
                    <a:pt x="2710435" y="91522"/>
                  </a:lnTo>
                  <a:lnTo>
                    <a:pt x="2720194" y="86073"/>
                  </a:lnTo>
                  <a:lnTo>
                    <a:pt x="2729938" y="90626"/>
                  </a:lnTo>
                  <a:lnTo>
                    <a:pt x="2739697" y="109092"/>
                  </a:lnTo>
                  <a:lnTo>
                    <a:pt x="2749441" y="91593"/>
                  </a:lnTo>
                  <a:lnTo>
                    <a:pt x="2759185" y="104557"/>
                  </a:lnTo>
                  <a:lnTo>
                    <a:pt x="2768943" y="120274"/>
                  </a:lnTo>
                  <a:lnTo>
                    <a:pt x="2778687" y="127550"/>
                  </a:lnTo>
                  <a:lnTo>
                    <a:pt x="2788446" y="97193"/>
                  </a:lnTo>
                  <a:lnTo>
                    <a:pt x="2798190" y="138635"/>
                  </a:lnTo>
                  <a:lnTo>
                    <a:pt x="2807934" y="135408"/>
                  </a:lnTo>
                  <a:lnTo>
                    <a:pt x="2817693" y="143477"/>
                  </a:lnTo>
                  <a:lnTo>
                    <a:pt x="2827437" y="135217"/>
                  </a:lnTo>
                  <a:lnTo>
                    <a:pt x="2837196" y="149936"/>
                  </a:lnTo>
                  <a:lnTo>
                    <a:pt x="2846940" y="150165"/>
                  </a:lnTo>
                  <a:lnTo>
                    <a:pt x="2856684" y="175121"/>
                  </a:lnTo>
                  <a:lnTo>
                    <a:pt x="2866442" y="174150"/>
                  </a:lnTo>
                  <a:lnTo>
                    <a:pt x="2876186" y="166092"/>
                  </a:lnTo>
                  <a:lnTo>
                    <a:pt x="2885945" y="182951"/>
                  </a:lnTo>
                  <a:lnTo>
                    <a:pt x="2895689" y="181456"/>
                  </a:lnTo>
                  <a:lnTo>
                    <a:pt x="2905433" y="184700"/>
                  </a:lnTo>
                  <a:lnTo>
                    <a:pt x="2915192" y="17199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2" name="Freeform 1011">
              <a:extLst>
                <a:ext uri="{FF2B5EF4-FFF2-40B4-BE49-F238E27FC236}">
                  <a16:creationId xmlns:a16="http://schemas.microsoft.com/office/drawing/2014/main" id="{46015245-7EAF-64C5-C1A5-3639A3877317}"/>
                </a:ext>
              </a:extLst>
            </p:cNvPr>
            <p:cNvSpPr/>
            <p:nvPr/>
          </p:nvSpPr>
          <p:spPr>
            <a:xfrm>
              <a:off x="4426652" y="3108380"/>
              <a:ext cx="2915191" cy="487625"/>
            </a:xfrm>
            <a:custGeom>
              <a:avLst/>
              <a:gdLst>
                <a:gd name="connsiteX0" fmla="*/ 0 w 2915191"/>
                <a:gd name="connsiteY0" fmla="*/ 390952 h 487625"/>
                <a:gd name="connsiteX1" fmla="*/ 9750 w 2915191"/>
                <a:gd name="connsiteY1" fmla="*/ 444298 h 487625"/>
                <a:gd name="connsiteX2" fmla="*/ 19500 w 2915191"/>
                <a:gd name="connsiteY2" fmla="*/ 442738 h 487625"/>
                <a:gd name="connsiteX3" fmla="*/ 29250 w 2915191"/>
                <a:gd name="connsiteY3" fmla="*/ 426232 h 487625"/>
                <a:gd name="connsiteX4" fmla="*/ 39000 w 2915191"/>
                <a:gd name="connsiteY4" fmla="*/ 425853 h 487625"/>
                <a:gd name="connsiteX5" fmla="*/ 48749 w 2915191"/>
                <a:gd name="connsiteY5" fmla="*/ 429766 h 487625"/>
                <a:gd name="connsiteX6" fmla="*/ 58499 w 2915191"/>
                <a:gd name="connsiteY6" fmla="*/ 422987 h 487625"/>
                <a:gd name="connsiteX7" fmla="*/ 68249 w 2915191"/>
                <a:gd name="connsiteY7" fmla="*/ 402541 h 487625"/>
                <a:gd name="connsiteX8" fmla="*/ 77998 w 2915191"/>
                <a:gd name="connsiteY8" fmla="*/ 413155 h 487625"/>
                <a:gd name="connsiteX9" fmla="*/ 87748 w 2915191"/>
                <a:gd name="connsiteY9" fmla="*/ 399130 h 487625"/>
                <a:gd name="connsiteX10" fmla="*/ 97497 w 2915191"/>
                <a:gd name="connsiteY10" fmla="*/ 394284 h 487625"/>
                <a:gd name="connsiteX11" fmla="*/ 107247 w 2915191"/>
                <a:gd name="connsiteY11" fmla="*/ 383142 h 487625"/>
                <a:gd name="connsiteX12" fmla="*/ 116997 w 2915191"/>
                <a:gd name="connsiteY12" fmla="*/ 394038 h 487625"/>
                <a:gd name="connsiteX13" fmla="*/ 126747 w 2915191"/>
                <a:gd name="connsiteY13" fmla="*/ 402372 h 487625"/>
                <a:gd name="connsiteX14" fmla="*/ 136497 w 2915191"/>
                <a:gd name="connsiteY14" fmla="*/ 416024 h 487625"/>
                <a:gd name="connsiteX15" fmla="*/ 146247 w 2915191"/>
                <a:gd name="connsiteY15" fmla="*/ 393382 h 487625"/>
                <a:gd name="connsiteX16" fmla="*/ 155997 w 2915191"/>
                <a:gd name="connsiteY16" fmla="*/ 414738 h 487625"/>
                <a:gd name="connsiteX17" fmla="*/ 165747 w 2915191"/>
                <a:gd name="connsiteY17" fmla="*/ 448316 h 487625"/>
                <a:gd name="connsiteX18" fmla="*/ 175497 w 2915191"/>
                <a:gd name="connsiteY18" fmla="*/ 438169 h 487625"/>
                <a:gd name="connsiteX19" fmla="*/ 185247 w 2915191"/>
                <a:gd name="connsiteY19" fmla="*/ 401072 h 487625"/>
                <a:gd name="connsiteX20" fmla="*/ 194996 w 2915191"/>
                <a:gd name="connsiteY20" fmla="*/ 384583 h 487625"/>
                <a:gd name="connsiteX21" fmla="*/ 204746 w 2915191"/>
                <a:gd name="connsiteY21" fmla="*/ 394874 h 487625"/>
                <a:gd name="connsiteX22" fmla="*/ 214495 w 2915191"/>
                <a:gd name="connsiteY22" fmla="*/ 407599 h 487625"/>
                <a:gd name="connsiteX23" fmla="*/ 224245 w 2915191"/>
                <a:gd name="connsiteY23" fmla="*/ 406605 h 487625"/>
                <a:gd name="connsiteX24" fmla="*/ 233995 w 2915191"/>
                <a:gd name="connsiteY24" fmla="*/ 386620 h 487625"/>
                <a:gd name="connsiteX25" fmla="*/ 243744 w 2915191"/>
                <a:gd name="connsiteY25" fmla="*/ 399185 h 487625"/>
                <a:gd name="connsiteX26" fmla="*/ 253494 w 2915191"/>
                <a:gd name="connsiteY26" fmla="*/ 395942 h 487625"/>
                <a:gd name="connsiteX27" fmla="*/ 263244 w 2915191"/>
                <a:gd name="connsiteY27" fmla="*/ 374352 h 487625"/>
                <a:gd name="connsiteX28" fmla="*/ 272994 w 2915191"/>
                <a:gd name="connsiteY28" fmla="*/ 371840 h 487625"/>
                <a:gd name="connsiteX29" fmla="*/ 282744 w 2915191"/>
                <a:gd name="connsiteY29" fmla="*/ 380772 h 487625"/>
                <a:gd name="connsiteX30" fmla="*/ 292494 w 2915191"/>
                <a:gd name="connsiteY30" fmla="*/ 352033 h 487625"/>
                <a:gd name="connsiteX31" fmla="*/ 302244 w 2915191"/>
                <a:gd name="connsiteY31" fmla="*/ 341845 h 487625"/>
                <a:gd name="connsiteX32" fmla="*/ 311994 w 2915191"/>
                <a:gd name="connsiteY32" fmla="*/ 357163 h 487625"/>
                <a:gd name="connsiteX33" fmla="*/ 321744 w 2915191"/>
                <a:gd name="connsiteY33" fmla="*/ 352292 h 487625"/>
                <a:gd name="connsiteX34" fmla="*/ 331493 w 2915191"/>
                <a:gd name="connsiteY34" fmla="*/ 355855 h 487625"/>
                <a:gd name="connsiteX35" fmla="*/ 341243 w 2915191"/>
                <a:gd name="connsiteY35" fmla="*/ 357053 h 487625"/>
                <a:gd name="connsiteX36" fmla="*/ 350993 w 2915191"/>
                <a:gd name="connsiteY36" fmla="*/ 362944 h 487625"/>
                <a:gd name="connsiteX37" fmla="*/ 360742 w 2915191"/>
                <a:gd name="connsiteY37" fmla="*/ 347122 h 487625"/>
                <a:gd name="connsiteX38" fmla="*/ 370492 w 2915191"/>
                <a:gd name="connsiteY38" fmla="*/ 350414 h 487625"/>
                <a:gd name="connsiteX39" fmla="*/ 380241 w 2915191"/>
                <a:gd name="connsiteY39" fmla="*/ 377601 h 487625"/>
                <a:gd name="connsiteX40" fmla="*/ 389991 w 2915191"/>
                <a:gd name="connsiteY40" fmla="*/ 355070 h 487625"/>
                <a:gd name="connsiteX41" fmla="*/ 399741 w 2915191"/>
                <a:gd name="connsiteY41" fmla="*/ 339990 h 487625"/>
                <a:gd name="connsiteX42" fmla="*/ 409491 w 2915191"/>
                <a:gd name="connsiteY42" fmla="*/ 360414 h 487625"/>
                <a:gd name="connsiteX43" fmla="*/ 419241 w 2915191"/>
                <a:gd name="connsiteY43" fmla="*/ 339293 h 487625"/>
                <a:gd name="connsiteX44" fmla="*/ 428991 w 2915191"/>
                <a:gd name="connsiteY44" fmla="*/ 370109 h 487625"/>
                <a:gd name="connsiteX45" fmla="*/ 438741 w 2915191"/>
                <a:gd name="connsiteY45" fmla="*/ 333497 h 487625"/>
                <a:gd name="connsiteX46" fmla="*/ 448491 w 2915191"/>
                <a:gd name="connsiteY46" fmla="*/ 322588 h 487625"/>
                <a:gd name="connsiteX47" fmla="*/ 458241 w 2915191"/>
                <a:gd name="connsiteY47" fmla="*/ 328433 h 487625"/>
                <a:gd name="connsiteX48" fmla="*/ 467991 w 2915191"/>
                <a:gd name="connsiteY48" fmla="*/ 356101 h 487625"/>
                <a:gd name="connsiteX49" fmla="*/ 477740 w 2915191"/>
                <a:gd name="connsiteY49" fmla="*/ 331772 h 487625"/>
                <a:gd name="connsiteX50" fmla="*/ 487490 w 2915191"/>
                <a:gd name="connsiteY50" fmla="*/ 304096 h 487625"/>
                <a:gd name="connsiteX51" fmla="*/ 497239 w 2915191"/>
                <a:gd name="connsiteY51" fmla="*/ 312584 h 487625"/>
                <a:gd name="connsiteX52" fmla="*/ 506989 w 2915191"/>
                <a:gd name="connsiteY52" fmla="*/ 290073 h 487625"/>
                <a:gd name="connsiteX53" fmla="*/ 516738 w 2915191"/>
                <a:gd name="connsiteY53" fmla="*/ 296402 h 487625"/>
                <a:gd name="connsiteX54" fmla="*/ 526488 w 2915191"/>
                <a:gd name="connsiteY54" fmla="*/ 248870 h 487625"/>
                <a:gd name="connsiteX55" fmla="*/ 536238 w 2915191"/>
                <a:gd name="connsiteY55" fmla="*/ 245614 h 487625"/>
                <a:gd name="connsiteX56" fmla="*/ 545988 w 2915191"/>
                <a:gd name="connsiteY56" fmla="*/ 258673 h 487625"/>
                <a:gd name="connsiteX57" fmla="*/ 555738 w 2915191"/>
                <a:gd name="connsiteY57" fmla="*/ 280153 h 487625"/>
                <a:gd name="connsiteX58" fmla="*/ 565488 w 2915191"/>
                <a:gd name="connsiteY58" fmla="*/ 238288 h 487625"/>
                <a:gd name="connsiteX59" fmla="*/ 575238 w 2915191"/>
                <a:gd name="connsiteY59" fmla="*/ 232248 h 487625"/>
                <a:gd name="connsiteX60" fmla="*/ 584988 w 2915191"/>
                <a:gd name="connsiteY60" fmla="*/ 242473 h 487625"/>
                <a:gd name="connsiteX61" fmla="*/ 594738 w 2915191"/>
                <a:gd name="connsiteY61" fmla="*/ 226633 h 487625"/>
                <a:gd name="connsiteX62" fmla="*/ 604488 w 2915191"/>
                <a:gd name="connsiteY62" fmla="*/ 239202 h 487625"/>
                <a:gd name="connsiteX63" fmla="*/ 614237 w 2915191"/>
                <a:gd name="connsiteY63" fmla="*/ 278475 h 487625"/>
                <a:gd name="connsiteX64" fmla="*/ 623987 w 2915191"/>
                <a:gd name="connsiteY64" fmla="*/ 284141 h 487625"/>
                <a:gd name="connsiteX65" fmla="*/ 633736 w 2915191"/>
                <a:gd name="connsiteY65" fmla="*/ 299993 h 487625"/>
                <a:gd name="connsiteX66" fmla="*/ 643486 w 2915191"/>
                <a:gd name="connsiteY66" fmla="*/ 309851 h 487625"/>
                <a:gd name="connsiteX67" fmla="*/ 653236 w 2915191"/>
                <a:gd name="connsiteY67" fmla="*/ 344973 h 487625"/>
                <a:gd name="connsiteX68" fmla="*/ 662985 w 2915191"/>
                <a:gd name="connsiteY68" fmla="*/ 374928 h 487625"/>
                <a:gd name="connsiteX69" fmla="*/ 672735 w 2915191"/>
                <a:gd name="connsiteY69" fmla="*/ 374236 h 487625"/>
                <a:gd name="connsiteX70" fmla="*/ 682485 w 2915191"/>
                <a:gd name="connsiteY70" fmla="*/ 389519 h 487625"/>
                <a:gd name="connsiteX71" fmla="*/ 692235 w 2915191"/>
                <a:gd name="connsiteY71" fmla="*/ 425937 h 487625"/>
                <a:gd name="connsiteX72" fmla="*/ 701985 w 2915191"/>
                <a:gd name="connsiteY72" fmla="*/ 456272 h 487625"/>
                <a:gd name="connsiteX73" fmla="*/ 711735 w 2915191"/>
                <a:gd name="connsiteY73" fmla="*/ 468014 h 487625"/>
                <a:gd name="connsiteX74" fmla="*/ 721485 w 2915191"/>
                <a:gd name="connsiteY74" fmla="*/ 470106 h 487625"/>
                <a:gd name="connsiteX75" fmla="*/ 731235 w 2915191"/>
                <a:gd name="connsiteY75" fmla="*/ 480972 h 487625"/>
                <a:gd name="connsiteX76" fmla="*/ 740985 w 2915191"/>
                <a:gd name="connsiteY76" fmla="*/ 487626 h 487625"/>
                <a:gd name="connsiteX77" fmla="*/ 750734 w 2915191"/>
                <a:gd name="connsiteY77" fmla="*/ 477110 h 487625"/>
                <a:gd name="connsiteX78" fmla="*/ 760484 w 2915191"/>
                <a:gd name="connsiteY78" fmla="*/ 461612 h 487625"/>
                <a:gd name="connsiteX79" fmla="*/ 770233 w 2915191"/>
                <a:gd name="connsiteY79" fmla="*/ 430314 h 487625"/>
                <a:gd name="connsiteX80" fmla="*/ 779983 w 2915191"/>
                <a:gd name="connsiteY80" fmla="*/ 380362 h 487625"/>
                <a:gd name="connsiteX81" fmla="*/ 789733 w 2915191"/>
                <a:gd name="connsiteY81" fmla="*/ 366283 h 487625"/>
                <a:gd name="connsiteX82" fmla="*/ 799482 w 2915191"/>
                <a:gd name="connsiteY82" fmla="*/ 387467 h 487625"/>
                <a:gd name="connsiteX83" fmla="*/ 809232 w 2915191"/>
                <a:gd name="connsiteY83" fmla="*/ 391003 h 487625"/>
                <a:gd name="connsiteX84" fmla="*/ 818982 w 2915191"/>
                <a:gd name="connsiteY84" fmla="*/ 376955 h 487625"/>
                <a:gd name="connsiteX85" fmla="*/ 828732 w 2915191"/>
                <a:gd name="connsiteY85" fmla="*/ 395982 h 487625"/>
                <a:gd name="connsiteX86" fmla="*/ 838482 w 2915191"/>
                <a:gd name="connsiteY86" fmla="*/ 411848 h 487625"/>
                <a:gd name="connsiteX87" fmla="*/ 848232 w 2915191"/>
                <a:gd name="connsiteY87" fmla="*/ 395362 h 487625"/>
                <a:gd name="connsiteX88" fmla="*/ 857982 w 2915191"/>
                <a:gd name="connsiteY88" fmla="*/ 346541 h 487625"/>
                <a:gd name="connsiteX89" fmla="*/ 867732 w 2915191"/>
                <a:gd name="connsiteY89" fmla="*/ 365651 h 487625"/>
                <a:gd name="connsiteX90" fmla="*/ 877482 w 2915191"/>
                <a:gd name="connsiteY90" fmla="*/ 343623 h 487625"/>
                <a:gd name="connsiteX91" fmla="*/ 887231 w 2915191"/>
                <a:gd name="connsiteY91" fmla="*/ 332729 h 487625"/>
                <a:gd name="connsiteX92" fmla="*/ 896981 w 2915191"/>
                <a:gd name="connsiteY92" fmla="*/ 336282 h 487625"/>
                <a:gd name="connsiteX93" fmla="*/ 906730 w 2915191"/>
                <a:gd name="connsiteY93" fmla="*/ 347896 h 487625"/>
                <a:gd name="connsiteX94" fmla="*/ 916480 w 2915191"/>
                <a:gd name="connsiteY94" fmla="*/ 365178 h 487625"/>
                <a:gd name="connsiteX95" fmla="*/ 926230 w 2915191"/>
                <a:gd name="connsiteY95" fmla="*/ 358458 h 487625"/>
                <a:gd name="connsiteX96" fmla="*/ 935979 w 2915191"/>
                <a:gd name="connsiteY96" fmla="*/ 330304 h 487625"/>
                <a:gd name="connsiteX97" fmla="*/ 945729 w 2915191"/>
                <a:gd name="connsiteY97" fmla="*/ 328380 h 487625"/>
                <a:gd name="connsiteX98" fmla="*/ 955479 w 2915191"/>
                <a:gd name="connsiteY98" fmla="*/ 298032 h 487625"/>
                <a:gd name="connsiteX99" fmla="*/ 965229 w 2915191"/>
                <a:gd name="connsiteY99" fmla="*/ 309427 h 487625"/>
                <a:gd name="connsiteX100" fmla="*/ 974979 w 2915191"/>
                <a:gd name="connsiteY100" fmla="*/ 287260 h 487625"/>
                <a:gd name="connsiteX101" fmla="*/ 984729 w 2915191"/>
                <a:gd name="connsiteY101" fmla="*/ 255234 h 487625"/>
                <a:gd name="connsiteX102" fmla="*/ 994474 w 2915191"/>
                <a:gd name="connsiteY102" fmla="*/ 259123 h 487625"/>
                <a:gd name="connsiteX103" fmla="*/ 1004233 w 2915191"/>
                <a:gd name="connsiteY103" fmla="*/ 226108 h 487625"/>
                <a:gd name="connsiteX104" fmla="*/ 1013977 w 2915191"/>
                <a:gd name="connsiteY104" fmla="*/ 226704 h 487625"/>
                <a:gd name="connsiteX105" fmla="*/ 1023721 w 2915191"/>
                <a:gd name="connsiteY105" fmla="*/ 219204 h 487625"/>
                <a:gd name="connsiteX106" fmla="*/ 1033480 w 2915191"/>
                <a:gd name="connsiteY106" fmla="*/ 182036 h 487625"/>
                <a:gd name="connsiteX107" fmla="*/ 1043224 w 2915191"/>
                <a:gd name="connsiteY107" fmla="*/ 190069 h 487625"/>
                <a:gd name="connsiteX108" fmla="*/ 1052983 w 2915191"/>
                <a:gd name="connsiteY108" fmla="*/ 159190 h 487625"/>
                <a:gd name="connsiteX109" fmla="*/ 1062727 w 2915191"/>
                <a:gd name="connsiteY109" fmla="*/ 152892 h 487625"/>
                <a:gd name="connsiteX110" fmla="*/ 1072471 w 2915191"/>
                <a:gd name="connsiteY110" fmla="*/ 175187 h 487625"/>
                <a:gd name="connsiteX111" fmla="*/ 1082230 w 2915191"/>
                <a:gd name="connsiteY111" fmla="*/ 154309 h 487625"/>
                <a:gd name="connsiteX112" fmla="*/ 1091973 w 2915191"/>
                <a:gd name="connsiteY112" fmla="*/ 174384 h 487625"/>
                <a:gd name="connsiteX113" fmla="*/ 1101732 w 2915191"/>
                <a:gd name="connsiteY113" fmla="*/ 190168 h 487625"/>
                <a:gd name="connsiteX114" fmla="*/ 1111476 w 2915191"/>
                <a:gd name="connsiteY114" fmla="*/ 165523 h 487625"/>
                <a:gd name="connsiteX115" fmla="*/ 1121220 w 2915191"/>
                <a:gd name="connsiteY115" fmla="*/ 146359 h 487625"/>
                <a:gd name="connsiteX116" fmla="*/ 1130979 w 2915191"/>
                <a:gd name="connsiteY116" fmla="*/ 142208 h 487625"/>
                <a:gd name="connsiteX117" fmla="*/ 1140723 w 2915191"/>
                <a:gd name="connsiteY117" fmla="*/ 138431 h 487625"/>
                <a:gd name="connsiteX118" fmla="*/ 1150482 w 2915191"/>
                <a:gd name="connsiteY118" fmla="*/ 144909 h 487625"/>
                <a:gd name="connsiteX119" fmla="*/ 1160226 w 2915191"/>
                <a:gd name="connsiteY119" fmla="*/ 134819 h 487625"/>
                <a:gd name="connsiteX120" fmla="*/ 1169969 w 2915191"/>
                <a:gd name="connsiteY120" fmla="*/ 124210 h 487625"/>
                <a:gd name="connsiteX121" fmla="*/ 1179728 w 2915191"/>
                <a:gd name="connsiteY121" fmla="*/ 122464 h 487625"/>
                <a:gd name="connsiteX122" fmla="*/ 1189472 w 2915191"/>
                <a:gd name="connsiteY122" fmla="*/ 133788 h 487625"/>
                <a:gd name="connsiteX123" fmla="*/ 1199231 w 2915191"/>
                <a:gd name="connsiteY123" fmla="*/ 127321 h 487625"/>
                <a:gd name="connsiteX124" fmla="*/ 1208975 w 2915191"/>
                <a:gd name="connsiteY124" fmla="*/ 131259 h 487625"/>
                <a:gd name="connsiteX125" fmla="*/ 1218719 w 2915191"/>
                <a:gd name="connsiteY125" fmla="*/ 99159 h 487625"/>
                <a:gd name="connsiteX126" fmla="*/ 1228478 w 2915191"/>
                <a:gd name="connsiteY126" fmla="*/ 102152 h 487625"/>
                <a:gd name="connsiteX127" fmla="*/ 1238222 w 2915191"/>
                <a:gd name="connsiteY127" fmla="*/ 112106 h 487625"/>
                <a:gd name="connsiteX128" fmla="*/ 1247966 w 2915191"/>
                <a:gd name="connsiteY128" fmla="*/ 124766 h 487625"/>
                <a:gd name="connsiteX129" fmla="*/ 1257725 w 2915191"/>
                <a:gd name="connsiteY129" fmla="*/ 117267 h 487625"/>
                <a:gd name="connsiteX130" fmla="*/ 1267469 w 2915191"/>
                <a:gd name="connsiteY130" fmla="*/ 157952 h 487625"/>
                <a:gd name="connsiteX131" fmla="*/ 1277227 w 2915191"/>
                <a:gd name="connsiteY131" fmla="*/ 144239 h 487625"/>
                <a:gd name="connsiteX132" fmla="*/ 1286971 w 2915191"/>
                <a:gd name="connsiteY132" fmla="*/ 147905 h 487625"/>
                <a:gd name="connsiteX133" fmla="*/ 1296715 w 2915191"/>
                <a:gd name="connsiteY133" fmla="*/ 122668 h 487625"/>
                <a:gd name="connsiteX134" fmla="*/ 1306474 w 2915191"/>
                <a:gd name="connsiteY134" fmla="*/ 131172 h 487625"/>
                <a:gd name="connsiteX135" fmla="*/ 1316218 w 2915191"/>
                <a:gd name="connsiteY135" fmla="*/ 120305 h 487625"/>
                <a:gd name="connsiteX136" fmla="*/ 1325977 w 2915191"/>
                <a:gd name="connsiteY136" fmla="*/ 107785 h 487625"/>
                <a:gd name="connsiteX137" fmla="*/ 1335721 w 2915191"/>
                <a:gd name="connsiteY137" fmla="*/ 129635 h 487625"/>
                <a:gd name="connsiteX138" fmla="*/ 1345465 w 2915191"/>
                <a:gd name="connsiteY138" fmla="*/ 118304 h 487625"/>
                <a:gd name="connsiteX139" fmla="*/ 1355224 w 2915191"/>
                <a:gd name="connsiteY139" fmla="*/ 120974 h 487625"/>
                <a:gd name="connsiteX140" fmla="*/ 1364967 w 2915191"/>
                <a:gd name="connsiteY140" fmla="*/ 98749 h 487625"/>
                <a:gd name="connsiteX141" fmla="*/ 1374726 w 2915191"/>
                <a:gd name="connsiteY141" fmla="*/ 145977 h 487625"/>
                <a:gd name="connsiteX142" fmla="*/ 1384470 w 2915191"/>
                <a:gd name="connsiteY142" fmla="*/ 143084 h 487625"/>
                <a:gd name="connsiteX143" fmla="*/ 1394214 w 2915191"/>
                <a:gd name="connsiteY143" fmla="*/ 153763 h 487625"/>
                <a:gd name="connsiteX144" fmla="*/ 1403973 w 2915191"/>
                <a:gd name="connsiteY144" fmla="*/ 132523 h 487625"/>
                <a:gd name="connsiteX145" fmla="*/ 1413717 w 2915191"/>
                <a:gd name="connsiteY145" fmla="*/ 112492 h 487625"/>
                <a:gd name="connsiteX146" fmla="*/ 1423476 w 2915191"/>
                <a:gd name="connsiteY146" fmla="*/ 88221 h 487625"/>
                <a:gd name="connsiteX147" fmla="*/ 1433220 w 2915191"/>
                <a:gd name="connsiteY147" fmla="*/ 70827 h 487625"/>
                <a:gd name="connsiteX148" fmla="*/ 1442964 w 2915191"/>
                <a:gd name="connsiteY148" fmla="*/ 56378 h 487625"/>
                <a:gd name="connsiteX149" fmla="*/ 1452722 w 2915191"/>
                <a:gd name="connsiteY149" fmla="*/ 16209 h 487625"/>
                <a:gd name="connsiteX150" fmla="*/ 1462466 w 2915191"/>
                <a:gd name="connsiteY150" fmla="*/ 49100 h 487625"/>
                <a:gd name="connsiteX151" fmla="*/ 1472225 w 2915191"/>
                <a:gd name="connsiteY151" fmla="*/ 70200 h 487625"/>
                <a:gd name="connsiteX152" fmla="*/ 1481969 w 2915191"/>
                <a:gd name="connsiteY152" fmla="*/ 74200 h 487625"/>
                <a:gd name="connsiteX153" fmla="*/ 1491713 w 2915191"/>
                <a:gd name="connsiteY153" fmla="*/ 71114 h 487625"/>
                <a:gd name="connsiteX154" fmla="*/ 1501472 w 2915191"/>
                <a:gd name="connsiteY154" fmla="*/ 51662 h 487625"/>
                <a:gd name="connsiteX155" fmla="*/ 1511216 w 2915191"/>
                <a:gd name="connsiteY155" fmla="*/ 54217 h 487625"/>
                <a:gd name="connsiteX156" fmla="*/ 1520960 w 2915191"/>
                <a:gd name="connsiteY156" fmla="*/ 59852 h 487625"/>
                <a:gd name="connsiteX157" fmla="*/ 1530719 w 2915191"/>
                <a:gd name="connsiteY157" fmla="*/ 67662 h 487625"/>
                <a:gd name="connsiteX158" fmla="*/ 1540463 w 2915191"/>
                <a:gd name="connsiteY158" fmla="*/ 98454 h 487625"/>
                <a:gd name="connsiteX159" fmla="*/ 1550221 w 2915191"/>
                <a:gd name="connsiteY159" fmla="*/ 97241 h 487625"/>
                <a:gd name="connsiteX160" fmla="*/ 1559965 w 2915191"/>
                <a:gd name="connsiteY160" fmla="*/ 140305 h 487625"/>
                <a:gd name="connsiteX161" fmla="*/ 1569709 w 2915191"/>
                <a:gd name="connsiteY161" fmla="*/ 132957 h 487625"/>
                <a:gd name="connsiteX162" fmla="*/ 1579468 w 2915191"/>
                <a:gd name="connsiteY162" fmla="*/ 144149 h 487625"/>
                <a:gd name="connsiteX163" fmla="*/ 1589212 w 2915191"/>
                <a:gd name="connsiteY163" fmla="*/ 133306 h 487625"/>
                <a:gd name="connsiteX164" fmla="*/ 1598971 w 2915191"/>
                <a:gd name="connsiteY164" fmla="*/ 131142 h 487625"/>
                <a:gd name="connsiteX165" fmla="*/ 1608715 w 2915191"/>
                <a:gd name="connsiteY165" fmla="*/ 145277 h 487625"/>
                <a:gd name="connsiteX166" fmla="*/ 1618459 w 2915191"/>
                <a:gd name="connsiteY166" fmla="*/ 134915 h 487625"/>
                <a:gd name="connsiteX167" fmla="*/ 1628218 w 2915191"/>
                <a:gd name="connsiteY167" fmla="*/ 136808 h 487625"/>
                <a:gd name="connsiteX168" fmla="*/ 1637962 w 2915191"/>
                <a:gd name="connsiteY168" fmla="*/ 133918 h 487625"/>
                <a:gd name="connsiteX169" fmla="*/ 1647720 w 2915191"/>
                <a:gd name="connsiteY169" fmla="*/ 165346 h 487625"/>
                <a:gd name="connsiteX170" fmla="*/ 1657464 w 2915191"/>
                <a:gd name="connsiteY170" fmla="*/ 187624 h 487625"/>
                <a:gd name="connsiteX171" fmla="*/ 1667208 w 2915191"/>
                <a:gd name="connsiteY171" fmla="*/ 233540 h 487625"/>
                <a:gd name="connsiteX172" fmla="*/ 1676967 w 2915191"/>
                <a:gd name="connsiteY172" fmla="*/ 229298 h 487625"/>
                <a:gd name="connsiteX173" fmla="*/ 1686711 w 2915191"/>
                <a:gd name="connsiteY173" fmla="*/ 219396 h 487625"/>
                <a:gd name="connsiteX174" fmla="*/ 1696470 w 2915191"/>
                <a:gd name="connsiteY174" fmla="*/ 213560 h 487625"/>
                <a:gd name="connsiteX175" fmla="*/ 1706214 w 2915191"/>
                <a:gd name="connsiteY175" fmla="*/ 223343 h 487625"/>
                <a:gd name="connsiteX176" fmla="*/ 1715958 w 2915191"/>
                <a:gd name="connsiteY176" fmla="*/ 201129 h 487625"/>
                <a:gd name="connsiteX177" fmla="*/ 1725716 w 2915191"/>
                <a:gd name="connsiteY177" fmla="*/ 150673 h 487625"/>
                <a:gd name="connsiteX178" fmla="*/ 1735460 w 2915191"/>
                <a:gd name="connsiteY178" fmla="*/ 128826 h 487625"/>
                <a:gd name="connsiteX179" fmla="*/ 1745219 w 2915191"/>
                <a:gd name="connsiteY179" fmla="*/ 119777 h 487625"/>
                <a:gd name="connsiteX180" fmla="*/ 1754963 w 2915191"/>
                <a:gd name="connsiteY180" fmla="*/ 88010 h 487625"/>
                <a:gd name="connsiteX181" fmla="*/ 1764707 w 2915191"/>
                <a:gd name="connsiteY181" fmla="*/ 81354 h 487625"/>
                <a:gd name="connsiteX182" fmla="*/ 1774466 w 2915191"/>
                <a:gd name="connsiteY182" fmla="*/ 57717 h 487625"/>
                <a:gd name="connsiteX183" fmla="*/ 1784210 w 2915191"/>
                <a:gd name="connsiteY183" fmla="*/ 67138 h 487625"/>
                <a:gd name="connsiteX184" fmla="*/ 1793969 w 2915191"/>
                <a:gd name="connsiteY184" fmla="*/ 60402 h 487625"/>
                <a:gd name="connsiteX185" fmla="*/ 1803713 w 2915191"/>
                <a:gd name="connsiteY185" fmla="*/ 66144 h 487625"/>
                <a:gd name="connsiteX186" fmla="*/ 1813457 w 2915191"/>
                <a:gd name="connsiteY186" fmla="*/ 33474 h 487625"/>
                <a:gd name="connsiteX187" fmla="*/ 1823215 w 2915191"/>
                <a:gd name="connsiteY187" fmla="*/ 20227 h 487625"/>
                <a:gd name="connsiteX188" fmla="*/ 1832959 w 2915191"/>
                <a:gd name="connsiteY188" fmla="*/ 45083 h 487625"/>
                <a:gd name="connsiteX189" fmla="*/ 1842703 w 2915191"/>
                <a:gd name="connsiteY189" fmla="*/ 32961 h 487625"/>
                <a:gd name="connsiteX190" fmla="*/ 1852462 w 2915191"/>
                <a:gd name="connsiteY190" fmla="*/ 35179 h 487625"/>
                <a:gd name="connsiteX191" fmla="*/ 1862206 w 2915191"/>
                <a:gd name="connsiteY191" fmla="*/ 0 h 487625"/>
                <a:gd name="connsiteX192" fmla="*/ 1871965 w 2915191"/>
                <a:gd name="connsiteY192" fmla="*/ 27772 h 487625"/>
                <a:gd name="connsiteX193" fmla="*/ 1881709 w 2915191"/>
                <a:gd name="connsiteY193" fmla="*/ 37131 h 487625"/>
                <a:gd name="connsiteX194" fmla="*/ 1891453 w 2915191"/>
                <a:gd name="connsiteY194" fmla="*/ 63219 h 487625"/>
                <a:gd name="connsiteX195" fmla="*/ 1901212 w 2915191"/>
                <a:gd name="connsiteY195" fmla="*/ 81530 h 487625"/>
                <a:gd name="connsiteX196" fmla="*/ 1910956 w 2915191"/>
                <a:gd name="connsiteY196" fmla="*/ 45907 h 487625"/>
                <a:gd name="connsiteX197" fmla="*/ 1920714 w 2915191"/>
                <a:gd name="connsiteY197" fmla="*/ 67187 h 487625"/>
                <a:gd name="connsiteX198" fmla="*/ 1930458 w 2915191"/>
                <a:gd name="connsiteY198" fmla="*/ 76293 h 487625"/>
                <a:gd name="connsiteX199" fmla="*/ 1940202 w 2915191"/>
                <a:gd name="connsiteY199" fmla="*/ 102501 h 487625"/>
                <a:gd name="connsiteX200" fmla="*/ 1949961 w 2915191"/>
                <a:gd name="connsiteY200" fmla="*/ 130722 h 487625"/>
                <a:gd name="connsiteX201" fmla="*/ 1959705 w 2915191"/>
                <a:gd name="connsiteY201" fmla="*/ 136919 h 487625"/>
                <a:gd name="connsiteX202" fmla="*/ 1969464 w 2915191"/>
                <a:gd name="connsiteY202" fmla="*/ 137485 h 487625"/>
                <a:gd name="connsiteX203" fmla="*/ 1979208 w 2915191"/>
                <a:gd name="connsiteY203" fmla="*/ 120419 h 487625"/>
                <a:gd name="connsiteX204" fmla="*/ 1988952 w 2915191"/>
                <a:gd name="connsiteY204" fmla="*/ 148467 h 487625"/>
                <a:gd name="connsiteX205" fmla="*/ 1998711 w 2915191"/>
                <a:gd name="connsiteY205" fmla="*/ 156590 h 487625"/>
                <a:gd name="connsiteX206" fmla="*/ 2008454 w 2915191"/>
                <a:gd name="connsiteY206" fmla="*/ 159979 h 487625"/>
                <a:gd name="connsiteX207" fmla="*/ 2018213 w 2915191"/>
                <a:gd name="connsiteY207" fmla="*/ 171453 h 487625"/>
                <a:gd name="connsiteX208" fmla="*/ 2027957 w 2915191"/>
                <a:gd name="connsiteY208" fmla="*/ 159379 h 487625"/>
                <a:gd name="connsiteX209" fmla="*/ 2037701 w 2915191"/>
                <a:gd name="connsiteY209" fmla="*/ 146098 h 487625"/>
                <a:gd name="connsiteX210" fmla="*/ 2047460 w 2915191"/>
                <a:gd name="connsiteY210" fmla="*/ 184752 h 487625"/>
                <a:gd name="connsiteX211" fmla="*/ 2057204 w 2915191"/>
                <a:gd name="connsiteY211" fmla="*/ 157536 h 487625"/>
                <a:gd name="connsiteX212" fmla="*/ 2066963 w 2915191"/>
                <a:gd name="connsiteY212" fmla="*/ 138540 h 487625"/>
                <a:gd name="connsiteX213" fmla="*/ 2076707 w 2915191"/>
                <a:gd name="connsiteY213" fmla="*/ 133575 h 487625"/>
                <a:gd name="connsiteX214" fmla="*/ 2086451 w 2915191"/>
                <a:gd name="connsiteY214" fmla="*/ 102305 h 487625"/>
                <a:gd name="connsiteX215" fmla="*/ 2096210 w 2915191"/>
                <a:gd name="connsiteY215" fmla="*/ 129280 h 487625"/>
                <a:gd name="connsiteX216" fmla="*/ 2105954 w 2915191"/>
                <a:gd name="connsiteY216" fmla="*/ 137811 h 487625"/>
                <a:gd name="connsiteX217" fmla="*/ 2115697 w 2915191"/>
                <a:gd name="connsiteY217" fmla="*/ 166498 h 487625"/>
                <a:gd name="connsiteX218" fmla="*/ 2125456 w 2915191"/>
                <a:gd name="connsiteY218" fmla="*/ 177964 h 487625"/>
                <a:gd name="connsiteX219" fmla="*/ 2135200 w 2915191"/>
                <a:gd name="connsiteY219" fmla="*/ 167201 h 487625"/>
                <a:gd name="connsiteX220" fmla="*/ 2144959 w 2915191"/>
                <a:gd name="connsiteY220" fmla="*/ 191486 h 487625"/>
                <a:gd name="connsiteX221" fmla="*/ 2154703 w 2915191"/>
                <a:gd name="connsiteY221" fmla="*/ 212254 h 487625"/>
                <a:gd name="connsiteX222" fmla="*/ 2164447 w 2915191"/>
                <a:gd name="connsiteY222" fmla="*/ 206786 h 487625"/>
                <a:gd name="connsiteX223" fmla="*/ 2174206 w 2915191"/>
                <a:gd name="connsiteY223" fmla="*/ 165122 h 487625"/>
                <a:gd name="connsiteX224" fmla="*/ 2183950 w 2915191"/>
                <a:gd name="connsiteY224" fmla="*/ 166690 h 487625"/>
                <a:gd name="connsiteX225" fmla="*/ 2193709 w 2915191"/>
                <a:gd name="connsiteY225" fmla="*/ 148068 h 487625"/>
                <a:gd name="connsiteX226" fmla="*/ 2203452 w 2915191"/>
                <a:gd name="connsiteY226" fmla="*/ 146867 h 487625"/>
                <a:gd name="connsiteX227" fmla="*/ 2213196 w 2915191"/>
                <a:gd name="connsiteY227" fmla="*/ 145162 h 487625"/>
                <a:gd name="connsiteX228" fmla="*/ 2222955 w 2915191"/>
                <a:gd name="connsiteY228" fmla="*/ 136788 h 487625"/>
                <a:gd name="connsiteX229" fmla="*/ 2232699 w 2915191"/>
                <a:gd name="connsiteY229" fmla="*/ 142705 h 487625"/>
                <a:gd name="connsiteX230" fmla="*/ 2242458 w 2915191"/>
                <a:gd name="connsiteY230" fmla="*/ 161725 h 487625"/>
                <a:gd name="connsiteX231" fmla="*/ 2252202 w 2915191"/>
                <a:gd name="connsiteY231" fmla="*/ 179983 h 487625"/>
                <a:gd name="connsiteX232" fmla="*/ 2261946 w 2915191"/>
                <a:gd name="connsiteY232" fmla="*/ 201750 h 487625"/>
                <a:gd name="connsiteX233" fmla="*/ 2271705 w 2915191"/>
                <a:gd name="connsiteY233" fmla="*/ 191433 h 487625"/>
                <a:gd name="connsiteX234" fmla="*/ 2281449 w 2915191"/>
                <a:gd name="connsiteY234" fmla="*/ 162141 h 487625"/>
                <a:gd name="connsiteX235" fmla="*/ 2291208 w 2915191"/>
                <a:gd name="connsiteY235" fmla="*/ 157391 h 487625"/>
                <a:gd name="connsiteX236" fmla="*/ 2300951 w 2915191"/>
                <a:gd name="connsiteY236" fmla="*/ 158878 h 487625"/>
                <a:gd name="connsiteX237" fmla="*/ 2310695 w 2915191"/>
                <a:gd name="connsiteY237" fmla="*/ 179783 h 487625"/>
                <a:gd name="connsiteX238" fmla="*/ 2320454 w 2915191"/>
                <a:gd name="connsiteY238" fmla="*/ 176997 h 487625"/>
                <a:gd name="connsiteX239" fmla="*/ 2330198 w 2915191"/>
                <a:gd name="connsiteY239" fmla="*/ 168653 h 487625"/>
                <a:gd name="connsiteX240" fmla="*/ 2339957 w 2915191"/>
                <a:gd name="connsiteY240" fmla="*/ 174938 h 487625"/>
                <a:gd name="connsiteX241" fmla="*/ 2349701 w 2915191"/>
                <a:gd name="connsiteY241" fmla="*/ 168107 h 487625"/>
                <a:gd name="connsiteX242" fmla="*/ 2359445 w 2915191"/>
                <a:gd name="connsiteY242" fmla="*/ 127799 h 487625"/>
                <a:gd name="connsiteX243" fmla="*/ 2369204 w 2915191"/>
                <a:gd name="connsiteY243" fmla="*/ 129296 h 487625"/>
                <a:gd name="connsiteX244" fmla="*/ 2378948 w 2915191"/>
                <a:gd name="connsiteY244" fmla="*/ 133011 h 487625"/>
                <a:gd name="connsiteX245" fmla="*/ 2388692 w 2915191"/>
                <a:gd name="connsiteY245" fmla="*/ 150810 h 487625"/>
                <a:gd name="connsiteX246" fmla="*/ 2398450 w 2915191"/>
                <a:gd name="connsiteY246" fmla="*/ 129727 h 487625"/>
                <a:gd name="connsiteX247" fmla="*/ 2408194 w 2915191"/>
                <a:gd name="connsiteY247" fmla="*/ 105164 h 487625"/>
                <a:gd name="connsiteX248" fmla="*/ 2417953 w 2915191"/>
                <a:gd name="connsiteY248" fmla="*/ 121428 h 487625"/>
                <a:gd name="connsiteX249" fmla="*/ 2427697 w 2915191"/>
                <a:gd name="connsiteY249" fmla="*/ 136817 h 487625"/>
                <a:gd name="connsiteX250" fmla="*/ 2437441 w 2915191"/>
                <a:gd name="connsiteY250" fmla="*/ 119131 h 487625"/>
                <a:gd name="connsiteX251" fmla="*/ 2447200 w 2915191"/>
                <a:gd name="connsiteY251" fmla="*/ 133045 h 487625"/>
                <a:gd name="connsiteX252" fmla="*/ 2456944 w 2915191"/>
                <a:gd name="connsiteY252" fmla="*/ 90133 h 487625"/>
                <a:gd name="connsiteX253" fmla="*/ 2466703 w 2915191"/>
                <a:gd name="connsiteY253" fmla="*/ 123116 h 487625"/>
                <a:gd name="connsiteX254" fmla="*/ 2476446 w 2915191"/>
                <a:gd name="connsiteY254" fmla="*/ 118728 h 487625"/>
                <a:gd name="connsiteX255" fmla="*/ 2486190 w 2915191"/>
                <a:gd name="connsiteY255" fmla="*/ 107289 h 487625"/>
                <a:gd name="connsiteX256" fmla="*/ 2495949 w 2915191"/>
                <a:gd name="connsiteY256" fmla="*/ 103596 h 487625"/>
                <a:gd name="connsiteX257" fmla="*/ 2505693 w 2915191"/>
                <a:gd name="connsiteY257" fmla="*/ 86541 h 487625"/>
                <a:gd name="connsiteX258" fmla="*/ 2515452 w 2915191"/>
                <a:gd name="connsiteY258" fmla="*/ 114473 h 487625"/>
                <a:gd name="connsiteX259" fmla="*/ 2525196 w 2915191"/>
                <a:gd name="connsiteY259" fmla="*/ 104780 h 487625"/>
                <a:gd name="connsiteX260" fmla="*/ 2534940 w 2915191"/>
                <a:gd name="connsiteY260" fmla="*/ 114552 h 487625"/>
                <a:gd name="connsiteX261" fmla="*/ 2544699 w 2915191"/>
                <a:gd name="connsiteY261" fmla="*/ 109458 h 487625"/>
                <a:gd name="connsiteX262" fmla="*/ 2554443 w 2915191"/>
                <a:gd name="connsiteY262" fmla="*/ 129377 h 487625"/>
                <a:gd name="connsiteX263" fmla="*/ 2564202 w 2915191"/>
                <a:gd name="connsiteY263" fmla="*/ 135928 h 487625"/>
                <a:gd name="connsiteX264" fmla="*/ 2573946 w 2915191"/>
                <a:gd name="connsiteY264" fmla="*/ 157430 h 487625"/>
                <a:gd name="connsiteX265" fmla="*/ 2583690 w 2915191"/>
                <a:gd name="connsiteY265" fmla="*/ 163586 h 487625"/>
                <a:gd name="connsiteX266" fmla="*/ 2593448 w 2915191"/>
                <a:gd name="connsiteY266" fmla="*/ 207267 h 487625"/>
                <a:gd name="connsiteX267" fmla="*/ 2603192 w 2915191"/>
                <a:gd name="connsiteY267" fmla="*/ 195691 h 487625"/>
                <a:gd name="connsiteX268" fmla="*/ 2612951 w 2915191"/>
                <a:gd name="connsiteY268" fmla="*/ 225334 h 487625"/>
                <a:gd name="connsiteX269" fmla="*/ 2622695 w 2915191"/>
                <a:gd name="connsiteY269" fmla="*/ 212646 h 487625"/>
                <a:gd name="connsiteX270" fmla="*/ 2632439 w 2915191"/>
                <a:gd name="connsiteY270" fmla="*/ 235238 h 487625"/>
                <a:gd name="connsiteX271" fmla="*/ 2642198 w 2915191"/>
                <a:gd name="connsiteY271" fmla="*/ 241092 h 487625"/>
                <a:gd name="connsiteX272" fmla="*/ 2651942 w 2915191"/>
                <a:gd name="connsiteY272" fmla="*/ 223839 h 487625"/>
                <a:gd name="connsiteX273" fmla="*/ 2661685 w 2915191"/>
                <a:gd name="connsiteY273" fmla="*/ 160598 h 487625"/>
                <a:gd name="connsiteX274" fmla="*/ 2671444 w 2915191"/>
                <a:gd name="connsiteY274" fmla="*/ 164132 h 487625"/>
                <a:gd name="connsiteX275" fmla="*/ 2681188 w 2915191"/>
                <a:gd name="connsiteY275" fmla="*/ 174679 h 487625"/>
                <a:gd name="connsiteX276" fmla="*/ 2690947 w 2915191"/>
                <a:gd name="connsiteY276" fmla="*/ 160417 h 487625"/>
                <a:gd name="connsiteX277" fmla="*/ 2700691 w 2915191"/>
                <a:gd name="connsiteY277" fmla="*/ 175806 h 487625"/>
                <a:gd name="connsiteX278" fmla="*/ 2710435 w 2915191"/>
                <a:gd name="connsiteY278" fmla="*/ 176224 h 487625"/>
                <a:gd name="connsiteX279" fmla="*/ 2720194 w 2915191"/>
                <a:gd name="connsiteY279" fmla="*/ 136945 h 487625"/>
                <a:gd name="connsiteX280" fmla="*/ 2729938 w 2915191"/>
                <a:gd name="connsiteY280" fmla="*/ 136700 h 487625"/>
                <a:gd name="connsiteX281" fmla="*/ 2739697 w 2915191"/>
                <a:gd name="connsiteY281" fmla="*/ 139203 h 487625"/>
                <a:gd name="connsiteX282" fmla="*/ 2749441 w 2915191"/>
                <a:gd name="connsiteY282" fmla="*/ 122334 h 487625"/>
                <a:gd name="connsiteX283" fmla="*/ 2759185 w 2915191"/>
                <a:gd name="connsiteY283" fmla="*/ 124755 h 487625"/>
                <a:gd name="connsiteX284" fmla="*/ 2768943 w 2915191"/>
                <a:gd name="connsiteY284" fmla="*/ 98488 h 487625"/>
                <a:gd name="connsiteX285" fmla="*/ 2778687 w 2915191"/>
                <a:gd name="connsiteY285" fmla="*/ 114040 h 487625"/>
                <a:gd name="connsiteX286" fmla="*/ 2788446 w 2915191"/>
                <a:gd name="connsiteY286" fmla="*/ 107511 h 487625"/>
                <a:gd name="connsiteX287" fmla="*/ 2798190 w 2915191"/>
                <a:gd name="connsiteY287" fmla="*/ 118746 h 487625"/>
                <a:gd name="connsiteX288" fmla="*/ 2807934 w 2915191"/>
                <a:gd name="connsiteY288" fmla="*/ 117291 h 487625"/>
                <a:gd name="connsiteX289" fmla="*/ 2817693 w 2915191"/>
                <a:gd name="connsiteY289" fmla="*/ 92642 h 487625"/>
                <a:gd name="connsiteX290" fmla="*/ 2827437 w 2915191"/>
                <a:gd name="connsiteY290" fmla="*/ 83008 h 487625"/>
                <a:gd name="connsiteX291" fmla="*/ 2837196 w 2915191"/>
                <a:gd name="connsiteY291" fmla="*/ 97064 h 487625"/>
                <a:gd name="connsiteX292" fmla="*/ 2846940 w 2915191"/>
                <a:gd name="connsiteY292" fmla="*/ 84704 h 487625"/>
                <a:gd name="connsiteX293" fmla="*/ 2856684 w 2915191"/>
                <a:gd name="connsiteY293" fmla="*/ 83835 h 487625"/>
                <a:gd name="connsiteX294" fmla="*/ 2866442 w 2915191"/>
                <a:gd name="connsiteY294" fmla="*/ 96769 h 487625"/>
                <a:gd name="connsiteX295" fmla="*/ 2876186 w 2915191"/>
                <a:gd name="connsiteY295" fmla="*/ 70997 h 487625"/>
                <a:gd name="connsiteX296" fmla="*/ 2885945 w 2915191"/>
                <a:gd name="connsiteY296" fmla="*/ 43912 h 487625"/>
                <a:gd name="connsiteX297" fmla="*/ 2895689 w 2915191"/>
                <a:gd name="connsiteY297" fmla="*/ 65597 h 487625"/>
                <a:gd name="connsiteX298" fmla="*/ 2905433 w 2915191"/>
                <a:gd name="connsiteY298" fmla="*/ 66691 h 487625"/>
                <a:gd name="connsiteX299" fmla="*/ 2915192 w 2915191"/>
                <a:gd name="connsiteY299" fmla="*/ 97290 h 48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87625">
                  <a:moveTo>
                    <a:pt x="0" y="390952"/>
                  </a:moveTo>
                  <a:lnTo>
                    <a:pt x="9750" y="444298"/>
                  </a:lnTo>
                  <a:lnTo>
                    <a:pt x="19500" y="442738"/>
                  </a:lnTo>
                  <a:lnTo>
                    <a:pt x="29250" y="426232"/>
                  </a:lnTo>
                  <a:lnTo>
                    <a:pt x="39000" y="425853"/>
                  </a:lnTo>
                  <a:lnTo>
                    <a:pt x="48749" y="429766"/>
                  </a:lnTo>
                  <a:lnTo>
                    <a:pt x="58499" y="422987"/>
                  </a:lnTo>
                  <a:lnTo>
                    <a:pt x="68249" y="402541"/>
                  </a:lnTo>
                  <a:lnTo>
                    <a:pt x="77998" y="413155"/>
                  </a:lnTo>
                  <a:lnTo>
                    <a:pt x="87748" y="399130"/>
                  </a:lnTo>
                  <a:lnTo>
                    <a:pt x="97497" y="394284"/>
                  </a:lnTo>
                  <a:lnTo>
                    <a:pt x="107247" y="383142"/>
                  </a:lnTo>
                  <a:lnTo>
                    <a:pt x="116997" y="394038"/>
                  </a:lnTo>
                  <a:lnTo>
                    <a:pt x="126747" y="402372"/>
                  </a:lnTo>
                  <a:lnTo>
                    <a:pt x="136497" y="416024"/>
                  </a:lnTo>
                  <a:lnTo>
                    <a:pt x="146247" y="393382"/>
                  </a:lnTo>
                  <a:lnTo>
                    <a:pt x="155997" y="414738"/>
                  </a:lnTo>
                  <a:lnTo>
                    <a:pt x="165747" y="448316"/>
                  </a:lnTo>
                  <a:lnTo>
                    <a:pt x="175497" y="438169"/>
                  </a:lnTo>
                  <a:lnTo>
                    <a:pt x="185247" y="401072"/>
                  </a:lnTo>
                  <a:lnTo>
                    <a:pt x="194996" y="384583"/>
                  </a:lnTo>
                  <a:lnTo>
                    <a:pt x="204746" y="394874"/>
                  </a:lnTo>
                  <a:lnTo>
                    <a:pt x="214495" y="407599"/>
                  </a:lnTo>
                  <a:lnTo>
                    <a:pt x="224245" y="406605"/>
                  </a:lnTo>
                  <a:lnTo>
                    <a:pt x="233995" y="386620"/>
                  </a:lnTo>
                  <a:lnTo>
                    <a:pt x="243744" y="399185"/>
                  </a:lnTo>
                  <a:lnTo>
                    <a:pt x="253494" y="395942"/>
                  </a:lnTo>
                  <a:lnTo>
                    <a:pt x="263244" y="374352"/>
                  </a:lnTo>
                  <a:lnTo>
                    <a:pt x="272994" y="371840"/>
                  </a:lnTo>
                  <a:lnTo>
                    <a:pt x="282744" y="380772"/>
                  </a:lnTo>
                  <a:lnTo>
                    <a:pt x="292494" y="352033"/>
                  </a:lnTo>
                  <a:lnTo>
                    <a:pt x="302244" y="341845"/>
                  </a:lnTo>
                  <a:lnTo>
                    <a:pt x="311994" y="357163"/>
                  </a:lnTo>
                  <a:lnTo>
                    <a:pt x="321744" y="352292"/>
                  </a:lnTo>
                  <a:lnTo>
                    <a:pt x="331493" y="355855"/>
                  </a:lnTo>
                  <a:lnTo>
                    <a:pt x="341243" y="357053"/>
                  </a:lnTo>
                  <a:lnTo>
                    <a:pt x="350993" y="362944"/>
                  </a:lnTo>
                  <a:lnTo>
                    <a:pt x="360742" y="347122"/>
                  </a:lnTo>
                  <a:lnTo>
                    <a:pt x="370492" y="350414"/>
                  </a:lnTo>
                  <a:lnTo>
                    <a:pt x="380241" y="377601"/>
                  </a:lnTo>
                  <a:lnTo>
                    <a:pt x="389991" y="355070"/>
                  </a:lnTo>
                  <a:lnTo>
                    <a:pt x="399741" y="339990"/>
                  </a:lnTo>
                  <a:lnTo>
                    <a:pt x="409491" y="360414"/>
                  </a:lnTo>
                  <a:lnTo>
                    <a:pt x="419241" y="339293"/>
                  </a:lnTo>
                  <a:lnTo>
                    <a:pt x="428991" y="370109"/>
                  </a:lnTo>
                  <a:lnTo>
                    <a:pt x="438741" y="333497"/>
                  </a:lnTo>
                  <a:lnTo>
                    <a:pt x="448491" y="322588"/>
                  </a:lnTo>
                  <a:lnTo>
                    <a:pt x="458241" y="328433"/>
                  </a:lnTo>
                  <a:lnTo>
                    <a:pt x="467991" y="356101"/>
                  </a:lnTo>
                  <a:lnTo>
                    <a:pt x="477740" y="331772"/>
                  </a:lnTo>
                  <a:lnTo>
                    <a:pt x="487490" y="304096"/>
                  </a:lnTo>
                  <a:lnTo>
                    <a:pt x="497239" y="312584"/>
                  </a:lnTo>
                  <a:lnTo>
                    <a:pt x="506989" y="290073"/>
                  </a:lnTo>
                  <a:lnTo>
                    <a:pt x="516738" y="296402"/>
                  </a:lnTo>
                  <a:lnTo>
                    <a:pt x="526488" y="248870"/>
                  </a:lnTo>
                  <a:lnTo>
                    <a:pt x="536238" y="245614"/>
                  </a:lnTo>
                  <a:lnTo>
                    <a:pt x="545988" y="258673"/>
                  </a:lnTo>
                  <a:lnTo>
                    <a:pt x="555738" y="280153"/>
                  </a:lnTo>
                  <a:lnTo>
                    <a:pt x="565488" y="238288"/>
                  </a:lnTo>
                  <a:lnTo>
                    <a:pt x="575238" y="232248"/>
                  </a:lnTo>
                  <a:lnTo>
                    <a:pt x="584988" y="242473"/>
                  </a:lnTo>
                  <a:lnTo>
                    <a:pt x="594738" y="226633"/>
                  </a:lnTo>
                  <a:lnTo>
                    <a:pt x="604488" y="239202"/>
                  </a:lnTo>
                  <a:lnTo>
                    <a:pt x="614237" y="278475"/>
                  </a:lnTo>
                  <a:lnTo>
                    <a:pt x="623987" y="284141"/>
                  </a:lnTo>
                  <a:lnTo>
                    <a:pt x="633736" y="299993"/>
                  </a:lnTo>
                  <a:lnTo>
                    <a:pt x="643486" y="309851"/>
                  </a:lnTo>
                  <a:lnTo>
                    <a:pt x="653236" y="344973"/>
                  </a:lnTo>
                  <a:lnTo>
                    <a:pt x="662985" y="374928"/>
                  </a:lnTo>
                  <a:lnTo>
                    <a:pt x="672735" y="374236"/>
                  </a:lnTo>
                  <a:lnTo>
                    <a:pt x="682485" y="389519"/>
                  </a:lnTo>
                  <a:lnTo>
                    <a:pt x="692235" y="425937"/>
                  </a:lnTo>
                  <a:lnTo>
                    <a:pt x="701985" y="456272"/>
                  </a:lnTo>
                  <a:lnTo>
                    <a:pt x="711735" y="468014"/>
                  </a:lnTo>
                  <a:lnTo>
                    <a:pt x="721485" y="470106"/>
                  </a:lnTo>
                  <a:lnTo>
                    <a:pt x="731235" y="480972"/>
                  </a:lnTo>
                  <a:lnTo>
                    <a:pt x="740985" y="487626"/>
                  </a:lnTo>
                  <a:lnTo>
                    <a:pt x="750734" y="477110"/>
                  </a:lnTo>
                  <a:lnTo>
                    <a:pt x="760484" y="461612"/>
                  </a:lnTo>
                  <a:lnTo>
                    <a:pt x="770233" y="430314"/>
                  </a:lnTo>
                  <a:lnTo>
                    <a:pt x="779983" y="380362"/>
                  </a:lnTo>
                  <a:lnTo>
                    <a:pt x="789733" y="366283"/>
                  </a:lnTo>
                  <a:lnTo>
                    <a:pt x="799482" y="387467"/>
                  </a:lnTo>
                  <a:lnTo>
                    <a:pt x="809232" y="391003"/>
                  </a:lnTo>
                  <a:lnTo>
                    <a:pt x="818982" y="376955"/>
                  </a:lnTo>
                  <a:lnTo>
                    <a:pt x="828732" y="395982"/>
                  </a:lnTo>
                  <a:lnTo>
                    <a:pt x="838482" y="411848"/>
                  </a:lnTo>
                  <a:lnTo>
                    <a:pt x="848232" y="395362"/>
                  </a:lnTo>
                  <a:lnTo>
                    <a:pt x="857982" y="346541"/>
                  </a:lnTo>
                  <a:lnTo>
                    <a:pt x="867732" y="365651"/>
                  </a:lnTo>
                  <a:lnTo>
                    <a:pt x="877482" y="343623"/>
                  </a:lnTo>
                  <a:lnTo>
                    <a:pt x="887231" y="332729"/>
                  </a:lnTo>
                  <a:lnTo>
                    <a:pt x="896981" y="336282"/>
                  </a:lnTo>
                  <a:lnTo>
                    <a:pt x="906730" y="347896"/>
                  </a:lnTo>
                  <a:lnTo>
                    <a:pt x="916480" y="365178"/>
                  </a:lnTo>
                  <a:lnTo>
                    <a:pt x="926230" y="358458"/>
                  </a:lnTo>
                  <a:lnTo>
                    <a:pt x="935979" y="330304"/>
                  </a:lnTo>
                  <a:lnTo>
                    <a:pt x="945729" y="328380"/>
                  </a:lnTo>
                  <a:lnTo>
                    <a:pt x="955479" y="298032"/>
                  </a:lnTo>
                  <a:lnTo>
                    <a:pt x="965229" y="309427"/>
                  </a:lnTo>
                  <a:lnTo>
                    <a:pt x="974979" y="287260"/>
                  </a:lnTo>
                  <a:lnTo>
                    <a:pt x="984729" y="255234"/>
                  </a:lnTo>
                  <a:lnTo>
                    <a:pt x="994474" y="259123"/>
                  </a:lnTo>
                  <a:lnTo>
                    <a:pt x="1004233" y="226108"/>
                  </a:lnTo>
                  <a:lnTo>
                    <a:pt x="1013977" y="226704"/>
                  </a:lnTo>
                  <a:lnTo>
                    <a:pt x="1023721" y="219204"/>
                  </a:lnTo>
                  <a:lnTo>
                    <a:pt x="1033480" y="182036"/>
                  </a:lnTo>
                  <a:lnTo>
                    <a:pt x="1043224" y="190069"/>
                  </a:lnTo>
                  <a:lnTo>
                    <a:pt x="1052983" y="159190"/>
                  </a:lnTo>
                  <a:lnTo>
                    <a:pt x="1062727" y="152892"/>
                  </a:lnTo>
                  <a:lnTo>
                    <a:pt x="1072471" y="175187"/>
                  </a:lnTo>
                  <a:lnTo>
                    <a:pt x="1082230" y="154309"/>
                  </a:lnTo>
                  <a:lnTo>
                    <a:pt x="1091973" y="174384"/>
                  </a:lnTo>
                  <a:lnTo>
                    <a:pt x="1101732" y="190168"/>
                  </a:lnTo>
                  <a:lnTo>
                    <a:pt x="1111476" y="165523"/>
                  </a:lnTo>
                  <a:lnTo>
                    <a:pt x="1121220" y="146359"/>
                  </a:lnTo>
                  <a:lnTo>
                    <a:pt x="1130979" y="142208"/>
                  </a:lnTo>
                  <a:lnTo>
                    <a:pt x="1140723" y="138431"/>
                  </a:lnTo>
                  <a:lnTo>
                    <a:pt x="1150482" y="144909"/>
                  </a:lnTo>
                  <a:lnTo>
                    <a:pt x="1160226" y="134819"/>
                  </a:lnTo>
                  <a:lnTo>
                    <a:pt x="1169969" y="124210"/>
                  </a:lnTo>
                  <a:lnTo>
                    <a:pt x="1179728" y="122464"/>
                  </a:lnTo>
                  <a:lnTo>
                    <a:pt x="1189472" y="133788"/>
                  </a:lnTo>
                  <a:lnTo>
                    <a:pt x="1199231" y="127321"/>
                  </a:lnTo>
                  <a:lnTo>
                    <a:pt x="1208975" y="131259"/>
                  </a:lnTo>
                  <a:lnTo>
                    <a:pt x="1218719" y="99159"/>
                  </a:lnTo>
                  <a:lnTo>
                    <a:pt x="1228478" y="102152"/>
                  </a:lnTo>
                  <a:lnTo>
                    <a:pt x="1238222" y="112106"/>
                  </a:lnTo>
                  <a:lnTo>
                    <a:pt x="1247966" y="124766"/>
                  </a:lnTo>
                  <a:lnTo>
                    <a:pt x="1257725" y="117267"/>
                  </a:lnTo>
                  <a:lnTo>
                    <a:pt x="1267469" y="157952"/>
                  </a:lnTo>
                  <a:lnTo>
                    <a:pt x="1277227" y="144239"/>
                  </a:lnTo>
                  <a:lnTo>
                    <a:pt x="1286971" y="147905"/>
                  </a:lnTo>
                  <a:lnTo>
                    <a:pt x="1296715" y="122668"/>
                  </a:lnTo>
                  <a:lnTo>
                    <a:pt x="1306474" y="131172"/>
                  </a:lnTo>
                  <a:lnTo>
                    <a:pt x="1316218" y="120305"/>
                  </a:lnTo>
                  <a:lnTo>
                    <a:pt x="1325977" y="107785"/>
                  </a:lnTo>
                  <a:lnTo>
                    <a:pt x="1335721" y="129635"/>
                  </a:lnTo>
                  <a:lnTo>
                    <a:pt x="1345465" y="118304"/>
                  </a:lnTo>
                  <a:lnTo>
                    <a:pt x="1355224" y="120974"/>
                  </a:lnTo>
                  <a:lnTo>
                    <a:pt x="1364967" y="98749"/>
                  </a:lnTo>
                  <a:lnTo>
                    <a:pt x="1374726" y="145977"/>
                  </a:lnTo>
                  <a:lnTo>
                    <a:pt x="1384470" y="143084"/>
                  </a:lnTo>
                  <a:lnTo>
                    <a:pt x="1394214" y="153763"/>
                  </a:lnTo>
                  <a:lnTo>
                    <a:pt x="1403973" y="132523"/>
                  </a:lnTo>
                  <a:lnTo>
                    <a:pt x="1413717" y="112492"/>
                  </a:lnTo>
                  <a:lnTo>
                    <a:pt x="1423476" y="88221"/>
                  </a:lnTo>
                  <a:lnTo>
                    <a:pt x="1433220" y="70827"/>
                  </a:lnTo>
                  <a:lnTo>
                    <a:pt x="1442964" y="56378"/>
                  </a:lnTo>
                  <a:lnTo>
                    <a:pt x="1452722" y="16209"/>
                  </a:lnTo>
                  <a:lnTo>
                    <a:pt x="1462466" y="49100"/>
                  </a:lnTo>
                  <a:lnTo>
                    <a:pt x="1472225" y="70200"/>
                  </a:lnTo>
                  <a:lnTo>
                    <a:pt x="1481969" y="74200"/>
                  </a:lnTo>
                  <a:lnTo>
                    <a:pt x="1491713" y="71114"/>
                  </a:lnTo>
                  <a:lnTo>
                    <a:pt x="1501472" y="51662"/>
                  </a:lnTo>
                  <a:lnTo>
                    <a:pt x="1511216" y="54217"/>
                  </a:lnTo>
                  <a:lnTo>
                    <a:pt x="1520960" y="59852"/>
                  </a:lnTo>
                  <a:lnTo>
                    <a:pt x="1530719" y="67662"/>
                  </a:lnTo>
                  <a:lnTo>
                    <a:pt x="1540463" y="98454"/>
                  </a:lnTo>
                  <a:lnTo>
                    <a:pt x="1550221" y="97241"/>
                  </a:lnTo>
                  <a:lnTo>
                    <a:pt x="1559965" y="140305"/>
                  </a:lnTo>
                  <a:lnTo>
                    <a:pt x="1569709" y="132957"/>
                  </a:lnTo>
                  <a:lnTo>
                    <a:pt x="1579468" y="144149"/>
                  </a:lnTo>
                  <a:lnTo>
                    <a:pt x="1589212" y="133306"/>
                  </a:lnTo>
                  <a:lnTo>
                    <a:pt x="1598971" y="131142"/>
                  </a:lnTo>
                  <a:lnTo>
                    <a:pt x="1608715" y="145277"/>
                  </a:lnTo>
                  <a:lnTo>
                    <a:pt x="1618459" y="134915"/>
                  </a:lnTo>
                  <a:lnTo>
                    <a:pt x="1628218" y="136808"/>
                  </a:lnTo>
                  <a:lnTo>
                    <a:pt x="1637962" y="133918"/>
                  </a:lnTo>
                  <a:lnTo>
                    <a:pt x="1647720" y="165346"/>
                  </a:lnTo>
                  <a:lnTo>
                    <a:pt x="1657464" y="187624"/>
                  </a:lnTo>
                  <a:lnTo>
                    <a:pt x="1667208" y="233540"/>
                  </a:lnTo>
                  <a:lnTo>
                    <a:pt x="1676967" y="229298"/>
                  </a:lnTo>
                  <a:lnTo>
                    <a:pt x="1686711" y="219396"/>
                  </a:lnTo>
                  <a:lnTo>
                    <a:pt x="1696470" y="213560"/>
                  </a:lnTo>
                  <a:lnTo>
                    <a:pt x="1706214" y="223343"/>
                  </a:lnTo>
                  <a:lnTo>
                    <a:pt x="1715958" y="201129"/>
                  </a:lnTo>
                  <a:lnTo>
                    <a:pt x="1725716" y="150673"/>
                  </a:lnTo>
                  <a:lnTo>
                    <a:pt x="1735460" y="128826"/>
                  </a:lnTo>
                  <a:lnTo>
                    <a:pt x="1745219" y="119777"/>
                  </a:lnTo>
                  <a:lnTo>
                    <a:pt x="1754963" y="88010"/>
                  </a:lnTo>
                  <a:lnTo>
                    <a:pt x="1764707" y="81354"/>
                  </a:lnTo>
                  <a:lnTo>
                    <a:pt x="1774466" y="57717"/>
                  </a:lnTo>
                  <a:lnTo>
                    <a:pt x="1784210" y="67138"/>
                  </a:lnTo>
                  <a:lnTo>
                    <a:pt x="1793969" y="60402"/>
                  </a:lnTo>
                  <a:lnTo>
                    <a:pt x="1803713" y="66144"/>
                  </a:lnTo>
                  <a:lnTo>
                    <a:pt x="1813457" y="33474"/>
                  </a:lnTo>
                  <a:lnTo>
                    <a:pt x="1823215" y="20227"/>
                  </a:lnTo>
                  <a:lnTo>
                    <a:pt x="1832959" y="45083"/>
                  </a:lnTo>
                  <a:lnTo>
                    <a:pt x="1842703" y="32961"/>
                  </a:lnTo>
                  <a:lnTo>
                    <a:pt x="1852462" y="35179"/>
                  </a:lnTo>
                  <a:lnTo>
                    <a:pt x="1862206" y="0"/>
                  </a:lnTo>
                  <a:lnTo>
                    <a:pt x="1871965" y="27772"/>
                  </a:lnTo>
                  <a:lnTo>
                    <a:pt x="1881709" y="37131"/>
                  </a:lnTo>
                  <a:lnTo>
                    <a:pt x="1891453" y="63219"/>
                  </a:lnTo>
                  <a:lnTo>
                    <a:pt x="1901212" y="81530"/>
                  </a:lnTo>
                  <a:lnTo>
                    <a:pt x="1910956" y="45907"/>
                  </a:lnTo>
                  <a:lnTo>
                    <a:pt x="1920714" y="67187"/>
                  </a:lnTo>
                  <a:lnTo>
                    <a:pt x="1930458" y="76293"/>
                  </a:lnTo>
                  <a:lnTo>
                    <a:pt x="1940202" y="102501"/>
                  </a:lnTo>
                  <a:lnTo>
                    <a:pt x="1949961" y="130722"/>
                  </a:lnTo>
                  <a:lnTo>
                    <a:pt x="1959705" y="136919"/>
                  </a:lnTo>
                  <a:lnTo>
                    <a:pt x="1969464" y="137485"/>
                  </a:lnTo>
                  <a:lnTo>
                    <a:pt x="1979208" y="120419"/>
                  </a:lnTo>
                  <a:lnTo>
                    <a:pt x="1988952" y="148467"/>
                  </a:lnTo>
                  <a:lnTo>
                    <a:pt x="1998711" y="156590"/>
                  </a:lnTo>
                  <a:lnTo>
                    <a:pt x="2008454" y="159979"/>
                  </a:lnTo>
                  <a:lnTo>
                    <a:pt x="2018213" y="171453"/>
                  </a:lnTo>
                  <a:lnTo>
                    <a:pt x="2027957" y="159379"/>
                  </a:lnTo>
                  <a:lnTo>
                    <a:pt x="2037701" y="146098"/>
                  </a:lnTo>
                  <a:lnTo>
                    <a:pt x="2047460" y="184752"/>
                  </a:lnTo>
                  <a:lnTo>
                    <a:pt x="2057204" y="157536"/>
                  </a:lnTo>
                  <a:lnTo>
                    <a:pt x="2066963" y="138540"/>
                  </a:lnTo>
                  <a:lnTo>
                    <a:pt x="2076707" y="133575"/>
                  </a:lnTo>
                  <a:lnTo>
                    <a:pt x="2086451" y="102305"/>
                  </a:lnTo>
                  <a:lnTo>
                    <a:pt x="2096210" y="129280"/>
                  </a:lnTo>
                  <a:lnTo>
                    <a:pt x="2105954" y="137811"/>
                  </a:lnTo>
                  <a:lnTo>
                    <a:pt x="2115697" y="166498"/>
                  </a:lnTo>
                  <a:lnTo>
                    <a:pt x="2125456" y="177964"/>
                  </a:lnTo>
                  <a:lnTo>
                    <a:pt x="2135200" y="167201"/>
                  </a:lnTo>
                  <a:lnTo>
                    <a:pt x="2144959" y="191486"/>
                  </a:lnTo>
                  <a:lnTo>
                    <a:pt x="2154703" y="212254"/>
                  </a:lnTo>
                  <a:lnTo>
                    <a:pt x="2164447" y="206786"/>
                  </a:lnTo>
                  <a:lnTo>
                    <a:pt x="2174206" y="165122"/>
                  </a:lnTo>
                  <a:lnTo>
                    <a:pt x="2183950" y="166690"/>
                  </a:lnTo>
                  <a:lnTo>
                    <a:pt x="2193709" y="148068"/>
                  </a:lnTo>
                  <a:lnTo>
                    <a:pt x="2203452" y="146867"/>
                  </a:lnTo>
                  <a:lnTo>
                    <a:pt x="2213196" y="145162"/>
                  </a:lnTo>
                  <a:lnTo>
                    <a:pt x="2222955" y="136788"/>
                  </a:lnTo>
                  <a:lnTo>
                    <a:pt x="2232699" y="142705"/>
                  </a:lnTo>
                  <a:lnTo>
                    <a:pt x="2242458" y="161725"/>
                  </a:lnTo>
                  <a:lnTo>
                    <a:pt x="2252202" y="179983"/>
                  </a:lnTo>
                  <a:lnTo>
                    <a:pt x="2261946" y="201750"/>
                  </a:lnTo>
                  <a:lnTo>
                    <a:pt x="2271705" y="191433"/>
                  </a:lnTo>
                  <a:lnTo>
                    <a:pt x="2281449" y="162141"/>
                  </a:lnTo>
                  <a:lnTo>
                    <a:pt x="2291208" y="157391"/>
                  </a:lnTo>
                  <a:lnTo>
                    <a:pt x="2300951" y="158878"/>
                  </a:lnTo>
                  <a:lnTo>
                    <a:pt x="2310695" y="179783"/>
                  </a:lnTo>
                  <a:lnTo>
                    <a:pt x="2320454" y="176997"/>
                  </a:lnTo>
                  <a:lnTo>
                    <a:pt x="2330198" y="168653"/>
                  </a:lnTo>
                  <a:lnTo>
                    <a:pt x="2339957" y="174938"/>
                  </a:lnTo>
                  <a:lnTo>
                    <a:pt x="2349701" y="168107"/>
                  </a:lnTo>
                  <a:lnTo>
                    <a:pt x="2359445" y="127799"/>
                  </a:lnTo>
                  <a:lnTo>
                    <a:pt x="2369204" y="129296"/>
                  </a:lnTo>
                  <a:lnTo>
                    <a:pt x="2378948" y="133011"/>
                  </a:lnTo>
                  <a:lnTo>
                    <a:pt x="2388692" y="150810"/>
                  </a:lnTo>
                  <a:lnTo>
                    <a:pt x="2398450" y="129727"/>
                  </a:lnTo>
                  <a:lnTo>
                    <a:pt x="2408194" y="105164"/>
                  </a:lnTo>
                  <a:lnTo>
                    <a:pt x="2417953" y="121428"/>
                  </a:lnTo>
                  <a:lnTo>
                    <a:pt x="2427697" y="136817"/>
                  </a:lnTo>
                  <a:lnTo>
                    <a:pt x="2437441" y="119131"/>
                  </a:lnTo>
                  <a:lnTo>
                    <a:pt x="2447200" y="133045"/>
                  </a:lnTo>
                  <a:lnTo>
                    <a:pt x="2456944" y="90133"/>
                  </a:lnTo>
                  <a:lnTo>
                    <a:pt x="2466703" y="123116"/>
                  </a:lnTo>
                  <a:lnTo>
                    <a:pt x="2476446" y="118728"/>
                  </a:lnTo>
                  <a:lnTo>
                    <a:pt x="2486190" y="107289"/>
                  </a:lnTo>
                  <a:lnTo>
                    <a:pt x="2495949" y="103596"/>
                  </a:lnTo>
                  <a:lnTo>
                    <a:pt x="2505693" y="86541"/>
                  </a:lnTo>
                  <a:lnTo>
                    <a:pt x="2515452" y="114473"/>
                  </a:lnTo>
                  <a:lnTo>
                    <a:pt x="2525196" y="104780"/>
                  </a:lnTo>
                  <a:lnTo>
                    <a:pt x="2534940" y="114552"/>
                  </a:lnTo>
                  <a:lnTo>
                    <a:pt x="2544699" y="109458"/>
                  </a:lnTo>
                  <a:lnTo>
                    <a:pt x="2554443" y="129377"/>
                  </a:lnTo>
                  <a:lnTo>
                    <a:pt x="2564202" y="135928"/>
                  </a:lnTo>
                  <a:lnTo>
                    <a:pt x="2573946" y="157430"/>
                  </a:lnTo>
                  <a:lnTo>
                    <a:pt x="2583690" y="163586"/>
                  </a:lnTo>
                  <a:lnTo>
                    <a:pt x="2593448" y="207267"/>
                  </a:lnTo>
                  <a:lnTo>
                    <a:pt x="2603192" y="195691"/>
                  </a:lnTo>
                  <a:lnTo>
                    <a:pt x="2612951" y="225334"/>
                  </a:lnTo>
                  <a:lnTo>
                    <a:pt x="2622695" y="212646"/>
                  </a:lnTo>
                  <a:lnTo>
                    <a:pt x="2632439" y="235238"/>
                  </a:lnTo>
                  <a:lnTo>
                    <a:pt x="2642198" y="241092"/>
                  </a:lnTo>
                  <a:lnTo>
                    <a:pt x="2651942" y="223839"/>
                  </a:lnTo>
                  <a:lnTo>
                    <a:pt x="2661685" y="160598"/>
                  </a:lnTo>
                  <a:lnTo>
                    <a:pt x="2671444" y="164132"/>
                  </a:lnTo>
                  <a:lnTo>
                    <a:pt x="2681188" y="174679"/>
                  </a:lnTo>
                  <a:lnTo>
                    <a:pt x="2690947" y="160417"/>
                  </a:lnTo>
                  <a:lnTo>
                    <a:pt x="2700691" y="175806"/>
                  </a:lnTo>
                  <a:lnTo>
                    <a:pt x="2710435" y="176224"/>
                  </a:lnTo>
                  <a:lnTo>
                    <a:pt x="2720194" y="136945"/>
                  </a:lnTo>
                  <a:lnTo>
                    <a:pt x="2729938" y="136700"/>
                  </a:lnTo>
                  <a:lnTo>
                    <a:pt x="2739697" y="139203"/>
                  </a:lnTo>
                  <a:lnTo>
                    <a:pt x="2749441" y="122334"/>
                  </a:lnTo>
                  <a:lnTo>
                    <a:pt x="2759185" y="124755"/>
                  </a:lnTo>
                  <a:lnTo>
                    <a:pt x="2768943" y="98488"/>
                  </a:lnTo>
                  <a:lnTo>
                    <a:pt x="2778687" y="114040"/>
                  </a:lnTo>
                  <a:lnTo>
                    <a:pt x="2788446" y="107511"/>
                  </a:lnTo>
                  <a:lnTo>
                    <a:pt x="2798190" y="118746"/>
                  </a:lnTo>
                  <a:lnTo>
                    <a:pt x="2807934" y="117291"/>
                  </a:lnTo>
                  <a:lnTo>
                    <a:pt x="2817693" y="92642"/>
                  </a:lnTo>
                  <a:lnTo>
                    <a:pt x="2827437" y="83008"/>
                  </a:lnTo>
                  <a:lnTo>
                    <a:pt x="2837196" y="97064"/>
                  </a:lnTo>
                  <a:lnTo>
                    <a:pt x="2846940" y="84704"/>
                  </a:lnTo>
                  <a:lnTo>
                    <a:pt x="2856684" y="83835"/>
                  </a:lnTo>
                  <a:lnTo>
                    <a:pt x="2866442" y="96769"/>
                  </a:lnTo>
                  <a:lnTo>
                    <a:pt x="2876186" y="70997"/>
                  </a:lnTo>
                  <a:lnTo>
                    <a:pt x="2885945" y="43912"/>
                  </a:lnTo>
                  <a:lnTo>
                    <a:pt x="2895689" y="65597"/>
                  </a:lnTo>
                  <a:lnTo>
                    <a:pt x="2905433" y="66691"/>
                  </a:lnTo>
                  <a:lnTo>
                    <a:pt x="2915192" y="9729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3" name="Freeform 1012">
              <a:extLst>
                <a:ext uri="{FF2B5EF4-FFF2-40B4-BE49-F238E27FC236}">
                  <a16:creationId xmlns:a16="http://schemas.microsoft.com/office/drawing/2014/main" id="{F2A77794-6E41-33EB-4D53-B0CFF39D24AA}"/>
                </a:ext>
              </a:extLst>
            </p:cNvPr>
            <p:cNvSpPr/>
            <p:nvPr/>
          </p:nvSpPr>
          <p:spPr>
            <a:xfrm>
              <a:off x="4426652" y="3111651"/>
              <a:ext cx="2915191" cy="759706"/>
            </a:xfrm>
            <a:custGeom>
              <a:avLst/>
              <a:gdLst>
                <a:gd name="connsiteX0" fmla="*/ 0 w 2915191"/>
                <a:gd name="connsiteY0" fmla="*/ 387481 h 759706"/>
                <a:gd name="connsiteX1" fmla="*/ 9750 w 2915191"/>
                <a:gd name="connsiteY1" fmla="*/ 399522 h 759706"/>
                <a:gd name="connsiteX2" fmla="*/ 19500 w 2915191"/>
                <a:gd name="connsiteY2" fmla="*/ 419548 h 759706"/>
                <a:gd name="connsiteX3" fmla="*/ 29250 w 2915191"/>
                <a:gd name="connsiteY3" fmla="*/ 419350 h 759706"/>
                <a:gd name="connsiteX4" fmla="*/ 39000 w 2915191"/>
                <a:gd name="connsiteY4" fmla="*/ 411900 h 759706"/>
                <a:gd name="connsiteX5" fmla="*/ 48749 w 2915191"/>
                <a:gd name="connsiteY5" fmla="*/ 440217 h 759706"/>
                <a:gd name="connsiteX6" fmla="*/ 58499 w 2915191"/>
                <a:gd name="connsiteY6" fmla="*/ 468005 h 759706"/>
                <a:gd name="connsiteX7" fmla="*/ 68249 w 2915191"/>
                <a:gd name="connsiteY7" fmla="*/ 458254 h 759706"/>
                <a:gd name="connsiteX8" fmla="*/ 77998 w 2915191"/>
                <a:gd name="connsiteY8" fmla="*/ 437933 h 759706"/>
                <a:gd name="connsiteX9" fmla="*/ 87748 w 2915191"/>
                <a:gd name="connsiteY9" fmla="*/ 463451 h 759706"/>
                <a:gd name="connsiteX10" fmla="*/ 97497 w 2915191"/>
                <a:gd name="connsiteY10" fmla="*/ 441625 h 759706"/>
                <a:gd name="connsiteX11" fmla="*/ 107247 w 2915191"/>
                <a:gd name="connsiteY11" fmla="*/ 442521 h 759706"/>
                <a:gd name="connsiteX12" fmla="*/ 116997 w 2915191"/>
                <a:gd name="connsiteY12" fmla="*/ 418347 h 759706"/>
                <a:gd name="connsiteX13" fmla="*/ 126747 w 2915191"/>
                <a:gd name="connsiteY13" fmla="*/ 422088 h 759706"/>
                <a:gd name="connsiteX14" fmla="*/ 136497 w 2915191"/>
                <a:gd name="connsiteY14" fmla="*/ 417848 h 759706"/>
                <a:gd name="connsiteX15" fmla="*/ 146247 w 2915191"/>
                <a:gd name="connsiteY15" fmla="*/ 409849 h 759706"/>
                <a:gd name="connsiteX16" fmla="*/ 155997 w 2915191"/>
                <a:gd name="connsiteY16" fmla="*/ 386807 h 759706"/>
                <a:gd name="connsiteX17" fmla="*/ 165747 w 2915191"/>
                <a:gd name="connsiteY17" fmla="*/ 392028 h 759706"/>
                <a:gd name="connsiteX18" fmla="*/ 175497 w 2915191"/>
                <a:gd name="connsiteY18" fmla="*/ 404947 h 759706"/>
                <a:gd name="connsiteX19" fmla="*/ 185247 w 2915191"/>
                <a:gd name="connsiteY19" fmla="*/ 399247 h 759706"/>
                <a:gd name="connsiteX20" fmla="*/ 194996 w 2915191"/>
                <a:gd name="connsiteY20" fmla="*/ 375568 h 759706"/>
                <a:gd name="connsiteX21" fmla="*/ 204746 w 2915191"/>
                <a:gd name="connsiteY21" fmla="*/ 354928 h 759706"/>
                <a:gd name="connsiteX22" fmla="*/ 214495 w 2915191"/>
                <a:gd name="connsiteY22" fmla="*/ 324124 h 759706"/>
                <a:gd name="connsiteX23" fmla="*/ 224245 w 2915191"/>
                <a:gd name="connsiteY23" fmla="*/ 294410 h 759706"/>
                <a:gd name="connsiteX24" fmla="*/ 233995 w 2915191"/>
                <a:gd name="connsiteY24" fmla="*/ 330839 h 759706"/>
                <a:gd name="connsiteX25" fmla="*/ 243744 w 2915191"/>
                <a:gd name="connsiteY25" fmla="*/ 309680 h 759706"/>
                <a:gd name="connsiteX26" fmla="*/ 253494 w 2915191"/>
                <a:gd name="connsiteY26" fmla="*/ 296919 h 759706"/>
                <a:gd name="connsiteX27" fmla="*/ 263244 w 2915191"/>
                <a:gd name="connsiteY27" fmla="*/ 304699 h 759706"/>
                <a:gd name="connsiteX28" fmla="*/ 272994 w 2915191"/>
                <a:gd name="connsiteY28" fmla="*/ 311562 h 759706"/>
                <a:gd name="connsiteX29" fmla="*/ 282744 w 2915191"/>
                <a:gd name="connsiteY29" fmla="*/ 305358 h 759706"/>
                <a:gd name="connsiteX30" fmla="*/ 292494 w 2915191"/>
                <a:gd name="connsiteY30" fmla="*/ 312348 h 759706"/>
                <a:gd name="connsiteX31" fmla="*/ 302244 w 2915191"/>
                <a:gd name="connsiteY31" fmla="*/ 321002 h 759706"/>
                <a:gd name="connsiteX32" fmla="*/ 311994 w 2915191"/>
                <a:gd name="connsiteY32" fmla="*/ 293307 h 759706"/>
                <a:gd name="connsiteX33" fmla="*/ 321744 w 2915191"/>
                <a:gd name="connsiteY33" fmla="*/ 307773 h 759706"/>
                <a:gd name="connsiteX34" fmla="*/ 331493 w 2915191"/>
                <a:gd name="connsiteY34" fmla="*/ 287279 h 759706"/>
                <a:gd name="connsiteX35" fmla="*/ 341243 w 2915191"/>
                <a:gd name="connsiteY35" fmla="*/ 275613 h 759706"/>
                <a:gd name="connsiteX36" fmla="*/ 350993 w 2915191"/>
                <a:gd name="connsiteY36" fmla="*/ 240583 h 759706"/>
                <a:gd name="connsiteX37" fmla="*/ 360742 w 2915191"/>
                <a:gd name="connsiteY37" fmla="*/ 220252 h 759706"/>
                <a:gd name="connsiteX38" fmla="*/ 370492 w 2915191"/>
                <a:gd name="connsiteY38" fmla="*/ 192437 h 759706"/>
                <a:gd name="connsiteX39" fmla="*/ 380241 w 2915191"/>
                <a:gd name="connsiteY39" fmla="*/ 176030 h 759706"/>
                <a:gd name="connsiteX40" fmla="*/ 389991 w 2915191"/>
                <a:gd name="connsiteY40" fmla="*/ 164619 h 759706"/>
                <a:gd name="connsiteX41" fmla="*/ 399741 w 2915191"/>
                <a:gd name="connsiteY41" fmla="*/ 132643 h 759706"/>
                <a:gd name="connsiteX42" fmla="*/ 409491 w 2915191"/>
                <a:gd name="connsiteY42" fmla="*/ 164546 h 759706"/>
                <a:gd name="connsiteX43" fmla="*/ 419241 w 2915191"/>
                <a:gd name="connsiteY43" fmla="*/ 110664 h 759706"/>
                <a:gd name="connsiteX44" fmla="*/ 428991 w 2915191"/>
                <a:gd name="connsiteY44" fmla="*/ 127073 h 759706"/>
                <a:gd name="connsiteX45" fmla="*/ 438741 w 2915191"/>
                <a:gd name="connsiteY45" fmla="*/ 113642 h 759706"/>
                <a:gd name="connsiteX46" fmla="*/ 448491 w 2915191"/>
                <a:gd name="connsiteY46" fmla="*/ 114199 h 759706"/>
                <a:gd name="connsiteX47" fmla="*/ 458241 w 2915191"/>
                <a:gd name="connsiteY47" fmla="*/ 113202 h 759706"/>
                <a:gd name="connsiteX48" fmla="*/ 467991 w 2915191"/>
                <a:gd name="connsiteY48" fmla="*/ 84877 h 759706"/>
                <a:gd name="connsiteX49" fmla="*/ 477740 w 2915191"/>
                <a:gd name="connsiteY49" fmla="*/ 85085 h 759706"/>
                <a:gd name="connsiteX50" fmla="*/ 487490 w 2915191"/>
                <a:gd name="connsiteY50" fmla="*/ 60076 h 759706"/>
                <a:gd name="connsiteX51" fmla="*/ 497239 w 2915191"/>
                <a:gd name="connsiteY51" fmla="*/ 64693 h 759706"/>
                <a:gd name="connsiteX52" fmla="*/ 506989 w 2915191"/>
                <a:gd name="connsiteY52" fmla="*/ 30813 h 759706"/>
                <a:gd name="connsiteX53" fmla="*/ 516738 w 2915191"/>
                <a:gd name="connsiteY53" fmla="*/ 40326 h 759706"/>
                <a:gd name="connsiteX54" fmla="*/ 526488 w 2915191"/>
                <a:gd name="connsiteY54" fmla="*/ 35425 h 759706"/>
                <a:gd name="connsiteX55" fmla="*/ 536238 w 2915191"/>
                <a:gd name="connsiteY55" fmla="*/ 0 h 759706"/>
                <a:gd name="connsiteX56" fmla="*/ 545988 w 2915191"/>
                <a:gd name="connsiteY56" fmla="*/ 43158 h 759706"/>
                <a:gd name="connsiteX57" fmla="*/ 555738 w 2915191"/>
                <a:gd name="connsiteY57" fmla="*/ 49567 h 759706"/>
                <a:gd name="connsiteX58" fmla="*/ 565488 w 2915191"/>
                <a:gd name="connsiteY58" fmla="*/ 39311 h 759706"/>
                <a:gd name="connsiteX59" fmla="*/ 575238 w 2915191"/>
                <a:gd name="connsiteY59" fmla="*/ 59161 h 759706"/>
                <a:gd name="connsiteX60" fmla="*/ 584988 w 2915191"/>
                <a:gd name="connsiteY60" fmla="*/ 54071 h 759706"/>
                <a:gd name="connsiteX61" fmla="*/ 594738 w 2915191"/>
                <a:gd name="connsiteY61" fmla="*/ 55807 h 759706"/>
                <a:gd name="connsiteX62" fmla="*/ 604488 w 2915191"/>
                <a:gd name="connsiteY62" fmla="*/ 78145 h 759706"/>
                <a:gd name="connsiteX63" fmla="*/ 614237 w 2915191"/>
                <a:gd name="connsiteY63" fmla="*/ 71655 h 759706"/>
                <a:gd name="connsiteX64" fmla="*/ 623987 w 2915191"/>
                <a:gd name="connsiteY64" fmla="*/ 98487 h 759706"/>
                <a:gd name="connsiteX65" fmla="*/ 633736 w 2915191"/>
                <a:gd name="connsiteY65" fmla="*/ 74619 h 759706"/>
                <a:gd name="connsiteX66" fmla="*/ 643486 w 2915191"/>
                <a:gd name="connsiteY66" fmla="*/ 81119 h 759706"/>
                <a:gd name="connsiteX67" fmla="*/ 653236 w 2915191"/>
                <a:gd name="connsiteY67" fmla="*/ 68498 h 759706"/>
                <a:gd name="connsiteX68" fmla="*/ 662985 w 2915191"/>
                <a:gd name="connsiteY68" fmla="*/ 73431 h 759706"/>
                <a:gd name="connsiteX69" fmla="*/ 672735 w 2915191"/>
                <a:gd name="connsiteY69" fmla="*/ 97331 h 759706"/>
                <a:gd name="connsiteX70" fmla="*/ 682485 w 2915191"/>
                <a:gd name="connsiteY70" fmla="*/ 98949 h 759706"/>
                <a:gd name="connsiteX71" fmla="*/ 692235 w 2915191"/>
                <a:gd name="connsiteY71" fmla="*/ 123693 h 759706"/>
                <a:gd name="connsiteX72" fmla="*/ 701985 w 2915191"/>
                <a:gd name="connsiteY72" fmla="*/ 107937 h 759706"/>
                <a:gd name="connsiteX73" fmla="*/ 711735 w 2915191"/>
                <a:gd name="connsiteY73" fmla="*/ 118128 h 759706"/>
                <a:gd name="connsiteX74" fmla="*/ 721485 w 2915191"/>
                <a:gd name="connsiteY74" fmla="*/ 136396 h 759706"/>
                <a:gd name="connsiteX75" fmla="*/ 731235 w 2915191"/>
                <a:gd name="connsiteY75" fmla="*/ 133514 h 759706"/>
                <a:gd name="connsiteX76" fmla="*/ 740985 w 2915191"/>
                <a:gd name="connsiteY76" fmla="*/ 131481 h 759706"/>
                <a:gd name="connsiteX77" fmla="*/ 750734 w 2915191"/>
                <a:gd name="connsiteY77" fmla="*/ 136616 h 759706"/>
                <a:gd name="connsiteX78" fmla="*/ 760484 w 2915191"/>
                <a:gd name="connsiteY78" fmla="*/ 148133 h 759706"/>
                <a:gd name="connsiteX79" fmla="*/ 770233 w 2915191"/>
                <a:gd name="connsiteY79" fmla="*/ 156410 h 759706"/>
                <a:gd name="connsiteX80" fmla="*/ 779983 w 2915191"/>
                <a:gd name="connsiteY80" fmla="*/ 130585 h 759706"/>
                <a:gd name="connsiteX81" fmla="*/ 789733 w 2915191"/>
                <a:gd name="connsiteY81" fmla="*/ 131904 h 759706"/>
                <a:gd name="connsiteX82" fmla="*/ 799482 w 2915191"/>
                <a:gd name="connsiteY82" fmla="*/ 143000 h 759706"/>
                <a:gd name="connsiteX83" fmla="*/ 809232 w 2915191"/>
                <a:gd name="connsiteY83" fmla="*/ 143115 h 759706"/>
                <a:gd name="connsiteX84" fmla="*/ 818982 w 2915191"/>
                <a:gd name="connsiteY84" fmla="*/ 139030 h 759706"/>
                <a:gd name="connsiteX85" fmla="*/ 828732 w 2915191"/>
                <a:gd name="connsiteY85" fmla="*/ 135101 h 759706"/>
                <a:gd name="connsiteX86" fmla="*/ 838482 w 2915191"/>
                <a:gd name="connsiteY86" fmla="*/ 100766 h 759706"/>
                <a:gd name="connsiteX87" fmla="*/ 848232 w 2915191"/>
                <a:gd name="connsiteY87" fmla="*/ 72636 h 759706"/>
                <a:gd name="connsiteX88" fmla="*/ 857982 w 2915191"/>
                <a:gd name="connsiteY88" fmla="*/ 103664 h 759706"/>
                <a:gd name="connsiteX89" fmla="*/ 867732 w 2915191"/>
                <a:gd name="connsiteY89" fmla="*/ 96221 h 759706"/>
                <a:gd name="connsiteX90" fmla="*/ 877482 w 2915191"/>
                <a:gd name="connsiteY90" fmla="*/ 87088 h 759706"/>
                <a:gd name="connsiteX91" fmla="*/ 887231 w 2915191"/>
                <a:gd name="connsiteY91" fmla="*/ 83352 h 759706"/>
                <a:gd name="connsiteX92" fmla="*/ 896981 w 2915191"/>
                <a:gd name="connsiteY92" fmla="*/ 86244 h 759706"/>
                <a:gd name="connsiteX93" fmla="*/ 906730 w 2915191"/>
                <a:gd name="connsiteY93" fmla="*/ 97092 h 759706"/>
                <a:gd name="connsiteX94" fmla="*/ 916480 w 2915191"/>
                <a:gd name="connsiteY94" fmla="*/ 89832 h 759706"/>
                <a:gd name="connsiteX95" fmla="*/ 926230 w 2915191"/>
                <a:gd name="connsiteY95" fmla="*/ 104317 h 759706"/>
                <a:gd name="connsiteX96" fmla="*/ 935979 w 2915191"/>
                <a:gd name="connsiteY96" fmla="*/ 95334 h 759706"/>
                <a:gd name="connsiteX97" fmla="*/ 945729 w 2915191"/>
                <a:gd name="connsiteY97" fmla="*/ 87140 h 759706"/>
                <a:gd name="connsiteX98" fmla="*/ 955479 w 2915191"/>
                <a:gd name="connsiteY98" fmla="*/ 113489 h 759706"/>
                <a:gd name="connsiteX99" fmla="*/ 965229 w 2915191"/>
                <a:gd name="connsiteY99" fmla="*/ 137080 h 759706"/>
                <a:gd name="connsiteX100" fmla="*/ 974979 w 2915191"/>
                <a:gd name="connsiteY100" fmla="*/ 140515 h 759706"/>
                <a:gd name="connsiteX101" fmla="*/ 984729 w 2915191"/>
                <a:gd name="connsiteY101" fmla="*/ 148027 h 759706"/>
                <a:gd name="connsiteX102" fmla="*/ 994474 w 2915191"/>
                <a:gd name="connsiteY102" fmla="*/ 171276 h 759706"/>
                <a:gd name="connsiteX103" fmla="*/ 1004233 w 2915191"/>
                <a:gd name="connsiteY103" fmla="*/ 201746 h 759706"/>
                <a:gd name="connsiteX104" fmla="*/ 1013977 w 2915191"/>
                <a:gd name="connsiteY104" fmla="*/ 229064 h 759706"/>
                <a:gd name="connsiteX105" fmla="*/ 1023721 w 2915191"/>
                <a:gd name="connsiteY105" fmla="*/ 250663 h 759706"/>
                <a:gd name="connsiteX106" fmla="*/ 1033480 w 2915191"/>
                <a:gd name="connsiteY106" fmla="*/ 273224 h 759706"/>
                <a:gd name="connsiteX107" fmla="*/ 1043224 w 2915191"/>
                <a:gd name="connsiteY107" fmla="*/ 309222 h 759706"/>
                <a:gd name="connsiteX108" fmla="*/ 1052983 w 2915191"/>
                <a:gd name="connsiteY108" fmla="*/ 312977 h 759706"/>
                <a:gd name="connsiteX109" fmla="*/ 1062727 w 2915191"/>
                <a:gd name="connsiteY109" fmla="*/ 299431 h 759706"/>
                <a:gd name="connsiteX110" fmla="*/ 1072471 w 2915191"/>
                <a:gd name="connsiteY110" fmla="*/ 318899 h 759706"/>
                <a:gd name="connsiteX111" fmla="*/ 1082230 w 2915191"/>
                <a:gd name="connsiteY111" fmla="*/ 317742 h 759706"/>
                <a:gd name="connsiteX112" fmla="*/ 1091973 w 2915191"/>
                <a:gd name="connsiteY112" fmla="*/ 338676 h 759706"/>
                <a:gd name="connsiteX113" fmla="*/ 1101732 w 2915191"/>
                <a:gd name="connsiteY113" fmla="*/ 362001 h 759706"/>
                <a:gd name="connsiteX114" fmla="*/ 1111476 w 2915191"/>
                <a:gd name="connsiteY114" fmla="*/ 398123 h 759706"/>
                <a:gd name="connsiteX115" fmla="*/ 1121220 w 2915191"/>
                <a:gd name="connsiteY115" fmla="*/ 368774 h 759706"/>
                <a:gd name="connsiteX116" fmla="*/ 1130979 w 2915191"/>
                <a:gd name="connsiteY116" fmla="*/ 396064 h 759706"/>
                <a:gd name="connsiteX117" fmla="*/ 1140723 w 2915191"/>
                <a:gd name="connsiteY117" fmla="*/ 402161 h 759706"/>
                <a:gd name="connsiteX118" fmla="*/ 1150482 w 2915191"/>
                <a:gd name="connsiteY118" fmla="*/ 443282 h 759706"/>
                <a:gd name="connsiteX119" fmla="*/ 1160226 w 2915191"/>
                <a:gd name="connsiteY119" fmla="*/ 432260 h 759706"/>
                <a:gd name="connsiteX120" fmla="*/ 1169969 w 2915191"/>
                <a:gd name="connsiteY120" fmla="*/ 458168 h 759706"/>
                <a:gd name="connsiteX121" fmla="*/ 1179728 w 2915191"/>
                <a:gd name="connsiteY121" fmla="*/ 467540 h 759706"/>
                <a:gd name="connsiteX122" fmla="*/ 1189472 w 2915191"/>
                <a:gd name="connsiteY122" fmla="*/ 460390 h 759706"/>
                <a:gd name="connsiteX123" fmla="*/ 1199231 w 2915191"/>
                <a:gd name="connsiteY123" fmla="*/ 438426 h 759706"/>
                <a:gd name="connsiteX124" fmla="*/ 1208975 w 2915191"/>
                <a:gd name="connsiteY124" fmla="*/ 436646 h 759706"/>
                <a:gd name="connsiteX125" fmla="*/ 1218719 w 2915191"/>
                <a:gd name="connsiteY125" fmla="*/ 448170 h 759706"/>
                <a:gd name="connsiteX126" fmla="*/ 1228478 w 2915191"/>
                <a:gd name="connsiteY126" fmla="*/ 458205 h 759706"/>
                <a:gd name="connsiteX127" fmla="*/ 1238222 w 2915191"/>
                <a:gd name="connsiteY127" fmla="*/ 454899 h 759706"/>
                <a:gd name="connsiteX128" fmla="*/ 1247966 w 2915191"/>
                <a:gd name="connsiteY128" fmla="*/ 445789 h 759706"/>
                <a:gd name="connsiteX129" fmla="*/ 1257725 w 2915191"/>
                <a:gd name="connsiteY129" fmla="*/ 449516 h 759706"/>
                <a:gd name="connsiteX130" fmla="*/ 1267469 w 2915191"/>
                <a:gd name="connsiteY130" fmla="*/ 426844 h 759706"/>
                <a:gd name="connsiteX131" fmla="*/ 1277227 w 2915191"/>
                <a:gd name="connsiteY131" fmla="*/ 459690 h 759706"/>
                <a:gd name="connsiteX132" fmla="*/ 1286971 w 2915191"/>
                <a:gd name="connsiteY132" fmla="*/ 456260 h 759706"/>
                <a:gd name="connsiteX133" fmla="*/ 1296715 w 2915191"/>
                <a:gd name="connsiteY133" fmla="*/ 489792 h 759706"/>
                <a:gd name="connsiteX134" fmla="*/ 1306474 w 2915191"/>
                <a:gd name="connsiteY134" fmla="*/ 510481 h 759706"/>
                <a:gd name="connsiteX135" fmla="*/ 1316218 w 2915191"/>
                <a:gd name="connsiteY135" fmla="*/ 503857 h 759706"/>
                <a:gd name="connsiteX136" fmla="*/ 1325977 w 2915191"/>
                <a:gd name="connsiteY136" fmla="*/ 473756 h 759706"/>
                <a:gd name="connsiteX137" fmla="*/ 1335721 w 2915191"/>
                <a:gd name="connsiteY137" fmla="*/ 488923 h 759706"/>
                <a:gd name="connsiteX138" fmla="*/ 1345465 w 2915191"/>
                <a:gd name="connsiteY138" fmla="*/ 457524 h 759706"/>
                <a:gd name="connsiteX139" fmla="*/ 1355224 w 2915191"/>
                <a:gd name="connsiteY139" fmla="*/ 421053 h 759706"/>
                <a:gd name="connsiteX140" fmla="*/ 1364967 w 2915191"/>
                <a:gd name="connsiteY140" fmla="*/ 425986 h 759706"/>
                <a:gd name="connsiteX141" fmla="*/ 1374726 w 2915191"/>
                <a:gd name="connsiteY141" fmla="*/ 425077 h 759706"/>
                <a:gd name="connsiteX142" fmla="*/ 1384470 w 2915191"/>
                <a:gd name="connsiteY142" fmla="*/ 435102 h 759706"/>
                <a:gd name="connsiteX143" fmla="*/ 1394214 w 2915191"/>
                <a:gd name="connsiteY143" fmla="*/ 453404 h 759706"/>
                <a:gd name="connsiteX144" fmla="*/ 1403973 w 2915191"/>
                <a:gd name="connsiteY144" fmla="*/ 475862 h 759706"/>
                <a:gd name="connsiteX145" fmla="*/ 1413717 w 2915191"/>
                <a:gd name="connsiteY145" fmla="*/ 487708 h 759706"/>
                <a:gd name="connsiteX146" fmla="*/ 1423476 w 2915191"/>
                <a:gd name="connsiteY146" fmla="*/ 493462 h 759706"/>
                <a:gd name="connsiteX147" fmla="*/ 1433220 w 2915191"/>
                <a:gd name="connsiteY147" fmla="*/ 499642 h 759706"/>
                <a:gd name="connsiteX148" fmla="*/ 1442964 w 2915191"/>
                <a:gd name="connsiteY148" fmla="*/ 470035 h 759706"/>
                <a:gd name="connsiteX149" fmla="*/ 1452722 w 2915191"/>
                <a:gd name="connsiteY149" fmla="*/ 450727 h 759706"/>
                <a:gd name="connsiteX150" fmla="*/ 1462466 w 2915191"/>
                <a:gd name="connsiteY150" fmla="*/ 455635 h 759706"/>
                <a:gd name="connsiteX151" fmla="*/ 1472225 w 2915191"/>
                <a:gd name="connsiteY151" fmla="*/ 471212 h 759706"/>
                <a:gd name="connsiteX152" fmla="*/ 1481969 w 2915191"/>
                <a:gd name="connsiteY152" fmla="*/ 459590 h 759706"/>
                <a:gd name="connsiteX153" fmla="*/ 1491713 w 2915191"/>
                <a:gd name="connsiteY153" fmla="*/ 455204 h 759706"/>
                <a:gd name="connsiteX154" fmla="*/ 1501472 w 2915191"/>
                <a:gd name="connsiteY154" fmla="*/ 437117 h 759706"/>
                <a:gd name="connsiteX155" fmla="*/ 1511216 w 2915191"/>
                <a:gd name="connsiteY155" fmla="*/ 457123 h 759706"/>
                <a:gd name="connsiteX156" fmla="*/ 1520960 w 2915191"/>
                <a:gd name="connsiteY156" fmla="*/ 458886 h 759706"/>
                <a:gd name="connsiteX157" fmla="*/ 1530719 w 2915191"/>
                <a:gd name="connsiteY157" fmla="*/ 476787 h 759706"/>
                <a:gd name="connsiteX158" fmla="*/ 1540463 w 2915191"/>
                <a:gd name="connsiteY158" fmla="*/ 452872 h 759706"/>
                <a:gd name="connsiteX159" fmla="*/ 1550221 w 2915191"/>
                <a:gd name="connsiteY159" fmla="*/ 458901 h 759706"/>
                <a:gd name="connsiteX160" fmla="*/ 1559965 w 2915191"/>
                <a:gd name="connsiteY160" fmla="*/ 486330 h 759706"/>
                <a:gd name="connsiteX161" fmla="*/ 1569709 w 2915191"/>
                <a:gd name="connsiteY161" fmla="*/ 461223 h 759706"/>
                <a:gd name="connsiteX162" fmla="*/ 1579468 w 2915191"/>
                <a:gd name="connsiteY162" fmla="*/ 489956 h 759706"/>
                <a:gd name="connsiteX163" fmla="*/ 1589212 w 2915191"/>
                <a:gd name="connsiteY163" fmla="*/ 472633 h 759706"/>
                <a:gd name="connsiteX164" fmla="*/ 1598971 w 2915191"/>
                <a:gd name="connsiteY164" fmla="*/ 474766 h 759706"/>
                <a:gd name="connsiteX165" fmla="*/ 1608715 w 2915191"/>
                <a:gd name="connsiteY165" fmla="*/ 496427 h 759706"/>
                <a:gd name="connsiteX166" fmla="*/ 1618459 w 2915191"/>
                <a:gd name="connsiteY166" fmla="*/ 491647 h 759706"/>
                <a:gd name="connsiteX167" fmla="*/ 1628218 w 2915191"/>
                <a:gd name="connsiteY167" fmla="*/ 475090 h 759706"/>
                <a:gd name="connsiteX168" fmla="*/ 1637962 w 2915191"/>
                <a:gd name="connsiteY168" fmla="*/ 463993 h 759706"/>
                <a:gd name="connsiteX169" fmla="*/ 1647720 w 2915191"/>
                <a:gd name="connsiteY169" fmla="*/ 466958 h 759706"/>
                <a:gd name="connsiteX170" fmla="*/ 1657464 w 2915191"/>
                <a:gd name="connsiteY170" fmla="*/ 455861 h 759706"/>
                <a:gd name="connsiteX171" fmla="*/ 1667208 w 2915191"/>
                <a:gd name="connsiteY171" fmla="*/ 466918 h 759706"/>
                <a:gd name="connsiteX172" fmla="*/ 1676967 w 2915191"/>
                <a:gd name="connsiteY172" fmla="*/ 482614 h 759706"/>
                <a:gd name="connsiteX173" fmla="*/ 1686711 w 2915191"/>
                <a:gd name="connsiteY173" fmla="*/ 464345 h 759706"/>
                <a:gd name="connsiteX174" fmla="*/ 1696470 w 2915191"/>
                <a:gd name="connsiteY174" fmla="*/ 458674 h 759706"/>
                <a:gd name="connsiteX175" fmla="*/ 1706214 w 2915191"/>
                <a:gd name="connsiteY175" fmla="*/ 488569 h 759706"/>
                <a:gd name="connsiteX176" fmla="*/ 1715958 w 2915191"/>
                <a:gd name="connsiteY176" fmla="*/ 501456 h 759706"/>
                <a:gd name="connsiteX177" fmla="*/ 1725716 w 2915191"/>
                <a:gd name="connsiteY177" fmla="*/ 488503 h 759706"/>
                <a:gd name="connsiteX178" fmla="*/ 1735460 w 2915191"/>
                <a:gd name="connsiteY178" fmla="*/ 500522 h 759706"/>
                <a:gd name="connsiteX179" fmla="*/ 1745219 w 2915191"/>
                <a:gd name="connsiteY179" fmla="*/ 526941 h 759706"/>
                <a:gd name="connsiteX180" fmla="*/ 1754963 w 2915191"/>
                <a:gd name="connsiteY180" fmla="*/ 514426 h 759706"/>
                <a:gd name="connsiteX181" fmla="*/ 1764707 w 2915191"/>
                <a:gd name="connsiteY181" fmla="*/ 509581 h 759706"/>
                <a:gd name="connsiteX182" fmla="*/ 1774466 w 2915191"/>
                <a:gd name="connsiteY182" fmla="*/ 531445 h 759706"/>
                <a:gd name="connsiteX183" fmla="*/ 1784210 w 2915191"/>
                <a:gd name="connsiteY183" fmla="*/ 530904 h 759706"/>
                <a:gd name="connsiteX184" fmla="*/ 1793969 w 2915191"/>
                <a:gd name="connsiteY184" fmla="*/ 507418 h 759706"/>
                <a:gd name="connsiteX185" fmla="*/ 1803713 w 2915191"/>
                <a:gd name="connsiteY185" fmla="*/ 520854 h 759706"/>
                <a:gd name="connsiteX186" fmla="*/ 1813457 w 2915191"/>
                <a:gd name="connsiteY186" fmla="*/ 510202 h 759706"/>
                <a:gd name="connsiteX187" fmla="*/ 1823215 w 2915191"/>
                <a:gd name="connsiteY187" fmla="*/ 518493 h 759706"/>
                <a:gd name="connsiteX188" fmla="*/ 1832959 w 2915191"/>
                <a:gd name="connsiteY188" fmla="*/ 549878 h 759706"/>
                <a:gd name="connsiteX189" fmla="*/ 1842703 w 2915191"/>
                <a:gd name="connsiteY189" fmla="*/ 551446 h 759706"/>
                <a:gd name="connsiteX190" fmla="*/ 1852462 w 2915191"/>
                <a:gd name="connsiteY190" fmla="*/ 544726 h 759706"/>
                <a:gd name="connsiteX191" fmla="*/ 1862206 w 2915191"/>
                <a:gd name="connsiteY191" fmla="*/ 577937 h 759706"/>
                <a:gd name="connsiteX192" fmla="*/ 1871965 w 2915191"/>
                <a:gd name="connsiteY192" fmla="*/ 597725 h 759706"/>
                <a:gd name="connsiteX193" fmla="*/ 1881709 w 2915191"/>
                <a:gd name="connsiteY193" fmla="*/ 583535 h 759706"/>
                <a:gd name="connsiteX194" fmla="*/ 1891453 w 2915191"/>
                <a:gd name="connsiteY194" fmla="*/ 560731 h 759706"/>
                <a:gd name="connsiteX195" fmla="*/ 1901212 w 2915191"/>
                <a:gd name="connsiteY195" fmla="*/ 566701 h 759706"/>
                <a:gd name="connsiteX196" fmla="*/ 1910956 w 2915191"/>
                <a:gd name="connsiteY196" fmla="*/ 564581 h 759706"/>
                <a:gd name="connsiteX197" fmla="*/ 1920714 w 2915191"/>
                <a:gd name="connsiteY197" fmla="*/ 577450 h 759706"/>
                <a:gd name="connsiteX198" fmla="*/ 1930458 w 2915191"/>
                <a:gd name="connsiteY198" fmla="*/ 577476 h 759706"/>
                <a:gd name="connsiteX199" fmla="*/ 1940202 w 2915191"/>
                <a:gd name="connsiteY199" fmla="*/ 569970 h 759706"/>
                <a:gd name="connsiteX200" fmla="*/ 1949961 w 2915191"/>
                <a:gd name="connsiteY200" fmla="*/ 599925 h 759706"/>
                <a:gd name="connsiteX201" fmla="*/ 1959705 w 2915191"/>
                <a:gd name="connsiteY201" fmla="*/ 603497 h 759706"/>
                <a:gd name="connsiteX202" fmla="*/ 1969464 w 2915191"/>
                <a:gd name="connsiteY202" fmla="*/ 611819 h 759706"/>
                <a:gd name="connsiteX203" fmla="*/ 1979208 w 2915191"/>
                <a:gd name="connsiteY203" fmla="*/ 620890 h 759706"/>
                <a:gd name="connsiteX204" fmla="*/ 1988952 w 2915191"/>
                <a:gd name="connsiteY204" fmla="*/ 592173 h 759706"/>
                <a:gd name="connsiteX205" fmla="*/ 1998711 w 2915191"/>
                <a:gd name="connsiteY205" fmla="*/ 613236 h 759706"/>
                <a:gd name="connsiteX206" fmla="*/ 2008454 w 2915191"/>
                <a:gd name="connsiteY206" fmla="*/ 615548 h 759706"/>
                <a:gd name="connsiteX207" fmla="*/ 2018213 w 2915191"/>
                <a:gd name="connsiteY207" fmla="*/ 623373 h 759706"/>
                <a:gd name="connsiteX208" fmla="*/ 2027957 w 2915191"/>
                <a:gd name="connsiteY208" fmla="*/ 637119 h 759706"/>
                <a:gd name="connsiteX209" fmla="*/ 2037701 w 2915191"/>
                <a:gd name="connsiteY209" fmla="*/ 659714 h 759706"/>
                <a:gd name="connsiteX210" fmla="*/ 2047460 w 2915191"/>
                <a:gd name="connsiteY210" fmla="*/ 632734 h 759706"/>
                <a:gd name="connsiteX211" fmla="*/ 2057204 w 2915191"/>
                <a:gd name="connsiteY211" fmla="*/ 663133 h 759706"/>
                <a:gd name="connsiteX212" fmla="*/ 2066963 w 2915191"/>
                <a:gd name="connsiteY212" fmla="*/ 655749 h 759706"/>
                <a:gd name="connsiteX213" fmla="*/ 2076707 w 2915191"/>
                <a:gd name="connsiteY213" fmla="*/ 631015 h 759706"/>
                <a:gd name="connsiteX214" fmla="*/ 2086451 w 2915191"/>
                <a:gd name="connsiteY214" fmla="*/ 647946 h 759706"/>
                <a:gd name="connsiteX215" fmla="*/ 2096210 w 2915191"/>
                <a:gd name="connsiteY215" fmla="*/ 675965 h 759706"/>
                <a:gd name="connsiteX216" fmla="*/ 2105954 w 2915191"/>
                <a:gd name="connsiteY216" fmla="*/ 690014 h 759706"/>
                <a:gd name="connsiteX217" fmla="*/ 2115697 w 2915191"/>
                <a:gd name="connsiteY217" fmla="*/ 687329 h 759706"/>
                <a:gd name="connsiteX218" fmla="*/ 2125456 w 2915191"/>
                <a:gd name="connsiteY218" fmla="*/ 687041 h 759706"/>
                <a:gd name="connsiteX219" fmla="*/ 2135200 w 2915191"/>
                <a:gd name="connsiteY219" fmla="*/ 692003 h 759706"/>
                <a:gd name="connsiteX220" fmla="*/ 2144959 w 2915191"/>
                <a:gd name="connsiteY220" fmla="*/ 685387 h 759706"/>
                <a:gd name="connsiteX221" fmla="*/ 2154703 w 2915191"/>
                <a:gd name="connsiteY221" fmla="*/ 674852 h 759706"/>
                <a:gd name="connsiteX222" fmla="*/ 2164447 w 2915191"/>
                <a:gd name="connsiteY222" fmla="*/ 696089 h 759706"/>
                <a:gd name="connsiteX223" fmla="*/ 2174206 w 2915191"/>
                <a:gd name="connsiteY223" fmla="*/ 661820 h 759706"/>
                <a:gd name="connsiteX224" fmla="*/ 2183950 w 2915191"/>
                <a:gd name="connsiteY224" fmla="*/ 648954 h 759706"/>
                <a:gd name="connsiteX225" fmla="*/ 2193709 w 2915191"/>
                <a:gd name="connsiteY225" fmla="*/ 629725 h 759706"/>
                <a:gd name="connsiteX226" fmla="*/ 2203452 w 2915191"/>
                <a:gd name="connsiteY226" fmla="*/ 639007 h 759706"/>
                <a:gd name="connsiteX227" fmla="*/ 2213196 w 2915191"/>
                <a:gd name="connsiteY227" fmla="*/ 642645 h 759706"/>
                <a:gd name="connsiteX228" fmla="*/ 2222955 w 2915191"/>
                <a:gd name="connsiteY228" fmla="*/ 646824 h 759706"/>
                <a:gd name="connsiteX229" fmla="*/ 2232699 w 2915191"/>
                <a:gd name="connsiteY229" fmla="*/ 642340 h 759706"/>
                <a:gd name="connsiteX230" fmla="*/ 2242458 w 2915191"/>
                <a:gd name="connsiteY230" fmla="*/ 641994 h 759706"/>
                <a:gd name="connsiteX231" fmla="*/ 2252202 w 2915191"/>
                <a:gd name="connsiteY231" fmla="*/ 627527 h 759706"/>
                <a:gd name="connsiteX232" fmla="*/ 2261946 w 2915191"/>
                <a:gd name="connsiteY232" fmla="*/ 638910 h 759706"/>
                <a:gd name="connsiteX233" fmla="*/ 2271705 w 2915191"/>
                <a:gd name="connsiteY233" fmla="*/ 643787 h 759706"/>
                <a:gd name="connsiteX234" fmla="*/ 2281449 w 2915191"/>
                <a:gd name="connsiteY234" fmla="*/ 591558 h 759706"/>
                <a:gd name="connsiteX235" fmla="*/ 2291208 w 2915191"/>
                <a:gd name="connsiteY235" fmla="*/ 598129 h 759706"/>
                <a:gd name="connsiteX236" fmla="*/ 2300951 w 2915191"/>
                <a:gd name="connsiteY236" fmla="*/ 603229 h 759706"/>
                <a:gd name="connsiteX237" fmla="*/ 2310695 w 2915191"/>
                <a:gd name="connsiteY237" fmla="*/ 567410 h 759706"/>
                <a:gd name="connsiteX238" fmla="*/ 2320454 w 2915191"/>
                <a:gd name="connsiteY238" fmla="*/ 564907 h 759706"/>
                <a:gd name="connsiteX239" fmla="*/ 2330198 w 2915191"/>
                <a:gd name="connsiteY239" fmla="*/ 511256 h 759706"/>
                <a:gd name="connsiteX240" fmla="*/ 2339957 w 2915191"/>
                <a:gd name="connsiteY240" fmla="*/ 512769 h 759706"/>
                <a:gd name="connsiteX241" fmla="*/ 2349701 w 2915191"/>
                <a:gd name="connsiteY241" fmla="*/ 524776 h 759706"/>
                <a:gd name="connsiteX242" fmla="*/ 2359445 w 2915191"/>
                <a:gd name="connsiteY242" fmla="*/ 551455 h 759706"/>
                <a:gd name="connsiteX243" fmla="*/ 2369204 w 2915191"/>
                <a:gd name="connsiteY243" fmla="*/ 526445 h 759706"/>
                <a:gd name="connsiteX244" fmla="*/ 2378948 w 2915191"/>
                <a:gd name="connsiteY244" fmla="*/ 542012 h 759706"/>
                <a:gd name="connsiteX245" fmla="*/ 2388692 w 2915191"/>
                <a:gd name="connsiteY245" fmla="*/ 574460 h 759706"/>
                <a:gd name="connsiteX246" fmla="*/ 2398450 w 2915191"/>
                <a:gd name="connsiteY246" fmla="*/ 594665 h 759706"/>
                <a:gd name="connsiteX247" fmla="*/ 2408194 w 2915191"/>
                <a:gd name="connsiteY247" fmla="*/ 618704 h 759706"/>
                <a:gd name="connsiteX248" fmla="*/ 2417953 w 2915191"/>
                <a:gd name="connsiteY248" fmla="*/ 622611 h 759706"/>
                <a:gd name="connsiteX249" fmla="*/ 2427697 w 2915191"/>
                <a:gd name="connsiteY249" fmla="*/ 600346 h 759706"/>
                <a:gd name="connsiteX250" fmla="*/ 2437441 w 2915191"/>
                <a:gd name="connsiteY250" fmla="*/ 563521 h 759706"/>
                <a:gd name="connsiteX251" fmla="*/ 2447200 w 2915191"/>
                <a:gd name="connsiteY251" fmla="*/ 515079 h 759706"/>
                <a:gd name="connsiteX252" fmla="*/ 2456944 w 2915191"/>
                <a:gd name="connsiteY252" fmla="*/ 512450 h 759706"/>
                <a:gd name="connsiteX253" fmla="*/ 2466703 w 2915191"/>
                <a:gd name="connsiteY253" fmla="*/ 530349 h 759706"/>
                <a:gd name="connsiteX254" fmla="*/ 2476446 w 2915191"/>
                <a:gd name="connsiteY254" fmla="*/ 537193 h 759706"/>
                <a:gd name="connsiteX255" fmla="*/ 2486190 w 2915191"/>
                <a:gd name="connsiteY255" fmla="*/ 525925 h 759706"/>
                <a:gd name="connsiteX256" fmla="*/ 2495949 w 2915191"/>
                <a:gd name="connsiteY256" fmla="*/ 534660 h 759706"/>
                <a:gd name="connsiteX257" fmla="*/ 2505693 w 2915191"/>
                <a:gd name="connsiteY257" fmla="*/ 544026 h 759706"/>
                <a:gd name="connsiteX258" fmla="*/ 2515452 w 2915191"/>
                <a:gd name="connsiteY258" fmla="*/ 567416 h 759706"/>
                <a:gd name="connsiteX259" fmla="*/ 2525196 w 2915191"/>
                <a:gd name="connsiteY259" fmla="*/ 609696 h 759706"/>
                <a:gd name="connsiteX260" fmla="*/ 2534940 w 2915191"/>
                <a:gd name="connsiteY260" fmla="*/ 584743 h 759706"/>
                <a:gd name="connsiteX261" fmla="*/ 2544699 w 2915191"/>
                <a:gd name="connsiteY261" fmla="*/ 578104 h 759706"/>
                <a:gd name="connsiteX262" fmla="*/ 2554443 w 2915191"/>
                <a:gd name="connsiteY262" fmla="*/ 595103 h 759706"/>
                <a:gd name="connsiteX263" fmla="*/ 2564202 w 2915191"/>
                <a:gd name="connsiteY263" fmla="*/ 587477 h 759706"/>
                <a:gd name="connsiteX264" fmla="*/ 2573946 w 2915191"/>
                <a:gd name="connsiteY264" fmla="*/ 569575 h 759706"/>
                <a:gd name="connsiteX265" fmla="*/ 2583690 w 2915191"/>
                <a:gd name="connsiteY265" fmla="*/ 583630 h 759706"/>
                <a:gd name="connsiteX266" fmla="*/ 2593448 w 2915191"/>
                <a:gd name="connsiteY266" fmla="*/ 589223 h 759706"/>
                <a:gd name="connsiteX267" fmla="*/ 2603192 w 2915191"/>
                <a:gd name="connsiteY267" fmla="*/ 601590 h 759706"/>
                <a:gd name="connsiteX268" fmla="*/ 2612951 w 2915191"/>
                <a:gd name="connsiteY268" fmla="*/ 607101 h 759706"/>
                <a:gd name="connsiteX269" fmla="*/ 2622695 w 2915191"/>
                <a:gd name="connsiteY269" fmla="*/ 624103 h 759706"/>
                <a:gd name="connsiteX270" fmla="*/ 2632439 w 2915191"/>
                <a:gd name="connsiteY270" fmla="*/ 666476 h 759706"/>
                <a:gd name="connsiteX271" fmla="*/ 2642198 w 2915191"/>
                <a:gd name="connsiteY271" fmla="*/ 665462 h 759706"/>
                <a:gd name="connsiteX272" fmla="*/ 2651942 w 2915191"/>
                <a:gd name="connsiteY272" fmla="*/ 669313 h 759706"/>
                <a:gd name="connsiteX273" fmla="*/ 2661685 w 2915191"/>
                <a:gd name="connsiteY273" fmla="*/ 682786 h 759706"/>
                <a:gd name="connsiteX274" fmla="*/ 2671444 w 2915191"/>
                <a:gd name="connsiteY274" fmla="*/ 689629 h 759706"/>
                <a:gd name="connsiteX275" fmla="*/ 2681188 w 2915191"/>
                <a:gd name="connsiteY275" fmla="*/ 688634 h 759706"/>
                <a:gd name="connsiteX276" fmla="*/ 2690947 w 2915191"/>
                <a:gd name="connsiteY276" fmla="*/ 704259 h 759706"/>
                <a:gd name="connsiteX277" fmla="*/ 2700691 w 2915191"/>
                <a:gd name="connsiteY277" fmla="*/ 683988 h 759706"/>
                <a:gd name="connsiteX278" fmla="*/ 2710435 w 2915191"/>
                <a:gd name="connsiteY278" fmla="*/ 691538 h 759706"/>
                <a:gd name="connsiteX279" fmla="*/ 2720194 w 2915191"/>
                <a:gd name="connsiteY279" fmla="*/ 699854 h 759706"/>
                <a:gd name="connsiteX280" fmla="*/ 2729938 w 2915191"/>
                <a:gd name="connsiteY280" fmla="*/ 682208 h 759706"/>
                <a:gd name="connsiteX281" fmla="*/ 2739697 w 2915191"/>
                <a:gd name="connsiteY281" fmla="*/ 681435 h 759706"/>
                <a:gd name="connsiteX282" fmla="*/ 2749441 w 2915191"/>
                <a:gd name="connsiteY282" fmla="*/ 676092 h 759706"/>
                <a:gd name="connsiteX283" fmla="*/ 2759185 w 2915191"/>
                <a:gd name="connsiteY283" fmla="*/ 713532 h 759706"/>
                <a:gd name="connsiteX284" fmla="*/ 2768943 w 2915191"/>
                <a:gd name="connsiteY284" fmla="*/ 718906 h 759706"/>
                <a:gd name="connsiteX285" fmla="*/ 2778687 w 2915191"/>
                <a:gd name="connsiteY285" fmla="*/ 729585 h 759706"/>
                <a:gd name="connsiteX286" fmla="*/ 2788446 w 2915191"/>
                <a:gd name="connsiteY286" fmla="*/ 731021 h 759706"/>
                <a:gd name="connsiteX287" fmla="*/ 2798190 w 2915191"/>
                <a:gd name="connsiteY287" fmla="*/ 727623 h 759706"/>
                <a:gd name="connsiteX288" fmla="*/ 2807934 w 2915191"/>
                <a:gd name="connsiteY288" fmla="*/ 729228 h 759706"/>
                <a:gd name="connsiteX289" fmla="*/ 2817693 w 2915191"/>
                <a:gd name="connsiteY289" fmla="*/ 735038 h 759706"/>
                <a:gd name="connsiteX290" fmla="*/ 2827437 w 2915191"/>
                <a:gd name="connsiteY290" fmla="*/ 754964 h 759706"/>
                <a:gd name="connsiteX291" fmla="*/ 2837196 w 2915191"/>
                <a:gd name="connsiteY291" fmla="*/ 759707 h 759706"/>
                <a:gd name="connsiteX292" fmla="*/ 2846940 w 2915191"/>
                <a:gd name="connsiteY292" fmla="*/ 743044 h 759706"/>
                <a:gd name="connsiteX293" fmla="*/ 2856684 w 2915191"/>
                <a:gd name="connsiteY293" fmla="*/ 713041 h 759706"/>
                <a:gd name="connsiteX294" fmla="*/ 2866442 w 2915191"/>
                <a:gd name="connsiteY294" fmla="*/ 721914 h 759706"/>
                <a:gd name="connsiteX295" fmla="*/ 2876186 w 2915191"/>
                <a:gd name="connsiteY295" fmla="*/ 738253 h 759706"/>
                <a:gd name="connsiteX296" fmla="*/ 2885945 w 2915191"/>
                <a:gd name="connsiteY296" fmla="*/ 746956 h 759706"/>
                <a:gd name="connsiteX297" fmla="*/ 2895689 w 2915191"/>
                <a:gd name="connsiteY297" fmla="*/ 743876 h 759706"/>
                <a:gd name="connsiteX298" fmla="*/ 2905433 w 2915191"/>
                <a:gd name="connsiteY298" fmla="*/ 740317 h 759706"/>
                <a:gd name="connsiteX299" fmla="*/ 2915192 w 2915191"/>
                <a:gd name="connsiteY299" fmla="*/ 736549 h 759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759706">
                  <a:moveTo>
                    <a:pt x="0" y="387481"/>
                  </a:moveTo>
                  <a:lnTo>
                    <a:pt x="9750" y="399522"/>
                  </a:lnTo>
                  <a:lnTo>
                    <a:pt x="19500" y="419548"/>
                  </a:lnTo>
                  <a:lnTo>
                    <a:pt x="29250" y="419350"/>
                  </a:lnTo>
                  <a:lnTo>
                    <a:pt x="39000" y="411900"/>
                  </a:lnTo>
                  <a:lnTo>
                    <a:pt x="48749" y="440217"/>
                  </a:lnTo>
                  <a:lnTo>
                    <a:pt x="58499" y="468005"/>
                  </a:lnTo>
                  <a:lnTo>
                    <a:pt x="68249" y="458254"/>
                  </a:lnTo>
                  <a:lnTo>
                    <a:pt x="77998" y="437933"/>
                  </a:lnTo>
                  <a:lnTo>
                    <a:pt x="87748" y="463451"/>
                  </a:lnTo>
                  <a:lnTo>
                    <a:pt x="97497" y="441625"/>
                  </a:lnTo>
                  <a:lnTo>
                    <a:pt x="107247" y="442521"/>
                  </a:lnTo>
                  <a:lnTo>
                    <a:pt x="116997" y="418347"/>
                  </a:lnTo>
                  <a:lnTo>
                    <a:pt x="126747" y="422088"/>
                  </a:lnTo>
                  <a:lnTo>
                    <a:pt x="136497" y="417848"/>
                  </a:lnTo>
                  <a:lnTo>
                    <a:pt x="146247" y="409849"/>
                  </a:lnTo>
                  <a:lnTo>
                    <a:pt x="155997" y="386807"/>
                  </a:lnTo>
                  <a:lnTo>
                    <a:pt x="165747" y="392028"/>
                  </a:lnTo>
                  <a:lnTo>
                    <a:pt x="175497" y="404947"/>
                  </a:lnTo>
                  <a:lnTo>
                    <a:pt x="185247" y="399247"/>
                  </a:lnTo>
                  <a:lnTo>
                    <a:pt x="194996" y="375568"/>
                  </a:lnTo>
                  <a:lnTo>
                    <a:pt x="204746" y="354928"/>
                  </a:lnTo>
                  <a:lnTo>
                    <a:pt x="214495" y="324124"/>
                  </a:lnTo>
                  <a:lnTo>
                    <a:pt x="224245" y="294410"/>
                  </a:lnTo>
                  <a:lnTo>
                    <a:pt x="233995" y="330839"/>
                  </a:lnTo>
                  <a:lnTo>
                    <a:pt x="243744" y="309680"/>
                  </a:lnTo>
                  <a:lnTo>
                    <a:pt x="253494" y="296919"/>
                  </a:lnTo>
                  <a:lnTo>
                    <a:pt x="263244" y="304699"/>
                  </a:lnTo>
                  <a:lnTo>
                    <a:pt x="272994" y="311562"/>
                  </a:lnTo>
                  <a:lnTo>
                    <a:pt x="282744" y="305358"/>
                  </a:lnTo>
                  <a:lnTo>
                    <a:pt x="292494" y="312348"/>
                  </a:lnTo>
                  <a:lnTo>
                    <a:pt x="302244" y="321002"/>
                  </a:lnTo>
                  <a:lnTo>
                    <a:pt x="311994" y="293307"/>
                  </a:lnTo>
                  <a:lnTo>
                    <a:pt x="321744" y="307773"/>
                  </a:lnTo>
                  <a:lnTo>
                    <a:pt x="331493" y="287279"/>
                  </a:lnTo>
                  <a:lnTo>
                    <a:pt x="341243" y="275613"/>
                  </a:lnTo>
                  <a:lnTo>
                    <a:pt x="350993" y="240583"/>
                  </a:lnTo>
                  <a:lnTo>
                    <a:pt x="360742" y="220252"/>
                  </a:lnTo>
                  <a:lnTo>
                    <a:pt x="370492" y="192437"/>
                  </a:lnTo>
                  <a:lnTo>
                    <a:pt x="380241" y="176030"/>
                  </a:lnTo>
                  <a:lnTo>
                    <a:pt x="389991" y="164619"/>
                  </a:lnTo>
                  <a:lnTo>
                    <a:pt x="399741" y="132643"/>
                  </a:lnTo>
                  <a:lnTo>
                    <a:pt x="409491" y="164546"/>
                  </a:lnTo>
                  <a:lnTo>
                    <a:pt x="419241" y="110664"/>
                  </a:lnTo>
                  <a:lnTo>
                    <a:pt x="428991" y="127073"/>
                  </a:lnTo>
                  <a:lnTo>
                    <a:pt x="438741" y="113642"/>
                  </a:lnTo>
                  <a:lnTo>
                    <a:pt x="448491" y="114199"/>
                  </a:lnTo>
                  <a:lnTo>
                    <a:pt x="458241" y="113202"/>
                  </a:lnTo>
                  <a:lnTo>
                    <a:pt x="467991" y="84877"/>
                  </a:lnTo>
                  <a:lnTo>
                    <a:pt x="477740" y="85085"/>
                  </a:lnTo>
                  <a:lnTo>
                    <a:pt x="487490" y="60076"/>
                  </a:lnTo>
                  <a:lnTo>
                    <a:pt x="497239" y="64693"/>
                  </a:lnTo>
                  <a:lnTo>
                    <a:pt x="506989" y="30813"/>
                  </a:lnTo>
                  <a:lnTo>
                    <a:pt x="516738" y="40326"/>
                  </a:lnTo>
                  <a:lnTo>
                    <a:pt x="526488" y="35425"/>
                  </a:lnTo>
                  <a:lnTo>
                    <a:pt x="536238" y="0"/>
                  </a:lnTo>
                  <a:lnTo>
                    <a:pt x="545988" y="43158"/>
                  </a:lnTo>
                  <a:lnTo>
                    <a:pt x="555738" y="49567"/>
                  </a:lnTo>
                  <a:lnTo>
                    <a:pt x="565488" y="39311"/>
                  </a:lnTo>
                  <a:lnTo>
                    <a:pt x="575238" y="59161"/>
                  </a:lnTo>
                  <a:lnTo>
                    <a:pt x="584988" y="54071"/>
                  </a:lnTo>
                  <a:lnTo>
                    <a:pt x="594738" y="55807"/>
                  </a:lnTo>
                  <a:lnTo>
                    <a:pt x="604488" y="78145"/>
                  </a:lnTo>
                  <a:lnTo>
                    <a:pt x="614237" y="71655"/>
                  </a:lnTo>
                  <a:lnTo>
                    <a:pt x="623987" y="98487"/>
                  </a:lnTo>
                  <a:lnTo>
                    <a:pt x="633736" y="74619"/>
                  </a:lnTo>
                  <a:lnTo>
                    <a:pt x="643486" y="81119"/>
                  </a:lnTo>
                  <a:lnTo>
                    <a:pt x="653236" y="68498"/>
                  </a:lnTo>
                  <a:lnTo>
                    <a:pt x="662985" y="73431"/>
                  </a:lnTo>
                  <a:lnTo>
                    <a:pt x="672735" y="97331"/>
                  </a:lnTo>
                  <a:lnTo>
                    <a:pt x="682485" y="98949"/>
                  </a:lnTo>
                  <a:lnTo>
                    <a:pt x="692235" y="123693"/>
                  </a:lnTo>
                  <a:lnTo>
                    <a:pt x="701985" y="107937"/>
                  </a:lnTo>
                  <a:lnTo>
                    <a:pt x="711735" y="118128"/>
                  </a:lnTo>
                  <a:lnTo>
                    <a:pt x="721485" y="136396"/>
                  </a:lnTo>
                  <a:lnTo>
                    <a:pt x="731235" y="133514"/>
                  </a:lnTo>
                  <a:lnTo>
                    <a:pt x="740985" y="131481"/>
                  </a:lnTo>
                  <a:lnTo>
                    <a:pt x="750734" y="136616"/>
                  </a:lnTo>
                  <a:lnTo>
                    <a:pt x="760484" y="148133"/>
                  </a:lnTo>
                  <a:lnTo>
                    <a:pt x="770233" y="156410"/>
                  </a:lnTo>
                  <a:lnTo>
                    <a:pt x="779983" y="130585"/>
                  </a:lnTo>
                  <a:lnTo>
                    <a:pt x="789733" y="131904"/>
                  </a:lnTo>
                  <a:lnTo>
                    <a:pt x="799482" y="143000"/>
                  </a:lnTo>
                  <a:lnTo>
                    <a:pt x="809232" y="143115"/>
                  </a:lnTo>
                  <a:lnTo>
                    <a:pt x="818982" y="139030"/>
                  </a:lnTo>
                  <a:lnTo>
                    <a:pt x="828732" y="135101"/>
                  </a:lnTo>
                  <a:lnTo>
                    <a:pt x="838482" y="100766"/>
                  </a:lnTo>
                  <a:lnTo>
                    <a:pt x="848232" y="72636"/>
                  </a:lnTo>
                  <a:lnTo>
                    <a:pt x="857982" y="103664"/>
                  </a:lnTo>
                  <a:lnTo>
                    <a:pt x="867732" y="96221"/>
                  </a:lnTo>
                  <a:lnTo>
                    <a:pt x="877482" y="87088"/>
                  </a:lnTo>
                  <a:lnTo>
                    <a:pt x="887231" y="83352"/>
                  </a:lnTo>
                  <a:lnTo>
                    <a:pt x="896981" y="86244"/>
                  </a:lnTo>
                  <a:lnTo>
                    <a:pt x="906730" y="97092"/>
                  </a:lnTo>
                  <a:lnTo>
                    <a:pt x="916480" y="89832"/>
                  </a:lnTo>
                  <a:lnTo>
                    <a:pt x="926230" y="104317"/>
                  </a:lnTo>
                  <a:lnTo>
                    <a:pt x="935979" y="95334"/>
                  </a:lnTo>
                  <a:lnTo>
                    <a:pt x="945729" y="87140"/>
                  </a:lnTo>
                  <a:lnTo>
                    <a:pt x="955479" y="113489"/>
                  </a:lnTo>
                  <a:lnTo>
                    <a:pt x="965229" y="137080"/>
                  </a:lnTo>
                  <a:lnTo>
                    <a:pt x="974979" y="140515"/>
                  </a:lnTo>
                  <a:lnTo>
                    <a:pt x="984729" y="148027"/>
                  </a:lnTo>
                  <a:lnTo>
                    <a:pt x="994474" y="171276"/>
                  </a:lnTo>
                  <a:lnTo>
                    <a:pt x="1004233" y="201746"/>
                  </a:lnTo>
                  <a:lnTo>
                    <a:pt x="1013977" y="229064"/>
                  </a:lnTo>
                  <a:lnTo>
                    <a:pt x="1023721" y="250663"/>
                  </a:lnTo>
                  <a:lnTo>
                    <a:pt x="1033480" y="273224"/>
                  </a:lnTo>
                  <a:lnTo>
                    <a:pt x="1043224" y="309222"/>
                  </a:lnTo>
                  <a:lnTo>
                    <a:pt x="1052983" y="312977"/>
                  </a:lnTo>
                  <a:lnTo>
                    <a:pt x="1062727" y="299431"/>
                  </a:lnTo>
                  <a:lnTo>
                    <a:pt x="1072471" y="318899"/>
                  </a:lnTo>
                  <a:lnTo>
                    <a:pt x="1082230" y="317742"/>
                  </a:lnTo>
                  <a:lnTo>
                    <a:pt x="1091973" y="338676"/>
                  </a:lnTo>
                  <a:lnTo>
                    <a:pt x="1101732" y="362001"/>
                  </a:lnTo>
                  <a:lnTo>
                    <a:pt x="1111476" y="398123"/>
                  </a:lnTo>
                  <a:lnTo>
                    <a:pt x="1121220" y="368774"/>
                  </a:lnTo>
                  <a:lnTo>
                    <a:pt x="1130979" y="396064"/>
                  </a:lnTo>
                  <a:lnTo>
                    <a:pt x="1140723" y="402161"/>
                  </a:lnTo>
                  <a:lnTo>
                    <a:pt x="1150482" y="443282"/>
                  </a:lnTo>
                  <a:lnTo>
                    <a:pt x="1160226" y="432260"/>
                  </a:lnTo>
                  <a:lnTo>
                    <a:pt x="1169969" y="458168"/>
                  </a:lnTo>
                  <a:lnTo>
                    <a:pt x="1179728" y="467540"/>
                  </a:lnTo>
                  <a:lnTo>
                    <a:pt x="1189472" y="460390"/>
                  </a:lnTo>
                  <a:lnTo>
                    <a:pt x="1199231" y="438426"/>
                  </a:lnTo>
                  <a:lnTo>
                    <a:pt x="1208975" y="436646"/>
                  </a:lnTo>
                  <a:lnTo>
                    <a:pt x="1218719" y="448170"/>
                  </a:lnTo>
                  <a:lnTo>
                    <a:pt x="1228478" y="458205"/>
                  </a:lnTo>
                  <a:lnTo>
                    <a:pt x="1238222" y="454899"/>
                  </a:lnTo>
                  <a:lnTo>
                    <a:pt x="1247966" y="445789"/>
                  </a:lnTo>
                  <a:lnTo>
                    <a:pt x="1257725" y="449516"/>
                  </a:lnTo>
                  <a:lnTo>
                    <a:pt x="1267469" y="426844"/>
                  </a:lnTo>
                  <a:lnTo>
                    <a:pt x="1277227" y="459690"/>
                  </a:lnTo>
                  <a:lnTo>
                    <a:pt x="1286971" y="456260"/>
                  </a:lnTo>
                  <a:lnTo>
                    <a:pt x="1296715" y="489792"/>
                  </a:lnTo>
                  <a:lnTo>
                    <a:pt x="1306474" y="510481"/>
                  </a:lnTo>
                  <a:lnTo>
                    <a:pt x="1316218" y="503857"/>
                  </a:lnTo>
                  <a:lnTo>
                    <a:pt x="1325977" y="473756"/>
                  </a:lnTo>
                  <a:lnTo>
                    <a:pt x="1335721" y="488923"/>
                  </a:lnTo>
                  <a:lnTo>
                    <a:pt x="1345465" y="457524"/>
                  </a:lnTo>
                  <a:lnTo>
                    <a:pt x="1355224" y="421053"/>
                  </a:lnTo>
                  <a:lnTo>
                    <a:pt x="1364967" y="425986"/>
                  </a:lnTo>
                  <a:lnTo>
                    <a:pt x="1374726" y="425077"/>
                  </a:lnTo>
                  <a:lnTo>
                    <a:pt x="1384470" y="435102"/>
                  </a:lnTo>
                  <a:lnTo>
                    <a:pt x="1394214" y="453404"/>
                  </a:lnTo>
                  <a:lnTo>
                    <a:pt x="1403973" y="475862"/>
                  </a:lnTo>
                  <a:lnTo>
                    <a:pt x="1413717" y="487708"/>
                  </a:lnTo>
                  <a:lnTo>
                    <a:pt x="1423476" y="493462"/>
                  </a:lnTo>
                  <a:lnTo>
                    <a:pt x="1433220" y="499642"/>
                  </a:lnTo>
                  <a:lnTo>
                    <a:pt x="1442964" y="470035"/>
                  </a:lnTo>
                  <a:lnTo>
                    <a:pt x="1452722" y="450727"/>
                  </a:lnTo>
                  <a:lnTo>
                    <a:pt x="1462466" y="455635"/>
                  </a:lnTo>
                  <a:lnTo>
                    <a:pt x="1472225" y="471212"/>
                  </a:lnTo>
                  <a:lnTo>
                    <a:pt x="1481969" y="459590"/>
                  </a:lnTo>
                  <a:lnTo>
                    <a:pt x="1491713" y="455204"/>
                  </a:lnTo>
                  <a:lnTo>
                    <a:pt x="1501472" y="437117"/>
                  </a:lnTo>
                  <a:lnTo>
                    <a:pt x="1511216" y="457123"/>
                  </a:lnTo>
                  <a:lnTo>
                    <a:pt x="1520960" y="458886"/>
                  </a:lnTo>
                  <a:lnTo>
                    <a:pt x="1530719" y="476787"/>
                  </a:lnTo>
                  <a:lnTo>
                    <a:pt x="1540463" y="452872"/>
                  </a:lnTo>
                  <a:lnTo>
                    <a:pt x="1550221" y="458901"/>
                  </a:lnTo>
                  <a:lnTo>
                    <a:pt x="1559965" y="486330"/>
                  </a:lnTo>
                  <a:lnTo>
                    <a:pt x="1569709" y="461223"/>
                  </a:lnTo>
                  <a:lnTo>
                    <a:pt x="1579468" y="489956"/>
                  </a:lnTo>
                  <a:lnTo>
                    <a:pt x="1589212" y="472633"/>
                  </a:lnTo>
                  <a:lnTo>
                    <a:pt x="1598971" y="474766"/>
                  </a:lnTo>
                  <a:lnTo>
                    <a:pt x="1608715" y="496427"/>
                  </a:lnTo>
                  <a:lnTo>
                    <a:pt x="1618459" y="491647"/>
                  </a:lnTo>
                  <a:lnTo>
                    <a:pt x="1628218" y="475090"/>
                  </a:lnTo>
                  <a:lnTo>
                    <a:pt x="1637962" y="463993"/>
                  </a:lnTo>
                  <a:lnTo>
                    <a:pt x="1647720" y="466958"/>
                  </a:lnTo>
                  <a:lnTo>
                    <a:pt x="1657464" y="455861"/>
                  </a:lnTo>
                  <a:lnTo>
                    <a:pt x="1667208" y="466918"/>
                  </a:lnTo>
                  <a:lnTo>
                    <a:pt x="1676967" y="482614"/>
                  </a:lnTo>
                  <a:lnTo>
                    <a:pt x="1686711" y="464345"/>
                  </a:lnTo>
                  <a:lnTo>
                    <a:pt x="1696470" y="458674"/>
                  </a:lnTo>
                  <a:lnTo>
                    <a:pt x="1706214" y="488569"/>
                  </a:lnTo>
                  <a:lnTo>
                    <a:pt x="1715958" y="501456"/>
                  </a:lnTo>
                  <a:lnTo>
                    <a:pt x="1725716" y="488503"/>
                  </a:lnTo>
                  <a:lnTo>
                    <a:pt x="1735460" y="500522"/>
                  </a:lnTo>
                  <a:lnTo>
                    <a:pt x="1745219" y="526941"/>
                  </a:lnTo>
                  <a:lnTo>
                    <a:pt x="1754963" y="514426"/>
                  </a:lnTo>
                  <a:lnTo>
                    <a:pt x="1764707" y="509581"/>
                  </a:lnTo>
                  <a:lnTo>
                    <a:pt x="1774466" y="531445"/>
                  </a:lnTo>
                  <a:lnTo>
                    <a:pt x="1784210" y="530904"/>
                  </a:lnTo>
                  <a:lnTo>
                    <a:pt x="1793969" y="507418"/>
                  </a:lnTo>
                  <a:lnTo>
                    <a:pt x="1803713" y="520854"/>
                  </a:lnTo>
                  <a:lnTo>
                    <a:pt x="1813457" y="510202"/>
                  </a:lnTo>
                  <a:lnTo>
                    <a:pt x="1823215" y="518493"/>
                  </a:lnTo>
                  <a:lnTo>
                    <a:pt x="1832959" y="549878"/>
                  </a:lnTo>
                  <a:lnTo>
                    <a:pt x="1842703" y="551446"/>
                  </a:lnTo>
                  <a:lnTo>
                    <a:pt x="1852462" y="544726"/>
                  </a:lnTo>
                  <a:lnTo>
                    <a:pt x="1862206" y="577937"/>
                  </a:lnTo>
                  <a:lnTo>
                    <a:pt x="1871965" y="597725"/>
                  </a:lnTo>
                  <a:lnTo>
                    <a:pt x="1881709" y="583535"/>
                  </a:lnTo>
                  <a:lnTo>
                    <a:pt x="1891453" y="560731"/>
                  </a:lnTo>
                  <a:lnTo>
                    <a:pt x="1901212" y="566701"/>
                  </a:lnTo>
                  <a:lnTo>
                    <a:pt x="1910956" y="564581"/>
                  </a:lnTo>
                  <a:lnTo>
                    <a:pt x="1920714" y="577450"/>
                  </a:lnTo>
                  <a:lnTo>
                    <a:pt x="1930458" y="577476"/>
                  </a:lnTo>
                  <a:lnTo>
                    <a:pt x="1940202" y="569970"/>
                  </a:lnTo>
                  <a:lnTo>
                    <a:pt x="1949961" y="599925"/>
                  </a:lnTo>
                  <a:lnTo>
                    <a:pt x="1959705" y="603497"/>
                  </a:lnTo>
                  <a:lnTo>
                    <a:pt x="1969464" y="611819"/>
                  </a:lnTo>
                  <a:lnTo>
                    <a:pt x="1979208" y="620890"/>
                  </a:lnTo>
                  <a:lnTo>
                    <a:pt x="1988952" y="592173"/>
                  </a:lnTo>
                  <a:lnTo>
                    <a:pt x="1998711" y="613236"/>
                  </a:lnTo>
                  <a:lnTo>
                    <a:pt x="2008454" y="615548"/>
                  </a:lnTo>
                  <a:lnTo>
                    <a:pt x="2018213" y="623373"/>
                  </a:lnTo>
                  <a:lnTo>
                    <a:pt x="2027957" y="637119"/>
                  </a:lnTo>
                  <a:lnTo>
                    <a:pt x="2037701" y="659714"/>
                  </a:lnTo>
                  <a:lnTo>
                    <a:pt x="2047460" y="632734"/>
                  </a:lnTo>
                  <a:lnTo>
                    <a:pt x="2057204" y="663133"/>
                  </a:lnTo>
                  <a:lnTo>
                    <a:pt x="2066963" y="655749"/>
                  </a:lnTo>
                  <a:lnTo>
                    <a:pt x="2076707" y="631015"/>
                  </a:lnTo>
                  <a:lnTo>
                    <a:pt x="2086451" y="647946"/>
                  </a:lnTo>
                  <a:lnTo>
                    <a:pt x="2096210" y="675965"/>
                  </a:lnTo>
                  <a:lnTo>
                    <a:pt x="2105954" y="690014"/>
                  </a:lnTo>
                  <a:lnTo>
                    <a:pt x="2115697" y="687329"/>
                  </a:lnTo>
                  <a:lnTo>
                    <a:pt x="2125456" y="687041"/>
                  </a:lnTo>
                  <a:lnTo>
                    <a:pt x="2135200" y="692003"/>
                  </a:lnTo>
                  <a:lnTo>
                    <a:pt x="2144959" y="685387"/>
                  </a:lnTo>
                  <a:lnTo>
                    <a:pt x="2154703" y="674852"/>
                  </a:lnTo>
                  <a:lnTo>
                    <a:pt x="2164447" y="696089"/>
                  </a:lnTo>
                  <a:lnTo>
                    <a:pt x="2174206" y="661820"/>
                  </a:lnTo>
                  <a:lnTo>
                    <a:pt x="2183950" y="648954"/>
                  </a:lnTo>
                  <a:lnTo>
                    <a:pt x="2193709" y="629725"/>
                  </a:lnTo>
                  <a:lnTo>
                    <a:pt x="2203452" y="639007"/>
                  </a:lnTo>
                  <a:lnTo>
                    <a:pt x="2213196" y="642645"/>
                  </a:lnTo>
                  <a:lnTo>
                    <a:pt x="2222955" y="646824"/>
                  </a:lnTo>
                  <a:lnTo>
                    <a:pt x="2232699" y="642340"/>
                  </a:lnTo>
                  <a:lnTo>
                    <a:pt x="2242458" y="641994"/>
                  </a:lnTo>
                  <a:lnTo>
                    <a:pt x="2252202" y="627527"/>
                  </a:lnTo>
                  <a:lnTo>
                    <a:pt x="2261946" y="638910"/>
                  </a:lnTo>
                  <a:lnTo>
                    <a:pt x="2271705" y="643787"/>
                  </a:lnTo>
                  <a:lnTo>
                    <a:pt x="2281449" y="591558"/>
                  </a:lnTo>
                  <a:lnTo>
                    <a:pt x="2291208" y="598129"/>
                  </a:lnTo>
                  <a:lnTo>
                    <a:pt x="2300951" y="603229"/>
                  </a:lnTo>
                  <a:lnTo>
                    <a:pt x="2310695" y="567410"/>
                  </a:lnTo>
                  <a:lnTo>
                    <a:pt x="2320454" y="564907"/>
                  </a:lnTo>
                  <a:lnTo>
                    <a:pt x="2330198" y="511256"/>
                  </a:lnTo>
                  <a:lnTo>
                    <a:pt x="2339957" y="512769"/>
                  </a:lnTo>
                  <a:lnTo>
                    <a:pt x="2349701" y="524776"/>
                  </a:lnTo>
                  <a:lnTo>
                    <a:pt x="2359445" y="551455"/>
                  </a:lnTo>
                  <a:lnTo>
                    <a:pt x="2369204" y="526445"/>
                  </a:lnTo>
                  <a:lnTo>
                    <a:pt x="2378948" y="542012"/>
                  </a:lnTo>
                  <a:lnTo>
                    <a:pt x="2388692" y="574460"/>
                  </a:lnTo>
                  <a:lnTo>
                    <a:pt x="2398450" y="594665"/>
                  </a:lnTo>
                  <a:lnTo>
                    <a:pt x="2408194" y="618704"/>
                  </a:lnTo>
                  <a:lnTo>
                    <a:pt x="2417953" y="622611"/>
                  </a:lnTo>
                  <a:lnTo>
                    <a:pt x="2427697" y="600346"/>
                  </a:lnTo>
                  <a:lnTo>
                    <a:pt x="2437441" y="563521"/>
                  </a:lnTo>
                  <a:lnTo>
                    <a:pt x="2447200" y="515079"/>
                  </a:lnTo>
                  <a:lnTo>
                    <a:pt x="2456944" y="512450"/>
                  </a:lnTo>
                  <a:lnTo>
                    <a:pt x="2466703" y="530349"/>
                  </a:lnTo>
                  <a:lnTo>
                    <a:pt x="2476446" y="537193"/>
                  </a:lnTo>
                  <a:lnTo>
                    <a:pt x="2486190" y="525925"/>
                  </a:lnTo>
                  <a:lnTo>
                    <a:pt x="2495949" y="534660"/>
                  </a:lnTo>
                  <a:lnTo>
                    <a:pt x="2505693" y="544026"/>
                  </a:lnTo>
                  <a:lnTo>
                    <a:pt x="2515452" y="567416"/>
                  </a:lnTo>
                  <a:lnTo>
                    <a:pt x="2525196" y="609696"/>
                  </a:lnTo>
                  <a:lnTo>
                    <a:pt x="2534940" y="584743"/>
                  </a:lnTo>
                  <a:lnTo>
                    <a:pt x="2544699" y="578104"/>
                  </a:lnTo>
                  <a:lnTo>
                    <a:pt x="2554443" y="595103"/>
                  </a:lnTo>
                  <a:lnTo>
                    <a:pt x="2564202" y="587477"/>
                  </a:lnTo>
                  <a:lnTo>
                    <a:pt x="2573946" y="569575"/>
                  </a:lnTo>
                  <a:lnTo>
                    <a:pt x="2583690" y="583630"/>
                  </a:lnTo>
                  <a:lnTo>
                    <a:pt x="2593448" y="589223"/>
                  </a:lnTo>
                  <a:lnTo>
                    <a:pt x="2603192" y="601590"/>
                  </a:lnTo>
                  <a:lnTo>
                    <a:pt x="2612951" y="607101"/>
                  </a:lnTo>
                  <a:lnTo>
                    <a:pt x="2622695" y="624103"/>
                  </a:lnTo>
                  <a:lnTo>
                    <a:pt x="2632439" y="666476"/>
                  </a:lnTo>
                  <a:lnTo>
                    <a:pt x="2642198" y="665462"/>
                  </a:lnTo>
                  <a:lnTo>
                    <a:pt x="2651942" y="669313"/>
                  </a:lnTo>
                  <a:lnTo>
                    <a:pt x="2661685" y="682786"/>
                  </a:lnTo>
                  <a:lnTo>
                    <a:pt x="2671444" y="689629"/>
                  </a:lnTo>
                  <a:lnTo>
                    <a:pt x="2681188" y="688634"/>
                  </a:lnTo>
                  <a:lnTo>
                    <a:pt x="2690947" y="704259"/>
                  </a:lnTo>
                  <a:lnTo>
                    <a:pt x="2700691" y="683988"/>
                  </a:lnTo>
                  <a:lnTo>
                    <a:pt x="2710435" y="691538"/>
                  </a:lnTo>
                  <a:lnTo>
                    <a:pt x="2720194" y="699854"/>
                  </a:lnTo>
                  <a:lnTo>
                    <a:pt x="2729938" y="682208"/>
                  </a:lnTo>
                  <a:lnTo>
                    <a:pt x="2739697" y="681435"/>
                  </a:lnTo>
                  <a:lnTo>
                    <a:pt x="2749441" y="676092"/>
                  </a:lnTo>
                  <a:lnTo>
                    <a:pt x="2759185" y="713532"/>
                  </a:lnTo>
                  <a:lnTo>
                    <a:pt x="2768943" y="718906"/>
                  </a:lnTo>
                  <a:lnTo>
                    <a:pt x="2778687" y="729585"/>
                  </a:lnTo>
                  <a:lnTo>
                    <a:pt x="2788446" y="731021"/>
                  </a:lnTo>
                  <a:lnTo>
                    <a:pt x="2798190" y="727623"/>
                  </a:lnTo>
                  <a:lnTo>
                    <a:pt x="2807934" y="729228"/>
                  </a:lnTo>
                  <a:lnTo>
                    <a:pt x="2817693" y="735038"/>
                  </a:lnTo>
                  <a:lnTo>
                    <a:pt x="2827437" y="754964"/>
                  </a:lnTo>
                  <a:lnTo>
                    <a:pt x="2837196" y="759707"/>
                  </a:lnTo>
                  <a:lnTo>
                    <a:pt x="2846940" y="743044"/>
                  </a:lnTo>
                  <a:lnTo>
                    <a:pt x="2856684" y="713041"/>
                  </a:lnTo>
                  <a:lnTo>
                    <a:pt x="2866442" y="721914"/>
                  </a:lnTo>
                  <a:lnTo>
                    <a:pt x="2876186" y="738253"/>
                  </a:lnTo>
                  <a:lnTo>
                    <a:pt x="2885945" y="746956"/>
                  </a:lnTo>
                  <a:lnTo>
                    <a:pt x="2895689" y="743876"/>
                  </a:lnTo>
                  <a:lnTo>
                    <a:pt x="2905433" y="740317"/>
                  </a:lnTo>
                  <a:lnTo>
                    <a:pt x="2915192" y="73654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4" name="Freeform 1013">
              <a:extLst>
                <a:ext uri="{FF2B5EF4-FFF2-40B4-BE49-F238E27FC236}">
                  <a16:creationId xmlns:a16="http://schemas.microsoft.com/office/drawing/2014/main" id="{96C8511A-90E0-3FBE-68E9-4B5FB3E8DD88}"/>
                </a:ext>
              </a:extLst>
            </p:cNvPr>
            <p:cNvSpPr/>
            <p:nvPr/>
          </p:nvSpPr>
          <p:spPr>
            <a:xfrm>
              <a:off x="4426652" y="3171893"/>
              <a:ext cx="2915191" cy="539667"/>
            </a:xfrm>
            <a:custGeom>
              <a:avLst/>
              <a:gdLst>
                <a:gd name="connsiteX0" fmla="*/ 0 w 2915191"/>
                <a:gd name="connsiteY0" fmla="*/ 249036 h 539667"/>
                <a:gd name="connsiteX1" fmla="*/ 9750 w 2915191"/>
                <a:gd name="connsiteY1" fmla="*/ 246858 h 539667"/>
                <a:gd name="connsiteX2" fmla="*/ 19500 w 2915191"/>
                <a:gd name="connsiteY2" fmla="*/ 251215 h 539667"/>
                <a:gd name="connsiteX3" fmla="*/ 29250 w 2915191"/>
                <a:gd name="connsiteY3" fmla="*/ 273288 h 539667"/>
                <a:gd name="connsiteX4" fmla="*/ 39000 w 2915191"/>
                <a:gd name="connsiteY4" fmla="*/ 262527 h 539667"/>
                <a:gd name="connsiteX5" fmla="*/ 48749 w 2915191"/>
                <a:gd name="connsiteY5" fmla="*/ 284369 h 539667"/>
                <a:gd name="connsiteX6" fmla="*/ 58499 w 2915191"/>
                <a:gd name="connsiteY6" fmla="*/ 262350 h 539667"/>
                <a:gd name="connsiteX7" fmla="*/ 68249 w 2915191"/>
                <a:gd name="connsiteY7" fmla="*/ 261042 h 539667"/>
                <a:gd name="connsiteX8" fmla="*/ 77998 w 2915191"/>
                <a:gd name="connsiteY8" fmla="*/ 251797 h 539667"/>
                <a:gd name="connsiteX9" fmla="*/ 87748 w 2915191"/>
                <a:gd name="connsiteY9" fmla="*/ 244591 h 539667"/>
                <a:gd name="connsiteX10" fmla="*/ 97497 w 2915191"/>
                <a:gd name="connsiteY10" fmla="*/ 185662 h 539667"/>
                <a:gd name="connsiteX11" fmla="*/ 107247 w 2915191"/>
                <a:gd name="connsiteY11" fmla="*/ 181912 h 539667"/>
                <a:gd name="connsiteX12" fmla="*/ 116997 w 2915191"/>
                <a:gd name="connsiteY12" fmla="*/ 150909 h 539667"/>
                <a:gd name="connsiteX13" fmla="*/ 126747 w 2915191"/>
                <a:gd name="connsiteY13" fmla="*/ 136344 h 539667"/>
                <a:gd name="connsiteX14" fmla="*/ 136497 w 2915191"/>
                <a:gd name="connsiteY14" fmla="*/ 142682 h 539667"/>
                <a:gd name="connsiteX15" fmla="*/ 146247 w 2915191"/>
                <a:gd name="connsiteY15" fmla="*/ 153519 h 539667"/>
                <a:gd name="connsiteX16" fmla="*/ 155997 w 2915191"/>
                <a:gd name="connsiteY16" fmla="*/ 196352 h 539667"/>
                <a:gd name="connsiteX17" fmla="*/ 165747 w 2915191"/>
                <a:gd name="connsiteY17" fmla="*/ 241477 h 539667"/>
                <a:gd name="connsiteX18" fmla="*/ 175497 w 2915191"/>
                <a:gd name="connsiteY18" fmla="*/ 275640 h 539667"/>
                <a:gd name="connsiteX19" fmla="*/ 185247 w 2915191"/>
                <a:gd name="connsiteY19" fmla="*/ 296022 h 539667"/>
                <a:gd name="connsiteX20" fmla="*/ 194996 w 2915191"/>
                <a:gd name="connsiteY20" fmla="*/ 302041 h 539667"/>
                <a:gd name="connsiteX21" fmla="*/ 204746 w 2915191"/>
                <a:gd name="connsiteY21" fmla="*/ 267046 h 539667"/>
                <a:gd name="connsiteX22" fmla="*/ 214495 w 2915191"/>
                <a:gd name="connsiteY22" fmla="*/ 234814 h 539667"/>
                <a:gd name="connsiteX23" fmla="*/ 224245 w 2915191"/>
                <a:gd name="connsiteY23" fmla="*/ 209030 h 539667"/>
                <a:gd name="connsiteX24" fmla="*/ 233995 w 2915191"/>
                <a:gd name="connsiteY24" fmla="*/ 231855 h 539667"/>
                <a:gd name="connsiteX25" fmla="*/ 243744 w 2915191"/>
                <a:gd name="connsiteY25" fmla="*/ 225678 h 539667"/>
                <a:gd name="connsiteX26" fmla="*/ 253494 w 2915191"/>
                <a:gd name="connsiteY26" fmla="*/ 238665 h 539667"/>
                <a:gd name="connsiteX27" fmla="*/ 263244 w 2915191"/>
                <a:gd name="connsiteY27" fmla="*/ 231050 h 539667"/>
                <a:gd name="connsiteX28" fmla="*/ 272994 w 2915191"/>
                <a:gd name="connsiteY28" fmla="*/ 211160 h 539667"/>
                <a:gd name="connsiteX29" fmla="*/ 282744 w 2915191"/>
                <a:gd name="connsiteY29" fmla="*/ 227858 h 539667"/>
                <a:gd name="connsiteX30" fmla="*/ 292494 w 2915191"/>
                <a:gd name="connsiteY30" fmla="*/ 222114 h 539667"/>
                <a:gd name="connsiteX31" fmla="*/ 302244 w 2915191"/>
                <a:gd name="connsiteY31" fmla="*/ 242368 h 539667"/>
                <a:gd name="connsiteX32" fmla="*/ 311994 w 2915191"/>
                <a:gd name="connsiteY32" fmla="*/ 233221 h 539667"/>
                <a:gd name="connsiteX33" fmla="*/ 321744 w 2915191"/>
                <a:gd name="connsiteY33" fmla="*/ 206646 h 539667"/>
                <a:gd name="connsiteX34" fmla="*/ 331493 w 2915191"/>
                <a:gd name="connsiteY34" fmla="*/ 214508 h 539667"/>
                <a:gd name="connsiteX35" fmla="*/ 341243 w 2915191"/>
                <a:gd name="connsiteY35" fmla="*/ 212680 h 539667"/>
                <a:gd name="connsiteX36" fmla="*/ 350993 w 2915191"/>
                <a:gd name="connsiteY36" fmla="*/ 197973 h 539667"/>
                <a:gd name="connsiteX37" fmla="*/ 360742 w 2915191"/>
                <a:gd name="connsiteY37" fmla="*/ 212339 h 539667"/>
                <a:gd name="connsiteX38" fmla="*/ 370492 w 2915191"/>
                <a:gd name="connsiteY38" fmla="*/ 191354 h 539667"/>
                <a:gd name="connsiteX39" fmla="*/ 380241 w 2915191"/>
                <a:gd name="connsiteY39" fmla="*/ 185720 h 539667"/>
                <a:gd name="connsiteX40" fmla="*/ 389991 w 2915191"/>
                <a:gd name="connsiteY40" fmla="*/ 172873 h 539667"/>
                <a:gd name="connsiteX41" fmla="*/ 399741 w 2915191"/>
                <a:gd name="connsiteY41" fmla="*/ 148427 h 539667"/>
                <a:gd name="connsiteX42" fmla="*/ 409491 w 2915191"/>
                <a:gd name="connsiteY42" fmla="*/ 106209 h 539667"/>
                <a:gd name="connsiteX43" fmla="*/ 419241 w 2915191"/>
                <a:gd name="connsiteY43" fmla="*/ 106753 h 539667"/>
                <a:gd name="connsiteX44" fmla="*/ 428991 w 2915191"/>
                <a:gd name="connsiteY44" fmla="*/ 108678 h 539667"/>
                <a:gd name="connsiteX45" fmla="*/ 438741 w 2915191"/>
                <a:gd name="connsiteY45" fmla="*/ 138067 h 539667"/>
                <a:gd name="connsiteX46" fmla="*/ 448491 w 2915191"/>
                <a:gd name="connsiteY46" fmla="*/ 131679 h 539667"/>
                <a:gd name="connsiteX47" fmla="*/ 458241 w 2915191"/>
                <a:gd name="connsiteY47" fmla="*/ 128721 h 539667"/>
                <a:gd name="connsiteX48" fmla="*/ 467991 w 2915191"/>
                <a:gd name="connsiteY48" fmla="*/ 86727 h 539667"/>
                <a:gd name="connsiteX49" fmla="*/ 477740 w 2915191"/>
                <a:gd name="connsiteY49" fmla="*/ 118520 h 539667"/>
                <a:gd name="connsiteX50" fmla="*/ 487490 w 2915191"/>
                <a:gd name="connsiteY50" fmla="*/ 123773 h 539667"/>
                <a:gd name="connsiteX51" fmla="*/ 497239 w 2915191"/>
                <a:gd name="connsiteY51" fmla="*/ 140876 h 539667"/>
                <a:gd name="connsiteX52" fmla="*/ 506989 w 2915191"/>
                <a:gd name="connsiteY52" fmla="*/ 110577 h 539667"/>
                <a:gd name="connsiteX53" fmla="*/ 516738 w 2915191"/>
                <a:gd name="connsiteY53" fmla="*/ 130750 h 539667"/>
                <a:gd name="connsiteX54" fmla="*/ 526488 w 2915191"/>
                <a:gd name="connsiteY54" fmla="*/ 152741 h 539667"/>
                <a:gd name="connsiteX55" fmla="*/ 536238 w 2915191"/>
                <a:gd name="connsiteY55" fmla="*/ 171203 h 539667"/>
                <a:gd name="connsiteX56" fmla="*/ 545988 w 2915191"/>
                <a:gd name="connsiteY56" fmla="*/ 192070 h 539667"/>
                <a:gd name="connsiteX57" fmla="*/ 555738 w 2915191"/>
                <a:gd name="connsiteY57" fmla="*/ 188319 h 539667"/>
                <a:gd name="connsiteX58" fmla="*/ 565488 w 2915191"/>
                <a:gd name="connsiteY58" fmla="*/ 168306 h 539667"/>
                <a:gd name="connsiteX59" fmla="*/ 575238 w 2915191"/>
                <a:gd name="connsiteY59" fmla="*/ 173722 h 539667"/>
                <a:gd name="connsiteX60" fmla="*/ 584988 w 2915191"/>
                <a:gd name="connsiteY60" fmla="*/ 194986 h 539667"/>
                <a:gd name="connsiteX61" fmla="*/ 594738 w 2915191"/>
                <a:gd name="connsiteY61" fmla="*/ 204457 h 539667"/>
                <a:gd name="connsiteX62" fmla="*/ 604488 w 2915191"/>
                <a:gd name="connsiteY62" fmla="*/ 174579 h 539667"/>
                <a:gd name="connsiteX63" fmla="*/ 614237 w 2915191"/>
                <a:gd name="connsiteY63" fmla="*/ 163206 h 539667"/>
                <a:gd name="connsiteX64" fmla="*/ 623987 w 2915191"/>
                <a:gd name="connsiteY64" fmla="*/ 146339 h 539667"/>
                <a:gd name="connsiteX65" fmla="*/ 633736 w 2915191"/>
                <a:gd name="connsiteY65" fmla="*/ 126491 h 539667"/>
                <a:gd name="connsiteX66" fmla="*/ 643486 w 2915191"/>
                <a:gd name="connsiteY66" fmla="*/ 142072 h 539667"/>
                <a:gd name="connsiteX67" fmla="*/ 653236 w 2915191"/>
                <a:gd name="connsiteY67" fmla="*/ 143830 h 539667"/>
                <a:gd name="connsiteX68" fmla="*/ 662985 w 2915191"/>
                <a:gd name="connsiteY68" fmla="*/ 168753 h 539667"/>
                <a:gd name="connsiteX69" fmla="*/ 672735 w 2915191"/>
                <a:gd name="connsiteY69" fmla="*/ 175404 h 539667"/>
                <a:gd name="connsiteX70" fmla="*/ 682485 w 2915191"/>
                <a:gd name="connsiteY70" fmla="*/ 170099 h 539667"/>
                <a:gd name="connsiteX71" fmla="*/ 692235 w 2915191"/>
                <a:gd name="connsiteY71" fmla="*/ 181002 h 539667"/>
                <a:gd name="connsiteX72" fmla="*/ 701985 w 2915191"/>
                <a:gd name="connsiteY72" fmla="*/ 161229 h 539667"/>
                <a:gd name="connsiteX73" fmla="*/ 711735 w 2915191"/>
                <a:gd name="connsiteY73" fmla="*/ 142738 h 539667"/>
                <a:gd name="connsiteX74" fmla="*/ 721485 w 2915191"/>
                <a:gd name="connsiteY74" fmla="*/ 112580 h 539667"/>
                <a:gd name="connsiteX75" fmla="*/ 731235 w 2915191"/>
                <a:gd name="connsiteY75" fmla="*/ 125297 h 539667"/>
                <a:gd name="connsiteX76" fmla="*/ 740985 w 2915191"/>
                <a:gd name="connsiteY76" fmla="*/ 164369 h 539667"/>
                <a:gd name="connsiteX77" fmla="*/ 750734 w 2915191"/>
                <a:gd name="connsiteY77" fmla="*/ 158552 h 539667"/>
                <a:gd name="connsiteX78" fmla="*/ 760484 w 2915191"/>
                <a:gd name="connsiteY78" fmla="*/ 155690 h 539667"/>
                <a:gd name="connsiteX79" fmla="*/ 770233 w 2915191"/>
                <a:gd name="connsiteY79" fmla="*/ 151037 h 539667"/>
                <a:gd name="connsiteX80" fmla="*/ 779983 w 2915191"/>
                <a:gd name="connsiteY80" fmla="*/ 149771 h 539667"/>
                <a:gd name="connsiteX81" fmla="*/ 789733 w 2915191"/>
                <a:gd name="connsiteY81" fmla="*/ 127915 h 539667"/>
                <a:gd name="connsiteX82" fmla="*/ 799482 w 2915191"/>
                <a:gd name="connsiteY82" fmla="*/ 116391 h 539667"/>
                <a:gd name="connsiteX83" fmla="*/ 809232 w 2915191"/>
                <a:gd name="connsiteY83" fmla="*/ 116677 h 539667"/>
                <a:gd name="connsiteX84" fmla="*/ 818982 w 2915191"/>
                <a:gd name="connsiteY84" fmla="*/ 100865 h 539667"/>
                <a:gd name="connsiteX85" fmla="*/ 828732 w 2915191"/>
                <a:gd name="connsiteY85" fmla="*/ 84750 h 539667"/>
                <a:gd name="connsiteX86" fmla="*/ 838482 w 2915191"/>
                <a:gd name="connsiteY86" fmla="*/ 86728 h 539667"/>
                <a:gd name="connsiteX87" fmla="*/ 848232 w 2915191"/>
                <a:gd name="connsiteY87" fmla="*/ 93142 h 539667"/>
                <a:gd name="connsiteX88" fmla="*/ 857982 w 2915191"/>
                <a:gd name="connsiteY88" fmla="*/ 68212 h 539667"/>
                <a:gd name="connsiteX89" fmla="*/ 867732 w 2915191"/>
                <a:gd name="connsiteY89" fmla="*/ 126513 h 539667"/>
                <a:gd name="connsiteX90" fmla="*/ 877482 w 2915191"/>
                <a:gd name="connsiteY90" fmla="*/ 97261 h 539667"/>
                <a:gd name="connsiteX91" fmla="*/ 887231 w 2915191"/>
                <a:gd name="connsiteY91" fmla="*/ 106076 h 539667"/>
                <a:gd name="connsiteX92" fmla="*/ 896981 w 2915191"/>
                <a:gd name="connsiteY92" fmla="*/ 136871 h 539667"/>
                <a:gd name="connsiteX93" fmla="*/ 906730 w 2915191"/>
                <a:gd name="connsiteY93" fmla="*/ 144687 h 539667"/>
                <a:gd name="connsiteX94" fmla="*/ 916480 w 2915191"/>
                <a:gd name="connsiteY94" fmla="*/ 135950 h 539667"/>
                <a:gd name="connsiteX95" fmla="*/ 926230 w 2915191"/>
                <a:gd name="connsiteY95" fmla="*/ 118127 h 539667"/>
                <a:gd name="connsiteX96" fmla="*/ 935979 w 2915191"/>
                <a:gd name="connsiteY96" fmla="*/ 143222 h 539667"/>
                <a:gd name="connsiteX97" fmla="*/ 945729 w 2915191"/>
                <a:gd name="connsiteY97" fmla="*/ 172724 h 539667"/>
                <a:gd name="connsiteX98" fmla="*/ 955479 w 2915191"/>
                <a:gd name="connsiteY98" fmla="*/ 126787 h 539667"/>
                <a:gd name="connsiteX99" fmla="*/ 965229 w 2915191"/>
                <a:gd name="connsiteY99" fmla="*/ 123499 h 539667"/>
                <a:gd name="connsiteX100" fmla="*/ 974979 w 2915191"/>
                <a:gd name="connsiteY100" fmla="*/ 140439 h 539667"/>
                <a:gd name="connsiteX101" fmla="*/ 984729 w 2915191"/>
                <a:gd name="connsiteY101" fmla="*/ 142948 h 539667"/>
                <a:gd name="connsiteX102" fmla="*/ 994474 w 2915191"/>
                <a:gd name="connsiteY102" fmla="*/ 178111 h 539667"/>
                <a:gd name="connsiteX103" fmla="*/ 1004233 w 2915191"/>
                <a:gd name="connsiteY103" fmla="*/ 180106 h 539667"/>
                <a:gd name="connsiteX104" fmla="*/ 1013977 w 2915191"/>
                <a:gd name="connsiteY104" fmla="*/ 188718 h 539667"/>
                <a:gd name="connsiteX105" fmla="*/ 1023721 w 2915191"/>
                <a:gd name="connsiteY105" fmla="*/ 163990 h 539667"/>
                <a:gd name="connsiteX106" fmla="*/ 1033480 w 2915191"/>
                <a:gd name="connsiteY106" fmla="*/ 168202 h 539667"/>
                <a:gd name="connsiteX107" fmla="*/ 1043224 w 2915191"/>
                <a:gd name="connsiteY107" fmla="*/ 166122 h 539667"/>
                <a:gd name="connsiteX108" fmla="*/ 1052983 w 2915191"/>
                <a:gd name="connsiteY108" fmla="*/ 129290 h 539667"/>
                <a:gd name="connsiteX109" fmla="*/ 1062727 w 2915191"/>
                <a:gd name="connsiteY109" fmla="*/ 147959 h 539667"/>
                <a:gd name="connsiteX110" fmla="*/ 1072471 w 2915191"/>
                <a:gd name="connsiteY110" fmla="*/ 160446 h 539667"/>
                <a:gd name="connsiteX111" fmla="*/ 1082230 w 2915191"/>
                <a:gd name="connsiteY111" fmla="*/ 148202 h 539667"/>
                <a:gd name="connsiteX112" fmla="*/ 1091973 w 2915191"/>
                <a:gd name="connsiteY112" fmla="*/ 127966 h 539667"/>
                <a:gd name="connsiteX113" fmla="*/ 1101732 w 2915191"/>
                <a:gd name="connsiteY113" fmla="*/ 116053 h 539667"/>
                <a:gd name="connsiteX114" fmla="*/ 1111476 w 2915191"/>
                <a:gd name="connsiteY114" fmla="*/ 104644 h 539667"/>
                <a:gd name="connsiteX115" fmla="*/ 1121220 w 2915191"/>
                <a:gd name="connsiteY115" fmla="*/ 78792 h 539667"/>
                <a:gd name="connsiteX116" fmla="*/ 1130979 w 2915191"/>
                <a:gd name="connsiteY116" fmla="*/ 67765 h 539667"/>
                <a:gd name="connsiteX117" fmla="*/ 1140723 w 2915191"/>
                <a:gd name="connsiteY117" fmla="*/ 45987 h 539667"/>
                <a:gd name="connsiteX118" fmla="*/ 1150482 w 2915191"/>
                <a:gd name="connsiteY118" fmla="*/ 59061 h 539667"/>
                <a:gd name="connsiteX119" fmla="*/ 1160226 w 2915191"/>
                <a:gd name="connsiteY119" fmla="*/ 38512 h 539667"/>
                <a:gd name="connsiteX120" fmla="*/ 1169969 w 2915191"/>
                <a:gd name="connsiteY120" fmla="*/ 31036 h 539667"/>
                <a:gd name="connsiteX121" fmla="*/ 1179728 w 2915191"/>
                <a:gd name="connsiteY121" fmla="*/ 0 h 539667"/>
                <a:gd name="connsiteX122" fmla="*/ 1189472 w 2915191"/>
                <a:gd name="connsiteY122" fmla="*/ 7496 h 539667"/>
                <a:gd name="connsiteX123" fmla="*/ 1199231 w 2915191"/>
                <a:gd name="connsiteY123" fmla="*/ 14136 h 539667"/>
                <a:gd name="connsiteX124" fmla="*/ 1208975 w 2915191"/>
                <a:gd name="connsiteY124" fmla="*/ 9184 h 539667"/>
                <a:gd name="connsiteX125" fmla="*/ 1218719 w 2915191"/>
                <a:gd name="connsiteY125" fmla="*/ 25161 h 539667"/>
                <a:gd name="connsiteX126" fmla="*/ 1228478 w 2915191"/>
                <a:gd name="connsiteY126" fmla="*/ 31908 h 539667"/>
                <a:gd name="connsiteX127" fmla="*/ 1238222 w 2915191"/>
                <a:gd name="connsiteY127" fmla="*/ 75557 h 539667"/>
                <a:gd name="connsiteX128" fmla="*/ 1247966 w 2915191"/>
                <a:gd name="connsiteY128" fmla="*/ 62494 h 539667"/>
                <a:gd name="connsiteX129" fmla="*/ 1257725 w 2915191"/>
                <a:gd name="connsiteY129" fmla="*/ 64861 h 539667"/>
                <a:gd name="connsiteX130" fmla="*/ 1267469 w 2915191"/>
                <a:gd name="connsiteY130" fmla="*/ 73071 h 539667"/>
                <a:gd name="connsiteX131" fmla="*/ 1277227 w 2915191"/>
                <a:gd name="connsiteY131" fmla="*/ 79759 h 539667"/>
                <a:gd name="connsiteX132" fmla="*/ 1286971 w 2915191"/>
                <a:gd name="connsiteY132" fmla="*/ 88680 h 539667"/>
                <a:gd name="connsiteX133" fmla="*/ 1296715 w 2915191"/>
                <a:gd name="connsiteY133" fmla="*/ 91585 h 539667"/>
                <a:gd name="connsiteX134" fmla="*/ 1306474 w 2915191"/>
                <a:gd name="connsiteY134" fmla="*/ 114272 h 539667"/>
                <a:gd name="connsiteX135" fmla="*/ 1316218 w 2915191"/>
                <a:gd name="connsiteY135" fmla="*/ 82814 h 539667"/>
                <a:gd name="connsiteX136" fmla="*/ 1325977 w 2915191"/>
                <a:gd name="connsiteY136" fmla="*/ 76120 h 539667"/>
                <a:gd name="connsiteX137" fmla="*/ 1335721 w 2915191"/>
                <a:gd name="connsiteY137" fmla="*/ 59909 h 539667"/>
                <a:gd name="connsiteX138" fmla="*/ 1345465 w 2915191"/>
                <a:gd name="connsiteY138" fmla="*/ 87946 h 539667"/>
                <a:gd name="connsiteX139" fmla="*/ 1355224 w 2915191"/>
                <a:gd name="connsiteY139" fmla="*/ 69887 h 539667"/>
                <a:gd name="connsiteX140" fmla="*/ 1364967 w 2915191"/>
                <a:gd name="connsiteY140" fmla="*/ 87441 h 539667"/>
                <a:gd name="connsiteX141" fmla="*/ 1374726 w 2915191"/>
                <a:gd name="connsiteY141" fmla="*/ 69216 h 539667"/>
                <a:gd name="connsiteX142" fmla="*/ 1384470 w 2915191"/>
                <a:gd name="connsiteY142" fmla="*/ 57124 h 539667"/>
                <a:gd name="connsiteX143" fmla="*/ 1394214 w 2915191"/>
                <a:gd name="connsiteY143" fmla="*/ 77090 h 539667"/>
                <a:gd name="connsiteX144" fmla="*/ 1403973 w 2915191"/>
                <a:gd name="connsiteY144" fmla="*/ 110792 h 539667"/>
                <a:gd name="connsiteX145" fmla="*/ 1413717 w 2915191"/>
                <a:gd name="connsiteY145" fmla="*/ 106157 h 539667"/>
                <a:gd name="connsiteX146" fmla="*/ 1423476 w 2915191"/>
                <a:gd name="connsiteY146" fmla="*/ 88713 h 539667"/>
                <a:gd name="connsiteX147" fmla="*/ 1433220 w 2915191"/>
                <a:gd name="connsiteY147" fmla="*/ 123241 h 539667"/>
                <a:gd name="connsiteX148" fmla="*/ 1442964 w 2915191"/>
                <a:gd name="connsiteY148" fmla="*/ 128136 h 539667"/>
                <a:gd name="connsiteX149" fmla="*/ 1452722 w 2915191"/>
                <a:gd name="connsiteY149" fmla="*/ 155864 h 539667"/>
                <a:gd name="connsiteX150" fmla="*/ 1462466 w 2915191"/>
                <a:gd name="connsiteY150" fmla="*/ 183076 h 539667"/>
                <a:gd name="connsiteX151" fmla="*/ 1472225 w 2915191"/>
                <a:gd name="connsiteY151" fmla="*/ 211659 h 539667"/>
                <a:gd name="connsiteX152" fmla="*/ 1481969 w 2915191"/>
                <a:gd name="connsiteY152" fmla="*/ 252037 h 539667"/>
                <a:gd name="connsiteX153" fmla="*/ 1491713 w 2915191"/>
                <a:gd name="connsiteY153" fmla="*/ 236860 h 539667"/>
                <a:gd name="connsiteX154" fmla="*/ 1501472 w 2915191"/>
                <a:gd name="connsiteY154" fmla="*/ 252420 h 539667"/>
                <a:gd name="connsiteX155" fmla="*/ 1511216 w 2915191"/>
                <a:gd name="connsiteY155" fmla="*/ 266951 h 539667"/>
                <a:gd name="connsiteX156" fmla="*/ 1520960 w 2915191"/>
                <a:gd name="connsiteY156" fmla="*/ 260421 h 539667"/>
                <a:gd name="connsiteX157" fmla="*/ 1530719 w 2915191"/>
                <a:gd name="connsiteY157" fmla="*/ 273721 h 539667"/>
                <a:gd name="connsiteX158" fmla="*/ 1540463 w 2915191"/>
                <a:gd name="connsiteY158" fmla="*/ 266874 h 539667"/>
                <a:gd name="connsiteX159" fmla="*/ 1550221 w 2915191"/>
                <a:gd name="connsiteY159" fmla="*/ 250741 h 539667"/>
                <a:gd name="connsiteX160" fmla="*/ 1559965 w 2915191"/>
                <a:gd name="connsiteY160" fmla="*/ 230428 h 539667"/>
                <a:gd name="connsiteX161" fmla="*/ 1569709 w 2915191"/>
                <a:gd name="connsiteY161" fmla="*/ 232527 h 539667"/>
                <a:gd name="connsiteX162" fmla="*/ 1579468 w 2915191"/>
                <a:gd name="connsiteY162" fmla="*/ 227360 h 539667"/>
                <a:gd name="connsiteX163" fmla="*/ 1589212 w 2915191"/>
                <a:gd name="connsiteY163" fmla="*/ 239203 h 539667"/>
                <a:gd name="connsiteX164" fmla="*/ 1598971 w 2915191"/>
                <a:gd name="connsiteY164" fmla="*/ 244994 h 539667"/>
                <a:gd name="connsiteX165" fmla="*/ 1608715 w 2915191"/>
                <a:gd name="connsiteY165" fmla="*/ 239582 h 539667"/>
                <a:gd name="connsiteX166" fmla="*/ 1618459 w 2915191"/>
                <a:gd name="connsiteY166" fmla="*/ 214644 h 539667"/>
                <a:gd name="connsiteX167" fmla="*/ 1628218 w 2915191"/>
                <a:gd name="connsiteY167" fmla="*/ 213096 h 539667"/>
                <a:gd name="connsiteX168" fmla="*/ 1637962 w 2915191"/>
                <a:gd name="connsiteY168" fmla="*/ 213568 h 539667"/>
                <a:gd name="connsiteX169" fmla="*/ 1647720 w 2915191"/>
                <a:gd name="connsiteY169" fmla="*/ 223695 h 539667"/>
                <a:gd name="connsiteX170" fmla="*/ 1657464 w 2915191"/>
                <a:gd name="connsiteY170" fmla="*/ 250087 h 539667"/>
                <a:gd name="connsiteX171" fmla="*/ 1667208 w 2915191"/>
                <a:gd name="connsiteY171" fmla="*/ 261109 h 539667"/>
                <a:gd name="connsiteX172" fmla="*/ 1676967 w 2915191"/>
                <a:gd name="connsiteY172" fmla="*/ 283654 h 539667"/>
                <a:gd name="connsiteX173" fmla="*/ 1686711 w 2915191"/>
                <a:gd name="connsiteY173" fmla="*/ 300058 h 539667"/>
                <a:gd name="connsiteX174" fmla="*/ 1696470 w 2915191"/>
                <a:gd name="connsiteY174" fmla="*/ 273599 h 539667"/>
                <a:gd name="connsiteX175" fmla="*/ 1706214 w 2915191"/>
                <a:gd name="connsiteY175" fmla="*/ 283760 h 539667"/>
                <a:gd name="connsiteX176" fmla="*/ 1715958 w 2915191"/>
                <a:gd name="connsiteY176" fmla="*/ 353076 h 539667"/>
                <a:gd name="connsiteX177" fmla="*/ 1725716 w 2915191"/>
                <a:gd name="connsiteY177" fmla="*/ 322889 h 539667"/>
                <a:gd name="connsiteX178" fmla="*/ 1735460 w 2915191"/>
                <a:gd name="connsiteY178" fmla="*/ 287781 h 539667"/>
                <a:gd name="connsiteX179" fmla="*/ 1745219 w 2915191"/>
                <a:gd name="connsiteY179" fmla="*/ 283364 h 539667"/>
                <a:gd name="connsiteX180" fmla="*/ 1754963 w 2915191"/>
                <a:gd name="connsiteY180" fmla="*/ 282790 h 539667"/>
                <a:gd name="connsiteX181" fmla="*/ 1764707 w 2915191"/>
                <a:gd name="connsiteY181" fmla="*/ 323199 h 539667"/>
                <a:gd name="connsiteX182" fmla="*/ 1774466 w 2915191"/>
                <a:gd name="connsiteY182" fmla="*/ 325503 h 539667"/>
                <a:gd name="connsiteX183" fmla="*/ 1784210 w 2915191"/>
                <a:gd name="connsiteY183" fmla="*/ 341088 h 539667"/>
                <a:gd name="connsiteX184" fmla="*/ 1793969 w 2915191"/>
                <a:gd name="connsiteY184" fmla="*/ 354551 h 539667"/>
                <a:gd name="connsiteX185" fmla="*/ 1803713 w 2915191"/>
                <a:gd name="connsiteY185" fmla="*/ 329759 h 539667"/>
                <a:gd name="connsiteX186" fmla="*/ 1813457 w 2915191"/>
                <a:gd name="connsiteY186" fmla="*/ 329665 h 539667"/>
                <a:gd name="connsiteX187" fmla="*/ 1823215 w 2915191"/>
                <a:gd name="connsiteY187" fmla="*/ 299753 h 539667"/>
                <a:gd name="connsiteX188" fmla="*/ 1832959 w 2915191"/>
                <a:gd name="connsiteY188" fmla="*/ 316153 h 539667"/>
                <a:gd name="connsiteX189" fmla="*/ 1842703 w 2915191"/>
                <a:gd name="connsiteY189" fmla="*/ 307367 h 539667"/>
                <a:gd name="connsiteX190" fmla="*/ 1852462 w 2915191"/>
                <a:gd name="connsiteY190" fmla="*/ 298756 h 539667"/>
                <a:gd name="connsiteX191" fmla="*/ 1862206 w 2915191"/>
                <a:gd name="connsiteY191" fmla="*/ 272280 h 539667"/>
                <a:gd name="connsiteX192" fmla="*/ 1871965 w 2915191"/>
                <a:gd name="connsiteY192" fmla="*/ 262872 h 539667"/>
                <a:gd name="connsiteX193" fmla="*/ 1881709 w 2915191"/>
                <a:gd name="connsiteY193" fmla="*/ 288689 h 539667"/>
                <a:gd name="connsiteX194" fmla="*/ 1891453 w 2915191"/>
                <a:gd name="connsiteY194" fmla="*/ 316870 h 539667"/>
                <a:gd name="connsiteX195" fmla="*/ 1901212 w 2915191"/>
                <a:gd name="connsiteY195" fmla="*/ 347441 h 539667"/>
                <a:gd name="connsiteX196" fmla="*/ 1910956 w 2915191"/>
                <a:gd name="connsiteY196" fmla="*/ 329379 h 539667"/>
                <a:gd name="connsiteX197" fmla="*/ 1920714 w 2915191"/>
                <a:gd name="connsiteY197" fmla="*/ 350788 h 539667"/>
                <a:gd name="connsiteX198" fmla="*/ 1930458 w 2915191"/>
                <a:gd name="connsiteY198" fmla="*/ 361481 h 539667"/>
                <a:gd name="connsiteX199" fmla="*/ 1940202 w 2915191"/>
                <a:gd name="connsiteY199" fmla="*/ 362544 h 539667"/>
                <a:gd name="connsiteX200" fmla="*/ 1949961 w 2915191"/>
                <a:gd name="connsiteY200" fmla="*/ 357324 h 539667"/>
                <a:gd name="connsiteX201" fmla="*/ 1959705 w 2915191"/>
                <a:gd name="connsiteY201" fmla="*/ 387092 h 539667"/>
                <a:gd name="connsiteX202" fmla="*/ 1969464 w 2915191"/>
                <a:gd name="connsiteY202" fmla="*/ 398244 h 539667"/>
                <a:gd name="connsiteX203" fmla="*/ 1979208 w 2915191"/>
                <a:gd name="connsiteY203" fmla="*/ 426772 h 539667"/>
                <a:gd name="connsiteX204" fmla="*/ 1988952 w 2915191"/>
                <a:gd name="connsiteY204" fmla="*/ 449693 h 539667"/>
                <a:gd name="connsiteX205" fmla="*/ 1998711 w 2915191"/>
                <a:gd name="connsiteY205" fmla="*/ 436942 h 539667"/>
                <a:gd name="connsiteX206" fmla="*/ 2008454 w 2915191"/>
                <a:gd name="connsiteY206" fmla="*/ 454438 h 539667"/>
                <a:gd name="connsiteX207" fmla="*/ 2018213 w 2915191"/>
                <a:gd name="connsiteY207" fmla="*/ 443485 h 539667"/>
                <a:gd name="connsiteX208" fmla="*/ 2027957 w 2915191"/>
                <a:gd name="connsiteY208" fmla="*/ 424436 h 539667"/>
                <a:gd name="connsiteX209" fmla="*/ 2037701 w 2915191"/>
                <a:gd name="connsiteY209" fmla="*/ 408856 h 539667"/>
                <a:gd name="connsiteX210" fmla="*/ 2047460 w 2915191"/>
                <a:gd name="connsiteY210" fmla="*/ 408430 h 539667"/>
                <a:gd name="connsiteX211" fmla="*/ 2057204 w 2915191"/>
                <a:gd name="connsiteY211" fmla="*/ 443988 h 539667"/>
                <a:gd name="connsiteX212" fmla="*/ 2066963 w 2915191"/>
                <a:gd name="connsiteY212" fmla="*/ 461025 h 539667"/>
                <a:gd name="connsiteX213" fmla="*/ 2076707 w 2915191"/>
                <a:gd name="connsiteY213" fmla="*/ 477478 h 539667"/>
                <a:gd name="connsiteX214" fmla="*/ 2086451 w 2915191"/>
                <a:gd name="connsiteY214" fmla="*/ 475839 h 539667"/>
                <a:gd name="connsiteX215" fmla="*/ 2096210 w 2915191"/>
                <a:gd name="connsiteY215" fmla="*/ 473992 h 539667"/>
                <a:gd name="connsiteX216" fmla="*/ 2105954 w 2915191"/>
                <a:gd name="connsiteY216" fmla="*/ 471599 h 539667"/>
                <a:gd name="connsiteX217" fmla="*/ 2115697 w 2915191"/>
                <a:gd name="connsiteY217" fmla="*/ 474233 h 539667"/>
                <a:gd name="connsiteX218" fmla="*/ 2125456 w 2915191"/>
                <a:gd name="connsiteY218" fmla="*/ 456618 h 539667"/>
                <a:gd name="connsiteX219" fmla="*/ 2135200 w 2915191"/>
                <a:gd name="connsiteY219" fmla="*/ 453220 h 539667"/>
                <a:gd name="connsiteX220" fmla="*/ 2144959 w 2915191"/>
                <a:gd name="connsiteY220" fmla="*/ 463409 h 539667"/>
                <a:gd name="connsiteX221" fmla="*/ 2154703 w 2915191"/>
                <a:gd name="connsiteY221" fmla="*/ 454368 h 539667"/>
                <a:gd name="connsiteX222" fmla="*/ 2164447 w 2915191"/>
                <a:gd name="connsiteY222" fmla="*/ 454134 h 539667"/>
                <a:gd name="connsiteX223" fmla="*/ 2174206 w 2915191"/>
                <a:gd name="connsiteY223" fmla="*/ 442468 h 539667"/>
                <a:gd name="connsiteX224" fmla="*/ 2183950 w 2915191"/>
                <a:gd name="connsiteY224" fmla="*/ 435576 h 539667"/>
                <a:gd name="connsiteX225" fmla="*/ 2193709 w 2915191"/>
                <a:gd name="connsiteY225" fmla="*/ 471675 h 539667"/>
                <a:gd name="connsiteX226" fmla="*/ 2203452 w 2915191"/>
                <a:gd name="connsiteY226" fmla="*/ 521147 h 539667"/>
                <a:gd name="connsiteX227" fmla="*/ 2213196 w 2915191"/>
                <a:gd name="connsiteY227" fmla="*/ 529568 h 539667"/>
                <a:gd name="connsiteX228" fmla="*/ 2222955 w 2915191"/>
                <a:gd name="connsiteY228" fmla="*/ 539668 h 539667"/>
                <a:gd name="connsiteX229" fmla="*/ 2232699 w 2915191"/>
                <a:gd name="connsiteY229" fmla="*/ 482965 h 539667"/>
                <a:gd name="connsiteX230" fmla="*/ 2242458 w 2915191"/>
                <a:gd name="connsiteY230" fmla="*/ 498876 h 539667"/>
                <a:gd name="connsiteX231" fmla="*/ 2252202 w 2915191"/>
                <a:gd name="connsiteY231" fmla="*/ 501504 h 539667"/>
                <a:gd name="connsiteX232" fmla="*/ 2261946 w 2915191"/>
                <a:gd name="connsiteY232" fmla="*/ 499482 h 539667"/>
                <a:gd name="connsiteX233" fmla="*/ 2271705 w 2915191"/>
                <a:gd name="connsiteY233" fmla="*/ 514267 h 539667"/>
                <a:gd name="connsiteX234" fmla="*/ 2281449 w 2915191"/>
                <a:gd name="connsiteY234" fmla="*/ 486516 h 539667"/>
                <a:gd name="connsiteX235" fmla="*/ 2291208 w 2915191"/>
                <a:gd name="connsiteY235" fmla="*/ 467792 h 539667"/>
                <a:gd name="connsiteX236" fmla="*/ 2300951 w 2915191"/>
                <a:gd name="connsiteY236" fmla="*/ 430667 h 539667"/>
                <a:gd name="connsiteX237" fmla="*/ 2310695 w 2915191"/>
                <a:gd name="connsiteY237" fmla="*/ 411788 h 539667"/>
                <a:gd name="connsiteX238" fmla="*/ 2320454 w 2915191"/>
                <a:gd name="connsiteY238" fmla="*/ 424514 h 539667"/>
                <a:gd name="connsiteX239" fmla="*/ 2330198 w 2915191"/>
                <a:gd name="connsiteY239" fmla="*/ 407462 h 539667"/>
                <a:gd name="connsiteX240" fmla="*/ 2339957 w 2915191"/>
                <a:gd name="connsiteY240" fmla="*/ 407565 h 539667"/>
                <a:gd name="connsiteX241" fmla="*/ 2349701 w 2915191"/>
                <a:gd name="connsiteY241" fmla="*/ 412499 h 539667"/>
                <a:gd name="connsiteX242" fmla="*/ 2359445 w 2915191"/>
                <a:gd name="connsiteY242" fmla="*/ 423775 h 539667"/>
                <a:gd name="connsiteX243" fmla="*/ 2369204 w 2915191"/>
                <a:gd name="connsiteY243" fmla="*/ 407150 h 539667"/>
                <a:gd name="connsiteX244" fmla="*/ 2378948 w 2915191"/>
                <a:gd name="connsiteY244" fmla="*/ 400111 h 539667"/>
                <a:gd name="connsiteX245" fmla="*/ 2388692 w 2915191"/>
                <a:gd name="connsiteY245" fmla="*/ 385462 h 539667"/>
                <a:gd name="connsiteX246" fmla="*/ 2398450 w 2915191"/>
                <a:gd name="connsiteY246" fmla="*/ 383169 h 539667"/>
                <a:gd name="connsiteX247" fmla="*/ 2408194 w 2915191"/>
                <a:gd name="connsiteY247" fmla="*/ 377548 h 539667"/>
                <a:gd name="connsiteX248" fmla="*/ 2417953 w 2915191"/>
                <a:gd name="connsiteY248" fmla="*/ 391366 h 539667"/>
                <a:gd name="connsiteX249" fmla="*/ 2427697 w 2915191"/>
                <a:gd name="connsiteY249" fmla="*/ 394340 h 539667"/>
                <a:gd name="connsiteX250" fmla="*/ 2437441 w 2915191"/>
                <a:gd name="connsiteY250" fmla="*/ 452811 h 539667"/>
                <a:gd name="connsiteX251" fmla="*/ 2447200 w 2915191"/>
                <a:gd name="connsiteY251" fmla="*/ 436859 h 539667"/>
                <a:gd name="connsiteX252" fmla="*/ 2456944 w 2915191"/>
                <a:gd name="connsiteY252" fmla="*/ 441130 h 539667"/>
                <a:gd name="connsiteX253" fmla="*/ 2466703 w 2915191"/>
                <a:gd name="connsiteY253" fmla="*/ 432811 h 539667"/>
                <a:gd name="connsiteX254" fmla="*/ 2476446 w 2915191"/>
                <a:gd name="connsiteY254" fmla="*/ 430990 h 539667"/>
                <a:gd name="connsiteX255" fmla="*/ 2486190 w 2915191"/>
                <a:gd name="connsiteY255" fmla="*/ 419797 h 539667"/>
                <a:gd name="connsiteX256" fmla="*/ 2495949 w 2915191"/>
                <a:gd name="connsiteY256" fmla="*/ 403756 h 539667"/>
                <a:gd name="connsiteX257" fmla="*/ 2505693 w 2915191"/>
                <a:gd name="connsiteY257" fmla="*/ 406626 h 539667"/>
                <a:gd name="connsiteX258" fmla="*/ 2515452 w 2915191"/>
                <a:gd name="connsiteY258" fmla="*/ 435807 h 539667"/>
                <a:gd name="connsiteX259" fmla="*/ 2525196 w 2915191"/>
                <a:gd name="connsiteY259" fmla="*/ 450651 h 539667"/>
                <a:gd name="connsiteX260" fmla="*/ 2534940 w 2915191"/>
                <a:gd name="connsiteY260" fmla="*/ 476620 h 539667"/>
                <a:gd name="connsiteX261" fmla="*/ 2544699 w 2915191"/>
                <a:gd name="connsiteY261" fmla="*/ 477199 h 539667"/>
                <a:gd name="connsiteX262" fmla="*/ 2554443 w 2915191"/>
                <a:gd name="connsiteY262" fmla="*/ 470668 h 539667"/>
                <a:gd name="connsiteX263" fmla="*/ 2564202 w 2915191"/>
                <a:gd name="connsiteY263" fmla="*/ 452235 h 539667"/>
                <a:gd name="connsiteX264" fmla="*/ 2573946 w 2915191"/>
                <a:gd name="connsiteY264" fmla="*/ 449197 h 539667"/>
                <a:gd name="connsiteX265" fmla="*/ 2583690 w 2915191"/>
                <a:gd name="connsiteY265" fmla="*/ 451791 h 539667"/>
                <a:gd name="connsiteX266" fmla="*/ 2593448 w 2915191"/>
                <a:gd name="connsiteY266" fmla="*/ 449182 h 539667"/>
                <a:gd name="connsiteX267" fmla="*/ 2603192 w 2915191"/>
                <a:gd name="connsiteY267" fmla="*/ 467648 h 539667"/>
                <a:gd name="connsiteX268" fmla="*/ 2612951 w 2915191"/>
                <a:gd name="connsiteY268" fmla="*/ 440293 h 539667"/>
                <a:gd name="connsiteX269" fmla="*/ 2622695 w 2915191"/>
                <a:gd name="connsiteY269" fmla="*/ 447546 h 539667"/>
                <a:gd name="connsiteX270" fmla="*/ 2632439 w 2915191"/>
                <a:gd name="connsiteY270" fmla="*/ 431434 h 539667"/>
                <a:gd name="connsiteX271" fmla="*/ 2642198 w 2915191"/>
                <a:gd name="connsiteY271" fmla="*/ 411817 h 539667"/>
                <a:gd name="connsiteX272" fmla="*/ 2651942 w 2915191"/>
                <a:gd name="connsiteY272" fmla="*/ 381208 h 539667"/>
                <a:gd name="connsiteX273" fmla="*/ 2661685 w 2915191"/>
                <a:gd name="connsiteY273" fmla="*/ 376952 h 539667"/>
                <a:gd name="connsiteX274" fmla="*/ 2671444 w 2915191"/>
                <a:gd name="connsiteY274" fmla="*/ 340683 h 539667"/>
                <a:gd name="connsiteX275" fmla="*/ 2681188 w 2915191"/>
                <a:gd name="connsiteY275" fmla="*/ 374711 h 539667"/>
                <a:gd name="connsiteX276" fmla="*/ 2690947 w 2915191"/>
                <a:gd name="connsiteY276" fmla="*/ 360463 h 539667"/>
                <a:gd name="connsiteX277" fmla="*/ 2700691 w 2915191"/>
                <a:gd name="connsiteY277" fmla="*/ 338003 h 539667"/>
                <a:gd name="connsiteX278" fmla="*/ 2710435 w 2915191"/>
                <a:gd name="connsiteY278" fmla="*/ 366347 h 539667"/>
                <a:gd name="connsiteX279" fmla="*/ 2720194 w 2915191"/>
                <a:gd name="connsiteY279" fmla="*/ 411662 h 539667"/>
                <a:gd name="connsiteX280" fmla="*/ 2729938 w 2915191"/>
                <a:gd name="connsiteY280" fmla="*/ 414573 h 539667"/>
                <a:gd name="connsiteX281" fmla="*/ 2739697 w 2915191"/>
                <a:gd name="connsiteY281" fmla="*/ 433183 h 539667"/>
                <a:gd name="connsiteX282" fmla="*/ 2749441 w 2915191"/>
                <a:gd name="connsiteY282" fmla="*/ 395510 h 539667"/>
                <a:gd name="connsiteX283" fmla="*/ 2759185 w 2915191"/>
                <a:gd name="connsiteY283" fmla="*/ 376587 h 539667"/>
                <a:gd name="connsiteX284" fmla="*/ 2768943 w 2915191"/>
                <a:gd name="connsiteY284" fmla="*/ 405114 h 539667"/>
                <a:gd name="connsiteX285" fmla="*/ 2778687 w 2915191"/>
                <a:gd name="connsiteY285" fmla="*/ 403893 h 539667"/>
                <a:gd name="connsiteX286" fmla="*/ 2788446 w 2915191"/>
                <a:gd name="connsiteY286" fmla="*/ 425074 h 539667"/>
                <a:gd name="connsiteX287" fmla="*/ 2798190 w 2915191"/>
                <a:gd name="connsiteY287" fmla="*/ 405918 h 539667"/>
                <a:gd name="connsiteX288" fmla="*/ 2807934 w 2915191"/>
                <a:gd name="connsiteY288" fmla="*/ 425475 h 539667"/>
                <a:gd name="connsiteX289" fmla="*/ 2817693 w 2915191"/>
                <a:gd name="connsiteY289" fmla="*/ 413724 h 539667"/>
                <a:gd name="connsiteX290" fmla="*/ 2827437 w 2915191"/>
                <a:gd name="connsiteY290" fmla="*/ 411617 h 539667"/>
                <a:gd name="connsiteX291" fmla="*/ 2837196 w 2915191"/>
                <a:gd name="connsiteY291" fmla="*/ 418332 h 539667"/>
                <a:gd name="connsiteX292" fmla="*/ 2846940 w 2915191"/>
                <a:gd name="connsiteY292" fmla="*/ 425501 h 539667"/>
                <a:gd name="connsiteX293" fmla="*/ 2856684 w 2915191"/>
                <a:gd name="connsiteY293" fmla="*/ 431391 h 539667"/>
                <a:gd name="connsiteX294" fmla="*/ 2866442 w 2915191"/>
                <a:gd name="connsiteY294" fmla="*/ 467523 h 539667"/>
                <a:gd name="connsiteX295" fmla="*/ 2876186 w 2915191"/>
                <a:gd name="connsiteY295" fmla="*/ 460851 h 539667"/>
                <a:gd name="connsiteX296" fmla="*/ 2885945 w 2915191"/>
                <a:gd name="connsiteY296" fmla="*/ 467402 h 539667"/>
                <a:gd name="connsiteX297" fmla="*/ 2895689 w 2915191"/>
                <a:gd name="connsiteY297" fmla="*/ 479743 h 539667"/>
                <a:gd name="connsiteX298" fmla="*/ 2905433 w 2915191"/>
                <a:gd name="connsiteY298" fmla="*/ 488883 h 539667"/>
                <a:gd name="connsiteX299" fmla="*/ 2915192 w 2915191"/>
                <a:gd name="connsiteY299" fmla="*/ 513146 h 539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39667">
                  <a:moveTo>
                    <a:pt x="0" y="249036"/>
                  </a:moveTo>
                  <a:lnTo>
                    <a:pt x="9750" y="246858"/>
                  </a:lnTo>
                  <a:lnTo>
                    <a:pt x="19500" y="251215"/>
                  </a:lnTo>
                  <a:lnTo>
                    <a:pt x="29250" y="273288"/>
                  </a:lnTo>
                  <a:lnTo>
                    <a:pt x="39000" y="262527"/>
                  </a:lnTo>
                  <a:lnTo>
                    <a:pt x="48749" y="284369"/>
                  </a:lnTo>
                  <a:lnTo>
                    <a:pt x="58499" y="262350"/>
                  </a:lnTo>
                  <a:lnTo>
                    <a:pt x="68249" y="261042"/>
                  </a:lnTo>
                  <a:lnTo>
                    <a:pt x="77998" y="251797"/>
                  </a:lnTo>
                  <a:lnTo>
                    <a:pt x="87748" y="244591"/>
                  </a:lnTo>
                  <a:lnTo>
                    <a:pt x="97497" y="185662"/>
                  </a:lnTo>
                  <a:lnTo>
                    <a:pt x="107247" y="181912"/>
                  </a:lnTo>
                  <a:lnTo>
                    <a:pt x="116997" y="150909"/>
                  </a:lnTo>
                  <a:lnTo>
                    <a:pt x="126747" y="136344"/>
                  </a:lnTo>
                  <a:lnTo>
                    <a:pt x="136497" y="142682"/>
                  </a:lnTo>
                  <a:lnTo>
                    <a:pt x="146247" y="153519"/>
                  </a:lnTo>
                  <a:lnTo>
                    <a:pt x="155997" y="196352"/>
                  </a:lnTo>
                  <a:lnTo>
                    <a:pt x="165747" y="241477"/>
                  </a:lnTo>
                  <a:lnTo>
                    <a:pt x="175497" y="275640"/>
                  </a:lnTo>
                  <a:lnTo>
                    <a:pt x="185247" y="296022"/>
                  </a:lnTo>
                  <a:lnTo>
                    <a:pt x="194996" y="302041"/>
                  </a:lnTo>
                  <a:lnTo>
                    <a:pt x="204746" y="267046"/>
                  </a:lnTo>
                  <a:lnTo>
                    <a:pt x="214495" y="234814"/>
                  </a:lnTo>
                  <a:lnTo>
                    <a:pt x="224245" y="209030"/>
                  </a:lnTo>
                  <a:lnTo>
                    <a:pt x="233995" y="231855"/>
                  </a:lnTo>
                  <a:lnTo>
                    <a:pt x="243744" y="225678"/>
                  </a:lnTo>
                  <a:lnTo>
                    <a:pt x="253494" y="238665"/>
                  </a:lnTo>
                  <a:lnTo>
                    <a:pt x="263244" y="231050"/>
                  </a:lnTo>
                  <a:lnTo>
                    <a:pt x="272994" y="211160"/>
                  </a:lnTo>
                  <a:lnTo>
                    <a:pt x="282744" y="227858"/>
                  </a:lnTo>
                  <a:lnTo>
                    <a:pt x="292494" y="222114"/>
                  </a:lnTo>
                  <a:lnTo>
                    <a:pt x="302244" y="242368"/>
                  </a:lnTo>
                  <a:lnTo>
                    <a:pt x="311994" y="233221"/>
                  </a:lnTo>
                  <a:lnTo>
                    <a:pt x="321744" y="206646"/>
                  </a:lnTo>
                  <a:lnTo>
                    <a:pt x="331493" y="214508"/>
                  </a:lnTo>
                  <a:lnTo>
                    <a:pt x="341243" y="212680"/>
                  </a:lnTo>
                  <a:lnTo>
                    <a:pt x="350993" y="197973"/>
                  </a:lnTo>
                  <a:lnTo>
                    <a:pt x="360742" y="212339"/>
                  </a:lnTo>
                  <a:lnTo>
                    <a:pt x="370492" y="191354"/>
                  </a:lnTo>
                  <a:lnTo>
                    <a:pt x="380241" y="185720"/>
                  </a:lnTo>
                  <a:lnTo>
                    <a:pt x="389991" y="172873"/>
                  </a:lnTo>
                  <a:lnTo>
                    <a:pt x="399741" y="148427"/>
                  </a:lnTo>
                  <a:lnTo>
                    <a:pt x="409491" y="106209"/>
                  </a:lnTo>
                  <a:lnTo>
                    <a:pt x="419241" y="106753"/>
                  </a:lnTo>
                  <a:lnTo>
                    <a:pt x="428991" y="108678"/>
                  </a:lnTo>
                  <a:lnTo>
                    <a:pt x="438741" y="138067"/>
                  </a:lnTo>
                  <a:lnTo>
                    <a:pt x="448491" y="131679"/>
                  </a:lnTo>
                  <a:lnTo>
                    <a:pt x="458241" y="128721"/>
                  </a:lnTo>
                  <a:lnTo>
                    <a:pt x="467991" y="86727"/>
                  </a:lnTo>
                  <a:lnTo>
                    <a:pt x="477740" y="118520"/>
                  </a:lnTo>
                  <a:lnTo>
                    <a:pt x="487490" y="123773"/>
                  </a:lnTo>
                  <a:lnTo>
                    <a:pt x="497239" y="140876"/>
                  </a:lnTo>
                  <a:lnTo>
                    <a:pt x="506989" y="110577"/>
                  </a:lnTo>
                  <a:lnTo>
                    <a:pt x="516738" y="130750"/>
                  </a:lnTo>
                  <a:lnTo>
                    <a:pt x="526488" y="152741"/>
                  </a:lnTo>
                  <a:lnTo>
                    <a:pt x="536238" y="171203"/>
                  </a:lnTo>
                  <a:lnTo>
                    <a:pt x="545988" y="192070"/>
                  </a:lnTo>
                  <a:lnTo>
                    <a:pt x="555738" y="188319"/>
                  </a:lnTo>
                  <a:lnTo>
                    <a:pt x="565488" y="168306"/>
                  </a:lnTo>
                  <a:lnTo>
                    <a:pt x="575238" y="173722"/>
                  </a:lnTo>
                  <a:lnTo>
                    <a:pt x="584988" y="194986"/>
                  </a:lnTo>
                  <a:lnTo>
                    <a:pt x="594738" y="204457"/>
                  </a:lnTo>
                  <a:lnTo>
                    <a:pt x="604488" y="174579"/>
                  </a:lnTo>
                  <a:lnTo>
                    <a:pt x="614237" y="163206"/>
                  </a:lnTo>
                  <a:lnTo>
                    <a:pt x="623987" y="146339"/>
                  </a:lnTo>
                  <a:lnTo>
                    <a:pt x="633736" y="126491"/>
                  </a:lnTo>
                  <a:lnTo>
                    <a:pt x="643486" y="142072"/>
                  </a:lnTo>
                  <a:lnTo>
                    <a:pt x="653236" y="143830"/>
                  </a:lnTo>
                  <a:lnTo>
                    <a:pt x="662985" y="168753"/>
                  </a:lnTo>
                  <a:lnTo>
                    <a:pt x="672735" y="175404"/>
                  </a:lnTo>
                  <a:lnTo>
                    <a:pt x="682485" y="170099"/>
                  </a:lnTo>
                  <a:lnTo>
                    <a:pt x="692235" y="181002"/>
                  </a:lnTo>
                  <a:lnTo>
                    <a:pt x="701985" y="161229"/>
                  </a:lnTo>
                  <a:lnTo>
                    <a:pt x="711735" y="142738"/>
                  </a:lnTo>
                  <a:lnTo>
                    <a:pt x="721485" y="112580"/>
                  </a:lnTo>
                  <a:lnTo>
                    <a:pt x="731235" y="125297"/>
                  </a:lnTo>
                  <a:lnTo>
                    <a:pt x="740985" y="164369"/>
                  </a:lnTo>
                  <a:lnTo>
                    <a:pt x="750734" y="158552"/>
                  </a:lnTo>
                  <a:lnTo>
                    <a:pt x="760484" y="155690"/>
                  </a:lnTo>
                  <a:lnTo>
                    <a:pt x="770233" y="151037"/>
                  </a:lnTo>
                  <a:lnTo>
                    <a:pt x="779983" y="149771"/>
                  </a:lnTo>
                  <a:lnTo>
                    <a:pt x="789733" y="127915"/>
                  </a:lnTo>
                  <a:lnTo>
                    <a:pt x="799482" y="116391"/>
                  </a:lnTo>
                  <a:lnTo>
                    <a:pt x="809232" y="116677"/>
                  </a:lnTo>
                  <a:lnTo>
                    <a:pt x="818982" y="100865"/>
                  </a:lnTo>
                  <a:lnTo>
                    <a:pt x="828732" y="84750"/>
                  </a:lnTo>
                  <a:lnTo>
                    <a:pt x="838482" y="86728"/>
                  </a:lnTo>
                  <a:lnTo>
                    <a:pt x="848232" y="93142"/>
                  </a:lnTo>
                  <a:lnTo>
                    <a:pt x="857982" y="68212"/>
                  </a:lnTo>
                  <a:lnTo>
                    <a:pt x="867732" y="126513"/>
                  </a:lnTo>
                  <a:lnTo>
                    <a:pt x="877482" y="97261"/>
                  </a:lnTo>
                  <a:lnTo>
                    <a:pt x="887231" y="106076"/>
                  </a:lnTo>
                  <a:lnTo>
                    <a:pt x="896981" y="136871"/>
                  </a:lnTo>
                  <a:lnTo>
                    <a:pt x="906730" y="144687"/>
                  </a:lnTo>
                  <a:lnTo>
                    <a:pt x="916480" y="135950"/>
                  </a:lnTo>
                  <a:lnTo>
                    <a:pt x="926230" y="118127"/>
                  </a:lnTo>
                  <a:lnTo>
                    <a:pt x="935979" y="143222"/>
                  </a:lnTo>
                  <a:lnTo>
                    <a:pt x="945729" y="172724"/>
                  </a:lnTo>
                  <a:lnTo>
                    <a:pt x="955479" y="126787"/>
                  </a:lnTo>
                  <a:lnTo>
                    <a:pt x="965229" y="123499"/>
                  </a:lnTo>
                  <a:lnTo>
                    <a:pt x="974979" y="140439"/>
                  </a:lnTo>
                  <a:lnTo>
                    <a:pt x="984729" y="142948"/>
                  </a:lnTo>
                  <a:lnTo>
                    <a:pt x="994474" y="178111"/>
                  </a:lnTo>
                  <a:lnTo>
                    <a:pt x="1004233" y="180106"/>
                  </a:lnTo>
                  <a:lnTo>
                    <a:pt x="1013977" y="188718"/>
                  </a:lnTo>
                  <a:lnTo>
                    <a:pt x="1023721" y="163990"/>
                  </a:lnTo>
                  <a:lnTo>
                    <a:pt x="1033480" y="168202"/>
                  </a:lnTo>
                  <a:lnTo>
                    <a:pt x="1043224" y="166122"/>
                  </a:lnTo>
                  <a:lnTo>
                    <a:pt x="1052983" y="129290"/>
                  </a:lnTo>
                  <a:lnTo>
                    <a:pt x="1062727" y="147959"/>
                  </a:lnTo>
                  <a:lnTo>
                    <a:pt x="1072471" y="160446"/>
                  </a:lnTo>
                  <a:lnTo>
                    <a:pt x="1082230" y="148202"/>
                  </a:lnTo>
                  <a:lnTo>
                    <a:pt x="1091973" y="127966"/>
                  </a:lnTo>
                  <a:lnTo>
                    <a:pt x="1101732" y="116053"/>
                  </a:lnTo>
                  <a:lnTo>
                    <a:pt x="1111476" y="104644"/>
                  </a:lnTo>
                  <a:lnTo>
                    <a:pt x="1121220" y="78792"/>
                  </a:lnTo>
                  <a:lnTo>
                    <a:pt x="1130979" y="67765"/>
                  </a:lnTo>
                  <a:lnTo>
                    <a:pt x="1140723" y="45987"/>
                  </a:lnTo>
                  <a:lnTo>
                    <a:pt x="1150482" y="59061"/>
                  </a:lnTo>
                  <a:lnTo>
                    <a:pt x="1160226" y="38512"/>
                  </a:lnTo>
                  <a:lnTo>
                    <a:pt x="1169969" y="31036"/>
                  </a:lnTo>
                  <a:lnTo>
                    <a:pt x="1179728" y="0"/>
                  </a:lnTo>
                  <a:lnTo>
                    <a:pt x="1189472" y="7496"/>
                  </a:lnTo>
                  <a:lnTo>
                    <a:pt x="1199231" y="14136"/>
                  </a:lnTo>
                  <a:lnTo>
                    <a:pt x="1208975" y="9184"/>
                  </a:lnTo>
                  <a:lnTo>
                    <a:pt x="1218719" y="25161"/>
                  </a:lnTo>
                  <a:lnTo>
                    <a:pt x="1228478" y="31908"/>
                  </a:lnTo>
                  <a:lnTo>
                    <a:pt x="1238222" y="75557"/>
                  </a:lnTo>
                  <a:lnTo>
                    <a:pt x="1247966" y="62494"/>
                  </a:lnTo>
                  <a:lnTo>
                    <a:pt x="1257725" y="64861"/>
                  </a:lnTo>
                  <a:lnTo>
                    <a:pt x="1267469" y="73071"/>
                  </a:lnTo>
                  <a:lnTo>
                    <a:pt x="1277227" y="79759"/>
                  </a:lnTo>
                  <a:lnTo>
                    <a:pt x="1286971" y="88680"/>
                  </a:lnTo>
                  <a:lnTo>
                    <a:pt x="1296715" y="91585"/>
                  </a:lnTo>
                  <a:lnTo>
                    <a:pt x="1306474" y="114272"/>
                  </a:lnTo>
                  <a:lnTo>
                    <a:pt x="1316218" y="82814"/>
                  </a:lnTo>
                  <a:lnTo>
                    <a:pt x="1325977" y="76120"/>
                  </a:lnTo>
                  <a:lnTo>
                    <a:pt x="1335721" y="59909"/>
                  </a:lnTo>
                  <a:lnTo>
                    <a:pt x="1345465" y="87946"/>
                  </a:lnTo>
                  <a:lnTo>
                    <a:pt x="1355224" y="69887"/>
                  </a:lnTo>
                  <a:lnTo>
                    <a:pt x="1364967" y="87441"/>
                  </a:lnTo>
                  <a:lnTo>
                    <a:pt x="1374726" y="69216"/>
                  </a:lnTo>
                  <a:lnTo>
                    <a:pt x="1384470" y="57124"/>
                  </a:lnTo>
                  <a:lnTo>
                    <a:pt x="1394214" y="77090"/>
                  </a:lnTo>
                  <a:lnTo>
                    <a:pt x="1403973" y="110792"/>
                  </a:lnTo>
                  <a:lnTo>
                    <a:pt x="1413717" y="106157"/>
                  </a:lnTo>
                  <a:lnTo>
                    <a:pt x="1423476" y="88713"/>
                  </a:lnTo>
                  <a:lnTo>
                    <a:pt x="1433220" y="123241"/>
                  </a:lnTo>
                  <a:lnTo>
                    <a:pt x="1442964" y="128136"/>
                  </a:lnTo>
                  <a:lnTo>
                    <a:pt x="1452722" y="155864"/>
                  </a:lnTo>
                  <a:lnTo>
                    <a:pt x="1462466" y="183076"/>
                  </a:lnTo>
                  <a:lnTo>
                    <a:pt x="1472225" y="211659"/>
                  </a:lnTo>
                  <a:lnTo>
                    <a:pt x="1481969" y="252037"/>
                  </a:lnTo>
                  <a:lnTo>
                    <a:pt x="1491713" y="236860"/>
                  </a:lnTo>
                  <a:lnTo>
                    <a:pt x="1501472" y="252420"/>
                  </a:lnTo>
                  <a:lnTo>
                    <a:pt x="1511216" y="266951"/>
                  </a:lnTo>
                  <a:lnTo>
                    <a:pt x="1520960" y="260421"/>
                  </a:lnTo>
                  <a:lnTo>
                    <a:pt x="1530719" y="273721"/>
                  </a:lnTo>
                  <a:lnTo>
                    <a:pt x="1540463" y="266874"/>
                  </a:lnTo>
                  <a:lnTo>
                    <a:pt x="1550221" y="250741"/>
                  </a:lnTo>
                  <a:lnTo>
                    <a:pt x="1559965" y="230428"/>
                  </a:lnTo>
                  <a:lnTo>
                    <a:pt x="1569709" y="232527"/>
                  </a:lnTo>
                  <a:lnTo>
                    <a:pt x="1579468" y="227360"/>
                  </a:lnTo>
                  <a:lnTo>
                    <a:pt x="1589212" y="239203"/>
                  </a:lnTo>
                  <a:lnTo>
                    <a:pt x="1598971" y="244994"/>
                  </a:lnTo>
                  <a:lnTo>
                    <a:pt x="1608715" y="239582"/>
                  </a:lnTo>
                  <a:lnTo>
                    <a:pt x="1618459" y="214644"/>
                  </a:lnTo>
                  <a:lnTo>
                    <a:pt x="1628218" y="213096"/>
                  </a:lnTo>
                  <a:lnTo>
                    <a:pt x="1637962" y="213568"/>
                  </a:lnTo>
                  <a:lnTo>
                    <a:pt x="1647720" y="223695"/>
                  </a:lnTo>
                  <a:lnTo>
                    <a:pt x="1657464" y="250087"/>
                  </a:lnTo>
                  <a:lnTo>
                    <a:pt x="1667208" y="261109"/>
                  </a:lnTo>
                  <a:lnTo>
                    <a:pt x="1676967" y="283654"/>
                  </a:lnTo>
                  <a:lnTo>
                    <a:pt x="1686711" y="300058"/>
                  </a:lnTo>
                  <a:lnTo>
                    <a:pt x="1696470" y="273599"/>
                  </a:lnTo>
                  <a:lnTo>
                    <a:pt x="1706214" y="283760"/>
                  </a:lnTo>
                  <a:lnTo>
                    <a:pt x="1715958" y="353076"/>
                  </a:lnTo>
                  <a:lnTo>
                    <a:pt x="1725716" y="322889"/>
                  </a:lnTo>
                  <a:lnTo>
                    <a:pt x="1735460" y="287781"/>
                  </a:lnTo>
                  <a:lnTo>
                    <a:pt x="1745219" y="283364"/>
                  </a:lnTo>
                  <a:lnTo>
                    <a:pt x="1754963" y="282790"/>
                  </a:lnTo>
                  <a:lnTo>
                    <a:pt x="1764707" y="323199"/>
                  </a:lnTo>
                  <a:lnTo>
                    <a:pt x="1774466" y="325503"/>
                  </a:lnTo>
                  <a:lnTo>
                    <a:pt x="1784210" y="341088"/>
                  </a:lnTo>
                  <a:lnTo>
                    <a:pt x="1793969" y="354551"/>
                  </a:lnTo>
                  <a:lnTo>
                    <a:pt x="1803713" y="329759"/>
                  </a:lnTo>
                  <a:lnTo>
                    <a:pt x="1813457" y="329665"/>
                  </a:lnTo>
                  <a:lnTo>
                    <a:pt x="1823215" y="299753"/>
                  </a:lnTo>
                  <a:lnTo>
                    <a:pt x="1832959" y="316153"/>
                  </a:lnTo>
                  <a:lnTo>
                    <a:pt x="1842703" y="307367"/>
                  </a:lnTo>
                  <a:lnTo>
                    <a:pt x="1852462" y="298756"/>
                  </a:lnTo>
                  <a:lnTo>
                    <a:pt x="1862206" y="272280"/>
                  </a:lnTo>
                  <a:lnTo>
                    <a:pt x="1871965" y="262872"/>
                  </a:lnTo>
                  <a:lnTo>
                    <a:pt x="1881709" y="288689"/>
                  </a:lnTo>
                  <a:lnTo>
                    <a:pt x="1891453" y="316870"/>
                  </a:lnTo>
                  <a:lnTo>
                    <a:pt x="1901212" y="347441"/>
                  </a:lnTo>
                  <a:lnTo>
                    <a:pt x="1910956" y="329379"/>
                  </a:lnTo>
                  <a:lnTo>
                    <a:pt x="1920714" y="350788"/>
                  </a:lnTo>
                  <a:lnTo>
                    <a:pt x="1930458" y="361481"/>
                  </a:lnTo>
                  <a:lnTo>
                    <a:pt x="1940202" y="362544"/>
                  </a:lnTo>
                  <a:lnTo>
                    <a:pt x="1949961" y="357324"/>
                  </a:lnTo>
                  <a:lnTo>
                    <a:pt x="1959705" y="387092"/>
                  </a:lnTo>
                  <a:lnTo>
                    <a:pt x="1969464" y="398244"/>
                  </a:lnTo>
                  <a:lnTo>
                    <a:pt x="1979208" y="426772"/>
                  </a:lnTo>
                  <a:lnTo>
                    <a:pt x="1988952" y="449693"/>
                  </a:lnTo>
                  <a:lnTo>
                    <a:pt x="1998711" y="436942"/>
                  </a:lnTo>
                  <a:lnTo>
                    <a:pt x="2008454" y="454438"/>
                  </a:lnTo>
                  <a:lnTo>
                    <a:pt x="2018213" y="443485"/>
                  </a:lnTo>
                  <a:lnTo>
                    <a:pt x="2027957" y="424436"/>
                  </a:lnTo>
                  <a:lnTo>
                    <a:pt x="2037701" y="408856"/>
                  </a:lnTo>
                  <a:lnTo>
                    <a:pt x="2047460" y="408430"/>
                  </a:lnTo>
                  <a:lnTo>
                    <a:pt x="2057204" y="443988"/>
                  </a:lnTo>
                  <a:lnTo>
                    <a:pt x="2066963" y="461025"/>
                  </a:lnTo>
                  <a:lnTo>
                    <a:pt x="2076707" y="477478"/>
                  </a:lnTo>
                  <a:lnTo>
                    <a:pt x="2086451" y="475839"/>
                  </a:lnTo>
                  <a:lnTo>
                    <a:pt x="2096210" y="473992"/>
                  </a:lnTo>
                  <a:lnTo>
                    <a:pt x="2105954" y="471599"/>
                  </a:lnTo>
                  <a:lnTo>
                    <a:pt x="2115697" y="474233"/>
                  </a:lnTo>
                  <a:lnTo>
                    <a:pt x="2125456" y="456618"/>
                  </a:lnTo>
                  <a:lnTo>
                    <a:pt x="2135200" y="453220"/>
                  </a:lnTo>
                  <a:lnTo>
                    <a:pt x="2144959" y="463409"/>
                  </a:lnTo>
                  <a:lnTo>
                    <a:pt x="2154703" y="454368"/>
                  </a:lnTo>
                  <a:lnTo>
                    <a:pt x="2164447" y="454134"/>
                  </a:lnTo>
                  <a:lnTo>
                    <a:pt x="2174206" y="442468"/>
                  </a:lnTo>
                  <a:lnTo>
                    <a:pt x="2183950" y="435576"/>
                  </a:lnTo>
                  <a:lnTo>
                    <a:pt x="2193709" y="471675"/>
                  </a:lnTo>
                  <a:lnTo>
                    <a:pt x="2203452" y="521147"/>
                  </a:lnTo>
                  <a:lnTo>
                    <a:pt x="2213196" y="529568"/>
                  </a:lnTo>
                  <a:lnTo>
                    <a:pt x="2222955" y="539668"/>
                  </a:lnTo>
                  <a:lnTo>
                    <a:pt x="2232699" y="482965"/>
                  </a:lnTo>
                  <a:lnTo>
                    <a:pt x="2242458" y="498876"/>
                  </a:lnTo>
                  <a:lnTo>
                    <a:pt x="2252202" y="501504"/>
                  </a:lnTo>
                  <a:lnTo>
                    <a:pt x="2261946" y="499482"/>
                  </a:lnTo>
                  <a:lnTo>
                    <a:pt x="2271705" y="514267"/>
                  </a:lnTo>
                  <a:lnTo>
                    <a:pt x="2281449" y="486516"/>
                  </a:lnTo>
                  <a:lnTo>
                    <a:pt x="2291208" y="467792"/>
                  </a:lnTo>
                  <a:lnTo>
                    <a:pt x="2300951" y="430667"/>
                  </a:lnTo>
                  <a:lnTo>
                    <a:pt x="2310695" y="411788"/>
                  </a:lnTo>
                  <a:lnTo>
                    <a:pt x="2320454" y="424514"/>
                  </a:lnTo>
                  <a:lnTo>
                    <a:pt x="2330198" y="407462"/>
                  </a:lnTo>
                  <a:lnTo>
                    <a:pt x="2339957" y="407565"/>
                  </a:lnTo>
                  <a:lnTo>
                    <a:pt x="2349701" y="412499"/>
                  </a:lnTo>
                  <a:lnTo>
                    <a:pt x="2359445" y="423775"/>
                  </a:lnTo>
                  <a:lnTo>
                    <a:pt x="2369204" y="407150"/>
                  </a:lnTo>
                  <a:lnTo>
                    <a:pt x="2378948" y="400111"/>
                  </a:lnTo>
                  <a:lnTo>
                    <a:pt x="2388692" y="385462"/>
                  </a:lnTo>
                  <a:lnTo>
                    <a:pt x="2398450" y="383169"/>
                  </a:lnTo>
                  <a:lnTo>
                    <a:pt x="2408194" y="377548"/>
                  </a:lnTo>
                  <a:lnTo>
                    <a:pt x="2417953" y="391366"/>
                  </a:lnTo>
                  <a:lnTo>
                    <a:pt x="2427697" y="394340"/>
                  </a:lnTo>
                  <a:lnTo>
                    <a:pt x="2437441" y="452811"/>
                  </a:lnTo>
                  <a:lnTo>
                    <a:pt x="2447200" y="436859"/>
                  </a:lnTo>
                  <a:lnTo>
                    <a:pt x="2456944" y="441130"/>
                  </a:lnTo>
                  <a:lnTo>
                    <a:pt x="2466703" y="432811"/>
                  </a:lnTo>
                  <a:lnTo>
                    <a:pt x="2476446" y="430990"/>
                  </a:lnTo>
                  <a:lnTo>
                    <a:pt x="2486190" y="419797"/>
                  </a:lnTo>
                  <a:lnTo>
                    <a:pt x="2495949" y="403756"/>
                  </a:lnTo>
                  <a:lnTo>
                    <a:pt x="2505693" y="406626"/>
                  </a:lnTo>
                  <a:lnTo>
                    <a:pt x="2515452" y="435807"/>
                  </a:lnTo>
                  <a:lnTo>
                    <a:pt x="2525196" y="450651"/>
                  </a:lnTo>
                  <a:lnTo>
                    <a:pt x="2534940" y="476620"/>
                  </a:lnTo>
                  <a:lnTo>
                    <a:pt x="2544699" y="477199"/>
                  </a:lnTo>
                  <a:lnTo>
                    <a:pt x="2554443" y="470668"/>
                  </a:lnTo>
                  <a:lnTo>
                    <a:pt x="2564202" y="452235"/>
                  </a:lnTo>
                  <a:lnTo>
                    <a:pt x="2573946" y="449197"/>
                  </a:lnTo>
                  <a:lnTo>
                    <a:pt x="2583690" y="451791"/>
                  </a:lnTo>
                  <a:lnTo>
                    <a:pt x="2593448" y="449182"/>
                  </a:lnTo>
                  <a:lnTo>
                    <a:pt x="2603192" y="467648"/>
                  </a:lnTo>
                  <a:lnTo>
                    <a:pt x="2612951" y="440293"/>
                  </a:lnTo>
                  <a:lnTo>
                    <a:pt x="2622695" y="447546"/>
                  </a:lnTo>
                  <a:lnTo>
                    <a:pt x="2632439" y="431434"/>
                  </a:lnTo>
                  <a:lnTo>
                    <a:pt x="2642198" y="411817"/>
                  </a:lnTo>
                  <a:lnTo>
                    <a:pt x="2651942" y="381208"/>
                  </a:lnTo>
                  <a:lnTo>
                    <a:pt x="2661685" y="376952"/>
                  </a:lnTo>
                  <a:lnTo>
                    <a:pt x="2671444" y="340683"/>
                  </a:lnTo>
                  <a:lnTo>
                    <a:pt x="2681188" y="374711"/>
                  </a:lnTo>
                  <a:lnTo>
                    <a:pt x="2690947" y="360463"/>
                  </a:lnTo>
                  <a:lnTo>
                    <a:pt x="2700691" y="338003"/>
                  </a:lnTo>
                  <a:lnTo>
                    <a:pt x="2710435" y="366347"/>
                  </a:lnTo>
                  <a:lnTo>
                    <a:pt x="2720194" y="411662"/>
                  </a:lnTo>
                  <a:lnTo>
                    <a:pt x="2729938" y="414573"/>
                  </a:lnTo>
                  <a:lnTo>
                    <a:pt x="2739697" y="433183"/>
                  </a:lnTo>
                  <a:lnTo>
                    <a:pt x="2749441" y="395510"/>
                  </a:lnTo>
                  <a:lnTo>
                    <a:pt x="2759185" y="376587"/>
                  </a:lnTo>
                  <a:lnTo>
                    <a:pt x="2768943" y="405114"/>
                  </a:lnTo>
                  <a:lnTo>
                    <a:pt x="2778687" y="403893"/>
                  </a:lnTo>
                  <a:lnTo>
                    <a:pt x="2788446" y="425074"/>
                  </a:lnTo>
                  <a:lnTo>
                    <a:pt x="2798190" y="405918"/>
                  </a:lnTo>
                  <a:lnTo>
                    <a:pt x="2807934" y="425475"/>
                  </a:lnTo>
                  <a:lnTo>
                    <a:pt x="2817693" y="413724"/>
                  </a:lnTo>
                  <a:lnTo>
                    <a:pt x="2827437" y="411617"/>
                  </a:lnTo>
                  <a:lnTo>
                    <a:pt x="2837196" y="418332"/>
                  </a:lnTo>
                  <a:lnTo>
                    <a:pt x="2846940" y="425501"/>
                  </a:lnTo>
                  <a:lnTo>
                    <a:pt x="2856684" y="431391"/>
                  </a:lnTo>
                  <a:lnTo>
                    <a:pt x="2866442" y="467523"/>
                  </a:lnTo>
                  <a:lnTo>
                    <a:pt x="2876186" y="460851"/>
                  </a:lnTo>
                  <a:lnTo>
                    <a:pt x="2885945" y="467402"/>
                  </a:lnTo>
                  <a:lnTo>
                    <a:pt x="2895689" y="479743"/>
                  </a:lnTo>
                  <a:lnTo>
                    <a:pt x="2905433" y="488883"/>
                  </a:lnTo>
                  <a:lnTo>
                    <a:pt x="2915192" y="51314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5" name="Freeform 1014">
              <a:extLst>
                <a:ext uri="{FF2B5EF4-FFF2-40B4-BE49-F238E27FC236}">
                  <a16:creationId xmlns:a16="http://schemas.microsoft.com/office/drawing/2014/main" id="{641F2AB9-3935-3097-B2B5-E7DF50F54D88}"/>
                </a:ext>
              </a:extLst>
            </p:cNvPr>
            <p:cNvSpPr/>
            <p:nvPr/>
          </p:nvSpPr>
          <p:spPr>
            <a:xfrm>
              <a:off x="4426652" y="3180667"/>
              <a:ext cx="2915191" cy="726076"/>
            </a:xfrm>
            <a:custGeom>
              <a:avLst/>
              <a:gdLst>
                <a:gd name="connsiteX0" fmla="*/ 0 w 2915191"/>
                <a:gd name="connsiteY0" fmla="*/ 240066 h 726076"/>
                <a:gd name="connsiteX1" fmla="*/ 9750 w 2915191"/>
                <a:gd name="connsiteY1" fmla="*/ 283706 h 726076"/>
                <a:gd name="connsiteX2" fmla="*/ 19500 w 2915191"/>
                <a:gd name="connsiteY2" fmla="*/ 290639 h 726076"/>
                <a:gd name="connsiteX3" fmla="*/ 29250 w 2915191"/>
                <a:gd name="connsiteY3" fmla="*/ 305185 h 726076"/>
                <a:gd name="connsiteX4" fmla="*/ 39000 w 2915191"/>
                <a:gd name="connsiteY4" fmla="*/ 310142 h 726076"/>
                <a:gd name="connsiteX5" fmla="*/ 48749 w 2915191"/>
                <a:gd name="connsiteY5" fmla="*/ 325802 h 726076"/>
                <a:gd name="connsiteX6" fmla="*/ 58499 w 2915191"/>
                <a:gd name="connsiteY6" fmla="*/ 305594 h 726076"/>
                <a:gd name="connsiteX7" fmla="*/ 68249 w 2915191"/>
                <a:gd name="connsiteY7" fmla="*/ 329321 h 726076"/>
                <a:gd name="connsiteX8" fmla="*/ 77998 w 2915191"/>
                <a:gd name="connsiteY8" fmla="*/ 359088 h 726076"/>
                <a:gd name="connsiteX9" fmla="*/ 87748 w 2915191"/>
                <a:gd name="connsiteY9" fmla="*/ 346878 h 726076"/>
                <a:gd name="connsiteX10" fmla="*/ 97497 w 2915191"/>
                <a:gd name="connsiteY10" fmla="*/ 349044 h 726076"/>
                <a:gd name="connsiteX11" fmla="*/ 107247 w 2915191"/>
                <a:gd name="connsiteY11" fmla="*/ 380599 h 726076"/>
                <a:gd name="connsiteX12" fmla="*/ 116997 w 2915191"/>
                <a:gd name="connsiteY12" fmla="*/ 383029 h 726076"/>
                <a:gd name="connsiteX13" fmla="*/ 126747 w 2915191"/>
                <a:gd name="connsiteY13" fmla="*/ 375721 h 726076"/>
                <a:gd name="connsiteX14" fmla="*/ 136497 w 2915191"/>
                <a:gd name="connsiteY14" fmla="*/ 360457 h 726076"/>
                <a:gd name="connsiteX15" fmla="*/ 146247 w 2915191"/>
                <a:gd name="connsiteY15" fmla="*/ 375344 h 726076"/>
                <a:gd name="connsiteX16" fmla="*/ 155997 w 2915191"/>
                <a:gd name="connsiteY16" fmla="*/ 372270 h 726076"/>
                <a:gd name="connsiteX17" fmla="*/ 165747 w 2915191"/>
                <a:gd name="connsiteY17" fmla="*/ 392025 h 726076"/>
                <a:gd name="connsiteX18" fmla="*/ 175497 w 2915191"/>
                <a:gd name="connsiteY18" fmla="*/ 372464 h 726076"/>
                <a:gd name="connsiteX19" fmla="*/ 185247 w 2915191"/>
                <a:gd name="connsiteY19" fmla="*/ 372987 h 726076"/>
                <a:gd name="connsiteX20" fmla="*/ 194996 w 2915191"/>
                <a:gd name="connsiteY20" fmla="*/ 361820 h 726076"/>
                <a:gd name="connsiteX21" fmla="*/ 204746 w 2915191"/>
                <a:gd name="connsiteY21" fmla="*/ 387329 h 726076"/>
                <a:gd name="connsiteX22" fmla="*/ 214495 w 2915191"/>
                <a:gd name="connsiteY22" fmla="*/ 360585 h 726076"/>
                <a:gd name="connsiteX23" fmla="*/ 224245 w 2915191"/>
                <a:gd name="connsiteY23" fmla="*/ 343745 h 726076"/>
                <a:gd name="connsiteX24" fmla="*/ 233995 w 2915191"/>
                <a:gd name="connsiteY24" fmla="*/ 324303 h 726076"/>
                <a:gd name="connsiteX25" fmla="*/ 243744 w 2915191"/>
                <a:gd name="connsiteY25" fmla="*/ 314836 h 726076"/>
                <a:gd name="connsiteX26" fmla="*/ 253494 w 2915191"/>
                <a:gd name="connsiteY26" fmla="*/ 287537 h 726076"/>
                <a:gd name="connsiteX27" fmla="*/ 263244 w 2915191"/>
                <a:gd name="connsiteY27" fmla="*/ 267283 h 726076"/>
                <a:gd name="connsiteX28" fmla="*/ 272994 w 2915191"/>
                <a:gd name="connsiteY28" fmla="*/ 256572 h 726076"/>
                <a:gd name="connsiteX29" fmla="*/ 282744 w 2915191"/>
                <a:gd name="connsiteY29" fmla="*/ 274401 h 726076"/>
                <a:gd name="connsiteX30" fmla="*/ 292494 w 2915191"/>
                <a:gd name="connsiteY30" fmla="*/ 248102 h 726076"/>
                <a:gd name="connsiteX31" fmla="*/ 302244 w 2915191"/>
                <a:gd name="connsiteY31" fmla="*/ 225156 h 726076"/>
                <a:gd name="connsiteX32" fmla="*/ 311994 w 2915191"/>
                <a:gd name="connsiteY32" fmla="*/ 196214 h 726076"/>
                <a:gd name="connsiteX33" fmla="*/ 321744 w 2915191"/>
                <a:gd name="connsiteY33" fmla="*/ 175048 h 726076"/>
                <a:gd name="connsiteX34" fmla="*/ 331493 w 2915191"/>
                <a:gd name="connsiteY34" fmla="*/ 185732 h 726076"/>
                <a:gd name="connsiteX35" fmla="*/ 341243 w 2915191"/>
                <a:gd name="connsiteY35" fmla="*/ 186632 h 726076"/>
                <a:gd name="connsiteX36" fmla="*/ 350993 w 2915191"/>
                <a:gd name="connsiteY36" fmla="*/ 195776 h 726076"/>
                <a:gd name="connsiteX37" fmla="*/ 360742 w 2915191"/>
                <a:gd name="connsiteY37" fmla="*/ 194193 h 726076"/>
                <a:gd name="connsiteX38" fmla="*/ 370492 w 2915191"/>
                <a:gd name="connsiteY38" fmla="*/ 184829 h 726076"/>
                <a:gd name="connsiteX39" fmla="*/ 380241 w 2915191"/>
                <a:gd name="connsiteY39" fmla="*/ 164494 h 726076"/>
                <a:gd name="connsiteX40" fmla="*/ 389991 w 2915191"/>
                <a:gd name="connsiteY40" fmla="*/ 137558 h 726076"/>
                <a:gd name="connsiteX41" fmla="*/ 399741 w 2915191"/>
                <a:gd name="connsiteY41" fmla="*/ 87724 h 726076"/>
                <a:gd name="connsiteX42" fmla="*/ 409491 w 2915191"/>
                <a:gd name="connsiteY42" fmla="*/ 93901 h 726076"/>
                <a:gd name="connsiteX43" fmla="*/ 419241 w 2915191"/>
                <a:gd name="connsiteY43" fmla="*/ 80741 h 726076"/>
                <a:gd name="connsiteX44" fmla="*/ 428991 w 2915191"/>
                <a:gd name="connsiteY44" fmla="*/ 47316 h 726076"/>
                <a:gd name="connsiteX45" fmla="*/ 438741 w 2915191"/>
                <a:gd name="connsiteY45" fmla="*/ 52579 h 726076"/>
                <a:gd name="connsiteX46" fmla="*/ 448491 w 2915191"/>
                <a:gd name="connsiteY46" fmla="*/ 86270 h 726076"/>
                <a:gd name="connsiteX47" fmla="*/ 458241 w 2915191"/>
                <a:gd name="connsiteY47" fmla="*/ 88753 h 726076"/>
                <a:gd name="connsiteX48" fmla="*/ 467991 w 2915191"/>
                <a:gd name="connsiteY48" fmla="*/ 83512 h 726076"/>
                <a:gd name="connsiteX49" fmla="*/ 477740 w 2915191"/>
                <a:gd name="connsiteY49" fmla="*/ 105541 h 726076"/>
                <a:gd name="connsiteX50" fmla="*/ 487490 w 2915191"/>
                <a:gd name="connsiteY50" fmla="*/ 111291 h 726076"/>
                <a:gd name="connsiteX51" fmla="*/ 497239 w 2915191"/>
                <a:gd name="connsiteY51" fmla="*/ 80843 h 726076"/>
                <a:gd name="connsiteX52" fmla="*/ 506989 w 2915191"/>
                <a:gd name="connsiteY52" fmla="*/ 61905 h 726076"/>
                <a:gd name="connsiteX53" fmla="*/ 516738 w 2915191"/>
                <a:gd name="connsiteY53" fmla="*/ 36090 h 726076"/>
                <a:gd name="connsiteX54" fmla="*/ 526488 w 2915191"/>
                <a:gd name="connsiteY54" fmla="*/ 26461 h 726076"/>
                <a:gd name="connsiteX55" fmla="*/ 536238 w 2915191"/>
                <a:gd name="connsiteY55" fmla="*/ 8425 h 726076"/>
                <a:gd name="connsiteX56" fmla="*/ 545988 w 2915191"/>
                <a:gd name="connsiteY56" fmla="*/ 0 h 726076"/>
                <a:gd name="connsiteX57" fmla="*/ 555738 w 2915191"/>
                <a:gd name="connsiteY57" fmla="*/ 2172 h 726076"/>
                <a:gd name="connsiteX58" fmla="*/ 565488 w 2915191"/>
                <a:gd name="connsiteY58" fmla="*/ 19887 h 726076"/>
                <a:gd name="connsiteX59" fmla="*/ 575238 w 2915191"/>
                <a:gd name="connsiteY59" fmla="*/ 36738 h 726076"/>
                <a:gd name="connsiteX60" fmla="*/ 584988 w 2915191"/>
                <a:gd name="connsiteY60" fmla="*/ 28573 h 726076"/>
                <a:gd name="connsiteX61" fmla="*/ 594738 w 2915191"/>
                <a:gd name="connsiteY61" fmla="*/ 50694 h 726076"/>
                <a:gd name="connsiteX62" fmla="*/ 604488 w 2915191"/>
                <a:gd name="connsiteY62" fmla="*/ 73696 h 726076"/>
                <a:gd name="connsiteX63" fmla="*/ 614237 w 2915191"/>
                <a:gd name="connsiteY63" fmla="*/ 107201 h 726076"/>
                <a:gd name="connsiteX64" fmla="*/ 623987 w 2915191"/>
                <a:gd name="connsiteY64" fmla="*/ 89020 h 726076"/>
                <a:gd name="connsiteX65" fmla="*/ 633736 w 2915191"/>
                <a:gd name="connsiteY65" fmla="*/ 79455 h 726076"/>
                <a:gd name="connsiteX66" fmla="*/ 643486 w 2915191"/>
                <a:gd name="connsiteY66" fmla="*/ 87336 h 726076"/>
                <a:gd name="connsiteX67" fmla="*/ 653236 w 2915191"/>
                <a:gd name="connsiteY67" fmla="*/ 113407 h 726076"/>
                <a:gd name="connsiteX68" fmla="*/ 662985 w 2915191"/>
                <a:gd name="connsiteY68" fmla="*/ 156018 h 726076"/>
                <a:gd name="connsiteX69" fmla="*/ 672735 w 2915191"/>
                <a:gd name="connsiteY69" fmla="*/ 137214 h 726076"/>
                <a:gd name="connsiteX70" fmla="*/ 682485 w 2915191"/>
                <a:gd name="connsiteY70" fmla="*/ 143561 h 726076"/>
                <a:gd name="connsiteX71" fmla="*/ 692235 w 2915191"/>
                <a:gd name="connsiteY71" fmla="*/ 165699 h 726076"/>
                <a:gd name="connsiteX72" fmla="*/ 701985 w 2915191"/>
                <a:gd name="connsiteY72" fmla="*/ 159812 h 726076"/>
                <a:gd name="connsiteX73" fmla="*/ 711735 w 2915191"/>
                <a:gd name="connsiteY73" fmla="*/ 153276 h 726076"/>
                <a:gd name="connsiteX74" fmla="*/ 721485 w 2915191"/>
                <a:gd name="connsiteY74" fmla="*/ 136886 h 726076"/>
                <a:gd name="connsiteX75" fmla="*/ 731235 w 2915191"/>
                <a:gd name="connsiteY75" fmla="*/ 119453 h 726076"/>
                <a:gd name="connsiteX76" fmla="*/ 740985 w 2915191"/>
                <a:gd name="connsiteY76" fmla="*/ 139522 h 726076"/>
                <a:gd name="connsiteX77" fmla="*/ 750734 w 2915191"/>
                <a:gd name="connsiteY77" fmla="*/ 166894 h 726076"/>
                <a:gd name="connsiteX78" fmla="*/ 760484 w 2915191"/>
                <a:gd name="connsiteY78" fmla="*/ 176776 h 726076"/>
                <a:gd name="connsiteX79" fmla="*/ 770233 w 2915191"/>
                <a:gd name="connsiteY79" fmla="*/ 193058 h 726076"/>
                <a:gd name="connsiteX80" fmla="*/ 779983 w 2915191"/>
                <a:gd name="connsiteY80" fmla="*/ 203539 h 726076"/>
                <a:gd name="connsiteX81" fmla="*/ 789733 w 2915191"/>
                <a:gd name="connsiteY81" fmla="*/ 211507 h 726076"/>
                <a:gd name="connsiteX82" fmla="*/ 799482 w 2915191"/>
                <a:gd name="connsiteY82" fmla="*/ 237108 h 726076"/>
                <a:gd name="connsiteX83" fmla="*/ 809232 w 2915191"/>
                <a:gd name="connsiteY83" fmla="*/ 238370 h 726076"/>
                <a:gd name="connsiteX84" fmla="*/ 818982 w 2915191"/>
                <a:gd name="connsiteY84" fmla="*/ 265385 h 726076"/>
                <a:gd name="connsiteX85" fmla="*/ 828732 w 2915191"/>
                <a:gd name="connsiteY85" fmla="*/ 261975 h 726076"/>
                <a:gd name="connsiteX86" fmla="*/ 838482 w 2915191"/>
                <a:gd name="connsiteY86" fmla="*/ 269295 h 726076"/>
                <a:gd name="connsiteX87" fmla="*/ 848232 w 2915191"/>
                <a:gd name="connsiteY87" fmla="*/ 296132 h 726076"/>
                <a:gd name="connsiteX88" fmla="*/ 857982 w 2915191"/>
                <a:gd name="connsiteY88" fmla="*/ 271321 h 726076"/>
                <a:gd name="connsiteX89" fmla="*/ 867732 w 2915191"/>
                <a:gd name="connsiteY89" fmla="*/ 303971 h 726076"/>
                <a:gd name="connsiteX90" fmla="*/ 877482 w 2915191"/>
                <a:gd name="connsiteY90" fmla="*/ 350724 h 726076"/>
                <a:gd name="connsiteX91" fmla="*/ 887231 w 2915191"/>
                <a:gd name="connsiteY91" fmla="*/ 341392 h 726076"/>
                <a:gd name="connsiteX92" fmla="*/ 896981 w 2915191"/>
                <a:gd name="connsiteY92" fmla="*/ 334098 h 726076"/>
                <a:gd name="connsiteX93" fmla="*/ 906730 w 2915191"/>
                <a:gd name="connsiteY93" fmla="*/ 314647 h 726076"/>
                <a:gd name="connsiteX94" fmla="*/ 916480 w 2915191"/>
                <a:gd name="connsiteY94" fmla="*/ 305507 h 726076"/>
                <a:gd name="connsiteX95" fmla="*/ 926230 w 2915191"/>
                <a:gd name="connsiteY95" fmla="*/ 295432 h 726076"/>
                <a:gd name="connsiteX96" fmla="*/ 935979 w 2915191"/>
                <a:gd name="connsiteY96" fmla="*/ 315111 h 726076"/>
                <a:gd name="connsiteX97" fmla="*/ 945729 w 2915191"/>
                <a:gd name="connsiteY97" fmla="*/ 309297 h 726076"/>
                <a:gd name="connsiteX98" fmla="*/ 955479 w 2915191"/>
                <a:gd name="connsiteY98" fmla="*/ 310389 h 726076"/>
                <a:gd name="connsiteX99" fmla="*/ 965229 w 2915191"/>
                <a:gd name="connsiteY99" fmla="*/ 318750 h 726076"/>
                <a:gd name="connsiteX100" fmla="*/ 974979 w 2915191"/>
                <a:gd name="connsiteY100" fmla="*/ 321748 h 726076"/>
                <a:gd name="connsiteX101" fmla="*/ 984729 w 2915191"/>
                <a:gd name="connsiteY101" fmla="*/ 351576 h 726076"/>
                <a:gd name="connsiteX102" fmla="*/ 994474 w 2915191"/>
                <a:gd name="connsiteY102" fmla="*/ 324869 h 726076"/>
                <a:gd name="connsiteX103" fmla="*/ 1004233 w 2915191"/>
                <a:gd name="connsiteY103" fmla="*/ 306305 h 726076"/>
                <a:gd name="connsiteX104" fmla="*/ 1013977 w 2915191"/>
                <a:gd name="connsiteY104" fmla="*/ 281142 h 726076"/>
                <a:gd name="connsiteX105" fmla="*/ 1023721 w 2915191"/>
                <a:gd name="connsiteY105" fmla="*/ 310537 h 726076"/>
                <a:gd name="connsiteX106" fmla="*/ 1033480 w 2915191"/>
                <a:gd name="connsiteY106" fmla="*/ 327435 h 726076"/>
                <a:gd name="connsiteX107" fmla="*/ 1043224 w 2915191"/>
                <a:gd name="connsiteY107" fmla="*/ 325727 h 726076"/>
                <a:gd name="connsiteX108" fmla="*/ 1052983 w 2915191"/>
                <a:gd name="connsiteY108" fmla="*/ 308752 h 726076"/>
                <a:gd name="connsiteX109" fmla="*/ 1062727 w 2915191"/>
                <a:gd name="connsiteY109" fmla="*/ 323421 h 726076"/>
                <a:gd name="connsiteX110" fmla="*/ 1072471 w 2915191"/>
                <a:gd name="connsiteY110" fmla="*/ 314959 h 726076"/>
                <a:gd name="connsiteX111" fmla="*/ 1082230 w 2915191"/>
                <a:gd name="connsiteY111" fmla="*/ 322116 h 726076"/>
                <a:gd name="connsiteX112" fmla="*/ 1091973 w 2915191"/>
                <a:gd name="connsiteY112" fmla="*/ 325011 h 726076"/>
                <a:gd name="connsiteX113" fmla="*/ 1101732 w 2915191"/>
                <a:gd name="connsiteY113" fmla="*/ 306290 h 726076"/>
                <a:gd name="connsiteX114" fmla="*/ 1111476 w 2915191"/>
                <a:gd name="connsiteY114" fmla="*/ 305502 h 726076"/>
                <a:gd name="connsiteX115" fmla="*/ 1121220 w 2915191"/>
                <a:gd name="connsiteY115" fmla="*/ 288191 h 726076"/>
                <a:gd name="connsiteX116" fmla="*/ 1130979 w 2915191"/>
                <a:gd name="connsiteY116" fmla="*/ 292151 h 726076"/>
                <a:gd name="connsiteX117" fmla="*/ 1140723 w 2915191"/>
                <a:gd name="connsiteY117" fmla="*/ 317606 h 726076"/>
                <a:gd name="connsiteX118" fmla="*/ 1150482 w 2915191"/>
                <a:gd name="connsiteY118" fmla="*/ 339798 h 726076"/>
                <a:gd name="connsiteX119" fmla="*/ 1160226 w 2915191"/>
                <a:gd name="connsiteY119" fmla="*/ 334683 h 726076"/>
                <a:gd name="connsiteX120" fmla="*/ 1169969 w 2915191"/>
                <a:gd name="connsiteY120" fmla="*/ 356595 h 726076"/>
                <a:gd name="connsiteX121" fmla="*/ 1179728 w 2915191"/>
                <a:gd name="connsiteY121" fmla="*/ 391331 h 726076"/>
                <a:gd name="connsiteX122" fmla="*/ 1189472 w 2915191"/>
                <a:gd name="connsiteY122" fmla="*/ 398163 h 726076"/>
                <a:gd name="connsiteX123" fmla="*/ 1199231 w 2915191"/>
                <a:gd name="connsiteY123" fmla="*/ 430181 h 726076"/>
                <a:gd name="connsiteX124" fmla="*/ 1208975 w 2915191"/>
                <a:gd name="connsiteY124" fmla="*/ 437886 h 726076"/>
                <a:gd name="connsiteX125" fmla="*/ 1218719 w 2915191"/>
                <a:gd name="connsiteY125" fmla="*/ 415463 h 726076"/>
                <a:gd name="connsiteX126" fmla="*/ 1228478 w 2915191"/>
                <a:gd name="connsiteY126" fmla="*/ 402442 h 726076"/>
                <a:gd name="connsiteX127" fmla="*/ 1238222 w 2915191"/>
                <a:gd name="connsiteY127" fmla="*/ 410136 h 726076"/>
                <a:gd name="connsiteX128" fmla="*/ 1247966 w 2915191"/>
                <a:gd name="connsiteY128" fmla="*/ 375606 h 726076"/>
                <a:gd name="connsiteX129" fmla="*/ 1257725 w 2915191"/>
                <a:gd name="connsiteY129" fmla="*/ 401578 h 726076"/>
                <a:gd name="connsiteX130" fmla="*/ 1267469 w 2915191"/>
                <a:gd name="connsiteY130" fmla="*/ 396089 h 726076"/>
                <a:gd name="connsiteX131" fmla="*/ 1277227 w 2915191"/>
                <a:gd name="connsiteY131" fmla="*/ 432145 h 726076"/>
                <a:gd name="connsiteX132" fmla="*/ 1286971 w 2915191"/>
                <a:gd name="connsiteY132" fmla="*/ 419578 h 726076"/>
                <a:gd name="connsiteX133" fmla="*/ 1296715 w 2915191"/>
                <a:gd name="connsiteY133" fmla="*/ 418334 h 726076"/>
                <a:gd name="connsiteX134" fmla="*/ 1306474 w 2915191"/>
                <a:gd name="connsiteY134" fmla="*/ 456642 h 726076"/>
                <a:gd name="connsiteX135" fmla="*/ 1316218 w 2915191"/>
                <a:gd name="connsiteY135" fmla="*/ 435560 h 726076"/>
                <a:gd name="connsiteX136" fmla="*/ 1325977 w 2915191"/>
                <a:gd name="connsiteY136" fmla="*/ 450739 h 726076"/>
                <a:gd name="connsiteX137" fmla="*/ 1335721 w 2915191"/>
                <a:gd name="connsiteY137" fmla="*/ 461131 h 726076"/>
                <a:gd name="connsiteX138" fmla="*/ 1345465 w 2915191"/>
                <a:gd name="connsiteY138" fmla="*/ 461731 h 726076"/>
                <a:gd name="connsiteX139" fmla="*/ 1355224 w 2915191"/>
                <a:gd name="connsiteY139" fmla="*/ 454324 h 726076"/>
                <a:gd name="connsiteX140" fmla="*/ 1364967 w 2915191"/>
                <a:gd name="connsiteY140" fmla="*/ 454489 h 726076"/>
                <a:gd name="connsiteX141" fmla="*/ 1374726 w 2915191"/>
                <a:gd name="connsiteY141" fmla="*/ 461997 h 726076"/>
                <a:gd name="connsiteX142" fmla="*/ 1384470 w 2915191"/>
                <a:gd name="connsiteY142" fmla="*/ 469196 h 726076"/>
                <a:gd name="connsiteX143" fmla="*/ 1394214 w 2915191"/>
                <a:gd name="connsiteY143" fmla="*/ 472645 h 726076"/>
                <a:gd name="connsiteX144" fmla="*/ 1403973 w 2915191"/>
                <a:gd name="connsiteY144" fmla="*/ 482170 h 726076"/>
                <a:gd name="connsiteX145" fmla="*/ 1413717 w 2915191"/>
                <a:gd name="connsiteY145" fmla="*/ 469707 h 726076"/>
                <a:gd name="connsiteX146" fmla="*/ 1423476 w 2915191"/>
                <a:gd name="connsiteY146" fmla="*/ 471775 h 726076"/>
                <a:gd name="connsiteX147" fmla="*/ 1433220 w 2915191"/>
                <a:gd name="connsiteY147" fmla="*/ 464929 h 726076"/>
                <a:gd name="connsiteX148" fmla="*/ 1442964 w 2915191"/>
                <a:gd name="connsiteY148" fmla="*/ 449027 h 726076"/>
                <a:gd name="connsiteX149" fmla="*/ 1452722 w 2915191"/>
                <a:gd name="connsiteY149" fmla="*/ 442667 h 726076"/>
                <a:gd name="connsiteX150" fmla="*/ 1462466 w 2915191"/>
                <a:gd name="connsiteY150" fmla="*/ 495907 h 726076"/>
                <a:gd name="connsiteX151" fmla="*/ 1472225 w 2915191"/>
                <a:gd name="connsiteY151" fmla="*/ 504618 h 726076"/>
                <a:gd name="connsiteX152" fmla="*/ 1481969 w 2915191"/>
                <a:gd name="connsiteY152" fmla="*/ 491820 h 726076"/>
                <a:gd name="connsiteX153" fmla="*/ 1491713 w 2915191"/>
                <a:gd name="connsiteY153" fmla="*/ 498095 h 726076"/>
                <a:gd name="connsiteX154" fmla="*/ 1501472 w 2915191"/>
                <a:gd name="connsiteY154" fmla="*/ 483734 h 726076"/>
                <a:gd name="connsiteX155" fmla="*/ 1511216 w 2915191"/>
                <a:gd name="connsiteY155" fmla="*/ 499137 h 726076"/>
                <a:gd name="connsiteX156" fmla="*/ 1520960 w 2915191"/>
                <a:gd name="connsiteY156" fmla="*/ 505141 h 726076"/>
                <a:gd name="connsiteX157" fmla="*/ 1530719 w 2915191"/>
                <a:gd name="connsiteY157" fmla="*/ 504763 h 726076"/>
                <a:gd name="connsiteX158" fmla="*/ 1540463 w 2915191"/>
                <a:gd name="connsiteY158" fmla="*/ 517711 h 726076"/>
                <a:gd name="connsiteX159" fmla="*/ 1550221 w 2915191"/>
                <a:gd name="connsiteY159" fmla="*/ 502726 h 726076"/>
                <a:gd name="connsiteX160" fmla="*/ 1559965 w 2915191"/>
                <a:gd name="connsiteY160" fmla="*/ 496616 h 726076"/>
                <a:gd name="connsiteX161" fmla="*/ 1569709 w 2915191"/>
                <a:gd name="connsiteY161" fmla="*/ 511402 h 726076"/>
                <a:gd name="connsiteX162" fmla="*/ 1579468 w 2915191"/>
                <a:gd name="connsiteY162" fmla="*/ 510989 h 726076"/>
                <a:gd name="connsiteX163" fmla="*/ 1589212 w 2915191"/>
                <a:gd name="connsiteY163" fmla="*/ 521764 h 726076"/>
                <a:gd name="connsiteX164" fmla="*/ 1598971 w 2915191"/>
                <a:gd name="connsiteY164" fmla="*/ 510849 h 726076"/>
                <a:gd name="connsiteX165" fmla="*/ 1608715 w 2915191"/>
                <a:gd name="connsiteY165" fmla="*/ 501971 h 726076"/>
                <a:gd name="connsiteX166" fmla="*/ 1618459 w 2915191"/>
                <a:gd name="connsiteY166" fmla="*/ 512798 h 726076"/>
                <a:gd name="connsiteX167" fmla="*/ 1628218 w 2915191"/>
                <a:gd name="connsiteY167" fmla="*/ 514141 h 726076"/>
                <a:gd name="connsiteX168" fmla="*/ 1637962 w 2915191"/>
                <a:gd name="connsiteY168" fmla="*/ 516305 h 726076"/>
                <a:gd name="connsiteX169" fmla="*/ 1647720 w 2915191"/>
                <a:gd name="connsiteY169" fmla="*/ 517682 h 726076"/>
                <a:gd name="connsiteX170" fmla="*/ 1657464 w 2915191"/>
                <a:gd name="connsiteY170" fmla="*/ 567250 h 726076"/>
                <a:gd name="connsiteX171" fmla="*/ 1667208 w 2915191"/>
                <a:gd name="connsiteY171" fmla="*/ 598152 h 726076"/>
                <a:gd name="connsiteX172" fmla="*/ 1676967 w 2915191"/>
                <a:gd name="connsiteY172" fmla="*/ 598638 h 726076"/>
                <a:gd name="connsiteX173" fmla="*/ 1686711 w 2915191"/>
                <a:gd name="connsiteY173" fmla="*/ 604215 h 726076"/>
                <a:gd name="connsiteX174" fmla="*/ 1696470 w 2915191"/>
                <a:gd name="connsiteY174" fmla="*/ 623835 h 726076"/>
                <a:gd name="connsiteX175" fmla="*/ 1706214 w 2915191"/>
                <a:gd name="connsiteY175" fmla="*/ 602548 h 726076"/>
                <a:gd name="connsiteX176" fmla="*/ 1715958 w 2915191"/>
                <a:gd name="connsiteY176" fmla="*/ 594976 h 726076"/>
                <a:gd name="connsiteX177" fmla="*/ 1725716 w 2915191"/>
                <a:gd name="connsiteY177" fmla="*/ 592062 h 726076"/>
                <a:gd name="connsiteX178" fmla="*/ 1735460 w 2915191"/>
                <a:gd name="connsiteY178" fmla="*/ 628712 h 726076"/>
                <a:gd name="connsiteX179" fmla="*/ 1745219 w 2915191"/>
                <a:gd name="connsiteY179" fmla="*/ 640807 h 726076"/>
                <a:gd name="connsiteX180" fmla="*/ 1754963 w 2915191"/>
                <a:gd name="connsiteY180" fmla="*/ 647870 h 726076"/>
                <a:gd name="connsiteX181" fmla="*/ 1764707 w 2915191"/>
                <a:gd name="connsiteY181" fmla="*/ 657368 h 726076"/>
                <a:gd name="connsiteX182" fmla="*/ 1774466 w 2915191"/>
                <a:gd name="connsiteY182" fmla="*/ 673714 h 726076"/>
                <a:gd name="connsiteX183" fmla="*/ 1784210 w 2915191"/>
                <a:gd name="connsiteY183" fmla="*/ 647344 h 726076"/>
                <a:gd name="connsiteX184" fmla="*/ 1793969 w 2915191"/>
                <a:gd name="connsiteY184" fmla="*/ 698847 h 726076"/>
                <a:gd name="connsiteX185" fmla="*/ 1803713 w 2915191"/>
                <a:gd name="connsiteY185" fmla="*/ 717624 h 726076"/>
                <a:gd name="connsiteX186" fmla="*/ 1813457 w 2915191"/>
                <a:gd name="connsiteY186" fmla="*/ 703019 h 726076"/>
                <a:gd name="connsiteX187" fmla="*/ 1823215 w 2915191"/>
                <a:gd name="connsiteY187" fmla="*/ 674367 h 726076"/>
                <a:gd name="connsiteX188" fmla="*/ 1832959 w 2915191"/>
                <a:gd name="connsiteY188" fmla="*/ 663061 h 726076"/>
                <a:gd name="connsiteX189" fmla="*/ 1842703 w 2915191"/>
                <a:gd name="connsiteY189" fmla="*/ 650944 h 726076"/>
                <a:gd name="connsiteX190" fmla="*/ 1852462 w 2915191"/>
                <a:gd name="connsiteY190" fmla="*/ 638448 h 726076"/>
                <a:gd name="connsiteX191" fmla="*/ 1862206 w 2915191"/>
                <a:gd name="connsiteY191" fmla="*/ 638895 h 726076"/>
                <a:gd name="connsiteX192" fmla="*/ 1871965 w 2915191"/>
                <a:gd name="connsiteY192" fmla="*/ 622144 h 726076"/>
                <a:gd name="connsiteX193" fmla="*/ 1881709 w 2915191"/>
                <a:gd name="connsiteY193" fmla="*/ 665576 h 726076"/>
                <a:gd name="connsiteX194" fmla="*/ 1891453 w 2915191"/>
                <a:gd name="connsiteY194" fmla="*/ 665539 h 726076"/>
                <a:gd name="connsiteX195" fmla="*/ 1901212 w 2915191"/>
                <a:gd name="connsiteY195" fmla="*/ 689109 h 726076"/>
                <a:gd name="connsiteX196" fmla="*/ 1910956 w 2915191"/>
                <a:gd name="connsiteY196" fmla="*/ 683559 h 726076"/>
                <a:gd name="connsiteX197" fmla="*/ 1920714 w 2915191"/>
                <a:gd name="connsiteY197" fmla="*/ 684534 h 726076"/>
                <a:gd name="connsiteX198" fmla="*/ 1930458 w 2915191"/>
                <a:gd name="connsiteY198" fmla="*/ 665545 h 726076"/>
                <a:gd name="connsiteX199" fmla="*/ 1940202 w 2915191"/>
                <a:gd name="connsiteY199" fmla="*/ 676272 h 726076"/>
                <a:gd name="connsiteX200" fmla="*/ 1949961 w 2915191"/>
                <a:gd name="connsiteY200" fmla="*/ 662409 h 726076"/>
                <a:gd name="connsiteX201" fmla="*/ 1959705 w 2915191"/>
                <a:gd name="connsiteY201" fmla="*/ 673745 h 726076"/>
                <a:gd name="connsiteX202" fmla="*/ 1969464 w 2915191"/>
                <a:gd name="connsiteY202" fmla="*/ 686903 h 726076"/>
                <a:gd name="connsiteX203" fmla="*/ 1979208 w 2915191"/>
                <a:gd name="connsiteY203" fmla="*/ 651291 h 726076"/>
                <a:gd name="connsiteX204" fmla="*/ 1988952 w 2915191"/>
                <a:gd name="connsiteY204" fmla="*/ 660062 h 726076"/>
                <a:gd name="connsiteX205" fmla="*/ 1998711 w 2915191"/>
                <a:gd name="connsiteY205" fmla="*/ 679634 h 726076"/>
                <a:gd name="connsiteX206" fmla="*/ 2008454 w 2915191"/>
                <a:gd name="connsiteY206" fmla="*/ 669230 h 726076"/>
                <a:gd name="connsiteX207" fmla="*/ 2018213 w 2915191"/>
                <a:gd name="connsiteY207" fmla="*/ 681682 h 726076"/>
                <a:gd name="connsiteX208" fmla="*/ 2027957 w 2915191"/>
                <a:gd name="connsiteY208" fmla="*/ 641662 h 726076"/>
                <a:gd name="connsiteX209" fmla="*/ 2037701 w 2915191"/>
                <a:gd name="connsiteY209" fmla="*/ 621420 h 726076"/>
                <a:gd name="connsiteX210" fmla="*/ 2047460 w 2915191"/>
                <a:gd name="connsiteY210" fmla="*/ 616907 h 726076"/>
                <a:gd name="connsiteX211" fmla="*/ 2057204 w 2915191"/>
                <a:gd name="connsiteY211" fmla="*/ 642881 h 726076"/>
                <a:gd name="connsiteX212" fmla="*/ 2066963 w 2915191"/>
                <a:gd name="connsiteY212" fmla="*/ 583113 h 726076"/>
                <a:gd name="connsiteX213" fmla="*/ 2076707 w 2915191"/>
                <a:gd name="connsiteY213" fmla="*/ 575713 h 726076"/>
                <a:gd name="connsiteX214" fmla="*/ 2086451 w 2915191"/>
                <a:gd name="connsiteY214" fmla="*/ 569377 h 726076"/>
                <a:gd name="connsiteX215" fmla="*/ 2096210 w 2915191"/>
                <a:gd name="connsiteY215" fmla="*/ 558469 h 726076"/>
                <a:gd name="connsiteX216" fmla="*/ 2105954 w 2915191"/>
                <a:gd name="connsiteY216" fmla="*/ 563450 h 726076"/>
                <a:gd name="connsiteX217" fmla="*/ 2115697 w 2915191"/>
                <a:gd name="connsiteY217" fmla="*/ 527341 h 726076"/>
                <a:gd name="connsiteX218" fmla="*/ 2125456 w 2915191"/>
                <a:gd name="connsiteY218" fmla="*/ 523768 h 726076"/>
                <a:gd name="connsiteX219" fmla="*/ 2135200 w 2915191"/>
                <a:gd name="connsiteY219" fmla="*/ 518596 h 726076"/>
                <a:gd name="connsiteX220" fmla="*/ 2144959 w 2915191"/>
                <a:gd name="connsiteY220" fmla="*/ 517479 h 726076"/>
                <a:gd name="connsiteX221" fmla="*/ 2154703 w 2915191"/>
                <a:gd name="connsiteY221" fmla="*/ 464298 h 726076"/>
                <a:gd name="connsiteX222" fmla="*/ 2164447 w 2915191"/>
                <a:gd name="connsiteY222" fmla="*/ 489567 h 726076"/>
                <a:gd name="connsiteX223" fmla="*/ 2174206 w 2915191"/>
                <a:gd name="connsiteY223" fmla="*/ 491565 h 726076"/>
                <a:gd name="connsiteX224" fmla="*/ 2183950 w 2915191"/>
                <a:gd name="connsiteY224" fmla="*/ 491024 h 726076"/>
                <a:gd name="connsiteX225" fmla="*/ 2193709 w 2915191"/>
                <a:gd name="connsiteY225" fmla="*/ 482715 h 726076"/>
                <a:gd name="connsiteX226" fmla="*/ 2203452 w 2915191"/>
                <a:gd name="connsiteY226" fmla="*/ 499476 h 726076"/>
                <a:gd name="connsiteX227" fmla="*/ 2213196 w 2915191"/>
                <a:gd name="connsiteY227" fmla="*/ 545572 h 726076"/>
                <a:gd name="connsiteX228" fmla="*/ 2222955 w 2915191"/>
                <a:gd name="connsiteY228" fmla="*/ 560321 h 726076"/>
                <a:gd name="connsiteX229" fmla="*/ 2232699 w 2915191"/>
                <a:gd name="connsiteY229" fmla="*/ 528123 h 726076"/>
                <a:gd name="connsiteX230" fmla="*/ 2242458 w 2915191"/>
                <a:gd name="connsiteY230" fmla="*/ 569591 h 726076"/>
                <a:gd name="connsiteX231" fmla="*/ 2252202 w 2915191"/>
                <a:gd name="connsiteY231" fmla="*/ 580566 h 726076"/>
                <a:gd name="connsiteX232" fmla="*/ 2261946 w 2915191"/>
                <a:gd name="connsiteY232" fmla="*/ 606490 h 726076"/>
                <a:gd name="connsiteX233" fmla="*/ 2271705 w 2915191"/>
                <a:gd name="connsiteY233" fmla="*/ 555391 h 726076"/>
                <a:gd name="connsiteX234" fmla="*/ 2281449 w 2915191"/>
                <a:gd name="connsiteY234" fmla="*/ 583623 h 726076"/>
                <a:gd name="connsiteX235" fmla="*/ 2291208 w 2915191"/>
                <a:gd name="connsiteY235" fmla="*/ 612427 h 726076"/>
                <a:gd name="connsiteX236" fmla="*/ 2300951 w 2915191"/>
                <a:gd name="connsiteY236" fmla="*/ 625942 h 726076"/>
                <a:gd name="connsiteX237" fmla="*/ 2310695 w 2915191"/>
                <a:gd name="connsiteY237" fmla="*/ 630467 h 726076"/>
                <a:gd name="connsiteX238" fmla="*/ 2320454 w 2915191"/>
                <a:gd name="connsiteY238" fmla="*/ 631365 h 726076"/>
                <a:gd name="connsiteX239" fmla="*/ 2330198 w 2915191"/>
                <a:gd name="connsiteY239" fmla="*/ 604371 h 726076"/>
                <a:gd name="connsiteX240" fmla="*/ 2339957 w 2915191"/>
                <a:gd name="connsiteY240" fmla="*/ 591956 h 726076"/>
                <a:gd name="connsiteX241" fmla="*/ 2349701 w 2915191"/>
                <a:gd name="connsiteY241" fmla="*/ 607001 h 726076"/>
                <a:gd name="connsiteX242" fmla="*/ 2359445 w 2915191"/>
                <a:gd name="connsiteY242" fmla="*/ 604802 h 726076"/>
                <a:gd name="connsiteX243" fmla="*/ 2369204 w 2915191"/>
                <a:gd name="connsiteY243" fmla="*/ 602643 h 726076"/>
                <a:gd name="connsiteX244" fmla="*/ 2378948 w 2915191"/>
                <a:gd name="connsiteY244" fmla="*/ 593422 h 726076"/>
                <a:gd name="connsiteX245" fmla="*/ 2388692 w 2915191"/>
                <a:gd name="connsiteY245" fmla="*/ 630595 h 726076"/>
                <a:gd name="connsiteX246" fmla="*/ 2398450 w 2915191"/>
                <a:gd name="connsiteY246" fmla="*/ 625961 h 726076"/>
                <a:gd name="connsiteX247" fmla="*/ 2408194 w 2915191"/>
                <a:gd name="connsiteY247" fmla="*/ 598737 h 726076"/>
                <a:gd name="connsiteX248" fmla="*/ 2417953 w 2915191"/>
                <a:gd name="connsiteY248" fmla="*/ 624991 h 726076"/>
                <a:gd name="connsiteX249" fmla="*/ 2427697 w 2915191"/>
                <a:gd name="connsiteY249" fmla="*/ 605885 h 726076"/>
                <a:gd name="connsiteX250" fmla="*/ 2437441 w 2915191"/>
                <a:gd name="connsiteY250" fmla="*/ 609976 h 726076"/>
                <a:gd name="connsiteX251" fmla="*/ 2447200 w 2915191"/>
                <a:gd name="connsiteY251" fmla="*/ 626376 h 726076"/>
                <a:gd name="connsiteX252" fmla="*/ 2456944 w 2915191"/>
                <a:gd name="connsiteY252" fmla="*/ 619735 h 726076"/>
                <a:gd name="connsiteX253" fmla="*/ 2466703 w 2915191"/>
                <a:gd name="connsiteY253" fmla="*/ 635635 h 726076"/>
                <a:gd name="connsiteX254" fmla="*/ 2476446 w 2915191"/>
                <a:gd name="connsiteY254" fmla="*/ 610216 h 726076"/>
                <a:gd name="connsiteX255" fmla="*/ 2486190 w 2915191"/>
                <a:gd name="connsiteY255" fmla="*/ 639941 h 726076"/>
                <a:gd name="connsiteX256" fmla="*/ 2495949 w 2915191"/>
                <a:gd name="connsiteY256" fmla="*/ 675669 h 726076"/>
                <a:gd name="connsiteX257" fmla="*/ 2505693 w 2915191"/>
                <a:gd name="connsiteY257" fmla="*/ 672187 h 726076"/>
                <a:gd name="connsiteX258" fmla="*/ 2515452 w 2915191"/>
                <a:gd name="connsiteY258" fmla="*/ 676612 h 726076"/>
                <a:gd name="connsiteX259" fmla="*/ 2525196 w 2915191"/>
                <a:gd name="connsiteY259" fmla="*/ 695702 h 726076"/>
                <a:gd name="connsiteX260" fmla="*/ 2534940 w 2915191"/>
                <a:gd name="connsiteY260" fmla="*/ 710212 h 726076"/>
                <a:gd name="connsiteX261" fmla="*/ 2544699 w 2915191"/>
                <a:gd name="connsiteY261" fmla="*/ 726077 h 726076"/>
                <a:gd name="connsiteX262" fmla="*/ 2554443 w 2915191"/>
                <a:gd name="connsiteY262" fmla="*/ 711845 h 726076"/>
                <a:gd name="connsiteX263" fmla="*/ 2564202 w 2915191"/>
                <a:gd name="connsiteY263" fmla="*/ 664374 h 726076"/>
                <a:gd name="connsiteX264" fmla="*/ 2573946 w 2915191"/>
                <a:gd name="connsiteY264" fmla="*/ 624361 h 726076"/>
                <a:gd name="connsiteX265" fmla="*/ 2583690 w 2915191"/>
                <a:gd name="connsiteY265" fmla="*/ 598547 h 726076"/>
                <a:gd name="connsiteX266" fmla="*/ 2593448 w 2915191"/>
                <a:gd name="connsiteY266" fmla="*/ 582276 h 726076"/>
                <a:gd name="connsiteX267" fmla="*/ 2603192 w 2915191"/>
                <a:gd name="connsiteY267" fmla="*/ 557688 h 726076"/>
                <a:gd name="connsiteX268" fmla="*/ 2612951 w 2915191"/>
                <a:gd name="connsiteY268" fmla="*/ 580816 h 726076"/>
                <a:gd name="connsiteX269" fmla="*/ 2622695 w 2915191"/>
                <a:gd name="connsiteY269" fmla="*/ 568733 h 726076"/>
                <a:gd name="connsiteX270" fmla="*/ 2632439 w 2915191"/>
                <a:gd name="connsiteY270" fmla="*/ 580548 h 726076"/>
                <a:gd name="connsiteX271" fmla="*/ 2642198 w 2915191"/>
                <a:gd name="connsiteY271" fmla="*/ 584289 h 726076"/>
                <a:gd name="connsiteX272" fmla="*/ 2651942 w 2915191"/>
                <a:gd name="connsiteY272" fmla="*/ 563891 h 726076"/>
                <a:gd name="connsiteX273" fmla="*/ 2661685 w 2915191"/>
                <a:gd name="connsiteY273" fmla="*/ 541115 h 726076"/>
                <a:gd name="connsiteX274" fmla="*/ 2671444 w 2915191"/>
                <a:gd name="connsiteY274" fmla="*/ 562180 h 726076"/>
                <a:gd name="connsiteX275" fmla="*/ 2681188 w 2915191"/>
                <a:gd name="connsiteY275" fmla="*/ 584955 h 726076"/>
                <a:gd name="connsiteX276" fmla="*/ 2690947 w 2915191"/>
                <a:gd name="connsiteY276" fmla="*/ 540660 h 726076"/>
                <a:gd name="connsiteX277" fmla="*/ 2700691 w 2915191"/>
                <a:gd name="connsiteY277" fmla="*/ 534800 h 726076"/>
                <a:gd name="connsiteX278" fmla="*/ 2710435 w 2915191"/>
                <a:gd name="connsiteY278" fmla="*/ 547263 h 726076"/>
                <a:gd name="connsiteX279" fmla="*/ 2720194 w 2915191"/>
                <a:gd name="connsiteY279" fmla="*/ 544926 h 726076"/>
                <a:gd name="connsiteX280" fmla="*/ 2729938 w 2915191"/>
                <a:gd name="connsiteY280" fmla="*/ 526979 h 726076"/>
                <a:gd name="connsiteX281" fmla="*/ 2739697 w 2915191"/>
                <a:gd name="connsiteY281" fmla="*/ 488085 h 726076"/>
                <a:gd name="connsiteX282" fmla="*/ 2749441 w 2915191"/>
                <a:gd name="connsiteY282" fmla="*/ 483369 h 726076"/>
                <a:gd name="connsiteX283" fmla="*/ 2759185 w 2915191"/>
                <a:gd name="connsiteY283" fmla="*/ 467110 h 726076"/>
                <a:gd name="connsiteX284" fmla="*/ 2768943 w 2915191"/>
                <a:gd name="connsiteY284" fmla="*/ 489435 h 726076"/>
                <a:gd name="connsiteX285" fmla="*/ 2778687 w 2915191"/>
                <a:gd name="connsiteY285" fmla="*/ 522954 h 726076"/>
                <a:gd name="connsiteX286" fmla="*/ 2788446 w 2915191"/>
                <a:gd name="connsiteY286" fmla="*/ 511315 h 726076"/>
                <a:gd name="connsiteX287" fmla="*/ 2798190 w 2915191"/>
                <a:gd name="connsiteY287" fmla="*/ 509979 h 726076"/>
                <a:gd name="connsiteX288" fmla="*/ 2807934 w 2915191"/>
                <a:gd name="connsiteY288" fmla="*/ 510956 h 726076"/>
                <a:gd name="connsiteX289" fmla="*/ 2817693 w 2915191"/>
                <a:gd name="connsiteY289" fmla="*/ 517501 h 726076"/>
                <a:gd name="connsiteX290" fmla="*/ 2827437 w 2915191"/>
                <a:gd name="connsiteY290" fmla="*/ 507346 h 726076"/>
                <a:gd name="connsiteX291" fmla="*/ 2837196 w 2915191"/>
                <a:gd name="connsiteY291" fmla="*/ 508104 h 726076"/>
                <a:gd name="connsiteX292" fmla="*/ 2846940 w 2915191"/>
                <a:gd name="connsiteY292" fmla="*/ 493144 h 726076"/>
                <a:gd name="connsiteX293" fmla="*/ 2856684 w 2915191"/>
                <a:gd name="connsiteY293" fmla="*/ 499210 h 726076"/>
                <a:gd name="connsiteX294" fmla="*/ 2866442 w 2915191"/>
                <a:gd name="connsiteY294" fmla="*/ 538616 h 726076"/>
                <a:gd name="connsiteX295" fmla="*/ 2876186 w 2915191"/>
                <a:gd name="connsiteY295" fmla="*/ 525547 h 726076"/>
                <a:gd name="connsiteX296" fmla="*/ 2885945 w 2915191"/>
                <a:gd name="connsiteY296" fmla="*/ 519691 h 726076"/>
                <a:gd name="connsiteX297" fmla="*/ 2895689 w 2915191"/>
                <a:gd name="connsiteY297" fmla="*/ 512945 h 726076"/>
                <a:gd name="connsiteX298" fmla="*/ 2905433 w 2915191"/>
                <a:gd name="connsiteY298" fmla="*/ 501069 h 726076"/>
                <a:gd name="connsiteX299" fmla="*/ 2915192 w 2915191"/>
                <a:gd name="connsiteY299" fmla="*/ 470839 h 726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726076">
                  <a:moveTo>
                    <a:pt x="0" y="240066"/>
                  </a:moveTo>
                  <a:lnTo>
                    <a:pt x="9750" y="283706"/>
                  </a:lnTo>
                  <a:lnTo>
                    <a:pt x="19500" y="290639"/>
                  </a:lnTo>
                  <a:lnTo>
                    <a:pt x="29250" y="305185"/>
                  </a:lnTo>
                  <a:lnTo>
                    <a:pt x="39000" y="310142"/>
                  </a:lnTo>
                  <a:lnTo>
                    <a:pt x="48749" y="325802"/>
                  </a:lnTo>
                  <a:lnTo>
                    <a:pt x="58499" y="305594"/>
                  </a:lnTo>
                  <a:lnTo>
                    <a:pt x="68249" y="329321"/>
                  </a:lnTo>
                  <a:lnTo>
                    <a:pt x="77998" y="359088"/>
                  </a:lnTo>
                  <a:lnTo>
                    <a:pt x="87748" y="346878"/>
                  </a:lnTo>
                  <a:lnTo>
                    <a:pt x="97497" y="349044"/>
                  </a:lnTo>
                  <a:lnTo>
                    <a:pt x="107247" y="380599"/>
                  </a:lnTo>
                  <a:lnTo>
                    <a:pt x="116997" y="383029"/>
                  </a:lnTo>
                  <a:lnTo>
                    <a:pt x="126747" y="375721"/>
                  </a:lnTo>
                  <a:lnTo>
                    <a:pt x="136497" y="360457"/>
                  </a:lnTo>
                  <a:lnTo>
                    <a:pt x="146247" y="375344"/>
                  </a:lnTo>
                  <a:lnTo>
                    <a:pt x="155997" y="372270"/>
                  </a:lnTo>
                  <a:lnTo>
                    <a:pt x="165747" y="392025"/>
                  </a:lnTo>
                  <a:lnTo>
                    <a:pt x="175497" y="372464"/>
                  </a:lnTo>
                  <a:lnTo>
                    <a:pt x="185247" y="372987"/>
                  </a:lnTo>
                  <a:lnTo>
                    <a:pt x="194996" y="361820"/>
                  </a:lnTo>
                  <a:lnTo>
                    <a:pt x="204746" y="387329"/>
                  </a:lnTo>
                  <a:lnTo>
                    <a:pt x="214495" y="360585"/>
                  </a:lnTo>
                  <a:lnTo>
                    <a:pt x="224245" y="343745"/>
                  </a:lnTo>
                  <a:lnTo>
                    <a:pt x="233995" y="324303"/>
                  </a:lnTo>
                  <a:lnTo>
                    <a:pt x="243744" y="314836"/>
                  </a:lnTo>
                  <a:lnTo>
                    <a:pt x="253494" y="287537"/>
                  </a:lnTo>
                  <a:lnTo>
                    <a:pt x="263244" y="267283"/>
                  </a:lnTo>
                  <a:lnTo>
                    <a:pt x="272994" y="256572"/>
                  </a:lnTo>
                  <a:lnTo>
                    <a:pt x="282744" y="274401"/>
                  </a:lnTo>
                  <a:lnTo>
                    <a:pt x="292494" y="248102"/>
                  </a:lnTo>
                  <a:lnTo>
                    <a:pt x="302244" y="225156"/>
                  </a:lnTo>
                  <a:lnTo>
                    <a:pt x="311994" y="196214"/>
                  </a:lnTo>
                  <a:lnTo>
                    <a:pt x="321744" y="175048"/>
                  </a:lnTo>
                  <a:lnTo>
                    <a:pt x="331493" y="185732"/>
                  </a:lnTo>
                  <a:lnTo>
                    <a:pt x="341243" y="186632"/>
                  </a:lnTo>
                  <a:lnTo>
                    <a:pt x="350993" y="195776"/>
                  </a:lnTo>
                  <a:lnTo>
                    <a:pt x="360742" y="194193"/>
                  </a:lnTo>
                  <a:lnTo>
                    <a:pt x="370492" y="184829"/>
                  </a:lnTo>
                  <a:lnTo>
                    <a:pt x="380241" y="164494"/>
                  </a:lnTo>
                  <a:lnTo>
                    <a:pt x="389991" y="137558"/>
                  </a:lnTo>
                  <a:lnTo>
                    <a:pt x="399741" y="87724"/>
                  </a:lnTo>
                  <a:lnTo>
                    <a:pt x="409491" y="93901"/>
                  </a:lnTo>
                  <a:lnTo>
                    <a:pt x="419241" y="80741"/>
                  </a:lnTo>
                  <a:lnTo>
                    <a:pt x="428991" y="47316"/>
                  </a:lnTo>
                  <a:lnTo>
                    <a:pt x="438741" y="52579"/>
                  </a:lnTo>
                  <a:lnTo>
                    <a:pt x="448491" y="86270"/>
                  </a:lnTo>
                  <a:lnTo>
                    <a:pt x="458241" y="88753"/>
                  </a:lnTo>
                  <a:lnTo>
                    <a:pt x="467991" y="83512"/>
                  </a:lnTo>
                  <a:lnTo>
                    <a:pt x="477740" y="105541"/>
                  </a:lnTo>
                  <a:lnTo>
                    <a:pt x="487490" y="111291"/>
                  </a:lnTo>
                  <a:lnTo>
                    <a:pt x="497239" y="80843"/>
                  </a:lnTo>
                  <a:lnTo>
                    <a:pt x="506989" y="61905"/>
                  </a:lnTo>
                  <a:lnTo>
                    <a:pt x="516738" y="36090"/>
                  </a:lnTo>
                  <a:lnTo>
                    <a:pt x="526488" y="26461"/>
                  </a:lnTo>
                  <a:lnTo>
                    <a:pt x="536238" y="8425"/>
                  </a:lnTo>
                  <a:lnTo>
                    <a:pt x="545988" y="0"/>
                  </a:lnTo>
                  <a:lnTo>
                    <a:pt x="555738" y="2172"/>
                  </a:lnTo>
                  <a:lnTo>
                    <a:pt x="565488" y="19887"/>
                  </a:lnTo>
                  <a:lnTo>
                    <a:pt x="575238" y="36738"/>
                  </a:lnTo>
                  <a:lnTo>
                    <a:pt x="584988" y="28573"/>
                  </a:lnTo>
                  <a:lnTo>
                    <a:pt x="594738" y="50694"/>
                  </a:lnTo>
                  <a:lnTo>
                    <a:pt x="604488" y="73696"/>
                  </a:lnTo>
                  <a:lnTo>
                    <a:pt x="614237" y="107201"/>
                  </a:lnTo>
                  <a:lnTo>
                    <a:pt x="623987" y="89020"/>
                  </a:lnTo>
                  <a:lnTo>
                    <a:pt x="633736" y="79455"/>
                  </a:lnTo>
                  <a:lnTo>
                    <a:pt x="643486" y="87336"/>
                  </a:lnTo>
                  <a:lnTo>
                    <a:pt x="653236" y="113407"/>
                  </a:lnTo>
                  <a:lnTo>
                    <a:pt x="662985" y="156018"/>
                  </a:lnTo>
                  <a:lnTo>
                    <a:pt x="672735" y="137214"/>
                  </a:lnTo>
                  <a:lnTo>
                    <a:pt x="682485" y="143561"/>
                  </a:lnTo>
                  <a:lnTo>
                    <a:pt x="692235" y="165699"/>
                  </a:lnTo>
                  <a:lnTo>
                    <a:pt x="701985" y="159812"/>
                  </a:lnTo>
                  <a:lnTo>
                    <a:pt x="711735" y="153276"/>
                  </a:lnTo>
                  <a:lnTo>
                    <a:pt x="721485" y="136886"/>
                  </a:lnTo>
                  <a:lnTo>
                    <a:pt x="731235" y="119453"/>
                  </a:lnTo>
                  <a:lnTo>
                    <a:pt x="740985" y="139522"/>
                  </a:lnTo>
                  <a:lnTo>
                    <a:pt x="750734" y="166894"/>
                  </a:lnTo>
                  <a:lnTo>
                    <a:pt x="760484" y="176776"/>
                  </a:lnTo>
                  <a:lnTo>
                    <a:pt x="770233" y="193058"/>
                  </a:lnTo>
                  <a:lnTo>
                    <a:pt x="779983" y="203539"/>
                  </a:lnTo>
                  <a:lnTo>
                    <a:pt x="789733" y="211507"/>
                  </a:lnTo>
                  <a:lnTo>
                    <a:pt x="799482" y="237108"/>
                  </a:lnTo>
                  <a:lnTo>
                    <a:pt x="809232" y="238370"/>
                  </a:lnTo>
                  <a:lnTo>
                    <a:pt x="818982" y="265385"/>
                  </a:lnTo>
                  <a:lnTo>
                    <a:pt x="828732" y="261975"/>
                  </a:lnTo>
                  <a:lnTo>
                    <a:pt x="838482" y="269295"/>
                  </a:lnTo>
                  <a:lnTo>
                    <a:pt x="848232" y="296132"/>
                  </a:lnTo>
                  <a:lnTo>
                    <a:pt x="857982" y="271321"/>
                  </a:lnTo>
                  <a:lnTo>
                    <a:pt x="867732" y="303971"/>
                  </a:lnTo>
                  <a:lnTo>
                    <a:pt x="877482" y="350724"/>
                  </a:lnTo>
                  <a:lnTo>
                    <a:pt x="887231" y="341392"/>
                  </a:lnTo>
                  <a:lnTo>
                    <a:pt x="896981" y="334098"/>
                  </a:lnTo>
                  <a:lnTo>
                    <a:pt x="906730" y="314647"/>
                  </a:lnTo>
                  <a:lnTo>
                    <a:pt x="916480" y="305507"/>
                  </a:lnTo>
                  <a:lnTo>
                    <a:pt x="926230" y="295432"/>
                  </a:lnTo>
                  <a:lnTo>
                    <a:pt x="935979" y="315111"/>
                  </a:lnTo>
                  <a:lnTo>
                    <a:pt x="945729" y="309297"/>
                  </a:lnTo>
                  <a:lnTo>
                    <a:pt x="955479" y="310389"/>
                  </a:lnTo>
                  <a:lnTo>
                    <a:pt x="965229" y="318750"/>
                  </a:lnTo>
                  <a:lnTo>
                    <a:pt x="974979" y="321748"/>
                  </a:lnTo>
                  <a:lnTo>
                    <a:pt x="984729" y="351576"/>
                  </a:lnTo>
                  <a:lnTo>
                    <a:pt x="994474" y="324869"/>
                  </a:lnTo>
                  <a:lnTo>
                    <a:pt x="1004233" y="306305"/>
                  </a:lnTo>
                  <a:lnTo>
                    <a:pt x="1013977" y="281142"/>
                  </a:lnTo>
                  <a:lnTo>
                    <a:pt x="1023721" y="310537"/>
                  </a:lnTo>
                  <a:lnTo>
                    <a:pt x="1033480" y="327435"/>
                  </a:lnTo>
                  <a:lnTo>
                    <a:pt x="1043224" y="325727"/>
                  </a:lnTo>
                  <a:lnTo>
                    <a:pt x="1052983" y="308752"/>
                  </a:lnTo>
                  <a:lnTo>
                    <a:pt x="1062727" y="323421"/>
                  </a:lnTo>
                  <a:lnTo>
                    <a:pt x="1072471" y="314959"/>
                  </a:lnTo>
                  <a:lnTo>
                    <a:pt x="1082230" y="322116"/>
                  </a:lnTo>
                  <a:lnTo>
                    <a:pt x="1091973" y="325011"/>
                  </a:lnTo>
                  <a:lnTo>
                    <a:pt x="1101732" y="306290"/>
                  </a:lnTo>
                  <a:lnTo>
                    <a:pt x="1111476" y="305502"/>
                  </a:lnTo>
                  <a:lnTo>
                    <a:pt x="1121220" y="288191"/>
                  </a:lnTo>
                  <a:lnTo>
                    <a:pt x="1130979" y="292151"/>
                  </a:lnTo>
                  <a:lnTo>
                    <a:pt x="1140723" y="317606"/>
                  </a:lnTo>
                  <a:lnTo>
                    <a:pt x="1150482" y="339798"/>
                  </a:lnTo>
                  <a:lnTo>
                    <a:pt x="1160226" y="334683"/>
                  </a:lnTo>
                  <a:lnTo>
                    <a:pt x="1169969" y="356595"/>
                  </a:lnTo>
                  <a:lnTo>
                    <a:pt x="1179728" y="391331"/>
                  </a:lnTo>
                  <a:lnTo>
                    <a:pt x="1189472" y="398163"/>
                  </a:lnTo>
                  <a:lnTo>
                    <a:pt x="1199231" y="430181"/>
                  </a:lnTo>
                  <a:lnTo>
                    <a:pt x="1208975" y="437886"/>
                  </a:lnTo>
                  <a:lnTo>
                    <a:pt x="1218719" y="415463"/>
                  </a:lnTo>
                  <a:lnTo>
                    <a:pt x="1228478" y="402442"/>
                  </a:lnTo>
                  <a:lnTo>
                    <a:pt x="1238222" y="410136"/>
                  </a:lnTo>
                  <a:lnTo>
                    <a:pt x="1247966" y="375606"/>
                  </a:lnTo>
                  <a:lnTo>
                    <a:pt x="1257725" y="401578"/>
                  </a:lnTo>
                  <a:lnTo>
                    <a:pt x="1267469" y="396089"/>
                  </a:lnTo>
                  <a:lnTo>
                    <a:pt x="1277227" y="432145"/>
                  </a:lnTo>
                  <a:lnTo>
                    <a:pt x="1286971" y="419578"/>
                  </a:lnTo>
                  <a:lnTo>
                    <a:pt x="1296715" y="418334"/>
                  </a:lnTo>
                  <a:lnTo>
                    <a:pt x="1306474" y="456642"/>
                  </a:lnTo>
                  <a:lnTo>
                    <a:pt x="1316218" y="435560"/>
                  </a:lnTo>
                  <a:lnTo>
                    <a:pt x="1325977" y="450739"/>
                  </a:lnTo>
                  <a:lnTo>
                    <a:pt x="1335721" y="461131"/>
                  </a:lnTo>
                  <a:lnTo>
                    <a:pt x="1345465" y="461731"/>
                  </a:lnTo>
                  <a:lnTo>
                    <a:pt x="1355224" y="454324"/>
                  </a:lnTo>
                  <a:lnTo>
                    <a:pt x="1364967" y="454489"/>
                  </a:lnTo>
                  <a:lnTo>
                    <a:pt x="1374726" y="461997"/>
                  </a:lnTo>
                  <a:lnTo>
                    <a:pt x="1384470" y="469196"/>
                  </a:lnTo>
                  <a:lnTo>
                    <a:pt x="1394214" y="472645"/>
                  </a:lnTo>
                  <a:lnTo>
                    <a:pt x="1403973" y="482170"/>
                  </a:lnTo>
                  <a:lnTo>
                    <a:pt x="1413717" y="469707"/>
                  </a:lnTo>
                  <a:lnTo>
                    <a:pt x="1423476" y="471775"/>
                  </a:lnTo>
                  <a:lnTo>
                    <a:pt x="1433220" y="464929"/>
                  </a:lnTo>
                  <a:lnTo>
                    <a:pt x="1442964" y="449027"/>
                  </a:lnTo>
                  <a:lnTo>
                    <a:pt x="1452722" y="442667"/>
                  </a:lnTo>
                  <a:lnTo>
                    <a:pt x="1462466" y="495907"/>
                  </a:lnTo>
                  <a:lnTo>
                    <a:pt x="1472225" y="504618"/>
                  </a:lnTo>
                  <a:lnTo>
                    <a:pt x="1481969" y="491820"/>
                  </a:lnTo>
                  <a:lnTo>
                    <a:pt x="1491713" y="498095"/>
                  </a:lnTo>
                  <a:lnTo>
                    <a:pt x="1501472" y="483734"/>
                  </a:lnTo>
                  <a:lnTo>
                    <a:pt x="1511216" y="499137"/>
                  </a:lnTo>
                  <a:lnTo>
                    <a:pt x="1520960" y="505141"/>
                  </a:lnTo>
                  <a:lnTo>
                    <a:pt x="1530719" y="504763"/>
                  </a:lnTo>
                  <a:lnTo>
                    <a:pt x="1540463" y="517711"/>
                  </a:lnTo>
                  <a:lnTo>
                    <a:pt x="1550221" y="502726"/>
                  </a:lnTo>
                  <a:lnTo>
                    <a:pt x="1559965" y="496616"/>
                  </a:lnTo>
                  <a:lnTo>
                    <a:pt x="1569709" y="511402"/>
                  </a:lnTo>
                  <a:lnTo>
                    <a:pt x="1579468" y="510989"/>
                  </a:lnTo>
                  <a:lnTo>
                    <a:pt x="1589212" y="521764"/>
                  </a:lnTo>
                  <a:lnTo>
                    <a:pt x="1598971" y="510849"/>
                  </a:lnTo>
                  <a:lnTo>
                    <a:pt x="1608715" y="501971"/>
                  </a:lnTo>
                  <a:lnTo>
                    <a:pt x="1618459" y="512798"/>
                  </a:lnTo>
                  <a:lnTo>
                    <a:pt x="1628218" y="514141"/>
                  </a:lnTo>
                  <a:lnTo>
                    <a:pt x="1637962" y="516305"/>
                  </a:lnTo>
                  <a:lnTo>
                    <a:pt x="1647720" y="517682"/>
                  </a:lnTo>
                  <a:lnTo>
                    <a:pt x="1657464" y="567250"/>
                  </a:lnTo>
                  <a:lnTo>
                    <a:pt x="1667208" y="598152"/>
                  </a:lnTo>
                  <a:lnTo>
                    <a:pt x="1676967" y="598638"/>
                  </a:lnTo>
                  <a:lnTo>
                    <a:pt x="1686711" y="604215"/>
                  </a:lnTo>
                  <a:lnTo>
                    <a:pt x="1696470" y="623835"/>
                  </a:lnTo>
                  <a:lnTo>
                    <a:pt x="1706214" y="602548"/>
                  </a:lnTo>
                  <a:lnTo>
                    <a:pt x="1715958" y="594976"/>
                  </a:lnTo>
                  <a:lnTo>
                    <a:pt x="1725716" y="592062"/>
                  </a:lnTo>
                  <a:lnTo>
                    <a:pt x="1735460" y="628712"/>
                  </a:lnTo>
                  <a:lnTo>
                    <a:pt x="1745219" y="640807"/>
                  </a:lnTo>
                  <a:lnTo>
                    <a:pt x="1754963" y="647870"/>
                  </a:lnTo>
                  <a:lnTo>
                    <a:pt x="1764707" y="657368"/>
                  </a:lnTo>
                  <a:lnTo>
                    <a:pt x="1774466" y="673714"/>
                  </a:lnTo>
                  <a:lnTo>
                    <a:pt x="1784210" y="647344"/>
                  </a:lnTo>
                  <a:lnTo>
                    <a:pt x="1793969" y="698847"/>
                  </a:lnTo>
                  <a:lnTo>
                    <a:pt x="1803713" y="717624"/>
                  </a:lnTo>
                  <a:lnTo>
                    <a:pt x="1813457" y="703019"/>
                  </a:lnTo>
                  <a:lnTo>
                    <a:pt x="1823215" y="674367"/>
                  </a:lnTo>
                  <a:lnTo>
                    <a:pt x="1832959" y="663061"/>
                  </a:lnTo>
                  <a:lnTo>
                    <a:pt x="1842703" y="650944"/>
                  </a:lnTo>
                  <a:lnTo>
                    <a:pt x="1852462" y="638448"/>
                  </a:lnTo>
                  <a:lnTo>
                    <a:pt x="1862206" y="638895"/>
                  </a:lnTo>
                  <a:lnTo>
                    <a:pt x="1871965" y="622144"/>
                  </a:lnTo>
                  <a:lnTo>
                    <a:pt x="1881709" y="665576"/>
                  </a:lnTo>
                  <a:lnTo>
                    <a:pt x="1891453" y="665539"/>
                  </a:lnTo>
                  <a:lnTo>
                    <a:pt x="1901212" y="689109"/>
                  </a:lnTo>
                  <a:lnTo>
                    <a:pt x="1910956" y="683559"/>
                  </a:lnTo>
                  <a:lnTo>
                    <a:pt x="1920714" y="684534"/>
                  </a:lnTo>
                  <a:lnTo>
                    <a:pt x="1930458" y="665545"/>
                  </a:lnTo>
                  <a:lnTo>
                    <a:pt x="1940202" y="676272"/>
                  </a:lnTo>
                  <a:lnTo>
                    <a:pt x="1949961" y="662409"/>
                  </a:lnTo>
                  <a:lnTo>
                    <a:pt x="1959705" y="673745"/>
                  </a:lnTo>
                  <a:lnTo>
                    <a:pt x="1969464" y="686903"/>
                  </a:lnTo>
                  <a:lnTo>
                    <a:pt x="1979208" y="651291"/>
                  </a:lnTo>
                  <a:lnTo>
                    <a:pt x="1988952" y="660062"/>
                  </a:lnTo>
                  <a:lnTo>
                    <a:pt x="1998711" y="679634"/>
                  </a:lnTo>
                  <a:lnTo>
                    <a:pt x="2008454" y="669230"/>
                  </a:lnTo>
                  <a:lnTo>
                    <a:pt x="2018213" y="681682"/>
                  </a:lnTo>
                  <a:lnTo>
                    <a:pt x="2027957" y="641662"/>
                  </a:lnTo>
                  <a:lnTo>
                    <a:pt x="2037701" y="621420"/>
                  </a:lnTo>
                  <a:lnTo>
                    <a:pt x="2047460" y="616907"/>
                  </a:lnTo>
                  <a:lnTo>
                    <a:pt x="2057204" y="642881"/>
                  </a:lnTo>
                  <a:lnTo>
                    <a:pt x="2066963" y="583113"/>
                  </a:lnTo>
                  <a:lnTo>
                    <a:pt x="2076707" y="575713"/>
                  </a:lnTo>
                  <a:lnTo>
                    <a:pt x="2086451" y="569377"/>
                  </a:lnTo>
                  <a:lnTo>
                    <a:pt x="2096210" y="558469"/>
                  </a:lnTo>
                  <a:lnTo>
                    <a:pt x="2105954" y="563450"/>
                  </a:lnTo>
                  <a:lnTo>
                    <a:pt x="2115697" y="527341"/>
                  </a:lnTo>
                  <a:lnTo>
                    <a:pt x="2125456" y="523768"/>
                  </a:lnTo>
                  <a:lnTo>
                    <a:pt x="2135200" y="518596"/>
                  </a:lnTo>
                  <a:lnTo>
                    <a:pt x="2144959" y="517479"/>
                  </a:lnTo>
                  <a:lnTo>
                    <a:pt x="2154703" y="464298"/>
                  </a:lnTo>
                  <a:lnTo>
                    <a:pt x="2164447" y="489567"/>
                  </a:lnTo>
                  <a:lnTo>
                    <a:pt x="2174206" y="491565"/>
                  </a:lnTo>
                  <a:lnTo>
                    <a:pt x="2183950" y="491024"/>
                  </a:lnTo>
                  <a:lnTo>
                    <a:pt x="2193709" y="482715"/>
                  </a:lnTo>
                  <a:lnTo>
                    <a:pt x="2203452" y="499476"/>
                  </a:lnTo>
                  <a:lnTo>
                    <a:pt x="2213196" y="545572"/>
                  </a:lnTo>
                  <a:lnTo>
                    <a:pt x="2222955" y="560321"/>
                  </a:lnTo>
                  <a:lnTo>
                    <a:pt x="2232699" y="528123"/>
                  </a:lnTo>
                  <a:lnTo>
                    <a:pt x="2242458" y="569591"/>
                  </a:lnTo>
                  <a:lnTo>
                    <a:pt x="2252202" y="580566"/>
                  </a:lnTo>
                  <a:lnTo>
                    <a:pt x="2261946" y="606490"/>
                  </a:lnTo>
                  <a:lnTo>
                    <a:pt x="2271705" y="555391"/>
                  </a:lnTo>
                  <a:lnTo>
                    <a:pt x="2281449" y="583623"/>
                  </a:lnTo>
                  <a:lnTo>
                    <a:pt x="2291208" y="612427"/>
                  </a:lnTo>
                  <a:lnTo>
                    <a:pt x="2300951" y="625942"/>
                  </a:lnTo>
                  <a:lnTo>
                    <a:pt x="2310695" y="630467"/>
                  </a:lnTo>
                  <a:lnTo>
                    <a:pt x="2320454" y="631365"/>
                  </a:lnTo>
                  <a:lnTo>
                    <a:pt x="2330198" y="604371"/>
                  </a:lnTo>
                  <a:lnTo>
                    <a:pt x="2339957" y="591956"/>
                  </a:lnTo>
                  <a:lnTo>
                    <a:pt x="2349701" y="607001"/>
                  </a:lnTo>
                  <a:lnTo>
                    <a:pt x="2359445" y="604802"/>
                  </a:lnTo>
                  <a:lnTo>
                    <a:pt x="2369204" y="602643"/>
                  </a:lnTo>
                  <a:lnTo>
                    <a:pt x="2378948" y="593422"/>
                  </a:lnTo>
                  <a:lnTo>
                    <a:pt x="2388692" y="630595"/>
                  </a:lnTo>
                  <a:lnTo>
                    <a:pt x="2398450" y="625961"/>
                  </a:lnTo>
                  <a:lnTo>
                    <a:pt x="2408194" y="598737"/>
                  </a:lnTo>
                  <a:lnTo>
                    <a:pt x="2417953" y="624991"/>
                  </a:lnTo>
                  <a:lnTo>
                    <a:pt x="2427697" y="605885"/>
                  </a:lnTo>
                  <a:lnTo>
                    <a:pt x="2437441" y="609976"/>
                  </a:lnTo>
                  <a:lnTo>
                    <a:pt x="2447200" y="626376"/>
                  </a:lnTo>
                  <a:lnTo>
                    <a:pt x="2456944" y="619735"/>
                  </a:lnTo>
                  <a:lnTo>
                    <a:pt x="2466703" y="635635"/>
                  </a:lnTo>
                  <a:lnTo>
                    <a:pt x="2476446" y="610216"/>
                  </a:lnTo>
                  <a:lnTo>
                    <a:pt x="2486190" y="639941"/>
                  </a:lnTo>
                  <a:lnTo>
                    <a:pt x="2495949" y="675669"/>
                  </a:lnTo>
                  <a:lnTo>
                    <a:pt x="2505693" y="672187"/>
                  </a:lnTo>
                  <a:lnTo>
                    <a:pt x="2515452" y="676612"/>
                  </a:lnTo>
                  <a:lnTo>
                    <a:pt x="2525196" y="695702"/>
                  </a:lnTo>
                  <a:lnTo>
                    <a:pt x="2534940" y="710212"/>
                  </a:lnTo>
                  <a:lnTo>
                    <a:pt x="2544699" y="726077"/>
                  </a:lnTo>
                  <a:lnTo>
                    <a:pt x="2554443" y="711845"/>
                  </a:lnTo>
                  <a:lnTo>
                    <a:pt x="2564202" y="664374"/>
                  </a:lnTo>
                  <a:lnTo>
                    <a:pt x="2573946" y="624361"/>
                  </a:lnTo>
                  <a:lnTo>
                    <a:pt x="2583690" y="598547"/>
                  </a:lnTo>
                  <a:lnTo>
                    <a:pt x="2593448" y="582276"/>
                  </a:lnTo>
                  <a:lnTo>
                    <a:pt x="2603192" y="557688"/>
                  </a:lnTo>
                  <a:lnTo>
                    <a:pt x="2612951" y="580816"/>
                  </a:lnTo>
                  <a:lnTo>
                    <a:pt x="2622695" y="568733"/>
                  </a:lnTo>
                  <a:lnTo>
                    <a:pt x="2632439" y="580548"/>
                  </a:lnTo>
                  <a:lnTo>
                    <a:pt x="2642198" y="584289"/>
                  </a:lnTo>
                  <a:lnTo>
                    <a:pt x="2651942" y="563891"/>
                  </a:lnTo>
                  <a:lnTo>
                    <a:pt x="2661685" y="541115"/>
                  </a:lnTo>
                  <a:lnTo>
                    <a:pt x="2671444" y="562180"/>
                  </a:lnTo>
                  <a:lnTo>
                    <a:pt x="2681188" y="584955"/>
                  </a:lnTo>
                  <a:lnTo>
                    <a:pt x="2690947" y="540660"/>
                  </a:lnTo>
                  <a:lnTo>
                    <a:pt x="2700691" y="534800"/>
                  </a:lnTo>
                  <a:lnTo>
                    <a:pt x="2710435" y="547263"/>
                  </a:lnTo>
                  <a:lnTo>
                    <a:pt x="2720194" y="544926"/>
                  </a:lnTo>
                  <a:lnTo>
                    <a:pt x="2729938" y="526979"/>
                  </a:lnTo>
                  <a:lnTo>
                    <a:pt x="2739697" y="488085"/>
                  </a:lnTo>
                  <a:lnTo>
                    <a:pt x="2749441" y="483369"/>
                  </a:lnTo>
                  <a:lnTo>
                    <a:pt x="2759185" y="467110"/>
                  </a:lnTo>
                  <a:lnTo>
                    <a:pt x="2768943" y="489435"/>
                  </a:lnTo>
                  <a:lnTo>
                    <a:pt x="2778687" y="522954"/>
                  </a:lnTo>
                  <a:lnTo>
                    <a:pt x="2788446" y="511315"/>
                  </a:lnTo>
                  <a:lnTo>
                    <a:pt x="2798190" y="509979"/>
                  </a:lnTo>
                  <a:lnTo>
                    <a:pt x="2807934" y="510956"/>
                  </a:lnTo>
                  <a:lnTo>
                    <a:pt x="2817693" y="517501"/>
                  </a:lnTo>
                  <a:lnTo>
                    <a:pt x="2827437" y="507346"/>
                  </a:lnTo>
                  <a:lnTo>
                    <a:pt x="2837196" y="508104"/>
                  </a:lnTo>
                  <a:lnTo>
                    <a:pt x="2846940" y="493144"/>
                  </a:lnTo>
                  <a:lnTo>
                    <a:pt x="2856684" y="499210"/>
                  </a:lnTo>
                  <a:lnTo>
                    <a:pt x="2866442" y="538616"/>
                  </a:lnTo>
                  <a:lnTo>
                    <a:pt x="2876186" y="525547"/>
                  </a:lnTo>
                  <a:lnTo>
                    <a:pt x="2885945" y="519691"/>
                  </a:lnTo>
                  <a:lnTo>
                    <a:pt x="2895689" y="512945"/>
                  </a:lnTo>
                  <a:lnTo>
                    <a:pt x="2905433" y="501069"/>
                  </a:lnTo>
                  <a:lnTo>
                    <a:pt x="2915192" y="47083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6" name="Freeform 1015">
              <a:extLst>
                <a:ext uri="{FF2B5EF4-FFF2-40B4-BE49-F238E27FC236}">
                  <a16:creationId xmlns:a16="http://schemas.microsoft.com/office/drawing/2014/main" id="{0AF3BC49-ECBB-271A-DF87-91C1797DB02B}"/>
                </a:ext>
              </a:extLst>
            </p:cNvPr>
            <p:cNvSpPr/>
            <p:nvPr/>
          </p:nvSpPr>
          <p:spPr>
            <a:xfrm>
              <a:off x="4426652" y="3175240"/>
              <a:ext cx="2915191" cy="556414"/>
            </a:xfrm>
            <a:custGeom>
              <a:avLst/>
              <a:gdLst>
                <a:gd name="connsiteX0" fmla="*/ 0 w 2915191"/>
                <a:gd name="connsiteY0" fmla="*/ 105956 h 556414"/>
                <a:gd name="connsiteX1" fmla="*/ 9750 w 2915191"/>
                <a:gd name="connsiteY1" fmla="*/ 95674 h 556414"/>
                <a:gd name="connsiteX2" fmla="*/ 19500 w 2915191"/>
                <a:gd name="connsiteY2" fmla="*/ 114838 h 556414"/>
                <a:gd name="connsiteX3" fmla="*/ 29250 w 2915191"/>
                <a:gd name="connsiteY3" fmla="*/ 107446 h 556414"/>
                <a:gd name="connsiteX4" fmla="*/ 39000 w 2915191"/>
                <a:gd name="connsiteY4" fmla="*/ 133610 h 556414"/>
                <a:gd name="connsiteX5" fmla="*/ 48749 w 2915191"/>
                <a:gd name="connsiteY5" fmla="*/ 121127 h 556414"/>
                <a:gd name="connsiteX6" fmla="*/ 58499 w 2915191"/>
                <a:gd name="connsiteY6" fmla="*/ 119003 h 556414"/>
                <a:gd name="connsiteX7" fmla="*/ 68249 w 2915191"/>
                <a:gd name="connsiteY7" fmla="*/ 109013 h 556414"/>
                <a:gd name="connsiteX8" fmla="*/ 77998 w 2915191"/>
                <a:gd name="connsiteY8" fmla="*/ 107358 h 556414"/>
                <a:gd name="connsiteX9" fmla="*/ 87748 w 2915191"/>
                <a:gd name="connsiteY9" fmla="*/ 89589 h 556414"/>
                <a:gd name="connsiteX10" fmla="*/ 97497 w 2915191"/>
                <a:gd name="connsiteY10" fmla="*/ 82847 h 556414"/>
                <a:gd name="connsiteX11" fmla="*/ 107247 w 2915191"/>
                <a:gd name="connsiteY11" fmla="*/ 139557 h 556414"/>
                <a:gd name="connsiteX12" fmla="*/ 116997 w 2915191"/>
                <a:gd name="connsiteY12" fmla="*/ 143680 h 556414"/>
                <a:gd name="connsiteX13" fmla="*/ 126747 w 2915191"/>
                <a:gd name="connsiteY13" fmla="*/ 135414 h 556414"/>
                <a:gd name="connsiteX14" fmla="*/ 136497 w 2915191"/>
                <a:gd name="connsiteY14" fmla="*/ 165325 h 556414"/>
                <a:gd name="connsiteX15" fmla="*/ 146247 w 2915191"/>
                <a:gd name="connsiteY15" fmla="*/ 165897 h 556414"/>
                <a:gd name="connsiteX16" fmla="*/ 155997 w 2915191"/>
                <a:gd name="connsiteY16" fmla="*/ 154781 h 556414"/>
                <a:gd name="connsiteX17" fmla="*/ 165747 w 2915191"/>
                <a:gd name="connsiteY17" fmla="*/ 167511 h 556414"/>
                <a:gd name="connsiteX18" fmla="*/ 175497 w 2915191"/>
                <a:gd name="connsiteY18" fmla="*/ 188810 h 556414"/>
                <a:gd name="connsiteX19" fmla="*/ 185247 w 2915191"/>
                <a:gd name="connsiteY19" fmla="*/ 168232 h 556414"/>
                <a:gd name="connsiteX20" fmla="*/ 194996 w 2915191"/>
                <a:gd name="connsiteY20" fmla="*/ 182812 h 556414"/>
                <a:gd name="connsiteX21" fmla="*/ 204746 w 2915191"/>
                <a:gd name="connsiteY21" fmla="*/ 147984 h 556414"/>
                <a:gd name="connsiteX22" fmla="*/ 214495 w 2915191"/>
                <a:gd name="connsiteY22" fmla="*/ 118812 h 556414"/>
                <a:gd name="connsiteX23" fmla="*/ 224245 w 2915191"/>
                <a:gd name="connsiteY23" fmla="*/ 141868 h 556414"/>
                <a:gd name="connsiteX24" fmla="*/ 233995 w 2915191"/>
                <a:gd name="connsiteY24" fmla="*/ 137614 h 556414"/>
                <a:gd name="connsiteX25" fmla="*/ 243744 w 2915191"/>
                <a:gd name="connsiteY25" fmla="*/ 139553 h 556414"/>
                <a:gd name="connsiteX26" fmla="*/ 253494 w 2915191"/>
                <a:gd name="connsiteY26" fmla="*/ 154067 h 556414"/>
                <a:gd name="connsiteX27" fmla="*/ 263244 w 2915191"/>
                <a:gd name="connsiteY27" fmla="*/ 155577 h 556414"/>
                <a:gd name="connsiteX28" fmla="*/ 272994 w 2915191"/>
                <a:gd name="connsiteY28" fmla="*/ 120606 h 556414"/>
                <a:gd name="connsiteX29" fmla="*/ 282744 w 2915191"/>
                <a:gd name="connsiteY29" fmla="*/ 108281 h 556414"/>
                <a:gd name="connsiteX30" fmla="*/ 292494 w 2915191"/>
                <a:gd name="connsiteY30" fmla="*/ 128407 h 556414"/>
                <a:gd name="connsiteX31" fmla="*/ 302244 w 2915191"/>
                <a:gd name="connsiteY31" fmla="*/ 127062 h 556414"/>
                <a:gd name="connsiteX32" fmla="*/ 311994 w 2915191"/>
                <a:gd name="connsiteY32" fmla="*/ 151974 h 556414"/>
                <a:gd name="connsiteX33" fmla="*/ 321744 w 2915191"/>
                <a:gd name="connsiteY33" fmla="*/ 99981 h 556414"/>
                <a:gd name="connsiteX34" fmla="*/ 331493 w 2915191"/>
                <a:gd name="connsiteY34" fmla="*/ 80592 h 556414"/>
                <a:gd name="connsiteX35" fmla="*/ 341243 w 2915191"/>
                <a:gd name="connsiteY35" fmla="*/ 56017 h 556414"/>
                <a:gd name="connsiteX36" fmla="*/ 350993 w 2915191"/>
                <a:gd name="connsiteY36" fmla="*/ 57732 h 556414"/>
                <a:gd name="connsiteX37" fmla="*/ 360742 w 2915191"/>
                <a:gd name="connsiteY37" fmla="*/ 49252 h 556414"/>
                <a:gd name="connsiteX38" fmla="*/ 370492 w 2915191"/>
                <a:gd name="connsiteY38" fmla="*/ 59737 h 556414"/>
                <a:gd name="connsiteX39" fmla="*/ 380241 w 2915191"/>
                <a:gd name="connsiteY39" fmla="*/ 30524 h 556414"/>
                <a:gd name="connsiteX40" fmla="*/ 389991 w 2915191"/>
                <a:gd name="connsiteY40" fmla="*/ 16554 h 556414"/>
                <a:gd name="connsiteX41" fmla="*/ 399741 w 2915191"/>
                <a:gd name="connsiteY41" fmla="*/ 19421 h 556414"/>
                <a:gd name="connsiteX42" fmla="*/ 409491 w 2915191"/>
                <a:gd name="connsiteY42" fmla="*/ 14163 h 556414"/>
                <a:gd name="connsiteX43" fmla="*/ 419241 w 2915191"/>
                <a:gd name="connsiteY43" fmla="*/ 19226 h 556414"/>
                <a:gd name="connsiteX44" fmla="*/ 428991 w 2915191"/>
                <a:gd name="connsiteY44" fmla="*/ 13984 h 556414"/>
                <a:gd name="connsiteX45" fmla="*/ 438741 w 2915191"/>
                <a:gd name="connsiteY45" fmla="*/ 23521 h 556414"/>
                <a:gd name="connsiteX46" fmla="*/ 448491 w 2915191"/>
                <a:gd name="connsiteY46" fmla="*/ 23016 h 556414"/>
                <a:gd name="connsiteX47" fmla="*/ 458241 w 2915191"/>
                <a:gd name="connsiteY47" fmla="*/ 0 h 556414"/>
                <a:gd name="connsiteX48" fmla="*/ 467991 w 2915191"/>
                <a:gd name="connsiteY48" fmla="*/ 4173 h 556414"/>
                <a:gd name="connsiteX49" fmla="*/ 477740 w 2915191"/>
                <a:gd name="connsiteY49" fmla="*/ 9862 h 556414"/>
                <a:gd name="connsiteX50" fmla="*/ 487490 w 2915191"/>
                <a:gd name="connsiteY50" fmla="*/ 29872 h 556414"/>
                <a:gd name="connsiteX51" fmla="*/ 497239 w 2915191"/>
                <a:gd name="connsiteY51" fmla="*/ 59341 h 556414"/>
                <a:gd name="connsiteX52" fmla="*/ 506989 w 2915191"/>
                <a:gd name="connsiteY52" fmla="*/ 71976 h 556414"/>
                <a:gd name="connsiteX53" fmla="*/ 516738 w 2915191"/>
                <a:gd name="connsiteY53" fmla="*/ 81059 h 556414"/>
                <a:gd name="connsiteX54" fmla="*/ 526488 w 2915191"/>
                <a:gd name="connsiteY54" fmla="*/ 115343 h 556414"/>
                <a:gd name="connsiteX55" fmla="*/ 536238 w 2915191"/>
                <a:gd name="connsiteY55" fmla="*/ 118267 h 556414"/>
                <a:gd name="connsiteX56" fmla="*/ 545988 w 2915191"/>
                <a:gd name="connsiteY56" fmla="*/ 99034 h 556414"/>
                <a:gd name="connsiteX57" fmla="*/ 555738 w 2915191"/>
                <a:gd name="connsiteY57" fmla="*/ 98673 h 556414"/>
                <a:gd name="connsiteX58" fmla="*/ 565488 w 2915191"/>
                <a:gd name="connsiteY58" fmla="*/ 76198 h 556414"/>
                <a:gd name="connsiteX59" fmla="*/ 575238 w 2915191"/>
                <a:gd name="connsiteY59" fmla="*/ 93692 h 556414"/>
                <a:gd name="connsiteX60" fmla="*/ 584988 w 2915191"/>
                <a:gd name="connsiteY60" fmla="*/ 77137 h 556414"/>
                <a:gd name="connsiteX61" fmla="*/ 594738 w 2915191"/>
                <a:gd name="connsiteY61" fmla="*/ 127094 h 556414"/>
                <a:gd name="connsiteX62" fmla="*/ 604488 w 2915191"/>
                <a:gd name="connsiteY62" fmla="*/ 118074 h 556414"/>
                <a:gd name="connsiteX63" fmla="*/ 614237 w 2915191"/>
                <a:gd name="connsiteY63" fmla="*/ 116102 h 556414"/>
                <a:gd name="connsiteX64" fmla="*/ 623987 w 2915191"/>
                <a:gd name="connsiteY64" fmla="*/ 135575 h 556414"/>
                <a:gd name="connsiteX65" fmla="*/ 633736 w 2915191"/>
                <a:gd name="connsiteY65" fmla="*/ 130433 h 556414"/>
                <a:gd name="connsiteX66" fmla="*/ 643486 w 2915191"/>
                <a:gd name="connsiteY66" fmla="*/ 149785 h 556414"/>
                <a:gd name="connsiteX67" fmla="*/ 653236 w 2915191"/>
                <a:gd name="connsiteY67" fmla="*/ 138170 h 556414"/>
                <a:gd name="connsiteX68" fmla="*/ 662985 w 2915191"/>
                <a:gd name="connsiteY68" fmla="*/ 183091 h 556414"/>
                <a:gd name="connsiteX69" fmla="*/ 672735 w 2915191"/>
                <a:gd name="connsiteY69" fmla="*/ 154097 h 556414"/>
                <a:gd name="connsiteX70" fmla="*/ 682485 w 2915191"/>
                <a:gd name="connsiteY70" fmla="*/ 203034 h 556414"/>
                <a:gd name="connsiteX71" fmla="*/ 692235 w 2915191"/>
                <a:gd name="connsiteY71" fmla="*/ 204544 h 556414"/>
                <a:gd name="connsiteX72" fmla="*/ 701985 w 2915191"/>
                <a:gd name="connsiteY72" fmla="*/ 210344 h 556414"/>
                <a:gd name="connsiteX73" fmla="*/ 711735 w 2915191"/>
                <a:gd name="connsiteY73" fmla="*/ 219539 h 556414"/>
                <a:gd name="connsiteX74" fmla="*/ 721485 w 2915191"/>
                <a:gd name="connsiteY74" fmla="*/ 201731 h 556414"/>
                <a:gd name="connsiteX75" fmla="*/ 731235 w 2915191"/>
                <a:gd name="connsiteY75" fmla="*/ 176571 h 556414"/>
                <a:gd name="connsiteX76" fmla="*/ 740985 w 2915191"/>
                <a:gd name="connsiteY76" fmla="*/ 148410 h 556414"/>
                <a:gd name="connsiteX77" fmla="*/ 750734 w 2915191"/>
                <a:gd name="connsiteY77" fmla="*/ 139294 h 556414"/>
                <a:gd name="connsiteX78" fmla="*/ 760484 w 2915191"/>
                <a:gd name="connsiteY78" fmla="*/ 129693 h 556414"/>
                <a:gd name="connsiteX79" fmla="*/ 770233 w 2915191"/>
                <a:gd name="connsiteY79" fmla="*/ 100838 h 556414"/>
                <a:gd name="connsiteX80" fmla="*/ 779983 w 2915191"/>
                <a:gd name="connsiteY80" fmla="*/ 93755 h 556414"/>
                <a:gd name="connsiteX81" fmla="*/ 789733 w 2915191"/>
                <a:gd name="connsiteY81" fmla="*/ 103828 h 556414"/>
                <a:gd name="connsiteX82" fmla="*/ 799482 w 2915191"/>
                <a:gd name="connsiteY82" fmla="*/ 89485 h 556414"/>
                <a:gd name="connsiteX83" fmla="*/ 809232 w 2915191"/>
                <a:gd name="connsiteY83" fmla="*/ 87861 h 556414"/>
                <a:gd name="connsiteX84" fmla="*/ 818982 w 2915191"/>
                <a:gd name="connsiteY84" fmla="*/ 85318 h 556414"/>
                <a:gd name="connsiteX85" fmla="*/ 828732 w 2915191"/>
                <a:gd name="connsiteY85" fmla="*/ 92451 h 556414"/>
                <a:gd name="connsiteX86" fmla="*/ 838482 w 2915191"/>
                <a:gd name="connsiteY86" fmla="*/ 165507 h 556414"/>
                <a:gd name="connsiteX87" fmla="*/ 848232 w 2915191"/>
                <a:gd name="connsiteY87" fmla="*/ 157913 h 556414"/>
                <a:gd name="connsiteX88" fmla="*/ 857982 w 2915191"/>
                <a:gd name="connsiteY88" fmla="*/ 173901 h 556414"/>
                <a:gd name="connsiteX89" fmla="*/ 867732 w 2915191"/>
                <a:gd name="connsiteY89" fmla="*/ 168648 h 556414"/>
                <a:gd name="connsiteX90" fmla="*/ 877482 w 2915191"/>
                <a:gd name="connsiteY90" fmla="*/ 171928 h 556414"/>
                <a:gd name="connsiteX91" fmla="*/ 887231 w 2915191"/>
                <a:gd name="connsiteY91" fmla="*/ 134155 h 556414"/>
                <a:gd name="connsiteX92" fmla="*/ 896981 w 2915191"/>
                <a:gd name="connsiteY92" fmla="*/ 147533 h 556414"/>
                <a:gd name="connsiteX93" fmla="*/ 906730 w 2915191"/>
                <a:gd name="connsiteY93" fmla="*/ 158206 h 556414"/>
                <a:gd name="connsiteX94" fmla="*/ 916480 w 2915191"/>
                <a:gd name="connsiteY94" fmla="*/ 147633 h 556414"/>
                <a:gd name="connsiteX95" fmla="*/ 926230 w 2915191"/>
                <a:gd name="connsiteY95" fmla="*/ 140402 h 556414"/>
                <a:gd name="connsiteX96" fmla="*/ 935979 w 2915191"/>
                <a:gd name="connsiteY96" fmla="*/ 138145 h 556414"/>
                <a:gd name="connsiteX97" fmla="*/ 945729 w 2915191"/>
                <a:gd name="connsiteY97" fmla="*/ 140317 h 556414"/>
                <a:gd name="connsiteX98" fmla="*/ 955479 w 2915191"/>
                <a:gd name="connsiteY98" fmla="*/ 150340 h 556414"/>
                <a:gd name="connsiteX99" fmla="*/ 965229 w 2915191"/>
                <a:gd name="connsiteY99" fmla="*/ 181160 h 556414"/>
                <a:gd name="connsiteX100" fmla="*/ 974979 w 2915191"/>
                <a:gd name="connsiteY100" fmla="*/ 153246 h 556414"/>
                <a:gd name="connsiteX101" fmla="*/ 984729 w 2915191"/>
                <a:gd name="connsiteY101" fmla="*/ 160902 h 556414"/>
                <a:gd name="connsiteX102" fmla="*/ 994474 w 2915191"/>
                <a:gd name="connsiteY102" fmla="*/ 151292 h 556414"/>
                <a:gd name="connsiteX103" fmla="*/ 1004233 w 2915191"/>
                <a:gd name="connsiteY103" fmla="*/ 138073 h 556414"/>
                <a:gd name="connsiteX104" fmla="*/ 1013977 w 2915191"/>
                <a:gd name="connsiteY104" fmla="*/ 124892 h 556414"/>
                <a:gd name="connsiteX105" fmla="*/ 1023721 w 2915191"/>
                <a:gd name="connsiteY105" fmla="*/ 99107 h 556414"/>
                <a:gd name="connsiteX106" fmla="*/ 1033480 w 2915191"/>
                <a:gd name="connsiteY106" fmla="*/ 117268 h 556414"/>
                <a:gd name="connsiteX107" fmla="*/ 1043224 w 2915191"/>
                <a:gd name="connsiteY107" fmla="*/ 85565 h 556414"/>
                <a:gd name="connsiteX108" fmla="*/ 1052983 w 2915191"/>
                <a:gd name="connsiteY108" fmla="*/ 105504 h 556414"/>
                <a:gd name="connsiteX109" fmla="*/ 1062727 w 2915191"/>
                <a:gd name="connsiteY109" fmla="*/ 143976 h 556414"/>
                <a:gd name="connsiteX110" fmla="*/ 1072471 w 2915191"/>
                <a:gd name="connsiteY110" fmla="*/ 119432 h 556414"/>
                <a:gd name="connsiteX111" fmla="*/ 1082230 w 2915191"/>
                <a:gd name="connsiteY111" fmla="*/ 122368 h 556414"/>
                <a:gd name="connsiteX112" fmla="*/ 1091973 w 2915191"/>
                <a:gd name="connsiteY112" fmla="*/ 81140 h 556414"/>
                <a:gd name="connsiteX113" fmla="*/ 1101732 w 2915191"/>
                <a:gd name="connsiteY113" fmla="*/ 117924 h 556414"/>
                <a:gd name="connsiteX114" fmla="*/ 1111476 w 2915191"/>
                <a:gd name="connsiteY114" fmla="*/ 109519 h 556414"/>
                <a:gd name="connsiteX115" fmla="*/ 1121220 w 2915191"/>
                <a:gd name="connsiteY115" fmla="*/ 108295 h 556414"/>
                <a:gd name="connsiteX116" fmla="*/ 1130979 w 2915191"/>
                <a:gd name="connsiteY116" fmla="*/ 106212 h 556414"/>
                <a:gd name="connsiteX117" fmla="*/ 1140723 w 2915191"/>
                <a:gd name="connsiteY117" fmla="*/ 82233 h 556414"/>
                <a:gd name="connsiteX118" fmla="*/ 1150482 w 2915191"/>
                <a:gd name="connsiteY118" fmla="*/ 59532 h 556414"/>
                <a:gd name="connsiteX119" fmla="*/ 1160226 w 2915191"/>
                <a:gd name="connsiteY119" fmla="*/ 80380 h 556414"/>
                <a:gd name="connsiteX120" fmla="*/ 1169969 w 2915191"/>
                <a:gd name="connsiteY120" fmla="*/ 106385 h 556414"/>
                <a:gd name="connsiteX121" fmla="*/ 1179728 w 2915191"/>
                <a:gd name="connsiteY121" fmla="*/ 111643 h 556414"/>
                <a:gd name="connsiteX122" fmla="*/ 1189472 w 2915191"/>
                <a:gd name="connsiteY122" fmla="*/ 122602 h 556414"/>
                <a:gd name="connsiteX123" fmla="*/ 1199231 w 2915191"/>
                <a:gd name="connsiteY123" fmla="*/ 136573 h 556414"/>
                <a:gd name="connsiteX124" fmla="*/ 1208975 w 2915191"/>
                <a:gd name="connsiteY124" fmla="*/ 165760 h 556414"/>
                <a:gd name="connsiteX125" fmla="*/ 1218719 w 2915191"/>
                <a:gd name="connsiteY125" fmla="*/ 194786 h 556414"/>
                <a:gd name="connsiteX126" fmla="*/ 1228478 w 2915191"/>
                <a:gd name="connsiteY126" fmla="*/ 209091 h 556414"/>
                <a:gd name="connsiteX127" fmla="*/ 1238222 w 2915191"/>
                <a:gd name="connsiteY127" fmla="*/ 231080 h 556414"/>
                <a:gd name="connsiteX128" fmla="*/ 1247966 w 2915191"/>
                <a:gd name="connsiteY128" fmla="*/ 250456 h 556414"/>
                <a:gd name="connsiteX129" fmla="*/ 1257725 w 2915191"/>
                <a:gd name="connsiteY129" fmla="*/ 248499 h 556414"/>
                <a:gd name="connsiteX130" fmla="*/ 1267469 w 2915191"/>
                <a:gd name="connsiteY130" fmla="*/ 240972 h 556414"/>
                <a:gd name="connsiteX131" fmla="*/ 1277227 w 2915191"/>
                <a:gd name="connsiteY131" fmla="*/ 222360 h 556414"/>
                <a:gd name="connsiteX132" fmla="*/ 1286971 w 2915191"/>
                <a:gd name="connsiteY132" fmla="*/ 192888 h 556414"/>
                <a:gd name="connsiteX133" fmla="*/ 1296715 w 2915191"/>
                <a:gd name="connsiteY133" fmla="*/ 187611 h 556414"/>
                <a:gd name="connsiteX134" fmla="*/ 1306474 w 2915191"/>
                <a:gd name="connsiteY134" fmla="*/ 202318 h 556414"/>
                <a:gd name="connsiteX135" fmla="*/ 1316218 w 2915191"/>
                <a:gd name="connsiteY135" fmla="*/ 193544 h 556414"/>
                <a:gd name="connsiteX136" fmla="*/ 1325977 w 2915191"/>
                <a:gd name="connsiteY136" fmla="*/ 193265 h 556414"/>
                <a:gd name="connsiteX137" fmla="*/ 1335721 w 2915191"/>
                <a:gd name="connsiteY137" fmla="*/ 204749 h 556414"/>
                <a:gd name="connsiteX138" fmla="*/ 1345465 w 2915191"/>
                <a:gd name="connsiteY138" fmla="*/ 198781 h 556414"/>
                <a:gd name="connsiteX139" fmla="*/ 1355224 w 2915191"/>
                <a:gd name="connsiteY139" fmla="*/ 197252 h 556414"/>
                <a:gd name="connsiteX140" fmla="*/ 1364967 w 2915191"/>
                <a:gd name="connsiteY140" fmla="*/ 227573 h 556414"/>
                <a:gd name="connsiteX141" fmla="*/ 1374726 w 2915191"/>
                <a:gd name="connsiteY141" fmla="*/ 237818 h 556414"/>
                <a:gd name="connsiteX142" fmla="*/ 1384470 w 2915191"/>
                <a:gd name="connsiteY142" fmla="*/ 266455 h 556414"/>
                <a:gd name="connsiteX143" fmla="*/ 1394214 w 2915191"/>
                <a:gd name="connsiteY143" fmla="*/ 288885 h 556414"/>
                <a:gd name="connsiteX144" fmla="*/ 1403973 w 2915191"/>
                <a:gd name="connsiteY144" fmla="*/ 309248 h 556414"/>
                <a:gd name="connsiteX145" fmla="*/ 1413717 w 2915191"/>
                <a:gd name="connsiteY145" fmla="*/ 327781 h 556414"/>
                <a:gd name="connsiteX146" fmla="*/ 1423476 w 2915191"/>
                <a:gd name="connsiteY146" fmla="*/ 345700 h 556414"/>
                <a:gd name="connsiteX147" fmla="*/ 1433220 w 2915191"/>
                <a:gd name="connsiteY147" fmla="*/ 348091 h 556414"/>
                <a:gd name="connsiteX148" fmla="*/ 1442964 w 2915191"/>
                <a:gd name="connsiteY148" fmla="*/ 346303 h 556414"/>
                <a:gd name="connsiteX149" fmla="*/ 1452722 w 2915191"/>
                <a:gd name="connsiteY149" fmla="*/ 329379 h 556414"/>
                <a:gd name="connsiteX150" fmla="*/ 1462466 w 2915191"/>
                <a:gd name="connsiteY150" fmla="*/ 325102 h 556414"/>
                <a:gd name="connsiteX151" fmla="*/ 1472225 w 2915191"/>
                <a:gd name="connsiteY151" fmla="*/ 336826 h 556414"/>
                <a:gd name="connsiteX152" fmla="*/ 1481969 w 2915191"/>
                <a:gd name="connsiteY152" fmla="*/ 360491 h 556414"/>
                <a:gd name="connsiteX153" fmla="*/ 1491713 w 2915191"/>
                <a:gd name="connsiteY153" fmla="*/ 350801 h 556414"/>
                <a:gd name="connsiteX154" fmla="*/ 1501472 w 2915191"/>
                <a:gd name="connsiteY154" fmla="*/ 375292 h 556414"/>
                <a:gd name="connsiteX155" fmla="*/ 1511216 w 2915191"/>
                <a:gd name="connsiteY155" fmla="*/ 387725 h 556414"/>
                <a:gd name="connsiteX156" fmla="*/ 1520960 w 2915191"/>
                <a:gd name="connsiteY156" fmla="*/ 443267 h 556414"/>
                <a:gd name="connsiteX157" fmla="*/ 1530719 w 2915191"/>
                <a:gd name="connsiteY157" fmla="*/ 451691 h 556414"/>
                <a:gd name="connsiteX158" fmla="*/ 1540463 w 2915191"/>
                <a:gd name="connsiteY158" fmla="*/ 482737 h 556414"/>
                <a:gd name="connsiteX159" fmla="*/ 1550221 w 2915191"/>
                <a:gd name="connsiteY159" fmla="*/ 482879 h 556414"/>
                <a:gd name="connsiteX160" fmla="*/ 1559965 w 2915191"/>
                <a:gd name="connsiteY160" fmla="*/ 471946 h 556414"/>
                <a:gd name="connsiteX161" fmla="*/ 1569709 w 2915191"/>
                <a:gd name="connsiteY161" fmla="*/ 457654 h 556414"/>
                <a:gd name="connsiteX162" fmla="*/ 1579468 w 2915191"/>
                <a:gd name="connsiteY162" fmla="*/ 441484 h 556414"/>
                <a:gd name="connsiteX163" fmla="*/ 1589212 w 2915191"/>
                <a:gd name="connsiteY163" fmla="*/ 427155 h 556414"/>
                <a:gd name="connsiteX164" fmla="*/ 1598971 w 2915191"/>
                <a:gd name="connsiteY164" fmla="*/ 446044 h 556414"/>
                <a:gd name="connsiteX165" fmla="*/ 1608715 w 2915191"/>
                <a:gd name="connsiteY165" fmla="*/ 481240 h 556414"/>
                <a:gd name="connsiteX166" fmla="*/ 1618459 w 2915191"/>
                <a:gd name="connsiteY166" fmla="*/ 442445 h 556414"/>
                <a:gd name="connsiteX167" fmla="*/ 1628218 w 2915191"/>
                <a:gd name="connsiteY167" fmla="*/ 452731 h 556414"/>
                <a:gd name="connsiteX168" fmla="*/ 1637962 w 2915191"/>
                <a:gd name="connsiteY168" fmla="*/ 469825 h 556414"/>
                <a:gd name="connsiteX169" fmla="*/ 1647720 w 2915191"/>
                <a:gd name="connsiteY169" fmla="*/ 493374 h 556414"/>
                <a:gd name="connsiteX170" fmla="*/ 1657464 w 2915191"/>
                <a:gd name="connsiteY170" fmla="*/ 493983 h 556414"/>
                <a:gd name="connsiteX171" fmla="*/ 1667208 w 2915191"/>
                <a:gd name="connsiteY171" fmla="*/ 475678 h 556414"/>
                <a:gd name="connsiteX172" fmla="*/ 1676967 w 2915191"/>
                <a:gd name="connsiteY172" fmla="*/ 489362 h 556414"/>
                <a:gd name="connsiteX173" fmla="*/ 1686711 w 2915191"/>
                <a:gd name="connsiteY173" fmla="*/ 461772 h 556414"/>
                <a:gd name="connsiteX174" fmla="*/ 1696470 w 2915191"/>
                <a:gd name="connsiteY174" fmla="*/ 506837 h 556414"/>
                <a:gd name="connsiteX175" fmla="*/ 1706214 w 2915191"/>
                <a:gd name="connsiteY175" fmla="*/ 498739 h 556414"/>
                <a:gd name="connsiteX176" fmla="*/ 1715958 w 2915191"/>
                <a:gd name="connsiteY176" fmla="*/ 506008 h 556414"/>
                <a:gd name="connsiteX177" fmla="*/ 1725716 w 2915191"/>
                <a:gd name="connsiteY177" fmla="*/ 489145 h 556414"/>
                <a:gd name="connsiteX178" fmla="*/ 1735460 w 2915191"/>
                <a:gd name="connsiteY178" fmla="*/ 506947 h 556414"/>
                <a:gd name="connsiteX179" fmla="*/ 1745219 w 2915191"/>
                <a:gd name="connsiteY179" fmla="*/ 518310 h 556414"/>
                <a:gd name="connsiteX180" fmla="*/ 1754963 w 2915191"/>
                <a:gd name="connsiteY180" fmla="*/ 507361 h 556414"/>
                <a:gd name="connsiteX181" fmla="*/ 1764707 w 2915191"/>
                <a:gd name="connsiteY181" fmla="*/ 495893 h 556414"/>
                <a:gd name="connsiteX182" fmla="*/ 1774466 w 2915191"/>
                <a:gd name="connsiteY182" fmla="*/ 489657 h 556414"/>
                <a:gd name="connsiteX183" fmla="*/ 1784210 w 2915191"/>
                <a:gd name="connsiteY183" fmla="*/ 535645 h 556414"/>
                <a:gd name="connsiteX184" fmla="*/ 1793969 w 2915191"/>
                <a:gd name="connsiteY184" fmla="*/ 512860 h 556414"/>
                <a:gd name="connsiteX185" fmla="*/ 1803713 w 2915191"/>
                <a:gd name="connsiteY185" fmla="*/ 516746 h 556414"/>
                <a:gd name="connsiteX186" fmla="*/ 1813457 w 2915191"/>
                <a:gd name="connsiteY186" fmla="*/ 483776 h 556414"/>
                <a:gd name="connsiteX187" fmla="*/ 1823215 w 2915191"/>
                <a:gd name="connsiteY187" fmla="*/ 545626 h 556414"/>
                <a:gd name="connsiteX188" fmla="*/ 1832959 w 2915191"/>
                <a:gd name="connsiteY188" fmla="*/ 523693 h 556414"/>
                <a:gd name="connsiteX189" fmla="*/ 1842703 w 2915191"/>
                <a:gd name="connsiteY189" fmla="*/ 503247 h 556414"/>
                <a:gd name="connsiteX190" fmla="*/ 1852462 w 2915191"/>
                <a:gd name="connsiteY190" fmla="*/ 500493 h 556414"/>
                <a:gd name="connsiteX191" fmla="*/ 1862206 w 2915191"/>
                <a:gd name="connsiteY191" fmla="*/ 510986 h 556414"/>
                <a:gd name="connsiteX192" fmla="*/ 1871965 w 2915191"/>
                <a:gd name="connsiteY192" fmla="*/ 510573 h 556414"/>
                <a:gd name="connsiteX193" fmla="*/ 1881709 w 2915191"/>
                <a:gd name="connsiteY193" fmla="*/ 533938 h 556414"/>
                <a:gd name="connsiteX194" fmla="*/ 1891453 w 2915191"/>
                <a:gd name="connsiteY194" fmla="*/ 524423 h 556414"/>
                <a:gd name="connsiteX195" fmla="*/ 1901212 w 2915191"/>
                <a:gd name="connsiteY195" fmla="*/ 553607 h 556414"/>
                <a:gd name="connsiteX196" fmla="*/ 1910956 w 2915191"/>
                <a:gd name="connsiteY196" fmla="*/ 537026 h 556414"/>
                <a:gd name="connsiteX197" fmla="*/ 1920714 w 2915191"/>
                <a:gd name="connsiteY197" fmla="*/ 515776 h 556414"/>
                <a:gd name="connsiteX198" fmla="*/ 1930458 w 2915191"/>
                <a:gd name="connsiteY198" fmla="*/ 514368 h 556414"/>
                <a:gd name="connsiteX199" fmla="*/ 1940202 w 2915191"/>
                <a:gd name="connsiteY199" fmla="*/ 536015 h 556414"/>
                <a:gd name="connsiteX200" fmla="*/ 1949961 w 2915191"/>
                <a:gd name="connsiteY200" fmla="*/ 543491 h 556414"/>
                <a:gd name="connsiteX201" fmla="*/ 1959705 w 2915191"/>
                <a:gd name="connsiteY201" fmla="*/ 524705 h 556414"/>
                <a:gd name="connsiteX202" fmla="*/ 1969464 w 2915191"/>
                <a:gd name="connsiteY202" fmla="*/ 533504 h 556414"/>
                <a:gd name="connsiteX203" fmla="*/ 1979208 w 2915191"/>
                <a:gd name="connsiteY203" fmla="*/ 523206 h 556414"/>
                <a:gd name="connsiteX204" fmla="*/ 1988952 w 2915191"/>
                <a:gd name="connsiteY204" fmla="*/ 556414 h 556414"/>
                <a:gd name="connsiteX205" fmla="*/ 1998711 w 2915191"/>
                <a:gd name="connsiteY205" fmla="*/ 524554 h 556414"/>
                <a:gd name="connsiteX206" fmla="*/ 2008454 w 2915191"/>
                <a:gd name="connsiteY206" fmla="*/ 540559 h 556414"/>
                <a:gd name="connsiteX207" fmla="*/ 2018213 w 2915191"/>
                <a:gd name="connsiteY207" fmla="*/ 544798 h 556414"/>
                <a:gd name="connsiteX208" fmla="*/ 2027957 w 2915191"/>
                <a:gd name="connsiteY208" fmla="*/ 515442 h 556414"/>
                <a:gd name="connsiteX209" fmla="*/ 2037701 w 2915191"/>
                <a:gd name="connsiteY209" fmla="*/ 483298 h 556414"/>
                <a:gd name="connsiteX210" fmla="*/ 2047460 w 2915191"/>
                <a:gd name="connsiteY210" fmla="*/ 490352 h 556414"/>
                <a:gd name="connsiteX211" fmla="*/ 2057204 w 2915191"/>
                <a:gd name="connsiteY211" fmla="*/ 477717 h 556414"/>
                <a:gd name="connsiteX212" fmla="*/ 2066963 w 2915191"/>
                <a:gd name="connsiteY212" fmla="*/ 446099 h 556414"/>
                <a:gd name="connsiteX213" fmla="*/ 2076707 w 2915191"/>
                <a:gd name="connsiteY213" fmla="*/ 436843 h 556414"/>
                <a:gd name="connsiteX214" fmla="*/ 2086451 w 2915191"/>
                <a:gd name="connsiteY214" fmla="*/ 402551 h 556414"/>
                <a:gd name="connsiteX215" fmla="*/ 2096210 w 2915191"/>
                <a:gd name="connsiteY215" fmla="*/ 394847 h 556414"/>
                <a:gd name="connsiteX216" fmla="*/ 2105954 w 2915191"/>
                <a:gd name="connsiteY216" fmla="*/ 356972 h 556414"/>
                <a:gd name="connsiteX217" fmla="*/ 2115697 w 2915191"/>
                <a:gd name="connsiteY217" fmla="*/ 327568 h 556414"/>
                <a:gd name="connsiteX218" fmla="*/ 2125456 w 2915191"/>
                <a:gd name="connsiteY218" fmla="*/ 308747 h 556414"/>
                <a:gd name="connsiteX219" fmla="*/ 2135200 w 2915191"/>
                <a:gd name="connsiteY219" fmla="*/ 269885 h 556414"/>
                <a:gd name="connsiteX220" fmla="*/ 2144959 w 2915191"/>
                <a:gd name="connsiteY220" fmla="*/ 291056 h 556414"/>
                <a:gd name="connsiteX221" fmla="*/ 2154703 w 2915191"/>
                <a:gd name="connsiteY221" fmla="*/ 306363 h 556414"/>
                <a:gd name="connsiteX222" fmla="*/ 2164447 w 2915191"/>
                <a:gd name="connsiteY222" fmla="*/ 271258 h 556414"/>
                <a:gd name="connsiteX223" fmla="*/ 2174206 w 2915191"/>
                <a:gd name="connsiteY223" fmla="*/ 247442 h 556414"/>
                <a:gd name="connsiteX224" fmla="*/ 2183950 w 2915191"/>
                <a:gd name="connsiteY224" fmla="*/ 234100 h 556414"/>
                <a:gd name="connsiteX225" fmla="*/ 2193709 w 2915191"/>
                <a:gd name="connsiteY225" fmla="*/ 239127 h 556414"/>
                <a:gd name="connsiteX226" fmla="*/ 2203452 w 2915191"/>
                <a:gd name="connsiteY226" fmla="*/ 216266 h 556414"/>
                <a:gd name="connsiteX227" fmla="*/ 2213196 w 2915191"/>
                <a:gd name="connsiteY227" fmla="*/ 180731 h 556414"/>
                <a:gd name="connsiteX228" fmla="*/ 2222955 w 2915191"/>
                <a:gd name="connsiteY228" fmla="*/ 212792 h 556414"/>
                <a:gd name="connsiteX229" fmla="*/ 2232699 w 2915191"/>
                <a:gd name="connsiteY229" fmla="*/ 193346 h 556414"/>
                <a:gd name="connsiteX230" fmla="*/ 2242458 w 2915191"/>
                <a:gd name="connsiteY230" fmla="*/ 220694 h 556414"/>
                <a:gd name="connsiteX231" fmla="*/ 2252202 w 2915191"/>
                <a:gd name="connsiteY231" fmla="*/ 208584 h 556414"/>
                <a:gd name="connsiteX232" fmla="*/ 2261946 w 2915191"/>
                <a:gd name="connsiteY232" fmla="*/ 179181 h 556414"/>
                <a:gd name="connsiteX233" fmla="*/ 2271705 w 2915191"/>
                <a:gd name="connsiteY233" fmla="*/ 168570 h 556414"/>
                <a:gd name="connsiteX234" fmla="*/ 2281449 w 2915191"/>
                <a:gd name="connsiteY234" fmla="*/ 150711 h 556414"/>
                <a:gd name="connsiteX235" fmla="*/ 2291208 w 2915191"/>
                <a:gd name="connsiteY235" fmla="*/ 191200 h 556414"/>
                <a:gd name="connsiteX236" fmla="*/ 2300951 w 2915191"/>
                <a:gd name="connsiteY236" fmla="*/ 178731 h 556414"/>
                <a:gd name="connsiteX237" fmla="*/ 2310695 w 2915191"/>
                <a:gd name="connsiteY237" fmla="*/ 154792 h 556414"/>
                <a:gd name="connsiteX238" fmla="*/ 2320454 w 2915191"/>
                <a:gd name="connsiteY238" fmla="*/ 153266 h 556414"/>
                <a:gd name="connsiteX239" fmla="*/ 2330198 w 2915191"/>
                <a:gd name="connsiteY239" fmla="*/ 169741 h 556414"/>
                <a:gd name="connsiteX240" fmla="*/ 2339957 w 2915191"/>
                <a:gd name="connsiteY240" fmla="*/ 153524 h 556414"/>
                <a:gd name="connsiteX241" fmla="*/ 2349701 w 2915191"/>
                <a:gd name="connsiteY241" fmla="*/ 135401 h 556414"/>
                <a:gd name="connsiteX242" fmla="*/ 2359445 w 2915191"/>
                <a:gd name="connsiteY242" fmla="*/ 150661 h 556414"/>
                <a:gd name="connsiteX243" fmla="*/ 2369204 w 2915191"/>
                <a:gd name="connsiteY243" fmla="*/ 150599 h 556414"/>
                <a:gd name="connsiteX244" fmla="*/ 2378948 w 2915191"/>
                <a:gd name="connsiteY244" fmla="*/ 121051 h 556414"/>
                <a:gd name="connsiteX245" fmla="*/ 2388692 w 2915191"/>
                <a:gd name="connsiteY245" fmla="*/ 107387 h 556414"/>
                <a:gd name="connsiteX246" fmla="*/ 2398450 w 2915191"/>
                <a:gd name="connsiteY246" fmla="*/ 89707 h 556414"/>
                <a:gd name="connsiteX247" fmla="*/ 2408194 w 2915191"/>
                <a:gd name="connsiteY247" fmla="*/ 100711 h 556414"/>
                <a:gd name="connsiteX248" fmla="*/ 2417953 w 2915191"/>
                <a:gd name="connsiteY248" fmla="*/ 93779 h 556414"/>
                <a:gd name="connsiteX249" fmla="*/ 2427697 w 2915191"/>
                <a:gd name="connsiteY249" fmla="*/ 128480 h 556414"/>
                <a:gd name="connsiteX250" fmla="*/ 2437441 w 2915191"/>
                <a:gd name="connsiteY250" fmla="*/ 121521 h 556414"/>
                <a:gd name="connsiteX251" fmla="*/ 2447200 w 2915191"/>
                <a:gd name="connsiteY251" fmla="*/ 119913 h 556414"/>
                <a:gd name="connsiteX252" fmla="*/ 2456944 w 2915191"/>
                <a:gd name="connsiteY252" fmla="*/ 115233 h 556414"/>
                <a:gd name="connsiteX253" fmla="*/ 2466703 w 2915191"/>
                <a:gd name="connsiteY253" fmla="*/ 116261 h 556414"/>
                <a:gd name="connsiteX254" fmla="*/ 2476446 w 2915191"/>
                <a:gd name="connsiteY254" fmla="*/ 114190 h 556414"/>
                <a:gd name="connsiteX255" fmla="*/ 2486190 w 2915191"/>
                <a:gd name="connsiteY255" fmla="*/ 135648 h 556414"/>
                <a:gd name="connsiteX256" fmla="*/ 2495949 w 2915191"/>
                <a:gd name="connsiteY256" fmla="*/ 156478 h 556414"/>
                <a:gd name="connsiteX257" fmla="*/ 2505693 w 2915191"/>
                <a:gd name="connsiteY257" fmla="*/ 132243 h 556414"/>
                <a:gd name="connsiteX258" fmla="*/ 2515452 w 2915191"/>
                <a:gd name="connsiteY258" fmla="*/ 124009 h 556414"/>
                <a:gd name="connsiteX259" fmla="*/ 2525196 w 2915191"/>
                <a:gd name="connsiteY259" fmla="*/ 135445 h 556414"/>
                <a:gd name="connsiteX260" fmla="*/ 2534940 w 2915191"/>
                <a:gd name="connsiteY260" fmla="*/ 121114 h 556414"/>
                <a:gd name="connsiteX261" fmla="*/ 2544699 w 2915191"/>
                <a:gd name="connsiteY261" fmla="*/ 76524 h 556414"/>
                <a:gd name="connsiteX262" fmla="*/ 2554443 w 2915191"/>
                <a:gd name="connsiteY262" fmla="*/ 105549 h 556414"/>
                <a:gd name="connsiteX263" fmla="*/ 2564202 w 2915191"/>
                <a:gd name="connsiteY263" fmla="*/ 136449 h 556414"/>
                <a:gd name="connsiteX264" fmla="*/ 2573946 w 2915191"/>
                <a:gd name="connsiteY264" fmla="*/ 148373 h 556414"/>
                <a:gd name="connsiteX265" fmla="*/ 2583690 w 2915191"/>
                <a:gd name="connsiteY265" fmla="*/ 154599 h 556414"/>
                <a:gd name="connsiteX266" fmla="*/ 2593448 w 2915191"/>
                <a:gd name="connsiteY266" fmla="*/ 146204 h 556414"/>
                <a:gd name="connsiteX267" fmla="*/ 2603192 w 2915191"/>
                <a:gd name="connsiteY267" fmla="*/ 140019 h 556414"/>
                <a:gd name="connsiteX268" fmla="*/ 2612951 w 2915191"/>
                <a:gd name="connsiteY268" fmla="*/ 157856 h 556414"/>
                <a:gd name="connsiteX269" fmla="*/ 2622695 w 2915191"/>
                <a:gd name="connsiteY269" fmla="*/ 180556 h 556414"/>
                <a:gd name="connsiteX270" fmla="*/ 2632439 w 2915191"/>
                <a:gd name="connsiteY270" fmla="*/ 190320 h 556414"/>
                <a:gd name="connsiteX271" fmla="*/ 2642198 w 2915191"/>
                <a:gd name="connsiteY271" fmla="*/ 213708 h 556414"/>
                <a:gd name="connsiteX272" fmla="*/ 2651942 w 2915191"/>
                <a:gd name="connsiteY272" fmla="*/ 156761 h 556414"/>
                <a:gd name="connsiteX273" fmla="*/ 2661685 w 2915191"/>
                <a:gd name="connsiteY273" fmla="*/ 147780 h 556414"/>
                <a:gd name="connsiteX274" fmla="*/ 2671444 w 2915191"/>
                <a:gd name="connsiteY274" fmla="*/ 200481 h 556414"/>
                <a:gd name="connsiteX275" fmla="*/ 2681188 w 2915191"/>
                <a:gd name="connsiteY275" fmla="*/ 191882 h 556414"/>
                <a:gd name="connsiteX276" fmla="*/ 2690947 w 2915191"/>
                <a:gd name="connsiteY276" fmla="*/ 178406 h 556414"/>
                <a:gd name="connsiteX277" fmla="*/ 2700691 w 2915191"/>
                <a:gd name="connsiteY277" fmla="*/ 138435 h 556414"/>
                <a:gd name="connsiteX278" fmla="*/ 2710435 w 2915191"/>
                <a:gd name="connsiteY278" fmla="*/ 141496 h 556414"/>
                <a:gd name="connsiteX279" fmla="*/ 2720194 w 2915191"/>
                <a:gd name="connsiteY279" fmla="*/ 180129 h 556414"/>
                <a:gd name="connsiteX280" fmla="*/ 2729938 w 2915191"/>
                <a:gd name="connsiteY280" fmla="*/ 192662 h 556414"/>
                <a:gd name="connsiteX281" fmla="*/ 2739697 w 2915191"/>
                <a:gd name="connsiteY281" fmla="*/ 195136 h 556414"/>
                <a:gd name="connsiteX282" fmla="*/ 2749441 w 2915191"/>
                <a:gd name="connsiteY282" fmla="*/ 199345 h 556414"/>
                <a:gd name="connsiteX283" fmla="*/ 2759185 w 2915191"/>
                <a:gd name="connsiteY283" fmla="*/ 190211 h 556414"/>
                <a:gd name="connsiteX284" fmla="*/ 2768943 w 2915191"/>
                <a:gd name="connsiteY284" fmla="*/ 205637 h 556414"/>
                <a:gd name="connsiteX285" fmla="*/ 2778687 w 2915191"/>
                <a:gd name="connsiteY285" fmla="*/ 185926 h 556414"/>
                <a:gd name="connsiteX286" fmla="*/ 2788446 w 2915191"/>
                <a:gd name="connsiteY286" fmla="*/ 185626 h 556414"/>
                <a:gd name="connsiteX287" fmla="*/ 2798190 w 2915191"/>
                <a:gd name="connsiteY287" fmla="*/ 211491 h 556414"/>
                <a:gd name="connsiteX288" fmla="*/ 2807934 w 2915191"/>
                <a:gd name="connsiteY288" fmla="*/ 171256 h 556414"/>
                <a:gd name="connsiteX289" fmla="*/ 2817693 w 2915191"/>
                <a:gd name="connsiteY289" fmla="*/ 198334 h 556414"/>
                <a:gd name="connsiteX290" fmla="*/ 2827437 w 2915191"/>
                <a:gd name="connsiteY290" fmla="*/ 221302 h 556414"/>
                <a:gd name="connsiteX291" fmla="*/ 2837196 w 2915191"/>
                <a:gd name="connsiteY291" fmla="*/ 191234 h 556414"/>
                <a:gd name="connsiteX292" fmla="*/ 2846940 w 2915191"/>
                <a:gd name="connsiteY292" fmla="*/ 211332 h 556414"/>
                <a:gd name="connsiteX293" fmla="*/ 2856684 w 2915191"/>
                <a:gd name="connsiteY293" fmla="*/ 223988 h 556414"/>
                <a:gd name="connsiteX294" fmla="*/ 2866442 w 2915191"/>
                <a:gd name="connsiteY294" fmla="*/ 209775 h 556414"/>
                <a:gd name="connsiteX295" fmla="*/ 2876186 w 2915191"/>
                <a:gd name="connsiteY295" fmla="*/ 220818 h 556414"/>
                <a:gd name="connsiteX296" fmla="*/ 2885945 w 2915191"/>
                <a:gd name="connsiteY296" fmla="*/ 200101 h 556414"/>
                <a:gd name="connsiteX297" fmla="*/ 2895689 w 2915191"/>
                <a:gd name="connsiteY297" fmla="*/ 166544 h 556414"/>
                <a:gd name="connsiteX298" fmla="*/ 2905433 w 2915191"/>
                <a:gd name="connsiteY298" fmla="*/ 128384 h 556414"/>
                <a:gd name="connsiteX299" fmla="*/ 2915192 w 2915191"/>
                <a:gd name="connsiteY299" fmla="*/ 137232 h 556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56414">
                  <a:moveTo>
                    <a:pt x="0" y="105956"/>
                  </a:moveTo>
                  <a:lnTo>
                    <a:pt x="9750" y="95674"/>
                  </a:lnTo>
                  <a:lnTo>
                    <a:pt x="19500" y="114838"/>
                  </a:lnTo>
                  <a:lnTo>
                    <a:pt x="29250" y="107446"/>
                  </a:lnTo>
                  <a:lnTo>
                    <a:pt x="39000" y="133610"/>
                  </a:lnTo>
                  <a:lnTo>
                    <a:pt x="48749" y="121127"/>
                  </a:lnTo>
                  <a:lnTo>
                    <a:pt x="58499" y="119003"/>
                  </a:lnTo>
                  <a:lnTo>
                    <a:pt x="68249" y="109013"/>
                  </a:lnTo>
                  <a:lnTo>
                    <a:pt x="77998" y="107358"/>
                  </a:lnTo>
                  <a:lnTo>
                    <a:pt x="87748" y="89589"/>
                  </a:lnTo>
                  <a:lnTo>
                    <a:pt x="97497" y="82847"/>
                  </a:lnTo>
                  <a:lnTo>
                    <a:pt x="107247" y="139557"/>
                  </a:lnTo>
                  <a:lnTo>
                    <a:pt x="116997" y="143680"/>
                  </a:lnTo>
                  <a:lnTo>
                    <a:pt x="126747" y="135414"/>
                  </a:lnTo>
                  <a:lnTo>
                    <a:pt x="136497" y="165325"/>
                  </a:lnTo>
                  <a:lnTo>
                    <a:pt x="146247" y="165897"/>
                  </a:lnTo>
                  <a:lnTo>
                    <a:pt x="155997" y="154781"/>
                  </a:lnTo>
                  <a:lnTo>
                    <a:pt x="165747" y="167511"/>
                  </a:lnTo>
                  <a:lnTo>
                    <a:pt x="175497" y="188810"/>
                  </a:lnTo>
                  <a:lnTo>
                    <a:pt x="185247" y="168232"/>
                  </a:lnTo>
                  <a:lnTo>
                    <a:pt x="194996" y="182812"/>
                  </a:lnTo>
                  <a:lnTo>
                    <a:pt x="204746" y="147984"/>
                  </a:lnTo>
                  <a:lnTo>
                    <a:pt x="214495" y="118812"/>
                  </a:lnTo>
                  <a:lnTo>
                    <a:pt x="224245" y="141868"/>
                  </a:lnTo>
                  <a:lnTo>
                    <a:pt x="233995" y="137614"/>
                  </a:lnTo>
                  <a:lnTo>
                    <a:pt x="243744" y="139553"/>
                  </a:lnTo>
                  <a:lnTo>
                    <a:pt x="253494" y="154067"/>
                  </a:lnTo>
                  <a:lnTo>
                    <a:pt x="263244" y="155577"/>
                  </a:lnTo>
                  <a:lnTo>
                    <a:pt x="272994" y="120606"/>
                  </a:lnTo>
                  <a:lnTo>
                    <a:pt x="282744" y="108281"/>
                  </a:lnTo>
                  <a:lnTo>
                    <a:pt x="292494" y="128407"/>
                  </a:lnTo>
                  <a:lnTo>
                    <a:pt x="302244" y="127062"/>
                  </a:lnTo>
                  <a:lnTo>
                    <a:pt x="311994" y="151974"/>
                  </a:lnTo>
                  <a:lnTo>
                    <a:pt x="321744" y="99981"/>
                  </a:lnTo>
                  <a:lnTo>
                    <a:pt x="331493" y="80592"/>
                  </a:lnTo>
                  <a:lnTo>
                    <a:pt x="341243" y="56017"/>
                  </a:lnTo>
                  <a:lnTo>
                    <a:pt x="350993" y="57732"/>
                  </a:lnTo>
                  <a:lnTo>
                    <a:pt x="360742" y="49252"/>
                  </a:lnTo>
                  <a:lnTo>
                    <a:pt x="370492" y="59737"/>
                  </a:lnTo>
                  <a:lnTo>
                    <a:pt x="380241" y="30524"/>
                  </a:lnTo>
                  <a:lnTo>
                    <a:pt x="389991" y="16554"/>
                  </a:lnTo>
                  <a:lnTo>
                    <a:pt x="399741" y="19421"/>
                  </a:lnTo>
                  <a:lnTo>
                    <a:pt x="409491" y="14163"/>
                  </a:lnTo>
                  <a:lnTo>
                    <a:pt x="419241" y="19226"/>
                  </a:lnTo>
                  <a:lnTo>
                    <a:pt x="428991" y="13984"/>
                  </a:lnTo>
                  <a:lnTo>
                    <a:pt x="438741" y="23521"/>
                  </a:lnTo>
                  <a:lnTo>
                    <a:pt x="448491" y="23016"/>
                  </a:lnTo>
                  <a:lnTo>
                    <a:pt x="458241" y="0"/>
                  </a:lnTo>
                  <a:lnTo>
                    <a:pt x="467991" y="4173"/>
                  </a:lnTo>
                  <a:lnTo>
                    <a:pt x="477740" y="9862"/>
                  </a:lnTo>
                  <a:lnTo>
                    <a:pt x="487490" y="29872"/>
                  </a:lnTo>
                  <a:lnTo>
                    <a:pt x="497239" y="59341"/>
                  </a:lnTo>
                  <a:lnTo>
                    <a:pt x="506989" y="71976"/>
                  </a:lnTo>
                  <a:lnTo>
                    <a:pt x="516738" y="81059"/>
                  </a:lnTo>
                  <a:lnTo>
                    <a:pt x="526488" y="115343"/>
                  </a:lnTo>
                  <a:lnTo>
                    <a:pt x="536238" y="118267"/>
                  </a:lnTo>
                  <a:lnTo>
                    <a:pt x="545988" y="99034"/>
                  </a:lnTo>
                  <a:lnTo>
                    <a:pt x="555738" y="98673"/>
                  </a:lnTo>
                  <a:lnTo>
                    <a:pt x="565488" y="76198"/>
                  </a:lnTo>
                  <a:lnTo>
                    <a:pt x="575238" y="93692"/>
                  </a:lnTo>
                  <a:lnTo>
                    <a:pt x="584988" y="77137"/>
                  </a:lnTo>
                  <a:lnTo>
                    <a:pt x="594738" y="127094"/>
                  </a:lnTo>
                  <a:lnTo>
                    <a:pt x="604488" y="118074"/>
                  </a:lnTo>
                  <a:lnTo>
                    <a:pt x="614237" y="116102"/>
                  </a:lnTo>
                  <a:lnTo>
                    <a:pt x="623987" y="135575"/>
                  </a:lnTo>
                  <a:lnTo>
                    <a:pt x="633736" y="130433"/>
                  </a:lnTo>
                  <a:lnTo>
                    <a:pt x="643486" y="149785"/>
                  </a:lnTo>
                  <a:lnTo>
                    <a:pt x="653236" y="138170"/>
                  </a:lnTo>
                  <a:lnTo>
                    <a:pt x="662985" y="183091"/>
                  </a:lnTo>
                  <a:lnTo>
                    <a:pt x="672735" y="154097"/>
                  </a:lnTo>
                  <a:lnTo>
                    <a:pt x="682485" y="203034"/>
                  </a:lnTo>
                  <a:lnTo>
                    <a:pt x="692235" y="204544"/>
                  </a:lnTo>
                  <a:lnTo>
                    <a:pt x="701985" y="210344"/>
                  </a:lnTo>
                  <a:lnTo>
                    <a:pt x="711735" y="219539"/>
                  </a:lnTo>
                  <a:lnTo>
                    <a:pt x="721485" y="201731"/>
                  </a:lnTo>
                  <a:lnTo>
                    <a:pt x="731235" y="176571"/>
                  </a:lnTo>
                  <a:lnTo>
                    <a:pt x="740985" y="148410"/>
                  </a:lnTo>
                  <a:lnTo>
                    <a:pt x="750734" y="139294"/>
                  </a:lnTo>
                  <a:lnTo>
                    <a:pt x="760484" y="129693"/>
                  </a:lnTo>
                  <a:lnTo>
                    <a:pt x="770233" y="100838"/>
                  </a:lnTo>
                  <a:lnTo>
                    <a:pt x="779983" y="93755"/>
                  </a:lnTo>
                  <a:lnTo>
                    <a:pt x="789733" y="103828"/>
                  </a:lnTo>
                  <a:lnTo>
                    <a:pt x="799482" y="89485"/>
                  </a:lnTo>
                  <a:lnTo>
                    <a:pt x="809232" y="87861"/>
                  </a:lnTo>
                  <a:lnTo>
                    <a:pt x="818982" y="85318"/>
                  </a:lnTo>
                  <a:lnTo>
                    <a:pt x="828732" y="92451"/>
                  </a:lnTo>
                  <a:lnTo>
                    <a:pt x="838482" y="165507"/>
                  </a:lnTo>
                  <a:lnTo>
                    <a:pt x="848232" y="157913"/>
                  </a:lnTo>
                  <a:lnTo>
                    <a:pt x="857982" y="173901"/>
                  </a:lnTo>
                  <a:lnTo>
                    <a:pt x="867732" y="168648"/>
                  </a:lnTo>
                  <a:lnTo>
                    <a:pt x="877482" y="171928"/>
                  </a:lnTo>
                  <a:lnTo>
                    <a:pt x="887231" y="134155"/>
                  </a:lnTo>
                  <a:lnTo>
                    <a:pt x="896981" y="147533"/>
                  </a:lnTo>
                  <a:lnTo>
                    <a:pt x="906730" y="158206"/>
                  </a:lnTo>
                  <a:lnTo>
                    <a:pt x="916480" y="147633"/>
                  </a:lnTo>
                  <a:lnTo>
                    <a:pt x="926230" y="140402"/>
                  </a:lnTo>
                  <a:lnTo>
                    <a:pt x="935979" y="138145"/>
                  </a:lnTo>
                  <a:lnTo>
                    <a:pt x="945729" y="140317"/>
                  </a:lnTo>
                  <a:lnTo>
                    <a:pt x="955479" y="150340"/>
                  </a:lnTo>
                  <a:lnTo>
                    <a:pt x="965229" y="181160"/>
                  </a:lnTo>
                  <a:lnTo>
                    <a:pt x="974979" y="153246"/>
                  </a:lnTo>
                  <a:lnTo>
                    <a:pt x="984729" y="160902"/>
                  </a:lnTo>
                  <a:lnTo>
                    <a:pt x="994474" y="151292"/>
                  </a:lnTo>
                  <a:lnTo>
                    <a:pt x="1004233" y="138073"/>
                  </a:lnTo>
                  <a:lnTo>
                    <a:pt x="1013977" y="124892"/>
                  </a:lnTo>
                  <a:lnTo>
                    <a:pt x="1023721" y="99107"/>
                  </a:lnTo>
                  <a:lnTo>
                    <a:pt x="1033480" y="117268"/>
                  </a:lnTo>
                  <a:lnTo>
                    <a:pt x="1043224" y="85565"/>
                  </a:lnTo>
                  <a:lnTo>
                    <a:pt x="1052983" y="105504"/>
                  </a:lnTo>
                  <a:lnTo>
                    <a:pt x="1062727" y="143976"/>
                  </a:lnTo>
                  <a:lnTo>
                    <a:pt x="1072471" y="119432"/>
                  </a:lnTo>
                  <a:lnTo>
                    <a:pt x="1082230" y="122368"/>
                  </a:lnTo>
                  <a:lnTo>
                    <a:pt x="1091973" y="81140"/>
                  </a:lnTo>
                  <a:lnTo>
                    <a:pt x="1101732" y="117924"/>
                  </a:lnTo>
                  <a:lnTo>
                    <a:pt x="1111476" y="109519"/>
                  </a:lnTo>
                  <a:lnTo>
                    <a:pt x="1121220" y="108295"/>
                  </a:lnTo>
                  <a:lnTo>
                    <a:pt x="1130979" y="106212"/>
                  </a:lnTo>
                  <a:lnTo>
                    <a:pt x="1140723" y="82233"/>
                  </a:lnTo>
                  <a:lnTo>
                    <a:pt x="1150482" y="59532"/>
                  </a:lnTo>
                  <a:lnTo>
                    <a:pt x="1160226" y="80380"/>
                  </a:lnTo>
                  <a:lnTo>
                    <a:pt x="1169969" y="106385"/>
                  </a:lnTo>
                  <a:lnTo>
                    <a:pt x="1179728" y="111643"/>
                  </a:lnTo>
                  <a:lnTo>
                    <a:pt x="1189472" y="122602"/>
                  </a:lnTo>
                  <a:lnTo>
                    <a:pt x="1199231" y="136573"/>
                  </a:lnTo>
                  <a:lnTo>
                    <a:pt x="1208975" y="165760"/>
                  </a:lnTo>
                  <a:lnTo>
                    <a:pt x="1218719" y="194786"/>
                  </a:lnTo>
                  <a:lnTo>
                    <a:pt x="1228478" y="209091"/>
                  </a:lnTo>
                  <a:lnTo>
                    <a:pt x="1238222" y="231080"/>
                  </a:lnTo>
                  <a:lnTo>
                    <a:pt x="1247966" y="250456"/>
                  </a:lnTo>
                  <a:lnTo>
                    <a:pt x="1257725" y="248499"/>
                  </a:lnTo>
                  <a:lnTo>
                    <a:pt x="1267469" y="240972"/>
                  </a:lnTo>
                  <a:lnTo>
                    <a:pt x="1277227" y="222360"/>
                  </a:lnTo>
                  <a:lnTo>
                    <a:pt x="1286971" y="192888"/>
                  </a:lnTo>
                  <a:lnTo>
                    <a:pt x="1296715" y="187611"/>
                  </a:lnTo>
                  <a:lnTo>
                    <a:pt x="1306474" y="202318"/>
                  </a:lnTo>
                  <a:lnTo>
                    <a:pt x="1316218" y="193544"/>
                  </a:lnTo>
                  <a:lnTo>
                    <a:pt x="1325977" y="193265"/>
                  </a:lnTo>
                  <a:lnTo>
                    <a:pt x="1335721" y="204749"/>
                  </a:lnTo>
                  <a:lnTo>
                    <a:pt x="1345465" y="198781"/>
                  </a:lnTo>
                  <a:lnTo>
                    <a:pt x="1355224" y="197252"/>
                  </a:lnTo>
                  <a:lnTo>
                    <a:pt x="1364967" y="227573"/>
                  </a:lnTo>
                  <a:lnTo>
                    <a:pt x="1374726" y="237818"/>
                  </a:lnTo>
                  <a:lnTo>
                    <a:pt x="1384470" y="266455"/>
                  </a:lnTo>
                  <a:lnTo>
                    <a:pt x="1394214" y="288885"/>
                  </a:lnTo>
                  <a:lnTo>
                    <a:pt x="1403973" y="309248"/>
                  </a:lnTo>
                  <a:lnTo>
                    <a:pt x="1413717" y="327781"/>
                  </a:lnTo>
                  <a:lnTo>
                    <a:pt x="1423476" y="345700"/>
                  </a:lnTo>
                  <a:lnTo>
                    <a:pt x="1433220" y="348091"/>
                  </a:lnTo>
                  <a:lnTo>
                    <a:pt x="1442964" y="346303"/>
                  </a:lnTo>
                  <a:lnTo>
                    <a:pt x="1452722" y="329379"/>
                  </a:lnTo>
                  <a:lnTo>
                    <a:pt x="1462466" y="325102"/>
                  </a:lnTo>
                  <a:lnTo>
                    <a:pt x="1472225" y="336826"/>
                  </a:lnTo>
                  <a:lnTo>
                    <a:pt x="1481969" y="360491"/>
                  </a:lnTo>
                  <a:lnTo>
                    <a:pt x="1491713" y="350801"/>
                  </a:lnTo>
                  <a:lnTo>
                    <a:pt x="1501472" y="375292"/>
                  </a:lnTo>
                  <a:lnTo>
                    <a:pt x="1511216" y="387725"/>
                  </a:lnTo>
                  <a:lnTo>
                    <a:pt x="1520960" y="443267"/>
                  </a:lnTo>
                  <a:lnTo>
                    <a:pt x="1530719" y="451691"/>
                  </a:lnTo>
                  <a:lnTo>
                    <a:pt x="1540463" y="482737"/>
                  </a:lnTo>
                  <a:lnTo>
                    <a:pt x="1550221" y="482879"/>
                  </a:lnTo>
                  <a:lnTo>
                    <a:pt x="1559965" y="471946"/>
                  </a:lnTo>
                  <a:lnTo>
                    <a:pt x="1569709" y="457654"/>
                  </a:lnTo>
                  <a:lnTo>
                    <a:pt x="1579468" y="441484"/>
                  </a:lnTo>
                  <a:lnTo>
                    <a:pt x="1589212" y="427155"/>
                  </a:lnTo>
                  <a:lnTo>
                    <a:pt x="1598971" y="446044"/>
                  </a:lnTo>
                  <a:lnTo>
                    <a:pt x="1608715" y="481240"/>
                  </a:lnTo>
                  <a:lnTo>
                    <a:pt x="1618459" y="442445"/>
                  </a:lnTo>
                  <a:lnTo>
                    <a:pt x="1628218" y="452731"/>
                  </a:lnTo>
                  <a:lnTo>
                    <a:pt x="1637962" y="469825"/>
                  </a:lnTo>
                  <a:lnTo>
                    <a:pt x="1647720" y="493374"/>
                  </a:lnTo>
                  <a:lnTo>
                    <a:pt x="1657464" y="493983"/>
                  </a:lnTo>
                  <a:lnTo>
                    <a:pt x="1667208" y="475678"/>
                  </a:lnTo>
                  <a:lnTo>
                    <a:pt x="1676967" y="489362"/>
                  </a:lnTo>
                  <a:lnTo>
                    <a:pt x="1686711" y="461772"/>
                  </a:lnTo>
                  <a:lnTo>
                    <a:pt x="1696470" y="506837"/>
                  </a:lnTo>
                  <a:lnTo>
                    <a:pt x="1706214" y="498739"/>
                  </a:lnTo>
                  <a:lnTo>
                    <a:pt x="1715958" y="506008"/>
                  </a:lnTo>
                  <a:lnTo>
                    <a:pt x="1725716" y="489145"/>
                  </a:lnTo>
                  <a:lnTo>
                    <a:pt x="1735460" y="506947"/>
                  </a:lnTo>
                  <a:lnTo>
                    <a:pt x="1745219" y="518310"/>
                  </a:lnTo>
                  <a:lnTo>
                    <a:pt x="1754963" y="507361"/>
                  </a:lnTo>
                  <a:lnTo>
                    <a:pt x="1764707" y="495893"/>
                  </a:lnTo>
                  <a:lnTo>
                    <a:pt x="1774466" y="489657"/>
                  </a:lnTo>
                  <a:lnTo>
                    <a:pt x="1784210" y="535645"/>
                  </a:lnTo>
                  <a:lnTo>
                    <a:pt x="1793969" y="512860"/>
                  </a:lnTo>
                  <a:lnTo>
                    <a:pt x="1803713" y="516746"/>
                  </a:lnTo>
                  <a:lnTo>
                    <a:pt x="1813457" y="483776"/>
                  </a:lnTo>
                  <a:lnTo>
                    <a:pt x="1823215" y="545626"/>
                  </a:lnTo>
                  <a:lnTo>
                    <a:pt x="1832959" y="523693"/>
                  </a:lnTo>
                  <a:lnTo>
                    <a:pt x="1842703" y="503247"/>
                  </a:lnTo>
                  <a:lnTo>
                    <a:pt x="1852462" y="500493"/>
                  </a:lnTo>
                  <a:lnTo>
                    <a:pt x="1862206" y="510986"/>
                  </a:lnTo>
                  <a:lnTo>
                    <a:pt x="1871965" y="510573"/>
                  </a:lnTo>
                  <a:lnTo>
                    <a:pt x="1881709" y="533938"/>
                  </a:lnTo>
                  <a:lnTo>
                    <a:pt x="1891453" y="524423"/>
                  </a:lnTo>
                  <a:lnTo>
                    <a:pt x="1901212" y="553607"/>
                  </a:lnTo>
                  <a:lnTo>
                    <a:pt x="1910956" y="537026"/>
                  </a:lnTo>
                  <a:lnTo>
                    <a:pt x="1920714" y="515776"/>
                  </a:lnTo>
                  <a:lnTo>
                    <a:pt x="1930458" y="514368"/>
                  </a:lnTo>
                  <a:lnTo>
                    <a:pt x="1940202" y="536015"/>
                  </a:lnTo>
                  <a:lnTo>
                    <a:pt x="1949961" y="543491"/>
                  </a:lnTo>
                  <a:lnTo>
                    <a:pt x="1959705" y="524705"/>
                  </a:lnTo>
                  <a:lnTo>
                    <a:pt x="1969464" y="533504"/>
                  </a:lnTo>
                  <a:lnTo>
                    <a:pt x="1979208" y="523206"/>
                  </a:lnTo>
                  <a:lnTo>
                    <a:pt x="1988952" y="556414"/>
                  </a:lnTo>
                  <a:lnTo>
                    <a:pt x="1998711" y="524554"/>
                  </a:lnTo>
                  <a:lnTo>
                    <a:pt x="2008454" y="540559"/>
                  </a:lnTo>
                  <a:lnTo>
                    <a:pt x="2018213" y="544798"/>
                  </a:lnTo>
                  <a:lnTo>
                    <a:pt x="2027957" y="515442"/>
                  </a:lnTo>
                  <a:lnTo>
                    <a:pt x="2037701" y="483298"/>
                  </a:lnTo>
                  <a:lnTo>
                    <a:pt x="2047460" y="490352"/>
                  </a:lnTo>
                  <a:lnTo>
                    <a:pt x="2057204" y="477717"/>
                  </a:lnTo>
                  <a:lnTo>
                    <a:pt x="2066963" y="446099"/>
                  </a:lnTo>
                  <a:lnTo>
                    <a:pt x="2076707" y="436843"/>
                  </a:lnTo>
                  <a:lnTo>
                    <a:pt x="2086451" y="402551"/>
                  </a:lnTo>
                  <a:lnTo>
                    <a:pt x="2096210" y="394847"/>
                  </a:lnTo>
                  <a:lnTo>
                    <a:pt x="2105954" y="356972"/>
                  </a:lnTo>
                  <a:lnTo>
                    <a:pt x="2115697" y="327568"/>
                  </a:lnTo>
                  <a:lnTo>
                    <a:pt x="2125456" y="308747"/>
                  </a:lnTo>
                  <a:lnTo>
                    <a:pt x="2135200" y="269885"/>
                  </a:lnTo>
                  <a:lnTo>
                    <a:pt x="2144959" y="291056"/>
                  </a:lnTo>
                  <a:lnTo>
                    <a:pt x="2154703" y="306363"/>
                  </a:lnTo>
                  <a:lnTo>
                    <a:pt x="2164447" y="271258"/>
                  </a:lnTo>
                  <a:lnTo>
                    <a:pt x="2174206" y="247442"/>
                  </a:lnTo>
                  <a:lnTo>
                    <a:pt x="2183950" y="234100"/>
                  </a:lnTo>
                  <a:lnTo>
                    <a:pt x="2193709" y="239127"/>
                  </a:lnTo>
                  <a:lnTo>
                    <a:pt x="2203452" y="216266"/>
                  </a:lnTo>
                  <a:lnTo>
                    <a:pt x="2213196" y="180731"/>
                  </a:lnTo>
                  <a:lnTo>
                    <a:pt x="2222955" y="212792"/>
                  </a:lnTo>
                  <a:lnTo>
                    <a:pt x="2232699" y="193346"/>
                  </a:lnTo>
                  <a:lnTo>
                    <a:pt x="2242458" y="220694"/>
                  </a:lnTo>
                  <a:lnTo>
                    <a:pt x="2252202" y="208584"/>
                  </a:lnTo>
                  <a:lnTo>
                    <a:pt x="2261946" y="179181"/>
                  </a:lnTo>
                  <a:lnTo>
                    <a:pt x="2271705" y="168570"/>
                  </a:lnTo>
                  <a:lnTo>
                    <a:pt x="2281449" y="150711"/>
                  </a:lnTo>
                  <a:lnTo>
                    <a:pt x="2291208" y="191200"/>
                  </a:lnTo>
                  <a:lnTo>
                    <a:pt x="2300951" y="178731"/>
                  </a:lnTo>
                  <a:lnTo>
                    <a:pt x="2310695" y="154792"/>
                  </a:lnTo>
                  <a:lnTo>
                    <a:pt x="2320454" y="153266"/>
                  </a:lnTo>
                  <a:lnTo>
                    <a:pt x="2330198" y="169741"/>
                  </a:lnTo>
                  <a:lnTo>
                    <a:pt x="2339957" y="153524"/>
                  </a:lnTo>
                  <a:lnTo>
                    <a:pt x="2349701" y="135401"/>
                  </a:lnTo>
                  <a:lnTo>
                    <a:pt x="2359445" y="150661"/>
                  </a:lnTo>
                  <a:lnTo>
                    <a:pt x="2369204" y="150599"/>
                  </a:lnTo>
                  <a:lnTo>
                    <a:pt x="2378948" y="121051"/>
                  </a:lnTo>
                  <a:lnTo>
                    <a:pt x="2388692" y="107387"/>
                  </a:lnTo>
                  <a:lnTo>
                    <a:pt x="2398450" y="89707"/>
                  </a:lnTo>
                  <a:lnTo>
                    <a:pt x="2408194" y="100711"/>
                  </a:lnTo>
                  <a:lnTo>
                    <a:pt x="2417953" y="93779"/>
                  </a:lnTo>
                  <a:lnTo>
                    <a:pt x="2427697" y="128480"/>
                  </a:lnTo>
                  <a:lnTo>
                    <a:pt x="2437441" y="121521"/>
                  </a:lnTo>
                  <a:lnTo>
                    <a:pt x="2447200" y="119913"/>
                  </a:lnTo>
                  <a:lnTo>
                    <a:pt x="2456944" y="115233"/>
                  </a:lnTo>
                  <a:lnTo>
                    <a:pt x="2466703" y="116261"/>
                  </a:lnTo>
                  <a:lnTo>
                    <a:pt x="2476446" y="114190"/>
                  </a:lnTo>
                  <a:lnTo>
                    <a:pt x="2486190" y="135648"/>
                  </a:lnTo>
                  <a:lnTo>
                    <a:pt x="2495949" y="156478"/>
                  </a:lnTo>
                  <a:lnTo>
                    <a:pt x="2505693" y="132243"/>
                  </a:lnTo>
                  <a:lnTo>
                    <a:pt x="2515452" y="124009"/>
                  </a:lnTo>
                  <a:lnTo>
                    <a:pt x="2525196" y="135445"/>
                  </a:lnTo>
                  <a:lnTo>
                    <a:pt x="2534940" y="121114"/>
                  </a:lnTo>
                  <a:lnTo>
                    <a:pt x="2544699" y="76524"/>
                  </a:lnTo>
                  <a:lnTo>
                    <a:pt x="2554443" y="105549"/>
                  </a:lnTo>
                  <a:lnTo>
                    <a:pt x="2564202" y="136449"/>
                  </a:lnTo>
                  <a:lnTo>
                    <a:pt x="2573946" y="148373"/>
                  </a:lnTo>
                  <a:lnTo>
                    <a:pt x="2583690" y="154599"/>
                  </a:lnTo>
                  <a:lnTo>
                    <a:pt x="2593448" y="146204"/>
                  </a:lnTo>
                  <a:lnTo>
                    <a:pt x="2603192" y="140019"/>
                  </a:lnTo>
                  <a:lnTo>
                    <a:pt x="2612951" y="157856"/>
                  </a:lnTo>
                  <a:lnTo>
                    <a:pt x="2622695" y="180556"/>
                  </a:lnTo>
                  <a:lnTo>
                    <a:pt x="2632439" y="190320"/>
                  </a:lnTo>
                  <a:lnTo>
                    <a:pt x="2642198" y="213708"/>
                  </a:lnTo>
                  <a:lnTo>
                    <a:pt x="2651942" y="156761"/>
                  </a:lnTo>
                  <a:lnTo>
                    <a:pt x="2661685" y="147780"/>
                  </a:lnTo>
                  <a:lnTo>
                    <a:pt x="2671444" y="200481"/>
                  </a:lnTo>
                  <a:lnTo>
                    <a:pt x="2681188" y="191882"/>
                  </a:lnTo>
                  <a:lnTo>
                    <a:pt x="2690947" y="178406"/>
                  </a:lnTo>
                  <a:lnTo>
                    <a:pt x="2700691" y="138435"/>
                  </a:lnTo>
                  <a:lnTo>
                    <a:pt x="2710435" y="141496"/>
                  </a:lnTo>
                  <a:lnTo>
                    <a:pt x="2720194" y="180129"/>
                  </a:lnTo>
                  <a:lnTo>
                    <a:pt x="2729938" y="192662"/>
                  </a:lnTo>
                  <a:lnTo>
                    <a:pt x="2739697" y="195136"/>
                  </a:lnTo>
                  <a:lnTo>
                    <a:pt x="2749441" y="199345"/>
                  </a:lnTo>
                  <a:lnTo>
                    <a:pt x="2759185" y="190211"/>
                  </a:lnTo>
                  <a:lnTo>
                    <a:pt x="2768943" y="205637"/>
                  </a:lnTo>
                  <a:lnTo>
                    <a:pt x="2778687" y="185926"/>
                  </a:lnTo>
                  <a:lnTo>
                    <a:pt x="2788446" y="185626"/>
                  </a:lnTo>
                  <a:lnTo>
                    <a:pt x="2798190" y="211491"/>
                  </a:lnTo>
                  <a:lnTo>
                    <a:pt x="2807934" y="171256"/>
                  </a:lnTo>
                  <a:lnTo>
                    <a:pt x="2817693" y="198334"/>
                  </a:lnTo>
                  <a:lnTo>
                    <a:pt x="2827437" y="221302"/>
                  </a:lnTo>
                  <a:lnTo>
                    <a:pt x="2837196" y="191234"/>
                  </a:lnTo>
                  <a:lnTo>
                    <a:pt x="2846940" y="211332"/>
                  </a:lnTo>
                  <a:lnTo>
                    <a:pt x="2856684" y="223988"/>
                  </a:lnTo>
                  <a:lnTo>
                    <a:pt x="2866442" y="209775"/>
                  </a:lnTo>
                  <a:lnTo>
                    <a:pt x="2876186" y="220818"/>
                  </a:lnTo>
                  <a:lnTo>
                    <a:pt x="2885945" y="200101"/>
                  </a:lnTo>
                  <a:lnTo>
                    <a:pt x="2895689" y="166544"/>
                  </a:lnTo>
                  <a:lnTo>
                    <a:pt x="2905433" y="128384"/>
                  </a:lnTo>
                  <a:lnTo>
                    <a:pt x="2915192" y="13723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7" name="Freeform 1016">
              <a:extLst>
                <a:ext uri="{FF2B5EF4-FFF2-40B4-BE49-F238E27FC236}">
                  <a16:creationId xmlns:a16="http://schemas.microsoft.com/office/drawing/2014/main" id="{30C90E7E-90E0-FC32-F846-BC10EE7B6508}"/>
                </a:ext>
              </a:extLst>
            </p:cNvPr>
            <p:cNvSpPr/>
            <p:nvPr/>
          </p:nvSpPr>
          <p:spPr>
            <a:xfrm>
              <a:off x="4426652" y="3262884"/>
              <a:ext cx="2915191" cy="630381"/>
            </a:xfrm>
            <a:custGeom>
              <a:avLst/>
              <a:gdLst>
                <a:gd name="connsiteX0" fmla="*/ 0 w 2915191"/>
                <a:gd name="connsiteY0" fmla="*/ 520891 h 630381"/>
                <a:gd name="connsiteX1" fmla="*/ 9750 w 2915191"/>
                <a:gd name="connsiteY1" fmla="*/ 528342 h 630381"/>
                <a:gd name="connsiteX2" fmla="*/ 19500 w 2915191"/>
                <a:gd name="connsiteY2" fmla="*/ 529735 h 630381"/>
                <a:gd name="connsiteX3" fmla="*/ 29250 w 2915191"/>
                <a:gd name="connsiteY3" fmla="*/ 554743 h 630381"/>
                <a:gd name="connsiteX4" fmla="*/ 39000 w 2915191"/>
                <a:gd name="connsiteY4" fmla="*/ 536337 h 630381"/>
                <a:gd name="connsiteX5" fmla="*/ 48749 w 2915191"/>
                <a:gd name="connsiteY5" fmla="*/ 536418 h 630381"/>
                <a:gd name="connsiteX6" fmla="*/ 58499 w 2915191"/>
                <a:gd name="connsiteY6" fmla="*/ 546526 h 630381"/>
                <a:gd name="connsiteX7" fmla="*/ 68249 w 2915191"/>
                <a:gd name="connsiteY7" fmla="*/ 526460 h 630381"/>
                <a:gd name="connsiteX8" fmla="*/ 77998 w 2915191"/>
                <a:gd name="connsiteY8" fmla="*/ 555476 h 630381"/>
                <a:gd name="connsiteX9" fmla="*/ 87748 w 2915191"/>
                <a:gd name="connsiteY9" fmla="*/ 555719 h 630381"/>
                <a:gd name="connsiteX10" fmla="*/ 97497 w 2915191"/>
                <a:gd name="connsiteY10" fmla="*/ 551079 h 630381"/>
                <a:gd name="connsiteX11" fmla="*/ 107247 w 2915191"/>
                <a:gd name="connsiteY11" fmla="*/ 527892 h 630381"/>
                <a:gd name="connsiteX12" fmla="*/ 116997 w 2915191"/>
                <a:gd name="connsiteY12" fmla="*/ 534964 h 630381"/>
                <a:gd name="connsiteX13" fmla="*/ 126747 w 2915191"/>
                <a:gd name="connsiteY13" fmla="*/ 528878 h 630381"/>
                <a:gd name="connsiteX14" fmla="*/ 136497 w 2915191"/>
                <a:gd name="connsiteY14" fmla="*/ 579009 h 630381"/>
                <a:gd name="connsiteX15" fmla="*/ 146247 w 2915191"/>
                <a:gd name="connsiteY15" fmla="*/ 580530 h 630381"/>
                <a:gd name="connsiteX16" fmla="*/ 155997 w 2915191"/>
                <a:gd name="connsiteY16" fmla="*/ 567626 h 630381"/>
                <a:gd name="connsiteX17" fmla="*/ 165747 w 2915191"/>
                <a:gd name="connsiteY17" fmla="*/ 566468 h 630381"/>
                <a:gd name="connsiteX18" fmla="*/ 175497 w 2915191"/>
                <a:gd name="connsiteY18" fmla="*/ 605696 h 630381"/>
                <a:gd name="connsiteX19" fmla="*/ 185247 w 2915191"/>
                <a:gd name="connsiteY19" fmla="*/ 607348 h 630381"/>
                <a:gd name="connsiteX20" fmla="*/ 194996 w 2915191"/>
                <a:gd name="connsiteY20" fmla="*/ 587684 h 630381"/>
                <a:gd name="connsiteX21" fmla="*/ 204746 w 2915191"/>
                <a:gd name="connsiteY21" fmla="*/ 549609 h 630381"/>
                <a:gd name="connsiteX22" fmla="*/ 214495 w 2915191"/>
                <a:gd name="connsiteY22" fmla="*/ 581194 h 630381"/>
                <a:gd name="connsiteX23" fmla="*/ 224245 w 2915191"/>
                <a:gd name="connsiteY23" fmla="*/ 598163 h 630381"/>
                <a:gd name="connsiteX24" fmla="*/ 233995 w 2915191"/>
                <a:gd name="connsiteY24" fmla="*/ 585476 h 630381"/>
                <a:gd name="connsiteX25" fmla="*/ 243744 w 2915191"/>
                <a:gd name="connsiteY25" fmla="*/ 607658 h 630381"/>
                <a:gd name="connsiteX26" fmla="*/ 253494 w 2915191"/>
                <a:gd name="connsiteY26" fmla="*/ 613933 h 630381"/>
                <a:gd name="connsiteX27" fmla="*/ 263244 w 2915191"/>
                <a:gd name="connsiteY27" fmla="*/ 630382 h 630381"/>
                <a:gd name="connsiteX28" fmla="*/ 272994 w 2915191"/>
                <a:gd name="connsiteY28" fmla="*/ 603445 h 630381"/>
                <a:gd name="connsiteX29" fmla="*/ 282744 w 2915191"/>
                <a:gd name="connsiteY29" fmla="*/ 619276 h 630381"/>
                <a:gd name="connsiteX30" fmla="*/ 292494 w 2915191"/>
                <a:gd name="connsiteY30" fmla="*/ 598398 h 630381"/>
                <a:gd name="connsiteX31" fmla="*/ 302244 w 2915191"/>
                <a:gd name="connsiteY31" fmla="*/ 619010 h 630381"/>
                <a:gd name="connsiteX32" fmla="*/ 311994 w 2915191"/>
                <a:gd name="connsiteY32" fmla="*/ 613393 h 630381"/>
                <a:gd name="connsiteX33" fmla="*/ 321744 w 2915191"/>
                <a:gd name="connsiteY33" fmla="*/ 578399 h 630381"/>
                <a:gd name="connsiteX34" fmla="*/ 331493 w 2915191"/>
                <a:gd name="connsiteY34" fmla="*/ 569953 h 630381"/>
                <a:gd name="connsiteX35" fmla="*/ 341243 w 2915191"/>
                <a:gd name="connsiteY35" fmla="*/ 560139 h 630381"/>
                <a:gd name="connsiteX36" fmla="*/ 350993 w 2915191"/>
                <a:gd name="connsiteY36" fmla="*/ 554644 h 630381"/>
                <a:gd name="connsiteX37" fmla="*/ 360742 w 2915191"/>
                <a:gd name="connsiteY37" fmla="*/ 537636 h 630381"/>
                <a:gd name="connsiteX38" fmla="*/ 370492 w 2915191"/>
                <a:gd name="connsiteY38" fmla="*/ 544909 h 630381"/>
                <a:gd name="connsiteX39" fmla="*/ 380241 w 2915191"/>
                <a:gd name="connsiteY39" fmla="*/ 537202 h 630381"/>
                <a:gd name="connsiteX40" fmla="*/ 389991 w 2915191"/>
                <a:gd name="connsiteY40" fmla="*/ 526874 h 630381"/>
                <a:gd name="connsiteX41" fmla="*/ 399741 w 2915191"/>
                <a:gd name="connsiteY41" fmla="*/ 526970 h 630381"/>
                <a:gd name="connsiteX42" fmla="*/ 409491 w 2915191"/>
                <a:gd name="connsiteY42" fmla="*/ 488779 h 630381"/>
                <a:gd name="connsiteX43" fmla="*/ 419241 w 2915191"/>
                <a:gd name="connsiteY43" fmla="*/ 492313 h 630381"/>
                <a:gd name="connsiteX44" fmla="*/ 428991 w 2915191"/>
                <a:gd name="connsiteY44" fmla="*/ 482904 h 630381"/>
                <a:gd name="connsiteX45" fmla="*/ 438741 w 2915191"/>
                <a:gd name="connsiteY45" fmla="*/ 444857 h 630381"/>
                <a:gd name="connsiteX46" fmla="*/ 448491 w 2915191"/>
                <a:gd name="connsiteY46" fmla="*/ 462363 h 630381"/>
                <a:gd name="connsiteX47" fmla="*/ 458241 w 2915191"/>
                <a:gd name="connsiteY47" fmla="*/ 457110 h 630381"/>
                <a:gd name="connsiteX48" fmla="*/ 467991 w 2915191"/>
                <a:gd name="connsiteY48" fmla="*/ 485595 h 630381"/>
                <a:gd name="connsiteX49" fmla="*/ 477740 w 2915191"/>
                <a:gd name="connsiteY49" fmla="*/ 459432 h 630381"/>
                <a:gd name="connsiteX50" fmla="*/ 487490 w 2915191"/>
                <a:gd name="connsiteY50" fmla="*/ 444410 h 630381"/>
                <a:gd name="connsiteX51" fmla="*/ 497239 w 2915191"/>
                <a:gd name="connsiteY51" fmla="*/ 440980 h 630381"/>
                <a:gd name="connsiteX52" fmla="*/ 506989 w 2915191"/>
                <a:gd name="connsiteY52" fmla="*/ 393816 h 630381"/>
                <a:gd name="connsiteX53" fmla="*/ 516738 w 2915191"/>
                <a:gd name="connsiteY53" fmla="*/ 398989 h 630381"/>
                <a:gd name="connsiteX54" fmla="*/ 526488 w 2915191"/>
                <a:gd name="connsiteY54" fmla="*/ 393975 h 630381"/>
                <a:gd name="connsiteX55" fmla="*/ 536238 w 2915191"/>
                <a:gd name="connsiteY55" fmla="*/ 390315 h 630381"/>
                <a:gd name="connsiteX56" fmla="*/ 545988 w 2915191"/>
                <a:gd name="connsiteY56" fmla="*/ 365219 h 630381"/>
                <a:gd name="connsiteX57" fmla="*/ 555738 w 2915191"/>
                <a:gd name="connsiteY57" fmla="*/ 374796 h 630381"/>
                <a:gd name="connsiteX58" fmla="*/ 565488 w 2915191"/>
                <a:gd name="connsiteY58" fmla="*/ 340746 h 630381"/>
                <a:gd name="connsiteX59" fmla="*/ 575238 w 2915191"/>
                <a:gd name="connsiteY59" fmla="*/ 348656 h 630381"/>
                <a:gd name="connsiteX60" fmla="*/ 584988 w 2915191"/>
                <a:gd name="connsiteY60" fmla="*/ 354201 h 630381"/>
                <a:gd name="connsiteX61" fmla="*/ 594738 w 2915191"/>
                <a:gd name="connsiteY61" fmla="*/ 328697 h 630381"/>
                <a:gd name="connsiteX62" fmla="*/ 604488 w 2915191"/>
                <a:gd name="connsiteY62" fmla="*/ 342706 h 630381"/>
                <a:gd name="connsiteX63" fmla="*/ 614237 w 2915191"/>
                <a:gd name="connsiteY63" fmla="*/ 312822 h 630381"/>
                <a:gd name="connsiteX64" fmla="*/ 623987 w 2915191"/>
                <a:gd name="connsiteY64" fmla="*/ 316515 h 630381"/>
                <a:gd name="connsiteX65" fmla="*/ 633736 w 2915191"/>
                <a:gd name="connsiteY65" fmla="*/ 306010 h 630381"/>
                <a:gd name="connsiteX66" fmla="*/ 643486 w 2915191"/>
                <a:gd name="connsiteY66" fmla="*/ 327471 h 630381"/>
                <a:gd name="connsiteX67" fmla="*/ 653236 w 2915191"/>
                <a:gd name="connsiteY67" fmla="*/ 348822 h 630381"/>
                <a:gd name="connsiteX68" fmla="*/ 662985 w 2915191"/>
                <a:gd name="connsiteY68" fmla="*/ 381132 h 630381"/>
                <a:gd name="connsiteX69" fmla="*/ 672735 w 2915191"/>
                <a:gd name="connsiteY69" fmla="*/ 392013 h 630381"/>
                <a:gd name="connsiteX70" fmla="*/ 682485 w 2915191"/>
                <a:gd name="connsiteY70" fmla="*/ 426871 h 630381"/>
                <a:gd name="connsiteX71" fmla="*/ 692235 w 2915191"/>
                <a:gd name="connsiteY71" fmla="*/ 380229 h 630381"/>
                <a:gd name="connsiteX72" fmla="*/ 701985 w 2915191"/>
                <a:gd name="connsiteY72" fmla="*/ 379699 h 630381"/>
                <a:gd name="connsiteX73" fmla="*/ 711735 w 2915191"/>
                <a:gd name="connsiteY73" fmla="*/ 398712 h 630381"/>
                <a:gd name="connsiteX74" fmla="*/ 721485 w 2915191"/>
                <a:gd name="connsiteY74" fmla="*/ 425850 h 630381"/>
                <a:gd name="connsiteX75" fmla="*/ 731235 w 2915191"/>
                <a:gd name="connsiteY75" fmla="*/ 435835 h 630381"/>
                <a:gd name="connsiteX76" fmla="*/ 740985 w 2915191"/>
                <a:gd name="connsiteY76" fmla="*/ 458384 h 630381"/>
                <a:gd name="connsiteX77" fmla="*/ 750734 w 2915191"/>
                <a:gd name="connsiteY77" fmla="*/ 471197 h 630381"/>
                <a:gd name="connsiteX78" fmla="*/ 760484 w 2915191"/>
                <a:gd name="connsiteY78" fmla="*/ 451590 h 630381"/>
                <a:gd name="connsiteX79" fmla="*/ 770233 w 2915191"/>
                <a:gd name="connsiteY79" fmla="*/ 458443 h 630381"/>
                <a:gd name="connsiteX80" fmla="*/ 779983 w 2915191"/>
                <a:gd name="connsiteY80" fmla="*/ 438473 h 630381"/>
                <a:gd name="connsiteX81" fmla="*/ 789733 w 2915191"/>
                <a:gd name="connsiteY81" fmla="*/ 397059 h 630381"/>
                <a:gd name="connsiteX82" fmla="*/ 799482 w 2915191"/>
                <a:gd name="connsiteY82" fmla="*/ 395036 h 630381"/>
                <a:gd name="connsiteX83" fmla="*/ 809232 w 2915191"/>
                <a:gd name="connsiteY83" fmla="*/ 398521 h 630381"/>
                <a:gd name="connsiteX84" fmla="*/ 818982 w 2915191"/>
                <a:gd name="connsiteY84" fmla="*/ 423286 h 630381"/>
                <a:gd name="connsiteX85" fmla="*/ 828732 w 2915191"/>
                <a:gd name="connsiteY85" fmla="*/ 415226 h 630381"/>
                <a:gd name="connsiteX86" fmla="*/ 838482 w 2915191"/>
                <a:gd name="connsiteY86" fmla="*/ 414648 h 630381"/>
                <a:gd name="connsiteX87" fmla="*/ 848232 w 2915191"/>
                <a:gd name="connsiteY87" fmla="*/ 440724 h 630381"/>
                <a:gd name="connsiteX88" fmla="*/ 857982 w 2915191"/>
                <a:gd name="connsiteY88" fmla="*/ 456058 h 630381"/>
                <a:gd name="connsiteX89" fmla="*/ 867732 w 2915191"/>
                <a:gd name="connsiteY89" fmla="*/ 466937 h 630381"/>
                <a:gd name="connsiteX90" fmla="*/ 877482 w 2915191"/>
                <a:gd name="connsiteY90" fmla="*/ 485667 h 630381"/>
                <a:gd name="connsiteX91" fmla="*/ 887231 w 2915191"/>
                <a:gd name="connsiteY91" fmla="*/ 465431 h 630381"/>
                <a:gd name="connsiteX92" fmla="*/ 896981 w 2915191"/>
                <a:gd name="connsiteY92" fmla="*/ 503885 h 630381"/>
                <a:gd name="connsiteX93" fmla="*/ 906730 w 2915191"/>
                <a:gd name="connsiteY93" fmla="*/ 524017 h 630381"/>
                <a:gd name="connsiteX94" fmla="*/ 916480 w 2915191"/>
                <a:gd name="connsiteY94" fmla="*/ 485263 h 630381"/>
                <a:gd name="connsiteX95" fmla="*/ 926230 w 2915191"/>
                <a:gd name="connsiteY95" fmla="*/ 439224 h 630381"/>
                <a:gd name="connsiteX96" fmla="*/ 935979 w 2915191"/>
                <a:gd name="connsiteY96" fmla="*/ 453220 h 630381"/>
                <a:gd name="connsiteX97" fmla="*/ 945729 w 2915191"/>
                <a:gd name="connsiteY97" fmla="*/ 435278 h 630381"/>
                <a:gd name="connsiteX98" fmla="*/ 955479 w 2915191"/>
                <a:gd name="connsiteY98" fmla="*/ 468893 h 630381"/>
                <a:gd name="connsiteX99" fmla="*/ 965229 w 2915191"/>
                <a:gd name="connsiteY99" fmla="*/ 461229 h 630381"/>
                <a:gd name="connsiteX100" fmla="*/ 974979 w 2915191"/>
                <a:gd name="connsiteY100" fmla="*/ 480902 h 630381"/>
                <a:gd name="connsiteX101" fmla="*/ 984729 w 2915191"/>
                <a:gd name="connsiteY101" fmla="*/ 466687 h 630381"/>
                <a:gd name="connsiteX102" fmla="*/ 994474 w 2915191"/>
                <a:gd name="connsiteY102" fmla="*/ 450678 h 630381"/>
                <a:gd name="connsiteX103" fmla="*/ 1004233 w 2915191"/>
                <a:gd name="connsiteY103" fmla="*/ 463305 h 630381"/>
                <a:gd name="connsiteX104" fmla="*/ 1013977 w 2915191"/>
                <a:gd name="connsiteY104" fmla="*/ 426403 h 630381"/>
                <a:gd name="connsiteX105" fmla="*/ 1023721 w 2915191"/>
                <a:gd name="connsiteY105" fmla="*/ 429125 h 630381"/>
                <a:gd name="connsiteX106" fmla="*/ 1033480 w 2915191"/>
                <a:gd name="connsiteY106" fmla="*/ 407462 h 630381"/>
                <a:gd name="connsiteX107" fmla="*/ 1043224 w 2915191"/>
                <a:gd name="connsiteY107" fmla="*/ 381359 h 630381"/>
                <a:gd name="connsiteX108" fmla="*/ 1052983 w 2915191"/>
                <a:gd name="connsiteY108" fmla="*/ 403117 h 630381"/>
                <a:gd name="connsiteX109" fmla="*/ 1062727 w 2915191"/>
                <a:gd name="connsiteY109" fmla="*/ 421814 h 630381"/>
                <a:gd name="connsiteX110" fmla="*/ 1072471 w 2915191"/>
                <a:gd name="connsiteY110" fmla="*/ 444224 h 630381"/>
                <a:gd name="connsiteX111" fmla="*/ 1082230 w 2915191"/>
                <a:gd name="connsiteY111" fmla="*/ 408354 h 630381"/>
                <a:gd name="connsiteX112" fmla="*/ 1091973 w 2915191"/>
                <a:gd name="connsiteY112" fmla="*/ 421124 h 630381"/>
                <a:gd name="connsiteX113" fmla="*/ 1101732 w 2915191"/>
                <a:gd name="connsiteY113" fmla="*/ 417578 h 630381"/>
                <a:gd name="connsiteX114" fmla="*/ 1111476 w 2915191"/>
                <a:gd name="connsiteY114" fmla="*/ 446697 h 630381"/>
                <a:gd name="connsiteX115" fmla="*/ 1121220 w 2915191"/>
                <a:gd name="connsiteY115" fmla="*/ 427775 h 630381"/>
                <a:gd name="connsiteX116" fmla="*/ 1130979 w 2915191"/>
                <a:gd name="connsiteY116" fmla="*/ 436585 h 630381"/>
                <a:gd name="connsiteX117" fmla="*/ 1140723 w 2915191"/>
                <a:gd name="connsiteY117" fmla="*/ 468796 h 630381"/>
                <a:gd name="connsiteX118" fmla="*/ 1150482 w 2915191"/>
                <a:gd name="connsiteY118" fmla="*/ 477174 h 630381"/>
                <a:gd name="connsiteX119" fmla="*/ 1160226 w 2915191"/>
                <a:gd name="connsiteY119" fmla="*/ 413523 h 630381"/>
                <a:gd name="connsiteX120" fmla="*/ 1169969 w 2915191"/>
                <a:gd name="connsiteY120" fmla="*/ 401015 h 630381"/>
                <a:gd name="connsiteX121" fmla="*/ 1179728 w 2915191"/>
                <a:gd name="connsiteY121" fmla="*/ 394349 h 630381"/>
                <a:gd name="connsiteX122" fmla="*/ 1189472 w 2915191"/>
                <a:gd name="connsiteY122" fmla="*/ 378771 h 630381"/>
                <a:gd name="connsiteX123" fmla="*/ 1199231 w 2915191"/>
                <a:gd name="connsiteY123" fmla="*/ 387147 h 630381"/>
                <a:gd name="connsiteX124" fmla="*/ 1208975 w 2915191"/>
                <a:gd name="connsiteY124" fmla="*/ 392616 h 630381"/>
                <a:gd name="connsiteX125" fmla="*/ 1218719 w 2915191"/>
                <a:gd name="connsiteY125" fmla="*/ 394574 h 630381"/>
                <a:gd name="connsiteX126" fmla="*/ 1228478 w 2915191"/>
                <a:gd name="connsiteY126" fmla="*/ 397335 h 630381"/>
                <a:gd name="connsiteX127" fmla="*/ 1238222 w 2915191"/>
                <a:gd name="connsiteY127" fmla="*/ 413335 h 630381"/>
                <a:gd name="connsiteX128" fmla="*/ 1247966 w 2915191"/>
                <a:gd name="connsiteY128" fmla="*/ 465064 h 630381"/>
                <a:gd name="connsiteX129" fmla="*/ 1257725 w 2915191"/>
                <a:gd name="connsiteY129" fmla="*/ 454882 h 630381"/>
                <a:gd name="connsiteX130" fmla="*/ 1267469 w 2915191"/>
                <a:gd name="connsiteY130" fmla="*/ 468592 h 630381"/>
                <a:gd name="connsiteX131" fmla="*/ 1277227 w 2915191"/>
                <a:gd name="connsiteY131" fmla="*/ 486911 h 630381"/>
                <a:gd name="connsiteX132" fmla="*/ 1286971 w 2915191"/>
                <a:gd name="connsiteY132" fmla="*/ 459786 h 630381"/>
                <a:gd name="connsiteX133" fmla="*/ 1296715 w 2915191"/>
                <a:gd name="connsiteY133" fmla="*/ 480504 h 630381"/>
                <a:gd name="connsiteX134" fmla="*/ 1306474 w 2915191"/>
                <a:gd name="connsiteY134" fmla="*/ 455860 h 630381"/>
                <a:gd name="connsiteX135" fmla="*/ 1316218 w 2915191"/>
                <a:gd name="connsiteY135" fmla="*/ 462750 h 630381"/>
                <a:gd name="connsiteX136" fmla="*/ 1325977 w 2915191"/>
                <a:gd name="connsiteY136" fmla="*/ 463126 h 630381"/>
                <a:gd name="connsiteX137" fmla="*/ 1335721 w 2915191"/>
                <a:gd name="connsiteY137" fmla="*/ 457148 h 630381"/>
                <a:gd name="connsiteX138" fmla="*/ 1345465 w 2915191"/>
                <a:gd name="connsiteY138" fmla="*/ 416063 h 630381"/>
                <a:gd name="connsiteX139" fmla="*/ 1355224 w 2915191"/>
                <a:gd name="connsiteY139" fmla="*/ 412197 h 630381"/>
                <a:gd name="connsiteX140" fmla="*/ 1364967 w 2915191"/>
                <a:gd name="connsiteY140" fmla="*/ 383242 h 630381"/>
                <a:gd name="connsiteX141" fmla="*/ 1374726 w 2915191"/>
                <a:gd name="connsiteY141" fmla="*/ 360180 h 630381"/>
                <a:gd name="connsiteX142" fmla="*/ 1384470 w 2915191"/>
                <a:gd name="connsiteY142" fmla="*/ 324238 h 630381"/>
                <a:gd name="connsiteX143" fmla="*/ 1394214 w 2915191"/>
                <a:gd name="connsiteY143" fmla="*/ 335376 h 630381"/>
                <a:gd name="connsiteX144" fmla="*/ 1403973 w 2915191"/>
                <a:gd name="connsiteY144" fmla="*/ 350108 h 630381"/>
                <a:gd name="connsiteX145" fmla="*/ 1413717 w 2915191"/>
                <a:gd name="connsiteY145" fmla="*/ 366850 h 630381"/>
                <a:gd name="connsiteX146" fmla="*/ 1423476 w 2915191"/>
                <a:gd name="connsiteY146" fmla="*/ 330091 h 630381"/>
                <a:gd name="connsiteX147" fmla="*/ 1433220 w 2915191"/>
                <a:gd name="connsiteY147" fmla="*/ 348949 h 630381"/>
                <a:gd name="connsiteX148" fmla="*/ 1442964 w 2915191"/>
                <a:gd name="connsiteY148" fmla="*/ 334911 h 630381"/>
                <a:gd name="connsiteX149" fmla="*/ 1452722 w 2915191"/>
                <a:gd name="connsiteY149" fmla="*/ 325245 h 630381"/>
                <a:gd name="connsiteX150" fmla="*/ 1462466 w 2915191"/>
                <a:gd name="connsiteY150" fmla="*/ 333193 h 630381"/>
                <a:gd name="connsiteX151" fmla="*/ 1472225 w 2915191"/>
                <a:gd name="connsiteY151" fmla="*/ 355888 h 630381"/>
                <a:gd name="connsiteX152" fmla="*/ 1481969 w 2915191"/>
                <a:gd name="connsiteY152" fmla="*/ 339132 h 630381"/>
                <a:gd name="connsiteX153" fmla="*/ 1491713 w 2915191"/>
                <a:gd name="connsiteY153" fmla="*/ 336894 h 630381"/>
                <a:gd name="connsiteX154" fmla="*/ 1501472 w 2915191"/>
                <a:gd name="connsiteY154" fmla="*/ 315447 h 630381"/>
                <a:gd name="connsiteX155" fmla="*/ 1511216 w 2915191"/>
                <a:gd name="connsiteY155" fmla="*/ 336489 h 630381"/>
                <a:gd name="connsiteX156" fmla="*/ 1520960 w 2915191"/>
                <a:gd name="connsiteY156" fmla="*/ 357809 h 630381"/>
                <a:gd name="connsiteX157" fmla="*/ 1530719 w 2915191"/>
                <a:gd name="connsiteY157" fmla="*/ 349934 h 630381"/>
                <a:gd name="connsiteX158" fmla="*/ 1540463 w 2915191"/>
                <a:gd name="connsiteY158" fmla="*/ 318631 h 630381"/>
                <a:gd name="connsiteX159" fmla="*/ 1550221 w 2915191"/>
                <a:gd name="connsiteY159" fmla="*/ 320844 h 630381"/>
                <a:gd name="connsiteX160" fmla="*/ 1559965 w 2915191"/>
                <a:gd name="connsiteY160" fmla="*/ 295380 h 630381"/>
                <a:gd name="connsiteX161" fmla="*/ 1569709 w 2915191"/>
                <a:gd name="connsiteY161" fmla="*/ 279326 h 630381"/>
                <a:gd name="connsiteX162" fmla="*/ 1579468 w 2915191"/>
                <a:gd name="connsiteY162" fmla="*/ 264353 h 630381"/>
                <a:gd name="connsiteX163" fmla="*/ 1589212 w 2915191"/>
                <a:gd name="connsiteY163" fmla="*/ 260689 h 630381"/>
                <a:gd name="connsiteX164" fmla="*/ 1598971 w 2915191"/>
                <a:gd name="connsiteY164" fmla="*/ 276856 h 630381"/>
                <a:gd name="connsiteX165" fmla="*/ 1608715 w 2915191"/>
                <a:gd name="connsiteY165" fmla="*/ 265348 h 630381"/>
                <a:gd name="connsiteX166" fmla="*/ 1618459 w 2915191"/>
                <a:gd name="connsiteY166" fmla="*/ 253868 h 630381"/>
                <a:gd name="connsiteX167" fmla="*/ 1628218 w 2915191"/>
                <a:gd name="connsiteY167" fmla="*/ 281023 h 630381"/>
                <a:gd name="connsiteX168" fmla="*/ 1637962 w 2915191"/>
                <a:gd name="connsiteY168" fmla="*/ 291813 h 630381"/>
                <a:gd name="connsiteX169" fmla="*/ 1647720 w 2915191"/>
                <a:gd name="connsiteY169" fmla="*/ 306360 h 630381"/>
                <a:gd name="connsiteX170" fmla="*/ 1657464 w 2915191"/>
                <a:gd name="connsiteY170" fmla="*/ 323841 h 630381"/>
                <a:gd name="connsiteX171" fmla="*/ 1667208 w 2915191"/>
                <a:gd name="connsiteY171" fmla="*/ 328660 h 630381"/>
                <a:gd name="connsiteX172" fmla="*/ 1676967 w 2915191"/>
                <a:gd name="connsiteY172" fmla="*/ 300021 h 630381"/>
                <a:gd name="connsiteX173" fmla="*/ 1686711 w 2915191"/>
                <a:gd name="connsiteY173" fmla="*/ 291595 h 630381"/>
                <a:gd name="connsiteX174" fmla="*/ 1696470 w 2915191"/>
                <a:gd name="connsiteY174" fmla="*/ 272401 h 630381"/>
                <a:gd name="connsiteX175" fmla="*/ 1706214 w 2915191"/>
                <a:gd name="connsiteY175" fmla="*/ 297664 h 630381"/>
                <a:gd name="connsiteX176" fmla="*/ 1715958 w 2915191"/>
                <a:gd name="connsiteY176" fmla="*/ 305632 h 630381"/>
                <a:gd name="connsiteX177" fmla="*/ 1725716 w 2915191"/>
                <a:gd name="connsiteY177" fmla="*/ 303583 h 630381"/>
                <a:gd name="connsiteX178" fmla="*/ 1735460 w 2915191"/>
                <a:gd name="connsiteY178" fmla="*/ 329221 h 630381"/>
                <a:gd name="connsiteX179" fmla="*/ 1745219 w 2915191"/>
                <a:gd name="connsiteY179" fmla="*/ 334151 h 630381"/>
                <a:gd name="connsiteX180" fmla="*/ 1754963 w 2915191"/>
                <a:gd name="connsiteY180" fmla="*/ 318866 h 630381"/>
                <a:gd name="connsiteX181" fmla="*/ 1764707 w 2915191"/>
                <a:gd name="connsiteY181" fmla="*/ 291715 h 630381"/>
                <a:gd name="connsiteX182" fmla="*/ 1774466 w 2915191"/>
                <a:gd name="connsiteY182" fmla="*/ 281183 h 630381"/>
                <a:gd name="connsiteX183" fmla="*/ 1784210 w 2915191"/>
                <a:gd name="connsiteY183" fmla="*/ 261564 h 630381"/>
                <a:gd name="connsiteX184" fmla="*/ 1793969 w 2915191"/>
                <a:gd name="connsiteY184" fmla="*/ 258718 h 630381"/>
                <a:gd name="connsiteX185" fmla="*/ 1803713 w 2915191"/>
                <a:gd name="connsiteY185" fmla="*/ 263275 h 630381"/>
                <a:gd name="connsiteX186" fmla="*/ 1813457 w 2915191"/>
                <a:gd name="connsiteY186" fmla="*/ 292062 h 630381"/>
                <a:gd name="connsiteX187" fmla="*/ 1823215 w 2915191"/>
                <a:gd name="connsiteY187" fmla="*/ 279328 h 630381"/>
                <a:gd name="connsiteX188" fmla="*/ 1832959 w 2915191"/>
                <a:gd name="connsiteY188" fmla="*/ 239467 h 630381"/>
                <a:gd name="connsiteX189" fmla="*/ 1842703 w 2915191"/>
                <a:gd name="connsiteY189" fmla="*/ 254784 h 630381"/>
                <a:gd name="connsiteX190" fmla="*/ 1852462 w 2915191"/>
                <a:gd name="connsiteY190" fmla="*/ 233789 h 630381"/>
                <a:gd name="connsiteX191" fmla="*/ 1862206 w 2915191"/>
                <a:gd name="connsiteY191" fmla="*/ 230514 h 630381"/>
                <a:gd name="connsiteX192" fmla="*/ 1871965 w 2915191"/>
                <a:gd name="connsiteY192" fmla="*/ 273401 h 630381"/>
                <a:gd name="connsiteX193" fmla="*/ 1881709 w 2915191"/>
                <a:gd name="connsiteY193" fmla="*/ 262025 h 630381"/>
                <a:gd name="connsiteX194" fmla="*/ 1891453 w 2915191"/>
                <a:gd name="connsiteY194" fmla="*/ 235517 h 630381"/>
                <a:gd name="connsiteX195" fmla="*/ 1901212 w 2915191"/>
                <a:gd name="connsiteY195" fmla="*/ 259683 h 630381"/>
                <a:gd name="connsiteX196" fmla="*/ 1910956 w 2915191"/>
                <a:gd name="connsiteY196" fmla="*/ 235589 h 630381"/>
                <a:gd name="connsiteX197" fmla="*/ 1920714 w 2915191"/>
                <a:gd name="connsiteY197" fmla="*/ 202547 h 630381"/>
                <a:gd name="connsiteX198" fmla="*/ 1930458 w 2915191"/>
                <a:gd name="connsiteY198" fmla="*/ 190352 h 630381"/>
                <a:gd name="connsiteX199" fmla="*/ 1940202 w 2915191"/>
                <a:gd name="connsiteY199" fmla="*/ 177149 h 630381"/>
                <a:gd name="connsiteX200" fmla="*/ 1949961 w 2915191"/>
                <a:gd name="connsiteY200" fmla="*/ 176922 h 630381"/>
                <a:gd name="connsiteX201" fmla="*/ 1959705 w 2915191"/>
                <a:gd name="connsiteY201" fmla="*/ 155499 h 630381"/>
                <a:gd name="connsiteX202" fmla="*/ 1969464 w 2915191"/>
                <a:gd name="connsiteY202" fmla="*/ 148409 h 630381"/>
                <a:gd name="connsiteX203" fmla="*/ 1979208 w 2915191"/>
                <a:gd name="connsiteY203" fmla="*/ 171399 h 630381"/>
                <a:gd name="connsiteX204" fmla="*/ 1988952 w 2915191"/>
                <a:gd name="connsiteY204" fmla="*/ 192292 h 630381"/>
                <a:gd name="connsiteX205" fmla="*/ 1998711 w 2915191"/>
                <a:gd name="connsiteY205" fmla="*/ 192371 h 630381"/>
                <a:gd name="connsiteX206" fmla="*/ 2008454 w 2915191"/>
                <a:gd name="connsiteY206" fmla="*/ 219811 h 630381"/>
                <a:gd name="connsiteX207" fmla="*/ 2018213 w 2915191"/>
                <a:gd name="connsiteY207" fmla="*/ 223818 h 630381"/>
                <a:gd name="connsiteX208" fmla="*/ 2027957 w 2915191"/>
                <a:gd name="connsiteY208" fmla="*/ 244935 h 630381"/>
                <a:gd name="connsiteX209" fmla="*/ 2037701 w 2915191"/>
                <a:gd name="connsiteY209" fmla="*/ 218301 h 630381"/>
                <a:gd name="connsiteX210" fmla="*/ 2047460 w 2915191"/>
                <a:gd name="connsiteY210" fmla="*/ 190923 h 630381"/>
                <a:gd name="connsiteX211" fmla="*/ 2057204 w 2915191"/>
                <a:gd name="connsiteY211" fmla="*/ 191367 h 630381"/>
                <a:gd name="connsiteX212" fmla="*/ 2066963 w 2915191"/>
                <a:gd name="connsiteY212" fmla="*/ 170805 h 630381"/>
                <a:gd name="connsiteX213" fmla="*/ 2076707 w 2915191"/>
                <a:gd name="connsiteY213" fmla="*/ 167833 h 630381"/>
                <a:gd name="connsiteX214" fmla="*/ 2086451 w 2915191"/>
                <a:gd name="connsiteY214" fmla="*/ 175836 h 630381"/>
                <a:gd name="connsiteX215" fmla="*/ 2096210 w 2915191"/>
                <a:gd name="connsiteY215" fmla="*/ 213437 h 630381"/>
                <a:gd name="connsiteX216" fmla="*/ 2105954 w 2915191"/>
                <a:gd name="connsiteY216" fmla="*/ 216658 h 630381"/>
                <a:gd name="connsiteX217" fmla="*/ 2115697 w 2915191"/>
                <a:gd name="connsiteY217" fmla="*/ 202476 h 630381"/>
                <a:gd name="connsiteX218" fmla="*/ 2125456 w 2915191"/>
                <a:gd name="connsiteY218" fmla="*/ 170744 h 630381"/>
                <a:gd name="connsiteX219" fmla="*/ 2135200 w 2915191"/>
                <a:gd name="connsiteY219" fmla="*/ 161031 h 630381"/>
                <a:gd name="connsiteX220" fmla="*/ 2144959 w 2915191"/>
                <a:gd name="connsiteY220" fmla="*/ 170255 h 630381"/>
                <a:gd name="connsiteX221" fmla="*/ 2154703 w 2915191"/>
                <a:gd name="connsiteY221" fmla="*/ 158627 h 630381"/>
                <a:gd name="connsiteX222" fmla="*/ 2164447 w 2915191"/>
                <a:gd name="connsiteY222" fmla="*/ 129040 h 630381"/>
                <a:gd name="connsiteX223" fmla="*/ 2174206 w 2915191"/>
                <a:gd name="connsiteY223" fmla="*/ 132199 h 630381"/>
                <a:gd name="connsiteX224" fmla="*/ 2183950 w 2915191"/>
                <a:gd name="connsiteY224" fmla="*/ 110470 h 630381"/>
                <a:gd name="connsiteX225" fmla="*/ 2193709 w 2915191"/>
                <a:gd name="connsiteY225" fmla="*/ 135752 h 630381"/>
                <a:gd name="connsiteX226" fmla="*/ 2203452 w 2915191"/>
                <a:gd name="connsiteY226" fmla="*/ 150806 h 630381"/>
                <a:gd name="connsiteX227" fmla="*/ 2213196 w 2915191"/>
                <a:gd name="connsiteY227" fmla="*/ 118280 h 630381"/>
                <a:gd name="connsiteX228" fmla="*/ 2222955 w 2915191"/>
                <a:gd name="connsiteY228" fmla="*/ 105397 h 630381"/>
                <a:gd name="connsiteX229" fmla="*/ 2232699 w 2915191"/>
                <a:gd name="connsiteY229" fmla="*/ 112931 h 630381"/>
                <a:gd name="connsiteX230" fmla="*/ 2242458 w 2915191"/>
                <a:gd name="connsiteY230" fmla="*/ 154054 h 630381"/>
                <a:gd name="connsiteX231" fmla="*/ 2252202 w 2915191"/>
                <a:gd name="connsiteY231" fmla="*/ 155547 h 630381"/>
                <a:gd name="connsiteX232" fmla="*/ 2261946 w 2915191"/>
                <a:gd name="connsiteY232" fmla="*/ 183493 h 630381"/>
                <a:gd name="connsiteX233" fmla="*/ 2271705 w 2915191"/>
                <a:gd name="connsiteY233" fmla="*/ 204186 h 630381"/>
                <a:gd name="connsiteX234" fmla="*/ 2281449 w 2915191"/>
                <a:gd name="connsiteY234" fmla="*/ 181300 h 630381"/>
                <a:gd name="connsiteX235" fmla="*/ 2291208 w 2915191"/>
                <a:gd name="connsiteY235" fmla="*/ 193334 h 630381"/>
                <a:gd name="connsiteX236" fmla="*/ 2300951 w 2915191"/>
                <a:gd name="connsiteY236" fmla="*/ 210232 h 630381"/>
                <a:gd name="connsiteX237" fmla="*/ 2310695 w 2915191"/>
                <a:gd name="connsiteY237" fmla="*/ 186055 h 630381"/>
                <a:gd name="connsiteX238" fmla="*/ 2320454 w 2915191"/>
                <a:gd name="connsiteY238" fmla="*/ 165297 h 630381"/>
                <a:gd name="connsiteX239" fmla="*/ 2330198 w 2915191"/>
                <a:gd name="connsiteY239" fmla="*/ 164796 h 630381"/>
                <a:gd name="connsiteX240" fmla="*/ 2339957 w 2915191"/>
                <a:gd name="connsiteY240" fmla="*/ 153536 h 630381"/>
                <a:gd name="connsiteX241" fmla="*/ 2349701 w 2915191"/>
                <a:gd name="connsiteY241" fmla="*/ 123311 h 630381"/>
                <a:gd name="connsiteX242" fmla="*/ 2359445 w 2915191"/>
                <a:gd name="connsiteY242" fmla="*/ 110325 h 630381"/>
                <a:gd name="connsiteX243" fmla="*/ 2369204 w 2915191"/>
                <a:gd name="connsiteY243" fmla="*/ 155186 h 630381"/>
                <a:gd name="connsiteX244" fmla="*/ 2378948 w 2915191"/>
                <a:gd name="connsiteY244" fmla="*/ 129614 h 630381"/>
                <a:gd name="connsiteX245" fmla="*/ 2388692 w 2915191"/>
                <a:gd name="connsiteY245" fmla="*/ 148842 h 630381"/>
                <a:gd name="connsiteX246" fmla="*/ 2398450 w 2915191"/>
                <a:gd name="connsiteY246" fmla="*/ 150480 h 630381"/>
                <a:gd name="connsiteX247" fmla="*/ 2408194 w 2915191"/>
                <a:gd name="connsiteY247" fmla="*/ 137851 h 630381"/>
                <a:gd name="connsiteX248" fmla="*/ 2417953 w 2915191"/>
                <a:gd name="connsiteY248" fmla="*/ 149100 h 630381"/>
                <a:gd name="connsiteX249" fmla="*/ 2427697 w 2915191"/>
                <a:gd name="connsiteY249" fmla="*/ 133468 h 630381"/>
                <a:gd name="connsiteX250" fmla="*/ 2437441 w 2915191"/>
                <a:gd name="connsiteY250" fmla="*/ 131691 h 630381"/>
                <a:gd name="connsiteX251" fmla="*/ 2447200 w 2915191"/>
                <a:gd name="connsiteY251" fmla="*/ 127993 h 630381"/>
                <a:gd name="connsiteX252" fmla="*/ 2456944 w 2915191"/>
                <a:gd name="connsiteY252" fmla="*/ 113003 h 630381"/>
                <a:gd name="connsiteX253" fmla="*/ 2466703 w 2915191"/>
                <a:gd name="connsiteY253" fmla="*/ 119308 h 630381"/>
                <a:gd name="connsiteX254" fmla="*/ 2476446 w 2915191"/>
                <a:gd name="connsiteY254" fmla="*/ 100678 h 630381"/>
                <a:gd name="connsiteX255" fmla="*/ 2486190 w 2915191"/>
                <a:gd name="connsiteY255" fmla="*/ 66537 h 630381"/>
                <a:gd name="connsiteX256" fmla="*/ 2495949 w 2915191"/>
                <a:gd name="connsiteY256" fmla="*/ 87584 h 630381"/>
                <a:gd name="connsiteX257" fmla="*/ 2505693 w 2915191"/>
                <a:gd name="connsiteY257" fmla="*/ 51229 h 630381"/>
                <a:gd name="connsiteX258" fmla="*/ 2515452 w 2915191"/>
                <a:gd name="connsiteY258" fmla="*/ 41339 h 630381"/>
                <a:gd name="connsiteX259" fmla="*/ 2525196 w 2915191"/>
                <a:gd name="connsiteY259" fmla="*/ 25890 h 630381"/>
                <a:gd name="connsiteX260" fmla="*/ 2534940 w 2915191"/>
                <a:gd name="connsiteY260" fmla="*/ 25139 h 630381"/>
                <a:gd name="connsiteX261" fmla="*/ 2544699 w 2915191"/>
                <a:gd name="connsiteY261" fmla="*/ 20894 h 630381"/>
                <a:gd name="connsiteX262" fmla="*/ 2554443 w 2915191"/>
                <a:gd name="connsiteY262" fmla="*/ 0 h 630381"/>
                <a:gd name="connsiteX263" fmla="*/ 2564202 w 2915191"/>
                <a:gd name="connsiteY263" fmla="*/ 11486 h 630381"/>
                <a:gd name="connsiteX264" fmla="*/ 2573946 w 2915191"/>
                <a:gd name="connsiteY264" fmla="*/ 36157 h 630381"/>
                <a:gd name="connsiteX265" fmla="*/ 2583690 w 2915191"/>
                <a:gd name="connsiteY265" fmla="*/ 44408 h 630381"/>
                <a:gd name="connsiteX266" fmla="*/ 2593448 w 2915191"/>
                <a:gd name="connsiteY266" fmla="*/ 68754 h 630381"/>
                <a:gd name="connsiteX267" fmla="*/ 2603192 w 2915191"/>
                <a:gd name="connsiteY267" fmla="*/ 81299 h 630381"/>
                <a:gd name="connsiteX268" fmla="*/ 2612951 w 2915191"/>
                <a:gd name="connsiteY268" fmla="*/ 97480 h 630381"/>
                <a:gd name="connsiteX269" fmla="*/ 2622695 w 2915191"/>
                <a:gd name="connsiteY269" fmla="*/ 66435 h 630381"/>
                <a:gd name="connsiteX270" fmla="*/ 2632439 w 2915191"/>
                <a:gd name="connsiteY270" fmla="*/ 47599 h 630381"/>
                <a:gd name="connsiteX271" fmla="*/ 2642198 w 2915191"/>
                <a:gd name="connsiteY271" fmla="*/ 20552 h 630381"/>
                <a:gd name="connsiteX272" fmla="*/ 2651942 w 2915191"/>
                <a:gd name="connsiteY272" fmla="*/ 17000 h 630381"/>
                <a:gd name="connsiteX273" fmla="*/ 2661685 w 2915191"/>
                <a:gd name="connsiteY273" fmla="*/ 26924 h 630381"/>
                <a:gd name="connsiteX274" fmla="*/ 2671444 w 2915191"/>
                <a:gd name="connsiteY274" fmla="*/ 50044 h 630381"/>
                <a:gd name="connsiteX275" fmla="*/ 2681188 w 2915191"/>
                <a:gd name="connsiteY275" fmla="*/ 75489 h 630381"/>
                <a:gd name="connsiteX276" fmla="*/ 2690947 w 2915191"/>
                <a:gd name="connsiteY276" fmla="*/ 80355 h 630381"/>
                <a:gd name="connsiteX277" fmla="*/ 2700691 w 2915191"/>
                <a:gd name="connsiteY277" fmla="*/ 76824 h 630381"/>
                <a:gd name="connsiteX278" fmla="*/ 2710435 w 2915191"/>
                <a:gd name="connsiteY278" fmla="*/ 31021 h 630381"/>
                <a:gd name="connsiteX279" fmla="*/ 2720194 w 2915191"/>
                <a:gd name="connsiteY279" fmla="*/ 23172 h 630381"/>
                <a:gd name="connsiteX280" fmla="*/ 2729938 w 2915191"/>
                <a:gd name="connsiteY280" fmla="*/ 22104 h 630381"/>
                <a:gd name="connsiteX281" fmla="*/ 2739697 w 2915191"/>
                <a:gd name="connsiteY281" fmla="*/ 12509 h 630381"/>
                <a:gd name="connsiteX282" fmla="*/ 2749441 w 2915191"/>
                <a:gd name="connsiteY282" fmla="*/ 24434 h 630381"/>
                <a:gd name="connsiteX283" fmla="*/ 2759185 w 2915191"/>
                <a:gd name="connsiteY283" fmla="*/ 46319 h 630381"/>
                <a:gd name="connsiteX284" fmla="*/ 2768943 w 2915191"/>
                <a:gd name="connsiteY284" fmla="*/ 76301 h 630381"/>
                <a:gd name="connsiteX285" fmla="*/ 2778687 w 2915191"/>
                <a:gd name="connsiteY285" fmla="*/ 101954 h 630381"/>
                <a:gd name="connsiteX286" fmla="*/ 2788446 w 2915191"/>
                <a:gd name="connsiteY286" fmla="*/ 111421 h 630381"/>
                <a:gd name="connsiteX287" fmla="*/ 2798190 w 2915191"/>
                <a:gd name="connsiteY287" fmla="*/ 94988 h 630381"/>
                <a:gd name="connsiteX288" fmla="*/ 2807934 w 2915191"/>
                <a:gd name="connsiteY288" fmla="*/ 117998 h 630381"/>
                <a:gd name="connsiteX289" fmla="*/ 2817693 w 2915191"/>
                <a:gd name="connsiteY289" fmla="*/ 94106 h 630381"/>
                <a:gd name="connsiteX290" fmla="*/ 2827437 w 2915191"/>
                <a:gd name="connsiteY290" fmla="*/ 77215 h 630381"/>
                <a:gd name="connsiteX291" fmla="*/ 2837196 w 2915191"/>
                <a:gd name="connsiteY291" fmla="*/ 103363 h 630381"/>
                <a:gd name="connsiteX292" fmla="*/ 2846940 w 2915191"/>
                <a:gd name="connsiteY292" fmla="*/ 98680 h 630381"/>
                <a:gd name="connsiteX293" fmla="*/ 2856684 w 2915191"/>
                <a:gd name="connsiteY293" fmla="*/ 82461 h 630381"/>
                <a:gd name="connsiteX294" fmla="*/ 2866442 w 2915191"/>
                <a:gd name="connsiteY294" fmla="*/ 58045 h 630381"/>
                <a:gd name="connsiteX295" fmla="*/ 2876186 w 2915191"/>
                <a:gd name="connsiteY295" fmla="*/ 59956 h 630381"/>
                <a:gd name="connsiteX296" fmla="*/ 2885945 w 2915191"/>
                <a:gd name="connsiteY296" fmla="*/ 65338 h 630381"/>
                <a:gd name="connsiteX297" fmla="*/ 2895689 w 2915191"/>
                <a:gd name="connsiteY297" fmla="*/ 41744 h 630381"/>
                <a:gd name="connsiteX298" fmla="*/ 2905433 w 2915191"/>
                <a:gd name="connsiteY298" fmla="*/ 29509 h 630381"/>
                <a:gd name="connsiteX299" fmla="*/ 2915192 w 2915191"/>
                <a:gd name="connsiteY299" fmla="*/ 70182 h 6303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30381">
                  <a:moveTo>
                    <a:pt x="0" y="520891"/>
                  </a:moveTo>
                  <a:lnTo>
                    <a:pt x="9750" y="528342"/>
                  </a:lnTo>
                  <a:lnTo>
                    <a:pt x="19500" y="529735"/>
                  </a:lnTo>
                  <a:lnTo>
                    <a:pt x="29250" y="554743"/>
                  </a:lnTo>
                  <a:lnTo>
                    <a:pt x="39000" y="536337"/>
                  </a:lnTo>
                  <a:lnTo>
                    <a:pt x="48749" y="536418"/>
                  </a:lnTo>
                  <a:lnTo>
                    <a:pt x="58499" y="546526"/>
                  </a:lnTo>
                  <a:lnTo>
                    <a:pt x="68249" y="526460"/>
                  </a:lnTo>
                  <a:lnTo>
                    <a:pt x="77998" y="555476"/>
                  </a:lnTo>
                  <a:lnTo>
                    <a:pt x="87748" y="555719"/>
                  </a:lnTo>
                  <a:lnTo>
                    <a:pt x="97497" y="551079"/>
                  </a:lnTo>
                  <a:lnTo>
                    <a:pt x="107247" y="527892"/>
                  </a:lnTo>
                  <a:lnTo>
                    <a:pt x="116997" y="534964"/>
                  </a:lnTo>
                  <a:lnTo>
                    <a:pt x="126747" y="528878"/>
                  </a:lnTo>
                  <a:lnTo>
                    <a:pt x="136497" y="579009"/>
                  </a:lnTo>
                  <a:lnTo>
                    <a:pt x="146247" y="580530"/>
                  </a:lnTo>
                  <a:lnTo>
                    <a:pt x="155997" y="567626"/>
                  </a:lnTo>
                  <a:lnTo>
                    <a:pt x="165747" y="566468"/>
                  </a:lnTo>
                  <a:lnTo>
                    <a:pt x="175497" y="605696"/>
                  </a:lnTo>
                  <a:lnTo>
                    <a:pt x="185247" y="607348"/>
                  </a:lnTo>
                  <a:lnTo>
                    <a:pt x="194996" y="587684"/>
                  </a:lnTo>
                  <a:lnTo>
                    <a:pt x="204746" y="549609"/>
                  </a:lnTo>
                  <a:lnTo>
                    <a:pt x="214495" y="581194"/>
                  </a:lnTo>
                  <a:lnTo>
                    <a:pt x="224245" y="598163"/>
                  </a:lnTo>
                  <a:lnTo>
                    <a:pt x="233995" y="585476"/>
                  </a:lnTo>
                  <a:lnTo>
                    <a:pt x="243744" y="607658"/>
                  </a:lnTo>
                  <a:lnTo>
                    <a:pt x="253494" y="613933"/>
                  </a:lnTo>
                  <a:lnTo>
                    <a:pt x="263244" y="630382"/>
                  </a:lnTo>
                  <a:lnTo>
                    <a:pt x="272994" y="603445"/>
                  </a:lnTo>
                  <a:lnTo>
                    <a:pt x="282744" y="619276"/>
                  </a:lnTo>
                  <a:lnTo>
                    <a:pt x="292494" y="598398"/>
                  </a:lnTo>
                  <a:lnTo>
                    <a:pt x="302244" y="619010"/>
                  </a:lnTo>
                  <a:lnTo>
                    <a:pt x="311994" y="613393"/>
                  </a:lnTo>
                  <a:lnTo>
                    <a:pt x="321744" y="578399"/>
                  </a:lnTo>
                  <a:lnTo>
                    <a:pt x="331493" y="569953"/>
                  </a:lnTo>
                  <a:lnTo>
                    <a:pt x="341243" y="560139"/>
                  </a:lnTo>
                  <a:lnTo>
                    <a:pt x="350993" y="554644"/>
                  </a:lnTo>
                  <a:lnTo>
                    <a:pt x="360742" y="537636"/>
                  </a:lnTo>
                  <a:lnTo>
                    <a:pt x="370492" y="544909"/>
                  </a:lnTo>
                  <a:lnTo>
                    <a:pt x="380241" y="537202"/>
                  </a:lnTo>
                  <a:lnTo>
                    <a:pt x="389991" y="526874"/>
                  </a:lnTo>
                  <a:lnTo>
                    <a:pt x="399741" y="526970"/>
                  </a:lnTo>
                  <a:lnTo>
                    <a:pt x="409491" y="488779"/>
                  </a:lnTo>
                  <a:lnTo>
                    <a:pt x="419241" y="492313"/>
                  </a:lnTo>
                  <a:lnTo>
                    <a:pt x="428991" y="482904"/>
                  </a:lnTo>
                  <a:lnTo>
                    <a:pt x="438741" y="444857"/>
                  </a:lnTo>
                  <a:lnTo>
                    <a:pt x="448491" y="462363"/>
                  </a:lnTo>
                  <a:lnTo>
                    <a:pt x="458241" y="457110"/>
                  </a:lnTo>
                  <a:lnTo>
                    <a:pt x="467991" y="485595"/>
                  </a:lnTo>
                  <a:lnTo>
                    <a:pt x="477740" y="459432"/>
                  </a:lnTo>
                  <a:lnTo>
                    <a:pt x="487490" y="444410"/>
                  </a:lnTo>
                  <a:lnTo>
                    <a:pt x="497239" y="440980"/>
                  </a:lnTo>
                  <a:lnTo>
                    <a:pt x="506989" y="393816"/>
                  </a:lnTo>
                  <a:lnTo>
                    <a:pt x="516738" y="398989"/>
                  </a:lnTo>
                  <a:lnTo>
                    <a:pt x="526488" y="393975"/>
                  </a:lnTo>
                  <a:lnTo>
                    <a:pt x="536238" y="390315"/>
                  </a:lnTo>
                  <a:lnTo>
                    <a:pt x="545988" y="365219"/>
                  </a:lnTo>
                  <a:lnTo>
                    <a:pt x="555738" y="374796"/>
                  </a:lnTo>
                  <a:lnTo>
                    <a:pt x="565488" y="340746"/>
                  </a:lnTo>
                  <a:lnTo>
                    <a:pt x="575238" y="348656"/>
                  </a:lnTo>
                  <a:lnTo>
                    <a:pt x="584988" y="354201"/>
                  </a:lnTo>
                  <a:lnTo>
                    <a:pt x="594738" y="328697"/>
                  </a:lnTo>
                  <a:lnTo>
                    <a:pt x="604488" y="342706"/>
                  </a:lnTo>
                  <a:lnTo>
                    <a:pt x="614237" y="312822"/>
                  </a:lnTo>
                  <a:lnTo>
                    <a:pt x="623987" y="316515"/>
                  </a:lnTo>
                  <a:lnTo>
                    <a:pt x="633736" y="306010"/>
                  </a:lnTo>
                  <a:lnTo>
                    <a:pt x="643486" y="327471"/>
                  </a:lnTo>
                  <a:lnTo>
                    <a:pt x="653236" y="348822"/>
                  </a:lnTo>
                  <a:lnTo>
                    <a:pt x="662985" y="381132"/>
                  </a:lnTo>
                  <a:lnTo>
                    <a:pt x="672735" y="392013"/>
                  </a:lnTo>
                  <a:lnTo>
                    <a:pt x="682485" y="426871"/>
                  </a:lnTo>
                  <a:lnTo>
                    <a:pt x="692235" y="380229"/>
                  </a:lnTo>
                  <a:lnTo>
                    <a:pt x="701985" y="379699"/>
                  </a:lnTo>
                  <a:lnTo>
                    <a:pt x="711735" y="398712"/>
                  </a:lnTo>
                  <a:lnTo>
                    <a:pt x="721485" y="425850"/>
                  </a:lnTo>
                  <a:lnTo>
                    <a:pt x="731235" y="435835"/>
                  </a:lnTo>
                  <a:lnTo>
                    <a:pt x="740985" y="458384"/>
                  </a:lnTo>
                  <a:lnTo>
                    <a:pt x="750734" y="471197"/>
                  </a:lnTo>
                  <a:lnTo>
                    <a:pt x="760484" y="451590"/>
                  </a:lnTo>
                  <a:lnTo>
                    <a:pt x="770233" y="458443"/>
                  </a:lnTo>
                  <a:lnTo>
                    <a:pt x="779983" y="438473"/>
                  </a:lnTo>
                  <a:lnTo>
                    <a:pt x="789733" y="397059"/>
                  </a:lnTo>
                  <a:lnTo>
                    <a:pt x="799482" y="395036"/>
                  </a:lnTo>
                  <a:lnTo>
                    <a:pt x="809232" y="398521"/>
                  </a:lnTo>
                  <a:lnTo>
                    <a:pt x="818982" y="423286"/>
                  </a:lnTo>
                  <a:lnTo>
                    <a:pt x="828732" y="415226"/>
                  </a:lnTo>
                  <a:lnTo>
                    <a:pt x="838482" y="414648"/>
                  </a:lnTo>
                  <a:lnTo>
                    <a:pt x="848232" y="440724"/>
                  </a:lnTo>
                  <a:lnTo>
                    <a:pt x="857982" y="456058"/>
                  </a:lnTo>
                  <a:lnTo>
                    <a:pt x="867732" y="466937"/>
                  </a:lnTo>
                  <a:lnTo>
                    <a:pt x="877482" y="485667"/>
                  </a:lnTo>
                  <a:lnTo>
                    <a:pt x="887231" y="465431"/>
                  </a:lnTo>
                  <a:lnTo>
                    <a:pt x="896981" y="503885"/>
                  </a:lnTo>
                  <a:lnTo>
                    <a:pt x="906730" y="524017"/>
                  </a:lnTo>
                  <a:lnTo>
                    <a:pt x="916480" y="485263"/>
                  </a:lnTo>
                  <a:lnTo>
                    <a:pt x="926230" y="439224"/>
                  </a:lnTo>
                  <a:lnTo>
                    <a:pt x="935979" y="453220"/>
                  </a:lnTo>
                  <a:lnTo>
                    <a:pt x="945729" y="435278"/>
                  </a:lnTo>
                  <a:lnTo>
                    <a:pt x="955479" y="468893"/>
                  </a:lnTo>
                  <a:lnTo>
                    <a:pt x="965229" y="461229"/>
                  </a:lnTo>
                  <a:lnTo>
                    <a:pt x="974979" y="480902"/>
                  </a:lnTo>
                  <a:lnTo>
                    <a:pt x="984729" y="466687"/>
                  </a:lnTo>
                  <a:lnTo>
                    <a:pt x="994474" y="450678"/>
                  </a:lnTo>
                  <a:lnTo>
                    <a:pt x="1004233" y="463305"/>
                  </a:lnTo>
                  <a:lnTo>
                    <a:pt x="1013977" y="426403"/>
                  </a:lnTo>
                  <a:lnTo>
                    <a:pt x="1023721" y="429125"/>
                  </a:lnTo>
                  <a:lnTo>
                    <a:pt x="1033480" y="407462"/>
                  </a:lnTo>
                  <a:lnTo>
                    <a:pt x="1043224" y="381359"/>
                  </a:lnTo>
                  <a:lnTo>
                    <a:pt x="1052983" y="403117"/>
                  </a:lnTo>
                  <a:lnTo>
                    <a:pt x="1062727" y="421814"/>
                  </a:lnTo>
                  <a:lnTo>
                    <a:pt x="1072471" y="444224"/>
                  </a:lnTo>
                  <a:lnTo>
                    <a:pt x="1082230" y="408354"/>
                  </a:lnTo>
                  <a:lnTo>
                    <a:pt x="1091973" y="421124"/>
                  </a:lnTo>
                  <a:lnTo>
                    <a:pt x="1101732" y="417578"/>
                  </a:lnTo>
                  <a:lnTo>
                    <a:pt x="1111476" y="446697"/>
                  </a:lnTo>
                  <a:lnTo>
                    <a:pt x="1121220" y="427775"/>
                  </a:lnTo>
                  <a:lnTo>
                    <a:pt x="1130979" y="436585"/>
                  </a:lnTo>
                  <a:lnTo>
                    <a:pt x="1140723" y="468796"/>
                  </a:lnTo>
                  <a:lnTo>
                    <a:pt x="1150482" y="477174"/>
                  </a:lnTo>
                  <a:lnTo>
                    <a:pt x="1160226" y="413523"/>
                  </a:lnTo>
                  <a:lnTo>
                    <a:pt x="1169969" y="401015"/>
                  </a:lnTo>
                  <a:lnTo>
                    <a:pt x="1179728" y="394349"/>
                  </a:lnTo>
                  <a:lnTo>
                    <a:pt x="1189472" y="378771"/>
                  </a:lnTo>
                  <a:lnTo>
                    <a:pt x="1199231" y="387147"/>
                  </a:lnTo>
                  <a:lnTo>
                    <a:pt x="1208975" y="392616"/>
                  </a:lnTo>
                  <a:lnTo>
                    <a:pt x="1218719" y="394574"/>
                  </a:lnTo>
                  <a:lnTo>
                    <a:pt x="1228478" y="397335"/>
                  </a:lnTo>
                  <a:lnTo>
                    <a:pt x="1238222" y="413335"/>
                  </a:lnTo>
                  <a:lnTo>
                    <a:pt x="1247966" y="465064"/>
                  </a:lnTo>
                  <a:lnTo>
                    <a:pt x="1257725" y="454882"/>
                  </a:lnTo>
                  <a:lnTo>
                    <a:pt x="1267469" y="468592"/>
                  </a:lnTo>
                  <a:lnTo>
                    <a:pt x="1277227" y="486911"/>
                  </a:lnTo>
                  <a:lnTo>
                    <a:pt x="1286971" y="459786"/>
                  </a:lnTo>
                  <a:lnTo>
                    <a:pt x="1296715" y="480504"/>
                  </a:lnTo>
                  <a:lnTo>
                    <a:pt x="1306474" y="455860"/>
                  </a:lnTo>
                  <a:lnTo>
                    <a:pt x="1316218" y="462750"/>
                  </a:lnTo>
                  <a:lnTo>
                    <a:pt x="1325977" y="463126"/>
                  </a:lnTo>
                  <a:lnTo>
                    <a:pt x="1335721" y="457148"/>
                  </a:lnTo>
                  <a:lnTo>
                    <a:pt x="1345465" y="416063"/>
                  </a:lnTo>
                  <a:lnTo>
                    <a:pt x="1355224" y="412197"/>
                  </a:lnTo>
                  <a:lnTo>
                    <a:pt x="1364967" y="383242"/>
                  </a:lnTo>
                  <a:lnTo>
                    <a:pt x="1374726" y="360180"/>
                  </a:lnTo>
                  <a:lnTo>
                    <a:pt x="1384470" y="324238"/>
                  </a:lnTo>
                  <a:lnTo>
                    <a:pt x="1394214" y="335376"/>
                  </a:lnTo>
                  <a:lnTo>
                    <a:pt x="1403973" y="350108"/>
                  </a:lnTo>
                  <a:lnTo>
                    <a:pt x="1413717" y="366850"/>
                  </a:lnTo>
                  <a:lnTo>
                    <a:pt x="1423476" y="330091"/>
                  </a:lnTo>
                  <a:lnTo>
                    <a:pt x="1433220" y="348949"/>
                  </a:lnTo>
                  <a:lnTo>
                    <a:pt x="1442964" y="334911"/>
                  </a:lnTo>
                  <a:lnTo>
                    <a:pt x="1452722" y="325245"/>
                  </a:lnTo>
                  <a:lnTo>
                    <a:pt x="1462466" y="333193"/>
                  </a:lnTo>
                  <a:lnTo>
                    <a:pt x="1472225" y="355888"/>
                  </a:lnTo>
                  <a:lnTo>
                    <a:pt x="1481969" y="339132"/>
                  </a:lnTo>
                  <a:lnTo>
                    <a:pt x="1491713" y="336894"/>
                  </a:lnTo>
                  <a:lnTo>
                    <a:pt x="1501472" y="315447"/>
                  </a:lnTo>
                  <a:lnTo>
                    <a:pt x="1511216" y="336489"/>
                  </a:lnTo>
                  <a:lnTo>
                    <a:pt x="1520960" y="357809"/>
                  </a:lnTo>
                  <a:lnTo>
                    <a:pt x="1530719" y="349934"/>
                  </a:lnTo>
                  <a:lnTo>
                    <a:pt x="1540463" y="318631"/>
                  </a:lnTo>
                  <a:lnTo>
                    <a:pt x="1550221" y="320844"/>
                  </a:lnTo>
                  <a:lnTo>
                    <a:pt x="1559965" y="295380"/>
                  </a:lnTo>
                  <a:lnTo>
                    <a:pt x="1569709" y="279326"/>
                  </a:lnTo>
                  <a:lnTo>
                    <a:pt x="1579468" y="264353"/>
                  </a:lnTo>
                  <a:lnTo>
                    <a:pt x="1589212" y="260689"/>
                  </a:lnTo>
                  <a:lnTo>
                    <a:pt x="1598971" y="276856"/>
                  </a:lnTo>
                  <a:lnTo>
                    <a:pt x="1608715" y="265348"/>
                  </a:lnTo>
                  <a:lnTo>
                    <a:pt x="1618459" y="253868"/>
                  </a:lnTo>
                  <a:lnTo>
                    <a:pt x="1628218" y="281023"/>
                  </a:lnTo>
                  <a:lnTo>
                    <a:pt x="1637962" y="291813"/>
                  </a:lnTo>
                  <a:lnTo>
                    <a:pt x="1647720" y="306360"/>
                  </a:lnTo>
                  <a:lnTo>
                    <a:pt x="1657464" y="323841"/>
                  </a:lnTo>
                  <a:lnTo>
                    <a:pt x="1667208" y="328660"/>
                  </a:lnTo>
                  <a:lnTo>
                    <a:pt x="1676967" y="300021"/>
                  </a:lnTo>
                  <a:lnTo>
                    <a:pt x="1686711" y="291595"/>
                  </a:lnTo>
                  <a:lnTo>
                    <a:pt x="1696470" y="272401"/>
                  </a:lnTo>
                  <a:lnTo>
                    <a:pt x="1706214" y="297664"/>
                  </a:lnTo>
                  <a:lnTo>
                    <a:pt x="1715958" y="305632"/>
                  </a:lnTo>
                  <a:lnTo>
                    <a:pt x="1725716" y="303583"/>
                  </a:lnTo>
                  <a:lnTo>
                    <a:pt x="1735460" y="329221"/>
                  </a:lnTo>
                  <a:lnTo>
                    <a:pt x="1745219" y="334151"/>
                  </a:lnTo>
                  <a:lnTo>
                    <a:pt x="1754963" y="318866"/>
                  </a:lnTo>
                  <a:lnTo>
                    <a:pt x="1764707" y="291715"/>
                  </a:lnTo>
                  <a:lnTo>
                    <a:pt x="1774466" y="281183"/>
                  </a:lnTo>
                  <a:lnTo>
                    <a:pt x="1784210" y="261564"/>
                  </a:lnTo>
                  <a:lnTo>
                    <a:pt x="1793969" y="258718"/>
                  </a:lnTo>
                  <a:lnTo>
                    <a:pt x="1803713" y="263275"/>
                  </a:lnTo>
                  <a:lnTo>
                    <a:pt x="1813457" y="292062"/>
                  </a:lnTo>
                  <a:lnTo>
                    <a:pt x="1823215" y="279328"/>
                  </a:lnTo>
                  <a:lnTo>
                    <a:pt x="1832959" y="239467"/>
                  </a:lnTo>
                  <a:lnTo>
                    <a:pt x="1842703" y="254784"/>
                  </a:lnTo>
                  <a:lnTo>
                    <a:pt x="1852462" y="233789"/>
                  </a:lnTo>
                  <a:lnTo>
                    <a:pt x="1862206" y="230514"/>
                  </a:lnTo>
                  <a:lnTo>
                    <a:pt x="1871965" y="273401"/>
                  </a:lnTo>
                  <a:lnTo>
                    <a:pt x="1881709" y="262025"/>
                  </a:lnTo>
                  <a:lnTo>
                    <a:pt x="1891453" y="235517"/>
                  </a:lnTo>
                  <a:lnTo>
                    <a:pt x="1901212" y="259683"/>
                  </a:lnTo>
                  <a:lnTo>
                    <a:pt x="1910956" y="235589"/>
                  </a:lnTo>
                  <a:lnTo>
                    <a:pt x="1920714" y="202547"/>
                  </a:lnTo>
                  <a:lnTo>
                    <a:pt x="1930458" y="190352"/>
                  </a:lnTo>
                  <a:lnTo>
                    <a:pt x="1940202" y="177149"/>
                  </a:lnTo>
                  <a:lnTo>
                    <a:pt x="1949961" y="176922"/>
                  </a:lnTo>
                  <a:lnTo>
                    <a:pt x="1959705" y="155499"/>
                  </a:lnTo>
                  <a:lnTo>
                    <a:pt x="1969464" y="148409"/>
                  </a:lnTo>
                  <a:lnTo>
                    <a:pt x="1979208" y="171399"/>
                  </a:lnTo>
                  <a:lnTo>
                    <a:pt x="1988952" y="192292"/>
                  </a:lnTo>
                  <a:lnTo>
                    <a:pt x="1998711" y="192371"/>
                  </a:lnTo>
                  <a:lnTo>
                    <a:pt x="2008454" y="219811"/>
                  </a:lnTo>
                  <a:lnTo>
                    <a:pt x="2018213" y="223818"/>
                  </a:lnTo>
                  <a:lnTo>
                    <a:pt x="2027957" y="244935"/>
                  </a:lnTo>
                  <a:lnTo>
                    <a:pt x="2037701" y="218301"/>
                  </a:lnTo>
                  <a:lnTo>
                    <a:pt x="2047460" y="190923"/>
                  </a:lnTo>
                  <a:lnTo>
                    <a:pt x="2057204" y="191367"/>
                  </a:lnTo>
                  <a:lnTo>
                    <a:pt x="2066963" y="170805"/>
                  </a:lnTo>
                  <a:lnTo>
                    <a:pt x="2076707" y="167833"/>
                  </a:lnTo>
                  <a:lnTo>
                    <a:pt x="2086451" y="175836"/>
                  </a:lnTo>
                  <a:lnTo>
                    <a:pt x="2096210" y="213437"/>
                  </a:lnTo>
                  <a:lnTo>
                    <a:pt x="2105954" y="216658"/>
                  </a:lnTo>
                  <a:lnTo>
                    <a:pt x="2115697" y="202476"/>
                  </a:lnTo>
                  <a:lnTo>
                    <a:pt x="2125456" y="170744"/>
                  </a:lnTo>
                  <a:lnTo>
                    <a:pt x="2135200" y="161031"/>
                  </a:lnTo>
                  <a:lnTo>
                    <a:pt x="2144959" y="170255"/>
                  </a:lnTo>
                  <a:lnTo>
                    <a:pt x="2154703" y="158627"/>
                  </a:lnTo>
                  <a:lnTo>
                    <a:pt x="2164447" y="129040"/>
                  </a:lnTo>
                  <a:lnTo>
                    <a:pt x="2174206" y="132199"/>
                  </a:lnTo>
                  <a:lnTo>
                    <a:pt x="2183950" y="110470"/>
                  </a:lnTo>
                  <a:lnTo>
                    <a:pt x="2193709" y="135752"/>
                  </a:lnTo>
                  <a:lnTo>
                    <a:pt x="2203452" y="150806"/>
                  </a:lnTo>
                  <a:lnTo>
                    <a:pt x="2213196" y="118280"/>
                  </a:lnTo>
                  <a:lnTo>
                    <a:pt x="2222955" y="105397"/>
                  </a:lnTo>
                  <a:lnTo>
                    <a:pt x="2232699" y="112931"/>
                  </a:lnTo>
                  <a:lnTo>
                    <a:pt x="2242458" y="154054"/>
                  </a:lnTo>
                  <a:lnTo>
                    <a:pt x="2252202" y="155547"/>
                  </a:lnTo>
                  <a:lnTo>
                    <a:pt x="2261946" y="183493"/>
                  </a:lnTo>
                  <a:lnTo>
                    <a:pt x="2271705" y="204186"/>
                  </a:lnTo>
                  <a:lnTo>
                    <a:pt x="2281449" y="181300"/>
                  </a:lnTo>
                  <a:lnTo>
                    <a:pt x="2291208" y="193334"/>
                  </a:lnTo>
                  <a:lnTo>
                    <a:pt x="2300951" y="210232"/>
                  </a:lnTo>
                  <a:lnTo>
                    <a:pt x="2310695" y="186055"/>
                  </a:lnTo>
                  <a:lnTo>
                    <a:pt x="2320454" y="165297"/>
                  </a:lnTo>
                  <a:lnTo>
                    <a:pt x="2330198" y="164796"/>
                  </a:lnTo>
                  <a:lnTo>
                    <a:pt x="2339957" y="153536"/>
                  </a:lnTo>
                  <a:lnTo>
                    <a:pt x="2349701" y="123311"/>
                  </a:lnTo>
                  <a:lnTo>
                    <a:pt x="2359445" y="110325"/>
                  </a:lnTo>
                  <a:lnTo>
                    <a:pt x="2369204" y="155186"/>
                  </a:lnTo>
                  <a:lnTo>
                    <a:pt x="2378948" y="129614"/>
                  </a:lnTo>
                  <a:lnTo>
                    <a:pt x="2388692" y="148842"/>
                  </a:lnTo>
                  <a:lnTo>
                    <a:pt x="2398450" y="150480"/>
                  </a:lnTo>
                  <a:lnTo>
                    <a:pt x="2408194" y="137851"/>
                  </a:lnTo>
                  <a:lnTo>
                    <a:pt x="2417953" y="149100"/>
                  </a:lnTo>
                  <a:lnTo>
                    <a:pt x="2427697" y="133468"/>
                  </a:lnTo>
                  <a:lnTo>
                    <a:pt x="2437441" y="131691"/>
                  </a:lnTo>
                  <a:lnTo>
                    <a:pt x="2447200" y="127993"/>
                  </a:lnTo>
                  <a:lnTo>
                    <a:pt x="2456944" y="113003"/>
                  </a:lnTo>
                  <a:lnTo>
                    <a:pt x="2466703" y="119308"/>
                  </a:lnTo>
                  <a:lnTo>
                    <a:pt x="2476446" y="100678"/>
                  </a:lnTo>
                  <a:lnTo>
                    <a:pt x="2486190" y="66537"/>
                  </a:lnTo>
                  <a:lnTo>
                    <a:pt x="2495949" y="87584"/>
                  </a:lnTo>
                  <a:lnTo>
                    <a:pt x="2505693" y="51229"/>
                  </a:lnTo>
                  <a:lnTo>
                    <a:pt x="2515452" y="41339"/>
                  </a:lnTo>
                  <a:lnTo>
                    <a:pt x="2525196" y="25890"/>
                  </a:lnTo>
                  <a:lnTo>
                    <a:pt x="2534940" y="25139"/>
                  </a:lnTo>
                  <a:lnTo>
                    <a:pt x="2544699" y="20894"/>
                  </a:lnTo>
                  <a:lnTo>
                    <a:pt x="2554443" y="0"/>
                  </a:lnTo>
                  <a:lnTo>
                    <a:pt x="2564202" y="11486"/>
                  </a:lnTo>
                  <a:lnTo>
                    <a:pt x="2573946" y="36157"/>
                  </a:lnTo>
                  <a:lnTo>
                    <a:pt x="2583690" y="44408"/>
                  </a:lnTo>
                  <a:lnTo>
                    <a:pt x="2593448" y="68754"/>
                  </a:lnTo>
                  <a:lnTo>
                    <a:pt x="2603192" y="81299"/>
                  </a:lnTo>
                  <a:lnTo>
                    <a:pt x="2612951" y="97480"/>
                  </a:lnTo>
                  <a:lnTo>
                    <a:pt x="2622695" y="66435"/>
                  </a:lnTo>
                  <a:lnTo>
                    <a:pt x="2632439" y="47599"/>
                  </a:lnTo>
                  <a:lnTo>
                    <a:pt x="2642198" y="20552"/>
                  </a:lnTo>
                  <a:lnTo>
                    <a:pt x="2651942" y="17000"/>
                  </a:lnTo>
                  <a:lnTo>
                    <a:pt x="2661685" y="26924"/>
                  </a:lnTo>
                  <a:lnTo>
                    <a:pt x="2671444" y="50044"/>
                  </a:lnTo>
                  <a:lnTo>
                    <a:pt x="2681188" y="75489"/>
                  </a:lnTo>
                  <a:lnTo>
                    <a:pt x="2690947" y="80355"/>
                  </a:lnTo>
                  <a:lnTo>
                    <a:pt x="2700691" y="76824"/>
                  </a:lnTo>
                  <a:lnTo>
                    <a:pt x="2710435" y="31021"/>
                  </a:lnTo>
                  <a:lnTo>
                    <a:pt x="2720194" y="23172"/>
                  </a:lnTo>
                  <a:lnTo>
                    <a:pt x="2729938" y="22104"/>
                  </a:lnTo>
                  <a:lnTo>
                    <a:pt x="2739697" y="12509"/>
                  </a:lnTo>
                  <a:lnTo>
                    <a:pt x="2749441" y="24434"/>
                  </a:lnTo>
                  <a:lnTo>
                    <a:pt x="2759185" y="46319"/>
                  </a:lnTo>
                  <a:lnTo>
                    <a:pt x="2768943" y="76301"/>
                  </a:lnTo>
                  <a:lnTo>
                    <a:pt x="2778687" y="101954"/>
                  </a:lnTo>
                  <a:lnTo>
                    <a:pt x="2788446" y="111421"/>
                  </a:lnTo>
                  <a:lnTo>
                    <a:pt x="2798190" y="94988"/>
                  </a:lnTo>
                  <a:lnTo>
                    <a:pt x="2807934" y="117998"/>
                  </a:lnTo>
                  <a:lnTo>
                    <a:pt x="2817693" y="94106"/>
                  </a:lnTo>
                  <a:lnTo>
                    <a:pt x="2827437" y="77215"/>
                  </a:lnTo>
                  <a:lnTo>
                    <a:pt x="2837196" y="103363"/>
                  </a:lnTo>
                  <a:lnTo>
                    <a:pt x="2846940" y="98680"/>
                  </a:lnTo>
                  <a:lnTo>
                    <a:pt x="2856684" y="82461"/>
                  </a:lnTo>
                  <a:lnTo>
                    <a:pt x="2866442" y="58045"/>
                  </a:lnTo>
                  <a:lnTo>
                    <a:pt x="2876186" y="59956"/>
                  </a:lnTo>
                  <a:lnTo>
                    <a:pt x="2885945" y="65338"/>
                  </a:lnTo>
                  <a:lnTo>
                    <a:pt x="2895689" y="41744"/>
                  </a:lnTo>
                  <a:lnTo>
                    <a:pt x="2905433" y="29509"/>
                  </a:lnTo>
                  <a:lnTo>
                    <a:pt x="2915192" y="7018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8" name="Freeform 1017">
              <a:extLst>
                <a:ext uri="{FF2B5EF4-FFF2-40B4-BE49-F238E27FC236}">
                  <a16:creationId xmlns:a16="http://schemas.microsoft.com/office/drawing/2014/main" id="{4F0F0F62-423B-5237-6F18-BD3C72C8DFC2}"/>
                </a:ext>
              </a:extLst>
            </p:cNvPr>
            <p:cNvSpPr/>
            <p:nvPr/>
          </p:nvSpPr>
          <p:spPr>
            <a:xfrm>
              <a:off x="4426652" y="3148218"/>
              <a:ext cx="2915191" cy="436440"/>
            </a:xfrm>
            <a:custGeom>
              <a:avLst/>
              <a:gdLst>
                <a:gd name="connsiteX0" fmla="*/ 0 w 2915191"/>
                <a:gd name="connsiteY0" fmla="*/ 322223 h 436440"/>
                <a:gd name="connsiteX1" fmla="*/ 9750 w 2915191"/>
                <a:gd name="connsiteY1" fmla="*/ 354892 h 436440"/>
                <a:gd name="connsiteX2" fmla="*/ 19500 w 2915191"/>
                <a:gd name="connsiteY2" fmla="*/ 367622 h 436440"/>
                <a:gd name="connsiteX3" fmla="*/ 29250 w 2915191"/>
                <a:gd name="connsiteY3" fmla="*/ 356500 h 436440"/>
                <a:gd name="connsiteX4" fmla="*/ 39000 w 2915191"/>
                <a:gd name="connsiteY4" fmla="*/ 352207 h 436440"/>
                <a:gd name="connsiteX5" fmla="*/ 48749 w 2915191"/>
                <a:gd name="connsiteY5" fmla="*/ 338956 h 436440"/>
                <a:gd name="connsiteX6" fmla="*/ 58499 w 2915191"/>
                <a:gd name="connsiteY6" fmla="*/ 307184 h 436440"/>
                <a:gd name="connsiteX7" fmla="*/ 68249 w 2915191"/>
                <a:gd name="connsiteY7" fmla="*/ 295517 h 436440"/>
                <a:gd name="connsiteX8" fmla="*/ 77998 w 2915191"/>
                <a:gd name="connsiteY8" fmla="*/ 295445 h 436440"/>
                <a:gd name="connsiteX9" fmla="*/ 87748 w 2915191"/>
                <a:gd name="connsiteY9" fmla="*/ 292351 h 436440"/>
                <a:gd name="connsiteX10" fmla="*/ 97497 w 2915191"/>
                <a:gd name="connsiteY10" fmla="*/ 287096 h 436440"/>
                <a:gd name="connsiteX11" fmla="*/ 107247 w 2915191"/>
                <a:gd name="connsiteY11" fmla="*/ 276908 h 436440"/>
                <a:gd name="connsiteX12" fmla="*/ 116997 w 2915191"/>
                <a:gd name="connsiteY12" fmla="*/ 272066 h 436440"/>
                <a:gd name="connsiteX13" fmla="*/ 126747 w 2915191"/>
                <a:gd name="connsiteY13" fmla="*/ 277257 h 436440"/>
                <a:gd name="connsiteX14" fmla="*/ 136497 w 2915191"/>
                <a:gd name="connsiteY14" fmla="*/ 251577 h 436440"/>
                <a:gd name="connsiteX15" fmla="*/ 146247 w 2915191"/>
                <a:gd name="connsiteY15" fmla="*/ 283782 h 436440"/>
                <a:gd name="connsiteX16" fmla="*/ 155997 w 2915191"/>
                <a:gd name="connsiteY16" fmla="*/ 283398 h 436440"/>
                <a:gd name="connsiteX17" fmla="*/ 165747 w 2915191"/>
                <a:gd name="connsiteY17" fmla="*/ 348694 h 436440"/>
                <a:gd name="connsiteX18" fmla="*/ 175497 w 2915191"/>
                <a:gd name="connsiteY18" fmla="*/ 379482 h 436440"/>
                <a:gd name="connsiteX19" fmla="*/ 185247 w 2915191"/>
                <a:gd name="connsiteY19" fmla="*/ 402514 h 436440"/>
                <a:gd name="connsiteX20" fmla="*/ 194996 w 2915191"/>
                <a:gd name="connsiteY20" fmla="*/ 404041 h 436440"/>
                <a:gd name="connsiteX21" fmla="*/ 204746 w 2915191"/>
                <a:gd name="connsiteY21" fmla="*/ 409931 h 436440"/>
                <a:gd name="connsiteX22" fmla="*/ 214495 w 2915191"/>
                <a:gd name="connsiteY22" fmla="*/ 404685 h 436440"/>
                <a:gd name="connsiteX23" fmla="*/ 224245 w 2915191"/>
                <a:gd name="connsiteY23" fmla="*/ 429036 h 436440"/>
                <a:gd name="connsiteX24" fmla="*/ 233995 w 2915191"/>
                <a:gd name="connsiteY24" fmla="*/ 408110 h 436440"/>
                <a:gd name="connsiteX25" fmla="*/ 243744 w 2915191"/>
                <a:gd name="connsiteY25" fmla="*/ 416257 h 436440"/>
                <a:gd name="connsiteX26" fmla="*/ 253494 w 2915191"/>
                <a:gd name="connsiteY26" fmla="*/ 382408 h 436440"/>
                <a:gd name="connsiteX27" fmla="*/ 263244 w 2915191"/>
                <a:gd name="connsiteY27" fmla="*/ 369618 h 436440"/>
                <a:gd name="connsiteX28" fmla="*/ 272994 w 2915191"/>
                <a:gd name="connsiteY28" fmla="*/ 395939 h 436440"/>
                <a:gd name="connsiteX29" fmla="*/ 282744 w 2915191"/>
                <a:gd name="connsiteY29" fmla="*/ 396148 h 436440"/>
                <a:gd name="connsiteX30" fmla="*/ 292494 w 2915191"/>
                <a:gd name="connsiteY30" fmla="*/ 401602 h 436440"/>
                <a:gd name="connsiteX31" fmla="*/ 302244 w 2915191"/>
                <a:gd name="connsiteY31" fmla="*/ 361720 h 436440"/>
                <a:gd name="connsiteX32" fmla="*/ 311994 w 2915191"/>
                <a:gd name="connsiteY32" fmla="*/ 377037 h 436440"/>
                <a:gd name="connsiteX33" fmla="*/ 321744 w 2915191"/>
                <a:gd name="connsiteY33" fmla="*/ 389687 h 436440"/>
                <a:gd name="connsiteX34" fmla="*/ 331493 w 2915191"/>
                <a:gd name="connsiteY34" fmla="*/ 395428 h 436440"/>
                <a:gd name="connsiteX35" fmla="*/ 341243 w 2915191"/>
                <a:gd name="connsiteY35" fmla="*/ 363477 h 436440"/>
                <a:gd name="connsiteX36" fmla="*/ 350993 w 2915191"/>
                <a:gd name="connsiteY36" fmla="*/ 373994 h 436440"/>
                <a:gd name="connsiteX37" fmla="*/ 360742 w 2915191"/>
                <a:gd name="connsiteY37" fmla="*/ 394175 h 436440"/>
                <a:gd name="connsiteX38" fmla="*/ 370492 w 2915191"/>
                <a:gd name="connsiteY38" fmla="*/ 383106 h 436440"/>
                <a:gd name="connsiteX39" fmla="*/ 380241 w 2915191"/>
                <a:gd name="connsiteY39" fmla="*/ 391316 h 436440"/>
                <a:gd name="connsiteX40" fmla="*/ 389991 w 2915191"/>
                <a:gd name="connsiteY40" fmla="*/ 363085 h 436440"/>
                <a:gd name="connsiteX41" fmla="*/ 399741 w 2915191"/>
                <a:gd name="connsiteY41" fmla="*/ 374604 h 436440"/>
                <a:gd name="connsiteX42" fmla="*/ 409491 w 2915191"/>
                <a:gd name="connsiteY42" fmla="*/ 357850 h 436440"/>
                <a:gd name="connsiteX43" fmla="*/ 419241 w 2915191"/>
                <a:gd name="connsiteY43" fmla="*/ 366636 h 436440"/>
                <a:gd name="connsiteX44" fmla="*/ 428991 w 2915191"/>
                <a:gd name="connsiteY44" fmla="*/ 368964 h 436440"/>
                <a:gd name="connsiteX45" fmla="*/ 438741 w 2915191"/>
                <a:gd name="connsiteY45" fmla="*/ 367005 h 436440"/>
                <a:gd name="connsiteX46" fmla="*/ 448491 w 2915191"/>
                <a:gd name="connsiteY46" fmla="*/ 395635 h 436440"/>
                <a:gd name="connsiteX47" fmla="*/ 458241 w 2915191"/>
                <a:gd name="connsiteY47" fmla="*/ 413195 h 436440"/>
                <a:gd name="connsiteX48" fmla="*/ 467991 w 2915191"/>
                <a:gd name="connsiteY48" fmla="*/ 428073 h 436440"/>
                <a:gd name="connsiteX49" fmla="*/ 477740 w 2915191"/>
                <a:gd name="connsiteY49" fmla="*/ 436440 h 436440"/>
                <a:gd name="connsiteX50" fmla="*/ 487490 w 2915191"/>
                <a:gd name="connsiteY50" fmla="*/ 394631 h 436440"/>
                <a:gd name="connsiteX51" fmla="*/ 497239 w 2915191"/>
                <a:gd name="connsiteY51" fmla="*/ 382789 h 436440"/>
                <a:gd name="connsiteX52" fmla="*/ 506989 w 2915191"/>
                <a:gd name="connsiteY52" fmla="*/ 372850 h 436440"/>
                <a:gd name="connsiteX53" fmla="*/ 516738 w 2915191"/>
                <a:gd name="connsiteY53" fmla="*/ 367083 h 436440"/>
                <a:gd name="connsiteX54" fmla="*/ 526488 w 2915191"/>
                <a:gd name="connsiteY54" fmla="*/ 360010 h 436440"/>
                <a:gd name="connsiteX55" fmla="*/ 536238 w 2915191"/>
                <a:gd name="connsiteY55" fmla="*/ 338570 h 436440"/>
                <a:gd name="connsiteX56" fmla="*/ 545988 w 2915191"/>
                <a:gd name="connsiteY56" fmla="*/ 341242 h 436440"/>
                <a:gd name="connsiteX57" fmla="*/ 555738 w 2915191"/>
                <a:gd name="connsiteY57" fmla="*/ 320906 h 436440"/>
                <a:gd name="connsiteX58" fmla="*/ 565488 w 2915191"/>
                <a:gd name="connsiteY58" fmla="*/ 303443 h 436440"/>
                <a:gd name="connsiteX59" fmla="*/ 575238 w 2915191"/>
                <a:gd name="connsiteY59" fmla="*/ 303266 h 436440"/>
                <a:gd name="connsiteX60" fmla="*/ 584988 w 2915191"/>
                <a:gd name="connsiteY60" fmla="*/ 268451 h 436440"/>
                <a:gd name="connsiteX61" fmla="*/ 594738 w 2915191"/>
                <a:gd name="connsiteY61" fmla="*/ 242606 h 436440"/>
                <a:gd name="connsiteX62" fmla="*/ 604488 w 2915191"/>
                <a:gd name="connsiteY62" fmla="*/ 245853 h 436440"/>
                <a:gd name="connsiteX63" fmla="*/ 614237 w 2915191"/>
                <a:gd name="connsiteY63" fmla="*/ 269906 h 436440"/>
                <a:gd name="connsiteX64" fmla="*/ 623987 w 2915191"/>
                <a:gd name="connsiteY64" fmla="*/ 258131 h 436440"/>
                <a:gd name="connsiteX65" fmla="*/ 633736 w 2915191"/>
                <a:gd name="connsiteY65" fmla="*/ 284758 h 436440"/>
                <a:gd name="connsiteX66" fmla="*/ 643486 w 2915191"/>
                <a:gd name="connsiteY66" fmla="*/ 277298 h 436440"/>
                <a:gd name="connsiteX67" fmla="*/ 653236 w 2915191"/>
                <a:gd name="connsiteY67" fmla="*/ 300268 h 436440"/>
                <a:gd name="connsiteX68" fmla="*/ 662985 w 2915191"/>
                <a:gd name="connsiteY68" fmla="*/ 305632 h 436440"/>
                <a:gd name="connsiteX69" fmla="*/ 672735 w 2915191"/>
                <a:gd name="connsiteY69" fmla="*/ 280701 h 436440"/>
                <a:gd name="connsiteX70" fmla="*/ 682485 w 2915191"/>
                <a:gd name="connsiteY70" fmla="*/ 255476 h 436440"/>
                <a:gd name="connsiteX71" fmla="*/ 692235 w 2915191"/>
                <a:gd name="connsiteY71" fmla="*/ 253718 h 436440"/>
                <a:gd name="connsiteX72" fmla="*/ 701985 w 2915191"/>
                <a:gd name="connsiteY72" fmla="*/ 263271 h 436440"/>
                <a:gd name="connsiteX73" fmla="*/ 711735 w 2915191"/>
                <a:gd name="connsiteY73" fmla="*/ 268565 h 436440"/>
                <a:gd name="connsiteX74" fmla="*/ 721485 w 2915191"/>
                <a:gd name="connsiteY74" fmla="*/ 247591 h 436440"/>
                <a:gd name="connsiteX75" fmla="*/ 731235 w 2915191"/>
                <a:gd name="connsiteY75" fmla="*/ 243756 h 436440"/>
                <a:gd name="connsiteX76" fmla="*/ 740985 w 2915191"/>
                <a:gd name="connsiteY76" fmla="*/ 192557 h 436440"/>
                <a:gd name="connsiteX77" fmla="*/ 750734 w 2915191"/>
                <a:gd name="connsiteY77" fmla="*/ 169918 h 436440"/>
                <a:gd name="connsiteX78" fmla="*/ 760484 w 2915191"/>
                <a:gd name="connsiteY78" fmla="*/ 162385 h 436440"/>
                <a:gd name="connsiteX79" fmla="*/ 770233 w 2915191"/>
                <a:gd name="connsiteY79" fmla="*/ 163169 h 436440"/>
                <a:gd name="connsiteX80" fmla="*/ 779983 w 2915191"/>
                <a:gd name="connsiteY80" fmla="*/ 184999 h 436440"/>
                <a:gd name="connsiteX81" fmla="*/ 789733 w 2915191"/>
                <a:gd name="connsiteY81" fmla="*/ 141633 h 436440"/>
                <a:gd name="connsiteX82" fmla="*/ 799482 w 2915191"/>
                <a:gd name="connsiteY82" fmla="*/ 164004 h 436440"/>
                <a:gd name="connsiteX83" fmla="*/ 809232 w 2915191"/>
                <a:gd name="connsiteY83" fmla="*/ 166803 h 436440"/>
                <a:gd name="connsiteX84" fmla="*/ 818982 w 2915191"/>
                <a:gd name="connsiteY84" fmla="*/ 147895 h 436440"/>
                <a:gd name="connsiteX85" fmla="*/ 828732 w 2915191"/>
                <a:gd name="connsiteY85" fmla="*/ 147910 h 436440"/>
                <a:gd name="connsiteX86" fmla="*/ 838482 w 2915191"/>
                <a:gd name="connsiteY86" fmla="*/ 152743 h 436440"/>
                <a:gd name="connsiteX87" fmla="*/ 848232 w 2915191"/>
                <a:gd name="connsiteY87" fmla="*/ 145618 h 436440"/>
                <a:gd name="connsiteX88" fmla="*/ 857982 w 2915191"/>
                <a:gd name="connsiteY88" fmla="*/ 121087 h 436440"/>
                <a:gd name="connsiteX89" fmla="*/ 867732 w 2915191"/>
                <a:gd name="connsiteY89" fmla="*/ 111933 h 436440"/>
                <a:gd name="connsiteX90" fmla="*/ 877482 w 2915191"/>
                <a:gd name="connsiteY90" fmla="*/ 98211 h 436440"/>
                <a:gd name="connsiteX91" fmla="*/ 887231 w 2915191"/>
                <a:gd name="connsiteY91" fmla="*/ 120493 h 436440"/>
                <a:gd name="connsiteX92" fmla="*/ 896981 w 2915191"/>
                <a:gd name="connsiteY92" fmla="*/ 116321 h 436440"/>
                <a:gd name="connsiteX93" fmla="*/ 906730 w 2915191"/>
                <a:gd name="connsiteY93" fmla="*/ 144815 h 436440"/>
                <a:gd name="connsiteX94" fmla="*/ 916480 w 2915191"/>
                <a:gd name="connsiteY94" fmla="*/ 140849 h 436440"/>
                <a:gd name="connsiteX95" fmla="*/ 926230 w 2915191"/>
                <a:gd name="connsiteY95" fmla="*/ 106444 h 436440"/>
                <a:gd name="connsiteX96" fmla="*/ 935979 w 2915191"/>
                <a:gd name="connsiteY96" fmla="*/ 107203 h 436440"/>
                <a:gd name="connsiteX97" fmla="*/ 945729 w 2915191"/>
                <a:gd name="connsiteY97" fmla="*/ 135682 h 436440"/>
                <a:gd name="connsiteX98" fmla="*/ 955479 w 2915191"/>
                <a:gd name="connsiteY98" fmla="*/ 106479 h 436440"/>
                <a:gd name="connsiteX99" fmla="*/ 965229 w 2915191"/>
                <a:gd name="connsiteY99" fmla="*/ 68872 h 436440"/>
                <a:gd name="connsiteX100" fmla="*/ 974979 w 2915191"/>
                <a:gd name="connsiteY100" fmla="*/ 64073 h 436440"/>
                <a:gd name="connsiteX101" fmla="*/ 984729 w 2915191"/>
                <a:gd name="connsiteY101" fmla="*/ 68513 h 436440"/>
                <a:gd name="connsiteX102" fmla="*/ 994474 w 2915191"/>
                <a:gd name="connsiteY102" fmla="*/ 62540 h 436440"/>
                <a:gd name="connsiteX103" fmla="*/ 1004233 w 2915191"/>
                <a:gd name="connsiteY103" fmla="*/ 48822 h 436440"/>
                <a:gd name="connsiteX104" fmla="*/ 1013977 w 2915191"/>
                <a:gd name="connsiteY104" fmla="*/ 0 h 436440"/>
                <a:gd name="connsiteX105" fmla="*/ 1023721 w 2915191"/>
                <a:gd name="connsiteY105" fmla="*/ 7974 h 436440"/>
                <a:gd name="connsiteX106" fmla="*/ 1033480 w 2915191"/>
                <a:gd name="connsiteY106" fmla="*/ 41994 h 436440"/>
                <a:gd name="connsiteX107" fmla="*/ 1043224 w 2915191"/>
                <a:gd name="connsiteY107" fmla="*/ 30883 h 436440"/>
                <a:gd name="connsiteX108" fmla="*/ 1052983 w 2915191"/>
                <a:gd name="connsiteY108" fmla="*/ 38632 h 436440"/>
                <a:gd name="connsiteX109" fmla="*/ 1062727 w 2915191"/>
                <a:gd name="connsiteY109" fmla="*/ 49786 h 436440"/>
                <a:gd name="connsiteX110" fmla="*/ 1072471 w 2915191"/>
                <a:gd name="connsiteY110" fmla="*/ 55101 h 436440"/>
                <a:gd name="connsiteX111" fmla="*/ 1082230 w 2915191"/>
                <a:gd name="connsiteY111" fmla="*/ 71257 h 436440"/>
                <a:gd name="connsiteX112" fmla="*/ 1091973 w 2915191"/>
                <a:gd name="connsiteY112" fmla="*/ 64666 h 436440"/>
                <a:gd name="connsiteX113" fmla="*/ 1101732 w 2915191"/>
                <a:gd name="connsiteY113" fmla="*/ 71015 h 436440"/>
                <a:gd name="connsiteX114" fmla="*/ 1111476 w 2915191"/>
                <a:gd name="connsiteY114" fmla="*/ 143316 h 436440"/>
                <a:gd name="connsiteX115" fmla="*/ 1121220 w 2915191"/>
                <a:gd name="connsiteY115" fmla="*/ 108993 h 436440"/>
                <a:gd name="connsiteX116" fmla="*/ 1130979 w 2915191"/>
                <a:gd name="connsiteY116" fmla="*/ 131324 h 436440"/>
                <a:gd name="connsiteX117" fmla="*/ 1140723 w 2915191"/>
                <a:gd name="connsiteY117" fmla="*/ 132115 h 436440"/>
                <a:gd name="connsiteX118" fmla="*/ 1150482 w 2915191"/>
                <a:gd name="connsiteY118" fmla="*/ 128353 h 436440"/>
                <a:gd name="connsiteX119" fmla="*/ 1160226 w 2915191"/>
                <a:gd name="connsiteY119" fmla="*/ 143807 h 436440"/>
                <a:gd name="connsiteX120" fmla="*/ 1169969 w 2915191"/>
                <a:gd name="connsiteY120" fmla="*/ 179461 h 436440"/>
                <a:gd name="connsiteX121" fmla="*/ 1179728 w 2915191"/>
                <a:gd name="connsiteY121" fmla="*/ 189327 h 436440"/>
                <a:gd name="connsiteX122" fmla="*/ 1189472 w 2915191"/>
                <a:gd name="connsiteY122" fmla="*/ 193487 h 436440"/>
                <a:gd name="connsiteX123" fmla="*/ 1199231 w 2915191"/>
                <a:gd name="connsiteY123" fmla="*/ 205348 h 436440"/>
                <a:gd name="connsiteX124" fmla="*/ 1208975 w 2915191"/>
                <a:gd name="connsiteY124" fmla="*/ 203683 h 436440"/>
                <a:gd name="connsiteX125" fmla="*/ 1218719 w 2915191"/>
                <a:gd name="connsiteY125" fmla="*/ 201524 h 436440"/>
                <a:gd name="connsiteX126" fmla="*/ 1228478 w 2915191"/>
                <a:gd name="connsiteY126" fmla="*/ 187666 h 436440"/>
                <a:gd name="connsiteX127" fmla="*/ 1238222 w 2915191"/>
                <a:gd name="connsiteY127" fmla="*/ 173263 h 436440"/>
                <a:gd name="connsiteX128" fmla="*/ 1247966 w 2915191"/>
                <a:gd name="connsiteY128" fmla="*/ 168768 h 436440"/>
                <a:gd name="connsiteX129" fmla="*/ 1257725 w 2915191"/>
                <a:gd name="connsiteY129" fmla="*/ 197045 h 436440"/>
                <a:gd name="connsiteX130" fmla="*/ 1267469 w 2915191"/>
                <a:gd name="connsiteY130" fmla="*/ 221691 h 436440"/>
                <a:gd name="connsiteX131" fmla="*/ 1277227 w 2915191"/>
                <a:gd name="connsiteY131" fmla="*/ 222868 h 436440"/>
                <a:gd name="connsiteX132" fmla="*/ 1286971 w 2915191"/>
                <a:gd name="connsiteY132" fmla="*/ 210669 h 436440"/>
                <a:gd name="connsiteX133" fmla="*/ 1296715 w 2915191"/>
                <a:gd name="connsiteY133" fmla="*/ 228297 h 436440"/>
                <a:gd name="connsiteX134" fmla="*/ 1306474 w 2915191"/>
                <a:gd name="connsiteY134" fmla="*/ 229289 h 436440"/>
                <a:gd name="connsiteX135" fmla="*/ 1316218 w 2915191"/>
                <a:gd name="connsiteY135" fmla="*/ 226006 h 436440"/>
                <a:gd name="connsiteX136" fmla="*/ 1325977 w 2915191"/>
                <a:gd name="connsiteY136" fmla="*/ 226172 h 436440"/>
                <a:gd name="connsiteX137" fmla="*/ 1335721 w 2915191"/>
                <a:gd name="connsiteY137" fmla="*/ 237528 h 436440"/>
                <a:gd name="connsiteX138" fmla="*/ 1345465 w 2915191"/>
                <a:gd name="connsiteY138" fmla="*/ 187514 h 436440"/>
                <a:gd name="connsiteX139" fmla="*/ 1355224 w 2915191"/>
                <a:gd name="connsiteY139" fmla="*/ 186963 h 436440"/>
                <a:gd name="connsiteX140" fmla="*/ 1364967 w 2915191"/>
                <a:gd name="connsiteY140" fmla="*/ 171021 h 436440"/>
                <a:gd name="connsiteX141" fmla="*/ 1374726 w 2915191"/>
                <a:gd name="connsiteY141" fmla="*/ 138486 h 436440"/>
                <a:gd name="connsiteX142" fmla="*/ 1384470 w 2915191"/>
                <a:gd name="connsiteY142" fmla="*/ 139446 h 436440"/>
                <a:gd name="connsiteX143" fmla="*/ 1394214 w 2915191"/>
                <a:gd name="connsiteY143" fmla="*/ 117927 h 436440"/>
                <a:gd name="connsiteX144" fmla="*/ 1403973 w 2915191"/>
                <a:gd name="connsiteY144" fmla="*/ 131077 h 436440"/>
                <a:gd name="connsiteX145" fmla="*/ 1413717 w 2915191"/>
                <a:gd name="connsiteY145" fmla="*/ 136974 h 436440"/>
                <a:gd name="connsiteX146" fmla="*/ 1423476 w 2915191"/>
                <a:gd name="connsiteY146" fmla="*/ 91846 h 436440"/>
                <a:gd name="connsiteX147" fmla="*/ 1433220 w 2915191"/>
                <a:gd name="connsiteY147" fmla="*/ 83092 h 436440"/>
                <a:gd name="connsiteX148" fmla="*/ 1442964 w 2915191"/>
                <a:gd name="connsiteY148" fmla="*/ 58321 h 436440"/>
                <a:gd name="connsiteX149" fmla="*/ 1452722 w 2915191"/>
                <a:gd name="connsiteY149" fmla="*/ 53510 h 436440"/>
                <a:gd name="connsiteX150" fmla="*/ 1462466 w 2915191"/>
                <a:gd name="connsiteY150" fmla="*/ 34251 h 436440"/>
                <a:gd name="connsiteX151" fmla="*/ 1472225 w 2915191"/>
                <a:gd name="connsiteY151" fmla="*/ 45141 h 436440"/>
                <a:gd name="connsiteX152" fmla="*/ 1481969 w 2915191"/>
                <a:gd name="connsiteY152" fmla="*/ 44575 h 436440"/>
                <a:gd name="connsiteX153" fmla="*/ 1491713 w 2915191"/>
                <a:gd name="connsiteY153" fmla="*/ 24807 h 436440"/>
                <a:gd name="connsiteX154" fmla="*/ 1501472 w 2915191"/>
                <a:gd name="connsiteY154" fmla="*/ 72726 h 436440"/>
                <a:gd name="connsiteX155" fmla="*/ 1511216 w 2915191"/>
                <a:gd name="connsiteY155" fmla="*/ 72804 h 436440"/>
                <a:gd name="connsiteX156" fmla="*/ 1520960 w 2915191"/>
                <a:gd name="connsiteY156" fmla="*/ 75788 h 436440"/>
                <a:gd name="connsiteX157" fmla="*/ 1530719 w 2915191"/>
                <a:gd name="connsiteY157" fmla="*/ 83002 h 436440"/>
                <a:gd name="connsiteX158" fmla="*/ 1540463 w 2915191"/>
                <a:gd name="connsiteY158" fmla="*/ 66767 h 436440"/>
                <a:gd name="connsiteX159" fmla="*/ 1550221 w 2915191"/>
                <a:gd name="connsiteY159" fmla="*/ 37782 h 436440"/>
                <a:gd name="connsiteX160" fmla="*/ 1559965 w 2915191"/>
                <a:gd name="connsiteY160" fmla="*/ 56506 h 436440"/>
                <a:gd name="connsiteX161" fmla="*/ 1569709 w 2915191"/>
                <a:gd name="connsiteY161" fmla="*/ 79558 h 436440"/>
                <a:gd name="connsiteX162" fmla="*/ 1579468 w 2915191"/>
                <a:gd name="connsiteY162" fmla="*/ 87995 h 436440"/>
                <a:gd name="connsiteX163" fmla="*/ 1589212 w 2915191"/>
                <a:gd name="connsiteY163" fmla="*/ 132287 h 436440"/>
                <a:gd name="connsiteX164" fmla="*/ 1598971 w 2915191"/>
                <a:gd name="connsiteY164" fmla="*/ 119071 h 436440"/>
                <a:gd name="connsiteX165" fmla="*/ 1608715 w 2915191"/>
                <a:gd name="connsiteY165" fmla="*/ 129795 h 436440"/>
                <a:gd name="connsiteX166" fmla="*/ 1618459 w 2915191"/>
                <a:gd name="connsiteY166" fmla="*/ 141090 h 436440"/>
                <a:gd name="connsiteX167" fmla="*/ 1628218 w 2915191"/>
                <a:gd name="connsiteY167" fmla="*/ 172666 h 436440"/>
                <a:gd name="connsiteX168" fmla="*/ 1637962 w 2915191"/>
                <a:gd name="connsiteY168" fmla="*/ 162444 h 436440"/>
                <a:gd name="connsiteX169" fmla="*/ 1647720 w 2915191"/>
                <a:gd name="connsiteY169" fmla="*/ 166165 h 436440"/>
                <a:gd name="connsiteX170" fmla="*/ 1657464 w 2915191"/>
                <a:gd name="connsiteY170" fmla="*/ 158042 h 436440"/>
                <a:gd name="connsiteX171" fmla="*/ 1667208 w 2915191"/>
                <a:gd name="connsiteY171" fmla="*/ 205406 h 436440"/>
                <a:gd name="connsiteX172" fmla="*/ 1676967 w 2915191"/>
                <a:gd name="connsiteY172" fmla="*/ 198395 h 436440"/>
                <a:gd name="connsiteX173" fmla="*/ 1686711 w 2915191"/>
                <a:gd name="connsiteY173" fmla="*/ 216031 h 436440"/>
                <a:gd name="connsiteX174" fmla="*/ 1696470 w 2915191"/>
                <a:gd name="connsiteY174" fmla="*/ 243473 h 436440"/>
                <a:gd name="connsiteX175" fmla="*/ 1706214 w 2915191"/>
                <a:gd name="connsiteY175" fmla="*/ 272325 h 436440"/>
                <a:gd name="connsiteX176" fmla="*/ 1715958 w 2915191"/>
                <a:gd name="connsiteY176" fmla="*/ 278542 h 436440"/>
                <a:gd name="connsiteX177" fmla="*/ 1725716 w 2915191"/>
                <a:gd name="connsiteY177" fmla="*/ 295898 h 436440"/>
                <a:gd name="connsiteX178" fmla="*/ 1735460 w 2915191"/>
                <a:gd name="connsiteY178" fmla="*/ 271269 h 436440"/>
                <a:gd name="connsiteX179" fmla="*/ 1745219 w 2915191"/>
                <a:gd name="connsiteY179" fmla="*/ 253390 h 436440"/>
                <a:gd name="connsiteX180" fmla="*/ 1754963 w 2915191"/>
                <a:gd name="connsiteY180" fmla="*/ 256538 h 436440"/>
                <a:gd name="connsiteX181" fmla="*/ 1764707 w 2915191"/>
                <a:gd name="connsiteY181" fmla="*/ 244013 h 436440"/>
                <a:gd name="connsiteX182" fmla="*/ 1774466 w 2915191"/>
                <a:gd name="connsiteY182" fmla="*/ 243616 h 436440"/>
                <a:gd name="connsiteX183" fmla="*/ 1784210 w 2915191"/>
                <a:gd name="connsiteY183" fmla="*/ 222913 h 436440"/>
                <a:gd name="connsiteX184" fmla="*/ 1793969 w 2915191"/>
                <a:gd name="connsiteY184" fmla="*/ 234838 h 436440"/>
                <a:gd name="connsiteX185" fmla="*/ 1803713 w 2915191"/>
                <a:gd name="connsiteY185" fmla="*/ 224251 h 436440"/>
                <a:gd name="connsiteX186" fmla="*/ 1813457 w 2915191"/>
                <a:gd name="connsiteY186" fmla="*/ 214092 h 436440"/>
                <a:gd name="connsiteX187" fmla="*/ 1823215 w 2915191"/>
                <a:gd name="connsiteY187" fmla="*/ 220021 h 436440"/>
                <a:gd name="connsiteX188" fmla="*/ 1832959 w 2915191"/>
                <a:gd name="connsiteY188" fmla="*/ 198752 h 436440"/>
                <a:gd name="connsiteX189" fmla="*/ 1842703 w 2915191"/>
                <a:gd name="connsiteY189" fmla="*/ 204146 h 436440"/>
                <a:gd name="connsiteX190" fmla="*/ 1852462 w 2915191"/>
                <a:gd name="connsiteY190" fmla="*/ 229574 h 436440"/>
                <a:gd name="connsiteX191" fmla="*/ 1862206 w 2915191"/>
                <a:gd name="connsiteY191" fmla="*/ 228443 h 436440"/>
                <a:gd name="connsiteX192" fmla="*/ 1871965 w 2915191"/>
                <a:gd name="connsiteY192" fmla="*/ 197797 h 436440"/>
                <a:gd name="connsiteX193" fmla="*/ 1881709 w 2915191"/>
                <a:gd name="connsiteY193" fmla="*/ 170890 h 436440"/>
                <a:gd name="connsiteX194" fmla="*/ 1891453 w 2915191"/>
                <a:gd name="connsiteY194" fmla="*/ 176772 h 436440"/>
                <a:gd name="connsiteX195" fmla="*/ 1901212 w 2915191"/>
                <a:gd name="connsiteY195" fmla="*/ 165891 h 436440"/>
                <a:gd name="connsiteX196" fmla="*/ 1910956 w 2915191"/>
                <a:gd name="connsiteY196" fmla="*/ 163704 h 436440"/>
                <a:gd name="connsiteX197" fmla="*/ 1920714 w 2915191"/>
                <a:gd name="connsiteY197" fmla="*/ 143093 h 436440"/>
                <a:gd name="connsiteX198" fmla="*/ 1930458 w 2915191"/>
                <a:gd name="connsiteY198" fmla="*/ 125284 h 436440"/>
                <a:gd name="connsiteX199" fmla="*/ 1940202 w 2915191"/>
                <a:gd name="connsiteY199" fmla="*/ 137731 h 436440"/>
                <a:gd name="connsiteX200" fmla="*/ 1949961 w 2915191"/>
                <a:gd name="connsiteY200" fmla="*/ 151676 h 436440"/>
                <a:gd name="connsiteX201" fmla="*/ 1959705 w 2915191"/>
                <a:gd name="connsiteY201" fmla="*/ 177436 h 436440"/>
                <a:gd name="connsiteX202" fmla="*/ 1969464 w 2915191"/>
                <a:gd name="connsiteY202" fmla="*/ 180275 h 436440"/>
                <a:gd name="connsiteX203" fmla="*/ 1979208 w 2915191"/>
                <a:gd name="connsiteY203" fmla="*/ 169036 h 436440"/>
                <a:gd name="connsiteX204" fmla="*/ 1988952 w 2915191"/>
                <a:gd name="connsiteY204" fmla="*/ 187011 h 436440"/>
                <a:gd name="connsiteX205" fmla="*/ 1998711 w 2915191"/>
                <a:gd name="connsiteY205" fmla="*/ 159577 h 436440"/>
                <a:gd name="connsiteX206" fmla="*/ 2008454 w 2915191"/>
                <a:gd name="connsiteY206" fmla="*/ 157984 h 436440"/>
                <a:gd name="connsiteX207" fmla="*/ 2018213 w 2915191"/>
                <a:gd name="connsiteY207" fmla="*/ 140739 h 436440"/>
                <a:gd name="connsiteX208" fmla="*/ 2027957 w 2915191"/>
                <a:gd name="connsiteY208" fmla="*/ 153267 h 436440"/>
                <a:gd name="connsiteX209" fmla="*/ 2037701 w 2915191"/>
                <a:gd name="connsiteY209" fmla="*/ 140767 h 436440"/>
                <a:gd name="connsiteX210" fmla="*/ 2047460 w 2915191"/>
                <a:gd name="connsiteY210" fmla="*/ 163673 h 436440"/>
                <a:gd name="connsiteX211" fmla="*/ 2057204 w 2915191"/>
                <a:gd name="connsiteY211" fmla="*/ 146313 h 436440"/>
                <a:gd name="connsiteX212" fmla="*/ 2066963 w 2915191"/>
                <a:gd name="connsiteY212" fmla="*/ 176751 h 436440"/>
                <a:gd name="connsiteX213" fmla="*/ 2076707 w 2915191"/>
                <a:gd name="connsiteY213" fmla="*/ 185625 h 436440"/>
                <a:gd name="connsiteX214" fmla="*/ 2086451 w 2915191"/>
                <a:gd name="connsiteY214" fmla="*/ 160571 h 436440"/>
                <a:gd name="connsiteX215" fmla="*/ 2096210 w 2915191"/>
                <a:gd name="connsiteY215" fmla="*/ 164585 h 436440"/>
                <a:gd name="connsiteX216" fmla="*/ 2105954 w 2915191"/>
                <a:gd name="connsiteY216" fmla="*/ 171037 h 436440"/>
                <a:gd name="connsiteX217" fmla="*/ 2115697 w 2915191"/>
                <a:gd name="connsiteY217" fmla="*/ 168230 h 436440"/>
                <a:gd name="connsiteX218" fmla="*/ 2125456 w 2915191"/>
                <a:gd name="connsiteY218" fmla="*/ 160782 h 436440"/>
                <a:gd name="connsiteX219" fmla="*/ 2135200 w 2915191"/>
                <a:gd name="connsiteY219" fmla="*/ 182922 h 436440"/>
                <a:gd name="connsiteX220" fmla="*/ 2144959 w 2915191"/>
                <a:gd name="connsiteY220" fmla="*/ 177039 h 436440"/>
                <a:gd name="connsiteX221" fmla="*/ 2154703 w 2915191"/>
                <a:gd name="connsiteY221" fmla="*/ 202275 h 436440"/>
                <a:gd name="connsiteX222" fmla="*/ 2164447 w 2915191"/>
                <a:gd name="connsiteY222" fmla="*/ 213751 h 436440"/>
                <a:gd name="connsiteX223" fmla="*/ 2174206 w 2915191"/>
                <a:gd name="connsiteY223" fmla="*/ 227017 h 436440"/>
                <a:gd name="connsiteX224" fmla="*/ 2183950 w 2915191"/>
                <a:gd name="connsiteY224" fmla="*/ 229555 h 436440"/>
                <a:gd name="connsiteX225" fmla="*/ 2193709 w 2915191"/>
                <a:gd name="connsiteY225" fmla="*/ 221993 h 436440"/>
                <a:gd name="connsiteX226" fmla="*/ 2203452 w 2915191"/>
                <a:gd name="connsiteY226" fmla="*/ 211564 h 436440"/>
                <a:gd name="connsiteX227" fmla="*/ 2213196 w 2915191"/>
                <a:gd name="connsiteY227" fmla="*/ 215487 h 436440"/>
                <a:gd name="connsiteX228" fmla="*/ 2222955 w 2915191"/>
                <a:gd name="connsiteY228" fmla="*/ 230292 h 436440"/>
                <a:gd name="connsiteX229" fmla="*/ 2232699 w 2915191"/>
                <a:gd name="connsiteY229" fmla="*/ 214524 h 436440"/>
                <a:gd name="connsiteX230" fmla="*/ 2242458 w 2915191"/>
                <a:gd name="connsiteY230" fmla="*/ 201965 h 436440"/>
                <a:gd name="connsiteX231" fmla="*/ 2252202 w 2915191"/>
                <a:gd name="connsiteY231" fmla="*/ 191905 h 436440"/>
                <a:gd name="connsiteX232" fmla="*/ 2261946 w 2915191"/>
                <a:gd name="connsiteY232" fmla="*/ 223890 h 436440"/>
                <a:gd name="connsiteX233" fmla="*/ 2271705 w 2915191"/>
                <a:gd name="connsiteY233" fmla="*/ 258996 h 436440"/>
                <a:gd name="connsiteX234" fmla="*/ 2281449 w 2915191"/>
                <a:gd name="connsiteY234" fmla="*/ 244725 h 436440"/>
                <a:gd name="connsiteX235" fmla="*/ 2291208 w 2915191"/>
                <a:gd name="connsiteY235" fmla="*/ 212744 h 436440"/>
                <a:gd name="connsiteX236" fmla="*/ 2300951 w 2915191"/>
                <a:gd name="connsiteY236" fmla="*/ 238594 h 436440"/>
                <a:gd name="connsiteX237" fmla="*/ 2310695 w 2915191"/>
                <a:gd name="connsiteY237" fmla="*/ 227467 h 436440"/>
                <a:gd name="connsiteX238" fmla="*/ 2320454 w 2915191"/>
                <a:gd name="connsiteY238" fmla="*/ 177857 h 436440"/>
                <a:gd name="connsiteX239" fmla="*/ 2330198 w 2915191"/>
                <a:gd name="connsiteY239" fmla="*/ 136640 h 436440"/>
                <a:gd name="connsiteX240" fmla="*/ 2339957 w 2915191"/>
                <a:gd name="connsiteY240" fmla="*/ 133690 h 436440"/>
                <a:gd name="connsiteX241" fmla="*/ 2349701 w 2915191"/>
                <a:gd name="connsiteY241" fmla="*/ 138622 h 436440"/>
                <a:gd name="connsiteX242" fmla="*/ 2359445 w 2915191"/>
                <a:gd name="connsiteY242" fmla="*/ 167354 h 436440"/>
                <a:gd name="connsiteX243" fmla="*/ 2369204 w 2915191"/>
                <a:gd name="connsiteY243" fmla="*/ 210192 h 436440"/>
                <a:gd name="connsiteX244" fmla="*/ 2378948 w 2915191"/>
                <a:gd name="connsiteY244" fmla="*/ 175371 h 436440"/>
                <a:gd name="connsiteX245" fmla="*/ 2388692 w 2915191"/>
                <a:gd name="connsiteY245" fmla="*/ 133528 h 436440"/>
                <a:gd name="connsiteX246" fmla="*/ 2398450 w 2915191"/>
                <a:gd name="connsiteY246" fmla="*/ 138829 h 436440"/>
                <a:gd name="connsiteX247" fmla="*/ 2408194 w 2915191"/>
                <a:gd name="connsiteY247" fmla="*/ 122878 h 436440"/>
                <a:gd name="connsiteX248" fmla="*/ 2417953 w 2915191"/>
                <a:gd name="connsiteY248" fmla="*/ 145369 h 436440"/>
                <a:gd name="connsiteX249" fmla="*/ 2427697 w 2915191"/>
                <a:gd name="connsiteY249" fmla="*/ 96288 h 436440"/>
                <a:gd name="connsiteX250" fmla="*/ 2437441 w 2915191"/>
                <a:gd name="connsiteY250" fmla="*/ 130618 h 436440"/>
                <a:gd name="connsiteX251" fmla="*/ 2447200 w 2915191"/>
                <a:gd name="connsiteY251" fmla="*/ 151742 h 436440"/>
                <a:gd name="connsiteX252" fmla="*/ 2456944 w 2915191"/>
                <a:gd name="connsiteY252" fmla="*/ 180082 h 436440"/>
                <a:gd name="connsiteX253" fmla="*/ 2466703 w 2915191"/>
                <a:gd name="connsiteY253" fmla="*/ 217406 h 436440"/>
                <a:gd name="connsiteX254" fmla="*/ 2476446 w 2915191"/>
                <a:gd name="connsiteY254" fmla="*/ 237125 h 436440"/>
                <a:gd name="connsiteX255" fmla="*/ 2486190 w 2915191"/>
                <a:gd name="connsiteY255" fmla="*/ 217606 h 436440"/>
                <a:gd name="connsiteX256" fmla="*/ 2495949 w 2915191"/>
                <a:gd name="connsiteY256" fmla="*/ 223911 h 436440"/>
                <a:gd name="connsiteX257" fmla="*/ 2505693 w 2915191"/>
                <a:gd name="connsiteY257" fmla="*/ 207145 h 436440"/>
                <a:gd name="connsiteX258" fmla="*/ 2515452 w 2915191"/>
                <a:gd name="connsiteY258" fmla="*/ 153956 h 436440"/>
                <a:gd name="connsiteX259" fmla="*/ 2525196 w 2915191"/>
                <a:gd name="connsiteY259" fmla="*/ 97760 h 436440"/>
                <a:gd name="connsiteX260" fmla="*/ 2534940 w 2915191"/>
                <a:gd name="connsiteY260" fmla="*/ 104221 h 436440"/>
                <a:gd name="connsiteX261" fmla="*/ 2544699 w 2915191"/>
                <a:gd name="connsiteY261" fmla="*/ 149887 h 436440"/>
                <a:gd name="connsiteX262" fmla="*/ 2554443 w 2915191"/>
                <a:gd name="connsiteY262" fmla="*/ 140024 h 436440"/>
                <a:gd name="connsiteX263" fmla="*/ 2564202 w 2915191"/>
                <a:gd name="connsiteY263" fmla="*/ 136953 h 436440"/>
                <a:gd name="connsiteX264" fmla="*/ 2573946 w 2915191"/>
                <a:gd name="connsiteY264" fmla="*/ 167670 h 436440"/>
                <a:gd name="connsiteX265" fmla="*/ 2583690 w 2915191"/>
                <a:gd name="connsiteY265" fmla="*/ 157885 h 436440"/>
                <a:gd name="connsiteX266" fmla="*/ 2593448 w 2915191"/>
                <a:gd name="connsiteY266" fmla="*/ 159841 h 436440"/>
                <a:gd name="connsiteX267" fmla="*/ 2603192 w 2915191"/>
                <a:gd name="connsiteY267" fmla="*/ 149931 h 436440"/>
                <a:gd name="connsiteX268" fmla="*/ 2612951 w 2915191"/>
                <a:gd name="connsiteY268" fmla="*/ 176124 h 436440"/>
                <a:gd name="connsiteX269" fmla="*/ 2622695 w 2915191"/>
                <a:gd name="connsiteY269" fmla="*/ 136293 h 436440"/>
                <a:gd name="connsiteX270" fmla="*/ 2632439 w 2915191"/>
                <a:gd name="connsiteY270" fmla="*/ 106905 h 436440"/>
                <a:gd name="connsiteX271" fmla="*/ 2642198 w 2915191"/>
                <a:gd name="connsiteY271" fmla="*/ 116658 h 436440"/>
                <a:gd name="connsiteX272" fmla="*/ 2651942 w 2915191"/>
                <a:gd name="connsiteY272" fmla="*/ 149885 h 436440"/>
                <a:gd name="connsiteX273" fmla="*/ 2661685 w 2915191"/>
                <a:gd name="connsiteY273" fmla="*/ 128212 h 436440"/>
                <a:gd name="connsiteX274" fmla="*/ 2671444 w 2915191"/>
                <a:gd name="connsiteY274" fmla="*/ 140609 h 436440"/>
                <a:gd name="connsiteX275" fmla="*/ 2681188 w 2915191"/>
                <a:gd name="connsiteY275" fmla="*/ 124257 h 436440"/>
                <a:gd name="connsiteX276" fmla="*/ 2690947 w 2915191"/>
                <a:gd name="connsiteY276" fmla="*/ 99262 h 436440"/>
                <a:gd name="connsiteX277" fmla="*/ 2700691 w 2915191"/>
                <a:gd name="connsiteY277" fmla="*/ 129232 h 436440"/>
                <a:gd name="connsiteX278" fmla="*/ 2710435 w 2915191"/>
                <a:gd name="connsiteY278" fmla="*/ 128233 h 436440"/>
                <a:gd name="connsiteX279" fmla="*/ 2720194 w 2915191"/>
                <a:gd name="connsiteY279" fmla="*/ 152399 h 436440"/>
                <a:gd name="connsiteX280" fmla="*/ 2729938 w 2915191"/>
                <a:gd name="connsiteY280" fmla="*/ 162238 h 436440"/>
                <a:gd name="connsiteX281" fmla="*/ 2739697 w 2915191"/>
                <a:gd name="connsiteY281" fmla="*/ 156009 h 436440"/>
                <a:gd name="connsiteX282" fmla="*/ 2749441 w 2915191"/>
                <a:gd name="connsiteY282" fmla="*/ 185904 h 436440"/>
                <a:gd name="connsiteX283" fmla="*/ 2759185 w 2915191"/>
                <a:gd name="connsiteY283" fmla="*/ 145994 h 436440"/>
                <a:gd name="connsiteX284" fmla="*/ 2768943 w 2915191"/>
                <a:gd name="connsiteY284" fmla="*/ 120254 h 436440"/>
                <a:gd name="connsiteX285" fmla="*/ 2778687 w 2915191"/>
                <a:gd name="connsiteY285" fmla="*/ 87101 h 436440"/>
                <a:gd name="connsiteX286" fmla="*/ 2788446 w 2915191"/>
                <a:gd name="connsiteY286" fmla="*/ 120232 h 436440"/>
                <a:gd name="connsiteX287" fmla="*/ 2798190 w 2915191"/>
                <a:gd name="connsiteY287" fmla="*/ 130053 h 436440"/>
                <a:gd name="connsiteX288" fmla="*/ 2807934 w 2915191"/>
                <a:gd name="connsiteY288" fmla="*/ 137795 h 436440"/>
                <a:gd name="connsiteX289" fmla="*/ 2817693 w 2915191"/>
                <a:gd name="connsiteY289" fmla="*/ 142168 h 436440"/>
                <a:gd name="connsiteX290" fmla="*/ 2827437 w 2915191"/>
                <a:gd name="connsiteY290" fmla="*/ 103195 h 436440"/>
                <a:gd name="connsiteX291" fmla="*/ 2837196 w 2915191"/>
                <a:gd name="connsiteY291" fmla="*/ 93677 h 436440"/>
                <a:gd name="connsiteX292" fmla="*/ 2846940 w 2915191"/>
                <a:gd name="connsiteY292" fmla="*/ 93460 h 436440"/>
                <a:gd name="connsiteX293" fmla="*/ 2856684 w 2915191"/>
                <a:gd name="connsiteY293" fmla="*/ 105004 h 436440"/>
                <a:gd name="connsiteX294" fmla="*/ 2866442 w 2915191"/>
                <a:gd name="connsiteY294" fmla="*/ 94823 h 436440"/>
                <a:gd name="connsiteX295" fmla="*/ 2876186 w 2915191"/>
                <a:gd name="connsiteY295" fmla="*/ 91037 h 436440"/>
                <a:gd name="connsiteX296" fmla="*/ 2885945 w 2915191"/>
                <a:gd name="connsiteY296" fmla="*/ 95896 h 436440"/>
                <a:gd name="connsiteX297" fmla="*/ 2895689 w 2915191"/>
                <a:gd name="connsiteY297" fmla="*/ 91554 h 436440"/>
                <a:gd name="connsiteX298" fmla="*/ 2905433 w 2915191"/>
                <a:gd name="connsiteY298" fmla="*/ 127464 h 436440"/>
                <a:gd name="connsiteX299" fmla="*/ 2915192 w 2915191"/>
                <a:gd name="connsiteY299" fmla="*/ 110078 h 436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36440">
                  <a:moveTo>
                    <a:pt x="0" y="322223"/>
                  </a:moveTo>
                  <a:lnTo>
                    <a:pt x="9750" y="354892"/>
                  </a:lnTo>
                  <a:lnTo>
                    <a:pt x="19500" y="367622"/>
                  </a:lnTo>
                  <a:lnTo>
                    <a:pt x="29250" y="356500"/>
                  </a:lnTo>
                  <a:lnTo>
                    <a:pt x="39000" y="352207"/>
                  </a:lnTo>
                  <a:lnTo>
                    <a:pt x="48749" y="338956"/>
                  </a:lnTo>
                  <a:lnTo>
                    <a:pt x="58499" y="307184"/>
                  </a:lnTo>
                  <a:lnTo>
                    <a:pt x="68249" y="295517"/>
                  </a:lnTo>
                  <a:lnTo>
                    <a:pt x="77998" y="295445"/>
                  </a:lnTo>
                  <a:lnTo>
                    <a:pt x="87748" y="292351"/>
                  </a:lnTo>
                  <a:lnTo>
                    <a:pt x="97497" y="287096"/>
                  </a:lnTo>
                  <a:lnTo>
                    <a:pt x="107247" y="276908"/>
                  </a:lnTo>
                  <a:lnTo>
                    <a:pt x="116997" y="272066"/>
                  </a:lnTo>
                  <a:lnTo>
                    <a:pt x="126747" y="277257"/>
                  </a:lnTo>
                  <a:lnTo>
                    <a:pt x="136497" y="251577"/>
                  </a:lnTo>
                  <a:lnTo>
                    <a:pt x="146247" y="283782"/>
                  </a:lnTo>
                  <a:lnTo>
                    <a:pt x="155997" y="283398"/>
                  </a:lnTo>
                  <a:lnTo>
                    <a:pt x="165747" y="348694"/>
                  </a:lnTo>
                  <a:lnTo>
                    <a:pt x="175497" y="379482"/>
                  </a:lnTo>
                  <a:lnTo>
                    <a:pt x="185247" y="402514"/>
                  </a:lnTo>
                  <a:lnTo>
                    <a:pt x="194996" y="404041"/>
                  </a:lnTo>
                  <a:lnTo>
                    <a:pt x="204746" y="409931"/>
                  </a:lnTo>
                  <a:lnTo>
                    <a:pt x="214495" y="404685"/>
                  </a:lnTo>
                  <a:lnTo>
                    <a:pt x="224245" y="429036"/>
                  </a:lnTo>
                  <a:lnTo>
                    <a:pt x="233995" y="408110"/>
                  </a:lnTo>
                  <a:lnTo>
                    <a:pt x="243744" y="416257"/>
                  </a:lnTo>
                  <a:lnTo>
                    <a:pt x="253494" y="382408"/>
                  </a:lnTo>
                  <a:lnTo>
                    <a:pt x="263244" y="369618"/>
                  </a:lnTo>
                  <a:lnTo>
                    <a:pt x="272994" y="395939"/>
                  </a:lnTo>
                  <a:lnTo>
                    <a:pt x="282744" y="396148"/>
                  </a:lnTo>
                  <a:lnTo>
                    <a:pt x="292494" y="401602"/>
                  </a:lnTo>
                  <a:lnTo>
                    <a:pt x="302244" y="361720"/>
                  </a:lnTo>
                  <a:lnTo>
                    <a:pt x="311994" y="377037"/>
                  </a:lnTo>
                  <a:lnTo>
                    <a:pt x="321744" y="389687"/>
                  </a:lnTo>
                  <a:lnTo>
                    <a:pt x="331493" y="395428"/>
                  </a:lnTo>
                  <a:lnTo>
                    <a:pt x="341243" y="363477"/>
                  </a:lnTo>
                  <a:lnTo>
                    <a:pt x="350993" y="373994"/>
                  </a:lnTo>
                  <a:lnTo>
                    <a:pt x="360742" y="394175"/>
                  </a:lnTo>
                  <a:lnTo>
                    <a:pt x="370492" y="383106"/>
                  </a:lnTo>
                  <a:lnTo>
                    <a:pt x="380241" y="391316"/>
                  </a:lnTo>
                  <a:lnTo>
                    <a:pt x="389991" y="363085"/>
                  </a:lnTo>
                  <a:lnTo>
                    <a:pt x="399741" y="374604"/>
                  </a:lnTo>
                  <a:lnTo>
                    <a:pt x="409491" y="357850"/>
                  </a:lnTo>
                  <a:lnTo>
                    <a:pt x="419241" y="366636"/>
                  </a:lnTo>
                  <a:lnTo>
                    <a:pt x="428991" y="368964"/>
                  </a:lnTo>
                  <a:lnTo>
                    <a:pt x="438741" y="367005"/>
                  </a:lnTo>
                  <a:lnTo>
                    <a:pt x="448491" y="395635"/>
                  </a:lnTo>
                  <a:lnTo>
                    <a:pt x="458241" y="413195"/>
                  </a:lnTo>
                  <a:lnTo>
                    <a:pt x="467991" y="428073"/>
                  </a:lnTo>
                  <a:lnTo>
                    <a:pt x="477740" y="436440"/>
                  </a:lnTo>
                  <a:lnTo>
                    <a:pt x="487490" y="394631"/>
                  </a:lnTo>
                  <a:lnTo>
                    <a:pt x="497239" y="382789"/>
                  </a:lnTo>
                  <a:lnTo>
                    <a:pt x="506989" y="372850"/>
                  </a:lnTo>
                  <a:lnTo>
                    <a:pt x="516738" y="367083"/>
                  </a:lnTo>
                  <a:lnTo>
                    <a:pt x="526488" y="360010"/>
                  </a:lnTo>
                  <a:lnTo>
                    <a:pt x="536238" y="338570"/>
                  </a:lnTo>
                  <a:lnTo>
                    <a:pt x="545988" y="341242"/>
                  </a:lnTo>
                  <a:lnTo>
                    <a:pt x="555738" y="320906"/>
                  </a:lnTo>
                  <a:lnTo>
                    <a:pt x="565488" y="303443"/>
                  </a:lnTo>
                  <a:lnTo>
                    <a:pt x="575238" y="303266"/>
                  </a:lnTo>
                  <a:lnTo>
                    <a:pt x="584988" y="268451"/>
                  </a:lnTo>
                  <a:lnTo>
                    <a:pt x="594738" y="242606"/>
                  </a:lnTo>
                  <a:lnTo>
                    <a:pt x="604488" y="245853"/>
                  </a:lnTo>
                  <a:lnTo>
                    <a:pt x="614237" y="269906"/>
                  </a:lnTo>
                  <a:lnTo>
                    <a:pt x="623987" y="258131"/>
                  </a:lnTo>
                  <a:lnTo>
                    <a:pt x="633736" y="284758"/>
                  </a:lnTo>
                  <a:lnTo>
                    <a:pt x="643486" y="277298"/>
                  </a:lnTo>
                  <a:lnTo>
                    <a:pt x="653236" y="300268"/>
                  </a:lnTo>
                  <a:lnTo>
                    <a:pt x="662985" y="305632"/>
                  </a:lnTo>
                  <a:lnTo>
                    <a:pt x="672735" y="280701"/>
                  </a:lnTo>
                  <a:lnTo>
                    <a:pt x="682485" y="255476"/>
                  </a:lnTo>
                  <a:lnTo>
                    <a:pt x="692235" y="253718"/>
                  </a:lnTo>
                  <a:lnTo>
                    <a:pt x="701985" y="263271"/>
                  </a:lnTo>
                  <a:lnTo>
                    <a:pt x="711735" y="268565"/>
                  </a:lnTo>
                  <a:lnTo>
                    <a:pt x="721485" y="247591"/>
                  </a:lnTo>
                  <a:lnTo>
                    <a:pt x="731235" y="243756"/>
                  </a:lnTo>
                  <a:lnTo>
                    <a:pt x="740985" y="192557"/>
                  </a:lnTo>
                  <a:lnTo>
                    <a:pt x="750734" y="169918"/>
                  </a:lnTo>
                  <a:lnTo>
                    <a:pt x="760484" y="162385"/>
                  </a:lnTo>
                  <a:lnTo>
                    <a:pt x="770233" y="163169"/>
                  </a:lnTo>
                  <a:lnTo>
                    <a:pt x="779983" y="184999"/>
                  </a:lnTo>
                  <a:lnTo>
                    <a:pt x="789733" y="141633"/>
                  </a:lnTo>
                  <a:lnTo>
                    <a:pt x="799482" y="164004"/>
                  </a:lnTo>
                  <a:lnTo>
                    <a:pt x="809232" y="166803"/>
                  </a:lnTo>
                  <a:lnTo>
                    <a:pt x="818982" y="147895"/>
                  </a:lnTo>
                  <a:lnTo>
                    <a:pt x="828732" y="147910"/>
                  </a:lnTo>
                  <a:lnTo>
                    <a:pt x="838482" y="152743"/>
                  </a:lnTo>
                  <a:lnTo>
                    <a:pt x="848232" y="145618"/>
                  </a:lnTo>
                  <a:lnTo>
                    <a:pt x="857982" y="121087"/>
                  </a:lnTo>
                  <a:lnTo>
                    <a:pt x="867732" y="111933"/>
                  </a:lnTo>
                  <a:lnTo>
                    <a:pt x="877482" y="98211"/>
                  </a:lnTo>
                  <a:lnTo>
                    <a:pt x="887231" y="120493"/>
                  </a:lnTo>
                  <a:lnTo>
                    <a:pt x="896981" y="116321"/>
                  </a:lnTo>
                  <a:lnTo>
                    <a:pt x="906730" y="144815"/>
                  </a:lnTo>
                  <a:lnTo>
                    <a:pt x="916480" y="140849"/>
                  </a:lnTo>
                  <a:lnTo>
                    <a:pt x="926230" y="106444"/>
                  </a:lnTo>
                  <a:lnTo>
                    <a:pt x="935979" y="107203"/>
                  </a:lnTo>
                  <a:lnTo>
                    <a:pt x="945729" y="135682"/>
                  </a:lnTo>
                  <a:lnTo>
                    <a:pt x="955479" y="106479"/>
                  </a:lnTo>
                  <a:lnTo>
                    <a:pt x="965229" y="68872"/>
                  </a:lnTo>
                  <a:lnTo>
                    <a:pt x="974979" y="64073"/>
                  </a:lnTo>
                  <a:lnTo>
                    <a:pt x="984729" y="68513"/>
                  </a:lnTo>
                  <a:lnTo>
                    <a:pt x="994474" y="62540"/>
                  </a:lnTo>
                  <a:lnTo>
                    <a:pt x="1004233" y="48822"/>
                  </a:lnTo>
                  <a:lnTo>
                    <a:pt x="1013977" y="0"/>
                  </a:lnTo>
                  <a:lnTo>
                    <a:pt x="1023721" y="7974"/>
                  </a:lnTo>
                  <a:lnTo>
                    <a:pt x="1033480" y="41994"/>
                  </a:lnTo>
                  <a:lnTo>
                    <a:pt x="1043224" y="30883"/>
                  </a:lnTo>
                  <a:lnTo>
                    <a:pt x="1052983" y="38632"/>
                  </a:lnTo>
                  <a:lnTo>
                    <a:pt x="1062727" y="49786"/>
                  </a:lnTo>
                  <a:lnTo>
                    <a:pt x="1072471" y="55101"/>
                  </a:lnTo>
                  <a:lnTo>
                    <a:pt x="1082230" y="71257"/>
                  </a:lnTo>
                  <a:lnTo>
                    <a:pt x="1091973" y="64666"/>
                  </a:lnTo>
                  <a:lnTo>
                    <a:pt x="1101732" y="71015"/>
                  </a:lnTo>
                  <a:lnTo>
                    <a:pt x="1111476" y="143316"/>
                  </a:lnTo>
                  <a:lnTo>
                    <a:pt x="1121220" y="108993"/>
                  </a:lnTo>
                  <a:lnTo>
                    <a:pt x="1130979" y="131324"/>
                  </a:lnTo>
                  <a:lnTo>
                    <a:pt x="1140723" y="132115"/>
                  </a:lnTo>
                  <a:lnTo>
                    <a:pt x="1150482" y="128353"/>
                  </a:lnTo>
                  <a:lnTo>
                    <a:pt x="1160226" y="143807"/>
                  </a:lnTo>
                  <a:lnTo>
                    <a:pt x="1169969" y="179461"/>
                  </a:lnTo>
                  <a:lnTo>
                    <a:pt x="1179728" y="189327"/>
                  </a:lnTo>
                  <a:lnTo>
                    <a:pt x="1189472" y="193487"/>
                  </a:lnTo>
                  <a:lnTo>
                    <a:pt x="1199231" y="205348"/>
                  </a:lnTo>
                  <a:lnTo>
                    <a:pt x="1208975" y="203683"/>
                  </a:lnTo>
                  <a:lnTo>
                    <a:pt x="1218719" y="201524"/>
                  </a:lnTo>
                  <a:lnTo>
                    <a:pt x="1228478" y="187666"/>
                  </a:lnTo>
                  <a:lnTo>
                    <a:pt x="1238222" y="173263"/>
                  </a:lnTo>
                  <a:lnTo>
                    <a:pt x="1247966" y="168768"/>
                  </a:lnTo>
                  <a:lnTo>
                    <a:pt x="1257725" y="197045"/>
                  </a:lnTo>
                  <a:lnTo>
                    <a:pt x="1267469" y="221691"/>
                  </a:lnTo>
                  <a:lnTo>
                    <a:pt x="1277227" y="222868"/>
                  </a:lnTo>
                  <a:lnTo>
                    <a:pt x="1286971" y="210669"/>
                  </a:lnTo>
                  <a:lnTo>
                    <a:pt x="1296715" y="228297"/>
                  </a:lnTo>
                  <a:lnTo>
                    <a:pt x="1306474" y="229289"/>
                  </a:lnTo>
                  <a:lnTo>
                    <a:pt x="1316218" y="226006"/>
                  </a:lnTo>
                  <a:lnTo>
                    <a:pt x="1325977" y="226172"/>
                  </a:lnTo>
                  <a:lnTo>
                    <a:pt x="1335721" y="237528"/>
                  </a:lnTo>
                  <a:lnTo>
                    <a:pt x="1345465" y="187514"/>
                  </a:lnTo>
                  <a:lnTo>
                    <a:pt x="1355224" y="186963"/>
                  </a:lnTo>
                  <a:lnTo>
                    <a:pt x="1364967" y="171021"/>
                  </a:lnTo>
                  <a:lnTo>
                    <a:pt x="1374726" y="138486"/>
                  </a:lnTo>
                  <a:lnTo>
                    <a:pt x="1384470" y="139446"/>
                  </a:lnTo>
                  <a:lnTo>
                    <a:pt x="1394214" y="117927"/>
                  </a:lnTo>
                  <a:lnTo>
                    <a:pt x="1403973" y="131077"/>
                  </a:lnTo>
                  <a:lnTo>
                    <a:pt x="1413717" y="136974"/>
                  </a:lnTo>
                  <a:lnTo>
                    <a:pt x="1423476" y="91846"/>
                  </a:lnTo>
                  <a:lnTo>
                    <a:pt x="1433220" y="83092"/>
                  </a:lnTo>
                  <a:lnTo>
                    <a:pt x="1442964" y="58321"/>
                  </a:lnTo>
                  <a:lnTo>
                    <a:pt x="1452722" y="53510"/>
                  </a:lnTo>
                  <a:lnTo>
                    <a:pt x="1462466" y="34251"/>
                  </a:lnTo>
                  <a:lnTo>
                    <a:pt x="1472225" y="45141"/>
                  </a:lnTo>
                  <a:lnTo>
                    <a:pt x="1481969" y="44575"/>
                  </a:lnTo>
                  <a:lnTo>
                    <a:pt x="1491713" y="24807"/>
                  </a:lnTo>
                  <a:lnTo>
                    <a:pt x="1501472" y="72726"/>
                  </a:lnTo>
                  <a:lnTo>
                    <a:pt x="1511216" y="72804"/>
                  </a:lnTo>
                  <a:lnTo>
                    <a:pt x="1520960" y="75788"/>
                  </a:lnTo>
                  <a:lnTo>
                    <a:pt x="1530719" y="83002"/>
                  </a:lnTo>
                  <a:lnTo>
                    <a:pt x="1540463" y="66767"/>
                  </a:lnTo>
                  <a:lnTo>
                    <a:pt x="1550221" y="37782"/>
                  </a:lnTo>
                  <a:lnTo>
                    <a:pt x="1559965" y="56506"/>
                  </a:lnTo>
                  <a:lnTo>
                    <a:pt x="1569709" y="79558"/>
                  </a:lnTo>
                  <a:lnTo>
                    <a:pt x="1579468" y="87995"/>
                  </a:lnTo>
                  <a:lnTo>
                    <a:pt x="1589212" y="132287"/>
                  </a:lnTo>
                  <a:lnTo>
                    <a:pt x="1598971" y="119071"/>
                  </a:lnTo>
                  <a:lnTo>
                    <a:pt x="1608715" y="129795"/>
                  </a:lnTo>
                  <a:lnTo>
                    <a:pt x="1618459" y="141090"/>
                  </a:lnTo>
                  <a:lnTo>
                    <a:pt x="1628218" y="172666"/>
                  </a:lnTo>
                  <a:lnTo>
                    <a:pt x="1637962" y="162444"/>
                  </a:lnTo>
                  <a:lnTo>
                    <a:pt x="1647720" y="166165"/>
                  </a:lnTo>
                  <a:lnTo>
                    <a:pt x="1657464" y="158042"/>
                  </a:lnTo>
                  <a:lnTo>
                    <a:pt x="1667208" y="205406"/>
                  </a:lnTo>
                  <a:lnTo>
                    <a:pt x="1676967" y="198395"/>
                  </a:lnTo>
                  <a:lnTo>
                    <a:pt x="1686711" y="216031"/>
                  </a:lnTo>
                  <a:lnTo>
                    <a:pt x="1696470" y="243473"/>
                  </a:lnTo>
                  <a:lnTo>
                    <a:pt x="1706214" y="272325"/>
                  </a:lnTo>
                  <a:lnTo>
                    <a:pt x="1715958" y="278542"/>
                  </a:lnTo>
                  <a:lnTo>
                    <a:pt x="1725716" y="295898"/>
                  </a:lnTo>
                  <a:lnTo>
                    <a:pt x="1735460" y="271269"/>
                  </a:lnTo>
                  <a:lnTo>
                    <a:pt x="1745219" y="253390"/>
                  </a:lnTo>
                  <a:lnTo>
                    <a:pt x="1754963" y="256538"/>
                  </a:lnTo>
                  <a:lnTo>
                    <a:pt x="1764707" y="244013"/>
                  </a:lnTo>
                  <a:lnTo>
                    <a:pt x="1774466" y="243616"/>
                  </a:lnTo>
                  <a:lnTo>
                    <a:pt x="1784210" y="222913"/>
                  </a:lnTo>
                  <a:lnTo>
                    <a:pt x="1793969" y="234838"/>
                  </a:lnTo>
                  <a:lnTo>
                    <a:pt x="1803713" y="224251"/>
                  </a:lnTo>
                  <a:lnTo>
                    <a:pt x="1813457" y="214092"/>
                  </a:lnTo>
                  <a:lnTo>
                    <a:pt x="1823215" y="220021"/>
                  </a:lnTo>
                  <a:lnTo>
                    <a:pt x="1832959" y="198752"/>
                  </a:lnTo>
                  <a:lnTo>
                    <a:pt x="1842703" y="204146"/>
                  </a:lnTo>
                  <a:lnTo>
                    <a:pt x="1852462" y="229574"/>
                  </a:lnTo>
                  <a:lnTo>
                    <a:pt x="1862206" y="228443"/>
                  </a:lnTo>
                  <a:lnTo>
                    <a:pt x="1871965" y="197797"/>
                  </a:lnTo>
                  <a:lnTo>
                    <a:pt x="1881709" y="170890"/>
                  </a:lnTo>
                  <a:lnTo>
                    <a:pt x="1891453" y="176772"/>
                  </a:lnTo>
                  <a:lnTo>
                    <a:pt x="1901212" y="165891"/>
                  </a:lnTo>
                  <a:lnTo>
                    <a:pt x="1910956" y="163704"/>
                  </a:lnTo>
                  <a:lnTo>
                    <a:pt x="1920714" y="143093"/>
                  </a:lnTo>
                  <a:lnTo>
                    <a:pt x="1930458" y="125284"/>
                  </a:lnTo>
                  <a:lnTo>
                    <a:pt x="1940202" y="137731"/>
                  </a:lnTo>
                  <a:lnTo>
                    <a:pt x="1949961" y="151676"/>
                  </a:lnTo>
                  <a:lnTo>
                    <a:pt x="1959705" y="177436"/>
                  </a:lnTo>
                  <a:lnTo>
                    <a:pt x="1969464" y="180275"/>
                  </a:lnTo>
                  <a:lnTo>
                    <a:pt x="1979208" y="169036"/>
                  </a:lnTo>
                  <a:lnTo>
                    <a:pt x="1988952" y="187011"/>
                  </a:lnTo>
                  <a:lnTo>
                    <a:pt x="1998711" y="159577"/>
                  </a:lnTo>
                  <a:lnTo>
                    <a:pt x="2008454" y="157984"/>
                  </a:lnTo>
                  <a:lnTo>
                    <a:pt x="2018213" y="140739"/>
                  </a:lnTo>
                  <a:lnTo>
                    <a:pt x="2027957" y="153267"/>
                  </a:lnTo>
                  <a:lnTo>
                    <a:pt x="2037701" y="140767"/>
                  </a:lnTo>
                  <a:lnTo>
                    <a:pt x="2047460" y="163673"/>
                  </a:lnTo>
                  <a:lnTo>
                    <a:pt x="2057204" y="146313"/>
                  </a:lnTo>
                  <a:lnTo>
                    <a:pt x="2066963" y="176751"/>
                  </a:lnTo>
                  <a:lnTo>
                    <a:pt x="2076707" y="185625"/>
                  </a:lnTo>
                  <a:lnTo>
                    <a:pt x="2086451" y="160571"/>
                  </a:lnTo>
                  <a:lnTo>
                    <a:pt x="2096210" y="164585"/>
                  </a:lnTo>
                  <a:lnTo>
                    <a:pt x="2105954" y="171037"/>
                  </a:lnTo>
                  <a:lnTo>
                    <a:pt x="2115697" y="168230"/>
                  </a:lnTo>
                  <a:lnTo>
                    <a:pt x="2125456" y="160782"/>
                  </a:lnTo>
                  <a:lnTo>
                    <a:pt x="2135200" y="182922"/>
                  </a:lnTo>
                  <a:lnTo>
                    <a:pt x="2144959" y="177039"/>
                  </a:lnTo>
                  <a:lnTo>
                    <a:pt x="2154703" y="202275"/>
                  </a:lnTo>
                  <a:lnTo>
                    <a:pt x="2164447" y="213751"/>
                  </a:lnTo>
                  <a:lnTo>
                    <a:pt x="2174206" y="227017"/>
                  </a:lnTo>
                  <a:lnTo>
                    <a:pt x="2183950" y="229555"/>
                  </a:lnTo>
                  <a:lnTo>
                    <a:pt x="2193709" y="221993"/>
                  </a:lnTo>
                  <a:lnTo>
                    <a:pt x="2203452" y="211564"/>
                  </a:lnTo>
                  <a:lnTo>
                    <a:pt x="2213196" y="215487"/>
                  </a:lnTo>
                  <a:lnTo>
                    <a:pt x="2222955" y="230292"/>
                  </a:lnTo>
                  <a:lnTo>
                    <a:pt x="2232699" y="214524"/>
                  </a:lnTo>
                  <a:lnTo>
                    <a:pt x="2242458" y="201965"/>
                  </a:lnTo>
                  <a:lnTo>
                    <a:pt x="2252202" y="191905"/>
                  </a:lnTo>
                  <a:lnTo>
                    <a:pt x="2261946" y="223890"/>
                  </a:lnTo>
                  <a:lnTo>
                    <a:pt x="2271705" y="258996"/>
                  </a:lnTo>
                  <a:lnTo>
                    <a:pt x="2281449" y="244725"/>
                  </a:lnTo>
                  <a:lnTo>
                    <a:pt x="2291208" y="212744"/>
                  </a:lnTo>
                  <a:lnTo>
                    <a:pt x="2300951" y="238594"/>
                  </a:lnTo>
                  <a:lnTo>
                    <a:pt x="2310695" y="227467"/>
                  </a:lnTo>
                  <a:lnTo>
                    <a:pt x="2320454" y="177857"/>
                  </a:lnTo>
                  <a:lnTo>
                    <a:pt x="2330198" y="136640"/>
                  </a:lnTo>
                  <a:lnTo>
                    <a:pt x="2339957" y="133690"/>
                  </a:lnTo>
                  <a:lnTo>
                    <a:pt x="2349701" y="138622"/>
                  </a:lnTo>
                  <a:lnTo>
                    <a:pt x="2359445" y="167354"/>
                  </a:lnTo>
                  <a:lnTo>
                    <a:pt x="2369204" y="210192"/>
                  </a:lnTo>
                  <a:lnTo>
                    <a:pt x="2378948" y="175371"/>
                  </a:lnTo>
                  <a:lnTo>
                    <a:pt x="2388692" y="133528"/>
                  </a:lnTo>
                  <a:lnTo>
                    <a:pt x="2398450" y="138829"/>
                  </a:lnTo>
                  <a:lnTo>
                    <a:pt x="2408194" y="122878"/>
                  </a:lnTo>
                  <a:lnTo>
                    <a:pt x="2417953" y="145369"/>
                  </a:lnTo>
                  <a:lnTo>
                    <a:pt x="2427697" y="96288"/>
                  </a:lnTo>
                  <a:lnTo>
                    <a:pt x="2437441" y="130618"/>
                  </a:lnTo>
                  <a:lnTo>
                    <a:pt x="2447200" y="151742"/>
                  </a:lnTo>
                  <a:lnTo>
                    <a:pt x="2456944" y="180082"/>
                  </a:lnTo>
                  <a:lnTo>
                    <a:pt x="2466703" y="217406"/>
                  </a:lnTo>
                  <a:lnTo>
                    <a:pt x="2476446" y="237125"/>
                  </a:lnTo>
                  <a:lnTo>
                    <a:pt x="2486190" y="217606"/>
                  </a:lnTo>
                  <a:lnTo>
                    <a:pt x="2495949" y="223911"/>
                  </a:lnTo>
                  <a:lnTo>
                    <a:pt x="2505693" y="207145"/>
                  </a:lnTo>
                  <a:lnTo>
                    <a:pt x="2515452" y="153956"/>
                  </a:lnTo>
                  <a:lnTo>
                    <a:pt x="2525196" y="97760"/>
                  </a:lnTo>
                  <a:lnTo>
                    <a:pt x="2534940" y="104221"/>
                  </a:lnTo>
                  <a:lnTo>
                    <a:pt x="2544699" y="149887"/>
                  </a:lnTo>
                  <a:lnTo>
                    <a:pt x="2554443" y="140024"/>
                  </a:lnTo>
                  <a:lnTo>
                    <a:pt x="2564202" y="136953"/>
                  </a:lnTo>
                  <a:lnTo>
                    <a:pt x="2573946" y="167670"/>
                  </a:lnTo>
                  <a:lnTo>
                    <a:pt x="2583690" y="157885"/>
                  </a:lnTo>
                  <a:lnTo>
                    <a:pt x="2593448" y="159841"/>
                  </a:lnTo>
                  <a:lnTo>
                    <a:pt x="2603192" y="149931"/>
                  </a:lnTo>
                  <a:lnTo>
                    <a:pt x="2612951" y="176124"/>
                  </a:lnTo>
                  <a:lnTo>
                    <a:pt x="2622695" y="136293"/>
                  </a:lnTo>
                  <a:lnTo>
                    <a:pt x="2632439" y="106905"/>
                  </a:lnTo>
                  <a:lnTo>
                    <a:pt x="2642198" y="116658"/>
                  </a:lnTo>
                  <a:lnTo>
                    <a:pt x="2651942" y="149885"/>
                  </a:lnTo>
                  <a:lnTo>
                    <a:pt x="2661685" y="128212"/>
                  </a:lnTo>
                  <a:lnTo>
                    <a:pt x="2671444" y="140609"/>
                  </a:lnTo>
                  <a:lnTo>
                    <a:pt x="2681188" y="124257"/>
                  </a:lnTo>
                  <a:lnTo>
                    <a:pt x="2690947" y="99262"/>
                  </a:lnTo>
                  <a:lnTo>
                    <a:pt x="2700691" y="129232"/>
                  </a:lnTo>
                  <a:lnTo>
                    <a:pt x="2710435" y="128233"/>
                  </a:lnTo>
                  <a:lnTo>
                    <a:pt x="2720194" y="152399"/>
                  </a:lnTo>
                  <a:lnTo>
                    <a:pt x="2729938" y="162238"/>
                  </a:lnTo>
                  <a:lnTo>
                    <a:pt x="2739697" y="156009"/>
                  </a:lnTo>
                  <a:lnTo>
                    <a:pt x="2749441" y="185904"/>
                  </a:lnTo>
                  <a:lnTo>
                    <a:pt x="2759185" y="145994"/>
                  </a:lnTo>
                  <a:lnTo>
                    <a:pt x="2768943" y="120254"/>
                  </a:lnTo>
                  <a:lnTo>
                    <a:pt x="2778687" y="87101"/>
                  </a:lnTo>
                  <a:lnTo>
                    <a:pt x="2788446" y="120232"/>
                  </a:lnTo>
                  <a:lnTo>
                    <a:pt x="2798190" y="130053"/>
                  </a:lnTo>
                  <a:lnTo>
                    <a:pt x="2807934" y="137795"/>
                  </a:lnTo>
                  <a:lnTo>
                    <a:pt x="2817693" y="142168"/>
                  </a:lnTo>
                  <a:lnTo>
                    <a:pt x="2827437" y="103195"/>
                  </a:lnTo>
                  <a:lnTo>
                    <a:pt x="2837196" y="93677"/>
                  </a:lnTo>
                  <a:lnTo>
                    <a:pt x="2846940" y="93460"/>
                  </a:lnTo>
                  <a:lnTo>
                    <a:pt x="2856684" y="105004"/>
                  </a:lnTo>
                  <a:lnTo>
                    <a:pt x="2866442" y="94823"/>
                  </a:lnTo>
                  <a:lnTo>
                    <a:pt x="2876186" y="91037"/>
                  </a:lnTo>
                  <a:lnTo>
                    <a:pt x="2885945" y="95896"/>
                  </a:lnTo>
                  <a:lnTo>
                    <a:pt x="2895689" y="91554"/>
                  </a:lnTo>
                  <a:lnTo>
                    <a:pt x="2905433" y="127464"/>
                  </a:lnTo>
                  <a:lnTo>
                    <a:pt x="2915192" y="11007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9" name="Freeform 1018">
              <a:extLst>
                <a:ext uri="{FF2B5EF4-FFF2-40B4-BE49-F238E27FC236}">
                  <a16:creationId xmlns:a16="http://schemas.microsoft.com/office/drawing/2014/main" id="{08217CDF-AB26-C240-EDC7-B4059CE5AEE4}"/>
                </a:ext>
              </a:extLst>
            </p:cNvPr>
            <p:cNvSpPr/>
            <p:nvPr/>
          </p:nvSpPr>
          <p:spPr>
            <a:xfrm>
              <a:off x="4426652" y="3273194"/>
              <a:ext cx="2915191" cy="474644"/>
            </a:xfrm>
            <a:custGeom>
              <a:avLst/>
              <a:gdLst>
                <a:gd name="connsiteX0" fmla="*/ 0 w 2915191"/>
                <a:gd name="connsiteY0" fmla="*/ 215628 h 474644"/>
                <a:gd name="connsiteX1" fmla="*/ 9750 w 2915191"/>
                <a:gd name="connsiteY1" fmla="*/ 224931 h 474644"/>
                <a:gd name="connsiteX2" fmla="*/ 19500 w 2915191"/>
                <a:gd name="connsiteY2" fmla="*/ 206470 h 474644"/>
                <a:gd name="connsiteX3" fmla="*/ 29250 w 2915191"/>
                <a:gd name="connsiteY3" fmla="*/ 212111 h 474644"/>
                <a:gd name="connsiteX4" fmla="*/ 39000 w 2915191"/>
                <a:gd name="connsiteY4" fmla="*/ 234246 h 474644"/>
                <a:gd name="connsiteX5" fmla="*/ 48749 w 2915191"/>
                <a:gd name="connsiteY5" fmla="*/ 223173 h 474644"/>
                <a:gd name="connsiteX6" fmla="*/ 58499 w 2915191"/>
                <a:gd name="connsiteY6" fmla="*/ 194254 h 474644"/>
                <a:gd name="connsiteX7" fmla="*/ 68249 w 2915191"/>
                <a:gd name="connsiteY7" fmla="*/ 185059 h 474644"/>
                <a:gd name="connsiteX8" fmla="*/ 77998 w 2915191"/>
                <a:gd name="connsiteY8" fmla="*/ 150101 h 474644"/>
                <a:gd name="connsiteX9" fmla="*/ 87748 w 2915191"/>
                <a:gd name="connsiteY9" fmla="*/ 139265 h 474644"/>
                <a:gd name="connsiteX10" fmla="*/ 97497 w 2915191"/>
                <a:gd name="connsiteY10" fmla="*/ 145343 h 474644"/>
                <a:gd name="connsiteX11" fmla="*/ 107247 w 2915191"/>
                <a:gd name="connsiteY11" fmla="*/ 163180 h 474644"/>
                <a:gd name="connsiteX12" fmla="*/ 116997 w 2915191"/>
                <a:gd name="connsiteY12" fmla="*/ 167189 h 474644"/>
                <a:gd name="connsiteX13" fmla="*/ 126747 w 2915191"/>
                <a:gd name="connsiteY13" fmla="*/ 197368 h 474644"/>
                <a:gd name="connsiteX14" fmla="*/ 136497 w 2915191"/>
                <a:gd name="connsiteY14" fmla="*/ 185375 h 474644"/>
                <a:gd name="connsiteX15" fmla="*/ 146247 w 2915191"/>
                <a:gd name="connsiteY15" fmla="*/ 182620 h 474644"/>
                <a:gd name="connsiteX16" fmla="*/ 155997 w 2915191"/>
                <a:gd name="connsiteY16" fmla="*/ 208052 h 474644"/>
                <a:gd name="connsiteX17" fmla="*/ 165747 w 2915191"/>
                <a:gd name="connsiteY17" fmla="*/ 219322 h 474644"/>
                <a:gd name="connsiteX18" fmla="*/ 175497 w 2915191"/>
                <a:gd name="connsiteY18" fmla="*/ 208905 h 474644"/>
                <a:gd name="connsiteX19" fmla="*/ 185247 w 2915191"/>
                <a:gd name="connsiteY19" fmla="*/ 231645 h 474644"/>
                <a:gd name="connsiteX20" fmla="*/ 194996 w 2915191"/>
                <a:gd name="connsiteY20" fmla="*/ 222127 h 474644"/>
                <a:gd name="connsiteX21" fmla="*/ 204746 w 2915191"/>
                <a:gd name="connsiteY21" fmla="*/ 231308 h 474644"/>
                <a:gd name="connsiteX22" fmla="*/ 214495 w 2915191"/>
                <a:gd name="connsiteY22" fmla="*/ 223217 h 474644"/>
                <a:gd name="connsiteX23" fmla="*/ 224245 w 2915191"/>
                <a:gd name="connsiteY23" fmla="*/ 213619 h 474644"/>
                <a:gd name="connsiteX24" fmla="*/ 233995 w 2915191"/>
                <a:gd name="connsiteY24" fmla="*/ 212196 h 474644"/>
                <a:gd name="connsiteX25" fmla="*/ 243744 w 2915191"/>
                <a:gd name="connsiteY25" fmla="*/ 197988 h 474644"/>
                <a:gd name="connsiteX26" fmla="*/ 253494 w 2915191"/>
                <a:gd name="connsiteY26" fmla="*/ 180507 h 474644"/>
                <a:gd name="connsiteX27" fmla="*/ 263244 w 2915191"/>
                <a:gd name="connsiteY27" fmla="*/ 178159 h 474644"/>
                <a:gd name="connsiteX28" fmla="*/ 272994 w 2915191"/>
                <a:gd name="connsiteY28" fmla="*/ 166469 h 474644"/>
                <a:gd name="connsiteX29" fmla="*/ 282744 w 2915191"/>
                <a:gd name="connsiteY29" fmla="*/ 195349 h 474644"/>
                <a:gd name="connsiteX30" fmla="*/ 292494 w 2915191"/>
                <a:gd name="connsiteY30" fmla="*/ 176617 h 474644"/>
                <a:gd name="connsiteX31" fmla="*/ 302244 w 2915191"/>
                <a:gd name="connsiteY31" fmla="*/ 159288 h 474644"/>
                <a:gd name="connsiteX32" fmla="*/ 311994 w 2915191"/>
                <a:gd name="connsiteY32" fmla="*/ 156457 h 474644"/>
                <a:gd name="connsiteX33" fmla="*/ 321744 w 2915191"/>
                <a:gd name="connsiteY33" fmla="*/ 128346 h 474644"/>
                <a:gd name="connsiteX34" fmla="*/ 331493 w 2915191"/>
                <a:gd name="connsiteY34" fmla="*/ 135935 h 474644"/>
                <a:gd name="connsiteX35" fmla="*/ 341243 w 2915191"/>
                <a:gd name="connsiteY35" fmla="*/ 122255 h 474644"/>
                <a:gd name="connsiteX36" fmla="*/ 350993 w 2915191"/>
                <a:gd name="connsiteY36" fmla="*/ 145836 h 474644"/>
                <a:gd name="connsiteX37" fmla="*/ 360742 w 2915191"/>
                <a:gd name="connsiteY37" fmla="*/ 171148 h 474644"/>
                <a:gd name="connsiteX38" fmla="*/ 370492 w 2915191"/>
                <a:gd name="connsiteY38" fmla="*/ 158916 h 474644"/>
                <a:gd name="connsiteX39" fmla="*/ 380241 w 2915191"/>
                <a:gd name="connsiteY39" fmla="*/ 152135 h 474644"/>
                <a:gd name="connsiteX40" fmla="*/ 389991 w 2915191"/>
                <a:gd name="connsiteY40" fmla="*/ 166104 h 474644"/>
                <a:gd name="connsiteX41" fmla="*/ 399741 w 2915191"/>
                <a:gd name="connsiteY41" fmla="*/ 156606 h 474644"/>
                <a:gd name="connsiteX42" fmla="*/ 409491 w 2915191"/>
                <a:gd name="connsiteY42" fmla="*/ 133227 h 474644"/>
                <a:gd name="connsiteX43" fmla="*/ 419241 w 2915191"/>
                <a:gd name="connsiteY43" fmla="*/ 120043 h 474644"/>
                <a:gd name="connsiteX44" fmla="*/ 428991 w 2915191"/>
                <a:gd name="connsiteY44" fmla="*/ 127570 h 474644"/>
                <a:gd name="connsiteX45" fmla="*/ 438741 w 2915191"/>
                <a:gd name="connsiteY45" fmla="*/ 126850 h 474644"/>
                <a:gd name="connsiteX46" fmla="*/ 448491 w 2915191"/>
                <a:gd name="connsiteY46" fmla="*/ 140679 h 474644"/>
                <a:gd name="connsiteX47" fmla="*/ 458241 w 2915191"/>
                <a:gd name="connsiteY47" fmla="*/ 128681 h 474644"/>
                <a:gd name="connsiteX48" fmla="*/ 467991 w 2915191"/>
                <a:gd name="connsiteY48" fmla="*/ 100060 h 474644"/>
                <a:gd name="connsiteX49" fmla="*/ 477740 w 2915191"/>
                <a:gd name="connsiteY49" fmla="*/ 85887 h 474644"/>
                <a:gd name="connsiteX50" fmla="*/ 487490 w 2915191"/>
                <a:gd name="connsiteY50" fmla="*/ 79908 h 474644"/>
                <a:gd name="connsiteX51" fmla="*/ 497239 w 2915191"/>
                <a:gd name="connsiteY51" fmla="*/ 75149 h 474644"/>
                <a:gd name="connsiteX52" fmla="*/ 506989 w 2915191"/>
                <a:gd name="connsiteY52" fmla="*/ 105303 h 474644"/>
                <a:gd name="connsiteX53" fmla="*/ 516738 w 2915191"/>
                <a:gd name="connsiteY53" fmla="*/ 88671 h 474644"/>
                <a:gd name="connsiteX54" fmla="*/ 526488 w 2915191"/>
                <a:gd name="connsiteY54" fmla="*/ 94451 h 474644"/>
                <a:gd name="connsiteX55" fmla="*/ 536238 w 2915191"/>
                <a:gd name="connsiteY55" fmla="*/ 93528 h 474644"/>
                <a:gd name="connsiteX56" fmla="*/ 545988 w 2915191"/>
                <a:gd name="connsiteY56" fmla="*/ 113006 h 474644"/>
                <a:gd name="connsiteX57" fmla="*/ 555738 w 2915191"/>
                <a:gd name="connsiteY57" fmla="*/ 93116 h 474644"/>
                <a:gd name="connsiteX58" fmla="*/ 565488 w 2915191"/>
                <a:gd name="connsiteY58" fmla="*/ 79596 h 474644"/>
                <a:gd name="connsiteX59" fmla="*/ 575238 w 2915191"/>
                <a:gd name="connsiteY59" fmla="*/ 65478 h 474644"/>
                <a:gd name="connsiteX60" fmla="*/ 584988 w 2915191"/>
                <a:gd name="connsiteY60" fmla="*/ 80219 h 474644"/>
                <a:gd name="connsiteX61" fmla="*/ 594738 w 2915191"/>
                <a:gd name="connsiteY61" fmla="*/ 71891 h 474644"/>
                <a:gd name="connsiteX62" fmla="*/ 604488 w 2915191"/>
                <a:gd name="connsiteY62" fmla="*/ 101361 h 474644"/>
                <a:gd name="connsiteX63" fmla="*/ 614237 w 2915191"/>
                <a:gd name="connsiteY63" fmla="*/ 119396 h 474644"/>
                <a:gd name="connsiteX64" fmla="*/ 623987 w 2915191"/>
                <a:gd name="connsiteY64" fmla="*/ 79233 h 474644"/>
                <a:gd name="connsiteX65" fmla="*/ 633736 w 2915191"/>
                <a:gd name="connsiteY65" fmla="*/ 65302 h 474644"/>
                <a:gd name="connsiteX66" fmla="*/ 643486 w 2915191"/>
                <a:gd name="connsiteY66" fmla="*/ 93551 h 474644"/>
                <a:gd name="connsiteX67" fmla="*/ 653236 w 2915191"/>
                <a:gd name="connsiteY67" fmla="*/ 91620 h 474644"/>
                <a:gd name="connsiteX68" fmla="*/ 662985 w 2915191"/>
                <a:gd name="connsiteY68" fmla="*/ 79547 h 474644"/>
                <a:gd name="connsiteX69" fmla="*/ 672735 w 2915191"/>
                <a:gd name="connsiteY69" fmla="*/ 82534 h 474644"/>
                <a:gd name="connsiteX70" fmla="*/ 682485 w 2915191"/>
                <a:gd name="connsiteY70" fmla="*/ 102810 h 474644"/>
                <a:gd name="connsiteX71" fmla="*/ 692235 w 2915191"/>
                <a:gd name="connsiteY71" fmla="*/ 89786 h 474644"/>
                <a:gd name="connsiteX72" fmla="*/ 701985 w 2915191"/>
                <a:gd name="connsiteY72" fmla="*/ 110559 h 474644"/>
                <a:gd name="connsiteX73" fmla="*/ 711735 w 2915191"/>
                <a:gd name="connsiteY73" fmla="*/ 124292 h 474644"/>
                <a:gd name="connsiteX74" fmla="*/ 721485 w 2915191"/>
                <a:gd name="connsiteY74" fmla="*/ 164815 h 474644"/>
                <a:gd name="connsiteX75" fmla="*/ 731235 w 2915191"/>
                <a:gd name="connsiteY75" fmla="*/ 152989 h 474644"/>
                <a:gd name="connsiteX76" fmla="*/ 740985 w 2915191"/>
                <a:gd name="connsiteY76" fmla="*/ 163077 h 474644"/>
                <a:gd name="connsiteX77" fmla="*/ 750734 w 2915191"/>
                <a:gd name="connsiteY77" fmla="*/ 179543 h 474644"/>
                <a:gd name="connsiteX78" fmla="*/ 760484 w 2915191"/>
                <a:gd name="connsiteY78" fmla="*/ 152053 h 474644"/>
                <a:gd name="connsiteX79" fmla="*/ 770233 w 2915191"/>
                <a:gd name="connsiteY79" fmla="*/ 144922 h 474644"/>
                <a:gd name="connsiteX80" fmla="*/ 779983 w 2915191"/>
                <a:gd name="connsiteY80" fmla="*/ 164850 h 474644"/>
                <a:gd name="connsiteX81" fmla="*/ 789733 w 2915191"/>
                <a:gd name="connsiteY81" fmla="*/ 159999 h 474644"/>
                <a:gd name="connsiteX82" fmla="*/ 799482 w 2915191"/>
                <a:gd name="connsiteY82" fmla="*/ 142664 h 474644"/>
                <a:gd name="connsiteX83" fmla="*/ 809232 w 2915191"/>
                <a:gd name="connsiteY83" fmla="*/ 128317 h 474644"/>
                <a:gd name="connsiteX84" fmla="*/ 818982 w 2915191"/>
                <a:gd name="connsiteY84" fmla="*/ 140450 h 474644"/>
                <a:gd name="connsiteX85" fmla="*/ 828732 w 2915191"/>
                <a:gd name="connsiteY85" fmla="*/ 142092 h 474644"/>
                <a:gd name="connsiteX86" fmla="*/ 838482 w 2915191"/>
                <a:gd name="connsiteY86" fmla="*/ 121865 h 474644"/>
                <a:gd name="connsiteX87" fmla="*/ 848232 w 2915191"/>
                <a:gd name="connsiteY87" fmla="*/ 107036 h 474644"/>
                <a:gd name="connsiteX88" fmla="*/ 857982 w 2915191"/>
                <a:gd name="connsiteY88" fmla="*/ 138544 h 474644"/>
                <a:gd name="connsiteX89" fmla="*/ 867732 w 2915191"/>
                <a:gd name="connsiteY89" fmla="*/ 174242 h 474644"/>
                <a:gd name="connsiteX90" fmla="*/ 877482 w 2915191"/>
                <a:gd name="connsiteY90" fmla="*/ 180824 h 474644"/>
                <a:gd name="connsiteX91" fmla="*/ 887231 w 2915191"/>
                <a:gd name="connsiteY91" fmla="*/ 197182 h 474644"/>
                <a:gd name="connsiteX92" fmla="*/ 896981 w 2915191"/>
                <a:gd name="connsiteY92" fmla="*/ 202502 h 474644"/>
                <a:gd name="connsiteX93" fmla="*/ 906730 w 2915191"/>
                <a:gd name="connsiteY93" fmla="*/ 179716 h 474644"/>
                <a:gd name="connsiteX94" fmla="*/ 916480 w 2915191"/>
                <a:gd name="connsiteY94" fmla="*/ 165464 h 474644"/>
                <a:gd name="connsiteX95" fmla="*/ 926230 w 2915191"/>
                <a:gd name="connsiteY95" fmla="*/ 176537 h 474644"/>
                <a:gd name="connsiteX96" fmla="*/ 935979 w 2915191"/>
                <a:gd name="connsiteY96" fmla="*/ 158072 h 474644"/>
                <a:gd name="connsiteX97" fmla="*/ 945729 w 2915191"/>
                <a:gd name="connsiteY97" fmla="*/ 143923 h 474644"/>
                <a:gd name="connsiteX98" fmla="*/ 955479 w 2915191"/>
                <a:gd name="connsiteY98" fmla="*/ 130140 h 474644"/>
                <a:gd name="connsiteX99" fmla="*/ 965229 w 2915191"/>
                <a:gd name="connsiteY99" fmla="*/ 102785 h 474644"/>
                <a:gd name="connsiteX100" fmla="*/ 974979 w 2915191"/>
                <a:gd name="connsiteY100" fmla="*/ 118140 h 474644"/>
                <a:gd name="connsiteX101" fmla="*/ 984729 w 2915191"/>
                <a:gd name="connsiteY101" fmla="*/ 140378 h 474644"/>
                <a:gd name="connsiteX102" fmla="*/ 994474 w 2915191"/>
                <a:gd name="connsiteY102" fmla="*/ 142853 h 474644"/>
                <a:gd name="connsiteX103" fmla="*/ 1004233 w 2915191"/>
                <a:gd name="connsiteY103" fmla="*/ 142178 h 474644"/>
                <a:gd name="connsiteX104" fmla="*/ 1013977 w 2915191"/>
                <a:gd name="connsiteY104" fmla="*/ 191745 h 474644"/>
                <a:gd name="connsiteX105" fmla="*/ 1023721 w 2915191"/>
                <a:gd name="connsiteY105" fmla="*/ 150723 h 474644"/>
                <a:gd name="connsiteX106" fmla="*/ 1033480 w 2915191"/>
                <a:gd name="connsiteY106" fmla="*/ 167135 h 474644"/>
                <a:gd name="connsiteX107" fmla="*/ 1043224 w 2915191"/>
                <a:gd name="connsiteY107" fmla="*/ 192437 h 474644"/>
                <a:gd name="connsiteX108" fmla="*/ 1052983 w 2915191"/>
                <a:gd name="connsiteY108" fmla="*/ 190413 h 474644"/>
                <a:gd name="connsiteX109" fmla="*/ 1062727 w 2915191"/>
                <a:gd name="connsiteY109" fmla="*/ 221399 h 474644"/>
                <a:gd name="connsiteX110" fmla="*/ 1072471 w 2915191"/>
                <a:gd name="connsiteY110" fmla="*/ 200636 h 474644"/>
                <a:gd name="connsiteX111" fmla="*/ 1082230 w 2915191"/>
                <a:gd name="connsiteY111" fmla="*/ 200999 h 474644"/>
                <a:gd name="connsiteX112" fmla="*/ 1091973 w 2915191"/>
                <a:gd name="connsiteY112" fmla="*/ 202538 h 474644"/>
                <a:gd name="connsiteX113" fmla="*/ 1101732 w 2915191"/>
                <a:gd name="connsiteY113" fmla="*/ 196537 h 474644"/>
                <a:gd name="connsiteX114" fmla="*/ 1111476 w 2915191"/>
                <a:gd name="connsiteY114" fmla="*/ 209764 h 474644"/>
                <a:gd name="connsiteX115" fmla="*/ 1121220 w 2915191"/>
                <a:gd name="connsiteY115" fmla="*/ 186894 h 474644"/>
                <a:gd name="connsiteX116" fmla="*/ 1130979 w 2915191"/>
                <a:gd name="connsiteY116" fmla="*/ 182556 h 474644"/>
                <a:gd name="connsiteX117" fmla="*/ 1140723 w 2915191"/>
                <a:gd name="connsiteY117" fmla="*/ 180109 h 474644"/>
                <a:gd name="connsiteX118" fmla="*/ 1150482 w 2915191"/>
                <a:gd name="connsiteY118" fmla="*/ 190902 h 474644"/>
                <a:gd name="connsiteX119" fmla="*/ 1160226 w 2915191"/>
                <a:gd name="connsiteY119" fmla="*/ 186297 h 474644"/>
                <a:gd name="connsiteX120" fmla="*/ 1169969 w 2915191"/>
                <a:gd name="connsiteY120" fmla="*/ 194214 h 474644"/>
                <a:gd name="connsiteX121" fmla="*/ 1179728 w 2915191"/>
                <a:gd name="connsiteY121" fmla="*/ 185270 h 474644"/>
                <a:gd name="connsiteX122" fmla="*/ 1189472 w 2915191"/>
                <a:gd name="connsiteY122" fmla="*/ 168582 h 474644"/>
                <a:gd name="connsiteX123" fmla="*/ 1199231 w 2915191"/>
                <a:gd name="connsiteY123" fmla="*/ 179829 h 474644"/>
                <a:gd name="connsiteX124" fmla="*/ 1208975 w 2915191"/>
                <a:gd name="connsiteY124" fmla="*/ 153851 h 474644"/>
                <a:gd name="connsiteX125" fmla="*/ 1218719 w 2915191"/>
                <a:gd name="connsiteY125" fmla="*/ 168296 h 474644"/>
                <a:gd name="connsiteX126" fmla="*/ 1228478 w 2915191"/>
                <a:gd name="connsiteY126" fmla="*/ 174702 h 474644"/>
                <a:gd name="connsiteX127" fmla="*/ 1238222 w 2915191"/>
                <a:gd name="connsiteY127" fmla="*/ 179449 h 474644"/>
                <a:gd name="connsiteX128" fmla="*/ 1247966 w 2915191"/>
                <a:gd name="connsiteY128" fmla="*/ 177661 h 474644"/>
                <a:gd name="connsiteX129" fmla="*/ 1257725 w 2915191"/>
                <a:gd name="connsiteY129" fmla="*/ 158185 h 474644"/>
                <a:gd name="connsiteX130" fmla="*/ 1267469 w 2915191"/>
                <a:gd name="connsiteY130" fmla="*/ 178345 h 474644"/>
                <a:gd name="connsiteX131" fmla="*/ 1277227 w 2915191"/>
                <a:gd name="connsiteY131" fmla="*/ 154359 h 474644"/>
                <a:gd name="connsiteX132" fmla="*/ 1286971 w 2915191"/>
                <a:gd name="connsiteY132" fmla="*/ 150870 h 474644"/>
                <a:gd name="connsiteX133" fmla="*/ 1296715 w 2915191"/>
                <a:gd name="connsiteY133" fmla="*/ 176280 h 474644"/>
                <a:gd name="connsiteX134" fmla="*/ 1306474 w 2915191"/>
                <a:gd name="connsiteY134" fmla="*/ 191167 h 474644"/>
                <a:gd name="connsiteX135" fmla="*/ 1316218 w 2915191"/>
                <a:gd name="connsiteY135" fmla="*/ 176921 h 474644"/>
                <a:gd name="connsiteX136" fmla="*/ 1325977 w 2915191"/>
                <a:gd name="connsiteY136" fmla="*/ 183085 h 474644"/>
                <a:gd name="connsiteX137" fmla="*/ 1335721 w 2915191"/>
                <a:gd name="connsiteY137" fmla="*/ 188421 h 474644"/>
                <a:gd name="connsiteX138" fmla="*/ 1345465 w 2915191"/>
                <a:gd name="connsiteY138" fmla="*/ 218194 h 474644"/>
                <a:gd name="connsiteX139" fmla="*/ 1355224 w 2915191"/>
                <a:gd name="connsiteY139" fmla="*/ 227047 h 474644"/>
                <a:gd name="connsiteX140" fmla="*/ 1364967 w 2915191"/>
                <a:gd name="connsiteY140" fmla="*/ 265355 h 474644"/>
                <a:gd name="connsiteX141" fmla="*/ 1374726 w 2915191"/>
                <a:gd name="connsiteY141" fmla="*/ 267228 h 474644"/>
                <a:gd name="connsiteX142" fmla="*/ 1384470 w 2915191"/>
                <a:gd name="connsiteY142" fmla="*/ 262244 h 474644"/>
                <a:gd name="connsiteX143" fmla="*/ 1394214 w 2915191"/>
                <a:gd name="connsiteY143" fmla="*/ 287467 h 474644"/>
                <a:gd name="connsiteX144" fmla="*/ 1403973 w 2915191"/>
                <a:gd name="connsiteY144" fmla="*/ 289599 h 474644"/>
                <a:gd name="connsiteX145" fmla="*/ 1413717 w 2915191"/>
                <a:gd name="connsiteY145" fmla="*/ 301640 h 474644"/>
                <a:gd name="connsiteX146" fmla="*/ 1423476 w 2915191"/>
                <a:gd name="connsiteY146" fmla="*/ 274161 h 474644"/>
                <a:gd name="connsiteX147" fmla="*/ 1433220 w 2915191"/>
                <a:gd name="connsiteY147" fmla="*/ 289066 h 474644"/>
                <a:gd name="connsiteX148" fmla="*/ 1442964 w 2915191"/>
                <a:gd name="connsiteY148" fmla="*/ 243680 h 474644"/>
                <a:gd name="connsiteX149" fmla="*/ 1452722 w 2915191"/>
                <a:gd name="connsiteY149" fmla="*/ 218348 h 474644"/>
                <a:gd name="connsiteX150" fmla="*/ 1462466 w 2915191"/>
                <a:gd name="connsiteY150" fmla="*/ 211217 h 474644"/>
                <a:gd name="connsiteX151" fmla="*/ 1472225 w 2915191"/>
                <a:gd name="connsiteY151" fmla="*/ 219411 h 474644"/>
                <a:gd name="connsiteX152" fmla="*/ 1481969 w 2915191"/>
                <a:gd name="connsiteY152" fmla="*/ 226196 h 474644"/>
                <a:gd name="connsiteX153" fmla="*/ 1491713 w 2915191"/>
                <a:gd name="connsiteY153" fmla="*/ 230681 h 474644"/>
                <a:gd name="connsiteX154" fmla="*/ 1501472 w 2915191"/>
                <a:gd name="connsiteY154" fmla="*/ 218361 h 474644"/>
                <a:gd name="connsiteX155" fmla="*/ 1511216 w 2915191"/>
                <a:gd name="connsiteY155" fmla="*/ 239833 h 474644"/>
                <a:gd name="connsiteX156" fmla="*/ 1520960 w 2915191"/>
                <a:gd name="connsiteY156" fmla="*/ 221205 h 474644"/>
                <a:gd name="connsiteX157" fmla="*/ 1530719 w 2915191"/>
                <a:gd name="connsiteY157" fmla="*/ 229894 h 474644"/>
                <a:gd name="connsiteX158" fmla="*/ 1540463 w 2915191"/>
                <a:gd name="connsiteY158" fmla="*/ 228757 h 474644"/>
                <a:gd name="connsiteX159" fmla="*/ 1550221 w 2915191"/>
                <a:gd name="connsiteY159" fmla="*/ 235596 h 474644"/>
                <a:gd name="connsiteX160" fmla="*/ 1559965 w 2915191"/>
                <a:gd name="connsiteY160" fmla="*/ 181867 h 474644"/>
                <a:gd name="connsiteX161" fmla="*/ 1569709 w 2915191"/>
                <a:gd name="connsiteY161" fmla="*/ 202184 h 474644"/>
                <a:gd name="connsiteX162" fmla="*/ 1579468 w 2915191"/>
                <a:gd name="connsiteY162" fmla="*/ 188021 h 474644"/>
                <a:gd name="connsiteX163" fmla="*/ 1589212 w 2915191"/>
                <a:gd name="connsiteY163" fmla="*/ 166766 h 474644"/>
                <a:gd name="connsiteX164" fmla="*/ 1598971 w 2915191"/>
                <a:gd name="connsiteY164" fmla="*/ 149358 h 474644"/>
                <a:gd name="connsiteX165" fmla="*/ 1608715 w 2915191"/>
                <a:gd name="connsiteY165" fmla="*/ 139465 h 474644"/>
                <a:gd name="connsiteX166" fmla="*/ 1618459 w 2915191"/>
                <a:gd name="connsiteY166" fmla="*/ 159239 h 474644"/>
                <a:gd name="connsiteX167" fmla="*/ 1628218 w 2915191"/>
                <a:gd name="connsiteY167" fmla="*/ 172819 h 474644"/>
                <a:gd name="connsiteX168" fmla="*/ 1637962 w 2915191"/>
                <a:gd name="connsiteY168" fmla="*/ 174320 h 474644"/>
                <a:gd name="connsiteX169" fmla="*/ 1647720 w 2915191"/>
                <a:gd name="connsiteY169" fmla="*/ 162345 h 474644"/>
                <a:gd name="connsiteX170" fmla="*/ 1657464 w 2915191"/>
                <a:gd name="connsiteY170" fmla="*/ 157709 h 474644"/>
                <a:gd name="connsiteX171" fmla="*/ 1667208 w 2915191"/>
                <a:gd name="connsiteY171" fmla="*/ 188335 h 474644"/>
                <a:gd name="connsiteX172" fmla="*/ 1676967 w 2915191"/>
                <a:gd name="connsiteY172" fmla="*/ 173369 h 474644"/>
                <a:gd name="connsiteX173" fmla="*/ 1686711 w 2915191"/>
                <a:gd name="connsiteY173" fmla="*/ 163419 h 474644"/>
                <a:gd name="connsiteX174" fmla="*/ 1696470 w 2915191"/>
                <a:gd name="connsiteY174" fmla="*/ 162780 h 474644"/>
                <a:gd name="connsiteX175" fmla="*/ 1706214 w 2915191"/>
                <a:gd name="connsiteY175" fmla="*/ 191835 h 474644"/>
                <a:gd name="connsiteX176" fmla="*/ 1715958 w 2915191"/>
                <a:gd name="connsiteY176" fmla="*/ 192626 h 474644"/>
                <a:gd name="connsiteX177" fmla="*/ 1725716 w 2915191"/>
                <a:gd name="connsiteY177" fmla="*/ 161614 h 474644"/>
                <a:gd name="connsiteX178" fmla="*/ 1735460 w 2915191"/>
                <a:gd name="connsiteY178" fmla="*/ 191595 h 474644"/>
                <a:gd name="connsiteX179" fmla="*/ 1745219 w 2915191"/>
                <a:gd name="connsiteY179" fmla="*/ 210847 h 474644"/>
                <a:gd name="connsiteX180" fmla="*/ 1754963 w 2915191"/>
                <a:gd name="connsiteY180" fmla="*/ 210974 h 474644"/>
                <a:gd name="connsiteX181" fmla="*/ 1764707 w 2915191"/>
                <a:gd name="connsiteY181" fmla="*/ 241083 h 474644"/>
                <a:gd name="connsiteX182" fmla="*/ 1774466 w 2915191"/>
                <a:gd name="connsiteY182" fmla="*/ 220130 h 474644"/>
                <a:gd name="connsiteX183" fmla="*/ 1784210 w 2915191"/>
                <a:gd name="connsiteY183" fmla="*/ 251712 h 474644"/>
                <a:gd name="connsiteX184" fmla="*/ 1793969 w 2915191"/>
                <a:gd name="connsiteY184" fmla="*/ 288653 h 474644"/>
                <a:gd name="connsiteX185" fmla="*/ 1803713 w 2915191"/>
                <a:gd name="connsiteY185" fmla="*/ 291841 h 474644"/>
                <a:gd name="connsiteX186" fmla="*/ 1813457 w 2915191"/>
                <a:gd name="connsiteY186" fmla="*/ 320222 h 474644"/>
                <a:gd name="connsiteX187" fmla="*/ 1823215 w 2915191"/>
                <a:gd name="connsiteY187" fmla="*/ 337948 h 474644"/>
                <a:gd name="connsiteX188" fmla="*/ 1832959 w 2915191"/>
                <a:gd name="connsiteY188" fmla="*/ 368887 h 474644"/>
                <a:gd name="connsiteX189" fmla="*/ 1842703 w 2915191"/>
                <a:gd name="connsiteY189" fmla="*/ 353018 h 474644"/>
                <a:gd name="connsiteX190" fmla="*/ 1852462 w 2915191"/>
                <a:gd name="connsiteY190" fmla="*/ 368592 h 474644"/>
                <a:gd name="connsiteX191" fmla="*/ 1862206 w 2915191"/>
                <a:gd name="connsiteY191" fmla="*/ 353700 h 474644"/>
                <a:gd name="connsiteX192" fmla="*/ 1871965 w 2915191"/>
                <a:gd name="connsiteY192" fmla="*/ 331417 h 474644"/>
                <a:gd name="connsiteX193" fmla="*/ 1881709 w 2915191"/>
                <a:gd name="connsiteY193" fmla="*/ 332921 h 474644"/>
                <a:gd name="connsiteX194" fmla="*/ 1891453 w 2915191"/>
                <a:gd name="connsiteY194" fmla="*/ 338564 h 474644"/>
                <a:gd name="connsiteX195" fmla="*/ 1901212 w 2915191"/>
                <a:gd name="connsiteY195" fmla="*/ 358863 h 474644"/>
                <a:gd name="connsiteX196" fmla="*/ 1910956 w 2915191"/>
                <a:gd name="connsiteY196" fmla="*/ 376321 h 474644"/>
                <a:gd name="connsiteX197" fmla="*/ 1920714 w 2915191"/>
                <a:gd name="connsiteY197" fmla="*/ 386630 h 474644"/>
                <a:gd name="connsiteX198" fmla="*/ 1930458 w 2915191"/>
                <a:gd name="connsiteY198" fmla="*/ 382509 h 474644"/>
                <a:gd name="connsiteX199" fmla="*/ 1940202 w 2915191"/>
                <a:gd name="connsiteY199" fmla="*/ 366606 h 474644"/>
                <a:gd name="connsiteX200" fmla="*/ 1949961 w 2915191"/>
                <a:gd name="connsiteY200" fmla="*/ 346562 h 474644"/>
                <a:gd name="connsiteX201" fmla="*/ 1959705 w 2915191"/>
                <a:gd name="connsiteY201" fmla="*/ 375801 h 474644"/>
                <a:gd name="connsiteX202" fmla="*/ 1969464 w 2915191"/>
                <a:gd name="connsiteY202" fmla="*/ 395713 h 474644"/>
                <a:gd name="connsiteX203" fmla="*/ 1979208 w 2915191"/>
                <a:gd name="connsiteY203" fmla="*/ 424301 h 474644"/>
                <a:gd name="connsiteX204" fmla="*/ 1988952 w 2915191"/>
                <a:gd name="connsiteY204" fmla="*/ 429229 h 474644"/>
                <a:gd name="connsiteX205" fmla="*/ 1998711 w 2915191"/>
                <a:gd name="connsiteY205" fmla="*/ 437731 h 474644"/>
                <a:gd name="connsiteX206" fmla="*/ 2008454 w 2915191"/>
                <a:gd name="connsiteY206" fmla="*/ 474644 h 474644"/>
                <a:gd name="connsiteX207" fmla="*/ 2018213 w 2915191"/>
                <a:gd name="connsiteY207" fmla="*/ 437333 h 474644"/>
                <a:gd name="connsiteX208" fmla="*/ 2027957 w 2915191"/>
                <a:gd name="connsiteY208" fmla="*/ 439875 h 474644"/>
                <a:gd name="connsiteX209" fmla="*/ 2037701 w 2915191"/>
                <a:gd name="connsiteY209" fmla="*/ 412817 h 474644"/>
                <a:gd name="connsiteX210" fmla="*/ 2047460 w 2915191"/>
                <a:gd name="connsiteY210" fmla="*/ 414165 h 474644"/>
                <a:gd name="connsiteX211" fmla="*/ 2057204 w 2915191"/>
                <a:gd name="connsiteY211" fmla="*/ 384486 h 474644"/>
                <a:gd name="connsiteX212" fmla="*/ 2066963 w 2915191"/>
                <a:gd name="connsiteY212" fmla="*/ 375559 h 474644"/>
                <a:gd name="connsiteX213" fmla="*/ 2076707 w 2915191"/>
                <a:gd name="connsiteY213" fmla="*/ 368884 h 474644"/>
                <a:gd name="connsiteX214" fmla="*/ 2086451 w 2915191"/>
                <a:gd name="connsiteY214" fmla="*/ 357751 h 474644"/>
                <a:gd name="connsiteX215" fmla="*/ 2096210 w 2915191"/>
                <a:gd name="connsiteY215" fmla="*/ 398622 h 474644"/>
                <a:gd name="connsiteX216" fmla="*/ 2105954 w 2915191"/>
                <a:gd name="connsiteY216" fmla="*/ 365129 h 474644"/>
                <a:gd name="connsiteX217" fmla="*/ 2115697 w 2915191"/>
                <a:gd name="connsiteY217" fmla="*/ 343368 h 474644"/>
                <a:gd name="connsiteX218" fmla="*/ 2125456 w 2915191"/>
                <a:gd name="connsiteY218" fmla="*/ 358115 h 474644"/>
                <a:gd name="connsiteX219" fmla="*/ 2135200 w 2915191"/>
                <a:gd name="connsiteY219" fmla="*/ 369714 h 474644"/>
                <a:gd name="connsiteX220" fmla="*/ 2144959 w 2915191"/>
                <a:gd name="connsiteY220" fmla="*/ 342306 h 474644"/>
                <a:gd name="connsiteX221" fmla="*/ 2154703 w 2915191"/>
                <a:gd name="connsiteY221" fmla="*/ 308181 h 474644"/>
                <a:gd name="connsiteX222" fmla="*/ 2164447 w 2915191"/>
                <a:gd name="connsiteY222" fmla="*/ 318364 h 474644"/>
                <a:gd name="connsiteX223" fmla="*/ 2174206 w 2915191"/>
                <a:gd name="connsiteY223" fmla="*/ 341957 h 474644"/>
                <a:gd name="connsiteX224" fmla="*/ 2183950 w 2915191"/>
                <a:gd name="connsiteY224" fmla="*/ 329424 h 474644"/>
                <a:gd name="connsiteX225" fmla="*/ 2193709 w 2915191"/>
                <a:gd name="connsiteY225" fmla="*/ 255166 h 474644"/>
                <a:gd name="connsiteX226" fmla="*/ 2203452 w 2915191"/>
                <a:gd name="connsiteY226" fmla="*/ 253867 h 474644"/>
                <a:gd name="connsiteX227" fmla="*/ 2213196 w 2915191"/>
                <a:gd name="connsiteY227" fmla="*/ 269403 h 474644"/>
                <a:gd name="connsiteX228" fmla="*/ 2222955 w 2915191"/>
                <a:gd name="connsiteY228" fmla="*/ 248222 h 474644"/>
                <a:gd name="connsiteX229" fmla="*/ 2232699 w 2915191"/>
                <a:gd name="connsiteY229" fmla="*/ 269691 h 474644"/>
                <a:gd name="connsiteX230" fmla="*/ 2242458 w 2915191"/>
                <a:gd name="connsiteY230" fmla="*/ 274284 h 474644"/>
                <a:gd name="connsiteX231" fmla="*/ 2252202 w 2915191"/>
                <a:gd name="connsiteY231" fmla="*/ 285874 h 474644"/>
                <a:gd name="connsiteX232" fmla="*/ 2261946 w 2915191"/>
                <a:gd name="connsiteY232" fmla="*/ 284282 h 474644"/>
                <a:gd name="connsiteX233" fmla="*/ 2271705 w 2915191"/>
                <a:gd name="connsiteY233" fmla="*/ 255903 h 474644"/>
                <a:gd name="connsiteX234" fmla="*/ 2281449 w 2915191"/>
                <a:gd name="connsiteY234" fmla="*/ 306745 h 474644"/>
                <a:gd name="connsiteX235" fmla="*/ 2291208 w 2915191"/>
                <a:gd name="connsiteY235" fmla="*/ 323832 h 474644"/>
                <a:gd name="connsiteX236" fmla="*/ 2300951 w 2915191"/>
                <a:gd name="connsiteY236" fmla="*/ 340482 h 474644"/>
                <a:gd name="connsiteX237" fmla="*/ 2310695 w 2915191"/>
                <a:gd name="connsiteY237" fmla="*/ 350513 h 474644"/>
                <a:gd name="connsiteX238" fmla="*/ 2320454 w 2915191"/>
                <a:gd name="connsiteY238" fmla="*/ 346951 h 474644"/>
                <a:gd name="connsiteX239" fmla="*/ 2330198 w 2915191"/>
                <a:gd name="connsiteY239" fmla="*/ 340376 h 474644"/>
                <a:gd name="connsiteX240" fmla="*/ 2339957 w 2915191"/>
                <a:gd name="connsiteY240" fmla="*/ 324458 h 474644"/>
                <a:gd name="connsiteX241" fmla="*/ 2349701 w 2915191"/>
                <a:gd name="connsiteY241" fmla="*/ 324005 h 474644"/>
                <a:gd name="connsiteX242" fmla="*/ 2359445 w 2915191"/>
                <a:gd name="connsiteY242" fmla="*/ 326408 h 474644"/>
                <a:gd name="connsiteX243" fmla="*/ 2369204 w 2915191"/>
                <a:gd name="connsiteY243" fmla="*/ 346586 h 474644"/>
                <a:gd name="connsiteX244" fmla="*/ 2378948 w 2915191"/>
                <a:gd name="connsiteY244" fmla="*/ 346342 h 474644"/>
                <a:gd name="connsiteX245" fmla="*/ 2388692 w 2915191"/>
                <a:gd name="connsiteY245" fmla="*/ 356738 h 474644"/>
                <a:gd name="connsiteX246" fmla="*/ 2398450 w 2915191"/>
                <a:gd name="connsiteY246" fmla="*/ 365059 h 474644"/>
                <a:gd name="connsiteX247" fmla="*/ 2408194 w 2915191"/>
                <a:gd name="connsiteY247" fmla="*/ 378044 h 474644"/>
                <a:gd name="connsiteX248" fmla="*/ 2417953 w 2915191"/>
                <a:gd name="connsiteY248" fmla="*/ 372907 h 474644"/>
                <a:gd name="connsiteX249" fmla="*/ 2427697 w 2915191"/>
                <a:gd name="connsiteY249" fmla="*/ 328914 h 474644"/>
                <a:gd name="connsiteX250" fmla="*/ 2437441 w 2915191"/>
                <a:gd name="connsiteY250" fmla="*/ 303868 h 474644"/>
                <a:gd name="connsiteX251" fmla="*/ 2447200 w 2915191"/>
                <a:gd name="connsiteY251" fmla="*/ 301144 h 474644"/>
                <a:gd name="connsiteX252" fmla="*/ 2456944 w 2915191"/>
                <a:gd name="connsiteY252" fmla="*/ 284094 h 474644"/>
                <a:gd name="connsiteX253" fmla="*/ 2466703 w 2915191"/>
                <a:gd name="connsiteY253" fmla="*/ 282979 h 474644"/>
                <a:gd name="connsiteX254" fmla="*/ 2476446 w 2915191"/>
                <a:gd name="connsiteY254" fmla="*/ 260413 h 474644"/>
                <a:gd name="connsiteX255" fmla="*/ 2486190 w 2915191"/>
                <a:gd name="connsiteY255" fmla="*/ 232232 h 474644"/>
                <a:gd name="connsiteX256" fmla="*/ 2495949 w 2915191"/>
                <a:gd name="connsiteY256" fmla="*/ 236874 h 474644"/>
                <a:gd name="connsiteX257" fmla="*/ 2505693 w 2915191"/>
                <a:gd name="connsiteY257" fmla="*/ 231149 h 474644"/>
                <a:gd name="connsiteX258" fmla="*/ 2515452 w 2915191"/>
                <a:gd name="connsiteY258" fmla="*/ 229334 h 474644"/>
                <a:gd name="connsiteX259" fmla="*/ 2525196 w 2915191"/>
                <a:gd name="connsiteY259" fmla="*/ 225968 h 474644"/>
                <a:gd name="connsiteX260" fmla="*/ 2534940 w 2915191"/>
                <a:gd name="connsiteY260" fmla="*/ 210365 h 474644"/>
                <a:gd name="connsiteX261" fmla="*/ 2544699 w 2915191"/>
                <a:gd name="connsiteY261" fmla="*/ 187754 h 474644"/>
                <a:gd name="connsiteX262" fmla="*/ 2554443 w 2915191"/>
                <a:gd name="connsiteY262" fmla="*/ 190507 h 474644"/>
                <a:gd name="connsiteX263" fmla="*/ 2564202 w 2915191"/>
                <a:gd name="connsiteY263" fmla="*/ 201485 h 474644"/>
                <a:gd name="connsiteX264" fmla="*/ 2573946 w 2915191"/>
                <a:gd name="connsiteY264" fmla="*/ 220976 h 474644"/>
                <a:gd name="connsiteX265" fmla="*/ 2583690 w 2915191"/>
                <a:gd name="connsiteY265" fmla="*/ 225866 h 474644"/>
                <a:gd name="connsiteX266" fmla="*/ 2593448 w 2915191"/>
                <a:gd name="connsiteY266" fmla="*/ 210393 h 474644"/>
                <a:gd name="connsiteX267" fmla="*/ 2603192 w 2915191"/>
                <a:gd name="connsiteY267" fmla="*/ 193310 h 474644"/>
                <a:gd name="connsiteX268" fmla="*/ 2612951 w 2915191"/>
                <a:gd name="connsiteY268" fmla="*/ 196130 h 474644"/>
                <a:gd name="connsiteX269" fmla="*/ 2622695 w 2915191"/>
                <a:gd name="connsiteY269" fmla="*/ 157516 h 474644"/>
                <a:gd name="connsiteX270" fmla="*/ 2632439 w 2915191"/>
                <a:gd name="connsiteY270" fmla="*/ 135107 h 474644"/>
                <a:gd name="connsiteX271" fmla="*/ 2642198 w 2915191"/>
                <a:gd name="connsiteY271" fmla="*/ 138093 h 474644"/>
                <a:gd name="connsiteX272" fmla="*/ 2651942 w 2915191"/>
                <a:gd name="connsiteY272" fmla="*/ 107700 h 474644"/>
                <a:gd name="connsiteX273" fmla="*/ 2661685 w 2915191"/>
                <a:gd name="connsiteY273" fmla="*/ 87488 h 474644"/>
                <a:gd name="connsiteX274" fmla="*/ 2671444 w 2915191"/>
                <a:gd name="connsiteY274" fmla="*/ 72048 h 474644"/>
                <a:gd name="connsiteX275" fmla="*/ 2681188 w 2915191"/>
                <a:gd name="connsiteY275" fmla="*/ 54602 h 474644"/>
                <a:gd name="connsiteX276" fmla="*/ 2690947 w 2915191"/>
                <a:gd name="connsiteY276" fmla="*/ 0 h 474644"/>
                <a:gd name="connsiteX277" fmla="*/ 2700691 w 2915191"/>
                <a:gd name="connsiteY277" fmla="*/ 41039 h 474644"/>
                <a:gd name="connsiteX278" fmla="*/ 2710435 w 2915191"/>
                <a:gd name="connsiteY278" fmla="*/ 59782 h 474644"/>
                <a:gd name="connsiteX279" fmla="*/ 2720194 w 2915191"/>
                <a:gd name="connsiteY279" fmla="*/ 83810 h 474644"/>
                <a:gd name="connsiteX280" fmla="*/ 2729938 w 2915191"/>
                <a:gd name="connsiteY280" fmla="*/ 84246 h 474644"/>
                <a:gd name="connsiteX281" fmla="*/ 2739697 w 2915191"/>
                <a:gd name="connsiteY281" fmla="*/ 73604 h 474644"/>
                <a:gd name="connsiteX282" fmla="*/ 2749441 w 2915191"/>
                <a:gd name="connsiteY282" fmla="*/ 82420 h 474644"/>
                <a:gd name="connsiteX283" fmla="*/ 2759185 w 2915191"/>
                <a:gd name="connsiteY283" fmla="*/ 97763 h 474644"/>
                <a:gd name="connsiteX284" fmla="*/ 2768943 w 2915191"/>
                <a:gd name="connsiteY284" fmla="*/ 61983 h 474644"/>
                <a:gd name="connsiteX285" fmla="*/ 2778687 w 2915191"/>
                <a:gd name="connsiteY285" fmla="*/ 27296 h 474644"/>
                <a:gd name="connsiteX286" fmla="*/ 2788446 w 2915191"/>
                <a:gd name="connsiteY286" fmla="*/ 21998 h 474644"/>
                <a:gd name="connsiteX287" fmla="*/ 2798190 w 2915191"/>
                <a:gd name="connsiteY287" fmla="*/ 7433 h 474644"/>
                <a:gd name="connsiteX288" fmla="*/ 2807934 w 2915191"/>
                <a:gd name="connsiteY288" fmla="*/ 28438 h 474644"/>
                <a:gd name="connsiteX289" fmla="*/ 2817693 w 2915191"/>
                <a:gd name="connsiteY289" fmla="*/ 47979 h 474644"/>
                <a:gd name="connsiteX290" fmla="*/ 2827437 w 2915191"/>
                <a:gd name="connsiteY290" fmla="*/ 61676 h 474644"/>
                <a:gd name="connsiteX291" fmla="*/ 2837196 w 2915191"/>
                <a:gd name="connsiteY291" fmla="*/ 61138 h 474644"/>
                <a:gd name="connsiteX292" fmla="*/ 2846940 w 2915191"/>
                <a:gd name="connsiteY292" fmla="*/ 68263 h 474644"/>
                <a:gd name="connsiteX293" fmla="*/ 2856684 w 2915191"/>
                <a:gd name="connsiteY293" fmla="*/ 85644 h 474644"/>
                <a:gd name="connsiteX294" fmla="*/ 2866442 w 2915191"/>
                <a:gd name="connsiteY294" fmla="*/ 69760 h 474644"/>
                <a:gd name="connsiteX295" fmla="*/ 2876186 w 2915191"/>
                <a:gd name="connsiteY295" fmla="*/ 60135 h 474644"/>
                <a:gd name="connsiteX296" fmla="*/ 2885945 w 2915191"/>
                <a:gd name="connsiteY296" fmla="*/ 49995 h 474644"/>
                <a:gd name="connsiteX297" fmla="*/ 2895689 w 2915191"/>
                <a:gd name="connsiteY297" fmla="*/ 60056 h 474644"/>
                <a:gd name="connsiteX298" fmla="*/ 2905433 w 2915191"/>
                <a:gd name="connsiteY298" fmla="*/ 79985 h 474644"/>
                <a:gd name="connsiteX299" fmla="*/ 2915192 w 2915191"/>
                <a:gd name="connsiteY299" fmla="*/ 83339 h 474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74644">
                  <a:moveTo>
                    <a:pt x="0" y="215628"/>
                  </a:moveTo>
                  <a:lnTo>
                    <a:pt x="9750" y="224931"/>
                  </a:lnTo>
                  <a:lnTo>
                    <a:pt x="19500" y="206470"/>
                  </a:lnTo>
                  <a:lnTo>
                    <a:pt x="29250" y="212111"/>
                  </a:lnTo>
                  <a:lnTo>
                    <a:pt x="39000" y="234246"/>
                  </a:lnTo>
                  <a:lnTo>
                    <a:pt x="48749" y="223173"/>
                  </a:lnTo>
                  <a:lnTo>
                    <a:pt x="58499" y="194254"/>
                  </a:lnTo>
                  <a:lnTo>
                    <a:pt x="68249" y="185059"/>
                  </a:lnTo>
                  <a:lnTo>
                    <a:pt x="77998" y="150101"/>
                  </a:lnTo>
                  <a:lnTo>
                    <a:pt x="87748" y="139265"/>
                  </a:lnTo>
                  <a:lnTo>
                    <a:pt x="97497" y="145343"/>
                  </a:lnTo>
                  <a:lnTo>
                    <a:pt x="107247" y="163180"/>
                  </a:lnTo>
                  <a:lnTo>
                    <a:pt x="116997" y="167189"/>
                  </a:lnTo>
                  <a:lnTo>
                    <a:pt x="126747" y="197368"/>
                  </a:lnTo>
                  <a:lnTo>
                    <a:pt x="136497" y="185375"/>
                  </a:lnTo>
                  <a:lnTo>
                    <a:pt x="146247" y="182620"/>
                  </a:lnTo>
                  <a:lnTo>
                    <a:pt x="155997" y="208052"/>
                  </a:lnTo>
                  <a:lnTo>
                    <a:pt x="165747" y="219322"/>
                  </a:lnTo>
                  <a:lnTo>
                    <a:pt x="175497" y="208905"/>
                  </a:lnTo>
                  <a:lnTo>
                    <a:pt x="185247" y="231645"/>
                  </a:lnTo>
                  <a:lnTo>
                    <a:pt x="194996" y="222127"/>
                  </a:lnTo>
                  <a:lnTo>
                    <a:pt x="204746" y="231308"/>
                  </a:lnTo>
                  <a:lnTo>
                    <a:pt x="214495" y="223217"/>
                  </a:lnTo>
                  <a:lnTo>
                    <a:pt x="224245" y="213619"/>
                  </a:lnTo>
                  <a:lnTo>
                    <a:pt x="233995" y="212196"/>
                  </a:lnTo>
                  <a:lnTo>
                    <a:pt x="243744" y="197988"/>
                  </a:lnTo>
                  <a:lnTo>
                    <a:pt x="253494" y="180507"/>
                  </a:lnTo>
                  <a:lnTo>
                    <a:pt x="263244" y="178159"/>
                  </a:lnTo>
                  <a:lnTo>
                    <a:pt x="272994" y="166469"/>
                  </a:lnTo>
                  <a:lnTo>
                    <a:pt x="282744" y="195349"/>
                  </a:lnTo>
                  <a:lnTo>
                    <a:pt x="292494" y="176617"/>
                  </a:lnTo>
                  <a:lnTo>
                    <a:pt x="302244" y="159288"/>
                  </a:lnTo>
                  <a:lnTo>
                    <a:pt x="311994" y="156457"/>
                  </a:lnTo>
                  <a:lnTo>
                    <a:pt x="321744" y="128346"/>
                  </a:lnTo>
                  <a:lnTo>
                    <a:pt x="331493" y="135935"/>
                  </a:lnTo>
                  <a:lnTo>
                    <a:pt x="341243" y="122255"/>
                  </a:lnTo>
                  <a:lnTo>
                    <a:pt x="350993" y="145836"/>
                  </a:lnTo>
                  <a:lnTo>
                    <a:pt x="360742" y="171148"/>
                  </a:lnTo>
                  <a:lnTo>
                    <a:pt x="370492" y="158916"/>
                  </a:lnTo>
                  <a:lnTo>
                    <a:pt x="380241" y="152135"/>
                  </a:lnTo>
                  <a:lnTo>
                    <a:pt x="389991" y="166104"/>
                  </a:lnTo>
                  <a:lnTo>
                    <a:pt x="399741" y="156606"/>
                  </a:lnTo>
                  <a:lnTo>
                    <a:pt x="409491" y="133227"/>
                  </a:lnTo>
                  <a:lnTo>
                    <a:pt x="419241" y="120043"/>
                  </a:lnTo>
                  <a:lnTo>
                    <a:pt x="428991" y="127570"/>
                  </a:lnTo>
                  <a:lnTo>
                    <a:pt x="438741" y="126850"/>
                  </a:lnTo>
                  <a:lnTo>
                    <a:pt x="448491" y="140679"/>
                  </a:lnTo>
                  <a:lnTo>
                    <a:pt x="458241" y="128681"/>
                  </a:lnTo>
                  <a:lnTo>
                    <a:pt x="467991" y="100060"/>
                  </a:lnTo>
                  <a:lnTo>
                    <a:pt x="477740" y="85887"/>
                  </a:lnTo>
                  <a:lnTo>
                    <a:pt x="487490" y="79908"/>
                  </a:lnTo>
                  <a:lnTo>
                    <a:pt x="497239" y="75149"/>
                  </a:lnTo>
                  <a:lnTo>
                    <a:pt x="506989" y="105303"/>
                  </a:lnTo>
                  <a:lnTo>
                    <a:pt x="516738" y="88671"/>
                  </a:lnTo>
                  <a:lnTo>
                    <a:pt x="526488" y="94451"/>
                  </a:lnTo>
                  <a:lnTo>
                    <a:pt x="536238" y="93528"/>
                  </a:lnTo>
                  <a:lnTo>
                    <a:pt x="545988" y="113006"/>
                  </a:lnTo>
                  <a:lnTo>
                    <a:pt x="555738" y="93116"/>
                  </a:lnTo>
                  <a:lnTo>
                    <a:pt x="565488" y="79596"/>
                  </a:lnTo>
                  <a:lnTo>
                    <a:pt x="575238" y="65478"/>
                  </a:lnTo>
                  <a:lnTo>
                    <a:pt x="584988" y="80219"/>
                  </a:lnTo>
                  <a:lnTo>
                    <a:pt x="594738" y="71891"/>
                  </a:lnTo>
                  <a:lnTo>
                    <a:pt x="604488" y="101361"/>
                  </a:lnTo>
                  <a:lnTo>
                    <a:pt x="614237" y="119396"/>
                  </a:lnTo>
                  <a:lnTo>
                    <a:pt x="623987" y="79233"/>
                  </a:lnTo>
                  <a:lnTo>
                    <a:pt x="633736" y="65302"/>
                  </a:lnTo>
                  <a:lnTo>
                    <a:pt x="643486" y="93551"/>
                  </a:lnTo>
                  <a:lnTo>
                    <a:pt x="653236" y="91620"/>
                  </a:lnTo>
                  <a:lnTo>
                    <a:pt x="662985" y="79547"/>
                  </a:lnTo>
                  <a:lnTo>
                    <a:pt x="672735" y="82534"/>
                  </a:lnTo>
                  <a:lnTo>
                    <a:pt x="682485" y="102810"/>
                  </a:lnTo>
                  <a:lnTo>
                    <a:pt x="692235" y="89786"/>
                  </a:lnTo>
                  <a:lnTo>
                    <a:pt x="701985" y="110559"/>
                  </a:lnTo>
                  <a:lnTo>
                    <a:pt x="711735" y="124292"/>
                  </a:lnTo>
                  <a:lnTo>
                    <a:pt x="721485" y="164815"/>
                  </a:lnTo>
                  <a:lnTo>
                    <a:pt x="731235" y="152989"/>
                  </a:lnTo>
                  <a:lnTo>
                    <a:pt x="740985" y="163077"/>
                  </a:lnTo>
                  <a:lnTo>
                    <a:pt x="750734" y="179543"/>
                  </a:lnTo>
                  <a:lnTo>
                    <a:pt x="760484" y="152053"/>
                  </a:lnTo>
                  <a:lnTo>
                    <a:pt x="770233" y="144922"/>
                  </a:lnTo>
                  <a:lnTo>
                    <a:pt x="779983" y="164850"/>
                  </a:lnTo>
                  <a:lnTo>
                    <a:pt x="789733" y="159999"/>
                  </a:lnTo>
                  <a:lnTo>
                    <a:pt x="799482" y="142664"/>
                  </a:lnTo>
                  <a:lnTo>
                    <a:pt x="809232" y="128317"/>
                  </a:lnTo>
                  <a:lnTo>
                    <a:pt x="818982" y="140450"/>
                  </a:lnTo>
                  <a:lnTo>
                    <a:pt x="828732" y="142092"/>
                  </a:lnTo>
                  <a:lnTo>
                    <a:pt x="838482" y="121865"/>
                  </a:lnTo>
                  <a:lnTo>
                    <a:pt x="848232" y="107036"/>
                  </a:lnTo>
                  <a:lnTo>
                    <a:pt x="857982" y="138544"/>
                  </a:lnTo>
                  <a:lnTo>
                    <a:pt x="867732" y="174242"/>
                  </a:lnTo>
                  <a:lnTo>
                    <a:pt x="877482" y="180824"/>
                  </a:lnTo>
                  <a:lnTo>
                    <a:pt x="887231" y="197182"/>
                  </a:lnTo>
                  <a:lnTo>
                    <a:pt x="896981" y="202502"/>
                  </a:lnTo>
                  <a:lnTo>
                    <a:pt x="906730" y="179716"/>
                  </a:lnTo>
                  <a:lnTo>
                    <a:pt x="916480" y="165464"/>
                  </a:lnTo>
                  <a:lnTo>
                    <a:pt x="926230" y="176537"/>
                  </a:lnTo>
                  <a:lnTo>
                    <a:pt x="935979" y="158072"/>
                  </a:lnTo>
                  <a:lnTo>
                    <a:pt x="945729" y="143923"/>
                  </a:lnTo>
                  <a:lnTo>
                    <a:pt x="955479" y="130140"/>
                  </a:lnTo>
                  <a:lnTo>
                    <a:pt x="965229" y="102785"/>
                  </a:lnTo>
                  <a:lnTo>
                    <a:pt x="974979" y="118140"/>
                  </a:lnTo>
                  <a:lnTo>
                    <a:pt x="984729" y="140378"/>
                  </a:lnTo>
                  <a:lnTo>
                    <a:pt x="994474" y="142853"/>
                  </a:lnTo>
                  <a:lnTo>
                    <a:pt x="1004233" y="142178"/>
                  </a:lnTo>
                  <a:lnTo>
                    <a:pt x="1013977" y="191745"/>
                  </a:lnTo>
                  <a:lnTo>
                    <a:pt x="1023721" y="150723"/>
                  </a:lnTo>
                  <a:lnTo>
                    <a:pt x="1033480" y="167135"/>
                  </a:lnTo>
                  <a:lnTo>
                    <a:pt x="1043224" y="192437"/>
                  </a:lnTo>
                  <a:lnTo>
                    <a:pt x="1052983" y="190413"/>
                  </a:lnTo>
                  <a:lnTo>
                    <a:pt x="1062727" y="221399"/>
                  </a:lnTo>
                  <a:lnTo>
                    <a:pt x="1072471" y="200636"/>
                  </a:lnTo>
                  <a:lnTo>
                    <a:pt x="1082230" y="200999"/>
                  </a:lnTo>
                  <a:lnTo>
                    <a:pt x="1091973" y="202538"/>
                  </a:lnTo>
                  <a:lnTo>
                    <a:pt x="1101732" y="196537"/>
                  </a:lnTo>
                  <a:lnTo>
                    <a:pt x="1111476" y="209764"/>
                  </a:lnTo>
                  <a:lnTo>
                    <a:pt x="1121220" y="186894"/>
                  </a:lnTo>
                  <a:lnTo>
                    <a:pt x="1130979" y="182556"/>
                  </a:lnTo>
                  <a:lnTo>
                    <a:pt x="1140723" y="180109"/>
                  </a:lnTo>
                  <a:lnTo>
                    <a:pt x="1150482" y="190902"/>
                  </a:lnTo>
                  <a:lnTo>
                    <a:pt x="1160226" y="186297"/>
                  </a:lnTo>
                  <a:lnTo>
                    <a:pt x="1169969" y="194214"/>
                  </a:lnTo>
                  <a:lnTo>
                    <a:pt x="1179728" y="185270"/>
                  </a:lnTo>
                  <a:lnTo>
                    <a:pt x="1189472" y="168582"/>
                  </a:lnTo>
                  <a:lnTo>
                    <a:pt x="1199231" y="179829"/>
                  </a:lnTo>
                  <a:lnTo>
                    <a:pt x="1208975" y="153851"/>
                  </a:lnTo>
                  <a:lnTo>
                    <a:pt x="1218719" y="168296"/>
                  </a:lnTo>
                  <a:lnTo>
                    <a:pt x="1228478" y="174702"/>
                  </a:lnTo>
                  <a:lnTo>
                    <a:pt x="1238222" y="179449"/>
                  </a:lnTo>
                  <a:lnTo>
                    <a:pt x="1247966" y="177661"/>
                  </a:lnTo>
                  <a:lnTo>
                    <a:pt x="1257725" y="158185"/>
                  </a:lnTo>
                  <a:lnTo>
                    <a:pt x="1267469" y="178345"/>
                  </a:lnTo>
                  <a:lnTo>
                    <a:pt x="1277227" y="154359"/>
                  </a:lnTo>
                  <a:lnTo>
                    <a:pt x="1286971" y="150870"/>
                  </a:lnTo>
                  <a:lnTo>
                    <a:pt x="1296715" y="176280"/>
                  </a:lnTo>
                  <a:lnTo>
                    <a:pt x="1306474" y="191167"/>
                  </a:lnTo>
                  <a:lnTo>
                    <a:pt x="1316218" y="176921"/>
                  </a:lnTo>
                  <a:lnTo>
                    <a:pt x="1325977" y="183085"/>
                  </a:lnTo>
                  <a:lnTo>
                    <a:pt x="1335721" y="188421"/>
                  </a:lnTo>
                  <a:lnTo>
                    <a:pt x="1345465" y="218194"/>
                  </a:lnTo>
                  <a:lnTo>
                    <a:pt x="1355224" y="227047"/>
                  </a:lnTo>
                  <a:lnTo>
                    <a:pt x="1364967" y="265355"/>
                  </a:lnTo>
                  <a:lnTo>
                    <a:pt x="1374726" y="267228"/>
                  </a:lnTo>
                  <a:lnTo>
                    <a:pt x="1384470" y="262244"/>
                  </a:lnTo>
                  <a:lnTo>
                    <a:pt x="1394214" y="287467"/>
                  </a:lnTo>
                  <a:lnTo>
                    <a:pt x="1403973" y="289599"/>
                  </a:lnTo>
                  <a:lnTo>
                    <a:pt x="1413717" y="301640"/>
                  </a:lnTo>
                  <a:lnTo>
                    <a:pt x="1423476" y="274161"/>
                  </a:lnTo>
                  <a:lnTo>
                    <a:pt x="1433220" y="289066"/>
                  </a:lnTo>
                  <a:lnTo>
                    <a:pt x="1442964" y="243680"/>
                  </a:lnTo>
                  <a:lnTo>
                    <a:pt x="1452722" y="218348"/>
                  </a:lnTo>
                  <a:lnTo>
                    <a:pt x="1462466" y="211217"/>
                  </a:lnTo>
                  <a:lnTo>
                    <a:pt x="1472225" y="219411"/>
                  </a:lnTo>
                  <a:lnTo>
                    <a:pt x="1481969" y="226196"/>
                  </a:lnTo>
                  <a:lnTo>
                    <a:pt x="1491713" y="230681"/>
                  </a:lnTo>
                  <a:lnTo>
                    <a:pt x="1501472" y="218361"/>
                  </a:lnTo>
                  <a:lnTo>
                    <a:pt x="1511216" y="239833"/>
                  </a:lnTo>
                  <a:lnTo>
                    <a:pt x="1520960" y="221205"/>
                  </a:lnTo>
                  <a:lnTo>
                    <a:pt x="1530719" y="229894"/>
                  </a:lnTo>
                  <a:lnTo>
                    <a:pt x="1540463" y="228757"/>
                  </a:lnTo>
                  <a:lnTo>
                    <a:pt x="1550221" y="235596"/>
                  </a:lnTo>
                  <a:lnTo>
                    <a:pt x="1559965" y="181867"/>
                  </a:lnTo>
                  <a:lnTo>
                    <a:pt x="1569709" y="202184"/>
                  </a:lnTo>
                  <a:lnTo>
                    <a:pt x="1579468" y="188021"/>
                  </a:lnTo>
                  <a:lnTo>
                    <a:pt x="1589212" y="166766"/>
                  </a:lnTo>
                  <a:lnTo>
                    <a:pt x="1598971" y="149358"/>
                  </a:lnTo>
                  <a:lnTo>
                    <a:pt x="1608715" y="139465"/>
                  </a:lnTo>
                  <a:lnTo>
                    <a:pt x="1618459" y="159239"/>
                  </a:lnTo>
                  <a:lnTo>
                    <a:pt x="1628218" y="172819"/>
                  </a:lnTo>
                  <a:lnTo>
                    <a:pt x="1637962" y="174320"/>
                  </a:lnTo>
                  <a:lnTo>
                    <a:pt x="1647720" y="162345"/>
                  </a:lnTo>
                  <a:lnTo>
                    <a:pt x="1657464" y="157709"/>
                  </a:lnTo>
                  <a:lnTo>
                    <a:pt x="1667208" y="188335"/>
                  </a:lnTo>
                  <a:lnTo>
                    <a:pt x="1676967" y="173369"/>
                  </a:lnTo>
                  <a:lnTo>
                    <a:pt x="1686711" y="163419"/>
                  </a:lnTo>
                  <a:lnTo>
                    <a:pt x="1696470" y="162780"/>
                  </a:lnTo>
                  <a:lnTo>
                    <a:pt x="1706214" y="191835"/>
                  </a:lnTo>
                  <a:lnTo>
                    <a:pt x="1715958" y="192626"/>
                  </a:lnTo>
                  <a:lnTo>
                    <a:pt x="1725716" y="161614"/>
                  </a:lnTo>
                  <a:lnTo>
                    <a:pt x="1735460" y="191595"/>
                  </a:lnTo>
                  <a:lnTo>
                    <a:pt x="1745219" y="210847"/>
                  </a:lnTo>
                  <a:lnTo>
                    <a:pt x="1754963" y="210974"/>
                  </a:lnTo>
                  <a:lnTo>
                    <a:pt x="1764707" y="241083"/>
                  </a:lnTo>
                  <a:lnTo>
                    <a:pt x="1774466" y="220130"/>
                  </a:lnTo>
                  <a:lnTo>
                    <a:pt x="1784210" y="251712"/>
                  </a:lnTo>
                  <a:lnTo>
                    <a:pt x="1793969" y="288653"/>
                  </a:lnTo>
                  <a:lnTo>
                    <a:pt x="1803713" y="291841"/>
                  </a:lnTo>
                  <a:lnTo>
                    <a:pt x="1813457" y="320222"/>
                  </a:lnTo>
                  <a:lnTo>
                    <a:pt x="1823215" y="337948"/>
                  </a:lnTo>
                  <a:lnTo>
                    <a:pt x="1832959" y="368887"/>
                  </a:lnTo>
                  <a:lnTo>
                    <a:pt x="1842703" y="353018"/>
                  </a:lnTo>
                  <a:lnTo>
                    <a:pt x="1852462" y="368592"/>
                  </a:lnTo>
                  <a:lnTo>
                    <a:pt x="1862206" y="353700"/>
                  </a:lnTo>
                  <a:lnTo>
                    <a:pt x="1871965" y="331417"/>
                  </a:lnTo>
                  <a:lnTo>
                    <a:pt x="1881709" y="332921"/>
                  </a:lnTo>
                  <a:lnTo>
                    <a:pt x="1891453" y="338564"/>
                  </a:lnTo>
                  <a:lnTo>
                    <a:pt x="1901212" y="358863"/>
                  </a:lnTo>
                  <a:lnTo>
                    <a:pt x="1910956" y="376321"/>
                  </a:lnTo>
                  <a:lnTo>
                    <a:pt x="1920714" y="386630"/>
                  </a:lnTo>
                  <a:lnTo>
                    <a:pt x="1930458" y="382509"/>
                  </a:lnTo>
                  <a:lnTo>
                    <a:pt x="1940202" y="366606"/>
                  </a:lnTo>
                  <a:lnTo>
                    <a:pt x="1949961" y="346562"/>
                  </a:lnTo>
                  <a:lnTo>
                    <a:pt x="1959705" y="375801"/>
                  </a:lnTo>
                  <a:lnTo>
                    <a:pt x="1969464" y="395713"/>
                  </a:lnTo>
                  <a:lnTo>
                    <a:pt x="1979208" y="424301"/>
                  </a:lnTo>
                  <a:lnTo>
                    <a:pt x="1988952" y="429229"/>
                  </a:lnTo>
                  <a:lnTo>
                    <a:pt x="1998711" y="437731"/>
                  </a:lnTo>
                  <a:lnTo>
                    <a:pt x="2008454" y="474644"/>
                  </a:lnTo>
                  <a:lnTo>
                    <a:pt x="2018213" y="437333"/>
                  </a:lnTo>
                  <a:lnTo>
                    <a:pt x="2027957" y="439875"/>
                  </a:lnTo>
                  <a:lnTo>
                    <a:pt x="2037701" y="412817"/>
                  </a:lnTo>
                  <a:lnTo>
                    <a:pt x="2047460" y="414165"/>
                  </a:lnTo>
                  <a:lnTo>
                    <a:pt x="2057204" y="384486"/>
                  </a:lnTo>
                  <a:lnTo>
                    <a:pt x="2066963" y="375559"/>
                  </a:lnTo>
                  <a:lnTo>
                    <a:pt x="2076707" y="368884"/>
                  </a:lnTo>
                  <a:lnTo>
                    <a:pt x="2086451" y="357751"/>
                  </a:lnTo>
                  <a:lnTo>
                    <a:pt x="2096210" y="398622"/>
                  </a:lnTo>
                  <a:lnTo>
                    <a:pt x="2105954" y="365129"/>
                  </a:lnTo>
                  <a:lnTo>
                    <a:pt x="2115697" y="343368"/>
                  </a:lnTo>
                  <a:lnTo>
                    <a:pt x="2125456" y="358115"/>
                  </a:lnTo>
                  <a:lnTo>
                    <a:pt x="2135200" y="369714"/>
                  </a:lnTo>
                  <a:lnTo>
                    <a:pt x="2144959" y="342306"/>
                  </a:lnTo>
                  <a:lnTo>
                    <a:pt x="2154703" y="308181"/>
                  </a:lnTo>
                  <a:lnTo>
                    <a:pt x="2164447" y="318364"/>
                  </a:lnTo>
                  <a:lnTo>
                    <a:pt x="2174206" y="341957"/>
                  </a:lnTo>
                  <a:lnTo>
                    <a:pt x="2183950" y="329424"/>
                  </a:lnTo>
                  <a:lnTo>
                    <a:pt x="2193709" y="255166"/>
                  </a:lnTo>
                  <a:lnTo>
                    <a:pt x="2203452" y="253867"/>
                  </a:lnTo>
                  <a:lnTo>
                    <a:pt x="2213196" y="269403"/>
                  </a:lnTo>
                  <a:lnTo>
                    <a:pt x="2222955" y="248222"/>
                  </a:lnTo>
                  <a:lnTo>
                    <a:pt x="2232699" y="269691"/>
                  </a:lnTo>
                  <a:lnTo>
                    <a:pt x="2242458" y="274284"/>
                  </a:lnTo>
                  <a:lnTo>
                    <a:pt x="2252202" y="285874"/>
                  </a:lnTo>
                  <a:lnTo>
                    <a:pt x="2261946" y="284282"/>
                  </a:lnTo>
                  <a:lnTo>
                    <a:pt x="2271705" y="255903"/>
                  </a:lnTo>
                  <a:lnTo>
                    <a:pt x="2281449" y="306745"/>
                  </a:lnTo>
                  <a:lnTo>
                    <a:pt x="2291208" y="323832"/>
                  </a:lnTo>
                  <a:lnTo>
                    <a:pt x="2300951" y="340482"/>
                  </a:lnTo>
                  <a:lnTo>
                    <a:pt x="2310695" y="350513"/>
                  </a:lnTo>
                  <a:lnTo>
                    <a:pt x="2320454" y="346951"/>
                  </a:lnTo>
                  <a:lnTo>
                    <a:pt x="2330198" y="340376"/>
                  </a:lnTo>
                  <a:lnTo>
                    <a:pt x="2339957" y="324458"/>
                  </a:lnTo>
                  <a:lnTo>
                    <a:pt x="2349701" y="324005"/>
                  </a:lnTo>
                  <a:lnTo>
                    <a:pt x="2359445" y="326408"/>
                  </a:lnTo>
                  <a:lnTo>
                    <a:pt x="2369204" y="346586"/>
                  </a:lnTo>
                  <a:lnTo>
                    <a:pt x="2378948" y="346342"/>
                  </a:lnTo>
                  <a:lnTo>
                    <a:pt x="2388692" y="356738"/>
                  </a:lnTo>
                  <a:lnTo>
                    <a:pt x="2398450" y="365059"/>
                  </a:lnTo>
                  <a:lnTo>
                    <a:pt x="2408194" y="378044"/>
                  </a:lnTo>
                  <a:lnTo>
                    <a:pt x="2417953" y="372907"/>
                  </a:lnTo>
                  <a:lnTo>
                    <a:pt x="2427697" y="328914"/>
                  </a:lnTo>
                  <a:lnTo>
                    <a:pt x="2437441" y="303868"/>
                  </a:lnTo>
                  <a:lnTo>
                    <a:pt x="2447200" y="301144"/>
                  </a:lnTo>
                  <a:lnTo>
                    <a:pt x="2456944" y="284094"/>
                  </a:lnTo>
                  <a:lnTo>
                    <a:pt x="2466703" y="282979"/>
                  </a:lnTo>
                  <a:lnTo>
                    <a:pt x="2476446" y="260413"/>
                  </a:lnTo>
                  <a:lnTo>
                    <a:pt x="2486190" y="232232"/>
                  </a:lnTo>
                  <a:lnTo>
                    <a:pt x="2495949" y="236874"/>
                  </a:lnTo>
                  <a:lnTo>
                    <a:pt x="2505693" y="231149"/>
                  </a:lnTo>
                  <a:lnTo>
                    <a:pt x="2515452" y="229334"/>
                  </a:lnTo>
                  <a:lnTo>
                    <a:pt x="2525196" y="225968"/>
                  </a:lnTo>
                  <a:lnTo>
                    <a:pt x="2534940" y="210365"/>
                  </a:lnTo>
                  <a:lnTo>
                    <a:pt x="2544699" y="187754"/>
                  </a:lnTo>
                  <a:lnTo>
                    <a:pt x="2554443" y="190507"/>
                  </a:lnTo>
                  <a:lnTo>
                    <a:pt x="2564202" y="201485"/>
                  </a:lnTo>
                  <a:lnTo>
                    <a:pt x="2573946" y="220976"/>
                  </a:lnTo>
                  <a:lnTo>
                    <a:pt x="2583690" y="225866"/>
                  </a:lnTo>
                  <a:lnTo>
                    <a:pt x="2593448" y="210393"/>
                  </a:lnTo>
                  <a:lnTo>
                    <a:pt x="2603192" y="193310"/>
                  </a:lnTo>
                  <a:lnTo>
                    <a:pt x="2612951" y="196130"/>
                  </a:lnTo>
                  <a:lnTo>
                    <a:pt x="2622695" y="157516"/>
                  </a:lnTo>
                  <a:lnTo>
                    <a:pt x="2632439" y="135107"/>
                  </a:lnTo>
                  <a:lnTo>
                    <a:pt x="2642198" y="138093"/>
                  </a:lnTo>
                  <a:lnTo>
                    <a:pt x="2651942" y="107700"/>
                  </a:lnTo>
                  <a:lnTo>
                    <a:pt x="2661685" y="87488"/>
                  </a:lnTo>
                  <a:lnTo>
                    <a:pt x="2671444" y="72048"/>
                  </a:lnTo>
                  <a:lnTo>
                    <a:pt x="2681188" y="54602"/>
                  </a:lnTo>
                  <a:lnTo>
                    <a:pt x="2690947" y="0"/>
                  </a:lnTo>
                  <a:lnTo>
                    <a:pt x="2700691" y="41039"/>
                  </a:lnTo>
                  <a:lnTo>
                    <a:pt x="2710435" y="59782"/>
                  </a:lnTo>
                  <a:lnTo>
                    <a:pt x="2720194" y="83810"/>
                  </a:lnTo>
                  <a:lnTo>
                    <a:pt x="2729938" y="84246"/>
                  </a:lnTo>
                  <a:lnTo>
                    <a:pt x="2739697" y="73604"/>
                  </a:lnTo>
                  <a:lnTo>
                    <a:pt x="2749441" y="82420"/>
                  </a:lnTo>
                  <a:lnTo>
                    <a:pt x="2759185" y="97763"/>
                  </a:lnTo>
                  <a:lnTo>
                    <a:pt x="2768943" y="61983"/>
                  </a:lnTo>
                  <a:lnTo>
                    <a:pt x="2778687" y="27296"/>
                  </a:lnTo>
                  <a:lnTo>
                    <a:pt x="2788446" y="21998"/>
                  </a:lnTo>
                  <a:lnTo>
                    <a:pt x="2798190" y="7433"/>
                  </a:lnTo>
                  <a:lnTo>
                    <a:pt x="2807934" y="28438"/>
                  </a:lnTo>
                  <a:lnTo>
                    <a:pt x="2817693" y="47979"/>
                  </a:lnTo>
                  <a:lnTo>
                    <a:pt x="2827437" y="61676"/>
                  </a:lnTo>
                  <a:lnTo>
                    <a:pt x="2837196" y="61138"/>
                  </a:lnTo>
                  <a:lnTo>
                    <a:pt x="2846940" y="68263"/>
                  </a:lnTo>
                  <a:lnTo>
                    <a:pt x="2856684" y="85644"/>
                  </a:lnTo>
                  <a:lnTo>
                    <a:pt x="2866442" y="69760"/>
                  </a:lnTo>
                  <a:lnTo>
                    <a:pt x="2876186" y="60135"/>
                  </a:lnTo>
                  <a:lnTo>
                    <a:pt x="2885945" y="49995"/>
                  </a:lnTo>
                  <a:lnTo>
                    <a:pt x="2895689" y="60056"/>
                  </a:lnTo>
                  <a:lnTo>
                    <a:pt x="2905433" y="79985"/>
                  </a:lnTo>
                  <a:lnTo>
                    <a:pt x="2915192" y="8333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0" name="Freeform 1019">
              <a:extLst>
                <a:ext uri="{FF2B5EF4-FFF2-40B4-BE49-F238E27FC236}">
                  <a16:creationId xmlns:a16="http://schemas.microsoft.com/office/drawing/2014/main" id="{1E61E973-3BFA-F0B0-BCE2-DE2F8E173A61}"/>
                </a:ext>
              </a:extLst>
            </p:cNvPr>
            <p:cNvSpPr/>
            <p:nvPr/>
          </p:nvSpPr>
          <p:spPr>
            <a:xfrm>
              <a:off x="4426652" y="3105927"/>
              <a:ext cx="2915191" cy="564012"/>
            </a:xfrm>
            <a:custGeom>
              <a:avLst/>
              <a:gdLst>
                <a:gd name="connsiteX0" fmla="*/ 0 w 2915191"/>
                <a:gd name="connsiteY0" fmla="*/ 89817 h 564012"/>
                <a:gd name="connsiteX1" fmla="*/ 9750 w 2915191"/>
                <a:gd name="connsiteY1" fmla="*/ 133991 h 564012"/>
                <a:gd name="connsiteX2" fmla="*/ 19500 w 2915191"/>
                <a:gd name="connsiteY2" fmla="*/ 138750 h 564012"/>
                <a:gd name="connsiteX3" fmla="*/ 29250 w 2915191"/>
                <a:gd name="connsiteY3" fmla="*/ 131410 h 564012"/>
                <a:gd name="connsiteX4" fmla="*/ 39000 w 2915191"/>
                <a:gd name="connsiteY4" fmla="*/ 98980 h 564012"/>
                <a:gd name="connsiteX5" fmla="*/ 48749 w 2915191"/>
                <a:gd name="connsiteY5" fmla="*/ 90061 h 564012"/>
                <a:gd name="connsiteX6" fmla="*/ 58499 w 2915191"/>
                <a:gd name="connsiteY6" fmla="*/ 49596 h 564012"/>
                <a:gd name="connsiteX7" fmla="*/ 68249 w 2915191"/>
                <a:gd name="connsiteY7" fmla="*/ 65901 h 564012"/>
                <a:gd name="connsiteX8" fmla="*/ 77998 w 2915191"/>
                <a:gd name="connsiteY8" fmla="*/ 58589 h 564012"/>
                <a:gd name="connsiteX9" fmla="*/ 87748 w 2915191"/>
                <a:gd name="connsiteY9" fmla="*/ 27159 h 564012"/>
                <a:gd name="connsiteX10" fmla="*/ 97497 w 2915191"/>
                <a:gd name="connsiteY10" fmla="*/ 35896 h 564012"/>
                <a:gd name="connsiteX11" fmla="*/ 107247 w 2915191"/>
                <a:gd name="connsiteY11" fmla="*/ 11781 h 564012"/>
                <a:gd name="connsiteX12" fmla="*/ 116997 w 2915191"/>
                <a:gd name="connsiteY12" fmla="*/ 0 h 564012"/>
                <a:gd name="connsiteX13" fmla="*/ 126747 w 2915191"/>
                <a:gd name="connsiteY13" fmla="*/ 27609 h 564012"/>
                <a:gd name="connsiteX14" fmla="*/ 136497 w 2915191"/>
                <a:gd name="connsiteY14" fmla="*/ 15994 h 564012"/>
                <a:gd name="connsiteX15" fmla="*/ 146247 w 2915191"/>
                <a:gd name="connsiteY15" fmla="*/ 7938 h 564012"/>
                <a:gd name="connsiteX16" fmla="*/ 155997 w 2915191"/>
                <a:gd name="connsiteY16" fmla="*/ 30227 h 564012"/>
                <a:gd name="connsiteX17" fmla="*/ 165747 w 2915191"/>
                <a:gd name="connsiteY17" fmla="*/ 48711 h 564012"/>
                <a:gd name="connsiteX18" fmla="*/ 175497 w 2915191"/>
                <a:gd name="connsiteY18" fmla="*/ 63052 h 564012"/>
                <a:gd name="connsiteX19" fmla="*/ 185247 w 2915191"/>
                <a:gd name="connsiteY19" fmla="*/ 65926 h 564012"/>
                <a:gd name="connsiteX20" fmla="*/ 194996 w 2915191"/>
                <a:gd name="connsiteY20" fmla="*/ 62482 h 564012"/>
                <a:gd name="connsiteX21" fmla="*/ 204746 w 2915191"/>
                <a:gd name="connsiteY21" fmla="*/ 71593 h 564012"/>
                <a:gd name="connsiteX22" fmla="*/ 214495 w 2915191"/>
                <a:gd name="connsiteY22" fmla="*/ 74173 h 564012"/>
                <a:gd name="connsiteX23" fmla="*/ 224245 w 2915191"/>
                <a:gd name="connsiteY23" fmla="*/ 65675 h 564012"/>
                <a:gd name="connsiteX24" fmla="*/ 233995 w 2915191"/>
                <a:gd name="connsiteY24" fmla="*/ 64684 h 564012"/>
                <a:gd name="connsiteX25" fmla="*/ 243744 w 2915191"/>
                <a:gd name="connsiteY25" fmla="*/ 81404 h 564012"/>
                <a:gd name="connsiteX26" fmla="*/ 253494 w 2915191"/>
                <a:gd name="connsiteY26" fmla="*/ 70369 h 564012"/>
                <a:gd name="connsiteX27" fmla="*/ 263244 w 2915191"/>
                <a:gd name="connsiteY27" fmla="*/ 95033 h 564012"/>
                <a:gd name="connsiteX28" fmla="*/ 272994 w 2915191"/>
                <a:gd name="connsiteY28" fmla="*/ 89175 h 564012"/>
                <a:gd name="connsiteX29" fmla="*/ 282744 w 2915191"/>
                <a:gd name="connsiteY29" fmla="*/ 92293 h 564012"/>
                <a:gd name="connsiteX30" fmla="*/ 292494 w 2915191"/>
                <a:gd name="connsiteY30" fmla="*/ 60593 h 564012"/>
                <a:gd name="connsiteX31" fmla="*/ 302244 w 2915191"/>
                <a:gd name="connsiteY31" fmla="*/ 43401 h 564012"/>
                <a:gd name="connsiteX32" fmla="*/ 311994 w 2915191"/>
                <a:gd name="connsiteY32" fmla="*/ 59141 h 564012"/>
                <a:gd name="connsiteX33" fmla="*/ 321744 w 2915191"/>
                <a:gd name="connsiteY33" fmla="*/ 50436 h 564012"/>
                <a:gd name="connsiteX34" fmla="*/ 331493 w 2915191"/>
                <a:gd name="connsiteY34" fmla="*/ 52070 h 564012"/>
                <a:gd name="connsiteX35" fmla="*/ 341243 w 2915191"/>
                <a:gd name="connsiteY35" fmla="*/ 48103 h 564012"/>
                <a:gd name="connsiteX36" fmla="*/ 350993 w 2915191"/>
                <a:gd name="connsiteY36" fmla="*/ 21973 h 564012"/>
                <a:gd name="connsiteX37" fmla="*/ 360742 w 2915191"/>
                <a:gd name="connsiteY37" fmla="*/ 66001 h 564012"/>
                <a:gd name="connsiteX38" fmla="*/ 370492 w 2915191"/>
                <a:gd name="connsiteY38" fmla="*/ 82332 h 564012"/>
                <a:gd name="connsiteX39" fmla="*/ 380241 w 2915191"/>
                <a:gd name="connsiteY39" fmla="*/ 61062 h 564012"/>
                <a:gd name="connsiteX40" fmla="*/ 389991 w 2915191"/>
                <a:gd name="connsiteY40" fmla="*/ 39950 h 564012"/>
                <a:gd name="connsiteX41" fmla="*/ 399741 w 2915191"/>
                <a:gd name="connsiteY41" fmla="*/ 63954 h 564012"/>
                <a:gd name="connsiteX42" fmla="*/ 409491 w 2915191"/>
                <a:gd name="connsiteY42" fmla="*/ 68869 h 564012"/>
                <a:gd name="connsiteX43" fmla="*/ 419241 w 2915191"/>
                <a:gd name="connsiteY43" fmla="*/ 85972 h 564012"/>
                <a:gd name="connsiteX44" fmla="*/ 428991 w 2915191"/>
                <a:gd name="connsiteY44" fmla="*/ 114938 h 564012"/>
                <a:gd name="connsiteX45" fmla="*/ 438741 w 2915191"/>
                <a:gd name="connsiteY45" fmla="*/ 141239 h 564012"/>
                <a:gd name="connsiteX46" fmla="*/ 448491 w 2915191"/>
                <a:gd name="connsiteY46" fmla="*/ 161879 h 564012"/>
                <a:gd name="connsiteX47" fmla="*/ 458241 w 2915191"/>
                <a:gd name="connsiteY47" fmla="*/ 98922 h 564012"/>
                <a:gd name="connsiteX48" fmla="*/ 467991 w 2915191"/>
                <a:gd name="connsiteY48" fmla="*/ 111395 h 564012"/>
                <a:gd name="connsiteX49" fmla="*/ 477740 w 2915191"/>
                <a:gd name="connsiteY49" fmla="*/ 109560 h 564012"/>
                <a:gd name="connsiteX50" fmla="*/ 487490 w 2915191"/>
                <a:gd name="connsiteY50" fmla="*/ 99275 h 564012"/>
                <a:gd name="connsiteX51" fmla="*/ 497239 w 2915191"/>
                <a:gd name="connsiteY51" fmla="*/ 117355 h 564012"/>
                <a:gd name="connsiteX52" fmla="*/ 506989 w 2915191"/>
                <a:gd name="connsiteY52" fmla="*/ 119560 h 564012"/>
                <a:gd name="connsiteX53" fmla="*/ 516738 w 2915191"/>
                <a:gd name="connsiteY53" fmla="*/ 133496 h 564012"/>
                <a:gd name="connsiteX54" fmla="*/ 526488 w 2915191"/>
                <a:gd name="connsiteY54" fmla="*/ 124624 h 564012"/>
                <a:gd name="connsiteX55" fmla="*/ 536238 w 2915191"/>
                <a:gd name="connsiteY55" fmla="*/ 92837 h 564012"/>
                <a:gd name="connsiteX56" fmla="*/ 545988 w 2915191"/>
                <a:gd name="connsiteY56" fmla="*/ 99302 h 564012"/>
                <a:gd name="connsiteX57" fmla="*/ 555738 w 2915191"/>
                <a:gd name="connsiteY57" fmla="*/ 107611 h 564012"/>
                <a:gd name="connsiteX58" fmla="*/ 565488 w 2915191"/>
                <a:gd name="connsiteY58" fmla="*/ 77391 h 564012"/>
                <a:gd name="connsiteX59" fmla="*/ 575238 w 2915191"/>
                <a:gd name="connsiteY59" fmla="*/ 48738 h 564012"/>
                <a:gd name="connsiteX60" fmla="*/ 584988 w 2915191"/>
                <a:gd name="connsiteY60" fmla="*/ 68701 h 564012"/>
                <a:gd name="connsiteX61" fmla="*/ 594738 w 2915191"/>
                <a:gd name="connsiteY61" fmla="*/ 77090 h 564012"/>
                <a:gd name="connsiteX62" fmla="*/ 604488 w 2915191"/>
                <a:gd name="connsiteY62" fmla="*/ 69563 h 564012"/>
                <a:gd name="connsiteX63" fmla="*/ 614237 w 2915191"/>
                <a:gd name="connsiteY63" fmla="*/ 101148 h 564012"/>
                <a:gd name="connsiteX64" fmla="*/ 623987 w 2915191"/>
                <a:gd name="connsiteY64" fmla="*/ 105655 h 564012"/>
                <a:gd name="connsiteX65" fmla="*/ 633736 w 2915191"/>
                <a:gd name="connsiteY65" fmla="*/ 101096 h 564012"/>
                <a:gd name="connsiteX66" fmla="*/ 643486 w 2915191"/>
                <a:gd name="connsiteY66" fmla="*/ 79376 h 564012"/>
                <a:gd name="connsiteX67" fmla="*/ 653236 w 2915191"/>
                <a:gd name="connsiteY67" fmla="*/ 67343 h 564012"/>
                <a:gd name="connsiteX68" fmla="*/ 662985 w 2915191"/>
                <a:gd name="connsiteY68" fmla="*/ 52283 h 564012"/>
                <a:gd name="connsiteX69" fmla="*/ 672735 w 2915191"/>
                <a:gd name="connsiteY69" fmla="*/ 61710 h 564012"/>
                <a:gd name="connsiteX70" fmla="*/ 682485 w 2915191"/>
                <a:gd name="connsiteY70" fmla="*/ 75997 h 564012"/>
                <a:gd name="connsiteX71" fmla="*/ 692235 w 2915191"/>
                <a:gd name="connsiteY71" fmla="*/ 86249 h 564012"/>
                <a:gd name="connsiteX72" fmla="*/ 701985 w 2915191"/>
                <a:gd name="connsiteY72" fmla="*/ 78458 h 564012"/>
                <a:gd name="connsiteX73" fmla="*/ 711735 w 2915191"/>
                <a:gd name="connsiteY73" fmla="*/ 56695 h 564012"/>
                <a:gd name="connsiteX74" fmla="*/ 721485 w 2915191"/>
                <a:gd name="connsiteY74" fmla="*/ 73526 h 564012"/>
                <a:gd name="connsiteX75" fmla="*/ 731235 w 2915191"/>
                <a:gd name="connsiteY75" fmla="*/ 73488 h 564012"/>
                <a:gd name="connsiteX76" fmla="*/ 740985 w 2915191"/>
                <a:gd name="connsiteY76" fmla="*/ 85309 h 564012"/>
                <a:gd name="connsiteX77" fmla="*/ 750734 w 2915191"/>
                <a:gd name="connsiteY77" fmla="*/ 87624 h 564012"/>
                <a:gd name="connsiteX78" fmla="*/ 760484 w 2915191"/>
                <a:gd name="connsiteY78" fmla="*/ 125475 h 564012"/>
                <a:gd name="connsiteX79" fmla="*/ 770233 w 2915191"/>
                <a:gd name="connsiteY79" fmla="*/ 116349 h 564012"/>
                <a:gd name="connsiteX80" fmla="*/ 779983 w 2915191"/>
                <a:gd name="connsiteY80" fmla="*/ 116880 h 564012"/>
                <a:gd name="connsiteX81" fmla="*/ 789733 w 2915191"/>
                <a:gd name="connsiteY81" fmla="*/ 113700 h 564012"/>
                <a:gd name="connsiteX82" fmla="*/ 799482 w 2915191"/>
                <a:gd name="connsiteY82" fmla="*/ 119825 h 564012"/>
                <a:gd name="connsiteX83" fmla="*/ 809232 w 2915191"/>
                <a:gd name="connsiteY83" fmla="*/ 88037 h 564012"/>
                <a:gd name="connsiteX84" fmla="*/ 818982 w 2915191"/>
                <a:gd name="connsiteY84" fmla="*/ 96454 h 564012"/>
                <a:gd name="connsiteX85" fmla="*/ 828732 w 2915191"/>
                <a:gd name="connsiteY85" fmla="*/ 119944 h 564012"/>
                <a:gd name="connsiteX86" fmla="*/ 838482 w 2915191"/>
                <a:gd name="connsiteY86" fmla="*/ 104218 h 564012"/>
                <a:gd name="connsiteX87" fmla="*/ 848232 w 2915191"/>
                <a:gd name="connsiteY87" fmla="*/ 97256 h 564012"/>
                <a:gd name="connsiteX88" fmla="*/ 857982 w 2915191"/>
                <a:gd name="connsiteY88" fmla="*/ 122817 h 564012"/>
                <a:gd name="connsiteX89" fmla="*/ 867732 w 2915191"/>
                <a:gd name="connsiteY89" fmla="*/ 129438 h 564012"/>
                <a:gd name="connsiteX90" fmla="*/ 877482 w 2915191"/>
                <a:gd name="connsiteY90" fmla="*/ 116733 h 564012"/>
                <a:gd name="connsiteX91" fmla="*/ 887231 w 2915191"/>
                <a:gd name="connsiteY91" fmla="*/ 110768 h 564012"/>
                <a:gd name="connsiteX92" fmla="*/ 896981 w 2915191"/>
                <a:gd name="connsiteY92" fmla="*/ 111674 h 564012"/>
                <a:gd name="connsiteX93" fmla="*/ 906730 w 2915191"/>
                <a:gd name="connsiteY93" fmla="*/ 104130 h 564012"/>
                <a:gd name="connsiteX94" fmla="*/ 916480 w 2915191"/>
                <a:gd name="connsiteY94" fmla="*/ 87338 h 564012"/>
                <a:gd name="connsiteX95" fmla="*/ 926230 w 2915191"/>
                <a:gd name="connsiteY95" fmla="*/ 99232 h 564012"/>
                <a:gd name="connsiteX96" fmla="*/ 935979 w 2915191"/>
                <a:gd name="connsiteY96" fmla="*/ 119119 h 564012"/>
                <a:gd name="connsiteX97" fmla="*/ 945729 w 2915191"/>
                <a:gd name="connsiteY97" fmla="*/ 121120 h 564012"/>
                <a:gd name="connsiteX98" fmla="*/ 955479 w 2915191"/>
                <a:gd name="connsiteY98" fmla="*/ 116875 h 564012"/>
                <a:gd name="connsiteX99" fmla="*/ 965229 w 2915191"/>
                <a:gd name="connsiteY99" fmla="*/ 122249 h 564012"/>
                <a:gd name="connsiteX100" fmla="*/ 974979 w 2915191"/>
                <a:gd name="connsiteY100" fmla="*/ 112903 h 564012"/>
                <a:gd name="connsiteX101" fmla="*/ 984729 w 2915191"/>
                <a:gd name="connsiteY101" fmla="*/ 100012 h 564012"/>
                <a:gd name="connsiteX102" fmla="*/ 994474 w 2915191"/>
                <a:gd name="connsiteY102" fmla="*/ 100832 h 564012"/>
                <a:gd name="connsiteX103" fmla="*/ 1004233 w 2915191"/>
                <a:gd name="connsiteY103" fmla="*/ 111233 h 564012"/>
                <a:gd name="connsiteX104" fmla="*/ 1013977 w 2915191"/>
                <a:gd name="connsiteY104" fmla="*/ 103813 h 564012"/>
                <a:gd name="connsiteX105" fmla="*/ 1023721 w 2915191"/>
                <a:gd name="connsiteY105" fmla="*/ 158920 h 564012"/>
                <a:gd name="connsiteX106" fmla="*/ 1033480 w 2915191"/>
                <a:gd name="connsiteY106" fmla="*/ 140283 h 564012"/>
                <a:gd name="connsiteX107" fmla="*/ 1043224 w 2915191"/>
                <a:gd name="connsiteY107" fmla="*/ 143029 h 564012"/>
                <a:gd name="connsiteX108" fmla="*/ 1052983 w 2915191"/>
                <a:gd name="connsiteY108" fmla="*/ 101276 h 564012"/>
                <a:gd name="connsiteX109" fmla="*/ 1062727 w 2915191"/>
                <a:gd name="connsiteY109" fmla="*/ 79549 h 564012"/>
                <a:gd name="connsiteX110" fmla="*/ 1072471 w 2915191"/>
                <a:gd name="connsiteY110" fmla="*/ 97314 h 564012"/>
                <a:gd name="connsiteX111" fmla="*/ 1082230 w 2915191"/>
                <a:gd name="connsiteY111" fmla="*/ 99723 h 564012"/>
                <a:gd name="connsiteX112" fmla="*/ 1091973 w 2915191"/>
                <a:gd name="connsiteY112" fmla="*/ 118559 h 564012"/>
                <a:gd name="connsiteX113" fmla="*/ 1101732 w 2915191"/>
                <a:gd name="connsiteY113" fmla="*/ 156161 h 564012"/>
                <a:gd name="connsiteX114" fmla="*/ 1111476 w 2915191"/>
                <a:gd name="connsiteY114" fmla="*/ 165131 h 564012"/>
                <a:gd name="connsiteX115" fmla="*/ 1121220 w 2915191"/>
                <a:gd name="connsiteY115" fmla="*/ 203939 h 564012"/>
                <a:gd name="connsiteX116" fmla="*/ 1130979 w 2915191"/>
                <a:gd name="connsiteY116" fmla="*/ 231789 h 564012"/>
                <a:gd name="connsiteX117" fmla="*/ 1140723 w 2915191"/>
                <a:gd name="connsiteY117" fmla="*/ 213611 h 564012"/>
                <a:gd name="connsiteX118" fmla="*/ 1150482 w 2915191"/>
                <a:gd name="connsiteY118" fmla="*/ 228781 h 564012"/>
                <a:gd name="connsiteX119" fmla="*/ 1160226 w 2915191"/>
                <a:gd name="connsiteY119" fmla="*/ 230657 h 564012"/>
                <a:gd name="connsiteX120" fmla="*/ 1169969 w 2915191"/>
                <a:gd name="connsiteY120" fmla="*/ 230805 h 564012"/>
                <a:gd name="connsiteX121" fmla="*/ 1179728 w 2915191"/>
                <a:gd name="connsiteY121" fmla="*/ 252454 h 564012"/>
                <a:gd name="connsiteX122" fmla="*/ 1189472 w 2915191"/>
                <a:gd name="connsiteY122" fmla="*/ 246005 h 564012"/>
                <a:gd name="connsiteX123" fmla="*/ 1199231 w 2915191"/>
                <a:gd name="connsiteY123" fmla="*/ 267312 h 564012"/>
                <a:gd name="connsiteX124" fmla="*/ 1208975 w 2915191"/>
                <a:gd name="connsiteY124" fmla="*/ 264046 h 564012"/>
                <a:gd name="connsiteX125" fmla="*/ 1218719 w 2915191"/>
                <a:gd name="connsiteY125" fmla="*/ 277786 h 564012"/>
                <a:gd name="connsiteX126" fmla="*/ 1228478 w 2915191"/>
                <a:gd name="connsiteY126" fmla="*/ 282897 h 564012"/>
                <a:gd name="connsiteX127" fmla="*/ 1238222 w 2915191"/>
                <a:gd name="connsiteY127" fmla="*/ 261616 h 564012"/>
                <a:gd name="connsiteX128" fmla="*/ 1247966 w 2915191"/>
                <a:gd name="connsiteY128" fmla="*/ 254778 h 564012"/>
                <a:gd name="connsiteX129" fmla="*/ 1257725 w 2915191"/>
                <a:gd name="connsiteY129" fmla="*/ 250287 h 564012"/>
                <a:gd name="connsiteX130" fmla="*/ 1267469 w 2915191"/>
                <a:gd name="connsiteY130" fmla="*/ 235344 h 564012"/>
                <a:gd name="connsiteX131" fmla="*/ 1277227 w 2915191"/>
                <a:gd name="connsiteY131" fmla="*/ 238977 h 564012"/>
                <a:gd name="connsiteX132" fmla="*/ 1286971 w 2915191"/>
                <a:gd name="connsiteY132" fmla="*/ 262213 h 564012"/>
                <a:gd name="connsiteX133" fmla="*/ 1296715 w 2915191"/>
                <a:gd name="connsiteY133" fmla="*/ 261283 h 564012"/>
                <a:gd name="connsiteX134" fmla="*/ 1306474 w 2915191"/>
                <a:gd name="connsiteY134" fmla="*/ 259291 h 564012"/>
                <a:gd name="connsiteX135" fmla="*/ 1316218 w 2915191"/>
                <a:gd name="connsiteY135" fmla="*/ 259938 h 564012"/>
                <a:gd name="connsiteX136" fmla="*/ 1325977 w 2915191"/>
                <a:gd name="connsiteY136" fmla="*/ 230003 h 564012"/>
                <a:gd name="connsiteX137" fmla="*/ 1335721 w 2915191"/>
                <a:gd name="connsiteY137" fmla="*/ 259148 h 564012"/>
                <a:gd name="connsiteX138" fmla="*/ 1345465 w 2915191"/>
                <a:gd name="connsiteY138" fmla="*/ 236323 h 564012"/>
                <a:gd name="connsiteX139" fmla="*/ 1355224 w 2915191"/>
                <a:gd name="connsiteY139" fmla="*/ 226698 h 564012"/>
                <a:gd name="connsiteX140" fmla="*/ 1364967 w 2915191"/>
                <a:gd name="connsiteY140" fmla="*/ 227391 h 564012"/>
                <a:gd name="connsiteX141" fmla="*/ 1374726 w 2915191"/>
                <a:gd name="connsiteY141" fmla="*/ 215661 h 564012"/>
                <a:gd name="connsiteX142" fmla="*/ 1384470 w 2915191"/>
                <a:gd name="connsiteY142" fmla="*/ 208271 h 564012"/>
                <a:gd name="connsiteX143" fmla="*/ 1394214 w 2915191"/>
                <a:gd name="connsiteY143" fmla="*/ 201674 h 564012"/>
                <a:gd name="connsiteX144" fmla="*/ 1403973 w 2915191"/>
                <a:gd name="connsiteY144" fmla="*/ 176113 h 564012"/>
                <a:gd name="connsiteX145" fmla="*/ 1413717 w 2915191"/>
                <a:gd name="connsiteY145" fmla="*/ 197249 h 564012"/>
                <a:gd name="connsiteX146" fmla="*/ 1423476 w 2915191"/>
                <a:gd name="connsiteY146" fmla="*/ 183523 h 564012"/>
                <a:gd name="connsiteX147" fmla="*/ 1433220 w 2915191"/>
                <a:gd name="connsiteY147" fmla="*/ 209271 h 564012"/>
                <a:gd name="connsiteX148" fmla="*/ 1442964 w 2915191"/>
                <a:gd name="connsiteY148" fmla="*/ 212456 h 564012"/>
                <a:gd name="connsiteX149" fmla="*/ 1452722 w 2915191"/>
                <a:gd name="connsiteY149" fmla="*/ 225398 h 564012"/>
                <a:gd name="connsiteX150" fmla="*/ 1462466 w 2915191"/>
                <a:gd name="connsiteY150" fmla="*/ 227865 h 564012"/>
                <a:gd name="connsiteX151" fmla="*/ 1472225 w 2915191"/>
                <a:gd name="connsiteY151" fmla="*/ 247794 h 564012"/>
                <a:gd name="connsiteX152" fmla="*/ 1481969 w 2915191"/>
                <a:gd name="connsiteY152" fmla="*/ 251742 h 564012"/>
                <a:gd name="connsiteX153" fmla="*/ 1491713 w 2915191"/>
                <a:gd name="connsiteY153" fmla="*/ 247921 h 564012"/>
                <a:gd name="connsiteX154" fmla="*/ 1501472 w 2915191"/>
                <a:gd name="connsiteY154" fmla="*/ 242324 h 564012"/>
                <a:gd name="connsiteX155" fmla="*/ 1511216 w 2915191"/>
                <a:gd name="connsiteY155" fmla="*/ 276334 h 564012"/>
                <a:gd name="connsiteX156" fmla="*/ 1520960 w 2915191"/>
                <a:gd name="connsiteY156" fmla="*/ 260315 h 564012"/>
                <a:gd name="connsiteX157" fmla="*/ 1530719 w 2915191"/>
                <a:gd name="connsiteY157" fmla="*/ 280429 h 564012"/>
                <a:gd name="connsiteX158" fmla="*/ 1540463 w 2915191"/>
                <a:gd name="connsiteY158" fmla="*/ 262255 h 564012"/>
                <a:gd name="connsiteX159" fmla="*/ 1550221 w 2915191"/>
                <a:gd name="connsiteY159" fmla="*/ 256441 h 564012"/>
                <a:gd name="connsiteX160" fmla="*/ 1559965 w 2915191"/>
                <a:gd name="connsiteY160" fmla="*/ 260543 h 564012"/>
                <a:gd name="connsiteX161" fmla="*/ 1569709 w 2915191"/>
                <a:gd name="connsiteY161" fmla="*/ 286986 h 564012"/>
                <a:gd name="connsiteX162" fmla="*/ 1579468 w 2915191"/>
                <a:gd name="connsiteY162" fmla="*/ 351498 h 564012"/>
                <a:gd name="connsiteX163" fmla="*/ 1589212 w 2915191"/>
                <a:gd name="connsiteY163" fmla="*/ 336051 h 564012"/>
                <a:gd name="connsiteX164" fmla="*/ 1598971 w 2915191"/>
                <a:gd name="connsiteY164" fmla="*/ 356658 h 564012"/>
                <a:gd name="connsiteX165" fmla="*/ 1608715 w 2915191"/>
                <a:gd name="connsiteY165" fmla="*/ 358043 h 564012"/>
                <a:gd name="connsiteX166" fmla="*/ 1618459 w 2915191"/>
                <a:gd name="connsiteY166" fmla="*/ 342335 h 564012"/>
                <a:gd name="connsiteX167" fmla="*/ 1628218 w 2915191"/>
                <a:gd name="connsiteY167" fmla="*/ 358321 h 564012"/>
                <a:gd name="connsiteX168" fmla="*/ 1637962 w 2915191"/>
                <a:gd name="connsiteY168" fmla="*/ 376396 h 564012"/>
                <a:gd name="connsiteX169" fmla="*/ 1647720 w 2915191"/>
                <a:gd name="connsiteY169" fmla="*/ 388735 h 564012"/>
                <a:gd name="connsiteX170" fmla="*/ 1657464 w 2915191"/>
                <a:gd name="connsiteY170" fmla="*/ 405093 h 564012"/>
                <a:gd name="connsiteX171" fmla="*/ 1667208 w 2915191"/>
                <a:gd name="connsiteY171" fmla="*/ 384261 h 564012"/>
                <a:gd name="connsiteX172" fmla="*/ 1676967 w 2915191"/>
                <a:gd name="connsiteY172" fmla="*/ 375438 h 564012"/>
                <a:gd name="connsiteX173" fmla="*/ 1686711 w 2915191"/>
                <a:gd name="connsiteY173" fmla="*/ 387458 h 564012"/>
                <a:gd name="connsiteX174" fmla="*/ 1696470 w 2915191"/>
                <a:gd name="connsiteY174" fmla="*/ 366916 h 564012"/>
                <a:gd name="connsiteX175" fmla="*/ 1706214 w 2915191"/>
                <a:gd name="connsiteY175" fmla="*/ 365223 h 564012"/>
                <a:gd name="connsiteX176" fmla="*/ 1715958 w 2915191"/>
                <a:gd name="connsiteY176" fmla="*/ 384875 h 564012"/>
                <a:gd name="connsiteX177" fmla="*/ 1725716 w 2915191"/>
                <a:gd name="connsiteY177" fmla="*/ 380696 h 564012"/>
                <a:gd name="connsiteX178" fmla="*/ 1735460 w 2915191"/>
                <a:gd name="connsiteY178" fmla="*/ 386387 h 564012"/>
                <a:gd name="connsiteX179" fmla="*/ 1745219 w 2915191"/>
                <a:gd name="connsiteY179" fmla="*/ 361729 h 564012"/>
                <a:gd name="connsiteX180" fmla="*/ 1754963 w 2915191"/>
                <a:gd name="connsiteY180" fmla="*/ 403445 h 564012"/>
                <a:gd name="connsiteX181" fmla="*/ 1764707 w 2915191"/>
                <a:gd name="connsiteY181" fmla="*/ 383912 h 564012"/>
                <a:gd name="connsiteX182" fmla="*/ 1774466 w 2915191"/>
                <a:gd name="connsiteY182" fmla="*/ 400255 h 564012"/>
                <a:gd name="connsiteX183" fmla="*/ 1784210 w 2915191"/>
                <a:gd name="connsiteY183" fmla="*/ 387846 h 564012"/>
                <a:gd name="connsiteX184" fmla="*/ 1793969 w 2915191"/>
                <a:gd name="connsiteY184" fmla="*/ 390362 h 564012"/>
                <a:gd name="connsiteX185" fmla="*/ 1803713 w 2915191"/>
                <a:gd name="connsiteY185" fmla="*/ 431068 h 564012"/>
                <a:gd name="connsiteX186" fmla="*/ 1813457 w 2915191"/>
                <a:gd name="connsiteY186" fmla="*/ 427835 h 564012"/>
                <a:gd name="connsiteX187" fmla="*/ 1823215 w 2915191"/>
                <a:gd name="connsiteY187" fmla="*/ 434363 h 564012"/>
                <a:gd name="connsiteX188" fmla="*/ 1832959 w 2915191"/>
                <a:gd name="connsiteY188" fmla="*/ 449143 h 564012"/>
                <a:gd name="connsiteX189" fmla="*/ 1842703 w 2915191"/>
                <a:gd name="connsiteY189" fmla="*/ 468214 h 564012"/>
                <a:gd name="connsiteX190" fmla="*/ 1852462 w 2915191"/>
                <a:gd name="connsiteY190" fmla="*/ 478281 h 564012"/>
                <a:gd name="connsiteX191" fmla="*/ 1862206 w 2915191"/>
                <a:gd name="connsiteY191" fmla="*/ 431501 h 564012"/>
                <a:gd name="connsiteX192" fmla="*/ 1871965 w 2915191"/>
                <a:gd name="connsiteY192" fmla="*/ 439110 h 564012"/>
                <a:gd name="connsiteX193" fmla="*/ 1881709 w 2915191"/>
                <a:gd name="connsiteY193" fmla="*/ 421002 h 564012"/>
                <a:gd name="connsiteX194" fmla="*/ 1891453 w 2915191"/>
                <a:gd name="connsiteY194" fmla="*/ 409212 h 564012"/>
                <a:gd name="connsiteX195" fmla="*/ 1901212 w 2915191"/>
                <a:gd name="connsiteY195" fmla="*/ 444596 h 564012"/>
                <a:gd name="connsiteX196" fmla="*/ 1910956 w 2915191"/>
                <a:gd name="connsiteY196" fmla="*/ 412444 h 564012"/>
                <a:gd name="connsiteX197" fmla="*/ 1920714 w 2915191"/>
                <a:gd name="connsiteY197" fmla="*/ 425238 h 564012"/>
                <a:gd name="connsiteX198" fmla="*/ 1930458 w 2915191"/>
                <a:gd name="connsiteY198" fmla="*/ 377159 h 564012"/>
                <a:gd name="connsiteX199" fmla="*/ 1940202 w 2915191"/>
                <a:gd name="connsiteY199" fmla="*/ 397448 h 564012"/>
                <a:gd name="connsiteX200" fmla="*/ 1949961 w 2915191"/>
                <a:gd name="connsiteY200" fmla="*/ 416719 h 564012"/>
                <a:gd name="connsiteX201" fmla="*/ 1959705 w 2915191"/>
                <a:gd name="connsiteY201" fmla="*/ 401507 h 564012"/>
                <a:gd name="connsiteX202" fmla="*/ 1969464 w 2915191"/>
                <a:gd name="connsiteY202" fmla="*/ 385897 h 564012"/>
                <a:gd name="connsiteX203" fmla="*/ 1979208 w 2915191"/>
                <a:gd name="connsiteY203" fmla="*/ 396419 h 564012"/>
                <a:gd name="connsiteX204" fmla="*/ 1988952 w 2915191"/>
                <a:gd name="connsiteY204" fmla="*/ 425555 h 564012"/>
                <a:gd name="connsiteX205" fmla="*/ 1998711 w 2915191"/>
                <a:gd name="connsiteY205" fmla="*/ 406595 h 564012"/>
                <a:gd name="connsiteX206" fmla="*/ 2008454 w 2915191"/>
                <a:gd name="connsiteY206" fmla="*/ 422782 h 564012"/>
                <a:gd name="connsiteX207" fmla="*/ 2018213 w 2915191"/>
                <a:gd name="connsiteY207" fmla="*/ 398381 h 564012"/>
                <a:gd name="connsiteX208" fmla="*/ 2027957 w 2915191"/>
                <a:gd name="connsiteY208" fmla="*/ 422833 h 564012"/>
                <a:gd name="connsiteX209" fmla="*/ 2037701 w 2915191"/>
                <a:gd name="connsiteY209" fmla="*/ 418219 h 564012"/>
                <a:gd name="connsiteX210" fmla="*/ 2047460 w 2915191"/>
                <a:gd name="connsiteY210" fmla="*/ 435052 h 564012"/>
                <a:gd name="connsiteX211" fmla="*/ 2057204 w 2915191"/>
                <a:gd name="connsiteY211" fmla="*/ 439633 h 564012"/>
                <a:gd name="connsiteX212" fmla="*/ 2066963 w 2915191"/>
                <a:gd name="connsiteY212" fmla="*/ 437580 h 564012"/>
                <a:gd name="connsiteX213" fmla="*/ 2076707 w 2915191"/>
                <a:gd name="connsiteY213" fmla="*/ 429673 h 564012"/>
                <a:gd name="connsiteX214" fmla="*/ 2086451 w 2915191"/>
                <a:gd name="connsiteY214" fmla="*/ 458704 h 564012"/>
                <a:gd name="connsiteX215" fmla="*/ 2096210 w 2915191"/>
                <a:gd name="connsiteY215" fmla="*/ 447993 h 564012"/>
                <a:gd name="connsiteX216" fmla="*/ 2105954 w 2915191"/>
                <a:gd name="connsiteY216" fmla="*/ 443520 h 564012"/>
                <a:gd name="connsiteX217" fmla="*/ 2115697 w 2915191"/>
                <a:gd name="connsiteY217" fmla="*/ 421230 h 564012"/>
                <a:gd name="connsiteX218" fmla="*/ 2125456 w 2915191"/>
                <a:gd name="connsiteY218" fmla="*/ 424636 h 564012"/>
                <a:gd name="connsiteX219" fmla="*/ 2135200 w 2915191"/>
                <a:gd name="connsiteY219" fmla="*/ 449373 h 564012"/>
                <a:gd name="connsiteX220" fmla="*/ 2144959 w 2915191"/>
                <a:gd name="connsiteY220" fmla="*/ 465082 h 564012"/>
                <a:gd name="connsiteX221" fmla="*/ 2154703 w 2915191"/>
                <a:gd name="connsiteY221" fmla="*/ 460337 h 564012"/>
                <a:gd name="connsiteX222" fmla="*/ 2164447 w 2915191"/>
                <a:gd name="connsiteY222" fmla="*/ 463193 h 564012"/>
                <a:gd name="connsiteX223" fmla="*/ 2174206 w 2915191"/>
                <a:gd name="connsiteY223" fmla="*/ 466053 h 564012"/>
                <a:gd name="connsiteX224" fmla="*/ 2183950 w 2915191"/>
                <a:gd name="connsiteY224" fmla="*/ 497431 h 564012"/>
                <a:gd name="connsiteX225" fmla="*/ 2193709 w 2915191"/>
                <a:gd name="connsiteY225" fmla="*/ 493432 h 564012"/>
                <a:gd name="connsiteX226" fmla="*/ 2203452 w 2915191"/>
                <a:gd name="connsiteY226" fmla="*/ 479781 h 564012"/>
                <a:gd name="connsiteX227" fmla="*/ 2213196 w 2915191"/>
                <a:gd name="connsiteY227" fmla="*/ 484977 h 564012"/>
                <a:gd name="connsiteX228" fmla="*/ 2222955 w 2915191"/>
                <a:gd name="connsiteY228" fmla="*/ 514003 h 564012"/>
                <a:gd name="connsiteX229" fmla="*/ 2232699 w 2915191"/>
                <a:gd name="connsiteY229" fmla="*/ 528367 h 564012"/>
                <a:gd name="connsiteX230" fmla="*/ 2242458 w 2915191"/>
                <a:gd name="connsiteY230" fmla="*/ 506740 h 564012"/>
                <a:gd name="connsiteX231" fmla="*/ 2252202 w 2915191"/>
                <a:gd name="connsiteY231" fmla="*/ 523944 h 564012"/>
                <a:gd name="connsiteX232" fmla="*/ 2261946 w 2915191"/>
                <a:gd name="connsiteY232" fmla="*/ 537169 h 564012"/>
                <a:gd name="connsiteX233" fmla="*/ 2271705 w 2915191"/>
                <a:gd name="connsiteY233" fmla="*/ 556322 h 564012"/>
                <a:gd name="connsiteX234" fmla="*/ 2281449 w 2915191"/>
                <a:gd name="connsiteY234" fmla="*/ 564013 h 564012"/>
                <a:gd name="connsiteX235" fmla="*/ 2291208 w 2915191"/>
                <a:gd name="connsiteY235" fmla="*/ 554096 h 564012"/>
                <a:gd name="connsiteX236" fmla="*/ 2300951 w 2915191"/>
                <a:gd name="connsiteY236" fmla="*/ 522945 h 564012"/>
                <a:gd name="connsiteX237" fmla="*/ 2310695 w 2915191"/>
                <a:gd name="connsiteY237" fmla="*/ 542415 h 564012"/>
                <a:gd name="connsiteX238" fmla="*/ 2320454 w 2915191"/>
                <a:gd name="connsiteY238" fmla="*/ 552368 h 564012"/>
                <a:gd name="connsiteX239" fmla="*/ 2330198 w 2915191"/>
                <a:gd name="connsiteY239" fmla="*/ 548131 h 564012"/>
                <a:gd name="connsiteX240" fmla="*/ 2339957 w 2915191"/>
                <a:gd name="connsiteY240" fmla="*/ 534334 h 564012"/>
                <a:gd name="connsiteX241" fmla="*/ 2349701 w 2915191"/>
                <a:gd name="connsiteY241" fmla="*/ 514106 h 564012"/>
                <a:gd name="connsiteX242" fmla="*/ 2359445 w 2915191"/>
                <a:gd name="connsiteY242" fmla="*/ 508067 h 564012"/>
                <a:gd name="connsiteX243" fmla="*/ 2369204 w 2915191"/>
                <a:gd name="connsiteY243" fmla="*/ 538291 h 564012"/>
                <a:gd name="connsiteX244" fmla="*/ 2378948 w 2915191"/>
                <a:gd name="connsiteY244" fmla="*/ 552080 h 564012"/>
                <a:gd name="connsiteX245" fmla="*/ 2388692 w 2915191"/>
                <a:gd name="connsiteY245" fmla="*/ 526894 h 564012"/>
                <a:gd name="connsiteX246" fmla="*/ 2398450 w 2915191"/>
                <a:gd name="connsiteY246" fmla="*/ 527081 h 564012"/>
                <a:gd name="connsiteX247" fmla="*/ 2408194 w 2915191"/>
                <a:gd name="connsiteY247" fmla="*/ 522969 h 564012"/>
                <a:gd name="connsiteX248" fmla="*/ 2417953 w 2915191"/>
                <a:gd name="connsiteY248" fmla="*/ 478348 h 564012"/>
                <a:gd name="connsiteX249" fmla="*/ 2427697 w 2915191"/>
                <a:gd name="connsiteY249" fmla="*/ 483201 h 564012"/>
                <a:gd name="connsiteX250" fmla="*/ 2437441 w 2915191"/>
                <a:gd name="connsiteY250" fmla="*/ 470352 h 564012"/>
                <a:gd name="connsiteX251" fmla="*/ 2447200 w 2915191"/>
                <a:gd name="connsiteY251" fmla="*/ 449250 h 564012"/>
                <a:gd name="connsiteX252" fmla="*/ 2456944 w 2915191"/>
                <a:gd name="connsiteY252" fmla="*/ 436174 h 564012"/>
                <a:gd name="connsiteX253" fmla="*/ 2466703 w 2915191"/>
                <a:gd name="connsiteY253" fmla="*/ 442667 h 564012"/>
                <a:gd name="connsiteX254" fmla="*/ 2476446 w 2915191"/>
                <a:gd name="connsiteY254" fmla="*/ 451019 h 564012"/>
                <a:gd name="connsiteX255" fmla="*/ 2486190 w 2915191"/>
                <a:gd name="connsiteY255" fmla="*/ 461089 h 564012"/>
                <a:gd name="connsiteX256" fmla="*/ 2495949 w 2915191"/>
                <a:gd name="connsiteY256" fmla="*/ 456524 h 564012"/>
                <a:gd name="connsiteX257" fmla="*/ 2505693 w 2915191"/>
                <a:gd name="connsiteY257" fmla="*/ 479226 h 564012"/>
                <a:gd name="connsiteX258" fmla="*/ 2515452 w 2915191"/>
                <a:gd name="connsiteY258" fmla="*/ 485327 h 564012"/>
                <a:gd name="connsiteX259" fmla="*/ 2525196 w 2915191"/>
                <a:gd name="connsiteY259" fmla="*/ 512912 h 564012"/>
                <a:gd name="connsiteX260" fmla="*/ 2534940 w 2915191"/>
                <a:gd name="connsiteY260" fmla="*/ 517835 h 564012"/>
                <a:gd name="connsiteX261" fmla="*/ 2544699 w 2915191"/>
                <a:gd name="connsiteY261" fmla="*/ 511108 h 564012"/>
                <a:gd name="connsiteX262" fmla="*/ 2554443 w 2915191"/>
                <a:gd name="connsiteY262" fmla="*/ 493833 h 564012"/>
                <a:gd name="connsiteX263" fmla="*/ 2564202 w 2915191"/>
                <a:gd name="connsiteY263" fmla="*/ 502081 h 564012"/>
                <a:gd name="connsiteX264" fmla="*/ 2573946 w 2915191"/>
                <a:gd name="connsiteY264" fmla="*/ 506488 h 564012"/>
                <a:gd name="connsiteX265" fmla="*/ 2583690 w 2915191"/>
                <a:gd name="connsiteY265" fmla="*/ 476721 h 564012"/>
                <a:gd name="connsiteX266" fmla="*/ 2593448 w 2915191"/>
                <a:gd name="connsiteY266" fmla="*/ 442339 h 564012"/>
                <a:gd name="connsiteX267" fmla="*/ 2603192 w 2915191"/>
                <a:gd name="connsiteY267" fmla="*/ 433227 h 564012"/>
                <a:gd name="connsiteX268" fmla="*/ 2612951 w 2915191"/>
                <a:gd name="connsiteY268" fmla="*/ 434179 h 564012"/>
                <a:gd name="connsiteX269" fmla="*/ 2622695 w 2915191"/>
                <a:gd name="connsiteY269" fmla="*/ 434900 h 564012"/>
                <a:gd name="connsiteX270" fmla="*/ 2632439 w 2915191"/>
                <a:gd name="connsiteY270" fmla="*/ 437665 h 564012"/>
                <a:gd name="connsiteX271" fmla="*/ 2642198 w 2915191"/>
                <a:gd name="connsiteY271" fmla="*/ 442686 h 564012"/>
                <a:gd name="connsiteX272" fmla="*/ 2651942 w 2915191"/>
                <a:gd name="connsiteY272" fmla="*/ 452828 h 564012"/>
                <a:gd name="connsiteX273" fmla="*/ 2661685 w 2915191"/>
                <a:gd name="connsiteY273" fmla="*/ 437304 h 564012"/>
                <a:gd name="connsiteX274" fmla="*/ 2671444 w 2915191"/>
                <a:gd name="connsiteY274" fmla="*/ 441689 h 564012"/>
                <a:gd name="connsiteX275" fmla="*/ 2681188 w 2915191"/>
                <a:gd name="connsiteY275" fmla="*/ 446642 h 564012"/>
                <a:gd name="connsiteX276" fmla="*/ 2690947 w 2915191"/>
                <a:gd name="connsiteY276" fmla="*/ 433873 h 564012"/>
                <a:gd name="connsiteX277" fmla="*/ 2700691 w 2915191"/>
                <a:gd name="connsiteY277" fmla="*/ 413125 h 564012"/>
                <a:gd name="connsiteX278" fmla="*/ 2710435 w 2915191"/>
                <a:gd name="connsiteY278" fmla="*/ 394254 h 564012"/>
                <a:gd name="connsiteX279" fmla="*/ 2720194 w 2915191"/>
                <a:gd name="connsiteY279" fmla="*/ 417672 h 564012"/>
                <a:gd name="connsiteX280" fmla="*/ 2729938 w 2915191"/>
                <a:gd name="connsiteY280" fmla="*/ 432824 h 564012"/>
                <a:gd name="connsiteX281" fmla="*/ 2739697 w 2915191"/>
                <a:gd name="connsiteY281" fmla="*/ 443952 h 564012"/>
                <a:gd name="connsiteX282" fmla="*/ 2749441 w 2915191"/>
                <a:gd name="connsiteY282" fmla="*/ 470084 h 564012"/>
                <a:gd name="connsiteX283" fmla="*/ 2759185 w 2915191"/>
                <a:gd name="connsiteY283" fmla="*/ 491325 h 564012"/>
                <a:gd name="connsiteX284" fmla="*/ 2768943 w 2915191"/>
                <a:gd name="connsiteY284" fmla="*/ 499503 h 564012"/>
                <a:gd name="connsiteX285" fmla="*/ 2778687 w 2915191"/>
                <a:gd name="connsiteY285" fmla="*/ 485106 h 564012"/>
                <a:gd name="connsiteX286" fmla="*/ 2788446 w 2915191"/>
                <a:gd name="connsiteY286" fmla="*/ 479564 h 564012"/>
                <a:gd name="connsiteX287" fmla="*/ 2798190 w 2915191"/>
                <a:gd name="connsiteY287" fmla="*/ 478216 h 564012"/>
                <a:gd name="connsiteX288" fmla="*/ 2807934 w 2915191"/>
                <a:gd name="connsiteY288" fmla="*/ 448757 h 564012"/>
                <a:gd name="connsiteX289" fmla="*/ 2817693 w 2915191"/>
                <a:gd name="connsiteY289" fmla="*/ 466867 h 564012"/>
                <a:gd name="connsiteX290" fmla="*/ 2827437 w 2915191"/>
                <a:gd name="connsiteY290" fmla="*/ 429044 h 564012"/>
                <a:gd name="connsiteX291" fmla="*/ 2837196 w 2915191"/>
                <a:gd name="connsiteY291" fmla="*/ 435555 h 564012"/>
                <a:gd name="connsiteX292" fmla="*/ 2846940 w 2915191"/>
                <a:gd name="connsiteY292" fmla="*/ 439948 h 564012"/>
                <a:gd name="connsiteX293" fmla="*/ 2856684 w 2915191"/>
                <a:gd name="connsiteY293" fmla="*/ 447918 h 564012"/>
                <a:gd name="connsiteX294" fmla="*/ 2866442 w 2915191"/>
                <a:gd name="connsiteY294" fmla="*/ 452279 h 564012"/>
                <a:gd name="connsiteX295" fmla="*/ 2876186 w 2915191"/>
                <a:gd name="connsiteY295" fmla="*/ 432327 h 564012"/>
                <a:gd name="connsiteX296" fmla="*/ 2885945 w 2915191"/>
                <a:gd name="connsiteY296" fmla="*/ 420589 h 564012"/>
                <a:gd name="connsiteX297" fmla="*/ 2895689 w 2915191"/>
                <a:gd name="connsiteY297" fmla="*/ 416291 h 564012"/>
                <a:gd name="connsiteX298" fmla="*/ 2905433 w 2915191"/>
                <a:gd name="connsiteY298" fmla="*/ 445076 h 564012"/>
                <a:gd name="connsiteX299" fmla="*/ 2915192 w 2915191"/>
                <a:gd name="connsiteY299" fmla="*/ 421045 h 564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64012">
                  <a:moveTo>
                    <a:pt x="0" y="89817"/>
                  </a:moveTo>
                  <a:lnTo>
                    <a:pt x="9750" y="133991"/>
                  </a:lnTo>
                  <a:lnTo>
                    <a:pt x="19500" y="138750"/>
                  </a:lnTo>
                  <a:lnTo>
                    <a:pt x="29250" y="131410"/>
                  </a:lnTo>
                  <a:lnTo>
                    <a:pt x="39000" y="98980"/>
                  </a:lnTo>
                  <a:lnTo>
                    <a:pt x="48749" y="90061"/>
                  </a:lnTo>
                  <a:lnTo>
                    <a:pt x="58499" y="49596"/>
                  </a:lnTo>
                  <a:lnTo>
                    <a:pt x="68249" y="65901"/>
                  </a:lnTo>
                  <a:lnTo>
                    <a:pt x="77998" y="58589"/>
                  </a:lnTo>
                  <a:lnTo>
                    <a:pt x="87748" y="27159"/>
                  </a:lnTo>
                  <a:lnTo>
                    <a:pt x="97497" y="35896"/>
                  </a:lnTo>
                  <a:lnTo>
                    <a:pt x="107247" y="11781"/>
                  </a:lnTo>
                  <a:lnTo>
                    <a:pt x="116997" y="0"/>
                  </a:lnTo>
                  <a:lnTo>
                    <a:pt x="126747" y="27609"/>
                  </a:lnTo>
                  <a:lnTo>
                    <a:pt x="136497" y="15994"/>
                  </a:lnTo>
                  <a:lnTo>
                    <a:pt x="146247" y="7938"/>
                  </a:lnTo>
                  <a:lnTo>
                    <a:pt x="155997" y="30227"/>
                  </a:lnTo>
                  <a:lnTo>
                    <a:pt x="165747" y="48711"/>
                  </a:lnTo>
                  <a:lnTo>
                    <a:pt x="175497" y="63052"/>
                  </a:lnTo>
                  <a:lnTo>
                    <a:pt x="185247" y="65926"/>
                  </a:lnTo>
                  <a:lnTo>
                    <a:pt x="194996" y="62482"/>
                  </a:lnTo>
                  <a:lnTo>
                    <a:pt x="204746" y="71593"/>
                  </a:lnTo>
                  <a:lnTo>
                    <a:pt x="214495" y="74173"/>
                  </a:lnTo>
                  <a:lnTo>
                    <a:pt x="224245" y="65675"/>
                  </a:lnTo>
                  <a:lnTo>
                    <a:pt x="233995" y="64684"/>
                  </a:lnTo>
                  <a:lnTo>
                    <a:pt x="243744" y="81404"/>
                  </a:lnTo>
                  <a:lnTo>
                    <a:pt x="253494" y="70369"/>
                  </a:lnTo>
                  <a:lnTo>
                    <a:pt x="263244" y="95033"/>
                  </a:lnTo>
                  <a:lnTo>
                    <a:pt x="272994" y="89175"/>
                  </a:lnTo>
                  <a:lnTo>
                    <a:pt x="282744" y="92293"/>
                  </a:lnTo>
                  <a:lnTo>
                    <a:pt x="292494" y="60593"/>
                  </a:lnTo>
                  <a:lnTo>
                    <a:pt x="302244" y="43401"/>
                  </a:lnTo>
                  <a:lnTo>
                    <a:pt x="311994" y="59141"/>
                  </a:lnTo>
                  <a:lnTo>
                    <a:pt x="321744" y="50436"/>
                  </a:lnTo>
                  <a:lnTo>
                    <a:pt x="331493" y="52070"/>
                  </a:lnTo>
                  <a:lnTo>
                    <a:pt x="341243" y="48103"/>
                  </a:lnTo>
                  <a:lnTo>
                    <a:pt x="350993" y="21973"/>
                  </a:lnTo>
                  <a:lnTo>
                    <a:pt x="360742" y="66001"/>
                  </a:lnTo>
                  <a:lnTo>
                    <a:pt x="370492" y="82332"/>
                  </a:lnTo>
                  <a:lnTo>
                    <a:pt x="380241" y="61062"/>
                  </a:lnTo>
                  <a:lnTo>
                    <a:pt x="389991" y="39950"/>
                  </a:lnTo>
                  <a:lnTo>
                    <a:pt x="399741" y="63954"/>
                  </a:lnTo>
                  <a:lnTo>
                    <a:pt x="409491" y="68869"/>
                  </a:lnTo>
                  <a:lnTo>
                    <a:pt x="419241" y="85972"/>
                  </a:lnTo>
                  <a:lnTo>
                    <a:pt x="428991" y="114938"/>
                  </a:lnTo>
                  <a:lnTo>
                    <a:pt x="438741" y="141239"/>
                  </a:lnTo>
                  <a:lnTo>
                    <a:pt x="448491" y="161879"/>
                  </a:lnTo>
                  <a:lnTo>
                    <a:pt x="458241" y="98922"/>
                  </a:lnTo>
                  <a:lnTo>
                    <a:pt x="467991" y="111395"/>
                  </a:lnTo>
                  <a:lnTo>
                    <a:pt x="477740" y="109560"/>
                  </a:lnTo>
                  <a:lnTo>
                    <a:pt x="487490" y="99275"/>
                  </a:lnTo>
                  <a:lnTo>
                    <a:pt x="497239" y="117355"/>
                  </a:lnTo>
                  <a:lnTo>
                    <a:pt x="506989" y="119560"/>
                  </a:lnTo>
                  <a:lnTo>
                    <a:pt x="516738" y="133496"/>
                  </a:lnTo>
                  <a:lnTo>
                    <a:pt x="526488" y="124624"/>
                  </a:lnTo>
                  <a:lnTo>
                    <a:pt x="536238" y="92837"/>
                  </a:lnTo>
                  <a:lnTo>
                    <a:pt x="545988" y="99302"/>
                  </a:lnTo>
                  <a:lnTo>
                    <a:pt x="555738" y="107611"/>
                  </a:lnTo>
                  <a:lnTo>
                    <a:pt x="565488" y="77391"/>
                  </a:lnTo>
                  <a:lnTo>
                    <a:pt x="575238" y="48738"/>
                  </a:lnTo>
                  <a:lnTo>
                    <a:pt x="584988" y="68701"/>
                  </a:lnTo>
                  <a:lnTo>
                    <a:pt x="594738" y="77090"/>
                  </a:lnTo>
                  <a:lnTo>
                    <a:pt x="604488" y="69563"/>
                  </a:lnTo>
                  <a:lnTo>
                    <a:pt x="614237" y="101148"/>
                  </a:lnTo>
                  <a:lnTo>
                    <a:pt x="623987" y="105655"/>
                  </a:lnTo>
                  <a:lnTo>
                    <a:pt x="633736" y="101096"/>
                  </a:lnTo>
                  <a:lnTo>
                    <a:pt x="643486" y="79376"/>
                  </a:lnTo>
                  <a:lnTo>
                    <a:pt x="653236" y="67343"/>
                  </a:lnTo>
                  <a:lnTo>
                    <a:pt x="662985" y="52283"/>
                  </a:lnTo>
                  <a:lnTo>
                    <a:pt x="672735" y="61710"/>
                  </a:lnTo>
                  <a:lnTo>
                    <a:pt x="682485" y="75997"/>
                  </a:lnTo>
                  <a:lnTo>
                    <a:pt x="692235" y="86249"/>
                  </a:lnTo>
                  <a:lnTo>
                    <a:pt x="701985" y="78458"/>
                  </a:lnTo>
                  <a:lnTo>
                    <a:pt x="711735" y="56695"/>
                  </a:lnTo>
                  <a:lnTo>
                    <a:pt x="721485" y="73526"/>
                  </a:lnTo>
                  <a:lnTo>
                    <a:pt x="731235" y="73488"/>
                  </a:lnTo>
                  <a:lnTo>
                    <a:pt x="740985" y="85309"/>
                  </a:lnTo>
                  <a:lnTo>
                    <a:pt x="750734" y="87624"/>
                  </a:lnTo>
                  <a:lnTo>
                    <a:pt x="760484" y="125475"/>
                  </a:lnTo>
                  <a:lnTo>
                    <a:pt x="770233" y="116349"/>
                  </a:lnTo>
                  <a:lnTo>
                    <a:pt x="779983" y="116880"/>
                  </a:lnTo>
                  <a:lnTo>
                    <a:pt x="789733" y="113700"/>
                  </a:lnTo>
                  <a:lnTo>
                    <a:pt x="799482" y="119825"/>
                  </a:lnTo>
                  <a:lnTo>
                    <a:pt x="809232" y="88037"/>
                  </a:lnTo>
                  <a:lnTo>
                    <a:pt x="818982" y="96454"/>
                  </a:lnTo>
                  <a:lnTo>
                    <a:pt x="828732" y="119944"/>
                  </a:lnTo>
                  <a:lnTo>
                    <a:pt x="838482" y="104218"/>
                  </a:lnTo>
                  <a:lnTo>
                    <a:pt x="848232" y="97256"/>
                  </a:lnTo>
                  <a:lnTo>
                    <a:pt x="857982" y="122817"/>
                  </a:lnTo>
                  <a:lnTo>
                    <a:pt x="867732" y="129438"/>
                  </a:lnTo>
                  <a:lnTo>
                    <a:pt x="877482" y="116733"/>
                  </a:lnTo>
                  <a:lnTo>
                    <a:pt x="887231" y="110768"/>
                  </a:lnTo>
                  <a:lnTo>
                    <a:pt x="896981" y="111674"/>
                  </a:lnTo>
                  <a:lnTo>
                    <a:pt x="906730" y="104130"/>
                  </a:lnTo>
                  <a:lnTo>
                    <a:pt x="916480" y="87338"/>
                  </a:lnTo>
                  <a:lnTo>
                    <a:pt x="926230" y="99232"/>
                  </a:lnTo>
                  <a:lnTo>
                    <a:pt x="935979" y="119119"/>
                  </a:lnTo>
                  <a:lnTo>
                    <a:pt x="945729" y="121120"/>
                  </a:lnTo>
                  <a:lnTo>
                    <a:pt x="955479" y="116875"/>
                  </a:lnTo>
                  <a:lnTo>
                    <a:pt x="965229" y="122249"/>
                  </a:lnTo>
                  <a:lnTo>
                    <a:pt x="974979" y="112903"/>
                  </a:lnTo>
                  <a:lnTo>
                    <a:pt x="984729" y="100012"/>
                  </a:lnTo>
                  <a:lnTo>
                    <a:pt x="994474" y="100832"/>
                  </a:lnTo>
                  <a:lnTo>
                    <a:pt x="1004233" y="111233"/>
                  </a:lnTo>
                  <a:lnTo>
                    <a:pt x="1013977" y="103813"/>
                  </a:lnTo>
                  <a:lnTo>
                    <a:pt x="1023721" y="158920"/>
                  </a:lnTo>
                  <a:lnTo>
                    <a:pt x="1033480" y="140283"/>
                  </a:lnTo>
                  <a:lnTo>
                    <a:pt x="1043224" y="143029"/>
                  </a:lnTo>
                  <a:lnTo>
                    <a:pt x="1052983" y="101276"/>
                  </a:lnTo>
                  <a:lnTo>
                    <a:pt x="1062727" y="79549"/>
                  </a:lnTo>
                  <a:lnTo>
                    <a:pt x="1072471" y="97314"/>
                  </a:lnTo>
                  <a:lnTo>
                    <a:pt x="1082230" y="99723"/>
                  </a:lnTo>
                  <a:lnTo>
                    <a:pt x="1091973" y="118559"/>
                  </a:lnTo>
                  <a:lnTo>
                    <a:pt x="1101732" y="156161"/>
                  </a:lnTo>
                  <a:lnTo>
                    <a:pt x="1111476" y="165131"/>
                  </a:lnTo>
                  <a:lnTo>
                    <a:pt x="1121220" y="203939"/>
                  </a:lnTo>
                  <a:lnTo>
                    <a:pt x="1130979" y="231789"/>
                  </a:lnTo>
                  <a:lnTo>
                    <a:pt x="1140723" y="213611"/>
                  </a:lnTo>
                  <a:lnTo>
                    <a:pt x="1150482" y="228781"/>
                  </a:lnTo>
                  <a:lnTo>
                    <a:pt x="1160226" y="230657"/>
                  </a:lnTo>
                  <a:lnTo>
                    <a:pt x="1169969" y="230805"/>
                  </a:lnTo>
                  <a:lnTo>
                    <a:pt x="1179728" y="252454"/>
                  </a:lnTo>
                  <a:lnTo>
                    <a:pt x="1189472" y="246005"/>
                  </a:lnTo>
                  <a:lnTo>
                    <a:pt x="1199231" y="267312"/>
                  </a:lnTo>
                  <a:lnTo>
                    <a:pt x="1208975" y="264046"/>
                  </a:lnTo>
                  <a:lnTo>
                    <a:pt x="1218719" y="277786"/>
                  </a:lnTo>
                  <a:lnTo>
                    <a:pt x="1228478" y="282897"/>
                  </a:lnTo>
                  <a:lnTo>
                    <a:pt x="1238222" y="261616"/>
                  </a:lnTo>
                  <a:lnTo>
                    <a:pt x="1247966" y="254778"/>
                  </a:lnTo>
                  <a:lnTo>
                    <a:pt x="1257725" y="250287"/>
                  </a:lnTo>
                  <a:lnTo>
                    <a:pt x="1267469" y="235344"/>
                  </a:lnTo>
                  <a:lnTo>
                    <a:pt x="1277227" y="238977"/>
                  </a:lnTo>
                  <a:lnTo>
                    <a:pt x="1286971" y="262213"/>
                  </a:lnTo>
                  <a:lnTo>
                    <a:pt x="1296715" y="261283"/>
                  </a:lnTo>
                  <a:lnTo>
                    <a:pt x="1306474" y="259291"/>
                  </a:lnTo>
                  <a:lnTo>
                    <a:pt x="1316218" y="259938"/>
                  </a:lnTo>
                  <a:lnTo>
                    <a:pt x="1325977" y="230003"/>
                  </a:lnTo>
                  <a:lnTo>
                    <a:pt x="1335721" y="259148"/>
                  </a:lnTo>
                  <a:lnTo>
                    <a:pt x="1345465" y="236323"/>
                  </a:lnTo>
                  <a:lnTo>
                    <a:pt x="1355224" y="226698"/>
                  </a:lnTo>
                  <a:lnTo>
                    <a:pt x="1364967" y="227391"/>
                  </a:lnTo>
                  <a:lnTo>
                    <a:pt x="1374726" y="215661"/>
                  </a:lnTo>
                  <a:lnTo>
                    <a:pt x="1384470" y="208271"/>
                  </a:lnTo>
                  <a:lnTo>
                    <a:pt x="1394214" y="201674"/>
                  </a:lnTo>
                  <a:lnTo>
                    <a:pt x="1403973" y="176113"/>
                  </a:lnTo>
                  <a:lnTo>
                    <a:pt x="1413717" y="197249"/>
                  </a:lnTo>
                  <a:lnTo>
                    <a:pt x="1423476" y="183523"/>
                  </a:lnTo>
                  <a:lnTo>
                    <a:pt x="1433220" y="209271"/>
                  </a:lnTo>
                  <a:lnTo>
                    <a:pt x="1442964" y="212456"/>
                  </a:lnTo>
                  <a:lnTo>
                    <a:pt x="1452722" y="225398"/>
                  </a:lnTo>
                  <a:lnTo>
                    <a:pt x="1462466" y="227865"/>
                  </a:lnTo>
                  <a:lnTo>
                    <a:pt x="1472225" y="247794"/>
                  </a:lnTo>
                  <a:lnTo>
                    <a:pt x="1481969" y="251742"/>
                  </a:lnTo>
                  <a:lnTo>
                    <a:pt x="1491713" y="247921"/>
                  </a:lnTo>
                  <a:lnTo>
                    <a:pt x="1501472" y="242324"/>
                  </a:lnTo>
                  <a:lnTo>
                    <a:pt x="1511216" y="276334"/>
                  </a:lnTo>
                  <a:lnTo>
                    <a:pt x="1520960" y="260315"/>
                  </a:lnTo>
                  <a:lnTo>
                    <a:pt x="1530719" y="280429"/>
                  </a:lnTo>
                  <a:lnTo>
                    <a:pt x="1540463" y="262255"/>
                  </a:lnTo>
                  <a:lnTo>
                    <a:pt x="1550221" y="256441"/>
                  </a:lnTo>
                  <a:lnTo>
                    <a:pt x="1559965" y="260543"/>
                  </a:lnTo>
                  <a:lnTo>
                    <a:pt x="1569709" y="286986"/>
                  </a:lnTo>
                  <a:lnTo>
                    <a:pt x="1579468" y="351498"/>
                  </a:lnTo>
                  <a:lnTo>
                    <a:pt x="1589212" y="336051"/>
                  </a:lnTo>
                  <a:lnTo>
                    <a:pt x="1598971" y="356658"/>
                  </a:lnTo>
                  <a:lnTo>
                    <a:pt x="1608715" y="358043"/>
                  </a:lnTo>
                  <a:lnTo>
                    <a:pt x="1618459" y="342335"/>
                  </a:lnTo>
                  <a:lnTo>
                    <a:pt x="1628218" y="358321"/>
                  </a:lnTo>
                  <a:lnTo>
                    <a:pt x="1637962" y="376396"/>
                  </a:lnTo>
                  <a:lnTo>
                    <a:pt x="1647720" y="388735"/>
                  </a:lnTo>
                  <a:lnTo>
                    <a:pt x="1657464" y="405093"/>
                  </a:lnTo>
                  <a:lnTo>
                    <a:pt x="1667208" y="384261"/>
                  </a:lnTo>
                  <a:lnTo>
                    <a:pt x="1676967" y="375438"/>
                  </a:lnTo>
                  <a:lnTo>
                    <a:pt x="1686711" y="387458"/>
                  </a:lnTo>
                  <a:lnTo>
                    <a:pt x="1696470" y="366916"/>
                  </a:lnTo>
                  <a:lnTo>
                    <a:pt x="1706214" y="365223"/>
                  </a:lnTo>
                  <a:lnTo>
                    <a:pt x="1715958" y="384875"/>
                  </a:lnTo>
                  <a:lnTo>
                    <a:pt x="1725716" y="380696"/>
                  </a:lnTo>
                  <a:lnTo>
                    <a:pt x="1735460" y="386387"/>
                  </a:lnTo>
                  <a:lnTo>
                    <a:pt x="1745219" y="361729"/>
                  </a:lnTo>
                  <a:lnTo>
                    <a:pt x="1754963" y="403445"/>
                  </a:lnTo>
                  <a:lnTo>
                    <a:pt x="1764707" y="383912"/>
                  </a:lnTo>
                  <a:lnTo>
                    <a:pt x="1774466" y="400255"/>
                  </a:lnTo>
                  <a:lnTo>
                    <a:pt x="1784210" y="387846"/>
                  </a:lnTo>
                  <a:lnTo>
                    <a:pt x="1793969" y="390362"/>
                  </a:lnTo>
                  <a:lnTo>
                    <a:pt x="1803713" y="431068"/>
                  </a:lnTo>
                  <a:lnTo>
                    <a:pt x="1813457" y="427835"/>
                  </a:lnTo>
                  <a:lnTo>
                    <a:pt x="1823215" y="434363"/>
                  </a:lnTo>
                  <a:lnTo>
                    <a:pt x="1832959" y="449143"/>
                  </a:lnTo>
                  <a:lnTo>
                    <a:pt x="1842703" y="468214"/>
                  </a:lnTo>
                  <a:lnTo>
                    <a:pt x="1852462" y="478281"/>
                  </a:lnTo>
                  <a:lnTo>
                    <a:pt x="1862206" y="431501"/>
                  </a:lnTo>
                  <a:lnTo>
                    <a:pt x="1871965" y="439110"/>
                  </a:lnTo>
                  <a:lnTo>
                    <a:pt x="1881709" y="421002"/>
                  </a:lnTo>
                  <a:lnTo>
                    <a:pt x="1891453" y="409212"/>
                  </a:lnTo>
                  <a:lnTo>
                    <a:pt x="1901212" y="444596"/>
                  </a:lnTo>
                  <a:lnTo>
                    <a:pt x="1910956" y="412444"/>
                  </a:lnTo>
                  <a:lnTo>
                    <a:pt x="1920714" y="425238"/>
                  </a:lnTo>
                  <a:lnTo>
                    <a:pt x="1930458" y="377159"/>
                  </a:lnTo>
                  <a:lnTo>
                    <a:pt x="1940202" y="397448"/>
                  </a:lnTo>
                  <a:lnTo>
                    <a:pt x="1949961" y="416719"/>
                  </a:lnTo>
                  <a:lnTo>
                    <a:pt x="1959705" y="401507"/>
                  </a:lnTo>
                  <a:lnTo>
                    <a:pt x="1969464" y="385897"/>
                  </a:lnTo>
                  <a:lnTo>
                    <a:pt x="1979208" y="396419"/>
                  </a:lnTo>
                  <a:lnTo>
                    <a:pt x="1988952" y="425555"/>
                  </a:lnTo>
                  <a:lnTo>
                    <a:pt x="1998711" y="406595"/>
                  </a:lnTo>
                  <a:lnTo>
                    <a:pt x="2008454" y="422782"/>
                  </a:lnTo>
                  <a:lnTo>
                    <a:pt x="2018213" y="398381"/>
                  </a:lnTo>
                  <a:lnTo>
                    <a:pt x="2027957" y="422833"/>
                  </a:lnTo>
                  <a:lnTo>
                    <a:pt x="2037701" y="418219"/>
                  </a:lnTo>
                  <a:lnTo>
                    <a:pt x="2047460" y="435052"/>
                  </a:lnTo>
                  <a:lnTo>
                    <a:pt x="2057204" y="439633"/>
                  </a:lnTo>
                  <a:lnTo>
                    <a:pt x="2066963" y="437580"/>
                  </a:lnTo>
                  <a:lnTo>
                    <a:pt x="2076707" y="429673"/>
                  </a:lnTo>
                  <a:lnTo>
                    <a:pt x="2086451" y="458704"/>
                  </a:lnTo>
                  <a:lnTo>
                    <a:pt x="2096210" y="447993"/>
                  </a:lnTo>
                  <a:lnTo>
                    <a:pt x="2105954" y="443520"/>
                  </a:lnTo>
                  <a:lnTo>
                    <a:pt x="2115697" y="421230"/>
                  </a:lnTo>
                  <a:lnTo>
                    <a:pt x="2125456" y="424636"/>
                  </a:lnTo>
                  <a:lnTo>
                    <a:pt x="2135200" y="449373"/>
                  </a:lnTo>
                  <a:lnTo>
                    <a:pt x="2144959" y="465082"/>
                  </a:lnTo>
                  <a:lnTo>
                    <a:pt x="2154703" y="460337"/>
                  </a:lnTo>
                  <a:lnTo>
                    <a:pt x="2164447" y="463193"/>
                  </a:lnTo>
                  <a:lnTo>
                    <a:pt x="2174206" y="466053"/>
                  </a:lnTo>
                  <a:lnTo>
                    <a:pt x="2183950" y="497431"/>
                  </a:lnTo>
                  <a:lnTo>
                    <a:pt x="2193709" y="493432"/>
                  </a:lnTo>
                  <a:lnTo>
                    <a:pt x="2203452" y="479781"/>
                  </a:lnTo>
                  <a:lnTo>
                    <a:pt x="2213196" y="484977"/>
                  </a:lnTo>
                  <a:lnTo>
                    <a:pt x="2222955" y="514003"/>
                  </a:lnTo>
                  <a:lnTo>
                    <a:pt x="2232699" y="528367"/>
                  </a:lnTo>
                  <a:lnTo>
                    <a:pt x="2242458" y="506740"/>
                  </a:lnTo>
                  <a:lnTo>
                    <a:pt x="2252202" y="523944"/>
                  </a:lnTo>
                  <a:lnTo>
                    <a:pt x="2261946" y="537169"/>
                  </a:lnTo>
                  <a:lnTo>
                    <a:pt x="2271705" y="556322"/>
                  </a:lnTo>
                  <a:lnTo>
                    <a:pt x="2281449" y="564013"/>
                  </a:lnTo>
                  <a:lnTo>
                    <a:pt x="2291208" y="554096"/>
                  </a:lnTo>
                  <a:lnTo>
                    <a:pt x="2300951" y="522945"/>
                  </a:lnTo>
                  <a:lnTo>
                    <a:pt x="2310695" y="542415"/>
                  </a:lnTo>
                  <a:lnTo>
                    <a:pt x="2320454" y="552368"/>
                  </a:lnTo>
                  <a:lnTo>
                    <a:pt x="2330198" y="548131"/>
                  </a:lnTo>
                  <a:lnTo>
                    <a:pt x="2339957" y="534334"/>
                  </a:lnTo>
                  <a:lnTo>
                    <a:pt x="2349701" y="514106"/>
                  </a:lnTo>
                  <a:lnTo>
                    <a:pt x="2359445" y="508067"/>
                  </a:lnTo>
                  <a:lnTo>
                    <a:pt x="2369204" y="538291"/>
                  </a:lnTo>
                  <a:lnTo>
                    <a:pt x="2378948" y="552080"/>
                  </a:lnTo>
                  <a:lnTo>
                    <a:pt x="2388692" y="526894"/>
                  </a:lnTo>
                  <a:lnTo>
                    <a:pt x="2398450" y="527081"/>
                  </a:lnTo>
                  <a:lnTo>
                    <a:pt x="2408194" y="522969"/>
                  </a:lnTo>
                  <a:lnTo>
                    <a:pt x="2417953" y="478348"/>
                  </a:lnTo>
                  <a:lnTo>
                    <a:pt x="2427697" y="483201"/>
                  </a:lnTo>
                  <a:lnTo>
                    <a:pt x="2437441" y="470352"/>
                  </a:lnTo>
                  <a:lnTo>
                    <a:pt x="2447200" y="449250"/>
                  </a:lnTo>
                  <a:lnTo>
                    <a:pt x="2456944" y="436174"/>
                  </a:lnTo>
                  <a:lnTo>
                    <a:pt x="2466703" y="442667"/>
                  </a:lnTo>
                  <a:lnTo>
                    <a:pt x="2476446" y="451019"/>
                  </a:lnTo>
                  <a:lnTo>
                    <a:pt x="2486190" y="461089"/>
                  </a:lnTo>
                  <a:lnTo>
                    <a:pt x="2495949" y="456524"/>
                  </a:lnTo>
                  <a:lnTo>
                    <a:pt x="2505693" y="479226"/>
                  </a:lnTo>
                  <a:lnTo>
                    <a:pt x="2515452" y="485327"/>
                  </a:lnTo>
                  <a:lnTo>
                    <a:pt x="2525196" y="512912"/>
                  </a:lnTo>
                  <a:lnTo>
                    <a:pt x="2534940" y="517835"/>
                  </a:lnTo>
                  <a:lnTo>
                    <a:pt x="2544699" y="511108"/>
                  </a:lnTo>
                  <a:lnTo>
                    <a:pt x="2554443" y="493833"/>
                  </a:lnTo>
                  <a:lnTo>
                    <a:pt x="2564202" y="502081"/>
                  </a:lnTo>
                  <a:lnTo>
                    <a:pt x="2573946" y="506488"/>
                  </a:lnTo>
                  <a:lnTo>
                    <a:pt x="2583690" y="476721"/>
                  </a:lnTo>
                  <a:lnTo>
                    <a:pt x="2593448" y="442339"/>
                  </a:lnTo>
                  <a:lnTo>
                    <a:pt x="2603192" y="433227"/>
                  </a:lnTo>
                  <a:lnTo>
                    <a:pt x="2612951" y="434179"/>
                  </a:lnTo>
                  <a:lnTo>
                    <a:pt x="2622695" y="434900"/>
                  </a:lnTo>
                  <a:lnTo>
                    <a:pt x="2632439" y="437665"/>
                  </a:lnTo>
                  <a:lnTo>
                    <a:pt x="2642198" y="442686"/>
                  </a:lnTo>
                  <a:lnTo>
                    <a:pt x="2651942" y="452828"/>
                  </a:lnTo>
                  <a:lnTo>
                    <a:pt x="2661685" y="437304"/>
                  </a:lnTo>
                  <a:lnTo>
                    <a:pt x="2671444" y="441689"/>
                  </a:lnTo>
                  <a:lnTo>
                    <a:pt x="2681188" y="446642"/>
                  </a:lnTo>
                  <a:lnTo>
                    <a:pt x="2690947" y="433873"/>
                  </a:lnTo>
                  <a:lnTo>
                    <a:pt x="2700691" y="413125"/>
                  </a:lnTo>
                  <a:lnTo>
                    <a:pt x="2710435" y="394254"/>
                  </a:lnTo>
                  <a:lnTo>
                    <a:pt x="2720194" y="417672"/>
                  </a:lnTo>
                  <a:lnTo>
                    <a:pt x="2729938" y="432824"/>
                  </a:lnTo>
                  <a:lnTo>
                    <a:pt x="2739697" y="443952"/>
                  </a:lnTo>
                  <a:lnTo>
                    <a:pt x="2749441" y="470084"/>
                  </a:lnTo>
                  <a:lnTo>
                    <a:pt x="2759185" y="491325"/>
                  </a:lnTo>
                  <a:lnTo>
                    <a:pt x="2768943" y="499503"/>
                  </a:lnTo>
                  <a:lnTo>
                    <a:pt x="2778687" y="485106"/>
                  </a:lnTo>
                  <a:lnTo>
                    <a:pt x="2788446" y="479564"/>
                  </a:lnTo>
                  <a:lnTo>
                    <a:pt x="2798190" y="478216"/>
                  </a:lnTo>
                  <a:lnTo>
                    <a:pt x="2807934" y="448757"/>
                  </a:lnTo>
                  <a:lnTo>
                    <a:pt x="2817693" y="466867"/>
                  </a:lnTo>
                  <a:lnTo>
                    <a:pt x="2827437" y="429044"/>
                  </a:lnTo>
                  <a:lnTo>
                    <a:pt x="2837196" y="435555"/>
                  </a:lnTo>
                  <a:lnTo>
                    <a:pt x="2846940" y="439948"/>
                  </a:lnTo>
                  <a:lnTo>
                    <a:pt x="2856684" y="447918"/>
                  </a:lnTo>
                  <a:lnTo>
                    <a:pt x="2866442" y="452279"/>
                  </a:lnTo>
                  <a:lnTo>
                    <a:pt x="2876186" y="432327"/>
                  </a:lnTo>
                  <a:lnTo>
                    <a:pt x="2885945" y="420589"/>
                  </a:lnTo>
                  <a:lnTo>
                    <a:pt x="2895689" y="416291"/>
                  </a:lnTo>
                  <a:lnTo>
                    <a:pt x="2905433" y="445076"/>
                  </a:lnTo>
                  <a:lnTo>
                    <a:pt x="2915192" y="42104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1" name="Freeform 1020">
              <a:extLst>
                <a:ext uri="{FF2B5EF4-FFF2-40B4-BE49-F238E27FC236}">
                  <a16:creationId xmlns:a16="http://schemas.microsoft.com/office/drawing/2014/main" id="{23B4E35F-EB48-DCA4-9A99-8F49FFDA1D5E}"/>
                </a:ext>
              </a:extLst>
            </p:cNvPr>
            <p:cNvSpPr/>
            <p:nvPr/>
          </p:nvSpPr>
          <p:spPr>
            <a:xfrm>
              <a:off x="4426652" y="3458468"/>
              <a:ext cx="2915191" cy="415246"/>
            </a:xfrm>
            <a:custGeom>
              <a:avLst/>
              <a:gdLst>
                <a:gd name="connsiteX0" fmla="*/ 0 w 2915191"/>
                <a:gd name="connsiteY0" fmla="*/ 410814 h 415246"/>
                <a:gd name="connsiteX1" fmla="*/ 9750 w 2915191"/>
                <a:gd name="connsiteY1" fmla="*/ 403387 h 415246"/>
                <a:gd name="connsiteX2" fmla="*/ 19500 w 2915191"/>
                <a:gd name="connsiteY2" fmla="*/ 400602 h 415246"/>
                <a:gd name="connsiteX3" fmla="*/ 29250 w 2915191"/>
                <a:gd name="connsiteY3" fmla="*/ 374622 h 415246"/>
                <a:gd name="connsiteX4" fmla="*/ 39000 w 2915191"/>
                <a:gd name="connsiteY4" fmla="*/ 371083 h 415246"/>
                <a:gd name="connsiteX5" fmla="*/ 48749 w 2915191"/>
                <a:gd name="connsiteY5" fmla="*/ 415247 h 415246"/>
                <a:gd name="connsiteX6" fmla="*/ 58499 w 2915191"/>
                <a:gd name="connsiteY6" fmla="*/ 385104 h 415246"/>
                <a:gd name="connsiteX7" fmla="*/ 68249 w 2915191"/>
                <a:gd name="connsiteY7" fmla="*/ 386013 h 415246"/>
                <a:gd name="connsiteX8" fmla="*/ 77998 w 2915191"/>
                <a:gd name="connsiteY8" fmla="*/ 401280 h 415246"/>
                <a:gd name="connsiteX9" fmla="*/ 87748 w 2915191"/>
                <a:gd name="connsiteY9" fmla="*/ 377297 h 415246"/>
                <a:gd name="connsiteX10" fmla="*/ 97497 w 2915191"/>
                <a:gd name="connsiteY10" fmla="*/ 358742 h 415246"/>
                <a:gd name="connsiteX11" fmla="*/ 107247 w 2915191"/>
                <a:gd name="connsiteY11" fmla="*/ 348119 h 415246"/>
                <a:gd name="connsiteX12" fmla="*/ 116997 w 2915191"/>
                <a:gd name="connsiteY12" fmla="*/ 348580 h 415246"/>
                <a:gd name="connsiteX13" fmla="*/ 126747 w 2915191"/>
                <a:gd name="connsiteY13" fmla="*/ 334946 h 415246"/>
                <a:gd name="connsiteX14" fmla="*/ 136497 w 2915191"/>
                <a:gd name="connsiteY14" fmla="*/ 350740 h 415246"/>
                <a:gd name="connsiteX15" fmla="*/ 146247 w 2915191"/>
                <a:gd name="connsiteY15" fmla="*/ 364685 h 415246"/>
                <a:gd name="connsiteX16" fmla="*/ 155997 w 2915191"/>
                <a:gd name="connsiteY16" fmla="*/ 374227 h 415246"/>
                <a:gd name="connsiteX17" fmla="*/ 165747 w 2915191"/>
                <a:gd name="connsiteY17" fmla="*/ 330382 h 415246"/>
                <a:gd name="connsiteX18" fmla="*/ 175497 w 2915191"/>
                <a:gd name="connsiteY18" fmla="*/ 337554 h 415246"/>
                <a:gd name="connsiteX19" fmla="*/ 185247 w 2915191"/>
                <a:gd name="connsiteY19" fmla="*/ 304213 h 415246"/>
                <a:gd name="connsiteX20" fmla="*/ 194996 w 2915191"/>
                <a:gd name="connsiteY20" fmla="*/ 269976 h 415246"/>
                <a:gd name="connsiteX21" fmla="*/ 204746 w 2915191"/>
                <a:gd name="connsiteY21" fmla="*/ 285347 h 415246"/>
                <a:gd name="connsiteX22" fmla="*/ 214495 w 2915191"/>
                <a:gd name="connsiteY22" fmla="*/ 278165 h 415246"/>
                <a:gd name="connsiteX23" fmla="*/ 224245 w 2915191"/>
                <a:gd name="connsiteY23" fmla="*/ 285100 h 415246"/>
                <a:gd name="connsiteX24" fmla="*/ 233995 w 2915191"/>
                <a:gd name="connsiteY24" fmla="*/ 279626 h 415246"/>
                <a:gd name="connsiteX25" fmla="*/ 243744 w 2915191"/>
                <a:gd name="connsiteY25" fmla="*/ 279930 h 415246"/>
                <a:gd name="connsiteX26" fmla="*/ 253494 w 2915191"/>
                <a:gd name="connsiteY26" fmla="*/ 285929 h 415246"/>
                <a:gd name="connsiteX27" fmla="*/ 263244 w 2915191"/>
                <a:gd name="connsiteY27" fmla="*/ 305478 h 415246"/>
                <a:gd name="connsiteX28" fmla="*/ 272994 w 2915191"/>
                <a:gd name="connsiteY28" fmla="*/ 296560 h 415246"/>
                <a:gd name="connsiteX29" fmla="*/ 282744 w 2915191"/>
                <a:gd name="connsiteY29" fmla="*/ 325437 h 415246"/>
                <a:gd name="connsiteX30" fmla="*/ 292494 w 2915191"/>
                <a:gd name="connsiteY30" fmla="*/ 298352 h 415246"/>
                <a:gd name="connsiteX31" fmla="*/ 302244 w 2915191"/>
                <a:gd name="connsiteY31" fmla="*/ 315693 h 415246"/>
                <a:gd name="connsiteX32" fmla="*/ 311994 w 2915191"/>
                <a:gd name="connsiteY32" fmla="*/ 334722 h 415246"/>
                <a:gd name="connsiteX33" fmla="*/ 321744 w 2915191"/>
                <a:gd name="connsiteY33" fmla="*/ 327807 h 415246"/>
                <a:gd name="connsiteX34" fmla="*/ 331493 w 2915191"/>
                <a:gd name="connsiteY34" fmla="*/ 313790 h 415246"/>
                <a:gd name="connsiteX35" fmla="*/ 341243 w 2915191"/>
                <a:gd name="connsiteY35" fmla="*/ 321761 h 415246"/>
                <a:gd name="connsiteX36" fmla="*/ 350993 w 2915191"/>
                <a:gd name="connsiteY36" fmla="*/ 324191 h 415246"/>
                <a:gd name="connsiteX37" fmla="*/ 360742 w 2915191"/>
                <a:gd name="connsiteY37" fmla="*/ 301061 h 415246"/>
                <a:gd name="connsiteX38" fmla="*/ 370492 w 2915191"/>
                <a:gd name="connsiteY38" fmla="*/ 286293 h 415246"/>
                <a:gd name="connsiteX39" fmla="*/ 380241 w 2915191"/>
                <a:gd name="connsiteY39" fmla="*/ 292710 h 415246"/>
                <a:gd name="connsiteX40" fmla="*/ 389991 w 2915191"/>
                <a:gd name="connsiteY40" fmla="*/ 277374 h 415246"/>
                <a:gd name="connsiteX41" fmla="*/ 399741 w 2915191"/>
                <a:gd name="connsiteY41" fmla="*/ 278755 h 415246"/>
                <a:gd name="connsiteX42" fmla="*/ 409491 w 2915191"/>
                <a:gd name="connsiteY42" fmla="*/ 290192 h 415246"/>
                <a:gd name="connsiteX43" fmla="*/ 419241 w 2915191"/>
                <a:gd name="connsiteY43" fmla="*/ 272954 h 415246"/>
                <a:gd name="connsiteX44" fmla="*/ 428991 w 2915191"/>
                <a:gd name="connsiteY44" fmla="*/ 248056 h 415246"/>
                <a:gd name="connsiteX45" fmla="*/ 438741 w 2915191"/>
                <a:gd name="connsiteY45" fmla="*/ 236304 h 415246"/>
                <a:gd name="connsiteX46" fmla="*/ 448491 w 2915191"/>
                <a:gd name="connsiteY46" fmla="*/ 235340 h 415246"/>
                <a:gd name="connsiteX47" fmla="*/ 458241 w 2915191"/>
                <a:gd name="connsiteY47" fmla="*/ 272671 h 415246"/>
                <a:gd name="connsiteX48" fmla="*/ 467991 w 2915191"/>
                <a:gd name="connsiteY48" fmla="*/ 229176 h 415246"/>
                <a:gd name="connsiteX49" fmla="*/ 477740 w 2915191"/>
                <a:gd name="connsiteY49" fmla="*/ 225647 h 415246"/>
                <a:gd name="connsiteX50" fmla="*/ 487490 w 2915191"/>
                <a:gd name="connsiteY50" fmla="*/ 227326 h 415246"/>
                <a:gd name="connsiteX51" fmla="*/ 497239 w 2915191"/>
                <a:gd name="connsiteY51" fmla="*/ 237795 h 415246"/>
                <a:gd name="connsiteX52" fmla="*/ 506989 w 2915191"/>
                <a:gd name="connsiteY52" fmla="*/ 252197 h 415246"/>
                <a:gd name="connsiteX53" fmla="*/ 516738 w 2915191"/>
                <a:gd name="connsiteY53" fmla="*/ 264335 h 415246"/>
                <a:gd name="connsiteX54" fmla="*/ 526488 w 2915191"/>
                <a:gd name="connsiteY54" fmla="*/ 244580 h 415246"/>
                <a:gd name="connsiteX55" fmla="*/ 536238 w 2915191"/>
                <a:gd name="connsiteY55" fmla="*/ 253156 h 415246"/>
                <a:gd name="connsiteX56" fmla="*/ 545988 w 2915191"/>
                <a:gd name="connsiteY56" fmla="*/ 251821 h 415246"/>
                <a:gd name="connsiteX57" fmla="*/ 555738 w 2915191"/>
                <a:gd name="connsiteY57" fmla="*/ 229954 h 415246"/>
                <a:gd name="connsiteX58" fmla="*/ 565488 w 2915191"/>
                <a:gd name="connsiteY58" fmla="*/ 228056 h 415246"/>
                <a:gd name="connsiteX59" fmla="*/ 575238 w 2915191"/>
                <a:gd name="connsiteY59" fmla="*/ 241030 h 415246"/>
                <a:gd name="connsiteX60" fmla="*/ 584988 w 2915191"/>
                <a:gd name="connsiteY60" fmla="*/ 250903 h 415246"/>
                <a:gd name="connsiteX61" fmla="*/ 594738 w 2915191"/>
                <a:gd name="connsiteY61" fmla="*/ 259299 h 415246"/>
                <a:gd name="connsiteX62" fmla="*/ 604488 w 2915191"/>
                <a:gd name="connsiteY62" fmla="*/ 238913 h 415246"/>
                <a:gd name="connsiteX63" fmla="*/ 614237 w 2915191"/>
                <a:gd name="connsiteY63" fmla="*/ 225959 h 415246"/>
                <a:gd name="connsiteX64" fmla="*/ 623987 w 2915191"/>
                <a:gd name="connsiteY64" fmla="*/ 206890 h 415246"/>
                <a:gd name="connsiteX65" fmla="*/ 633736 w 2915191"/>
                <a:gd name="connsiteY65" fmla="*/ 188958 h 415246"/>
                <a:gd name="connsiteX66" fmla="*/ 643486 w 2915191"/>
                <a:gd name="connsiteY66" fmla="*/ 235872 h 415246"/>
                <a:gd name="connsiteX67" fmla="*/ 653236 w 2915191"/>
                <a:gd name="connsiteY67" fmla="*/ 213647 h 415246"/>
                <a:gd name="connsiteX68" fmla="*/ 662985 w 2915191"/>
                <a:gd name="connsiteY68" fmla="*/ 228798 h 415246"/>
                <a:gd name="connsiteX69" fmla="*/ 672735 w 2915191"/>
                <a:gd name="connsiteY69" fmla="*/ 220781 h 415246"/>
                <a:gd name="connsiteX70" fmla="*/ 682485 w 2915191"/>
                <a:gd name="connsiteY70" fmla="*/ 208644 h 415246"/>
                <a:gd name="connsiteX71" fmla="*/ 692235 w 2915191"/>
                <a:gd name="connsiteY71" fmla="*/ 185971 h 415246"/>
                <a:gd name="connsiteX72" fmla="*/ 701985 w 2915191"/>
                <a:gd name="connsiteY72" fmla="*/ 186798 h 415246"/>
                <a:gd name="connsiteX73" fmla="*/ 711735 w 2915191"/>
                <a:gd name="connsiteY73" fmla="*/ 162730 h 415246"/>
                <a:gd name="connsiteX74" fmla="*/ 721485 w 2915191"/>
                <a:gd name="connsiteY74" fmla="*/ 141084 h 415246"/>
                <a:gd name="connsiteX75" fmla="*/ 731235 w 2915191"/>
                <a:gd name="connsiteY75" fmla="*/ 107717 h 415246"/>
                <a:gd name="connsiteX76" fmla="*/ 740985 w 2915191"/>
                <a:gd name="connsiteY76" fmla="*/ 70419 h 415246"/>
                <a:gd name="connsiteX77" fmla="*/ 750734 w 2915191"/>
                <a:gd name="connsiteY77" fmla="*/ 75714 h 415246"/>
                <a:gd name="connsiteX78" fmla="*/ 760484 w 2915191"/>
                <a:gd name="connsiteY78" fmla="*/ 71217 h 415246"/>
                <a:gd name="connsiteX79" fmla="*/ 770233 w 2915191"/>
                <a:gd name="connsiteY79" fmla="*/ 71554 h 415246"/>
                <a:gd name="connsiteX80" fmla="*/ 779983 w 2915191"/>
                <a:gd name="connsiteY80" fmla="*/ 79474 h 415246"/>
                <a:gd name="connsiteX81" fmla="*/ 789733 w 2915191"/>
                <a:gd name="connsiteY81" fmla="*/ 83272 h 415246"/>
                <a:gd name="connsiteX82" fmla="*/ 799482 w 2915191"/>
                <a:gd name="connsiteY82" fmla="*/ 86946 h 415246"/>
                <a:gd name="connsiteX83" fmla="*/ 809232 w 2915191"/>
                <a:gd name="connsiteY83" fmla="*/ 124281 h 415246"/>
                <a:gd name="connsiteX84" fmla="*/ 818982 w 2915191"/>
                <a:gd name="connsiteY84" fmla="*/ 129518 h 415246"/>
                <a:gd name="connsiteX85" fmla="*/ 828732 w 2915191"/>
                <a:gd name="connsiteY85" fmla="*/ 103844 h 415246"/>
                <a:gd name="connsiteX86" fmla="*/ 838482 w 2915191"/>
                <a:gd name="connsiteY86" fmla="*/ 85256 h 415246"/>
                <a:gd name="connsiteX87" fmla="*/ 848232 w 2915191"/>
                <a:gd name="connsiteY87" fmla="*/ 85693 h 415246"/>
                <a:gd name="connsiteX88" fmla="*/ 857982 w 2915191"/>
                <a:gd name="connsiteY88" fmla="*/ 131995 h 415246"/>
                <a:gd name="connsiteX89" fmla="*/ 867732 w 2915191"/>
                <a:gd name="connsiteY89" fmla="*/ 154939 h 415246"/>
                <a:gd name="connsiteX90" fmla="*/ 877482 w 2915191"/>
                <a:gd name="connsiteY90" fmla="*/ 169184 h 415246"/>
                <a:gd name="connsiteX91" fmla="*/ 887231 w 2915191"/>
                <a:gd name="connsiteY91" fmla="*/ 185346 h 415246"/>
                <a:gd name="connsiteX92" fmla="*/ 896981 w 2915191"/>
                <a:gd name="connsiteY92" fmla="*/ 160224 h 415246"/>
                <a:gd name="connsiteX93" fmla="*/ 906730 w 2915191"/>
                <a:gd name="connsiteY93" fmla="*/ 143856 h 415246"/>
                <a:gd name="connsiteX94" fmla="*/ 916480 w 2915191"/>
                <a:gd name="connsiteY94" fmla="*/ 132795 h 415246"/>
                <a:gd name="connsiteX95" fmla="*/ 926230 w 2915191"/>
                <a:gd name="connsiteY95" fmla="*/ 141400 h 415246"/>
                <a:gd name="connsiteX96" fmla="*/ 935979 w 2915191"/>
                <a:gd name="connsiteY96" fmla="*/ 138733 h 415246"/>
                <a:gd name="connsiteX97" fmla="*/ 945729 w 2915191"/>
                <a:gd name="connsiteY97" fmla="*/ 150523 h 415246"/>
                <a:gd name="connsiteX98" fmla="*/ 955479 w 2915191"/>
                <a:gd name="connsiteY98" fmla="*/ 176897 h 415246"/>
                <a:gd name="connsiteX99" fmla="*/ 965229 w 2915191"/>
                <a:gd name="connsiteY99" fmla="*/ 165234 h 415246"/>
                <a:gd name="connsiteX100" fmla="*/ 974979 w 2915191"/>
                <a:gd name="connsiteY100" fmla="*/ 140815 h 415246"/>
                <a:gd name="connsiteX101" fmla="*/ 984729 w 2915191"/>
                <a:gd name="connsiteY101" fmla="*/ 154792 h 415246"/>
                <a:gd name="connsiteX102" fmla="*/ 994474 w 2915191"/>
                <a:gd name="connsiteY102" fmla="*/ 158041 h 415246"/>
                <a:gd name="connsiteX103" fmla="*/ 1004233 w 2915191"/>
                <a:gd name="connsiteY103" fmla="*/ 127623 h 415246"/>
                <a:gd name="connsiteX104" fmla="*/ 1013977 w 2915191"/>
                <a:gd name="connsiteY104" fmla="*/ 175179 h 415246"/>
                <a:gd name="connsiteX105" fmla="*/ 1023721 w 2915191"/>
                <a:gd name="connsiteY105" fmla="*/ 198212 h 415246"/>
                <a:gd name="connsiteX106" fmla="*/ 1033480 w 2915191"/>
                <a:gd name="connsiteY106" fmla="*/ 189725 h 415246"/>
                <a:gd name="connsiteX107" fmla="*/ 1043224 w 2915191"/>
                <a:gd name="connsiteY107" fmla="*/ 183107 h 415246"/>
                <a:gd name="connsiteX108" fmla="*/ 1052983 w 2915191"/>
                <a:gd name="connsiteY108" fmla="*/ 219088 h 415246"/>
                <a:gd name="connsiteX109" fmla="*/ 1062727 w 2915191"/>
                <a:gd name="connsiteY109" fmla="*/ 240213 h 415246"/>
                <a:gd name="connsiteX110" fmla="*/ 1072471 w 2915191"/>
                <a:gd name="connsiteY110" fmla="*/ 244048 h 415246"/>
                <a:gd name="connsiteX111" fmla="*/ 1082230 w 2915191"/>
                <a:gd name="connsiteY111" fmla="*/ 257839 h 415246"/>
                <a:gd name="connsiteX112" fmla="*/ 1091973 w 2915191"/>
                <a:gd name="connsiteY112" fmla="*/ 231372 h 415246"/>
                <a:gd name="connsiteX113" fmla="*/ 1101732 w 2915191"/>
                <a:gd name="connsiteY113" fmla="*/ 207996 h 415246"/>
                <a:gd name="connsiteX114" fmla="*/ 1111476 w 2915191"/>
                <a:gd name="connsiteY114" fmla="*/ 209761 h 415246"/>
                <a:gd name="connsiteX115" fmla="*/ 1121220 w 2915191"/>
                <a:gd name="connsiteY115" fmla="*/ 201521 h 415246"/>
                <a:gd name="connsiteX116" fmla="*/ 1130979 w 2915191"/>
                <a:gd name="connsiteY116" fmla="*/ 186967 h 415246"/>
                <a:gd name="connsiteX117" fmla="*/ 1140723 w 2915191"/>
                <a:gd name="connsiteY117" fmla="*/ 181426 h 415246"/>
                <a:gd name="connsiteX118" fmla="*/ 1150482 w 2915191"/>
                <a:gd name="connsiteY118" fmla="*/ 190355 h 415246"/>
                <a:gd name="connsiteX119" fmla="*/ 1160226 w 2915191"/>
                <a:gd name="connsiteY119" fmla="*/ 208928 h 415246"/>
                <a:gd name="connsiteX120" fmla="*/ 1169969 w 2915191"/>
                <a:gd name="connsiteY120" fmla="*/ 215996 h 415246"/>
                <a:gd name="connsiteX121" fmla="*/ 1179728 w 2915191"/>
                <a:gd name="connsiteY121" fmla="*/ 199119 h 415246"/>
                <a:gd name="connsiteX122" fmla="*/ 1189472 w 2915191"/>
                <a:gd name="connsiteY122" fmla="*/ 213282 h 415246"/>
                <a:gd name="connsiteX123" fmla="*/ 1199231 w 2915191"/>
                <a:gd name="connsiteY123" fmla="*/ 204988 h 415246"/>
                <a:gd name="connsiteX124" fmla="*/ 1208975 w 2915191"/>
                <a:gd name="connsiteY124" fmla="*/ 158156 h 415246"/>
                <a:gd name="connsiteX125" fmla="*/ 1218719 w 2915191"/>
                <a:gd name="connsiteY125" fmla="*/ 193337 h 415246"/>
                <a:gd name="connsiteX126" fmla="*/ 1228478 w 2915191"/>
                <a:gd name="connsiteY126" fmla="*/ 209714 h 415246"/>
                <a:gd name="connsiteX127" fmla="*/ 1238222 w 2915191"/>
                <a:gd name="connsiteY127" fmla="*/ 216117 h 415246"/>
                <a:gd name="connsiteX128" fmla="*/ 1247966 w 2915191"/>
                <a:gd name="connsiteY128" fmla="*/ 205067 h 415246"/>
                <a:gd name="connsiteX129" fmla="*/ 1257725 w 2915191"/>
                <a:gd name="connsiteY129" fmla="*/ 222120 h 415246"/>
                <a:gd name="connsiteX130" fmla="*/ 1267469 w 2915191"/>
                <a:gd name="connsiteY130" fmla="*/ 227303 h 415246"/>
                <a:gd name="connsiteX131" fmla="*/ 1277227 w 2915191"/>
                <a:gd name="connsiteY131" fmla="*/ 245073 h 415246"/>
                <a:gd name="connsiteX132" fmla="*/ 1286971 w 2915191"/>
                <a:gd name="connsiteY132" fmla="*/ 250917 h 415246"/>
                <a:gd name="connsiteX133" fmla="*/ 1296715 w 2915191"/>
                <a:gd name="connsiteY133" fmla="*/ 301275 h 415246"/>
                <a:gd name="connsiteX134" fmla="*/ 1306474 w 2915191"/>
                <a:gd name="connsiteY134" fmla="*/ 274252 h 415246"/>
                <a:gd name="connsiteX135" fmla="*/ 1316218 w 2915191"/>
                <a:gd name="connsiteY135" fmla="*/ 259111 h 415246"/>
                <a:gd name="connsiteX136" fmla="*/ 1325977 w 2915191"/>
                <a:gd name="connsiteY136" fmla="*/ 235508 h 415246"/>
                <a:gd name="connsiteX137" fmla="*/ 1335721 w 2915191"/>
                <a:gd name="connsiteY137" fmla="*/ 219087 h 415246"/>
                <a:gd name="connsiteX138" fmla="*/ 1345465 w 2915191"/>
                <a:gd name="connsiteY138" fmla="*/ 209049 h 415246"/>
                <a:gd name="connsiteX139" fmla="*/ 1355224 w 2915191"/>
                <a:gd name="connsiteY139" fmla="*/ 174099 h 415246"/>
                <a:gd name="connsiteX140" fmla="*/ 1364967 w 2915191"/>
                <a:gd name="connsiteY140" fmla="*/ 157662 h 415246"/>
                <a:gd name="connsiteX141" fmla="*/ 1374726 w 2915191"/>
                <a:gd name="connsiteY141" fmla="*/ 150599 h 415246"/>
                <a:gd name="connsiteX142" fmla="*/ 1384470 w 2915191"/>
                <a:gd name="connsiteY142" fmla="*/ 171040 h 415246"/>
                <a:gd name="connsiteX143" fmla="*/ 1394214 w 2915191"/>
                <a:gd name="connsiteY143" fmla="*/ 201518 h 415246"/>
                <a:gd name="connsiteX144" fmla="*/ 1403973 w 2915191"/>
                <a:gd name="connsiteY144" fmla="*/ 216560 h 415246"/>
                <a:gd name="connsiteX145" fmla="*/ 1413717 w 2915191"/>
                <a:gd name="connsiteY145" fmla="*/ 243393 h 415246"/>
                <a:gd name="connsiteX146" fmla="*/ 1423476 w 2915191"/>
                <a:gd name="connsiteY146" fmla="*/ 248289 h 415246"/>
                <a:gd name="connsiteX147" fmla="*/ 1433220 w 2915191"/>
                <a:gd name="connsiteY147" fmla="*/ 301977 h 415246"/>
                <a:gd name="connsiteX148" fmla="*/ 1442964 w 2915191"/>
                <a:gd name="connsiteY148" fmla="*/ 306700 h 415246"/>
                <a:gd name="connsiteX149" fmla="*/ 1452722 w 2915191"/>
                <a:gd name="connsiteY149" fmla="*/ 273384 h 415246"/>
                <a:gd name="connsiteX150" fmla="*/ 1462466 w 2915191"/>
                <a:gd name="connsiteY150" fmla="*/ 278274 h 415246"/>
                <a:gd name="connsiteX151" fmla="*/ 1472225 w 2915191"/>
                <a:gd name="connsiteY151" fmla="*/ 286671 h 415246"/>
                <a:gd name="connsiteX152" fmla="*/ 1481969 w 2915191"/>
                <a:gd name="connsiteY152" fmla="*/ 271492 h 415246"/>
                <a:gd name="connsiteX153" fmla="*/ 1491713 w 2915191"/>
                <a:gd name="connsiteY153" fmla="*/ 286376 h 415246"/>
                <a:gd name="connsiteX154" fmla="*/ 1501472 w 2915191"/>
                <a:gd name="connsiteY154" fmla="*/ 265194 h 415246"/>
                <a:gd name="connsiteX155" fmla="*/ 1511216 w 2915191"/>
                <a:gd name="connsiteY155" fmla="*/ 274958 h 415246"/>
                <a:gd name="connsiteX156" fmla="*/ 1520960 w 2915191"/>
                <a:gd name="connsiteY156" fmla="*/ 292600 h 415246"/>
                <a:gd name="connsiteX157" fmla="*/ 1530719 w 2915191"/>
                <a:gd name="connsiteY157" fmla="*/ 268676 h 415246"/>
                <a:gd name="connsiteX158" fmla="*/ 1540463 w 2915191"/>
                <a:gd name="connsiteY158" fmla="*/ 289609 h 415246"/>
                <a:gd name="connsiteX159" fmla="*/ 1550221 w 2915191"/>
                <a:gd name="connsiteY159" fmla="*/ 283200 h 415246"/>
                <a:gd name="connsiteX160" fmla="*/ 1559965 w 2915191"/>
                <a:gd name="connsiteY160" fmla="*/ 271863 h 415246"/>
                <a:gd name="connsiteX161" fmla="*/ 1569709 w 2915191"/>
                <a:gd name="connsiteY161" fmla="*/ 269478 h 415246"/>
                <a:gd name="connsiteX162" fmla="*/ 1579468 w 2915191"/>
                <a:gd name="connsiteY162" fmla="*/ 275905 h 415246"/>
                <a:gd name="connsiteX163" fmla="*/ 1589212 w 2915191"/>
                <a:gd name="connsiteY163" fmla="*/ 266033 h 415246"/>
                <a:gd name="connsiteX164" fmla="*/ 1598971 w 2915191"/>
                <a:gd name="connsiteY164" fmla="*/ 272535 h 415246"/>
                <a:gd name="connsiteX165" fmla="*/ 1608715 w 2915191"/>
                <a:gd name="connsiteY165" fmla="*/ 308042 h 415246"/>
                <a:gd name="connsiteX166" fmla="*/ 1618459 w 2915191"/>
                <a:gd name="connsiteY166" fmla="*/ 327749 h 415246"/>
                <a:gd name="connsiteX167" fmla="*/ 1628218 w 2915191"/>
                <a:gd name="connsiteY167" fmla="*/ 319428 h 415246"/>
                <a:gd name="connsiteX168" fmla="*/ 1637962 w 2915191"/>
                <a:gd name="connsiteY168" fmla="*/ 340415 h 415246"/>
                <a:gd name="connsiteX169" fmla="*/ 1647720 w 2915191"/>
                <a:gd name="connsiteY169" fmla="*/ 297624 h 415246"/>
                <a:gd name="connsiteX170" fmla="*/ 1657464 w 2915191"/>
                <a:gd name="connsiteY170" fmla="*/ 274383 h 415246"/>
                <a:gd name="connsiteX171" fmla="*/ 1667208 w 2915191"/>
                <a:gd name="connsiteY171" fmla="*/ 244245 h 415246"/>
                <a:gd name="connsiteX172" fmla="*/ 1676967 w 2915191"/>
                <a:gd name="connsiteY172" fmla="*/ 245638 h 415246"/>
                <a:gd name="connsiteX173" fmla="*/ 1686711 w 2915191"/>
                <a:gd name="connsiteY173" fmla="*/ 291294 h 415246"/>
                <a:gd name="connsiteX174" fmla="*/ 1696470 w 2915191"/>
                <a:gd name="connsiteY174" fmla="*/ 275086 h 415246"/>
                <a:gd name="connsiteX175" fmla="*/ 1706214 w 2915191"/>
                <a:gd name="connsiteY175" fmla="*/ 261355 h 415246"/>
                <a:gd name="connsiteX176" fmla="*/ 1715958 w 2915191"/>
                <a:gd name="connsiteY176" fmla="*/ 257988 h 415246"/>
                <a:gd name="connsiteX177" fmla="*/ 1725716 w 2915191"/>
                <a:gd name="connsiteY177" fmla="*/ 264820 h 415246"/>
                <a:gd name="connsiteX178" fmla="*/ 1735460 w 2915191"/>
                <a:gd name="connsiteY178" fmla="*/ 287258 h 415246"/>
                <a:gd name="connsiteX179" fmla="*/ 1745219 w 2915191"/>
                <a:gd name="connsiteY179" fmla="*/ 304696 h 415246"/>
                <a:gd name="connsiteX180" fmla="*/ 1754963 w 2915191"/>
                <a:gd name="connsiteY180" fmla="*/ 307080 h 415246"/>
                <a:gd name="connsiteX181" fmla="*/ 1764707 w 2915191"/>
                <a:gd name="connsiteY181" fmla="*/ 262517 h 415246"/>
                <a:gd name="connsiteX182" fmla="*/ 1774466 w 2915191"/>
                <a:gd name="connsiteY182" fmla="*/ 283037 h 415246"/>
                <a:gd name="connsiteX183" fmla="*/ 1784210 w 2915191"/>
                <a:gd name="connsiteY183" fmla="*/ 278800 h 415246"/>
                <a:gd name="connsiteX184" fmla="*/ 1793969 w 2915191"/>
                <a:gd name="connsiteY184" fmla="*/ 258584 h 415246"/>
                <a:gd name="connsiteX185" fmla="*/ 1803713 w 2915191"/>
                <a:gd name="connsiteY185" fmla="*/ 281260 h 415246"/>
                <a:gd name="connsiteX186" fmla="*/ 1813457 w 2915191"/>
                <a:gd name="connsiteY186" fmla="*/ 299505 h 415246"/>
                <a:gd name="connsiteX187" fmla="*/ 1823215 w 2915191"/>
                <a:gd name="connsiteY187" fmla="*/ 265650 h 415246"/>
                <a:gd name="connsiteX188" fmla="*/ 1832959 w 2915191"/>
                <a:gd name="connsiteY188" fmla="*/ 252410 h 415246"/>
                <a:gd name="connsiteX189" fmla="*/ 1842703 w 2915191"/>
                <a:gd name="connsiteY189" fmla="*/ 257226 h 415246"/>
                <a:gd name="connsiteX190" fmla="*/ 1852462 w 2915191"/>
                <a:gd name="connsiteY190" fmla="*/ 245514 h 415246"/>
                <a:gd name="connsiteX191" fmla="*/ 1862206 w 2915191"/>
                <a:gd name="connsiteY191" fmla="*/ 236545 h 415246"/>
                <a:gd name="connsiteX192" fmla="*/ 1871965 w 2915191"/>
                <a:gd name="connsiteY192" fmla="*/ 247131 h 415246"/>
                <a:gd name="connsiteX193" fmla="*/ 1881709 w 2915191"/>
                <a:gd name="connsiteY193" fmla="*/ 267462 h 415246"/>
                <a:gd name="connsiteX194" fmla="*/ 1891453 w 2915191"/>
                <a:gd name="connsiteY194" fmla="*/ 268553 h 415246"/>
                <a:gd name="connsiteX195" fmla="*/ 1901212 w 2915191"/>
                <a:gd name="connsiteY195" fmla="*/ 231058 h 415246"/>
                <a:gd name="connsiteX196" fmla="*/ 1910956 w 2915191"/>
                <a:gd name="connsiteY196" fmla="*/ 231499 h 415246"/>
                <a:gd name="connsiteX197" fmla="*/ 1920714 w 2915191"/>
                <a:gd name="connsiteY197" fmla="*/ 243500 h 415246"/>
                <a:gd name="connsiteX198" fmla="*/ 1930458 w 2915191"/>
                <a:gd name="connsiteY198" fmla="*/ 245129 h 415246"/>
                <a:gd name="connsiteX199" fmla="*/ 1940202 w 2915191"/>
                <a:gd name="connsiteY199" fmla="*/ 241822 h 415246"/>
                <a:gd name="connsiteX200" fmla="*/ 1949961 w 2915191"/>
                <a:gd name="connsiteY200" fmla="*/ 242929 h 415246"/>
                <a:gd name="connsiteX201" fmla="*/ 1959705 w 2915191"/>
                <a:gd name="connsiteY201" fmla="*/ 237570 h 415246"/>
                <a:gd name="connsiteX202" fmla="*/ 1969464 w 2915191"/>
                <a:gd name="connsiteY202" fmla="*/ 258044 h 415246"/>
                <a:gd name="connsiteX203" fmla="*/ 1979208 w 2915191"/>
                <a:gd name="connsiteY203" fmla="*/ 251169 h 415246"/>
                <a:gd name="connsiteX204" fmla="*/ 1988952 w 2915191"/>
                <a:gd name="connsiteY204" fmla="*/ 227282 h 415246"/>
                <a:gd name="connsiteX205" fmla="*/ 1998711 w 2915191"/>
                <a:gd name="connsiteY205" fmla="*/ 245227 h 415246"/>
                <a:gd name="connsiteX206" fmla="*/ 2008454 w 2915191"/>
                <a:gd name="connsiteY206" fmla="*/ 222405 h 415246"/>
                <a:gd name="connsiteX207" fmla="*/ 2018213 w 2915191"/>
                <a:gd name="connsiteY207" fmla="*/ 210277 h 415246"/>
                <a:gd name="connsiteX208" fmla="*/ 2027957 w 2915191"/>
                <a:gd name="connsiteY208" fmla="*/ 178035 h 415246"/>
                <a:gd name="connsiteX209" fmla="*/ 2037701 w 2915191"/>
                <a:gd name="connsiteY209" fmla="*/ 206141 h 415246"/>
                <a:gd name="connsiteX210" fmla="*/ 2047460 w 2915191"/>
                <a:gd name="connsiteY210" fmla="*/ 227697 h 415246"/>
                <a:gd name="connsiteX211" fmla="*/ 2057204 w 2915191"/>
                <a:gd name="connsiteY211" fmla="*/ 204208 h 415246"/>
                <a:gd name="connsiteX212" fmla="*/ 2066963 w 2915191"/>
                <a:gd name="connsiteY212" fmla="*/ 230925 h 415246"/>
                <a:gd name="connsiteX213" fmla="*/ 2076707 w 2915191"/>
                <a:gd name="connsiteY213" fmla="*/ 206914 h 415246"/>
                <a:gd name="connsiteX214" fmla="*/ 2086451 w 2915191"/>
                <a:gd name="connsiteY214" fmla="*/ 185783 h 415246"/>
                <a:gd name="connsiteX215" fmla="*/ 2096210 w 2915191"/>
                <a:gd name="connsiteY215" fmla="*/ 179327 h 415246"/>
                <a:gd name="connsiteX216" fmla="*/ 2105954 w 2915191"/>
                <a:gd name="connsiteY216" fmla="*/ 176064 h 415246"/>
                <a:gd name="connsiteX217" fmla="*/ 2115697 w 2915191"/>
                <a:gd name="connsiteY217" fmla="*/ 151077 h 415246"/>
                <a:gd name="connsiteX218" fmla="*/ 2125456 w 2915191"/>
                <a:gd name="connsiteY218" fmla="*/ 167645 h 415246"/>
                <a:gd name="connsiteX219" fmla="*/ 2135200 w 2915191"/>
                <a:gd name="connsiteY219" fmla="*/ 193222 h 415246"/>
                <a:gd name="connsiteX220" fmla="*/ 2144959 w 2915191"/>
                <a:gd name="connsiteY220" fmla="*/ 190200 h 415246"/>
                <a:gd name="connsiteX221" fmla="*/ 2154703 w 2915191"/>
                <a:gd name="connsiteY221" fmla="*/ 192334 h 415246"/>
                <a:gd name="connsiteX222" fmla="*/ 2164447 w 2915191"/>
                <a:gd name="connsiteY222" fmla="*/ 162871 h 415246"/>
                <a:gd name="connsiteX223" fmla="*/ 2174206 w 2915191"/>
                <a:gd name="connsiteY223" fmla="*/ 171782 h 415246"/>
                <a:gd name="connsiteX224" fmla="*/ 2183950 w 2915191"/>
                <a:gd name="connsiteY224" fmla="*/ 147220 h 415246"/>
                <a:gd name="connsiteX225" fmla="*/ 2193709 w 2915191"/>
                <a:gd name="connsiteY225" fmla="*/ 156092 h 415246"/>
                <a:gd name="connsiteX226" fmla="*/ 2203452 w 2915191"/>
                <a:gd name="connsiteY226" fmla="*/ 155435 h 415246"/>
                <a:gd name="connsiteX227" fmla="*/ 2213196 w 2915191"/>
                <a:gd name="connsiteY227" fmla="*/ 172264 h 415246"/>
                <a:gd name="connsiteX228" fmla="*/ 2222955 w 2915191"/>
                <a:gd name="connsiteY228" fmla="*/ 162588 h 415246"/>
                <a:gd name="connsiteX229" fmla="*/ 2232699 w 2915191"/>
                <a:gd name="connsiteY229" fmla="*/ 185255 h 415246"/>
                <a:gd name="connsiteX230" fmla="*/ 2242458 w 2915191"/>
                <a:gd name="connsiteY230" fmla="*/ 188937 h 415246"/>
                <a:gd name="connsiteX231" fmla="*/ 2252202 w 2915191"/>
                <a:gd name="connsiteY231" fmla="*/ 165821 h 415246"/>
                <a:gd name="connsiteX232" fmla="*/ 2261946 w 2915191"/>
                <a:gd name="connsiteY232" fmla="*/ 147098 h 415246"/>
                <a:gd name="connsiteX233" fmla="*/ 2271705 w 2915191"/>
                <a:gd name="connsiteY233" fmla="*/ 168148 h 415246"/>
                <a:gd name="connsiteX234" fmla="*/ 2281449 w 2915191"/>
                <a:gd name="connsiteY234" fmla="*/ 143650 h 415246"/>
                <a:gd name="connsiteX235" fmla="*/ 2291208 w 2915191"/>
                <a:gd name="connsiteY235" fmla="*/ 143540 h 415246"/>
                <a:gd name="connsiteX236" fmla="*/ 2300951 w 2915191"/>
                <a:gd name="connsiteY236" fmla="*/ 147349 h 415246"/>
                <a:gd name="connsiteX237" fmla="*/ 2310695 w 2915191"/>
                <a:gd name="connsiteY237" fmla="*/ 169419 h 415246"/>
                <a:gd name="connsiteX238" fmla="*/ 2320454 w 2915191"/>
                <a:gd name="connsiteY238" fmla="*/ 192148 h 415246"/>
                <a:gd name="connsiteX239" fmla="*/ 2330198 w 2915191"/>
                <a:gd name="connsiteY239" fmla="*/ 209922 h 415246"/>
                <a:gd name="connsiteX240" fmla="*/ 2339957 w 2915191"/>
                <a:gd name="connsiteY240" fmla="*/ 185208 h 415246"/>
                <a:gd name="connsiteX241" fmla="*/ 2349701 w 2915191"/>
                <a:gd name="connsiteY241" fmla="*/ 170869 h 415246"/>
                <a:gd name="connsiteX242" fmla="*/ 2359445 w 2915191"/>
                <a:gd name="connsiteY242" fmla="*/ 189718 h 415246"/>
                <a:gd name="connsiteX243" fmla="*/ 2369204 w 2915191"/>
                <a:gd name="connsiteY243" fmla="*/ 172259 h 415246"/>
                <a:gd name="connsiteX244" fmla="*/ 2378948 w 2915191"/>
                <a:gd name="connsiteY244" fmla="*/ 171295 h 415246"/>
                <a:gd name="connsiteX245" fmla="*/ 2388692 w 2915191"/>
                <a:gd name="connsiteY245" fmla="*/ 170146 h 415246"/>
                <a:gd name="connsiteX246" fmla="*/ 2398450 w 2915191"/>
                <a:gd name="connsiteY246" fmla="*/ 175269 h 415246"/>
                <a:gd name="connsiteX247" fmla="*/ 2408194 w 2915191"/>
                <a:gd name="connsiteY247" fmla="*/ 186972 h 415246"/>
                <a:gd name="connsiteX248" fmla="*/ 2417953 w 2915191"/>
                <a:gd name="connsiteY248" fmla="*/ 211351 h 415246"/>
                <a:gd name="connsiteX249" fmla="*/ 2427697 w 2915191"/>
                <a:gd name="connsiteY249" fmla="*/ 214498 h 415246"/>
                <a:gd name="connsiteX250" fmla="*/ 2437441 w 2915191"/>
                <a:gd name="connsiteY250" fmla="*/ 201750 h 415246"/>
                <a:gd name="connsiteX251" fmla="*/ 2447200 w 2915191"/>
                <a:gd name="connsiteY251" fmla="*/ 213625 h 415246"/>
                <a:gd name="connsiteX252" fmla="*/ 2456944 w 2915191"/>
                <a:gd name="connsiteY252" fmla="*/ 188579 h 415246"/>
                <a:gd name="connsiteX253" fmla="*/ 2466703 w 2915191"/>
                <a:gd name="connsiteY253" fmla="*/ 198635 h 415246"/>
                <a:gd name="connsiteX254" fmla="*/ 2476446 w 2915191"/>
                <a:gd name="connsiteY254" fmla="*/ 163913 h 415246"/>
                <a:gd name="connsiteX255" fmla="*/ 2486190 w 2915191"/>
                <a:gd name="connsiteY255" fmla="*/ 176030 h 415246"/>
                <a:gd name="connsiteX256" fmla="*/ 2495949 w 2915191"/>
                <a:gd name="connsiteY256" fmla="*/ 147709 h 415246"/>
                <a:gd name="connsiteX257" fmla="*/ 2505693 w 2915191"/>
                <a:gd name="connsiteY257" fmla="*/ 108545 h 415246"/>
                <a:gd name="connsiteX258" fmla="*/ 2515452 w 2915191"/>
                <a:gd name="connsiteY258" fmla="*/ 95367 h 415246"/>
                <a:gd name="connsiteX259" fmla="*/ 2525196 w 2915191"/>
                <a:gd name="connsiteY259" fmla="*/ 118313 h 415246"/>
                <a:gd name="connsiteX260" fmla="*/ 2534940 w 2915191"/>
                <a:gd name="connsiteY260" fmla="*/ 137145 h 415246"/>
                <a:gd name="connsiteX261" fmla="*/ 2544699 w 2915191"/>
                <a:gd name="connsiteY261" fmla="*/ 161103 h 415246"/>
                <a:gd name="connsiteX262" fmla="*/ 2554443 w 2915191"/>
                <a:gd name="connsiteY262" fmla="*/ 157193 h 415246"/>
                <a:gd name="connsiteX263" fmla="*/ 2564202 w 2915191"/>
                <a:gd name="connsiteY263" fmla="*/ 157335 h 415246"/>
                <a:gd name="connsiteX264" fmla="*/ 2573946 w 2915191"/>
                <a:gd name="connsiteY264" fmla="*/ 125128 h 415246"/>
                <a:gd name="connsiteX265" fmla="*/ 2583690 w 2915191"/>
                <a:gd name="connsiteY265" fmla="*/ 149389 h 415246"/>
                <a:gd name="connsiteX266" fmla="*/ 2593448 w 2915191"/>
                <a:gd name="connsiteY266" fmla="*/ 155904 h 415246"/>
                <a:gd name="connsiteX267" fmla="*/ 2603192 w 2915191"/>
                <a:gd name="connsiteY267" fmla="*/ 169558 h 415246"/>
                <a:gd name="connsiteX268" fmla="*/ 2612951 w 2915191"/>
                <a:gd name="connsiteY268" fmla="*/ 144091 h 415246"/>
                <a:gd name="connsiteX269" fmla="*/ 2622695 w 2915191"/>
                <a:gd name="connsiteY269" fmla="*/ 158540 h 415246"/>
                <a:gd name="connsiteX270" fmla="*/ 2632439 w 2915191"/>
                <a:gd name="connsiteY270" fmla="*/ 131692 h 415246"/>
                <a:gd name="connsiteX271" fmla="*/ 2642198 w 2915191"/>
                <a:gd name="connsiteY271" fmla="*/ 147534 h 415246"/>
                <a:gd name="connsiteX272" fmla="*/ 2651942 w 2915191"/>
                <a:gd name="connsiteY272" fmla="*/ 123708 h 415246"/>
                <a:gd name="connsiteX273" fmla="*/ 2661685 w 2915191"/>
                <a:gd name="connsiteY273" fmla="*/ 140027 h 415246"/>
                <a:gd name="connsiteX274" fmla="*/ 2671444 w 2915191"/>
                <a:gd name="connsiteY274" fmla="*/ 151538 h 415246"/>
                <a:gd name="connsiteX275" fmla="*/ 2681188 w 2915191"/>
                <a:gd name="connsiteY275" fmla="*/ 122310 h 415246"/>
                <a:gd name="connsiteX276" fmla="*/ 2690947 w 2915191"/>
                <a:gd name="connsiteY276" fmla="*/ 106204 h 415246"/>
                <a:gd name="connsiteX277" fmla="*/ 2700691 w 2915191"/>
                <a:gd name="connsiteY277" fmla="*/ 114390 h 415246"/>
                <a:gd name="connsiteX278" fmla="*/ 2710435 w 2915191"/>
                <a:gd name="connsiteY278" fmla="*/ 94367 h 415246"/>
                <a:gd name="connsiteX279" fmla="*/ 2720194 w 2915191"/>
                <a:gd name="connsiteY279" fmla="*/ 121048 h 415246"/>
                <a:gd name="connsiteX280" fmla="*/ 2729938 w 2915191"/>
                <a:gd name="connsiteY280" fmla="*/ 121305 h 415246"/>
                <a:gd name="connsiteX281" fmla="*/ 2739697 w 2915191"/>
                <a:gd name="connsiteY281" fmla="*/ 96934 h 415246"/>
                <a:gd name="connsiteX282" fmla="*/ 2749441 w 2915191"/>
                <a:gd name="connsiteY282" fmla="*/ 144182 h 415246"/>
                <a:gd name="connsiteX283" fmla="*/ 2759185 w 2915191"/>
                <a:gd name="connsiteY283" fmla="*/ 116085 h 415246"/>
                <a:gd name="connsiteX284" fmla="*/ 2768943 w 2915191"/>
                <a:gd name="connsiteY284" fmla="*/ 110032 h 415246"/>
                <a:gd name="connsiteX285" fmla="*/ 2778687 w 2915191"/>
                <a:gd name="connsiteY285" fmla="*/ 99843 h 415246"/>
                <a:gd name="connsiteX286" fmla="*/ 2788446 w 2915191"/>
                <a:gd name="connsiteY286" fmla="*/ 113150 h 415246"/>
                <a:gd name="connsiteX287" fmla="*/ 2798190 w 2915191"/>
                <a:gd name="connsiteY287" fmla="*/ 137267 h 415246"/>
                <a:gd name="connsiteX288" fmla="*/ 2807934 w 2915191"/>
                <a:gd name="connsiteY288" fmla="*/ 113058 h 415246"/>
                <a:gd name="connsiteX289" fmla="*/ 2817693 w 2915191"/>
                <a:gd name="connsiteY289" fmla="*/ 119181 h 415246"/>
                <a:gd name="connsiteX290" fmla="*/ 2827437 w 2915191"/>
                <a:gd name="connsiteY290" fmla="*/ 88260 h 415246"/>
                <a:gd name="connsiteX291" fmla="*/ 2837196 w 2915191"/>
                <a:gd name="connsiteY291" fmla="*/ 77479 h 415246"/>
                <a:gd name="connsiteX292" fmla="*/ 2846940 w 2915191"/>
                <a:gd name="connsiteY292" fmla="*/ 78378 h 415246"/>
                <a:gd name="connsiteX293" fmla="*/ 2856684 w 2915191"/>
                <a:gd name="connsiteY293" fmla="*/ 72037 h 415246"/>
                <a:gd name="connsiteX294" fmla="*/ 2866442 w 2915191"/>
                <a:gd name="connsiteY294" fmla="*/ 63730 h 415246"/>
                <a:gd name="connsiteX295" fmla="*/ 2876186 w 2915191"/>
                <a:gd name="connsiteY295" fmla="*/ 27918 h 415246"/>
                <a:gd name="connsiteX296" fmla="*/ 2885945 w 2915191"/>
                <a:gd name="connsiteY296" fmla="*/ 8697 h 415246"/>
                <a:gd name="connsiteX297" fmla="*/ 2895689 w 2915191"/>
                <a:gd name="connsiteY297" fmla="*/ 0 h 415246"/>
                <a:gd name="connsiteX298" fmla="*/ 2905433 w 2915191"/>
                <a:gd name="connsiteY298" fmla="*/ 7929 h 415246"/>
                <a:gd name="connsiteX299" fmla="*/ 2915192 w 2915191"/>
                <a:gd name="connsiteY299" fmla="*/ 5635 h 41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15246">
                  <a:moveTo>
                    <a:pt x="0" y="410814"/>
                  </a:moveTo>
                  <a:lnTo>
                    <a:pt x="9750" y="403387"/>
                  </a:lnTo>
                  <a:lnTo>
                    <a:pt x="19500" y="400602"/>
                  </a:lnTo>
                  <a:lnTo>
                    <a:pt x="29250" y="374622"/>
                  </a:lnTo>
                  <a:lnTo>
                    <a:pt x="39000" y="371083"/>
                  </a:lnTo>
                  <a:lnTo>
                    <a:pt x="48749" y="415247"/>
                  </a:lnTo>
                  <a:lnTo>
                    <a:pt x="58499" y="385104"/>
                  </a:lnTo>
                  <a:lnTo>
                    <a:pt x="68249" y="386013"/>
                  </a:lnTo>
                  <a:lnTo>
                    <a:pt x="77998" y="401280"/>
                  </a:lnTo>
                  <a:lnTo>
                    <a:pt x="87748" y="377297"/>
                  </a:lnTo>
                  <a:lnTo>
                    <a:pt x="97497" y="358742"/>
                  </a:lnTo>
                  <a:lnTo>
                    <a:pt x="107247" y="348119"/>
                  </a:lnTo>
                  <a:lnTo>
                    <a:pt x="116997" y="348580"/>
                  </a:lnTo>
                  <a:lnTo>
                    <a:pt x="126747" y="334946"/>
                  </a:lnTo>
                  <a:lnTo>
                    <a:pt x="136497" y="350740"/>
                  </a:lnTo>
                  <a:lnTo>
                    <a:pt x="146247" y="364685"/>
                  </a:lnTo>
                  <a:lnTo>
                    <a:pt x="155997" y="374227"/>
                  </a:lnTo>
                  <a:lnTo>
                    <a:pt x="165747" y="330382"/>
                  </a:lnTo>
                  <a:lnTo>
                    <a:pt x="175497" y="337554"/>
                  </a:lnTo>
                  <a:lnTo>
                    <a:pt x="185247" y="304213"/>
                  </a:lnTo>
                  <a:lnTo>
                    <a:pt x="194996" y="269976"/>
                  </a:lnTo>
                  <a:lnTo>
                    <a:pt x="204746" y="285347"/>
                  </a:lnTo>
                  <a:lnTo>
                    <a:pt x="214495" y="278165"/>
                  </a:lnTo>
                  <a:lnTo>
                    <a:pt x="224245" y="285100"/>
                  </a:lnTo>
                  <a:lnTo>
                    <a:pt x="233995" y="279626"/>
                  </a:lnTo>
                  <a:lnTo>
                    <a:pt x="243744" y="279930"/>
                  </a:lnTo>
                  <a:lnTo>
                    <a:pt x="253494" y="285929"/>
                  </a:lnTo>
                  <a:lnTo>
                    <a:pt x="263244" y="305478"/>
                  </a:lnTo>
                  <a:lnTo>
                    <a:pt x="272994" y="296560"/>
                  </a:lnTo>
                  <a:lnTo>
                    <a:pt x="282744" y="325437"/>
                  </a:lnTo>
                  <a:lnTo>
                    <a:pt x="292494" y="298352"/>
                  </a:lnTo>
                  <a:lnTo>
                    <a:pt x="302244" y="315693"/>
                  </a:lnTo>
                  <a:lnTo>
                    <a:pt x="311994" y="334722"/>
                  </a:lnTo>
                  <a:lnTo>
                    <a:pt x="321744" y="327807"/>
                  </a:lnTo>
                  <a:lnTo>
                    <a:pt x="331493" y="313790"/>
                  </a:lnTo>
                  <a:lnTo>
                    <a:pt x="341243" y="321761"/>
                  </a:lnTo>
                  <a:lnTo>
                    <a:pt x="350993" y="324191"/>
                  </a:lnTo>
                  <a:lnTo>
                    <a:pt x="360742" y="301061"/>
                  </a:lnTo>
                  <a:lnTo>
                    <a:pt x="370492" y="286293"/>
                  </a:lnTo>
                  <a:lnTo>
                    <a:pt x="380241" y="292710"/>
                  </a:lnTo>
                  <a:lnTo>
                    <a:pt x="389991" y="277374"/>
                  </a:lnTo>
                  <a:lnTo>
                    <a:pt x="399741" y="278755"/>
                  </a:lnTo>
                  <a:lnTo>
                    <a:pt x="409491" y="290192"/>
                  </a:lnTo>
                  <a:lnTo>
                    <a:pt x="419241" y="272954"/>
                  </a:lnTo>
                  <a:lnTo>
                    <a:pt x="428991" y="248056"/>
                  </a:lnTo>
                  <a:lnTo>
                    <a:pt x="438741" y="236304"/>
                  </a:lnTo>
                  <a:lnTo>
                    <a:pt x="448491" y="235340"/>
                  </a:lnTo>
                  <a:lnTo>
                    <a:pt x="458241" y="272671"/>
                  </a:lnTo>
                  <a:lnTo>
                    <a:pt x="467991" y="229176"/>
                  </a:lnTo>
                  <a:lnTo>
                    <a:pt x="477740" y="225647"/>
                  </a:lnTo>
                  <a:lnTo>
                    <a:pt x="487490" y="227326"/>
                  </a:lnTo>
                  <a:lnTo>
                    <a:pt x="497239" y="237795"/>
                  </a:lnTo>
                  <a:lnTo>
                    <a:pt x="506989" y="252197"/>
                  </a:lnTo>
                  <a:lnTo>
                    <a:pt x="516738" y="264335"/>
                  </a:lnTo>
                  <a:lnTo>
                    <a:pt x="526488" y="244580"/>
                  </a:lnTo>
                  <a:lnTo>
                    <a:pt x="536238" y="253156"/>
                  </a:lnTo>
                  <a:lnTo>
                    <a:pt x="545988" y="251821"/>
                  </a:lnTo>
                  <a:lnTo>
                    <a:pt x="555738" y="229954"/>
                  </a:lnTo>
                  <a:lnTo>
                    <a:pt x="565488" y="228056"/>
                  </a:lnTo>
                  <a:lnTo>
                    <a:pt x="575238" y="241030"/>
                  </a:lnTo>
                  <a:lnTo>
                    <a:pt x="584988" y="250903"/>
                  </a:lnTo>
                  <a:lnTo>
                    <a:pt x="594738" y="259299"/>
                  </a:lnTo>
                  <a:lnTo>
                    <a:pt x="604488" y="238913"/>
                  </a:lnTo>
                  <a:lnTo>
                    <a:pt x="614237" y="225959"/>
                  </a:lnTo>
                  <a:lnTo>
                    <a:pt x="623987" y="206890"/>
                  </a:lnTo>
                  <a:lnTo>
                    <a:pt x="633736" y="188958"/>
                  </a:lnTo>
                  <a:lnTo>
                    <a:pt x="643486" y="235872"/>
                  </a:lnTo>
                  <a:lnTo>
                    <a:pt x="653236" y="213647"/>
                  </a:lnTo>
                  <a:lnTo>
                    <a:pt x="662985" y="228798"/>
                  </a:lnTo>
                  <a:lnTo>
                    <a:pt x="672735" y="220781"/>
                  </a:lnTo>
                  <a:lnTo>
                    <a:pt x="682485" y="208644"/>
                  </a:lnTo>
                  <a:lnTo>
                    <a:pt x="692235" y="185971"/>
                  </a:lnTo>
                  <a:lnTo>
                    <a:pt x="701985" y="186798"/>
                  </a:lnTo>
                  <a:lnTo>
                    <a:pt x="711735" y="162730"/>
                  </a:lnTo>
                  <a:lnTo>
                    <a:pt x="721485" y="141084"/>
                  </a:lnTo>
                  <a:lnTo>
                    <a:pt x="731235" y="107717"/>
                  </a:lnTo>
                  <a:lnTo>
                    <a:pt x="740985" y="70419"/>
                  </a:lnTo>
                  <a:lnTo>
                    <a:pt x="750734" y="75714"/>
                  </a:lnTo>
                  <a:lnTo>
                    <a:pt x="760484" y="71217"/>
                  </a:lnTo>
                  <a:lnTo>
                    <a:pt x="770233" y="71554"/>
                  </a:lnTo>
                  <a:lnTo>
                    <a:pt x="779983" y="79474"/>
                  </a:lnTo>
                  <a:lnTo>
                    <a:pt x="789733" y="83272"/>
                  </a:lnTo>
                  <a:lnTo>
                    <a:pt x="799482" y="86946"/>
                  </a:lnTo>
                  <a:lnTo>
                    <a:pt x="809232" y="124281"/>
                  </a:lnTo>
                  <a:lnTo>
                    <a:pt x="818982" y="129518"/>
                  </a:lnTo>
                  <a:lnTo>
                    <a:pt x="828732" y="103844"/>
                  </a:lnTo>
                  <a:lnTo>
                    <a:pt x="838482" y="85256"/>
                  </a:lnTo>
                  <a:lnTo>
                    <a:pt x="848232" y="85693"/>
                  </a:lnTo>
                  <a:lnTo>
                    <a:pt x="857982" y="131995"/>
                  </a:lnTo>
                  <a:lnTo>
                    <a:pt x="867732" y="154939"/>
                  </a:lnTo>
                  <a:lnTo>
                    <a:pt x="877482" y="169184"/>
                  </a:lnTo>
                  <a:lnTo>
                    <a:pt x="887231" y="185346"/>
                  </a:lnTo>
                  <a:lnTo>
                    <a:pt x="896981" y="160224"/>
                  </a:lnTo>
                  <a:lnTo>
                    <a:pt x="906730" y="143856"/>
                  </a:lnTo>
                  <a:lnTo>
                    <a:pt x="916480" y="132795"/>
                  </a:lnTo>
                  <a:lnTo>
                    <a:pt x="926230" y="141400"/>
                  </a:lnTo>
                  <a:lnTo>
                    <a:pt x="935979" y="138733"/>
                  </a:lnTo>
                  <a:lnTo>
                    <a:pt x="945729" y="150523"/>
                  </a:lnTo>
                  <a:lnTo>
                    <a:pt x="955479" y="176897"/>
                  </a:lnTo>
                  <a:lnTo>
                    <a:pt x="965229" y="165234"/>
                  </a:lnTo>
                  <a:lnTo>
                    <a:pt x="974979" y="140815"/>
                  </a:lnTo>
                  <a:lnTo>
                    <a:pt x="984729" y="154792"/>
                  </a:lnTo>
                  <a:lnTo>
                    <a:pt x="994474" y="158041"/>
                  </a:lnTo>
                  <a:lnTo>
                    <a:pt x="1004233" y="127623"/>
                  </a:lnTo>
                  <a:lnTo>
                    <a:pt x="1013977" y="175179"/>
                  </a:lnTo>
                  <a:lnTo>
                    <a:pt x="1023721" y="198212"/>
                  </a:lnTo>
                  <a:lnTo>
                    <a:pt x="1033480" y="189725"/>
                  </a:lnTo>
                  <a:lnTo>
                    <a:pt x="1043224" y="183107"/>
                  </a:lnTo>
                  <a:lnTo>
                    <a:pt x="1052983" y="219088"/>
                  </a:lnTo>
                  <a:lnTo>
                    <a:pt x="1062727" y="240213"/>
                  </a:lnTo>
                  <a:lnTo>
                    <a:pt x="1072471" y="244048"/>
                  </a:lnTo>
                  <a:lnTo>
                    <a:pt x="1082230" y="257839"/>
                  </a:lnTo>
                  <a:lnTo>
                    <a:pt x="1091973" y="231372"/>
                  </a:lnTo>
                  <a:lnTo>
                    <a:pt x="1101732" y="207996"/>
                  </a:lnTo>
                  <a:lnTo>
                    <a:pt x="1111476" y="209761"/>
                  </a:lnTo>
                  <a:lnTo>
                    <a:pt x="1121220" y="201521"/>
                  </a:lnTo>
                  <a:lnTo>
                    <a:pt x="1130979" y="186967"/>
                  </a:lnTo>
                  <a:lnTo>
                    <a:pt x="1140723" y="181426"/>
                  </a:lnTo>
                  <a:lnTo>
                    <a:pt x="1150482" y="190355"/>
                  </a:lnTo>
                  <a:lnTo>
                    <a:pt x="1160226" y="208928"/>
                  </a:lnTo>
                  <a:lnTo>
                    <a:pt x="1169969" y="215996"/>
                  </a:lnTo>
                  <a:lnTo>
                    <a:pt x="1179728" y="199119"/>
                  </a:lnTo>
                  <a:lnTo>
                    <a:pt x="1189472" y="213282"/>
                  </a:lnTo>
                  <a:lnTo>
                    <a:pt x="1199231" y="204988"/>
                  </a:lnTo>
                  <a:lnTo>
                    <a:pt x="1208975" y="158156"/>
                  </a:lnTo>
                  <a:lnTo>
                    <a:pt x="1218719" y="193337"/>
                  </a:lnTo>
                  <a:lnTo>
                    <a:pt x="1228478" y="209714"/>
                  </a:lnTo>
                  <a:lnTo>
                    <a:pt x="1238222" y="216117"/>
                  </a:lnTo>
                  <a:lnTo>
                    <a:pt x="1247966" y="205067"/>
                  </a:lnTo>
                  <a:lnTo>
                    <a:pt x="1257725" y="222120"/>
                  </a:lnTo>
                  <a:lnTo>
                    <a:pt x="1267469" y="227303"/>
                  </a:lnTo>
                  <a:lnTo>
                    <a:pt x="1277227" y="245073"/>
                  </a:lnTo>
                  <a:lnTo>
                    <a:pt x="1286971" y="250917"/>
                  </a:lnTo>
                  <a:lnTo>
                    <a:pt x="1296715" y="301275"/>
                  </a:lnTo>
                  <a:lnTo>
                    <a:pt x="1306474" y="274252"/>
                  </a:lnTo>
                  <a:lnTo>
                    <a:pt x="1316218" y="259111"/>
                  </a:lnTo>
                  <a:lnTo>
                    <a:pt x="1325977" y="235508"/>
                  </a:lnTo>
                  <a:lnTo>
                    <a:pt x="1335721" y="219087"/>
                  </a:lnTo>
                  <a:lnTo>
                    <a:pt x="1345465" y="209049"/>
                  </a:lnTo>
                  <a:lnTo>
                    <a:pt x="1355224" y="174099"/>
                  </a:lnTo>
                  <a:lnTo>
                    <a:pt x="1364967" y="157662"/>
                  </a:lnTo>
                  <a:lnTo>
                    <a:pt x="1374726" y="150599"/>
                  </a:lnTo>
                  <a:lnTo>
                    <a:pt x="1384470" y="171040"/>
                  </a:lnTo>
                  <a:lnTo>
                    <a:pt x="1394214" y="201518"/>
                  </a:lnTo>
                  <a:lnTo>
                    <a:pt x="1403973" y="216560"/>
                  </a:lnTo>
                  <a:lnTo>
                    <a:pt x="1413717" y="243393"/>
                  </a:lnTo>
                  <a:lnTo>
                    <a:pt x="1423476" y="248289"/>
                  </a:lnTo>
                  <a:lnTo>
                    <a:pt x="1433220" y="301977"/>
                  </a:lnTo>
                  <a:lnTo>
                    <a:pt x="1442964" y="306700"/>
                  </a:lnTo>
                  <a:lnTo>
                    <a:pt x="1452722" y="273384"/>
                  </a:lnTo>
                  <a:lnTo>
                    <a:pt x="1462466" y="278274"/>
                  </a:lnTo>
                  <a:lnTo>
                    <a:pt x="1472225" y="286671"/>
                  </a:lnTo>
                  <a:lnTo>
                    <a:pt x="1481969" y="271492"/>
                  </a:lnTo>
                  <a:lnTo>
                    <a:pt x="1491713" y="286376"/>
                  </a:lnTo>
                  <a:lnTo>
                    <a:pt x="1501472" y="265194"/>
                  </a:lnTo>
                  <a:lnTo>
                    <a:pt x="1511216" y="274958"/>
                  </a:lnTo>
                  <a:lnTo>
                    <a:pt x="1520960" y="292600"/>
                  </a:lnTo>
                  <a:lnTo>
                    <a:pt x="1530719" y="268676"/>
                  </a:lnTo>
                  <a:lnTo>
                    <a:pt x="1540463" y="289609"/>
                  </a:lnTo>
                  <a:lnTo>
                    <a:pt x="1550221" y="283200"/>
                  </a:lnTo>
                  <a:lnTo>
                    <a:pt x="1559965" y="271863"/>
                  </a:lnTo>
                  <a:lnTo>
                    <a:pt x="1569709" y="269478"/>
                  </a:lnTo>
                  <a:lnTo>
                    <a:pt x="1579468" y="275905"/>
                  </a:lnTo>
                  <a:lnTo>
                    <a:pt x="1589212" y="266033"/>
                  </a:lnTo>
                  <a:lnTo>
                    <a:pt x="1598971" y="272535"/>
                  </a:lnTo>
                  <a:lnTo>
                    <a:pt x="1608715" y="308042"/>
                  </a:lnTo>
                  <a:lnTo>
                    <a:pt x="1618459" y="327749"/>
                  </a:lnTo>
                  <a:lnTo>
                    <a:pt x="1628218" y="319428"/>
                  </a:lnTo>
                  <a:lnTo>
                    <a:pt x="1637962" y="340415"/>
                  </a:lnTo>
                  <a:lnTo>
                    <a:pt x="1647720" y="297624"/>
                  </a:lnTo>
                  <a:lnTo>
                    <a:pt x="1657464" y="274383"/>
                  </a:lnTo>
                  <a:lnTo>
                    <a:pt x="1667208" y="244245"/>
                  </a:lnTo>
                  <a:lnTo>
                    <a:pt x="1676967" y="245638"/>
                  </a:lnTo>
                  <a:lnTo>
                    <a:pt x="1686711" y="291294"/>
                  </a:lnTo>
                  <a:lnTo>
                    <a:pt x="1696470" y="275086"/>
                  </a:lnTo>
                  <a:lnTo>
                    <a:pt x="1706214" y="261355"/>
                  </a:lnTo>
                  <a:lnTo>
                    <a:pt x="1715958" y="257988"/>
                  </a:lnTo>
                  <a:lnTo>
                    <a:pt x="1725716" y="264820"/>
                  </a:lnTo>
                  <a:lnTo>
                    <a:pt x="1735460" y="287258"/>
                  </a:lnTo>
                  <a:lnTo>
                    <a:pt x="1745219" y="304696"/>
                  </a:lnTo>
                  <a:lnTo>
                    <a:pt x="1754963" y="307080"/>
                  </a:lnTo>
                  <a:lnTo>
                    <a:pt x="1764707" y="262517"/>
                  </a:lnTo>
                  <a:lnTo>
                    <a:pt x="1774466" y="283037"/>
                  </a:lnTo>
                  <a:lnTo>
                    <a:pt x="1784210" y="278800"/>
                  </a:lnTo>
                  <a:lnTo>
                    <a:pt x="1793969" y="258584"/>
                  </a:lnTo>
                  <a:lnTo>
                    <a:pt x="1803713" y="281260"/>
                  </a:lnTo>
                  <a:lnTo>
                    <a:pt x="1813457" y="299505"/>
                  </a:lnTo>
                  <a:lnTo>
                    <a:pt x="1823215" y="265650"/>
                  </a:lnTo>
                  <a:lnTo>
                    <a:pt x="1832959" y="252410"/>
                  </a:lnTo>
                  <a:lnTo>
                    <a:pt x="1842703" y="257226"/>
                  </a:lnTo>
                  <a:lnTo>
                    <a:pt x="1852462" y="245514"/>
                  </a:lnTo>
                  <a:lnTo>
                    <a:pt x="1862206" y="236545"/>
                  </a:lnTo>
                  <a:lnTo>
                    <a:pt x="1871965" y="247131"/>
                  </a:lnTo>
                  <a:lnTo>
                    <a:pt x="1881709" y="267462"/>
                  </a:lnTo>
                  <a:lnTo>
                    <a:pt x="1891453" y="268553"/>
                  </a:lnTo>
                  <a:lnTo>
                    <a:pt x="1901212" y="231058"/>
                  </a:lnTo>
                  <a:lnTo>
                    <a:pt x="1910956" y="231499"/>
                  </a:lnTo>
                  <a:lnTo>
                    <a:pt x="1920714" y="243500"/>
                  </a:lnTo>
                  <a:lnTo>
                    <a:pt x="1930458" y="245129"/>
                  </a:lnTo>
                  <a:lnTo>
                    <a:pt x="1940202" y="241822"/>
                  </a:lnTo>
                  <a:lnTo>
                    <a:pt x="1949961" y="242929"/>
                  </a:lnTo>
                  <a:lnTo>
                    <a:pt x="1959705" y="237570"/>
                  </a:lnTo>
                  <a:lnTo>
                    <a:pt x="1969464" y="258044"/>
                  </a:lnTo>
                  <a:lnTo>
                    <a:pt x="1979208" y="251169"/>
                  </a:lnTo>
                  <a:lnTo>
                    <a:pt x="1988952" y="227282"/>
                  </a:lnTo>
                  <a:lnTo>
                    <a:pt x="1998711" y="245227"/>
                  </a:lnTo>
                  <a:lnTo>
                    <a:pt x="2008454" y="222405"/>
                  </a:lnTo>
                  <a:lnTo>
                    <a:pt x="2018213" y="210277"/>
                  </a:lnTo>
                  <a:lnTo>
                    <a:pt x="2027957" y="178035"/>
                  </a:lnTo>
                  <a:lnTo>
                    <a:pt x="2037701" y="206141"/>
                  </a:lnTo>
                  <a:lnTo>
                    <a:pt x="2047460" y="227697"/>
                  </a:lnTo>
                  <a:lnTo>
                    <a:pt x="2057204" y="204208"/>
                  </a:lnTo>
                  <a:lnTo>
                    <a:pt x="2066963" y="230925"/>
                  </a:lnTo>
                  <a:lnTo>
                    <a:pt x="2076707" y="206914"/>
                  </a:lnTo>
                  <a:lnTo>
                    <a:pt x="2086451" y="185783"/>
                  </a:lnTo>
                  <a:lnTo>
                    <a:pt x="2096210" y="179327"/>
                  </a:lnTo>
                  <a:lnTo>
                    <a:pt x="2105954" y="176064"/>
                  </a:lnTo>
                  <a:lnTo>
                    <a:pt x="2115697" y="151077"/>
                  </a:lnTo>
                  <a:lnTo>
                    <a:pt x="2125456" y="167645"/>
                  </a:lnTo>
                  <a:lnTo>
                    <a:pt x="2135200" y="193222"/>
                  </a:lnTo>
                  <a:lnTo>
                    <a:pt x="2144959" y="190200"/>
                  </a:lnTo>
                  <a:lnTo>
                    <a:pt x="2154703" y="192334"/>
                  </a:lnTo>
                  <a:lnTo>
                    <a:pt x="2164447" y="162871"/>
                  </a:lnTo>
                  <a:lnTo>
                    <a:pt x="2174206" y="171782"/>
                  </a:lnTo>
                  <a:lnTo>
                    <a:pt x="2183950" y="147220"/>
                  </a:lnTo>
                  <a:lnTo>
                    <a:pt x="2193709" y="156092"/>
                  </a:lnTo>
                  <a:lnTo>
                    <a:pt x="2203452" y="155435"/>
                  </a:lnTo>
                  <a:lnTo>
                    <a:pt x="2213196" y="172264"/>
                  </a:lnTo>
                  <a:lnTo>
                    <a:pt x="2222955" y="162588"/>
                  </a:lnTo>
                  <a:lnTo>
                    <a:pt x="2232699" y="185255"/>
                  </a:lnTo>
                  <a:lnTo>
                    <a:pt x="2242458" y="188937"/>
                  </a:lnTo>
                  <a:lnTo>
                    <a:pt x="2252202" y="165821"/>
                  </a:lnTo>
                  <a:lnTo>
                    <a:pt x="2261946" y="147098"/>
                  </a:lnTo>
                  <a:lnTo>
                    <a:pt x="2271705" y="168148"/>
                  </a:lnTo>
                  <a:lnTo>
                    <a:pt x="2281449" y="143650"/>
                  </a:lnTo>
                  <a:lnTo>
                    <a:pt x="2291208" y="143540"/>
                  </a:lnTo>
                  <a:lnTo>
                    <a:pt x="2300951" y="147349"/>
                  </a:lnTo>
                  <a:lnTo>
                    <a:pt x="2310695" y="169419"/>
                  </a:lnTo>
                  <a:lnTo>
                    <a:pt x="2320454" y="192148"/>
                  </a:lnTo>
                  <a:lnTo>
                    <a:pt x="2330198" y="209922"/>
                  </a:lnTo>
                  <a:lnTo>
                    <a:pt x="2339957" y="185208"/>
                  </a:lnTo>
                  <a:lnTo>
                    <a:pt x="2349701" y="170869"/>
                  </a:lnTo>
                  <a:lnTo>
                    <a:pt x="2359445" y="189718"/>
                  </a:lnTo>
                  <a:lnTo>
                    <a:pt x="2369204" y="172259"/>
                  </a:lnTo>
                  <a:lnTo>
                    <a:pt x="2378948" y="171295"/>
                  </a:lnTo>
                  <a:lnTo>
                    <a:pt x="2388692" y="170146"/>
                  </a:lnTo>
                  <a:lnTo>
                    <a:pt x="2398450" y="175269"/>
                  </a:lnTo>
                  <a:lnTo>
                    <a:pt x="2408194" y="186972"/>
                  </a:lnTo>
                  <a:lnTo>
                    <a:pt x="2417953" y="211351"/>
                  </a:lnTo>
                  <a:lnTo>
                    <a:pt x="2427697" y="214498"/>
                  </a:lnTo>
                  <a:lnTo>
                    <a:pt x="2437441" y="201750"/>
                  </a:lnTo>
                  <a:lnTo>
                    <a:pt x="2447200" y="213625"/>
                  </a:lnTo>
                  <a:lnTo>
                    <a:pt x="2456944" y="188579"/>
                  </a:lnTo>
                  <a:lnTo>
                    <a:pt x="2466703" y="198635"/>
                  </a:lnTo>
                  <a:lnTo>
                    <a:pt x="2476446" y="163913"/>
                  </a:lnTo>
                  <a:lnTo>
                    <a:pt x="2486190" y="176030"/>
                  </a:lnTo>
                  <a:lnTo>
                    <a:pt x="2495949" y="147709"/>
                  </a:lnTo>
                  <a:lnTo>
                    <a:pt x="2505693" y="108545"/>
                  </a:lnTo>
                  <a:lnTo>
                    <a:pt x="2515452" y="95367"/>
                  </a:lnTo>
                  <a:lnTo>
                    <a:pt x="2525196" y="118313"/>
                  </a:lnTo>
                  <a:lnTo>
                    <a:pt x="2534940" y="137145"/>
                  </a:lnTo>
                  <a:lnTo>
                    <a:pt x="2544699" y="161103"/>
                  </a:lnTo>
                  <a:lnTo>
                    <a:pt x="2554443" y="157193"/>
                  </a:lnTo>
                  <a:lnTo>
                    <a:pt x="2564202" y="157335"/>
                  </a:lnTo>
                  <a:lnTo>
                    <a:pt x="2573946" y="125128"/>
                  </a:lnTo>
                  <a:lnTo>
                    <a:pt x="2583690" y="149389"/>
                  </a:lnTo>
                  <a:lnTo>
                    <a:pt x="2593448" y="155904"/>
                  </a:lnTo>
                  <a:lnTo>
                    <a:pt x="2603192" y="169558"/>
                  </a:lnTo>
                  <a:lnTo>
                    <a:pt x="2612951" y="144091"/>
                  </a:lnTo>
                  <a:lnTo>
                    <a:pt x="2622695" y="158540"/>
                  </a:lnTo>
                  <a:lnTo>
                    <a:pt x="2632439" y="131692"/>
                  </a:lnTo>
                  <a:lnTo>
                    <a:pt x="2642198" y="147534"/>
                  </a:lnTo>
                  <a:lnTo>
                    <a:pt x="2651942" y="123708"/>
                  </a:lnTo>
                  <a:lnTo>
                    <a:pt x="2661685" y="140027"/>
                  </a:lnTo>
                  <a:lnTo>
                    <a:pt x="2671444" y="151538"/>
                  </a:lnTo>
                  <a:lnTo>
                    <a:pt x="2681188" y="122310"/>
                  </a:lnTo>
                  <a:lnTo>
                    <a:pt x="2690947" y="106204"/>
                  </a:lnTo>
                  <a:lnTo>
                    <a:pt x="2700691" y="114390"/>
                  </a:lnTo>
                  <a:lnTo>
                    <a:pt x="2710435" y="94367"/>
                  </a:lnTo>
                  <a:lnTo>
                    <a:pt x="2720194" y="121048"/>
                  </a:lnTo>
                  <a:lnTo>
                    <a:pt x="2729938" y="121305"/>
                  </a:lnTo>
                  <a:lnTo>
                    <a:pt x="2739697" y="96934"/>
                  </a:lnTo>
                  <a:lnTo>
                    <a:pt x="2749441" y="144182"/>
                  </a:lnTo>
                  <a:lnTo>
                    <a:pt x="2759185" y="116085"/>
                  </a:lnTo>
                  <a:lnTo>
                    <a:pt x="2768943" y="110032"/>
                  </a:lnTo>
                  <a:lnTo>
                    <a:pt x="2778687" y="99843"/>
                  </a:lnTo>
                  <a:lnTo>
                    <a:pt x="2788446" y="113150"/>
                  </a:lnTo>
                  <a:lnTo>
                    <a:pt x="2798190" y="137267"/>
                  </a:lnTo>
                  <a:lnTo>
                    <a:pt x="2807934" y="113058"/>
                  </a:lnTo>
                  <a:lnTo>
                    <a:pt x="2817693" y="119181"/>
                  </a:lnTo>
                  <a:lnTo>
                    <a:pt x="2827437" y="88260"/>
                  </a:lnTo>
                  <a:lnTo>
                    <a:pt x="2837196" y="77479"/>
                  </a:lnTo>
                  <a:lnTo>
                    <a:pt x="2846940" y="78378"/>
                  </a:lnTo>
                  <a:lnTo>
                    <a:pt x="2856684" y="72037"/>
                  </a:lnTo>
                  <a:lnTo>
                    <a:pt x="2866442" y="63730"/>
                  </a:lnTo>
                  <a:lnTo>
                    <a:pt x="2876186" y="27918"/>
                  </a:lnTo>
                  <a:lnTo>
                    <a:pt x="2885945" y="8697"/>
                  </a:lnTo>
                  <a:lnTo>
                    <a:pt x="2895689" y="0"/>
                  </a:lnTo>
                  <a:lnTo>
                    <a:pt x="2905433" y="7929"/>
                  </a:lnTo>
                  <a:lnTo>
                    <a:pt x="2915192" y="563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2" name="Freeform 1021">
              <a:extLst>
                <a:ext uri="{FF2B5EF4-FFF2-40B4-BE49-F238E27FC236}">
                  <a16:creationId xmlns:a16="http://schemas.microsoft.com/office/drawing/2014/main" id="{057D1472-46FF-44E4-3990-D61A92A09EE9}"/>
                </a:ext>
              </a:extLst>
            </p:cNvPr>
            <p:cNvSpPr/>
            <p:nvPr/>
          </p:nvSpPr>
          <p:spPr>
            <a:xfrm>
              <a:off x="4426652" y="3356744"/>
              <a:ext cx="2915191" cy="851645"/>
            </a:xfrm>
            <a:custGeom>
              <a:avLst/>
              <a:gdLst>
                <a:gd name="connsiteX0" fmla="*/ 0 w 2915191"/>
                <a:gd name="connsiteY0" fmla="*/ 690900 h 851645"/>
                <a:gd name="connsiteX1" fmla="*/ 9750 w 2915191"/>
                <a:gd name="connsiteY1" fmla="*/ 696368 h 851645"/>
                <a:gd name="connsiteX2" fmla="*/ 19500 w 2915191"/>
                <a:gd name="connsiteY2" fmla="*/ 740439 h 851645"/>
                <a:gd name="connsiteX3" fmla="*/ 29250 w 2915191"/>
                <a:gd name="connsiteY3" fmla="*/ 707810 h 851645"/>
                <a:gd name="connsiteX4" fmla="*/ 39000 w 2915191"/>
                <a:gd name="connsiteY4" fmla="*/ 722382 h 851645"/>
                <a:gd name="connsiteX5" fmla="*/ 48749 w 2915191"/>
                <a:gd name="connsiteY5" fmla="*/ 723827 h 851645"/>
                <a:gd name="connsiteX6" fmla="*/ 58499 w 2915191"/>
                <a:gd name="connsiteY6" fmla="*/ 755725 h 851645"/>
                <a:gd name="connsiteX7" fmla="*/ 68249 w 2915191"/>
                <a:gd name="connsiteY7" fmla="*/ 735165 h 851645"/>
                <a:gd name="connsiteX8" fmla="*/ 77998 w 2915191"/>
                <a:gd name="connsiteY8" fmla="*/ 747963 h 851645"/>
                <a:gd name="connsiteX9" fmla="*/ 87748 w 2915191"/>
                <a:gd name="connsiteY9" fmla="*/ 763935 h 851645"/>
                <a:gd name="connsiteX10" fmla="*/ 97497 w 2915191"/>
                <a:gd name="connsiteY10" fmla="*/ 751792 h 851645"/>
                <a:gd name="connsiteX11" fmla="*/ 107247 w 2915191"/>
                <a:gd name="connsiteY11" fmla="*/ 744715 h 851645"/>
                <a:gd name="connsiteX12" fmla="*/ 116997 w 2915191"/>
                <a:gd name="connsiteY12" fmla="*/ 710746 h 851645"/>
                <a:gd name="connsiteX13" fmla="*/ 126747 w 2915191"/>
                <a:gd name="connsiteY13" fmla="*/ 710582 h 851645"/>
                <a:gd name="connsiteX14" fmla="*/ 136497 w 2915191"/>
                <a:gd name="connsiteY14" fmla="*/ 733749 h 851645"/>
                <a:gd name="connsiteX15" fmla="*/ 146247 w 2915191"/>
                <a:gd name="connsiteY15" fmla="*/ 676821 h 851645"/>
                <a:gd name="connsiteX16" fmla="*/ 155997 w 2915191"/>
                <a:gd name="connsiteY16" fmla="*/ 673066 h 851645"/>
                <a:gd name="connsiteX17" fmla="*/ 165747 w 2915191"/>
                <a:gd name="connsiteY17" fmla="*/ 702521 h 851645"/>
                <a:gd name="connsiteX18" fmla="*/ 175497 w 2915191"/>
                <a:gd name="connsiteY18" fmla="*/ 721056 h 851645"/>
                <a:gd name="connsiteX19" fmla="*/ 185247 w 2915191"/>
                <a:gd name="connsiteY19" fmla="*/ 740961 h 851645"/>
                <a:gd name="connsiteX20" fmla="*/ 194996 w 2915191"/>
                <a:gd name="connsiteY20" fmla="*/ 767317 h 851645"/>
                <a:gd name="connsiteX21" fmla="*/ 204746 w 2915191"/>
                <a:gd name="connsiteY21" fmla="*/ 802315 h 851645"/>
                <a:gd name="connsiteX22" fmla="*/ 214495 w 2915191"/>
                <a:gd name="connsiteY22" fmla="*/ 849574 h 851645"/>
                <a:gd name="connsiteX23" fmla="*/ 224245 w 2915191"/>
                <a:gd name="connsiteY23" fmla="*/ 829848 h 851645"/>
                <a:gd name="connsiteX24" fmla="*/ 233995 w 2915191"/>
                <a:gd name="connsiteY24" fmla="*/ 851645 h 851645"/>
                <a:gd name="connsiteX25" fmla="*/ 243744 w 2915191"/>
                <a:gd name="connsiteY25" fmla="*/ 837759 h 851645"/>
                <a:gd name="connsiteX26" fmla="*/ 253494 w 2915191"/>
                <a:gd name="connsiteY26" fmla="*/ 809377 h 851645"/>
                <a:gd name="connsiteX27" fmla="*/ 263244 w 2915191"/>
                <a:gd name="connsiteY27" fmla="*/ 783825 h 851645"/>
                <a:gd name="connsiteX28" fmla="*/ 272994 w 2915191"/>
                <a:gd name="connsiteY28" fmla="*/ 793614 h 851645"/>
                <a:gd name="connsiteX29" fmla="*/ 282744 w 2915191"/>
                <a:gd name="connsiteY29" fmla="*/ 785807 h 851645"/>
                <a:gd name="connsiteX30" fmla="*/ 292494 w 2915191"/>
                <a:gd name="connsiteY30" fmla="*/ 808319 h 851645"/>
                <a:gd name="connsiteX31" fmla="*/ 302244 w 2915191"/>
                <a:gd name="connsiteY31" fmla="*/ 791066 h 851645"/>
                <a:gd name="connsiteX32" fmla="*/ 311994 w 2915191"/>
                <a:gd name="connsiteY32" fmla="*/ 826242 h 851645"/>
                <a:gd name="connsiteX33" fmla="*/ 321744 w 2915191"/>
                <a:gd name="connsiteY33" fmla="*/ 802300 h 851645"/>
                <a:gd name="connsiteX34" fmla="*/ 331493 w 2915191"/>
                <a:gd name="connsiteY34" fmla="*/ 761819 h 851645"/>
                <a:gd name="connsiteX35" fmla="*/ 341243 w 2915191"/>
                <a:gd name="connsiteY35" fmla="*/ 765753 h 851645"/>
                <a:gd name="connsiteX36" fmla="*/ 350993 w 2915191"/>
                <a:gd name="connsiteY36" fmla="*/ 746831 h 851645"/>
                <a:gd name="connsiteX37" fmla="*/ 360742 w 2915191"/>
                <a:gd name="connsiteY37" fmla="*/ 738413 h 851645"/>
                <a:gd name="connsiteX38" fmla="*/ 370492 w 2915191"/>
                <a:gd name="connsiteY38" fmla="*/ 736357 h 851645"/>
                <a:gd name="connsiteX39" fmla="*/ 380241 w 2915191"/>
                <a:gd name="connsiteY39" fmla="*/ 750422 h 851645"/>
                <a:gd name="connsiteX40" fmla="*/ 389991 w 2915191"/>
                <a:gd name="connsiteY40" fmla="*/ 723395 h 851645"/>
                <a:gd name="connsiteX41" fmla="*/ 399741 w 2915191"/>
                <a:gd name="connsiteY41" fmla="*/ 746592 h 851645"/>
                <a:gd name="connsiteX42" fmla="*/ 409491 w 2915191"/>
                <a:gd name="connsiteY42" fmla="*/ 763443 h 851645"/>
                <a:gd name="connsiteX43" fmla="*/ 419241 w 2915191"/>
                <a:gd name="connsiteY43" fmla="*/ 754325 h 851645"/>
                <a:gd name="connsiteX44" fmla="*/ 428991 w 2915191"/>
                <a:gd name="connsiteY44" fmla="*/ 733779 h 851645"/>
                <a:gd name="connsiteX45" fmla="*/ 438741 w 2915191"/>
                <a:gd name="connsiteY45" fmla="*/ 719625 h 851645"/>
                <a:gd name="connsiteX46" fmla="*/ 448491 w 2915191"/>
                <a:gd name="connsiteY46" fmla="*/ 732394 h 851645"/>
                <a:gd name="connsiteX47" fmla="*/ 458241 w 2915191"/>
                <a:gd name="connsiteY47" fmla="*/ 729042 h 851645"/>
                <a:gd name="connsiteX48" fmla="*/ 467991 w 2915191"/>
                <a:gd name="connsiteY48" fmla="*/ 700257 h 851645"/>
                <a:gd name="connsiteX49" fmla="*/ 477740 w 2915191"/>
                <a:gd name="connsiteY49" fmla="*/ 703251 h 851645"/>
                <a:gd name="connsiteX50" fmla="*/ 487490 w 2915191"/>
                <a:gd name="connsiteY50" fmla="*/ 730084 h 851645"/>
                <a:gd name="connsiteX51" fmla="*/ 497239 w 2915191"/>
                <a:gd name="connsiteY51" fmla="*/ 744939 h 851645"/>
                <a:gd name="connsiteX52" fmla="*/ 506989 w 2915191"/>
                <a:gd name="connsiteY52" fmla="*/ 724199 h 851645"/>
                <a:gd name="connsiteX53" fmla="*/ 516738 w 2915191"/>
                <a:gd name="connsiteY53" fmla="*/ 721398 h 851645"/>
                <a:gd name="connsiteX54" fmla="*/ 526488 w 2915191"/>
                <a:gd name="connsiteY54" fmla="*/ 697366 h 851645"/>
                <a:gd name="connsiteX55" fmla="*/ 536238 w 2915191"/>
                <a:gd name="connsiteY55" fmla="*/ 675539 h 851645"/>
                <a:gd name="connsiteX56" fmla="*/ 545988 w 2915191"/>
                <a:gd name="connsiteY56" fmla="*/ 655365 h 851645"/>
                <a:gd name="connsiteX57" fmla="*/ 555738 w 2915191"/>
                <a:gd name="connsiteY57" fmla="*/ 661132 h 851645"/>
                <a:gd name="connsiteX58" fmla="*/ 565488 w 2915191"/>
                <a:gd name="connsiteY58" fmla="*/ 654201 h 851645"/>
                <a:gd name="connsiteX59" fmla="*/ 575238 w 2915191"/>
                <a:gd name="connsiteY59" fmla="*/ 625988 h 851645"/>
                <a:gd name="connsiteX60" fmla="*/ 584988 w 2915191"/>
                <a:gd name="connsiteY60" fmla="*/ 649670 h 851645"/>
                <a:gd name="connsiteX61" fmla="*/ 594738 w 2915191"/>
                <a:gd name="connsiteY61" fmla="*/ 684106 h 851645"/>
                <a:gd name="connsiteX62" fmla="*/ 604488 w 2915191"/>
                <a:gd name="connsiteY62" fmla="*/ 653541 h 851645"/>
                <a:gd name="connsiteX63" fmla="*/ 614237 w 2915191"/>
                <a:gd name="connsiteY63" fmla="*/ 667077 h 851645"/>
                <a:gd name="connsiteX64" fmla="*/ 623987 w 2915191"/>
                <a:gd name="connsiteY64" fmla="*/ 647319 h 851645"/>
                <a:gd name="connsiteX65" fmla="*/ 633736 w 2915191"/>
                <a:gd name="connsiteY65" fmla="*/ 668730 h 851645"/>
                <a:gd name="connsiteX66" fmla="*/ 643486 w 2915191"/>
                <a:gd name="connsiteY66" fmla="*/ 658435 h 851645"/>
                <a:gd name="connsiteX67" fmla="*/ 653236 w 2915191"/>
                <a:gd name="connsiteY67" fmla="*/ 674466 h 851645"/>
                <a:gd name="connsiteX68" fmla="*/ 662985 w 2915191"/>
                <a:gd name="connsiteY68" fmla="*/ 658391 h 851645"/>
                <a:gd name="connsiteX69" fmla="*/ 672735 w 2915191"/>
                <a:gd name="connsiteY69" fmla="*/ 641422 h 851645"/>
                <a:gd name="connsiteX70" fmla="*/ 682485 w 2915191"/>
                <a:gd name="connsiteY70" fmla="*/ 624013 h 851645"/>
                <a:gd name="connsiteX71" fmla="*/ 692235 w 2915191"/>
                <a:gd name="connsiteY71" fmla="*/ 635825 h 851645"/>
                <a:gd name="connsiteX72" fmla="*/ 701985 w 2915191"/>
                <a:gd name="connsiteY72" fmla="*/ 627654 h 851645"/>
                <a:gd name="connsiteX73" fmla="*/ 711735 w 2915191"/>
                <a:gd name="connsiteY73" fmla="*/ 629071 h 851645"/>
                <a:gd name="connsiteX74" fmla="*/ 721485 w 2915191"/>
                <a:gd name="connsiteY74" fmla="*/ 617801 h 851645"/>
                <a:gd name="connsiteX75" fmla="*/ 731235 w 2915191"/>
                <a:gd name="connsiteY75" fmla="*/ 629911 h 851645"/>
                <a:gd name="connsiteX76" fmla="*/ 740985 w 2915191"/>
                <a:gd name="connsiteY76" fmla="*/ 610468 h 851645"/>
                <a:gd name="connsiteX77" fmla="*/ 750734 w 2915191"/>
                <a:gd name="connsiteY77" fmla="*/ 607226 h 851645"/>
                <a:gd name="connsiteX78" fmla="*/ 760484 w 2915191"/>
                <a:gd name="connsiteY78" fmla="*/ 604742 h 851645"/>
                <a:gd name="connsiteX79" fmla="*/ 770233 w 2915191"/>
                <a:gd name="connsiteY79" fmla="*/ 601691 h 851645"/>
                <a:gd name="connsiteX80" fmla="*/ 779983 w 2915191"/>
                <a:gd name="connsiteY80" fmla="*/ 589425 h 851645"/>
                <a:gd name="connsiteX81" fmla="*/ 789733 w 2915191"/>
                <a:gd name="connsiteY81" fmla="*/ 560614 h 851645"/>
                <a:gd name="connsiteX82" fmla="*/ 799482 w 2915191"/>
                <a:gd name="connsiteY82" fmla="*/ 554005 h 851645"/>
                <a:gd name="connsiteX83" fmla="*/ 809232 w 2915191"/>
                <a:gd name="connsiteY83" fmla="*/ 531405 h 851645"/>
                <a:gd name="connsiteX84" fmla="*/ 818982 w 2915191"/>
                <a:gd name="connsiteY84" fmla="*/ 544214 h 851645"/>
                <a:gd name="connsiteX85" fmla="*/ 828732 w 2915191"/>
                <a:gd name="connsiteY85" fmla="*/ 539900 h 851645"/>
                <a:gd name="connsiteX86" fmla="*/ 838482 w 2915191"/>
                <a:gd name="connsiteY86" fmla="*/ 520483 h 851645"/>
                <a:gd name="connsiteX87" fmla="*/ 848232 w 2915191"/>
                <a:gd name="connsiteY87" fmla="*/ 562992 h 851645"/>
                <a:gd name="connsiteX88" fmla="*/ 857982 w 2915191"/>
                <a:gd name="connsiteY88" fmla="*/ 574189 h 851645"/>
                <a:gd name="connsiteX89" fmla="*/ 867732 w 2915191"/>
                <a:gd name="connsiteY89" fmla="*/ 593313 h 851645"/>
                <a:gd name="connsiteX90" fmla="*/ 877482 w 2915191"/>
                <a:gd name="connsiteY90" fmla="*/ 588982 h 851645"/>
                <a:gd name="connsiteX91" fmla="*/ 887231 w 2915191"/>
                <a:gd name="connsiteY91" fmla="*/ 553305 h 851645"/>
                <a:gd name="connsiteX92" fmla="*/ 896981 w 2915191"/>
                <a:gd name="connsiteY92" fmla="*/ 562970 h 851645"/>
                <a:gd name="connsiteX93" fmla="*/ 906730 w 2915191"/>
                <a:gd name="connsiteY93" fmla="*/ 555726 h 851645"/>
                <a:gd name="connsiteX94" fmla="*/ 916480 w 2915191"/>
                <a:gd name="connsiteY94" fmla="*/ 527737 h 851645"/>
                <a:gd name="connsiteX95" fmla="*/ 926230 w 2915191"/>
                <a:gd name="connsiteY95" fmla="*/ 528445 h 851645"/>
                <a:gd name="connsiteX96" fmla="*/ 935979 w 2915191"/>
                <a:gd name="connsiteY96" fmla="*/ 524592 h 851645"/>
                <a:gd name="connsiteX97" fmla="*/ 945729 w 2915191"/>
                <a:gd name="connsiteY97" fmla="*/ 485892 h 851645"/>
                <a:gd name="connsiteX98" fmla="*/ 955479 w 2915191"/>
                <a:gd name="connsiteY98" fmla="*/ 461910 h 851645"/>
                <a:gd name="connsiteX99" fmla="*/ 965229 w 2915191"/>
                <a:gd name="connsiteY99" fmla="*/ 494697 h 851645"/>
                <a:gd name="connsiteX100" fmla="*/ 974979 w 2915191"/>
                <a:gd name="connsiteY100" fmla="*/ 488411 h 851645"/>
                <a:gd name="connsiteX101" fmla="*/ 984729 w 2915191"/>
                <a:gd name="connsiteY101" fmla="*/ 480883 h 851645"/>
                <a:gd name="connsiteX102" fmla="*/ 994474 w 2915191"/>
                <a:gd name="connsiteY102" fmla="*/ 476133 h 851645"/>
                <a:gd name="connsiteX103" fmla="*/ 1004233 w 2915191"/>
                <a:gd name="connsiteY103" fmla="*/ 457338 h 851645"/>
                <a:gd name="connsiteX104" fmla="*/ 1013977 w 2915191"/>
                <a:gd name="connsiteY104" fmla="*/ 465432 h 851645"/>
                <a:gd name="connsiteX105" fmla="*/ 1023721 w 2915191"/>
                <a:gd name="connsiteY105" fmla="*/ 464592 h 851645"/>
                <a:gd name="connsiteX106" fmla="*/ 1033480 w 2915191"/>
                <a:gd name="connsiteY106" fmla="*/ 475126 h 851645"/>
                <a:gd name="connsiteX107" fmla="*/ 1043224 w 2915191"/>
                <a:gd name="connsiteY107" fmla="*/ 525389 h 851645"/>
                <a:gd name="connsiteX108" fmla="*/ 1052983 w 2915191"/>
                <a:gd name="connsiteY108" fmla="*/ 490253 h 851645"/>
                <a:gd name="connsiteX109" fmla="*/ 1062727 w 2915191"/>
                <a:gd name="connsiteY109" fmla="*/ 507508 h 851645"/>
                <a:gd name="connsiteX110" fmla="*/ 1072471 w 2915191"/>
                <a:gd name="connsiteY110" fmla="*/ 500059 h 851645"/>
                <a:gd name="connsiteX111" fmla="*/ 1082230 w 2915191"/>
                <a:gd name="connsiteY111" fmla="*/ 506519 h 851645"/>
                <a:gd name="connsiteX112" fmla="*/ 1091973 w 2915191"/>
                <a:gd name="connsiteY112" fmla="*/ 491321 h 851645"/>
                <a:gd name="connsiteX113" fmla="*/ 1101732 w 2915191"/>
                <a:gd name="connsiteY113" fmla="*/ 517370 h 851645"/>
                <a:gd name="connsiteX114" fmla="*/ 1111476 w 2915191"/>
                <a:gd name="connsiteY114" fmla="*/ 525471 h 851645"/>
                <a:gd name="connsiteX115" fmla="*/ 1121220 w 2915191"/>
                <a:gd name="connsiteY115" fmla="*/ 526432 h 851645"/>
                <a:gd name="connsiteX116" fmla="*/ 1130979 w 2915191"/>
                <a:gd name="connsiteY116" fmla="*/ 544156 h 851645"/>
                <a:gd name="connsiteX117" fmla="*/ 1140723 w 2915191"/>
                <a:gd name="connsiteY117" fmla="*/ 524221 h 851645"/>
                <a:gd name="connsiteX118" fmla="*/ 1150482 w 2915191"/>
                <a:gd name="connsiteY118" fmla="*/ 485777 h 851645"/>
                <a:gd name="connsiteX119" fmla="*/ 1160226 w 2915191"/>
                <a:gd name="connsiteY119" fmla="*/ 482888 h 851645"/>
                <a:gd name="connsiteX120" fmla="*/ 1169969 w 2915191"/>
                <a:gd name="connsiteY120" fmla="*/ 465711 h 851645"/>
                <a:gd name="connsiteX121" fmla="*/ 1179728 w 2915191"/>
                <a:gd name="connsiteY121" fmla="*/ 461225 h 851645"/>
                <a:gd name="connsiteX122" fmla="*/ 1189472 w 2915191"/>
                <a:gd name="connsiteY122" fmla="*/ 464787 h 851645"/>
                <a:gd name="connsiteX123" fmla="*/ 1199231 w 2915191"/>
                <a:gd name="connsiteY123" fmla="*/ 446706 h 851645"/>
                <a:gd name="connsiteX124" fmla="*/ 1208975 w 2915191"/>
                <a:gd name="connsiteY124" fmla="*/ 437534 h 851645"/>
                <a:gd name="connsiteX125" fmla="*/ 1218719 w 2915191"/>
                <a:gd name="connsiteY125" fmla="*/ 414525 h 851645"/>
                <a:gd name="connsiteX126" fmla="*/ 1228478 w 2915191"/>
                <a:gd name="connsiteY126" fmla="*/ 370559 h 851645"/>
                <a:gd name="connsiteX127" fmla="*/ 1238222 w 2915191"/>
                <a:gd name="connsiteY127" fmla="*/ 355137 h 851645"/>
                <a:gd name="connsiteX128" fmla="*/ 1247966 w 2915191"/>
                <a:gd name="connsiteY128" fmla="*/ 322864 h 851645"/>
                <a:gd name="connsiteX129" fmla="*/ 1257725 w 2915191"/>
                <a:gd name="connsiteY129" fmla="*/ 309805 h 851645"/>
                <a:gd name="connsiteX130" fmla="*/ 1267469 w 2915191"/>
                <a:gd name="connsiteY130" fmla="*/ 326000 h 851645"/>
                <a:gd name="connsiteX131" fmla="*/ 1277227 w 2915191"/>
                <a:gd name="connsiteY131" fmla="*/ 363400 h 851645"/>
                <a:gd name="connsiteX132" fmla="*/ 1286971 w 2915191"/>
                <a:gd name="connsiteY132" fmla="*/ 336297 h 851645"/>
                <a:gd name="connsiteX133" fmla="*/ 1296715 w 2915191"/>
                <a:gd name="connsiteY133" fmla="*/ 343998 h 851645"/>
                <a:gd name="connsiteX134" fmla="*/ 1306474 w 2915191"/>
                <a:gd name="connsiteY134" fmla="*/ 376240 h 851645"/>
                <a:gd name="connsiteX135" fmla="*/ 1316218 w 2915191"/>
                <a:gd name="connsiteY135" fmla="*/ 369781 h 851645"/>
                <a:gd name="connsiteX136" fmla="*/ 1325977 w 2915191"/>
                <a:gd name="connsiteY136" fmla="*/ 331844 h 851645"/>
                <a:gd name="connsiteX137" fmla="*/ 1335721 w 2915191"/>
                <a:gd name="connsiteY137" fmla="*/ 338427 h 851645"/>
                <a:gd name="connsiteX138" fmla="*/ 1345465 w 2915191"/>
                <a:gd name="connsiteY138" fmla="*/ 341357 h 851645"/>
                <a:gd name="connsiteX139" fmla="*/ 1355224 w 2915191"/>
                <a:gd name="connsiteY139" fmla="*/ 331762 h 851645"/>
                <a:gd name="connsiteX140" fmla="*/ 1364967 w 2915191"/>
                <a:gd name="connsiteY140" fmla="*/ 359304 h 851645"/>
                <a:gd name="connsiteX141" fmla="*/ 1374726 w 2915191"/>
                <a:gd name="connsiteY141" fmla="*/ 333167 h 851645"/>
                <a:gd name="connsiteX142" fmla="*/ 1384470 w 2915191"/>
                <a:gd name="connsiteY142" fmla="*/ 373237 h 851645"/>
                <a:gd name="connsiteX143" fmla="*/ 1394214 w 2915191"/>
                <a:gd name="connsiteY143" fmla="*/ 336556 h 851645"/>
                <a:gd name="connsiteX144" fmla="*/ 1403973 w 2915191"/>
                <a:gd name="connsiteY144" fmla="*/ 357513 h 851645"/>
                <a:gd name="connsiteX145" fmla="*/ 1413717 w 2915191"/>
                <a:gd name="connsiteY145" fmla="*/ 365386 h 851645"/>
                <a:gd name="connsiteX146" fmla="*/ 1423476 w 2915191"/>
                <a:gd name="connsiteY146" fmla="*/ 367714 h 851645"/>
                <a:gd name="connsiteX147" fmla="*/ 1433220 w 2915191"/>
                <a:gd name="connsiteY147" fmla="*/ 370593 h 851645"/>
                <a:gd name="connsiteX148" fmla="*/ 1442964 w 2915191"/>
                <a:gd name="connsiteY148" fmla="*/ 368820 h 851645"/>
                <a:gd name="connsiteX149" fmla="*/ 1452722 w 2915191"/>
                <a:gd name="connsiteY149" fmla="*/ 314023 h 851645"/>
                <a:gd name="connsiteX150" fmla="*/ 1462466 w 2915191"/>
                <a:gd name="connsiteY150" fmla="*/ 286321 h 851645"/>
                <a:gd name="connsiteX151" fmla="*/ 1472225 w 2915191"/>
                <a:gd name="connsiteY151" fmla="*/ 290228 h 851645"/>
                <a:gd name="connsiteX152" fmla="*/ 1481969 w 2915191"/>
                <a:gd name="connsiteY152" fmla="*/ 334360 h 851645"/>
                <a:gd name="connsiteX153" fmla="*/ 1491713 w 2915191"/>
                <a:gd name="connsiteY153" fmla="*/ 345799 h 851645"/>
                <a:gd name="connsiteX154" fmla="*/ 1501472 w 2915191"/>
                <a:gd name="connsiteY154" fmla="*/ 351083 h 851645"/>
                <a:gd name="connsiteX155" fmla="*/ 1511216 w 2915191"/>
                <a:gd name="connsiteY155" fmla="*/ 353930 h 851645"/>
                <a:gd name="connsiteX156" fmla="*/ 1520960 w 2915191"/>
                <a:gd name="connsiteY156" fmla="*/ 333514 h 851645"/>
                <a:gd name="connsiteX157" fmla="*/ 1530719 w 2915191"/>
                <a:gd name="connsiteY157" fmla="*/ 354740 h 851645"/>
                <a:gd name="connsiteX158" fmla="*/ 1540463 w 2915191"/>
                <a:gd name="connsiteY158" fmla="*/ 352818 h 851645"/>
                <a:gd name="connsiteX159" fmla="*/ 1550221 w 2915191"/>
                <a:gd name="connsiteY159" fmla="*/ 351945 h 851645"/>
                <a:gd name="connsiteX160" fmla="*/ 1559965 w 2915191"/>
                <a:gd name="connsiteY160" fmla="*/ 342532 h 851645"/>
                <a:gd name="connsiteX161" fmla="*/ 1569709 w 2915191"/>
                <a:gd name="connsiteY161" fmla="*/ 317448 h 851645"/>
                <a:gd name="connsiteX162" fmla="*/ 1579468 w 2915191"/>
                <a:gd name="connsiteY162" fmla="*/ 322430 h 851645"/>
                <a:gd name="connsiteX163" fmla="*/ 1589212 w 2915191"/>
                <a:gd name="connsiteY163" fmla="*/ 298522 h 851645"/>
                <a:gd name="connsiteX164" fmla="*/ 1598971 w 2915191"/>
                <a:gd name="connsiteY164" fmla="*/ 245838 h 851645"/>
                <a:gd name="connsiteX165" fmla="*/ 1608715 w 2915191"/>
                <a:gd name="connsiteY165" fmla="*/ 258192 h 851645"/>
                <a:gd name="connsiteX166" fmla="*/ 1618459 w 2915191"/>
                <a:gd name="connsiteY166" fmla="*/ 232280 h 851645"/>
                <a:gd name="connsiteX167" fmla="*/ 1628218 w 2915191"/>
                <a:gd name="connsiteY167" fmla="*/ 247661 h 851645"/>
                <a:gd name="connsiteX168" fmla="*/ 1637962 w 2915191"/>
                <a:gd name="connsiteY168" fmla="*/ 232464 h 851645"/>
                <a:gd name="connsiteX169" fmla="*/ 1647720 w 2915191"/>
                <a:gd name="connsiteY169" fmla="*/ 244527 h 851645"/>
                <a:gd name="connsiteX170" fmla="*/ 1657464 w 2915191"/>
                <a:gd name="connsiteY170" fmla="*/ 268593 h 851645"/>
                <a:gd name="connsiteX171" fmla="*/ 1667208 w 2915191"/>
                <a:gd name="connsiteY171" fmla="*/ 276431 h 851645"/>
                <a:gd name="connsiteX172" fmla="*/ 1676967 w 2915191"/>
                <a:gd name="connsiteY172" fmla="*/ 273210 h 851645"/>
                <a:gd name="connsiteX173" fmla="*/ 1686711 w 2915191"/>
                <a:gd name="connsiteY173" fmla="*/ 313822 h 851645"/>
                <a:gd name="connsiteX174" fmla="*/ 1696470 w 2915191"/>
                <a:gd name="connsiteY174" fmla="*/ 311961 h 851645"/>
                <a:gd name="connsiteX175" fmla="*/ 1706214 w 2915191"/>
                <a:gd name="connsiteY175" fmla="*/ 320282 h 851645"/>
                <a:gd name="connsiteX176" fmla="*/ 1715958 w 2915191"/>
                <a:gd name="connsiteY176" fmla="*/ 306971 h 851645"/>
                <a:gd name="connsiteX177" fmla="*/ 1725716 w 2915191"/>
                <a:gd name="connsiteY177" fmla="*/ 311262 h 851645"/>
                <a:gd name="connsiteX178" fmla="*/ 1735460 w 2915191"/>
                <a:gd name="connsiteY178" fmla="*/ 280143 h 851645"/>
                <a:gd name="connsiteX179" fmla="*/ 1745219 w 2915191"/>
                <a:gd name="connsiteY179" fmla="*/ 278063 h 851645"/>
                <a:gd name="connsiteX180" fmla="*/ 1754963 w 2915191"/>
                <a:gd name="connsiteY180" fmla="*/ 278376 h 851645"/>
                <a:gd name="connsiteX181" fmla="*/ 1764707 w 2915191"/>
                <a:gd name="connsiteY181" fmla="*/ 302412 h 851645"/>
                <a:gd name="connsiteX182" fmla="*/ 1774466 w 2915191"/>
                <a:gd name="connsiteY182" fmla="*/ 251258 h 851645"/>
                <a:gd name="connsiteX183" fmla="*/ 1784210 w 2915191"/>
                <a:gd name="connsiteY183" fmla="*/ 276884 h 851645"/>
                <a:gd name="connsiteX184" fmla="*/ 1793969 w 2915191"/>
                <a:gd name="connsiteY184" fmla="*/ 238454 h 851645"/>
                <a:gd name="connsiteX185" fmla="*/ 1803713 w 2915191"/>
                <a:gd name="connsiteY185" fmla="*/ 221172 h 851645"/>
                <a:gd name="connsiteX186" fmla="*/ 1813457 w 2915191"/>
                <a:gd name="connsiteY186" fmla="*/ 241875 h 851645"/>
                <a:gd name="connsiteX187" fmla="*/ 1823215 w 2915191"/>
                <a:gd name="connsiteY187" fmla="*/ 247110 h 851645"/>
                <a:gd name="connsiteX188" fmla="*/ 1832959 w 2915191"/>
                <a:gd name="connsiteY188" fmla="*/ 238194 h 851645"/>
                <a:gd name="connsiteX189" fmla="*/ 1842703 w 2915191"/>
                <a:gd name="connsiteY189" fmla="*/ 245756 h 851645"/>
                <a:gd name="connsiteX190" fmla="*/ 1852462 w 2915191"/>
                <a:gd name="connsiteY190" fmla="*/ 249050 h 851645"/>
                <a:gd name="connsiteX191" fmla="*/ 1862206 w 2915191"/>
                <a:gd name="connsiteY191" fmla="*/ 259290 h 851645"/>
                <a:gd name="connsiteX192" fmla="*/ 1871965 w 2915191"/>
                <a:gd name="connsiteY192" fmla="*/ 264999 h 851645"/>
                <a:gd name="connsiteX193" fmla="*/ 1881709 w 2915191"/>
                <a:gd name="connsiteY193" fmla="*/ 264752 h 851645"/>
                <a:gd name="connsiteX194" fmla="*/ 1891453 w 2915191"/>
                <a:gd name="connsiteY194" fmla="*/ 247992 h 851645"/>
                <a:gd name="connsiteX195" fmla="*/ 1901212 w 2915191"/>
                <a:gd name="connsiteY195" fmla="*/ 230878 h 851645"/>
                <a:gd name="connsiteX196" fmla="*/ 1910956 w 2915191"/>
                <a:gd name="connsiteY196" fmla="*/ 247949 h 851645"/>
                <a:gd name="connsiteX197" fmla="*/ 1920714 w 2915191"/>
                <a:gd name="connsiteY197" fmla="*/ 276728 h 851645"/>
                <a:gd name="connsiteX198" fmla="*/ 1930458 w 2915191"/>
                <a:gd name="connsiteY198" fmla="*/ 304345 h 851645"/>
                <a:gd name="connsiteX199" fmla="*/ 1940202 w 2915191"/>
                <a:gd name="connsiteY199" fmla="*/ 309647 h 851645"/>
                <a:gd name="connsiteX200" fmla="*/ 1949961 w 2915191"/>
                <a:gd name="connsiteY200" fmla="*/ 292257 h 851645"/>
                <a:gd name="connsiteX201" fmla="*/ 1959705 w 2915191"/>
                <a:gd name="connsiteY201" fmla="*/ 304127 h 851645"/>
                <a:gd name="connsiteX202" fmla="*/ 1969464 w 2915191"/>
                <a:gd name="connsiteY202" fmla="*/ 293416 h 851645"/>
                <a:gd name="connsiteX203" fmla="*/ 1979208 w 2915191"/>
                <a:gd name="connsiteY203" fmla="*/ 272552 h 851645"/>
                <a:gd name="connsiteX204" fmla="*/ 1988952 w 2915191"/>
                <a:gd name="connsiteY204" fmla="*/ 261410 h 851645"/>
                <a:gd name="connsiteX205" fmla="*/ 1998711 w 2915191"/>
                <a:gd name="connsiteY205" fmla="*/ 209891 h 851645"/>
                <a:gd name="connsiteX206" fmla="*/ 2008454 w 2915191"/>
                <a:gd name="connsiteY206" fmla="*/ 213742 h 851645"/>
                <a:gd name="connsiteX207" fmla="*/ 2018213 w 2915191"/>
                <a:gd name="connsiteY207" fmla="*/ 211870 h 851645"/>
                <a:gd name="connsiteX208" fmla="*/ 2027957 w 2915191"/>
                <a:gd name="connsiteY208" fmla="*/ 171854 h 851645"/>
                <a:gd name="connsiteX209" fmla="*/ 2037701 w 2915191"/>
                <a:gd name="connsiteY209" fmla="*/ 173455 h 851645"/>
                <a:gd name="connsiteX210" fmla="*/ 2047460 w 2915191"/>
                <a:gd name="connsiteY210" fmla="*/ 188572 h 851645"/>
                <a:gd name="connsiteX211" fmla="*/ 2057204 w 2915191"/>
                <a:gd name="connsiteY211" fmla="*/ 193548 h 851645"/>
                <a:gd name="connsiteX212" fmla="*/ 2066963 w 2915191"/>
                <a:gd name="connsiteY212" fmla="*/ 194736 h 851645"/>
                <a:gd name="connsiteX213" fmla="*/ 2076707 w 2915191"/>
                <a:gd name="connsiteY213" fmla="*/ 201388 h 851645"/>
                <a:gd name="connsiteX214" fmla="*/ 2086451 w 2915191"/>
                <a:gd name="connsiteY214" fmla="*/ 173047 h 851645"/>
                <a:gd name="connsiteX215" fmla="*/ 2096210 w 2915191"/>
                <a:gd name="connsiteY215" fmla="*/ 153942 h 851645"/>
                <a:gd name="connsiteX216" fmla="*/ 2105954 w 2915191"/>
                <a:gd name="connsiteY216" fmla="*/ 141417 h 851645"/>
                <a:gd name="connsiteX217" fmla="*/ 2115697 w 2915191"/>
                <a:gd name="connsiteY217" fmla="*/ 155980 h 851645"/>
                <a:gd name="connsiteX218" fmla="*/ 2125456 w 2915191"/>
                <a:gd name="connsiteY218" fmla="*/ 165769 h 851645"/>
                <a:gd name="connsiteX219" fmla="*/ 2135200 w 2915191"/>
                <a:gd name="connsiteY219" fmla="*/ 200306 h 851645"/>
                <a:gd name="connsiteX220" fmla="*/ 2144959 w 2915191"/>
                <a:gd name="connsiteY220" fmla="*/ 206004 h 851645"/>
                <a:gd name="connsiteX221" fmla="*/ 2154703 w 2915191"/>
                <a:gd name="connsiteY221" fmla="*/ 220614 h 851645"/>
                <a:gd name="connsiteX222" fmla="*/ 2164447 w 2915191"/>
                <a:gd name="connsiteY222" fmla="*/ 225378 h 851645"/>
                <a:gd name="connsiteX223" fmla="*/ 2174206 w 2915191"/>
                <a:gd name="connsiteY223" fmla="*/ 231995 h 851645"/>
                <a:gd name="connsiteX224" fmla="*/ 2183950 w 2915191"/>
                <a:gd name="connsiteY224" fmla="*/ 193477 h 851645"/>
                <a:gd name="connsiteX225" fmla="*/ 2193709 w 2915191"/>
                <a:gd name="connsiteY225" fmla="*/ 190287 h 851645"/>
                <a:gd name="connsiteX226" fmla="*/ 2203452 w 2915191"/>
                <a:gd name="connsiteY226" fmla="*/ 203329 h 851645"/>
                <a:gd name="connsiteX227" fmla="*/ 2213196 w 2915191"/>
                <a:gd name="connsiteY227" fmla="*/ 177471 h 851645"/>
                <a:gd name="connsiteX228" fmla="*/ 2222955 w 2915191"/>
                <a:gd name="connsiteY228" fmla="*/ 156758 h 851645"/>
                <a:gd name="connsiteX229" fmla="*/ 2232699 w 2915191"/>
                <a:gd name="connsiteY229" fmla="*/ 154124 h 851645"/>
                <a:gd name="connsiteX230" fmla="*/ 2242458 w 2915191"/>
                <a:gd name="connsiteY230" fmla="*/ 121020 h 851645"/>
                <a:gd name="connsiteX231" fmla="*/ 2252202 w 2915191"/>
                <a:gd name="connsiteY231" fmla="*/ 97709 h 851645"/>
                <a:gd name="connsiteX232" fmla="*/ 2261946 w 2915191"/>
                <a:gd name="connsiteY232" fmla="*/ 80767 h 851645"/>
                <a:gd name="connsiteX233" fmla="*/ 2271705 w 2915191"/>
                <a:gd name="connsiteY233" fmla="*/ 72528 h 851645"/>
                <a:gd name="connsiteX234" fmla="*/ 2281449 w 2915191"/>
                <a:gd name="connsiteY234" fmla="*/ 81578 h 851645"/>
                <a:gd name="connsiteX235" fmla="*/ 2291208 w 2915191"/>
                <a:gd name="connsiteY235" fmla="*/ 44360 h 851645"/>
                <a:gd name="connsiteX236" fmla="*/ 2300951 w 2915191"/>
                <a:gd name="connsiteY236" fmla="*/ 47596 h 851645"/>
                <a:gd name="connsiteX237" fmla="*/ 2310695 w 2915191"/>
                <a:gd name="connsiteY237" fmla="*/ 66679 h 851645"/>
                <a:gd name="connsiteX238" fmla="*/ 2320454 w 2915191"/>
                <a:gd name="connsiteY238" fmla="*/ 60986 h 851645"/>
                <a:gd name="connsiteX239" fmla="*/ 2330198 w 2915191"/>
                <a:gd name="connsiteY239" fmla="*/ 52951 h 851645"/>
                <a:gd name="connsiteX240" fmla="*/ 2339957 w 2915191"/>
                <a:gd name="connsiteY240" fmla="*/ 39968 h 851645"/>
                <a:gd name="connsiteX241" fmla="*/ 2349701 w 2915191"/>
                <a:gd name="connsiteY241" fmla="*/ 51929 h 851645"/>
                <a:gd name="connsiteX242" fmla="*/ 2359445 w 2915191"/>
                <a:gd name="connsiteY242" fmla="*/ 51816 h 851645"/>
                <a:gd name="connsiteX243" fmla="*/ 2369204 w 2915191"/>
                <a:gd name="connsiteY243" fmla="*/ 80976 h 851645"/>
                <a:gd name="connsiteX244" fmla="*/ 2378948 w 2915191"/>
                <a:gd name="connsiteY244" fmla="*/ 90350 h 851645"/>
                <a:gd name="connsiteX245" fmla="*/ 2388692 w 2915191"/>
                <a:gd name="connsiteY245" fmla="*/ 132635 h 851645"/>
                <a:gd name="connsiteX246" fmla="*/ 2398450 w 2915191"/>
                <a:gd name="connsiteY246" fmla="*/ 110479 h 851645"/>
                <a:gd name="connsiteX247" fmla="*/ 2408194 w 2915191"/>
                <a:gd name="connsiteY247" fmla="*/ 112617 h 851645"/>
                <a:gd name="connsiteX248" fmla="*/ 2417953 w 2915191"/>
                <a:gd name="connsiteY248" fmla="*/ 82487 h 851645"/>
                <a:gd name="connsiteX249" fmla="*/ 2427697 w 2915191"/>
                <a:gd name="connsiteY249" fmla="*/ 98272 h 851645"/>
                <a:gd name="connsiteX250" fmla="*/ 2437441 w 2915191"/>
                <a:gd name="connsiteY250" fmla="*/ 57950 h 851645"/>
                <a:gd name="connsiteX251" fmla="*/ 2447200 w 2915191"/>
                <a:gd name="connsiteY251" fmla="*/ 67816 h 851645"/>
                <a:gd name="connsiteX252" fmla="*/ 2456944 w 2915191"/>
                <a:gd name="connsiteY252" fmla="*/ 73200 h 851645"/>
                <a:gd name="connsiteX253" fmla="*/ 2466703 w 2915191"/>
                <a:gd name="connsiteY253" fmla="*/ 78477 h 851645"/>
                <a:gd name="connsiteX254" fmla="*/ 2476446 w 2915191"/>
                <a:gd name="connsiteY254" fmla="*/ 95075 h 851645"/>
                <a:gd name="connsiteX255" fmla="*/ 2486190 w 2915191"/>
                <a:gd name="connsiteY255" fmla="*/ 98904 h 851645"/>
                <a:gd name="connsiteX256" fmla="*/ 2495949 w 2915191"/>
                <a:gd name="connsiteY256" fmla="*/ 123250 h 851645"/>
                <a:gd name="connsiteX257" fmla="*/ 2505693 w 2915191"/>
                <a:gd name="connsiteY257" fmla="*/ 98551 h 851645"/>
                <a:gd name="connsiteX258" fmla="*/ 2515452 w 2915191"/>
                <a:gd name="connsiteY258" fmla="*/ 121248 h 851645"/>
                <a:gd name="connsiteX259" fmla="*/ 2525196 w 2915191"/>
                <a:gd name="connsiteY259" fmla="*/ 146602 h 851645"/>
                <a:gd name="connsiteX260" fmla="*/ 2534940 w 2915191"/>
                <a:gd name="connsiteY260" fmla="*/ 136457 h 851645"/>
                <a:gd name="connsiteX261" fmla="*/ 2544699 w 2915191"/>
                <a:gd name="connsiteY261" fmla="*/ 141426 h 851645"/>
                <a:gd name="connsiteX262" fmla="*/ 2554443 w 2915191"/>
                <a:gd name="connsiteY262" fmla="*/ 130166 h 851645"/>
                <a:gd name="connsiteX263" fmla="*/ 2564202 w 2915191"/>
                <a:gd name="connsiteY263" fmla="*/ 125393 h 851645"/>
                <a:gd name="connsiteX264" fmla="*/ 2573946 w 2915191"/>
                <a:gd name="connsiteY264" fmla="*/ 118897 h 851645"/>
                <a:gd name="connsiteX265" fmla="*/ 2583690 w 2915191"/>
                <a:gd name="connsiteY265" fmla="*/ 60786 h 851645"/>
                <a:gd name="connsiteX266" fmla="*/ 2593448 w 2915191"/>
                <a:gd name="connsiteY266" fmla="*/ 54559 h 851645"/>
                <a:gd name="connsiteX267" fmla="*/ 2603192 w 2915191"/>
                <a:gd name="connsiteY267" fmla="*/ 85641 h 851645"/>
                <a:gd name="connsiteX268" fmla="*/ 2612951 w 2915191"/>
                <a:gd name="connsiteY268" fmla="*/ 123344 h 851645"/>
                <a:gd name="connsiteX269" fmla="*/ 2622695 w 2915191"/>
                <a:gd name="connsiteY269" fmla="*/ 70772 h 851645"/>
                <a:gd name="connsiteX270" fmla="*/ 2632439 w 2915191"/>
                <a:gd name="connsiteY270" fmla="*/ 99941 h 851645"/>
                <a:gd name="connsiteX271" fmla="*/ 2642198 w 2915191"/>
                <a:gd name="connsiteY271" fmla="*/ 99881 h 851645"/>
                <a:gd name="connsiteX272" fmla="*/ 2651942 w 2915191"/>
                <a:gd name="connsiteY272" fmla="*/ 120703 h 851645"/>
                <a:gd name="connsiteX273" fmla="*/ 2661685 w 2915191"/>
                <a:gd name="connsiteY273" fmla="*/ 123815 h 851645"/>
                <a:gd name="connsiteX274" fmla="*/ 2671444 w 2915191"/>
                <a:gd name="connsiteY274" fmla="*/ 142199 h 851645"/>
                <a:gd name="connsiteX275" fmla="*/ 2681188 w 2915191"/>
                <a:gd name="connsiteY275" fmla="*/ 108915 h 851645"/>
                <a:gd name="connsiteX276" fmla="*/ 2690947 w 2915191"/>
                <a:gd name="connsiteY276" fmla="*/ 95212 h 851645"/>
                <a:gd name="connsiteX277" fmla="*/ 2700691 w 2915191"/>
                <a:gd name="connsiteY277" fmla="*/ 88151 h 851645"/>
                <a:gd name="connsiteX278" fmla="*/ 2710435 w 2915191"/>
                <a:gd name="connsiteY278" fmla="*/ 102507 h 851645"/>
                <a:gd name="connsiteX279" fmla="*/ 2720194 w 2915191"/>
                <a:gd name="connsiteY279" fmla="*/ 100951 h 851645"/>
                <a:gd name="connsiteX280" fmla="*/ 2729938 w 2915191"/>
                <a:gd name="connsiteY280" fmla="*/ 117262 h 851645"/>
                <a:gd name="connsiteX281" fmla="*/ 2739697 w 2915191"/>
                <a:gd name="connsiteY281" fmla="*/ 107317 h 851645"/>
                <a:gd name="connsiteX282" fmla="*/ 2749441 w 2915191"/>
                <a:gd name="connsiteY282" fmla="*/ 96623 h 851645"/>
                <a:gd name="connsiteX283" fmla="*/ 2759185 w 2915191"/>
                <a:gd name="connsiteY283" fmla="*/ 54214 h 851645"/>
                <a:gd name="connsiteX284" fmla="*/ 2768943 w 2915191"/>
                <a:gd name="connsiteY284" fmla="*/ 57410 h 851645"/>
                <a:gd name="connsiteX285" fmla="*/ 2778687 w 2915191"/>
                <a:gd name="connsiteY285" fmla="*/ 42385 h 851645"/>
                <a:gd name="connsiteX286" fmla="*/ 2788446 w 2915191"/>
                <a:gd name="connsiteY286" fmla="*/ 63513 h 851645"/>
                <a:gd name="connsiteX287" fmla="*/ 2798190 w 2915191"/>
                <a:gd name="connsiteY287" fmla="*/ 67346 h 851645"/>
                <a:gd name="connsiteX288" fmla="*/ 2807934 w 2915191"/>
                <a:gd name="connsiteY288" fmla="*/ 78524 h 851645"/>
                <a:gd name="connsiteX289" fmla="*/ 2817693 w 2915191"/>
                <a:gd name="connsiteY289" fmla="*/ 82683 h 851645"/>
                <a:gd name="connsiteX290" fmla="*/ 2827437 w 2915191"/>
                <a:gd name="connsiteY290" fmla="*/ 65064 h 851645"/>
                <a:gd name="connsiteX291" fmla="*/ 2837196 w 2915191"/>
                <a:gd name="connsiteY291" fmla="*/ 57908 h 851645"/>
                <a:gd name="connsiteX292" fmla="*/ 2846940 w 2915191"/>
                <a:gd name="connsiteY292" fmla="*/ 79927 h 851645"/>
                <a:gd name="connsiteX293" fmla="*/ 2856684 w 2915191"/>
                <a:gd name="connsiteY293" fmla="*/ 87551 h 851645"/>
                <a:gd name="connsiteX294" fmla="*/ 2866442 w 2915191"/>
                <a:gd name="connsiteY294" fmla="*/ 70976 h 851645"/>
                <a:gd name="connsiteX295" fmla="*/ 2876186 w 2915191"/>
                <a:gd name="connsiteY295" fmla="*/ 26009 h 851645"/>
                <a:gd name="connsiteX296" fmla="*/ 2885945 w 2915191"/>
                <a:gd name="connsiteY296" fmla="*/ 37964 h 851645"/>
                <a:gd name="connsiteX297" fmla="*/ 2895689 w 2915191"/>
                <a:gd name="connsiteY297" fmla="*/ 20489 h 851645"/>
                <a:gd name="connsiteX298" fmla="*/ 2905433 w 2915191"/>
                <a:gd name="connsiteY298" fmla="*/ 0 h 851645"/>
                <a:gd name="connsiteX299" fmla="*/ 2915192 w 2915191"/>
                <a:gd name="connsiteY299" fmla="*/ 1255 h 851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851645">
                  <a:moveTo>
                    <a:pt x="0" y="690900"/>
                  </a:moveTo>
                  <a:lnTo>
                    <a:pt x="9750" y="696368"/>
                  </a:lnTo>
                  <a:lnTo>
                    <a:pt x="19500" y="740439"/>
                  </a:lnTo>
                  <a:lnTo>
                    <a:pt x="29250" y="707810"/>
                  </a:lnTo>
                  <a:lnTo>
                    <a:pt x="39000" y="722382"/>
                  </a:lnTo>
                  <a:lnTo>
                    <a:pt x="48749" y="723827"/>
                  </a:lnTo>
                  <a:lnTo>
                    <a:pt x="58499" y="755725"/>
                  </a:lnTo>
                  <a:lnTo>
                    <a:pt x="68249" y="735165"/>
                  </a:lnTo>
                  <a:lnTo>
                    <a:pt x="77998" y="747963"/>
                  </a:lnTo>
                  <a:lnTo>
                    <a:pt x="87748" y="763935"/>
                  </a:lnTo>
                  <a:lnTo>
                    <a:pt x="97497" y="751792"/>
                  </a:lnTo>
                  <a:lnTo>
                    <a:pt x="107247" y="744715"/>
                  </a:lnTo>
                  <a:lnTo>
                    <a:pt x="116997" y="710746"/>
                  </a:lnTo>
                  <a:lnTo>
                    <a:pt x="126747" y="710582"/>
                  </a:lnTo>
                  <a:lnTo>
                    <a:pt x="136497" y="733749"/>
                  </a:lnTo>
                  <a:lnTo>
                    <a:pt x="146247" y="676821"/>
                  </a:lnTo>
                  <a:lnTo>
                    <a:pt x="155997" y="673066"/>
                  </a:lnTo>
                  <a:lnTo>
                    <a:pt x="165747" y="702521"/>
                  </a:lnTo>
                  <a:lnTo>
                    <a:pt x="175497" y="721056"/>
                  </a:lnTo>
                  <a:lnTo>
                    <a:pt x="185247" y="740961"/>
                  </a:lnTo>
                  <a:lnTo>
                    <a:pt x="194996" y="767317"/>
                  </a:lnTo>
                  <a:lnTo>
                    <a:pt x="204746" y="802315"/>
                  </a:lnTo>
                  <a:lnTo>
                    <a:pt x="214495" y="849574"/>
                  </a:lnTo>
                  <a:lnTo>
                    <a:pt x="224245" y="829848"/>
                  </a:lnTo>
                  <a:lnTo>
                    <a:pt x="233995" y="851645"/>
                  </a:lnTo>
                  <a:lnTo>
                    <a:pt x="243744" y="837759"/>
                  </a:lnTo>
                  <a:lnTo>
                    <a:pt x="253494" y="809377"/>
                  </a:lnTo>
                  <a:lnTo>
                    <a:pt x="263244" y="783825"/>
                  </a:lnTo>
                  <a:lnTo>
                    <a:pt x="272994" y="793614"/>
                  </a:lnTo>
                  <a:lnTo>
                    <a:pt x="282744" y="785807"/>
                  </a:lnTo>
                  <a:lnTo>
                    <a:pt x="292494" y="808319"/>
                  </a:lnTo>
                  <a:lnTo>
                    <a:pt x="302244" y="791066"/>
                  </a:lnTo>
                  <a:lnTo>
                    <a:pt x="311994" y="826242"/>
                  </a:lnTo>
                  <a:lnTo>
                    <a:pt x="321744" y="802300"/>
                  </a:lnTo>
                  <a:lnTo>
                    <a:pt x="331493" y="761819"/>
                  </a:lnTo>
                  <a:lnTo>
                    <a:pt x="341243" y="765753"/>
                  </a:lnTo>
                  <a:lnTo>
                    <a:pt x="350993" y="746831"/>
                  </a:lnTo>
                  <a:lnTo>
                    <a:pt x="360742" y="738413"/>
                  </a:lnTo>
                  <a:lnTo>
                    <a:pt x="370492" y="736357"/>
                  </a:lnTo>
                  <a:lnTo>
                    <a:pt x="380241" y="750422"/>
                  </a:lnTo>
                  <a:lnTo>
                    <a:pt x="389991" y="723395"/>
                  </a:lnTo>
                  <a:lnTo>
                    <a:pt x="399741" y="746592"/>
                  </a:lnTo>
                  <a:lnTo>
                    <a:pt x="409491" y="763443"/>
                  </a:lnTo>
                  <a:lnTo>
                    <a:pt x="419241" y="754325"/>
                  </a:lnTo>
                  <a:lnTo>
                    <a:pt x="428991" y="733779"/>
                  </a:lnTo>
                  <a:lnTo>
                    <a:pt x="438741" y="719625"/>
                  </a:lnTo>
                  <a:lnTo>
                    <a:pt x="448491" y="732394"/>
                  </a:lnTo>
                  <a:lnTo>
                    <a:pt x="458241" y="729042"/>
                  </a:lnTo>
                  <a:lnTo>
                    <a:pt x="467991" y="700257"/>
                  </a:lnTo>
                  <a:lnTo>
                    <a:pt x="477740" y="703251"/>
                  </a:lnTo>
                  <a:lnTo>
                    <a:pt x="487490" y="730084"/>
                  </a:lnTo>
                  <a:lnTo>
                    <a:pt x="497239" y="744939"/>
                  </a:lnTo>
                  <a:lnTo>
                    <a:pt x="506989" y="724199"/>
                  </a:lnTo>
                  <a:lnTo>
                    <a:pt x="516738" y="721398"/>
                  </a:lnTo>
                  <a:lnTo>
                    <a:pt x="526488" y="697366"/>
                  </a:lnTo>
                  <a:lnTo>
                    <a:pt x="536238" y="675539"/>
                  </a:lnTo>
                  <a:lnTo>
                    <a:pt x="545988" y="655365"/>
                  </a:lnTo>
                  <a:lnTo>
                    <a:pt x="555738" y="661132"/>
                  </a:lnTo>
                  <a:lnTo>
                    <a:pt x="565488" y="654201"/>
                  </a:lnTo>
                  <a:lnTo>
                    <a:pt x="575238" y="625988"/>
                  </a:lnTo>
                  <a:lnTo>
                    <a:pt x="584988" y="649670"/>
                  </a:lnTo>
                  <a:lnTo>
                    <a:pt x="594738" y="684106"/>
                  </a:lnTo>
                  <a:lnTo>
                    <a:pt x="604488" y="653541"/>
                  </a:lnTo>
                  <a:lnTo>
                    <a:pt x="614237" y="667077"/>
                  </a:lnTo>
                  <a:lnTo>
                    <a:pt x="623987" y="647319"/>
                  </a:lnTo>
                  <a:lnTo>
                    <a:pt x="633736" y="668730"/>
                  </a:lnTo>
                  <a:lnTo>
                    <a:pt x="643486" y="658435"/>
                  </a:lnTo>
                  <a:lnTo>
                    <a:pt x="653236" y="674466"/>
                  </a:lnTo>
                  <a:lnTo>
                    <a:pt x="662985" y="658391"/>
                  </a:lnTo>
                  <a:lnTo>
                    <a:pt x="672735" y="641422"/>
                  </a:lnTo>
                  <a:lnTo>
                    <a:pt x="682485" y="624013"/>
                  </a:lnTo>
                  <a:lnTo>
                    <a:pt x="692235" y="635825"/>
                  </a:lnTo>
                  <a:lnTo>
                    <a:pt x="701985" y="627654"/>
                  </a:lnTo>
                  <a:lnTo>
                    <a:pt x="711735" y="629071"/>
                  </a:lnTo>
                  <a:lnTo>
                    <a:pt x="721485" y="617801"/>
                  </a:lnTo>
                  <a:lnTo>
                    <a:pt x="731235" y="629911"/>
                  </a:lnTo>
                  <a:lnTo>
                    <a:pt x="740985" y="610468"/>
                  </a:lnTo>
                  <a:lnTo>
                    <a:pt x="750734" y="607226"/>
                  </a:lnTo>
                  <a:lnTo>
                    <a:pt x="760484" y="604742"/>
                  </a:lnTo>
                  <a:lnTo>
                    <a:pt x="770233" y="601691"/>
                  </a:lnTo>
                  <a:lnTo>
                    <a:pt x="779983" y="589425"/>
                  </a:lnTo>
                  <a:lnTo>
                    <a:pt x="789733" y="560614"/>
                  </a:lnTo>
                  <a:lnTo>
                    <a:pt x="799482" y="554005"/>
                  </a:lnTo>
                  <a:lnTo>
                    <a:pt x="809232" y="531405"/>
                  </a:lnTo>
                  <a:lnTo>
                    <a:pt x="818982" y="544214"/>
                  </a:lnTo>
                  <a:lnTo>
                    <a:pt x="828732" y="539900"/>
                  </a:lnTo>
                  <a:lnTo>
                    <a:pt x="838482" y="520483"/>
                  </a:lnTo>
                  <a:lnTo>
                    <a:pt x="848232" y="562992"/>
                  </a:lnTo>
                  <a:lnTo>
                    <a:pt x="857982" y="574189"/>
                  </a:lnTo>
                  <a:lnTo>
                    <a:pt x="867732" y="593313"/>
                  </a:lnTo>
                  <a:lnTo>
                    <a:pt x="877482" y="588982"/>
                  </a:lnTo>
                  <a:lnTo>
                    <a:pt x="887231" y="553305"/>
                  </a:lnTo>
                  <a:lnTo>
                    <a:pt x="896981" y="562970"/>
                  </a:lnTo>
                  <a:lnTo>
                    <a:pt x="906730" y="555726"/>
                  </a:lnTo>
                  <a:lnTo>
                    <a:pt x="916480" y="527737"/>
                  </a:lnTo>
                  <a:lnTo>
                    <a:pt x="926230" y="528445"/>
                  </a:lnTo>
                  <a:lnTo>
                    <a:pt x="935979" y="524592"/>
                  </a:lnTo>
                  <a:lnTo>
                    <a:pt x="945729" y="485892"/>
                  </a:lnTo>
                  <a:lnTo>
                    <a:pt x="955479" y="461910"/>
                  </a:lnTo>
                  <a:lnTo>
                    <a:pt x="965229" y="494697"/>
                  </a:lnTo>
                  <a:lnTo>
                    <a:pt x="974979" y="488411"/>
                  </a:lnTo>
                  <a:lnTo>
                    <a:pt x="984729" y="480883"/>
                  </a:lnTo>
                  <a:lnTo>
                    <a:pt x="994474" y="476133"/>
                  </a:lnTo>
                  <a:lnTo>
                    <a:pt x="1004233" y="457338"/>
                  </a:lnTo>
                  <a:lnTo>
                    <a:pt x="1013977" y="465432"/>
                  </a:lnTo>
                  <a:lnTo>
                    <a:pt x="1023721" y="464592"/>
                  </a:lnTo>
                  <a:lnTo>
                    <a:pt x="1033480" y="475126"/>
                  </a:lnTo>
                  <a:lnTo>
                    <a:pt x="1043224" y="525389"/>
                  </a:lnTo>
                  <a:lnTo>
                    <a:pt x="1052983" y="490253"/>
                  </a:lnTo>
                  <a:lnTo>
                    <a:pt x="1062727" y="507508"/>
                  </a:lnTo>
                  <a:lnTo>
                    <a:pt x="1072471" y="500059"/>
                  </a:lnTo>
                  <a:lnTo>
                    <a:pt x="1082230" y="506519"/>
                  </a:lnTo>
                  <a:lnTo>
                    <a:pt x="1091973" y="491321"/>
                  </a:lnTo>
                  <a:lnTo>
                    <a:pt x="1101732" y="517370"/>
                  </a:lnTo>
                  <a:lnTo>
                    <a:pt x="1111476" y="525471"/>
                  </a:lnTo>
                  <a:lnTo>
                    <a:pt x="1121220" y="526432"/>
                  </a:lnTo>
                  <a:lnTo>
                    <a:pt x="1130979" y="544156"/>
                  </a:lnTo>
                  <a:lnTo>
                    <a:pt x="1140723" y="524221"/>
                  </a:lnTo>
                  <a:lnTo>
                    <a:pt x="1150482" y="485777"/>
                  </a:lnTo>
                  <a:lnTo>
                    <a:pt x="1160226" y="482888"/>
                  </a:lnTo>
                  <a:lnTo>
                    <a:pt x="1169969" y="465711"/>
                  </a:lnTo>
                  <a:lnTo>
                    <a:pt x="1179728" y="461225"/>
                  </a:lnTo>
                  <a:lnTo>
                    <a:pt x="1189472" y="464787"/>
                  </a:lnTo>
                  <a:lnTo>
                    <a:pt x="1199231" y="446706"/>
                  </a:lnTo>
                  <a:lnTo>
                    <a:pt x="1208975" y="437534"/>
                  </a:lnTo>
                  <a:lnTo>
                    <a:pt x="1218719" y="414525"/>
                  </a:lnTo>
                  <a:lnTo>
                    <a:pt x="1228478" y="370559"/>
                  </a:lnTo>
                  <a:lnTo>
                    <a:pt x="1238222" y="355137"/>
                  </a:lnTo>
                  <a:lnTo>
                    <a:pt x="1247966" y="322864"/>
                  </a:lnTo>
                  <a:lnTo>
                    <a:pt x="1257725" y="309805"/>
                  </a:lnTo>
                  <a:lnTo>
                    <a:pt x="1267469" y="326000"/>
                  </a:lnTo>
                  <a:lnTo>
                    <a:pt x="1277227" y="363400"/>
                  </a:lnTo>
                  <a:lnTo>
                    <a:pt x="1286971" y="336297"/>
                  </a:lnTo>
                  <a:lnTo>
                    <a:pt x="1296715" y="343998"/>
                  </a:lnTo>
                  <a:lnTo>
                    <a:pt x="1306474" y="376240"/>
                  </a:lnTo>
                  <a:lnTo>
                    <a:pt x="1316218" y="369781"/>
                  </a:lnTo>
                  <a:lnTo>
                    <a:pt x="1325977" y="331844"/>
                  </a:lnTo>
                  <a:lnTo>
                    <a:pt x="1335721" y="338427"/>
                  </a:lnTo>
                  <a:lnTo>
                    <a:pt x="1345465" y="341357"/>
                  </a:lnTo>
                  <a:lnTo>
                    <a:pt x="1355224" y="331762"/>
                  </a:lnTo>
                  <a:lnTo>
                    <a:pt x="1364967" y="359304"/>
                  </a:lnTo>
                  <a:lnTo>
                    <a:pt x="1374726" y="333167"/>
                  </a:lnTo>
                  <a:lnTo>
                    <a:pt x="1384470" y="373237"/>
                  </a:lnTo>
                  <a:lnTo>
                    <a:pt x="1394214" y="336556"/>
                  </a:lnTo>
                  <a:lnTo>
                    <a:pt x="1403973" y="357513"/>
                  </a:lnTo>
                  <a:lnTo>
                    <a:pt x="1413717" y="365386"/>
                  </a:lnTo>
                  <a:lnTo>
                    <a:pt x="1423476" y="367714"/>
                  </a:lnTo>
                  <a:lnTo>
                    <a:pt x="1433220" y="370593"/>
                  </a:lnTo>
                  <a:lnTo>
                    <a:pt x="1442964" y="368820"/>
                  </a:lnTo>
                  <a:lnTo>
                    <a:pt x="1452722" y="314023"/>
                  </a:lnTo>
                  <a:lnTo>
                    <a:pt x="1462466" y="286321"/>
                  </a:lnTo>
                  <a:lnTo>
                    <a:pt x="1472225" y="290228"/>
                  </a:lnTo>
                  <a:lnTo>
                    <a:pt x="1481969" y="334360"/>
                  </a:lnTo>
                  <a:lnTo>
                    <a:pt x="1491713" y="345799"/>
                  </a:lnTo>
                  <a:lnTo>
                    <a:pt x="1501472" y="351083"/>
                  </a:lnTo>
                  <a:lnTo>
                    <a:pt x="1511216" y="353930"/>
                  </a:lnTo>
                  <a:lnTo>
                    <a:pt x="1520960" y="333514"/>
                  </a:lnTo>
                  <a:lnTo>
                    <a:pt x="1530719" y="354740"/>
                  </a:lnTo>
                  <a:lnTo>
                    <a:pt x="1540463" y="352818"/>
                  </a:lnTo>
                  <a:lnTo>
                    <a:pt x="1550221" y="351945"/>
                  </a:lnTo>
                  <a:lnTo>
                    <a:pt x="1559965" y="342532"/>
                  </a:lnTo>
                  <a:lnTo>
                    <a:pt x="1569709" y="317448"/>
                  </a:lnTo>
                  <a:lnTo>
                    <a:pt x="1579468" y="322430"/>
                  </a:lnTo>
                  <a:lnTo>
                    <a:pt x="1589212" y="298522"/>
                  </a:lnTo>
                  <a:lnTo>
                    <a:pt x="1598971" y="245838"/>
                  </a:lnTo>
                  <a:lnTo>
                    <a:pt x="1608715" y="258192"/>
                  </a:lnTo>
                  <a:lnTo>
                    <a:pt x="1618459" y="232280"/>
                  </a:lnTo>
                  <a:lnTo>
                    <a:pt x="1628218" y="247661"/>
                  </a:lnTo>
                  <a:lnTo>
                    <a:pt x="1637962" y="232464"/>
                  </a:lnTo>
                  <a:lnTo>
                    <a:pt x="1647720" y="244527"/>
                  </a:lnTo>
                  <a:lnTo>
                    <a:pt x="1657464" y="268593"/>
                  </a:lnTo>
                  <a:lnTo>
                    <a:pt x="1667208" y="276431"/>
                  </a:lnTo>
                  <a:lnTo>
                    <a:pt x="1676967" y="273210"/>
                  </a:lnTo>
                  <a:lnTo>
                    <a:pt x="1686711" y="313822"/>
                  </a:lnTo>
                  <a:lnTo>
                    <a:pt x="1696470" y="311961"/>
                  </a:lnTo>
                  <a:lnTo>
                    <a:pt x="1706214" y="320282"/>
                  </a:lnTo>
                  <a:lnTo>
                    <a:pt x="1715958" y="306971"/>
                  </a:lnTo>
                  <a:lnTo>
                    <a:pt x="1725716" y="311262"/>
                  </a:lnTo>
                  <a:lnTo>
                    <a:pt x="1735460" y="280143"/>
                  </a:lnTo>
                  <a:lnTo>
                    <a:pt x="1745219" y="278063"/>
                  </a:lnTo>
                  <a:lnTo>
                    <a:pt x="1754963" y="278376"/>
                  </a:lnTo>
                  <a:lnTo>
                    <a:pt x="1764707" y="302412"/>
                  </a:lnTo>
                  <a:lnTo>
                    <a:pt x="1774466" y="251258"/>
                  </a:lnTo>
                  <a:lnTo>
                    <a:pt x="1784210" y="276884"/>
                  </a:lnTo>
                  <a:lnTo>
                    <a:pt x="1793969" y="238454"/>
                  </a:lnTo>
                  <a:lnTo>
                    <a:pt x="1803713" y="221172"/>
                  </a:lnTo>
                  <a:lnTo>
                    <a:pt x="1813457" y="241875"/>
                  </a:lnTo>
                  <a:lnTo>
                    <a:pt x="1823215" y="247110"/>
                  </a:lnTo>
                  <a:lnTo>
                    <a:pt x="1832959" y="238194"/>
                  </a:lnTo>
                  <a:lnTo>
                    <a:pt x="1842703" y="245756"/>
                  </a:lnTo>
                  <a:lnTo>
                    <a:pt x="1852462" y="249050"/>
                  </a:lnTo>
                  <a:lnTo>
                    <a:pt x="1862206" y="259290"/>
                  </a:lnTo>
                  <a:lnTo>
                    <a:pt x="1871965" y="264999"/>
                  </a:lnTo>
                  <a:lnTo>
                    <a:pt x="1881709" y="264752"/>
                  </a:lnTo>
                  <a:lnTo>
                    <a:pt x="1891453" y="247992"/>
                  </a:lnTo>
                  <a:lnTo>
                    <a:pt x="1901212" y="230878"/>
                  </a:lnTo>
                  <a:lnTo>
                    <a:pt x="1910956" y="247949"/>
                  </a:lnTo>
                  <a:lnTo>
                    <a:pt x="1920714" y="276728"/>
                  </a:lnTo>
                  <a:lnTo>
                    <a:pt x="1930458" y="304345"/>
                  </a:lnTo>
                  <a:lnTo>
                    <a:pt x="1940202" y="309647"/>
                  </a:lnTo>
                  <a:lnTo>
                    <a:pt x="1949961" y="292257"/>
                  </a:lnTo>
                  <a:lnTo>
                    <a:pt x="1959705" y="304127"/>
                  </a:lnTo>
                  <a:lnTo>
                    <a:pt x="1969464" y="293416"/>
                  </a:lnTo>
                  <a:lnTo>
                    <a:pt x="1979208" y="272552"/>
                  </a:lnTo>
                  <a:lnTo>
                    <a:pt x="1988952" y="261410"/>
                  </a:lnTo>
                  <a:lnTo>
                    <a:pt x="1998711" y="209891"/>
                  </a:lnTo>
                  <a:lnTo>
                    <a:pt x="2008454" y="213742"/>
                  </a:lnTo>
                  <a:lnTo>
                    <a:pt x="2018213" y="211870"/>
                  </a:lnTo>
                  <a:lnTo>
                    <a:pt x="2027957" y="171854"/>
                  </a:lnTo>
                  <a:lnTo>
                    <a:pt x="2037701" y="173455"/>
                  </a:lnTo>
                  <a:lnTo>
                    <a:pt x="2047460" y="188572"/>
                  </a:lnTo>
                  <a:lnTo>
                    <a:pt x="2057204" y="193548"/>
                  </a:lnTo>
                  <a:lnTo>
                    <a:pt x="2066963" y="194736"/>
                  </a:lnTo>
                  <a:lnTo>
                    <a:pt x="2076707" y="201388"/>
                  </a:lnTo>
                  <a:lnTo>
                    <a:pt x="2086451" y="173047"/>
                  </a:lnTo>
                  <a:lnTo>
                    <a:pt x="2096210" y="153942"/>
                  </a:lnTo>
                  <a:lnTo>
                    <a:pt x="2105954" y="141417"/>
                  </a:lnTo>
                  <a:lnTo>
                    <a:pt x="2115697" y="155980"/>
                  </a:lnTo>
                  <a:lnTo>
                    <a:pt x="2125456" y="165769"/>
                  </a:lnTo>
                  <a:lnTo>
                    <a:pt x="2135200" y="200306"/>
                  </a:lnTo>
                  <a:lnTo>
                    <a:pt x="2144959" y="206004"/>
                  </a:lnTo>
                  <a:lnTo>
                    <a:pt x="2154703" y="220614"/>
                  </a:lnTo>
                  <a:lnTo>
                    <a:pt x="2164447" y="225378"/>
                  </a:lnTo>
                  <a:lnTo>
                    <a:pt x="2174206" y="231995"/>
                  </a:lnTo>
                  <a:lnTo>
                    <a:pt x="2183950" y="193477"/>
                  </a:lnTo>
                  <a:lnTo>
                    <a:pt x="2193709" y="190287"/>
                  </a:lnTo>
                  <a:lnTo>
                    <a:pt x="2203452" y="203329"/>
                  </a:lnTo>
                  <a:lnTo>
                    <a:pt x="2213196" y="177471"/>
                  </a:lnTo>
                  <a:lnTo>
                    <a:pt x="2222955" y="156758"/>
                  </a:lnTo>
                  <a:lnTo>
                    <a:pt x="2232699" y="154124"/>
                  </a:lnTo>
                  <a:lnTo>
                    <a:pt x="2242458" y="121020"/>
                  </a:lnTo>
                  <a:lnTo>
                    <a:pt x="2252202" y="97709"/>
                  </a:lnTo>
                  <a:lnTo>
                    <a:pt x="2261946" y="80767"/>
                  </a:lnTo>
                  <a:lnTo>
                    <a:pt x="2271705" y="72528"/>
                  </a:lnTo>
                  <a:lnTo>
                    <a:pt x="2281449" y="81578"/>
                  </a:lnTo>
                  <a:lnTo>
                    <a:pt x="2291208" y="44360"/>
                  </a:lnTo>
                  <a:lnTo>
                    <a:pt x="2300951" y="47596"/>
                  </a:lnTo>
                  <a:lnTo>
                    <a:pt x="2310695" y="66679"/>
                  </a:lnTo>
                  <a:lnTo>
                    <a:pt x="2320454" y="60986"/>
                  </a:lnTo>
                  <a:lnTo>
                    <a:pt x="2330198" y="52951"/>
                  </a:lnTo>
                  <a:lnTo>
                    <a:pt x="2339957" y="39968"/>
                  </a:lnTo>
                  <a:lnTo>
                    <a:pt x="2349701" y="51929"/>
                  </a:lnTo>
                  <a:lnTo>
                    <a:pt x="2359445" y="51816"/>
                  </a:lnTo>
                  <a:lnTo>
                    <a:pt x="2369204" y="80976"/>
                  </a:lnTo>
                  <a:lnTo>
                    <a:pt x="2378948" y="90350"/>
                  </a:lnTo>
                  <a:lnTo>
                    <a:pt x="2388692" y="132635"/>
                  </a:lnTo>
                  <a:lnTo>
                    <a:pt x="2398450" y="110479"/>
                  </a:lnTo>
                  <a:lnTo>
                    <a:pt x="2408194" y="112617"/>
                  </a:lnTo>
                  <a:lnTo>
                    <a:pt x="2417953" y="82487"/>
                  </a:lnTo>
                  <a:lnTo>
                    <a:pt x="2427697" y="98272"/>
                  </a:lnTo>
                  <a:lnTo>
                    <a:pt x="2437441" y="57950"/>
                  </a:lnTo>
                  <a:lnTo>
                    <a:pt x="2447200" y="67816"/>
                  </a:lnTo>
                  <a:lnTo>
                    <a:pt x="2456944" y="73200"/>
                  </a:lnTo>
                  <a:lnTo>
                    <a:pt x="2466703" y="78477"/>
                  </a:lnTo>
                  <a:lnTo>
                    <a:pt x="2476446" y="95075"/>
                  </a:lnTo>
                  <a:lnTo>
                    <a:pt x="2486190" y="98904"/>
                  </a:lnTo>
                  <a:lnTo>
                    <a:pt x="2495949" y="123250"/>
                  </a:lnTo>
                  <a:lnTo>
                    <a:pt x="2505693" y="98551"/>
                  </a:lnTo>
                  <a:lnTo>
                    <a:pt x="2515452" y="121248"/>
                  </a:lnTo>
                  <a:lnTo>
                    <a:pt x="2525196" y="146602"/>
                  </a:lnTo>
                  <a:lnTo>
                    <a:pt x="2534940" y="136457"/>
                  </a:lnTo>
                  <a:lnTo>
                    <a:pt x="2544699" y="141426"/>
                  </a:lnTo>
                  <a:lnTo>
                    <a:pt x="2554443" y="130166"/>
                  </a:lnTo>
                  <a:lnTo>
                    <a:pt x="2564202" y="125393"/>
                  </a:lnTo>
                  <a:lnTo>
                    <a:pt x="2573946" y="118897"/>
                  </a:lnTo>
                  <a:lnTo>
                    <a:pt x="2583690" y="60786"/>
                  </a:lnTo>
                  <a:lnTo>
                    <a:pt x="2593448" y="54559"/>
                  </a:lnTo>
                  <a:lnTo>
                    <a:pt x="2603192" y="85641"/>
                  </a:lnTo>
                  <a:lnTo>
                    <a:pt x="2612951" y="123344"/>
                  </a:lnTo>
                  <a:lnTo>
                    <a:pt x="2622695" y="70772"/>
                  </a:lnTo>
                  <a:lnTo>
                    <a:pt x="2632439" y="99941"/>
                  </a:lnTo>
                  <a:lnTo>
                    <a:pt x="2642198" y="99881"/>
                  </a:lnTo>
                  <a:lnTo>
                    <a:pt x="2651942" y="120703"/>
                  </a:lnTo>
                  <a:lnTo>
                    <a:pt x="2661685" y="123815"/>
                  </a:lnTo>
                  <a:lnTo>
                    <a:pt x="2671444" y="142199"/>
                  </a:lnTo>
                  <a:lnTo>
                    <a:pt x="2681188" y="108915"/>
                  </a:lnTo>
                  <a:lnTo>
                    <a:pt x="2690947" y="95212"/>
                  </a:lnTo>
                  <a:lnTo>
                    <a:pt x="2700691" y="88151"/>
                  </a:lnTo>
                  <a:lnTo>
                    <a:pt x="2710435" y="102507"/>
                  </a:lnTo>
                  <a:lnTo>
                    <a:pt x="2720194" y="100951"/>
                  </a:lnTo>
                  <a:lnTo>
                    <a:pt x="2729938" y="117262"/>
                  </a:lnTo>
                  <a:lnTo>
                    <a:pt x="2739697" y="107317"/>
                  </a:lnTo>
                  <a:lnTo>
                    <a:pt x="2749441" y="96623"/>
                  </a:lnTo>
                  <a:lnTo>
                    <a:pt x="2759185" y="54214"/>
                  </a:lnTo>
                  <a:lnTo>
                    <a:pt x="2768943" y="57410"/>
                  </a:lnTo>
                  <a:lnTo>
                    <a:pt x="2778687" y="42385"/>
                  </a:lnTo>
                  <a:lnTo>
                    <a:pt x="2788446" y="63513"/>
                  </a:lnTo>
                  <a:lnTo>
                    <a:pt x="2798190" y="67346"/>
                  </a:lnTo>
                  <a:lnTo>
                    <a:pt x="2807934" y="78524"/>
                  </a:lnTo>
                  <a:lnTo>
                    <a:pt x="2817693" y="82683"/>
                  </a:lnTo>
                  <a:lnTo>
                    <a:pt x="2827437" y="65064"/>
                  </a:lnTo>
                  <a:lnTo>
                    <a:pt x="2837196" y="57908"/>
                  </a:lnTo>
                  <a:lnTo>
                    <a:pt x="2846940" y="79927"/>
                  </a:lnTo>
                  <a:lnTo>
                    <a:pt x="2856684" y="87551"/>
                  </a:lnTo>
                  <a:lnTo>
                    <a:pt x="2866442" y="70976"/>
                  </a:lnTo>
                  <a:lnTo>
                    <a:pt x="2876186" y="26009"/>
                  </a:lnTo>
                  <a:lnTo>
                    <a:pt x="2885945" y="37964"/>
                  </a:lnTo>
                  <a:lnTo>
                    <a:pt x="2895689" y="20489"/>
                  </a:lnTo>
                  <a:lnTo>
                    <a:pt x="2905433" y="0"/>
                  </a:lnTo>
                  <a:lnTo>
                    <a:pt x="2915192" y="125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3" name="Freeform 1022">
              <a:extLst>
                <a:ext uri="{FF2B5EF4-FFF2-40B4-BE49-F238E27FC236}">
                  <a16:creationId xmlns:a16="http://schemas.microsoft.com/office/drawing/2014/main" id="{75F04B32-E98A-D6D5-2497-B30510BA6711}"/>
                </a:ext>
              </a:extLst>
            </p:cNvPr>
            <p:cNvSpPr/>
            <p:nvPr/>
          </p:nvSpPr>
          <p:spPr>
            <a:xfrm>
              <a:off x="4426652" y="3027606"/>
              <a:ext cx="2915191" cy="597608"/>
            </a:xfrm>
            <a:custGeom>
              <a:avLst/>
              <a:gdLst>
                <a:gd name="connsiteX0" fmla="*/ 0 w 2915191"/>
                <a:gd name="connsiteY0" fmla="*/ 597059 h 597608"/>
                <a:gd name="connsiteX1" fmla="*/ 9750 w 2915191"/>
                <a:gd name="connsiteY1" fmla="*/ 583639 h 597608"/>
                <a:gd name="connsiteX2" fmla="*/ 19500 w 2915191"/>
                <a:gd name="connsiteY2" fmla="*/ 544784 h 597608"/>
                <a:gd name="connsiteX3" fmla="*/ 29250 w 2915191"/>
                <a:gd name="connsiteY3" fmla="*/ 503842 h 597608"/>
                <a:gd name="connsiteX4" fmla="*/ 39000 w 2915191"/>
                <a:gd name="connsiteY4" fmla="*/ 514222 h 597608"/>
                <a:gd name="connsiteX5" fmla="*/ 48749 w 2915191"/>
                <a:gd name="connsiteY5" fmla="*/ 533090 h 597608"/>
                <a:gd name="connsiteX6" fmla="*/ 58499 w 2915191"/>
                <a:gd name="connsiteY6" fmla="*/ 540683 h 597608"/>
                <a:gd name="connsiteX7" fmla="*/ 68249 w 2915191"/>
                <a:gd name="connsiteY7" fmla="*/ 557276 h 597608"/>
                <a:gd name="connsiteX8" fmla="*/ 77998 w 2915191"/>
                <a:gd name="connsiteY8" fmla="*/ 565671 h 597608"/>
                <a:gd name="connsiteX9" fmla="*/ 87748 w 2915191"/>
                <a:gd name="connsiteY9" fmla="*/ 552286 h 597608"/>
                <a:gd name="connsiteX10" fmla="*/ 97497 w 2915191"/>
                <a:gd name="connsiteY10" fmla="*/ 533851 h 597608"/>
                <a:gd name="connsiteX11" fmla="*/ 107247 w 2915191"/>
                <a:gd name="connsiteY11" fmla="*/ 548068 h 597608"/>
                <a:gd name="connsiteX12" fmla="*/ 116997 w 2915191"/>
                <a:gd name="connsiteY12" fmla="*/ 547286 h 597608"/>
                <a:gd name="connsiteX13" fmla="*/ 126747 w 2915191"/>
                <a:gd name="connsiteY13" fmla="*/ 544465 h 597608"/>
                <a:gd name="connsiteX14" fmla="*/ 136497 w 2915191"/>
                <a:gd name="connsiteY14" fmla="*/ 583921 h 597608"/>
                <a:gd name="connsiteX15" fmla="*/ 146247 w 2915191"/>
                <a:gd name="connsiteY15" fmla="*/ 588550 h 597608"/>
                <a:gd name="connsiteX16" fmla="*/ 155997 w 2915191"/>
                <a:gd name="connsiteY16" fmla="*/ 580061 h 597608"/>
                <a:gd name="connsiteX17" fmla="*/ 165747 w 2915191"/>
                <a:gd name="connsiteY17" fmla="*/ 597609 h 597608"/>
                <a:gd name="connsiteX18" fmla="*/ 175497 w 2915191"/>
                <a:gd name="connsiteY18" fmla="*/ 595164 h 597608"/>
                <a:gd name="connsiteX19" fmla="*/ 185247 w 2915191"/>
                <a:gd name="connsiteY19" fmla="*/ 579357 h 597608"/>
                <a:gd name="connsiteX20" fmla="*/ 194996 w 2915191"/>
                <a:gd name="connsiteY20" fmla="*/ 552094 h 597608"/>
                <a:gd name="connsiteX21" fmla="*/ 204746 w 2915191"/>
                <a:gd name="connsiteY21" fmla="*/ 527813 h 597608"/>
                <a:gd name="connsiteX22" fmla="*/ 214495 w 2915191"/>
                <a:gd name="connsiteY22" fmla="*/ 549971 h 597608"/>
                <a:gd name="connsiteX23" fmla="*/ 224245 w 2915191"/>
                <a:gd name="connsiteY23" fmla="*/ 550114 h 597608"/>
                <a:gd name="connsiteX24" fmla="*/ 233995 w 2915191"/>
                <a:gd name="connsiteY24" fmla="*/ 576588 h 597608"/>
                <a:gd name="connsiteX25" fmla="*/ 243744 w 2915191"/>
                <a:gd name="connsiteY25" fmla="*/ 526636 h 597608"/>
                <a:gd name="connsiteX26" fmla="*/ 253494 w 2915191"/>
                <a:gd name="connsiteY26" fmla="*/ 531047 h 597608"/>
                <a:gd name="connsiteX27" fmla="*/ 263244 w 2915191"/>
                <a:gd name="connsiteY27" fmla="*/ 556327 h 597608"/>
                <a:gd name="connsiteX28" fmla="*/ 272994 w 2915191"/>
                <a:gd name="connsiteY28" fmla="*/ 533689 h 597608"/>
                <a:gd name="connsiteX29" fmla="*/ 282744 w 2915191"/>
                <a:gd name="connsiteY29" fmla="*/ 522309 h 597608"/>
                <a:gd name="connsiteX30" fmla="*/ 292494 w 2915191"/>
                <a:gd name="connsiteY30" fmla="*/ 528921 h 597608"/>
                <a:gd name="connsiteX31" fmla="*/ 302244 w 2915191"/>
                <a:gd name="connsiteY31" fmla="*/ 533883 h 597608"/>
                <a:gd name="connsiteX32" fmla="*/ 311994 w 2915191"/>
                <a:gd name="connsiteY32" fmla="*/ 524303 h 597608"/>
                <a:gd name="connsiteX33" fmla="*/ 321744 w 2915191"/>
                <a:gd name="connsiteY33" fmla="*/ 508443 h 597608"/>
                <a:gd name="connsiteX34" fmla="*/ 331493 w 2915191"/>
                <a:gd name="connsiteY34" fmla="*/ 504994 h 597608"/>
                <a:gd name="connsiteX35" fmla="*/ 341243 w 2915191"/>
                <a:gd name="connsiteY35" fmla="*/ 477475 h 597608"/>
                <a:gd name="connsiteX36" fmla="*/ 350993 w 2915191"/>
                <a:gd name="connsiteY36" fmla="*/ 479032 h 597608"/>
                <a:gd name="connsiteX37" fmla="*/ 360742 w 2915191"/>
                <a:gd name="connsiteY37" fmla="*/ 481939 h 597608"/>
                <a:gd name="connsiteX38" fmla="*/ 370492 w 2915191"/>
                <a:gd name="connsiteY38" fmla="*/ 473171 h 597608"/>
                <a:gd name="connsiteX39" fmla="*/ 380241 w 2915191"/>
                <a:gd name="connsiteY39" fmla="*/ 510536 h 597608"/>
                <a:gd name="connsiteX40" fmla="*/ 389991 w 2915191"/>
                <a:gd name="connsiteY40" fmla="*/ 498857 h 597608"/>
                <a:gd name="connsiteX41" fmla="*/ 399741 w 2915191"/>
                <a:gd name="connsiteY41" fmla="*/ 481073 h 597608"/>
                <a:gd name="connsiteX42" fmla="*/ 409491 w 2915191"/>
                <a:gd name="connsiteY42" fmla="*/ 458893 h 597608"/>
                <a:gd name="connsiteX43" fmla="*/ 419241 w 2915191"/>
                <a:gd name="connsiteY43" fmla="*/ 449888 h 597608"/>
                <a:gd name="connsiteX44" fmla="*/ 428991 w 2915191"/>
                <a:gd name="connsiteY44" fmla="*/ 465909 h 597608"/>
                <a:gd name="connsiteX45" fmla="*/ 438741 w 2915191"/>
                <a:gd name="connsiteY45" fmla="*/ 463042 h 597608"/>
                <a:gd name="connsiteX46" fmla="*/ 448491 w 2915191"/>
                <a:gd name="connsiteY46" fmla="*/ 495533 h 597608"/>
                <a:gd name="connsiteX47" fmla="*/ 458241 w 2915191"/>
                <a:gd name="connsiteY47" fmla="*/ 466821 h 597608"/>
                <a:gd name="connsiteX48" fmla="*/ 467991 w 2915191"/>
                <a:gd name="connsiteY48" fmla="*/ 446801 h 597608"/>
                <a:gd name="connsiteX49" fmla="*/ 477740 w 2915191"/>
                <a:gd name="connsiteY49" fmla="*/ 455980 h 597608"/>
                <a:gd name="connsiteX50" fmla="*/ 487490 w 2915191"/>
                <a:gd name="connsiteY50" fmla="*/ 453279 h 597608"/>
                <a:gd name="connsiteX51" fmla="*/ 497239 w 2915191"/>
                <a:gd name="connsiteY51" fmla="*/ 432103 h 597608"/>
                <a:gd name="connsiteX52" fmla="*/ 506989 w 2915191"/>
                <a:gd name="connsiteY52" fmla="*/ 419774 h 597608"/>
                <a:gd name="connsiteX53" fmla="*/ 516738 w 2915191"/>
                <a:gd name="connsiteY53" fmla="*/ 395088 h 597608"/>
                <a:gd name="connsiteX54" fmla="*/ 526488 w 2915191"/>
                <a:gd name="connsiteY54" fmla="*/ 406581 h 597608"/>
                <a:gd name="connsiteX55" fmla="*/ 536238 w 2915191"/>
                <a:gd name="connsiteY55" fmla="*/ 406447 h 597608"/>
                <a:gd name="connsiteX56" fmla="*/ 545988 w 2915191"/>
                <a:gd name="connsiteY56" fmla="*/ 442501 h 597608"/>
                <a:gd name="connsiteX57" fmla="*/ 555738 w 2915191"/>
                <a:gd name="connsiteY57" fmla="*/ 404621 h 597608"/>
                <a:gd name="connsiteX58" fmla="*/ 565488 w 2915191"/>
                <a:gd name="connsiteY58" fmla="*/ 400276 h 597608"/>
                <a:gd name="connsiteX59" fmla="*/ 575238 w 2915191"/>
                <a:gd name="connsiteY59" fmla="*/ 372048 h 597608"/>
                <a:gd name="connsiteX60" fmla="*/ 584988 w 2915191"/>
                <a:gd name="connsiteY60" fmla="*/ 388433 h 597608"/>
                <a:gd name="connsiteX61" fmla="*/ 594738 w 2915191"/>
                <a:gd name="connsiteY61" fmla="*/ 396092 h 597608"/>
                <a:gd name="connsiteX62" fmla="*/ 604488 w 2915191"/>
                <a:gd name="connsiteY62" fmla="*/ 405793 h 597608"/>
                <a:gd name="connsiteX63" fmla="*/ 614237 w 2915191"/>
                <a:gd name="connsiteY63" fmla="*/ 423749 h 597608"/>
                <a:gd name="connsiteX64" fmla="*/ 623987 w 2915191"/>
                <a:gd name="connsiteY64" fmla="*/ 401541 h 597608"/>
                <a:gd name="connsiteX65" fmla="*/ 633736 w 2915191"/>
                <a:gd name="connsiteY65" fmla="*/ 397384 h 597608"/>
                <a:gd name="connsiteX66" fmla="*/ 643486 w 2915191"/>
                <a:gd name="connsiteY66" fmla="*/ 361589 h 597608"/>
                <a:gd name="connsiteX67" fmla="*/ 653236 w 2915191"/>
                <a:gd name="connsiteY67" fmla="*/ 333326 h 597608"/>
                <a:gd name="connsiteX68" fmla="*/ 662985 w 2915191"/>
                <a:gd name="connsiteY68" fmla="*/ 341775 h 597608"/>
                <a:gd name="connsiteX69" fmla="*/ 672735 w 2915191"/>
                <a:gd name="connsiteY69" fmla="*/ 343946 h 597608"/>
                <a:gd name="connsiteX70" fmla="*/ 682485 w 2915191"/>
                <a:gd name="connsiteY70" fmla="*/ 349600 h 597608"/>
                <a:gd name="connsiteX71" fmla="*/ 692235 w 2915191"/>
                <a:gd name="connsiteY71" fmla="*/ 353337 h 597608"/>
                <a:gd name="connsiteX72" fmla="*/ 701985 w 2915191"/>
                <a:gd name="connsiteY72" fmla="*/ 351975 h 597608"/>
                <a:gd name="connsiteX73" fmla="*/ 711735 w 2915191"/>
                <a:gd name="connsiteY73" fmla="*/ 378348 h 597608"/>
                <a:gd name="connsiteX74" fmla="*/ 721485 w 2915191"/>
                <a:gd name="connsiteY74" fmla="*/ 369295 h 597608"/>
                <a:gd name="connsiteX75" fmla="*/ 731235 w 2915191"/>
                <a:gd name="connsiteY75" fmla="*/ 368607 h 597608"/>
                <a:gd name="connsiteX76" fmla="*/ 740985 w 2915191"/>
                <a:gd name="connsiteY76" fmla="*/ 380597 h 597608"/>
                <a:gd name="connsiteX77" fmla="*/ 750734 w 2915191"/>
                <a:gd name="connsiteY77" fmla="*/ 367308 h 597608"/>
                <a:gd name="connsiteX78" fmla="*/ 760484 w 2915191"/>
                <a:gd name="connsiteY78" fmla="*/ 368590 h 597608"/>
                <a:gd name="connsiteX79" fmla="*/ 770233 w 2915191"/>
                <a:gd name="connsiteY79" fmla="*/ 384033 h 597608"/>
                <a:gd name="connsiteX80" fmla="*/ 779983 w 2915191"/>
                <a:gd name="connsiteY80" fmla="*/ 352581 h 597608"/>
                <a:gd name="connsiteX81" fmla="*/ 789733 w 2915191"/>
                <a:gd name="connsiteY81" fmla="*/ 315836 h 597608"/>
                <a:gd name="connsiteX82" fmla="*/ 799482 w 2915191"/>
                <a:gd name="connsiteY82" fmla="*/ 294975 h 597608"/>
                <a:gd name="connsiteX83" fmla="*/ 809232 w 2915191"/>
                <a:gd name="connsiteY83" fmla="*/ 294744 h 597608"/>
                <a:gd name="connsiteX84" fmla="*/ 818982 w 2915191"/>
                <a:gd name="connsiteY84" fmla="*/ 283274 h 597608"/>
                <a:gd name="connsiteX85" fmla="*/ 828732 w 2915191"/>
                <a:gd name="connsiteY85" fmla="*/ 248950 h 597608"/>
                <a:gd name="connsiteX86" fmla="*/ 838482 w 2915191"/>
                <a:gd name="connsiteY86" fmla="*/ 248575 h 597608"/>
                <a:gd name="connsiteX87" fmla="*/ 848232 w 2915191"/>
                <a:gd name="connsiteY87" fmla="*/ 243181 h 597608"/>
                <a:gd name="connsiteX88" fmla="*/ 857982 w 2915191"/>
                <a:gd name="connsiteY88" fmla="*/ 273991 h 597608"/>
                <a:gd name="connsiteX89" fmla="*/ 867732 w 2915191"/>
                <a:gd name="connsiteY89" fmla="*/ 258600 h 597608"/>
                <a:gd name="connsiteX90" fmla="*/ 877482 w 2915191"/>
                <a:gd name="connsiteY90" fmla="*/ 203747 h 597608"/>
                <a:gd name="connsiteX91" fmla="*/ 887231 w 2915191"/>
                <a:gd name="connsiteY91" fmla="*/ 207680 h 597608"/>
                <a:gd name="connsiteX92" fmla="*/ 896981 w 2915191"/>
                <a:gd name="connsiteY92" fmla="*/ 206293 h 597608"/>
                <a:gd name="connsiteX93" fmla="*/ 906730 w 2915191"/>
                <a:gd name="connsiteY93" fmla="*/ 243004 h 597608"/>
                <a:gd name="connsiteX94" fmla="*/ 916480 w 2915191"/>
                <a:gd name="connsiteY94" fmla="*/ 253630 h 597608"/>
                <a:gd name="connsiteX95" fmla="*/ 926230 w 2915191"/>
                <a:gd name="connsiteY95" fmla="*/ 261021 h 597608"/>
                <a:gd name="connsiteX96" fmla="*/ 935979 w 2915191"/>
                <a:gd name="connsiteY96" fmla="*/ 248667 h 597608"/>
                <a:gd name="connsiteX97" fmla="*/ 945729 w 2915191"/>
                <a:gd name="connsiteY97" fmla="*/ 251726 h 597608"/>
                <a:gd name="connsiteX98" fmla="*/ 955479 w 2915191"/>
                <a:gd name="connsiteY98" fmla="*/ 235182 h 597608"/>
                <a:gd name="connsiteX99" fmla="*/ 965229 w 2915191"/>
                <a:gd name="connsiteY99" fmla="*/ 219291 h 597608"/>
                <a:gd name="connsiteX100" fmla="*/ 974979 w 2915191"/>
                <a:gd name="connsiteY100" fmla="*/ 217111 h 597608"/>
                <a:gd name="connsiteX101" fmla="*/ 984729 w 2915191"/>
                <a:gd name="connsiteY101" fmla="*/ 172891 h 597608"/>
                <a:gd name="connsiteX102" fmla="*/ 994474 w 2915191"/>
                <a:gd name="connsiteY102" fmla="*/ 144532 h 597608"/>
                <a:gd name="connsiteX103" fmla="*/ 1004233 w 2915191"/>
                <a:gd name="connsiteY103" fmla="*/ 150040 h 597608"/>
                <a:gd name="connsiteX104" fmla="*/ 1013977 w 2915191"/>
                <a:gd name="connsiteY104" fmla="*/ 120767 h 597608"/>
                <a:gd name="connsiteX105" fmla="*/ 1023721 w 2915191"/>
                <a:gd name="connsiteY105" fmla="*/ 113180 h 597608"/>
                <a:gd name="connsiteX106" fmla="*/ 1033480 w 2915191"/>
                <a:gd name="connsiteY106" fmla="*/ 87515 h 597608"/>
                <a:gd name="connsiteX107" fmla="*/ 1043224 w 2915191"/>
                <a:gd name="connsiteY107" fmla="*/ 69468 h 597608"/>
                <a:gd name="connsiteX108" fmla="*/ 1052983 w 2915191"/>
                <a:gd name="connsiteY108" fmla="*/ 68433 h 597608"/>
                <a:gd name="connsiteX109" fmla="*/ 1062727 w 2915191"/>
                <a:gd name="connsiteY109" fmla="*/ 58352 h 597608"/>
                <a:gd name="connsiteX110" fmla="*/ 1072471 w 2915191"/>
                <a:gd name="connsiteY110" fmla="*/ 78121 h 597608"/>
                <a:gd name="connsiteX111" fmla="*/ 1082230 w 2915191"/>
                <a:gd name="connsiteY111" fmla="*/ 86472 h 597608"/>
                <a:gd name="connsiteX112" fmla="*/ 1091973 w 2915191"/>
                <a:gd name="connsiteY112" fmla="*/ 86365 h 597608"/>
                <a:gd name="connsiteX113" fmla="*/ 1101732 w 2915191"/>
                <a:gd name="connsiteY113" fmla="*/ 103168 h 597608"/>
                <a:gd name="connsiteX114" fmla="*/ 1111476 w 2915191"/>
                <a:gd name="connsiteY114" fmla="*/ 132160 h 597608"/>
                <a:gd name="connsiteX115" fmla="*/ 1121220 w 2915191"/>
                <a:gd name="connsiteY115" fmla="*/ 92833 h 597608"/>
                <a:gd name="connsiteX116" fmla="*/ 1130979 w 2915191"/>
                <a:gd name="connsiteY116" fmla="*/ 80401 h 597608"/>
                <a:gd name="connsiteX117" fmla="*/ 1140723 w 2915191"/>
                <a:gd name="connsiteY117" fmla="*/ 85861 h 597608"/>
                <a:gd name="connsiteX118" fmla="*/ 1150482 w 2915191"/>
                <a:gd name="connsiteY118" fmla="*/ 109707 h 597608"/>
                <a:gd name="connsiteX119" fmla="*/ 1160226 w 2915191"/>
                <a:gd name="connsiteY119" fmla="*/ 101009 h 597608"/>
                <a:gd name="connsiteX120" fmla="*/ 1169969 w 2915191"/>
                <a:gd name="connsiteY120" fmla="*/ 125986 h 597608"/>
                <a:gd name="connsiteX121" fmla="*/ 1179728 w 2915191"/>
                <a:gd name="connsiteY121" fmla="*/ 105562 h 597608"/>
                <a:gd name="connsiteX122" fmla="*/ 1189472 w 2915191"/>
                <a:gd name="connsiteY122" fmla="*/ 159952 h 597608"/>
                <a:gd name="connsiteX123" fmla="*/ 1199231 w 2915191"/>
                <a:gd name="connsiteY123" fmla="*/ 175450 h 597608"/>
                <a:gd name="connsiteX124" fmla="*/ 1208975 w 2915191"/>
                <a:gd name="connsiteY124" fmla="*/ 185296 h 597608"/>
                <a:gd name="connsiteX125" fmla="*/ 1218719 w 2915191"/>
                <a:gd name="connsiteY125" fmla="*/ 222048 h 597608"/>
                <a:gd name="connsiteX126" fmla="*/ 1228478 w 2915191"/>
                <a:gd name="connsiteY126" fmla="*/ 209645 h 597608"/>
                <a:gd name="connsiteX127" fmla="*/ 1238222 w 2915191"/>
                <a:gd name="connsiteY127" fmla="*/ 242999 h 597608"/>
                <a:gd name="connsiteX128" fmla="*/ 1247966 w 2915191"/>
                <a:gd name="connsiteY128" fmla="*/ 252979 h 597608"/>
                <a:gd name="connsiteX129" fmla="*/ 1257725 w 2915191"/>
                <a:gd name="connsiteY129" fmla="*/ 260866 h 597608"/>
                <a:gd name="connsiteX130" fmla="*/ 1267469 w 2915191"/>
                <a:gd name="connsiteY130" fmla="*/ 257250 h 597608"/>
                <a:gd name="connsiteX131" fmla="*/ 1277227 w 2915191"/>
                <a:gd name="connsiteY131" fmla="*/ 242423 h 597608"/>
                <a:gd name="connsiteX132" fmla="*/ 1286971 w 2915191"/>
                <a:gd name="connsiteY132" fmla="*/ 230073 h 597608"/>
                <a:gd name="connsiteX133" fmla="*/ 1296715 w 2915191"/>
                <a:gd name="connsiteY133" fmla="*/ 221773 h 597608"/>
                <a:gd name="connsiteX134" fmla="*/ 1306474 w 2915191"/>
                <a:gd name="connsiteY134" fmla="*/ 193141 h 597608"/>
                <a:gd name="connsiteX135" fmla="*/ 1316218 w 2915191"/>
                <a:gd name="connsiteY135" fmla="*/ 205600 h 597608"/>
                <a:gd name="connsiteX136" fmla="*/ 1325977 w 2915191"/>
                <a:gd name="connsiteY136" fmla="*/ 207251 h 597608"/>
                <a:gd name="connsiteX137" fmla="*/ 1335721 w 2915191"/>
                <a:gd name="connsiteY137" fmla="*/ 202087 h 597608"/>
                <a:gd name="connsiteX138" fmla="*/ 1345465 w 2915191"/>
                <a:gd name="connsiteY138" fmla="*/ 224443 h 597608"/>
                <a:gd name="connsiteX139" fmla="*/ 1355224 w 2915191"/>
                <a:gd name="connsiteY139" fmla="*/ 242964 h 597608"/>
                <a:gd name="connsiteX140" fmla="*/ 1364967 w 2915191"/>
                <a:gd name="connsiteY140" fmla="*/ 250377 h 597608"/>
                <a:gd name="connsiteX141" fmla="*/ 1374726 w 2915191"/>
                <a:gd name="connsiteY141" fmla="*/ 219146 h 597608"/>
                <a:gd name="connsiteX142" fmla="*/ 1384470 w 2915191"/>
                <a:gd name="connsiteY142" fmla="*/ 240538 h 597608"/>
                <a:gd name="connsiteX143" fmla="*/ 1394214 w 2915191"/>
                <a:gd name="connsiteY143" fmla="*/ 229345 h 597608"/>
                <a:gd name="connsiteX144" fmla="*/ 1403973 w 2915191"/>
                <a:gd name="connsiteY144" fmla="*/ 241924 h 597608"/>
                <a:gd name="connsiteX145" fmla="*/ 1413717 w 2915191"/>
                <a:gd name="connsiteY145" fmla="*/ 251192 h 597608"/>
                <a:gd name="connsiteX146" fmla="*/ 1423476 w 2915191"/>
                <a:gd name="connsiteY146" fmla="*/ 231882 h 597608"/>
                <a:gd name="connsiteX147" fmla="*/ 1433220 w 2915191"/>
                <a:gd name="connsiteY147" fmla="*/ 239459 h 597608"/>
                <a:gd name="connsiteX148" fmla="*/ 1442964 w 2915191"/>
                <a:gd name="connsiteY148" fmla="*/ 256787 h 597608"/>
                <a:gd name="connsiteX149" fmla="*/ 1452722 w 2915191"/>
                <a:gd name="connsiteY149" fmla="*/ 206570 h 597608"/>
                <a:gd name="connsiteX150" fmla="*/ 1462466 w 2915191"/>
                <a:gd name="connsiteY150" fmla="*/ 217209 h 597608"/>
                <a:gd name="connsiteX151" fmla="*/ 1472225 w 2915191"/>
                <a:gd name="connsiteY151" fmla="*/ 180430 h 597608"/>
                <a:gd name="connsiteX152" fmla="*/ 1481969 w 2915191"/>
                <a:gd name="connsiteY152" fmla="*/ 177255 h 597608"/>
                <a:gd name="connsiteX153" fmla="*/ 1491713 w 2915191"/>
                <a:gd name="connsiteY153" fmla="*/ 175757 h 597608"/>
                <a:gd name="connsiteX154" fmla="*/ 1501472 w 2915191"/>
                <a:gd name="connsiteY154" fmla="*/ 169553 h 597608"/>
                <a:gd name="connsiteX155" fmla="*/ 1511216 w 2915191"/>
                <a:gd name="connsiteY155" fmla="*/ 146254 h 597608"/>
                <a:gd name="connsiteX156" fmla="*/ 1520960 w 2915191"/>
                <a:gd name="connsiteY156" fmla="*/ 125673 h 597608"/>
                <a:gd name="connsiteX157" fmla="*/ 1530719 w 2915191"/>
                <a:gd name="connsiteY157" fmla="*/ 153804 h 597608"/>
                <a:gd name="connsiteX158" fmla="*/ 1540463 w 2915191"/>
                <a:gd name="connsiteY158" fmla="*/ 164138 h 597608"/>
                <a:gd name="connsiteX159" fmla="*/ 1550221 w 2915191"/>
                <a:gd name="connsiteY159" fmla="*/ 150231 h 597608"/>
                <a:gd name="connsiteX160" fmla="*/ 1559965 w 2915191"/>
                <a:gd name="connsiteY160" fmla="*/ 155808 h 597608"/>
                <a:gd name="connsiteX161" fmla="*/ 1569709 w 2915191"/>
                <a:gd name="connsiteY161" fmla="*/ 142798 h 597608"/>
                <a:gd name="connsiteX162" fmla="*/ 1579468 w 2915191"/>
                <a:gd name="connsiteY162" fmla="*/ 154133 h 597608"/>
                <a:gd name="connsiteX163" fmla="*/ 1589212 w 2915191"/>
                <a:gd name="connsiteY163" fmla="*/ 154325 h 597608"/>
                <a:gd name="connsiteX164" fmla="*/ 1598971 w 2915191"/>
                <a:gd name="connsiteY164" fmla="*/ 148707 h 597608"/>
                <a:gd name="connsiteX165" fmla="*/ 1608715 w 2915191"/>
                <a:gd name="connsiteY165" fmla="*/ 139605 h 597608"/>
                <a:gd name="connsiteX166" fmla="*/ 1618459 w 2915191"/>
                <a:gd name="connsiteY166" fmla="*/ 109534 h 597608"/>
                <a:gd name="connsiteX167" fmla="*/ 1628218 w 2915191"/>
                <a:gd name="connsiteY167" fmla="*/ 101236 h 597608"/>
                <a:gd name="connsiteX168" fmla="*/ 1637962 w 2915191"/>
                <a:gd name="connsiteY168" fmla="*/ 91016 h 597608"/>
                <a:gd name="connsiteX169" fmla="*/ 1647720 w 2915191"/>
                <a:gd name="connsiteY169" fmla="*/ 60929 h 597608"/>
                <a:gd name="connsiteX170" fmla="*/ 1657464 w 2915191"/>
                <a:gd name="connsiteY170" fmla="*/ 52357 h 597608"/>
                <a:gd name="connsiteX171" fmla="*/ 1667208 w 2915191"/>
                <a:gd name="connsiteY171" fmla="*/ 0 h 597608"/>
                <a:gd name="connsiteX172" fmla="*/ 1676967 w 2915191"/>
                <a:gd name="connsiteY172" fmla="*/ 31666 h 597608"/>
                <a:gd name="connsiteX173" fmla="*/ 1686711 w 2915191"/>
                <a:gd name="connsiteY173" fmla="*/ 38219 h 597608"/>
                <a:gd name="connsiteX174" fmla="*/ 1696470 w 2915191"/>
                <a:gd name="connsiteY174" fmla="*/ 20777 h 597608"/>
                <a:gd name="connsiteX175" fmla="*/ 1706214 w 2915191"/>
                <a:gd name="connsiteY175" fmla="*/ 56725 h 597608"/>
                <a:gd name="connsiteX176" fmla="*/ 1715958 w 2915191"/>
                <a:gd name="connsiteY176" fmla="*/ 60800 h 597608"/>
                <a:gd name="connsiteX177" fmla="*/ 1725716 w 2915191"/>
                <a:gd name="connsiteY177" fmla="*/ 58625 h 597608"/>
                <a:gd name="connsiteX178" fmla="*/ 1735460 w 2915191"/>
                <a:gd name="connsiteY178" fmla="*/ 23402 h 597608"/>
                <a:gd name="connsiteX179" fmla="*/ 1745219 w 2915191"/>
                <a:gd name="connsiteY179" fmla="*/ 38573 h 597608"/>
                <a:gd name="connsiteX180" fmla="*/ 1754963 w 2915191"/>
                <a:gd name="connsiteY180" fmla="*/ 41620 h 597608"/>
                <a:gd name="connsiteX181" fmla="*/ 1764707 w 2915191"/>
                <a:gd name="connsiteY181" fmla="*/ 40443 h 597608"/>
                <a:gd name="connsiteX182" fmla="*/ 1774466 w 2915191"/>
                <a:gd name="connsiteY182" fmla="*/ 94010 h 597608"/>
                <a:gd name="connsiteX183" fmla="*/ 1784210 w 2915191"/>
                <a:gd name="connsiteY183" fmla="*/ 79008 h 597608"/>
                <a:gd name="connsiteX184" fmla="*/ 1793969 w 2915191"/>
                <a:gd name="connsiteY184" fmla="*/ 59222 h 597608"/>
                <a:gd name="connsiteX185" fmla="*/ 1803713 w 2915191"/>
                <a:gd name="connsiteY185" fmla="*/ 73573 h 597608"/>
                <a:gd name="connsiteX186" fmla="*/ 1813457 w 2915191"/>
                <a:gd name="connsiteY186" fmla="*/ 105616 h 597608"/>
                <a:gd name="connsiteX187" fmla="*/ 1823215 w 2915191"/>
                <a:gd name="connsiteY187" fmla="*/ 115031 h 597608"/>
                <a:gd name="connsiteX188" fmla="*/ 1832959 w 2915191"/>
                <a:gd name="connsiteY188" fmla="*/ 130785 h 597608"/>
                <a:gd name="connsiteX189" fmla="*/ 1842703 w 2915191"/>
                <a:gd name="connsiteY189" fmla="*/ 103651 h 597608"/>
                <a:gd name="connsiteX190" fmla="*/ 1852462 w 2915191"/>
                <a:gd name="connsiteY190" fmla="*/ 91042 h 597608"/>
                <a:gd name="connsiteX191" fmla="*/ 1862206 w 2915191"/>
                <a:gd name="connsiteY191" fmla="*/ 108673 h 597608"/>
                <a:gd name="connsiteX192" fmla="*/ 1871965 w 2915191"/>
                <a:gd name="connsiteY192" fmla="*/ 97944 h 597608"/>
                <a:gd name="connsiteX193" fmla="*/ 1881709 w 2915191"/>
                <a:gd name="connsiteY193" fmla="*/ 84778 h 597608"/>
                <a:gd name="connsiteX194" fmla="*/ 1891453 w 2915191"/>
                <a:gd name="connsiteY194" fmla="*/ 46616 h 597608"/>
                <a:gd name="connsiteX195" fmla="*/ 1901212 w 2915191"/>
                <a:gd name="connsiteY195" fmla="*/ 83354 h 597608"/>
                <a:gd name="connsiteX196" fmla="*/ 1910956 w 2915191"/>
                <a:gd name="connsiteY196" fmla="*/ 73053 h 597608"/>
                <a:gd name="connsiteX197" fmla="*/ 1920714 w 2915191"/>
                <a:gd name="connsiteY197" fmla="*/ 69598 h 597608"/>
                <a:gd name="connsiteX198" fmla="*/ 1930458 w 2915191"/>
                <a:gd name="connsiteY198" fmla="*/ 65849 h 597608"/>
                <a:gd name="connsiteX199" fmla="*/ 1940202 w 2915191"/>
                <a:gd name="connsiteY199" fmla="*/ 62263 h 597608"/>
                <a:gd name="connsiteX200" fmla="*/ 1949961 w 2915191"/>
                <a:gd name="connsiteY200" fmla="*/ 47401 h 597608"/>
                <a:gd name="connsiteX201" fmla="*/ 1959705 w 2915191"/>
                <a:gd name="connsiteY201" fmla="*/ 25027 h 597608"/>
                <a:gd name="connsiteX202" fmla="*/ 1969464 w 2915191"/>
                <a:gd name="connsiteY202" fmla="*/ 25997 h 597608"/>
                <a:gd name="connsiteX203" fmla="*/ 1979208 w 2915191"/>
                <a:gd name="connsiteY203" fmla="*/ 32526 h 597608"/>
                <a:gd name="connsiteX204" fmla="*/ 1988952 w 2915191"/>
                <a:gd name="connsiteY204" fmla="*/ 50000 h 597608"/>
                <a:gd name="connsiteX205" fmla="*/ 1998711 w 2915191"/>
                <a:gd name="connsiteY205" fmla="*/ 43001 h 597608"/>
                <a:gd name="connsiteX206" fmla="*/ 2008454 w 2915191"/>
                <a:gd name="connsiteY206" fmla="*/ 30583 h 597608"/>
                <a:gd name="connsiteX207" fmla="*/ 2018213 w 2915191"/>
                <a:gd name="connsiteY207" fmla="*/ 29951 h 597608"/>
                <a:gd name="connsiteX208" fmla="*/ 2027957 w 2915191"/>
                <a:gd name="connsiteY208" fmla="*/ 67232 h 597608"/>
                <a:gd name="connsiteX209" fmla="*/ 2037701 w 2915191"/>
                <a:gd name="connsiteY209" fmla="*/ 71911 h 597608"/>
                <a:gd name="connsiteX210" fmla="*/ 2047460 w 2915191"/>
                <a:gd name="connsiteY210" fmla="*/ 64113 h 597608"/>
                <a:gd name="connsiteX211" fmla="*/ 2057204 w 2915191"/>
                <a:gd name="connsiteY211" fmla="*/ 68473 h 597608"/>
                <a:gd name="connsiteX212" fmla="*/ 2066963 w 2915191"/>
                <a:gd name="connsiteY212" fmla="*/ 65384 h 597608"/>
                <a:gd name="connsiteX213" fmla="*/ 2076707 w 2915191"/>
                <a:gd name="connsiteY213" fmla="*/ 88902 h 597608"/>
                <a:gd name="connsiteX214" fmla="*/ 2086451 w 2915191"/>
                <a:gd name="connsiteY214" fmla="*/ 130861 h 597608"/>
                <a:gd name="connsiteX215" fmla="*/ 2096210 w 2915191"/>
                <a:gd name="connsiteY215" fmla="*/ 154395 h 597608"/>
                <a:gd name="connsiteX216" fmla="*/ 2105954 w 2915191"/>
                <a:gd name="connsiteY216" fmla="*/ 160052 h 597608"/>
                <a:gd name="connsiteX217" fmla="*/ 2115697 w 2915191"/>
                <a:gd name="connsiteY217" fmla="*/ 149410 h 597608"/>
                <a:gd name="connsiteX218" fmla="*/ 2125456 w 2915191"/>
                <a:gd name="connsiteY218" fmla="*/ 156961 h 597608"/>
                <a:gd name="connsiteX219" fmla="*/ 2135200 w 2915191"/>
                <a:gd name="connsiteY219" fmla="*/ 142114 h 597608"/>
                <a:gd name="connsiteX220" fmla="*/ 2144959 w 2915191"/>
                <a:gd name="connsiteY220" fmla="*/ 158705 h 597608"/>
                <a:gd name="connsiteX221" fmla="*/ 2154703 w 2915191"/>
                <a:gd name="connsiteY221" fmla="*/ 186069 h 597608"/>
                <a:gd name="connsiteX222" fmla="*/ 2164447 w 2915191"/>
                <a:gd name="connsiteY222" fmla="*/ 198630 h 597608"/>
                <a:gd name="connsiteX223" fmla="*/ 2174206 w 2915191"/>
                <a:gd name="connsiteY223" fmla="*/ 199810 h 597608"/>
                <a:gd name="connsiteX224" fmla="*/ 2183950 w 2915191"/>
                <a:gd name="connsiteY224" fmla="*/ 196890 h 597608"/>
                <a:gd name="connsiteX225" fmla="*/ 2193709 w 2915191"/>
                <a:gd name="connsiteY225" fmla="*/ 183110 h 597608"/>
                <a:gd name="connsiteX226" fmla="*/ 2203452 w 2915191"/>
                <a:gd name="connsiteY226" fmla="*/ 210645 h 597608"/>
                <a:gd name="connsiteX227" fmla="*/ 2213196 w 2915191"/>
                <a:gd name="connsiteY227" fmla="*/ 192505 h 597608"/>
                <a:gd name="connsiteX228" fmla="*/ 2222955 w 2915191"/>
                <a:gd name="connsiteY228" fmla="*/ 227318 h 597608"/>
                <a:gd name="connsiteX229" fmla="*/ 2232699 w 2915191"/>
                <a:gd name="connsiteY229" fmla="*/ 233999 h 597608"/>
                <a:gd name="connsiteX230" fmla="*/ 2242458 w 2915191"/>
                <a:gd name="connsiteY230" fmla="*/ 220697 h 597608"/>
                <a:gd name="connsiteX231" fmla="*/ 2252202 w 2915191"/>
                <a:gd name="connsiteY231" fmla="*/ 233580 h 597608"/>
                <a:gd name="connsiteX232" fmla="*/ 2261946 w 2915191"/>
                <a:gd name="connsiteY232" fmla="*/ 227671 h 597608"/>
                <a:gd name="connsiteX233" fmla="*/ 2271705 w 2915191"/>
                <a:gd name="connsiteY233" fmla="*/ 246568 h 597608"/>
                <a:gd name="connsiteX234" fmla="*/ 2281449 w 2915191"/>
                <a:gd name="connsiteY234" fmla="*/ 258748 h 597608"/>
                <a:gd name="connsiteX235" fmla="*/ 2291208 w 2915191"/>
                <a:gd name="connsiteY235" fmla="*/ 256686 h 597608"/>
                <a:gd name="connsiteX236" fmla="*/ 2300951 w 2915191"/>
                <a:gd name="connsiteY236" fmla="*/ 240711 h 597608"/>
                <a:gd name="connsiteX237" fmla="*/ 2310695 w 2915191"/>
                <a:gd name="connsiteY237" fmla="*/ 236422 h 597608"/>
                <a:gd name="connsiteX238" fmla="*/ 2320454 w 2915191"/>
                <a:gd name="connsiteY238" fmla="*/ 210985 h 597608"/>
                <a:gd name="connsiteX239" fmla="*/ 2330198 w 2915191"/>
                <a:gd name="connsiteY239" fmla="*/ 253187 h 597608"/>
                <a:gd name="connsiteX240" fmla="*/ 2339957 w 2915191"/>
                <a:gd name="connsiteY240" fmla="*/ 289584 h 597608"/>
                <a:gd name="connsiteX241" fmla="*/ 2349701 w 2915191"/>
                <a:gd name="connsiteY241" fmla="*/ 304674 h 597608"/>
                <a:gd name="connsiteX242" fmla="*/ 2359445 w 2915191"/>
                <a:gd name="connsiteY242" fmla="*/ 292165 h 597608"/>
                <a:gd name="connsiteX243" fmla="*/ 2369204 w 2915191"/>
                <a:gd name="connsiteY243" fmla="*/ 298693 h 597608"/>
                <a:gd name="connsiteX244" fmla="*/ 2378948 w 2915191"/>
                <a:gd name="connsiteY244" fmla="*/ 271017 h 597608"/>
                <a:gd name="connsiteX245" fmla="*/ 2388692 w 2915191"/>
                <a:gd name="connsiteY245" fmla="*/ 299040 h 597608"/>
                <a:gd name="connsiteX246" fmla="*/ 2398450 w 2915191"/>
                <a:gd name="connsiteY246" fmla="*/ 249320 h 597608"/>
                <a:gd name="connsiteX247" fmla="*/ 2408194 w 2915191"/>
                <a:gd name="connsiteY247" fmla="*/ 271473 h 597608"/>
                <a:gd name="connsiteX248" fmla="*/ 2417953 w 2915191"/>
                <a:gd name="connsiteY248" fmla="*/ 261501 h 597608"/>
                <a:gd name="connsiteX249" fmla="*/ 2427697 w 2915191"/>
                <a:gd name="connsiteY249" fmla="*/ 284742 h 597608"/>
                <a:gd name="connsiteX250" fmla="*/ 2437441 w 2915191"/>
                <a:gd name="connsiteY250" fmla="*/ 274523 h 597608"/>
                <a:gd name="connsiteX251" fmla="*/ 2447200 w 2915191"/>
                <a:gd name="connsiteY251" fmla="*/ 286953 h 597608"/>
                <a:gd name="connsiteX252" fmla="*/ 2456944 w 2915191"/>
                <a:gd name="connsiteY252" fmla="*/ 244419 h 597608"/>
                <a:gd name="connsiteX253" fmla="*/ 2466703 w 2915191"/>
                <a:gd name="connsiteY253" fmla="*/ 193852 h 597608"/>
                <a:gd name="connsiteX254" fmla="*/ 2476446 w 2915191"/>
                <a:gd name="connsiteY254" fmla="*/ 205666 h 597608"/>
                <a:gd name="connsiteX255" fmla="*/ 2486190 w 2915191"/>
                <a:gd name="connsiteY255" fmla="*/ 234695 h 597608"/>
                <a:gd name="connsiteX256" fmla="*/ 2495949 w 2915191"/>
                <a:gd name="connsiteY256" fmla="*/ 235110 h 597608"/>
                <a:gd name="connsiteX257" fmla="*/ 2505693 w 2915191"/>
                <a:gd name="connsiteY257" fmla="*/ 244597 h 597608"/>
                <a:gd name="connsiteX258" fmla="*/ 2515452 w 2915191"/>
                <a:gd name="connsiteY258" fmla="*/ 239592 h 597608"/>
                <a:gd name="connsiteX259" fmla="*/ 2525196 w 2915191"/>
                <a:gd name="connsiteY259" fmla="*/ 260492 h 597608"/>
                <a:gd name="connsiteX260" fmla="*/ 2534940 w 2915191"/>
                <a:gd name="connsiteY260" fmla="*/ 309152 h 597608"/>
                <a:gd name="connsiteX261" fmla="*/ 2544699 w 2915191"/>
                <a:gd name="connsiteY261" fmla="*/ 340387 h 597608"/>
                <a:gd name="connsiteX262" fmla="*/ 2554443 w 2915191"/>
                <a:gd name="connsiteY262" fmla="*/ 351275 h 597608"/>
                <a:gd name="connsiteX263" fmla="*/ 2564202 w 2915191"/>
                <a:gd name="connsiteY263" fmla="*/ 392849 h 597608"/>
                <a:gd name="connsiteX264" fmla="*/ 2573946 w 2915191"/>
                <a:gd name="connsiteY264" fmla="*/ 406812 h 597608"/>
                <a:gd name="connsiteX265" fmla="*/ 2583690 w 2915191"/>
                <a:gd name="connsiteY265" fmla="*/ 364167 h 597608"/>
                <a:gd name="connsiteX266" fmla="*/ 2593448 w 2915191"/>
                <a:gd name="connsiteY266" fmla="*/ 374617 h 597608"/>
                <a:gd name="connsiteX267" fmla="*/ 2603192 w 2915191"/>
                <a:gd name="connsiteY267" fmla="*/ 396215 h 597608"/>
                <a:gd name="connsiteX268" fmla="*/ 2612951 w 2915191"/>
                <a:gd name="connsiteY268" fmla="*/ 382262 h 597608"/>
                <a:gd name="connsiteX269" fmla="*/ 2622695 w 2915191"/>
                <a:gd name="connsiteY269" fmla="*/ 352839 h 597608"/>
                <a:gd name="connsiteX270" fmla="*/ 2632439 w 2915191"/>
                <a:gd name="connsiteY270" fmla="*/ 365760 h 597608"/>
                <a:gd name="connsiteX271" fmla="*/ 2642198 w 2915191"/>
                <a:gd name="connsiteY271" fmla="*/ 357444 h 597608"/>
                <a:gd name="connsiteX272" fmla="*/ 2651942 w 2915191"/>
                <a:gd name="connsiteY272" fmla="*/ 369943 h 597608"/>
                <a:gd name="connsiteX273" fmla="*/ 2661685 w 2915191"/>
                <a:gd name="connsiteY273" fmla="*/ 389327 h 597608"/>
                <a:gd name="connsiteX274" fmla="*/ 2671444 w 2915191"/>
                <a:gd name="connsiteY274" fmla="*/ 399144 h 597608"/>
                <a:gd name="connsiteX275" fmla="*/ 2681188 w 2915191"/>
                <a:gd name="connsiteY275" fmla="*/ 414229 h 597608"/>
                <a:gd name="connsiteX276" fmla="*/ 2690947 w 2915191"/>
                <a:gd name="connsiteY276" fmla="*/ 454465 h 597608"/>
                <a:gd name="connsiteX277" fmla="*/ 2700691 w 2915191"/>
                <a:gd name="connsiteY277" fmla="*/ 446138 h 597608"/>
                <a:gd name="connsiteX278" fmla="*/ 2710435 w 2915191"/>
                <a:gd name="connsiteY278" fmla="*/ 431877 h 597608"/>
                <a:gd name="connsiteX279" fmla="*/ 2720194 w 2915191"/>
                <a:gd name="connsiteY279" fmla="*/ 394279 h 597608"/>
                <a:gd name="connsiteX280" fmla="*/ 2729938 w 2915191"/>
                <a:gd name="connsiteY280" fmla="*/ 376825 h 597608"/>
                <a:gd name="connsiteX281" fmla="*/ 2739697 w 2915191"/>
                <a:gd name="connsiteY281" fmla="*/ 364736 h 597608"/>
                <a:gd name="connsiteX282" fmla="*/ 2749441 w 2915191"/>
                <a:gd name="connsiteY282" fmla="*/ 340676 h 597608"/>
                <a:gd name="connsiteX283" fmla="*/ 2759185 w 2915191"/>
                <a:gd name="connsiteY283" fmla="*/ 343559 h 597608"/>
                <a:gd name="connsiteX284" fmla="*/ 2768943 w 2915191"/>
                <a:gd name="connsiteY284" fmla="*/ 399930 h 597608"/>
                <a:gd name="connsiteX285" fmla="*/ 2778687 w 2915191"/>
                <a:gd name="connsiteY285" fmla="*/ 412051 h 597608"/>
                <a:gd name="connsiteX286" fmla="*/ 2788446 w 2915191"/>
                <a:gd name="connsiteY286" fmla="*/ 404168 h 597608"/>
                <a:gd name="connsiteX287" fmla="*/ 2798190 w 2915191"/>
                <a:gd name="connsiteY287" fmla="*/ 427085 h 597608"/>
                <a:gd name="connsiteX288" fmla="*/ 2807934 w 2915191"/>
                <a:gd name="connsiteY288" fmla="*/ 417835 h 597608"/>
                <a:gd name="connsiteX289" fmla="*/ 2817693 w 2915191"/>
                <a:gd name="connsiteY289" fmla="*/ 390839 h 597608"/>
                <a:gd name="connsiteX290" fmla="*/ 2827437 w 2915191"/>
                <a:gd name="connsiteY290" fmla="*/ 404251 h 597608"/>
                <a:gd name="connsiteX291" fmla="*/ 2837196 w 2915191"/>
                <a:gd name="connsiteY291" fmla="*/ 414622 h 597608"/>
                <a:gd name="connsiteX292" fmla="*/ 2846940 w 2915191"/>
                <a:gd name="connsiteY292" fmla="*/ 407615 h 597608"/>
                <a:gd name="connsiteX293" fmla="*/ 2856684 w 2915191"/>
                <a:gd name="connsiteY293" fmla="*/ 392929 h 597608"/>
                <a:gd name="connsiteX294" fmla="*/ 2866442 w 2915191"/>
                <a:gd name="connsiteY294" fmla="*/ 365258 h 597608"/>
                <a:gd name="connsiteX295" fmla="*/ 2876186 w 2915191"/>
                <a:gd name="connsiteY295" fmla="*/ 343159 h 597608"/>
                <a:gd name="connsiteX296" fmla="*/ 2885945 w 2915191"/>
                <a:gd name="connsiteY296" fmla="*/ 338037 h 597608"/>
                <a:gd name="connsiteX297" fmla="*/ 2895689 w 2915191"/>
                <a:gd name="connsiteY297" fmla="*/ 326207 h 597608"/>
                <a:gd name="connsiteX298" fmla="*/ 2905433 w 2915191"/>
                <a:gd name="connsiteY298" fmla="*/ 321125 h 597608"/>
                <a:gd name="connsiteX299" fmla="*/ 2915192 w 2915191"/>
                <a:gd name="connsiteY299" fmla="*/ 341613 h 597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97608">
                  <a:moveTo>
                    <a:pt x="0" y="597059"/>
                  </a:moveTo>
                  <a:lnTo>
                    <a:pt x="9750" y="583639"/>
                  </a:lnTo>
                  <a:lnTo>
                    <a:pt x="19500" y="544784"/>
                  </a:lnTo>
                  <a:lnTo>
                    <a:pt x="29250" y="503842"/>
                  </a:lnTo>
                  <a:lnTo>
                    <a:pt x="39000" y="514222"/>
                  </a:lnTo>
                  <a:lnTo>
                    <a:pt x="48749" y="533090"/>
                  </a:lnTo>
                  <a:lnTo>
                    <a:pt x="58499" y="540683"/>
                  </a:lnTo>
                  <a:lnTo>
                    <a:pt x="68249" y="557276"/>
                  </a:lnTo>
                  <a:lnTo>
                    <a:pt x="77998" y="565671"/>
                  </a:lnTo>
                  <a:lnTo>
                    <a:pt x="87748" y="552286"/>
                  </a:lnTo>
                  <a:lnTo>
                    <a:pt x="97497" y="533851"/>
                  </a:lnTo>
                  <a:lnTo>
                    <a:pt x="107247" y="548068"/>
                  </a:lnTo>
                  <a:lnTo>
                    <a:pt x="116997" y="547286"/>
                  </a:lnTo>
                  <a:lnTo>
                    <a:pt x="126747" y="544465"/>
                  </a:lnTo>
                  <a:lnTo>
                    <a:pt x="136497" y="583921"/>
                  </a:lnTo>
                  <a:lnTo>
                    <a:pt x="146247" y="588550"/>
                  </a:lnTo>
                  <a:lnTo>
                    <a:pt x="155997" y="580061"/>
                  </a:lnTo>
                  <a:lnTo>
                    <a:pt x="165747" y="597609"/>
                  </a:lnTo>
                  <a:lnTo>
                    <a:pt x="175497" y="595164"/>
                  </a:lnTo>
                  <a:lnTo>
                    <a:pt x="185247" y="579357"/>
                  </a:lnTo>
                  <a:lnTo>
                    <a:pt x="194996" y="552094"/>
                  </a:lnTo>
                  <a:lnTo>
                    <a:pt x="204746" y="527813"/>
                  </a:lnTo>
                  <a:lnTo>
                    <a:pt x="214495" y="549971"/>
                  </a:lnTo>
                  <a:lnTo>
                    <a:pt x="224245" y="550114"/>
                  </a:lnTo>
                  <a:lnTo>
                    <a:pt x="233995" y="576588"/>
                  </a:lnTo>
                  <a:lnTo>
                    <a:pt x="243744" y="526636"/>
                  </a:lnTo>
                  <a:lnTo>
                    <a:pt x="253494" y="531047"/>
                  </a:lnTo>
                  <a:lnTo>
                    <a:pt x="263244" y="556327"/>
                  </a:lnTo>
                  <a:lnTo>
                    <a:pt x="272994" y="533689"/>
                  </a:lnTo>
                  <a:lnTo>
                    <a:pt x="282744" y="522309"/>
                  </a:lnTo>
                  <a:lnTo>
                    <a:pt x="292494" y="528921"/>
                  </a:lnTo>
                  <a:lnTo>
                    <a:pt x="302244" y="533883"/>
                  </a:lnTo>
                  <a:lnTo>
                    <a:pt x="311994" y="524303"/>
                  </a:lnTo>
                  <a:lnTo>
                    <a:pt x="321744" y="508443"/>
                  </a:lnTo>
                  <a:lnTo>
                    <a:pt x="331493" y="504994"/>
                  </a:lnTo>
                  <a:lnTo>
                    <a:pt x="341243" y="477475"/>
                  </a:lnTo>
                  <a:lnTo>
                    <a:pt x="350993" y="479032"/>
                  </a:lnTo>
                  <a:lnTo>
                    <a:pt x="360742" y="481939"/>
                  </a:lnTo>
                  <a:lnTo>
                    <a:pt x="370492" y="473171"/>
                  </a:lnTo>
                  <a:lnTo>
                    <a:pt x="380241" y="510536"/>
                  </a:lnTo>
                  <a:lnTo>
                    <a:pt x="389991" y="498857"/>
                  </a:lnTo>
                  <a:lnTo>
                    <a:pt x="399741" y="481073"/>
                  </a:lnTo>
                  <a:lnTo>
                    <a:pt x="409491" y="458893"/>
                  </a:lnTo>
                  <a:lnTo>
                    <a:pt x="419241" y="449888"/>
                  </a:lnTo>
                  <a:lnTo>
                    <a:pt x="428991" y="465909"/>
                  </a:lnTo>
                  <a:lnTo>
                    <a:pt x="438741" y="463042"/>
                  </a:lnTo>
                  <a:lnTo>
                    <a:pt x="448491" y="495533"/>
                  </a:lnTo>
                  <a:lnTo>
                    <a:pt x="458241" y="466821"/>
                  </a:lnTo>
                  <a:lnTo>
                    <a:pt x="467991" y="446801"/>
                  </a:lnTo>
                  <a:lnTo>
                    <a:pt x="477740" y="455980"/>
                  </a:lnTo>
                  <a:lnTo>
                    <a:pt x="487490" y="453279"/>
                  </a:lnTo>
                  <a:lnTo>
                    <a:pt x="497239" y="432103"/>
                  </a:lnTo>
                  <a:lnTo>
                    <a:pt x="506989" y="419774"/>
                  </a:lnTo>
                  <a:lnTo>
                    <a:pt x="516738" y="395088"/>
                  </a:lnTo>
                  <a:lnTo>
                    <a:pt x="526488" y="406581"/>
                  </a:lnTo>
                  <a:lnTo>
                    <a:pt x="536238" y="406447"/>
                  </a:lnTo>
                  <a:lnTo>
                    <a:pt x="545988" y="442501"/>
                  </a:lnTo>
                  <a:lnTo>
                    <a:pt x="555738" y="404621"/>
                  </a:lnTo>
                  <a:lnTo>
                    <a:pt x="565488" y="400276"/>
                  </a:lnTo>
                  <a:lnTo>
                    <a:pt x="575238" y="372048"/>
                  </a:lnTo>
                  <a:lnTo>
                    <a:pt x="584988" y="388433"/>
                  </a:lnTo>
                  <a:lnTo>
                    <a:pt x="594738" y="396092"/>
                  </a:lnTo>
                  <a:lnTo>
                    <a:pt x="604488" y="405793"/>
                  </a:lnTo>
                  <a:lnTo>
                    <a:pt x="614237" y="423749"/>
                  </a:lnTo>
                  <a:lnTo>
                    <a:pt x="623987" y="401541"/>
                  </a:lnTo>
                  <a:lnTo>
                    <a:pt x="633736" y="397384"/>
                  </a:lnTo>
                  <a:lnTo>
                    <a:pt x="643486" y="361589"/>
                  </a:lnTo>
                  <a:lnTo>
                    <a:pt x="653236" y="333326"/>
                  </a:lnTo>
                  <a:lnTo>
                    <a:pt x="662985" y="341775"/>
                  </a:lnTo>
                  <a:lnTo>
                    <a:pt x="672735" y="343946"/>
                  </a:lnTo>
                  <a:lnTo>
                    <a:pt x="682485" y="349600"/>
                  </a:lnTo>
                  <a:lnTo>
                    <a:pt x="692235" y="353337"/>
                  </a:lnTo>
                  <a:lnTo>
                    <a:pt x="701985" y="351975"/>
                  </a:lnTo>
                  <a:lnTo>
                    <a:pt x="711735" y="378348"/>
                  </a:lnTo>
                  <a:lnTo>
                    <a:pt x="721485" y="369295"/>
                  </a:lnTo>
                  <a:lnTo>
                    <a:pt x="731235" y="368607"/>
                  </a:lnTo>
                  <a:lnTo>
                    <a:pt x="740985" y="380597"/>
                  </a:lnTo>
                  <a:lnTo>
                    <a:pt x="750734" y="367308"/>
                  </a:lnTo>
                  <a:lnTo>
                    <a:pt x="760484" y="368590"/>
                  </a:lnTo>
                  <a:lnTo>
                    <a:pt x="770233" y="384033"/>
                  </a:lnTo>
                  <a:lnTo>
                    <a:pt x="779983" y="352581"/>
                  </a:lnTo>
                  <a:lnTo>
                    <a:pt x="789733" y="315836"/>
                  </a:lnTo>
                  <a:lnTo>
                    <a:pt x="799482" y="294975"/>
                  </a:lnTo>
                  <a:lnTo>
                    <a:pt x="809232" y="294744"/>
                  </a:lnTo>
                  <a:lnTo>
                    <a:pt x="818982" y="283274"/>
                  </a:lnTo>
                  <a:lnTo>
                    <a:pt x="828732" y="248950"/>
                  </a:lnTo>
                  <a:lnTo>
                    <a:pt x="838482" y="248575"/>
                  </a:lnTo>
                  <a:lnTo>
                    <a:pt x="848232" y="243181"/>
                  </a:lnTo>
                  <a:lnTo>
                    <a:pt x="857982" y="273991"/>
                  </a:lnTo>
                  <a:lnTo>
                    <a:pt x="867732" y="258600"/>
                  </a:lnTo>
                  <a:lnTo>
                    <a:pt x="877482" y="203747"/>
                  </a:lnTo>
                  <a:lnTo>
                    <a:pt x="887231" y="207680"/>
                  </a:lnTo>
                  <a:lnTo>
                    <a:pt x="896981" y="206293"/>
                  </a:lnTo>
                  <a:lnTo>
                    <a:pt x="906730" y="243004"/>
                  </a:lnTo>
                  <a:lnTo>
                    <a:pt x="916480" y="253630"/>
                  </a:lnTo>
                  <a:lnTo>
                    <a:pt x="926230" y="261021"/>
                  </a:lnTo>
                  <a:lnTo>
                    <a:pt x="935979" y="248667"/>
                  </a:lnTo>
                  <a:lnTo>
                    <a:pt x="945729" y="251726"/>
                  </a:lnTo>
                  <a:lnTo>
                    <a:pt x="955479" y="235182"/>
                  </a:lnTo>
                  <a:lnTo>
                    <a:pt x="965229" y="219291"/>
                  </a:lnTo>
                  <a:lnTo>
                    <a:pt x="974979" y="217111"/>
                  </a:lnTo>
                  <a:lnTo>
                    <a:pt x="984729" y="172891"/>
                  </a:lnTo>
                  <a:lnTo>
                    <a:pt x="994474" y="144532"/>
                  </a:lnTo>
                  <a:lnTo>
                    <a:pt x="1004233" y="150040"/>
                  </a:lnTo>
                  <a:lnTo>
                    <a:pt x="1013977" y="120767"/>
                  </a:lnTo>
                  <a:lnTo>
                    <a:pt x="1023721" y="113180"/>
                  </a:lnTo>
                  <a:lnTo>
                    <a:pt x="1033480" y="87515"/>
                  </a:lnTo>
                  <a:lnTo>
                    <a:pt x="1043224" y="69468"/>
                  </a:lnTo>
                  <a:lnTo>
                    <a:pt x="1052983" y="68433"/>
                  </a:lnTo>
                  <a:lnTo>
                    <a:pt x="1062727" y="58352"/>
                  </a:lnTo>
                  <a:lnTo>
                    <a:pt x="1072471" y="78121"/>
                  </a:lnTo>
                  <a:lnTo>
                    <a:pt x="1082230" y="86472"/>
                  </a:lnTo>
                  <a:lnTo>
                    <a:pt x="1091973" y="86365"/>
                  </a:lnTo>
                  <a:lnTo>
                    <a:pt x="1101732" y="103168"/>
                  </a:lnTo>
                  <a:lnTo>
                    <a:pt x="1111476" y="132160"/>
                  </a:lnTo>
                  <a:lnTo>
                    <a:pt x="1121220" y="92833"/>
                  </a:lnTo>
                  <a:lnTo>
                    <a:pt x="1130979" y="80401"/>
                  </a:lnTo>
                  <a:lnTo>
                    <a:pt x="1140723" y="85861"/>
                  </a:lnTo>
                  <a:lnTo>
                    <a:pt x="1150482" y="109707"/>
                  </a:lnTo>
                  <a:lnTo>
                    <a:pt x="1160226" y="101009"/>
                  </a:lnTo>
                  <a:lnTo>
                    <a:pt x="1169969" y="125986"/>
                  </a:lnTo>
                  <a:lnTo>
                    <a:pt x="1179728" y="105562"/>
                  </a:lnTo>
                  <a:lnTo>
                    <a:pt x="1189472" y="159952"/>
                  </a:lnTo>
                  <a:lnTo>
                    <a:pt x="1199231" y="175450"/>
                  </a:lnTo>
                  <a:lnTo>
                    <a:pt x="1208975" y="185296"/>
                  </a:lnTo>
                  <a:lnTo>
                    <a:pt x="1218719" y="222048"/>
                  </a:lnTo>
                  <a:lnTo>
                    <a:pt x="1228478" y="209645"/>
                  </a:lnTo>
                  <a:lnTo>
                    <a:pt x="1238222" y="242999"/>
                  </a:lnTo>
                  <a:lnTo>
                    <a:pt x="1247966" y="252979"/>
                  </a:lnTo>
                  <a:lnTo>
                    <a:pt x="1257725" y="260866"/>
                  </a:lnTo>
                  <a:lnTo>
                    <a:pt x="1267469" y="257250"/>
                  </a:lnTo>
                  <a:lnTo>
                    <a:pt x="1277227" y="242423"/>
                  </a:lnTo>
                  <a:lnTo>
                    <a:pt x="1286971" y="230073"/>
                  </a:lnTo>
                  <a:lnTo>
                    <a:pt x="1296715" y="221773"/>
                  </a:lnTo>
                  <a:lnTo>
                    <a:pt x="1306474" y="193141"/>
                  </a:lnTo>
                  <a:lnTo>
                    <a:pt x="1316218" y="205600"/>
                  </a:lnTo>
                  <a:lnTo>
                    <a:pt x="1325977" y="207251"/>
                  </a:lnTo>
                  <a:lnTo>
                    <a:pt x="1335721" y="202087"/>
                  </a:lnTo>
                  <a:lnTo>
                    <a:pt x="1345465" y="224443"/>
                  </a:lnTo>
                  <a:lnTo>
                    <a:pt x="1355224" y="242964"/>
                  </a:lnTo>
                  <a:lnTo>
                    <a:pt x="1364967" y="250377"/>
                  </a:lnTo>
                  <a:lnTo>
                    <a:pt x="1374726" y="219146"/>
                  </a:lnTo>
                  <a:lnTo>
                    <a:pt x="1384470" y="240538"/>
                  </a:lnTo>
                  <a:lnTo>
                    <a:pt x="1394214" y="229345"/>
                  </a:lnTo>
                  <a:lnTo>
                    <a:pt x="1403973" y="241924"/>
                  </a:lnTo>
                  <a:lnTo>
                    <a:pt x="1413717" y="251192"/>
                  </a:lnTo>
                  <a:lnTo>
                    <a:pt x="1423476" y="231882"/>
                  </a:lnTo>
                  <a:lnTo>
                    <a:pt x="1433220" y="239459"/>
                  </a:lnTo>
                  <a:lnTo>
                    <a:pt x="1442964" y="256787"/>
                  </a:lnTo>
                  <a:lnTo>
                    <a:pt x="1452722" y="206570"/>
                  </a:lnTo>
                  <a:lnTo>
                    <a:pt x="1462466" y="217209"/>
                  </a:lnTo>
                  <a:lnTo>
                    <a:pt x="1472225" y="180430"/>
                  </a:lnTo>
                  <a:lnTo>
                    <a:pt x="1481969" y="177255"/>
                  </a:lnTo>
                  <a:lnTo>
                    <a:pt x="1491713" y="175757"/>
                  </a:lnTo>
                  <a:lnTo>
                    <a:pt x="1501472" y="169553"/>
                  </a:lnTo>
                  <a:lnTo>
                    <a:pt x="1511216" y="146254"/>
                  </a:lnTo>
                  <a:lnTo>
                    <a:pt x="1520960" y="125673"/>
                  </a:lnTo>
                  <a:lnTo>
                    <a:pt x="1530719" y="153804"/>
                  </a:lnTo>
                  <a:lnTo>
                    <a:pt x="1540463" y="164138"/>
                  </a:lnTo>
                  <a:lnTo>
                    <a:pt x="1550221" y="150231"/>
                  </a:lnTo>
                  <a:lnTo>
                    <a:pt x="1559965" y="155808"/>
                  </a:lnTo>
                  <a:lnTo>
                    <a:pt x="1569709" y="142798"/>
                  </a:lnTo>
                  <a:lnTo>
                    <a:pt x="1579468" y="154133"/>
                  </a:lnTo>
                  <a:lnTo>
                    <a:pt x="1589212" y="154325"/>
                  </a:lnTo>
                  <a:lnTo>
                    <a:pt x="1598971" y="148707"/>
                  </a:lnTo>
                  <a:lnTo>
                    <a:pt x="1608715" y="139605"/>
                  </a:lnTo>
                  <a:lnTo>
                    <a:pt x="1618459" y="109534"/>
                  </a:lnTo>
                  <a:lnTo>
                    <a:pt x="1628218" y="101236"/>
                  </a:lnTo>
                  <a:lnTo>
                    <a:pt x="1637962" y="91016"/>
                  </a:lnTo>
                  <a:lnTo>
                    <a:pt x="1647720" y="60929"/>
                  </a:lnTo>
                  <a:lnTo>
                    <a:pt x="1657464" y="52357"/>
                  </a:lnTo>
                  <a:lnTo>
                    <a:pt x="1667208" y="0"/>
                  </a:lnTo>
                  <a:lnTo>
                    <a:pt x="1676967" y="31666"/>
                  </a:lnTo>
                  <a:lnTo>
                    <a:pt x="1686711" y="38219"/>
                  </a:lnTo>
                  <a:lnTo>
                    <a:pt x="1696470" y="20777"/>
                  </a:lnTo>
                  <a:lnTo>
                    <a:pt x="1706214" y="56725"/>
                  </a:lnTo>
                  <a:lnTo>
                    <a:pt x="1715958" y="60800"/>
                  </a:lnTo>
                  <a:lnTo>
                    <a:pt x="1725716" y="58625"/>
                  </a:lnTo>
                  <a:lnTo>
                    <a:pt x="1735460" y="23402"/>
                  </a:lnTo>
                  <a:lnTo>
                    <a:pt x="1745219" y="38573"/>
                  </a:lnTo>
                  <a:lnTo>
                    <a:pt x="1754963" y="41620"/>
                  </a:lnTo>
                  <a:lnTo>
                    <a:pt x="1764707" y="40443"/>
                  </a:lnTo>
                  <a:lnTo>
                    <a:pt x="1774466" y="94010"/>
                  </a:lnTo>
                  <a:lnTo>
                    <a:pt x="1784210" y="79008"/>
                  </a:lnTo>
                  <a:lnTo>
                    <a:pt x="1793969" y="59222"/>
                  </a:lnTo>
                  <a:lnTo>
                    <a:pt x="1803713" y="73573"/>
                  </a:lnTo>
                  <a:lnTo>
                    <a:pt x="1813457" y="105616"/>
                  </a:lnTo>
                  <a:lnTo>
                    <a:pt x="1823215" y="115031"/>
                  </a:lnTo>
                  <a:lnTo>
                    <a:pt x="1832959" y="130785"/>
                  </a:lnTo>
                  <a:lnTo>
                    <a:pt x="1842703" y="103651"/>
                  </a:lnTo>
                  <a:lnTo>
                    <a:pt x="1852462" y="91042"/>
                  </a:lnTo>
                  <a:lnTo>
                    <a:pt x="1862206" y="108673"/>
                  </a:lnTo>
                  <a:lnTo>
                    <a:pt x="1871965" y="97944"/>
                  </a:lnTo>
                  <a:lnTo>
                    <a:pt x="1881709" y="84778"/>
                  </a:lnTo>
                  <a:lnTo>
                    <a:pt x="1891453" y="46616"/>
                  </a:lnTo>
                  <a:lnTo>
                    <a:pt x="1901212" y="83354"/>
                  </a:lnTo>
                  <a:lnTo>
                    <a:pt x="1910956" y="73053"/>
                  </a:lnTo>
                  <a:lnTo>
                    <a:pt x="1920714" y="69598"/>
                  </a:lnTo>
                  <a:lnTo>
                    <a:pt x="1930458" y="65849"/>
                  </a:lnTo>
                  <a:lnTo>
                    <a:pt x="1940202" y="62263"/>
                  </a:lnTo>
                  <a:lnTo>
                    <a:pt x="1949961" y="47401"/>
                  </a:lnTo>
                  <a:lnTo>
                    <a:pt x="1959705" y="25027"/>
                  </a:lnTo>
                  <a:lnTo>
                    <a:pt x="1969464" y="25997"/>
                  </a:lnTo>
                  <a:lnTo>
                    <a:pt x="1979208" y="32526"/>
                  </a:lnTo>
                  <a:lnTo>
                    <a:pt x="1988952" y="50000"/>
                  </a:lnTo>
                  <a:lnTo>
                    <a:pt x="1998711" y="43001"/>
                  </a:lnTo>
                  <a:lnTo>
                    <a:pt x="2008454" y="30583"/>
                  </a:lnTo>
                  <a:lnTo>
                    <a:pt x="2018213" y="29951"/>
                  </a:lnTo>
                  <a:lnTo>
                    <a:pt x="2027957" y="67232"/>
                  </a:lnTo>
                  <a:lnTo>
                    <a:pt x="2037701" y="71911"/>
                  </a:lnTo>
                  <a:lnTo>
                    <a:pt x="2047460" y="64113"/>
                  </a:lnTo>
                  <a:lnTo>
                    <a:pt x="2057204" y="68473"/>
                  </a:lnTo>
                  <a:lnTo>
                    <a:pt x="2066963" y="65384"/>
                  </a:lnTo>
                  <a:lnTo>
                    <a:pt x="2076707" y="88902"/>
                  </a:lnTo>
                  <a:lnTo>
                    <a:pt x="2086451" y="130861"/>
                  </a:lnTo>
                  <a:lnTo>
                    <a:pt x="2096210" y="154395"/>
                  </a:lnTo>
                  <a:lnTo>
                    <a:pt x="2105954" y="160052"/>
                  </a:lnTo>
                  <a:lnTo>
                    <a:pt x="2115697" y="149410"/>
                  </a:lnTo>
                  <a:lnTo>
                    <a:pt x="2125456" y="156961"/>
                  </a:lnTo>
                  <a:lnTo>
                    <a:pt x="2135200" y="142114"/>
                  </a:lnTo>
                  <a:lnTo>
                    <a:pt x="2144959" y="158705"/>
                  </a:lnTo>
                  <a:lnTo>
                    <a:pt x="2154703" y="186069"/>
                  </a:lnTo>
                  <a:lnTo>
                    <a:pt x="2164447" y="198630"/>
                  </a:lnTo>
                  <a:lnTo>
                    <a:pt x="2174206" y="199810"/>
                  </a:lnTo>
                  <a:lnTo>
                    <a:pt x="2183950" y="196890"/>
                  </a:lnTo>
                  <a:lnTo>
                    <a:pt x="2193709" y="183110"/>
                  </a:lnTo>
                  <a:lnTo>
                    <a:pt x="2203452" y="210645"/>
                  </a:lnTo>
                  <a:lnTo>
                    <a:pt x="2213196" y="192505"/>
                  </a:lnTo>
                  <a:lnTo>
                    <a:pt x="2222955" y="227318"/>
                  </a:lnTo>
                  <a:lnTo>
                    <a:pt x="2232699" y="233999"/>
                  </a:lnTo>
                  <a:lnTo>
                    <a:pt x="2242458" y="220697"/>
                  </a:lnTo>
                  <a:lnTo>
                    <a:pt x="2252202" y="233580"/>
                  </a:lnTo>
                  <a:lnTo>
                    <a:pt x="2261946" y="227671"/>
                  </a:lnTo>
                  <a:lnTo>
                    <a:pt x="2271705" y="246568"/>
                  </a:lnTo>
                  <a:lnTo>
                    <a:pt x="2281449" y="258748"/>
                  </a:lnTo>
                  <a:lnTo>
                    <a:pt x="2291208" y="256686"/>
                  </a:lnTo>
                  <a:lnTo>
                    <a:pt x="2300951" y="240711"/>
                  </a:lnTo>
                  <a:lnTo>
                    <a:pt x="2310695" y="236422"/>
                  </a:lnTo>
                  <a:lnTo>
                    <a:pt x="2320454" y="210985"/>
                  </a:lnTo>
                  <a:lnTo>
                    <a:pt x="2330198" y="253187"/>
                  </a:lnTo>
                  <a:lnTo>
                    <a:pt x="2339957" y="289584"/>
                  </a:lnTo>
                  <a:lnTo>
                    <a:pt x="2349701" y="304674"/>
                  </a:lnTo>
                  <a:lnTo>
                    <a:pt x="2359445" y="292165"/>
                  </a:lnTo>
                  <a:lnTo>
                    <a:pt x="2369204" y="298693"/>
                  </a:lnTo>
                  <a:lnTo>
                    <a:pt x="2378948" y="271017"/>
                  </a:lnTo>
                  <a:lnTo>
                    <a:pt x="2388692" y="299040"/>
                  </a:lnTo>
                  <a:lnTo>
                    <a:pt x="2398450" y="249320"/>
                  </a:lnTo>
                  <a:lnTo>
                    <a:pt x="2408194" y="271473"/>
                  </a:lnTo>
                  <a:lnTo>
                    <a:pt x="2417953" y="261501"/>
                  </a:lnTo>
                  <a:lnTo>
                    <a:pt x="2427697" y="284742"/>
                  </a:lnTo>
                  <a:lnTo>
                    <a:pt x="2437441" y="274523"/>
                  </a:lnTo>
                  <a:lnTo>
                    <a:pt x="2447200" y="286953"/>
                  </a:lnTo>
                  <a:lnTo>
                    <a:pt x="2456944" y="244419"/>
                  </a:lnTo>
                  <a:lnTo>
                    <a:pt x="2466703" y="193852"/>
                  </a:lnTo>
                  <a:lnTo>
                    <a:pt x="2476446" y="205666"/>
                  </a:lnTo>
                  <a:lnTo>
                    <a:pt x="2486190" y="234695"/>
                  </a:lnTo>
                  <a:lnTo>
                    <a:pt x="2495949" y="235110"/>
                  </a:lnTo>
                  <a:lnTo>
                    <a:pt x="2505693" y="244597"/>
                  </a:lnTo>
                  <a:lnTo>
                    <a:pt x="2515452" y="239592"/>
                  </a:lnTo>
                  <a:lnTo>
                    <a:pt x="2525196" y="260492"/>
                  </a:lnTo>
                  <a:lnTo>
                    <a:pt x="2534940" y="309152"/>
                  </a:lnTo>
                  <a:lnTo>
                    <a:pt x="2544699" y="340387"/>
                  </a:lnTo>
                  <a:lnTo>
                    <a:pt x="2554443" y="351275"/>
                  </a:lnTo>
                  <a:lnTo>
                    <a:pt x="2564202" y="392849"/>
                  </a:lnTo>
                  <a:lnTo>
                    <a:pt x="2573946" y="406812"/>
                  </a:lnTo>
                  <a:lnTo>
                    <a:pt x="2583690" y="364167"/>
                  </a:lnTo>
                  <a:lnTo>
                    <a:pt x="2593448" y="374617"/>
                  </a:lnTo>
                  <a:lnTo>
                    <a:pt x="2603192" y="396215"/>
                  </a:lnTo>
                  <a:lnTo>
                    <a:pt x="2612951" y="382262"/>
                  </a:lnTo>
                  <a:lnTo>
                    <a:pt x="2622695" y="352839"/>
                  </a:lnTo>
                  <a:lnTo>
                    <a:pt x="2632439" y="365760"/>
                  </a:lnTo>
                  <a:lnTo>
                    <a:pt x="2642198" y="357444"/>
                  </a:lnTo>
                  <a:lnTo>
                    <a:pt x="2651942" y="369943"/>
                  </a:lnTo>
                  <a:lnTo>
                    <a:pt x="2661685" y="389327"/>
                  </a:lnTo>
                  <a:lnTo>
                    <a:pt x="2671444" y="399144"/>
                  </a:lnTo>
                  <a:lnTo>
                    <a:pt x="2681188" y="414229"/>
                  </a:lnTo>
                  <a:lnTo>
                    <a:pt x="2690947" y="454465"/>
                  </a:lnTo>
                  <a:lnTo>
                    <a:pt x="2700691" y="446138"/>
                  </a:lnTo>
                  <a:lnTo>
                    <a:pt x="2710435" y="431877"/>
                  </a:lnTo>
                  <a:lnTo>
                    <a:pt x="2720194" y="394279"/>
                  </a:lnTo>
                  <a:lnTo>
                    <a:pt x="2729938" y="376825"/>
                  </a:lnTo>
                  <a:lnTo>
                    <a:pt x="2739697" y="364736"/>
                  </a:lnTo>
                  <a:lnTo>
                    <a:pt x="2749441" y="340676"/>
                  </a:lnTo>
                  <a:lnTo>
                    <a:pt x="2759185" y="343559"/>
                  </a:lnTo>
                  <a:lnTo>
                    <a:pt x="2768943" y="399930"/>
                  </a:lnTo>
                  <a:lnTo>
                    <a:pt x="2778687" y="412051"/>
                  </a:lnTo>
                  <a:lnTo>
                    <a:pt x="2788446" y="404168"/>
                  </a:lnTo>
                  <a:lnTo>
                    <a:pt x="2798190" y="427085"/>
                  </a:lnTo>
                  <a:lnTo>
                    <a:pt x="2807934" y="417835"/>
                  </a:lnTo>
                  <a:lnTo>
                    <a:pt x="2817693" y="390839"/>
                  </a:lnTo>
                  <a:lnTo>
                    <a:pt x="2827437" y="404251"/>
                  </a:lnTo>
                  <a:lnTo>
                    <a:pt x="2837196" y="414622"/>
                  </a:lnTo>
                  <a:lnTo>
                    <a:pt x="2846940" y="407615"/>
                  </a:lnTo>
                  <a:lnTo>
                    <a:pt x="2856684" y="392929"/>
                  </a:lnTo>
                  <a:lnTo>
                    <a:pt x="2866442" y="365258"/>
                  </a:lnTo>
                  <a:lnTo>
                    <a:pt x="2876186" y="343159"/>
                  </a:lnTo>
                  <a:lnTo>
                    <a:pt x="2885945" y="338037"/>
                  </a:lnTo>
                  <a:lnTo>
                    <a:pt x="2895689" y="326207"/>
                  </a:lnTo>
                  <a:lnTo>
                    <a:pt x="2905433" y="321125"/>
                  </a:lnTo>
                  <a:lnTo>
                    <a:pt x="2915192" y="34161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4" name="Freeform 1023">
              <a:extLst>
                <a:ext uri="{FF2B5EF4-FFF2-40B4-BE49-F238E27FC236}">
                  <a16:creationId xmlns:a16="http://schemas.microsoft.com/office/drawing/2014/main" id="{01A94DAD-F7B9-50DE-4787-41E41248FD12}"/>
                </a:ext>
              </a:extLst>
            </p:cNvPr>
            <p:cNvSpPr/>
            <p:nvPr/>
          </p:nvSpPr>
          <p:spPr>
            <a:xfrm>
              <a:off x="4426652" y="3275740"/>
              <a:ext cx="2915191" cy="335405"/>
            </a:xfrm>
            <a:custGeom>
              <a:avLst/>
              <a:gdLst>
                <a:gd name="connsiteX0" fmla="*/ 0 w 2915191"/>
                <a:gd name="connsiteY0" fmla="*/ 293345 h 335405"/>
                <a:gd name="connsiteX1" fmla="*/ 9750 w 2915191"/>
                <a:gd name="connsiteY1" fmla="*/ 304921 h 335405"/>
                <a:gd name="connsiteX2" fmla="*/ 19500 w 2915191"/>
                <a:gd name="connsiteY2" fmla="*/ 308325 h 335405"/>
                <a:gd name="connsiteX3" fmla="*/ 29250 w 2915191"/>
                <a:gd name="connsiteY3" fmla="*/ 302098 h 335405"/>
                <a:gd name="connsiteX4" fmla="*/ 39000 w 2915191"/>
                <a:gd name="connsiteY4" fmla="*/ 270075 h 335405"/>
                <a:gd name="connsiteX5" fmla="*/ 48749 w 2915191"/>
                <a:gd name="connsiteY5" fmla="*/ 305213 h 335405"/>
                <a:gd name="connsiteX6" fmla="*/ 58499 w 2915191"/>
                <a:gd name="connsiteY6" fmla="*/ 323424 h 335405"/>
                <a:gd name="connsiteX7" fmla="*/ 68249 w 2915191"/>
                <a:gd name="connsiteY7" fmla="*/ 298561 h 335405"/>
                <a:gd name="connsiteX8" fmla="*/ 77998 w 2915191"/>
                <a:gd name="connsiteY8" fmla="*/ 298793 h 335405"/>
                <a:gd name="connsiteX9" fmla="*/ 87748 w 2915191"/>
                <a:gd name="connsiteY9" fmla="*/ 272663 h 335405"/>
                <a:gd name="connsiteX10" fmla="*/ 97497 w 2915191"/>
                <a:gd name="connsiteY10" fmla="*/ 283925 h 335405"/>
                <a:gd name="connsiteX11" fmla="*/ 107247 w 2915191"/>
                <a:gd name="connsiteY11" fmla="*/ 265209 h 335405"/>
                <a:gd name="connsiteX12" fmla="*/ 116997 w 2915191"/>
                <a:gd name="connsiteY12" fmla="*/ 297005 h 335405"/>
                <a:gd name="connsiteX13" fmla="*/ 126747 w 2915191"/>
                <a:gd name="connsiteY13" fmla="*/ 335406 h 335405"/>
                <a:gd name="connsiteX14" fmla="*/ 136497 w 2915191"/>
                <a:gd name="connsiteY14" fmla="*/ 298534 h 335405"/>
                <a:gd name="connsiteX15" fmla="*/ 146247 w 2915191"/>
                <a:gd name="connsiteY15" fmla="*/ 286260 h 335405"/>
                <a:gd name="connsiteX16" fmla="*/ 155997 w 2915191"/>
                <a:gd name="connsiteY16" fmla="*/ 276384 h 335405"/>
                <a:gd name="connsiteX17" fmla="*/ 165747 w 2915191"/>
                <a:gd name="connsiteY17" fmla="*/ 266622 h 335405"/>
                <a:gd name="connsiteX18" fmla="*/ 175497 w 2915191"/>
                <a:gd name="connsiteY18" fmla="*/ 279037 h 335405"/>
                <a:gd name="connsiteX19" fmla="*/ 185247 w 2915191"/>
                <a:gd name="connsiteY19" fmla="*/ 284898 h 335405"/>
                <a:gd name="connsiteX20" fmla="*/ 194996 w 2915191"/>
                <a:gd name="connsiteY20" fmla="*/ 251998 h 335405"/>
                <a:gd name="connsiteX21" fmla="*/ 204746 w 2915191"/>
                <a:gd name="connsiteY21" fmla="*/ 258886 h 335405"/>
                <a:gd name="connsiteX22" fmla="*/ 214495 w 2915191"/>
                <a:gd name="connsiteY22" fmla="*/ 252861 h 335405"/>
                <a:gd name="connsiteX23" fmla="*/ 224245 w 2915191"/>
                <a:gd name="connsiteY23" fmla="*/ 280323 h 335405"/>
                <a:gd name="connsiteX24" fmla="*/ 233995 w 2915191"/>
                <a:gd name="connsiteY24" fmla="*/ 286275 h 335405"/>
                <a:gd name="connsiteX25" fmla="*/ 243744 w 2915191"/>
                <a:gd name="connsiteY25" fmla="*/ 237113 h 335405"/>
                <a:gd name="connsiteX26" fmla="*/ 253494 w 2915191"/>
                <a:gd name="connsiteY26" fmla="*/ 217795 h 335405"/>
                <a:gd name="connsiteX27" fmla="*/ 263244 w 2915191"/>
                <a:gd name="connsiteY27" fmla="*/ 240821 h 335405"/>
                <a:gd name="connsiteX28" fmla="*/ 272994 w 2915191"/>
                <a:gd name="connsiteY28" fmla="*/ 245635 h 335405"/>
                <a:gd name="connsiteX29" fmla="*/ 282744 w 2915191"/>
                <a:gd name="connsiteY29" fmla="*/ 250514 h 335405"/>
                <a:gd name="connsiteX30" fmla="*/ 292494 w 2915191"/>
                <a:gd name="connsiteY30" fmla="*/ 287051 h 335405"/>
                <a:gd name="connsiteX31" fmla="*/ 302244 w 2915191"/>
                <a:gd name="connsiteY31" fmla="*/ 268656 h 335405"/>
                <a:gd name="connsiteX32" fmla="*/ 311994 w 2915191"/>
                <a:gd name="connsiteY32" fmla="*/ 266868 h 335405"/>
                <a:gd name="connsiteX33" fmla="*/ 321744 w 2915191"/>
                <a:gd name="connsiteY33" fmla="*/ 277607 h 335405"/>
                <a:gd name="connsiteX34" fmla="*/ 331493 w 2915191"/>
                <a:gd name="connsiteY34" fmla="*/ 291917 h 335405"/>
                <a:gd name="connsiteX35" fmla="*/ 341243 w 2915191"/>
                <a:gd name="connsiteY35" fmla="*/ 290509 h 335405"/>
                <a:gd name="connsiteX36" fmla="*/ 350993 w 2915191"/>
                <a:gd name="connsiteY36" fmla="*/ 286840 h 335405"/>
                <a:gd name="connsiteX37" fmla="*/ 360742 w 2915191"/>
                <a:gd name="connsiteY37" fmla="*/ 271652 h 335405"/>
                <a:gd name="connsiteX38" fmla="*/ 370492 w 2915191"/>
                <a:gd name="connsiteY38" fmla="*/ 233539 h 335405"/>
                <a:gd name="connsiteX39" fmla="*/ 380241 w 2915191"/>
                <a:gd name="connsiteY39" fmla="*/ 234000 h 335405"/>
                <a:gd name="connsiteX40" fmla="*/ 389991 w 2915191"/>
                <a:gd name="connsiteY40" fmla="*/ 217145 h 335405"/>
                <a:gd name="connsiteX41" fmla="*/ 399741 w 2915191"/>
                <a:gd name="connsiteY41" fmla="*/ 230460 h 335405"/>
                <a:gd name="connsiteX42" fmla="*/ 409491 w 2915191"/>
                <a:gd name="connsiteY42" fmla="*/ 243977 h 335405"/>
                <a:gd name="connsiteX43" fmla="*/ 419241 w 2915191"/>
                <a:gd name="connsiteY43" fmla="*/ 257735 h 335405"/>
                <a:gd name="connsiteX44" fmla="*/ 428991 w 2915191"/>
                <a:gd name="connsiteY44" fmla="*/ 234462 h 335405"/>
                <a:gd name="connsiteX45" fmla="*/ 438741 w 2915191"/>
                <a:gd name="connsiteY45" fmla="*/ 234264 h 335405"/>
                <a:gd name="connsiteX46" fmla="*/ 448491 w 2915191"/>
                <a:gd name="connsiteY46" fmla="*/ 239890 h 335405"/>
                <a:gd name="connsiteX47" fmla="*/ 458241 w 2915191"/>
                <a:gd name="connsiteY47" fmla="*/ 259850 h 335405"/>
                <a:gd name="connsiteX48" fmla="*/ 467991 w 2915191"/>
                <a:gd name="connsiteY48" fmla="*/ 274605 h 335405"/>
                <a:gd name="connsiteX49" fmla="*/ 477740 w 2915191"/>
                <a:gd name="connsiteY49" fmla="*/ 267121 h 335405"/>
                <a:gd name="connsiteX50" fmla="*/ 487490 w 2915191"/>
                <a:gd name="connsiteY50" fmla="*/ 245958 h 335405"/>
                <a:gd name="connsiteX51" fmla="*/ 497239 w 2915191"/>
                <a:gd name="connsiteY51" fmla="*/ 238872 h 335405"/>
                <a:gd name="connsiteX52" fmla="*/ 506989 w 2915191"/>
                <a:gd name="connsiteY52" fmla="*/ 219696 h 335405"/>
                <a:gd name="connsiteX53" fmla="*/ 516738 w 2915191"/>
                <a:gd name="connsiteY53" fmla="*/ 193358 h 335405"/>
                <a:gd name="connsiteX54" fmla="*/ 526488 w 2915191"/>
                <a:gd name="connsiteY54" fmla="*/ 170641 h 335405"/>
                <a:gd name="connsiteX55" fmla="*/ 536238 w 2915191"/>
                <a:gd name="connsiteY55" fmla="*/ 153005 h 335405"/>
                <a:gd name="connsiteX56" fmla="*/ 545988 w 2915191"/>
                <a:gd name="connsiteY56" fmla="*/ 147494 h 335405"/>
                <a:gd name="connsiteX57" fmla="*/ 555738 w 2915191"/>
                <a:gd name="connsiteY57" fmla="*/ 155647 h 335405"/>
                <a:gd name="connsiteX58" fmla="*/ 565488 w 2915191"/>
                <a:gd name="connsiteY58" fmla="*/ 159804 h 335405"/>
                <a:gd name="connsiteX59" fmla="*/ 575238 w 2915191"/>
                <a:gd name="connsiteY59" fmla="*/ 142834 h 335405"/>
                <a:gd name="connsiteX60" fmla="*/ 584988 w 2915191"/>
                <a:gd name="connsiteY60" fmla="*/ 173937 h 335405"/>
                <a:gd name="connsiteX61" fmla="*/ 594738 w 2915191"/>
                <a:gd name="connsiteY61" fmla="*/ 206105 h 335405"/>
                <a:gd name="connsiteX62" fmla="*/ 604488 w 2915191"/>
                <a:gd name="connsiteY62" fmla="*/ 204584 h 335405"/>
                <a:gd name="connsiteX63" fmla="*/ 614237 w 2915191"/>
                <a:gd name="connsiteY63" fmla="*/ 229626 h 335405"/>
                <a:gd name="connsiteX64" fmla="*/ 623987 w 2915191"/>
                <a:gd name="connsiteY64" fmla="*/ 224297 h 335405"/>
                <a:gd name="connsiteX65" fmla="*/ 633736 w 2915191"/>
                <a:gd name="connsiteY65" fmla="*/ 233881 h 335405"/>
                <a:gd name="connsiteX66" fmla="*/ 643486 w 2915191"/>
                <a:gd name="connsiteY66" fmla="*/ 191665 h 335405"/>
                <a:gd name="connsiteX67" fmla="*/ 653236 w 2915191"/>
                <a:gd name="connsiteY67" fmla="*/ 186354 h 335405"/>
                <a:gd name="connsiteX68" fmla="*/ 662985 w 2915191"/>
                <a:gd name="connsiteY68" fmla="*/ 200963 h 335405"/>
                <a:gd name="connsiteX69" fmla="*/ 672735 w 2915191"/>
                <a:gd name="connsiteY69" fmla="*/ 199283 h 335405"/>
                <a:gd name="connsiteX70" fmla="*/ 682485 w 2915191"/>
                <a:gd name="connsiteY70" fmla="*/ 224833 h 335405"/>
                <a:gd name="connsiteX71" fmla="*/ 692235 w 2915191"/>
                <a:gd name="connsiteY71" fmla="*/ 186003 h 335405"/>
                <a:gd name="connsiteX72" fmla="*/ 701985 w 2915191"/>
                <a:gd name="connsiteY72" fmla="*/ 183053 h 335405"/>
                <a:gd name="connsiteX73" fmla="*/ 711735 w 2915191"/>
                <a:gd name="connsiteY73" fmla="*/ 183840 h 335405"/>
                <a:gd name="connsiteX74" fmla="*/ 721485 w 2915191"/>
                <a:gd name="connsiteY74" fmla="*/ 166526 h 335405"/>
                <a:gd name="connsiteX75" fmla="*/ 731235 w 2915191"/>
                <a:gd name="connsiteY75" fmla="*/ 173975 h 335405"/>
                <a:gd name="connsiteX76" fmla="*/ 740985 w 2915191"/>
                <a:gd name="connsiteY76" fmla="*/ 186623 h 335405"/>
                <a:gd name="connsiteX77" fmla="*/ 750734 w 2915191"/>
                <a:gd name="connsiteY77" fmla="*/ 156553 h 335405"/>
                <a:gd name="connsiteX78" fmla="*/ 760484 w 2915191"/>
                <a:gd name="connsiteY78" fmla="*/ 129709 h 335405"/>
                <a:gd name="connsiteX79" fmla="*/ 770233 w 2915191"/>
                <a:gd name="connsiteY79" fmla="*/ 158503 h 335405"/>
                <a:gd name="connsiteX80" fmla="*/ 779983 w 2915191"/>
                <a:gd name="connsiteY80" fmla="*/ 175327 h 335405"/>
                <a:gd name="connsiteX81" fmla="*/ 789733 w 2915191"/>
                <a:gd name="connsiteY81" fmla="*/ 183757 h 335405"/>
                <a:gd name="connsiteX82" fmla="*/ 799482 w 2915191"/>
                <a:gd name="connsiteY82" fmla="*/ 196899 h 335405"/>
                <a:gd name="connsiteX83" fmla="*/ 809232 w 2915191"/>
                <a:gd name="connsiteY83" fmla="*/ 208462 h 335405"/>
                <a:gd name="connsiteX84" fmla="*/ 818982 w 2915191"/>
                <a:gd name="connsiteY84" fmla="*/ 187015 h 335405"/>
                <a:gd name="connsiteX85" fmla="*/ 828732 w 2915191"/>
                <a:gd name="connsiteY85" fmla="*/ 172225 h 335405"/>
                <a:gd name="connsiteX86" fmla="*/ 838482 w 2915191"/>
                <a:gd name="connsiteY86" fmla="*/ 151552 h 335405"/>
                <a:gd name="connsiteX87" fmla="*/ 848232 w 2915191"/>
                <a:gd name="connsiteY87" fmla="*/ 125725 h 335405"/>
                <a:gd name="connsiteX88" fmla="*/ 857982 w 2915191"/>
                <a:gd name="connsiteY88" fmla="*/ 143483 h 335405"/>
                <a:gd name="connsiteX89" fmla="*/ 867732 w 2915191"/>
                <a:gd name="connsiteY89" fmla="*/ 111638 h 335405"/>
                <a:gd name="connsiteX90" fmla="*/ 877482 w 2915191"/>
                <a:gd name="connsiteY90" fmla="*/ 133441 h 335405"/>
                <a:gd name="connsiteX91" fmla="*/ 887231 w 2915191"/>
                <a:gd name="connsiteY91" fmla="*/ 130947 h 335405"/>
                <a:gd name="connsiteX92" fmla="*/ 896981 w 2915191"/>
                <a:gd name="connsiteY92" fmla="*/ 152175 h 335405"/>
                <a:gd name="connsiteX93" fmla="*/ 906730 w 2915191"/>
                <a:gd name="connsiteY93" fmla="*/ 116169 h 335405"/>
                <a:gd name="connsiteX94" fmla="*/ 916480 w 2915191"/>
                <a:gd name="connsiteY94" fmla="*/ 127719 h 335405"/>
                <a:gd name="connsiteX95" fmla="*/ 926230 w 2915191"/>
                <a:gd name="connsiteY95" fmla="*/ 131911 h 335405"/>
                <a:gd name="connsiteX96" fmla="*/ 935979 w 2915191"/>
                <a:gd name="connsiteY96" fmla="*/ 136281 h 335405"/>
                <a:gd name="connsiteX97" fmla="*/ 945729 w 2915191"/>
                <a:gd name="connsiteY97" fmla="*/ 153214 h 335405"/>
                <a:gd name="connsiteX98" fmla="*/ 955479 w 2915191"/>
                <a:gd name="connsiteY98" fmla="*/ 153600 h 335405"/>
                <a:gd name="connsiteX99" fmla="*/ 965229 w 2915191"/>
                <a:gd name="connsiteY99" fmla="*/ 167244 h 335405"/>
                <a:gd name="connsiteX100" fmla="*/ 974979 w 2915191"/>
                <a:gd name="connsiteY100" fmla="*/ 171995 h 335405"/>
                <a:gd name="connsiteX101" fmla="*/ 984729 w 2915191"/>
                <a:gd name="connsiteY101" fmla="*/ 172119 h 335405"/>
                <a:gd name="connsiteX102" fmla="*/ 994474 w 2915191"/>
                <a:gd name="connsiteY102" fmla="*/ 182168 h 335405"/>
                <a:gd name="connsiteX103" fmla="*/ 1004233 w 2915191"/>
                <a:gd name="connsiteY103" fmla="*/ 162677 h 335405"/>
                <a:gd name="connsiteX104" fmla="*/ 1013977 w 2915191"/>
                <a:gd name="connsiteY104" fmla="*/ 163957 h 335405"/>
                <a:gd name="connsiteX105" fmla="*/ 1023721 w 2915191"/>
                <a:gd name="connsiteY105" fmla="*/ 155240 h 335405"/>
                <a:gd name="connsiteX106" fmla="*/ 1033480 w 2915191"/>
                <a:gd name="connsiteY106" fmla="*/ 190269 h 335405"/>
                <a:gd name="connsiteX107" fmla="*/ 1043224 w 2915191"/>
                <a:gd name="connsiteY107" fmla="*/ 182024 h 335405"/>
                <a:gd name="connsiteX108" fmla="*/ 1052983 w 2915191"/>
                <a:gd name="connsiteY108" fmla="*/ 154444 h 335405"/>
                <a:gd name="connsiteX109" fmla="*/ 1062727 w 2915191"/>
                <a:gd name="connsiteY109" fmla="*/ 157607 h 335405"/>
                <a:gd name="connsiteX110" fmla="*/ 1072471 w 2915191"/>
                <a:gd name="connsiteY110" fmla="*/ 149365 h 335405"/>
                <a:gd name="connsiteX111" fmla="*/ 1082230 w 2915191"/>
                <a:gd name="connsiteY111" fmla="*/ 155492 h 335405"/>
                <a:gd name="connsiteX112" fmla="*/ 1091973 w 2915191"/>
                <a:gd name="connsiteY112" fmla="*/ 139237 h 335405"/>
                <a:gd name="connsiteX113" fmla="*/ 1101732 w 2915191"/>
                <a:gd name="connsiteY113" fmla="*/ 119183 h 335405"/>
                <a:gd name="connsiteX114" fmla="*/ 1111476 w 2915191"/>
                <a:gd name="connsiteY114" fmla="*/ 107299 h 335405"/>
                <a:gd name="connsiteX115" fmla="*/ 1121220 w 2915191"/>
                <a:gd name="connsiteY115" fmla="*/ 87256 h 335405"/>
                <a:gd name="connsiteX116" fmla="*/ 1130979 w 2915191"/>
                <a:gd name="connsiteY116" fmla="*/ 116735 h 335405"/>
                <a:gd name="connsiteX117" fmla="*/ 1140723 w 2915191"/>
                <a:gd name="connsiteY117" fmla="*/ 97499 h 335405"/>
                <a:gd name="connsiteX118" fmla="*/ 1150482 w 2915191"/>
                <a:gd name="connsiteY118" fmla="*/ 87466 h 335405"/>
                <a:gd name="connsiteX119" fmla="*/ 1160226 w 2915191"/>
                <a:gd name="connsiteY119" fmla="*/ 105056 h 335405"/>
                <a:gd name="connsiteX120" fmla="*/ 1169969 w 2915191"/>
                <a:gd name="connsiteY120" fmla="*/ 140526 h 335405"/>
                <a:gd name="connsiteX121" fmla="*/ 1179728 w 2915191"/>
                <a:gd name="connsiteY121" fmla="*/ 139048 h 335405"/>
                <a:gd name="connsiteX122" fmla="*/ 1189472 w 2915191"/>
                <a:gd name="connsiteY122" fmla="*/ 146235 h 335405"/>
                <a:gd name="connsiteX123" fmla="*/ 1199231 w 2915191"/>
                <a:gd name="connsiteY123" fmla="*/ 127205 h 335405"/>
                <a:gd name="connsiteX124" fmla="*/ 1208975 w 2915191"/>
                <a:gd name="connsiteY124" fmla="*/ 157996 h 335405"/>
                <a:gd name="connsiteX125" fmla="*/ 1218719 w 2915191"/>
                <a:gd name="connsiteY125" fmla="*/ 120735 h 335405"/>
                <a:gd name="connsiteX126" fmla="*/ 1228478 w 2915191"/>
                <a:gd name="connsiteY126" fmla="*/ 122920 h 335405"/>
                <a:gd name="connsiteX127" fmla="*/ 1238222 w 2915191"/>
                <a:gd name="connsiteY127" fmla="*/ 133540 h 335405"/>
                <a:gd name="connsiteX128" fmla="*/ 1247966 w 2915191"/>
                <a:gd name="connsiteY128" fmla="*/ 115144 h 335405"/>
                <a:gd name="connsiteX129" fmla="*/ 1257725 w 2915191"/>
                <a:gd name="connsiteY129" fmla="*/ 119174 h 335405"/>
                <a:gd name="connsiteX130" fmla="*/ 1267469 w 2915191"/>
                <a:gd name="connsiteY130" fmla="*/ 110537 h 335405"/>
                <a:gd name="connsiteX131" fmla="*/ 1277227 w 2915191"/>
                <a:gd name="connsiteY131" fmla="*/ 131081 h 335405"/>
                <a:gd name="connsiteX132" fmla="*/ 1286971 w 2915191"/>
                <a:gd name="connsiteY132" fmla="*/ 106927 h 335405"/>
                <a:gd name="connsiteX133" fmla="*/ 1296715 w 2915191"/>
                <a:gd name="connsiteY133" fmla="*/ 88211 h 335405"/>
                <a:gd name="connsiteX134" fmla="*/ 1306474 w 2915191"/>
                <a:gd name="connsiteY134" fmla="*/ 95242 h 335405"/>
                <a:gd name="connsiteX135" fmla="*/ 1316218 w 2915191"/>
                <a:gd name="connsiteY135" fmla="*/ 108511 h 335405"/>
                <a:gd name="connsiteX136" fmla="*/ 1325977 w 2915191"/>
                <a:gd name="connsiteY136" fmla="*/ 103795 h 335405"/>
                <a:gd name="connsiteX137" fmla="*/ 1335721 w 2915191"/>
                <a:gd name="connsiteY137" fmla="*/ 131035 h 335405"/>
                <a:gd name="connsiteX138" fmla="*/ 1345465 w 2915191"/>
                <a:gd name="connsiteY138" fmla="*/ 140052 h 335405"/>
                <a:gd name="connsiteX139" fmla="*/ 1355224 w 2915191"/>
                <a:gd name="connsiteY139" fmla="*/ 126168 h 335405"/>
                <a:gd name="connsiteX140" fmla="*/ 1364967 w 2915191"/>
                <a:gd name="connsiteY140" fmla="*/ 139011 h 335405"/>
                <a:gd name="connsiteX141" fmla="*/ 1374726 w 2915191"/>
                <a:gd name="connsiteY141" fmla="*/ 159191 h 335405"/>
                <a:gd name="connsiteX142" fmla="*/ 1384470 w 2915191"/>
                <a:gd name="connsiteY142" fmla="*/ 171688 h 335405"/>
                <a:gd name="connsiteX143" fmla="*/ 1394214 w 2915191"/>
                <a:gd name="connsiteY143" fmla="*/ 178453 h 335405"/>
                <a:gd name="connsiteX144" fmla="*/ 1403973 w 2915191"/>
                <a:gd name="connsiteY144" fmla="*/ 161644 h 335405"/>
                <a:gd name="connsiteX145" fmla="*/ 1413717 w 2915191"/>
                <a:gd name="connsiteY145" fmla="*/ 178849 h 335405"/>
                <a:gd name="connsiteX146" fmla="*/ 1423476 w 2915191"/>
                <a:gd name="connsiteY146" fmla="*/ 161055 h 335405"/>
                <a:gd name="connsiteX147" fmla="*/ 1433220 w 2915191"/>
                <a:gd name="connsiteY147" fmla="*/ 150487 h 335405"/>
                <a:gd name="connsiteX148" fmla="*/ 1442964 w 2915191"/>
                <a:gd name="connsiteY148" fmla="*/ 144416 h 335405"/>
                <a:gd name="connsiteX149" fmla="*/ 1452722 w 2915191"/>
                <a:gd name="connsiteY149" fmla="*/ 142479 h 335405"/>
                <a:gd name="connsiteX150" fmla="*/ 1462466 w 2915191"/>
                <a:gd name="connsiteY150" fmla="*/ 121889 h 335405"/>
                <a:gd name="connsiteX151" fmla="*/ 1472225 w 2915191"/>
                <a:gd name="connsiteY151" fmla="*/ 150121 h 335405"/>
                <a:gd name="connsiteX152" fmla="*/ 1481969 w 2915191"/>
                <a:gd name="connsiteY152" fmla="*/ 124500 h 335405"/>
                <a:gd name="connsiteX153" fmla="*/ 1491713 w 2915191"/>
                <a:gd name="connsiteY153" fmla="*/ 144869 h 335405"/>
                <a:gd name="connsiteX154" fmla="*/ 1501472 w 2915191"/>
                <a:gd name="connsiteY154" fmla="*/ 181574 h 335405"/>
                <a:gd name="connsiteX155" fmla="*/ 1511216 w 2915191"/>
                <a:gd name="connsiteY155" fmla="*/ 207812 h 335405"/>
                <a:gd name="connsiteX156" fmla="*/ 1520960 w 2915191"/>
                <a:gd name="connsiteY156" fmla="*/ 186672 h 335405"/>
                <a:gd name="connsiteX157" fmla="*/ 1530719 w 2915191"/>
                <a:gd name="connsiteY157" fmla="*/ 178587 h 335405"/>
                <a:gd name="connsiteX158" fmla="*/ 1540463 w 2915191"/>
                <a:gd name="connsiteY158" fmla="*/ 190984 h 335405"/>
                <a:gd name="connsiteX159" fmla="*/ 1550221 w 2915191"/>
                <a:gd name="connsiteY159" fmla="*/ 161994 h 335405"/>
                <a:gd name="connsiteX160" fmla="*/ 1559965 w 2915191"/>
                <a:gd name="connsiteY160" fmla="*/ 142197 h 335405"/>
                <a:gd name="connsiteX161" fmla="*/ 1569709 w 2915191"/>
                <a:gd name="connsiteY161" fmla="*/ 143736 h 335405"/>
                <a:gd name="connsiteX162" fmla="*/ 1579468 w 2915191"/>
                <a:gd name="connsiteY162" fmla="*/ 136345 h 335405"/>
                <a:gd name="connsiteX163" fmla="*/ 1589212 w 2915191"/>
                <a:gd name="connsiteY163" fmla="*/ 102778 h 335405"/>
                <a:gd name="connsiteX164" fmla="*/ 1598971 w 2915191"/>
                <a:gd name="connsiteY164" fmla="*/ 96951 h 335405"/>
                <a:gd name="connsiteX165" fmla="*/ 1608715 w 2915191"/>
                <a:gd name="connsiteY165" fmla="*/ 94698 h 335405"/>
                <a:gd name="connsiteX166" fmla="*/ 1618459 w 2915191"/>
                <a:gd name="connsiteY166" fmla="*/ 58866 h 335405"/>
                <a:gd name="connsiteX167" fmla="*/ 1628218 w 2915191"/>
                <a:gd name="connsiteY167" fmla="*/ 48043 h 335405"/>
                <a:gd name="connsiteX168" fmla="*/ 1637962 w 2915191"/>
                <a:gd name="connsiteY168" fmla="*/ 43097 h 335405"/>
                <a:gd name="connsiteX169" fmla="*/ 1647720 w 2915191"/>
                <a:gd name="connsiteY169" fmla="*/ 63215 h 335405"/>
                <a:gd name="connsiteX170" fmla="*/ 1657464 w 2915191"/>
                <a:gd name="connsiteY170" fmla="*/ 100117 h 335405"/>
                <a:gd name="connsiteX171" fmla="*/ 1667208 w 2915191"/>
                <a:gd name="connsiteY171" fmla="*/ 49615 h 335405"/>
                <a:gd name="connsiteX172" fmla="*/ 1676967 w 2915191"/>
                <a:gd name="connsiteY172" fmla="*/ 59426 h 335405"/>
                <a:gd name="connsiteX173" fmla="*/ 1686711 w 2915191"/>
                <a:gd name="connsiteY173" fmla="*/ 108935 h 335405"/>
                <a:gd name="connsiteX174" fmla="*/ 1696470 w 2915191"/>
                <a:gd name="connsiteY174" fmla="*/ 146728 h 335405"/>
                <a:gd name="connsiteX175" fmla="*/ 1706214 w 2915191"/>
                <a:gd name="connsiteY175" fmla="*/ 155971 h 335405"/>
                <a:gd name="connsiteX176" fmla="*/ 1715958 w 2915191"/>
                <a:gd name="connsiteY176" fmla="*/ 164926 h 335405"/>
                <a:gd name="connsiteX177" fmla="*/ 1725716 w 2915191"/>
                <a:gd name="connsiteY177" fmla="*/ 159610 h 335405"/>
                <a:gd name="connsiteX178" fmla="*/ 1735460 w 2915191"/>
                <a:gd name="connsiteY178" fmla="*/ 132209 h 335405"/>
                <a:gd name="connsiteX179" fmla="*/ 1745219 w 2915191"/>
                <a:gd name="connsiteY179" fmla="*/ 159608 h 335405"/>
                <a:gd name="connsiteX180" fmla="*/ 1754963 w 2915191"/>
                <a:gd name="connsiteY180" fmla="*/ 125436 h 335405"/>
                <a:gd name="connsiteX181" fmla="*/ 1764707 w 2915191"/>
                <a:gd name="connsiteY181" fmla="*/ 117255 h 335405"/>
                <a:gd name="connsiteX182" fmla="*/ 1774466 w 2915191"/>
                <a:gd name="connsiteY182" fmla="*/ 95690 h 335405"/>
                <a:gd name="connsiteX183" fmla="*/ 1784210 w 2915191"/>
                <a:gd name="connsiteY183" fmla="*/ 112401 h 335405"/>
                <a:gd name="connsiteX184" fmla="*/ 1793969 w 2915191"/>
                <a:gd name="connsiteY184" fmla="*/ 132425 h 335405"/>
                <a:gd name="connsiteX185" fmla="*/ 1803713 w 2915191"/>
                <a:gd name="connsiteY185" fmla="*/ 98293 h 335405"/>
                <a:gd name="connsiteX186" fmla="*/ 1813457 w 2915191"/>
                <a:gd name="connsiteY186" fmla="*/ 112611 h 335405"/>
                <a:gd name="connsiteX187" fmla="*/ 1823215 w 2915191"/>
                <a:gd name="connsiteY187" fmla="*/ 166216 h 335405"/>
                <a:gd name="connsiteX188" fmla="*/ 1832959 w 2915191"/>
                <a:gd name="connsiteY188" fmla="*/ 142574 h 335405"/>
                <a:gd name="connsiteX189" fmla="*/ 1842703 w 2915191"/>
                <a:gd name="connsiteY189" fmla="*/ 121160 h 335405"/>
                <a:gd name="connsiteX190" fmla="*/ 1852462 w 2915191"/>
                <a:gd name="connsiteY190" fmla="*/ 122856 h 335405"/>
                <a:gd name="connsiteX191" fmla="*/ 1862206 w 2915191"/>
                <a:gd name="connsiteY191" fmla="*/ 104349 h 335405"/>
                <a:gd name="connsiteX192" fmla="*/ 1871965 w 2915191"/>
                <a:gd name="connsiteY192" fmla="*/ 111130 h 335405"/>
                <a:gd name="connsiteX193" fmla="*/ 1881709 w 2915191"/>
                <a:gd name="connsiteY193" fmla="*/ 89710 h 335405"/>
                <a:gd name="connsiteX194" fmla="*/ 1891453 w 2915191"/>
                <a:gd name="connsiteY194" fmla="*/ 52985 h 335405"/>
                <a:gd name="connsiteX195" fmla="*/ 1901212 w 2915191"/>
                <a:gd name="connsiteY195" fmla="*/ 78056 h 335405"/>
                <a:gd name="connsiteX196" fmla="*/ 1910956 w 2915191"/>
                <a:gd name="connsiteY196" fmla="*/ 101370 h 335405"/>
                <a:gd name="connsiteX197" fmla="*/ 1920714 w 2915191"/>
                <a:gd name="connsiteY197" fmla="*/ 88817 h 335405"/>
                <a:gd name="connsiteX198" fmla="*/ 1930458 w 2915191"/>
                <a:gd name="connsiteY198" fmla="*/ 70574 h 335405"/>
                <a:gd name="connsiteX199" fmla="*/ 1940202 w 2915191"/>
                <a:gd name="connsiteY199" fmla="*/ 76931 h 335405"/>
                <a:gd name="connsiteX200" fmla="*/ 1949961 w 2915191"/>
                <a:gd name="connsiteY200" fmla="*/ 88282 h 335405"/>
                <a:gd name="connsiteX201" fmla="*/ 1959705 w 2915191"/>
                <a:gd name="connsiteY201" fmla="*/ 112224 h 335405"/>
                <a:gd name="connsiteX202" fmla="*/ 1969464 w 2915191"/>
                <a:gd name="connsiteY202" fmla="*/ 112011 h 335405"/>
                <a:gd name="connsiteX203" fmla="*/ 1979208 w 2915191"/>
                <a:gd name="connsiteY203" fmla="*/ 95583 h 335405"/>
                <a:gd name="connsiteX204" fmla="*/ 1988952 w 2915191"/>
                <a:gd name="connsiteY204" fmla="*/ 100333 h 335405"/>
                <a:gd name="connsiteX205" fmla="*/ 1998711 w 2915191"/>
                <a:gd name="connsiteY205" fmla="*/ 116407 h 335405"/>
                <a:gd name="connsiteX206" fmla="*/ 2008454 w 2915191"/>
                <a:gd name="connsiteY206" fmla="*/ 133033 h 335405"/>
                <a:gd name="connsiteX207" fmla="*/ 2018213 w 2915191"/>
                <a:gd name="connsiteY207" fmla="*/ 99734 h 335405"/>
                <a:gd name="connsiteX208" fmla="*/ 2027957 w 2915191"/>
                <a:gd name="connsiteY208" fmla="*/ 99890 h 335405"/>
                <a:gd name="connsiteX209" fmla="*/ 2037701 w 2915191"/>
                <a:gd name="connsiteY209" fmla="*/ 76846 h 335405"/>
                <a:gd name="connsiteX210" fmla="*/ 2047460 w 2915191"/>
                <a:gd name="connsiteY210" fmla="*/ 75997 h 335405"/>
                <a:gd name="connsiteX211" fmla="*/ 2057204 w 2915191"/>
                <a:gd name="connsiteY211" fmla="*/ 88068 h 335405"/>
                <a:gd name="connsiteX212" fmla="*/ 2066963 w 2915191"/>
                <a:gd name="connsiteY212" fmla="*/ 142315 h 335405"/>
                <a:gd name="connsiteX213" fmla="*/ 2076707 w 2915191"/>
                <a:gd name="connsiteY213" fmla="*/ 168926 h 335405"/>
                <a:gd name="connsiteX214" fmla="*/ 2086451 w 2915191"/>
                <a:gd name="connsiteY214" fmla="*/ 190997 h 335405"/>
                <a:gd name="connsiteX215" fmla="*/ 2096210 w 2915191"/>
                <a:gd name="connsiteY215" fmla="*/ 150876 h 335405"/>
                <a:gd name="connsiteX216" fmla="*/ 2105954 w 2915191"/>
                <a:gd name="connsiteY216" fmla="*/ 164982 h 335405"/>
                <a:gd name="connsiteX217" fmla="*/ 2115697 w 2915191"/>
                <a:gd name="connsiteY217" fmla="*/ 139435 h 335405"/>
                <a:gd name="connsiteX218" fmla="*/ 2125456 w 2915191"/>
                <a:gd name="connsiteY218" fmla="*/ 118329 h 335405"/>
                <a:gd name="connsiteX219" fmla="*/ 2135200 w 2915191"/>
                <a:gd name="connsiteY219" fmla="*/ 117402 h 335405"/>
                <a:gd name="connsiteX220" fmla="*/ 2144959 w 2915191"/>
                <a:gd name="connsiteY220" fmla="*/ 86903 h 335405"/>
                <a:gd name="connsiteX221" fmla="*/ 2154703 w 2915191"/>
                <a:gd name="connsiteY221" fmla="*/ 92386 h 335405"/>
                <a:gd name="connsiteX222" fmla="*/ 2164447 w 2915191"/>
                <a:gd name="connsiteY222" fmla="*/ 99089 h 335405"/>
                <a:gd name="connsiteX223" fmla="*/ 2174206 w 2915191"/>
                <a:gd name="connsiteY223" fmla="*/ 104226 h 335405"/>
                <a:gd name="connsiteX224" fmla="*/ 2183950 w 2915191"/>
                <a:gd name="connsiteY224" fmla="*/ 88238 h 335405"/>
                <a:gd name="connsiteX225" fmla="*/ 2193709 w 2915191"/>
                <a:gd name="connsiteY225" fmla="*/ 77740 h 335405"/>
                <a:gd name="connsiteX226" fmla="*/ 2203452 w 2915191"/>
                <a:gd name="connsiteY226" fmla="*/ 99811 h 335405"/>
                <a:gd name="connsiteX227" fmla="*/ 2213196 w 2915191"/>
                <a:gd name="connsiteY227" fmla="*/ 71020 h 335405"/>
                <a:gd name="connsiteX228" fmla="*/ 2222955 w 2915191"/>
                <a:gd name="connsiteY228" fmla="*/ 47339 h 335405"/>
                <a:gd name="connsiteX229" fmla="*/ 2232699 w 2915191"/>
                <a:gd name="connsiteY229" fmla="*/ 0 h 335405"/>
                <a:gd name="connsiteX230" fmla="*/ 2242458 w 2915191"/>
                <a:gd name="connsiteY230" fmla="*/ 7394 h 335405"/>
                <a:gd name="connsiteX231" fmla="*/ 2252202 w 2915191"/>
                <a:gd name="connsiteY231" fmla="*/ 55876 h 335405"/>
                <a:gd name="connsiteX232" fmla="*/ 2261946 w 2915191"/>
                <a:gd name="connsiteY232" fmla="*/ 38462 h 335405"/>
                <a:gd name="connsiteX233" fmla="*/ 2271705 w 2915191"/>
                <a:gd name="connsiteY233" fmla="*/ 39016 h 335405"/>
                <a:gd name="connsiteX234" fmla="*/ 2281449 w 2915191"/>
                <a:gd name="connsiteY234" fmla="*/ 56457 h 335405"/>
                <a:gd name="connsiteX235" fmla="*/ 2291208 w 2915191"/>
                <a:gd name="connsiteY235" fmla="*/ 81679 h 335405"/>
                <a:gd name="connsiteX236" fmla="*/ 2300951 w 2915191"/>
                <a:gd name="connsiteY236" fmla="*/ 86095 h 335405"/>
                <a:gd name="connsiteX237" fmla="*/ 2310695 w 2915191"/>
                <a:gd name="connsiteY237" fmla="*/ 99403 h 335405"/>
                <a:gd name="connsiteX238" fmla="*/ 2320454 w 2915191"/>
                <a:gd name="connsiteY238" fmla="*/ 71368 h 335405"/>
                <a:gd name="connsiteX239" fmla="*/ 2330198 w 2915191"/>
                <a:gd name="connsiteY239" fmla="*/ 63014 h 335405"/>
                <a:gd name="connsiteX240" fmla="*/ 2339957 w 2915191"/>
                <a:gd name="connsiteY240" fmla="*/ 97539 h 335405"/>
                <a:gd name="connsiteX241" fmla="*/ 2349701 w 2915191"/>
                <a:gd name="connsiteY241" fmla="*/ 136570 h 335405"/>
                <a:gd name="connsiteX242" fmla="*/ 2359445 w 2915191"/>
                <a:gd name="connsiteY242" fmla="*/ 124350 h 335405"/>
                <a:gd name="connsiteX243" fmla="*/ 2369204 w 2915191"/>
                <a:gd name="connsiteY243" fmla="*/ 103029 h 335405"/>
                <a:gd name="connsiteX244" fmla="*/ 2378948 w 2915191"/>
                <a:gd name="connsiteY244" fmla="*/ 92448 h 335405"/>
                <a:gd name="connsiteX245" fmla="*/ 2388692 w 2915191"/>
                <a:gd name="connsiteY245" fmla="*/ 98119 h 335405"/>
                <a:gd name="connsiteX246" fmla="*/ 2398450 w 2915191"/>
                <a:gd name="connsiteY246" fmla="*/ 99317 h 335405"/>
                <a:gd name="connsiteX247" fmla="*/ 2408194 w 2915191"/>
                <a:gd name="connsiteY247" fmla="*/ 104644 h 335405"/>
                <a:gd name="connsiteX248" fmla="*/ 2417953 w 2915191"/>
                <a:gd name="connsiteY248" fmla="*/ 92996 h 335405"/>
                <a:gd name="connsiteX249" fmla="*/ 2427697 w 2915191"/>
                <a:gd name="connsiteY249" fmla="*/ 95584 h 335405"/>
                <a:gd name="connsiteX250" fmla="*/ 2437441 w 2915191"/>
                <a:gd name="connsiteY250" fmla="*/ 94886 h 335405"/>
                <a:gd name="connsiteX251" fmla="*/ 2447200 w 2915191"/>
                <a:gd name="connsiteY251" fmla="*/ 102425 h 335405"/>
                <a:gd name="connsiteX252" fmla="*/ 2456944 w 2915191"/>
                <a:gd name="connsiteY252" fmla="*/ 79230 h 335405"/>
                <a:gd name="connsiteX253" fmla="*/ 2466703 w 2915191"/>
                <a:gd name="connsiteY253" fmla="*/ 80554 h 335405"/>
                <a:gd name="connsiteX254" fmla="*/ 2476446 w 2915191"/>
                <a:gd name="connsiteY254" fmla="*/ 67932 h 335405"/>
                <a:gd name="connsiteX255" fmla="*/ 2486190 w 2915191"/>
                <a:gd name="connsiteY255" fmla="*/ 40372 h 335405"/>
                <a:gd name="connsiteX256" fmla="*/ 2495949 w 2915191"/>
                <a:gd name="connsiteY256" fmla="*/ 54012 h 335405"/>
                <a:gd name="connsiteX257" fmla="*/ 2505693 w 2915191"/>
                <a:gd name="connsiteY257" fmla="*/ 70900 h 335405"/>
                <a:gd name="connsiteX258" fmla="*/ 2515452 w 2915191"/>
                <a:gd name="connsiteY258" fmla="*/ 82972 h 335405"/>
                <a:gd name="connsiteX259" fmla="*/ 2525196 w 2915191"/>
                <a:gd name="connsiteY259" fmla="*/ 114739 h 335405"/>
                <a:gd name="connsiteX260" fmla="*/ 2534940 w 2915191"/>
                <a:gd name="connsiteY260" fmla="*/ 95979 h 335405"/>
                <a:gd name="connsiteX261" fmla="*/ 2544699 w 2915191"/>
                <a:gd name="connsiteY261" fmla="*/ 79590 h 335405"/>
                <a:gd name="connsiteX262" fmla="*/ 2554443 w 2915191"/>
                <a:gd name="connsiteY262" fmla="*/ 56706 h 335405"/>
                <a:gd name="connsiteX263" fmla="*/ 2564202 w 2915191"/>
                <a:gd name="connsiteY263" fmla="*/ 99041 h 335405"/>
                <a:gd name="connsiteX264" fmla="*/ 2573946 w 2915191"/>
                <a:gd name="connsiteY264" fmla="*/ 115087 h 335405"/>
                <a:gd name="connsiteX265" fmla="*/ 2583690 w 2915191"/>
                <a:gd name="connsiteY265" fmla="*/ 93248 h 335405"/>
                <a:gd name="connsiteX266" fmla="*/ 2593448 w 2915191"/>
                <a:gd name="connsiteY266" fmla="*/ 100218 h 335405"/>
                <a:gd name="connsiteX267" fmla="*/ 2603192 w 2915191"/>
                <a:gd name="connsiteY267" fmla="*/ 106690 h 335405"/>
                <a:gd name="connsiteX268" fmla="*/ 2612951 w 2915191"/>
                <a:gd name="connsiteY268" fmla="*/ 65430 h 335405"/>
                <a:gd name="connsiteX269" fmla="*/ 2622695 w 2915191"/>
                <a:gd name="connsiteY269" fmla="*/ 17432 h 335405"/>
                <a:gd name="connsiteX270" fmla="*/ 2632439 w 2915191"/>
                <a:gd name="connsiteY270" fmla="*/ 33335 h 335405"/>
                <a:gd name="connsiteX271" fmla="*/ 2642198 w 2915191"/>
                <a:gd name="connsiteY271" fmla="*/ 58456 h 335405"/>
                <a:gd name="connsiteX272" fmla="*/ 2651942 w 2915191"/>
                <a:gd name="connsiteY272" fmla="*/ 85164 h 335405"/>
                <a:gd name="connsiteX273" fmla="*/ 2661685 w 2915191"/>
                <a:gd name="connsiteY273" fmla="*/ 47918 h 335405"/>
                <a:gd name="connsiteX274" fmla="*/ 2671444 w 2915191"/>
                <a:gd name="connsiteY274" fmla="*/ 67562 h 335405"/>
                <a:gd name="connsiteX275" fmla="*/ 2681188 w 2915191"/>
                <a:gd name="connsiteY275" fmla="*/ 65710 h 335405"/>
                <a:gd name="connsiteX276" fmla="*/ 2690947 w 2915191"/>
                <a:gd name="connsiteY276" fmla="*/ 97286 h 335405"/>
                <a:gd name="connsiteX277" fmla="*/ 2700691 w 2915191"/>
                <a:gd name="connsiteY277" fmla="*/ 88160 h 335405"/>
                <a:gd name="connsiteX278" fmla="*/ 2710435 w 2915191"/>
                <a:gd name="connsiteY278" fmla="*/ 85896 h 335405"/>
                <a:gd name="connsiteX279" fmla="*/ 2720194 w 2915191"/>
                <a:gd name="connsiteY279" fmla="*/ 114146 h 335405"/>
                <a:gd name="connsiteX280" fmla="*/ 2729938 w 2915191"/>
                <a:gd name="connsiteY280" fmla="*/ 85404 h 335405"/>
                <a:gd name="connsiteX281" fmla="*/ 2739697 w 2915191"/>
                <a:gd name="connsiteY281" fmla="*/ 107264 h 335405"/>
                <a:gd name="connsiteX282" fmla="*/ 2749441 w 2915191"/>
                <a:gd name="connsiteY282" fmla="*/ 96334 h 335405"/>
                <a:gd name="connsiteX283" fmla="*/ 2759185 w 2915191"/>
                <a:gd name="connsiteY283" fmla="*/ 92807 h 335405"/>
                <a:gd name="connsiteX284" fmla="*/ 2768943 w 2915191"/>
                <a:gd name="connsiteY284" fmla="*/ 101602 h 335405"/>
                <a:gd name="connsiteX285" fmla="*/ 2778687 w 2915191"/>
                <a:gd name="connsiteY285" fmla="*/ 105810 h 335405"/>
                <a:gd name="connsiteX286" fmla="*/ 2788446 w 2915191"/>
                <a:gd name="connsiteY286" fmla="*/ 129250 h 335405"/>
                <a:gd name="connsiteX287" fmla="*/ 2798190 w 2915191"/>
                <a:gd name="connsiteY287" fmla="*/ 132202 h 335405"/>
                <a:gd name="connsiteX288" fmla="*/ 2807934 w 2915191"/>
                <a:gd name="connsiteY288" fmla="*/ 125224 h 335405"/>
                <a:gd name="connsiteX289" fmla="*/ 2817693 w 2915191"/>
                <a:gd name="connsiteY289" fmla="*/ 82047 h 335405"/>
                <a:gd name="connsiteX290" fmla="*/ 2827437 w 2915191"/>
                <a:gd name="connsiteY290" fmla="*/ 82750 h 335405"/>
                <a:gd name="connsiteX291" fmla="*/ 2837196 w 2915191"/>
                <a:gd name="connsiteY291" fmla="*/ 94102 h 335405"/>
                <a:gd name="connsiteX292" fmla="*/ 2846940 w 2915191"/>
                <a:gd name="connsiteY292" fmla="*/ 63704 h 335405"/>
                <a:gd name="connsiteX293" fmla="*/ 2856684 w 2915191"/>
                <a:gd name="connsiteY293" fmla="*/ 99606 h 335405"/>
                <a:gd name="connsiteX294" fmla="*/ 2866442 w 2915191"/>
                <a:gd name="connsiteY294" fmla="*/ 96116 h 335405"/>
                <a:gd name="connsiteX295" fmla="*/ 2876186 w 2915191"/>
                <a:gd name="connsiteY295" fmla="*/ 80368 h 335405"/>
                <a:gd name="connsiteX296" fmla="*/ 2885945 w 2915191"/>
                <a:gd name="connsiteY296" fmla="*/ 62074 h 335405"/>
                <a:gd name="connsiteX297" fmla="*/ 2895689 w 2915191"/>
                <a:gd name="connsiteY297" fmla="*/ 82651 h 335405"/>
                <a:gd name="connsiteX298" fmla="*/ 2905433 w 2915191"/>
                <a:gd name="connsiteY298" fmla="*/ 123979 h 335405"/>
                <a:gd name="connsiteX299" fmla="*/ 2915192 w 2915191"/>
                <a:gd name="connsiteY299" fmla="*/ 142570 h 335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35405">
                  <a:moveTo>
                    <a:pt x="0" y="293345"/>
                  </a:moveTo>
                  <a:lnTo>
                    <a:pt x="9750" y="304921"/>
                  </a:lnTo>
                  <a:lnTo>
                    <a:pt x="19500" y="308325"/>
                  </a:lnTo>
                  <a:lnTo>
                    <a:pt x="29250" y="302098"/>
                  </a:lnTo>
                  <a:lnTo>
                    <a:pt x="39000" y="270075"/>
                  </a:lnTo>
                  <a:lnTo>
                    <a:pt x="48749" y="305213"/>
                  </a:lnTo>
                  <a:lnTo>
                    <a:pt x="58499" y="323424"/>
                  </a:lnTo>
                  <a:lnTo>
                    <a:pt x="68249" y="298561"/>
                  </a:lnTo>
                  <a:lnTo>
                    <a:pt x="77998" y="298793"/>
                  </a:lnTo>
                  <a:lnTo>
                    <a:pt x="87748" y="272663"/>
                  </a:lnTo>
                  <a:lnTo>
                    <a:pt x="97497" y="283925"/>
                  </a:lnTo>
                  <a:lnTo>
                    <a:pt x="107247" y="265209"/>
                  </a:lnTo>
                  <a:lnTo>
                    <a:pt x="116997" y="297005"/>
                  </a:lnTo>
                  <a:lnTo>
                    <a:pt x="126747" y="335406"/>
                  </a:lnTo>
                  <a:lnTo>
                    <a:pt x="136497" y="298534"/>
                  </a:lnTo>
                  <a:lnTo>
                    <a:pt x="146247" y="286260"/>
                  </a:lnTo>
                  <a:lnTo>
                    <a:pt x="155997" y="276384"/>
                  </a:lnTo>
                  <a:lnTo>
                    <a:pt x="165747" y="266622"/>
                  </a:lnTo>
                  <a:lnTo>
                    <a:pt x="175497" y="279037"/>
                  </a:lnTo>
                  <a:lnTo>
                    <a:pt x="185247" y="284898"/>
                  </a:lnTo>
                  <a:lnTo>
                    <a:pt x="194996" y="251998"/>
                  </a:lnTo>
                  <a:lnTo>
                    <a:pt x="204746" y="258886"/>
                  </a:lnTo>
                  <a:lnTo>
                    <a:pt x="214495" y="252861"/>
                  </a:lnTo>
                  <a:lnTo>
                    <a:pt x="224245" y="280323"/>
                  </a:lnTo>
                  <a:lnTo>
                    <a:pt x="233995" y="286275"/>
                  </a:lnTo>
                  <a:lnTo>
                    <a:pt x="243744" y="237113"/>
                  </a:lnTo>
                  <a:lnTo>
                    <a:pt x="253494" y="217795"/>
                  </a:lnTo>
                  <a:lnTo>
                    <a:pt x="263244" y="240821"/>
                  </a:lnTo>
                  <a:lnTo>
                    <a:pt x="272994" y="245635"/>
                  </a:lnTo>
                  <a:lnTo>
                    <a:pt x="282744" y="250514"/>
                  </a:lnTo>
                  <a:lnTo>
                    <a:pt x="292494" y="287051"/>
                  </a:lnTo>
                  <a:lnTo>
                    <a:pt x="302244" y="268656"/>
                  </a:lnTo>
                  <a:lnTo>
                    <a:pt x="311994" y="266868"/>
                  </a:lnTo>
                  <a:lnTo>
                    <a:pt x="321744" y="277607"/>
                  </a:lnTo>
                  <a:lnTo>
                    <a:pt x="331493" y="291917"/>
                  </a:lnTo>
                  <a:lnTo>
                    <a:pt x="341243" y="290509"/>
                  </a:lnTo>
                  <a:lnTo>
                    <a:pt x="350993" y="286840"/>
                  </a:lnTo>
                  <a:lnTo>
                    <a:pt x="360742" y="271652"/>
                  </a:lnTo>
                  <a:lnTo>
                    <a:pt x="370492" y="233539"/>
                  </a:lnTo>
                  <a:lnTo>
                    <a:pt x="380241" y="234000"/>
                  </a:lnTo>
                  <a:lnTo>
                    <a:pt x="389991" y="217145"/>
                  </a:lnTo>
                  <a:lnTo>
                    <a:pt x="399741" y="230460"/>
                  </a:lnTo>
                  <a:lnTo>
                    <a:pt x="409491" y="243977"/>
                  </a:lnTo>
                  <a:lnTo>
                    <a:pt x="419241" y="257735"/>
                  </a:lnTo>
                  <a:lnTo>
                    <a:pt x="428991" y="234462"/>
                  </a:lnTo>
                  <a:lnTo>
                    <a:pt x="438741" y="234264"/>
                  </a:lnTo>
                  <a:lnTo>
                    <a:pt x="448491" y="239890"/>
                  </a:lnTo>
                  <a:lnTo>
                    <a:pt x="458241" y="259850"/>
                  </a:lnTo>
                  <a:lnTo>
                    <a:pt x="467991" y="274605"/>
                  </a:lnTo>
                  <a:lnTo>
                    <a:pt x="477740" y="267121"/>
                  </a:lnTo>
                  <a:lnTo>
                    <a:pt x="487490" y="245958"/>
                  </a:lnTo>
                  <a:lnTo>
                    <a:pt x="497239" y="238872"/>
                  </a:lnTo>
                  <a:lnTo>
                    <a:pt x="506989" y="219696"/>
                  </a:lnTo>
                  <a:lnTo>
                    <a:pt x="516738" y="193358"/>
                  </a:lnTo>
                  <a:lnTo>
                    <a:pt x="526488" y="170641"/>
                  </a:lnTo>
                  <a:lnTo>
                    <a:pt x="536238" y="153005"/>
                  </a:lnTo>
                  <a:lnTo>
                    <a:pt x="545988" y="147494"/>
                  </a:lnTo>
                  <a:lnTo>
                    <a:pt x="555738" y="155647"/>
                  </a:lnTo>
                  <a:lnTo>
                    <a:pt x="565488" y="159804"/>
                  </a:lnTo>
                  <a:lnTo>
                    <a:pt x="575238" y="142834"/>
                  </a:lnTo>
                  <a:lnTo>
                    <a:pt x="584988" y="173937"/>
                  </a:lnTo>
                  <a:lnTo>
                    <a:pt x="594738" y="206105"/>
                  </a:lnTo>
                  <a:lnTo>
                    <a:pt x="604488" y="204584"/>
                  </a:lnTo>
                  <a:lnTo>
                    <a:pt x="614237" y="229626"/>
                  </a:lnTo>
                  <a:lnTo>
                    <a:pt x="623987" y="224297"/>
                  </a:lnTo>
                  <a:lnTo>
                    <a:pt x="633736" y="233881"/>
                  </a:lnTo>
                  <a:lnTo>
                    <a:pt x="643486" y="191665"/>
                  </a:lnTo>
                  <a:lnTo>
                    <a:pt x="653236" y="186354"/>
                  </a:lnTo>
                  <a:lnTo>
                    <a:pt x="662985" y="200963"/>
                  </a:lnTo>
                  <a:lnTo>
                    <a:pt x="672735" y="199283"/>
                  </a:lnTo>
                  <a:lnTo>
                    <a:pt x="682485" y="224833"/>
                  </a:lnTo>
                  <a:lnTo>
                    <a:pt x="692235" y="186003"/>
                  </a:lnTo>
                  <a:lnTo>
                    <a:pt x="701985" y="183053"/>
                  </a:lnTo>
                  <a:lnTo>
                    <a:pt x="711735" y="183840"/>
                  </a:lnTo>
                  <a:lnTo>
                    <a:pt x="721485" y="166526"/>
                  </a:lnTo>
                  <a:lnTo>
                    <a:pt x="731235" y="173975"/>
                  </a:lnTo>
                  <a:lnTo>
                    <a:pt x="740985" y="186623"/>
                  </a:lnTo>
                  <a:lnTo>
                    <a:pt x="750734" y="156553"/>
                  </a:lnTo>
                  <a:lnTo>
                    <a:pt x="760484" y="129709"/>
                  </a:lnTo>
                  <a:lnTo>
                    <a:pt x="770233" y="158503"/>
                  </a:lnTo>
                  <a:lnTo>
                    <a:pt x="779983" y="175327"/>
                  </a:lnTo>
                  <a:lnTo>
                    <a:pt x="789733" y="183757"/>
                  </a:lnTo>
                  <a:lnTo>
                    <a:pt x="799482" y="196899"/>
                  </a:lnTo>
                  <a:lnTo>
                    <a:pt x="809232" y="208462"/>
                  </a:lnTo>
                  <a:lnTo>
                    <a:pt x="818982" y="187015"/>
                  </a:lnTo>
                  <a:lnTo>
                    <a:pt x="828732" y="172225"/>
                  </a:lnTo>
                  <a:lnTo>
                    <a:pt x="838482" y="151552"/>
                  </a:lnTo>
                  <a:lnTo>
                    <a:pt x="848232" y="125725"/>
                  </a:lnTo>
                  <a:lnTo>
                    <a:pt x="857982" y="143483"/>
                  </a:lnTo>
                  <a:lnTo>
                    <a:pt x="867732" y="111638"/>
                  </a:lnTo>
                  <a:lnTo>
                    <a:pt x="877482" y="133441"/>
                  </a:lnTo>
                  <a:lnTo>
                    <a:pt x="887231" y="130947"/>
                  </a:lnTo>
                  <a:lnTo>
                    <a:pt x="896981" y="152175"/>
                  </a:lnTo>
                  <a:lnTo>
                    <a:pt x="906730" y="116169"/>
                  </a:lnTo>
                  <a:lnTo>
                    <a:pt x="916480" y="127719"/>
                  </a:lnTo>
                  <a:lnTo>
                    <a:pt x="926230" y="131911"/>
                  </a:lnTo>
                  <a:lnTo>
                    <a:pt x="935979" y="136281"/>
                  </a:lnTo>
                  <a:lnTo>
                    <a:pt x="945729" y="153214"/>
                  </a:lnTo>
                  <a:lnTo>
                    <a:pt x="955479" y="153600"/>
                  </a:lnTo>
                  <a:lnTo>
                    <a:pt x="965229" y="167244"/>
                  </a:lnTo>
                  <a:lnTo>
                    <a:pt x="974979" y="171995"/>
                  </a:lnTo>
                  <a:lnTo>
                    <a:pt x="984729" y="172119"/>
                  </a:lnTo>
                  <a:lnTo>
                    <a:pt x="994474" y="182168"/>
                  </a:lnTo>
                  <a:lnTo>
                    <a:pt x="1004233" y="162677"/>
                  </a:lnTo>
                  <a:lnTo>
                    <a:pt x="1013977" y="163957"/>
                  </a:lnTo>
                  <a:lnTo>
                    <a:pt x="1023721" y="155240"/>
                  </a:lnTo>
                  <a:lnTo>
                    <a:pt x="1033480" y="190269"/>
                  </a:lnTo>
                  <a:lnTo>
                    <a:pt x="1043224" y="182024"/>
                  </a:lnTo>
                  <a:lnTo>
                    <a:pt x="1052983" y="154444"/>
                  </a:lnTo>
                  <a:lnTo>
                    <a:pt x="1062727" y="157607"/>
                  </a:lnTo>
                  <a:lnTo>
                    <a:pt x="1072471" y="149365"/>
                  </a:lnTo>
                  <a:lnTo>
                    <a:pt x="1082230" y="155492"/>
                  </a:lnTo>
                  <a:lnTo>
                    <a:pt x="1091973" y="139237"/>
                  </a:lnTo>
                  <a:lnTo>
                    <a:pt x="1101732" y="119183"/>
                  </a:lnTo>
                  <a:lnTo>
                    <a:pt x="1111476" y="107299"/>
                  </a:lnTo>
                  <a:lnTo>
                    <a:pt x="1121220" y="87256"/>
                  </a:lnTo>
                  <a:lnTo>
                    <a:pt x="1130979" y="116735"/>
                  </a:lnTo>
                  <a:lnTo>
                    <a:pt x="1140723" y="97499"/>
                  </a:lnTo>
                  <a:lnTo>
                    <a:pt x="1150482" y="87466"/>
                  </a:lnTo>
                  <a:lnTo>
                    <a:pt x="1160226" y="105056"/>
                  </a:lnTo>
                  <a:lnTo>
                    <a:pt x="1169969" y="140526"/>
                  </a:lnTo>
                  <a:lnTo>
                    <a:pt x="1179728" y="139048"/>
                  </a:lnTo>
                  <a:lnTo>
                    <a:pt x="1189472" y="146235"/>
                  </a:lnTo>
                  <a:lnTo>
                    <a:pt x="1199231" y="127205"/>
                  </a:lnTo>
                  <a:lnTo>
                    <a:pt x="1208975" y="157996"/>
                  </a:lnTo>
                  <a:lnTo>
                    <a:pt x="1218719" y="120735"/>
                  </a:lnTo>
                  <a:lnTo>
                    <a:pt x="1228478" y="122920"/>
                  </a:lnTo>
                  <a:lnTo>
                    <a:pt x="1238222" y="133540"/>
                  </a:lnTo>
                  <a:lnTo>
                    <a:pt x="1247966" y="115144"/>
                  </a:lnTo>
                  <a:lnTo>
                    <a:pt x="1257725" y="119174"/>
                  </a:lnTo>
                  <a:lnTo>
                    <a:pt x="1267469" y="110537"/>
                  </a:lnTo>
                  <a:lnTo>
                    <a:pt x="1277227" y="131081"/>
                  </a:lnTo>
                  <a:lnTo>
                    <a:pt x="1286971" y="106927"/>
                  </a:lnTo>
                  <a:lnTo>
                    <a:pt x="1296715" y="88211"/>
                  </a:lnTo>
                  <a:lnTo>
                    <a:pt x="1306474" y="95242"/>
                  </a:lnTo>
                  <a:lnTo>
                    <a:pt x="1316218" y="108511"/>
                  </a:lnTo>
                  <a:lnTo>
                    <a:pt x="1325977" y="103795"/>
                  </a:lnTo>
                  <a:lnTo>
                    <a:pt x="1335721" y="131035"/>
                  </a:lnTo>
                  <a:lnTo>
                    <a:pt x="1345465" y="140052"/>
                  </a:lnTo>
                  <a:lnTo>
                    <a:pt x="1355224" y="126168"/>
                  </a:lnTo>
                  <a:lnTo>
                    <a:pt x="1364967" y="139011"/>
                  </a:lnTo>
                  <a:lnTo>
                    <a:pt x="1374726" y="159191"/>
                  </a:lnTo>
                  <a:lnTo>
                    <a:pt x="1384470" y="171688"/>
                  </a:lnTo>
                  <a:lnTo>
                    <a:pt x="1394214" y="178453"/>
                  </a:lnTo>
                  <a:lnTo>
                    <a:pt x="1403973" y="161644"/>
                  </a:lnTo>
                  <a:lnTo>
                    <a:pt x="1413717" y="178849"/>
                  </a:lnTo>
                  <a:lnTo>
                    <a:pt x="1423476" y="161055"/>
                  </a:lnTo>
                  <a:lnTo>
                    <a:pt x="1433220" y="150487"/>
                  </a:lnTo>
                  <a:lnTo>
                    <a:pt x="1442964" y="144416"/>
                  </a:lnTo>
                  <a:lnTo>
                    <a:pt x="1452722" y="142479"/>
                  </a:lnTo>
                  <a:lnTo>
                    <a:pt x="1462466" y="121889"/>
                  </a:lnTo>
                  <a:lnTo>
                    <a:pt x="1472225" y="150121"/>
                  </a:lnTo>
                  <a:lnTo>
                    <a:pt x="1481969" y="124500"/>
                  </a:lnTo>
                  <a:lnTo>
                    <a:pt x="1491713" y="144869"/>
                  </a:lnTo>
                  <a:lnTo>
                    <a:pt x="1501472" y="181574"/>
                  </a:lnTo>
                  <a:lnTo>
                    <a:pt x="1511216" y="207812"/>
                  </a:lnTo>
                  <a:lnTo>
                    <a:pt x="1520960" y="186672"/>
                  </a:lnTo>
                  <a:lnTo>
                    <a:pt x="1530719" y="178587"/>
                  </a:lnTo>
                  <a:lnTo>
                    <a:pt x="1540463" y="190984"/>
                  </a:lnTo>
                  <a:lnTo>
                    <a:pt x="1550221" y="161994"/>
                  </a:lnTo>
                  <a:lnTo>
                    <a:pt x="1559965" y="142197"/>
                  </a:lnTo>
                  <a:lnTo>
                    <a:pt x="1569709" y="143736"/>
                  </a:lnTo>
                  <a:lnTo>
                    <a:pt x="1579468" y="136345"/>
                  </a:lnTo>
                  <a:lnTo>
                    <a:pt x="1589212" y="102778"/>
                  </a:lnTo>
                  <a:lnTo>
                    <a:pt x="1598971" y="96951"/>
                  </a:lnTo>
                  <a:lnTo>
                    <a:pt x="1608715" y="94698"/>
                  </a:lnTo>
                  <a:lnTo>
                    <a:pt x="1618459" y="58866"/>
                  </a:lnTo>
                  <a:lnTo>
                    <a:pt x="1628218" y="48043"/>
                  </a:lnTo>
                  <a:lnTo>
                    <a:pt x="1637962" y="43097"/>
                  </a:lnTo>
                  <a:lnTo>
                    <a:pt x="1647720" y="63215"/>
                  </a:lnTo>
                  <a:lnTo>
                    <a:pt x="1657464" y="100117"/>
                  </a:lnTo>
                  <a:lnTo>
                    <a:pt x="1667208" y="49615"/>
                  </a:lnTo>
                  <a:lnTo>
                    <a:pt x="1676967" y="59426"/>
                  </a:lnTo>
                  <a:lnTo>
                    <a:pt x="1686711" y="108935"/>
                  </a:lnTo>
                  <a:lnTo>
                    <a:pt x="1696470" y="146728"/>
                  </a:lnTo>
                  <a:lnTo>
                    <a:pt x="1706214" y="155971"/>
                  </a:lnTo>
                  <a:lnTo>
                    <a:pt x="1715958" y="164926"/>
                  </a:lnTo>
                  <a:lnTo>
                    <a:pt x="1725716" y="159610"/>
                  </a:lnTo>
                  <a:lnTo>
                    <a:pt x="1735460" y="132209"/>
                  </a:lnTo>
                  <a:lnTo>
                    <a:pt x="1745219" y="159608"/>
                  </a:lnTo>
                  <a:lnTo>
                    <a:pt x="1754963" y="125436"/>
                  </a:lnTo>
                  <a:lnTo>
                    <a:pt x="1764707" y="117255"/>
                  </a:lnTo>
                  <a:lnTo>
                    <a:pt x="1774466" y="95690"/>
                  </a:lnTo>
                  <a:lnTo>
                    <a:pt x="1784210" y="112401"/>
                  </a:lnTo>
                  <a:lnTo>
                    <a:pt x="1793969" y="132425"/>
                  </a:lnTo>
                  <a:lnTo>
                    <a:pt x="1803713" y="98293"/>
                  </a:lnTo>
                  <a:lnTo>
                    <a:pt x="1813457" y="112611"/>
                  </a:lnTo>
                  <a:lnTo>
                    <a:pt x="1823215" y="166216"/>
                  </a:lnTo>
                  <a:lnTo>
                    <a:pt x="1832959" y="142574"/>
                  </a:lnTo>
                  <a:lnTo>
                    <a:pt x="1842703" y="121160"/>
                  </a:lnTo>
                  <a:lnTo>
                    <a:pt x="1852462" y="122856"/>
                  </a:lnTo>
                  <a:lnTo>
                    <a:pt x="1862206" y="104349"/>
                  </a:lnTo>
                  <a:lnTo>
                    <a:pt x="1871965" y="111130"/>
                  </a:lnTo>
                  <a:lnTo>
                    <a:pt x="1881709" y="89710"/>
                  </a:lnTo>
                  <a:lnTo>
                    <a:pt x="1891453" y="52985"/>
                  </a:lnTo>
                  <a:lnTo>
                    <a:pt x="1901212" y="78056"/>
                  </a:lnTo>
                  <a:lnTo>
                    <a:pt x="1910956" y="101370"/>
                  </a:lnTo>
                  <a:lnTo>
                    <a:pt x="1920714" y="88817"/>
                  </a:lnTo>
                  <a:lnTo>
                    <a:pt x="1930458" y="70574"/>
                  </a:lnTo>
                  <a:lnTo>
                    <a:pt x="1940202" y="76931"/>
                  </a:lnTo>
                  <a:lnTo>
                    <a:pt x="1949961" y="88282"/>
                  </a:lnTo>
                  <a:lnTo>
                    <a:pt x="1959705" y="112224"/>
                  </a:lnTo>
                  <a:lnTo>
                    <a:pt x="1969464" y="112011"/>
                  </a:lnTo>
                  <a:lnTo>
                    <a:pt x="1979208" y="95583"/>
                  </a:lnTo>
                  <a:lnTo>
                    <a:pt x="1988952" y="100333"/>
                  </a:lnTo>
                  <a:lnTo>
                    <a:pt x="1998711" y="116407"/>
                  </a:lnTo>
                  <a:lnTo>
                    <a:pt x="2008454" y="133033"/>
                  </a:lnTo>
                  <a:lnTo>
                    <a:pt x="2018213" y="99734"/>
                  </a:lnTo>
                  <a:lnTo>
                    <a:pt x="2027957" y="99890"/>
                  </a:lnTo>
                  <a:lnTo>
                    <a:pt x="2037701" y="76846"/>
                  </a:lnTo>
                  <a:lnTo>
                    <a:pt x="2047460" y="75997"/>
                  </a:lnTo>
                  <a:lnTo>
                    <a:pt x="2057204" y="88068"/>
                  </a:lnTo>
                  <a:lnTo>
                    <a:pt x="2066963" y="142315"/>
                  </a:lnTo>
                  <a:lnTo>
                    <a:pt x="2076707" y="168926"/>
                  </a:lnTo>
                  <a:lnTo>
                    <a:pt x="2086451" y="190997"/>
                  </a:lnTo>
                  <a:lnTo>
                    <a:pt x="2096210" y="150876"/>
                  </a:lnTo>
                  <a:lnTo>
                    <a:pt x="2105954" y="164982"/>
                  </a:lnTo>
                  <a:lnTo>
                    <a:pt x="2115697" y="139435"/>
                  </a:lnTo>
                  <a:lnTo>
                    <a:pt x="2125456" y="118329"/>
                  </a:lnTo>
                  <a:lnTo>
                    <a:pt x="2135200" y="117402"/>
                  </a:lnTo>
                  <a:lnTo>
                    <a:pt x="2144959" y="86903"/>
                  </a:lnTo>
                  <a:lnTo>
                    <a:pt x="2154703" y="92386"/>
                  </a:lnTo>
                  <a:lnTo>
                    <a:pt x="2164447" y="99089"/>
                  </a:lnTo>
                  <a:lnTo>
                    <a:pt x="2174206" y="104226"/>
                  </a:lnTo>
                  <a:lnTo>
                    <a:pt x="2183950" y="88238"/>
                  </a:lnTo>
                  <a:lnTo>
                    <a:pt x="2193709" y="77740"/>
                  </a:lnTo>
                  <a:lnTo>
                    <a:pt x="2203452" y="99811"/>
                  </a:lnTo>
                  <a:lnTo>
                    <a:pt x="2213196" y="71020"/>
                  </a:lnTo>
                  <a:lnTo>
                    <a:pt x="2222955" y="47339"/>
                  </a:lnTo>
                  <a:lnTo>
                    <a:pt x="2232699" y="0"/>
                  </a:lnTo>
                  <a:lnTo>
                    <a:pt x="2242458" y="7394"/>
                  </a:lnTo>
                  <a:lnTo>
                    <a:pt x="2252202" y="55876"/>
                  </a:lnTo>
                  <a:lnTo>
                    <a:pt x="2261946" y="38462"/>
                  </a:lnTo>
                  <a:lnTo>
                    <a:pt x="2271705" y="39016"/>
                  </a:lnTo>
                  <a:lnTo>
                    <a:pt x="2281449" y="56457"/>
                  </a:lnTo>
                  <a:lnTo>
                    <a:pt x="2291208" y="81679"/>
                  </a:lnTo>
                  <a:lnTo>
                    <a:pt x="2300951" y="86095"/>
                  </a:lnTo>
                  <a:lnTo>
                    <a:pt x="2310695" y="99403"/>
                  </a:lnTo>
                  <a:lnTo>
                    <a:pt x="2320454" y="71368"/>
                  </a:lnTo>
                  <a:lnTo>
                    <a:pt x="2330198" y="63014"/>
                  </a:lnTo>
                  <a:lnTo>
                    <a:pt x="2339957" y="97539"/>
                  </a:lnTo>
                  <a:lnTo>
                    <a:pt x="2349701" y="136570"/>
                  </a:lnTo>
                  <a:lnTo>
                    <a:pt x="2359445" y="124350"/>
                  </a:lnTo>
                  <a:lnTo>
                    <a:pt x="2369204" y="103029"/>
                  </a:lnTo>
                  <a:lnTo>
                    <a:pt x="2378948" y="92448"/>
                  </a:lnTo>
                  <a:lnTo>
                    <a:pt x="2388692" y="98119"/>
                  </a:lnTo>
                  <a:lnTo>
                    <a:pt x="2398450" y="99317"/>
                  </a:lnTo>
                  <a:lnTo>
                    <a:pt x="2408194" y="104644"/>
                  </a:lnTo>
                  <a:lnTo>
                    <a:pt x="2417953" y="92996"/>
                  </a:lnTo>
                  <a:lnTo>
                    <a:pt x="2427697" y="95584"/>
                  </a:lnTo>
                  <a:lnTo>
                    <a:pt x="2437441" y="94886"/>
                  </a:lnTo>
                  <a:lnTo>
                    <a:pt x="2447200" y="102425"/>
                  </a:lnTo>
                  <a:lnTo>
                    <a:pt x="2456944" y="79230"/>
                  </a:lnTo>
                  <a:lnTo>
                    <a:pt x="2466703" y="80554"/>
                  </a:lnTo>
                  <a:lnTo>
                    <a:pt x="2476446" y="67932"/>
                  </a:lnTo>
                  <a:lnTo>
                    <a:pt x="2486190" y="40372"/>
                  </a:lnTo>
                  <a:lnTo>
                    <a:pt x="2495949" y="54012"/>
                  </a:lnTo>
                  <a:lnTo>
                    <a:pt x="2505693" y="70900"/>
                  </a:lnTo>
                  <a:lnTo>
                    <a:pt x="2515452" y="82972"/>
                  </a:lnTo>
                  <a:lnTo>
                    <a:pt x="2525196" y="114739"/>
                  </a:lnTo>
                  <a:lnTo>
                    <a:pt x="2534940" y="95979"/>
                  </a:lnTo>
                  <a:lnTo>
                    <a:pt x="2544699" y="79590"/>
                  </a:lnTo>
                  <a:lnTo>
                    <a:pt x="2554443" y="56706"/>
                  </a:lnTo>
                  <a:lnTo>
                    <a:pt x="2564202" y="99041"/>
                  </a:lnTo>
                  <a:lnTo>
                    <a:pt x="2573946" y="115087"/>
                  </a:lnTo>
                  <a:lnTo>
                    <a:pt x="2583690" y="93248"/>
                  </a:lnTo>
                  <a:lnTo>
                    <a:pt x="2593448" y="100218"/>
                  </a:lnTo>
                  <a:lnTo>
                    <a:pt x="2603192" y="106690"/>
                  </a:lnTo>
                  <a:lnTo>
                    <a:pt x="2612951" y="65430"/>
                  </a:lnTo>
                  <a:lnTo>
                    <a:pt x="2622695" y="17432"/>
                  </a:lnTo>
                  <a:lnTo>
                    <a:pt x="2632439" y="33335"/>
                  </a:lnTo>
                  <a:lnTo>
                    <a:pt x="2642198" y="58456"/>
                  </a:lnTo>
                  <a:lnTo>
                    <a:pt x="2651942" y="85164"/>
                  </a:lnTo>
                  <a:lnTo>
                    <a:pt x="2661685" y="47918"/>
                  </a:lnTo>
                  <a:lnTo>
                    <a:pt x="2671444" y="67562"/>
                  </a:lnTo>
                  <a:lnTo>
                    <a:pt x="2681188" y="65710"/>
                  </a:lnTo>
                  <a:lnTo>
                    <a:pt x="2690947" y="97286"/>
                  </a:lnTo>
                  <a:lnTo>
                    <a:pt x="2700691" y="88160"/>
                  </a:lnTo>
                  <a:lnTo>
                    <a:pt x="2710435" y="85896"/>
                  </a:lnTo>
                  <a:lnTo>
                    <a:pt x="2720194" y="114146"/>
                  </a:lnTo>
                  <a:lnTo>
                    <a:pt x="2729938" y="85404"/>
                  </a:lnTo>
                  <a:lnTo>
                    <a:pt x="2739697" y="107264"/>
                  </a:lnTo>
                  <a:lnTo>
                    <a:pt x="2749441" y="96334"/>
                  </a:lnTo>
                  <a:lnTo>
                    <a:pt x="2759185" y="92807"/>
                  </a:lnTo>
                  <a:lnTo>
                    <a:pt x="2768943" y="101602"/>
                  </a:lnTo>
                  <a:lnTo>
                    <a:pt x="2778687" y="105810"/>
                  </a:lnTo>
                  <a:lnTo>
                    <a:pt x="2788446" y="129250"/>
                  </a:lnTo>
                  <a:lnTo>
                    <a:pt x="2798190" y="132202"/>
                  </a:lnTo>
                  <a:lnTo>
                    <a:pt x="2807934" y="125224"/>
                  </a:lnTo>
                  <a:lnTo>
                    <a:pt x="2817693" y="82047"/>
                  </a:lnTo>
                  <a:lnTo>
                    <a:pt x="2827437" y="82750"/>
                  </a:lnTo>
                  <a:lnTo>
                    <a:pt x="2837196" y="94102"/>
                  </a:lnTo>
                  <a:lnTo>
                    <a:pt x="2846940" y="63704"/>
                  </a:lnTo>
                  <a:lnTo>
                    <a:pt x="2856684" y="99606"/>
                  </a:lnTo>
                  <a:lnTo>
                    <a:pt x="2866442" y="96116"/>
                  </a:lnTo>
                  <a:lnTo>
                    <a:pt x="2876186" y="80368"/>
                  </a:lnTo>
                  <a:lnTo>
                    <a:pt x="2885945" y="62074"/>
                  </a:lnTo>
                  <a:lnTo>
                    <a:pt x="2895689" y="82651"/>
                  </a:lnTo>
                  <a:lnTo>
                    <a:pt x="2905433" y="123979"/>
                  </a:lnTo>
                  <a:lnTo>
                    <a:pt x="2915192" y="14257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5" name="Freeform 1024">
              <a:extLst>
                <a:ext uri="{FF2B5EF4-FFF2-40B4-BE49-F238E27FC236}">
                  <a16:creationId xmlns:a16="http://schemas.microsoft.com/office/drawing/2014/main" id="{DCEBBA3D-F531-5B54-F866-B52A6A04D2CE}"/>
                </a:ext>
              </a:extLst>
            </p:cNvPr>
            <p:cNvSpPr/>
            <p:nvPr/>
          </p:nvSpPr>
          <p:spPr>
            <a:xfrm>
              <a:off x="4426652" y="3270814"/>
              <a:ext cx="2915191" cy="354683"/>
            </a:xfrm>
            <a:custGeom>
              <a:avLst/>
              <a:gdLst>
                <a:gd name="connsiteX0" fmla="*/ 0 w 2915191"/>
                <a:gd name="connsiteY0" fmla="*/ 183597 h 354683"/>
                <a:gd name="connsiteX1" fmla="*/ 9750 w 2915191"/>
                <a:gd name="connsiteY1" fmla="*/ 190169 h 354683"/>
                <a:gd name="connsiteX2" fmla="*/ 19500 w 2915191"/>
                <a:gd name="connsiteY2" fmla="*/ 193004 h 354683"/>
                <a:gd name="connsiteX3" fmla="*/ 29250 w 2915191"/>
                <a:gd name="connsiteY3" fmla="*/ 178031 h 354683"/>
                <a:gd name="connsiteX4" fmla="*/ 39000 w 2915191"/>
                <a:gd name="connsiteY4" fmla="*/ 188256 h 354683"/>
                <a:gd name="connsiteX5" fmla="*/ 48749 w 2915191"/>
                <a:gd name="connsiteY5" fmla="*/ 183097 h 354683"/>
                <a:gd name="connsiteX6" fmla="*/ 58499 w 2915191"/>
                <a:gd name="connsiteY6" fmla="*/ 210314 h 354683"/>
                <a:gd name="connsiteX7" fmla="*/ 68249 w 2915191"/>
                <a:gd name="connsiteY7" fmla="*/ 227300 h 354683"/>
                <a:gd name="connsiteX8" fmla="*/ 77998 w 2915191"/>
                <a:gd name="connsiteY8" fmla="*/ 220846 h 354683"/>
                <a:gd name="connsiteX9" fmla="*/ 87748 w 2915191"/>
                <a:gd name="connsiteY9" fmla="*/ 194537 h 354683"/>
                <a:gd name="connsiteX10" fmla="*/ 97497 w 2915191"/>
                <a:gd name="connsiteY10" fmla="*/ 195592 h 354683"/>
                <a:gd name="connsiteX11" fmla="*/ 107247 w 2915191"/>
                <a:gd name="connsiteY11" fmla="*/ 203627 h 354683"/>
                <a:gd name="connsiteX12" fmla="*/ 116997 w 2915191"/>
                <a:gd name="connsiteY12" fmla="*/ 204535 h 354683"/>
                <a:gd name="connsiteX13" fmla="*/ 126747 w 2915191"/>
                <a:gd name="connsiteY13" fmla="*/ 191121 h 354683"/>
                <a:gd name="connsiteX14" fmla="*/ 136497 w 2915191"/>
                <a:gd name="connsiteY14" fmla="*/ 223745 h 354683"/>
                <a:gd name="connsiteX15" fmla="*/ 146247 w 2915191"/>
                <a:gd name="connsiteY15" fmla="*/ 204197 h 354683"/>
                <a:gd name="connsiteX16" fmla="*/ 155997 w 2915191"/>
                <a:gd name="connsiteY16" fmla="*/ 186024 h 354683"/>
                <a:gd name="connsiteX17" fmla="*/ 165747 w 2915191"/>
                <a:gd name="connsiteY17" fmla="*/ 175602 h 354683"/>
                <a:gd name="connsiteX18" fmla="*/ 175497 w 2915191"/>
                <a:gd name="connsiteY18" fmla="*/ 154960 h 354683"/>
                <a:gd name="connsiteX19" fmla="*/ 185247 w 2915191"/>
                <a:gd name="connsiteY19" fmla="*/ 158574 h 354683"/>
                <a:gd name="connsiteX20" fmla="*/ 194996 w 2915191"/>
                <a:gd name="connsiteY20" fmla="*/ 155490 h 354683"/>
                <a:gd name="connsiteX21" fmla="*/ 204746 w 2915191"/>
                <a:gd name="connsiteY21" fmla="*/ 166216 h 354683"/>
                <a:gd name="connsiteX22" fmla="*/ 214495 w 2915191"/>
                <a:gd name="connsiteY22" fmla="*/ 149501 h 354683"/>
                <a:gd name="connsiteX23" fmla="*/ 224245 w 2915191"/>
                <a:gd name="connsiteY23" fmla="*/ 157922 h 354683"/>
                <a:gd name="connsiteX24" fmla="*/ 233995 w 2915191"/>
                <a:gd name="connsiteY24" fmla="*/ 147752 h 354683"/>
                <a:gd name="connsiteX25" fmla="*/ 243744 w 2915191"/>
                <a:gd name="connsiteY25" fmla="*/ 134727 h 354683"/>
                <a:gd name="connsiteX26" fmla="*/ 253494 w 2915191"/>
                <a:gd name="connsiteY26" fmla="*/ 144748 h 354683"/>
                <a:gd name="connsiteX27" fmla="*/ 263244 w 2915191"/>
                <a:gd name="connsiteY27" fmla="*/ 148865 h 354683"/>
                <a:gd name="connsiteX28" fmla="*/ 272994 w 2915191"/>
                <a:gd name="connsiteY28" fmla="*/ 156053 h 354683"/>
                <a:gd name="connsiteX29" fmla="*/ 282744 w 2915191"/>
                <a:gd name="connsiteY29" fmla="*/ 149552 h 354683"/>
                <a:gd name="connsiteX30" fmla="*/ 292494 w 2915191"/>
                <a:gd name="connsiteY30" fmla="*/ 128909 h 354683"/>
                <a:gd name="connsiteX31" fmla="*/ 302244 w 2915191"/>
                <a:gd name="connsiteY31" fmla="*/ 149951 h 354683"/>
                <a:gd name="connsiteX32" fmla="*/ 311994 w 2915191"/>
                <a:gd name="connsiteY32" fmla="*/ 133447 h 354683"/>
                <a:gd name="connsiteX33" fmla="*/ 321744 w 2915191"/>
                <a:gd name="connsiteY33" fmla="*/ 119901 h 354683"/>
                <a:gd name="connsiteX34" fmla="*/ 331493 w 2915191"/>
                <a:gd name="connsiteY34" fmla="*/ 122310 h 354683"/>
                <a:gd name="connsiteX35" fmla="*/ 341243 w 2915191"/>
                <a:gd name="connsiteY35" fmla="*/ 127024 h 354683"/>
                <a:gd name="connsiteX36" fmla="*/ 350993 w 2915191"/>
                <a:gd name="connsiteY36" fmla="*/ 170361 h 354683"/>
                <a:gd name="connsiteX37" fmla="*/ 360742 w 2915191"/>
                <a:gd name="connsiteY37" fmla="*/ 149969 h 354683"/>
                <a:gd name="connsiteX38" fmla="*/ 370492 w 2915191"/>
                <a:gd name="connsiteY38" fmla="*/ 148038 h 354683"/>
                <a:gd name="connsiteX39" fmla="*/ 380241 w 2915191"/>
                <a:gd name="connsiteY39" fmla="*/ 142680 h 354683"/>
                <a:gd name="connsiteX40" fmla="*/ 389991 w 2915191"/>
                <a:gd name="connsiteY40" fmla="*/ 157992 h 354683"/>
                <a:gd name="connsiteX41" fmla="*/ 399741 w 2915191"/>
                <a:gd name="connsiteY41" fmla="*/ 166748 h 354683"/>
                <a:gd name="connsiteX42" fmla="*/ 409491 w 2915191"/>
                <a:gd name="connsiteY42" fmla="*/ 178132 h 354683"/>
                <a:gd name="connsiteX43" fmla="*/ 419241 w 2915191"/>
                <a:gd name="connsiteY43" fmla="*/ 184978 h 354683"/>
                <a:gd name="connsiteX44" fmla="*/ 428991 w 2915191"/>
                <a:gd name="connsiteY44" fmla="*/ 160799 h 354683"/>
                <a:gd name="connsiteX45" fmla="*/ 438741 w 2915191"/>
                <a:gd name="connsiteY45" fmla="*/ 186894 h 354683"/>
                <a:gd name="connsiteX46" fmla="*/ 448491 w 2915191"/>
                <a:gd name="connsiteY46" fmla="*/ 209769 h 354683"/>
                <a:gd name="connsiteX47" fmla="*/ 458241 w 2915191"/>
                <a:gd name="connsiteY47" fmla="*/ 200713 h 354683"/>
                <a:gd name="connsiteX48" fmla="*/ 467991 w 2915191"/>
                <a:gd name="connsiteY48" fmla="*/ 199623 h 354683"/>
                <a:gd name="connsiteX49" fmla="*/ 477740 w 2915191"/>
                <a:gd name="connsiteY49" fmla="*/ 210800 h 354683"/>
                <a:gd name="connsiteX50" fmla="*/ 487490 w 2915191"/>
                <a:gd name="connsiteY50" fmla="*/ 184636 h 354683"/>
                <a:gd name="connsiteX51" fmla="*/ 497239 w 2915191"/>
                <a:gd name="connsiteY51" fmla="*/ 206278 h 354683"/>
                <a:gd name="connsiteX52" fmla="*/ 506989 w 2915191"/>
                <a:gd name="connsiteY52" fmla="*/ 219425 h 354683"/>
                <a:gd name="connsiteX53" fmla="*/ 516738 w 2915191"/>
                <a:gd name="connsiteY53" fmla="*/ 190950 h 354683"/>
                <a:gd name="connsiteX54" fmla="*/ 526488 w 2915191"/>
                <a:gd name="connsiteY54" fmla="*/ 247663 h 354683"/>
                <a:gd name="connsiteX55" fmla="*/ 536238 w 2915191"/>
                <a:gd name="connsiteY55" fmla="*/ 265470 h 354683"/>
                <a:gd name="connsiteX56" fmla="*/ 545988 w 2915191"/>
                <a:gd name="connsiteY56" fmla="*/ 280525 h 354683"/>
                <a:gd name="connsiteX57" fmla="*/ 555738 w 2915191"/>
                <a:gd name="connsiteY57" fmla="*/ 302326 h 354683"/>
                <a:gd name="connsiteX58" fmla="*/ 565488 w 2915191"/>
                <a:gd name="connsiteY58" fmla="*/ 327271 h 354683"/>
                <a:gd name="connsiteX59" fmla="*/ 575238 w 2915191"/>
                <a:gd name="connsiteY59" fmla="*/ 320844 h 354683"/>
                <a:gd name="connsiteX60" fmla="*/ 584988 w 2915191"/>
                <a:gd name="connsiteY60" fmla="*/ 353571 h 354683"/>
                <a:gd name="connsiteX61" fmla="*/ 594738 w 2915191"/>
                <a:gd name="connsiteY61" fmla="*/ 305085 h 354683"/>
                <a:gd name="connsiteX62" fmla="*/ 604488 w 2915191"/>
                <a:gd name="connsiteY62" fmla="*/ 306949 h 354683"/>
                <a:gd name="connsiteX63" fmla="*/ 614237 w 2915191"/>
                <a:gd name="connsiteY63" fmla="*/ 283751 h 354683"/>
                <a:gd name="connsiteX64" fmla="*/ 623987 w 2915191"/>
                <a:gd name="connsiteY64" fmla="*/ 276048 h 354683"/>
                <a:gd name="connsiteX65" fmla="*/ 633736 w 2915191"/>
                <a:gd name="connsiteY65" fmla="*/ 245252 h 354683"/>
                <a:gd name="connsiteX66" fmla="*/ 643486 w 2915191"/>
                <a:gd name="connsiteY66" fmla="*/ 232867 h 354683"/>
                <a:gd name="connsiteX67" fmla="*/ 653236 w 2915191"/>
                <a:gd name="connsiteY67" fmla="*/ 231840 h 354683"/>
                <a:gd name="connsiteX68" fmla="*/ 662985 w 2915191"/>
                <a:gd name="connsiteY68" fmla="*/ 224575 h 354683"/>
                <a:gd name="connsiteX69" fmla="*/ 672735 w 2915191"/>
                <a:gd name="connsiteY69" fmla="*/ 259205 h 354683"/>
                <a:gd name="connsiteX70" fmla="*/ 682485 w 2915191"/>
                <a:gd name="connsiteY70" fmla="*/ 286691 h 354683"/>
                <a:gd name="connsiteX71" fmla="*/ 692235 w 2915191"/>
                <a:gd name="connsiteY71" fmla="*/ 291806 h 354683"/>
                <a:gd name="connsiteX72" fmla="*/ 701985 w 2915191"/>
                <a:gd name="connsiteY72" fmla="*/ 310103 h 354683"/>
                <a:gd name="connsiteX73" fmla="*/ 711735 w 2915191"/>
                <a:gd name="connsiteY73" fmla="*/ 263950 h 354683"/>
                <a:gd name="connsiteX74" fmla="*/ 721485 w 2915191"/>
                <a:gd name="connsiteY74" fmla="*/ 279806 h 354683"/>
                <a:gd name="connsiteX75" fmla="*/ 731235 w 2915191"/>
                <a:gd name="connsiteY75" fmla="*/ 294936 h 354683"/>
                <a:gd name="connsiteX76" fmla="*/ 740985 w 2915191"/>
                <a:gd name="connsiteY76" fmla="*/ 319236 h 354683"/>
                <a:gd name="connsiteX77" fmla="*/ 750734 w 2915191"/>
                <a:gd name="connsiteY77" fmla="*/ 322748 h 354683"/>
                <a:gd name="connsiteX78" fmla="*/ 760484 w 2915191"/>
                <a:gd name="connsiteY78" fmla="*/ 325944 h 354683"/>
                <a:gd name="connsiteX79" fmla="*/ 770233 w 2915191"/>
                <a:gd name="connsiteY79" fmla="*/ 354684 h 354683"/>
                <a:gd name="connsiteX80" fmla="*/ 779983 w 2915191"/>
                <a:gd name="connsiteY80" fmla="*/ 310538 h 354683"/>
                <a:gd name="connsiteX81" fmla="*/ 789733 w 2915191"/>
                <a:gd name="connsiteY81" fmla="*/ 312558 h 354683"/>
                <a:gd name="connsiteX82" fmla="*/ 799482 w 2915191"/>
                <a:gd name="connsiteY82" fmla="*/ 332365 h 354683"/>
                <a:gd name="connsiteX83" fmla="*/ 809232 w 2915191"/>
                <a:gd name="connsiteY83" fmla="*/ 301067 h 354683"/>
                <a:gd name="connsiteX84" fmla="*/ 818982 w 2915191"/>
                <a:gd name="connsiteY84" fmla="*/ 304212 h 354683"/>
                <a:gd name="connsiteX85" fmla="*/ 828732 w 2915191"/>
                <a:gd name="connsiteY85" fmla="*/ 305468 h 354683"/>
                <a:gd name="connsiteX86" fmla="*/ 838482 w 2915191"/>
                <a:gd name="connsiteY86" fmla="*/ 301006 h 354683"/>
                <a:gd name="connsiteX87" fmla="*/ 848232 w 2915191"/>
                <a:gd name="connsiteY87" fmla="*/ 279548 h 354683"/>
                <a:gd name="connsiteX88" fmla="*/ 857982 w 2915191"/>
                <a:gd name="connsiteY88" fmla="*/ 263521 h 354683"/>
                <a:gd name="connsiteX89" fmla="*/ 867732 w 2915191"/>
                <a:gd name="connsiteY89" fmla="*/ 238819 h 354683"/>
                <a:gd name="connsiteX90" fmla="*/ 877482 w 2915191"/>
                <a:gd name="connsiteY90" fmla="*/ 223108 h 354683"/>
                <a:gd name="connsiteX91" fmla="*/ 887231 w 2915191"/>
                <a:gd name="connsiteY91" fmla="*/ 236976 h 354683"/>
                <a:gd name="connsiteX92" fmla="*/ 896981 w 2915191"/>
                <a:gd name="connsiteY92" fmla="*/ 224735 h 354683"/>
                <a:gd name="connsiteX93" fmla="*/ 906730 w 2915191"/>
                <a:gd name="connsiteY93" fmla="*/ 211707 h 354683"/>
                <a:gd name="connsiteX94" fmla="*/ 916480 w 2915191"/>
                <a:gd name="connsiteY94" fmla="*/ 170949 h 354683"/>
                <a:gd name="connsiteX95" fmla="*/ 926230 w 2915191"/>
                <a:gd name="connsiteY95" fmla="*/ 158825 h 354683"/>
                <a:gd name="connsiteX96" fmla="*/ 935979 w 2915191"/>
                <a:gd name="connsiteY96" fmla="*/ 172048 h 354683"/>
                <a:gd name="connsiteX97" fmla="*/ 945729 w 2915191"/>
                <a:gd name="connsiteY97" fmla="*/ 168963 h 354683"/>
                <a:gd name="connsiteX98" fmla="*/ 955479 w 2915191"/>
                <a:gd name="connsiteY98" fmla="*/ 166818 h 354683"/>
                <a:gd name="connsiteX99" fmla="*/ 965229 w 2915191"/>
                <a:gd name="connsiteY99" fmla="*/ 169588 h 354683"/>
                <a:gd name="connsiteX100" fmla="*/ 974979 w 2915191"/>
                <a:gd name="connsiteY100" fmla="*/ 154538 h 354683"/>
                <a:gd name="connsiteX101" fmla="*/ 984729 w 2915191"/>
                <a:gd name="connsiteY101" fmla="*/ 163490 h 354683"/>
                <a:gd name="connsiteX102" fmla="*/ 994474 w 2915191"/>
                <a:gd name="connsiteY102" fmla="*/ 149952 h 354683"/>
                <a:gd name="connsiteX103" fmla="*/ 1004233 w 2915191"/>
                <a:gd name="connsiteY103" fmla="*/ 159802 h 354683"/>
                <a:gd name="connsiteX104" fmla="*/ 1013977 w 2915191"/>
                <a:gd name="connsiteY104" fmla="*/ 154236 h 354683"/>
                <a:gd name="connsiteX105" fmla="*/ 1023721 w 2915191"/>
                <a:gd name="connsiteY105" fmla="*/ 168613 h 354683"/>
                <a:gd name="connsiteX106" fmla="*/ 1033480 w 2915191"/>
                <a:gd name="connsiteY106" fmla="*/ 158415 h 354683"/>
                <a:gd name="connsiteX107" fmla="*/ 1043224 w 2915191"/>
                <a:gd name="connsiteY107" fmla="*/ 173371 h 354683"/>
                <a:gd name="connsiteX108" fmla="*/ 1052983 w 2915191"/>
                <a:gd name="connsiteY108" fmla="*/ 200250 h 354683"/>
                <a:gd name="connsiteX109" fmla="*/ 1062727 w 2915191"/>
                <a:gd name="connsiteY109" fmla="*/ 202230 h 354683"/>
                <a:gd name="connsiteX110" fmla="*/ 1072471 w 2915191"/>
                <a:gd name="connsiteY110" fmla="*/ 191166 h 354683"/>
                <a:gd name="connsiteX111" fmla="*/ 1082230 w 2915191"/>
                <a:gd name="connsiteY111" fmla="*/ 227248 h 354683"/>
                <a:gd name="connsiteX112" fmla="*/ 1091973 w 2915191"/>
                <a:gd name="connsiteY112" fmla="*/ 233194 h 354683"/>
                <a:gd name="connsiteX113" fmla="*/ 1101732 w 2915191"/>
                <a:gd name="connsiteY113" fmla="*/ 234827 h 354683"/>
                <a:gd name="connsiteX114" fmla="*/ 1111476 w 2915191"/>
                <a:gd name="connsiteY114" fmla="*/ 244041 h 354683"/>
                <a:gd name="connsiteX115" fmla="*/ 1121220 w 2915191"/>
                <a:gd name="connsiteY115" fmla="*/ 240730 h 354683"/>
                <a:gd name="connsiteX116" fmla="*/ 1130979 w 2915191"/>
                <a:gd name="connsiteY116" fmla="*/ 235306 h 354683"/>
                <a:gd name="connsiteX117" fmla="*/ 1140723 w 2915191"/>
                <a:gd name="connsiteY117" fmla="*/ 231296 h 354683"/>
                <a:gd name="connsiteX118" fmla="*/ 1150482 w 2915191"/>
                <a:gd name="connsiteY118" fmla="*/ 257611 h 354683"/>
                <a:gd name="connsiteX119" fmla="*/ 1160226 w 2915191"/>
                <a:gd name="connsiteY119" fmla="*/ 252927 h 354683"/>
                <a:gd name="connsiteX120" fmla="*/ 1169969 w 2915191"/>
                <a:gd name="connsiteY120" fmla="*/ 239991 h 354683"/>
                <a:gd name="connsiteX121" fmla="*/ 1179728 w 2915191"/>
                <a:gd name="connsiteY121" fmla="*/ 221309 h 354683"/>
                <a:gd name="connsiteX122" fmla="*/ 1189472 w 2915191"/>
                <a:gd name="connsiteY122" fmla="*/ 184753 h 354683"/>
                <a:gd name="connsiteX123" fmla="*/ 1199231 w 2915191"/>
                <a:gd name="connsiteY123" fmla="*/ 191231 h 354683"/>
                <a:gd name="connsiteX124" fmla="*/ 1208975 w 2915191"/>
                <a:gd name="connsiteY124" fmla="*/ 208352 h 354683"/>
                <a:gd name="connsiteX125" fmla="*/ 1218719 w 2915191"/>
                <a:gd name="connsiteY125" fmla="*/ 200286 h 354683"/>
                <a:gd name="connsiteX126" fmla="*/ 1228478 w 2915191"/>
                <a:gd name="connsiteY126" fmla="*/ 193007 h 354683"/>
                <a:gd name="connsiteX127" fmla="*/ 1238222 w 2915191"/>
                <a:gd name="connsiteY127" fmla="*/ 179957 h 354683"/>
                <a:gd name="connsiteX128" fmla="*/ 1247966 w 2915191"/>
                <a:gd name="connsiteY128" fmla="*/ 151356 h 354683"/>
                <a:gd name="connsiteX129" fmla="*/ 1257725 w 2915191"/>
                <a:gd name="connsiteY129" fmla="*/ 128361 h 354683"/>
                <a:gd name="connsiteX130" fmla="*/ 1267469 w 2915191"/>
                <a:gd name="connsiteY130" fmla="*/ 189852 h 354683"/>
                <a:gd name="connsiteX131" fmla="*/ 1277227 w 2915191"/>
                <a:gd name="connsiteY131" fmla="*/ 166434 h 354683"/>
                <a:gd name="connsiteX132" fmla="*/ 1286971 w 2915191"/>
                <a:gd name="connsiteY132" fmla="*/ 133569 h 354683"/>
                <a:gd name="connsiteX133" fmla="*/ 1296715 w 2915191"/>
                <a:gd name="connsiteY133" fmla="*/ 173585 h 354683"/>
                <a:gd name="connsiteX134" fmla="*/ 1306474 w 2915191"/>
                <a:gd name="connsiteY134" fmla="*/ 197826 h 354683"/>
                <a:gd name="connsiteX135" fmla="*/ 1316218 w 2915191"/>
                <a:gd name="connsiteY135" fmla="*/ 192905 h 354683"/>
                <a:gd name="connsiteX136" fmla="*/ 1325977 w 2915191"/>
                <a:gd name="connsiteY136" fmla="*/ 190074 h 354683"/>
                <a:gd name="connsiteX137" fmla="*/ 1335721 w 2915191"/>
                <a:gd name="connsiteY137" fmla="*/ 174443 h 354683"/>
                <a:gd name="connsiteX138" fmla="*/ 1345465 w 2915191"/>
                <a:gd name="connsiteY138" fmla="*/ 183247 h 354683"/>
                <a:gd name="connsiteX139" fmla="*/ 1355224 w 2915191"/>
                <a:gd name="connsiteY139" fmla="*/ 174977 h 354683"/>
                <a:gd name="connsiteX140" fmla="*/ 1364967 w 2915191"/>
                <a:gd name="connsiteY140" fmla="*/ 148924 h 354683"/>
                <a:gd name="connsiteX141" fmla="*/ 1374726 w 2915191"/>
                <a:gd name="connsiteY141" fmla="*/ 138820 h 354683"/>
                <a:gd name="connsiteX142" fmla="*/ 1384470 w 2915191"/>
                <a:gd name="connsiteY142" fmla="*/ 92912 h 354683"/>
                <a:gd name="connsiteX143" fmla="*/ 1394214 w 2915191"/>
                <a:gd name="connsiteY143" fmla="*/ 84123 h 354683"/>
                <a:gd name="connsiteX144" fmla="*/ 1403973 w 2915191"/>
                <a:gd name="connsiteY144" fmla="*/ 85070 h 354683"/>
                <a:gd name="connsiteX145" fmla="*/ 1413717 w 2915191"/>
                <a:gd name="connsiteY145" fmla="*/ 81414 h 354683"/>
                <a:gd name="connsiteX146" fmla="*/ 1423476 w 2915191"/>
                <a:gd name="connsiteY146" fmla="*/ 82899 h 354683"/>
                <a:gd name="connsiteX147" fmla="*/ 1433220 w 2915191"/>
                <a:gd name="connsiteY147" fmla="*/ 66712 h 354683"/>
                <a:gd name="connsiteX148" fmla="*/ 1442964 w 2915191"/>
                <a:gd name="connsiteY148" fmla="*/ 79488 h 354683"/>
                <a:gd name="connsiteX149" fmla="*/ 1452722 w 2915191"/>
                <a:gd name="connsiteY149" fmla="*/ 100693 h 354683"/>
                <a:gd name="connsiteX150" fmla="*/ 1462466 w 2915191"/>
                <a:gd name="connsiteY150" fmla="*/ 69297 h 354683"/>
                <a:gd name="connsiteX151" fmla="*/ 1472225 w 2915191"/>
                <a:gd name="connsiteY151" fmla="*/ 58993 h 354683"/>
                <a:gd name="connsiteX152" fmla="*/ 1481969 w 2915191"/>
                <a:gd name="connsiteY152" fmla="*/ 49070 h 354683"/>
                <a:gd name="connsiteX153" fmla="*/ 1491713 w 2915191"/>
                <a:gd name="connsiteY153" fmla="*/ 60870 h 354683"/>
                <a:gd name="connsiteX154" fmla="*/ 1501472 w 2915191"/>
                <a:gd name="connsiteY154" fmla="*/ 97454 h 354683"/>
                <a:gd name="connsiteX155" fmla="*/ 1511216 w 2915191"/>
                <a:gd name="connsiteY155" fmla="*/ 101475 h 354683"/>
                <a:gd name="connsiteX156" fmla="*/ 1520960 w 2915191"/>
                <a:gd name="connsiteY156" fmla="*/ 125800 h 354683"/>
                <a:gd name="connsiteX157" fmla="*/ 1530719 w 2915191"/>
                <a:gd name="connsiteY157" fmla="*/ 112014 h 354683"/>
                <a:gd name="connsiteX158" fmla="*/ 1540463 w 2915191"/>
                <a:gd name="connsiteY158" fmla="*/ 77844 h 354683"/>
                <a:gd name="connsiteX159" fmla="*/ 1550221 w 2915191"/>
                <a:gd name="connsiteY159" fmla="*/ 50172 h 354683"/>
                <a:gd name="connsiteX160" fmla="*/ 1559965 w 2915191"/>
                <a:gd name="connsiteY160" fmla="*/ 53060 h 354683"/>
                <a:gd name="connsiteX161" fmla="*/ 1569709 w 2915191"/>
                <a:gd name="connsiteY161" fmla="*/ 61203 h 354683"/>
                <a:gd name="connsiteX162" fmla="*/ 1579468 w 2915191"/>
                <a:gd name="connsiteY162" fmla="*/ 71368 h 354683"/>
                <a:gd name="connsiteX163" fmla="*/ 1589212 w 2915191"/>
                <a:gd name="connsiteY163" fmla="*/ 98035 h 354683"/>
                <a:gd name="connsiteX164" fmla="*/ 1598971 w 2915191"/>
                <a:gd name="connsiteY164" fmla="*/ 130649 h 354683"/>
                <a:gd name="connsiteX165" fmla="*/ 1608715 w 2915191"/>
                <a:gd name="connsiteY165" fmla="*/ 110945 h 354683"/>
                <a:gd name="connsiteX166" fmla="*/ 1618459 w 2915191"/>
                <a:gd name="connsiteY166" fmla="*/ 94254 h 354683"/>
                <a:gd name="connsiteX167" fmla="*/ 1628218 w 2915191"/>
                <a:gd name="connsiteY167" fmla="*/ 47356 h 354683"/>
                <a:gd name="connsiteX168" fmla="*/ 1637962 w 2915191"/>
                <a:gd name="connsiteY168" fmla="*/ 96700 h 354683"/>
                <a:gd name="connsiteX169" fmla="*/ 1647720 w 2915191"/>
                <a:gd name="connsiteY169" fmla="*/ 70337 h 354683"/>
                <a:gd name="connsiteX170" fmla="*/ 1657464 w 2915191"/>
                <a:gd name="connsiteY170" fmla="*/ 93396 h 354683"/>
                <a:gd name="connsiteX171" fmla="*/ 1667208 w 2915191"/>
                <a:gd name="connsiteY171" fmla="*/ 92745 h 354683"/>
                <a:gd name="connsiteX172" fmla="*/ 1676967 w 2915191"/>
                <a:gd name="connsiteY172" fmla="*/ 120095 h 354683"/>
                <a:gd name="connsiteX173" fmla="*/ 1686711 w 2915191"/>
                <a:gd name="connsiteY173" fmla="*/ 117891 h 354683"/>
                <a:gd name="connsiteX174" fmla="*/ 1696470 w 2915191"/>
                <a:gd name="connsiteY174" fmla="*/ 152534 h 354683"/>
                <a:gd name="connsiteX175" fmla="*/ 1706214 w 2915191"/>
                <a:gd name="connsiteY175" fmla="*/ 136799 h 354683"/>
                <a:gd name="connsiteX176" fmla="*/ 1715958 w 2915191"/>
                <a:gd name="connsiteY176" fmla="*/ 152662 h 354683"/>
                <a:gd name="connsiteX177" fmla="*/ 1725716 w 2915191"/>
                <a:gd name="connsiteY177" fmla="*/ 143544 h 354683"/>
                <a:gd name="connsiteX178" fmla="*/ 1735460 w 2915191"/>
                <a:gd name="connsiteY178" fmla="*/ 115388 h 354683"/>
                <a:gd name="connsiteX179" fmla="*/ 1745219 w 2915191"/>
                <a:gd name="connsiteY179" fmla="*/ 108570 h 354683"/>
                <a:gd name="connsiteX180" fmla="*/ 1754963 w 2915191"/>
                <a:gd name="connsiteY180" fmla="*/ 113205 h 354683"/>
                <a:gd name="connsiteX181" fmla="*/ 1764707 w 2915191"/>
                <a:gd name="connsiteY181" fmla="*/ 103746 h 354683"/>
                <a:gd name="connsiteX182" fmla="*/ 1774466 w 2915191"/>
                <a:gd name="connsiteY182" fmla="*/ 89728 h 354683"/>
                <a:gd name="connsiteX183" fmla="*/ 1784210 w 2915191"/>
                <a:gd name="connsiteY183" fmla="*/ 54895 h 354683"/>
                <a:gd name="connsiteX184" fmla="*/ 1793969 w 2915191"/>
                <a:gd name="connsiteY184" fmla="*/ 70643 h 354683"/>
                <a:gd name="connsiteX185" fmla="*/ 1803713 w 2915191"/>
                <a:gd name="connsiteY185" fmla="*/ 84264 h 354683"/>
                <a:gd name="connsiteX186" fmla="*/ 1813457 w 2915191"/>
                <a:gd name="connsiteY186" fmla="*/ 72385 h 354683"/>
                <a:gd name="connsiteX187" fmla="*/ 1823215 w 2915191"/>
                <a:gd name="connsiteY187" fmla="*/ 56494 h 354683"/>
                <a:gd name="connsiteX188" fmla="*/ 1832959 w 2915191"/>
                <a:gd name="connsiteY188" fmla="*/ 34572 h 354683"/>
                <a:gd name="connsiteX189" fmla="*/ 1842703 w 2915191"/>
                <a:gd name="connsiteY189" fmla="*/ 28807 h 354683"/>
                <a:gd name="connsiteX190" fmla="*/ 1852462 w 2915191"/>
                <a:gd name="connsiteY190" fmla="*/ 48122 h 354683"/>
                <a:gd name="connsiteX191" fmla="*/ 1862206 w 2915191"/>
                <a:gd name="connsiteY191" fmla="*/ 59451 h 354683"/>
                <a:gd name="connsiteX192" fmla="*/ 1871965 w 2915191"/>
                <a:gd name="connsiteY192" fmla="*/ 56762 h 354683"/>
                <a:gd name="connsiteX193" fmla="*/ 1881709 w 2915191"/>
                <a:gd name="connsiteY193" fmla="*/ 64913 h 354683"/>
                <a:gd name="connsiteX194" fmla="*/ 1891453 w 2915191"/>
                <a:gd name="connsiteY194" fmla="*/ 72409 h 354683"/>
                <a:gd name="connsiteX195" fmla="*/ 1901212 w 2915191"/>
                <a:gd name="connsiteY195" fmla="*/ 44654 h 354683"/>
                <a:gd name="connsiteX196" fmla="*/ 1910956 w 2915191"/>
                <a:gd name="connsiteY196" fmla="*/ 9884 h 354683"/>
                <a:gd name="connsiteX197" fmla="*/ 1920714 w 2915191"/>
                <a:gd name="connsiteY197" fmla="*/ 43721 h 354683"/>
                <a:gd name="connsiteX198" fmla="*/ 1930458 w 2915191"/>
                <a:gd name="connsiteY198" fmla="*/ 17058 h 354683"/>
                <a:gd name="connsiteX199" fmla="*/ 1940202 w 2915191"/>
                <a:gd name="connsiteY199" fmla="*/ 18691 h 354683"/>
                <a:gd name="connsiteX200" fmla="*/ 1949961 w 2915191"/>
                <a:gd name="connsiteY200" fmla="*/ 25068 h 354683"/>
                <a:gd name="connsiteX201" fmla="*/ 1959705 w 2915191"/>
                <a:gd name="connsiteY201" fmla="*/ 10767 h 354683"/>
                <a:gd name="connsiteX202" fmla="*/ 1969464 w 2915191"/>
                <a:gd name="connsiteY202" fmla="*/ 60466 h 354683"/>
                <a:gd name="connsiteX203" fmla="*/ 1979208 w 2915191"/>
                <a:gd name="connsiteY203" fmla="*/ 41231 h 354683"/>
                <a:gd name="connsiteX204" fmla="*/ 1988952 w 2915191"/>
                <a:gd name="connsiteY204" fmla="*/ 28159 h 354683"/>
                <a:gd name="connsiteX205" fmla="*/ 1998711 w 2915191"/>
                <a:gd name="connsiteY205" fmla="*/ 2886 h 354683"/>
                <a:gd name="connsiteX206" fmla="*/ 2008454 w 2915191"/>
                <a:gd name="connsiteY206" fmla="*/ 13375 h 354683"/>
                <a:gd name="connsiteX207" fmla="*/ 2018213 w 2915191"/>
                <a:gd name="connsiteY207" fmla="*/ 52011 h 354683"/>
                <a:gd name="connsiteX208" fmla="*/ 2027957 w 2915191"/>
                <a:gd name="connsiteY208" fmla="*/ 21423 h 354683"/>
                <a:gd name="connsiteX209" fmla="*/ 2037701 w 2915191"/>
                <a:gd name="connsiteY209" fmla="*/ 59900 h 354683"/>
                <a:gd name="connsiteX210" fmla="*/ 2047460 w 2915191"/>
                <a:gd name="connsiteY210" fmla="*/ 57127 h 354683"/>
                <a:gd name="connsiteX211" fmla="*/ 2057204 w 2915191"/>
                <a:gd name="connsiteY211" fmla="*/ 52961 h 354683"/>
                <a:gd name="connsiteX212" fmla="*/ 2066963 w 2915191"/>
                <a:gd name="connsiteY212" fmla="*/ 28919 h 354683"/>
                <a:gd name="connsiteX213" fmla="*/ 2076707 w 2915191"/>
                <a:gd name="connsiteY213" fmla="*/ 35361 h 354683"/>
                <a:gd name="connsiteX214" fmla="*/ 2086451 w 2915191"/>
                <a:gd name="connsiteY214" fmla="*/ 30720 h 354683"/>
                <a:gd name="connsiteX215" fmla="*/ 2096210 w 2915191"/>
                <a:gd name="connsiteY215" fmla="*/ 73680 h 354683"/>
                <a:gd name="connsiteX216" fmla="*/ 2105954 w 2915191"/>
                <a:gd name="connsiteY216" fmla="*/ 81667 h 354683"/>
                <a:gd name="connsiteX217" fmla="*/ 2115697 w 2915191"/>
                <a:gd name="connsiteY217" fmla="*/ 90231 h 354683"/>
                <a:gd name="connsiteX218" fmla="*/ 2125456 w 2915191"/>
                <a:gd name="connsiteY218" fmla="*/ 124640 h 354683"/>
                <a:gd name="connsiteX219" fmla="*/ 2135200 w 2915191"/>
                <a:gd name="connsiteY219" fmla="*/ 121503 h 354683"/>
                <a:gd name="connsiteX220" fmla="*/ 2144959 w 2915191"/>
                <a:gd name="connsiteY220" fmla="*/ 94947 h 354683"/>
                <a:gd name="connsiteX221" fmla="*/ 2154703 w 2915191"/>
                <a:gd name="connsiteY221" fmla="*/ 114695 h 354683"/>
                <a:gd name="connsiteX222" fmla="*/ 2164447 w 2915191"/>
                <a:gd name="connsiteY222" fmla="*/ 106860 h 354683"/>
                <a:gd name="connsiteX223" fmla="*/ 2174206 w 2915191"/>
                <a:gd name="connsiteY223" fmla="*/ 90739 h 354683"/>
                <a:gd name="connsiteX224" fmla="*/ 2183950 w 2915191"/>
                <a:gd name="connsiteY224" fmla="*/ 62212 h 354683"/>
                <a:gd name="connsiteX225" fmla="*/ 2193709 w 2915191"/>
                <a:gd name="connsiteY225" fmla="*/ 85392 h 354683"/>
                <a:gd name="connsiteX226" fmla="*/ 2203452 w 2915191"/>
                <a:gd name="connsiteY226" fmla="*/ 87138 h 354683"/>
                <a:gd name="connsiteX227" fmla="*/ 2213196 w 2915191"/>
                <a:gd name="connsiteY227" fmla="*/ 115574 h 354683"/>
                <a:gd name="connsiteX228" fmla="*/ 2222955 w 2915191"/>
                <a:gd name="connsiteY228" fmla="*/ 115516 h 354683"/>
                <a:gd name="connsiteX229" fmla="*/ 2232699 w 2915191"/>
                <a:gd name="connsiteY229" fmla="*/ 95577 h 354683"/>
                <a:gd name="connsiteX230" fmla="*/ 2242458 w 2915191"/>
                <a:gd name="connsiteY230" fmla="*/ 112641 h 354683"/>
                <a:gd name="connsiteX231" fmla="*/ 2252202 w 2915191"/>
                <a:gd name="connsiteY231" fmla="*/ 95544 h 354683"/>
                <a:gd name="connsiteX232" fmla="*/ 2261946 w 2915191"/>
                <a:gd name="connsiteY232" fmla="*/ 86743 h 354683"/>
                <a:gd name="connsiteX233" fmla="*/ 2271705 w 2915191"/>
                <a:gd name="connsiteY233" fmla="*/ 95042 h 354683"/>
                <a:gd name="connsiteX234" fmla="*/ 2281449 w 2915191"/>
                <a:gd name="connsiteY234" fmla="*/ 81708 h 354683"/>
                <a:gd name="connsiteX235" fmla="*/ 2291208 w 2915191"/>
                <a:gd name="connsiteY235" fmla="*/ 78203 h 354683"/>
                <a:gd name="connsiteX236" fmla="*/ 2300951 w 2915191"/>
                <a:gd name="connsiteY236" fmla="*/ 42073 h 354683"/>
                <a:gd name="connsiteX237" fmla="*/ 2310695 w 2915191"/>
                <a:gd name="connsiteY237" fmla="*/ 21991 h 354683"/>
                <a:gd name="connsiteX238" fmla="*/ 2320454 w 2915191"/>
                <a:gd name="connsiteY238" fmla="*/ 26876 h 354683"/>
                <a:gd name="connsiteX239" fmla="*/ 2330198 w 2915191"/>
                <a:gd name="connsiteY239" fmla="*/ 46336 h 354683"/>
                <a:gd name="connsiteX240" fmla="*/ 2339957 w 2915191"/>
                <a:gd name="connsiteY240" fmla="*/ 30224 h 354683"/>
                <a:gd name="connsiteX241" fmla="*/ 2349701 w 2915191"/>
                <a:gd name="connsiteY241" fmla="*/ 29046 h 354683"/>
                <a:gd name="connsiteX242" fmla="*/ 2359445 w 2915191"/>
                <a:gd name="connsiteY242" fmla="*/ 17761 h 354683"/>
                <a:gd name="connsiteX243" fmla="*/ 2369204 w 2915191"/>
                <a:gd name="connsiteY243" fmla="*/ 2715 h 354683"/>
                <a:gd name="connsiteX244" fmla="*/ 2378948 w 2915191"/>
                <a:gd name="connsiteY244" fmla="*/ 9757 h 354683"/>
                <a:gd name="connsiteX245" fmla="*/ 2388692 w 2915191"/>
                <a:gd name="connsiteY245" fmla="*/ 14906 h 354683"/>
                <a:gd name="connsiteX246" fmla="*/ 2398450 w 2915191"/>
                <a:gd name="connsiteY246" fmla="*/ 1637 h 354683"/>
                <a:gd name="connsiteX247" fmla="*/ 2408194 w 2915191"/>
                <a:gd name="connsiteY247" fmla="*/ 0 h 354683"/>
                <a:gd name="connsiteX248" fmla="*/ 2417953 w 2915191"/>
                <a:gd name="connsiteY248" fmla="*/ 10994 h 354683"/>
                <a:gd name="connsiteX249" fmla="*/ 2427697 w 2915191"/>
                <a:gd name="connsiteY249" fmla="*/ 18770 h 354683"/>
                <a:gd name="connsiteX250" fmla="*/ 2437441 w 2915191"/>
                <a:gd name="connsiteY250" fmla="*/ 16504 h 354683"/>
                <a:gd name="connsiteX251" fmla="*/ 2447200 w 2915191"/>
                <a:gd name="connsiteY251" fmla="*/ 7584 h 354683"/>
                <a:gd name="connsiteX252" fmla="*/ 2456944 w 2915191"/>
                <a:gd name="connsiteY252" fmla="*/ 39789 h 354683"/>
                <a:gd name="connsiteX253" fmla="*/ 2466703 w 2915191"/>
                <a:gd name="connsiteY253" fmla="*/ 63176 h 354683"/>
                <a:gd name="connsiteX254" fmla="*/ 2476446 w 2915191"/>
                <a:gd name="connsiteY254" fmla="*/ 69197 h 354683"/>
                <a:gd name="connsiteX255" fmla="*/ 2486190 w 2915191"/>
                <a:gd name="connsiteY255" fmla="*/ 51570 h 354683"/>
                <a:gd name="connsiteX256" fmla="*/ 2495949 w 2915191"/>
                <a:gd name="connsiteY256" fmla="*/ 82657 h 354683"/>
                <a:gd name="connsiteX257" fmla="*/ 2505693 w 2915191"/>
                <a:gd name="connsiteY257" fmla="*/ 33710 h 354683"/>
                <a:gd name="connsiteX258" fmla="*/ 2515452 w 2915191"/>
                <a:gd name="connsiteY258" fmla="*/ 26256 h 354683"/>
                <a:gd name="connsiteX259" fmla="*/ 2525196 w 2915191"/>
                <a:gd name="connsiteY259" fmla="*/ 43746 h 354683"/>
                <a:gd name="connsiteX260" fmla="*/ 2534940 w 2915191"/>
                <a:gd name="connsiteY260" fmla="*/ 79021 h 354683"/>
                <a:gd name="connsiteX261" fmla="*/ 2544699 w 2915191"/>
                <a:gd name="connsiteY261" fmla="*/ 62357 h 354683"/>
                <a:gd name="connsiteX262" fmla="*/ 2554443 w 2915191"/>
                <a:gd name="connsiteY262" fmla="*/ 87599 h 354683"/>
                <a:gd name="connsiteX263" fmla="*/ 2564202 w 2915191"/>
                <a:gd name="connsiteY263" fmla="*/ 107151 h 354683"/>
                <a:gd name="connsiteX264" fmla="*/ 2573946 w 2915191"/>
                <a:gd name="connsiteY264" fmla="*/ 102998 h 354683"/>
                <a:gd name="connsiteX265" fmla="*/ 2583690 w 2915191"/>
                <a:gd name="connsiteY265" fmla="*/ 73556 h 354683"/>
                <a:gd name="connsiteX266" fmla="*/ 2593448 w 2915191"/>
                <a:gd name="connsiteY266" fmla="*/ 71362 h 354683"/>
                <a:gd name="connsiteX267" fmla="*/ 2603192 w 2915191"/>
                <a:gd name="connsiteY267" fmla="*/ 98835 h 354683"/>
                <a:gd name="connsiteX268" fmla="*/ 2612951 w 2915191"/>
                <a:gd name="connsiteY268" fmla="*/ 118858 h 354683"/>
                <a:gd name="connsiteX269" fmla="*/ 2622695 w 2915191"/>
                <a:gd name="connsiteY269" fmla="*/ 144620 h 354683"/>
                <a:gd name="connsiteX270" fmla="*/ 2632439 w 2915191"/>
                <a:gd name="connsiteY270" fmla="*/ 159655 h 354683"/>
                <a:gd name="connsiteX271" fmla="*/ 2642198 w 2915191"/>
                <a:gd name="connsiteY271" fmla="*/ 170027 h 354683"/>
                <a:gd name="connsiteX272" fmla="*/ 2651942 w 2915191"/>
                <a:gd name="connsiteY272" fmla="*/ 196075 h 354683"/>
                <a:gd name="connsiteX273" fmla="*/ 2661685 w 2915191"/>
                <a:gd name="connsiteY273" fmla="*/ 181969 h 354683"/>
                <a:gd name="connsiteX274" fmla="*/ 2671444 w 2915191"/>
                <a:gd name="connsiteY274" fmla="*/ 169381 h 354683"/>
                <a:gd name="connsiteX275" fmla="*/ 2681188 w 2915191"/>
                <a:gd name="connsiteY275" fmla="*/ 168764 h 354683"/>
                <a:gd name="connsiteX276" fmla="*/ 2690947 w 2915191"/>
                <a:gd name="connsiteY276" fmla="*/ 169023 h 354683"/>
                <a:gd name="connsiteX277" fmla="*/ 2700691 w 2915191"/>
                <a:gd name="connsiteY277" fmla="*/ 203145 h 354683"/>
                <a:gd name="connsiteX278" fmla="*/ 2710435 w 2915191"/>
                <a:gd name="connsiteY278" fmla="*/ 190564 h 354683"/>
                <a:gd name="connsiteX279" fmla="*/ 2720194 w 2915191"/>
                <a:gd name="connsiteY279" fmla="*/ 230675 h 354683"/>
                <a:gd name="connsiteX280" fmla="*/ 2729938 w 2915191"/>
                <a:gd name="connsiteY280" fmla="*/ 245529 h 354683"/>
                <a:gd name="connsiteX281" fmla="*/ 2739697 w 2915191"/>
                <a:gd name="connsiteY281" fmla="*/ 290433 h 354683"/>
                <a:gd name="connsiteX282" fmla="*/ 2749441 w 2915191"/>
                <a:gd name="connsiteY282" fmla="*/ 300407 h 354683"/>
                <a:gd name="connsiteX283" fmla="*/ 2759185 w 2915191"/>
                <a:gd name="connsiteY283" fmla="*/ 328357 h 354683"/>
                <a:gd name="connsiteX284" fmla="*/ 2768943 w 2915191"/>
                <a:gd name="connsiteY284" fmla="*/ 322156 h 354683"/>
                <a:gd name="connsiteX285" fmla="*/ 2778687 w 2915191"/>
                <a:gd name="connsiteY285" fmla="*/ 294837 h 354683"/>
                <a:gd name="connsiteX286" fmla="*/ 2788446 w 2915191"/>
                <a:gd name="connsiteY286" fmla="*/ 274906 h 354683"/>
                <a:gd name="connsiteX287" fmla="*/ 2798190 w 2915191"/>
                <a:gd name="connsiteY287" fmla="*/ 294203 h 354683"/>
                <a:gd name="connsiteX288" fmla="*/ 2807934 w 2915191"/>
                <a:gd name="connsiteY288" fmla="*/ 263287 h 354683"/>
                <a:gd name="connsiteX289" fmla="*/ 2817693 w 2915191"/>
                <a:gd name="connsiteY289" fmla="*/ 260716 h 354683"/>
                <a:gd name="connsiteX290" fmla="*/ 2827437 w 2915191"/>
                <a:gd name="connsiteY290" fmla="*/ 274034 h 354683"/>
                <a:gd name="connsiteX291" fmla="*/ 2837196 w 2915191"/>
                <a:gd name="connsiteY291" fmla="*/ 296350 h 354683"/>
                <a:gd name="connsiteX292" fmla="*/ 2846940 w 2915191"/>
                <a:gd name="connsiteY292" fmla="*/ 312794 h 354683"/>
                <a:gd name="connsiteX293" fmla="*/ 2856684 w 2915191"/>
                <a:gd name="connsiteY293" fmla="*/ 308373 h 354683"/>
                <a:gd name="connsiteX294" fmla="*/ 2866442 w 2915191"/>
                <a:gd name="connsiteY294" fmla="*/ 330194 h 354683"/>
                <a:gd name="connsiteX295" fmla="*/ 2876186 w 2915191"/>
                <a:gd name="connsiteY295" fmla="*/ 326081 h 354683"/>
                <a:gd name="connsiteX296" fmla="*/ 2885945 w 2915191"/>
                <a:gd name="connsiteY296" fmla="*/ 331633 h 354683"/>
                <a:gd name="connsiteX297" fmla="*/ 2895689 w 2915191"/>
                <a:gd name="connsiteY297" fmla="*/ 328318 h 354683"/>
                <a:gd name="connsiteX298" fmla="*/ 2905433 w 2915191"/>
                <a:gd name="connsiteY298" fmla="*/ 321822 h 354683"/>
                <a:gd name="connsiteX299" fmla="*/ 2915192 w 2915191"/>
                <a:gd name="connsiteY299" fmla="*/ 334277 h 354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54683">
                  <a:moveTo>
                    <a:pt x="0" y="183597"/>
                  </a:moveTo>
                  <a:lnTo>
                    <a:pt x="9750" y="190169"/>
                  </a:lnTo>
                  <a:lnTo>
                    <a:pt x="19500" y="193004"/>
                  </a:lnTo>
                  <a:lnTo>
                    <a:pt x="29250" y="178031"/>
                  </a:lnTo>
                  <a:lnTo>
                    <a:pt x="39000" y="188256"/>
                  </a:lnTo>
                  <a:lnTo>
                    <a:pt x="48749" y="183097"/>
                  </a:lnTo>
                  <a:lnTo>
                    <a:pt x="58499" y="210314"/>
                  </a:lnTo>
                  <a:lnTo>
                    <a:pt x="68249" y="227300"/>
                  </a:lnTo>
                  <a:lnTo>
                    <a:pt x="77998" y="220846"/>
                  </a:lnTo>
                  <a:lnTo>
                    <a:pt x="87748" y="194537"/>
                  </a:lnTo>
                  <a:lnTo>
                    <a:pt x="97497" y="195592"/>
                  </a:lnTo>
                  <a:lnTo>
                    <a:pt x="107247" y="203627"/>
                  </a:lnTo>
                  <a:lnTo>
                    <a:pt x="116997" y="204535"/>
                  </a:lnTo>
                  <a:lnTo>
                    <a:pt x="126747" y="191121"/>
                  </a:lnTo>
                  <a:lnTo>
                    <a:pt x="136497" y="223745"/>
                  </a:lnTo>
                  <a:lnTo>
                    <a:pt x="146247" y="204197"/>
                  </a:lnTo>
                  <a:lnTo>
                    <a:pt x="155997" y="186024"/>
                  </a:lnTo>
                  <a:lnTo>
                    <a:pt x="165747" y="175602"/>
                  </a:lnTo>
                  <a:lnTo>
                    <a:pt x="175497" y="154960"/>
                  </a:lnTo>
                  <a:lnTo>
                    <a:pt x="185247" y="158574"/>
                  </a:lnTo>
                  <a:lnTo>
                    <a:pt x="194996" y="155490"/>
                  </a:lnTo>
                  <a:lnTo>
                    <a:pt x="204746" y="166216"/>
                  </a:lnTo>
                  <a:lnTo>
                    <a:pt x="214495" y="149501"/>
                  </a:lnTo>
                  <a:lnTo>
                    <a:pt x="224245" y="157922"/>
                  </a:lnTo>
                  <a:lnTo>
                    <a:pt x="233995" y="147752"/>
                  </a:lnTo>
                  <a:lnTo>
                    <a:pt x="243744" y="134727"/>
                  </a:lnTo>
                  <a:lnTo>
                    <a:pt x="253494" y="144748"/>
                  </a:lnTo>
                  <a:lnTo>
                    <a:pt x="263244" y="148865"/>
                  </a:lnTo>
                  <a:lnTo>
                    <a:pt x="272994" y="156053"/>
                  </a:lnTo>
                  <a:lnTo>
                    <a:pt x="282744" y="149552"/>
                  </a:lnTo>
                  <a:lnTo>
                    <a:pt x="292494" y="128909"/>
                  </a:lnTo>
                  <a:lnTo>
                    <a:pt x="302244" y="149951"/>
                  </a:lnTo>
                  <a:lnTo>
                    <a:pt x="311994" y="133447"/>
                  </a:lnTo>
                  <a:lnTo>
                    <a:pt x="321744" y="119901"/>
                  </a:lnTo>
                  <a:lnTo>
                    <a:pt x="331493" y="122310"/>
                  </a:lnTo>
                  <a:lnTo>
                    <a:pt x="341243" y="127024"/>
                  </a:lnTo>
                  <a:lnTo>
                    <a:pt x="350993" y="170361"/>
                  </a:lnTo>
                  <a:lnTo>
                    <a:pt x="360742" y="149969"/>
                  </a:lnTo>
                  <a:lnTo>
                    <a:pt x="370492" y="148038"/>
                  </a:lnTo>
                  <a:lnTo>
                    <a:pt x="380241" y="142680"/>
                  </a:lnTo>
                  <a:lnTo>
                    <a:pt x="389991" y="157992"/>
                  </a:lnTo>
                  <a:lnTo>
                    <a:pt x="399741" y="166748"/>
                  </a:lnTo>
                  <a:lnTo>
                    <a:pt x="409491" y="178132"/>
                  </a:lnTo>
                  <a:lnTo>
                    <a:pt x="419241" y="184978"/>
                  </a:lnTo>
                  <a:lnTo>
                    <a:pt x="428991" y="160799"/>
                  </a:lnTo>
                  <a:lnTo>
                    <a:pt x="438741" y="186894"/>
                  </a:lnTo>
                  <a:lnTo>
                    <a:pt x="448491" y="209769"/>
                  </a:lnTo>
                  <a:lnTo>
                    <a:pt x="458241" y="200713"/>
                  </a:lnTo>
                  <a:lnTo>
                    <a:pt x="467991" y="199623"/>
                  </a:lnTo>
                  <a:lnTo>
                    <a:pt x="477740" y="210800"/>
                  </a:lnTo>
                  <a:lnTo>
                    <a:pt x="487490" y="184636"/>
                  </a:lnTo>
                  <a:lnTo>
                    <a:pt x="497239" y="206278"/>
                  </a:lnTo>
                  <a:lnTo>
                    <a:pt x="506989" y="219425"/>
                  </a:lnTo>
                  <a:lnTo>
                    <a:pt x="516738" y="190950"/>
                  </a:lnTo>
                  <a:lnTo>
                    <a:pt x="526488" y="247663"/>
                  </a:lnTo>
                  <a:lnTo>
                    <a:pt x="536238" y="265470"/>
                  </a:lnTo>
                  <a:lnTo>
                    <a:pt x="545988" y="280525"/>
                  </a:lnTo>
                  <a:lnTo>
                    <a:pt x="555738" y="302326"/>
                  </a:lnTo>
                  <a:lnTo>
                    <a:pt x="565488" y="327271"/>
                  </a:lnTo>
                  <a:lnTo>
                    <a:pt x="575238" y="320844"/>
                  </a:lnTo>
                  <a:lnTo>
                    <a:pt x="584988" y="353571"/>
                  </a:lnTo>
                  <a:lnTo>
                    <a:pt x="594738" y="305085"/>
                  </a:lnTo>
                  <a:lnTo>
                    <a:pt x="604488" y="306949"/>
                  </a:lnTo>
                  <a:lnTo>
                    <a:pt x="614237" y="283751"/>
                  </a:lnTo>
                  <a:lnTo>
                    <a:pt x="623987" y="276048"/>
                  </a:lnTo>
                  <a:lnTo>
                    <a:pt x="633736" y="245252"/>
                  </a:lnTo>
                  <a:lnTo>
                    <a:pt x="643486" y="232867"/>
                  </a:lnTo>
                  <a:lnTo>
                    <a:pt x="653236" y="231840"/>
                  </a:lnTo>
                  <a:lnTo>
                    <a:pt x="662985" y="224575"/>
                  </a:lnTo>
                  <a:lnTo>
                    <a:pt x="672735" y="259205"/>
                  </a:lnTo>
                  <a:lnTo>
                    <a:pt x="682485" y="286691"/>
                  </a:lnTo>
                  <a:lnTo>
                    <a:pt x="692235" y="291806"/>
                  </a:lnTo>
                  <a:lnTo>
                    <a:pt x="701985" y="310103"/>
                  </a:lnTo>
                  <a:lnTo>
                    <a:pt x="711735" y="263950"/>
                  </a:lnTo>
                  <a:lnTo>
                    <a:pt x="721485" y="279806"/>
                  </a:lnTo>
                  <a:lnTo>
                    <a:pt x="731235" y="294936"/>
                  </a:lnTo>
                  <a:lnTo>
                    <a:pt x="740985" y="319236"/>
                  </a:lnTo>
                  <a:lnTo>
                    <a:pt x="750734" y="322748"/>
                  </a:lnTo>
                  <a:lnTo>
                    <a:pt x="760484" y="325944"/>
                  </a:lnTo>
                  <a:lnTo>
                    <a:pt x="770233" y="354684"/>
                  </a:lnTo>
                  <a:lnTo>
                    <a:pt x="779983" y="310538"/>
                  </a:lnTo>
                  <a:lnTo>
                    <a:pt x="789733" y="312558"/>
                  </a:lnTo>
                  <a:lnTo>
                    <a:pt x="799482" y="332365"/>
                  </a:lnTo>
                  <a:lnTo>
                    <a:pt x="809232" y="301067"/>
                  </a:lnTo>
                  <a:lnTo>
                    <a:pt x="818982" y="304212"/>
                  </a:lnTo>
                  <a:lnTo>
                    <a:pt x="828732" y="305468"/>
                  </a:lnTo>
                  <a:lnTo>
                    <a:pt x="838482" y="301006"/>
                  </a:lnTo>
                  <a:lnTo>
                    <a:pt x="848232" y="279548"/>
                  </a:lnTo>
                  <a:lnTo>
                    <a:pt x="857982" y="263521"/>
                  </a:lnTo>
                  <a:lnTo>
                    <a:pt x="867732" y="238819"/>
                  </a:lnTo>
                  <a:lnTo>
                    <a:pt x="877482" y="223108"/>
                  </a:lnTo>
                  <a:lnTo>
                    <a:pt x="887231" y="236976"/>
                  </a:lnTo>
                  <a:lnTo>
                    <a:pt x="896981" y="224735"/>
                  </a:lnTo>
                  <a:lnTo>
                    <a:pt x="906730" y="211707"/>
                  </a:lnTo>
                  <a:lnTo>
                    <a:pt x="916480" y="170949"/>
                  </a:lnTo>
                  <a:lnTo>
                    <a:pt x="926230" y="158825"/>
                  </a:lnTo>
                  <a:lnTo>
                    <a:pt x="935979" y="172048"/>
                  </a:lnTo>
                  <a:lnTo>
                    <a:pt x="945729" y="168963"/>
                  </a:lnTo>
                  <a:lnTo>
                    <a:pt x="955479" y="166818"/>
                  </a:lnTo>
                  <a:lnTo>
                    <a:pt x="965229" y="169588"/>
                  </a:lnTo>
                  <a:lnTo>
                    <a:pt x="974979" y="154538"/>
                  </a:lnTo>
                  <a:lnTo>
                    <a:pt x="984729" y="163490"/>
                  </a:lnTo>
                  <a:lnTo>
                    <a:pt x="994474" y="149952"/>
                  </a:lnTo>
                  <a:lnTo>
                    <a:pt x="1004233" y="159802"/>
                  </a:lnTo>
                  <a:lnTo>
                    <a:pt x="1013977" y="154236"/>
                  </a:lnTo>
                  <a:lnTo>
                    <a:pt x="1023721" y="168613"/>
                  </a:lnTo>
                  <a:lnTo>
                    <a:pt x="1033480" y="158415"/>
                  </a:lnTo>
                  <a:lnTo>
                    <a:pt x="1043224" y="173371"/>
                  </a:lnTo>
                  <a:lnTo>
                    <a:pt x="1052983" y="200250"/>
                  </a:lnTo>
                  <a:lnTo>
                    <a:pt x="1062727" y="202230"/>
                  </a:lnTo>
                  <a:lnTo>
                    <a:pt x="1072471" y="191166"/>
                  </a:lnTo>
                  <a:lnTo>
                    <a:pt x="1082230" y="227248"/>
                  </a:lnTo>
                  <a:lnTo>
                    <a:pt x="1091973" y="233194"/>
                  </a:lnTo>
                  <a:lnTo>
                    <a:pt x="1101732" y="234827"/>
                  </a:lnTo>
                  <a:lnTo>
                    <a:pt x="1111476" y="244041"/>
                  </a:lnTo>
                  <a:lnTo>
                    <a:pt x="1121220" y="240730"/>
                  </a:lnTo>
                  <a:lnTo>
                    <a:pt x="1130979" y="235306"/>
                  </a:lnTo>
                  <a:lnTo>
                    <a:pt x="1140723" y="231296"/>
                  </a:lnTo>
                  <a:lnTo>
                    <a:pt x="1150482" y="257611"/>
                  </a:lnTo>
                  <a:lnTo>
                    <a:pt x="1160226" y="252927"/>
                  </a:lnTo>
                  <a:lnTo>
                    <a:pt x="1169969" y="239991"/>
                  </a:lnTo>
                  <a:lnTo>
                    <a:pt x="1179728" y="221309"/>
                  </a:lnTo>
                  <a:lnTo>
                    <a:pt x="1189472" y="184753"/>
                  </a:lnTo>
                  <a:lnTo>
                    <a:pt x="1199231" y="191231"/>
                  </a:lnTo>
                  <a:lnTo>
                    <a:pt x="1208975" y="208352"/>
                  </a:lnTo>
                  <a:lnTo>
                    <a:pt x="1218719" y="200286"/>
                  </a:lnTo>
                  <a:lnTo>
                    <a:pt x="1228478" y="193007"/>
                  </a:lnTo>
                  <a:lnTo>
                    <a:pt x="1238222" y="179957"/>
                  </a:lnTo>
                  <a:lnTo>
                    <a:pt x="1247966" y="151356"/>
                  </a:lnTo>
                  <a:lnTo>
                    <a:pt x="1257725" y="128361"/>
                  </a:lnTo>
                  <a:lnTo>
                    <a:pt x="1267469" y="189852"/>
                  </a:lnTo>
                  <a:lnTo>
                    <a:pt x="1277227" y="166434"/>
                  </a:lnTo>
                  <a:lnTo>
                    <a:pt x="1286971" y="133569"/>
                  </a:lnTo>
                  <a:lnTo>
                    <a:pt x="1296715" y="173585"/>
                  </a:lnTo>
                  <a:lnTo>
                    <a:pt x="1306474" y="197826"/>
                  </a:lnTo>
                  <a:lnTo>
                    <a:pt x="1316218" y="192905"/>
                  </a:lnTo>
                  <a:lnTo>
                    <a:pt x="1325977" y="190074"/>
                  </a:lnTo>
                  <a:lnTo>
                    <a:pt x="1335721" y="174443"/>
                  </a:lnTo>
                  <a:lnTo>
                    <a:pt x="1345465" y="183247"/>
                  </a:lnTo>
                  <a:lnTo>
                    <a:pt x="1355224" y="174977"/>
                  </a:lnTo>
                  <a:lnTo>
                    <a:pt x="1364967" y="148924"/>
                  </a:lnTo>
                  <a:lnTo>
                    <a:pt x="1374726" y="138820"/>
                  </a:lnTo>
                  <a:lnTo>
                    <a:pt x="1384470" y="92912"/>
                  </a:lnTo>
                  <a:lnTo>
                    <a:pt x="1394214" y="84123"/>
                  </a:lnTo>
                  <a:lnTo>
                    <a:pt x="1403973" y="85070"/>
                  </a:lnTo>
                  <a:lnTo>
                    <a:pt x="1413717" y="81414"/>
                  </a:lnTo>
                  <a:lnTo>
                    <a:pt x="1423476" y="82899"/>
                  </a:lnTo>
                  <a:lnTo>
                    <a:pt x="1433220" y="66712"/>
                  </a:lnTo>
                  <a:lnTo>
                    <a:pt x="1442964" y="79488"/>
                  </a:lnTo>
                  <a:lnTo>
                    <a:pt x="1452722" y="100693"/>
                  </a:lnTo>
                  <a:lnTo>
                    <a:pt x="1462466" y="69297"/>
                  </a:lnTo>
                  <a:lnTo>
                    <a:pt x="1472225" y="58993"/>
                  </a:lnTo>
                  <a:lnTo>
                    <a:pt x="1481969" y="49070"/>
                  </a:lnTo>
                  <a:lnTo>
                    <a:pt x="1491713" y="60870"/>
                  </a:lnTo>
                  <a:lnTo>
                    <a:pt x="1501472" y="97454"/>
                  </a:lnTo>
                  <a:lnTo>
                    <a:pt x="1511216" y="101475"/>
                  </a:lnTo>
                  <a:lnTo>
                    <a:pt x="1520960" y="125800"/>
                  </a:lnTo>
                  <a:lnTo>
                    <a:pt x="1530719" y="112014"/>
                  </a:lnTo>
                  <a:lnTo>
                    <a:pt x="1540463" y="77844"/>
                  </a:lnTo>
                  <a:lnTo>
                    <a:pt x="1550221" y="50172"/>
                  </a:lnTo>
                  <a:lnTo>
                    <a:pt x="1559965" y="53060"/>
                  </a:lnTo>
                  <a:lnTo>
                    <a:pt x="1569709" y="61203"/>
                  </a:lnTo>
                  <a:lnTo>
                    <a:pt x="1579468" y="71368"/>
                  </a:lnTo>
                  <a:lnTo>
                    <a:pt x="1589212" y="98035"/>
                  </a:lnTo>
                  <a:lnTo>
                    <a:pt x="1598971" y="130649"/>
                  </a:lnTo>
                  <a:lnTo>
                    <a:pt x="1608715" y="110945"/>
                  </a:lnTo>
                  <a:lnTo>
                    <a:pt x="1618459" y="94254"/>
                  </a:lnTo>
                  <a:lnTo>
                    <a:pt x="1628218" y="47356"/>
                  </a:lnTo>
                  <a:lnTo>
                    <a:pt x="1637962" y="96700"/>
                  </a:lnTo>
                  <a:lnTo>
                    <a:pt x="1647720" y="70337"/>
                  </a:lnTo>
                  <a:lnTo>
                    <a:pt x="1657464" y="93396"/>
                  </a:lnTo>
                  <a:lnTo>
                    <a:pt x="1667208" y="92745"/>
                  </a:lnTo>
                  <a:lnTo>
                    <a:pt x="1676967" y="120095"/>
                  </a:lnTo>
                  <a:lnTo>
                    <a:pt x="1686711" y="117891"/>
                  </a:lnTo>
                  <a:lnTo>
                    <a:pt x="1696470" y="152534"/>
                  </a:lnTo>
                  <a:lnTo>
                    <a:pt x="1706214" y="136799"/>
                  </a:lnTo>
                  <a:lnTo>
                    <a:pt x="1715958" y="152662"/>
                  </a:lnTo>
                  <a:lnTo>
                    <a:pt x="1725716" y="143544"/>
                  </a:lnTo>
                  <a:lnTo>
                    <a:pt x="1735460" y="115388"/>
                  </a:lnTo>
                  <a:lnTo>
                    <a:pt x="1745219" y="108570"/>
                  </a:lnTo>
                  <a:lnTo>
                    <a:pt x="1754963" y="113205"/>
                  </a:lnTo>
                  <a:lnTo>
                    <a:pt x="1764707" y="103746"/>
                  </a:lnTo>
                  <a:lnTo>
                    <a:pt x="1774466" y="89728"/>
                  </a:lnTo>
                  <a:lnTo>
                    <a:pt x="1784210" y="54895"/>
                  </a:lnTo>
                  <a:lnTo>
                    <a:pt x="1793969" y="70643"/>
                  </a:lnTo>
                  <a:lnTo>
                    <a:pt x="1803713" y="84264"/>
                  </a:lnTo>
                  <a:lnTo>
                    <a:pt x="1813457" y="72385"/>
                  </a:lnTo>
                  <a:lnTo>
                    <a:pt x="1823215" y="56494"/>
                  </a:lnTo>
                  <a:lnTo>
                    <a:pt x="1832959" y="34572"/>
                  </a:lnTo>
                  <a:lnTo>
                    <a:pt x="1842703" y="28807"/>
                  </a:lnTo>
                  <a:lnTo>
                    <a:pt x="1852462" y="48122"/>
                  </a:lnTo>
                  <a:lnTo>
                    <a:pt x="1862206" y="59451"/>
                  </a:lnTo>
                  <a:lnTo>
                    <a:pt x="1871965" y="56762"/>
                  </a:lnTo>
                  <a:lnTo>
                    <a:pt x="1881709" y="64913"/>
                  </a:lnTo>
                  <a:lnTo>
                    <a:pt x="1891453" y="72409"/>
                  </a:lnTo>
                  <a:lnTo>
                    <a:pt x="1901212" y="44654"/>
                  </a:lnTo>
                  <a:lnTo>
                    <a:pt x="1910956" y="9884"/>
                  </a:lnTo>
                  <a:lnTo>
                    <a:pt x="1920714" y="43721"/>
                  </a:lnTo>
                  <a:lnTo>
                    <a:pt x="1930458" y="17058"/>
                  </a:lnTo>
                  <a:lnTo>
                    <a:pt x="1940202" y="18691"/>
                  </a:lnTo>
                  <a:lnTo>
                    <a:pt x="1949961" y="25068"/>
                  </a:lnTo>
                  <a:lnTo>
                    <a:pt x="1959705" y="10767"/>
                  </a:lnTo>
                  <a:lnTo>
                    <a:pt x="1969464" y="60466"/>
                  </a:lnTo>
                  <a:lnTo>
                    <a:pt x="1979208" y="41231"/>
                  </a:lnTo>
                  <a:lnTo>
                    <a:pt x="1988952" y="28159"/>
                  </a:lnTo>
                  <a:lnTo>
                    <a:pt x="1998711" y="2886"/>
                  </a:lnTo>
                  <a:lnTo>
                    <a:pt x="2008454" y="13375"/>
                  </a:lnTo>
                  <a:lnTo>
                    <a:pt x="2018213" y="52011"/>
                  </a:lnTo>
                  <a:lnTo>
                    <a:pt x="2027957" y="21423"/>
                  </a:lnTo>
                  <a:lnTo>
                    <a:pt x="2037701" y="59900"/>
                  </a:lnTo>
                  <a:lnTo>
                    <a:pt x="2047460" y="57127"/>
                  </a:lnTo>
                  <a:lnTo>
                    <a:pt x="2057204" y="52961"/>
                  </a:lnTo>
                  <a:lnTo>
                    <a:pt x="2066963" y="28919"/>
                  </a:lnTo>
                  <a:lnTo>
                    <a:pt x="2076707" y="35361"/>
                  </a:lnTo>
                  <a:lnTo>
                    <a:pt x="2086451" y="30720"/>
                  </a:lnTo>
                  <a:lnTo>
                    <a:pt x="2096210" y="73680"/>
                  </a:lnTo>
                  <a:lnTo>
                    <a:pt x="2105954" y="81667"/>
                  </a:lnTo>
                  <a:lnTo>
                    <a:pt x="2115697" y="90231"/>
                  </a:lnTo>
                  <a:lnTo>
                    <a:pt x="2125456" y="124640"/>
                  </a:lnTo>
                  <a:lnTo>
                    <a:pt x="2135200" y="121503"/>
                  </a:lnTo>
                  <a:lnTo>
                    <a:pt x="2144959" y="94947"/>
                  </a:lnTo>
                  <a:lnTo>
                    <a:pt x="2154703" y="114695"/>
                  </a:lnTo>
                  <a:lnTo>
                    <a:pt x="2164447" y="106860"/>
                  </a:lnTo>
                  <a:lnTo>
                    <a:pt x="2174206" y="90739"/>
                  </a:lnTo>
                  <a:lnTo>
                    <a:pt x="2183950" y="62212"/>
                  </a:lnTo>
                  <a:lnTo>
                    <a:pt x="2193709" y="85392"/>
                  </a:lnTo>
                  <a:lnTo>
                    <a:pt x="2203452" y="87138"/>
                  </a:lnTo>
                  <a:lnTo>
                    <a:pt x="2213196" y="115574"/>
                  </a:lnTo>
                  <a:lnTo>
                    <a:pt x="2222955" y="115516"/>
                  </a:lnTo>
                  <a:lnTo>
                    <a:pt x="2232699" y="95577"/>
                  </a:lnTo>
                  <a:lnTo>
                    <a:pt x="2242458" y="112641"/>
                  </a:lnTo>
                  <a:lnTo>
                    <a:pt x="2252202" y="95544"/>
                  </a:lnTo>
                  <a:lnTo>
                    <a:pt x="2261946" y="86743"/>
                  </a:lnTo>
                  <a:lnTo>
                    <a:pt x="2271705" y="95042"/>
                  </a:lnTo>
                  <a:lnTo>
                    <a:pt x="2281449" y="81708"/>
                  </a:lnTo>
                  <a:lnTo>
                    <a:pt x="2291208" y="78203"/>
                  </a:lnTo>
                  <a:lnTo>
                    <a:pt x="2300951" y="42073"/>
                  </a:lnTo>
                  <a:lnTo>
                    <a:pt x="2310695" y="21991"/>
                  </a:lnTo>
                  <a:lnTo>
                    <a:pt x="2320454" y="26876"/>
                  </a:lnTo>
                  <a:lnTo>
                    <a:pt x="2330198" y="46336"/>
                  </a:lnTo>
                  <a:lnTo>
                    <a:pt x="2339957" y="30224"/>
                  </a:lnTo>
                  <a:lnTo>
                    <a:pt x="2349701" y="29046"/>
                  </a:lnTo>
                  <a:lnTo>
                    <a:pt x="2359445" y="17761"/>
                  </a:lnTo>
                  <a:lnTo>
                    <a:pt x="2369204" y="2715"/>
                  </a:lnTo>
                  <a:lnTo>
                    <a:pt x="2378948" y="9757"/>
                  </a:lnTo>
                  <a:lnTo>
                    <a:pt x="2388692" y="14906"/>
                  </a:lnTo>
                  <a:lnTo>
                    <a:pt x="2398450" y="1637"/>
                  </a:lnTo>
                  <a:lnTo>
                    <a:pt x="2408194" y="0"/>
                  </a:lnTo>
                  <a:lnTo>
                    <a:pt x="2417953" y="10994"/>
                  </a:lnTo>
                  <a:lnTo>
                    <a:pt x="2427697" y="18770"/>
                  </a:lnTo>
                  <a:lnTo>
                    <a:pt x="2437441" y="16504"/>
                  </a:lnTo>
                  <a:lnTo>
                    <a:pt x="2447200" y="7584"/>
                  </a:lnTo>
                  <a:lnTo>
                    <a:pt x="2456944" y="39789"/>
                  </a:lnTo>
                  <a:lnTo>
                    <a:pt x="2466703" y="63176"/>
                  </a:lnTo>
                  <a:lnTo>
                    <a:pt x="2476446" y="69197"/>
                  </a:lnTo>
                  <a:lnTo>
                    <a:pt x="2486190" y="51570"/>
                  </a:lnTo>
                  <a:lnTo>
                    <a:pt x="2495949" y="82657"/>
                  </a:lnTo>
                  <a:lnTo>
                    <a:pt x="2505693" y="33710"/>
                  </a:lnTo>
                  <a:lnTo>
                    <a:pt x="2515452" y="26256"/>
                  </a:lnTo>
                  <a:lnTo>
                    <a:pt x="2525196" y="43746"/>
                  </a:lnTo>
                  <a:lnTo>
                    <a:pt x="2534940" y="79021"/>
                  </a:lnTo>
                  <a:lnTo>
                    <a:pt x="2544699" y="62357"/>
                  </a:lnTo>
                  <a:lnTo>
                    <a:pt x="2554443" y="87599"/>
                  </a:lnTo>
                  <a:lnTo>
                    <a:pt x="2564202" y="107151"/>
                  </a:lnTo>
                  <a:lnTo>
                    <a:pt x="2573946" y="102998"/>
                  </a:lnTo>
                  <a:lnTo>
                    <a:pt x="2583690" y="73556"/>
                  </a:lnTo>
                  <a:lnTo>
                    <a:pt x="2593448" y="71362"/>
                  </a:lnTo>
                  <a:lnTo>
                    <a:pt x="2603192" y="98835"/>
                  </a:lnTo>
                  <a:lnTo>
                    <a:pt x="2612951" y="118858"/>
                  </a:lnTo>
                  <a:lnTo>
                    <a:pt x="2622695" y="144620"/>
                  </a:lnTo>
                  <a:lnTo>
                    <a:pt x="2632439" y="159655"/>
                  </a:lnTo>
                  <a:lnTo>
                    <a:pt x="2642198" y="170027"/>
                  </a:lnTo>
                  <a:lnTo>
                    <a:pt x="2651942" y="196075"/>
                  </a:lnTo>
                  <a:lnTo>
                    <a:pt x="2661685" y="181969"/>
                  </a:lnTo>
                  <a:lnTo>
                    <a:pt x="2671444" y="169381"/>
                  </a:lnTo>
                  <a:lnTo>
                    <a:pt x="2681188" y="168764"/>
                  </a:lnTo>
                  <a:lnTo>
                    <a:pt x="2690947" y="169023"/>
                  </a:lnTo>
                  <a:lnTo>
                    <a:pt x="2700691" y="203145"/>
                  </a:lnTo>
                  <a:lnTo>
                    <a:pt x="2710435" y="190564"/>
                  </a:lnTo>
                  <a:lnTo>
                    <a:pt x="2720194" y="230675"/>
                  </a:lnTo>
                  <a:lnTo>
                    <a:pt x="2729938" y="245529"/>
                  </a:lnTo>
                  <a:lnTo>
                    <a:pt x="2739697" y="290433"/>
                  </a:lnTo>
                  <a:lnTo>
                    <a:pt x="2749441" y="300407"/>
                  </a:lnTo>
                  <a:lnTo>
                    <a:pt x="2759185" y="328357"/>
                  </a:lnTo>
                  <a:lnTo>
                    <a:pt x="2768943" y="322156"/>
                  </a:lnTo>
                  <a:lnTo>
                    <a:pt x="2778687" y="294837"/>
                  </a:lnTo>
                  <a:lnTo>
                    <a:pt x="2788446" y="274906"/>
                  </a:lnTo>
                  <a:lnTo>
                    <a:pt x="2798190" y="294203"/>
                  </a:lnTo>
                  <a:lnTo>
                    <a:pt x="2807934" y="263287"/>
                  </a:lnTo>
                  <a:lnTo>
                    <a:pt x="2817693" y="260716"/>
                  </a:lnTo>
                  <a:lnTo>
                    <a:pt x="2827437" y="274034"/>
                  </a:lnTo>
                  <a:lnTo>
                    <a:pt x="2837196" y="296350"/>
                  </a:lnTo>
                  <a:lnTo>
                    <a:pt x="2846940" y="312794"/>
                  </a:lnTo>
                  <a:lnTo>
                    <a:pt x="2856684" y="308373"/>
                  </a:lnTo>
                  <a:lnTo>
                    <a:pt x="2866442" y="330194"/>
                  </a:lnTo>
                  <a:lnTo>
                    <a:pt x="2876186" y="326081"/>
                  </a:lnTo>
                  <a:lnTo>
                    <a:pt x="2885945" y="331633"/>
                  </a:lnTo>
                  <a:lnTo>
                    <a:pt x="2895689" y="328318"/>
                  </a:lnTo>
                  <a:lnTo>
                    <a:pt x="2905433" y="321822"/>
                  </a:lnTo>
                  <a:lnTo>
                    <a:pt x="2915192" y="33427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6" name="Freeform 1025">
              <a:extLst>
                <a:ext uri="{FF2B5EF4-FFF2-40B4-BE49-F238E27FC236}">
                  <a16:creationId xmlns:a16="http://schemas.microsoft.com/office/drawing/2014/main" id="{A8BC2B8B-0926-C73D-3C5D-955E5030D435}"/>
                </a:ext>
              </a:extLst>
            </p:cNvPr>
            <p:cNvSpPr/>
            <p:nvPr/>
          </p:nvSpPr>
          <p:spPr>
            <a:xfrm>
              <a:off x="4426652" y="3538625"/>
              <a:ext cx="2915191" cy="398680"/>
            </a:xfrm>
            <a:custGeom>
              <a:avLst/>
              <a:gdLst>
                <a:gd name="connsiteX0" fmla="*/ 0 w 2915191"/>
                <a:gd name="connsiteY0" fmla="*/ 14233 h 398680"/>
                <a:gd name="connsiteX1" fmla="*/ 9750 w 2915191"/>
                <a:gd name="connsiteY1" fmla="*/ 4605 h 398680"/>
                <a:gd name="connsiteX2" fmla="*/ 19500 w 2915191"/>
                <a:gd name="connsiteY2" fmla="*/ 23572 h 398680"/>
                <a:gd name="connsiteX3" fmla="*/ 29250 w 2915191"/>
                <a:gd name="connsiteY3" fmla="*/ 46077 h 398680"/>
                <a:gd name="connsiteX4" fmla="*/ 39000 w 2915191"/>
                <a:gd name="connsiteY4" fmla="*/ 78895 h 398680"/>
                <a:gd name="connsiteX5" fmla="*/ 48749 w 2915191"/>
                <a:gd name="connsiteY5" fmla="*/ 112179 h 398680"/>
                <a:gd name="connsiteX6" fmla="*/ 58499 w 2915191"/>
                <a:gd name="connsiteY6" fmla="*/ 99489 h 398680"/>
                <a:gd name="connsiteX7" fmla="*/ 68249 w 2915191"/>
                <a:gd name="connsiteY7" fmla="*/ 71299 h 398680"/>
                <a:gd name="connsiteX8" fmla="*/ 77998 w 2915191"/>
                <a:gd name="connsiteY8" fmla="*/ 92663 h 398680"/>
                <a:gd name="connsiteX9" fmla="*/ 87748 w 2915191"/>
                <a:gd name="connsiteY9" fmla="*/ 127567 h 398680"/>
                <a:gd name="connsiteX10" fmla="*/ 97497 w 2915191"/>
                <a:gd name="connsiteY10" fmla="*/ 114269 h 398680"/>
                <a:gd name="connsiteX11" fmla="*/ 107247 w 2915191"/>
                <a:gd name="connsiteY11" fmla="*/ 79899 h 398680"/>
                <a:gd name="connsiteX12" fmla="*/ 116997 w 2915191"/>
                <a:gd name="connsiteY12" fmla="*/ 88002 h 398680"/>
                <a:gd name="connsiteX13" fmla="*/ 126747 w 2915191"/>
                <a:gd name="connsiteY13" fmla="*/ 81791 h 398680"/>
                <a:gd name="connsiteX14" fmla="*/ 136497 w 2915191"/>
                <a:gd name="connsiteY14" fmla="*/ 83668 h 398680"/>
                <a:gd name="connsiteX15" fmla="*/ 146247 w 2915191"/>
                <a:gd name="connsiteY15" fmla="*/ 91650 h 398680"/>
                <a:gd name="connsiteX16" fmla="*/ 155997 w 2915191"/>
                <a:gd name="connsiteY16" fmla="*/ 77007 h 398680"/>
                <a:gd name="connsiteX17" fmla="*/ 165747 w 2915191"/>
                <a:gd name="connsiteY17" fmla="*/ 111629 h 398680"/>
                <a:gd name="connsiteX18" fmla="*/ 175497 w 2915191"/>
                <a:gd name="connsiteY18" fmla="*/ 98341 h 398680"/>
                <a:gd name="connsiteX19" fmla="*/ 185247 w 2915191"/>
                <a:gd name="connsiteY19" fmla="*/ 110585 h 398680"/>
                <a:gd name="connsiteX20" fmla="*/ 194996 w 2915191"/>
                <a:gd name="connsiteY20" fmla="*/ 99914 h 398680"/>
                <a:gd name="connsiteX21" fmla="*/ 204746 w 2915191"/>
                <a:gd name="connsiteY21" fmla="*/ 124843 h 398680"/>
                <a:gd name="connsiteX22" fmla="*/ 214495 w 2915191"/>
                <a:gd name="connsiteY22" fmla="*/ 130634 h 398680"/>
                <a:gd name="connsiteX23" fmla="*/ 224245 w 2915191"/>
                <a:gd name="connsiteY23" fmla="*/ 134365 h 398680"/>
                <a:gd name="connsiteX24" fmla="*/ 233995 w 2915191"/>
                <a:gd name="connsiteY24" fmla="*/ 122383 h 398680"/>
                <a:gd name="connsiteX25" fmla="*/ 243744 w 2915191"/>
                <a:gd name="connsiteY25" fmla="*/ 113539 h 398680"/>
                <a:gd name="connsiteX26" fmla="*/ 253494 w 2915191"/>
                <a:gd name="connsiteY26" fmla="*/ 111683 h 398680"/>
                <a:gd name="connsiteX27" fmla="*/ 263244 w 2915191"/>
                <a:gd name="connsiteY27" fmla="*/ 93715 h 398680"/>
                <a:gd name="connsiteX28" fmla="*/ 272994 w 2915191"/>
                <a:gd name="connsiteY28" fmla="*/ 92666 h 398680"/>
                <a:gd name="connsiteX29" fmla="*/ 282744 w 2915191"/>
                <a:gd name="connsiteY29" fmla="*/ 78909 h 398680"/>
                <a:gd name="connsiteX30" fmla="*/ 292494 w 2915191"/>
                <a:gd name="connsiteY30" fmla="*/ 66198 h 398680"/>
                <a:gd name="connsiteX31" fmla="*/ 302244 w 2915191"/>
                <a:gd name="connsiteY31" fmla="*/ 62349 h 398680"/>
                <a:gd name="connsiteX32" fmla="*/ 311994 w 2915191"/>
                <a:gd name="connsiteY32" fmla="*/ 96011 h 398680"/>
                <a:gd name="connsiteX33" fmla="*/ 321744 w 2915191"/>
                <a:gd name="connsiteY33" fmla="*/ 103396 h 398680"/>
                <a:gd name="connsiteX34" fmla="*/ 331493 w 2915191"/>
                <a:gd name="connsiteY34" fmla="*/ 100072 h 398680"/>
                <a:gd name="connsiteX35" fmla="*/ 341243 w 2915191"/>
                <a:gd name="connsiteY35" fmla="*/ 107986 h 398680"/>
                <a:gd name="connsiteX36" fmla="*/ 350993 w 2915191"/>
                <a:gd name="connsiteY36" fmla="*/ 91612 h 398680"/>
                <a:gd name="connsiteX37" fmla="*/ 360742 w 2915191"/>
                <a:gd name="connsiteY37" fmla="*/ 77940 h 398680"/>
                <a:gd name="connsiteX38" fmla="*/ 370492 w 2915191"/>
                <a:gd name="connsiteY38" fmla="*/ 22427 h 398680"/>
                <a:gd name="connsiteX39" fmla="*/ 380241 w 2915191"/>
                <a:gd name="connsiteY39" fmla="*/ 19881 h 398680"/>
                <a:gd name="connsiteX40" fmla="*/ 389991 w 2915191"/>
                <a:gd name="connsiteY40" fmla="*/ 33202 h 398680"/>
                <a:gd name="connsiteX41" fmla="*/ 399741 w 2915191"/>
                <a:gd name="connsiteY41" fmla="*/ 47736 h 398680"/>
                <a:gd name="connsiteX42" fmla="*/ 409491 w 2915191"/>
                <a:gd name="connsiteY42" fmla="*/ 33775 h 398680"/>
                <a:gd name="connsiteX43" fmla="*/ 419241 w 2915191"/>
                <a:gd name="connsiteY43" fmla="*/ 20062 h 398680"/>
                <a:gd name="connsiteX44" fmla="*/ 428991 w 2915191"/>
                <a:gd name="connsiteY44" fmla="*/ 0 h 398680"/>
                <a:gd name="connsiteX45" fmla="*/ 438741 w 2915191"/>
                <a:gd name="connsiteY45" fmla="*/ 15729 h 398680"/>
                <a:gd name="connsiteX46" fmla="*/ 448491 w 2915191"/>
                <a:gd name="connsiteY46" fmla="*/ 28041 h 398680"/>
                <a:gd name="connsiteX47" fmla="*/ 458241 w 2915191"/>
                <a:gd name="connsiteY47" fmla="*/ 79340 h 398680"/>
                <a:gd name="connsiteX48" fmla="*/ 467991 w 2915191"/>
                <a:gd name="connsiteY48" fmla="*/ 85978 h 398680"/>
                <a:gd name="connsiteX49" fmla="*/ 477740 w 2915191"/>
                <a:gd name="connsiteY49" fmla="*/ 101872 h 398680"/>
                <a:gd name="connsiteX50" fmla="*/ 487490 w 2915191"/>
                <a:gd name="connsiteY50" fmla="*/ 122003 h 398680"/>
                <a:gd name="connsiteX51" fmla="*/ 497239 w 2915191"/>
                <a:gd name="connsiteY51" fmla="*/ 122847 h 398680"/>
                <a:gd name="connsiteX52" fmla="*/ 506989 w 2915191"/>
                <a:gd name="connsiteY52" fmla="*/ 102408 h 398680"/>
                <a:gd name="connsiteX53" fmla="*/ 516738 w 2915191"/>
                <a:gd name="connsiteY53" fmla="*/ 128861 h 398680"/>
                <a:gd name="connsiteX54" fmla="*/ 526488 w 2915191"/>
                <a:gd name="connsiteY54" fmla="*/ 134961 h 398680"/>
                <a:gd name="connsiteX55" fmla="*/ 536238 w 2915191"/>
                <a:gd name="connsiteY55" fmla="*/ 122775 h 398680"/>
                <a:gd name="connsiteX56" fmla="*/ 545988 w 2915191"/>
                <a:gd name="connsiteY56" fmla="*/ 170461 h 398680"/>
                <a:gd name="connsiteX57" fmla="*/ 555738 w 2915191"/>
                <a:gd name="connsiteY57" fmla="*/ 222093 h 398680"/>
                <a:gd name="connsiteX58" fmla="*/ 565488 w 2915191"/>
                <a:gd name="connsiteY58" fmla="*/ 201640 h 398680"/>
                <a:gd name="connsiteX59" fmla="*/ 575238 w 2915191"/>
                <a:gd name="connsiteY59" fmla="*/ 197578 h 398680"/>
                <a:gd name="connsiteX60" fmla="*/ 584988 w 2915191"/>
                <a:gd name="connsiteY60" fmla="*/ 171756 h 398680"/>
                <a:gd name="connsiteX61" fmla="*/ 594738 w 2915191"/>
                <a:gd name="connsiteY61" fmla="*/ 170410 h 398680"/>
                <a:gd name="connsiteX62" fmla="*/ 604488 w 2915191"/>
                <a:gd name="connsiteY62" fmla="*/ 134742 h 398680"/>
                <a:gd name="connsiteX63" fmla="*/ 614237 w 2915191"/>
                <a:gd name="connsiteY63" fmla="*/ 179655 h 398680"/>
                <a:gd name="connsiteX64" fmla="*/ 623987 w 2915191"/>
                <a:gd name="connsiteY64" fmla="*/ 196769 h 398680"/>
                <a:gd name="connsiteX65" fmla="*/ 633736 w 2915191"/>
                <a:gd name="connsiteY65" fmla="*/ 168154 h 398680"/>
                <a:gd name="connsiteX66" fmla="*/ 643486 w 2915191"/>
                <a:gd name="connsiteY66" fmla="*/ 213403 h 398680"/>
                <a:gd name="connsiteX67" fmla="*/ 653236 w 2915191"/>
                <a:gd name="connsiteY67" fmla="*/ 216998 h 398680"/>
                <a:gd name="connsiteX68" fmla="*/ 662985 w 2915191"/>
                <a:gd name="connsiteY68" fmla="*/ 214356 h 398680"/>
                <a:gd name="connsiteX69" fmla="*/ 672735 w 2915191"/>
                <a:gd name="connsiteY69" fmla="*/ 164048 h 398680"/>
                <a:gd name="connsiteX70" fmla="*/ 682485 w 2915191"/>
                <a:gd name="connsiteY70" fmla="*/ 114141 h 398680"/>
                <a:gd name="connsiteX71" fmla="*/ 692235 w 2915191"/>
                <a:gd name="connsiteY71" fmla="*/ 144094 h 398680"/>
                <a:gd name="connsiteX72" fmla="*/ 701985 w 2915191"/>
                <a:gd name="connsiteY72" fmla="*/ 174521 h 398680"/>
                <a:gd name="connsiteX73" fmla="*/ 711735 w 2915191"/>
                <a:gd name="connsiteY73" fmla="*/ 188118 h 398680"/>
                <a:gd name="connsiteX74" fmla="*/ 721485 w 2915191"/>
                <a:gd name="connsiteY74" fmla="*/ 185977 h 398680"/>
                <a:gd name="connsiteX75" fmla="*/ 731235 w 2915191"/>
                <a:gd name="connsiteY75" fmla="*/ 196549 h 398680"/>
                <a:gd name="connsiteX76" fmla="*/ 740985 w 2915191"/>
                <a:gd name="connsiteY76" fmla="*/ 224845 h 398680"/>
                <a:gd name="connsiteX77" fmla="*/ 750734 w 2915191"/>
                <a:gd name="connsiteY77" fmla="*/ 228060 h 398680"/>
                <a:gd name="connsiteX78" fmla="*/ 760484 w 2915191"/>
                <a:gd name="connsiteY78" fmla="*/ 206692 h 398680"/>
                <a:gd name="connsiteX79" fmla="*/ 770233 w 2915191"/>
                <a:gd name="connsiteY79" fmla="*/ 218291 h 398680"/>
                <a:gd name="connsiteX80" fmla="*/ 779983 w 2915191"/>
                <a:gd name="connsiteY80" fmla="*/ 230435 h 398680"/>
                <a:gd name="connsiteX81" fmla="*/ 789733 w 2915191"/>
                <a:gd name="connsiteY81" fmla="*/ 239050 h 398680"/>
                <a:gd name="connsiteX82" fmla="*/ 799482 w 2915191"/>
                <a:gd name="connsiteY82" fmla="*/ 235140 h 398680"/>
                <a:gd name="connsiteX83" fmla="*/ 809232 w 2915191"/>
                <a:gd name="connsiteY83" fmla="*/ 229796 h 398680"/>
                <a:gd name="connsiteX84" fmla="*/ 818982 w 2915191"/>
                <a:gd name="connsiteY84" fmla="*/ 261233 h 398680"/>
                <a:gd name="connsiteX85" fmla="*/ 828732 w 2915191"/>
                <a:gd name="connsiteY85" fmla="*/ 208114 h 398680"/>
                <a:gd name="connsiteX86" fmla="*/ 838482 w 2915191"/>
                <a:gd name="connsiteY86" fmla="*/ 203955 h 398680"/>
                <a:gd name="connsiteX87" fmla="*/ 848232 w 2915191"/>
                <a:gd name="connsiteY87" fmla="*/ 227171 h 398680"/>
                <a:gd name="connsiteX88" fmla="*/ 857982 w 2915191"/>
                <a:gd name="connsiteY88" fmla="*/ 234541 h 398680"/>
                <a:gd name="connsiteX89" fmla="*/ 867732 w 2915191"/>
                <a:gd name="connsiteY89" fmla="*/ 241156 h 398680"/>
                <a:gd name="connsiteX90" fmla="*/ 877482 w 2915191"/>
                <a:gd name="connsiteY90" fmla="*/ 231292 h 398680"/>
                <a:gd name="connsiteX91" fmla="*/ 887231 w 2915191"/>
                <a:gd name="connsiteY91" fmla="*/ 226676 h 398680"/>
                <a:gd name="connsiteX92" fmla="*/ 896981 w 2915191"/>
                <a:gd name="connsiteY92" fmla="*/ 216758 h 398680"/>
                <a:gd name="connsiteX93" fmla="*/ 906730 w 2915191"/>
                <a:gd name="connsiteY93" fmla="*/ 216841 h 398680"/>
                <a:gd name="connsiteX94" fmla="*/ 916480 w 2915191"/>
                <a:gd name="connsiteY94" fmla="*/ 176896 h 398680"/>
                <a:gd name="connsiteX95" fmla="*/ 926230 w 2915191"/>
                <a:gd name="connsiteY95" fmla="*/ 195068 h 398680"/>
                <a:gd name="connsiteX96" fmla="*/ 935979 w 2915191"/>
                <a:gd name="connsiteY96" fmla="*/ 232969 h 398680"/>
                <a:gd name="connsiteX97" fmla="*/ 945729 w 2915191"/>
                <a:gd name="connsiteY97" fmla="*/ 230216 h 398680"/>
                <a:gd name="connsiteX98" fmla="*/ 955479 w 2915191"/>
                <a:gd name="connsiteY98" fmla="*/ 232783 h 398680"/>
                <a:gd name="connsiteX99" fmla="*/ 965229 w 2915191"/>
                <a:gd name="connsiteY99" fmla="*/ 252565 h 398680"/>
                <a:gd name="connsiteX100" fmla="*/ 974979 w 2915191"/>
                <a:gd name="connsiteY100" fmla="*/ 229429 h 398680"/>
                <a:gd name="connsiteX101" fmla="*/ 984729 w 2915191"/>
                <a:gd name="connsiteY101" fmla="*/ 246504 h 398680"/>
                <a:gd name="connsiteX102" fmla="*/ 994474 w 2915191"/>
                <a:gd name="connsiteY102" fmla="*/ 277678 h 398680"/>
                <a:gd name="connsiteX103" fmla="*/ 1004233 w 2915191"/>
                <a:gd name="connsiteY103" fmla="*/ 255206 h 398680"/>
                <a:gd name="connsiteX104" fmla="*/ 1013977 w 2915191"/>
                <a:gd name="connsiteY104" fmla="*/ 271923 h 398680"/>
                <a:gd name="connsiteX105" fmla="*/ 1023721 w 2915191"/>
                <a:gd name="connsiteY105" fmla="*/ 222346 h 398680"/>
                <a:gd name="connsiteX106" fmla="*/ 1033480 w 2915191"/>
                <a:gd name="connsiteY106" fmla="*/ 219115 h 398680"/>
                <a:gd name="connsiteX107" fmla="*/ 1043224 w 2915191"/>
                <a:gd name="connsiteY107" fmla="*/ 200543 h 398680"/>
                <a:gd name="connsiteX108" fmla="*/ 1052983 w 2915191"/>
                <a:gd name="connsiteY108" fmla="*/ 195491 h 398680"/>
                <a:gd name="connsiteX109" fmla="*/ 1062727 w 2915191"/>
                <a:gd name="connsiteY109" fmla="*/ 169209 h 398680"/>
                <a:gd name="connsiteX110" fmla="*/ 1072471 w 2915191"/>
                <a:gd name="connsiteY110" fmla="*/ 196168 h 398680"/>
                <a:gd name="connsiteX111" fmla="*/ 1082230 w 2915191"/>
                <a:gd name="connsiteY111" fmla="*/ 201850 h 398680"/>
                <a:gd name="connsiteX112" fmla="*/ 1091973 w 2915191"/>
                <a:gd name="connsiteY112" fmla="*/ 206326 h 398680"/>
                <a:gd name="connsiteX113" fmla="*/ 1101732 w 2915191"/>
                <a:gd name="connsiteY113" fmla="*/ 169080 h 398680"/>
                <a:gd name="connsiteX114" fmla="*/ 1111476 w 2915191"/>
                <a:gd name="connsiteY114" fmla="*/ 150678 h 398680"/>
                <a:gd name="connsiteX115" fmla="*/ 1121220 w 2915191"/>
                <a:gd name="connsiteY115" fmla="*/ 151545 h 398680"/>
                <a:gd name="connsiteX116" fmla="*/ 1130979 w 2915191"/>
                <a:gd name="connsiteY116" fmla="*/ 152640 h 398680"/>
                <a:gd name="connsiteX117" fmla="*/ 1140723 w 2915191"/>
                <a:gd name="connsiteY117" fmla="*/ 128113 h 398680"/>
                <a:gd name="connsiteX118" fmla="*/ 1150482 w 2915191"/>
                <a:gd name="connsiteY118" fmla="*/ 112551 h 398680"/>
                <a:gd name="connsiteX119" fmla="*/ 1160226 w 2915191"/>
                <a:gd name="connsiteY119" fmla="*/ 110041 h 398680"/>
                <a:gd name="connsiteX120" fmla="*/ 1169969 w 2915191"/>
                <a:gd name="connsiteY120" fmla="*/ 120823 h 398680"/>
                <a:gd name="connsiteX121" fmla="*/ 1179728 w 2915191"/>
                <a:gd name="connsiteY121" fmla="*/ 142494 h 398680"/>
                <a:gd name="connsiteX122" fmla="*/ 1189472 w 2915191"/>
                <a:gd name="connsiteY122" fmla="*/ 83951 h 398680"/>
                <a:gd name="connsiteX123" fmla="*/ 1199231 w 2915191"/>
                <a:gd name="connsiteY123" fmla="*/ 123682 h 398680"/>
                <a:gd name="connsiteX124" fmla="*/ 1208975 w 2915191"/>
                <a:gd name="connsiteY124" fmla="*/ 100488 h 398680"/>
                <a:gd name="connsiteX125" fmla="*/ 1218719 w 2915191"/>
                <a:gd name="connsiteY125" fmla="*/ 116766 h 398680"/>
                <a:gd name="connsiteX126" fmla="*/ 1228478 w 2915191"/>
                <a:gd name="connsiteY126" fmla="*/ 84221 h 398680"/>
                <a:gd name="connsiteX127" fmla="*/ 1238222 w 2915191"/>
                <a:gd name="connsiteY127" fmla="*/ 98049 h 398680"/>
                <a:gd name="connsiteX128" fmla="*/ 1247966 w 2915191"/>
                <a:gd name="connsiteY128" fmla="*/ 67329 h 398680"/>
                <a:gd name="connsiteX129" fmla="*/ 1257725 w 2915191"/>
                <a:gd name="connsiteY129" fmla="*/ 67826 h 398680"/>
                <a:gd name="connsiteX130" fmla="*/ 1267469 w 2915191"/>
                <a:gd name="connsiteY130" fmla="*/ 56658 h 398680"/>
                <a:gd name="connsiteX131" fmla="*/ 1277227 w 2915191"/>
                <a:gd name="connsiteY131" fmla="*/ 29125 h 398680"/>
                <a:gd name="connsiteX132" fmla="*/ 1286971 w 2915191"/>
                <a:gd name="connsiteY132" fmla="*/ 57611 h 398680"/>
                <a:gd name="connsiteX133" fmla="*/ 1296715 w 2915191"/>
                <a:gd name="connsiteY133" fmla="*/ 90157 h 398680"/>
                <a:gd name="connsiteX134" fmla="*/ 1306474 w 2915191"/>
                <a:gd name="connsiteY134" fmla="*/ 128264 h 398680"/>
                <a:gd name="connsiteX135" fmla="*/ 1316218 w 2915191"/>
                <a:gd name="connsiteY135" fmla="*/ 171282 h 398680"/>
                <a:gd name="connsiteX136" fmla="*/ 1325977 w 2915191"/>
                <a:gd name="connsiteY136" fmla="*/ 182627 h 398680"/>
                <a:gd name="connsiteX137" fmla="*/ 1335721 w 2915191"/>
                <a:gd name="connsiteY137" fmla="*/ 192519 h 398680"/>
                <a:gd name="connsiteX138" fmla="*/ 1345465 w 2915191"/>
                <a:gd name="connsiteY138" fmla="*/ 211350 h 398680"/>
                <a:gd name="connsiteX139" fmla="*/ 1355224 w 2915191"/>
                <a:gd name="connsiteY139" fmla="*/ 182116 h 398680"/>
                <a:gd name="connsiteX140" fmla="*/ 1364967 w 2915191"/>
                <a:gd name="connsiteY140" fmla="*/ 151874 h 398680"/>
                <a:gd name="connsiteX141" fmla="*/ 1374726 w 2915191"/>
                <a:gd name="connsiteY141" fmla="*/ 151743 h 398680"/>
                <a:gd name="connsiteX142" fmla="*/ 1384470 w 2915191"/>
                <a:gd name="connsiteY142" fmla="*/ 142066 h 398680"/>
                <a:gd name="connsiteX143" fmla="*/ 1394214 w 2915191"/>
                <a:gd name="connsiteY143" fmla="*/ 157829 h 398680"/>
                <a:gd name="connsiteX144" fmla="*/ 1403973 w 2915191"/>
                <a:gd name="connsiteY144" fmla="*/ 164129 h 398680"/>
                <a:gd name="connsiteX145" fmla="*/ 1413717 w 2915191"/>
                <a:gd name="connsiteY145" fmla="*/ 169373 h 398680"/>
                <a:gd name="connsiteX146" fmla="*/ 1423476 w 2915191"/>
                <a:gd name="connsiteY146" fmla="*/ 163425 h 398680"/>
                <a:gd name="connsiteX147" fmla="*/ 1433220 w 2915191"/>
                <a:gd name="connsiteY147" fmla="*/ 193822 h 398680"/>
                <a:gd name="connsiteX148" fmla="*/ 1442964 w 2915191"/>
                <a:gd name="connsiteY148" fmla="*/ 223743 h 398680"/>
                <a:gd name="connsiteX149" fmla="*/ 1452722 w 2915191"/>
                <a:gd name="connsiteY149" fmla="*/ 210827 h 398680"/>
                <a:gd name="connsiteX150" fmla="*/ 1462466 w 2915191"/>
                <a:gd name="connsiteY150" fmla="*/ 224075 h 398680"/>
                <a:gd name="connsiteX151" fmla="*/ 1472225 w 2915191"/>
                <a:gd name="connsiteY151" fmla="*/ 201945 h 398680"/>
                <a:gd name="connsiteX152" fmla="*/ 1481969 w 2915191"/>
                <a:gd name="connsiteY152" fmla="*/ 195992 h 398680"/>
                <a:gd name="connsiteX153" fmla="*/ 1491713 w 2915191"/>
                <a:gd name="connsiteY153" fmla="*/ 182183 h 398680"/>
                <a:gd name="connsiteX154" fmla="*/ 1501472 w 2915191"/>
                <a:gd name="connsiteY154" fmla="*/ 178840 h 398680"/>
                <a:gd name="connsiteX155" fmla="*/ 1511216 w 2915191"/>
                <a:gd name="connsiteY155" fmla="*/ 169729 h 398680"/>
                <a:gd name="connsiteX156" fmla="*/ 1520960 w 2915191"/>
                <a:gd name="connsiteY156" fmla="*/ 157865 h 398680"/>
                <a:gd name="connsiteX157" fmla="*/ 1530719 w 2915191"/>
                <a:gd name="connsiteY157" fmla="*/ 183968 h 398680"/>
                <a:gd name="connsiteX158" fmla="*/ 1540463 w 2915191"/>
                <a:gd name="connsiteY158" fmla="*/ 182530 h 398680"/>
                <a:gd name="connsiteX159" fmla="*/ 1550221 w 2915191"/>
                <a:gd name="connsiteY159" fmla="*/ 208444 h 398680"/>
                <a:gd name="connsiteX160" fmla="*/ 1559965 w 2915191"/>
                <a:gd name="connsiteY160" fmla="*/ 209256 h 398680"/>
                <a:gd name="connsiteX161" fmla="*/ 1569709 w 2915191"/>
                <a:gd name="connsiteY161" fmla="*/ 196425 h 398680"/>
                <a:gd name="connsiteX162" fmla="*/ 1579468 w 2915191"/>
                <a:gd name="connsiteY162" fmla="*/ 236988 h 398680"/>
                <a:gd name="connsiteX163" fmla="*/ 1589212 w 2915191"/>
                <a:gd name="connsiteY163" fmla="*/ 249315 h 398680"/>
                <a:gd name="connsiteX164" fmla="*/ 1598971 w 2915191"/>
                <a:gd name="connsiteY164" fmla="*/ 248029 h 398680"/>
                <a:gd name="connsiteX165" fmla="*/ 1608715 w 2915191"/>
                <a:gd name="connsiteY165" fmla="*/ 254014 h 398680"/>
                <a:gd name="connsiteX166" fmla="*/ 1618459 w 2915191"/>
                <a:gd name="connsiteY166" fmla="*/ 278028 h 398680"/>
                <a:gd name="connsiteX167" fmla="*/ 1628218 w 2915191"/>
                <a:gd name="connsiteY167" fmla="*/ 281804 h 398680"/>
                <a:gd name="connsiteX168" fmla="*/ 1637962 w 2915191"/>
                <a:gd name="connsiteY168" fmla="*/ 264847 h 398680"/>
                <a:gd name="connsiteX169" fmla="*/ 1647720 w 2915191"/>
                <a:gd name="connsiteY169" fmla="*/ 265177 h 398680"/>
                <a:gd name="connsiteX170" fmla="*/ 1657464 w 2915191"/>
                <a:gd name="connsiteY170" fmla="*/ 267428 h 398680"/>
                <a:gd name="connsiteX171" fmla="*/ 1667208 w 2915191"/>
                <a:gd name="connsiteY171" fmla="*/ 291960 h 398680"/>
                <a:gd name="connsiteX172" fmla="*/ 1676967 w 2915191"/>
                <a:gd name="connsiteY172" fmla="*/ 310666 h 398680"/>
                <a:gd name="connsiteX173" fmla="*/ 1686711 w 2915191"/>
                <a:gd name="connsiteY173" fmla="*/ 264365 h 398680"/>
                <a:gd name="connsiteX174" fmla="*/ 1696470 w 2915191"/>
                <a:gd name="connsiteY174" fmla="*/ 274660 h 398680"/>
                <a:gd name="connsiteX175" fmla="*/ 1706214 w 2915191"/>
                <a:gd name="connsiteY175" fmla="*/ 258100 h 398680"/>
                <a:gd name="connsiteX176" fmla="*/ 1715958 w 2915191"/>
                <a:gd name="connsiteY176" fmla="*/ 240760 h 398680"/>
                <a:gd name="connsiteX177" fmla="*/ 1725716 w 2915191"/>
                <a:gd name="connsiteY177" fmla="*/ 223231 h 398680"/>
                <a:gd name="connsiteX178" fmla="*/ 1735460 w 2915191"/>
                <a:gd name="connsiteY178" fmla="*/ 233202 h 398680"/>
                <a:gd name="connsiteX179" fmla="*/ 1745219 w 2915191"/>
                <a:gd name="connsiteY179" fmla="*/ 229707 h 398680"/>
                <a:gd name="connsiteX180" fmla="*/ 1754963 w 2915191"/>
                <a:gd name="connsiteY180" fmla="*/ 229245 h 398680"/>
                <a:gd name="connsiteX181" fmla="*/ 1764707 w 2915191"/>
                <a:gd name="connsiteY181" fmla="*/ 231049 h 398680"/>
                <a:gd name="connsiteX182" fmla="*/ 1774466 w 2915191"/>
                <a:gd name="connsiteY182" fmla="*/ 228428 h 398680"/>
                <a:gd name="connsiteX183" fmla="*/ 1784210 w 2915191"/>
                <a:gd name="connsiteY183" fmla="*/ 222263 h 398680"/>
                <a:gd name="connsiteX184" fmla="*/ 1793969 w 2915191"/>
                <a:gd name="connsiteY184" fmla="*/ 219134 h 398680"/>
                <a:gd name="connsiteX185" fmla="*/ 1803713 w 2915191"/>
                <a:gd name="connsiteY185" fmla="*/ 224212 h 398680"/>
                <a:gd name="connsiteX186" fmla="*/ 1813457 w 2915191"/>
                <a:gd name="connsiteY186" fmla="*/ 230965 h 398680"/>
                <a:gd name="connsiteX187" fmla="*/ 1823215 w 2915191"/>
                <a:gd name="connsiteY187" fmla="*/ 230982 h 398680"/>
                <a:gd name="connsiteX188" fmla="*/ 1832959 w 2915191"/>
                <a:gd name="connsiteY188" fmla="*/ 215141 h 398680"/>
                <a:gd name="connsiteX189" fmla="*/ 1842703 w 2915191"/>
                <a:gd name="connsiteY189" fmla="*/ 211627 h 398680"/>
                <a:gd name="connsiteX190" fmla="*/ 1852462 w 2915191"/>
                <a:gd name="connsiteY190" fmla="*/ 255144 h 398680"/>
                <a:gd name="connsiteX191" fmla="*/ 1862206 w 2915191"/>
                <a:gd name="connsiteY191" fmla="*/ 293856 h 398680"/>
                <a:gd name="connsiteX192" fmla="*/ 1871965 w 2915191"/>
                <a:gd name="connsiteY192" fmla="*/ 321755 h 398680"/>
                <a:gd name="connsiteX193" fmla="*/ 1881709 w 2915191"/>
                <a:gd name="connsiteY193" fmla="*/ 308419 h 398680"/>
                <a:gd name="connsiteX194" fmla="*/ 1891453 w 2915191"/>
                <a:gd name="connsiteY194" fmla="*/ 322174 h 398680"/>
                <a:gd name="connsiteX195" fmla="*/ 1901212 w 2915191"/>
                <a:gd name="connsiteY195" fmla="*/ 326018 h 398680"/>
                <a:gd name="connsiteX196" fmla="*/ 1910956 w 2915191"/>
                <a:gd name="connsiteY196" fmla="*/ 354904 h 398680"/>
                <a:gd name="connsiteX197" fmla="*/ 1920714 w 2915191"/>
                <a:gd name="connsiteY197" fmla="*/ 342489 h 398680"/>
                <a:gd name="connsiteX198" fmla="*/ 1930458 w 2915191"/>
                <a:gd name="connsiteY198" fmla="*/ 316197 h 398680"/>
                <a:gd name="connsiteX199" fmla="*/ 1940202 w 2915191"/>
                <a:gd name="connsiteY199" fmla="*/ 330196 h 398680"/>
                <a:gd name="connsiteX200" fmla="*/ 1949961 w 2915191"/>
                <a:gd name="connsiteY200" fmla="*/ 349189 h 398680"/>
                <a:gd name="connsiteX201" fmla="*/ 1959705 w 2915191"/>
                <a:gd name="connsiteY201" fmla="*/ 350569 h 398680"/>
                <a:gd name="connsiteX202" fmla="*/ 1969464 w 2915191"/>
                <a:gd name="connsiteY202" fmla="*/ 357132 h 398680"/>
                <a:gd name="connsiteX203" fmla="*/ 1979208 w 2915191"/>
                <a:gd name="connsiteY203" fmla="*/ 348735 h 398680"/>
                <a:gd name="connsiteX204" fmla="*/ 1988952 w 2915191"/>
                <a:gd name="connsiteY204" fmla="*/ 322009 h 398680"/>
                <a:gd name="connsiteX205" fmla="*/ 1998711 w 2915191"/>
                <a:gd name="connsiteY205" fmla="*/ 329272 h 398680"/>
                <a:gd name="connsiteX206" fmla="*/ 2008454 w 2915191"/>
                <a:gd name="connsiteY206" fmla="*/ 346932 h 398680"/>
                <a:gd name="connsiteX207" fmla="*/ 2018213 w 2915191"/>
                <a:gd name="connsiteY207" fmla="*/ 376244 h 398680"/>
                <a:gd name="connsiteX208" fmla="*/ 2027957 w 2915191"/>
                <a:gd name="connsiteY208" fmla="*/ 362597 h 398680"/>
                <a:gd name="connsiteX209" fmla="*/ 2037701 w 2915191"/>
                <a:gd name="connsiteY209" fmla="*/ 352520 h 398680"/>
                <a:gd name="connsiteX210" fmla="*/ 2047460 w 2915191"/>
                <a:gd name="connsiteY210" fmla="*/ 326583 h 398680"/>
                <a:gd name="connsiteX211" fmla="*/ 2057204 w 2915191"/>
                <a:gd name="connsiteY211" fmla="*/ 330416 h 398680"/>
                <a:gd name="connsiteX212" fmla="*/ 2066963 w 2915191"/>
                <a:gd name="connsiteY212" fmla="*/ 338360 h 398680"/>
                <a:gd name="connsiteX213" fmla="*/ 2076707 w 2915191"/>
                <a:gd name="connsiteY213" fmla="*/ 335115 h 398680"/>
                <a:gd name="connsiteX214" fmla="*/ 2086451 w 2915191"/>
                <a:gd name="connsiteY214" fmla="*/ 328639 h 398680"/>
                <a:gd name="connsiteX215" fmla="*/ 2096210 w 2915191"/>
                <a:gd name="connsiteY215" fmla="*/ 364487 h 398680"/>
                <a:gd name="connsiteX216" fmla="*/ 2105954 w 2915191"/>
                <a:gd name="connsiteY216" fmla="*/ 345849 h 398680"/>
                <a:gd name="connsiteX217" fmla="*/ 2115697 w 2915191"/>
                <a:gd name="connsiteY217" fmla="*/ 303510 h 398680"/>
                <a:gd name="connsiteX218" fmla="*/ 2125456 w 2915191"/>
                <a:gd name="connsiteY218" fmla="*/ 335480 h 398680"/>
                <a:gd name="connsiteX219" fmla="*/ 2135200 w 2915191"/>
                <a:gd name="connsiteY219" fmla="*/ 350314 h 398680"/>
                <a:gd name="connsiteX220" fmla="*/ 2144959 w 2915191"/>
                <a:gd name="connsiteY220" fmla="*/ 359366 h 398680"/>
                <a:gd name="connsiteX221" fmla="*/ 2154703 w 2915191"/>
                <a:gd name="connsiteY221" fmla="*/ 383704 h 398680"/>
                <a:gd name="connsiteX222" fmla="*/ 2164447 w 2915191"/>
                <a:gd name="connsiteY222" fmla="*/ 355914 h 398680"/>
                <a:gd name="connsiteX223" fmla="*/ 2174206 w 2915191"/>
                <a:gd name="connsiteY223" fmla="*/ 372829 h 398680"/>
                <a:gd name="connsiteX224" fmla="*/ 2183950 w 2915191"/>
                <a:gd name="connsiteY224" fmla="*/ 361642 h 398680"/>
                <a:gd name="connsiteX225" fmla="*/ 2193709 w 2915191"/>
                <a:gd name="connsiteY225" fmla="*/ 371259 h 398680"/>
                <a:gd name="connsiteX226" fmla="*/ 2203452 w 2915191"/>
                <a:gd name="connsiteY226" fmla="*/ 368854 h 398680"/>
                <a:gd name="connsiteX227" fmla="*/ 2213196 w 2915191"/>
                <a:gd name="connsiteY227" fmla="*/ 376578 h 398680"/>
                <a:gd name="connsiteX228" fmla="*/ 2222955 w 2915191"/>
                <a:gd name="connsiteY228" fmla="*/ 381661 h 398680"/>
                <a:gd name="connsiteX229" fmla="*/ 2232699 w 2915191"/>
                <a:gd name="connsiteY229" fmla="*/ 391097 h 398680"/>
                <a:gd name="connsiteX230" fmla="*/ 2242458 w 2915191"/>
                <a:gd name="connsiteY230" fmla="*/ 372013 h 398680"/>
                <a:gd name="connsiteX231" fmla="*/ 2252202 w 2915191"/>
                <a:gd name="connsiteY231" fmla="*/ 398680 h 398680"/>
                <a:gd name="connsiteX232" fmla="*/ 2261946 w 2915191"/>
                <a:gd name="connsiteY232" fmla="*/ 364034 h 398680"/>
                <a:gd name="connsiteX233" fmla="*/ 2271705 w 2915191"/>
                <a:gd name="connsiteY233" fmla="*/ 364180 h 398680"/>
                <a:gd name="connsiteX234" fmla="*/ 2281449 w 2915191"/>
                <a:gd name="connsiteY234" fmla="*/ 348411 h 398680"/>
                <a:gd name="connsiteX235" fmla="*/ 2291208 w 2915191"/>
                <a:gd name="connsiteY235" fmla="*/ 366116 h 398680"/>
                <a:gd name="connsiteX236" fmla="*/ 2300951 w 2915191"/>
                <a:gd name="connsiteY236" fmla="*/ 359557 h 398680"/>
                <a:gd name="connsiteX237" fmla="*/ 2310695 w 2915191"/>
                <a:gd name="connsiteY237" fmla="*/ 315197 h 398680"/>
                <a:gd name="connsiteX238" fmla="*/ 2320454 w 2915191"/>
                <a:gd name="connsiteY238" fmla="*/ 286193 h 398680"/>
                <a:gd name="connsiteX239" fmla="*/ 2330198 w 2915191"/>
                <a:gd name="connsiteY239" fmla="*/ 255327 h 398680"/>
                <a:gd name="connsiteX240" fmla="*/ 2339957 w 2915191"/>
                <a:gd name="connsiteY240" fmla="*/ 245932 h 398680"/>
                <a:gd name="connsiteX241" fmla="*/ 2349701 w 2915191"/>
                <a:gd name="connsiteY241" fmla="*/ 235228 h 398680"/>
                <a:gd name="connsiteX242" fmla="*/ 2359445 w 2915191"/>
                <a:gd name="connsiteY242" fmla="*/ 220158 h 398680"/>
                <a:gd name="connsiteX243" fmla="*/ 2369204 w 2915191"/>
                <a:gd name="connsiteY243" fmla="*/ 206405 h 398680"/>
                <a:gd name="connsiteX244" fmla="*/ 2378948 w 2915191"/>
                <a:gd name="connsiteY244" fmla="*/ 178827 h 398680"/>
                <a:gd name="connsiteX245" fmla="*/ 2388692 w 2915191"/>
                <a:gd name="connsiteY245" fmla="*/ 169528 h 398680"/>
                <a:gd name="connsiteX246" fmla="*/ 2398450 w 2915191"/>
                <a:gd name="connsiteY246" fmla="*/ 172770 h 398680"/>
                <a:gd name="connsiteX247" fmla="*/ 2408194 w 2915191"/>
                <a:gd name="connsiteY247" fmla="*/ 169705 h 398680"/>
                <a:gd name="connsiteX248" fmla="*/ 2417953 w 2915191"/>
                <a:gd name="connsiteY248" fmla="*/ 187736 h 398680"/>
                <a:gd name="connsiteX249" fmla="*/ 2427697 w 2915191"/>
                <a:gd name="connsiteY249" fmla="*/ 177016 h 398680"/>
                <a:gd name="connsiteX250" fmla="*/ 2437441 w 2915191"/>
                <a:gd name="connsiteY250" fmla="*/ 184348 h 398680"/>
                <a:gd name="connsiteX251" fmla="*/ 2447200 w 2915191"/>
                <a:gd name="connsiteY251" fmla="*/ 156673 h 398680"/>
                <a:gd name="connsiteX252" fmla="*/ 2456944 w 2915191"/>
                <a:gd name="connsiteY252" fmla="*/ 157922 h 398680"/>
                <a:gd name="connsiteX253" fmla="*/ 2466703 w 2915191"/>
                <a:gd name="connsiteY253" fmla="*/ 162625 h 398680"/>
                <a:gd name="connsiteX254" fmla="*/ 2476446 w 2915191"/>
                <a:gd name="connsiteY254" fmla="*/ 177356 h 398680"/>
                <a:gd name="connsiteX255" fmla="*/ 2486190 w 2915191"/>
                <a:gd name="connsiteY255" fmla="*/ 177274 h 398680"/>
                <a:gd name="connsiteX256" fmla="*/ 2495949 w 2915191"/>
                <a:gd name="connsiteY256" fmla="*/ 150326 h 398680"/>
                <a:gd name="connsiteX257" fmla="*/ 2505693 w 2915191"/>
                <a:gd name="connsiteY257" fmla="*/ 192961 h 398680"/>
                <a:gd name="connsiteX258" fmla="*/ 2515452 w 2915191"/>
                <a:gd name="connsiteY258" fmla="*/ 205524 h 398680"/>
                <a:gd name="connsiteX259" fmla="*/ 2525196 w 2915191"/>
                <a:gd name="connsiteY259" fmla="*/ 181577 h 398680"/>
                <a:gd name="connsiteX260" fmla="*/ 2534940 w 2915191"/>
                <a:gd name="connsiteY260" fmla="*/ 164021 h 398680"/>
                <a:gd name="connsiteX261" fmla="*/ 2544699 w 2915191"/>
                <a:gd name="connsiteY261" fmla="*/ 181441 h 398680"/>
                <a:gd name="connsiteX262" fmla="*/ 2554443 w 2915191"/>
                <a:gd name="connsiteY262" fmla="*/ 168421 h 398680"/>
                <a:gd name="connsiteX263" fmla="*/ 2564202 w 2915191"/>
                <a:gd name="connsiteY263" fmla="*/ 137975 h 398680"/>
                <a:gd name="connsiteX264" fmla="*/ 2573946 w 2915191"/>
                <a:gd name="connsiteY264" fmla="*/ 156612 h 398680"/>
                <a:gd name="connsiteX265" fmla="*/ 2583690 w 2915191"/>
                <a:gd name="connsiteY265" fmla="*/ 153138 h 398680"/>
                <a:gd name="connsiteX266" fmla="*/ 2593448 w 2915191"/>
                <a:gd name="connsiteY266" fmla="*/ 133045 h 398680"/>
                <a:gd name="connsiteX267" fmla="*/ 2603192 w 2915191"/>
                <a:gd name="connsiteY267" fmla="*/ 103281 h 398680"/>
                <a:gd name="connsiteX268" fmla="*/ 2612951 w 2915191"/>
                <a:gd name="connsiteY268" fmla="*/ 108316 h 398680"/>
                <a:gd name="connsiteX269" fmla="*/ 2622695 w 2915191"/>
                <a:gd name="connsiteY269" fmla="*/ 132188 h 398680"/>
                <a:gd name="connsiteX270" fmla="*/ 2632439 w 2915191"/>
                <a:gd name="connsiteY270" fmla="*/ 178275 h 398680"/>
                <a:gd name="connsiteX271" fmla="*/ 2642198 w 2915191"/>
                <a:gd name="connsiteY271" fmla="*/ 178914 h 398680"/>
                <a:gd name="connsiteX272" fmla="*/ 2651942 w 2915191"/>
                <a:gd name="connsiteY272" fmla="*/ 128678 h 398680"/>
                <a:gd name="connsiteX273" fmla="*/ 2661685 w 2915191"/>
                <a:gd name="connsiteY273" fmla="*/ 129226 h 398680"/>
                <a:gd name="connsiteX274" fmla="*/ 2671444 w 2915191"/>
                <a:gd name="connsiteY274" fmla="*/ 124880 h 398680"/>
                <a:gd name="connsiteX275" fmla="*/ 2681188 w 2915191"/>
                <a:gd name="connsiteY275" fmla="*/ 116257 h 398680"/>
                <a:gd name="connsiteX276" fmla="*/ 2690947 w 2915191"/>
                <a:gd name="connsiteY276" fmla="*/ 137631 h 398680"/>
                <a:gd name="connsiteX277" fmla="*/ 2700691 w 2915191"/>
                <a:gd name="connsiteY277" fmla="*/ 133376 h 398680"/>
                <a:gd name="connsiteX278" fmla="*/ 2710435 w 2915191"/>
                <a:gd name="connsiteY278" fmla="*/ 152919 h 398680"/>
                <a:gd name="connsiteX279" fmla="*/ 2720194 w 2915191"/>
                <a:gd name="connsiteY279" fmla="*/ 165663 h 398680"/>
                <a:gd name="connsiteX280" fmla="*/ 2729938 w 2915191"/>
                <a:gd name="connsiteY280" fmla="*/ 174652 h 398680"/>
                <a:gd name="connsiteX281" fmla="*/ 2739697 w 2915191"/>
                <a:gd name="connsiteY281" fmla="*/ 197087 h 398680"/>
                <a:gd name="connsiteX282" fmla="*/ 2749441 w 2915191"/>
                <a:gd name="connsiteY282" fmla="*/ 201880 h 398680"/>
                <a:gd name="connsiteX283" fmla="*/ 2759185 w 2915191"/>
                <a:gd name="connsiteY283" fmla="*/ 196601 h 398680"/>
                <a:gd name="connsiteX284" fmla="*/ 2768943 w 2915191"/>
                <a:gd name="connsiteY284" fmla="*/ 186973 h 398680"/>
                <a:gd name="connsiteX285" fmla="*/ 2778687 w 2915191"/>
                <a:gd name="connsiteY285" fmla="*/ 171963 h 398680"/>
                <a:gd name="connsiteX286" fmla="*/ 2788446 w 2915191"/>
                <a:gd name="connsiteY286" fmla="*/ 181903 h 398680"/>
                <a:gd name="connsiteX287" fmla="*/ 2798190 w 2915191"/>
                <a:gd name="connsiteY287" fmla="*/ 189235 h 398680"/>
                <a:gd name="connsiteX288" fmla="*/ 2807934 w 2915191"/>
                <a:gd name="connsiteY288" fmla="*/ 176443 h 398680"/>
                <a:gd name="connsiteX289" fmla="*/ 2817693 w 2915191"/>
                <a:gd name="connsiteY289" fmla="*/ 163437 h 398680"/>
                <a:gd name="connsiteX290" fmla="*/ 2827437 w 2915191"/>
                <a:gd name="connsiteY290" fmla="*/ 177066 h 398680"/>
                <a:gd name="connsiteX291" fmla="*/ 2837196 w 2915191"/>
                <a:gd name="connsiteY291" fmla="*/ 158181 h 398680"/>
                <a:gd name="connsiteX292" fmla="*/ 2846940 w 2915191"/>
                <a:gd name="connsiteY292" fmla="*/ 168128 h 398680"/>
                <a:gd name="connsiteX293" fmla="*/ 2856684 w 2915191"/>
                <a:gd name="connsiteY293" fmla="*/ 178040 h 398680"/>
                <a:gd name="connsiteX294" fmla="*/ 2866442 w 2915191"/>
                <a:gd name="connsiteY294" fmla="*/ 186403 h 398680"/>
                <a:gd name="connsiteX295" fmla="*/ 2876186 w 2915191"/>
                <a:gd name="connsiteY295" fmla="*/ 193145 h 398680"/>
                <a:gd name="connsiteX296" fmla="*/ 2885945 w 2915191"/>
                <a:gd name="connsiteY296" fmla="*/ 209507 h 398680"/>
                <a:gd name="connsiteX297" fmla="*/ 2895689 w 2915191"/>
                <a:gd name="connsiteY297" fmla="*/ 234267 h 398680"/>
                <a:gd name="connsiteX298" fmla="*/ 2905433 w 2915191"/>
                <a:gd name="connsiteY298" fmla="*/ 223178 h 398680"/>
                <a:gd name="connsiteX299" fmla="*/ 2915192 w 2915191"/>
                <a:gd name="connsiteY299" fmla="*/ 215329 h 398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98680">
                  <a:moveTo>
                    <a:pt x="0" y="14233"/>
                  </a:moveTo>
                  <a:lnTo>
                    <a:pt x="9750" y="4605"/>
                  </a:lnTo>
                  <a:lnTo>
                    <a:pt x="19500" y="23572"/>
                  </a:lnTo>
                  <a:lnTo>
                    <a:pt x="29250" y="46077"/>
                  </a:lnTo>
                  <a:lnTo>
                    <a:pt x="39000" y="78895"/>
                  </a:lnTo>
                  <a:lnTo>
                    <a:pt x="48749" y="112179"/>
                  </a:lnTo>
                  <a:lnTo>
                    <a:pt x="58499" y="99489"/>
                  </a:lnTo>
                  <a:lnTo>
                    <a:pt x="68249" y="71299"/>
                  </a:lnTo>
                  <a:lnTo>
                    <a:pt x="77998" y="92663"/>
                  </a:lnTo>
                  <a:lnTo>
                    <a:pt x="87748" y="127567"/>
                  </a:lnTo>
                  <a:lnTo>
                    <a:pt x="97497" y="114269"/>
                  </a:lnTo>
                  <a:lnTo>
                    <a:pt x="107247" y="79899"/>
                  </a:lnTo>
                  <a:lnTo>
                    <a:pt x="116997" y="88002"/>
                  </a:lnTo>
                  <a:lnTo>
                    <a:pt x="126747" y="81791"/>
                  </a:lnTo>
                  <a:lnTo>
                    <a:pt x="136497" y="83668"/>
                  </a:lnTo>
                  <a:lnTo>
                    <a:pt x="146247" y="91650"/>
                  </a:lnTo>
                  <a:lnTo>
                    <a:pt x="155997" y="77007"/>
                  </a:lnTo>
                  <a:lnTo>
                    <a:pt x="165747" y="111629"/>
                  </a:lnTo>
                  <a:lnTo>
                    <a:pt x="175497" y="98341"/>
                  </a:lnTo>
                  <a:lnTo>
                    <a:pt x="185247" y="110585"/>
                  </a:lnTo>
                  <a:lnTo>
                    <a:pt x="194996" y="99914"/>
                  </a:lnTo>
                  <a:lnTo>
                    <a:pt x="204746" y="124843"/>
                  </a:lnTo>
                  <a:lnTo>
                    <a:pt x="214495" y="130634"/>
                  </a:lnTo>
                  <a:lnTo>
                    <a:pt x="224245" y="134365"/>
                  </a:lnTo>
                  <a:lnTo>
                    <a:pt x="233995" y="122383"/>
                  </a:lnTo>
                  <a:lnTo>
                    <a:pt x="243744" y="113539"/>
                  </a:lnTo>
                  <a:lnTo>
                    <a:pt x="253494" y="111683"/>
                  </a:lnTo>
                  <a:lnTo>
                    <a:pt x="263244" y="93715"/>
                  </a:lnTo>
                  <a:lnTo>
                    <a:pt x="272994" y="92666"/>
                  </a:lnTo>
                  <a:lnTo>
                    <a:pt x="282744" y="78909"/>
                  </a:lnTo>
                  <a:lnTo>
                    <a:pt x="292494" y="66198"/>
                  </a:lnTo>
                  <a:lnTo>
                    <a:pt x="302244" y="62349"/>
                  </a:lnTo>
                  <a:lnTo>
                    <a:pt x="311994" y="96011"/>
                  </a:lnTo>
                  <a:lnTo>
                    <a:pt x="321744" y="103396"/>
                  </a:lnTo>
                  <a:lnTo>
                    <a:pt x="331493" y="100072"/>
                  </a:lnTo>
                  <a:lnTo>
                    <a:pt x="341243" y="107986"/>
                  </a:lnTo>
                  <a:lnTo>
                    <a:pt x="350993" y="91612"/>
                  </a:lnTo>
                  <a:lnTo>
                    <a:pt x="360742" y="77940"/>
                  </a:lnTo>
                  <a:lnTo>
                    <a:pt x="370492" y="22427"/>
                  </a:lnTo>
                  <a:lnTo>
                    <a:pt x="380241" y="19881"/>
                  </a:lnTo>
                  <a:lnTo>
                    <a:pt x="389991" y="33202"/>
                  </a:lnTo>
                  <a:lnTo>
                    <a:pt x="399741" y="47736"/>
                  </a:lnTo>
                  <a:lnTo>
                    <a:pt x="409491" y="33775"/>
                  </a:lnTo>
                  <a:lnTo>
                    <a:pt x="419241" y="20062"/>
                  </a:lnTo>
                  <a:lnTo>
                    <a:pt x="428991" y="0"/>
                  </a:lnTo>
                  <a:lnTo>
                    <a:pt x="438741" y="15729"/>
                  </a:lnTo>
                  <a:lnTo>
                    <a:pt x="448491" y="28041"/>
                  </a:lnTo>
                  <a:lnTo>
                    <a:pt x="458241" y="79340"/>
                  </a:lnTo>
                  <a:lnTo>
                    <a:pt x="467991" y="85978"/>
                  </a:lnTo>
                  <a:lnTo>
                    <a:pt x="477740" y="101872"/>
                  </a:lnTo>
                  <a:lnTo>
                    <a:pt x="487490" y="122003"/>
                  </a:lnTo>
                  <a:lnTo>
                    <a:pt x="497239" y="122847"/>
                  </a:lnTo>
                  <a:lnTo>
                    <a:pt x="506989" y="102408"/>
                  </a:lnTo>
                  <a:lnTo>
                    <a:pt x="516738" y="128861"/>
                  </a:lnTo>
                  <a:lnTo>
                    <a:pt x="526488" y="134961"/>
                  </a:lnTo>
                  <a:lnTo>
                    <a:pt x="536238" y="122775"/>
                  </a:lnTo>
                  <a:lnTo>
                    <a:pt x="545988" y="170461"/>
                  </a:lnTo>
                  <a:lnTo>
                    <a:pt x="555738" y="222093"/>
                  </a:lnTo>
                  <a:lnTo>
                    <a:pt x="565488" y="201640"/>
                  </a:lnTo>
                  <a:lnTo>
                    <a:pt x="575238" y="197578"/>
                  </a:lnTo>
                  <a:lnTo>
                    <a:pt x="584988" y="171756"/>
                  </a:lnTo>
                  <a:lnTo>
                    <a:pt x="594738" y="170410"/>
                  </a:lnTo>
                  <a:lnTo>
                    <a:pt x="604488" y="134742"/>
                  </a:lnTo>
                  <a:lnTo>
                    <a:pt x="614237" y="179655"/>
                  </a:lnTo>
                  <a:lnTo>
                    <a:pt x="623987" y="196769"/>
                  </a:lnTo>
                  <a:lnTo>
                    <a:pt x="633736" y="168154"/>
                  </a:lnTo>
                  <a:lnTo>
                    <a:pt x="643486" y="213403"/>
                  </a:lnTo>
                  <a:lnTo>
                    <a:pt x="653236" y="216998"/>
                  </a:lnTo>
                  <a:lnTo>
                    <a:pt x="662985" y="214356"/>
                  </a:lnTo>
                  <a:lnTo>
                    <a:pt x="672735" y="164048"/>
                  </a:lnTo>
                  <a:lnTo>
                    <a:pt x="682485" y="114141"/>
                  </a:lnTo>
                  <a:lnTo>
                    <a:pt x="692235" y="144094"/>
                  </a:lnTo>
                  <a:lnTo>
                    <a:pt x="701985" y="174521"/>
                  </a:lnTo>
                  <a:lnTo>
                    <a:pt x="711735" y="188118"/>
                  </a:lnTo>
                  <a:lnTo>
                    <a:pt x="721485" y="185977"/>
                  </a:lnTo>
                  <a:lnTo>
                    <a:pt x="731235" y="196549"/>
                  </a:lnTo>
                  <a:lnTo>
                    <a:pt x="740985" y="224845"/>
                  </a:lnTo>
                  <a:lnTo>
                    <a:pt x="750734" y="228060"/>
                  </a:lnTo>
                  <a:lnTo>
                    <a:pt x="760484" y="206692"/>
                  </a:lnTo>
                  <a:lnTo>
                    <a:pt x="770233" y="218291"/>
                  </a:lnTo>
                  <a:lnTo>
                    <a:pt x="779983" y="230435"/>
                  </a:lnTo>
                  <a:lnTo>
                    <a:pt x="789733" y="239050"/>
                  </a:lnTo>
                  <a:lnTo>
                    <a:pt x="799482" y="235140"/>
                  </a:lnTo>
                  <a:lnTo>
                    <a:pt x="809232" y="229796"/>
                  </a:lnTo>
                  <a:lnTo>
                    <a:pt x="818982" y="261233"/>
                  </a:lnTo>
                  <a:lnTo>
                    <a:pt x="828732" y="208114"/>
                  </a:lnTo>
                  <a:lnTo>
                    <a:pt x="838482" y="203955"/>
                  </a:lnTo>
                  <a:lnTo>
                    <a:pt x="848232" y="227171"/>
                  </a:lnTo>
                  <a:lnTo>
                    <a:pt x="857982" y="234541"/>
                  </a:lnTo>
                  <a:lnTo>
                    <a:pt x="867732" y="241156"/>
                  </a:lnTo>
                  <a:lnTo>
                    <a:pt x="877482" y="231292"/>
                  </a:lnTo>
                  <a:lnTo>
                    <a:pt x="887231" y="226676"/>
                  </a:lnTo>
                  <a:lnTo>
                    <a:pt x="896981" y="216758"/>
                  </a:lnTo>
                  <a:lnTo>
                    <a:pt x="906730" y="216841"/>
                  </a:lnTo>
                  <a:lnTo>
                    <a:pt x="916480" y="176896"/>
                  </a:lnTo>
                  <a:lnTo>
                    <a:pt x="926230" y="195068"/>
                  </a:lnTo>
                  <a:lnTo>
                    <a:pt x="935979" y="232969"/>
                  </a:lnTo>
                  <a:lnTo>
                    <a:pt x="945729" y="230216"/>
                  </a:lnTo>
                  <a:lnTo>
                    <a:pt x="955479" y="232783"/>
                  </a:lnTo>
                  <a:lnTo>
                    <a:pt x="965229" y="252565"/>
                  </a:lnTo>
                  <a:lnTo>
                    <a:pt x="974979" y="229429"/>
                  </a:lnTo>
                  <a:lnTo>
                    <a:pt x="984729" y="246504"/>
                  </a:lnTo>
                  <a:lnTo>
                    <a:pt x="994474" y="277678"/>
                  </a:lnTo>
                  <a:lnTo>
                    <a:pt x="1004233" y="255206"/>
                  </a:lnTo>
                  <a:lnTo>
                    <a:pt x="1013977" y="271923"/>
                  </a:lnTo>
                  <a:lnTo>
                    <a:pt x="1023721" y="222346"/>
                  </a:lnTo>
                  <a:lnTo>
                    <a:pt x="1033480" y="219115"/>
                  </a:lnTo>
                  <a:lnTo>
                    <a:pt x="1043224" y="200543"/>
                  </a:lnTo>
                  <a:lnTo>
                    <a:pt x="1052983" y="195491"/>
                  </a:lnTo>
                  <a:lnTo>
                    <a:pt x="1062727" y="169209"/>
                  </a:lnTo>
                  <a:lnTo>
                    <a:pt x="1072471" y="196168"/>
                  </a:lnTo>
                  <a:lnTo>
                    <a:pt x="1082230" y="201850"/>
                  </a:lnTo>
                  <a:lnTo>
                    <a:pt x="1091973" y="206326"/>
                  </a:lnTo>
                  <a:lnTo>
                    <a:pt x="1101732" y="169080"/>
                  </a:lnTo>
                  <a:lnTo>
                    <a:pt x="1111476" y="150678"/>
                  </a:lnTo>
                  <a:lnTo>
                    <a:pt x="1121220" y="151545"/>
                  </a:lnTo>
                  <a:lnTo>
                    <a:pt x="1130979" y="152640"/>
                  </a:lnTo>
                  <a:lnTo>
                    <a:pt x="1140723" y="128113"/>
                  </a:lnTo>
                  <a:lnTo>
                    <a:pt x="1150482" y="112551"/>
                  </a:lnTo>
                  <a:lnTo>
                    <a:pt x="1160226" y="110041"/>
                  </a:lnTo>
                  <a:lnTo>
                    <a:pt x="1169969" y="120823"/>
                  </a:lnTo>
                  <a:lnTo>
                    <a:pt x="1179728" y="142494"/>
                  </a:lnTo>
                  <a:lnTo>
                    <a:pt x="1189472" y="83951"/>
                  </a:lnTo>
                  <a:lnTo>
                    <a:pt x="1199231" y="123682"/>
                  </a:lnTo>
                  <a:lnTo>
                    <a:pt x="1208975" y="100488"/>
                  </a:lnTo>
                  <a:lnTo>
                    <a:pt x="1218719" y="116766"/>
                  </a:lnTo>
                  <a:lnTo>
                    <a:pt x="1228478" y="84221"/>
                  </a:lnTo>
                  <a:lnTo>
                    <a:pt x="1238222" y="98049"/>
                  </a:lnTo>
                  <a:lnTo>
                    <a:pt x="1247966" y="67329"/>
                  </a:lnTo>
                  <a:lnTo>
                    <a:pt x="1257725" y="67826"/>
                  </a:lnTo>
                  <a:lnTo>
                    <a:pt x="1267469" y="56658"/>
                  </a:lnTo>
                  <a:lnTo>
                    <a:pt x="1277227" y="29125"/>
                  </a:lnTo>
                  <a:lnTo>
                    <a:pt x="1286971" y="57611"/>
                  </a:lnTo>
                  <a:lnTo>
                    <a:pt x="1296715" y="90157"/>
                  </a:lnTo>
                  <a:lnTo>
                    <a:pt x="1306474" y="128264"/>
                  </a:lnTo>
                  <a:lnTo>
                    <a:pt x="1316218" y="171282"/>
                  </a:lnTo>
                  <a:lnTo>
                    <a:pt x="1325977" y="182627"/>
                  </a:lnTo>
                  <a:lnTo>
                    <a:pt x="1335721" y="192519"/>
                  </a:lnTo>
                  <a:lnTo>
                    <a:pt x="1345465" y="211350"/>
                  </a:lnTo>
                  <a:lnTo>
                    <a:pt x="1355224" y="182116"/>
                  </a:lnTo>
                  <a:lnTo>
                    <a:pt x="1364967" y="151874"/>
                  </a:lnTo>
                  <a:lnTo>
                    <a:pt x="1374726" y="151743"/>
                  </a:lnTo>
                  <a:lnTo>
                    <a:pt x="1384470" y="142066"/>
                  </a:lnTo>
                  <a:lnTo>
                    <a:pt x="1394214" y="157829"/>
                  </a:lnTo>
                  <a:lnTo>
                    <a:pt x="1403973" y="164129"/>
                  </a:lnTo>
                  <a:lnTo>
                    <a:pt x="1413717" y="169373"/>
                  </a:lnTo>
                  <a:lnTo>
                    <a:pt x="1423476" y="163425"/>
                  </a:lnTo>
                  <a:lnTo>
                    <a:pt x="1433220" y="193822"/>
                  </a:lnTo>
                  <a:lnTo>
                    <a:pt x="1442964" y="223743"/>
                  </a:lnTo>
                  <a:lnTo>
                    <a:pt x="1452722" y="210827"/>
                  </a:lnTo>
                  <a:lnTo>
                    <a:pt x="1462466" y="224075"/>
                  </a:lnTo>
                  <a:lnTo>
                    <a:pt x="1472225" y="201945"/>
                  </a:lnTo>
                  <a:lnTo>
                    <a:pt x="1481969" y="195992"/>
                  </a:lnTo>
                  <a:lnTo>
                    <a:pt x="1491713" y="182183"/>
                  </a:lnTo>
                  <a:lnTo>
                    <a:pt x="1501472" y="178840"/>
                  </a:lnTo>
                  <a:lnTo>
                    <a:pt x="1511216" y="169729"/>
                  </a:lnTo>
                  <a:lnTo>
                    <a:pt x="1520960" y="157865"/>
                  </a:lnTo>
                  <a:lnTo>
                    <a:pt x="1530719" y="183968"/>
                  </a:lnTo>
                  <a:lnTo>
                    <a:pt x="1540463" y="182530"/>
                  </a:lnTo>
                  <a:lnTo>
                    <a:pt x="1550221" y="208444"/>
                  </a:lnTo>
                  <a:lnTo>
                    <a:pt x="1559965" y="209256"/>
                  </a:lnTo>
                  <a:lnTo>
                    <a:pt x="1569709" y="196425"/>
                  </a:lnTo>
                  <a:lnTo>
                    <a:pt x="1579468" y="236988"/>
                  </a:lnTo>
                  <a:lnTo>
                    <a:pt x="1589212" y="249315"/>
                  </a:lnTo>
                  <a:lnTo>
                    <a:pt x="1598971" y="248029"/>
                  </a:lnTo>
                  <a:lnTo>
                    <a:pt x="1608715" y="254014"/>
                  </a:lnTo>
                  <a:lnTo>
                    <a:pt x="1618459" y="278028"/>
                  </a:lnTo>
                  <a:lnTo>
                    <a:pt x="1628218" y="281804"/>
                  </a:lnTo>
                  <a:lnTo>
                    <a:pt x="1637962" y="264847"/>
                  </a:lnTo>
                  <a:lnTo>
                    <a:pt x="1647720" y="265177"/>
                  </a:lnTo>
                  <a:lnTo>
                    <a:pt x="1657464" y="267428"/>
                  </a:lnTo>
                  <a:lnTo>
                    <a:pt x="1667208" y="291960"/>
                  </a:lnTo>
                  <a:lnTo>
                    <a:pt x="1676967" y="310666"/>
                  </a:lnTo>
                  <a:lnTo>
                    <a:pt x="1686711" y="264365"/>
                  </a:lnTo>
                  <a:lnTo>
                    <a:pt x="1696470" y="274660"/>
                  </a:lnTo>
                  <a:lnTo>
                    <a:pt x="1706214" y="258100"/>
                  </a:lnTo>
                  <a:lnTo>
                    <a:pt x="1715958" y="240760"/>
                  </a:lnTo>
                  <a:lnTo>
                    <a:pt x="1725716" y="223231"/>
                  </a:lnTo>
                  <a:lnTo>
                    <a:pt x="1735460" y="233202"/>
                  </a:lnTo>
                  <a:lnTo>
                    <a:pt x="1745219" y="229707"/>
                  </a:lnTo>
                  <a:lnTo>
                    <a:pt x="1754963" y="229245"/>
                  </a:lnTo>
                  <a:lnTo>
                    <a:pt x="1764707" y="231049"/>
                  </a:lnTo>
                  <a:lnTo>
                    <a:pt x="1774466" y="228428"/>
                  </a:lnTo>
                  <a:lnTo>
                    <a:pt x="1784210" y="222263"/>
                  </a:lnTo>
                  <a:lnTo>
                    <a:pt x="1793969" y="219134"/>
                  </a:lnTo>
                  <a:lnTo>
                    <a:pt x="1803713" y="224212"/>
                  </a:lnTo>
                  <a:lnTo>
                    <a:pt x="1813457" y="230965"/>
                  </a:lnTo>
                  <a:lnTo>
                    <a:pt x="1823215" y="230982"/>
                  </a:lnTo>
                  <a:lnTo>
                    <a:pt x="1832959" y="215141"/>
                  </a:lnTo>
                  <a:lnTo>
                    <a:pt x="1842703" y="211627"/>
                  </a:lnTo>
                  <a:lnTo>
                    <a:pt x="1852462" y="255144"/>
                  </a:lnTo>
                  <a:lnTo>
                    <a:pt x="1862206" y="293856"/>
                  </a:lnTo>
                  <a:lnTo>
                    <a:pt x="1871965" y="321755"/>
                  </a:lnTo>
                  <a:lnTo>
                    <a:pt x="1881709" y="308419"/>
                  </a:lnTo>
                  <a:lnTo>
                    <a:pt x="1891453" y="322174"/>
                  </a:lnTo>
                  <a:lnTo>
                    <a:pt x="1901212" y="326018"/>
                  </a:lnTo>
                  <a:lnTo>
                    <a:pt x="1910956" y="354904"/>
                  </a:lnTo>
                  <a:lnTo>
                    <a:pt x="1920714" y="342489"/>
                  </a:lnTo>
                  <a:lnTo>
                    <a:pt x="1930458" y="316197"/>
                  </a:lnTo>
                  <a:lnTo>
                    <a:pt x="1940202" y="330196"/>
                  </a:lnTo>
                  <a:lnTo>
                    <a:pt x="1949961" y="349189"/>
                  </a:lnTo>
                  <a:lnTo>
                    <a:pt x="1959705" y="350569"/>
                  </a:lnTo>
                  <a:lnTo>
                    <a:pt x="1969464" y="357132"/>
                  </a:lnTo>
                  <a:lnTo>
                    <a:pt x="1979208" y="348735"/>
                  </a:lnTo>
                  <a:lnTo>
                    <a:pt x="1988952" y="322009"/>
                  </a:lnTo>
                  <a:lnTo>
                    <a:pt x="1998711" y="329272"/>
                  </a:lnTo>
                  <a:lnTo>
                    <a:pt x="2008454" y="346932"/>
                  </a:lnTo>
                  <a:lnTo>
                    <a:pt x="2018213" y="376244"/>
                  </a:lnTo>
                  <a:lnTo>
                    <a:pt x="2027957" y="362597"/>
                  </a:lnTo>
                  <a:lnTo>
                    <a:pt x="2037701" y="352520"/>
                  </a:lnTo>
                  <a:lnTo>
                    <a:pt x="2047460" y="326583"/>
                  </a:lnTo>
                  <a:lnTo>
                    <a:pt x="2057204" y="330416"/>
                  </a:lnTo>
                  <a:lnTo>
                    <a:pt x="2066963" y="338360"/>
                  </a:lnTo>
                  <a:lnTo>
                    <a:pt x="2076707" y="335115"/>
                  </a:lnTo>
                  <a:lnTo>
                    <a:pt x="2086451" y="328639"/>
                  </a:lnTo>
                  <a:lnTo>
                    <a:pt x="2096210" y="364487"/>
                  </a:lnTo>
                  <a:lnTo>
                    <a:pt x="2105954" y="345849"/>
                  </a:lnTo>
                  <a:lnTo>
                    <a:pt x="2115697" y="303510"/>
                  </a:lnTo>
                  <a:lnTo>
                    <a:pt x="2125456" y="335480"/>
                  </a:lnTo>
                  <a:lnTo>
                    <a:pt x="2135200" y="350314"/>
                  </a:lnTo>
                  <a:lnTo>
                    <a:pt x="2144959" y="359366"/>
                  </a:lnTo>
                  <a:lnTo>
                    <a:pt x="2154703" y="383704"/>
                  </a:lnTo>
                  <a:lnTo>
                    <a:pt x="2164447" y="355914"/>
                  </a:lnTo>
                  <a:lnTo>
                    <a:pt x="2174206" y="372829"/>
                  </a:lnTo>
                  <a:lnTo>
                    <a:pt x="2183950" y="361642"/>
                  </a:lnTo>
                  <a:lnTo>
                    <a:pt x="2193709" y="371259"/>
                  </a:lnTo>
                  <a:lnTo>
                    <a:pt x="2203452" y="368854"/>
                  </a:lnTo>
                  <a:lnTo>
                    <a:pt x="2213196" y="376578"/>
                  </a:lnTo>
                  <a:lnTo>
                    <a:pt x="2222955" y="381661"/>
                  </a:lnTo>
                  <a:lnTo>
                    <a:pt x="2232699" y="391097"/>
                  </a:lnTo>
                  <a:lnTo>
                    <a:pt x="2242458" y="372013"/>
                  </a:lnTo>
                  <a:lnTo>
                    <a:pt x="2252202" y="398680"/>
                  </a:lnTo>
                  <a:lnTo>
                    <a:pt x="2261946" y="364034"/>
                  </a:lnTo>
                  <a:lnTo>
                    <a:pt x="2271705" y="364180"/>
                  </a:lnTo>
                  <a:lnTo>
                    <a:pt x="2281449" y="348411"/>
                  </a:lnTo>
                  <a:lnTo>
                    <a:pt x="2291208" y="366116"/>
                  </a:lnTo>
                  <a:lnTo>
                    <a:pt x="2300951" y="359557"/>
                  </a:lnTo>
                  <a:lnTo>
                    <a:pt x="2310695" y="315197"/>
                  </a:lnTo>
                  <a:lnTo>
                    <a:pt x="2320454" y="286193"/>
                  </a:lnTo>
                  <a:lnTo>
                    <a:pt x="2330198" y="255327"/>
                  </a:lnTo>
                  <a:lnTo>
                    <a:pt x="2339957" y="245932"/>
                  </a:lnTo>
                  <a:lnTo>
                    <a:pt x="2349701" y="235228"/>
                  </a:lnTo>
                  <a:lnTo>
                    <a:pt x="2359445" y="220158"/>
                  </a:lnTo>
                  <a:lnTo>
                    <a:pt x="2369204" y="206405"/>
                  </a:lnTo>
                  <a:lnTo>
                    <a:pt x="2378948" y="178827"/>
                  </a:lnTo>
                  <a:lnTo>
                    <a:pt x="2388692" y="169528"/>
                  </a:lnTo>
                  <a:lnTo>
                    <a:pt x="2398450" y="172770"/>
                  </a:lnTo>
                  <a:lnTo>
                    <a:pt x="2408194" y="169705"/>
                  </a:lnTo>
                  <a:lnTo>
                    <a:pt x="2417953" y="187736"/>
                  </a:lnTo>
                  <a:lnTo>
                    <a:pt x="2427697" y="177016"/>
                  </a:lnTo>
                  <a:lnTo>
                    <a:pt x="2437441" y="184348"/>
                  </a:lnTo>
                  <a:lnTo>
                    <a:pt x="2447200" y="156673"/>
                  </a:lnTo>
                  <a:lnTo>
                    <a:pt x="2456944" y="157922"/>
                  </a:lnTo>
                  <a:lnTo>
                    <a:pt x="2466703" y="162625"/>
                  </a:lnTo>
                  <a:lnTo>
                    <a:pt x="2476446" y="177356"/>
                  </a:lnTo>
                  <a:lnTo>
                    <a:pt x="2486190" y="177274"/>
                  </a:lnTo>
                  <a:lnTo>
                    <a:pt x="2495949" y="150326"/>
                  </a:lnTo>
                  <a:lnTo>
                    <a:pt x="2505693" y="192961"/>
                  </a:lnTo>
                  <a:lnTo>
                    <a:pt x="2515452" y="205524"/>
                  </a:lnTo>
                  <a:lnTo>
                    <a:pt x="2525196" y="181577"/>
                  </a:lnTo>
                  <a:lnTo>
                    <a:pt x="2534940" y="164021"/>
                  </a:lnTo>
                  <a:lnTo>
                    <a:pt x="2544699" y="181441"/>
                  </a:lnTo>
                  <a:lnTo>
                    <a:pt x="2554443" y="168421"/>
                  </a:lnTo>
                  <a:lnTo>
                    <a:pt x="2564202" y="137975"/>
                  </a:lnTo>
                  <a:lnTo>
                    <a:pt x="2573946" y="156612"/>
                  </a:lnTo>
                  <a:lnTo>
                    <a:pt x="2583690" y="153138"/>
                  </a:lnTo>
                  <a:lnTo>
                    <a:pt x="2593448" y="133045"/>
                  </a:lnTo>
                  <a:lnTo>
                    <a:pt x="2603192" y="103281"/>
                  </a:lnTo>
                  <a:lnTo>
                    <a:pt x="2612951" y="108316"/>
                  </a:lnTo>
                  <a:lnTo>
                    <a:pt x="2622695" y="132188"/>
                  </a:lnTo>
                  <a:lnTo>
                    <a:pt x="2632439" y="178275"/>
                  </a:lnTo>
                  <a:lnTo>
                    <a:pt x="2642198" y="178914"/>
                  </a:lnTo>
                  <a:lnTo>
                    <a:pt x="2651942" y="128678"/>
                  </a:lnTo>
                  <a:lnTo>
                    <a:pt x="2661685" y="129226"/>
                  </a:lnTo>
                  <a:lnTo>
                    <a:pt x="2671444" y="124880"/>
                  </a:lnTo>
                  <a:lnTo>
                    <a:pt x="2681188" y="116257"/>
                  </a:lnTo>
                  <a:lnTo>
                    <a:pt x="2690947" y="137631"/>
                  </a:lnTo>
                  <a:lnTo>
                    <a:pt x="2700691" y="133376"/>
                  </a:lnTo>
                  <a:lnTo>
                    <a:pt x="2710435" y="152919"/>
                  </a:lnTo>
                  <a:lnTo>
                    <a:pt x="2720194" y="165663"/>
                  </a:lnTo>
                  <a:lnTo>
                    <a:pt x="2729938" y="174652"/>
                  </a:lnTo>
                  <a:lnTo>
                    <a:pt x="2739697" y="197087"/>
                  </a:lnTo>
                  <a:lnTo>
                    <a:pt x="2749441" y="201880"/>
                  </a:lnTo>
                  <a:lnTo>
                    <a:pt x="2759185" y="196601"/>
                  </a:lnTo>
                  <a:lnTo>
                    <a:pt x="2768943" y="186973"/>
                  </a:lnTo>
                  <a:lnTo>
                    <a:pt x="2778687" y="171963"/>
                  </a:lnTo>
                  <a:lnTo>
                    <a:pt x="2788446" y="181903"/>
                  </a:lnTo>
                  <a:lnTo>
                    <a:pt x="2798190" y="189235"/>
                  </a:lnTo>
                  <a:lnTo>
                    <a:pt x="2807934" y="176443"/>
                  </a:lnTo>
                  <a:lnTo>
                    <a:pt x="2817693" y="163437"/>
                  </a:lnTo>
                  <a:lnTo>
                    <a:pt x="2827437" y="177066"/>
                  </a:lnTo>
                  <a:lnTo>
                    <a:pt x="2837196" y="158181"/>
                  </a:lnTo>
                  <a:lnTo>
                    <a:pt x="2846940" y="168128"/>
                  </a:lnTo>
                  <a:lnTo>
                    <a:pt x="2856684" y="178040"/>
                  </a:lnTo>
                  <a:lnTo>
                    <a:pt x="2866442" y="186403"/>
                  </a:lnTo>
                  <a:lnTo>
                    <a:pt x="2876186" y="193145"/>
                  </a:lnTo>
                  <a:lnTo>
                    <a:pt x="2885945" y="209507"/>
                  </a:lnTo>
                  <a:lnTo>
                    <a:pt x="2895689" y="234267"/>
                  </a:lnTo>
                  <a:lnTo>
                    <a:pt x="2905433" y="223178"/>
                  </a:lnTo>
                  <a:lnTo>
                    <a:pt x="2915192" y="21532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7" name="Freeform 1026">
              <a:extLst>
                <a:ext uri="{FF2B5EF4-FFF2-40B4-BE49-F238E27FC236}">
                  <a16:creationId xmlns:a16="http://schemas.microsoft.com/office/drawing/2014/main" id="{34E4B2C7-B3D2-9CEF-3DB8-B9BD5F310EA8}"/>
                </a:ext>
              </a:extLst>
            </p:cNvPr>
            <p:cNvSpPr/>
            <p:nvPr/>
          </p:nvSpPr>
          <p:spPr>
            <a:xfrm>
              <a:off x="4426652" y="3144757"/>
              <a:ext cx="2915191" cy="326821"/>
            </a:xfrm>
            <a:custGeom>
              <a:avLst/>
              <a:gdLst>
                <a:gd name="connsiteX0" fmla="*/ 0 w 2915191"/>
                <a:gd name="connsiteY0" fmla="*/ 65807 h 326821"/>
                <a:gd name="connsiteX1" fmla="*/ 9750 w 2915191"/>
                <a:gd name="connsiteY1" fmla="*/ 101413 h 326821"/>
                <a:gd name="connsiteX2" fmla="*/ 19500 w 2915191"/>
                <a:gd name="connsiteY2" fmla="*/ 97392 h 326821"/>
                <a:gd name="connsiteX3" fmla="*/ 29250 w 2915191"/>
                <a:gd name="connsiteY3" fmla="*/ 122920 h 326821"/>
                <a:gd name="connsiteX4" fmla="*/ 39000 w 2915191"/>
                <a:gd name="connsiteY4" fmla="*/ 104732 h 326821"/>
                <a:gd name="connsiteX5" fmla="*/ 48749 w 2915191"/>
                <a:gd name="connsiteY5" fmla="*/ 81460 h 326821"/>
                <a:gd name="connsiteX6" fmla="*/ 58499 w 2915191"/>
                <a:gd name="connsiteY6" fmla="*/ 102769 h 326821"/>
                <a:gd name="connsiteX7" fmla="*/ 68249 w 2915191"/>
                <a:gd name="connsiteY7" fmla="*/ 91934 h 326821"/>
                <a:gd name="connsiteX8" fmla="*/ 77998 w 2915191"/>
                <a:gd name="connsiteY8" fmla="*/ 104859 h 326821"/>
                <a:gd name="connsiteX9" fmla="*/ 87748 w 2915191"/>
                <a:gd name="connsiteY9" fmla="*/ 108180 h 326821"/>
                <a:gd name="connsiteX10" fmla="*/ 97497 w 2915191"/>
                <a:gd name="connsiteY10" fmla="*/ 87843 h 326821"/>
                <a:gd name="connsiteX11" fmla="*/ 107247 w 2915191"/>
                <a:gd name="connsiteY11" fmla="*/ 60909 h 326821"/>
                <a:gd name="connsiteX12" fmla="*/ 116997 w 2915191"/>
                <a:gd name="connsiteY12" fmla="*/ 51531 h 326821"/>
                <a:gd name="connsiteX13" fmla="*/ 126747 w 2915191"/>
                <a:gd name="connsiteY13" fmla="*/ 82935 h 326821"/>
                <a:gd name="connsiteX14" fmla="*/ 136497 w 2915191"/>
                <a:gd name="connsiteY14" fmla="*/ 90057 h 326821"/>
                <a:gd name="connsiteX15" fmla="*/ 146247 w 2915191"/>
                <a:gd name="connsiteY15" fmla="*/ 65420 h 326821"/>
                <a:gd name="connsiteX16" fmla="*/ 155997 w 2915191"/>
                <a:gd name="connsiteY16" fmla="*/ 63711 h 326821"/>
                <a:gd name="connsiteX17" fmla="*/ 165747 w 2915191"/>
                <a:gd name="connsiteY17" fmla="*/ 53842 h 326821"/>
                <a:gd name="connsiteX18" fmla="*/ 175497 w 2915191"/>
                <a:gd name="connsiteY18" fmla="*/ 68897 h 326821"/>
                <a:gd name="connsiteX19" fmla="*/ 185247 w 2915191"/>
                <a:gd name="connsiteY19" fmla="*/ 89602 h 326821"/>
                <a:gd name="connsiteX20" fmla="*/ 194996 w 2915191"/>
                <a:gd name="connsiteY20" fmla="*/ 86238 h 326821"/>
                <a:gd name="connsiteX21" fmla="*/ 204746 w 2915191"/>
                <a:gd name="connsiteY21" fmla="*/ 74666 h 326821"/>
                <a:gd name="connsiteX22" fmla="*/ 214495 w 2915191"/>
                <a:gd name="connsiteY22" fmla="*/ 84278 h 326821"/>
                <a:gd name="connsiteX23" fmla="*/ 224245 w 2915191"/>
                <a:gd name="connsiteY23" fmla="*/ 98595 h 326821"/>
                <a:gd name="connsiteX24" fmla="*/ 233995 w 2915191"/>
                <a:gd name="connsiteY24" fmla="*/ 99522 h 326821"/>
                <a:gd name="connsiteX25" fmla="*/ 243744 w 2915191"/>
                <a:gd name="connsiteY25" fmla="*/ 77280 h 326821"/>
                <a:gd name="connsiteX26" fmla="*/ 253494 w 2915191"/>
                <a:gd name="connsiteY26" fmla="*/ 68033 h 326821"/>
                <a:gd name="connsiteX27" fmla="*/ 263244 w 2915191"/>
                <a:gd name="connsiteY27" fmla="*/ 67503 h 326821"/>
                <a:gd name="connsiteX28" fmla="*/ 272994 w 2915191"/>
                <a:gd name="connsiteY28" fmla="*/ 36722 h 326821"/>
                <a:gd name="connsiteX29" fmla="*/ 282744 w 2915191"/>
                <a:gd name="connsiteY29" fmla="*/ 35717 h 326821"/>
                <a:gd name="connsiteX30" fmla="*/ 292494 w 2915191"/>
                <a:gd name="connsiteY30" fmla="*/ 42900 h 326821"/>
                <a:gd name="connsiteX31" fmla="*/ 302244 w 2915191"/>
                <a:gd name="connsiteY31" fmla="*/ 25467 h 326821"/>
                <a:gd name="connsiteX32" fmla="*/ 311994 w 2915191"/>
                <a:gd name="connsiteY32" fmla="*/ 49384 h 326821"/>
                <a:gd name="connsiteX33" fmla="*/ 321744 w 2915191"/>
                <a:gd name="connsiteY33" fmla="*/ 66298 h 326821"/>
                <a:gd name="connsiteX34" fmla="*/ 331493 w 2915191"/>
                <a:gd name="connsiteY34" fmla="*/ 73088 h 326821"/>
                <a:gd name="connsiteX35" fmla="*/ 341243 w 2915191"/>
                <a:gd name="connsiteY35" fmla="*/ 73790 h 326821"/>
                <a:gd name="connsiteX36" fmla="*/ 350993 w 2915191"/>
                <a:gd name="connsiteY36" fmla="*/ 55254 h 326821"/>
                <a:gd name="connsiteX37" fmla="*/ 360742 w 2915191"/>
                <a:gd name="connsiteY37" fmla="*/ 70407 h 326821"/>
                <a:gd name="connsiteX38" fmla="*/ 370492 w 2915191"/>
                <a:gd name="connsiteY38" fmla="*/ 74943 h 326821"/>
                <a:gd name="connsiteX39" fmla="*/ 380241 w 2915191"/>
                <a:gd name="connsiteY39" fmla="*/ 117090 h 326821"/>
                <a:gd name="connsiteX40" fmla="*/ 389991 w 2915191"/>
                <a:gd name="connsiteY40" fmla="*/ 155612 h 326821"/>
                <a:gd name="connsiteX41" fmla="*/ 399741 w 2915191"/>
                <a:gd name="connsiteY41" fmla="*/ 155817 h 326821"/>
                <a:gd name="connsiteX42" fmla="*/ 409491 w 2915191"/>
                <a:gd name="connsiteY42" fmla="*/ 166270 h 326821"/>
                <a:gd name="connsiteX43" fmla="*/ 419241 w 2915191"/>
                <a:gd name="connsiteY43" fmla="*/ 198653 h 326821"/>
                <a:gd name="connsiteX44" fmla="*/ 428991 w 2915191"/>
                <a:gd name="connsiteY44" fmla="*/ 202730 h 326821"/>
                <a:gd name="connsiteX45" fmla="*/ 438741 w 2915191"/>
                <a:gd name="connsiteY45" fmla="*/ 155663 h 326821"/>
                <a:gd name="connsiteX46" fmla="*/ 448491 w 2915191"/>
                <a:gd name="connsiteY46" fmla="*/ 139273 h 326821"/>
                <a:gd name="connsiteX47" fmla="*/ 458241 w 2915191"/>
                <a:gd name="connsiteY47" fmla="*/ 135007 h 326821"/>
                <a:gd name="connsiteX48" fmla="*/ 467991 w 2915191"/>
                <a:gd name="connsiteY48" fmla="*/ 157582 h 326821"/>
                <a:gd name="connsiteX49" fmla="*/ 477740 w 2915191"/>
                <a:gd name="connsiteY49" fmla="*/ 152224 h 326821"/>
                <a:gd name="connsiteX50" fmla="*/ 487490 w 2915191"/>
                <a:gd name="connsiteY50" fmla="*/ 152005 h 326821"/>
                <a:gd name="connsiteX51" fmla="*/ 497239 w 2915191"/>
                <a:gd name="connsiteY51" fmla="*/ 155632 h 326821"/>
                <a:gd name="connsiteX52" fmla="*/ 506989 w 2915191"/>
                <a:gd name="connsiteY52" fmla="*/ 161435 h 326821"/>
                <a:gd name="connsiteX53" fmla="*/ 516738 w 2915191"/>
                <a:gd name="connsiteY53" fmla="*/ 186115 h 326821"/>
                <a:gd name="connsiteX54" fmla="*/ 526488 w 2915191"/>
                <a:gd name="connsiteY54" fmla="*/ 186738 h 326821"/>
                <a:gd name="connsiteX55" fmla="*/ 536238 w 2915191"/>
                <a:gd name="connsiteY55" fmla="*/ 156240 h 326821"/>
                <a:gd name="connsiteX56" fmla="*/ 545988 w 2915191"/>
                <a:gd name="connsiteY56" fmla="*/ 142696 h 326821"/>
                <a:gd name="connsiteX57" fmla="*/ 555738 w 2915191"/>
                <a:gd name="connsiteY57" fmla="*/ 139475 h 326821"/>
                <a:gd name="connsiteX58" fmla="*/ 565488 w 2915191"/>
                <a:gd name="connsiteY58" fmla="*/ 118697 h 326821"/>
                <a:gd name="connsiteX59" fmla="*/ 575238 w 2915191"/>
                <a:gd name="connsiteY59" fmla="*/ 98520 h 326821"/>
                <a:gd name="connsiteX60" fmla="*/ 584988 w 2915191"/>
                <a:gd name="connsiteY60" fmla="*/ 140670 h 326821"/>
                <a:gd name="connsiteX61" fmla="*/ 594738 w 2915191"/>
                <a:gd name="connsiteY61" fmla="*/ 167468 h 326821"/>
                <a:gd name="connsiteX62" fmla="*/ 604488 w 2915191"/>
                <a:gd name="connsiteY62" fmla="*/ 170528 h 326821"/>
                <a:gd name="connsiteX63" fmla="*/ 614237 w 2915191"/>
                <a:gd name="connsiteY63" fmla="*/ 138041 h 326821"/>
                <a:gd name="connsiteX64" fmla="*/ 623987 w 2915191"/>
                <a:gd name="connsiteY64" fmla="*/ 133258 h 326821"/>
                <a:gd name="connsiteX65" fmla="*/ 633736 w 2915191"/>
                <a:gd name="connsiteY65" fmla="*/ 145900 h 326821"/>
                <a:gd name="connsiteX66" fmla="*/ 643486 w 2915191"/>
                <a:gd name="connsiteY66" fmla="*/ 128247 h 326821"/>
                <a:gd name="connsiteX67" fmla="*/ 653236 w 2915191"/>
                <a:gd name="connsiteY67" fmla="*/ 128651 h 326821"/>
                <a:gd name="connsiteX68" fmla="*/ 662985 w 2915191"/>
                <a:gd name="connsiteY68" fmla="*/ 165666 h 326821"/>
                <a:gd name="connsiteX69" fmla="*/ 672735 w 2915191"/>
                <a:gd name="connsiteY69" fmla="*/ 145697 h 326821"/>
                <a:gd name="connsiteX70" fmla="*/ 682485 w 2915191"/>
                <a:gd name="connsiteY70" fmla="*/ 148334 h 326821"/>
                <a:gd name="connsiteX71" fmla="*/ 692235 w 2915191"/>
                <a:gd name="connsiteY71" fmla="*/ 152169 h 326821"/>
                <a:gd name="connsiteX72" fmla="*/ 701985 w 2915191"/>
                <a:gd name="connsiteY72" fmla="*/ 149440 h 326821"/>
                <a:gd name="connsiteX73" fmla="*/ 711735 w 2915191"/>
                <a:gd name="connsiteY73" fmla="*/ 179616 h 326821"/>
                <a:gd name="connsiteX74" fmla="*/ 721485 w 2915191"/>
                <a:gd name="connsiteY74" fmla="*/ 207023 h 326821"/>
                <a:gd name="connsiteX75" fmla="*/ 731235 w 2915191"/>
                <a:gd name="connsiteY75" fmla="*/ 219297 h 326821"/>
                <a:gd name="connsiteX76" fmla="*/ 740985 w 2915191"/>
                <a:gd name="connsiteY76" fmla="*/ 219264 h 326821"/>
                <a:gd name="connsiteX77" fmla="*/ 750734 w 2915191"/>
                <a:gd name="connsiteY77" fmla="*/ 222953 h 326821"/>
                <a:gd name="connsiteX78" fmla="*/ 760484 w 2915191"/>
                <a:gd name="connsiteY78" fmla="*/ 212649 h 326821"/>
                <a:gd name="connsiteX79" fmla="*/ 770233 w 2915191"/>
                <a:gd name="connsiteY79" fmla="*/ 176435 h 326821"/>
                <a:gd name="connsiteX80" fmla="*/ 779983 w 2915191"/>
                <a:gd name="connsiteY80" fmla="*/ 176806 h 326821"/>
                <a:gd name="connsiteX81" fmla="*/ 789733 w 2915191"/>
                <a:gd name="connsiteY81" fmla="*/ 148847 h 326821"/>
                <a:gd name="connsiteX82" fmla="*/ 799482 w 2915191"/>
                <a:gd name="connsiteY82" fmla="*/ 168050 h 326821"/>
                <a:gd name="connsiteX83" fmla="*/ 809232 w 2915191"/>
                <a:gd name="connsiteY83" fmla="*/ 146113 h 326821"/>
                <a:gd name="connsiteX84" fmla="*/ 818982 w 2915191"/>
                <a:gd name="connsiteY84" fmla="*/ 147978 h 326821"/>
                <a:gd name="connsiteX85" fmla="*/ 828732 w 2915191"/>
                <a:gd name="connsiteY85" fmla="*/ 177438 h 326821"/>
                <a:gd name="connsiteX86" fmla="*/ 838482 w 2915191"/>
                <a:gd name="connsiteY86" fmla="*/ 181979 h 326821"/>
                <a:gd name="connsiteX87" fmla="*/ 848232 w 2915191"/>
                <a:gd name="connsiteY87" fmla="*/ 178545 h 326821"/>
                <a:gd name="connsiteX88" fmla="*/ 857982 w 2915191"/>
                <a:gd name="connsiteY88" fmla="*/ 174971 h 326821"/>
                <a:gd name="connsiteX89" fmla="*/ 867732 w 2915191"/>
                <a:gd name="connsiteY89" fmla="*/ 174559 h 326821"/>
                <a:gd name="connsiteX90" fmla="*/ 877482 w 2915191"/>
                <a:gd name="connsiteY90" fmla="*/ 193496 h 326821"/>
                <a:gd name="connsiteX91" fmla="*/ 887231 w 2915191"/>
                <a:gd name="connsiteY91" fmla="*/ 210131 h 326821"/>
                <a:gd name="connsiteX92" fmla="*/ 896981 w 2915191"/>
                <a:gd name="connsiteY92" fmla="*/ 198134 h 326821"/>
                <a:gd name="connsiteX93" fmla="*/ 906730 w 2915191"/>
                <a:gd name="connsiteY93" fmla="*/ 140199 h 326821"/>
                <a:gd name="connsiteX94" fmla="*/ 916480 w 2915191"/>
                <a:gd name="connsiteY94" fmla="*/ 131990 h 326821"/>
                <a:gd name="connsiteX95" fmla="*/ 926230 w 2915191"/>
                <a:gd name="connsiteY95" fmla="*/ 123904 h 326821"/>
                <a:gd name="connsiteX96" fmla="*/ 935979 w 2915191"/>
                <a:gd name="connsiteY96" fmla="*/ 139288 h 326821"/>
                <a:gd name="connsiteX97" fmla="*/ 945729 w 2915191"/>
                <a:gd name="connsiteY97" fmla="*/ 157531 h 326821"/>
                <a:gd name="connsiteX98" fmla="*/ 955479 w 2915191"/>
                <a:gd name="connsiteY98" fmla="*/ 147557 h 326821"/>
                <a:gd name="connsiteX99" fmla="*/ 965229 w 2915191"/>
                <a:gd name="connsiteY99" fmla="*/ 114642 h 326821"/>
                <a:gd name="connsiteX100" fmla="*/ 974979 w 2915191"/>
                <a:gd name="connsiteY100" fmla="*/ 54201 h 326821"/>
                <a:gd name="connsiteX101" fmla="*/ 984729 w 2915191"/>
                <a:gd name="connsiteY101" fmla="*/ 46416 h 326821"/>
                <a:gd name="connsiteX102" fmla="*/ 994474 w 2915191"/>
                <a:gd name="connsiteY102" fmla="*/ 42726 h 326821"/>
                <a:gd name="connsiteX103" fmla="*/ 1004233 w 2915191"/>
                <a:gd name="connsiteY103" fmla="*/ 40700 h 326821"/>
                <a:gd name="connsiteX104" fmla="*/ 1013977 w 2915191"/>
                <a:gd name="connsiteY104" fmla="*/ 30649 h 326821"/>
                <a:gd name="connsiteX105" fmla="*/ 1023721 w 2915191"/>
                <a:gd name="connsiteY105" fmla="*/ 24412 h 326821"/>
                <a:gd name="connsiteX106" fmla="*/ 1033480 w 2915191"/>
                <a:gd name="connsiteY106" fmla="*/ 24470 h 326821"/>
                <a:gd name="connsiteX107" fmla="*/ 1043224 w 2915191"/>
                <a:gd name="connsiteY107" fmla="*/ 0 h 326821"/>
                <a:gd name="connsiteX108" fmla="*/ 1052983 w 2915191"/>
                <a:gd name="connsiteY108" fmla="*/ 13661 h 326821"/>
                <a:gd name="connsiteX109" fmla="*/ 1062727 w 2915191"/>
                <a:gd name="connsiteY109" fmla="*/ 16356 h 326821"/>
                <a:gd name="connsiteX110" fmla="*/ 1072471 w 2915191"/>
                <a:gd name="connsiteY110" fmla="*/ 5057 h 326821"/>
                <a:gd name="connsiteX111" fmla="*/ 1082230 w 2915191"/>
                <a:gd name="connsiteY111" fmla="*/ 43378 h 326821"/>
                <a:gd name="connsiteX112" fmla="*/ 1091973 w 2915191"/>
                <a:gd name="connsiteY112" fmla="*/ 68097 h 326821"/>
                <a:gd name="connsiteX113" fmla="*/ 1101732 w 2915191"/>
                <a:gd name="connsiteY113" fmla="*/ 87545 h 326821"/>
                <a:gd name="connsiteX114" fmla="*/ 1111476 w 2915191"/>
                <a:gd name="connsiteY114" fmla="*/ 86685 h 326821"/>
                <a:gd name="connsiteX115" fmla="*/ 1121220 w 2915191"/>
                <a:gd name="connsiteY115" fmla="*/ 89802 h 326821"/>
                <a:gd name="connsiteX116" fmla="*/ 1130979 w 2915191"/>
                <a:gd name="connsiteY116" fmla="*/ 93159 h 326821"/>
                <a:gd name="connsiteX117" fmla="*/ 1140723 w 2915191"/>
                <a:gd name="connsiteY117" fmla="*/ 126665 h 326821"/>
                <a:gd name="connsiteX118" fmla="*/ 1150482 w 2915191"/>
                <a:gd name="connsiteY118" fmla="*/ 144682 h 326821"/>
                <a:gd name="connsiteX119" fmla="*/ 1160226 w 2915191"/>
                <a:gd name="connsiteY119" fmla="*/ 174686 h 326821"/>
                <a:gd name="connsiteX120" fmla="*/ 1169969 w 2915191"/>
                <a:gd name="connsiteY120" fmla="*/ 156506 h 326821"/>
                <a:gd name="connsiteX121" fmla="*/ 1179728 w 2915191"/>
                <a:gd name="connsiteY121" fmla="*/ 166188 h 326821"/>
                <a:gd name="connsiteX122" fmla="*/ 1189472 w 2915191"/>
                <a:gd name="connsiteY122" fmla="*/ 204962 h 326821"/>
                <a:gd name="connsiteX123" fmla="*/ 1199231 w 2915191"/>
                <a:gd name="connsiteY123" fmla="*/ 198939 h 326821"/>
                <a:gd name="connsiteX124" fmla="*/ 1208975 w 2915191"/>
                <a:gd name="connsiteY124" fmla="*/ 214656 h 326821"/>
                <a:gd name="connsiteX125" fmla="*/ 1218719 w 2915191"/>
                <a:gd name="connsiteY125" fmla="*/ 235568 h 326821"/>
                <a:gd name="connsiteX126" fmla="*/ 1228478 w 2915191"/>
                <a:gd name="connsiteY126" fmla="*/ 200536 h 326821"/>
                <a:gd name="connsiteX127" fmla="*/ 1238222 w 2915191"/>
                <a:gd name="connsiteY127" fmla="*/ 198788 h 326821"/>
                <a:gd name="connsiteX128" fmla="*/ 1247966 w 2915191"/>
                <a:gd name="connsiteY128" fmla="*/ 170425 h 326821"/>
                <a:gd name="connsiteX129" fmla="*/ 1257725 w 2915191"/>
                <a:gd name="connsiteY129" fmla="*/ 186017 h 326821"/>
                <a:gd name="connsiteX130" fmla="*/ 1267469 w 2915191"/>
                <a:gd name="connsiteY130" fmla="*/ 165662 h 326821"/>
                <a:gd name="connsiteX131" fmla="*/ 1277227 w 2915191"/>
                <a:gd name="connsiteY131" fmla="*/ 164047 h 326821"/>
                <a:gd name="connsiteX132" fmla="*/ 1286971 w 2915191"/>
                <a:gd name="connsiteY132" fmla="*/ 141908 h 326821"/>
                <a:gd name="connsiteX133" fmla="*/ 1296715 w 2915191"/>
                <a:gd name="connsiteY133" fmla="*/ 148136 h 326821"/>
                <a:gd name="connsiteX134" fmla="*/ 1306474 w 2915191"/>
                <a:gd name="connsiteY134" fmla="*/ 131250 h 326821"/>
                <a:gd name="connsiteX135" fmla="*/ 1316218 w 2915191"/>
                <a:gd name="connsiteY135" fmla="*/ 130019 h 326821"/>
                <a:gd name="connsiteX136" fmla="*/ 1325977 w 2915191"/>
                <a:gd name="connsiteY136" fmla="*/ 148404 h 326821"/>
                <a:gd name="connsiteX137" fmla="*/ 1335721 w 2915191"/>
                <a:gd name="connsiteY137" fmla="*/ 152020 h 326821"/>
                <a:gd name="connsiteX138" fmla="*/ 1345465 w 2915191"/>
                <a:gd name="connsiteY138" fmla="*/ 152929 h 326821"/>
                <a:gd name="connsiteX139" fmla="*/ 1355224 w 2915191"/>
                <a:gd name="connsiteY139" fmla="*/ 140941 h 326821"/>
                <a:gd name="connsiteX140" fmla="*/ 1364967 w 2915191"/>
                <a:gd name="connsiteY140" fmla="*/ 188508 h 326821"/>
                <a:gd name="connsiteX141" fmla="*/ 1374726 w 2915191"/>
                <a:gd name="connsiteY141" fmla="*/ 223880 h 326821"/>
                <a:gd name="connsiteX142" fmla="*/ 1384470 w 2915191"/>
                <a:gd name="connsiteY142" fmla="*/ 232719 h 326821"/>
                <a:gd name="connsiteX143" fmla="*/ 1394214 w 2915191"/>
                <a:gd name="connsiteY143" fmla="*/ 239003 h 326821"/>
                <a:gd name="connsiteX144" fmla="*/ 1403973 w 2915191"/>
                <a:gd name="connsiteY144" fmla="*/ 229534 h 326821"/>
                <a:gd name="connsiteX145" fmla="*/ 1413717 w 2915191"/>
                <a:gd name="connsiteY145" fmla="*/ 214560 h 326821"/>
                <a:gd name="connsiteX146" fmla="*/ 1423476 w 2915191"/>
                <a:gd name="connsiteY146" fmla="*/ 233892 h 326821"/>
                <a:gd name="connsiteX147" fmla="*/ 1433220 w 2915191"/>
                <a:gd name="connsiteY147" fmla="*/ 240301 h 326821"/>
                <a:gd name="connsiteX148" fmla="*/ 1442964 w 2915191"/>
                <a:gd name="connsiteY148" fmla="*/ 273347 h 326821"/>
                <a:gd name="connsiteX149" fmla="*/ 1452722 w 2915191"/>
                <a:gd name="connsiteY149" fmla="*/ 279530 h 326821"/>
                <a:gd name="connsiteX150" fmla="*/ 1462466 w 2915191"/>
                <a:gd name="connsiteY150" fmla="*/ 264268 h 326821"/>
                <a:gd name="connsiteX151" fmla="*/ 1472225 w 2915191"/>
                <a:gd name="connsiteY151" fmla="*/ 280593 h 326821"/>
                <a:gd name="connsiteX152" fmla="*/ 1481969 w 2915191"/>
                <a:gd name="connsiteY152" fmla="*/ 319044 h 326821"/>
                <a:gd name="connsiteX153" fmla="*/ 1491713 w 2915191"/>
                <a:gd name="connsiteY153" fmla="*/ 301374 h 326821"/>
                <a:gd name="connsiteX154" fmla="*/ 1501472 w 2915191"/>
                <a:gd name="connsiteY154" fmla="*/ 294683 h 326821"/>
                <a:gd name="connsiteX155" fmla="*/ 1511216 w 2915191"/>
                <a:gd name="connsiteY155" fmla="*/ 307037 h 326821"/>
                <a:gd name="connsiteX156" fmla="*/ 1520960 w 2915191"/>
                <a:gd name="connsiteY156" fmla="*/ 267616 h 326821"/>
                <a:gd name="connsiteX157" fmla="*/ 1530719 w 2915191"/>
                <a:gd name="connsiteY157" fmla="*/ 219605 h 326821"/>
                <a:gd name="connsiteX158" fmla="*/ 1540463 w 2915191"/>
                <a:gd name="connsiteY158" fmla="*/ 189984 h 326821"/>
                <a:gd name="connsiteX159" fmla="*/ 1550221 w 2915191"/>
                <a:gd name="connsiteY159" fmla="*/ 207893 h 326821"/>
                <a:gd name="connsiteX160" fmla="*/ 1559965 w 2915191"/>
                <a:gd name="connsiteY160" fmla="*/ 203320 h 326821"/>
                <a:gd name="connsiteX161" fmla="*/ 1569709 w 2915191"/>
                <a:gd name="connsiteY161" fmla="*/ 228930 h 326821"/>
                <a:gd name="connsiteX162" fmla="*/ 1579468 w 2915191"/>
                <a:gd name="connsiteY162" fmla="*/ 232102 h 326821"/>
                <a:gd name="connsiteX163" fmla="*/ 1589212 w 2915191"/>
                <a:gd name="connsiteY163" fmla="*/ 249917 h 326821"/>
                <a:gd name="connsiteX164" fmla="*/ 1598971 w 2915191"/>
                <a:gd name="connsiteY164" fmla="*/ 233390 h 326821"/>
                <a:gd name="connsiteX165" fmla="*/ 1608715 w 2915191"/>
                <a:gd name="connsiteY165" fmla="*/ 228445 h 326821"/>
                <a:gd name="connsiteX166" fmla="*/ 1618459 w 2915191"/>
                <a:gd name="connsiteY166" fmla="*/ 217437 h 326821"/>
                <a:gd name="connsiteX167" fmla="*/ 1628218 w 2915191"/>
                <a:gd name="connsiteY167" fmla="*/ 207622 h 326821"/>
                <a:gd name="connsiteX168" fmla="*/ 1637962 w 2915191"/>
                <a:gd name="connsiteY168" fmla="*/ 201016 h 326821"/>
                <a:gd name="connsiteX169" fmla="*/ 1647720 w 2915191"/>
                <a:gd name="connsiteY169" fmla="*/ 193583 h 326821"/>
                <a:gd name="connsiteX170" fmla="*/ 1657464 w 2915191"/>
                <a:gd name="connsiteY170" fmla="*/ 223875 h 326821"/>
                <a:gd name="connsiteX171" fmla="*/ 1667208 w 2915191"/>
                <a:gd name="connsiteY171" fmla="*/ 267897 h 326821"/>
                <a:gd name="connsiteX172" fmla="*/ 1676967 w 2915191"/>
                <a:gd name="connsiteY172" fmla="*/ 281680 h 326821"/>
                <a:gd name="connsiteX173" fmla="*/ 1686711 w 2915191"/>
                <a:gd name="connsiteY173" fmla="*/ 297178 h 326821"/>
                <a:gd name="connsiteX174" fmla="*/ 1696470 w 2915191"/>
                <a:gd name="connsiteY174" fmla="*/ 246000 h 326821"/>
                <a:gd name="connsiteX175" fmla="*/ 1706214 w 2915191"/>
                <a:gd name="connsiteY175" fmla="*/ 259503 h 326821"/>
                <a:gd name="connsiteX176" fmla="*/ 1715958 w 2915191"/>
                <a:gd name="connsiteY176" fmla="*/ 266514 h 326821"/>
                <a:gd name="connsiteX177" fmla="*/ 1725716 w 2915191"/>
                <a:gd name="connsiteY177" fmla="*/ 257672 h 326821"/>
                <a:gd name="connsiteX178" fmla="*/ 1735460 w 2915191"/>
                <a:gd name="connsiteY178" fmla="*/ 254743 h 326821"/>
                <a:gd name="connsiteX179" fmla="*/ 1745219 w 2915191"/>
                <a:gd name="connsiteY179" fmla="*/ 225760 h 326821"/>
                <a:gd name="connsiteX180" fmla="*/ 1754963 w 2915191"/>
                <a:gd name="connsiteY180" fmla="*/ 193195 h 326821"/>
                <a:gd name="connsiteX181" fmla="*/ 1764707 w 2915191"/>
                <a:gd name="connsiteY181" fmla="*/ 213912 h 326821"/>
                <a:gd name="connsiteX182" fmla="*/ 1774466 w 2915191"/>
                <a:gd name="connsiteY182" fmla="*/ 243920 h 326821"/>
                <a:gd name="connsiteX183" fmla="*/ 1784210 w 2915191"/>
                <a:gd name="connsiteY183" fmla="*/ 236302 h 326821"/>
                <a:gd name="connsiteX184" fmla="*/ 1793969 w 2915191"/>
                <a:gd name="connsiteY184" fmla="*/ 236368 h 326821"/>
                <a:gd name="connsiteX185" fmla="*/ 1803713 w 2915191"/>
                <a:gd name="connsiteY185" fmla="*/ 244357 h 326821"/>
                <a:gd name="connsiteX186" fmla="*/ 1813457 w 2915191"/>
                <a:gd name="connsiteY186" fmla="*/ 242746 h 326821"/>
                <a:gd name="connsiteX187" fmla="*/ 1823215 w 2915191"/>
                <a:gd name="connsiteY187" fmla="*/ 243819 h 326821"/>
                <a:gd name="connsiteX188" fmla="*/ 1832959 w 2915191"/>
                <a:gd name="connsiteY188" fmla="*/ 247453 h 326821"/>
                <a:gd name="connsiteX189" fmla="*/ 1842703 w 2915191"/>
                <a:gd name="connsiteY189" fmla="*/ 253950 h 326821"/>
                <a:gd name="connsiteX190" fmla="*/ 1852462 w 2915191"/>
                <a:gd name="connsiteY190" fmla="*/ 235765 h 326821"/>
                <a:gd name="connsiteX191" fmla="*/ 1862206 w 2915191"/>
                <a:gd name="connsiteY191" fmla="*/ 258715 h 326821"/>
                <a:gd name="connsiteX192" fmla="*/ 1871965 w 2915191"/>
                <a:gd name="connsiteY192" fmla="*/ 305529 h 326821"/>
                <a:gd name="connsiteX193" fmla="*/ 1881709 w 2915191"/>
                <a:gd name="connsiteY193" fmla="*/ 306016 h 326821"/>
                <a:gd name="connsiteX194" fmla="*/ 1891453 w 2915191"/>
                <a:gd name="connsiteY194" fmla="*/ 311250 h 326821"/>
                <a:gd name="connsiteX195" fmla="*/ 1901212 w 2915191"/>
                <a:gd name="connsiteY195" fmla="*/ 298392 h 326821"/>
                <a:gd name="connsiteX196" fmla="*/ 1910956 w 2915191"/>
                <a:gd name="connsiteY196" fmla="*/ 290634 h 326821"/>
                <a:gd name="connsiteX197" fmla="*/ 1920714 w 2915191"/>
                <a:gd name="connsiteY197" fmla="*/ 288204 h 326821"/>
                <a:gd name="connsiteX198" fmla="*/ 1930458 w 2915191"/>
                <a:gd name="connsiteY198" fmla="*/ 304599 h 326821"/>
                <a:gd name="connsiteX199" fmla="*/ 1940202 w 2915191"/>
                <a:gd name="connsiteY199" fmla="*/ 274190 h 326821"/>
                <a:gd name="connsiteX200" fmla="*/ 1949961 w 2915191"/>
                <a:gd name="connsiteY200" fmla="*/ 224248 h 326821"/>
                <a:gd name="connsiteX201" fmla="*/ 1959705 w 2915191"/>
                <a:gd name="connsiteY201" fmla="*/ 182547 h 326821"/>
                <a:gd name="connsiteX202" fmla="*/ 1969464 w 2915191"/>
                <a:gd name="connsiteY202" fmla="*/ 189993 h 326821"/>
                <a:gd name="connsiteX203" fmla="*/ 1979208 w 2915191"/>
                <a:gd name="connsiteY203" fmla="*/ 172865 h 326821"/>
                <a:gd name="connsiteX204" fmla="*/ 1988952 w 2915191"/>
                <a:gd name="connsiteY204" fmla="*/ 164588 h 326821"/>
                <a:gd name="connsiteX205" fmla="*/ 1998711 w 2915191"/>
                <a:gd name="connsiteY205" fmla="*/ 152901 h 326821"/>
                <a:gd name="connsiteX206" fmla="*/ 2008454 w 2915191"/>
                <a:gd name="connsiteY206" fmla="*/ 142820 h 326821"/>
                <a:gd name="connsiteX207" fmla="*/ 2018213 w 2915191"/>
                <a:gd name="connsiteY207" fmla="*/ 145167 h 326821"/>
                <a:gd name="connsiteX208" fmla="*/ 2027957 w 2915191"/>
                <a:gd name="connsiteY208" fmla="*/ 156073 h 326821"/>
                <a:gd name="connsiteX209" fmla="*/ 2037701 w 2915191"/>
                <a:gd name="connsiteY209" fmla="*/ 183447 h 326821"/>
                <a:gd name="connsiteX210" fmla="*/ 2047460 w 2915191"/>
                <a:gd name="connsiteY210" fmla="*/ 201650 h 326821"/>
                <a:gd name="connsiteX211" fmla="*/ 2057204 w 2915191"/>
                <a:gd name="connsiteY211" fmla="*/ 229236 h 326821"/>
                <a:gd name="connsiteX212" fmla="*/ 2066963 w 2915191"/>
                <a:gd name="connsiteY212" fmla="*/ 220876 h 326821"/>
                <a:gd name="connsiteX213" fmla="*/ 2076707 w 2915191"/>
                <a:gd name="connsiteY213" fmla="*/ 265910 h 326821"/>
                <a:gd name="connsiteX214" fmla="*/ 2086451 w 2915191"/>
                <a:gd name="connsiteY214" fmla="*/ 247830 h 326821"/>
                <a:gd name="connsiteX215" fmla="*/ 2096210 w 2915191"/>
                <a:gd name="connsiteY215" fmla="*/ 242625 h 326821"/>
                <a:gd name="connsiteX216" fmla="*/ 2105954 w 2915191"/>
                <a:gd name="connsiteY216" fmla="*/ 238490 h 326821"/>
                <a:gd name="connsiteX217" fmla="*/ 2115697 w 2915191"/>
                <a:gd name="connsiteY217" fmla="*/ 236518 h 326821"/>
                <a:gd name="connsiteX218" fmla="*/ 2125456 w 2915191"/>
                <a:gd name="connsiteY218" fmla="*/ 258168 h 326821"/>
                <a:gd name="connsiteX219" fmla="*/ 2135200 w 2915191"/>
                <a:gd name="connsiteY219" fmla="*/ 220909 h 326821"/>
                <a:gd name="connsiteX220" fmla="*/ 2144959 w 2915191"/>
                <a:gd name="connsiteY220" fmla="*/ 193152 h 326821"/>
                <a:gd name="connsiteX221" fmla="*/ 2154703 w 2915191"/>
                <a:gd name="connsiteY221" fmla="*/ 189642 h 326821"/>
                <a:gd name="connsiteX222" fmla="*/ 2164447 w 2915191"/>
                <a:gd name="connsiteY222" fmla="*/ 195980 h 326821"/>
                <a:gd name="connsiteX223" fmla="*/ 2174206 w 2915191"/>
                <a:gd name="connsiteY223" fmla="*/ 178633 h 326821"/>
                <a:gd name="connsiteX224" fmla="*/ 2183950 w 2915191"/>
                <a:gd name="connsiteY224" fmla="*/ 187243 h 326821"/>
                <a:gd name="connsiteX225" fmla="*/ 2193709 w 2915191"/>
                <a:gd name="connsiteY225" fmla="*/ 184178 h 326821"/>
                <a:gd name="connsiteX226" fmla="*/ 2203452 w 2915191"/>
                <a:gd name="connsiteY226" fmla="*/ 176766 h 326821"/>
                <a:gd name="connsiteX227" fmla="*/ 2213196 w 2915191"/>
                <a:gd name="connsiteY227" fmla="*/ 176924 h 326821"/>
                <a:gd name="connsiteX228" fmla="*/ 2222955 w 2915191"/>
                <a:gd name="connsiteY228" fmla="*/ 172244 h 326821"/>
                <a:gd name="connsiteX229" fmla="*/ 2232699 w 2915191"/>
                <a:gd name="connsiteY229" fmla="*/ 173427 h 326821"/>
                <a:gd name="connsiteX230" fmla="*/ 2242458 w 2915191"/>
                <a:gd name="connsiteY230" fmla="*/ 183631 h 326821"/>
                <a:gd name="connsiteX231" fmla="*/ 2252202 w 2915191"/>
                <a:gd name="connsiteY231" fmla="*/ 216662 h 326821"/>
                <a:gd name="connsiteX232" fmla="*/ 2261946 w 2915191"/>
                <a:gd name="connsiteY232" fmla="*/ 196911 h 326821"/>
                <a:gd name="connsiteX233" fmla="*/ 2271705 w 2915191"/>
                <a:gd name="connsiteY233" fmla="*/ 231859 h 326821"/>
                <a:gd name="connsiteX234" fmla="*/ 2281449 w 2915191"/>
                <a:gd name="connsiteY234" fmla="*/ 216956 h 326821"/>
                <a:gd name="connsiteX235" fmla="*/ 2291208 w 2915191"/>
                <a:gd name="connsiteY235" fmla="*/ 190007 h 326821"/>
                <a:gd name="connsiteX236" fmla="*/ 2300951 w 2915191"/>
                <a:gd name="connsiteY236" fmla="*/ 189607 h 326821"/>
                <a:gd name="connsiteX237" fmla="*/ 2310695 w 2915191"/>
                <a:gd name="connsiteY237" fmla="*/ 212281 h 326821"/>
                <a:gd name="connsiteX238" fmla="*/ 2320454 w 2915191"/>
                <a:gd name="connsiteY238" fmla="*/ 239278 h 326821"/>
                <a:gd name="connsiteX239" fmla="*/ 2330198 w 2915191"/>
                <a:gd name="connsiteY239" fmla="*/ 238717 h 326821"/>
                <a:gd name="connsiteX240" fmla="*/ 2339957 w 2915191"/>
                <a:gd name="connsiteY240" fmla="*/ 226949 h 326821"/>
                <a:gd name="connsiteX241" fmla="*/ 2349701 w 2915191"/>
                <a:gd name="connsiteY241" fmla="*/ 218665 h 326821"/>
                <a:gd name="connsiteX242" fmla="*/ 2359445 w 2915191"/>
                <a:gd name="connsiteY242" fmla="*/ 239611 h 326821"/>
                <a:gd name="connsiteX243" fmla="*/ 2369204 w 2915191"/>
                <a:gd name="connsiteY243" fmla="*/ 277201 h 326821"/>
                <a:gd name="connsiteX244" fmla="*/ 2378948 w 2915191"/>
                <a:gd name="connsiteY244" fmla="*/ 278334 h 326821"/>
                <a:gd name="connsiteX245" fmla="*/ 2388692 w 2915191"/>
                <a:gd name="connsiteY245" fmla="*/ 296120 h 326821"/>
                <a:gd name="connsiteX246" fmla="*/ 2398450 w 2915191"/>
                <a:gd name="connsiteY246" fmla="*/ 326821 h 326821"/>
                <a:gd name="connsiteX247" fmla="*/ 2408194 w 2915191"/>
                <a:gd name="connsiteY247" fmla="*/ 307482 h 326821"/>
                <a:gd name="connsiteX248" fmla="*/ 2417953 w 2915191"/>
                <a:gd name="connsiteY248" fmla="*/ 284991 h 326821"/>
                <a:gd name="connsiteX249" fmla="*/ 2427697 w 2915191"/>
                <a:gd name="connsiteY249" fmla="*/ 282225 h 326821"/>
                <a:gd name="connsiteX250" fmla="*/ 2437441 w 2915191"/>
                <a:gd name="connsiteY250" fmla="*/ 282878 h 326821"/>
                <a:gd name="connsiteX251" fmla="*/ 2447200 w 2915191"/>
                <a:gd name="connsiteY251" fmla="*/ 246827 h 326821"/>
                <a:gd name="connsiteX252" fmla="*/ 2456944 w 2915191"/>
                <a:gd name="connsiteY252" fmla="*/ 259707 h 326821"/>
                <a:gd name="connsiteX253" fmla="*/ 2466703 w 2915191"/>
                <a:gd name="connsiteY253" fmla="*/ 284621 h 326821"/>
                <a:gd name="connsiteX254" fmla="*/ 2476446 w 2915191"/>
                <a:gd name="connsiteY254" fmla="*/ 307452 h 326821"/>
                <a:gd name="connsiteX255" fmla="*/ 2486190 w 2915191"/>
                <a:gd name="connsiteY255" fmla="*/ 325580 h 326821"/>
                <a:gd name="connsiteX256" fmla="*/ 2495949 w 2915191"/>
                <a:gd name="connsiteY256" fmla="*/ 302576 h 326821"/>
                <a:gd name="connsiteX257" fmla="*/ 2505693 w 2915191"/>
                <a:gd name="connsiteY257" fmla="*/ 278121 h 326821"/>
                <a:gd name="connsiteX258" fmla="*/ 2515452 w 2915191"/>
                <a:gd name="connsiteY258" fmla="*/ 272312 h 326821"/>
                <a:gd name="connsiteX259" fmla="*/ 2525196 w 2915191"/>
                <a:gd name="connsiteY259" fmla="*/ 275186 h 326821"/>
                <a:gd name="connsiteX260" fmla="*/ 2534940 w 2915191"/>
                <a:gd name="connsiteY260" fmla="*/ 280216 h 326821"/>
                <a:gd name="connsiteX261" fmla="*/ 2544699 w 2915191"/>
                <a:gd name="connsiteY261" fmla="*/ 279024 h 326821"/>
                <a:gd name="connsiteX262" fmla="*/ 2554443 w 2915191"/>
                <a:gd name="connsiteY262" fmla="*/ 301682 h 326821"/>
                <a:gd name="connsiteX263" fmla="*/ 2564202 w 2915191"/>
                <a:gd name="connsiteY263" fmla="*/ 278876 h 326821"/>
                <a:gd name="connsiteX264" fmla="*/ 2573946 w 2915191"/>
                <a:gd name="connsiteY264" fmla="*/ 293100 h 326821"/>
                <a:gd name="connsiteX265" fmla="*/ 2583690 w 2915191"/>
                <a:gd name="connsiteY265" fmla="*/ 293209 h 326821"/>
                <a:gd name="connsiteX266" fmla="*/ 2593448 w 2915191"/>
                <a:gd name="connsiteY266" fmla="*/ 310325 h 326821"/>
                <a:gd name="connsiteX267" fmla="*/ 2603192 w 2915191"/>
                <a:gd name="connsiteY267" fmla="*/ 312675 h 326821"/>
                <a:gd name="connsiteX268" fmla="*/ 2612951 w 2915191"/>
                <a:gd name="connsiteY268" fmla="*/ 290491 h 326821"/>
                <a:gd name="connsiteX269" fmla="*/ 2622695 w 2915191"/>
                <a:gd name="connsiteY269" fmla="*/ 263228 h 326821"/>
                <a:gd name="connsiteX270" fmla="*/ 2632439 w 2915191"/>
                <a:gd name="connsiteY270" fmla="*/ 259539 h 326821"/>
                <a:gd name="connsiteX271" fmla="*/ 2642198 w 2915191"/>
                <a:gd name="connsiteY271" fmla="*/ 260035 h 326821"/>
                <a:gd name="connsiteX272" fmla="*/ 2651942 w 2915191"/>
                <a:gd name="connsiteY272" fmla="*/ 247640 h 326821"/>
                <a:gd name="connsiteX273" fmla="*/ 2661685 w 2915191"/>
                <a:gd name="connsiteY273" fmla="*/ 234222 h 326821"/>
                <a:gd name="connsiteX274" fmla="*/ 2671444 w 2915191"/>
                <a:gd name="connsiteY274" fmla="*/ 221046 h 326821"/>
                <a:gd name="connsiteX275" fmla="*/ 2681188 w 2915191"/>
                <a:gd name="connsiteY275" fmla="*/ 222151 h 326821"/>
                <a:gd name="connsiteX276" fmla="*/ 2690947 w 2915191"/>
                <a:gd name="connsiteY276" fmla="*/ 222741 h 326821"/>
                <a:gd name="connsiteX277" fmla="*/ 2700691 w 2915191"/>
                <a:gd name="connsiteY277" fmla="*/ 228838 h 326821"/>
                <a:gd name="connsiteX278" fmla="*/ 2710435 w 2915191"/>
                <a:gd name="connsiteY278" fmla="*/ 224367 h 326821"/>
                <a:gd name="connsiteX279" fmla="*/ 2720194 w 2915191"/>
                <a:gd name="connsiteY279" fmla="*/ 183967 h 326821"/>
                <a:gd name="connsiteX280" fmla="*/ 2729938 w 2915191"/>
                <a:gd name="connsiteY280" fmla="*/ 160064 h 326821"/>
                <a:gd name="connsiteX281" fmla="*/ 2739697 w 2915191"/>
                <a:gd name="connsiteY281" fmla="*/ 149546 h 326821"/>
                <a:gd name="connsiteX282" fmla="*/ 2749441 w 2915191"/>
                <a:gd name="connsiteY282" fmla="*/ 151070 h 326821"/>
                <a:gd name="connsiteX283" fmla="*/ 2759185 w 2915191"/>
                <a:gd name="connsiteY283" fmla="*/ 149866 h 326821"/>
                <a:gd name="connsiteX284" fmla="*/ 2768943 w 2915191"/>
                <a:gd name="connsiteY284" fmla="*/ 181610 h 326821"/>
                <a:gd name="connsiteX285" fmla="*/ 2778687 w 2915191"/>
                <a:gd name="connsiteY285" fmla="*/ 186464 h 326821"/>
                <a:gd name="connsiteX286" fmla="*/ 2788446 w 2915191"/>
                <a:gd name="connsiteY286" fmla="*/ 188302 h 326821"/>
                <a:gd name="connsiteX287" fmla="*/ 2798190 w 2915191"/>
                <a:gd name="connsiteY287" fmla="*/ 201367 h 326821"/>
                <a:gd name="connsiteX288" fmla="*/ 2807934 w 2915191"/>
                <a:gd name="connsiteY288" fmla="*/ 168440 h 326821"/>
                <a:gd name="connsiteX289" fmla="*/ 2817693 w 2915191"/>
                <a:gd name="connsiteY289" fmla="*/ 158260 h 326821"/>
                <a:gd name="connsiteX290" fmla="*/ 2827437 w 2915191"/>
                <a:gd name="connsiteY290" fmla="*/ 139305 h 326821"/>
                <a:gd name="connsiteX291" fmla="*/ 2837196 w 2915191"/>
                <a:gd name="connsiteY291" fmla="*/ 142437 h 326821"/>
                <a:gd name="connsiteX292" fmla="*/ 2846940 w 2915191"/>
                <a:gd name="connsiteY292" fmla="*/ 129475 h 326821"/>
                <a:gd name="connsiteX293" fmla="*/ 2856684 w 2915191"/>
                <a:gd name="connsiteY293" fmla="*/ 138128 h 326821"/>
                <a:gd name="connsiteX294" fmla="*/ 2866442 w 2915191"/>
                <a:gd name="connsiteY294" fmla="*/ 149018 h 326821"/>
                <a:gd name="connsiteX295" fmla="*/ 2876186 w 2915191"/>
                <a:gd name="connsiteY295" fmla="*/ 125549 h 326821"/>
                <a:gd name="connsiteX296" fmla="*/ 2885945 w 2915191"/>
                <a:gd name="connsiteY296" fmla="*/ 141283 h 326821"/>
                <a:gd name="connsiteX297" fmla="*/ 2895689 w 2915191"/>
                <a:gd name="connsiteY297" fmla="*/ 120408 h 326821"/>
                <a:gd name="connsiteX298" fmla="*/ 2905433 w 2915191"/>
                <a:gd name="connsiteY298" fmla="*/ 105427 h 326821"/>
                <a:gd name="connsiteX299" fmla="*/ 2915192 w 2915191"/>
                <a:gd name="connsiteY299" fmla="*/ 99360 h 326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26821">
                  <a:moveTo>
                    <a:pt x="0" y="65807"/>
                  </a:moveTo>
                  <a:lnTo>
                    <a:pt x="9750" y="101413"/>
                  </a:lnTo>
                  <a:lnTo>
                    <a:pt x="19500" y="97392"/>
                  </a:lnTo>
                  <a:lnTo>
                    <a:pt x="29250" y="122920"/>
                  </a:lnTo>
                  <a:lnTo>
                    <a:pt x="39000" y="104732"/>
                  </a:lnTo>
                  <a:lnTo>
                    <a:pt x="48749" y="81460"/>
                  </a:lnTo>
                  <a:lnTo>
                    <a:pt x="58499" y="102769"/>
                  </a:lnTo>
                  <a:lnTo>
                    <a:pt x="68249" y="91934"/>
                  </a:lnTo>
                  <a:lnTo>
                    <a:pt x="77998" y="104859"/>
                  </a:lnTo>
                  <a:lnTo>
                    <a:pt x="87748" y="108180"/>
                  </a:lnTo>
                  <a:lnTo>
                    <a:pt x="97497" y="87843"/>
                  </a:lnTo>
                  <a:lnTo>
                    <a:pt x="107247" y="60909"/>
                  </a:lnTo>
                  <a:lnTo>
                    <a:pt x="116997" y="51531"/>
                  </a:lnTo>
                  <a:lnTo>
                    <a:pt x="126747" y="82935"/>
                  </a:lnTo>
                  <a:lnTo>
                    <a:pt x="136497" y="90057"/>
                  </a:lnTo>
                  <a:lnTo>
                    <a:pt x="146247" y="65420"/>
                  </a:lnTo>
                  <a:lnTo>
                    <a:pt x="155997" y="63711"/>
                  </a:lnTo>
                  <a:lnTo>
                    <a:pt x="165747" y="53842"/>
                  </a:lnTo>
                  <a:lnTo>
                    <a:pt x="175497" y="68897"/>
                  </a:lnTo>
                  <a:lnTo>
                    <a:pt x="185247" y="89602"/>
                  </a:lnTo>
                  <a:lnTo>
                    <a:pt x="194996" y="86238"/>
                  </a:lnTo>
                  <a:lnTo>
                    <a:pt x="204746" y="74666"/>
                  </a:lnTo>
                  <a:lnTo>
                    <a:pt x="214495" y="84278"/>
                  </a:lnTo>
                  <a:lnTo>
                    <a:pt x="224245" y="98595"/>
                  </a:lnTo>
                  <a:lnTo>
                    <a:pt x="233995" y="99522"/>
                  </a:lnTo>
                  <a:lnTo>
                    <a:pt x="243744" y="77280"/>
                  </a:lnTo>
                  <a:lnTo>
                    <a:pt x="253494" y="68033"/>
                  </a:lnTo>
                  <a:lnTo>
                    <a:pt x="263244" y="67503"/>
                  </a:lnTo>
                  <a:lnTo>
                    <a:pt x="272994" y="36722"/>
                  </a:lnTo>
                  <a:lnTo>
                    <a:pt x="282744" y="35717"/>
                  </a:lnTo>
                  <a:lnTo>
                    <a:pt x="292494" y="42900"/>
                  </a:lnTo>
                  <a:lnTo>
                    <a:pt x="302244" y="25467"/>
                  </a:lnTo>
                  <a:lnTo>
                    <a:pt x="311994" y="49384"/>
                  </a:lnTo>
                  <a:lnTo>
                    <a:pt x="321744" y="66298"/>
                  </a:lnTo>
                  <a:lnTo>
                    <a:pt x="331493" y="73088"/>
                  </a:lnTo>
                  <a:lnTo>
                    <a:pt x="341243" y="73790"/>
                  </a:lnTo>
                  <a:lnTo>
                    <a:pt x="350993" y="55254"/>
                  </a:lnTo>
                  <a:lnTo>
                    <a:pt x="360742" y="70407"/>
                  </a:lnTo>
                  <a:lnTo>
                    <a:pt x="370492" y="74943"/>
                  </a:lnTo>
                  <a:lnTo>
                    <a:pt x="380241" y="117090"/>
                  </a:lnTo>
                  <a:lnTo>
                    <a:pt x="389991" y="155612"/>
                  </a:lnTo>
                  <a:lnTo>
                    <a:pt x="399741" y="155817"/>
                  </a:lnTo>
                  <a:lnTo>
                    <a:pt x="409491" y="166270"/>
                  </a:lnTo>
                  <a:lnTo>
                    <a:pt x="419241" y="198653"/>
                  </a:lnTo>
                  <a:lnTo>
                    <a:pt x="428991" y="202730"/>
                  </a:lnTo>
                  <a:lnTo>
                    <a:pt x="438741" y="155663"/>
                  </a:lnTo>
                  <a:lnTo>
                    <a:pt x="448491" y="139273"/>
                  </a:lnTo>
                  <a:lnTo>
                    <a:pt x="458241" y="135007"/>
                  </a:lnTo>
                  <a:lnTo>
                    <a:pt x="467991" y="157582"/>
                  </a:lnTo>
                  <a:lnTo>
                    <a:pt x="477740" y="152224"/>
                  </a:lnTo>
                  <a:lnTo>
                    <a:pt x="487490" y="152005"/>
                  </a:lnTo>
                  <a:lnTo>
                    <a:pt x="497239" y="155632"/>
                  </a:lnTo>
                  <a:lnTo>
                    <a:pt x="506989" y="161435"/>
                  </a:lnTo>
                  <a:lnTo>
                    <a:pt x="516738" y="186115"/>
                  </a:lnTo>
                  <a:lnTo>
                    <a:pt x="526488" y="186738"/>
                  </a:lnTo>
                  <a:lnTo>
                    <a:pt x="536238" y="156240"/>
                  </a:lnTo>
                  <a:lnTo>
                    <a:pt x="545988" y="142696"/>
                  </a:lnTo>
                  <a:lnTo>
                    <a:pt x="555738" y="139475"/>
                  </a:lnTo>
                  <a:lnTo>
                    <a:pt x="565488" y="118697"/>
                  </a:lnTo>
                  <a:lnTo>
                    <a:pt x="575238" y="98520"/>
                  </a:lnTo>
                  <a:lnTo>
                    <a:pt x="584988" y="140670"/>
                  </a:lnTo>
                  <a:lnTo>
                    <a:pt x="594738" y="167468"/>
                  </a:lnTo>
                  <a:lnTo>
                    <a:pt x="604488" y="170528"/>
                  </a:lnTo>
                  <a:lnTo>
                    <a:pt x="614237" y="138041"/>
                  </a:lnTo>
                  <a:lnTo>
                    <a:pt x="623987" y="133258"/>
                  </a:lnTo>
                  <a:lnTo>
                    <a:pt x="633736" y="145900"/>
                  </a:lnTo>
                  <a:lnTo>
                    <a:pt x="643486" y="128247"/>
                  </a:lnTo>
                  <a:lnTo>
                    <a:pt x="653236" y="128651"/>
                  </a:lnTo>
                  <a:lnTo>
                    <a:pt x="662985" y="165666"/>
                  </a:lnTo>
                  <a:lnTo>
                    <a:pt x="672735" y="145697"/>
                  </a:lnTo>
                  <a:lnTo>
                    <a:pt x="682485" y="148334"/>
                  </a:lnTo>
                  <a:lnTo>
                    <a:pt x="692235" y="152169"/>
                  </a:lnTo>
                  <a:lnTo>
                    <a:pt x="701985" y="149440"/>
                  </a:lnTo>
                  <a:lnTo>
                    <a:pt x="711735" y="179616"/>
                  </a:lnTo>
                  <a:lnTo>
                    <a:pt x="721485" y="207023"/>
                  </a:lnTo>
                  <a:lnTo>
                    <a:pt x="731235" y="219297"/>
                  </a:lnTo>
                  <a:lnTo>
                    <a:pt x="740985" y="219264"/>
                  </a:lnTo>
                  <a:lnTo>
                    <a:pt x="750734" y="222953"/>
                  </a:lnTo>
                  <a:lnTo>
                    <a:pt x="760484" y="212649"/>
                  </a:lnTo>
                  <a:lnTo>
                    <a:pt x="770233" y="176435"/>
                  </a:lnTo>
                  <a:lnTo>
                    <a:pt x="779983" y="176806"/>
                  </a:lnTo>
                  <a:lnTo>
                    <a:pt x="789733" y="148847"/>
                  </a:lnTo>
                  <a:lnTo>
                    <a:pt x="799482" y="168050"/>
                  </a:lnTo>
                  <a:lnTo>
                    <a:pt x="809232" y="146113"/>
                  </a:lnTo>
                  <a:lnTo>
                    <a:pt x="818982" y="147978"/>
                  </a:lnTo>
                  <a:lnTo>
                    <a:pt x="828732" y="177438"/>
                  </a:lnTo>
                  <a:lnTo>
                    <a:pt x="838482" y="181979"/>
                  </a:lnTo>
                  <a:lnTo>
                    <a:pt x="848232" y="178545"/>
                  </a:lnTo>
                  <a:lnTo>
                    <a:pt x="857982" y="174971"/>
                  </a:lnTo>
                  <a:lnTo>
                    <a:pt x="867732" y="174559"/>
                  </a:lnTo>
                  <a:lnTo>
                    <a:pt x="877482" y="193496"/>
                  </a:lnTo>
                  <a:lnTo>
                    <a:pt x="887231" y="210131"/>
                  </a:lnTo>
                  <a:lnTo>
                    <a:pt x="896981" y="198134"/>
                  </a:lnTo>
                  <a:lnTo>
                    <a:pt x="906730" y="140199"/>
                  </a:lnTo>
                  <a:lnTo>
                    <a:pt x="916480" y="131990"/>
                  </a:lnTo>
                  <a:lnTo>
                    <a:pt x="926230" y="123904"/>
                  </a:lnTo>
                  <a:lnTo>
                    <a:pt x="935979" y="139288"/>
                  </a:lnTo>
                  <a:lnTo>
                    <a:pt x="945729" y="157531"/>
                  </a:lnTo>
                  <a:lnTo>
                    <a:pt x="955479" y="147557"/>
                  </a:lnTo>
                  <a:lnTo>
                    <a:pt x="965229" y="114642"/>
                  </a:lnTo>
                  <a:lnTo>
                    <a:pt x="974979" y="54201"/>
                  </a:lnTo>
                  <a:lnTo>
                    <a:pt x="984729" y="46416"/>
                  </a:lnTo>
                  <a:lnTo>
                    <a:pt x="994474" y="42726"/>
                  </a:lnTo>
                  <a:lnTo>
                    <a:pt x="1004233" y="40700"/>
                  </a:lnTo>
                  <a:lnTo>
                    <a:pt x="1013977" y="30649"/>
                  </a:lnTo>
                  <a:lnTo>
                    <a:pt x="1023721" y="24412"/>
                  </a:lnTo>
                  <a:lnTo>
                    <a:pt x="1033480" y="24470"/>
                  </a:lnTo>
                  <a:lnTo>
                    <a:pt x="1043224" y="0"/>
                  </a:lnTo>
                  <a:lnTo>
                    <a:pt x="1052983" y="13661"/>
                  </a:lnTo>
                  <a:lnTo>
                    <a:pt x="1062727" y="16356"/>
                  </a:lnTo>
                  <a:lnTo>
                    <a:pt x="1072471" y="5057"/>
                  </a:lnTo>
                  <a:lnTo>
                    <a:pt x="1082230" y="43378"/>
                  </a:lnTo>
                  <a:lnTo>
                    <a:pt x="1091973" y="68097"/>
                  </a:lnTo>
                  <a:lnTo>
                    <a:pt x="1101732" y="87545"/>
                  </a:lnTo>
                  <a:lnTo>
                    <a:pt x="1111476" y="86685"/>
                  </a:lnTo>
                  <a:lnTo>
                    <a:pt x="1121220" y="89802"/>
                  </a:lnTo>
                  <a:lnTo>
                    <a:pt x="1130979" y="93159"/>
                  </a:lnTo>
                  <a:lnTo>
                    <a:pt x="1140723" y="126665"/>
                  </a:lnTo>
                  <a:lnTo>
                    <a:pt x="1150482" y="144682"/>
                  </a:lnTo>
                  <a:lnTo>
                    <a:pt x="1160226" y="174686"/>
                  </a:lnTo>
                  <a:lnTo>
                    <a:pt x="1169969" y="156506"/>
                  </a:lnTo>
                  <a:lnTo>
                    <a:pt x="1179728" y="166188"/>
                  </a:lnTo>
                  <a:lnTo>
                    <a:pt x="1189472" y="204962"/>
                  </a:lnTo>
                  <a:lnTo>
                    <a:pt x="1199231" y="198939"/>
                  </a:lnTo>
                  <a:lnTo>
                    <a:pt x="1208975" y="214656"/>
                  </a:lnTo>
                  <a:lnTo>
                    <a:pt x="1218719" y="235568"/>
                  </a:lnTo>
                  <a:lnTo>
                    <a:pt x="1228478" y="200536"/>
                  </a:lnTo>
                  <a:lnTo>
                    <a:pt x="1238222" y="198788"/>
                  </a:lnTo>
                  <a:lnTo>
                    <a:pt x="1247966" y="170425"/>
                  </a:lnTo>
                  <a:lnTo>
                    <a:pt x="1257725" y="186017"/>
                  </a:lnTo>
                  <a:lnTo>
                    <a:pt x="1267469" y="165662"/>
                  </a:lnTo>
                  <a:lnTo>
                    <a:pt x="1277227" y="164047"/>
                  </a:lnTo>
                  <a:lnTo>
                    <a:pt x="1286971" y="141908"/>
                  </a:lnTo>
                  <a:lnTo>
                    <a:pt x="1296715" y="148136"/>
                  </a:lnTo>
                  <a:lnTo>
                    <a:pt x="1306474" y="131250"/>
                  </a:lnTo>
                  <a:lnTo>
                    <a:pt x="1316218" y="130019"/>
                  </a:lnTo>
                  <a:lnTo>
                    <a:pt x="1325977" y="148404"/>
                  </a:lnTo>
                  <a:lnTo>
                    <a:pt x="1335721" y="152020"/>
                  </a:lnTo>
                  <a:lnTo>
                    <a:pt x="1345465" y="152929"/>
                  </a:lnTo>
                  <a:lnTo>
                    <a:pt x="1355224" y="140941"/>
                  </a:lnTo>
                  <a:lnTo>
                    <a:pt x="1364967" y="188508"/>
                  </a:lnTo>
                  <a:lnTo>
                    <a:pt x="1374726" y="223880"/>
                  </a:lnTo>
                  <a:lnTo>
                    <a:pt x="1384470" y="232719"/>
                  </a:lnTo>
                  <a:lnTo>
                    <a:pt x="1394214" y="239003"/>
                  </a:lnTo>
                  <a:lnTo>
                    <a:pt x="1403973" y="229534"/>
                  </a:lnTo>
                  <a:lnTo>
                    <a:pt x="1413717" y="214560"/>
                  </a:lnTo>
                  <a:lnTo>
                    <a:pt x="1423476" y="233892"/>
                  </a:lnTo>
                  <a:lnTo>
                    <a:pt x="1433220" y="240301"/>
                  </a:lnTo>
                  <a:lnTo>
                    <a:pt x="1442964" y="273347"/>
                  </a:lnTo>
                  <a:lnTo>
                    <a:pt x="1452722" y="279530"/>
                  </a:lnTo>
                  <a:lnTo>
                    <a:pt x="1462466" y="264268"/>
                  </a:lnTo>
                  <a:lnTo>
                    <a:pt x="1472225" y="280593"/>
                  </a:lnTo>
                  <a:lnTo>
                    <a:pt x="1481969" y="319044"/>
                  </a:lnTo>
                  <a:lnTo>
                    <a:pt x="1491713" y="301374"/>
                  </a:lnTo>
                  <a:lnTo>
                    <a:pt x="1501472" y="294683"/>
                  </a:lnTo>
                  <a:lnTo>
                    <a:pt x="1511216" y="307037"/>
                  </a:lnTo>
                  <a:lnTo>
                    <a:pt x="1520960" y="267616"/>
                  </a:lnTo>
                  <a:lnTo>
                    <a:pt x="1530719" y="219605"/>
                  </a:lnTo>
                  <a:lnTo>
                    <a:pt x="1540463" y="189984"/>
                  </a:lnTo>
                  <a:lnTo>
                    <a:pt x="1550221" y="207893"/>
                  </a:lnTo>
                  <a:lnTo>
                    <a:pt x="1559965" y="203320"/>
                  </a:lnTo>
                  <a:lnTo>
                    <a:pt x="1569709" y="228930"/>
                  </a:lnTo>
                  <a:lnTo>
                    <a:pt x="1579468" y="232102"/>
                  </a:lnTo>
                  <a:lnTo>
                    <a:pt x="1589212" y="249917"/>
                  </a:lnTo>
                  <a:lnTo>
                    <a:pt x="1598971" y="233390"/>
                  </a:lnTo>
                  <a:lnTo>
                    <a:pt x="1608715" y="228445"/>
                  </a:lnTo>
                  <a:lnTo>
                    <a:pt x="1618459" y="217437"/>
                  </a:lnTo>
                  <a:lnTo>
                    <a:pt x="1628218" y="207622"/>
                  </a:lnTo>
                  <a:lnTo>
                    <a:pt x="1637962" y="201016"/>
                  </a:lnTo>
                  <a:lnTo>
                    <a:pt x="1647720" y="193583"/>
                  </a:lnTo>
                  <a:lnTo>
                    <a:pt x="1657464" y="223875"/>
                  </a:lnTo>
                  <a:lnTo>
                    <a:pt x="1667208" y="267897"/>
                  </a:lnTo>
                  <a:lnTo>
                    <a:pt x="1676967" y="281680"/>
                  </a:lnTo>
                  <a:lnTo>
                    <a:pt x="1686711" y="297178"/>
                  </a:lnTo>
                  <a:lnTo>
                    <a:pt x="1696470" y="246000"/>
                  </a:lnTo>
                  <a:lnTo>
                    <a:pt x="1706214" y="259503"/>
                  </a:lnTo>
                  <a:lnTo>
                    <a:pt x="1715958" y="266514"/>
                  </a:lnTo>
                  <a:lnTo>
                    <a:pt x="1725716" y="257672"/>
                  </a:lnTo>
                  <a:lnTo>
                    <a:pt x="1735460" y="254743"/>
                  </a:lnTo>
                  <a:lnTo>
                    <a:pt x="1745219" y="225760"/>
                  </a:lnTo>
                  <a:lnTo>
                    <a:pt x="1754963" y="193195"/>
                  </a:lnTo>
                  <a:lnTo>
                    <a:pt x="1764707" y="213912"/>
                  </a:lnTo>
                  <a:lnTo>
                    <a:pt x="1774466" y="243920"/>
                  </a:lnTo>
                  <a:lnTo>
                    <a:pt x="1784210" y="236302"/>
                  </a:lnTo>
                  <a:lnTo>
                    <a:pt x="1793969" y="236368"/>
                  </a:lnTo>
                  <a:lnTo>
                    <a:pt x="1803713" y="244357"/>
                  </a:lnTo>
                  <a:lnTo>
                    <a:pt x="1813457" y="242746"/>
                  </a:lnTo>
                  <a:lnTo>
                    <a:pt x="1823215" y="243819"/>
                  </a:lnTo>
                  <a:lnTo>
                    <a:pt x="1832959" y="247453"/>
                  </a:lnTo>
                  <a:lnTo>
                    <a:pt x="1842703" y="253950"/>
                  </a:lnTo>
                  <a:lnTo>
                    <a:pt x="1852462" y="235765"/>
                  </a:lnTo>
                  <a:lnTo>
                    <a:pt x="1862206" y="258715"/>
                  </a:lnTo>
                  <a:lnTo>
                    <a:pt x="1871965" y="305529"/>
                  </a:lnTo>
                  <a:lnTo>
                    <a:pt x="1881709" y="306016"/>
                  </a:lnTo>
                  <a:lnTo>
                    <a:pt x="1891453" y="311250"/>
                  </a:lnTo>
                  <a:lnTo>
                    <a:pt x="1901212" y="298392"/>
                  </a:lnTo>
                  <a:lnTo>
                    <a:pt x="1910956" y="290634"/>
                  </a:lnTo>
                  <a:lnTo>
                    <a:pt x="1920714" y="288204"/>
                  </a:lnTo>
                  <a:lnTo>
                    <a:pt x="1930458" y="304599"/>
                  </a:lnTo>
                  <a:lnTo>
                    <a:pt x="1940202" y="274190"/>
                  </a:lnTo>
                  <a:lnTo>
                    <a:pt x="1949961" y="224248"/>
                  </a:lnTo>
                  <a:lnTo>
                    <a:pt x="1959705" y="182547"/>
                  </a:lnTo>
                  <a:lnTo>
                    <a:pt x="1969464" y="189993"/>
                  </a:lnTo>
                  <a:lnTo>
                    <a:pt x="1979208" y="172865"/>
                  </a:lnTo>
                  <a:lnTo>
                    <a:pt x="1988952" y="164588"/>
                  </a:lnTo>
                  <a:lnTo>
                    <a:pt x="1998711" y="152901"/>
                  </a:lnTo>
                  <a:lnTo>
                    <a:pt x="2008454" y="142820"/>
                  </a:lnTo>
                  <a:lnTo>
                    <a:pt x="2018213" y="145167"/>
                  </a:lnTo>
                  <a:lnTo>
                    <a:pt x="2027957" y="156073"/>
                  </a:lnTo>
                  <a:lnTo>
                    <a:pt x="2037701" y="183447"/>
                  </a:lnTo>
                  <a:lnTo>
                    <a:pt x="2047460" y="201650"/>
                  </a:lnTo>
                  <a:lnTo>
                    <a:pt x="2057204" y="229236"/>
                  </a:lnTo>
                  <a:lnTo>
                    <a:pt x="2066963" y="220876"/>
                  </a:lnTo>
                  <a:lnTo>
                    <a:pt x="2076707" y="265910"/>
                  </a:lnTo>
                  <a:lnTo>
                    <a:pt x="2086451" y="247830"/>
                  </a:lnTo>
                  <a:lnTo>
                    <a:pt x="2096210" y="242625"/>
                  </a:lnTo>
                  <a:lnTo>
                    <a:pt x="2105954" y="238490"/>
                  </a:lnTo>
                  <a:lnTo>
                    <a:pt x="2115697" y="236518"/>
                  </a:lnTo>
                  <a:lnTo>
                    <a:pt x="2125456" y="258168"/>
                  </a:lnTo>
                  <a:lnTo>
                    <a:pt x="2135200" y="220909"/>
                  </a:lnTo>
                  <a:lnTo>
                    <a:pt x="2144959" y="193152"/>
                  </a:lnTo>
                  <a:lnTo>
                    <a:pt x="2154703" y="189642"/>
                  </a:lnTo>
                  <a:lnTo>
                    <a:pt x="2164447" y="195980"/>
                  </a:lnTo>
                  <a:lnTo>
                    <a:pt x="2174206" y="178633"/>
                  </a:lnTo>
                  <a:lnTo>
                    <a:pt x="2183950" y="187243"/>
                  </a:lnTo>
                  <a:lnTo>
                    <a:pt x="2193709" y="184178"/>
                  </a:lnTo>
                  <a:lnTo>
                    <a:pt x="2203452" y="176766"/>
                  </a:lnTo>
                  <a:lnTo>
                    <a:pt x="2213196" y="176924"/>
                  </a:lnTo>
                  <a:lnTo>
                    <a:pt x="2222955" y="172244"/>
                  </a:lnTo>
                  <a:lnTo>
                    <a:pt x="2232699" y="173427"/>
                  </a:lnTo>
                  <a:lnTo>
                    <a:pt x="2242458" y="183631"/>
                  </a:lnTo>
                  <a:lnTo>
                    <a:pt x="2252202" y="216662"/>
                  </a:lnTo>
                  <a:lnTo>
                    <a:pt x="2261946" y="196911"/>
                  </a:lnTo>
                  <a:lnTo>
                    <a:pt x="2271705" y="231859"/>
                  </a:lnTo>
                  <a:lnTo>
                    <a:pt x="2281449" y="216956"/>
                  </a:lnTo>
                  <a:lnTo>
                    <a:pt x="2291208" y="190007"/>
                  </a:lnTo>
                  <a:lnTo>
                    <a:pt x="2300951" y="189607"/>
                  </a:lnTo>
                  <a:lnTo>
                    <a:pt x="2310695" y="212281"/>
                  </a:lnTo>
                  <a:lnTo>
                    <a:pt x="2320454" y="239278"/>
                  </a:lnTo>
                  <a:lnTo>
                    <a:pt x="2330198" y="238717"/>
                  </a:lnTo>
                  <a:lnTo>
                    <a:pt x="2339957" y="226949"/>
                  </a:lnTo>
                  <a:lnTo>
                    <a:pt x="2349701" y="218665"/>
                  </a:lnTo>
                  <a:lnTo>
                    <a:pt x="2359445" y="239611"/>
                  </a:lnTo>
                  <a:lnTo>
                    <a:pt x="2369204" y="277201"/>
                  </a:lnTo>
                  <a:lnTo>
                    <a:pt x="2378948" y="278334"/>
                  </a:lnTo>
                  <a:lnTo>
                    <a:pt x="2388692" y="296120"/>
                  </a:lnTo>
                  <a:lnTo>
                    <a:pt x="2398450" y="326821"/>
                  </a:lnTo>
                  <a:lnTo>
                    <a:pt x="2408194" y="307482"/>
                  </a:lnTo>
                  <a:lnTo>
                    <a:pt x="2417953" y="284991"/>
                  </a:lnTo>
                  <a:lnTo>
                    <a:pt x="2427697" y="282225"/>
                  </a:lnTo>
                  <a:lnTo>
                    <a:pt x="2437441" y="282878"/>
                  </a:lnTo>
                  <a:lnTo>
                    <a:pt x="2447200" y="246827"/>
                  </a:lnTo>
                  <a:lnTo>
                    <a:pt x="2456944" y="259707"/>
                  </a:lnTo>
                  <a:lnTo>
                    <a:pt x="2466703" y="284621"/>
                  </a:lnTo>
                  <a:lnTo>
                    <a:pt x="2476446" y="307452"/>
                  </a:lnTo>
                  <a:lnTo>
                    <a:pt x="2486190" y="325580"/>
                  </a:lnTo>
                  <a:lnTo>
                    <a:pt x="2495949" y="302576"/>
                  </a:lnTo>
                  <a:lnTo>
                    <a:pt x="2505693" y="278121"/>
                  </a:lnTo>
                  <a:lnTo>
                    <a:pt x="2515452" y="272312"/>
                  </a:lnTo>
                  <a:lnTo>
                    <a:pt x="2525196" y="275186"/>
                  </a:lnTo>
                  <a:lnTo>
                    <a:pt x="2534940" y="280216"/>
                  </a:lnTo>
                  <a:lnTo>
                    <a:pt x="2544699" y="279024"/>
                  </a:lnTo>
                  <a:lnTo>
                    <a:pt x="2554443" y="301682"/>
                  </a:lnTo>
                  <a:lnTo>
                    <a:pt x="2564202" y="278876"/>
                  </a:lnTo>
                  <a:lnTo>
                    <a:pt x="2573946" y="293100"/>
                  </a:lnTo>
                  <a:lnTo>
                    <a:pt x="2583690" y="293209"/>
                  </a:lnTo>
                  <a:lnTo>
                    <a:pt x="2593448" y="310325"/>
                  </a:lnTo>
                  <a:lnTo>
                    <a:pt x="2603192" y="312675"/>
                  </a:lnTo>
                  <a:lnTo>
                    <a:pt x="2612951" y="290491"/>
                  </a:lnTo>
                  <a:lnTo>
                    <a:pt x="2622695" y="263228"/>
                  </a:lnTo>
                  <a:lnTo>
                    <a:pt x="2632439" y="259539"/>
                  </a:lnTo>
                  <a:lnTo>
                    <a:pt x="2642198" y="260035"/>
                  </a:lnTo>
                  <a:lnTo>
                    <a:pt x="2651942" y="247640"/>
                  </a:lnTo>
                  <a:lnTo>
                    <a:pt x="2661685" y="234222"/>
                  </a:lnTo>
                  <a:lnTo>
                    <a:pt x="2671444" y="221046"/>
                  </a:lnTo>
                  <a:lnTo>
                    <a:pt x="2681188" y="222151"/>
                  </a:lnTo>
                  <a:lnTo>
                    <a:pt x="2690947" y="222741"/>
                  </a:lnTo>
                  <a:lnTo>
                    <a:pt x="2700691" y="228838"/>
                  </a:lnTo>
                  <a:lnTo>
                    <a:pt x="2710435" y="224367"/>
                  </a:lnTo>
                  <a:lnTo>
                    <a:pt x="2720194" y="183967"/>
                  </a:lnTo>
                  <a:lnTo>
                    <a:pt x="2729938" y="160064"/>
                  </a:lnTo>
                  <a:lnTo>
                    <a:pt x="2739697" y="149546"/>
                  </a:lnTo>
                  <a:lnTo>
                    <a:pt x="2749441" y="151070"/>
                  </a:lnTo>
                  <a:lnTo>
                    <a:pt x="2759185" y="149866"/>
                  </a:lnTo>
                  <a:lnTo>
                    <a:pt x="2768943" y="181610"/>
                  </a:lnTo>
                  <a:lnTo>
                    <a:pt x="2778687" y="186464"/>
                  </a:lnTo>
                  <a:lnTo>
                    <a:pt x="2788446" y="188302"/>
                  </a:lnTo>
                  <a:lnTo>
                    <a:pt x="2798190" y="201367"/>
                  </a:lnTo>
                  <a:lnTo>
                    <a:pt x="2807934" y="168440"/>
                  </a:lnTo>
                  <a:lnTo>
                    <a:pt x="2817693" y="158260"/>
                  </a:lnTo>
                  <a:lnTo>
                    <a:pt x="2827437" y="139305"/>
                  </a:lnTo>
                  <a:lnTo>
                    <a:pt x="2837196" y="142437"/>
                  </a:lnTo>
                  <a:lnTo>
                    <a:pt x="2846940" y="129475"/>
                  </a:lnTo>
                  <a:lnTo>
                    <a:pt x="2856684" y="138128"/>
                  </a:lnTo>
                  <a:lnTo>
                    <a:pt x="2866442" y="149018"/>
                  </a:lnTo>
                  <a:lnTo>
                    <a:pt x="2876186" y="125549"/>
                  </a:lnTo>
                  <a:lnTo>
                    <a:pt x="2885945" y="141283"/>
                  </a:lnTo>
                  <a:lnTo>
                    <a:pt x="2895689" y="120408"/>
                  </a:lnTo>
                  <a:lnTo>
                    <a:pt x="2905433" y="105427"/>
                  </a:lnTo>
                  <a:lnTo>
                    <a:pt x="2915192" y="9936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8" name="Freeform 1027">
              <a:extLst>
                <a:ext uri="{FF2B5EF4-FFF2-40B4-BE49-F238E27FC236}">
                  <a16:creationId xmlns:a16="http://schemas.microsoft.com/office/drawing/2014/main" id="{AE9EB936-6259-3707-1132-16FD6E04CFD9}"/>
                </a:ext>
              </a:extLst>
            </p:cNvPr>
            <p:cNvSpPr/>
            <p:nvPr/>
          </p:nvSpPr>
          <p:spPr>
            <a:xfrm>
              <a:off x="4426652" y="3267581"/>
              <a:ext cx="2915191" cy="486336"/>
            </a:xfrm>
            <a:custGeom>
              <a:avLst/>
              <a:gdLst>
                <a:gd name="connsiteX0" fmla="*/ 0 w 2915191"/>
                <a:gd name="connsiteY0" fmla="*/ 226296 h 486336"/>
                <a:gd name="connsiteX1" fmla="*/ 9750 w 2915191"/>
                <a:gd name="connsiteY1" fmla="*/ 203113 h 486336"/>
                <a:gd name="connsiteX2" fmla="*/ 19500 w 2915191"/>
                <a:gd name="connsiteY2" fmla="*/ 210880 h 486336"/>
                <a:gd name="connsiteX3" fmla="*/ 29250 w 2915191"/>
                <a:gd name="connsiteY3" fmla="*/ 178552 h 486336"/>
                <a:gd name="connsiteX4" fmla="*/ 39000 w 2915191"/>
                <a:gd name="connsiteY4" fmla="*/ 173533 h 486336"/>
                <a:gd name="connsiteX5" fmla="*/ 48749 w 2915191"/>
                <a:gd name="connsiteY5" fmla="*/ 148768 h 486336"/>
                <a:gd name="connsiteX6" fmla="*/ 58499 w 2915191"/>
                <a:gd name="connsiteY6" fmla="*/ 146929 h 486336"/>
                <a:gd name="connsiteX7" fmla="*/ 68249 w 2915191"/>
                <a:gd name="connsiteY7" fmla="*/ 137874 h 486336"/>
                <a:gd name="connsiteX8" fmla="*/ 77998 w 2915191"/>
                <a:gd name="connsiteY8" fmla="*/ 135101 h 486336"/>
                <a:gd name="connsiteX9" fmla="*/ 87748 w 2915191"/>
                <a:gd name="connsiteY9" fmla="*/ 138631 h 486336"/>
                <a:gd name="connsiteX10" fmla="*/ 97497 w 2915191"/>
                <a:gd name="connsiteY10" fmla="*/ 123833 h 486336"/>
                <a:gd name="connsiteX11" fmla="*/ 107247 w 2915191"/>
                <a:gd name="connsiteY11" fmla="*/ 143483 h 486336"/>
                <a:gd name="connsiteX12" fmla="*/ 116997 w 2915191"/>
                <a:gd name="connsiteY12" fmla="*/ 147977 h 486336"/>
                <a:gd name="connsiteX13" fmla="*/ 126747 w 2915191"/>
                <a:gd name="connsiteY13" fmla="*/ 100446 h 486336"/>
                <a:gd name="connsiteX14" fmla="*/ 136497 w 2915191"/>
                <a:gd name="connsiteY14" fmla="*/ 107319 h 486336"/>
                <a:gd name="connsiteX15" fmla="*/ 146247 w 2915191"/>
                <a:gd name="connsiteY15" fmla="*/ 79473 h 486336"/>
                <a:gd name="connsiteX16" fmla="*/ 155997 w 2915191"/>
                <a:gd name="connsiteY16" fmla="*/ 36808 h 486336"/>
                <a:gd name="connsiteX17" fmla="*/ 165747 w 2915191"/>
                <a:gd name="connsiteY17" fmla="*/ 2905 h 486336"/>
                <a:gd name="connsiteX18" fmla="*/ 175497 w 2915191"/>
                <a:gd name="connsiteY18" fmla="*/ 18446 h 486336"/>
                <a:gd name="connsiteX19" fmla="*/ 185247 w 2915191"/>
                <a:gd name="connsiteY19" fmla="*/ 18427 h 486336"/>
                <a:gd name="connsiteX20" fmla="*/ 194996 w 2915191"/>
                <a:gd name="connsiteY20" fmla="*/ 0 h 486336"/>
                <a:gd name="connsiteX21" fmla="*/ 204746 w 2915191"/>
                <a:gd name="connsiteY21" fmla="*/ 28108 h 486336"/>
                <a:gd name="connsiteX22" fmla="*/ 214495 w 2915191"/>
                <a:gd name="connsiteY22" fmla="*/ 23092 h 486336"/>
                <a:gd name="connsiteX23" fmla="*/ 224245 w 2915191"/>
                <a:gd name="connsiteY23" fmla="*/ 32952 h 486336"/>
                <a:gd name="connsiteX24" fmla="*/ 233995 w 2915191"/>
                <a:gd name="connsiteY24" fmla="*/ 4105 h 486336"/>
                <a:gd name="connsiteX25" fmla="*/ 243744 w 2915191"/>
                <a:gd name="connsiteY25" fmla="*/ 27654 h 486336"/>
                <a:gd name="connsiteX26" fmla="*/ 253494 w 2915191"/>
                <a:gd name="connsiteY26" fmla="*/ 63596 h 486336"/>
                <a:gd name="connsiteX27" fmla="*/ 263244 w 2915191"/>
                <a:gd name="connsiteY27" fmla="*/ 100057 h 486336"/>
                <a:gd name="connsiteX28" fmla="*/ 272994 w 2915191"/>
                <a:gd name="connsiteY28" fmla="*/ 73371 h 486336"/>
                <a:gd name="connsiteX29" fmla="*/ 282744 w 2915191"/>
                <a:gd name="connsiteY29" fmla="*/ 76476 h 486336"/>
                <a:gd name="connsiteX30" fmla="*/ 292494 w 2915191"/>
                <a:gd name="connsiteY30" fmla="*/ 73546 h 486336"/>
                <a:gd name="connsiteX31" fmla="*/ 302244 w 2915191"/>
                <a:gd name="connsiteY31" fmla="*/ 75988 h 486336"/>
                <a:gd name="connsiteX32" fmla="*/ 311994 w 2915191"/>
                <a:gd name="connsiteY32" fmla="*/ 52239 h 486336"/>
                <a:gd name="connsiteX33" fmla="*/ 321744 w 2915191"/>
                <a:gd name="connsiteY33" fmla="*/ 38103 h 486336"/>
                <a:gd name="connsiteX34" fmla="*/ 331493 w 2915191"/>
                <a:gd name="connsiteY34" fmla="*/ 30296 h 486336"/>
                <a:gd name="connsiteX35" fmla="*/ 341243 w 2915191"/>
                <a:gd name="connsiteY35" fmla="*/ 29664 h 486336"/>
                <a:gd name="connsiteX36" fmla="*/ 350993 w 2915191"/>
                <a:gd name="connsiteY36" fmla="*/ 53896 h 486336"/>
                <a:gd name="connsiteX37" fmla="*/ 360742 w 2915191"/>
                <a:gd name="connsiteY37" fmla="*/ 77913 h 486336"/>
                <a:gd name="connsiteX38" fmla="*/ 370492 w 2915191"/>
                <a:gd name="connsiteY38" fmla="*/ 89960 h 486336"/>
                <a:gd name="connsiteX39" fmla="*/ 380241 w 2915191"/>
                <a:gd name="connsiteY39" fmla="*/ 95888 h 486336"/>
                <a:gd name="connsiteX40" fmla="*/ 389991 w 2915191"/>
                <a:gd name="connsiteY40" fmla="*/ 122395 h 486336"/>
                <a:gd name="connsiteX41" fmla="*/ 399741 w 2915191"/>
                <a:gd name="connsiteY41" fmla="*/ 85933 h 486336"/>
                <a:gd name="connsiteX42" fmla="*/ 409491 w 2915191"/>
                <a:gd name="connsiteY42" fmla="*/ 71895 h 486336"/>
                <a:gd name="connsiteX43" fmla="*/ 419241 w 2915191"/>
                <a:gd name="connsiteY43" fmla="*/ 73617 h 486336"/>
                <a:gd name="connsiteX44" fmla="*/ 428991 w 2915191"/>
                <a:gd name="connsiteY44" fmla="*/ 78072 h 486336"/>
                <a:gd name="connsiteX45" fmla="*/ 438741 w 2915191"/>
                <a:gd name="connsiteY45" fmla="*/ 88448 h 486336"/>
                <a:gd name="connsiteX46" fmla="*/ 448491 w 2915191"/>
                <a:gd name="connsiteY46" fmla="*/ 97588 h 486336"/>
                <a:gd name="connsiteX47" fmla="*/ 458241 w 2915191"/>
                <a:gd name="connsiteY47" fmla="*/ 124523 h 486336"/>
                <a:gd name="connsiteX48" fmla="*/ 467991 w 2915191"/>
                <a:gd name="connsiteY48" fmla="*/ 159535 h 486336"/>
                <a:gd name="connsiteX49" fmla="*/ 477740 w 2915191"/>
                <a:gd name="connsiteY49" fmla="*/ 168059 h 486336"/>
                <a:gd name="connsiteX50" fmla="*/ 487490 w 2915191"/>
                <a:gd name="connsiteY50" fmla="*/ 207579 h 486336"/>
                <a:gd name="connsiteX51" fmla="*/ 497239 w 2915191"/>
                <a:gd name="connsiteY51" fmla="*/ 198207 h 486336"/>
                <a:gd name="connsiteX52" fmla="*/ 506989 w 2915191"/>
                <a:gd name="connsiteY52" fmla="*/ 151673 h 486336"/>
                <a:gd name="connsiteX53" fmla="*/ 516738 w 2915191"/>
                <a:gd name="connsiteY53" fmla="*/ 146990 h 486336"/>
                <a:gd name="connsiteX54" fmla="*/ 526488 w 2915191"/>
                <a:gd name="connsiteY54" fmla="*/ 164835 h 486336"/>
                <a:gd name="connsiteX55" fmla="*/ 536238 w 2915191"/>
                <a:gd name="connsiteY55" fmla="*/ 190184 h 486336"/>
                <a:gd name="connsiteX56" fmla="*/ 545988 w 2915191"/>
                <a:gd name="connsiteY56" fmla="*/ 225510 h 486336"/>
                <a:gd name="connsiteX57" fmla="*/ 555738 w 2915191"/>
                <a:gd name="connsiteY57" fmla="*/ 238917 h 486336"/>
                <a:gd name="connsiteX58" fmla="*/ 565488 w 2915191"/>
                <a:gd name="connsiteY58" fmla="*/ 201343 h 486336"/>
                <a:gd name="connsiteX59" fmla="*/ 575238 w 2915191"/>
                <a:gd name="connsiteY59" fmla="*/ 251611 h 486336"/>
                <a:gd name="connsiteX60" fmla="*/ 584988 w 2915191"/>
                <a:gd name="connsiteY60" fmla="*/ 260102 h 486336"/>
                <a:gd name="connsiteX61" fmla="*/ 594738 w 2915191"/>
                <a:gd name="connsiteY61" fmla="*/ 253089 h 486336"/>
                <a:gd name="connsiteX62" fmla="*/ 604488 w 2915191"/>
                <a:gd name="connsiteY62" fmla="*/ 274916 h 486336"/>
                <a:gd name="connsiteX63" fmla="*/ 614237 w 2915191"/>
                <a:gd name="connsiteY63" fmla="*/ 270250 h 486336"/>
                <a:gd name="connsiteX64" fmla="*/ 623987 w 2915191"/>
                <a:gd name="connsiteY64" fmla="*/ 264555 h 486336"/>
                <a:gd name="connsiteX65" fmla="*/ 633736 w 2915191"/>
                <a:gd name="connsiteY65" fmla="*/ 283474 h 486336"/>
                <a:gd name="connsiteX66" fmla="*/ 643486 w 2915191"/>
                <a:gd name="connsiteY66" fmla="*/ 259516 h 486336"/>
                <a:gd name="connsiteX67" fmla="*/ 653236 w 2915191"/>
                <a:gd name="connsiteY67" fmla="*/ 251595 h 486336"/>
                <a:gd name="connsiteX68" fmla="*/ 662985 w 2915191"/>
                <a:gd name="connsiteY68" fmla="*/ 253934 h 486336"/>
                <a:gd name="connsiteX69" fmla="*/ 672735 w 2915191"/>
                <a:gd name="connsiteY69" fmla="*/ 237140 h 486336"/>
                <a:gd name="connsiteX70" fmla="*/ 682485 w 2915191"/>
                <a:gd name="connsiteY70" fmla="*/ 240402 h 486336"/>
                <a:gd name="connsiteX71" fmla="*/ 692235 w 2915191"/>
                <a:gd name="connsiteY71" fmla="*/ 230136 h 486336"/>
                <a:gd name="connsiteX72" fmla="*/ 701985 w 2915191"/>
                <a:gd name="connsiteY72" fmla="*/ 247897 h 486336"/>
                <a:gd name="connsiteX73" fmla="*/ 711735 w 2915191"/>
                <a:gd name="connsiteY73" fmla="*/ 251075 h 486336"/>
                <a:gd name="connsiteX74" fmla="*/ 721485 w 2915191"/>
                <a:gd name="connsiteY74" fmla="*/ 264439 h 486336"/>
                <a:gd name="connsiteX75" fmla="*/ 731235 w 2915191"/>
                <a:gd name="connsiteY75" fmla="*/ 256163 h 486336"/>
                <a:gd name="connsiteX76" fmla="*/ 740985 w 2915191"/>
                <a:gd name="connsiteY76" fmla="*/ 266553 h 486336"/>
                <a:gd name="connsiteX77" fmla="*/ 750734 w 2915191"/>
                <a:gd name="connsiteY77" fmla="*/ 259919 h 486336"/>
                <a:gd name="connsiteX78" fmla="*/ 760484 w 2915191"/>
                <a:gd name="connsiteY78" fmla="*/ 249434 h 486336"/>
                <a:gd name="connsiteX79" fmla="*/ 770233 w 2915191"/>
                <a:gd name="connsiteY79" fmla="*/ 232879 h 486336"/>
                <a:gd name="connsiteX80" fmla="*/ 779983 w 2915191"/>
                <a:gd name="connsiteY80" fmla="*/ 249249 h 486336"/>
                <a:gd name="connsiteX81" fmla="*/ 789733 w 2915191"/>
                <a:gd name="connsiteY81" fmla="*/ 218929 h 486336"/>
                <a:gd name="connsiteX82" fmla="*/ 799482 w 2915191"/>
                <a:gd name="connsiteY82" fmla="*/ 230119 h 486336"/>
                <a:gd name="connsiteX83" fmla="*/ 809232 w 2915191"/>
                <a:gd name="connsiteY83" fmla="*/ 253031 h 486336"/>
                <a:gd name="connsiteX84" fmla="*/ 818982 w 2915191"/>
                <a:gd name="connsiteY84" fmla="*/ 243280 h 486336"/>
                <a:gd name="connsiteX85" fmla="*/ 828732 w 2915191"/>
                <a:gd name="connsiteY85" fmla="*/ 274606 h 486336"/>
                <a:gd name="connsiteX86" fmla="*/ 838482 w 2915191"/>
                <a:gd name="connsiteY86" fmla="*/ 285789 h 486336"/>
                <a:gd name="connsiteX87" fmla="*/ 848232 w 2915191"/>
                <a:gd name="connsiteY87" fmla="*/ 316507 h 486336"/>
                <a:gd name="connsiteX88" fmla="*/ 857982 w 2915191"/>
                <a:gd name="connsiteY88" fmla="*/ 302208 h 486336"/>
                <a:gd name="connsiteX89" fmla="*/ 867732 w 2915191"/>
                <a:gd name="connsiteY89" fmla="*/ 324875 h 486336"/>
                <a:gd name="connsiteX90" fmla="*/ 877482 w 2915191"/>
                <a:gd name="connsiteY90" fmla="*/ 342250 h 486336"/>
                <a:gd name="connsiteX91" fmla="*/ 887231 w 2915191"/>
                <a:gd name="connsiteY91" fmla="*/ 381993 h 486336"/>
                <a:gd name="connsiteX92" fmla="*/ 896981 w 2915191"/>
                <a:gd name="connsiteY92" fmla="*/ 371135 h 486336"/>
                <a:gd name="connsiteX93" fmla="*/ 906730 w 2915191"/>
                <a:gd name="connsiteY93" fmla="*/ 369446 h 486336"/>
                <a:gd name="connsiteX94" fmla="*/ 916480 w 2915191"/>
                <a:gd name="connsiteY94" fmla="*/ 383622 h 486336"/>
                <a:gd name="connsiteX95" fmla="*/ 926230 w 2915191"/>
                <a:gd name="connsiteY95" fmla="*/ 385456 h 486336"/>
                <a:gd name="connsiteX96" fmla="*/ 935979 w 2915191"/>
                <a:gd name="connsiteY96" fmla="*/ 386931 h 486336"/>
                <a:gd name="connsiteX97" fmla="*/ 945729 w 2915191"/>
                <a:gd name="connsiteY97" fmla="*/ 400629 h 486336"/>
                <a:gd name="connsiteX98" fmla="*/ 955479 w 2915191"/>
                <a:gd name="connsiteY98" fmla="*/ 397009 h 486336"/>
                <a:gd name="connsiteX99" fmla="*/ 965229 w 2915191"/>
                <a:gd name="connsiteY99" fmla="*/ 362742 h 486336"/>
                <a:gd name="connsiteX100" fmla="*/ 974979 w 2915191"/>
                <a:gd name="connsiteY100" fmla="*/ 358453 h 486336"/>
                <a:gd name="connsiteX101" fmla="*/ 984729 w 2915191"/>
                <a:gd name="connsiteY101" fmla="*/ 366734 h 486336"/>
                <a:gd name="connsiteX102" fmla="*/ 994474 w 2915191"/>
                <a:gd name="connsiteY102" fmla="*/ 341768 h 486336"/>
                <a:gd name="connsiteX103" fmla="*/ 1004233 w 2915191"/>
                <a:gd name="connsiteY103" fmla="*/ 365597 h 486336"/>
                <a:gd name="connsiteX104" fmla="*/ 1013977 w 2915191"/>
                <a:gd name="connsiteY104" fmla="*/ 341896 h 486336"/>
                <a:gd name="connsiteX105" fmla="*/ 1023721 w 2915191"/>
                <a:gd name="connsiteY105" fmla="*/ 350655 h 486336"/>
                <a:gd name="connsiteX106" fmla="*/ 1033480 w 2915191"/>
                <a:gd name="connsiteY106" fmla="*/ 339463 h 486336"/>
                <a:gd name="connsiteX107" fmla="*/ 1043224 w 2915191"/>
                <a:gd name="connsiteY107" fmla="*/ 380836 h 486336"/>
                <a:gd name="connsiteX108" fmla="*/ 1052983 w 2915191"/>
                <a:gd name="connsiteY108" fmla="*/ 375852 h 486336"/>
                <a:gd name="connsiteX109" fmla="*/ 1062727 w 2915191"/>
                <a:gd name="connsiteY109" fmla="*/ 365247 h 486336"/>
                <a:gd name="connsiteX110" fmla="*/ 1072471 w 2915191"/>
                <a:gd name="connsiteY110" fmla="*/ 358346 h 486336"/>
                <a:gd name="connsiteX111" fmla="*/ 1082230 w 2915191"/>
                <a:gd name="connsiteY111" fmla="*/ 348754 h 486336"/>
                <a:gd name="connsiteX112" fmla="*/ 1091973 w 2915191"/>
                <a:gd name="connsiteY112" fmla="*/ 334768 h 486336"/>
                <a:gd name="connsiteX113" fmla="*/ 1101732 w 2915191"/>
                <a:gd name="connsiteY113" fmla="*/ 341263 h 486336"/>
                <a:gd name="connsiteX114" fmla="*/ 1111476 w 2915191"/>
                <a:gd name="connsiteY114" fmla="*/ 347406 h 486336"/>
                <a:gd name="connsiteX115" fmla="*/ 1121220 w 2915191"/>
                <a:gd name="connsiteY115" fmla="*/ 324154 h 486336"/>
                <a:gd name="connsiteX116" fmla="*/ 1130979 w 2915191"/>
                <a:gd name="connsiteY116" fmla="*/ 335603 h 486336"/>
                <a:gd name="connsiteX117" fmla="*/ 1140723 w 2915191"/>
                <a:gd name="connsiteY117" fmla="*/ 331085 h 486336"/>
                <a:gd name="connsiteX118" fmla="*/ 1150482 w 2915191"/>
                <a:gd name="connsiteY118" fmla="*/ 355078 h 486336"/>
                <a:gd name="connsiteX119" fmla="*/ 1160226 w 2915191"/>
                <a:gd name="connsiteY119" fmla="*/ 341151 h 486336"/>
                <a:gd name="connsiteX120" fmla="*/ 1169969 w 2915191"/>
                <a:gd name="connsiteY120" fmla="*/ 344615 h 486336"/>
                <a:gd name="connsiteX121" fmla="*/ 1179728 w 2915191"/>
                <a:gd name="connsiteY121" fmla="*/ 342986 h 486336"/>
                <a:gd name="connsiteX122" fmla="*/ 1189472 w 2915191"/>
                <a:gd name="connsiteY122" fmla="*/ 348858 h 486336"/>
                <a:gd name="connsiteX123" fmla="*/ 1199231 w 2915191"/>
                <a:gd name="connsiteY123" fmla="*/ 356528 h 486336"/>
                <a:gd name="connsiteX124" fmla="*/ 1208975 w 2915191"/>
                <a:gd name="connsiteY124" fmla="*/ 375037 h 486336"/>
                <a:gd name="connsiteX125" fmla="*/ 1218719 w 2915191"/>
                <a:gd name="connsiteY125" fmla="*/ 405039 h 486336"/>
                <a:gd name="connsiteX126" fmla="*/ 1228478 w 2915191"/>
                <a:gd name="connsiteY126" fmla="*/ 381120 h 486336"/>
                <a:gd name="connsiteX127" fmla="*/ 1238222 w 2915191"/>
                <a:gd name="connsiteY127" fmla="*/ 376625 h 486336"/>
                <a:gd name="connsiteX128" fmla="*/ 1247966 w 2915191"/>
                <a:gd name="connsiteY128" fmla="*/ 376207 h 486336"/>
                <a:gd name="connsiteX129" fmla="*/ 1257725 w 2915191"/>
                <a:gd name="connsiteY129" fmla="*/ 365590 h 486336"/>
                <a:gd name="connsiteX130" fmla="*/ 1267469 w 2915191"/>
                <a:gd name="connsiteY130" fmla="*/ 361424 h 486336"/>
                <a:gd name="connsiteX131" fmla="*/ 1277227 w 2915191"/>
                <a:gd name="connsiteY131" fmla="*/ 340215 h 486336"/>
                <a:gd name="connsiteX132" fmla="*/ 1286971 w 2915191"/>
                <a:gd name="connsiteY132" fmla="*/ 332168 h 486336"/>
                <a:gd name="connsiteX133" fmla="*/ 1296715 w 2915191"/>
                <a:gd name="connsiteY133" fmla="*/ 332988 h 486336"/>
                <a:gd name="connsiteX134" fmla="*/ 1306474 w 2915191"/>
                <a:gd name="connsiteY134" fmla="*/ 332708 h 486336"/>
                <a:gd name="connsiteX135" fmla="*/ 1316218 w 2915191"/>
                <a:gd name="connsiteY135" fmla="*/ 336858 h 486336"/>
                <a:gd name="connsiteX136" fmla="*/ 1325977 w 2915191"/>
                <a:gd name="connsiteY136" fmla="*/ 334019 h 486336"/>
                <a:gd name="connsiteX137" fmla="*/ 1335721 w 2915191"/>
                <a:gd name="connsiteY137" fmla="*/ 354609 h 486336"/>
                <a:gd name="connsiteX138" fmla="*/ 1345465 w 2915191"/>
                <a:gd name="connsiteY138" fmla="*/ 335431 h 486336"/>
                <a:gd name="connsiteX139" fmla="*/ 1355224 w 2915191"/>
                <a:gd name="connsiteY139" fmla="*/ 320324 h 486336"/>
                <a:gd name="connsiteX140" fmla="*/ 1364967 w 2915191"/>
                <a:gd name="connsiteY140" fmla="*/ 303103 h 486336"/>
                <a:gd name="connsiteX141" fmla="*/ 1374726 w 2915191"/>
                <a:gd name="connsiteY141" fmla="*/ 292755 h 486336"/>
                <a:gd name="connsiteX142" fmla="*/ 1384470 w 2915191"/>
                <a:gd name="connsiteY142" fmla="*/ 309029 h 486336"/>
                <a:gd name="connsiteX143" fmla="*/ 1394214 w 2915191"/>
                <a:gd name="connsiteY143" fmla="*/ 304221 h 486336"/>
                <a:gd name="connsiteX144" fmla="*/ 1403973 w 2915191"/>
                <a:gd name="connsiteY144" fmla="*/ 317897 h 486336"/>
                <a:gd name="connsiteX145" fmla="*/ 1413717 w 2915191"/>
                <a:gd name="connsiteY145" fmla="*/ 339509 h 486336"/>
                <a:gd name="connsiteX146" fmla="*/ 1423476 w 2915191"/>
                <a:gd name="connsiteY146" fmla="*/ 342286 h 486336"/>
                <a:gd name="connsiteX147" fmla="*/ 1433220 w 2915191"/>
                <a:gd name="connsiteY147" fmla="*/ 340056 h 486336"/>
                <a:gd name="connsiteX148" fmla="*/ 1442964 w 2915191"/>
                <a:gd name="connsiteY148" fmla="*/ 340524 h 486336"/>
                <a:gd name="connsiteX149" fmla="*/ 1452722 w 2915191"/>
                <a:gd name="connsiteY149" fmla="*/ 355092 h 486336"/>
                <a:gd name="connsiteX150" fmla="*/ 1462466 w 2915191"/>
                <a:gd name="connsiteY150" fmla="*/ 356986 h 486336"/>
                <a:gd name="connsiteX151" fmla="*/ 1472225 w 2915191"/>
                <a:gd name="connsiteY151" fmla="*/ 354106 h 486336"/>
                <a:gd name="connsiteX152" fmla="*/ 1481969 w 2915191"/>
                <a:gd name="connsiteY152" fmla="*/ 367193 h 486336"/>
                <a:gd name="connsiteX153" fmla="*/ 1491713 w 2915191"/>
                <a:gd name="connsiteY153" fmla="*/ 358773 h 486336"/>
                <a:gd name="connsiteX154" fmla="*/ 1501472 w 2915191"/>
                <a:gd name="connsiteY154" fmla="*/ 389450 h 486336"/>
                <a:gd name="connsiteX155" fmla="*/ 1511216 w 2915191"/>
                <a:gd name="connsiteY155" fmla="*/ 403219 h 486336"/>
                <a:gd name="connsiteX156" fmla="*/ 1520960 w 2915191"/>
                <a:gd name="connsiteY156" fmla="*/ 436410 h 486336"/>
                <a:gd name="connsiteX157" fmla="*/ 1530719 w 2915191"/>
                <a:gd name="connsiteY157" fmla="*/ 475295 h 486336"/>
                <a:gd name="connsiteX158" fmla="*/ 1540463 w 2915191"/>
                <a:gd name="connsiteY158" fmla="*/ 462685 h 486336"/>
                <a:gd name="connsiteX159" fmla="*/ 1550221 w 2915191"/>
                <a:gd name="connsiteY159" fmla="*/ 473688 h 486336"/>
                <a:gd name="connsiteX160" fmla="*/ 1559965 w 2915191"/>
                <a:gd name="connsiteY160" fmla="*/ 480477 h 486336"/>
                <a:gd name="connsiteX161" fmla="*/ 1569709 w 2915191"/>
                <a:gd name="connsiteY161" fmla="*/ 486337 h 486336"/>
                <a:gd name="connsiteX162" fmla="*/ 1579468 w 2915191"/>
                <a:gd name="connsiteY162" fmla="*/ 480453 h 486336"/>
                <a:gd name="connsiteX163" fmla="*/ 1589212 w 2915191"/>
                <a:gd name="connsiteY163" fmla="*/ 470310 h 486336"/>
                <a:gd name="connsiteX164" fmla="*/ 1598971 w 2915191"/>
                <a:gd name="connsiteY164" fmla="*/ 438212 h 486336"/>
                <a:gd name="connsiteX165" fmla="*/ 1608715 w 2915191"/>
                <a:gd name="connsiteY165" fmla="*/ 449475 h 486336"/>
                <a:gd name="connsiteX166" fmla="*/ 1618459 w 2915191"/>
                <a:gd name="connsiteY166" fmla="*/ 406380 h 486336"/>
                <a:gd name="connsiteX167" fmla="*/ 1628218 w 2915191"/>
                <a:gd name="connsiteY167" fmla="*/ 443964 h 486336"/>
                <a:gd name="connsiteX168" fmla="*/ 1637962 w 2915191"/>
                <a:gd name="connsiteY168" fmla="*/ 429891 h 486336"/>
                <a:gd name="connsiteX169" fmla="*/ 1647720 w 2915191"/>
                <a:gd name="connsiteY169" fmla="*/ 429426 h 486336"/>
                <a:gd name="connsiteX170" fmla="*/ 1657464 w 2915191"/>
                <a:gd name="connsiteY170" fmla="*/ 436679 h 486336"/>
                <a:gd name="connsiteX171" fmla="*/ 1667208 w 2915191"/>
                <a:gd name="connsiteY171" fmla="*/ 477387 h 486336"/>
                <a:gd name="connsiteX172" fmla="*/ 1676967 w 2915191"/>
                <a:gd name="connsiteY172" fmla="*/ 447756 h 486336"/>
                <a:gd name="connsiteX173" fmla="*/ 1686711 w 2915191"/>
                <a:gd name="connsiteY173" fmla="*/ 472847 h 486336"/>
                <a:gd name="connsiteX174" fmla="*/ 1696470 w 2915191"/>
                <a:gd name="connsiteY174" fmla="*/ 466576 h 486336"/>
                <a:gd name="connsiteX175" fmla="*/ 1706214 w 2915191"/>
                <a:gd name="connsiteY175" fmla="*/ 449021 h 486336"/>
                <a:gd name="connsiteX176" fmla="*/ 1715958 w 2915191"/>
                <a:gd name="connsiteY176" fmla="*/ 425963 h 486336"/>
                <a:gd name="connsiteX177" fmla="*/ 1725716 w 2915191"/>
                <a:gd name="connsiteY177" fmla="*/ 413816 h 486336"/>
                <a:gd name="connsiteX178" fmla="*/ 1735460 w 2915191"/>
                <a:gd name="connsiteY178" fmla="*/ 402401 h 486336"/>
                <a:gd name="connsiteX179" fmla="*/ 1745219 w 2915191"/>
                <a:gd name="connsiteY179" fmla="*/ 391989 h 486336"/>
                <a:gd name="connsiteX180" fmla="*/ 1754963 w 2915191"/>
                <a:gd name="connsiteY180" fmla="*/ 391834 h 486336"/>
                <a:gd name="connsiteX181" fmla="*/ 1764707 w 2915191"/>
                <a:gd name="connsiteY181" fmla="*/ 410123 h 486336"/>
                <a:gd name="connsiteX182" fmla="*/ 1774466 w 2915191"/>
                <a:gd name="connsiteY182" fmla="*/ 427444 h 486336"/>
                <a:gd name="connsiteX183" fmla="*/ 1784210 w 2915191"/>
                <a:gd name="connsiteY183" fmla="*/ 423551 h 486336"/>
                <a:gd name="connsiteX184" fmla="*/ 1793969 w 2915191"/>
                <a:gd name="connsiteY184" fmla="*/ 433469 h 486336"/>
                <a:gd name="connsiteX185" fmla="*/ 1803713 w 2915191"/>
                <a:gd name="connsiteY185" fmla="*/ 433681 h 486336"/>
                <a:gd name="connsiteX186" fmla="*/ 1813457 w 2915191"/>
                <a:gd name="connsiteY186" fmla="*/ 451023 h 486336"/>
                <a:gd name="connsiteX187" fmla="*/ 1823215 w 2915191"/>
                <a:gd name="connsiteY187" fmla="*/ 458705 h 486336"/>
                <a:gd name="connsiteX188" fmla="*/ 1832959 w 2915191"/>
                <a:gd name="connsiteY188" fmla="*/ 476601 h 486336"/>
                <a:gd name="connsiteX189" fmla="*/ 1842703 w 2915191"/>
                <a:gd name="connsiteY189" fmla="*/ 465481 h 486336"/>
                <a:gd name="connsiteX190" fmla="*/ 1852462 w 2915191"/>
                <a:gd name="connsiteY190" fmla="*/ 459337 h 486336"/>
                <a:gd name="connsiteX191" fmla="*/ 1862206 w 2915191"/>
                <a:gd name="connsiteY191" fmla="*/ 453206 h 486336"/>
                <a:gd name="connsiteX192" fmla="*/ 1871965 w 2915191"/>
                <a:gd name="connsiteY192" fmla="*/ 433116 h 486336"/>
                <a:gd name="connsiteX193" fmla="*/ 1881709 w 2915191"/>
                <a:gd name="connsiteY193" fmla="*/ 409420 h 486336"/>
                <a:gd name="connsiteX194" fmla="*/ 1891453 w 2915191"/>
                <a:gd name="connsiteY194" fmla="*/ 392995 h 486336"/>
                <a:gd name="connsiteX195" fmla="*/ 1901212 w 2915191"/>
                <a:gd name="connsiteY195" fmla="*/ 389984 h 486336"/>
                <a:gd name="connsiteX196" fmla="*/ 1910956 w 2915191"/>
                <a:gd name="connsiteY196" fmla="*/ 417338 h 486336"/>
                <a:gd name="connsiteX197" fmla="*/ 1920714 w 2915191"/>
                <a:gd name="connsiteY197" fmla="*/ 437094 h 486336"/>
                <a:gd name="connsiteX198" fmla="*/ 1930458 w 2915191"/>
                <a:gd name="connsiteY198" fmla="*/ 438923 h 486336"/>
                <a:gd name="connsiteX199" fmla="*/ 1940202 w 2915191"/>
                <a:gd name="connsiteY199" fmla="*/ 400906 h 486336"/>
                <a:gd name="connsiteX200" fmla="*/ 1949961 w 2915191"/>
                <a:gd name="connsiteY200" fmla="*/ 374866 h 486336"/>
                <a:gd name="connsiteX201" fmla="*/ 1959705 w 2915191"/>
                <a:gd name="connsiteY201" fmla="*/ 378188 h 486336"/>
                <a:gd name="connsiteX202" fmla="*/ 1969464 w 2915191"/>
                <a:gd name="connsiteY202" fmla="*/ 414722 h 486336"/>
                <a:gd name="connsiteX203" fmla="*/ 1979208 w 2915191"/>
                <a:gd name="connsiteY203" fmla="*/ 410199 h 486336"/>
                <a:gd name="connsiteX204" fmla="*/ 1988952 w 2915191"/>
                <a:gd name="connsiteY204" fmla="*/ 390995 h 486336"/>
                <a:gd name="connsiteX205" fmla="*/ 1998711 w 2915191"/>
                <a:gd name="connsiteY205" fmla="*/ 400787 h 486336"/>
                <a:gd name="connsiteX206" fmla="*/ 2008454 w 2915191"/>
                <a:gd name="connsiteY206" fmla="*/ 446955 h 486336"/>
                <a:gd name="connsiteX207" fmla="*/ 2018213 w 2915191"/>
                <a:gd name="connsiteY207" fmla="*/ 416918 h 486336"/>
                <a:gd name="connsiteX208" fmla="*/ 2027957 w 2915191"/>
                <a:gd name="connsiteY208" fmla="*/ 403251 h 486336"/>
                <a:gd name="connsiteX209" fmla="*/ 2037701 w 2915191"/>
                <a:gd name="connsiteY209" fmla="*/ 386106 h 486336"/>
                <a:gd name="connsiteX210" fmla="*/ 2047460 w 2915191"/>
                <a:gd name="connsiteY210" fmla="*/ 395976 h 486336"/>
                <a:gd name="connsiteX211" fmla="*/ 2057204 w 2915191"/>
                <a:gd name="connsiteY211" fmla="*/ 385131 h 486336"/>
                <a:gd name="connsiteX212" fmla="*/ 2066963 w 2915191"/>
                <a:gd name="connsiteY212" fmla="*/ 406890 h 486336"/>
                <a:gd name="connsiteX213" fmla="*/ 2076707 w 2915191"/>
                <a:gd name="connsiteY213" fmla="*/ 411046 h 486336"/>
                <a:gd name="connsiteX214" fmla="*/ 2086451 w 2915191"/>
                <a:gd name="connsiteY214" fmla="*/ 380124 h 486336"/>
                <a:gd name="connsiteX215" fmla="*/ 2096210 w 2915191"/>
                <a:gd name="connsiteY215" fmla="*/ 366081 h 486336"/>
                <a:gd name="connsiteX216" fmla="*/ 2105954 w 2915191"/>
                <a:gd name="connsiteY216" fmla="*/ 331252 h 486336"/>
                <a:gd name="connsiteX217" fmla="*/ 2115697 w 2915191"/>
                <a:gd name="connsiteY217" fmla="*/ 344339 h 486336"/>
                <a:gd name="connsiteX218" fmla="*/ 2125456 w 2915191"/>
                <a:gd name="connsiteY218" fmla="*/ 354783 h 486336"/>
                <a:gd name="connsiteX219" fmla="*/ 2135200 w 2915191"/>
                <a:gd name="connsiteY219" fmla="*/ 362415 h 486336"/>
                <a:gd name="connsiteX220" fmla="*/ 2144959 w 2915191"/>
                <a:gd name="connsiteY220" fmla="*/ 357966 h 486336"/>
                <a:gd name="connsiteX221" fmla="*/ 2154703 w 2915191"/>
                <a:gd name="connsiteY221" fmla="*/ 370372 h 486336"/>
                <a:gd name="connsiteX222" fmla="*/ 2164447 w 2915191"/>
                <a:gd name="connsiteY222" fmla="*/ 376356 h 486336"/>
                <a:gd name="connsiteX223" fmla="*/ 2174206 w 2915191"/>
                <a:gd name="connsiteY223" fmla="*/ 374389 h 486336"/>
                <a:gd name="connsiteX224" fmla="*/ 2183950 w 2915191"/>
                <a:gd name="connsiteY224" fmla="*/ 353976 h 486336"/>
                <a:gd name="connsiteX225" fmla="*/ 2193709 w 2915191"/>
                <a:gd name="connsiteY225" fmla="*/ 353477 h 486336"/>
                <a:gd name="connsiteX226" fmla="*/ 2203452 w 2915191"/>
                <a:gd name="connsiteY226" fmla="*/ 330163 h 486336"/>
                <a:gd name="connsiteX227" fmla="*/ 2213196 w 2915191"/>
                <a:gd name="connsiteY227" fmla="*/ 331863 h 486336"/>
                <a:gd name="connsiteX228" fmla="*/ 2222955 w 2915191"/>
                <a:gd name="connsiteY228" fmla="*/ 344326 h 486336"/>
                <a:gd name="connsiteX229" fmla="*/ 2232699 w 2915191"/>
                <a:gd name="connsiteY229" fmla="*/ 356960 h 486336"/>
                <a:gd name="connsiteX230" fmla="*/ 2242458 w 2915191"/>
                <a:gd name="connsiteY230" fmla="*/ 383734 h 486336"/>
                <a:gd name="connsiteX231" fmla="*/ 2252202 w 2915191"/>
                <a:gd name="connsiteY231" fmla="*/ 393010 h 486336"/>
                <a:gd name="connsiteX232" fmla="*/ 2261946 w 2915191"/>
                <a:gd name="connsiteY232" fmla="*/ 373748 h 486336"/>
                <a:gd name="connsiteX233" fmla="*/ 2271705 w 2915191"/>
                <a:gd name="connsiteY233" fmla="*/ 393163 h 486336"/>
                <a:gd name="connsiteX234" fmla="*/ 2281449 w 2915191"/>
                <a:gd name="connsiteY234" fmla="*/ 400055 h 486336"/>
                <a:gd name="connsiteX235" fmla="*/ 2291208 w 2915191"/>
                <a:gd name="connsiteY235" fmla="*/ 413865 h 486336"/>
                <a:gd name="connsiteX236" fmla="*/ 2300951 w 2915191"/>
                <a:gd name="connsiteY236" fmla="*/ 417233 h 486336"/>
                <a:gd name="connsiteX237" fmla="*/ 2310695 w 2915191"/>
                <a:gd name="connsiteY237" fmla="*/ 385830 h 486336"/>
                <a:gd name="connsiteX238" fmla="*/ 2320454 w 2915191"/>
                <a:gd name="connsiteY238" fmla="*/ 382534 h 486336"/>
                <a:gd name="connsiteX239" fmla="*/ 2330198 w 2915191"/>
                <a:gd name="connsiteY239" fmla="*/ 351141 h 486336"/>
                <a:gd name="connsiteX240" fmla="*/ 2339957 w 2915191"/>
                <a:gd name="connsiteY240" fmla="*/ 320799 h 486336"/>
                <a:gd name="connsiteX241" fmla="*/ 2349701 w 2915191"/>
                <a:gd name="connsiteY241" fmla="*/ 342085 h 486336"/>
                <a:gd name="connsiteX242" fmla="*/ 2359445 w 2915191"/>
                <a:gd name="connsiteY242" fmla="*/ 333788 h 486336"/>
                <a:gd name="connsiteX243" fmla="*/ 2369204 w 2915191"/>
                <a:gd name="connsiteY243" fmla="*/ 311812 h 486336"/>
                <a:gd name="connsiteX244" fmla="*/ 2378948 w 2915191"/>
                <a:gd name="connsiteY244" fmla="*/ 323491 h 486336"/>
                <a:gd name="connsiteX245" fmla="*/ 2388692 w 2915191"/>
                <a:gd name="connsiteY245" fmla="*/ 350171 h 486336"/>
                <a:gd name="connsiteX246" fmla="*/ 2398450 w 2915191"/>
                <a:gd name="connsiteY246" fmla="*/ 366107 h 486336"/>
                <a:gd name="connsiteX247" fmla="*/ 2408194 w 2915191"/>
                <a:gd name="connsiteY247" fmla="*/ 352301 h 486336"/>
                <a:gd name="connsiteX248" fmla="*/ 2417953 w 2915191"/>
                <a:gd name="connsiteY248" fmla="*/ 350622 h 486336"/>
                <a:gd name="connsiteX249" fmla="*/ 2427697 w 2915191"/>
                <a:gd name="connsiteY249" fmla="*/ 325033 h 486336"/>
                <a:gd name="connsiteX250" fmla="*/ 2437441 w 2915191"/>
                <a:gd name="connsiteY250" fmla="*/ 287941 h 486336"/>
                <a:gd name="connsiteX251" fmla="*/ 2447200 w 2915191"/>
                <a:gd name="connsiteY251" fmla="*/ 269578 h 486336"/>
                <a:gd name="connsiteX252" fmla="*/ 2456944 w 2915191"/>
                <a:gd name="connsiteY252" fmla="*/ 269087 h 486336"/>
                <a:gd name="connsiteX253" fmla="*/ 2466703 w 2915191"/>
                <a:gd name="connsiteY253" fmla="*/ 275387 h 486336"/>
                <a:gd name="connsiteX254" fmla="*/ 2476446 w 2915191"/>
                <a:gd name="connsiteY254" fmla="*/ 287912 h 486336"/>
                <a:gd name="connsiteX255" fmla="*/ 2486190 w 2915191"/>
                <a:gd name="connsiteY255" fmla="*/ 311983 h 486336"/>
                <a:gd name="connsiteX256" fmla="*/ 2495949 w 2915191"/>
                <a:gd name="connsiteY256" fmla="*/ 321009 h 486336"/>
                <a:gd name="connsiteX257" fmla="*/ 2505693 w 2915191"/>
                <a:gd name="connsiteY257" fmla="*/ 369109 h 486336"/>
                <a:gd name="connsiteX258" fmla="*/ 2515452 w 2915191"/>
                <a:gd name="connsiteY258" fmla="*/ 384973 h 486336"/>
                <a:gd name="connsiteX259" fmla="*/ 2525196 w 2915191"/>
                <a:gd name="connsiteY259" fmla="*/ 362960 h 486336"/>
                <a:gd name="connsiteX260" fmla="*/ 2534940 w 2915191"/>
                <a:gd name="connsiteY260" fmla="*/ 311705 h 486336"/>
                <a:gd name="connsiteX261" fmla="*/ 2544699 w 2915191"/>
                <a:gd name="connsiteY261" fmla="*/ 347565 h 486336"/>
                <a:gd name="connsiteX262" fmla="*/ 2554443 w 2915191"/>
                <a:gd name="connsiteY262" fmla="*/ 372838 h 486336"/>
                <a:gd name="connsiteX263" fmla="*/ 2564202 w 2915191"/>
                <a:gd name="connsiteY263" fmla="*/ 355005 h 486336"/>
                <a:gd name="connsiteX264" fmla="*/ 2573946 w 2915191"/>
                <a:gd name="connsiteY264" fmla="*/ 374678 h 486336"/>
                <a:gd name="connsiteX265" fmla="*/ 2583690 w 2915191"/>
                <a:gd name="connsiteY265" fmla="*/ 378990 h 486336"/>
                <a:gd name="connsiteX266" fmla="*/ 2593448 w 2915191"/>
                <a:gd name="connsiteY266" fmla="*/ 417668 h 486336"/>
                <a:gd name="connsiteX267" fmla="*/ 2603192 w 2915191"/>
                <a:gd name="connsiteY267" fmla="*/ 403393 h 486336"/>
                <a:gd name="connsiteX268" fmla="*/ 2612951 w 2915191"/>
                <a:gd name="connsiteY268" fmla="*/ 438151 h 486336"/>
                <a:gd name="connsiteX269" fmla="*/ 2622695 w 2915191"/>
                <a:gd name="connsiteY269" fmla="*/ 422252 h 486336"/>
                <a:gd name="connsiteX270" fmla="*/ 2632439 w 2915191"/>
                <a:gd name="connsiteY270" fmla="*/ 409783 h 486336"/>
                <a:gd name="connsiteX271" fmla="*/ 2642198 w 2915191"/>
                <a:gd name="connsiteY271" fmla="*/ 424001 h 486336"/>
                <a:gd name="connsiteX272" fmla="*/ 2651942 w 2915191"/>
                <a:gd name="connsiteY272" fmla="*/ 382761 h 486336"/>
                <a:gd name="connsiteX273" fmla="*/ 2661685 w 2915191"/>
                <a:gd name="connsiteY273" fmla="*/ 340762 h 486336"/>
                <a:gd name="connsiteX274" fmla="*/ 2671444 w 2915191"/>
                <a:gd name="connsiteY274" fmla="*/ 345339 h 486336"/>
                <a:gd name="connsiteX275" fmla="*/ 2681188 w 2915191"/>
                <a:gd name="connsiteY275" fmla="*/ 290675 h 486336"/>
                <a:gd name="connsiteX276" fmla="*/ 2690947 w 2915191"/>
                <a:gd name="connsiteY276" fmla="*/ 304172 h 486336"/>
                <a:gd name="connsiteX277" fmla="*/ 2700691 w 2915191"/>
                <a:gd name="connsiteY277" fmla="*/ 269406 h 486336"/>
                <a:gd name="connsiteX278" fmla="*/ 2710435 w 2915191"/>
                <a:gd name="connsiteY278" fmla="*/ 243196 h 486336"/>
                <a:gd name="connsiteX279" fmla="*/ 2720194 w 2915191"/>
                <a:gd name="connsiteY279" fmla="*/ 261610 h 486336"/>
                <a:gd name="connsiteX280" fmla="*/ 2729938 w 2915191"/>
                <a:gd name="connsiteY280" fmla="*/ 233647 h 486336"/>
                <a:gd name="connsiteX281" fmla="*/ 2739697 w 2915191"/>
                <a:gd name="connsiteY281" fmla="*/ 266152 h 486336"/>
                <a:gd name="connsiteX282" fmla="*/ 2749441 w 2915191"/>
                <a:gd name="connsiteY282" fmla="*/ 257273 h 486336"/>
                <a:gd name="connsiteX283" fmla="*/ 2759185 w 2915191"/>
                <a:gd name="connsiteY283" fmla="*/ 253678 h 486336"/>
                <a:gd name="connsiteX284" fmla="*/ 2768943 w 2915191"/>
                <a:gd name="connsiteY284" fmla="*/ 243127 h 486336"/>
                <a:gd name="connsiteX285" fmla="*/ 2778687 w 2915191"/>
                <a:gd name="connsiteY285" fmla="*/ 212676 h 486336"/>
                <a:gd name="connsiteX286" fmla="*/ 2788446 w 2915191"/>
                <a:gd name="connsiteY286" fmla="*/ 226649 h 486336"/>
                <a:gd name="connsiteX287" fmla="*/ 2798190 w 2915191"/>
                <a:gd name="connsiteY287" fmla="*/ 225466 h 486336"/>
                <a:gd name="connsiteX288" fmla="*/ 2807934 w 2915191"/>
                <a:gd name="connsiteY288" fmla="*/ 229194 h 486336"/>
                <a:gd name="connsiteX289" fmla="*/ 2817693 w 2915191"/>
                <a:gd name="connsiteY289" fmla="*/ 247280 h 486336"/>
                <a:gd name="connsiteX290" fmla="*/ 2827437 w 2915191"/>
                <a:gd name="connsiteY290" fmla="*/ 254436 h 486336"/>
                <a:gd name="connsiteX291" fmla="*/ 2837196 w 2915191"/>
                <a:gd name="connsiteY291" fmla="*/ 301307 h 486336"/>
                <a:gd name="connsiteX292" fmla="*/ 2846940 w 2915191"/>
                <a:gd name="connsiteY292" fmla="*/ 303237 h 486336"/>
                <a:gd name="connsiteX293" fmla="*/ 2856684 w 2915191"/>
                <a:gd name="connsiteY293" fmla="*/ 291038 h 486336"/>
                <a:gd name="connsiteX294" fmla="*/ 2866442 w 2915191"/>
                <a:gd name="connsiteY294" fmla="*/ 313710 h 486336"/>
                <a:gd name="connsiteX295" fmla="*/ 2876186 w 2915191"/>
                <a:gd name="connsiteY295" fmla="*/ 334677 h 486336"/>
                <a:gd name="connsiteX296" fmla="*/ 2885945 w 2915191"/>
                <a:gd name="connsiteY296" fmla="*/ 340810 h 486336"/>
                <a:gd name="connsiteX297" fmla="*/ 2895689 w 2915191"/>
                <a:gd name="connsiteY297" fmla="*/ 329272 h 486336"/>
                <a:gd name="connsiteX298" fmla="*/ 2905433 w 2915191"/>
                <a:gd name="connsiteY298" fmla="*/ 318712 h 486336"/>
                <a:gd name="connsiteX299" fmla="*/ 2915192 w 2915191"/>
                <a:gd name="connsiteY299" fmla="*/ 322797 h 486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86336">
                  <a:moveTo>
                    <a:pt x="0" y="226296"/>
                  </a:moveTo>
                  <a:lnTo>
                    <a:pt x="9750" y="203113"/>
                  </a:lnTo>
                  <a:lnTo>
                    <a:pt x="19500" y="210880"/>
                  </a:lnTo>
                  <a:lnTo>
                    <a:pt x="29250" y="178552"/>
                  </a:lnTo>
                  <a:lnTo>
                    <a:pt x="39000" y="173533"/>
                  </a:lnTo>
                  <a:lnTo>
                    <a:pt x="48749" y="148768"/>
                  </a:lnTo>
                  <a:lnTo>
                    <a:pt x="58499" y="146929"/>
                  </a:lnTo>
                  <a:lnTo>
                    <a:pt x="68249" y="137874"/>
                  </a:lnTo>
                  <a:lnTo>
                    <a:pt x="77998" y="135101"/>
                  </a:lnTo>
                  <a:lnTo>
                    <a:pt x="87748" y="138631"/>
                  </a:lnTo>
                  <a:lnTo>
                    <a:pt x="97497" y="123833"/>
                  </a:lnTo>
                  <a:lnTo>
                    <a:pt x="107247" y="143483"/>
                  </a:lnTo>
                  <a:lnTo>
                    <a:pt x="116997" y="147977"/>
                  </a:lnTo>
                  <a:lnTo>
                    <a:pt x="126747" y="100446"/>
                  </a:lnTo>
                  <a:lnTo>
                    <a:pt x="136497" y="107319"/>
                  </a:lnTo>
                  <a:lnTo>
                    <a:pt x="146247" y="79473"/>
                  </a:lnTo>
                  <a:lnTo>
                    <a:pt x="155997" y="36808"/>
                  </a:lnTo>
                  <a:lnTo>
                    <a:pt x="165747" y="2905"/>
                  </a:lnTo>
                  <a:lnTo>
                    <a:pt x="175497" y="18446"/>
                  </a:lnTo>
                  <a:lnTo>
                    <a:pt x="185247" y="18427"/>
                  </a:lnTo>
                  <a:lnTo>
                    <a:pt x="194996" y="0"/>
                  </a:lnTo>
                  <a:lnTo>
                    <a:pt x="204746" y="28108"/>
                  </a:lnTo>
                  <a:lnTo>
                    <a:pt x="214495" y="23092"/>
                  </a:lnTo>
                  <a:lnTo>
                    <a:pt x="224245" y="32952"/>
                  </a:lnTo>
                  <a:lnTo>
                    <a:pt x="233995" y="4105"/>
                  </a:lnTo>
                  <a:lnTo>
                    <a:pt x="243744" y="27654"/>
                  </a:lnTo>
                  <a:lnTo>
                    <a:pt x="253494" y="63596"/>
                  </a:lnTo>
                  <a:lnTo>
                    <a:pt x="263244" y="100057"/>
                  </a:lnTo>
                  <a:lnTo>
                    <a:pt x="272994" y="73371"/>
                  </a:lnTo>
                  <a:lnTo>
                    <a:pt x="282744" y="76476"/>
                  </a:lnTo>
                  <a:lnTo>
                    <a:pt x="292494" y="73546"/>
                  </a:lnTo>
                  <a:lnTo>
                    <a:pt x="302244" y="75988"/>
                  </a:lnTo>
                  <a:lnTo>
                    <a:pt x="311994" y="52239"/>
                  </a:lnTo>
                  <a:lnTo>
                    <a:pt x="321744" y="38103"/>
                  </a:lnTo>
                  <a:lnTo>
                    <a:pt x="331493" y="30296"/>
                  </a:lnTo>
                  <a:lnTo>
                    <a:pt x="341243" y="29664"/>
                  </a:lnTo>
                  <a:lnTo>
                    <a:pt x="350993" y="53896"/>
                  </a:lnTo>
                  <a:lnTo>
                    <a:pt x="360742" y="77913"/>
                  </a:lnTo>
                  <a:lnTo>
                    <a:pt x="370492" y="89960"/>
                  </a:lnTo>
                  <a:lnTo>
                    <a:pt x="380241" y="95888"/>
                  </a:lnTo>
                  <a:lnTo>
                    <a:pt x="389991" y="122395"/>
                  </a:lnTo>
                  <a:lnTo>
                    <a:pt x="399741" y="85933"/>
                  </a:lnTo>
                  <a:lnTo>
                    <a:pt x="409491" y="71895"/>
                  </a:lnTo>
                  <a:lnTo>
                    <a:pt x="419241" y="73617"/>
                  </a:lnTo>
                  <a:lnTo>
                    <a:pt x="428991" y="78072"/>
                  </a:lnTo>
                  <a:lnTo>
                    <a:pt x="438741" y="88448"/>
                  </a:lnTo>
                  <a:lnTo>
                    <a:pt x="448491" y="97588"/>
                  </a:lnTo>
                  <a:lnTo>
                    <a:pt x="458241" y="124523"/>
                  </a:lnTo>
                  <a:lnTo>
                    <a:pt x="467991" y="159535"/>
                  </a:lnTo>
                  <a:lnTo>
                    <a:pt x="477740" y="168059"/>
                  </a:lnTo>
                  <a:lnTo>
                    <a:pt x="487490" y="207579"/>
                  </a:lnTo>
                  <a:lnTo>
                    <a:pt x="497239" y="198207"/>
                  </a:lnTo>
                  <a:lnTo>
                    <a:pt x="506989" y="151673"/>
                  </a:lnTo>
                  <a:lnTo>
                    <a:pt x="516738" y="146990"/>
                  </a:lnTo>
                  <a:lnTo>
                    <a:pt x="526488" y="164835"/>
                  </a:lnTo>
                  <a:lnTo>
                    <a:pt x="536238" y="190184"/>
                  </a:lnTo>
                  <a:lnTo>
                    <a:pt x="545988" y="225510"/>
                  </a:lnTo>
                  <a:lnTo>
                    <a:pt x="555738" y="238917"/>
                  </a:lnTo>
                  <a:lnTo>
                    <a:pt x="565488" y="201343"/>
                  </a:lnTo>
                  <a:lnTo>
                    <a:pt x="575238" y="251611"/>
                  </a:lnTo>
                  <a:lnTo>
                    <a:pt x="584988" y="260102"/>
                  </a:lnTo>
                  <a:lnTo>
                    <a:pt x="594738" y="253089"/>
                  </a:lnTo>
                  <a:lnTo>
                    <a:pt x="604488" y="274916"/>
                  </a:lnTo>
                  <a:lnTo>
                    <a:pt x="614237" y="270250"/>
                  </a:lnTo>
                  <a:lnTo>
                    <a:pt x="623987" y="264555"/>
                  </a:lnTo>
                  <a:lnTo>
                    <a:pt x="633736" y="283474"/>
                  </a:lnTo>
                  <a:lnTo>
                    <a:pt x="643486" y="259516"/>
                  </a:lnTo>
                  <a:lnTo>
                    <a:pt x="653236" y="251595"/>
                  </a:lnTo>
                  <a:lnTo>
                    <a:pt x="662985" y="253934"/>
                  </a:lnTo>
                  <a:lnTo>
                    <a:pt x="672735" y="237140"/>
                  </a:lnTo>
                  <a:lnTo>
                    <a:pt x="682485" y="240402"/>
                  </a:lnTo>
                  <a:lnTo>
                    <a:pt x="692235" y="230136"/>
                  </a:lnTo>
                  <a:lnTo>
                    <a:pt x="701985" y="247897"/>
                  </a:lnTo>
                  <a:lnTo>
                    <a:pt x="711735" y="251075"/>
                  </a:lnTo>
                  <a:lnTo>
                    <a:pt x="721485" y="264439"/>
                  </a:lnTo>
                  <a:lnTo>
                    <a:pt x="731235" y="256163"/>
                  </a:lnTo>
                  <a:lnTo>
                    <a:pt x="740985" y="266553"/>
                  </a:lnTo>
                  <a:lnTo>
                    <a:pt x="750734" y="259919"/>
                  </a:lnTo>
                  <a:lnTo>
                    <a:pt x="760484" y="249434"/>
                  </a:lnTo>
                  <a:lnTo>
                    <a:pt x="770233" y="232879"/>
                  </a:lnTo>
                  <a:lnTo>
                    <a:pt x="779983" y="249249"/>
                  </a:lnTo>
                  <a:lnTo>
                    <a:pt x="789733" y="218929"/>
                  </a:lnTo>
                  <a:lnTo>
                    <a:pt x="799482" y="230119"/>
                  </a:lnTo>
                  <a:lnTo>
                    <a:pt x="809232" y="253031"/>
                  </a:lnTo>
                  <a:lnTo>
                    <a:pt x="818982" y="243280"/>
                  </a:lnTo>
                  <a:lnTo>
                    <a:pt x="828732" y="274606"/>
                  </a:lnTo>
                  <a:lnTo>
                    <a:pt x="838482" y="285789"/>
                  </a:lnTo>
                  <a:lnTo>
                    <a:pt x="848232" y="316507"/>
                  </a:lnTo>
                  <a:lnTo>
                    <a:pt x="857982" y="302208"/>
                  </a:lnTo>
                  <a:lnTo>
                    <a:pt x="867732" y="324875"/>
                  </a:lnTo>
                  <a:lnTo>
                    <a:pt x="877482" y="342250"/>
                  </a:lnTo>
                  <a:lnTo>
                    <a:pt x="887231" y="381993"/>
                  </a:lnTo>
                  <a:lnTo>
                    <a:pt x="896981" y="371135"/>
                  </a:lnTo>
                  <a:lnTo>
                    <a:pt x="906730" y="369446"/>
                  </a:lnTo>
                  <a:lnTo>
                    <a:pt x="916480" y="383622"/>
                  </a:lnTo>
                  <a:lnTo>
                    <a:pt x="926230" y="385456"/>
                  </a:lnTo>
                  <a:lnTo>
                    <a:pt x="935979" y="386931"/>
                  </a:lnTo>
                  <a:lnTo>
                    <a:pt x="945729" y="400629"/>
                  </a:lnTo>
                  <a:lnTo>
                    <a:pt x="955479" y="397009"/>
                  </a:lnTo>
                  <a:lnTo>
                    <a:pt x="965229" y="362742"/>
                  </a:lnTo>
                  <a:lnTo>
                    <a:pt x="974979" y="358453"/>
                  </a:lnTo>
                  <a:lnTo>
                    <a:pt x="984729" y="366734"/>
                  </a:lnTo>
                  <a:lnTo>
                    <a:pt x="994474" y="341768"/>
                  </a:lnTo>
                  <a:lnTo>
                    <a:pt x="1004233" y="365597"/>
                  </a:lnTo>
                  <a:lnTo>
                    <a:pt x="1013977" y="341896"/>
                  </a:lnTo>
                  <a:lnTo>
                    <a:pt x="1023721" y="350655"/>
                  </a:lnTo>
                  <a:lnTo>
                    <a:pt x="1033480" y="339463"/>
                  </a:lnTo>
                  <a:lnTo>
                    <a:pt x="1043224" y="380836"/>
                  </a:lnTo>
                  <a:lnTo>
                    <a:pt x="1052983" y="375852"/>
                  </a:lnTo>
                  <a:lnTo>
                    <a:pt x="1062727" y="365247"/>
                  </a:lnTo>
                  <a:lnTo>
                    <a:pt x="1072471" y="358346"/>
                  </a:lnTo>
                  <a:lnTo>
                    <a:pt x="1082230" y="348754"/>
                  </a:lnTo>
                  <a:lnTo>
                    <a:pt x="1091973" y="334768"/>
                  </a:lnTo>
                  <a:lnTo>
                    <a:pt x="1101732" y="341263"/>
                  </a:lnTo>
                  <a:lnTo>
                    <a:pt x="1111476" y="347406"/>
                  </a:lnTo>
                  <a:lnTo>
                    <a:pt x="1121220" y="324154"/>
                  </a:lnTo>
                  <a:lnTo>
                    <a:pt x="1130979" y="335603"/>
                  </a:lnTo>
                  <a:lnTo>
                    <a:pt x="1140723" y="331085"/>
                  </a:lnTo>
                  <a:lnTo>
                    <a:pt x="1150482" y="355078"/>
                  </a:lnTo>
                  <a:lnTo>
                    <a:pt x="1160226" y="341151"/>
                  </a:lnTo>
                  <a:lnTo>
                    <a:pt x="1169969" y="344615"/>
                  </a:lnTo>
                  <a:lnTo>
                    <a:pt x="1179728" y="342986"/>
                  </a:lnTo>
                  <a:lnTo>
                    <a:pt x="1189472" y="348858"/>
                  </a:lnTo>
                  <a:lnTo>
                    <a:pt x="1199231" y="356528"/>
                  </a:lnTo>
                  <a:lnTo>
                    <a:pt x="1208975" y="375037"/>
                  </a:lnTo>
                  <a:lnTo>
                    <a:pt x="1218719" y="405039"/>
                  </a:lnTo>
                  <a:lnTo>
                    <a:pt x="1228478" y="381120"/>
                  </a:lnTo>
                  <a:lnTo>
                    <a:pt x="1238222" y="376625"/>
                  </a:lnTo>
                  <a:lnTo>
                    <a:pt x="1247966" y="376207"/>
                  </a:lnTo>
                  <a:lnTo>
                    <a:pt x="1257725" y="365590"/>
                  </a:lnTo>
                  <a:lnTo>
                    <a:pt x="1267469" y="361424"/>
                  </a:lnTo>
                  <a:lnTo>
                    <a:pt x="1277227" y="340215"/>
                  </a:lnTo>
                  <a:lnTo>
                    <a:pt x="1286971" y="332168"/>
                  </a:lnTo>
                  <a:lnTo>
                    <a:pt x="1296715" y="332988"/>
                  </a:lnTo>
                  <a:lnTo>
                    <a:pt x="1306474" y="332708"/>
                  </a:lnTo>
                  <a:lnTo>
                    <a:pt x="1316218" y="336858"/>
                  </a:lnTo>
                  <a:lnTo>
                    <a:pt x="1325977" y="334019"/>
                  </a:lnTo>
                  <a:lnTo>
                    <a:pt x="1335721" y="354609"/>
                  </a:lnTo>
                  <a:lnTo>
                    <a:pt x="1345465" y="335431"/>
                  </a:lnTo>
                  <a:lnTo>
                    <a:pt x="1355224" y="320324"/>
                  </a:lnTo>
                  <a:lnTo>
                    <a:pt x="1364967" y="303103"/>
                  </a:lnTo>
                  <a:lnTo>
                    <a:pt x="1374726" y="292755"/>
                  </a:lnTo>
                  <a:lnTo>
                    <a:pt x="1384470" y="309029"/>
                  </a:lnTo>
                  <a:lnTo>
                    <a:pt x="1394214" y="304221"/>
                  </a:lnTo>
                  <a:lnTo>
                    <a:pt x="1403973" y="317897"/>
                  </a:lnTo>
                  <a:lnTo>
                    <a:pt x="1413717" y="339509"/>
                  </a:lnTo>
                  <a:lnTo>
                    <a:pt x="1423476" y="342286"/>
                  </a:lnTo>
                  <a:lnTo>
                    <a:pt x="1433220" y="340056"/>
                  </a:lnTo>
                  <a:lnTo>
                    <a:pt x="1442964" y="340524"/>
                  </a:lnTo>
                  <a:lnTo>
                    <a:pt x="1452722" y="355092"/>
                  </a:lnTo>
                  <a:lnTo>
                    <a:pt x="1462466" y="356986"/>
                  </a:lnTo>
                  <a:lnTo>
                    <a:pt x="1472225" y="354106"/>
                  </a:lnTo>
                  <a:lnTo>
                    <a:pt x="1481969" y="367193"/>
                  </a:lnTo>
                  <a:lnTo>
                    <a:pt x="1491713" y="358773"/>
                  </a:lnTo>
                  <a:lnTo>
                    <a:pt x="1501472" y="389450"/>
                  </a:lnTo>
                  <a:lnTo>
                    <a:pt x="1511216" y="403219"/>
                  </a:lnTo>
                  <a:lnTo>
                    <a:pt x="1520960" y="436410"/>
                  </a:lnTo>
                  <a:lnTo>
                    <a:pt x="1530719" y="475295"/>
                  </a:lnTo>
                  <a:lnTo>
                    <a:pt x="1540463" y="462685"/>
                  </a:lnTo>
                  <a:lnTo>
                    <a:pt x="1550221" y="473688"/>
                  </a:lnTo>
                  <a:lnTo>
                    <a:pt x="1559965" y="480477"/>
                  </a:lnTo>
                  <a:lnTo>
                    <a:pt x="1569709" y="486337"/>
                  </a:lnTo>
                  <a:lnTo>
                    <a:pt x="1579468" y="480453"/>
                  </a:lnTo>
                  <a:lnTo>
                    <a:pt x="1589212" y="470310"/>
                  </a:lnTo>
                  <a:lnTo>
                    <a:pt x="1598971" y="438212"/>
                  </a:lnTo>
                  <a:lnTo>
                    <a:pt x="1608715" y="449475"/>
                  </a:lnTo>
                  <a:lnTo>
                    <a:pt x="1618459" y="406380"/>
                  </a:lnTo>
                  <a:lnTo>
                    <a:pt x="1628218" y="443964"/>
                  </a:lnTo>
                  <a:lnTo>
                    <a:pt x="1637962" y="429891"/>
                  </a:lnTo>
                  <a:lnTo>
                    <a:pt x="1647720" y="429426"/>
                  </a:lnTo>
                  <a:lnTo>
                    <a:pt x="1657464" y="436679"/>
                  </a:lnTo>
                  <a:lnTo>
                    <a:pt x="1667208" y="477387"/>
                  </a:lnTo>
                  <a:lnTo>
                    <a:pt x="1676967" y="447756"/>
                  </a:lnTo>
                  <a:lnTo>
                    <a:pt x="1686711" y="472847"/>
                  </a:lnTo>
                  <a:lnTo>
                    <a:pt x="1696470" y="466576"/>
                  </a:lnTo>
                  <a:lnTo>
                    <a:pt x="1706214" y="449021"/>
                  </a:lnTo>
                  <a:lnTo>
                    <a:pt x="1715958" y="425963"/>
                  </a:lnTo>
                  <a:lnTo>
                    <a:pt x="1725716" y="413816"/>
                  </a:lnTo>
                  <a:lnTo>
                    <a:pt x="1735460" y="402401"/>
                  </a:lnTo>
                  <a:lnTo>
                    <a:pt x="1745219" y="391989"/>
                  </a:lnTo>
                  <a:lnTo>
                    <a:pt x="1754963" y="391834"/>
                  </a:lnTo>
                  <a:lnTo>
                    <a:pt x="1764707" y="410123"/>
                  </a:lnTo>
                  <a:lnTo>
                    <a:pt x="1774466" y="427444"/>
                  </a:lnTo>
                  <a:lnTo>
                    <a:pt x="1784210" y="423551"/>
                  </a:lnTo>
                  <a:lnTo>
                    <a:pt x="1793969" y="433469"/>
                  </a:lnTo>
                  <a:lnTo>
                    <a:pt x="1803713" y="433681"/>
                  </a:lnTo>
                  <a:lnTo>
                    <a:pt x="1813457" y="451023"/>
                  </a:lnTo>
                  <a:lnTo>
                    <a:pt x="1823215" y="458705"/>
                  </a:lnTo>
                  <a:lnTo>
                    <a:pt x="1832959" y="476601"/>
                  </a:lnTo>
                  <a:lnTo>
                    <a:pt x="1842703" y="465481"/>
                  </a:lnTo>
                  <a:lnTo>
                    <a:pt x="1852462" y="459337"/>
                  </a:lnTo>
                  <a:lnTo>
                    <a:pt x="1862206" y="453206"/>
                  </a:lnTo>
                  <a:lnTo>
                    <a:pt x="1871965" y="433116"/>
                  </a:lnTo>
                  <a:lnTo>
                    <a:pt x="1881709" y="409420"/>
                  </a:lnTo>
                  <a:lnTo>
                    <a:pt x="1891453" y="392995"/>
                  </a:lnTo>
                  <a:lnTo>
                    <a:pt x="1901212" y="389984"/>
                  </a:lnTo>
                  <a:lnTo>
                    <a:pt x="1910956" y="417338"/>
                  </a:lnTo>
                  <a:lnTo>
                    <a:pt x="1920714" y="437094"/>
                  </a:lnTo>
                  <a:lnTo>
                    <a:pt x="1930458" y="438923"/>
                  </a:lnTo>
                  <a:lnTo>
                    <a:pt x="1940202" y="400906"/>
                  </a:lnTo>
                  <a:lnTo>
                    <a:pt x="1949961" y="374866"/>
                  </a:lnTo>
                  <a:lnTo>
                    <a:pt x="1959705" y="378188"/>
                  </a:lnTo>
                  <a:lnTo>
                    <a:pt x="1969464" y="414722"/>
                  </a:lnTo>
                  <a:lnTo>
                    <a:pt x="1979208" y="410199"/>
                  </a:lnTo>
                  <a:lnTo>
                    <a:pt x="1988952" y="390995"/>
                  </a:lnTo>
                  <a:lnTo>
                    <a:pt x="1998711" y="400787"/>
                  </a:lnTo>
                  <a:lnTo>
                    <a:pt x="2008454" y="446955"/>
                  </a:lnTo>
                  <a:lnTo>
                    <a:pt x="2018213" y="416918"/>
                  </a:lnTo>
                  <a:lnTo>
                    <a:pt x="2027957" y="403251"/>
                  </a:lnTo>
                  <a:lnTo>
                    <a:pt x="2037701" y="386106"/>
                  </a:lnTo>
                  <a:lnTo>
                    <a:pt x="2047460" y="395976"/>
                  </a:lnTo>
                  <a:lnTo>
                    <a:pt x="2057204" y="385131"/>
                  </a:lnTo>
                  <a:lnTo>
                    <a:pt x="2066963" y="406890"/>
                  </a:lnTo>
                  <a:lnTo>
                    <a:pt x="2076707" y="411046"/>
                  </a:lnTo>
                  <a:lnTo>
                    <a:pt x="2086451" y="380124"/>
                  </a:lnTo>
                  <a:lnTo>
                    <a:pt x="2096210" y="366081"/>
                  </a:lnTo>
                  <a:lnTo>
                    <a:pt x="2105954" y="331252"/>
                  </a:lnTo>
                  <a:lnTo>
                    <a:pt x="2115697" y="344339"/>
                  </a:lnTo>
                  <a:lnTo>
                    <a:pt x="2125456" y="354783"/>
                  </a:lnTo>
                  <a:lnTo>
                    <a:pt x="2135200" y="362415"/>
                  </a:lnTo>
                  <a:lnTo>
                    <a:pt x="2144959" y="357966"/>
                  </a:lnTo>
                  <a:lnTo>
                    <a:pt x="2154703" y="370372"/>
                  </a:lnTo>
                  <a:lnTo>
                    <a:pt x="2164447" y="376356"/>
                  </a:lnTo>
                  <a:lnTo>
                    <a:pt x="2174206" y="374389"/>
                  </a:lnTo>
                  <a:lnTo>
                    <a:pt x="2183950" y="353976"/>
                  </a:lnTo>
                  <a:lnTo>
                    <a:pt x="2193709" y="353477"/>
                  </a:lnTo>
                  <a:lnTo>
                    <a:pt x="2203452" y="330163"/>
                  </a:lnTo>
                  <a:lnTo>
                    <a:pt x="2213196" y="331863"/>
                  </a:lnTo>
                  <a:lnTo>
                    <a:pt x="2222955" y="344326"/>
                  </a:lnTo>
                  <a:lnTo>
                    <a:pt x="2232699" y="356960"/>
                  </a:lnTo>
                  <a:lnTo>
                    <a:pt x="2242458" y="383734"/>
                  </a:lnTo>
                  <a:lnTo>
                    <a:pt x="2252202" y="393010"/>
                  </a:lnTo>
                  <a:lnTo>
                    <a:pt x="2261946" y="373748"/>
                  </a:lnTo>
                  <a:lnTo>
                    <a:pt x="2271705" y="393163"/>
                  </a:lnTo>
                  <a:lnTo>
                    <a:pt x="2281449" y="400055"/>
                  </a:lnTo>
                  <a:lnTo>
                    <a:pt x="2291208" y="413865"/>
                  </a:lnTo>
                  <a:lnTo>
                    <a:pt x="2300951" y="417233"/>
                  </a:lnTo>
                  <a:lnTo>
                    <a:pt x="2310695" y="385830"/>
                  </a:lnTo>
                  <a:lnTo>
                    <a:pt x="2320454" y="382534"/>
                  </a:lnTo>
                  <a:lnTo>
                    <a:pt x="2330198" y="351141"/>
                  </a:lnTo>
                  <a:lnTo>
                    <a:pt x="2339957" y="320799"/>
                  </a:lnTo>
                  <a:lnTo>
                    <a:pt x="2349701" y="342085"/>
                  </a:lnTo>
                  <a:lnTo>
                    <a:pt x="2359445" y="333788"/>
                  </a:lnTo>
                  <a:lnTo>
                    <a:pt x="2369204" y="311812"/>
                  </a:lnTo>
                  <a:lnTo>
                    <a:pt x="2378948" y="323491"/>
                  </a:lnTo>
                  <a:lnTo>
                    <a:pt x="2388692" y="350171"/>
                  </a:lnTo>
                  <a:lnTo>
                    <a:pt x="2398450" y="366107"/>
                  </a:lnTo>
                  <a:lnTo>
                    <a:pt x="2408194" y="352301"/>
                  </a:lnTo>
                  <a:lnTo>
                    <a:pt x="2417953" y="350622"/>
                  </a:lnTo>
                  <a:lnTo>
                    <a:pt x="2427697" y="325033"/>
                  </a:lnTo>
                  <a:lnTo>
                    <a:pt x="2437441" y="287941"/>
                  </a:lnTo>
                  <a:lnTo>
                    <a:pt x="2447200" y="269578"/>
                  </a:lnTo>
                  <a:lnTo>
                    <a:pt x="2456944" y="269087"/>
                  </a:lnTo>
                  <a:lnTo>
                    <a:pt x="2466703" y="275387"/>
                  </a:lnTo>
                  <a:lnTo>
                    <a:pt x="2476446" y="287912"/>
                  </a:lnTo>
                  <a:lnTo>
                    <a:pt x="2486190" y="311983"/>
                  </a:lnTo>
                  <a:lnTo>
                    <a:pt x="2495949" y="321009"/>
                  </a:lnTo>
                  <a:lnTo>
                    <a:pt x="2505693" y="369109"/>
                  </a:lnTo>
                  <a:lnTo>
                    <a:pt x="2515452" y="384973"/>
                  </a:lnTo>
                  <a:lnTo>
                    <a:pt x="2525196" y="362960"/>
                  </a:lnTo>
                  <a:lnTo>
                    <a:pt x="2534940" y="311705"/>
                  </a:lnTo>
                  <a:lnTo>
                    <a:pt x="2544699" y="347565"/>
                  </a:lnTo>
                  <a:lnTo>
                    <a:pt x="2554443" y="372838"/>
                  </a:lnTo>
                  <a:lnTo>
                    <a:pt x="2564202" y="355005"/>
                  </a:lnTo>
                  <a:lnTo>
                    <a:pt x="2573946" y="374678"/>
                  </a:lnTo>
                  <a:lnTo>
                    <a:pt x="2583690" y="378990"/>
                  </a:lnTo>
                  <a:lnTo>
                    <a:pt x="2593448" y="417668"/>
                  </a:lnTo>
                  <a:lnTo>
                    <a:pt x="2603192" y="403393"/>
                  </a:lnTo>
                  <a:lnTo>
                    <a:pt x="2612951" y="438151"/>
                  </a:lnTo>
                  <a:lnTo>
                    <a:pt x="2622695" y="422252"/>
                  </a:lnTo>
                  <a:lnTo>
                    <a:pt x="2632439" y="409783"/>
                  </a:lnTo>
                  <a:lnTo>
                    <a:pt x="2642198" y="424001"/>
                  </a:lnTo>
                  <a:lnTo>
                    <a:pt x="2651942" y="382761"/>
                  </a:lnTo>
                  <a:lnTo>
                    <a:pt x="2661685" y="340762"/>
                  </a:lnTo>
                  <a:lnTo>
                    <a:pt x="2671444" y="345339"/>
                  </a:lnTo>
                  <a:lnTo>
                    <a:pt x="2681188" y="290675"/>
                  </a:lnTo>
                  <a:lnTo>
                    <a:pt x="2690947" y="304172"/>
                  </a:lnTo>
                  <a:lnTo>
                    <a:pt x="2700691" y="269406"/>
                  </a:lnTo>
                  <a:lnTo>
                    <a:pt x="2710435" y="243196"/>
                  </a:lnTo>
                  <a:lnTo>
                    <a:pt x="2720194" y="261610"/>
                  </a:lnTo>
                  <a:lnTo>
                    <a:pt x="2729938" y="233647"/>
                  </a:lnTo>
                  <a:lnTo>
                    <a:pt x="2739697" y="266152"/>
                  </a:lnTo>
                  <a:lnTo>
                    <a:pt x="2749441" y="257273"/>
                  </a:lnTo>
                  <a:lnTo>
                    <a:pt x="2759185" y="253678"/>
                  </a:lnTo>
                  <a:lnTo>
                    <a:pt x="2768943" y="243127"/>
                  </a:lnTo>
                  <a:lnTo>
                    <a:pt x="2778687" y="212676"/>
                  </a:lnTo>
                  <a:lnTo>
                    <a:pt x="2788446" y="226649"/>
                  </a:lnTo>
                  <a:lnTo>
                    <a:pt x="2798190" y="225466"/>
                  </a:lnTo>
                  <a:lnTo>
                    <a:pt x="2807934" y="229194"/>
                  </a:lnTo>
                  <a:lnTo>
                    <a:pt x="2817693" y="247280"/>
                  </a:lnTo>
                  <a:lnTo>
                    <a:pt x="2827437" y="254436"/>
                  </a:lnTo>
                  <a:lnTo>
                    <a:pt x="2837196" y="301307"/>
                  </a:lnTo>
                  <a:lnTo>
                    <a:pt x="2846940" y="303237"/>
                  </a:lnTo>
                  <a:lnTo>
                    <a:pt x="2856684" y="291038"/>
                  </a:lnTo>
                  <a:lnTo>
                    <a:pt x="2866442" y="313710"/>
                  </a:lnTo>
                  <a:lnTo>
                    <a:pt x="2876186" y="334677"/>
                  </a:lnTo>
                  <a:lnTo>
                    <a:pt x="2885945" y="340810"/>
                  </a:lnTo>
                  <a:lnTo>
                    <a:pt x="2895689" y="329272"/>
                  </a:lnTo>
                  <a:lnTo>
                    <a:pt x="2905433" y="318712"/>
                  </a:lnTo>
                  <a:lnTo>
                    <a:pt x="2915192" y="32279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9" name="Freeform 1028">
              <a:extLst>
                <a:ext uri="{FF2B5EF4-FFF2-40B4-BE49-F238E27FC236}">
                  <a16:creationId xmlns:a16="http://schemas.microsoft.com/office/drawing/2014/main" id="{00D60861-E3A4-CE21-EE11-AB1A7FC5582A}"/>
                </a:ext>
              </a:extLst>
            </p:cNvPr>
            <p:cNvSpPr/>
            <p:nvPr/>
          </p:nvSpPr>
          <p:spPr>
            <a:xfrm>
              <a:off x="4426652" y="3280043"/>
              <a:ext cx="2915191" cy="393507"/>
            </a:xfrm>
            <a:custGeom>
              <a:avLst/>
              <a:gdLst>
                <a:gd name="connsiteX0" fmla="*/ 0 w 2915191"/>
                <a:gd name="connsiteY0" fmla="*/ 393507 h 393507"/>
                <a:gd name="connsiteX1" fmla="*/ 9750 w 2915191"/>
                <a:gd name="connsiteY1" fmla="*/ 363300 h 393507"/>
                <a:gd name="connsiteX2" fmla="*/ 19500 w 2915191"/>
                <a:gd name="connsiteY2" fmla="*/ 335464 h 393507"/>
                <a:gd name="connsiteX3" fmla="*/ 29250 w 2915191"/>
                <a:gd name="connsiteY3" fmla="*/ 356609 h 393507"/>
                <a:gd name="connsiteX4" fmla="*/ 39000 w 2915191"/>
                <a:gd name="connsiteY4" fmla="*/ 323254 h 393507"/>
                <a:gd name="connsiteX5" fmla="*/ 48749 w 2915191"/>
                <a:gd name="connsiteY5" fmla="*/ 298158 h 393507"/>
                <a:gd name="connsiteX6" fmla="*/ 58499 w 2915191"/>
                <a:gd name="connsiteY6" fmla="*/ 285356 h 393507"/>
                <a:gd name="connsiteX7" fmla="*/ 68249 w 2915191"/>
                <a:gd name="connsiteY7" fmla="*/ 322055 h 393507"/>
                <a:gd name="connsiteX8" fmla="*/ 77998 w 2915191"/>
                <a:gd name="connsiteY8" fmla="*/ 323914 h 393507"/>
                <a:gd name="connsiteX9" fmla="*/ 87748 w 2915191"/>
                <a:gd name="connsiteY9" fmla="*/ 342565 h 393507"/>
                <a:gd name="connsiteX10" fmla="*/ 97497 w 2915191"/>
                <a:gd name="connsiteY10" fmla="*/ 353027 h 393507"/>
                <a:gd name="connsiteX11" fmla="*/ 107247 w 2915191"/>
                <a:gd name="connsiteY11" fmla="*/ 332755 h 393507"/>
                <a:gd name="connsiteX12" fmla="*/ 116997 w 2915191"/>
                <a:gd name="connsiteY12" fmla="*/ 309316 h 393507"/>
                <a:gd name="connsiteX13" fmla="*/ 126747 w 2915191"/>
                <a:gd name="connsiteY13" fmla="*/ 299973 h 393507"/>
                <a:gd name="connsiteX14" fmla="*/ 136497 w 2915191"/>
                <a:gd name="connsiteY14" fmla="*/ 272556 h 393507"/>
                <a:gd name="connsiteX15" fmla="*/ 146247 w 2915191"/>
                <a:gd name="connsiteY15" fmla="*/ 251753 h 393507"/>
                <a:gd name="connsiteX16" fmla="*/ 155997 w 2915191"/>
                <a:gd name="connsiteY16" fmla="*/ 198845 h 393507"/>
                <a:gd name="connsiteX17" fmla="*/ 165747 w 2915191"/>
                <a:gd name="connsiteY17" fmla="*/ 242853 h 393507"/>
                <a:gd name="connsiteX18" fmla="*/ 175497 w 2915191"/>
                <a:gd name="connsiteY18" fmla="*/ 205356 h 393507"/>
                <a:gd name="connsiteX19" fmla="*/ 185247 w 2915191"/>
                <a:gd name="connsiteY19" fmla="*/ 210999 h 393507"/>
                <a:gd name="connsiteX20" fmla="*/ 194996 w 2915191"/>
                <a:gd name="connsiteY20" fmla="*/ 231299 h 393507"/>
                <a:gd name="connsiteX21" fmla="*/ 204746 w 2915191"/>
                <a:gd name="connsiteY21" fmla="*/ 218853 h 393507"/>
                <a:gd name="connsiteX22" fmla="*/ 214495 w 2915191"/>
                <a:gd name="connsiteY22" fmla="*/ 176484 h 393507"/>
                <a:gd name="connsiteX23" fmla="*/ 224245 w 2915191"/>
                <a:gd name="connsiteY23" fmla="*/ 153530 h 393507"/>
                <a:gd name="connsiteX24" fmla="*/ 233995 w 2915191"/>
                <a:gd name="connsiteY24" fmla="*/ 192604 h 393507"/>
                <a:gd name="connsiteX25" fmla="*/ 243744 w 2915191"/>
                <a:gd name="connsiteY25" fmla="*/ 182611 h 393507"/>
                <a:gd name="connsiteX26" fmla="*/ 253494 w 2915191"/>
                <a:gd name="connsiteY26" fmla="*/ 156587 h 393507"/>
                <a:gd name="connsiteX27" fmla="*/ 263244 w 2915191"/>
                <a:gd name="connsiteY27" fmla="*/ 179725 h 393507"/>
                <a:gd name="connsiteX28" fmla="*/ 272994 w 2915191"/>
                <a:gd name="connsiteY28" fmla="*/ 181735 h 393507"/>
                <a:gd name="connsiteX29" fmla="*/ 282744 w 2915191"/>
                <a:gd name="connsiteY29" fmla="*/ 210037 h 393507"/>
                <a:gd name="connsiteX30" fmla="*/ 292494 w 2915191"/>
                <a:gd name="connsiteY30" fmla="*/ 217147 h 393507"/>
                <a:gd name="connsiteX31" fmla="*/ 302244 w 2915191"/>
                <a:gd name="connsiteY31" fmla="*/ 226853 h 393507"/>
                <a:gd name="connsiteX32" fmla="*/ 311994 w 2915191"/>
                <a:gd name="connsiteY32" fmla="*/ 211126 h 393507"/>
                <a:gd name="connsiteX33" fmla="*/ 321744 w 2915191"/>
                <a:gd name="connsiteY33" fmla="*/ 227621 h 393507"/>
                <a:gd name="connsiteX34" fmla="*/ 331493 w 2915191"/>
                <a:gd name="connsiteY34" fmla="*/ 226006 h 393507"/>
                <a:gd name="connsiteX35" fmla="*/ 341243 w 2915191"/>
                <a:gd name="connsiteY35" fmla="*/ 239074 h 393507"/>
                <a:gd name="connsiteX36" fmla="*/ 350993 w 2915191"/>
                <a:gd name="connsiteY36" fmla="*/ 237870 h 393507"/>
                <a:gd name="connsiteX37" fmla="*/ 360742 w 2915191"/>
                <a:gd name="connsiteY37" fmla="*/ 250559 h 393507"/>
                <a:gd name="connsiteX38" fmla="*/ 370492 w 2915191"/>
                <a:gd name="connsiteY38" fmla="*/ 239208 h 393507"/>
                <a:gd name="connsiteX39" fmla="*/ 380241 w 2915191"/>
                <a:gd name="connsiteY39" fmla="*/ 237381 h 393507"/>
                <a:gd name="connsiteX40" fmla="*/ 389991 w 2915191"/>
                <a:gd name="connsiteY40" fmla="*/ 221858 h 393507"/>
                <a:gd name="connsiteX41" fmla="*/ 399741 w 2915191"/>
                <a:gd name="connsiteY41" fmla="*/ 198498 h 393507"/>
                <a:gd name="connsiteX42" fmla="*/ 409491 w 2915191"/>
                <a:gd name="connsiteY42" fmla="*/ 175141 h 393507"/>
                <a:gd name="connsiteX43" fmla="*/ 419241 w 2915191"/>
                <a:gd name="connsiteY43" fmla="*/ 179163 h 393507"/>
                <a:gd name="connsiteX44" fmla="*/ 428991 w 2915191"/>
                <a:gd name="connsiteY44" fmla="*/ 224367 h 393507"/>
                <a:gd name="connsiteX45" fmla="*/ 438741 w 2915191"/>
                <a:gd name="connsiteY45" fmla="*/ 226263 h 393507"/>
                <a:gd name="connsiteX46" fmla="*/ 448491 w 2915191"/>
                <a:gd name="connsiteY46" fmla="*/ 245352 h 393507"/>
                <a:gd name="connsiteX47" fmla="*/ 458241 w 2915191"/>
                <a:gd name="connsiteY47" fmla="*/ 248990 h 393507"/>
                <a:gd name="connsiteX48" fmla="*/ 467991 w 2915191"/>
                <a:gd name="connsiteY48" fmla="*/ 222980 h 393507"/>
                <a:gd name="connsiteX49" fmla="*/ 477740 w 2915191"/>
                <a:gd name="connsiteY49" fmla="*/ 195245 h 393507"/>
                <a:gd name="connsiteX50" fmla="*/ 487490 w 2915191"/>
                <a:gd name="connsiteY50" fmla="*/ 209949 h 393507"/>
                <a:gd name="connsiteX51" fmla="*/ 497239 w 2915191"/>
                <a:gd name="connsiteY51" fmla="*/ 232360 h 393507"/>
                <a:gd name="connsiteX52" fmla="*/ 506989 w 2915191"/>
                <a:gd name="connsiteY52" fmla="*/ 262326 h 393507"/>
                <a:gd name="connsiteX53" fmla="*/ 516738 w 2915191"/>
                <a:gd name="connsiteY53" fmla="*/ 292988 h 393507"/>
                <a:gd name="connsiteX54" fmla="*/ 526488 w 2915191"/>
                <a:gd name="connsiteY54" fmla="*/ 268265 h 393507"/>
                <a:gd name="connsiteX55" fmla="*/ 536238 w 2915191"/>
                <a:gd name="connsiteY55" fmla="*/ 264971 h 393507"/>
                <a:gd name="connsiteX56" fmla="*/ 545988 w 2915191"/>
                <a:gd name="connsiteY56" fmla="*/ 259473 h 393507"/>
                <a:gd name="connsiteX57" fmla="*/ 555738 w 2915191"/>
                <a:gd name="connsiteY57" fmla="*/ 263599 h 393507"/>
                <a:gd name="connsiteX58" fmla="*/ 565488 w 2915191"/>
                <a:gd name="connsiteY58" fmla="*/ 271725 h 393507"/>
                <a:gd name="connsiteX59" fmla="*/ 575238 w 2915191"/>
                <a:gd name="connsiteY59" fmla="*/ 275881 h 393507"/>
                <a:gd name="connsiteX60" fmla="*/ 584988 w 2915191"/>
                <a:gd name="connsiteY60" fmla="*/ 294510 h 393507"/>
                <a:gd name="connsiteX61" fmla="*/ 594738 w 2915191"/>
                <a:gd name="connsiteY61" fmla="*/ 276635 h 393507"/>
                <a:gd name="connsiteX62" fmla="*/ 604488 w 2915191"/>
                <a:gd name="connsiteY62" fmla="*/ 236758 h 393507"/>
                <a:gd name="connsiteX63" fmla="*/ 614237 w 2915191"/>
                <a:gd name="connsiteY63" fmla="*/ 234211 h 393507"/>
                <a:gd name="connsiteX64" fmla="*/ 623987 w 2915191"/>
                <a:gd name="connsiteY64" fmla="*/ 219683 h 393507"/>
                <a:gd name="connsiteX65" fmla="*/ 633736 w 2915191"/>
                <a:gd name="connsiteY65" fmla="*/ 210891 h 393507"/>
                <a:gd name="connsiteX66" fmla="*/ 643486 w 2915191"/>
                <a:gd name="connsiteY66" fmla="*/ 214015 h 393507"/>
                <a:gd name="connsiteX67" fmla="*/ 653236 w 2915191"/>
                <a:gd name="connsiteY67" fmla="*/ 195500 h 393507"/>
                <a:gd name="connsiteX68" fmla="*/ 662985 w 2915191"/>
                <a:gd name="connsiteY68" fmla="*/ 189591 h 393507"/>
                <a:gd name="connsiteX69" fmla="*/ 672735 w 2915191"/>
                <a:gd name="connsiteY69" fmla="*/ 169670 h 393507"/>
                <a:gd name="connsiteX70" fmla="*/ 682485 w 2915191"/>
                <a:gd name="connsiteY70" fmla="*/ 163221 h 393507"/>
                <a:gd name="connsiteX71" fmla="*/ 692235 w 2915191"/>
                <a:gd name="connsiteY71" fmla="*/ 146523 h 393507"/>
                <a:gd name="connsiteX72" fmla="*/ 701985 w 2915191"/>
                <a:gd name="connsiteY72" fmla="*/ 154778 h 393507"/>
                <a:gd name="connsiteX73" fmla="*/ 711735 w 2915191"/>
                <a:gd name="connsiteY73" fmla="*/ 156520 h 393507"/>
                <a:gd name="connsiteX74" fmla="*/ 721485 w 2915191"/>
                <a:gd name="connsiteY74" fmla="*/ 139645 h 393507"/>
                <a:gd name="connsiteX75" fmla="*/ 731235 w 2915191"/>
                <a:gd name="connsiteY75" fmla="*/ 155286 h 393507"/>
                <a:gd name="connsiteX76" fmla="*/ 740985 w 2915191"/>
                <a:gd name="connsiteY76" fmla="*/ 165242 h 393507"/>
                <a:gd name="connsiteX77" fmla="*/ 750734 w 2915191"/>
                <a:gd name="connsiteY77" fmla="*/ 130387 h 393507"/>
                <a:gd name="connsiteX78" fmla="*/ 760484 w 2915191"/>
                <a:gd name="connsiteY78" fmla="*/ 118828 h 393507"/>
                <a:gd name="connsiteX79" fmla="*/ 770233 w 2915191"/>
                <a:gd name="connsiteY79" fmla="*/ 89960 h 393507"/>
                <a:gd name="connsiteX80" fmla="*/ 779983 w 2915191"/>
                <a:gd name="connsiteY80" fmla="*/ 47590 h 393507"/>
                <a:gd name="connsiteX81" fmla="*/ 789733 w 2915191"/>
                <a:gd name="connsiteY81" fmla="*/ 74304 h 393507"/>
                <a:gd name="connsiteX82" fmla="*/ 799482 w 2915191"/>
                <a:gd name="connsiteY82" fmla="*/ 33408 h 393507"/>
                <a:gd name="connsiteX83" fmla="*/ 809232 w 2915191"/>
                <a:gd name="connsiteY83" fmla="*/ 27098 h 393507"/>
                <a:gd name="connsiteX84" fmla="*/ 818982 w 2915191"/>
                <a:gd name="connsiteY84" fmla="*/ 53365 h 393507"/>
                <a:gd name="connsiteX85" fmla="*/ 828732 w 2915191"/>
                <a:gd name="connsiteY85" fmla="*/ 41690 h 393507"/>
                <a:gd name="connsiteX86" fmla="*/ 838482 w 2915191"/>
                <a:gd name="connsiteY86" fmla="*/ 73670 h 393507"/>
                <a:gd name="connsiteX87" fmla="*/ 848232 w 2915191"/>
                <a:gd name="connsiteY87" fmla="*/ 66044 h 393507"/>
                <a:gd name="connsiteX88" fmla="*/ 857982 w 2915191"/>
                <a:gd name="connsiteY88" fmla="*/ 60302 h 393507"/>
                <a:gd name="connsiteX89" fmla="*/ 867732 w 2915191"/>
                <a:gd name="connsiteY89" fmla="*/ 87073 h 393507"/>
                <a:gd name="connsiteX90" fmla="*/ 877482 w 2915191"/>
                <a:gd name="connsiteY90" fmla="*/ 103762 h 393507"/>
                <a:gd name="connsiteX91" fmla="*/ 887231 w 2915191"/>
                <a:gd name="connsiteY91" fmla="*/ 84368 h 393507"/>
                <a:gd name="connsiteX92" fmla="*/ 896981 w 2915191"/>
                <a:gd name="connsiteY92" fmla="*/ 60414 h 393507"/>
                <a:gd name="connsiteX93" fmla="*/ 906730 w 2915191"/>
                <a:gd name="connsiteY93" fmla="*/ 28777 h 393507"/>
                <a:gd name="connsiteX94" fmla="*/ 916480 w 2915191"/>
                <a:gd name="connsiteY94" fmla="*/ 41941 h 393507"/>
                <a:gd name="connsiteX95" fmla="*/ 926230 w 2915191"/>
                <a:gd name="connsiteY95" fmla="*/ 39596 h 393507"/>
                <a:gd name="connsiteX96" fmla="*/ 935979 w 2915191"/>
                <a:gd name="connsiteY96" fmla="*/ 3676 h 393507"/>
                <a:gd name="connsiteX97" fmla="*/ 945729 w 2915191"/>
                <a:gd name="connsiteY97" fmla="*/ 0 h 393507"/>
                <a:gd name="connsiteX98" fmla="*/ 955479 w 2915191"/>
                <a:gd name="connsiteY98" fmla="*/ 10361 h 393507"/>
                <a:gd name="connsiteX99" fmla="*/ 965229 w 2915191"/>
                <a:gd name="connsiteY99" fmla="*/ 18478 h 393507"/>
                <a:gd name="connsiteX100" fmla="*/ 974979 w 2915191"/>
                <a:gd name="connsiteY100" fmla="*/ 5936 h 393507"/>
                <a:gd name="connsiteX101" fmla="*/ 984729 w 2915191"/>
                <a:gd name="connsiteY101" fmla="*/ 8767 h 393507"/>
                <a:gd name="connsiteX102" fmla="*/ 994474 w 2915191"/>
                <a:gd name="connsiteY102" fmla="*/ 23934 h 393507"/>
                <a:gd name="connsiteX103" fmla="*/ 1004233 w 2915191"/>
                <a:gd name="connsiteY103" fmla="*/ 17190 h 393507"/>
                <a:gd name="connsiteX104" fmla="*/ 1013977 w 2915191"/>
                <a:gd name="connsiteY104" fmla="*/ 39555 h 393507"/>
                <a:gd name="connsiteX105" fmla="*/ 1023721 w 2915191"/>
                <a:gd name="connsiteY105" fmla="*/ 49198 h 393507"/>
                <a:gd name="connsiteX106" fmla="*/ 1033480 w 2915191"/>
                <a:gd name="connsiteY106" fmla="*/ 49585 h 393507"/>
                <a:gd name="connsiteX107" fmla="*/ 1043224 w 2915191"/>
                <a:gd name="connsiteY107" fmla="*/ 44985 h 393507"/>
                <a:gd name="connsiteX108" fmla="*/ 1052983 w 2915191"/>
                <a:gd name="connsiteY108" fmla="*/ 45987 h 393507"/>
                <a:gd name="connsiteX109" fmla="*/ 1062727 w 2915191"/>
                <a:gd name="connsiteY109" fmla="*/ 47164 h 393507"/>
                <a:gd name="connsiteX110" fmla="*/ 1072471 w 2915191"/>
                <a:gd name="connsiteY110" fmla="*/ 66591 h 393507"/>
                <a:gd name="connsiteX111" fmla="*/ 1082230 w 2915191"/>
                <a:gd name="connsiteY111" fmla="*/ 59758 h 393507"/>
                <a:gd name="connsiteX112" fmla="*/ 1091973 w 2915191"/>
                <a:gd name="connsiteY112" fmla="*/ 78540 h 393507"/>
                <a:gd name="connsiteX113" fmla="*/ 1101732 w 2915191"/>
                <a:gd name="connsiteY113" fmla="*/ 78443 h 393507"/>
                <a:gd name="connsiteX114" fmla="*/ 1111476 w 2915191"/>
                <a:gd name="connsiteY114" fmla="*/ 77353 h 393507"/>
                <a:gd name="connsiteX115" fmla="*/ 1121220 w 2915191"/>
                <a:gd name="connsiteY115" fmla="*/ 46589 h 393507"/>
                <a:gd name="connsiteX116" fmla="*/ 1130979 w 2915191"/>
                <a:gd name="connsiteY116" fmla="*/ 35156 h 393507"/>
                <a:gd name="connsiteX117" fmla="*/ 1140723 w 2915191"/>
                <a:gd name="connsiteY117" fmla="*/ 83966 h 393507"/>
                <a:gd name="connsiteX118" fmla="*/ 1150482 w 2915191"/>
                <a:gd name="connsiteY118" fmla="*/ 119898 h 393507"/>
                <a:gd name="connsiteX119" fmla="*/ 1160226 w 2915191"/>
                <a:gd name="connsiteY119" fmla="*/ 124847 h 393507"/>
                <a:gd name="connsiteX120" fmla="*/ 1169969 w 2915191"/>
                <a:gd name="connsiteY120" fmla="*/ 107711 h 393507"/>
                <a:gd name="connsiteX121" fmla="*/ 1179728 w 2915191"/>
                <a:gd name="connsiteY121" fmla="*/ 113082 h 393507"/>
                <a:gd name="connsiteX122" fmla="*/ 1189472 w 2915191"/>
                <a:gd name="connsiteY122" fmla="*/ 120250 h 393507"/>
                <a:gd name="connsiteX123" fmla="*/ 1199231 w 2915191"/>
                <a:gd name="connsiteY123" fmla="*/ 96003 h 393507"/>
                <a:gd name="connsiteX124" fmla="*/ 1208975 w 2915191"/>
                <a:gd name="connsiteY124" fmla="*/ 93384 h 393507"/>
                <a:gd name="connsiteX125" fmla="*/ 1218719 w 2915191"/>
                <a:gd name="connsiteY125" fmla="*/ 83183 h 393507"/>
                <a:gd name="connsiteX126" fmla="*/ 1228478 w 2915191"/>
                <a:gd name="connsiteY126" fmla="*/ 64973 h 393507"/>
                <a:gd name="connsiteX127" fmla="*/ 1238222 w 2915191"/>
                <a:gd name="connsiteY127" fmla="*/ 43207 h 393507"/>
                <a:gd name="connsiteX128" fmla="*/ 1247966 w 2915191"/>
                <a:gd name="connsiteY128" fmla="*/ 63118 h 393507"/>
                <a:gd name="connsiteX129" fmla="*/ 1257725 w 2915191"/>
                <a:gd name="connsiteY129" fmla="*/ 15178 h 393507"/>
                <a:gd name="connsiteX130" fmla="*/ 1267469 w 2915191"/>
                <a:gd name="connsiteY130" fmla="*/ 12192 h 393507"/>
                <a:gd name="connsiteX131" fmla="*/ 1277227 w 2915191"/>
                <a:gd name="connsiteY131" fmla="*/ 35126 h 393507"/>
                <a:gd name="connsiteX132" fmla="*/ 1286971 w 2915191"/>
                <a:gd name="connsiteY132" fmla="*/ 59635 h 393507"/>
                <a:gd name="connsiteX133" fmla="*/ 1296715 w 2915191"/>
                <a:gd name="connsiteY133" fmla="*/ 53496 h 393507"/>
                <a:gd name="connsiteX134" fmla="*/ 1306474 w 2915191"/>
                <a:gd name="connsiteY134" fmla="*/ 42648 h 393507"/>
                <a:gd name="connsiteX135" fmla="*/ 1316218 w 2915191"/>
                <a:gd name="connsiteY135" fmla="*/ 36096 h 393507"/>
                <a:gd name="connsiteX136" fmla="*/ 1325977 w 2915191"/>
                <a:gd name="connsiteY136" fmla="*/ 32460 h 393507"/>
                <a:gd name="connsiteX137" fmla="*/ 1335721 w 2915191"/>
                <a:gd name="connsiteY137" fmla="*/ 52227 h 393507"/>
                <a:gd name="connsiteX138" fmla="*/ 1345465 w 2915191"/>
                <a:gd name="connsiteY138" fmla="*/ 55748 h 393507"/>
                <a:gd name="connsiteX139" fmla="*/ 1355224 w 2915191"/>
                <a:gd name="connsiteY139" fmla="*/ 55587 h 393507"/>
                <a:gd name="connsiteX140" fmla="*/ 1364967 w 2915191"/>
                <a:gd name="connsiteY140" fmla="*/ 81140 h 393507"/>
                <a:gd name="connsiteX141" fmla="*/ 1374726 w 2915191"/>
                <a:gd name="connsiteY141" fmla="*/ 94418 h 393507"/>
                <a:gd name="connsiteX142" fmla="*/ 1384470 w 2915191"/>
                <a:gd name="connsiteY142" fmla="*/ 85453 h 393507"/>
                <a:gd name="connsiteX143" fmla="*/ 1394214 w 2915191"/>
                <a:gd name="connsiteY143" fmla="*/ 84415 h 393507"/>
                <a:gd name="connsiteX144" fmla="*/ 1403973 w 2915191"/>
                <a:gd name="connsiteY144" fmla="*/ 110378 h 393507"/>
                <a:gd name="connsiteX145" fmla="*/ 1413717 w 2915191"/>
                <a:gd name="connsiteY145" fmla="*/ 107839 h 393507"/>
                <a:gd name="connsiteX146" fmla="*/ 1423476 w 2915191"/>
                <a:gd name="connsiteY146" fmla="*/ 97721 h 393507"/>
                <a:gd name="connsiteX147" fmla="*/ 1433220 w 2915191"/>
                <a:gd name="connsiteY147" fmla="*/ 131691 h 393507"/>
                <a:gd name="connsiteX148" fmla="*/ 1442964 w 2915191"/>
                <a:gd name="connsiteY148" fmla="*/ 111894 h 393507"/>
                <a:gd name="connsiteX149" fmla="*/ 1452722 w 2915191"/>
                <a:gd name="connsiteY149" fmla="*/ 116126 h 393507"/>
                <a:gd name="connsiteX150" fmla="*/ 1462466 w 2915191"/>
                <a:gd name="connsiteY150" fmla="*/ 124862 h 393507"/>
                <a:gd name="connsiteX151" fmla="*/ 1472225 w 2915191"/>
                <a:gd name="connsiteY151" fmla="*/ 133672 h 393507"/>
                <a:gd name="connsiteX152" fmla="*/ 1481969 w 2915191"/>
                <a:gd name="connsiteY152" fmla="*/ 136186 h 393507"/>
                <a:gd name="connsiteX153" fmla="*/ 1491713 w 2915191"/>
                <a:gd name="connsiteY153" fmla="*/ 142562 h 393507"/>
                <a:gd name="connsiteX154" fmla="*/ 1501472 w 2915191"/>
                <a:gd name="connsiteY154" fmla="*/ 131597 h 393507"/>
                <a:gd name="connsiteX155" fmla="*/ 1511216 w 2915191"/>
                <a:gd name="connsiteY155" fmla="*/ 99767 h 393507"/>
                <a:gd name="connsiteX156" fmla="*/ 1520960 w 2915191"/>
                <a:gd name="connsiteY156" fmla="*/ 116053 h 393507"/>
                <a:gd name="connsiteX157" fmla="*/ 1530719 w 2915191"/>
                <a:gd name="connsiteY157" fmla="*/ 114946 h 393507"/>
                <a:gd name="connsiteX158" fmla="*/ 1540463 w 2915191"/>
                <a:gd name="connsiteY158" fmla="*/ 111209 h 393507"/>
                <a:gd name="connsiteX159" fmla="*/ 1550221 w 2915191"/>
                <a:gd name="connsiteY159" fmla="*/ 116057 h 393507"/>
                <a:gd name="connsiteX160" fmla="*/ 1559965 w 2915191"/>
                <a:gd name="connsiteY160" fmla="*/ 140994 h 393507"/>
                <a:gd name="connsiteX161" fmla="*/ 1569709 w 2915191"/>
                <a:gd name="connsiteY161" fmla="*/ 104680 h 393507"/>
                <a:gd name="connsiteX162" fmla="*/ 1579468 w 2915191"/>
                <a:gd name="connsiteY162" fmla="*/ 111961 h 393507"/>
                <a:gd name="connsiteX163" fmla="*/ 1589212 w 2915191"/>
                <a:gd name="connsiteY163" fmla="*/ 88928 h 393507"/>
                <a:gd name="connsiteX164" fmla="*/ 1598971 w 2915191"/>
                <a:gd name="connsiteY164" fmla="*/ 63340 h 393507"/>
                <a:gd name="connsiteX165" fmla="*/ 1608715 w 2915191"/>
                <a:gd name="connsiteY165" fmla="*/ 58294 h 393507"/>
                <a:gd name="connsiteX166" fmla="*/ 1618459 w 2915191"/>
                <a:gd name="connsiteY166" fmla="*/ 41248 h 393507"/>
                <a:gd name="connsiteX167" fmla="*/ 1628218 w 2915191"/>
                <a:gd name="connsiteY167" fmla="*/ 22520 h 393507"/>
                <a:gd name="connsiteX168" fmla="*/ 1637962 w 2915191"/>
                <a:gd name="connsiteY168" fmla="*/ 56099 h 393507"/>
                <a:gd name="connsiteX169" fmla="*/ 1647720 w 2915191"/>
                <a:gd name="connsiteY169" fmla="*/ 51489 h 393507"/>
                <a:gd name="connsiteX170" fmla="*/ 1657464 w 2915191"/>
                <a:gd name="connsiteY170" fmla="*/ 54037 h 393507"/>
                <a:gd name="connsiteX171" fmla="*/ 1667208 w 2915191"/>
                <a:gd name="connsiteY171" fmla="*/ 75526 h 393507"/>
                <a:gd name="connsiteX172" fmla="*/ 1676967 w 2915191"/>
                <a:gd name="connsiteY172" fmla="*/ 110451 h 393507"/>
                <a:gd name="connsiteX173" fmla="*/ 1686711 w 2915191"/>
                <a:gd name="connsiteY173" fmla="*/ 113666 h 393507"/>
                <a:gd name="connsiteX174" fmla="*/ 1696470 w 2915191"/>
                <a:gd name="connsiteY174" fmla="*/ 101246 h 393507"/>
                <a:gd name="connsiteX175" fmla="*/ 1706214 w 2915191"/>
                <a:gd name="connsiteY175" fmla="*/ 103298 h 393507"/>
                <a:gd name="connsiteX176" fmla="*/ 1715958 w 2915191"/>
                <a:gd name="connsiteY176" fmla="*/ 117173 h 393507"/>
                <a:gd name="connsiteX177" fmla="*/ 1725716 w 2915191"/>
                <a:gd name="connsiteY177" fmla="*/ 101166 h 393507"/>
                <a:gd name="connsiteX178" fmla="*/ 1735460 w 2915191"/>
                <a:gd name="connsiteY178" fmla="*/ 83385 h 393507"/>
                <a:gd name="connsiteX179" fmla="*/ 1745219 w 2915191"/>
                <a:gd name="connsiteY179" fmla="*/ 104494 h 393507"/>
                <a:gd name="connsiteX180" fmla="*/ 1754963 w 2915191"/>
                <a:gd name="connsiteY180" fmla="*/ 103810 h 393507"/>
                <a:gd name="connsiteX181" fmla="*/ 1764707 w 2915191"/>
                <a:gd name="connsiteY181" fmla="*/ 73754 h 393507"/>
                <a:gd name="connsiteX182" fmla="*/ 1774466 w 2915191"/>
                <a:gd name="connsiteY182" fmla="*/ 60098 h 393507"/>
                <a:gd name="connsiteX183" fmla="*/ 1784210 w 2915191"/>
                <a:gd name="connsiteY183" fmla="*/ 62953 h 393507"/>
                <a:gd name="connsiteX184" fmla="*/ 1793969 w 2915191"/>
                <a:gd name="connsiteY184" fmla="*/ 74656 h 393507"/>
                <a:gd name="connsiteX185" fmla="*/ 1803713 w 2915191"/>
                <a:gd name="connsiteY185" fmla="*/ 101204 h 393507"/>
                <a:gd name="connsiteX186" fmla="*/ 1813457 w 2915191"/>
                <a:gd name="connsiteY186" fmla="*/ 117043 h 393507"/>
                <a:gd name="connsiteX187" fmla="*/ 1823215 w 2915191"/>
                <a:gd name="connsiteY187" fmla="*/ 117419 h 393507"/>
                <a:gd name="connsiteX188" fmla="*/ 1832959 w 2915191"/>
                <a:gd name="connsiteY188" fmla="*/ 125867 h 393507"/>
                <a:gd name="connsiteX189" fmla="*/ 1842703 w 2915191"/>
                <a:gd name="connsiteY189" fmla="*/ 118489 h 393507"/>
                <a:gd name="connsiteX190" fmla="*/ 1852462 w 2915191"/>
                <a:gd name="connsiteY190" fmla="*/ 127388 h 393507"/>
                <a:gd name="connsiteX191" fmla="*/ 1862206 w 2915191"/>
                <a:gd name="connsiteY191" fmla="*/ 125730 h 393507"/>
                <a:gd name="connsiteX192" fmla="*/ 1871965 w 2915191"/>
                <a:gd name="connsiteY192" fmla="*/ 152315 h 393507"/>
                <a:gd name="connsiteX193" fmla="*/ 1881709 w 2915191"/>
                <a:gd name="connsiteY193" fmla="*/ 135521 h 393507"/>
                <a:gd name="connsiteX194" fmla="*/ 1891453 w 2915191"/>
                <a:gd name="connsiteY194" fmla="*/ 126209 h 393507"/>
                <a:gd name="connsiteX195" fmla="*/ 1901212 w 2915191"/>
                <a:gd name="connsiteY195" fmla="*/ 143938 h 393507"/>
                <a:gd name="connsiteX196" fmla="*/ 1910956 w 2915191"/>
                <a:gd name="connsiteY196" fmla="*/ 134699 h 393507"/>
                <a:gd name="connsiteX197" fmla="*/ 1920714 w 2915191"/>
                <a:gd name="connsiteY197" fmla="*/ 130077 h 393507"/>
                <a:gd name="connsiteX198" fmla="*/ 1930458 w 2915191"/>
                <a:gd name="connsiteY198" fmla="*/ 122485 h 393507"/>
                <a:gd name="connsiteX199" fmla="*/ 1940202 w 2915191"/>
                <a:gd name="connsiteY199" fmla="*/ 152107 h 393507"/>
                <a:gd name="connsiteX200" fmla="*/ 1949961 w 2915191"/>
                <a:gd name="connsiteY200" fmla="*/ 154447 h 393507"/>
                <a:gd name="connsiteX201" fmla="*/ 1959705 w 2915191"/>
                <a:gd name="connsiteY201" fmla="*/ 141438 h 393507"/>
                <a:gd name="connsiteX202" fmla="*/ 1969464 w 2915191"/>
                <a:gd name="connsiteY202" fmla="*/ 176841 h 393507"/>
                <a:gd name="connsiteX203" fmla="*/ 1979208 w 2915191"/>
                <a:gd name="connsiteY203" fmla="*/ 188757 h 393507"/>
                <a:gd name="connsiteX204" fmla="*/ 1988952 w 2915191"/>
                <a:gd name="connsiteY204" fmla="*/ 186146 h 393507"/>
                <a:gd name="connsiteX205" fmla="*/ 1998711 w 2915191"/>
                <a:gd name="connsiteY205" fmla="*/ 182563 h 393507"/>
                <a:gd name="connsiteX206" fmla="*/ 2008454 w 2915191"/>
                <a:gd name="connsiteY206" fmla="*/ 205773 h 393507"/>
                <a:gd name="connsiteX207" fmla="*/ 2018213 w 2915191"/>
                <a:gd name="connsiteY207" fmla="*/ 219580 h 393507"/>
                <a:gd name="connsiteX208" fmla="*/ 2027957 w 2915191"/>
                <a:gd name="connsiteY208" fmla="*/ 231573 h 393507"/>
                <a:gd name="connsiteX209" fmla="*/ 2037701 w 2915191"/>
                <a:gd name="connsiteY209" fmla="*/ 219011 h 393507"/>
                <a:gd name="connsiteX210" fmla="*/ 2047460 w 2915191"/>
                <a:gd name="connsiteY210" fmla="*/ 212543 h 393507"/>
                <a:gd name="connsiteX211" fmla="*/ 2057204 w 2915191"/>
                <a:gd name="connsiteY211" fmla="*/ 202988 h 393507"/>
                <a:gd name="connsiteX212" fmla="*/ 2066963 w 2915191"/>
                <a:gd name="connsiteY212" fmla="*/ 190646 h 393507"/>
                <a:gd name="connsiteX213" fmla="*/ 2076707 w 2915191"/>
                <a:gd name="connsiteY213" fmla="*/ 209521 h 393507"/>
                <a:gd name="connsiteX214" fmla="*/ 2086451 w 2915191"/>
                <a:gd name="connsiteY214" fmla="*/ 215596 h 393507"/>
                <a:gd name="connsiteX215" fmla="*/ 2096210 w 2915191"/>
                <a:gd name="connsiteY215" fmla="*/ 212103 h 393507"/>
                <a:gd name="connsiteX216" fmla="*/ 2105954 w 2915191"/>
                <a:gd name="connsiteY216" fmla="*/ 217022 h 393507"/>
                <a:gd name="connsiteX217" fmla="*/ 2115697 w 2915191"/>
                <a:gd name="connsiteY217" fmla="*/ 225158 h 393507"/>
                <a:gd name="connsiteX218" fmla="*/ 2125456 w 2915191"/>
                <a:gd name="connsiteY218" fmla="*/ 251837 h 393507"/>
                <a:gd name="connsiteX219" fmla="*/ 2135200 w 2915191"/>
                <a:gd name="connsiteY219" fmla="*/ 277926 h 393507"/>
                <a:gd name="connsiteX220" fmla="*/ 2144959 w 2915191"/>
                <a:gd name="connsiteY220" fmla="*/ 259643 h 393507"/>
                <a:gd name="connsiteX221" fmla="*/ 2154703 w 2915191"/>
                <a:gd name="connsiteY221" fmla="*/ 251444 h 393507"/>
                <a:gd name="connsiteX222" fmla="*/ 2164447 w 2915191"/>
                <a:gd name="connsiteY222" fmla="*/ 252407 h 393507"/>
                <a:gd name="connsiteX223" fmla="*/ 2174206 w 2915191"/>
                <a:gd name="connsiteY223" fmla="*/ 265944 h 393507"/>
                <a:gd name="connsiteX224" fmla="*/ 2183950 w 2915191"/>
                <a:gd name="connsiteY224" fmla="*/ 253231 h 393507"/>
                <a:gd name="connsiteX225" fmla="*/ 2193709 w 2915191"/>
                <a:gd name="connsiteY225" fmla="*/ 268813 h 393507"/>
                <a:gd name="connsiteX226" fmla="*/ 2203452 w 2915191"/>
                <a:gd name="connsiteY226" fmla="*/ 287945 h 393507"/>
                <a:gd name="connsiteX227" fmla="*/ 2213196 w 2915191"/>
                <a:gd name="connsiteY227" fmla="*/ 228419 h 393507"/>
                <a:gd name="connsiteX228" fmla="*/ 2222955 w 2915191"/>
                <a:gd name="connsiteY228" fmla="*/ 208246 h 393507"/>
                <a:gd name="connsiteX229" fmla="*/ 2232699 w 2915191"/>
                <a:gd name="connsiteY229" fmla="*/ 194329 h 393507"/>
                <a:gd name="connsiteX230" fmla="*/ 2242458 w 2915191"/>
                <a:gd name="connsiteY230" fmla="*/ 202008 h 393507"/>
                <a:gd name="connsiteX231" fmla="*/ 2252202 w 2915191"/>
                <a:gd name="connsiteY231" fmla="*/ 198772 h 393507"/>
                <a:gd name="connsiteX232" fmla="*/ 2261946 w 2915191"/>
                <a:gd name="connsiteY232" fmla="*/ 205076 h 393507"/>
                <a:gd name="connsiteX233" fmla="*/ 2271705 w 2915191"/>
                <a:gd name="connsiteY233" fmla="*/ 207281 h 393507"/>
                <a:gd name="connsiteX234" fmla="*/ 2281449 w 2915191"/>
                <a:gd name="connsiteY234" fmla="*/ 217022 h 393507"/>
                <a:gd name="connsiteX235" fmla="*/ 2291208 w 2915191"/>
                <a:gd name="connsiteY235" fmla="*/ 199798 h 393507"/>
                <a:gd name="connsiteX236" fmla="*/ 2300951 w 2915191"/>
                <a:gd name="connsiteY236" fmla="*/ 241814 h 393507"/>
                <a:gd name="connsiteX237" fmla="*/ 2310695 w 2915191"/>
                <a:gd name="connsiteY237" fmla="*/ 239298 h 393507"/>
                <a:gd name="connsiteX238" fmla="*/ 2320454 w 2915191"/>
                <a:gd name="connsiteY238" fmla="*/ 273127 h 393507"/>
                <a:gd name="connsiteX239" fmla="*/ 2330198 w 2915191"/>
                <a:gd name="connsiteY239" fmla="*/ 252447 h 393507"/>
                <a:gd name="connsiteX240" fmla="*/ 2339957 w 2915191"/>
                <a:gd name="connsiteY240" fmla="*/ 272875 h 393507"/>
                <a:gd name="connsiteX241" fmla="*/ 2349701 w 2915191"/>
                <a:gd name="connsiteY241" fmla="*/ 265646 h 393507"/>
                <a:gd name="connsiteX242" fmla="*/ 2359445 w 2915191"/>
                <a:gd name="connsiteY242" fmla="*/ 294234 h 393507"/>
                <a:gd name="connsiteX243" fmla="*/ 2369204 w 2915191"/>
                <a:gd name="connsiteY243" fmla="*/ 310373 h 393507"/>
                <a:gd name="connsiteX244" fmla="*/ 2378948 w 2915191"/>
                <a:gd name="connsiteY244" fmla="*/ 318637 h 393507"/>
                <a:gd name="connsiteX245" fmla="*/ 2388692 w 2915191"/>
                <a:gd name="connsiteY245" fmla="*/ 328494 h 393507"/>
                <a:gd name="connsiteX246" fmla="*/ 2398450 w 2915191"/>
                <a:gd name="connsiteY246" fmla="*/ 316006 h 393507"/>
                <a:gd name="connsiteX247" fmla="*/ 2408194 w 2915191"/>
                <a:gd name="connsiteY247" fmla="*/ 301943 h 393507"/>
                <a:gd name="connsiteX248" fmla="*/ 2417953 w 2915191"/>
                <a:gd name="connsiteY248" fmla="*/ 288745 h 393507"/>
                <a:gd name="connsiteX249" fmla="*/ 2427697 w 2915191"/>
                <a:gd name="connsiteY249" fmla="*/ 316012 h 393507"/>
                <a:gd name="connsiteX250" fmla="*/ 2437441 w 2915191"/>
                <a:gd name="connsiteY250" fmla="*/ 296920 h 393507"/>
                <a:gd name="connsiteX251" fmla="*/ 2447200 w 2915191"/>
                <a:gd name="connsiteY251" fmla="*/ 301657 h 393507"/>
                <a:gd name="connsiteX252" fmla="*/ 2456944 w 2915191"/>
                <a:gd name="connsiteY252" fmla="*/ 313783 h 393507"/>
                <a:gd name="connsiteX253" fmla="*/ 2466703 w 2915191"/>
                <a:gd name="connsiteY253" fmla="*/ 301925 h 393507"/>
                <a:gd name="connsiteX254" fmla="*/ 2476446 w 2915191"/>
                <a:gd name="connsiteY254" fmla="*/ 293559 h 393507"/>
                <a:gd name="connsiteX255" fmla="*/ 2486190 w 2915191"/>
                <a:gd name="connsiteY255" fmla="*/ 298567 h 393507"/>
                <a:gd name="connsiteX256" fmla="*/ 2495949 w 2915191"/>
                <a:gd name="connsiteY256" fmla="*/ 292200 h 393507"/>
                <a:gd name="connsiteX257" fmla="*/ 2505693 w 2915191"/>
                <a:gd name="connsiteY257" fmla="*/ 305675 h 393507"/>
                <a:gd name="connsiteX258" fmla="*/ 2515452 w 2915191"/>
                <a:gd name="connsiteY258" fmla="*/ 303530 h 393507"/>
                <a:gd name="connsiteX259" fmla="*/ 2525196 w 2915191"/>
                <a:gd name="connsiteY259" fmla="*/ 314074 h 393507"/>
                <a:gd name="connsiteX260" fmla="*/ 2534940 w 2915191"/>
                <a:gd name="connsiteY260" fmla="*/ 300021 h 393507"/>
                <a:gd name="connsiteX261" fmla="*/ 2544699 w 2915191"/>
                <a:gd name="connsiteY261" fmla="*/ 303935 h 393507"/>
                <a:gd name="connsiteX262" fmla="*/ 2554443 w 2915191"/>
                <a:gd name="connsiteY262" fmla="*/ 320109 h 393507"/>
                <a:gd name="connsiteX263" fmla="*/ 2564202 w 2915191"/>
                <a:gd name="connsiteY263" fmla="*/ 318378 h 393507"/>
                <a:gd name="connsiteX264" fmla="*/ 2573946 w 2915191"/>
                <a:gd name="connsiteY264" fmla="*/ 310119 h 393507"/>
                <a:gd name="connsiteX265" fmla="*/ 2583690 w 2915191"/>
                <a:gd name="connsiteY265" fmla="*/ 309646 h 393507"/>
                <a:gd name="connsiteX266" fmla="*/ 2593448 w 2915191"/>
                <a:gd name="connsiteY266" fmla="*/ 296661 h 393507"/>
                <a:gd name="connsiteX267" fmla="*/ 2603192 w 2915191"/>
                <a:gd name="connsiteY267" fmla="*/ 288133 h 393507"/>
                <a:gd name="connsiteX268" fmla="*/ 2612951 w 2915191"/>
                <a:gd name="connsiteY268" fmla="*/ 287205 h 393507"/>
                <a:gd name="connsiteX269" fmla="*/ 2622695 w 2915191"/>
                <a:gd name="connsiteY269" fmla="*/ 297807 h 393507"/>
                <a:gd name="connsiteX270" fmla="*/ 2632439 w 2915191"/>
                <a:gd name="connsiteY270" fmla="*/ 300194 h 393507"/>
                <a:gd name="connsiteX271" fmla="*/ 2642198 w 2915191"/>
                <a:gd name="connsiteY271" fmla="*/ 320999 h 393507"/>
                <a:gd name="connsiteX272" fmla="*/ 2651942 w 2915191"/>
                <a:gd name="connsiteY272" fmla="*/ 347349 h 393507"/>
                <a:gd name="connsiteX273" fmla="*/ 2661685 w 2915191"/>
                <a:gd name="connsiteY273" fmla="*/ 364644 h 393507"/>
                <a:gd name="connsiteX274" fmla="*/ 2671444 w 2915191"/>
                <a:gd name="connsiteY274" fmla="*/ 317669 h 393507"/>
                <a:gd name="connsiteX275" fmla="*/ 2681188 w 2915191"/>
                <a:gd name="connsiteY275" fmla="*/ 297153 h 393507"/>
                <a:gd name="connsiteX276" fmla="*/ 2690947 w 2915191"/>
                <a:gd name="connsiteY276" fmla="*/ 320444 h 393507"/>
                <a:gd name="connsiteX277" fmla="*/ 2700691 w 2915191"/>
                <a:gd name="connsiteY277" fmla="*/ 284343 h 393507"/>
                <a:gd name="connsiteX278" fmla="*/ 2710435 w 2915191"/>
                <a:gd name="connsiteY278" fmla="*/ 294684 h 393507"/>
                <a:gd name="connsiteX279" fmla="*/ 2720194 w 2915191"/>
                <a:gd name="connsiteY279" fmla="*/ 296953 h 393507"/>
                <a:gd name="connsiteX280" fmla="*/ 2729938 w 2915191"/>
                <a:gd name="connsiteY280" fmla="*/ 273720 h 393507"/>
                <a:gd name="connsiteX281" fmla="*/ 2739697 w 2915191"/>
                <a:gd name="connsiteY281" fmla="*/ 286014 h 393507"/>
                <a:gd name="connsiteX282" fmla="*/ 2749441 w 2915191"/>
                <a:gd name="connsiteY282" fmla="*/ 311229 h 393507"/>
                <a:gd name="connsiteX283" fmla="*/ 2759185 w 2915191"/>
                <a:gd name="connsiteY283" fmla="*/ 320073 h 393507"/>
                <a:gd name="connsiteX284" fmla="*/ 2768943 w 2915191"/>
                <a:gd name="connsiteY284" fmla="*/ 331334 h 393507"/>
                <a:gd name="connsiteX285" fmla="*/ 2778687 w 2915191"/>
                <a:gd name="connsiteY285" fmla="*/ 337545 h 393507"/>
                <a:gd name="connsiteX286" fmla="*/ 2788446 w 2915191"/>
                <a:gd name="connsiteY286" fmla="*/ 348970 h 393507"/>
                <a:gd name="connsiteX287" fmla="*/ 2798190 w 2915191"/>
                <a:gd name="connsiteY287" fmla="*/ 345019 h 393507"/>
                <a:gd name="connsiteX288" fmla="*/ 2807934 w 2915191"/>
                <a:gd name="connsiteY288" fmla="*/ 330290 h 393507"/>
                <a:gd name="connsiteX289" fmla="*/ 2817693 w 2915191"/>
                <a:gd name="connsiteY289" fmla="*/ 301584 h 393507"/>
                <a:gd name="connsiteX290" fmla="*/ 2827437 w 2915191"/>
                <a:gd name="connsiteY290" fmla="*/ 302345 h 393507"/>
                <a:gd name="connsiteX291" fmla="*/ 2837196 w 2915191"/>
                <a:gd name="connsiteY291" fmla="*/ 301536 h 393507"/>
                <a:gd name="connsiteX292" fmla="*/ 2846940 w 2915191"/>
                <a:gd name="connsiteY292" fmla="*/ 289031 h 393507"/>
                <a:gd name="connsiteX293" fmla="*/ 2856684 w 2915191"/>
                <a:gd name="connsiteY293" fmla="*/ 251805 h 393507"/>
                <a:gd name="connsiteX294" fmla="*/ 2866442 w 2915191"/>
                <a:gd name="connsiteY294" fmla="*/ 242265 h 393507"/>
                <a:gd name="connsiteX295" fmla="*/ 2876186 w 2915191"/>
                <a:gd name="connsiteY295" fmla="*/ 240283 h 393507"/>
                <a:gd name="connsiteX296" fmla="*/ 2885945 w 2915191"/>
                <a:gd name="connsiteY296" fmla="*/ 254691 h 393507"/>
                <a:gd name="connsiteX297" fmla="*/ 2895689 w 2915191"/>
                <a:gd name="connsiteY297" fmla="*/ 246602 h 393507"/>
                <a:gd name="connsiteX298" fmla="*/ 2905433 w 2915191"/>
                <a:gd name="connsiteY298" fmla="*/ 260823 h 393507"/>
                <a:gd name="connsiteX299" fmla="*/ 2915192 w 2915191"/>
                <a:gd name="connsiteY299" fmla="*/ 243759 h 393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93507">
                  <a:moveTo>
                    <a:pt x="0" y="393507"/>
                  </a:moveTo>
                  <a:lnTo>
                    <a:pt x="9750" y="363300"/>
                  </a:lnTo>
                  <a:lnTo>
                    <a:pt x="19500" y="335464"/>
                  </a:lnTo>
                  <a:lnTo>
                    <a:pt x="29250" y="356609"/>
                  </a:lnTo>
                  <a:lnTo>
                    <a:pt x="39000" y="323254"/>
                  </a:lnTo>
                  <a:lnTo>
                    <a:pt x="48749" y="298158"/>
                  </a:lnTo>
                  <a:lnTo>
                    <a:pt x="58499" y="285356"/>
                  </a:lnTo>
                  <a:lnTo>
                    <a:pt x="68249" y="322055"/>
                  </a:lnTo>
                  <a:lnTo>
                    <a:pt x="77998" y="323914"/>
                  </a:lnTo>
                  <a:lnTo>
                    <a:pt x="87748" y="342565"/>
                  </a:lnTo>
                  <a:lnTo>
                    <a:pt x="97497" y="353027"/>
                  </a:lnTo>
                  <a:lnTo>
                    <a:pt x="107247" y="332755"/>
                  </a:lnTo>
                  <a:lnTo>
                    <a:pt x="116997" y="309316"/>
                  </a:lnTo>
                  <a:lnTo>
                    <a:pt x="126747" y="299973"/>
                  </a:lnTo>
                  <a:lnTo>
                    <a:pt x="136497" y="272556"/>
                  </a:lnTo>
                  <a:lnTo>
                    <a:pt x="146247" y="251753"/>
                  </a:lnTo>
                  <a:lnTo>
                    <a:pt x="155997" y="198845"/>
                  </a:lnTo>
                  <a:lnTo>
                    <a:pt x="165747" y="242853"/>
                  </a:lnTo>
                  <a:lnTo>
                    <a:pt x="175497" y="205356"/>
                  </a:lnTo>
                  <a:lnTo>
                    <a:pt x="185247" y="210999"/>
                  </a:lnTo>
                  <a:lnTo>
                    <a:pt x="194996" y="231299"/>
                  </a:lnTo>
                  <a:lnTo>
                    <a:pt x="204746" y="218853"/>
                  </a:lnTo>
                  <a:lnTo>
                    <a:pt x="214495" y="176484"/>
                  </a:lnTo>
                  <a:lnTo>
                    <a:pt x="224245" y="153530"/>
                  </a:lnTo>
                  <a:lnTo>
                    <a:pt x="233995" y="192604"/>
                  </a:lnTo>
                  <a:lnTo>
                    <a:pt x="243744" y="182611"/>
                  </a:lnTo>
                  <a:lnTo>
                    <a:pt x="253494" y="156587"/>
                  </a:lnTo>
                  <a:lnTo>
                    <a:pt x="263244" y="179725"/>
                  </a:lnTo>
                  <a:lnTo>
                    <a:pt x="272994" y="181735"/>
                  </a:lnTo>
                  <a:lnTo>
                    <a:pt x="282744" y="210037"/>
                  </a:lnTo>
                  <a:lnTo>
                    <a:pt x="292494" y="217147"/>
                  </a:lnTo>
                  <a:lnTo>
                    <a:pt x="302244" y="226853"/>
                  </a:lnTo>
                  <a:lnTo>
                    <a:pt x="311994" y="211126"/>
                  </a:lnTo>
                  <a:lnTo>
                    <a:pt x="321744" y="227621"/>
                  </a:lnTo>
                  <a:lnTo>
                    <a:pt x="331493" y="226006"/>
                  </a:lnTo>
                  <a:lnTo>
                    <a:pt x="341243" y="239074"/>
                  </a:lnTo>
                  <a:lnTo>
                    <a:pt x="350993" y="237870"/>
                  </a:lnTo>
                  <a:lnTo>
                    <a:pt x="360742" y="250559"/>
                  </a:lnTo>
                  <a:lnTo>
                    <a:pt x="370492" y="239208"/>
                  </a:lnTo>
                  <a:lnTo>
                    <a:pt x="380241" y="237381"/>
                  </a:lnTo>
                  <a:lnTo>
                    <a:pt x="389991" y="221858"/>
                  </a:lnTo>
                  <a:lnTo>
                    <a:pt x="399741" y="198498"/>
                  </a:lnTo>
                  <a:lnTo>
                    <a:pt x="409491" y="175141"/>
                  </a:lnTo>
                  <a:lnTo>
                    <a:pt x="419241" y="179163"/>
                  </a:lnTo>
                  <a:lnTo>
                    <a:pt x="428991" y="224367"/>
                  </a:lnTo>
                  <a:lnTo>
                    <a:pt x="438741" y="226263"/>
                  </a:lnTo>
                  <a:lnTo>
                    <a:pt x="448491" y="245352"/>
                  </a:lnTo>
                  <a:lnTo>
                    <a:pt x="458241" y="248990"/>
                  </a:lnTo>
                  <a:lnTo>
                    <a:pt x="467991" y="222980"/>
                  </a:lnTo>
                  <a:lnTo>
                    <a:pt x="477740" y="195245"/>
                  </a:lnTo>
                  <a:lnTo>
                    <a:pt x="487490" y="209949"/>
                  </a:lnTo>
                  <a:lnTo>
                    <a:pt x="497239" y="232360"/>
                  </a:lnTo>
                  <a:lnTo>
                    <a:pt x="506989" y="262326"/>
                  </a:lnTo>
                  <a:lnTo>
                    <a:pt x="516738" y="292988"/>
                  </a:lnTo>
                  <a:lnTo>
                    <a:pt x="526488" y="268265"/>
                  </a:lnTo>
                  <a:lnTo>
                    <a:pt x="536238" y="264971"/>
                  </a:lnTo>
                  <a:lnTo>
                    <a:pt x="545988" y="259473"/>
                  </a:lnTo>
                  <a:lnTo>
                    <a:pt x="555738" y="263599"/>
                  </a:lnTo>
                  <a:lnTo>
                    <a:pt x="565488" y="271725"/>
                  </a:lnTo>
                  <a:lnTo>
                    <a:pt x="575238" y="275881"/>
                  </a:lnTo>
                  <a:lnTo>
                    <a:pt x="584988" y="294510"/>
                  </a:lnTo>
                  <a:lnTo>
                    <a:pt x="594738" y="276635"/>
                  </a:lnTo>
                  <a:lnTo>
                    <a:pt x="604488" y="236758"/>
                  </a:lnTo>
                  <a:lnTo>
                    <a:pt x="614237" y="234211"/>
                  </a:lnTo>
                  <a:lnTo>
                    <a:pt x="623987" y="219683"/>
                  </a:lnTo>
                  <a:lnTo>
                    <a:pt x="633736" y="210891"/>
                  </a:lnTo>
                  <a:lnTo>
                    <a:pt x="643486" y="214015"/>
                  </a:lnTo>
                  <a:lnTo>
                    <a:pt x="653236" y="195500"/>
                  </a:lnTo>
                  <a:lnTo>
                    <a:pt x="662985" y="189591"/>
                  </a:lnTo>
                  <a:lnTo>
                    <a:pt x="672735" y="169670"/>
                  </a:lnTo>
                  <a:lnTo>
                    <a:pt x="682485" y="163221"/>
                  </a:lnTo>
                  <a:lnTo>
                    <a:pt x="692235" y="146523"/>
                  </a:lnTo>
                  <a:lnTo>
                    <a:pt x="701985" y="154778"/>
                  </a:lnTo>
                  <a:lnTo>
                    <a:pt x="711735" y="156520"/>
                  </a:lnTo>
                  <a:lnTo>
                    <a:pt x="721485" y="139645"/>
                  </a:lnTo>
                  <a:lnTo>
                    <a:pt x="731235" y="155286"/>
                  </a:lnTo>
                  <a:lnTo>
                    <a:pt x="740985" y="165242"/>
                  </a:lnTo>
                  <a:lnTo>
                    <a:pt x="750734" y="130387"/>
                  </a:lnTo>
                  <a:lnTo>
                    <a:pt x="760484" y="118828"/>
                  </a:lnTo>
                  <a:lnTo>
                    <a:pt x="770233" y="89960"/>
                  </a:lnTo>
                  <a:lnTo>
                    <a:pt x="779983" y="47590"/>
                  </a:lnTo>
                  <a:lnTo>
                    <a:pt x="789733" y="74304"/>
                  </a:lnTo>
                  <a:lnTo>
                    <a:pt x="799482" y="33408"/>
                  </a:lnTo>
                  <a:lnTo>
                    <a:pt x="809232" y="27098"/>
                  </a:lnTo>
                  <a:lnTo>
                    <a:pt x="818982" y="53365"/>
                  </a:lnTo>
                  <a:lnTo>
                    <a:pt x="828732" y="41690"/>
                  </a:lnTo>
                  <a:lnTo>
                    <a:pt x="838482" y="73670"/>
                  </a:lnTo>
                  <a:lnTo>
                    <a:pt x="848232" y="66044"/>
                  </a:lnTo>
                  <a:lnTo>
                    <a:pt x="857982" y="60302"/>
                  </a:lnTo>
                  <a:lnTo>
                    <a:pt x="867732" y="87073"/>
                  </a:lnTo>
                  <a:lnTo>
                    <a:pt x="877482" y="103762"/>
                  </a:lnTo>
                  <a:lnTo>
                    <a:pt x="887231" y="84368"/>
                  </a:lnTo>
                  <a:lnTo>
                    <a:pt x="896981" y="60414"/>
                  </a:lnTo>
                  <a:lnTo>
                    <a:pt x="906730" y="28777"/>
                  </a:lnTo>
                  <a:lnTo>
                    <a:pt x="916480" y="41941"/>
                  </a:lnTo>
                  <a:lnTo>
                    <a:pt x="926230" y="39596"/>
                  </a:lnTo>
                  <a:lnTo>
                    <a:pt x="935979" y="3676"/>
                  </a:lnTo>
                  <a:lnTo>
                    <a:pt x="945729" y="0"/>
                  </a:lnTo>
                  <a:lnTo>
                    <a:pt x="955479" y="10361"/>
                  </a:lnTo>
                  <a:lnTo>
                    <a:pt x="965229" y="18478"/>
                  </a:lnTo>
                  <a:lnTo>
                    <a:pt x="974979" y="5936"/>
                  </a:lnTo>
                  <a:lnTo>
                    <a:pt x="984729" y="8767"/>
                  </a:lnTo>
                  <a:lnTo>
                    <a:pt x="994474" y="23934"/>
                  </a:lnTo>
                  <a:lnTo>
                    <a:pt x="1004233" y="17190"/>
                  </a:lnTo>
                  <a:lnTo>
                    <a:pt x="1013977" y="39555"/>
                  </a:lnTo>
                  <a:lnTo>
                    <a:pt x="1023721" y="49198"/>
                  </a:lnTo>
                  <a:lnTo>
                    <a:pt x="1033480" y="49585"/>
                  </a:lnTo>
                  <a:lnTo>
                    <a:pt x="1043224" y="44985"/>
                  </a:lnTo>
                  <a:lnTo>
                    <a:pt x="1052983" y="45987"/>
                  </a:lnTo>
                  <a:lnTo>
                    <a:pt x="1062727" y="47164"/>
                  </a:lnTo>
                  <a:lnTo>
                    <a:pt x="1072471" y="66591"/>
                  </a:lnTo>
                  <a:lnTo>
                    <a:pt x="1082230" y="59758"/>
                  </a:lnTo>
                  <a:lnTo>
                    <a:pt x="1091973" y="78540"/>
                  </a:lnTo>
                  <a:lnTo>
                    <a:pt x="1101732" y="78443"/>
                  </a:lnTo>
                  <a:lnTo>
                    <a:pt x="1111476" y="77353"/>
                  </a:lnTo>
                  <a:lnTo>
                    <a:pt x="1121220" y="46589"/>
                  </a:lnTo>
                  <a:lnTo>
                    <a:pt x="1130979" y="35156"/>
                  </a:lnTo>
                  <a:lnTo>
                    <a:pt x="1140723" y="83966"/>
                  </a:lnTo>
                  <a:lnTo>
                    <a:pt x="1150482" y="119898"/>
                  </a:lnTo>
                  <a:lnTo>
                    <a:pt x="1160226" y="124847"/>
                  </a:lnTo>
                  <a:lnTo>
                    <a:pt x="1169969" y="107711"/>
                  </a:lnTo>
                  <a:lnTo>
                    <a:pt x="1179728" y="113082"/>
                  </a:lnTo>
                  <a:lnTo>
                    <a:pt x="1189472" y="120250"/>
                  </a:lnTo>
                  <a:lnTo>
                    <a:pt x="1199231" y="96003"/>
                  </a:lnTo>
                  <a:lnTo>
                    <a:pt x="1208975" y="93384"/>
                  </a:lnTo>
                  <a:lnTo>
                    <a:pt x="1218719" y="83183"/>
                  </a:lnTo>
                  <a:lnTo>
                    <a:pt x="1228478" y="64973"/>
                  </a:lnTo>
                  <a:lnTo>
                    <a:pt x="1238222" y="43207"/>
                  </a:lnTo>
                  <a:lnTo>
                    <a:pt x="1247966" y="63118"/>
                  </a:lnTo>
                  <a:lnTo>
                    <a:pt x="1257725" y="15178"/>
                  </a:lnTo>
                  <a:lnTo>
                    <a:pt x="1267469" y="12192"/>
                  </a:lnTo>
                  <a:lnTo>
                    <a:pt x="1277227" y="35126"/>
                  </a:lnTo>
                  <a:lnTo>
                    <a:pt x="1286971" y="59635"/>
                  </a:lnTo>
                  <a:lnTo>
                    <a:pt x="1296715" y="53496"/>
                  </a:lnTo>
                  <a:lnTo>
                    <a:pt x="1306474" y="42648"/>
                  </a:lnTo>
                  <a:lnTo>
                    <a:pt x="1316218" y="36096"/>
                  </a:lnTo>
                  <a:lnTo>
                    <a:pt x="1325977" y="32460"/>
                  </a:lnTo>
                  <a:lnTo>
                    <a:pt x="1335721" y="52227"/>
                  </a:lnTo>
                  <a:lnTo>
                    <a:pt x="1345465" y="55748"/>
                  </a:lnTo>
                  <a:lnTo>
                    <a:pt x="1355224" y="55587"/>
                  </a:lnTo>
                  <a:lnTo>
                    <a:pt x="1364967" y="81140"/>
                  </a:lnTo>
                  <a:lnTo>
                    <a:pt x="1374726" y="94418"/>
                  </a:lnTo>
                  <a:lnTo>
                    <a:pt x="1384470" y="85453"/>
                  </a:lnTo>
                  <a:lnTo>
                    <a:pt x="1394214" y="84415"/>
                  </a:lnTo>
                  <a:lnTo>
                    <a:pt x="1403973" y="110378"/>
                  </a:lnTo>
                  <a:lnTo>
                    <a:pt x="1413717" y="107839"/>
                  </a:lnTo>
                  <a:lnTo>
                    <a:pt x="1423476" y="97721"/>
                  </a:lnTo>
                  <a:lnTo>
                    <a:pt x="1433220" y="131691"/>
                  </a:lnTo>
                  <a:lnTo>
                    <a:pt x="1442964" y="111894"/>
                  </a:lnTo>
                  <a:lnTo>
                    <a:pt x="1452722" y="116126"/>
                  </a:lnTo>
                  <a:lnTo>
                    <a:pt x="1462466" y="124862"/>
                  </a:lnTo>
                  <a:lnTo>
                    <a:pt x="1472225" y="133672"/>
                  </a:lnTo>
                  <a:lnTo>
                    <a:pt x="1481969" y="136186"/>
                  </a:lnTo>
                  <a:lnTo>
                    <a:pt x="1491713" y="142562"/>
                  </a:lnTo>
                  <a:lnTo>
                    <a:pt x="1501472" y="131597"/>
                  </a:lnTo>
                  <a:lnTo>
                    <a:pt x="1511216" y="99767"/>
                  </a:lnTo>
                  <a:lnTo>
                    <a:pt x="1520960" y="116053"/>
                  </a:lnTo>
                  <a:lnTo>
                    <a:pt x="1530719" y="114946"/>
                  </a:lnTo>
                  <a:lnTo>
                    <a:pt x="1540463" y="111209"/>
                  </a:lnTo>
                  <a:lnTo>
                    <a:pt x="1550221" y="116057"/>
                  </a:lnTo>
                  <a:lnTo>
                    <a:pt x="1559965" y="140994"/>
                  </a:lnTo>
                  <a:lnTo>
                    <a:pt x="1569709" y="104680"/>
                  </a:lnTo>
                  <a:lnTo>
                    <a:pt x="1579468" y="111961"/>
                  </a:lnTo>
                  <a:lnTo>
                    <a:pt x="1589212" y="88928"/>
                  </a:lnTo>
                  <a:lnTo>
                    <a:pt x="1598971" y="63340"/>
                  </a:lnTo>
                  <a:lnTo>
                    <a:pt x="1608715" y="58294"/>
                  </a:lnTo>
                  <a:lnTo>
                    <a:pt x="1618459" y="41248"/>
                  </a:lnTo>
                  <a:lnTo>
                    <a:pt x="1628218" y="22520"/>
                  </a:lnTo>
                  <a:lnTo>
                    <a:pt x="1637962" y="56099"/>
                  </a:lnTo>
                  <a:lnTo>
                    <a:pt x="1647720" y="51489"/>
                  </a:lnTo>
                  <a:lnTo>
                    <a:pt x="1657464" y="54037"/>
                  </a:lnTo>
                  <a:lnTo>
                    <a:pt x="1667208" y="75526"/>
                  </a:lnTo>
                  <a:lnTo>
                    <a:pt x="1676967" y="110451"/>
                  </a:lnTo>
                  <a:lnTo>
                    <a:pt x="1686711" y="113666"/>
                  </a:lnTo>
                  <a:lnTo>
                    <a:pt x="1696470" y="101246"/>
                  </a:lnTo>
                  <a:lnTo>
                    <a:pt x="1706214" y="103298"/>
                  </a:lnTo>
                  <a:lnTo>
                    <a:pt x="1715958" y="117173"/>
                  </a:lnTo>
                  <a:lnTo>
                    <a:pt x="1725716" y="101166"/>
                  </a:lnTo>
                  <a:lnTo>
                    <a:pt x="1735460" y="83385"/>
                  </a:lnTo>
                  <a:lnTo>
                    <a:pt x="1745219" y="104494"/>
                  </a:lnTo>
                  <a:lnTo>
                    <a:pt x="1754963" y="103810"/>
                  </a:lnTo>
                  <a:lnTo>
                    <a:pt x="1764707" y="73754"/>
                  </a:lnTo>
                  <a:lnTo>
                    <a:pt x="1774466" y="60098"/>
                  </a:lnTo>
                  <a:lnTo>
                    <a:pt x="1784210" y="62953"/>
                  </a:lnTo>
                  <a:lnTo>
                    <a:pt x="1793969" y="74656"/>
                  </a:lnTo>
                  <a:lnTo>
                    <a:pt x="1803713" y="101204"/>
                  </a:lnTo>
                  <a:lnTo>
                    <a:pt x="1813457" y="117043"/>
                  </a:lnTo>
                  <a:lnTo>
                    <a:pt x="1823215" y="117419"/>
                  </a:lnTo>
                  <a:lnTo>
                    <a:pt x="1832959" y="125867"/>
                  </a:lnTo>
                  <a:lnTo>
                    <a:pt x="1842703" y="118489"/>
                  </a:lnTo>
                  <a:lnTo>
                    <a:pt x="1852462" y="127388"/>
                  </a:lnTo>
                  <a:lnTo>
                    <a:pt x="1862206" y="125730"/>
                  </a:lnTo>
                  <a:lnTo>
                    <a:pt x="1871965" y="152315"/>
                  </a:lnTo>
                  <a:lnTo>
                    <a:pt x="1881709" y="135521"/>
                  </a:lnTo>
                  <a:lnTo>
                    <a:pt x="1891453" y="126209"/>
                  </a:lnTo>
                  <a:lnTo>
                    <a:pt x="1901212" y="143938"/>
                  </a:lnTo>
                  <a:lnTo>
                    <a:pt x="1910956" y="134699"/>
                  </a:lnTo>
                  <a:lnTo>
                    <a:pt x="1920714" y="130077"/>
                  </a:lnTo>
                  <a:lnTo>
                    <a:pt x="1930458" y="122485"/>
                  </a:lnTo>
                  <a:lnTo>
                    <a:pt x="1940202" y="152107"/>
                  </a:lnTo>
                  <a:lnTo>
                    <a:pt x="1949961" y="154447"/>
                  </a:lnTo>
                  <a:lnTo>
                    <a:pt x="1959705" y="141438"/>
                  </a:lnTo>
                  <a:lnTo>
                    <a:pt x="1969464" y="176841"/>
                  </a:lnTo>
                  <a:lnTo>
                    <a:pt x="1979208" y="188757"/>
                  </a:lnTo>
                  <a:lnTo>
                    <a:pt x="1988952" y="186146"/>
                  </a:lnTo>
                  <a:lnTo>
                    <a:pt x="1998711" y="182563"/>
                  </a:lnTo>
                  <a:lnTo>
                    <a:pt x="2008454" y="205773"/>
                  </a:lnTo>
                  <a:lnTo>
                    <a:pt x="2018213" y="219580"/>
                  </a:lnTo>
                  <a:lnTo>
                    <a:pt x="2027957" y="231573"/>
                  </a:lnTo>
                  <a:lnTo>
                    <a:pt x="2037701" y="219011"/>
                  </a:lnTo>
                  <a:lnTo>
                    <a:pt x="2047460" y="212543"/>
                  </a:lnTo>
                  <a:lnTo>
                    <a:pt x="2057204" y="202988"/>
                  </a:lnTo>
                  <a:lnTo>
                    <a:pt x="2066963" y="190646"/>
                  </a:lnTo>
                  <a:lnTo>
                    <a:pt x="2076707" y="209521"/>
                  </a:lnTo>
                  <a:lnTo>
                    <a:pt x="2086451" y="215596"/>
                  </a:lnTo>
                  <a:lnTo>
                    <a:pt x="2096210" y="212103"/>
                  </a:lnTo>
                  <a:lnTo>
                    <a:pt x="2105954" y="217022"/>
                  </a:lnTo>
                  <a:lnTo>
                    <a:pt x="2115697" y="225158"/>
                  </a:lnTo>
                  <a:lnTo>
                    <a:pt x="2125456" y="251837"/>
                  </a:lnTo>
                  <a:lnTo>
                    <a:pt x="2135200" y="277926"/>
                  </a:lnTo>
                  <a:lnTo>
                    <a:pt x="2144959" y="259643"/>
                  </a:lnTo>
                  <a:lnTo>
                    <a:pt x="2154703" y="251444"/>
                  </a:lnTo>
                  <a:lnTo>
                    <a:pt x="2164447" y="252407"/>
                  </a:lnTo>
                  <a:lnTo>
                    <a:pt x="2174206" y="265944"/>
                  </a:lnTo>
                  <a:lnTo>
                    <a:pt x="2183950" y="253231"/>
                  </a:lnTo>
                  <a:lnTo>
                    <a:pt x="2193709" y="268813"/>
                  </a:lnTo>
                  <a:lnTo>
                    <a:pt x="2203452" y="287945"/>
                  </a:lnTo>
                  <a:lnTo>
                    <a:pt x="2213196" y="228419"/>
                  </a:lnTo>
                  <a:lnTo>
                    <a:pt x="2222955" y="208246"/>
                  </a:lnTo>
                  <a:lnTo>
                    <a:pt x="2232699" y="194329"/>
                  </a:lnTo>
                  <a:lnTo>
                    <a:pt x="2242458" y="202008"/>
                  </a:lnTo>
                  <a:lnTo>
                    <a:pt x="2252202" y="198772"/>
                  </a:lnTo>
                  <a:lnTo>
                    <a:pt x="2261946" y="205076"/>
                  </a:lnTo>
                  <a:lnTo>
                    <a:pt x="2271705" y="207281"/>
                  </a:lnTo>
                  <a:lnTo>
                    <a:pt x="2281449" y="217022"/>
                  </a:lnTo>
                  <a:lnTo>
                    <a:pt x="2291208" y="199798"/>
                  </a:lnTo>
                  <a:lnTo>
                    <a:pt x="2300951" y="241814"/>
                  </a:lnTo>
                  <a:lnTo>
                    <a:pt x="2310695" y="239298"/>
                  </a:lnTo>
                  <a:lnTo>
                    <a:pt x="2320454" y="273127"/>
                  </a:lnTo>
                  <a:lnTo>
                    <a:pt x="2330198" y="252447"/>
                  </a:lnTo>
                  <a:lnTo>
                    <a:pt x="2339957" y="272875"/>
                  </a:lnTo>
                  <a:lnTo>
                    <a:pt x="2349701" y="265646"/>
                  </a:lnTo>
                  <a:lnTo>
                    <a:pt x="2359445" y="294234"/>
                  </a:lnTo>
                  <a:lnTo>
                    <a:pt x="2369204" y="310373"/>
                  </a:lnTo>
                  <a:lnTo>
                    <a:pt x="2378948" y="318637"/>
                  </a:lnTo>
                  <a:lnTo>
                    <a:pt x="2388692" y="328494"/>
                  </a:lnTo>
                  <a:lnTo>
                    <a:pt x="2398450" y="316006"/>
                  </a:lnTo>
                  <a:lnTo>
                    <a:pt x="2408194" y="301943"/>
                  </a:lnTo>
                  <a:lnTo>
                    <a:pt x="2417953" y="288745"/>
                  </a:lnTo>
                  <a:lnTo>
                    <a:pt x="2427697" y="316012"/>
                  </a:lnTo>
                  <a:lnTo>
                    <a:pt x="2437441" y="296920"/>
                  </a:lnTo>
                  <a:lnTo>
                    <a:pt x="2447200" y="301657"/>
                  </a:lnTo>
                  <a:lnTo>
                    <a:pt x="2456944" y="313783"/>
                  </a:lnTo>
                  <a:lnTo>
                    <a:pt x="2466703" y="301925"/>
                  </a:lnTo>
                  <a:lnTo>
                    <a:pt x="2476446" y="293559"/>
                  </a:lnTo>
                  <a:lnTo>
                    <a:pt x="2486190" y="298567"/>
                  </a:lnTo>
                  <a:lnTo>
                    <a:pt x="2495949" y="292200"/>
                  </a:lnTo>
                  <a:lnTo>
                    <a:pt x="2505693" y="305675"/>
                  </a:lnTo>
                  <a:lnTo>
                    <a:pt x="2515452" y="303530"/>
                  </a:lnTo>
                  <a:lnTo>
                    <a:pt x="2525196" y="314074"/>
                  </a:lnTo>
                  <a:lnTo>
                    <a:pt x="2534940" y="300021"/>
                  </a:lnTo>
                  <a:lnTo>
                    <a:pt x="2544699" y="303935"/>
                  </a:lnTo>
                  <a:lnTo>
                    <a:pt x="2554443" y="320109"/>
                  </a:lnTo>
                  <a:lnTo>
                    <a:pt x="2564202" y="318378"/>
                  </a:lnTo>
                  <a:lnTo>
                    <a:pt x="2573946" y="310119"/>
                  </a:lnTo>
                  <a:lnTo>
                    <a:pt x="2583690" y="309646"/>
                  </a:lnTo>
                  <a:lnTo>
                    <a:pt x="2593448" y="296661"/>
                  </a:lnTo>
                  <a:lnTo>
                    <a:pt x="2603192" y="288133"/>
                  </a:lnTo>
                  <a:lnTo>
                    <a:pt x="2612951" y="287205"/>
                  </a:lnTo>
                  <a:lnTo>
                    <a:pt x="2622695" y="297807"/>
                  </a:lnTo>
                  <a:lnTo>
                    <a:pt x="2632439" y="300194"/>
                  </a:lnTo>
                  <a:lnTo>
                    <a:pt x="2642198" y="320999"/>
                  </a:lnTo>
                  <a:lnTo>
                    <a:pt x="2651942" y="347349"/>
                  </a:lnTo>
                  <a:lnTo>
                    <a:pt x="2661685" y="364644"/>
                  </a:lnTo>
                  <a:lnTo>
                    <a:pt x="2671444" y="317669"/>
                  </a:lnTo>
                  <a:lnTo>
                    <a:pt x="2681188" y="297153"/>
                  </a:lnTo>
                  <a:lnTo>
                    <a:pt x="2690947" y="320444"/>
                  </a:lnTo>
                  <a:lnTo>
                    <a:pt x="2700691" y="284343"/>
                  </a:lnTo>
                  <a:lnTo>
                    <a:pt x="2710435" y="294684"/>
                  </a:lnTo>
                  <a:lnTo>
                    <a:pt x="2720194" y="296953"/>
                  </a:lnTo>
                  <a:lnTo>
                    <a:pt x="2729938" y="273720"/>
                  </a:lnTo>
                  <a:lnTo>
                    <a:pt x="2739697" y="286014"/>
                  </a:lnTo>
                  <a:lnTo>
                    <a:pt x="2749441" y="311229"/>
                  </a:lnTo>
                  <a:lnTo>
                    <a:pt x="2759185" y="320073"/>
                  </a:lnTo>
                  <a:lnTo>
                    <a:pt x="2768943" y="331334"/>
                  </a:lnTo>
                  <a:lnTo>
                    <a:pt x="2778687" y="337545"/>
                  </a:lnTo>
                  <a:lnTo>
                    <a:pt x="2788446" y="348970"/>
                  </a:lnTo>
                  <a:lnTo>
                    <a:pt x="2798190" y="345019"/>
                  </a:lnTo>
                  <a:lnTo>
                    <a:pt x="2807934" y="330290"/>
                  </a:lnTo>
                  <a:lnTo>
                    <a:pt x="2817693" y="301584"/>
                  </a:lnTo>
                  <a:lnTo>
                    <a:pt x="2827437" y="302345"/>
                  </a:lnTo>
                  <a:lnTo>
                    <a:pt x="2837196" y="301536"/>
                  </a:lnTo>
                  <a:lnTo>
                    <a:pt x="2846940" y="289031"/>
                  </a:lnTo>
                  <a:lnTo>
                    <a:pt x="2856684" y="251805"/>
                  </a:lnTo>
                  <a:lnTo>
                    <a:pt x="2866442" y="242265"/>
                  </a:lnTo>
                  <a:lnTo>
                    <a:pt x="2876186" y="240283"/>
                  </a:lnTo>
                  <a:lnTo>
                    <a:pt x="2885945" y="254691"/>
                  </a:lnTo>
                  <a:lnTo>
                    <a:pt x="2895689" y="246602"/>
                  </a:lnTo>
                  <a:lnTo>
                    <a:pt x="2905433" y="260823"/>
                  </a:lnTo>
                  <a:lnTo>
                    <a:pt x="2915192" y="24375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0" name="Freeform 1029">
              <a:extLst>
                <a:ext uri="{FF2B5EF4-FFF2-40B4-BE49-F238E27FC236}">
                  <a16:creationId xmlns:a16="http://schemas.microsoft.com/office/drawing/2014/main" id="{D5C282F1-3DD7-58E5-8B75-D14F61BE47EE}"/>
                </a:ext>
              </a:extLst>
            </p:cNvPr>
            <p:cNvSpPr/>
            <p:nvPr/>
          </p:nvSpPr>
          <p:spPr>
            <a:xfrm>
              <a:off x="4426652" y="3452034"/>
              <a:ext cx="2915191" cy="438839"/>
            </a:xfrm>
            <a:custGeom>
              <a:avLst/>
              <a:gdLst>
                <a:gd name="connsiteX0" fmla="*/ 0 w 2915191"/>
                <a:gd name="connsiteY0" fmla="*/ 235107 h 438839"/>
                <a:gd name="connsiteX1" fmla="*/ 9750 w 2915191"/>
                <a:gd name="connsiteY1" fmla="*/ 235653 h 438839"/>
                <a:gd name="connsiteX2" fmla="*/ 19500 w 2915191"/>
                <a:gd name="connsiteY2" fmla="*/ 239701 h 438839"/>
                <a:gd name="connsiteX3" fmla="*/ 29250 w 2915191"/>
                <a:gd name="connsiteY3" fmla="*/ 248181 h 438839"/>
                <a:gd name="connsiteX4" fmla="*/ 39000 w 2915191"/>
                <a:gd name="connsiteY4" fmla="*/ 273986 h 438839"/>
                <a:gd name="connsiteX5" fmla="*/ 48749 w 2915191"/>
                <a:gd name="connsiteY5" fmla="*/ 257025 h 438839"/>
                <a:gd name="connsiteX6" fmla="*/ 58499 w 2915191"/>
                <a:gd name="connsiteY6" fmla="*/ 235781 h 438839"/>
                <a:gd name="connsiteX7" fmla="*/ 68249 w 2915191"/>
                <a:gd name="connsiteY7" fmla="*/ 265071 h 438839"/>
                <a:gd name="connsiteX8" fmla="*/ 77998 w 2915191"/>
                <a:gd name="connsiteY8" fmla="*/ 237169 h 438839"/>
                <a:gd name="connsiteX9" fmla="*/ 87748 w 2915191"/>
                <a:gd name="connsiteY9" fmla="*/ 214858 h 438839"/>
                <a:gd name="connsiteX10" fmla="*/ 97497 w 2915191"/>
                <a:gd name="connsiteY10" fmla="*/ 245638 h 438839"/>
                <a:gd name="connsiteX11" fmla="*/ 107247 w 2915191"/>
                <a:gd name="connsiteY11" fmla="*/ 233035 h 438839"/>
                <a:gd name="connsiteX12" fmla="*/ 116997 w 2915191"/>
                <a:gd name="connsiteY12" fmla="*/ 227348 h 438839"/>
                <a:gd name="connsiteX13" fmla="*/ 126747 w 2915191"/>
                <a:gd name="connsiteY13" fmla="*/ 215521 h 438839"/>
                <a:gd name="connsiteX14" fmla="*/ 136497 w 2915191"/>
                <a:gd name="connsiteY14" fmla="*/ 212629 h 438839"/>
                <a:gd name="connsiteX15" fmla="*/ 146247 w 2915191"/>
                <a:gd name="connsiteY15" fmla="*/ 172938 h 438839"/>
                <a:gd name="connsiteX16" fmla="*/ 155997 w 2915191"/>
                <a:gd name="connsiteY16" fmla="*/ 191658 h 438839"/>
                <a:gd name="connsiteX17" fmla="*/ 165747 w 2915191"/>
                <a:gd name="connsiteY17" fmla="*/ 185792 h 438839"/>
                <a:gd name="connsiteX18" fmla="*/ 175497 w 2915191"/>
                <a:gd name="connsiteY18" fmla="*/ 188493 h 438839"/>
                <a:gd name="connsiteX19" fmla="*/ 185247 w 2915191"/>
                <a:gd name="connsiteY19" fmla="*/ 191573 h 438839"/>
                <a:gd name="connsiteX20" fmla="*/ 194996 w 2915191"/>
                <a:gd name="connsiteY20" fmla="*/ 223896 h 438839"/>
                <a:gd name="connsiteX21" fmla="*/ 204746 w 2915191"/>
                <a:gd name="connsiteY21" fmla="*/ 230006 h 438839"/>
                <a:gd name="connsiteX22" fmla="*/ 214495 w 2915191"/>
                <a:gd name="connsiteY22" fmla="*/ 217801 h 438839"/>
                <a:gd name="connsiteX23" fmla="*/ 224245 w 2915191"/>
                <a:gd name="connsiteY23" fmla="*/ 209019 h 438839"/>
                <a:gd name="connsiteX24" fmla="*/ 233995 w 2915191"/>
                <a:gd name="connsiteY24" fmla="*/ 205441 h 438839"/>
                <a:gd name="connsiteX25" fmla="*/ 243744 w 2915191"/>
                <a:gd name="connsiteY25" fmla="*/ 227215 h 438839"/>
                <a:gd name="connsiteX26" fmla="*/ 253494 w 2915191"/>
                <a:gd name="connsiteY26" fmla="*/ 260334 h 438839"/>
                <a:gd name="connsiteX27" fmla="*/ 263244 w 2915191"/>
                <a:gd name="connsiteY27" fmla="*/ 267627 h 438839"/>
                <a:gd name="connsiteX28" fmla="*/ 272994 w 2915191"/>
                <a:gd name="connsiteY28" fmla="*/ 269041 h 438839"/>
                <a:gd name="connsiteX29" fmla="*/ 282744 w 2915191"/>
                <a:gd name="connsiteY29" fmla="*/ 248333 h 438839"/>
                <a:gd name="connsiteX30" fmla="*/ 292494 w 2915191"/>
                <a:gd name="connsiteY30" fmla="*/ 263679 h 438839"/>
                <a:gd name="connsiteX31" fmla="*/ 302244 w 2915191"/>
                <a:gd name="connsiteY31" fmla="*/ 248344 h 438839"/>
                <a:gd name="connsiteX32" fmla="*/ 311994 w 2915191"/>
                <a:gd name="connsiteY32" fmla="*/ 270090 h 438839"/>
                <a:gd name="connsiteX33" fmla="*/ 321744 w 2915191"/>
                <a:gd name="connsiteY33" fmla="*/ 258609 h 438839"/>
                <a:gd name="connsiteX34" fmla="*/ 331493 w 2915191"/>
                <a:gd name="connsiteY34" fmla="*/ 219200 h 438839"/>
                <a:gd name="connsiteX35" fmla="*/ 341243 w 2915191"/>
                <a:gd name="connsiteY35" fmla="*/ 212838 h 438839"/>
                <a:gd name="connsiteX36" fmla="*/ 350993 w 2915191"/>
                <a:gd name="connsiteY36" fmla="*/ 238604 h 438839"/>
                <a:gd name="connsiteX37" fmla="*/ 360742 w 2915191"/>
                <a:gd name="connsiteY37" fmla="*/ 263791 h 438839"/>
                <a:gd name="connsiteX38" fmla="*/ 370492 w 2915191"/>
                <a:gd name="connsiteY38" fmla="*/ 241146 h 438839"/>
                <a:gd name="connsiteX39" fmla="*/ 380241 w 2915191"/>
                <a:gd name="connsiteY39" fmla="*/ 245000 h 438839"/>
                <a:gd name="connsiteX40" fmla="*/ 389991 w 2915191"/>
                <a:gd name="connsiteY40" fmla="*/ 255991 h 438839"/>
                <a:gd name="connsiteX41" fmla="*/ 399741 w 2915191"/>
                <a:gd name="connsiteY41" fmla="*/ 231125 h 438839"/>
                <a:gd name="connsiteX42" fmla="*/ 409491 w 2915191"/>
                <a:gd name="connsiteY42" fmla="*/ 256644 h 438839"/>
                <a:gd name="connsiteX43" fmla="*/ 419241 w 2915191"/>
                <a:gd name="connsiteY43" fmla="*/ 253525 h 438839"/>
                <a:gd name="connsiteX44" fmla="*/ 428991 w 2915191"/>
                <a:gd name="connsiteY44" fmla="*/ 276102 h 438839"/>
                <a:gd name="connsiteX45" fmla="*/ 438741 w 2915191"/>
                <a:gd name="connsiteY45" fmla="*/ 285765 h 438839"/>
                <a:gd name="connsiteX46" fmla="*/ 448491 w 2915191"/>
                <a:gd name="connsiteY46" fmla="*/ 302281 h 438839"/>
                <a:gd name="connsiteX47" fmla="*/ 458241 w 2915191"/>
                <a:gd name="connsiteY47" fmla="*/ 303729 h 438839"/>
                <a:gd name="connsiteX48" fmla="*/ 467991 w 2915191"/>
                <a:gd name="connsiteY48" fmla="*/ 309690 h 438839"/>
                <a:gd name="connsiteX49" fmla="*/ 477740 w 2915191"/>
                <a:gd name="connsiteY49" fmla="*/ 271757 h 438839"/>
                <a:gd name="connsiteX50" fmla="*/ 487490 w 2915191"/>
                <a:gd name="connsiteY50" fmla="*/ 265261 h 438839"/>
                <a:gd name="connsiteX51" fmla="*/ 497239 w 2915191"/>
                <a:gd name="connsiteY51" fmla="*/ 242850 h 438839"/>
                <a:gd name="connsiteX52" fmla="*/ 506989 w 2915191"/>
                <a:gd name="connsiteY52" fmla="*/ 287562 h 438839"/>
                <a:gd name="connsiteX53" fmla="*/ 516738 w 2915191"/>
                <a:gd name="connsiteY53" fmla="*/ 280253 h 438839"/>
                <a:gd name="connsiteX54" fmla="*/ 526488 w 2915191"/>
                <a:gd name="connsiteY54" fmla="*/ 299575 h 438839"/>
                <a:gd name="connsiteX55" fmla="*/ 536238 w 2915191"/>
                <a:gd name="connsiteY55" fmla="*/ 274353 h 438839"/>
                <a:gd name="connsiteX56" fmla="*/ 545988 w 2915191"/>
                <a:gd name="connsiteY56" fmla="*/ 283566 h 438839"/>
                <a:gd name="connsiteX57" fmla="*/ 555738 w 2915191"/>
                <a:gd name="connsiteY57" fmla="*/ 321602 h 438839"/>
                <a:gd name="connsiteX58" fmla="*/ 565488 w 2915191"/>
                <a:gd name="connsiteY58" fmla="*/ 293488 h 438839"/>
                <a:gd name="connsiteX59" fmla="*/ 575238 w 2915191"/>
                <a:gd name="connsiteY59" fmla="*/ 274952 h 438839"/>
                <a:gd name="connsiteX60" fmla="*/ 584988 w 2915191"/>
                <a:gd name="connsiteY60" fmla="*/ 244093 h 438839"/>
                <a:gd name="connsiteX61" fmla="*/ 594738 w 2915191"/>
                <a:gd name="connsiteY61" fmla="*/ 232639 h 438839"/>
                <a:gd name="connsiteX62" fmla="*/ 604488 w 2915191"/>
                <a:gd name="connsiteY62" fmla="*/ 244732 h 438839"/>
                <a:gd name="connsiteX63" fmla="*/ 614237 w 2915191"/>
                <a:gd name="connsiteY63" fmla="*/ 258272 h 438839"/>
                <a:gd name="connsiteX64" fmla="*/ 623987 w 2915191"/>
                <a:gd name="connsiteY64" fmla="*/ 240268 h 438839"/>
                <a:gd name="connsiteX65" fmla="*/ 633736 w 2915191"/>
                <a:gd name="connsiteY65" fmla="*/ 235015 h 438839"/>
                <a:gd name="connsiteX66" fmla="*/ 643486 w 2915191"/>
                <a:gd name="connsiteY66" fmla="*/ 237807 h 438839"/>
                <a:gd name="connsiteX67" fmla="*/ 653236 w 2915191"/>
                <a:gd name="connsiteY67" fmla="*/ 268225 h 438839"/>
                <a:gd name="connsiteX68" fmla="*/ 662985 w 2915191"/>
                <a:gd name="connsiteY68" fmla="*/ 274412 h 438839"/>
                <a:gd name="connsiteX69" fmla="*/ 672735 w 2915191"/>
                <a:gd name="connsiteY69" fmla="*/ 291060 h 438839"/>
                <a:gd name="connsiteX70" fmla="*/ 682485 w 2915191"/>
                <a:gd name="connsiteY70" fmla="*/ 302570 h 438839"/>
                <a:gd name="connsiteX71" fmla="*/ 692235 w 2915191"/>
                <a:gd name="connsiteY71" fmla="*/ 295113 h 438839"/>
                <a:gd name="connsiteX72" fmla="*/ 701985 w 2915191"/>
                <a:gd name="connsiteY72" fmla="*/ 285585 h 438839"/>
                <a:gd name="connsiteX73" fmla="*/ 711735 w 2915191"/>
                <a:gd name="connsiteY73" fmla="*/ 292020 h 438839"/>
                <a:gd name="connsiteX74" fmla="*/ 721485 w 2915191"/>
                <a:gd name="connsiteY74" fmla="*/ 283383 h 438839"/>
                <a:gd name="connsiteX75" fmla="*/ 731235 w 2915191"/>
                <a:gd name="connsiteY75" fmla="*/ 282179 h 438839"/>
                <a:gd name="connsiteX76" fmla="*/ 740985 w 2915191"/>
                <a:gd name="connsiteY76" fmla="*/ 294015 h 438839"/>
                <a:gd name="connsiteX77" fmla="*/ 750734 w 2915191"/>
                <a:gd name="connsiteY77" fmla="*/ 336318 h 438839"/>
                <a:gd name="connsiteX78" fmla="*/ 760484 w 2915191"/>
                <a:gd name="connsiteY78" fmla="*/ 303945 h 438839"/>
                <a:gd name="connsiteX79" fmla="*/ 770233 w 2915191"/>
                <a:gd name="connsiteY79" fmla="*/ 287582 h 438839"/>
                <a:gd name="connsiteX80" fmla="*/ 779983 w 2915191"/>
                <a:gd name="connsiteY80" fmla="*/ 294343 h 438839"/>
                <a:gd name="connsiteX81" fmla="*/ 789733 w 2915191"/>
                <a:gd name="connsiteY81" fmla="*/ 271591 h 438839"/>
                <a:gd name="connsiteX82" fmla="*/ 799482 w 2915191"/>
                <a:gd name="connsiteY82" fmla="*/ 278828 h 438839"/>
                <a:gd name="connsiteX83" fmla="*/ 809232 w 2915191"/>
                <a:gd name="connsiteY83" fmla="*/ 258238 h 438839"/>
                <a:gd name="connsiteX84" fmla="*/ 818982 w 2915191"/>
                <a:gd name="connsiteY84" fmla="*/ 232044 h 438839"/>
                <a:gd name="connsiteX85" fmla="*/ 828732 w 2915191"/>
                <a:gd name="connsiteY85" fmla="*/ 218513 h 438839"/>
                <a:gd name="connsiteX86" fmla="*/ 838482 w 2915191"/>
                <a:gd name="connsiteY86" fmla="*/ 194721 h 438839"/>
                <a:gd name="connsiteX87" fmla="*/ 848232 w 2915191"/>
                <a:gd name="connsiteY87" fmla="*/ 175312 h 438839"/>
                <a:gd name="connsiteX88" fmla="*/ 857982 w 2915191"/>
                <a:gd name="connsiteY88" fmla="*/ 188091 h 438839"/>
                <a:gd name="connsiteX89" fmla="*/ 867732 w 2915191"/>
                <a:gd name="connsiteY89" fmla="*/ 212211 h 438839"/>
                <a:gd name="connsiteX90" fmla="*/ 877482 w 2915191"/>
                <a:gd name="connsiteY90" fmla="*/ 221467 h 438839"/>
                <a:gd name="connsiteX91" fmla="*/ 887231 w 2915191"/>
                <a:gd name="connsiteY91" fmla="*/ 194368 h 438839"/>
                <a:gd name="connsiteX92" fmla="*/ 896981 w 2915191"/>
                <a:gd name="connsiteY92" fmla="*/ 221143 h 438839"/>
                <a:gd name="connsiteX93" fmla="*/ 906730 w 2915191"/>
                <a:gd name="connsiteY93" fmla="*/ 201059 h 438839"/>
                <a:gd name="connsiteX94" fmla="*/ 916480 w 2915191"/>
                <a:gd name="connsiteY94" fmla="*/ 198863 h 438839"/>
                <a:gd name="connsiteX95" fmla="*/ 926230 w 2915191"/>
                <a:gd name="connsiteY95" fmla="*/ 209349 h 438839"/>
                <a:gd name="connsiteX96" fmla="*/ 935979 w 2915191"/>
                <a:gd name="connsiteY96" fmla="*/ 208698 h 438839"/>
                <a:gd name="connsiteX97" fmla="*/ 945729 w 2915191"/>
                <a:gd name="connsiteY97" fmla="*/ 208814 h 438839"/>
                <a:gd name="connsiteX98" fmla="*/ 955479 w 2915191"/>
                <a:gd name="connsiteY98" fmla="*/ 213656 h 438839"/>
                <a:gd name="connsiteX99" fmla="*/ 965229 w 2915191"/>
                <a:gd name="connsiteY99" fmla="*/ 204033 h 438839"/>
                <a:gd name="connsiteX100" fmla="*/ 974979 w 2915191"/>
                <a:gd name="connsiteY100" fmla="*/ 210044 h 438839"/>
                <a:gd name="connsiteX101" fmla="*/ 984729 w 2915191"/>
                <a:gd name="connsiteY101" fmla="*/ 230083 h 438839"/>
                <a:gd name="connsiteX102" fmla="*/ 994474 w 2915191"/>
                <a:gd name="connsiteY102" fmla="*/ 229292 h 438839"/>
                <a:gd name="connsiteX103" fmla="*/ 1004233 w 2915191"/>
                <a:gd name="connsiteY103" fmla="*/ 218389 h 438839"/>
                <a:gd name="connsiteX104" fmla="*/ 1013977 w 2915191"/>
                <a:gd name="connsiteY104" fmla="*/ 208994 h 438839"/>
                <a:gd name="connsiteX105" fmla="*/ 1023721 w 2915191"/>
                <a:gd name="connsiteY105" fmla="*/ 186862 h 438839"/>
                <a:gd name="connsiteX106" fmla="*/ 1033480 w 2915191"/>
                <a:gd name="connsiteY106" fmla="*/ 187401 h 438839"/>
                <a:gd name="connsiteX107" fmla="*/ 1043224 w 2915191"/>
                <a:gd name="connsiteY107" fmla="*/ 212233 h 438839"/>
                <a:gd name="connsiteX108" fmla="*/ 1052983 w 2915191"/>
                <a:gd name="connsiteY108" fmla="*/ 207844 h 438839"/>
                <a:gd name="connsiteX109" fmla="*/ 1062727 w 2915191"/>
                <a:gd name="connsiteY109" fmla="*/ 225012 h 438839"/>
                <a:gd name="connsiteX110" fmla="*/ 1072471 w 2915191"/>
                <a:gd name="connsiteY110" fmla="*/ 183593 h 438839"/>
                <a:gd name="connsiteX111" fmla="*/ 1082230 w 2915191"/>
                <a:gd name="connsiteY111" fmla="*/ 177417 h 438839"/>
                <a:gd name="connsiteX112" fmla="*/ 1091973 w 2915191"/>
                <a:gd name="connsiteY112" fmla="*/ 162694 h 438839"/>
                <a:gd name="connsiteX113" fmla="*/ 1101732 w 2915191"/>
                <a:gd name="connsiteY113" fmla="*/ 134743 h 438839"/>
                <a:gd name="connsiteX114" fmla="*/ 1111476 w 2915191"/>
                <a:gd name="connsiteY114" fmla="*/ 138599 h 438839"/>
                <a:gd name="connsiteX115" fmla="*/ 1121220 w 2915191"/>
                <a:gd name="connsiteY115" fmla="*/ 127306 h 438839"/>
                <a:gd name="connsiteX116" fmla="*/ 1130979 w 2915191"/>
                <a:gd name="connsiteY116" fmla="*/ 132553 h 438839"/>
                <a:gd name="connsiteX117" fmla="*/ 1140723 w 2915191"/>
                <a:gd name="connsiteY117" fmla="*/ 146928 h 438839"/>
                <a:gd name="connsiteX118" fmla="*/ 1150482 w 2915191"/>
                <a:gd name="connsiteY118" fmla="*/ 166757 h 438839"/>
                <a:gd name="connsiteX119" fmla="*/ 1160226 w 2915191"/>
                <a:gd name="connsiteY119" fmla="*/ 170248 h 438839"/>
                <a:gd name="connsiteX120" fmla="*/ 1169969 w 2915191"/>
                <a:gd name="connsiteY120" fmla="*/ 187912 h 438839"/>
                <a:gd name="connsiteX121" fmla="*/ 1179728 w 2915191"/>
                <a:gd name="connsiteY121" fmla="*/ 207836 h 438839"/>
                <a:gd name="connsiteX122" fmla="*/ 1189472 w 2915191"/>
                <a:gd name="connsiteY122" fmla="*/ 216712 h 438839"/>
                <a:gd name="connsiteX123" fmla="*/ 1199231 w 2915191"/>
                <a:gd name="connsiteY123" fmla="*/ 218644 h 438839"/>
                <a:gd name="connsiteX124" fmla="*/ 1208975 w 2915191"/>
                <a:gd name="connsiteY124" fmla="*/ 187079 h 438839"/>
                <a:gd name="connsiteX125" fmla="*/ 1218719 w 2915191"/>
                <a:gd name="connsiteY125" fmla="*/ 169267 h 438839"/>
                <a:gd name="connsiteX126" fmla="*/ 1228478 w 2915191"/>
                <a:gd name="connsiteY126" fmla="*/ 183496 h 438839"/>
                <a:gd name="connsiteX127" fmla="*/ 1238222 w 2915191"/>
                <a:gd name="connsiteY127" fmla="*/ 184363 h 438839"/>
                <a:gd name="connsiteX128" fmla="*/ 1247966 w 2915191"/>
                <a:gd name="connsiteY128" fmla="*/ 199840 h 438839"/>
                <a:gd name="connsiteX129" fmla="*/ 1257725 w 2915191"/>
                <a:gd name="connsiteY129" fmla="*/ 186936 h 438839"/>
                <a:gd name="connsiteX130" fmla="*/ 1267469 w 2915191"/>
                <a:gd name="connsiteY130" fmla="*/ 163877 h 438839"/>
                <a:gd name="connsiteX131" fmla="*/ 1277227 w 2915191"/>
                <a:gd name="connsiteY131" fmla="*/ 131874 h 438839"/>
                <a:gd name="connsiteX132" fmla="*/ 1286971 w 2915191"/>
                <a:gd name="connsiteY132" fmla="*/ 118442 h 438839"/>
                <a:gd name="connsiteX133" fmla="*/ 1296715 w 2915191"/>
                <a:gd name="connsiteY133" fmla="*/ 112553 h 438839"/>
                <a:gd name="connsiteX134" fmla="*/ 1306474 w 2915191"/>
                <a:gd name="connsiteY134" fmla="*/ 82926 h 438839"/>
                <a:gd name="connsiteX135" fmla="*/ 1316218 w 2915191"/>
                <a:gd name="connsiteY135" fmla="*/ 44399 h 438839"/>
                <a:gd name="connsiteX136" fmla="*/ 1325977 w 2915191"/>
                <a:gd name="connsiteY136" fmla="*/ 38928 h 438839"/>
                <a:gd name="connsiteX137" fmla="*/ 1335721 w 2915191"/>
                <a:gd name="connsiteY137" fmla="*/ 54655 h 438839"/>
                <a:gd name="connsiteX138" fmla="*/ 1345465 w 2915191"/>
                <a:gd name="connsiteY138" fmla="*/ 42486 h 438839"/>
                <a:gd name="connsiteX139" fmla="*/ 1355224 w 2915191"/>
                <a:gd name="connsiteY139" fmla="*/ 46635 h 438839"/>
                <a:gd name="connsiteX140" fmla="*/ 1364967 w 2915191"/>
                <a:gd name="connsiteY140" fmla="*/ 88633 h 438839"/>
                <a:gd name="connsiteX141" fmla="*/ 1374726 w 2915191"/>
                <a:gd name="connsiteY141" fmla="*/ 64539 h 438839"/>
                <a:gd name="connsiteX142" fmla="*/ 1384470 w 2915191"/>
                <a:gd name="connsiteY142" fmla="*/ 70638 h 438839"/>
                <a:gd name="connsiteX143" fmla="*/ 1394214 w 2915191"/>
                <a:gd name="connsiteY143" fmla="*/ 71511 h 438839"/>
                <a:gd name="connsiteX144" fmla="*/ 1403973 w 2915191"/>
                <a:gd name="connsiteY144" fmla="*/ 85954 h 438839"/>
                <a:gd name="connsiteX145" fmla="*/ 1413717 w 2915191"/>
                <a:gd name="connsiteY145" fmla="*/ 80760 h 438839"/>
                <a:gd name="connsiteX146" fmla="*/ 1423476 w 2915191"/>
                <a:gd name="connsiteY146" fmla="*/ 115407 h 438839"/>
                <a:gd name="connsiteX147" fmla="*/ 1433220 w 2915191"/>
                <a:gd name="connsiteY147" fmla="*/ 124065 h 438839"/>
                <a:gd name="connsiteX148" fmla="*/ 1442964 w 2915191"/>
                <a:gd name="connsiteY148" fmla="*/ 124363 h 438839"/>
                <a:gd name="connsiteX149" fmla="*/ 1452722 w 2915191"/>
                <a:gd name="connsiteY149" fmla="*/ 154203 h 438839"/>
                <a:gd name="connsiteX150" fmla="*/ 1462466 w 2915191"/>
                <a:gd name="connsiteY150" fmla="*/ 158679 h 438839"/>
                <a:gd name="connsiteX151" fmla="*/ 1472225 w 2915191"/>
                <a:gd name="connsiteY151" fmla="*/ 161855 h 438839"/>
                <a:gd name="connsiteX152" fmla="*/ 1481969 w 2915191"/>
                <a:gd name="connsiteY152" fmla="*/ 170935 h 438839"/>
                <a:gd name="connsiteX153" fmla="*/ 1491713 w 2915191"/>
                <a:gd name="connsiteY153" fmla="*/ 149677 h 438839"/>
                <a:gd name="connsiteX154" fmla="*/ 1501472 w 2915191"/>
                <a:gd name="connsiteY154" fmla="*/ 123140 h 438839"/>
                <a:gd name="connsiteX155" fmla="*/ 1511216 w 2915191"/>
                <a:gd name="connsiteY155" fmla="*/ 94921 h 438839"/>
                <a:gd name="connsiteX156" fmla="*/ 1520960 w 2915191"/>
                <a:gd name="connsiteY156" fmla="*/ 45423 h 438839"/>
                <a:gd name="connsiteX157" fmla="*/ 1530719 w 2915191"/>
                <a:gd name="connsiteY157" fmla="*/ 17523 h 438839"/>
                <a:gd name="connsiteX158" fmla="*/ 1540463 w 2915191"/>
                <a:gd name="connsiteY158" fmla="*/ 14379 h 438839"/>
                <a:gd name="connsiteX159" fmla="*/ 1550221 w 2915191"/>
                <a:gd name="connsiteY159" fmla="*/ 8734 h 438839"/>
                <a:gd name="connsiteX160" fmla="*/ 1559965 w 2915191"/>
                <a:gd name="connsiteY160" fmla="*/ 11065 h 438839"/>
                <a:gd name="connsiteX161" fmla="*/ 1569709 w 2915191"/>
                <a:gd name="connsiteY161" fmla="*/ 0 h 438839"/>
                <a:gd name="connsiteX162" fmla="*/ 1579468 w 2915191"/>
                <a:gd name="connsiteY162" fmla="*/ 36488 h 438839"/>
                <a:gd name="connsiteX163" fmla="*/ 1589212 w 2915191"/>
                <a:gd name="connsiteY163" fmla="*/ 68495 h 438839"/>
                <a:gd name="connsiteX164" fmla="*/ 1598971 w 2915191"/>
                <a:gd name="connsiteY164" fmla="*/ 67060 h 438839"/>
                <a:gd name="connsiteX165" fmla="*/ 1608715 w 2915191"/>
                <a:gd name="connsiteY165" fmla="*/ 72548 h 438839"/>
                <a:gd name="connsiteX166" fmla="*/ 1618459 w 2915191"/>
                <a:gd name="connsiteY166" fmla="*/ 90152 h 438839"/>
                <a:gd name="connsiteX167" fmla="*/ 1628218 w 2915191"/>
                <a:gd name="connsiteY167" fmla="*/ 103928 h 438839"/>
                <a:gd name="connsiteX168" fmla="*/ 1637962 w 2915191"/>
                <a:gd name="connsiteY168" fmla="*/ 125014 h 438839"/>
                <a:gd name="connsiteX169" fmla="*/ 1647720 w 2915191"/>
                <a:gd name="connsiteY169" fmla="*/ 140088 h 438839"/>
                <a:gd name="connsiteX170" fmla="*/ 1657464 w 2915191"/>
                <a:gd name="connsiteY170" fmla="*/ 128084 h 438839"/>
                <a:gd name="connsiteX171" fmla="*/ 1667208 w 2915191"/>
                <a:gd name="connsiteY171" fmla="*/ 168119 h 438839"/>
                <a:gd name="connsiteX172" fmla="*/ 1676967 w 2915191"/>
                <a:gd name="connsiteY172" fmla="*/ 198319 h 438839"/>
                <a:gd name="connsiteX173" fmla="*/ 1686711 w 2915191"/>
                <a:gd name="connsiteY173" fmla="*/ 189086 h 438839"/>
                <a:gd name="connsiteX174" fmla="*/ 1696470 w 2915191"/>
                <a:gd name="connsiteY174" fmla="*/ 183546 h 438839"/>
                <a:gd name="connsiteX175" fmla="*/ 1706214 w 2915191"/>
                <a:gd name="connsiteY175" fmla="*/ 142020 h 438839"/>
                <a:gd name="connsiteX176" fmla="*/ 1715958 w 2915191"/>
                <a:gd name="connsiteY176" fmla="*/ 155642 h 438839"/>
                <a:gd name="connsiteX177" fmla="*/ 1725716 w 2915191"/>
                <a:gd name="connsiteY177" fmla="*/ 164017 h 438839"/>
                <a:gd name="connsiteX178" fmla="*/ 1735460 w 2915191"/>
                <a:gd name="connsiteY178" fmla="*/ 162625 h 438839"/>
                <a:gd name="connsiteX179" fmla="*/ 1745219 w 2915191"/>
                <a:gd name="connsiteY179" fmla="*/ 163786 h 438839"/>
                <a:gd name="connsiteX180" fmla="*/ 1754963 w 2915191"/>
                <a:gd name="connsiteY180" fmla="*/ 180121 h 438839"/>
                <a:gd name="connsiteX181" fmla="*/ 1764707 w 2915191"/>
                <a:gd name="connsiteY181" fmla="*/ 147621 h 438839"/>
                <a:gd name="connsiteX182" fmla="*/ 1774466 w 2915191"/>
                <a:gd name="connsiteY182" fmla="*/ 161748 h 438839"/>
                <a:gd name="connsiteX183" fmla="*/ 1784210 w 2915191"/>
                <a:gd name="connsiteY183" fmla="*/ 150976 h 438839"/>
                <a:gd name="connsiteX184" fmla="*/ 1793969 w 2915191"/>
                <a:gd name="connsiteY184" fmla="*/ 136549 h 438839"/>
                <a:gd name="connsiteX185" fmla="*/ 1803713 w 2915191"/>
                <a:gd name="connsiteY185" fmla="*/ 136804 h 438839"/>
                <a:gd name="connsiteX186" fmla="*/ 1813457 w 2915191"/>
                <a:gd name="connsiteY186" fmla="*/ 133769 h 438839"/>
                <a:gd name="connsiteX187" fmla="*/ 1823215 w 2915191"/>
                <a:gd name="connsiteY187" fmla="*/ 138434 h 438839"/>
                <a:gd name="connsiteX188" fmla="*/ 1832959 w 2915191"/>
                <a:gd name="connsiteY188" fmla="*/ 166800 h 438839"/>
                <a:gd name="connsiteX189" fmla="*/ 1842703 w 2915191"/>
                <a:gd name="connsiteY189" fmla="*/ 199985 h 438839"/>
                <a:gd name="connsiteX190" fmla="*/ 1852462 w 2915191"/>
                <a:gd name="connsiteY190" fmla="*/ 172116 h 438839"/>
                <a:gd name="connsiteX191" fmla="*/ 1862206 w 2915191"/>
                <a:gd name="connsiteY191" fmla="*/ 178061 h 438839"/>
                <a:gd name="connsiteX192" fmla="*/ 1871965 w 2915191"/>
                <a:gd name="connsiteY192" fmla="*/ 184685 h 438839"/>
                <a:gd name="connsiteX193" fmla="*/ 1881709 w 2915191"/>
                <a:gd name="connsiteY193" fmla="*/ 216443 h 438839"/>
                <a:gd name="connsiteX194" fmla="*/ 1891453 w 2915191"/>
                <a:gd name="connsiteY194" fmla="*/ 206756 h 438839"/>
                <a:gd name="connsiteX195" fmla="*/ 1901212 w 2915191"/>
                <a:gd name="connsiteY195" fmla="*/ 213948 h 438839"/>
                <a:gd name="connsiteX196" fmla="*/ 1910956 w 2915191"/>
                <a:gd name="connsiteY196" fmla="*/ 195798 h 438839"/>
                <a:gd name="connsiteX197" fmla="*/ 1920714 w 2915191"/>
                <a:gd name="connsiteY197" fmla="*/ 216128 h 438839"/>
                <a:gd name="connsiteX198" fmla="*/ 1930458 w 2915191"/>
                <a:gd name="connsiteY198" fmla="*/ 232862 h 438839"/>
                <a:gd name="connsiteX199" fmla="*/ 1940202 w 2915191"/>
                <a:gd name="connsiteY199" fmla="*/ 252776 h 438839"/>
                <a:gd name="connsiteX200" fmla="*/ 1949961 w 2915191"/>
                <a:gd name="connsiteY200" fmla="*/ 273854 h 438839"/>
                <a:gd name="connsiteX201" fmla="*/ 1959705 w 2915191"/>
                <a:gd name="connsiteY201" fmla="*/ 268080 h 438839"/>
                <a:gd name="connsiteX202" fmla="*/ 1969464 w 2915191"/>
                <a:gd name="connsiteY202" fmla="*/ 252730 h 438839"/>
                <a:gd name="connsiteX203" fmla="*/ 1979208 w 2915191"/>
                <a:gd name="connsiteY203" fmla="*/ 244153 h 438839"/>
                <a:gd name="connsiteX204" fmla="*/ 1988952 w 2915191"/>
                <a:gd name="connsiteY204" fmla="*/ 228713 h 438839"/>
                <a:gd name="connsiteX205" fmla="*/ 1998711 w 2915191"/>
                <a:gd name="connsiteY205" fmla="*/ 203690 h 438839"/>
                <a:gd name="connsiteX206" fmla="*/ 2008454 w 2915191"/>
                <a:gd name="connsiteY206" fmla="*/ 212278 h 438839"/>
                <a:gd name="connsiteX207" fmla="*/ 2018213 w 2915191"/>
                <a:gd name="connsiteY207" fmla="*/ 266397 h 438839"/>
                <a:gd name="connsiteX208" fmla="*/ 2027957 w 2915191"/>
                <a:gd name="connsiteY208" fmla="*/ 253782 h 438839"/>
                <a:gd name="connsiteX209" fmla="*/ 2037701 w 2915191"/>
                <a:gd name="connsiteY209" fmla="*/ 243171 h 438839"/>
                <a:gd name="connsiteX210" fmla="*/ 2047460 w 2915191"/>
                <a:gd name="connsiteY210" fmla="*/ 220736 h 438839"/>
                <a:gd name="connsiteX211" fmla="*/ 2057204 w 2915191"/>
                <a:gd name="connsiteY211" fmla="*/ 220868 h 438839"/>
                <a:gd name="connsiteX212" fmla="*/ 2066963 w 2915191"/>
                <a:gd name="connsiteY212" fmla="*/ 224340 h 438839"/>
                <a:gd name="connsiteX213" fmla="*/ 2076707 w 2915191"/>
                <a:gd name="connsiteY213" fmla="*/ 240322 h 438839"/>
                <a:gd name="connsiteX214" fmla="*/ 2086451 w 2915191"/>
                <a:gd name="connsiteY214" fmla="*/ 236401 h 438839"/>
                <a:gd name="connsiteX215" fmla="*/ 2096210 w 2915191"/>
                <a:gd name="connsiteY215" fmla="*/ 262298 h 438839"/>
                <a:gd name="connsiteX216" fmla="*/ 2105954 w 2915191"/>
                <a:gd name="connsiteY216" fmla="*/ 263493 h 438839"/>
                <a:gd name="connsiteX217" fmla="*/ 2115697 w 2915191"/>
                <a:gd name="connsiteY217" fmla="*/ 249613 h 438839"/>
                <a:gd name="connsiteX218" fmla="*/ 2125456 w 2915191"/>
                <a:gd name="connsiteY218" fmla="*/ 296712 h 438839"/>
                <a:gd name="connsiteX219" fmla="*/ 2135200 w 2915191"/>
                <a:gd name="connsiteY219" fmla="*/ 295413 h 438839"/>
                <a:gd name="connsiteX220" fmla="*/ 2144959 w 2915191"/>
                <a:gd name="connsiteY220" fmla="*/ 296855 h 438839"/>
                <a:gd name="connsiteX221" fmla="*/ 2154703 w 2915191"/>
                <a:gd name="connsiteY221" fmla="*/ 281597 h 438839"/>
                <a:gd name="connsiteX222" fmla="*/ 2164447 w 2915191"/>
                <a:gd name="connsiteY222" fmla="*/ 264762 h 438839"/>
                <a:gd name="connsiteX223" fmla="*/ 2174206 w 2915191"/>
                <a:gd name="connsiteY223" fmla="*/ 303935 h 438839"/>
                <a:gd name="connsiteX224" fmla="*/ 2183950 w 2915191"/>
                <a:gd name="connsiteY224" fmla="*/ 316036 h 438839"/>
                <a:gd name="connsiteX225" fmla="*/ 2193709 w 2915191"/>
                <a:gd name="connsiteY225" fmla="*/ 326575 h 438839"/>
                <a:gd name="connsiteX226" fmla="*/ 2203452 w 2915191"/>
                <a:gd name="connsiteY226" fmla="*/ 336108 h 438839"/>
                <a:gd name="connsiteX227" fmla="*/ 2213196 w 2915191"/>
                <a:gd name="connsiteY227" fmla="*/ 337879 h 438839"/>
                <a:gd name="connsiteX228" fmla="*/ 2222955 w 2915191"/>
                <a:gd name="connsiteY228" fmla="*/ 339671 h 438839"/>
                <a:gd name="connsiteX229" fmla="*/ 2232699 w 2915191"/>
                <a:gd name="connsiteY229" fmla="*/ 346523 h 438839"/>
                <a:gd name="connsiteX230" fmla="*/ 2242458 w 2915191"/>
                <a:gd name="connsiteY230" fmla="*/ 377233 h 438839"/>
                <a:gd name="connsiteX231" fmla="*/ 2252202 w 2915191"/>
                <a:gd name="connsiteY231" fmla="*/ 334685 h 438839"/>
                <a:gd name="connsiteX232" fmla="*/ 2261946 w 2915191"/>
                <a:gd name="connsiteY232" fmla="*/ 318083 h 438839"/>
                <a:gd name="connsiteX233" fmla="*/ 2271705 w 2915191"/>
                <a:gd name="connsiteY233" fmla="*/ 296104 h 438839"/>
                <a:gd name="connsiteX234" fmla="*/ 2281449 w 2915191"/>
                <a:gd name="connsiteY234" fmla="*/ 287845 h 438839"/>
                <a:gd name="connsiteX235" fmla="*/ 2291208 w 2915191"/>
                <a:gd name="connsiteY235" fmla="*/ 316477 h 438839"/>
                <a:gd name="connsiteX236" fmla="*/ 2300951 w 2915191"/>
                <a:gd name="connsiteY236" fmla="*/ 338059 h 438839"/>
                <a:gd name="connsiteX237" fmla="*/ 2310695 w 2915191"/>
                <a:gd name="connsiteY237" fmla="*/ 316602 h 438839"/>
                <a:gd name="connsiteX238" fmla="*/ 2320454 w 2915191"/>
                <a:gd name="connsiteY238" fmla="*/ 277276 h 438839"/>
                <a:gd name="connsiteX239" fmla="*/ 2330198 w 2915191"/>
                <a:gd name="connsiteY239" fmla="*/ 263557 h 438839"/>
                <a:gd name="connsiteX240" fmla="*/ 2339957 w 2915191"/>
                <a:gd name="connsiteY240" fmla="*/ 245151 h 438839"/>
                <a:gd name="connsiteX241" fmla="*/ 2349701 w 2915191"/>
                <a:gd name="connsiteY241" fmla="*/ 255793 h 438839"/>
                <a:gd name="connsiteX242" fmla="*/ 2359445 w 2915191"/>
                <a:gd name="connsiteY242" fmla="*/ 277286 h 438839"/>
                <a:gd name="connsiteX243" fmla="*/ 2369204 w 2915191"/>
                <a:gd name="connsiteY243" fmla="*/ 256508 h 438839"/>
                <a:gd name="connsiteX244" fmla="*/ 2378948 w 2915191"/>
                <a:gd name="connsiteY244" fmla="*/ 239666 h 438839"/>
                <a:gd name="connsiteX245" fmla="*/ 2388692 w 2915191"/>
                <a:gd name="connsiteY245" fmla="*/ 220730 h 438839"/>
                <a:gd name="connsiteX246" fmla="*/ 2398450 w 2915191"/>
                <a:gd name="connsiteY246" fmla="*/ 218696 h 438839"/>
                <a:gd name="connsiteX247" fmla="*/ 2408194 w 2915191"/>
                <a:gd name="connsiteY247" fmla="*/ 207310 h 438839"/>
                <a:gd name="connsiteX248" fmla="*/ 2417953 w 2915191"/>
                <a:gd name="connsiteY248" fmla="*/ 247182 h 438839"/>
                <a:gd name="connsiteX249" fmla="*/ 2427697 w 2915191"/>
                <a:gd name="connsiteY249" fmla="*/ 263383 h 438839"/>
                <a:gd name="connsiteX250" fmla="*/ 2437441 w 2915191"/>
                <a:gd name="connsiteY250" fmla="*/ 296928 h 438839"/>
                <a:gd name="connsiteX251" fmla="*/ 2447200 w 2915191"/>
                <a:gd name="connsiteY251" fmla="*/ 302031 h 438839"/>
                <a:gd name="connsiteX252" fmla="*/ 2456944 w 2915191"/>
                <a:gd name="connsiteY252" fmla="*/ 299665 h 438839"/>
                <a:gd name="connsiteX253" fmla="*/ 2466703 w 2915191"/>
                <a:gd name="connsiteY253" fmla="*/ 287599 h 438839"/>
                <a:gd name="connsiteX254" fmla="*/ 2476446 w 2915191"/>
                <a:gd name="connsiteY254" fmla="*/ 282510 h 438839"/>
                <a:gd name="connsiteX255" fmla="*/ 2486190 w 2915191"/>
                <a:gd name="connsiteY255" fmla="*/ 280679 h 438839"/>
                <a:gd name="connsiteX256" fmla="*/ 2495949 w 2915191"/>
                <a:gd name="connsiteY256" fmla="*/ 275896 h 438839"/>
                <a:gd name="connsiteX257" fmla="*/ 2505693 w 2915191"/>
                <a:gd name="connsiteY257" fmla="*/ 322728 h 438839"/>
                <a:gd name="connsiteX258" fmla="*/ 2515452 w 2915191"/>
                <a:gd name="connsiteY258" fmla="*/ 325751 h 438839"/>
                <a:gd name="connsiteX259" fmla="*/ 2525196 w 2915191"/>
                <a:gd name="connsiteY259" fmla="*/ 298865 h 438839"/>
                <a:gd name="connsiteX260" fmla="*/ 2534940 w 2915191"/>
                <a:gd name="connsiteY260" fmla="*/ 323071 h 438839"/>
                <a:gd name="connsiteX261" fmla="*/ 2544699 w 2915191"/>
                <a:gd name="connsiteY261" fmla="*/ 288671 h 438839"/>
                <a:gd name="connsiteX262" fmla="*/ 2554443 w 2915191"/>
                <a:gd name="connsiteY262" fmla="*/ 277073 h 438839"/>
                <a:gd name="connsiteX263" fmla="*/ 2564202 w 2915191"/>
                <a:gd name="connsiteY263" fmla="*/ 262867 h 438839"/>
                <a:gd name="connsiteX264" fmla="*/ 2573946 w 2915191"/>
                <a:gd name="connsiteY264" fmla="*/ 290284 h 438839"/>
                <a:gd name="connsiteX265" fmla="*/ 2583690 w 2915191"/>
                <a:gd name="connsiteY265" fmla="*/ 307032 h 438839"/>
                <a:gd name="connsiteX266" fmla="*/ 2593448 w 2915191"/>
                <a:gd name="connsiteY266" fmla="*/ 306880 h 438839"/>
                <a:gd name="connsiteX267" fmla="*/ 2603192 w 2915191"/>
                <a:gd name="connsiteY267" fmla="*/ 330708 h 438839"/>
                <a:gd name="connsiteX268" fmla="*/ 2612951 w 2915191"/>
                <a:gd name="connsiteY268" fmla="*/ 307957 h 438839"/>
                <a:gd name="connsiteX269" fmla="*/ 2622695 w 2915191"/>
                <a:gd name="connsiteY269" fmla="*/ 315073 h 438839"/>
                <a:gd name="connsiteX270" fmla="*/ 2632439 w 2915191"/>
                <a:gd name="connsiteY270" fmla="*/ 300183 h 438839"/>
                <a:gd name="connsiteX271" fmla="*/ 2642198 w 2915191"/>
                <a:gd name="connsiteY271" fmla="*/ 281378 h 438839"/>
                <a:gd name="connsiteX272" fmla="*/ 2651942 w 2915191"/>
                <a:gd name="connsiteY272" fmla="*/ 286793 h 438839"/>
                <a:gd name="connsiteX273" fmla="*/ 2661685 w 2915191"/>
                <a:gd name="connsiteY273" fmla="*/ 270749 h 438839"/>
                <a:gd name="connsiteX274" fmla="*/ 2671444 w 2915191"/>
                <a:gd name="connsiteY274" fmla="*/ 276121 h 438839"/>
                <a:gd name="connsiteX275" fmla="*/ 2681188 w 2915191"/>
                <a:gd name="connsiteY275" fmla="*/ 280320 h 438839"/>
                <a:gd name="connsiteX276" fmla="*/ 2690947 w 2915191"/>
                <a:gd name="connsiteY276" fmla="*/ 279153 h 438839"/>
                <a:gd name="connsiteX277" fmla="*/ 2700691 w 2915191"/>
                <a:gd name="connsiteY277" fmla="*/ 273676 h 438839"/>
                <a:gd name="connsiteX278" fmla="*/ 2710435 w 2915191"/>
                <a:gd name="connsiteY278" fmla="*/ 260485 h 438839"/>
                <a:gd name="connsiteX279" fmla="*/ 2720194 w 2915191"/>
                <a:gd name="connsiteY279" fmla="*/ 263232 h 438839"/>
                <a:gd name="connsiteX280" fmla="*/ 2729938 w 2915191"/>
                <a:gd name="connsiteY280" fmla="*/ 303077 h 438839"/>
                <a:gd name="connsiteX281" fmla="*/ 2739697 w 2915191"/>
                <a:gd name="connsiteY281" fmla="*/ 304836 h 438839"/>
                <a:gd name="connsiteX282" fmla="*/ 2749441 w 2915191"/>
                <a:gd name="connsiteY282" fmla="*/ 353295 h 438839"/>
                <a:gd name="connsiteX283" fmla="*/ 2759185 w 2915191"/>
                <a:gd name="connsiteY283" fmla="*/ 372582 h 438839"/>
                <a:gd name="connsiteX284" fmla="*/ 2768943 w 2915191"/>
                <a:gd name="connsiteY284" fmla="*/ 385903 h 438839"/>
                <a:gd name="connsiteX285" fmla="*/ 2778687 w 2915191"/>
                <a:gd name="connsiteY285" fmla="*/ 405790 h 438839"/>
                <a:gd name="connsiteX286" fmla="*/ 2788446 w 2915191"/>
                <a:gd name="connsiteY286" fmla="*/ 421996 h 438839"/>
                <a:gd name="connsiteX287" fmla="*/ 2798190 w 2915191"/>
                <a:gd name="connsiteY287" fmla="*/ 405574 h 438839"/>
                <a:gd name="connsiteX288" fmla="*/ 2807934 w 2915191"/>
                <a:gd name="connsiteY288" fmla="*/ 425434 h 438839"/>
                <a:gd name="connsiteX289" fmla="*/ 2817693 w 2915191"/>
                <a:gd name="connsiteY289" fmla="*/ 438839 h 438839"/>
                <a:gd name="connsiteX290" fmla="*/ 2827437 w 2915191"/>
                <a:gd name="connsiteY290" fmla="*/ 415053 h 438839"/>
                <a:gd name="connsiteX291" fmla="*/ 2837196 w 2915191"/>
                <a:gd name="connsiteY291" fmla="*/ 408706 h 438839"/>
                <a:gd name="connsiteX292" fmla="*/ 2846940 w 2915191"/>
                <a:gd name="connsiteY292" fmla="*/ 422668 h 438839"/>
                <a:gd name="connsiteX293" fmla="*/ 2856684 w 2915191"/>
                <a:gd name="connsiteY293" fmla="*/ 403703 h 438839"/>
                <a:gd name="connsiteX294" fmla="*/ 2866442 w 2915191"/>
                <a:gd name="connsiteY294" fmla="*/ 427523 h 438839"/>
                <a:gd name="connsiteX295" fmla="*/ 2876186 w 2915191"/>
                <a:gd name="connsiteY295" fmla="*/ 398566 h 438839"/>
                <a:gd name="connsiteX296" fmla="*/ 2885945 w 2915191"/>
                <a:gd name="connsiteY296" fmla="*/ 409723 h 438839"/>
                <a:gd name="connsiteX297" fmla="*/ 2895689 w 2915191"/>
                <a:gd name="connsiteY297" fmla="*/ 389847 h 438839"/>
                <a:gd name="connsiteX298" fmla="*/ 2905433 w 2915191"/>
                <a:gd name="connsiteY298" fmla="*/ 395553 h 438839"/>
                <a:gd name="connsiteX299" fmla="*/ 2915192 w 2915191"/>
                <a:gd name="connsiteY299" fmla="*/ 382686 h 438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38839">
                  <a:moveTo>
                    <a:pt x="0" y="235107"/>
                  </a:moveTo>
                  <a:lnTo>
                    <a:pt x="9750" y="235653"/>
                  </a:lnTo>
                  <a:lnTo>
                    <a:pt x="19500" y="239701"/>
                  </a:lnTo>
                  <a:lnTo>
                    <a:pt x="29250" y="248181"/>
                  </a:lnTo>
                  <a:lnTo>
                    <a:pt x="39000" y="273986"/>
                  </a:lnTo>
                  <a:lnTo>
                    <a:pt x="48749" y="257025"/>
                  </a:lnTo>
                  <a:lnTo>
                    <a:pt x="58499" y="235781"/>
                  </a:lnTo>
                  <a:lnTo>
                    <a:pt x="68249" y="265071"/>
                  </a:lnTo>
                  <a:lnTo>
                    <a:pt x="77998" y="237169"/>
                  </a:lnTo>
                  <a:lnTo>
                    <a:pt x="87748" y="214858"/>
                  </a:lnTo>
                  <a:lnTo>
                    <a:pt x="97497" y="245638"/>
                  </a:lnTo>
                  <a:lnTo>
                    <a:pt x="107247" y="233035"/>
                  </a:lnTo>
                  <a:lnTo>
                    <a:pt x="116997" y="227348"/>
                  </a:lnTo>
                  <a:lnTo>
                    <a:pt x="126747" y="215521"/>
                  </a:lnTo>
                  <a:lnTo>
                    <a:pt x="136497" y="212629"/>
                  </a:lnTo>
                  <a:lnTo>
                    <a:pt x="146247" y="172938"/>
                  </a:lnTo>
                  <a:lnTo>
                    <a:pt x="155997" y="191658"/>
                  </a:lnTo>
                  <a:lnTo>
                    <a:pt x="165747" y="185792"/>
                  </a:lnTo>
                  <a:lnTo>
                    <a:pt x="175497" y="188493"/>
                  </a:lnTo>
                  <a:lnTo>
                    <a:pt x="185247" y="191573"/>
                  </a:lnTo>
                  <a:lnTo>
                    <a:pt x="194996" y="223896"/>
                  </a:lnTo>
                  <a:lnTo>
                    <a:pt x="204746" y="230006"/>
                  </a:lnTo>
                  <a:lnTo>
                    <a:pt x="214495" y="217801"/>
                  </a:lnTo>
                  <a:lnTo>
                    <a:pt x="224245" y="209019"/>
                  </a:lnTo>
                  <a:lnTo>
                    <a:pt x="233995" y="205441"/>
                  </a:lnTo>
                  <a:lnTo>
                    <a:pt x="243744" y="227215"/>
                  </a:lnTo>
                  <a:lnTo>
                    <a:pt x="253494" y="260334"/>
                  </a:lnTo>
                  <a:lnTo>
                    <a:pt x="263244" y="267627"/>
                  </a:lnTo>
                  <a:lnTo>
                    <a:pt x="272994" y="269041"/>
                  </a:lnTo>
                  <a:lnTo>
                    <a:pt x="282744" y="248333"/>
                  </a:lnTo>
                  <a:lnTo>
                    <a:pt x="292494" y="263679"/>
                  </a:lnTo>
                  <a:lnTo>
                    <a:pt x="302244" y="248344"/>
                  </a:lnTo>
                  <a:lnTo>
                    <a:pt x="311994" y="270090"/>
                  </a:lnTo>
                  <a:lnTo>
                    <a:pt x="321744" y="258609"/>
                  </a:lnTo>
                  <a:lnTo>
                    <a:pt x="331493" y="219200"/>
                  </a:lnTo>
                  <a:lnTo>
                    <a:pt x="341243" y="212838"/>
                  </a:lnTo>
                  <a:lnTo>
                    <a:pt x="350993" y="238604"/>
                  </a:lnTo>
                  <a:lnTo>
                    <a:pt x="360742" y="263791"/>
                  </a:lnTo>
                  <a:lnTo>
                    <a:pt x="370492" y="241146"/>
                  </a:lnTo>
                  <a:lnTo>
                    <a:pt x="380241" y="245000"/>
                  </a:lnTo>
                  <a:lnTo>
                    <a:pt x="389991" y="255991"/>
                  </a:lnTo>
                  <a:lnTo>
                    <a:pt x="399741" y="231125"/>
                  </a:lnTo>
                  <a:lnTo>
                    <a:pt x="409491" y="256644"/>
                  </a:lnTo>
                  <a:lnTo>
                    <a:pt x="419241" y="253525"/>
                  </a:lnTo>
                  <a:lnTo>
                    <a:pt x="428991" y="276102"/>
                  </a:lnTo>
                  <a:lnTo>
                    <a:pt x="438741" y="285765"/>
                  </a:lnTo>
                  <a:lnTo>
                    <a:pt x="448491" y="302281"/>
                  </a:lnTo>
                  <a:lnTo>
                    <a:pt x="458241" y="303729"/>
                  </a:lnTo>
                  <a:lnTo>
                    <a:pt x="467991" y="309690"/>
                  </a:lnTo>
                  <a:lnTo>
                    <a:pt x="477740" y="271757"/>
                  </a:lnTo>
                  <a:lnTo>
                    <a:pt x="487490" y="265261"/>
                  </a:lnTo>
                  <a:lnTo>
                    <a:pt x="497239" y="242850"/>
                  </a:lnTo>
                  <a:lnTo>
                    <a:pt x="506989" y="287562"/>
                  </a:lnTo>
                  <a:lnTo>
                    <a:pt x="516738" y="280253"/>
                  </a:lnTo>
                  <a:lnTo>
                    <a:pt x="526488" y="299575"/>
                  </a:lnTo>
                  <a:lnTo>
                    <a:pt x="536238" y="274353"/>
                  </a:lnTo>
                  <a:lnTo>
                    <a:pt x="545988" y="283566"/>
                  </a:lnTo>
                  <a:lnTo>
                    <a:pt x="555738" y="321602"/>
                  </a:lnTo>
                  <a:lnTo>
                    <a:pt x="565488" y="293488"/>
                  </a:lnTo>
                  <a:lnTo>
                    <a:pt x="575238" y="274952"/>
                  </a:lnTo>
                  <a:lnTo>
                    <a:pt x="584988" y="244093"/>
                  </a:lnTo>
                  <a:lnTo>
                    <a:pt x="594738" y="232639"/>
                  </a:lnTo>
                  <a:lnTo>
                    <a:pt x="604488" y="244732"/>
                  </a:lnTo>
                  <a:lnTo>
                    <a:pt x="614237" y="258272"/>
                  </a:lnTo>
                  <a:lnTo>
                    <a:pt x="623987" y="240268"/>
                  </a:lnTo>
                  <a:lnTo>
                    <a:pt x="633736" y="235015"/>
                  </a:lnTo>
                  <a:lnTo>
                    <a:pt x="643486" y="237807"/>
                  </a:lnTo>
                  <a:lnTo>
                    <a:pt x="653236" y="268225"/>
                  </a:lnTo>
                  <a:lnTo>
                    <a:pt x="662985" y="274412"/>
                  </a:lnTo>
                  <a:lnTo>
                    <a:pt x="672735" y="291060"/>
                  </a:lnTo>
                  <a:lnTo>
                    <a:pt x="682485" y="302570"/>
                  </a:lnTo>
                  <a:lnTo>
                    <a:pt x="692235" y="295113"/>
                  </a:lnTo>
                  <a:lnTo>
                    <a:pt x="701985" y="285585"/>
                  </a:lnTo>
                  <a:lnTo>
                    <a:pt x="711735" y="292020"/>
                  </a:lnTo>
                  <a:lnTo>
                    <a:pt x="721485" y="283383"/>
                  </a:lnTo>
                  <a:lnTo>
                    <a:pt x="731235" y="282179"/>
                  </a:lnTo>
                  <a:lnTo>
                    <a:pt x="740985" y="294015"/>
                  </a:lnTo>
                  <a:lnTo>
                    <a:pt x="750734" y="336318"/>
                  </a:lnTo>
                  <a:lnTo>
                    <a:pt x="760484" y="303945"/>
                  </a:lnTo>
                  <a:lnTo>
                    <a:pt x="770233" y="287582"/>
                  </a:lnTo>
                  <a:lnTo>
                    <a:pt x="779983" y="294343"/>
                  </a:lnTo>
                  <a:lnTo>
                    <a:pt x="789733" y="271591"/>
                  </a:lnTo>
                  <a:lnTo>
                    <a:pt x="799482" y="278828"/>
                  </a:lnTo>
                  <a:lnTo>
                    <a:pt x="809232" y="258238"/>
                  </a:lnTo>
                  <a:lnTo>
                    <a:pt x="818982" y="232044"/>
                  </a:lnTo>
                  <a:lnTo>
                    <a:pt x="828732" y="218513"/>
                  </a:lnTo>
                  <a:lnTo>
                    <a:pt x="838482" y="194721"/>
                  </a:lnTo>
                  <a:lnTo>
                    <a:pt x="848232" y="175312"/>
                  </a:lnTo>
                  <a:lnTo>
                    <a:pt x="857982" y="188091"/>
                  </a:lnTo>
                  <a:lnTo>
                    <a:pt x="867732" y="212211"/>
                  </a:lnTo>
                  <a:lnTo>
                    <a:pt x="877482" y="221467"/>
                  </a:lnTo>
                  <a:lnTo>
                    <a:pt x="887231" y="194368"/>
                  </a:lnTo>
                  <a:lnTo>
                    <a:pt x="896981" y="221143"/>
                  </a:lnTo>
                  <a:lnTo>
                    <a:pt x="906730" y="201059"/>
                  </a:lnTo>
                  <a:lnTo>
                    <a:pt x="916480" y="198863"/>
                  </a:lnTo>
                  <a:lnTo>
                    <a:pt x="926230" y="209349"/>
                  </a:lnTo>
                  <a:lnTo>
                    <a:pt x="935979" y="208698"/>
                  </a:lnTo>
                  <a:lnTo>
                    <a:pt x="945729" y="208814"/>
                  </a:lnTo>
                  <a:lnTo>
                    <a:pt x="955479" y="213656"/>
                  </a:lnTo>
                  <a:lnTo>
                    <a:pt x="965229" y="204033"/>
                  </a:lnTo>
                  <a:lnTo>
                    <a:pt x="974979" y="210044"/>
                  </a:lnTo>
                  <a:lnTo>
                    <a:pt x="984729" y="230083"/>
                  </a:lnTo>
                  <a:lnTo>
                    <a:pt x="994474" y="229292"/>
                  </a:lnTo>
                  <a:lnTo>
                    <a:pt x="1004233" y="218389"/>
                  </a:lnTo>
                  <a:lnTo>
                    <a:pt x="1013977" y="208994"/>
                  </a:lnTo>
                  <a:lnTo>
                    <a:pt x="1023721" y="186862"/>
                  </a:lnTo>
                  <a:lnTo>
                    <a:pt x="1033480" y="187401"/>
                  </a:lnTo>
                  <a:lnTo>
                    <a:pt x="1043224" y="212233"/>
                  </a:lnTo>
                  <a:lnTo>
                    <a:pt x="1052983" y="207844"/>
                  </a:lnTo>
                  <a:lnTo>
                    <a:pt x="1062727" y="225012"/>
                  </a:lnTo>
                  <a:lnTo>
                    <a:pt x="1072471" y="183593"/>
                  </a:lnTo>
                  <a:lnTo>
                    <a:pt x="1082230" y="177417"/>
                  </a:lnTo>
                  <a:lnTo>
                    <a:pt x="1091973" y="162694"/>
                  </a:lnTo>
                  <a:lnTo>
                    <a:pt x="1101732" y="134743"/>
                  </a:lnTo>
                  <a:lnTo>
                    <a:pt x="1111476" y="138599"/>
                  </a:lnTo>
                  <a:lnTo>
                    <a:pt x="1121220" y="127306"/>
                  </a:lnTo>
                  <a:lnTo>
                    <a:pt x="1130979" y="132553"/>
                  </a:lnTo>
                  <a:lnTo>
                    <a:pt x="1140723" y="146928"/>
                  </a:lnTo>
                  <a:lnTo>
                    <a:pt x="1150482" y="166757"/>
                  </a:lnTo>
                  <a:lnTo>
                    <a:pt x="1160226" y="170248"/>
                  </a:lnTo>
                  <a:lnTo>
                    <a:pt x="1169969" y="187912"/>
                  </a:lnTo>
                  <a:lnTo>
                    <a:pt x="1179728" y="207836"/>
                  </a:lnTo>
                  <a:lnTo>
                    <a:pt x="1189472" y="216712"/>
                  </a:lnTo>
                  <a:lnTo>
                    <a:pt x="1199231" y="218644"/>
                  </a:lnTo>
                  <a:lnTo>
                    <a:pt x="1208975" y="187079"/>
                  </a:lnTo>
                  <a:lnTo>
                    <a:pt x="1218719" y="169267"/>
                  </a:lnTo>
                  <a:lnTo>
                    <a:pt x="1228478" y="183496"/>
                  </a:lnTo>
                  <a:lnTo>
                    <a:pt x="1238222" y="184363"/>
                  </a:lnTo>
                  <a:lnTo>
                    <a:pt x="1247966" y="199840"/>
                  </a:lnTo>
                  <a:lnTo>
                    <a:pt x="1257725" y="186936"/>
                  </a:lnTo>
                  <a:lnTo>
                    <a:pt x="1267469" y="163877"/>
                  </a:lnTo>
                  <a:lnTo>
                    <a:pt x="1277227" y="131874"/>
                  </a:lnTo>
                  <a:lnTo>
                    <a:pt x="1286971" y="118442"/>
                  </a:lnTo>
                  <a:lnTo>
                    <a:pt x="1296715" y="112553"/>
                  </a:lnTo>
                  <a:lnTo>
                    <a:pt x="1306474" y="82926"/>
                  </a:lnTo>
                  <a:lnTo>
                    <a:pt x="1316218" y="44399"/>
                  </a:lnTo>
                  <a:lnTo>
                    <a:pt x="1325977" y="38928"/>
                  </a:lnTo>
                  <a:lnTo>
                    <a:pt x="1335721" y="54655"/>
                  </a:lnTo>
                  <a:lnTo>
                    <a:pt x="1345465" y="42486"/>
                  </a:lnTo>
                  <a:lnTo>
                    <a:pt x="1355224" y="46635"/>
                  </a:lnTo>
                  <a:lnTo>
                    <a:pt x="1364967" y="88633"/>
                  </a:lnTo>
                  <a:lnTo>
                    <a:pt x="1374726" y="64539"/>
                  </a:lnTo>
                  <a:lnTo>
                    <a:pt x="1384470" y="70638"/>
                  </a:lnTo>
                  <a:lnTo>
                    <a:pt x="1394214" y="71511"/>
                  </a:lnTo>
                  <a:lnTo>
                    <a:pt x="1403973" y="85954"/>
                  </a:lnTo>
                  <a:lnTo>
                    <a:pt x="1413717" y="80760"/>
                  </a:lnTo>
                  <a:lnTo>
                    <a:pt x="1423476" y="115407"/>
                  </a:lnTo>
                  <a:lnTo>
                    <a:pt x="1433220" y="124065"/>
                  </a:lnTo>
                  <a:lnTo>
                    <a:pt x="1442964" y="124363"/>
                  </a:lnTo>
                  <a:lnTo>
                    <a:pt x="1452722" y="154203"/>
                  </a:lnTo>
                  <a:lnTo>
                    <a:pt x="1462466" y="158679"/>
                  </a:lnTo>
                  <a:lnTo>
                    <a:pt x="1472225" y="161855"/>
                  </a:lnTo>
                  <a:lnTo>
                    <a:pt x="1481969" y="170935"/>
                  </a:lnTo>
                  <a:lnTo>
                    <a:pt x="1491713" y="149677"/>
                  </a:lnTo>
                  <a:lnTo>
                    <a:pt x="1501472" y="123140"/>
                  </a:lnTo>
                  <a:lnTo>
                    <a:pt x="1511216" y="94921"/>
                  </a:lnTo>
                  <a:lnTo>
                    <a:pt x="1520960" y="45423"/>
                  </a:lnTo>
                  <a:lnTo>
                    <a:pt x="1530719" y="17523"/>
                  </a:lnTo>
                  <a:lnTo>
                    <a:pt x="1540463" y="14379"/>
                  </a:lnTo>
                  <a:lnTo>
                    <a:pt x="1550221" y="8734"/>
                  </a:lnTo>
                  <a:lnTo>
                    <a:pt x="1559965" y="11065"/>
                  </a:lnTo>
                  <a:lnTo>
                    <a:pt x="1569709" y="0"/>
                  </a:lnTo>
                  <a:lnTo>
                    <a:pt x="1579468" y="36488"/>
                  </a:lnTo>
                  <a:lnTo>
                    <a:pt x="1589212" y="68495"/>
                  </a:lnTo>
                  <a:lnTo>
                    <a:pt x="1598971" y="67060"/>
                  </a:lnTo>
                  <a:lnTo>
                    <a:pt x="1608715" y="72548"/>
                  </a:lnTo>
                  <a:lnTo>
                    <a:pt x="1618459" y="90152"/>
                  </a:lnTo>
                  <a:lnTo>
                    <a:pt x="1628218" y="103928"/>
                  </a:lnTo>
                  <a:lnTo>
                    <a:pt x="1637962" y="125014"/>
                  </a:lnTo>
                  <a:lnTo>
                    <a:pt x="1647720" y="140088"/>
                  </a:lnTo>
                  <a:lnTo>
                    <a:pt x="1657464" y="128084"/>
                  </a:lnTo>
                  <a:lnTo>
                    <a:pt x="1667208" y="168119"/>
                  </a:lnTo>
                  <a:lnTo>
                    <a:pt x="1676967" y="198319"/>
                  </a:lnTo>
                  <a:lnTo>
                    <a:pt x="1686711" y="189086"/>
                  </a:lnTo>
                  <a:lnTo>
                    <a:pt x="1696470" y="183546"/>
                  </a:lnTo>
                  <a:lnTo>
                    <a:pt x="1706214" y="142020"/>
                  </a:lnTo>
                  <a:lnTo>
                    <a:pt x="1715958" y="155642"/>
                  </a:lnTo>
                  <a:lnTo>
                    <a:pt x="1725716" y="164017"/>
                  </a:lnTo>
                  <a:lnTo>
                    <a:pt x="1735460" y="162625"/>
                  </a:lnTo>
                  <a:lnTo>
                    <a:pt x="1745219" y="163786"/>
                  </a:lnTo>
                  <a:lnTo>
                    <a:pt x="1754963" y="180121"/>
                  </a:lnTo>
                  <a:lnTo>
                    <a:pt x="1764707" y="147621"/>
                  </a:lnTo>
                  <a:lnTo>
                    <a:pt x="1774466" y="161748"/>
                  </a:lnTo>
                  <a:lnTo>
                    <a:pt x="1784210" y="150976"/>
                  </a:lnTo>
                  <a:lnTo>
                    <a:pt x="1793969" y="136549"/>
                  </a:lnTo>
                  <a:lnTo>
                    <a:pt x="1803713" y="136804"/>
                  </a:lnTo>
                  <a:lnTo>
                    <a:pt x="1813457" y="133769"/>
                  </a:lnTo>
                  <a:lnTo>
                    <a:pt x="1823215" y="138434"/>
                  </a:lnTo>
                  <a:lnTo>
                    <a:pt x="1832959" y="166800"/>
                  </a:lnTo>
                  <a:lnTo>
                    <a:pt x="1842703" y="199985"/>
                  </a:lnTo>
                  <a:lnTo>
                    <a:pt x="1852462" y="172116"/>
                  </a:lnTo>
                  <a:lnTo>
                    <a:pt x="1862206" y="178061"/>
                  </a:lnTo>
                  <a:lnTo>
                    <a:pt x="1871965" y="184685"/>
                  </a:lnTo>
                  <a:lnTo>
                    <a:pt x="1881709" y="216443"/>
                  </a:lnTo>
                  <a:lnTo>
                    <a:pt x="1891453" y="206756"/>
                  </a:lnTo>
                  <a:lnTo>
                    <a:pt x="1901212" y="213948"/>
                  </a:lnTo>
                  <a:lnTo>
                    <a:pt x="1910956" y="195798"/>
                  </a:lnTo>
                  <a:lnTo>
                    <a:pt x="1920714" y="216128"/>
                  </a:lnTo>
                  <a:lnTo>
                    <a:pt x="1930458" y="232862"/>
                  </a:lnTo>
                  <a:lnTo>
                    <a:pt x="1940202" y="252776"/>
                  </a:lnTo>
                  <a:lnTo>
                    <a:pt x="1949961" y="273854"/>
                  </a:lnTo>
                  <a:lnTo>
                    <a:pt x="1959705" y="268080"/>
                  </a:lnTo>
                  <a:lnTo>
                    <a:pt x="1969464" y="252730"/>
                  </a:lnTo>
                  <a:lnTo>
                    <a:pt x="1979208" y="244153"/>
                  </a:lnTo>
                  <a:lnTo>
                    <a:pt x="1988952" y="228713"/>
                  </a:lnTo>
                  <a:lnTo>
                    <a:pt x="1998711" y="203690"/>
                  </a:lnTo>
                  <a:lnTo>
                    <a:pt x="2008454" y="212278"/>
                  </a:lnTo>
                  <a:lnTo>
                    <a:pt x="2018213" y="266397"/>
                  </a:lnTo>
                  <a:lnTo>
                    <a:pt x="2027957" y="253782"/>
                  </a:lnTo>
                  <a:lnTo>
                    <a:pt x="2037701" y="243171"/>
                  </a:lnTo>
                  <a:lnTo>
                    <a:pt x="2047460" y="220736"/>
                  </a:lnTo>
                  <a:lnTo>
                    <a:pt x="2057204" y="220868"/>
                  </a:lnTo>
                  <a:lnTo>
                    <a:pt x="2066963" y="224340"/>
                  </a:lnTo>
                  <a:lnTo>
                    <a:pt x="2076707" y="240322"/>
                  </a:lnTo>
                  <a:lnTo>
                    <a:pt x="2086451" y="236401"/>
                  </a:lnTo>
                  <a:lnTo>
                    <a:pt x="2096210" y="262298"/>
                  </a:lnTo>
                  <a:lnTo>
                    <a:pt x="2105954" y="263493"/>
                  </a:lnTo>
                  <a:lnTo>
                    <a:pt x="2115697" y="249613"/>
                  </a:lnTo>
                  <a:lnTo>
                    <a:pt x="2125456" y="296712"/>
                  </a:lnTo>
                  <a:lnTo>
                    <a:pt x="2135200" y="295413"/>
                  </a:lnTo>
                  <a:lnTo>
                    <a:pt x="2144959" y="296855"/>
                  </a:lnTo>
                  <a:lnTo>
                    <a:pt x="2154703" y="281597"/>
                  </a:lnTo>
                  <a:lnTo>
                    <a:pt x="2164447" y="264762"/>
                  </a:lnTo>
                  <a:lnTo>
                    <a:pt x="2174206" y="303935"/>
                  </a:lnTo>
                  <a:lnTo>
                    <a:pt x="2183950" y="316036"/>
                  </a:lnTo>
                  <a:lnTo>
                    <a:pt x="2193709" y="326575"/>
                  </a:lnTo>
                  <a:lnTo>
                    <a:pt x="2203452" y="336108"/>
                  </a:lnTo>
                  <a:lnTo>
                    <a:pt x="2213196" y="337879"/>
                  </a:lnTo>
                  <a:lnTo>
                    <a:pt x="2222955" y="339671"/>
                  </a:lnTo>
                  <a:lnTo>
                    <a:pt x="2232699" y="346523"/>
                  </a:lnTo>
                  <a:lnTo>
                    <a:pt x="2242458" y="377233"/>
                  </a:lnTo>
                  <a:lnTo>
                    <a:pt x="2252202" y="334685"/>
                  </a:lnTo>
                  <a:lnTo>
                    <a:pt x="2261946" y="318083"/>
                  </a:lnTo>
                  <a:lnTo>
                    <a:pt x="2271705" y="296104"/>
                  </a:lnTo>
                  <a:lnTo>
                    <a:pt x="2281449" y="287845"/>
                  </a:lnTo>
                  <a:lnTo>
                    <a:pt x="2291208" y="316477"/>
                  </a:lnTo>
                  <a:lnTo>
                    <a:pt x="2300951" y="338059"/>
                  </a:lnTo>
                  <a:lnTo>
                    <a:pt x="2310695" y="316602"/>
                  </a:lnTo>
                  <a:lnTo>
                    <a:pt x="2320454" y="277276"/>
                  </a:lnTo>
                  <a:lnTo>
                    <a:pt x="2330198" y="263557"/>
                  </a:lnTo>
                  <a:lnTo>
                    <a:pt x="2339957" y="245151"/>
                  </a:lnTo>
                  <a:lnTo>
                    <a:pt x="2349701" y="255793"/>
                  </a:lnTo>
                  <a:lnTo>
                    <a:pt x="2359445" y="277286"/>
                  </a:lnTo>
                  <a:lnTo>
                    <a:pt x="2369204" y="256508"/>
                  </a:lnTo>
                  <a:lnTo>
                    <a:pt x="2378948" y="239666"/>
                  </a:lnTo>
                  <a:lnTo>
                    <a:pt x="2388692" y="220730"/>
                  </a:lnTo>
                  <a:lnTo>
                    <a:pt x="2398450" y="218696"/>
                  </a:lnTo>
                  <a:lnTo>
                    <a:pt x="2408194" y="207310"/>
                  </a:lnTo>
                  <a:lnTo>
                    <a:pt x="2417953" y="247182"/>
                  </a:lnTo>
                  <a:lnTo>
                    <a:pt x="2427697" y="263383"/>
                  </a:lnTo>
                  <a:lnTo>
                    <a:pt x="2437441" y="296928"/>
                  </a:lnTo>
                  <a:lnTo>
                    <a:pt x="2447200" y="302031"/>
                  </a:lnTo>
                  <a:lnTo>
                    <a:pt x="2456944" y="299665"/>
                  </a:lnTo>
                  <a:lnTo>
                    <a:pt x="2466703" y="287599"/>
                  </a:lnTo>
                  <a:lnTo>
                    <a:pt x="2476446" y="282510"/>
                  </a:lnTo>
                  <a:lnTo>
                    <a:pt x="2486190" y="280679"/>
                  </a:lnTo>
                  <a:lnTo>
                    <a:pt x="2495949" y="275896"/>
                  </a:lnTo>
                  <a:lnTo>
                    <a:pt x="2505693" y="322728"/>
                  </a:lnTo>
                  <a:lnTo>
                    <a:pt x="2515452" y="325751"/>
                  </a:lnTo>
                  <a:lnTo>
                    <a:pt x="2525196" y="298865"/>
                  </a:lnTo>
                  <a:lnTo>
                    <a:pt x="2534940" y="323071"/>
                  </a:lnTo>
                  <a:lnTo>
                    <a:pt x="2544699" y="288671"/>
                  </a:lnTo>
                  <a:lnTo>
                    <a:pt x="2554443" y="277073"/>
                  </a:lnTo>
                  <a:lnTo>
                    <a:pt x="2564202" y="262867"/>
                  </a:lnTo>
                  <a:lnTo>
                    <a:pt x="2573946" y="290284"/>
                  </a:lnTo>
                  <a:lnTo>
                    <a:pt x="2583690" y="307032"/>
                  </a:lnTo>
                  <a:lnTo>
                    <a:pt x="2593448" y="306880"/>
                  </a:lnTo>
                  <a:lnTo>
                    <a:pt x="2603192" y="330708"/>
                  </a:lnTo>
                  <a:lnTo>
                    <a:pt x="2612951" y="307957"/>
                  </a:lnTo>
                  <a:lnTo>
                    <a:pt x="2622695" y="315073"/>
                  </a:lnTo>
                  <a:lnTo>
                    <a:pt x="2632439" y="300183"/>
                  </a:lnTo>
                  <a:lnTo>
                    <a:pt x="2642198" y="281378"/>
                  </a:lnTo>
                  <a:lnTo>
                    <a:pt x="2651942" y="286793"/>
                  </a:lnTo>
                  <a:lnTo>
                    <a:pt x="2661685" y="270749"/>
                  </a:lnTo>
                  <a:lnTo>
                    <a:pt x="2671444" y="276121"/>
                  </a:lnTo>
                  <a:lnTo>
                    <a:pt x="2681188" y="280320"/>
                  </a:lnTo>
                  <a:lnTo>
                    <a:pt x="2690947" y="279153"/>
                  </a:lnTo>
                  <a:lnTo>
                    <a:pt x="2700691" y="273676"/>
                  </a:lnTo>
                  <a:lnTo>
                    <a:pt x="2710435" y="260485"/>
                  </a:lnTo>
                  <a:lnTo>
                    <a:pt x="2720194" y="263232"/>
                  </a:lnTo>
                  <a:lnTo>
                    <a:pt x="2729938" y="303077"/>
                  </a:lnTo>
                  <a:lnTo>
                    <a:pt x="2739697" y="304836"/>
                  </a:lnTo>
                  <a:lnTo>
                    <a:pt x="2749441" y="353295"/>
                  </a:lnTo>
                  <a:lnTo>
                    <a:pt x="2759185" y="372582"/>
                  </a:lnTo>
                  <a:lnTo>
                    <a:pt x="2768943" y="385903"/>
                  </a:lnTo>
                  <a:lnTo>
                    <a:pt x="2778687" y="405790"/>
                  </a:lnTo>
                  <a:lnTo>
                    <a:pt x="2788446" y="421996"/>
                  </a:lnTo>
                  <a:lnTo>
                    <a:pt x="2798190" y="405574"/>
                  </a:lnTo>
                  <a:lnTo>
                    <a:pt x="2807934" y="425434"/>
                  </a:lnTo>
                  <a:lnTo>
                    <a:pt x="2817693" y="438839"/>
                  </a:lnTo>
                  <a:lnTo>
                    <a:pt x="2827437" y="415053"/>
                  </a:lnTo>
                  <a:lnTo>
                    <a:pt x="2837196" y="408706"/>
                  </a:lnTo>
                  <a:lnTo>
                    <a:pt x="2846940" y="422668"/>
                  </a:lnTo>
                  <a:lnTo>
                    <a:pt x="2856684" y="403703"/>
                  </a:lnTo>
                  <a:lnTo>
                    <a:pt x="2866442" y="427523"/>
                  </a:lnTo>
                  <a:lnTo>
                    <a:pt x="2876186" y="398566"/>
                  </a:lnTo>
                  <a:lnTo>
                    <a:pt x="2885945" y="409723"/>
                  </a:lnTo>
                  <a:lnTo>
                    <a:pt x="2895689" y="389847"/>
                  </a:lnTo>
                  <a:lnTo>
                    <a:pt x="2905433" y="395553"/>
                  </a:lnTo>
                  <a:lnTo>
                    <a:pt x="2915192" y="38268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1" name="Freeform 1030">
              <a:extLst>
                <a:ext uri="{FF2B5EF4-FFF2-40B4-BE49-F238E27FC236}">
                  <a16:creationId xmlns:a16="http://schemas.microsoft.com/office/drawing/2014/main" id="{1689FC38-F60E-1839-9FB5-EAA673F5D5C7}"/>
                </a:ext>
              </a:extLst>
            </p:cNvPr>
            <p:cNvSpPr/>
            <p:nvPr/>
          </p:nvSpPr>
          <p:spPr>
            <a:xfrm>
              <a:off x="4426652" y="3229817"/>
              <a:ext cx="2915191" cy="593486"/>
            </a:xfrm>
            <a:custGeom>
              <a:avLst/>
              <a:gdLst>
                <a:gd name="connsiteX0" fmla="*/ 0 w 2915191"/>
                <a:gd name="connsiteY0" fmla="*/ 482660 h 593486"/>
                <a:gd name="connsiteX1" fmla="*/ 9750 w 2915191"/>
                <a:gd name="connsiteY1" fmla="*/ 477427 h 593486"/>
                <a:gd name="connsiteX2" fmla="*/ 19500 w 2915191"/>
                <a:gd name="connsiteY2" fmla="*/ 434222 h 593486"/>
                <a:gd name="connsiteX3" fmla="*/ 29250 w 2915191"/>
                <a:gd name="connsiteY3" fmla="*/ 410276 h 593486"/>
                <a:gd name="connsiteX4" fmla="*/ 39000 w 2915191"/>
                <a:gd name="connsiteY4" fmla="*/ 392955 h 593486"/>
                <a:gd name="connsiteX5" fmla="*/ 48749 w 2915191"/>
                <a:gd name="connsiteY5" fmla="*/ 424518 h 593486"/>
                <a:gd name="connsiteX6" fmla="*/ 58499 w 2915191"/>
                <a:gd name="connsiteY6" fmla="*/ 423286 h 593486"/>
                <a:gd name="connsiteX7" fmla="*/ 68249 w 2915191"/>
                <a:gd name="connsiteY7" fmla="*/ 433605 h 593486"/>
                <a:gd name="connsiteX8" fmla="*/ 77998 w 2915191"/>
                <a:gd name="connsiteY8" fmla="*/ 453002 h 593486"/>
                <a:gd name="connsiteX9" fmla="*/ 87748 w 2915191"/>
                <a:gd name="connsiteY9" fmla="*/ 456789 h 593486"/>
                <a:gd name="connsiteX10" fmla="*/ 97497 w 2915191"/>
                <a:gd name="connsiteY10" fmla="*/ 434909 h 593486"/>
                <a:gd name="connsiteX11" fmla="*/ 107247 w 2915191"/>
                <a:gd name="connsiteY11" fmla="*/ 447069 h 593486"/>
                <a:gd name="connsiteX12" fmla="*/ 116997 w 2915191"/>
                <a:gd name="connsiteY12" fmla="*/ 411331 h 593486"/>
                <a:gd name="connsiteX13" fmla="*/ 126747 w 2915191"/>
                <a:gd name="connsiteY13" fmla="*/ 422549 h 593486"/>
                <a:gd name="connsiteX14" fmla="*/ 136497 w 2915191"/>
                <a:gd name="connsiteY14" fmla="*/ 419512 h 593486"/>
                <a:gd name="connsiteX15" fmla="*/ 146247 w 2915191"/>
                <a:gd name="connsiteY15" fmla="*/ 401206 h 593486"/>
                <a:gd name="connsiteX16" fmla="*/ 155997 w 2915191"/>
                <a:gd name="connsiteY16" fmla="*/ 386934 h 593486"/>
                <a:gd name="connsiteX17" fmla="*/ 165747 w 2915191"/>
                <a:gd name="connsiteY17" fmla="*/ 385599 h 593486"/>
                <a:gd name="connsiteX18" fmla="*/ 175497 w 2915191"/>
                <a:gd name="connsiteY18" fmla="*/ 383175 h 593486"/>
                <a:gd name="connsiteX19" fmla="*/ 185247 w 2915191"/>
                <a:gd name="connsiteY19" fmla="*/ 394100 h 593486"/>
                <a:gd name="connsiteX20" fmla="*/ 194996 w 2915191"/>
                <a:gd name="connsiteY20" fmla="*/ 395525 h 593486"/>
                <a:gd name="connsiteX21" fmla="*/ 204746 w 2915191"/>
                <a:gd name="connsiteY21" fmla="*/ 389665 h 593486"/>
                <a:gd name="connsiteX22" fmla="*/ 214495 w 2915191"/>
                <a:gd name="connsiteY22" fmla="*/ 384644 h 593486"/>
                <a:gd name="connsiteX23" fmla="*/ 224245 w 2915191"/>
                <a:gd name="connsiteY23" fmla="*/ 376025 h 593486"/>
                <a:gd name="connsiteX24" fmla="*/ 233995 w 2915191"/>
                <a:gd name="connsiteY24" fmla="*/ 365268 h 593486"/>
                <a:gd name="connsiteX25" fmla="*/ 243744 w 2915191"/>
                <a:gd name="connsiteY25" fmla="*/ 348264 h 593486"/>
                <a:gd name="connsiteX26" fmla="*/ 253494 w 2915191"/>
                <a:gd name="connsiteY26" fmla="*/ 369493 h 593486"/>
                <a:gd name="connsiteX27" fmla="*/ 263244 w 2915191"/>
                <a:gd name="connsiteY27" fmla="*/ 353036 h 593486"/>
                <a:gd name="connsiteX28" fmla="*/ 272994 w 2915191"/>
                <a:gd name="connsiteY28" fmla="*/ 358817 h 593486"/>
                <a:gd name="connsiteX29" fmla="*/ 282744 w 2915191"/>
                <a:gd name="connsiteY29" fmla="*/ 354967 h 593486"/>
                <a:gd name="connsiteX30" fmla="*/ 292494 w 2915191"/>
                <a:gd name="connsiteY30" fmla="*/ 363516 h 593486"/>
                <a:gd name="connsiteX31" fmla="*/ 302244 w 2915191"/>
                <a:gd name="connsiteY31" fmla="*/ 393472 h 593486"/>
                <a:gd name="connsiteX32" fmla="*/ 311994 w 2915191"/>
                <a:gd name="connsiteY32" fmla="*/ 383209 h 593486"/>
                <a:gd name="connsiteX33" fmla="*/ 321744 w 2915191"/>
                <a:gd name="connsiteY33" fmla="*/ 361025 h 593486"/>
                <a:gd name="connsiteX34" fmla="*/ 331493 w 2915191"/>
                <a:gd name="connsiteY34" fmla="*/ 391825 h 593486"/>
                <a:gd name="connsiteX35" fmla="*/ 341243 w 2915191"/>
                <a:gd name="connsiteY35" fmla="*/ 421859 h 593486"/>
                <a:gd name="connsiteX36" fmla="*/ 350993 w 2915191"/>
                <a:gd name="connsiteY36" fmla="*/ 440995 h 593486"/>
                <a:gd name="connsiteX37" fmla="*/ 360742 w 2915191"/>
                <a:gd name="connsiteY37" fmla="*/ 430786 h 593486"/>
                <a:gd name="connsiteX38" fmla="*/ 370492 w 2915191"/>
                <a:gd name="connsiteY38" fmla="*/ 464695 h 593486"/>
                <a:gd name="connsiteX39" fmla="*/ 380241 w 2915191"/>
                <a:gd name="connsiteY39" fmla="*/ 484715 h 593486"/>
                <a:gd name="connsiteX40" fmla="*/ 389991 w 2915191"/>
                <a:gd name="connsiteY40" fmla="*/ 462077 h 593486"/>
                <a:gd name="connsiteX41" fmla="*/ 399741 w 2915191"/>
                <a:gd name="connsiteY41" fmla="*/ 475808 h 593486"/>
                <a:gd name="connsiteX42" fmla="*/ 409491 w 2915191"/>
                <a:gd name="connsiteY42" fmla="*/ 481221 h 593486"/>
                <a:gd name="connsiteX43" fmla="*/ 419241 w 2915191"/>
                <a:gd name="connsiteY43" fmla="*/ 487824 h 593486"/>
                <a:gd name="connsiteX44" fmla="*/ 428991 w 2915191"/>
                <a:gd name="connsiteY44" fmla="*/ 526004 h 593486"/>
                <a:gd name="connsiteX45" fmla="*/ 438741 w 2915191"/>
                <a:gd name="connsiteY45" fmla="*/ 505694 h 593486"/>
                <a:gd name="connsiteX46" fmla="*/ 448491 w 2915191"/>
                <a:gd name="connsiteY46" fmla="*/ 510646 h 593486"/>
                <a:gd name="connsiteX47" fmla="*/ 458241 w 2915191"/>
                <a:gd name="connsiteY47" fmla="*/ 514843 h 593486"/>
                <a:gd name="connsiteX48" fmla="*/ 467991 w 2915191"/>
                <a:gd name="connsiteY48" fmla="*/ 521001 h 593486"/>
                <a:gd name="connsiteX49" fmla="*/ 477740 w 2915191"/>
                <a:gd name="connsiteY49" fmla="*/ 506647 h 593486"/>
                <a:gd name="connsiteX50" fmla="*/ 487490 w 2915191"/>
                <a:gd name="connsiteY50" fmla="*/ 512494 h 593486"/>
                <a:gd name="connsiteX51" fmla="*/ 497239 w 2915191"/>
                <a:gd name="connsiteY51" fmla="*/ 516347 h 593486"/>
                <a:gd name="connsiteX52" fmla="*/ 506989 w 2915191"/>
                <a:gd name="connsiteY52" fmla="*/ 523070 h 593486"/>
                <a:gd name="connsiteX53" fmla="*/ 516738 w 2915191"/>
                <a:gd name="connsiteY53" fmla="*/ 543914 h 593486"/>
                <a:gd name="connsiteX54" fmla="*/ 526488 w 2915191"/>
                <a:gd name="connsiteY54" fmla="*/ 547441 h 593486"/>
                <a:gd name="connsiteX55" fmla="*/ 536238 w 2915191"/>
                <a:gd name="connsiteY55" fmla="*/ 542748 h 593486"/>
                <a:gd name="connsiteX56" fmla="*/ 545988 w 2915191"/>
                <a:gd name="connsiteY56" fmla="*/ 575643 h 593486"/>
                <a:gd name="connsiteX57" fmla="*/ 555738 w 2915191"/>
                <a:gd name="connsiteY57" fmla="*/ 586034 h 593486"/>
                <a:gd name="connsiteX58" fmla="*/ 565488 w 2915191"/>
                <a:gd name="connsiteY58" fmla="*/ 589508 h 593486"/>
                <a:gd name="connsiteX59" fmla="*/ 575238 w 2915191"/>
                <a:gd name="connsiteY59" fmla="*/ 593486 h 593486"/>
                <a:gd name="connsiteX60" fmla="*/ 584988 w 2915191"/>
                <a:gd name="connsiteY60" fmla="*/ 581723 h 593486"/>
                <a:gd name="connsiteX61" fmla="*/ 594738 w 2915191"/>
                <a:gd name="connsiteY61" fmla="*/ 579621 h 593486"/>
                <a:gd name="connsiteX62" fmla="*/ 604488 w 2915191"/>
                <a:gd name="connsiteY62" fmla="*/ 552967 h 593486"/>
                <a:gd name="connsiteX63" fmla="*/ 614237 w 2915191"/>
                <a:gd name="connsiteY63" fmla="*/ 558016 h 593486"/>
                <a:gd name="connsiteX64" fmla="*/ 623987 w 2915191"/>
                <a:gd name="connsiteY64" fmla="*/ 551215 h 593486"/>
                <a:gd name="connsiteX65" fmla="*/ 633736 w 2915191"/>
                <a:gd name="connsiteY65" fmla="*/ 545119 h 593486"/>
                <a:gd name="connsiteX66" fmla="*/ 643486 w 2915191"/>
                <a:gd name="connsiteY66" fmla="*/ 572465 h 593486"/>
                <a:gd name="connsiteX67" fmla="*/ 653236 w 2915191"/>
                <a:gd name="connsiteY67" fmla="*/ 532412 h 593486"/>
                <a:gd name="connsiteX68" fmla="*/ 662985 w 2915191"/>
                <a:gd name="connsiteY68" fmla="*/ 496227 h 593486"/>
                <a:gd name="connsiteX69" fmla="*/ 672735 w 2915191"/>
                <a:gd name="connsiteY69" fmla="*/ 489856 h 593486"/>
                <a:gd name="connsiteX70" fmla="*/ 682485 w 2915191"/>
                <a:gd name="connsiteY70" fmla="*/ 530892 h 593486"/>
                <a:gd name="connsiteX71" fmla="*/ 692235 w 2915191"/>
                <a:gd name="connsiteY71" fmla="*/ 496777 h 593486"/>
                <a:gd name="connsiteX72" fmla="*/ 701985 w 2915191"/>
                <a:gd name="connsiteY72" fmla="*/ 504274 h 593486"/>
                <a:gd name="connsiteX73" fmla="*/ 711735 w 2915191"/>
                <a:gd name="connsiteY73" fmla="*/ 510175 h 593486"/>
                <a:gd name="connsiteX74" fmla="*/ 721485 w 2915191"/>
                <a:gd name="connsiteY74" fmla="*/ 490032 h 593486"/>
                <a:gd name="connsiteX75" fmla="*/ 731235 w 2915191"/>
                <a:gd name="connsiteY75" fmla="*/ 466022 h 593486"/>
                <a:gd name="connsiteX76" fmla="*/ 740985 w 2915191"/>
                <a:gd name="connsiteY76" fmla="*/ 459771 h 593486"/>
                <a:gd name="connsiteX77" fmla="*/ 750734 w 2915191"/>
                <a:gd name="connsiteY77" fmla="*/ 440111 h 593486"/>
                <a:gd name="connsiteX78" fmla="*/ 760484 w 2915191"/>
                <a:gd name="connsiteY78" fmla="*/ 419786 h 593486"/>
                <a:gd name="connsiteX79" fmla="*/ 770233 w 2915191"/>
                <a:gd name="connsiteY79" fmla="*/ 405942 h 593486"/>
                <a:gd name="connsiteX80" fmla="*/ 779983 w 2915191"/>
                <a:gd name="connsiteY80" fmla="*/ 404618 h 593486"/>
                <a:gd name="connsiteX81" fmla="*/ 789733 w 2915191"/>
                <a:gd name="connsiteY81" fmla="*/ 396423 h 593486"/>
                <a:gd name="connsiteX82" fmla="*/ 799482 w 2915191"/>
                <a:gd name="connsiteY82" fmla="*/ 421723 h 593486"/>
                <a:gd name="connsiteX83" fmla="*/ 809232 w 2915191"/>
                <a:gd name="connsiteY83" fmla="*/ 434769 h 593486"/>
                <a:gd name="connsiteX84" fmla="*/ 818982 w 2915191"/>
                <a:gd name="connsiteY84" fmla="*/ 455599 h 593486"/>
                <a:gd name="connsiteX85" fmla="*/ 828732 w 2915191"/>
                <a:gd name="connsiteY85" fmla="*/ 410866 h 593486"/>
                <a:gd name="connsiteX86" fmla="*/ 838482 w 2915191"/>
                <a:gd name="connsiteY86" fmla="*/ 402329 h 593486"/>
                <a:gd name="connsiteX87" fmla="*/ 848232 w 2915191"/>
                <a:gd name="connsiteY87" fmla="*/ 425476 h 593486"/>
                <a:gd name="connsiteX88" fmla="*/ 857982 w 2915191"/>
                <a:gd name="connsiteY88" fmla="*/ 440864 h 593486"/>
                <a:gd name="connsiteX89" fmla="*/ 867732 w 2915191"/>
                <a:gd name="connsiteY89" fmla="*/ 438240 h 593486"/>
                <a:gd name="connsiteX90" fmla="*/ 877482 w 2915191"/>
                <a:gd name="connsiteY90" fmla="*/ 410080 h 593486"/>
                <a:gd name="connsiteX91" fmla="*/ 887231 w 2915191"/>
                <a:gd name="connsiteY91" fmla="*/ 414774 h 593486"/>
                <a:gd name="connsiteX92" fmla="*/ 896981 w 2915191"/>
                <a:gd name="connsiteY92" fmla="*/ 386527 h 593486"/>
                <a:gd name="connsiteX93" fmla="*/ 906730 w 2915191"/>
                <a:gd name="connsiteY93" fmla="*/ 403938 h 593486"/>
                <a:gd name="connsiteX94" fmla="*/ 916480 w 2915191"/>
                <a:gd name="connsiteY94" fmla="*/ 363038 h 593486"/>
                <a:gd name="connsiteX95" fmla="*/ 926230 w 2915191"/>
                <a:gd name="connsiteY95" fmla="*/ 335373 h 593486"/>
                <a:gd name="connsiteX96" fmla="*/ 935979 w 2915191"/>
                <a:gd name="connsiteY96" fmla="*/ 347659 h 593486"/>
                <a:gd name="connsiteX97" fmla="*/ 945729 w 2915191"/>
                <a:gd name="connsiteY97" fmla="*/ 315030 h 593486"/>
                <a:gd name="connsiteX98" fmla="*/ 955479 w 2915191"/>
                <a:gd name="connsiteY98" fmla="*/ 310206 h 593486"/>
                <a:gd name="connsiteX99" fmla="*/ 965229 w 2915191"/>
                <a:gd name="connsiteY99" fmla="*/ 301293 h 593486"/>
                <a:gd name="connsiteX100" fmla="*/ 974979 w 2915191"/>
                <a:gd name="connsiteY100" fmla="*/ 335628 h 593486"/>
                <a:gd name="connsiteX101" fmla="*/ 984729 w 2915191"/>
                <a:gd name="connsiteY101" fmla="*/ 305311 h 593486"/>
                <a:gd name="connsiteX102" fmla="*/ 994474 w 2915191"/>
                <a:gd name="connsiteY102" fmla="*/ 269377 h 593486"/>
                <a:gd name="connsiteX103" fmla="*/ 1004233 w 2915191"/>
                <a:gd name="connsiteY103" fmla="*/ 243260 h 593486"/>
                <a:gd name="connsiteX104" fmla="*/ 1013977 w 2915191"/>
                <a:gd name="connsiteY104" fmla="*/ 250066 h 593486"/>
                <a:gd name="connsiteX105" fmla="*/ 1023721 w 2915191"/>
                <a:gd name="connsiteY105" fmla="*/ 249910 h 593486"/>
                <a:gd name="connsiteX106" fmla="*/ 1033480 w 2915191"/>
                <a:gd name="connsiteY106" fmla="*/ 262376 h 593486"/>
                <a:gd name="connsiteX107" fmla="*/ 1043224 w 2915191"/>
                <a:gd name="connsiteY107" fmla="*/ 268821 h 593486"/>
                <a:gd name="connsiteX108" fmla="*/ 1052983 w 2915191"/>
                <a:gd name="connsiteY108" fmla="*/ 288602 h 593486"/>
                <a:gd name="connsiteX109" fmla="*/ 1062727 w 2915191"/>
                <a:gd name="connsiteY109" fmla="*/ 270119 h 593486"/>
                <a:gd name="connsiteX110" fmla="*/ 1072471 w 2915191"/>
                <a:gd name="connsiteY110" fmla="*/ 265740 h 593486"/>
                <a:gd name="connsiteX111" fmla="*/ 1082230 w 2915191"/>
                <a:gd name="connsiteY111" fmla="*/ 268063 h 593486"/>
                <a:gd name="connsiteX112" fmla="*/ 1091973 w 2915191"/>
                <a:gd name="connsiteY112" fmla="*/ 304392 h 593486"/>
                <a:gd name="connsiteX113" fmla="*/ 1101732 w 2915191"/>
                <a:gd name="connsiteY113" fmla="*/ 294182 h 593486"/>
                <a:gd name="connsiteX114" fmla="*/ 1111476 w 2915191"/>
                <a:gd name="connsiteY114" fmla="*/ 268468 h 593486"/>
                <a:gd name="connsiteX115" fmla="*/ 1121220 w 2915191"/>
                <a:gd name="connsiteY115" fmla="*/ 262644 h 593486"/>
                <a:gd name="connsiteX116" fmla="*/ 1130979 w 2915191"/>
                <a:gd name="connsiteY116" fmla="*/ 317919 h 593486"/>
                <a:gd name="connsiteX117" fmla="*/ 1140723 w 2915191"/>
                <a:gd name="connsiteY117" fmla="*/ 338885 h 593486"/>
                <a:gd name="connsiteX118" fmla="*/ 1150482 w 2915191"/>
                <a:gd name="connsiteY118" fmla="*/ 342933 h 593486"/>
                <a:gd name="connsiteX119" fmla="*/ 1160226 w 2915191"/>
                <a:gd name="connsiteY119" fmla="*/ 343204 h 593486"/>
                <a:gd name="connsiteX120" fmla="*/ 1169969 w 2915191"/>
                <a:gd name="connsiteY120" fmla="*/ 351291 h 593486"/>
                <a:gd name="connsiteX121" fmla="*/ 1179728 w 2915191"/>
                <a:gd name="connsiteY121" fmla="*/ 335360 h 593486"/>
                <a:gd name="connsiteX122" fmla="*/ 1189472 w 2915191"/>
                <a:gd name="connsiteY122" fmla="*/ 356483 h 593486"/>
                <a:gd name="connsiteX123" fmla="*/ 1199231 w 2915191"/>
                <a:gd name="connsiteY123" fmla="*/ 357143 h 593486"/>
                <a:gd name="connsiteX124" fmla="*/ 1208975 w 2915191"/>
                <a:gd name="connsiteY124" fmla="*/ 358787 h 593486"/>
                <a:gd name="connsiteX125" fmla="*/ 1218719 w 2915191"/>
                <a:gd name="connsiteY125" fmla="*/ 377233 h 593486"/>
                <a:gd name="connsiteX126" fmla="*/ 1228478 w 2915191"/>
                <a:gd name="connsiteY126" fmla="*/ 373245 h 593486"/>
                <a:gd name="connsiteX127" fmla="*/ 1238222 w 2915191"/>
                <a:gd name="connsiteY127" fmla="*/ 356115 h 593486"/>
                <a:gd name="connsiteX128" fmla="*/ 1247966 w 2915191"/>
                <a:gd name="connsiteY128" fmla="*/ 351136 h 593486"/>
                <a:gd name="connsiteX129" fmla="*/ 1257725 w 2915191"/>
                <a:gd name="connsiteY129" fmla="*/ 362437 h 593486"/>
                <a:gd name="connsiteX130" fmla="*/ 1267469 w 2915191"/>
                <a:gd name="connsiteY130" fmla="*/ 374073 h 593486"/>
                <a:gd name="connsiteX131" fmla="*/ 1277227 w 2915191"/>
                <a:gd name="connsiteY131" fmla="*/ 382963 h 593486"/>
                <a:gd name="connsiteX132" fmla="*/ 1286971 w 2915191"/>
                <a:gd name="connsiteY132" fmla="*/ 378912 h 593486"/>
                <a:gd name="connsiteX133" fmla="*/ 1296715 w 2915191"/>
                <a:gd name="connsiteY133" fmla="*/ 386016 h 593486"/>
                <a:gd name="connsiteX134" fmla="*/ 1306474 w 2915191"/>
                <a:gd name="connsiteY134" fmla="*/ 421242 h 593486"/>
                <a:gd name="connsiteX135" fmla="*/ 1316218 w 2915191"/>
                <a:gd name="connsiteY135" fmla="*/ 429140 h 593486"/>
                <a:gd name="connsiteX136" fmla="*/ 1325977 w 2915191"/>
                <a:gd name="connsiteY136" fmla="*/ 446834 h 593486"/>
                <a:gd name="connsiteX137" fmla="*/ 1335721 w 2915191"/>
                <a:gd name="connsiteY137" fmla="*/ 453731 h 593486"/>
                <a:gd name="connsiteX138" fmla="*/ 1345465 w 2915191"/>
                <a:gd name="connsiteY138" fmla="*/ 444772 h 593486"/>
                <a:gd name="connsiteX139" fmla="*/ 1355224 w 2915191"/>
                <a:gd name="connsiteY139" fmla="*/ 439308 h 593486"/>
                <a:gd name="connsiteX140" fmla="*/ 1364967 w 2915191"/>
                <a:gd name="connsiteY140" fmla="*/ 423222 h 593486"/>
                <a:gd name="connsiteX141" fmla="*/ 1374726 w 2915191"/>
                <a:gd name="connsiteY141" fmla="*/ 397083 h 593486"/>
                <a:gd name="connsiteX142" fmla="*/ 1384470 w 2915191"/>
                <a:gd name="connsiteY142" fmla="*/ 394004 h 593486"/>
                <a:gd name="connsiteX143" fmla="*/ 1394214 w 2915191"/>
                <a:gd name="connsiteY143" fmla="*/ 385225 h 593486"/>
                <a:gd name="connsiteX144" fmla="*/ 1403973 w 2915191"/>
                <a:gd name="connsiteY144" fmla="*/ 375870 h 593486"/>
                <a:gd name="connsiteX145" fmla="*/ 1413717 w 2915191"/>
                <a:gd name="connsiteY145" fmla="*/ 358972 h 593486"/>
                <a:gd name="connsiteX146" fmla="*/ 1423476 w 2915191"/>
                <a:gd name="connsiteY146" fmla="*/ 384151 h 593486"/>
                <a:gd name="connsiteX147" fmla="*/ 1433220 w 2915191"/>
                <a:gd name="connsiteY147" fmla="*/ 404223 h 593486"/>
                <a:gd name="connsiteX148" fmla="*/ 1442964 w 2915191"/>
                <a:gd name="connsiteY148" fmla="*/ 406915 h 593486"/>
                <a:gd name="connsiteX149" fmla="*/ 1452722 w 2915191"/>
                <a:gd name="connsiteY149" fmla="*/ 383145 h 593486"/>
                <a:gd name="connsiteX150" fmla="*/ 1462466 w 2915191"/>
                <a:gd name="connsiteY150" fmla="*/ 393840 h 593486"/>
                <a:gd name="connsiteX151" fmla="*/ 1472225 w 2915191"/>
                <a:gd name="connsiteY151" fmla="*/ 379313 h 593486"/>
                <a:gd name="connsiteX152" fmla="*/ 1481969 w 2915191"/>
                <a:gd name="connsiteY152" fmla="*/ 344469 h 593486"/>
                <a:gd name="connsiteX153" fmla="*/ 1491713 w 2915191"/>
                <a:gd name="connsiteY153" fmla="*/ 328512 h 593486"/>
                <a:gd name="connsiteX154" fmla="*/ 1501472 w 2915191"/>
                <a:gd name="connsiteY154" fmla="*/ 322503 h 593486"/>
                <a:gd name="connsiteX155" fmla="*/ 1511216 w 2915191"/>
                <a:gd name="connsiteY155" fmla="*/ 298874 h 593486"/>
                <a:gd name="connsiteX156" fmla="*/ 1520960 w 2915191"/>
                <a:gd name="connsiteY156" fmla="*/ 290843 h 593486"/>
                <a:gd name="connsiteX157" fmla="*/ 1530719 w 2915191"/>
                <a:gd name="connsiteY157" fmla="*/ 300265 h 593486"/>
                <a:gd name="connsiteX158" fmla="*/ 1540463 w 2915191"/>
                <a:gd name="connsiteY158" fmla="*/ 305264 h 593486"/>
                <a:gd name="connsiteX159" fmla="*/ 1550221 w 2915191"/>
                <a:gd name="connsiteY159" fmla="*/ 318308 h 593486"/>
                <a:gd name="connsiteX160" fmla="*/ 1559965 w 2915191"/>
                <a:gd name="connsiteY160" fmla="*/ 334436 h 593486"/>
                <a:gd name="connsiteX161" fmla="*/ 1569709 w 2915191"/>
                <a:gd name="connsiteY161" fmla="*/ 356276 h 593486"/>
                <a:gd name="connsiteX162" fmla="*/ 1579468 w 2915191"/>
                <a:gd name="connsiteY162" fmla="*/ 364572 h 593486"/>
                <a:gd name="connsiteX163" fmla="*/ 1589212 w 2915191"/>
                <a:gd name="connsiteY163" fmla="*/ 328853 h 593486"/>
                <a:gd name="connsiteX164" fmla="*/ 1598971 w 2915191"/>
                <a:gd name="connsiteY164" fmla="*/ 338010 h 593486"/>
                <a:gd name="connsiteX165" fmla="*/ 1608715 w 2915191"/>
                <a:gd name="connsiteY165" fmla="*/ 345428 h 593486"/>
                <a:gd name="connsiteX166" fmla="*/ 1618459 w 2915191"/>
                <a:gd name="connsiteY166" fmla="*/ 402795 h 593486"/>
                <a:gd name="connsiteX167" fmla="*/ 1628218 w 2915191"/>
                <a:gd name="connsiteY167" fmla="*/ 417280 h 593486"/>
                <a:gd name="connsiteX168" fmla="*/ 1637962 w 2915191"/>
                <a:gd name="connsiteY168" fmla="*/ 430844 h 593486"/>
                <a:gd name="connsiteX169" fmla="*/ 1647720 w 2915191"/>
                <a:gd name="connsiteY169" fmla="*/ 453483 h 593486"/>
                <a:gd name="connsiteX170" fmla="*/ 1657464 w 2915191"/>
                <a:gd name="connsiteY170" fmla="*/ 458564 h 593486"/>
                <a:gd name="connsiteX171" fmla="*/ 1667208 w 2915191"/>
                <a:gd name="connsiteY171" fmla="*/ 449726 h 593486"/>
                <a:gd name="connsiteX172" fmla="*/ 1676967 w 2915191"/>
                <a:gd name="connsiteY172" fmla="*/ 437500 h 593486"/>
                <a:gd name="connsiteX173" fmla="*/ 1686711 w 2915191"/>
                <a:gd name="connsiteY173" fmla="*/ 418057 h 593486"/>
                <a:gd name="connsiteX174" fmla="*/ 1696470 w 2915191"/>
                <a:gd name="connsiteY174" fmla="*/ 397320 h 593486"/>
                <a:gd name="connsiteX175" fmla="*/ 1706214 w 2915191"/>
                <a:gd name="connsiteY175" fmla="*/ 430062 h 593486"/>
                <a:gd name="connsiteX176" fmla="*/ 1715958 w 2915191"/>
                <a:gd name="connsiteY176" fmla="*/ 423469 h 593486"/>
                <a:gd name="connsiteX177" fmla="*/ 1725716 w 2915191"/>
                <a:gd name="connsiteY177" fmla="*/ 389847 h 593486"/>
                <a:gd name="connsiteX178" fmla="*/ 1735460 w 2915191"/>
                <a:gd name="connsiteY178" fmla="*/ 364675 h 593486"/>
                <a:gd name="connsiteX179" fmla="*/ 1745219 w 2915191"/>
                <a:gd name="connsiteY179" fmla="*/ 391144 h 593486"/>
                <a:gd name="connsiteX180" fmla="*/ 1754963 w 2915191"/>
                <a:gd name="connsiteY180" fmla="*/ 354685 h 593486"/>
                <a:gd name="connsiteX181" fmla="*/ 1764707 w 2915191"/>
                <a:gd name="connsiteY181" fmla="*/ 318650 h 593486"/>
                <a:gd name="connsiteX182" fmla="*/ 1774466 w 2915191"/>
                <a:gd name="connsiteY182" fmla="*/ 297187 h 593486"/>
                <a:gd name="connsiteX183" fmla="*/ 1784210 w 2915191"/>
                <a:gd name="connsiteY183" fmla="*/ 264820 h 593486"/>
                <a:gd name="connsiteX184" fmla="*/ 1793969 w 2915191"/>
                <a:gd name="connsiteY184" fmla="*/ 265276 h 593486"/>
                <a:gd name="connsiteX185" fmla="*/ 1803713 w 2915191"/>
                <a:gd name="connsiteY185" fmla="*/ 267967 h 593486"/>
                <a:gd name="connsiteX186" fmla="*/ 1813457 w 2915191"/>
                <a:gd name="connsiteY186" fmla="*/ 271757 h 593486"/>
                <a:gd name="connsiteX187" fmla="*/ 1823215 w 2915191"/>
                <a:gd name="connsiteY187" fmla="*/ 255416 h 593486"/>
                <a:gd name="connsiteX188" fmla="*/ 1832959 w 2915191"/>
                <a:gd name="connsiteY188" fmla="*/ 253377 h 593486"/>
                <a:gd name="connsiteX189" fmla="*/ 1842703 w 2915191"/>
                <a:gd name="connsiteY189" fmla="*/ 286756 h 593486"/>
                <a:gd name="connsiteX190" fmla="*/ 1852462 w 2915191"/>
                <a:gd name="connsiteY190" fmla="*/ 286941 h 593486"/>
                <a:gd name="connsiteX191" fmla="*/ 1862206 w 2915191"/>
                <a:gd name="connsiteY191" fmla="*/ 279889 h 593486"/>
                <a:gd name="connsiteX192" fmla="*/ 1871965 w 2915191"/>
                <a:gd name="connsiteY192" fmla="*/ 298291 h 593486"/>
                <a:gd name="connsiteX193" fmla="*/ 1881709 w 2915191"/>
                <a:gd name="connsiteY193" fmla="*/ 284450 h 593486"/>
                <a:gd name="connsiteX194" fmla="*/ 1891453 w 2915191"/>
                <a:gd name="connsiteY194" fmla="*/ 271740 h 593486"/>
                <a:gd name="connsiteX195" fmla="*/ 1901212 w 2915191"/>
                <a:gd name="connsiteY195" fmla="*/ 254510 h 593486"/>
                <a:gd name="connsiteX196" fmla="*/ 1910956 w 2915191"/>
                <a:gd name="connsiteY196" fmla="*/ 275467 h 593486"/>
                <a:gd name="connsiteX197" fmla="*/ 1920714 w 2915191"/>
                <a:gd name="connsiteY197" fmla="*/ 291001 h 593486"/>
                <a:gd name="connsiteX198" fmla="*/ 1930458 w 2915191"/>
                <a:gd name="connsiteY198" fmla="*/ 285390 h 593486"/>
                <a:gd name="connsiteX199" fmla="*/ 1940202 w 2915191"/>
                <a:gd name="connsiteY199" fmla="*/ 257225 h 593486"/>
                <a:gd name="connsiteX200" fmla="*/ 1949961 w 2915191"/>
                <a:gd name="connsiteY200" fmla="*/ 263423 h 593486"/>
                <a:gd name="connsiteX201" fmla="*/ 1959705 w 2915191"/>
                <a:gd name="connsiteY201" fmla="*/ 285186 h 593486"/>
                <a:gd name="connsiteX202" fmla="*/ 1969464 w 2915191"/>
                <a:gd name="connsiteY202" fmla="*/ 288192 h 593486"/>
                <a:gd name="connsiteX203" fmla="*/ 1979208 w 2915191"/>
                <a:gd name="connsiteY203" fmla="*/ 296137 h 593486"/>
                <a:gd name="connsiteX204" fmla="*/ 1988952 w 2915191"/>
                <a:gd name="connsiteY204" fmla="*/ 329248 h 593486"/>
                <a:gd name="connsiteX205" fmla="*/ 1998711 w 2915191"/>
                <a:gd name="connsiteY205" fmla="*/ 314750 h 593486"/>
                <a:gd name="connsiteX206" fmla="*/ 2008454 w 2915191"/>
                <a:gd name="connsiteY206" fmla="*/ 315712 h 593486"/>
                <a:gd name="connsiteX207" fmla="*/ 2018213 w 2915191"/>
                <a:gd name="connsiteY207" fmla="*/ 301727 h 593486"/>
                <a:gd name="connsiteX208" fmla="*/ 2027957 w 2915191"/>
                <a:gd name="connsiteY208" fmla="*/ 314425 h 593486"/>
                <a:gd name="connsiteX209" fmla="*/ 2037701 w 2915191"/>
                <a:gd name="connsiteY209" fmla="*/ 305659 h 593486"/>
                <a:gd name="connsiteX210" fmla="*/ 2047460 w 2915191"/>
                <a:gd name="connsiteY210" fmla="*/ 271844 h 593486"/>
                <a:gd name="connsiteX211" fmla="*/ 2057204 w 2915191"/>
                <a:gd name="connsiteY211" fmla="*/ 259409 h 593486"/>
                <a:gd name="connsiteX212" fmla="*/ 2066963 w 2915191"/>
                <a:gd name="connsiteY212" fmla="*/ 278455 h 593486"/>
                <a:gd name="connsiteX213" fmla="*/ 2076707 w 2915191"/>
                <a:gd name="connsiteY213" fmla="*/ 302649 h 593486"/>
                <a:gd name="connsiteX214" fmla="*/ 2086451 w 2915191"/>
                <a:gd name="connsiteY214" fmla="*/ 262301 h 593486"/>
                <a:gd name="connsiteX215" fmla="*/ 2096210 w 2915191"/>
                <a:gd name="connsiteY215" fmla="*/ 232344 h 593486"/>
                <a:gd name="connsiteX216" fmla="*/ 2105954 w 2915191"/>
                <a:gd name="connsiteY216" fmla="*/ 213867 h 593486"/>
                <a:gd name="connsiteX217" fmla="*/ 2115697 w 2915191"/>
                <a:gd name="connsiteY217" fmla="*/ 206996 h 593486"/>
                <a:gd name="connsiteX218" fmla="*/ 2125456 w 2915191"/>
                <a:gd name="connsiteY218" fmla="*/ 199715 h 593486"/>
                <a:gd name="connsiteX219" fmla="*/ 2135200 w 2915191"/>
                <a:gd name="connsiteY219" fmla="*/ 206060 h 593486"/>
                <a:gd name="connsiteX220" fmla="*/ 2144959 w 2915191"/>
                <a:gd name="connsiteY220" fmla="*/ 208215 h 593486"/>
                <a:gd name="connsiteX221" fmla="*/ 2154703 w 2915191"/>
                <a:gd name="connsiteY221" fmla="*/ 209606 h 593486"/>
                <a:gd name="connsiteX222" fmla="*/ 2164447 w 2915191"/>
                <a:gd name="connsiteY222" fmla="*/ 176973 h 593486"/>
                <a:gd name="connsiteX223" fmla="*/ 2174206 w 2915191"/>
                <a:gd name="connsiteY223" fmla="*/ 169729 h 593486"/>
                <a:gd name="connsiteX224" fmla="*/ 2183950 w 2915191"/>
                <a:gd name="connsiteY224" fmla="*/ 165581 h 593486"/>
                <a:gd name="connsiteX225" fmla="*/ 2193709 w 2915191"/>
                <a:gd name="connsiteY225" fmla="*/ 159452 h 593486"/>
                <a:gd name="connsiteX226" fmla="*/ 2203452 w 2915191"/>
                <a:gd name="connsiteY226" fmla="*/ 157376 h 593486"/>
                <a:gd name="connsiteX227" fmla="*/ 2213196 w 2915191"/>
                <a:gd name="connsiteY227" fmla="*/ 161250 h 593486"/>
                <a:gd name="connsiteX228" fmla="*/ 2222955 w 2915191"/>
                <a:gd name="connsiteY228" fmla="*/ 164704 h 593486"/>
                <a:gd name="connsiteX229" fmla="*/ 2232699 w 2915191"/>
                <a:gd name="connsiteY229" fmla="*/ 169740 h 593486"/>
                <a:gd name="connsiteX230" fmla="*/ 2242458 w 2915191"/>
                <a:gd name="connsiteY230" fmla="*/ 216222 h 593486"/>
                <a:gd name="connsiteX231" fmla="*/ 2252202 w 2915191"/>
                <a:gd name="connsiteY231" fmla="*/ 222664 h 593486"/>
                <a:gd name="connsiteX232" fmla="*/ 2261946 w 2915191"/>
                <a:gd name="connsiteY232" fmla="*/ 204325 h 593486"/>
                <a:gd name="connsiteX233" fmla="*/ 2271705 w 2915191"/>
                <a:gd name="connsiteY233" fmla="*/ 194529 h 593486"/>
                <a:gd name="connsiteX234" fmla="*/ 2281449 w 2915191"/>
                <a:gd name="connsiteY234" fmla="*/ 192075 h 593486"/>
                <a:gd name="connsiteX235" fmla="*/ 2291208 w 2915191"/>
                <a:gd name="connsiteY235" fmla="*/ 175565 h 593486"/>
                <a:gd name="connsiteX236" fmla="*/ 2300951 w 2915191"/>
                <a:gd name="connsiteY236" fmla="*/ 163421 h 593486"/>
                <a:gd name="connsiteX237" fmla="*/ 2310695 w 2915191"/>
                <a:gd name="connsiteY237" fmla="*/ 172700 h 593486"/>
                <a:gd name="connsiteX238" fmla="*/ 2320454 w 2915191"/>
                <a:gd name="connsiteY238" fmla="*/ 134824 h 593486"/>
                <a:gd name="connsiteX239" fmla="*/ 2330198 w 2915191"/>
                <a:gd name="connsiteY239" fmla="*/ 128799 h 593486"/>
                <a:gd name="connsiteX240" fmla="*/ 2339957 w 2915191"/>
                <a:gd name="connsiteY240" fmla="*/ 89556 h 593486"/>
                <a:gd name="connsiteX241" fmla="*/ 2349701 w 2915191"/>
                <a:gd name="connsiteY241" fmla="*/ 80678 h 593486"/>
                <a:gd name="connsiteX242" fmla="*/ 2359445 w 2915191"/>
                <a:gd name="connsiteY242" fmla="*/ 56241 h 593486"/>
                <a:gd name="connsiteX243" fmla="*/ 2369204 w 2915191"/>
                <a:gd name="connsiteY243" fmla="*/ 42544 h 593486"/>
                <a:gd name="connsiteX244" fmla="*/ 2378948 w 2915191"/>
                <a:gd name="connsiteY244" fmla="*/ 28362 h 593486"/>
                <a:gd name="connsiteX245" fmla="*/ 2388692 w 2915191"/>
                <a:gd name="connsiteY245" fmla="*/ 26614 h 593486"/>
                <a:gd name="connsiteX246" fmla="*/ 2398450 w 2915191"/>
                <a:gd name="connsiteY246" fmla="*/ 24159 h 593486"/>
                <a:gd name="connsiteX247" fmla="*/ 2408194 w 2915191"/>
                <a:gd name="connsiteY247" fmla="*/ 27626 h 593486"/>
                <a:gd name="connsiteX248" fmla="*/ 2417953 w 2915191"/>
                <a:gd name="connsiteY248" fmla="*/ 23467 h 593486"/>
                <a:gd name="connsiteX249" fmla="*/ 2427697 w 2915191"/>
                <a:gd name="connsiteY249" fmla="*/ 7290 h 593486"/>
                <a:gd name="connsiteX250" fmla="*/ 2437441 w 2915191"/>
                <a:gd name="connsiteY250" fmla="*/ 0 h 593486"/>
                <a:gd name="connsiteX251" fmla="*/ 2447200 w 2915191"/>
                <a:gd name="connsiteY251" fmla="*/ 28485 h 593486"/>
                <a:gd name="connsiteX252" fmla="*/ 2456944 w 2915191"/>
                <a:gd name="connsiteY252" fmla="*/ 33225 h 593486"/>
                <a:gd name="connsiteX253" fmla="*/ 2466703 w 2915191"/>
                <a:gd name="connsiteY253" fmla="*/ 26108 h 593486"/>
                <a:gd name="connsiteX254" fmla="*/ 2476446 w 2915191"/>
                <a:gd name="connsiteY254" fmla="*/ 42846 h 593486"/>
                <a:gd name="connsiteX255" fmla="*/ 2486190 w 2915191"/>
                <a:gd name="connsiteY255" fmla="*/ 55843 h 593486"/>
                <a:gd name="connsiteX256" fmla="*/ 2495949 w 2915191"/>
                <a:gd name="connsiteY256" fmla="*/ 38197 h 593486"/>
                <a:gd name="connsiteX257" fmla="*/ 2505693 w 2915191"/>
                <a:gd name="connsiteY257" fmla="*/ 31355 h 593486"/>
                <a:gd name="connsiteX258" fmla="*/ 2515452 w 2915191"/>
                <a:gd name="connsiteY258" fmla="*/ 15155 h 593486"/>
                <a:gd name="connsiteX259" fmla="*/ 2525196 w 2915191"/>
                <a:gd name="connsiteY259" fmla="*/ 41193 h 593486"/>
                <a:gd name="connsiteX260" fmla="*/ 2534940 w 2915191"/>
                <a:gd name="connsiteY260" fmla="*/ 12535 h 593486"/>
                <a:gd name="connsiteX261" fmla="*/ 2544699 w 2915191"/>
                <a:gd name="connsiteY261" fmla="*/ 45311 h 593486"/>
                <a:gd name="connsiteX262" fmla="*/ 2554443 w 2915191"/>
                <a:gd name="connsiteY262" fmla="*/ 72330 h 593486"/>
                <a:gd name="connsiteX263" fmla="*/ 2564202 w 2915191"/>
                <a:gd name="connsiteY263" fmla="*/ 94330 h 593486"/>
                <a:gd name="connsiteX264" fmla="*/ 2573946 w 2915191"/>
                <a:gd name="connsiteY264" fmla="*/ 70447 h 593486"/>
                <a:gd name="connsiteX265" fmla="*/ 2583690 w 2915191"/>
                <a:gd name="connsiteY265" fmla="*/ 106662 h 593486"/>
                <a:gd name="connsiteX266" fmla="*/ 2593448 w 2915191"/>
                <a:gd name="connsiteY266" fmla="*/ 115293 h 593486"/>
                <a:gd name="connsiteX267" fmla="*/ 2603192 w 2915191"/>
                <a:gd name="connsiteY267" fmla="*/ 118034 h 593486"/>
                <a:gd name="connsiteX268" fmla="*/ 2612951 w 2915191"/>
                <a:gd name="connsiteY268" fmla="*/ 163281 h 593486"/>
                <a:gd name="connsiteX269" fmla="*/ 2622695 w 2915191"/>
                <a:gd name="connsiteY269" fmla="*/ 180275 h 593486"/>
                <a:gd name="connsiteX270" fmla="*/ 2632439 w 2915191"/>
                <a:gd name="connsiteY270" fmla="*/ 182992 h 593486"/>
                <a:gd name="connsiteX271" fmla="*/ 2642198 w 2915191"/>
                <a:gd name="connsiteY271" fmla="*/ 180336 h 593486"/>
                <a:gd name="connsiteX272" fmla="*/ 2651942 w 2915191"/>
                <a:gd name="connsiteY272" fmla="*/ 180498 h 593486"/>
                <a:gd name="connsiteX273" fmla="*/ 2661685 w 2915191"/>
                <a:gd name="connsiteY273" fmla="*/ 215499 h 593486"/>
                <a:gd name="connsiteX274" fmla="*/ 2671444 w 2915191"/>
                <a:gd name="connsiteY274" fmla="*/ 239391 h 593486"/>
                <a:gd name="connsiteX275" fmla="*/ 2681188 w 2915191"/>
                <a:gd name="connsiteY275" fmla="*/ 255105 h 593486"/>
                <a:gd name="connsiteX276" fmla="*/ 2690947 w 2915191"/>
                <a:gd name="connsiteY276" fmla="*/ 248590 h 593486"/>
                <a:gd name="connsiteX277" fmla="*/ 2700691 w 2915191"/>
                <a:gd name="connsiteY277" fmla="*/ 251611 h 593486"/>
                <a:gd name="connsiteX278" fmla="*/ 2710435 w 2915191"/>
                <a:gd name="connsiteY278" fmla="*/ 209116 h 593486"/>
                <a:gd name="connsiteX279" fmla="*/ 2720194 w 2915191"/>
                <a:gd name="connsiteY279" fmla="*/ 224178 h 593486"/>
                <a:gd name="connsiteX280" fmla="*/ 2729938 w 2915191"/>
                <a:gd name="connsiteY280" fmla="*/ 248131 h 593486"/>
                <a:gd name="connsiteX281" fmla="*/ 2739697 w 2915191"/>
                <a:gd name="connsiteY281" fmla="*/ 240508 h 593486"/>
                <a:gd name="connsiteX282" fmla="*/ 2749441 w 2915191"/>
                <a:gd name="connsiteY282" fmla="*/ 276056 h 593486"/>
                <a:gd name="connsiteX283" fmla="*/ 2759185 w 2915191"/>
                <a:gd name="connsiteY283" fmla="*/ 271842 h 593486"/>
                <a:gd name="connsiteX284" fmla="*/ 2768943 w 2915191"/>
                <a:gd name="connsiteY284" fmla="*/ 285247 h 593486"/>
                <a:gd name="connsiteX285" fmla="*/ 2778687 w 2915191"/>
                <a:gd name="connsiteY285" fmla="*/ 279851 h 593486"/>
                <a:gd name="connsiteX286" fmla="*/ 2788446 w 2915191"/>
                <a:gd name="connsiteY286" fmla="*/ 278410 h 593486"/>
                <a:gd name="connsiteX287" fmla="*/ 2798190 w 2915191"/>
                <a:gd name="connsiteY287" fmla="*/ 282763 h 593486"/>
                <a:gd name="connsiteX288" fmla="*/ 2807934 w 2915191"/>
                <a:gd name="connsiteY288" fmla="*/ 270302 h 593486"/>
                <a:gd name="connsiteX289" fmla="*/ 2817693 w 2915191"/>
                <a:gd name="connsiteY289" fmla="*/ 274055 h 593486"/>
                <a:gd name="connsiteX290" fmla="*/ 2827437 w 2915191"/>
                <a:gd name="connsiteY290" fmla="*/ 280962 h 593486"/>
                <a:gd name="connsiteX291" fmla="*/ 2837196 w 2915191"/>
                <a:gd name="connsiteY291" fmla="*/ 295039 h 593486"/>
                <a:gd name="connsiteX292" fmla="*/ 2846940 w 2915191"/>
                <a:gd name="connsiteY292" fmla="*/ 299601 h 593486"/>
                <a:gd name="connsiteX293" fmla="*/ 2856684 w 2915191"/>
                <a:gd name="connsiteY293" fmla="*/ 295950 h 593486"/>
                <a:gd name="connsiteX294" fmla="*/ 2866442 w 2915191"/>
                <a:gd name="connsiteY294" fmla="*/ 321755 h 593486"/>
                <a:gd name="connsiteX295" fmla="*/ 2876186 w 2915191"/>
                <a:gd name="connsiteY295" fmla="*/ 354191 h 593486"/>
                <a:gd name="connsiteX296" fmla="*/ 2885945 w 2915191"/>
                <a:gd name="connsiteY296" fmla="*/ 383184 h 593486"/>
                <a:gd name="connsiteX297" fmla="*/ 2895689 w 2915191"/>
                <a:gd name="connsiteY297" fmla="*/ 373786 h 593486"/>
                <a:gd name="connsiteX298" fmla="*/ 2905433 w 2915191"/>
                <a:gd name="connsiteY298" fmla="*/ 404862 h 593486"/>
                <a:gd name="connsiteX299" fmla="*/ 2915192 w 2915191"/>
                <a:gd name="connsiteY299" fmla="*/ 391109 h 593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93486">
                  <a:moveTo>
                    <a:pt x="0" y="482660"/>
                  </a:moveTo>
                  <a:lnTo>
                    <a:pt x="9750" y="477427"/>
                  </a:lnTo>
                  <a:lnTo>
                    <a:pt x="19500" y="434222"/>
                  </a:lnTo>
                  <a:lnTo>
                    <a:pt x="29250" y="410276"/>
                  </a:lnTo>
                  <a:lnTo>
                    <a:pt x="39000" y="392955"/>
                  </a:lnTo>
                  <a:lnTo>
                    <a:pt x="48749" y="424518"/>
                  </a:lnTo>
                  <a:lnTo>
                    <a:pt x="58499" y="423286"/>
                  </a:lnTo>
                  <a:lnTo>
                    <a:pt x="68249" y="433605"/>
                  </a:lnTo>
                  <a:lnTo>
                    <a:pt x="77998" y="453002"/>
                  </a:lnTo>
                  <a:lnTo>
                    <a:pt x="87748" y="456789"/>
                  </a:lnTo>
                  <a:lnTo>
                    <a:pt x="97497" y="434909"/>
                  </a:lnTo>
                  <a:lnTo>
                    <a:pt x="107247" y="447069"/>
                  </a:lnTo>
                  <a:lnTo>
                    <a:pt x="116997" y="411331"/>
                  </a:lnTo>
                  <a:lnTo>
                    <a:pt x="126747" y="422549"/>
                  </a:lnTo>
                  <a:lnTo>
                    <a:pt x="136497" y="419512"/>
                  </a:lnTo>
                  <a:lnTo>
                    <a:pt x="146247" y="401206"/>
                  </a:lnTo>
                  <a:lnTo>
                    <a:pt x="155997" y="386934"/>
                  </a:lnTo>
                  <a:lnTo>
                    <a:pt x="165747" y="385599"/>
                  </a:lnTo>
                  <a:lnTo>
                    <a:pt x="175497" y="383175"/>
                  </a:lnTo>
                  <a:lnTo>
                    <a:pt x="185247" y="394100"/>
                  </a:lnTo>
                  <a:lnTo>
                    <a:pt x="194996" y="395525"/>
                  </a:lnTo>
                  <a:lnTo>
                    <a:pt x="204746" y="389665"/>
                  </a:lnTo>
                  <a:lnTo>
                    <a:pt x="214495" y="384644"/>
                  </a:lnTo>
                  <a:lnTo>
                    <a:pt x="224245" y="376025"/>
                  </a:lnTo>
                  <a:lnTo>
                    <a:pt x="233995" y="365268"/>
                  </a:lnTo>
                  <a:lnTo>
                    <a:pt x="243744" y="348264"/>
                  </a:lnTo>
                  <a:lnTo>
                    <a:pt x="253494" y="369493"/>
                  </a:lnTo>
                  <a:lnTo>
                    <a:pt x="263244" y="353036"/>
                  </a:lnTo>
                  <a:lnTo>
                    <a:pt x="272994" y="358817"/>
                  </a:lnTo>
                  <a:lnTo>
                    <a:pt x="282744" y="354967"/>
                  </a:lnTo>
                  <a:lnTo>
                    <a:pt x="292494" y="363516"/>
                  </a:lnTo>
                  <a:lnTo>
                    <a:pt x="302244" y="393472"/>
                  </a:lnTo>
                  <a:lnTo>
                    <a:pt x="311994" y="383209"/>
                  </a:lnTo>
                  <a:lnTo>
                    <a:pt x="321744" y="361025"/>
                  </a:lnTo>
                  <a:lnTo>
                    <a:pt x="331493" y="391825"/>
                  </a:lnTo>
                  <a:lnTo>
                    <a:pt x="341243" y="421859"/>
                  </a:lnTo>
                  <a:lnTo>
                    <a:pt x="350993" y="440995"/>
                  </a:lnTo>
                  <a:lnTo>
                    <a:pt x="360742" y="430786"/>
                  </a:lnTo>
                  <a:lnTo>
                    <a:pt x="370492" y="464695"/>
                  </a:lnTo>
                  <a:lnTo>
                    <a:pt x="380241" y="484715"/>
                  </a:lnTo>
                  <a:lnTo>
                    <a:pt x="389991" y="462077"/>
                  </a:lnTo>
                  <a:lnTo>
                    <a:pt x="399741" y="475808"/>
                  </a:lnTo>
                  <a:lnTo>
                    <a:pt x="409491" y="481221"/>
                  </a:lnTo>
                  <a:lnTo>
                    <a:pt x="419241" y="487824"/>
                  </a:lnTo>
                  <a:lnTo>
                    <a:pt x="428991" y="526004"/>
                  </a:lnTo>
                  <a:lnTo>
                    <a:pt x="438741" y="505694"/>
                  </a:lnTo>
                  <a:lnTo>
                    <a:pt x="448491" y="510646"/>
                  </a:lnTo>
                  <a:lnTo>
                    <a:pt x="458241" y="514843"/>
                  </a:lnTo>
                  <a:lnTo>
                    <a:pt x="467991" y="521001"/>
                  </a:lnTo>
                  <a:lnTo>
                    <a:pt x="477740" y="506647"/>
                  </a:lnTo>
                  <a:lnTo>
                    <a:pt x="487490" y="512494"/>
                  </a:lnTo>
                  <a:lnTo>
                    <a:pt x="497239" y="516347"/>
                  </a:lnTo>
                  <a:lnTo>
                    <a:pt x="506989" y="523070"/>
                  </a:lnTo>
                  <a:lnTo>
                    <a:pt x="516738" y="543914"/>
                  </a:lnTo>
                  <a:lnTo>
                    <a:pt x="526488" y="547441"/>
                  </a:lnTo>
                  <a:lnTo>
                    <a:pt x="536238" y="542748"/>
                  </a:lnTo>
                  <a:lnTo>
                    <a:pt x="545988" y="575643"/>
                  </a:lnTo>
                  <a:lnTo>
                    <a:pt x="555738" y="586034"/>
                  </a:lnTo>
                  <a:lnTo>
                    <a:pt x="565488" y="589508"/>
                  </a:lnTo>
                  <a:lnTo>
                    <a:pt x="575238" y="593486"/>
                  </a:lnTo>
                  <a:lnTo>
                    <a:pt x="584988" y="581723"/>
                  </a:lnTo>
                  <a:lnTo>
                    <a:pt x="594738" y="579621"/>
                  </a:lnTo>
                  <a:lnTo>
                    <a:pt x="604488" y="552967"/>
                  </a:lnTo>
                  <a:lnTo>
                    <a:pt x="614237" y="558016"/>
                  </a:lnTo>
                  <a:lnTo>
                    <a:pt x="623987" y="551215"/>
                  </a:lnTo>
                  <a:lnTo>
                    <a:pt x="633736" y="545119"/>
                  </a:lnTo>
                  <a:lnTo>
                    <a:pt x="643486" y="572465"/>
                  </a:lnTo>
                  <a:lnTo>
                    <a:pt x="653236" y="532412"/>
                  </a:lnTo>
                  <a:lnTo>
                    <a:pt x="662985" y="496227"/>
                  </a:lnTo>
                  <a:lnTo>
                    <a:pt x="672735" y="489856"/>
                  </a:lnTo>
                  <a:lnTo>
                    <a:pt x="682485" y="530892"/>
                  </a:lnTo>
                  <a:lnTo>
                    <a:pt x="692235" y="496777"/>
                  </a:lnTo>
                  <a:lnTo>
                    <a:pt x="701985" y="504274"/>
                  </a:lnTo>
                  <a:lnTo>
                    <a:pt x="711735" y="510175"/>
                  </a:lnTo>
                  <a:lnTo>
                    <a:pt x="721485" y="490032"/>
                  </a:lnTo>
                  <a:lnTo>
                    <a:pt x="731235" y="466022"/>
                  </a:lnTo>
                  <a:lnTo>
                    <a:pt x="740985" y="459771"/>
                  </a:lnTo>
                  <a:lnTo>
                    <a:pt x="750734" y="440111"/>
                  </a:lnTo>
                  <a:lnTo>
                    <a:pt x="760484" y="419786"/>
                  </a:lnTo>
                  <a:lnTo>
                    <a:pt x="770233" y="405942"/>
                  </a:lnTo>
                  <a:lnTo>
                    <a:pt x="779983" y="404618"/>
                  </a:lnTo>
                  <a:lnTo>
                    <a:pt x="789733" y="396423"/>
                  </a:lnTo>
                  <a:lnTo>
                    <a:pt x="799482" y="421723"/>
                  </a:lnTo>
                  <a:lnTo>
                    <a:pt x="809232" y="434769"/>
                  </a:lnTo>
                  <a:lnTo>
                    <a:pt x="818982" y="455599"/>
                  </a:lnTo>
                  <a:lnTo>
                    <a:pt x="828732" y="410866"/>
                  </a:lnTo>
                  <a:lnTo>
                    <a:pt x="838482" y="402329"/>
                  </a:lnTo>
                  <a:lnTo>
                    <a:pt x="848232" y="425476"/>
                  </a:lnTo>
                  <a:lnTo>
                    <a:pt x="857982" y="440864"/>
                  </a:lnTo>
                  <a:lnTo>
                    <a:pt x="867732" y="438240"/>
                  </a:lnTo>
                  <a:lnTo>
                    <a:pt x="877482" y="410080"/>
                  </a:lnTo>
                  <a:lnTo>
                    <a:pt x="887231" y="414774"/>
                  </a:lnTo>
                  <a:lnTo>
                    <a:pt x="896981" y="386527"/>
                  </a:lnTo>
                  <a:lnTo>
                    <a:pt x="906730" y="403938"/>
                  </a:lnTo>
                  <a:lnTo>
                    <a:pt x="916480" y="363038"/>
                  </a:lnTo>
                  <a:lnTo>
                    <a:pt x="926230" y="335373"/>
                  </a:lnTo>
                  <a:lnTo>
                    <a:pt x="935979" y="347659"/>
                  </a:lnTo>
                  <a:lnTo>
                    <a:pt x="945729" y="315030"/>
                  </a:lnTo>
                  <a:lnTo>
                    <a:pt x="955479" y="310206"/>
                  </a:lnTo>
                  <a:lnTo>
                    <a:pt x="965229" y="301293"/>
                  </a:lnTo>
                  <a:lnTo>
                    <a:pt x="974979" y="335628"/>
                  </a:lnTo>
                  <a:lnTo>
                    <a:pt x="984729" y="305311"/>
                  </a:lnTo>
                  <a:lnTo>
                    <a:pt x="994474" y="269377"/>
                  </a:lnTo>
                  <a:lnTo>
                    <a:pt x="1004233" y="243260"/>
                  </a:lnTo>
                  <a:lnTo>
                    <a:pt x="1013977" y="250066"/>
                  </a:lnTo>
                  <a:lnTo>
                    <a:pt x="1023721" y="249910"/>
                  </a:lnTo>
                  <a:lnTo>
                    <a:pt x="1033480" y="262376"/>
                  </a:lnTo>
                  <a:lnTo>
                    <a:pt x="1043224" y="268821"/>
                  </a:lnTo>
                  <a:lnTo>
                    <a:pt x="1052983" y="288602"/>
                  </a:lnTo>
                  <a:lnTo>
                    <a:pt x="1062727" y="270119"/>
                  </a:lnTo>
                  <a:lnTo>
                    <a:pt x="1072471" y="265740"/>
                  </a:lnTo>
                  <a:lnTo>
                    <a:pt x="1082230" y="268063"/>
                  </a:lnTo>
                  <a:lnTo>
                    <a:pt x="1091973" y="304392"/>
                  </a:lnTo>
                  <a:lnTo>
                    <a:pt x="1101732" y="294182"/>
                  </a:lnTo>
                  <a:lnTo>
                    <a:pt x="1111476" y="268468"/>
                  </a:lnTo>
                  <a:lnTo>
                    <a:pt x="1121220" y="262644"/>
                  </a:lnTo>
                  <a:lnTo>
                    <a:pt x="1130979" y="317919"/>
                  </a:lnTo>
                  <a:lnTo>
                    <a:pt x="1140723" y="338885"/>
                  </a:lnTo>
                  <a:lnTo>
                    <a:pt x="1150482" y="342933"/>
                  </a:lnTo>
                  <a:lnTo>
                    <a:pt x="1160226" y="343204"/>
                  </a:lnTo>
                  <a:lnTo>
                    <a:pt x="1169969" y="351291"/>
                  </a:lnTo>
                  <a:lnTo>
                    <a:pt x="1179728" y="335360"/>
                  </a:lnTo>
                  <a:lnTo>
                    <a:pt x="1189472" y="356483"/>
                  </a:lnTo>
                  <a:lnTo>
                    <a:pt x="1199231" y="357143"/>
                  </a:lnTo>
                  <a:lnTo>
                    <a:pt x="1208975" y="358787"/>
                  </a:lnTo>
                  <a:lnTo>
                    <a:pt x="1218719" y="377233"/>
                  </a:lnTo>
                  <a:lnTo>
                    <a:pt x="1228478" y="373245"/>
                  </a:lnTo>
                  <a:lnTo>
                    <a:pt x="1238222" y="356115"/>
                  </a:lnTo>
                  <a:lnTo>
                    <a:pt x="1247966" y="351136"/>
                  </a:lnTo>
                  <a:lnTo>
                    <a:pt x="1257725" y="362437"/>
                  </a:lnTo>
                  <a:lnTo>
                    <a:pt x="1267469" y="374073"/>
                  </a:lnTo>
                  <a:lnTo>
                    <a:pt x="1277227" y="382963"/>
                  </a:lnTo>
                  <a:lnTo>
                    <a:pt x="1286971" y="378912"/>
                  </a:lnTo>
                  <a:lnTo>
                    <a:pt x="1296715" y="386016"/>
                  </a:lnTo>
                  <a:lnTo>
                    <a:pt x="1306474" y="421242"/>
                  </a:lnTo>
                  <a:lnTo>
                    <a:pt x="1316218" y="429140"/>
                  </a:lnTo>
                  <a:lnTo>
                    <a:pt x="1325977" y="446834"/>
                  </a:lnTo>
                  <a:lnTo>
                    <a:pt x="1335721" y="453731"/>
                  </a:lnTo>
                  <a:lnTo>
                    <a:pt x="1345465" y="444772"/>
                  </a:lnTo>
                  <a:lnTo>
                    <a:pt x="1355224" y="439308"/>
                  </a:lnTo>
                  <a:lnTo>
                    <a:pt x="1364967" y="423222"/>
                  </a:lnTo>
                  <a:lnTo>
                    <a:pt x="1374726" y="397083"/>
                  </a:lnTo>
                  <a:lnTo>
                    <a:pt x="1384470" y="394004"/>
                  </a:lnTo>
                  <a:lnTo>
                    <a:pt x="1394214" y="385225"/>
                  </a:lnTo>
                  <a:lnTo>
                    <a:pt x="1403973" y="375870"/>
                  </a:lnTo>
                  <a:lnTo>
                    <a:pt x="1413717" y="358972"/>
                  </a:lnTo>
                  <a:lnTo>
                    <a:pt x="1423476" y="384151"/>
                  </a:lnTo>
                  <a:lnTo>
                    <a:pt x="1433220" y="404223"/>
                  </a:lnTo>
                  <a:lnTo>
                    <a:pt x="1442964" y="406915"/>
                  </a:lnTo>
                  <a:lnTo>
                    <a:pt x="1452722" y="383145"/>
                  </a:lnTo>
                  <a:lnTo>
                    <a:pt x="1462466" y="393840"/>
                  </a:lnTo>
                  <a:lnTo>
                    <a:pt x="1472225" y="379313"/>
                  </a:lnTo>
                  <a:lnTo>
                    <a:pt x="1481969" y="344469"/>
                  </a:lnTo>
                  <a:lnTo>
                    <a:pt x="1491713" y="328512"/>
                  </a:lnTo>
                  <a:lnTo>
                    <a:pt x="1501472" y="322503"/>
                  </a:lnTo>
                  <a:lnTo>
                    <a:pt x="1511216" y="298874"/>
                  </a:lnTo>
                  <a:lnTo>
                    <a:pt x="1520960" y="290843"/>
                  </a:lnTo>
                  <a:lnTo>
                    <a:pt x="1530719" y="300265"/>
                  </a:lnTo>
                  <a:lnTo>
                    <a:pt x="1540463" y="305264"/>
                  </a:lnTo>
                  <a:lnTo>
                    <a:pt x="1550221" y="318308"/>
                  </a:lnTo>
                  <a:lnTo>
                    <a:pt x="1559965" y="334436"/>
                  </a:lnTo>
                  <a:lnTo>
                    <a:pt x="1569709" y="356276"/>
                  </a:lnTo>
                  <a:lnTo>
                    <a:pt x="1579468" y="364572"/>
                  </a:lnTo>
                  <a:lnTo>
                    <a:pt x="1589212" y="328853"/>
                  </a:lnTo>
                  <a:lnTo>
                    <a:pt x="1598971" y="338010"/>
                  </a:lnTo>
                  <a:lnTo>
                    <a:pt x="1608715" y="345428"/>
                  </a:lnTo>
                  <a:lnTo>
                    <a:pt x="1618459" y="402795"/>
                  </a:lnTo>
                  <a:lnTo>
                    <a:pt x="1628218" y="417280"/>
                  </a:lnTo>
                  <a:lnTo>
                    <a:pt x="1637962" y="430844"/>
                  </a:lnTo>
                  <a:lnTo>
                    <a:pt x="1647720" y="453483"/>
                  </a:lnTo>
                  <a:lnTo>
                    <a:pt x="1657464" y="458564"/>
                  </a:lnTo>
                  <a:lnTo>
                    <a:pt x="1667208" y="449726"/>
                  </a:lnTo>
                  <a:lnTo>
                    <a:pt x="1676967" y="437500"/>
                  </a:lnTo>
                  <a:lnTo>
                    <a:pt x="1686711" y="418057"/>
                  </a:lnTo>
                  <a:lnTo>
                    <a:pt x="1696470" y="397320"/>
                  </a:lnTo>
                  <a:lnTo>
                    <a:pt x="1706214" y="430062"/>
                  </a:lnTo>
                  <a:lnTo>
                    <a:pt x="1715958" y="423469"/>
                  </a:lnTo>
                  <a:lnTo>
                    <a:pt x="1725716" y="389847"/>
                  </a:lnTo>
                  <a:lnTo>
                    <a:pt x="1735460" y="364675"/>
                  </a:lnTo>
                  <a:lnTo>
                    <a:pt x="1745219" y="391144"/>
                  </a:lnTo>
                  <a:lnTo>
                    <a:pt x="1754963" y="354685"/>
                  </a:lnTo>
                  <a:lnTo>
                    <a:pt x="1764707" y="318650"/>
                  </a:lnTo>
                  <a:lnTo>
                    <a:pt x="1774466" y="297187"/>
                  </a:lnTo>
                  <a:lnTo>
                    <a:pt x="1784210" y="264820"/>
                  </a:lnTo>
                  <a:lnTo>
                    <a:pt x="1793969" y="265276"/>
                  </a:lnTo>
                  <a:lnTo>
                    <a:pt x="1803713" y="267967"/>
                  </a:lnTo>
                  <a:lnTo>
                    <a:pt x="1813457" y="271757"/>
                  </a:lnTo>
                  <a:lnTo>
                    <a:pt x="1823215" y="255416"/>
                  </a:lnTo>
                  <a:lnTo>
                    <a:pt x="1832959" y="253377"/>
                  </a:lnTo>
                  <a:lnTo>
                    <a:pt x="1842703" y="286756"/>
                  </a:lnTo>
                  <a:lnTo>
                    <a:pt x="1852462" y="286941"/>
                  </a:lnTo>
                  <a:lnTo>
                    <a:pt x="1862206" y="279889"/>
                  </a:lnTo>
                  <a:lnTo>
                    <a:pt x="1871965" y="298291"/>
                  </a:lnTo>
                  <a:lnTo>
                    <a:pt x="1881709" y="284450"/>
                  </a:lnTo>
                  <a:lnTo>
                    <a:pt x="1891453" y="271740"/>
                  </a:lnTo>
                  <a:lnTo>
                    <a:pt x="1901212" y="254510"/>
                  </a:lnTo>
                  <a:lnTo>
                    <a:pt x="1910956" y="275467"/>
                  </a:lnTo>
                  <a:lnTo>
                    <a:pt x="1920714" y="291001"/>
                  </a:lnTo>
                  <a:lnTo>
                    <a:pt x="1930458" y="285390"/>
                  </a:lnTo>
                  <a:lnTo>
                    <a:pt x="1940202" y="257225"/>
                  </a:lnTo>
                  <a:lnTo>
                    <a:pt x="1949961" y="263423"/>
                  </a:lnTo>
                  <a:lnTo>
                    <a:pt x="1959705" y="285186"/>
                  </a:lnTo>
                  <a:lnTo>
                    <a:pt x="1969464" y="288192"/>
                  </a:lnTo>
                  <a:lnTo>
                    <a:pt x="1979208" y="296137"/>
                  </a:lnTo>
                  <a:lnTo>
                    <a:pt x="1988952" y="329248"/>
                  </a:lnTo>
                  <a:lnTo>
                    <a:pt x="1998711" y="314750"/>
                  </a:lnTo>
                  <a:lnTo>
                    <a:pt x="2008454" y="315712"/>
                  </a:lnTo>
                  <a:lnTo>
                    <a:pt x="2018213" y="301727"/>
                  </a:lnTo>
                  <a:lnTo>
                    <a:pt x="2027957" y="314425"/>
                  </a:lnTo>
                  <a:lnTo>
                    <a:pt x="2037701" y="305659"/>
                  </a:lnTo>
                  <a:lnTo>
                    <a:pt x="2047460" y="271844"/>
                  </a:lnTo>
                  <a:lnTo>
                    <a:pt x="2057204" y="259409"/>
                  </a:lnTo>
                  <a:lnTo>
                    <a:pt x="2066963" y="278455"/>
                  </a:lnTo>
                  <a:lnTo>
                    <a:pt x="2076707" y="302649"/>
                  </a:lnTo>
                  <a:lnTo>
                    <a:pt x="2086451" y="262301"/>
                  </a:lnTo>
                  <a:lnTo>
                    <a:pt x="2096210" y="232344"/>
                  </a:lnTo>
                  <a:lnTo>
                    <a:pt x="2105954" y="213867"/>
                  </a:lnTo>
                  <a:lnTo>
                    <a:pt x="2115697" y="206996"/>
                  </a:lnTo>
                  <a:lnTo>
                    <a:pt x="2125456" y="199715"/>
                  </a:lnTo>
                  <a:lnTo>
                    <a:pt x="2135200" y="206060"/>
                  </a:lnTo>
                  <a:lnTo>
                    <a:pt x="2144959" y="208215"/>
                  </a:lnTo>
                  <a:lnTo>
                    <a:pt x="2154703" y="209606"/>
                  </a:lnTo>
                  <a:lnTo>
                    <a:pt x="2164447" y="176973"/>
                  </a:lnTo>
                  <a:lnTo>
                    <a:pt x="2174206" y="169729"/>
                  </a:lnTo>
                  <a:lnTo>
                    <a:pt x="2183950" y="165581"/>
                  </a:lnTo>
                  <a:lnTo>
                    <a:pt x="2193709" y="159452"/>
                  </a:lnTo>
                  <a:lnTo>
                    <a:pt x="2203452" y="157376"/>
                  </a:lnTo>
                  <a:lnTo>
                    <a:pt x="2213196" y="161250"/>
                  </a:lnTo>
                  <a:lnTo>
                    <a:pt x="2222955" y="164704"/>
                  </a:lnTo>
                  <a:lnTo>
                    <a:pt x="2232699" y="169740"/>
                  </a:lnTo>
                  <a:lnTo>
                    <a:pt x="2242458" y="216222"/>
                  </a:lnTo>
                  <a:lnTo>
                    <a:pt x="2252202" y="222664"/>
                  </a:lnTo>
                  <a:lnTo>
                    <a:pt x="2261946" y="204325"/>
                  </a:lnTo>
                  <a:lnTo>
                    <a:pt x="2271705" y="194529"/>
                  </a:lnTo>
                  <a:lnTo>
                    <a:pt x="2281449" y="192075"/>
                  </a:lnTo>
                  <a:lnTo>
                    <a:pt x="2291208" y="175565"/>
                  </a:lnTo>
                  <a:lnTo>
                    <a:pt x="2300951" y="163421"/>
                  </a:lnTo>
                  <a:lnTo>
                    <a:pt x="2310695" y="172700"/>
                  </a:lnTo>
                  <a:lnTo>
                    <a:pt x="2320454" y="134824"/>
                  </a:lnTo>
                  <a:lnTo>
                    <a:pt x="2330198" y="128799"/>
                  </a:lnTo>
                  <a:lnTo>
                    <a:pt x="2339957" y="89556"/>
                  </a:lnTo>
                  <a:lnTo>
                    <a:pt x="2349701" y="80678"/>
                  </a:lnTo>
                  <a:lnTo>
                    <a:pt x="2359445" y="56241"/>
                  </a:lnTo>
                  <a:lnTo>
                    <a:pt x="2369204" y="42544"/>
                  </a:lnTo>
                  <a:lnTo>
                    <a:pt x="2378948" y="28362"/>
                  </a:lnTo>
                  <a:lnTo>
                    <a:pt x="2388692" y="26614"/>
                  </a:lnTo>
                  <a:lnTo>
                    <a:pt x="2398450" y="24159"/>
                  </a:lnTo>
                  <a:lnTo>
                    <a:pt x="2408194" y="27626"/>
                  </a:lnTo>
                  <a:lnTo>
                    <a:pt x="2417953" y="23467"/>
                  </a:lnTo>
                  <a:lnTo>
                    <a:pt x="2427697" y="7290"/>
                  </a:lnTo>
                  <a:lnTo>
                    <a:pt x="2437441" y="0"/>
                  </a:lnTo>
                  <a:lnTo>
                    <a:pt x="2447200" y="28485"/>
                  </a:lnTo>
                  <a:lnTo>
                    <a:pt x="2456944" y="33225"/>
                  </a:lnTo>
                  <a:lnTo>
                    <a:pt x="2466703" y="26108"/>
                  </a:lnTo>
                  <a:lnTo>
                    <a:pt x="2476446" y="42846"/>
                  </a:lnTo>
                  <a:lnTo>
                    <a:pt x="2486190" y="55843"/>
                  </a:lnTo>
                  <a:lnTo>
                    <a:pt x="2495949" y="38197"/>
                  </a:lnTo>
                  <a:lnTo>
                    <a:pt x="2505693" y="31355"/>
                  </a:lnTo>
                  <a:lnTo>
                    <a:pt x="2515452" y="15155"/>
                  </a:lnTo>
                  <a:lnTo>
                    <a:pt x="2525196" y="41193"/>
                  </a:lnTo>
                  <a:lnTo>
                    <a:pt x="2534940" y="12535"/>
                  </a:lnTo>
                  <a:lnTo>
                    <a:pt x="2544699" y="45311"/>
                  </a:lnTo>
                  <a:lnTo>
                    <a:pt x="2554443" y="72330"/>
                  </a:lnTo>
                  <a:lnTo>
                    <a:pt x="2564202" y="94330"/>
                  </a:lnTo>
                  <a:lnTo>
                    <a:pt x="2573946" y="70447"/>
                  </a:lnTo>
                  <a:lnTo>
                    <a:pt x="2583690" y="106662"/>
                  </a:lnTo>
                  <a:lnTo>
                    <a:pt x="2593448" y="115293"/>
                  </a:lnTo>
                  <a:lnTo>
                    <a:pt x="2603192" y="118034"/>
                  </a:lnTo>
                  <a:lnTo>
                    <a:pt x="2612951" y="163281"/>
                  </a:lnTo>
                  <a:lnTo>
                    <a:pt x="2622695" y="180275"/>
                  </a:lnTo>
                  <a:lnTo>
                    <a:pt x="2632439" y="182992"/>
                  </a:lnTo>
                  <a:lnTo>
                    <a:pt x="2642198" y="180336"/>
                  </a:lnTo>
                  <a:lnTo>
                    <a:pt x="2651942" y="180498"/>
                  </a:lnTo>
                  <a:lnTo>
                    <a:pt x="2661685" y="215499"/>
                  </a:lnTo>
                  <a:lnTo>
                    <a:pt x="2671444" y="239391"/>
                  </a:lnTo>
                  <a:lnTo>
                    <a:pt x="2681188" y="255105"/>
                  </a:lnTo>
                  <a:lnTo>
                    <a:pt x="2690947" y="248590"/>
                  </a:lnTo>
                  <a:lnTo>
                    <a:pt x="2700691" y="251611"/>
                  </a:lnTo>
                  <a:lnTo>
                    <a:pt x="2710435" y="209116"/>
                  </a:lnTo>
                  <a:lnTo>
                    <a:pt x="2720194" y="224178"/>
                  </a:lnTo>
                  <a:lnTo>
                    <a:pt x="2729938" y="248131"/>
                  </a:lnTo>
                  <a:lnTo>
                    <a:pt x="2739697" y="240508"/>
                  </a:lnTo>
                  <a:lnTo>
                    <a:pt x="2749441" y="276056"/>
                  </a:lnTo>
                  <a:lnTo>
                    <a:pt x="2759185" y="271842"/>
                  </a:lnTo>
                  <a:lnTo>
                    <a:pt x="2768943" y="285247"/>
                  </a:lnTo>
                  <a:lnTo>
                    <a:pt x="2778687" y="279851"/>
                  </a:lnTo>
                  <a:lnTo>
                    <a:pt x="2788446" y="278410"/>
                  </a:lnTo>
                  <a:lnTo>
                    <a:pt x="2798190" y="282763"/>
                  </a:lnTo>
                  <a:lnTo>
                    <a:pt x="2807934" y="270302"/>
                  </a:lnTo>
                  <a:lnTo>
                    <a:pt x="2817693" y="274055"/>
                  </a:lnTo>
                  <a:lnTo>
                    <a:pt x="2827437" y="280962"/>
                  </a:lnTo>
                  <a:lnTo>
                    <a:pt x="2837196" y="295039"/>
                  </a:lnTo>
                  <a:lnTo>
                    <a:pt x="2846940" y="299601"/>
                  </a:lnTo>
                  <a:lnTo>
                    <a:pt x="2856684" y="295950"/>
                  </a:lnTo>
                  <a:lnTo>
                    <a:pt x="2866442" y="321755"/>
                  </a:lnTo>
                  <a:lnTo>
                    <a:pt x="2876186" y="354191"/>
                  </a:lnTo>
                  <a:lnTo>
                    <a:pt x="2885945" y="383184"/>
                  </a:lnTo>
                  <a:lnTo>
                    <a:pt x="2895689" y="373786"/>
                  </a:lnTo>
                  <a:lnTo>
                    <a:pt x="2905433" y="404862"/>
                  </a:lnTo>
                  <a:lnTo>
                    <a:pt x="2915192" y="39110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2" name="Freeform 1031">
              <a:extLst>
                <a:ext uri="{FF2B5EF4-FFF2-40B4-BE49-F238E27FC236}">
                  <a16:creationId xmlns:a16="http://schemas.microsoft.com/office/drawing/2014/main" id="{1BF8216F-57FA-7957-AC02-9D64CCD07FAB}"/>
                </a:ext>
              </a:extLst>
            </p:cNvPr>
            <p:cNvSpPr/>
            <p:nvPr/>
          </p:nvSpPr>
          <p:spPr>
            <a:xfrm>
              <a:off x="4426652" y="3015105"/>
              <a:ext cx="2915191" cy="634055"/>
            </a:xfrm>
            <a:custGeom>
              <a:avLst/>
              <a:gdLst>
                <a:gd name="connsiteX0" fmla="*/ 0 w 2915191"/>
                <a:gd name="connsiteY0" fmla="*/ 629798 h 634055"/>
                <a:gd name="connsiteX1" fmla="*/ 9750 w 2915191"/>
                <a:gd name="connsiteY1" fmla="*/ 633475 h 634055"/>
                <a:gd name="connsiteX2" fmla="*/ 19500 w 2915191"/>
                <a:gd name="connsiteY2" fmla="*/ 624358 h 634055"/>
                <a:gd name="connsiteX3" fmla="*/ 29250 w 2915191"/>
                <a:gd name="connsiteY3" fmla="*/ 614138 h 634055"/>
                <a:gd name="connsiteX4" fmla="*/ 39000 w 2915191"/>
                <a:gd name="connsiteY4" fmla="*/ 618962 h 634055"/>
                <a:gd name="connsiteX5" fmla="*/ 48749 w 2915191"/>
                <a:gd name="connsiteY5" fmla="*/ 634056 h 634055"/>
                <a:gd name="connsiteX6" fmla="*/ 58499 w 2915191"/>
                <a:gd name="connsiteY6" fmla="*/ 610410 h 634055"/>
                <a:gd name="connsiteX7" fmla="*/ 68249 w 2915191"/>
                <a:gd name="connsiteY7" fmla="*/ 583960 h 634055"/>
                <a:gd name="connsiteX8" fmla="*/ 77998 w 2915191"/>
                <a:gd name="connsiteY8" fmla="*/ 566771 h 634055"/>
                <a:gd name="connsiteX9" fmla="*/ 87748 w 2915191"/>
                <a:gd name="connsiteY9" fmla="*/ 543695 h 634055"/>
                <a:gd name="connsiteX10" fmla="*/ 97497 w 2915191"/>
                <a:gd name="connsiteY10" fmla="*/ 523812 h 634055"/>
                <a:gd name="connsiteX11" fmla="*/ 107247 w 2915191"/>
                <a:gd name="connsiteY11" fmla="*/ 514754 h 634055"/>
                <a:gd name="connsiteX12" fmla="*/ 116997 w 2915191"/>
                <a:gd name="connsiteY12" fmla="*/ 487292 h 634055"/>
                <a:gd name="connsiteX13" fmla="*/ 126747 w 2915191"/>
                <a:gd name="connsiteY13" fmla="*/ 484052 h 634055"/>
                <a:gd name="connsiteX14" fmla="*/ 136497 w 2915191"/>
                <a:gd name="connsiteY14" fmla="*/ 464509 h 634055"/>
                <a:gd name="connsiteX15" fmla="*/ 146247 w 2915191"/>
                <a:gd name="connsiteY15" fmla="*/ 437261 h 634055"/>
                <a:gd name="connsiteX16" fmla="*/ 155997 w 2915191"/>
                <a:gd name="connsiteY16" fmla="*/ 469299 h 634055"/>
                <a:gd name="connsiteX17" fmla="*/ 165747 w 2915191"/>
                <a:gd name="connsiteY17" fmla="*/ 491358 h 634055"/>
                <a:gd name="connsiteX18" fmla="*/ 175497 w 2915191"/>
                <a:gd name="connsiteY18" fmla="*/ 433756 h 634055"/>
                <a:gd name="connsiteX19" fmla="*/ 185247 w 2915191"/>
                <a:gd name="connsiteY19" fmla="*/ 410188 h 634055"/>
                <a:gd name="connsiteX20" fmla="*/ 194996 w 2915191"/>
                <a:gd name="connsiteY20" fmla="*/ 404348 h 634055"/>
                <a:gd name="connsiteX21" fmla="*/ 204746 w 2915191"/>
                <a:gd name="connsiteY21" fmla="*/ 427505 h 634055"/>
                <a:gd name="connsiteX22" fmla="*/ 214495 w 2915191"/>
                <a:gd name="connsiteY22" fmla="*/ 437042 h 634055"/>
                <a:gd name="connsiteX23" fmla="*/ 224245 w 2915191"/>
                <a:gd name="connsiteY23" fmla="*/ 422544 h 634055"/>
                <a:gd name="connsiteX24" fmla="*/ 233995 w 2915191"/>
                <a:gd name="connsiteY24" fmla="*/ 447485 h 634055"/>
                <a:gd name="connsiteX25" fmla="*/ 243744 w 2915191"/>
                <a:gd name="connsiteY25" fmla="*/ 471970 h 634055"/>
                <a:gd name="connsiteX26" fmla="*/ 253494 w 2915191"/>
                <a:gd name="connsiteY26" fmla="*/ 473335 h 634055"/>
                <a:gd name="connsiteX27" fmla="*/ 263244 w 2915191"/>
                <a:gd name="connsiteY27" fmla="*/ 467827 h 634055"/>
                <a:gd name="connsiteX28" fmla="*/ 272994 w 2915191"/>
                <a:gd name="connsiteY28" fmla="*/ 504991 h 634055"/>
                <a:gd name="connsiteX29" fmla="*/ 282744 w 2915191"/>
                <a:gd name="connsiteY29" fmla="*/ 487608 h 634055"/>
                <a:gd name="connsiteX30" fmla="*/ 292494 w 2915191"/>
                <a:gd name="connsiteY30" fmla="*/ 511771 h 634055"/>
                <a:gd name="connsiteX31" fmla="*/ 302244 w 2915191"/>
                <a:gd name="connsiteY31" fmla="*/ 502856 h 634055"/>
                <a:gd name="connsiteX32" fmla="*/ 311994 w 2915191"/>
                <a:gd name="connsiteY32" fmla="*/ 517488 h 634055"/>
                <a:gd name="connsiteX33" fmla="*/ 321744 w 2915191"/>
                <a:gd name="connsiteY33" fmla="*/ 524618 h 634055"/>
                <a:gd name="connsiteX34" fmla="*/ 331493 w 2915191"/>
                <a:gd name="connsiteY34" fmla="*/ 521658 h 634055"/>
                <a:gd name="connsiteX35" fmla="*/ 341243 w 2915191"/>
                <a:gd name="connsiteY35" fmla="*/ 532698 h 634055"/>
                <a:gd name="connsiteX36" fmla="*/ 350993 w 2915191"/>
                <a:gd name="connsiteY36" fmla="*/ 529680 h 634055"/>
                <a:gd name="connsiteX37" fmla="*/ 360742 w 2915191"/>
                <a:gd name="connsiteY37" fmla="*/ 493891 h 634055"/>
                <a:gd name="connsiteX38" fmla="*/ 370492 w 2915191"/>
                <a:gd name="connsiteY38" fmla="*/ 459869 h 634055"/>
                <a:gd name="connsiteX39" fmla="*/ 380241 w 2915191"/>
                <a:gd name="connsiteY39" fmla="*/ 468242 h 634055"/>
                <a:gd name="connsiteX40" fmla="*/ 389991 w 2915191"/>
                <a:gd name="connsiteY40" fmla="*/ 450137 h 634055"/>
                <a:gd name="connsiteX41" fmla="*/ 399741 w 2915191"/>
                <a:gd name="connsiteY41" fmla="*/ 468981 h 634055"/>
                <a:gd name="connsiteX42" fmla="*/ 409491 w 2915191"/>
                <a:gd name="connsiteY42" fmla="*/ 456572 h 634055"/>
                <a:gd name="connsiteX43" fmla="*/ 419241 w 2915191"/>
                <a:gd name="connsiteY43" fmla="*/ 434916 h 634055"/>
                <a:gd name="connsiteX44" fmla="*/ 428991 w 2915191"/>
                <a:gd name="connsiteY44" fmla="*/ 431753 h 634055"/>
                <a:gd name="connsiteX45" fmla="*/ 438741 w 2915191"/>
                <a:gd name="connsiteY45" fmla="*/ 436755 h 634055"/>
                <a:gd name="connsiteX46" fmla="*/ 448491 w 2915191"/>
                <a:gd name="connsiteY46" fmla="*/ 469412 h 634055"/>
                <a:gd name="connsiteX47" fmla="*/ 458241 w 2915191"/>
                <a:gd name="connsiteY47" fmla="*/ 450687 h 634055"/>
                <a:gd name="connsiteX48" fmla="*/ 467991 w 2915191"/>
                <a:gd name="connsiteY48" fmla="*/ 447857 h 634055"/>
                <a:gd name="connsiteX49" fmla="*/ 477740 w 2915191"/>
                <a:gd name="connsiteY49" fmla="*/ 494905 h 634055"/>
                <a:gd name="connsiteX50" fmla="*/ 487490 w 2915191"/>
                <a:gd name="connsiteY50" fmla="*/ 498904 h 634055"/>
                <a:gd name="connsiteX51" fmla="*/ 497239 w 2915191"/>
                <a:gd name="connsiteY51" fmla="*/ 518099 h 634055"/>
                <a:gd name="connsiteX52" fmla="*/ 506989 w 2915191"/>
                <a:gd name="connsiteY52" fmla="*/ 474837 h 634055"/>
                <a:gd name="connsiteX53" fmla="*/ 516738 w 2915191"/>
                <a:gd name="connsiteY53" fmla="*/ 512520 h 634055"/>
                <a:gd name="connsiteX54" fmla="*/ 526488 w 2915191"/>
                <a:gd name="connsiteY54" fmla="*/ 503383 h 634055"/>
                <a:gd name="connsiteX55" fmla="*/ 536238 w 2915191"/>
                <a:gd name="connsiteY55" fmla="*/ 503757 h 634055"/>
                <a:gd name="connsiteX56" fmla="*/ 545988 w 2915191"/>
                <a:gd name="connsiteY56" fmla="*/ 519227 h 634055"/>
                <a:gd name="connsiteX57" fmla="*/ 555738 w 2915191"/>
                <a:gd name="connsiteY57" fmla="*/ 533717 h 634055"/>
                <a:gd name="connsiteX58" fmla="*/ 565488 w 2915191"/>
                <a:gd name="connsiteY58" fmla="*/ 573968 h 634055"/>
                <a:gd name="connsiteX59" fmla="*/ 575238 w 2915191"/>
                <a:gd name="connsiteY59" fmla="*/ 592065 h 634055"/>
                <a:gd name="connsiteX60" fmla="*/ 584988 w 2915191"/>
                <a:gd name="connsiteY60" fmla="*/ 574515 h 634055"/>
                <a:gd name="connsiteX61" fmla="*/ 594738 w 2915191"/>
                <a:gd name="connsiteY61" fmla="*/ 561042 h 634055"/>
                <a:gd name="connsiteX62" fmla="*/ 604488 w 2915191"/>
                <a:gd name="connsiteY62" fmla="*/ 537603 h 634055"/>
                <a:gd name="connsiteX63" fmla="*/ 614237 w 2915191"/>
                <a:gd name="connsiteY63" fmla="*/ 568243 h 634055"/>
                <a:gd name="connsiteX64" fmla="*/ 623987 w 2915191"/>
                <a:gd name="connsiteY64" fmla="*/ 545681 h 634055"/>
                <a:gd name="connsiteX65" fmla="*/ 633736 w 2915191"/>
                <a:gd name="connsiteY65" fmla="*/ 565851 h 634055"/>
                <a:gd name="connsiteX66" fmla="*/ 643486 w 2915191"/>
                <a:gd name="connsiteY66" fmla="*/ 558041 h 634055"/>
                <a:gd name="connsiteX67" fmla="*/ 653236 w 2915191"/>
                <a:gd name="connsiteY67" fmla="*/ 560023 h 634055"/>
                <a:gd name="connsiteX68" fmla="*/ 662985 w 2915191"/>
                <a:gd name="connsiteY68" fmla="*/ 584828 h 634055"/>
                <a:gd name="connsiteX69" fmla="*/ 672735 w 2915191"/>
                <a:gd name="connsiteY69" fmla="*/ 543910 h 634055"/>
                <a:gd name="connsiteX70" fmla="*/ 682485 w 2915191"/>
                <a:gd name="connsiteY70" fmla="*/ 533644 h 634055"/>
                <a:gd name="connsiteX71" fmla="*/ 692235 w 2915191"/>
                <a:gd name="connsiteY71" fmla="*/ 518605 h 634055"/>
                <a:gd name="connsiteX72" fmla="*/ 701985 w 2915191"/>
                <a:gd name="connsiteY72" fmla="*/ 506555 h 634055"/>
                <a:gd name="connsiteX73" fmla="*/ 711735 w 2915191"/>
                <a:gd name="connsiteY73" fmla="*/ 511631 h 634055"/>
                <a:gd name="connsiteX74" fmla="*/ 721485 w 2915191"/>
                <a:gd name="connsiteY74" fmla="*/ 466107 h 634055"/>
                <a:gd name="connsiteX75" fmla="*/ 731235 w 2915191"/>
                <a:gd name="connsiteY75" fmla="*/ 469507 h 634055"/>
                <a:gd name="connsiteX76" fmla="*/ 740985 w 2915191"/>
                <a:gd name="connsiteY76" fmla="*/ 441592 h 634055"/>
                <a:gd name="connsiteX77" fmla="*/ 750734 w 2915191"/>
                <a:gd name="connsiteY77" fmla="*/ 452212 h 634055"/>
                <a:gd name="connsiteX78" fmla="*/ 760484 w 2915191"/>
                <a:gd name="connsiteY78" fmla="*/ 470349 h 634055"/>
                <a:gd name="connsiteX79" fmla="*/ 770233 w 2915191"/>
                <a:gd name="connsiteY79" fmla="*/ 455629 h 634055"/>
                <a:gd name="connsiteX80" fmla="*/ 779983 w 2915191"/>
                <a:gd name="connsiteY80" fmla="*/ 444621 h 634055"/>
                <a:gd name="connsiteX81" fmla="*/ 789733 w 2915191"/>
                <a:gd name="connsiteY81" fmla="*/ 461441 h 634055"/>
                <a:gd name="connsiteX82" fmla="*/ 799482 w 2915191"/>
                <a:gd name="connsiteY82" fmla="*/ 443151 h 634055"/>
                <a:gd name="connsiteX83" fmla="*/ 809232 w 2915191"/>
                <a:gd name="connsiteY83" fmla="*/ 425637 h 634055"/>
                <a:gd name="connsiteX84" fmla="*/ 818982 w 2915191"/>
                <a:gd name="connsiteY84" fmla="*/ 439301 h 634055"/>
                <a:gd name="connsiteX85" fmla="*/ 828732 w 2915191"/>
                <a:gd name="connsiteY85" fmla="*/ 435827 h 634055"/>
                <a:gd name="connsiteX86" fmla="*/ 838482 w 2915191"/>
                <a:gd name="connsiteY86" fmla="*/ 419287 h 634055"/>
                <a:gd name="connsiteX87" fmla="*/ 848232 w 2915191"/>
                <a:gd name="connsiteY87" fmla="*/ 455216 h 634055"/>
                <a:gd name="connsiteX88" fmla="*/ 857982 w 2915191"/>
                <a:gd name="connsiteY88" fmla="*/ 479209 h 634055"/>
                <a:gd name="connsiteX89" fmla="*/ 867732 w 2915191"/>
                <a:gd name="connsiteY89" fmla="*/ 486668 h 634055"/>
                <a:gd name="connsiteX90" fmla="*/ 877482 w 2915191"/>
                <a:gd name="connsiteY90" fmla="*/ 509057 h 634055"/>
                <a:gd name="connsiteX91" fmla="*/ 887231 w 2915191"/>
                <a:gd name="connsiteY91" fmla="*/ 484318 h 634055"/>
                <a:gd name="connsiteX92" fmla="*/ 896981 w 2915191"/>
                <a:gd name="connsiteY92" fmla="*/ 457560 h 634055"/>
                <a:gd name="connsiteX93" fmla="*/ 906730 w 2915191"/>
                <a:gd name="connsiteY93" fmla="*/ 459289 h 634055"/>
                <a:gd name="connsiteX94" fmla="*/ 916480 w 2915191"/>
                <a:gd name="connsiteY94" fmla="*/ 439919 h 634055"/>
                <a:gd name="connsiteX95" fmla="*/ 926230 w 2915191"/>
                <a:gd name="connsiteY95" fmla="*/ 433750 h 634055"/>
                <a:gd name="connsiteX96" fmla="*/ 935979 w 2915191"/>
                <a:gd name="connsiteY96" fmla="*/ 436232 h 634055"/>
                <a:gd name="connsiteX97" fmla="*/ 945729 w 2915191"/>
                <a:gd name="connsiteY97" fmla="*/ 417609 h 634055"/>
                <a:gd name="connsiteX98" fmla="*/ 955479 w 2915191"/>
                <a:gd name="connsiteY98" fmla="*/ 461095 h 634055"/>
                <a:gd name="connsiteX99" fmla="*/ 965229 w 2915191"/>
                <a:gd name="connsiteY99" fmla="*/ 462470 h 634055"/>
                <a:gd name="connsiteX100" fmla="*/ 974979 w 2915191"/>
                <a:gd name="connsiteY100" fmla="*/ 437959 h 634055"/>
                <a:gd name="connsiteX101" fmla="*/ 984729 w 2915191"/>
                <a:gd name="connsiteY101" fmla="*/ 472207 h 634055"/>
                <a:gd name="connsiteX102" fmla="*/ 994474 w 2915191"/>
                <a:gd name="connsiteY102" fmla="*/ 461706 h 634055"/>
                <a:gd name="connsiteX103" fmla="*/ 1004233 w 2915191"/>
                <a:gd name="connsiteY103" fmla="*/ 454479 h 634055"/>
                <a:gd name="connsiteX104" fmla="*/ 1013977 w 2915191"/>
                <a:gd name="connsiteY104" fmla="*/ 427087 h 634055"/>
                <a:gd name="connsiteX105" fmla="*/ 1023721 w 2915191"/>
                <a:gd name="connsiteY105" fmla="*/ 435505 h 634055"/>
                <a:gd name="connsiteX106" fmla="*/ 1033480 w 2915191"/>
                <a:gd name="connsiteY106" fmla="*/ 434137 h 634055"/>
                <a:gd name="connsiteX107" fmla="*/ 1043224 w 2915191"/>
                <a:gd name="connsiteY107" fmla="*/ 427505 h 634055"/>
                <a:gd name="connsiteX108" fmla="*/ 1052983 w 2915191"/>
                <a:gd name="connsiteY108" fmla="*/ 430345 h 634055"/>
                <a:gd name="connsiteX109" fmla="*/ 1062727 w 2915191"/>
                <a:gd name="connsiteY109" fmla="*/ 414622 h 634055"/>
                <a:gd name="connsiteX110" fmla="*/ 1072471 w 2915191"/>
                <a:gd name="connsiteY110" fmla="*/ 428081 h 634055"/>
                <a:gd name="connsiteX111" fmla="*/ 1082230 w 2915191"/>
                <a:gd name="connsiteY111" fmla="*/ 411848 h 634055"/>
                <a:gd name="connsiteX112" fmla="*/ 1091973 w 2915191"/>
                <a:gd name="connsiteY112" fmla="*/ 421586 h 634055"/>
                <a:gd name="connsiteX113" fmla="*/ 1101732 w 2915191"/>
                <a:gd name="connsiteY113" fmla="*/ 418758 h 634055"/>
                <a:gd name="connsiteX114" fmla="*/ 1111476 w 2915191"/>
                <a:gd name="connsiteY114" fmla="*/ 380749 h 634055"/>
                <a:gd name="connsiteX115" fmla="*/ 1121220 w 2915191"/>
                <a:gd name="connsiteY115" fmla="*/ 377568 h 634055"/>
                <a:gd name="connsiteX116" fmla="*/ 1130979 w 2915191"/>
                <a:gd name="connsiteY116" fmla="*/ 378348 h 634055"/>
                <a:gd name="connsiteX117" fmla="*/ 1140723 w 2915191"/>
                <a:gd name="connsiteY117" fmla="*/ 387566 h 634055"/>
                <a:gd name="connsiteX118" fmla="*/ 1150482 w 2915191"/>
                <a:gd name="connsiteY118" fmla="*/ 365193 h 634055"/>
                <a:gd name="connsiteX119" fmla="*/ 1160226 w 2915191"/>
                <a:gd name="connsiteY119" fmla="*/ 358410 h 634055"/>
                <a:gd name="connsiteX120" fmla="*/ 1169969 w 2915191"/>
                <a:gd name="connsiteY120" fmla="*/ 330382 h 634055"/>
                <a:gd name="connsiteX121" fmla="*/ 1179728 w 2915191"/>
                <a:gd name="connsiteY121" fmla="*/ 319677 h 634055"/>
                <a:gd name="connsiteX122" fmla="*/ 1189472 w 2915191"/>
                <a:gd name="connsiteY122" fmla="*/ 352060 h 634055"/>
                <a:gd name="connsiteX123" fmla="*/ 1199231 w 2915191"/>
                <a:gd name="connsiteY123" fmla="*/ 299629 h 634055"/>
                <a:gd name="connsiteX124" fmla="*/ 1208975 w 2915191"/>
                <a:gd name="connsiteY124" fmla="*/ 303008 h 634055"/>
                <a:gd name="connsiteX125" fmla="*/ 1218719 w 2915191"/>
                <a:gd name="connsiteY125" fmla="*/ 277613 h 634055"/>
                <a:gd name="connsiteX126" fmla="*/ 1228478 w 2915191"/>
                <a:gd name="connsiteY126" fmla="*/ 285582 h 634055"/>
                <a:gd name="connsiteX127" fmla="*/ 1238222 w 2915191"/>
                <a:gd name="connsiteY127" fmla="*/ 247205 h 634055"/>
                <a:gd name="connsiteX128" fmla="*/ 1247966 w 2915191"/>
                <a:gd name="connsiteY128" fmla="*/ 264846 h 634055"/>
                <a:gd name="connsiteX129" fmla="*/ 1257725 w 2915191"/>
                <a:gd name="connsiteY129" fmla="*/ 272718 h 634055"/>
                <a:gd name="connsiteX130" fmla="*/ 1267469 w 2915191"/>
                <a:gd name="connsiteY130" fmla="*/ 263906 h 634055"/>
                <a:gd name="connsiteX131" fmla="*/ 1277227 w 2915191"/>
                <a:gd name="connsiteY131" fmla="*/ 272826 h 634055"/>
                <a:gd name="connsiteX132" fmla="*/ 1286971 w 2915191"/>
                <a:gd name="connsiteY132" fmla="*/ 258989 h 634055"/>
                <a:gd name="connsiteX133" fmla="*/ 1296715 w 2915191"/>
                <a:gd name="connsiteY133" fmla="*/ 266558 h 634055"/>
                <a:gd name="connsiteX134" fmla="*/ 1306474 w 2915191"/>
                <a:gd name="connsiteY134" fmla="*/ 263167 h 634055"/>
                <a:gd name="connsiteX135" fmla="*/ 1316218 w 2915191"/>
                <a:gd name="connsiteY135" fmla="*/ 266509 h 634055"/>
                <a:gd name="connsiteX136" fmla="*/ 1325977 w 2915191"/>
                <a:gd name="connsiteY136" fmla="*/ 255227 h 634055"/>
                <a:gd name="connsiteX137" fmla="*/ 1335721 w 2915191"/>
                <a:gd name="connsiteY137" fmla="*/ 234766 h 634055"/>
                <a:gd name="connsiteX138" fmla="*/ 1345465 w 2915191"/>
                <a:gd name="connsiteY138" fmla="*/ 224291 h 634055"/>
                <a:gd name="connsiteX139" fmla="*/ 1355224 w 2915191"/>
                <a:gd name="connsiteY139" fmla="*/ 210006 h 634055"/>
                <a:gd name="connsiteX140" fmla="*/ 1364967 w 2915191"/>
                <a:gd name="connsiteY140" fmla="*/ 195597 h 634055"/>
                <a:gd name="connsiteX141" fmla="*/ 1374726 w 2915191"/>
                <a:gd name="connsiteY141" fmla="*/ 208172 h 634055"/>
                <a:gd name="connsiteX142" fmla="*/ 1384470 w 2915191"/>
                <a:gd name="connsiteY142" fmla="*/ 207124 h 634055"/>
                <a:gd name="connsiteX143" fmla="*/ 1394214 w 2915191"/>
                <a:gd name="connsiteY143" fmla="*/ 195080 h 634055"/>
                <a:gd name="connsiteX144" fmla="*/ 1403973 w 2915191"/>
                <a:gd name="connsiteY144" fmla="*/ 198855 h 634055"/>
                <a:gd name="connsiteX145" fmla="*/ 1413717 w 2915191"/>
                <a:gd name="connsiteY145" fmla="*/ 190603 h 634055"/>
                <a:gd name="connsiteX146" fmla="*/ 1423476 w 2915191"/>
                <a:gd name="connsiteY146" fmla="*/ 214350 h 634055"/>
                <a:gd name="connsiteX147" fmla="*/ 1433220 w 2915191"/>
                <a:gd name="connsiteY147" fmla="*/ 246443 h 634055"/>
                <a:gd name="connsiteX148" fmla="*/ 1442964 w 2915191"/>
                <a:gd name="connsiteY148" fmla="*/ 241943 h 634055"/>
                <a:gd name="connsiteX149" fmla="*/ 1452722 w 2915191"/>
                <a:gd name="connsiteY149" fmla="*/ 240306 h 634055"/>
                <a:gd name="connsiteX150" fmla="*/ 1462466 w 2915191"/>
                <a:gd name="connsiteY150" fmla="*/ 225301 h 634055"/>
                <a:gd name="connsiteX151" fmla="*/ 1472225 w 2915191"/>
                <a:gd name="connsiteY151" fmla="*/ 204784 h 634055"/>
                <a:gd name="connsiteX152" fmla="*/ 1481969 w 2915191"/>
                <a:gd name="connsiteY152" fmla="*/ 189762 h 634055"/>
                <a:gd name="connsiteX153" fmla="*/ 1491713 w 2915191"/>
                <a:gd name="connsiteY153" fmla="*/ 178849 h 634055"/>
                <a:gd name="connsiteX154" fmla="*/ 1501472 w 2915191"/>
                <a:gd name="connsiteY154" fmla="*/ 162111 h 634055"/>
                <a:gd name="connsiteX155" fmla="*/ 1511216 w 2915191"/>
                <a:gd name="connsiteY155" fmla="*/ 136083 h 634055"/>
                <a:gd name="connsiteX156" fmla="*/ 1520960 w 2915191"/>
                <a:gd name="connsiteY156" fmla="*/ 157074 h 634055"/>
                <a:gd name="connsiteX157" fmla="*/ 1530719 w 2915191"/>
                <a:gd name="connsiteY157" fmla="*/ 135567 h 634055"/>
                <a:gd name="connsiteX158" fmla="*/ 1540463 w 2915191"/>
                <a:gd name="connsiteY158" fmla="*/ 116562 h 634055"/>
                <a:gd name="connsiteX159" fmla="*/ 1550221 w 2915191"/>
                <a:gd name="connsiteY159" fmla="*/ 142591 h 634055"/>
                <a:gd name="connsiteX160" fmla="*/ 1559965 w 2915191"/>
                <a:gd name="connsiteY160" fmla="*/ 158241 h 634055"/>
                <a:gd name="connsiteX161" fmla="*/ 1569709 w 2915191"/>
                <a:gd name="connsiteY161" fmla="*/ 154069 h 634055"/>
                <a:gd name="connsiteX162" fmla="*/ 1579468 w 2915191"/>
                <a:gd name="connsiteY162" fmla="*/ 144383 h 634055"/>
                <a:gd name="connsiteX163" fmla="*/ 1589212 w 2915191"/>
                <a:gd name="connsiteY163" fmla="*/ 162944 h 634055"/>
                <a:gd name="connsiteX164" fmla="*/ 1598971 w 2915191"/>
                <a:gd name="connsiteY164" fmla="*/ 151499 h 634055"/>
                <a:gd name="connsiteX165" fmla="*/ 1608715 w 2915191"/>
                <a:gd name="connsiteY165" fmla="*/ 120671 h 634055"/>
                <a:gd name="connsiteX166" fmla="*/ 1618459 w 2915191"/>
                <a:gd name="connsiteY166" fmla="*/ 95157 h 634055"/>
                <a:gd name="connsiteX167" fmla="*/ 1628218 w 2915191"/>
                <a:gd name="connsiteY167" fmla="*/ 44368 h 634055"/>
                <a:gd name="connsiteX168" fmla="*/ 1637962 w 2915191"/>
                <a:gd name="connsiteY168" fmla="*/ 44819 h 634055"/>
                <a:gd name="connsiteX169" fmla="*/ 1647720 w 2915191"/>
                <a:gd name="connsiteY169" fmla="*/ 39524 h 634055"/>
                <a:gd name="connsiteX170" fmla="*/ 1657464 w 2915191"/>
                <a:gd name="connsiteY170" fmla="*/ 53128 h 634055"/>
                <a:gd name="connsiteX171" fmla="*/ 1667208 w 2915191"/>
                <a:gd name="connsiteY171" fmla="*/ 35135 h 634055"/>
                <a:gd name="connsiteX172" fmla="*/ 1676967 w 2915191"/>
                <a:gd name="connsiteY172" fmla="*/ 27563 h 634055"/>
                <a:gd name="connsiteX173" fmla="*/ 1686711 w 2915191"/>
                <a:gd name="connsiteY173" fmla="*/ 0 h 634055"/>
                <a:gd name="connsiteX174" fmla="*/ 1696470 w 2915191"/>
                <a:gd name="connsiteY174" fmla="*/ 7816 h 634055"/>
                <a:gd name="connsiteX175" fmla="*/ 1706214 w 2915191"/>
                <a:gd name="connsiteY175" fmla="*/ 51044 h 634055"/>
                <a:gd name="connsiteX176" fmla="*/ 1715958 w 2915191"/>
                <a:gd name="connsiteY176" fmla="*/ 74353 h 634055"/>
                <a:gd name="connsiteX177" fmla="*/ 1725716 w 2915191"/>
                <a:gd name="connsiteY177" fmla="*/ 61980 h 634055"/>
                <a:gd name="connsiteX178" fmla="*/ 1735460 w 2915191"/>
                <a:gd name="connsiteY178" fmla="*/ 77396 h 634055"/>
                <a:gd name="connsiteX179" fmla="*/ 1745219 w 2915191"/>
                <a:gd name="connsiteY179" fmla="*/ 87478 h 634055"/>
                <a:gd name="connsiteX180" fmla="*/ 1754963 w 2915191"/>
                <a:gd name="connsiteY180" fmla="*/ 91186 h 634055"/>
                <a:gd name="connsiteX181" fmla="*/ 1764707 w 2915191"/>
                <a:gd name="connsiteY181" fmla="*/ 91288 h 634055"/>
                <a:gd name="connsiteX182" fmla="*/ 1774466 w 2915191"/>
                <a:gd name="connsiteY182" fmla="*/ 133738 h 634055"/>
                <a:gd name="connsiteX183" fmla="*/ 1784210 w 2915191"/>
                <a:gd name="connsiteY183" fmla="*/ 137932 h 634055"/>
                <a:gd name="connsiteX184" fmla="*/ 1793969 w 2915191"/>
                <a:gd name="connsiteY184" fmla="*/ 141886 h 634055"/>
                <a:gd name="connsiteX185" fmla="*/ 1803713 w 2915191"/>
                <a:gd name="connsiteY185" fmla="*/ 136169 h 634055"/>
                <a:gd name="connsiteX186" fmla="*/ 1813457 w 2915191"/>
                <a:gd name="connsiteY186" fmla="*/ 145025 h 634055"/>
                <a:gd name="connsiteX187" fmla="*/ 1823215 w 2915191"/>
                <a:gd name="connsiteY187" fmla="*/ 150063 h 634055"/>
                <a:gd name="connsiteX188" fmla="*/ 1832959 w 2915191"/>
                <a:gd name="connsiteY188" fmla="*/ 166173 h 634055"/>
                <a:gd name="connsiteX189" fmla="*/ 1842703 w 2915191"/>
                <a:gd name="connsiteY189" fmla="*/ 190141 h 634055"/>
                <a:gd name="connsiteX190" fmla="*/ 1852462 w 2915191"/>
                <a:gd name="connsiteY190" fmla="*/ 195782 h 634055"/>
                <a:gd name="connsiteX191" fmla="*/ 1862206 w 2915191"/>
                <a:gd name="connsiteY191" fmla="*/ 216373 h 634055"/>
                <a:gd name="connsiteX192" fmla="*/ 1871965 w 2915191"/>
                <a:gd name="connsiteY192" fmla="*/ 202169 h 634055"/>
                <a:gd name="connsiteX193" fmla="*/ 1881709 w 2915191"/>
                <a:gd name="connsiteY193" fmla="*/ 200324 h 634055"/>
                <a:gd name="connsiteX194" fmla="*/ 1891453 w 2915191"/>
                <a:gd name="connsiteY194" fmla="*/ 175614 h 634055"/>
                <a:gd name="connsiteX195" fmla="*/ 1901212 w 2915191"/>
                <a:gd name="connsiteY195" fmla="*/ 183864 h 634055"/>
                <a:gd name="connsiteX196" fmla="*/ 1910956 w 2915191"/>
                <a:gd name="connsiteY196" fmla="*/ 161353 h 634055"/>
                <a:gd name="connsiteX197" fmla="*/ 1920714 w 2915191"/>
                <a:gd name="connsiteY197" fmla="*/ 192611 h 634055"/>
                <a:gd name="connsiteX198" fmla="*/ 1930458 w 2915191"/>
                <a:gd name="connsiteY198" fmla="*/ 189426 h 634055"/>
                <a:gd name="connsiteX199" fmla="*/ 1940202 w 2915191"/>
                <a:gd name="connsiteY199" fmla="*/ 171608 h 634055"/>
                <a:gd name="connsiteX200" fmla="*/ 1949961 w 2915191"/>
                <a:gd name="connsiteY200" fmla="*/ 244486 h 634055"/>
                <a:gd name="connsiteX201" fmla="*/ 1959705 w 2915191"/>
                <a:gd name="connsiteY201" fmla="*/ 288099 h 634055"/>
                <a:gd name="connsiteX202" fmla="*/ 1969464 w 2915191"/>
                <a:gd name="connsiteY202" fmla="*/ 290609 h 634055"/>
                <a:gd name="connsiteX203" fmla="*/ 1979208 w 2915191"/>
                <a:gd name="connsiteY203" fmla="*/ 271975 h 634055"/>
                <a:gd name="connsiteX204" fmla="*/ 1988952 w 2915191"/>
                <a:gd name="connsiteY204" fmla="*/ 249042 h 634055"/>
                <a:gd name="connsiteX205" fmla="*/ 1998711 w 2915191"/>
                <a:gd name="connsiteY205" fmla="*/ 248552 h 634055"/>
                <a:gd name="connsiteX206" fmla="*/ 2008454 w 2915191"/>
                <a:gd name="connsiteY206" fmla="*/ 262282 h 634055"/>
                <a:gd name="connsiteX207" fmla="*/ 2018213 w 2915191"/>
                <a:gd name="connsiteY207" fmla="*/ 282412 h 634055"/>
                <a:gd name="connsiteX208" fmla="*/ 2027957 w 2915191"/>
                <a:gd name="connsiteY208" fmla="*/ 279938 h 634055"/>
                <a:gd name="connsiteX209" fmla="*/ 2037701 w 2915191"/>
                <a:gd name="connsiteY209" fmla="*/ 257410 h 634055"/>
                <a:gd name="connsiteX210" fmla="*/ 2047460 w 2915191"/>
                <a:gd name="connsiteY210" fmla="*/ 263535 h 634055"/>
                <a:gd name="connsiteX211" fmla="*/ 2057204 w 2915191"/>
                <a:gd name="connsiteY211" fmla="*/ 246328 h 634055"/>
                <a:gd name="connsiteX212" fmla="*/ 2066963 w 2915191"/>
                <a:gd name="connsiteY212" fmla="*/ 278854 h 634055"/>
                <a:gd name="connsiteX213" fmla="*/ 2076707 w 2915191"/>
                <a:gd name="connsiteY213" fmla="*/ 261373 h 634055"/>
                <a:gd name="connsiteX214" fmla="*/ 2086451 w 2915191"/>
                <a:gd name="connsiteY214" fmla="*/ 262618 h 634055"/>
                <a:gd name="connsiteX215" fmla="*/ 2096210 w 2915191"/>
                <a:gd name="connsiteY215" fmla="*/ 286074 h 634055"/>
                <a:gd name="connsiteX216" fmla="*/ 2105954 w 2915191"/>
                <a:gd name="connsiteY216" fmla="*/ 284787 h 634055"/>
                <a:gd name="connsiteX217" fmla="*/ 2115697 w 2915191"/>
                <a:gd name="connsiteY217" fmla="*/ 290339 h 634055"/>
                <a:gd name="connsiteX218" fmla="*/ 2125456 w 2915191"/>
                <a:gd name="connsiteY218" fmla="*/ 264969 h 634055"/>
                <a:gd name="connsiteX219" fmla="*/ 2135200 w 2915191"/>
                <a:gd name="connsiteY219" fmla="*/ 232379 h 634055"/>
                <a:gd name="connsiteX220" fmla="*/ 2144959 w 2915191"/>
                <a:gd name="connsiteY220" fmla="*/ 211479 h 634055"/>
                <a:gd name="connsiteX221" fmla="*/ 2154703 w 2915191"/>
                <a:gd name="connsiteY221" fmla="*/ 219569 h 634055"/>
                <a:gd name="connsiteX222" fmla="*/ 2164447 w 2915191"/>
                <a:gd name="connsiteY222" fmla="*/ 177845 h 634055"/>
                <a:gd name="connsiteX223" fmla="*/ 2174206 w 2915191"/>
                <a:gd name="connsiteY223" fmla="*/ 130633 h 634055"/>
                <a:gd name="connsiteX224" fmla="*/ 2183950 w 2915191"/>
                <a:gd name="connsiteY224" fmla="*/ 127258 h 634055"/>
                <a:gd name="connsiteX225" fmla="*/ 2193709 w 2915191"/>
                <a:gd name="connsiteY225" fmla="*/ 146046 h 634055"/>
                <a:gd name="connsiteX226" fmla="*/ 2203452 w 2915191"/>
                <a:gd name="connsiteY226" fmla="*/ 134057 h 634055"/>
                <a:gd name="connsiteX227" fmla="*/ 2213196 w 2915191"/>
                <a:gd name="connsiteY227" fmla="*/ 144721 h 634055"/>
                <a:gd name="connsiteX228" fmla="*/ 2222955 w 2915191"/>
                <a:gd name="connsiteY228" fmla="*/ 129517 h 634055"/>
                <a:gd name="connsiteX229" fmla="*/ 2232699 w 2915191"/>
                <a:gd name="connsiteY229" fmla="*/ 131831 h 634055"/>
                <a:gd name="connsiteX230" fmla="*/ 2242458 w 2915191"/>
                <a:gd name="connsiteY230" fmla="*/ 128373 h 634055"/>
                <a:gd name="connsiteX231" fmla="*/ 2252202 w 2915191"/>
                <a:gd name="connsiteY231" fmla="*/ 125032 h 634055"/>
                <a:gd name="connsiteX232" fmla="*/ 2261946 w 2915191"/>
                <a:gd name="connsiteY232" fmla="*/ 112893 h 634055"/>
                <a:gd name="connsiteX233" fmla="*/ 2271705 w 2915191"/>
                <a:gd name="connsiteY233" fmla="*/ 120454 h 634055"/>
                <a:gd name="connsiteX234" fmla="*/ 2281449 w 2915191"/>
                <a:gd name="connsiteY234" fmla="*/ 102307 h 634055"/>
                <a:gd name="connsiteX235" fmla="*/ 2291208 w 2915191"/>
                <a:gd name="connsiteY235" fmla="*/ 91575 h 634055"/>
                <a:gd name="connsiteX236" fmla="*/ 2300951 w 2915191"/>
                <a:gd name="connsiteY236" fmla="*/ 98143 h 634055"/>
                <a:gd name="connsiteX237" fmla="*/ 2310695 w 2915191"/>
                <a:gd name="connsiteY237" fmla="*/ 95382 h 634055"/>
                <a:gd name="connsiteX238" fmla="*/ 2320454 w 2915191"/>
                <a:gd name="connsiteY238" fmla="*/ 79187 h 634055"/>
                <a:gd name="connsiteX239" fmla="*/ 2330198 w 2915191"/>
                <a:gd name="connsiteY239" fmla="*/ 83735 h 634055"/>
                <a:gd name="connsiteX240" fmla="*/ 2339957 w 2915191"/>
                <a:gd name="connsiteY240" fmla="*/ 86033 h 634055"/>
                <a:gd name="connsiteX241" fmla="*/ 2349701 w 2915191"/>
                <a:gd name="connsiteY241" fmla="*/ 79853 h 634055"/>
                <a:gd name="connsiteX242" fmla="*/ 2359445 w 2915191"/>
                <a:gd name="connsiteY242" fmla="*/ 30428 h 634055"/>
                <a:gd name="connsiteX243" fmla="*/ 2369204 w 2915191"/>
                <a:gd name="connsiteY243" fmla="*/ 71831 h 634055"/>
                <a:gd name="connsiteX244" fmla="*/ 2378948 w 2915191"/>
                <a:gd name="connsiteY244" fmla="*/ 83962 h 634055"/>
                <a:gd name="connsiteX245" fmla="*/ 2388692 w 2915191"/>
                <a:gd name="connsiteY245" fmla="*/ 104454 h 634055"/>
                <a:gd name="connsiteX246" fmla="*/ 2398450 w 2915191"/>
                <a:gd name="connsiteY246" fmla="*/ 114606 h 634055"/>
                <a:gd name="connsiteX247" fmla="*/ 2408194 w 2915191"/>
                <a:gd name="connsiteY247" fmla="*/ 91784 h 634055"/>
                <a:gd name="connsiteX248" fmla="*/ 2417953 w 2915191"/>
                <a:gd name="connsiteY248" fmla="*/ 85483 h 634055"/>
                <a:gd name="connsiteX249" fmla="*/ 2427697 w 2915191"/>
                <a:gd name="connsiteY249" fmla="*/ 104782 h 634055"/>
                <a:gd name="connsiteX250" fmla="*/ 2437441 w 2915191"/>
                <a:gd name="connsiteY250" fmla="*/ 114828 h 634055"/>
                <a:gd name="connsiteX251" fmla="*/ 2447200 w 2915191"/>
                <a:gd name="connsiteY251" fmla="*/ 110528 h 634055"/>
                <a:gd name="connsiteX252" fmla="*/ 2456944 w 2915191"/>
                <a:gd name="connsiteY252" fmla="*/ 91532 h 634055"/>
                <a:gd name="connsiteX253" fmla="*/ 2466703 w 2915191"/>
                <a:gd name="connsiteY253" fmla="*/ 79094 h 634055"/>
                <a:gd name="connsiteX254" fmla="*/ 2476446 w 2915191"/>
                <a:gd name="connsiteY254" fmla="*/ 86290 h 634055"/>
                <a:gd name="connsiteX255" fmla="*/ 2486190 w 2915191"/>
                <a:gd name="connsiteY255" fmla="*/ 114210 h 634055"/>
                <a:gd name="connsiteX256" fmla="*/ 2495949 w 2915191"/>
                <a:gd name="connsiteY256" fmla="*/ 134730 h 634055"/>
                <a:gd name="connsiteX257" fmla="*/ 2505693 w 2915191"/>
                <a:gd name="connsiteY257" fmla="*/ 89404 h 634055"/>
                <a:gd name="connsiteX258" fmla="*/ 2515452 w 2915191"/>
                <a:gd name="connsiteY258" fmla="*/ 98642 h 634055"/>
                <a:gd name="connsiteX259" fmla="*/ 2525196 w 2915191"/>
                <a:gd name="connsiteY259" fmla="*/ 56433 h 634055"/>
                <a:gd name="connsiteX260" fmla="*/ 2534940 w 2915191"/>
                <a:gd name="connsiteY260" fmla="*/ 81730 h 634055"/>
                <a:gd name="connsiteX261" fmla="*/ 2544699 w 2915191"/>
                <a:gd name="connsiteY261" fmla="*/ 51919 h 634055"/>
                <a:gd name="connsiteX262" fmla="*/ 2554443 w 2915191"/>
                <a:gd name="connsiteY262" fmla="*/ 39616 h 634055"/>
                <a:gd name="connsiteX263" fmla="*/ 2564202 w 2915191"/>
                <a:gd name="connsiteY263" fmla="*/ 63340 h 634055"/>
                <a:gd name="connsiteX264" fmla="*/ 2573946 w 2915191"/>
                <a:gd name="connsiteY264" fmla="*/ 40777 h 634055"/>
                <a:gd name="connsiteX265" fmla="*/ 2583690 w 2915191"/>
                <a:gd name="connsiteY265" fmla="*/ 53866 h 634055"/>
                <a:gd name="connsiteX266" fmla="*/ 2593448 w 2915191"/>
                <a:gd name="connsiteY266" fmla="*/ 51875 h 634055"/>
                <a:gd name="connsiteX267" fmla="*/ 2603192 w 2915191"/>
                <a:gd name="connsiteY267" fmla="*/ 66788 h 634055"/>
                <a:gd name="connsiteX268" fmla="*/ 2612951 w 2915191"/>
                <a:gd name="connsiteY268" fmla="*/ 56110 h 634055"/>
                <a:gd name="connsiteX269" fmla="*/ 2622695 w 2915191"/>
                <a:gd name="connsiteY269" fmla="*/ 33457 h 634055"/>
                <a:gd name="connsiteX270" fmla="*/ 2632439 w 2915191"/>
                <a:gd name="connsiteY270" fmla="*/ 64480 h 634055"/>
                <a:gd name="connsiteX271" fmla="*/ 2642198 w 2915191"/>
                <a:gd name="connsiteY271" fmla="*/ 43413 h 634055"/>
                <a:gd name="connsiteX272" fmla="*/ 2651942 w 2915191"/>
                <a:gd name="connsiteY272" fmla="*/ 86927 h 634055"/>
                <a:gd name="connsiteX273" fmla="*/ 2661685 w 2915191"/>
                <a:gd name="connsiteY273" fmla="*/ 138370 h 634055"/>
                <a:gd name="connsiteX274" fmla="*/ 2671444 w 2915191"/>
                <a:gd name="connsiteY274" fmla="*/ 125606 h 634055"/>
                <a:gd name="connsiteX275" fmla="*/ 2681188 w 2915191"/>
                <a:gd name="connsiteY275" fmla="*/ 192526 h 634055"/>
                <a:gd name="connsiteX276" fmla="*/ 2690947 w 2915191"/>
                <a:gd name="connsiteY276" fmla="*/ 186134 h 634055"/>
                <a:gd name="connsiteX277" fmla="*/ 2700691 w 2915191"/>
                <a:gd name="connsiteY277" fmla="*/ 208282 h 634055"/>
                <a:gd name="connsiteX278" fmla="*/ 2710435 w 2915191"/>
                <a:gd name="connsiteY278" fmla="*/ 244488 h 634055"/>
                <a:gd name="connsiteX279" fmla="*/ 2720194 w 2915191"/>
                <a:gd name="connsiteY279" fmla="*/ 254633 h 634055"/>
                <a:gd name="connsiteX280" fmla="*/ 2729938 w 2915191"/>
                <a:gd name="connsiteY280" fmla="*/ 281860 h 634055"/>
                <a:gd name="connsiteX281" fmla="*/ 2739697 w 2915191"/>
                <a:gd name="connsiteY281" fmla="*/ 275998 h 634055"/>
                <a:gd name="connsiteX282" fmla="*/ 2749441 w 2915191"/>
                <a:gd name="connsiteY282" fmla="*/ 259881 h 634055"/>
                <a:gd name="connsiteX283" fmla="*/ 2759185 w 2915191"/>
                <a:gd name="connsiteY283" fmla="*/ 288051 h 634055"/>
                <a:gd name="connsiteX284" fmla="*/ 2768943 w 2915191"/>
                <a:gd name="connsiteY284" fmla="*/ 304845 h 634055"/>
                <a:gd name="connsiteX285" fmla="*/ 2778687 w 2915191"/>
                <a:gd name="connsiteY285" fmla="*/ 284080 h 634055"/>
                <a:gd name="connsiteX286" fmla="*/ 2788446 w 2915191"/>
                <a:gd name="connsiteY286" fmla="*/ 288377 h 634055"/>
                <a:gd name="connsiteX287" fmla="*/ 2798190 w 2915191"/>
                <a:gd name="connsiteY287" fmla="*/ 275996 h 634055"/>
                <a:gd name="connsiteX288" fmla="*/ 2807934 w 2915191"/>
                <a:gd name="connsiteY288" fmla="*/ 264658 h 634055"/>
                <a:gd name="connsiteX289" fmla="*/ 2817693 w 2915191"/>
                <a:gd name="connsiteY289" fmla="*/ 294334 h 634055"/>
                <a:gd name="connsiteX290" fmla="*/ 2827437 w 2915191"/>
                <a:gd name="connsiteY290" fmla="*/ 257879 h 634055"/>
                <a:gd name="connsiteX291" fmla="*/ 2837196 w 2915191"/>
                <a:gd name="connsiteY291" fmla="*/ 231721 h 634055"/>
                <a:gd name="connsiteX292" fmla="*/ 2846940 w 2915191"/>
                <a:gd name="connsiteY292" fmla="*/ 240756 h 634055"/>
                <a:gd name="connsiteX293" fmla="*/ 2856684 w 2915191"/>
                <a:gd name="connsiteY293" fmla="*/ 230443 h 634055"/>
                <a:gd name="connsiteX294" fmla="*/ 2866442 w 2915191"/>
                <a:gd name="connsiteY294" fmla="*/ 233761 h 634055"/>
                <a:gd name="connsiteX295" fmla="*/ 2876186 w 2915191"/>
                <a:gd name="connsiteY295" fmla="*/ 217844 h 634055"/>
                <a:gd name="connsiteX296" fmla="*/ 2885945 w 2915191"/>
                <a:gd name="connsiteY296" fmla="*/ 219954 h 634055"/>
                <a:gd name="connsiteX297" fmla="*/ 2895689 w 2915191"/>
                <a:gd name="connsiteY297" fmla="*/ 243113 h 634055"/>
                <a:gd name="connsiteX298" fmla="*/ 2905433 w 2915191"/>
                <a:gd name="connsiteY298" fmla="*/ 270046 h 634055"/>
                <a:gd name="connsiteX299" fmla="*/ 2915192 w 2915191"/>
                <a:gd name="connsiteY299" fmla="*/ 221497 h 634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34055">
                  <a:moveTo>
                    <a:pt x="0" y="629798"/>
                  </a:moveTo>
                  <a:lnTo>
                    <a:pt x="9750" y="633475"/>
                  </a:lnTo>
                  <a:lnTo>
                    <a:pt x="19500" y="624358"/>
                  </a:lnTo>
                  <a:lnTo>
                    <a:pt x="29250" y="614138"/>
                  </a:lnTo>
                  <a:lnTo>
                    <a:pt x="39000" y="618962"/>
                  </a:lnTo>
                  <a:lnTo>
                    <a:pt x="48749" y="634056"/>
                  </a:lnTo>
                  <a:lnTo>
                    <a:pt x="58499" y="610410"/>
                  </a:lnTo>
                  <a:lnTo>
                    <a:pt x="68249" y="583960"/>
                  </a:lnTo>
                  <a:lnTo>
                    <a:pt x="77998" y="566771"/>
                  </a:lnTo>
                  <a:lnTo>
                    <a:pt x="87748" y="543695"/>
                  </a:lnTo>
                  <a:lnTo>
                    <a:pt x="97497" y="523812"/>
                  </a:lnTo>
                  <a:lnTo>
                    <a:pt x="107247" y="514754"/>
                  </a:lnTo>
                  <a:lnTo>
                    <a:pt x="116997" y="487292"/>
                  </a:lnTo>
                  <a:lnTo>
                    <a:pt x="126747" y="484052"/>
                  </a:lnTo>
                  <a:lnTo>
                    <a:pt x="136497" y="464509"/>
                  </a:lnTo>
                  <a:lnTo>
                    <a:pt x="146247" y="437261"/>
                  </a:lnTo>
                  <a:lnTo>
                    <a:pt x="155997" y="469299"/>
                  </a:lnTo>
                  <a:lnTo>
                    <a:pt x="165747" y="491358"/>
                  </a:lnTo>
                  <a:lnTo>
                    <a:pt x="175497" y="433756"/>
                  </a:lnTo>
                  <a:lnTo>
                    <a:pt x="185247" y="410188"/>
                  </a:lnTo>
                  <a:lnTo>
                    <a:pt x="194996" y="404348"/>
                  </a:lnTo>
                  <a:lnTo>
                    <a:pt x="204746" y="427505"/>
                  </a:lnTo>
                  <a:lnTo>
                    <a:pt x="214495" y="437042"/>
                  </a:lnTo>
                  <a:lnTo>
                    <a:pt x="224245" y="422544"/>
                  </a:lnTo>
                  <a:lnTo>
                    <a:pt x="233995" y="447485"/>
                  </a:lnTo>
                  <a:lnTo>
                    <a:pt x="243744" y="471970"/>
                  </a:lnTo>
                  <a:lnTo>
                    <a:pt x="253494" y="473335"/>
                  </a:lnTo>
                  <a:lnTo>
                    <a:pt x="263244" y="467827"/>
                  </a:lnTo>
                  <a:lnTo>
                    <a:pt x="272994" y="504991"/>
                  </a:lnTo>
                  <a:lnTo>
                    <a:pt x="282744" y="487608"/>
                  </a:lnTo>
                  <a:lnTo>
                    <a:pt x="292494" y="511771"/>
                  </a:lnTo>
                  <a:lnTo>
                    <a:pt x="302244" y="502856"/>
                  </a:lnTo>
                  <a:lnTo>
                    <a:pt x="311994" y="517488"/>
                  </a:lnTo>
                  <a:lnTo>
                    <a:pt x="321744" y="524618"/>
                  </a:lnTo>
                  <a:lnTo>
                    <a:pt x="331493" y="521658"/>
                  </a:lnTo>
                  <a:lnTo>
                    <a:pt x="341243" y="532698"/>
                  </a:lnTo>
                  <a:lnTo>
                    <a:pt x="350993" y="529680"/>
                  </a:lnTo>
                  <a:lnTo>
                    <a:pt x="360742" y="493891"/>
                  </a:lnTo>
                  <a:lnTo>
                    <a:pt x="370492" y="459869"/>
                  </a:lnTo>
                  <a:lnTo>
                    <a:pt x="380241" y="468242"/>
                  </a:lnTo>
                  <a:lnTo>
                    <a:pt x="389991" y="450137"/>
                  </a:lnTo>
                  <a:lnTo>
                    <a:pt x="399741" y="468981"/>
                  </a:lnTo>
                  <a:lnTo>
                    <a:pt x="409491" y="456572"/>
                  </a:lnTo>
                  <a:lnTo>
                    <a:pt x="419241" y="434916"/>
                  </a:lnTo>
                  <a:lnTo>
                    <a:pt x="428991" y="431753"/>
                  </a:lnTo>
                  <a:lnTo>
                    <a:pt x="438741" y="436755"/>
                  </a:lnTo>
                  <a:lnTo>
                    <a:pt x="448491" y="469412"/>
                  </a:lnTo>
                  <a:lnTo>
                    <a:pt x="458241" y="450687"/>
                  </a:lnTo>
                  <a:lnTo>
                    <a:pt x="467991" y="447857"/>
                  </a:lnTo>
                  <a:lnTo>
                    <a:pt x="477740" y="494905"/>
                  </a:lnTo>
                  <a:lnTo>
                    <a:pt x="487490" y="498904"/>
                  </a:lnTo>
                  <a:lnTo>
                    <a:pt x="497239" y="518099"/>
                  </a:lnTo>
                  <a:lnTo>
                    <a:pt x="506989" y="474837"/>
                  </a:lnTo>
                  <a:lnTo>
                    <a:pt x="516738" y="512520"/>
                  </a:lnTo>
                  <a:lnTo>
                    <a:pt x="526488" y="503383"/>
                  </a:lnTo>
                  <a:lnTo>
                    <a:pt x="536238" y="503757"/>
                  </a:lnTo>
                  <a:lnTo>
                    <a:pt x="545988" y="519227"/>
                  </a:lnTo>
                  <a:lnTo>
                    <a:pt x="555738" y="533717"/>
                  </a:lnTo>
                  <a:lnTo>
                    <a:pt x="565488" y="573968"/>
                  </a:lnTo>
                  <a:lnTo>
                    <a:pt x="575238" y="592065"/>
                  </a:lnTo>
                  <a:lnTo>
                    <a:pt x="584988" y="574515"/>
                  </a:lnTo>
                  <a:lnTo>
                    <a:pt x="594738" y="561042"/>
                  </a:lnTo>
                  <a:lnTo>
                    <a:pt x="604488" y="537603"/>
                  </a:lnTo>
                  <a:lnTo>
                    <a:pt x="614237" y="568243"/>
                  </a:lnTo>
                  <a:lnTo>
                    <a:pt x="623987" y="545681"/>
                  </a:lnTo>
                  <a:lnTo>
                    <a:pt x="633736" y="565851"/>
                  </a:lnTo>
                  <a:lnTo>
                    <a:pt x="643486" y="558041"/>
                  </a:lnTo>
                  <a:lnTo>
                    <a:pt x="653236" y="560023"/>
                  </a:lnTo>
                  <a:lnTo>
                    <a:pt x="662985" y="584828"/>
                  </a:lnTo>
                  <a:lnTo>
                    <a:pt x="672735" y="543910"/>
                  </a:lnTo>
                  <a:lnTo>
                    <a:pt x="682485" y="533644"/>
                  </a:lnTo>
                  <a:lnTo>
                    <a:pt x="692235" y="518605"/>
                  </a:lnTo>
                  <a:lnTo>
                    <a:pt x="701985" y="506555"/>
                  </a:lnTo>
                  <a:lnTo>
                    <a:pt x="711735" y="511631"/>
                  </a:lnTo>
                  <a:lnTo>
                    <a:pt x="721485" y="466107"/>
                  </a:lnTo>
                  <a:lnTo>
                    <a:pt x="731235" y="469507"/>
                  </a:lnTo>
                  <a:lnTo>
                    <a:pt x="740985" y="441592"/>
                  </a:lnTo>
                  <a:lnTo>
                    <a:pt x="750734" y="452212"/>
                  </a:lnTo>
                  <a:lnTo>
                    <a:pt x="760484" y="470349"/>
                  </a:lnTo>
                  <a:lnTo>
                    <a:pt x="770233" y="455629"/>
                  </a:lnTo>
                  <a:lnTo>
                    <a:pt x="779983" y="444621"/>
                  </a:lnTo>
                  <a:lnTo>
                    <a:pt x="789733" y="461441"/>
                  </a:lnTo>
                  <a:lnTo>
                    <a:pt x="799482" y="443151"/>
                  </a:lnTo>
                  <a:lnTo>
                    <a:pt x="809232" y="425637"/>
                  </a:lnTo>
                  <a:lnTo>
                    <a:pt x="818982" y="439301"/>
                  </a:lnTo>
                  <a:lnTo>
                    <a:pt x="828732" y="435827"/>
                  </a:lnTo>
                  <a:lnTo>
                    <a:pt x="838482" y="419287"/>
                  </a:lnTo>
                  <a:lnTo>
                    <a:pt x="848232" y="455216"/>
                  </a:lnTo>
                  <a:lnTo>
                    <a:pt x="857982" y="479209"/>
                  </a:lnTo>
                  <a:lnTo>
                    <a:pt x="867732" y="486668"/>
                  </a:lnTo>
                  <a:lnTo>
                    <a:pt x="877482" y="509057"/>
                  </a:lnTo>
                  <a:lnTo>
                    <a:pt x="887231" y="484318"/>
                  </a:lnTo>
                  <a:lnTo>
                    <a:pt x="896981" y="457560"/>
                  </a:lnTo>
                  <a:lnTo>
                    <a:pt x="906730" y="459289"/>
                  </a:lnTo>
                  <a:lnTo>
                    <a:pt x="916480" y="439919"/>
                  </a:lnTo>
                  <a:lnTo>
                    <a:pt x="926230" y="433750"/>
                  </a:lnTo>
                  <a:lnTo>
                    <a:pt x="935979" y="436232"/>
                  </a:lnTo>
                  <a:lnTo>
                    <a:pt x="945729" y="417609"/>
                  </a:lnTo>
                  <a:lnTo>
                    <a:pt x="955479" y="461095"/>
                  </a:lnTo>
                  <a:lnTo>
                    <a:pt x="965229" y="462470"/>
                  </a:lnTo>
                  <a:lnTo>
                    <a:pt x="974979" y="437959"/>
                  </a:lnTo>
                  <a:lnTo>
                    <a:pt x="984729" y="472207"/>
                  </a:lnTo>
                  <a:lnTo>
                    <a:pt x="994474" y="461706"/>
                  </a:lnTo>
                  <a:lnTo>
                    <a:pt x="1004233" y="454479"/>
                  </a:lnTo>
                  <a:lnTo>
                    <a:pt x="1013977" y="427087"/>
                  </a:lnTo>
                  <a:lnTo>
                    <a:pt x="1023721" y="435505"/>
                  </a:lnTo>
                  <a:lnTo>
                    <a:pt x="1033480" y="434137"/>
                  </a:lnTo>
                  <a:lnTo>
                    <a:pt x="1043224" y="427505"/>
                  </a:lnTo>
                  <a:lnTo>
                    <a:pt x="1052983" y="430345"/>
                  </a:lnTo>
                  <a:lnTo>
                    <a:pt x="1062727" y="414622"/>
                  </a:lnTo>
                  <a:lnTo>
                    <a:pt x="1072471" y="428081"/>
                  </a:lnTo>
                  <a:lnTo>
                    <a:pt x="1082230" y="411848"/>
                  </a:lnTo>
                  <a:lnTo>
                    <a:pt x="1091973" y="421586"/>
                  </a:lnTo>
                  <a:lnTo>
                    <a:pt x="1101732" y="418758"/>
                  </a:lnTo>
                  <a:lnTo>
                    <a:pt x="1111476" y="380749"/>
                  </a:lnTo>
                  <a:lnTo>
                    <a:pt x="1121220" y="377568"/>
                  </a:lnTo>
                  <a:lnTo>
                    <a:pt x="1130979" y="378348"/>
                  </a:lnTo>
                  <a:lnTo>
                    <a:pt x="1140723" y="387566"/>
                  </a:lnTo>
                  <a:lnTo>
                    <a:pt x="1150482" y="365193"/>
                  </a:lnTo>
                  <a:lnTo>
                    <a:pt x="1160226" y="358410"/>
                  </a:lnTo>
                  <a:lnTo>
                    <a:pt x="1169969" y="330382"/>
                  </a:lnTo>
                  <a:lnTo>
                    <a:pt x="1179728" y="319677"/>
                  </a:lnTo>
                  <a:lnTo>
                    <a:pt x="1189472" y="352060"/>
                  </a:lnTo>
                  <a:lnTo>
                    <a:pt x="1199231" y="299629"/>
                  </a:lnTo>
                  <a:lnTo>
                    <a:pt x="1208975" y="303008"/>
                  </a:lnTo>
                  <a:lnTo>
                    <a:pt x="1218719" y="277613"/>
                  </a:lnTo>
                  <a:lnTo>
                    <a:pt x="1228478" y="285582"/>
                  </a:lnTo>
                  <a:lnTo>
                    <a:pt x="1238222" y="247205"/>
                  </a:lnTo>
                  <a:lnTo>
                    <a:pt x="1247966" y="264846"/>
                  </a:lnTo>
                  <a:lnTo>
                    <a:pt x="1257725" y="272718"/>
                  </a:lnTo>
                  <a:lnTo>
                    <a:pt x="1267469" y="263906"/>
                  </a:lnTo>
                  <a:lnTo>
                    <a:pt x="1277227" y="272826"/>
                  </a:lnTo>
                  <a:lnTo>
                    <a:pt x="1286971" y="258989"/>
                  </a:lnTo>
                  <a:lnTo>
                    <a:pt x="1296715" y="266558"/>
                  </a:lnTo>
                  <a:lnTo>
                    <a:pt x="1306474" y="263167"/>
                  </a:lnTo>
                  <a:lnTo>
                    <a:pt x="1316218" y="266509"/>
                  </a:lnTo>
                  <a:lnTo>
                    <a:pt x="1325977" y="255227"/>
                  </a:lnTo>
                  <a:lnTo>
                    <a:pt x="1335721" y="234766"/>
                  </a:lnTo>
                  <a:lnTo>
                    <a:pt x="1345465" y="224291"/>
                  </a:lnTo>
                  <a:lnTo>
                    <a:pt x="1355224" y="210006"/>
                  </a:lnTo>
                  <a:lnTo>
                    <a:pt x="1364967" y="195597"/>
                  </a:lnTo>
                  <a:lnTo>
                    <a:pt x="1374726" y="208172"/>
                  </a:lnTo>
                  <a:lnTo>
                    <a:pt x="1384470" y="207124"/>
                  </a:lnTo>
                  <a:lnTo>
                    <a:pt x="1394214" y="195080"/>
                  </a:lnTo>
                  <a:lnTo>
                    <a:pt x="1403973" y="198855"/>
                  </a:lnTo>
                  <a:lnTo>
                    <a:pt x="1413717" y="190603"/>
                  </a:lnTo>
                  <a:lnTo>
                    <a:pt x="1423476" y="214350"/>
                  </a:lnTo>
                  <a:lnTo>
                    <a:pt x="1433220" y="246443"/>
                  </a:lnTo>
                  <a:lnTo>
                    <a:pt x="1442964" y="241943"/>
                  </a:lnTo>
                  <a:lnTo>
                    <a:pt x="1452722" y="240306"/>
                  </a:lnTo>
                  <a:lnTo>
                    <a:pt x="1462466" y="225301"/>
                  </a:lnTo>
                  <a:lnTo>
                    <a:pt x="1472225" y="204784"/>
                  </a:lnTo>
                  <a:lnTo>
                    <a:pt x="1481969" y="189762"/>
                  </a:lnTo>
                  <a:lnTo>
                    <a:pt x="1491713" y="178849"/>
                  </a:lnTo>
                  <a:lnTo>
                    <a:pt x="1501472" y="162111"/>
                  </a:lnTo>
                  <a:lnTo>
                    <a:pt x="1511216" y="136083"/>
                  </a:lnTo>
                  <a:lnTo>
                    <a:pt x="1520960" y="157074"/>
                  </a:lnTo>
                  <a:lnTo>
                    <a:pt x="1530719" y="135567"/>
                  </a:lnTo>
                  <a:lnTo>
                    <a:pt x="1540463" y="116562"/>
                  </a:lnTo>
                  <a:lnTo>
                    <a:pt x="1550221" y="142591"/>
                  </a:lnTo>
                  <a:lnTo>
                    <a:pt x="1559965" y="158241"/>
                  </a:lnTo>
                  <a:lnTo>
                    <a:pt x="1569709" y="154069"/>
                  </a:lnTo>
                  <a:lnTo>
                    <a:pt x="1579468" y="144383"/>
                  </a:lnTo>
                  <a:lnTo>
                    <a:pt x="1589212" y="162944"/>
                  </a:lnTo>
                  <a:lnTo>
                    <a:pt x="1598971" y="151499"/>
                  </a:lnTo>
                  <a:lnTo>
                    <a:pt x="1608715" y="120671"/>
                  </a:lnTo>
                  <a:lnTo>
                    <a:pt x="1618459" y="95157"/>
                  </a:lnTo>
                  <a:lnTo>
                    <a:pt x="1628218" y="44368"/>
                  </a:lnTo>
                  <a:lnTo>
                    <a:pt x="1637962" y="44819"/>
                  </a:lnTo>
                  <a:lnTo>
                    <a:pt x="1647720" y="39524"/>
                  </a:lnTo>
                  <a:lnTo>
                    <a:pt x="1657464" y="53128"/>
                  </a:lnTo>
                  <a:lnTo>
                    <a:pt x="1667208" y="35135"/>
                  </a:lnTo>
                  <a:lnTo>
                    <a:pt x="1676967" y="27563"/>
                  </a:lnTo>
                  <a:lnTo>
                    <a:pt x="1686711" y="0"/>
                  </a:lnTo>
                  <a:lnTo>
                    <a:pt x="1696470" y="7816"/>
                  </a:lnTo>
                  <a:lnTo>
                    <a:pt x="1706214" y="51044"/>
                  </a:lnTo>
                  <a:lnTo>
                    <a:pt x="1715958" y="74353"/>
                  </a:lnTo>
                  <a:lnTo>
                    <a:pt x="1725716" y="61980"/>
                  </a:lnTo>
                  <a:lnTo>
                    <a:pt x="1735460" y="77396"/>
                  </a:lnTo>
                  <a:lnTo>
                    <a:pt x="1745219" y="87478"/>
                  </a:lnTo>
                  <a:lnTo>
                    <a:pt x="1754963" y="91186"/>
                  </a:lnTo>
                  <a:lnTo>
                    <a:pt x="1764707" y="91288"/>
                  </a:lnTo>
                  <a:lnTo>
                    <a:pt x="1774466" y="133738"/>
                  </a:lnTo>
                  <a:lnTo>
                    <a:pt x="1784210" y="137932"/>
                  </a:lnTo>
                  <a:lnTo>
                    <a:pt x="1793969" y="141886"/>
                  </a:lnTo>
                  <a:lnTo>
                    <a:pt x="1803713" y="136169"/>
                  </a:lnTo>
                  <a:lnTo>
                    <a:pt x="1813457" y="145025"/>
                  </a:lnTo>
                  <a:lnTo>
                    <a:pt x="1823215" y="150063"/>
                  </a:lnTo>
                  <a:lnTo>
                    <a:pt x="1832959" y="166173"/>
                  </a:lnTo>
                  <a:lnTo>
                    <a:pt x="1842703" y="190141"/>
                  </a:lnTo>
                  <a:lnTo>
                    <a:pt x="1852462" y="195782"/>
                  </a:lnTo>
                  <a:lnTo>
                    <a:pt x="1862206" y="216373"/>
                  </a:lnTo>
                  <a:lnTo>
                    <a:pt x="1871965" y="202169"/>
                  </a:lnTo>
                  <a:lnTo>
                    <a:pt x="1881709" y="200324"/>
                  </a:lnTo>
                  <a:lnTo>
                    <a:pt x="1891453" y="175614"/>
                  </a:lnTo>
                  <a:lnTo>
                    <a:pt x="1901212" y="183864"/>
                  </a:lnTo>
                  <a:lnTo>
                    <a:pt x="1910956" y="161353"/>
                  </a:lnTo>
                  <a:lnTo>
                    <a:pt x="1920714" y="192611"/>
                  </a:lnTo>
                  <a:lnTo>
                    <a:pt x="1930458" y="189426"/>
                  </a:lnTo>
                  <a:lnTo>
                    <a:pt x="1940202" y="171608"/>
                  </a:lnTo>
                  <a:lnTo>
                    <a:pt x="1949961" y="244486"/>
                  </a:lnTo>
                  <a:lnTo>
                    <a:pt x="1959705" y="288099"/>
                  </a:lnTo>
                  <a:lnTo>
                    <a:pt x="1969464" y="290609"/>
                  </a:lnTo>
                  <a:lnTo>
                    <a:pt x="1979208" y="271975"/>
                  </a:lnTo>
                  <a:lnTo>
                    <a:pt x="1988952" y="249042"/>
                  </a:lnTo>
                  <a:lnTo>
                    <a:pt x="1998711" y="248552"/>
                  </a:lnTo>
                  <a:lnTo>
                    <a:pt x="2008454" y="262282"/>
                  </a:lnTo>
                  <a:lnTo>
                    <a:pt x="2018213" y="282412"/>
                  </a:lnTo>
                  <a:lnTo>
                    <a:pt x="2027957" y="279938"/>
                  </a:lnTo>
                  <a:lnTo>
                    <a:pt x="2037701" y="257410"/>
                  </a:lnTo>
                  <a:lnTo>
                    <a:pt x="2047460" y="263535"/>
                  </a:lnTo>
                  <a:lnTo>
                    <a:pt x="2057204" y="246328"/>
                  </a:lnTo>
                  <a:lnTo>
                    <a:pt x="2066963" y="278854"/>
                  </a:lnTo>
                  <a:lnTo>
                    <a:pt x="2076707" y="261373"/>
                  </a:lnTo>
                  <a:lnTo>
                    <a:pt x="2086451" y="262618"/>
                  </a:lnTo>
                  <a:lnTo>
                    <a:pt x="2096210" y="286074"/>
                  </a:lnTo>
                  <a:lnTo>
                    <a:pt x="2105954" y="284787"/>
                  </a:lnTo>
                  <a:lnTo>
                    <a:pt x="2115697" y="290339"/>
                  </a:lnTo>
                  <a:lnTo>
                    <a:pt x="2125456" y="264969"/>
                  </a:lnTo>
                  <a:lnTo>
                    <a:pt x="2135200" y="232379"/>
                  </a:lnTo>
                  <a:lnTo>
                    <a:pt x="2144959" y="211479"/>
                  </a:lnTo>
                  <a:lnTo>
                    <a:pt x="2154703" y="219569"/>
                  </a:lnTo>
                  <a:lnTo>
                    <a:pt x="2164447" y="177845"/>
                  </a:lnTo>
                  <a:lnTo>
                    <a:pt x="2174206" y="130633"/>
                  </a:lnTo>
                  <a:lnTo>
                    <a:pt x="2183950" y="127258"/>
                  </a:lnTo>
                  <a:lnTo>
                    <a:pt x="2193709" y="146046"/>
                  </a:lnTo>
                  <a:lnTo>
                    <a:pt x="2203452" y="134057"/>
                  </a:lnTo>
                  <a:lnTo>
                    <a:pt x="2213196" y="144721"/>
                  </a:lnTo>
                  <a:lnTo>
                    <a:pt x="2222955" y="129517"/>
                  </a:lnTo>
                  <a:lnTo>
                    <a:pt x="2232699" y="131831"/>
                  </a:lnTo>
                  <a:lnTo>
                    <a:pt x="2242458" y="128373"/>
                  </a:lnTo>
                  <a:lnTo>
                    <a:pt x="2252202" y="125032"/>
                  </a:lnTo>
                  <a:lnTo>
                    <a:pt x="2261946" y="112893"/>
                  </a:lnTo>
                  <a:lnTo>
                    <a:pt x="2271705" y="120454"/>
                  </a:lnTo>
                  <a:lnTo>
                    <a:pt x="2281449" y="102307"/>
                  </a:lnTo>
                  <a:lnTo>
                    <a:pt x="2291208" y="91575"/>
                  </a:lnTo>
                  <a:lnTo>
                    <a:pt x="2300951" y="98143"/>
                  </a:lnTo>
                  <a:lnTo>
                    <a:pt x="2310695" y="95382"/>
                  </a:lnTo>
                  <a:lnTo>
                    <a:pt x="2320454" y="79187"/>
                  </a:lnTo>
                  <a:lnTo>
                    <a:pt x="2330198" y="83735"/>
                  </a:lnTo>
                  <a:lnTo>
                    <a:pt x="2339957" y="86033"/>
                  </a:lnTo>
                  <a:lnTo>
                    <a:pt x="2349701" y="79853"/>
                  </a:lnTo>
                  <a:lnTo>
                    <a:pt x="2359445" y="30428"/>
                  </a:lnTo>
                  <a:lnTo>
                    <a:pt x="2369204" y="71831"/>
                  </a:lnTo>
                  <a:lnTo>
                    <a:pt x="2378948" y="83962"/>
                  </a:lnTo>
                  <a:lnTo>
                    <a:pt x="2388692" y="104454"/>
                  </a:lnTo>
                  <a:lnTo>
                    <a:pt x="2398450" y="114606"/>
                  </a:lnTo>
                  <a:lnTo>
                    <a:pt x="2408194" y="91784"/>
                  </a:lnTo>
                  <a:lnTo>
                    <a:pt x="2417953" y="85483"/>
                  </a:lnTo>
                  <a:lnTo>
                    <a:pt x="2427697" y="104782"/>
                  </a:lnTo>
                  <a:lnTo>
                    <a:pt x="2437441" y="114828"/>
                  </a:lnTo>
                  <a:lnTo>
                    <a:pt x="2447200" y="110528"/>
                  </a:lnTo>
                  <a:lnTo>
                    <a:pt x="2456944" y="91532"/>
                  </a:lnTo>
                  <a:lnTo>
                    <a:pt x="2466703" y="79094"/>
                  </a:lnTo>
                  <a:lnTo>
                    <a:pt x="2476446" y="86290"/>
                  </a:lnTo>
                  <a:lnTo>
                    <a:pt x="2486190" y="114210"/>
                  </a:lnTo>
                  <a:lnTo>
                    <a:pt x="2495949" y="134730"/>
                  </a:lnTo>
                  <a:lnTo>
                    <a:pt x="2505693" y="89404"/>
                  </a:lnTo>
                  <a:lnTo>
                    <a:pt x="2515452" y="98642"/>
                  </a:lnTo>
                  <a:lnTo>
                    <a:pt x="2525196" y="56433"/>
                  </a:lnTo>
                  <a:lnTo>
                    <a:pt x="2534940" y="81730"/>
                  </a:lnTo>
                  <a:lnTo>
                    <a:pt x="2544699" y="51919"/>
                  </a:lnTo>
                  <a:lnTo>
                    <a:pt x="2554443" y="39616"/>
                  </a:lnTo>
                  <a:lnTo>
                    <a:pt x="2564202" y="63340"/>
                  </a:lnTo>
                  <a:lnTo>
                    <a:pt x="2573946" y="40777"/>
                  </a:lnTo>
                  <a:lnTo>
                    <a:pt x="2583690" y="53866"/>
                  </a:lnTo>
                  <a:lnTo>
                    <a:pt x="2593448" y="51875"/>
                  </a:lnTo>
                  <a:lnTo>
                    <a:pt x="2603192" y="66788"/>
                  </a:lnTo>
                  <a:lnTo>
                    <a:pt x="2612951" y="56110"/>
                  </a:lnTo>
                  <a:lnTo>
                    <a:pt x="2622695" y="33457"/>
                  </a:lnTo>
                  <a:lnTo>
                    <a:pt x="2632439" y="64480"/>
                  </a:lnTo>
                  <a:lnTo>
                    <a:pt x="2642198" y="43413"/>
                  </a:lnTo>
                  <a:lnTo>
                    <a:pt x="2651942" y="86927"/>
                  </a:lnTo>
                  <a:lnTo>
                    <a:pt x="2661685" y="138370"/>
                  </a:lnTo>
                  <a:lnTo>
                    <a:pt x="2671444" y="125606"/>
                  </a:lnTo>
                  <a:lnTo>
                    <a:pt x="2681188" y="192526"/>
                  </a:lnTo>
                  <a:lnTo>
                    <a:pt x="2690947" y="186134"/>
                  </a:lnTo>
                  <a:lnTo>
                    <a:pt x="2700691" y="208282"/>
                  </a:lnTo>
                  <a:lnTo>
                    <a:pt x="2710435" y="244488"/>
                  </a:lnTo>
                  <a:lnTo>
                    <a:pt x="2720194" y="254633"/>
                  </a:lnTo>
                  <a:lnTo>
                    <a:pt x="2729938" y="281860"/>
                  </a:lnTo>
                  <a:lnTo>
                    <a:pt x="2739697" y="275998"/>
                  </a:lnTo>
                  <a:lnTo>
                    <a:pt x="2749441" y="259881"/>
                  </a:lnTo>
                  <a:lnTo>
                    <a:pt x="2759185" y="288051"/>
                  </a:lnTo>
                  <a:lnTo>
                    <a:pt x="2768943" y="304845"/>
                  </a:lnTo>
                  <a:lnTo>
                    <a:pt x="2778687" y="284080"/>
                  </a:lnTo>
                  <a:lnTo>
                    <a:pt x="2788446" y="288377"/>
                  </a:lnTo>
                  <a:lnTo>
                    <a:pt x="2798190" y="275996"/>
                  </a:lnTo>
                  <a:lnTo>
                    <a:pt x="2807934" y="264658"/>
                  </a:lnTo>
                  <a:lnTo>
                    <a:pt x="2817693" y="294334"/>
                  </a:lnTo>
                  <a:lnTo>
                    <a:pt x="2827437" y="257879"/>
                  </a:lnTo>
                  <a:lnTo>
                    <a:pt x="2837196" y="231721"/>
                  </a:lnTo>
                  <a:lnTo>
                    <a:pt x="2846940" y="240756"/>
                  </a:lnTo>
                  <a:lnTo>
                    <a:pt x="2856684" y="230443"/>
                  </a:lnTo>
                  <a:lnTo>
                    <a:pt x="2866442" y="233761"/>
                  </a:lnTo>
                  <a:lnTo>
                    <a:pt x="2876186" y="217844"/>
                  </a:lnTo>
                  <a:lnTo>
                    <a:pt x="2885945" y="219954"/>
                  </a:lnTo>
                  <a:lnTo>
                    <a:pt x="2895689" y="243113"/>
                  </a:lnTo>
                  <a:lnTo>
                    <a:pt x="2905433" y="270046"/>
                  </a:lnTo>
                  <a:lnTo>
                    <a:pt x="2915192" y="22149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3" name="Freeform 1032">
              <a:extLst>
                <a:ext uri="{FF2B5EF4-FFF2-40B4-BE49-F238E27FC236}">
                  <a16:creationId xmlns:a16="http://schemas.microsoft.com/office/drawing/2014/main" id="{00DDF5D9-9177-BD6A-668A-C2DB205C89B3}"/>
                </a:ext>
              </a:extLst>
            </p:cNvPr>
            <p:cNvSpPr/>
            <p:nvPr/>
          </p:nvSpPr>
          <p:spPr>
            <a:xfrm>
              <a:off x="4426652" y="3441788"/>
              <a:ext cx="2915191" cy="362100"/>
            </a:xfrm>
            <a:custGeom>
              <a:avLst/>
              <a:gdLst>
                <a:gd name="connsiteX0" fmla="*/ 0 w 2915191"/>
                <a:gd name="connsiteY0" fmla="*/ 204795 h 362100"/>
                <a:gd name="connsiteX1" fmla="*/ 9750 w 2915191"/>
                <a:gd name="connsiteY1" fmla="*/ 221004 h 362100"/>
                <a:gd name="connsiteX2" fmla="*/ 19500 w 2915191"/>
                <a:gd name="connsiteY2" fmla="*/ 251236 h 362100"/>
                <a:gd name="connsiteX3" fmla="*/ 29250 w 2915191"/>
                <a:gd name="connsiteY3" fmla="*/ 238075 h 362100"/>
                <a:gd name="connsiteX4" fmla="*/ 39000 w 2915191"/>
                <a:gd name="connsiteY4" fmla="*/ 219358 h 362100"/>
                <a:gd name="connsiteX5" fmla="*/ 48749 w 2915191"/>
                <a:gd name="connsiteY5" fmla="*/ 210889 h 362100"/>
                <a:gd name="connsiteX6" fmla="*/ 58499 w 2915191"/>
                <a:gd name="connsiteY6" fmla="*/ 181330 h 362100"/>
                <a:gd name="connsiteX7" fmla="*/ 68249 w 2915191"/>
                <a:gd name="connsiteY7" fmla="*/ 183249 h 362100"/>
                <a:gd name="connsiteX8" fmla="*/ 77998 w 2915191"/>
                <a:gd name="connsiteY8" fmla="*/ 207599 h 362100"/>
                <a:gd name="connsiteX9" fmla="*/ 87748 w 2915191"/>
                <a:gd name="connsiteY9" fmla="*/ 223759 h 362100"/>
                <a:gd name="connsiteX10" fmla="*/ 97497 w 2915191"/>
                <a:gd name="connsiteY10" fmla="*/ 211804 h 362100"/>
                <a:gd name="connsiteX11" fmla="*/ 107247 w 2915191"/>
                <a:gd name="connsiteY11" fmla="*/ 221654 h 362100"/>
                <a:gd name="connsiteX12" fmla="*/ 116997 w 2915191"/>
                <a:gd name="connsiteY12" fmla="*/ 208478 h 362100"/>
                <a:gd name="connsiteX13" fmla="*/ 126747 w 2915191"/>
                <a:gd name="connsiteY13" fmla="*/ 218266 h 362100"/>
                <a:gd name="connsiteX14" fmla="*/ 136497 w 2915191"/>
                <a:gd name="connsiteY14" fmla="*/ 207449 h 362100"/>
                <a:gd name="connsiteX15" fmla="*/ 146247 w 2915191"/>
                <a:gd name="connsiteY15" fmla="*/ 206428 h 362100"/>
                <a:gd name="connsiteX16" fmla="*/ 155997 w 2915191"/>
                <a:gd name="connsiteY16" fmla="*/ 181899 h 362100"/>
                <a:gd name="connsiteX17" fmla="*/ 165747 w 2915191"/>
                <a:gd name="connsiteY17" fmla="*/ 167396 h 362100"/>
                <a:gd name="connsiteX18" fmla="*/ 175497 w 2915191"/>
                <a:gd name="connsiteY18" fmla="*/ 190908 h 362100"/>
                <a:gd name="connsiteX19" fmla="*/ 185247 w 2915191"/>
                <a:gd name="connsiteY19" fmla="*/ 178897 h 362100"/>
                <a:gd name="connsiteX20" fmla="*/ 194996 w 2915191"/>
                <a:gd name="connsiteY20" fmla="*/ 190424 h 362100"/>
                <a:gd name="connsiteX21" fmla="*/ 204746 w 2915191"/>
                <a:gd name="connsiteY21" fmla="*/ 162998 h 362100"/>
                <a:gd name="connsiteX22" fmla="*/ 214495 w 2915191"/>
                <a:gd name="connsiteY22" fmla="*/ 118387 h 362100"/>
                <a:gd name="connsiteX23" fmla="*/ 224245 w 2915191"/>
                <a:gd name="connsiteY23" fmla="*/ 104782 h 362100"/>
                <a:gd name="connsiteX24" fmla="*/ 233995 w 2915191"/>
                <a:gd name="connsiteY24" fmla="*/ 119016 h 362100"/>
                <a:gd name="connsiteX25" fmla="*/ 243744 w 2915191"/>
                <a:gd name="connsiteY25" fmla="*/ 112174 h 362100"/>
                <a:gd name="connsiteX26" fmla="*/ 253494 w 2915191"/>
                <a:gd name="connsiteY26" fmla="*/ 127879 h 362100"/>
                <a:gd name="connsiteX27" fmla="*/ 263244 w 2915191"/>
                <a:gd name="connsiteY27" fmla="*/ 129222 h 362100"/>
                <a:gd name="connsiteX28" fmla="*/ 272994 w 2915191"/>
                <a:gd name="connsiteY28" fmla="*/ 116065 h 362100"/>
                <a:gd name="connsiteX29" fmla="*/ 282744 w 2915191"/>
                <a:gd name="connsiteY29" fmla="*/ 93366 h 362100"/>
                <a:gd name="connsiteX30" fmla="*/ 292494 w 2915191"/>
                <a:gd name="connsiteY30" fmla="*/ 108673 h 362100"/>
                <a:gd name="connsiteX31" fmla="*/ 302244 w 2915191"/>
                <a:gd name="connsiteY31" fmla="*/ 120414 h 362100"/>
                <a:gd name="connsiteX32" fmla="*/ 311994 w 2915191"/>
                <a:gd name="connsiteY32" fmla="*/ 121716 h 362100"/>
                <a:gd name="connsiteX33" fmla="*/ 321744 w 2915191"/>
                <a:gd name="connsiteY33" fmla="*/ 103509 h 362100"/>
                <a:gd name="connsiteX34" fmla="*/ 331493 w 2915191"/>
                <a:gd name="connsiteY34" fmla="*/ 82412 h 362100"/>
                <a:gd name="connsiteX35" fmla="*/ 341243 w 2915191"/>
                <a:gd name="connsiteY35" fmla="*/ 60077 h 362100"/>
                <a:gd name="connsiteX36" fmla="*/ 350993 w 2915191"/>
                <a:gd name="connsiteY36" fmla="*/ 54322 h 362100"/>
                <a:gd name="connsiteX37" fmla="*/ 360742 w 2915191"/>
                <a:gd name="connsiteY37" fmla="*/ 73336 h 362100"/>
                <a:gd name="connsiteX38" fmla="*/ 370492 w 2915191"/>
                <a:gd name="connsiteY38" fmla="*/ 32460 h 362100"/>
                <a:gd name="connsiteX39" fmla="*/ 380241 w 2915191"/>
                <a:gd name="connsiteY39" fmla="*/ 38725 h 362100"/>
                <a:gd name="connsiteX40" fmla="*/ 389991 w 2915191"/>
                <a:gd name="connsiteY40" fmla="*/ 40653 h 362100"/>
                <a:gd name="connsiteX41" fmla="*/ 399741 w 2915191"/>
                <a:gd name="connsiteY41" fmla="*/ 26833 h 362100"/>
                <a:gd name="connsiteX42" fmla="*/ 409491 w 2915191"/>
                <a:gd name="connsiteY42" fmla="*/ 41500 h 362100"/>
                <a:gd name="connsiteX43" fmla="*/ 419241 w 2915191"/>
                <a:gd name="connsiteY43" fmla="*/ 0 h 362100"/>
                <a:gd name="connsiteX44" fmla="*/ 428991 w 2915191"/>
                <a:gd name="connsiteY44" fmla="*/ 35227 h 362100"/>
                <a:gd name="connsiteX45" fmla="*/ 438741 w 2915191"/>
                <a:gd name="connsiteY45" fmla="*/ 26672 h 362100"/>
                <a:gd name="connsiteX46" fmla="*/ 448491 w 2915191"/>
                <a:gd name="connsiteY46" fmla="*/ 34543 h 362100"/>
                <a:gd name="connsiteX47" fmla="*/ 458241 w 2915191"/>
                <a:gd name="connsiteY47" fmla="*/ 75639 h 362100"/>
                <a:gd name="connsiteX48" fmla="*/ 467991 w 2915191"/>
                <a:gd name="connsiteY48" fmla="*/ 99328 h 362100"/>
                <a:gd name="connsiteX49" fmla="*/ 477740 w 2915191"/>
                <a:gd name="connsiteY49" fmla="*/ 94987 h 362100"/>
                <a:gd name="connsiteX50" fmla="*/ 487490 w 2915191"/>
                <a:gd name="connsiteY50" fmla="*/ 90759 h 362100"/>
                <a:gd name="connsiteX51" fmla="*/ 497239 w 2915191"/>
                <a:gd name="connsiteY51" fmla="*/ 109716 h 362100"/>
                <a:gd name="connsiteX52" fmla="*/ 506989 w 2915191"/>
                <a:gd name="connsiteY52" fmla="*/ 90796 h 362100"/>
                <a:gd name="connsiteX53" fmla="*/ 516738 w 2915191"/>
                <a:gd name="connsiteY53" fmla="*/ 101124 h 362100"/>
                <a:gd name="connsiteX54" fmla="*/ 526488 w 2915191"/>
                <a:gd name="connsiteY54" fmla="*/ 141689 h 362100"/>
                <a:gd name="connsiteX55" fmla="*/ 536238 w 2915191"/>
                <a:gd name="connsiteY55" fmla="*/ 135757 h 362100"/>
                <a:gd name="connsiteX56" fmla="*/ 545988 w 2915191"/>
                <a:gd name="connsiteY56" fmla="*/ 140666 h 362100"/>
                <a:gd name="connsiteX57" fmla="*/ 555738 w 2915191"/>
                <a:gd name="connsiteY57" fmla="*/ 169117 h 362100"/>
                <a:gd name="connsiteX58" fmla="*/ 565488 w 2915191"/>
                <a:gd name="connsiteY58" fmla="*/ 188293 h 362100"/>
                <a:gd name="connsiteX59" fmla="*/ 575238 w 2915191"/>
                <a:gd name="connsiteY59" fmla="*/ 222078 h 362100"/>
                <a:gd name="connsiteX60" fmla="*/ 584988 w 2915191"/>
                <a:gd name="connsiteY60" fmla="*/ 226774 h 362100"/>
                <a:gd name="connsiteX61" fmla="*/ 594738 w 2915191"/>
                <a:gd name="connsiteY61" fmla="*/ 242481 h 362100"/>
                <a:gd name="connsiteX62" fmla="*/ 604488 w 2915191"/>
                <a:gd name="connsiteY62" fmla="*/ 248126 h 362100"/>
                <a:gd name="connsiteX63" fmla="*/ 614237 w 2915191"/>
                <a:gd name="connsiteY63" fmla="*/ 223275 h 362100"/>
                <a:gd name="connsiteX64" fmla="*/ 623987 w 2915191"/>
                <a:gd name="connsiteY64" fmla="*/ 221609 h 362100"/>
                <a:gd name="connsiteX65" fmla="*/ 633736 w 2915191"/>
                <a:gd name="connsiteY65" fmla="*/ 211586 h 362100"/>
                <a:gd name="connsiteX66" fmla="*/ 643486 w 2915191"/>
                <a:gd name="connsiteY66" fmla="*/ 225290 h 362100"/>
                <a:gd name="connsiteX67" fmla="*/ 653236 w 2915191"/>
                <a:gd name="connsiteY67" fmla="*/ 221087 h 362100"/>
                <a:gd name="connsiteX68" fmla="*/ 662985 w 2915191"/>
                <a:gd name="connsiteY68" fmla="*/ 228930 h 362100"/>
                <a:gd name="connsiteX69" fmla="*/ 672735 w 2915191"/>
                <a:gd name="connsiteY69" fmla="*/ 221327 h 362100"/>
                <a:gd name="connsiteX70" fmla="*/ 682485 w 2915191"/>
                <a:gd name="connsiteY70" fmla="*/ 227782 h 362100"/>
                <a:gd name="connsiteX71" fmla="*/ 692235 w 2915191"/>
                <a:gd name="connsiteY71" fmla="*/ 265057 h 362100"/>
                <a:gd name="connsiteX72" fmla="*/ 701985 w 2915191"/>
                <a:gd name="connsiteY72" fmla="*/ 291071 h 362100"/>
                <a:gd name="connsiteX73" fmla="*/ 711735 w 2915191"/>
                <a:gd name="connsiteY73" fmla="*/ 318017 h 362100"/>
                <a:gd name="connsiteX74" fmla="*/ 721485 w 2915191"/>
                <a:gd name="connsiteY74" fmla="*/ 354185 h 362100"/>
                <a:gd name="connsiteX75" fmla="*/ 731235 w 2915191"/>
                <a:gd name="connsiteY75" fmla="*/ 362100 h 362100"/>
                <a:gd name="connsiteX76" fmla="*/ 740985 w 2915191"/>
                <a:gd name="connsiteY76" fmla="*/ 316285 h 362100"/>
                <a:gd name="connsiteX77" fmla="*/ 750734 w 2915191"/>
                <a:gd name="connsiteY77" fmla="*/ 309675 h 362100"/>
                <a:gd name="connsiteX78" fmla="*/ 760484 w 2915191"/>
                <a:gd name="connsiteY78" fmla="*/ 269181 h 362100"/>
                <a:gd name="connsiteX79" fmla="*/ 770233 w 2915191"/>
                <a:gd name="connsiteY79" fmla="*/ 266850 h 362100"/>
                <a:gd name="connsiteX80" fmla="*/ 779983 w 2915191"/>
                <a:gd name="connsiteY80" fmla="*/ 277152 h 362100"/>
                <a:gd name="connsiteX81" fmla="*/ 789733 w 2915191"/>
                <a:gd name="connsiteY81" fmla="*/ 269852 h 362100"/>
                <a:gd name="connsiteX82" fmla="*/ 799482 w 2915191"/>
                <a:gd name="connsiteY82" fmla="*/ 272184 h 362100"/>
                <a:gd name="connsiteX83" fmla="*/ 809232 w 2915191"/>
                <a:gd name="connsiteY83" fmla="*/ 292613 h 362100"/>
                <a:gd name="connsiteX84" fmla="*/ 818982 w 2915191"/>
                <a:gd name="connsiteY84" fmla="*/ 283750 h 362100"/>
                <a:gd name="connsiteX85" fmla="*/ 828732 w 2915191"/>
                <a:gd name="connsiteY85" fmla="*/ 269181 h 362100"/>
                <a:gd name="connsiteX86" fmla="*/ 838482 w 2915191"/>
                <a:gd name="connsiteY86" fmla="*/ 257520 h 362100"/>
                <a:gd name="connsiteX87" fmla="*/ 848232 w 2915191"/>
                <a:gd name="connsiteY87" fmla="*/ 257578 h 362100"/>
                <a:gd name="connsiteX88" fmla="*/ 857982 w 2915191"/>
                <a:gd name="connsiteY88" fmla="*/ 268045 h 362100"/>
                <a:gd name="connsiteX89" fmla="*/ 867732 w 2915191"/>
                <a:gd name="connsiteY89" fmla="*/ 262258 h 362100"/>
                <a:gd name="connsiteX90" fmla="*/ 877482 w 2915191"/>
                <a:gd name="connsiteY90" fmla="*/ 229575 h 362100"/>
                <a:gd name="connsiteX91" fmla="*/ 887231 w 2915191"/>
                <a:gd name="connsiteY91" fmla="*/ 265735 h 362100"/>
                <a:gd name="connsiteX92" fmla="*/ 896981 w 2915191"/>
                <a:gd name="connsiteY92" fmla="*/ 255266 h 362100"/>
                <a:gd name="connsiteX93" fmla="*/ 906730 w 2915191"/>
                <a:gd name="connsiteY93" fmla="*/ 231929 h 362100"/>
                <a:gd name="connsiteX94" fmla="*/ 916480 w 2915191"/>
                <a:gd name="connsiteY94" fmla="*/ 274497 h 362100"/>
                <a:gd name="connsiteX95" fmla="*/ 926230 w 2915191"/>
                <a:gd name="connsiteY95" fmla="*/ 235930 h 362100"/>
                <a:gd name="connsiteX96" fmla="*/ 935979 w 2915191"/>
                <a:gd name="connsiteY96" fmla="*/ 224973 h 362100"/>
                <a:gd name="connsiteX97" fmla="*/ 945729 w 2915191"/>
                <a:gd name="connsiteY97" fmla="*/ 215372 h 362100"/>
                <a:gd name="connsiteX98" fmla="*/ 955479 w 2915191"/>
                <a:gd name="connsiteY98" fmla="*/ 208110 h 362100"/>
                <a:gd name="connsiteX99" fmla="*/ 965229 w 2915191"/>
                <a:gd name="connsiteY99" fmla="*/ 199405 h 362100"/>
                <a:gd name="connsiteX100" fmla="*/ 974979 w 2915191"/>
                <a:gd name="connsiteY100" fmla="*/ 169039 h 362100"/>
                <a:gd name="connsiteX101" fmla="*/ 984729 w 2915191"/>
                <a:gd name="connsiteY101" fmla="*/ 167971 h 362100"/>
                <a:gd name="connsiteX102" fmla="*/ 994474 w 2915191"/>
                <a:gd name="connsiteY102" fmla="*/ 193971 h 362100"/>
                <a:gd name="connsiteX103" fmla="*/ 1004233 w 2915191"/>
                <a:gd name="connsiteY103" fmla="*/ 196540 h 362100"/>
                <a:gd name="connsiteX104" fmla="*/ 1013977 w 2915191"/>
                <a:gd name="connsiteY104" fmla="*/ 219901 h 362100"/>
                <a:gd name="connsiteX105" fmla="*/ 1023721 w 2915191"/>
                <a:gd name="connsiteY105" fmla="*/ 210666 h 362100"/>
                <a:gd name="connsiteX106" fmla="*/ 1033480 w 2915191"/>
                <a:gd name="connsiteY106" fmla="*/ 201915 h 362100"/>
                <a:gd name="connsiteX107" fmla="*/ 1043224 w 2915191"/>
                <a:gd name="connsiteY107" fmla="*/ 217835 h 362100"/>
                <a:gd name="connsiteX108" fmla="*/ 1052983 w 2915191"/>
                <a:gd name="connsiteY108" fmla="*/ 186100 h 362100"/>
                <a:gd name="connsiteX109" fmla="*/ 1062727 w 2915191"/>
                <a:gd name="connsiteY109" fmla="*/ 184464 h 362100"/>
                <a:gd name="connsiteX110" fmla="*/ 1072471 w 2915191"/>
                <a:gd name="connsiteY110" fmla="*/ 193675 h 362100"/>
                <a:gd name="connsiteX111" fmla="*/ 1082230 w 2915191"/>
                <a:gd name="connsiteY111" fmla="*/ 212491 h 362100"/>
                <a:gd name="connsiteX112" fmla="*/ 1091973 w 2915191"/>
                <a:gd name="connsiteY112" fmla="*/ 225027 h 362100"/>
                <a:gd name="connsiteX113" fmla="*/ 1101732 w 2915191"/>
                <a:gd name="connsiteY113" fmla="*/ 228080 h 362100"/>
                <a:gd name="connsiteX114" fmla="*/ 1111476 w 2915191"/>
                <a:gd name="connsiteY114" fmla="*/ 185337 h 362100"/>
                <a:gd name="connsiteX115" fmla="*/ 1121220 w 2915191"/>
                <a:gd name="connsiteY115" fmla="*/ 222513 h 362100"/>
                <a:gd name="connsiteX116" fmla="*/ 1130979 w 2915191"/>
                <a:gd name="connsiteY116" fmla="*/ 257520 h 362100"/>
                <a:gd name="connsiteX117" fmla="*/ 1140723 w 2915191"/>
                <a:gd name="connsiteY117" fmla="*/ 245133 h 362100"/>
                <a:gd name="connsiteX118" fmla="*/ 1150482 w 2915191"/>
                <a:gd name="connsiteY118" fmla="*/ 232558 h 362100"/>
                <a:gd name="connsiteX119" fmla="*/ 1160226 w 2915191"/>
                <a:gd name="connsiteY119" fmla="*/ 223307 h 362100"/>
                <a:gd name="connsiteX120" fmla="*/ 1169969 w 2915191"/>
                <a:gd name="connsiteY120" fmla="*/ 215623 h 362100"/>
                <a:gd name="connsiteX121" fmla="*/ 1179728 w 2915191"/>
                <a:gd name="connsiteY121" fmla="*/ 257867 h 362100"/>
                <a:gd name="connsiteX122" fmla="*/ 1189472 w 2915191"/>
                <a:gd name="connsiteY122" fmla="*/ 264637 h 362100"/>
                <a:gd name="connsiteX123" fmla="*/ 1199231 w 2915191"/>
                <a:gd name="connsiteY123" fmla="*/ 248110 h 362100"/>
                <a:gd name="connsiteX124" fmla="*/ 1208975 w 2915191"/>
                <a:gd name="connsiteY124" fmla="*/ 244732 h 362100"/>
                <a:gd name="connsiteX125" fmla="*/ 1218719 w 2915191"/>
                <a:gd name="connsiteY125" fmla="*/ 247353 h 362100"/>
                <a:gd name="connsiteX126" fmla="*/ 1228478 w 2915191"/>
                <a:gd name="connsiteY126" fmla="*/ 275145 h 362100"/>
                <a:gd name="connsiteX127" fmla="*/ 1238222 w 2915191"/>
                <a:gd name="connsiteY127" fmla="*/ 280309 h 362100"/>
                <a:gd name="connsiteX128" fmla="*/ 1247966 w 2915191"/>
                <a:gd name="connsiteY128" fmla="*/ 267522 h 362100"/>
                <a:gd name="connsiteX129" fmla="*/ 1257725 w 2915191"/>
                <a:gd name="connsiteY129" fmla="*/ 280397 h 362100"/>
                <a:gd name="connsiteX130" fmla="*/ 1267469 w 2915191"/>
                <a:gd name="connsiteY130" fmla="*/ 271282 h 362100"/>
                <a:gd name="connsiteX131" fmla="*/ 1277227 w 2915191"/>
                <a:gd name="connsiteY131" fmla="*/ 269861 h 362100"/>
                <a:gd name="connsiteX132" fmla="*/ 1286971 w 2915191"/>
                <a:gd name="connsiteY132" fmla="*/ 266042 h 362100"/>
                <a:gd name="connsiteX133" fmla="*/ 1296715 w 2915191"/>
                <a:gd name="connsiteY133" fmla="*/ 243020 h 362100"/>
                <a:gd name="connsiteX134" fmla="*/ 1306474 w 2915191"/>
                <a:gd name="connsiteY134" fmla="*/ 265023 h 362100"/>
                <a:gd name="connsiteX135" fmla="*/ 1316218 w 2915191"/>
                <a:gd name="connsiteY135" fmla="*/ 234829 h 362100"/>
                <a:gd name="connsiteX136" fmla="*/ 1325977 w 2915191"/>
                <a:gd name="connsiteY136" fmla="*/ 241404 h 362100"/>
                <a:gd name="connsiteX137" fmla="*/ 1335721 w 2915191"/>
                <a:gd name="connsiteY137" fmla="*/ 226187 h 362100"/>
                <a:gd name="connsiteX138" fmla="*/ 1345465 w 2915191"/>
                <a:gd name="connsiteY138" fmla="*/ 247383 h 362100"/>
                <a:gd name="connsiteX139" fmla="*/ 1355224 w 2915191"/>
                <a:gd name="connsiteY139" fmla="*/ 277059 h 362100"/>
                <a:gd name="connsiteX140" fmla="*/ 1364967 w 2915191"/>
                <a:gd name="connsiteY140" fmla="*/ 263670 h 362100"/>
                <a:gd name="connsiteX141" fmla="*/ 1374726 w 2915191"/>
                <a:gd name="connsiteY141" fmla="*/ 277146 h 362100"/>
                <a:gd name="connsiteX142" fmla="*/ 1384470 w 2915191"/>
                <a:gd name="connsiteY142" fmla="*/ 275987 h 362100"/>
                <a:gd name="connsiteX143" fmla="*/ 1394214 w 2915191"/>
                <a:gd name="connsiteY143" fmla="*/ 288532 h 362100"/>
                <a:gd name="connsiteX144" fmla="*/ 1403973 w 2915191"/>
                <a:gd name="connsiteY144" fmla="*/ 267556 h 362100"/>
                <a:gd name="connsiteX145" fmla="*/ 1413717 w 2915191"/>
                <a:gd name="connsiteY145" fmla="*/ 295256 h 362100"/>
                <a:gd name="connsiteX146" fmla="*/ 1423476 w 2915191"/>
                <a:gd name="connsiteY146" fmla="*/ 326297 h 362100"/>
                <a:gd name="connsiteX147" fmla="*/ 1433220 w 2915191"/>
                <a:gd name="connsiteY147" fmla="*/ 315808 h 362100"/>
                <a:gd name="connsiteX148" fmla="*/ 1442964 w 2915191"/>
                <a:gd name="connsiteY148" fmla="*/ 319151 h 362100"/>
                <a:gd name="connsiteX149" fmla="*/ 1452722 w 2915191"/>
                <a:gd name="connsiteY149" fmla="*/ 313860 h 362100"/>
                <a:gd name="connsiteX150" fmla="*/ 1462466 w 2915191"/>
                <a:gd name="connsiteY150" fmla="*/ 327934 h 362100"/>
                <a:gd name="connsiteX151" fmla="*/ 1472225 w 2915191"/>
                <a:gd name="connsiteY151" fmla="*/ 310516 h 362100"/>
                <a:gd name="connsiteX152" fmla="*/ 1481969 w 2915191"/>
                <a:gd name="connsiteY152" fmla="*/ 283256 h 362100"/>
                <a:gd name="connsiteX153" fmla="*/ 1491713 w 2915191"/>
                <a:gd name="connsiteY153" fmla="*/ 232968 h 362100"/>
                <a:gd name="connsiteX154" fmla="*/ 1501472 w 2915191"/>
                <a:gd name="connsiteY154" fmla="*/ 259394 h 362100"/>
                <a:gd name="connsiteX155" fmla="*/ 1511216 w 2915191"/>
                <a:gd name="connsiteY155" fmla="*/ 259330 h 362100"/>
                <a:gd name="connsiteX156" fmla="*/ 1520960 w 2915191"/>
                <a:gd name="connsiteY156" fmla="*/ 241955 h 362100"/>
                <a:gd name="connsiteX157" fmla="*/ 1530719 w 2915191"/>
                <a:gd name="connsiteY157" fmla="*/ 203611 h 362100"/>
                <a:gd name="connsiteX158" fmla="*/ 1540463 w 2915191"/>
                <a:gd name="connsiteY158" fmla="*/ 170339 h 362100"/>
                <a:gd name="connsiteX159" fmla="*/ 1550221 w 2915191"/>
                <a:gd name="connsiteY159" fmla="*/ 146722 h 362100"/>
                <a:gd name="connsiteX160" fmla="*/ 1559965 w 2915191"/>
                <a:gd name="connsiteY160" fmla="*/ 147600 h 362100"/>
                <a:gd name="connsiteX161" fmla="*/ 1569709 w 2915191"/>
                <a:gd name="connsiteY161" fmla="*/ 118670 h 362100"/>
                <a:gd name="connsiteX162" fmla="*/ 1579468 w 2915191"/>
                <a:gd name="connsiteY162" fmla="*/ 123618 h 362100"/>
                <a:gd name="connsiteX163" fmla="*/ 1589212 w 2915191"/>
                <a:gd name="connsiteY163" fmla="*/ 173680 h 362100"/>
                <a:gd name="connsiteX164" fmla="*/ 1598971 w 2915191"/>
                <a:gd name="connsiteY164" fmla="*/ 194862 h 362100"/>
                <a:gd name="connsiteX165" fmla="*/ 1608715 w 2915191"/>
                <a:gd name="connsiteY165" fmla="*/ 215713 h 362100"/>
                <a:gd name="connsiteX166" fmla="*/ 1618459 w 2915191"/>
                <a:gd name="connsiteY166" fmla="*/ 201418 h 362100"/>
                <a:gd name="connsiteX167" fmla="*/ 1628218 w 2915191"/>
                <a:gd name="connsiteY167" fmla="*/ 187437 h 362100"/>
                <a:gd name="connsiteX168" fmla="*/ 1637962 w 2915191"/>
                <a:gd name="connsiteY168" fmla="*/ 177792 h 362100"/>
                <a:gd name="connsiteX169" fmla="*/ 1647720 w 2915191"/>
                <a:gd name="connsiteY169" fmla="*/ 174919 h 362100"/>
                <a:gd name="connsiteX170" fmla="*/ 1657464 w 2915191"/>
                <a:gd name="connsiteY170" fmla="*/ 182189 h 362100"/>
                <a:gd name="connsiteX171" fmla="*/ 1667208 w 2915191"/>
                <a:gd name="connsiteY171" fmla="*/ 163856 h 362100"/>
                <a:gd name="connsiteX172" fmla="*/ 1676967 w 2915191"/>
                <a:gd name="connsiteY172" fmla="*/ 161772 h 362100"/>
                <a:gd name="connsiteX173" fmla="*/ 1686711 w 2915191"/>
                <a:gd name="connsiteY173" fmla="*/ 165116 h 362100"/>
                <a:gd name="connsiteX174" fmla="*/ 1696470 w 2915191"/>
                <a:gd name="connsiteY174" fmla="*/ 176307 h 362100"/>
                <a:gd name="connsiteX175" fmla="*/ 1706214 w 2915191"/>
                <a:gd name="connsiteY175" fmla="*/ 145411 h 362100"/>
                <a:gd name="connsiteX176" fmla="*/ 1715958 w 2915191"/>
                <a:gd name="connsiteY176" fmla="*/ 133873 h 362100"/>
                <a:gd name="connsiteX177" fmla="*/ 1725716 w 2915191"/>
                <a:gd name="connsiteY177" fmla="*/ 144949 h 362100"/>
                <a:gd name="connsiteX178" fmla="*/ 1735460 w 2915191"/>
                <a:gd name="connsiteY178" fmla="*/ 151088 h 362100"/>
                <a:gd name="connsiteX179" fmla="*/ 1745219 w 2915191"/>
                <a:gd name="connsiteY179" fmla="*/ 157980 h 362100"/>
                <a:gd name="connsiteX180" fmla="*/ 1754963 w 2915191"/>
                <a:gd name="connsiteY180" fmla="*/ 131975 h 362100"/>
                <a:gd name="connsiteX181" fmla="*/ 1764707 w 2915191"/>
                <a:gd name="connsiteY181" fmla="*/ 170747 h 362100"/>
                <a:gd name="connsiteX182" fmla="*/ 1774466 w 2915191"/>
                <a:gd name="connsiteY182" fmla="*/ 160794 h 362100"/>
                <a:gd name="connsiteX183" fmla="*/ 1784210 w 2915191"/>
                <a:gd name="connsiteY183" fmla="*/ 157084 h 362100"/>
                <a:gd name="connsiteX184" fmla="*/ 1793969 w 2915191"/>
                <a:gd name="connsiteY184" fmla="*/ 180759 h 362100"/>
                <a:gd name="connsiteX185" fmla="*/ 1803713 w 2915191"/>
                <a:gd name="connsiteY185" fmla="*/ 190963 h 362100"/>
                <a:gd name="connsiteX186" fmla="*/ 1813457 w 2915191"/>
                <a:gd name="connsiteY186" fmla="*/ 215721 h 362100"/>
                <a:gd name="connsiteX187" fmla="*/ 1823215 w 2915191"/>
                <a:gd name="connsiteY187" fmla="*/ 206975 h 362100"/>
                <a:gd name="connsiteX188" fmla="*/ 1832959 w 2915191"/>
                <a:gd name="connsiteY188" fmla="*/ 208121 h 362100"/>
                <a:gd name="connsiteX189" fmla="*/ 1842703 w 2915191"/>
                <a:gd name="connsiteY189" fmla="*/ 211071 h 362100"/>
                <a:gd name="connsiteX190" fmla="*/ 1852462 w 2915191"/>
                <a:gd name="connsiteY190" fmla="*/ 195133 h 362100"/>
                <a:gd name="connsiteX191" fmla="*/ 1862206 w 2915191"/>
                <a:gd name="connsiteY191" fmla="*/ 174080 h 362100"/>
                <a:gd name="connsiteX192" fmla="*/ 1871965 w 2915191"/>
                <a:gd name="connsiteY192" fmla="*/ 168472 h 362100"/>
                <a:gd name="connsiteX193" fmla="*/ 1881709 w 2915191"/>
                <a:gd name="connsiteY193" fmla="*/ 180302 h 362100"/>
                <a:gd name="connsiteX194" fmla="*/ 1891453 w 2915191"/>
                <a:gd name="connsiteY194" fmla="*/ 213015 h 362100"/>
                <a:gd name="connsiteX195" fmla="*/ 1901212 w 2915191"/>
                <a:gd name="connsiteY195" fmla="*/ 224449 h 362100"/>
                <a:gd name="connsiteX196" fmla="*/ 1910956 w 2915191"/>
                <a:gd name="connsiteY196" fmla="*/ 213917 h 362100"/>
                <a:gd name="connsiteX197" fmla="*/ 1920714 w 2915191"/>
                <a:gd name="connsiteY197" fmla="*/ 241714 h 362100"/>
                <a:gd name="connsiteX198" fmla="*/ 1930458 w 2915191"/>
                <a:gd name="connsiteY198" fmla="*/ 238270 h 362100"/>
                <a:gd name="connsiteX199" fmla="*/ 1940202 w 2915191"/>
                <a:gd name="connsiteY199" fmla="*/ 227926 h 362100"/>
                <a:gd name="connsiteX200" fmla="*/ 1949961 w 2915191"/>
                <a:gd name="connsiteY200" fmla="*/ 222120 h 362100"/>
                <a:gd name="connsiteX201" fmla="*/ 1959705 w 2915191"/>
                <a:gd name="connsiteY201" fmla="*/ 213081 h 362100"/>
                <a:gd name="connsiteX202" fmla="*/ 1969464 w 2915191"/>
                <a:gd name="connsiteY202" fmla="*/ 212673 h 362100"/>
                <a:gd name="connsiteX203" fmla="*/ 1979208 w 2915191"/>
                <a:gd name="connsiteY203" fmla="*/ 217771 h 362100"/>
                <a:gd name="connsiteX204" fmla="*/ 1988952 w 2915191"/>
                <a:gd name="connsiteY204" fmla="*/ 206399 h 362100"/>
                <a:gd name="connsiteX205" fmla="*/ 1998711 w 2915191"/>
                <a:gd name="connsiteY205" fmla="*/ 190585 h 362100"/>
                <a:gd name="connsiteX206" fmla="*/ 2008454 w 2915191"/>
                <a:gd name="connsiteY206" fmla="*/ 180240 h 362100"/>
                <a:gd name="connsiteX207" fmla="*/ 2018213 w 2915191"/>
                <a:gd name="connsiteY207" fmla="*/ 196002 h 362100"/>
                <a:gd name="connsiteX208" fmla="*/ 2027957 w 2915191"/>
                <a:gd name="connsiteY208" fmla="*/ 177682 h 362100"/>
                <a:gd name="connsiteX209" fmla="*/ 2037701 w 2915191"/>
                <a:gd name="connsiteY209" fmla="*/ 165842 h 362100"/>
                <a:gd name="connsiteX210" fmla="*/ 2047460 w 2915191"/>
                <a:gd name="connsiteY210" fmla="*/ 175865 h 362100"/>
                <a:gd name="connsiteX211" fmla="*/ 2057204 w 2915191"/>
                <a:gd name="connsiteY211" fmla="*/ 142954 h 362100"/>
                <a:gd name="connsiteX212" fmla="*/ 2066963 w 2915191"/>
                <a:gd name="connsiteY212" fmla="*/ 138258 h 362100"/>
                <a:gd name="connsiteX213" fmla="*/ 2076707 w 2915191"/>
                <a:gd name="connsiteY213" fmla="*/ 109177 h 362100"/>
                <a:gd name="connsiteX214" fmla="*/ 2086451 w 2915191"/>
                <a:gd name="connsiteY214" fmla="*/ 75791 h 362100"/>
                <a:gd name="connsiteX215" fmla="*/ 2096210 w 2915191"/>
                <a:gd name="connsiteY215" fmla="*/ 88241 h 362100"/>
                <a:gd name="connsiteX216" fmla="*/ 2105954 w 2915191"/>
                <a:gd name="connsiteY216" fmla="*/ 76728 h 362100"/>
                <a:gd name="connsiteX217" fmla="*/ 2115697 w 2915191"/>
                <a:gd name="connsiteY217" fmla="*/ 56192 h 362100"/>
                <a:gd name="connsiteX218" fmla="*/ 2125456 w 2915191"/>
                <a:gd name="connsiteY218" fmla="*/ 56050 h 362100"/>
                <a:gd name="connsiteX219" fmla="*/ 2135200 w 2915191"/>
                <a:gd name="connsiteY219" fmla="*/ 50144 h 362100"/>
                <a:gd name="connsiteX220" fmla="*/ 2144959 w 2915191"/>
                <a:gd name="connsiteY220" fmla="*/ 38486 h 362100"/>
                <a:gd name="connsiteX221" fmla="*/ 2154703 w 2915191"/>
                <a:gd name="connsiteY221" fmla="*/ 52873 h 362100"/>
                <a:gd name="connsiteX222" fmla="*/ 2164447 w 2915191"/>
                <a:gd name="connsiteY222" fmla="*/ 55640 h 362100"/>
                <a:gd name="connsiteX223" fmla="*/ 2174206 w 2915191"/>
                <a:gd name="connsiteY223" fmla="*/ 72212 h 362100"/>
                <a:gd name="connsiteX224" fmla="*/ 2183950 w 2915191"/>
                <a:gd name="connsiteY224" fmla="*/ 64031 h 362100"/>
                <a:gd name="connsiteX225" fmla="*/ 2193709 w 2915191"/>
                <a:gd name="connsiteY225" fmla="*/ 28597 h 362100"/>
                <a:gd name="connsiteX226" fmla="*/ 2203452 w 2915191"/>
                <a:gd name="connsiteY226" fmla="*/ 39974 h 362100"/>
                <a:gd name="connsiteX227" fmla="*/ 2213196 w 2915191"/>
                <a:gd name="connsiteY227" fmla="*/ 55669 h 362100"/>
                <a:gd name="connsiteX228" fmla="*/ 2222955 w 2915191"/>
                <a:gd name="connsiteY228" fmla="*/ 81214 h 362100"/>
                <a:gd name="connsiteX229" fmla="*/ 2232699 w 2915191"/>
                <a:gd name="connsiteY229" fmla="*/ 95197 h 362100"/>
                <a:gd name="connsiteX230" fmla="*/ 2242458 w 2915191"/>
                <a:gd name="connsiteY230" fmla="*/ 82889 h 362100"/>
                <a:gd name="connsiteX231" fmla="*/ 2252202 w 2915191"/>
                <a:gd name="connsiteY231" fmla="*/ 130128 h 362100"/>
                <a:gd name="connsiteX232" fmla="*/ 2261946 w 2915191"/>
                <a:gd name="connsiteY232" fmla="*/ 132184 h 362100"/>
                <a:gd name="connsiteX233" fmla="*/ 2271705 w 2915191"/>
                <a:gd name="connsiteY233" fmla="*/ 158306 h 362100"/>
                <a:gd name="connsiteX234" fmla="*/ 2281449 w 2915191"/>
                <a:gd name="connsiteY234" fmla="*/ 206367 h 362100"/>
                <a:gd name="connsiteX235" fmla="*/ 2291208 w 2915191"/>
                <a:gd name="connsiteY235" fmla="*/ 197265 h 362100"/>
                <a:gd name="connsiteX236" fmla="*/ 2300951 w 2915191"/>
                <a:gd name="connsiteY236" fmla="*/ 179777 h 362100"/>
                <a:gd name="connsiteX237" fmla="*/ 2310695 w 2915191"/>
                <a:gd name="connsiteY237" fmla="*/ 178621 h 362100"/>
                <a:gd name="connsiteX238" fmla="*/ 2320454 w 2915191"/>
                <a:gd name="connsiteY238" fmla="*/ 165452 h 362100"/>
                <a:gd name="connsiteX239" fmla="*/ 2330198 w 2915191"/>
                <a:gd name="connsiteY239" fmla="*/ 154051 h 362100"/>
                <a:gd name="connsiteX240" fmla="*/ 2339957 w 2915191"/>
                <a:gd name="connsiteY240" fmla="*/ 166100 h 362100"/>
                <a:gd name="connsiteX241" fmla="*/ 2349701 w 2915191"/>
                <a:gd name="connsiteY241" fmla="*/ 191057 h 362100"/>
                <a:gd name="connsiteX242" fmla="*/ 2359445 w 2915191"/>
                <a:gd name="connsiteY242" fmla="*/ 173220 h 362100"/>
                <a:gd name="connsiteX243" fmla="*/ 2369204 w 2915191"/>
                <a:gd name="connsiteY243" fmla="*/ 131929 h 362100"/>
                <a:gd name="connsiteX244" fmla="*/ 2378948 w 2915191"/>
                <a:gd name="connsiteY244" fmla="*/ 131241 h 362100"/>
                <a:gd name="connsiteX245" fmla="*/ 2388692 w 2915191"/>
                <a:gd name="connsiteY245" fmla="*/ 161851 h 362100"/>
                <a:gd name="connsiteX246" fmla="*/ 2398450 w 2915191"/>
                <a:gd name="connsiteY246" fmla="*/ 145666 h 362100"/>
                <a:gd name="connsiteX247" fmla="*/ 2408194 w 2915191"/>
                <a:gd name="connsiteY247" fmla="*/ 136859 h 362100"/>
                <a:gd name="connsiteX248" fmla="*/ 2417953 w 2915191"/>
                <a:gd name="connsiteY248" fmla="*/ 118234 h 362100"/>
                <a:gd name="connsiteX249" fmla="*/ 2427697 w 2915191"/>
                <a:gd name="connsiteY249" fmla="*/ 116535 h 362100"/>
                <a:gd name="connsiteX250" fmla="*/ 2437441 w 2915191"/>
                <a:gd name="connsiteY250" fmla="*/ 108120 h 362100"/>
                <a:gd name="connsiteX251" fmla="*/ 2447200 w 2915191"/>
                <a:gd name="connsiteY251" fmla="*/ 87242 h 362100"/>
                <a:gd name="connsiteX252" fmla="*/ 2456944 w 2915191"/>
                <a:gd name="connsiteY252" fmla="*/ 89056 h 362100"/>
                <a:gd name="connsiteX253" fmla="*/ 2466703 w 2915191"/>
                <a:gd name="connsiteY253" fmla="*/ 91460 h 362100"/>
                <a:gd name="connsiteX254" fmla="*/ 2476446 w 2915191"/>
                <a:gd name="connsiteY254" fmla="*/ 120974 h 362100"/>
                <a:gd name="connsiteX255" fmla="*/ 2486190 w 2915191"/>
                <a:gd name="connsiteY255" fmla="*/ 138364 h 362100"/>
                <a:gd name="connsiteX256" fmla="*/ 2495949 w 2915191"/>
                <a:gd name="connsiteY256" fmla="*/ 155098 h 362100"/>
                <a:gd name="connsiteX257" fmla="*/ 2505693 w 2915191"/>
                <a:gd name="connsiteY257" fmla="*/ 129991 h 362100"/>
                <a:gd name="connsiteX258" fmla="*/ 2515452 w 2915191"/>
                <a:gd name="connsiteY258" fmla="*/ 157883 h 362100"/>
                <a:gd name="connsiteX259" fmla="*/ 2525196 w 2915191"/>
                <a:gd name="connsiteY259" fmla="*/ 133121 h 362100"/>
                <a:gd name="connsiteX260" fmla="*/ 2534940 w 2915191"/>
                <a:gd name="connsiteY260" fmla="*/ 121465 h 362100"/>
                <a:gd name="connsiteX261" fmla="*/ 2544699 w 2915191"/>
                <a:gd name="connsiteY261" fmla="*/ 163077 h 362100"/>
                <a:gd name="connsiteX262" fmla="*/ 2554443 w 2915191"/>
                <a:gd name="connsiteY262" fmla="*/ 152437 h 362100"/>
                <a:gd name="connsiteX263" fmla="*/ 2564202 w 2915191"/>
                <a:gd name="connsiteY263" fmla="*/ 157107 h 362100"/>
                <a:gd name="connsiteX264" fmla="*/ 2573946 w 2915191"/>
                <a:gd name="connsiteY264" fmla="*/ 148658 h 362100"/>
                <a:gd name="connsiteX265" fmla="*/ 2583690 w 2915191"/>
                <a:gd name="connsiteY265" fmla="*/ 184963 h 362100"/>
                <a:gd name="connsiteX266" fmla="*/ 2593448 w 2915191"/>
                <a:gd name="connsiteY266" fmla="*/ 199322 h 362100"/>
                <a:gd name="connsiteX267" fmla="*/ 2603192 w 2915191"/>
                <a:gd name="connsiteY267" fmla="*/ 223027 h 362100"/>
                <a:gd name="connsiteX268" fmla="*/ 2612951 w 2915191"/>
                <a:gd name="connsiteY268" fmla="*/ 200813 h 362100"/>
                <a:gd name="connsiteX269" fmla="*/ 2622695 w 2915191"/>
                <a:gd name="connsiteY269" fmla="*/ 209401 h 362100"/>
                <a:gd name="connsiteX270" fmla="*/ 2632439 w 2915191"/>
                <a:gd name="connsiteY270" fmla="*/ 179843 h 362100"/>
                <a:gd name="connsiteX271" fmla="*/ 2642198 w 2915191"/>
                <a:gd name="connsiteY271" fmla="*/ 194996 h 362100"/>
                <a:gd name="connsiteX272" fmla="*/ 2651942 w 2915191"/>
                <a:gd name="connsiteY272" fmla="*/ 193545 h 362100"/>
                <a:gd name="connsiteX273" fmla="*/ 2661685 w 2915191"/>
                <a:gd name="connsiteY273" fmla="*/ 198773 h 362100"/>
                <a:gd name="connsiteX274" fmla="*/ 2671444 w 2915191"/>
                <a:gd name="connsiteY274" fmla="*/ 204764 h 362100"/>
                <a:gd name="connsiteX275" fmla="*/ 2681188 w 2915191"/>
                <a:gd name="connsiteY275" fmla="*/ 181617 h 362100"/>
                <a:gd name="connsiteX276" fmla="*/ 2690947 w 2915191"/>
                <a:gd name="connsiteY276" fmla="*/ 172840 h 362100"/>
                <a:gd name="connsiteX277" fmla="*/ 2700691 w 2915191"/>
                <a:gd name="connsiteY277" fmla="*/ 144391 h 362100"/>
                <a:gd name="connsiteX278" fmla="*/ 2710435 w 2915191"/>
                <a:gd name="connsiteY278" fmla="*/ 127939 h 362100"/>
                <a:gd name="connsiteX279" fmla="*/ 2720194 w 2915191"/>
                <a:gd name="connsiteY279" fmla="*/ 160970 h 362100"/>
                <a:gd name="connsiteX280" fmla="*/ 2729938 w 2915191"/>
                <a:gd name="connsiteY280" fmla="*/ 167259 h 362100"/>
                <a:gd name="connsiteX281" fmla="*/ 2739697 w 2915191"/>
                <a:gd name="connsiteY281" fmla="*/ 169503 h 362100"/>
                <a:gd name="connsiteX282" fmla="*/ 2749441 w 2915191"/>
                <a:gd name="connsiteY282" fmla="*/ 154409 h 362100"/>
                <a:gd name="connsiteX283" fmla="*/ 2759185 w 2915191"/>
                <a:gd name="connsiteY283" fmla="*/ 138839 h 362100"/>
                <a:gd name="connsiteX284" fmla="*/ 2768943 w 2915191"/>
                <a:gd name="connsiteY284" fmla="*/ 155784 h 362100"/>
                <a:gd name="connsiteX285" fmla="*/ 2778687 w 2915191"/>
                <a:gd name="connsiteY285" fmla="*/ 151733 h 362100"/>
                <a:gd name="connsiteX286" fmla="*/ 2788446 w 2915191"/>
                <a:gd name="connsiteY286" fmla="*/ 129392 h 362100"/>
                <a:gd name="connsiteX287" fmla="*/ 2798190 w 2915191"/>
                <a:gd name="connsiteY287" fmla="*/ 116526 h 362100"/>
                <a:gd name="connsiteX288" fmla="*/ 2807934 w 2915191"/>
                <a:gd name="connsiteY288" fmla="*/ 91000 h 362100"/>
                <a:gd name="connsiteX289" fmla="*/ 2817693 w 2915191"/>
                <a:gd name="connsiteY289" fmla="*/ 98874 h 362100"/>
                <a:gd name="connsiteX290" fmla="*/ 2827437 w 2915191"/>
                <a:gd name="connsiteY290" fmla="*/ 67921 h 362100"/>
                <a:gd name="connsiteX291" fmla="*/ 2837196 w 2915191"/>
                <a:gd name="connsiteY291" fmla="*/ 63249 h 362100"/>
                <a:gd name="connsiteX292" fmla="*/ 2846940 w 2915191"/>
                <a:gd name="connsiteY292" fmla="*/ 54287 h 362100"/>
                <a:gd name="connsiteX293" fmla="*/ 2856684 w 2915191"/>
                <a:gd name="connsiteY293" fmla="*/ 79900 h 362100"/>
                <a:gd name="connsiteX294" fmla="*/ 2866442 w 2915191"/>
                <a:gd name="connsiteY294" fmla="*/ 59679 h 362100"/>
                <a:gd name="connsiteX295" fmla="*/ 2876186 w 2915191"/>
                <a:gd name="connsiteY295" fmla="*/ 18315 h 362100"/>
                <a:gd name="connsiteX296" fmla="*/ 2885945 w 2915191"/>
                <a:gd name="connsiteY296" fmla="*/ 35360 h 362100"/>
                <a:gd name="connsiteX297" fmla="*/ 2895689 w 2915191"/>
                <a:gd name="connsiteY297" fmla="*/ 36660 h 362100"/>
                <a:gd name="connsiteX298" fmla="*/ 2905433 w 2915191"/>
                <a:gd name="connsiteY298" fmla="*/ 53893 h 362100"/>
                <a:gd name="connsiteX299" fmla="*/ 2915192 w 2915191"/>
                <a:gd name="connsiteY299" fmla="*/ 42012 h 362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62100">
                  <a:moveTo>
                    <a:pt x="0" y="204795"/>
                  </a:moveTo>
                  <a:lnTo>
                    <a:pt x="9750" y="221004"/>
                  </a:lnTo>
                  <a:lnTo>
                    <a:pt x="19500" y="251236"/>
                  </a:lnTo>
                  <a:lnTo>
                    <a:pt x="29250" y="238075"/>
                  </a:lnTo>
                  <a:lnTo>
                    <a:pt x="39000" y="219358"/>
                  </a:lnTo>
                  <a:lnTo>
                    <a:pt x="48749" y="210889"/>
                  </a:lnTo>
                  <a:lnTo>
                    <a:pt x="58499" y="181330"/>
                  </a:lnTo>
                  <a:lnTo>
                    <a:pt x="68249" y="183249"/>
                  </a:lnTo>
                  <a:lnTo>
                    <a:pt x="77998" y="207599"/>
                  </a:lnTo>
                  <a:lnTo>
                    <a:pt x="87748" y="223759"/>
                  </a:lnTo>
                  <a:lnTo>
                    <a:pt x="97497" y="211804"/>
                  </a:lnTo>
                  <a:lnTo>
                    <a:pt x="107247" y="221654"/>
                  </a:lnTo>
                  <a:lnTo>
                    <a:pt x="116997" y="208478"/>
                  </a:lnTo>
                  <a:lnTo>
                    <a:pt x="126747" y="218266"/>
                  </a:lnTo>
                  <a:lnTo>
                    <a:pt x="136497" y="207449"/>
                  </a:lnTo>
                  <a:lnTo>
                    <a:pt x="146247" y="206428"/>
                  </a:lnTo>
                  <a:lnTo>
                    <a:pt x="155997" y="181899"/>
                  </a:lnTo>
                  <a:lnTo>
                    <a:pt x="165747" y="167396"/>
                  </a:lnTo>
                  <a:lnTo>
                    <a:pt x="175497" y="190908"/>
                  </a:lnTo>
                  <a:lnTo>
                    <a:pt x="185247" y="178897"/>
                  </a:lnTo>
                  <a:lnTo>
                    <a:pt x="194996" y="190424"/>
                  </a:lnTo>
                  <a:lnTo>
                    <a:pt x="204746" y="162998"/>
                  </a:lnTo>
                  <a:lnTo>
                    <a:pt x="214495" y="118387"/>
                  </a:lnTo>
                  <a:lnTo>
                    <a:pt x="224245" y="104782"/>
                  </a:lnTo>
                  <a:lnTo>
                    <a:pt x="233995" y="119016"/>
                  </a:lnTo>
                  <a:lnTo>
                    <a:pt x="243744" y="112174"/>
                  </a:lnTo>
                  <a:lnTo>
                    <a:pt x="253494" y="127879"/>
                  </a:lnTo>
                  <a:lnTo>
                    <a:pt x="263244" y="129222"/>
                  </a:lnTo>
                  <a:lnTo>
                    <a:pt x="272994" y="116065"/>
                  </a:lnTo>
                  <a:lnTo>
                    <a:pt x="282744" y="93366"/>
                  </a:lnTo>
                  <a:lnTo>
                    <a:pt x="292494" y="108673"/>
                  </a:lnTo>
                  <a:lnTo>
                    <a:pt x="302244" y="120414"/>
                  </a:lnTo>
                  <a:lnTo>
                    <a:pt x="311994" y="121716"/>
                  </a:lnTo>
                  <a:lnTo>
                    <a:pt x="321744" y="103509"/>
                  </a:lnTo>
                  <a:lnTo>
                    <a:pt x="331493" y="82412"/>
                  </a:lnTo>
                  <a:lnTo>
                    <a:pt x="341243" y="60077"/>
                  </a:lnTo>
                  <a:lnTo>
                    <a:pt x="350993" y="54322"/>
                  </a:lnTo>
                  <a:lnTo>
                    <a:pt x="360742" y="73336"/>
                  </a:lnTo>
                  <a:lnTo>
                    <a:pt x="370492" y="32460"/>
                  </a:lnTo>
                  <a:lnTo>
                    <a:pt x="380241" y="38725"/>
                  </a:lnTo>
                  <a:lnTo>
                    <a:pt x="389991" y="40653"/>
                  </a:lnTo>
                  <a:lnTo>
                    <a:pt x="399741" y="26833"/>
                  </a:lnTo>
                  <a:lnTo>
                    <a:pt x="409491" y="41500"/>
                  </a:lnTo>
                  <a:lnTo>
                    <a:pt x="419241" y="0"/>
                  </a:lnTo>
                  <a:lnTo>
                    <a:pt x="428991" y="35227"/>
                  </a:lnTo>
                  <a:lnTo>
                    <a:pt x="438741" y="26672"/>
                  </a:lnTo>
                  <a:lnTo>
                    <a:pt x="448491" y="34543"/>
                  </a:lnTo>
                  <a:lnTo>
                    <a:pt x="458241" y="75639"/>
                  </a:lnTo>
                  <a:lnTo>
                    <a:pt x="467991" y="99328"/>
                  </a:lnTo>
                  <a:lnTo>
                    <a:pt x="477740" y="94987"/>
                  </a:lnTo>
                  <a:lnTo>
                    <a:pt x="487490" y="90759"/>
                  </a:lnTo>
                  <a:lnTo>
                    <a:pt x="497239" y="109716"/>
                  </a:lnTo>
                  <a:lnTo>
                    <a:pt x="506989" y="90796"/>
                  </a:lnTo>
                  <a:lnTo>
                    <a:pt x="516738" y="101124"/>
                  </a:lnTo>
                  <a:lnTo>
                    <a:pt x="526488" y="141689"/>
                  </a:lnTo>
                  <a:lnTo>
                    <a:pt x="536238" y="135757"/>
                  </a:lnTo>
                  <a:lnTo>
                    <a:pt x="545988" y="140666"/>
                  </a:lnTo>
                  <a:lnTo>
                    <a:pt x="555738" y="169117"/>
                  </a:lnTo>
                  <a:lnTo>
                    <a:pt x="565488" y="188293"/>
                  </a:lnTo>
                  <a:lnTo>
                    <a:pt x="575238" y="222078"/>
                  </a:lnTo>
                  <a:lnTo>
                    <a:pt x="584988" y="226774"/>
                  </a:lnTo>
                  <a:lnTo>
                    <a:pt x="594738" y="242481"/>
                  </a:lnTo>
                  <a:lnTo>
                    <a:pt x="604488" y="248126"/>
                  </a:lnTo>
                  <a:lnTo>
                    <a:pt x="614237" y="223275"/>
                  </a:lnTo>
                  <a:lnTo>
                    <a:pt x="623987" y="221609"/>
                  </a:lnTo>
                  <a:lnTo>
                    <a:pt x="633736" y="211586"/>
                  </a:lnTo>
                  <a:lnTo>
                    <a:pt x="643486" y="225290"/>
                  </a:lnTo>
                  <a:lnTo>
                    <a:pt x="653236" y="221087"/>
                  </a:lnTo>
                  <a:lnTo>
                    <a:pt x="662985" y="228930"/>
                  </a:lnTo>
                  <a:lnTo>
                    <a:pt x="672735" y="221327"/>
                  </a:lnTo>
                  <a:lnTo>
                    <a:pt x="682485" y="227782"/>
                  </a:lnTo>
                  <a:lnTo>
                    <a:pt x="692235" y="265057"/>
                  </a:lnTo>
                  <a:lnTo>
                    <a:pt x="701985" y="291071"/>
                  </a:lnTo>
                  <a:lnTo>
                    <a:pt x="711735" y="318017"/>
                  </a:lnTo>
                  <a:lnTo>
                    <a:pt x="721485" y="354185"/>
                  </a:lnTo>
                  <a:lnTo>
                    <a:pt x="731235" y="362100"/>
                  </a:lnTo>
                  <a:lnTo>
                    <a:pt x="740985" y="316285"/>
                  </a:lnTo>
                  <a:lnTo>
                    <a:pt x="750734" y="309675"/>
                  </a:lnTo>
                  <a:lnTo>
                    <a:pt x="760484" y="269181"/>
                  </a:lnTo>
                  <a:lnTo>
                    <a:pt x="770233" y="266850"/>
                  </a:lnTo>
                  <a:lnTo>
                    <a:pt x="779983" y="277152"/>
                  </a:lnTo>
                  <a:lnTo>
                    <a:pt x="789733" y="269852"/>
                  </a:lnTo>
                  <a:lnTo>
                    <a:pt x="799482" y="272184"/>
                  </a:lnTo>
                  <a:lnTo>
                    <a:pt x="809232" y="292613"/>
                  </a:lnTo>
                  <a:lnTo>
                    <a:pt x="818982" y="283750"/>
                  </a:lnTo>
                  <a:lnTo>
                    <a:pt x="828732" y="269181"/>
                  </a:lnTo>
                  <a:lnTo>
                    <a:pt x="838482" y="257520"/>
                  </a:lnTo>
                  <a:lnTo>
                    <a:pt x="848232" y="257578"/>
                  </a:lnTo>
                  <a:lnTo>
                    <a:pt x="857982" y="268045"/>
                  </a:lnTo>
                  <a:lnTo>
                    <a:pt x="867732" y="262258"/>
                  </a:lnTo>
                  <a:lnTo>
                    <a:pt x="877482" y="229575"/>
                  </a:lnTo>
                  <a:lnTo>
                    <a:pt x="887231" y="265735"/>
                  </a:lnTo>
                  <a:lnTo>
                    <a:pt x="896981" y="255266"/>
                  </a:lnTo>
                  <a:lnTo>
                    <a:pt x="906730" y="231929"/>
                  </a:lnTo>
                  <a:lnTo>
                    <a:pt x="916480" y="274497"/>
                  </a:lnTo>
                  <a:lnTo>
                    <a:pt x="926230" y="235930"/>
                  </a:lnTo>
                  <a:lnTo>
                    <a:pt x="935979" y="224973"/>
                  </a:lnTo>
                  <a:lnTo>
                    <a:pt x="945729" y="215372"/>
                  </a:lnTo>
                  <a:lnTo>
                    <a:pt x="955479" y="208110"/>
                  </a:lnTo>
                  <a:lnTo>
                    <a:pt x="965229" y="199405"/>
                  </a:lnTo>
                  <a:lnTo>
                    <a:pt x="974979" y="169039"/>
                  </a:lnTo>
                  <a:lnTo>
                    <a:pt x="984729" y="167971"/>
                  </a:lnTo>
                  <a:lnTo>
                    <a:pt x="994474" y="193971"/>
                  </a:lnTo>
                  <a:lnTo>
                    <a:pt x="1004233" y="196540"/>
                  </a:lnTo>
                  <a:lnTo>
                    <a:pt x="1013977" y="219901"/>
                  </a:lnTo>
                  <a:lnTo>
                    <a:pt x="1023721" y="210666"/>
                  </a:lnTo>
                  <a:lnTo>
                    <a:pt x="1033480" y="201915"/>
                  </a:lnTo>
                  <a:lnTo>
                    <a:pt x="1043224" y="217835"/>
                  </a:lnTo>
                  <a:lnTo>
                    <a:pt x="1052983" y="186100"/>
                  </a:lnTo>
                  <a:lnTo>
                    <a:pt x="1062727" y="184464"/>
                  </a:lnTo>
                  <a:lnTo>
                    <a:pt x="1072471" y="193675"/>
                  </a:lnTo>
                  <a:lnTo>
                    <a:pt x="1082230" y="212491"/>
                  </a:lnTo>
                  <a:lnTo>
                    <a:pt x="1091973" y="225027"/>
                  </a:lnTo>
                  <a:lnTo>
                    <a:pt x="1101732" y="228080"/>
                  </a:lnTo>
                  <a:lnTo>
                    <a:pt x="1111476" y="185337"/>
                  </a:lnTo>
                  <a:lnTo>
                    <a:pt x="1121220" y="222513"/>
                  </a:lnTo>
                  <a:lnTo>
                    <a:pt x="1130979" y="257520"/>
                  </a:lnTo>
                  <a:lnTo>
                    <a:pt x="1140723" y="245133"/>
                  </a:lnTo>
                  <a:lnTo>
                    <a:pt x="1150482" y="232558"/>
                  </a:lnTo>
                  <a:lnTo>
                    <a:pt x="1160226" y="223307"/>
                  </a:lnTo>
                  <a:lnTo>
                    <a:pt x="1169969" y="215623"/>
                  </a:lnTo>
                  <a:lnTo>
                    <a:pt x="1179728" y="257867"/>
                  </a:lnTo>
                  <a:lnTo>
                    <a:pt x="1189472" y="264637"/>
                  </a:lnTo>
                  <a:lnTo>
                    <a:pt x="1199231" y="248110"/>
                  </a:lnTo>
                  <a:lnTo>
                    <a:pt x="1208975" y="244732"/>
                  </a:lnTo>
                  <a:lnTo>
                    <a:pt x="1218719" y="247353"/>
                  </a:lnTo>
                  <a:lnTo>
                    <a:pt x="1228478" y="275145"/>
                  </a:lnTo>
                  <a:lnTo>
                    <a:pt x="1238222" y="280309"/>
                  </a:lnTo>
                  <a:lnTo>
                    <a:pt x="1247966" y="267522"/>
                  </a:lnTo>
                  <a:lnTo>
                    <a:pt x="1257725" y="280397"/>
                  </a:lnTo>
                  <a:lnTo>
                    <a:pt x="1267469" y="271282"/>
                  </a:lnTo>
                  <a:lnTo>
                    <a:pt x="1277227" y="269861"/>
                  </a:lnTo>
                  <a:lnTo>
                    <a:pt x="1286971" y="266042"/>
                  </a:lnTo>
                  <a:lnTo>
                    <a:pt x="1296715" y="243020"/>
                  </a:lnTo>
                  <a:lnTo>
                    <a:pt x="1306474" y="265023"/>
                  </a:lnTo>
                  <a:lnTo>
                    <a:pt x="1316218" y="234829"/>
                  </a:lnTo>
                  <a:lnTo>
                    <a:pt x="1325977" y="241404"/>
                  </a:lnTo>
                  <a:lnTo>
                    <a:pt x="1335721" y="226187"/>
                  </a:lnTo>
                  <a:lnTo>
                    <a:pt x="1345465" y="247383"/>
                  </a:lnTo>
                  <a:lnTo>
                    <a:pt x="1355224" y="277059"/>
                  </a:lnTo>
                  <a:lnTo>
                    <a:pt x="1364967" y="263670"/>
                  </a:lnTo>
                  <a:lnTo>
                    <a:pt x="1374726" y="277146"/>
                  </a:lnTo>
                  <a:lnTo>
                    <a:pt x="1384470" y="275987"/>
                  </a:lnTo>
                  <a:lnTo>
                    <a:pt x="1394214" y="288532"/>
                  </a:lnTo>
                  <a:lnTo>
                    <a:pt x="1403973" y="267556"/>
                  </a:lnTo>
                  <a:lnTo>
                    <a:pt x="1413717" y="295256"/>
                  </a:lnTo>
                  <a:lnTo>
                    <a:pt x="1423476" y="326297"/>
                  </a:lnTo>
                  <a:lnTo>
                    <a:pt x="1433220" y="315808"/>
                  </a:lnTo>
                  <a:lnTo>
                    <a:pt x="1442964" y="319151"/>
                  </a:lnTo>
                  <a:lnTo>
                    <a:pt x="1452722" y="313860"/>
                  </a:lnTo>
                  <a:lnTo>
                    <a:pt x="1462466" y="327934"/>
                  </a:lnTo>
                  <a:lnTo>
                    <a:pt x="1472225" y="310516"/>
                  </a:lnTo>
                  <a:lnTo>
                    <a:pt x="1481969" y="283256"/>
                  </a:lnTo>
                  <a:lnTo>
                    <a:pt x="1491713" y="232968"/>
                  </a:lnTo>
                  <a:lnTo>
                    <a:pt x="1501472" y="259394"/>
                  </a:lnTo>
                  <a:lnTo>
                    <a:pt x="1511216" y="259330"/>
                  </a:lnTo>
                  <a:lnTo>
                    <a:pt x="1520960" y="241955"/>
                  </a:lnTo>
                  <a:lnTo>
                    <a:pt x="1530719" y="203611"/>
                  </a:lnTo>
                  <a:lnTo>
                    <a:pt x="1540463" y="170339"/>
                  </a:lnTo>
                  <a:lnTo>
                    <a:pt x="1550221" y="146722"/>
                  </a:lnTo>
                  <a:lnTo>
                    <a:pt x="1559965" y="147600"/>
                  </a:lnTo>
                  <a:lnTo>
                    <a:pt x="1569709" y="118670"/>
                  </a:lnTo>
                  <a:lnTo>
                    <a:pt x="1579468" y="123618"/>
                  </a:lnTo>
                  <a:lnTo>
                    <a:pt x="1589212" y="173680"/>
                  </a:lnTo>
                  <a:lnTo>
                    <a:pt x="1598971" y="194862"/>
                  </a:lnTo>
                  <a:lnTo>
                    <a:pt x="1608715" y="215713"/>
                  </a:lnTo>
                  <a:lnTo>
                    <a:pt x="1618459" y="201418"/>
                  </a:lnTo>
                  <a:lnTo>
                    <a:pt x="1628218" y="187437"/>
                  </a:lnTo>
                  <a:lnTo>
                    <a:pt x="1637962" y="177792"/>
                  </a:lnTo>
                  <a:lnTo>
                    <a:pt x="1647720" y="174919"/>
                  </a:lnTo>
                  <a:lnTo>
                    <a:pt x="1657464" y="182189"/>
                  </a:lnTo>
                  <a:lnTo>
                    <a:pt x="1667208" y="163856"/>
                  </a:lnTo>
                  <a:lnTo>
                    <a:pt x="1676967" y="161772"/>
                  </a:lnTo>
                  <a:lnTo>
                    <a:pt x="1686711" y="165116"/>
                  </a:lnTo>
                  <a:lnTo>
                    <a:pt x="1696470" y="176307"/>
                  </a:lnTo>
                  <a:lnTo>
                    <a:pt x="1706214" y="145411"/>
                  </a:lnTo>
                  <a:lnTo>
                    <a:pt x="1715958" y="133873"/>
                  </a:lnTo>
                  <a:lnTo>
                    <a:pt x="1725716" y="144949"/>
                  </a:lnTo>
                  <a:lnTo>
                    <a:pt x="1735460" y="151088"/>
                  </a:lnTo>
                  <a:lnTo>
                    <a:pt x="1745219" y="157980"/>
                  </a:lnTo>
                  <a:lnTo>
                    <a:pt x="1754963" y="131975"/>
                  </a:lnTo>
                  <a:lnTo>
                    <a:pt x="1764707" y="170747"/>
                  </a:lnTo>
                  <a:lnTo>
                    <a:pt x="1774466" y="160794"/>
                  </a:lnTo>
                  <a:lnTo>
                    <a:pt x="1784210" y="157084"/>
                  </a:lnTo>
                  <a:lnTo>
                    <a:pt x="1793969" y="180759"/>
                  </a:lnTo>
                  <a:lnTo>
                    <a:pt x="1803713" y="190963"/>
                  </a:lnTo>
                  <a:lnTo>
                    <a:pt x="1813457" y="215721"/>
                  </a:lnTo>
                  <a:lnTo>
                    <a:pt x="1823215" y="206975"/>
                  </a:lnTo>
                  <a:lnTo>
                    <a:pt x="1832959" y="208121"/>
                  </a:lnTo>
                  <a:lnTo>
                    <a:pt x="1842703" y="211071"/>
                  </a:lnTo>
                  <a:lnTo>
                    <a:pt x="1852462" y="195133"/>
                  </a:lnTo>
                  <a:lnTo>
                    <a:pt x="1862206" y="174080"/>
                  </a:lnTo>
                  <a:lnTo>
                    <a:pt x="1871965" y="168472"/>
                  </a:lnTo>
                  <a:lnTo>
                    <a:pt x="1881709" y="180302"/>
                  </a:lnTo>
                  <a:lnTo>
                    <a:pt x="1891453" y="213015"/>
                  </a:lnTo>
                  <a:lnTo>
                    <a:pt x="1901212" y="224449"/>
                  </a:lnTo>
                  <a:lnTo>
                    <a:pt x="1910956" y="213917"/>
                  </a:lnTo>
                  <a:lnTo>
                    <a:pt x="1920714" y="241714"/>
                  </a:lnTo>
                  <a:lnTo>
                    <a:pt x="1930458" y="238270"/>
                  </a:lnTo>
                  <a:lnTo>
                    <a:pt x="1940202" y="227926"/>
                  </a:lnTo>
                  <a:lnTo>
                    <a:pt x="1949961" y="222120"/>
                  </a:lnTo>
                  <a:lnTo>
                    <a:pt x="1959705" y="213081"/>
                  </a:lnTo>
                  <a:lnTo>
                    <a:pt x="1969464" y="212673"/>
                  </a:lnTo>
                  <a:lnTo>
                    <a:pt x="1979208" y="217771"/>
                  </a:lnTo>
                  <a:lnTo>
                    <a:pt x="1988952" y="206399"/>
                  </a:lnTo>
                  <a:lnTo>
                    <a:pt x="1998711" y="190585"/>
                  </a:lnTo>
                  <a:lnTo>
                    <a:pt x="2008454" y="180240"/>
                  </a:lnTo>
                  <a:lnTo>
                    <a:pt x="2018213" y="196002"/>
                  </a:lnTo>
                  <a:lnTo>
                    <a:pt x="2027957" y="177682"/>
                  </a:lnTo>
                  <a:lnTo>
                    <a:pt x="2037701" y="165842"/>
                  </a:lnTo>
                  <a:lnTo>
                    <a:pt x="2047460" y="175865"/>
                  </a:lnTo>
                  <a:lnTo>
                    <a:pt x="2057204" y="142954"/>
                  </a:lnTo>
                  <a:lnTo>
                    <a:pt x="2066963" y="138258"/>
                  </a:lnTo>
                  <a:lnTo>
                    <a:pt x="2076707" y="109177"/>
                  </a:lnTo>
                  <a:lnTo>
                    <a:pt x="2086451" y="75791"/>
                  </a:lnTo>
                  <a:lnTo>
                    <a:pt x="2096210" y="88241"/>
                  </a:lnTo>
                  <a:lnTo>
                    <a:pt x="2105954" y="76728"/>
                  </a:lnTo>
                  <a:lnTo>
                    <a:pt x="2115697" y="56192"/>
                  </a:lnTo>
                  <a:lnTo>
                    <a:pt x="2125456" y="56050"/>
                  </a:lnTo>
                  <a:lnTo>
                    <a:pt x="2135200" y="50144"/>
                  </a:lnTo>
                  <a:lnTo>
                    <a:pt x="2144959" y="38486"/>
                  </a:lnTo>
                  <a:lnTo>
                    <a:pt x="2154703" y="52873"/>
                  </a:lnTo>
                  <a:lnTo>
                    <a:pt x="2164447" y="55640"/>
                  </a:lnTo>
                  <a:lnTo>
                    <a:pt x="2174206" y="72212"/>
                  </a:lnTo>
                  <a:lnTo>
                    <a:pt x="2183950" y="64031"/>
                  </a:lnTo>
                  <a:lnTo>
                    <a:pt x="2193709" y="28597"/>
                  </a:lnTo>
                  <a:lnTo>
                    <a:pt x="2203452" y="39974"/>
                  </a:lnTo>
                  <a:lnTo>
                    <a:pt x="2213196" y="55669"/>
                  </a:lnTo>
                  <a:lnTo>
                    <a:pt x="2222955" y="81214"/>
                  </a:lnTo>
                  <a:lnTo>
                    <a:pt x="2232699" y="95197"/>
                  </a:lnTo>
                  <a:lnTo>
                    <a:pt x="2242458" y="82889"/>
                  </a:lnTo>
                  <a:lnTo>
                    <a:pt x="2252202" y="130128"/>
                  </a:lnTo>
                  <a:lnTo>
                    <a:pt x="2261946" y="132184"/>
                  </a:lnTo>
                  <a:lnTo>
                    <a:pt x="2271705" y="158306"/>
                  </a:lnTo>
                  <a:lnTo>
                    <a:pt x="2281449" y="206367"/>
                  </a:lnTo>
                  <a:lnTo>
                    <a:pt x="2291208" y="197265"/>
                  </a:lnTo>
                  <a:lnTo>
                    <a:pt x="2300951" y="179777"/>
                  </a:lnTo>
                  <a:lnTo>
                    <a:pt x="2310695" y="178621"/>
                  </a:lnTo>
                  <a:lnTo>
                    <a:pt x="2320454" y="165452"/>
                  </a:lnTo>
                  <a:lnTo>
                    <a:pt x="2330198" y="154051"/>
                  </a:lnTo>
                  <a:lnTo>
                    <a:pt x="2339957" y="166100"/>
                  </a:lnTo>
                  <a:lnTo>
                    <a:pt x="2349701" y="191057"/>
                  </a:lnTo>
                  <a:lnTo>
                    <a:pt x="2359445" y="173220"/>
                  </a:lnTo>
                  <a:lnTo>
                    <a:pt x="2369204" y="131929"/>
                  </a:lnTo>
                  <a:lnTo>
                    <a:pt x="2378948" y="131241"/>
                  </a:lnTo>
                  <a:lnTo>
                    <a:pt x="2388692" y="161851"/>
                  </a:lnTo>
                  <a:lnTo>
                    <a:pt x="2398450" y="145666"/>
                  </a:lnTo>
                  <a:lnTo>
                    <a:pt x="2408194" y="136859"/>
                  </a:lnTo>
                  <a:lnTo>
                    <a:pt x="2417953" y="118234"/>
                  </a:lnTo>
                  <a:lnTo>
                    <a:pt x="2427697" y="116535"/>
                  </a:lnTo>
                  <a:lnTo>
                    <a:pt x="2437441" y="108120"/>
                  </a:lnTo>
                  <a:lnTo>
                    <a:pt x="2447200" y="87242"/>
                  </a:lnTo>
                  <a:lnTo>
                    <a:pt x="2456944" y="89056"/>
                  </a:lnTo>
                  <a:lnTo>
                    <a:pt x="2466703" y="91460"/>
                  </a:lnTo>
                  <a:lnTo>
                    <a:pt x="2476446" y="120974"/>
                  </a:lnTo>
                  <a:lnTo>
                    <a:pt x="2486190" y="138364"/>
                  </a:lnTo>
                  <a:lnTo>
                    <a:pt x="2495949" y="155098"/>
                  </a:lnTo>
                  <a:lnTo>
                    <a:pt x="2505693" y="129991"/>
                  </a:lnTo>
                  <a:lnTo>
                    <a:pt x="2515452" y="157883"/>
                  </a:lnTo>
                  <a:lnTo>
                    <a:pt x="2525196" y="133121"/>
                  </a:lnTo>
                  <a:lnTo>
                    <a:pt x="2534940" y="121465"/>
                  </a:lnTo>
                  <a:lnTo>
                    <a:pt x="2544699" y="163077"/>
                  </a:lnTo>
                  <a:lnTo>
                    <a:pt x="2554443" y="152437"/>
                  </a:lnTo>
                  <a:lnTo>
                    <a:pt x="2564202" y="157107"/>
                  </a:lnTo>
                  <a:lnTo>
                    <a:pt x="2573946" y="148658"/>
                  </a:lnTo>
                  <a:lnTo>
                    <a:pt x="2583690" y="184963"/>
                  </a:lnTo>
                  <a:lnTo>
                    <a:pt x="2593448" y="199322"/>
                  </a:lnTo>
                  <a:lnTo>
                    <a:pt x="2603192" y="223027"/>
                  </a:lnTo>
                  <a:lnTo>
                    <a:pt x="2612951" y="200813"/>
                  </a:lnTo>
                  <a:lnTo>
                    <a:pt x="2622695" y="209401"/>
                  </a:lnTo>
                  <a:lnTo>
                    <a:pt x="2632439" y="179843"/>
                  </a:lnTo>
                  <a:lnTo>
                    <a:pt x="2642198" y="194996"/>
                  </a:lnTo>
                  <a:lnTo>
                    <a:pt x="2651942" y="193545"/>
                  </a:lnTo>
                  <a:lnTo>
                    <a:pt x="2661685" y="198773"/>
                  </a:lnTo>
                  <a:lnTo>
                    <a:pt x="2671444" y="204764"/>
                  </a:lnTo>
                  <a:lnTo>
                    <a:pt x="2681188" y="181617"/>
                  </a:lnTo>
                  <a:lnTo>
                    <a:pt x="2690947" y="172840"/>
                  </a:lnTo>
                  <a:lnTo>
                    <a:pt x="2700691" y="144391"/>
                  </a:lnTo>
                  <a:lnTo>
                    <a:pt x="2710435" y="127939"/>
                  </a:lnTo>
                  <a:lnTo>
                    <a:pt x="2720194" y="160970"/>
                  </a:lnTo>
                  <a:lnTo>
                    <a:pt x="2729938" y="167259"/>
                  </a:lnTo>
                  <a:lnTo>
                    <a:pt x="2739697" y="169503"/>
                  </a:lnTo>
                  <a:lnTo>
                    <a:pt x="2749441" y="154409"/>
                  </a:lnTo>
                  <a:lnTo>
                    <a:pt x="2759185" y="138839"/>
                  </a:lnTo>
                  <a:lnTo>
                    <a:pt x="2768943" y="155784"/>
                  </a:lnTo>
                  <a:lnTo>
                    <a:pt x="2778687" y="151733"/>
                  </a:lnTo>
                  <a:lnTo>
                    <a:pt x="2788446" y="129392"/>
                  </a:lnTo>
                  <a:lnTo>
                    <a:pt x="2798190" y="116526"/>
                  </a:lnTo>
                  <a:lnTo>
                    <a:pt x="2807934" y="91000"/>
                  </a:lnTo>
                  <a:lnTo>
                    <a:pt x="2817693" y="98874"/>
                  </a:lnTo>
                  <a:lnTo>
                    <a:pt x="2827437" y="67921"/>
                  </a:lnTo>
                  <a:lnTo>
                    <a:pt x="2837196" y="63249"/>
                  </a:lnTo>
                  <a:lnTo>
                    <a:pt x="2846940" y="54287"/>
                  </a:lnTo>
                  <a:lnTo>
                    <a:pt x="2856684" y="79900"/>
                  </a:lnTo>
                  <a:lnTo>
                    <a:pt x="2866442" y="59679"/>
                  </a:lnTo>
                  <a:lnTo>
                    <a:pt x="2876186" y="18315"/>
                  </a:lnTo>
                  <a:lnTo>
                    <a:pt x="2885945" y="35360"/>
                  </a:lnTo>
                  <a:lnTo>
                    <a:pt x="2895689" y="36660"/>
                  </a:lnTo>
                  <a:lnTo>
                    <a:pt x="2905433" y="53893"/>
                  </a:lnTo>
                  <a:lnTo>
                    <a:pt x="2915192" y="4201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4" name="Freeform 1033">
              <a:extLst>
                <a:ext uri="{FF2B5EF4-FFF2-40B4-BE49-F238E27FC236}">
                  <a16:creationId xmlns:a16="http://schemas.microsoft.com/office/drawing/2014/main" id="{74F9B9E0-EBFA-7019-0DF6-649B2194103D}"/>
                </a:ext>
              </a:extLst>
            </p:cNvPr>
            <p:cNvSpPr/>
            <p:nvPr/>
          </p:nvSpPr>
          <p:spPr>
            <a:xfrm>
              <a:off x="4426652" y="3117887"/>
              <a:ext cx="2915191" cy="455171"/>
            </a:xfrm>
            <a:custGeom>
              <a:avLst/>
              <a:gdLst>
                <a:gd name="connsiteX0" fmla="*/ 0 w 2915191"/>
                <a:gd name="connsiteY0" fmla="*/ 31543 h 455171"/>
                <a:gd name="connsiteX1" fmla="*/ 9750 w 2915191"/>
                <a:gd name="connsiteY1" fmla="*/ 14267 h 455171"/>
                <a:gd name="connsiteX2" fmla="*/ 19500 w 2915191"/>
                <a:gd name="connsiteY2" fmla="*/ 0 h 455171"/>
                <a:gd name="connsiteX3" fmla="*/ 29250 w 2915191"/>
                <a:gd name="connsiteY3" fmla="*/ 13488 h 455171"/>
                <a:gd name="connsiteX4" fmla="*/ 39000 w 2915191"/>
                <a:gd name="connsiteY4" fmla="*/ 10134 h 455171"/>
                <a:gd name="connsiteX5" fmla="*/ 48749 w 2915191"/>
                <a:gd name="connsiteY5" fmla="*/ 18813 h 455171"/>
                <a:gd name="connsiteX6" fmla="*/ 58499 w 2915191"/>
                <a:gd name="connsiteY6" fmla="*/ 64434 h 455171"/>
                <a:gd name="connsiteX7" fmla="*/ 68249 w 2915191"/>
                <a:gd name="connsiteY7" fmla="*/ 24442 h 455171"/>
                <a:gd name="connsiteX8" fmla="*/ 77998 w 2915191"/>
                <a:gd name="connsiteY8" fmla="*/ 30895 h 455171"/>
                <a:gd name="connsiteX9" fmla="*/ 87748 w 2915191"/>
                <a:gd name="connsiteY9" fmla="*/ 9072 h 455171"/>
                <a:gd name="connsiteX10" fmla="*/ 97497 w 2915191"/>
                <a:gd name="connsiteY10" fmla="*/ 25991 h 455171"/>
                <a:gd name="connsiteX11" fmla="*/ 107247 w 2915191"/>
                <a:gd name="connsiteY11" fmla="*/ 65831 h 455171"/>
                <a:gd name="connsiteX12" fmla="*/ 116997 w 2915191"/>
                <a:gd name="connsiteY12" fmla="*/ 58292 h 455171"/>
                <a:gd name="connsiteX13" fmla="*/ 126747 w 2915191"/>
                <a:gd name="connsiteY13" fmla="*/ 21328 h 455171"/>
                <a:gd name="connsiteX14" fmla="*/ 136497 w 2915191"/>
                <a:gd name="connsiteY14" fmla="*/ 53446 h 455171"/>
                <a:gd name="connsiteX15" fmla="*/ 146247 w 2915191"/>
                <a:gd name="connsiteY15" fmla="*/ 23926 h 455171"/>
                <a:gd name="connsiteX16" fmla="*/ 155997 w 2915191"/>
                <a:gd name="connsiteY16" fmla="*/ 35923 h 455171"/>
                <a:gd name="connsiteX17" fmla="*/ 165747 w 2915191"/>
                <a:gd name="connsiteY17" fmla="*/ 59520 h 455171"/>
                <a:gd name="connsiteX18" fmla="*/ 175497 w 2915191"/>
                <a:gd name="connsiteY18" fmla="*/ 61981 h 455171"/>
                <a:gd name="connsiteX19" fmla="*/ 185247 w 2915191"/>
                <a:gd name="connsiteY19" fmla="*/ 60132 h 455171"/>
                <a:gd name="connsiteX20" fmla="*/ 194996 w 2915191"/>
                <a:gd name="connsiteY20" fmla="*/ 82762 h 455171"/>
                <a:gd name="connsiteX21" fmla="*/ 204746 w 2915191"/>
                <a:gd name="connsiteY21" fmla="*/ 109123 h 455171"/>
                <a:gd name="connsiteX22" fmla="*/ 214495 w 2915191"/>
                <a:gd name="connsiteY22" fmla="*/ 51805 h 455171"/>
                <a:gd name="connsiteX23" fmla="*/ 224245 w 2915191"/>
                <a:gd name="connsiteY23" fmla="*/ 33529 h 455171"/>
                <a:gd name="connsiteX24" fmla="*/ 233995 w 2915191"/>
                <a:gd name="connsiteY24" fmla="*/ 51175 h 455171"/>
                <a:gd name="connsiteX25" fmla="*/ 243744 w 2915191"/>
                <a:gd name="connsiteY25" fmla="*/ 62118 h 455171"/>
                <a:gd name="connsiteX26" fmla="*/ 253494 w 2915191"/>
                <a:gd name="connsiteY26" fmla="*/ 53119 h 455171"/>
                <a:gd name="connsiteX27" fmla="*/ 263244 w 2915191"/>
                <a:gd name="connsiteY27" fmla="*/ 75471 h 455171"/>
                <a:gd name="connsiteX28" fmla="*/ 272994 w 2915191"/>
                <a:gd name="connsiteY28" fmla="*/ 97264 h 455171"/>
                <a:gd name="connsiteX29" fmla="*/ 282744 w 2915191"/>
                <a:gd name="connsiteY29" fmla="*/ 103871 h 455171"/>
                <a:gd name="connsiteX30" fmla="*/ 292494 w 2915191"/>
                <a:gd name="connsiteY30" fmla="*/ 101231 h 455171"/>
                <a:gd name="connsiteX31" fmla="*/ 302244 w 2915191"/>
                <a:gd name="connsiteY31" fmla="*/ 107045 h 455171"/>
                <a:gd name="connsiteX32" fmla="*/ 311994 w 2915191"/>
                <a:gd name="connsiteY32" fmla="*/ 115863 h 455171"/>
                <a:gd name="connsiteX33" fmla="*/ 321744 w 2915191"/>
                <a:gd name="connsiteY33" fmla="*/ 106315 h 455171"/>
                <a:gd name="connsiteX34" fmla="*/ 331493 w 2915191"/>
                <a:gd name="connsiteY34" fmla="*/ 111306 h 455171"/>
                <a:gd name="connsiteX35" fmla="*/ 341243 w 2915191"/>
                <a:gd name="connsiteY35" fmla="*/ 128125 h 455171"/>
                <a:gd name="connsiteX36" fmla="*/ 350993 w 2915191"/>
                <a:gd name="connsiteY36" fmla="*/ 158512 h 455171"/>
                <a:gd name="connsiteX37" fmla="*/ 360742 w 2915191"/>
                <a:gd name="connsiteY37" fmla="*/ 177013 h 455171"/>
                <a:gd name="connsiteX38" fmla="*/ 370492 w 2915191"/>
                <a:gd name="connsiteY38" fmla="*/ 206043 h 455171"/>
                <a:gd name="connsiteX39" fmla="*/ 380241 w 2915191"/>
                <a:gd name="connsiteY39" fmla="*/ 201439 h 455171"/>
                <a:gd name="connsiteX40" fmla="*/ 389991 w 2915191"/>
                <a:gd name="connsiteY40" fmla="*/ 198378 h 455171"/>
                <a:gd name="connsiteX41" fmla="*/ 399741 w 2915191"/>
                <a:gd name="connsiteY41" fmla="*/ 222689 h 455171"/>
                <a:gd name="connsiteX42" fmla="*/ 409491 w 2915191"/>
                <a:gd name="connsiteY42" fmla="*/ 276054 h 455171"/>
                <a:gd name="connsiteX43" fmla="*/ 419241 w 2915191"/>
                <a:gd name="connsiteY43" fmla="*/ 264566 h 455171"/>
                <a:gd name="connsiteX44" fmla="*/ 428991 w 2915191"/>
                <a:gd name="connsiteY44" fmla="*/ 260296 h 455171"/>
                <a:gd name="connsiteX45" fmla="*/ 438741 w 2915191"/>
                <a:gd name="connsiteY45" fmla="*/ 265570 h 455171"/>
                <a:gd name="connsiteX46" fmla="*/ 448491 w 2915191"/>
                <a:gd name="connsiteY46" fmla="*/ 278508 h 455171"/>
                <a:gd name="connsiteX47" fmla="*/ 458241 w 2915191"/>
                <a:gd name="connsiteY47" fmla="*/ 282693 h 455171"/>
                <a:gd name="connsiteX48" fmla="*/ 467991 w 2915191"/>
                <a:gd name="connsiteY48" fmla="*/ 276415 h 455171"/>
                <a:gd name="connsiteX49" fmla="*/ 477740 w 2915191"/>
                <a:gd name="connsiteY49" fmla="*/ 289931 h 455171"/>
                <a:gd name="connsiteX50" fmla="*/ 487490 w 2915191"/>
                <a:gd name="connsiteY50" fmla="*/ 269496 h 455171"/>
                <a:gd name="connsiteX51" fmla="*/ 497239 w 2915191"/>
                <a:gd name="connsiteY51" fmla="*/ 278231 h 455171"/>
                <a:gd name="connsiteX52" fmla="*/ 506989 w 2915191"/>
                <a:gd name="connsiteY52" fmla="*/ 296534 h 455171"/>
                <a:gd name="connsiteX53" fmla="*/ 516738 w 2915191"/>
                <a:gd name="connsiteY53" fmla="*/ 333968 h 455171"/>
                <a:gd name="connsiteX54" fmla="*/ 526488 w 2915191"/>
                <a:gd name="connsiteY54" fmla="*/ 332653 h 455171"/>
                <a:gd name="connsiteX55" fmla="*/ 536238 w 2915191"/>
                <a:gd name="connsiteY55" fmla="*/ 360943 h 455171"/>
                <a:gd name="connsiteX56" fmla="*/ 545988 w 2915191"/>
                <a:gd name="connsiteY56" fmla="*/ 340729 h 455171"/>
                <a:gd name="connsiteX57" fmla="*/ 555738 w 2915191"/>
                <a:gd name="connsiteY57" fmla="*/ 328004 h 455171"/>
                <a:gd name="connsiteX58" fmla="*/ 565488 w 2915191"/>
                <a:gd name="connsiteY58" fmla="*/ 339964 h 455171"/>
                <a:gd name="connsiteX59" fmla="*/ 575238 w 2915191"/>
                <a:gd name="connsiteY59" fmla="*/ 348748 h 455171"/>
                <a:gd name="connsiteX60" fmla="*/ 584988 w 2915191"/>
                <a:gd name="connsiteY60" fmla="*/ 300343 h 455171"/>
                <a:gd name="connsiteX61" fmla="*/ 594738 w 2915191"/>
                <a:gd name="connsiteY61" fmla="*/ 280368 h 455171"/>
                <a:gd name="connsiteX62" fmla="*/ 604488 w 2915191"/>
                <a:gd name="connsiteY62" fmla="*/ 259597 h 455171"/>
                <a:gd name="connsiteX63" fmla="*/ 614237 w 2915191"/>
                <a:gd name="connsiteY63" fmla="*/ 265762 h 455171"/>
                <a:gd name="connsiteX64" fmla="*/ 623987 w 2915191"/>
                <a:gd name="connsiteY64" fmla="*/ 253088 h 455171"/>
                <a:gd name="connsiteX65" fmla="*/ 633736 w 2915191"/>
                <a:gd name="connsiteY65" fmla="*/ 266161 h 455171"/>
                <a:gd name="connsiteX66" fmla="*/ 643486 w 2915191"/>
                <a:gd name="connsiteY66" fmla="*/ 277719 h 455171"/>
                <a:gd name="connsiteX67" fmla="*/ 653236 w 2915191"/>
                <a:gd name="connsiteY67" fmla="*/ 287379 h 455171"/>
                <a:gd name="connsiteX68" fmla="*/ 662985 w 2915191"/>
                <a:gd name="connsiteY68" fmla="*/ 260875 h 455171"/>
                <a:gd name="connsiteX69" fmla="*/ 672735 w 2915191"/>
                <a:gd name="connsiteY69" fmla="*/ 258804 h 455171"/>
                <a:gd name="connsiteX70" fmla="*/ 682485 w 2915191"/>
                <a:gd name="connsiteY70" fmla="*/ 250537 h 455171"/>
                <a:gd name="connsiteX71" fmla="*/ 692235 w 2915191"/>
                <a:gd name="connsiteY71" fmla="*/ 273024 h 455171"/>
                <a:gd name="connsiteX72" fmla="*/ 701985 w 2915191"/>
                <a:gd name="connsiteY72" fmla="*/ 301019 h 455171"/>
                <a:gd name="connsiteX73" fmla="*/ 711735 w 2915191"/>
                <a:gd name="connsiteY73" fmla="*/ 280004 h 455171"/>
                <a:gd name="connsiteX74" fmla="*/ 721485 w 2915191"/>
                <a:gd name="connsiteY74" fmla="*/ 303317 h 455171"/>
                <a:gd name="connsiteX75" fmla="*/ 731235 w 2915191"/>
                <a:gd name="connsiteY75" fmla="*/ 241521 h 455171"/>
                <a:gd name="connsiteX76" fmla="*/ 740985 w 2915191"/>
                <a:gd name="connsiteY76" fmla="*/ 218596 h 455171"/>
                <a:gd name="connsiteX77" fmla="*/ 750734 w 2915191"/>
                <a:gd name="connsiteY77" fmla="*/ 234972 h 455171"/>
                <a:gd name="connsiteX78" fmla="*/ 760484 w 2915191"/>
                <a:gd name="connsiteY78" fmla="*/ 244069 h 455171"/>
                <a:gd name="connsiteX79" fmla="*/ 770233 w 2915191"/>
                <a:gd name="connsiteY79" fmla="*/ 264685 h 455171"/>
                <a:gd name="connsiteX80" fmla="*/ 779983 w 2915191"/>
                <a:gd name="connsiteY80" fmla="*/ 295062 h 455171"/>
                <a:gd name="connsiteX81" fmla="*/ 789733 w 2915191"/>
                <a:gd name="connsiteY81" fmla="*/ 263941 h 455171"/>
                <a:gd name="connsiteX82" fmla="*/ 799482 w 2915191"/>
                <a:gd name="connsiteY82" fmla="*/ 282346 h 455171"/>
                <a:gd name="connsiteX83" fmla="*/ 809232 w 2915191"/>
                <a:gd name="connsiteY83" fmla="*/ 293152 h 455171"/>
                <a:gd name="connsiteX84" fmla="*/ 818982 w 2915191"/>
                <a:gd name="connsiteY84" fmla="*/ 305633 h 455171"/>
                <a:gd name="connsiteX85" fmla="*/ 828732 w 2915191"/>
                <a:gd name="connsiteY85" fmla="*/ 304078 h 455171"/>
                <a:gd name="connsiteX86" fmla="*/ 838482 w 2915191"/>
                <a:gd name="connsiteY86" fmla="*/ 320337 h 455171"/>
                <a:gd name="connsiteX87" fmla="*/ 848232 w 2915191"/>
                <a:gd name="connsiteY87" fmla="*/ 349777 h 455171"/>
                <a:gd name="connsiteX88" fmla="*/ 857982 w 2915191"/>
                <a:gd name="connsiteY88" fmla="*/ 349399 h 455171"/>
                <a:gd name="connsiteX89" fmla="*/ 867732 w 2915191"/>
                <a:gd name="connsiteY89" fmla="*/ 373662 h 455171"/>
                <a:gd name="connsiteX90" fmla="*/ 877482 w 2915191"/>
                <a:gd name="connsiteY90" fmla="*/ 395540 h 455171"/>
                <a:gd name="connsiteX91" fmla="*/ 887231 w 2915191"/>
                <a:gd name="connsiteY91" fmla="*/ 336099 h 455171"/>
                <a:gd name="connsiteX92" fmla="*/ 896981 w 2915191"/>
                <a:gd name="connsiteY92" fmla="*/ 342303 h 455171"/>
                <a:gd name="connsiteX93" fmla="*/ 906730 w 2915191"/>
                <a:gd name="connsiteY93" fmla="*/ 371070 h 455171"/>
                <a:gd name="connsiteX94" fmla="*/ 916480 w 2915191"/>
                <a:gd name="connsiteY94" fmla="*/ 360825 h 455171"/>
                <a:gd name="connsiteX95" fmla="*/ 926230 w 2915191"/>
                <a:gd name="connsiteY95" fmla="*/ 364840 h 455171"/>
                <a:gd name="connsiteX96" fmla="*/ 935979 w 2915191"/>
                <a:gd name="connsiteY96" fmla="*/ 394151 h 455171"/>
                <a:gd name="connsiteX97" fmla="*/ 945729 w 2915191"/>
                <a:gd name="connsiteY97" fmla="*/ 410054 h 455171"/>
                <a:gd name="connsiteX98" fmla="*/ 955479 w 2915191"/>
                <a:gd name="connsiteY98" fmla="*/ 401350 h 455171"/>
                <a:gd name="connsiteX99" fmla="*/ 965229 w 2915191"/>
                <a:gd name="connsiteY99" fmla="*/ 378386 h 455171"/>
                <a:gd name="connsiteX100" fmla="*/ 974979 w 2915191"/>
                <a:gd name="connsiteY100" fmla="*/ 364709 h 455171"/>
                <a:gd name="connsiteX101" fmla="*/ 984729 w 2915191"/>
                <a:gd name="connsiteY101" fmla="*/ 358478 h 455171"/>
                <a:gd name="connsiteX102" fmla="*/ 994474 w 2915191"/>
                <a:gd name="connsiteY102" fmla="*/ 375727 h 455171"/>
                <a:gd name="connsiteX103" fmla="*/ 1004233 w 2915191"/>
                <a:gd name="connsiteY103" fmla="*/ 382597 h 455171"/>
                <a:gd name="connsiteX104" fmla="*/ 1013977 w 2915191"/>
                <a:gd name="connsiteY104" fmla="*/ 380483 h 455171"/>
                <a:gd name="connsiteX105" fmla="*/ 1023721 w 2915191"/>
                <a:gd name="connsiteY105" fmla="*/ 409864 h 455171"/>
                <a:gd name="connsiteX106" fmla="*/ 1033480 w 2915191"/>
                <a:gd name="connsiteY106" fmla="*/ 393598 h 455171"/>
                <a:gd name="connsiteX107" fmla="*/ 1043224 w 2915191"/>
                <a:gd name="connsiteY107" fmla="*/ 403721 h 455171"/>
                <a:gd name="connsiteX108" fmla="*/ 1052983 w 2915191"/>
                <a:gd name="connsiteY108" fmla="*/ 396895 h 455171"/>
                <a:gd name="connsiteX109" fmla="*/ 1062727 w 2915191"/>
                <a:gd name="connsiteY109" fmla="*/ 372212 h 455171"/>
                <a:gd name="connsiteX110" fmla="*/ 1072471 w 2915191"/>
                <a:gd name="connsiteY110" fmla="*/ 361482 h 455171"/>
                <a:gd name="connsiteX111" fmla="*/ 1082230 w 2915191"/>
                <a:gd name="connsiteY111" fmla="*/ 335991 h 455171"/>
                <a:gd name="connsiteX112" fmla="*/ 1091973 w 2915191"/>
                <a:gd name="connsiteY112" fmla="*/ 353311 h 455171"/>
                <a:gd name="connsiteX113" fmla="*/ 1101732 w 2915191"/>
                <a:gd name="connsiteY113" fmla="*/ 337578 h 455171"/>
                <a:gd name="connsiteX114" fmla="*/ 1111476 w 2915191"/>
                <a:gd name="connsiteY114" fmla="*/ 347911 h 455171"/>
                <a:gd name="connsiteX115" fmla="*/ 1121220 w 2915191"/>
                <a:gd name="connsiteY115" fmla="*/ 328658 h 455171"/>
                <a:gd name="connsiteX116" fmla="*/ 1130979 w 2915191"/>
                <a:gd name="connsiteY116" fmla="*/ 313771 h 455171"/>
                <a:gd name="connsiteX117" fmla="*/ 1140723 w 2915191"/>
                <a:gd name="connsiteY117" fmla="*/ 335133 h 455171"/>
                <a:gd name="connsiteX118" fmla="*/ 1150482 w 2915191"/>
                <a:gd name="connsiteY118" fmla="*/ 335285 h 455171"/>
                <a:gd name="connsiteX119" fmla="*/ 1160226 w 2915191"/>
                <a:gd name="connsiteY119" fmla="*/ 349990 h 455171"/>
                <a:gd name="connsiteX120" fmla="*/ 1169969 w 2915191"/>
                <a:gd name="connsiteY120" fmla="*/ 346027 h 455171"/>
                <a:gd name="connsiteX121" fmla="*/ 1179728 w 2915191"/>
                <a:gd name="connsiteY121" fmla="*/ 366165 h 455171"/>
                <a:gd name="connsiteX122" fmla="*/ 1189472 w 2915191"/>
                <a:gd name="connsiteY122" fmla="*/ 369672 h 455171"/>
                <a:gd name="connsiteX123" fmla="*/ 1199231 w 2915191"/>
                <a:gd name="connsiteY123" fmla="*/ 357902 h 455171"/>
                <a:gd name="connsiteX124" fmla="*/ 1208975 w 2915191"/>
                <a:gd name="connsiteY124" fmla="*/ 350195 h 455171"/>
                <a:gd name="connsiteX125" fmla="*/ 1218719 w 2915191"/>
                <a:gd name="connsiteY125" fmla="*/ 372323 h 455171"/>
                <a:gd name="connsiteX126" fmla="*/ 1228478 w 2915191"/>
                <a:gd name="connsiteY126" fmla="*/ 388332 h 455171"/>
                <a:gd name="connsiteX127" fmla="*/ 1238222 w 2915191"/>
                <a:gd name="connsiteY127" fmla="*/ 398095 h 455171"/>
                <a:gd name="connsiteX128" fmla="*/ 1247966 w 2915191"/>
                <a:gd name="connsiteY128" fmla="*/ 390657 h 455171"/>
                <a:gd name="connsiteX129" fmla="*/ 1257725 w 2915191"/>
                <a:gd name="connsiteY129" fmla="*/ 396316 h 455171"/>
                <a:gd name="connsiteX130" fmla="*/ 1267469 w 2915191"/>
                <a:gd name="connsiteY130" fmla="*/ 402028 h 455171"/>
                <a:gd name="connsiteX131" fmla="*/ 1277227 w 2915191"/>
                <a:gd name="connsiteY131" fmla="*/ 406563 h 455171"/>
                <a:gd name="connsiteX132" fmla="*/ 1286971 w 2915191"/>
                <a:gd name="connsiteY132" fmla="*/ 369151 h 455171"/>
                <a:gd name="connsiteX133" fmla="*/ 1296715 w 2915191"/>
                <a:gd name="connsiteY133" fmla="*/ 364311 h 455171"/>
                <a:gd name="connsiteX134" fmla="*/ 1306474 w 2915191"/>
                <a:gd name="connsiteY134" fmla="*/ 371785 h 455171"/>
                <a:gd name="connsiteX135" fmla="*/ 1316218 w 2915191"/>
                <a:gd name="connsiteY135" fmla="*/ 363629 h 455171"/>
                <a:gd name="connsiteX136" fmla="*/ 1325977 w 2915191"/>
                <a:gd name="connsiteY136" fmla="*/ 352380 h 455171"/>
                <a:gd name="connsiteX137" fmla="*/ 1335721 w 2915191"/>
                <a:gd name="connsiteY137" fmla="*/ 358945 h 455171"/>
                <a:gd name="connsiteX138" fmla="*/ 1345465 w 2915191"/>
                <a:gd name="connsiteY138" fmla="*/ 347961 h 455171"/>
                <a:gd name="connsiteX139" fmla="*/ 1355224 w 2915191"/>
                <a:gd name="connsiteY139" fmla="*/ 333293 h 455171"/>
                <a:gd name="connsiteX140" fmla="*/ 1364967 w 2915191"/>
                <a:gd name="connsiteY140" fmla="*/ 322907 h 455171"/>
                <a:gd name="connsiteX141" fmla="*/ 1374726 w 2915191"/>
                <a:gd name="connsiteY141" fmla="*/ 309328 h 455171"/>
                <a:gd name="connsiteX142" fmla="*/ 1384470 w 2915191"/>
                <a:gd name="connsiteY142" fmla="*/ 307800 h 455171"/>
                <a:gd name="connsiteX143" fmla="*/ 1394214 w 2915191"/>
                <a:gd name="connsiteY143" fmla="*/ 290618 h 455171"/>
                <a:gd name="connsiteX144" fmla="*/ 1403973 w 2915191"/>
                <a:gd name="connsiteY144" fmla="*/ 281890 h 455171"/>
                <a:gd name="connsiteX145" fmla="*/ 1413717 w 2915191"/>
                <a:gd name="connsiteY145" fmla="*/ 273255 h 455171"/>
                <a:gd name="connsiteX146" fmla="*/ 1423476 w 2915191"/>
                <a:gd name="connsiteY146" fmla="*/ 257119 h 455171"/>
                <a:gd name="connsiteX147" fmla="*/ 1433220 w 2915191"/>
                <a:gd name="connsiteY147" fmla="*/ 246674 h 455171"/>
                <a:gd name="connsiteX148" fmla="*/ 1442964 w 2915191"/>
                <a:gd name="connsiteY148" fmla="*/ 252046 h 455171"/>
                <a:gd name="connsiteX149" fmla="*/ 1452722 w 2915191"/>
                <a:gd name="connsiteY149" fmla="*/ 273940 h 455171"/>
                <a:gd name="connsiteX150" fmla="*/ 1462466 w 2915191"/>
                <a:gd name="connsiteY150" fmla="*/ 288131 h 455171"/>
                <a:gd name="connsiteX151" fmla="*/ 1472225 w 2915191"/>
                <a:gd name="connsiteY151" fmla="*/ 293766 h 455171"/>
                <a:gd name="connsiteX152" fmla="*/ 1481969 w 2915191"/>
                <a:gd name="connsiteY152" fmla="*/ 324629 h 455171"/>
                <a:gd name="connsiteX153" fmla="*/ 1491713 w 2915191"/>
                <a:gd name="connsiteY153" fmla="*/ 339402 h 455171"/>
                <a:gd name="connsiteX154" fmla="*/ 1501472 w 2915191"/>
                <a:gd name="connsiteY154" fmla="*/ 342833 h 455171"/>
                <a:gd name="connsiteX155" fmla="*/ 1511216 w 2915191"/>
                <a:gd name="connsiteY155" fmla="*/ 362600 h 455171"/>
                <a:gd name="connsiteX156" fmla="*/ 1520960 w 2915191"/>
                <a:gd name="connsiteY156" fmla="*/ 360125 h 455171"/>
                <a:gd name="connsiteX157" fmla="*/ 1530719 w 2915191"/>
                <a:gd name="connsiteY157" fmla="*/ 351923 h 455171"/>
                <a:gd name="connsiteX158" fmla="*/ 1540463 w 2915191"/>
                <a:gd name="connsiteY158" fmla="*/ 363510 h 455171"/>
                <a:gd name="connsiteX159" fmla="*/ 1550221 w 2915191"/>
                <a:gd name="connsiteY159" fmla="*/ 357324 h 455171"/>
                <a:gd name="connsiteX160" fmla="*/ 1559965 w 2915191"/>
                <a:gd name="connsiteY160" fmla="*/ 362091 h 455171"/>
                <a:gd name="connsiteX161" fmla="*/ 1569709 w 2915191"/>
                <a:gd name="connsiteY161" fmla="*/ 381408 h 455171"/>
                <a:gd name="connsiteX162" fmla="*/ 1579468 w 2915191"/>
                <a:gd name="connsiteY162" fmla="*/ 365187 h 455171"/>
                <a:gd name="connsiteX163" fmla="*/ 1589212 w 2915191"/>
                <a:gd name="connsiteY163" fmla="*/ 371645 h 455171"/>
                <a:gd name="connsiteX164" fmla="*/ 1598971 w 2915191"/>
                <a:gd name="connsiteY164" fmla="*/ 384814 h 455171"/>
                <a:gd name="connsiteX165" fmla="*/ 1608715 w 2915191"/>
                <a:gd name="connsiteY165" fmla="*/ 385496 h 455171"/>
                <a:gd name="connsiteX166" fmla="*/ 1618459 w 2915191"/>
                <a:gd name="connsiteY166" fmla="*/ 373136 h 455171"/>
                <a:gd name="connsiteX167" fmla="*/ 1628218 w 2915191"/>
                <a:gd name="connsiteY167" fmla="*/ 363398 h 455171"/>
                <a:gd name="connsiteX168" fmla="*/ 1637962 w 2915191"/>
                <a:gd name="connsiteY168" fmla="*/ 372315 h 455171"/>
                <a:gd name="connsiteX169" fmla="*/ 1647720 w 2915191"/>
                <a:gd name="connsiteY169" fmla="*/ 397065 h 455171"/>
                <a:gd name="connsiteX170" fmla="*/ 1657464 w 2915191"/>
                <a:gd name="connsiteY170" fmla="*/ 416801 h 455171"/>
                <a:gd name="connsiteX171" fmla="*/ 1667208 w 2915191"/>
                <a:gd name="connsiteY171" fmla="*/ 381038 h 455171"/>
                <a:gd name="connsiteX172" fmla="*/ 1676967 w 2915191"/>
                <a:gd name="connsiteY172" fmla="*/ 404494 h 455171"/>
                <a:gd name="connsiteX173" fmla="*/ 1686711 w 2915191"/>
                <a:gd name="connsiteY173" fmla="*/ 395564 h 455171"/>
                <a:gd name="connsiteX174" fmla="*/ 1696470 w 2915191"/>
                <a:gd name="connsiteY174" fmla="*/ 373975 h 455171"/>
                <a:gd name="connsiteX175" fmla="*/ 1706214 w 2915191"/>
                <a:gd name="connsiteY175" fmla="*/ 373599 h 455171"/>
                <a:gd name="connsiteX176" fmla="*/ 1715958 w 2915191"/>
                <a:gd name="connsiteY176" fmla="*/ 336876 h 455171"/>
                <a:gd name="connsiteX177" fmla="*/ 1725716 w 2915191"/>
                <a:gd name="connsiteY177" fmla="*/ 328899 h 455171"/>
                <a:gd name="connsiteX178" fmla="*/ 1735460 w 2915191"/>
                <a:gd name="connsiteY178" fmla="*/ 350037 h 455171"/>
                <a:gd name="connsiteX179" fmla="*/ 1745219 w 2915191"/>
                <a:gd name="connsiteY179" fmla="*/ 382370 h 455171"/>
                <a:gd name="connsiteX180" fmla="*/ 1754963 w 2915191"/>
                <a:gd name="connsiteY180" fmla="*/ 364614 h 455171"/>
                <a:gd name="connsiteX181" fmla="*/ 1764707 w 2915191"/>
                <a:gd name="connsiteY181" fmla="*/ 385756 h 455171"/>
                <a:gd name="connsiteX182" fmla="*/ 1774466 w 2915191"/>
                <a:gd name="connsiteY182" fmla="*/ 394978 h 455171"/>
                <a:gd name="connsiteX183" fmla="*/ 1784210 w 2915191"/>
                <a:gd name="connsiteY183" fmla="*/ 410816 h 455171"/>
                <a:gd name="connsiteX184" fmla="*/ 1793969 w 2915191"/>
                <a:gd name="connsiteY184" fmla="*/ 392399 h 455171"/>
                <a:gd name="connsiteX185" fmla="*/ 1803713 w 2915191"/>
                <a:gd name="connsiteY185" fmla="*/ 394089 h 455171"/>
                <a:gd name="connsiteX186" fmla="*/ 1813457 w 2915191"/>
                <a:gd name="connsiteY186" fmla="*/ 375276 h 455171"/>
                <a:gd name="connsiteX187" fmla="*/ 1823215 w 2915191"/>
                <a:gd name="connsiteY187" fmla="*/ 393259 h 455171"/>
                <a:gd name="connsiteX188" fmla="*/ 1832959 w 2915191"/>
                <a:gd name="connsiteY188" fmla="*/ 370115 h 455171"/>
                <a:gd name="connsiteX189" fmla="*/ 1842703 w 2915191"/>
                <a:gd name="connsiteY189" fmla="*/ 376654 h 455171"/>
                <a:gd name="connsiteX190" fmla="*/ 1852462 w 2915191"/>
                <a:gd name="connsiteY190" fmla="*/ 373617 h 455171"/>
                <a:gd name="connsiteX191" fmla="*/ 1862206 w 2915191"/>
                <a:gd name="connsiteY191" fmla="*/ 351533 h 455171"/>
                <a:gd name="connsiteX192" fmla="*/ 1871965 w 2915191"/>
                <a:gd name="connsiteY192" fmla="*/ 348302 h 455171"/>
                <a:gd name="connsiteX193" fmla="*/ 1881709 w 2915191"/>
                <a:gd name="connsiteY193" fmla="*/ 360539 h 455171"/>
                <a:gd name="connsiteX194" fmla="*/ 1891453 w 2915191"/>
                <a:gd name="connsiteY194" fmla="*/ 372636 h 455171"/>
                <a:gd name="connsiteX195" fmla="*/ 1901212 w 2915191"/>
                <a:gd name="connsiteY195" fmla="*/ 367095 h 455171"/>
                <a:gd name="connsiteX196" fmla="*/ 1910956 w 2915191"/>
                <a:gd name="connsiteY196" fmla="*/ 412994 h 455171"/>
                <a:gd name="connsiteX197" fmla="*/ 1920714 w 2915191"/>
                <a:gd name="connsiteY197" fmla="*/ 399318 h 455171"/>
                <a:gd name="connsiteX198" fmla="*/ 1930458 w 2915191"/>
                <a:gd name="connsiteY198" fmla="*/ 399118 h 455171"/>
                <a:gd name="connsiteX199" fmla="*/ 1940202 w 2915191"/>
                <a:gd name="connsiteY199" fmla="*/ 402627 h 455171"/>
                <a:gd name="connsiteX200" fmla="*/ 1949961 w 2915191"/>
                <a:gd name="connsiteY200" fmla="*/ 364818 h 455171"/>
                <a:gd name="connsiteX201" fmla="*/ 1959705 w 2915191"/>
                <a:gd name="connsiteY201" fmla="*/ 399854 h 455171"/>
                <a:gd name="connsiteX202" fmla="*/ 1969464 w 2915191"/>
                <a:gd name="connsiteY202" fmla="*/ 402851 h 455171"/>
                <a:gd name="connsiteX203" fmla="*/ 1979208 w 2915191"/>
                <a:gd name="connsiteY203" fmla="*/ 404661 h 455171"/>
                <a:gd name="connsiteX204" fmla="*/ 1988952 w 2915191"/>
                <a:gd name="connsiteY204" fmla="*/ 396197 h 455171"/>
                <a:gd name="connsiteX205" fmla="*/ 1998711 w 2915191"/>
                <a:gd name="connsiteY205" fmla="*/ 394641 h 455171"/>
                <a:gd name="connsiteX206" fmla="*/ 2008454 w 2915191"/>
                <a:gd name="connsiteY206" fmla="*/ 397900 h 455171"/>
                <a:gd name="connsiteX207" fmla="*/ 2018213 w 2915191"/>
                <a:gd name="connsiteY207" fmla="*/ 394148 h 455171"/>
                <a:gd name="connsiteX208" fmla="*/ 2027957 w 2915191"/>
                <a:gd name="connsiteY208" fmla="*/ 416018 h 455171"/>
                <a:gd name="connsiteX209" fmla="*/ 2037701 w 2915191"/>
                <a:gd name="connsiteY209" fmla="*/ 378036 h 455171"/>
                <a:gd name="connsiteX210" fmla="*/ 2047460 w 2915191"/>
                <a:gd name="connsiteY210" fmla="*/ 359112 h 455171"/>
                <a:gd name="connsiteX211" fmla="*/ 2057204 w 2915191"/>
                <a:gd name="connsiteY211" fmla="*/ 381298 h 455171"/>
                <a:gd name="connsiteX212" fmla="*/ 2066963 w 2915191"/>
                <a:gd name="connsiteY212" fmla="*/ 379884 h 455171"/>
                <a:gd name="connsiteX213" fmla="*/ 2076707 w 2915191"/>
                <a:gd name="connsiteY213" fmla="*/ 379066 h 455171"/>
                <a:gd name="connsiteX214" fmla="*/ 2086451 w 2915191"/>
                <a:gd name="connsiteY214" fmla="*/ 367351 h 455171"/>
                <a:gd name="connsiteX215" fmla="*/ 2096210 w 2915191"/>
                <a:gd name="connsiteY215" fmla="*/ 345682 h 455171"/>
                <a:gd name="connsiteX216" fmla="*/ 2105954 w 2915191"/>
                <a:gd name="connsiteY216" fmla="*/ 374736 h 455171"/>
                <a:gd name="connsiteX217" fmla="*/ 2115697 w 2915191"/>
                <a:gd name="connsiteY217" fmla="*/ 347468 h 455171"/>
                <a:gd name="connsiteX218" fmla="*/ 2125456 w 2915191"/>
                <a:gd name="connsiteY218" fmla="*/ 379236 h 455171"/>
                <a:gd name="connsiteX219" fmla="*/ 2135200 w 2915191"/>
                <a:gd name="connsiteY219" fmla="*/ 366943 h 455171"/>
                <a:gd name="connsiteX220" fmla="*/ 2144959 w 2915191"/>
                <a:gd name="connsiteY220" fmla="*/ 332565 h 455171"/>
                <a:gd name="connsiteX221" fmla="*/ 2154703 w 2915191"/>
                <a:gd name="connsiteY221" fmla="*/ 320453 h 455171"/>
                <a:gd name="connsiteX222" fmla="*/ 2164447 w 2915191"/>
                <a:gd name="connsiteY222" fmla="*/ 339943 h 455171"/>
                <a:gd name="connsiteX223" fmla="*/ 2174206 w 2915191"/>
                <a:gd name="connsiteY223" fmla="*/ 317696 h 455171"/>
                <a:gd name="connsiteX224" fmla="*/ 2183950 w 2915191"/>
                <a:gd name="connsiteY224" fmla="*/ 315823 h 455171"/>
                <a:gd name="connsiteX225" fmla="*/ 2193709 w 2915191"/>
                <a:gd name="connsiteY225" fmla="*/ 315334 h 455171"/>
                <a:gd name="connsiteX226" fmla="*/ 2203452 w 2915191"/>
                <a:gd name="connsiteY226" fmla="*/ 320958 h 455171"/>
                <a:gd name="connsiteX227" fmla="*/ 2213196 w 2915191"/>
                <a:gd name="connsiteY227" fmla="*/ 320727 h 455171"/>
                <a:gd name="connsiteX228" fmla="*/ 2222955 w 2915191"/>
                <a:gd name="connsiteY228" fmla="*/ 320023 h 455171"/>
                <a:gd name="connsiteX229" fmla="*/ 2232699 w 2915191"/>
                <a:gd name="connsiteY229" fmla="*/ 326608 h 455171"/>
                <a:gd name="connsiteX230" fmla="*/ 2242458 w 2915191"/>
                <a:gd name="connsiteY230" fmla="*/ 346443 h 455171"/>
                <a:gd name="connsiteX231" fmla="*/ 2252202 w 2915191"/>
                <a:gd name="connsiteY231" fmla="*/ 351217 h 455171"/>
                <a:gd name="connsiteX232" fmla="*/ 2261946 w 2915191"/>
                <a:gd name="connsiteY232" fmla="*/ 368146 h 455171"/>
                <a:gd name="connsiteX233" fmla="*/ 2271705 w 2915191"/>
                <a:gd name="connsiteY233" fmla="*/ 355044 h 455171"/>
                <a:gd name="connsiteX234" fmla="*/ 2281449 w 2915191"/>
                <a:gd name="connsiteY234" fmla="*/ 274614 h 455171"/>
                <a:gd name="connsiteX235" fmla="*/ 2291208 w 2915191"/>
                <a:gd name="connsiteY235" fmla="*/ 268822 h 455171"/>
                <a:gd name="connsiteX236" fmla="*/ 2300951 w 2915191"/>
                <a:gd name="connsiteY236" fmla="*/ 277164 h 455171"/>
                <a:gd name="connsiteX237" fmla="*/ 2310695 w 2915191"/>
                <a:gd name="connsiteY237" fmla="*/ 295104 h 455171"/>
                <a:gd name="connsiteX238" fmla="*/ 2320454 w 2915191"/>
                <a:gd name="connsiteY238" fmla="*/ 315072 h 455171"/>
                <a:gd name="connsiteX239" fmla="*/ 2330198 w 2915191"/>
                <a:gd name="connsiteY239" fmla="*/ 321633 h 455171"/>
                <a:gd name="connsiteX240" fmla="*/ 2339957 w 2915191"/>
                <a:gd name="connsiteY240" fmla="*/ 328698 h 455171"/>
                <a:gd name="connsiteX241" fmla="*/ 2349701 w 2915191"/>
                <a:gd name="connsiteY241" fmla="*/ 327334 h 455171"/>
                <a:gd name="connsiteX242" fmla="*/ 2359445 w 2915191"/>
                <a:gd name="connsiteY242" fmla="*/ 264162 h 455171"/>
                <a:gd name="connsiteX243" fmla="*/ 2369204 w 2915191"/>
                <a:gd name="connsiteY243" fmla="*/ 271743 h 455171"/>
                <a:gd name="connsiteX244" fmla="*/ 2378948 w 2915191"/>
                <a:gd name="connsiteY244" fmla="*/ 265099 h 455171"/>
                <a:gd name="connsiteX245" fmla="*/ 2388692 w 2915191"/>
                <a:gd name="connsiteY245" fmla="*/ 276476 h 455171"/>
                <a:gd name="connsiteX246" fmla="*/ 2398450 w 2915191"/>
                <a:gd name="connsiteY246" fmla="*/ 281214 h 455171"/>
                <a:gd name="connsiteX247" fmla="*/ 2408194 w 2915191"/>
                <a:gd name="connsiteY247" fmla="*/ 326109 h 455171"/>
                <a:gd name="connsiteX248" fmla="*/ 2417953 w 2915191"/>
                <a:gd name="connsiteY248" fmla="*/ 309961 h 455171"/>
                <a:gd name="connsiteX249" fmla="*/ 2427697 w 2915191"/>
                <a:gd name="connsiteY249" fmla="*/ 309294 h 455171"/>
                <a:gd name="connsiteX250" fmla="*/ 2437441 w 2915191"/>
                <a:gd name="connsiteY250" fmla="*/ 306526 h 455171"/>
                <a:gd name="connsiteX251" fmla="*/ 2447200 w 2915191"/>
                <a:gd name="connsiteY251" fmla="*/ 311326 h 455171"/>
                <a:gd name="connsiteX252" fmla="*/ 2456944 w 2915191"/>
                <a:gd name="connsiteY252" fmla="*/ 303059 h 455171"/>
                <a:gd name="connsiteX253" fmla="*/ 2466703 w 2915191"/>
                <a:gd name="connsiteY253" fmla="*/ 320873 h 455171"/>
                <a:gd name="connsiteX254" fmla="*/ 2476446 w 2915191"/>
                <a:gd name="connsiteY254" fmla="*/ 298473 h 455171"/>
                <a:gd name="connsiteX255" fmla="*/ 2486190 w 2915191"/>
                <a:gd name="connsiteY255" fmla="*/ 308483 h 455171"/>
                <a:gd name="connsiteX256" fmla="*/ 2495949 w 2915191"/>
                <a:gd name="connsiteY256" fmla="*/ 312464 h 455171"/>
                <a:gd name="connsiteX257" fmla="*/ 2505693 w 2915191"/>
                <a:gd name="connsiteY257" fmla="*/ 294055 h 455171"/>
                <a:gd name="connsiteX258" fmla="*/ 2515452 w 2915191"/>
                <a:gd name="connsiteY258" fmla="*/ 302399 h 455171"/>
                <a:gd name="connsiteX259" fmla="*/ 2525196 w 2915191"/>
                <a:gd name="connsiteY259" fmla="*/ 315937 h 455171"/>
                <a:gd name="connsiteX260" fmla="*/ 2534940 w 2915191"/>
                <a:gd name="connsiteY260" fmla="*/ 346605 h 455171"/>
                <a:gd name="connsiteX261" fmla="*/ 2544699 w 2915191"/>
                <a:gd name="connsiteY261" fmla="*/ 350931 h 455171"/>
                <a:gd name="connsiteX262" fmla="*/ 2554443 w 2915191"/>
                <a:gd name="connsiteY262" fmla="*/ 366791 h 455171"/>
                <a:gd name="connsiteX263" fmla="*/ 2564202 w 2915191"/>
                <a:gd name="connsiteY263" fmla="*/ 388391 h 455171"/>
                <a:gd name="connsiteX264" fmla="*/ 2573946 w 2915191"/>
                <a:gd name="connsiteY264" fmla="*/ 412952 h 455171"/>
                <a:gd name="connsiteX265" fmla="*/ 2583690 w 2915191"/>
                <a:gd name="connsiteY265" fmla="*/ 434795 h 455171"/>
                <a:gd name="connsiteX266" fmla="*/ 2593448 w 2915191"/>
                <a:gd name="connsiteY266" fmla="*/ 419961 h 455171"/>
                <a:gd name="connsiteX267" fmla="*/ 2603192 w 2915191"/>
                <a:gd name="connsiteY267" fmla="*/ 430964 h 455171"/>
                <a:gd name="connsiteX268" fmla="*/ 2612951 w 2915191"/>
                <a:gd name="connsiteY268" fmla="*/ 455171 h 455171"/>
                <a:gd name="connsiteX269" fmla="*/ 2622695 w 2915191"/>
                <a:gd name="connsiteY269" fmla="*/ 441703 h 455171"/>
                <a:gd name="connsiteX270" fmla="*/ 2632439 w 2915191"/>
                <a:gd name="connsiteY270" fmla="*/ 441023 h 455171"/>
                <a:gd name="connsiteX271" fmla="*/ 2642198 w 2915191"/>
                <a:gd name="connsiteY271" fmla="*/ 429216 h 455171"/>
                <a:gd name="connsiteX272" fmla="*/ 2651942 w 2915191"/>
                <a:gd name="connsiteY272" fmla="*/ 444964 h 455171"/>
                <a:gd name="connsiteX273" fmla="*/ 2661685 w 2915191"/>
                <a:gd name="connsiteY273" fmla="*/ 426185 h 455171"/>
                <a:gd name="connsiteX274" fmla="*/ 2671444 w 2915191"/>
                <a:gd name="connsiteY274" fmla="*/ 427036 h 455171"/>
                <a:gd name="connsiteX275" fmla="*/ 2681188 w 2915191"/>
                <a:gd name="connsiteY275" fmla="*/ 451624 h 455171"/>
                <a:gd name="connsiteX276" fmla="*/ 2690947 w 2915191"/>
                <a:gd name="connsiteY276" fmla="*/ 403308 h 455171"/>
                <a:gd name="connsiteX277" fmla="*/ 2700691 w 2915191"/>
                <a:gd name="connsiteY277" fmla="*/ 413110 h 455171"/>
                <a:gd name="connsiteX278" fmla="*/ 2710435 w 2915191"/>
                <a:gd name="connsiteY278" fmla="*/ 415436 h 455171"/>
                <a:gd name="connsiteX279" fmla="*/ 2720194 w 2915191"/>
                <a:gd name="connsiteY279" fmla="*/ 432958 h 455171"/>
                <a:gd name="connsiteX280" fmla="*/ 2729938 w 2915191"/>
                <a:gd name="connsiteY280" fmla="*/ 433133 h 455171"/>
                <a:gd name="connsiteX281" fmla="*/ 2739697 w 2915191"/>
                <a:gd name="connsiteY281" fmla="*/ 422413 h 455171"/>
                <a:gd name="connsiteX282" fmla="*/ 2749441 w 2915191"/>
                <a:gd name="connsiteY282" fmla="*/ 410319 h 455171"/>
                <a:gd name="connsiteX283" fmla="*/ 2759185 w 2915191"/>
                <a:gd name="connsiteY283" fmla="*/ 375793 h 455171"/>
                <a:gd name="connsiteX284" fmla="*/ 2768943 w 2915191"/>
                <a:gd name="connsiteY284" fmla="*/ 366779 h 455171"/>
                <a:gd name="connsiteX285" fmla="*/ 2778687 w 2915191"/>
                <a:gd name="connsiteY285" fmla="*/ 379912 h 455171"/>
                <a:gd name="connsiteX286" fmla="*/ 2788446 w 2915191"/>
                <a:gd name="connsiteY286" fmla="*/ 367711 h 455171"/>
                <a:gd name="connsiteX287" fmla="*/ 2798190 w 2915191"/>
                <a:gd name="connsiteY287" fmla="*/ 340542 h 455171"/>
                <a:gd name="connsiteX288" fmla="*/ 2807934 w 2915191"/>
                <a:gd name="connsiteY288" fmla="*/ 330220 h 455171"/>
                <a:gd name="connsiteX289" fmla="*/ 2817693 w 2915191"/>
                <a:gd name="connsiteY289" fmla="*/ 327819 h 455171"/>
                <a:gd name="connsiteX290" fmla="*/ 2827437 w 2915191"/>
                <a:gd name="connsiteY290" fmla="*/ 300362 h 455171"/>
                <a:gd name="connsiteX291" fmla="*/ 2837196 w 2915191"/>
                <a:gd name="connsiteY291" fmla="*/ 287269 h 455171"/>
                <a:gd name="connsiteX292" fmla="*/ 2846940 w 2915191"/>
                <a:gd name="connsiteY292" fmla="*/ 314744 h 455171"/>
                <a:gd name="connsiteX293" fmla="*/ 2856684 w 2915191"/>
                <a:gd name="connsiteY293" fmla="*/ 300931 h 455171"/>
                <a:gd name="connsiteX294" fmla="*/ 2866442 w 2915191"/>
                <a:gd name="connsiteY294" fmla="*/ 287196 h 455171"/>
                <a:gd name="connsiteX295" fmla="*/ 2876186 w 2915191"/>
                <a:gd name="connsiteY295" fmla="*/ 322289 h 455171"/>
                <a:gd name="connsiteX296" fmla="*/ 2885945 w 2915191"/>
                <a:gd name="connsiteY296" fmla="*/ 344625 h 455171"/>
                <a:gd name="connsiteX297" fmla="*/ 2895689 w 2915191"/>
                <a:gd name="connsiteY297" fmla="*/ 357735 h 455171"/>
                <a:gd name="connsiteX298" fmla="*/ 2905433 w 2915191"/>
                <a:gd name="connsiteY298" fmla="*/ 352748 h 455171"/>
                <a:gd name="connsiteX299" fmla="*/ 2915192 w 2915191"/>
                <a:gd name="connsiteY299" fmla="*/ 317038 h 455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55171">
                  <a:moveTo>
                    <a:pt x="0" y="31543"/>
                  </a:moveTo>
                  <a:lnTo>
                    <a:pt x="9750" y="14267"/>
                  </a:lnTo>
                  <a:lnTo>
                    <a:pt x="19500" y="0"/>
                  </a:lnTo>
                  <a:lnTo>
                    <a:pt x="29250" y="13488"/>
                  </a:lnTo>
                  <a:lnTo>
                    <a:pt x="39000" y="10134"/>
                  </a:lnTo>
                  <a:lnTo>
                    <a:pt x="48749" y="18813"/>
                  </a:lnTo>
                  <a:lnTo>
                    <a:pt x="58499" y="64434"/>
                  </a:lnTo>
                  <a:lnTo>
                    <a:pt x="68249" y="24442"/>
                  </a:lnTo>
                  <a:lnTo>
                    <a:pt x="77998" y="30895"/>
                  </a:lnTo>
                  <a:lnTo>
                    <a:pt x="87748" y="9072"/>
                  </a:lnTo>
                  <a:lnTo>
                    <a:pt x="97497" y="25991"/>
                  </a:lnTo>
                  <a:lnTo>
                    <a:pt x="107247" y="65831"/>
                  </a:lnTo>
                  <a:lnTo>
                    <a:pt x="116997" y="58292"/>
                  </a:lnTo>
                  <a:lnTo>
                    <a:pt x="126747" y="21328"/>
                  </a:lnTo>
                  <a:lnTo>
                    <a:pt x="136497" y="53446"/>
                  </a:lnTo>
                  <a:lnTo>
                    <a:pt x="146247" y="23926"/>
                  </a:lnTo>
                  <a:lnTo>
                    <a:pt x="155997" y="35923"/>
                  </a:lnTo>
                  <a:lnTo>
                    <a:pt x="165747" y="59520"/>
                  </a:lnTo>
                  <a:lnTo>
                    <a:pt x="175497" y="61981"/>
                  </a:lnTo>
                  <a:lnTo>
                    <a:pt x="185247" y="60132"/>
                  </a:lnTo>
                  <a:lnTo>
                    <a:pt x="194996" y="82762"/>
                  </a:lnTo>
                  <a:lnTo>
                    <a:pt x="204746" y="109123"/>
                  </a:lnTo>
                  <a:lnTo>
                    <a:pt x="214495" y="51805"/>
                  </a:lnTo>
                  <a:lnTo>
                    <a:pt x="224245" y="33529"/>
                  </a:lnTo>
                  <a:lnTo>
                    <a:pt x="233995" y="51175"/>
                  </a:lnTo>
                  <a:lnTo>
                    <a:pt x="243744" y="62118"/>
                  </a:lnTo>
                  <a:lnTo>
                    <a:pt x="253494" y="53119"/>
                  </a:lnTo>
                  <a:lnTo>
                    <a:pt x="263244" y="75471"/>
                  </a:lnTo>
                  <a:lnTo>
                    <a:pt x="272994" y="97264"/>
                  </a:lnTo>
                  <a:lnTo>
                    <a:pt x="282744" y="103871"/>
                  </a:lnTo>
                  <a:lnTo>
                    <a:pt x="292494" y="101231"/>
                  </a:lnTo>
                  <a:lnTo>
                    <a:pt x="302244" y="107045"/>
                  </a:lnTo>
                  <a:lnTo>
                    <a:pt x="311994" y="115863"/>
                  </a:lnTo>
                  <a:lnTo>
                    <a:pt x="321744" y="106315"/>
                  </a:lnTo>
                  <a:lnTo>
                    <a:pt x="331493" y="111306"/>
                  </a:lnTo>
                  <a:lnTo>
                    <a:pt x="341243" y="128125"/>
                  </a:lnTo>
                  <a:lnTo>
                    <a:pt x="350993" y="158512"/>
                  </a:lnTo>
                  <a:lnTo>
                    <a:pt x="360742" y="177013"/>
                  </a:lnTo>
                  <a:lnTo>
                    <a:pt x="370492" y="206043"/>
                  </a:lnTo>
                  <a:lnTo>
                    <a:pt x="380241" y="201439"/>
                  </a:lnTo>
                  <a:lnTo>
                    <a:pt x="389991" y="198378"/>
                  </a:lnTo>
                  <a:lnTo>
                    <a:pt x="399741" y="222689"/>
                  </a:lnTo>
                  <a:lnTo>
                    <a:pt x="409491" y="276054"/>
                  </a:lnTo>
                  <a:lnTo>
                    <a:pt x="419241" y="264566"/>
                  </a:lnTo>
                  <a:lnTo>
                    <a:pt x="428991" y="260296"/>
                  </a:lnTo>
                  <a:lnTo>
                    <a:pt x="438741" y="265570"/>
                  </a:lnTo>
                  <a:lnTo>
                    <a:pt x="448491" y="278508"/>
                  </a:lnTo>
                  <a:lnTo>
                    <a:pt x="458241" y="282693"/>
                  </a:lnTo>
                  <a:lnTo>
                    <a:pt x="467991" y="276415"/>
                  </a:lnTo>
                  <a:lnTo>
                    <a:pt x="477740" y="289931"/>
                  </a:lnTo>
                  <a:lnTo>
                    <a:pt x="487490" y="269496"/>
                  </a:lnTo>
                  <a:lnTo>
                    <a:pt x="497239" y="278231"/>
                  </a:lnTo>
                  <a:lnTo>
                    <a:pt x="506989" y="296534"/>
                  </a:lnTo>
                  <a:lnTo>
                    <a:pt x="516738" y="333968"/>
                  </a:lnTo>
                  <a:lnTo>
                    <a:pt x="526488" y="332653"/>
                  </a:lnTo>
                  <a:lnTo>
                    <a:pt x="536238" y="360943"/>
                  </a:lnTo>
                  <a:lnTo>
                    <a:pt x="545988" y="340729"/>
                  </a:lnTo>
                  <a:lnTo>
                    <a:pt x="555738" y="328004"/>
                  </a:lnTo>
                  <a:lnTo>
                    <a:pt x="565488" y="339964"/>
                  </a:lnTo>
                  <a:lnTo>
                    <a:pt x="575238" y="348748"/>
                  </a:lnTo>
                  <a:lnTo>
                    <a:pt x="584988" y="300343"/>
                  </a:lnTo>
                  <a:lnTo>
                    <a:pt x="594738" y="280368"/>
                  </a:lnTo>
                  <a:lnTo>
                    <a:pt x="604488" y="259597"/>
                  </a:lnTo>
                  <a:lnTo>
                    <a:pt x="614237" y="265762"/>
                  </a:lnTo>
                  <a:lnTo>
                    <a:pt x="623987" y="253088"/>
                  </a:lnTo>
                  <a:lnTo>
                    <a:pt x="633736" y="266161"/>
                  </a:lnTo>
                  <a:lnTo>
                    <a:pt x="643486" y="277719"/>
                  </a:lnTo>
                  <a:lnTo>
                    <a:pt x="653236" y="287379"/>
                  </a:lnTo>
                  <a:lnTo>
                    <a:pt x="662985" y="260875"/>
                  </a:lnTo>
                  <a:lnTo>
                    <a:pt x="672735" y="258804"/>
                  </a:lnTo>
                  <a:lnTo>
                    <a:pt x="682485" y="250537"/>
                  </a:lnTo>
                  <a:lnTo>
                    <a:pt x="692235" y="273024"/>
                  </a:lnTo>
                  <a:lnTo>
                    <a:pt x="701985" y="301019"/>
                  </a:lnTo>
                  <a:lnTo>
                    <a:pt x="711735" y="280004"/>
                  </a:lnTo>
                  <a:lnTo>
                    <a:pt x="721485" y="303317"/>
                  </a:lnTo>
                  <a:lnTo>
                    <a:pt x="731235" y="241521"/>
                  </a:lnTo>
                  <a:lnTo>
                    <a:pt x="740985" y="218596"/>
                  </a:lnTo>
                  <a:lnTo>
                    <a:pt x="750734" y="234972"/>
                  </a:lnTo>
                  <a:lnTo>
                    <a:pt x="760484" y="244069"/>
                  </a:lnTo>
                  <a:lnTo>
                    <a:pt x="770233" y="264685"/>
                  </a:lnTo>
                  <a:lnTo>
                    <a:pt x="779983" y="295062"/>
                  </a:lnTo>
                  <a:lnTo>
                    <a:pt x="789733" y="263941"/>
                  </a:lnTo>
                  <a:lnTo>
                    <a:pt x="799482" y="282346"/>
                  </a:lnTo>
                  <a:lnTo>
                    <a:pt x="809232" y="293152"/>
                  </a:lnTo>
                  <a:lnTo>
                    <a:pt x="818982" y="305633"/>
                  </a:lnTo>
                  <a:lnTo>
                    <a:pt x="828732" y="304078"/>
                  </a:lnTo>
                  <a:lnTo>
                    <a:pt x="838482" y="320337"/>
                  </a:lnTo>
                  <a:lnTo>
                    <a:pt x="848232" y="349777"/>
                  </a:lnTo>
                  <a:lnTo>
                    <a:pt x="857982" y="349399"/>
                  </a:lnTo>
                  <a:lnTo>
                    <a:pt x="867732" y="373662"/>
                  </a:lnTo>
                  <a:lnTo>
                    <a:pt x="877482" y="395540"/>
                  </a:lnTo>
                  <a:lnTo>
                    <a:pt x="887231" y="336099"/>
                  </a:lnTo>
                  <a:lnTo>
                    <a:pt x="896981" y="342303"/>
                  </a:lnTo>
                  <a:lnTo>
                    <a:pt x="906730" y="371070"/>
                  </a:lnTo>
                  <a:lnTo>
                    <a:pt x="916480" y="360825"/>
                  </a:lnTo>
                  <a:lnTo>
                    <a:pt x="926230" y="364840"/>
                  </a:lnTo>
                  <a:lnTo>
                    <a:pt x="935979" y="394151"/>
                  </a:lnTo>
                  <a:lnTo>
                    <a:pt x="945729" y="410054"/>
                  </a:lnTo>
                  <a:lnTo>
                    <a:pt x="955479" y="401350"/>
                  </a:lnTo>
                  <a:lnTo>
                    <a:pt x="965229" y="378386"/>
                  </a:lnTo>
                  <a:lnTo>
                    <a:pt x="974979" y="364709"/>
                  </a:lnTo>
                  <a:lnTo>
                    <a:pt x="984729" y="358478"/>
                  </a:lnTo>
                  <a:lnTo>
                    <a:pt x="994474" y="375727"/>
                  </a:lnTo>
                  <a:lnTo>
                    <a:pt x="1004233" y="382597"/>
                  </a:lnTo>
                  <a:lnTo>
                    <a:pt x="1013977" y="380483"/>
                  </a:lnTo>
                  <a:lnTo>
                    <a:pt x="1023721" y="409864"/>
                  </a:lnTo>
                  <a:lnTo>
                    <a:pt x="1033480" y="393598"/>
                  </a:lnTo>
                  <a:lnTo>
                    <a:pt x="1043224" y="403721"/>
                  </a:lnTo>
                  <a:lnTo>
                    <a:pt x="1052983" y="396895"/>
                  </a:lnTo>
                  <a:lnTo>
                    <a:pt x="1062727" y="372212"/>
                  </a:lnTo>
                  <a:lnTo>
                    <a:pt x="1072471" y="361482"/>
                  </a:lnTo>
                  <a:lnTo>
                    <a:pt x="1082230" y="335991"/>
                  </a:lnTo>
                  <a:lnTo>
                    <a:pt x="1091973" y="353311"/>
                  </a:lnTo>
                  <a:lnTo>
                    <a:pt x="1101732" y="337578"/>
                  </a:lnTo>
                  <a:lnTo>
                    <a:pt x="1111476" y="347911"/>
                  </a:lnTo>
                  <a:lnTo>
                    <a:pt x="1121220" y="328658"/>
                  </a:lnTo>
                  <a:lnTo>
                    <a:pt x="1130979" y="313771"/>
                  </a:lnTo>
                  <a:lnTo>
                    <a:pt x="1140723" y="335133"/>
                  </a:lnTo>
                  <a:lnTo>
                    <a:pt x="1150482" y="335285"/>
                  </a:lnTo>
                  <a:lnTo>
                    <a:pt x="1160226" y="349990"/>
                  </a:lnTo>
                  <a:lnTo>
                    <a:pt x="1169969" y="346027"/>
                  </a:lnTo>
                  <a:lnTo>
                    <a:pt x="1179728" y="366165"/>
                  </a:lnTo>
                  <a:lnTo>
                    <a:pt x="1189472" y="369672"/>
                  </a:lnTo>
                  <a:lnTo>
                    <a:pt x="1199231" y="357902"/>
                  </a:lnTo>
                  <a:lnTo>
                    <a:pt x="1208975" y="350195"/>
                  </a:lnTo>
                  <a:lnTo>
                    <a:pt x="1218719" y="372323"/>
                  </a:lnTo>
                  <a:lnTo>
                    <a:pt x="1228478" y="388332"/>
                  </a:lnTo>
                  <a:lnTo>
                    <a:pt x="1238222" y="398095"/>
                  </a:lnTo>
                  <a:lnTo>
                    <a:pt x="1247966" y="390657"/>
                  </a:lnTo>
                  <a:lnTo>
                    <a:pt x="1257725" y="396316"/>
                  </a:lnTo>
                  <a:lnTo>
                    <a:pt x="1267469" y="402028"/>
                  </a:lnTo>
                  <a:lnTo>
                    <a:pt x="1277227" y="406563"/>
                  </a:lnTo>
                  <a:lnTo>
                    <a:pt x="1286971" y="369151"/>
                  </a:lnTo>
                  <a:lnTo>
                    <a:pt x="1296715" y="364311"/>
                  </a:lnTo>
                  <a:lnTo>
                    <a:pt x="1306474" y="371785"/>
                  </a:lnTo>
                  <a:lnTo>
                    <a:pt x="1316218" y="363629"/>
                  </a:lnTo>
                  <a:lnTo>
                    <a:pt x="1325977" y="352380"/>
                  </a:lnTo>
                  <a:lnTo>
                    <a:pt x="1335721" y="358945"/>
                  </a:lnTo>
                  <a:lnTo>
                    <a:pt x="1345465" y="347961"/>
                  </a:lnTo>
                  <a:lnTo>
                    <a:pt x="1355224" y="333293"/>
                  </a:lnTo>
                  <a:lnTo>
                    <a:pt x="1364967" y="322907"/>
                  </a:lnTo>
                  <a:lnTo>
                    <a:pt x="1374726" y="309328"/>
                  </a:lnTo>
                  <a:lnTo>
                    <a:pt x="1384470" y="307800"/>
                  </a:lnTo>
                  <a:lnTo>
                    <a:pt x="1394214" y="290618"/>
                  </a:lnTo>
                  <a:lnTo>
                    <a:pt x="1403973" y="281890"/>
                  </a:lnTo>
                  <a:lnTo>
                    <a:pt x="1413717" y="273255"/>
                  </a:lnTo>
                  <a:lnTo>
                    <a:pt x="1423476" y="257119"/>
                  </a:lnTo>
                  <a:lnTo>
                    <a:pt x="1433220" y="246674"/>
                  </a:lnTo>
                  <a:lnTo>
                    <a:pt x="1442964" y="252046"/>
                  </a:lnTo>
                  <a:lnTo>
                    <a:pt x="1452722" y="273940"/>
                  </a:lnTo>
                  <a:lnTo>
                    <a:pt x="1462466" y="288131"/>
                  </a:lnTo>
                  <a:lnTo>
                    <a:pt x="1472225" y="293766"/>
                  </a:lnTo>
                  <a:lnTo>
                    <a:pt x="1481969" y="324629"/>
                  </a:lnTo>
                  <a:lnTo>
                    <a:pt x="1491713" y="339402"/>
                  </a:lnTo>
                  <a:lnTo>
                    <a:pt x="1501472" y="342833"/>
                  </a:lnTo>
                  <a:lnTo>
                    <a:pt x="1511216" y="362600"/>
                  </a:lnTo>
                  <a:lnTo>
                    <a:pt x="1520960" y="360125"/>
                  </a:lnTo>
                  <a:lnTo>
                    <a:pt x="1530719" y="351923"/>
                  </a:lnTo>
                  <a:lnTo>
                    <a:pt x="1540463" y="363510"/>
                  </a:lnTo>
                  <a:lnTo>
                    <a:pt x="1550221" y="357324"/>
                  </a:lnTo>
                  <a:lnTo>
                    <a:pt x="1559965" y="362091"/>
                  </a:lnTo>
                  <a:lnTo>
                    <a:pt x="1569709" y="381408"/>
                  </a:lnTo>
                  <a:lnTo>
                    <a:pt x="1579468" y="365187"/>
                  </a:lnTo>
                  <a:lnTo>
                    <a:pt x="1589212" y="371645"/>
                  </a:lnTo>
                  <a:lnTo>
                    <a:pt x="1598971" y="384814"/>
                  </a:lnTo>
                  <a:lnTo>
                    <a:pt x="1608715" y="385496"/>
                  </a:lnTo>
                  <a:lnTo>
                    <a:pt x="1618459" y="373136"/>
                  </a:lnTo>
                  <a:lnTo>
                    <a:pt x="1628218" y="363398"/>
                  </a:lnTo>
                  <a:lnTo>
                    <a:pt x="1637962" y="372315"/>
                  </a:lnTo>
                  <a:lnTo>
                    <a:pt x="1647720" y="397065"/>
                  </a:lnTo>
                  <a:lnTo>
                    <a:pt x="1657464" y="416801"/>
                  </a:lnTo>
                  <a:lnTo>
                    <a:pt x="1667208" y="381038"/>
                  </a:lnTo>
                  <a:lnTo>
                    <a:pt x="1676967" y="404494"/>
                  </a:lnTo>
                  <a:lnTo>
                    <a:pt x="1686711" y="395564"/>
                  </a:lnTo>
                  <a:lnTo>
                    <a:pt x="1696470" y="373975"/>
                  </a:lnTo>
                  <a:lnTo>
                    <a:pt x="1706214" y="373599"/>
                  </a:lnTo>
                  <a:lnTo>
                    <a:pt x="1715958" y="336876"/>
                  </a:lnTo>
                  <a:lnTo>
                    <a:pt x="1725716" y="328899"/>
                  </a:lnTo>
                  <a:lnTo>
                    <a:pt x="1735460" y="350037"/>
                  </a:lnTo>
                  <a:lnTo>
                    <a:pt x="1745219" y="382370"/>
                  </a:lnTo>
                  <a:lnTo>
                    <a:pt x="1754963" y="364614"/>
                  </a:lnTo>
                  <a:lnTo>
                    <a:pt x="1764707" y="385756"/>
                  </a:lnTo>
                  <a:lnTo>
                    <a:pt x="1774466" y="394978"/>
                  </a:lnTo>
                  <a:lnTo>
                    <a:pt x="1784210" y="410816"/>
                  </a:lnTo>
                  <a:lnTo>
                    <a:pt x="1793969" y="392399"/>
                  </a:lnTo>
                  <a:lnTo>
                    <a:pt x="1803713" y="394089"/>
                  </a:lnTo>
                  <a:lnTo>
                    <a:pt x="1813457" y="375276"/>
                  </a:lnTo>
                  <a:lnTo>
                    <a:pt x="1823215" y="393259"/>
                  </a:lnTo>
                  <a:lnTo>
                    <a:pt x="1832959" y="370115"/>
                  </a:lnTo>
                  <a:lnTo>
                    <a:pt x="1842703" y="376654"/>
                  </a:lnTo>
                  <a:lnTo>
                    <a:pt x="1852462" y="373617"/>
                  </a:lnTo>
                  <a:lnTo>
                    <a:pt x="1862206" y="351533"/>
                  </a:lnTo>
                  <a:lnTo>
                    <a:pt x="1871965" y="348302"/>
                  </a:lnTo>
                  <a:lnTo>
                    <a:pt x="1881709" y="360539"/>
                  </a:lnTo>
                  <a:lnTo>
                    <a:pt x="1891453" y="372636"/>
                  </a:lnTo>
                  <a:lnTo>
                    <a:pt x="1901212" y="367095"/>
                  </a:lnTo>
                  <a:lnTo>
                    <a:pt x="1910956" y="412994"/>
                  </a:lnTo>
                  <a:lnTo>
                    <a:pt x="1920714" y="399318"/>
                  </a:lnTo>
                  <a:lnTo>
                    <a:pt x="1930458" y="399118"/>
                  </a:lnTo>
                  <a:lnTo>
                    <a:pt x="1940202" y="402627"/>
                  </a:lnTo>
                  <a:lnTo>
                    <a:pt x="1949961" y="364818"/>
                  </a:lnTo>
                  <a:lnTo>
                    <a:pt x="1959705" y="399854"/>
                  </a:lnTo>
                  <a:lnTo>
                    <a:pt x="1969464" y="402851"/>
                  </a:lnTo>
                  <a:lnTo>
                    <a:pt x="1979208" y="404661"/>
                  </a:lnTo>
                  <a:lnTo>
                    <a:pt x="1988952" y="396197"/>
                  </a:lnTo>
                  <a:lnTo>
                    <a:pt x="1998711" y="394641"/>
                  </a:lnTo>
                  <a:lnTo>
                    <a:pt x="2008454" y="397900"/>
                  </a:lnTo>
                  <a:lnTo>
                    <a:pt x="2018213" y="394148"/>
                  </a:lnTo>
                  <a:lnTo>
                    <a:pt x="2027957" y="416018"/>
                  </a:lnTo>
                  <a:lnTo>
                    <a:pt x="2037701" y="378036"/>
                  </a:lnTo>
                  <a:lnTo>
                    <a:pt x="2047460" y="359112"/>
                  </a:lnTo>
                  <a:lnTo>
                    <a:pt x="2057204" y="381298"/>
                  </a:lnTo>
                  <a:lnTo>
                    <a:pt x="2066963" y="379884"/>
                  </a:lnTo>
                  <a:lnTo>
                    <a:pt x="2076707" y="379066"/>
                  </a:lnTo>
                  <a:lnTo>
                    <a:pt x="2086451" y="367351"/>
                  </a:lnTo>
                  <a:lnTo>
                    <a:pt x="2096210" y="345682"/>
                  </a:lnTo>
                  <a:lnTo>
                    <a:pt x="2105954" y="374736"/>
                  </a:lnTo>
                  <a:lnTo>
                    <a:pt x="2115697" y="347468"/>
                  </a:lnTo>
                  <a:lnTo>
                    <a:pt x="2125456" y="379236"/>
                  </a:lnTo>
                  <a:lnTo>
                    <a:pt x="2135200" y="366943"/>
                  </a:lnTo>
                  <a:lnTo>
                    <a:pt x="2144959" y="332565"/>
                  </a:lnTo>
                  <a:lnTo>
                    <a:pt x="2154703" y="320453"/>
                  </a:lnTo>
                  <a:lnTo>
                    <a:pt x="2164447" y="339943"/>
                  </a:lnTo>
                  <a:lnTo>
                    <a:pt x="2174206" y="317696"/>
                  </a:lnTo>
                  <a:lnTo>
                    <a:pt x="2183950" y="315823"/>
                  </a:lnTo>
                  <a:lnTo>
                    <a:pt x="2193709" y="315334"/>
                  </a:lnTo>
                  <a:lnTo>
                    <a:pt x="2203452" y="320958"/>
                  </a:lnTo>
                  <a:lnTo>
                    <a:pt x="2213196" y="320727"/>
                  </a:lnTo>
                  <a:lnTo>
                    <a:pt x="2222955" y="320023"/>
                  </a:lnTo>
                  <a:lnTo>
                    <a:pt x="2232699" y="326608"/>
                  </a:lnTo>
                  <a:lnTo>
                    <a:pt x="2242458" y="346443"/>
                  </a:lnTo>
                  <a:lnTo>
                    <a:pt x="2252202" y="351217"/>
                  </a:lnTo>
                  <a:lnTo>
                    <a:pt x="2261946" y="368146"/>
                  </a:lnTo>
                  <a:lnTo>
                    <a:pt x="2271705" y="355044"/>
                  </a:lnTo>
                  <a:lnTo>
                    <a:pt x="2281449" y="274614"/>
                  </a:lnTo>
                  <a:lnTo>
                    <a:pt x="2291208" y="268822"/>
                  </a:lnTo>
                  <a:lnTo>
                    <a:pt x="2300951" y="277164"/>
                  </a:lnTo>
                  <a:lnTo>
                    <a:pt x="2310695" y="295104"/>
                  </a:lnTo>
                  <a:lnTo>
                    <a:pt x="2320454" y="315072"/>
                  </a:lnTo>
                  <a:lnTo>
                    <a:pt x="2330198" y="321633"/>
                  </a:lnTo>
                  <a:lnTo>
                    <a:pt x="2339957" y="328698"/>
                  </a:lnTo>
                  <a:lnTo>
                    <a:pt x="2349701" y="327334"/>
                  </a:lnTo>
                  <a:lnTo>
                    <a:pt x="2359445" y="264162"/>
                  </a:lnTo>
                  <a:lnTo>
                    <a:pt x="2369204" y="271743"/>
                  </a:lnTo>
                  <a:lnTo>
                    <a:pt x="2378948" y="265099"/>
                  </a:lnTo>
                  <a:lnTo>
                    <a:pt x="2388692" y="276476"/>
                  </a:lnTo>
                  <a:lnTo>
                    <a:pt x="2398450" y="281214"/>
                  </a:lnTo>
                  <a:lnTo>
                    <a:pt x="2408194" y="326109"/>
                  </a:lnTo>
                  <a:lnTo>
                    <a:pt x="2417953" y="309961"/>
                  </a:lnTo>
                  <a:lnTo>
                    <a:pt x="2427697" y="309294"/>
                  </a:lnTo>
                  <a:lnTo>
                    <a:pt x="2437441" y="306526"/>
                  </a:lnTo>
                  <a:lnTo>
                    <a:pt x="2447200" y="311326"/>
                  </a:lnTo>
                  <a:lnTo>
                    <a:pt x="2456944" y="303059"/>
                  </a:lnTo>
                  <a:lnTo>
                    <a:pt x="2466703" y="320873"/>
                  </a:lnTo>
                  <a:lnTo>
                    <a:pt x="2476446" y="298473"/>
                  </a:lnTo>
                  <a:lnTo>
                    <a:pt x="2486190" y="308483"/>
                  </a:lnTo>
                  <a:lnTo>
                    <a:pt x="2495949" y="312464"/>
                  </a:lnTo>
                  <a:lnTo>
                    <a:pt x="2505693" y="294055"/>
                  </a:lnTo>
                  <a:lnTo>
                    <a:pt x="2515452" y="302399"/>
                  </a:lnTo>
                  <a:lnTo>
                    <a:pt x="2525196" y="315937"/>
                  </a:lnTo>
                  <a:lnTo>
                    <a:pt x="2534940" y="346605"/>
                  </a:lnTo>
                  <a:lnTo>
                    <a:pt x="2544699" y="350931"/>
                  </a:lnTo>
                  <a:lnTo>
                    <a:pt x="2554443" y="366791"/>
                  </a:lnTo>
                  <a:lnTo>
                    <a:pt x="2564202" y="388391"/>
                  </a:lnTo>
                  <a:lnTo>
                    <a:pt x="2573946" y="412952"/>
                  </a:lnTo>
                  <a:lnTo>
                    <a:pt x="2583690" y="434795"/>
                  </a:lnTo>
                  <a:lnTo>
                    <a:pt x="2593448" y="419961"/>
                  </a:lnTo>
                  <a:lnTo>
                    <a:pt x="2603192" y="430964"/>
                  </a:lnTo>
                  <a:lnTo>
                    <a:pt x="2612951" y="455171"/>
                  </a:lnTo>
                  <a:lnTo>
                    <a:pt x="2622695" y="441703"/>
                  </a:lnTo>
                  <a:lnTo>
                    <a:pt x="2632439" y="441023"/>
                  </a:lnTo>
                  <a:lnTo>
                    <a:pt x="2642198" y="429216"/>
                  </a:lnTo>
                  <a:lnTo>
                    <a:pt x="2651942" y="444964"/>
                  </a:lnTo>
                  <a:lnTo>
                    <a:pt x="2661685" y="426185"/>
                  </a:lnTo>
                  <a:lnTo>
                    <a:pt x="2671444" y="427036"/>
                  </a:lnTo>
                  <a:lnTo>
                    <a:pt x="2681188" y="451624"/>
                  </a:lnTo>
                  <a:lnTo>
                    <a:pt x="2690947" y="403308"/>
                  </a:lnTo>
                  <a:lnTo>
                    <a:pt x="2700691" y="413110"/>
                  </a:lnTo>
                  <a:lnTo>
                    <a:pt x="2710435" y="415436"/>
                  </a:lnTo>
                  <a:lnTo>
                    <a:pt x="2720194" y="432958"/>
                  </a:lnTo>
                  <a:lnTo>
                    <a:pt x="2729938" y="433133"/>
                  </a:lnTo>
                  <a:lnTo>
                    <a:pt x="2739697" y="422413"/>
                  </a:lnTo>
                  <a:lnTo>
                    <a:pt x="2749441" y="410319"/>
                  </a:lnTo>
                  <a:lnTo>
                    <a:pt x="2759185" y="375793"/>
                  </a:lnTo>
                  <a:lnTo>
                    <a:pt x="2768943" y="366779"/>
                  </a:lnTo>
                  <a:lnTo>
                    <a:pt x="2778687" y="379912"/>
                  </a:lnTo>
                  <a:lnTo>
                    <a:pt x="2788446" y="367711"/>
                  </a:lnTo>
                  <a:lnTo>
                    <a:pt x="2798190" y="340542"/>
                  </a:lnTo>
                  <a:lnTo>
                    <a:pt x="2807934" y="330220"/>
                  </a:lnTo>
                  <a:lnTo>
                    <a:pt x="2817693" y="327819"/>
                  </a:lnTo>
                  <a:lnTo>
                    <a:pt x="2827437" y="300362"/>
                  </a:lnTo>
                  <a:lnTo>
                    <a:pt x="2837196" y="287269"/>
                  </a:lnTo>
                  <a:lnTo>
                    <a:pt x="2846940" y="314744"/>
                  </a:lnTo>
                  <a:lnTo>
                    <a:pt x="2856684" y="300931"/>
                  </a:lnTo>
                  <a:lnTo>
                    <a:pt x="2866442" y="287196"/>
                  </a:lnTo>
                  <a:lnTo>
                    <a:pt x="2876186" y="322289"/>
                  </a:lnTo>
                  <a:lnTo>
                    <a:pt x="2885945" y="344625"/>
                  </a:lnTo>
                  <a:lnTo>
                    <a:pt x="2895689" y="357735"/>
                  </a:lnTo>
                  <a:lnTo>
                    <a:pt x="2905433" y="352748"/>
                  </a:lnTo>
                  <a:lnTo>
                    <a:pt x="2915192" y="31703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5" name="Freeform 1034">
              <a:extLst>
                <a:ext uri="{FF2B5EF4-FFF2-40B4-BE49-F238E27FC236}">
                  <a16:creationId xmlns:a16="http://schemas.microsoft.com/office/drawing/2014/main" id="{1BAB2B93-25F3-68FF-D6CD-C34985862694}"/>
                </a:ext>
              </a:extLst>
            </p:cNvPr>
            <p:cNvSpPr/>
            <p:nvPr/>
          </p:nvSpPr>
          <p:spPr>
            <a:xfrm>
              <a:off x="4426652" y="3250209"/>
              <a:ext cx="2915191" cy="675713"/>
            </a:xfrm>
            <a:custGeom>
              <a:avLst/>
              <a:gdLst>
                <a:gd name="connsiteX0" fmla="*/ 0 w 2915191"/>
                <a:gd name="connsiteY0" fmla="*/ 647505 h 675713"/>
                <a:gd name="connsiteX1" fmla="*/ 9750 w 2915191"/>
                <a:gd name="connsiteY1" fmla="*/ 628992 h 675713"/>
                <a:gd name="connsiteX2" fmla="*/ 19500 w 2915191"/>
                <a:gd name="connsiteY2" fmla="*/ 633594 h 675713"/>
                <a:gd name="connsiteX3" fmla="*/ 29250 w 2915191"/>
                <a:gd name="connsiteY3" fmla="*/ 639300 h 675713"/>
                <a:gd name="connsiteX4" fmla="*/ 39000 w 2915191"/>
                <a:gd name="connsiteY4" fmla="*/ 634469 h 675713"/>
                <a:gd name="connsiteX5" fmla="*/ 48749 w 2915191"/>
                <a:gd name="connsiteY5" fmla="*/ 632043 h 675713"/>
                <a:gd name="connsiteX6" fmla="*/ 58499 w 2915191"/>
                <a:gd name="connsiteY6" fmla="*/ 666852 h 675713"/>
                <a:gd name="connsiteX7" fmla="*/ 68249 w 2915191"/>
                <a:gd name="connsiteY7" fmla="*/ 637982 h 675713"/>
                <a:gd name="connsiteX8" fmla="*/ 77998 w 2915191"/>
                <a:gd name="connsiteY8" fmla="*/ 650707 h 675713"/>
                <a:gd name="connsiteX9" fmla="*/ 87748 w 2915191"/>
                <a:gd name="connsiteY9" fmla="*/ 642997 h 675713"/>
                <a:gd name="connsiteX10" fmla="*/ 97497 w 2915191"/>
                <a:gd name="connsiteY10" fmla="*/ 643822 h 675713"/>
                <a:gd name="connsiteX11" fmla="*/ 107247 w 2915191"/>
                <a:gd name="connsiteY11" fmla="*/ 665618 h 675713"/>
                <a:gd name="connsiteX12" fmla="*/ 116997 w 2915191"/>
                <a:gd name="connsiteY12" fmla="*/ 674955 h 675713"/>
                <a:gd name="connsiteX13" fmla="*/ 126747 w 2915191"/>
                <a:gd name="connsiteY13" fmla="*/ 645142 h 675713"/>
                <a:gd name="connsiteX14" fmla="*/ 136497 w 2915191"/>
                <a:gd name="connsiteY14" fmla="*/ 630635 h 675713"/>
                <a:gd name="connsiteX15" fmla="*/ 146247 w 2915191"/>
                <a:gd name="connsiteY15" fmla="*/ 611348 h 675713"/>
                <a:gd name="connsiteX16" fmla="*/ 155997 w 2915191"/>
                <a:gd name="connsiteY16" fmla="*/ 644818 h 675713"/>
                <a:gd name="connsiteX17" fmla="*/ 165747 w 2915191"/>
                <a:gd name="connsiteY17" fmla="*/ 652355 h 675713"/>
                <a:gd name="connsiteX18" fmla="*/ 175497 w 2915191"/>
                <a:gd name="connsiteY18" fmla="*/ 639691 h 675713"/>
                <a:gd name="connsiteX19" fmla="*/ 185247 w 2915191"/>
                <a:gd name="connsiteY19" fmla="*/ 612466 h 675713"/>
                <a:gd name="connsiteX20" fmla="*/ 194996 w 2915191"/>
                <a:gd name="connsiteY20" fmla="*/ 605063 h 675713"/>
                <a:gd name="connsiteX21" fmla="*/ 204746 w 2915191"/>
                <a:gd name="connsiteY21" fmla="*/ 601861 h 675713"/>
                <a:gd name="connsiteX22" fmla="*/ 214495 w 2915191"/>
                <a:gd name="connsiteY22" fmla="*/ 571456 h 675713"/>
                <a:gd name="connsiteX23" fmla="*/ 224245 w 2915191"/>
                <a:gd name="connsiteY23" fmla="*/ 581439 h 675713"/>
                <a:gd name="connsiteX24" fmla="*/ 233995 w 2915191"/>
                <a:gd name="connsiteY24" fmla="*/ 589836 h 675713"/>
                <a:gd name="connsiteX25" fmla="*/ 243744 w 2915191"/>
                <a:gd name="connsiteY25" fmla="*/ 591855 h 675713"/>
                <a:gd name="connsiteX26" fmla="*/ 253494 w 2915191"/>
                <a:gd name="connsiteY26" fmla="*/ 578329 h 675713"/>
                <a:gd name="connsiteX27" fmla="*/ 263244 w 2915191"/>
                <a:gd name="connsiteY27" fmla="*/ 543683 h 675713"/>
                <a:gd name="connsiteX28" fmla="*/ 272994 w 2915191"/>
                <a:gd name="connsiteY28" fmla="*/ 580521 h 675713"/>
                <a:gd name="connsiteX29" fmla="*/ 282744 w 2915191"/>
                <a:gd name="connsiteY29" fmla="*/ 574993 h 675713"/>
                <a:gd name="connsiteX30" fmla="*/ 292494 w 2915191"/>
                <a:gd name="connsiteY30" fmla="*/ 540470 h 675713"/>
                <a:gd name="connsiteX31" fmla="*/ 302244 w 2915191"/>
                <a:gd name="connsiteY31" fmla="*/ 512087 h 675713"/>
                <a:gd name="connsiteX32" fmla="*/ 311994 w 2915191"/>
                <a:gd name="connsiteY32" fmla="*/ 520955 h 675713"/>
                <a:gd name="connsiteX33" fmla="*/ 321744 w 2915191"/>
                <a:gd name="connsiteY33" fmla="*/ 521223 h 675713"/>
                <a:gd name="connsiteX34" fmla="*/ 331493 w 2915191"/>
                <a:gd name="connsiteY34" fmla="*/ 550985 h 675713"/>
                <a:gd name="connsiteX35" fmla="*/ 341243 w 2915191"/>
                <a:gd name="connsiteY35" fmla="*/ 610763 h 675713"/>
                <a:gd name="connsiteX36" fmla="*/ 350993 w 2915191"/>
                <a:gd name="connsiteY36" fmla="*/ 602713 h 675713"/>
                <a:gd name="connsiteX37" fmla="*/ 360742 w 2915191"/>
                <a:gd name="connsiteY37" fmla="*/ 621667 h 675713"/>
                <a:gd name="connsiteX38" fmla="*/ 370492 w 2915191"/>
                <a:gd name="connsiteY38" fmla="*/ 616469 h 675713"/>
                <a:gd name="connsiteX39" fmla="*/ 380241 w 2915191"/>
                <a:gd name="connsiteY39" fmla="*/ 589913 h 675713"/>
                <a:gd name="connsiteX40" fmla="*/ 389991 w 2915191"/>
                <a:gd name="connsiteY40" fmla="*/ 537685 h 675713"/>
                <a:gd name="connsiteX41" fmla="*/ 399741 w 2915191"/>
                <a:gd name="connsiteY41" fmla="*/ 557335 h 675713"/>
                <a:gd name="connsiteX42" fmla="*/ 409491 w 2915191"/>
                <a:gd name="connsiteY42" fmla="*/ 560343 h 675713"/>
                <a:gd name="connsiteX43" fmla="*/ 419241 w 2915191"/>
                <a:gd name="connsiteY43" fmla="*/ 555896 h 675713"/>
                <a:gd name="connsiteX44" fmla="*/ 428991 w 2915191"/>
                <a:gd name="connsiteY44" fmla="*/ 546945 h 675713"/>
                <a:gd name="connsiteX45" fmla="*/ 438741 w 2915191"/>
                <a:gd name="connsiteY45" fmla="*/ 537591 h 675713"/>
                <a:gd name="connsiteX46" fmla="*/ 448491 w 2915191"/>
                <a:gd name="connsiteY46" fmla="*/ 556498 h 675713"/>
                <a:gd name="connsiteX47" fmla="*/ 458241 w 2915191"/>
                <a:gd name="connsiteY47" fmla="*/ 578484 h 675713"/>
                <a:gd name="connsiteX48" fmla="*/ 467991 w 2915191"/>
                <a:gd name="connsiteY48" fmla="*/ 579691 h 675713"/>
                <a:gd name="connsiteX49" fmla="*/ 477740 w 2915191"/>
                <a:gd name="connsiteY49" fmla="*/ 596227 h 675713"/>
                <a:gd name="connsiteX50" fmla="*/ 487490 w 2915191"/>
                <a:gd name="connsiteY50" fmla="*/ 602774 h 675713"/>
                <a:gd name="connsiteX51" fmla="*/ 497239 w 2915191"/>
                <a:gd name="connsiteY51" fmla="*/ 560376 h 675713"/>
                <a:gd name="connsiteX52" fmla="*/ 506989 w 2915191"/>
                <a:gd name="connsiteY52" fmla="*/ 531789 h 675713"/>
                <a:gd name="connsiteX53" fmla="*/ 516738 w 2915191"/>
                <a:gd name="connsiteY53" fmla="*/ 538406 h 675713"/>
                <a:gd name="connsiteX54" fmla="*/ 526488 w 2915191"/>
                <a:gd name="connsiteY54" fmla="*/ 539905 h 675713"/>
                <a:gd name="connsiteX55" fmla="*/ 536238 w 2915191"/>
                <a:gd name="connsiteY55" fmla="*/ 528498 h 675713"/>
                <a:gd name="connsiteX56" fmla="*/ 545988 w 2915191"/>
                <a:gd name="connsiteY56" fmla="*/ 568134 h 675713"/>
                <a:gd name="connsiteX57" fmla="*/ 555738 w 2915191"/>
                <a:gd name="connsiteY57" fmla="*/ 587486 h 675713"/>
                <a:gd name="connsiteX58" fmla="*/ 565488 w 2915191"/>
                <a:gd name="connsiteY58" fmla="*/ 603161 h 675713"/>
                <a:gd name="connsiteX59" fmla="*/ 575238 w 2915191"/>
                <a:gd name="connsiteY59" fmla="*/ 569268 h 675713"/>
                <a:gd name="connsiteX60" fmla="*/ 584988 w 2915191"/>
                <a:gd name="connsiteY60" fmla="*/ 589728 h 675713"/>
                <a:gd name="connsiteX61" fmla="*/ 594738 w 2915191"/>
                <a:gd name="connsiteY61" fmla="*/ 576969 h 675713"/>
                <a:gd name="connsiteX62" fmla="*/ 604488 w 2915191"/>
                <a:gd name="connsiteY62" fmla="*/ 582307 h 675713"/>
                <a:gd name="connsiteX63" fmla="*/ 614237 w 2915191"/>
                <a:gd name="connsiteY63" fmla="*/ 588386 h 675713"/>
                <a:gd name="connsiteX64" fmla="*/ 623987 w 2915191"/>
                <a:gd name="connsiteY64" fmla="*/ 555646 h 675713"/>
                <a:gd name="connsiteX65" fmla="*/ 633736 w 2915191"/>
                <a:gd name="connsiteY65" fmla="*/ 564049 h 675713"/>
                <a:gd name="connsiteX66" fmla="*/ 643486 w 2915191"/>
                <a:gd name="connsiteY66" fmla="*/ 600709 h 675713"/>
                <a:gd name="connsiteX67" fmla="*/ 653236 w 2915191"/>
                <a:gd name="connsiteY67" fmla="*/ 612677 h 675713"/>
                <a:gd name="connsiteX68" fmla="*/ 662985 w 2915191"/>
                <a:gd name="connsiteY68" fmla="*/ 611694 h 675713"/>
                <a:gd name="connsiteX69" fmla="*/ 672735 w 2915191"/>
                <a:gd name="connsiteY69" fmla="*/ 640604 h 675713"/>
                <a:gd name="connsiteX70" fmla="*/ 682485 w 2915191"/>
                <a:gd name="connsiteY70" fmla="*/ 675714 h 675713"/>
                <a:gd name="connsiteX71" fmla="*/ 692235 w 2915191"/>
                <a:gd name="connsiteY71" fmla="*/ 671724 h 675713"/>
                <a:gd name="connsiteX72" fmla="*/ 701985 w 2915191"/>
                <a:gd name="connsiteY72" fmla="*/ 631650 h 675713"/>
                <a:gd name="connsiteX73" fmla="*/ 711735 w 2915191"/>
                <a:gd name="connsiteY73" fmla="*/ 640202 h 675713"/>
                <a:gd name="connsiteX74" fmla="*/ 721485 w 2915191"/>
                <a:gd name="connsiteY74" fmla="*/ 654044 h 675713"/>
                <a:gd name="connsiteX75" fmla="*/ 731235 w 2915191"/>
                <a:gd name="connsiteY75" fmla="*/ 671314 h 675713"/>
                <a:gd name="connsiteX76" fmla="*/ 740985 w 2915191"/>
                <a:gd name="connsiteY76" fmla="*/ 639071 h 675713"/>
                <a:gd name="connsiteX77" fmla="*/ 750734 w 2915191"/>
                <a:gd name="connsiteY77" fmla="*/ 604407 h 675713"/>
                <a:gd name="connsiteX78" fmla="*/ 760484 w 2915191"/>
                <a:gd name="connsiteY78" fmla="*/ 615371 h 675713"/>
                <a:gd name="connsiteX79" fmla="*/ 770233 w 2915191"/>
                <a:gd name="connsiteY79" fmla="*/ 615601 h 675713"/>
                <a:gd name="connsiteX80" fmla="*/ 779983 w 2915191"/>
                <a:gd name="connsiteY80" fmla="*/ 592965 h 675713"/>
                <a:gd name="connsiteX81" fmla="*/ 789733 w 2915191"/>
                <a:gd name="connsiteY81" fmla="*/ 579122 h 675713"/>
                <a:gd name="connsiteX82" fmla="*/ 799482 w 2915191"/>
                <a:gd name="connsiteY82" fmla="*/ 560230 h 675713"/>
                <a:gd name="connsiteX83" fmla="*/ 809232 w 2915191"/>
                <a:gd name="connsiteY83" fmla="*/ 577918 h 675713"/>
                <a:gd name="connsiteX84" fmla="*/ 818982 w 2915191"/>
                <a:gd name="connsiteY84" fmla="*/ 532281 h 675713"/>
                <a:gd name="connsiteX85" fmla="*/ 828732 w 2915191"/>
                <a:gd name="connsiteY85" fmla="*/ 534280 h 675713"/>
                <a:gd name="connsiteX86" fmla="*/ 838482 w 2915191"/>
                <a:gd name="connsiteY86" fmla="*/ 513358 h 675713"/>
                <a:gd name="connsiteX87" fmla="*/ 848232 w 2915191"/>
                <a:gd name="connsiteY87" fmla="*/ 523878 h 675713"/>
                <a:gd name="connsiteX88" fmla="*/ 857982 w 2915191"/>
                <a:gd name="connsiteY88" fmla="*/ 508754 h 675713"/>
                <a:gd name="connsiteX89" fmla="*/ 867732 w 2915191"/>
                <a:gd name="connsiteY89" fmla="*/ 537744 h 675713"/>
                <a:gd name="connsiteX90" fmla="*/ 877482 w 2915191"/>
                <a:gd name="connsiteY90" fmla="*/ 573729 h 675713"/>
                <a:gd name="connsiteX91" fmla="*/ 887231 w 2915191"/>
                <a:gd name="connsiteY91" fmla="*/ 546013 h 675713"/>
                <a:gd name="connsiteX92" fmla="*/ 896981 w 2915191"/>
                <a:gd name="connsiteY92" fmla="*/ 530946 h 675713"/>
                <a:gd name="connsiteX93" fmla="*/ 906730 w 2915191"/>
                <a:gd name="connsiteY93" fmla="*/ 501224 h 675713"/>
                <a:gd name="connsiteX94" fmla="*/ 916480 w 2915191"/>
                <a:gd name="connsiteY94" fmla="*/ 498529 h 675713"/>
                <a:gd name="connsiteX95" fmla="*/ 926230 w 2915191"/>
                <a:gd name="connsiteY95" fmla="*/ 476918 h 675713"/>
                <a:gd name="connsiteX96" fmla="*/ 935979 w 2915191"/>
                <a:gd name="connsiteY96" fmla="*/ 459400 h 675713"/>
                <a:gd name="connsiteX97" fmla="*/ 945729 w 2915191"/>
                <a:gd name="connsiteY97" fmla="*/ 486321 h 675713"/>
                <a:gd name="connsiteX98" fmla="*/ 955479 w 2915191"/>
                <a:gd name="connsiteY98" fmla="*/ 496948 h 675713"/>
                <a:gd name="connsiteX99" fmla="*/ 965229 w 2915191"/>
                <a:gd name="connsiteY99" fmla="*/ 481298 h 675713"/>
                <a:gd name="connsiteX100" fmla="*/ 974979 w 2915191"/>
                <a:gd name="connsiteY100" fmla="*/ 470589 h 675713"/>
                <a:gd name="connsiteX101" fmla="*/ 984729 w 2915191"/>
                <a:gd name="connsiteY101" fmla="*/ 484469 h 675713"/>
                <a:gd name="connsiteX102" fmla="*/ 994474 w 2915191"/>
                <a:gd name="connsiteY102" fmla="*/ 499193 h 675713"/>
                <a:gd name="connsiteX103" fmla="*/ 1004233 w 2915191"/>
                <a:gd name="connsiteY103" fmla="*/ 471273 h 675713"/>
                <a:gd name="connsiteX104" fmla="*/ 1013977 w 2915191"/>
                <a:gd name="connsiteY104" fmla="*/ 483681 h 675713"/>
                <a:gd name="connsiteX105" fmla="*/ 1023721 w 2915191"/>
                <a:gd name="connsiteY105" fmla="*/ 475061 h 675713"/>
                <a:gd name="connsiteX106" fmla="*/ 1033480 w 2915191"/>
                <a:gd name="connsiteY106" fmla="*/ 494348 h 675713"/>
                <a:gd name="connsiteX107" fmla="*/ 1043224 w 2915191"/>
                <a:gd name="connsiteY107" fmla="*/ 464289 h 675713"/>
                <a:gd name="connsiteX108" fmla="*/ 1052983 w 2915191"/>
                <a:gd name="connsiteY108" fmla="*/ 427714 h 675713"/>
                <a:gd name="connsiteX109" fmla="*/ 1062727 w 2915191"/>
                <a:gd name="connsiteY109" fmla="*/ 405438 h 675713"/>
                <a:gd name="connsiteX110" fmla="*/ 1072471 w 2915191"/>
                <a:gd name="connsiteY110" fmla="*/ 400792 h 675713"/>
                <a:gd name="connsiteX111" fmla="*/ 1082230 w 2915191"/>
                <a:gd name="connsiteY111" fmla="*/ 412222 h 675713"/>
                <a:gd name="connsiteX112" fmla="*/ 1091973 w 2915191"/>
                <a:gd name="connsiteY112" fmla="*/ 411806 h 675713"/>
                <a:gd name="connsiteX113" fmla="*/ 1101732 w 2915191"/>
                <a:gd name="connsiteY113" fmla="*/ 414230 h 675713"/>
                <a:gd name="connsiteX114" fmla="*/ 1111476 w 2915191"/>
                <a:gd name="connsiteY114" fmla="*/ 431290 h 675713"/>
                <a:gd name="connsiteX115" fmla="*/ 1121220 w 2915191"/>
                <a:gd name="connsiteY115" fmla="*/ 437452 h 675713"/>
                <a:gd name="connsiteX116" fmla="*/ 1130979 w 2915191"/>
                <a:gd name="connsiteY116" fmla="*/ 406125 h 675713"/>
                <a:gd name="connsiteX117" fmla="*/ 1140723 w 2915191"/>
                <a:gd name="connsiteY117" fmla="*/ 379782 h 675713"/>
                <a:gd name="connsiteX118" fmla="*/ 1150482 w 2915191"/>
                <a:gd name="connsiteY118" fmla="*/ 362807 h 675713"/>
                <a:gd name="connsiteX119" fmla="*/ 1160226 w 2915191"/>
                <a:gd name="connsiteY119" fmla="*/ 332481 h 675713"/>
                <a:gd name="connsiteX120" fmla="*/ 1169969 w 2915191"/>
                <a:gd name="connsiteY120" fmla="*/ 303617 h 675713"/>
                <a:gd name="connsiteX121" fmla="*/ 1179728 w 2915191"/>
                <a:gd name="connsiteY121" fmla="*/ 321504 h 675713"/>
                <a:gd name="connsiteX122" fmla="*/ 1189472 w 2915191"/>
                <a:gd name="connsiteY122" fmla="*/ 289700 h 675713"/>
                <a:gd name="connsiteX123" fmla="*/ 1199231 w 2915191"/>
                <a:gd name="connsiteY123" fmla="*/ 259582 h 675713"/>
                <a:gd name="connsiteX124" fmla="*/ 1208975 w 2915191"/>
                <a:gd name="connsiteY124" fmla="*/ 263937 h 675713"/>
                <a:gd name="connsiteX125" fmla="*/ 1218719 w 2915191"/>
                <a:gd name="connsiteY125" fmla="*/ 294703 h 675713"/>
                <a:gd name="connsiteX126" fmla="*/ 1228478 w 2915191"/>
                <a:gd name="connsiteY126" fmla="*/ 283562 h 675713"/>
                <a:gd name="connsiteX127" fmla="*/ 1238222 w 2915191"/>
                <a:gd name="connsiteY127" fmla="*/ 262590 h 675713"/>
                <a:gd name="connsiteX128" fmla="*/ 1247966 w 2915191"/>
                <a:gd name="connsiteY128" fmla="*/ 275583 h 675713"/>
                <a:gd name="connsiteX129" fmla="*/ 1257725 w 2915191"/>
                <a:gd name="connsiteY129" fmla="*/ 299306 h 675713"/>
                <a:gd name="connsiteX130" fmla="*/ 1267469 w 2915191"/>
                <a:gd name="connsiteY130" fmla="*/ 290949 h 675713"/>
                <a:gd name="connsiteX131" fmla="*/ 1277227 w 2915191"/>
                <a:gd name="connsiteY131" fmla="*/ 267954 h 675713"/>
                <a:gd name="connsiteX132" fmla="*/ 1286971 w 2915191"/>
                <a:gd name="connsiteY132" fmla="*/ 300338 h 675713"/>
                <a:gd name="connsiteX133" fmla="*/ 1296715 w 2915191"/>
                <a:gd name="connsiteY133" fmla="*/ 277222 h 675713"/>
                <a:gd name="connsiteX134" fmla="*/ 1306474 w 2915191"/>
                <a:gd name="connsiteY134" fmla="*/ 272537 h 675713"/>
                <a:gd name="connsiteX135" fmla="*/ 1316218 w 2915191"/>
                <a:gd name="connsiteY135" fmla="*/ 268025 h 675713"/>
                <a:gd name="connsiteX136" fmla="*/ 1325977 w 2915191"/>
                <a:gd name="connsiteY136" fmla="*/ 286497 h 675713"/>
                <a:gd name="connsiteX137" fmla="*/ 1335721 w 2915191"/>
                <a:gd name="connsiteY137" fmla="*/ 303711 h 675713"/>
                <a:gd name="connsiteX138" fmla="*/ 1345465 w 2915191"/>
                <a:gd name="connsiteY138" fmla="*/ 338463 h 675713"/>
                <a:gd name="connsiteX139" fmla="*/ 1355224 w 2915191"/>
                <a:gd name="connsiteY139" fmla="*/ 334637 h 675713"/>
                <a:gd name="connsiteX140" fmla="*/ 1364967 w 2915191"/>
                <a:gd name="connsiteY140" fmla="*/ 369542 h 675713"/>
                <a:gd name="connsiteX141" fmla="*/ 1374726 w 2915191"/>
                <a:gd name="connsiteY141" fmla="*/ 371506 h 675713"/>
                <a:gd name="connsiteX142" fmla="*/ 1384470 w 2915191"/>
                <a:gd name="connsiteY142" fmla="*/ 366390 h 675713"/>
                <a:gd name="connsiteX143" fmla="*/ 1394214 w 2915191"/>
                <a:gd name="connsiteY143" fmla="*/ 354779 h 675713"/>
                <a:gd name="connsiteX144" fmla="*/ 1403973 w 2915191"/>
                <a:gd name="connsiteY144" fmla="*/ 345829 h 675713"/>
                <a:gd name="connsiteX145" fmla="*/ 1413717 w 2915191"/>
                <a:gd name="connsiteY145" fmla="*/ 322630 h 675713"/>
                <a:gd name="connsiteX146" fmla="*/ 1423476 w 2915191"/>
                <a:gd name="connsiteY146" fmla="*/ 357532 h 675713"/>
                <a:gd name="connsiteX147" fmla="*/ 1433220 w 2915191"/>
                <a:gd name="connsiteY147" fmla="*/ 387061 h 675713"/>
                <a:gd name="connsiteX148" fmla="*/ 1442964 w 2915191"/>
                <a:gd name="connsiteY148" fmla="*/ 410182 h 675713"/>
                <a:gd name="connsiteX149" fmla="*/ 1452722 w 2915191"/>
                <a:gd name="connsiteY149" fmla="*/ 433489 h 675713"/>
                <a:gd name="connsiteX150" fmla="*/ 1462466 w 2915191"/>
                <a:gd name="connsiteY150" fmla="*/ 426096 h 675713"/>
                <a:gd name="connsiteX151" fmla="*/ 1472225 w 2915191"/>
                <a:gd name="connsiteY151" fmla="*/ 435768 h 675713"/>
                <a:gd name="connsiteX152" fmla="*/ 1481969 w 2915191"/>
                <a:gd name="connsiteY152" fmla="*/ 456329 h 675713"/>
                <a:gd name="connsiteX153" fmla="*/ 1491713 w 2915191"/>
                <a:gd name="connsiteY153" fmla="*/ 459133 h 675713"/>
                <a:gd name="connsiteX154" fmla="*/ 1501472 w 2915191"/>
                <a:gd name="connsiteY154" fmla="*/ 467128 h 675713"/>
                <a:gd name="connsiteX155" fmla="*/ 1511216 w 2915191"/>
                <a:gd name="connsiteY155" fmla="*/ 432568 h 675713"/>
                <a:gd name="connsiteX156" fmla="*/ 1520960 w 2915191"/>
                <a:gd name="connsiteY156" fmla="*/ 406428 h 675713"/>
                <a:gd name="connsiteX157" fmla="*/ 1530719 w 2915191"/>
                <a:gd name="connsiteY157" fmla="*/ 432863 h 675713"/>
                <a:gd name="connsiteX158" fmla="*/ 1540463 w 2915191"/>
                <a:gd name="connsiteY158" fmla="*/ 414119 h 675713"/>
                <a:gd name="connsiteX159" fmla="*/ 1550221 w 2915191"/>
                <a:gd name="connsiteY159" fmla="*/ 418197 h 675713"/>
                <a:gd name="connsiteX160" fmla="*/ 1559965 w 2915191"/>
                <a:gd name="connsiteY160" fmla="*/ 418144 h 675713"/>
                <a:gd name="connsiteX161" fmla="*/ 1569709 w 2915191"/>
                <a:gd name="connsiteY161" fmla="*/ 398610 h 675713"/>
                <a:gd name="connsiteX162" fmla="*/ 1579468 w 2915191"/>
                <a:gd name="connsiteY162" fmla="*/ 390484 h 675713"/>
                <a:gd name="connsiteX163" fmla="*/ 1589212 w 2915191"/>
                <a:gd name="connsiteY163" fmla="*/ 341212 h 675713"/>
                <a:gd name="connsiteX164" fmla="*/ 1598971 w 2915191"/>
                <a:gd name="connsiteY164" fmla="*/ 336754 h 675713"/>
                <a:gd name="connsiteX165" fmla="*/ 1608715 w 2915191"/>
                <a:gd name="connsiteY165" fmla="*/ 364554 h 675713"/>
                <a:gd name="connsiteX166" fmla="*/ 1618459 w 2915191"/>
                <a:gd name="connsiteY166" fmla="*/ 341777 h 675713"/>
                <a:gd name="connsiteX167" fmla="*/ 1628218 w 2915191"/>
                <a:gd name="connsiteY167" fmla="*/ 331067 h 675713"/>
                <a:gd name="connsiteX168" fmla="*/ 1637962 w 2915191"/>
                <a:gd name="connsiteY168" fmla="*/ 316094 h 675713"/>
                <a:gd name="connsiteX169" fmla="*/ 1647720 w 2915191"/>
                <a:gd name="connsiteY169" fmla="*/ 316506 h 675713"/>
                <a:gd name="connsiteX170" fmla="*/ 1657464 w 2915191"/>
                <a:gd name="connsiteY170" fmla="*/ 280435 h 675713"/>
                <a:gd name="connsiteX171" fmla="*/ 1667208 w 2915191"/>
                <a:gd name="connsiteY171" fmla="*/ 290693 h 675713"/>
                <a:gd name="connsiteX172" fmla="*/ 1676967 w 2915191"/>
                <a:gd name="connsiteY172" fmla="*/ 296604 h 675713"/>
                <a:gd name="connsiteX173" fmla="*/ 1686711 w 2915191"/>
                <a:gd name="connsiteY173" fmla="*/ 270942 h 675713"/>
                <a:gd name="connsiteX174" fmla="*/ 1696470 w 2915191"/>
                <a:gd name="connsiteY174" fmla="*/ 290144 h 675713"/>
                <a:gd name="connsiteX175" fmla="*/ 1706214 w 2915191"/>
                <a:gd name="connsiteY175" fmla="*/ 301499 h 675713"/>
                <a:gd name="connsiteX176" fmla="*/ 1715958 w 2915191"/>
                <a:gd name="connsiteY176" fmla="*/ 301321 h 675713"/>
                <a:gd name="connsiteX177" fmla="*/ 1725716 w 2915191"/>
                <a:gd name="connsiteY177" fmla="*/ 289216 h 675713"/>
                <a:gd name="connsiteX178" fmla="*/ 1735460 w 2915191"/>
                <a:gd name="connsiteY178" fmla="*/ 277164 h 675713"/>
                <a:gd name="connsiteX179" fmla="*/ 1745219 w 2915191"/>
                <a:gd name="connsiteY179" fmla="*/ 303191 h 675713"/>
                <a:gd name="connsiteX180" fmla="*/ 1754963 w 2915191"/>
                <a:gd name="connsiteY180" fmla="*/ 309263 h 675713"/>
                <a:gd name="connsiteX181" fmla="*/ 1764707 w 2915191"/>
                <a:gd name="connsiteY181" fmla="*/ 310547 h 675713"/>
                <a:gd name="connsiteX182" fmla="*/ 1774466 w 2915191"/>
                <a:gd name="connsiteY182" fmla="*/ 330632 h 675713"/>
                <a:gd name="connsiteX183" fmla="*/ 1784210 w 2915191"/>
                <a:gd name="connsiteY183" fmla="*/ 306880 h 675713"/>
                <a:gd name="connsiteX184" fmla="*/ 1793969 w 2915191"/>
                <a:gd name="connsiteY184" fmla="*/ 298026 h 675713"/>
                <a:gd name="connsiteX185" fmla="*/ 1803713 w 2915191"/>
                <a:gd name="connsiteY185" fmla="*/ 282964 h 675713"/>
                <a:gd name="connsiteX186" fmla="*/ 1813457 w 2915191"/>
                <a:gd name="connsiteY186" fmla="*/ 291925 h 675713"/>
                <a:gd name="connsiteX187" fmla="*/ 1823215 w 2915191"/>
                <a:gd name="connsiteY187" fmla="*/ 305133 h 675713"/>
                <a:gd name="connsiteX188" fmla="*/ 1832959 w 2915191"/>
                <a:gd name="connsiteY188" fmla="*/ 287629 h 675713"/>
                <a:gd name="connsiteX189" fmla="*/ 1842703 w 2915191"/>
                <a:gd name="connsiteY189" fmla="*/ 292221 h 675713"/>
                <a:gd name="connsiteX190" fmla="*/ 1852462 w 2915191"/>
                <a:gd name="connsiteY190" fmla="*/ 299023 h 675713"/>
                <a:gd name="connsiteX191" fmla="*/ 1862206 w 2915191"/>
                <a:gd name="connsiteY191" fmla="*/ 285491 h 675713"/>
                <a:gd name="connsiteX192" fmla="*/ 1871965 w 2915191"/>
                <a:gd name="connsiteY192" fmla="*/ 295860 h 675713"/>
                <a:gd name="connsiteX193" fmla="*/ 1881709 w 2915191"/>
                <a:gd name="connsiteY193" fmla="*/ 306569 h 675713"/>
                <a:gd name="connsiteX194" fmla="*/ 1891453 w 2915191"/>
                <a:gd name="connsiteY194" fmla="*/ 288562 h 675713"/>
                <a:gd name="connsiteX195" fmla="*/ 1901212 w 2915191"/>
                <a:gd name="connsiteY195" fmla="*/ 330687 h 675713"/>
                <a:gd name="connsiteX196" fmla="*/ 1910956 w 2915191"/>
                <a:gd name="connsiteY196" fmla="*/ 348825 h 675713"/>
                <a:gd name="connsiteX197" fmla="*/ 1920714 w 2915191"/>
                <a:gd name="connsiteY197" fmla="*/ 335223 h 675713"/>
                <a:gd name="connsiteX198" fmla="*/ 1930458 w 2915191"/>
                <a:gd name="connsiteY198" fmla="*/ 305058 h 675713"/>
                <a:gd name="connsiteX199" fmla="*/ 1940202 w 2915191"/>
                <a:gd name="connsiteY199" fmla="*/ 288776 h 675713"/>
                <a:gd name="connsiteX200" fmla="*/ 1949961 w 2915191"/>
                <a:gd name="connsiteY200" fmla="*/ 261547 h 675713"/>
                <a:gd name="connsiteX201" fmla="*/ 1959705 w 2915191"/>
                <a:gd name="connsiteY201" fmla="*/ 202780 h 675713"/>
                <a:gd name="connsiteX202" fmla="*/ 1969464 w 2915191"/>
                <a:gd name="connsiteY202" fmla="*/ 204083 h 675713"/>
                <a:gd name="connsiteX203" fmla="*/ 1979208 w 2915191"/>
                <a:gd name="connsiteY203" fmla="*/ 210992 h 675713"/>
                <a:gd name="connsiteX204" fmla="*/ 1988952 w 2915191"/>
                <a:gd name="connsiteY204" fmla="*/ 221758 h 675713"/>
                <a:gd name="connsiteX205" fmla="*/ 1998711 w 2915191"/>
                <a:gd name="connsiteY205" fmla="*/ 209360 h 675713"/>
                <a:gd name="connsiteX206" fmla="*/ 2008454 w 2915191"/>
                <a:gd name="connsiteY206" fmla="*/ 192630 h 675713"/>
                <a:gd name="connsiteX207" fmla="*/ 2018213 w 2915191"/>
                <a:gd name="connsiteY207" fmla="*/ 215021 h 675713"/>
                <a:gd name="connsiteX208" fmla="*/ 2027957 w 2915191"/>
                <a:gd name="connsiteY208" fmla="*/ 225638 h 675713"/>
                <a:gd name="connsiteX209" fmla="*/ 2037701 w 2915191"/>
                <a:gd name="connsiteY209" fmla="*/ 246583 h 675713"/>
                <a:gd name="connsiteX210" fmla="*/ 2047460 w 2915191"/>
                <a:gd name="connsiteY210" fmla="*/ 244322 h 675713"/>
                <a:gd name="connsiteX211" fmla="*/ 2057204 w 2915191"/>
                <a:gd name="connsiteY211" fmla="*/ 214349 h 675713"/>
                <a:gd name="connsiteX212" fmla="*/ 2066963 w 2915191"/>
                <a:gd name="connsiteY212" fmla="*/ 190297 h 675713"/>
                <a:gd name="connsiteX213" fmla="*/ 2076707 w 2915191"/>
                <a:gd name="connsiteY213" fmla="*/ 175786 h 675713"/>
                <a:gd name="connsiteX214" fmla="*/ 2086451 w 2915191"/>
                <a:gd name="connsiteY214" fmla="*/ 135296 h 675713"/>
                <a:gd name="connsiteX215" fmla="*/ 2096210 w 2915191"/>
                <a:gd name="connsiteY215" fmla="*/ 153078 h 675713"/>
                <a:gd name="connsiteX216" fmla="*/ 2105954 w 2915191"/>
                <a:gd name="connsiteY216" fmla="*/ 160855 h 675713"/>
                <a:gd name="connsiteX217" fmla="*/ 2115697 w 2915191"/>
                <a:gd name="connsiteY217" fmla="*/ 183839 h 675713"/>
                <a:gd name="connsiteX218" fmla="*/ 2125456 w 2915191"/>
                <a:gd name="connsiteY218" fmla="*/ 160420 h 675713"/>
                <a:gd name="connsiteX219" fmla="*/ 2135200 w 2915191"/>
                <a:gd name="connsiteY219" fmla="*/ 122103 h 675713"/>
                <a:gd name="connsiteX220" fmla="*/ 2144959 w 2915191"/>
                <a:gd name="connsiteY220" fmla="*/ 146035 h 675713"/>
                <a:gd name="connsiteX221" fmla="*/ 2154703 w 2915191"/>
                <a:gd name="connsiteY221" fmla="*/ 132880 h 675713"/>
                <a:gd name="connsiteX222" fmla="*/ 2164447 w 2915191"/>
                <a:gd name="connsiteY222" fmla="*/ 103360 h 675713"/>
                <a:gd name="connsiteX223" fmla="*/ 2174206 w 2915191"/>
                <a:gd name="connsiteY223" fmla="*/ 118559 h 675713"/>
                <a:gd name="connsiteX224" fmla="*/ 2183950 w 2915191"/>
                <a:gd name="connsiteY224" fmla="*/ 90607 h 675713"/>
                <a:gd name="connsiteX225" fmla="*/ 2193709 w 2915191"/>
                <a:gd name="connsiteY225" fmla="*/ 103327 h 675713"/>
                <a:gd name="connsiteX226" fmla="*/ 2203452 w 2915191"/>
                <a:gd name="connsiteY226" fmla="*/ 96989 h 675713"/>
                <a:gd name="connsiteX227" fmla="*/ 2213196 w 2915191"/>
                <a:gd name="connsiteY227" fmla="*/ 105637 h 675713"/>
                <a:gd name="connsiteX228" fmla="*/ 2222955 w 2915191"/>
                <a:gd name="connsiteY228" fmla="*/ 83443 h 675713"/>
                <a:gd name="connsiteX229" fmla="*/ 2232699 w 2915191"/>
                <a:gd name="connsiteY229" fmla="*/ 96288 h 675713"/>
                <a:gd name="connsiteX230" fmla="*/ 2242458 w 2915191"/>
                <a:gd name="connsiteY230" fmla="*/ 71012 h 675713"/>
                <a:gd name="connsiteX231" fmla="*/ 2252202 w 2915191"/>
                <a:gd name="connsiteY231" fmla="*/ 101915 h 675713"/>
                <a:gd name="connsiteX232" fmla="*/ 2261946 w 2915191"/>
                <a:gd name="connsiteY232" fmla="*/ 101896 h 675713"/>
                <a:gd name="connsiteX233" fmla="*/ 2271705 w 2915191"/>
                <a:gd name="connsiteY233" fmla="*/ 105395 h 675713"/>
                <a:gd name="connsiteX234" fmla="*/ 2281449 w 2915191"/>
                <a:gd name="connsiteY234" fmla="*/ 114275 h 675713"/>
                <a:gd name="connsiteX235" fmla="*/ 2291208 w 2915191"/>
                <a:gd name="connsiteY235" fmla="*/ 101352 h 675713"/>
                <a:gd name="connsiteX236" fmla="*/ 2300951 w 2915191"/>
                <a:gd name="connsiteY236" fmla="*/ 139291 h 675713"/>
                <a:gd name="connsiteX237" fmla="*/ 2310695 w 2915191"/>
                <a:gd name="connsiteY237" fmla="*/ 142078 h 675713"/>
                <a:gd name="connsiteX238" fmla="*/ 2320454 w 2915191"/>
                <a:gd name="connsiteY238" fmla="*/ 161870 h 675713"/>
                <a:gd name="connsiteX239" fmla="*/ 2330198 w 2915191"/>
                <a:gd name="connsiteY239" fmla="*/ 152886 h 675713"/>
                <a:gd name="connsiteX240" fmla="*/ 2339957 w 2915191"/>
                <a:gd name="connsiteY240" fmla="*/ 141697 h 675713"/>
                <a:gd name="connsiteX241" fmla="*/ 2349701 w 2915191"/>
                <a:gd name="connsiteY241" fmla="*/ 138891 h 675713"/>
                <a:gd name="connsiteX242" fmla="*/ 2359445 w 2915191"/>
                <a:gd name="connsiteY242" fmla="*/ 180202 h 675713"/>
                <a:gd name="connsiteX243" fmla="*/ 2369204 w 2915191"/>
                <a:gd name="connsiteY243" fmla="*/ 166641 h 675713"/>
                <a:gd name="connsiteX244" fmla="*/ 2378948 w 2915191"/>
                <a:gd name="connsiteY244" fmla="*/ 134705 h 675713"/>
                <a:gd name="connsiteX245" fmla="*/ 2388692 w 2915191"/>
                <a:gd name="connsiteY245" fmla="*/ 176402 h 675713"/>
                <a:gd name="connsiteX246" fmla="*/ 2398450 w 2915191"/>
                <a:gd name="connsiteY246" fmla="*/ 193264 h 675713"/>
                <a:gd name="connsiteX247" fmla="*/ 2408194 w 2915191"/>
                <a:gd name="connsiteY247" fmla="*/ 197638 h 675713"/>
                <a:gd name="connsiteX248" fmla="*/ 2417953 w 2915191"/>
                <a:gd name="connsiteY248" fmla="*/ 177378 h 675713"/>
                <a:gd name="connsiteX249" fmla="*/ 2427697 w 2915191"/>
                <a:gd name="connsiteY249" fmla="*/ 163962 h 675713"/>
                <a:gd name="connsiteX250" fmla="*/ 2437441 w 2915191"/>
                <a:gd name="connsiteY250" fmla="*/ 146965 h 675713"/>
                <a:gd name="connsiteX251" fmla="*/ 2447200 w 2915191"/>
                <a:gd name="connsiteY251" fmla="*/ 142016 h 675713"/>
                <a:gd name="connsiteX252" fmla="*/ 2456944 w 2915191"/>
                <a:gd name="connsiteY252" fmla="*/ 111896 h 675713"/>
                <a:gd name="connsiteX253" fmla="*/ 2466703 w 2915191"/>
                <a:gd name="connsiteY253" fmla="*/ 96057 h 675713"/>
                <a:gd name="connsiteX254" fmla="*/ 2476446 w 2915191"/>
                <a:gd name="connsiteY254" fmla="*/ 82207 h 675713"/>
                <a:gd name="connsiteX255" fmla="*/ 2486190 w 2915191"/>
                <a:gd name="connsiteY255" fmla="*/ 67860 h 675713"/>
                <a:gd name="connsiteX256" fmla="*/ 2495949 w 2915191"/>
                <a:gd name="connsiteY256" fmla="*/ 56539 h 675713"/>
                <a:gd name="connsiteX257" fmla="*/ 2505693 w 2915191"/>
                <a:gd name="connsiteY257" fmla="*/ 83093 h 675713"/>
                <a:gd name="connsiteX258" fmla="*/ 2515452 w 2915191"/>
                <a:gd name="connsiteY258" fmla="*/ 80696 h 675713"/>
                <a:gd name="connsiteX259" fmla="*/ 2525196 w 2915191"/>
                <a:gd name="connsiteY259" fmla="*/ 57626 h 675713"/>
                <a:gd name="connsiteX260" fmla="*/ 2534940 w 2915191"/>
                <a:gd name="connsiteY260" fmla="*/ 49290 h 675713"/>
                <a:gd name="connsiteX261" fmla="*/ 2544699 w 2915191"/>
                <a:gd name="connsiteY261" fmla="*/ 55095 h 675713"/>
                <a:gd name="connsiteX262" fmla="*/ 2554443 w 2915191"/>
                <a:gd name="connsiteY262" fmla="*/ 85020 h 675713"/>
                <a:gd name="connsiteX263" fmla="*/ 2564202 w 2915191"/>
                <a:gd name="connsiteY263" fmla="*/ 61603 h 675713"/>
                <a:gd name="connsiteX264" fmla="*/ 2573946 w 2915191"/>
                <a:gd name="connsiteY264" fmla="*/ 47340 h 675713"/>
                <a:gd name="connsiteX265" fmla="*/ 2583690 w 2915191"/>
                <a:gd name="connsiteY265" fmla="*/ 41380 h 675713"/>
                <a:gd name="connsiteX266" fmla="*/ 2593448 w 2915191"/>
                <a:gd name="connsiteY266" fmla="*/ 57562 h 675713"/>
                <a:gd name="connsiteX267" fmla="*/ 2603192 w 2915191"/>
                <a:gd name="connsiteY267" fmla="*/ 48960 h 675713"/>
                <a:gd name="connsiteX268" fmla="*/ 2612951 w 2915191"/>
                <a:gd name="connsiteY268" fmla="*/ 39634 h 675713"/>
                <a:gd name="connsiteX269" fmla="*/ 2622695 w 2915191"/>
                <a:gd name="connsiteY269" fmla="*/ 57625 h 675713"/>
                <a:gd name="connsiteX270" fmla="*/ 2632439 w 2915191"/>
                <a:gd name="connsiteY270" fmla="*/ 64811 h 675713"/>
                <a:gd name="connsiteX271" fmla="*/ 2642198 w 2915191"/>
                <a:gd name="connsiteY271" fmla="*/ 62442 h 675713"/>
                <a:gd name="connsiteX272" fmla="*/ 2651942 w 2915191"/>
                <a:gd name="connsiteY272" fmla="*/ 78662 h 675713"/>
                <a:gd name="connsiteX273" fmla="*/ 2661685 w 2915191"/>
                <a:gd name="connsiteY273" fmla="*/ 56405 h 675713"/>
                <a:gd name="connsiteX274" fmla="*/ 2671444 w 2915191"/>
                <a:gd name="connsiteY274" fmla="*/ 69536 h 675713"/>
                <a:gd name="connsiteX275" fmla="*/ 2681188 w 2915191"/>
                <a:gd name="connsiteY275" fmla="*/ 73182 h 675713"/>
                <a:gd name="connsiteX276" fmla="*/ 2690947 w 2915191"/>
                <a:gd name="connsiteY276" fmla="*/ 40221 h 675713"/>
                <a:gd name="connsiteX277" fmla="*/ 2700691 w 2915191"/>
                <a:gd name="connsiteY277" fmla="*/ 47271 h 675713"/>
                <a:gd name="connsiteX278" fmla="*/ 2710435 w 2915191"/>
                <a:gd name="connsiteY278" fmla="*/ 78421 h 675713"/>
                <a:gd name="connsiteX279" fmla="*/ 2720194 w 2915191"/>
                <a:gd name="connsiteY279" fmla="*/ 66092 h 675713"/>
                <a:gd name="connsiteX280" fmla="*/ 2729938 w 2915191"/>
                <a:gd name="connsiteY280" fmla="*/ 66667 h 675713"/>
                <a:gd name="connsiteX281" fmla="*/ 2739697 w 2915191"/>
                <a:gd name="connsiteY281" fmla="*/ 49897 h 675713"/>
                <a:gd name="connsiteX282" fmla="*/ 2749441 w 2915191"/>
                <a:gd name="connsiteY282" fmla="*/ 41608 h 675713"/>
                <a:gd name="connsiteX283" fmla="*/ 2759185 w 2915191"/>
                <a:gd name="connsiteY283" fmla="*/ 50302 h 675713"/>
                <a:gd name="connsiteX284" fmla="*/ 2768943 w 2915191"/>
                <a:gd name="connsiteY284" fmla="*/ 47972 h 675713"/>
                <a:gd name="connsiteX285" fmla="*/ 2778687 w 2915191"/>
                <a:gd name="connsiteY285" fmla="*/ 52574 h 675713"/>
                <a:gd name="connsiteX286" fmla="*/ 2788446 w 2915191"/>
                <a:gd name="connsiteY286" fmla="*/ 36315 h 675713"/>
                <a:gd name="connsiteX287" fmla="*/ 2798190 w 2915191"/>
                <a:gd name="connsiteY287" fmla="*/ 39174 h 675713"/>
                <a:gd name="connsiteX288" fmla="*/ 2807934 w 2915191"/>
                <a:gd name="connsiteY288" fmla="*/ 80752 h 675713"/>
                <a:gd name="connsiteX289" fmla="*/ 2817693 w 2915191"/>
                <a:gd name="connsiteY289" fmla="*/ 63847 h 675713"/>
                <a:gd name="connsiteX290" fmla="*/ 2827437 w 2915191"/>
                <a:gd name="connsiteY290" fmla="*/ 59371 h 675713"/>
                <a:gd name="connsiteX291" fmla="*/ 2837196 w 2915191"/>
                <a:gd name="connsiteY291" fmla="*/ 23520 h 675713"/>
                <a:gd name="connsiteX292" fmla="*/ 2846940 w 2915191"/>
                <a:gd name="connsiteY292" fmla="*/ 39968 h 675713"/>
                <a:gd name="connsiteX293" fmla="*/ 2856684 w 2915191"/>
                <a:gd name="connsiteY293" fmla="*/ 0 h 675713"/>
                <a:gd name="connsiteX294" fmla="*/ 2866442 w 2915191"/>
                <a:gd name="connsiteY294" fmla="*/ 11819 h 675713"/>
                <a:gd name="connsiteX295" fmla="*/ 2876186 w 2915191"/>
                <a:gd name="connsiteY295" fmla="*/ 12949 h 675713"/>
                <a:gd name="connsiteX296" fmla="*/ 2885945 w 2915191"/>
                <a:gd name="connsiteY296" fmla="*/ 77682 h 675713"/>
                <a:gd name="connsiteX297" fmla="*/ 2895689 w 2915191"/>
                <a:gd name="connsiteY297" fmla="*/ 57835 h 675713"/>
                <a:gd name="connsiteX298" fmla="*/ 2905433 w 2915191"/>
                <a:gd name="connsiteY298" fmla="*/ 81480 h 675713"/>
                <a:gd name="connsiteX299" fmla="*/ 2915192 w 2915191"/>
                <a:gd name="connsiteY299" fmla="*/ 49748 h 675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75713">
                  <a:moveTo>
                    <a:pt x="0" y="647505"/>
                  </a:moveTo>
                  <a:lnTo>
                    <a:pt x="9750" y="628992"/>
                  </a:lnTo>
                  <a:lnTo>
                    <a:pt x="19500" y="633594"/>
                  </a:lnTo>
                  <a:lnTo>
                    <a:pt x="29250" y="639300"/>
                  </a:lnTo>
                  <a:lnTo>
                    <a:pt x="39000" y="634469"/>
                  </a:lnTo>
                  <a:lnTo>
                    <a:pt x="48749" y="632043"/>
                  </a:lnTo>
                  <a:lnTo>
                    <a:pt x="58499" y="666852"/>
                  </a:lnTo>
                  <a:lnTo>
                    <a:pt x="68249" y="637982"/>
                  </a:lnTo>
                  <a:lnTo>
                    <a:pt x="77998" y="650707"/>
                  </a:lnTo>
                  <a:lnTo>
                    <a:pt x="87748" y="642997"/>
                  </a:lnTo>
                  <a:lnTo>
                    <a:pt x="97497" y="643822"/>
                  </a:lnTo>
                  <a:lnTo>
                    <a:pt x="107247" y="665618"/>
                  </a:lnTo>
                  <a:lnTo>
                    <a:pt x="116997" y="674955"/>
                  </a:lnTo>
                  <a:lnTo>
                    <a:pt x="126747" y="645142"/>
                  </a:lnTo>
                  <a:lnTo>
                    <a:pt x="136497" y="630635"/>
                  </a:lnTo>
                  <a:lnTo>
                    <a:pt x="146247" y="611348"/>
                  </a:lnTo>
                  <a:lnTo>
                    <a:pt x="155997" y="644818"/>
                  </a:lnTo>
                  <a:lnTo>
                    <a:pt x="165747" y="652355"/>
                  </a:lnTo>
                  <a:lnTo>
                    <a:pt x="175497" y="639691"/>
                  </a:lnTo>
                  <a:lnTo>
                    <a:pt x="185247" y="612466"/>
                  </a:lnTo>
                  <a:lnTo>
                    <a:pt x="194996" y="605063"/>
                  </a:lnTo>
                  <a:lnTo>
                    <a:pt x="204746" y="601861"/>
                  </a:lnTo>
                  <a:lnTo>
                    <a:pt x="214495" y="571456"/>
                  </a:lnTo>
                  <a:lnTo>
                    <a:pt x="224245" y="581439"/>
                  </a:lnTo>
                  <a:lnTo>
                    <a:pt x="233995" y="589836"/>
                  </a:lnTo>
                  <a:lnTo>
                    <a:pt x="243744" y="591855"/>
                  </a:lnTo>
                  <a:lnTo>
                    <a:pt x="253494" y="578329"/>
                  </a:lnTo>
                  <a:lnTo>
                    <a:pt x="263244" y="543683"/>
                  </a:lnTo>
                  <a:lnTo>
                    <a:pt x="272994" y="580521"/>
                  </a:lnTo>
                  <a:lnTo>
                    <a:pt x="282744" y="574993"/>
                  </a:lnTo>
                  <a:lnTo>
                    <a:pt x="292494" y="540470"/>
                  </a:lnTo>
                  <a:lnTo>
                    <a:pt x="302244" y="512087"/>
                  </a:lnTo>
                  <a:lnTo>
                    <a:pt x="311994" y="520955"/>
                  </a:lnTo>
                  <a:lnTo>
                    <a:pt x="321744" y="521223"/>
                  </a:lnTo>
                  <a:lnTo>
                    <a:pt x="331493" y="550985"/>
                  </a:lnTo>
                  <a:lnTo>
                    <a:pt x="341243" y="610763"/>
                  </a:lnTo>
                  <a:lnTo>
                    <a:pt x="350993" y="602713"/>
                  </a:lnTo>
                  <a:lnTo>
                    <a:pt x="360742" y="621667"/>
                  </a:lnTo>
                  <a:lnTo>
                    <a:pt x="370492" y="616469"/>
                  </a:lnTo>
                  <a:lnTo>
                    <a:pt x="380241" y="589913"/>
                  </a:lnTo>
                  <a:lnTo>
                    <a:pt x="389991" y="537685"/>
                  </a:lnTo>
                  <a:lnTo>
                    <a:pt x="399741" y="557335"/>
                  </a:lnTo>
                  <a:lnTo>
                    <a:pt x="409491" y="560343"/>
                  </a:lnTo>
                  <a:lnTo>
                    <a:pt x="419241" y="555896"/>
                  </a:lnTo>
                  <a:lnTo>
                    <a:pt x="428991" y="546945"/>
                  </a:lnTo>
                  <a:lnTo>
                    <a:pt x="438741" y="537591"/>
                  </a:lnTo>
                  <a:lnTo>
                    <a:pt x="448491" y="556498"/>
                  </a:lnTo>
                  <a:lnTo>
                    <a:pt x="458241" y="578484"/>
                  </a:lnTo>
                  <a:lnTo>
                    <a:pt x="467991" y="579691"/>
                  </a:lnTo>
                  <a:lnTo>
                    <a:pt x="477740" y="596227"/>
                  </a:lnTo>
                  <a:lnTo>
                    <a:pt x="487490" y="602774"/>
                  </a:lnTo>
                  <a:lnTo>
                    <a:pt x="497239" y="560376"/>
                  </a:lnTo>
                  <a:lnTo>
                    <a:pt x="506989" y="531789"/>
                  </a:lnTo>
                  <a:lnTo>
                    <a:pt x="516738" y="538406"/>
                  </a:lnTo>
                  <a:lnTo>
                    <a:pt x="526488" y="539905"/>
                  </a:lnTo>
                  <a:lnTo>
                    <a:pt x="536238" y="528498"/>
                  </a:lnTo>
                  <a:lnTo>
                    <a:pt x="545988" y="568134"/>
                  </a:lnTo>
                  <a:lnTo>
                    <a:pt x="555738" y="587486"/>
                  </a:lnTo>
                  <a:lnTo>
                    <a:pt x="565488" y="603161"/>
                  </a:lnTo>
                  <a:lnTo>
                    <a:pt x="575238" y="569268"/>
                  </a:lnTo>
                  <a:lnTo>
                    <a:pt x="584988" y="589728"/>
                  </a:lnTo>
                  <a:lnTo>
                    <a:pt x="594738" y="576969"/>
                  </a:lnTo>
                  <a:lnTo>
                    <a:pt x="604488" y="582307"/>
                  </a:lnTo>
                  <a:lnTo>
                    <a:pt x="614237" y="588386"/>
                  </a:lnTo>
                  <a:lnTo>
                    <a:pt x="623987" y="555646"/>
                  </a:lnTo>
                  <a:lnTo>
                    <a:pt x="633736" y="564049"/>
                  </a:lnTo>
                  <a:lnTo>
                    <a:pt x="643486" y="600709"/>
                  </a:lnTo>
                  <a:lnTo>
                    <a:pt x="653236" y="612677"/>
                  </a:lnTo>
                  <a:lnTo>
                    <a:pt x="662985" y="611694"/>
                  </a:lnTo>
                  <a:lnTo>
                    <a:pt x="672735" y="640604"/>
                  </a:lnTo>
                  <a:lnTo>
                    <a:pt x="682485" y="675714"/>
                  </a:lnTo>
                  <a:lnTo>
                    <a:pt x="692235" y="671724"/>
                  </a:lnTo>
                  <a:lnTo>
                    <a:pt x="701985" y="631650"/>
                  </a:lnTo>
                  <a:lnTo>
                    <a:pt x="711735" y="640202"/>
                  </a:lnTo>
                  <a:lnTo>
                    <a:pt x="721485" y="654044"/>
                  </a:lnTo>
                  <a:lnTo>
                    <a:pt x="731235" y="671314"/>
                  </a:lnTo>
                  <a:lnTo>
                    <a:pt x="740985" y="639071"/>
                  </a:lnTo>
                  <a:lnTo>
                    <a:pt x="750734" y="604407"/>
                  </a:lnTo>
                  <a:lnTo>
                    <a:pt x="760484" y="615371"/>
                  </a:lnTo>
                  <a:lnTo>
                    <a:pt x="770233" y="615601"/>
                  </a:lnTo>
                  <a:lnTo>
                    <a:pt x="779983" y="592965"/>
                  </a:lnTo>
                  <a:lnTo>
                    <a:pt x="789733" y="579122"/>
                  </a:lnTo>
                  <a:lnTo>
                    <a:pt x="799482" y="560230"/>
                  </a:lnTo>
                  <a:lnTo>
                    <a:pt x="809232" y="577918"/>
                  </a:lnTo>
                  <a:lnTo>
                    <a:pt x="818982" y="532281"/>
                  </a:lnTo>
                  <a:lnTo>
                    <a:pt x="828732" y="534280"/>
                  </a:lnTo>
                  <a:lnTo>
                    <a:pt x="838482" y="513358"/>
                  </a:lnTo>
                  <a:lnTo>
                    <a:pt x="848232" y="523878"/>
                  </a:lnTo>
                  <a:lnTo>
                    <a:pt x="857982" y="508754"/>
                  </a:lnTo>
                  <a:lnTo>
                    <a:pt x="867732" y="537744"/>
                  </a:lnTo>
                  <a:lnTo>
                    <a:pt x="877482" y="573729"/>
                  </a:lnTo>
                  <a:lnTo>
                    <a:pt x="887231" y="546013"/>
                  </a:lnTo>
                  <a:lnTo>
                    <a:pt x="896981" y="530946"/>
                  </a:lnTo>
                  <a:lnTo>
                    <a:pt x="906730" y="501224"/>
                  </a:lnTo>
                  <a:lnTo>
                    <a:pt x="916480" y="498529"/>
                  </a:lnTo>
                  <a:lnTo>
                    <a:pt x="926230" y="476918"/>
                  </a:lnTo>
                  <a:lnTo>
                    <a:pt x="935979" y="459400"/>
                  </a:lnTo>
                  <a:lnTo>
                    <a:pt x="945729" y="486321"/>
                  </a:lnTo>
                  <a:lnTo>
                    <a:pt x="955479" y="496948"/>
                  </a:lnTo>
                  <a:lnTo>
                    <a:pt x="965229" y="481298"/>
                  </a:lnTo>
                  <a:lnTo>
                    <a:pt x="974979" y="470589"/>
                  </a:lnTo>
                  <a:lnTo>
                    <a:pt x="984729" y="484469"/>
                  </a:lnTo>
                  <a:lnTo>
                    <a:pt x="994474" y="499193"/>
                  </a:lnTo>
                  <a:lnTo>
                    <a:pt x="1004233" y="471273"/>
                  </a:lnTo>
                  <a:lnTo>
                    <a:pt x="1013977" y="483681"/>
                  </a:lnTo>
                  <a:lnTo>
                    <a:pt x="1023721" y="475061"/>
                  </a:lnTo>
                  <a:lnTo>
                    <a:pt x="1033480" y="494348"/>
                  </a:lnTo>
                  <a:lnTo>
                    <a:pt x="1043224" y="464289"/>
                  </a:lnTo>
                  <a:lnTo>
                    <a:pt x="1052983" y="427714"/>
                  </a:lnTo>
                  <a:lnTo>
                    <a:pt x="1062727" y="405438"/>
                  </a:lnTo>
                  <a:lnTo>
                    <a:pt x="1072471" y="400792"/>
                  </a:lnTo>
                  <a:lnTo>
                    <a:pt x="1082230" y="412222"/>
                  </a:lnTo>
                  <a:lnTo>
                    <a:pt x="1091973" y="411806"/>
                  </a:lnTo>
                  <a:lnTo>
                    <a:pt x="1101732" y="414230"/>
                  </a:lnTo>
                  <a:lnTo>
                    <a:pt x="1111476" y="431290"/>
                  </a:lnTo>
                  <a:lnTo>
                    <a:pt x="1121220" y="437452"/>
                  </a:lnTo>
                  <a:lnTo>
                    <a:pt x="1130979" y="406125"/>
                  </a:lnTo>
                  <a:lnTo>
                    <a:pt x="1140723" y="379782"/>
                  </a:lnTo>
                  <a:lnTo>
                    <a:pt x="1150482" y="362807"/>
                  </a:lnTo>
                  <a:lnTo>
                    <a:pt x="1160226" y="332481"/>
                  </a:lnTo>
                  <a:lnTo>
                    <a:pt x="1169969" y="303617"/>
                  </a:lnTo>
                  <a:lnTo>
                    <a:pt x="1179728" y="321504"/>
                  </a:lnTo>
                  <a:lnTo>
                    <a:pt x="1189472" y="289700"/>
                  </a:lnTo>
                  <a:lnTo>
                    <a:pt x="1199231" y="259582"/>
                  </a:lnTo>
                  <a:lnTo>
                    <a:pt x="1208975" y="263937"/>
                  </a:lnTo>
                  <a:lnTo>
                    <a:pt x="1218719" y="294703"/>
                  </a:lnTo>
                  <a:lnTo>
                    <a:pt x="1228478" y="283562"/>
                  </a:lnTo>
                  <a:lnTo>
                    <a:pt x="1238222" y="262590"/>
                  </a:lnTo>
                  <a:lnTo>
                    <a:pt x="1247966" y="275583"/>
                  </a:lnTo>
                  <a:lnTo>
                    <a:pt x="1257725" y="299306"/>
                  </a:lnTo>
                  <a:lnTo>
                    <a:pt x="1267469" y="290949"/>
                  </a:lnTo>
                  <a:lnTo>
                    <a:pt x="1277227" y="267954"/>
                  </a:lnTo>
                  <a:lnTo>
                    <a:pt x="1286971" y="300338"/>
                  </a:lnTo>
                  <a:lnTo>
                    <a:pt x="1296715" y="277222"/>
                  </a:lnTo>
                  <a:lnTo>
                    <a:pt x="1306474" y="272537"/>
                  </a:lnTo>
                  <a:lnTo>
                    <a:pt x="1316218" y="268025"/>
                  </a:lnTo>
                  <a:lnTo>
                    <a:pt x="1325977" y="286497"/>
                  </a:lnTo>
                  <a:lnTo>
                    <a:pt x="1335721" y="303711"/>
                  </a:lnTo>
                  <a:lnTo>
                    <a:pt x="1345465" y="338463"/>
                  </a:lnTo>
                  <a:lnTo>
                    <a:pt x="1355224" y="334637"/>
                  </a:lnTo>
                  <a:lnTo>
                    <a:pt x="1364967" y="369542"/>
                  </a:lnTo>
                  <a:lnTo>
                    <a:pt x="1374726" y="371506"/>
                  </a:lnTo>
                  <a:lnTo>
                    <a:pt x="1384470" y="366390"/>
                  </a:lnTo>
                  <a:lnTo>
                    <a:pt x="1394214" y="354779"/>
                  </a:lnTo>
                  <a:lnTo>
                    <a:pt x="1403973" y="345829"/>
                  </a:lnTo>
                  <a:lnTo>
                    <a:pt x="1413717" y="322630"/>
                  </a:lnTo>
                  <a:lnTo>
                    <a:pt x="1423476" y="357532"/>
                  </a:lnTo>
                  <a:lnTo>
                    <a:pt x="1433220" y="387061"/>
                  </a:lnTo>
                  <a:lnTo>
                    <a:pt x="1442964" y="410182"/>
                  </a:lnTo>
                  <a:lnTo>
                    <a:pt x="1452722" y="433489"/>
                  </a:lnTo>
                  <a:lnTo>
                    <a:pt x="1462466" y="426096"/>
                  </a:lnTo>
                  <a:lnTo>
                    <a:pt x="1472225" y="435768"/>
                  </a:lnTo>
                  <a:lnTo>
                    <a:pt x="1481969" y="456329"/>
                  </a:lnTo>
                  <a:lnTo>
                    <a:pt x="1491713" y="459133"/>
                  </a:lnTo>
                  <a:lnTo>
                    <a:pt x="1501472" y="467128"/>
                  </a:lnTo>
                  <a:lnTo>
                    <a:pt x="1511216" y="432568"/>
                  </a:lnTo>
                  <a:lnTo>
                    <a:pt x="1520960" y="406428"/>
                  </a:lnTo>
                  <a:lnTo>
                    <a:pt x="1530719" y="432863"/>
                  </a:lnTo>
                  <a:lnTo>
                    <a:pt x="1540463" y="414119"/>
                  </a:lnTo>
                  <a:lnTo>
                    <a:pt x="1550221" y="418197"/>
                  </a:lnTo>
                  <a:lnTo>
                    <a:pt x="1559965" y="418144"/>
                  </a:lnTo>
                  <a:lnTo>
                    <a:pt x="1569709" y="398610"/>
                  </a:lnTo>
                  <a:lnTo>
                    <a:pt x="1579468" y="390484"/>
                  </a:lnTo>
                  <a:lnTo>
                    <a:pt x="1589212" y="341212"/>
                  </a:lnTo>
                  <a:lnTo>
                    <a:pt x="1598971" y="336754"/>
                  </a:lnTo>
                  <a:lnTo>
                    <a:pt x="1608715" y="364554"/>
                  </a:lnTo>
                  <a:lnTo>
                    <a:pt x="1618459" y="341777"/>
                  </a:lnTo>
                  <a:lnTo>
                    <a:pt x="1628218" y="331067"/>
                  </a:lnTo>
                  <a:lnTo>
                    <a:pt x="1637962" y="316094"/>
                  </a:lnTo>
                  <a:lnTo>
                    <a:pt x="1647720" y="316506"/>
                  </a:lnTo>
                  <a:lnTo>
                    <a:pt x="1657464" y="280435"/>
                  </a:lnTo>
                  <a:lnTo>
                    <a:pt x="1667208" y="290693"/>
                  </a:lnTo>
                  <a:lnTo>
                    <a:pt x="1676967" y="296604"/>
                  </a:lnTo>
                  <a:lnTo>
                    <a:pt x="1686711" y="270942"/>
                  </a:lnTo>
                  <a:lnTo>
                    <a:pt x="1696470" y="290144"/>
                  </a:lnTo>
                  <a:lnTo>
                    <a:pt x="1706214" y="301499"/>
                  </a:lnTo>
                  <a:lnTo>
                    <a:pt x="1715958" y="301321"/>
                  </a:lnTo>
                  <a:lnTo>
                    <a:pt x="1725716" y="289216"/>
                  </a:lnTo>
                  <a:lnTo>
                    <a:pt x="1735460" y="277164"/>
                  </a:lnTo>
                  <a:lnTo>
                    <a:pt x="1745219" y="303191"/>
                  </a:lnTo>
                  <a:lnTo>
                    <a:pt x="1754963" y="309263"/>
                  </a:lnTo>
                  <a:lnTo>
                    <a:pt x="1764707" y="310547"/>
                  </a:lnTo>
                  <a:lnTo>
                    <a:pt x="1774466" y="330632"/>
                  </a:lnTo>
                  <a:lnTo>
                    <a:pt x="1784210" y="306880"/>
                  </a:lnTo>
                  <a:lnTo>
                    <a:pt x="1793969" y="298026"/>
                  </a:lnTo>
                  <a:lnTo>
                    <a:pt x="1803713" y="282964"/>
                  </a:lnTo>
                  <a:lnTo>
                    <a:pt x="1813457" y="291925"/>
                  </a:lnTo>
                  <a:lnTo>
                    <a:pt x="1823215" y="305133"/>
                  </a:lnTo>
                  <a:lnTo>
                    <a:pt x="1832959" y="287629"/>
                  </a:lnTo>
                  <a:lnTo>
                    <a:pt x="1842703" y="292221"/>
                  </a:lnTo>
                  <a:lnTo>
                    <a:pt x="1852462" y="299023"/>
                  </a:lnTo>
                  <a:lnTo>
                    <a:pt x="1862206" y="285491"/>
                  </a:lnTo>
                  <a:lnTo>
                    <a:pt x="1871965" y="295860"/>
                  </a:lnTo>
                  <a:lnTo>
                    <a:pt x="1881709" y="306569"/>
                  </a:lnTo>
                  <a:lnTo>
                    <a:pt x="1891453" y="288562"/>
                  </a:lnTo>
                  <a:lnTo>
                    <a:pt x="1901212" y="330687"/>
                  </a:lnTo>
                  <a:lnTo>
                    <a:pt x="1910956" y="348825"/>
                  </a:lnTo>
                  <a:lnTo>
                    <a:pt x="1920714" y="335223"/>
                  </a:lnTo>
                  <a:lnTo>
                    <a:pt x="1930458" y="305058"/>
                  </a:lnTo>
                  <a:lnTo>
                    <a:pt x="1940202" y="288776"/>
                  </a:lnTo>
                  <a:lnTo>
                    <a:pt x="1949961" y="261547"/>
                  </a:lnTo>
                  <a:lnTo>
                    <a:pt x="1959705" y="202780"/>
                  </a:lnTo>
                  <a:lnTo>
                    <a:pt x="1969464" y="204083"/>
                  </a:lnTo>
                  <a:lnTo>
                    <a:pt x="1979208" y="210992"/>
                  </a:lnTo>
                  <a:lnTo>
                    <a:pt x="1988952" y="221758"/>
                  </a:lnTo>
                  <a:lnTo>
                    <a:pt x="1998711" y="209360"/>
                  </a:lnTo>
                  <a:lnTo>
                    <a:pt x="2008454" y="192630"/>
                  </a:lnTo>
                  <a:lnTo>
                    <a:pt x="2018213" y="215021"/>
                  </a:lnTo>
                  <a:lnTo>
                    <a:pt x="2027957" y="225638"/>
                  </a:lnTo>
                  <a:lnTo>
                    <a:pt x="2037701" y="246583"/>
                  </a:lnTo>
                  <a:lnTo>
                    <a:pt x="2047460" y="244322"/>
                  </a:lnTo>
                  <a:lnTo>
                    <a:pt x="2057204" y="214349"/>
                  </a:lnTo>
                  <a:lnTo>
                    <a:pt x="2066963" y="190297"/>
                  </a:lnTo>
                  <a:lnTo>
                    <a:pt x="2076707" y="175786"/>
                  </a:lnTo>
                  <a:lnTo>
                    <a:pt x="2086451" y="135296"/>
                  </a:lnTo>
                  <a:lnTo>
                    <a:pt x="2096210" y="153078"/>
                  </a:lnTo>
                  <a:lnTo>
                    <a:pt x="2105954" y="160855"/>
                  </a:lnTo>
                  <a:lnTo>
                    <a:pt x="2115697" y="183839"/>
                  </a:lnTo>
                  <a:lnTo>
                    <a:pt x="2125456" y="160420"/>
                  </a:lnTo>
                  <a:lnTo>
                    <a:pt x="2135200" y="122103"/>
                  </a:lnTo>
                  <a:lnTo>
                    <a:pt x="2144959" y="146035"/>
                  </a:lnTo>
                  <a:lnTo>
                    <a:pt x="2154703" y="132880"/>
                  </a:lnTo>
                  <a:lnTo>
                    <a:pt x="2164447" y="103360"/>
                  </a:lnTo>
                  <a:lnTo>
                    <a:pt x="2174206" y="118559"/>
                  </a:lnTo>
                  <a:lnTo>
                    <a:pt x="2183950" y="90607"/>
                  </a:lnTo>
                  <a:lnTo>
                    <a:pt x="2193709" y="103327"/>
                  </a:lnTo>
                  <a:lnTo>
                    <a:pt x="2203452" y="96989"/>
                  </a:lnTo>
                  <a:lnTo>
                    <a:pt x="2213196" y="105637"/>
                  </a:lnTo>
                  <a:lnTo>
                    <a:pt x="2222955" y="83443"/>
                  </a:lnTo>
                  <a:lnTo>
                    <a:pt x="2232699" y="96288"/>
                  </a:lnTo>
                  <a:lnTo>
                    <a:pt x="2242458" y="71012"/>
                  </a:lnTo>
                  <a:lnTo>
                    <a:pt x="2252202" y="101915"/>
                  </a:lnTo>
                  <a:lnTo>
                    <a:pt x="2261946" y="101896"/>
                  </a:lnTo>
                  <a:lnTo>
                    <a:pt x="2271705" y="105395"/>
                  </a:lnTo>
                  <a:lnTo>
                    <a:pt x="2281449" y="114275"/>
                  </a:lnTo>
                  <a:lnTo>
                    <a:pt x="2291208" y="101352"/>
                  </a:lnTo>
                  <a:lnTo>
                    <a:pt x="2300951" y="139291"/>
                  </a:lnTo>
                  <a:lnTo>
                    <a:pt x="2310695" y="142078"/>
                  </a:lnTo>
                  <a:lnTo>
                    <a:pt x="2320454" y="161870"/>
                  </a:lnTo>
                  <a:lnTo>
                    <a:pt x="2330198" y="152886"/>
                  </a:lnTo>
                  <a:lnTo>
                    <a:pt x="2339957" y="141697"/>
                  </a:lnTo>
                  <a:lnTo>
                    <a:pt x="2349701" y="138891"/>
                  </a:lnTo>
                  <a:lnTo>
                    <a:pt x="2359445" y="180202"/>
                  </a:lnTo>
                  <a:lnTo>
                    <a:pt x="2369204" y="166641"/>
                  </a:lnTo>
                  <a:lnTo>
                    <a:pt x="2378948" y="134705"/>
                  </a:lnTo>
                  <a:lnTo>
                    <a:pt x="2388692" y="176402"/>
                  </a:lnTo>
                  <a:lnTo>
                    <a:pt x="2398450" y="193264"/>
                  </a:lnTo>
                  <a:lnTo>
                    <a:pt x="2408194" y="197638"/>
                  </a:lnTo>
                  <a:lnTo>
                    <a:pt x="2417953" y="177378"/>
                  </a:lnTo>
                  <a:lnTo>
                    <a:pt x="2427697" y="163962"/>
                  </a:lnTo>
                  <a:lnTo>
                    <a:pt x="2437441" y="146965"/>
                  </a:lnTo>
                  <a:lnTo>
                    <a:pt x="2447200" y="142016"/>
                  </a:lnTo>
                  <a:lnTo>
                    <a:pt x="2456944" y="111896"/>
                  </a:lnTo>
                  <a:lnTo>
                    <a:pt x="2466703" y="96057"/>
                  </a:lnTo>
                  <a:lnTo>
                    <a:pt x="2476446" y="82207"/>
                  </a:lnTo>
                  <a:lnTo>
                    <a:pt x="2486190" y="67860"/>
                  </a:lnTo>
                  <a:lnTo>
                    <a:pt x="2495949" y="56539"/>
                  </a:lnTo>
                  <a:lnTo>
                    <a:pt x="2505693" y="83093"/>
                  </a:lnTo>
                  <a:lnTo>
                    <a:pt x="2515452" y="80696"/>
                  </a:lnTo>
                  <a:lnTo>
                    <a:pt x="2525196" y="57626"/>
                  </a:lnTo>
                  <a:lnTo>
                    <a:pt x="2534940" y="49290"/>
                  </a:lnTo>
                  <a:lnTo>
                    <a:pt x="2544699" y="55095"/>
                  </a:lnTo>
                  <a:lnTo>
                    <a:pt x="2554443" y="85020"/>
                  </a:lnTo>
                  <a:lnTo>
                    <a:pt x="2564202" y="61603"/>
                  </a:lnTo>
                  <a:lnTo>
                    <a:pt x="2573946" y="47340"/>
                  </a:lnTo>
                  <a:lnTo>
                    <a:pt x="2583690" y="41380"/>
                  </a:lnTo>
                  <a:lnTo>
                    <a:pt x="2593448" y="57562"/>
                  </a:lnTo>
                  <a:lnTo>
                    <a:pt x="2603192" y="48960"/>
                  </a:lnTo>
                  <a:lnTo>
                    <a:pt x="2612951" y="39634"/>
                  </a:lnTo>
                  <a:lnTo>
                    <a:pt x="2622695" y="57625"/>
                  </a:lnTo>
                  <a:lnTo>
                    <a:pt x="2632439" y="64811"/>
                  </a:lnTo>
                  <a:lnTo>
                    <a:pt x="2642198" y="62442"/>
                  </a:lnTo>
                  <a:lnTo>
                    <a:pt x="2651942" y="78662"/>
                  </a:lnTo>
                  <a:lnTo>
                    <a:pt x="2661685" y="56405"/>
                  </a:lnTo>
                  <a:lnTo>
                    <a:pt x="2671444" y="69536"/>
                  </a:lnTo>
                  <a:lnTo>
                    <a:pt x="2681188" y="73182"/>
                  </a:lnTo>
                  <a:lnTo>
                    <a:pt x="2690947" y="40221"/>
                  </a:lnTo>
                  <a:lnTo>
                    <a:pt x="2700691" y="47271"/>
                  </a:lnTo>
                  <a:lnTo>
                    <a:pt x="2710435" y="78421"/>
                  </a:lnTo>
                  <a:lnTo>
                    <a:pt x="2720194" y="66092"/>
                  </a:lnTo>
                  <a:lnTo>
                    <a:pt x="2729938" y="66667"/>
                  </a:lnTo>
                  <a:lnTo>
                    <a:pt x="2739697" y="49897"/>
                  </a:lnTo>
                  <a:lnTo>
                    <a:pt x="2749441" y="41608"/>
                  </a:lnTo>
                  <a:lnTo>
                    <a:pt x="2759185" y="50302"/>
                  </a:lnTo>
                  <a:lnTo>
                    <a:pt x="2768943" y="47972"/>
                  </a:lnTo>
                  <a:lnTo>
                    <a:pt x="2778687" y="52574"/>
                  </a:lnTo>
                  <a:lnTo>
                    <a:pt x="2788446" y="36315"/>
                  </a:lnTo>
                  <a:lnTo>
                    <a:pt x="2798190" y="39174"/>
                  </a:lnTo>
                  <a:lnTo>
                    <a:pt x="2807934" y="80752"/>
                  </a:lnTo>
                  <a:lnTo>
                    <a:pt x="2817693" y="63847"/>
                  </a:lnTo>
                  <a:lnTo>
                    <a:pt x="2827437" y="59371"/>
                  </a:lnTo>
                  <a:lnTo>
                    <a:pt x="2837196" y="23520"/>
                  </a:lnTo>
                  <a:lnTo>
                    <a:pt x="2846940" y="39968"/>
                  </a:lnTo>
                  <a:lnTo>
                    <a:pt x="2856684" y="0"/>
                  </a:lnTo>
                  <a:lnTo>
                    <a:pt x="2866442" y="11819"/>
                  </a:lnTo>
                  <a:lnTo>
                    <a:pt x="2876186" y="12949"/>
                  </a:lnTo>
                  <a:lnTo>
                    <a:pt x="2885945" y="77682"/>
                  </a:lnTo>
                  <a:lnTo>
                    <a:pt x="2895689" y="57835"/>
                  </a:lnTo>
                  <a:lnTo>
                    <a:pt x="2905433" y="81480"/>
                  </a:lnTo>
                  <a:lnTo>
                    <a:pt x="2915192" y="4974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6" name="Freeform 1035">
              <a:extLst>
                <a:ext uri="{FF2B5EF4-FFF2-40B4-BE49-F238E27FC236}">
                  <a16:creationId xmlns:a16="http://schemas.microsoft.com/office/drawing/2014/main" id="{6165BAA6-95E0-F676-B586-D82354390326}"/>
                </a:ext>
              </a:extLst>
            </p:cNvPr>
            <p:cNvSpPr/>
            <p:nvPr/>
          </p:nvSpPr>
          <p:spPr>
            <a:xfrm>
              <a:off x="4426652" y="3270162"/>
              <a:ext cx="2915191" cy="350975"/>
            </a:xfrm>
            <a:custGeom>
              <a:avLst/>
              <a:gdLst>
                <a:gd name="connsiteX0" fmla="*/ 0 w 2915191"/>
                <a:gd name="connsiteY0" fmla="*/ 95407 h 350975"/>
                <a:gd name="connsiteX1" fmla="*/ 9750 w 2915191"/>
                <a:gd name="connsiteY1" fmla="*/ 94197 h 350975"/>
                <a:gd name="connsiteX2" fmla="*/ 19500 w 2915191"/>
                <a:gd name="connsiteY2" fmla="*/ 111939 h 350975"/>
                <a:gd name="connsiteX3" fmla="*/ 29250 w 2915191"/>
                <a:gd name="connsiteY3" fmla="*/ 145842 h 350975"/>
                <a:gd name="connsiteX4" fmla="*/ 39000 w 2915191"/>
                <a:gd name="connsiteY4" fmla="*/ 124572 h 350975"/>
                <a:gd name="connsiteX5" fmla="*/ 48749 w 2915191"/>
                <a:gd name="connsiteY5" fmla="*/ 143298 h 350975"/>
                <a:gd name="connsiteX6" fmla="*/ 58499 w 2915191"/>
                <a:gd name="connsiteY6" fmla="*/ 98858 h 350975"/>
                <a:gd name="connsiteX7" fmla="*/ 68249 w 2915191"/>
                <a:gd name="connsiteY7" fmla="*/ 71692 h 350975"/>
                <a:gd name="connsiteX8" fmla="*/ 77998 w 2915191"/>
                <a:gd name="connsiteY8" fmla="*/ 34956 h 350975"/>
                <a:gd name="connsiteX9" fmla="*/ 87748 w 2915191"/>
                <a:gd name="connsiteY9" fmla="*/ 71703 h 350975"/>
                <a:gd name="connsiteX10" fmla="*/ 97497 w 2915191"/>
                <a:gd name="connsiteY10" fmla="*/ 54195 h 350975"/>
                <a:gd name="connsiteX11" fmla="*/ 107247 w 2915191"/>
                <a:gd name="connsiteY11" fmla="*/ 47334 h 350975"/>
                <a:gd name="connsiteX12" fmla="*/ 116997 w 2915191"/>
                <a:gd name="connsiteY12" fmla="*/ 63836 h 350975"/>
                <a:gd name="connsiteX13" fmla="*/ 126747 w 2915191"/>
                <a:gd name="connsiteY13" fmla="*/ 62024 h 350975"/>
                <a:gd name="connsiteX14" fmla="*/ 136497 w 2915191"/>
                <a:gd name="connsiteY14" fmla="*/ 80350 h 350975"/>
                <a:gd name="connsiteX15" fmla="*/ 146247 w 2915191"/>
                <a:gd name="connsiteY15" fmla="*/ 109333 h 350975"/>
                <a:gd name="connsiteX16" fmla="*/ 155997 w 2915191"/>
                <a:gd name="connsiteY16" fmla="*/ 96551 h 350975"/>
                <a:gd name="connsiteX17" fmla="*/ 165747 w 2915191"/>
                <a:gd name="connsiteY17" fmla="*/ 99695 h 350975"/>
                <a:gd name="connsiteX18" fmla="*/ 175497 w 2915191"/>
                <a:gd name="connsiteY18" fmla="*/ 95239 h 350975"/>
                <a:gd name="connsiteX19" fmla="*/ 185247 w 2915191"/>
                <a:gd name="connsiteY19" fmla="*/ 111142 h 350975"/>
                <a:gd name="connsiteX20" fmla="*/ 194996 w 2915191"/>
                <a:gd name="connsiteY20" fmla="*/ 115673 h 350975"/>
                <a:gd name="connsiteX21" fmla="*/ 204746 w 2915191"/>
                <a:gd name="connsiteY21" fmla="*/ 101014 h 350975"/>
                <a:gd name="connsiteX22" fmla="*/ 214495 w 2915191"/>
                <a:gd name="connsiteY22" fmla="*/ 95722 h 350975"/>
                <a:gd name="connsiteX23" fmla="*/ 224245 w 2915191"/>
                <a:gd name="connsiteY23" fmla="*/ 109452 h 350975"/>
                <a:gd name="connsiteX24" fmla="*/ 233995 w 2915191"/>
                <a:gd name="connsiteY24" fmla="*/ 100093 h 350975"/>
                <a:gd name="connsiteX25" fmla="*/ 243744 w 2915191"/>
                <a:gd name="connsiteY25" fmla="*/ 130895 h 350975"/>
                <a:gd name="connsiteX26" fmla="*/ 253494 w 2915191"/>
                <a:gd name="connsiteY26" fmla="*/ 106815 h 350975"/>
                <a:gd name="connsiteX27" fmla="*/ 263244 w 2915191"/>
                <a:gd name="connsiteY27" fmla="*/ 95651 h 350975"/>
                <a:gd name="connsiteX28" fmla="*/ 272994 w 2915191"/>
                <a:gd name="connsiteY28" fmla="*/ 117773 h 350975"/>
                <a:gd name="connsiteX29" fmla="*/ 282744 w 2915191"/>
                <a:gd name="connsiteY29" fmla="*/ 133695 h 350975"/>
                <a:gd name="connsiteX30" fmla="*/ 292494 w 2915191"/>
                <a:gd name="connsiteY30" fmla="*/ 115925 h 350975"/>
                <a:gd name="connsiteX31" fmla="*/ 302244 w 2915191"/>
                <a:gd name="connsiteY31" fmla="*/ 127060 h 350975"/>
                <a:gd name="connsiteX32" fmla="*/ 311994 w 2915191"/>
                <a:gd name="connsiteY32" fmla="*/ 142801 h 350975"/>
                <a:gd name="connsiteX33" fmla="*/ 321744 w 2915191"/>
                <a:gd name="connsiteY33" fmla="*/ 123213 h 350975"/>
                <a:gd name="connsiteX34" fmla="*/ 331493 w 2915191"/>
                <a:gd name="connsiteY34" fmla="*/ 149218 h 350975"/>
                <a:gd name="connsiteX35" fmla="*/ 341243 w 2915191"/>
                <a:gd name="connsiteY35" fmla="*/ 144747 h 350975"/>
                <a:gd name="connsiteX36" fmla="*/ 350993 w 2915191"/>
                <a:gd name="connsiteY36" fmla="*/ 174908 h 350975"/>
                <a:gd name="connsiteX37" fmla="*/ 360742 w 2915191"/>
                <a:gd name="connsiteY37" fmla="*/ 208079 h 350975"/>
                <a:gd name="connsiteX38" fmla="*/ 370492 w 2915191"/>
                <a:gd name="connsiteY38" fmla="*/ 232814 h 350975"/>
                <a:gd name="connsiteX39" fmla="*/ 380241 w 2915191"/>
                <a:gd name="connsiteY39" fmla="*/ 217382 h 350975"/>
                <a:gd name="connsiteX40" fmla="*/ 389991 w 2915191"/>
                <a:gd name="connsiteY40" fmla="*/ 194041 h 350975"/>
                <a:gd name="connsiteX41" fmla="*/ 399741 w 2915191"/>
                <a:gd name="connsiteY41" fmla="*/ 211569 h 350975"/>
                <a:gd name="connsiteX42" fmla="*/ 409491 w 2915191"/>
                <a:gd name="connsiteY42" fmla="*/ 197115 h 350975"/>
                <a:gd name="connsiteX43" fmla="*/ 419241 w 2915191"/>
                <a:gd name="connsiteY43" fmla="*/ 173722 h 350975"/>
                <a:gd name="connsiteX44" fmla="*/ 428991 w 2915191"/>
                <a:gd name="connsiteY44" fmla="*/ 169203 h 350975"/>
                <a:gd name="connsiteX45" fmla="*/ 438741 w 2915191"/>
                <a:gd name="connsiteY45" fmla="*/ 139819 h 350975"/>
                <a:gd name="connsiteX46" fmla="*/ 448491 w 2915191"/>
                <a:gd name="connsiteY46" fmla="*/ 184688 h 350975"/>
                <a:gd name="connsiteX47" fmla="*/ 458241 w 2915191"/>
                <a:gd name="connsiteY47" fmla="*/ 177252 h 350975"/>
                <a:gd name="connsiteX48" fmla="*/ 467991 w 2915191"/>
                <a:gd name="connsiteY48" fmla="*/ 181730 h 350975"/>
                <a:gd name="connsiteX49" fmla="*/ 477740 w 2915191"/>
                <a:gd name="connsiteY49" fmla="*/ 185985 h 350975"/>
                <a:gd name="connsiteX50" fmla="*/ 487490 w 2915191"/>
                <a:gd name="connsiteY50" fmla="*/ 170704 h 350975"/>
                <a:gd name="connsiteX51" fmla="*/ 497239 w 2915191"/>
                <a:gd name="connsiteY51" fmla="*/ 148480 h 350975"/>
                <a:gd name="connsiteX52" fmla="*/ 506989 w 2915191"/>
                <a:gd name="connsiteY52" fmla="*/ 164309 h 350975"/>
                <a:gd name="connsiteX53" fmla="*/ 516738 w 2915191"/>
                <a:gd name="connsiteY53" fmla="*/ 198258 h 350975"/>
                <a:gd name="connsiteX54" fmla="*/ 526488 w 2915191"/>
                <a:gd name="connsiteY54" fmla="*/ 206540 h 350975"/>
                <a:gd name="connsiteX55" fmla="*/ 536238 w 2915191"/>
                <a:gd name="connsiteY55" fmla="*/ 229754 h 350975"/>
                <a:gd name="connsiteX56" fmla="*/ 545988 w 2915191"/>
                <a:gd name="connsiteY56" fmla="*/ 243512 h 350975"/>
                <a:gd name="connsiteX57" fmla="*/ 555738 w 2915191"/>
                <a:gd name="connsiteY57" fmla="*/ 238028 h 350975"/>
                <a:gd name="connsiteX58" fmla="*/ 565488 w 2915191"/>
                <a:gd name="connsiteY58" fmla="*/ 249820 h 350975"/>
                <a:gd name="connsiteX59" fmla="*/ 575238 w 2915191"/>
                <a:gd name="connsiteY59" fmla="*/ 232359 h 350975"/>
                <a:gd name="connsiteX60" fmla="*/ 584988 w 2915191"/>
                <a:gd name="connsiteY60" fmla="*/ 254223 h 350975"/>
                <a:gd name="connsiteX61" fmla="*/ 594738 w 2915191"/>
                <a:gd name="connsiteY61" fmla="*/ 268448 h 350975"/>
                <a:gd name="connsiteX62" fmla="*/ 604488 w 2915191"/>
                <a:gd name="connsiteY62" fmla="*/ 299417 h 350975"/>
                <a:gd name="connsiteX63" fmla="*/ 614237 w 2915191"/>
                <a:gd name="connsiteY63" fmla="*/ 280146 h 350975"/>
                <a:gd name="connsiteX64" fmla="*/ 623987 w 2915191"/>
                <a:gd name="connsiteY64" fmla="*/ 283650 h 350975"/>
                <a:gd name="connsiteX65" fmla="*/ 633736 w 2915191"/>
                <a:gd name="connsiteY65" fmla="*/ 287403 h 350975"/>
                <a:gd name="connsiteX66" fmla="*/ 643486 w 2915191"/>
                <a:gd name="connsiteY66" fmla="*/ 315869 h 350975"/>
                <a:gd name="connsiteX67" fmla="*/ 653236 w 2915191"/>
                <a:gd name="connsiteY67" fmla="*/ 292896 h 350975"/>
                <a:gd name="connsiteX68" fmla="*/ 662985 w 2915191"/>
                <a:gd name="connsiteY68" fmla="*/ 293638 h 350975"/>
                <a:gd name="connsiteX69" fmla="*/ 672735 w 2915191"/>
                <a:gd name="connsiteY69" fmla="*/ 308609 h 350975"/>
                <a:gd name="connsiteX70" fmla="*/ 682485 w 2915191"/>
                <a:gd name="connsiteY70" fmla="*/ 276308 h 350975"/>
                <a:gd name="connsiteX71" fmla="*/ 692235 w 2915191"/>
                <a:gd name="connsiteY71" fmla="*/ 264479 h 350975"/>
                <a:gd name="connsiteX72" fmla="*/ 701985 w 2915191"/>
                <a:gd name="connsiteY72" fmla="*/ 271950 h 350975"/>
                <a:gd name="connsiteX73" fmla="*/ 711735 w 2915191"/>
                <a:gd name="connsiteY73" fmla="*/ 266711 h 350975"/>
                <a:gd name="connsiteX74" fmla="*/ 721485 w 2915191"/>
                <a:gd name="connsiteY74" fmla="*/ 281290 h 350975"/>
                <a:gd name="connsiteX75" fmla="*/ 731235 w 2915191"/>
                <a:gd name="connsiteY75" fmla="*/ 264905 h 350975"/>
                <a:gd name="connsiteX76" fmla="*/ 740985 w 2915191"/>
                <a:gd name="connsiteY76" fmla="*/ 293713 h 350975"/>
                <a:gd name="connsiteX77" fmla="*/ 750734 w 2915191"/>
                <a:gd name="connsiteY77" fmla="*/ 269859 h 350975"/>
                <a:gd name="connsiteX78" fmla="*/ 760484 w 2915191"/>
                <a:gd name="connsiteY78" fmla="*/ 265695 h 350975"/>
                <a:gd name="connsiteX79" fmla="*/ 770233 w 2915191"/>
                <a:gd name="connsiteY79" fmla="*/ 267921 h 350975"/>
                <a:gd name="connsiteX80" fmla="*/ 779983 w 2915191"/>
                <a:gd name="connsiteY80" fmla="*/ 254352 h 350975"/>
                <a:gd name="connsiteX81" fmla="*/ 789733 w 2915191"/>
                <a:gd name="connsiteY81" fmla="*/ 296847 h 350975"/>
                <a:gd name="connsiteX82" fmla="*/ 799482 w 2915191"/>
                <a:gd name="connsiteY82" fmla="*/ 295509 h 350975"/>
                <a:gd name="connsiteX83" fmla="*/ 809232 w 2915191"/>
                <a:gd name="connsiteY83" fmla="*/ 278495 h 350975"/>
                <a:gd name="connsiteX84" fmla="*/ 818982 w 2915191"/>
                <a:gd name="connsiteY84" fmla="*/ 274937 h 350975"/>
                <a:gd name="connsiteX85" fmla="*/ 828732 w 2915191"/>
                <a:gd name="connsiteY85" fmla="*/ 303297 h 350975"/>
                <a:gd name="connsiteX86" fmla="*/ 838482 w 2915191"/>
                <a:gd name="connsiteY86" fmla="*/ 314854 h 350975"/>
                <a:gd name="connsiteX87" fmla="*/ 848232 w 2915191"/>
                <a:gd name="connsiteY87" fmla="*/ 343532 h 350975"/>
                <a:gd name="connsiteX88" fmla="*/ 857982 w 2915191"/>
                <a:gd name="connsiteY88" fmla="*/ 326860 h 350975"/>
                <a:gd name="connsiteX89" fmla="*/ 867732 w 2915191"/>
                <a:gd name="connsiteY89" fmla="*/ 334935 h 350975"/>
                <a:gd name="connsiteX90" fmla="*/ 877482 w 2915191"/>
                <a:gd name="connsiteY90" fmla="*/ 344831 h 350975"/>
                <a:gd name="connsiteX91" fmla="*/ 887231 w 2915191"/>
                <a:gd name="connsiteY91" fmla="*/ 342672 h 350975"/>
                <a:gd name="connsiteX92" fmla="*/ 896981 w 2915191"/>
                <a:gd name="connsiteY92" fmla="*/ 330899 h 350975"/>
                <a:gd name="connsiteX93" fmla="*/ 906730 w 2915191"/>
                <a:gd name="connsiteY93" fmla="*/ 347158 h 350975"/>
                <a:gd name="connsiteX94" fmla="*/ 916480 w 2915191"/>
                <a:gd name="connsiteY94" fmla="*/ 350975 h 350975"/>
                <a:gd name="connsiteX95" fmla="*/ 926230 w 2915191"/>
                <a:gd name="connsiteY95" fmla="*/ 304227 h 350975"/>
                <a:gd name="connsiteX96" fmla="*/ 935979 w 2915191"/>
                <a:gd name="connsiteY96" fmla="*/ 272501 h 350975"/>
                <a:gd name="connsiteX97" fmla="*/ 945729 w 2915191"/>
                <a:gd name="connsiteY97" fmla="*/ 225834 h 350975"/>
                <a:gd name="connsiteX98" fmla="*/ 955479 w 2915191"/>
                <a:gd name="connsiteY98" fmla="*/ 223742 h 350975"/>
                <a:gd name="connsiteX99" fmla="*/ 965229 w 2915191"/>
                <a:gd name="connsiteY99" fmla="*/ 226327 h 350975"/>
                <a:gd name="connsiteX100" fmla="*/ 974979 w 2915191"/>
                <a:gd name="connsiteY100" fmla="*/ 217978 h 350975"/>
                <a:gd name="connsiteX101" fmla="*/ 984729 w 2915191"/>
                <a:gd name="connsiteY101" fmla="*/ 196528 h 350975"/>
                <a:gd name="connsiteX102" fmla="*/ 994474 w 2915191"/>
                <a:gd name="connsiteY102" fmla="*/ 222074 h 350975"/>
                <a:gd name="connsiteX103" fmla="*/ 1004233 w 2915191"/>
                <a:gd name="connsiteY103" fmla="*/ 218753 h 350975"/>
                <a:gd name="connsiteX104" fmla="*/ 1013977 w 2915191"/>
                <a:gd name="connsiteY104" fmla="*/ 228884 h 350975"/>
                <a:gd name="connsiteX105" fmla="*/ 1023721 w 2915191"/>
                <a:gd name="connsiteY105" fmla="*/ 206850 h 350975"/>
                <a:gd name="connsiteX106" fmla="*/ 1033480 w 2915191"/>
                <a:gd name="connsiteY106" fmla="*/ 239935 h 350975"/>
                <a:gd name="connsiteX107" fmla="*/ 1043224 w 2915191"/>
                <a:gd name="connsiteY107" fmla="*/ 242268 h 350975"/>
                <a:gd name="connsiteX108" fmla="*/ 1052983 w 2915191"/>
                <a:gd name="connsiteY108" fmla="*/ 207266 h 350975"/>
                <a:gd name="connsiteX109" fmla="*/ 1062727 w 2915191"/>
                <a:gd name="connsiteY109" fmla="*/ 195524 h 350975"/>
                <a:gd name="connsiteX110" fmla="*/ 1072471 w 2915191"/>
                <a:gd name="connsiteY110" fmla="*/ 174616 h 350975"/>
                <a:gd name="connsiteX111" fmla="*/ 1082230 w 2915191"/>
                <a:gd name="connsiteY111" fmla="*/ 187498 h 350975"/>
                <a:gd name="connsiteX112" fmla="*/ 1091973 w 2915191"/>
                <a:gd name="connsiteY112" fmla="*/ 182159 h 350975"/>
                <a:gd name="connsiteX113" fmla="*/ 1101732 w 2915191"/>
                <a:gd name="connsiteY113" fmla="*/ 180820 h 350975"/>
                <a:gd name="connsiteX114" fmla="*/ 1111476 w 2915191"/>
                <a:gd name="connsiteY114" fmla="*/ 196030 h 350975"/>
                <a:gd name="connsiteX115" fmla="*/ 1121220 w 2915191"/>
                <a:gd name="connsiteY115" fmla="*/ 179314 h 350975"/>
                <a:gd name="connsiteX116" fmla="*/ 1130979 w 2915191"/>
                <a:gd name="connsiteY116" fmla="*/ 197844 h 350975"/>
                <a:gd name="connsiteX117" fmla="*/ 1140723 w 2915191"/>
                <a:gd name="connsiteY117" fmla="*/ 164561 h 350975"/>
                <a:gd name="connsiteX118" fmla="*/ 1150482 w 2915191"/>
                <a:gd name="connsiteY118" fmla="*/ 148967 h 350975"/>
                <a:gd name="connsiteX119" fmla="*/ 1160226 w 2915191"/>
                <a:gd name="connsiteY119" fmla="*/ 164024 h 350975"/>
                <a:gd name="connsiteX120" fmla="*/ 1169969 w 2915191"/>
                <a:gd name="connsiteY120" fmla="*/ 127729 h 350975"/>
                <a:gd name="connsiteX121" fmla="*/ 1179728 w 2915191"/>
                <a:gd name="connsiteY121" fmla="*/ 75569 h 350975"/>
                <a:gd name="connsiteX122" fmla="*/ 1189472 w 2915191"/>
                <a:gd name="connsiteY122" fmla="*/ 84468 h 350975"/>
                <a:gd name="connsiteX123" fmla="*/ 1199231 w 2915191"/>
                <a:gd name="connsiteY123" fmla="*/ 65856 h 350975"/>
                <a:gd name="connsiteX124" fmla="*/ 1208975 w 2915191"/>
                <a:gd name="connsiteY124" fmla="*/ 78354 h 350975"/>
                <a:gd name="connsiteX125" fmla="*/ 1218719 w 2915191"/>
                <a:gd name="connsiteY125" fmla="*/ 71467 h 350975"/>
                <a:gd name="connsiteX126" fmla="*/ 1228478 w 2915191"/>
                <a:gd name="connsiteY126" fmla="*/ 50959 h 350975"/>
                <a:gd name="connsiteX127" fmla="*/ 1238222 w 2915191"/>
                <a:gd name="connsiteY127" fmla="*/ 43879 h 350975"/>
                <a:gd name="connsiteX128" fmla="*/ 1247966 w 2915191"/>
                <a:gd name="connsiteY128" fmla="*/ 32322 h 350975"/>
                <a:gd name="connsiteX129" fmla="*/ 1257725 w 2915191"/>
                <a:gd name="connsiteY129" fmla="*/ 53936 h 350975"/>
                <a:gd name="connsiteX130" fmla="*/ 1267469 w 2915191"/>
                <a:gd name="connsiteY130" fmla="*/ 50968 h 350975"/>
                <a:gd name="connsiteX131" fmla="*/ 1277227 w 2915191"/>
                <a:gd name="connsiteY131" fmla="*/ 21110 h 350975"/>
                <a:gd name="connsiteX132" fmla="*/ 1286971 w 2915191"/>
                <a:gd name="connsiteY132" fmla="*/ 29871 h 350975"/>
                <a:gd name="connsiteX133" fmla="*/ 1296715 w 2915191"/>
                <a:gd name="connsiteY133" fmla="*/ 31739 h 350975"/>
                <a:gd name="connsiteX134" fmla="*/ 1306474 w 2915191"/>
                <a:gd name="connsiteY134" fmla="*/ 32836 h 350975"/>
                <a:gd name="connsiteX135" fmla="*/ 1316218 w 2915191"/>
                <a:gd name="connsiteY135" fmla="*/ 34744 h 350975"/>
                <a:gd name="connsiteX136" fmla="*/ 1325977 w 2915191"/>
                <a:gd name="connsiteY136" fmla="*/ 47888 h 350975"/>
                <a:gd name="connsiteX137" fmla="*/ 1335721 w 2915191"/>
                <a:gd name="connsiteY137" fmla="*/ 51498 h 350975"/>
                <a:gd name="connsiteX138" fmla="*/ 1345465 w 2915191"/>
                <a:gd name="connsiteY138" fmla="*/ 48411 h 350975"/>
                <a:gd name="connsiteX139" fmla="*/ 1355224 w 2915191"/>
                <a:gd name="connsiteY139" fmla="*/ 71961 h 350975"/>
                <a:gd name="connsiteX140" fmla="*/ 1364967 w 2915191"/>
                <a:gd name="connsiteY140" fmla="*/ 83442 h 350975"/>
                <a:gd name="connsiteX141" fmla="*/ 1374726 w 2915191"/>
                <a:gd name="connsiteY141" fmla="*/ 79185 h 350975"/>
                <a:gd name="connsiteX142" fmla="*/ 1384470 w 2915191"/>
                <a:gd name="connsiteY142" fmla="*/ 95859 h 350975"/>
                <a:gd name="connsiteX143" fmla="*/ 1394214 w 2915191"/>
                <a:gd name="connsiteY143" fmla="*/ 107693 h 350975"/>
                <a:gd name="connsiteX144" fmla="*/ 1403973 w 2915191"/>
                <a:gd name="connsiteY144" fmla="*/ 58721 h 350975"/>
                <a:gd name="connsiteX145" fmla="*/ 1413717 w 2915191"/>
                <a:gd name="connsiteY145" fmla="*/ 82902 h 350975"/>
                <a:gd name="connsiteX146" fmla="*/ 1423476 w 2915191"/>
                <a:gd name="connsiteY146" fmla="*/ 75523 h 350975"/>
                <a:gd name="connsiteX147" fmla="*/ 1433220 w 2915191"/>
                <a:gd name="connsiteY147" fmla="*/ 104621 h 350975"/>
                <a:gd name="connsiteX148" fmla="*/ 1442964 w 2915191"/>
                <a:gd name="connsiteY148" fmla="*/ 114910 h 350975"/>
                <a:gd name="connsiteX149" fmla="*/ 1452722 w 2915191"/>
                <a:gd name="connsiteY149" fmla="*/ 120849 h 350975"/>
                <a:gd name="connsiteX150" fmla="*/ 1462466 w 2915191"/>
                <a:gd name="connsiteY150" fmla="*/ 116577 h 350975"/>
                <a:gd name="connsiteX151" fmla="*/ 1472225 w 2915191"/>
                <a:gd name="connsiteY151" fmla="*/ 173171 h 350975"/>
                <a:gd name="connsiteX152" fmla="*/ 1481969 w 2915191"/>
                <a:gd name="connsiteY152" fmla="*/ 185384 h 350975"/>
                <a:gd name="connsiteX153" fmla="*/ 1491713 w 2915191"/>
                <a:gd name="connsiteY153" fmla="*/ 179977 h 350975"/>
                <a:gd name="connsiteX154" fmla="*/ 1501472 w 2915191"/>
                <a:gd name="connsiteY154" fmla="*/ 147612 h 350975"/>
                <a:gd name="connsiteX155" fmla="*/ 1511216 w 2915191"/>
                <a:gd name="connsiteY155" fmla="*/ 137032 h 350975"/>
                <a:gd name="connsiteX156" fmla="*/ 1520960 w 2915191"/>
                <a:gd name="connsiteY156" fmla="*/ 120487 h 350975"/>
                <a:gd name="connsiteX157" fmla="*/ 1530719 w 2915191"/>
                <a:gd name="connsiteY157" fmla="*/ 105872 h 350975"/>
                <a:gd name="connsiteX158" fmla="*/ 1540463 w 2915191"/>
                <a:gd name="connsiteY158" fmla="*/ 97554 h 350975"/>
                <a:gd name="connsiteX159" fmla="*/ 1550221 w 2915191"/>
                <a:gd name="connsiteY159" fmla="*/ 134068 h 350975"/>
                <a:gd name="connsiteX160" fmla="*/ 1559965 w 2915191"/>
                <a:gd name="connsiteY160" fmla="*/ 158017 h 350975"/>
                <a:gd name="connsiteX161" fmla="*/ 1569709 w 2915191"/>
                <a:gd name="connsiteY161" fmla="*/ 208230 h 350975"/>
                <a:gd name="connsiteX162" fmla="*/ 1579468 w 2915191"/>
                <a:gd name="connsiteY162" fmla="*/ 212141 h 350975"/>
                <a:gd name="connsiteX163" fmla="*/ 1589212 w 2915191"/>
                <a:gd name="connsiteY163" fmla="*/ 203607 h 350975"/>
                <a:gd name="connsiteX164" fmla="*/ 1598971 w 2915191"/>
                <a:gd name="connsiteY164" fmla="*/ 208400 h 350975"/>
                <a:gd name="connsiteX165" fmla="*/ 1608715 w 2915191"/>
                <a:gd name="connsiteY165" fmla="*/ 206603 h 350975"/>
                <a:gd name="connsiteX166" fmla="*/ 1618459 w 2915191"/>
                <a:gd name="connsiteY166" fmla="*/ 212392 h 350975"/>
                <a:gd name="connsiteX167" fmla="*/ 1628218 w 2915191"/>
                <a:gd name="connsiteY167" fmla="*/ 199365 h 350975"/>
                <a:gd name="connsiteX168" fmla="*/ 1637962 w 2915191"/>
                <a:gd name="connsiteY168" fmla="*/ 150177 h 350975"/>
                <a:gd name="connsiteX169" fmla="*/ 1647720 w 2915191"/>
                <a:gd name="connsiteY169" fmla="*/ 110509 h 350975"/>
                <a:gd name="connsiteX170" fmla="*/ 1657464 w 2915191"/>
                <a:gd name="connsiteY170" fmla="*/ 110293 h 350975"/>
                <a:gd name="connsiteX171" fmla="*/ 1667208 w 2915191"/>
                <a:gd name="connsiteY171" fmla="*/ 140354 h 350975"/>
                <a:gd name="connsiteX172" fmla="*/ 1676967 w 2915191"/>
                <a:gd name="connsiteY172" fmla="*/ 141384 h 350975"/>
                <a:gd name="connsiteX173" fmla="*/ 1686711 w 2915191"/>
                <a:gd name="connsiteY173" fmla="*/ 128793 h 350975"/>
                <a:gd name="connsiteX174" fmla="*/ 1696470 w 2915191"/>
                <a:gd name="connsiteY174" fmla="*/ 135955 h 350975"/>
                <a:gd name="connsiteX175" fmla="*/ 1706214 w 2915191"/>
                <a:gd name="connsiteY175" fmla="*/ 157741 h 350975"/>
                <a:gd name="connsiteX176" fmla="*/ 1715958 w 2915191"/>
                <a:gd name="connsiteY176" fmla="*/ 176907 h 350975"/>
                <a:gd name="connsiteX177" fmla="*/ 1725716 w 2915191"/>
                <a:gd name="connsiteY177" fmla="*/ 222661 h 350975"/>
                <a:gd name="connsiteX178" fmla="*/ 1735460 w 2915191"/>
                <a:gd name="connsiteY178" fmla="*/ 217911 h 350975"/>
                <a:gd name="connsiteX179" fmla="*/ 1745219 w 2915191"/>
                <a:gd name="connsiteY179" fmla="*/ 211180 h 350975"/>
                <a:gd name="connsiteX180" fmla="*/ 1754963 w 2915191"/>
                <a:gd name="connsiteY180" fmla="*/ 203115 h 350975"/>
                <a:gd name="connsiteX181" fmla="*/ 1764707 w 2915191"/>
                <a:gd name="connsiteY181" fmla="*/ 176994 h 350975"/>
                <a:gd name="connsiteX182" fmla="*/ 1774466 w 2915191"/>
                <a:gd name="connsiteY182" fmla="*/ 211859 h 350975"/>
                <a:gd name="connsiteX183" fmla="*/ 1784210 w 2915191"/>
                <a:gd name="connsiteY183" fmla="*/ 202646 h 350975"/>
                <a:gd name="connsiteX184" fmla="*/ 1793969 w 2915191"/>
                <a:gd name="connsiteY184" fmla="*/ 188554 h 350975"/>
                <a:gd name="connsiteX185" fmla="*/ 1803713 w 2915191"/>
                <a:gd name="connsiteY185" fmla="*/ 218026 h 350975"/>
                <a:gd name="connsiteX186" fmla="*/ 1813457 w 2915191"/>
                <a:gd name="connsiteY186" fmla="*/ 242456 h 350975"/>
                <a:gd name="connsiteX187" fmla="*/ 1823215 w 2915191"/>
                <a:gd name="connsiteY187" fmla="*/ 261981 h 350975"/>
                <a:gd name="connsiteX188" fmla="*/ 1832959 w 2915191"/>
                <a:gd name="connsiteY188" fmla="*/ 253385 h 350975"/>
                <a:gd name="connsiteX189" fmla="*/ 1842703 w 2915191"/>
                <a:gd name="connsiteY189" fmla="*/ 257091 h 350975"/>
                <a:gd name="connsiteX190" fmla="*/ 1852462 w 2915191"/>
                <a:gd name="connsiteY190" fmla="*/ 248694 h 350975"/>
                <a:gd name="connsiteX191" fmla="*/ 1862206 w 2915191"/>
                <a:gd name="connsiteY191" fmla="*/ 241770 h 350975"/>
                <a:gd name="connsiteX192" fmla="*/ 1871965 w 2915191"/>
                <a:gd name="connsiteY192" fmla="*/ 240206 h 350975"/>
                <a:gd name="connsiteX193" fmla="*/ 1881709 w 2915191"/>
                <a:gd name="connsiteY193" fmla="*/ 205740 h 350975"/>
                <a:gd name="connsiteX194" fmla="*/ 1891453 w 2915191"/>
                <a:gd name="connsiteY194" fmla="*/ 198219 h 350975"/>
                <a:gd name="connsiteX195" fmla="*/ 1901212 w 2915191"/>
                <a:gd name="connsiteY195" fmla="*/ 197140 h 350975"/>
                <a:gd name="connsiteX196" fmla="*/ 1910956 w 2915191"/>
                <a:gd name="connsiteY196" fmla="*/ 212366 h 350975"/>
                <a:gd name="connsiteX197" fmla="*/ 1920714 w 2915191"/>
                <a:gd name="connsiteY197" fmla="*/ 193486 h 350975"/>
                <a:gd name="connsiteX198" fmla="*/ 1930458 w 2915191"/>
                <a:gd name="connsiteY198" fmla="*/ 179293 h 350975"/>
                <a:gd name="connsiteX199" fmla="*/ 1940202 w 2915191"/>
                <a:gd name="connsiteY199" fmla="*/ 185921 h 350975"/>
                <a:gd name="connsiteX200" fmla="*/ 1949961 w 2915191"/>
                <a:gd name="connsiteY200" fmla="*/ 169792 h 350975"/>
                <a:gd name="connsiteX201" fmla="*/ 1959705 w 2915191"/>
                <a:gd name="connsiteY201" fmla="*/ 170276 h 350975"/>
                <a:gd name="connsiteX202" fmla="*/ 1969464 w 2915191"/>
                <a:gd name="connsiteY202" fmla="*/ 158878 h 350975"/>
                <a:gd name="connsiteX203" fmla="*/ 1979208 w 2915191"/>
                <a:gd name="connsiteY203" fmla="*/ 157524 h 350975"/>
                <a:gd name="connsiteX204" fmla="*/ 1988952 w 2915191"/>
                <a:gd name="connsiteY204" fmla="*/ 154394 h 350975"/>
                <a:gd name="connsiteX205" fmla="*/ 1998711 w 2915191"/>
                <a:gd name="connsiteY205" fmla="*/ 112797 h 350975"/>
                <a:gd name="connsiteX206" fmla="*/ 2008454 w 2915191"/>
                <a:gd name="connsiteY206" fmla="*/ 115542 h 350975"/>
                <a:gd name="connsiteX207" fmla="*/ 2018213 w 2915191"/>
                <a:gd name="connsiteY207" fmla="*/ 140572 h 350975"/>
                <a:gd name="connsiteX208" fmla="*/ 2027957 w 2915191"/>
                <a:gd name="connsiteY208" fmla="*/ 124916 h 350975"/>
                <a:gd name="connsiteX209" fmla="*/ 2037701 w 2915191"/>
                <a:gd name="connsiteY209" fmla="*/ 109990 h 350975"/>
                <a:gd name="connsiteX210" fmla="*/ 2047460 w 2915191"/>
                <a:gd name="connsiteY210" fmla="*/ 78631 h 350975"/>
                <a:gd name="connsiteX211" fmla="*/ 2057204 w 2915191"/>
                <a:gd name="connsiteY211" fmla="*/ 61950 h 350975"/>
                <a:gd name="connsiteX212" fmla="*/ 2066963 w 2915191"/>
                <a:gd name="connsiteY212" fmla="*/ 56586 h 350975"/>
                <a:gd name="connsiteX213" fmla="*/ 2076707 w 2915191"/>
                <a:gd name="connsiteY213" fmla="*/ 79824 h 350975"/>
                <a:gd name="connsiteX214" fmla="*/ 2086451 w 2915191"/>
                <a:gd name="connsiteY214" fmla="*/ 74520 h 350975"/>
                <a:gd name="connsiteX215" fmla="*/ 2096210 w 2915191"/>
                <a:gd name="connsiteY215" fmla="*/ 46449 h 350975"/>
                <a:gd name="connsiteX216" fmla="*/ 2105954 w 2915191"/>
                <a:gd name="connsiteY216" fmla="*/ 56777 h 350975"/>
                <a:gd name="connsiteX217" fmla="*/ 2115697 w 2915191"/>
                <a:gd name="connsiteY217" fmla="*/ 44748 h 350975"/>
                <a:gd name="connsiteX218" fmla="*/ 2125456 w 2915191"/>
                <a:gd name="connsiteY218" fmla="*/ 73205 h 350975"/>
                <a:gd name="connsiteX219" fmla="*/ 2135200 w 2915191"/>
                <a:gd name="connsiteY219" fmla="*/ 75432 h 350975"/>
                <a:gd name="connsiteX220" fmla="*/ 2144959 w 2915191"/>
                <a:gd name="connsiteY220" fmla="*/ 77999 h 350975"/>
                <a:gd name="connsiteX221" fmla="*/ 2154703 w 2915191"/>
                <a:gd name="connsiteY221" fmla="*/ 82496 h 350975"/>
                <a:gd name="connsiteX222" fmla="*/ 2164447 w 2915191"/>
                <a:gd name="connsiteY222" fmla="*/ 103634 h 350975"/>
                <a:gd name="connsiteX223" fmla="*/ 2174206 w 2915191"/>
                <a:gd name="connsiteY223" fmla="*/ 121486 h 350975"/>
                <a:gd name="connsiteX224" fmla="*/ 2183950 w 2915191"/>
                <a:gd name="connsiteY224" fmla="*/ 140615 h 350975"/>
                <a:gd name="connsiteX225" fmla="*/ 2193709 w 2915191"/>
                <a:gd name="connsiteY225" fmla="*/ 143292 h 350975"/>
                <a:gd name="connsiteX226" fmla="*/ 2203452 w 2915191"/>
                <a:gd name="connsiteY226" fmla="*/ 158610 h 350975"/>
                <a:gd name="connsiteX227" fmla="*/ 2213196 w 2915191"/>
                <a:gd name="connsiteY227" fmla="*/ 171066 h 350975"/>
                <a:gd name="connsiteX228" fmla="*/ 2222955 w 2915191"/>
                <a:gd name="connsiteY228" fmla="*/ 185878 h 350975"/>
                <a:gd name="connsiteX229" fmla="*/ 2232699 w 2915191"/>
                <a:gd name="connsiteY229" fmla="*/ 156791 h 350975"/>
                <a:gd name="connsiteX230" fmla="*/ 2242458 w 2915191"/>
                <a:gd name="connsiteY230" fmla="*/ 167201 h 350975"/>
                <a:gd name="connsiteX231" fmla="*/ 2252202 w 2915191"/>
                <a:gd name="connsiteY231" fmla="*/ 153196 h 350975"/>
                <a:gd name="connsiteX232" fmla="*/ 2261946 w 2915191"/>
                <a:gd name="connsiteY232" fmla="*/ 150720 h 350975"/>
                <a:gd name="connsiteX233" fmla="*/ 2271705 w 2915191"/>
                <a:gd name="connsiteY233" fmla="*/ 131136 h 350975"/>
                <a:gd name="connsiteX234" fmla="*/ 2281449 w 2915191"/>
                <a:gd name="connsiteY234" fmla="*/ 127221 h 350975"/>
                <a:gd name="connsiteX235" fmla="*/ 2291208 w 2915191"/>
                <a:gd name="connsiteY235" fmla="*/ 165754 h 350975"/>
                <a:gd name="connsiteX236" fmla="*/ 2300951 w 2915191"/>
                <a:gd name="connsiteY236" fmla="*/ 168314 h 350975"/>
                <a:gd name="connsiteX237" fmla="*/ 2310695 w 2915191"/>
                <a:gd name="connsiteY237" fmla="*/ 154842 h 350975"/>
                <a:gd name="connsiteX238" fmla="*/ 2320454 w 2915191"/>
                <a:gd name="connsiteY238" fmla="*/ 159507 h 350975"/>
                <a:gd name="connsiteX239" fmla="*/ 2330198 w 2915191"/>
                <a:gd name="connsiteY239" fmla="*/ 157058 h 350975"/>
                <a:gd name="connsiteX240" fmla="*/ 2339957 w 2915191"/>
                <a:gd name="connsiteY240" fmla="*/ 122328 h 350975"/>
                <a:gd name="connsiteX241" fmla="*/ 2349701 w 2915191"/>
                <a:gd name="connsiteY241" fmla="*/ 129138 h 350975"/>
                <a:gd name="connsiteX242" fmla="*/ 2359445 w 2915191"/>
                <a:gd name="connsiteY242" fmla="*/ 103867 h 350975"/>
                <a:gd name="connsiteX243" fmla="*/ 2369204 w 2915191"/>
                <a:gd name="connsiteY243" fmla="*/ 77953 h 350975"/>
                <a:gd name="connsiteX244" fmla="*/ 2378948 w 2915191"/>
                <a:gd name="connsiteY244" fmla="*/ 43758 h 350975"/>
                <a:gd name="connsiteX245" fmla="*/ 2388692 w 2915191"/>
                <a:gd name="connsiteY245" fmla="*/ 19199 h 350975"/>
                <a:gd name="connsiteX246" fmla="*/ 2398450 w 2915191"/>
                <a:gd name="connsiteY246" fmla="*/ 12380 h 350975"/>
                <a:gd name="connsiteX247" fmla="*/ 2408194 w 2915191"/>
                <a:gd name="connsiteY247" fmla="*/ 0 h 350975"/>
                <a:gd name="connsiteX248" fmla="*/ 2417953 w 2915191"/>
                <a:gd name="connsiteY248" fmla="*/ 29130 h 350975"/>
                <a:gd name="connsiteX249" fmla="*/ 2427697 w 2915191"/>
                <a:gd name="connsiteY249" fmla="*/ 55260 h 350975"/>
                <a:gd name="connsiteX250" fmla="*/ 2437441 w 2915191"/>
                <a:gd name="connsiteY250" fmla="*/ 75133 h 350975"/>
                <a:gd name="connsiteX251" fmla="*/ 2447200 w 2915191"/>
                <a:gd name="connsiteY251" fmla="*/ 80603 h 350975"/>
                <a:gd name="connsiteX252" fmla="*/ 2456944 w 2915191"/>
                <a:gd name="connsiteY252" fmla="*/ 88458 h 350975"/>
                <a:gd name="connsiteX253" fmla="*/ 2466703 w 2915191"/>
                <a:gd name="connsiteY253" fmla="*/ 118554 h 350975"/>
                <a:gd name="connsiteX254" fmla="*/ 2476446 w 2915191"/>
                <a:gd name="connsiteY254" fmla="*/ 109081 h 350975"/>
                <a:gd name="connsiteX255" fmla="*/ 2486190 w 2915191"/>
                <a:gd name="connsiteY255" fmla="*/ 70167 h 350975"/>
                <a:gd name="connsiteX256" fmla="*/ 2495949 w 2915191"/>
                <a:gd name="connsiteY256" fmla="*/ 101006 h 350975"/>
                <a:gd name="connsiteX257" fmla="*/ 2505693 w 2915191"/>
                <a:gd name="connsiteY257" fmla="*/ 116690 h 350975"/>
                <a:gd name="connsiteX258" fmla="*/ 2515452 w 2915191"/>
                <a:gd name="connsiteY258" fmla="*/ 128249 h 350975"/>
                <a:gd name="connsiteX259" fmla="*/ 2525196 w 2915191"/>
                <a:gd name="connsiteY259" fmla="*/ 143815 h 350975"/>
                <a:gd name="connsiteX260" fmla="*/ 2534940 w 2915191"/>
                <a:gd name="connsiteY260" fmla="*/ 158834 h 350975"/>
                <a:gd name="connsiteX261" fmla="*/ 2544699 w 2915191"/>
                <a:gd name="connsiteY261" fmla="*/ 152971 h 350975"/>
                <a:gd name="connsiteX262" fmla="*/ 2554443 w 2915191"/>
                <a:gd name="connsiteY262" fmla="*/ 113906 h 350975"/>
                <a:gd name="connsiteX263" fmla="*/ 2564202 w 2915191"/>
                <a:gd name="connsiteY263" fmla="*/ 111209 h 350975"/>
                <a:gd name="connsiteX264" fmla="*/ 2573946 w 2915191"/>
                <a:gd name="connsiteY264" fmla="*/ 93715 h 350975"/>
                <a:gd name="connsiteX265" fmla="*/ 2583690 w 2915191"/>
                <a:gd name="connsiteY265" fmla="*/ 114470 h 350975"/>
                <a:gd name="connsiteX266" fmla="*/ 2593448 w 2915191"/>
                <a:gd name="connsiteY266" fmla="*/ 122111 h 350975"/>
                <a:gd name="connsiteX267" fmla="*/ 2603192 w 2915191"/>
                <a:gd name="connsiteY267" fmla="*/ 95997 h 350975"/>
                <a:gd name="connsiteX268" fmla="*/ 2612951 w 2915191"/>
                <a:gd name="connsiteY268" fmla="*/ 78588 h 350975"/>
                <a:gd name="connsiteX269" fmla="*/ 2622695 w 2915191"/>
                <a:gd name="connsiteY269" fmla="*/ 101161 h 350975"/>
                <a:gd name="connsiteX270" fmla="*/ 2632439 w 2915191"/>
                <a:gd name="connsiteY270" fmla="*/ 97319 h 350975"/>
                <a:gd name="connsiteX271" fmla="*/ 2642198 w 2915191"/>
                <a:gd name="connsiteY271" fmla="*/ 97977 h 350975"/>
                <a:gd name="connsiteX272" fmla="*/ 2651942 w 2915191"/>
                <a:gd name="connsiteY272" fmla="*/ 63522 h 350975"/>
                <a:gd name="connsiteX273" fmla="*/ 2661685 w 2915191"/>
                <a:gd name="connsiteY273" fmla="*/ 96511 h 350975"/>
                <a:gd name="connsiteX274" fmla="*/ 2671444 w 2915191"/>
                <a:gd name="connsiteY274" fmla="*/ 91380 h 350975"/>
                <a:gd name="connsiteX275" fmla="*/ 2681188 w 2915191"/>
                <a:gd name="connsiteY275" fmla="*/ 88799 h 350975"/>
                <a:gd name="connsiteX276" fmla="*/ 2690947 w 2915191"/>
                <a:gd name="connsiteY276" fmla="*/ 72378 h 350975"/>
                <a:gd name="connsiteX277" fmla="*/ 2700691 w 2915191"/>
                <a:gd name="connsiteY277" fmla="*/ 70760 h 350975"/>
                <a:gd name="connsiteX278" fmla="*/ 2710435 w 2915191"/>
                <a:gd name="connsiteY278" fmla="*/ 52210 h 350975"/>
                <a:gd name="connsiteX279" fmla="*/ 2720194 w 2915191"/>
                <a:gd name="connsiteY279" fmla="*/ 83695 h 350975"/>
                <a:gd name="connsiteX280" fmla="*/ 2729938 w 2915191"/>
                <a:gd name="connsiteY280" fmla="*/ 128830 h 350975"/>
                <a:gd name="connsiteX281" fmla="*/ 2739697 w 2915191"/>
                <a:gd name="connsiteY281" fmla="*/ 115704 h 350975"/>
                <a:gd name="connsiteX282" fmla="*/ 2749441 w 2915191"/>
                <a:gd name="connsiteY282" fmla="*/ 161490 h 350975"/>
                <a:gd name="connsiteX283" fmla="*/ 2759185 w 2915191"/>
                <a:gd name="connsiteY283" fmla="*/ 140545 h 350975"/>
                <a:gd name="connsiteX284" fmla="*/ 2768943 w 2915191"/>
                <a:gd name="connsiteY284" fmla="*/ 129341 h 350975"/>
                <a:gd name="connsiteX285" fmla="*/ 2778687 w 2915191"/>
                <a:gd name="connsiteY285" fmla="*/ 111479 h 350975"/>
                <a:gd name="connsiteX286" fmla="*/ 2788446 w 2915191"/>
                <a:gd name="connsiteY286" fmla="*/ 128952 h 350975"/>
                <a:gd name="connsiteX287" fmla="*/ 2798190 w 2915191"/>
                <a:gd name="connsiteY287" fmla="*/ 156244 h 350975"/>
                <a:gd name="connsiteX288" fmla="*/ 2807934 w 2915191"/>
                <a:gd name="connsiteY288" fmla="*/ 143835 h 350975"/>
                <a:gd name="connsiteX289" fmla="*/ 2817693 w 2915191"/>
                <a:gd name="connsiteY289" fmla="*/ 134037 h 350975"/>
                <a:gd name="connsiteX290" fmla="*/ 2827437 w 2915191"/>
                <a:gd name="connsiteY290" fmla="*/ 139298 h 350975"/>
                <a:gd name="connsiteX291" fmla="*/ 2837196 w 2915191"/>
                <a:gd name="connsiteY291" fmla="*/ 89072 h 350975"/>
                <a:gd name="connsiteX292" fmla="*/ 2846940 w 2915191"/>
                <a:gd name="connsiteY292" fmla="*/ 118051 h 350975"/>
                <a:gd name="connsiteX293" fmla="*/ 2856684 w 2915191"/>
                <a:gd name="connsiteY293" fmla="*/ 106389 h 350975"/>
                <a:gd name="connsiteX294" fmla="*/ 2866442 w 2915191"/>
                <a:gd name="connsiteY294" fmla="*/ 127815 h 350975"/>
                <a:gd name="connsiteX295" fmla="*/ 2876186 w 2915191"/>
                <a:gd name="connsiteY295" fmla="*/ 127823 h 350975"/>
                <a:gd name="connsiteX296" fmla="*/ 2885945 w 2915191"/>
                <a:gd name="connsiteY296" fmla="*/ 124943 h 350975"/>
                <a:gd name="connsiteX297" fmla="*/ 2895689 w 2915191"/>
                <a:gd name="connsiteY297" fmla="*/ 115775 h 350975"/>
                <a:gd name="connsiteX298" fmla="*/ 2905433 w 2915191"/>
                <a:gd name="connsiteY298" fmla="*/ 111270 h 350975"/>
                <a:gd name="connsiteX299" fmla="*/ 2915192 w 2915191"/>
                <a:gd name="connsiteY299" fmla="*/ 128805 h 35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50975">
                  <a:moveTo>
                    <a:pt x="0" y="95407"/>
                  </a:moveTo>
                  <a:lnTo>
                    <a:pt x="9750" y="94197"/>
                  </a:lnTo>
                  <a:lnTo>
                    <a:pt x="19500" y="111939"/>
                  </a:lnTo>
                  <a:lnTo>
                    <a:pt x="29250" y="145842"/>
                  </a:lnTo>
                  <a:lnTo>
                    <a:pt x="39000" y="124572"/>
                  </a:lnTo>
                  <a:lnTo>
                    <a:pt x="48749" y="143298"/>
                  </a:lnTo>
                  <a:lnTo>
                    <a:pt x="58499" y="98858"/>
                  </a:lnTo>
                  <a:lnTo>
                    <a:pt x="68249" y="71692"/>
                  </a:lnTo>
                  <a:lnTo>
                    <a:pt x="77998" y="34956"/>
                  </a:lnTo>
                  <a:lnTo>
                    <a:pt x="87748" y="71703"/>
                  </a:lnTo>
                  <a:lnTo>
                    <a:pt x="97497" y="54195"/>
                  </a:lnTo>
                  <a:lnTo>
                    <a:pt x="107247" y="47334"/>
                  </a:lnTo>
                  <a:lnTo>
                    <a:pt x="116997" y="63836"/>
                  </a:lnTo>
                  <a:lnTo>
                    <a:pt x="126747" y="62024"/>
                  </a:lnTo>
                  <a:lnTo>
                    <a:pt x="136497" y="80350"/>
                  </a:lnTo>
                  <a:lnTo>
                    <a:pt x="146247" y="109333"/>
                  </a:lnTo>
                  <a:lnTo>
                    <a:pt x="155997" y="96551"/>
                  </a:lnTo>
                  <a:lnTo>
                    <a:pt x="165747" y="99695"/>
                  </a:lnTo>
                  <a:lnTo>
                    <a:pt x="175497" y="95239"/>
                  </a:lnTo>
                  <a:lnTo>
                    <a:pt x="185247" y="111142"/>
                  </a:lnTo>
                  <a:lnTo>
                    <a:pt x="194996" y="115673"/>
                  </a:lnTo>
                  <a:lnTo>
                    <a:pt x="204746" y="101014"/>
                  </a:lnTo>
                  <a:lnTo>
                    <a:pt x="214495" y="95722"/>
                  </a:lnTo>
                  <a:lnTo>
                    <a:pt x="224245" y="109452"/>
                  </a:lnTo>
                  <a:lnTo>
                    <a:pt x="233995" y="100093"/>
                  </a:lnTo>
                  <a:lnTo>
                    <a:pt x="243744" y="130895"/>
                  </a:lnTo>
                  <a:lnTo>
                    <a:pt x="253494" y="106815"/>
                  </a:lnTo>
                  <a:lnTo>
                    <a:pt x="263244" y="95651"/>
                  </a:lnTo>
                  <a:lnTo>
                    <a:pt x="272994" y="117773"/>
                  </a:lnTo>
                  <a:lnTo>
                    <a:pt x="282744" y="133695"/>
                  </a:lnTo>
                  <a:lnTo>
                    <a:pt x="292494" y="115925"/>
                  </a:lnTo>
                  <a:lnTo>
                    <a:pt x="302244" y="127060"/>
                  </a:lnTo>
                  <a:lnTo>
                    <a:pt x="311994" y="142801"/>
                  </a:lnTo>
                  <a:lnTo>
                    <a:pt x="321744" y="123213"/>
                  </a:lnTo>
                  <a:lnTo>
                    <a:pt x="331493" y="149218"/>
                  </a:lnTo>
                  <a:lnTo>
                    <a:pt x="341243" y="144747"/>
                  </a:lnTo>
                  <a:lnTo>
                    <a:pt x="350993" y="174908"/>
                  </a:lnTo>
                  <a:lnTo>
                    <a:pt x="360742" y="208079"/>
                  </a:lnTo>
                  <a:lnTo>
                    <a:pt x="370492" y="232814"/>
                  </a:lnTo>
                  <a:lnTo>
                    <a:pt x="380241" y="217382"/>
                  </a:lnTo>
                  <a:lnTo>
                    <a:pt x="389991" y="194041"/>
                  </a:lnTo>
                  <a:lnTo>
                    <a:pt x="399741" y="211569"/>
                  </a:lnTo>
                  <a:lnTo>
                    <a:pt x="409491" y="197115"/>
                  </a:lnTo>
                  <a:lnTo>
                    <a:pt x="419241" y="173722"/>
                  </a:lnTo>
                  <a:lnTo>
                    <a:pt x="428991" y="169203"/>
                  </a:lnTo>
                  <a:lnTo>
                    <a:pt x="438741" y="139819"/>
                  </a:lnTo>
                  <a:lnTo>
                    <a:pt x="448491" y="184688"/>
                  </a:lnTo>
                  <a:lnTo>
                    <a:pt x="458241" y="177252"/>
                  </a:lnTo>
                  <a:lnTo>
                    <a:pt x="467991" y="181730"/>
                  </a:lnTo>
                  <a:lnTo>
                    <a:pt x="477740" y="185985"/>
                  </a:lnTo>
                  <a:lnTo>
                    <a:pt x="487490" y="170704"/>
                  </a:lnTo>
                  <a:lnTo>
                    <a:pt x="497239" y="148480"/>
                  </a:lnTo>
                  <a:lnTo>
                    <a:pt x="506989" y="164309"/>
                  </a:lnTo>
                  <a:lnTo>
                    <a:pt x="516738" y="198258"/>
                  </a:lnTo>
                  <a:lnTo>
                    <a:pt x="526488" y="206540"/>
                  </a:lnTo>
                  <a:lnTo>
                    <a:pt x="536238" y="229754"/>
                  </a:lnTo>
                  <a:lnTo>
                    <a:pt x="545988" y="243512"/>
                  </a:lnTo>
                  <a:lnTo>
                    <a:pt x="555738" y="238028"/>
                  </a:lnTo>
                  <a:lnTo>
                    <a:pt x="565488" y="249820"/>
                  </a:lnTo>
                  <a:lnTo>
                    <a:pt x="575238" y="232359"/>
                  </a:lnTo>
                  <a:lnTo>
                    <a:pt x="584988" y="254223"/>
                  </a:lnTo>
                  <a:lnTo>
                    <a:pt x="594738" y="268448"/>
                  </a:lnTo>
                  <a:lnTo>
                    <a:pt x="604488" y="299417"/>
                  </a:lnTo>
                  <a:lnTo>
                    <a:pt x="614237" y="280146"/>
                  </a:lnTo>
                  <a:lnTo>
                    <a:pt x="623987" y="283650"/>
                  </a:lnTo>
                  <a:lnTo>
                    <a:pt x="633736" y="287403"/>
                  </a:lnTo>
                  <a:lnTo>
                    <a:pt x="643486" y="315869"/>
                  </a:lnTo>
                  <a:lnTo>
                    <a:pt x="653236" y="292896"/>
                  </a:lnTo>
                  <a:lnTo>
                    <a:pt x="662985" y="293638"/>
                  </a:lnTo>
                  <a:lnTo>
                    <a:pt x="672735" y="308609"/>
                  </a:lnTo>
                  <a:lnTo>
                    <a:pt x="682485" y="276308"/>
                  </a:lnTo>
                  <a:lnTo>
                    <a:pt x="692235" y="264479"/>
                  </a:lnTo>
                  <a:lnTo>
                    <a:pt x="701985" y="271950"/>
                  </a:lnTo>
                  <a:lnTo>
                    <a:pt x="711735" y="266711"/>
                  </a:lnTo>
                  <a:lnTo>
                    <a:pt x="721485" y="281290"/>
                  </a:lnTo>
                  <a:lnTo>
                    <a:pt x="731235" y="264905"/>
                  </a:lnTo>
                  <a:lnTo>
                    <a:pt x="740985" y="293713"/>
                  </a:lnTo>
                  <a:lnTo>
                    <a:pt x="750734" y="269859"/>
                  </a:lnTo>
                  <a:lnTo>
                    <a:pt x="760484" y="265695"/>
                  </a:lnTo>
                  <a:lnTo>
                    <a:pt x="770233" y="267921"/>
                  </a:lnTo>
                  <a:lnTo>
                    <a:pt x="779983" y="254352"/>
                  </a:lnTo>
                  <a:lnTo>
                    <a:pt x="789733" y="296847"/>
                  </a:lnTo>
                  <a:lnTo>
                    <a:pt x="799482" y="295509"/>
                  </a:lnTo>
                  <a:lnTo>
                    <a:pt x="809232" y="278495"/>
                  </a:lnTo>
                  <a:lnTo>
                    <a:pt x="818982" y="274937"/>
                  </a:lnTo>
                  <a:lnTo>
                    <a:pt x="828732" y="303297"/>
                  </a:lnTo>
                  <a:lnTo>
                    <a:pt x="838482" y="314854"/>
                  </a:lnTo>
                  <a:lnTo>
                    <a:pt x="848232" y="343532"/>
                  </a:lnTo>
                  <a:lnTo>
                    <a:pt x="857982" y="326860"/>
                  </a:lnTo>
                  <a:lnTo>
                    <a:pt x="867732" y="334935"/>
                  </a:lnTo>
                  <a:lnTo>
                    <a:pt x="877482" y="344831"/>
                  </a:lnTo>
                  <a:lnTo>
                    <a:pt x="887231" y="342672"/>
                  </a:lnTo>
                  <a:lnTo>
                    <a:pt x="896981" y="330899"/>
                  </a:lnTo>
                  <a:lnTo>
                    <a:pt x="906730" y="347158"/>
                  </a:lnTo>
                  <a:lnTo>
                    <a:pt x="916480" y="350975"/>
                  </a:lnTo>
                  <a:lnTo>
                    <a:pt x="926230" y="304227"/>
                  </a:lnTo>
                  <a:lnTo>
                    <a:pt x="935979" y="272501"/>
                  </a:lnTo>
                  <a:lnTo>
                    <a:pt x="945729" y="225834"/>
                  </a:lnTo>
                  <a:lnTo>
                    <a:pt x="955479" y="223742"/>
                  </a:lnTo>
                  <a:lnTo>
                    <a:pt x="965229" y="226327"/>
                  </a:lnTo>
                  <a:lnTo>
                    <a:pt x="974979" y="217978"/>
                  </a:lnTo>
                  <a:lnTo>
                    <a:pt x="984729" y="196528"/>
                  </a:lnTo>
                  <a:lnTo>
                    <a:pt x="994474" y="222074"/>
                  </a:lnTo>
                  <a:lnTo>
                    <a:pt x="1004233" y="218753"/>
                  </a:lnTo>
                  <a:lnTo>
                    <a:pt x="1013977" y="228884"/>
                  </a:lnTo>
                  <a:lnTo>
                    <a:pt x="1023721" y="206850"/>
                  </a:lnTo>
                  <a:lnTo>
                    <a:pt x="1033480" y="239935"/>
                  </a:lnTo>
                  <a:lnTo>
                    <a:pt x="1043224" y="242268"/>
                  </a:lnTo>
                  <a:lnTo>
                    <a:pt x="1052983" y="207266"/>
                  </a:lnTo>
                  <a:lnTo>
                    <a:pt x="1062727" y="195524"/>
                  </a:lnTo>
                  <a:lnTo>
                    <a:pt x="1072471" y="174616"/>
                  </a:lnTo>
                  <a:lnTo>
                    <a:pt x="1082230" y="187498"/>
                  </a:lnTo>
                  <a:lnTo>
                    <a:pt x="1091973" y="182159"/>
                  </a:lnTo>
                  <a:lnTo>
                    <a:pt x="1101732" y="180820"/>
                  </a:lnTo>
                  <a:lnTo>
                    <a:pt x="1111476" y="196030"/>
                  </a:lnTo>
                  <a:lnTo>
                    <a:pt x="1121220" y="179314"/>
                  </a:lnTo>
                  <a:lnTo>
                    <a:pt x="1130979" y="197844"/>
                  </a:lnTo>
                  <a:lnTo>
                    <a:pt x="1140723" y="164561"/>
                  </a:lnTo>
                  <a:lnTo>
                    <a:pt x="1150482" y="148967"/>
                  </a:lnTo>
                  <a:lnTo>
                    <a:pt x="1160226" y="164024"/>
                  </a:lnTo>
                  <a:lnTo>
                    <a:pt x="1169969" y="127729"/>
                  </a:lnTo>
                  <a:lnTo>
                    <a:pt x="1179728" y="75569"/>
                  </a:lnTo>
                  <a:lnTo>
                    <a:pt x="1189472" y="84468"/>
                  </a:lnTo>
                  <a:lnTo>
                    <a:pt x="1199231" y="65856"/>
                  </a:lnTo>
                  <a:lnTo>
                    <a:pt x="1208975" y="78354"/>
                  </a:lnTo>
                  <a:lnTo>
                    <a:pt x="1218719" y="71467"/>
                  </a:lnTo>
                  <a:lnTo>
                    <a:pt x="1228478" y="50959"/>
                  </a:lnTo>
                  <a:lnTo>
                    <a:pt x="1238222" y="43879"/>
                  </a:lnTo>
                  <a:lnTo>
                    <a:pt x="1247966" y="32322"/>
                  </a:lnTo>
                  <a:lnTo>
                    <a:pt x="1257725" y="53936"/>
                  </a:lnTo>
                  <a:lnTo>
                    <a:pt x="1267469" y="50968"/>
                  </a:lnTo>
                  <a:lnTo>
                    <a:pt x="1277227" y="21110"/>
                  </a:lnTo>
                  <a:lnTo>
                    <a:pt x="1286971" y="29871"/>
                  </a:lnTo>
                  <a:lnTo>
                    <a:pt x="1296715" y="31739"/>
                  </a:lnTo>
                  <a:lnTo>
                    <a:pt x="1306474" y="32836"/>
                  </a:lnTo>
                  <a:lnTo>
                    <a:pt x="1316218" y="34744"/>
                  </a:lnTo>
                  <a:lnTo>
                    <a:pt x="1325977" y="47888"/>
                  </a:lnTo>
                  <a:lnTo>
                    <a:pt x="1335721" y="51498"/>
                  </a:lnTo>
                  <a:lnTo>
                    <a:pt x="1345465" y="48411"/>
                  </a:lnTo>
                  <a:lnTo>
                    <a:pt x="1355224" y="71961"/>
                  </a:lnTo>
                  <a:lnTo>
                    <a:pt x="1364967" y="83442"/>
                  </a:lnTo>
                  <a:lnTo>
                    <a:pt x="1374726" y="79185"/>
                  </a:lnTo>
                  <a:lnTo>
                    <a:pt x="1384470" y="95859"/>
                  </a:lnTo>
                  <a:lnTo>
                    <a:pt x="1394214" y="107693"/>
                  </a:lnTo>
                  <a:lnTo>
                    <a:pt x="1403973" y="58721"/>
                  </a:lnTo>
                  <a:lnTo>
                    <a:pt x="1413717" y="82902"/>
                  </a:lnTo>
                  <a:lnTo>
                    <a:pt x="1423476" y="75523"/>
                  </a:lnTo>
                  <a:lnTo>
                    <a:pt x="1433220" y="104621"/>
                  </a:lnTo>
                  <a:lnTo>
                    <a:pt x="1442964" y="114910"/>
                  </a:lnTo>
                  <a:lnTo>
                    <a:pt x="1452722" y="120849"/>
                  </a:lnTo>
                  <a:lnTo>
                    <a:pt x="1462466" y="116577"/>
                  </a:lnTo>
                  <a:lnTo>
                    <a:pt x="1472225" y="173171"/>
                  </a:lnTo>
                  <a:lnTo>
                    <a:pt x="1481969" y="185384"/>
                  </a:lnTo>
                  <a:lnTo>
                    <a:pt x="1491713" y="179977"/>
                  </a:lnTo>
                  <a:lnTo>
                    <a:pt x="1501472" y="147612"/>
                  </a:lnTo>
                  <a:lnTo>
                    <a:pt x="1511216" y="137032"/>
                  </a:lnTo>
                  <a:lnTo>
                    <a:pt x="1520960" y="120487"/>
                  </a:lnTo>
                  <a:lnTo>
                    <a:pt x="1530719" y="105872"/>
                  </a:lnTo>
                  <a:lnTo>
                    <a:pt x="1540463" y="97554"/>
                  </a:lnTo>
                  <a:lnTo>
                    <a:pt x="1550221" y="134068"/>
                  </a:lnTo>
                  <a:lnTo>
                    <a:pt x="1559965" y="158017"/>
                  </a:lnTo>
                  <a:lnTo>
                    <a:pt x="1569709" y="208230"/>
                  </a:lnTo>
                  <a:lnTo>
                    <a:pt x="1579468" y="212141"/>
                  </a:lnTo>
                  <a:lnTo>
                    <a:pt x="1589212" y="203607"/>
                  </a:lnTo>
                  <a:lnTo>
                    <a:pt x="1598971" y="208400"/>
                  </a:lnTo>
                  <a:lnTo>
                    <a:pt x="1608715" y="206603"/>
                  </a:lnTo>
                  <a:lnTo>
                    <a:pt x="1618459" y="212392"/>
                  </a:lnTo>
                  <a:lnTo>
                    <a:pt x="1628218" y="199365"/>
                  </a:lnTo>
                  <a:lnTo>
                    <a:pt x="1637962" y="150177"/>
                  </a:lnTo>
                  <a:lnTo>
                    <a:pt x="1647720" y="110509"/>
                  </a:lnTo>
                  <a:lnTo>
                    <a:pt x="1657464" y="110293"/>
                  </a:lnTo>
                  <a:lnTo>
                    <a:pt x="1667208" y="140354"/>
                  </a:lnTo>
                  <a:lnTo>
                    <a:pt x="1676967" y="141384"/>
                  </a:lnTo>
                  <a:lnTo>
                    <a:pt x="1686711" y="128793"/>
                  </a:lnTo>
                  <a:lnTo>
                    <a:pt x="1696470" y="135955"/>
                  </a:lnTo>
                  <a:lnTo>
                    <a:pt x="1706214" y="157741"/>
                  </a:lnTo>
                  <a:lnTo>
                    <a:pt x="1715958" y="176907"/>
                  </a:lnTo>
                  <a:lnTo>
                    <a:pt x="1725716" y="222661"/>
                  </a:lnTo>
                  <a:lnTo>
                    <a:pt x="1735460" y="217911"/>
                  </a:lnTo>
                  <a:lnTo>
                    <a:pt x="1745219" y="211180"/>
                  </a:lnTo>
                  <a:lnTo>
                    <a:pt x="1754963" y="203115"/>
                  </a:lnTo>
                  <a:lnTo>
                    <a:pt x="1764707" y="176994"/>
                  </a:lnTo>
                  <a:lnTo>
                    <a:pt x="1774466" y="211859"/>
                  </a:lnTo>
                  <a:lnTo>
                    <a:pt x="1784210" y="202646"/>
                  </a:lnTo>
                  <a:lnTo>
                    <a:pt x="1793969" y="188554"/>
                  </a:lnTo>
                  <a:lnTo>
                    <a:pt x="1803713" y="218026"/>
                  </a:lnTo>
                  <a:lnTo>
                    <a:pt x="1813457" y="242456"/>
                  </a:lnTo>
                  <a:lnTo>
                    <a:pt x="1823215" y="261981"/>
                  </a:lnTo>
                  <a:lnTo>
                    <a:pt x="1832959" y="253385"/>
                  </a:lnTo>
                  <a:lnTo>
                    <a:pt x="1842703" y="257091"/>
                  </a:lnTo>
                  <a:lnTo>
                    <a:pt x="1852462" y="248694"/>
                  </a:lnTo>
                  <a:lnTo>
                    <a:pt x="1862206" y="241770"/>
                  </a:lnTo>
                  <a:lnTo>
                    <a:pt x="1871965" y="240206"/>
                  </a:lnTo>
                  <a:lnTo>
                    <a:pt x="1881709" y="205740"/>
                  </a:lnTo>
                  <a:lnTo>
                    <a:pt x="1891453" y="198219"/>
                  </a:lnTo>
                  <a:lnTo>
                    <a:pt x="1901212" y="197140"/>
                  </a:lnTo>
                  <a:lnTo>
                    <a:pt x="1910956" y="212366"/>
                  </a:lnTo>
                  <a:lnTo>
                    <a:pt x="1920714" y="193486"/>
                  </a:lnTo>
                  <a:lnTo>
                    <a:pt x="1930458" y="179293"/>
                  </a:lnTo>
                  <a:lnTo>
                    <a:pt x="1940202" y="185921"/>
                  </a:lnTo>
                  <a:lnTo>
                    <a:pt x="1949961" y="169792"/>
                  </a:lnTo>
                  <a:lnTo>
                    <a:pt x="1959705" y="170276"/>
                  </a:lnTo>
                  <a:lnTo>
                    <a:pt x="1969464" y="158878"/>
                  </a:lnTo>
                  <a:lnTo>
                    <a:pt x="1979208" y="157524"/>
                  </a:lnTo>
                  <a:lnTo>
                    <a:pt x="1988952" y="154394"/>
                  </a:lnTo>
                  <a:lnTo>
                    <a:pt x="1998711" y="112797"/>
                  </a:lnTo>
                  <a:lnTo>
                    <a:pt x="2008454" y="115542"/>
                  </a:lnTo>
                  <a:lnTo>
                    <a:pt x="2018213" y="140572"/>
                  </a:lnTo>
                  <a:lnTo>
                    <a:pt x="2027957" y="124916"/>
                  </a:lnTo>
                  <a:lnTo>
                    <a:pt x="2037701" y="109990"/>
                  </a:lnTo>
                  <a:lnTo>
                    <a:pt x="2047460" y="78631"/>
                  </a:lnTo>
                  <a:lnTo>
                    <a:pt x="2057204" y="61950"/>
                  </a:lnTo>
                  <a:lnTo>
                    <a:pt x="2066963" y="56586"/>
                  </a:lnTo>
                  <a:lnTo>
                    <a:pt x="2076707" y="79824"/>
                  </a:lnTo>
                  <a:lnTo>
                    <a:pt x="2086451" y="74520"/>
                  </a:lnTo>
                  <a:lnTo>
                    <a:pt x="2096210" y="46449"/>
                  </a:lnTo>
                  <a:lnTo>
                    <a:pt x="2105954" y="56777"/>
                  </a:lnTo>
                  <a:lnTo>
                    <a:pt x="2115697" y="44748"/>
                  </a:lnTo>
                  <a:lnTo>
                    <a:pt x="2125456" y="73205"/>
                  </a:lnTo>
                  <a:lnTo>
                    <a:pt x="2135200" y="75432"/>
                  </a:lnTo>
                  <a:lnTo>
                    <a:pt x="2144959" y="77999"/>
                  </a:lnTo>
                  <a:lnTo>
                    <a:pt x="2154703" y="82496"/>
                  </a:lnTo>
                  <a:lnTo>
                    <a:pt x="2164447" y="103634"/>
                  </a:lnTo>
                  <a:lnTo>
                    <a:pt x="2174206" y="121486"/>
                  </a:lnTo>
                  <a:lnTo>
                    <a:pt x="2183950" y="140615"/>
                  </a:lnTo>
                  <a:lnTo>
                    <a:pt x="2193709" y="143292"/>
                  </a:lnTo>
                  <a:lnTo>
                    <a:pt x="2203452" y="158610"/>
                  </a:lnTo>
                  <a:lnTo>
                    <a:pt x="2213196" y="171066"/>
                  </a:lnTo>
                  <a:lnTo>
                    <a:pt x="2222955" y="185878"/>
                  </a:lnTo>
                  <a:lnTo>
                    <a:pt x="2232699" y="156791"/>
                  </a:lnTo>
                  <a:lnTo>
                    <a:pt x="2242458" y="167201"/>
                  </a:lnTo>
                  <a:lnTo>
                    <a:pt x="2252202" y="153196"/>
                  </a:lnTo>
                  <a:lnTo>
                    <a:pt x="2261946" y="150720"/>
                  </a:lnTo>
                  <a:lnTo>
                    <a:pt x="2271705" y="131136"/>
                  </a:lnTo>
                  <a:lnTo>
                    <a:pt x="2281449" y="127221"/>
                  </a:lnTo>
                  <a:lnTo>
                    <a:pt x="2291208" y="165754"/>
                  </a:lnTo>
                  <a:lnTo>
                    <a:pt x="2300951" y="168314"/>
                  </a:lnTo>
                  <a:lnTo>
                    <a:pt x="2310695" y="154842"/>
                  </a:lnTo>
                  <a:lnTo>
                    <a:pt x="2320454" y="159507"/>
                  </a:lnTo>
                  <a:lnTo>
                    <a:pt x="2330198" y="157058"/>
                  </a:lnTo>
                  <a:lnTo>
                    <a:pt x="2339957" y="122328"/>
                  </a:lnTo>
                  <a:lnTo>
                    <a:pt x="2349701" y="129138"/>
                  </a:lnTo>
                  <a:lnTo>
                    <a:pt x="2359445" y="103867"/>
                  </a:lnTo>
                  <a:lnTo>
                    <a:pt x="2369204" y="77953"/>
                  </a:lnTo>
                  <a:lnTo>
                    <a:pt x="2378948" y="43758"/>
                  </a:lnTo>
                  <a:lnTo>
                    <a:pt x="2388692" y="19199"/>
                  </a:lnTo>
                  <a:lnTo>
                    <a:pt x="2398450" y="12380"/>
                  </a:lnTo>
                  <a:lnTo>
                    <a:pt x="2408194" y="0"/>
                  </a:lnTo>
                  <a:lnTo>
                    <a:pt x="2417953" y="29130"/>
                  </a:lnTo>
                  <a:lnTo>
                    <a:pt x="2427697" y="55260"/>
                  </a:lnTo>
                  <a:lnTo>
                    <a:pt x="2437441" y="75133"/>
                  </a:lnTo>
                  <a:lnTo>
                    <a:pt x="2447200" y="80603"/>
                  </a:lnTo>
                  <a:lnTo>
                    <a:pt x="2456944" y="88458"/>
                  </a:lnTo>
                  <a:lnTo>
                    <a:pt x="2466703" y="118554"/>
                  </a:lnTo>
                  <a:lnTo>
                    <a:pt x="2476446" y="109081"/>
                  </a:lnTo>
                  <a:lnTo>
                    <a:pt x="2486190" y="70167"/>
                  </a:lnTo>
                  <a:lnTo>
                    <a:pt x="2495949" y="101006"/>
                  </a:lnTo>
                  <a:lnTo>
                    <a:pt x="2505693" y="116690"/>
                  </a:lnTo>
                  <a:lnTo>
                    <a:pt x="2515452" y="128249"/>
                  </a:lnTo>
                  <a:lnTo>
                    <a:pt x="2525196" y="143815"/>
                  </a:lnTo>
                  <a:lnTo>
                    <a:pt x="2534940" y="158834"/>
                  </a:lnTo>
                  <a:lnTo>
                    <a:pt x="2544699" y="152971"/>
                  </a:lnTo>
                  <a:lnTo>
                    <a:pt x="2554443" y="113906"/>
                  </a:lnTo>
                  <a:lnTo>
                    <a:pt x="2564202" y="111209"/>
                  </a:lnTo>
                  <a:lnTo>
                    <a:pt x="2573946" y="93715"/>
                  </a:lnTo>
                  <a:lnTo>
                    <a:pt x="2583690" y="114470"/>
                  </a:lnTo>
                  <a:lnTo>
                    <a:pt x="2593448" y="122111"/>
                  </a:lnTo>
                  <a:lnTo>
                    <a:pt x="2603192" y="95997"/>
                  </a:lnTo>
                  <a:lnTo>
                    <a:pt x="2612951" y="78588"/>
                  </a:lnTo>
                  <a:lnTo>
                    <a:pt x="2622695" y="101161"/>
                  </a:lnTo>
                  <a:lnTo>
                    <a:pt x="2632439" y="97319"/>
                  </a:lnTo>
                  <a:lnTo>
                    <a:pt x="2642198" y="97977"/>
                  </a:lnTo>
                  <a:lnTo>
                    <a:pt x="2651942" y="63522"/>
                  </a:lnTo>
                  <a:lnTo>
                    <a:pt x="2661685" y="96511"/>
                  </a:lnTo>
                  <a:lnTo>
                    <a:pt x="2671444" y="91380"/>
                  </a:lnTo>
                  <a:lnTo>
                    <a:pt x="2681188" y="88799"/>
                  </a:lnTo>
                  <a:lnTo>
                    <a:pt x="2690947" y="72378"/>
                  </a:lnTo>
                  <a:lnTo>
                    <a:pt x="2700691" y="70760"/>
                  </a:lnTo>
                  <a:lnTo>
                    <a:pt x="2710435" y="52210"/>
                  </a:lnTo>
                  <a:lnTo>
                    <a:pt x="2720194" y="83695"/>
                  </a:lnTo>
                  <a:lnTo>
                    <a:pt x="2729938" y="128830"/>
                  </a:lnTo>
                  <a:lnTo>
                    <a:pt x="2739697" y="115704"/>
                  </a:lnTo>
                  <a:lnTo>
                    <a:pt x="2749441" y="161490"/>
                  </a:lnTo>
                  <a:lnTo>
                    <a:pt x="2759185" y="140545"/>
                  </a:lnTo>
                  <a:lnTo>
                    <a:pt x="2768943" y="129341"/>
                  </a:lnTo>
                  <a:lnTo>
                    <a:pt x="2778687" y="111479"/>
                  </a:lnTo>
                  <a:lnTo>
                    <a:pt x="2788446" y="128952"/>
                  </a:lnTo>
                  <a:lnTo>
                    <a:pt x="2798190" y="156244"/>
                  </a:lnTo>
                  <a:lnTo>
                    <a:pt x="2807934" y="143835"/>
                  </a:lnTo>
                  <a:lnTo>
                    <a:pt x="2817693" y="134037"/>
                  </a:lnTo>
                  <a:lnTo>
                    <a:pt x="2827437" y="139298"/>
                  </a:lnTo>
                  <a:lnTo>
                    <a:pt x="2837196" y="89072"/>
                  </a:lnTo>
                  <a:lnTo>
                    <a:pt x="2846940" y="118051"/>
                  </a:lnTo>
                  <a:lnTo>
                    <a:pt x="2856684" y="106389"/>
                  </a:lnTo>
                  <a:lnTo>
                    <a:pt x="2866442" y="127815"/>
                  </a:lnTo>
                  <a:lnTo>
                    <a:pt x="2876186" y="127823"/>
                  </a:lnTo>
                  <a:lnTo>
                    <a:pt x="2885945" y="124943"/>
                  </a:lnTo>
                  <a:lnTo>
                    <a:pt x="2895689" y="115775"/>
                  </a:lnTo>
                  <a:lnTo>
                    <a:pt x="2905433" y="111270"/>
                  </a:lnTo>
                  <a:lnTo>
                    <a:pt x="2915192" y="12880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7" name="Freeform 1036">
              <a:extLst>
                <a:ext uri="{FF2B5EF4-FFF2-40B4-BE49-F238E27FC236}">
                  <a16:creationId xmlns:a16="http://schemas.microsoft.com/office/drawing/2014/main" id="{9C15FC94-1BEF-2291-5B21-8121B8500C22}"/>
                </a:ext>
              </a:extLst>
            </p:cNvPr>
            <p:cNvSpPr/>
            <p:nvPr/>
          </p:nvSpPr>
          <p:spPr>
            <a:xfrm>
              <a:off x="4426652" y="3334776"/>
              <a:ext cx="2915191" cy="547270"/>
            </a:xfrm>
            <a:custGeom>
              <a:avLst/>
              <a:gdLst>
                <a:gd name="connsiteX0" fmla="*/ 0 w 2915191"/>
                <a:gd name="connsiteY0" fmla="*/ 99884 h 547270"/>
                <a:gd name="connsiteX1" fmla="*/ 9750 w 2915191"/>
                <a:gd name="connsiteY1" fmla="*/ 42154 h 547270"/>
                <a:gd name="connsiteX2" fmla="*/ 19500 w 2915191"/>
                <a:gd name="connsiteY2" fmla="*/ 47210 h 547270"/>
                <a:gd name="connsiteX3" fmla="*/ 29250 w 2915191"/>
                <a:gd name="connsiteY3" fmla="*/ 82539 h 547270"/>
                <a:gd name="connsiteX4" fmla="*/ 39000 w 2915191"/>
                <a:gd name="connsiteY4" fmla="*/ 106796 h 547270"/>
                <a:gd name="connsiteX5" fmla="*/ 48749 w 2915191"/>
                <a:gd name="connsiteY5" fmla="*/ 87786 h 547270"/>
                <a:gd name="connsiteX6" fmla="*/ 58499 w 2915191"/>
                <a:gd name="connsiteY6" fmla="*/ 82814 h 547270"/>
                <a:gd name="connsiteX7" fmla="*/ 68249 w 2915191"/>
                <a:gd name="connsiteY7" fmla="*/ 63663 h 547270"/>
                <a:gd name="connsiteX8" fmla="*/ 77998 w 2915191"/>
                <a:gd name="connsiteY8" fmla="*/ 46209 h 547270"/>
                <a:gd name="connsiteX9" fmla="*/ 87748 w 2915191"/>
                <a:gd name="connsiteY9" fmla="*/ 51336 h 547270"/>
                <a:gd name="connsiteX10" fmla="*/ 97497 w 2915191"/>
                <a:gd name="connsiteY10" fmla="*/ 26395 h 547270"/>
                <a:gd name="connsiteX11" fmla="*/ 107247 w 2915191"/>
                <a:gd name="connsiteY11" fmla="*/ 0 h 547270"/>
                <a:gd name="connsiteX12" fmla="*/ 116997 w 2915191"/>
                <a:gd name="connsiteY12" fmla="*/ 12131 h 547270"/>
                <a:gd name="connsiteX13" fmla="*/ 126747 w 2915191"/>
                <a:gd name="connsiteY13" fmla="*/ 35539 h 547270"/>
                <a:gd name="connsiteX14" fmla="*/ 136497 w 2915191"/>
                <a:gd name="connsiteY14" fmla="*/ 32316 h 547270"/>
                <a:gd name="connsiteX15" fmla="*/ 146247 w 2915191"/>
                <a:gd name="connsiteY15" fmla="*/ 17593 h 547270"/>
                <a:gd name="connsiteX16" fmla="*/ 155997 w 2915191"/>
                <a:gd name="connsiteY16" fmla="*/ 27225 h 547270"/>
                <a:gd name="connsiteX17" fmla="*/ 165747 w 2915191"/>
                <a:gd name="connsiteY17" fmla="*/ 8267 h 547270"/>
                <a:gd name="connsiteX18" fmla="*/ 175497 w 2915191"/>
                <a:gd name="connsiteY18" fmla="*/ 23905 h 547270"/>
                <a:gd name="connsiteX19" fmla="*/ 185247 w 2915191"/>
                <a:gd name="connsiteY19" fmla="*/ 11524 h 547270"/>
                <a:gd name="connsiteX20" fmla="*/ 194996 w 2915191"/>
                <a:gd name="connsiteY20" fmla="*/ 33079 h 547270"/>
                <a:gd name="connsiteX21" fmla="*/ 204746 w 2915191"/>
                <a:gd name="connsiteY21" fmla="*/ 21648 h 547270"/>
                <a:gd name="connsiteX22" fmla="*/ 214495 w 2915191"/>
                <a:gd name="connsiteY22" fmla="*/ 18147 h 547270"/>
                <a:gd name="connsiteX23" fmla="*/ 224245 w 2915191"/>
                <a:gd name="connsiteY23" fmla="*/ 41395 h 547270"/>
                <a:gd name="connsiteX24" fmla="*/ 233995 w 2915191"/>
                <a:gd name="connsiteY24" fmla="*/ 82317 h 547270"/>
                <a:gd name="connsiteX25" fmla="*/ 243744 w 2915191"/>
                <a:gd name="connsiteY25" fmla="*/ 86018 h 547270"/>
                <a:gd name="connsiteX26" fmla="*/ 253494 w 2915191"/>
                <a:gd name="connsiteY26" fmla="*/ 121707 h 547270"/>
                <a:gd name="connsiteX27" fmla="*/ 263244 w 2915191"/>
                <a:gd name="connsiteY27" fmla="*/ 119774 h 547270"/>
                <a:gd name="connsiteX28" fmla="*/ 272994 w 2915191"/>
                <a:gd name="connsiteY28" fmla="*/ 143655 h 547270"/>
                <a:gd name="connsiteX29" fmla="*/ 282744 w 2915191"/>
                <a:gd name="connsiteY29" fmla="*/ 186538 h 547270"/>
                <a:gd name="connsiteX30" fmla="*/ 292494 w 2915191"/>
                <a:gd name="connsiteY30" fmla="*/ 187654 h 547270"/>
                <a:gd name="connsiteX31" fmla="*/ 302244 w 2915191"/>
                <a:gd name="connsiteY31" fmla="*/ 186163 h 547270"/>
                <a:gd name="connsiteX32" fmla="*/ 311994 w 2915191"/>
                <a:gd name="connsiteY32" fmla="*/ 180053 h 547270"/>
                <a:gd name="connsiteX33" fmla="*/ 321744 w 2915191"/>
                <a:gd name="connsiteY33" fmla="*/ 178210 h 547270"/>
                <a:gd name="connsiteX34" fmla="*/ 331493 w 2915191"/>
                <a:gd name="connsiteY34" fmla="*/ 199611 h 547270"/>
                <a:gd name="connsiteX35" fmla="*/ 341243 w 2915191"/>
                <a:gd name="connsiteY35" fmla="*/ 226283 h 547270"/>
                <a:gd name="connsiteX36" fmla="*/ 350993 w 2915191"/>
                <a:gd name="connsiteY36" fmla="*/ 246662 h 547270"/>
                <a:gd name="connsiteX37" fmla="*/ 360742 w 2915191"/>
                <a:gd name="connsiteY37" fmla="*/ 251961 h 547270"/>
                <a:gd name="connsiteX38" fmla="*/ 370492 w 2915191"/>
                <a:gd name="connsiteY38" fmla="*/ 236140 h 547270"/>
                <a:gd name="connsiteX39" fmla="*/ 380241 w 2915191"/>
                <a:gd name="connsiteY39" fmla="*/ 266376 h 547270"/>
                <a:gd name="connsiteX40" fmla="*/ 389991 w 2915191"/>
                <a:gd name="connsiteY40" fmla="*/ 280332 h 547270"/>
                <a:gd name="connsiteX41" fmla="*/ 399741 w 2915191"/>
                <a:gd name="connsiteY41" fmla="*/ 276947 h 547270"/>
                <a:gd name="connsiteX42" fmla="*/ 409491 w 2915191"/>
                <a:gd name="connsiteY42" fmla="*/ 244206 h 547270"/>
                <a:gd name="connsiteX43" fmla="*/ 419241 w 2915191"/>
                <a:gd name="connsiteY43" fmla="*/ 275420 h 547270"/>
                <a:gd name="connsiteX44" fmla="*/ 428991 w 2915191"/>
                <a:gd name="connsiteY44" fmla="*/ 302148 h 547270"/>
                <a:gd name="connsiteX45" fmla="*/ 438741 w 2915191"/>
                <a:gd name="connsiteY45" fmla="*/ 317968 h 547270"/>
                <a:gd name="connsiteX46" fmla="*/ 448491 w 2915191"/>
                <a:gd name="connsiteY46" fmla="*/ 335184 h 547270"/>
                <a:gd name="connsiteX47" fmla="*/ 458241 w 2915191"/>
                <a:gd name="connsiteY47" fmla="*/ 342939 h 547270"/>
                <a:gd name="connsiteX48" fmla="*/ 467991 w 2915191"/>
                <a:gd name="connsiteY48" fmla="*/ 349730 h 547270"/>
                <a:gd name="connsiteX49" fmla="*/ 477740 w 2915191"/>
                <a:gd name="connsiteY49" fmla="*/ 366120 h 547270"/>
                <a:gd name="connsiteX50" fmla="*/ 487490 w 2915191"/>
                <a:gd name="connsiteY50" fmla="*/ 382591 h 547270"/>
                <a:gd name="connsiteX51" fmla="*/ 497239 w 2915191"/>
                <a:gd name="connsiteY51" fmla="*/ 391988 h 547270"/>
                <a:gd name="connsiteX52" fmla="*/ 506989 w 2915191"/>
                <a:gd name="connsiteY52" fmla="*/ 396818 h 547270"/>
                <a:gd name="connsiteX53" fmla="*/ 516738 w 2915191"/>
                <a:gd name="connsiteY53" fmla="*/ 418053 h 547270"/>
                <a:gd name="connsiteX54" fmla="*/ 526488 w 2915191"/>
                <a:gd name="connsiteY54" fmla="*/ 412408 h 547270"/>
                <a:gd name="connsiteX55" fmla="*/ 536238 w 2915191"/>
                <a:gd name="connsiteY55" fmla="*/ 411467 h 547270"/>
                <a:gd name="connsiteX56" fmla="*/ 545988 w 2915191"/>
                <a:gd name="connsiteY56" fmla="*/ 442650 h 547270"/>
                <a:gd name="connsiteX57" fmla="*/ 555738 w 2915191"/>
                <a:gd name="connsiteY57" fmla="*/ 446387 h 547270"/>
                <a:gd name="connsiteX58" fmla="*/ 565488 w 2915191"/>
                <a:gd name="connsiteY58" fmla="*/ 439949 h 547270"/>
                <a:gd name="connsiteX59" fmla="*/ 575238 w 2915191"/>
                <a:gd name="connsiteY59" fmla="*/ 425694 h 547270"/>
                <a:gd name="connsiteX60" fmla="*/ 584988 w 2915191"/>
                <a:gd name="connsiteY60" fmla="*/ 410089 h 547270"/>
                <a:gd name="connsiteX61" fmla="*/ 594738 w 2915191"/>
                <a:gd name="connsiteY61" fmla="*/ 441990 h 547270"/>
                <a:gd name="connsiteX62" fmla="*/ 604488 w 2915191"/>
                <a:gd name="connsiteY62" fmla="*/ 426440 h 547270"/>
                <a:gd name="connsiteX63" fmla="*/ 614237 w 2915191"/>
                <a:gd name="connsiteY63" fmla="*/ 400379 h 547270"/>
                <a:gd name="connsiteX64" fmla="*/ 623987 w 2915191"/>
                <a:gd name="connsiteY64" fmla="*/ 388358 h 547270"/>
                <a:gd name="connsiteX65" fmla="*/ 633736 w 2915191"/>
                <a:gd name="connsiteY65" fmla="*/ 377379 h 547270"/>
                <a:gd name="connsiteX66" fmla="*/ 643486 w 2915191"/>
                <a:gd name="connsiteY66" fmla="*/ 379416 h 547270"/>
                <a:gd name="connsiteX67" fmla="*/ 653236 w 2915191"/>
                <a:gd name="connsiteY67" fmla="*/ 366826 h 547270"/>
                <a:gd name="connsiteX68" fmla="*/ 662985 w 2915191"/>
                <a:gd name="connsiteY68" fmla="*/ 373681 h 547270"/>
                <a:gd name="connsiteX69" fmla="*/ 672735 w 2915191"/>
                <a:gd name="connsiteY69" fmla="*/ 389735 h 547270"/>
                <a:gd name="connsiteX70" fmla="*/ 682485 w 2915191"/>
                <a:gd name="connsiteY70" fmla="*/ 393260 h 547270"/>
                <a:gd name="connsiteX71" fmla="*/ 692235 w 2915191"/>
                <a:gd name="connsiteY71" fmla="*/ 400006 h 547270"/>
                <a:gd name="connsiteX72" fmla="*/ 701985 w 2915191"/>
                <a:gd name="connsiteY72" fmla="*/ 402845 h 547270"/>
                <a:gd name="connsiteX73" fmla="*/ 711735 w 2915191"/>
                <a:gd name="connsiteY73" fmla="*/ 399802 h 547270"/>
                <a:gd name="connsiteX74" fmla="*/ 721485 w 2915191"/>
                <a:gd name="connsiteY74" fmla="*/ 352732 h 547270"/>
                <a:gd name="connsiteX75" fmla="*/ 731235 w 2915191"/>
                <a:gd name="connsiteY75" fmla="*/ 352157 h 547270"/>
                <a:gd name="connsiteX76" fmla="*/ 740985 w 2915191"/>
                <a:gd name="connsiteY76" fmla="*/ 353694 h 547270"/>
                <a:gd name="connsiteX77" fmla="*/ 750734 w 2915191"/>
                <a:gd name="connsiteY77" fmla="*/ 366362 h 547270"/>
                <a:gd name="connsiteX78" fmla="*/ 760484 w 2915191"/>
                <a:gd name="connsiteY78" fmla="*/ 330890 h 547270"/>
                <a:gd name="connsiteX79" fmla="*/ 770233 w 2915191"/>
                <a:gd name="connsiteY79" fmla="*/ 352234 h 547270"/>
                <a:gd name="connsiteX80" fmla="*/ 779983 w 2915191"/>
                <a:gd name="connsiteY80" fmla="*/ 334946 h 547270"/>
                <a:gd name="connsiteX81" fmla="*/ 789733 w 2915191"/>
                <a:gd name="connsiteY81" fmla="*/ 350062 h 547270"/>
                <a:gd name="connsiteX82" fmla="*/ 799482 w 2915191"/>
                <a:gd name="connsiteY82" fmla="*/ 333104 h 547270"/>
                <a:gd name="connsiteX83" fmla="*/ 809232 w 2915191"/>
                <a:gd name="connsiteY83" fmla="*/ 318125 h 547270"/>
                <a:gd name="connsiteX84" fmla="*/ 818982 w 2915191"/>
                <a:gd name="connsiteY84" fmla="*/ 291974 h 547270"/>
                <a:gd name="connsiteX85" fmla="*/ 828732 w 2915191"/>
                <a:gd name="connsiteY85" fmla="*/ 267920 h 547270"/>
                <a:gd name="connsiteX86" fmla="*/ 838482 w 2915191"/>
                <a:gd name="connsiteY86" fmla="*/ 256607 h 547270"/>
                <a:gd name="connsiteX87" fmla="*/ 848232 w 2915191"/>
                <a:gd name="connsiteY87" fmla="*/ 271684 h 547270"/>
                <a:gd name="connsiteX88" fmla="*/ 857982 w 2915191"/>
                <a:gd name="connsiteY88" fmla="*/ 308303 h 547270"/>
                <a:gd name="connsiteX89" fmla="*/ 867732 w 2915191"/>
                <a:gd name="connsiteY89" fmla="*/ 287814 h 547270"/>
                <a:gd name="connsiteX90" fmla="*/ 877482 w 2915191"/>
                <a:gd name="connsiteY90" fmla="*/ 277213 h 547270"/>
                <a:gd name="connsiteX91" fmla="*/ 887231 w 2915191"/>
                <a:gd name="connsiteY91" fmla="*/ 274620 h 547270"/>
                <a:gd name="connsiteX92" fmla="*/ 896981 w 2915191"/>
                <a:gd name="connsiteY92" fmla="*/ 260887 h 547270"/>
                <a:gd name="connsiteX93" fmla="*/ 906730 w 2915191"/>
                <a:gd name="connsiteY93" fmla="*/ 246073 h 547270"/>
                <a:gd name="connsiteX94" fmla="*/ 916480 w 2915191"/>
                <a:gd name="connsiteY94" fmla="*/ 227235 h 547270"/>
                <a:gd name="connsiteX95" fmla="*/ 926230 w 2915191"/>
                <a:gd name="connsiteY95" fmla="*/ 232026 h 547270"/>
                <a:gd name="connsiteX96" fmla="*/ 935979 w 2915191"/>
                <a:gd name="connsiteY96" fmla="*/ 226007 h 547270"/>
                <a:gd name="connsiteX97" fmla="*/ 945729 w 2915191"/>
                <a:gd name="connsiteY97" fmla="*/ 221646 h 547270"/>
                <a:gd name="connsiteX98" fmla="*/ 955479 w 2915191"/>
                <a:gd name="connsiteY98" fmla="*/ 209824 h 547270"/>
                <a:gd name="connsiteX99" fmla="*/ 965229 w 2915191"/>
                <a:gd name="connsiteY99" fmla="*/ 195609 h 547270"/>
                <a:gd name="connsiteX100" fmla="*/ 974979 w 2915191"/>
                <a:gd name="connsiteY100" fmla="*/ 190764 h 547270"/>
                <a:gd name="connsiteX101" fmla="*/ 984729 w 2915191"/>
                <a:gd name="connsiteY101" fmla="*/ 176590 h 547270"/>
                <a:gd name="connsiteX102" fmla="*/ 994474 w 2915191"/>
                <a:gd name="connsiteY102" fmla="*/ 162599 h 547270"/>
                <a:gd name="connsiteX103" fmla="*/ 1004233 w 2915191"/>
                <a:gd name="connsiteY103" fmla="*/ 177889 h 547270"/>
                <a:gd name="connsiteX104" fmla="*/ 1013977 w 2915191"/>
                <a:gd name="connsiteY104" fmla="*/ 201080 h 547270"/>
                <a:gd name="connsiteX105" fmla="*/ 1023721 w 2915191"/>
                <a:gd name="connsiteY105" fmla="*/ 168512 h 547270"/>
                <a:gd name="connsiteX106" fmla="*/ 1033480 w 2915191"/>
                <a:gd name="connsiteY106" fmla="*/ 164978 h 547270"/>
                <a:gd name="connsiteX107" fmla="*/ 1043224 w 2915191"/>
                <a:gd name="connsiteY107" fmla="*/ 153315 h 547270"/>
                <a:gd name="connsiteX108" fmla="*/ 1052983 w 2915191"/>
                <a:gd name="connsiteY108" fmla="*/ 134098 h 547270"/>
                <a:gd name="connsiteX109" fmla="*/ 1062727 w 2915191"/>
                <a:gd name="connsiteY109" fmla="*/ 131466 h 547270"/>
                <a:gd name="connsiteX110" fmla="*/ 1072471 w 2915191"/>
                <a:gd name="connsiteY110" fmla="*/ 145526 h 547270"/>
                <a:gd name="connsiteX111" fmla="*/ 1082230 w 2915191"/>
                <a:gd name="connsiteY111" fmla="*/ 104077 h 547270"/>
                <a:gd name="connsiteX112" fmla="*/ 1091973 w 2915191"/>
                <a:gd name="connsiteY112" fmla="*/ 84021 h 547270"/>
                <a:gd name="connsiteX113" fmla="*/ 1101732 w 2915191"/>
                <a:gd name="connsiteY113" fmla="*/ 78276 h 547270"/>
                <a:gd name="connsiteX114" fmla="*/ 1111476 w 2915191"/>
                <a:gd name="connsiteY114" fmla="*/ 40139 h 547270"/>
                <a:gd name="connsiteX115" fmla="*/ 1121220 w 2915191"/>
                <a:gd name="connsiteY115" fmla="*/ 45966 h 547270"/>
                <a:gd name="connsiteX116" fmla="*/ 1130979 w 2915191"/>
                <a:gd name="connsiteY116" fmla="*/ 45896 h 547270"/>
                <a:gd name="connsiteX117" fmla="*/ 1140723 w 2915191"/>
                <a:gd name="connsiteY117" fmla="*/ 78482 h 547270"/>
                <a:gd name="connsiteX118" fmla="*/ 1150482 w 2915191"/>
                <a:gd name="connsiteY118" fmla="*/ 86211 h 547270"/>
                <a:gd name="connsiteX119" fmla="*/ 1160226 w 2915191"/>
                <a:gd name="connsiteY119" fmla="*/ 94804 h 547270"/>
                <a:gd name="connsiteX120" fmla="*/ 1169969 w 2915191"/>
                <a:gd name="connsiteY120" fmla="*/ 62480 h 547270"/>
                <a:gd name="connsiteX121" fmla="*/ 1179728 w 2915191"/>
                <a:gd name="connsiteY121" fmla="*/ 72046 h 547270"/>
                <a:gd name="connsiteX122" fmla="*/ 1189472 w 2915191"/>
                <a:gd name="connsiteY122" fmla="*/ 63063 h 547270"/>
                <a:gd name="connsiteX123" fmla="*/ 1199231 w 2915191"/>
                <a:gd name="connsiteY123" fmla="*/ 54961 h 547270"/>
                <a:gd name="connsiteX124" fmla="*/ 1208975 w 2915191"/>
                <a:gd name="connsiteY124" fmla="*/ 46233 h 547270"/>
                <a:gd name="connsiteX125" fmla="*/ 1218719 w 2915191"/>
                <a:gd name="connsiteY125" fmla="*/ 42151 h 547270"/>
                <a:gd name="connsiteX126" fmla="*/ 1228478 w 2915191"/>
                <a:gd name="connsiteY126" fmla="*/ 46452 h 547270"/>
                <a:gd name="connsiteX127" fmla="*/ 1238222 w 2915191"/>
                <a:gd name="connsiteY127" fmla="*/ 98287 h 547270"/>
                <a:gd name="connsiteX128" fmla="*/ 1247966 w 2915191"/>
                <a:gd name="connsiteY128" fmla="*/ 110580 h 547270"/>
                <a:gd name="connsiteX129" fmla="*/ 1257725 w 2915191"/>
                <a:gd name="connsiteY129" fmla="*/ 68713 h 547270"/>
                <a:gd name="connsiteX130" fmla="*/ 1267469 w 2915191"/>
                <a:gd name="connsiteY130" fmla="*/ 53221 h 547270"/>
                <a:gd name="connsiteX131" fmla="*/ 1277227 w 2915191"/>
                <a:gd name="connsiteY131" fmla="*/ 56664 h 547270"/>
                <a:gd name="connsiteX132" fmla="*/ 1286971 w 2915191"/>
                <a:gd name="connsiteY132" fmla="*/ 72577 h 547270"/>
                <a:gd name="connsiteX133" fmla="*/ 1296715 w 2915191"/>
                <a:gd name="connsiteY133" fmla="*/ 113749 h 547270"/>
                <a:gd name="connsiteX134" fmla="*/ 1306474 w 2915191"/>
                <a:gd name="connsiteY134" fmla="*/ 98523 h 547270"/>
                <a:gd name="connsiteX135" fmla="*/ 1316218 w 2915191"/>
                <a:gd name="connsiteY135" fmla="*/ 77052 h 547270"/>
                <a:gd name="connsiteX136" fmla="*/ 1325977 w 2915191"/>
                <a:gd name="connsiteY136" fmla="*/ 94461 h 547270"/>
                <a:gd name="connsiteX137" fmla="*/ 1335721 w 2915191"/>
                <a:gd name="connsiteY137" fmla="*/ 128030 h 547270"/>
                <a:gd name="connsiteX138" fmla="*/ 1345465 w 2915191"/>
                <a:gd name="connsiteY138" fmla="*/ 126124 h 547270"/>
                <a:gd name="connsiteX139" fmla="*/ 1355224 w 2915191"/>
                <a:gd name="connsiteY139" fmla="*/ 122699 h 547270"/>
                <a:gd name="connsiteX140" fmla="*/ 1364967 w 2915191"/>
                <a:gd name="connsiteY140" fmla="*/ 109861 h 547270"/>
                <a:gd name="connsiteX141" fmla="*/ 1374726 w 2915191"/>
                <a:gd name="connsiteY141" fmla="*/ 120729 h 547270"/>
                <a:gd name="connsiteX142" fmla="*/ 1384470 w 2915191"/>
                <a:gd name="connsiteY142" fmla="*/ 135275 h 547270"/>
                <a:gd name="connsiteX143" fmla="*/ 1394214 w 2915191"/>
                <a:gd name="connsiteY143" fmla="*/ 149002 h 547270"/>
                <a:gd name="connsiteX144" fmla="*/ 1403973 w 2915191"/>
                <a:gd name="connsiteY144" fmla="*/ 132528 h 547270"/>
                <a:gd name="connsiteX145" fmla="*/ 1413717 w 2915191"/>
                <a:gd name="connsiteY145" fmla="*/ 125299 h 547270"/>
                <a:gd name="connsiteX146" fmla="*/ 1423476 w 2915191"/>
                <a:gd name="connsiteY146" fmla="*/ 116467 h 547270"/>
                <a:gd name="connsiteX147" fmla="*/ 1433220 w 2915191"/>
                <a:gd name="connsiteY147" fmla="*/ 96048 h 547270"/>
                <a:gd name="connsiteX148" fmla="*/ 1442964 w 2915191"/>
                <a:gd name="connsiteY148" fmla="*/ 118158 h 547270"/>
                <a:gd name="connsiteX149" fmla="*/ 1452722 w 2915191"/>
                <a:gd name="connsiteY149" fmla="*/ 125950 h 547270"/>
                <a:gd name="connsiteX150" fmla="*/ 1462466 w 2915191"/>
                <a:gd name="connsiteY150" fmla="*/ 99743 h 547270"/>
                <a:gd name="connsiteX151" fmla="*/ 1472225 w 2915191"/>
                <a:gd name="connsiteY151" fmla="*/ 113931 h 547270"/>
                <a:gd name="connsiteX152" fmla="*/ 1481969 w 2915191"/>
                <a:gd name="connsiteY152" fmla="*/ 145480 h 547270"/>
                <a:gd name="connsiteX153" fmla="*/ 1491713 w 2915191"/>
                <a:gd name="connsiteY153" fmla="*/ 142603 h 547270"/>
                <a:gd name="connsiteX154" fmla="*/ 1501472 w 2915191"/>
                <a:gd name="connsiteY154" fmla="*/ 130579 h 547270"/>
                <a:gd name="connsiteX155" fmla="*/ 1511216 w 2915191"/>
                <a:gd name="connsiteY155" fmla="*/ 152756 h 547270"/>
                <a:gd name="connsiteX156" fmla="*/ 1520960 w 2915191"/>
                <a:gd name="connsiteY156" fmla="*/ 146806 h 547270"/>
                <a:gd name="connsiteX157" fmla="*/ 1530719 w 2915191"/>
                <a:gd name="connsiteY157" fmla="*/ 138239 h 547270"/>
                <a:gd name="connsiteX158" fmla="*/ 1540463 w 2915191"/>
                <a:gd name="connsiteY158" fmla="*/ 163326 h 547270"/>
                <a:gd name="connsiteX159" fmla="*/ 1550221 w 2915191"/>
                <a:gd name="connsiteY159" fmla="*/ 206038 h 547270"/>
                <a:gd name="connsiteX160" fmla="*/ 1559965 w 2915191"/>
                <a:gd name="connsiteY160" fmla="*/ 217960 h 547270"/>
                <a:gd name="connsiteX161" fmla="*/ 1569709 w 2915191"/>
                <a:gd name="connsiteY161" fmla="*/ 222239 h 547270"/>
                <a:gd name="connsiteX162" fmla="*/ 1579468 w 2915191"/>
                <a:gd name="connsiteY162" fmla="*/ 231707 h 547270"/>
                <a:gd name="connsiteX163" fmla="*/ 1589212 w 2915191"/>
                <a:gd name="connsiteY163" fmla="*/ 236934 h 547270"/>
                <a:gd name="connsiteX164" fmla="*/ 1598971 w 2915191"/>
                <a:gd name="connsiteY164" fmla="*/ 242803 h 547270"/>
                <a:gd name="connsiteX165" fmla="*/ 1608715 w 2915191"/>
                <a:gd name="connsiteY165" fmla="*/ 218653 h 547270"/>
                <a:gd name="connsiteX166" fmla="*/ 1618459 w 2915191"/>
                <a:gd name="connsiteY166" fmla="*/ 250254 h 547270"/>
                <a:gd name="connsiteX167" fmla="*/ 1628218 w 2915191"/>
                <a:gd name="connsiteY167" fmla="*/ 251408 h 547270"/>
                <a:gd name="connsiteX168" fmla="*/ 1637962 w 2915191"/>
                <a:gd name="connsiteY168" fmla="*/ 244984 h 547270"/>
                <a:gd name="connsiteX169" fmla="*/ 1647720 w 2915191"/>
                <a:gd name="connsiteY169" fmla="*/ 222655 h 547270"/>
                <a:gd name="connsiteX170" fmla="*/ 1657464 w 2915191"/>
                <a:gd name="connsiteY170" fmla="*/ 269850 h 547270"/>
                <a:gd name="connsiteX171" fmla="*/ 1667208 w 2915191"/>
                <a:gd name="connsiteY171" fmla="*/ 272985 h 547270"/>
                <a:gd name="connsiteX172" fmla="*/ 1676967 w 2915191"/>
                <a:gd name="connsiteY172" fmla="*/ 281422 h 547270"/>
                <a:gd name="connsiteX173" fmla="*/ 1686711 w 2915191"/>
                <a:gd name="connsiteY173" fmla="*/ 288704 h 547270"/>
                <a:gd name="connsiteX174" fmla="*/ 1696470 w 2915191"/>
                <a:gd name="connsiteY174" fmla="*/ 271099 h 547270"/>
                <a:gd name="connsiteX175" fmla="*/ 1706214 w 2915191"/>
                <a:gd name="connsiteY175" fmla="*/ 238479 h 547270"/>
                <a:gd name="connsiteX176" fmla="*/ 1715958 w 2915191"/>
                <a:gd name="connsiteY176" fmla="*/ 230434 h 547270"/>
                <a:gd name="connsiteX177" fmla="*/ 1725716 w 2915191"/>
                <a:gd name="connsiteY177" fmla="*/ 250644 h 547270"/>
                <a:gd name="connsiteX178" fmla="*/ 1735460 w 2915191"/>
                <a:gd name="connsiteY178" fmla="*/ 246738 h 547270"/>
                <a:gd name="connsiteX179" fmla="*/ 1745219 w 2915191"/>
                <a:gd name="connsiteY179" fmla="*/ 228023 h 547270"/>
                <a:gd name="connsiteX180" fmla="*/ 1754963 w 2915191"/>
                <a:gd name="connsiteY180" fmla="*/ 212682 h 547270"/>
                <a:gd name="connsiteX181" fmla="*/ 1764707 w 2915191"/>
                <a:gd name="connsiteY181" fmla="*/ 176712 h 547270"/>
                <a:gd name="connsiteX182" fmla="*/ 1774466 w 2915191"/>
                <a:gd name="connsiteY182" fmla="*/ 186830 h 547270"/>
                <a:gd name="connsiteX183" fmla="*/ 1784210 w 2915191"/>
                <a:gd name="connsiteY183" fmla="*/ 163351 h 547270"/>
                <a:gd name="connsiteX184" fmla="*/ 1793969 w 2915191"/>
                <a:gd name="connsiteY184" fmla="*/ 163265 h 547270"/>
                <a:gd name="connsiteX185" fmla="*/ 1803713 w 2915191"/>
                <a:gd name="connsiteY185" fmla="*/ 185053 h 547270"/>
                <a:gd name="connsiteX186" fmla="*/ 1813457 w 2915191"/>
                <a:gd name="connsiteY186" fmla="*/ 183499 h 547270"/>
                <a:gd name="connsiteX187" fmla="*/ 1823215 w 2915191"/>
                <a:gd name="connsiteY187" fmla="*/ 167229 h 547270"/>
                <a:gd name="connsiteX188" fmla="*/ 1832959 w 2915191"/>
                <a:gd name="connsiteY188" fmla="*/ 188213 h 547270"/>
                <a:gd name="connsiteX189" fmla="*/ 1842703 w 2915191"/>
                <a:gd name="connsiteY189" fmla="*/ 144472 h 547270"/>
                <a:gd name="connsiteX190" fmla="*/ 1852462 w 2915191"/>
                <a:gd name="connsiteY190" fmla="*/ 124486 h 547270"/>
                <a:gd name="connsiteX191" fmla="*/ 1862206 w 2915191"/>
                <a:gd name="connsiteY191" fmla="*/ 115370 h 547270"/>
                <a:gd name="connsiteX192" fmla="*/ 1871965 w 2915191"/>
                <a:gd name="connsiteY192" fmla="*/ 137087 h 547270"/>
                <a:gd name="connsiteX193" fmla="*/ 1881709 w 2915191"/>
                <a:gd name="connsiteY193" fmla="*/ 136513 h 547270"/>
                <a:gd name="connsiteX194" fmla="*/ 1891453 w 2915191"/>
                <a:gd name="connsiteY194" fmla="*/ 151098 h 547270"/>
                <a:gd name="connsiteX195" fmla="*/ 1901212 w 2915191"/>
                <a:gd name="connsiteY195" fmla="*/ 145848 h 547270"/>
                <a:gd name="connsiteX196" fmla="*/ 1910956 w 2915191"/>
                <a:gd name="connsiteY196" fmla="*/ 113483 h 547270"/>
                <a:gd name="connsiteX197" fmla="*/ 1920714 w 2915191"/>
                <a:gd name="connsiteY197" fmla="*/ 174723 h 547270"/>
                <a:gd name="connsiteX198" fmla="*/ 1930458 w 2915191"/>
                <a:gd name="connsiteY198" fmla="*/ 193292 h 547270"/>
                <a:gd name="connsiteX199" fmla="*/ 1940202 w 2915191"/>
                <a:gd name="connsiteY199" fmla="*/ 208656 h 547270"/>
                <a:gd name="connsiteX200" fmla="*/ 1949961 w 2915191"/>
                <a:gd name="connsiteY200" fmla="*/ 201807 h 547270"/>
                <a:gd name="connsiteX201" fmla="*/ 1959705 w 2915191"/>
                <a:gd name="connsiteY201" fmla="*/ 235595 h 547270"/>
                <a:gd name="connsiteX202" fmla="*/ 1969464 w 2915191"/>
                <a:gd name="connsiteY202" fmla="*/ 236672 h 547270"/>
                <a:gd name="connsiteX203" fmla="*/ 1979208 w 2915191"/>
                <a:gd name="connsiteY203" fmla="*/ 253333 h 547270"/>
                <a:gd name="connsiteX204" fmla="*/ 1988952 w 2915191"/>
                <a:gd name="connsiteY204" fmla="*/ 266862 h 547270"/>
                <a:gd name="connsiteX205" fmla="*/ 1998711 w 2915191"/>
                <a:gd name="connsiteY205" fmla="*/ 258940 h 547270"/>
                <a:gd name="connsiteX206" fmla="*/ 2008454 w 2915191"/>
                <a:gd name="connsiteY206" fmla="*/ 271681 h 547270"/>
                <a:gd name="connsiteX207" fmla="*/ 2018213 w 2915191"/>
                <a:gd name="connsiteY207" fmla="*/ 245206 h 547270"/>
                <a:gd name="connsiteX208" fmla="*/ 2027957 w 2915191"/>
                <a:gd name="connsiteY208" fmla="*/ 266969 h 547270"/>
                <a:gd name="connsiteX209" fmla="*/ 2037701 w 2915191"/>
                <a:gd name="connsiteY209" fmla="*/ 285695 h 547270"/>
                <a:gd name="connsiteX210" fmla="*/ 2047460 w 2915191"/>
                <a:gd name="connsiteY210" fmla="*/ 294495 h 547270"/>
                <a:gd name="connsiteX211" fmla="*/ 2057204 w 2915191"/>
                <a:gd name="connsiteY211" fmla="*/ 301225 h 547270"/>
                <a:gd name="connsiteX212" fmla="*/ 2066963 w 2915191"/>
                <a:gd name="connsiteY212" fmla="*/ 325172 h 547270"/>
                <a:gd name="connsiteX213" fmla="*/ 2076707 w 2915191"/>
                <a:gd name="connsiteY213" fmla="*/ 324612 h 547270"/>
                <a:gd name="connsiteX214" fmla="*/ 2086451 w 2915191"/>
                <a:gd name="connsiteY214" fmla="*/ 356403 h 547270"/>
                <a:gd name="connsiteX215" fmla="*/ 2096210 w 2915191"/>
                <a:gd name="connsiteY215" fmla="*/ 322840 h 547270"/>
                <a:gd name="connsiteX216" fmla="*/ 2105954 w 2915191"/>
                <a:gd name="connsiteY216" fmla="*/ 316195 h 547270"/>
                <a:gd name="connsiteX217" fmla="*/ 2115697 w 2915191"/>
                <a:gd name="connsiteY217" fmla="*/ 336845 h 547270"/>
                <a:gd name="connsiteX218" fmla="*/ 2125456 w 2915191"/>
                <a:gd name="connsiteY218" fmla="*/ 344891 h 547270"/>
                <a:gd name="connsiteX219" fmla="*/ 2135200 w 2915191"/>
                <a:gd name="connsiteY219" fmla="*/ 339967 h 547270"/>
                <a:gd name="connsiteX220" fmla="*/ 2144959 w 2915191"/>
                <a:gd name="connsiteY220" fmla="*/ 371266 h 547270"/>
                <a:gd name="connsiteX221" fmla="*/ 2154703 w 2915191"/>
                <a:gd name="connsiteY221" fmla="*/ 380332 h 547270"/>
                <a:gd name="connsiteX222" fmla="*/ 2164447 w 2915191"/>
                <a:gd name="connsiteY222" fmla="*/ 407213 h 547270"/>
                <a:gd name="connsiteX223" fmla="*/ 2174206 w 2915191"/>
                <a:gd name="connsiteY223" fmla="*/ 411298 h 547270"/>
                <a:gd name="connsiteX224" fmla="*/ 2183950 w 2915191"/>
                <a:gd name="connsiteY224" fmla="*/ 421652 h 547270"/>
                <a:gd name="connsiteX225" fmla="*/ 2193709 w 2915191"/>
                <a:gd name="connsiteY225" fmla="*/ 423033 h 547270"/>
                <a:gd name="connsiteX226" fmla="*/ 2203452 w 2915191"/>
                <a:gd name="connsiteY226" fmla="*/ 410094 h 547270"/>
                <a:gd name="connsiteX227" fmla="*/ 2213196 w 2915191"/>
                <a:gd name="connsiteY227" fmla="*/ 380210 h 547270"/>
                <a:gd name="connsiteX228" fmla="*/ 2222955 w 2915191"/>
                <a:gd name="connsiteY228" fmla="*/ 398941 h 547270"/>
                <a:gd name="connsiteX229" fmla="*/ 2232699 w 2915191"/>
                <a:gd name="connsiteY229" fmla="*/ 388999 h 547270"/>
                <a:gd name="connsiteX230" fmla="*/ 2242458 w 2915191"/>
                <a:gd name="connsiteY230" fmla="*/ 426318 h 547270"/>
                <a:gd name="connsiteX231" fmla="*/ 2252202 w 2915191"/>
                <a:gd name="connsiteY231" fmla="*/ 456536 h 547270"/>
                <a:gd name="connsiteX232" fmla="*/ 2261946 w 2915191"/>
                <a:gd name="connsiteY232" fmla="*/ 504117 h 547270"/>
                <a:gd name="connsiteX233" fmla="*/ 2271705 w 2915191"/>
                <a:gd name="connsiteY233" fmla="*/ 547271 h 547270"/>
                <a:gd name="connsiteX234" fmla="*/ 2281449 w 2915191"/>
                <a:gd name="connsiteY234" fmla="*/ 537226 h 547270"/>
                <a:gd name="connsiteX235" fmla="*/ 2291208 w 2915191"/>
                <a:gd name="connsiteY235" fmla="*/ 512425 h 547270"/>
                <a:gd name="connsiteX236" fmla="*/ 2300951 w 2915191"/>
                <a:gd name="connsiteY236" fmla="*/ 459885 h 547270"/>
                <a:gd name="connsiteX237" fmla="*/ 2310695 w 2915191"/>
                <a:gd name="connsiteY237" fmla="*/ 485372 h 547270"/>
                <a:gd name="connsiteX238" fmla="*/ 2320454 w 2915191"/>
                <a:gd name="connsiteY238" fmla="*/ 479413 h 547270"/>
                <a:gd name="connsiteX239" fmla="*/ 2330198 w 2915191"/>
                <a:gd name="connsiteY239" fmla="*/ 490662 h 547270"/>
                <a:gd name="connsiteX240" fmla="*/ 2339957 w 2915191"/>
                <a:gd name="connsiteY240" fmla="*/ 472758 h 547270"/>
                <a:gd name="connsiteX241" fmla="*/ 2349701 w 2915191"/>
                <a:gd name="connsiteY241" fmla="*/ 463564 h 547270"/>
                <a:gd name="connsiteX242" fmla="*/ 2359445 w 2915191"/>
                <a:gd name="connsiteY242" fmla="*/ 460611 h 547270"/>
                <a:gd name="connsiteX243" fmla="*/ 2369204 w 2915191"/>
                <a:gd name="connsiteY243" fmla="*/ 480318 h 547270"/>
                <a:gd name="connsiteX244" fmla="*/ 2378948 w 2915191"/>
                <a:gd name="connsiteY244" fmla="*/ 473947 h 547270"/>
                <a:gd name="connsiteX245" fmla="*/ 2388692 w 2915191"/>
                <a:gd name="connsiteY245" fmla="*/ 469489 h 547270"/>
                <a:gd name="connsiteX246" fmla="*/ 2398450 w 2915191"/>
                <a:gd name="connsiteY246" fmla="*/ 465352 h 547270"/>
                <a:gd name="connsiteX247" fmla="*/ 2408194 w 2915191"/>
                <a:gd name="connsiteY247" fmla="*/ 461003 h 547270"/>
                <a:gd name="connsiteX248" fmla="*/ 2417953 w 2915191"/>
                <a:gd name="connsiteY248" fmla="*/ 450867 h 547270"/>
                <a:gd name="connsiteX249" fmla="*/ 2427697 w 2915191"/>
                <a:gd name="connsiteY249" fmla="*/ 477094 h 547270"/>
                <a:gd name="connsiteX250" fmla="*/ 2437441 w 2915191"/>
                <a:gd name="connsiteY250" fmla="*/ 488101 h 547270"/>
                <a:gd name="connsiteX251" fmla="*/ 2447200 w 2915191"/>
                <a:gd name="connsiteY251" fmla="*/ 508994 h 547270"/>
                <a:gd name="connsiteX252" fmla="*/ 2456944 w 2915191"/>
                <a:gd name="connsiteY252" fmla="*/ 517303 h 547270"/>
                <a:gd name="connsiteX253" fmla="*/ 2466703 w 2915191"/>
                <a:gd name="connsiteY253" fmla="*/ 506232 h 547270"/>
                <a:gd name="connsiteX254" fmla="*/ 2476446 w 2915191"/>
                <a:gd name="connsiteY254" fmla="*/ 500236 h 547270"/>
                <a:gd name="connsiteX255" fmla="*/ 2486190 w 2915191"/>
                <a:gd name="connsiteY255" fmla="*/ 496717 h 547270"/>
                <a:gd name="connsiteX256" fmla="*/ 2495949 w 2915191"/>
                <a:gd name="connsiteY256" fmla="*/ 492152 h 547270"/>
                <a:gd name="connsiteX257" fmla="*/ 2505693 w 2915191"/>
                <a:gd name="connsiteY257" fmla="*/ 491160 h 547270"/>
                <a:gd name="connsiteX258" fmla="*/ 2515452 w 2915191"/>
                <a:gd name="connsiteY258" fmla="*/ 506592 h 547270"/>
                <a:gd name="connsiteX259" fmla="*/ 2525196 w 2915191"/>
                <a:gd name="connsiteY259" fmla="*/ 506448 h 547270"/>
                <a:gd name="connsiteX260" fmla="*/ 2534940 w 2915191"/>
                <a:gd name="connsiteY260" fmla="*/ 486926 h 547270"/>
                <a:gd name="connsiteX261" fmla="*/ 2544699 w 2915191"/>
                <a:gd name="connsiteY261" fmla="*/ 483773 h 547270"/>
                <a:gd name="connsiteX262" fmla="*/ 2554443 w 2915191"/>
                <a:gd name="connsiteY262" fmla="*/ 460885 h 547270"/>
                <a:gd name="connsiteX263" fmla="*/ 2564202 w 2915191"/>
                <a:gd name="connsiteY263" fmla="*/ 466037 h 547270"/>
                <a:gd name="connsiteX264" fmla="*/ 2573946 w 2915191"/>
                <a:gd name="connsiteY264" fmla="*/ 474615 h 547270"/>
                <a:gd name="connsiteX265" fmla="*/ 2583690 w 2915191"/>
                <a:gd name="connsiteY265" fmla="*/ 483698 h 547270"/>
                <a:gd name="connsiteX266" fmla="*/ 2593448 w 2915191"/>
                <a:gd name="connsiteY266" fmla="*/ 479288 h 547270"/>
                <a:gd name="connsiteX267" fmla="*/ 2603192 w 2915191"/>
                <a:gd name="connsiteY267" fmla="*/ 506308 h 547270"/>
                <a:gd name="connsiteX268" fmla="*/ 2612951 w 2915191"/>
                <a:gd name="connsiteY268" fmla="*/ 513549 h 547270"/>
                <a:gd name="connsiteX269" fmla="*/ 2622695 w 2915191"/>
                <a:gd name="connsiteY269" fmla="*/ 500887 h 547270"/>
                <a:gd name="connsiteX270" fmla="*/ 2632439 w 2915191"/>
                <a:gd name="connsiteY270" fmla="*/ 499067 h 547270"/>
                <a:gd name="connsiteX271" fmla="*/ 2642198 w 2915191"/>
                <a:gd name="connsiteY271" fmla="*/ 491289 h 547270"/>
                <a:gd name="connsiteX272" fmla="*/ 2651942 w 2915191"/>
                <a:gd name="connsiteY272" fmla="*/ 472988 h 547270"/>
                <a:gd name="connsiteX273" fmla="*/ 2661685 w 2915191"/>
                <a:gd name="connsiteY273" fmla="*/ 491684 h 547270"/>
                <a:gd name="connsiteX274" fmla="*/ 2671444 w 2915191"/>
                <a:gd name="connsiteY274" fmla="*/ 477307 h 547270"/>
                <a:gd name="connsiteX275" fmla="*/ 2681188 w 2915191"/>
                <a:gd name="connsiteY275" fmla="*/ 447370 h 547270"/>
                <a:gd name="connsiteX276" fmla="*/ 2690947 w 2915191"/>
                <a:gd name="connsiteY276" fmla="*/ 439714 h 547270"/>
                <a:gd name="connsiteX277" fmla="*/ 2700691 w 2915191"/>
                <a:gd name="connsiteY277" fmla="*/ 447787 h 547270"/>
                <a:gd name="connsiteX278" fmla="*/ 2710435 w 2915191"/>
                <a:gd name="connsiteY278" fmla="*/ 438541 h 547270"/>
                <a:gd name="connsiteX279" fmla="*/ 2720194 w 2915191"/>
                <a:gd name="connsiteY279" fmla="*/ 452718 h 547270"/>
                <a:gd name="connsiteX280" fmla="*/ 2729938 w 2915191"/>
                <a:gd name="connsiteY280" fmla="*/ 458907 h 547270"/>
                <a:gd name="connsiteX281" fmla="*/ 2739697 w 2915191"/>
                <a:gd name="connsiteY281" fmla="*/ 437275 h 547270"/>
                <a:gd name="connsiteX282" fmla="*/ 2749441 w 2915191"/>
                <a:gd name="connsiteY282" fmla="*/ 422303 h 547270"/>
                <a:gd name="connsiteX283" fmla="*/ 2759185 w 2915191"/>
                <a:gd name="connsiteY283" fmla="*/ 415752 h 547270"/>
                <a:gd name="connsiteX284" fmla="*/ 2768943 w 2915191"/>
                <a:gd name="connsiteY284" fmla="*/ 421187 h 547270"/>
                <a:gd name="connsiteX285" fmla="*/ 2778687 w 2915191"/>
                <a:gd name="connsiteY285" fmla="*/ 402065 h 547270"/>
                <a:gd name="connsiteX286" fmla="*/ 2788446 w 2915191"/>
                <a:gd name="connsiteY286" fmla="*/ 407356 h 547270"/>
                <a:gd name="connsiteX287" fmla="*/ 2798190 w 2915191"/>
                <a:gd name="connsiteY287" fmla="*/ 410255 h 547270"/>
                <a:gd name="connsiteX288" fmla="*/ 2807934 w 2915191"/>
                <a:gd name="connsiteY288" fmla="*/ 369723 h 547270"/>
                <a:gd name="connsiteX289" fmla="*/ 2817693 w 2915191"/>
                <a:gd name="connsiteY289" fmla="*/ 372320 h 547270"/>
                <a:gd name="connsiteX290" fmla="*/ 2827437 w 2915191"/>
                <a:gd name="connsiteY290" fmla="*/ 356418 h 547270"/>
                <a:gd name="connsiteX291" fmla="*/ 2837196 w 2915191"/>
                <a:gd name="connsiteY291" fmla="*/ 369484 h 547270"/>
                <a:gd name="connsiteX292" fmla="*/ 2846940 w 2915191"/>
                <a:gd name="connsiteY292" fmla="*/ 366776 h 547270"/>
                <a:gd name="connsiteX293" fmla="*/ 2856684 w 2915191"/>
                <a:gd name="connsiteY293" fmla="*/ 307067 h 547270"/>
                <a:gd name="connsiteX294" fmla="*/ 2866442 w 2915191"/>
                <a:gd name="connsiteY294" fmla="*/ 302948 h 547270"/>
                <a:gd name="connsiteX295" fmla="*/ 2876186 w 2915191"/>
                <a:gd name="connsiteY295" fmla="*/ 301487 h 547270"/>
                <a:gd name="connsiteX296" fmla="*/ 2885945 w 2915191"/>
                <a:gd name="connsiteY296" fmla="*/ 273702 h 547270"/>
                <a:gd name="connsiteX297" fmla="*/ 2895689 w 2915191"/>
                <a:gd name="connsiteY297" fmla="*/ 281600 h 547270"/>
                <a:gd name="connsiteX298" fmla="*/ 2905433 w 2915191"/>
                <a:gd name="connsiteY298" fmla="*/ 301923 h 547270"/>
                <a:gd name="connsiteX299" fmla="*/ 2915192 w 2915191"/>
                <a:gd name="connsiteY299" fmla="*/ 306968 h 547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47270">
                  <a:moveTo>
                    <a:pt x="0" y="99884"/>
                  </a:moveTo>
                  <a:lnTo>
                    <a:pt x="9750" y="42154"/>
                  </a:lnTo>
                  <a:lnTo>
                    <a:pt x="19500" y="47210"/>
                  </a:lnTo>
                  <a:lnTo>
                    <a:pt x="29250" y="82539"/>
                  </a:lnTo>
                  <a:lnTo>
                    <a:pt x="39000" y="106796"/>
                  </a:lnTo>
                  <a:lnTo>
                    <a:pt x="48749" y="87786"/>
                  </a:lnTo>
                  <a:lnTo>
                    <a:pt x="58499" y="82814"/>
                  </a:lnTo>
                  <a:lnTo>
                    <a:pt x="68249" y="63663"/>
                  </a:lnTo>
                  <a:lnTo>
                    <a:pt x="77998" y="46209"/>
                  </a:lnTo>
                  <a:lnTo>
                    <a:pt x="87748" y="51336"/>
                  </a:lnTo>
                  <a:lnTo>
                    <a:pt x="97497" y="26395"/>
                  </a:lnTo>
                  <a:lnTo>
                    <a:pt x="107247" y="0"/>
                  </a:lnTo>
                  <a:lnTo>
                    <a:pt x="116997" y="12131"/>
                  </a:lnTo>
                  <a:lnTo>
                    <a:pt x="126747" y="35539"/>
                  </a:lnTo>
                  <a:lnTo>
                    <a:pt x="136497" y="32316"/>
                  </a:lnTo>
                  <a:lnTo>
                    <a:pt x="146247" y="17593"/>
                  </a:lnTo>
                  <a:lnTo>
                    <a:pt x="155997" y="27225"/>
                  </a:lnTo>
                  <a:lnTo>
                    <a:pt x="165747" y="8267"/>
                  </a:lnTo>
                  <a:lnTo>
                    <a:pt x="175497" y="23905"/>
                  </a:lnTo>
                  <a:lnTo>
                    <a:pt x="185247" y="11524"/>
                  </a:lnTo>
                  <a:lnTo>
                    <a:pt x="194996" y="33079"/>
                  </a:lnTo>
                  <a:lnTo>
                    <a:pt x="204746" y="21648"/>
                  </a:lnTo>
                  <a:lnTo>
                    <a:pt x="214495" y="18147"/>
                  </a:lnTo>
                  <a:lnTo>
                    <a:pt x="224245" y="41395"/>
                  </a:lnTo>
                  <a:lnTo>
                    <a:pt x="233995" y="82317"/>
                  </a:lnTo>
                  <a:lnTo>
                    <a:pt x="243744" y="86018"/>
                  </a:lnTo>
                  <a:lnTo>
                    <a:pt x="253494" y="121707"/>
                  </a:lnTo>
                  <a:lnTo>
                    <a:pt x="263244" y="119774"/>
                  </a:lnTo>
                  <a:lnTo>
                    <a:pt x="272994" y="143655"/>
                  </a:lnTo>
                  <a:lnTo>
                    <a:pt x="282744" y="186538"/>
                  </a:lnTo>
                  <a:lnTo>
                    <a:pt x="292494" y="187654"/>
                  </a:lnTo>
                  <a:lnTo>
                    <a:pt x="302244" y="186163"/>
                  </a:lnTo>
                  <a:lnTo>
                    <a:pt x="311994" y="180053"/>
                  </a:lnTo>
                  <a:lnTo>
                    <a:pt x="321744" y="178210"/>
                  </a:lnTo>
                  <a:lnTo>
                    <a:pt x="331493" y="199611"/>
                  </a:lnTo>
                  <a:lnTo>
                    <a:pt x="341243" y="226283"/>
                  </a:lnTo>
                  <a:lnTo>
                    <a:pt x="350993" y="246662"/>
                  </a:lnTo>
                  <a:lnTo>
                    <a:pt x="360742" y="251961"/>
                  </a:lnTo>
                  <a:lnTo>
                    <a:pt x="370492" y="236140"/>
                  </a:lnTo>
                  <a:lnTo>
                    <a:pt x="380241" y="266376"/>
                  </a:lnTo>
                  <a:lnTo>
                    <a:pt x="389991" y="280332"/>
                  </a:lnTo>
                  <a:lnTo>
                    <a:pt x="399741" y="276947"/>
                  </a:lnTo>
                  <a:lnTo>
                    <a:pt x="409491" y="244206"/>
                  </a:lnTo>
                  <a:lnTo>
                    <a:pt x="419241" y="275420"/>
                  </a:lnTo>
                  <a:lnTo>
                    <a:pt x="428991" y="302148"/>
                  </a:lnTo>
                  <a:lnTo>
                    <a:pt x="438741" y="317968"/>
                  </a:lnTo>
                  <a:lnTo>
                    <a:pt x="448491" y="335184"/>
                  </a:lnTo>
                  <a:lnTo>
                    <a:pt x="458241" y="342939"/>
                  </a:lnTo>
                  <a:lnTo>
                    <a:pt x="467991" y="349730"/>
                  </a:lnTo>
                  <a:lnTo>
                    <a:pt x="477740" y="366120"/>
                  </a:lnTo>
                  <a:lnTo>
                    <a:pt x="487490" y="382591"/>
                  </a:lnTo>
                  <a:lnTo>
                    <a:pt x="497239" y="391988"/>
                  </a:lnTo>
                  <a:lnTo>
                    <a:pt x="506989" y="396818"/>
                  </a:lnTo>
                  <a:lnTo>
                    <a:pt x="516738" y="418053"/>
                  </a:lnTo>
                  <a:lnTo>
                    <a:pt x="526488" y="412408"/>
                  </a:lnTo>
                  <a:lnTo>
                    <a:pt x="536238" y="411467"/>
                  </a:lnTo>
                  <a:lnTo>
                    <a:pt x="545988" y="442650"/>
                  </a:lnTo>
                  <a:lnTo>
                    <a:pt x="555738" y="446387"/>
                  </a:lnTo>
                  <a:lnTo>
                    <a:pt x="565488" y="439949"/>
                  </a:lnTo>
                  <a:lnTo>
                    <a:pt x="575238" y="425694"/>
                  </a:lnTo>
                  <a:lnTo>
                    <a:pt x="584988" y="410089"/>
                  </a:lnTo>
                  <a:lnTo>
                    <a:pt x="594738" y="441990"/>
                  </a:lnTo>
                  <a:lnTo>
                    <a:pt x="604488" y="426440"/>
                  </a:lnTo>
                  <a:lnTo>
                    <a:pt x="614237" y="400379"/>
                  </a:lnTo>
                  <a:lnTo>
                    <a:pt x="623987" y="388358"/>
                  </a:lnTo>
                  <a:lnTo>
                    <a:pt x="633736" y="377379"/>
                  </a:lnTo>
                  <a:lnTo>
                    <a:pt x="643486" y="379416"/>
                  </a:lnTo>
                  <a:lnTo>
                    <a:pt x="653236" y="366826"/>
                  </a:lnTo>
                  <a:lnTo>
                    <a:pt x="662985" y="373681"/>
                  </a:lnTo>
                  <a:lnTo>
                    <a:pt x="672735" y="389735"/>
                  </a:lnTo>
                  <a:lnTo>
                    <a:pt x="682485" y="393260"/>
                  </a:lnTo>
                  <a:lnTo>
                    <a:pt x="692235" y="400006"/>
                  </a:lnTo>
                  <a:lnTo>
                    <a:pt x="701985" y="402845"/>
                  </a:lnTo>
                  <a:lnTo>
                    <a:pt x="711735" y="399802"/>
                  </a:lnTo>
                  <a:lnTo>
                    <a:pt x="721485" y="352732"/>
                  </a:lnTo>
                  <a:lnTo>
                    <a:pt x="731235" y="352157"/>
                  </a:lnTo>
                  <a:lnTo>
                    <a:pt x="740985" y="353694"/>
                  </a:lnTo>
                  <a:lnTo>
                    <a:pt x="750734" y="366362"/>
                  </a:lnTo>
                  <a:lnTo>
                    <a:pt x="760484" y="330890"/>
                  </a:lnTo>
                  <a:lnTo>
                    <a:pt x="770233" y="352234"/>
                  </a:lnTo>
                  <a:lnTo>
                    <a:pt x="779983" y="334946"/>
                  </a:lnTo>
                  <a:lnTo>
                    <a:pt x="789733" y="350062"/>
                  </a:lnTo>
                  <a:lnTo>
                    <a:pt x="799482" y="333104"/>
                  </a:lnTo>
                  <a:lnTo>
                    <a:pt x="809232" y="318125"/>
                  </a:lnTo>
                  <a:lnTo>
                    <a:pt x="818982" y="291974"/>
                  </a:lnTo>
                  <a:lnTo>
                    <a:pt x="828732" y="267920"/>
                  </a:lnTo>
                  <a:lnTo>
                    <a:pt x="838482" y="256607"/>
                  </a:lnTo>
                  <a:lnTo>
                    <a:pt x="848232" y="271684"/>
                  </a:lnTo>
                  <a:lnTo>
                    <a:pt x="857982" y="308303"/>
                  </a:lnTo>
                  <a:lnTo>
                    <a:pt x="867732" y="287814"/>
                  </a:lnTo>
                  <a:lnTo>
                    <a:pt x="877482" y="277213"/>
                  </a:lnTo>
                  <a:lnTo>
                    <a:pt x="887231" y="274620"/>
                  </a:lnTo>
                  <a:lnTo>
                    <a:pt x="896981" y="260887"/>
                  </a:lnTo>
                  <a:lnTo>
                    <a:pt x="906730" y="246073"/>
                  </a:lnTo>
                  <a:lnTo>
                    <a:pt x="916480" y="227235"/>
                  </a:lnTo>
                  <a:lnTo>
                    <a:pt x="926230" y="232026"/>
                  </a:lnTo>
                  <a:lnTo>
                    <a:pt x="935979" y="226007"/>
                  </a:lnTo>
                  <a:lnTo>
                    <a:pt x="945729" y="221646"/>
                  </a:lnTo>
                  <a:lnTo>
                    <a:pt x="955479" y="209824"/>
                  </a:lnTo>
                  <a:lnTo>
                    <a:pt x="965229" y="195609"/>
                  </a:lnTo>
                  <a:lnTo>
                    <a:pt x="974979" y="190764"/>
                  </a:lnTo>
                  <a:lnTo>
                    <a:pt x="984729" y="176590"/>
                  </a:lnTo>
                  <a:lnTo>
                    <a:pt x="994474" y="162599"/>
                  </a:lnTo>
                  <a:lnTo>
                    <a:pt x="1004233" y="177889"/>
                  </a:lnTo>
                  <a:lnTo>
                    <a:pt x="1013977" y="201080"/>
                  </a:lnTo>
                  <a:lnTo>
                    <a:pt x="1023721" y="168512"/>
                  </a:lnTo>
                  <a:lnTo>
                    <a:pt x="1033480" y="164978"/>
                  </a:lnTo>
                  <a:lnTo>
                    <a:pt x="1043224" y="153315"/>
                  </a:lnTo>
                  <a:lnTo>
                    <a:pt x="1052983" y="134098"/>
                  </a:lnTo>
                  <a:lnTo>
                    <a:pt x="1062727" y="131466"/>
                  </a:lnTo>
                  <a:lnTo>
                    <a:pt x="1072471" y="145526"/>
                  </a:lnTo>
                  <a:lnTo>
                    <a:pt x="1082230" y="104077"/>
                  </a:lnTo>
                  <a:lnTo>
                    <a:pt x="1091973" y="84021"/>
                  </a:lnTo>
                  <a:lnTo>
                    <a:pt x="1101732" y="78276"/>
                  </a:lnTo>
                  <a:lnTo>
                    <a:pt x="1111476" y="40139"/>
                  </a:lnTo>
                  <a:lnTo>
                    <a:pt x="1121220" y="45966"/>
                  </a:lnTo>
                  <a:lnTo>
                    <a:pt x="1130979" y="45896"/>
                  </a:lnTo>
                  <a:lnTo>
                    <a:pt x="1140723" y="78482"/>
                  </a:lnTo>
                  <a:lnTo>
                    <a:pt x="1150482" y="86211"/>
                  </a:lnTo>
                  <a:lnTo>
                    <a:pt x="1160226" y="94804"/>
                  </a:lnTo>
                  <a:lnTo>
                    <a:pt x="1169969" y="62480"/>
                  </a:lnTo>
                  <a:lnTo>
                    <a:pt x="1179728" y="72046"/>
                  </a:lnTo>
                  <a:lnTo>
                    <a:pt x="1189472" y="63063"/>
                  </a:lnTo>
                  <a:lnTo>
                    <a:pt x="1199231" y="54961"/>
                  </a:lnTo>
                  <a:lnTo>
                    <a:pt x="1208975" y="46233"/>
                  </a:lnTo>
                  <a:lnTo>
                    <a:pt x="1218719" y="42151"/>
                  </a:lnTo>
                  <a:lnTo>
                    <a:pt x="1228478" y="46452"/>
                  </a:lnTo>
                  <a:lnTo>
                    <a:pt x="1238222" y="98287"/>
                  </a:lnTo>
                  <a:lnTo>
                    <a:pt x="1247966" y="110580"/>
                  </a:lnTo>
                  <a:lnTo>
                    <a:pt x="1257725" y="68713"/>
                  </a:lnTo>
                  <a:lnTo>
                    <a:pt x="1267469" y="53221"/>
                  </a:lnTo>
                  <a:lnTo>
                    <a:pt x="1277227" y="56664"/>
                  </a:lnTo>
                  <a:lnTo>
                    <a:pt x="1286971" y="72577"/>
                  </a:lnTo>
                  <a:lnTo>
                    <a:pt x="1296715" y="113749"/>
                  </a:lnTo>
                  <a:lnTo>
                    <a:pt x="1306474" y="98523"/>
                  </a:lnTo>
                  <a:lnTo>
                    <a:pt x="1316218" y="77052"/>
                  </a:lnTo>
                  <a:lnTo>
                    <a:pt x="1325977" y="94461"/>
                  </a:lnTo>
                  <a:lnTo>
                    <a:pt x="1335721" y="128030"/>
                  </a:lnTo>
                  <a:lnTo>
                    <a:pt x="1345465" y="126124"/>
                  </a:lnTo>
                  <a:lnTo>
                    <a:pt x="1355224" y="122699"/>
                  </a:lnTo>
                  <a:lnTo>
                    <a:pt x="1364967" y="109861"/>
                  </a:lnTo>
                  <a:lnTo>
                    <a:pt x="1374726" y="120729"/>
                  </a:lnTo>
                  <a:lnTo>
                    <a:pt x="1384470" y="135275"/>
                  </a:lnTo>
                  <a:lnTo>
                    <a:pt x="1394214" y="149002"/>
                  </a:lnTo>
                  <a:lnTo>
                    <a:pt x="1403973" y="132528"/>
                  </a:lnTo>
                  <a:lnTo>
                    <a:pt x="1413717" y="125299"/>
                  </a:lnTo>
                  <a:lnTo>
                    <a:pt x="1423476" y="116467"/>
                  </a:lnTo>
                  <a:lnTo>
                    <a:pt x="1433220" y="96048"/>
                  </a:lnTo>
                  <a:lnTo>
                    <a:pt x="1442964" y="118158"/>
                  </a:lnTo>
                  <a:lnTo>
                    <a:pt x="1452722" y="125950"/>
                  </a:lnTo>
                  <a:lnTo>
                    <a:pt x="1462466" y="99743"/>
                  </a:lnTo>
                  <a:lnTo>
                    <a:pt x="1472225" y="113931"/>
                  </a:lnTo>
                  <a:lnTo>
                    <a:pt x="1481969" y="145480"/>
                  </a:lnTo>
                  <a:lnTo>
                    <a:pt x="1491713" y="142603"/>
                  </a:lnTo>
                  <a:lnTo>
                    <a:pt x="1501472" y="130579"/>
                  </a:lnTo>
                  <a:lnTo>
                    <a:pt x="1511216" y="152756"/>
                  </a:lnTo>
                  <a:lnTo>
                    <a:pt x="1520960" y="146806"/>
                  </a:lnTo>
                  <a:lnTo>
                    <a:pt x="1530719" y="138239"/>
                  </a:lnTo>
                  <a:lnTo>
                    <a:pt x="1540463" y="163326"/>
                  </a:lnTo>
                  <a:lnTo>
                    <a:pt x="1550221" y="206038"/>
                  </a:lnTo>
                  <a:lnTo>
                    <a:pt x="1559965" y="217960"/>
                  </a:lnTo>
                  <a:lnTo>
                    <a:pt x="1569709" y="222239"/>
                  </a:lnTo>
                  <a:lnTo>
                    <a:pt x="1579468" y="231707"/>
                  </a:lnTo>
                  <a:lnTo>
                    <a:pt x="1589212" y="236934"/>
                  </a:lnTo>
                  <a:lnTo>
                    <a:pt x="1598971" y="242803"/>
                  </a:lnTo>
                  <a:lnTo>
                    <a:pt x="1608715" y="218653"/>
                  </a:lnTo>
                  <a:lnTo>
                    <a:pt x="1618459" y="250254"/>
                  </a:lnTo>
                  <a:lnTo>
                    <a:pt x="1628218" y="251408"/>
                  </a:lnTo>
                  <a:lnTo>
                    <a:pt x="1637962" y="244984"/>
                  </a:lnTo>
                  <a:lnTo>
                    <a:pt x="1647720" y="222655"/>
                  </a:lnTo>
                  <a:lnTo>
                    <a:pt x="1657464" y="269850"/>
                  </a:lnTo>
                  <a:lnTo>
                    <a:pt x="1667208" y="272985"/>
                  </a:lnTo>
                  <a:lnTo>
                    <a:pt x="1676967" y="281422"/>
                  </a:lnTo>
                  <a:lnTo>
                    <a:pt x="1686711" y="288704"/>
                  </a:lnTo>
                  <a:lnTo>
                    <a:pt x="1696470" y="271099"/>
                  </a:lnTo>
                  <a:lnTo>
                    <a:pt x="1706214" y="238479"/>
                  </a:lnTo>
                  <a:lnTo>
                    <a:pt x="1715958" y="230434"/>
                  </a:lnTo>
                  <a:lnTo>
                    <a:pt x="1725716" y="250644"/>
                  </a:lnTo>
                  <a:lnTo>
                    <a:pt x="1735460" y="246738"/>
                  </a:lnTo>
                  <a:lnTo>
                    <a:pt x="1745219" y="228023"/>
                  </a:lnTo>
                  <a:lnTo>
                    <a:pt x="1754963" y="212682"/>
                  </a:lnTo>
                  <a:lnTo>
                    <a:pt x="1764707" y="176712"/>
                  </a:lnTo>
                  <a:lnTo>
                    <a:pt x="1774466" y="186830"/>
                  </a:lnTo>
                  <a:lnTo>
                    <a:pt x="1784210" y="163351"/>
                  </a:lnTo>
                  <a:lnTo>
                    <a:pt x="1793969" y="163265"/>
                  </a:lnTo>
                  <a:lnTo>
                    <a:pt x="1803713" y="185053"/>
                  </a:lnTo>
                  <a:lnTo>
                    <a:pt x="1813457" y="183499"/>
                  </a:lnTo>
                  <a:lnTo>
                    <a:pt x="1823215" y="167229"/>
                  </a:lnTo>
                  <a:lnTo>
                    <a:pt x="1832959" y="188213"/>
                  </a:lnTo>
                  <a:lnTo>
                    <a:pt x="1842703" y="144472"/>
                  </a:lnTo>
                  <a:lnTo>
                    <a:pt x="1852462" y="124486"/>
                  </a:lnTo>
                  <a:lnTo>
                    <a:pt x="1862206" y="115370"/>
                  </a:lnTo>
                  <a:lnTo>
                    <a:pt x="1871965" y="137087"/>
                  </a:lnTo>
                  <a:lnTo>
                    <a:pt x="1881709" y="136513"/>
                  </a:lnTo>
                  <a:lnTo>
                    <a:pt x="1891453" y="151098"/>
                  </a:lnTo>
                  <a:lnTo>
                    <a:pt x="1901212" y="145848"/>
                  </a:lnTo>
                  <a:lnTo>
                    <a:pt x="1910956" y="113483"/>
                  </a:lnTo>
                  <a:lnTo>
                    <a:pt x="1920714" y="174723"/>
                  </a:lnTo>
                  <a:lnTo>
                    <a:pt x="1930458" y="193292"/>
                  </a:lnTo>
                  <a:lnTo>
                    <a:pt x="1940202" y="208656"/>
                  </a:lnTo>
                  <a:lnTo>
                    <a:pt x="1949961" y="201807"/>
                  </a:lnTo>
                  <a:lnTo>
                    <a:pt x="1959705" y="235595"/>
                  </a:lnTo>
                  <a:lnTo>
                    <a:pt x="1969464" y="236672"/>
                  </a:lnTo>
                  <a:lnTo>
                    <a:pt x="1979208" y="253333"/>
                  </a:lnTo>
                  <a:lnTo>
                    <a:pt x="1988952" y="266862"/>
                  </a:lnTo>
                  <a:lnTo>
                    <a:pt x="1998711" y="258940"/>
                  </a:lnTo>
                  <a:lnTo>
                    <a:pt x="2008454" y="271681"/>
                  </a:lnTo>
                  <a:lnTo>
                    <a:pt x="2018213" y="245206"/>
                  </a:lnTo>
                  <a:lnTo>
                    <a:pt x="2027957" y="266969"/>
                  </a:lnTo>
                  <a:lnTo>
                    <a:pt x="2037701" y="285695"/>
                  </a:lnTo>
                  <a:lnTo>
                    <a:pt x="2047460" y="294495"/>
                  </a:lnTo>
                  <a:lnTo>
                    <a:pt x="2057204" y="301225"/>
                  </a:lnTo>
                  <a:lnTo>
                    <a:pt x="2066963" y="325172"/>
                  </a:lnTo>
                  <a:lnTo>
                    <a:pt x="2076707" y="324612"/>
                  </a:lnTo>
                  <a:lnTo>
                    <a:pt x="2086451" y="356403"/>
                  </a:lnTo>
                  <a:lnTo>
                    <a:pt x="2096210" y="322840"/>
                  </a:lnTo>
                  <a:lnTo>
                    <a:pt x="2105954" y="316195"/>
                  </a:lnTo>
                  <a:lnTo>
                    <a:pt x="2115697" y="336845"/>
                  </a:lnTo>
                  <a:lnTo>
                    <a:pt x="2125456" y="344891"/>
                  </a:lnTo>
                  <a:lnTo>
                    <a:pt x="2135200" y="339967"/>
                  </a:lnTo>
                  <a:lnTo>
                    <a:pt x="2144959" y="371266"/>
                  </a:lnTo>
                  <a:lnTo>
                    <a:pt x="2154703" y="380332"/>
                  </a:lnTo>
                  <a:lnTo>
                    <a:pt x="2164447" y="407213"/>
                  </a:lnTo>
                  <a:lnTo>
                    <a:pt x="2174206" y="411298"/>
                  </a:lnTo>
                  <a:lnTo>
                    <a:pt x="2183950" y="421652"/>
                  </a:lnTo>
                  <a:lnTo>
                    <a:pt x="2193709" y="423033"/>
                  </a:lnTo>
                  <a:lnTo>
                    <a:pt x="2203452" y="410094"/>
                  </a:lnTo>
                  <a:lnTo>
                    <a:pt x="2213196" y="380210"/>
                  </a:lnTo>
                  <a:lnTo>
                    <a:pt x="2222955" y="398941"/>
                  </a:lnTo>
                  <a:lnTo>
                    <a:pt x="2232699" y="388999"/>
                  </a:lnTo>
                  <a:lnTo>
                    <a:pt x="2242458" y="426318"/>
                  </a:lnTo>
                  <a:lnTo>
                    <a:pt x="2252202" y="456536"/>
                  </a:lnTo>
                  <a:lnTo>
                    <a:pt x="2261946" y="504117"/>
                  </a:lnTo>
                  <a:lnTo>
                    <a:pt x="2271705" y="547271"/>
                  </a:lnTo>
                  <a:lnTo>
                    <a:pt x="2281449" y="537226"/>
                  </a:lnTo>
                  <a:lnTo>
                    <a:pt x="2291208" y="512425"/>
                  </a:lnTo>
                  <a:lnTo>
                    <a:pt x="2300951" y="459885"/>
                  </a:lnTo>
                  <a:lnTo>
                    <a:pt x="2310695" y="485372"/>
                  </a:lnTo>
                  <a:lnTo>
                    <a:pt x="2320454" y="479413"/>
                  </a:lnTo>
                  <a:lnTo>
                    <a:pt x="2330198" y="490662"/>
                  </a:lnTo>
                  <a:lnTo>
                    <a:pt x="2339957" y="472758"/>
                  </a:lnTo>
                  <a:lnTo>
                    <a:pt x="2349701" y="463564"/>
                  </a:lnTo>
                  <a:lnTo>
                    <a:pt x="2359445" y="460611"/>
                  </a:lnTo>
                  <a:lnTo>
                    <a:pt x="2369204" y="480318"/>
                  </a:lnTo>
                  <a:lnTo>
                    <a:pt x="2378948" y="473947"/>
                  </a:lnTo>
                  <a:lnTo>
                    <a:pt x="2388692" y="469489"/>
                  </a:lnTo>
                  <a:lnTo>
                    <a:pt x="2398450" y="465352"/>
                  </a:lnTo>
                  <a:lnTo>
                    <a:pt x="2408194" y="461003"/>
                  </a:lnTo>
                  <a:lnTo>
                    <a:pt x="2417953" y="450867"/>
                  </a:lnTo>
                  <a:lnTo>
                    <a:pt x="2427697" y="477094"/>
                  </a:lnTo>
                  <a:lnTo>
                    <a:pt x="2437441" y="488101"/>
                  </a:lnTo>
                  <a:lnTo>
                    <a:pt x="2447200" y="508994"/>
                  </a:lnTo>
                  <a:lnTo>
                    <a:pt x="2456944" y="517303"/>
                  </a:lnTo>
                  <a:lnTo>
                    <a:pt x="2466703" y="506232"/>
                  </a:lnTo>
                  <a:lnTo>
                    <a:pt x="2476446" y="500236"/>
                  </a:lnTo>
                  <a:lnTo>
                    <a:pt x="2486190" y="496717"/>
                  </a:lnTo>
                  <a:lnTo>
                    <a:pt x="2495949" y="492152"/>
                  </a:lnTo>
                  <a:lnTo>
                    <a:pt x="2505693" y="491160"/>
                  </a:lnTo>
                  <a:lnTo>
                    <a:pt x="2515452" y="506592"/>
                  </a:lnTo>
                  <a:lnTo>
                    <a:pt x="2525196" y="506448"/>
                  </a:lnTo>
                  <a:lnTo>
                    <a:pt x="2534940" y="486926"/>
                  </a:lnTo>
                  <a:lnTo>
                    <a:pt x="2544699" y="483773"/>
                  </a:lnTo>
                  <a:lnTo>
                    <a:pt x="2554443" y="460885"/>
                  </a:lnTo>
                  <a:lnTo>
                    <a:pt x="2564202" y="466037"/>
                  </a:lnTo>
                  <a:lnTo>
                    <a:pt x="2573946" y="474615"/>
                  </a:lnTo>
                  <a:lnTo>
                    <a:pt x="2583690" y="483698"/>
                  </a:lnTo>
                  <a:lnTo>
                    <a:pt x="2593448" y="479288"/>
                  </a:lnTo>
                  <a:lnTo>
                    <a:pt x="2603192" y="506308"/>
                  </a:lnTo>
                  <a:lnTo>
                    <a:pt x="2612951" y="513549"/>
                  </a:lnTo>
                  <a:lnTo>
                    <a:pt x="2622695" y="500887"/>
                  </a:lnTo>
                  <a:lnTo>
                    <a:pt x="2632439" y="499067"/>
                  </a:lnTo>
                  <a:lnTo>
                    <a:pt x="2642198" y="491289"/>
                  </a:lnTo>
                  <a:lnTo>
                    <a:pt x="2651942" y="472988"/>
                  </a:lnTo>
                  <a:lnTo>
                    <a:pt x="2661685" y="491684"/>
                  </a:lnTo>
                  <a:lnTo>
                    <a:pt x="2671444" y="477307"/>
                  </a:lnTo>
                  <a:lnTo>
                    <a:pt x="2681188" y="447370"/>
                  </a:lnTo>
                  <a:lnTo>
                    <a:pt x="2690947" y="439714"/>
                  </a:lnTo>
                  <a:lnTo>
                    <a:pt x="2700691" y="447787"/>
                  </a:lnTo>
                  <a:lnTo>
                    <a:pt x="2710435" y="438541"/>
                  </a:lnTo>
                  <a:lnTo>
                    <a:pt x="2720194" y="452718"/>
                  </a:lnTo>
                  <a:lnTo>
                    <a:pt x="2729938" y="458907"/>
                  </a:lnTo>
                  <a:lnTo>
                    <a:pt x="2739697" y="437275"/>
                  </a:lnTo>
                  <a:lnTo>
                    <a:pt x="2749441" y="422303"/>
                  </a:lnTo>
                  <a:lnTo>
                    <a:pt x="2759185" y="415752"/>
                  </a:lnTo>
                  <a:lnTo>
                    <a:pt x="2768943" y="421187"/>
                  </a:lnTo>
                  <a:lnTo>
                    <a:pt x="2778687" y="402065"/>
                  </a:lnTo>
                  <a:lnTo>
                    <a:pt x="2788446" y="407356"/>
                  </a:lnTo>
                  <a:lnTo>
                    <a:pt x="2798190" y="410255"/>
                  </a:lnTo>
                  <a:lnTo>
                    <a:pt x="2807934" y="369723"/>
                  </a:lnTo>
                  <a:lnTo>
                    <a:pt x="2817693" y="372320"/>
                  </a:lnTo>
                  <a:lnTo>
                    <a:pt x="2827437" y="356418"/>
                  </a:lnTo>
                  <a:lnTo>
                    <a:pt x="2837196" y="369484"/>
                  </a:lnTo>
                  <a:lnTo>
                    <a:pt x="2846940" y="366776"/>
                  </a:lnTo>
                  <a:lnTo>
                    <a:pt x="2856684" y="307067"/>
                  </a:lnTo>
                  <a:lnTo>
                    <a:pt x="2866442" y="302948"/>
                  </a:lnTo>
                  <a:lnTo>
                    <a:pt x="2876186" y="301487"/>
                  </a:lnTo>
                  <a:lnTo>
                    <a:pt x="2885945" y="273702"/>
                  </a:lnTo>
                  <a:lnTo>
                    <a:pt x="2895689" y="281600"/>
                  </a:lnTo>
                  <a:lnTo>
                    <a:pt x="2905433" y="301923"/>
                  </a:lnTo>
                  <a:lnTo>
                    <a:pt x="2915192" y="30696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8" name="Freeform 1037">
              <a:extLst>
                <a:ext uri="{FF2B5EF4-FFF2-40B4-BE49-F238E27FC236}">
                  <a16:creationId xmlns:a16="http://schemas.microsoft.com/office/drawing/2014/main" id="{59F5B12D-89B7-4A99-08F4-372BEBFF2D3A}"/>
                </a:ext>
              </a:extLst>
            </p:cNvPr>
            <p:cNvSpPr/>
            <p:nvPr/>
          </p:nvSpPr>
          <p:spPr>
            <a:xfrm>
              <a:off x="4426652" y="3548704"/>
              <a:ext cx="2915191" cy="434436"/>
            </a:xfrm>
            <a:custGeom>
              <a:avLst/>
              <a:gdLst>
                <a:gd name="connsiteX0" fmla="*/ 0 w 2915191"/>
                <a:gd name="connsiteY0" fmla="*/ 384647 h 434436"/>
                <a:gd name="connsiteX1" fmla="*/ 9750 w 2915191"/>
                <a:gd name="connsiteY1" fmla="*/ 349327 h 434436"/>
                <a:gd name="connsiteX2" fmla="*/ 19500 w 2915191"/>
                <a:gd name="connsiteY2" fmla="*/ 355201 h 434436"/>
                <a:gd name="connsiteX3" fmla="*/ 29250 w 2915191"/>
                <a:gd name="connsiteY3" fmla="*/ 347437 h 434436"/>
                <a:gd name="connsiteX4" fmla="*/ 39000 w 2915191"/>
                <a:gd name="connsiteY4" fmla="*/ 353906 h 434436"/>
                <a:gd name="connsiteX5" fmla="*/ 48749 w 2915191"/>
                <a:gd name="connsiteY5" fmla="*/ 351564 h 434436"/>
                <a:gd name="connsiteX6" fmla="*/ 58499 w 2915191"/>
                <a:gd name="connsiteY6" fmla="*/ 351862 h 434436"/>
                <a:gd name="connsiteX7" fmla="*/ 68249 w 2915191"/>
                <a:gd name="connsiteY7" fmla="*/ 340235 h 434436"/>
                <a:gd name="connsiteX8" fmla="*/ 77998 w 2915191"/>
                <a:gd name="connsiteY8" fmla="*/ 339073 h 434436"/>
                <a:gd name="connsiteX9" fmla="*/ 87748 w 2915191"/>
                <a:gd name="connsiteY9" fmla="*/ 333411 h 434436"/>
                <a:gd name="connsiteX10" fmla="*/ 97497 w 2915191"/>
                <a:gd name="connsiteY10" fmla="*/ 349503 h 434436"/>
                <a:gd name="connsiteX11" fmla="*/ 107247 w 2915191"/>
                <a:gd name="connsiteY11" fmla="*/ 343430 h 434436"/>
                <a:gd name="connsiteX12" fmla="*/ 116997 w 2915191"/>
                <a:gd name="connsiteY12" fmla="*/ 351941 h 434436"/>
                <a:gd name="connsiteX13" fmla="*/ 126747 w 2915191"/>
                <a:gd name="connsiteY13" fmla="*/ 348811 h 434436"/>
                <a:gd name="connsiteX14" fmla="*/ 136497 w 2915191"/>
                <a:gd name="connsiteY14" fmla="*/ 358472 h 434436"/>
                <a:gd name="connsiteX15" fmla="*/ 146247 w 2915191"/>
                <a:gd name="connsiteY15" fmla="*/ 363701 h 434436"/>
                <a:gd name="connsiteX16" fmla="*/ 155997 w 2915191"/>
                <a:gd name="connsiteY16" fmla="*/ 353249 h 434436"/>
                <a:gd name="connsiteX17" fmla="*/ 165747 w 2915191"/>
                <a:gd name="connsiteY17" fmla="*/ 379325 h 434436"/>
                <a:gd name="connsiteX18" fmla="*/ 175497 w 2915191"/>
                <a:gd name="connsiteY18" fmla="*/ 359904 h 434436"/>
                <a:gd name="connsiteX19" fmla="*/ 185247 w 2915191"/>
                <a:gd name="connsiteY19" fmla="*/ 341698 h 434436"/>
                <a:gd name="connsiteX20" fmla="*/ 194996 w 2915191"/>
                <a:gd name="connsiteY20" fmla="*/ 387655 h 434436"/>
                <a:gd name="connsiteX21" fmla="*/ 204746 w 2915191"/>
                <a:gd name="connsiteY21" fmla="*/ 392472 h 434436"/>
                <a:gd name="connsiteX22" fmla="*/ 214495 w 2915191"/>
                <a:gd name="connsiteY22" fmla="*/ 393524 h 434436"/>
                <a:gd name="connsiteX23" fmla="*/ 224245 w 2915191"/>
                <a:gd name="connsiteY23" fmla="*/ 358152 h 434436"/>
                <a:gd name="connsiteX24" fmla="*/ 233995 w 2915191"/>
                <a:gd name="connsiteY24" fmla="*/ 358452 h 434436"/>
                <a:gd name="connsiteX25" fmla="*/ 243744 w 2915191"/>
                <a:gd name="connsiteY25" fmla="*/ 314891 h 434436"/>
                <a:gd name="connsiteX26" fmla="*/ 253494 w 2915191"/>
                <a:gd name="connsiteY26" fmla="*/ 357507 h 434436"/>
                <a:gd name="connsiteX27" fmla="*/ 263244 w 2915191"/>
                <a:gd name="connsiteY27" fmla="*/ 349180 h 434436"/>
                <a:gd name="connsiteX28" fmla="*/ 272994 w 2915191"/>
                <a:gd name="connsiteY28" fmla="*/ 354943 h 434436"/>
                <a:gd name="connsiteX29" fmla="*/ 282744 w 2915191"/>
                <a:gd name="connsiteY29" fmla="*/ 358444 h 434436"/>
                <a:gd name="connsiteX30" fmla="*/ 292494 w 2915191"/>
                <a:gd name="connsiteY30" fmla="*/ 328076 h 434436"/>
                <a:gd name="connsiteX31" fmla="*/ 302244 w 2915191"/>
                <a:gd name="connsiteY31" fmla="*/ 314664 h 434436"/>
                <a:gd name="connsiteX32" fmla="*/ 311994 w 2915191"/>
                <a:gd name="connsiteY32" fmla="*/ 307889 h 434436"/>
                <a:gd name="connsiteX33" fmla="*/ 321744 w 2915191"/>
                <a:gd name="connsiteY33" fmla="*/ 270332 h 434436"/>
                <a:gd name="connsiteX34" fmla="*/ 331493 w 2915191"/>
                <a:gd name="connsiteY34" fmla="*/ 249187 h 434436"/>
                <a:gd name="connsiteX35" fmla="*/ 341243 w 2915191"/>
                <a:gd name="connsiteY35" fmla="*/ 209311 h 434436"/>
                <a:gd name="connsiteX36" fmla="*/ 350993 w 2915191"/>
                <a:gd name="connsiteY36" fmla="*/ 228273 h 434436"/>
                <a:gd name="connsiteX37" fmla="*/ 360742 w 2915191"/>
                <a:gd name="connsiteY37" fmla="*/ 247888 h 434436"/>
                <a:gd name="connsiteX38" fmla="*/ 370492 w 2915191"/>
                <a:gd name="connsiteY38" fmla="*/ 252801 h 434436"/>
                <a:gd name="connsiteX39" fmla="*/ 380241 w 2915191"/>
                <a:gd name="connsiteY39" fmla="*/ 252141 h 434436"/>
                <a:gd name="connsiteX40" fmla="*/ 389991 w 2915191"/>
                <a:gd name="connsiteY40" fmla="*/ 287780 h 434436"/>
                <a:gd name="connsiteX41" fmla="*/ 399741 w 2915191"/>
                <a:gd name="connsiteY41" fmla="*/ 288690 h 434436"/>
                <a:gd name="connsiteX42" fmla="*/ 409491 w 2915191"/>
                <a:gd name="connsiteY42" fmla="*/ 320094 h 434436"/>
                <a:gd name="connsiteX43" fmla="*/ 419241 w 2915191"/>
                <a:gd name="connsiteY43" fmla="*/ 319513 h 434436"/>
                <a:gd name="connsiteX44" fmla="*/ 428991 w 2915191"/>
                <a:gd name="connsiteY44" fmla="*/ 319480 h 434436"/>
                <a:gd name="connsiteX45" fmla="*/ 438741 w 2915191"/>
                <a:gd name="connsiteY45" fmla="*/ 327861 h 434436"/>
                <a:gd name="connsiteX46" fmla="*/ 448491 w 2915191"/>
                <a:gd name="connsiteY46" fmla="*/ 322395 h 434436"/>
                <a:gd name="connsiteX47" fmla="*/ 458241 w 2915191"/>
                <a:gd name="connsiteY47" fmla="*/ 345025 h 434436"/>
                <a:gd name="connsiteX48" fmla="*/ 467991 w 2915191"/>
                <a:gd name="connsiteY48" fmla="*/ 357795 h 434436"/>
                <a:gd name="connsiteX49" fmla="*/ 477740 w 2915191"/>
                <a:gd name="connsiteY49" fmla="*/ 346206 h 434436"/>
                <a:gd name="connsiteX50" fmla="*/ 487490 w 2915191"/>
                <a:gd name="connsiteY50" fmla="*/ 306877 h 434436"/>
                <a:gd name="connsiteX51" fmla="*/ 497239 w 2915191"/>
                <a:gd name="connsiteY51" fmla="*/ 298334 h 434436"/>
                <a:gd name="connsiteX52" fmla="*/ 506989 w 2915191"/>
                <a:gd name="connsiteY52" fmla="*/ 282565 h 434436"/>
                <a:gd name="connsiteX53" fmla="*/ 516738 w 2915191"/>
                <a:gd name="connsiteY53" fmla="*/ 287793 h 434436"/>
                <a:gd name="connsiteX54" fmla="*/ 526488 w 2915191"/>
                <a:gd name="connsiteY54" fmla="*/ 254601 h 434436"/>
                <a:gd name="connsiteX55" fmla="*/ 536238 w 2915191"/>
                <a:gd name="connsiteY55" fmla="*/ 220411 h 434436"/>
                <a:gd name="connsiteX56" fmla="*/ 545988 w 2915191"/>
                <a:gd name="connsiteY56" fmla="*/ 240902 h 434436"/>
                <a:gd name="connsiteX57" fmla="*/ 555738 w 2915191"/>
                <a:gd name="connsiteY57" fmla="*/ 276990 h 434436"/>
                <a:gd name="connsiteX58" fmla="*/ 565488 w 2915191"/>
                <a:gd name="connsiteY58" fmla="*/ 254776 h 434436"/>
                <a:gd name="connsiteX59" fmla="*/ 575238 w 2915191"/>
                <a:gd name="connsiteY59" fmla="*/ 250991 h 434436"/>
                <a:gd name="connsiteX60" fmla="*/ 584988 w 2915191"/>
                <a:gd name="connsiteY60" fmla="*/ 273495 h 434436"/>
                <a:gd name="connsiteX61" fmla="*/ 594738 w 2915191"/>
                <a:gd name="connsiteY61" fmla="*/ 245726 h 434436"/>
                <a:gd name="connsiteX62" fmla="*/ 604488 w 2915191"/>
                <a:gd name="connsiteY62" fmla="*/ 291868 h 434436"/>
                <a:gd name="connsiteX63" fmla="*/ 614237 w 2915191"/>
                <a:gd name="connsiteY63" fmla="*/ 267760 h 434436"/>
                <a:gd name="connsiteX64" fmla="*/ 623987 w 2915191"/>
                <a:gd name="connsiteY64" fmla="*/ 276689 h 434436"/>
                <a:gd name="connsiteX65" fmla="*/ 633736 w 2915191"/>
                <a:gd name="connsiteY65" fmla="*/ 269441 h 434436"/>
                <a:gd name="connsiteX66" fmla="*/ 643486 w 2915191"/>
                <a:gd name="connsiteY66" fmla="*/ 251373 h 434436"/>
                <a:gd name="connsiteX67" fmla="*/ 653236 w 2915191"/>
                <a:gd name="connsiteY67" fmla="*/ 241143 h 434436"/>
                <a:gd name="connsiteX68" fmla="*/ 662985 w 2915191"/>
                <a:gd name="connsiteY68" fmla="*/ 284788 h 434436"/>
                <a:gd name="connsiteX69" fmla="*/ 672735 w 2915191"/>
                <a:gd name="connsiteY69" fmla="*/ 267338 h 434436"/>
                <a:gd name="connsiteX70" fmla="*/ 682485 w 2915191"/>
                <a:gd name="connsiteY70" fmla="*/ 267791 h 434436"/>
                <a:gd name="connsiteX71" fmla="*/ 692235 w 2915191"/>
                <a:gd name="connsiteY71" fmla="*/ 274952 h 434436"/>
                <a:gd name="connsiteX72" fmla="*/ 701985 w 2915191"/>
                <a:gd name="connsiteY72" fmla="*/ 277747 h 434436"/>
                <a:gd name="connsiteX73" fmla="*/ 711735 w 2915191"/>
                <a:gd name="connsiteY73" fmla="*/ 285716 h 434436"/>
                <a:gd name="connsiteX74" fmla="*/ 721485 w 2915191"/>
                <a:gd name="connsiteY74" fmla="*/ 279301 h 434436"/>
                <a:gd name="connsiteX75" fmla="*/ 731235 w 2915191"/>
                <a:gd name="connsiteY75" fmla="*/ 241302 h 434436"/>
                <a:gd name="connsiteX76" fmla="*/ 740985 w 2915191"/>
                <a:gd name="connsiteY76" fmla="*/ 239762 h 434436"/>
                <a:gd name="connsiteX77" fmla="*/ 750734 w 2915191"/>
                <a:gd name="connsiteY77" fmla="*/ 245806 h 434436"/>
                <a:gd name="connsiteX78" fmla="*/ 760484 w 2915191"/>
                <a:gd name="connsiteY78" fmla="*/ 251636 h 434436"/>
                <a:gd name="connsiteX79" fmla="*/ 770233 w 2915191"/>
                <a:gd name="connsiteY79" fmla="*/ 240596 h 434436"/>
                <a:gd name="connsiteX80" fmla="*/ 779983 w 2915191"/>
                <a:gd name="connsiteY80" fmla="*/ 293522 h 434436"/>
                <a:gd name="connsiteX81" fmla="*/ 789733 w 2915191"/>
                <a:gd name="connsiteY81" fmla="*/ 261821 h 434436"/>
                <a:gd name="connsiteX82" fmla="*/ 799482 w 2915191"/>
                <a:gd name="connsiteY82" fmla="*/ 306882 h 434436"/>
                <a:gd name="connsiteX83" fmla="*/ 809232 w 2915191"/>
                <a:gd name="connsiteY83" fmla="*/ 313077 h 434436"/>
                <a:gd name="connsiteX84" fmla="*/ 818982 w 2915191"/>
                <a:gd name="connsiteY84" fmla="*/ 273794 h 434436"/>
                <a:gd name="connsiteX85" fmla="*/ 828732 w 2915191"/>
                <a:gd name="connsiteY85" fmla="*/ 266310 h 434436"/>
                <a:gd name="connsiteX86" fmla="*/ 838482 w 2915191"/>
                <a:gd name="connsiteY86" fmla="*/ 287580 h 434436"/>
                <a:gd name="connsiteX87" fmla="*/ 848232 w 2915191"/>
                <a:gd name="connsiteY87" fmla="*/ 260740 h 434436"/>
                <a:gd name="connsiteX88" fmla="*/ 857982 w 2915191"/>
                <a:gd name="connsiteY88" fmla="*/ 252982 h 434436"/>
                <a:gd name="connsiteX89" fmla="*/ 867732 w 2915191"/>
                <a:gd name="connsiteY89" fmla="*/ 259798 h 434436"/>
                <a:gd name="connsiteX90" fmla="*/ 877482 w 2915191"/>
                <a:gd name="connsiteY90" fmla="*/ 244999 h 434436"/>
                <a:gd name="connsiteX91" fmla="*/ 887231 w 2915191"/>
                <a:gd name="connsiteY91" fmla="*/ 255997 h 434436"/>
                <a:gd name="connsiteX92" fmla="*/ 896981 w 2915191"/>
                <a:gd name="connsiteY92" fmla="*/ 258931 h 434436"/>
                <a:gd name="connsiteX93" fmla="*/ 906730 w 2915191"/>
                <a:gd name="connsiteY93" fmla="*/ 251219 h 434436"/>
                <a:gd name="connsiteX94" fmla="*/ 916480 w 2915191"/>
                <a:gd name="connsiteY94" fmla="*/ 250942 h 434436"/>
                <a:gd name="connsiteX95" fmla="*/ 926230 w 2915191"/>
                <a:gd name="connsiteY95" fmla="*/ 229976 h 434436"/>
                <a:gd name="connsiteX96" fmla="*/ 935979 w 2915191"/>
                <a:gd name="connsiteY96" fmla="*/ 219368 h 434436"/>
                <a:gd name="connsiteX97" fmla="*/ 945729 w 2915191"/>
                <a:gd name="connsiteY97" fmla="*/ 223664 h 434436"/>
                <a:gd name="connsiteX98" fmla="*/ 955479 w 2915191"/>
                <a:gd name="connsiteY98" fmla="*/ 239611 h 434436"/>
                <a:gd name="connsiteX99" fmla="*/ 965229 w 2915191"/>
                <a:gd name="connsiteY99" fmla="*/ 259965 h 434436"/>
                <a:gd name="connsiteX100" fmla="*/ 974979 w 2915191"/>
                <a:gd name="connsiteY100" fmla="*/ 254349 h 434436"/>
                <a:gd name="connsiteX101" fmla="*/ 984729 w 2915191"/>
                <a:gd name="connsiteY101" fmla="*/ 262371 h 434436"/>
                <a:gd name="connsiteX102" fmla="*/ 994474 w 2915191"/>
                <a:gd name="connsiteY102" fmla="*/ 258640 h 434436"/>
                <a:gd name="connsiteX103" fmla="*/ 1004233 w 2915191"/>
                <a:gd name="connsiteY103" fmla="*/ 274056 h 434436"/>
                <a:gd name="connsiteX104" fmla="*/ 1013977 w 2915191"/>
                <a:gd name="connsiteY104" fmla="*/ 256118 h 434436"/>
                <a:gd name="connsiteX105" fmla="*/ 1023721 w 2915191"/>
                <a:gd name="connsiteY105" fmla="*/ 227491 h 434436"/>
                <a:gd name="connsiteX106" fmla="*/ 1033480 w 2915191"/>
                <a:gd name="connsiteY106" fmla="*/ 187979 h 434436"/>
                <a:gd name="connsiteX107" fmla="*/ 1043224 w 2915191"/>
                <a:gd name="connsiteY107" fmla="*/ 209147 h 434436"/>
                <a:gd name="connsiteX108" fmla="*/ 1052983 w 2915191"/>
                <a:gd name="connsiteY108" fmla="*/ 231359 h 434436"/>
                <a:gd name="connsiteX109" fmla="*/ 1062727 w 2915191"/>
                <a:gd name="connsiteY109" fmla="*/ 187629 h 434436"/>
                <a:gd name="connsiteX110" fmla="*/ 1072471 w 2915191"/>
                <a:gd name="connsiteY110" fmla="*/ 207736 h 434436"/>
                <a:gd name="connsiteX111" fmla="*/ 1082230 w 2915191"/>
                <a:gd name="connsiteY111" fmla="*/ 202814 h 434436"/>
                <a:gd name="connsiteX112" fmla="*/ 1091973 w 2915191"/>
                <a:gd name="connsiteY112" fmla="*/ 230456 h 434436"/>
                <a:gd name="connsiteX113" fmla="*/ 1101732 w 2915191"/>
                <a:gd name="connsiteY113" fmla="*/ 228065 h 434436"/>
                <a:gd name="connsiteX114" fmla="*/ 1111476 w 2915191"/>
                <a:gd name="connsiteY114" fmla="*/ 235522 h 434436"/>
                <a:gd name="connsiteX115" fmla="*/ 1121220 w 2915191"/>
                <a:gd name="connsiteY115" fmla="*/ 228097 h 434436"/>
                <a:gd name="connsiteX116" fmla="*/ 1130979 w 2915191"/>
                <a:gd name="connsiteY116" fmla="*/ 223257 h 434436"/>
                <a:gd name="connsiteX117" fmla="*/ 1140723 w 2915191"/>
                <a:gd name="connsiteY117" fmla="*/ 188949 h 434436"/>
                <a:gd name="connsiteX118" fmla="*/ 1150482 w 2915191"/>
                <a:gd name="connsiteY118" fmla="*/ 233701 h 434436"/>
                <a:gd name="connsiteX119" fmla="*/ 1160226 w 2915191"/>
                <a:gd name="connsiteY119" fmla="*/ 224397 h 434436"/>
                <a:gd name="connsiteX120" fmla="*/ 1169969 w 2915191"/>
                <a:gd name="connsiteY120" fmla="*/ 251899 h 434436"/>
                <a:gd name="connsiteX121" fmla="*/ 1179728 w 2915191"/>
                <a:gd name="connsiteY121" fmla="*/ 242344 h 434436"/>
                <a:gd name="connsiteX122" fmla="*/ 1189472 w 2915191"/>
                <a:gd name="connsiteY122" fmla="*/ 241060 h 434436"/>
                <a:gd name="connsiteX123" fmla="*/ 1199231 w 2915191"/>
                <a:gd name="connsiteY123" fmla="*/ 233090 h 434436"/>
                <a:gd name="connsiteX124" fmla="*/ 1208975 w 2915191"/>
                <a:gd name="connsiteY124" fmla="*/ 229014 h 434436"/>
                <a:gd name="connsiteX125" fmla="*/ 1218719 w 2915191"/>
                <a:gd name="connsiteY125" fmla="*/ 204429 h 434436"/>
                <a:gd name="connsiteX126" fmla="*/ 1228478 w 2915191"/>
                <a:gd name="connsiteY126" fmla="*/ 197388 h 434436"/>
                <a:gd name="connsiteX127" fmla="*/ 1238222 w 2915191"/>
                <a:gd name="connsiteY127" fmla="*/ 187340 h 434436"/>
                <a:gd name="connsiteX128" fmla="*/ 1247966 w 2915191"/>
                <a:gd name="connsiteY128" fmla="*/ 194487 h 434436"/>
                <a:gd name="connsiteX129" fmla="*/ 1257725 w 2915191"/>
                <a:gd name="connsiteY129" fmla="*/ 191812 h 434436"/>
                <a:gd name="connsiteX130" fmla="*/ 1267469 w 2915191"/>
                <a:gd name="connsiteY130" fmla="*/ 176371 h 434436"/>
                <a:gd name="connsiteX131" fmla="*/ 1277227 w 2915191"/>
                <a:gd name="connsiteY131" fmla="*/ 184244 h 434436"/>
                <a:gd name="connsiteX132" fmla="*/ 1286971 w 2915191"/>
                <a:gd name="connsiteY132" fmla="*/ 188048 h 434436"/>
                <a:gd name="connsiteX133" fmla="*/ 1296715 w 2915191"/>
                <a:gd name="connsiteY133" fmla="*/ 179698 h 434436"/>
                <a:gd name="connsiteX134" fmla="*/ 1306474 w 2915191"/>
                <a:gd name="connsiteY134" fmla="*/ 153562 h 434436"/>
                <a:gd name="connsiteX135" fmla="*/ 1316218 w 2915191"/>
                <a:gd name="connsiteY135" fmla="*/ 211725 h 434436"/>
                <a:gd name="connsiteX136" fmla="*/ 1325977 w 2915191"/>
                <a:gd name="connsiteY136" fmla="*/ 193821 h 434436"/>
                <a:gd name="connsiteX137" fmla="*/ 1335721 w 2915191"/>
                <a:gd name="connsiteY137" fmla="*/ 178707 h 434436"/>
                <a:gd name="connsiteX138" fmla="*/ 1345465 w 2915191"/>
                <a:gd name="connsiteY138" fmla="*/ 209864 h 434436"/>
                <a:gd name="connsiteX139" fmla="*/ 1355224 w 2915191"/>
                <a:gd name="connsiteY139" fmla="*/ 200950 h 434436"/>
                <a:gd name="connsiteX140" fmla="*/ 1364967 w 2915191"/>
                <a:gd name="connsiteY140" fmla="*/ 190402 h 434436"/>
                <a:gd name="connsiteX141" fmla="*/ 1374726 w 2915191"/>
                <a:gd name="connsiteY141" fmla="*/ 209125 h 434436"/>
                <a:gd name="connsiteX142" fmla="*/ 1384470 w 2915191"/>
                <a:gd name="connsiteY142" fmla="*/ 216548 h 434436"/>
                <a:gd name="connsiteX143" fmla="*/ 1394214 w 2915191"/>
                <a:gd name="connsiteY143" fmla="*/ 201918 h 434436"/>
                <a:gd name="connsiteX144" fmla="*/ 1403973 w 2915191"/>
                <a:gd name="connsiteY144" fmla="*/ 177840 h 434436"/>
                <a:gd name="connsiteX145" fmla="*/ 1413717 w 2915191"/>
                <a:gd name="connsiteY145" fmla="*/ 186911 h 434436"/>
                <a:gd name="connsiteX146" fmla="*/ 1423476 w 2915191"/>
                <a:gd name="connsiteY146" fmla="*/ 182496 h 434436"/>
                <a:gd name="connsiteX147" fmla="*/ 1433220 w 2915191"/>
                <a:gd name="connsiteY147" fmla="*/ 217562 h 434436"/>
                <a:gd name="connsiteX148" fmla="*/ 1442964 w 2915191"/>
                <a:gd name="connsiteY148" fmla="*/ 238798 h 434436"/>
                <a:gd name="connsiteX149" fmla="*/ 1452722 w 2915191"/>
                <a:gd name="connsiteY149" fmla="*/ 269953 h 434436"/>
                <a:gd name="connsiteX150" fmla="*/ 1462466 w 2915191"/>
                <a:gd name="connsiteY150" fmla="*/ 299003 h 434436"/>
                <a:gd name="connsiteX151" fmla="*/ 1472225 w 2915191"/>
                <a:gd name="connsiteY151" fmla="*/ 271567 h 434436"/>
                <a:gd name="connsiteX152" fmla="*/ 1481969 w 2915191"/>
                <a:gd name="connsiteY152" fmla="*/ 300700 h 434436"/>
                <a:gd name="connsiteX153" fmla="*/ 1491713 w 2915191"/>
                <a:gd name="connsiteY153" fmla="*/ 316907 h 434436"/>
                <a:gd name="connsiteX154" fmla="*/ 1501472 w 2915191"/>
                <a:gd name="connsiteY154" fmla="*/ 299347 h 434436"/>
                <a:gd name="connsiteX155" fmla="*/ 1511216 w 2915191"/>
                <a:gd name="connsiteY155" fmla="*/ 294635 h 434436"/>
                <a:gd name="connsiteX156" fmla="*/ 1520960 w 2915191"/>
                <a:gd name="connsiteY156" fmla="*/ 311061 h 434436"/>
                <a:gd name="connsiteX157" fmla="*/ 1530719 w 2915191"/>
                <a:gd name="connsiteY157" fmla="*/ 288002 h 434436"/>
                <a:gd name="connsiteX158" fmla="*/ 1540463 w 2915191"/>
                <a:gd name="connsiteY158" fmla="*/ 259198 h 434436"/>
                <a:gd name="connsiteX159" fmla="*/ 1550221 w 2915191"/>
                <a:gd name="connsiteY159" fmla="*/ 265506 h 434436"/>
                <a:gd name="connsiteX160" fmla="*/ 1559965 w 2915191"/>
                <a:gd name="connsiteY160" fmla="*/ 260875 h 434436"/>
                <a:gd name="connsiteX161" fmla="*/ 1569709 w 2915191"/>
                <a:gd name="connsiteY161" fmla="*/ 261933 h 434436"/>
                <a:gd name="connsiteX162" fmla="*/ 1579468 w 2915191"/>
                <a:gd name="connsiteY162" fmla="*/ 247274 h 434436"/>
                <a:gd name="connsiteX163" fmla="*/ 1589212 w 2915191"/>
                <a:gd name="connsiteY163" fmla="*/ 218824 h 434436"/>
                <a:gd name="connsiteX164" fmla="*/ 1598971 w 2915191"/>
                <a:gd name="connsiteY164" fmla="*/ 213857 h 434436"/>
                <a:gd name="connsiteX165" fmla="*/ 1608715 w 2915191"/>
                <a:gd name="connsiteY165" fmla="*/ 169069 h 434436"/>
                <a:gd name="connsiteX166" fmla="*/ 1618459 w 2915191"/>
                <a:gd name="connsiteY166" fmla="*/ 130287 h 434436"/>
                <a:gd name="connsiteX167" fmla="*/ 1628218 w 2915191"/>
                <a:gd name="connsiteY167" fmla="*/ 130905 h 434436"/>
                <a:gd name="connsiteX168" fmla="*/ 1637962 w 2915191"/>
                <a:gd name="connsiteY168" fmla="*/ 126714 h 434436"/>
                <a:gd name="connsiteX169" fmla="*/ 1647720 w 2915191"/>
                <a:gd name="connsiteY169" fmla="*/ 129365 h 434436"/>
                <a:gd name="connsiteX170" fmla="*/ 1657464 w 2915191"/>
                <a:gd name="connsiteY170" fmla="*/ 125384 h 434436"/>
                <a:gd name="connsiteX171" fmla="*/ 1667208 w 2915191"/>
                <a:gd name="connsiteY171" fmla="*/ 119067 h 434436"/>
                <a:gd name="connsiteX172" fmla="*/ 1676967 w 2915191"/>
                <a:gd name="connsiteY172" fmla="*/ 122853 h 434436"/>
                <a:gd name="connsiteX173" fmla="*/ 1686711 w 2915191"/>
                <a:gd name="connsiteY173" fmla="*/ 143944 h 434436"/>
                <a:gd name="connsiteX174" fmla="*/ 1696470 w 2915191"/>
                <a:gd name="connsiteY174" fmla="*/ 144388 h 434436"/>
                <a:gd name="connsiteX175" fmla="*/ 1706214 w 2915191"/>
                <a:gd name="connsiteY175" fmla="*/ 146231 h 434436"/>
                <a:gd name="connsiteX176" fmla="*/ 1715958 w 2915191"/>
                <a:gd name="connsiteY176" fmla="*/ 150745 h 434436"/>
                <a:gd name="connsiteX177" fmla="*/ 1725716 w 2915191"/>
                <a:gd name="connsiteY177" fmla="*/ 162131 h 434436"/>
                <a:gd name="connsiteX178" fmla="*/ 1735460 w 2915191"/>
                <a:gd name="connsiteY178" fmla="*/ 202459 h 434436"/>
                <a:gd name="connsiteX179" fmla="*/ 1745219 w 2915191"/>
                <a:gd name="connsiteY179" fmla="*/ 222382 h 434436"/>
                <a:gd name="connsiteX180" fmla="*/ 1754963 w 2915191"/>
                <a:gd name="connsiteY180" fmla="*/ 172703 h 434436"/>
                <a:gd name="connsiteX181" fmla="*/ 1764707 w 2915191"/>
                <a:gd name="connsiteY181" fmla="*/ 154488 h 434436"/>
                <a:gd name="connsiteX182" fmla="*/ 1774466 w 2915191"/>
                <a:gd name="connsiteY182" fmla="*/ 183073 h 434436"/>
                <a:gd name="connsiteX183" fmla="*/ 1784210 w 2915191"/>
                <a:gd name="connsiteY183" fmla="*/ 179653 h 434436"/>
                <a:gd name="connsiteX184" fmla="*/ 1793969 w 2915191"/>
                <a:gd name="connsiteY184" fmla="*/ 207675 h 434436"/>
                <a:gd name="connsiteX185" fmla="*/ 1803713 w 2915191"/>
                <a:gd name="connsiteY185" fmla="*/ 199089 h 434436"/>
                <a:gd name="connsiteX186" fmla="*/ 1813457 w 2915191"/>
                <a:gd name="connsiteY186" fmla="*/ 191646 h 434436"/>
                <a:gd name="connsiteX187" fmla="*/ 1823215 w 2915191"/>
                <a:gd name="connsiteY187" fmla="*/ 196322 h 434436"/>
                <a:gd name="connsiteX188" fmla="*/ 1832959 w 2915191"/>
                <a:gd name="connsiteY188" fmla="*/ 218431 h 434436"/>
                <a:gd name="connsiteX189" fmla="*/ 1842703 w 2915191"/>
                <a:gd name="connsiteY189" fmla="*/ 212196 h 434436"/>
                <a:gd name="connsiteX190" fmla="*/ 1852462 w 2915191"/>
                <a:gd name="connsiteY190" fmla="*/ 206354 h 434436"/>
                <a:gd name="connsiteX191" fmla="*/ 1862206 w 2915191"/>
                <a:gd name="connsiteY191" fmla="*/ 176157 h 434436"/>
                <a:gd name="connsiteX192" fmla="*/ 1871965 w 2915191"/>
                <a:gd name="connsiteY192" fmla="*/ 170851 h 434436"/>
                <a:gd name="connsiteX193" fmla="*/ 1881709 w 2915191"/>
                <a:gd name="connsiteY193" fmla="*/ 143094 h 434436"/>
                <a:gd name="connsiteX194" fmla="*/ 1891453 w 2915191"/>
                <a:gd name="connsiteY194" fmla="*/ 142168 h 434436"/>
                <a:gd name="connsiteX195" fmla="*/ 1901212 w 2915191"/>
                <a:gd name="connsiteY195" fmla="*/ 142677 h 434436"/>
                <a:gd name="connsiteX196" fmla="*/ 1910956 w 2915191"/>
                <a:gd name="connsiteY196" fmla="*/ 151013 h 434436"/>
                <a:gd name="connsiteX197" fmla="*/ 1920714 w 2915191"/>
                <a:gd name="connsiteY197" fmla="*/ 160323 h 434436"/>
                <a:gd name="connsiteX198" fmla="*/ 1930458 w 2915191"/>
                <a:gd name="connsiteY198" fmla="*/ 117033 h 434436"/>
                <a:gd name="connsiteX199" fmla="*/ 1940202 w 2915191"/>
                <a:gd name="connsiteY199" fmla="*/ 112188 h 434436"/>
                <a:gd name="connsiteX200" fmla="*/ 1949961 w 2915191"/>
                <a:gd name="connsiteY200" fmla="*/ 110968 h 434436"/>
                <a:gd name="connsiteX201" fmla="*/ 1959705 w 2915191"/>
                <a:gd name="connsiteY201" fmla="*/ 135250 h 434436"/>
                <a:gd name="connsiteX202" fmla="*/ 1969464 w 2915191"/>
                <a:gd name="connsiteY202" fmla="*/ 97751 h 434436"/>
                <a:gd name="connsiteX203" fmla="*/ 1979208 w 2915191"/>
                <a:gd name="connsiteY203" fmla="*/ 119555 h 434436"/>
                <a:gd name="connsiteX204" fmla="*/ 1988952 w 2915191"/>
                <a:gd name="connsiteY204" fmla="*/ 112545 h 434436"/>
                <a:gd name="connsiteX205" fmla="*/ 1998711 w 2915191"/>
                <a:gd name="connsiteY205" fmla="*/ 93423 h 434436"/>
                <a:gd name="connsiteX206" fmla="*/ 2008454 w 2915191"/>
                <a:gd name="connsiteY206" fmla="*/ 79140 h 434436"/>
                <a:gd name="connsiteX207" fmla="*/ 2018213 w 2915191"/>
                <a:gd name="connsiteY207" fmla="*/ 47510 h 434436"/>
                <a:gd name="connsiteX208" fmla="*/ 2027957 w 2915191"/>
                <a:gd name="connsiteY208" fmla="*/ 46577 h 434436"/>
                <a:gd name="connsiteX209" fmla="*/ 2037701 w 2915191"/>
                <a:gd name="connsiteY209" fmla="*/ 27931 h 434436"/>
                <a:gd name="connsiteX210" fmla="*/ 2047460 w 2915191"/>
                <a:gd name="connsiteY210" fmla="*/ 39012 h 434436"/>
                <a:gd name="connsiteX211" fmla="*/ 2057204 w 2915191"/>
                <a:gd name="connsiteY211" fmla="*/ 19394 h 434436"/>
                <a:gd name="connsiteX212" fmla="*/ 2066963 w 2915191"/>
                <a:gd name="connsiteY212" fmla="*/ 23303 h 434436"/>
                <a:gd name="connsiteX213" fmla="*/ 2076707 w 2915191"/>
                <a:gd name="connsiteY213" fmla="*/ 6649 h 434436"/>
                <a:gd name="connsiteX214" fmla="*/ 2086451 w 2915191"/>
                <a:gd name="connsiteY214" fmla="*/ 30416 h 434436"/>
                <a:gd name="connsiteX215" fmla="*/ 2096210 w 2915191"/>
                <a:gd name="connsiteY215" fmla="*/ 17603 h 434436"/>
                <a:gd name="connsiteX216" fmla="*/ 2105954 w 2915191"/>
                <a:gd name="connsiteY216" fmla="*/ 0 h 434436"/>
                <a:gd name="connsiteX217" fmla="*/ 2115697 w 2915191"/>
                <a:gd name="connsiteY217" fmla="*/ 17842 h 434436"/>
                <a:gd name="connsiteX218" fmla="*/ 2125456 w 2915191"/>
                <a:gd name="connsiteY218" fmla="*/ 23308 h 434436"/>
                <a:gd name="connsiteX219" fmla="*/ 2135200 w 2915191"/>
                <a:gd name="connsiteY219" fmla="*/ 38533 h 434436"/>
                <a:gd name="connsiteX220" fmla="*/ 2144959 w 2915191"/>
                <a:gd name="connsiteY220" fmla="*/ 52796 h 434436"/>
                <a:gd name="connsiteX221" fmla="*/ 2154703 w 2915191"/>
                <a:gd name="connsiteY221" fmla="*/ 21760 h 434436"/>
                <a:gd name="connsiteX222" fmla="*/ 2164447 w 2915191"/>
                <a:gd name="connsiteY222" fmla="*/ 38641 h 434436"/>
                <a:gd name="connsiteX223" fmla="*/ 2174206 w 2915191"/>
                <a:gd name="connsiteY223" fmla="*/ 52436 h 434436"/>
                <a:gd name="connsiteX224" fmla="*/ 2183950 w 2915191"/>
                <a:gd name="connsiteY224" fmla="*/ 33816 h 434436"/>
                <a:gd name="connsiteX225" fmla="*/ 2193709 w 2915191"/>
                <a:gd name="connsiteY225" fmla="*/ 47073 h 434436"/>
                <a:gd name="connsiteX226" fmla="*/ 2203452 w 2915191"/>
                <a:gd name="connsiteY226" fmla="*/ 31493 h 434436"/>
                <a:gd name="connsiteX227" fmla="*/ 2213196 w 2915191"/>
                <a:gd name="connsiteY227" fmla="*/ 30713 h 434436"/>
                <a:gd name="connsiteX228" fmla="*/ 2222955 w 2915191"/>
                <a:gd name="connsiteY228" fmla="*/ 60538 h 434436"/>
                <a:gd name="connsiteX229" fmla="*/ 2232699 w 2915191"/>
                <a:gd name="connsiteY229" fmla="*/ 73437 h 434436"/>
                <a:gd name="connsiteX230" fmla="*/ 2242458 w 2915191"/>
                <a:gd name="connsiteY230" fmla="*/ 48136 h 434436"/>
                <a:gd name="connsiteX231" fmla="*/ 2252202 w 2915191"/>
                <a:gd name="connsiteY231" fmla="*/ 26669 h 434436"/>
                <a:gd name="connsiteX232" fmla="*/ 2261946 w 2915191"/>
                <a:gd name="connsiteY232" fmla="*/ 36559 h 434436"/>
                <a:gd name="connsiteX233" fmla="*/ 2271705 w 2915191"/>
                <a:gd name="connsiteY233" fmla="*/ 35720 h 434436"/>
                <a:gd name="connsiteX234" fmla="*/ 2281449 w 2915191"/>
                <a:gd name="connsiteY234" fmla="*/ 63817 h 434436"/>
                <a:gd name="connsiteX235" fmla="*/ 2291208 w 2915191"/>
                <a:gd name="connsiteY235" fmla="*/ 57768 h 434436"/>
                <a:gd name="connsiteX236" fmla="*/ 2300951 w 2915191"/>
                <a:gd name="connsiteY236" fmla="*/ 72656 h 434436"/>
                <a:gd name="connsiteX237" fmla="*/ 2310695 w 2915191"/>
                <a:gd name="connsiteY237" fmla="*/ 98378 h 434436"/>
                <a:gd name="connsiteX238" fmla="*/ 2320454 w 2915191"/>
                <a:gd name="connsiteY238" fmla="*/ 112265 h 434436"/>
                <a:gd name="connsiteX239" fmla="*/ 2330198 w 2915191"/>
                <a:gd name="connsiteY239" fmla="*/ 115381 h 434436"/>
                <a:gd name="connsiteX240" fmla="*/ 2339957 w 2915191"/>
                <a:gd name="connsiteY240" fmla="*/ 142098 h 434436"/>
                <a:gd name="connsiteX241" fmla="*/ 2349701 w 2915191"/>
                <a:gd name="connsiteY241" fmla="*/ 179847 h 434436"/>
                <a:gd name="connsiteX242" fmla="*/ 2359445 w 2915191"/>
                <a:gd name="connsiteY242" fmla="*/ 153647 h 434436"/>
                <a:gd name="connsiteX243" fmla="*/ 2369204 w 2915191"/>
                <a:gd name="connsiteY243" fmla="*/ 166515 h 434436"/>
                <a:gd name="connsiteX244" fmla="*/ 2378948 w 2915191"/>
                <a:gd name="connsiteY244" fmla="*/ 142291 h 434436"/>
                <a:gd name="connsiteX245" fmla="*/ 2388692 w 2915191"/>
                <a:gd name="connsiteY245" fmla="*/ 147133 h 434436"/>
                <a:gd name="connsiteX246" fmla="*/ 2398450 w 2915191"/>
                <a:gd name="connsiteY246" fmla="*/ 163814 h 434436"/>
                <a:gd name="connsiteX247" fmla="*/ 2408194 w 2915191"/>
                <a:gd name="connsiteY247" fmla="*/ 173150 h 434436"/>
                <a:gd name="connsiteX248" fmla="*/ 2417953 w 2915191"/>
                <a:gd name="connsiteY248" fmla="*/ 175839 h 434436"/>
                <a:gd name="connsiteX249" fmla="*/ 2427697 w 2915191"/>
                <a:gd name="connsiteY249" fmla="*/ 180985 h 434436"/>
                <a:gd name="connsiteX250" fmla="*/ 2437441 w 2915191"/>
                <a:gd name="connsiteY250" fmla="*/ 163707 h 434436"/>
                <a:gd name="connsiteX251" fmla="*/ 2447200 w 2915191"/>
                <a:gd name="connsiteY251" fmla="*/ 164799 h 434436"/>
                <a:gd name="connsiteX252" fmla="*/ 2456944 w 2915191"/>
                <a:gd name="connsiteY252" fmla="*/ 171873 h 434436"/>
                <a:gd name="connsiteX253" fmla="*/ 2466703 w 2915191"/>
                <a:gd name="connsiteY253" fmla="*/ 156809 h 434436"/>
                <a:gd name="connsiteX254" fmla="*/ 2476446 w 2915191"/>
                <a:gd name="connsiteY254" fmla="*/ 133547 h 434436"/>
                <a:gd name="connsiteX255" fmla="*/ 2486190 w 2915191"/>
                <a:gd name="connsiteY255" fmla="*/ 131446 h 434436"/>
                <a:gd name="connsiteX256" fmla="*/ 2495949 w 2915191"/>
                <a:gd name="connsiteY256" fmla="*/ 168573 h 434436"/>
                <a:gd name="connsiteX257" fmla="*/ 2505693 w 2915191"/>
                <a:gd name="connsiteY257" fmla="*/ 161471 h 434436"/>
                <a:gd name="connsiteX258" fmla="*/ 2515452 w 2915191"/>
                <a:gd name="connsiteY258" fmla="*/ 163701 h 434436"/>
                <a:gd name="connsiteX259" fmla="*/ 2525196 w 2915191"/>
                <a:gd name="connsiteY259" fmla="*/ 155164 h 434436"/>
                <a:gd name="connsiteX260" fmla="*/ 2534940 w 2915191"/>
                <a:gd name="connsiteY260" fmla="*/ 192775 h 434436"/>
                <a:gd name="connsiteX261" fmla="*/ 2544699 w 2915191"/>
                <a:gd name="connsiteY261" fmla="*/ 166313 h 434436"/>
                <a:gd name="connsiteX262" fmla="*/ 2554443 w 2915191"/>
                <a:gd name="connsiteY262" fmla="*/ 175945 h 434436"/>
                <a:gd name="connsiteX263" fmla="*/ 2564202 w 2915191"/>
                <a:gd name="connsiteY263" fmla="*/ 157746 h 434436"/>
                <a:gd name="connsiteX264" fmla="*/ 2573946 w 2915191"/>
                <a:gd name="connsiteY264" fmla="*/ 186596 h 434436"/>
                <a:gd name="connsiteX265" fmla="*/ 2583690 w 2915191"/>
                <a:gd name="connsiteY265" fmla="*/ 169028 h 434436"/>
                <a:gd name="connsiteX266" fmla="*/ 2593448 w 2915191"/>
                <a:gd name="connsiteY266" fmla="*/ 168247 h 434436"/>
                <a:gd name="connsiteX267" fmla="*/ 2603192 w 2915191"/>
                <a:gd name="connsiteY267" fmla="*/ 177009 h 434436"/>
                <a:gd name="connsiteX268" fmla="*/ 2612951 w 2915191"/>
                <a:gd name="connsiteY268" fmla="*/ 202754 h 434436"/>
                <a:gd name="connsiteX269" fmla="*/ 2622695 w 2915191"/>
                <a:gd name="connsiteY269" fmla="*/ 197812 h 434436"/>
                <a:gd name="connsiteX270" fmla="*/ 2632439 w 2915191"/>
                <a:gd name="connsiteY270" fmla="*/ 166529 h 434436"/>
                <a:gd name="connsiteX271" fmla="*/ 2642198 w 2915191"/>
                <a:gd name="connsiteY271" fmla="*/ 180780 h 434436"/>
                <a:gd name="connsiteX272" fmla="*/ 2651942 w 2915191"/>
                <a:gd name="connsiteY272" fmla="*/ 219946 h 434436"/>
                <a:gd name="connsiteX273" fmla="*/ 2661685 w 2915191"/>
                <a:gd name="connsiteY273" fmla="*/ 204246 h 434436"/>
                <a:gd name="connsiteX274" fmla="*/ 2671444 w 2915191"/>
                <a:gd name="connsiteY274" fmla="*/ 199545 h 434436"/>
                <a:gd name="connsiteX275" fmla="*/ 2681188 w 2915191"/>
                <a:gd name="connsiteY275" fmla="*/ 177618 h 434436"/>
                <a:gd name="connsiteX276" fmla="*/ 2690947 w 2915191"/>
                <a:gd name="connsiteY276" fmla="*/ 189438 h 434436"/>
                <a:gd name="connsiteX277" fmla="*/ 2700691 w 2915191"/>
                <a:gd name="connsiteY277" fmla="*/ 206798 h 434436"/>
                <a:gd name="connsiteX278" fmla="*/ 2710435 w 2915191"/>
                <a:gd name="connsiteY278" fmla="*/ 217042 h 434436"/>
                <a:gd name="connsiteX279" fmla="*/ 2720194 w 2915191"/>
                <a:gd name="connsiteY279" fmla="*/ 222370 h 434436"/>
                <a:gd name="connsiteX280" fmla="*/ 2729938 w 2915191"/>
                <a:gd name="connsiteY280" fmla="*/ 247909 h 434436"/>
                <a:gd name="connsiteX281" fmla="*/ 2739697 w 2915191"/>
                <a:gd name="connsiteY281" fmla="*/ 244153 h 434436"/>
                <a:gd name="connsiteX282" fmla="*/ 2749441 w 2915191"/>
                <a:gd name="connsiteY282" fmla="*/ 282374 h 434436"/>
                <a:gd name="connsiteX283" fmla="*/ 2759185 w 2915191"/>
                <a:gd name="connsiteY283" fmla="*/ 288629 h 434436"/>
                <a:gd name="connsiteX284" fmla="*/ 2768943 w 2915191"/>
                <a:gd name="connsiteY284" fmla="*/ 342818 h 434436"/>
                <a:gd name="connsiteX285" fmla="*/ 2778687 w 2915191"/>
                <a:gd name="connsiteY285" fmla="*/ 328135 h 434436"/>
                <a:gd name="connsiteX286" fmla="*/ 2788446 w 2915191"/>
                <a:gd name="connsiteY286" fmla="*/ 358069 h 434436"/>
                <a:gd name="connsiteX287" fmla="*/ 2798190 w 2915191"/>
                <a:gd name="connsiteY287" fmla="*/ 381527 h 434436"/>
                <a:gd name="connsiteX288" fmla="*/ 2807934 w 2915191"/>
                <a:gd name="connsiteY288" fmla="*/ 346038 h 434436"/>
                <a:gd name="connsiteX289" fmla="*/ 2817693 w 2915191"/>
                <a:gd name="connsiteY289" fmla="*/ 330853 h 434436"/>
                <a:gd name="connsiteX290" fmla="*/ 2827437 w 2915191"/>
                <a:gd name="connsiteY290" fmla="*/ 365360 h 434436"/>
                <a:gd name="connsiteX291" fmla="*/ 2837196 w 2915191"/>
                <a:gd name="connsiteY291" fmla="*/ 403567 h 434436"/>
                <a:gd name="connsiteX292" fmla="*/ 2846940 w 2915191"/>
                <a:gd name="connsiteY292" fmla="*/ 396916 h 434436"/>
                <a:gd name="connsiteX293" fmla="*/ 2856684 w 2915191"/>
                <a:gd name="connsiteY293" fmla="*/ 377208 h 434436"/>
                <a:gd name="connsiteX294" fmla="*/ 2866442 w 2915191"/>
                <a:gd name="connsiteY294" fmla="*/ 411903 h 434436"/>
                <a:gd name="connsiteX295" fmla="*/ 2876186 w 2915191"/>
                <a:gd name="connsiteY295" fmla="*/ 428840 h 434436"/>
                <a:gd name="connsiteX296" fmla="*/ 2885945 w 2915191"/>
                <a:gd name="connsiteY296" fmla="*/ 434010 h 434436"/>
                <a:gd name="connsiteX297" fmla="*/ 2895689 w 2915191"/>
                <a:gd name="connsiteY297" fmla="*/ 422046 h 434436"/>
                <a:gd name="connsiteX298" fmla="*/ 2905433 w 2915191"/>
                <a:gd name="connsiteY298" fmla="*/ 409062 h 434436"/>
                <a:gd name="connsiteX299" fmla="*/ 2915192 w 2915191"/>
                <a:gd name="connsiteY299" fmla="*/ 434436 h 434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34436">
                  <a:moveTo>
                    <a:pt x="0" y="384647"/>
                  </a:moveTo>
                  <a:lnTo>
                    <a:pt x="9750" y="349327"/>
                  </a:lnTo>
                  <a:lnTo>
                    <a:pt x="19500" y="355201"/>
                  </a:lnTo>
                  <a:lnTo>
                    <a:pt x="29250" y="347437"/>
                  </a:lnTo>
                  <a:lnTo>
                    <a:pt x="39000" y="353906"/>
                  </a:lnTo>
                  <a:lnTo>
                    <a:pt x="48749" y="351564"/>
                  </a:lnTo>
                  <a:lnTo>
                    <a:pt x="58499" y="351862"/>
                  </a:lnTo>
                  <a:lnTo>
                    <a:pt x="68249" y="340235"/>
                  </a:lnTo>
                  <a:lnTo>
                    <a:pt x="77998" y="339073"/>
                  </a:lnTo>
                  <a:lnTo>
                    <a:pt x="87748" y="333411"/>
                  </a:lnTo>
                  <a:lnTo>
                    <a:pt x="97497" y="349503"/>
                  </a:lnTo>
                  <a:lnTo>
                    <a:pt x="107247" y="343430"/>
                  </a:lnTo>
                  <a:lnTo>
                    <a:pt x="116997" y="351941"/>
                  </a:lnTo>
                  <a:lnTo>
                    <a:pt x="126747" y="348811"/>
                  </a:lnTo>
                  <a:lnTo>
                    <a:pt x="136497" y="358472"/>
                  </a:lnTo>
                  <a:lnTo>
                    <a:pt x="146247" y="363701"/>
                  </a:lnTo>
                  <a:lnTo>
                    <a:pt x="155997" y="353249"/>
                  </a:lnTo>
                  <a:lnTo>
                    <a:pt x="165747" y="379325"/>
                  </a:lnTo>
                  <a:lnTo>
                    <a:pt x="175497" y="359904"/>
                  </a:lnTo>
                  <a:lnTo>
                    <a:pt x="185247" y="341698"/>
                  </a:lnTo>
                  <a:lnTo>
                    <a:pt x="194996" y="387655"/>
                  </a:lnTo>
                  <a:lnTo>
                    <a:pt x="204746" y="392472"/>
                  </a:lnTo>
                  <a:lnTo>
                    <a:pt x="214495" y="393524"/>
                  </a:lnTo>
                  <a:lnTo>
                    <a:pt x="224245" y="358152"/>
                  </a:lnTo>
                  <a:lnTo>
                    <a:pt x="233995" y="358452"/>
                  </a:lnTo>
                  <a:lnTo>
                    <a:pt x="243744" y="314891"/>
                  </a:lnTo>
                  <a:lnTo>
                    <a:pt x="253494" y="357507"/>
                  </a:lnTo>
                  <a:lnTo>
                    <a:pt x="263244" y="349180"/>
                  </a:lnTo>
                  <a:lnTo>
                    <a:pt x="272994" y="354943"/>
                  </a:lnTo>
                  <a:lnTo>
                    <a:pt x="282744" y="358444"/>
                  </a:lnTo>
                  <a:lnTo>
                    <a:pt x="292494" y="328076"/>
                  </a:lnTo>
                  <a:lnTo>
                    <a:pt x="302244" y="314664"/>
                  </a:lnTo>
                  <a:lnTo>
                    <a:pt x="311994" y="307889"/>
                  </a:lnTo>
                  <a:lnTo>
                    <a:pt x="321744" y="270332"/>
                  </a:lnTo>
                  <a:lnTo>
                    <a:pt x="331493" y="249187"/>
                  </a:lnTo>
                  <a:lnTo>
                    <a:pt x="341243" y="209311"/>
                  </a:lnTo>
                  <a:lnTo>
                    <a:pt x="350993" y="228273"/>
                  </a:lnTo>
                  <a:lnTo>
                    <a:pt x="360742" y="247888"/>
                  </a:lnTo>
                  <a:lnTo>
                    <a:pt x="370492" y="252801"/>
                  </a:lnTo>
                  <a:lnTo>
                    <a:pt x="380241" y="252141"/>
                  </a:lnTo>
                  <a:lnTo>
                    <a:pt x="389991" y="287780"/>
                  </a:lnTo>
                  <a:lnTo>
                    <a:pt x="399741" y="288690"/>
                  </a:lnTo>
                  <a:lnTo>
                    <a:pt x="409491" y="320094"/>
                  </a:lnTo>
                  <a:lnTo>
                    <a:pt x="419241" y="319513"/>
                  </a:lnTo>
                  <a:lnTo>
                    <a:pt x="428991" y="319480"/>
                  </a:lnTo>
                  <a:lnTo>
                    <a:pt x="438741" y="327861"/>
                  </a:lnTo>
                  <a:lnTo>
                    <a:pt x="448491" y="322395"/>
                  </a:lnTo>
                  <a:lnTo>
                    <a:pt x="458241" y="345025"/>
                  </a:lnTo>
                  <a:lnTo>
                    <a:pt x="467991" y="357795"/>
                  </a:lnTo>
                  <a:lnTo>
                    <a:pt x="477740" y="346206"/>
                  </a:lnTo>
                  <a:lnTo>
                    <a:pt x="487490" y="306877"/>
                  </a:lnTo>
                  <a:lnTo>
                    <a:pt x="497239" y="298334"/>
                  </a:lnTo>
                  <a:lnTo>
                    <a:pt x="506989" y="282565"/>
                  </a:lnTo>
                  <a:lnTo>
                    <a:pt x="516738" y="287793"/>
                  </a:lnTo>
                  <a:lnTo>
                    <a:pt x="526488" y="254601"/>
                  </a:lnTo>
                  <a:lnTo>
                    <a:pt x="536238" y="220411"/>
                  </a:lnTo>
                  <a:lnTo>
                    <a:pt x="545988" y="240902"/>
                  </a:lnTo>
                  <a:lnTo>
                    <a:pt x="555738" y="276990"/>
                  </a:lnTo>
                  <a:lnTo>
                    <a:pt x="565488" y="254776"/>
                  </a:lnTo>
                  <a:lnTo>
                    <a:pt x="575238" y="250991"/>
                  </a:lnTo>
                  <a:lnTo>
                    <a:pt x="584988" y="273495"/>
                  </a:lnTo>
                  <a:lnTo>
                    <a:pt x="594738" y="245726"/>
                  </a:lnTo>
                  <a:lnTo>
                    <a:pt x="604488" y="291868"/>
                  </a:lnTo>
                  <a:lnTo>
                    <a:pt x="614237" y="267760"/>
                  </a:lnTo>
                  <a:lnTo>
                    <a:pt x="623987" y="276689"/>
                  </a:lnTo>
                  <a:lnTo>
                    <a:pt x="633736" y="269441"/>
                  </a:lnTo>
                  <a:lnTo>
                    <a:pt x="643486" y="251373"/>
                  </a:lnTo>
                  <a:lnTo>
                    <a:pt x="653236" y="241143"/>
                  </a:lnTo>
                  <a:lnTo>
                    <a:pt x="662985" y="284788"/>
                  </a:lnTo>
                  <a:lnTo>
                    <a:pt x="672735" y="267338"/>
                  </a:lnTo>
                  <a:lnTo>
                    <a:pt x="682485" y="267791"/>
                  </a:lnTo>
                  <a:lnTo>
                    <a:pt x="692235" y="274952"/>
                  </a:lnTo>
                  <a:lnTo>
                    <a:pt x="701985" y="277747"/>
                  </a:lnTo>
                  <a:lnTo>
                    <a:pt x="711735" y="285716"/>
                  </a:lnTo>
                  <a:lnTo>
                    <a:pt x="721485" y="279301"/>
                  </a:lnTo>
                  <a:lnTo>
                    <a:pt x="731235" y="241302"/>
                  </a:lnTo>
                  <a:lnTo>
                    <a:pt x="740985" y="239762"/>
                  </a:lnTo>
                  <a:lnTo>
                    <a:pt x="750734" y="245806"/>
                  </a:lnTo>
                  <a:lnTo>
                    <a:pt x="760484" y="251636"/>
                  </a:lnTo>
                  <a:lnTo>
                    <a:pt x="770233" y="240596"/>
                  </a:lnTo>
                  <a:lnTo>
                    <a:pt x="779983" y="293522"/>
                  </a:lnTo>
                  <a:lnTo>
                    <a:pt x="789733" y="261821"/>
                  </a:lnTo>
                  <a:lnTo>
                    <a:pt x="799482" y="306882"/>
                  </a:lnTo>
                  <a:lnTo>
                    <a:pt x="809232" y="313077"/>
                  </a:lnTo>
                  <a:lnTo>
                    <a:pt x="818982" y="273794"/>
                  </a:lnTo>
                  <a:lnTo>
                    <a:pt x="828732" y="266310"/>
                  </a:lnTo>
                  <a:lnTo>
                    <a:pt x="838482" y="287580"/>
                  </a:lnTo>
                  <a:lnTo>
                    <a:pt x="848232" y="260740"/>
                  </a:lnTo>
                  <a:lnTo>
                    <a:pt x="857982" y="252982"/>
                  </a:lnTo>
                  <a:lnTo>
                    <a:pt x="867732" y="259798"/>
                  </a:lnTo>
                  <a:lnTo>
                    <a:pt x="877482" y="244999"/>
                  </a:lnTo>
                  <a:lnTo>
                    <a:pt x="887231" y="255997"/>
                  </a:lnTo>
                  <a:lnTo>
                    <a:pt x="896981" y="258931"/>
                  </a:lnTo>
                  <a:lnTo>
                    <a:pt x="906730" y="251219"/>
                  </a:lnTo>
                  <a:lnTo>
                    <a:pt x="916480" y="250942"/>
                  </a:lnTo>
                  <a:lnTo>
                    <a:pt x="926230" y="229976"/>
                  </a:lnTo>
                  <a:lnTo>
                    <a:pt x="935979" y="219368"/>
                  </a:lnTo>
                  <a:lnTo>
                    <a:pt x="945729" y="223664"/>
                  </a:lnTo>
                  <a:lnTo>
                    <a:pt x="955479" y="239611"/>
                  </a:lnTo>
                  <a:lnTo>
                    <a:pt x="965229" y="259965"/>
                  </a:lnTo>
                  <a:lnTo>
                    <a:pt x="974979" y="254349"/>
                  </a:lnTo>
                  <a:lnTo>
                    <a:pt x="984729" y="262371"/>
                  </a:lnTo>
                  <a:lnTo>
                    <a:pt x="994474" y="258640"/>
                  </a:lnTo>
                  <a:lnTo>
                    <a:pt x="1004233" y="274056"/>
                  </a:lnTo>
                  <a:lnTo>
                    <a:pt x="1013977" y="256118"/>
                  </a:lnTo>
                  <a:lnTo>
                    <a:pt x="1023721" y="227491"/>
                  </a:lnTo>
                  <a:lnTo>
                    <a:pt x="1033480" y="187979"/>
                  </a:lnTo>
                  <a:lnTo>
                    <a:pt x="1043224" y="209147"/>
                  </a:lnTo>
                  <a:lnTo>
                    <a:pt x="1052983" y="231359"/>
                  </a:lnTo>
                  <a:lnTo>
                    <a:pt x="1062727" y="187629"/>
                  </a:lnTo>
                  <a:lnTo>
                    <a:pt x="1072471" y="207736"/>
                  </a:lnTo>
                  <a:lnTo>
                    <a:pt x="1082230" y="202814"/>
                  </a:lnTo>
                  <a:lnTo>
                    <a:pt x="1091973" y="230456"/>
                  </a:lnTo>
                  <a:lnTo>
                    <a:pt x="1101732" y="228065"/>
                  </a:lnTo>
                  <a:lnTo>
                    <a:pt x="1111476" y="235522"/>
                  </a:lnTo>
                  <a:lnTo>
                    <a:pt x="1121220" y="228097"/>
                  </a:lnTo>
                  <a:lnTo>
                    <a:pt x="1130979" y="223257"/>
                  </a:lnTo>
                  <a:lnTo>
                    <a:pt x="1140723" y="188949"/>
                  </a:lnTo>
                  <a:lnTo>
                    <a:pt x="1150482" y="233701"/>
                  </a:lnTo>
                  <a:lnTo>
                    <a:pt x="1160226" y="224397"/>
                  </a:lnTo>
                  <a:lnTo>
                    <a:pt x="1169969" y="251899"/>
                  </a:lnTo>
                  <a:lnTo>
                    <a:pt x="1179728" y="242344"/>
                  </a:lnTo>
                  <a:lnTo>
                    <a:pt x="1189472" y="241060"/>
                  </a:lnTo>
                  <a:lnTo>
                    <a:pt x="1199231" y="233090"/>
                  </a:lnTo>
                  <a:lnTo>
                    <a:pt x="1208975" y="229014"/>
                  </a:lnTo>
                  <a:lnTo>
                    <a:pt x="1218719" y="204429"/>
                  </a:lnTo>
                  <a:lnTo>
                    <a:pt x="1228478" y="197388"/>
                  </a:lnTo>
                  <a:lnTo>
                    <a:pt x="1238222" y="187340"/>
                  </a:lnTo>
                  <a:lnTo>
                    <a:pt x="1247966" y="194487"/>
                  </a:lnTo>
                  <a:lnTo>
                    <a:pt x="1257725" y="191812"/>
                  </a:lnTo>
                  <a:lnTo>
                    <a:pt x="1267469" y="176371"/>
                  </a:lnTo>
                  <a:lnTo>
                    <a:pt x="1277227" y="184244"/>
                  </a:lnTo>
                  <a:lnTo>
                    <a:pt x="1286971" y="188048"/>
                  </a:lnTo>
                  <a:lnTo>
                    <a:pt x="1296715" y="179698"/>
                  </a:lnTo>
                  <a:lnTo>
                    <a:pt x="1306474" y="153562"/>
                  </a:lnTo>
                  <a:lnTo>
                    <a:pt x="1316218" y="211725"/>
                  </a:lnTo>
                  <a:lnTo>
                    <a:pt x="1325977" y="193821"/>
                  </a:lnTo>
                  <a:lnTo>
                    <a:pt x="1335721" y="178707"/>
                  </a:lnTo>
                  <a:lnTo>
                    <a:pt x="1345465" y="209864"/>
                  </a:lnTo>
                  <a:lnTo>
                    <a:pt x="1355224" y="200950"/>
                  </a:lnTo>
                  <a:lnTo>
                    <a:pt x="1364967" y="190402"/>
                  </a:lnTo>
                  <a:lnTo>
                    <a:pt x="1374726" y="209125"/>
                  </a:lnTo>
                  <a:lnTo>
                    <a:pt x="1384470" y="216548"/>
                  </a:lnTo>
                  <a:lnTo>
                    <a:pt x="1394214" y="201918"/>
                  </a:lnTo>
                  <a:lnTo>
                    <a:pt x="1403973" y="177840"/>
                  </a:lnTo>
                  <a:lnTo>
                    <a:pt x="1413717" y="186911"/>
                  </a:lnTo>
                  <a:lnTo>
                    <a:pt x="1423476" y="182496"/>
                  </a:lnTo>
                  <a:lnTo>
                    <a:pt x="1433220" y="217562"/>
                  </a:lnTo>
                  <a:lnTo>
                    <a:pt x="1442964" y="238798"/>
                  </a:lnTo>
                  <a:lnTo>
                    <a:pt x="1452722" y="269953"/>
                  </a:lnTo>
                  <a:lnTo>
                    <a:pt x="1462466" y="299003"/>
                  </a:lnTo>
                  <a:lnTo>
                    <a:pt x="1472225" y="271567"/>
                  </a:lnTo>
                  <a:lnTo>
                    <a:pt x="1481969" y="300700"/>
                  </a:lnTo>
                  <a:lnTo>
                    <a:pt x="1491713" y="316907"/>
                  </a:lnTo>
                  <a:lnTo>
                    <a:pt x="1501472" y="299347"/>
                  </a:lnTo>
                  <a:lnTo>
                    <a:pt x="1511216" y="294635"/>
                  </a:lnTo>
                  <a:lnTo>
                    <a:pt x="1520960" y="311061"/>
                  </a:lnTo>
                  <a:lnTo>
                    <a:pt x="1530719" y="288002"/>
                  </a:lnTo>
                  <a:lnTo>
                    <a:pt x="1540463" y="259198"/>
                  </a:lnTo>
                  <a:lnTo>
                    <a:pt x="1550221" y="265506"/>
                  </a:lnTo>
                  <a:lnTo>
                    <a:pt x="1559965" y="260875"/>
                  </a:lnTo>
                  <a:lnTo>
                    <a:pt x="1569709" y="261933"/>
                  </a:lnTo>
                  <a:lnTo>
                    <a:pt x="1579468" y="247274"/>
                  </a:lnTo>
                  <a:lnTo>
                    <a:pt x="1589212" y="218824"/>
                  </a:lnTo>
                  <a:lnTo>
                    <a:pt x="1598971" y="213857"/>
                  </a:lnTo>
                  <a:lnTo>
                    <a:pt x="1608715" y="169069"/>
                  </a:lnTo>
                  <a:lnTo>
                    <a:pt x="1618459" y="130287"/>
                  </a:lnTo>
                  <a:lnTo>
                    <a:pt x="1628218" y="130905"/>
                  </a:lnTo>
                  <a:lnTo>
                    <a:pt x="1637962" y="126714"/>
                  </a:lnTo>
                  <a:lnTo>
                    <a:pt x="1647720" y="129365"/>
                  </a:lnTo>
                  <a:lnTo>
                    <a:pt x="1657464" y="125384"/>
                  </a:lnTo>
                  <a:lnTo>
                    <a:pt x="1667208" y="119067"/>
                  </a:lnTo>
                  <a:lnTo>
                    <a:pt x="1676967" y="122853"/>
                  </a:lnTo>
                  <a:lnTo>
                    <a:pt x="1686711" y="143944"/>
                  </a:lnTo>
                  <a:lnTo>
                    <a:pt x="1696470" y="144388"/>
                  </a:lnTo>
                  <a:lnTo>
                    <a:pt x="1706214" y="146231"/>
                  </a:lnTo>
                  <a:lnTo>
                    <a:pt x="1715958" y="150745"/>
                  </a:lnTo>
                  <a:lnTo>
                    <a:pt x="1725716" y="162131"/>
                  </a:lnTo>
                  <a:lnTo>
                    <a:pt x="1735460" y="202459"/>
                  </a:lnTo>
                  <a:lnTo>
                    <a:pt x="1745219" y="222382"/>
                  </a:lnTo>
                  <a:lnTo>
                    <a:pt x="1754963" y="172703"/>
                  </a:lnTo>
                  <a:lnTo>
                    <a:pt x="1764707" y="154488"/>
                  </a:lnTo>
                  <a:lnTo>
                    <a:pt x="1774466" y="183073"/>
                  </a:lnTo>
                  <a:lnTo>
                    <a:pt x="1784210" y="179653"/>
                  </a:lnTo>
                  <a:lnTo>
                    <a:pt x="1793969" y="207675"/>
                  </a:lnTo>
                  <a:lnTo>
                    <a:pt x="1803713" y="199089"/>
                  </a:lnTo>
                  <a:lnTo>
                    <a:pt x="1813457" y="191646"/>
                  </a:lnTo>
                  <a:lnTo>
                    <a:pt x="1823215" y="196322"/>
                  </a:lnTo>
                  <a:lnTo>
                    <a:pt x="1832959" y="218431"/>
                  </a:lnTo>
                  <a:lnTo>
                    <a:pt x="1842703" y="212196"/>
                  </a:lnTo>
                  <a:lnTo>
                    <a:pt x="1852462" y="206354"/>
                  </a:lnTo>
                  <a:lnTo>
                    <a:pt x="1862206" y="176157"/>
                  </a:lnTo>
                  <a:lnTo>
                    <a:pt x="1871965" y="170851"/>
                  </a:lnTo>
                  <a:lnTo>
                    <a:pt x="1881709" y="143094"/>
                  </a:lnTo>
                  <a:lnTo>
                    <a:pt x="1891453" y="142168"/>
                  </a:lnTo>
                  <a:lnTo>
                    <a:pt x="1901212" y="142677"/>
                  </a:lnTo>
                  <a:lnTo>
                    <a:pt x="1910956" y="151013"/>
                  </a:lnTo>
                  <a:lnTo>
                    <a:pt x="1920714" y="160323"/>
                  </a:lnTo>
                  <a:lnTo>
                    <a:pt x="1930458" y="117033"/>
                  </a:lnTo>
                  <a:lnTo>
                    <a:pt x="1940202" y="112188"/>
                  </a:lnTo>
                  <a:lnTo>
                    <a:pt x="1949961" y="110968"/>
                  </a:lnTo>
                  <a:lnTo>
                    <a:pt x="1959705" y="135250"/>
                  </a:lnTo>
                  <a:lnTo>
                    <a:pt x="1969464" y="97751"/>
                  </a:lnTo>
                  <a:lnTo>
                    <a:pt x="1979208" y="119555"/>
                  </a:lnTo>
                  <a:lnTo>
                    <a:pt x="1988952" y="112545"/>
                  </a:lnTo>
                  <a:lnTo>
                    <a:pt x="1998711" y="93423"/>
                  </a:lnTo>
                  <a:lnTo>
                    <a:pt x="2008454" y="79140"/>
                  </a:lnTo>
                  <a:lnTo>
                    <a:pt x="2018213" y="47510"/>
                  </a:lnTo>
                  <a:lnTo>
                    <a:pt x="2027957" y="46577"/>
                  </a:lnTo>
                  <a:lnTo>
                    <a:pt x="2037701" y="27931"/>
                  </a:lnTo>
                  <a:lnTo>
                    <a:pt x="2047460" y="39012"/>
                  </a:lnTo>
                  <a:lnTo>
                    <a:pt x="2057204" y="19394"/>
                  </a:lnTo>
                  <a:lnTo>
                    <a:pt x="2066963" y="23303"/>
                  </a:lnTo>
                  <a:lnTo>
                    <a:pt x="2076707" y="6649"/>
                  </a:lnTo>
                  <a:lnTo>
                    <a:pt x="2086451" y="30416"/>
                  </a:lnTo>
                  <a:lnTo>
                    <a:pt x="2096210" y="17603"/>
                  </a:lnTo>
                  <a:lnTo>
                    <a:pt x="2105954" y="0"/>
                  </a:lnTo>
                  <a:lnTo>
                    <a:pt x="2115697" y="17842"/>
                  </a:lnTo>
                  <a:lnTo>
                    <a:pt x="2125456" y="23308"/>
                  </a:lnTo>
                  <a:lnTo>
                    <a:pt x="2135200" y="38533"/>
                  </a:lnTo>
                  <a:lnTo>
                    <a:pt x="2144959" y="52796"/>
                  </a:lnTo>
                  <a:lnTo>
                    <a:pt x="2154703" y="21760"/>
                  </a:lnTo>
                  <a:lnTo>
                    <a:pt x="2164447" y="38641"/>
                  </a:lnTo>
                  <a:lnTo>
                    <a:pt x="2174206" y="52436"/>
                  </a:lnTo>
                  <a:lnTo>
                    <a:pt x="2183950" y="33816"/>
                  </a:lnTo>
                  <a:lnTo>
                    <a:pt x="2193709" y="47073"/>
                  </a:lnTo>
                  <a:lnTo>
                    <a:pt x="2203452" y="31493"/>
                  </a:lnTo>
                  <a:lnTo>
                    <a:pt x="2213196" y="30713"/>
                  </a:lnTo>
                  <a:lnTo>
                    <a:pt x="2222955" y="60538"/>
                  </a:lnTo>
                  <a:lnTo>
                    <a:pt x="2232699" y="73437"/>
                  </a:lnTo>
                  <a:lnTo>
                    <a:pt x="2242458" y="48136"/>
                  </a:lnTo>
                  <a:lnTo>
                    <a:pt x="2252202" y="26669"/>
                  </a:lnTo>
                  <a:lnTo>
                    <a:pt x="2261946" y="36559"/>
                  </a:lnTo>
                  <a:lnTo>
                    <a:pt x="2271705" y="35720"/>
                  </a:lnTo>
                  <a:lnTo>
                    <a:pt x="2281449" y="63817"/>
                  </a:lnTo>
                  <a:lnTo>
                    <a:pt x="2291208" y="57768"/>
                  </a:lnTo>
                  <a:lnTo>
                    <a:pt x="2300951" y="72656"/>
                  </a:lnTo>
                  <a:lnTo>
                    <a:pt x="2310695" y="98378"/>
                  </a:lnTo>
                  <a:lnTo>
                    <a:pt x="2320454" y="112265"/>
                  </a:lnTo>
                  <a:lnTo>
                    <a:pt x="2330198" y="115381"/>
                  </a:lnTo>
                  <a:lnTo>
                    <a:pt x="2339957" y="142098"/>
                  </a:lnTo>
                  <a:lnTo>
                    <a:pt x="2349701" y="179847"/>
                  </a:lnTo>
                  <a:lnTo>
                    <a:pt x="2359445" y="153647"/>
                  </a:lnTo>
                  <a:lnTo>
                    <a:pt x="2369204" y="166515"/>
                  </a:lnTo>
                  <a:lnTo>
                    <a:pt x="2378948" y="142291"/>
                  </a:lnTo>
                  <a:lnTo>
                    <a:pt x="2388692" y="147133"/>
                  </a:lnTo>
                  <a:lnTo>
                    <a:pt x="2398450" y="163814"/>
                  </a:lnTo>
                  <a:lnTo>
                    <a:pt x="2408194" y="173150"/>
                  </a:lnTo>
                  <a:lnTo>
                    <a:pt x="2417953" y="175839"/>
                  </a:lnTo>
                  <a:lnTo>
                    <a:pt x="2427697" y="180985"/>
                  </a:lnTo>
                  <a:lnTo>
                    <a:pt x="2437441" y="163707"/>
                  </a:lnTo>
                  <a:lnTo>
                    <a:pt x="2447200" y="164799"/>
                  </a:lnTo>
                  <a:lnTo>
                    <a:pt x="2456944" y="171873"/>
                  </a:lnTo>
                  <a:lnTo>
                    <a:pt x="2466703" y="156809"/>
                  </a:lnTo>
                  <a:lnTo>
                    <a:pt x="2476446" y="133547"/>
                  </a:lnTo>
                  <a:lnTo>
                    <a:pt x="2486190" y="131446"/>
                  </a:lnTo>
                  <a:lnTo>
                    <a:pt x="2495949" y="168573"/>
                  </a:lnTo>
                  <a:lnTo>
                    <a:pt x="2505693" y="161471"/>
                  </a:lnTo>
                  <a:lnTo>
                    <a:pt x="2515452" y="163701"/>
                  </a:lnTo>
                  <a:lnTo>
                    <a:pt x="2525196" y="155164"/>
                  </a:lnTo>
                  <a:lnTo>
                    <a:pt x="2534940" y="192775"/>
                  </a:lnTo>
                  <a:lnTo>
                    <a:pt x="2544699" y="166313"/>
                  </a:lnTo>
                  <a:lnTo>
                    <a:pt x="2554443" y="175945"/>
                  </a:lnTo>
                  <a:lnTo>
                    <a:pt x="2564202" y="157746"/>
                  </a:lnTo>
                  <a:lnTo>
                    <a:pt x="2573946" y="186596"/>
                  </a:lnTo>
                  <a:lnTo>
                    <a:pt x="2583690" y="169028"/>
                  </a:lnTo>
                  <a:lnTo>
                    <a:pt x="2593448" y="168247"/>
                  </a:lnTo>
                  <a:lnTo>
                    <a:pt x="2603192" y="177009"/>
                  </a:lnTo>
                  <a:lnTo>
                    <a:pt x="2612951" y="202754"/>
                  </a:lnTo>
                  <a:lnTo>
                    <a:pt x="2622695" y="197812"/>
                  </a:lnTo>
                  <a:lnTo>
                    <a:pt x="2632439" y="166529"/>
                  </a:lnTo>
                  <a:lnTo>
                    <a:pt x="2642198" y="180780"/>
                  </a:lnTo>
                  <a:lnTo>
                    <a:pt x="2651942" y="219946"/>
                  </a:lnTo>
                  <a:lnTo>
                    <a:pt x="2661685" y="204246"/>
                  </a:lnTo>
                  <a:lnTo>
                    <a:pt x="2671444" y="199545"/>
                  </a:lnTo>
                  <a:lnTo>
                    <a:pt x="2681188" y="177618"/>
                  </a:lnTo>
                  <a:lnTo>
                    <a:pt x="2690947" y="189438"/>
                  </a:lnTo>
                  <a:lnTo>
                    <a:pt x="2700691" y="206798"/>
                  </a:lnTo>
                  <a:lnTo>
                    <a:pt x="2710435" y="217042"/>
                  </a:lnTo>
                  <a:lnTo>
                    <a:pt x="2720194" y="222370"/>
                  </a:lnTo>
                  <a:lnTo>
                    <a:pt x="2729938" y="247909"/>
                  </a:lnTo>
                  <a:lnTo>
                    <a:pt x="2739697" y="244153"/>
                  </a:lnTo>
                  <a:lnTo>
                    <a:pt x="2749441" y="282374"/>
                  </a:lnTo>
                  <a:lnTo>
                    <a:pt x="2759185" y="288629"/>
                  </a:lnTo>
                  <a:lnTo>
                    <a:pt x="2768943" y="342818"/>
                  </a:lnTo>
                  <a:lnTo>
                    <a:pt x="2778687" y="328135"/>
                  </a:lnTo>
                  <a:lnTo>
                    <a:pt x="2788446" y="358069"/>
                  </a:lnTo>
                  <a:lnTo>
                    <a:pt x="2798190" y="381527"/>
                  </a:lnTo>
                  <a:lnTo>
                    <a:pt x="2807934" y="346038"/>
                  </a:lnTo>
                  <a:lnTo>
                    <a:pt x="2817693" y="330853"/>
                  </a:lnTo>
                  <a:lnTo>
                    <a:pt x="2827437" y="365360"/>
                  </a:lnTo>
                  <a:lnTo>
                    <a:pt x="2837196" y="403567"/>
                  </a:lnTo>
                  <a:lnTo>
                    <a:pt x="2846940" y="396916"/>
                  </a:lnTo>
                  <a:lnTo>
                    <a:pt x="2856684" y="377208"/>
                  </a:lnTo>
                  <a:lnTo>
                    <a:pt x="2866442" y="411903"/>
                  </a:lnTo>
                  <a:lnTo>
                    <a:pt x="2876186" y="428840"/>
                  </a:lnTo>
                  <a:lnTo>
                    <a:pt x="2885945" y="434010"/>
                  </a:lnTo>
                  <a:lnTo>
                    <a:pt x="2895689" y="422046"/>
                  </a:lnTo>
                  <a:lnTo>
                    <a:pt x="2905433" y="409062"/>
                  </a:lnTo>
                  <a:lnTo>
                    <a:pt x="2915192" y="43443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9" name="Freeform 1038">
              <a:extLst>
                <a:ext uri="{FF2B5EF4-FFF2-40B4-BE49-F238E27FC236}">
                  <a16:creationId xmlns:a16="http://schemas.microsoft.com/office/drawing/2014/main" id="{C599C205-4F72-09AC-50AC-A32D30318A52}"/>
                </a:ext>
              </a:extLst>
            </p:cNvPr>
            <p:cNvSpPr/>
            <p:nvPr/>
          </p:nvSpPr>
          <p:spPr>
            <a:xfrm>
              <a:off x="4426652" y="3685668"/>
              <a:ext cx="2915191" cy="371437"/>
            </a:xfrm>
            <a:custGeom>
              <a:avLst/>
              <a:gdLst>
                <a:gd name="connsiteX0" fmla="*/ 0 w 2915191"/>
                <a:gd name="connsiteY0" fmla="*/ 286981 h 371437"/>
                <a:gd name="connsiteX1" fmla="*/ 9750 w 2915191"/>
                <a:gd name="connsiteY1" fmla="*/ 311125 h 371437"/>
                <a:gd name="connsiteX2" fmla="*/ 19500 w 2915191"/>
                <a:gd name="connsiteY2" fmla="*/ 324074 h 371437"/>
                <a:gd name="connsiteX3" fmla="*/ 29250 w 2915191"/>
                <a:gd name="connsiteY3" fmla="*/ 328734 h 371437"/>
                <a:gd name="connsiteX4" fmla="*/ 39000 w 2915191"/>
                <a:gd name="connsiteY4" fmla="*/ 329102 h 371437"/>
                <a:gd name="connsiteX5" fmla="*/ 48749 w 2915191"/>
                <a:gd name="connsiteY5" fmla="*/ 305787 h 371437"/>
                <a:gd name="connsiteX6" fmla="*/ 58499 w 2915191"/>
                <a:gd name="connsiteY6" fmla="*/ 281458 h 371437"/>
                <a:gd name="connsiteX7" fmla="*/ 68249 w 2915191"/>
                <a:gd name="connsiteY7" fmla="*/ 296290 h 371437"/>
                <a:gd name="connsiteX8" fmla="*/ 77998 w 2915191"/>
                <a:gd name="connsiteY8" fmla="*/ 303455 h 371437"/>
                <a:gd name="connsiteX9" fmla="*/ 87748 w 2915191"/>
                <a:gd name="connsiteY9" fmla="*/ 313317 h 371437"/>
                <a:gd name="connsiteX10" fmla="*/ 97497 w 2915191"/>
                <a:gd name="connsiteY10" fmla="*/ 325663 h 371437"/>
                <a:gd name="connsiteX11" fmla="*/ 107247 w 2915191"/>
                <a:gd name="connsiteY11" fmla="*/ 333579 h 371437"/>
                <a:gd name="connsiteX12" fmla="*/ 116997 w 2915191"/>
                <a:gd name="connsiteY12" fmla="*/ 335248 h 371437"/>
                <a:gd name="connsiteX13" fmla="*/ 126747 w 2915191"/>
                <a:gd name="connsiteY13" fmla="*/ 332924 h 371437"/>
                <a:gd name="connsiteX14" fmla="*/ 136497 w 2915191"/>
                <a:gd name="connsiteY14" fmla="*/ 371438 h 371437"/>
                <a:gd name="connsiteX15" fmla="*/ 146247 w 2915191"/>
                <a:gd name="connsiteY15" fmla="*/ 366804 h 371437"/>
                <a:gd name="connsiteX16" fmla="*/ 155997 w 2915191"/>
                <a:gd name="connsiteY16" fmla="*/ 367385 h 371437"/>
                <a:gd name="connsiteX17" fmla="*/ 165747 w 2915191"/>
                <a:gd name="connsiteY17" fmla="*/ 357135 h 371437"/>
                <a:gd name="connsiteX18" fmla="*/ 175497 w 2915191"/>
                <a:gd name="connsiteY18" fmla="*/ 346705 h 371437"/>
                <a:gd name="connsiteX19" fmla="*/ 185247 w 2915191"/>
                <a:gd name="connsiteY19" fmla="*/ 326677 h 371437"/>
                <a:gd name="connsiteX20" fmla="*/ 194996 w 2915191"/>
                <a:gd name="connsiteY20" fmla="*/ 315633 h 371437"/>
                <a:gd name="connsiteX21" fmla="*/ 204746 w 2915191"/>
                <a:gd name="connsiteY21" fmla="*/ 314184 h 371437"/>
                <a:gd name="connsiteX22" fmla="*/ 214495 w 2915191"/>
                <a:gd name="connsiteY22" fmla="*/ 307209 h 371437"/>
                <a:gd name="connsiteX23" fmla="*/ 224245 w 2915191"/>
                <a:gd name="connsiteY23" fmla="*/ 321040 h 371437"/>
                <a:gd name="connsiteX24" fmla="*/ 233995 w 2915191"/>
                <a:gd name="connsiteY24" fmla="*/ 259887 h 371437"/>
                <a:gd name="connsiteX25" fmla="*/ 243744 w 2915191"/>
                <a:gd name="connsiteY25" fmla="*/ 268806 h 371437"/>
                <a:gd name="connsiteX26" fmla="*/ 253494 w 2915191"/>
                <a:gd name="connsiteY26" fmla="*/ 291662 h 371437"/>
                <a:gd name="connsiteX27" fmla="*/ 263244 w 2915191"/>
                <a:gd name="connsiteY27" fmla="*/ 296451 h 371437"/>
                <a:gd name="connsiteX28" fmla="*/ 272994 w 2915191"/>
                <a:gd name="connsiteY28" fmla="*/ 302880 h 371437"/>
                <a:gd name="connsiteX29" fmla="*/ 282744 w 2915191"/>
                <a:gd name="connsiteY29" fmla="*/ 274962 h 371437"/>
                <a:gd name="connsiteX30" fmla="*/ 292494 w 2915191"/>
                <a:gd name="connsiteY30" fmla="*/ 303671 h 371437"/>
                <a:gd name="connsiteX31" fmla="*/ 302244 w 2915191"/>
                <a:gd name="connsiteY31" fmla="*/ 282497 h 371437"/>
                <a:gd name="connsiteX32" fmla="*/ 311994 w 2915191"/>
                <a:gd name="connsiteY32" fmla="*/ 236104 h 371437"/>
                <a:gd name="connsiteX33" fmla="*/ 321744 w 2915191"/>
                <a:gd name="connsiteY33" fmla="*/ 235015 h 371437"/>
                <a:gd name="connsiteX34" fmla="*/ 331493 w 2915191"/>
                <a:gd name="connsiteY34" fmla="*/ 245882 h 371437"/>
                <a:gd name="connsiteX35" fmla="*/ 341243 w 2915191"/>
                <a:gd name="connsiteY35" fmla="*/ 234494 h 371437"/>
                <a:gd name="connsiteX36" fmla="*/ 350993 w 2915191"/>
                <a:gd name="connsiteY36" fmla="*/ 272636 h 371437"/>
                <a:gd name="connsiteX37" fmla="*/ 360742 w 2915191"/>
                <a:gd name="connsiteY37" fmla="*/ 265631 h 371437"/>
                <a:gd name="connsiteX38" fmla="*/ 370492 w 2915191"/>
                <a:gd name="connsiteY38" fmla="*/ 280972 h 371437"/>
                <a:gd name="connsiteX39" fmla="*/ 380241 w 2915191"/>
                <a:gd name="connsiteY39" fmla="*/ 258636 h 371437"/>
                <a:gd name="connsiteX40" fmla="*/ 389991 w 2915191"/>
                <a:gd name="connsiteY40" fmla="*/ 243703 h 371437"/>
                <a:gd name="connsiteX41" fmla="*/ 399741 w 2915191"/>
                <a:gd name="connsiteY41" fmla="*/ 226392 h 371437"/>
                <a:gd name="connsiteX42" fmla="*/ 409491 w 2915191"/>
                <a:gd name="connsiteY42" fmla="*/ 228796 h 371437"/>
                <a:gd name="connsiteX43" fmla="*/ 419241 w 2915191"/>
                <a:gd name="connsiteY43" fmla="*/ 212050 h 371437"/>
                <a:gd name="connsiteX44" fmla="*/ 428991 w 2915191"/>
                <a:gd name="connsiteY44" fmla="*/ 222239 h 371437"/>
                <a:gd name="connsiteX45" fmla="*/ 438741 w 2915191"/>
                <a:gd name="connsiteY45" fmla="*/ 233603 h 371437"/>
                <a:gd name="connsiteX46" fmla="*/ 448491 w 2915191"/>
                <a:gd name="connsiteY46" fmla="*/ 230250 h 371437"/>
                <a:gd name="connsiteX47" fmla="*/ 458241 w 2915191"/>
                <a:gd name="connsiteY47" fmla="*/ 238226 h 371437"/>
                <a:gd name="connsiteX48" fmla="*/ 467991 w 2915191"/>
                <a:gd name="connsiteY48" fmla="*/ 219008 h 371437"/>
                <a:gd name="connsiteX49" fmla="*/ 477740 w 2915191"/>
                <a:gd name="connsiteY49" fmla="*/ 244257 h 371437"/>
                <a:gd name="connsiteX50" fmla="*/ 487490 w 2915191"/>
                <a:gd name="connsiteY50" fmla="*/ 230615 h 371437"/>
                <a:gd name="connsiteX51" fmla="*/ 497239 w 2915191"/>
                <a:gd name="connsiteY51" fmla="*/ 216853 h 371437"/>
                <a:gd name="connsiteX52" fmla="*/ 506989 w 2915191"/>
                <a:gd name="connsiteY52" fmla="*/ 203775 h 371437"/>
                <a:gd name="connsiteX53" fmla="*/ 516738 w 2915191"/>
                <a:gd name="connsiteY53" fmla="*/ 234799 h 371437"/>
                <a:gd name="connsiteX54" fmla="*/ 526488 w 2915191"/>
                <a:gd name="connsiteY54" fmla="*/ 261076 h 371437"/>
                <a:gd name="connsiteX55" fmla="*/ 536238 w 2915191"/>
                <a:gd name="connsiteY55" fmla="*/ 255360 h 371437"/>
                <a:gd name="connsiteX56" fmla="*/ 545988 w 2915191"/>
                <a:gd name="connsiteY56" fmla="*/ 244600 h 371437"/>
                <a:gd name="connsiteX57" fmla="*/ 555738 w 2915191"/>
                <a:gd name="connsiteY57" fmla="*/ 225837 h 371437"/>
                <a:gd name="connsiteX58" fmla="*/ 565488 w 2915191"/>
                <a:gd name="connsiteY58" fmla="*/ 214684 h 371437"/>
                <a:gd name="connsiteX59" fmla="*/ 575238 w 2915191"/>
                <a:gd name="connsiteY59" fmla="*/ 204107 h 371437"/>
                <a:gd name="connsiteX60" fmla="*/ 584988 w 2915191"/>
                <a:gd name="connsiteY60" fmla="*/ 186459 h 371437"/>
                <a:gd name="connsiteX61" fmla="*/ 594738 w 2915191"/>
                <a:gd name="connsiteY61" fmla="*/ 163162 h 371437"/>
                <a:gd name="connsiteX62" fmla="*/ 604488 w 2915191"/>
                <a:gd name="connsiteY62" fmla="*/ 164655 h 371437"/>
                <a:gd name="connsiteX63" fmla="*/ 614237 w 2915191"/>
                <a:gd name="connsiteY63" fmla="*/ 146365 h 371437"/>
                <a:gd name="connsiteX64" fmla="*/ 623987 w 2915191"/>
                <a:gd name="connsiteY64" fmla="*/ 157573 h 371437"/>
                <a:gd name="connsiteX65" fmla="*/ 633736 w 2915191"/>
                <a:gd name="connsiteY65" fmla="*/ 150968 h 371437"/>
                <a:gd name="connsiteX66" fmla="*/ 643486 w 2915191"/>
                <a:gd name="connsiteY66" fmla="*/ 166678 h 371437"/>
                <a:gd name="connsiteX67" fmla="*/ 653236 w 2915191"/>
                <a:gd name="connsiteY67" fmla="*/ 147378 h 371437"/>
                <a:gd name="connsiteX68" fmla="*/ 662985 w 2915191"/>
                <a:gd name="connsiteY68" fmla="*/ 166798 h 371437"/>
                <a:gd name="connsiteX69" fmla="*/ 672735 w 2915191"/>
                <a:gd name="connsiteY69" fmla="*/ 167984 h 371437"/>
                <a:gd name="connsiteX70" fmla="*/ 682485 w 2915191"/>
                <a:gd name="connsiteY70" fmla="*/ 175331 h 371437"/>
                <a:gd name="connsiteX71" fmla="*/ 692235 w 2915191"/>
                <a:gd name="connsiteY71" fmla="*/ 177357 h 371437"/>
                <a:gd name="connsiteX72" fmla="*/ 701985 w 2915191"/>
                <a:gd name="connsiteY72" fmla="*/ 216804 h 371437"/>
                <a:gd name="connsiteX73" fmla="*/ 711735 w 2915191"/>
                <a:gd name="connsiteY73" fmla="*/ 209192 h 371437"/>
                <a:gd name="connsiteX74" fmla="*/ 721485 w 2915191"/>
                <a:gd name="connsiteY74" fmla="*/ 173381 h 371437"/>
                <a:gd name="connsiteX75" fmla="*/ 731235 w 2915191"/>
                <a:gd name="connsiteY75" fmla="*/ 171358 h 371437"/>
                <a:gd name="connsiteX76" fmla="*/ 740985 w 2915191"/>
                <a:gd name="connsiteY76" fmla="*/ 158452 h 371437"/>
                <a:gd name="connsiteX77" fmla="*/ 750734 w 2915191"/>
                <a:gd name="connsiteY77" fmla="*/ 178846 h 371437"/>
                <a:gd name="connsiteX78" fmla="*/ 760484 w 2915191"/>
                <a:gd name="connsiteY78" fmla="*/ 186082 h 371437"/>
                <a:gd name="connsiteX79" fmla="*/ 770233 w 2915191"/>
                <a:gd name="connsiteY79" fmla="*/ 220258 h 371437"/>
                <a:gd name="connsiteX80" fmla="*/ 779983 w 2915191"/>
                <a:gd name="connsiteY80" fmla="*/ 215332 h 371437"/>
                <a:gd name="connsiteX81" fmla="*/ 789733 w 2915191"/>
                <a:gd name="connsiteY81" fmla="*/ 242213 h 371437"/>
                <a:gd name="connsiteX82" fmla="*/ 799482 w 2915191"/>
                <a:gd name="connsiteY82" fmla="*/ 249279 h 371437"/>
                <a:gd name="connsiteX83" fmla="*/ 809232 w 2915191"/>
                <a:gd name="connsiteY83" fmla="*/ 233761 h 371437"/>
                <a:gd name="connsiteX84" fmla="*/ 818982 w 2915191"/>
                <a:gd name="connsiteY84" fmla="*/ 258739 h 371437"/>
                <a:gd name="connsiteX85" fmla="*/ 828732 w 2915191"/>
                <a:gd name="connsiteY85" fmla="*/ 253414 h 371437"/>
                <a:gd name="connsiteX86" fmla="*/ 838482 w 2915191"/>
                <a:gd name="connsiteY86" fmla="*/ 254920 h 371437"/>
                <a:gd name="connsiteX87" fmla="*/ 848232 w 2915191"/>
                <a:gd name="connsiteY87" fmla="*/ 263384 h 371437"/>
                <a:gd name="connsiteX88" fmla="*/ 857982 w 2915191"/>
                <a:gd name="connsiteY88" fmla="*/ 256715 h 371437"/>
                <a:gd name="connsiteX89" fmla="*/ 867732 w 2915191"/>
                <a:gd name="connsiteY89" fmla="*/ 252100 h 371437"/>
                <a:gd name="connsiteX90" fmla="*/ 877482 w 2915191"/>
                <a:gd name="connsiteY90" fmla="*/ 237503 h 371437"/>
                <a:gd name="connsiteX91" fmla="*/ 887231 w 2915191"/>
                <a:gd name="connsiteY91" fmla="*/ 198453 h 371437"/>
                <a:gd name="connsiteX92" fmla="*/ 896981 w 2915191"/>
                <a:gd name="connsiteY92" fmla="*/ 196790 h 371437"/>
                <a:gd name="connsiteX93" fmla="*/ 906730 w 2915191"/>
                <a:gd name="connsiteY93" fmla="*/ 156918 h 371437"/>
                <a:gd name="connsiteX94" fmla="*/ 916480 w 2915191"/>
                <a:gd name="connsiteY94" fmla="*/ 127710 h 371437"/>
                <a:gd name="connsiteX95" fmla="*/ 926230 w 2915191"/>
                <a:gd name="connsiteY95" fmla="*/ 138134 h 371437"/>
                <a:gd name="connsiteX96" fmla="*/ 935979 w 2915191"/>
                <a:gd name="connsiteY96" fmla="*/ 152785 h 371437"/>
                <a:gd name="connsiteX97" fmla="*/ 945729 w 2915191"/>
                <a:gd name="connsiteY97" fmla="*/ 184192 h 371437"/>
                <a:gd name="connsiteX98" fmla="*/ 955479 w 2915191"/>
                <a:gd name="connsiteY98" fmla="*/ 227610 h 371437"/>
                <a:gd name="connsiteX99" fmla="*/ 965229 w 2915191"/>
                <a:gd name="connsiteY99" fmla="*/ 250459 h 371437"/>
                <a:gd name="connsiteX100" fmla="*/ 974979 w 2915191"/>
                <a:gd name="connsiteY100" fmla="*/ 294840 h 371437"/>
                <a:gd name="connsiteX101" fmla="*/ 984729 w 2915191"/>
                <a:gd name="connsiteY101" fmla="*/ 303301 h 371437"/>
                <a:gd name="connsiteX102" fmla="*/ 994474 w 2915191"/>
                <a:gd name="connsiteY102" fmla="*/ 302783 h 371437"/>
                <a:gd name="connsiteX103" fmla="*/ 1004233 w 2915191"/>
                <a:gd name="connsiteY103" fmla="*/ 337766 h 371437"/>
                <a:gd name="connsiteX104" fmla="*/ 1013977 w 2915191"/>
                <a:gd name="connsiteY104" fmla="*/ 350773 h 371437"/>
                <a:gd name="connsiteX105" fmla="*/ 1023721 w 2915191"/>
                <a:gd name="connsiteY105" fmla="*/ 336291 h 371437"/>
                <a:gd name="connsiteX106" fmla="*/ 1033480 w 2915191"/>
                <a:gd name="connsiteY106" fmla="*/ 318491 h 371437"/>
                <a:gd name="connsiteX107" fmla="*/ 1043224 w 2915191"/>
                <a:gd name="connsiteY107" fmla="*/ 295100 h 371437"/>
                <a:gd name="connsiteX108" fmla="*/ 1052983 w 2915191"/>
                <a:gd name="connsiteY108" fmla="*/ 266786 h 371437"/>
                <a:gd name="connsiteX109" fmla="*/ 1062727 w 2915191"/>
                <a:gd name="connsiteY109" fmla="*/ 270178 h 371437"/>
                <a:gd name="connsiteX110" fmla="*/ 1072471 w 2915191"/>
                <a:gd name="connsiteY110" fmla="*/ 255483 h 371437"/>
                <a:gd name="connsiteX111" fmla="*/ 1082230 w 2915191"/>
                <a:gd name="connsiteY111" fmla="*/ 253450 h 371437"/>
                <a:gd name="connsiteX112" fmla="*/ 1091973 w 2915191"/>
                <a:gd name="connsiteY112" fmla="*/ 238854 h 371437"/>
                <a:gd name="connsiteX113" fmla="*/ 1101732 w 2915191"/>
                <a:gd name="connsiteY113" fmla="*/ 209840 h 371437"/>
                <a:gd name="connsiteX114" fmla="*/ 1111476 w 2915191"/>
                <a:gd name="connsiteY114" fmla="*/ 209784 h 371437"/>
                <a:gd name="connsiteX115" fmla="*/ 1121220 w 2915191"/>
                <a:gd name="connsiteY115" fmla="*/ 223394 h 371437"/>
                <a:gd name="connsiteX116" fmla="*/ 1130979 w 2915191"/>
                <a:gd name="connsiteY116" fmla="*/ 202917 h 371437"/>
                <a:gd name="connsiteX117" fmla="*/ 1140723 w 2915191"/>
                <a:gd name="connsiteY117" fmla="*/ 207576 h 371437"/>
                <a:gd name="connsiteX118" fmla="*/ 1150482 w 2915191"/>
                <a:gd name="connsiteY118" fmla="*/ 215724 h 371437"/>
                <a:gd name="connsiteX119" fmla="*/ 1160226 w 2915191"/>
                <a:gd name="connsiteY119" fmla="*/ 210020 h 371437"/>
                <a:gd name="connsiteX120" fmla="*/ 1169969 w 2915191"/>
                <a:gd name="connsiteY120" fmla="*/ 204407 h 371437"/>
                <a:gd name="connsiteX121" fmla="*/ 1179728 w 2915191"/>
                <a:gd name="connsiteY121" fmla="*/ 216756 h 371437"/>
                <a:gd name="connsiteX122" fmla="*/ 1189472 w 2915191"/>
                <a:gd name="connsiteY122" fmla="*/ 225860 h 371437"/>
                <a:gd name="connsiteX123" fmla="*/ 1199231 w 2915191"/>
                <a:gd name="connsiteY123" fmla="*/ 204642 h 371437"/>
                <a:gd name="connsiteX124" fmla="*/ 1208975 w 2915191"/>
                <a:gd name="connsiteY124" fmla="*/ 204831 h 371437"/>
                <a:gd name="connsiteX125" fmla="*/ 1218719 w 2915191"/>
                <a:gd name="connsiteY125" fmla="*/ 199362 h 371437"/>
                <a:gd name="connsiteX126" fmla="*/ 1228478 w 2915191"/>
                <a:gd name="connsiteY126" fmla="*/ 200202 h 371437"/>
                <a:gd name="connsiteX127" fmla="*/ 1238222 w 2915191"/>
                <a:gd name="connsiteY127" fmla="*/ 193834 h 371437"/>
                <a:gd name="connsiteX128" fmla="*/ 1247966 w 2915191"/>
                <a:gd name="connsiteY128" fmla="*/ 178502 h 371437"/>
                <a:gd name="connsiteX129" fmla="*/ 1257725 w 2915191"/>
                <a:gd name="connsiteY129" fmla="*/ 178460 h 371437"/>
                <a:gd name="connsiteX130" fmla="*/ 1267469 w 2915191"/>
                <a:gd name="connsiteY130" fmla="*/ 178239 h 371437"/>
                <a:gd name="connsiteX131" fmla="*/ 1277227 w 2915191"/>
                <a:gd name="connsiteY131" fmla="*/ 178496 h 371437"/>
                <a:gd name="connsiteX132" fmla="*/ 1286971 w 2915191"/>
                <a:gd name="connsiteY132" fmla="*/ 170487 h 371437"/>
                <a:gd name="connsiteX133" fmla="*/ 1296715 w 2915191"/>
                <a:gd name="connsiteY133" fmla="*/ 172134 h 371437"/>
                <a:gd name="connsiteX134" fmla="*/ 1306474 w 2915191"/>
                <a:gd name="connsiteY134" fmla="*/ 156666 h 371437"/>
                <a:gd name="connsiteX135" fmla="*/ 1316218 w 2915191"/>
                <a:gd name="connsiteY135" fmla="*/ 139148 h 371437"/>
                <a:gd name="connsiteX136" fmla="*/ 1325977 w 2915191"/>
                <a:gd name="connsiteY136" fmla="*/ 145655 h 371437"/>
                <a:gd name="connsiteX137" fmla="*/ 1335721 w 2915191"/>
                <a:gd name="connsiteY137" fmla="*/ 172782 h 371437"/>
                <a:gd name="connsiteX138" fmla="*/ 1345465 w 2915191"/>
                <a:gd name="connsiteY138" fmla="*/ 139732 h 371437"/>
                <a:gd name="connsiteX139" fmla="*/ 1355224 w 2915191"/>
                <a:gd name="connsiteY139" fmla="*/ 160309 h 371437"/>
                <a:gd name="connsiteX140" fmla="*/ 1364967 w 2915191"/>
                <a:gd name="connsiteY140" fmla="*/ 134961 h 371437"/>
                <a:gd name="connsiteX141" fmla="*/ 1374726 w 2915191"/>
                <a:gd name="connsiteY141" fmla="*/ 122344 h 371437"/>
                <a:gd name="connsiteX142" fmla="*/ 1384470 w 2915191"/>
                <a:gd name="connsiteY142" fmla="*/ 103472 h 371437"/>
                <a:gd name="connsiteX143" fmla="*/ 1394214 w 2915191"/>
                <a:gd name="connsiteY143" fmla="*/ 87435 h 371437"/>
                <a:gd name="connsiteX144" fmla="*/ 1403973 w 2915191"/>
                <a:gd name="connsiteY144" fmla="*/ 60384 h 371437"/>
                <a:gd name="connsiteX145" fmla="*/ 1413717 w 2915191"/>
                <a:gd name="connsiteY145" fmla="*/ 27290 h 371437"/>
                <a:gd name="connsiteX146" fmla="*/ 1423476 w 2915191"/>
                <a:gd name="connsiteY146" fmla="*/ 70237 h 371437"/>
                <a:gd name="connsiteX147" fmla="*/ 1433220 w 2915191"/>
                <a:gd name="connsiteY147" fmla="*/ 74896 h 371437"/>
                <a:gd name="connsiteX148" fmla="*/ 1442964 w 2915191"/>
                <a:gd name="connsiteY148" fmla="*/ 65833 h 371437"/>
                <a:gd name="connsiteX149" fmla="*/ 1452722 w 2915191"/>
                <a:gd name="connsiteY149" fmla="*/ 44080 h 371437"/>
                <a:gd name="connsiteX150" fmla="*/ 1462466 w 2915191"/>
                <a:gd name="connsiteY150" fmla="*/ 28257 h 371437"/>
                <a:gd name="connsiteX151" fmla="*/ 1472225 w 2915191"/>
                <a:gd name="connsiteY151" fmla="*/ 0 h 371437"/>
                <a:gd name="connsiteX152" fmla="*/ 1481969 w 2915191"/>
                <a:gd name="connsiteY152" fmla="*/ 43912 h 371437"/>
                <a:gd name="connsiteX153" fmla="*/ 1491713 w 2915191"/>
                <a:gd name="connsiteY153" fmla="*/ 46214 h 371437"/>
                <a:gd name="connsiteX154" fmla="*/ 1501472 w 2915191"/>
                <a:gd name="connsiteY154" fmla="*/ 40187 h 371437"/>
                <a:gd name="connsiteX155" fmla="*/ 1511216 w 2915191"/>
                <a:gd name="connsiteY155" fmla="*/ 76009 h 371437"/>
                <a:gd name="connsiteX156" fmla="*/ 1520960 w 2915191"/>
                <a:gd name="connsiteY156" fmla="*/ 83139 h 371437"/>
                <a:gd name="connsiteX157" fmla="*/ 1530719 w 2915191"/>
                <a:gd name="connsiteY157" fmla="*/ 51094 h 371437"/>
                <a:gd name="connsiteX158" fmla="*/ 1540463 w 2915191"/>
                <a:gd name="connsiteY158" fmla="*/ 45606 h 371437"/>
                <a:gd name="connsiteX159" fmla="*/ 1550221 w 2915191"/>
                <a:gd name="connsiteY159" fmla="*/ 15394 h 371437"/>
                <a:gd name="connsiteX160" fmla="*/ 1559965 w 2915191"/>
                <a:gd name="connsiteY160" fmla="*/ 11810 h 371437"/>
                <a:gd name="connsiteX161" fmla="*/ 1569709 w 2915191"/>
                <a:gd name="connsiteY161" fmla="*/ 27144 h 371437"/>
                <a:gd name="connsiteX162" fmla="*/ 1579468 w 2915191"/>
                <a:gd name="connsiteY162" fmla="*/ 56436 h 371437"/>
                <a:gd name="connsiteX163" fmla="*/ 1589212 w 2915191"/>
                <a:gd name="connsiteY163" fmla="*/ 47547 h 371437"/>
                <a:gd name="connsiteX164" fmla="*/ 1598971 w 2915191"/>
                <a:gd name="connsiteY164" fmla="*/ 59585 h 371437"/>
                <a:gd name="connsiteX165" fmla="*/ 1608715 w 2915191"/>
                <a:gd name="connsiteY165" fmla="*/ 33327 h 371437"/>
                <a:gd name="connsiteX166" fmla="*/ 1618459 w 2915191"/>
                <a:gd name="connsiteY166" fmla="*/ 2518 h 371437"/>
                <a:gd name="connsiteX167" fmla="*/ 1628218 w 2915191"/>
                <a:gd name="connsiteY167" fmla="*/ 13801 h 371437"/>
                <a:gd name="connsiteX168" fmla="*/ 1637962 w 2915191"/>
                <a:gd name="connsiteY168" fmla="*/ 32028 h 371437"/>
                <a:gd name="connsiteX169" fmla="*/ 1647720 w 2915191"/>
                <a:gd name="connsiteY169" fmla="*/ 67956 h 371437"/>
                <a:gd name="connsiteX170" fmla="*/ 1657464 w 2915191"/>
                <a:gd name="connsiteY170" fmla="*/ 79791 h 371437"/>
                <a:gd name="connsiteX171" fmla="*/ 1667208 w 2915191"/>
                <a:gd name="connsiteY171" fmla="*/ 107542 h 371437"/>
                <a:gd name="connsiteX172" fmla="*/ 1676967 w 2915191"/>
                <a:gd name="connsiteY172" fmla="*/ 97859 h 371437"/>
                <a:gd name="connsiteX173" fmla="*/ 1686711 w 2915191"/>
                <a:gd name="connsiteY173" fmla="*/ 105343 h 371437"/>
                <a:gd name="connsiteX174" fmla="*/ 1696470 w 2915191"/>
                <a:gd name="connsiteY174" fmla="*/ 94600 h 371437"/>
                <a:gd name="connsiteX175" fmla="*/ 1706214 w 2915191"/>
                <a:gd name="connsiteY175" fmla="*/ 138041 h 371437"/>
                <a:gd name="connsiteX176" fmla="*/ 1715958 w 2915191"/>
                <a:gd name="connsiteY176" fmla="*/ 129705 h 371437"/>
                <a:gd name="connsiteX177" fmla="*/ 1725716 w 2915191"/>
                <a:gd name="connsiteY177" fmla="*/ 143172 h 371437"/>
                <a:gd name="connsiteX178" fmla="*/ 1735460 w 2915191"/>
                <a:gd name="connsiteY178" fmla="*/ 138791 h 371437"/>
                <a:gd name="connsiteX179" fmla="*/ 1745219 w 2915191"/>
                <a:gd name="connsiteY179" fmla="*/ 153287 h 371437"/>
                <a:gd name="connsiteX180" fmla="*/ 1754963 w 2915191"/>
                <a:gd name="connsiteY180" fmla="*/ 175078 h 371437"/>
                <a:gd name="connsiteX181" fmla="*/ 1764707 w 2915191"/>
                <a:gd name="connsiteY181" fmla="*/ 183827 h 371437"/>
                <a:gd name="connsiteX182" fmla="*/ 1774466 w 2915191"/>
                <a:gd name="connsiteY182" fmla="*/ 189692 h 371437"/>
                <a:gd name="connsiteX183" fmla="*/ 1784210 w 2915191"/>
                <a:gd name="connsiteY183" fmla="*/ 189236 h 371437"/>
                <a:gd name="connsiteX184" fmla="*/ 1793969 w 2915191"/>
                <a:gd name="connsiteY184" fmla="*/ 180217 h 371437"/>
                <a:gd name="connsiteX185" fmla="*/ 1803713 w 2915191"/>
                <a:gd name="connsiteY185" fmla="*/ 189376 h 371437"/>
                <a:gd name="connsiteX186" fmla="*/ 1813457 w 2915191"/>
                <a:gd name="connsiteY186" fmla="*/ 227163 h 371437"/>
                <a:gd name="connsiteX187" fmla="*/ 1823215 w 2915191"/>
                <a:gd name="connsiteY187" fmla="*/ 206924 h 371437"/>
                <a:gd name="connsiteX188" fmla="*/ 1832959 w 2915191"/>
                <a:gd name="connsiteY188" fmla="*/ 199983 h 371437"/>
                <a:gd name="connsiteX189" fmla="*/ 1842703 w 2915191"/>
                <a:gd name="connsiteY189" fmla="*/ 171302 h 371437"/>
                <a:gd name="connsiteX190" fmla="*/ 1852462 w 2915191"/>
                <a:gd name="connsiteY190" fmla="*/ 159574 h 371437"/>
                <a:gd name="connsiteX191" fmla="*/ 1862206 w 2915191"/>
                <a:gd name="connsiteY191" fmla="*/ 161337 h 371437"/>
                <a:gd name="connsiteX192" fmla="*/ 1871965 w 2915191"/>
                <a:gd name="connsiteY192" fmla="*/ 127568 h 371437"/>
                <a:gd name="connsiteX193" fmla="*/ 1881709 w 2915191"/>
                <a:gd name="connsiteY193" fmla="*/ 146317 h 371437"/>
                <a:gd name="connsiteX194" fmla="*/ 1891453 w 2915191"/>
                <a:gd name="connsiteY194" fmla="*/ 134074 h 371437"/>
                <a:gd name="connsiteX195" fmla="*/ 1901212 w 2915191"/>
                <a:gd name="connsiteY195" fmla="*/ 93226 h 371437"/>
                <a:gd name="connsiteX196" fmla="*/ 1910956 w 2915191"/>
                <a:gd name="connsiteY196" fmla="*/ 85249 h 371437"/>
                <a:gd name="connsiteX197" fmla="*/ 1920714 w 2915191"/>
                <a:gd name="connsiteY197" fmla="*/ 92718 h 371437"/>
                <a:gd name="connsiteX198" fmla="*/ 1930458 w 2915191"/>
                <a:gd name="connsiteY198" fmla="*/ 65606 h 371437"/>
                <a:gd name="connsiteX199" fmla="*/ 1940202 w 2915191"/>
                <a:gd name="connsiteY199" fmla="*/ 92764 h 371437"/>
                <a:gd name="connsiteX200" fmla="*/ 1949961 w 2915191"/>
                <a:gd name="connsiteY200" fmla="*/ 84786 h 371437"/>
                <a:gd name="connsiteX201" fmla="*/ 1959705 w 2915191"/>
                <a:gd name="connsiteY201" fmla="*/ 76247 h 371437"/>
                <a:gd name="connsiteX202" fmla="*/ 1969464 w 2915191"/>
                <a:gd name="connsiteY202" fmla="*/ 45925 h 371437"/>
                <a:gd name="connsiteX203" fmla="*/ 1979208 w 2915191"/>
                <a:gd name="connsiteY203" fmla="*/ 67212 h 371437"/>
                <a:gd name="connsiteX204" fmla="*/ 1988952 w 2915191"/>
                <a:gd name="connsiteY204" fmla="*/ 80298 h 371437"/>
                <a:gd name="connsiteX205" fmla="*/ 1998711 w 2915191"/>
                <a:gd name="connsiteY205" fmla="*/ 74913 h 371437"/>
                <a:gd name="connsiteX206" fmla="*/ 2008454 w 2915191"/>
                <a:gd name="connsiteY206" fmla="*/ 114202 h 371437"/>
                <a:gd name="connsiteX207" fmla="*/ 2018213 w 2915191"/>
                <a:gd name="connsiteY207" fmla="*/ 122556 h 371437"/>
                <a:gd name="connsiteX208" fmla="*/ 2027957 w 2915191"/>
                <a:gd name="connsiteY208" fmla="*/ 88767 h 371437"/>
                <a:gd name="connsiteX209" fmla="*/ 2037701 w 2915191"/>
                <a:gd name="connsiteY209" fmla="*/ 97900 h 371437"/>
                <a:gd name="connsiteX210" fmla="*/ 2047460 w 2915191"/>
                <a:gd name="connsiteY210" fmla="*/ 108554 h 371437"/>
                <a:gd name="connsiteX211" fmla="*/ 2057204 w 2915191"/>
                <a:gd name="connsiteY211" fmla="*/ 82598 h 371437"/>
                <a:gd name="connsiteX212" fmla="*/ 2066963 w 2915191"/>
                <a:gd name="connsiteY212" fmla="*/ 106175 h 371437"/>
                <a:gd name="connsiteX213" fmla="*/ 2076707 w 2915191"/>
                <a:gd name="connsiteY213" fmla="*/ 128654 h 371437"/>
                <a:gd name="connsiteX214" fmla="*/ 2086451 w 2915191"/>
                <a:gd name="connsiteY214" fmla="*/ 114865 h 371437"/>
                <a:gd name="connsiteX215" fmla="*/ 2096210 w 2915191"/>
                <a:gd name="connsiteY215" fmla="*/ 131366 h 371437"/>
                <a:gd name="connsiteX216" fmla="*/ 2105954 w 2915191"/>
                <a:gd name="connsiteY216" fmla="*/ 126540 h 371437"/>
                <a:gd name="connsiteX217" fmla="*/ 2115697 w 2915191"/>
                <a:gd name="connsiteY217" fmla="*/ 131671 h 371437"/>
                <a:gd name="connsiteX218" fmla="*/ 2125456 w 2915191"/>
                <a:gd name="connsiteY218" fmla="*/ 106981 h 371437"/>
                <a:gd name="connsiteX219" fmla="*/ 2135200 w 2915191"/>
                <a:gd name="connsiteY219" fmla="*/ 131777 h 371437"/>
                <a:gd name="connsiteX220" fmla="*/ 2144959 w 2915191"/>
                <a:gd name="connsiteY220" fmla="*/ 109502 h 371437"/>
                <a:gd name="connsiteX221" fmla="*/ 2154703 w 2915191"/>
                <a:gd name="connsiteY221" fmla="*/ 113116 h 371437"/>
                <a:gd name="connsiteX222" fmla="*/ 2164447 w 2915191"/>
                <a:gd name="connsiteY222" fmla="*/ 136420 h 371437"/>
                <a:gd name="connsiteX223" fmla="*/ 2174206 w 2915191"/>
                <a:gd name="connsiteY223" fmla="*/ 129830 h 371437"/>
                <a:gd name="connsiteX224" fmla="*/ 2183950 w 2915191"/>
                <a:gd name="connsiteY224" fmla="*/ 138535 h 371437"/>
                <a:gd name="connsiteX225" fmla="*/ 2193709 w 2915191"/>
                <a:gd name="connsiteY225" fmla="*/ 131783 h 371437"/>
                <a:gd name="connsiteX226" fmla="*/ 2203452 w 2915191"/>
                <a:gd name="connsiteY226" fmla="*/ 148345 h 371437"/>
                <a:gd name="connsiteX227" fmla="*/ 2213196 w 2915191"/>
                <a:gd name="connsiteY227" fmla="*/ 161281 h 371437"/>
                <a:gd name="connsiteX228" fmla="*/ 2222955 w 2915191"/>
                <a:gd name="connsiteY228" fmla="*/ 168667 h 371437"/>
                <a:gd name="connsiteX229" fmla="*/ 2232699 w 2915191"/>
                <a:gd name="connsiteY229" fmla="*/ 156795 h 371437"/>
                <a:gd name="connsiteX230" fmla="*/ 2242458 w 2915191"/>
                <a:gd name="connsiteY230" fmla="*/ 149464 h 371437"/>
                <a:gd name="connsiteX231" fmla="*/ 2252202 w 2915191"/>
                <a:gd name="connsiteY231" fmla="*/ 166974 h 371437"/>
                <a:gd name="connsiteX232" fmla="*/ 2261946 w 2915191"/>
                <a:gd name="connsiteY232" fmla="*/ 165043 h 371437"/>
                <a:gd name="connsiteX233" fmla="*/ 2271705 w 2915191"/>
                <a:gd name="connsiteY233" fmla="*/ 193839 h 371437"/>
                <a:gd name="connsiteX234" fmla="*/ 2281449 w 2915191"/>
                <a:gd name="connsiteY234" fmla="*/ 204046 h 371437"/>
                <a:gd name="connsiteX235" fmla="*/ 2291208 w 2915191"/>
                <a:gd name="connsiteY235" fmla="*/ 195007 h 371437"/>
                <a:gd name="connsiteX236" fmla="*/ 2300951 w 2915191"/>
                <a:gd name="connsiteY236" fmla="*/ 155270 h 371437"/>
                <a:gd name="connsiteX237" fmla="*/ 2310695 w 2915191"/>
                <a:gd name="connsiteY237" fmla="*/ 157834 h 371437"/>
                <a:gd name="connsiteX238" fmla="*/ 2320454 w 2915191"/>
                <a:gd name="connsiteY238" fmla="*/ 137751 h 371437"/>
                <a:gd name="connsiteX239" fmla="*/ 2330198 w 2915191"/>
                <a:gd name="connsiteY239" fmla="*/ 125543 h 371437"/>
                <a:gd name="connsiteX240" fmla="*/ 2339957 w 2915191"/>
                <a:gd name="connsiteY240" fmla="*/ 112936 h 371437"/>
                <a:gd name="connsiteX241" fmla="*/ 2349701 w 2915191"/>
                <a:gd name="connsiteY241" fmla="*/ 118614 h 371437"/>
                <a:gd name="connsiteX242" fmla="*/ 2359445 w 2915191"/>
                <a:gd name="connsiteY242" fmla="*/ 139951 h 371437"/>
                <a:gd name="connsiteX243" fmla="*/ 2369204 w 2915191"/>
                <a:gd name="connsiteY243" fmla="*/ 128197 h 371437"/>
                <a:gd name="connsiteX244" fmla="*/ 2378948 w 2915191"/>
                <a:gd name="connsiteY244" fmla="*/ 154857 h 371437"/>
                <a:gd name="connsiteX245" fmla="*/ 2388692 w 2915191"/>
                <a:gd name="connsiteY245" fmla="*/ 174565 h 371437"/>
                <a:gd name="connsiteX246" fmla="*/ 2398450 w 2915191"/>
                <a:gd name="connsiteY246" fmla="*/ 165647 h 371437"/>
                <a:gd name="connsiteX247" fmla="*/ 2408194 w 2915191"/>
                <a:gd name="connsiteY247" fmla="*/ 147455 h 371437"/>
                <a:gd name="connsiteX248" fmla="*/ 2417953 w 2915191"/>
                <a:gd name="connsiteY248" fmla="*/ 146698 h 371437"/>
                <a:gd name="connsiteX249" fmla="*/ 2427697 w 2915191"/>
                <a:gd name="connsiteY249" fmla="*/ 133154 h 371437"/>
                <a:gd name="connsiteX250" fmla="*/ 2437441 w 2915191"/>
                <a:gd name="connsiteY250" fmla="*/ 134629 h 371437"/>
                <a:gd name="connsiteX251" fmla="*/ 2447200 w 2915191"/>
                <a:gd name="connsiteY251" fmla="*/ 168707 h 371437"/>
                <a:gd name="connsiteX252" fmla="*/ 2456944 w 2915191"/>
                <a:gd name="connsiteY252" fmla="*/ 155945 h 371437"/>
                <a:gd name="connsiteX253" fmla="*/ 2466703 w 2915191"/>
                <a:gd name="connsiteY253" fmla="*/ 176061 h 371437"/>
                <a:gd name="connsiteX254" fmla="*/ 2476446 w 2915191"/>
                <a:gd name="connsiteY254" fmla="*/ 207085 h 371437"/>
                <a:gd name="connsiteX255" fmla="*/ 2486190 w 2915191"/>
                <a:gd name="connsiteY255" fmla="*/ 218602 h 371437"/>
                <a:gd name="connsiteX256" fmla="*/ 2495949 w 2915191"/>
                <a:gd name="connsiteY256" fmla="*/ 201936 h 371437"/>
                <a:gd name="connsiteX257" fmla="*/ 2505693 w 2915191"/>
                <a:gd name="connsiteY257" fmla="*/ 157405 h 371437"/>
                <a:gd name="connsiteX258" fmla="*/ 2515452 w 2915191"/>
                <a:gd name="connsiteY258" fmla="*/ 170788 h 371437"/>
                <a:gd name="connsiteX259" fmla="*/ 2525196 w 2915191"/>
                <a:gd name="connsiteY259" fmla="*/ 191519 h 371437"/>
                <a:gd name="connsiteX260" fmla="*/ 2534940 w 2915191"/>
                <a:gd name="connsiteY260" fmla="*/ 194599 h 371437"/>
                <a:gd name="connsiteX261" fmla="*/ 2544699 w 2915191"/>
                <a:gd name="connsiteY261" fmla="*/ 233892 h 371437"/>
                <a:gd name="connsiteX262" fmla="*/ 2554443 w 2915191"/>
                <a:gd name="connsiteY262" fmla="*/ 225773 h 371437"/>
                <a:gd name="connsiteX263" fmla="*/ 2564202 w 2915191"/>
                <a:gd name="connsiteY263" fmla="*/ 237758 h 371437"/>
                <a:gd name="connsiteX264" fmla="*/ 2573946 w 2915191"/>
                <a:gd name="connsiteY264" fmla="*/ 270193 h 371437"/>
                <a:gd name="connsiteX265" fmla="*/ 2583690 w 2915191"/>
                <a:gd name="connsiteY265" fmla="*/ 262075 h 371437"/>
                <a:gd name="connsiteX266" fmla="*/ 2593448 w 2915191"/>
                <a:gd name="connsiteY266" fmla="*/ 287732 h 371437"/>
                <a:gd name="connsiteX267" fmla="*/ 2603192 w 2915191"/>
                <a:gd name="connsiteY267" fmla="*/ 294086 h 371437"/>
                <a:gd name="connsiteX268" fmla="*/ 2612951 w 2915191"/>
                <a:gd name="connsiteY268" fmla="*/ 326703 h 371437"/>
                <a:gd name="connsiteX269" fmla="*/ 2622695 w 2915191"/>
                <a:gd name="connsiteY269" fmla="*/ 320698 h 371437"/>
                <a:gd name="connsiteX270" fmla="*/ 2632439 w 2915191"/>
                <a:gd name="connsiteY270" fmla="*/ 316073 h 371437"/>
                <a:gd name="connsiteX271" fmla="*/ 2642198 w 2915191"/>
                <a:gd name="connsiteY271" fmla="*/ 299829 h 371437"/>
                <a:gd name="connsiteX272" fmla="*/ 2651942 w 2915191"/>
                <a:gd name="connsiteY272" fmla="*/ 310158 h 371437"/>
                <a:gd name="connsiteX273" fmla="*/ 2661685 w 2915191"/>
                <a:gd name="connsiteY273" fmla="*/ 283210 h 371437"/>
                <a:gd name="connsiteX274" fmla="*/ 2671444 w 2915191"/>
                <a:gd name="connsiteY274" fmla="*/ 289946 h 371437"/>
                <a:gd name="connsiteX275" fmla="*/ 2681188 w 2915191"/>
                <a:gd name="connsiteY275" fmla="*/ 325823 h 371437"/>
                <a:gd name="connsiteX276" fmla="*/ 2690947 w 2915191"/>
                <a:gd name="connsiteY276" fmla="*/ 304227 h 371437"/>
                <a:gd name="connsiteX277" fmla="*/ 2700691 w 2915191"/>
                <a:gd name="connsiteY277" fmla="*/ 296785 h 371437"/>
                <a:gd name="connsiteX278" fmla="*/ 2710435 w 2915191"/>
                <a:gd name="connsiteY278" fmla="*/ 301330 h 371437"/>
                <a:gd name="connsiteX279" fmla="*/ 2720194 w 2915191"/>
                <a:gd name="connsiteY279" fmla="*/ 276418 h 371437"/>
                <a:gd name="connsiteX280" fmla="*/ 2729938 w 2915191"/>
                <a:gd name="connsiteY280" fmla="*/ 255358 h 371437"/>
                <a:gd name="connsiteX281" fmla="*/ 2739697 w 2915191"/>
                <a:gd name="connsiteY281" fmla="*/ 251942 h 371437"/>
                <a:gd name="connsiteX282" fmla="*/ 2749441 w 2915191"/>
                <a:gd name="connsiteY282" fmla="*/ 263749 h 371437"/>
                <a:gd name="connsiteX283" fmla="*/ 2759185 w 2915191"/>
                <a:gd name="connsiteY283" fmla="*/ 270567 h 371437"/>
                <a:gd name="connsiteX284" fmla="*/ 2768943 w 2915191"/>
                <a:gd name="connsiteY284" fmla="*/ 258830 h 371437"/>
                <a:gd name="connsiteX285" fmla="*/ 2778687 w 2915191"/>
                <a:gd name="connsiteY285" fmla="*/ 235615 h 371437"/>
                <a:gd name="connsiteX286" fmla="*/ 2788446 w 2915191"/>
                <a:gd name="connsiteY286" fmla="*/ 216278 h 371437"/>
                <a:gd name="connsiteX287" fmla="*/ 2798190 w 2915191"/>
                <a:gd name="connsiteY287" fmla="*/ 211458 h 371437"/>
                <a:gd name="connsiteX288" fmla="*/ 2807934 w 2915191"/>
                <a:gd name="connsiteY288" fmla="*/ 245625 h 371437"/>
                <a:gd name="connsiteX289" fmla="*/ 2817693 w 2915191"/>
                <a:gd name="connsiteY289" fmla="*/ 230819 h 371437"/>
                <a:gd name="connsiteX290" fmla="*/ 2827437 w 2915191"/>
                <a:gd name="connsiteY290" fmla="*/ 220687 h 371437"/>
                <a:gd name="connsiteX291" fmla="*/ 2837196 w 2915191"/>
                <a:gd name="connsiteY291" fmla="*/ 177855 h 371437"/>
                <a:gd name="connsiteX292" fmla="*/ 2846940 w 2915191"/>
                <a:gd name="connsiteY292" fmla="*/ 185340 h 371437"/>
                <a:gd name="connsiteX293" fmla="*/ 2856684 w 2915191"/>
                <a:gd name="connsiteY293" fmla="*/ 181644 h 371437"/>
                <a:gd name="connsiteX294" fmla="*/ 2866442 w 2915191"/>
                <a:gd name="connsiteY294" fmla="*/ 190700 h 371437"/>
                <a:gd name="connsiteX295" fmla="*/ 2876186 w 2915191"/>
                <a:gd name="connsiteY295" fmla="*/ 179051 h 371437"/>
                <a:gd name="connsiteX296" fmla="*/ 2885945 w 2915191"/>
                <a:gd name="connsiteY296" fmla="*/ 149714 h 371437"/>
                <a:gd name="connsiteX297" fmla="*/ 2895689 w 2915191"/>
                <a:gd name="connsiteY297" fmla="*/ 145252 h 371437"/>
                <a:gd name="connsiteX298" fmla="*/ 2905433 w 2915191"/>
                <a:gd name="connsiteY298" fmla="*/ 151167 h 371437"/>
                <a:gd name="connsiteX299" fmla="*/ 2915192 w 2915191"/>
                <a:gd name="connsiteY299" fmla="*/ 130138 h 371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71437">
                  <a:moveTo>
                    <a:pt x="0" y="286981"/>
                  </a:moveTo>
                  <a:lnTo>
                    <a:pt x="9750" y="311125"/>
                  </a:lnTo>
                  <a:lnTo>
                    <a:pt x="19500" y="324074"/>
                  </a:lnTo>
                  <a:lnTo>
                    <a:pt x="29250" y="328734"/>
                  </a:lnTo>
                  <a:lnTo>
                    <a:pt x="39000" y="329102"/>
                  </a:lnTo>
                  <a:lnTo>
                    <a:pt x="48749" y="305787"/>
                  </a:lnTo>
                  <a:lnTo>
                    <a:pt x="58499" y="281458"/>
                  </a:lnTo>
                  <a:lnTo>
                    <a:pt x="68249" y="296290"/>
                  </a:lnTo>
                  <a:lnTo>
                    <a:pt x="77998" y="303455"/>
                  </a:lnTo>
                  <a:lnTo>
                    <a:pt x="87748" y="313317"/>
                  </a:lnTo>
                  <a:lnTo>
                    <a:pt x="97497" y="325663"/>
                  </a:lnTo>
                  <a:lnTo>
                    <a:pt x="107247" y="333579"/>
                  </a:lnTo>
                  <a:lnTo>
                    <a:pt x="116997" y="335248"/>
                  </a:lnTo>
                  <a:lnTo>
                    <a:pt x="126747" y="332924"/>
                  </a:lnTo>
                  <a:lnTo>
                    <a:pt x="136497" y="371438"/>
                  </a:lnTo>
                  <a:lnTo>
                    <a:pt x="146247" y="366804"/>
                  </a:lnTo>
                  <a:lnTo>
                    <a:pt x="155997" y="367385"/>
                  </a:lnTo>
                  <a:lnTo>
                    <a:pt x="165747" y="357135"/>
                  </a:lnTo>
                  <a:lnTo>
                    <a:pt x="175497" y="346705"/>
                  </a:lnTo>
                  <a:lnTo>
                    <a:pt x="185247" y="326677"/>
                  </a:lnTo>
                  <a:lnTo>
                    <a:pt x="194996" y="315633"/>
                  </a:lnTo>
                  <a:lnTo>
                    <a:pt x="204746" y="314184"/>
                  </a:lnTo>
                  <a:lnTo>
                    <a:pt x="214495" y="307209"/>
                  </a:lnTo>
                  <a:lnTo>
                    <a:pt x="224245" y="321040"/>
                  </a:lnTo>
                  <a:lnTo>
                    <a:pt x="233995" y="259887"/>
                  </a:lnTo>
                  <a:lnTo>
                    <a:pt x="243744" y="268806"/>
                  </a:lnTo>
                  <a:lnTo>
                    <a:pt x="253494" y="291662"/>
                  </a:lnTo>
                  <a:lnTo>
                    <a:pt x="263244" y="296451"/>
                  </a:lnTo>
                  <a:lnTo>
                    <a:pt x="272994" y="302880"/>
                  </a:lnTo>
                  <a:lnTo>
                    <a:pt x="282744" y="274962"/>
                  </a:lnTo>
                  <a:lnTo>
                    <a:pt x="292494" y="303671"/>
                  </a:lnTo>
                  <a:lnTo>
                    <a:pt x="302244" y="282497"/>
                  </a:lnTo>
                  <a:lnTo>
                    <a:pt x="311994" y="236104"/>
                  </a:lnTo>
                  <a:lnTo>
                    <a:pt x="321744" y="235015"/>
                  </a:lnTo>
                  <a:lnTo>
                    <a:pt x="331493" y="245882"/>
                  </a:lnTo>
                  <a:lnTo>
                    <a:pt x="341243" y="234494"/>
                  </a:lnTo>
                  <a:lnTo>
                    <a:pt x="350993" y="272636"/>
                  </a:lnTo>
                  <a:lnTo>
                    <a:pt x="360742" y="265631"/>
                  </a:lnTo>
                  <a:lnTo>
                    <a:pt x="370492" y="280972"/>
                  </a:lnTo>
                  <a:lnTo>
                    <a:pt x="380241" y="258636"/>
                  </a:lnTo>
                  <a:lnTo>
                    <a:pt x="389991" y="243703"/>
                  </a:lnTo>
                  <a:lnTo>
                    <a:pt x="399741" y="226392"/>
                  </a:lnTo>
                  <a:lnTo>
                    <a:pt x="409491" y="228796"/>
                  </a:lnTo>
                  <a:lnTo>
                    <a:pt x="419241" y="212050"/>
                  </a:lnTo>
                  <a:lnTo>
                    <a:pt x="428991" y="222239"/>
                  </a:lnTo>
                  <a:lnTo>
                    <a:pt x="438741" y="233603"/>
                  </a:lnTo>
                  <a:lnTo>
                    <a:pt x="448491" y="230250"/>
                  </a:lnTo>
                  <a:lnTo>
                    <a:pt x="458241" y="238226"/>
                  </a:lnTo>
                  <a:lnTo>
                    <a:pt x="467991" y="219008"/>
                  </a:lnTo>
                  <a:lnTo>
                    <a:pt x="477740" y="244257"/>
                  </a:lnTo>
                  <a:lnTo>
                    <a:pt x="487490" y="230615"/>
                  </a:lnTo>
                  <a:lnTo>
                    <a:pt x="497239" y="216853"/>
                  </a:lnTo>
                  <a:lnTo>
                    <a:pt x="506989" y="203775"/>
                  </a:lnTo>
                  <a:lnTo>
                    <a:pt x="516738" y="234799"/>
                  </a:lnTo>
                  <a:lnTo>
                    <a:pt x="526488" y="261076"/>
                  </a:lnTo>
                  <a:lnTo>
                    <a:pt x="536238" y="255360"/>
                  </a:lnTo>
                  <a:lnTo>
                    <a:pt x="545988" y="244600"/>
                  </a:lnTo>
                  <a:lnTo>
                    <a:pt x="555738" y="225837"/>
                  </a:lnTo>
                  <a:lnTo>
                    <a:pt x="565488" y="214684"/>
                  </a:lnTo>
                  <a:lnTo>
                    <a:pt x="575238" y="204107"/>
                  </a:lnTo>
                  <a:lnTo>
                    <a:pt x="584988" y="186459"/>
                  </a:lnTo>
                  <a:lnTo>
                    <a:pt x="594738" y="163162"/>
                  </a:lnTo>
                  <a:lnTo>
                    <a:pt x="604488" y="164655"/>
                  </a:lnTo>
                  <a:lnTo>
                    <a:pt x="614237" y="146365"/>
                  </a:lnTo>
                  <a:lnTo>
                    <a:pt x="623987" y="157573"/>
                  </a:lnTo>
                  <a:lnTo>
                    <a:pt x="633736" y="150968"/>
                  </a:lnTo>
                  <a:lnTo>
                    <a:pt x="643486" y="166678"/>
                  </a:lnTo>
                  <a:lnTo>
                    <a:pt x="653236" y="147378"/>
                  </a:lnTo>
                  <a:lnTo>
                    <a:pt x="662985" y="166798"/>
                  </a:lnTo>
                  <a:lnTo>
                    <a:pt x="672735" y="167984"/>
                  </a:lnTo>
                  <a:lnTo>
                    <a:pt x="682485" y="175331"/>
                  </a:lnTo>
                  <a:lnTo>
                    <a:pt x="692235" y="177357"/>
                  </a:lnTo>
                  <a:lnTo>
                    <a:pt x="701985" y="216804"/>
                  </a:lnTo>
                  <a:lnTo>
                    <a:pt x="711735" y="209192"/>
                  </a:lnTo>
                  <a:lnTo>
                    <a:pt x="721485" y="173381"/>
                  </a:lnTo>
                  <a:lnTo>
                    <a:pt x="731235" y="171358"/>
                  </a:lnTo>
                  <a:lnTo>
                    <a:pt x="740985" y="158452"/>
                  </a:lnTo>
                  <a:lnTo>
                    <a:pt x="750734" y="178846"/>
                  </a:lnTo>
                  <a:lnTo>
                    <a:pt x="760484" y="186082"/>
                  </a:lnTo>
                  <a:lnTo>
                    <a:pt x="770233" y="220258"/>
                  </a:lnTo>
                  <a:lnTo>
                    <a:pt x="779983" y="215332"/>
                  </a:lnTo>
                  <a:lnTo>
                    <a:pt x="789733" y="242213"/>
                  </a:lnTo>
                  <a:lnTo>
                    <a:pt x="799482" y="249279"/>
                  </a:lnTo>
                  <a:lnTo>
                    <a:pt x="809232" y="233761"/>
                  </a:lnTo>
                  <a:lnTo>
                    <a:pt x="818982" y="258739"/>
                  </a:lnTo>
                  <a:lnTo>
                    <a:pt x="828732" y="253414"/>
                  </a:lnTo>
                  <a:lnTo>
                    <a:pt x="838482" y="254920"/>
                  </a:lnTo>
                  <a:lnTo>
                    <a:pt x="848232" y="263384"/>
                  </a:lnTo>
                  <a:lnTo>
                    <a:pt x="857982" y="256715"/>
                  </a:lnTo>
                  <a:lnTo>
                    <a:pt x="867732" y="252100"/>
                  </a:lnTo>
                  <a:lnTo>
                    <a:pt x="877482" y="237503"/>
                  </a:lnTo>
                  <a:lnTo>
                    <a:pt x="887231" y="198453"/>
                  </a:lnTo>
                  <a:lnTo>
                    <a:pt x="896981" y="196790"/>
                  </a:lnTo>
                  <a:lnTo>
                    <a:pt x="906730" y="156918"/>
                  </a:lnTo>
                  <a:lnTo>
                    <a:pt x="916480" y="127710"/>
                  </a:lnTo>
                  <a:lnTo>
                    <a:pt x="926230" y="138134"/>
                  </a:lnTo>
                  <a:lnTo>
                    <a:pt x="935979" y="152785"/>
                  </a:lnTo>
                  <a:lnTo>
                    <a:pt x="945729" y="184192"/>
                  </a:lnTo>
                  <a:lnTo>
                    <a:pt x="955479" y="227610"/>
                  </a:lnTo>
                  <a:lnTo>
                    <a:pt x="965229" y="250459"/>
                  </a:lnTo>
                  <a:lnTo>
                    <a:pt x="974979" y="294840"/>
                  </a:lnTo>
                  <a:lnTo>
                    <a:pt x="984729" y="303301"/>
                  </a:lnTo>
                  <a:lnTo>
                    <a:pt x="994474" y="302783"/>
                  </a:lnTo>
                  <a:lnTo>
                    <a:pt x="1004233" y="337766"/>
                  </a:lnTo>
                  <a:lnTo>
                    <a:pt x="1013977" y="350773"/>
                  </a:lnTo>
                  <a:lnTo>
                    <a:pt x="1023721" y="336291"/>
                  </a:lnTo>
                  <a:lnTo>
                    <a:pt x="1033480" y="318491"/>
                  </a:lnTo>
                  <a:lnTo>
                    <a:pt x="1043224" y="295100"/>
                  </a:lnTo>
                  <a:lnTo>
                    <a:pt x="1052983" y="266786"/>
                  </a:lnTo>
                  <a:lnTo>
                    <a:pt x="1062727" y="270178"/>
                  </a:lnTo>
                  <a:lnTo>
                    <a:pt x="1072471" y="255483"/>
                  </a:lnTo>
                  <a:lnTo>
                    <a:pt x="1082230" y="253450"/>
                  </a:lnTo>
                  <a:lnTo>
                    <a:pt x="1091973" y="238854"/>
                  </a:lnTo>
                  <a:lnTo>
                    <a:pt x="1101732" y="209840"/>
                  </a:lnTo>
                  <a:lnTo>
                    <a:pt x="1111476" y="209784"/>
                  </a:lnTo>
                  <a:lnTo>
                    <a:pt x="1121220" y="223394"/>
                  </a:lnTo>
                  <a:lnTo>
                    <a:pt x="1130979" y="202917"/>
                  </a:lnTo>
                  <a:lnTo>
                    <a:pt x="1140723" y="207576"/>
                  </a:lnTo>
                  <a:lnTo>
                    <a:pt x="1150482" y="215724"/>
                  </a:lnTo>
                  <a:lnTo>
                    <a:pt x="1160226" y="210020"/>
                  </a:lnTo>
                  <a:lnTo>
                    <a:pt x="1169969" y="204407"/>
                  </a:lnTo>
                  <a:lnTo>
                    <a:pt x="1179728" y="216756"/>
                  </a:lnTo>
                  <a:lnTo>
                    <a:pt x="1189472" y="225860"/>
                  </a:lnTo>
                  <a:lnTo>
                    <a:pt x="1199231" y="204642"/>
                  </a:lnTo>
                  <a:lnTo>
                    <a:pt x="1208975" y="204831"/>
                  </a:lnTo>
                  <a:lnTo>
                    <a:pt x="1218719" y="199362"/>
                  </a:lnTo>
                  <a:lnTo>
                    <a:pt x="1228478" y="200202"/>
                  </a:lnTo>
                  <a:lnTo>
                    <a:pt x="1238222" y="193834"/>
                  </a:lnTo>
                  <a:lnTo>
                    <a:pt x="1247966" y="178502"/>
                  </a:lnTo>
                  <a:lnTo>
                    <a:pt x="1257725" y="178460"/>
                  </a:lnTo>
                  <a:lnTo>
                    <a:pt x="1267469" y="178239"/>
                  </a:lnTo>
                  <a:lnTo>
                    <a:pt x="1277227" y="178496"/>
                  </a:lnTo>
                  <a:lnTo>
                    <a:pt x="1286971" y="170487"/>
                  </a:lnTo>
                  <a:lnTo>
                    <a:pt x="1296715" y="172134"/>
                  </a:lnTo>
                  <a:lnTo>
                    <a:pt x="1306474" y="156666"/>
                  </a:lnTo>
                  <a:lnTo>
                    <a:pt x="1316218" y="139148"/>
                  </a:lnTo>
                  <a:lnTo>
                    <a:pt x="1325977" y="145655"/>
                  </a:lnTo>
                  <a:lnTo>
                    <a:pt x="1335721" y="172782"/>
                  </a:lnTo>
                  <a:lnTo>
                    <a:pt x="1345465" y="139732"/>
                  </a:lnTo>
                  <a:lnTo>
                    <a:pt x="1355224" y="160309"/>
                  </a:lnTo>
                  <a:lnTo>
                    <a:pt x="1364967" y="134961"/>
                  </a:lnTo>
                  <a:lnTo>
                    <a:pt x="1374726" y="122344"/>
                  </a:lnTo>
                  <a:lnTo>
                    <a:pt x="1384470" y="103472"/>
                  </a:lnTo>
                  <a:lnTo>
                    <a:pt x="1394214" y="87435"/>
                  </a:lnTo>
                  <a:lnTo>
                    <a:pt x="1403973" y="60384"/>
                  </a:lnTo>
                  <a:lnTo>
                    <a:pt x="1413717" y="27290"/>
                  </a:lnTo>
                  <a:lnTo>
                    <a:pt x="1423476" y="70237"/>
                  </a:lnTo>
                  <a:lnTo>
                    <a:pt x="1433220" y="74896"/>
                  </a:lnTo>
                  <a:lnTo>
                    <a:pt x="1442964" y="65833"/>
                  </a:lnTo>
                  <a:lnTo>
                    <a:pt x="1452722" y="44080"/>
                  </a:lnTo>
                  <a:lnTo>
                    <a:pt x="1462466" y="28257"/>
                  </a:lnTo>
                  <a:lnTo>
                    <a:pt x="1472225" y="0"/>
                  </a:lnTo>
                  <a:lnTo>
                    <a:pt x="1481969" y="43912"/>
                  </a:lnTo>
                  <a:lnTo>
                    <a:pt x="1491713" y="46214"/>
                  </a:lnTo>
                  <a:lnTo>
                    <a:pt x="1501472" y="40187"/>
                  </a:lnTo>
                  <a:lnTo>
                    <a:pt x="1511216" y="76009"/>
                  </a:lnTo>
                  <a:lnTo>
                    <a:pt x="1520960" y="83139"/>
                  </a:lnTo>
                  <a:lnTo>
                    <a:pt x="1530719" y="51094"/>
                  </a:lnTo>
                  <a:lnTo>
                    <a:pt x="1540463" y="45606"/>
                  </a:lnTo>
                  <a:lnTo>
                    <a:pt x="1550221" y="15394"/>
                  </a:lnTo>
                  <a:lnTo>
                    <a:pt x="1559965" y="11810"/>
                  </a:lnTo>
                  <a:lnTo>
                    <a:pt x="1569709" y="27144"/>
                  </a:lnTo>
                  <a:lnTo>
                    <a:pt x="1579468" y="56436"/>
                  </a:lnTo>
                  <a:lnTo>
                    <a:pt x="1589212" y="47547"/>
                  </a:lnTo>
                  <a:lnTo>
                    <a:pt x="1598971" y="59585"/>
                  </a:lnTo>
                  <a:lnTo>
                    <a:pt x="1608715" y="33327"/>
                  </a:lnTo>
                  <a:lnTo>
                    <a:pt x="1618459" y="2518"/>
                  </a:lnTo>
                  <a:lnTo>
                    <a:pt x="1628218" y="13801"/>
                  </a:lnTo>
                  <a:lnTo>
                    <a:pt x="1637962" y="32028"/>
                  </a:lnTo>
                  <a:lnTo>
                    <a:pt x="1647720" y="67956"/>
                  </a:lnTo>
                  <a:lnTo>
                    <a:pt x="1657464" y="79791"/>
                  </a:lnTo>
                  <a:lnTo>
                    <a:pt x="1667208" y="107542"/>
                  </a:lnTo>
                  <a:lnTo>
                    <a:pt x="1676967" y="97859"/>
                  </a:lnTo>
                  <a:lnTo>
                    <a:pt x="1686711" y="105343"/>
                  </a:lnTo>
                  <a:lnTo>
                    <a:pt x="1696470" y="94600"/>
                  </a:lnTo>
                  <a:lnTo>
                    <a:pt x="1706214" y="138041"/>
                  </a:lnTo>
                  <a:lnTo>
                    <a:pt x="1715958" y="129705"/>
                  </a:lnTo>
                  <a:lnTo>
                    <a:pt x="1725716" y="143172"/>
                  </a:lnTo>
                  <a:lnTo>
                    <a:pt x="1735460" y="138791"/>
                  </a:lnTo>
                  <a:lnTo>
                    <a:pt x="1745219" y="153287"/>
                  </a:lnTo>
                  <a:lnTo>
                    <a:pt x="1754963" y="175078"/>
                  </a:lnTo>
                  <a:lnTo>
                    <a:pt x="1764707" y="183827"/>
                  </a:lnTo>
                  <a:lnTo>
                    <a:pt x="1774466" y="189692"/>
                  </a:lnTo>
                  <a:lnTo>
                    <a:pt x="1784210" y="189236"/>
                  </a:lnTo>
                  <a:lnTo>
                    <a:pt x="1793969" y="180217"/>
                  </a:lnTo>
                  <a:lnTo>
                    <a:pt x="1803713" y="189376"/>
                  </a:lnTo>
                  <a:lnTo>
                    <a:pt x="1813457" y="227163"/>
                  </a:lnTo>
                  <a:lnTo>
                    <a:pt x="1823215" y="206924"/>
                  </a:lnTo>
                  <a:lnTo>
                    <a:pt x="1832959" y="199983"/>
                  </a:lnTo>
                  <a:lnTo>
                    <a:pt x="1842703" y="171302"/>
                  </a:lnTo>
                  <a:lnTo>
                    <a:pt x="1852462" y="159574"/>
                  </a:lnTo>
                  <a:lnTo>
                    <a:pt x="1862206" y="161337"/>
                  </a:lnTo>
                  <a:lnTo>
                    <a:pt x="1871965" y="127568"/>
                  </a:lnTo>
                  <a:lnTo>
                    <a:pt x="1881709" y="146317"/>
                  </a:lnTo>
                  <a:lnTo>
                    <a:pt x="1891453" y="134074"/>
                  </a:lnTo>
                  <a:lnTo>
                    <a:pt x="1901212" y="93226"/>
                  </a:lnTo>
                  <a:lnTo>
                    <a:pt x="1910956" y="85249"/>
                  </a:lnTo>
                  <a:lnTo>
                    <a:pt x="1920714" y="92718"/>
                  </a:lnTo>
                  <a:lnTo>
                    <a:pt x="1930458" y="65606"/>
                  </a:lnTo>
                  <a:lnTo>
                    <a:pt x="1940202" y="92764"/>
                  </a:lnTo>
                  <a:lnTo>
                    <a:pt x="1949961" y="84786"/>
                  </a:lnTo>
                  <a:lnTo>
                    <a:pt x="1959705" y="76247"/>
                  </a:lnTo>
                  <a:lnTo>
                    <a:pt x="1969464" y="45925"/>
                  </a:lnTo>
                  <a:lnTo>
                    <a:pt x="1979208" y="67212"/>
                  </a:lnTo>
                  <a:lnTo>
                    <a:pt x="1988952" y="80298"/>
                  </a:lnTo>
                  <a:lnTo>
                    <a:pt x="1998711" y="74913"/>
                  </a:lnTo>
                  <a:lnTo>
                    <a:pt x="2008454" y="114202"/>
                  </a:lnTo>
                  <a:lnTo>
                    <a:pt x="2018213" y="122556"/>
                  </a:lnTo>
                  <a:lnTo>
                    <a:pt x="2027957" y="88767"/>
                  </a:lnTo>
                  <a:lnTo>
                    <a:pt x="2037701" y="97900"/>
                  </a:lnTo>
                  <a:lnTo>
                    <a:pt x="2047460" y="108554"/>
                  </a:lnTo>
                  <a:lnTo>
                    <a:pt x="2057204" y="82598"/>
                  </a:lnTo>
                  <a:lnTo>
                    <a:pt x="2066963" y="106175"/>
                  </a:lnTo>
                  <a:lnTo>
                    <a:pt x="2076707" y="128654"/>
                  </a:lnTo>
                  <a:lnTo>
                    <a:pt x="2086451" y="114865"/>
                  </a:lnTo>
                  <a:lnTo>
                    <a:pt x="2096210" y="131366"/>
                  </a:lnTo>
                  <a:lnTo>
                    <a:pt x="2105954" y="126540"/>
                  </a:lnTo>
                  <a:lnTo>
                    <a:pt x="2115697" y="131671"/>
                  </a:lnTo>
                  <a:lnTo>
                    <a:pt x="2125456" y="106981"/>
                  </a:lnTo>
                  <a:lnTo>
                    <a:pt x="2135200" y="131777"/>
                  </a:lnTo>
                  <a:lnTo>
                    <a:pt x="2144959" y="109502"/>
                  </a:lnTo>
                  <a:lnTo>
                    <a:pt x="2154703" y="113116"/>
                  </a:lnTo>
                  <a:lnTo>
                    <a:pt x="2164447" y="136420"/>
                  </a:lnTo>
                  <a:lnTo>
                    <a:pt x="2174206" y="129830"/>
                  </a:lnTo>
                  <a:lnTo>
                    <a:pt x="2183950" y="138535"/>
                  </a:lnTo>
                  <a:lnTo>
                    <a:pt x="2193709" y="131783"/>
                  </a:lnTo>
                  <a:lnTo>
                    <a:pt x="2203452" y="148345"/>
                  </a:lnTo>
                  <a:lnTo>
                    <a:pt x="2213196" y="161281"/>
                  </a:lnTo>
                  <a:lnTo>
                    <a:pt x="2222955" y="168667"/>
                  </a:lnTo>
                  <a:lnTo>
                    <a:pt x="2232699" y="156795"/>
                  </a:lnTo>
                  <a:lnTo>
                    <a:pt x="2242458" y="149464"/>
                  </a:lnTo>
                  <a:lnTo>
                    <a:pt x="2252202" y="166974"/>
                  </a:lnTo>
                  <a:lnTo>
                    <a:pt x="2261946" y="165043"/>
                  </a:lnTo>
                  <a:lnTo>
                    <a:pt x="2271705" y="193839"/>
                  </a:lnTo>
                  <a:lnTo>
                    <a:pt x="2281449" y="204046"/>
                  </a:lnTo>
                  <a:lnTo>
                    <a:pt x="2291208" y="195007"/>
                  </a:lnTo>
                  <a:lnTo>
                    <a:pt x="2300951" y="155270"/>
                  </a:lnTo>
                  <a:lnTo>
                    <a:pt x="2310695" y="157834"/>
                  </a:lnTo>
                  <a:lnTo>
                    <a:pt x="2320454" y="137751"/>
                  </a:lnTo>
                  <a:lnTo>
                    <a:pt x="2330198" y="125543"/>
                  </a:lnTo>
                  <a:lnTo>
                    <a:pt x="2339957" y="112936"/>
                  </a:lnTo>
                  <a:lnTo>
                    <a:pt x="2349701" y="118614"/>
                  </a:lnTo>
                  <a:lnTo>
                    <a:pt x="2359445" y="139951"/>
                  </a:lnTo>
                  <a:lnTo>
                    <a:pt x="2369204" y="128197"/>
                  </a:lnTo>
                  <a:lnTo>
                    <a:pt x="2378948" y="154857"/>
                  </a:lnTo>
                  <a:lnTo>
                    <a:pt x="2388692" y="174565"/>
                  </a:lnTo>
                  <a:lnTo>
                    <a:pt x="2398450" y="165647"/>
                  </a:lnTo>
                  <a:lnTo>
                    <a:pt x="2408194" y="147455"/>
                  </a:lnTo>
                  <a:lnTo>
                    <a:pt x="2417953" y="146698"/>
                  </a:lnTo>
                  <a:lnTo>
                    <a:pt x="2427697" y="133154"/>
                  </a:lnTo>
                  <a:lnTo>
                    <a:pt x="2437441" y="134629"/>
                  </a:lnTo>
                  <a:lnTo>
                    <a:pt x="2447200" y="168707"/>
                  </a:lnTo>
                  <a:lnTo>
                    <a:pt x="2456944" y="155945"/>
                  </a:lnTo>
                  <a:lnTo>
                    <a:pt x="2466703" y="176061"/>
                  </a:lnTo>
                  <a:lnTo>
                    <a:pt x="2476446" y="207085"/>
                  </a:lnTo>
                  <a:lnTo>
                    <a:pt x="2486190" y="218602"/>
                  </a:lnTo>
                  <a:lnTo>
                    <a:pt x="2495949" y="201936"/>
                  </a:lnTo>
                  <a:lnTo>
                    <a:pt x="2505693" y="157405"/>
                  </a:lnTo>
                  <a:lnTo>
                    <a:pt x="2515452" y="170788"/>
                  </a:lnTo>
                  <a:lnTo>
                    <a:pt x="2525196" y="191519"/>
                  </a:lnTo>
                  <a:lnTo>
                    <a:pt x="2534940" y="194599"/>
                  </a:lnTo>
                  <a:lnTo>
                    <a:pt x="2544699" y="233892"/>
                  </a:lnTo>
                  <a:lnTo>
                    <a:pt x="2554443" y="225773"/>
                  </a:lnTo>
                  <a:lnTo>
                    <a:pt x="2564202" y="237758"/>
                  </a:lnTo>
                  <a:lnTo>
                    <a:pt x="2573946" y="270193"/>
                  </a:lnTo>
                  <a:lnTo>
                    <a:pt x="2583690" y="262075"/>
                  </a:lnTo>
                  <a:lnTo>
                    <a:pt x="2593448" y="287732"/>
                  </a:lnTo>
                  <a:lnTo>
                    <a:pt x="2603192" y="294086"/>
                  </a:lnTo>
                  <a:lnTo>
                    <a:pt x="2612951" y="326703"/>
                  </a:lnTo>
                  <a:lnTo>
                    <a:pt x="2622695" y="320698"/>
                  </a:lnTo>
                  <a:lnTo>
                    <a:pt x="2632439" y="316073"/>
                  </a:lnTo>
                  <a:lnTo>
                    <a:pt x="2642198" y="299829"/>
                  </a:lnTo>
                  <a:lnTo>
                    <a:pt x="2651942" y="310158"/>
                  </a:lnTo>
                  <a:lnTo>
                    <a:pt x="2661685" y="283210"/>
                  </a:lnTo>
                  <a:lnTo>
                    <a:pt x="2671444" y="289946"/>
                  </a:lnTo>
                  <a:lnTo>
                    <a:pt x="2681188" y="325823"/>
                  </a:lnTo>
                  <a:lnTo>
                    <a:pt x="2690947" y="304227"/>
                  </a:lnTo>
                  <a:lnTo>
                    <a:pt x="2700691" y="296785"/>
                  </a:lnTo>
                  <a:lnTo>
                    <a:pt x="2710435" y="301330"/>
                  </a:lnTo>
                  <a:lnTo>
                    <a:pt x="2720194" y="276418"/>
                  </a:lnTo>
                  <a:lnTo>
                    <a:pt x="2729938" y="255358"/>
                  </a:lnTo>
                  <a:lnTo>
                    <a:pt x="2739697" y="251942"/>
                  </a:lnTo>
                  <a:lnTo>
                    <a:pt x="2749441" y="263749"/>
                  </a:lnTo>
                  <a:lnTo>
                    <a:pt x="2759185" y="270567"/>
                  </a:lnTo>
                  <a:lnTo>
                    <a:pt x="2768943" y="258830"/>
                  </a:lnTo>
                  <a:lnTo>
                    <a:pt x="2778687" y="235615"/>
                  </a:lnTo>
                  <a:lnTo>
                    <a:pt x="2788446" y="216278"/>
                  </a:lnTo>
                  <a:lnTo>
                    <a:pt x="2798190" y="211458"/>
                  </a:lnTo>
                  <a:lnTo>
                    <a:pt x="2807934" y="245625"/>
                  </a:lnTo>
                  <a:lnTo>
                    <a:pt x="2817693" y="230819"/>
                  </a:lnTo>
                  <a:lnTo>
                    <a:pt x="2827437" y="220687"/>
                  </a:lnTo>
                  <a:lnTo>
                    <a:pt x="2837196" y="177855"/>
                  </a:lnTo>
                  <a:lnTo>
                    <a:pt x="2846940" y="185340"/>
                  </a:lnTo>
                  <a:lnTo>
                    <a:pt x="2856684" y="181644"/>
                  </a:lnTo>
                  <a:lnTo>
                    <a:pt x="2866442" y="190700"/>
                  </a:lnTo>
                  <a:lnTo>
                    <a:pt x="2876186" y="179051"/>
                  </a:lnTo>
                  <a:lnTo>
                    <a:pt x="2885945" y="149714"/>
                  </a:lnTo>
                  <a:lnTo>
                    <a:pt x="2895689" y="145252"/>
                  </a:lnTo>
                  <a:lnTo>
                    <a:pt x="2905433" y="151167"/>
                  </a:lnTo>
                  <a:lnTo>
                    <a:pt x="2915192" y="13013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0" name="Freeform 1039">
              <a:extLst>
                <a:ext uri="{FF2B5EF4-FFF2-40B4-BE49-F238E27FC236}">
                  <a16:creationId xmlns:a16="http://schemas.microsoft.com/office/drawing/2014/main" id="{9F19EF0C-4EA6-5155-A0F8-83D04B187278}"/>
                </a:ext>
              </a:extLst>
            </p:cNvPr>
            <p:cNvSpPr/>
            <p:nvPr/>
          </p:nvSpPr>
          <p:spPr>
            <a:xfrm>
              <a:off x="4426652" y="3316478"/>
              <a:ext cx="2915191" cy="503919"/>
            </a:xfrm>
            <a:custGeom>
              <a:avLst/>
              <a:gdLst>
                <a:gd name="connsiteX0" fmla="*/ 0 w 2915191"/>
                <a:gd name="connsiteY0" fmla="*/ 63237 h 503919"/>
                <a:gd name="connsiteX1" fmla="*/ 9750 w 2915191"/>
                <a:gd name="connsiteY1" fmla="*/ 90549 h 503919"/>
                <a:gd name="connsiteX2" fmla="*/ 19500 w 2915191"/>
                <a:gd name="connsiteY2" fmla="*/ 112067 h 503919"/>
                <a:gd name="connsiteX3" fmla="*/ 29250 w 2915191"/>
                <a:gd name="connsiteY3" fmla="*/ 131415 h 503919"/>
                <a:gd name="connsiteX4" fmla="*/ 39000 w 2915191"/>
                <a:gd name="connsiteY4" fmla="*/ 112219 h 503919"/>
                <a:gd name="connsiteX5" fmla="*/ 48749 w 2915191"/>
                <a:gd name="connsiteY5" fmla="*/ 125061 h 503919"/>
                <a:gd name="connsiteX6" fmla="*/ 58499 w 2915191"/>
                <a:gd name="connsiteY6" fmla="*/ 118806 h 503919"/>
                <a:gd name="connsiteX7" fmla="*/ 68249 w 2915191"/>
                <a:gd name="connsiteY7" fmla="*/ 108056 h 503919"/>
                <a:gd name="connsiteX8" fmla="*/ 77998 w 2915191"/>
                <a:gd name="connsiteY8" fmla="*/ 74839 h 503919"/>
                <a:gd name="connsiteX9" fmla="*/ 87748 w 2915191"/>
                <a:gd name="connsiteY9" fmla="*/ 57148 h 503919"/>
                <a:gd name="connsiteX10" fmla="*/ 97497 w 2915191"/>
                <a:gd name="connsiteY10" fmla="*/ 33898 h 503919"/>
                <a:gd name="connsiteX11" fmla="*/ 107247 w 2915191"/>
                <a:gd name="connsiteY11" fmla="*/ 19545 h 503919"/>
                <a:gd name="connsiteX12" fmla="*/ 116997 w 2915191"/>
                <a:gd name="connsiteY12" fmla="*/ 22490 h 503919"/>
                <a:gd name="connsiteX13" fmla="*/ 126747 w 2915191"/>
                <a:gd name="connsiteY13" fmla="*/ 20727 h 503919"/>
                <a:gd name="connsiteX14" fmla="*/ 136497 w 2915191"/>
                <a:gd name="connsiteY14" fmla="*/ 12907 h 503919"/>
                <a:gd name="connsiteX15" fmla="*/ 146247 w 2915191"/>
                <a:gd name="connsiteY15" fmla="*/ 47005 h 503919"/>
                <a:gd name="connsiteX16" fmla="*/ 155997 w 2915191"/>
                <a:gd name="connsiteY16" fmla="*/ 31580 h 503919"/>
                <a:gd name="connsiteX17" fmla="*/ 165747 w 2915191"/>
                <a:gd name="connsiteY17" fmla="*/ 0 h 503919"/>
                <a:gd name="connsiteX18" fmla="*/ 175497 w 2915191"/>
                <a:gd name="connsiteY18" fmla="*/ 5499 h 503919"/>
                <a:gd name="connsiteX19" fmla="*/ 185247 w 2915191"/>
                <a:gd name="connsiteY19" fmla="*/ 19743 h 503919"/>
                <a:gd name="connsiteX20" fmla="*/ 194996 w 2915191"/>
                <a:gd name="connsiteY20" fmla="*/ 8376 h 503919"/>
                <a:gd name="connsiteX21" fmla="*/ 204746 w 2915191"/>
                <a:gd name="connsiteY21" fmla="*/ 11234 h 503919"/>
                <a:gd name="connsiteX22" fmla="*/ 214495 w 2915191"/>
                <a:gd name="connsiteY22" fmla="*/ 10079 h 503919"/>
                <a:gd name="connsiteX23" fmla="*/ 224245 w 2915191"/>
                <a:gd name="connsiteY23" fmla="*/ 49247 h 503919"/>
                <a:gd name="connsiteX24" fmla="*/ 233995 w 2915191"/>
                <a:gd name="connsiteY24" fmla="*/ 47079 h 503919"/>
                <a:gd name="connsiteX25" fmla="*/ 243744 w 2915191"/>
                <a:gd name="connsiteY25" fmla="*/ 71076 h 503919"/>
                <a:gd name="connsiteX26" fmla="*/ 253494 w 2915191"/>
                <a:gd name="connsiteY26" fmla="*/ 113778 h 503919"/>
                <a:gd name="connsiteX27" fmla="*/ 263244 w 2915191"/>
                <a:gd name="connsiteY27" fmla="*/ 119725 h 503919"/>
                <a:gd name="connsiteX28" fmla="*/ 272994 w 2915191"/>
                <a:gd name="connsiteY28" fmla="*/ 144182 h 503919"/>
                <a:gd name="connsiteX29" fmla="*/ 282744 w 2915191"/>
                <a:gd name="connsiteY29" fmla="*/ 126364 h 503919"/>
                <a:gd name="connsiteX30" fmla="*/ 292494 w 2915191"/>
                <a:gd name="connsiteY30" fmla="*/ 126188 h 503919"/>
                <a:gd name="connsiteX31" fmla="*/ 302244 w 2915191"/>
                <a:gd name="connsiteY31" fmla="*/ 117902 h 503919"/>
                <a:gd name="connsiteX32" fmla="*/ 311994 w 2915191"/>
                <a:gd name="connsiteY32" fmla="*/ 148318 h 503919"/>
                <a:gd name="connsiteX33" fmla="*/ 321744 w 2915191"/>
                <a:gd name="connsiteY33" fmla="*/ 169935 h 503919"/>
                <a:gd name="connsiteX34" fmla="*/ 331493 w 2915191"/>
                <a:gd name="connsiteY34" fmla="*/ 177983 h 503919"/>
                <a:gd name="connsiteX35" fmla="*/ 341243 w 2915191"/>
                <a:gd name="connsiteY35" fmla="*/ 216949 h 503919"/>
                <a:gd name="connsiteX36" fmla="*/ 350993 w 2915191"/>
                <a:gd name="connsiteY36" fmla="*/ 233990 h 503919"/>
                <a:gd name="connsiteX37" fmla="*/ 360742 w 2915191"/>
                <a:gd name="connsiteY37" fmla="*/ 239939 h 503919"/>
                <a:gd name="connsiteX38" fmla="*/ 370492 w 2915191"/>
                <a:gd name="connsiteY38" fmla="*/ 245108 h 503919"/>
                <a:gd name="connsiteX39" fmla="*/ 380241 w 2915191"/>
                <a:gd name="connsiteY39" fmla="*/ 287518 h 503919"/>
                <a:gd name="connsiteX40" fmla="*/ 389991 w 2915191"/>
                <a:gd name="connsiteY40" fmla="*/ 275609 h 503919"/>
                <a:gd name="connsiteX41" fmla="*/ 399741 w 2915191"/>
                <a:gd name="connsiteY41" fmla="*/ 307844 h 503919"/>
                <a:gd name="connsiteX42" fmla="*/ 409491 w 2915191"/>
                <a:gd name="connsiteY42" fmla="*/ 311833 h 503919"/>
                <a:gd name="connsiteX43" fmla="*/ 419241 w 2915191"/>
                <a:gd name="connsiteY43" fmla="*/ 293799 h 503919"/>
                <a:gd name="connsiteX44" fmla="*/ 428991 w 2915191"/>
                <a:gd name="connsiteY44" fmla="*/ 305919 h 503919"/>
                <a:gd name="connsiteX45" fmla="*/ 438741 w 2915191"/>
                <a:gd name="connsiteY45" fmla="*/ 293646 h 503919"/>
                <a:gd name="connsiteX46" fmla="*/ 448491 w 2915191"/>
                <a:gd name="connsiteY46" fmla="*/ 277759 h 503919"/>
                <a:gd name="connsiteX47" fmla="*/ 458241 w 2915191"/>
                <a:gd name="connsiteY47" fmla="*/ 252147 h 503919"/>
                <a:gd name="connsiteX48" fmla="*/ 467991 w 2915191"/>
                <a:gd name="connsiteY48" fmla="*/ 256143 h 503919"/>
                <a:gd name="connsiteX49" fmla="*/ 477740 w 2915191"/>
                <a:gd name="connsiteY49" fmla="*/ 279362 h 503919"/>
                <a:gd name="connsiteX50" fmla="*/ 487490 w 2915191"/>
                <a:gd name="connsiteY50" fmla="*/ 279798 h 503919"/>
                <a:gd name="connsiteX51" fmla="*/ 497239 w 2915191"/>
                <a:gd name="connsiteY51" fmla="*/ 311547 h 503919"/>
                <a:gd name="connsiteX52" fmla="*/ 506989 w 2915191"/>
                <a:gd name="connsiteY52" fmla="*/ 292694 h 503919"/>
                <a:gd name="connsiteX53" fmla="*/ 516738 w 2915191"/>
                <a:gd name="connsiteY53" fmla="*/ 288483 h 503919"/>
                <a:gd name="connsiteX54" fmla="*/ 526488 w 2915191"/>
                <a:gd name="connsiteY54" fmla="*/ 274927 h 503919"/>
                <a:gd name="connsiteX55" fmla="*/ 536238 w 2915191"/>
                <a:gd name="connsiteY55" fmla="*/ 278358 h 503919"/>
                <a:gd name="connsiteX56" fmla="*/ 545988 w 2915191"/>
                <a:gd name="connsiteY56" fmla="*/ 258468 h 503919"/>
                <a:gd name="connsiteX57" fmla="*/ 555738 w 2915191"/>
                <a:gd name="connsiteY57" fmla="*/ 278279 h 503919"/>
                <a:gd name="connsiteX58" fmla="*/ 565488 w 2915191"/>
                <a:gd name="connsiteY58" fmla="*/ 253853 h 503919"/>
                <a:gd name="connsiteX59" fmla="*/ 575238 w 2915191"/>
                <a:gd name="connsiteY59" fmla="*/ 225994 h 503919"/>
                <a:gd name="connsiteX60" fmla="*/ 584988 w 2915191"/>
                <a:gd name="connsiteY60" fmla="*/ 214928 h 503919"/>
                <a:gd name="connsiteX61" fmla="*/ 594738 w 2915191"/>
                <a:gd name="connsiteY61" fmla="*/ 219449 h 503919"/>
                <a:gd name="connsiteX62" fmla="*/ 604488 w 2915191"/>
                <a:gd name="connsiteY62" fmla="*/ 274964 h 503919"/>
                <a:gd name="connsiteX63" fmla="*/ 614237 w 2915191"/>
                <a:gd name="connsiteY63" fmla="*/ 274964 h 503919"/>
                <a:gd name="connsiteX64" fmla="*/ 623987 w 2915191"/>
                <a:gd name="connsiteY64" fmla="*/ 260333 h 503919"/>
                <a:gd name="connsiteX65" fmla="*/ 633736 w 2915191"/>
                <a:gd name="connsiteY65" fmla="*/ 269099 h 503919"/>
                <a:gd name="connsiteX66" fmla="*/ 643486 w 2915191"/>
                <a:gd name="connsiteY66" fmla="*/ 249784 h 503919"/>
                <a:gd name="connsiteX67" fmla="*/ 653236 w 2915191"/>
                <a:gd name="connsiteY67" fmla="*/ 264305 h 503919"/>
                <a:gd name="connsiteX68" fmla="*/ 662985 w 2915191"/>
                <a:gd name="connsiteY68" fmla="*/ 297147 h 503919"/>
                <a:gd name="connsiteX69" fmla="*/ 672735 w 2915191"/>
                <a:gd name="connsiteY69" fmla="*/ 277216 h 503919"/>
                <a:gd name="connsiteX70" fmla="*/ 682485 w 2915191"/>
                <a:gd name="connsiteY70" fmla="*/ 274558 h 503919"/>
                <a:gd name="connsiteX71" fmla="*/ 692235 w 2915191"/>
                <a:gd name="connsiteY71" fmla="*/ 295980 h 503919"/>
                <a:gd name="connsiteX72" fmla="*/ 701985 w 2915191"/>
                <a:gd name="connsiteY72" fmla="*/ 298048 h 503919"/>
                <a:gd name="connsiteX73" fmla="*/ 711735 w 2915191"/>
                <a:gd name="connsiteY73" fmla="*/ 321599 h 503919"/>
                <a:gd name="connsiteX74" fmla="*/ 721485 w 2915191"/>
                <a:gd name="connsiteY74" fmla="*/ 284824 h 503919"/>
                <a:gd name="connsiteX75" fmla="*/ 731235 w 2915191"/>
                <a:gd name="connsiteY75" fmla="*/ 302138 h 503919"/>
                <a:gd name="connsiteX76" fmla="*/ 740985 w 2915191"/>
                <a:gd name="connsiteY76" fmla="*/ 261756 h 503919"/>
                <a:gd name="connsiteX77" fmla="*/ 750734 w 2915191"/>
                <a:gd name="connsiteY77" fmla="*/ 285047 h 503919"/>
                <a:gd name="connsiteX78" fmla="*/ 760484 w 2915191"/>
                <a:gd name="connsiteY78" fmla="*/ 302209 h 503919"/>
                <a:gd name="connsiteX79" fmla="*/ 770233 w 2915191"/>
                <a:gd name="connsiteY79" fmla="*/ 310928 h 503919"/>
                <a:gd name="connsiteX80" fmla="*/ 779983 w 2915191"/>
                <a:gd name="connsiteY80" fmla="*/ 290801 h 503919"/>
                <a:gd name="connsiteX81" fmla="*/ 789733 w 2915191"/>
                <a:gd name="connsiteY81" fmla="*/ 290782 h 503919"/>
                <a:gd name="connsiteX82" fmla="*/ 799482 w 2915191"/>
                <a:gd name="connsiteY82" fmla="*/ 271972 h 503919"/>
                <a:gd name="connsiteX83" fmla="*/ 809232 w 2915191"/>
                <a:gd name="connsiteY83" fmla="*/ 275940 h 503919"/>
                <a:gd name="connsiteX84" fmla="*/ 818982 w 2915191"/>
                <a:gd name="connsiteY84" fmla="*/ 304134 h 503919"/>
                <a:gd name="connsiteX85" fmla="*/ 828732 w 2915191"/>
                <a:gd name="connsiteY85" fmla="*/ 298027 h 503919"/>
                <a:gd name="connsiteX86" fmla="*/ 838482 w 2915191"/>
                <a:gd name="connsiteY86" fmla="*/ 291771 h 503919"/>
                <a:gd name="connsiteX87" fmla="*/ 848232 w 2915191"/>
                <a:gd name="connsiteY87" fmla="*/ 265801 h 503919"/>
                <a:gd name="connsiteX88" fmla="*/ 857982 w 2915191"/>
                <a:gd name="connsiteY88" fmla="*/ 233738 h 503919"/>
                <a:gd name="connsiteX89" fmla="*/ 867732 w 2915191"/>
                <a:gd name="connsiteY89" fmla="*/ 258804 h 503919"/>
                <a:gd name="connsiteX90" fmla="*/ 877482 w 2915191"/>
                <a:gd name="connsiteY90" fmla="*/ 263241 h 503919"/>
                <a:gd name="connsiteX91" fmla="*/ 887231 w 2915191"/>
                <a:gd name="connsiteY91" fmla="*/ 233652 h 503919"/>
                <a:gd name="connsiteX92" fmla="*/ 896981 w 2915191"/>
                <a:gd name="connsiteY92" fmla="*/ 203249 h 503919"/>
                <a:gd name="connsiteX93" fmla="*/ 906730 w 2915191"/>
                <a:gd name="connsiteY93" fmla="*/ 192706 h 503919"/>
                <a:gd name="connsiteX94" fmla="*/ 916480 w 2915191"/>
                <a:gd name="connsiteY94" fmla="*/ 218952 h 503919"/>
                <a:gd name="connsiteX95" fmla="*/ 926230 w 2915191"/>
                <a:gd name="connsiteY95" fmla="*/ 204429 h 503919"/>
                <a:gd name="connsiteX96" fmla="*/ 935979 w 2915191"/>
                <a:gd name="connsiteY96" fmla="*/ 195901 h 503919"/>
                <a:gd name="connsiteX97" fmla="*/ 945729 w 2915191"/>
                <a:gd name="connsiteY97" fmla="*/ 188851 h 503919"/>
                <a:gd name="connsiteX98" fmla="*/ 955479 w 2915191"/>
                <a:gd name="connsiteY98" fmla="*/ 217154 h 503919"/>
                <a:gd name="connsiteX99" fmla="*/ 965229 w 2915191"/>
                <a:gd name="connsiteY99" fmla="*/ 247115 h 503919"/>
                <a:gd name="connsiteX100" fmla="*/ 974979 w 2915191"/>
                <a:gd name="connsiteY100" fmla="*/ 215730 h 503919"/>
                <a:gd name="connsiteX101" fmla="*/ 984729 w 2915191"/>
                <a:gd name="connsiteY101" fmla="*/ 230438 h 503919"/>
                <a:gd name="connsiteX102" fmla="*/ 994474 w 2915191"/>
                <a:gd name="connsiteY102" fmla="*/ 243132 h 503919"/>
                <a:gd name="connsiteX103" fmla="*/ 1004233 w 2915191"/>
                <a:gd name="connsiteY103" fmla="*/ 255754 h 503919"/>
                <a:gd name="connsiteX104" fmla="*/ 1013977 w 2915191"/>
                <a:gd name="connsiteY104" fmla="*/ 246733 h 503919"/>
                <a:gd name="connsiteX105" fmla="*/ 1023721 w 2915191"/>
                <a:gd name="connsiteY105" fmla="*/ 210742 h 503919"/>
                <a:gd name="connsiteX106" fmla="*/ 1033480 w 2915191"/>
                <a:gd name="connsiteY106" fmla="*/ 223096 h 503919"/>
                <a:gd name="connsiteX107" fmla="*/ 1043224 w 2915191"/>
                <a:gd name="connsiteY107" fmla="*/ 240292 h 503919"/>
                <a:gd name="connsiteX108" fmla="*/ 1052983 w 2915191"/>
                <a:gd name="connsiteY108" fmla="*/ 229365 h 503919"/>
                <a:gd name="connsiteX109" fmla="*/ 1062727 w 2915191"/>
                <a:gd name="connsiteY109" fmla="*/ 238728 h 503919"/>
                <a:gd name="connsiteX110" fmla="*/ 1072471 w 2915191"/>
                <a:gd name="connsiteY110" fmla="*/ 223169 h 503919"/>
                <a:gd name="connsiteX111" fmla="*/ 1082230 w 2915191"/>
                <a:gd name="connsiteY111" fmla="*/ 241653 h 503919"/>
                <a:gd name="connsiteX112" fmla="*/ 1091973 w 2915191"/>
                <a:gd name="connsiteY112" fmla="*/ 270776 h 503919"/>
                <a:gd name="connsiteX113" fmla="*/ 1101732 w 2915191"/>
                <a:gd name="connsiteY113" fmla="*/ 286989 h 503919"/>
                <a:gd name="connsiteX114" fmla="*/ 1111476 w 2915191"/>
                <a:gd name="connsiteY114" fmla="*/ 282014 h 503919"/>
                <a:gd name="connsiteX115" fmla="*/ 1121220 w 2915191"/>
                <a:gd name="connsiteY115" fmla="*/ 294991 h 503919"/>
                <a:gd name="connsiteX116" fmla="*/ 1130979 w 2915191"/>
                <a:gd name="connsiteY116" fmla="*/ 300013 h 503919"/>
                <a:gd name="connsiteX117" fmla="*/ 1140723 w 2915191"/>
                <a:gd name="connsiteY117" fmla="*/ 278435 h 503919"/>
                <a:gd name="connsiteX118" fmla="*/ 1150482 w 2915191"/>
                <a:gd name="connsiteY118" fmla="*/ 268033 h 503919"/>
                <a:gd name="connsiteX119" fmla="*/ 1160226 w 2915191"/>
                <a:gd name="connsiteY119" fmla="*/ 292948 h 503919"/>
                <a:gd name="connsiteX120" fmla="*/ 1169969 w 2915191"/>
                <a:gd name="connsiteY120" fmla="*/ 282997 h 503919"/>
                <a:gd name="connsiteX121" fmla="*/ 1179728 w 2915191"/>
                <a:gd name="connsiteY121" fmla="*/ 307192 h 503919"/>
                <a:gd name="connsiteX122" fmla="*/ 1189472 w 2915191"/>
                <a:gd name="connsiteY122" fmla="*/ 292300 h 503919"/>
                <a:gd name="connsiteX123" fmla="*/ 1199231 w 2915191"/>
                <a:gd name="connsiteY123" fmla="*/ 327268 h 503919"/>
                <a:gd name="connsiteX124" fmla="*/ 1208975 w 2915191"/>
                <a:gd name="connsiteY124" fmla="*/ 335787 h 503919"/>
                <a:gd name="connsiteX125" fmla="*/ 1218719 w 2915191"/>
                <a:gd name="connsiteY125" fmla="*/ 354025 h 503919"/>
                <a:gd name="connsiteX126" fmla="*/ 1228478 w 2915191"/>
                <a:gd name="connsiteY126" fmla="*/ 328780 h 503919"/>
                <a:gd name="connsiteX127" fmla="*/ 1238222 w 2915191"/>
                <a:gd name="connsiteY127" fmla="*/ 346159 h 503919"/>
                <a:gd name="connsiteX128" fmla="*/ 1247966 w 2915191"/>
                <a:gd name="connsiteY128" fmla="*/ 368556 h 503919"/>
                <a:gd name="connsiteX129" fmla="*/ 1257725 w 2915191"/>
                <a:gd name="connsiteY129" fmla="*/ 355135 h 503919"/>
                <a:gd name="connsiteX130" fmla="*/ 1267469 w 2915191"/>
                <a:gd name="connsiteY130" fmla="*/ 384906 h 503919"/>
                <a:gd name="connsiteX131" fmla="*/ 1277227 w 2915191"/>
                <a:gd name="connsiteY131" fmla="*/ 388722 h 503919"/>
                <a:gd name="connsiteX132" fmla="*/ 1286971 w 2915191"/>
                <a:gd name="connsiteY132" fmla="*/ 378524 h 503919"/>
                <a:gd name="connsiteX133" fmla="*/ 1296715 w 2915191"/>
                <a:gd name="connsiteY133" fmla="*/ 391755 h 503919"/>
                <a:gd name="connsiteX134" fmla="*/ 1306474 w 2915191"/>
                <a:gd name="connsiteY134" fmla="*/ 396887 h 503919"/>
                <a:gd name="connsiteX135" fmla="*/ 1316218 w 2915191"/>
                <a:gd name="connsiteY135" fmla="*/ 404114 h 503919"/>
                <a:gd name="connsiteX136" fmla="*/ 1325977 w 2915191"/>
                <a:gd name="connsiteY136" fmla="*/ 445128 h 503919"/>
                <a:gd name="connsiteX137" fmla="*/ 1335721 w 2915191"/>
                <a:gd name="connsiteY137" fmla="*/ 427723 h 503919"/>
                <a:gd name="connsiteX138" fmla="*/ 1345465 w 2915191"/>
                <a:gd name="connsiteY138" fmla="*/ 427000 h 503919"/>
                <a:gd name="connsiteX139" fmla="*/ 1355224 w 2915191"/>
                <a:gd name="connsiteY139" fmla="*/ 448882 h 503919"/>
                <a:gd name="connsiteX140" fmla="*/ 1364967 w 2915191"/>
                <a:gd name="connsiteY140" fmla="*/ 445629 h 503919"/>
                <a:gd name="connsiteX141" fmla="*/ 1374726 w 2915191"/>
                <a:gd name="connsiteY141" fmla="*/ 462658 h 503919"/>
                <a:gd name="connsiteX142" fmla="*/ 1384470 w 2915191"/>
                <a:gd name="connsiteY142" fmla="*/ 448443 h 503919"/>
                <a:gd name="connsiteX143" fmla="*/ 1394214 w 2915191"/>
                <a:gd name="connsiteY143" fmla="*/ 464427 h 503919"/>
                <a:gd name="connsiteX144" fmla="*/ 1403973 w 2915191"/>
                <a:gd name="connsiteY144" fmla="*/ 479402 h 503919"/>
                <a:gd name="connsiteX145" fmla="*/ 1413717 w 2915191"/>
                <a:gd name="connsiteY145" fmla="*/ 488196 h 503919"/>
                <a:gd name="connsiteX146" fmla="*/ 1423476 w 2915191"/>
                <a:gd name="connsiteY146" fmla="*/ 475932 h 503919"/>
                <a:gd name="connsiteX147" fmla="*/ 1433220 w 2915191"/>
                <a:gd name="connsiteY147" fmla="*/ 496693 h 503919"/>
                <a:gd name="connsiteX148" fmla="*/ 1442964 w 2915191"/>
                <a:gd name="connsiteY148" fmla="*/ 503919 h 503919"/>
                <a:gd name="connsiteX149" fmla="*/ 1452722 w 2915191"/>
                <a:gd name="connsiteY149" fmla="*/ 488699 h 503919"/>
                <a:gd name="connsiteX150" fmla="*/ 1462466 w 2915191"/>
                <a:gd name="connsiteY150" fmla="*/ 478631 h 503919"/>
                <a:gd name="connsiteX151" fmla="*/ 1472225 w 2915191"/>
                <a:gd name="connsiteY151" fmla="*/ 485415 h 503919"/>
                <a:gd name="connsiteX152" fmla="*/ 1481969 w 2915191"/>
                <a:gd name="connsiteY152" fmla="*/ 484239 h 503919"/>
                <a:gd name="connsiteX153" fmla="*/ 1491713 w 2915191"/>
                <a:gd name="connsiteY153" fmla="*/ 486255 h 503919"/>
                <a:gd name="connsiteX154" fmla="*/ 1501472 w 2915191"/>
                <a:gd name="connsiteY154" fmla="*/ 453243 h 503919"/>
                <a:gd name="connsiteX155" fmla="*/ 1511216 w 2915191"/>
                <a:gd name="connsiteY155" fmla="*/ 426796 h 503919"/>
                <a:gd name="connsiteX156" fmla="*/ 1520960 w 2915191"/>
                <a:gd name="connsiteY156" fmla="*/ 392916 h 503919"/>
                <a:gd name="connsiteX157" fmla="*/ 1530719 w 2915191"/>
                <a:gd name="connsiteY157" fmla="*/ 347560 h 503919"/>
                <a:gd name="connsiteX158" fmla="*/ 1540463 w 2915191"/>
                <a:gd name="connsiteY158" fmla="*/ 359137 h 503919"/>
                <a:gd name="connsiteX159" fmla="*/ 1550221 w 2915191"/>
                <a:gd name="connsiteY159" fmla="*/ 359992 h 503919"/>
                <a:gd name="connsiteX160" fmla="*/ 1559965 w 2915191"/>
                <a:gd name="connsiteY160" fmla="*/ 382822 h 503919"/>
                <a:gd name="connsiteX161" fmla="*/ 1569709 w 2915191"/>
                <a:gd name="connsiteY161" fmla="*/ 383896 h 503919"/>
                <a:gd name="connsiteX162" fmla="*/ 1579468 w 2915191"/>
                <a:gd name="connsiteY162" fmla="*/ 377874 h 503919"/>
                <a:gd name="connsiteX163" fmla="*/ 1589212 w 2915191"/>
                <a:gd name="connsiteY163" fmla="*/ 340546 h 503919"/>
                <a:gd name="connsiteX164" fmla="*/ 1598971 w 2915191"/>
                <a:gd name="connsiteY164" fmla="*/ 359514 h 503919"/>
                <a:gd name="connsiteX165" fmla="*/ 1608715 w 2915191"/>
                <a:gd name="connsiteY165" fmla="*/ 363488 h 503919"/>
                <a:gd name="connsiteX166" fmla="*/ 1618459 w 2915191"/>
                <a:gd name="connsiteY166" fmla="*/ 350859 h 503919"/>
                <a:gd name="connsiteX167" fmla="*/ 1628218 w 2915191"/>
                <a:gd name="connsiteY167" fmla="*/ 313479 h 503919"/>
                <a:gd name="connsiteX168" fmla="*/ 1637962 w 2915191"/>
                <a:gd name="connsiteY168" fmla="*/ 327684 h 503919"/>
                <a:gd name="connsiteX169" fmla="*/ 1647720 w 2915191"/>
                <a:gd name="connsiteY169" fmla="*/ 316727 h 503919"/>
                <a:gd name="connsiteX170" fmla="*/ 1657464 w 2915191"/>
                <a:gd name="connsiteY170" fmla="*/ 336900 h 503919"/>
                <a:gd name="connsiteX171" fmla="*/ 1667208 w 2915191"/>
                <a:gd name="connsiteY171" fmla="*/ 344035 h 503919"/>
                <a:gd name="connsiteX172" fmla="*/ 1676967 w 2915191"/>
                <a:gd name="connsiteY172" fmla="*/ 355628 h 503919"/>
                <a:gd name="connsiteX173" fmla="*/ 1686711 w 2915191"/>
                <a:gd name="connsiteY173" fmla="*/ 355184 h 503919"/>
                <a:gd name="connsiteX174" fmla="*/ 1696470 w 2915191"/>
                <a:gd name="connsiteY174" fmla="*/ 359779 h 503919"/>
                <a:gd name="connsiteX175" fmla="*/ 1706214 w 2915191"/>
                <a:gd name="connsiteY175" fmla="*/ 358827 h 503919"/>
                <a:gd name="connsiteX176" fmla="*/ 1715958 w 2915191"/>
                <a:gd name="connsiteY176" fmla="*/ 385909 h 503919"/>
                <a:gd name="connsiteX177" fmla="*/ 1725716 w 2915191"/>
                <a:gd name="connsiteY177" fmla="*/ 384078 h 503919"/>
                <a:gd name="connsiteX178" fmla="*/ 1735460 w 2915191"/>
                <a:gd name="connsiteY178" fmla="*/ 432635 h 503919"/>
                <a:gd name="connsiteX179" fmla="*/ 1745219 w 2915191"/>
                <a:gd name="connsiteY179" fmla="*/ 435293 h 503919"/>
                <a:gd name="connsiteX180" fmla="*/ 1754963 w 2915191"/>
                <a:gd name="connsiteY180" fmla="*/ 440106 h 503919"/>
                <a:gd name="connsiteX181" fmla="*/ 1764707 w 2915191"/>
                <a:gd name="connsiteY181" fmla="*/ 438046 h 503919"/>
                <a:gd name="connsiteX182" fmla="*/ 1774466 w 2915191"/>
                <a:gd name="connsiteY182" fmla="*/ 437309 h 503919"/>
                <a:gd name="connsiteX183" fmla="*/ 1784210 w 2915191"/>
                <a:gd name="connsiteY183" fmla="*/ 453053 h 503919"/>
                <a:gd name="connsiteX184" fmla="*/ 1793969 w 2915191"/>
                <a:gd name="connsiteY184" fmla="*/ 453789 h 503919"/>
                <a:gd name="connsiteX185" fmla="*/ 1803713 w 2915191"/>
                <a:gd name="connsiteY185" fmla="*/ 432604 h 503919"/>
                <a:gd name="connsiteX186" fmla="*/ 1813457 w 2915191"/>
                <a:gd name="connsiteY186" fmla="*/ 445049 h 503919"/>
                <a:gd name="connsiteX187" fmla="*/ 1823215 w 2915191"/>
                <a:gd name="connsiteY187" fmla="*/ 445617 h 503919"/>
                <a:gd name="connsiteX188" fmla="*/ 1832959 w 2915191"/>
                <a:gd name="connsiteY188" fmla="*/ 424149 h 503919"/>
                <a:gd name="connsiteX189" fmla="*/ 1842703 w 2915191"/>
                <a:gd name="connsiteY189" fmla="*/ 438908 h 503919"/>
                <a:gd name="connsiteX190" fmla="*/ 1852462 w 2915191"/>
                <a:gd name="connsiteY190" fmla="*/ 423963 h 503919"/>
                <a:gd name="connsiteX191" fmla="*/ 1862206 w 2915191"/>
                <a:gd name="connsiteY191" fmla="*/ 426179 h 503919"/>
                <a:gd name="connsiteX192" fmla="*/ 1871965 w 2915191"/>
                <a:gd name="connsiteY192" fmla="*/ 445760 h 503919"/>
                <a:gd name="connsiteX193" fmla="*/ 1881709 w 2915191"/>
                <a:gd name="connsiteY193" fmla="*/ 469947 h 503919"/>
                <a:gd name="connsiteX194" fmla="*/ 1891453 w 2915191"/>
                <a:gd name="connsiteY194" fmla="*/ 460481 h 503919"/>
                <a:gd name="connsiteX195" fmla="*/ 1901212 w 2915191"/>
                <a:gd name="connsiteY195" fmla="*/ 450206 h 503919"/>
                <a:gd name="connsiteX196" fmla="*/ 1910956 w 2915191"/>
                <a:gd name="connsiteY196" fmla="*/ 440333 h 503919"/>
                <a:gd name="connsiteX197" fmla="*/ 1920714 w 2915191"/>
                <a:gd name="connsiteY197" fmla="*/ 436208 h 503919"/>
                <a:gd name="connsiteX198" fmla="*/ 1930458 w 2915191"/>
                <a:gd name="connsiteY198" fmla="*/ 441359 h 503919"/>
                <a:gd name="connsiteX199" fmla="*/ 1940202 w 2915191"/>
                <a:gd name="connsiteY199" fmla="*/ 419971 h 503919"/>
                <a:gd name="connsiteX200" fmla="*/ 1949961 w 2915191"/>
                <a:gd name="connsiteY200" fmla="*/ 414132 h 503919"/>
                <a:gd name="connsiteX201" fmla="*/ 1959705 w 2915191"/>
                <a:gd name="connsiteY201" fmla="*/ 379680 h 503919"/>
                <a:gd name="connsiteX202" fmla="*/ 1969464 w 2915191"/>
                <a:gd name="connsiteY202" fmla="*/ 392464 h 503919"/>
                <a:gd name="connsiteX203" fmla="*/ 1979208 w 2915191"/>
                <a:gd name="connsiteY203" fmla="*/ 440646 h 503919"/>
                <a:gd name="connsiteX204" fmla="*/ 1988952 w 2915191"/>
                <a:gd name="connsiteY204" fmla="*/ 384365 h 503919"/>
                <a:gd name="connsiteX205" fmla="*/ 1998711 w 2915191"/>
                <a:gd name="connsiteY205" fmla="*/ 348910 h 503919"/>
                <a:gd name="connsiteX206" fmla="*/ 2008454 w 2915191"/>
                <a:gd name="connsiteY206" fmla="*/ 338997 h 503919"/>
                <a:gd name="connsiteX207" fmla="*/ 2018213 w 2915191"/>
                <a:gd name="connsiteY207" fmla="*/ 308263 h 503919"/>
                <a:gd name="connsiteX208" fmla="*/ 2027957 w 2915191"/>
                <a:gd name="connsiteY208" fmla="*/ 285903 h 503919"/>
                <a:gd name="connsiteX209" fmla="*/ 2037701 w 2915191"/>
                <a:gd name="connsiteY209" fmla="*/ 274241 h 503919"/>
                <a:gd name="connsiteX210" fmla="*/ 2047460 w 2915191"/>
                <a:gd name="connsiteY210" fmla="*/ 291116 h 503919"/>
                <a:gd name="connsiteX211" fmla="*/ 2057204 w 2915191"/>
                <a:gd name="connsiteY211" fmla="*/ 262617 h 503919"/>
                <a:gd name="connsiteX212" fmla="*/ 2066963 w 2915191"/>
                <a:gd name="connsiteY212" fmla="*/ 235331 h 503919"/>
                <a:gd name="connsiteX213" fmla="*/ 2076707 w 2915191"/>
                <a:gd name="connsiteY213" fmla="*/ 242086 h 503919"/>
                <a:gd name="connsiteX214" fmla="*/ 2086451 w 2915191"/>
                <a:gd name="connsiteY214" fmla="*/ 236426 h 503919"/>
                <a:gd name="connsiteX215" fmla="*/ 2096210 w 2915191"/>
                <a:gd name="connsiteY215" fmla="*/ 243363 h 503919"/>
                <a:gd name="connsiteX216" fmla="*/ 2105954 w 2915191"/>
                <a:gd name="connsiteY216" fmla="*/ 245812 h 503919"/>
                <a:gd name="connsiteX217" fmla="*/ 2115697 w 2915191"/>
                <a:gd name="connsiteY217" fmla="*/ 248682 h 503919"/>
                <a:gd name="connsiteX218" fmla="*/ 2125456 w 2915191"/>
                <a:gd name="connsiteY218" fmla="*/ 244324 h 503919"/>
                <a:gd name="connsiteX219" fmla="*/ 2135200 w 2915191"/>
                <a:gd name="connsiteY219" fmla="*/ 262750 h 503919"/>
                <a:gd name="connsiteX220" fmla="*/ 2144959 w 2915191"/>
                <a:gd name="connsiteY220" fmla="*/ 275566 h 503919"/>
                <a:gd name="connsiteX221" fmla="*/ 2154703 w 2915191"/>
                <a:gd name="connsiteY221" fmla="*/ 243418 h 503919"/>
                <a:gd name="connsiteX222" fmla="*/ 2164447 w 2915191"/>
                <a:gd name="connsiteY222" fmla="*/ 248922 h 503919"/>
                <a:gd name="connsiteX223" fmla="*/ 2174206 w 2915191"/>
                <a:gd name="connsiteY223" fmla="*/ 264581 h 503919"/>
                <a:gd name="connsiteX224" fmla="*/ 2183950 w 2915191"/>
                <a:gd name="connsiteY224" fmla="*/ 249628 h 503919"/>
                <a:gd name="connsiteX225" fmla="*/ 2193709 w 2915191"/>
                <a:gd name="connsiteY225" fmla="*/ 262912 h 503919"/>
                <a:gd name="connsiteX226" fmla="*/ 2203452 w 2915191"/>
                <a:gd name="connsiteY226" fmla="*/ 260911 h 503919"/>
                <a:gd name="connsiteX227" fmla="*/ 2213196 w 2915191"/>
                <a:gd name="connsiteY227" fmla="*/ 249832 h 503919"/>
                <a:gd name="connsiteX228" fmla="*/ 2222955 w 2915191"/>
                <a:gd name="connsiteY228" fmla="*/ 255328 h 503919"/>
                <a:gd name="connsiteX229" fmla="*/ 2232699 w 2915191"/>
                <a:gd name="connsiteY229" fmla="*/ 239684 h 503919"/>
                <a:gd name="connsiteX230" fmla="*/ 2242458 w 2915191"/>
                <a:gd name="connsiteY230" fmla="*/ 249317 h 503919"/>
                <a:gd name="connsiteX231" fmla="*/ 2252202 w 2915191"/>
                <a:gd name="connsiteY231" fmla="*/ 230752 h 503919"/>
                <a:gd name="connsiteX232" fmla="*/ 2261946 w 2915191"/>
                <a:gd name="connsiteY232" fmla="*/ 241170 h 503919"/>
                <a:gd name="connsiteX233" fmla="*/ 2271705 w 2915191"/>
                <a:gd name="connsiteY233" fmla="*/ 240027 h 503919"/>
                <a:gd name="connsiteX234" fmla="*/ 2281449 w 2915191"/>
                <a:gd name="connsiteY234" fmla="*/ 217954 h 503919"/>
                <a:gd name="connsiteX235" fmla="*/ 2291208 w 2915191"/>
                <a:gd name="connsiteY235" fmla="*/ 192014 h 503919"/>
                <a:gd name="connsiteX236" fmla="*/ 2300951 w 2915191"/>
                <a:gd name="connsiteY236" fmla="*/ 210128 h 503919"/>
                <a:gd name="connsiteX237" fmla="*/ 2310695 w 2915191"/>
                <a:gd name="connsiteY237" fmla="*/ 214265 h 503919"/>
                <a:gd name="connsiteX238" fmla="*/ 2320454 w 2915191"/>
                <a:gd name="connsiteY238" fmla="*/ 205627 h 503919"/>
                <a:gd name="connsiteX239" fmla="*/ 2330198 w 2915191"/>
                <a:gd name="connsiteY239" fmla="*/ 195995 h 503919"/>
                <a:gd name="connsiteX240" fmla="*/ 2339957 w 2915191"/>
                <a:gd name="connsiteY240" fmla="*/ 207981 h 503919"/>
                <a:gd name="connsiteX241" fmla="*/ 2349701 w 2915191"/>
                <a:gd name="connsiteY241" fmla="*/ 191927 h 503919"/>
                <a:gd name="connsiteX242" fmla="*/ 2359445 w 2915191"/>
                <a:gd name="connsiteY242" fmla="*/ 202370 h 503919"/>
                <a:gd name="connsiteX243" fmla="*/ 2369204 w 2915191"/>
                <a:gd name="connsiteY243" fmla="*/ 210450 h 503919"/>
                <a:gd name="connsiteX244" fmla="*/ 2378948 w 2915191"/>
                <a:gd name="connsiteY244" fmla="*/ 256720 h 503919"/>
                <a:gd name="connsiteX245" fmla="*/ 2388692 w 2915191"/>
                <a:gd name="connsiteY245" fmla="*/ 235796 h 503919"/>
                <a:gd name="connsiteX246" fmla="*/ 2398450 w 2915191"/>
                <a:gd name="connsiteY246" fmla="*/ 238309 h 503919"/>
                <a:gd name="connsiteX247" fmla="*/ 2408194 w 2915191"/>
                <a:gd name="connsiteY247" fmla="*/ 260519 h 503919"/>
                <a:gd name="connsiteX248" fmla="*/ 2417953 w 2915191"/>
                <a:gd name="connsiteY248" fmla="*/ 271376 h 503919"/>
                <a:gd name="connsiteX249" fmla="*/ 2427697 w 2915191"/>
                <a:gd name="connsiteY249" fmla="*/ 274700 h 503919"/>
                <a:gd name="connsiteX250" fmla="*/ 2437441 w 2915191"/>
                <a:gd name="connsiteY250" fmla="*/ 247463 h 503919"/>
                <a:gd name="connsiteX251" fmla="*/ 2447200 w 2915191"/>
                <a:gd name="connsiteY251" fmla="*/ 237481 h 503919"/>
                <a:gd name="connsiteX252" fmla="*/ 2456944 w 2915191"/>
                <a:gd name="connsiteY252" fmla="*/ 226022 h 503919"/>
                <a:gd name="connsiteX253" fmla="*/ 2466703 w 2915191"/>
                <a:gd name="connsiteY253" fmla="*/ 252576 h 503919"/>
                <a:gd name="connsiteX254" fmla="*/ 2476446 w 2915191"/>
                <a:gd name="connsiteY254" fmla="*/ 220432 h 503919"/>
                <a:gd name="connsiteX255" fmla="*/ 2486190 w 2915191"/>
                <a:gd name="connsiteY255" fmla="*/ 240911 h 503919"/>
                <a:gd name="connsiteX256" fmla="*/ 2495949 w 2915191"/>
                <a:gd name="connsiteY256" fmla="*/ 247194 h 503919"/>
                <a:gd name="connsiteX257" fmla="*/ 2505693 w 2915191"/>
                <a:gd name="connsiteY257" fmla="*/ 259461 h 503919"/>
                <a:gd name="connsiteX258" fmla="*/ 2515452 w 2915191"/>
                <a:gd name="connsiteY258" fmla="*/ 263453 h 503919"/>
                <a:gd name="connsiteX259" fmla="*/ 2525196 w 2915191"/>
                <a:gd name="connsiteY259" fmla="*/ 254828 h 503919"/>
                <a:gd name="connsiteX260" fmla="*/ 2534940 w 2915191"/>
                <a:gd name="connsiteY260" fmla="*/ 250357 h 503919"/>
                <a:gd name="connsiteX261" fmla="*/ 2544699 w 2915191"/>
                <a:gd name="connsiteY261" fmla="*/ 219151 h 503919"/>
                <a:gd name="connsiteX262" fmla="*/ 2554443 w 2915191"/>
                <a:gd name="connsiteY262" fmla="*/ 189804 h 503919"/>
                <a:gd name="connsiteX263" fmla="*/ 2564202 w 2915191"/>
                <a:gd name="connsiteY263" fmla="*/ 208131 h 503919"/>
                <a:gd name="connsiteX264" fmla="*/ 2573946 w 2915191"/>
                <a:gd name="connsiteY264" fmla="*/ 211773 h 503919"/>
                <a:gd name="connsiteX265" fmla="*/ 2583690 w 2915191"/>
                <a:gd name="connsiteY265" fmla="*/ 180065 h 503919"/>
                <a:gd name="connsiteX266" fmla="*/ 2593448 w 2915191"/>
                <a:gd name="connsiteY266" fmla="*/ 191074 h 503919"/>
                <a:gd name="connsiteX267" fmla="*/ 2603192 w 2915191"/>
                <a:gd name="connsiteY267" fmla="*/ 180231 h 503919"/>
                <a:gd name="connsiteX268" fmla="*/ 2612951 w 2915191"/>
                <a:gd name="connsiteY268" fmla="*/ 170270 h 503919"/>
                <a:gd name="connsiteX269" fmla="*/ 2622695 w 2915191"/>
                <a:gd name="connsiteY269" fmla="*/ 176785 h 503919"/>
                <a:gd name="connsiteX270" fmla="*/ 2632439 w 2915191"/>
                <a:gd name="connsiteY270" fmla="*/ 178634 h 503919"/>
                <a:gd name="connsiteX271" fmla="*/ 2642198 w 2915191"/>
                <a:gd name="connsiteY271" fmla="*/ 154026 h 503919"/>
                <a:gd name="connsiteX272" fmla="*/ 2651942 w 2915191"/>
                <a:gd name="connsiteY272" fmla="*/ 156560 h 503919"/>
                <a:gd name="connsiteX273" fmla="*/ 2661685 w 2915191"/>
                <a:gd name="connsiteY273" fmla="*/ 134642 h 503919"/>
                <a:gd name="connsiteX274" fmla="*/ 2671444 w 2915191"/>
                <a:gd name="connsiteY274" fmla="*/ 159012 h 503919"/>
                <a:gd name="connsiteX275" fmla="*/ 2681188 w 2915191"/>
                <a:gd name="connsiteY275" fmla="*/ 166778 h 503919"/>
                <a:gd name="connsiteX276" fmla="*/ 2690947 w 2915191"/>
                <a:gd name="connsiteY276" fmla="*/ 178549 h 503919"/>
                <a:gd name="connsiteX277" fmla="*/ 2700691 w 2915191"/>
                <a:gd name="connsiteY277" fmla="*/ 143568 h 503919"/>
                <a:gd name="connsiteX278" fmla="*/ 2710435 w 2915191"/>
                <a:gd name="connsiteY278" fmla="*/ 114733 h 503919"/>
                <a:gd name="connsiteX279" fmla="*/ 2720194 w 2915191"/>
                <a:gd name="connsiteY279" fmla="*/ 98534 h 503919"/>
                <a:gd name="connsiteX280" fmla="*/ 2729938 w 2915191"/>
                <a:gd name="connsiteY280" fmla="*/ 119499 h 503919"/>
                <a:gd name="connsiteX281" fmla="*/ 2739697 w 2915191"/>
                <a:gd name="connsiteY281" fmla="*/ 111248 h 503919"/>
                <a:gd name="connsiteX282" fmla="*/ 2749441 w 2915191"/>
                <a:gd name="connsiteY282" fmla="*/ 128398 h 503919"/>
                <a:gd name="connsiteX283" fmla="*/ 2759185 w 2915191"/>
                <a:gd name="connsiteY283" fmla="*/ 85714 h 503919"/>
                <a:gd name="connsiteX284" fmla="*/ 2768943 w 2915191"/>
                <a:gd name="connsiteY284" fmla="*/ 99533 h 503919"/>
                <a:gd name="connsiteX285" fmla="*/ 2778687 w 2915191"/>
                <a:gd name="connsiteY285" fmla="*/ 98308 h 503919"/>
                <a:gd name="connsiteX286" fmla="*/ 2788446 w 2915191"/>
                <a:gd name="connsiteY286" fmla="*/ 102287 h 503919"/>
                <a:gd name="connsiteX287" fmla="*/ 2798190 w 2915191"/>
                <a:gd name="connsiteY287" fmla="*/ 100071 h 503919"/>
                <a:gd name="connsiteX288" fmla="*/ 2807934 w 2915191"/>
                <a:gd name="connsiteY288" fmla="*/ 102687 h 503919"/>
                <a:gd name="connsiteX289" fmla="*/ 2817693 w 2915191"/>
                <a:gd name="connsiteY289" fmla="*/ 118894 h 503919"/>
                <a:gd name="connsiteX290" fmla="*/ 2827437 w 2915191"/>
                <a:gd name="connsiteY290" fmla="*/ 149099 h 503919"/>
                <a:gd name="connsiteX291" fmla="*/ 2837196 w 2915191"/>
                <a:gd name="connsiteY291" fmla="*/ 173318 h 503919"/>
                <a:gd name="connsiteX292" fmla="*/ 2846940 w 2915191"/>
                <a:gd name="connsiteY292" fmla="*/ 178330 h 503919"/>
                <a:gd name="connsiteX293" fmla="*/ 2856684 w 2915191"/>
                <a:gd name="connsiteY293" fmla="*/ 155860 h 503919"/>
                <a:gd name="connsiteX294" fmla="*/ 2866442 w 2915191"/>
                <a:gd name="connsiteY294" fmla="*/ 121185 h 503919"/>
                <a:gd name="connsiteX295" fmla="*/ 2876186 w 2915191"/>
                <a:gd name="connsiteY295" fmla="*/ 139027 h 503919"/>
                <a:gd name="connsiteX296" fmla="*/ 2885945 w 2915191"/>
                <a:gd name="connsiteY296" fmla="*/ 181030 h 503919"/>
                <a:gd name="connsiteX297" fmla="*/ 2895689 w 2915191"/>
                <a:gd name="connsiteY297" fmla="*/ 168460 h 503919"/>
                <a:gd name="connsiteX298" fmla="*/ 2905433 w 2915191"/>
                <a:gd name="connsiteY298" fmla="*/ 198735 h 503919"/>
                <a:gd name="connsiteX299" fmla="*/ 2915192 w 2915191"/>
                <a:gd name="connsiteY299" fmla="*/ 197666 h 503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03919">
                  <a:moveTo>
                    <a:pt x="0" y="63237"/>
                  </a:moveTo>
                  <a:lnTo>
                    <a:pt x="9750" y="90549"/>
                  </a:lnTo>
                  <a:lnTo>
                    <a:pt x="19500" y="112067"/>
                  </a:lnTo>
                  <a:lnTo>
                    <a:pt x="29250" y="131415"/>
                  </a:lnTo>
                  <a:lnTo>
                    <a:pt x="39000" y="112219"/>
                  </a:lnTo>
                  <a:lnTo>
                    <a:pt x="48749" y="125061"/>
                  </a:lnTo>
                  <a:lnTo>
                    <a:pt x="58499" y="118806"/>
                  </a:lnTo>
                  <a:lnTo>
                    <a:pt x="68249" y="108056"/>
                  </a:lnTo>
                  <a:lnTo>
                    <a:pt x="77998" y="74839"/>
                  </a:lnTo>
                  <a:lnTo>
                    <a:pt x="87748" y="57148"/>
                  </a:lnTo>
                  <a:lnTo>
                    <a:pt x="97497" y="33898"/>
                  </a:lnTo>
                  <a:lnTo>
                    <a:pt x="107247" y="19545"/>
                  </a:lnTo>
                  <a:lnTo>
                    <a:pt x="116997" y="22490"/>
                  </a:lnTo>
                  <a:lnTo>
                    <a:pt x="126747" y="20727"/>
                  </a:lnTo>
                  <a:lnTo>
                    <a:pt x="136497" y="12907"/>
                  </a:lnTo>
                  <a:lnTo>
                    <a:pt x="146247" y="47005"/>
                  </a:lnTo>
                  <a:lnTo>
                    <a:pt x="155997" y="31580"/>
                  </a:lnTo>
                  <a:lnTo>
                    <a:pt x="165747" y="0"/>
                  </a:lnTo>
                  <a:lnTo>
                    <a:pt x="175497" y="5499"/>
                  </a:lnTo>
                  <a:lnTo>
                    <a:pt x="185247" y="19743"/>
                  </a:lnTo>
                  <a:lnTo>
                    <a:pt x="194996" y="8376"/>
                  </a:lnTo>
                  <a:lnTo>
                    <a:pt x="204746" y="11234"/>
                  </a:lnTo>
                  <a:lnTo>
                    <a:pt x="214495" y="10079"/>
                  </a:lnTo>
                  <a:lnTo>
                    <a:pt x="224245" y="49247"/>
                  </a:lnTo>
                  <a:lnTo>
                    <a:pt x="233995" y="47079"/>
                  </a:lnTo>
                  <a:lnTo>
                    <a:pt x="243744" y="71076"/>
                  </a:lnTo>
                  <a:lnTo>
                    <a:pt x="253494" y="113778"/>
                  </a:lnTo>
                  <a:lnTo>
                    <a:pt x="263244" y="119725"/>
                  </a:lnTo>
                  <a:lnTo>
                    <a:pt x="272994" y="144182"/>
                  </a:lnTo>
                  <a:lnTo>
                    <a:pt x="282744" y="126364"/>
                  </a:lnTo>
                  <a:lnTo>
                    <a:pt x="292494" y="126188"/>
                  </a:lnTo>
                  <a:lnTo>
                    <a:pt x="302244" y="117902"/>
                  </a:lnTo>
                  <a:lnTo>
                    <a:pt x="311994" y="148318"/>
                  </a:lnTo>
                  <a:lnTo>
                    <a:pt x="321744" y="169935"/>
                  </a:lnTo>
                  <a:lnTo>
                    <a:pt x="331493" y="177983"/>
                  </a:lnTo>
                  <a:lnTo>
                    <a:pt x="341243" y="216949"/>
                  </a:lnTo>
                  <a:lnTo>
                    <a:pt x="350993" y="233990"/>
                  </a:lnTo>
                  <a:lnTo>
                    <a:pt x="360742" y="239939"/>
                  </a:lnTo>
                  <a:lnTo>
                    <a:pt x="370492" y="245108"/>
                  </a:lnTo>
                  <a:lnTo>
                    <a:pt x="380241" y="287518"/>
                  </a:lnTo>
                  <a:lnTo>
                    <a:pt x="389991" y="275609"/>
                  </a:lnTo>
                  <a:lnTo>
                    <a:pt x="399741" y="307844"/>
                  </a:lnTo>
                  <a:lnTo>
                    <a:pt x="409491" y="311833"/>
                  </a:lnTo>
                  <a:lnTo>
                    <a:pt x="419241" y="293799"/>
                  </a:lnTo>
                  <a:lnTo>
                    <a:pt x="428991" y="305919"/>
                  </a:lnTo>
                  <a:lnTo>
                    <a:pt x="438741" y="293646"/>
                  </a:lnTo>
                  <a:lnTo>
                    <a:pt x="448491" y="277759"/>
                  </a:lnTo>
                  <a:lnTo>
                    <a:pt x="458241" y="252147"/>
                  </a:lnTo>
                  <a:lnTo>
                    <a:pt x="467991" y="256143"/>
                  </a:lnTo>
                  <a:lnTo>
                    <a:pt x="477740" y="279362"/>
                  </a:lnTo>
                  <a:lnTo>
                    <a:pt x="487490" y="279798"/>
                  </a:lnTo>
                  <a:lnTo>
                    <a:pt x="497239" y="311547"/>
                  </a:lnTo>
                  <a:lnTo>
                    <a:pt x="506989" y="292694"/>
                  </a:lnTo>
                  <a:lnTo>
                    <a:pt x="516738" y="288483"/>
                  </a:lnTo>
                  <a:lnTo>
                    <a:pt x="526488" y="274927"/>
                  </a:lnTo>
                  <a:lnTo>
                    <a:pt x="536238" y="278358"/>
                  </a:lnTo>
                  <a:lnTo>
                    <a:pt x="545988" y="258468"/>
                  </a:lnTo>
                  <a:lnTo>
                    <a:pt x="555738" y="278279"/>
                  </a:lnTo>
                  <a:lnTo>
                    <a:pt x="565488" y="253853"/>
                  </a:lnTo>
                  <a:lnTo>
                    <a:pt x="575238" y="225994"/>
                  </a:lnTo>
                  <a:lnTo>
                    <a:pt x="584988" y="214928"/>
                  </a:lnTo>
                  <a:lnTo>
                    <a:pt x="594738" y="219449"/>
                  </a:lnTo>
                  <a:lnTo>
                    <a:pt x="604488" y="274964"/>
                  </a:lnTo>
                  <a:lnTo>
                    <a:pt x="614237" y="274964"/>
                  </a:lnTo>
                  <a:lnTo>
                    <a:pt x="623987" y="260333"/>
                  </a:lnTo>
                  <a:lnTo>
                    <a:pt x="633736" y="269099"/>
                  </a:lnTo>
                  <a:lnTo>
                    <a:pt x="643486" y="249784"/>
                  </a:lnTo>
                  <a:lnTo>
                    <a:pt x="653236" y="264305"/>
                  </a:lnTo>
                  <a:lnTo>
                    <a:pt x="662985" y="297147"/>
                  </a:lnTo>
                  <a:lnTo>
                    <a:pt x="672735" y="277216"/>
                  </a:lnTo>
                  <a:lnTo>
                    <a:pt x="682485" y="274558"/>
                  </a:lnTo>
                  <a:lnTo>
                    <a:pt x="692235" y="295980"/>
                  </a:lnTo>
                  <a:lnTo>
                    <a:pt x="701985" y="298048"/>
                  </a:lnTo>
                  <a:lnTo>
                    <a:pt x="711735" y="321599"/>
                  </a:lnTo>
                  <a:lnTo>
                    <a:pt x="721485" y="284824"/>
                  </a:lnTo>
                  <a:lnTo>
                    <a:pt x="731235" y="302138"/>
                  </a:lnTo>
                  <a:lnTo>
                    <a:pt x="740985" y="261756"/>
                  </a:lnTo>
                  <a:lnTo>
                    <a:pt x="750734" y="285047"/>
                  </a:lnTo>
                  <a:lnTo>
                    <a:pt x="760484" y="302209"/>
                  </a:lnTo>
                  <a:lnTo>
                    <a:pt x="770233" y="310928"/>
                  </a:lnTo>
                  <a:lnTo>
                    <a:pt x="779983" y="290801"/>
                  </a:lnTo>
                  <a:lnTo>
                    <a:pt x="789733" y="290782"/>
                  </a:lnTo>
                  <a:lnTo>
                    <a:pt x="799482" y="271972"/>
                  </a:lnTo>
                  <a:lnTo>
                    <a:pt x="809232" y="275940"/>
                  </a:lnTo>
                  <a:lnTo>
                    <a:pt x="818982" y="304134"/>
                  </a:lnTo>
                  <a:lnTo>
                    <a:pt x="828732" y="298027"/>
                  </a:lnTo>
                  <a:lnTo>
                    <a:pt x="838482" y="291771"/>
                  </a:lnTo>
                  <a:lnTo>
                    <a:pt x="848232" y="265801"/>
                  </a:lnTo>
                  <a:lnTo>
                    <a:pt x="857982" y="233738"/>
                  </a:lnTo>
                  <a:lnTo>
                    <a:pt x="867732" y="258804"/>
                  </a:lnTo>
                  <a:lnTo>
                    <a:pt x="877482" y="263241"/>
                  </a:lnTo>
                  <a:lnTo>
                    <a:pt x="887231" y="233652"/>
                  </a:lnTo>
                  <a:lnTo>
                    <a:pt x="896981" y="203249"/>
                  </a:lnTo>
                  <a:lnTo>
                    <a:pt x="906730" y="192706"/>
                  </a:lnTo>
                  <a:lnTo>
                    <a:pt x="916480" y="218952"/>
                  </a:lnTo>
                  <a:lnTo>
                    <a:pt x="926230" y="204429"/>
                  </a:lnTo>
                  <a:lnTo>
                    <a:pt x="935979" y="195901"/>
                  </a:lnTo>
                  <a:lnTo>
                    <a:pt x="945729" y="188851"/>
                  </a:lnTo>
                  <a:lnTo>
                    <a:pt x="955479" y="217154"/>
                  </a:lnTo>
                  <a:lnTo>
                    <a:pt x="965229" y="247115"/>
                  </a:lnTo>
                  <a:lnTo>
                    <a:pt x="974979" y="215730"/>
                  </a:lnTo>
                  <a:lnTo>
                    <a:pt x="984729" y="230438"/>
                  </a:lnTo>
                  <a:lnTo>
                    <a:pt x="994474" y="243132"/>
                  </a:lnTo>
                  <a:lnTo>
                    <a:pt x="1004233" y="255754"/>
                  </a:lnTo>
                  <a:lnTo>
                    <a:pt x="1013977" y="246733"/>
                  </a:lnTo>
                  <a:lnTo>
                    <a:pt x="1023721" y="210742"/>
                  </a:lnTo>
                  <a:lnTo>
                    <a:pt x="1033480" y="223096"/>
                  </a:lnTo>
                  <a:lnTo>
                    <a:pt x="1043224" y="240292"/>
                  </a:lnTo>
                  <a:lnTo>
                    <a:pt x="1052983" y="229365"/>
                  </a:lnTo>
                  <a:lnTo>
                    <a:pt x="1062727" y="238728"/>
                  </a:lnTo>
                  <a:lnTo>
                    <a:pt x="1072471" y="223169"/>
                  </a:lnTo>
                  <a:lnTo>
                    <a:pt x="1082230" y="241653"/>
                  </a:lnTo>
                  <a:lnTo>
                    <a:pt x="1091973" y="270776"/>
                  </a:lnTo>
                  <a:lnTo>
                    <a:pt x="1101732" y="286989"/>
                  </a:lnTo>
                  <a:lnTo>
                    <a:pt x="1111476" y="282014"/>
                  </a:lnTo>
                  <a:lnTo>
                    <a:pt x="1121220" y="294991"/>
                  </a:lnTo>
                  <a:lnTo>
                    <a:pt x="1130979" y="300013"/>
                  </a:lnTo>
                  <a:lnTo>
                    <a:pt x="1140723" y="278435"/>
                  </a:lnTo>
                  <a:lnTo>
                    <a:pt x="1150482" y="268033"/>
                  </a:lnTo>
                  <a:lnTo>
                    <a:pt x="1160226" y="292948"/>
                  </a:lnTo>
                  <a:lnTo>
                    <a:pt x="1169969" y="282997"/>
                  </a:lnTo>
                  <a:lnTo>
                    <a:pt x="1179728" y="307192"/>
                  </a:lnTo>
                  <a:lnTo>
                    <a:pt x="1189472" y="292300"/>
                  </a:lnTo>
                  <a:lnTo>
                    <a:pt x="1199231" y="327268"/>
                  </a:lnTo>
                  <a:lnTo>
                    <a:pt x="1208975" y="335787"/>
                  </a:lnTo>
                  <a:lnTo>
                    <a:pt x="1218719" y="354025"/>
                  </a:lnTo>
                  <a:lnTo>
                    <a:pt x="1228478" y="328780"/>
                  </a:lnTo>
                  <a:lnTo>
                    <a:pt x="1238222" y="346159"/>
                  </a:lnTo>
                  <a:lnTo>
                    <a:pt x="1247966" y="368556"/>
                  </a:lnTo>
                  <a:lnTo>
                    <a:pt x="1257725" y="355135"/>
                  </a:lnTo>
                  <a:lnTo>
                    <a:pt x="1267469" y="384906"/>
                  </a:lnTo>
                  <a:lnTo>
                    <a:pt x="1277227" y="388722"/>
                  </a:lnTo>
                  <a:lnTo>
                    <a:pt x="1286971" y="378524"/>
                  </a:lnTo>
                  <a:lnTo>
                    <a:pt x="1296715" y="391755"/>
                  </a:lnTo>
                  <a:lnTo>
                    <a:pt x="1306474" y="396887"/>
                  </a:lnTo>
                  <a:lnTo>
                    <a:pt x="1316218" y="404114"/>
                  </a:lnTo>
                  <a:lnTo>
                    <a:pt x="1325977" y="445128"/>
                  </a:lnTo>
                  <a:lnTo>
                    <a:pt x="1335721" y="427723"/>
                  </a:lnTo>
                  <a:lnTo>
                    <a:pt x="1345465" y="427000"/>
                  </a:lnTo>
                  <a:lnTo>
                    <a:pt x="1355224" y="448882"/>
                  </a:lnTo>
                  <a:lnTo>
                    <a:pt x="1364967" y="445629"/>
                  </a:lnTo>
                  <a:lnTo>
                    <a:pt x="1374726" y="462658"/>
                  </a:lnTo>
                  <a:lnTo>
                    <a:pt x="1384470" y="448443"/>
                  </a:lnTo>
                  <a:lnTo>
                    <a:pt x="1394214" y="464427"/>
                  </a:lnTo>
                  <a:lnTo>
                    <a:pt x="1403973" y="479402"/>
                  </a:lnTo>
                  <a:lnTo>
                    <a:pt x="1413717" y="488196"/>
                  </a:lnTo>
                  <a:lnTo>
                    <a:pt x="1423476" y="475932"/>
                  </a:lnTo>
                  <a:lnTo>
                    <a:pt x="1433220" y="496693"/>
                  </a:lnTo>
                  <a:lnTo>
                    <a:pt x="1442964" y="503919"/>
                  </a:lnTo>
                  <a:lnTo>
                    <a:pt x="1452722" y="488699"/>
                  </a:lnTo>
                  <a:lnTo>
                    <a:pt x="1462466" y="478631"/>
                  </a:lnTo>
                  <a:lnTo>
                    <a:pt x="1472225" y="485415"/>
                  </a:lnTo>
                  <a:lnTo>
                    <a:pt x="1481969" y="484239"/>
                  </a:lnTo>
                  <a:lnTo>
                    <a:pt x="1491713" y="486255"/>
                  </a:lnTo>
                  <a:lnTo>
                    <a:pt x="1501472" y="453243"/>
                  </a:lnTo>
                  <a:lnTo>
                    <a:pt x="1511216" y="426796"/>
                  </a:lnTo>
                  <a:lnTo>
                    <a:pt x="1520960" y="392916"/>
                  </a:lnTo>
                  <a:lnTo>
                    <a:pt x="1530719" y="347560"/>
                  </a:lnTo>
                  <a:lnTo>
                    <a:pt x="1540463" y="359137"/>
                  </a:lnTo>
                  <a:lnTo>
                    <a:pt x="1550221" y="359992"/>
                  </a:lnTo>
                  <a:lnTo>
                    <a:pt x="1559965" y="382822"/>
                  </a:lnTo>
                  <a:lnTo>
                    <a:pt x="1569709" y="383896"/>
                  </a:lnTo>
                  <a:lnTo>
                    <a:pt x="1579468" y="377874"/>
                  </a:lnTo>
                  <a:lnTo>
                    <a:pt x="1589212" y="340546"/>
                  </a:lnTo>
                  <a:lnTo>
                    <a:pt x="1598971" y="359514"/>
                  </a:lnTo>
                  <a:lnTo>
                    <a:pt x="1608715" y="363488"/>
                  </a:lnTo>
                  <a:lnTo>
                    <a:pt x="1618459" y="350859"/>
                  </a:lnTo>
                  <a:lnTo>
                    <a:pt x="1628218" y="313479"/>
                  </a:lnTo>
                  <a:lnTo>
                    <a:pt x="1637962" y="327684"/>
                  </a:lnTo>
                  <a:lnTo>
                    <a:pt x="1647720" y="316727"/>
                  </a:lnTo>
                  <a:lnTo>
                    <a:pt x="1657464" y="336900"/>
                  </a:lnTo>
                  <a:lnTo>
                    <a:pt x="1667208" y="344035"/>
                  </a:lnTo>
                  <a:lnTo>
                    <a:pt x="1676967" y="355628"/>
                  </a:lnTo>
                  <a:lnTo>
                    <a:pt x="1686711" y="355184"/>
                  </a:lnTo>
                  <a:lnTo>
                    <a:pt x="1696470" y="359779"/>
                  </a:lnTo>
                  <a:lnTo>
                    <a:pt x="1706214" y="358827"/>
                  </a:lnTo>
                  <a:lnTo>
                    <a:pt x="1715958" y="385909"/>
                  </a:lnTo>
                  <a:lnTo>
                    <a:pt x="1725716" y="384078"/>
                  </a:lnTo>
                  <a:lnTo>
                    <a:pt x="1735460" y="432635"/>
                  </a:lnTo>
                  <a:lnTo>
                    <a:pt x="1745219" y="435293"/>
                  </a:lnTo>
                  <a:lnTo>
                    <a:pt x="1754963" y="440106"/>
                  </a:lnTo>
                  <a:lnTo>
                    <a:pt x="1764707" y="438046"/>
                  </a:lnTo>
                  <a:lnTo>
                    <a:pt x="1774466" y="437309"/>
                  </a:lnTo>
                  <a:lnTo>
                    <a:pt x="1784210" y="453053"/>
                  </a:lnTo>
                  <a:lnTo>
                    <a:pt x="1793969" y="453789"/>
                  </a:lnTo>
                  <a:lnTo>
                    <a:pt x="1803713" y="432604"/>
                  </a:lnTo>
                  <a:lnTo>
                    <a:pt x="1813457" y="445049"/>
                  </a:lnTo>
                  <a:lnTo>
                    <a:pt x="1823215" y="445617"/>
                  </a:lnTo>
                  <a:lnTo>
                    <a:pt x="1832959" y="424149"/>
                  </a:lnTo>
                  <a:lnTo>
                    <a:pt x="1842703" y="438908"/>
                  </a:lnTo>
                  <a:lnTo>
                    <a:pt x="1852462" y="423963"/>
                  </a:lnTo>
                  <a:lnTo>
                    <a:pt x="1862206" y="426179"/>
                  </a:lnTo>
                  <a:lnTo>
                    <a:pt x="1871965" y="445760"/>
                  </a:lnTo>
                  <a:lnTo>
                    <a:pt x="1881709" y="469947"/>
                  </a:lnTo>
                  <a:lnTo>
                    <a:pt x="1891453" y="460481"/>
                  </a:lnTo>
                  <a:lnTo>
                    <a:pt x="1901212" y="450206"/>
                  </a:lnTo>
                  <a:lnTo>
                    <a:pt x="1910956" y="440333"/>
                  </a:lnTo>
                  <a:lnTo>
                    <a:pt x="1920714" y="436208"/>
                  </a:lnTo>
                  <a:lnTo>
                    <a:pt x="1930458" y="441359"/>
                  </a:lnTo>
                  <a:lnTo>
                    <a:pt x="1940202" y="419971"/>
                  </a:lnTo>
                  <a:lnTo>
                    <a:pt x="1949961" y="414132"/>
                  </a:lnTo>
                  <a:lnTo>
                    <a:pt x="1959705" y="379680"/>
                  </a:lnTo>
                  <a:lnTo>
                    <a:pt x="1969464" y="392464"/>
                  </a:lnTo>
                  <a:lnTo>
                    <a:pt x="1979208" y="440646"/>
                  </a:lnTo>
                  <a:lnTo>
                    <a:pt x="1988952" y="384365"/>
                  </a:lnTo>
                  <a:lnTo>
                    <a:pt x="1998711" y="348910"/>
                  </a:lnTo>
                  <a:lnTo>
                    <a:pt x="2008454" y="338997"/>
                  </a:lnTo>
                  <a:lnTo>
                    <a:pt x="2018213" y="308263"/>
                  </a:lnTo>
                  <a:lnTo>
                    <a:pt x="2027957" y="285903"/>
                  </a:lnTo>
                  <a:lnTo>
                    <a:pt x="2037701" y="274241"/>
                  </a:lnTo>
                  <a:lnTo>
                    <a:pt x="2047460" y="291116"/>
                  </a:lnTo>
                  <a:lnTo>
                    <a:pt x="2057204" y="262617"/>
                  </a:lnTo>
                  <a:lnTo>
                    <a:pt x="2066963" y="235331"/>
                  </a:lnTo>
                  <a:lnTo>
                    <a:pt x="2076707" y="242086"/>
                  </a:lnTo>
                  <a:lnTo>
                    <a:pt x="2086451" y="236426"/>
                  </a:lnTo>
                  <a:lnTo>
                    <a:pt x="2096210" y="243363"/>
                  </a:lnTo>
                  <a:lnTo>
                    <a:pt x="2105954" y="245812"/>
                  </a:lnTo>
                  <a:lnTo>
                    <a:pt x="2115697" y="248682"/>
                  </a:lnTo>
                  <a:lnTo>
                    <a:pt x="2125456" y="244324"/>
                  </a:lnTo>
                  <a:lnTo>
                    <a:pt x="2135200" y="262750"/>
                  </a:lnTo>
                  <a:lnTo>
                    <a:pt x="2144959" y="275566"/>
                  </a:lnTo>
                  <a:lnTo>
                    <a:pt x="2154703" y="243418"/>
                  </a:lnTo>
                  <a:lnTo>
                    <a:pt x="2164447" y="248922"/>
                  </a:lnTo>
                  <a:lnTo>
                    <a:pt x="2174206" y="264581"/>
                  </a:lnTo>
                  <a:lnTo>
                    <a:pt x="2183950" y="249628"/>
                  </a:lnTo>
                  <a:lnTo>
                    <a:pt x="2193709" y="262912"/>
                  </a:lnTo>
                  <a:lnTo>
                    <a:pt x="2203452" y="260911"/>
                  </a:lnTo>
                  <a:lnTo>
                    <a:pt x="2213196" y="249832"/>
                  </a:lnTo>
                  <a:lnTo>
                    <a:pt x="2222955" y="255328"/>
                  </a:lnTo>
                  <a:lnTo>
                    <a:pt x="2232699" y="239684"/>
                  </a:lnTo>
                  <a:lnTo>
                    <a:pt x="2242458" y="249317"/>
                  </a:lnTo>
                  <a:lnTo>
                    <a:pt x="2252202" y="230752"/>
                  </a:lnTo>
                  <a:lnTo>
                    <a:pt x="2261946" y="241170"/>
                  </a:lnTo>
                  <a:lnTo>
                    <a:pt x="2271705" y="240027"/>
                  </a:lnTo>
                  <a:lnTo>
                    <a:pt x="2281449" y="217954"/>
                  </a:lnTo>
                  <a:lnTo>
                    <a:pt x="2291208" y="192014"/>
                  </a:lnTo>
                  <a:lnTo>
                    <a:pt x="2300951" y="210128"/>
                  </a:lnTo>
                  <a:lnTo>
                    <a:pt x="2310695" y="214265"/>
                  </a:lnTo>
                  <a:lnTo>
                    <a:pt x="2320454" y="205627"/>
                  </a:lnTo>
                  <a:lnTo>
                    <a:pt x="2330198" y="195995"/>
                  </a:lnTo>
                  <a:lnTo>
                    <a:pt x="2339957" y="207981"/>
                  </a:lnTo>
                  <a:lnTo>
                    <a:pt x="2349701" y="191927"/>
                  </a:lnTo>
                  <a:lnTo>
                    <a:pt x="2359445" y="202370"/>
                  </a:lnTo>
                  <a:lnTo>
                    <a:pt x="2369204" y="210450"/>
                  </a:lnTo>
                  <a:lnTo>
                    <a:pt x="2378948" y="256720"/>
                  </a:lnTo>
                  <a:lnTo>
                    <a:pt x="2388692" y="235796"/>
                  </a:lnTo>
                  <a:lnTo>
                    <a:pt x="2398450" y="238309"/>
                  </a:lnTo>
                  <a:lnTo>
                    <a:pt x="2408194" y="260519"/>
                  </a:lnTo>
                  <a:lnTo>
                    <a:pt x="2417953" y="271376"/>
                  </a:lnTo>
                  <a:lnTo>
                    <a:pt x="2427697" y="274700"/>
                  </a:lnTo>
                  <a:lnTo>
                    <a:pt x="2437441" y="247463"/>
                  </a:lnTo>
                  <a:lnTo>
                    <a:pt x="2447200" y="237481"/>
                  </a:lnTo>
                  <a:lnTo>
                    <a:pt x="2456944" y="226022"/>
                  </a:lnTo>
                  <a:lnTo>
                    <a:pt x="2466703" y="252576"/>
                  </a:lnTo>
                  <a:lnTo>
                    <a:pt x="2476446" y="220432"/>
                  </a:lnTo>
                  <a:lnTo>
                    <a:pt x="2486190" y="240911"/>
                  </a:lnTo>
                  <a:lnTo>
                    <a:pt x="2495949" y="247194"/>
                  </a:lnTo>
                  <a:lnTo>
                    <a:pt x="2505693" y="259461"/>
                  </a:lnTo>
                  <a:lnTo>
                    <a:pt x="2515452" y="263453"/>
                  </a:lnTo>
                  <a:lnTo>
                    <a:pt x="2525196" y="254828"/>
                  </a:lnTo>
                  <a:lnTo>
                    <a:pt x="2534940" y="250357"/>
                  </a:lnTo>
                  <a:lnTo>
                    <a:pt x="2544699" y="219151"/>
                  </a:lnTo>
                  <a:lnTo>
                    <a:pt x="2554443" y="189804"/>
                  </a:lnTo>
                  <a:lnTo>
                    <a:pt x="2564202" y="208131"/>
                  </a:lnTo>
                  <a:lnTo>
                    <a:pt x="2573946" y="211773"/>
                  </a:lnTo>
                  <a:lnTo>
                    <a:pt x="2583690" y="180065"/>
                  </a:lnTo>
                  <a:lnTo>
                    <a:pt x="2593448" y="191074"/>
                  </a:lnTo>
                  <a:lnTo>
                    <a:pt x="2603192" y="180231"/>
                  </a:lnTo>
                  <a:lnTo>
                    <a:pt x="2612951" y="170270"/>
                  </a:lnTo>
                  <a:lnTo>
                    <a:pt x="2622695" y="176785"/>
                  </a:lnTo>
                  <a:lnTo>
                    <a:pt x="2632439" y="178634"/>
                  </a:lnTo>
                  <a:lnTo>
                    <a:pt x="2642198" y="154026"/>
                  </a:lnTo>
                  <a:lnTo>
                    <a:pt x="2651942" y="156560"/>
                  </a:lnTo>
                  <a:lnTo>
                    <a:pt x="2661685" y="134642"/>
                  </a:lnTo>
                  <a:lnTo>
                    <a:pt x="2671444" y="159012"/>
                  </a:lnTo>
                  <a:lnTo>
                    <a:pt x="2681188" y="166778"/>
                  </a:lnTo>
                  <a:lnTo>
                    <a:pt x="2690947" y="178549"/>
                  </a:lnTo>
                  <a:lnTo>
                    <a:pt x="2700691" y="143568"/>
                  </a:lnTo>
                  <a:lnTo>
                    <a:pt x="2710435" y="114733"/>
                  </a:lnTo>
                  <a:lnTo>
                    <a:pt x="2720194" y="98534"/>
                  </a:lnTo>
                  <a:lnTo>
                    <a:pt x="2729938" y="119499"/>
                  </a:lnTo>
                  <a:lnTo>
                    <a:pt x="2739697" y="111248"/>
                  </a:lnTo>
                  <a:lnTo>
                    <a:pt x="2749441" y="128398"/>
                  </a:lnTo>
                  <a:lnTo>
                    <a:pt x="2759185" y="85714"/>
                  </a:lnTo>
                  <a:lnTo>
                    <a:pt x="2768943" y="99533"/>
                  </a:lnTo>
                  <a:lnTo>
                    <a:pt x="2778687" y="98308"/>
                  </a:lnTo>
                  <a:lnTo>
                    <a:pt x="2788446" y="102287"/>
                  </a:lnTo>
                  <a:lnTo>
                    <a:pt x="2798190" y="100071"/>
                  </a:lnTo>
                  <a:lnTo>
                    <a:pt x="2807934" y="102687"/>
                  </a:lnTo>
                  <a:lnTo>
                    <a:pt x="2817693" y="118894"/>
                  </a:lnTo>
                  <a:lnTo>
                    <a:pt x="2827437" y="149099"/>
                  </a:lnTo>
                  <a:lnTo>
                    <a:pt x="2837196" y="173318"/>
                  </a:lnTo>
                  <a:lnTo>
                    <a:pt x="2846940" y="178330"/>
                  </a:lnTo>
                  <a:lnTo>
                    <a:pt x="2856684" y="155860"/>
                  </a:lnTo>
                  <a:lnTo>
                    <a:pt x="2866442" y="121185"/>
                  </a:lnTo>
                  <a:lnTo>
                    <a:pt x="2876186" y="139027"/>
                  </a:lnTo>
                  <a:lnTo>
                    <a:pt x="2885945" y="181030"/>
                  </a:lnTo>
                  <a:lnTo>
                    <a:pt x="2895689" y="168460"/>
                  </a:lnTo>
                  <a:lnTo>
                    <a:pt x="2905433" y="198735"/>
                  </a:lnTo>
                  <a:lnTo>
                    <a:pt x="2915192" y="19766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1" name="Freeform 1040">
              <a:extLst>
                <a:ext uri="{FF2B5EF4-FFF2-40B4-BE49-F238E27FC236}">
                  <a16:creationId xmlns:a16="http://schemas.microsoft.com/office/drawing/2014/main" id="{207CCE50-D1DD-E03B-C660-21327B51CA2D}"/>
                </a:ext>
              </a:extLst>
            </p:cNvPr>
            <p:cNvSpPr/>
            <p:nvPr/>
          </p:nvSpPr>
          <p:spPr>
            <a:xfrm>
              <a:off x="4426652" y="3310550"/>
              <a:ext cx="2915191" cy="333641"/>
            </a:xfrm>
            <a:custGeom>
              <a:avLst/>
              <a:gdLst>
                <a:gd name="connsiteX0" fmla="*/ 0 w 2915191"/>
                <a:gd name="connsiteY0" fmla="*/ 324744 h 333641"/>
                <a:gd name="connsiteX1" fmla="*/ 9750 w 2915191"/>
                <a:gd name="connsiteY1" fmla="*/ 333642 h 333641"/>
                <a:gd name="connsiteX2" fmla="*/ 19500 w 2915191"/>
                <a:gd name="connsiteY2" fmla="*/ 295865 h 333641"/>
                <a:gd name="connsiteX3" fmla="*/ 29250 w 2915191"/>
                <a:gd name="connsiteY3" fmla="*/ 299806 h 333641"/>
                <a:gd name="connsiteX4" fmla="*/ 39000 w 2915191"/>
                <a:gd name="connsiteY4" fmla="*/ 308212 h 333641"/>
                <a:gd name="connsiteX5" fmla="*/ 48749 w 2915191"/>
                <a:gd name="connsiteY5" fmla="*/ 301375 h 333641"/>
                <a:gd name="connsiteX6" fmla="*/ 58499 w 2915191"/>
                <a:gd name="connsiteY6" fmla="*/ 295143 h 333641"/>
                <a:gd name="connsiteX7" fmla="*/ 68249 w 2915191"/>
                <a:gd name="connsiteY7" fmla="*/ 311383 h 333641"/>
                <a:gd name="connsiteX8" fmla="*/ 77998 w 2915191"/>
                <a:gd name="connsiteY8" fmla="*/ 311332 h 333641"/>
                <a:gd name="connsiteX9" fmla="*/ 87748 w 2915191"/>
                <a:gd name="connsiteY9" fmla="*/ 292254 h 333641"/>
                <a:gd name="connsiteX10" fmla="*/ 97497 w 2915191"/>
                <a:gd name="connsiteY10" fmla="*/ 297111 h 333641"/>
                <a:gd name="connsiteX11" fmla="*/ 107247 w 2915191"/>
                <a:gd name="connsiteY11" fmla="*/ 301661 h 333641"/>
                <a:gd name="connsiteX12" fmla="*/ 116997 w 2915191"/>
                <a:gd name="connsiteY12" fmla="*/ 310236 h 333641"/>
                <a:gd name="connsiteX13" fmla="*/ 126747 w 2915191"/>
                <a:gd name="connsiteY13" fmla="*/ 292014 h 333641"/>
                <a:gd name="connsiteX14" fmla="*/ 136497 w 2915191"/>
                <a:gd name="connsiteY14" fmla="*/ 293576 h 333641"/>
                <a:gd name="connsiteX15" fmla="*/ 146247 w 2915191"/>
                <a:gd name="connsiteY15" fmla="*/ 301640 h 333641"/>
                <a:gd name="connsiteX16" fmla="*/ 155997 w 2915191"/>
                <a:gd name="connsiteY16" fmla="*/ 309287 h 333641"/>
                <a:gd name="connsiteX17" fmla="*/ 165747 w 2915191"/>
                <a:gd name="connsiteY17" fmla="*/ 319118 h 333641"/>
                <a:gd name="connsiteX18" fmla="*/ 175497 w 2915191"/>
                <a:gd name="connsiteY18" fmla="*/ 319193 h 333641"/>
                <a:gd name="connsiteX19" fmla="*/ 185247 w 2915191"/>
                <a:gd name="connsiteY19" fmla="*/ 317499 h 333641"/>
                <a:gd name="connsiteX20" fmla="*/ 194996 w 2915191"/>
                <a:gd name="connsiteY20" fmla="*/ 280293 h 333641"/>
                <a:gd name="connsiteX21" fmla="*/ 204746 w 2915191"/>
                <a:gd name="connsiteY21" fmla="*/ 275569 h 333641"/>
                <a:gd name="connsiteX22" fmla="*/ 214495 w 2915191"/>
                <a:gd name="connsiteY22" fmla="*/ 281309 h 333641"/>
                <a:gd name="connsiteX23" fmla="*/ 224245 w 2915191"/>
                <a:gd name="connsiteY23" fmla="*/ 265835 h 333641"/>
                <a:gd name="connsiteX24" fmla="*/ 233995 w 2915191"/>
                <a:gd name="connsiteY24" fmla="*/ 270031 h 333641"/>
                <a:gd name="connsiteX25" fmla="*/ 243744 w 2915191"/>
                <a:gd name="connsiteY25" fmla="*/ 285330 h 333641"/>
                <a:gd name="connsiteX26" fmla="*/ 253494 w 2915191"/>
                <a:gd name="connsiteY26" fmla="*/ 275858 h 333641"/>
                <a:gd name="connsiteX27" fmla="*/ 263244 w 2915191"/>
                <a:gd name="connsiteY27" fmla="*/ 286257 h 333641"/>
                <a:gd name="connsiteX28" fmla="*/ 272994 w 2915191"/>
                <a:gd name="connsiteY28" fmla="*/ 280616 h 333641"/>
                <a:gd name="connsiteX29" fmla="*/ 282744 w 2915191"/>
                <a:gd name="connsiteY29" fmla="*/ 272657 h 333641"/>
                <a:gd name="connsiteX30" fmla="*/ 292494 w 2915191"/>
                <a:gd name="connsiteY30" fmla="*/ 240440 h 333641"/>
                <a:gd name="connsiteX31" fmla="*/ 302244 w 2915191"/>
                <a:gd name="connsiteY31" fmla="*/ 271677 h 333641"/>
                <a:gd name="connsiteX32" fmla="*/ 311994 w 2915191"/>
                <a:gd name="connsiteY32" fmla="*/ 264563 h 333641"/>
                <a:gd name="connsiteX33" fmla="*/ 321744 w 2915191"/>
                <a:gd name="connsiteY33" fmla="*/ 264388 h 333641"/>
                <a:gd name="connsiteX34" fmla="*/ 331493 w 2915191"/>
                <a:gd name="connsiteY34" fmla="*/ 286840 h 333641"/>
                <a:gd name="connsiteX35" fmla="*/ 341243 w 2915191"/>
                <a:gd name="connsiteY35" fmla="*/ 260159 h 333641"/>
                <a:gd name="connsiteX36" fmla="*/ 350993 w 2915191"/>
                <a:gd name="connsiteY36" fmla="*/ 282726 h 333641"/>
                <a:gd name="connsiteX37" fmla="*/ 360742 w 2915191"/>
                <a:gd name="connsiteY37" fmla="*/ 285526 h 333641"/>
                <a:gd name="connsiteX38" fmla="*/ 370492 w 2915191"/>
                <a:gd name="connsiteY38" fmla="*/ 289973 h 333641"/>
                <a:gd name="connsiteX39" fmla="*/ 380241 w 2915191"/>
                <a:gd name="connsiteY39" fmla="*/ 277870 h 333641"/>
                <a:gd name="connsiteX40" fmla="*/ 389991 w 2915191"/>
                <a:gd name="connsiteY40" fmla="*/ 284372 h 333641"/>
                <a:gd name="connsiteX41" fmla="*/ 399741 w 2915191"/>
                <a:gd name="connsiteY41" fmla="*/ 258333 h 333641"/>
                <a:gd name="connsiteX42" fmla="*/ 409491 w 2915191"/>
                <a:gd name="connsiteY42" fmla="*/ 257679 h 333641"/>
                <a:gd name="connsiteX43" fmla="*/ 419241 w 2915191"/>
                <a:gd name="connsiteY43" fmla="*/ 258704 h 333641"/>
                <a:gd name="connsiteX44" fmla="*/ 428991 w 2915191"/>
                <a:gd name="connsiteY44" fmla="*/ 259052 h 333641"/>
                <a:gd name="connsiteX45" fmla="*/ 438741 w 2915191"/>
                <a:gd name="connsiteY45" fmla="*/ 241212 h 333641"/>
                <a:gd name="connsiteX46" fmla="*/ 448491 w 2915191"/>
                <a:gd name="connsiteY46" fmla="*/ 255811 h 333641"/>
                <a:gd name="connsiteX47" fmla="*/ 458241 w 2915191"/>
                <a:gd name="connsiteY47" fmla="*/ 226494 h 333641"/>
                <a:gd name="connsiteX48" fmla="*/ 467991 w 2915191"/>
                <a:gd name="connsiteY48" fmla="*/ 231235 h 333641"/>
                <a:gd name="connsiteX49" fmla="*/ 477740 w 2915191"/>
                <a:gd name="connsiteY49" fmla="*/ 234705 h 333641"/>
                <a:gd name="connsiteX50" fmla="*/ 487490 w 2915191"/>
                <a:gd name="connsiteY50" fmla="*/ 227439 h 333641"/>
                <a:gd name="connsiteX51" fmla="*/ 497239 w 2915191"/>
                <a:gd name="connsiteY51" fmla="*/ 235079 h 333641"/>
                <a:gd name="connsiteX52" fmla="*/ 506989 w 2915191"/>
                <a:gd name="connsiteY52" fmla="*/ 258019 h 333641"/>
                <a:gd name="connsiteX53" fmla="*/ 516738 w 2915191"/>
                <a:gd name="connsiteY53" fmla="*/ 217327 h 333641"/>
                <a:gd name="connsiteX54" fmla="*/ 526488 w 2915191"/>
                <a:gd name="connsiteY54" fmla="*/ 192513 h 333641"/>
                <a:gd name="connsiteX55" fmla="*/ 536238 w 2915191"/>
                <a:gd name="connsiteY55" fmla="*/ 183833 h 333641"/>
                <a:gd name="connsiteX56" fmla="*/ 545988 w 2915191"/>
                <a:gd name="connsiteY56" fmla="*/ 189158 h 333641"/>
                <a:gd name="connsiteX57" fmla="*/ 555738 w 2915191"/>
                <a:gd name="connsiteY57" fmla="*/ 192155 h 333641"/>
                <a:gd name="connsiteX58" fmla="*/ 565488 w 2915191"/>
                <a:gd name="connsiteY58" fmla="*/ 187818 h 333641"/>
                <a:gd name="connsiteX59" fmla="*/ 575238 w 2915191"/>
                <a:gd name="connsiteY59" fmla="*/ 182703 h 333641"/>
                <a:gd name="connsiteX60" fmla="*/ 584988 w 2915191"/>
                <a:gd name="connsiteY60" fmla="*/ 173385 h 333641"/>
                <a:gd name="connsiteX61" fmla="*/ 594738 w 2915191"/>
                <a:gd name="connsiteY61" fmla="*/ 161982 h 333641"/>
                <a:gd name="connsiteX62" fmla="*/ 604488 w 2915191"/>
                <a:gd name="connsiteY62" fmla="*/ 165160 h 333641"/>
                <a:gd name="connsiteX63" fmla="*/ 614237 w 2915191"/>
                <a:gd name="connsiteY63" fmla="*/ 141415 h 333641"/>
                <a:gd name="connsiteX64" fmla="*/ 623987 w 2915191"/>
                <a:gd name="connsiteY64" fmla="*/ 196662 h 333641"/>
                <a:gd name="connsiteX65" fmla="*/ 633736 w 2915191"/>
                <a:gd name="connsiteY65" fmla="*/ 218659 h 333641"/>
                <a:gd name="connsiteX66" fmla="*/ 643486 w 2915191"/>
                <a:gd name="connsiteY66" fmla="*/ 260708 h 333641"/>
                <a:gd name="connsiteX67" fmla="*/ 653236 w 2915191"/>
                <a:gd name="connsiteY67" fmla="*/ 252529 h 333641"/>
                <a:gd name="connsiteX68" fmla="*/ 662985 w 2915191"/>
                <a:gd name="connsiteY68" fmla="*/ 252086 h 333641"/>
                <a:gd name="connsiteX69" fmla="*/ 672735 w 2915191"/>
                <a:gd name="connsiteY69" fmla="*/ 227190 h 333641"/>
                <a:gd name="connsiteX70" fmla="*/ 682485 w 2915191"/>
                <a:gd name="connsiteY70" fmla="*/ 209113 h 333641"/>
                <a:gd name="connsiteX71" fmla="*/ 692235 w 2915191"/>
                <a:gd name="connsiteY71" fmla="*/ 199319 h 333641"/>
                <a:gd name="connsiteX72" fmla="*/ 701985 w 2915191"/>
                <a:gd name="connsiteY72" fmla="*/ 202663 h 333641"/>
                <a:gd name="connsiteX73" fmla="*/ 711735 w 2915191"/>
                <a:gd name="connsiteY73" fmla="*/ 186686 h 333641"/>
                <a:gd name="connsiteX74" fmla="*/ 721485 w 2915191"/>
                <a:gd name="connsiteY74" fmla="*/ 169025 h 333641"/>
                <a:gd name="connsiteX75" fmla="*/ 731235 w 2915191"/>
                <a:gd name="connsiteY75" fmla="*/ 212750 h 333641"/>
                <a:gd name="connsiteX76" fmla="*/ 740985 w 2915191"/>
                <a:gd name="connsiteY76" fmla="*/ 223509 h 333641"/>
                <a:gd name="connsiteX77" fmla="*/ 750734 w 2915191"/>
                <a:gd name="connsiteY77" fmla="*/ 233974 h 333641"/>
                <a:gd name="connsiteX78" fmla="*/ 760484 w 2915191"/>
                <a:gd name="connsiteY78" fmla="*/ 235216 h 333641"/>
                <a:gd name="connsiteX79" fmla="*/ 770233 w 2915191"/>
                <a:gd name="connsiteY79" fmla="*/ 248861 h 333641"/>
                <a:gd name="connsiteX80" fmla="*/ 779983 w 2915191"/>
                <a:gd name="connsiteY80" fmla="*/ 291652 h 333641"/>
                <a:gd name="connsiteX81" fmla="*/ 789733 w 2915191"/>
                <a:gd name="connsiteY81" fmla="*/ 288729 h 333641"/>
                <a:gd name="connsiteX82" fmla="*/ 799482 w 2915191"/>
                <a:gd name="connsiteY82" fmla="*/ 261800 h 333641"/>
                <a:gd name="connsiteX83" fmla="*/ 809232 w 2915191"/>
                <a:gd name="connsiteY83" fmla="*/ 250938 h 333641"/>
                <a:gd name="connsiteX84" fmla="*/ 818982 w 2915191"/>
                <a:gd name="connsiteY84" fmla="*/ 267295 h 333641"/>
                <a:gd name="connsiteX85" fmla="*/ 828732 w 2915191"/>
                <a:gd name="connsiteY85" fmla="*/ 260485 h 333641"/>
                <a:gd name="connsiteX86" fmla="*/ 838482 w 2915191"/>
                <a:gd name="connsiteY86" fmla="*/ 248664 h 333641"/>
                <a:gd name="connsiteX87" fmla="*/ 848232 w 2915191"/>
                <a:gd name="connsiteY87" fmla="*/ 249242 h 333641"/>
                <a:gd name="connsiteX88" fmla="*/ 857982 w 2915191"/>
                <a:gd name="connsiteY88" fmla="*/ 237424 h 333641"/>
                <a:gd name="connsiteX89" fmla="*/ 867732 w 2915191"/>
                <a:gd name="connsiteY89" fmla="*/ 268290 h 333641"/>
                <a:gd name="connsiteX90" fmla="*/ 877482 w 2915191"/>
                <a:gd name="connsiteY90" fmla="*/ 246031 h 333641"/>
                <a:gd name="connsiteX91" fmla="*/ 887231 w 2915191"/>
                <a:gd name="connsiteY91" fmla="*/ 237962 h 333641"/>
                <a:gd name="connsiteX92" fmla="*/ 896981 w 2915191"/>
                <a:gd name="connsiteY92" fmla="*/ 233702 h 333641"/>
                <a:gd name="connsiteX93" fmla="*/ 906730 w 2915191"/>
                <a:gd name="connsiteY93" fmla="*/ 227929 h 333641"/>
                <a:gd name="connsiteX94" fmla="*/ 916480 w 2915191"/>
                <a:gd name="connsiteY94" fmla="*/ 212971 h 333641"/>
                <a:gd name="connsiteX95" fmla="*/ 926230 w 2915191"/>
                <a:gd name="connsiteY95" fmla="*/ 161234 h 333641"/>
                <a:gd name="connsiteX96" fmla="*/ 935979 w 2915191"/>
                <a:gd name="connsiteY96" fmla="*/ 174644 h 333641"/>
                <a:gd name="connsiteX97" fmla="*/ 945729 w 2915191"/>
                <a:gd name="connsiteY97" fmla="*/ 160017 h 333641"/>
                <a:gd name="connsiteX98" fmla="*/ 955479 w 2915191"/>
                <a:gd name="connsiteY98" fmla="*/ 181137 h 333641"/>
                <a:gd name="connsiteX99" fmla="*/ 965229 w 2915191"/>
                <a:gd name="connsiteY99" fmla="*/ 158288 h 333641"/>
                <a:gd name="connsiteX100" fmla="*/ 974979 w 2915191"/>
                <a:gd name="connsiteY100" fmla="*/ 150529 h 333641"/>
                <a:gd name="connsiteX101" fmla="*/ 984729 w 2915191"/>
                <a:gd name="connsiteY101" fmla="*/ 155933 h 333641"/>
                <a:gd name="connsiteX102" fmla="*/ 994474 w 2915191"/>
                <a:gd name="connsiteY102" fmla="*/ 173210 h 333641"/>
                <a:gd name="connsiteX103" fmla="*/ 1004233 w 2915191"/>
                <a:gd name="connsiteY103" fmla="*/ 162500 h 333641"/>
                <a:gd name="connsiteX104" fmla="*/ 1013977 w 2915191"/>
                <a:gd name="connsiteY104" fmla="*/ 137245 h 333641"/>
                <a:gd name="connsiteX105" fmla="*/ 1023721 w 2915191"/>
                <a:gd name="connsiteY105" fmla="*/ 103253 h 333641"/>
                <a:gd name="connsiteX106" fmla="*/ 1033480 w 2915191"/>
                <a:gd name="connsiteY106" fmla="*/ 113359 h 333641"/>
                <a:gd name="connsiteX107" fmla="*/ 1043224 w 2915191"/>
                <a:gd name="connsiteY107" fmla="*/ 112784 h 333641"/>
                <a:gd name="connsiteX108" fmla="*/ 1052983 w 2915191"/>
                <a:gd name="connsiteY108" fmla="*/ 131448 h 333641"/>
                <a:gd name="connsiteX109" fmla="*/ 1062727 w 2915191"/>
                <a:gd name="connsiteY109" fmla="*/ 171252 h 333641"/>
                <a:gd name="connsiteX110" fmla="*/ 1072471 w 2915191"/>
                <a:gd name="connsiteY110" fmla="*/ 160589 h 333641"/>
                <a:gd name="connsiteX111" fmla="*/ 1082230 w 2915191"/>
                <a:gd name="connsiteY111" fmla="*/ 179805 h 333641"/>
                <a:gd name="connsiteX112" fmla="*/ 1091973 w 2915191"/>
                <a:gd name="connsiteY112" fmla="*/ 202310 h 333641"/>
                <a:gd name="connsiteX113" fmla="*/ 1101732 w 2915191"/>
                <a:gd name="connsiteY113" fmla="*/ 220985 h 333641"/>
                <a:gd name="connsiteX114" fmla="*/ 1111476 w 2915191"/>
                <a:gd name="connsiteY114" fmla="*/ 239872 h 333641"/>
                <a:gd name="connsiteX115" fmla="*/ 1121220 w 2915191"/>
                <a:gd name="connsiteY115" fmla="*/ 230876 h 333641"/>
                <a:gd name="connsiteX116" fmla="*/ 1130979 w 2915191"/>
                <a:gd name="connsiteY116" fmla="*/ 219362 h 333641"/>
                <a:gd name="connsiteX117" fmla="*/ 1140723 w 2915191"/>
                <a:gd name="connsiteY117" fmla="*/ 187605 h 333641"/>
                <a:gd name="connsiteX118" fmla="*/ 1150482 w 2915191"/>
                <a:gd name="connsiteY118" fmla="*/ 184476 h 333641"/>
                <a:gd name="connsiteX119" fmla="*/ 1160226 w 2915191"/>
                <a:gd name="connsiteY119" fmla="*/ 192148 h 333641"/>
                <a:gd name="connsiteX120" fmla="*/ 1169969 w 2915191"/>
                <a:gd name="connsiteY120" fmla="*/ 169707 h 333641"/>
                <a:gd name="connsiteX121" fmla="*/ 1179728 w 2915191"/>
                <a:gd name="connsiteY121" fmla="*/ 164611 h 333641"/>
                <a:gd name="connsiteX122" fmla="*/ 1189472 w 2915191"/>
                <a:gd name="connsiteY122" fmla="*/ 127736 h 333641"/>
                <a:gd name="connsiteX123" fmla="*/ 1199231 w 2915191"/>
                <a:gd name="connsiteY123" fmla="*/ 145504 h 333641"/>
                <a:gd name="connsiteX124" fmla="*/ 1208975 w 2915191"/>
                <a:gd name="connsiteY124" fmla="*/ 145588 h 333641"/>
                <a:gd name="connsiteX125" fmla="*/ 1218719 w 2915191"/>
                <a:gd name="connsiteY125" fmla="*/ 154248 h 333641"/>
                <a:gd name="connsiteX126" fmla="*/ 1228478 w 2915191"/>
                <a:gd name="connsiteY126" fmla="*/ 172597 h 333641"/>
                <a:gd name="connsiteX127" fmla="*/ 1238222 w 2915191"/>
                <a:gd name="connsiteY127" fmla="*/ 143936 h 333641"/>
                <a:gd name="connsiteX128" fmla="*/ 1247966 w 2915191"/>
                <a:gd name="connsiteY128" fmla="*/ 157750 h 333641"/>
                <a:gd name="connsiteX129" fmla="*/ 1257725 w 2915191"/>
                <a:gd name="connsiteY129" fmla="*/ 160621 h 333641"/>
                <a:gd name="connsiteX130" fmla="*/ 1267469 w 2915191"/>
                <a:gd name="connsiteY130" fmla="*/ 184877 h 333641"/>
                <a:gd name="connsiteX131" fmla="*/ 1277227 w 2915191"/>
                <a:gd name="connsiteY131" fmla="*/ 172854 h 333641"/>
                <a:gd name="connsiteX132" fmla="*/ 1286971 w 2915191"/>
                <a:gd name="connsiteY132" fmla="*/ 167442 h 333641"/>
                <a:gd name="connsiteX133" fmla="*/ 1296715 w 2915191"/>
                <a:gd name="connsiteY133" fmla="*/ 166527 h 333641"/>
                <a:gd name="connsiteX134" fmla="*/ 1306474 w 2915191"/>
                <a:gd name="connsiteY134" fmla="*/ 180395 h 333641"/>
                <a:gd name="connsiteX135" fmla="*/ 1316218 w 2915191"/>
                <a:gd name="connsiteY135" fmla="*/ 150900 h 333641"/>
                <a:gd name="connsiteX136" fmla="*/ 1325977 w 2915191"/>
                <a:gd name="connsiteY136" fmla="*/ 161085 h 333641"/>
                <a:gd name="connsiteX137" fmla="*/ 1335721 w 2915191"/>
                <a:gd name="connsiteY137" fmla="*/ 158488 h 333641"/>
                <a:gd name="connsiteX138" fmla="*/ 1345465 w 2915191"/>
                <a:gd name="connsiteY138" fmla="*/ 150800 h 333641"/>
                <a:gd name="connsiteX139" fmla="*/ 1355224 w 2915191"/>
                <a:gd name="connsiteY139" fmla="*/ 146615 h 333641"/>
                <a:gd name="connsiteX140" fmla="*/ 1364967 w 2915191"/>
                <a:gd name="connsiteY140" fmla="*/ 185683 h 333641"/>
                <a:gd name="connsiteX141" fmla="*/ 1374726 w 2915191"/>
                <a:gd name="connsiteY141" fmla="*/ 201267 h 333641"/>
                <a:gd name="connsiteX142" fmla="*/ 1384470 w 2915191"/>
                <a:gd name="connsiteY142" fmla="*/ 177754 h 333641"/>
                <a:gd name="connsiteX143" fmla="*/ 1394214 w 2915191"/>
                <a:gd name="connsiteY143" fmla="*/ 193423 h 333641"/>
                <a:gd name="connsiteX144" fmla="*/ 1403973 w 2915191"/>
                <a:gd name="connsiteY144" fmla="*/ 181982 h 333641"/>
                <a:gd name="connsiteX145" fmla="*/ 1413717 w 2915191"/>
                <a:gd name="connsiteY145" fmla="*/ 192711 h 333641"/>
                <a:gd name="connsiteX146" fmla="*/ 1423476 w 2915191"/>
                <a:gd name="connsiteY146" fmla="*/ 181869 h 333641"/>
                <a:gd name="connsiteX147" fmla="*/ 1433220 w 2915191"/>
                <a:gd name="connsiteY147" fmla="*/ 186607 h 333641"/>
                <a:gd name="connsiteX148" fmla="*/ 1442964 w 2915191"/>
                <a:gd name="connsiteY148" fmla="*/ 191561 h 333641"/>
                <a:gd name="connsiteX149" fmla="*/ 1452722 w 2915191"/>
                <a:gd name="connsiteY149" fmla="*/ 171724 h 333641"/>
                <a:gd name="connsiteX150" fmla="*/ 1462466 w 2915191"/>
                <a:gd name="connsiteY150" fmla="*/ 158597 h 333641"/>
                <a:gd name="connsiteX151" fmla="*/ 1472225 w 2915191"/>
                <a:gd name="connsiteY151" fmla="*/ 188958 h 333641"/>
                <a:gd name="connsiteX152" fmla="*/ 1481969 w 2915191"/>
                <a:gd name="connsiteY152" fmla="*/ 157885 h 333641"/>
                <a:gd name="connsiteX153" fmla="*/ 1491713 w 2915191"/>
                <a:gd name="connsiteY153" fmla="*/ 150953 h 333641"/>
                <a:gd name="connsiteX154" fmla="*/ 1501472 w 2915191"/>
                <a:gd name="connsiteY154" fmla="*/ 163980 h 333641"/>
                <a:gd name="connsiteX155" fmla="*/ 1511216 w 2915191"/>
                <a:gd name="connsiteY155" fmla="*/ 140649 h 333641"/>
                <a:gd name="connsiteX156" fmla="*/ 1520960 w 2915191"/>
                <a:gd name="connsiteY156" fmla="*/ 131120 h 333641"/>
                <a:gd name="connsiteX157" fmla="*/ 1530719 w 2915191"/>
                <a:gd name="connsiteY157" fmla="*/ 144276 h 333641"/>
                <a:gd name="connsiteX158" fmla="*/ 1540463 w 2915191"/>
                <a:gd name="connsiteY158" fmla="*/ 166475 h 333641"/>
                <a:gd name="connsiteX159" fmla="*/ 1550221 w 2915191"/>
                <a:gd name="connsiteY159" fmla="*/ 145827 h 333641"/>
                <a:gd name="connsiteX160" fmla="*/ 1559965 w 2915191"/>
                <a:gd name="connsiteY160" fmla="*/ 148181 h 333641"/>
                <a:gd name="connsiteX161" fmla="*/ 1569709 w 2915191"/>
                <a:gd name="connsiteY161" fmla="*/ 138546 h 333641"/>
                <a:gd name="connsiteX162" fmla="*/ 1579468 w 2915191"/>
                <a:gd name="connsiteY162" fmla="*/ 132549 h 333641"/>
                <a:gd name="connsiteX163" fmla="*/ 1589212 w 2915191"/>
                <a:gd name="connsiteY163" fmla="*/ 120230 h 333641"/>
                <a:gd name="connsiteX164" fmla="*/ 1598971 w 2915191"/>
                <a:gd name="connsiteY164" fmla="*/ 114026 h 333641"/>
                <a:gd name="connsiteX165" fmla="*/ 1608715 w 2915191"/>
                <a:gd name="connsiteY165" fmla="*/ 105987 h 333641"/>
                <a:gd name="connsiteX166" fmla="*/ 1618459 w 2915191"/>
                <a:gd name="connsiteY166" fmla="*/ 70736 h 333641"/>
                <a:gd name="connsiteX167" fmla="*/ 1628218 w 2915191"/>
                <a:gd name="connsiteY167" fmla="*/ 42364 h 333641"/>
                <a:gd name="connsiteX168" fmla="*/ 1637962 w 2915191"/>
                <a:gd name="connsiteY168" fmla="*/ 59240 h 333641"/>
                <a:gd name="connsiteX169" fmla="*/ 1647720 w 2915191"/>
                <a:gd name="connsiteY169" fmla="*/ 44347 h 333641"/>
                <a:gd name="connsiteX170" fmla="*/ 1657464 w 2915191"/>
                <a:gd name="connsiteY170" fmla="*/ 53785 h 333641"/>
                <a:gd name="connsiteX171" fmla="*/ 1667208 w 2915191"/>
                <a:gd name="connsiteY171" fmla="*/ 59770 h 333641"/>
                <a:gd name="connsiteX172" fmla="*/ 1676967 w 2915191"/>
                <a:gd name="connsiteY172" fmla="*/ 90382 h 333641"/>
                <a:gd name="connsiteX173" fmla="*/ 1686711 w 2915191"/>
                <a:gd name="connsiteY173" fmla="*/ 67832 h 333641"/>
                <a:gd name="connsiteX174" fmla="*/ 1696470 w 2915191"/>
                <a:gd name="connsiteY174" fmla="*/ 54770 h 333641"/>
                <a:gd name="connsiteX175" fmla="*/ 1706214 w 2915191"/>
                <a:gd name="connsiteY175" fmla="*/ 78038 h 333641"/>
                <a:gd name="connsiteX176" fmla="*/ 1715958 w 2915191"/>
                <a:gd name="connsiteY176" fmla="*/ 84787 h 333641"/>
                <a:gd name="connsiteX177" fmla="*/ 1725716 w 2915191"/>
                <a:gd name="connsiteY177" fmla="*/ 103445 h 333641"/>
                <a:gd name="connsiteX178" fmla="*/ 1735460 w 2915191"/>
                <a:gd name="connsiteY178" fmla="*/ 86161 h 333641"/>
                <a:gd name="connsiteX179" fmla="*/ 1745219 w 2915191"/>
                <a:gd name="connsiteY179" fmla="*/ 108979 h 333641"/>
                <a:gd name="connsiteX180" fmla="*/ 1754963 w 2915191"/>
                <a:gd name="connsiteY180" fmla="*/ 146247 h 333641"/>
                <a:gd name="connsiteX181" fmla="*/ 1764707 w 2915191"/>
                <a:gd name="connsiteY181" fmla="*/ 128818 h 333641"/>
                <a:gd name="connsiteX182" fmla="*/ 1774466 w 2915191"/>
                <a:gd name="connsiteY182" fmla="*/ 116197 h 333641"/>
                <a:gd name="connsiteX183" fmla="*/ 1784210 w 2915191"/>
                <a:gd name="connsiteY183" fmla="*/ 98353 h 333641"/>
                <a:gd name="connsiteX184" fmla="*/ 1793969 w 2915191"/>
                <a:gd name="connsiteY184" fmla="*/ 126001 h 333641"/>
                <a:gd name="connsiteX185" fmla="*/ 1803713 w 2915191"/>
                <a:gd name="connsiteY185" fmla="*/ 116757 h 333641"/>
                <a:gd name="connsiteX186" fmla="*/ 1813457 w 2915191"/>
                <a:gd name="connsiteY186" fmla="*/ 121887 h 333641"/>
                <a:gd name="connsiteX187" fmla="*/ 1823215 w 2915191"/>
                <a:gd name="connsiteY187" fmla="*/ 131375 h 333641"/>
                <a:gd name="connsiteX188" fmla="*/ 1832959 w 2915191"/>
                <a:gd name="connsiteY188" fmla="*/ 150365 h 333641"/>
                <a:gd name="connsiteX189" fmla="*/ 1842703 w 2915191"/>
                <a:gd name="connsiteY189" fmla="*/ 162411 h 333641"/>
                <a:gd name="connsiteX190" fmla="*/ 1852462 w 2915191"/>
                <a:gd name="connsiteY190" fmla="*/ 169074 h 333641"/>
                <a:gd name="connsiteX191" fmla="*/ 1862206 w 2915191"/>
                <a:gd name="connsiteY191" fmla="*/ 157311 h 333641"/>
                <a:gd name="connsiteX192" fmla="*/ 1871965 w 2915191"/>
                <a:gd name="connsiteY192" fmla="*/ 152216 h 333641"/>
                <a:gd name="connsiteX193" fmla="*/ 1881709 w 2915191"/>
                <a:gd name="connsiteY193" fmla="*/ 149635 h 333641"/>
                <a:gd name="connsiteX194" fmla="*/ 1891453 w 2915191"/>
                <a:gd name="connsiteY194" fmla="*/ 148117 h 333641"/>
                <a:gd name="connsiteX195" fmla="*/ 1901212 w 2915191"/>
                <a:gd name="connsiteY195" fmla="*/ 113478 h 333641"/>
                <a:gd name="connsiteX196" fmla="*/ 1910956 w 2915191"/>
                <a:gd name="connsiteY196" fmla="*/ 130838 h 333641"/>
                <a:gd name="connsiteX197" fmla="*/ 1920714 w 2915191"/>
                <a:gd name="connsiteY197" fmla="*/ 121701 h 333641"/>
                <a:gd name="connsiteX198" fmla="*/ 1930458 w 2915191"/>
                <a:gd name="connsiteY198" fmla="*/ 125302 h 333641"/>
                <a:gd name="connsiteX199" fmla="*/ 1940202 w 2915191"/>
                <a:gd name="connsiteY199" fmla="*/ 123012 h 333641"/>
                <a:gd name="connsiteX200" fmla="*/ 1949961 w 2915191"/>
                <a:gd name="connsiteY200" fmla="*/ 93998 h 333641"/>
                <a:gd name="connsiteX201" fmla="*/ 1959705 w 2915191"/>
                <a:gd name="connsiteY201" fmla="*/ 121336 h 333641"/>
                <a:gd name="connsiteX202" fmla="*/ 1969464 w 2915191"/>
                <a:gd name="connsiteY202" fmla="*/ 122260 h 333641"/>
                <a:gd name="connsiteX203" fmla="*/ 1979208 w 2915191"/>
                <a:gd name="connsiteY203" fmla="*/ 88765 h 333641"/>
                <a:gd name="connsiteX204" fmla="*/ 1988952 w 2915191"/>
                <a:gd name="connsiteY204" fmla="*/ 58167 h 333641"/>
                <a:gd name="connsiteX205" fmla="*/ 1998711 w 2915191"/>
                <a:gd name="connsiteY205" fmla="*/ 100017 h 333641"/>
                <a:gd name="connsiteX206" fmla="*/ 2008454 w 2915191"/>
                <a:gd name="connsiteY206" fmla="*/ 97076 h 333641"/>
                <a:gd name="connsiteX207" fmla="*/ 2018213 w 2915191"/>
                <a:gd name="connsiteY207" fmla="*/ 114129 h 333641"/>
                <a:gd name="connsiteX208" fmla="*/ 2027957 w 2915191"/>
                <a:gd name="connsiteY208" fmla="*/ 143272 h 333641"/>
                <a:gd name="connsiteX209" fmla="*/ 2037701 w 2915191"/>
                <a:gd name="connsiteY209" fmla="*/ 171416 h 333641"/>
                <a:gd name="connsiteX210" fmla="*/ 2047460 w 2915191"/>
                <a:gd name="connsiteY210" fmla="*/ 218066 h 333641"/>
                <a:gd name="connsiteX211" fmla="*/ 2057204 w 2915191"/>
                <a:gd name="connsiteY211" fmla="*/ 189777 h 333641"/>
                <a:gd name="connsiteX212" fmla="*/ 2066963 w 2915191"/>
                <a:gd name="connsiteY212" fmla="*/ 145740 h 333641"/>
                <a:gd name="connsiteX213" fmla="*/ 2076707 w 2915191"/>
                <a:gd name="connsiteY213" fmla="*/ 170201 h 333641"/>
                <a:gd name="connsiteX214" fmla="*/ 2086451 w 2915191"/>
                <a:gd name="connsiteY214" fmla="*/ 184345 h 333641"/>
                <a:gd name="connsiteX215" fmla="*/ 2096210 w 2915191"/>
                <a:gd name="connsiteY215" fmla="*/ 162213 h 333641"/>
                <a:gd name="connsiteX216" fmla="*/ 2105954 w 2915191"/>
                <a:gd name="connsiteY216" fmla="*/ 155776 h 333641"/>
                <a:gd name="connsiteX217" fmla="*/ 2115697 w 2915191"/>
                <a:gd name="connsiteY217" fmla="*/ 151484 h 333641"/>
                <a:gd name="connsiteX218" fmla="*/ 2125456 w 2915191"/>
                <a:gd name="connsiteY218" fmla="*/ 154224 h 333641"/>
                <a:gd name="connsiteX219" fmla="*/ 2135200 w 2915191"/>
                <a:gd name="connsiteY219" fmla="*/ 185235 h 333641"/>
                <a:gd name="connsiteX220" fmla="*/ 2144959 w 2915191"/>
                <a:gd name="connsiteY220" fmla="*/ 176806 h 333641"/>
                <a:gd name="connsiteX221" fmla="*/ 2154703 w 2915191"/>
                <a:gd name="connsiteY221" fmla="*/ 134724 h 333641"/>
                <a:gd name="connsiteX222" fmla="*/ 2164447 w 2915191"/>
                <a:gd name="connsiteY222" fmla="*/ 138218 h 333641"/>
                <a:gd name="connsiteX223" fmla="*/ 2174206 w 2915191"/>
                <a:gd name="connsiteY223" fmla="*/ 155046 h 333641"/>
                <a:gd name="connsiteX224" fmla="*/ 2183950 w 2915191"/>
                <a:gd name="connsiteY224" fmla="*/ 159112 h 333641"/>
                <a:gd name="connsiteX225" fmla="*/ 2193709 w 2915191"/>
                <a:gd name="connsiteY225" fmla="*/ 141604 h 333641"/>
                <a:gd name="connsiteX226" fmla="*/ 2203452 w 2915191"/>
                <a:gd name="connsiteY226" fmla="*/ 145051 h 333641"/>
                <a:gd name="connsiteX227" fmla="*/ 2213196 w 2915191"/>
                <a:gd name="connsiteY227" fmla="*/ 126366 h 333641"/>
                <a:gd name="connsiteX228" fmla="*/ 2222955 w 2915191"/>
                <a:gd name="connsiteY228" fmla="*/ 133379 h 333641"/>
                <a:gd name="connsiteX229" fmla="*/ 2232699 w 2915191"/>
                <a:gd name="connsiteY229" fmla="*/ 140179 h 333641"/>
                <a:gd name="connsiteX230" fmla="*/ 2242458 w 2915191"/>
                <a:gd name="connsiteY230" fmla="*/ 151900 h 333641"/>
                <a:gd name="connsiteX231" fmla="*/ 2252202 w 2915191"/>
                <a:gd name="connsiteY231" fmla="*/ 114779 h 333641"/>
                <a:gd name="connsiteX232" fmla="*/ 2261946 w 2915191"/>
                <a:gd name="connsiteY232" fmla="*/ 116827 h 333641"/>
                <a:gd name="connsiteX233" fmla="*/ 2271705 w 2915191"/>
                <a:gd name="connsiteY233" fmla="*/ 123723 h 333641"/>
                <a:gd name="connsiteX234" fmla="*/ 2281449 w 2915191"/>
                <a:gd name="connsiteY234" fmla="*/ 102690 h 333641"/>
                <a:gd name="connsiteX235" fmla="*/ 2291208 w 2915191"/>
                <a:gd name="connsiteY235" fmla="*/ 87557 h 333641"/>
                <a:gd name="connsiteX236" fmla="*/ 2300951 w 2915191"/>
                <a:gd name="connsiteY236" fmla="*/ 145146 h 333641"/>
                <a:gd name="connsiteX237" fmla="*/ 2310695 w 2915191"/>
                <a:gd name="connsiteY237" fmla="*/ 143964 h 333641"/>
                <a:gd name="connsiteX238" fmla="*/ 2320454 w 2915191"/>
                <a:gd name="connsiteY238" fmla="*/ 149173 h 333641"/>
                <a:gd name="connsiteX239" fmla="*/ 2330198 w 2915191"/>
                <a:gd name="connsiteY239" fmla="*/ 163454 h 333641"/>
                <a:gd name="connsiteX240" fmla="*/ 2339957 w 2915191"/>
                <a:gd name="connsiteY240" fmla="*/ 151268 h 333641"/>
                <a:gd name="connsiteX241" fmla="*/ 2349701 w 2915191"/>
                <a:gd name="connsiteY241" fmla="*/ 147838 h 333641"/>
                <a:gd name="connsiteX242" fmla="*/ 2359445 w 2915191"/>
                <a:gd name="connsiteY242" fmla="*/ 138757 h 333641"/>
                <a:gd name="connsiteX243" fmla="*/ 2369204 w 2915191"/>
                <a:gd name="connsiteY243" fmla="*/ 151131 h 333641"/>
                <a:gd name="connsiteX244" fmla="*/ 2378948 w 2915191"/>
                <a:gd name="connsiteY244" fmla="*/ 213091 h 333641"/>
                <a:gd name="connsiteX245" fmla="*/ 2388692 w 2915191"/>
                <a:gd name="connsiteY245" fmla="*/ 229695 h 333641"/>
                <a:gd name="connsiteX246" fmla="*/ 2398450 w 2915191"/>
                <a:gd name="connsiteY246" fmla="*/ 238983 h 333641"/>
                <a:gd name="connsiteX247" fmla="*/ 2408194 w 2915191"/>
                <a:gd name="connsiteY247" fmla="*/ 236282 h 333641"/>
                <a:gd name="connsiteX248" fmla="*/ 2417953 w 2915191"/>
                <a:gd name="connsiteY248" fmla="*/ 257286 h 333641"/>
                <a:gd name="connsiteX249" fmla="*/ 2427697 w 2915191"/>
                <a:gd name="connsiteY249" fmla="*/ 242034 h 333641"/>
                <a:gd name="connsiteX250" fmla="*/ 2437441 w 2915191"/>
                <a:gd name="connsiteY250" fmla="*/ 254387 h 333641"/>
                <a:gd name="connsiteX251" fmla="*/ 2447200 w 2915191"/>
                <a:gd name="connsiteY251" fmla="*/ 244132 h 333641"/>
                <a:gd name="connsiteX252" fmla="*/ 2456944 w 2915191"/>
                <a:gd name="connsiteY252" fmla="*/ 210518 h 333641"/>
                <a:gd name="connsiteX253" fmla="*/ 2466703 w 2915191"/>
                <a:gd name="connsiteY253" fmla="*/ 188091 h 333641"/>
                <a:gd name="connsiteX254" fmla="*/ 2476446 w 2915191"/>
                <a:gd name="connsiteY254" fmla="*/ 191135 h 333641"/>
                <a:gd name="connsiteX255" fmla="*/ 2486190 w 2915191"/>
                <a:gd name="connsiteY255" fmla="*/ 161326 h 333641"/>
                <a:gd name="connsiteX256" fmla="*/ 2495949 w 2915191"/>
                <a:gd name="connsiteY256" fmla="*/ 180240 h 333641"/>
                <a:gd name="connsiteX257" fmla="*/ 2505693 w 2915191"/>
                <a:gd name="connsiteY257" fmla="*/ 159692 h 333641"/>
                <a:gd name="connsiteX258" fmla="*/ 2515452 w 2915191"/>
                <a:gd name="connsiteY258" fmla="*/ 174789 h 333641"/>
                <a:gd name="connsiteX259" fmla="*/ 2525196 w 2915191"/>
                <a:gd name="connsiteY259" fmla="*/ 181583 h 333641"/>
                <a:gd name="connsiteX260" fmla="*/ 2534940 w 2915191"/>
                <a:gd name="connsiteY260" fmla="*/ 189642 h 333641"/>
                <a:gd name="connsiteX261" fmla="*/ 2544699 w 2915191"/>
                <a:gd name="connsiteY261" fmla="*/ 199988 h 333641"/>
                <a:gd name="connsiteX262" fmla="*/ 2554443 w 2915191"/>
                <a:gd name="connsiteY262" fmla="*/ 201737 h 333641"/>
                <a:gd name="connsiteX263" fmla="*/ 2564202 w 2915191"/>
                <a:gd name="connsiteY263" fmla="*/ 190552 h 333641"/>
                <a:gd name="connsiteX264" fmla="*/ 2573946 w 2915191"/>
                <a:gd name="connsiteY264" fmla="*/ 230189 h 333641"/>
                <a:gd name="connsiteX265" fmla="*/ 2583690 w 2915191"/>
                <a:gd name="connsiteY265" fmla="*/ 199673 h 333641"/>
                <a:gd name="connsiteX266" fmla="*/ 2593448 w 2915191"/>
                <a:gd name="connsiteY266" fmla="*/ 202221 h 333641"/>
                <a:gd name="connsiteX267" fmla="*/ 2603192 w 2915191"/>
                <a:gd name="connsiteY267" fmla="*/ 214957 h 333641"/>
                <a:gd name="connsiteX268" fmla="*/ 2612951 w 2915191"/>
                <a:gd name="connsiteY268" fmla="*/ 197267 h 333641"/>
                <a:gd name="connsiteX269" fmla="*/ 2622695 w 2915191"/>
                <a:gd name="connsiteY269" fmla="*/ 261073 h 333641"/>
                <a:gd name="connsiteX270" fmla="*/ 2632439 w 2915191"/>
                <a:gd name="connsiteY270" fmla="*/ 251455 h 333641"/>
                <a:gd name="connsiteX271" fmla="*/ 2642198 w 2915191"/>
                <a:gd name="connsiteY271" fmla="*/ 252006 h 333641"/>
                <a:gd name="connsiteX272" fmla="*/ 2651942 w 2915191"/>
                <a:gd name="connsiteY272" fmla="*/ 240851 h 333641"/>
                <a:gd name="connsiteX273" fmla="*/ 2661685 w 2915191"/>
                <a:gd name="connsiteY273" fmla="*/ 249728 h 333641"/>
                <a:gd name="connsiteX274" fmla="*/ 2671444 w 2915191"/>
                <a:gd name="connsiteY274" fmla="*/ 271911 h 333641"/>
                <a:gd name="connsiteX275" fmla="*/ 2681188 w 2915191"/>
                <a:gd name="connsiteY275" fmla="*/ 254719 h 333641"/>
                <a:gd name="connsiteX276" fmla="*/ 2690947 w 2915191"/>
                <a:gd name="connsiteY276" fmla="*/ 264859 h 333641"/>
                <a:gd name="connsiteX277" fmla="*/ 2700691 w 2915191"/>
                <a:gd name="connsiteY277" fmla="*/ 257362 h 333641"/>
                <a:gd name="connsiteX278" fmla="*/ 2710435 w 2915191"/>
                <a:gd name="connsiteY278" fmla="*/ 242158 h 333641"/>
                <a:gd name="connsiteX279" fmla="*/ 2720194 w 2915191"/>
                <a:gd name="connsiteY279" fmla="*/ 201808 h 333641"/>
                <a:gd name="connsiteX280" fmla="*/ 2729938 w 2915191"/>
                <a:gd name="connsiteY280" fmla="*/ 195242 h 333641"/>
                <a:gd name="connsiteX281" fmla="*/ 2739697 w 2915191"/>
                <a:gd name="connsiteY281" fmla="*/ 213587 h 333641"/>
                <a:gd name="connsiteX282" fmla="*/ 2749441 w 2915191"/>
                <a:gd name="connsiteY282" fmla="*/ 204602 h 333641"/>
                <a:gd name="connsiteX283" fmla="*/ 2759185 w 2915191"/>
                <a:gd name="connsiteY283" fmla="*/ 190837 h 333641"/>
                <a:gd name="connsiteX284" fmla="*/ 2768943 w 2915191"/>
                <a:gd name="connsiteY284" fmla="*/ 202935 h 333641"/>
                <a:gd name="connsiteX285" fmla="*/ 2778687 w 2915191"/>
                <a:gd name="connsiteY285" fmla="*/ 192922 h 333641"/>
                <a:gd name="connsiteX286" fmla="*/ 2788446 w 2915191"/>
                <a:gd name="connsiteY286" fmla="*/ 141178 h 333641"/>
                <a:gd name="connsiteX287" fmla="*/ 2798190 w 2915191"/>
                <a:gd name="connsiteY287" fmla="*/ 145396 h 333641"/>
                <a:gd name="connsiteX288" fmla="*/ 2807934 w 2915191"/>
                <a:gd name="connsiteY288" fmla="*/ 103728 h 333641"/>
                <a:gd name="connsiteX289" fmla="*/ 2817693 w 2915191"/>
                <a:gd name="connsiteY289" fmla="*/ 99008 h 333641"/>
                <a:gd name="connsiteX290" fmla="*/ 2827437 w 2915191"/>
                <a:gd name="connsiteY290" fmla="*/ 79227 h 333641"/>
                <a:gd name="connsiteX291" fmla="*/ 2837196 w 2915191"/>
                <a:gd name="connsiteY291" fmla="*/ 88120 h 333641"/>
                <a:gd name="connsiteX292" fmla="*/ 2846940 w 2915191"/>
                <a:gd name="connsiteY292" fmla="*/ 72527 h 333641"/>
                <a:gd name="connsiteX293" fmla="*/ 2856684 w 2915191"/>
                <a:gd name="connsiteY293" fmla="*/ 93463 h 333641"/>
                <a:gd name="connsiteX294" fmla="*/ 2866442 w 2915191"/>
                <a:gd name="connsiteY294" fmla="*/ 79876 h 333641"/>
                <a:gd name="connsiteX295" fmla="*/ 2876186 w 2915191"/>
                <a:gd name="connsiteY295" fmla="*/ 59678 h 333641"/>
                <a:gd name="connsiteX296" fmla="*/ 2885945 w 2915191"/>
                <a:gd name="connsiteY296" fmla="*/ 62145 h 333641"/>
                <a:gd name="connsiteX297" fmla="*/ 2895689 w 2915191"/>
                <a:gd name="connsiteY297" fmla="*/ 35139 h 333641"/>
                <a:gd name="connsiteX298" fmla="*/ 2905433 w 2915191"/>
                <a:gd name="connsiteY298" fmla="*/ 47970 h 333641"/>
                <a:gd name="connsiteX299" fmla="*/ 2915192 w 2915191"/>
                <a:gd name="connsiteY299" fmla="*/ 0 h 333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33641">
                  <a:moveTo>
                    <a:pt x="0" y="324744"/>
                  </a:moveTo>
                  <a:lnTo>
                    <a:pt x="9750" y="333642"/>
                  </a:lnTo>
                  <a:lnTo>
                    <a:pt x="19500" y="295865"/>
                  </a:lnTo>
                  <a:lnTo>
                    <a:pt x="29250" y="299806"/>
                  </a:lnTo>
                  <a:lnTo>
                    <a:pt x="39000" y="308212"/>
                  </a:lnTo>
                  <a:lnTo>
                    <a:pt x="48749" y="301375"/>
                  </a:lnTo>
                  <a:lnTo>
                    <a:pt x="58499" y="295143"/>
                  </a:lnTo>
                  <a:lnTo>
                    <a:pt x="68249" y="311383"/>
                  </a:lnTo>
                  <a:lnTo>
                    <a:pt x="77998" y="311332"/>
                  </a:lnTo>
                  <a:lnTo>
                    <a:pt x="87748" y="292254"/>
                  </a:lnTo>
                  <a:lnTo>
                    <a:pt x="97497" y="297111"/>
                  </a:lnTo>
                  <a:lnTo>
                    <a:pt x="107247" y="301661"/>
                  </a:lnTo>
                  <a:lnTo>
                    <a:pt x="116997" y="310236"/>
                  </a:lnTo>
                  <a:lnTo>
                    <a:pt x="126747" y="292014"/>
                  </a:lnTo>
                  <a:lnTo>
                    <a:pt x="136497" y="293576"/>
                  </a:lnTo>
                  <a:lnTo>
                    <a:pt x="146247" y="301640"/>
                  </a:lnTo>
                  <a:lnTo>
                    <a:pt x="155997" y="309287"/>
                  </a:lnTo>
                  <a:lnTo>
                    <a:pt x="165747" y="319118"/>
                  </a:lnTo>
                  <a:lnTo>
                    <a:pt x="175497" y="319193"/>
                  </a:lnTo>
                  <a:lnTo>
                    <a:pt x="185247" y="317499"/>
                  </a:lnTo>
                  <a:lnTo>
                    <a:pt x="194996" y="280293"/>
                  </a:lnTo>
                  <a:lnTo>
                    <a:pt x="204746" y="275569"/>
                  </a:lnTo>
                  <a:lnTo>
                    <a:pt x="214495" y="281309"/>
                  </a:lnTo>
                  <a:lnTo>
                    <a:pt x="224245" y="265835"/>
                  </a:lnTo>
                  <a:lnTo>
                    <a:pt x="233995" y="270031"/>
                  </a:lnTo>
                  <a:lnTo>
                    <a:pt x="243744" y="285330"/>
                  </a:lnTo>
                  <a:lnTo>
                    <a:pt x="253494" y="275858"/>
                  </a:lnTo>
                  <a:lnTo>
                    <a:pt x="263244" y="286257"/>
                  </a:lnTo>
                  <a:lnTo>
                    <a:pt x="272994" y="280616"/>
                  </a:lnTo>
                  <a:lnTo>
                    <a:pt x="282744" y="272657"/>
                  </a:lnTo>
                  <a:lnTo>
                    <a:pt x="292494" y="240440"/>
                  </a:lnTo>
                  <a:lnTo>
                    <a:pt x="302244" y="271677"/>
                  </a:lnTo>
                  <a:lnTo>
                    <a:pt x="311994" y="264563"/>
                  </a:lnTo>
                  <a:lnTo>
                    <a:pt x="321744" y="264388"/>
                  </a:lnTo>
                  <a:lnTo>
                    <a:pt x="331493" y="286840"/>
                  </a:lnTo>
                  <a:lnTo>
                    <a:pt x="341243" y="260159"/>
                  </a:lnTo>
                  <a:lnTo>
                    <a:pt x="350993" y="282726"/>
                  </a:lnTo>
                  <a:lnTo>
                    <a:pt x="360742" y="285526"/>
                  </a:lnTo>
                  <a:lnTo>
                    <a:pt x="370492" y="289973"/>
                  </a:lnTo>
                  <a:lnTo>
                    <a:pt x="380241" y="277870"/>
                  </a:lnTo>
                  <a:lnTo>
                    <a:pt x="389991" y="284372"/>
                  </a:lnTo>
                  <a:lnTo>
                    <a:pt x="399741" y="258333"/>
                  </a:lnTo>
                  <a:lnTo>
                    <a:pt x="409491" y="257679"/>
                  </a:lnTo>
                  <a:lnTo>
                    <a:pt x="419241" y="258704"/>
                  </a:lnTo>
                  <a:lnTo>
                    <a:pt x="428991" y="259052"/>
                  </a:lnTo>
                  <a:lnTo>
                    <a:pt x="438741" y="241212"/>
                  </a:lnTo>
                  <a:lnTo>
                    <a:pt x="448491" y="255811"/>
                  </a:lnTo>
                  <a:lnTo>
                    <a:pt x="458241" y="226494"/>
                  </a:lnTo>
                  <a:lnTo>
                    <a:pt x="467991" y="231235"/>
                  </a:lnTo>
                  <a:lnTo>
                    <a:pt x="477740" y="234705"/>
                  </a:lnTo>
                  <a:lnTo>
                    <a:pt x="487490" y="227439"/>
                  </a:lnTo>
                  <a:lnTo>
                    <a:pt x="497239" y="235079"/>
                  </a:lnTo>
                  <a:lnTo>
                    <a:pt x="506989" y="258019"/>
                  </a:lnTo>
                  <a:lnTo>
                    <a:pt x="516738" y="217327"/>
                  </a:lnTo>
                  <a:lnTo>
                    <a:pt x="526488" y="192513"/>
                  </a:lnTo>
                  <a:lnTo>
                    <a:pt x="536238" y="183833"/>
                  </a:lnTo>
                  <a:lnTo>
                    <a:pt x="545988" y="189158"/>
                  </a:lnTo>
                  <a:lnTo>
                    <a:pt x="555738" y="192155"/>
                  </a:lnTo>
                  <a:lnTo>
                    <a:pt x="565488" y="187818"/>
                  </a:lnTo>
                  <a:lnTo>
                    <a:pt x="575238" y="182703"/>
                  </a:lnTo>
                  <a:lnTo>
                    <a:pt x="584988" y="173385"/>
                  </a:lnTo>
                  <a:lnTo>
                    <a:pt x="594738" y="161982"/>
                  </a:lnTo>
                  <a:lnTo>
                    <a:pt x="604488" y="165160"/>
                  </a:lnTo>
                  <a:lnTo>
                    <a:pt x="614237" y="141415"/>
                  </a:lnTo>
                  <a:lnTo>
                    <a:pt x="623987" y="196662"/>
                  </a:lnTo>
                  <a:lnTo>
                    <a:pt x="633736" y="218659"/>
                  </a:lnTo>
                  <a:lnTo>
                    <a:pt x="643486" y="260708"/>
                  </a:lnTo>
                  <a:lnTo>
                    <a:pt x="653236" y="252529"/>
                  </a:lnTo>
                  <a:lnTo>
                    <a:pt x="662985" y="252086"/>
                  </a:lnTo>
                  <a:lnTo>
                    <a:pt x="672735" y="227190"/>
                  </a:lnTo>
                  <a:lnTo>
                    <a:pt x="682485" y="209113"/>
                  </a:lnTo>
                  <a:lnTo>
                    <a:pt x="692235" y="199319"/>
                  </a:lnTo>
                  <a:lnTo>
                    <a:pt x="701985" y="202663"/>
                  </a:lnTo>
                  <a:lnTo>
                    <a:pt x="711735" y="186686"/>
                  </a:lnTo>
                  <a:lnTo>
                    <a:pt x="721485" y="169025"/>
                  </a:lnTo>
                  <a:lnTo>
                    <a:pt x="731235" y="212750"/>
                  </a:lnTo>
                  <a:lnTo>
                    <a:pt x="740985" y="223509"/>
                  </a:lnTo>
                  <a:lnTo>
                    <a:pt x="750734" y="233974"/>
                  </a:lnTo>
                  <a:lnTo>
                    <a:pt x="760484" y="235216"/>
                  </a:lnTo>
                  <a:lnTo>
                    <a:pt x="770233" y="248861"/>
                  </a:lnTo>
                  <a:lnTo>
                    <a:pt x="779983" y="291652"/>
                  </a:lnTo>
                  <a:lnTo>
                    <a:pt x="789733" y="288729"/>
                  </a:lnTo>
                  <a:lnTo>
                    <a:pt x="799482" y="261800"/>
                  </a:lnTo>
                  <a:lnTo>
                    <a:pt x="809232" y="250938"/>
                  </a:lnTo>
                  <a:lnTo>
                    <a:pt x="818982" y="267295"/>
                  </a:lnTo>
                  <a:lnTo>
                    <a:pt x="828732" y="260485"/>
                  </a:lnTo>
                  <a:lnTo>
                    <a:pt x="838482" y="248664"/>
                  </a:lnTo>
                  <a:lnTo>
                    <a:pt x="848232" y="249242"/>
                  </a:lnTo>
                  <a:lnTo>
                    <a:pt x="857982" y="237424"/>
                  </a:lnTo>
                  <a:lnTo>
                    <a:pt x="867732" y="268290"/>
                  </a:lnTo>
                  <a:lnTo>
                    <a:pt x="877482" y="246031"/>
                  </a:lnTo>
                  <a:lnTo>
                    <a:pt x="887231" y="237962"/>
                  </a:lnTo>
                  <a:lnTo>
                    <a:pt x="896981" y="233702"/>
                  </a:lnTo>
                  <a:lnTo>
                    <a:pt x="906730" y="227929"/>
                  </a:lnTo>
                  <a:lnTo>
                    <a:pt x="916480" y="212971"/>
                  </a:lnTo>
                  <a:lnTo>
                    <a:pt x="926230" y="161234"/>
                  </a:lnTo>
                  <a:lnTo>
                    <a:pt x="935979" y="174644"/>
                  </a:lnTo>
                  <a:lnTo>
                    <a:pt x="945729" y="160017"/>
                  </a:lnTo>
                  <a:lnTo>
                    <a:pt x="955479" y="181137"/>
                  </a:lnTo>
                  <a:lnTo>
                    <a:pt x="965229" y="158288"/>
                  </a:lnTo>
                  <a:lnTo>
                    <a:pt x="974979" y="150529"/>
                  </a:lnTo>
                  <a:lnTo>
                    <a:pt x="984729" y="155933"/>
                  </a:lnTo>
                  <a:lnTo>
                    <a:pt x="994474" y="173210"/>
                  </a:lnTo>
                  <a:lnTo>
                    <a:pt x="1004233" y="162500"/>
                  </a:lnTo>
                  <a:lnTo>
                    <a:pt x="1013977" y="137245"/>
                  </a:lnTo>
                  <a:lnTo>
                    <a:pt x="1023721" y="103253"/>
                  </a:lnTo>
                  <a:lnTo>
                    <a:pt x="1033480" y="113359"/>
                  </a:lnTo>
                  <a:lnTo>
                    <a:pt x="1043224" y="112784"/>
                  </a:lnTo>
                  <a:lnTo>
                    <a:pt x="1052983" y="131448"/>
                  </a:lnTo>
                  <a:lnTo>
                    <a:pt x="1062727" y="171252"/>
                  </a:lnTo>
                  <a:lnTo>
                    <a:pt x="1072471" y="160589"/>
                  </a:lnTo>
                  <a:lnTo>
                    <a:pt x="1082230" y="179805"/>
                  </a:lnTo>
                  <a:lnTo>
                    <a:pt x="1091973" y="202310"/>
                  </a:lnTo>
                  <a:lnTo>
                    <a:pt x="1101732" y="220985"/>
                  </a:lnTo>
                  <a:lnTo>
                    <a:pt x="1111476" y="239872"/>
                  </a:lnTo>
                  <a:lnTo>
                    <a:pt x="1121220" y="230876"/>
                  </a:lnTo>
                  <a:lnTo>
                    <a:pt x="1130979" y="219362"/>
                  </a:lnTo>
                  <a:lnTo>
                    <a:pt x="1140723" y="187605"/>
                  </a:lnTo>
                  <a:lnTo>
                    <a:pt x="1150482" y="184476"/>
                  </a:lnTo>
                  <a:lnTo>
                    <a:pt x="1160226" y="192148"/>
                  </a:lnTo>
                  <a:lnTo>
                    <a:pt x="1169969" y="169707"/>
                  </a:lnTo>
                  <a:lnTo>
                    <a:pt x="1179728" y="164611"/>
                  </a:lnTo>
                  <a:lnTo>
                    <a:pt x="1189472" y="127736"/>
                  </a:lnTo>
                  <a:lnTo>
                    <a:pt x="1199231" y="145504"/>
                  </a:lnTo>
                  <a:lnTo>
                    <a:pt x="1208975" y="145588"/>
                  </a:lnTo>
                  <a:lnTo>
                    <a:pt x="1218719" y="154248"/>
                  </a:lnTo>
                  <a:lnTo>
                    <a:pt x="1228478" y="172597"/>
                  </a:lnTo>
                  <a:lnTo>
                    <a:pt x="1238222" y="143936"/>
                  </a:lnTo>
                  <a:lnTo>
                    <a:pt x="1247966" y="157750"/>
                  </a:lnTo>
                  <a:lnTo>
                    <a:pt x="1257725" y="160621"/>
                  </a:lnTo>
                  <a:lnTo>
                    <a:pt x="1267469" y="184877"/>
                  </a:lnTo>
                  <a:lnTo>
                    <a:pt x="1277227" y="172854"/>
                  </a:lnTo>
                  <a:lnTo>
                    <a:pt x="1286971" y="167442"/>
                  </a:lnTo>
                  <a:lnTo>
                    <a:pt x="1296715" y="166527"/>
                  </a:lnTo>
                  <a:lnTo>
                    <a:pt x="1306474" y="180395"/>
                  </a:lnTo>
                  <a:lnTo>
                    <a:pt x="1316218" y="150900"/>
                  </a:lnTo>
                  <a:lnTo>
                    <a:pt x="1325977" y="161085"/>
                  </a:lnTo>
                  <a:lnTo>
                    <a:pt x="1335721" y="158488"/>
                  </a:lnTo>
                  <a:lnTo>
                    <a:pt x="1345465" y="150800"/>
                  </a:lnTo>
                  <a:lnTo>
                    <a:pt x="1355224" y="146615"/>
                  </a:lnTo>
                  <a:lnTo>
                    <a:pt x="1364967" y="185683"/>
                  </a:lnTo>
                  <a:lnTo>
                    <a:pt x="1374726" y="201267"/>
                  </a:lnTo>
                  <a:lnTo>
                    <a:pt x="1384470" y="177754"/>
                  </a:lnTo>
                  <a:lnTo>
                    <a:pt x="1394214" y="193423"/>
                  </a:lnTo>
                  <a:lnTo>
                    <a:pt x="1403973" y="181982"/>
                  </a:lnTo>
                  <a:lnTo>
                    <a:pt x="1413717" y="192711"/>
                  </a:lnTo>
                  <a:lnTo>
                    <a:pt x="1423476" y="181869"/>
                  </a:lnTo>
                  <a:lnTo>
                    <a:pt x="1433220" y="186607"/>
                  </a:lnTo>
                  <a:lnTo>
                    <a:pt x="1442964" y="191561"/>
                  </a:lnTo>
                  <a:lnTo>
                    <a:pt x="1452722" y="171724"/>
                  </a:lnTo>
                  <a:lnTo>
                    <a:pt x="1462466" y="158597"/>
                  </a:lnTo>
                  <a:lnTo>
                    <a:pt x="1472225" y="188958"/>
                  </a:lnTo>
                  <a:lnTo>
                    <a:pt x="1481969" y="157885"/>
                  </a:lnTo>
                  <a:lnTo>
                    <a:pt x="1491713" y="150953"/>
                  </a:lnTo>
                  <a:lnTo>
                    <a:pt x="1501472" y="163980"/>
                  </a:lnTo>
                  <a:lnTo>
                    <a:pt x="1511216" y="140649"/>
                  </a:lnTo>
                  <a:lnTo>
                    <a:pt x="1520960" y="131120"/>
                  </a:lnTo>
                  <a:lnTo>
                    <a:pt x="1530719" y="144276"/>
                  </a:lnTo>
                  <a:lnTo>
                    <a:pt x="1540463" y="166475"/>
                  </a:lnTo>
                  <a:lnTo>
                    <a:pt x="1550221" y="145827"/>
                  </a:lnTo>
                  <a:lnTo>
                    <a:pt x="1559965" y="148181"/>
                  </a:lnTo>
                  <a:lnTo>
                    <a:pt x="1569709" y="138546"/>
                  </a:lnTo>
                  <a:lnTo>
                    <a:pt x="1579468" y="132549"/>
                  </a:lnTo>
                  <a:lnTo>
                    <a:pt x="1589212" y="120230"/>
                  </a:lnTo>
                  <a:lnTo>
                    <a:pt x="1598971" y="114026"/>
                  </a:lnTo>
                  <a:lnTo>
                    <a:pt x="1608715" y="105987"/>
                  </a:lnTo>
                  <a:lnTo>
                    <a:pt x="1618459" y="70736"/>
                  </a:lnTo>
                  <a:lnTo>
                    <a:pt x="1628218" y="42364"/>
                  </a:lnTo>
                  <a:lnTo>
                    <a:pt x="1637962" y="59240"/>
                  </a:lnTo>
                  <a:lnTo>
                    <a:pt x="1647720" y="44347"/>
                  </a:lnTo>
                  <a:lnTo>
                    <a:pt x="1657464" y="53785"/>
                  </a:lnTo>
                  <a:lnTo>
                    <a:pt x="1667208" y="59770"/>
                  </a:lnTo>
                  <a:lnTo>
                    <a:pt x="1676967" y="90382"/>
                  </a:lnTo>
                  <a:lnTo>
                    <a:pt x="1686711" y="67832"/>
                  </a:lnTo>
                  <a:lnTo>
                    <a:pt x="1696470" y="54770"/>
                  </a:lnTo>
                  <a:lnTo>
                    <a:pt x="1706214" y="78038"/>
                  </a:lnTo>
                  <a:lnTo>
                    <a:pt x="1715958" y="84787"/>
                  </a:lnTo>
                  <a:lnTo>
                    <a:pt x="1725716" y="103445"/>
                  </a:lnTo>
                  <a:lnTo>
                    <a:pt x="1735460" y="86161"/>
                  </a:lnTo>
                  <a:lnTo>
                    <a:pt x="1745219" y="108979"/>
                  </a:lnTo>
                  <a:lnTo>
                    <a:pt x="1754963" y="146247"/>
                  </a:lnTo>
                  <a:lnTo>
                    <a:pt x="1764707" y="128818"/>
                  </a:lnTo>
                  <a:lnTo>
                    <a:pt x="1774466" y="116197"/>
                  </a:lnTo>
                  <a:lnTo>
                    <a:pt x="1784210" y="98353"/>
                  </a:lnTo>
                  <a:lnTo>
                    <a:pt x="1793969" y="126001"/>
                  </a:lnTo>
                  <a:lnTo>
                    <a:pt x="1803713" y="116757"/>
                  </a:lnTo>
                  <a:lnTo>
                    <a:pt x="1813457" y="121887"/>
                  </a:lnTo>
                  <a:lnTo>
                    <a:pt x="1823215" y="131375"/>
                  </a:lnTo>
                  <a:lnTo>
                    <a:pt x="1832959" y="150365"/>
                  </a:lnTo>
                  <a:lnTo>
                    <a:pt x="1842703" y="162411"/>
                  </a:lnTo>
                  <a:lnTo>
                    <a:pt x="1852462" y="169074"/>
                  </a:lnTo>
                  <a:lnTo>
                    <a:pt x="1862206" y="157311"/>
                  </a:lnTo>
                  <a:lnTo>
                    <a:pt x="1871965" y="152216"/>
                  </a:lnTo>
                  <a:lnTo>
                    <a:pt x="1881709" y="149635"/>
                  </a:lnTo>
                  <a:lnTo>
                    <a:pt x="1891453" y="148117"/>
                  </a:lnTo>
                  <a:lnTo>
                    <a:pt x="1901212" y="113478"/>
                  </a:lnTo>
                  <a:lnTo>
                    <a:pt x="1910956" y="130838"/>
                  </a:lnTo>
                  <a:lnTo>
                    <a:pt x="1920714" y="121701"/>
                  </a:lnTo>
                  <a:lnTo>
                    <a:pt x="1930458" y="125302"/>
                  </a:lnTo>
                  <a:lnTo>
                    <a:pt x="1940202" y="123012"/>
                  </a:lnTo>
                  <a:lnTo>
                    <a:pt x="1949961" y="93998"/>
                  </a:lnTo>
                  <a:lnTo>
                    <a:pt x="1959705" y="121336"/>
                  </a:lnTo>
                  <a:lnTo>
                    <a:pt x="1969464" y="122260"/>
                  </a:lnTo>
                  <a:lnTo>
                    <a:pt x="1979208" y="88765"/>
                  </a:lnTo>
                  <a:lnTo>
                    <a:pt x="1988952" y="58167"/>
                  </a:lnTo>
                  <a:lnTo>
                    <a:pt x="1998711" y="100017"/>
                  </a:lnTo>
                  <a:lnTo>
                    <a:pt x="2008454" y="97076"/>
                  </a:lnTo>
                  <a:lnTo>
                    <a:pt x="2018213" y="114129"/>
                  </a:lnTo>
                  <a:lnTo>
                    <a:pt x="2027957" y="143272"/>
                  </a:lnTo>
                  <a:lnTo>
                    <a:pt x="2037701" y="171416"/>
                  </a:lnTo>
                  <a:lnTo>
                    <a:pt x="2047460" y="218066"/>
                  </a:lnTo>
                  <a:lnTo>
                    <a:pt x="2057204" y="189777"/>
                  </a:lnTo>
                  <a:lnTo>
                    <a:pt x="2066963" y="145740"/>
                  </a:lnTo>
                  <a:lnTo>
                    <a:pt x="2076707" y="170201"/>
                  </a:lnTo>
                  <a:lnTo>
                    <a:pt x="2086451" y="184345"/>
                  </a:lnTo>
                  <a:lnTo>
                    <a:pt x="2096210" y="162213"/>
                  </a:lnTo>
                  <a:lnTo>
                    <a:pt x="2105954" y="155776"/>
                  </a:lnTo>
                  <a:lnTo>
                    <a:pt x="2115697" y="151484"/>
                  </a:lnTo>
                  <a:lnTo>
                    <a:pt x="2125456" y="154224"/>
                  </a:lnTo>
                  <a:lnTo>
                    <a:pt x="2135200" y="185235"/>
                  </a:lnTo>
                  <a:lnTo>
                    <a:pt x="2144959" y="176806"/>
                  </a:lnTo>
                  <a:lnTo>
                    <a:pt x="2154703" y="134724"/>
                  </a:lnTo>
                  <a:lnTo>
                    <a:pt x="2164447" y="138218"/>
                  </a:lnTo>
                  <a:lnTo>
                    <a:pt x="2174206" y="155046"/>
                  </a:lnTo>
                  <a:lnTo>
                    <a:pt x="2183950" y="159112"/>
                  </a:lnTo>
                  <a:lnTo>
                    <a:pt x="2193709" y="141604"/>
                  </a:lnTo>
                  <a:lnTo>
                    <a:pt x="2203452" y="145051"/>
                  </a:lnTo>
                  <a:lnTo>
                    <a:pt x="2213196" y="126366"/>
                  </a:lnTo>
                  <a:lnTo>
                    <a:pt x="2222955" y="133379"/>
                  </a:lnTo>
                  <a:lnTo>
                    <a:pt x="2232699" y="140179"/>
                  </a:lnTo>
                  <a:lnTo>
                    <a:pt x="2242458" y="151900"/>
                  </a:lnTo>
                  <a:lnTo>
                    <a:pt x="2252202" y="114779"/>
                  </a:lnTo>
                  <a:lnTo>
                    <a:pt x="2261946" y="116827"/>
                  </a:lnTo>
                  <a:lnTo>
                    <a:pt x="2271705" y="123723"/>
                  </a:lnTo>
                  <a:lnTo>
                    <a:pt x="2281449" y="102690"/>
                  </a:lnTo>
                  <a:lnTo>
                    <a:pt x="2291208" y="87557"/>
                  </a:lnTo>
                  <a:lnTo>
                    <a:pt x="2300951" y="145146"/>
                  </a:lnTo>
                  <a:lnTo>
                    <a:pt x="2310695" y="143964"/>
                  </a:lnTo>
                  <a:lnTo>
                    <a:pt x="2320454" y="149173"/>
                  </a:lnTo>
                  <a:lnTo>
                    <a:pt x="2330198" y="163454"/>
                  </a:lnTo>
                  <a:lnTo>
                    <a:pt x="2339957" y="151268"/>
                  </a:lnTo>
                  <a:lnTo>
                    <a:pt x="2349701" y="147838"/>
                  </a:lnTo>
                  <a:lnTo>
                    <a:pt x="2359445" y="138757"/>
                  </a:lnTo>
                  <a:lnTo>
                    <a:pt x="2369204" y="151131"/>
                  </a:lnTo>
                  <a:lnTo>
                    <a:pt x="2378948" y="213091"/>
                  </a:lnTo>
                  <a:lnTo>
                    <a:pt x="2388692" y="229695"/>
                  </a:lnTo>
                  <a:lnTo>
                    <a:pt x="2398450" y="238983"/>
                  </a:lnTo>
                  <a:lnTo>
                    <a:pt x="2408194" y="236282"/>
                  </a:lnTo>
                  <a:lnTo>
                    <a:pt x="2417953" y="257286"/>
                  </a:lnTo>
                  <a:lnTo>
                    <a:pt x="2427697" y="242034"/>
                  </a:lnTo>
                  <a:lnTo>
                    <a:pt x="2437441" y="254387"/>
                  </a:lnTo>
                  <a:lnTo>
                    <a:pt x="2447200" y="244132"/>
                  </a:lnTo>
                  <a:lnTo>
                    <a:pt x="2456944" y="210518"/>
                  </a:lnTo>
                  <a:lnTo>
                    <a:pt x="2466703" y="188091"/>
                  </a:lnTo>
                  <a:lnTo>
                    <a:pt x="2476446" y="191135"/>
                  </a:lnTo>
                  <a:lnTo>
                    <a:pt x="2486190" y="161326"/>
                  </a:lnTo>
                  <a:lnTo>
                    <a:pt x="2495949" y="180240"/>
                  </a:lnTo>
                  <a:lnTo>
                    <a:pt x="2505693" y="159692"/>
                  </a:lnTo>
                  <a:lnTo>
                    <a:pt x="2515452" y="174789"/>
                  </a:lnTo>
                  <a:lnTo>
                    <a:pt x="2525196" y="181583"/>
                  </a:lnTo>
                  <a:lnTo>
                    <a:pt x="2534940" y="189642"/>
                  </a:lnTo>
                  <a:lnTo>
                    <a:pt x="2544699" y="199988"/>
                  </a:lnTo>
                  <a:lnTo>
                    <a:pt x="2554443" y="201737"/>
                  </a:lnTo>
                  <a:lnTo>
                    <a:pt x="2564202" y="190552"/>
                  </a:lnTo>
                  <a:lnTo>
                    <a:pt x="2573946" y="230189"/>
                  </a:lnTo>
                  <a:lnTo>
                    <a:pt x="2583690" y="199673"/>
                  </a:lnTo>
                  <a:lnTo>
                    <a:pt x="2593448" y="202221"/>
                  </a:lnTo>
                  <a:lnTo>
                    <a:pt x="2603192" y="214957"/>
                  </a:lnTo>
                  <a:lnTo>
                    <a:pt x="2612951" y="197267"/>
                  </a:lnTo>
                  <a:lnTo>
                    <a:pt x="2622695" y="261073"/>
                  </a:lnTo>
                  <a:lnTo>
                    <a:pt x="2632439" y="251455"/>
                  </a:lnTo>
                  <a:lnTo>
                    <a:pt x="2642198" y="252006"/>
                  </a:lnTo>
                  <a:lnTo>
                    <a:pt x="2651942" y="240851"/>
                  </a:lnTo>
                  <a:lnTo>
                    <a:pt x="2661685" y="249728"/>
                  </a:lnTo>
                  <a:lnTo>
                    <a:pt x="2671444" y="271911"/>
                  </a:lnTo>
                  <a:lnTo>
                    <a:pt x="2681188" y="254719"/>
                  </a:lnTo>
                  <a:lnTo>
                    <a:pt x="2690947" y="264859"/>
                  </a:lnTo>
                  <a:lnTo>
                    <a:pt x="2700691" y="257362"/>
                  </a:lnTo>
                  <a:lnTo>
                    <a:pt x="2710435" y="242158"/>
                  </a:lnTo>
                  <a:lnTo>
                    <a:pt x="2720194" y="201808"/>
                  </a:lnTo>
                  <a:lnTo>
                    <a:pt x="2729938" y="195242"/>
                  </a:lnTo>
                  <a:lnTo>
                    <a:pt x="2739697" y="213587"/>
                  </a:lnTo>
                  <a:lnTo>
                    <a:pt x="2749441" y="204602"/>
                  </a:lnTo>
                  <a:lnTo>
                    <a:pt x="2759185" y="190837"/>
                  </a:lnTo>
                  <a:lnTo>
                    <a:pt x="2768943" y="202935"/>
                  </a:lnTo>
                  <a:lnTo>
                    <a:pt x="2778687" y="192922"/>
                  </a:lnTo>
                  <a:lnTo>
                    <a:pt x="2788446" y="141178"/>
                  </a:lnTo>
                  <a:lnTo>
                    <a:pt x="2798190" y="145396"/>
                  </a:lnTo>
                  <a:lnTo>
                    <a:pt x="2807934" y="103728"/>
                  </a:lnTo>
                  <a:lnTo>
                    <a:pt x="2817693" y="99008"/>
                  </a:lnTo>
                  <a:lnTo>
                    <a:pt x="2827437" y="79227"/>
                  </a:lnTo>
                  <a:lnTo>
                    <a:pt x="2837196" y="88120"/>
                  </a:lnTo>
                  <a:lnTo>
                    <a:pt x="2846940" y="72527"/>
                  </a:lnTo>
                  <a:lnTo>
                    <a:pt x="2856684" y="93463"/>
                  </a:lnTo>
                  <a:lnTo>
                    <a:pt x="2866442" y="79876"/>
                  </a:lnTo>
                  <a:lnTo>
                    <a:pt x="2876186" y="59678"/>
                  </a:lnTo>
                  <a:lnTo>
                    <a:pt x="2885945" y="62145"/>
                  </a:lnTo>
                  <a:lnTo>
                    <a:pt x="2895689" y="35139"/>
                  </a:lnTo>
                  <a:lnTo>
                    <a:pt x="2905433" y="47970"/>
                  </a:lnTo>
                  <a:lnTo>
                    <a:pt x="29151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2" name="Freeform 1041">
              <a:extLst>
                <a:ext uri="{FF2B5EF4-FFF2-40B4-BE49-F238E27FC236}">
                  <a16:creationId xmlns:a16="http://schemas.microsoft.com/office/drawing/2014/main" id="{32175294-5142-E105-5DF9-AA9685087131}"/>
                </a:ext>
              </a:extLst>
            </p:cNvPr>
            <p:cNvSpPr/>
            <p:nvPr/>
          </p:nvSpPr>
          <p:spPr>
            <a:xfrm>
              <a:off x="4426652" y="3044545"/>
              <a:ext cx="2915191" cy="685607"/>
            </a:xfrm>
            <a:custGeom>
              <a:avLst/>
              <a:gdLst>
                <a:gd name="connsiteX0" fmla="*/ 0 w 2915191"/>
                <a:gd name="connsiteY0" fmla="*/ 171106 h 685607"/>
                <a:gd name="connsiteX1" fmla="*/ 9750 w 2915191"/>
                <a:gd name="connsiteY1" fmla="*/ 179349 h 685607"/>
                <a:gd name="connsiteX2" fmla="*/ 19500 w 2915191"/>
                <a:gd name="connsiteY2" fmla="*/ 171076 h 685607"/>
                <a:gd name="connsiteX3" fmla="*/ 29250 w 2915191"/>
                <a:gd name="connsiteY3" fmla="*/ 176492 h 685607"/>
                <a:gd name="connsiteX4" fmla="*/ 39000 w 2915191"/>
                <a:gd name="connsiteY4" fmla="*/ 170310 h 685607"/>
                <a:gd name="connsiteX5" fmla="*/ 48749 w 2915191"/>
                <a:gd name="connsiteY5" fmla="*/ 195896 h 685607"/>
                <a:gd name="connsiteX6" fmla="*/ 58499 w 2915191"/>
                <a:gd name="connsiteY6" fmla="*/ 217087 h 685607"/>
                <a:gd name="connsiteX7" fmla="*/ 68249 w 2915191"/>
                <a:gd name="connsiteY7" fmla="*/ 206008 h 685607"/>
                <a:gd name="connsiteX8" fmla="*/ 77998 w 2915191"/>
                <a:gd name="connsiteY8" fmla="*/ 206166 h 685607"/>
                <a:gd name="connsiteX9" fmla="*/ 87748 w 2915191"/>
                <a:gd name="connsiteY9" fmla="*/ 176242 h 685607"/>
                <a:gd name="connsiteX10" fmla="*/ 97497 w 2915191"/>
                <a:gd name="connsiteY10" fmla="*/ 190077 h 685607"/>
                <a:gd name="connsiteX11" fmla="*/ 107247 w 2915191"/>
                <a:gd name="connsiteY11" fmla="*/ 222382 h 685607"/>
                <a:gd name="connsiteX12" fmla="*/ 116997 w 2915191"/>
                <a:gd name="connsiteY12" fmla="*/ 223731 h 685607"/>
                <a:gd name="connsiteX13" fmla="*/ 126747 w 2915191"/>
                <a:gd name="connsiteY13" fmla="*/ 194263 h 685607"/>
                <a:gd name="connsiteX14" fmla="*/ 136497 w 2915191"/>
                <a:gd name="connsiteY14" fmla="*/ 164597 h 685607"/>
                <a:gd name="connsiteX15" fmla="*/ 146247 w 2915191"/>
                <a:gd name="connsiteY15" fmla="*/ 159949 h 685607"/>
                <a:gd name="connsiteX16" fmla="*/ 155997 w 2915191"/>
                <a:gd name="connsiteY16" fmla="*/ 165164 h 685607"/>
                <a:gd name="connsiteX17" fmla="*/ 165747 w 2915191"/>
                <a:gd name="connsiteY17" fmla="*/ 170911 h 685607"/>
                <a:gd name="connsiteX18" fmla="*/ 175497 w 2915191"/>
                <a:gd name="connsiteY18" fmla="*/ 192323 h 685607"/>
                <a:gd name="connsiteX19" fmla="*/ 185247 w 2915191"/>
                <a:gd name="connsiteY19" fmla="*/ 198413 h 685607"/>
                <a:gd name="connsiteX20" fmla="*/ 194996 w 2915191"/>
                <a:gd name="connsiteY20" fmla="*/ 257657 h 685607"/>
                <a:gd name="connsiteX21" fmla="*/ 204746 w 2915191"/>
                <a:gd name="connsiteY21" fmla="*/ 268536 h 685607"/>
                <a:gd name="connsiteX22" fmla="*/ 214495 w 2915191"/>
                <a:gd name="connsiteY22" fmla="*/ 279046 h 685607"/>
                <a:gd name="connsiteX23" fmla="*/ 224245 w 2915191"/>
                <a:gd name="connsiteY23" fmla="*/ 279021 h 685607"/>
                <a:gd name="connsiteX24" fmla="*/ 233995 w 2915191"/>
                <a:gd name="connsiteY24" fmla="*/ 291844 h 685607"/>
                <a:gd name="connsiteX25" fmla="*/ 243744 w 2915191"/>
                <a:gd name="connsiteY25" fmla="*/ 297334 h 685607"/>
                <a:gd name="connsiteX26" fmla="*/ 253494 w 2915191"/>
                <a:gd name="connsiteY26" fmla="*/ 293024 h 685607"/>
                <a:gd name="connsiteX27" fmla="*/ 263244 w 2915191"/>
                <a:gd name="connsiteY27" fmla="*/ 303364 h 685607"/>
                <a:gd name="connsiteX28" fmla="*/ 272994 w 2915191"/>
                <a:gd name="connsiteY28" fmla="*/ 333256 h 685607"/>
                <a:gd name="connsiteX29" fmla="*/ 282744 w 2915191"/>
                <a:gd name="connsiteY29" fmla="*/ 332095 h 685607"/>
                <a:gd name="connsiteX30" fmla="*/ 292494 w 2915191"/>
                <a:gd name="connsiteY30" fmla="*/ 303334 h 685607"/>
                <a:gd name="connsiteX31" fmla="*/ 302244 w 2915191"/>
                <a:gd name="connsiteY31" fmla="*/ 322260 h 685607"/>
                <a:gd name="connsiteX32" fmla="*/ 311994 w 2915191"/>
                <a:gd name="connsiteY32" fmla="*/ 341175 h 685607"/>
                <a:gd name="connsiteX33" fmla="*/ 321744 w 2915191"/>
                <a:gd name="connsiteY33" fmla="*/ 329476 h 685607"/>
                <a:gd name="connsiteX34" fmla="*/ 331493 w 2915191"/>
                <a:gd name="connsiteY34" fmla="*/ 320079 h 685607"/>
                <a:gd name="connsiteX35" fmla="*/ 341243 w 2915191"/>
                <a:gd name="connsiteY35" fmla="*/ 308455 h 685607"/>
                <a:gd name="connsiteX36" fmla="*/ 350993 w 2915191"/>
                <a:gd name="connsiteY36" fmla="*/ 332347 h 685607"/>
                <a:gd name="connsiteX37" fmla="*/ 360742 w 2915191"/>
                <a:gd name="connsiteY37" fmla="*/ 317001 h 685607"/>
                <a:gd name="connsiteX38" fmla="*/ 370492 w 2915191"/>
                <a:gd name="connsiteY38" fmla="*/ 291394 h 685607"/>
                <a:gd name="connsiteX39" fmla="*/ 380241 w 2915191"/>
                <a:gd name="connsiteY39" fmla="*/ 284886 h 685607"/>
                <a:gd name="connsiteX40" fmla="*/ 389991 w 2915191"/>
                <a:gd name="connsiteY40" fmla="*/ 273606 h 685607"/>
                <a:gd name="connsiteX41" fmla="*/ 399741 w 2915191"/>
                <a:gd name="connsiteY41" fmla="*/ 262079 h 685607"/>
                <a:gd name="connsiteX42" fmla="*/ 409491 w 2915191"/>
                <a:gd name="connsiteY42" fmla="*/ 269683 h 685607"/>
                <a:gd name="connsiteX43" fmla="*/ 419241 w 2915191"/>
                <a:gd name="connsiteY43" fmla="*/ 273021 h 685607"/>
                <a:gd name="connsiteX44" fmla="*/ 428991 w 2915191"/>
                <a:gd name="connsiteY44" fmla="*/ 212352 h 685607"/>
                <a:gd name="connsiteX45" fmla="*/ 438741 w 2915191"/>
                <a:gd name="connsiteY45" fmla="*/ 222375 h 685607"/>
                <a:gd name="connsiteX46" fmla="*/ 448491 w 2915191"/>
                <a:gd name="connsiteY46" fmla="*/ 214718 h 685607"/>
                <a:gd name="connsiteX47" fmla="*/ 458241 w 2915191"/>
                <a:gd name="connsiteY47" fmla="*/ 208036 h 685607"/>
                <a:gd name="connsiteX48" fmla="*/ 467991 w 2915191"/>
                <a:gd name="connsiteY48" fmla="*/ 174637 h 685607"/>
                <a:gd name="connsiteX49" fmla="*/ 477740 w 2915191"/>
                <a:gd name="connsiteY49" fmla="*/ 152631 h 685607"/>
                <a:gd name="connsiteX50" fmla="*/ 487490 w 2915191"/>
                <a:gd name="connsiteY50" fmla="*/ 152437 h 685607"/>
                <a:gd name="connsiteX51" fmla="*/ 497239 w 2915191"/>
                <a:gd name="connsiteY51" fmla="*/ 176255 h 685607"/>
                <a:gd name="connsiteX52" fmla="*/ 506989 w 2915191"/>
                <a:gd name="connsiteY52" fmla="*/ 205834 h 685607"/>
                <a:gd name="connsiteX53" fmla="*/ 516738 w 2915191"/>
                <a:gd name="connsiteY53" fmla="*/ 178503 h 685607"/>
                <a:gd name="connsiteX54" fmla="*/ 526488 w 2915191"/>
                <a:gd name="connsiteY54" fmla="*/ 189968 h 685607"/>
                <a:gd name="connsiteX55" fmla="*/ 536238 w 2915191"/>
                <a:gd name="connsiteY55" fmla="*/ 198119 h 685607"/>
                <a:gd name="connsiteX56" fmla="*/ 545988 w 2915191"/>
                <a:gd name="connsiteY56" fmla="*/ 197482 h 685607"/>
                <a:gd name="connsiteX57" fmla="*/ 555738 w 2915191"/>
                <a:gd name="connsiteY57" fmla="*/ 212060 h 685607"/>
                <a:gd name="connsiteX58" fmla="*/ 565488 w 2915191"/>
                <a:gd name="connsiteY58" fmla="*/ 190500 h 685607"/>
                <a:gd name="connsiteX59" fmla="*/ 575238 w 2915191"/>
                <a:gd name="connsiteY59" fmla="*/ 147014 h 685607"/>
                <a:gd name="connsiteX60" fmla="*/ 584988 w 2915191"/>
                <a:gd name="connsiteY60" fmla="*/ 125084 h 685607"/>
                <a:gd name="connsiteX61" fmla="*/ 594738 w 2915191"/>
                <a:gd name="connsiteY61" fmla="*/ 139551 h 685607"/>
                <a:gd name="connsiteX62" fmla="*/ 604488 w 2915191"/>
                <a:gd name="connsiteY62" fmla="*/ 110766 h 685607"/>
                <a:gd name="connsiteX63" fmla="*/ 614237 w 2915191"/>
                <a:gd name="connsiteY63" fmla="*/ 84622 h 685607"/>
                <a:gd name="connsiteX64" fmla="*/ 623987 w 2915191"/>
                <a:gd name="connsiteY64" fmla="*/ 84507 h 685607"/>
                <a:gd name="connsiteX65" fmla="*/ 633736 w 2915191"/>
                <a:gd name="connsiteY65" fmla="*/ 76010 h 685607"/>
                <a:gd name="connsiteX66" fmla="*/ 643486 w 2915191"/>
                <a:gd name="connsiteY66" fmla="*/ 77722 h 685607"/>
                <a:gd name="connsiteX67" fmla="*/ 653236 w 2915191"/>
                <a:gd name="connsiteY67" fmla="*/ 61229 h 685607"/>
                <a:gd name="connsiteX68" fmla="*/ 662985 w 2915191"/>
                <a:gd name="connsiteY68" fmla="*/ 61394 h 685607"/>
                <a:gd name="connsiteX69" fmla="*/ 672735 w 2915191"/>
                <a:gd name="connsiteY69" fmla="*/ 41789 h 685607"/>
                <a:gd name="connsiteX70" fmla="*/ 682485 w 2915191"/>
                <a:gd name="connsiteY70" fmla="*/ 46144 h 685607"/>
                <a:gd name="connsiteX71" fmla="*/ 692235 w 2915191"/>
                <a:gd name="connsiteY71" fmla="*/ 60490 h 685607"/>
                <a:gd name="connsiteX72" fmla="*/ 701985 w 2915191"/>
                <a:gd name="connsiteY72" fmla="*/ 46789 h 685607"/>
                <a:gd name="connsiteX73" fmla="*/ 711735 w 2915191"/>
                <a:gd name="connsiteY73" fmla="*/ 49812 h 685607"/>
                <a:gd name="connsiteX74" fmla="*/ 721485 w 2915191"/>
                <a:gd name="connsiteY74" fmla="*/ 56321 h 685607"/>
                <a:gd name="connsiteX75" fmla="*/ 731235 w 2915191"/>
                <a:gd name="connsiteY75" fmla="*/ 80519 h 685607"/>
                <a:gd name="connsiteX76" fmla="*/ 740985 w 2915191"/>
                <a:gd name="connsiteY76" fmla="*/ 84972 h 685607"/>
                <a:gd name="connsiteX77" fmla="*/ 750734 w 2915191"/>
                <a:gd name="connsiteY77" fmla="*/ 78705 h 685607"/>
                <a:gd name="connsiteX78" fmla="*/ 760484 w 2915191"/>
                <a:gd name="connsiteY78" fmla="*/ 65503 h 685607"/>
                <a:gd name="connsiteX79" fmla="*/ 770233 w 2915191"/>
                <a:gd name="connsiteY79" fmla="*/ 57717 h 685607"/>
                <a:gd name="connsiteX80" fmla="*/ 779983 w 2915191"/>
                <a:gd name="connsiteY80" fmla="*/ 41059 h 685607"/>
                <a:gd name="connsiteX81" fmla="*/ 789733 w 2915191"/>
                <a:gd name="connsiteY81" fmla="*/ 44067 h 685607"/>
                <a:gd name="connsiteX82" fmla="*/ 799482 w 2915191"/>
                <a:gd name="connsiteY82" fmla="*/ 19786 h 685607"/>
                <a:gd name="connsiteX83" fmla="*/ 809232 w 2915191"/>
                <a:gd name="connsiteY83" fmla="*/ 6219 h 685607"/>
                <a:gd name="connsiteX84" fmla="*/ 818982 w 2915191"/>
                <a:gd name="connsiteY84" fmla="*/ 17555 h 685607"/>
                <a:gd name="connsiteX85" fmla="*/ 828732 w 2915191"/>
                <a:gd name="connsiteY85" fmla="*/ 39968 h 685607"/>
                <a:gd name="connsiteX86" fmla="*/ 838482 w 2915191"/>
                <a:gd name="connsiteY86" fmla="*/ 30048 h 685607"/>
                <a:gd name="connsiteX87" fmla="*/ 848232 w 2915191"/>
                <a:gd name="connsiteY87" fmla="*/ 0 h 685607"/>
                <a:gd name="connsiteX88" fmla="*/ 857982 w 2915191"/>
                <a:gd name="connsiteY88" fmla="*/ 32973 h 685607"/>
                <a:gd name="connsiteX89" fmla="*/ 867732 w 2915191"/>
                <a:gd name="connsiteY89" fmla="*/ 78127 h 685607"/>
                <a:gd name="connsiteX90" fmla="*/ 877482 w 2915191"/>
                <a:gd name="connsiteY90" fmla="*/ 108047 h 685607"/>
                <a:gd name="connsiteX91" fmla="*/ 887231 w 2915191"/>
                <a:gd name="connsiteY91" fmla="*/ 106210 h 685607"/>
                <a:gd name="connsiteX92" fmla="*/ 896981 w 2915191"/>
                <a:gd name="connsiteY92" fmla="*/ 100441 h 685607"/>
                <a:gd name="connsiteX93" fmla="*/ 906730 w 2915191"/>
                <a:gd name="connsiteY93" fmla="*/ 95276 h 685607"/>
                <a:gd name="connsiteX94" fmla="*/ 916480 w 2915191"/>
                <a:gd name="connsiteY94" fmla="*/ 72834 h 685607"/>
                <a:gd name="connsiteX95" fmla="*/ 926230 w 2915191"/>
                <a:gd name="connsiteY95" fmla="*/ 45044 h 685607"/>
                <a:gd name="connsiteX96" fmla="*/ 935979 w 2915191"/>
                <a:gd name="connsiteY96" fmla="*/ 102374 h 685607"/>
                <a:gd name="connsiteX97" fmla="*/ 945729 w 2915191"/>
                <a:gd name="connsiteY97" fmla="*/ 106458 h 685607"/>
                <a:gd name="connsiteX98" fmla="*/ 955479 w 2915191"/>
                <a:gd name="connsiteY98" fmla="*/ 64505 h 685607"/>
                <a:gd name="connsiteX99" fmla="*/ 965229 w 2915191"/>
                <a:gd name="connsiteY99" fmla="*/ 78072 h 685607"/>
                <a:gd name="connsiteX100" fmla="*/ 974979 w 2915191"/>
                <a:gd name="connsiteY100" fmla="*/ 97563 h 685607"/>
                <a:gd name="connsiteX101" fmla="*/ 984729 w 2915191"/>
                <a:gd name="connsiteY101" fmla="*/ 79377 h 685607"/>
                <a:gd name="connsiteX102" fmla="*/ 994474 w 2915191"/>
                <a:gd name="connsiteY102" fmla="*/ 75305 h 685607"/>
                <a:gd name="connsiteX103" fmla="*/ 1004233 w 2915191"/>
                <a:gd name="connsiteY103" fmla="*/ 86930 h 685607"/>
                <a:gd name="connsiteX104" fmla="*/ 1013977 w 2915191"/>
                <a:gd name="connsiteY104" fmla="*/ 99847 h 685607"/>
                <a:gd name="connsiteX105" fmla="*/ 1023721 w 2915191"/>
                <a:gd name="connsiteY105" fmla="*/ 86465 h 685607"/>
                <a:gd name="connsiteX106" fmla="*/ 1033480 w 2915191"/>
                <a:gd name="connsiteY106" fmla="*/ 81165 h 685607"/>
                <a:gd name="connsiteX107" fmla="*/ 1043224 w 2915191"/>
                <a:gd name="connsiteY107" fmla="*/ 89598 h 685607"/>
                <a:gd name="connsiteX108" fmla="*/ 1052983 w 2915191"/>
                <a:gd name="connsiteY108" fmla="*/ 96767 h 685607"/>
                <a:gd name="connsiteX109" fmla="*/ 1062727 w 2915191"/>
                <a:gd name="connsiteY109" fmla="*/ 71271 h 685607"/>
                <a:gd name="connsiteX110" fmla="*/ 1072471 w 2915191"/>
                <a:gd name="connsiteY110" fmla="*/ 77519 h 685607"/>
                <a:gd name="connsiteX111" fmla="*/ 1082230 w 2915191"/>
                <a:gd name="connsiteY111" fmla="*/ 100903 h 685607"/>
                <a:gd name="connsiteX112" fmla="*/ 1091973 w 2915191"/>
                <a:gd name="connsiteY112" fmla="*/ 91322 h 685607"/>
                <a:gd name="connsiteX113" fmla="*/ 1101732 w 2915191"/>
                <a:gd name="connsiteY113" fmla="*/ 78917 h 685607"/>
                <a:gd name="connsiteX114" fmla="*/ 1111476 w 2915191"/>
                <a:gd name="connsiteY114" fmla="*/ 68838 h 685607"/>
                <a:gd name="connsiteX115" fmla="*/ 1121220 w 2915191"/>
                <a:gd name="connsiteY115" fmla="*/ 81031 h 685607"/>
                <a:gd name="connsiteX116" fmla="*/ 1130979 w 2915191"/>
                <a:gd name="connsiteY116" fmla="*/ 109315 h 685607"/>
                <a:gd name="connsiteX117" fmla="*/ 1140723 w 2915191"/>
                <a:gd name="connsiteY117" fmla="*/ 127170 h 685607"/>
                <a:gd name="connsiteX118" fmla="*/ 1150482 w 2915191"/>
                <a:gd name="connsiteY118" fmla="*/ 125673 h 685607"/>
                <a:gd name="connsiteX119" fmla="*/ 1160226 w 2915191"/>
                <a:gd name="connsiteY119" fmla="*/ 121737 h 685607"/>
                <a:gd name="connsiteX120" fmla="*/ 1169969 w 2915191"/>
                <a:gd name="connsiteY120" fmla="*/ 100891 h 685607"/>
                <a:gd name="connsiteX121" fmla="*/ 1179728 w 2915191"/>
                <a:gd name="connsiteY121" fmla="*/ 94741 h 685607"/>
                <a:gd name="connsiteX122" fmla="*/ 1189472 w 2915191"/>
                <a:gd name="connsiteY122" fmla="*/ 86582 h 685607"/>
                <a:gd name="connsiteX123" fmla="*/ 1199231 w 2915191"/>
                <a:gd name="connsiteY123" fmla="*/ 43775 h 685607"/>
                <a:gd name="connsiteX124" fmla="*/ 1208975 w 2915191"/>
                <a:gd name="connsiteY124" fmla="*/ 66944 h 685607"/>
                <a:gd name="connsiteX125" fmla="*/ 1218719 w 2915191"/>
                <a:gd name="connsiteY125" fmla="*/ 85148 h 685607"/>
                <a:gd name="connsiteX126" fmla="*/ 1228478 w 2915191"/>
                <a:gd name="connsiteY126" fmla="*/ 108535 h 685607"/>
                <a:gd name="connsiteX127" fmla="*/ 1238222 w 2915191"/>
                <a:gd name="connsiteY127" fmla="*/ 128398 h 685607"/>
                <a:gd name="connsiteX128" fmla="*/ 1247966 w 2915191"/>
                <a:gd name="connsiteY128" fmla="*/ 140402 h 685607"/>
                <a:gd name="connsiteX129" fmla="*/ 1257725 w 2915191"/>
                <a:gd name="connsiteY129" fmla="*/ 141239 h 685607"/>
                <a:gd name="connsiteX130" fmla="*/ 1267469 w 2915191"/>
                <a:gd name="connsiteY130" fmla="*/ 131090 h 685607"/>
                <a:gd name="connsiteX131" fmla="*/ 1277227 w 2915191"/>
                <a:gd name="connsiteY131" fmla="*/ 134667 h 685607"/>
                <a:gd name="connsiteX132" fmla="*/ 1286971 w 2915191"/>
                <a:gd name="connsiteY132" fmla="*/ 121245 h 685607"/>
                <a:gd name="connsiteX133" fmla="*/ 1296715 w 2915191"/>
                <a:gd name="connsiteY133" fmla="*/ 106313 h 685607"/>
                <a:gd name="connsiteX134" fmla="*/ 1306474 w 2915191"/>
                <a:gd name="connsiteY134" fmla="*/ 122636 h 685607"/>
                <a:gd name="connsiteX135" fmla="*/ 1316218 w 2915191"/>
                <a:gd name="connsiteY135" fmla="*/ 124718 h 685607"/>
                <a:gd name="connsiteX136" fmla="*/ 1325977 w 2915191"/>
                <a:gd name="connsiteY136" fmla="*/ 95949 h 685607"/>
                <a:gd name="connsiteX137" fmla="*/ 1335721 w 2915191"/>
                <a:gd name="connsiteY137" fmla="*/ 109816 h 685607"/>
                <a:gd name="connsiteX138" fmla="*/ 1345465 w 2915191"/>
                <a:gd name="connsiteY138" fmla="*/ 95178 h 685607"/>
                <a:gd name="connsiteX139" fmla="*/ 1355224 w 2915191"/>
                <a:gd name="connsiteY139" fmla="*/ 82514 h 685607"/>
                <a:gd name="connsiteX140" fmla="*/ 1364967 w 2915191"/>
                <a:gd name="connsiteY140" fmla="*/ 62360 h 685607"/>
                <a:gd name="connsiteX141" fmla="*/ 1374726 w 2915191"/>
                <a:gd name="connsiteY141" fmla="*/ 93975 h 685607"/>
                <a:gd name="connsiteX142" fmla="*/ 1384470 w 2915191"/>
                <a:gd name="connsiteY142" fmla="*/ 75308 h 685607"/>
                <a:gd name="connsiteX143" fmla="*/ 1394214 w 2915191"/>
                <a:gd name="connsiteY143" fmla="*/ 83825 h 685607"/>
                <a:gd name="connsiteX144" fmla="*/ 1403973 w 2915191"/>
                <a:gd name="connsiteY144" fmla="*/ 74750 h 685607"/>
                <a:gd name="connsiteX145" fmla="*/ 1413717 w 2915191"/>
                <a:gd name="connsiteY145" fmla="*/ 68452 h 685607"/>
                <a:gd name="connsiteX146" fmla="*/ 1423476 w 2915191"/>
                <a:gd name="connsiteY146" fmla="*/ 42733 h 685607"/>
                <a:gd name="connsiteX147" fmla="*/ 1433220 w 2915191"/>
                <a:gd name="connsiteY147" fmla="*/ 78564 h 685607"/>
                <a:gd name="connsiteX148" fmla="*/ 1442964 w 2915191"/>
                <a:gd name="connsiteY148" fmla="*/ 88090 h 685607"/>
                <a:gd name="connsiteX149" fmla="*/ 1452722 w 2915191"/>
                <a:gd name="connsiteY149" fmla="*/ 102572 h 685607"/>
                <a:gd name="connsiteX150" fmla="*/ 1462466 w 2915191"/>
                <a:gd name="connsiteY150" fmla="*/ 133967 h 685607"/>
                <a:gd name="connsiteX151" fmla="*/ 1472225 w 2915191"/>
                <a:gd name="connsiteY151" fmla="*/ 113046 h 685607"/>
                <a:gd name="connsiteX152" fmla="*/ 1481969 w 2915191"/>
                <a:gd name="connsiteY152" fmla="*/ 123654 h 685607"/>
                <a:gd name="connsiteX153" fmla="*/ 1491713 w 2915191"/>
                <a:gd name="connsiteY153" fmla="*/ 148312 h 685607"/>
                <a:gd name="connsiteX154" fmla="*/ 1501472 w 2915191"/>
                <a:gd name="connsiteY154" fmla="*/ 120926 h 685607"/>
                <a:gd name="connsiteX155" fmla="*/ 1511216 w 2915191"/>
                <a:gd name="connsiteY155" fmla="*/ 133812 h 685607"/>
                <a:gd name="connsiteX156" fmla="*/ 1520960 w 2915191"/>
                <a:gd name="connsiteY156" fmla="*/ 131318 h 685607"/>
                <a:gd name="connsiteX157" fmla="*/ 1530719 w 2915191"/>
                <a:gd name="connsiteY157" fmla="*/ 135254 h 685607"/>
                <a:gd name="connsiteX158" fmla="*/ 1540463 w 2915191"/>
                <a:gd name="connsiteY158" fmla="*/ 155505 h 685607"/>
                <a:gd name="connsiteX159" fmla="*/ 1550221 w 2915191"/>
                <a:gd name="connsiteY159" fmla="*/ 174843 h 685607"/>
                <a:gd name="connsiteX160" fmla="*/ 1559965 w 2915191"/>
                <a:gd name="connsiteY160" fmla="*/ 171154 h 685607"/>
                <a:gd name="connsiteX161" fmla="*/ 1569709 w 2915191"/>
                <a:gd name="connsiteY161" fmla="*/ 169609 h 685607"/>
                <a:gd name="connsiteX162" fmla="*/ 1579468 w 2915191"/>
                <a:gd name="connsiteY162" fmla="*/ 181742 h 685607"/>
                <a:gd name="connsiteX163" fmla="*/ 1589212 w 2915191"/>
                <a:gd name="connsiteY163" fmla="*/ 167465 h 685607"/>
                <a:gd name="connsiteX164" fmla="*/ 1598971 w 2915191"/>
                <a:gd name="connsiteY164" fmla="*/ 171796 h 685607"/>
                <a:gd name="connsiteX165" fmla="*/ 1608715 w 2915191"/>
                <a:gd name="connsiteY165" fmla="*/ 163798 h 685607"/>
                <a:gd name="connsiteX166" fmla="*/ 1618459 w 2915191"/>
                <a:gd name="connsiteY166" fmla="*/ 183280 h 685607"/>
                <a:gd name="connsiteX167" fmla="*/ 1628218 w 2915191"/>
                <a:gd name="connsiteY167" fmla="*/ 225660 h 685607"/>
                <a:gd name="connsiteX168" fmla="*/ 1637962 w 2915191"/>
                <a:gd name="connsiteY168" fmla="*/ 207492 h 685607"/>
                <a:gd name="connsiteX169" fmla="*/ 1647720 w 2915191"/>
                <a:gd name="connsiteY169" fmla="*/ 231688 h 685607"/>
                <a:gd name="connsiteX170" fmla="*/ 1657464 w 2915191"/>
                <a:gd name="connsiteY170" fmla="*/ 257913 h 685607"/>
                <a:gd name="connsiteX171" fmla="*/ 1667208 w 2915191"/>
                <a:gd name="connsiteY171" fmla="*/ 274117 h 685607"/>
                <a:gd name="connsiteX172" fmla="*/ 1676967 w 2915191"/>
                <a:gd name="connsiteY172" fmla="*/ 292752 h 685607"/>
                <a:gd name="connsiteX173" fmla="*/ 1686711 w 2915191"/>
                <a:gd name="connsiteY173" fmla="*/ 295147 h 685607"/>
                <a:gd name="connsiteX174" fmla="*/ 1696470 w 2915191"/>
                <a:gd name="connsiteY174" fmla="*/ 302586 h 685607"/>
                <a:gd name="connsiteX175" fmla="*/ 1706214 w 2915191"/>
                <a:gd name="connsiteY175" fmla="*/ 306533 h 685607"/>
                <a:gd name="connsiteX176" fmla="*/ 1715958 w 2915191"/>
                <a:gd name="connsiteY176" fmla="*/ 325211 h 685607"/>
                <a:gd name="connsiteX177" fmla="*/ 1725716 w 2915191"/>
                <a:gd name="connsiteY177" fmla="*/ 343363 h 685607"/>
                <a:gd name="connsiteX178" fmla="*/ 1735460 w 2915191"/>
                <a:gd name="connsiteY178" fmla="*/ 322919 h 685607"/>
                <a:gd name="connsiteX179" fmla="*/ 1745219 w 2915191"/>
                <a:gd name="connsiteY179" fmla="*/ 342139 h 685607"/>
                <a:gd name="connsiteX180" fmla="*/ 1754963 w 2915191"/>
                <a:gd name="connsiteY180" fmla="*/ 339931 h 685607"/>
                <a:gd name="connsiteX181" fmla="*/ 1764707 w 2915191"/>
                <a:gd name="connsiteY181" fmla="*/ 372104 h 685607"/>
                <a:gd name="connsiteX182" fmla="*/ 1774466 w 2915191"/>
                <a:gd name="connsiteY182" fmla="*/ 381621 h 685607"/>
                <a:gd name="connsiteX183" fmla="*/ 1784210 w 2915191"/>
                <a:gd name="connsiteY183" fmla="*/ 372527 h 685607"/>
                <a:gd name="connsiteX184" fmla="*/ 1793969 w 2915191"/>
                <a:gd name="connsiteY184" fmla="*/ 355780 h 685607"/>
                <a:gd name="connsiteX185" fmla="*/ 1803713 w 2915191"/>
                <a:gd name="connsiteY185" fmla="*/ 359930 h 685607"/>
                <a:gd name="connsiteX186" fmla="*/ 1813457 w 2915191"/>
                <a:gd name="connsiteY186" fmla="*/ 358541 h 685607"/>
                <a:gd name="connsiteX187" fmla="*/ 1823215 w 2915191"/>
                <a:gd name="connsiteY187" fmla="*/ 406075 h 685607"/>
                <a:gd name="connsiteX188" fmla="*/ 1832959 w 2915191"/>
                <a:gd name="connsiteY188" fmla="*/ 401757 h 685607"/>
                <a:gd name="connsiteX189" fmla="*/ 1842703 w 2915191"/>
                <a:gd name="connsiteY189" fmla="*/ 396466 h 685607"/>
                <a:gd name="connsiteX190" fmla="*/ 1852462 w 2915191"/>
                <a:gd name="connsiteY190" fmla="*/ 407851 h 685607"/>
                <a:gd name="connsiteX191" fmla="*/ 1862206 w 2915191"/>
                <a:gd name="connsiteY191" fmla="*/ 410765 h 685607"/>
                <a:gd name="connsiteX192" fmla="*/ 1871965 w 2915191"/>
                <a:gd name="connsiteY192" fmla="*/ 404951 h 685607"/>
                <a:gd name="connsiteX193" fmla="*/ 1881709 w 2915191"/>
                <a:gd name="connsiteY193" fmla="*/ 394860 h 685607"/>
                <a:gd name="connsiteX194" fmla="*/ 1891453 w 2915191"/>
                <a:gd name="connsiteY194" fmla="*/ 402652 h 685607"/>
                <a:gd name="connsiteX195" fmla="*/ 1901212 w 2915191"/>
                <a:gd name="connsiteY195" fmla="*/ 400577 h 685607"/>
                <a:gd name="connsiteX196" fmla="*/ 1910956 w 2915191"/>
                <a:gd name="connsiteY196" fmla="*/ 397982 h 685607"/>
                <a:gd name="connsiteX197" fmla="*/ 1920714 w 2915191"/>
                <a:gd name="connsiteY197" fmla="*/ 387892 h 685607"/>
                <a:gd name="connsiteX198" fmla="*/ 1930458 w 2915191"/>
                <a:gd name="connsiteY198" fmla="*/ 383679 h 685607"/>
                <a:gd name="connsiteX199" fmla="*/ 1940202 w 2915191"/>
                <a:gd name="connsiteY199" fmla="*/ 411474 h 685607"/>
                <a:gd name="connsiteX200" fmla="*/ 1949961 w 2915191"/>
                <a:gd name="connsiteY200" fmla="*/ 363303 h 685607"/>
                <a:gd name="connsiteX201" fmla="*/ 1959705 w 2915191"/>
                <a:gd name="connsiteY201" fmla="*/ 413907 h 685607"/>
                <a:gd name="connsiteX202" fmla="*/ 1969464 w 2915191"/>
                <a:gd name="connsiteY202" fmla="*/ 449820 h 685607"/>
                <a:gd name="connsiteX203" fmla="*/ 1979208 w 2915191"/>
                <a:gd name="connsiteY203" fmla="*/ 470565 h 685607"/>
                <a:gd name="connsiteX204" fmla="*/ 1988952 w 2915191"/>
                <a:gd name="connsiteY204" fmla="*/ 469027 h 685607"/>
                <a:gd name="connsiteX205" fmla="*/ 1998711 w 2915191"/>
                <a:gd name="connsiteY205" fmla="*/ 449125 h 685607"/>
                <a:gd name="connsiteX206" fmla="*/ 2008454 w 2915191"/>
                <a:gd name="connsiteY206" fmla="*/ 455632 h 685607"/>
                <a:gd name="connsiteX207" fmla="*/ 2018213 w 2915191"/>
                <a:gd name="connsiteY207" fmla="*/ 476246 h 685607"/>
                <a:gd name="connsiteX208" fmla="*/ 2027957 w 2915191"/>
                <a:gd name="connsiteY208" fmla="*/ 479033 h 685607"/>
                <a:gd name="connsiteX209" fmla="*/ 2037701 w 2915191"/>
                <a:gd name="connsiteY209" fmla="*/ 485667 h 685607"/>
                <a:gd name="connsiteX210" fmla="*/ 2047460 w 2915191"/>
                <a:gd name="connsiteY210" fmla="*/ 469813 h 685607"/>
                <a:gd name="connsiteX211" fmla="*/ 2057204 w 2915191"/>
                <a:gd name="connsiteY211" fmla="*/ 475331 h 685607"/>
                <a:gd name="connsiteX212" fmla="*/ 2066963 w 2915191"/>
                <a:gd name="connsiteY212" fmla="*/ 469757 h 685607"/>
                <a:gd name="connsiteX213" fmla="*/ 2076707 w 2915191"/>
                <a:gd name="connsiteY213" fmla="*/ 485474 h 685607"/>
                <a:gd name="connsiteX214" fmla="*/ 2086451 w 2915191"/>
                <a:gd name="connsiteY214" fmla="*/ 479063 h 685607"/>
                <a:gd name="connsiteX215" fmla="*/ 2096210 w 2915191"/>
                <a:gd name="connsiteY215" fmla="*/ 442720 h 685607"/>
                <a:gd name="connsiteX216" fmla="*/ 2105954 w 2915191"/>
                <a:gd name="connsiteY216" fmla="*/ 469281 h 685607"/>
                <a:gd name="connsiteX217" fmla="*/ 2115697 w 2915191"/>
                <a:gd name="connsiteY217" fmla="*/ 477728 h 685607"/>
                <a:gd name="connsiteX218" fmla="*/ 2125456 w 2915191"/>
                <a:gd name="connsiteY218" fmla="*/ 472064 h 685607"/>
                <a:gd name="connsiteX219" fmla="*/ 2135200 w 2915191"/>
                <a:gd name="connsiteY219" fmla="*/ 482529 h 685607"/>
                <a:gd name="connsiteX220" fmla="*/ 2144959 w 2915191"/>
                <a:gd name="connsiteY220" fmla="*/ 513949 h 685607"/>
                <a:gd name="connsiteX221" fmla="*/ 2154703 w 2915191"/>
                <a:gd name="connsiteY221" fmla="*/ 540790 h 685607"/>
                <a:gd name="connsiteX222" fmla="*/ 2164447 w 2915191"/>
                <a:gd name="connsiteY222" fmla="*/ 551820 h 685607"/>
                <a:gd name="connsiteX223" fmla="*/ 2174206 w 2915191"/>
                <a:gd name="connsiteY223" fmla="*/ 576126 h 685607"/>
                <a:gd name="connsiteX224" fmla="*/ 2183950 w 2915191"/>
                <a:gd name="connsiteY224" fmla="*/ 579342 h 685607"/>
                <a:gd name="connsiteX225" fmla="*/ 2193709 w 2915191"/>
                <a:gd name="connsiteY225" fmla="*/ 578583 h 685607"/>
                <a:gd name="connsiteX226" fmla="*/ 2203452 w 2915191"/>
                <a:gd name="connsiteY226" fmla="*/ 632533 h 685607"/>
                <a:gd name="connsiteX227" fmla="*/ 2213196 w 2915191"/>
                <a:gd name="connsiteY227" fmla="*/ 603337 h 685607"/>
                <a:gd name="connsiteX228" fmla="*/ 2222955 w 2915191"/>
                <a:gd name="connsiteY228" fmla="*/ 616949 h 685607"/>
                <a:gd name="connsiteX229" fmla="*/ 2232699 w 2915191"/>
                <a:gd name="connsiteY229" fmla="*/ 607785 h 685607"/>
                <a:gd name="connsiteX230" fmla="*/ 2242458 w 2915191"/>
                <a:gd name="connsiteY230" fmla="*/ 593382 h 685607"/>
                <a:gd name="connsiteX231" fmla="*/ 2252202 w 2915191"/>
                <a:gd name="connsiteY231" fmla="*/ 590131 h 685607"/>
                <a:gd name="connsiteX232" fmla="*/ 2261946 w 2915191"/>
                <a:gd name="connsiteY232" fmla="*/ 565022 h 685607"/>
                <a:gd name="connsiteX233" fmla="*/ 2271705 w 2915191"/>
                <a:gd name="connsiteY233" fmla="*/ 566456 h 685607"/>
                <a:gd name="connsiteX234" fmla="*/ 2281449 w 2915191"/>
                <a:gd name="connsiteY234" fmla="*/ 592728 h 685607"/>
                <a:gd name="connsiteX235" fmla="*/ 2291208 w 2915191"/>
                <a:gd name="connsiteY235" fmla="*/ 617104 h 685607"/>
                <a:gd name="connsiteX236" fmla="*/ 2300951 w 2915191"/>
                <a:gd name="connsiteY236" fmla="*/ 622822 h 685607"/>
                <a:gd name="connsiteX237" fmla="*/ 2310695 w 2915191"/>
                <a:gd name="connsiteY237" fmla="*/ 634804 h 685607"/>
                <a:gd name="connsiteX238" fmla="*/ 2320454 w 2915191"/>
                <a:gd name="connsiteY238" fmla="*/ 651503 h 685607"/>
                <a:gd name="connsiteX239" fmla="*/ 2330198 w 2915191"/>
                <a:gd name="connsiteY239" fmla="*/ 640400 h 685607"/>
                <a:gd name="connsiteX240" fmla="*/ 2339957 w 2915191"/>
                <a:gd name="connsiteY240" fmla="*/ 613296 h 685607"/>
                <a:gd name="connsiteX241" fmla="*/ 2349701 w 2915191"/>
                <a:gd name="connsiteY241" fmla="*/ 637337 h 685607"/>
                <a:gd name="connsiteX242" fmla="*/ 2359445 w 2915191"/>
                <a:gd name="connsiteY242" fmla="*/ 685608 h 685607"/>
                <a:gd name="connsiteX243" fmla="*/ 2369204 w 2915191"/>
                <a:gd name="connsiteY243" fmla="*/ 684371 h 685607"/>
                <a:gd name="connsiteX244" fmla="*/ 2378948 w 2915191"/>
                <a:gd name="connsiteY244" fmla="*/ 676062 h 685607"/>
                <a:gd name="connsiteX245" fmla="*/ 2388692 w 2915191"/>
                <a:gd name="connsiteY245" fmla="*/ 647198 h 685607"/>
                <a:gd name="connsiteX246" fmla="*/ 2398450 w 2915191"/>
                <a:gd name="connsiteY246" fmla="*/ 617943 h 685607"/>
                <a:gd name="connsiteX247" fmla="*/ 2408194 w 2915191"/>
                <a:gd name="connsiteY247" fmla="*/ 605878 h 685607"/>
                <a:gd name="connsiteX248" fmla="*/ 2417953 w 2915191"/>
                <a:gd name="connsiteY248" fmla="*/ 646711 h 685607"/>
                <a:gd name="connsiteX249" fmla="*/ 2427697 w 2915191"/>
                <a:gd name="connsiteY249" fmla="*/ 648062 h 685607"/>
                <a:gd name="connsiteX250" fmla="*/ 2437441 w 2915191"/>
                <a:gd name="connsiteY250" fmla="*/ 660362 h 685607"/>
                <a:gd name="connsiteX251" fmla="*/ 2447200 w 2915191"/>
                <a:gd name="connsiteY251" fmla="*/ 656586 h 685607"/>
                <a:gd name="connsiteX252" fmla="*/ 2456944 w 2915191"/>
                <a:gd name="connsiteY252" fmla="*/ 643909 h 685607"/>
                <a:gd name="connsiteX253" fmla="*/ 2466703 w 2915191"/>
                <a:gd name="connsiteY253" fmla="*/ 642860 h 685607"/>
                <a:gd name="connsiteX254" fmla="*/ 2476446 w 2915191"/>
                <a:gd name="connsiteY254" fmla="*/ 637653 h 685607"/>
                <a:gd name="connsiteX255" fmla="*/ 2486190 w 2915191"/>
                <a:gd name="connsiteY255" fmla="*/ 620040 h 685607"/>
                <a:gd name="connsiteX256" fmla="*/ 2495949 w 2915191"/>
                <a:gd name="connsiteY256" fmla="*/ 637755 h 685607"/>
                <a:gd name="connsiteX257" fmla="*/ 2505693 w 2915191"/>
                <a:gd name="connsiteY257" fmla="*/ 665832 h 685607"/>
                <a:gd name="connsiteX258" fmla="*/ 2515452 w 2915191"/>
                <a:gd name="connsiteY258" fmla="*/ 649386 h 685607"/>
                <a:gd name="connsiteX259" fmla="*/ 2525196 w 2915191"/>
                <a:gd name="connsiteY259" fmla="*/ 651032 h 685607"/>
                <a:gd name="connsiteX260" fmla="*/ 2534940 w 2915191"/>
                <a:gd name="connsiteY260" fmla="*/ 676366 h 685607"/>
                <a:gd name="connsiteX261" fmla="*/ 2544699 w 2915191"/>
                <a:gd name="connsiteY261" fmla="*/ 642735 h 685607"/>
                <a:gd name="connsiteX262" fmla="*/ 2554443 w 2915191"/>
                <a:gd name="connsiteY262" fmla="*/ 655975 h 685607"/>
                <a:gd name="connsiteX263" fmla="*/ 2564202 w 2915191"/>
                <a:gd name="connsiteY263" fmla="*/ 668070 h 685607"/>
                <a:gd name="connsiteX264" fmla="*/ 2573946 w 2915191"/>
                <a:gd name="connsiteY264" fmla="*/ 656290 h 685607"/>
                <a:gd name="connsiteX265" fmla="*/ 2583690 w 2915191"/>
                <a:gd name="connsiteY265" fmla="*/ 658055 h 685607"/>
                <a:gd name="connsiteX266" fmla="*/ 2593448 w 2915191"/>
                <a:gd name="connsiteY266" fmla="*/ 638193 h 685607"/>
                <a:gd name="connsiteX267" fmla="*/ 2603192 w 2915191"/>
                <a:gd name="connsiteY267" fmla="*/ 662973 h 685607"/>
                <a:gd name="connsiteX268" fmla="*/ 2612951 w 2915191"/>
                <a:gd name="connsiteY268" fmla="*/ 684991 h 685607"/>
                <a:gd name="connsiteX269" fmla="*/ 2622695 w 2915191"/>
                <a:gd name="connsiteY269" fmla="*/ 673704 h 685607"/>
                <a:gd name="connsiteX270" fmla="*/ 2632439 w 2915191"/>
                <a:gd name="connsiteY270" fmla="*/ 673620 h 685607"/>
                <a:gd name="connsiteX271" fmla="*/ 2642198 w 2915191"/>
                <a:gd name="connsiteY271" fmla="*/ 663559 h 685607"/>
                <a:gd name="connsiteX272" fmla="*/ 2651942 w 2915191"/>
                <a:gd name="connsiteY272" fmla="*/ 664167 h 685607"/>
                <a:gd name="connsiteX273" fmla="*/ 2661685 w 2915191"/>
                <a:gd name="connsiteY273" fmla="*/ 627994 h 685607"/>
                <a:gd name="connsiteX274" fmla="*/ 2671444 w 2915191"/>
                <a:gd name="connsiteY274" fmla="*/ 628347 h 685607"/>
                <a:gd name="connsiteX275" fmla="*/ 2681188 w 2915191"/>
                <a:gd name="connsiteY275" fmla="*/ 598969 h 685607"/>
                <a:gd name="connsiteX276" fmla="*/ 2690947 w 2915191"/>
                <a:gd name="connsiteY276" fmla="*/ 597428 h 685607"/>
                <a:gd name="connsiteX277" fmla="*/ 2700691 w 2915191"/>
                <a:gd name="connsiteY277" fmla="*/ 611213 h 685607"/>
                <a:gd name="connsiteX278" fmla="*/ 2710435 w 2915191"/>
                <a:gd name="connsiteY278" fmla="*/ 609248 h 685607"/>
                <a:gd name="connsiteX279" fmla="*/ 2720194 w 2915191"/>
                <a:gd name="connsiteY279" fmla="*/ 593975 h 685607"/>
                <a:gd name="connsiteX280" fmla="*/ 2729938 w 2915191"/>
                <a:gd name="connsiteY280" fmla="*/ 604109 h 685607"/>
                <a:gd name="connsiteX281" fmla="*/ 2739697 w 2915191"/>
                <a:gd name="connsiteY281" fmla="*/ 601467 h 685607"/>
                <a:gd name="connsiteX282" fmla="*/ 2749441 w 2915191"/>
                <a:gd name="connsiteY282" fmla="*/ 602536 h 685607"/>
                <a:gd name="connsiteX283" fmla="*/ 2759185 w 2915191"/>
                <a:gd name="connsiteY283" fmla="*/ 626075 h 685607"/>
                <a:gd name="connsiteX284" fmla="*/ 2768943 w 2915191"/>
                <a:gd name="connsiteY284" fmla="*/ 652079 h 685607"/>
                <a:gd name="connsiteX285" fmla="*/ 2778687 w 2915191"/>
                <a:gd name="connsiteY285" fmla="*/ 656777 h 685607"/>
                <a:gd name="connsiteX286" fmla="*/ 2788446 w 2915191"/>
                <a:gd name="connsiteY286" fmla="*/ 617725 h 685607"/>
                <a:gd name="connsiteX287" fmla="*/ 2798190 w 2915191"/>
                <a:gd name="connsiteY287" fmla="*/ 571042 h 685607"/>
                <a:gd name="connsiteX288" fmla="*/ 2807934 w 2915191"/>
                <a:gd name="connsiteY288" fmla="*/ 559618 h 685607"/>
                <a:gd name="connsiteX289" fmla="*/ 2817693 w 2915191"/>
                <a:gd name="connsiteY289" fmla="*/ 550596 h 685607"/>
                <a:gd name="connsiteX290" fmla="*/ 2827437 w 2915191"/>
                <a:gd name="connsiteY290" fmla="*/ 540894 h 685607"/>
                <a:gd name="connsiteX291" fmla="*/ 2837196 w 2915191"/>
                <a:gd name="connsiteY291" fmla="*/ 545146 h 685607"/>
                <a:gd name="connsiteX292" fmla="*/ 2846940 w 2915191"/>
                <a:gd name="connsiteY292" fmla="*/ 538418 h 685607"/>
                <a:gd name="connsiteX293" fmla="*/ 2856684 w 2915191"/>
                <a:gd name="connsiteY293" fmla="*/ 533565 h 685607"/>
                <a:gd name="connsiteX294" fmla="*/ 2866442 w 2915191"/>
                <a:gd name="connsiteY294" fmla="*/ 522291 h 685607"/>
                <a:gd name="connsiteX295" fmla="*/ 2876186 w 2915191"/>
                <a:gd name="connsiteY295" fmla="*/ 525734 h 685607"/>
                <a:gd name="connsiteX296" fmla="*/ 2885945 w 2915191"/>
                <a:gd name="connsiteY296" fmla="*/ 518067 h 685607"/>
                <a:gd name="connsiteX297" fmla="*/ 2895689 w 2915191"/>
                <a:gd name="connsiteY297" fmla="*/ 493620 h 685607"/>
                <a:gd name="connsiteX298" fmla="*/ 2905433 w 2915191"/>
                <a:gd name="connsiteY298" fmla="*/ 483709 h 685607"/>
                <a:gd name="connsiteX299" fmla="*/ 2915192 w 2915191"/>
                <a:gd name="connsiteY299" fmla="*/ 492392 h 685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85607">
                  <a:moveTo>
                    <a:pt x="0" y="171106"/>
                  </a:moveTo>
                  <a:lnTo>
                    <a:pt x="9750" y="179349"/>
                  </a:lnTo>
                  <a:lnTo>
                    <a:pt x="19500" y="171076"/>
                  </a:lnTo>
                  <a:lnTo>
                    <a:pt x="29250" y="176492"/>
                  </a:lnTo>
                  <a:lnTo>
                    <a:pt x="39000" y="170310"/>
                  </a:lnTo>
                  <a:lnTo>
                    <a:pt x="48749" y="195896"/>
                  </a:lnTo>
                  <a:lnTo>
                    <a:pt x="58499" y="217087"/>
                  </a:lnTo>
                  <a:lnTo>
                    <a:pt x="68249" y="206008"/>
                  </a:lnTo>
                  <a:lnTo>
                    <a:pt x="77998" y="206166"/>
                  </a:lnTo>
                  <a:lnTo>
                    <a:pt x="87748" y="176242"/>
                  </a:lnTo>
                  <a:lnTo>
                    <a:pt x="97497" y="190077"/>
                  </a:lnTo>
                  <a:lnTo>
                    <a:pt x="107247" y="222382"/>
                  </a:lnTo>
                  <a:lnTo>
                    <a:pt x="116997" y="223731"/>
                  </a:lnTo>
                  <a:lnTo>
                    <a:pt x="126747" y="194263"/>
                  </a:lnTo>
                  <a:lnTo>
                    <a:pt x="136497" y="164597"/>
                  </a:lnTo>
                  <a:lnTo>
                    <a:pt x="146247" y="159949"/>
                  </a:lnTo>
                  <a:lnTo>
                    <a:pt x="155997" y="165164"/>
                  </a:lnTo>
                  <a:lnTo>
                    <a:pt x="165747" y="170911"/>
                  </a:lnTo>
                  <a:lnTo>
                    <a:pt x="175497" y="192323"/>
                  </a:lnTo>
                  <a:lnTo>
                    <a:pt x="185247" y="198413"/>
                  </a:lnTo>
                  <a:lnTo>
                    <a:pt x="194996" y="257657"/>
                  </a:lnTo>
                  <a:lnTo>
                    <a:pt x="204746" y="268536"/>
                  </a:lnTo>
                  <a:lnTo>
                    <a:pt x="214495" y="279046"/>
                  </a:lnTo>
                  <a:lnTo>
                    <a:pt x="224245" y="279021"/>
                  </a:lnTo>
                  <a:lnTo>
                    <a:pt x="233995" y="291844"/>
                  </a:lnTo>
                  <a:lnTo>
                    <a:pt x="243744" y="297334"/>
                  </a:lnTo>
                  <a:lnTo>
                    <a:pt x="253494" y="293024"/>
                  </a:lnTo>
                  <a:lnTo>
                    <a:pt x="263244" y="303364"/>
                  </a:lnTo>
                  <a:lnTo>
                    <a:pt x="272994" y="333256"/>
                  </a:lnTo>
                  <a:lnTo>
                    <a:pt x="282744" y="332095"/>
                  </a:lnTo>
                  <a:lnTo>
                    <a:pt x="292494" y="303334"/>
                  </a:lnTo>
                  <a:lnTo>
                    <a:pt x="302244" y="322260"/>
                  </a:lnTo>
                  <a:lnTo>
                    <a:pt x="311994" y="341175"/>
                  </a:lnTo>
                  <a:lnTo>
                    <a:pt x="321744" y="329476"/>
                  </a:lnTo>
                  <a:lnTo>
                    <a:pt x="331493" y="320079"/>
                  </a:lnTo>
                  <a:lnTo>
                    <a:pt x="341243" y="308455"/>
                  </a:lnTo>
                  <a:lnTo>
                    <a:pt x="350993" y="332347"/>
                  </a:lnTo>
                  <a:lnTo>
                    <a:pt x="360742" y="317001"/>
                  </a:lnTo>
                  <a:lnTo>
                    <a:pt x="370492" y="291394"/>
                  </a:lnTo>
                  <a:lnTo>
                    <a:pt x="380241" y="284886"/>
                  </a:lnTo>
                  <a:lnTo>
                    <a:pt x="389991" y="273606"/>
                  </a:lnTo>
                  <a:lnTo>
                    <a:pt x="399741" y="262079"/>
                  </a:lnTo>
                  <a:lnTo>
                    <a:pt x="409491" y="269683"/>
                  </a:lnTo>
                  <a:lnTo>
                    <a:pt x="419241" y="273021"/>
                  </a:lnTo>
                  <a:lnTo>
                    <a:pt x="428991" y="212352"/>
                  </a:lnTo>
                  <a:lnTo>
                    <a:pt x="438741" y="222375"/>
                  </a:lnTo>
                  <a:lnTo>
                    <a:pt x="448491" y="214718"/>
                  </a:lnTo>
                  <a:lnTo>
                    <a:pt x="458241" y="208036"/>
                  </a:lnTo>
                  <a:lnTo>
                    <a:pt x="467991" y="174637"/>
                  </a:lnTo>
                  <a:lnTo>
                    <a:pt x="477740" y="152631"/>
                  </a:lnTo>
                  <a:lnTo>
                    <a:pt x="487490" y="152437"/>
                  </a:lnTo>
                  <a:lnTo>
                    <a:pt x="497239" y="176255"/>
                  </a:lnTo>
                  <a:lnTo>
                    <a:pt x="506989" y="205834"/>
                  </a:lnTo>
                  <a:lnTo>
                    <a:pt x="516738" y="178503"/>
                  </a:lnTo>
                  <a:lnTo>
                    <a:pt x="526488" y="189968"/>
                  </a:lnTo>
                  <a:lnTo>
                    <a:pt x="536238" y="198119"/>
                  </a:lnTo>
                  <a:lnTo>
                    <a:pt x="545988" y="197482"/>
                  </a:lnTo>
                  <a:lnTo>
                    <a:pt x="555738" y="212060"/>
                  </a:lnTo>
                  <a:lnTo>
                    <a:pt x="565488" y="190500"/>
                  </a:lnTo>
                  <a:lnTo>
                    <a:pt x="575238" y="147014"/>
                  </a:lnTo>
                  <a:lnTo>
                    <a:pt x="584988" y="125084"/>
                  </a:lnTo>
                  <a:lnTo>
                    <a:pt x="594738" y="139551"/>
                  </a:lnTo>
                  <a:lnTo>
                    <a:pt x="604488" y="110766"/>
                  </a:lnTo>
                  <a:lnTo>
                    <a:pt x="614237" y="84622"/>
                  </a:lnTo>
                  <a:lnTo>
                    <a:pt x="623987" y="84507"/>
                  </a:lnTo>
                  <a:lnTo>
                    <a:pt x="633736" y="76010"/>
                  </a:lnTo>
                  <a:lnTo>
                    <a:pt x="643486" y="77722"/>
                  </a:lnTo>
                  <a:lnTo>
                    <a:pt x="653236" y="61229"/>
                  </a:lnTo>
                  <a:lnTo>
                    <a:pt x="662985" y="61394"/>
                  </a:lnTo>
                  <a:lnTo>
                    <a:pt x="672735" y="41789"/>
                  </a:lnTo>
                  <a:lnTo>
                    <a:pt x="682485" y="46144"/>
                  </a:lnTo>
                  <a:lnTo>
                    <a:pt x="692235" y="60490"/>
                  </a:lnTo>
                  <a:lnTo>
                    <a:pt x="701985" y="46789"/>
                  </a:lnTo>
                  <a:lnTo>
                    <a:pt x="711735" y="49812"/>
                  </a:lnTo>
                  <a:lnTo>
                    <a:pt x="721485" y="56321"/>
                  </a:lnTo>
                  <a:lnTo>
                    <a:pt x="731235" y="80519"/>
                  </a:lnTo>
                  <a:lnTo>
                    <a:pt x="740985" y="84972"/>
                  </a:lnTo>
                  <a:lnTo>
                    <a:pt x="750734" y="78705"/>
                  </a:lnTo>
                  <a:lnTo>
                    <a:pt x="760484" y="65503"/>
                  </a:lnTo>
                  <a:lnTo>
                    <a:pt x="770233" y="57717"/>
                  </a:lnTo>
                  <a:lnTo>
                    <a:pt x="779983" y="41059"/>
                  </a:lnTo>
                  <a:lnTo>
                    <a:pt x="789733" y="44067"/>
                  </a:lnTo>
                  <a:lnTo>
                    <a:pt x="799482" y="19786"/>
                  </a:lnTo>
                  <a:lnTo>
                    <a:pt x="809232" y="6219"/>
                  </a:lnTo>
                  <a:lnTo>
                    <a:pt x="818982" y="17555"/>
                  </a:lnTo>
                  <a:lnTo>
                    <a:pt x="828732" y="39968"/>
                  </a:lnTo>
                  <a:lnTo>
                    <a:pt x="838482" y="30048"/>
                  </a:lnTo>
                  <a:lnTo>
                    <a:pt x="848232" y="0"/>
                  </a:lnTo>
                  <a:lnTo>
                    <a:pt x="857982" y="32973"/>
                  </a:lnTo>
                  <a:lnTo>
                    <a:pt x="867732" y="78127"/>
                  </a:lnTo>
                  <a:lnTo>
                    <a:pt x="877482" y="108047"/>
                  </a:lnTo>
                  <a:lnTo>
                    <a:pt x="887231" y="106210"/>
                  </a:lnTo>
                  <a:lnTo>
                    <a:pt x="896981" y="100441"/>
                  </a:lnTo>
                  <a:lnTo>
                    <a:pt x="906730" y="95276"/>
                  </a:lnTo>
                  <a:lnTo>
                    <a:pt x="916480" y="72834"/>
                  </a:lnTo>
                  <a:lnTo>
                    <a:pt x="926230" y="45044"/>
                  </a:lnTo>
                  <a:lnTo>
                    <a:pt x="935979" y="102374"/>
                  </a:lnTo>
                  <a:lnTo>
                    <a:pt x="945729" y="106458"/>
                  </a:lnTo>
                  <a:lnTo>
                    <a:pt x="955479" y="64505"/>
                  </a:lnTo>
                  <a:lnTo>
                    <a:pt x="965229" y="78072"/>
                  </a:lnTo>
                  <a:lnTo>
                    <a:pt x="974979" y="97563"/>
                  </a:lnTo>
                  <a:lnTo>
                    <a:pt x="984729" y="79377"/>
                  </a:lnTo>
                  <a:lnTo>
                    <a:pt x="994474" y="75305"/>
                  </a:lnTo>
                  <a:lnTo>
                    <a:pt x="1004233" y="86930"/>
                  </a:lnTo>
                  <a:lnTo>
                    <a:pt x="1013977" y="99847"/>
                  </a:lnTo>
                  <a:lnTo>
                    <a:pt x="1023721" y="86465"/>
                  </a:lnTo>
                  <a:lnTo>
                    <a:pt x="1033480" y="81165"/>
                  </a:lnTo>
                  <a:lnTo>
                    <a:pt x="1043224" y="89598"/>
                  </a:lnTo>
                  <a:lnTo>
                    <a:pt x="1052983" y="96767"/>
                  </a:lnTo>
                  <a:lnTo>
                    <a:pt x="1062727" y="71271"/>
                  </a:lnTo>
                  <a:lnTo>
                    <a:pt x="1072471" y="77519"/>
                  </a:lnTo>
                  <a:lnTo>
                    <a:pt x="1082230" y="100903"/>
                  </a:lnTo>
                  <a:lnTo>
                    <a:pt x="1091973" y="91322"/>
                  </a:lnTo>
                  <a:lnTo>
                    <a:pt x="1101732" y="78917"/>
                  </a:lnTo>
                  <a:lnTo>
                    <a:pt x="1111476" y="68838"/>
                  </a:lnTo>
                  <a:lnTo>
                    <a:pt x="1121220" y="81031"/>
                  </a:lnTo>
                  <a:lnTo>
                    <a:pt x="1130979" y="109315"/>
                  </a:lnTo>
                  <a:lnTo>
                    <a:pt x="1140723" y="127170"/>
                  </a:lnTo>
                  <a:lnTo>
                    <a:pt x="1150482" y="125673"/>
                  </a:lnTo>
                  <a:lnTo>
                    <a:pt x="1160226" y="121737"/>
                  </a:lnTo>
                  <a:lnTo>
                    <a:pt x="1169969" y="100891"/>
                  </a:lnTo>
                  <a:lnTo>
                    <a:pt x="1179728" y="94741"/>
                  </a:lnTo>
                  <a:lnTo>
                    <a:pt x="1189472" y="86582"/>
                  </a:lnTo>
                  <a:lnTo>
                    <a:pt x="1199231" y="43775"/>
                  </a:lnTo>
                  <a:lnTo>
                    <a:pt x="1208975" y="66944"/>
                  </a:lnTo>
                  <a:lnTo>
                    <a:pt x="1218719" y="85148"/>
                  </a:lnTo>
                  <a:lnTo>
                    <a:pt x="1228478" y="108535"/>
                  </a:lnTo>
                  <a:lnTo>
                    <a:pt x="1238222" y="128398"/>
                  </a:lnTo>
                  <a:lnTo>
                    <a:pt x="1247966" y="140402"/>
                  </a:lnTo>
                  <a:lnTo>
                    <a:pt x="1257725" y="141239"/>
                  </a:lnTo>
                  <a:lnTo>
                    <a:pt x="1267469" y="131090"/>
                  </a:lnTo>
                  <a:lnTo>
                    <a:pt x="1277227" y="134667"/>
                  </a:lnTo>
                  <a:lnTo>
                    <a:pt x="1286971" y="121245"/>
                  </a:lnTo>
                  <a:lnTo>
                    <a:pt x="1296715" y="106313"/>
                  </a:lnTo>
                  <a:lnTo>
                    <a:pt x="1306474" y="122636"/>
                  </a:lnTo>
                  <a:lnTo>
                    <a:pt x="1316218" y="124718"/>
                  </a:lnTo>
                  <a:lnTo>
                    <a:pt x="1325977" y="95949"/>
                  </a:lnTo>
                  <a:lnTo>
                    <a:pt x="1335721" y="109816"/>
                  </a:lnTo>
                  <a:lnTo>
                    <a:pt x="1345465" y="95178"/>
                  </a:lnTo>
                  <a:lnTo>
                    <a:pt x="1355224" y="82514"/>
                  </a:lnTo>
                  <a:lnTo>
                    <a:pt x="1364967" y="62360"/>
                  </a:lnTo>
                  <a:lnTo>
                    <a:pt x="1374726" y="93975"/>
                  </a:lnTo>
                  <a:lnTo>
                    <a:pt x="1384470" y="75308"/>
                  </a:lnTo>
                  <a:lnTo>
                    <a:pt x="1394214" y="83825"/>
                  </a:lnTo>
                  <a:lnTo>
                    <a:pt x="1403973" y="74750"/>
                  </a:lnTo>
                  <a:lnTo>
                    <a:pt x="1413717" y="68452"/>
                  </a:lnTo>
                  <a:lnTo>
                    <a:pt x="1423476" y="42733"/>
                  </a:lnTo>
                  <a:lnTo>
                    <a:pt x="1433220" y="78564"/>
                  </a:lnTo>
                  <a:lnTo>
                    <a:pt x="1442964" y="88090"/>
                  </a:lnTo>
                  <a:lnTo>
                    <a:pt x="1452722" y="102572"/>
                  </a:lnTo>
                  <a:lnTo>
                    <a:pt x="1462466" y="133967"/>
                  </a:lnTo>
                  <a:lnTo>
                    <a:pt x="1472225" y="113046"/>
                  </a:lnTo>
                  <a:lnTo>
                    <a:pt x="1481969" y="123654"/>
                  </a:lnTo>
                  <a:lnTo>
                    <a:pt x="1491713" y="148312"/>
                  </a:lnTo>
                  <a:lnTo>
                    <a:pt x="1501472" y="120926"/>
                  </a:lnTo>
                  <a:lnTo>
                    <a:pt x="1511216" y="133812"/>
                  </a:lnTo>
                  <a:lnTo>
                    <a:pt x="1520960" y="131318"/>
                  </a:lnTo>
                  <a:lnTo>
                    <a:pt x="1530719" y="135254"/>
                  </a:lnTo>
                  <a:lnTo>
                    <a:pt x="1540463" y="155505"/>
                  </a:lnTo>
                  <a:lnTo>
                    <a:pt x="1550221" y="174843"/>
                  </a:lnTo>
                  <a:lnTo>
                    <a:pt x="1559965" y="171154"/>
                  </a:lnTo>
                  <a:lnTo>
                    <a:pt x="1569709" y="169609"/>
                  </a:lnTo>
                  <a:lnTo>
                    <a:pt x="1579468" y="181742"/>
                  </a:lnTo>
                  <a:lnTo>
                    <a:pt x="1589212" y="167465"/>
                  </a:lnTo>
                  <a:lnTo>
                    <a:pt x="1598971" y="171796"/>
                  </a:lnTo>
                  <a:lnTo>
                    <a:pt x="1608715" y="163798"/>
                  </a:lnTo>
                  <a:lnTo>
                    <a:pt x="1618459" y="183280"/>
                  </a:lnTo>
                  <a:lnTo>
                    <a:pt x="1628218" y="225660"/>
                  </a:lnTo>
                  <a:lnTo>
                    <a:pt x="1637962" y="207492"/>
                  </a:lnTo>
                  <a:lnTo>
                    <a:pt x="1647720" y="231688"/>
                  </a:lnTo>
                  <a:lnTo>
                    <a:pt x="1657464" y="257913"/>
                  </a:lnTo>
                  <a:lnTo>
                    <a:pt x="1667208" y="274117"/>
                  </a:lnTo>
                  <a:lnTo>
                    <a:pt x="1676967" y="292752"/>
                  </a:lnTo>
                  <a:lnTo>
                    <a:pt x="1686711" y="295147"/>
                  </a:lnTo>
                  <a:lnTo>
                    <a:pt x="1696470" y="302586"/>
                  </a:lnTo>
                  <a:lnTo>
                    <a:pt x="1706214" y="306533"/>
                  </a:lnTo>
                  <a:lnTo>
                    <a:pt x="1715958" y="325211"/>
                  </a:lnTo>
                  <a:lnTo>
                    <a:pt x="1725716" y="343363"/>
                  </a:lnTo>
                  <a:lnTo>
                    <a:pt x="1735460" y="322919"/>
                  </a:lnTo>
                  <a:lnTo>
                    <a:pt x="1745219" y="342139"/>
                  </a:lnTo>
                  <a:lnTo>
                    <a:pt x="1754963" y="339931"/>
                  </a:lnTo>
                  <a:lnTo>
                    <a:pt x="1764707" y="372104"/>
                  </a:lnTo>
                  <a:lnTo>
                    <a:pt x="1774466" y="381621"/>
                  </a:lnTo>
                  <a:lnTo>
                    <a:pt x="1784210" y="372527"/>
                  </a:lnTo>
                  <a:lnTo>
                    <a:pt x="1793969" y="355780"/>
                  </a:lnTo>
                  <a:lnTo>
                    <a:pt x="1803713" y="359930"/>
                  </a:lnTo>
                  <a:lnTo>
                    <a:pt x="1813457" y="358541"/>
                  </a:lnTo>
                  <a:lnTo>
                    <a:pt x="1823215" y="406075"/>
                  </a:lnTo>
                  <a:lnTo>
                    <a:pt x="1832959" y="401757"/>
                  </a:lnTo>
                  <a:lnTo>
                    <a:pt x="1842703" y="396466"/>
                  </a:lnTo>
                  <a:lnTo>
                    <a:pt x="1852462" y="407851"/>
                  </a:lnTo>
                  <a:lnTo>
                    <a:pt x="1862206" y="410765"/>
                  </a:lnTo>
                  <a:lnTo>
                    <a:pt x="1871965" y="404951"/>
                  </a:lnTo>
                  <a:lnTo>
                    <a:pt x="1881709" y="394860"/>
                  </a:lnTo>
                  <a:lnTo>
                    <a:pt x="1891453" y="402652"/>
                  </a:lnTo>
                  <a:lnTo>
                    <a:pt x="1901212" y="400577"/>
                  </a:lnTo>
                  <a:lnTo>
                    <a:pt x="1910956" y="397982"/>
                  </a:lnTo>
                  <a:lnTo>
                    <a:pt x="1920714" y="387892"/>
                  </a:lnTo>
                  <a:lnTo>
                    <a:pt x="1930458" y="383679"/>
                  </a:lnTo>
                  <a:lnTo>
                    <a:pt x="1940202" y="411474"/>
                  </a:lnTo>
                  <a:lnTo>
                    <a:pt x="1949961" y="363303"/>
                  </a:lnTo>
                  <a:lnTo>
                    <a:pt x="1959705" y="413907"/>
                  </a:lnTo>
                  <a:lnTo>
                    <a:pt x="1969464" y="449820"/>
                  </a:lnTo>
                  <a:lnTo>
                    <a:pt x="1979208" y="470565"/>
                  </a:lnTo>
                  <a:lnTo>
                    <a:pt x="1988952" y="469027"/>
                  </a:lnTo>
                  <a:lnTo>
                    <a:pt x="1998711" y="449125"/>
                  </a:lnTo>
                  <a:lnTo>
                    <a:pt x="2008454" y="455632"/>
                  </a:lnTo>
                  <a:lnTo>
                    <a:pt x="2018213" y="476246"/>
                  </a:lnTo>
                  <a:lnTo>
                    <a:pt x="2027957" y="479033"/>
                  </a:lnTo>
                  <a:lnTo>
                    <a:pt x="2037701" y="485667"/>
                  </a:lnTo>
                  <a:lnTo>
                    <a:pt x="2047460" y="469813"/>
                  </a:lnTo>
                  <a:lnTo>
                    <a:pt x="2057204" y="475331"/>
                  </a:lnTo>
                  <a:lnTo>
                    <a:pt x="2066963" y="469757"/>
                  </a:lnTo>
                  <a:lnTo>
                    <a:pt x="2076707" y="485474"/>
                  </a:lnTo>
                  <a:lnTo>
                    <a:pt x="2086451" y="479063"/>
                  </a:lnTo>
                  <a:lnTo>
                    <a:pt x="2096210" y="442720"/>
                  </a:lnTo>
                  <a:lnTo>
                    <a:pt x="2105954" y="469281"/>
                  </a:lnTo>
                  <a:lnTo>
                    <a:pt x="2115697" y="477728"/>
                  </a:lnTo>
                  <a:lnTo>
                    <a:pt x="2125456" y="472064"/>
                  </a:lnTo>
                  <a:lnTo>
                    <a:pt x="2135200" y="482529"/>
                  </a:lnTo>
                  <a:lnTo>
                    <a:pt x="2144959" y="513949"/>
                  </a:lnTo>
                  <a:lnTo>
                    <a:pt x="2154703" y="540790"/>
                  </a:lnTo>
                  <a:lnTo>
                    <a:pt x="2164447" y="551820"/>
                  </a:lnTo>
                  <a:lnTo>
                    <a:pt x="2174206" y="576126"/>
                  </a:lnTo>
                  <a:lnTo>
                    <a:pt x="2183950" y="579342"/>
                  </a:lnTo>
                  <a:lnTo>
                    <a:pt x="2193709" y="578583"/>
                  </a:lnTo>
                  <a:lnTo>
                    <a:pt x="2203452" y="632533"/>
                  </a:lnTo>
                  <a:lnTo>
                    <a:pt x="2213196" y="603337"/>
                  </a:lnTo>
                  <a:lnTo>
                    <a:pt x="2222955" y="616949"/>
                  </a:lnTo>
                  <a:lnTo>
                    <a:pt x="2232699" y="607785"/>
                  </a:lnTo>
                  <a:lnTo>
                    <a:pt x="2242458" y="593382"/>
                  </a:lnTo>
                  <a:lnTo>
                    <a:pt x="2252202" y="590131"/>
                  </a:lnTo>
                  <a:lnTo>
                    <a:pt x="2261946" y="565022"/>
                  </a:lnTo>
                  <a:lnTo>
                    <a:pt x="2271705" y="566456"/>
                  </a:lnTo>
                  <a:lnTo>
                    <a:pt x="2281449" y="592728"/>
                  </a:lnTo>
                  <a:lnTo>
                    <a:pt x="2291208" y="617104"/>
                  </a:lnTo>
                  <a:lnTo>
                    <a:pt x="2300951" y="622822"/>
                  </a:lnTo>
                  <a:lnTo>
                    <a:pt x="2310695" y="634804"/>
                  </a:lnTo>
                  <a:lnTo>
                    <a:pt x="2320454" y="651503"/>
                  </a:lnTo>
                  <a:lnTo>
                    <a:pt x="2330198" y="640400"/>
                  </a:lnTo>
                  <a:lnTo>
                    <a:pt x="2339957" y="613296"/>
                  </a:lnTo>
                  <a:lnTo>
                    <a:pt x="2349701" y="637337"/>
                  </a:lnTo>
                  <a:lnTo>
                    <a:pt x="2359445" y="685608"/>
                  </a:lnTo>
                  <a:lnTo>
                    <a:pt x="2369204" y="684371"/>
                  </a:lnTo>
                  <a:lnTo>
                    <a:pt x="2378948" y="676062"/>
                  </a:lnTo>
                  <a:lnTo>
                    <a:pt x="2388692" y="647198"/>
                  </a:lnTo>
                  <a:lnTo>
                    <a:pt x="2398450" y="617943"/>
                  </a:lnTo>
                  <a:lnTo>
                    <a:pt x="2408194" y="605878"/>
                  </a:lnTo>
                  <a:lnTo>
                    <a:pt x="2417953" y="646711"/>
                  </a:lnTo>
                  <a:lnTo>
                    <a:pt x="2427697" y="648062"/>
                  </a:lnTo>
                  <a:lnTo>
                    <a:pt x="2437441" y="660362"/>
                  </a:lnTo>
                  <a:lnTo>
                    <a:pt x="2447200" y="656586"/>
                  </a:lnTo>
                  <a:lnTo>
                    <a:pt x="2456944" y="643909"/>
                  </a:lnTo>
                  <a:lnTo>
                    <a:pt x="2466703" y="642860"/>
                  </a:lnTo>
                  <a:lnTo>
                    <a:pt x="2476446" y="637653"/>
                  </a:lnTo>
                  <a:lnTo>
                    <a:pt x="2486190" y="620040"/>
                  </a:lnTo>
                  <a:lnTo>
                    <a:pt x="2495949" y="637755"/>
                  </a:lnTo>
                  <a:lnTo>
                    <a:pt x="2505693" y="665832"/>
                  </a:lnTo>
                  <a:lnTo>
                    <a:pt x="2515452" y="649386"/>
                  </a:lnTo>
                  <a:lnTo>
                    <a:pt x="2525196" y="651032"/>
                  </a:lnTo>
                  <a:lnTo>
                    <a:pt x="2534940" y="676366"/>
                  </a:lnTo>
                  <a:lnTo>
                    <a:pt x="2544699" y="642735"/>
                  </a:lnTo>
                  <a:lnTo>
                    <a:pt x="2554443" y="655975"/>
                  </a:lnTo>
                  <a:lnTo>
                    <a:pt x="2564202" y="668070"/>
                  </a:lnTo>
                  <a:lnTo>
                    <a:pt x="2573946" y="656290"/>
                  </a:lnTo>
                  <a:lnTo>
                    <a:pt x="2583690" y="658055"/>
                  </a:lnTo>
                  <a:lnTo>
                    <a:pt x="2593448" y="638193"/>
                  </a:lnTo>
                  <a:lnTo>
                    <a:pt x="2603192" y="662973"/>
                  </a:lnTo>
                  <a:lnTo>
                    <a:pt x="2612951" y="684991"/>
                  </a:lnTo>
                  <a:lnTo>
                    <a:pt x="2622695" y="673704"/>
                  </a:lnTo>
                  <a:lnTo>
                    <a:pt x="2632439" y="673620"/>
                  </a:lnTo>
                  <a:lnTo>
                    <a:pt x="2642198" y="663559"/>
                  </a:lnTo>
                  <a:lnTo>
                    <a:pt x="2651942" y="664167"/>
                  </a:lnTo>
                  <a:lnTo>
                    <a:pt x="2661685" y="627994"/>
                  </a:lnTo>
                  <a:lnTo>
                    <a:pt x="2671444" y="628347"/>
                  </a:lnTo>
                  <a:lnTo>
                    <a:pt x="2681188" y="598969"/>
                  </a:lnTo>
                  <a:lnTo>
                    <a:pt x="2690947" y="597428"/>
                  </a:lnTo>
                  <a:lnTo>
                    <a:pt x="2700691" y="611213"/>
                  </a:lnTo>
                  <a:lnTo>
                    <a:pt x="2710435" y="609248"/>
                  </a:lnTo>
                  <a:lnTo>
                    <a:pt x="2720194" y="593975"/>
                  </a:lnTo>
                  <a:lnTo>
                    <a:pt x="2729938" y="604109"/>
                  </a:lnTo>
                  <a:lnTo>
                    <a:pt x="2739697" y="601467"/>
                  </a:lnTo>
                  <a:lnTo>
                    <a:pt x="2749441" y="602536"/>
                  </a:lnTo>
                  <a:lnTo>
                    <a:pt x="2759185" y="626075"/>
                  </a:lnTo>
                  <a:lnTo>
                    <a:pt x="2768943" y="652079"/>
                  </a:lnTo>
                  <a:lnTo>
                    <a:pt x="2778687" y="656777"/>
                  </a:lnTo>
                  <a:lnTo>
                    <a:pt x="2788446" y="617725"/>
                  </a:lnTo>
                  <a:lnTo>
                    <a:pt x="2798190" y="571042"/>
                  </a:lnTo>
                  <a:lnTo>
                    <a:pt x="2807934" y="559618"/>
                  </a:lnTo>
                  <a:lnTo>
                    <a:pt x="2817693" y="550596"/>
                  </a:lnTo>
                  <a:lnTo>
                    <a:pt x="2827437" y="540894"/>
                  </a:lnTo>
                  <a:lnTo>
                    <a:pt x="2837196" y="545146"/>
                  </a:lnTo>
                  <a:lnTo>
                    <a:pt x="2846940" y="538418"/>
                  </a:lnTo>
                  <a:lnTo>
                    <a:pt x="2856684" y="533565"/>
                  </a:lnTo>
                  <a:lnTo>
                    <a:pt x="2866442" y="522291"/>
                  </a:lnTo>
                  <a:lnTo>
                    <a:pt x="2876186" y="525734"/>
                  </a:lnTo>
                  <a:lnTo>
                    <a:pt x="2885945" y="518067"/>
                  </a:lnTo>
                  <a:lnTo>
                    <a:pt x="2895689" y="493620"/>
                  </a:lnTo>
                  <a:lnTo>
                    <a:pt x="2905433" y="483709"/>
                  </a:lnTo>
                  <a:lnTo>
                    <a:pt x="2915192" y="49239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3" name="Freeform 1042">
              <a:extLst>
                <a:ext uri="{FF2B5EF4-FFF2-40B4-BE49-F238E27FC236}">
                  <a16:creationId xmlns:a16="http://schemas.microsoft.com/office/drawing/2014/main" id="{56BF8669-1BE2-CF65-DE78-698355A4C274}"/>
                </a:ext>
              </a:extLst>
            </p:cNvPr>
            <p:cNvSpPr/>
            <p:nvPr/>
          </p:nvSpPr>
          <p:spPr>
            <a:xfrm>
              <a:off x="4426652" y="3265469"/>
              <a:ext cx="2915191" cy="645049"/>
            </a:xfrm>
            <a:custGeom>
              <a:avLst/>
              <a:gdLst>
                <a:gd name="connsiteX0" fmla="*/ 0 w 2915191"/>
                <a:gd name="connsiteY0" fmla="*/ 527436 h 645049"/>
                <a:gd name="connsiteX1" fmla="*/ 9750 w 2915191"/>
                <a:gd name="connsiteY1" fmla="*/ 516740 h 645049"/>
                <a:gd name="connsiteX2" fmla="*/ 19500 w 2915191"/>
                <a:gd name="connsiteY2" fmla="*/ 532224 h 645049"/>
                <a:gd name="connsiteX3" fmla="*/ 29250 w 2915191"/>
                <a:gd name="connsiteY3" fmla="*/ 530775 h 645049"/>
                <a:gd name="connsiteX4" fmla="*/ 39000 w 2915191"/>
                <a:gd name="connsiteY4" fmla="*/ 563409 h 645049"/>
                <a:gd name="connsiteX5" fmla="*/ 48749 w 2915191"/>
                <a:gd name="connsiteY5" fmla="*/ 560124 h 645049"/>
                <a:gd name="connsiteX6" fmla="*/ 58499 w 2915191"/>
                <a:gd name="connsiteY6" fmla="*/ 576147 h 645049"/>
                <a:gd name="connsiteX7" fmla="*/ 68249 w 2915191"/>
                <a:gd name="connsiteY7" fmla="*/ 594097 h 645049"/>
                <a:gd name="connsiteX8" fmla="*/ 77998 w 2915191"/>
                <a:gd name="connsiteY8" fmla="*/ 604178 h 645049"/>
                <a:gd name="connsiteX9" fmla="*/ 87748 w 2915191"/>
                <a:gd name="connsiteY9" fmla="*/ 605632 h 645049"/>
                <a:gd name="connsiteX10" fmla="*/ 97497 w 2915191"/>
                <a:gd name="connsiteY10" fmla="*/ 596640 h 645049"/>
                <a:gd name="connsiteX11" fmla="*/ 107247 w 2915191"/>
                <a:gd name="connsiteY11" fmla="*/ 620084 h 645049"/>
                <a:gd name="connsiteX12" fmla="*/ 116997 w 2915191"/>
                <a:gd name="connsiteY12" fmla="*/ 602686 h 645049"/>
                <a:gd name="connsiteX13" fmla="*/ 126747 w 2915191"/>
                <a:gd name="connsiteY13" fmla="*/ 609127 h 645049"/>
                <a:gd name="connsiteX14" fmla="*/ 136497 w 2915191"/>
                <a:gd name="connsiteY14" fmla="*/ 592294 h 645049"/>
                <a:gd name="connsiteX15" fmla="*/ 146247 w 2915191"/>
                <a:gd name="connsiteY15" fmla="*/ 618443 h 645049"/>
                <a:gd name="connsiteX16" fmla="*/ 155997 w 2915191"/>
                <a:gd name="connsiteY16" fmla="*/ 645050 h 645049"/>
                <a:gd name="connsiteX17" fmla="*/ 165747 w 2915191"/>
                <a:gd name="connsiteY17" fmla="*/ 626921 h 645049"/>
                <a:gd name="connsiteX18" fmla="*/ 175497 w 2915191"/>
                <a:gd name="connsiteY18" fmla="*/ 607913 h 645049"/>
                <a:gd name="connsiteX19" fmla="*/ 185247 w 2915191"/>
                <a:gd name="connsiteY19" fmla="*/ 630394 h 645049"/>
                <a:gd name="connsiteX20" fmla="*/ 194996 w 2915191"/>
                <a:gd name="connsiteY20" fmla="*/ 614520 h 645049"/>
                <a:gd name="connsiteX21" fmla="*/ 204746 w 2915191"/>
                <a:gd name="connsiteY21" fmla="*/ 617158 h 645049"/>
                <a:gd name="connsiteX22" fmla="*/ 214495 w 2915191"/>
                <a:gd name="connsiteY22" fmla="*/ 605740 h 645049"/>
                <a:gd name="connsiteX23" fmla="*/ 224245 w 2915191"/>
                <a:gd name="connsiteY23" fmla="*/ 593872 h 645049"/>
                <a:gd name="connsiteX24" fmla="*/ 233995 w 2915191"/>
                <a:gd name="connsiteY24" fmla="*/ 602816 h 645049"/>
                <a:gd name="connsiteX25" fmla="*/ 243744 w 2915191"/>
                <a:gd name="connsiteY25" fmla="*/ 594654 h 645049"/>
                <a:gd name="connsiteX26" fmla="*/ 253494 w 2915191"/>
                <a:gd name="connsiteY26" fmla="*/ 606296 h 645049"/>
                <a:gd name="connsiteX27" fmla="*/ 263244 w 2915191"/>
                <a:gd name="connsiteY27" fmla="*/ 589444 h 645049"/>
                <a:gd name="connsiteX28" fmla="*/ 272994 w 2915191"/>
                <a:gd name="connsiteY28" fmla="*/ 571337 h 645049"/>
                <a:gd name="connsiteX29" fmla="*/ 282744 w 2915191"/>
                <a:gd name="connsiteY29" fmla="*/ 572778 h 645049"/>
                <a:gd name="connsiteX30" fmla="*/ 292494 w 2915191"/>
                <a:gd name="connsiteY30" fmla="*/ 539316 h 645049"/>
                <a:gd name="connsiteX31" fmla="*/ 302244 w 2915191"/>
                <a:gd name="connsiteY31" fmla="*/ 534035 h 645049"/>
                <a:gd name="connsiteX32" fmla="*/ 311994 w 2915191"/>
                <a:gd name="connsiteY32" fmla="*/ 522659 h 645049"/>
                <a:gd name="connsiteX33" fmla="*/ 321744 w 2915191"/>
                <a:gd name="connsiteY33" fmla="*/ 513447 h 645049"/>
                <a:gd name="connsiteX34" fmla="*/ 331493 w 2915191"/>
                <a:gd name="connsiteY34" fmla="*/ 536949 h 645049"/>
                <a:gd name="connsiteX35" fmla="*/ 341243 w 2915191"/>
                <a:gd name="connsiteY35" fmla="*/ 526521 h 645049"/>
                <a:gd name="connsiteX36" fmla="*/ 350993 w 2915191"/>
                <a:gd name="connsiteY36" fmla="*/ 550859 h 645049"/>
                <a:gd name="connsiteX37" fmla="*/ 360742 w 2915191"/>
                <a:gd name="connsiteY37" fmla="*/ 540312 h 645049"/>
                <a:gd name="connsiteX38" fmla="*/ 370492 w 2915191"/>
                <a:gd name="connsiteY38" fmla="*/ 528114 h 645049"/>
                <a:gd name="connsiteX39" fmla="*/ 380241 w 2915191"/>
                <a:gd name="connsiteY39" fmla="*/ 510742 h 645049"/>
                <a:gd name="connsiteX40" fmla="*/ 389991 w 2915191"/>
                <a:gd name="connsiteY40" fmla="*/ 545543 h 645049"/>
                <a:gd name="connsiteX41" fmla="*/ 399741 w 2915191"/>
                <a:gd name="connsiteY41" fmla="*/ 560881 h 645049"/>
                <a:gd name="connsiteX42" fmla="*/ 409491 w 2915191"/>
                <a:gd name="connsiteY42" fmla="*/ 555699 h 645049"/>
                <a:gd name="connsiteX43" fmla="*/ 419241 w 2915191"/>
                <a:gd name="connsiteY43" fmla="*/ 553709 h 645049"/>
                <a:gd name="connsiteX44" fmla="*/ 428991 w 2915191"/>
                <a:gd name="connsiteY44" fmla="*/ 537977 h 645049"/>
                <a:gd name="connsiteX45" fmla="*/ 438741 w 2915191"/>
                <a:gd name="connsiteY45" fmla="*/ 557568 h 645049"/>
                <a:gd name="connsiteX46" fmla="*/ 448491 w 2915191"/>
                <a:gd name="connsiteY46" fmla="*/ 577094 h 645049"/>
                <a:gd name="connsiteX47" fmla="*/ 458241 w 2915191"/>
                <a:gd name="connsiteY47" fmla="*/ 571430 h 645049"/>
                <a:gd name="connsiteX48" fmla="*/ 467991 w 2915191"/>
                <a:gd name="connsiteY48" fmla="*/ 558108 h 645049"/>
                <a:gd name="connsiteX49" fmla="*/ 477740 w 2915191"/>
                <a:gd name="connsiteY49" fmla="*/ 550303 h 645049"/>
                <a:gd name="connsiteX50" fmla="*/ 487490 w 2915191"/>
                <a:gd name="connsiteY50" fmla="*/ 534198 h 645049"/>
                <a:gd name="connsiteX51" fmla="*/ 497239 w 2915191"/>
                <a:gd name="connsiteY51" fmla="*/ 538910 h 645049"/>
                <a:gd name="connsiteX52" fmla="*/ 506989 w 2915191"/>
                <a:gd name="connsiteY52" fmla="*/ 538902 h 645049"/>
                <a:gd name="connsiteX53" fmla="*/ 516738 w 2915191"/>
                <a:gd name="connsiteY53" fmla="*/ 493264 h 645049"/>
                <a:gd name="connsiteX54" fmla="*/ 526488 w 2915191"/>
                <a:gd name="connsiteY54" fmla="*/ 519955 h 645049"/>
                <a:gd name="connsiteX55" fmla="*/ 536238 w 2915191"/>
                <a:gd name="connsiteY55" fmla="*/ 513434 h 645049"/>
                <a:gd name="connsiteX56" fmla="*/ 545988 w 2915191"/>
                <a:gd name="connsiteY56" fmla="*/ 488076 h 645049"/>
                <a:gd name="connsiteX57" fmla="*/ 555738 w 2915191"/>
                <a:gd name="connsiteY57" fmla="*/ 487475 h 645049"/>
                <a:gd name="connsiteX58" fmla="*/ 565488 w 2915191"/>
                <a:gd name="connsiteY58" fmla="*/ 503624 h 645049"/>
                <a:gd name="connsiteX59" fmla="*/ 575238 w 2915191"/>
                <a:gd name="connsiteY59" fmla="*/ 494958 h 645049"/>
                <a:gd name="connsiteX60" fmla="*/ 584988 w 2915191"/>
                <a:gd name="connsiteY60" fmla="*/ 490431 h 645049"/>
                <a:gd name="connsiteX61" fmla="*/ 594738 w 2915191"/>
                <a:gd name="connsiteY61" fmla="*/ 474352 h 645049"/>
                <a:gd name="connsiteX62" fmla="*/ 604488 w 2915191"/>
                <a:gd name="connsiteY62" fmla="*/ 456161 h 645049"/>
                <a:gd name="connsiteX63" fmla="*/ 614237 w 2915191"/>
                <a:gd name="connsiteY63" fmla="*/ 456831 h 645049"/>
                <a:gd name="connsiteX64" fmla="*/ 623987 w 2915191"/>
                <a:gd name="connsiteY64" fmla="*/ 454958 h 645049"/>
                <a:gd name="connsiteX65" fmla="*/ 633736 w 2915191"/>
                <a:gd name="connsiteY65" fmla="*/ 475683 h 645049"/>
                <a:gd name="connsiteX66" fmla="*/ 643486 w 2915191"/>
                <a:gd name="connsiteY66" fmla="*/ 505093 h 645049"/>
                <a:gd name="connsiteX67" fmla="*/ 653236 w 2915191"/>
                <a:gd name="connsiteY67" fmla="*/ 506610 h 645049"/>
                <a:gd name="connsiteX68" fmla="*/ 662985 w 2915191"/>
                <a:gd name="connsiteY68" fmla="*/ 507498 h 645049"/>
                <a:gd name="connsiteX69" fmla="*/ 672735 w 2915191"/>
                <a:gd name="connsiteY69" fmla="*/ 472317 h 645049"/>
                <a:gd name="connsiteX70" fmla="*/ 682485 w 2915191"/>
                <a:gd name="connsiteY70" fmla="*/ 472107 h 645049"/>
                <a:gd name="connsiteX71" fmla="*/ 692235 w 2915191"/>
                <a:gd name="connsiteY71" fmla="*/ 469334 h 645049"/>
                <a:gd name="connsiteX72" fmla="*/ 701985 w 2915191"/>
                <a:gd name="connsiteY72" fmla="*/ 492861 h 645049"/>
                <a:gd name="connsiteX73" fmla="*/ 711735 w 2915191"/>
                <a:gd name="connsiteY73" fmla="*/ 478387 h 645049"/>
                <a:gd name="connsiteX74" fmla="*/ 721485 w 2915191"/>
                <a:gd name="connsiteY74" fmla="*/ 443228 h 645049"/>
                <a:gd name="connsiteX75" fmla="*/ 731235 w 2915191"/>
                <a:gd name="connsiteY75" fmla="*/ 449943 h 645049"/>
                <a:gd name="connsiteX76" fmla="*/ 740985 w 2915191"/>
                <a:gd name="connsiteY76" fmla="*/ 409849 h 645049"/>
                <a:gd name="connsiteX77" fmla="*/ 750734 w 2915191"/>
                <a:gd name="connsiteY77" fmla="*/ 362661 h 645049"/>
                <a:gd name="connsiteX78" fmla="*/ 760484 w 2915191"/>
                <a:gd name="connsiteY78" fmla="*/ 328454 h 645049"/>
                <a:gd name="connsiteX79" fmla="*/ 770233 w 2915191"/>
                <a:gd name="connsiteY79" fmla="*/ 337814 h 645049"/>
                <a:gd name="connsiteX80" fmla="*/ 779983 w 2915191"/>
                <a:gd name="connsiteY80" fmla="*/ 335203 h 645049"/>
                <a:gd name="connsiteX81" fmla="*/ 789733 w 2915191"/>
                <a:gd name="connsiteY81" fmla="*/ 289328 h 645049"/>
                <a:gd name="connsiteX82" fmla="*/ 799482 w 2915191"/>
                <a:gd name="connsiteY82" fmla="*/ 276701 h 645049"/>
                <a:gd name="connsiteX83" fmla="*/ 809232 w 2915191"/>
                <a:gd name="connsiteY83" fmla="*/ 270303 h 645049"/>
                <a:gd name="connsiteX84" fmla="*/ 818982 w 2915191"/>
                <a:gd name="connsiteY84" fmla="*/ 270874 h 645049"/>
                <a:gd name="connsiteX85" fmla="*/ 828732 w 2915191"/>
                <a:gd name="connsiteY85" fmla="*/ 246151 h 645049"/>
                <a:gd name="connsiteX86" fmla="*/ 838482 w 2915191"/>
                <a:gd name="connsiteY86" fmla="*/ 246344 h 645049"/>
                <a:gd name="connsiteX87" fmla="*/ 848232 w 2915191"/>
                <a:gd name="connsiteY87" fmla="*/ 226725 h 645049"/>
                <a:gd name="connsiteX88" fmla="*/ 857982 w 2915191"/>
                <a:gd name="connsiteY88" fmla="*/ 178823 h 645049"/>
                <a:gd name="connsiteX89" fmla="*/ 867732 w 2915191"/>
                <a:gd name="connsiteY89" fmla="*/ 144800 h 645049"/>
                <a:gd name="connsiteX90" fmla="*/ 877482 w 2915191"/>
                <a:gd name="connsiteY90" fmla="*/ 147081 h 645049"/>
                <a:gd name="connsiteX91" fmla="*/ 887231 w 2915191"/>
                <a:gd name="connsiteY91" fmla="*/ 174153 h 645049"/>
                <a:gd name="connsiteX92" fmla="*/ 896981 w 2915191"/>
                <a:gd name="connsiteY92" fmla="*/ 152429 h 645049"/>
                <a:gd name="connsiteX93" fmla="*/ 906730 w 2915191"/>
                <a:gd name="connsiteY93" fmla="*/ 174688 h 645049"/>
                <a:gd name="connsiteX94" fmla="*/ 916480 w 2915191"/>
                <a:gd name="connsiteY94" fmla="*/ 185467 h 645049"/>
                <a:gd name="connsiteX95" fmla="*/ 926230 w 2915191"/>
                <a:gd name="connsiteY95" fmla="*/ 161819 h 645049"/>
                <a:gd name="connsiteX96" fmla="*/ 935979 w 2915191"/>
                <a:gd name="connsiteY96" fmla="*/ 167609 h 645049"/>
                <a:gd name="connsiteX97" fmla="*/ 945729 w 2915191"/>
                <a:gd name="connsiteY97" fmla="*/ 180413 h 645049"/>
                <a:gd name="connsiteX98" fmla="*/ 955479 w 2915191"/>
                <a:gd name="connsiteY98" fmla="*/ 154817 h 645049"/>
                <a:gd name="connsiteX99" fmla="*/ 965229 w 2915191"/>
                <a:gd name="connsiteY99" fmla="*/ 151000 h 645049"/>
                <a:gd name="connsiteX100" fmla="*/ 974979 w 2915191"/>
                <a:gd name="connsiteY100" fmla="*/ 138760 h 645049"/>
                <a:gd name="connsiteX101" fmla="*/ 984729 w 2915191"/>
                <a:gd name="connsiteY101" fmla="*/ 129345 h 645049"/>
                <a:gd name="connsiteX102" fmla="*/ 994474 w 2915191"/>
                <a:gd name="connsiteY102" fmla="*/ 142357 h 645049"/>
                <a:gd name="connsiteX103" fmla="*/ 1004233 w 2915191"/>
                <a:gd name="connsiteY103" fmla="*/ 103463 h 645049"/>
                <a:gd name="connsiteX104" fmla="*/ 1013977 w 2915191"/>
                <a:gd name="connsiteY104" fmla="*/ 102328 h 645049"/>
                <a:gd name="connsiteX105" fmla="*/ 1023721 w 2915191"/>
                <a:gd name="connsiteY105" fmla="*/ 109110 h 645049"/>
                <a:gd name="connsiteX106" fmla="*/ 1033480 w 2915191"/>
                <a:gd name="connsiteY106" fmla="*/ 125075 h 645049"/>
                <a:gd name="connsiteX107" fmla="*/ 1043224 w 2915191"/>
                <a:gd name="connsiteY107" fmla="*/ 117157 h 645049"/>
                <a:gd name="connsiteX108" fmla="*/ 1052983 w 2915191"/>
                <a:gd name="connsiteY108" fmla="*/ 85008 h 645049"/>
                <a:gd name="connsiteX109" fmla="*/ 1062727 w 2915191"/>
                <a:gd name="connsiteY109" fmla="*/ 80174 h 645049"/>
                <a:gd name="connsiteX110" fmla="*/ 1072471 w 2915191"/>
                <a:gd name="connsiteY110" fmla="*/ 88330 h 645049"/>
                <a:gd name="connsiteX111" fmla="*/ 1082230 w 2915191"/>
                <a:gd name="connsiteY111" fmla="*/ 70250 h 645049"/>
                <a:gd name="connsiteX112" fmla="*/ 1091973 w 2915191"/>
                <a:gd name="connsiteY112" fmla="*/ 69662 h 645049"/>
                <a:gd name="connsiteX113" fmla="*/ 1101732 w 2915191"/>
                <a:gd name="connsiteY113" fmla="*/ 44958 h 645049"/>
                <a:gd name="connsiteX114" fmla="*/ 1111476 w 2915191"/>
                <a:gd name="connsiteY114" fmla="*/ 36906 h 645049"/>
                <a:gd name="connsiteX115" fmla="*/ 1121220 w 2915191"/>
                <a:gd name="connsiteY115" fmla="*/ 36637 h 645049"/>
                <a:gd name="connsiteX116" fmla="*/ 1130979 w 2915191"/>
                <a:gd name="connsiteY116" fmla="*/ 43673 h 645049"/>
                <a:gd name="connsiteX117" fmla="*/ 1140723 w 2915191"/>
                <a:gd name="connsiteY117" fmla="*/ 48718 h 645049"/>
                <a:gd name="connsiteX118" fmla="*/ 1150482 w 2915191"/>
                <a:gd name="connsiteY118" fmla="*/ 19714 h 645049"/>
                <a:gd name="connsiteX119" fmla="*/ 1160226 w 2915191"/>
                <a:gd name="connsiteY119" fmla="*/ 29883 h 645049"/>
                <a:gd name="connsiteX120" fmla="*/ 1169969 w 2915191"/>
                <a:gd name="connsiteY120" fmla="*/ 44962 h 645049"/>
                <a:gd name="connsiteX121" fmla="*/ 1179728 w 2915191"/>
                <a:gd name="connsiteY121" fmla="*/ 18575 h 645049"/>
                <a:gd name="connsiteX122" fmla="*/ 1189472 w 2915191"/>
                <a:gd name="connsiteY122" fmla="*/ 42364 h 645049"/>
                <a:gd name="connsiteX123" fmla="*/ 1199231 w 2915191"/>
                <a:gd name="connsiteY123" fmla="*/ 49107 h 645049"/>
                <a:gd name="connsiteX124" fmla="*/ 1208975 w 2915191"/>
                <a:gd name="connsiteY124" fmla="*/ 23429 h 645049"/>
                <a:gd name="connsiteX125" fmla="*/ 1218719 w 2915191"/>
                <a:gd name="connsiteY125" fmla="*/ 26224 h 645049"/>
                <a:gd name="connsiteX126" fmla="*/ 1228478 w 2915191"/>
                <a:gd name="connsiteY126" fmla="*/ 35244 h 645049"/>
                <a:gd name="connsiteX127" fmla="*/ 1238222 w 2915191"/>
                <a:gd name="connsiteY127" fmla="*/ 58315 h 645049"/>
                <a:gd name="connsiteX128" fmla="*/ 1247966 w 2915191"/>
                <a:gd name="connsiteY128" fmla="*/ 41565 h 645049"/>
                <a:gd name="connsiteX129" fmla="*/ 1257725 w 2915191"/>
                <a:gd name="connsiteY129" fmla="*/ 51799 h 645049"/>
                <a:gd name="connsiteX130" fmla="*/ 1267469 w 2915191"/>
                <a:gd name="connsiteY130" fmla="*/ 74560 h 645049"/>
                <a:gd name="connsiteX131" fmla="*/ 1277227 w 2915191"/>
                <a:gd name="connsiteY131" fmla="*/ 72817 h 645049"/>
                <a:gd name="connsiteX132" fmla="*/ 1286971 w 2915191"/>
                <a:gd name="connsiteY132" fmla="*/ 76022 h 645049"/>
                <a:gd name="connsiteX133" fmla="*/ 1296715 w 2915191"/>
                <a:gd name="connsiteY133" fmla="*/ 49460 h 645049"/>
                <a:gd name="connsiteX134" fmla="*/ 1306474 w 2915191"/>
                <a:gd name="connsiteY134" fmla="*/ 81609 h 645049"/>
                <a:gd name="connsiteX135" fmla="*/ 1316218 w 2915191"/>
                <a:gd name="connsiteY135" fmla="*/ 85483 h 645049"/>
                <a:gd name="connsiteX136" fmla="*/ 1325977 w 2915191"/>
                <a:gd name="connsiteY136" fmla="*/ 52054 h 645049"/>
                <a:gd name="connsiteX137" fmla="*/ 1335721 w 2915191"/>
                <a:gd name="connsiteY137" fmla="*/ 66086 h 645049"/>
                <a:gd name="connsiteX138" fmla="*/ 1345465 w 2915191"/>
                <a:gd name="connsiteY138" fmla="*/ 65773 h 645049"/>
                <a:gd name="connsiteX139" fmla="*/ 1355224 w 2915191"/>
                <a:gd name="connsiteY139" fmla="*/ 62576 h 645049"/>
                <a:gd name="connsiteX140" fmla="*/ 1364967 w 2915191"/>
                <a:gd name="connsiteY140" fmla="*/ 81056 h 645049"/>
                <a:gd name="connsiteX141" fmla="*/ 1374726 w 2915191"/>
                <a:gd name="connsiteY141" fmla="*/ 131808 h 645049"/>
                <a:gd name="connsiteX142" fmla="*/ 1384470 w 2915191"/>
                <a:gd name="connsiteY142" fmla="*/ 137805 h 645049"/>
                <a:gd name="connsiteX143" fmla="*/ 1394214 w 2915191"/>
                <a:gd name="connsiteY143" fmla="*/ 93256 h 645049"/>
                <a:gd name="connsiteX144" fmla="*/ 1403973 w 2915191"/>
                <a:gd name="connsiteY144" fmla="*/ 65265 h 645049"/>
                <a:gd name="connsiteX145" fmla="*/ 1413717 w 2915191"/>
                <a:gd name="connsiteY145" fmla="*/ 77256 h 645049"/>
                <a:gd name="connsiteX146" fmla="*/ 1423476 w 2915191"/>
                <a:gd name="connsiteY146" fmla="*/ 103424 h 645049"/>
                <a:gd name="connsiteX147" fmla="*/ 1433220 w 2915191"/>
                <a:gd name="connsiteY147" fmla="*/ 93190 h 645049"/>
                <a:gd name="connsiteX148" fmla="*/ 1442964 w 2915191"/>
                <a:gd name="connsiteY148" fmla="*/ 70641 h 645049"/>
                <a:gd name="connsiteX149" fmla="*/ 1452722 w 2915191"/>
                <a:gd name="connsiteY149" fmla="*/ 87898 h 645049"/>
                <a:gd name="connsiteX150" fmla="*/ 1462466 w 2915191"/>
                <a:gd name="connsiteY150" fmla="*/ 106921 h 645049"/>
                <a:gd name="connsiteX151" fmla="*/ 1472225 w 2915191"/>
                <a:gd name="connsiteY151" fmla="*/ 122845 h 645049"/>
                <a:gd name="connsiteX152" fmla="*/ 1481969 w 2915191"/>
                <a:gd name="connsiteY152" fmla="*/ 117002 h 645049"/>
                <a:gd name="connsiteX153" fmla="*/ 1491713 w 2915191"/>
                <a:gd name="connsiteY153" fmla="*/ 116480 h 645049"/>
                <a:gd name="connsiteX154" fmla="*/ 1501472 w 2915191"/>
                <a:gd name="connsiteY154" fmla="*/ 124637 h 645049"/>
                <a:gd name="connsiteX155" fmla="*/ 1511216 w 2915191"/>
                <a:gd name="connsiteY155" fmla="*/ 187134 h 645049"/>
                <a:gd name="connsiteX156" fmla="*/ 1520960 w 2915191"/>
                <a:gd name="connsiteY156" fmla="*/ 184935 h 645049"/>
                <a:gd name="connsiteX157" fmla="*/ 1530719 w 2915191"/>
                <a:gd name="connsiteY157" fmla="*/ 178436 h 645049"/>
                <a:gd name="connsiteX158" fmla="*/ 1540463 w 2915191"/>
                <a:gd name="connsiteY158" fmla="*/ 186161 h 645049"/>
                <a:gd name="connsiteX159" fmla="*/ 1550221 w 2915191"/>
                <a:gd name="connsiteY159" fmla="*/ 182463 h 645049"/>
                <a:gd name="connsiteX160" fmla="*/ 1559965 w 2915191"/>
                <a:gd name="connsiteY160" fmla="*/ 175955 h 645049"/>
                <a:gd name="connsiteX161" fmla="*/ 1569709 w 2915191"/>
                <a:gd name="connsiteY161" fmla="*/ 180702 h 645049"/>
                <a:gd name="connsiteX162" fmla="*/ 1579468 w 2915191"/>
                <a:gd name="connsiteY162" fmla="*/ 150092 h 645049"/>
                <a:gd name="connsiteX163" fmla="*/ 1589212 w 2915191"/>
                <a:gd name="connsiteY163" fmla="*/ 158117 h 645049"/>
                <a:gd name="connsiteX164" fmla="*/ 1598971 w 2915191"/>
                <a:gd name="connsiteY164" fmla="*/ 142349 h 645049"/>
                <a:gd name="connsiteX165" fmla="*/ 1608715 w 2915191"/>
                <a:gd name="connsiteY165" fmla="*/ 129785 h 645049"/>
                <a:gd name="connsiteX166" fmla="*/ 1618459 w 2915191"/>
                <a:gd name="connsiteY166" fmla="*/ 145508 h 645049"/>
                <a:gd name="connsiteX167" fmla="*/ 1628218 w 2915191"/>
                <a:gd name="connsiteY167" fmla="*/ 160973 h 645049"/>
                <a:gd name="connsiteX168" fmla="*/ 1637962 w 2915191"/>
                <a:gd name="connsiteY168" fmla="*/ 167272 h 645049"/>
                <a:gd name="connsiteX169" fmla="*/ 1647720 w 2915191"/>
                <a:gd name="connsiteY169" fmla="*/ 170818 h 645049"/>
                <a:gd name="connsiteX170" fmla="*/ 1657464 w 2915191"/>
                <a:gd name="connsiteY170" fmla="*/ 190710 h 645049"/>
                <a:gd name="connsiteX171" fmla="*/ 1667208 w 2915191"/>
                <a:gd name="connsiteY171" fmla="*/ 193742 h 645049"/>
                <a:gd name="connsiteX172" fmla="*/ 1676967 w 2915191"/>
                <a:gd name="connsiteY172" fmla="*/ 206786 h 645049"/>
                <a:gd name="connsiteX173" fmla="*/ 1686711 w 2915191"/>
                <a:gd name="connsiteY173" fmla="*/ 215967 h 645049"/>
                <a:gd name="connsiteX174" fmla="*/ 1696470 w 2915191"/>
                <a:gd name="connsiteY174" fmla="*/ 234246 h 645049"/>
                <a:gd name="connsiteX175" fmla="*/ 1706214 w 2915191"/>
                <a:gd name="connsiteY175" fmla="*/ 236322 h 645049"/>
                <a:gd name="connsiteX176" fmla="*/ 1715958 w 2915191"/>
                <a:gd name="connsiteY176" fmla="*/ 266924 h 645049"/>
                <a:gd name="connsiteX177" fmla="*/ 1725716 w 2915191"/>
                <a:gd name="connsiteY177" fmla="*/ 241183 h 645049"/>
                <a:gd name="connsiteX178" fmla="*/ 1735460 w 2915191"/>
                <a:gd name="connsiteY178" fmla="*/ 240528 h 645049"/>
                <a:gd name="connsiteX179" fmla="*/ 1745219 w 2915191"/>
                <a:gd name="connsiteY179" fmla="*/ 252250 h 645049"/>
                <a:gd name="connsiteX180" fmla="*/ 1754963 w 2915191"/>
                <a:gd name="connsiteY180" fmla="*/ 272452 h 645049"/>
                <a:gd name="connsiteX181" fmla="*/ 1764707 w 2915191"/>
                <a:gd name="connsiteY181" fmla="*/ 271598 h 645049"/>
                <a:gd name="connsiteX182" fmla="*/ 1774466 w 2915191"/>
                <a:gd name="connsiteY182" fmla="*/ 292214 h 645049"/>
                <a:gd name="connsiteX183" fmla="*/ 1784210 w 2915191"/>
                <a:gd name="connsiteY183" fmla="*/ 232861 h 645049"/>
                <a:gd name="connsiteX184" fmla="*/ 1793969 w 2915191"/>
                <a:gd name="connsiteY184" fmla="*/ 230018 h 645049"/>
                <a:gd name="connsiteX185" fmla="*/ 1803713 w 2915191"/>
                <a:gd name="connsiteY185" fmla="*/ 208945 h 645049"/>
                <a:gd name="connsiteX186" fmla="*/ 1813457 w 2915191"/>
                <a:gd name="connsiteY186" fmla="*/ 225954 h 645049"/>
                <a:gd name="connsiteX187" fmla="*/ 1823215 w 2915191"/>
                <a:gd name="connsiteY187" fmla="*/ 248849 h 645049"/>
                <a:gd name="connsiteX188" fmla="*/ 1832959 w 2915191"/>
                <a:gd name="connsiteY188" fmla="*/ 245803 h 645049"/>
                <a:gd name="connsiteX189" fmla="*/ 1842703 w 2915191"/>
                <a:gd name="connsiteY189" fmla="*/ 250325 h 645049"/>
                <a:gd name="connsiteX190" fmla="*/ 1852462 w 2915191"/>
                <a:gd name="connsiteY190" fmla="*/ 251680 h 645049"/>
                <a:gd name="connsiteX191" fmla="*/ 1862206 w 2915191"/>
                <a:gd name="connsiteY191" fmla="*/ 245996 h 645049"/>
                <a:gd name="connsiteX192" fmla="*/ 1871965 w 2915191"/>
                <a:gd name="connsiteY192" fmla="*/ 232384 h 645049"/>
                <a:gd name="connsiteX193" fmla="*/ 1881709 w 2915191"/>
                <a:gd name="connsiteY193" fmla="*/ 229012 h 645049"/>
                <a:gd name="connsiteX194" fmla="*/ 1891453 w 2915191"/>
                <a:gd name="connsiteY194" fmla="*/ 198295 h 645049"/>
                <a:gd name="connsiteX195" fmla="*/ 1901212 w 2915191"/>
                <a:gd name="connsiteY195" fmla="*/ 180540 h 645049"/>
                <a:gd name="connsiteX196" fmla="*/ 1910956 w 2915191"/>
                <a:gd name="connsiteY196" fmla="*/ 193798 h 645049"/>
                <a:gd name="connsiteX197" fmla="*/ 1920714 w 2915191"/>
                <a:gd name="connsiteY197" fmla="*/ 190154 h 645049"/>
                <a:gd name="connsiteX198" fmla="*/ 1930458 w 2915191"/>
                <a:gd name="connsiteY198" fmla="*/ 213894 h 645049"/>
                <a:gd name="connsiteX199" fmla="*/ 1940202 w 2915191"/>
                <a:gd name="connsiteY199" fmla="*/ 257827 h 645049"/>
                <a:gd name="connsiteX200" fmla="*/ 1949961 w 2915191"/>
                <a:gd name="connsiteY200" fmla="*/ 264734 h 645049"/>
                <a:gd name="connsiteX201" fmla="*/ 1959705 w 2915191"/>
                <a:gd name="connsiteY201" fmla="*/ 268976 h 645049"/>
                <a:gd name="connsiteX202" fmla="*/ 1969464 w 2915191"/>
                <a:gd name="connsiteY202" fmla="*/ 236067 h 645049"/>
                <a:gd name="connsiteX203" fmla="*/ 1979208 w 2915191"/>
                <a:gd name="connsiteY203" fmla="*/ 226229 h 645049"/>
                <a:gd name="connsiteX204" fmla="*/ 1988952 w 2915191"/>
                <a:gd name="connsiteY204" fmla="*/ 234730 h 645049"/>
                <a:gd name="connsiteX205" fmla="*/ 1998711 w 2915191"/>
                <a:gd name="connsiteY205" fmla="*/ 236226 h 645049"/>
                <a:gd name="connsiteX206" fmla="*/ 2008454 w 2915191"/>
                <a:gd name="connsiteY206" fmla="*/ 252985 h 645049"/>
                <a:gd name="connsiteX207" fmla="*/ 2018213 w 2915191"/>
                <a:gd name="connsiteY207" fmla="*/ 238515 h 645049"/>
                <a:gd name="connsiteX208" fmla="*/ 2027957 w 2915191"/>
                <a:gd name="connsiteY208" fmla="*/ 259209 h 645049"/>
                <a:gd name="connsiteX209" fmla="*/ 2037701 w 2915191"/>
                <a:gd name="connsiteY209" fmla="*/ 238938 h 645049"/>
                <a:gd name="connsiteX210" fmla="*/ 2047460 w 2915191"/>
                <a:gd name="connsiteY210" fmla="*/ 217601 h 645049"/>
                <a:gd name="connsiteX211" fmla="*/ 2057204 w 2915191"/>
                <a:gd name="connsiteY211" fmla="*/ 198608 h 645049"/>
                <a:gd name="connsiteX212" fmla="*/ 2066963 w 2915191"/>
                <a:gd name="connsiteY212" fmla="*/ 171915 h 645049"/>
                <a:gd name="connsiteX213" fmla="*/ 2076707 w 2915191"/>
                <a:gd name="connsiteY213" fmla="*/ 164798 h 645049"/>
                <a:gd name="connsiteX214" fmla="*/ 2086451 w 2915191"/>
                <a:gd name="connsiteY214" fmla="*/ 168586 h 645049"/>
                <a:gd name="connsiteX215" fmla="*/ 2096210 w 2915191"/>
                <a:gd name="connsiteY215" fmla="*/ 154629 h 645049"/>
                <a:gd name="connsiteX216" fmla="*/ 2105954 w 2915191"/>
                <a:gd name="connsiteY216" fmla="*/ 160377 h 645049"/>
                <a:gd name="connsiteX217" fmla="*/ 2115697 w 2915191"/>
                <a:gd name="connsiteY217" fmla="*/ 140089 h 645049"/>
                <a:gd name="connsiteX218" fmla="*/ 2125456 w 2915191"/>
                <a:gd name="connsiteY218" fmla="*/ 131828 h 645049"/>
                <a:gd name="connsiteX219" fmla="*/ 2135200 w 2915191"/>
                <a:gd name="connsiteY219" fmla="*/ 161551 h 645049"/>
                <a:gd name="connsiteX220" fmla="*/ 2144959 w 2915191"/>
                <a:gd name="connsiteY220" fmla="*/ 147589 h 645049"/>
                <a:gd name="connsiteX221" fmla="*/ 2154703 w 2915191"/>
                <a:gd name="connsiteY221" fmla="*/ 107010 h 645049"/>
                <a:gd name="connsiteX222" fmla="*/ 2164447 w 2915191"/>
                <a:gd name="connsiteY222" fmla="*/ 86819 h 645049"/>
                <a:gd name="connsiteX223" fmla="*/ 2174206 w 2915191"/>
                <a:gd name="connsiteY223" fmla="*/ 64210 h 645049"/>
                <a:gd name="connsiteX224" fmla="*/ 2183950 w 2915191"/>
                <a:gd name="connsiteY224" fmla="*/ 36753 h 645049"/>
                <a:gd name="connsiteX225" fmla="*/ 2193709 w 2915191"/>
                <a:gd name="connsiteY225" fmla="*/ 71216 h 645049"/>
                <a:gd name="connsiteX226" fmla="*/ 2203452 w 2915191"/>
                <a:gd name="connsiteY226" fmla="*/ 72896 h 645049"/>
                <a:gd name="connsiteX227" fmla="*/ 2213196 w 2915191"/>
                <a:gd name="connsiteY227" fmla="*/ 31577 h 645049"/>
                <a:gd name="connsiteX228" fmla="*/ 2222955 w 2915191"/>
                <a:gd name="connsiteY228" fmla="*/ 27194 h 645049"/>
                <a:gd name="connsiteX229" fmla="*/ 2232699 w 2915191"/>
                <a:gd name="connsiteY229" fmla="*/ 0 h 645049"/>
                <a:gd name="connsiteX230" fmla="*/ 2242458 w 2915191"/>
                <a:gd name="connsiteY230" fmla="*/ 3352 h 645049"/>
                <a:gd name="connsiteX231" fmla="*/ 2252202 w 2915191"/>
                <a:gd name="connsiteY231" fmla="*/ 14863 h 645049"/>
                <a:gd name="connsiteX232" fmla="*/ 2261946 w 2915191"/>
                <a:gd name="connsiteY232" fmla="*/ 22399 h 645049"/>
                <a:gd name="connsiteX233" fmla="*/ 2271705 w 2915191"/>
                <a:gd name="connsiteY233" fmla="*/ 18452 h 645049"/>
                <a:gd name="connsiteX234" fmla="*/ 2281449 w 2915191"/>
                <a:gd name="connsiteY234" fmla="*/ 34357 h 645049"/>
                <a:gd name="connsiteX235" fmla="*/ 2291208 w 2915191"/>
                <a:gd name="connsiteY235" fmla="*/ 31620 h 645049"/>
                <a:gd name="connsiteX236" fmla="*/ 2300951 w 2915191"/>
                <a:gd name="connsiteY236" fmla="*/ 24719 h 645049"/>
                <a:gd name="connsiteX237" fmla="*/ 2310695 w 2915191"/>
                <a:gd name="connsiteY237" fmla="*/ 36954 h 645049"/>
                <a:gd name="connsiteX238" fmla="*/ 2320454 w 2915191"/>
                <a:gd name="connsiteY238" fmla="*/ 43739 h 645049"/>
                <a:gd name="connsiteX239" fmla="*/ 2330198 w 2915191"/>
                <a:gd name="connsiteY239" fmla="*/ 55463 h 645049"/>
                <a:gd name="connsiteX240" fmla="*/ 2339957 w 2915191"/>
                <a:gd name="connsiteY240" fmla="*/ 88749 h 645049"/>
                <a:gd name="connsiteX241" fmla="*/ 2349701 w 2915191"/>
                <a:gd name="connsiteY241" fmla="*/ 99363 h 645049"/>
                <a:gd name="connsiteX242" fmla="*/ 2359445 w 2915191"/>
                <a:gd name="connsiteY242" fmla="*/ 72384 h 645049"/>
                <a:gd name="connsiteX243" fmla="*/ 2369204 w 2915191"/>
                <a:gd name="connsiteY243" fmla="*/ 84710 h 645049"/>
                <a:gd name="connsiteX244" fmla="*/ 2378948 w 2915191"/>
                <a:gd name="connsiteY244" fmla="*/ 97587 h 645049"/>
                <a:gd name="connsiteX245" fmla="*/ 2388692 w 2915191"/>
                <a:gd name="connsiteY245" fmla="*/ 85063 h 645049"/>
                <a:gd name="connsiteX246" fmla="*/ 2398450 w 2915191"/>
                <a:gd name="connsiteY246" fmla="*/ 50613 h 645049"/>
                <a:gd name="connsiteX247" fmla="*/ 2408194 w 2915191"/>
                <a:gd name="connsiteY247" fmla="*/ 58785 h 645049"/>
                <a:gd name="connsiteX248" fmla="*/ 2417953 w 2915191"/>
                <a:gd name="connsiteY248" fmla="*/ 86879 h 645049"/>
                <a:gd name="connsiteX249" fmla="*/ 2427697 w 2915191"/>
                <a:gd name="connsiteY249" fmla="*/ 95458 h 645049"/>
                <a:gd name="connsiteX250" fmla="*/ 2437441 w 2915191"/>
                <a:gd name="connsiteY250" fmla="*/ 70864 h 645049"/>
                <a:gd name="connsiteX251" fmla="*/ 2447200 w 2915191"/>
                <a:gd name="connsiteY251" fmla="*/ 65678 h 645049"/>
                <a:gd name="connsiteX252" fmla="*/ 2456944 w 2915191"/>
                <a:gd name="connsiteY252" fmla="*/ 107235 h 645049"/>
                <a:gd name="connsiteX253" fmla="*/ 2466703 w 2915191"/>
                <a:gd name="connsiteY253" fmla="*/ 99124 h 645049"/>
                <a:gd name="connsiteX254" fmla="*/ 2476446 w 2915191"/>
                <a:gd name="connsiteY254" fmla="*/ 113286 h 645049"/>
                <a:gd name="connsiteX255" fmla="*/ 2486190 w 2915191"/>
                <a:gd name="connsiteY255" fmla="*/ 146157 h 645049"/>
                <a:gd name="connsiteX256" fmla="*/ 2495949 w 2915191"/>
                <a:gd name="connsiteY256" fmla="*/ 127231 h 645049"/>
                <a:gd name="connsiteX257" fmla="*/ 2505693 w 2915191"/>
                <a:gd name="connsiteY257" fmla="*/ 108843 h 645049"/>
                <a:gd name="connsiteX258" fmla="*/ 2515452 w 2915191"/>
                <a:gd name="connsiteY258" fmla="*/ 81225 h 645049"/>
                <a:gd name="connsiteX259" fmla="*/ 2525196 w 2915191"/>
                <a:gd name="connsiteY259" fmla="*/ 47768 h 645049"/>
                <a:gd name="connsiteX260" fmla="*/ 2534940 w 2915191"/>
                <a:gd name="connsiteY260" fmla="*/ 42303 h 645049"/>
                <a:gd name="connsiteX261" fmla="*/ 2544699 w 2915191"/>
                <a:gd name="connsiteY261" fmla="*/ 77890 h 645049"/>
                <a:gd name="connsiteX262" fmla="*/ 2554443 w 2915191"/>
                <a:gd name="connsiteY262" fmla="*/ 72890 h 645049"/>
                <a:gd name="connsiteX263" fmla="*/ 2564202 w 2915191"/>
                <a:gd name="connsiteY263" fmla="*/ 75624 h 645049"/>
                <a:gd name="connsiteX264" fmla="*/ 2573946 w 2915191"/>
                <a:gd name="connsiteY264" fmla="*/ 82971 h 645049"/>
                <a:gd name="connsiteX265" fmla="*/ 2583690 w 2915191"/>
                <a:gd name="connsiteY265" fmla="*/ 119362 h 645049"/>
                <a:gd name="connsiteX266" fmla="*/ 2593448 w 2915191"/>
                <a:gd name="connsiteY266" fmla="*/ 102173 h 645049"/>
                <a:gd name="connsiteX267" fmla="*/ 2603192 w 2915191"/>
                <a:gd name="connsiteY267" fmla="*/ 147646 h 645049"/>
                <a:gd name="connsiteX268" fmla="*/ 2612951 w 2915191"/>
                <a:gd name="connsiteY268" fmla="*/ 144922 h 645049"/>
                <a:gd name="connsiteX269" fmla="*/ 2622695 w 2915191"/>
                <a:gd name="connsiteY269" fmla="*/ 161952 h 645049"/>
                <a:gd name="connsiteX270" fmla="*/ 2632439 w 2915191"/>
                <a:gd name="connsiteY270" fmla="*/ 155645 h 645049"/>
                <a:gd name="connsiteX271" fmla="*/ 2642198 w 2915191"/>
                <a:gd name="connsiteY271" fmla="*/ 173662 h 645049"/>
                <a:gd name="connsiteX272" fmla="*/ 2651942 w 2915191"/>
                <a:gd name="connsiteY272" fmla="*/ 174397 h 645049"/>
                <a:gd name="connsiteX273" fmla="*/ 2661685 w 2915191"/>
                <a:gd name="connsiteY273" fmla="*/ 187006 h 645049"/>
                <a:gd name="connsiteX274" fmla="*/ 2671444 w 2915191"/>
                <a:gd name="connsiteY274" fmla="*/ 183107 h 645049"/>
                <a:gd name="connsiteX275" fmla="*/ 2681188 w 2915191"/>
                <a:gd name="connsiteY275" fmla="*/ 201574 h 645049"/>
                <a:gd name="connsiteX276" fmla="*/ 2690947 w 2915191"/>
                <a:gd name="connsiteY276" fmla="*/ 203525 h 645049"/>
                <a:gd name="connsiteX277" fmla="*/ 2700691 w 2915191"/>
                <a:gd name="connsiteY277" fmla="*/ 216284 h 645049"/>
                <a:gd name="connsiteX278" fmla="*/ 2710435 w 2915191"/>
                <a:gd name="connsiteY278" fmla="*/ 193600 h 645049"/>
                <a:gd name="connsiteX279" fmla="*/ 2720194 w 2915191"/>
                <a:gd name="connsiteY279" fmla="*/ 178213 h 645049"/>
                <a:gd name="connsiteX280" fmla="*/ 2729938 w 2915191"/>
                <a:gd name="connsiteY280" fmla="*/ 176760 h 645049"/>
                <a:gd name="connsiteX281" fmla="*/ 2739697 w 2915191"/>
                <a:gd name="connsiteY281" fmla="*/ 157759 h 645049"/>
                <a:gd name="connsiteX282" fmla="*/ 2749441 w 2915191"/>
                <a:gd name="connsiteY282" fmla="*/ 164403 h 645049"/>
                <a:gd name="connsiteX283" fmla="*/ 2759185 w 2915191"/>
                <a:gd name="connsiteY283" fmla="*/ 204077 h 645049"/>
                <a:gd name="connsiteX284" fmla="*/ 2768943 w 2915191"/>
                <a:gd name="connsiteY284" fmla="*/ 174428 h 645049"/>
                <a:gd name="connsiteX285" fmla="*/ 2778687 w 2915191"/>
                <a:gd name="connsiteY285" fmla="*/ 197949 h 645049"/>
                <a:gd name="connsiteX286" fmla="*/ 2788446 w 2915191"/>
                <a:gd name="connsiteY286" fmla="*/ 202303 h 645049"/>
                <a:gd name="connsiteX287" fmla="*/ 2798190 w 2915191"/>
                <a:gd name="connsiteY287" fmla="*/ 226824 h 645049"/>
                <a:gd name="connsiteX288" fmla="*/ 2807934 w 2915191"/>
                <a:gd name="connsiteY288" fmla="*/ 246545 h 645049"/>
                <a:gd name="connsiteX289" fmla="*/ 2817693 w 2915191"/>
                <a:gd name="connsiteY289" fmla="*/ 290733 h 645049"/>
                <a:gd name="connsiteX290" fmla="*/ 2827437 w 2915191"/>
                <a:gd name="connsiteY290" fmla="*/ 271905 h 645049"/>
                <a:gd name="connsiteX291" fmla="*/ 2837196 w 2915191"/>
                <a:gd name="connsiteY291" fmla="*/ 242837 h 645049"/>
                <a:gd name="connsiteX292" fmla="*/ 2846940 w 2915191"/>
                <a:gd name="connsiteY292" fmla="*/ 261997 h 645049"/>
                <a:gd name="connsiteX293" fmla="*/ 2856684 w 2915191"/>
                <a:gd name="connsiteY293" fmla="*/ 247429 h 645049"/>
                <a:gd name="connsiteX294" fmla="*/ 2866442 w 2915191"/>
                <a:gd name="connsiteY294" fmla="*/ 258670 h 645049"/>
                <a:gd name="connsiteX295" fmla="*/ 2876186 w 2915191"/>
                <a:gd name="connsiteY295" fmla="*/ 265361 h 645049"/>
                <a:gd name="connsiteX296" fmla="*/ 2885945 w 2915191"/>
                <a:gd name="connsiteY296" fmla="*/ 264211 h 645049"/>
                <a:gd name="connsiteX297" fmla="*/ 2895689 w 2915191"/>
                <a:gd name="connsiteY297" fmla="*/ 247323 h 645049"/>
                <a:gd name="connsiteX298" fmla="*/ 2905433 w 2915191"/>
                <a:gd name="connsiteY298" fmla="*/ 251043 h 645049"/>
                <a:gd name="connsiteX299" fmla="*/ 2915192 w 2915191"/>
                <a:gd name="connsiteY299" fmla="*/ 267121 h 6450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45049">
                  <a:moveTo>
                    <a:pt x="0" y="527436"/>
                  </a:moveTo>
                  <a:lnTo>
                    <a:pt x="9750" y="516740"/>
                  </a:lnTo>
                  <a:lnTo>
                    <a:pt x="19500" y="532224"/>
                  </a:lnTo>
                  <a:lnTo>
                    <a:pt x="29250" y="530775"/>
                  </a:lnTo>
                  <a:lnTo>
                    <a:pt x="39000" y="563409"/>
                  </a:lnTo>
                  <a:lnTo>
                    <a:pt x="48749" y="560124"/>
                  </a:lnTo>
                  <a:lnTo>
                    <a:pt x="58499" y="576147"/>
                  </a:lnTo>
                  <a:lnTo>
                    <a:pt x="68249" y="594097"/>
                  </a:lnTo>
                  <a:lnTo>
                    <a:pt x="77998" y="604178"/>
                  </a:lnTo>
                  <a:lnTo>
                    <a:pt x="87748" y="605632"/>
                  </a:lnTo>
                  <a:lnTo>
                    <a:pt x="97497" y="596640"/>
                  </a:lnTo>
                  <a:lnTo>
                    <a:pt x="107247" y="620084"/>
                  </a:lnTo>
                  <a:lnTo>
                    <a:pt x="116997" y="602686"/>
                  </a:lnTo>
                  <a:lnTo>
                    <a:pt x="126747" y="609127"/>
                  </a:lnTo>
                  <a:lnTo>
                    <a:pt x="136497" y="592294"/>
                  </a:lnTo>
                  <a:lnTo>
                    <a:pt x="146247" y="618443"/>
                  </a:lnTo>
                  <a:lnTo>
                    <a:pt x="155997" y="645050"/>
                  </a:lnTo>
                  <a:lnTo>
                    <a:pt x="165747" y="626921"/>
                  </a:lnTo>
                  <a:lnTo>
                    <a:pt x="175497" y="607913"/>
                  </a:lnTo>
                  <a:lnTo>
                    <a:pt x="185247" y="630394"/>
                  </a:lnTo>
                  <a:lnTo>
                    <a:pt x="194996" y="614520"/>
                  </a:lnTo>
                  <a:lnTo>
                    <a:pt x="204746" y="617158"/>
                  </a:lnTo>
                  <a:lnTo>
                    <a:pt x="214495" y="605740"/>
                  </a:lnTo>
                  <a:lnTo>
                    <a:pt x="224245" y="593872"/>
                  </a:lnTo>
                  <a:lnTo>
                    <a:pt x="233995" y="602816"/>
                  </a:lnTo>
                  <a:lnTo>
                    <a:pt x="243744" y="594654"/>
                  </a:lnTo>
                  <a:lnTo>
                    <a:pt x="253494" y="606296"/>
                  </a:lnTo>
                  <a:lnTo>
                    <a:pt x="263244" y="589444"/>
                  </a:lnTo>
                  <a:lnTo>
                    <a:pt x="272994" y="571337"/>
                  </a:lnTo>
                  <a:lnTo>
                    <a:pt x="282744" y="572778"/>
                  </a:lnTo>
                  <a:lnTo>
                    <a:pt x="292494" y="539316"/>
                  </a:lnTo>
                  <a:lnTo>
                    <a:pt x="302244" y="534035"/>
                  </a:lnTo>
                  <a:lnTo>
                    <a:pt x="311994" y="522659"/>
                  </a:lnTo>
                  <a:lnTo>
                    <a:pt x="321744" y="513447"/>
                  </a:lnTo>
                  <a:lnTo>
                    <a:pt x="331493" y="536949"/>
                  </a:lnTo>
                  <a:lnTo>
                    <a:pt x="341243" y="526521"/>
                  </a:lnTo>
                  <a:lnTo>
                    <a:pt x="350993" y="550859"/>
                  </a:lnTo>
                  <a:lnTo>
                    <a:pt x="360742" y="540312"/>
                  </a:lnTo>
                  <a:lnTo>
                    <a:pt x="370492" y="528114"/>
                  </a:lnTo>
                  <a:lnTo>
                    <a:pt x="380241" y="510742"/>
                  </a:lnTo>
                  <a:lnTo>
                    <a:pt x="389991" y="545543"/>
                  </a:lnTo>
                  <a:lnTo>
                    <a:pt x="399741" y="560881"/>
                  </a:lnTo>
                  <a:lnTo>
                    <a:pt x="409491" y="555699"/>
                  </a:lnTo>
                  <a:lnTo>
                    <a:pt x="419241" y="553709"/>
                  </a:lnTo>
                  <a:lnTo>
                    <a:pt x="428991" y="537977"/>
                  </a:lnTo>
                  <a:lnTo>
                    <a:pt x="438741" y="557568"/>
                  </a:lnTo>
                  <a:lnTo>
                    <a:pt x="448491" y="577094"/>
                  </a:lnTo>
                  <a:lnTo>
                    <a:pt x="458241" y="571430"/>
                  </a:lnTo>
                  <a:lnTo>
                    <a:pt x="467991" y="558108"/>
                  </a:lnTo>
                  <a:lnTo>
                    <a:pt x="477740" y="550303"/>
                  </a:lnTo>
                  <a:lnTo>
                    <a:pt x="487490" y="534198"/>
                  </a:lnTo>
                  <a:lnTo>
                    <a:pt x="497239" y="538910"/>
                  </a:lnTo>
                  <a:lnTo>
                    <a:pt x="506989" y="538902"/>
                  </a:lnTo>
                  <a:lnTo>
                    <a:pt x="516738" y="493264"/>
                  </a:lnTo>
                  <a:lnTo>
                    <a:pt x="526488" y="519955"/>
                  </a:lnTo>
                  <a:lnTo>
                    <a:pt x="536238" y="513434"/>
                  </a:lnTo>
                  <a:lnTo>
                    <a:pt x="545988" y="488076"/>
                  </a:lnTo>
                  <a:lnTo>
                    <a:pt x="555738" y="487475"/>
                  </a:lnTo>
                  <a:lnTo>
                    <a:pt x="565488" y="503624"/>
                  </a:lnTo>
                  <a:lnTo>
                    <a:pt x="575238" y="494958"/>
                  </a:lnTo>
                  <a:lnTo>
                    <a:pt x="584988" y="490431"/>
                  </a:lnTo>
                  <a:lnTo>
                    <a:pt x="594738" y="474352"/>
                  </a:lnTo>
                  <a:lnTo>
                    <a:pt x="604488" y="456161"/>
                  </a:lnTo>
                  <a:lnTo>
                    <a:pt x="614237" y="456831"/>
                  </a:lnTo>
                  <a:lnTo>
                    <a:pt x="623987" y="454958"/>
                  </a:lnTo>
                  <a:lnTo>
                    <a:pt x="633736" y="475683"/>
                  </a:lnTo>
                  <a:lnTo>
                    <a:pt x="643486" y="505093"/>
                  </a:lnTo>
                  <a:lnTo>
                    <a:pt x="653236" y="506610"/>
                  </a:lnTo>
                  <a:lnTo>
                    <a:pt x="662985" y="507498"/>
                  </a:lnTo>
                  <a:lnTo>
                    <a:pt x="672735" y="472317"/>
                  </a:lnTo>
                  <a:lnTo>
                    <a:pt x="682485" y="472107"/>
                  </a:lnTo>
                  <a:lnTo>
                    <a:pt x="692235" y="469334"/>
                  </a:lnTo>
                  <a:lnTo>
                    <a:pt x="701985" y="492861"/>
                  </a:lnTo>
                  <a:lnTo>
                    <a:pt x="711735" y="478387"/>
                  </a:lnTo>
                  <a:lnTo>
                    <a:pt x="721485" y="443228"/>
                  </a:lnTo>
                  <a:lnTo>
                    <a:pt x="731235" y="449943"/>
                  </a:lnTo>
                  <a:lnTo>
                    <a:pt x="740985" y="409849"/>
                  </a:lnTo>
                  <a:lnTo>
                    <a:pt x="750734" y="362661"/>
                  </a:lnTo>
                  <a:lnTo>
                    <a:pt x="760484" y="328454"/>
                  </a:lnTo>
                  <a:lnTo>
                    <a:pt x="770233" y="337814"/>
                  </a:lnTo>
                  <a:lnTo>
                    <a:pt x="779983" y="335203"/>
                  </a:lnTo>
                  <a:lnTo>
                    <a:pt x="789733" y="289328"/>
                  </a:lnTo>
                  <a:lnTo>
                    <a:pt x="799482" y="276701"/>
                  </a:lnTo>
                  <a:lnTo>
                    <a:pt x="809232" y="270303"/>
                  </a:lnTo>
                  <a:lnTo>
                    <a:pt x="818982" y="270874"/>
                  </a:lnTo>
                  <a:lnTo>
                    <a:pt x="828732" y="246151"/>
                  </a:lnTo>
                  <a:lnTo>
                    <a:pt x="838482" y="246344"/>
                  </a:lnTo>
                  <a:lnTo>
                    <a:pt x="848232" y="226725"/>
                  </a:lnTo>
                  <a:lnTo>
                    <a:pt x="857982" y="178823"/>
                  </a:lnTo>
                  <a:lnTo>
                    <a:pt x="867732" y="144800"/>
                  </a:lnTo>
                  <a:lnTo>
                    <a:pt x="877482" y="147081"/>
                  </a:lnTo>
                  <a:lnTo>
                    <a:pt x="887231" y="174153"/>
                  </a:lnTo>
                  <a:lnTo>
                    <a:pt x="896981" y="152429"/>
                  </a:lnTo>
                  <a:lnTo>
                    <a:pt x="906730" y="174688"/>
                  </a:lnTo>
                  <a:lnTo>
                    <a:pt x="916480" y="185467"/>
                  </a:lnTo>
                  <a:lnTo>
                    <a:pt x="926230" y="161819"/>
                  </a:lnTo>
                  <a:lnTo>
                    <a:pt x="935979" y="167609"/>
                  </a:lnTo>
                  <a:lnTo>
                    <a:pt x="945729" y="180413"/>
                  </a:lnTo>
                  <a:lnTo>
                    <a:pt x="955479" y="154817"/>
                  </a:lnTo>
                  <a:lnTo>
                    <a:pt x="965229" y="151000"/>
                  </a:lnTo>
                  <a:lnTo>
                    <a:pt x="974979" y="138760"/>
                  </a:lnTo>
                  <a:lnTo>
                    <a:pt x="984729" y="129345"/>
                  </a:lnTo>
                  <a:lnTo>
                    <a:pt x="994474" y="142357"/>
                  </a:lnTo>
                  <a:lnTo>
                    <a:pt x="1004233" y="103463"/>
                  </a:lnTo>
                  <a:lnTo>
                    <a:pt x="1013977" y="102328"/>
                  </a:lnTo>
                  <a:lnTo>
                    <a:pt x="1023721" y="109110"/>
                  </a:lnTo>
                  <a:lnTo>
                    <a:pt x="1033480" y="125075"/>
                  </a:lnTo>
                  <a:lnTo>
                    <a:pt x="1043224" y="117157"/>
                  </a:lnTo>
                  <a:lnTo>
                    <a:pt x="1052983" y="85008"/>
                  </a:lnTo>
                  <a:lnTo>
                    <a:pt x="1062727" y="80174"/>
                  </a:lnTo>
                  <a:lnTo>
                    <a:pt x="1072471" y="88330"/>
                  </a:lnTo>
                  <a:lnTo>
                    <a:pt x="1082230" y="70250"/>
                  </a:lnTo>
                  <a:lnTo>
                    <a:pt x="1091973" y="69662"/>
                  </a:lnTo>
                  <a:lnTo>
                    <a:pt x="1101732" y="44958"/>
                  </a:lnTo>
                  <a:lnTo>
                    <a:pt x="1111476" y="36906"/>
                  </a:lnTo>
                  <a:lnTo>
                    <a:pt x="1121220" y="36637"/>
                  </a:lnTo>
                  <a:lnTo>
                    <a:pt x="1130979" y="43673"/>
                  </a:lnTo>
                  <a:lnTo>
                    <a:pt x="1140723" y="48718"/>
                  </a:lnTo>
                  <a:lnTo>
                    <a:pt x="1150482" y="19714"/>
                  </a:lnTo>
                  <a:lnTo>
                    <a:pt x="1160226" y="29883"/>
                  </a:lnTo>
                  <a:lnTo>
                    <a:pt x="1169969" y="44962"/>
                  </a:lnTo>
                  <a:lnTo>
                    <a:pt x="1179728" y="18575"/>
                  </a:lnTo>
                  <a:lnTo>
                    <a:pt x="1189472" y="42364"/>
                  </a:lnTo>
                  <a:lnTo>
                    <a:pt x="1199231" y="49107"/>
                  </a:lnTo>
                  <a:lnTo>
                    <a:pt x="1208975" y="23429"/>
                  </a:lnTo>
                  <a:lnTo>
                    <a:pt x="1218719" y="26224"/>
                  </a:lnTo>
                  <a:lnTo>
                    <a:pt x="1228478" y="35244"/>
                  </a:lnTo>
                  <a:lnTo>
                    <a:pt x="1238222" y="58315"/>
                  </a:lnTo>
                  <a:lnTo>
                    <a:pt x="1247966" y="41565"/>
                  </a:lnTo>
                  <a:lnTo>
                    <a:pt x="1257725" y="51799"/>
                  </a:lnTo>
                  <a:lnTo>
                    <a:pt x="1267469" y="74560"/>
                  </a:lnTo>
                  <a:lnTo>
                    <a:pt x="1277227" y="72817"/>
                  </a:lnTo>
                  <a:lnTo>
                    <a:pt x="1286971" y="76022"/>
                  </a:lnTo>
                  <a:lnTo>
                    <a:pt x="1296715" y="49460"/>
                  </a:lnTo>
                  <a:lnTo>
                    <a:pt x="1306474" y="81609"/>
                  </a:lnTo>
                  <a:lnTo>
                    <a:pt x="1316218" y="85483"/>
                  </a:lnTo>
                  <a:lnTo>
                    <a:pt x="1325977" y="52054"/>
                  </a:lnTo>
                  <a:lnTo>
                    <a:pt x="1335721" y="66086"/>
                  </a:lnTo>
                  <a:lnTo>
                    <a:pt x="1345465" y="65773"/>
                  </a:lnTo>
                  <a:lnTo>
                    <a:pt x="1355224" y="62576"/>
                  </a:lnTo>
                  <a:lnTo>
                    <a:pt x="1364967" y="81056"/>
                  </a:lnTo>
                  <a:lnTo>
                    <a:pt x="1374726" y="131808"/>
                  </a:lnTo>
                  <a:lnTo>
                    <a:pt x="1384470" y="137805"/>
                  </a:lnTo>
                  <a:lnTo>
                    <a:pt x="1394214" y="93256"/>
                  </a:lnTo>
                  <a:lnTo>
                    <a:pt x="1403973" y="65265"/>
                  </a:lnTo>
                  <a:lnTo>
                    <a:pt x="1413717" y="77256"/>
                  </a:lnTo>
                  <a:lnTo>
                    <a:pt x="1423476" y="103424"/>
                  </a:lnTo>
                  <a:lnTo>
                    <a:pt x="1433220" y="93190"/>
                  </a:lnTo>
                  <a:lnTo>
                    <a:pt x="1442964" y="70641"/>
                  </a:lnTo>
                  <a:lnTo>
                    <a:pt x="1452722" y="87898"/>
                  </a:lnTo>
                  <a:lnTo>
                    <a:pt x="1462466" y="106921"/>
                  </a:lnTo>
                  <a:lnTo>
                    <a:pt x="1472225" y="122845"/>
                  </a:lnTo>
                  <a:lnTo>
                    <a:pt x="1481969" y="117002"/>
                  </a:lnTo>
                  <a:lnTo>
                    <a:pt x="1491713" y="116480"/>
                  </a:lnTo>
                  <a:lnTo>
                    <a:pt x="1501472" y="124637"/>
                  </a:lnTo>
                  <a:lnTo>
                    <a:pt x="1511216" y="187134"/>
                  </a:lnTo>
                  <a:lnTo>
                    <a:pt x="1520960" y="184935"/>
                  </a:lnTo>
                  <a:lnTo>
                    <a:pt x="1530719" y="178436"/>
                  </a:lnTo>
                  <a:lnTo>
                    <a:pt x="1540463" y="186161"/>
                  </a:lnTo>
                  <a:lnTo>
                    <a:pt x="1550221" y="182463"/>
                  </a:lnTo>
                  <a:lnTo>
                    <a:pt x="1559965" y="175955"/>
                  </a:lnTo>
                  <a:lnTo>
                    <a:pt x="1569709" y="180702"/>
                  </a:lnTo>
                  <a:lnTo>
                    <a:pt x="1579468" y="150092"/>
                  </a:lnTo>
                  <a:lnTo>
                    <a:pt x="1589212" y="158117"/>
                  </a:lnTo>
                  <a:lnTo>
                    <a:pt x="1598971" y="142349"/>
                  </a:lnTo>
                  <a:lnTo>
                    <a:pt x="1608715" y="129785"/>
                  </a:lnTo>
                  <a:lnTo>
                    <a:pt x="1618459" y="145508"/>
                  </a:lnTo>
                  <a:lnTo>
                    <a:pt x="1628218" y="160973"/>
                  </a:lnTo>
                  <a:lnTo>
                    <a:pt x="1637962" y="167272"/>
                  </a:lnTo>
                  <a:lnTo>
                    <a:pt x="1647720" y="170818"/>
                  </a:lnTo>
                  <a:lnTo>
                    <a:pt x="1657464" y="190710"/>
                  </a:lnTo>
                  <a:lnTo>
                    <a:pt x="1667208" y="193742"/>
                  </a:lnTo>
                  <a:lnTo>
                    <a:pt x="1676967" y="206786"/>
                  </a:lnTo>
                  <a:lnTo>
                    <a:pt x="1686711" y="215967"/>
                  </a:lnTo>
                  <a:lnTo>
                    <a:pt x="1696470" y="234246"/>
                  </a:lnTo>
                  <a:lnTo>
                    <a:pt x="1706214" y="236322"/>
                  </a:lnTo>
                  <a:lnTo>
                    <a:pt x="1715958" y="266924"/>
                  </a:lnTo>
                  <a:lnTo>
                    <a:pt x="1725716" y="241183"/>
                  </a:lnTo>
                  <a:lnTo>
                    <a:pt x="1735460" y="240528"/>
                  </a:lnTo>
                  <a:lnTo>
                    <a:pt x="1745219" y="252250"/>
                  </a:lnTo>
                  <a:lnTo>
                    <a:pt x="1754963" y="272452"/>
                  </a:lnTo>
                  <a:lnTo>
                    <a:pt x="1764707" y="271598"/>
                  </a:lnTo>
                  <a:lnTo>
                    <a:pt x="1774466" y="292214"/>
                  </a:lnTo>
                  <a:lnTo>
                    <a:pt x="1784210" y="232861"/>
                  </a:lnTo>
                  <a:lnTo>
                    <a:pt x="1793969" y="230018"/>
                  </a:lnTo>
                  <a:lnTo>
                    <a:pt x="1803713" y="208945"/>
                  </a:lnTo>
                  <a:lnTo>
                    <a:pt x="1813457" y="225954"/>
                  </a:lnTo>
                  <a:lnTo>
                    <a:pt x="1823215" y="248849"/>
                  </a:lnTo>
                  <a:lnTo>
                    <a:pt x="1832959" y="245803"/>
                  </a:lnTo>
                  <a:lnTo>
                    <a:pt x="1842703" y="250325"/>
                  </a:lnTo>
                  <a:lnTo>
                    <a:pt x="1852462" y="251680"/>
                  </a:lnTo>
                  <a:lnTo>
                    <a:pt x="1862206" y="245996"/>
                  </a:lnTo>
                  <a:lnTo>
                    <a:pt x="1871965" y="232384"/>
                  </a:lnTo>
                  <a:lnTo>
                    <a:pt x="1881709" y="229012"/>
                  </a:lnTo>
                  <a:lnTo>
                    <a:pt x="1891453" y="198295"/>
                  </a:lnTo>
                  <a:lnTo>
                    <a:pt x="1901212" y="180540"/>
                  </a:lnTo>
                  <a:lnTo>
                    <a:pt x="1910956" y="193798"/>
                  </a:lnTo>
                  <a:lnTo>
                    <a:pt x="1920714" y="190154"/>
                  </a:lnTo>
                  <a:lnTo>
                    <a:pt x="1930458" y="213894"/>
                  </a:lnTo>
                  <a:lnTo>
                    <a:pt x="1940202" y="257827"/>
                  </a:lnTo>
                  <a:lnTo>
                    <a:pt x="1949961" y="264734"/>
                  </a:lnTo>
                  <a:lnTo>
                    <a:pt x="1959705" y="268976"/>
                  </a:lnTo>
                  <a:lnTo>
                    <a:pt x="1969464" y="236067"/>
                  </a:lnTo>
                  <a:lnTo>
                    <a:pt x="1979208" y="226229"/>
                  </a:lnTo>
                  <a:lnTo>
                    <a:pt x="1988952" y="234730"/>
                  </a:lnTo>
                  <a:lnTo>
                    <a:pt x="1998711" y="236226"/>
                  </a:lnTo>
                  <a:lnTo>
                    <a:pt x="2008454" y="252985"/>
                  </a:lnTo>
                  <a:lnTo>
                    <a:pt x="2018213" y="238515"/>
                  </a:lnTo>
                  <a:lnTo>
                    <a:pt x="2027957" y="259209"/>
                  </a:lnTo>
                  <a:lnTo>
                    <a:pt x="2037701" y="238938"/>
                  </a:lnTo>
                  <a:lnTo>
                    <a:pt x="2047460" y="217601"/>
                  </a:lnTo>
                  <a:lnTo>
                    <a:pt x="2057204" y="198608"/>
                  </a:lnTo>
                  <a:lnTo>
                    <a:pt x="2066963" y="171915"/>
                  </a:lnTo>
                  <a:lnTo>
                    <a:pt x="2076707" y="164798"/>
                  </a:lnTo>
                  <a:lnTo>
                    <a:pt x="2086451" y="168586"/>
                  </a:lnTo>
                  <a:lnTo>
                    <a:pt x="2096210" y="154629"/>
                  </a:lnTo>
                  <a:lnTo>
                    <a:pt x="2105954" y="160377"/>
                  </a:lnTo>
                  <a:lnTo>
                    <a:pt x="2115697" y="140089"/>
                  </a:lnTo>
                  <a:lnTo>
                    <a:pt x="2125456" y="131828"/>
                  </a:lnTo>
                  <a:lnTo>
                    <a:pt x="2135200" y="161551"/>
                  </a:lnTo>
                  <a:lnTo>
                    <a:pt x="2144959" y="147589"/>
                  </a:lnTo>
                  <a:lnTo>
                    <a:pt x="2154703" y="107010"/>
                  </a:lnTo>
                  <a:lnTo>
                    <a:pt x="2164447" y="86819"/>
                  </a:lnTo>
                  <a:lnTo>
                    <a:pt x="2174206" y="64210"/>
                  </a:lnTo>
                  <a:lnTo>
                    <a:pt x="2183950" y="36753"/>
                  </a:lnTo>
                  <a:lnTo>
                    <a:pt x="2193709" y="71216"/>
                  </a:lnTo>
                  <a:lnTo>
                    <a:pt x="2203452" y="72896"/>
                  </a:lnTo>
                  <a:lnTo>
                    <a:pt x="2213196" y="31577"/>
                  </a:lnTo>
                  <a:lnTo>
                    <a:pt x="2222955" y="27194"/>
                  </a:lnTo>
                  <a:lnTo>
                    <a:pt x="2232699" y="0"/>
                  </a:lnTo>
                  <a:lnTo>
                    <a:pt x="2242458" y="3352"/>
                  </a:lnTo>
                  <a:lnTo>
                    <a:pt x="2252202" y="14863"/>
                  </a:lnTo>
                  <a:lnTo>
                    <a:pt x="2261946" y="22399"/>
                  </a:lnTo>
                  <a:lnTo>
                    <a:pt x="2271705" y="18452"/>
                  </a:lnTo>
                  <a:lnTo>
                    <a:pt x="2281449" y="34357"/>
                  </a:lnTo>
                  <a:lnTo>
                    <a:pt x="2291208" y="31620"/>
                  </a:lnTo>
                  <a:lnTo>
                    <a:pt x="2300951" y="24719"/>
                  </a:lnTo>
                  <a:lnTo>
                    <a:pt x="2310695" y="36954"/>
                  </a:lnTo>
                  <a:lnTo>
                    <a:pt x="2320454" y="43739"/>
                  </a:lnTo>
                  <a:lnTo>
                    <a:pt x="2330198" y="55463"/>
                  </a:lnTo>
                  <a:lnTo>
                    <a:pt x="2339957" y="88749"/>
                  </a:lnTo>
                  <a:lnTo>
                    <a:pt x="2349701" y="99363"/>
                  </a:lnTo>
                  <a:lnTo>
                    <a:pt x="2359445" y="72384"/>
                  </a:lnTo>
                  <a:lnTo>
                    <a:pt x="2369204" y="84710"/>
                  </a:lnTo>
                  <a:lnTo>
                    <a:pt x="2378948" y="97587"/>
                  </a:lnTo>
                  <a:lnTo>
                    <a:pt x="2388692" y="85063"/>
                  </a:lnTo>
                  <a:lnTo>
                    <a:pt x="2398450" y="50613"/>
                  </a:lnTo>
                  <a:lnTo>
                    <a:pt x="2408194" y="58785"/>
                  </a:lnTo>
                  <a:lnTo>
                    <a:pt x="2417953" y="86879"/>
                  </a:lnTo>
                  <a:lnTo>
                    <a:pt x="2427697" y="95458"/>
                  </a:lnTo>
                  <a:lnTo>
                    <a:pt x="2437441" y="70864"/>
                  </a:lnTo>
                  <a:lnTo>
                    <a:pt x="2447200" y="65678"/>
                  </a:lnTo>
                  <a:lnTo>
                    <a:pt x="2456944" y="107235"/>
                  </a:lnTo>
                  <a:lnTo>
                    <a:pt x="2466703" y="99124"/>
                  </a:lnTo>
                  <a:lnTo>
                    <a:pt x="2476446" y="113286"/>
                  </a:lnTo>
                  <a:lnTo>
                    <a:pt x="2486190" y="146157"/>
                  </a:lnTo>
                  <a:lnTo>
                    <a:pt x="2495949" y="127231"/>
                  </a:lnTo>
                  <a:lnTo>
                    <a:pt x="2505693" y="108843"/>
                  </a:lnTo>
                  <a:lnTo>
                    <a:pt x="2515452" y="81225"/>
                  </a:lnTo>
                  <a:lnTo>
                    <a:pt x="2525196" y="47768"/>
                  </a:lnTo>
                  <a:lnTo>
                    <a:pt x="2534940" y="42303"/>
                  </a:lnTo>
                  <a:lnTo>
                    <a:pt x="2544699" y="77890"/>
                  </a:lnTo>
                  <a:lnTo>
                    <a:pt x="2554443" y="72890"/>
                  </a:lnTo>
                  <a:lnTo>
                    <a:pt x="2564202" y="75624"/>
                  </a:lnTo>
                  <a:lnTo>
                    <a:pt x="2573946" y="82971"/>
                  </a:lnTo>
                  <a:lnTo>
                    <a:pt x="2583690" y="119362"/>
                  </a:lnTo>
                  <a:lnTo>
                    <a:pt x="2593448" y="102173"/>
                  </a:lnTo>
                  <a:lnTo>
                    <a:pt x="2603192" y="147646"/>
                  </a:lnTo>
                  <a:lnTo>
                    <a:pt x="2612951" y="144922"/>
                  </a:lnTo>
                  <a:lnTo>
                    <a:pt x="2622695" y="161952"/>
                  </a:lnTo>
                  <a:lnTo>
                    <a:pt x="2632439" y="155645"/>
                  </a:lnTo>
                  <a:lnTo>
                    <a:pt x="2642198" y="173662"/>
                  </a:lnTo>
                  <a:lnTo>
                    <a:pt x="2651942" y="174397"/>
                  </a:lnTo>
                  <a:lnTo>
                    <a:pt x="2661685" y="187006"/>
                  </a:lnTo>
                  <a:lnTo>
                    <a:pt x="2671444" y="183107"/>
                  </a:lnTo>
                  <a:lnTo>
                    <a:pt x="2681188" y="201574"/>
                  </a:lnTo>
                  <a:lnTo>
                    <a:pt x="2690947" y="203525"/>
                  </a:lnTo>
                  <a:lnTo>
                    <a:pt x="2700691" y="216284"/>
                  </a:lnTo>
                  <a:lnTo>
                    <a:pt x="2710435" y="193600"/>
                  </a:lnTo>
                  <a:lnTo>
                    <a:pt x="2720194" y="178213"/>
                  </a:lnTo>
                  <a:lnTo>
                    <a:pt x="2729938" y="176760"/>
                  </a:lnTo>
                  <a:lnTo>
                    <a:pt x="2739697" y="157759"/>
                  </a:lnTo>
                  <a:lnTo>
                    <a:pt x="2749441" y="164403"/>
                  </a:lnTo>
                  <a:lnTo>
                    <a:pt x="2759185" y="204077"/>
                  </a:lnTo>
                  <a:lnTo>
                    <a:pt x="2768943" y="174428"/>
                  </a:lnTo>
                  <a:lnTo>
                    <a:pt x="2778687" y="197949"/>
                  </a:lnTo>
                  <a:lnTo>
                    <a:pt x="2788446" y="202303"/>
                  </a:lnTo>
                  <a:lnTo>
                    <a:pt x="2798190" y="226824"/>
                  </a:lnTo>
                  <a:lnTo>
                    <a:pt x="2807934" y="246545"/>
                  </a:lnTo>
                  <a:lnTo>
                    <a:pt x="2817693" y="290733"/>
                  </a:lnTo>
                  <a:lnTo>
                    <a:pt x="2827437" y="271905"/>
                  </a:lnTo>
                  <a:lnTo>
                    <a:pt x="2837196" y="242837"/>
                  </a:lnTo>
                  <a:lnTo>
                    <a:pt x="2846940" y="261997"/>
                  </a:lnTo>
                  <a:lnTo>
                    <a:pt x="2856684" y="247429"/>
                  </a:lnTo>
                  <a:lnTo>
                    <a:pt x="2866442" y="258670"/>
                  </a:lnTo>
                  <a:lnTo>
                    <a:pt x="2876186" y="265361"/>
                  </a:lnTo>
                  <a:lnTo>
                    <a:pt x="2885945" y="264211"/>
                  </a:lnTo>
                  <a:lnTo>
                    <a:pt x="2895689" y="247323"/>
                  </a:lnTo>
                  <a:lnTo>
                    <a:pt x="2905433" y="251043"/>
                  </a:lnTo>
                  <a:lnTo>
                    <a:pt x="2915192" y="26712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4" name="Freeform 1043">
              <a:extLst>
                <a:ext uri="{FF2B5EF4-FFF2-40B4-BE49-F238E27FC236}">
                  <a16:creationId xmlns:a16="http://schemas.microsoft.com/office/drawing/2014/main" id="{BAD45CEB-5B53-67EE-9E71-436118ACFFC1}"/>
                </a:ext>
              </a:extLst>
            </p:cNvPr>
            <p:cNvSpPr/>
            <p:nvPr/>
          </p:nvSpPr>
          <p:spPr>
            <a:xfrm>
              <a:off x="4426652" y="3236930"/>
              <a:ext cx="2915191" cy="375430"/>
            </a:xfrm>
            <a:custGeom>
              <a:avLst/>
              <a:gdLst>
                <a:gd name="connsiteX0" fmla="*/ 0 w 2915191"/>
                <a:gd name="connsiteY0" fmla="*/ 219702 h 375430"/>
                <a:gd name="connsiteX1" fmla="*/ 9750 w 2915191"/>
                <a:gd name="connsiteY1" fmla="*/ 203267 h 375430"/>
                <a:gd name="connsiteX2" fmla="*/ 19500 w 2915191"/>
                <a:gd name="connsiteY2" fmla="*/ 190598 h 375430"/>
                <a:gd name="connsiteX3" fmla="*/ 29250 w 2915191"/>
                <a:gd name="connsiteY3" fmla="*/ 205251 h 375430"/>
                <a:gd name="connsiteX4" fmla="*/ 39000 w 2915191"/>
                <a:gd name="connsiteY4" fmla="*/ 216674 h 375430"/>
                <a:gd name="connsiteX5" fmla="*/ 48749 w 2915191"/>
                <a:gd name="connsiteY5" fmla="*/ 202847 h 375430"/>
                <a:gd name="connsiteX6" fmla="*/ 58499 w 2915191"/>
                <a:gd name="connsiteY6" fmla="*/ 190042 h 375430"/>
                <a:gd name="connsiteX7" fmla="*/ 68249 w 2915191"/>
                <a:gd name="connsiteY7" fmla="*/ 175214 h 375430"/>
                <a:gd name="connsiteX8" fmla="*/ 77998 w 2915191"/>
                <a:gd name="connsiteY8" fmla="*/ 171270 h 375430"/>
                <a:gd name="connsiteX9" fmla="*/ 87748 w 2915191"/>
                <a:gd name="connsiteY9" fmla="*/ 162159 h 375430"/>
                <a:gd name="connsiteX10" fmla="*/ 97497 w 2915191"/>
                <a:gd name="connsiteY10" fmla="*/ 164400 h 375430"/>
                <a:gd name="connsiteX11" fmla="*/ 107247 w 2915191"/>
                <a:gd name="connsiteY11" fmla="*/ 134465 h 375430"/>
                <a:gd name="connsiteX12" fmla="*/ 116997 w 2915191"/>
                <a:gd name="connsiteY12" fmla="*/ 131428 h 375430"/>
                <a:gd name="connsiteX13" fmla="*/ 126747 w 2915191"/>
                <a:gd name="connsiteY13" fmla="*/ 119451 h 375430"/>
                <a:gd name="connsiteX14" fmla="*/ 136497 w 2915191"/>
                <a:gd name="connsiteY14" fmla="*/ 131454 h 375430"/>
                <a:gd name="connsiteX15" fmla="*/ 146247 w 2915191"/>
                <a:gd name="connsiteY15" fmla="*/ 187446 h 375430"/>
                <a:gd name="connsiteX16" fmla="*/ 155997 w 2915191"/>
                <a:gd name="connsiteY16" fmla="*/ 215573 h 375430"/>
                <a:gd name="connsiteX17" fmla="*/ 165747 w 2915191"/>
                <a:gd name="connsiteY17" fmla="*/ 168275 h 375430"/>
                <a:gd name="connsiteX18" fmla="*/ 175497 w 2915191"/>
                <a:gd name="connsiteY18" fmla="*/ 164372 h 375430"/>
                <a:gd name="connsiteX19" fmla="*/ 185247 w 2915191"/>
                <a:gd name="connsiteY19" fmla="*/ 148449 h 375430"/>
                <a:gd name="connsiteX20" fmla="*/ 194996 w 2915191"/>
                <a:gd name="connsiteY20" fmla="*/ 161427 h 375430"/>
                <a:gd name="connsiteX21" fmla="*/ 204746 w 2915191"/>
                <a:gd name="connsiteY21" fmla="*/ 161143 h 375430"/>
                <a:gd name="connsiteX22" fmla="*/ 214495 w 2915191"/>
                <a:gd name="connsiteY22" fmla="*/ 178561 h 375430"/>
                <a:gd name="connsiteX23" fmla="*/ 224245 w 2915191"/>
                <a:gd name="connsiteY23" fmla="*/ 184642 h 375430"/>
                <a:gd name="connsiteX24" fmla="*/ 233995 w 2915191"/>
                <a:gd name="connsiteY24" fmla="*/ 156657 h 375430"/>
                <a:gd name="connsiteX25" fmla="*/ 243744 w 2915191"/>
                <a:gd name="connsiteY25" fmla="*/ 156809 h 375430"/>
                <a:gd name="connsiteX26" fmla="*/ 253494 w 2915191"/>
                <a:gd name="connsiteY26" fmla="*/ 142452 h 375430"/>
                <a:gd name="connsiteX27" fmla="*/ 263244 w 2915191"/>
                <a:gd name="connsiteY27" fmla="*/ 139736 h 375430"/>
                <a:gd name="connsiteX28" fmla="*/ 272994 w 2915191"/>
                <a:gd name="connsiteY28" fmla="*/ 158728 h 375430"/>
                <a:gd name="connsiteX29" fmla="*/ 282744 w 2915191"/>
                <a:gd name="connsiteY29" fmla="*/ 168202 h 375430"/>
                <a:gd name="connsiteX30" fmla="*/ 292494 w 2915191"/>
                <a:gd name="connsiteY30" fmla="*/ 135751 h 375430"/>
                <a:gd name="connsiteX31" fmla="*/ 302244 w 2915191"/>
                <a:gd name="connsiteY31" fmla="*/ 165933 h 375430"/>
                <a:gd name="connsiteX32" fmla="*/ 311994 w 2915191"/>
                <a:gd name="connsiteY32" fmla="*/ 152028 h 375430"/>
                <a:gd name="connsiteX33" fmla="*/ 321744 w 2915191"/>
                <a:gd name="connsiteY33" fmla="*/ 156992 h 375430"/>
                <a:gd name="connsiteX34" fmla="*/ 331493 w 2915191"/>
                <a:gd name="connsiteY34" fmla="*/ 164458 h 375430"/>
                <a:gd name="connsiteX35" fmla="*/ 341243 w 2915191"/>
                <a:gd name="connsiteY35" fmla="*/ 170008 h 375430"/>
                <a:gd name="connsiteX36" fmla="*/ 350993 w 2915191"/>
                <a:gd name="connsiteY36" fmla="*/ 183681 h 375430"/>
                <a:gd name="connsiteX37" fmla="*/ 360742 w 2915191"/>
                <a:gd name="connsiteY37" fmla="*/ 173724 h 375430"/>
                <a:gd name="connsiteX38" fmla="*/ 370492 w 2915191"/>
                <a:gd name="connsiteY38" fmla="*/ 160410 h 375430"/>
                <a:gd name="connsiteX39" fmla="*/ 380241 w 2915191"/>
                <a:gd name="connsiteY39" fmla="*/ 160568 h 375430"/>
                <a:gd name="connsiteX40" fmla="*/ 389991 w 2915191"/>
                <a:gd name="connsiteY40" fmla="*/ 146609 h 375430"/>
                <a:gd name="connsiteX41" fmla="*/ 399741 w 2915191"/>
                <a:gd name="connsiteY41" fmla="*/ 144818 h 375430"/>
                <a:gd name="connsiteX42" fmla="*/ 409491 w 2915191"/>
                <a:gd name="connsiteY42" fmla="*/ 142479 h 375430"/>
                <a:gd name="connsiteX43" fmla="*/ 419241 w 2915191"/>
                <a:gd name="connsiteY43" fmla="*/ 150131 h 375430"/>
                <a:gd name="connsiteX44" fmla="*/ 428991 w 2915191"/>
                <a:gd name="connsiteY44" fmla="*/ 177973 h 375430"/>
                <a:gd name="connsiteX45" fmla="*/ 438741 w 2915191"/>
                <a:gd name="connsiteY45" fmla="*/ 221497 h 375430"/>
                <a:gd name="connsiteX46" fmla="*/ 448491 w 2915191"/>
                <a:gd name="connsiteY46" fmla="*/ 225970 h 375430"/>
                <a:gd name="connsiteX47" fmla="*/ 458241 w 2915191"/>
                <a:gd name="connsiteY47" fmla="*/ 213134 h 375430"/>
                <a:gd name="connsiteX48" fmla="*/ 467991 w 2915191"/>
                <a:gd name="connsiteY48" fmla="*/ 198922 h 375430"/>
                <a:gd name="connsiteX49" fmla="*/ 477740 w 2915191"/>
                <a:gd name="connsiteY49" fmla="*/ 208754 h 375430"/>
                <a:gd name="connsiteX50" fmla="*/ 487490 w 2915191"/>
                <a:gd name="connsiteY50" fmla="*/ 213859 h 375430"/>
                <a:gd name="connsiteX51" fmla="*/ 497239 w 2915191"/>
                <a:gd name="connsiteY51" fmla="*/ 234416 h 375430"/>
                <a:gd name="connsiteX52" fmla="*/ 506989 w 2915191"/>
                <a:gd name="connsiteY52" fmla="*/ 186401 h 375430"/>
                <a:gd name="connsiteX53" fmla="*/ 516738 w 2915191"/>
                <a:gd name="connsiteY53" fmla="*/ 183018 h 375430"/>
                <a:gd name="connsiteX54" fmla="*/ 526488 w 2915191"/>
                <a:gd name="connsiteY54" fmla="*/ 164556 h 375430"/>
                <a:gd name="connsiteX55" fmla="*/ 536238 w 2915191"/>
                <a:gd name="connsiteY55" fmla="*/ 181175 h 375430"/>
                <a:gd name="connsiteX56" fmla="*/ 545988 w 2915191"/>
                <a:gd name="connsiteY56" fmla="*/ 191503 h 375430"/>
                <a:gd name="connsiteX57" fmla="*/ 555738 w 2915191"/>
                <a:gd name="connsiteY57" fmla="*/ 204532 h 375430"/>
                <a:gd name="connsiteX58" fmla="*/ 565488 w 2915191"/>
                <a:gd name="connsiteY58" fmla="*/ 225805 h 375430"/>
                <a:gd name="connsiteX59" fmla="*/ 575238 w 2915191"/>
                <a:gd name="connsiteY59" fmla="*/ 239254 h 375430"/>
                <a:gd name="connsiteX60" fmla="*/ 584988 w 2915191"/>
                <a:gd name="connsiteY60" fmla="*/ 228577 h 375430"/>
                <a:gd name="connsiteX61" fmla="*/ 594738 w 2915191"/>
                <a:gd name="connsiteY61" fmla="*/ 218236 h 375430"/>
                <a:gd name="connsiteX62" fmla="*/ 604488 w 2915191"/>
                <a:gd name="connsiteY62" fmla="*/ 194058 h 375430"/>
                <a:gd name="connsiteX63" fmla="*/ 614237 w 2915191"/>
                <a:gd name="connsiteY63" fmla="*/ 181248 h 375430"/>
                <a:gd name="connsiteX64" fmla="*/ 623987 w 2915191"/>
                <a:gd name="connsiteY64" fmla="*/ 149914 h 375430"/>
                <a:gd name="connsiteX65" fmla="*/ 633736 w 2915191"/>
                <a:gd name="connsiteY65" fmla="*/ 157006 h 375430"/>
                <a:gd name="connsiteX66" fmla="*/ 643486 w 2915191"/>
                <a:gd name="connsiteY66" fmla="*/ 158102 h 375430"/>
                <a:gd name="connsiteX67" fmla="*/ 653236 w 2915191"/>
                <a:gd name="connsiteY67" fmla="*/ 174743 h 375430"/>
                <a:gd name="connsiteX68" fmla="*/ 662985 w 2915191"/>
                <a:gd name="connsiteY68" fmla="*/ 171569 h 375430"/>
                <a:gd name="connsiteX69" fmla="*/ 672735 w 2915191"/>
                <a:gd name="connsiteY69" fmla="*/ 170948 h 375430"/>
                <a:gd name="connsiteX70" fmla="*/ 682485 w 2915191"/>
                <a:gd name="connsiteY70" fmla="*/ 193506 h 375430"/>
                <a:gd name="connsiteX71" fmla="*/ 692235 w 2915191"/>
                <a:gd name="connsiteY71" fmla="*/ 218719 h 375430"/>
                <a:gd name="connsiteX72" fmla="*/ 701985 w 2915191"/>
                <a:gd name="connsiteY72" fmla="*/ 230094 h 375430"/>
                <a:gd name="connsiteX73" fmla="*/ 711735 w 2915191"/>
                <a:gd name="connsiteY73" fmla="*/ 230660 h 375430"/>
                <a:gd name="connsiteX74" fmla="*/ 721485 w 2915191"/>
                <a:gd name="connsiteY74" fmla="*/ 208386 h 375430"/>
                <a:gd name="connsiteX75" fmla="*/ 731235 w 2915191"/>
                <a:gd name="connsiteY75" fmla="*/ 164637 h 375430"/>
                <a:gd name="connsiteX76" fmla="*/ 740985 w 2915191"/>
                <a:gd name="connsiteY76" fmla="*/ 174264 h 375430"/>
                <a:gd name="connsiteX77" fmla="*/ 750734 w 2915191"/>
                <a:gd name="connsiteY77" fmla="*/ 173615 h 375430"/>
                <a:gd name="connsiteX78" fmla="*/ 760484 w 2915191"/>
                <a:gd name="connsiteY78" fmla="*/ 193220 h 375430"/>
                <a:gd name="connsiteX79" fmla="*/ 770233 w 2915191"/>
                <a:gd name="connsiteY79" fmla="*/ 174081 h 375430"/>
                <a:gd name="connsiteX80" fmla="*/ 779983 w 2915191"/>
                <a:gd name="connsiteY80" fmla="*/ 171037 h 375430"/>
                <a:gd name="connsiteX81" fmla="*/ 789733 w 2915191"/>
                <a:gd name="connsiteY81" fmla="*/ 163965 h 375430"/>
                <a:gd name="connsiteX82" fmla="*/ 799482 w 2915191"/>
                <a:gd name="connsiteY82" fmla="*/ 125466 h 375430"/>
                <a:gd name="connsiteX83" fmla="*/ 809232 w 2915191"/>
                <a:gd name="connsiteY83" fmla="*/ 141172 h 375430"/>
                <a:gd name="connsiteX84" fmla="*/ 818982 w 2915191"/>
                <a:gd name="connsiteY84" fmla="*/ 143534 h 375430"/>
                <a:gd name="connsiteX85" fmla="*/ 828732 w 2915191"/>
                <a:gd name="connsiteY85" fmla="*/ 192046 h 375430"/>
                <a:gd name="connsiteX86" fmla="*/ 838482 w 2915191"/>
                <a:gd name="connsiteY86" fmla="*/ 209363 h 375430"/>
                <a:gd name="connsiteX87" fmla="*/ 848232 w 2915191"/>
                <a:gd name="connsiteY87" fmla="*/ 193261 h 375430"/>
                <a:gd name="connsiteX88" fmla="*/ 857982 w 2915191"/>
                <a:gd name="connsiteY88" fmla="*/ 184922 h 375430"/>
                <a:gd name="connsiteX89" fmla="*/ 867732 w 2915191"/>
                <a:gd name="connsiteY89" fmla="*/ 200201 h 375430"/>
                <a:gd name="connsiteX90" fmla="*/ 877482 w 2915191"/>
                <a:gd name="connsiteY90" fmla="*/ 223644 h 375430"/>
                <a:gd name="connsiteX91" fmla="*/ 887231 w 2915191"/>
                <a:gd name="connsiteY91" fmla="*/ 220843 h 375430"/>
                <a:gd name="connsiteX92" fmla="*/ 896981 w 2915191"/>
                <a:gd name="connsiteY92" fmla="*/ 216993 h 375430"/>
                <a:gd name="connsiteX93" fmla="*/ 906730 w 2915191"/>
                <a:gd name="connsiteY93" fmla="*/ 181334 h 375430"/>
                <a:gd name="connsiteX94" fmla="*/ 916480 w 2915191"/>
                <a:gd name="connsiteY94" fmla="*/ 134827 h 375430"/>
                <a:gd name="connsiteX95" fmla="*/ 926230 w 2915191"/>
                <a:gd name="connsiteY95" fmla="*/ 144525 h 375430"/>
                <a:gd name="connsiteX96" fmla="*/ 935979 w 2915191"/>
                <a:gd name="connsiteY96" fmla="*/ 145442 h 375430"/>
                <a:gd name="connsiteX97" fmla="*/ 945729 w 2915191"/>
                <a:gd name="connsiteY97" fmla="*/ 122465 h 375430"/>
                <a:gd name="connsiteX98" fmla="*/ 955479 w 2915191"/>
                <a:gd name="connsiteY98" fmla="*/ 147250 h 375430"/>
                <a:gd name="connsiteX99" fmla="*/ 965229 w 2915191"/>
                <a:gd name="connsiteY99" fmla="*/ 147519 h 375430"/>
                <a:gd name="connsiteX100" fmla="*/ 974979 w 2915191"/>
                <a:gd name="connsiteY100" fmla="*/ 125244 h 375430"/>
                <a:gd name="connsiteX101" fmla="*/ 984729 w 2915191"/>
                <a:gd name="connsiteY101" fmla="*/ 74434 h 375430"/>
                <a:gd name="connsiteX102" fmla="*/ 994474 w 2915191"/>
                <a:gd name="connsiteY102" fmla="*/ 98394 h 375430"/>
                <a:gd name="connsiteX103" fmla="*/ 1004233 w 2915191"/>
                <a:gd name="connsiteY103" fmla="*/ 51336 h 375430"/>
                <a:gd name="connsiteX104" fmla="*/ 1013977 w 2915191"/>
                <a:gd name="connsiteY104" fmla="*/ 44165 h 375430"/>
                <a:gd name="connsiteX105" fmla="*/ 1023721 w 2915191"/>
                <a:gd name="connsiteY105" fmla="*/ 63799 h 375430"/>
                <a:gd name="connsiteX106" fmla="*/ 1033480 w 2915191"/>
                <a:gd name="connsiteY106" fmla="*/ 45628 h 375430"/>
                <a:gd name="connsiteX107" fmla="*/ 1043224 w 2915191"/>
                <a:gd name="connsiteY107" fmla="*/ 51440 h 375430"/>
                <a:gd name="connsiteX108" fmla="*/ 1052983 w 2915191"/>
                <a:gd name="connsiteY108" fmla="*/ 52783 h 375430"/>
                <a:gd name="connsiteX109" fmla="*/ 1062727 w 2915191"/>
                <a:gd name="connsiteY109" fmla="*/ 30425 h 375430"/>
                <a:gd name="connsiteX110" fmla="*/ 1072471 w 2915191"/>
                <a:gd name="connsiteY110" fmla="*/ 35908 h 375430"/>
                <a:gd name="connsiteX111" fmla="*/ 1082230 w 2915191"/>
                <a:gd name="connsiteY111" fmla="*/ 36407 h 375430"/>
                <a:gd name="connsiteX112" fmla="*/ 1091973 w 2915191"/>
                <a:gd name="connsiteY112" fmla="*/ 5799 h 375430"/>
                <a:gd name="connsiteX113" fmla="*/ 1101732 w 2915191"/>
                <a:gd name="connsiteY113" fmla="*/ 17876 h 375430"/>
                <a:gd name="connsiteX114" fmla="*/ 1111476 w 2915191"/>
                <a:gd name="connsiteY114" fmla="*/ 0 h 375430"/>
                <a:gd name="connsiteX115" fmla="*/ 1121220 w 2915191"/>
                <a:gd name="connsiteY115" fmla="*/ 18800 h 375430"/>
                <a:gd name="connsiteX116" fmla="*/ 1130979 w 2915191"/>
                <a:gd name="connsiteY116" fmla="*/ 48052 h 375430"/>
                <a:gd name="connsiteX117" fmla="*/ 1140723 w 2915191"/>
                <a:gd name="connsiteY117" fmla="*/ 55560 h 375430"/>
                <a:gd name="connsiteX118" fmla="*/ 1150482 w 2915191"/>
                <a:gd name="connsiteY118" fmla="*/ 60615 h 375430"/>
                <a:gd name="connsiteX119" fmla="*/ 1160226 w 2915191"/>
                <a:gd name="connsiteY119" fmla="*/ 76758 h 375430"/>
                <a:gd name="connsiteX120" fmla="*/ 1169969 w 2915191"/>
                <a:gd name="connsiteY120" fmla="*/ 81669 h 375430"/>
                <a:gd name="connsiteX121" fmla="*/ 1179728 w 2915191"/>
                <a:gd name="connsiteY121" fmla="*/ 80246 h 375430"/>
                <a:gd name="connsiteX122" fmla="*/ 1189472 w 2915191"/>
                <a:gd name="connsiteY122" fmla="*/ 91466 h 375430"/>
                <a:gd name="connsiteX123" fmla="*/ 1199231 w 2915191"/>
                <a:gd name="connsiteY123" fmla="*/ 58152 h 375430"/>
                <a:gd name="connsiteX124" fmla="*/ 1208975 w 2915191"/>
                <a:gd name="connsiteY124" fmla="*/ 90464 h 375430"/>
                <a:gd name="connsiteX125" fmla="*/ 1218719 w 2915191"/>
                <a:gd name="connsiteY125" fmla="*/ 89574 h 375430"/>
                <a:gd name="connsiteX126" fmla="*/ 1228478 w 2915191"/>
                <a:gd name="connsiteY126" fmla="*/ 119676 h 375430"/>
                <a:gd name="connsiteX127" fmla="*/ 1238222 w 2915191"/>
                <a:gd name="connsiteY127" fmla="*/ 132106 h 375430"/>
                <a:gd name="connsiteX128" fmla="*/ 1247966 w 2915191"/>
                <a:gd name="connsiteY128" fmla="*/ 130454 h 375430"/>
                <a:gd name="connsiteX129" fmla="*/ 1257725 w 2915191"/>
                <a:gd name="connsiteY129" fmla="*/ 130053 h 375430"/>
                <a:gd name="connsiteX130" fmla="*/ 1267469 w 2915191"/>
                <a:gd name="connsiteY130" fmla="*/ 137293 h 375430"/>
                <a:gd name="connsiteX131" fmla="*/ 1277227 w 2915191"/>
                <a:gd name="connsiteY131" fmla="*/ 128872 h 375430"/>
                <a:gd name="connsiteX132" fmla="*/ 1286971 w 2915191"/>
                <a:gd name="connsiteY132" fmla="*/ 163151 h 375430"/>
                <a:gd name="connsiteX133" fmla="*/ 1296715 w 2915191"/>
                <a:gd name="connsiteY133" fmla="*/ 197252 h 375430"/>
                <a:gd name="connsiteX134" fmla="*/ 1306474 w 2915191"/>
                <a:gd name="connsiteY134" fmla="*/ 216296 h 375430"/>
                <a:gd name="connsiteX135" fmla="*/ 1316218 w 2915191"/>
                <a:gd name="connsiteY135" fmla="*/ 214592 h 375430"/>
                <a:gd name="connsiteX136" fmla="*/ 1325977 w 2915191"/>
                <a:gd name="connsiteY136" fmla="*/ 269816 h 375430"/>
                <a:gd name="connsiteX137" fmla="*/ 1335721 w 2915191"/>
                <a:gd name="connsiteY137" fmla="*/ 274001 h 375430"/>
                <a:gd name="connsiteX138" fmla="*/ 1345465 w 2915191"/>
                <a:gd name="connsiteY138" fmla="*/ 305171 h 375430"/>
                <a:gd name="connsiteX139" fmla="*/ 1355224 w 2915191"/>
                <a:gd name="connsiteY139" fmla="*/ 300223 h 375430"/>
                <a:gd name="connsiteX140" fmla="*/ 1364967 w 2915191"/>
                <a:gd name="connsiteY140" fmla="*/ 266973 h 375430"/>
                <a:gd name="connsiteX141" fmla="*/ 1374726 w 2915191"/>
                <a:gd name="connsiteY141" fmla="*/ 258816 h 375430"/>
                <a:gd name="connsiteX142" fmla="*/ 1384470 w 2915191"/>
                <a:gd name="connsiteY142" fmla="*/ 206770 h 375430"/>
                <a:gd name="connsiteX143" fmla="*/ 1394214 w 2915191"/>
                <a:gd name="connsiteY143" fmla="*/ 247842 h 375430"/>
                <a:gd name="connsiteX144" fmla="*/ 1403973 w 2915191"/>
                <a:gd name="connsiteY144" fmla="*/ 261297 h 375430"/>
                <a:gd name="connsiteX145" fmla="*/ 1413717 w 2915191"/>
                <a:gd name="connsiteY145" fmla="*/ 245474 h 375430"/>
                <a:gd name="connsiteX146" fmla="*/ 1423476 w 2915191"/>
                <a:gd name="connsiteY146" fmla="*/ 249738 h 375430"/>
                <a:gd name="connsiteX147" fmla="*/ 1433220 w 2915191"/>
                <a:gd name="connsiteY147" fmla="*/ 236529 h 375430"/>
                <a:gd name="connsiteX148" fmla="*/ 1442964 w 2915191"/>
                <a:gd name="connsiteY148" fmla="*/ 219686 h 375430"/>
                <a:gd name="connsiteX149" fmla="*/ 1452722 w 2915191"/>
                <a:gd name="connsiteY149" fmla="*/ 191923 h 375430"/>
                <a:gd name="connsiteX150" fmla="*/ 1462466 w 2915191"/>
                <a:gd name="connsiteY150" fmla="*/ 204320 h 375430"/>
                <a:gd name="connsiteX151" fmla="*/ 1472225 w 2915191"/>
                <a:gd name="connsiteY151" fmla="*/ 192253 h 375430"/>
                <a:gd name="connsiteX152" fmla="*/ 1481969 w 2915191"/>
                <a:gd name="connsiteY152" fmla="*/ 192577 h 375430"/>
                <a:gd name="connsiteX153" fmla="*/ 1491713 w 2915191"/>
                <a:gd name="connsiteY153" fmla="*/ 200493 h 375430"/>
                <a:gd name="connsiteX154" fmla="*/ 1501472 w 2915191"/>
                <a:gd name="connsiteY154" fmla="*/ 224143 h 375430"/>
                <a:gd name="connsiteX155" fmla="*/ 1511216 w 2915191"/>
                <a:gd name="connsiteY155" fmla="*/ 263103 h 375430"/>
                <a:gd name="connsiteX156" fmla="*/ 1520960 w 2915191"/>
                <a:gd name="connsiteY156" fmla="*/ 242305 h 375430"/>
                <a:gd name="connsiteX157" fmla="*/ 1530719 w 2915191"/>
                <a:gd name="connsiteY157" fmla="*/ 218741 h 375430"/>
                <a:gd name="connsiteX158" fmla="*/ 1540463 w 2915191"/>
                <a:gd name="connsiteY158" fmla="*/ 236350 h 375430"/>
                <a:gd name="connsiteX159" fmla="*/ 1550221 w 2915191"/>
                <a:gd name="connsiteY159" fmla="*/ 254838 h 375430"/>
                <a:gd name="connsiteX160" fmla="*/ 1559965 w 2915191"/>
                <a:gd name="connsiteY160" fmla="*/ 265151 h 375430"/>
                <a:gd name="connsiteX161" fmla="*/ 1569709 w 2915191"/>
                <a:gd name="connsiteY161" fmla="*/ 277464 h 375430"/>
                <a:gd name="connsiteX162" fmla="*/ 1579468 w 2915191"/>
                <a:gd name="connsiteY162" fmla="*/ 257107 h 375430"/>
                <a:gd name="connsiteX163" fmla="*/ 1589212 w 2915191"/>
                <a:gd name="connsiteY163" fmla="*/ 233241 h 375430"/>
                <a:gd name="connsiteX164" fmla="*/ 1598971 w 2915191"/>
                <a:gd name="connsiteY164" fmla="*/ 198852 h 375430"/>
                <a:gd name="connsiteX165" fmla="*/ 1608715 w 2915191"/>
                <a:gd name="connsiteY165" fmla="*/ 190607 h 375430"/>
                <a:gd name="connsiteX166" fmla="*/ 1618459 w 2915191"/>
                <a:gd name="connsiteY166" fmla="*/ 176216 h 375430"/>
                <a:gd name="connsiteX167" fmla="*/ 1628218 w 2915191"/>
                <a:gd name="connsiteY167" fmla="*/ 233415 h 375430"/>
                <a:gd name="connsiteX168" fmla="*/ 1637962 w 2915191"/>
                <a:gd name="connsiteY168" fmla="*/ 211869 h 375430"/>
                <a:gd name="connsiteX169" fmla="*/ 1647720 w 2915191"/>
                <a:gd name="connsiteY169" fmla="*/ 233775 h 375430"/>
                <a:gd name="connsiteX170" fmla="*/ 1657464 w 2915191"/>
                <a:gd name="connsiteY170" fmla="*/ 221384 h 375430"/>
                <a:gd name="connsiteX171" fmla="*/ 1667208 w 2915191"/>
                <a:gd name="connsiteY171" fmla="*/ 224228 h 375430"/>
                <a:gd name="connsiteX172" fmla="*/ 1676967 w 2915191"/>
                <a:gd name="connsiteY172" fmla="*/ 186595 h 375430"/>
                <a:gd name="connsiteX173" fmla="*/ 1686711 w 2915191"/>
                <a:gd name="connsiteY173" fmla="*/ 182968 h 375430"/>
                <a:gd name="connsiteX174" fmla="*/ 1696470 w 2915191"/>
                <a:gd name="connsiteY174" fmla="*/ 179205 h 375430"/>
                <a:gd name="connsiteX175" fmla="*/ 1706214 w 2915191"/>
                <a:gd name="connsiteY175" fmla="*/ 208295 h 375430"/>
                <a:gd name="connsiteX176" fmla="*/ 1715958 w 2915191"/>
                <a:gd name="connsiteY176" fmla="*/ 201485 h 375430"/>
                <a:gd name="connsiteX177" fmla="*/ 1725716 w 2915191"/>
                <a:gd name="connsiteY177" fmla="*/ 186230 h 375430"/>
                <a:gd name="connsiteX178" fmla="*/ 1735460 w 2915191"/>
                <a:gd name="connsiteY178" fmla="*/ 178494 h 375430"/>
                <a:gd name="connsiteX179" fmla="*/ 1745219 w 2915191"/>
                <a:gd name="connsiteY179" fmla="*/ 175193 h 375430"/>
                <a:gd name="connsiteX180" fmla="*/ 1754963 w 2915191"/>
                <a:gd name="connsiteY180" fmla="*/ 155949 h 375430"/>
                <a:gd name="connsiteX181" fmla="*/ 1764707 w 2915191"/>
                <a:gd name="connsiteY181" fmla="*/ 189262 h 375430"/>
                <a:gd name="connsiteX182" fmla="*/ 1774466 w 2915191"/>
                <a:gd name="connsiteY182" fmla="*/ 157059 h 375430"/>
                <a:gd name="connsiteX183" fmla="*/ 1784210 w 2915191"/>
                <a:gd name="connsiteY183" fmla="*/ 153355 h 375430"/>
                <a:gd name="connsiteX184" fmla="*/ 1793969 w 2915191"/>
                <a:gd name="connsiteY184" fmla="*/ 148868 h 375430"/>
                <a:gd name="connsiteX185" fmla="*/ 1803713 w 2915191"/>
                <a:gd name="connsiteY185" fmla="*/ 208435 h 375430"/>
                <a:gd name="connsiteX186" fmla="*/ 1813457 w 2915191"/>
                <a:gd name="connsiteY186" fmla="*/ 192936 h 375430"/>
                <a:gd name="connsiteX187" fmla="*/ 1823215 w 2915191"/>
                <a:gd name="connsiteY187" fmla="*/ 205093 h 375430"/>
                <a:gd name="connsiteX188" fmla="*/ 1832959 w 2915191"/>
                <a:gd name="connsiteY188" fmla="*/ 211795 h 375430"/>
                <a:gd name="connsiteX189" fmla="*/ 1842703 w 2915191"/>
                <a:gd name="connsiteY189" fmla="*/ 239179 h 375430"/>
                <a:gd name="connsiteX190" fmla="*/ 1852462 w 2915191"/>
                <a:gd name="connsiteY190" fmla="*/ 243278 h 375430"/>
                <a:gd name="connsiteX191" fmla="*/ 1862206 w 2915191"/>
                <a:gd name="connsiteY191" fmla="*/ 237753 h 375430"/>
                <a:gd name="connsiteX192" fmla="*/ 1871965 w 2915191"/>
                <a:gd name="connsiteY192" fmla="*/ 241153 h 375430"/>
                <a:gd name="connsiteX193" fmla="*/ 1881709 w 2915191"/>
                <a:gd name="connsiteY193" fmla="*/ 251103 h 375430"/>
                <a:gd name="connsiteX194" fmla="*/ 1891453 w 2915191"/>
                <a:gd name="connsiteY194" fmla="*/ 243923 h 375430"/>
                <a:gd name="connsiteX195" fmla="*/ 1901212 w 2915191"/>
                <a:gd name="connsiteY195" fmla="*/ 258810 h 375430"/>
                <a:gd name="connsiteX196" fmla="*/ 1910956 w 2915191"/>
                <a:gd name="connsiteY196" fmla="*/ 236995 h 375430"/>
                <a:gd name="connsiteX197" fmla="*/ 1920714 w 2915191"/>
                <a:gd name="connsiteY197" fmla="*/ 239188 h 375430"/>
                <a:gd name="connsiteX198" fmla="*/ 1930458 w 2915191"/>
                <a:gd name="connsiteY198" fmla="*/ 270430 h 375430"/>
                <a:gd name="connsiteX199" fmla="*/ 1940202 w 2915191"/>
                <a:gd name="connsiteY199" fmla="*/ 277324 h 375430"/>
                <a:gd name="connsiteX200" fmla="*/ 1949961 w 2915191"/>
                <a:gd name="connsiteY200" fmla="*/ 302901 h 375430"/>
                <a:gd name="connsiteX201" fmla="*/ 1959705 w 2915191"/>
                <a:gd name="connsiteY201" fmla="*/ 343565 h 375430"/>
                <a:gd name="connsiteX202" fmla="*/ 1969464 w 2915191"/>
                <a:gd name="connsiteY202" fmla="*/ 310033 h 375430"/>
                <a:gd name="connsiteX203" fmla="*/ 1979208 w 2915191"/>
                <a:gd name="connsiteY203" fmla="*/ 315897 h 375430"/>
                <a:gd name="connsiteX204" fmla="*/ 1988952 w 2915191"/>
                <a:gd name="connsiteY204" fmla="*/ 325593 h 375430"/>
                <a:gd name="connsiteX205" fmla="*/ 1998711 w 2915191"/>
                <a:gd name="connsiteY205" fmla="*/ 308918 h 375430"/>
                <a:gd name="connsiteX206" fmla="*/ 2008454 w 2915191"/>
                <a:gd name="connsiteY206" fmla="*/ 281768 h 375430"/>
                <a:gd name="connsiteX207" fmla="*/ 2018213 w 2915191"/>
                <a:gd name="connsiteY207" fmla="*/ 265354 h 375430"/>
                <a:gd name="connsiteX208" fmla="*/ 2027957 w 2915191"/>
                <a:gd name="connsiteY208" fmla="*/ 282593 h 375430"/>
                <a:gd name="connsiteX209" fmla="*/ 2037701 w 2915191"/>
                <a:gd name="connsiteY209" fmla="*/ 277732 h 375430"/>
                <a:gd name="connsiteX210" fmla="*/ 2047460 w 2915191"/>
                <a:gd name="connsiteY210" fmla="*/ 275016 h 375430"/>
                <a:gd name="connsiteX211" fmla="*/ 2057204 w 2915191"/>
                <a:gd name="connsiteY211" fmla="*/ 253432 h 375430"/>
                <a:gd name="connsiteX212" fmla="*/ 2066963 w 2915191"/>
                <a:gd name="connsiteY212" fmla="*/ 243296 h 375430"/>
                <a:gd name="connsiteX213" fmla="*/ 2076707 w 2915191"/>
                <a:gd name="connsiteY213" fmla="*/ 259873 h 375430"/>
                <a:gd name="connsiteX214" fmla="*/ 2086451 w 2915191"/>
                <a:gd name="connsiteY214" fmla="*/ 305016 h 375430"/>
                <a:gd name="connsiteX215" fmla="*/ 2096210 w 2915191"/>
                <a:gd name="connsiteY215" fmla="*/ 311384 h 375430"/>
                <a:gd name="connsiteX216" fmla="*/ 2105954 w 2915191"/>
                <a:gd name="connsiteY216" fmla="*/ 345344 h 375430"/>
                <a:gd name="connsiteX217" fmla="*/ 2115697 w 2915191"/>
                <a:gd name="connsiteY217" fmla="*/ 315382 h 375430"/>
                <a:gd name="connsiteX218" fmla="*/ 2125456 w 2915191"/>
                <a:gd name="connsiteY218" fmla="*/ 309652 h 375430"/>
                <a:gd name="connsiteX219" fmla="*/ 2135200 w 2915191"/>
                <a:gd name="connsiteY219" fmla="*/ 269502 h 375430"/>
                <a:gd name="connsiteX220" fmla="*/ 2144959 w 2915191"/>
                <a:gd name="connsiteY220" fmla="*/ 264098 h 375430"/>
                <a:gd name="connsiteX221" fmla="*/ 2154703 w 2915191"/>
                <a:gd name="connsiteY221" fmla="*/ 269441 h 375430"/>
                <a:gd name="connsiteX222" fmla="*/ 2164447 w 2915191"/>
                <a:gd name="connsiteY222" fmla="*/ 253971 h 375430"/>
                <a:gd name="connsiteX223" fmla="*/ 2174206 w 2915191"/>
                <a:gd name="connsiteY223" fmla="*/ 255652 h 375430"/>
                <a:gd name="connsiteX224" fmla="*/ 2183950 w 2915191"/>
                <a:gd name="connsiteY224" fmla="*/ 244530 h 375430"/>
                <a:gd name="connsiteX225" fmla="*/ 2193709 w 2915191"/>
                <a:gd name="connsiteY225" fmla="*/ 263262 h 375430"/>
                <a:gd name="connsiteX226" fmla="*/ 2203452 w 2915191"/>
                <a:gd name="connsiteY226" fmla="*/ 247059 h 375430"/>
                <a:gd name="connsiteX227" fmla="*/ 2213196 w 2915191"/>
                <a:gd name="connsiteY227" fmla="*/ 224200 h 375430"/>
                <a:gd name="connsiteX228" fmla="*/ 2222955 w 2915191"/>
                <a:gd name="connsiteY228" fmla="*/ 219899 h 375430"/>
                <a:gd name="connsiteX229" fmla="*/ 2232699 w 2915191"/>
                <a:gd name="connsiteY229" fmla="*/ 210900 h 375430"/>
                <a:gd name="connsiteX230" fmla="*/ 2242458 w 2915191"/>
                <a:gd name="connsiteY230" fmla="*/ 229401 h 375430"/>
                <a:gd name="connsiteX231" fmla="*/ 2252202 w 2915191"/>
                <a:gd name="connsiteY231" fmla="*/ 216493 h 375430"/>
                <a:gd name="connsiteX232" fmla="*/ 2261946 w 2915191"/>
                <a:gd name="connsiteY232" fmla="*/ 210535 h 375430"/>
                <a:gd name="connsiteX233" fmla="*/ 2271705 w 2915191"/>
                <a:gd name="connsiteY233" fmla="*/ 232473 h 375430"/>
                <a:gd name="connsiteX234" fmla="*/ 2281449 w 2915191"/>
                <a:gd name="connsiteY234" fmla="*/ 183925 h 375430"/>
                <a:gd name="connsiteX235" fmla="*/ 2291208 w 2915191"/>
                <a:gd name="connsiteY235" fmla="*/ 204731 h 375430"/>
                <a:gd name="connsiteX236" fmla="*/ 2300951 w 2915191"/>
                <a:gd name="connsiteY236" fmla="*/ 212142 h 375430"/>
                <a:gd name="connsiteX237" fmla="*/ 2310695 w 2915191"/>
                <a:gd name="connsiteY237" fmla="*/ 232835 h 375430"/>
                <a:gd name="connsiteX238" fmla="*/ 2320454 w 2915191"/>
                <a:gd name="connsiteY238" fmla="*/ 256352 h 375430"/>
                <a:gd name="connsiteX239" fmla="*/ 2330198 w 2915191"/>
                <a:gd name="connsiteY239" fmla="*/ 258740 h 375430"/>
                <a:gd name="connsiteX240" fmla="*/ 2339957 w 2915191"/>
                <a:gd name="connsiteY240" fmla="*/ 278851 h 375430"/>
                <a:gd name="connsiteX241" fmla="*/ 2349701 w 2915191"/>
                <a:gd name="connsiteY241" fmla="*/ 299251 h 375430"/>
                <a:gd name="connsiteX242" fmla="*/ 2359445 w 2915191"/>
                <a:gd name="connsiteY242" fmla="*/ 303299 h 375430"/>
                <a:gd name="connsiteX243" fmla="*/ 2369204 w 2915191"/>
                <a:gd name="connsiteY243" fmla="*/ 301189 h 375430"/>
                <a:gd name="connsiteX244" fmla="*/ 2378948 w 2915191"/>
                <a:gd name="connsiteY244" fmla="*/ 318379 h 375430"/>
                <a:gd name="connsiteX245" fmla="*/ 2388692 w 2915191"/>
                <a:gd name="connsiteY245" fmla="*/ 321845 h 375430"/>
                <a:gd name="connsiteX246" fmla="*/ 2398450 w 2915191"/>
                <a:gd name="connsiteY246" fmla="*/ 298461 h 375430"/>
                <a:gd name="connsiteX247" fmla="*/ 2408194 w 2915191"/>
                <a:gd name="connsiteY247" fmla="*/ 314300 h 375430"/>
                <a:gd name="connsiteX248" fmla="*/ 2417953 w 2915191"/>
                <a:gd name="connsiteY248" fmla="*/ 339372 h 375430"/>
                <a:gd name="connsiteX249" fmla="*/ 2427697 w 2915191"/>
                <a:gd name="connsiteY249" fmla="*/ 365146 h 375430"/>
                <a:gd name="connsiteX250" fmla="*/ 2437441 w 2915191"/>
                <a:gd name="connsiteY250" fmla="*/ 375431 h 375430"/>
                <a:gd name="connsiteX251" fmla="*/ 2447200 w 2915191"/>
                <a:gd name="connsiteY251" fmla="*/ 349100 h 375430"/>
                <a:gd name="connsiteX252" fmla="*/ 2456944 w 2915191"/>
                <a:gd name="connsiteY252" fmla="*/ 342760 h 375430"/>
                <a:gd name="connsiteX253" fmla="*/ 2466703 w 2915191"/>
                <a:gd name="connsiteY253" fmla="*/ 344749 h 375430"/>
                <a:gd name="connsiteX254" fmla="*/ 2476446 w 2915191"/>
                <a:gd name="connsiteY254" fmla="*/ 317135 h 375430"/>
                <a:gd name="connsiteX255" fmla="*/ 2486190 w 2915191"/>
                <a:gd name="connsiteY255" fmla="*/ 295585 h 375430"/>
                <a:gd name="connsiteX256" fmla="*/ 2495949 w 2915191"/>
                <a:gd name="connsiteY256" fmla="*/ 302314 h 375430"/>
                <a:gd name="connsiteX257" fmla="*/ 2505693 w 2915191"/>
                <a:gd name="connsiteY257" fmla="*/ 266403 h 375430"/>
                <a:gd name="connsiteX258" fmla="*/ 2515452 w 2915191"/>
                <a:gd name="connsiteY258" fmla="*/ 284863 h 375430"/>
                <a:gd name="connsiteX259" fmla="*/ 2525196 w 2915191"/>
                <a:gd name="connsiteY259" fmla="*/ 292880 h 375430"/>
                <a:gd name="connsiteX260" fmla="*/ 2534940 w 2915191"/>
                <a:gd name="connsiteY260" fmla="*/ 277336 h 375430"/>
                <a:gd name="connsiteX261" fmla="*/ 2544699 w 2915191"/>
                <a:gd name="connsiteY261" fmla="*/ 284618 h 375430"/>
                <a:gd name="connsiteX262" fmla="*/ 2554443 w 2915191"/>
                <a:gd name="connsiteY262" fmla="*/ 286113 h 375430"/>
                <a:gd name="connsiteX263" fmla="*/ 2564202 w 2915191"/>
                <a:gd name="connsiteY263" fmla="*/ 266358 h 375430"/>
                <a:gd name="connsiteX264" fmla="*/ 2573946 w 2915191"/>
                <a:gd name="connsiteY264" fmla="*/ 251018 h 375430"/>
                <a:gd name="connsiteX265" fmla="*/ 2583690 w 2915191"/>
                <a:gd name="connsiteY265" fmla="*/ 242061 h 375430"/>
                <a:gd name="connsiteX266" fmla="*/ 2593448 w 2915191"/>
                <a:gd name="connsiteY266" fmla="*/ 282141 h 375430"/>
                <a:gd name="connsiteX267" fmla="*/ 2603192 w 2915191"/>
                <a:gd name="connsiteY267" fmla="*/ 298748 h 375430"/>
                <a:gd name="connsiteX268" fmla="*/ 2612951 w 2915191"/>
                <a:gd name="connsiteY268" fmla="*/ 318840 h 375430"/>
                <a:gd name="connsiteX269" fmla="*/ 2622695 w 2915191"/>
                <a:gd name="connsiteY269" fmla="*/ 314473 h 375430"/>
                <a:gd name="connsiteX270" fmla="*/ 2632439 w 2915191"/>
                <a:gd name="connsiteY270" fmla="*/ 298293 h 375430"/>
                <a:gd name="connsiteX271" fmla="*/ 2642198 w 2915191"/>
                <a:gd name="connsiteY271" fmla="*/ 309163 h 375430"/>
                <a:gd name="connsiteX272" fmla="*/ 2651942 w 2915191"/>
                <a:gd name="connsiteY272" fmla="*/ 293584 h 375430"/>
                <a:gd name="connsiteX273" fmla="*/ 2661685 w 2915191"/>
                <a:gd name="connsiteY273" fmla="*/ 295170 h 375430"/>
                <a:gd name="connsiteX274" fmla="*/ 2671444 w 2915191"/>
                <a:gd name="connsiteY274" fmla="*/ 320058 h 375430"/>
                <a:gd name="connsiteX275" fmla="*/ 2681188 w 2915191"/>
                <a:gd name="connsiteY275" fmla="*/ 307517 h 375430"/>
                <a:gd name="connsiteX276" fmla="*/ 2690947 w 2915191"/>
                <a:gd name="connsiteY276" fmla="*/ 318493 h 375430"/>
                <a:gd name="connsiteX277" fmla="*/ 2700691 w 2915191"/>
                <a:gd name="connsiteY277" fmla="*/ 345922 h 375430"/>
                <a:gd name="connsiteX278" fmla="*/ 2710435 w 2915191"/>
                <a:gd name="connsiteY278" fmla="*/ 333314 h 375430"/>
                <a:gd name="connsiteX279" fmla="*/ 2720194 w 2915191"/>
                <a:gd name="connsiteY279" fmla="*/ 300864 h 375430"/>
                <a:gd name="connsiteX280" fmla="*/ 2729938 w 2915191"/>
                <a:gd name="connsiteY280" fmla="*/ 292859 h 375430"/>
                <a:gd name="connsiteX281" fmla="*/ 2739697 w 2915191"/>
                <a:gd name="connsiteY281" fmla="*/ 281610 h 375430"/>
                <a:gd name="connsiteX282" fmla="*/ 2749441 w 2915191"/>
                <a:gd name="connsiteY282" fmla="*/ 267845 h 375430"/>
                <a:gd name="connsiteX283" fmla="*/ 2759185 w 2915191"/>
                <a:gd name="connsiteY283" fmla="*/ 282546 h 375430"/>
                <a:gd name="connsiteX284" fmla="*/ 2768943 w 2915191"/>
                <a:gd name="connsiteY284" fmla="*/ 284213 h 375430"/>
                <a:gd name="connsiteX285" fmla="*/ 2778687 w 2915191"/>
                <a:gd name="connsiteY285" fmla="*/ 262161 h 375430"/>
                <a:gd name="connsiteX286" fmla="*/ 2788446 w 2915191"/>
                <a:gd name="connsiteY286" fmla="*/ 274123 h 375430"/>
                <a:gd name="connsiteX287" fmla="*/ 2798190 w 2915191"/>
                <a:gd name="connsiteY287" fmla="*/ 262022 h 375430"/>
                <a:gd name="connsiteX288" fmla="*/ 2807934 w 2915191"/>
                <a:gd name="connsiteY288" fmla="*/ 253838 h 375430"/>
                <a:gd name="connsiteX289" fmla="*/ 2817693 w 2915191"/>
                <a:gd name="connsiteY289" fmla="*/ 268976 h 375430"/>
                <a:gd name="connsiteX290" fmla="*/ 2827437 w 2915191"/>
                <a:gd name="connsiteY290" fmla="*/ 278744 h 375430"/>
                <a:gd name="connsiteX291" fmla="*/ 2837196 w 2915191"/>
                <a:gd name="connsiteY291" fmla="*/ 307384 h 375430"/>
                <a:gd name="connsiteX292" fmla="*/ 2846940 w 2915191"/>
                <a:gd name="connsiteY292" fmla="*/ 299190 h 375430"/>
                <a:gd name="connsiteX293" fmla="*/ 2856684 w 2915191"/>
                <a:gd name="connsiteY293" fmla="*/ 294836 h 375430"/>
                <a:gd name="connsiteX294" fmla="*/ 2866442 w 2915191"/>
                <a:gd name="connsiteY294" fmla="*/ 276302 h 375430"/>
                <a:gd name="connsiteX295" fmla="*/ 2876186 w 2915191"/>
                <a:gd name="connsiteY295" fmla="*/ 268971 h 375430"/>
                <a:gd name="connsiteX296" fmla="*/ 2885945 w 2915191"/>
                <a:gd name="connsiteY296" fmla="*/ 281638 h 375430"/>
                <a:gd name="connsiteX297" fmla="*/ 2895689 w 2915191"/>
                <a:gd name="connsiteY297" fmla="*/ 309212 h 375430"/>
                <a:gd name="connsiteX298" fmla="*/ 2905433 w 2915191"/>
                <a:gd name="connsiteY298" fmla="*/ 312098 h 375430"/>
                <a:gd name="connsiteX299" fmla="*/ 2915192 w 2915191"/>
                <a:gd name="connsiteY299" fmla="*/ 352206 h 3754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75430">
                  <a:moveTo>
                    <a:pt x="0" y="219702"/>
                  </a:moveTo>
                  <a:lnTo>
                    <a:pt x="9750" y="203267"/>
                  </a:lnTo>
                  <a:lnTo>
                    <a:pt x="19500" y="190598"/>
                  </a:lnTo>
                  <a:lnTo>
                    <a:pt x="29250" y="205251"/>
                  </a:lnTo>
                  <a:lnTo>
                    <a:pt x="39000" y="216674"/>
                  </a:lnTo>
                  <a:lnTo>
                    <a:pt x="48749" y="202847"/>
                  </a:lnTo>
                  <a:lnTo>
                    <a:pt x="58499" y="190042"/>
                  </a:lnTo>
                  <a:lnTo>
                    <a:pt x="68249" y="175214"/>
                  </a:lnTo>
                  <a:lnTo>
                    <a:pt x="77998" y="171270"/>
                  </a:lnTo>
                  <a:lnTo>
                    <a:pt x="87748" y="162159"/>
                  </a:lnTo>
                  <a:lnTo>
                    <a:pt x="97497" y="164400"/>
                  </a:lnTo>
                  <a:lnTo>
                    <a:pt x="107247" y="134465"/>
                  </a:lnTo>
                  <a:lnTo>
                    <a:pt x="116997" y="131428"/>
                  </a:lnTo>
                  <a:lnTo>
                    <a:pt x="126747" y="119451"/>
                  </a:lnTo>
                  <a:lnTo>
                    <a:pt x="136497" y="131454"/>
                  </a:lnTo>
                  <a:lnTo>
                    <a:pt x="146247" y="187446"/>
                  </a:lnTo>
                  <a:lnTo>
                    <a:pt x="155997" y="215573"/>
                  </a:lnTo>
                  <a:lnTo>
                    <a:pt x="165747" y="168275"/>
                  </a:lnTo>
                  <a:lnTo>
                    <a:pt x="175497" y="164372"/>
                  </a:lnTo>
                  <a:lnTo>
                    <a:pt x="185247" y="148449"/>
                  </a:lnTo>
                  <a:lnTo>
                    <a:pt x="194996" y="161427"/>
                  </a:lnTo>
                  <a:lnTo>
                    <a:pt x="204746" y="161143"/>
                  </a:lnTo>
                  <a:lnTo>
                    <a:pt x="214495" y="178561"/>
                  </a:lnTo>
                  <a:lnTo>
                    <a:pt x="224245" y="184642"/>
                  </a:lnTo>
                  <a:lnTo>
                    <a:pt x="233995" y="156657"/>
                  </a:lnTo>
                  <a:lnTo>
                    <a:pt x="243744" y="156809"/>
                  </a:lnTo>
                  <a:lnTo>
                    <a:pt x="253494" y="142452"/>
                  </a:lnTo>
                  <a:lnTo>
                    <a:pt x="263244" y="139736"/>
                  </a:lnTo>
                  <a:lnTo>
                    <a:pt x="272994" y="158728"/>
                  </a:lnTo>
                  <a:lnTo>
                    <a:pt x="282744" y="168202"/>
                  </a:lnTo>
                  <a:lnTo>
                    <a:pt x="292494" y="135751"/>
                  </a:lnTo>
                  <a:lnTo>
                    <a:pt x="302244" y="165933"/>
                  </a:lnTo>
                  <a:lnTo>
                    <a:pt x="311994" y="152028"/>
                  </a:lnTo>
                  <a:lnTo>
                    <a:pt x="321744" y="156992"/>
                  </a:lnTo>
                  <a:lnTo>
                    <a:pt x="331493" y="164458"/>
                  </a:lnTo>
                  <a:lnTo>
                    <a:pt x="341243" y="170008"/>
                  </a:lnTo>
                  <a:lnTo>
                    <a:pt x="350993" y="183681"/>
                  </a:lnTo>
                  <a:lnTo>
                    <a:pt x="360742" y="173724"/>
                  </a:lnTo>
                  <a:lnTo>
                    <a:pt x="370492" y="160410"/>
                  </a:lnTo>
                  <a:lnTo>
                    <a:pt x="380241" y="160568"/>
                  </a:lnTo>
                  <a:lnTo>
                    <a:pt x="389991" y="146609"/>
                  </a:lnTo>
                  <a:lnTo>
                    <a:pt x="399741" y="144818"/>
                  </a:lnTo>
                  <a:lnTo>
                    <a:pt x="409491" y="142479"/>
                  </a:lnTo>
                  <a:lnTo>
                    <a:pt x="419241" y="150131"/>
                  </a:lnTo>
                  <a:lnTo>
                    <a:pt x="428991" y="177973"/>
                  </a:lnTo>
                  <a:lnTo>
                    <a:pt x="438741" y="221497"/>
                  </a:lnTo>
                  <a:lnTo>
                    <a:pt x="448491" y="225970"/>
                  </a:lnTo>
                  <a:lnTo>
                    <a:pt x="458241" y="213134"/>
                  </a:lnTo>
                  <a:lnTo>
                    <a:pt x="467991" y="198922"/>
                  </a:lnTo>
                  <a:lnTo>
                    <a:pt x="477740" y="208754"/>
                  </a:lnTo>
                  <a:lnTo>
                    <a:pt x="487490" y="213859"/>
                  </a:lnTo>
                  <a:lnTo>
                    <a:pt x="497239" y="234416"/>
                  </a:lnTo>
                  <a:lnTo>
                    <a:pt x="506989" y="186401"/>
                  </a:lnTo>
                  <a:lnTo>
                    <a:pt x="516738" y="183018"/>
                  </a:lnTo>
                  <a:lnTo>
                    <a:pt x="526488" y="164556"/>
                  </a:lnTo>
                  <a:lnTo>
                    <a:pt x="536238" y="181175"/>
                  </a:lnTo>
                  <a:lnTo>
                    <a:pt x="545988" y="191503"/>
                  </a:lnTo>
                  <a:lnTo>
                    <a:pt x="555738" y="204532"/>
                  </a:lnTo>
                  <a:lnTo>
                    <a:pt x="565488" y="225805"/>
                  </a:lnTo>
                  <a:lnTo>
                    <a:pt x="575238" y="239254"/>
                  </a:lnTo>
                  <a:lnTo>
                    <a:pt x="584988" y="228577"/>
                  </a:lnTo>
                  <a:lnTo>
                    <a:pt x="594738" y="218236"/>
                  </a:lnTo>
                  <a:lnTo>
                    <a:pt x="604488" y="194058"/>
                  </a:lnTo>
                  <a:lnTo>
                    <a:pt x="614237" y="181248"/>
                  </a:lnTo>
                  <a:lnTo>
                    <a:pt x="623987" y="149914"/>
                  </a:lnTo>
                  <a:lnTo>
                    <a:pt x="633736" y="157006"/>
                  </a:lnTo>
                  <a:lnTo>
                    <a:pt x="643486" y="158102"/>
                  </a:lnTo>
                  <a:lnTo>
                    <a:pt x="653236" y="174743"/>
                  </a:lnTo>
                  <a:lnTo>
                    <a:pt x="662985" y="171569"/>
                  </a:lnTo>
                  <a:lnTo>
                    <a:pt x="672735" y="170948"/>
                  </a:lnTo>
                  <a:lnTo>
                    <a:pt x="682485" y="193506"/>
                  </a:lnTo>
                  <a:lnTo>
                    <a:pt x="692235" y="218719"/>
                  </a:lnTo>
                  <a:lnTo>
                    <a:pt x="701985" y="230094"/>
                  </a:lnTo>
                  <a:lnTo>
                    <a:pt x="711735" y="230660"/>
                  </a:lnTo>
                  <a:lnTo>
                    <a:pt x="721485" y="208386"/>
                  </a:lnTo>
                  <a:lnTo>
                    <a:pt x="731235" y="164637"/>
                  </a:lnTo>
                  <a:lnTo>
                    <a:pt x="740985" y="174264"/>
                  </a:lnTo>
                  <a:lnTo>
                    <a:pt x="750734" y="173615"/>
                  </a:lnTo>
                  <a:lnTo>
                    <a:pt x="760484" y="193220"/>
                  </a:lnTo>
                  <a:lnTo>
                    <a:pt x="770233" y="174081"/>
                  </a:lnTo>
                  <a:lnTo>
                    <a:pt x="779983" y="171037"/>
                  </a:lnTo>
                  <a:lnTo>
                    <a:pt x="789733" y="163965"/>
                  </a:lnTo>
                  <a:lnTo>
                    <a:pt x="799482" y="125466"/>
                  </a:lnTo>
                  <a:lnTo>
                    <a:pt x="809232" y="141172"/>
                  </a:lnTo>
                  <a:lnTo>
                    <a:pt x="818982" y="143534"/>
                  </a:lnTo>
                  <a:lnTo>
                    <a:pt x="828732" y="192046"/>
                  </a:lnTo>
                  <a:lnTo>
                    <a:pt x="838482" y="209363"/>
                  </a:lnTo>
                  <a:lnTo>
                    <a:pt x="848232" y="193261"/>
                  </a:lnTo>
                  <a:lnTo>
                    <a:pt x="857982" y="184922"/>
                  </a:lnTo>
                  <a:lnTo>
                    <a:pt x="867732" y="200201"/>
                  </a:lnTo>
                  <a:lnTo>
                    <a:pt x="877482" y="223644"/>
                  </a:lnTo>
                  <a:lnTo>
                    <a:pt x="887231" y="220843"/>
                  </a:lnTo>
                  <a:lnTo>
                    <a:pt x="896981" y="216993"/>
                  </a:lnTo>
                  <a:lnTo>
                    <a:pt x="906730" y="181334"/>
                  </a:lnTo>
                  <a:lnTo>
                    <a:pt x="916480" y="134827"/>
                  </a:lnTo>
                  <a:lnTo>
                    <a:pt x="926230" y="144525"/>
                  </a:lnTo>
                  <a:lnTo>
                    <a:pt x="935979" y="145442"/>
                  </a:lnTo>
                  <a:lnTo>
                    <a:pt x="945729" y="122465"/>
                  </a:lnTo>
                  <a:lnTo>
                    <a:pt x="955479" y="147250"/>
                  </a:lnTo>
                  <a:lnTo>
                    <a:pt x="965229" y="147519"/>
                  </a:lnTo>
                  <a:lnTo>
                    <a:pt x="974979" y="125244"/>
                  </a:lnTo>
                  <a:lnTo>
                    <a:pt x="984729" y="74434"/>
                  </a:lnTo>
                  <a:lnTo>
                    <a:pt x="994474" y="98394"/>
                  </a:lnTo>
                  <a:lnTo>
                    <a:pt x="1004233" y="51336"/>
                  </a:lnTo>
                  <a:lnTo>
                    <a:pt x="1013977" y="44165"/>
                  </a:lnTo>
                  <a:lnTo>
                    <a:pt x="1023721" y="63799"/>
                  </a:lnTo>
                  <a:lnTo>
                    <a:pt x="1033480" y="45628"/>
                  </a:lnTo>
                  <a:lnTo>
                    <a:pt x="1043224" y="51440"/>
                  </a:lnTo>
                  <a:lnTo>
                    <a:pt x="1052983" y="52783"/>
                  </a:lnTo>
                  <a:lnTo>
                    <a:pt x="1062727" y="30425"/>
                  </a:lnTo>
                  <a:lnTo>
                    <a:pt x="1072471" y="35908"/>
                  </a:lnTo>
                  <a:lnTo>
                    <a:pt x="1082230" y="36407"/>
                  </a:lnTo>
                  <a:lnTo>
                    <a:pt x="1091973" y="5799"/>
                  </a:lnTo>
                  <a:lnTo>
                    <a:pt x="1101732" y="17876"/>
                  </a:lnTo>
                  <a:lnTo>
                    <a:pt x="1111476" y="0"/>
                  </a:lnTo>
                  <a:lnTo>
                    <a:pt x="1121220" y="18800"/>
                  </a:lnTo>
                  <a:lnTo>
                    <a:pt x="1130979" y="48052"/>
                  </a:lnTo>
                  <a:lnTo>
                    <a:pt x="1140723" y="55560"/>
                  </a:lnTo>
                  <a:lnTo>
                    <a:pt x="1150482" y="60615"/>
                  </a:lnTo>
                  <a:lnTo>
                    <a:pt x="1160226" y="76758"/>
                  </a:lnTo>
                  <a:lnTo>
                    <a:pt x="1169969" y="81669"/>
                  </a:lnTo>
                  <a:lnTo>
                    <a:pt x="1179728" y="80246"/>
                  </a:lnTo>
                  <a:lnTo>
                    <a:pt x="1189472" y="91466"/>
                  </a:lnTo>
                  <a:lnTo>
                    <a:pt x="1199231" y="58152"/>
                  </a:lnTo>
                  <a:lnTo>
                    <a:pt x="1208975" y="90464"/>
                  </a:lnTo>
                  <a:lnTo>
                    <a:pt x="1218719" y="89574"/>
                  </a:lnTo>
                  <a:lnTo>
                    <a:pt x="1228478" y="119676"/>
                  </a:lnTo>
                  <a:lnTo>
                    <a:pt x="1238222" y="132106"/>
                  </a:lnTo>
                  <a:lnTo>
                    <a:pt x="1247966" y="130454"/>
                  </a:lnTo>
                  <a:lnTo>
                    <a:pt x="1257725" y="130053"/>
                  </a:lnTo>
                  <a:lnTo>
                    <a:pt x="1267469" y="137293"/>
                  </a:lnTo>
                  <a:lnTo>
                    <a:pt x="1277227" y="128872"/>
                  </a:lnTo>
                  <a:lnTo>
                    <a:pt x="1286971" y="163151"/>
                  </a:lnTo>
                  <a:lnTo>
                    <a:pt x="1296715" y="197252"/>
                  </a:lnTo>
                  <a:lnTo>
                    <a:pt x="1306474" y="216296"/>
                  </a:lnTo>
                  <a:lnTo>
                    <a:pt x="1316218" y="214592"/>
                  </a:lnTo>
                  <a:lnTo>
                    <a:pt x="1325977" y="269816"/>
                  </a:lnTo>
                  <a:lnTo>
                    <a:pt x="1335721" y="274001"/>
                  </a:lnTo>
                  <a:lnTo>
                    <a:pt x="1345465" y="305171"/>
                  </a:lnTo>
                  <a:lnTo>
                    <a:pt x="1355224" y="300223"/>
                  </a:lnTo>
                  <a:lnTo>
                    <a:pt x="1364967" y="266973"/>
                  </a:lnTo>
                  <a:lnTo>
                    <a:pt x="1374726" y="258816"/>
                  </a:lnTo>
                  <a:lnTo>
                    <a:pt x="1384470" y="206770"/>
                  </a:lnTo>
                  <a:lnTo>
                    <a:pt x="1394214" y="247842"/>
                  </a:lnTo>
                  <a:lnTo>
                    <a:pt x="1403973" y="261297"/>
                  </a:lnTo>
                  <a:lnTo>
                    <a:pt x="1413717" y="245474"/>
                  </a:lnTo>
                  <a:lnTo>
                    <a:pt x="1423476" y="249738"/>
                  </a:lnTo>
                  <a:lnTo>
                    <a:pt x="1433220" y="236529"/>
                  </a:lnTo>
                  <a:lnTo>
                    <a:pt x="1442964" y="219686"/>
                  </a:lnTo>
                  <a:lnTo>
                    <a:pt x="1452722" y="191923"/>
                  </a:lnTo>
                  <a:lnTo>
                    <a:pt x="1462466" y="204320"/>
                  </a:lnTo>
                  <a:lnTo>
                    <a:pt x="1472225" y="192253"/>
                  </a:lnTo>
                  <a:lnTo>
                    <a:pt x="1481969" y="192577"/>
                  </a:lnTo>
                  <a:lnTo>
                    <a:pt x="1491713" y="200493"/>
                  </a:lnTo>
                  <a:lnTo>
                    <a:pt x="1501472" y="224143"/>
                  </a:lnTo>
                  <a:lnTo>
                    <a:pt x="1511216" y="263103"/>
                  </a:lnTo>
                  <a:lnTo>
                    <a:pt x="1520960" y="242305"/>
                  </a:lnTo>
                  <a:lnTo>
                    <a:pt x="1530719" y="218741"/>
                  </a:lnTo>
                  <a:lnTo>
                    <a:pt x="1540463" y="236350"/>
                  </a:lnTo>
                  <a:lnTo>
                    <a:pt x="1550221" y="254838"/>
                  </a:lnTo>
                  <a:lnTo>
                    <a:pt x="1559965" y="265151"/>
                  </a:lnTo>
                  <a:lnTo>
                    <a:pt x="1569709" y="277464"/>
                  </a:lnTo>
                  <a:lnTo>
                    <a:pt x="1579468" y="257107"/>
                  </a:lnTo>
                  <a:lnTo>
                    <a:pt x="1589212" y="233241"/>
                  </a:lnTo>
                  <a:lnTo>
                    <a:pt x="1598971" y="198852"/>
                  </a:lnTo>
                  <a:lnTo>
                    <a:pt x="1608715" y="190607"/>
                  </a:lnTo>
                  <a:lnTo>
                    <a:pt x="1618459" y="176216"/>
                  </a:lnTo>
                  <a:lnTo>
                    <a:pt x="1628218" y="233415"/>
                  </a:lnTo>
                  <a:lnTo>
                    <a:pt x="1637962" y="211869"/>
                  </a:lnTo>
                  <a:lnTo>
                    <a:pt x="1647720" y="233775"/>
                  </a:lnTo>
                  <a:lnTo>
                    <a:pt x="1657464" y="221384"/>
                  </a:lnTo>
                  <a:lnTo>
                    <a:pt x="1667208" y="224228"/>
                  </a:lnTo>
                  <a:lnTo>
                    <a:pt x="1676967" y="186595"/>
                  </a:lnTo>
                  <a:lnTo>
                    <a:pt x="1686711" y="182968"/>
                  </a:lnTo>
                  <a:lnTo>
                    <a:pt x="1696470" y="179205"/>
                  </a:lnTo>
                  <a:lnTo>
                    <a:pt x="1706214" y="208295"/>
                  </a:lnTo>
                  <a:lnTo>
                    <a:pt x="1715958" y="201485"/>
                  </a:lnTo>
                  <a:lnTo>
                    <a:pt x="1725716" y="186230"/>
                  </a:lnTo>
                  <a:lnTo>
                    <a:pt x="1735460" y="178494"/>
                  </a:lnTo>
                  <a:lnTo>
                    <a:pt x="1745219" y="175193"/>
                  </a:lnTo>
                  <a:lnTo>
                    <a:pt x="1754963" y="155949"/>
                  </a:lnTo>
                  <a:lnTo>
                    <a:pt x="1764707" y="189262"/>
                  </a:lnTo>
                  <a:lnTo>
                    <a:pt x="1774466" y="157059"/>
                  </a:lnTo>
                  <a:lnTo>
                    <a:pt x="1784210" y="153355"/>
                  </a:lnTo>
                  <a:lnTo>
                    <a:pt x="1793969" y="148868"/>
                  </a:lnTo>
                  <a:lnTo>
                    <a:pt x="1803713" y="208435"/>
                  </a:lnTo>
                  <a:lnTo>
                    <a:pt x="1813457" y="192936"/>
                  </a:lnTo>
                  <a:lnTo>
                    <a:pt x="1823215" y="205093"/>
                  </a:lnTo>
                  <a:lnTo>
                    <a:pt x="1832959" y="211795"/>
                  </a:lnTo>
                  <a:lnTo>
                    <a:pt x="1842703" y="239179"/>
                  </a:lnTo>
                  <a:lnTo>
                    <a:pt x="1852462" y="243278"/>
                  </a:lnTo>
                  <a:lnTo>
                    <a:pt x="1862206" y="237753"/>
                  </a:lnTo>
                  <a:lnTo>
                    <a:pt x="1871965" y="241153"/>
                  </a:lnTo>
                  <a:lnTo>
                    <a:pt x="1881709" y="251103"/>
                  </a:lnTo>
                  <a:lnTo>
                    <a:pt x="1891453" y="243923"/>
                  </a:lnTo>
                  <a:lnTo>
                    <a:pt x="1901212" y="258810"/>
                  </a:lnTo>
                  <a:lnTo>
                    <a:pt x="1910956" y="236995"/>
                  </a:lnTo>
                  <a:lnTo>
                    <a:pt x="1920714" y="239188"/>
                  </a:lnTo>
                  <a:lnTo>
                    <a:pt x="1930458" y="270430"/>
                  </a:lnTo>
                  <a:lnTo>
                    <a:pt x="1940202" y="277324"/>
                  </a:lnTo>
                  <a:lnTo>
                    <a:pt x="1949961" y="302901"/>
                  </a:lnTo>
                  <a:lnTo>
                    <a:pt x="1959705" y="343565"/>
                  </a:lnTo>
                  <a:lnTo>
                    <a:pt x="1969464" y="310033"/>
                  </a:lnTo>
                  <a:lnTo>
                    <a:pt x="1979208" y="315897"/>
                  </a:lnTo>
                  <a:lnTo>
                    <a:pt x="1988952" y="325593"/>
                  </a:lnTo>
                  <a:lnTo>
                    <a:pt x="1998711" y="308918"/>
                  </a:lnTo>
                  <a:lnTo>
                    <a:pt x="2008454" y="281768"/>
                  </a:lnTo>
                  <a:lnTo>
                    <a:pt x="2018213" y="265354"/>
                  </a:lnTo>
                  <a:lnTo>
                    <a:pt x="2027957" y="282593"/>
                  </a:lnTo>
                  <a:lnTo>
                    <a:pt x="2037701" y="277732"/>
                  </a:lnTo>
                  <a:lnTo>
                    <a:pt x="2047460" y="275016"/>
                  </a:lnTo>
                  <a:lnTo>
                    <a:pt x="2057204" y="253432"/>
                  </a:lnTo>
                  <a:lnTo>
                    <a:pt x="2066963" y="243296"/>
                  </a:lnTo>
                  <a:lnTo>
                    <a:pt x="2076707" y="259873"/>
                  </a:lnTo>
                  <a:lnTo>
                    <a:pt x="2086451" y="305016"/>
                  </a:lnTo>
                  <a:lnTo>
                    <a:pt x="2096210" y="311384"/>
                  </a:lnTo>
                  <a:lnTo>
                    <a:pt x="2105954" y="345344"/>
                  </a:lnTo>
                  <a:lnTo>
                    <a:pt x="2115697" y="315382"/>
                  </a:lnTo>
                  <a:lnTo>
                    <a:pt x="2125456" y="309652"/>
                  </a:lnTo>
                  <a:lnTo>
                    <a:pt x="2135200" y="269502"/>
                  </a:lnTo>
                  <a:lnTo>
                    <a:pt x="2144959" y="264098"/>
                  </a:lnTo>
                  <a:lnTo>
                    <a:pt x="2154703" y="269441"/>
                  </a:lnTo>
                  <a:lnTo>
                    <a:pt x="2164447" y="253971"/>
                  </a:lnTo>
                  <a:lnTo>
                    <a:pt x="2174206" y="255652"/>
                  </a:lnTo>
                  <a:lnTo>
                    <a:pt x="2183950" y="244530"/>
                  </a:lnTo>
                  <a:lnTo>
                    <a:pt x="2193709" y="263262"/>
                  </a:lnTo>
                  <a:lnTo>
                    <a:pt x="2203452" y="247059"/>
                  </a:lnTo>
                  <a:lnTo>
                    <a:pt x="2213196" y="224200"/>
                  </a:lnTo>
                  <a:lnTo>
                    <a:pt x="2222955" y="219899"/>
                  </a:lnTo>
                  <a:lnTo>
                    <a:pt x="2232699" y="210900"/>
                  </a:lnTo>
                  <a:lnTo>
                    <a:pt x="2242458" y="229401"/>
                  </a:lnTo>
                  <a:lnTo>
                    <a:pt x="2252202" y="216493"/>
                  </a:lnTo>
                  <a:lnTo>
                    <a:pt x="2261946" y="210535"/>
                  </a:lnTo>
                  <a:lnTo>
                    <a:pt x="2271705" y="232473"/>
                  </a:lnTo>
                  <a:lnTo>
                    <a:pt x="2281449" y="183925"/>
                  </a:lnTo>
                  <a:lnTo>
                    <a:pt x="2291208" y="204731"/>
                  </a:lnTo>
                  <a:lnTo>
                    <a:pt x="2300951" y="212142"/>
                  </a:lnTo>
                  <a:lnTo>
                    <a:pt x="2310695" y="232835"/>
                  </a:lnTo>
                  <a:lnTo>
                    <a:pt x="2320454" y="256352"/>
                  </a:lnTo>
                  <a:lnTo>
                    <a:pt x="2330198" y="258740"/>
                  </a:lnTo>
                  <a:lnTo>
                    <a:pt x="2339957" y="278851"/>
                  </a:lnTo>
                  <a:lnTo>
                    <a:pt x="2349701" y="299251"/>
                  </a:lnTo>
                  <a:lnTo>
                    <a:pt x="2359445" y="303299"/>
                  </a:lnTo>
                  <a:lnTo>
                    <a:pt x="2369204" y="301189"/>
                  </a:lnTo>
                  <a:lnTo>
                    <a:pt x="2378948" y="318379"/>
                  </a:lnTo>
                  <a:lnTo>
                    <a:pt x="2388692" y="321845"/>
                  </a:lnTo>
                  <a:lnTo>
                    <a:pt x="2398450" y="298461"/>
                  </a:lnTo>
                  <a:lnTo>
                    <a:pt x="2408194" y="314300"/>
                  </a:lnTo>
                  <a:lnTo>
                    <a:pt x="2417953" y="339372"/>
                  </a:lnTo>
                  <a:lnTo>
                    <a:pt x="2427697" y="365146"/>
                  </a:lnTo>
                  <a:lnTo>
                    <a:pt x="2437441" y="375431"/>
                  </a:lnTo>
                  <a:lnTo>
                    <a:pt x="2447200" y="349100"/>
                  </a:lnTo>
                  <a:lnTo>
                    <a:pt x="2456944" y="342760"/>
                  </a:lnTo>
                  <a:lnTo>
                    <a:pt x="2466703" y="344749"/>
                  </a:lnTo>
                  <a:lnTo>
                    <a:pt x="2476446" y="317135"/>
                  </a:lnTo>
                  <a:lnTo>
                    <a:pt x="2486190" y="295585"/>
                  </a:lnTo>
                  <a:lnTo>
                    <a:pt x="2495949" y="302314"/>
                  </a:lnTo>
                  <a:lnTo>
                    <a:pt x="2505693" y="266403"/>
                  </a:lnTo>
                  <a:lnTo>
                    <a:pt x="2515452" y="284863"/>
                  </a:lnTo>
                  <a:lnTo>
                    <a:pt x="2525196" y="292880"/>
                  </a:lnTo>
                  <a:lnTo>
                    <a:pt x="2534940" y="277336"/>
                  </a:lnTo>
                  <a:lnTo>
                    <a:pt x="2544699" y="284618"/>
                  </a:lnTo>
                  <a:lnTo>
                    <a:pt x="2554443" y="286113"/>
                  </a:lnTo>
                  <a:lnTo>
                    <a:pt x="2564202" y="266358"/>
                  </a:lnTo>
                  <a:lnTo>
                    <a:pt x="2573946" y="251018"/>
                  </a:lnTo>
                  <a:lnTo>
                    <a:pt x="2583690" y="242061"/>
                  </a:lnTo>
                  <a:lnTo>
                    <a:pt x="2593448" y="282141"/>
                  </a:lnTo>
                  <a:lnTo>
                    <a:pt x="2603192" y="298748"/>
                  </a:lnTo>
                  <a:lnTo>
                    <a:pt x="2612951" y="318840"/>
                  </a:lnTo>
                  <a:lnTo>
                    <a:pt x="2622695" y="314473"/>
                  </a:lnTo>
                  <a:lnTo>
                    <a:pt x="2632439" y="298293"/>
                  </a:lnTo>
                  <a:lnTo>
                    <a:pt x="2642198" y="309163"/>
                  </a:lnTo>
                  <a:lnTo>
                    <a:pt x="2651942" y="293584"/>
                  </a:lnTo>
                  <a:lnTo>
                    <a:pt x="2661685" y="295170"/>
                  </a:lnTo>
                  <a:lnTo>
                    <a:pt x="2671444" y="320058"/>
                  </a:lnTo>
                  <a:lnTo>
                    <a:pt x="2681188" y="307517"/>
                  </a:lnTo>
                  <a:lnTo>
                    <a:pt x="2690947" y="318493"/>
                  </a:lnTo>
                  <a:lnTo>
                    <a:pt x="2700691" y="345922"/>
                  </a:lnTo>
                  <a:lnTo>
                    <a:pt x="2710435" y="333314"/>
                  </a:lnTo>
                  <a:lnTo>
                    <a:pt x="2720194" y="300864"/>
                  </a:lnTo>
                  <a:lnTo>
                    <a:pt x="2729938" y="292859"/>
                  </a:lnTo>
                  <a:lnTo>
                    <a:pt x="2739697" y="281610"/>
                  </a:lnTo>
                  <a:lnTo>
                    <a:pt x="2749441" y="267845"/>
                  </a:lnTo>
                  <a:lnTo>
                    <a:pt x="2759185" y="282546"/>
                  </a:lnTo>
                  <a:lnTo>
                    <a:pt x="2768943" y="284213"/>
                  </a:lnTo>
                  <a:lnTo>
                    <a:pt x="2778687" y="262161"/>
                  </a:lnTo>
                  <a:lnTo>
                    <a:pt x="2788446" y="274123"/>
                  </a:lnTo>
                  <a:lnTo>
                    <a:pt x="2798190" y="262022"/>
                  </a:lnTo>
                  <a:lnTo>
                    <a:pt x="2807934" y="253838"/>
                  </a:lnTo>
                  <a:lnTo>
                    <a:pt x="2817693" y="268976"/>
                  </a:lnTo>
                  <a:lnTo>
                    <a:pt x="2827437" y="278744"/>
                  </a:lnTo>
                  <a:lnTo>
                    <a:pt x="2837196" y="307384"/>
                  </a:lnTo>
                  <a:lnTo>
                    <a:pt x="2846940" y="299190"/>
                  </a:lnTo>
                  <a:lnTo>
                    <a:pt x="2856684" y="294836"/>
                  </a:lnTo>
                  <a:lnTo>
                    <a:pt x="2866442" y="276302"/>
                  </a:lnTo>
                  <a:lnTo>
                    <a:pt x="2876186" y="268971"/>
                  </a:lnTo>
                  <a:lnTo>
                    <a:pt x="2885945" y="281638"/>
                  </a:lnTo>
                  <a:lnTo>
                    <a:pt x="2895689" y="309212"/>
                  </a:lnTo>
                  <a:lnTo>
                    <a:pt x="2905433" y="312098"/>
                  </a:lnTo>
                  <a:lnTo>
                    <a:pt x="2915192" y="35220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5" name="Freeform 1044">
              <a:extLst>
                <a:ext uri="{FF2B5EF4-FFF2-40B4-BE49-F238E27FC236}">
                  <a16:creationId xmlns:a16="http://schemas.microsoft.com/office/drawing/2014/main" id="{E7E60A2A-E718-B201-2E84-203FEEC83D85}"/>
                </a:ext>
              </a:extLst>
            </p:cNvPr>
            <p:cNvSpPr/>
            <p:nvPr/>
          </p:nvSpPr>
          <p:spPr>
            <a:xfrm>
              <a:off x="4426652" y="3097524"/>
              <a:ext cx="2915191" cy="407987"/>
            </a:xfrm>
            <a:custGeom>
              <a:avLst/>
              <a:gdLst>
                <a:gd name="connsiteX0" fmla="*/ 0 w 2915191"/>
                <a:gd name="connsiteY0" fmla="*/ 371321 h 407987"/>
                <a:gd name="connsiteX1" fmla="*/ 9750 w 2915191"/>
                <a:gd name="connsiteY1" fmla="*/ 353146 h 407987"/>
                <a:gd name="connsiteX2" fmla="*/ 19500 w 2915191"/>
                <a:gd name="connsiteY2" fmla="*/ 357272 h 407987"/>
                <a:gd name="connsiteX3" fmla="*/ 29250 w 2915191"/>
                <a:gd name="connsiteY3" fmla="*/ 368836 h 407987"/>
                <a:gd name="connsiteX4" fmla="*/ 39000 w 2915191"/>
                <a:gd name="connsiteY4" fmla="*/ 383579 h 407987"/>
                <a:gd name="connsiteX5" fmla="*/ 48749 w 2915191"/>
                <a:gd name="connsiteY5" fmla="*/ 393257 h 407987"/>
                <a:gd name="connsiteX6" fmla="*/ 58499 w 2915191"/>
                <a:gd name="connsiteY6" fmla="*/ 407988 h 407987"/>
                <a:gd name="connsiteX7" fmla="*/ 68249 w 2915191"/>
                <a:gd name="connsiteY7" fmla="*/ 397499 h 407987"/>
                <a:gd name="connsiteX8" fmla="*/ 77998 w 2915191"/>
                <a:gd name="connsiteY8" fmla="*/ 351950 h 407987"/>
                <a:gd name="connsiteX9" fmla="*/ 87748 w 2915191"/>
                <a:gd name="connsiteY9" fmla="*/ 321177 h 407987"/>
                <a:gd name="connsiteX10" fmla="*/ 97497 w 2915191"/>
                <a:gd name="connsiteY10" fmla="*/ 317757 h 407987"/>
                <a:gd name="connsiteX11" fmla="*/ 107247 w 2915191"/>
                <a:gd name="connsiteY11" fmla="*/ 350521 h 407987"/>
                <a:gd name="connsiteX12" fmla="*/ 116997 w 2915191"/>
                <a:gd name="connsiteY12" fmla="*/ 330085 h 407987"/>
                <a:gd name="connsiteX13" fmla="*/ 126747 w 2915191"/>
                <a:gd name="connsiteY13" fmla="*/ 315018 h 407987"/>
                <a:gd name="connsiteX14" fmla="*/ 136497 w 2915191"/>
                <a:gd name="connsiteY14" fmla="*/ 281007 h 407987"/>
                <a:gd name="connsiteX15" fmla="*/ 146247 w 2915191"/>
                <a:gd name="connsiteY15" fmla="*/ 250525 h 407987"/>
                <a:gd name="connsiteX16" fmla="*/ 155997 w 2915191"/>
                <a:gd name="connsiteY16" fmla="*/ 265874 h 407987"/>
                <a:gd name="connsiteX17" fmla="*/ 165747 w 2915191"/>
                <a:gd name="connsiteY17" fmla="*/ 285159 h 407987"/>
                <a:gd name="connsiteX18" fmla="*/ 175497 w 2915191"/>
                <a:gd name="connsiteY18" fmla="*/ 266677 h 407987"/>
                <a:gd name="connsiteX19" fmla="*/ 185247 w 2915191"/>
                <a:gd name="connsiteY19" fmla="*/ 259457 h 407987"/>
                <a:gd name="connsiteX20" fmla="*/ 194996 w 2915191"/>
                <a:gd name="connsiteY20" fmla="*/ 245650 h 407987"/>
                <a:gd name="connsiteX21" fmla="*/ 204746 w 2915191"/>
                <a:gd name="connsiteY21" fmla="*/ 254872 h 407987"/>
                <a:gd name="connsiteX22" fmla="*/ 214495 w 2915191"/>
                <a:gd name="connsiteY22" fmla="*/ 264268 h 407987"/>
                <a:gd name="connsiteX23" fmla="*/ 224245 w 2915191"/>
                <a:gd name="connsiteY23" fmla="*/ 285844 h 407987"/>
                <a:gd name="connsiteX24" fmla="*/ 233995 w 2915191"/>
                <a:gd name="connsiteY24" fmla="*/ 278976 h 407987"/>
                <a:gd name="connsiteX25" fmla="*/ 243744 w 2915191"/>
                <a:gd name="connsiteY25" fmla="*/ 237755 h 407987"/>
                <a:gd name="connsiteX26" fmla="*/ 253494 w 2915191"/>
                <a:gd name="connsiteY26" fmla="*/ 233071 h 407987"/>
                <a:gd name="connsiteX27" fmla="*/ 263244 w 2915191"/>
                <a:gd name="connsiteY27" fmla="*/ 203422 h 407987"/>
                <a:gd name="connsiteX28" fmla="*/ 272994 w 2915191"/>
                <a:gd name="connsiteY28" fmla="*/ 183310 h 407987"/>
                <a:gd name="connsiteX29" fmla="*/ 282744 w 2915191"/>
                <a:gd name="connsiteY29" fmla="*/ 195059 h 407987"/>
                <a:gd name="connsiteX30" fmla="*/ 292494 w 2915191"/>
                <a:gd name="connsiteY30" fmla="*/ 172666 h 407987"/>
                <a:gd name="connsiteX31" fmla="*/ 302244 w 2915191"/>
                <a:gd name="connsiteY31" fmla="*/ 180226 h 407987"/>
                <a:gd name="connsiteX32" fmla="*/ 311994 w 2915191"/>
                <a:gd name="connsiteY32" fmla="*/ 193121 h 407987"/>
                <a:gd name="connsiteX33" fmla="*/ 321744 w 2915191"/>
                <a:gd name="connsiteY33" fmla="*/ 208249 h 407987"/>
                <a:gd name="connsiteX34" fmla="*/ 331493 w 2915191"/>
                <a:gd name="connsiteY34" fmla="*/ 206348 h 407987"/>
                <a:gd name="connsiteX35" fmla="*/ 341243 w 2915191"/>
                <a:gd name="connsiteY35" fmla="*/ 214066 h 407987"/>
                <a:gd name="connsiteX36" fmla="*/ 350993 w 2915191"/>
                <a:gd name="connsiteY36" fmla="*/ 213523 h 407987"/>
                <a:gd name="connsiteX37" fmla="*/ 360742 w 2915191"/>
                <a:gd name="connsiteY37" fmla="*/ 212014 h 407987"/>
                <a:gd name="connsiteX38" fmla="*/ 370492 w 2915191"/>
                <a:gd name="connsiteY38" fmla="*/ 214040 h 407987"/>
                <a:gd name="connsiteX39" fmla="*/ 380241 w 2915191"/>
                <a:gd name="connsiteY39" fmla="*/ 145663 h 407987"/>
                <a:gd name="connsiteX40" fmla="*/ 389991 w 2915191"/>
                <a:gd name="connsiteY40" fmla="*/ 138988 h 407987"/>
                <a:gd name="connsiteX41" fmla="*/ 399741 w 2915191"/>
                <a:gd name="connsiteY41" fmla="*/ 125227 h 407987"/>
                <a:gd name="connsiteX42" fmla="*/ 409491 w 2915191"/>
                <a:gd name="connsiteY42" fmla="*/ 135482 h 407987"/>
                <a:gd name="connsiteX43" fmla="*/ 419241 w 2915191"/>
                <a:gd name="connsiteY43" fmla="*/ 128307 h 407987"/>
                <a:gd name="connsiteX44" fmla="*/ 428991 w 2915191"/>
                <a:gd name="connsiteY44" fmla="*/ 147883 h 407987"/>
                <a:gd name="connsiteX45" fmla="*/ 438741 w 2915191"/>
                <a:gd name="connsiteY45" fmla="*/ 87794 h 407987"/>
                <a:gd name="connsiteX46" fmla="*/ 448491 w 2915191"/>
                <a:gd name="connsiteY46" fmla="*/ 128210 h 407987"/>
                <a:gd name="connsiteX47" fmla="*/ 458241 w 2915191"/>
                <a:gd name="connsiteY47" fmla="*/ 144744 h 407987"/>
                <a:gd name="connsiteX48" fmla="*/ 467991 w 2915191"/>
                <a:gd name="connsiteY48" fmla="*/ 91206 h 407987"/>
                <a:gd name="connsiteX49" fmla="*/ 477740 w 2915191"/>
                <a:gd name="connsiteY49" fmla="*/ 84310 h 407987"/>
                <a:gd name="connsiteX50" fmla="*/ 487490 w 2915191"/>
                <a:gd name="connsiteY50" fmla="*/ 102304 h 407987"/>
                <a:gd name="connsiteX51" fmla="*/ 497239 w 2915191"/>
                <a:gd name="connsiteY51" fmla="*/ 78030 h 407987"/>
                <a:gd name="connsiteX52" fmla="*/ 506989 w 2915191"/>
                <a:gd name="connsiteY52" fmla="*/ 90945 h 407987"/>
                <a:gd name="connsiteX53" fmla="*/ 516738 w 2915191"/>
                <a:gd name="connsiteY53" fmla="*/ 59740 h 407987"/>
                <a:gd name="connsiteX54" fmla="*/ 526488 w 2915191"/>
                <a:gd name="connsiteY54" fmla="*/ 79117 h 407987"/>
                <a:gd name="connsiteX55" fmla="*/ 536238 w 2915191"/>
                <a:gd name="connsiteY55" fmla="*/ 58292 h 407987"/>
                <a:gd name="connsiteX56" fmla="*/ 545988 w 2915191"/>
                <a:gd name="connsiteY56" fmla="*/ 51373 h 407987"/>
                <a:gd name="connsiteX57" fmla="*/ 555738 w 2915191"/>
                <a:gd name="connsiteY57" fmla="*/ 61247 h 407987"/>
                <a:gd name="connsiteX58" fmla="*/ 565488 w 2915191"/>
                <a:gd name="connsiteY58" fmla="*/ 74504 h 407987"/>
                <a:gd name="connsiteX59" fmla="*/ 575238 w 2915191"/>
                <a:gd name="connsiteY59" fmla="*/ 66575 h 407987"/>
                <a:gd name="connsiteX60" fmla="*/ 584988 w 2915191"/>
                <a:gd name="connsiteY60" fmla="*/ 57489 h 407987"/>
                <a:gd name="connsiteX61" fmla="*/ 594738 w 2915191"/>
                <a:gd name="connsiteY61" fmla="*/ 77856 h 407987"/>
                <a:gd name="connsiteX62" fmla="*/ 604488 w 2915191"/>
                <a:gd name="connsiteY62" fmla="*/ 87333 h 407987"/>
                <a:gd name="connsiteX63" fmla="*/ 614237 w 2915191"/>
                <a:gd name="connsiteY63" fmla="*/ 80654 h 407987"/>
                <a:gd name="connsiteX64" fmla="*/ 623987 w 2915191"/>
                <a:gd name="connsiteY64" fmla="*/ 82186 h 407987"/>
                <a:gd name="connsiteX65" fmla="*/ 633736 w 2915191"/>
                <a:gd name="connsiteY65" fmla="*/ 106447 h 407987"/>
                <a:gd name="connsiteX66" fmla="*/ 643486 w 2915191"/>
                <a:gd name="connsiteY66" fmla="*/ 143525 h 407987"/>
                <a:gd name="connsiteX67" fmla="*/ 653236 w 2915191"/>
                <a:gd name="connsiteY67" fmla="*/ 144285 h 407987"/>
                <a:gd name="connsiteX68" fmla="*/ 662985 w 2915191"/>
                <a:gd name="connsiteY68" fmla="*/ 136789 h 407987"/>
                <a:gd name="connsiteX69" fmla="*/ 672735 w 2915191"/>
                <a:gd name="connsiteY69" fmla="*/ 148036 h 407987"/>
                <a:gd name="connsiteX70" fmla="*/ 682485 w 2915191"/>
                <a:gd name="connsiteY70" fmla="*/ 164425 h 407987"/>
                <a:gd name="connsiteX71" fmla="*/ 692235 w 2915191"/>
                <a:gd name="connsiteY71" fmla="*/ 172404 h 407987"/>
                <a:gd name="connsiteX72" fmla="*/ 701985 w 2915191"/>
                <a:gd name="connsiteY72" fmla="*/ 147871 h 407987"/>
                <a:gd name="connsiteX73" fmla="*/ 711735 w 2915191"/>
                <a:gd name="connsiteY73" fmla="*/ 135290 h 407987"/>
                <a:gd name="connsiteX74" fmla="*/ 721485 w 2915191"/>
                <a:gd name="connsiteY74" fmla="*/ 154407 h 407987"/>
                <a:gd name="connsiteX75" fmla="*/ 731235 w 2915191"/>
                <a:gd name="connsiteY75" fmla="*/ 145933 h 407987"/>
                <a:gd name="connsiteX76" fmla="*/ 740985 w 2915191"/>
                <a:gd name="connsiteY76" fmla="*/ 160781 h 407987"/>
                <a:gd name="connsiteX77" fmla="*/ 750734 w 2915191"/>
                <a:gd name="connsiteY77" fmla="*/ 196887 h 407987"/>
                <a:gd name="connsiteX78" fmla="*/ 760484 w 2915191"/>
                <a:gd name="connsiteY78" fmla="*/ 213342 h 407987"/>
                <a:gd name="connsiteX79" fmla="*/ 770233 w 2915191"/>
                <a:gd name="connsiteY79" fmla="*/ 241791 h 407987"/>
                <a:gd name="connsiteX80" fmla="*/ 779983 w 2915191"/>
                <a:gd name="connsiteY80" fmla="*/ 239906 h 407987"/>
                <a:gd name="connsiteX81" fmla="*/ 789733 w 2915191"/>
                <a:gd name="connsiteY81" fmla="*/ 221143 h 407987"/>
                <a:gd name="connsiteX82" fmla="*/ 799482 w 2915191"/>
                <a:gd name="connsiteY82" fmla="*/ 265354 h 407987"/>
                <a:gd name="connsiteX83" fmla="*/ 809232 w 2915191"/>
                <a:gd name="connsiteY83" fmla="*/ 242173 h 407987"/>
                <a:gd name="connsiteX84" fmla="*/ 818982 w 2915191"/>
                <a:gd name="connsiteY84" fmla="*/ 201667 h 407987"/>
                <a:gd name="connsiteX85" fmla="*/ 828732 w 2915191"/>
                <a:gd name="connsiteY85" fmla="*/ 199657 h 407987"/>
                <a:gd name="connsiteX86" fmla="*/ 838482 w 2915191"/>
                <a:gd name="connsiteY86" fmla="*/ 222530 h 407987"/>
                <a:gd name="connsiteX87" fmla="*/ 848232 w 2915191"/>
                <a:gd name="connsiteY87" fmla="*/ 217840 h 407987"/>
                <a:gd name="connsiteX88" fmla="*/ 857982 w 2915191"/>
                <a:gd name="connsiteY88" fmla="*/ 230869 h 407987"/>
                <a:gd name="connsiteX89" fmla="*/ 867732 w 2915191"/>
                <a:gd name="connsiteY89" fmla="*/ 221059 h 407987"/>
                <a:gd name="connsiteX90" fmla="*/ 877482 w 2915191"/>
                <a:gd name="connsiteY90" fmla="*/ 207099 h 407987"/>
                <a:gd name="connsiteX91" fmla="*/ 887231 w 2915191"/>
                <a:gd name="connsiteY91" fmla="*/ 199103 h 407987"/>
                <a:gd name="connsiteX92" fmla="*/ 896981 w 2915191"/>
                <a:gd name="connsiteY92" fmla="*/ 201190 h 407987"/>
                <a:gd name="connsiteX93" fmla="*/ 906730 w 2915191"/>
                <a:gd name="connsiteY93" fmla="*/ 225317 h 407987"/>
                <a:gd name="connsiteX94" fmla="*/ 916480 w 2915191"/>
                <a:gd name="connsiteY94" fmla="*/ 237132 h 407987"/>
                <a:gd name="connsiteX95" fmla="*/ 926230 w 2915191"/>
                <a:gd name="connsiteY95" fmla="*/ 225822 h 407987"/>
                <a:gd name="connsiteX96" fmla="*/ 935979 w 2915191"/>
                <a:gd name="connsiteY96" fmla="*/ 218610 h 407987"/>
                <a:gd name="connsiteX97" fmla="*/ 945729 w 2915191"/>
                <a:gd name="connsiteY97" fmla="*/ 225061 h 407987"/>
                <a:gd name="connsiteX98" fmla="*/ 955479 w 2915191"/>
                <a:gd name="connsiteY98" fmla="*/ 191824 h 407987"/>
                <a:gd name="connsiteX99" fmla="*/ 965229 w 2915191"/>
                <a:gd name="connsiteY99" fmla="*/ 194977 h 407987"/>
                <a:gd name="connsiteX100" fmla="*/ 974979 w 2915191"/>
                <a:gd name="connsiteY100" fmla="*/ 221542 h 407987"/>
                <a:gd name="connsiteX101" fmla="*/ 984729 w 2915191"/>
                <a:gd name="connsiteY101" fmla="*/ 191243 h 407987"/>
                <a:gd name="connsiteX102" fmla="*/ 994474 w 2915191"/>
                <a:gd name="connsiteY102" fmla="*/ 201734 h 407987"/>
                <a:gd name="connsiteX103" fmla="*/ 1004233 w 2915191"/>
                <a:gd name="connsiteY103" fmla="*/ 182943 h 407987"/>
                <a:gd name="connsiteX104" fmla="*/ 1013977 w 2915191"/>
                <a:gd name="connsiteY104" fmla="*/ 160872 h 407987"/>
                <a:gd name="connsiteX105" fmla="*/ 1023721 w 2915191"/>
                <a:gd name="connsiteY105" fmla="*/ 189314 h 407987"/>
                <a:gd name="connsiteX106" fmla="*/ 1033480 w 2915191"/>
                <a:gd name="connsiteY106" fmla="*/ 183670 h 407987"/>
                <a:gd name="connsiteX107" fmla="*/ 1043224 w 2915191"/>
                <a:gd name="connsiteY107" fmla="*/ 185580 h 407987"/>
                <a:gd name="connsiteX108" fmla="*/ 1052983 w 2915191"/>
                <a:gd name="connsiteY108" fmla="*/ 205916 h 407987"/>
                <a:gd name="connsiteX109" fmla="*/ 1062727 w 2915191"/>
                <a:gd name="connsiteY109" fmla="*/ 237362 h 407987"/>
                <a:gd name="connsiteX110" fmla="*/ 1072471 w 2915191"/>
                <a:gd name="connsiteY110" fmla="*/ 267519 h 407987"/>
                <a:gd name="connsiteX111" fmla="*/ 1082230 w 2915191"/>
                <a:gd name="connsiteY111" fmla="*/ 262612 h 407987"/>
                <a:gd name="connsiteX112" fmla="*/ 1091973 w 2915191"/>
                <a:gd name="connsiteY112" fmla="*/ 231109 h 407987"/>
                <a:gd name="connsiteX113" fmla="*/ 1101732 w 2915191"/>
                <a:gd name="connsiteY113" fmla="*/ 218352 h 407987"/>
                <a:gd name="connsiteX114" fmla="*/ 1111476 w 2915191"/>
                <a:gd name="connsiteY114" fmla="*/ 205889 h 407987"/>
                <a:gd name="connsiteX115" fmla="*/ 1121220 w 2915191"/>
                <a:gd name="connsiteY115" fmla="*/ 197923 h 407987"/>
                <a:gd name="connsiteX116" fmla="*/ 1130979 w 2915191"/>
                <a:gd name="connsiteY116" fmla="*/ 197134 h 407987"/>
                <a:gd name="connsiteX117" fmla="*/ 1140723 w 2915191"/>
                <a:gd name="connsiteY117" fmla="*/ 153540 h 407987"/>
                <a:gd name="connsiteX118" fmla="*/ 1150482 w 2915191"/>
                <a:gd name="connsiteY118" fmla="*/ 164877 h 407987"/>
                <a:gd name="connsiteX119" fmla="*/ 1160226 w 2915191"/>
                <a:gd name="connsiteY119" fmla="*/ 184846 h 407987"/>
                <a:gd name="connsiteX120" fmla="*/ 1169969 w 2915191"/>
                <a:gd name="connsiteY120" fmla="*/ 170215 h 407987"/>
                <a:gd name="connsiteX121" fmla="*/ 1179728 w 2915191"/>
                <a:gd name="connsiteY121" fmla="*/ 171237 h 407987"/>
                <a:gd name="connsiteX122" fmla="*/ 1189472 w 2915191"/>
                <a:gd name="connsiteY122" fmla="*/ 172578 h 407987"/>
                <a:gd name="connsiteX123" fmla="*/ 1199231 w 2915191"/>
                <a:gd name="connsiteY123" fmla="*/ 163615 h 407987"/>
                <a:gd name="connsiteX124" fmla="*/ 1208975 w 2915191"/>
                <a:gd name="connsiteY124" fmla="*/ 153240 h 407987"/>
                <a:gd name="connsiteX125" fmla="*/ 1218719 w 2915191"/>
                <a:gd name="connsiteY125" fmla="*/ 134074 h 407987"/>
                <a:gd name="connsiteX126" fmla="*/ 1228478 w 2915191"/>
                <a:gd name="connsiteY126" fmla="*/ 72360 h 407987"/>
                <a:gd name="connsiteX127" fmla="*/ 1238222 w 2915191"/>
                <a:gd name="connsiteY127" fmla="*/ 97742 h 407987"/>
                <a:gd name="connsiteX128" fmla="*/ 1247966 w 2915191"/>
                <a:gd name="connsiteY128" fmla="*/ 85517 h 407987"/>
                <a:gd name="connsiteX129" fmla="*/ 1257725 w 2915191"/>
                <a:gd name="connsiteY129" fmla="*/ 57766 h 407987"/>
                <a:gd name="connsiteX130" fmla="*/ 1267469 w 2915191"/>
                <a:gd name="connsiteY130" fmla="*/ 53227 h 407987"/>
                <a:gd name="connsiteX131" fmla="*/ 1277227 w 2915191"/>
                <a:gd name="connsiteY131" fmla="*/ 48550 h 407987"/>
                <a:gd name="connsiteX132" fmla="*/ 1286971 w 2915191"/>
                <a:gd name="connsiteY132" fmla="*/ 29475 h 407987"/>
                <a:gd name="connsiteX133" fmla="*/ 1296715 w 2915191"/>
                <a:gd name="connsiteY133" fmla="*/ 57439 h 407987"/>
                <a:gd name="connsiteX134" fmla="*/ 1306474 w 2915191"/>
                <a:gd name="connsiteY134" fmla="*/ 56634 h 407987"/>
                <a:gd name="connsiteX135" fmla="*/ 1316218 w 2915191"/>
                <a:gd name="connsiteY135" fmla="*/ 33648 h 407987"/>
                <a:gd name="connsiteX136" fmla="*/ 1325977 w 2915191"/>
                <a:gd name="connsiteY136" fmla="*/ 6399 h 407987"/>
                <a:gd name="connsiteX137" fmla="*/ 1335721 w 2915191"/>
                <a:gd name="connsiteY137" fmla="*/ 0 h 407987"/>
                <a:gd name="connsiteX138" fmla="*/ 1345465 w 2915191"/>
                <a:gd name="connsiteY138" fmla="*/ 4608 h 407987"/>
                <a:gd name="connsiteX139" fmla="*/ 1355224 w 2915191"/>
                <a:gd name="connsiteY139" fmla="*/ 21618 h 407987"/>
                <a:gd name="connsiteX140" fmla="*/ 1364967 w 2915191"/>
                <a:gd name="connsiteY140" fmla="*/ 23835 h 407987"/>
                <a:gd name="connsiteX141" fmla="*/ 1374726 w 2915191"/>
                <a:gd name="connsiteY141" fmla="*/ 41747 h 407987"/>
                <a:gd name="connsiteX142" fmla="*/ 1384470 w 2915191"/>
                <a:gd name="connsiteY142" fmla="*/ 70432 h 407987"/>
                <a:gd name="connsiteX143" fmla="*/ 1394214 w 2915191"/>
                <a:gd name="connsiteY143" fmla="*/ 78634 h 407987"/>
                <a:gd name="connsiteX144" fmla="*/ 1403973 w 2915191"/>
                <a:gd name="connsiteY144" fmla="*/ 68546 h 407987"/>
                <a:gd name="connsiteX145" fmla="*/ 1413717 w 2915191"/>
                <a:gd name="connsiteY145" fmla="*/ 63210 h 407987"/>
                <a:gd name="connsiteX146" fmla="*/ 1423476 w 2915191"/>
                <a:gd name="connsiteY146" fmla="*/ 58864 h 407987"/>
                <a:gd name="connsiteX147" fmla="*/ 1433220 w 2915191"/>
                <a:gd name="connsiteY147" fmla="*/ 71181 h 407987"/>
                <a:gd name="connsiteX148" fmla="*/ 1442964 w 2915191"/>
                <a:gd name="connsiteY148" fmla="*/ 86696 h 407987"/>
                <a:gd name="connsiteX149" fmla="*/ 1452722 w 2915191"/>
                <a:gd name="connsiteY149" fmla="*/ 95279 h 407987"/>
                <a:gd name="connsiteX150" fmla="*/ 1462466 w 2915191"/>
                <a:gd name="connsiteY150" fmla="*/ 73242 h 407987"/>
                <a:gd name="connsiteX151" fmla="*/ 1472225 w 2915191"/>
                <a:gd name="connsiteY151" fmla="*/ 104202 h 407987"/>
                <a:gd name="connsiteX152" fmla="*/ 1481969 w 2915191"/>
                <a:gd name="connsiteY152" fmla="*/ 101635 h 407987"/>
                <a:gd name="connsiteX153" fmla="*/ 1491713 w 2915191"/>
                <a:gd name="connsiteY153" fmla="*/ 97749 h 407987"/>
                <a:gd name="connsiteX154" fmla="*/ 1501472 w 2915191"/>
                <a:gd name="connsiteY154" fmla="*/ 115296 h 407987"/>
                <a:gd name="connsiteX155" fmla="*/ 1511216 w 2915191"/>
                <a:gd name="connsiteY155" fmla="*/ 131877 h 407987"/>
                <a:gd name="connsiteX156" fmla="*/ 1520960 w 2915191"/>
                <a:gd name="connsiteY156" fmla="*/ 94592 h 407987"/>
                <a:gd name="connsiteX157" fmla="*/ 1530719 w 2915191"/>
                <a:gd name="connsiteY157" fmla="*/ 119240 h 407987"/>
                <a:gd name="connsiteX158" fmla="*/ 1540463 w 2915191"/>
                <a:gd name="connsiteY158" fmla="*/ 130454 h 407987"/>
                <a:gd name="connsiteX159" fmla="*/ 1550221 w 2915191"/>
                <a:gd name="connsiteY159" fmla="*/ 129271 h 407987"/>
                <a:gd name="connsiteX160" fmla="*/ 1559965 w 2915191"/>
                <a:gd name="connsiteY160" fmla="*/ 169278 h 407987"/>
                <a:gd name="connsiteX161" fmla="*/ 1569709 w 2915191"/>
                <a:gd name="connsiteY161" fmla="*/ 167260 h 407987"/>
                <a:gd name="connsiteX162" fmla="*/ 1579468 w 2915191"/>
                <a:gd name="connsiteY162" fmla="*/ 194803 h 407987"/>
                <a:gd name="connsiteX163" fmla="*/ 1589212 w 2915191"/>
                <a:gd name="connsiteY163" fmla="*/ 237001 h 407987"/>
                <a:gd name="connsiteX164" fmla="*/ 1598971 w 2915191"/>
                <a:gd name="connsiteY164" fmla="*/ 241289 h 407987"/>
                <a:gd name="connsiteX165" fmla="*/ 1608715 w 2915191"/>
                <a:gd name="connsiteY165" fmla="*/ 236045 h 407987"/>
                <a:gd name="connsiteX166" fmla="*/ 1618459 w 2915191"/>
                <a:gd name="connsiteY166" fmla="*/ 255242 h 407987"/>
                <a:gd name="connsiteX167" fmla="*/ 1628218 w 2915191"/>
                <a:gd name="connsiteY167" fmla="*/ 312086 h 407987"/>
                <a:gd name="connsiteX168" fmla="*/ 1637962 w 2915191"/>
                <a:gd name="connsiteY168" fmla="*/ 317593 h 407987"/>
                <a:gd name="connsiteX169" fmla="*/ 1647720 w 2915191"/>
                <a:gd name="connsiteY169" fmla="*/ 297355 h 407987"/>
                <a:gd name="connsiteX170" fmla="*/ 1657464 w 2915191"/>
                <a:gd name="connsiteY170" fmla="*/ 289434 h 407987"/>
                <a:gd name="connsiteX171" fmla="*/ 1667208 w 2915191"/>
                <a:gd name="connsiteY171" fmla="*/ 298111 h 407987"/>
                <a:gd name="connsiteX172" fmla="*/ 1676967 w 2915191"/>
                <a:gd name="connsiteY172" fmla="*/ 324258 h 407987"/>
                <a:gd name="connsiteX173" fmla="*/ 1686711 w 2915191"/>
                <a:gd name="connsiteY173" fmla="*/ 325485 h 407987"/>
                <a:gd name="connsiteX174" fmla="*/ 1696470 w 2915191"/>
                <a:gd name="connsiteY174" fmla="*/ 297440 h 407987"/>
                <a:gd name="connsiteX175" fmla="*/ 1706214 w 2915191"/>
                <a:gd name="connsiteY175" fmla="*/ 286002 h 407987"/>
                <a:gd name="connsiteX176" fmla="*/ 1715958 w 2915191"/>
                <a:gd name="connsiteY176" fmla="*/ 311739 h 407987"/>
                <a:gd name="connsiteX177" fmla="*/ 1725716 w 2915191"/>
                <a:gd name="connsiteY177" fmla="*/ 316648 h 407987"/>
                <a:gd name="connsiteX178" fmla="*/ 1735460 w 2915191"/>
                <a:gd name="connsiteY178" fmla="*/ 302311 h 407987"/>
                <a:gd name="connsiteX179" fmla="*/ 1745219 w 2915191"/>
                <a:gd name="connsiteY179" fmla="*/ 319626 h 407987"/>
                <a:gd name="connsiteX180" fmla="*/ 1754963 w 2915191"/>
                <a:gd name="connsiteY180" fmla="*/ 295053 h 407987"/>
                <a:gd name="connsiteX181" fmla="*/ 1764707 w 2915191"/>
                <a:gd name="connsiteY181" fmla="*/ 302808 h 407987"/>
                <a:gd name="connsiteX182" fmla="*/ 1774466 w 2915191"/>
                <a:gd name="connsiteY182" fmla="*/ 309306 h 407987"/>
                <a:gd name="connsiteX183" fmla="*/ 1784210 w 2915191"/>
                <a:gd name="connsiteY183" fmla="*/ 328354 h 407987"/>
                <a:gd name="connsiteX184" fmla="*/ 1793969 w 2915191"/>
                <a:gd name="connsiteY184" fmla="*/ 333347 h 407987"/>
                <a:gd name="connsiteX185" fmla="*/ 1803713 w 2915191"/>
                <a:gd name="connsiteY185" fmla="*/ 319999 h 407987"/>
                <a:gd name="connsiteX186" fmla="*/ 1813457 w 2915191"/>
                <a:gd name="connsiteY186" fmla="*/ 268953 h 407987"/>
                <a:gd name="connsiteX187" fmla="*/ 1823215 w 2915191"/>
                <a:gd name="connsiteY187" fmla="*/ 268313 h 407987"/>
                <a:gd name="connsiteX188" fmla="*/ 1832959 w 2915191"/>
                <a:gd name="connsiteY188" fmla="*/ 258581 h 407987"/>
                <a:gd name="connsiteX189" fmla="*/ 1842703 w 2915191"/>
                <a:gd name="connsiteY189" fmla="*/ 255801 h 407987"/>
                <a:gd name="connsiteX190" fmla="*/ 1852462 w 2915191"/>
                <a:gd name="connsiteY190" fmla="*/ 292416 h 407987"/>
                <a:gd name="connsiteX191" fmla="*/ 1862206 w 2915191"/>
                <a:gd name="connsiteY191" fmla="*/ 294615 h 407987"/>
                <a:gd name="connsiteX192" fmla="*/ 1871965 w 2915191"/>
                <a:gd name="connsiteY192" fmla="*/ 312825 h 407987"/>
                <a:gd name="connsiteX193" fmla="*/ 1881709 w 2915191"/>
                <a:gd name="connsiteY193" fmla="*/ 294684 h 407987"/>
                <a:gd name="connsiteX194" fmla="*/ 1891453 w 2915191"/>
                <a:gd name="connsiteY194" fmla="*/ 303159 h 407987"/>
                <a:gd name="connsiteX195" fmla="*/ 1901212 w 2915191"/>
                <a:gd name="connsiteY195" fmla="*/ 249981 h 407987"/>
                <a:gd name="connsiteX196" fmla="*/ 1910956 w 2915191"/>
                <a:gd name="connsiteY196" fmla="*/ 259253 h 407987"/>
                <a:gd name="connsiteX197" fmla="*/ 1920714 w 2915191"/>
                <a:gd name="connsiteY197" fmla="*/ 287270 h 407987"/>
                <a:gd name="connsiteX198" fmla="*/ 1930458 w 2915191"/>
                <a:gd name="connsiteY198" fmla="*/ 301801 h 407987"/>
                <a:gd name="connsiteX199" fmla="*/ 1940202 w 2915191"/>
                <a:gd name="connsiteY199" fmla="*/ 266708 h 407987"/>
                <a:gd name="connsiteX200" fmla="*/ 1949961 w 2915191"/>
                <a:gd name="connsiteY200" fmla="*/ 260334 h 407987"/>
                <a:gd name="connsiteX201" fmla="*/ 1959705 w 2915191"/>
                <a:gd name="connsiteY201" fmla="*/ 275567 h 407987"/>
                <a:gd name="connsiteX202" fmla="*/ 1969464 w 2915191"/>
                <a:gd name="connsiteY202" fmla="*/ 271832 h 407987"/>
                <a:gd name="connsiteX203" fmla="*/ 1979208 w 2915191"/>
                <a:gd name="connsiteY203" fmla="*/ 265610 h 407987"/>
                <a:gd name="connsiteX204" fmla="*/ 1988952 w 2915191"/>
                <a:gd name="connsiteY204" fmla="*/ 234562 h 407987"/>
                <a:gd name="connsiteX205" fmla="*/ 1998711 w 2915191"/>
                <a:gd name="connsiteY205" fmla="*/ 261485 h 407987"/>
                <a:gd name="connsiteX206" fmla="*/ 2008454 w 2915191"/>
                <a:gd name="connsiteY206" fmla="*/ 272532 h 407987"/>
                <a:gd name="connsiteX207" fmla="*/ 2018213 w 2915191"/>
                <a:gd name="connsiteY207" fmla="*/ 270874 h 407987"/>
                <a:gd name="connsiteX208" fmla="*/ 2027957 w 2915191"/>
                <a:gd name="connsiteY208" fmla="*/ 279132 h 407987"/>
                <a:gd name="connsiteX209" fmla="*/ 2037701 w 2915191"/>
                <a:gd name="connsiteY209" fmla="*/ 253327 h 407987"/>
                <a:gd name="connsiteX210" fmla="*/ 2047460 w 2915191"/>
                <a:gd name="connsiteY210" fmla="*/ 229712 h 407987"/>
                <a:gd name="connsiteX211" fmla="*/ 2057204 w 2915191"/>
                <a:gd name="connsiteY211" fmla="*/ 230609 h 407987"/>
                <a:gd name="connsiteX212" fmla="*/ 2066963 w 2915191"/>
                <a:gd name="connsiteY212" fmla="*/ 234273 h 407987"/>
                <a:gd name="connsiteX213" fmla="*/ 2076707 w 2915191"/>
                <a:gd name="connsiteY213" fmla="*/ 199277 h 407987"/>
                <a:gd name="connsiteX214" fmla="*/ 2086451 w 2915191"/>
                <a:gd name="connsiteY214" fmla="*/ 210292 h 407987"/>
                <a:gd name="connsiteX215" fmla="*/ 2096210 w 2915191"/>
                <a:gd name="connsiteY215" fmla="*/ 257372 h 407987"/>
                <a:gd name="connsiteX216" fmla="*/ 2105954 w 2915191"/>
                <a:gd name="connsiteY216" fmla="*/ 278370 h 407987"/>
                <a:gd name="connsiteX217" fmla="*/ 2115697 w 2915191"/>
                <a:gd name="connsiteY217" fmla="*/ 279608 h 407987"/>
                <a:gd name="connsiteX218" fmla="*/ 2125456 w 2915191"/>
                <a:gd name="connsiteY218" fmla="*/ 240757 h 407987"/>
                <a:gd name="connsiteX219" fmla="*/ 2135200 w 2915191"/>
                <a:gd name="connsiteY219" fmla="*/ 243084 h 407987"/>
                <a:gd name="connsiteX220" fmla="*/ 2144959 w 2915191"/>
                <a:gd name="connsiteY220" fmla="*/ 240486 h 407987"/>
                <a:gd name="connsiteX221" fmla="*/ 2154703 w 2915191"/>
                <a:gd name="connsiteY221" fmla="*/ 254914 h 407987"/>
                <a:gd name="connsiteX222" fmla="*/ 2164447 w 2915191"/>
                <a:gd name="connsiteY222" fmla="*/ 265153 h 407987"/>
                <a:gd name="connsiteX223" fmla="*/ 2174206 w 2915191"/>
                <a:gd name="connsiteY223" fmla="*/ 245893 h 407987"/>
                <a:gd name="connsiteX224" fmla="*/ 2183950 w 2915191"/>
                <a:gd name="connsiteY224" fmla="*/ 267419 h 407987"/>
                <a:gd name="connsiteX225" fmla="*/ 2193709 w 2915191"/>
                <a:gd name="connsiteY225" fmla="*/ 239823 h 407987"/>
                <a:gd name="connsiteX226" fmla="*/ 2203452 w 2915191"/>
                <a:gd name="connsiteY226" fmla="*/ 247952 h 407987"/>
                <a:gd name="connsiteX227" fmla="*/ 2213196 w 2915191"/>
                <a:gd name="connsiteY227" fmla="*/ 235539 h 407987"/>
                <a:gd name="connsiteX228" fmla="*/ 2222955 w 2915191"/>
                <a:gd name="connsiteY228" fmla="*/ 263873 h 407987"/>
                <a:gd name="connsiteX229" fmla="*/ 2232699 w 2915191"/>
                <a:gd name="connsiteY229" fmla="*/ 310241 h 407987"/>
                <a:gd name="connsiteX230" fmla="*/ 2242458 w 2915191"/>
                <a:gd name="connsiteY230" fmla="*/ 319790 h 407987"/>
                <a:gd name="connsiteX231" fmla="*/ 2252202 w 2915191"/>
                <a:gd name="connsiteY231" fmla="*/ 331875 h 407987"/>
                <a:gd name="connsiteX232" fmla="*/ 2261946 w 2915191"/>
                <a:gd name="connsiteY232" fmla="*/ 329276 h 407987"/>
                <a:gd name="connsiteX233" fmla="*/ 2271705 w 2915191"/>
                <a:gd name="connsiteY233" fmla="*/ 325339 h 407987"/>
                <a:gd name="connsiteX234" fmla="*/ 2281449 w 2915191"/>
                <a:gd name="connsiteY234" fmla="*/ 299178 h 407987"/>
                <a:gd name="connsiteX235" fmla="*/ 2291208 w 2915191"/>
                <a:gd name="connsiteY235" fmla="*/ 288091 h 407987"/>
                <a:gd name="connsiteX236" fmla="*/ 2300951 w 2915191"/>
                <a:gd name="connsiteY236" fmla="*/ 257305 h 407987"/>
                <a:gd name="connsiteX237" fmla="*/ 2310695 w 2915191"/>
                <a:gd name="connsiteY237" fmla="*/ 248235 h 407987"/>
                <a:gd name="connsiteX238" fmla="*/ 2320454 w 2915191"/>
                <a:gd name="connsiteY238" fmla="*/ 255072 h 407987"/>
                <a:gd name="connsiteX239" fmla="*/ 2330198 w 2915191"/>
                <a:gd name="connsiteY239" fmla="*/ 243554 h 407987"/>
                <a:gd name="connsiteX240" fmla="*/ 2339957 w 2915191"/>
                <a:gd name="connsiteY240" fmla="*/ 241086 h 407987"/>
                <a:gd name="connsiteX241" fmla="*/ 2349701 w 2915191"/>
                <a:gd name="connsiteY241" fmla="*/ 263548 h 407987"/>
                <a:gd name="connsiteX242" fmla="*/ 2359445 w 2915191"/>
                <a:gd name="connsiteY242" fmla="*/ 254606 h 407987"/>
                <a:gd name="connsiteX243" fmla="*/ 2369204 w 2915191"/>
                <a:gd name="connsiteY243" fmla="*/ 259847 h 407987"/>
                <a:gd name="connsiteX244" fmla="*/ 2378948 w 2915191"/>
                <a:gd name="connsiteY244" fmla="*/ 247661 h 407987"/>
                <a:gd name="connsiteX245" fmla="*/ 2388692 w 2915191"/>
                <a:gd name="connsiteY245" fmla="*/ 225626 h 407987"/>
                <a:gd name="connsiteX246" fmla="*/ 2398450 w 2915191"/>
                <a:gd name="connsiteY246" fmla="*/ 217646 h 407987"/>
                <a:gd name="connsiteX247" fmla="*/ 2408194 w 2915191"/>
                <a:gd name="connsiteY247" fmla="*/ 204456 h 407987"/>
                <a:gd name="connsiteX248" fmla="*/ 2417953 w 2915191"/>
                <a:gd name="connsiteY248" fmla="*/ 221508 h 407987"/>
                <a:gd name="connsiteX249" fmla="*/ 2427697 w 2915191"/>
                <a:gd name="connsiteY249" fmla="*/ 227086 h 407987"/>
                <a:gd name="connsiteX250" fmla="*/ 2437441 w 2915191"/>
                <a:gd name="connsiteY250" fmla="*/ 252067 h 407987"/>
                <a:gd name="connsiteX251" fmla="*/ 2447200 w 2915191"/>
                <a:gd name="connsiteY251" fmla="*/ 252210 h 407987"/>
                <a:gd name="connsiteX252" fmla="*/ 2456944 w 2915191"/>
                <a:gd name="connsiteY252" fmla="*/ 273481 h 407987"/>
                <a:gd name="connsiteX253" fmla="*/ 2466703 w 2915191"/>
                <a:gd name="connsiteY253" fmla="*/ 268927 h 407987"/>
                <a:gd name="connsiteX254" fmla="*/ 2476446 w 2915191"/>
                <a:gd name="connsiteY254" fmla="*/ 258332 h 407987"/>
                <a:gd name="connsiteX255" fmla="*/ 2486190 w 2915191"/>
                <a:gd name="connsiteY255" fmla="*/ 247597 h 407987"/>
                <a:gd name="connsiteX256" fmla="*/ 2495949 w 2915191"/>
                <a:gd name="connsiteY256" fmla="*/ 208227 h 407987"/>
                <a:gd name="connsiteX257" fmla="*/ 2505693 w 2915191"/>
                <a:gd name="connsiteY257" fmla="*/ 251337 h 407987"/>
                <a:gd name="connsiteX258" fmla="*/ 2515452 w 2915191"/>
                <a:gd name="connsiteY258" fmla="*/ 222798 h 407987"/>
                <a:gd name="connsiteX259" fmla="*/ 2525196 w 2915191"/>
                <a:gd name="connsiteY259" fmla="*/ 161961 h 407987"/>
                <a:gd name="connsiteX260" fmla="*/ 2534940 w 2915191"/>
                <a:gd name="connsiteY260" fmla="*/ 154257 h 407987"/>
                <a:gd name="connsiteX261" fmla="*/ 2544699 w 2915191"/>
                <a:gd name="connsiteY261" fmla="*/ 146117 h 407987"/>
                <a:gd name="connsiteX262" fmla="*/ 2554443 w 2915191"/>
                <a:gd name="connsiteY262" fmla="*/ 143546 h 407987"/>
                <a:gd name="connsiteX263" fmla="*/ 2564202 w 2915191"/>
                <a:gd name="connsiteY263" fmla="*/ 167837 h 407987"/>
                <a:gd name="connsiteX264" fmla="*/ 2573946 w 2915191"/>
                <a:gd name="connsiteY264" fmla="*/ 166250 h 407987"/>
                <a:gd name="connsiteX265" fmla="*/ 2583690 w 2915191"/>
                <a:gd name="connsiteY265" fmla="*/ 181206 h 407987"/>
                <a:gd name="connsiteX266" fmla="*/ 2593448 w 2915191"/>
                <a:gd name="connsiteY266" fmla="*/ 161792 h 407987"/>
                <a:gd name="connsiteX267" fmla="*/ 2603192 w 2915191"/>
                <a:gd name="connsiteY267" fmla="*/ 184725 h 407987"/>
                <a:gd name="connsiteX268" fmla="*/ 2612951 w 2915191"/>
                <a:gd name="connsiteY268" fmla="*/ 202459 h 407987"/>
                <a:gd name="connsiteX269" fmla="*/ 2622695 w 2915191"/>
                <a:gd name="connsiteY269" fmla="*/ 221193 h 407987"/>
                <a:gd name="connsiteX270" fmla="*/ 2632439 w 2915191"/>
                <a:gd name="connsiteY270" fmla="*/ 277929 h 407987"/>
                <a:gd name="connsiteX271" fmla="*/ 2642198 w 2915191"/>
                <a:gd name="connsiteY271" fmla="*/ 289285 h 407987"/>
                <a:gd name="connsiteX272" fmla="*/ 2651942 w 2915191"/>
                <a:gd name="connsiteY272" fmla="*/ 295965 h 407987"/>
                <a:gd name="connsiteX273" fmla="*/ 2661685 w 2915191"/>
                <a:gd name="connsiteY273" fmla="*/ 278507 h 407987"/>
                <a:gd name="connsiteX274" fmla="*/ 2671444 w 2915191"/>
                <a:gd name="connsiteY274" fmla="*/ 316836 h 407987"/>
                <a:gd name="connsiteX275" fmla="*/ 2681188 w 2915191"/>
                <a:gd name="connsiteY275" fmla="*/ 317630 h 407987"/>
                <a:gd name="connsiteX276" fmla="*/ 2690947 w 2915191"/>
                <a:gd name="connsiteY276" fmla="*/ 316380 h 407987"/>
                <a:gd name="connsiteX277" fmla="*/ 2700691 w 2915191"/>
                <a:gd name="connsiteY277" fmla="*/ 295687 h 407987"/>
                <a:gd name="connsiteX278" fmla="*/ 2710435 w 2915191"/>
                <a:gd name="connsiteY278" fmla="*/ 293421 h 407987"/>
                <a:gd name="connsiteX279" fmla="*/ 2720194 w 2915191"/>
                <a:gd name="connsiteY279" fmla="*/ 301292 h 407987"/>
                <a:gd name="connsiteX280" fmla="*/ 2729938 w 2915191"/>
                <a:gd name="connsiteY280" fmla="*/ 302116 h 407987"/>
                <a:gd name="connsiteX281" fmla="*/ 2739697 w 2915191"/>
                <a:gd name="connsiteY281" fmla="*/ 280645 h 407987"/>
                <a:gd name="connsiteX282" fmla="*/ 2749441 w 2915191"/>
                <a:gd name="connsiteY282" fmla="*/ 268006 h 407987"/>
                <a:gd name="connsiteX283" fmla="*/ 2759185 w 2915191"/>
                <a:gd name="connsiteY283" fmla="*/ 261580 h 407987"/>
                <a:gd name="connsiteX284" fmla="*/ 2768943 w 2915191"/>
                <a:gd name="connsiteY284" fmla="*/ 260926 h 407987"/>
                <a:gd name="connsiteX285" fmla="*/ 2778687 w 2915191"/>
                <a:gd name="connsiteY285" fmla="*/ 241076 h 407987"/>
                <a:gd name="connsiteX286" fmla="*/ 2788446 w 2915191"/>
                <a:gd name="connsiteY286" fmla="*/ 212005 h 407987"/>
                <a:gd name="connsiteX287" fmla="*/ 2798190 w 2915191"/>
                <a:gd name="connsiteY287" fmla="*/ 203107 h 407987"/>
                <a:gd name="connsiteX288" fmla="*/ 2807934 w 2915191"/>
                <a:gd name="connsiteY288" fmla="*/ 222887 h 407987"/>
                <a:gd name="connsiteX289" fmla="*/ 2817693 w 2915191"/>
                <a:gd name="connsiteY289" fmla="*/ 186678 h 407987"/>
                <a:gd name="connsiteX290" fmla="*/ 2827437 w 2915191"/>
                <a:gd name="connsiteY290" fmla="*/ 206090 h 407987"/>
                <a:gd name="connsiteX291" fmla="*/ 2837196 w 2915191"/>
                <a:gd name="connsiteY291" fmla="*/ 213912 h 407987"/>
                <a:gd name="connsiteX292" fmla="*/ 2846940 w 2915191"/>
                <a:gd name="connsiteY292" fmla="*/ 183698 h 407987"/>
                <a:gd name="connsiteX293" fmla="*/ 2856684 w 2915191"/>
                <a:gd name="connsiteY293" fmla="*/ 192167 h 407987"/>
                <a:gd name="connsiteX294" fmla="*/ 2866442 w 2915191"/>
                <a:gd name="connsiteY294" fmla="*/ 242095 h 407987"/>
                <a:gd name="connsiteX295" fmla="*/ 2876186 w 2915191"/>
                <a:gd name="connsiteY295" fmla="*/ 217412 h 407987"/>
                <a:gd name="connsiteX296" fmla="*/ 2885945 w 2915191"/>
                <a:gd name="connsiteY296" fmla="*/ 219642 h 407987"/>
                <a:gd name="connsiteX297" fmla="*/ 2895689 w 2915191"/>
                <a:gd name="connsiteY297" fmla="*/ 239675 h 407987"/>
                <a:gd name="connsiteX298" fmla="*/ 2905433 w 2915191"/>
                <a:gd name="connsiteY298" fmla="*/ 254783 h 407987"/>
                <a:gd name="connsiteX299" fmla="*/ 2915192 w 2915191"/>
                <a:gd name="connsiteY299" fmla="*/ 274770 h 407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07987">
                  <a:moveTo>
                    <a:pt x="0" y="371321"/>
                  </a:moveTo>
                  <a:lnTo>
                    <a:pt x="9750" y="353146"/>
                  </a:lnTo>
                  <a:lnTo>
                    <a:pt x="19500" y="357272"/>
                  </a:lnTo>
                  <a:lnTo>
                    <a:pt x="29250" y="368836"/>
                  </a:lnTo>
                  <a:lnTo>
                    <a:pt x="39000" y="383579"/>
                  </a:lnTo>
                  <a:lnTo>
                    <a:pt x="48749" y="393257"/>
                  </a:lnTo>
                  <a:lnTo>
                    <a:pt x="58499" y="407988"/>
                  </a:lnTo>
                  <a:lnTo>
                    <a:pt x="68249" y="397499"/>
                  </a:lnTo>
                  <a:lnTo>
                    <a:pt x="77998" y="351950"/>
                  </a:lnTo>
                  <a:lnTo>
                    <a:pt x="87748" y="321177"/>
                  </a:lnTo>
                  <a:lnTo>
                    <a:pt x="97497" y="317757"/>
                  </a:lnTo>
                  <a:lnTo>
                    <a:pt x="107247" y="350521"/>
                  </a:lnTo>
                  <a:lnTo>
                    <a:pt x="116997" y="330085"/>
                  </a:lnTo>
                  <a:lnTo>
                    <a:pt x="126747" y="315018"/>
                  </a:lnTo>
                  <a:lnTo>
                    <a:pt x="136497" y="281007"/>
                  </a:lnTo>
                  <a:lnTo>
                    <a:pt x="146247" y="250525"/>
                  </a:lnTo>
                  <a:lnTo>
                    <a:pt x="155997" y="265874"/>
                  </a:lnTo>
                  <a:lnTo>
                    <a:pt x="165747" y="285159"/>
                  </a:lnTo>
                  <a:lnTo>
                    <a:pt x="175497" y="266677"/>
                  </a:lnTo>
                  <a:lnTo>
                    <a:pt x="185247" y="259457"/>
                  </a:lnTo>
                  <a:lnTo>
                    <a:pt x="194996" y="245650"/>
                  </a:lnTo>
                  <a:lnTo>
                    <a:pt x="204746" y="254872"/>
                  </a:lnTo>
                  <a:lnTo>
                    <a:pt x="214495" y="264268"/>
                  </a:lnTo>
                  <a:lnTo>
                    <a:pt x="224245" y="285844"/>
                  </a:lnTo>
                  <a:lnTo>
                    <a:pt x="233995" y="278976"/>
                  </a:lnTo>
                  <a:lnTo>
                    <a:pt x="243744" y="237755"/>
                  </a:lnTo>
                  <a:lnTo>
                    <a:pt x="253494" y="233071"/>
                  </a:lnTo>
                  <a:lnTo>
                    <a:pt x="263244" y="203422"/>
                  </a:lnTo>
                  <a:lnTo>
                    <a:pt x="272994" y="183310"/>
                  </a:lnTo>
                  <a:lnTo>
                    <a:pt x="282744" y="195059"/>
                  </a:lnTo>
                  <a:lnTo>
                    <a:pt x="292494" y="172666"/>
                  </a:lnTo>
                  <a:lnTo>
                    <a:pt x="302244" y="180226"/>
                  </a:lnTo>
                  <a:lnTo>
                    <a:pt x="311994" y="193121"/>
                  </a:lnTo>
                  <a:lnTo>
                    <a:pt x="321744" y="208249"/>
                  </a:lnTo>
                  <a:lnTo>
                    <a:pt x="331493" y="206348"/>
                  </a:lnTo>
                  <a:lnTo>
                    <a:pt x="341243" y="214066"/>
                  </a:lnTo>
                  <a:lnTo>
                    <a:pt x="350993" y="213523"/>
                  </a:lnTo>
                  <a:lnTo>
                    <a:pt x="360742" y="212014"/>
                  </a:lnTo>
                  <a:lnTo>
                    <a:pt x="370492" y="214040"/>
                  </a:lnTo>
                  <a:lnTo>
                    <a:pt x="380241" y="145663"/>
                  </a:lnTo>
                  <a:lnTo>
                    <a:pt x="389991" y="138988"/>
                  </a:lnTo>
                  <a:lnTo>
                    <a:pt x="399741" y="125227"/>
                  </a:lnTo>
                  <a:lnTo>
                    <a:pt x="409491" y="135482"/>
                  </a:lnTo>
                  <a:lnTo>
                    <a:pt x="419241" y="128307"/>
                  </a:lnTo>
                  <a:lnTo>
                    <a:pt x="428991" y="147883"/>
                  </a:lnTo>
                  <a:lnTo>
                    <a:pt x="438741" y="87794"/>
                  </a:lnTo>
                  <a:lnTo>
                    <a:pt x="448491" y="128210"/>
                  </a:lnTo>
                  <a:lnTo>
                    <a:pt x="458241" y="144744"/>
                  </a:lnTo>
                  <a:lnTo>
                    <a:pt x="467991" y="91206"/>
                  </a:lnTo>
                  <a:lnTo>
                    <a:pt x="477740" y="84310"/>
                  </a:lnTo>
                  <a:lnTo>
                    <a:pt x="487490" y="102304"/>
                  </a:lnTo>
                  <a:lnTo>
                    <a:pt x="497239" y="78030"/>
                  </a:lnTo>
                  <a:lnTo>
                    <a:pt x="506989" y="90945"/>
                  </a:lnTo>
                  <a:lnTo>
                    <a:pt x="516738" y="59740"/>
                  </a:lnTo>
                  <a:lnTo>
                    <a:pt x="526488" y="79117"/>
                  </a:lnTo>
                  <a:lnTo>
                    <a:pt x="536238" y="58292"/>
                  </a:lnTo>
                  <a:lnTo>
                    <a:pt x="545988" y="51373"/>
                  </a:lnTo>
                  <a:lnTo>
                    <a:pt x="555738" y="61247"/>
                  </a:lnTo>
                  <a:lnTo>
                    <a:pt x="565488" y="74504"/>
                  </a:lnTo>
                  <a:lnTo>
                    <a:pt x="575238" y="66575"/>
                  </a:lnTo>
                  <a:lnTo>
                    <a:pt x="584988" y="57489"/>
                  </a:lnTo>
                  <a:lnTo>
                    <a:pt x="594738" y="77856"/>
                  </a:lnTo>
                  <a:lnTo>
                    <a:pt x="604488" y="87333"/>
                  </a:lnTo>
                  <a:lnTo>
                    <a:pt x="614237" y="80654"/>
                  </a:lnTo>
                  <a:lnTo>
                    <a:pt x="623987" y="82186"/>
                  </a:lnTo>
                  <a:lnTo>
                    <a:pt x="633736" y="106447"/>
                  </a:lnTo>
                  <a:lnTo>
                    <a:pt x="643486" y="143525"/>
                  </a:lnTo>
                  <a:lnTo>
                    <a:pt x="653236" y="144285"/>
                  </a:lnTo>
                  <a:lnTo>
                    <a:pt x="662985" y="136789"/>
                  </a:lnTo>
                  <a:lnTo>
                    <a:pt x="672735" y="148036"/>
                  </a:lnTo>
                  <a:lnTo>
                    <a:pt x="682485" y="164425"/>
                  </a:lnTo>
                  <a:lnTo>
                    <a:pt x="692235" y="172404"/>
                  </a:lnTo>
                  <a:lnTo>
                    <a:pt x="701985" y="147871"/>
                  </a:lnTo>
                  <a:lnTo>
                    <a:pt x="711735" y="135290"/>
                  </a:lnTo>
                  <a:lnTo>
                    <a:pt x="721485" y="154407"/>
                  </a:lnTo>
                  <a:lnTo>
                    <a:pt x="731235" y="145933"/>
                  </a:lnTo>
                  <a:lnTo>
                    <a:pt x="740985" y="160781"/>
                  </a:lnTo>
                  <a:lnTo>
                    <a:pt x="750734" y="196887"/>
                  </a:lnTo>
                  <a:lnTo>
                    <a:pt x="760484" y="213342"/>
                  </a:lnTo>
                  <a:lnTo>
                    <a:pt x="770233" y="241791"/>
                  </a:lnTo>
                  <a:lnTo>
                    <a:pt x="779983" y="239906"/>
                  </a:lnTo>
                  <a:lnTo>
                    <a:pt x="789733" y="221143"/>
                  </a:lnTo>
                  <a:lnTo>
                    <a:pt x="799482" y="265354"/>
                  </a:lnTo>
                  <a:lnTo>
                    <a:pt x="809232" y="242173"/>
                  </a:lnTo>
                  <a:lnTo>
                    <a:pt x="818982" y="201667"/>
                  </a:lnTo>
                  <a:lnTo>
                    <a:pt x="828732" y="199657"/>
                  </a:lnTo>
                  <a:lnTo>
                    <a:pt x="838482" y="222530"/>
                  </a:lnTo>
                  <a:lnTo>
                    <a:pt x="848232" y="217840"/>
                  </a:lnTo>
                  <a:lnTo>
                    <a:pt x="857982" y="230869"/>
                  </a:lnTo>
                  <a:lnTo>
                    <a:pt x="867732" y="221059"/>
                  </a:lnTo>
                  <a:lnTo>
                    <a:pt x="877482" y="207099"/>
                  </a:lnTo>
                  <a:lnTo>
                    <a:pt x="887231" y="199103"/>
                  </a:lnTo>
                  <a:lnTo>
                    <a:pt x="896981" y="201190"/>
                  </a:lnTo>
                  <a:lnTo>
                    <a:pt x="906730" y="225317"/>
                  </a:lnTo>
                  <a:lnTo>
                    <a:pt x="916480" y="237132"/>
                  </a:lnTo>
                  <a:lnTo>
                    <a:pt x="926230" y="225822"/>
                  </a:lnTo>
                  <a:lnTo>
                    <a:pt x="935979" y="218610"/>
                  </a:lnTo>
                  <a:lnTo>
                    <a:pt x="945729" y="225061"/>
                  </a:lnTo>
                  <a:lnTo>
                    <a:pt x="955479" y="191824"/>
                  </a:lnTo>
                  <a:lnTo>
                    <a:pt x="965229" y="194977"/>
                  </a:lnTo>
                  <a:lnTo>
                    <a:pt x="974979" y="221542"/>
                  </a:lnTo>
                  <a:lnTo>
                    <a:pt x="984729" y="191243"/>
                  </a:lnTo>
                  <a:lnTo>
                    <a:pt x="994474" y="201734"/>
                  </a:lnTo>
                  <a:lnTo>
                    <a:pt x="1004233" y="182943"/>
                  </a:lnTo>
                  <a:lnTo>
                    <a:pt x="1013977" y="160872"/>
                  </a:lnTo>
                  <a:lnTo>
                    <a:pt x="1023721" y="189314"/>
                  </a:lnTo>
                  <a:lnTo>
                    <a:pt x="1033480" y="183670"/>
                  </a:lnTo>
                  <a:lnTo>
                    <a:pt x="1043224" y="185580"/>
                  </a:lnTo>
                  <a:lnTo>
                    <a:pt x="1052983" y="205916"/>
                  </a:lnTo>
                  <a:lnTo>
                    <a:pt x="1062727" y="237362"/>
                  </a:lnTo>
                  <a:lnTo>
                    <a:pt x="1072471" y="267519"/>
                  </a:lnTo>
                  <a:lnTo>
                    <a:pt x="1082230" y="262612"/>
                  </a:lnTo>
                  <a:lnTo>
                    <a:pt x="1091973" y="231109"/>
                  </a:lnTo>
                  <a:lnTo>
                    <a:pt x="1101732" y="218352"/>
                  </a:lnTo>
                  <a:lnTo>
                    <a:pt x="1111476" y="205889"/>
                  </a:lnTo>
                  <a:lnTo>
                    <a:pt x="1121220" y="197923"/>
                  </a:lnTo>
                  <a:lnTo>
                    <a:pt x="1130979" y="197134"/>
                  </a:lnTo>
                  <a:lnTo>
                    <a:pt x="1140723" y="153540"/>
                  </a:lnTo>
                  <a:lnTo>
                    <a:pt x="1150482" y="164877"/>
                  </a:lnTo>
                  <a:lnTo>
                    <a:pt x="1160226" y="184846"/>
                  </a:lnTo>
                  <a:lnTo>
                    <a:pt x="1169969" y="170215"/>
                  </a:lnTo>
                  <a:lnTo>
                    <a:pt x="1179728" y="171237"/>
                  </a:lnTo>
                  <a:lnTo>
                    <a:pt x="1189472" y="172578"/>
                  </a:lnTo>
                  <a:lnTo>
                    <a:pt x="1199231" y="163615"/>
                  </a:lnTo>
                  <a:lnTo>
                    <a:pt x="1208975" y="153240"/>
                  </a:lnTo>
                  <a:lnTo>
                    <a:pt x="1218719" y="134074"/>
                  </a:lnTo>
                  <a:lnTo>
                    <a:pt x="1228478" y="72360"/>
                  </a:lnTo>
                  <a:lnTo>
                    <a:pt x="1238222" y="97742"/>
                  </a:lnTo>
                  <a:lnTo>
                    <a:pt x="1247966" y="85517"/>
                  </a:lnTo>
                  <a:lnTo>
                    <a:pt x="1257725" y="57766"/>
                  </a:lnTo>
                  <a:lnTo>
                    <a:pt x="1267469" y="53227"/>
                  </a:lnTo>
                  <a:lnTo>
                    <a:pt x="1277227" y="48550"/>
                  </a:lnTo>
                  <a:lnTo>
                    <a:pt x="1286971" y="29475"/>
                  </a:lnTo>
                  <a:lnTo>
                    <a:pt x="1296715" y="57439"/>
                  </a:lnTo>
                  <a:lnTo>
                    <a:pt x="1306474" y="56634"/>
                  </a:lnTo>
                  <a:lnTo>
                    <a:pt x="1316218" y="33648"/>
                  </a:lnTo>
                  <a:lnTo>
                    <a:pt x="1325977" y="6399"/>
                  </a:lnTo>
                  <a:lnTo>
                    <a:pt x="1335721" y="0"/>
                  </a:lnTo>
                  <a:lnTo>
                    <a:pt x="1345465" y="4608"/>
                  </a:lnTo>
                  <a:lnTo>
                    <a:pt x="1355224" y="21618"/>
                  </a:lnTo>
                  <a:lnTo>
                    <a:pt x="1364967" y="23835"/>
                  </a:lnTo>
                  <a:lnTo>
                    <a:pt x="1374726" y="41747"/>
                  </a:lnTo>
                  <a:lnTo>
                    <a:pt x="1384470" y="70432"/>
                  </a:lnTo>
                  <a:lnTo>
                    <a:pt x="1394214" y="78634"/>
                  </a:lnTo>
                  <a:lnTo>
                    <a:pt x="1403973" y="68546"/>
                  </a:lnTo>
                  <a:lnTo>
                    <a:pt x="1413717" y="63210"/>
                  </a:lnTo>
                  <a:lnTo>
                    <a:pt x="1423476" y="58864"/>
                  </a:lnTo>
                  <a:lnTo>
                    <a:pt x="1433220" y="71181"/>
                  </a:lnTo>
                  <a:lnTo>
                    <a:pt x="1442964" y="86696"/>
                  </a:lnTo>
                  <a:lnTo>
                    <a:pt x="1452722" y="95279"/>
                  </a:lnTo>
                  <a:lnTo>
                    <a:pt x="1462466" y="73242"/>
                  </a:lnTo>
                  <a:lnTo>
                    <a:pt x="1472225" y="104202"/>
                  </a:lnTo>
                  <a:lnTo>
                    <a:pt x="1481969" y="101635"/>
                  </a:lnTo>
                  <a:lnTo>
                    <a:pt x="1491713" y="97749"/>
                  </a:lnTo>
                  <a:lnTo>
                    <a:pt x="1501472" y="115296"/>
                  </a:lnTo>
                  <a:lnTo>
                    <a:pt x="1511216" y="131877"/>
                  </a:lnTo>
                  <a:lnTo>
                    <a:pt x="1520960" y="94592"/>
                  </a:lnTo>
                  <a:lnTo>
                    <a:pt x="1530719" y="119240"/>
                  </a:lnTo>
                  <a:lnTo>
                    <a:pt x="1540463" y="130454"/>
                  </a:lnTo>
                  <a:lnTo>
                    <a:pt x="1550221" y="129271"/>
                  </a:lnTo>
                  <a:lnTo>
                    <a:pt x="1559965" y="169278"/>
                  </a:lnTo>
                  <a:lnTo>
                    <a:pt x="1569709" y="167260"/>
                  </a:lnTo>
                  <a:lnTo>
                    <a:pt x="1579468" y="194803"/>
                  </a:lnTo>
                  <a:lnTo>
                    <a:pt x="1589212" y="237001"/>
                  </a:lnTo>
                  <a:lnTo>
                    <a:pt x="1598971" y="241289"/>
                  </a:lnTo>
                  <a:lnTo>
                    <a:pt x="1608715" y="236045"/>
                  </a:lnTo>
                  <a:lnTo>
                    <a:pt x="1618459" y="255242"/>
                  </a:lnTo>
                  <a:lnTo>
                    <a:pt x="1628218" y="312086"/>
                  </a:lnTo>
                  <a:lnTo>
                    <a:pt x="1637962" y="317593"/>
                  </a:lnTo>
                  <a:lnTo>
                    <a:pt x="1647720" y="297355"/>
                  </a:lnTo>
                  <a:lnTo>
                    <a:pt x="1657464" y="289434"/>
                  </a:lnTo>
                  <a:lnTo>
                    <a:pt x="1667208" y="298111"/>
                  </a:lnTo>
                  <a:lnTo>
                    <a:pt x="1676967" y="324258"/>
                  </a:lnTo>
                  <a:lnTo>
                    <a:pt x="1686711" y="325485"/>
                  </a:lnTo>
                  <a:lnTo>
                    <a:pt x="1696470" y="297440"/>
                  </a:lnTo>
                  <a:lnTo>
                    <a:pt x="1706214" y="286002"/>
                  </a:lnTo>
                  <a:lnTo>
                    <a:pt x="1715958" y="311739"/>
                  </a:lnTo>
                  <a:lnTo>
                    <a:pt x="1725716" y="316648"/>
                  </a:lnTo>
                  <a:lnTo>
                    <a:pt x="1735460" y="302311"/>
                  </a:lnTo>
                  <a:lnTo>
                    <a:pt x="1745219" y="319626"/>
                  </a:lnTo>
                  <a:lnTo>
                    <a:pt x="1754963" y="295053"/>
                  </a:lnTo>
                  <a:lnTo>
                    <a:pt x="1764707" y="302808"/>
                  </a:lnTo>
                  <a:lnTo>
                    <a:pt x="1774466" y="309306"/>
                  </a:lnTo>
                  <a:lnTo>
                    <a:pt x="1784210" y="328354"/>
                  </a:lnTo>
                  <a:lnTo>
                    <a:pt x="1793969" y="333347"/>
                  </a:lnTo>
                  <a:lnTo>
                    <a:pt x="1803713" y="319999"/>
                  </a:lnTo>
                  <a:lnTo>
                    <a:pt x="1813457" y="268953"/>
                  </a:lnTo>
                  <a:lnTo>
                    <a:pt x="1823215" y="268313"/>
                  </a:lnTo>
                  <a:lnTo>
                    <a:pt x="1832959" y="258581"/>
                  </a:lnTo>
                  <a:lnTo>
                    <a:pt x="1842703" y="255801"/>
                  </a:lnTo>
                  <a:lnTo>
                    <a:pt x="1852462" y="292416"/>
                  </a:lnTo>
                  <a:lnTo>
                    <a:pt x="1862206" y="294615"/>
                  </a:lnTo>
                  <a:lnTo>
                    <a:pt x="1871965" y="312825"/>
                  </a:lnTo>
                  <a:lnTo>
                    <a:pt x="1881709" y="294684"/>
                  </a:lnTo>
                  <a:lnTo>
                    <a:pt x="1891453" y="303159"/>
                  </a:lnTo>
                  <a:lnTo>
                    <a:pt x="1901212" y="249981"/>
                  </a:lnTo>
                  <a:lnTo>
                    <a:pt x="1910956" y="259253"/>
                  </a:lnTo>
                  <a:lnTo>
                    <a:pt x="1920714" y="287270"/>
                  </a:lnTo>
                  <a:lnTo>
                    <a:pt x="1930458" y="301801"/>
                  </a:lnTo>
                  <a:lnTo>
                    <a:pt x="1940202" y="266708"/>
                  </a:lnTo>
                  <a:lnTo>
                    <a:pt x="1949961" y="260334"/>
                  </a:lnTo>
                  <a:lnTo>
                    <a:pt x="1959705" y="275567"/>
                  </a:lnTo>
                  <a:lnTo>
                    <a:pt x="1969464" y="271832"/>
                  </a:lnTo>
                  <a:lnTo>
                    <a:pt x="1979208" y="265610"/>
                  </a:lnTo>
                  <a:lnTo>
                    <a:pt x="1988952" y="234562"/>
                  </a:lnTo>
                  <a:lnTo>
                    <a:pt x="1998711" y="261485"/>
                  </a:lnTo>
                  <a:lnTo>
                    <a:pt x="2008454" y="272532"/>
                  </a:lnTo>
                  <a:lnTo>
                    <a:pt x="2018213" y="270874"/>
                  </a:lnTo>
                  <a:lnTo>
                    <a:pt x="2027957" y="279132"/>
                  </a:lnTo>
                  <a:lnTo>
                    <a:pt x="2037701" y="253327"/>
                  </a:lnTo>
                  <a:lnTo>
                    <a:pt x="2047460" y="229712"/>
                  </a:lnTo>
                  <a:lnTo>
                    <a:pt x="2057204" y="230609"/>
                  </a:lnTo>
                  <a:lnTo>
                    <a:pt x="2066963" y="234273"/>
                  </a:lnTo>
                  <a:lnTo>
                    <a:pt x="2076707" y="199277"/>
                  </a:lnTo>
                  <a:lnTo>
                    <a:pt x="2086451" y="210292"/>
                  </a:lnTo>
                  <a:lnTo>
                    <a:pt x="2096210" y="257372"/>
                  </a:lnTo>
                  <a:lnTo>
                    <a:pt x="2105954" y="278370"/>
                  </a:lnTo>
                  <a:lnTo>
                    <a:pt x="2115697" y="279608"/>
                  </a:lnTo>
                  <a:lnTo>
                    <a:pt x="2125456" y="240757"/>
                  </a:lnTo>
                  <a:lnTo>
                    <a:pt x="2135200" y="243084"/>
                  </a:lnTo>
                  <a:lnTo>
                    <a:pt x="2144959" y="240486"/>
                  </a:lnTo>
                  <a:lnTo>
                    <a:pt x="2154703" y="254914"/>
                  </a:lnTo>
                  <a:lnTo>
                    <a:pt x="2164447" y="265153"/>
                  </a:lnTo>
                  <a:lnTo>
                    <a:pt x="2174206" y="245893"/>
                  </a:lnTo>
                  <a:lnTo>
                    <a:pt x="2183950" y="267419"/>
                  </a:lnTo>
                  <a:lnTo>
                    <a:pt x="2193709" y="239823"/>
                  </a:lnTo>
                  <a:lnTo>
                    <a:pt x="2203452" y="247952"/>
                  </a:lnTo>
                  <a:lnTo>
                    <a:pt x="2213196" y="235539"/>
                  </a:lnTo>
                  <a:lnTo>
                    <a:pt x="2222955" y="263873"/>
                  </a:lnTo>
                  <a:lnTo>
                    <a:pt x="2232699" y="310241"/>
                  </a:lnTo>
                  <a:lnTo>
                    <a:pt x="2242458" y="319790"/>
                  </a:lnTo>
                  <a:lnTo>
                    <a:pt x="2252202" y="331875"/>
                  </a:lnTo>
                  <a:lnTo>
                    <a:pt x="2261946" y="329276"/>
                  </a:lnTo>
                  <a:lnTo>
                    <a:pt x="2271705" y="325339"/>
                  </a:lnTo>
                  <a:lnTo>
                    <a:pt x="2281449" y="299178"/>
                  </a:lnTo>
                  <a:lnTo>
                    <a:pt x="2291208" y="288091"/>
                  </a:lnTo>
                  <a:lnTo>
                    <a:pt x="2300951" y="257305"/>
                  </a:lnTo>
                  <a:lnTo>
                    <a:pt x="2310695" y="248235"/>
                  </a:lnTo>
                  <a:lnTo>
                    <a:pt x="2320454" y="255072"/>
                  </a:lnTo>
                  <a:lnTo>
                    <a:pt x="2330198" y="243554"/>
                  </a:lnTo>
                  <a:lnTo>
                    <a:pt x="2339957" y="241086"/>
                  </a:lnTo>
                  <a:lnTo>
                    <a:pt x="2349701" y="263548"/>
                  </a:lnTo>
                  <a:lnTo>
                    <a:pt x="2359445" y="254606"/>
                  </a:lnTo>
                  <a:lnTo>
                    <a:pt x="2369204" y="259847"/>
                  </a:lnTo>
                  <a:lnTo>
                    <a:pt x="2378948" y="247661"/>
                  </a:lnTo>
                  <a:lnTo>
                    <a:pt x="2388692" y="225626"/>
                  </a:lnTo>
                  <a:lnTo>
                    <a:pt x="2398450" y="217646"/>
                  </a:lnTo>
                  <a:lnTo>
                    <a:pt x="2408194" y="204456"/>
                  </a:lnTo>
                  <a:lnTo>
                    <a:pt x="2417953" y="221508"/>
                  </a:lnTo>
                  <a:lnTo>
                    <a:pt x="2427697" y="227086"/>
                  </a:lnTo>
                  <a:lnTo>
                    <a:pt x="2437441" y="252067"/>
                  </a:lnTo>
                  <a:lnTo>
                    <a:pt x="2447200" y="252210"/>
                  </a:lnTo>
                  <a:lnTo>
                    <a:pt x="2456944" y="273481"/>
                  </a:lnTo>
                  <a:lnTo>
                    <a:pt x="2466703" y="268927"/>
                  </a:lnTo>
                  <a:lnTo>
                    <a:pt x="2476446" y="258332"/>
                  </a:lnTo>
                  <a:lnTo>
                    <a:pt x="2486190" y="247597"/>
                  </a:lnTo>
                  <a:lnTo>
                    <a:pt x="2495949" y="208227"/>
                  </a:lnTo>
                  <a:lnTo>
                    <a:pt x="2505693" y="251337"/>
                  </a:lnTo>
                  <a:lnTo>
                    <a:pt x="2515452" y="222798"/>
                  </a:lnTo>
                  <a:lnTo>
                    <a:pt x="2525196" y="161961"/>
                  </a:lnTo>
                  <a:lnTo>
                    <a:pt x="2534940" y="154257"/>
                  </a:lnTo>
                  <a:lnTo>
                    <a:pt x="2544699" y="146117"/>
                  </a:lnTo>
                  <a:lnTo>
                    <a:pt x="2554443" y="143546"/>
                  </a:lnTo>
                  <a:lnTo>
                    <a:pt x="2564202" y="167837"/>
                  </a:lnTo>
                  <a:lnTo>
                    <a:pt x="2573946" y="166250"/>
                  </a:lnTo>
                  <a:lnTo>
                    <a:pt x="2583690" y="181206"/>
                  </a:lnTo>
                  <a:lnTo>
                    <a:pt x="2593448" y="161792"/>
                  </a:lnTo>
                  <a:lnTo>
                    <a:pt x="2603192" y="184725"/>
                  </a:lnTo>
                  <a:lnTo>
                    <a:pt x="2612951" y="202459"/>
                  </a:lnTo>
                  <a:lnTo>
                    <a:pt x="2622695" y="221193"/>
                  </a:lnTo>
                  <a:lnTo>
                    <a:pt x="2632439" y="277929"/>
                  </a:lnTo>
                  <a:lnTo>
                    <a:pt x="2642198" y="289285"/>
                  </a:lnTo>
                  <a:lnTo>
                    <a:pt x="2651942" y="295965"/>
                  </a:lnTo>
                  <a:lnTo>
                    <a:pt x="2661685" y="278507"/>
                  </a:lnTo>
                  <a:lnTo>
                    <a:pt x="2671444" y="316836"/>
                  </a:lnTo>
                  <a:lnTo>
                    <a:pt x="2681188" y="317630"/>
                  </a:lnTo>
                  <a:lnTo>
                    <a:pt x="2690947" y="316380"/>
                  </a:lnTo>
                  <a:lnTo>
                    <a:pt x="2700691" y="295687"/>
                  </a:lnTo>
                  <a:lnTo>
                    <a:pt x="2710435" y="293421"/>
                  </a:lnTo>
                  <a:lnTo>
                    <a:pt x="2720194" y="301292"/>
                  </a:lnTo>
                  <a:lnTo>
                    <a:pt x="2729938" y="302116"/>
                  </a:lnTo>
                  <a:lnTo>
                    <a:pt x="2739697" y="280645"/>
                  </a:lnTo>
                  <a:lnTo>
                    <a:pt x="2749441" y="268006"/>
                  </a:lnTo>
                  <a:lnTo>
                    <a:pt x="2759185" y="261580"/>
                  </a:lnTo>
                  <a:lnTo>
                    <a:pt x="2768943" y="260926"/>
                  </a:lnTo>
                  <a:lnTo>
                    <a:pt x="2778687" y="241076"/>
                  </a:lnTo>
                  <a:lnTo>
                    <a:pt x="2788446" y="212005"/>
                  </a:lnTo>
                  <a:lnTo>
                    <a:pt x="2798190" y="203107"/>
                  </a:lnTo>
                  <a:lnTo>
                    <a:pt x="2807934" y="222887"/>
                  </a:lnTo>
                  <a:lnTo>
                    <a:pt x="2817693" y="186678"/>
                  </a:lnTo>
                  <a:lnTo>
                    <a:pt x="2827437" y="206090"/>
                  </a:lnTo>
                  <a:lnTo>
                    <a:pt x="2837196" y="213912"/>
                  </a:lnTo>
                  <a:lnTo>
                    <a:pt x="2846940" y="183698"/>
                  </a:lnTo>
                  <a:lnTo>
                    <a:pt x="2856684" y="192167"/>
                  </a:lnTo>
                  <a:lnTo>
                    <a:pt x="2866442" y="242095"/>
                  </a:lnTo>
                  <a:lnTo>
                    <a:pt x="2876186" y="217412"/>
                  </a:lnTo>
                  <a:lnTo>
                    <a:pt x="2885945" y="219642"/>
                  </a:lnTo>
                  <a:lnTo>
                    <a:pt x="2895689" y="239675"/>
                  </a:lnTo>
                  <a:lnTo>
                    <a:pt x="2905433" y="254783"/>
                  </a:lnTo>
                  <a:lnTo>
                    <a:pt x="2915192" y="27477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6" name="Freeform 1045">
              <a:extLst>
                <a:ext uri="{FF2B5EF4-FFF2-40B4-BE49-F238E27FC236}">
                  <a16:creationId xmlns:a16="http://schemas.microsoft.com/office/drawing/2014/main" id="{19D4830C-9590-12CE-25FA-E18A0C16EF80}"/>
                </a:ext>
              </a:extLst>
            </p:cNvPr>
            <p:cNvSpPr/>
            <p:nvPr/>
          </p:nvSpPr>
          <p:spPr>
            <a:xfrm>
              <a:off x="4426652" y="3261345"/>
              <a:ext cx="2915191" cy="335519"/>
            </a:xfrm>
            <a:custGeom>
              <a:avLst/>
              <a:gdLst>
                <a:gd name="connsiteX0" fmla="*/ 0 w 2915191"/>
                <a:gd name="connsiteY0" fmla="*/ 277926 h 335519"/>
                <a:gd name="connsiteX1" fmla="*/ 9750 w 2915191"/>
                <a:gd name="connsiteY1" fmla="*/ 257818 h 335519"/>
                <a:gd name="connsiteX2" fmla="*/ 19500 w 2915191"/>
                <a:gd name="connsiteY2" fmla="*/ 238592 h 335519"/>
                <a:gd name="connsiteX3" fmla="*/ 29250 w 2915191"/>
                <a:gd name="connsiteY3" fmla="*/ 217755 h 335519"/>
                <a:gd name="connsiteX4" fmla="*/ 39000 w 2915191"/>
                <a:gd name="connsiteY4" fmla="*/ 210612 h 335519"/>
                <a:gd name="connsiteX5" fmla="*/ 48749 w 2915191"/>
                <a:gd name="connsiteY5" fmla="*/ 219358 h 335519"/>
                <a:gd name="connsiteX6" fmla="*/ 58499 w 2915191"/>
                <a:gd name="connsiteY6" fmla="*/ 196829 h 335519"/>
                <a:gd name="connsiteX7" fmla="*/ 68249 w 2915191"/>
                <a:gd name="connsiteY7" fmla="*/ 185489 h 335519"/>
                <a:gd name="connsiteX8" fmla="*/ 77998 w 2915191"/>
                <a:gd name="connsiteY8" fmla="*/ 166347 h 335519"/>
                <a:gd name="connsiteX9" fmla="*/ 87748 w 2915191"/>
                <a:gd name="connsiteY9" fmla="*/ 156159 h 335519"/>
                <a:gd name="connsiteX10" fmla="*/ 97497 w 2915191"/>
                <a:gd name="connsiteY10" fmla="*/ 150006 h 335519"/>
                <a:gd name="connsiteX11" fmla="*/ 107247 w 2915191"/>
                <a:gd name="connsiteY11" fmla="*/ 151281 h 335519"/>
                <a:gd name="connsiteX12" fmla="*/ 116997 w 2915191"/>
                <a:gd name="connsiteY12" fmla="*/ 163347 h 335519"/>
                <a:gd name="connsiteX13" fmla="*/ 126747 w 2915191"/>
                <a:gd name="connsiteY13" fmla="*/ 175368 h 335519"/>
                <a:gd name="connsiteX14" fmla="*/ 136497 w 2915191"/>
                <a:gd name="connsiteY14" fmla="*/ 164699 h 335519"/>
                <a:gd name="connsiteX15" fmla="*/ 146247 w 2915191"/>
                <a:gd name="connsiteY15" fmla="*/ 164398 h 335519"/>
                <a:gd name="connsiteX16" fmla="*/ 155997 w 2915191"/>
                <a:gd name="connsiteY16" fmla="*/ 194099 h 335519"/>
                <a:gd name="connsiteX17" fmla="*/ 165747 w 2915191"/>
                <a:gd name="connsiteY17" fmla="*/ 196754 h 335519"/>
                <a:gd name="connsiteX18" fmla="*/ 175497 w 2915191"/>
                <a:gd name="connsiteY18" fmla="*/ 210469 h 335519"/>
                <a:gd name="connsiteX19" fmla="*/ 185247 w 2915191"/>
                <a:gd name="connsiteY19" fmla="*/ 213619 h 335519"/>
                <a:gd name="connsiteX20" fmla="*/ 194996 w 2915191"/>
                <a:gd name="connsiteY20" fmla="*/ 174920 h 335519"/>
                <a:gd name="connsiteX21" fmla="*/ 204746 w 2915191"/>
                <a:gd name="connsiteY21" fmla="*/ 172707 h 335519"/>
                <a:gd name="connsiteX22" fmla="*/ 214495 w 2915191"/>
                <a:gd name="connsiteY22" fmla="*/ 175057 h 335519"/>
                <a:gd name="connsiteX23" fmla="*/ 224245 w 2915191"/>
                <a:gd name="connsiteY23" fmla="*/ 192815 h 335519"/>
                <a:gd name="connsiteX24" fmla="*/ 233995 w 2915191"/>
                <a:gd name="connsiteY24" fmla="*/ 204006 h 335519"/>
                <a:gd name="connsiteX25" fmla="*/ 243744 w 2915191"/>
                <a:gd name="connsiteY25" fmla="*/ 195035 h 335519"/>
                <a:gd name="connsiteX26" fmla="*/ 253494 w 2915191"/>
                <a:gd name="connsiteY26" fmla="*/ 156980 h 335519"/>
                <a:gd name="connsiteX27" fmla="*/ 263244 w 2915191"/>
                <a:gd name="connsiteY27" fmla="*/ 164659 h 335519"/>
                <a:gd name="connsiteX28" fmla="*/ 272994 w 2915191"/>
                <a:gd name="connsiteY28" fmla="*/ 145362 h 335519"/>
                <a:gd name="connsiteX29" fmla="*/ 282744 w 2915191"/>
                <a:gd name="connsiteY29" fmla="*/ 148363 h 335519"/>
                <a:gd name="connsiteX30" fmla="*/ 292494 w 2915191"/>
                <a:gd name="connsiteY30" fmla="*/ 146122 h 335519"/>
                <a:gd name="connsiteX31" fmla="*/ 302244 w 2915191"/>
                <a:gd name="connsiteY31" fmla="*/ 145259 h 335519"/>
                <a:gd name="connsiteX32" fmla="*/ 311994 w 2915191"/>
                <a:gd name="connsiteY32" fmla="*/ 154498 h 335519"/>
                <a:gd name="connsiteX33" fmla="*/ 321744 w 2915191"/>
                <a:gd name="connsiteY33" fmla="*/ 180692 h 335519"/>
                <a:gd name="connsiteX34" fmla="*/ 331493 w 2915191"/>
                <a:gd name="connsiteY34" fmla="*/ 214255 h 335519"/>
                <a:gd name="connsiteX35" fmla="*/ 341243 w 2915191"/>
                <a:gd name="connsiteY35" fmla="*/ 185108 h 335519"/>
                <a:gd name="connsiteX36" fmla="*/ 350993 w 2915191"/>
                <a:gd name="connsiteY36" fmla="*/ 170908 h 335519"/>
                <a:gd name="connsiteX37" fmla="*/ 360742 w 2915191"/>
                <a:gd name="connsiteY37" fmla="*/ 205548 h 335519"/>
                <a:gd name="connsiteX38" fmla="*/ 370492 w 2915191"/>
                <a:gd name="connsiteY38" fmla="*/ 183053 h 335519"/>
                <a:gd name="connsiteX39" fmla="*/ 380241 w 2915191"/>
                <a:gd name="connsiteY39" fmla="*/ 156468 h 335519"/>
                <a:gd name="connsiteX40" fmla="*/ 389991 w 2915191"/>
                <a:gd name="connsiteY40" fmla="*/ 163245 h 335519"/>
                <a:gd name="connsiteX41" fmla="*/ 399741 w 2915191"/>
                <a:gd name="connsiteY41" fmla="*/ 133641 h 335519"/>
                <a:gd name="connsiteX42" fmla="*/ 409491 w 2915191"/>
                <a:gd name="connsiteY42" fmla="*/ 142235 h 335519"/>
                <a:gd name="connsiteX43" fmla="*/ 419241 w 2915191"/>
                <a:gd name="connsiteY43" fmla="*/ 123790 h 335519"/>
                <a:gd name="connsiteX44" fmla="*/ 428991 w 2915191"/>
                <a:gd name="connsiteY44" fmla="*/ 89153 h 335519"/>
                <a:gd name="connsiteX45" fmla="*/ 438741 w 2915191"/>
                <a:gd name="connsiteY45" fmla="*/ 79386 h 335519"/>
                <a:gd name="connsiteX46" fmla="*/ 448491 w 2915191"/>
                <a:gd name="connsiteY46" fmla="*/ 111266 h 335519"/>
                <a:gd name="connsiteX47" fmla="*/ 458241 w 2915191"/>
                <a:gd name="connsiteY47" fmla="*/ 135728 h 335519"/>
                <a:gd name="connsiteX48" fmla="*/ 467991 w 2915191"/>
                <a:gd name="connsiteY48" fmla="*/ 137150 h 335519"/>
                <a:gd name="connsiteX49" fmla="*/ 477740 w 2915191"/>
                <a:gd name="connsiteY49" fmla="*/ 143741 h 335519"/>
                <a:gd name="connsiteX50" fmla="*/ 487490 w 2915191"/>
                <a:gd name="connsiteY50" fmla="*/ 165733 h 335519"/>
                <a:gd name="connsiteX51" fmla="*/ 497239 w 2915191"/>
                <a:gd name="connsiteY51" fmla="*/ 170106 h 335519"/>
                <a:gd name="connsiteX52" fmla="*/ 506989 w 2915191"/>
                <a:gd name="connsiteY52" fmla="*/ 182466 h 335519"/>
                <a:gd name="connsiteX53" fmla="*/ 516738 w 2915191"/>
                <a:gd name="connsiteY53" fmla="*/ 161061 h 335519"/>
                <a:gd name="connsiteX54" fmla="*/ 526488 w 2915191"/>
                <a:gd name="connsiteY54" fmla="*/ 176495 h 335519"/>
                <a:gd name="connsiteX55" fmla="*/ 536238 w 2915191"/>
                <a:gd name="connsiteY55" fmla="*/ 190008 h 335519"/>
                <a:gd name="connsiteX56" fmla="*/ 545988 w 2915191"/>
                <a:gd name="connsiteY56" fmla="*/ 199186 h 335519"/>
                <a:gd name="connsiteX57" fmla="*/ 555738 w 2915191"/>
                <a:gd name="connsiteY57" fmla="*/ 169361 h 335519"/>
                <a:gd name="connsiteX58" fmla="*/ 565488 w 2915191"/>
                <a:gd name="connsiteY58" fmla="*/ 145371 h 335519"/>
                <a:gd name="connsiteX59" fmla="*/ 575238 w 2915191"/>
                <a:gd name="connsiteY59" fmla="*/ 115552 h 335519"/>
                <a:gd name="connsiteX60" fmla="*/ 584988 w 2915191"/>
                <a:gd name="connsiteY60" fmla="*/ 111193 h 335519"/>
                <a:gd name="connsiteX61" fmla="*/ 594738 w 2915191"/>
                <a:gd name="connsiteY61" fmla="*/ 113061 h 335519"/>
                <a:gd name="connsiteX62" fmla="*/ 604488 w 2915191"/>
                <a:gd name="connsiteY62" fmla="*/ 102933 h 335519"/>
                <a:gd name="connsiteX63" fmla="*/ 614237 w 2915191"/>
                <a:gd name="connsiteY63" fmla="*/ 110537 h 335519"/>
                <a:gd name="connsiteX64" fmla="*/ 623987 w 2915191"/>
                <a:gd name="connsiteY64" fmla="*/ 91225 h 335519"/>
                <a:gd name="connsiteX65" fmla="*/ 633736 w 2915191"/>
                <a:gd name="connsiteY65" fmla="*/ 84510 h 335519"/>
                <a:gd name="connsiteX66" fmla="*/ 643486 w 2915191"/>
                <a:gd name="connsiteY66" fmla="*/ 81864 h 335519"/>
                <a:gd name="connsiteX67" fmla="*/ 653236 w 2915191"/>
                <a:gd name="connsiteY67" fmla="*/ 76676 h 335519"/>
                <a:gd name="connsiteX68" fmla="*/ 662985 w 2915191"/>
                <a:gd name="connsiteY68" fmla="*/ 48799 h 335519"/>
                <a:gd name="connsiteX69" fmla="*/ 672735 w 2915191"/>
                <a:gd name="connsiteY69" fmla="*/ 18630 h 335519"/>
                <a:gd name="connsiteX70" fmla="*/ 682485 w 2915191"/>
                <a:gd name="connsiteY70" fmla="*/ 3926 h 335519"/>
                <a:gd name="connsiteX71" fmla="*/ 692235 w 2915191"/>
                <a:gd name="connsiteY71" fmla="*/ 46544 h 335519"/>
                <a:gd name="connsiteX72" fmla="*/ 701985 w 2915191"/>
                <a:gd name="connsiteY72" fmla="*/ 34621 h 335519"/>
                <a:gd name="connsiteX73" fmla="*/ 711735 w 2915191"/>
                <a:gd name="connsiteY73" fmla="*/ 38509 h 335519"/>
                <a:gd name="connsiteX74" fmla="*/ 721485 w 2915191"/>
                <a:gd name="connsiteY74" fmla="*/ 28125 h 335519"/>
                <a:gd name="connsiteX75" fmla="*/ 731235 w 2915191"/>
                <a:gd name="connsiteY75" fmla="*/ 64028 h 335519"/>
                <a:gd name="connsiteX76" fmla="*/ 740985 w 2915191"/>
                <a:gd name="connsiteY76" fmla="*/ 97265 h 335519"/>
                <a:gd name="connsiteX77" fmla="*/ 750734 w 2915191"/>
                <a:gd name="connsiteY77" fmla="*/ 79288 h 335519"/>
                <a:gd name="connsiteX78" fmla="*/ 760484 w 2915191"/>
                <a:gd name="connsiteY78" fmla="*/ 86541 h 335519"/>
                <a:gd name="connsiteX79" fmla="*/ 770233 w 2915191"/>
                <a:gd name="connsiteY79" fmla="*/ 103277 h 335519"/>
                <a:gd name="connsiteX80" fmla="*/ 779983 w 2915191"/>
                <a:gd name="connsiteY80" fmla="*/ 111142 h 335519"/>
                <a:gd name="connsiteX81" fmla="*/ 789733 w 2915191"/>
                <a:gd name="connsiteY81" fmla="*/ 170404 h 335519"/>
                <a:gd name="connsiteX82" fmla="*/ 799482 w 2915191"/>
                <a:gd name="connsiteY82" fmla="*/ 178390 h 335519"/>
                <a:gd name="connsiteX83" fmla="*/ 809232 w 2915191"/>
                <a:gd name="connsiteY83" fmla="*/ 201898 h 335519"/>
                <a:gd name="connsiteX84" fmla="*/ 818982 w 2915191"/>
                <a:gd name="connsiteY84" fmla="*/ 214405 h 335519"/>
                <a:gd name="connsiteX85" fmla="*/ 828732 w 2915191"/>
                <a:gd name="connsiteY85" fmla="*/ 201619 h 335519"/>
                <a:gd name="connsiteX86" fmla="*/ 838482 w 2915191"/>
                <a:gd name="connsiteY86" fmla="*/ 184141 h 335519"/>
                <a:gd name="connsiteX87" fmla="*/ 848232 w 2915191"/>
                <a:gd name="connsiteY87" fmla="*/ 178290 h 335519"/>
                <a:gd name="connsiteX88" fmla="*/ 857982 w 2915191"/>
                <a:gd name="connsiteY88" fmla="*/ 203901 h 335519"/>
                <a:gd name="connsiteX89" fmla="*/ 867732 w 2915191"/>
                <a:gd name="connsiteY89" fmla="*/ 208770 h 335519"/>
                <a:gd name="connsiteX90" fmla="*/ 877482 w 2915191"/>
                <a:gd name="connsiteY90" fmla="*/ 240870 h 335519"/>
                <a:gd name="connsiteX91" fmla="*/ 887231 w 2915191"/>
                <a:gd name="connsiteY91" fmla="*/ 275430 h 335519"/>
                <a:gd name="connsiteX92" fmla="*/ 896981 w 2915191"/>
                <a:gd name="connsiteY92" fmla="*/ 274618 h 335519"/>
                <a:gd name="connsiteX93" fmla="*/ 906730 w 2915191"/>
                <a:gd name="connsiteY93" fmla="*/ 289100 h 335519"/>
                <a:gd name="connsiteX94" fmla="*/ 916480 w 2915191"/>
                <a:gd name="connsiteY94" fmla="*/ 291822 h 335519"/>
                <a:gd name="connsiteX95" fmla="*/ 926230 w 2915191"/>
                <a:gd name="connsiteY95" fmla="*/ 315979 h 335519"/>
                <a:gd name="connsiteX96" fmla="*/ 935979 w 2915191"/>
                <a:gd name="connsiteY96" fmla="*/ 283300 h 335519"/>
                <a:gd name="connsiteX97" fmla="*/ 945729 w 2915191"/>
                <a:gd name="connsiteY97" fmla="*/ 287973 h 335519"/>
                <a:gd name="connsiteX98" fmla="*/ 955479 w 2915191"/>
                <a:gd name="connsiteY98" fmla="*/ 286731 h 335519"/>
                <a:gd name="connsiteX99" fmla="*/ 965229 w 2915191"/>
                <a:gd name="connsiteY99" fmla="*/ 306219 h 335519"/>
                <a:gd name="connsiteX100" fmla="*/ 974979 w 2915191"/>
                <a:gd name="connsiteY100" fmla="*/ 306043 h 335519"/>
                <a:gd name="connsiteX101" fmla="*/ 984729 w 2915191"/>
                <a:gd name="connsiteY101" fmla="*/ 306310 h 335519"/>
                <a:gd name="connsiteX102" fmla="*/ 994474 w 2915191"/>
                <a:gd name="connsiteY102" fmla="*/ 258140 h 335519"/>
                <a:gd name="connsiteX103" fmla="*/ 1004233 w 2915191"/>
                <a:gd name="connsiteY103" fmla="*/ 288879 h 335519"/>
                <a:gd name="connsiteX104" fmla="*/ 1013977 w 2915191"/>
                <a:gd name="connsiteY104" fmla="*/ 289943 h 335519"/>
                <a:gd name="connsiteX105" fmla="*/ 1023721 w 2915191"/>
                <a:gd name="connsiteY105" fmla="*/ 279459 h 335519"/>
                <a:gd name="connsiteX106" fmla="*/ 1033480 w 2915191"/>
                <a:gd name="connsiteY106" fmla="*/ 274618 h 335519"/>
                <a:gd name="connsiteX107" fmla="*/ 1043224 w 2915191"/>
                <a:gd name="connsiteY107" fmla="*/ 261577 h 335519"/>
                <a:gd name="connsiteX108" fmla="*/ 1052983 w 2915191"/>
                <a:gd name="connsiteY108" fmla="*/ 265981 h 335519"/>
                <a:gd name="connsiteX109" fmla="*/ 1062727 w 2915191"/>
                <a:gd name="connsiteY109" fmla="*/ 242801 h 335519"/>
                <a:gd name="connsiteX110" fmla="*/ 1072471 w 2915191"/>
                <a:gd name="connsiteY110" fmla="*/ 208915 h 335519"/>
                <a:gd name="connsiteX111" fmla="*/ 1082230 w 2915191"/>
                <a:gd name="connsiteY111" fmla="*/ 215521 h 335519"/>
                <a:gd name="connsiteX112" fmla="*/ 1091973 w 2915191"/>
                <a:gd name="connsiteY112" fmla="*/ 200542 h 335519"/>
                <a:gd name="connsiteX113" fmla="*/ 1101732 w 2915191"/>
                <a:gd name="connsiteY113" fmla="*/ 190081 h 335519"/>
                <a:gd name="connsiteX114" fmla="*/ 1111476 w 2915191"/>
                <a:gd name="connsiteY114" fmla="*/ 176128 h 335519"/>
                <a:gd name="connsiteX115" fmla="*/ 1121220 w 2915191"/>
                <a:gd name="connsiteY115" fmla="*/ 174857 h 335519"/>
                <a:gd name="connsiteX116" fmla="*/ 1130979 w 2915191"/>
                <a:gd name="connsiteY116" fmla="*/ 158811 h 335519"/>
                <a:gd name="connsiteX117" fmla="*/ 1140723 w 2915191"/>
                <a:gd name="connsiteY117" fmla="*/ 157983 h 335519"/>
                <a:gd name="connsiteX118" fmla="*/ 1150482 w 2915191"/>
                <a:gd name="connsiteY118" fmla="*/ 150951 h 335519"/>
                <a:gd name="connsiteX119" fmla="*/ 1160226 w 2915191"/>
                <a:gd name="connsiteY119" fmla="*/ 129363 h 335519"/>
                <a:gd name="connsiteX120" fmla="*/ 1169969 w 2915191"/>
                <a:gd name="connsiteY120" fmla="*/ 135029 h 335519"/>
                <a:gd name="connsiteX121" fmla="*/ 1179728 w 2915191"/>
                <a:gd name="connsiteY121" fmla="*/ 130455 h 335519"/>
                <a:gd name="connsiteX122" fmla="*/ 1189472 w 2915191"/>
                <a:gd name="connsiteY122" fmla="*/ 172277 h 335519"/>
                <a:gd name="connsiteX123" fmla="*/ 1199231 w 2915191"/>
                <a:gd name="connsiteY123" fmla="*/ 199202 h 335519"/>
                <a:gd name="connsiteX124" fmla="*/ 1208975 w 2915191"/>
                <a:gd name="connsiteY124" fmla="*/ 236849 h 335519"/>
                <a:gd name="connsiteX125" fmla="*/ 1218719 w 2915191"/>
                <a:gd name="connsiteY125" fmla="*/ 216211 h 335519"/>
                <a:gd name="connsiteX126" fmla="*/ 1228478 w 2915191"/>
                <a:gd name="connsiteY126" fmla="*/ 200893 h 335519"/>
                <a:gd name="connsiteX127" fmla="*/ 1238222 w 2915191"/>
                <a:gd name="connsiteY127" fmla="*/ 186607 h 335519"/>
                <a:gd name="connsiteX128" fmla="*/ 1247966 w 2915191"/>
                <a:gd name="connsiteY128" fmla="*/ 157472 h 335519"/>
                <a:gd name="connsiteX129" fmla="*/ 1257725 w 2915191"/>
                <a:gd name="connsiteY129" fmla="*/ 153847 h 335519"/>
                <a:gd name="connsiteX130" fmla="*/ 1267469 w 2915191"/>
                <a:gd name="connsiteY130" fmla="*/ 154163 h 335519"/>
                <a:gd name="connsiteX131" fmla="*/ 1277227 w 2915191"/>
                <a:gd name="connsiteY131" fmla="*/ 174831 h 335519"/>
                <a:gd name="connsiteX132" fmla="*/ 1286971 w 2915191"/>
                <a:gd name="connsiteY132" fmla="*/ 192337 h 335519"/>
                <a:gd name="connsiteX133" fmla="*/ 1296715 w 2915191"/>
                <a:gd name="connsiteY133" fmla="*/ 173384 h 335519"/>
                <a:gd name="connsiteX134" fmla="*/ 1306474 w 2915191"/>
                <a:gd name="connsiteY134" fmla="*/ 171098 h 335519"/>
                <a:gd name="connsiteX135" fmla="*/ 1316218 w 2915191"/>
                <a:gd name="connsiteY135" fmla="*/ 185306 h 335519"/>
                <a:gd name="connsiteX136" fmla="*/ 1325977 w 2915191"/>
                <a:gd name="connsiteY136" fmla="*/ 228310 h 335519"/>
                <a:gd name="connsiteX137" fmla="*/ 1335721 w 2915191"/>
                <a:gd name="connsiteY137" fmla="*/ 254419 h 335519"/>
                <a:gd name="connsiteX138" fmla="*/ 1345465 w 2915191"/>
                <a:gd name="connsiteY138" fmla="*/ 251708 h 335519"/>
                <a:gd name="connsiteX139" fmla="*/ 1355224 w 2915191"/>
                <a:gd name="connsiteY139" fmla="*/ 262082 h 335519"/>
                <a:gd name="connsiteX140" fmla="*/ 1364967 w 2915191"/>
                <a:gd name="connsiteY140" fmla="*/ 202571 h 335519"/>
                <a:gd name="connsiteX141" fmla="*/ 1374726 w 2915191"/>
                <a:gd name="connsiteY141" fmla="*/ 174226 h 335519"/>
                <a:gd name="connsiteX142" fmla="*/ 1384470 w 2915191"/>
                <a:gd name="connsiteY142" fmla="*/ 186263 h 335519"/>
                <a:gd name="connsiteX143" fmla="*/ 1394214 w 2915191"/>
                <a:gd name="connsiteY143" fmla="*/ 185133 h 335519"/>
                <a:gd name="connsiteX144" fmla="*/ 1403973 w 2915191"/>
                <a:gd name="connsiteY144" fmla="*/ 224715 h 335519"/>
                <a:gd name="connsiteX145" fmla="*/ 1413717 w 2915191"/>
                <a:gd name="connsiteY145" fmla="*/ 262690 h 335519"/>
                <a:gd name="connsiteX146" fmla="*/ 1423476 w 2915191"/>
                <a:gd name="connsiteY146" fmla="*/ 300428 h 335519"/>
                <a:gd name="connsiteX147" fmla="*/ 1433220 w 2915191"/>
                <a:gd name="connsiteY147" fmla="*/ 294784 h 335519"/>
                <a:gd name="connsiteX148" fmla="*/ 1442964 w 2915191"/>
                <a:gd name="connsiteY148" fmla="*/ 308991 h 335519"/>
                <a:gd name="connsiteX149" fmla="*/ 1452722 w 2915191"/>
                <a:gd name="connsiteY149" fmla="*/ 295901 h 335519"/>
                <a:gd name="connsiteX150" fmla="*/ 1462466 w 2915191"/>
                <a:gd name="connsiteY150" fmla="*/ 284016 h 335519"/>
                <a:gd name="connsiteX151" fmla="*/ 1472225 w 2915191"/>
                <a:gd name="connsiteY151" fmla="*/ 314106 h 335519"/>
                <a:gd name="connsiteX152" fmla="*/ 1481969 w 2915191"/>
                <a:gd name="connsiteY152" fmla="*/ 292203 h 335519"/>
                <a:gd name="connsiteX153" fmla="*/ 1491713 w 2915191"/>
                <a:gd name="connsiteY153" fmla="*/ 283003 h 335519"/>
                <a:gd name="connsiteX154" fmla="*/ 1501472 w 2915191"/>
                <a:gd name="connsiteY154" fmla="*/ 292166 h 335519"/>
                <a:gd name="connsiteX155" fmla="*/ 1511216 w 2915191"/>
                <a:gd name="connsiteY155" fmla="*/ 301767 h 335519"/>
                <a:gd name="connsiteX156" fmla="*/ 1520960 w 2915191"/>
                <a:gd name="connsiteY156" fmla="*/ 303036 h 335519"/>
                <a:gd name="connsiteX157" fmla="*/ 1530719 w 2915191"/>
                <a:gd name="connsiteY157" fmla="*/ 292238 h 335519"/>
                <a:gd name="connsiteX158" fmla="*/ 1540463 w 2915191"/>
                <a:gd name="connsiteY158" fmla="*/ 274779 h 335519"/>
                <a:gd name="connsiteX159" fmla="*/ 1550221 w 2915191"/>
                <a:gd name="connsiteY159" fmla="*/ 309923 h 335519"/>
                <a:gd name="connsiteX160" fmla="*/ 1559965 w 2915191"/>
                <a:gd name="connsiteY160" fmla="*/ 318752 h 335519"/>
                <a:gd name="connsiteX161" fmla="*/ 1569709 w 2915191"/>
                <a:gd name="connsiteY161" fmla="*/ 335519 h 335519"/>
                <a:gd name="connsiteX162" fmla="*/ 1579468 w 2915191"/>
                <a:gd name="connsiteY162" fmla="*/ 314838 h 335519"/>
                <a:gd name="connsiteX163" fmla="*/ 1589212 w 2915191"/>
                <a:gd name="connsiteY163" fmla="*/ 303261 h 335519"/>
                <a:gd name="connsiteX164" fmla="*/ 1598971 w 2915191"/>
                <a:gd name="connsiteY164" fmla="*/ 246396 h 335519"/>
                <a:gd name="connsiteX165" fmla="*/ 1608715 w 2915191"/>
                <a:gd name="connsiteY165" fmla="*/ 236235 h 335519"/>
                <a:gd name="connsiteX166" fmla="*/ 1618459 w 2915191"/>
                <a:gd name="connsiteY166" fmla="*/ 231910 h 335519"/>
                <a:gd name="connsiteX167" fmla="*/ 1628218 w 2915191"/>
                <a:gd name="connsiteY167" fmla="*/ 242155 h 335519"/>
                <a:gd name="connsiteX168" fmla="*/ 1637962 w 2915191"/>
                <a:gd name="connsiteY168" fmla="*/ 216053 h 335519"/>
                <a:gd name="connsiteX169" fmla="*/ 1647720 w 2915191"/>
                <a:gd name="connsiteY169" fmla="*/ 220724 h 335519"/>
                <a:gd name="connsiteX170" fmla="*/ 1657464 w 2915191"/>
                <a:gd name="connsiteY170" fmla="*/ 224569 h 335519"/>
                <a:gd name="connsiteX171" fmla="*/ 1667208 w 2915191"/>
                <a:gd name="connsiteY171" fmla="*/ 241667 h 335519"/>
                <a:gd name="connsiteX172" fmla="*/ 1676967 w 2915191"/>
                <a:gd name="connsiteY172" fmla="*/ 255664 h 335519"/>
                <a:gd name="connsiteX173" fmla="*/ 1686711 w 2915191"/>
                <a:gd name="connsiteY173" fmla="*/ 267252 h 335519"/>
                <a:gd name="connsiteX174" fmla="*/ 1696470 w 2915191"/>
                <a:gd name="connsiteY174" fmla="*/ 261626 h 335519"/>
                <a:gd name="connsiteX175" fmla="*/ 1706214 w 2915191"/>
                <a:gd name="connsiteY175" fmla="*/ 258974 h 335519"/>
                <a:gd name="connsiteX176" fmla="*/ 1715958 w 2915191"/>
                <a:gd name="connsiteY176" fmla="*/ 260482 h 335519"/>
                <a:gd name="connsiteX177" fmla="*/ 1725716 w 2915191"/>
                <a:gd name="connsiteY177" fmla="*/ 218955 h 335519"/>
                <a:gd name="connsiteX178" fmla="*/ 1735460 w 2915191"/>
                <a:gd name="connsiteY178" fmla="*/ 207096 h 335519"/>
                <a:gd name="connsiteX179" fmla="*/ 1745219 w 2915191"/>
                <a:gd name="connsiteY179" fmla="*/ 194003 h 335519"/>
                <a:gd name="connsiteX180" fmla="*/ 1754963 w 2915191"/>
                <a:gd name="connsiteY180" fmla="*/ 154707 h 335519"/>
                <a:gd name="connsiteX181" fmla="*/ 1764707 w 2915191"/>
                <a:gd name="connsiteY181" fmla="*/ 147007 h 335519"/>
                <a:gd name="connsiteX182" fmla="*/ 1774466 w 2915191"/>
                <a:gd name="connsiteY182" fmla="*/ 153713 h 335519"/>
                <a:gd name="connsiteX183" fmla="*/ 1784210 w 2915191"/>
                <a:gd name="connsiteY183" fmla="*/ 126395 h 335519"/>
                <a:gd name="connsiteX184" fmla="*/ 1793969 w 2915191"/>
                <a:gd name="connsiteY184" fmla="*/ 153360 h 335519"/>
                <a:gd name="connsiteX185" fmla="*/ 1803713 w 2915191"/>
                <a:gd name="connsiteY185" fmla="*/ 164284 h 335519"/>
                <a:gd name="connsiteX186" fmla="*/ 1813457 w 2915191"/>
                <a:gd name="connsiteY186" fmla="*/ 162743 h 335519"/>
                <a:gd name="connsiteX187" fmla="*/ 1823215 w 2915191"/>
                <a:gd name="connsiteY187" fmla="*/ 171568 h 335519"/>
                <a:gd name="connsiteX188" fmla="*/ 1832959 w 2915191"/>
                <a:gd name="connsiteY188" fmla="*/ 117176 h 335519"/>
                <a:gd name="connsiteX189" fmla="*/ 1842703 w 2915191"/>
                <a:gd name="connsiteY189" fmla="*/ 105944 h 335519"/>
                <a:gd name="connsiteX190" fmla="*/ 1852462 w 2915191"/>
                <a:gd name="connsiteY190" fmla="*/ 106119 h 335519"/>
                <a:gd name="connsiteX191" fmla="*/ 1862206 w 2915191"/>
                <a:gd name="connsiteY191" fmla="*/ 88768 h 335519"/>
                <a:gd name="connsiteX192" fmla="*/ 1871965 w 2915191"/>
                <a:gd name="connsiteY192" fmla="*/ 79753 h 335519"/>
                <a:gd name="connsiteX193" fmla="*/ 1881709 w 2915191"/>
                <a:gd name="connsiteY193" fmla="*/ 82812 h 335519"/>
                <a:gd name="connsiteX194" fmla="*/ 1891453 w 2915191"/>
                <a:gd name="connsiteY194" fmla="*/ 73923 h 335519"/>
                <a:gd name="connsiteX195" fmla="*/ 1901212 w 2915191"/>
                <a:gd name="connsiteY195" fmla="*/ 93080 h 335519"/>
                <a:gd name="connsiteX196" fmla="*/ 1910956 w 2915191"/>
                <a:gd name="connsiteY196" fmla="*/ 113891 h 335519"/>
                <a:gd name="connsiteX197" fmla="*/ 1920714 w 2915191"/>
                <a:gd name="connsiteY197" fmla="*/ 116285 h 335519"/>
                <a:gd name="connsiteX198" fmla="*/ 1930458 w 2915191"/>
                <a:gd name="connsiteY198" fmla="*/ 83978 h 335519"/>
                <a:gd name="connsiteX199" fmla="*/ 1940202 w 2915191"/>
                <a:gd name="connsiteY199" fmla="*/ 55315 h 335519"/>
                <a:gd name="connsiteX200" fmla="*/ 1949961 w 2915191"/>
                <a:gd name="connsiteY200" fmla="*/ 91274 h 335519"/>
                <a:gd name="connsiteX201" fmla="*/ 1959705 w 2915191"/>
                <a:gd name="connsiteY201" fmla="*/ 97889 h 335519"/>
                <a:gd name="connsiteX202" fmla="*/ 1969464 w 2915191"/>
                <a:gd name="connsiteY202" fmla="*/ 45829 h 335519"/>
                <a:gd name="connsiteX203" fmla="*/ 1979208 w 2915191"/>
                <a:gd name="connsiteY203" fmla="*/ 0 h 335519"/>
                <a:gd name="connsiteX204" fmla="*/ 1988952 w 2915191"/>
                <a:gd name="connsiteY204" fmla="*/ 14920 h 335519"/>
                <a:gd name="connsiteX205" fmla="*/ 1998711 w 2915191"/>
                <a:gd name="connsiteY205" fmla="*/ 32530 h 335519"/>
                <a:gd name="connsiteX206" fmla="*/ 2008454 w 2915191"/>
                <a:gd name="connsiteY206" fmla="*/ 25583 h 335519"/>
                <a:gd name="connsiteX207" fmla="*/ 2018213 w 2915191"/>
                <a:gd name="connsiteY207" fmla="*/ 25482 h 335519"/>
                <a:gd name="connsiteX208" fmla="*/ 2027957 w 2915191"/>
                <a:gd name="connsiteY208" fmla="*/ 51679 h 335519"/>
                <a:gd name="connsiteX209" fmla="*/ 2037701 w 2915191"/>
                <a:gd name="connsiteY209" fmla="*/ 68015 h 335519"/>
                <a:gd name="connsiteX210" fmla="*/ 2047460 w 2915191"/>
                <a:gd name="connsiteY210" fmla="*/ 89376 h 335519"/>
                <a:gd name="connsiteX211" fmla="*/ 2057204 w 2915191"/>
                <a:gd name="connsiteY211" fmla="*/ 100115 h 335519"/>
                <a:gd name="connsiteX212" fmla="*/ 2066963 w 2915191"/>
                <a:gd name="connsiteY212" fmla="*/ 88393 h 335519"/>
                <a:gd name="connsiteX213" fmla="*/ 2076707 w 2915191"/>
                <a:gd name="connsiteY213" fmla="*/ 44673 h 335519"/>
                <a:gd name="connsiteX214" fmla="*/ 2086451 w 2915191"/>
                <a:gd name="connsiteY214" fmla="*/ 72638 h 335519"/>
                <a:gd name="connsiteX215" fmla="*/ 2096210 w 2915191"/>
                <a:gd name="connsiteY215" fmla="*/ 92049 h 335519"/>
                <a:gd name="connsiteX216" fmla="*/ 2105954 w 2915191"/>
                <a:gd name="connsiteY216" fmla="*/ 113757 h 335519"/>
                <a:gd name="connsiteX217" fmla="*/ 2115697 w 2915191"/>
                <a:gd name="connsiteY217" fmla="*/ 113191 h 335519"/>
                <a:gd name="connsiteX218" fmla="*/ 2125456 w 2915191"/>
                <a:gd name="connsiteY218" fmla="*/ 111672 h 335519"/>
                <a:gd name="connsiteX219" fmla="*/ 2135200 w 2915191"/>
                <a:gd name="connsiteY219" fmla="*/ 71177 h 335519"/>
                <a:gd name="connsiteX220" fmla="*/ 2144959 w 2915191"/>
                <a:gd name="connsiteY220" fmla="*/ 77370 h 335519"/>
                <a:gd name="connsiteX221" fmla="*/ 2154703 w 2915191"/>
                <a:gd name="connsiteY221" fmla="*/ 88321 h 335519"/>
                <a:gd name="connsiteX222" fmla="*/ 2164447 w 2915191"/>
                <a:gd name="connsiteY222" fmla="*/ 146003 h 335519"/>
                <a:gd name="connsiteX223" fmla="*/ 2174206 w 2915191"/>
                <a:gd name="connsiteY223" fmla="*/ 148635 h 335519"/>
                <a:gd name="connsiteX224" fmla="*/ 2183950 w 2915191"/>
                <a:gd name="connsiteY224" fmla="*/ 133787 h 335519"/>
                <a:gd name="connsiteX225" fmla="*/ 2193709 w 2915191"/>
                <a:gd name="connsiteY225" fmla="*/ 154437 h 335519"/>
                <a:gd name="connsiteX226" fmla="*/ 2203452 w 2915191"/>
                <a:gd name="connsiteY226" fmla="*/ 145499 h 335519"/>
                <a:gd name="connsiteX227" fmla="*/ 2213196 w 2915191"/>
                <a:gd name="connsiteY227" fmla="*/ 123086 h 335519"/>
                <a:gd name="connsiteX228" fmla="*/ 2222955 w 2915191"/>
                <a:gd name="connsiteY228" fmla="*/ 124502 h 335519"/>
                <a:gd name="connsiteX229" fmla="*/ 2232699 w 2915191"/>
                <a:gd name="connsiteY229" fmla="*/ 121771 h 335519"/>
                <a:gd name="connsiteX230" fmla="*/ 2242458 w 2915191"/>
                <a:gd name="connsiteY230" fmla="*/ 132030 h 335519"/>
                <a:gd name="connsiteX231" fmla="*/ 2252202 w 2915191"/>
                <a:gd name="connsiteY231" fmla="*/ 139501 h 335519"/>
                <a:gd name="connsiteX232" fmla="*/ 2261946 w 2915191"/>
                <a:gd name="connsiteY232" fmla="*/ 93268 h 335519"/>
                <a:gd name="connsiteX233" fmla="*/ 2271705 w 2915191"/>
                <a:gd name="connsiteY233" fmla="*/ 62790 h 335519"/>
                <a:gd name="connsiteX234" fmla="*/ 2281449 w 2915191"/>
                <a:gd name="connsiteY234" fmla="*/ 78668 h 335519"/>
                <a:gd name="connsiteX235" fmla="*/ 2291208 w 2915191"/>
                <a:gd name="connsiteY235" fmla="*/ 100069 h 335519"/>
                <a:gd name="connsiteX236" fmla="*/ 2300951 w 2915191"/>
                <a:gd name="connsiteY236" fmla="*/ 82557 h 335519"/>
                <a:gd name="connsiteX237" fmla="*/ 2310695 w 2915191"/>
                <a:gd name="connsiteY237" fmla="*/ 62601 h 335519"/>
                <a:gd name="connsiteX238" fmla="*/ 2320454 w 2915191"/>
                <a:gd name="connsiteY238" fmla="*/ 77734 h 335519"/>
                <a:gd name="connsiteX239" fmla="*/ 2330198 w 2915191"/>
                <a:gd name="connsiteY239" fmla="*/ 109700 h 335519"/>
                <a:gd name="connsiteX240" fmla="*/ 2339957 w 2915191"/>
                <a:gd name="connsiteY240" fmla="*/ 83019 h 335519"/>
                <a:gd name="connsiteX241" fmla="*/ 2349701 w 2915191"/>
                <a:gd name="connsiteY241" fmla="*/ 62133 h 335519"/>
                <a:gd name="connsiteX242" fmla="*/ 2359445 w 2915191"/>
                <a:gd name="connsiteY242" fmla="*/ 86934 h 335519"/>
                <a:gd name="connsiteX243" fmla="*/ 2369204 w 2915191"/>
                <a:gd name="connsiteY243" fmla="*/ 107037 h 335519"/>
                <a:gd name="connsiteX244" fmla="*/ 2378948 w 2915191"/>
                <a:gd name="connsiteY244" fmla="*/ 104208 h 335519"/>
                <a:gd name="connsiteX245" fmla="*/ 2388692 w 2915191"/>
                <a:gd name="connsiteY245" fmla="*/ 137856 h 335519"/>
                <a:gd name="connsiteX246" fmla="*/ 2398450 w 2915191"/>
                <a:gd name="connsiteY246" fmla="*/ 195914 h 335519"/>
                <a:gd name="connsiteX247" fmla="*/ 2408194 w 2915191"/>
                <a:gd name="connsiteY247" fmla="*/ 207739 h 335519"/>
                <a:gd name="connsiteX248" fmla="*/ 2417953 w 2915191"/>
                <a:gd name="connsiteY248" fmla="*/ 198024 h 335519"/>
                <a:gd name="connsiteX249" fmla="*/ 2427697 w 2915191"/>
                <a:gd name="connsiteY249" fmla="*/ 161781 h 335519"/>
                <a:gd name="connsiteX250" fmla="*/ 2437441 w 2915191"/>
                <a:gd name="connsiteY250" fmla="*/ 180573 h 335519"/>
                <a:gd name="connsiteX251" fmla="*/ 2447200 w 2915191"/>
                <a:gd name="connsiteY251" fmla="*/ 201533 h 335519"/>
                <a:gd name="connsiteX252" fmla="*/ 2456944 w 2915191"/>
                <a:gd name="connsiteY252" fmla="*/ 209094 h 335519"/>
                <a:gd name="connsiteX253" fmla="*/ 2466703 w 2915191"/>
                <a:gd name="connsiteY253" fmla="*/ 176200 h 335519"/>
                <a:gd name="connsiteX254" fmla="*/ 2476446 w 2915191"/>
                <a:gd name="connsiteY254" fmla="*/ 182130 h 335519"/>
                <a:gd name="connsiteX255" fmla="*/ 2486190 w 2915191"/>
                <a:gd name="connsiteY255" fmla="*/ 178722 h 335519"/>
                <a:gd name="connsiteX256" fmla="*/ 2495949 w 2915191"/>
                <a:gd name="connsiteY256" fmla="*/ 216086 h 335519"/>
                <a:gd name="connsiteX257" fmla="*/ 2505693 w 2915191"/>
                <a:gd name="connsiteY257" fmla="*/ 194053 h 335519"/>
                <a:gd name="connsiteX258" fmla="*/ 2515452 w 2915191"/>
                <a:gd name="connsiteY258" fmla="*/ 196124 h 335519"/>
                <a:gd name="connsiteX259" fmla="*/ 2525196 w 2915191"/>
                <a:gd name="connsiteY259" fmla="*/ 201829 h 335519"/>
                <a:gd name="connsiteX260" fmla="*/ 2534940 w 2915191"/>
                <a:gd name="connsiteY260" fmla="*/ 212182 h 335519"/>
                <a:gd name="connsiteX261" fmla="*/ 2544699 w 2915191"/>
                <a:gd name="connsiteY261" fmla="*/ 201458 h 335519"/>
                <a:gd name="connsiteX262" fmla="*/ 2554443 w 2915191"/>
                <a:gd name="connsiteY262" fmla="*/ 193203 h 335519"/>
                <a:gd name="connsiteX263" fmla="*/ 2564202 w 2915191"/>
                <a:gd name="connsiteY263" fmla="*/ 181289 h 335519"/>
                <a:gd name="connsiteX264" fmla="*/ 2573946 w 2915191"/>
                <a:gd name="connsiteY264" fmla="*/ 155110 h 335519"/>
                <a:gd name="connsiteX265" fmla="*/ 2583690 w 2915191"/>
                <a:gd name="connsiteY265" fmla="*/ 116474 h 335519"/>
                <a:gd name="connsiteX266" fmla="*/ 2593448 w 2915191"/>
                <a:gd name="connsiteY266" fmla="*/ 102310 h 335519"/>
                <a:gd name="connsiteX267" fmla="*/ 2603192 w 2915191"/>
                <a:gd name="connsiteY267" fmla="*/ 115087 h 335519"/>
                <a:gd name="connsiteX268" fmla="*/ 2612951 w 2915191"/>
                <a:gd name="connsiteY268" fmla="*/ 96088 h 335519"/>
                <a:gd name="connsiteX269" fmla="*/ 2622695 w 2915191"/>
                <a:gd name="connsiteY269" fmla="*/ 109068 h 335519"/>
                <a:gd name="connsiteX270" fmla="*/ 2632439 w 2915191"/>
                <a:gd name="connsiteY270" fmla="*/ 109354 h 335519"/>
                <a:gd name="connsiteX271" fmla="*/ 2642198 w 2915191"/>
                <a:gd name="connsiteY271" fmla="*/ 99042 h 335519"/>
                <a:gd name="connsiteX272" fmla="*/ 2651942 w 2915191"/>
                <a:gd name="connsiteY272" fmla="*/ 128893 h 335519"/>
                <a:gd name="connsiteX273" fmla="*/ 2661685 w 2915191"/>
                <a:gd name="connsiteY273" fmla="*/ 142790 h 335519"/>
                <a:gd name="connsiteX274" fmla="*/ 2671444 w 2915191"/>
                <a:gd name="connsiteY274" fmla="*/ 166895 h 335519"/>
                <a:gd name="connsiteX275" fmla="*/ 2681188 w 2915191"/>
                <a:gd name="connsiteY275" fmla="*/ 140363 h 335519"/>
                <a:gd name="connsiteX276" fmla="*/ 2690947 w 2915191"/>
                <a:gd name="connsiteY276" fmla="*/ 151815 h 335519"/>
                <a:gd name="connsiteX277" fmla="*/ 2700691 w 2915191"/>
                <a:gd name="connsiteY277" fmla="*/ 137513 h 335519"/>
                <a:gd name="connsiteX278" fmla="*/ 2710435 w 2915191"/>
                <a:gd name="connsiteY278" fmla="*/ 112906 h 335519"/>
                <a:gd name="connsiteX279" fmla="*/ 2720194 w 2915191"/>
                <a:gd name="connsiteY279" fmla="*/ 114730 h 335519"/>
                <a:gd name="connsiteX280" fmla="*/ 2729938 w 2915191"/>
                <a:gd name="connsiteY280" fmla="*/ 85452 h 335519"/>
                <a:gd name="connsiteX281" fmla="*/ 2739697 w 2915191"/>
                <a:gd name="connsiteY281" fmla="*/ 100170 h 335519"/>
                <a:gd name="connsiteX282" fmla="*/ 2749441 w 2915191"/>
                <a:gd name="connsiteY282" fmla="*/ 131887 h 335519"/>
                <a:gd name="connsiteX283" fmla="*/ 2759185 w 2915191"/>
                <a:gd name="connsiteY283" fmla="*/ 158475 h 335519"/>
                <a:gd name="connsiteX284" fmla="*/ 2768943 w 2915191"/>
                <a:gd name="connsiteY284" fmla="*/ 119596 h 335519"/>
                <a:gd name="connsiteX285" fmla="*/ 2778687 w 2915191"/>
                <a:gd name="connsiteY285" fmla="*/ 94098 h 335519"/>
                <a:gd name="connsiteX286" fmla="*/ 2788446 w 2915191"/>
                <a:gd name="connsiteY286" fmla="*/ 127471 h 335519"/>
                <a:gd name="connsiteX287" fmla="*/ 2798190 w 2915191"/>
                <a:gd name="connsiteY287" fmla="*/ 128422 h 335519"/>
                <a:gd name="connsiteX288" fmla="*/ 2807934 w 2915191"/>
                <a:gd name="connsiteY288" fmla="*/ 161557 h 335519"/>
                <a:gd name="connsiteX289" fmla="*/ 2817693 w 2915191"/>
                <a:gd name="connsiteY289" fmla="*/ 111410 h 335519"/>
                <a:gd name="connsiteX290" fmla="*/ 2827437 w 2915191"/>
                <a:gd name="connsiteY290" fmla="*/ 97505 h 335519"/>
                <a:gd name="connsiteX291" fmla="*/ 2837196 w 2915191"/>
                <a:gd name="connsiteY291" fmla="*/ 77426 h 335519"/>
                <a:gd name="connsiteX292" fmla="*/ 2846940 w 2915191"/>
                <a:gd name="connsiteY292" fmla="*/ 80264 h 335519"/>
                <a:gd name="connsiteX293" fmla="*/ 2856684 w 2915191"/>
                <a:gd name="connsiteY293" fmla="*/ 107401 h 335519"/>
                <a:gd name="connsiteX294" fmla="*/ 2866442 w 2915191"/>
                <a:gd name="connsiteY294" fmla="*/ 126022 h 335519"/>
                <a:gd name="connsiteX295" fmla="*/ 2876186 w 2915191"/>
                <a:gd name="connsiteY295" fmla="*/ 140290 h 335519"/>
                <a:gd name="connsiteX296" fmla="*/ 2885945 w 2915191"/>
                <a:gd name="connsiteY296" fmla="*/ 124004 h 335519"/>
                <a:gd name="connsiteX297" fmla="*/ 2895689 w 2915191"/>
                <a:gd name="connsiteY297" fmla="*/ 94507 h 335519"/>
                <a:gd name="connsiteX298" fmla="*/ 2905433 w 2915191"/>
                <a:gd name="connsiteY298" fmla="*/ 67056 h 335519"/>
                <a:gd name="connsiteX299" fmla="*/ 2915192 w 2915191"/>
                <a:gd name="connsiteY299" fmla="*/ 59702 h 3355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35519">
                  <a:moveTo>
                    <a:pt x="0" y="277926"/>
                  </a:moveTo>
                  <a:lnTo>
                    <a:pt x="9750" y="257818"/>
                  </a:lnTo>
                  <a:lnTo>
                    <a:pt x="19500" y="238592"/>
                  </a:lnTo>
                  <a:lnTo>
                    <a:pt x="29250" y="217755"/>
                  </a:lnTo>
                  <a:lnTo>
                    <a:pt x="39000" y="210612"/>
                  </a:lnTo>
                  <a:lnTo>
                    <a:pt x="48749" y="219358"/>
                  </a:lnTo>
                  <a:lnTo>
                    <a:pt x="58499" y="196829"/>
                  </a:lnTo>
                  <a:lnTo>
                    <a:pt x="68249" y="185489"/>
                  </a:lnTo>
                  <a:lnTo>
                    <a:pt x="77998" y="166347"/>
                  </a:lnTo>
                  <a:lnTo>
                    <a:pt x="87748" y="156159"/>
                  </a:lnTo>
                  <a:lnTo>
                    <a:pt x="97497" y="150006"/>
                  </a:lnTo>
                  <a:lnTo>
                    <a:pt x="107247" y="151281"/>
                  </a:lnTo>
                  <a:lnTo>
                    <a:pt x="116997" y="163347"/>
                  </a:lnTo>
                  <a:lnTo>
                    <a:pt x="126747" y="175368"/>
                  </a:lnTo>
                  <a:lnTo>
                    <a:pt x="136497" y="164699"/>
                  </a:lnTo>
                  <a:lnTo>
                    <a:pt x="146247" y="164398"/>
                  </a:lnTo>
                  <a:lnTo>
                    <a:pt x="155997" y="194099"/>
                  </a:lnTo>
                  <a:lnTo>
                    <a:pt x="165747" y="196754"/>
                  </a:lnTo>
                  <a:lnTo>
                    <a:pt x="175497" y="210469"/>
                  </a:lnTo>
                  <a:lnTo>
                    <a:pt x="185247" y="213619"/>
                  </a:lnTo>
                  <a:lnTo>
                    <a:pt x="194996" y="174920"/>
                  </a:lnTo>
                  <a:lnTo>
                    <a:pt x="204746" y="172707"/>
                  </a:lnTo>
                  <a:lnTo>
                    <a:pt x="214495" y="175057"/>
                  </a:lnTo>
                  <a:lnTo>
                    <a:pt x="224245" y="192815"/>
                  </a:lnTo>
                  <a:lnTo>
                    <a:pt x="233995" y="204006"/>
                  </a:lnTo>
                  <a:lnTo>
                    <a:pt x="243744" y="195035"/>
                  </a:lnTo>
                  <a:lnTo>
                    <a:pt x="253494" y="156980"/>
                  </a:lnTo>
                  <a:lnTo>
                    <a:pt x="263244" y="164659"/>
                  </a:lnTo>
                  <a:lnTo>
                    <a:pt x="272994" y="145362"/>
                  </a:lnTo>
                  <a:lnTo>
                    <a:pt x="282744" y="148363"/>
                  </a:lnTo>
                  <a:lnTo>
                    <a:pt x="292494" y="146122"/>
                  </a:lnTo>
                  <a:lnTo>
                    <a:pt x="302244" y="145259"/>
                  </a:lnTo>
                  <a:lnTo>
                    <a:pt x="311994" y="154498"/>
                  </a:lnTo>
                  <a:lnTo>
                    <a:pt x="321744" y="180692"/>
                  </a:lnTo>
                  <a:lnTo>
                    <a:pt x="331493" y="214255"/>
                  </a:lnTo>
                  <a:lnTo>
                    <a:pt x="341243" y="185108"/>
                  </a:lnTo>
                  <a:lnTo>
                    <a:pt x="350993" y="170908"/>
                  </a:lnTo>
                  <a:lnTo>
                    <a:pt x="360742" y="205548"/>
                  </a:lnTo>
                  <a:lnTo>
                    <a:pt x="370492" y="183053"/>
                  </a:lnTo>
                  <a:lnTo>
                    <a:pt x="380241" y="156468"/>
                  </a:lnTo>
                  <a:lnTo>
                    <a:pt x="389991" y="163245"/>
                  </a:lnTo>
                  <a:lnTo>
                    <a:pt x="399741" y="133641"/>
                  </a:lnTo>
                  <a:lnTo>
                    <a:pt x="409491" y="142235"/>
                  </a:lnTo>
                  <a:lnTo>
                    <a:pt x="419241" y="123790"/>
                  </a:lnTo>
                  <a:lnTo>
                    <a:pt x="428991" y="89153"/>
                  </a:lnTo>
                  <a:lnTo>
                    <a:pt x="438741" y="79386"/>
                  </a:lnTo>
                  <a:lnTo>
                    <a:pt x="448491" y="111266"/>
                  </a:lnTo>
                  <a:lnTo>
                    <a:pt x="458241" y="135728"/>
                  </a:lnTo>
                  <a:lnTo>
                    <a:pt x="467991" y="137150"/>
                  </a:lnTo>
                  <a:lnTo>
                    <a:pt x="477740" y="143741"/>
                  </a:lnTo>
                  <a:lnTo>
                    <a:pt x="487490" y="165733"/>
                  </a:lnTo>
                  <a:lnTo>
                    <a:pt x="497239" y="170106"/>
                  </a:lnTo>
                  <a:lnTo>
                    <a:pt x="506989" y="182466"/>
                  </a:lnTo>
                  <a:lnTo>
                    <a:pt x="516738" y="161061"/>
                  </a:lnTo>
                  <a:lnTo>
                    <a:pt x="526488" y="176495"/>
                  </a:lnTo>
                  <a:lnTo>
                    <a:pt x="536238" y="190008"/>
                  </a:lnTo>
                  <a:lnTo>
                    <a:pt x="545988" y="199186"/>
                  </a:lnTo>
                  <a:lnTo>
                    <a:pt x="555738" y="169361"/>
                  </a:lnTo>
                  <a:lnTo>
                    <a:pt x="565488" y="145371"/>
                  </a:lnTo>
                  <a:lnTo>
                    <a:pt x="575238" y="115552"/>
                  </a:lnTo>
                  <a:lnTo>
                    <a:pt x="584988" y="111193"/>
                  </a:lnTo>
                  <a:lnTo>
                    <a:pt x="594738" y="113061"/>
                  </a:lnTo>
                  <a:lnTo>
                    <a:pt x="604488" y="102933"/>
                  </a:lnTo>
                  <a:lnTo>
                    <a:pt x="614237" y="110537"/>
                  </a:lnTo>
                  <a:lnTo>
                    <a:pt x="623987" y="91225"/>
                  </a:lnTo>
                  <a:lnTo>
                    <a:pt x="633736" y="84510"/>
                  </a:lnTo>
                  <a:lnTo>
                    <a:pt x="643486" y="81864"/>
                  </a:lnTo>
                  <a:lnTo>
                    <a:pt x="653236" y="76676"/>
                  </a:lnTo>
                  <a:lnTo>
                    <a:pt x="662985" y="48799"/>
                  </a:lnTo>
                  <a:lnTo>
                    <a:pt x="672735" y="18630"/>
                  </a:lnTo>
                  <a:lnTo>
                    <a:pt x="682485" y="3926"/>
                  </a:lnTo>
                  <a:lnTo>
                    <a:pt x="692235" y="46544"/>
                  </a:lnTo>
                  <a:lnTo>
                    <a:pt x="701985" y="34621"/>
                  </a:lnTo>
                  <a:lnTo>
                    <a:pt x="711735" y="38509"/>
                  </a:lnTo>
                  <a:lnTo>
                    <a:pt x="721485" y="28125"/>
                  </a:lnTo>
                  <a:lnTo>
                    <a:pt x="731235" y="64028"/>
                  </a:lnTo>
                  <a:lnTo>
                    <a:pt x="740985" y="97265"/>
                  </a:lnTo>
                  <a:lnTo>
                    <a:pt x="750734" y="79288"/>
                  </a:lnTo>
                  <a:lnTo>
                    <a:pt x="760484" y="86541"/>
                  </a:lnTo>
                  <a:lnTo>
                    <a:pt x="770233" y="103277"/>
                  </a:lnTo>
                  <a:lnTo>
                    <a:pt x="779983" y="111142"/>
                  </a:lnTo>
                  <a:lnTo>
                    <a:pt x="789733" y="170404"/>
                  </a:lnTo>
                  <a:lnTo>
                    <a:pt x="799482" y="178390"/>
                  </a:lnTo>
                  <a:lnTo>
                    <a:pt x="809232" y="201898"/>
                  </a:lnTo>
                  <a:lnTo>
                    <a:pt x="818982" y="214405"/>
                  </a:lnTo>
                  <a:lnTo>
                    <a:pt x="828732" y="201619"/>
                  </a:lnTo>
                  <a:lnTo>
                    <a:pt x="838482" y="184141"/>
                  </a:lnTo>
                  <a:lnTo>
                    <a:pt x="848232" y="178290"/>
                  </a:lnTo>
                  <a:lnTo>
                    <a:pt x="857982" y="203901"/>
                  </a:lnTo>
                  <a:lnTo>
                    <a:pt x="867732" y="208770"/>
                  </a:lnTo>
                  <a:lnTo>
                    <a:pt x="877482" y="240870"/>
                  </a:lnTo>
                  <a:lnTo>
                    <a:pt x="887231" y="275430"/>
                  </a:lnTo>
                  <a:lnTo>
                    <a:pt x="896981" y="274618"/>
                  </a:lnTo>
                  <a:lnTo>
                    <a:pt x="906730" y="289100"/>
                  </a:lnTo>
                  <a:lnTo>
                    <a:pt x="916480" y="291822"/>
                  </a:lnTo>
                  <a:lnTo>
                    <a:pt x="926230" y="315979"/>
                  </a:lnTo>
                  <a:lnTo>
                    <a:pt x="935979" y="283300"/>
                  </a:lnTo>
                  <a:lnTo>
                    <a:pt x="945729" y="287973"/>
                  </a:lnTo>
                  <a:lnTo>
                    <a:pt x="955479" y="286731"/>
                  </a:lnTo>
                  <a:lnTo>
                    <a:pt x="965229" y="306219"/>
                  </a:lnTo>
                  <a:lnTo>
                    <a:pt x="974979" y="306043"/>
                  </a:lnTo>
                  <a:lnTo>
                    <a:pt x="984729" y="306310"/>
                  </a:lnTo>
                  <a:lnTo>
                    <a:pt x="994474" y="258140"/>
                  </a:lnTo>
                  <a:lnTo>
                    <a:pt x="1004233" y="288879"/>
                  </a:lnTo>
                  <a:lnTo>
                    <a:pt x="1013977" y="289943"/>
                  </a:lnTo>
                  <a:lnTo>
                    <a:pt x="1023721" y="279459"/>
                  </a:lnTo>
                  <a:lnTo>
                    <a:pt x="1033480" y="274618"/>
                  </a:lnTo>
                  <a:lnTo>
                    <a:pt x="1043224" y="261577"/>
                  </a:lnTo>
                  <a:lnTo>
                    <a:pt x="1052983" y="265981"/>
                  </a:lnTo>
                  <a:lnTo>
                    <a:pt x="1062727" y="242801"/>
                  </a:lnTo>
                  <a:lnTo>
                    <a:pt x="1072471" y="208915"/>
                  </a:lnTo>
                  <a:lnTo>
                    <a:pt x="1082230" y="215521"/>
                  </a:lnTo>
                  <a:lnTo>
                    <a:pt x="1091973" y="200542"/>
                  </a:lnTo>
                  <a:lnTo>
                    <a:pt x="1101732" y="190081"/>
                  </a:lnTo>
                  <a:lnTo>
                    <a:pt x="1111476" y="176128"/>
                  </a:lnTo>
                  <a:lnTo>
                    <a:pt x="1121220" y="174857"/>
                  </a:lnTo>
                  <a:lnTo>
                    <a:pt x="1130979" y="158811"/>
                  </a:lnTo>
                  <a:lnTo>
                    <a:pt x="1140723" y="157983"/>
                  </a:lnTo>
                  <a:lnTo>
                    <a:pt x="1150482" y="150951"/>
                  </a:lnTo>
                  <a:lnTo>
                    <a:pt x="1160226" y="129363"/>
                  </a:lnTo>
                  <a:lnTo>
                    <a:pt x="1169969" y="135029"/>
                  </a:lnTo>
                  <a:lnTo>
                    <a:pt x="1179728" y="130455"/>
                  </a:lnTo>
                  <a:lnTo>
                    <a:pt x="1189472" y="172277"/>
                  </a:lnTo>
                  <a:lnTo>
                    <a:pt x="1199231" y="199202"/>
                  </a:lnTo>
                  <a:lnTo>
                    <a:pt x="1208975" y="236849"/>
                  </a:lnTo>
                  <a:lnTo>
                    <a:pt x="1218719" y="216211"/>
                  </a:lnTo>
                  <a:lnTo>
                    <a:pt x="1228478" y="200893"/>
                  </a:lnTo>
                  <a:lnTo>
                    <a:pt x="1238222" y="186607"/>
                  </a:lnTo>
                  <a:lnTo>
                    <a:pt x="1247966" y="157472"/>
                  </a:lnTo>
                  <a:lnTo>
                    <a:pt x="1257725" y="153847"/>
                  </a:lnTo>
                  <a:lnTo>
                    <a:pt x="1267469" y="154163"/>
                  </a:lnTo>
                  <a:lnTo>
                    <a:pt x="1277227" y="174831"/>
                  </a:lnTo>
                  <a:lnTo>
                    <a:pt x="1286971" y="192337"/>
                  </a:lnTo>
                  <a:lnTo>
                    <a:pt x="1296715" y="173384"/>
                  </a:lnTo>
                  <a:lnTo>
                    <a:pt x="1306474" y="171098"/>
                  </a:lnTo>
                  <a:lnTo>
                    <a:pt x="1316218" y="185306"/>
                  </a:lnTo>
                  <a:lnTo>
                    <a:pt x="1325977" y="228310"/>
                  </a:lnTo>
                  <a:lnTo>
                    <a:pt x="1335721" y="254419"/>
                  </a:lnTo>
                  <a:lnTo>
                    <a:pt x="1345465" y="251708"/>
                  </a:lnTo>
                  <a:lnTo>
                    <a:pt x="1355224" y="262082"/>
                  </a:lnTo>
                  <a:lnTo>
                    <a:pt x="1364967" y="202571"/>
                  </a:lnTo>
                  <a:lnTo>
                    <a:pt x="1374726" y="174226"/>
                  </a:lnTo>
                  <a:lnTo>
                    <a:pt x="1384470" y="186263"/>
                  </a:lnTo>
                  <a:lnTo>
                    <a:pt x="1394214" y="185133"/>
                  </a:lnTo>
                  <a:lnTo>
                    <a:pt x="1403973" y="224715"/>
                  </a:lnTo>
                  <a:lnTo>
                    <a:pt x="1413717" y="262690"/>
                  </a:lnTo>
                  <a:lnTo>
                    <a:pt x="1423476" y="300428"/>
                  </a:lnTo>
                  <a:lnTo>
                    <a:pt x="1433220" y="294784"/>
                  </a:lnTo>
                  <a:lnTo>
                    <a:pt x="1442964" y="308991"/>
                  </a:lnTo>
                  <a:lnTo>
                    <a:pt x="1452722" y="295901"/>
                  </a:lnTo>
                  <a:lnTo>
                    <a:pt x="1462466" y="284016"/>
                  </a:lnTo>
                  <a:lnTo>
                    <a:pt x="1472225" y="314106"/>
                  </a:lnTo>
                  <a:lnTo>
                    <a:pt x="1481969" y="292203"/>
                  </a:lnTo>
                  <a:lnTo>
                    <a:pt x="1491713" y="283003"/>
                  </a:lnTo>
                  <a:lnTo>
                    <a:pt x="1501472" y="292166"/>
                  </a:lnTo>
                  <a:lnTo>
                    <a:pt x="1511216" y="301767"/>
                  </a:lnTo>
                  <a:lnTo>
                    <a:pt x="1520960" y="303036"/>
                  </a:lnTo>
                  <a:lnTo>
                    <a:pt x="1530719" y="292238"/>
                  </a:lnTo>
                  <a:lnTo>
                    <a:pt x="1540463" y="274779"/>
                  </a:lnTo>
                  <a:lnTo>
                    <a:pt x="1550221" y="309923"/>
                  </a:lnTo>
                  <a:lnTo>
                    <a:pt x="1559965" y="318752"/>
                  </a:lnTo>
                  <a:lnTo>
                    <a:pt x="1569709" y="335519"/>
                  </a:lnTo>
                  <a:lnTo>
                    <a:pt x="1579468" y="314838"/>
                  </a:lnTo>
                  <a:lnTo>
                    <a:pt x="1589212" y="303261"/>
                  </a:lnTo>
                  <a:lnTo>
                    <a:pt x="1598971" y="246396"/>
                  </a:lnTo>
                  <a:lnTo>
                    <a:pt x="1608715" y="236235"/>
                  </a:lnTo>
                  <a:lnTo>
                    <a:pt x="1618459" y="231910"/>
                  </a:lnTo>
                  <a:lnTo>
                    <a:pt x="1628218" y="242155"/>
                  </a:lnTo>
                  <a:lnTo>
                    <a:pt x="1637962" y="216053"/>
                  </a:lnTo>
                  <a:lnTo>
                    <a:pt x="1647720" y="220724"/>
                  </a:lnTo>
                  <a:lnTo>
                    <a:pt x="1657464" y="224569"/>
                  </a:lnTo>
                  <a:lnTo>
                    <a:pt x="1667208" y="241667"/>
                  </a:lnTo>
                  <a:lnTo>
                    <a:pt x="1676967" y="255664"/>
                  </a:lnTo>
                  <a:lnTo>
                    <a:pt x="1686711" y="267252"/>
                  </a:lnTo>
                  <a:lnTo>
                    <a:pt x="1696470" y="261626"/>
                  </a:lnTo>
                  <a:lnTo>
                    <a:pt x="1706214" y="258974"/>
                  </a:lnTo>
                  <a:lnTo>
                    <a:pt x="1715958" y="260482"/>
                  </a:lnTo>
                  <a:lnTo>
                    <a:pt x="1725716" y="218955"/>
                  </a:lnTo>
                  <a:lnTo>
                    <a:pt x="1735460" y="207096"/>
                  </a:lnTo>
                  <a:lnTo>
                    <a:pt x="1745219" y="194003"/>
                  </a:lnTo>
                  <a:lnTo>
                    <a:pt x="1754963" y="154707"/>
                  </a:lnTo>
                  <a:lnTo>
                    <a:pt x="1764707" y="147007"/>
                  </a:lnTo>
                  <a:lnTo>
                    <a:pt x="1774466" y="153713"/>
                  </a:lnTo>
                  <a:lnTo>
                    <a:pt x="1784210" y="126395"/>
                  </a:lnTo>
                  <a:lnTo>
                    <a:pt x="1793969" y="153360"/>
                  </a:lnTo>
                  <a:lnTo>
                    <a:pt x="1803713" y="164284"/>
                  </a:lnTo>
                  <a:lnTo>
                    <a:pt x="1813457" y="162743"/>
                  </a:lnTo>
                  <a:lnTo>
                    <a:pt x="1823215" y="171568"/>
                  </a:lnTo>
                  <a:lnTo>
                    <a:pt x="1832959" y="117176"/>
                  </a:lnTo>
                  <a:lnTo>
                    <a:pt x="1842703" y="105944"/>
                  </a:lnTo>
                  <a:lnTo>
                    <a:pt x="1852462" y="106119"/>
                  </a:lnTo>
                  <a:lnTo>
                    <a:pt x="1862206" y="88768"/>
                  </a:lnTo>
                  <a:lnTo>
                    <a:pt x="1871965" y="79753"/>
                  </a:lnTo>
                  <a:lnTo>
                    <a:pt x="1881709" y="82812"/>
                  </a:lnTo>
                  <a:lnTo>
                    <a:pt x="1891453" y="73923"/>
                  </a:lnTo>
                  <a:lnTo>
                    <a:pt x="1901212" y="93080"/>
                  </a:lnTo>
                  <a:lnTo>
                    <a:pt x="1910956" y="113891"/>
                  </a:lnTo>
                  <a:lnTo>
                    <a:pt x="1920714" y="116285"/>
                  </a:lnTo>
                  <a:lnTo>
                    <a:pt x="1930458" y="83978"/>
                  </a:lnTo>
                  <a:lnTo>
                    <a:pt x="1940202" y="55315"/>
                  </a:lnTo>
                  <a:lnTo>
                    <a:pt x="1949961" y="91274"/>
                  </a:lnTo>
                  <a:lnTo>
                    <a:pt x="1959705" y="97889"/>
                  </a:lnTo>
                  <a:lnTo>
                    <a:pt x="1969464" y="45829"/>
                  </a:lnTo>
                  <a:lnTo>
                    <a:pt x="1979208" y="0"/>
                  </a:lnTo>
                  <a:lnTo>
                    <a:pt x="1988952" y="14920"/>
                  </a:lnTo>
                  <a:lnTo>
                    <a:pt x="1998711" y="32530"/>
                  </a:lnTo>
                  <a:lnTo>
                    <a:pt x="2008454" y="25583"/>
                  </a:lnTo>
                  <a:lnTo>
                    <a:pt x="2018213" y="25482"/>
                  </a:lnTo>
                  <a:lnTo>
                    <a:pt x="2027957" y="51679"/>
                  </a:lnTo>
                  <a:lnTo>
                    <a:pt x="2037701" y="68015"/>
                  </a:lnTo>
                  <a:lnTo>
                    <a:pt x="2047460" y="89376"/>
                  </a:lnTo>
                  <a:lnTo>
                    <a:pt x="2057204" y="100115"/>
                  </a:lnTo>
                  <a:lnTo>
                    <a:pt x="2066963" y="88393"/>
                  </a:lnTo>
                  <a:lnTo>
                    <a:pt x="2076707" y="44673"/>
                  </a:lnTo>
                  <a:lnTo>
                    <a:pt x="2086451" y="72638"/>
                  </a:lnTo>
                  <a:lnTo>
                    <a:pt x="2096210" y="92049"/>
                  </a:lnTo>
                  <a:lnTo>
                    <a:pt x="2105954" y="113757"/>
                  </a:lnTo>
                  <a:lnTo>
                    <a:pt x="2115697" y="113191"/>
                  </a:lnTo>
                  <a:lnTo>
                    <a:pt x="2125456" y="111672"/>
                  </a:lnTo>
                  <a:lnTo>
                    <a:pt x="2135200" y="71177"/>
                  </a:lnTo>
                  <a:lnTo>
                    <a:pt x="2144959" y="77370"/>
                  </a:lnTo>
                  <a:lnTo>
                    <a:pt x="2154703" y="88321"/>
                  </a:lnTo>
                  <a:lnTo>
                    <a:pt x="2164447" y="146003"/>
                  </a:lnTo>
                  <a:lnTo>
                    <a:pt x="2174206" y="148635"/>
                  </a:lnTo>
                  <a:lnTo>
                    <a:pt x="2183950" y="133787"/>
                  </a:lnTo>
                  <a:lnTo>
                    <a:pt x="2193709" y="154437"/>
                  </a:lnTo>
                  <a:lnTo>
                    <a:pt x="2203452" y="145499"/>
                  </a:lnTo>
                  <a:lnTo>
                    <a:pt x="2213196" y="123086"/>
                  </a:lnTo>
                  <a:lnTo>
                    <a:pt x="2222955" y="124502"/>
                  </a:lnTo>
                  <a:lnTo>
                    <a:pt x="2232699" y="121771"/>
                  </a:lnTo>
                  <a:lnTo>
                    <a:pt x="2242458" y="132030"/>
                  </a:lnTo>
                  <a:lnTo>
                    <a:pt x="2252202" y="139501"/>
                  </a:lnTo>
                  <a:lnTo>
                    <a:pt x="2261946" y="93268"/>
                  </a:lnTo>
                  <a:lnTo>
                    <a:pt x="2271705" y="62790"/>
                  </a:lnTo>
                  <a:lnTo>
                    <a:pt x="2281449" y="78668"/>
                  </a:lnTo>
                  <a:lnTo>
                    <a:pt x="2291208" y="100069"/>
                  </a:lnTo>
                  <a:lnTo>
                    <a:pt x="2300951" y="82557"/>
                  </a:lnTo>
                  <a:lnTo>
                    <a:pt x="2310695" y="62601"/>
                  </a:lnTo>
                  <a:lnTo>
                    <a:pt x="2320454" y="77734"/>
                  </a:lnTo>
                  <a:lnTo>
                    <a:pt x="2330198" y="109700"/>
                  </a:lnTo>
                  <a:lnTo>
                    <a:pt x="2339957" y="83019"/>
                  </a:lnTo>
                  <a:lnTo>
                    <a:pt x="2349701" y="62133"/>
                  </a:lnTo>
                  <a:lnTo>
                    <a:pt x="2359445" y="86934"/>
                  </a:lnTo>
                  <a:lnTo>
                    <a:pt x="2369204" y="107037"/>
                  </a:lnTo>
                  <a:lnTo>
                    <a:pt x="2378948" y="104208"/>
                  </a:lnTo>
                  <a:lnTo>
                    <a:pt x="2388692" y="137856"/>
                  </a:lnTo>
                  <a:lnTo>
                    <a:pt x="2398450" y="195914"/>
                  </a:lnTo>
                  <a:lnTo>
                    <a:pt x="2408194" y="207739"/>
                  </a:lnTo>
                  <a:lnTo>
                    <a:pt x="2417953" y="198024"/>
                  </a:lnTo>
                  <a:lnTo>
                    <a:pt x="2427697" y="161781"/>
                  </a:lnTo>
                  <a:lnTo>
                    <a:pt x="2437441" y="180573"/>
                  </a:lnTo>
                  <a:lnTo>
                    <a:pt x="2447200" y="201533"/>
                  </a:lnTo>
                  <a:lnTo>
                    <a:pt x="2456944" y="209094"/>
                  </a:lnTo>
                  <a:lnTo>
                    <a:pt x="2466703" y="176200"/>
                  </a:lnTo>
                  <a:lnTo>
                    <a:pt x="2476446" y="182130"/>
                  </a:lnTo>
                  <a:lnTo>
                    <a:pt x="2486190" y="178722"/>
                  </a:lnTo>
                  <a:lnTo>
                    <a:pt x="2495949" y="216086"/>
                  </a:lnTo>
                  <a:lnTo>
                    <a:pt x="2505693" y="194053"/>
                  </a:lnTo>
                  <a:lnTo>
                    <a:pt x="2515452" y="196124"/>
                  </a:lnTo>
                  <a:lnTo>
                    <a:pt x="2525196" y="201829"/>
                  </a:lnTo>
                  <a:lnTo>
                    <a:pt x="2534940" y="212182"/>
                  </a:lnTo>
                  <a:lnTo>
                    <a:pt x="2544699" y="201458"/>
                  </a:lnTo>
                  <a:lnTo>
                    <a:pt x="2554443" y="193203"/>
                  </a:lnTo>
                  <a:lnTo>
                    <a:pt x="2564202" y="181289"/>
                  </a:lnTo>
                  <a:lnTo>
                    <a:pt x="2573946" y="155110"/>
                  </a:lnTo>
                  <a:lnTo>
                    <a:pt x="2583690" y="116474"/>
                  </a:lnTo>
                  <a:lnTo>
                    <a:pt x="2593448" y="102310"/>
                  </a:lnTo>
                  <a:lnTo>
                    <a:pt x="2603192" y="115087"/>
                  </a:lnTo>
                  <a:lnTo>
                    <a:pt x="2612951" y="96088"/>
                  </a:lnTo>
                  <a:lnTo>
                    <a:pt x="2622695" y="109068"/>
                  </a:lnTo>
                  <a:lnTo>
                    <a:pt x="2632439" y="109354"/>
                  </a:lnTo>
                  <a:lnTo>
                    <a:pt x="2642198" y="99042"/>
                  </a:lnTo>
                  <a:lnTo>
                    <a:pt x="2651942" y="128893"/>
                  </a:lnTo>
                  <a:lnTo>
                    <a:pt x="2661685" y="142790"/>
                  </a:lnTo>
                  <a:lnTo>
                    <a:pt x="2671444" y="166895"/>
                  </a:lnTo>
                  <a:lnTo>
                    <a:pt x="2681188" y="140363"/>
                  </a:lnTo>
                  <a:lnTo>
                    <a:pt x="2690947" y="151815"/>
                  </a:lnTo>
                  <a:lnTo>
                    <a:pt x="2700691" y="137513"/>
                  </a:lnTo>
                  <a:lnTo>
                    <a:pt x="2710435" y="112906"/>
                  </a:lnTo>
                  <a:lnTo>
                    <a:pt x="2720194" y="114730"/>
                  </a:lnTo>
                  <a:lnTo>
                    <a:pt x="2729938" y="85452"/>
                  </a:lnTo>
                  <a:lnTo>
                    <a:pt x="2739697" y="100170"/>
                  </a:lnTo>
                  <a:lnTo>
                    <a:pt x="2749441" y="131887"/>
                  </a:lnTo>
                  <a:lnTo>
                    <a:pt x="2759185" y="158475"/>
                  </a:lnTo>
                  <a:lnTo>
                    <a:pt x="2768943" y="119596"/>
                  </a:lnTo>
                  <a:lnTo>
                    <a:pt x="2778687" y="94098"/>
                  </a:lnTo>
                  <a:lnTo>
                    <a:pt x="2788446" y="127471"/>
                  </a:lnTo>
                  <a:lnTo>
                    <a:pt x="2798190" y="128422"/>
                  </a:lnTo>
                  <a:lnTo>
                    <a:pt x="2807934" y="161557"/>
                  </a:lnTo>
                  <a:lnTo>
                    <a:pt x="2817693" y="111410"/>
                  </a:lnTo>
                  <a:lnTo>
                    <a:pt x="2827437" y="97505"/>
                  </a:lnTo>
                  <a:lnTo>
                    <a:pt x="2837196" y="77426"/>
                  </a:lnTo>
                  <a:lnTo>
                    <a:pt x="2846940" y="80264"/>
                  </a:lnTo>
                  <a:lnTo>
                    <a:pt x="2856684" y="107401"/>
                  </a:lnTo>
                  <a:lnTo>
                    <a:pt x="2866442" y="126022"/>
                  </a:lnTo>
                  <a:lnTo>
                    <a:pt x="2876186" y="140290"/>
                  </a:lnTo>
                  <a:lnTo>
                    <a:pt x="2885945" y="124004"/>
                  </a:lnTo>
                  <a:lnTo>
                    <a:pt x="2895689" y="94507"/>
                  </a:lnTo>
                  <a:lnTo>
                    <a:pt x="2905433" y="67056"/>
                  </a:lnTo>
                  <a:lnTo>
                    <a:pt x="2915192" y="5970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7" name="Freeform 1046">
              <a:extLst>
                <a:ext uri="{FF2B5EF4-FFF2-40B4-BE49-F238E27FC236}">
                  <a16:creationId xmlns:a16="http://schemas.microsoft.com/office/drawing/2014/main" id="{3E47F890-69D0-9A83-8241-7517297A2B38}"/>
                </a:ext>
              </a:extLst>
            </p:cNvPr>
            <p:cNvSpPr/>
            <p:nvPr/>
          </p:nvSpPr>
          <p:spPr>
            <a:xfrm>
              <a:off x="4426652" y="3603607"/>
              <a:ext cx="2915191" cy="417159"/>
            </a:xfrm>
            <a:custGeom>
              <a:avLst/>
              <a:gdLst>
                <a:gd name="connsiteX0" fmla="*/ 0 w 2915191"/>
                <a:gd name="connsiteY0" fmla="*/ 92120 h 417159"/>
                <a:gd name="connsiteX1" fmla="*/ 9750 w 2915191"/>
                <a:gd name="connsiteY1" fmla="*/ 112741 h 417159"/>
                <a:gd name="connsiteX2" fmla="*/ 19500 w 2915191"/>
                <a:gd name="connsiteY2" fmla="*/ 89796 h 417159"/>
                <a:gd name="connsiteX3" fmla="*/ 29250 w 2915191"/>
                <a:gd name="connsiteY3" fmla="*/ 106805 h 417159"/>
                <a:gd name="connsiteX4" fmla="*/ 39000 w 2915191"/>
                <a:gd name="connsiteY4" fmla="*/ 139930 h 417159"/>
                <a:gd name="connsiteX5" fmla="*/ 48749 w 2915191"/>
                <a:gd name="connsiteY5" fmla="*/ 141558 h 417159"/>
                <a:gd name="connsiteX6" fmla="*/ 58499 w 2915191"/>
                <a:gd name="connsiteY6" fmla="*/ 112563 h 417159"/>
                <a:gd name="connsiteX7" fmla="*/ 68249 w 2915191"/>
                <a:gd name="connsiteY7" fmla="*/ 96106 h 417159"/>
                <a:gd name="connsiteX8" fmla="*/ 77998 w 2915191"/>
                <a:gd name="connsiteY8" fmla="*/ 106088 h 417159"/>
                <a:gd name="connsiteX9" fmla="*/ 87748 w 2915191"/>
                <a:gd name="connsiteY9" fmla="*/ 112899 h 417159"/>
                <a:gd name="connsiteX10" fmla="*/ 97497 w 2915191"/>
                <a:gd name="connsiteY10" fmla="*/ 105008 h 417159"/>
                <a:gd name="connsiteX11" fmla="*/ 107247 w 2915191"/>
                <a:gd name="connsiteY11" fmla="*/ 101584 h 417159"/>
                <a:gd name="connsiteX12" fmla="*/ 116997 w 2915191"/>
                <a:gd name="connsiteY12" fmla="*/ 83509 h 417159"/>
                <a:gd name="connsiteX13" fmla="*/ 126747 w 2915191"/>
                <a:gd name="connsiteY13" fmla="*/ 72060 h 417159"/>
                <a:gd name="connsiteX14" fmla="*/ 136497 w 2915191"/>
                <a:gd name="connsiteY14" fmla="*/ 45625 h 417159"/>
                <a:gd name="connsiteX15" fmla="*/ 146247 w 2915191"/>
                <a:gd name="connsiteY15" fmla="*/ 42343 h 417159"/>
                <a:gd name="connsiteX16" fmla="*/ 155997 w 2915191"/>
                <a:gd name="connsiteY16" fmla="*/ 63854 h 417159"/>
                <a:gd name="connsiteX17" fmla="*/ 165747 w 2915191"/>
                <a:gd name="connsiteY17" fmla="*/ 49314 h 417159"/>
                <a:gd name="connsiteX18" fmla="*/ 175497 w 2915191"/>
                <a:gd name="connsiteY18" fmla="*/ 60414 h 417159"/>
                <a:gd name="connsiteX19" fmla="*/ 185247 w 2915191"/>
                <a:gd name="connsiteY19" fmla="*/ 67610 h 417159"/>
                <a:gd name="connsiteX20" fmla="*/ 194996 w 2915191"/>
                <a:gd name="connsiteY20" fmla="*/ 47426 h 417159"/>
                <a:gd name="connsiteX21" fmla="*/ 204746 w 2915191"/>
                <a:gd name="connsiteY21" fmla="*/ 54380 h 417159"/>
                <a:gd name="connsiteX22" fmla="*/ 214495 w 2915191"/>
                <a:gd name="connsiteY22" fmla="*/ 49624 h 417159"/>
                <a:gd name="connsiteX23" fmla="*/ 224245 w 2915191"/>
                <a:gd name="connsiteY23" fmla="*/ 38366 h 417159"/>
                <a:gd name="connsiteX24" fmla="*/ 233995 w 2915191"/>
                <a:gd name="connsiteY24" fmla="*/ 55829 h 417159"/>
                <a:gd name="connsiteX25" fmla="*/ 243744 w 2915191"/>
                <a:gd name="connsiteY25" fmla="*/ 38953 h 417159"/>
                <a:gd name="connsiteX26" fmla="*/ 253494 w 2915191"/>
                <a:gd name="connsiteY26" fmla="*/ 22752 h 417159"/>
                <a:gd name="connsiteX27" fmla="*/ 263244 w 2915191"/>
                <a:gd name="connsiteY27" fmla="*/ 36878 h 417159"/>
                <a:gd name="connsiteX28" fmla="*/ 272994 w 2915191"/>
                <a:gd name="connsiteY28" fmla="*/ 46026 h 417159"/>
                <a:gd name="connsiteX29" fmla="*/ 282744 w 2915191"/>
                <a:gd name="connsiteY29" fmla="*/ 35176 h 417159"/>
                <a:gd name="connsiteX30" fmla="*/ 292494 w 2915191"/>
                <a:gd name="connsiteY30" fmla="*/ 18744 h 417159"/>
                <a:gd name="connsiteX31" fmla="*/ 302244 w 2915191"/>
                <a:gd name="connsiteY31" fmla="*/ 47663 h 417159"/>
                <a:gd name="connsiteX32" fmla="*/ 311994 w 2915191"/>
                <a:gd name="connsiteY32" fmla="*/ 13399 h 417159"/>
                <a:gd name="connsiteX33" fmla="*/ 321744 w 2915191"/>
                <a:gd name="connsiteY33" fmla="*/ 54852 h 417159"/>
                <a:gd name="connsiteX34" fmla="*/ 331493 w 2915191"/>
                <a:gd name="connsiteY34" fmla="*/ 43651 h 417159"/>
                <a:gd name="connsiteX35" fmla="*/ 341243 w 2915191"/>
                <a:gd name="connsiteY35" fmla="*/ 69353 h 417159"/>
                <a:gd name="connsiteX36" fmla="*/ 350993 w 2915191"/>
                <a:gd name="connsiteY36" fmla="*/ 49786 h 417159"/>
                <a:gd name="connsiteX37" fmla="*/ 360742 w 2915191"/>
                <a:gd name="connsiteY37" fmla="*/ 70870 h 417159"/>
                <a:gd name="connsiteX38" fmla="*/ 370492 w 2915191"/>
                <a:gd name="connsiteY38" fmla="*/ 79561 h 417159"/>
                <a:gd name="connsiteX39" fmla="*/ 380241 w 2915191"/>
                <a:gd name="connsiteY39" fmla="*/ 63094 h 417159"/>
                <a:gd name="connsiteX40" fmla="*/ 389991 w 2915191"/>
                <a:gd name="connsiteY40" fmla="*/ 66861 h 417159"/>
                <a:gd name="connsiteX41" fmla="*/ 399741 w 2915191"/>
                <a:gd name="connsiteY41" fmla="*/ 94939 h 417159"/>
                <a:gd name="connsiteX42" fmla="*/ 409491 w 2915191"/>
                <a:gd name="connsiteY42" fmla="*/ 67252 h 417159"/>
                <a:gd name="connsiteX43" fmla="*/ 419241 w 2915191"/>
                <a:gd name="connsiteY43" fmla="*/ 99160 h 417159"/>
                <a:gd name="connsiteX44" fmla="*/ 428991 w 2915191"/>
                <a:gd name="connsiteY44" fmla="*/ 119365 h 417159"/>
                <a:gd name="connsiteX45" fmla="*/ 438741 w 2915191"/>
                <a:gd name="connsiteY45" fmla="*/ 118448 h 417159"/>
                <a:gd name="connsiteX46" fmla="*/ 448491 w 2915191"/>
                <a:gd name="connsiteY46" fmla="*/ 104391 h 417159"/>
                <a:gd name="connsiteX47" fmla="*/ 458241 w 2915191"/>
                <a:gd name="connsiteY47" fmla="*/ 122852 h 417159"/>
                <a:gd name="connsiteX48" fmla="*/ 467991 w 2915191"/>
                <a:gd name="connsiteY48" fmla="*/ 107012 h 417159"/>
                <a:gd name="connsiteX49" fmla="*/ 477740 w 2915191"/>
                <a:gd name="connsiteY49" fmla="*/ 115281 h 417159"/>
                <a:gd name="connsiteX50" fmla="*/ 487490 w 2915191"/>
                <a:gd name="connsiteY50" fmla="*/ 135977 h 417159"/>
                <a:gd name="connsiteX51" fmla="*/ 497239 w 2915191"/>
                <a:gd name="connsiteY51" fmla="*/ 131491 h 417159"/>
                <a:gd name="connsiteX52" fmla="*/ 506989 w 2915191"/>
                <a:gd name="connsiteY52" fmla="*/ 138990 h 417159"/>
                <a:gd name="connsiteX53" fmla="*/ 516738 w 2915191"/>
                <a:gd name="connsiteY53" fmla="*/ 152814 h 417159"/>
                <a:gd name="connsiteX54" fmla="*/ 526488 w 2915191"/>
                <a:gd name="connsiteY54" fmla="*/ 168606 h 417159"/>
                <a:gd name="connsiteX55" fmla="*/ 536238 w 2915191"/>
                <a:gd name="connsiteY55" fmla="*/ 155544 h 417159"/>
                <a:gd name="connsiteX56" fmla="*/ 545988 w 2915191"/>
                <a:gd name="connsiteY56" fmla="*/ 195709 h 417159"/>
                <a:gd name="connsiteX57" fmla="*/ 555738 w 2915191"/>
                <a:gd name="connsiteY57" fmla="*/ 185979 h 417159"/>
                <a:gd name="connsiteX58" fmla="*/ 565488 w 2915191"/>
                <a:gd name="connsiteY58" fmla="*/ 166337 h 417159"/>
                <a:gd name="connsiteX59" fmla="*/ 575238 w 2915191"/>
                <a:gd name="connsiteY59" fmla="*/ 176359 h 417159"/>
                <a:gd name="connsiteX60" fmla="*/ 584988 w 2915191"/>
                <a:gd name="connsiteY60" fmla="*/ 214505 h 417159"/>
                <a:gd name="connsiteX61" fmla="*/ 594738 w 2915191"/>
                <a:gd name="connsiteY61" fmla="*/ 172207 h 417159"/>
                <a:gd name="connsiteX62" fmla="*/ 604488 w 2915191"/>
                <a:gd name="connsiteY62" fmla="*/ 179153 h 417159"/>
                <a:gd name="connsiteX63" fmla="*/ 614237 w 2915191"/>
                <a:gd name="connsiteY63" fmla="*/ 203165 h 417159"/>
                <a:gd name="connsiteX64" fmla="*/ 623987 w 2915191"/>
                <a:gd name="connsiteY64" fmla="*/ 176699 h 417159"/>
                <a:gd name="connsiteX65" fmla="*/ 633736 w 2915191"/>
                <a:gd name="connsiteY65" fmla="*/ 162636 h 417159"/>
                <a:gd name="connsiteX66" fmla="*/ 643486 w 2915191"/>
                <a:gd name="connsiteY66" fmla="*/ 182270 h 417159"/>
                <a:gd name="connsiteX67" fmla="*/ 653236 w 2915191"/>
                <a:gd name="connsiteY67" fmla="*/ 199886 h 417159"/>
                <a:gd name="connsiteX68" fmla="*/ 662985 w 2915191"/>
                <a:gd name="connsiteY68" fmla="*/ 197124 h 417159"/>
                <a:gd name="connsiteX69" fmla="*/ 672735 w 2915191"/>
                <a:gd name="connsiteY69" fmla="*/ 201059 h 417159"/>
                <a:gd name="connsiteX70" fmla="*/ 682485 w 2915191"/>
                <a:gd name="connsiteY70" fmla="*/ 222540 h 417159"/>
                <a:gd name="connsiteX71" fmla="*/ 692235 w 2915191"/>
                <a:gd name="connsiteY71" fmla="*/ 190402 h 417159"/>
                <a:gd name="connsiteX72" fmla="*/ 701985 w 2915191"/>
                <a:gd name="connsiteY72" fmla="*/ 144292 h 417159"/>
                <a:gd name="connsiteX73" fmla="*/ 711735 w 2915191"/>
                <a:gd name="connsiteY73" fmla="*/ 139049 h 417159"/>
                <a:gd name="connsiteX74" fmla="*/ 721485 w 2915191"/>
                <a:gd name="connsiteY74" fmla="*/ 126127 h 417159"/>
                <a:gd name="connsiteX75" fmla="*/ 731235 w 2915191"/>
                <a:gd name="connsiteY75" fmla="*/ 101723 h 417159"/>
                <a:gd name="connsiteX76" fmla="*/ 740985 w 2915191"/>
                <a:gd name="connsiteY76" fmla="*/ 109609 h 417159"/>
                <a:gd name="connsiteX77" fmla="*/ 750734 w 2915191"/>
                <a:gd name="connsiteY77" fmla="*/ 129563 h 417159"/>
                <a:gd name="connsiteX78" fmla="*/ 760484 w 2915191"/>
                <a:gd name="connsiteY78" fmla="*/ 150349 h 417159"/>
                <a:gd name="connsiteX79" fmla="*/ 770233 w 2915191"/>
                <a:gd name="connsiteY79" fmla="*/ 101219 h 417159"/>
                <a:gd name="connsiteX80" fmla="*/ 779983 w 2915191"/>
                <a:gd name="connsiteY80" fmla="*/ 88971 h 417159"/>
                <a:gd name="connsiteX81" fmla="*/ 789733 w 2915191"/>
                <a:gd name="connsiteY81" fmla="*/ 94941 h 417159"/>
                <a:gd name="connsiteX82" fmla="*/ 799482 w 2915191"/>
                <a:gd name="connsiteY82" fmla="*/ 82619 h 417159"/>
                <a:gd name="connsiteX83" fmla="*/ 809232 w 2915191"/>
                <a:gd name="connsiteY83" fmla="*/ 68976 h 417159"/>
                <a:gd name="connsiteX84" fmla="*/ 818982 w 2915191"/>
                <a:gd name="connsiteY84" fmla="*/ 81606 h 417159"/>
                <a:gd name="connsiteX85" fmla="*/ 828732 w 2915191"/>
                <a:gd name="connsiteY85" fmla="*/ 64229 h 417159"/>
                <a:gd name="connsiteX86" fmla="*/ 838482 w 2915191"/>
                <a:gd name="connsiteY86" fmla="*/ 62765 h 417159"/>
                <a:gd name="connsiteX87" fmla="*/ 848232 w 2915191"/>
                <a:gd name="connsiteY87" fmla="*/ 65530 h 417159"/>
                <a:gd name="connsiteX88" fmla="*/ 857982 w 2915191"/>
                <a:gd name="connsiteY88" fmla="*/ 80402 h 417159"/>
                <a:gd name="connsiteX89" fmla="*/ 867732 w 2915191"/>
                <a:gd name="connsiteY89" fmla="*/ 59758 h 417159"/>
                <a:gd name="connsiteX90" fmla="*/ 877482 w 2915191"/>
                <a:gd name="connsiteY90" fmla="*/ 80884 h 417159"/>
                <a:gd name="connsiteX91" fmla="*/ 887231 w 2915191"/>
                <a:gd name="connsiteY91" fmla="*/ 114125 h 417159"/>
                <a:gd name="connsiteX92" fmla="*/ 896981 w 2915191"/>
                <a:gd name="connsiteY92" fmla="*/ 120901 h 417159"/>
                <a:gd name="connsiteX93" fmla="*/ 906730 w 2915191"/>
                <a:gd name="connsiteY93" fmla="*/ 119198 h 417159"/>
                <a:gd name="connsiteX94" fmla="*/ 916480 w 2915191"/>
                <a:gd name="connsiteY94" fmla="*/ 122948 h 417159"/>
                <a:gd name="connsiteX95" fmla="*/ 926230 w 2915191"/>
                <a:gd name="connsiteY95" fmla="*/ 94978 h 417159"/>
                <a:gd name="connsiteX96" fmla="*/ 935979 w 2915191"/>
                <a:gd name="connsiteY96" fmla="*/ 98457 h 417159"/>
                <a:gd name="connsiteX97" fmla="*/ 945729 w 2915191"/>
                <a:gd name="connsiteY97" fmla="*/ 94626 h 417159"/>
                <a:gd name="connsiteX98" fmla="*/ 955479 w 2915191"/>
                <a:gd name="connsiteY98" fmla="*/ 70365 h 417159"/>
                <a:gd name="connsiteX99" fmla="*/ 965229 w 2915191"/>
                <a:gd name="connsiteY99" fmla="*/ 78217 h 417159"/>
                <a:gd name="connsiteX100" fmla="*/ 974979 w 2915191"/>
                <a:gd name="connsiteY100" fmla="*/ 48358 h 417159"/>
                <a:gd name="connsiteX101" fmla="*/ 984729 w 2915191"/>
                <a:gd name="connsiteY101" fmla="*/ 33931 h 417159"/>
                <a:gd name="connsiteX102" fmla="*/ 994474 w 2915191"/>
                <a:gd name="connsiteY102" fmla="*/ 11949 h 417159"/>
                <a:gd name="connsiteX103" fmla="*/ 1004233 w 2915191"/>
                <a:gd name="connsiteY103" fmla="*/ 51741 h 417159"/>
                <a:gd name="connsiteX104" fmla="*/ 1013977 w 2915191"/>
                <a:gd name="connsiteY104" fmla="*/ 84608 h 417159"/>
                <a:gd name="connsiteX105" fmla="*/ 1023721 w 2915191"/>
                <a:gd name="connsiteY105" fmla="*/ 84327 h 417159"/>
                <a:gd name="connsiteX106" fmla="*/ 1033480 w 2915191"/>
                <a:gd name="connsiteY106" fmla="*/ 78209 h 417159"/>
                <a:gd name="connsiteX107" fmla="*/ 1043224 w 2915191"/>
                <a:gd name="connsiteY107" fmla="*/ 100343 h 417159"/>
                <a:gd name="connsiteX108" fmla="*/ 1052983 w 2915191"/>
                <a:gd name="connsiteY108" fmla="*/ 114969 h 417159"/>
                <a:gd name="connsiteX109" fmla="*/ 1062727 w 2915191"/>
                <a:gd name="connsiteY109" fmla="*/ 83105 h 417159"/>
                <a:gd name="connsiteX110" fmla="*/ 1072471 w 2915191"/>
                <a:gd name="connsiteY110" fmla="*/ 46759 h 417159"/>
                <a:gd name="connsiteX111" fmla="*/ 1082230 w 2915191"/>
                <a:gd name="connsiteY111" fmla="*/ 83766 h 417159"/>
                <a:gd name="connsiteX112" fmla="*/ 1091973 w 2915191"/>
                <a:gd name="connsiteY112" fmla="*/ 82315 h 417159"/>
                <a:gd name="connsiteX113" fmla="*/ 1101732 w 2915191"/>
                <a:gd name="connsiteY113" fmla="*/ 107879 h 417159"/>
                <a:gd name="connsiteX114" fmla="*/ 1111476 w 2915191"/>
                <a:gd name="connsiteY114" fmla="*/ 101322 h 417159"/>
                <a:gd name="connsiteX115" fmla="*/ 1121220 w 2915191"/>
                <a:gd name="connsiteY115" fmla="*/ 101112 h 417159"/>
                <a:gd name="connsiteX116" fmla="*/ 1130979 w 2915191"/>
                <a:gd name="connsiteY116" fmla="*/ 131872 h 417159"/>
                <a:gd name="connsiteX117" fmla="*/ 1140723 w 2915191"/>
                <a:gd name="connsiteY117" fmla="*/ 116292 h 417159"/>
                <a:gd name="connsiteX118" fmla="*/ 1150482 w 2915191"/>
                <a:gd name="connsiteY118" fmla="*/ 108299 h 417159"/>
                <a:gd name="connsiteX119" fmla="*/ 1160226 w 2915191"/>
                <a:gd name="connsiteY119" fmla="*/ 75313 h 417159"/>
                <a:gd name="connsiteX120" fmla="*/ 1169969 w 2915191"/>
                <a:gd name="connsiteY120" fmla="*/ 86216 h 417159"/>
                <a:gd name="connsiteX121" fmla="*/ 1179728 w 2915191"/>
                <a:gd name="connsiteY121" fmla="*/ 68863 h 417159"/>
                <a:gd name="connsiteX122" fmla="*/ 1189472 w 2915191"/>
                <a:gd name="connsiteY122" fmla="*/ 64711 h 417159"/>
                <a:gd name="connsiteX123" fmla="*/ 1199231 w 2915191"/>
                <a:gd name="connsiteY123" fmla="*/ 81246 h 417159"/>
                <a:gd name="connsiteX124" fmla="*/ 1208975 w 2915191"/>
                <a:gd name="connsiteY124" fmla="*/ 68254 h 417159"/>
                <a:gd name="connsiteX125" fmla="*/ 1218719 w 2915191"/>
                <a:gd name="connsiteY125" fmla="*/ 76140 h 417159"/>
                <a:gd name="connsiteX126" fmla="*/ 1228478 w 2915191"/>
                <a:gd name="connsiteY126" fmla="*/ 70858 h 417159"/>
                <a:gd name="connsiteX127" fmla="*/ 1238222 w 2915191"/>
                <a:gd name="connsiteY127" fmla="*/ 91282 h 417159"/>
                <a:gd name="connsiteX128" fmla="*/ 1247966 w 2915191"/>
                <a:gd name="connsiteY128" fmla="*/ 87204 h 417159"/>
                <a:gd name="connsiteX129" fmla="*/ 1257725 w 2915191"/>
                <a:gd name="connsiteY129" fmla="*/ 123055 h 417159"/>
                <a:gd name="connsiteX130" fmla="*/ 1267469 w 2915191"/>
                <a:gd name="connsiteY130" fmla="*/ 144457 h 417159"/>
                <a:gd name="connsiteX131" fmla="*/ 1277227 w 2915191"/>
                <a:gd name="connsiteY131" fmla="*/ 130059 h 417159"/>
                <a:gd name="connsiteX132" fmla="*/ 1286971 w 2915191"/>
                <a:gd name="connsiteY132" fmla="*/ 124682 h 417159"/>
                <a:gd name="connsiteX133" fmla="*/ 1296715 w 2915191"/>
                <a:gd name="connsiteY133" fmla="*/ 122738 h 417159"/>
                <a:gd name="connsiteX134" fmla="*/ 1306474 w 2915191"/>
                <a:gd name="connsiteY134" fmla="*/ 120850 h 417159"/>
                <a:gd name="connsiteX135" fmla="*/ 1316218 w 2915191"/>
                <a:gd name="connsiteY135" fmla="*/ 120600 h 417159"/>
                <a:gd name="connsiteX136" fmla="*/ 1325977 w 2915191"/>
                <a:gd name="connsiteY136" fmla="*/ 119354 h 417159"/>
                <a:gd name="connsiteX137" fmla="*/ 1335721 w 2915191"/>
                <a:gd name="connsiteY137" fmla="*/ 58115 h 417159"/>
                <a:gd name="connsiteX138" fmla="*/ 1345465 w 2915191"/>
                <a:gd name="connsiteY138" fmla="*/ 44627 h 417159"/>
                <a:gd name="connsiteX139" fmla="*/ 1355224 w 2915191"/>
                <a:gd name="connsiteY139" fmla="*/ 53809 h 417159"/>
                <a:gd name="connsiteX140" fmla="*/ 1364967 w 2915191"/>
                <a:gd name="connsiteY140" fmla="*/ 47733 h 417159"/>
                <a:gd name="connsiteX141" fmla="*/ 1374726 w 2915191"/>
                <a:gd name="connsiteY141" fmla="*/ 1926 h 417159"/>
                <a:gd name="connsiteX142" fmla="*/ 1384470 w 2915191"/>
                <a:gd name="connsiteY142" fmla="*/ 0 h 417159"/>
                <a:gd name="connsiteX143" fmla="*/ 1394214 w 2915191"/>
                <a:gd name="connsiteY143" fmla="*/ 47167 h 417159"/>
                <a:gd name="connsiteX144" fmla="*/ 1403973 w 2915191"/>
                <a:gd name="connsiteY144" fmla="*/ 50512 h 417159"/>
                <a:gd name="connsiteX145" fmla="*/ 1413717 w 2915191"/>
                <a:gd name="connsiteY145" fmla="*/ 36736 h 417159"/>
                <a:gd name="connsiteX146" fmla="*/ 1423476 w 2915191"/>
                <a:gd name="connsiteY146" fmla="*/ 64118 h 417159"/>
                <a:gd name="connsiteX147" fmla="*/ 1433220 w 2915191"/>
                <a:gd name="connsiteY147" fmla="*/ 40749 h 417159"/>
                <a:gd name="connsiteX148" fmla="*/ 1442964 w 2915191"/>
                <a:gd name="connsiteY148" fmla="*/ 51030 h 417159"/>
                <a:gd name="connsiteX149" fmla="*/ 1452722 w 2915191"/>
                <a:gd name="connsiteY149" fmla="*/ 66367 h 417159"/>
                <a:gd name="connsiteX150" fmla="*/ 1462466 w 2915191"/>
                <a:gd name="connsiteY150" fmla="*/ 81566 h 417159"/>
                <a:gd name="connsiteX151" fmla="*/ 1472225 w 2915191"/>
                <a:gd name="connsiteY151" fmla="*/ 92021 h 417159"/>
                <a:gd name="connsiteX152" fmla="*/ 1481969 w 2915191"/>
                <a:gd name="connsiteY152" fmla="*/ 98660 h 417159"/>
                <a:gd name="connsiteX153" fmla="*/ 1491713 w 2915191"/>
                <a:gd name="connsiteY153" fmla="*/ 75883 h 417159"/>
                <a:gd name="connsiteX154" fmla="*/ 1501472 w 2915191"/>
                <a:gd name="connsiteY154" fmla="*/ 66448 h 417159"/>
                <a:gd name="connsiteX155" fmla="*/ 1511216 w 2915191"/>
                <a:gd name="connsiteY155" fmla="*/ 67956 h 417159"/>
                <a:gd name="connsiteX156" fmla="*/ 1520960 w 2915191"/>
                <a:gd name="connsiteY156" fmla="*/ 83974 h 417159"/>
                <a:gd name="connsiteX157" fmla="*/ 1530719 w 2915191"/>
                <a:gd name="connsiteY157" fmla="*/ 82455 h 417159"/>
                <a:gd name="connsiteX158" fmla="*/ 1540463 w 2915191"/>
                <a:gd name="connsiteY158" fmla="*/ 113058 h 417159"/>
                <a:gd name="connsiteX159" fmla="*/ 1550221 w 2915191"/>
                <a:gd name="connsiteY159" fmla="*/ 79276 h 417159"/>
                <a:gd name="connsiteX160" fmla="*/ 1559965 w 2915191"/>
                <a:gd name="connsiteY160" fmla="*/ 104022 h 417159"/>
                <a:gd name="connsiteX161" fmla="*/ 1569709 w 2915191"/>
                <a:gd name="connsiteY161" fmla="*/ 95969 h 417159"/>
                <a:gd name="connsiteX162" fmla="*/ 1579468 w 2915191"/>
                <a:gd name="connsiteY162" fmla="*/ 82341 h 417159"/>
                <a:gd name="connsiteX163" fmla="*/ 1589212 w 2915191"/>
                <a:gd name="connsiteY163" fmla="*/ 95997 h 417159"/>
                <a:gd name="connsiteX164" fmla="*/ 1598971 w 2915191"/>
                <a:gd name="connsiteY164" fmla="*/ 96960 h 417159"/>
                <a:gd name="connsiteX165" fmla="*/ 1608715 w 2915191"/>
                <a:gd name="connsiteY165" fmla="*/ 89942 h 417159"/>
                <a:gd name="connsiteX166" fmla="*/ 1618459 w 2915191"/>
                <a:gd name="connsiteY166" fmla="*/ 91673 h 417159"/>
                <a:gd name="connsiteX167" fmla="*/ 1628218 w 2915191"/>
                <a:gd name="connsiteY167" fmla="*/ 66691 h 417159"/>
                <a:gd name="connsiteX168" fmla="*/ 1637962 w 2915191"/>
                <a:gd name="connsiteY168" fmla="*/ 68845 h 417159"/>
                <a:gd name="connsiteX169" fmla="*/ 1647720 w 2915191"/>
                <a:gd name="connsiteY169" fmla="*/ 87755 h 417159"/>
                <a:gd name="connsiteX170" fmla="*/ 1657464 w 2915191"/>
                <a:gd name="connsiteY170" fmla="*/ 94248 h 417159"/>
                <a:gd name="connsiteX171" fmla="*/ 1667208 w 2915191"/>
                <a:gd name="connsiteY171" fmla="*/ 62699 h 417159"/>
                <a:gd name="connsiteX172" fmla="*/ 1676967 w 2915191"/>
                <a:gd name="connsiteY172" fmla="*/ 56291 h 417159"/>
                <a:gd name="connsiteX173" fmla="*/ 1686711 w 2915191"/>
                <a:gd name="connsiteY173" fmla="*/ 89391 h 417159"/>
                <a:gd name="connsiteX174" fmla="*/ 1696470 w 2915191"/>
                <a:gd name="connsiteY174" fmla="*/ 94640 h 417159"/>
                <a:gd name="connsiteX175" fmla="*/ 1706214 w 2915191"/>
                <a:gd name="connsiteY175" fmla="*/ 112829 h 417159"/>
                <a:gd name="connsiteX176" fmla="*/ 1715958 w 2915191"/>
                <a:gd name="connsiteY176" fmla="*/ 116707 h 417159"/>
                <a:gd name="connsiteX177" fmla="*/ 1725716 w 2915191"/>
                <a:gd name="connsiteY177" fmla="*/ 103424 h 417159"/>
                <a:gd name="connsiteX178" fmla="*/ 1735460 w 2915191"/>
                <a:gd name="connsiteY178" fmla="*/ 119700 h 417159"/>
                <a:gd name="connsiteX179" fmla="*/ 1745219 w 2915191"/>
                <a:gd name="connsiteY179" fmla="*/ 120834 h 417159"/>
                <a:gd name="connsiteX180" fmla="*/ 1754963 w 2915191"/>
                <a:gd name="connsiteY180" fmla="*/ 116948 h 417159"/>
                <a:gd name="connsiteX181" fmla="*/ 1764707 w 2915191"/>
                <a:gd name="connsiteY181" fmla="*/ 105622 h 417159"/>
                <a:gd name="connsiteX182" fmla="*/ 1774466 w 2915191"/>
                <a:gd name="connsiteY182" fmla="*/ 141616 h 417159"/>
                <a:gd name="connsiteX183" fmla="*/ 1784210 w 2915191"/>
                <a:gd name="connsiteY183" fmla="*/ 124083 h 417159"/>
                <a:gd name="connsiteX184" fmla="*/ 1793969 w 2915191"/>
                <a:gd name="connsiteY184" fmla="*/ 121975 h 417159"/>
                <a:gd name="connsiteX185" fmla="*/ 1803713 w 2915191"/>
                <a:gd name="connsiteY185" fmla="*/ 125257 h 417159"/>
                <a:gd name="connsiteX186" fmla="*/ 1813457 w 2915191"/>
                <a:gd name="connsiteY186" fmla="*/ 128894 h 417159"/>
                <a:gd name="connsiteX187" fmla="*/ 1823215 w 2915191"/>
                <a:gd name="connsiteY187" fmla="*/ 137748 h 417159"/>
                <a:gd name="connsiteX188" fmla="*/ 1832959 w 2915191"/>
                <a:gd name="connsiteY188" fmla="*/ 155054 h 417159"/>
                <a:gd name="connsiteX189" fmla="*/ 1842703 w 2915191"/>
                <a:gd name="connsiteY189" fmla="*/ 191099 h 417159"/>
                <a:gd name="connsiteX190" fmla="*/ 1852462 w 2915191"/>
                <a:gd name="connsiteY190" fmla="*/ 192458 h 417159"/>
                <a:gd name="connsiteX191" fmla="*/ 1862206 w 2915191"/>
                <a:gd name="connsiteY191" fmla="*/ 165766 h 417159"/>
                <a:gd name="connsiteX192" fmla="*/ 1871965 w 2915191"/>
                <a:gd name="connsiteY192" fmla="*/ 151724 h 417159"/>
                <a:gd name="connsiteX193" fmla="*/ 1881709 w 2915191"/>
                <a:gd name="connsiteY193" fmla="*/ 153057 h 417159"/>
                <a:gd name="connsiteX194" fmla="*/ 1891453 w 2915191"/>
                <a:gd name="connsiteY194" fmla="*/ 204907 h 417159"/>
                <a:gd name="connsiteX195" fmla="*/ 1901212 w 2915191"/>
                <a:gd name="connsiteY195" fmla="*/ 233153 h 417159"/>
                <a:gd name="connsiteX196" fmla="*/ 1910956 w 2915191"/>
                <a:gd name="connsiteY196" fmla="*/ 239616 h 417159"/>
                <a:gd name="connsiteX197" fmla="*/ 1920714 w 2915191"/>
                <a:gd name="connsiteY197" fmla="*/ 229002 h 417159"/>
                <a:gd name="connsiteX198" fmla="*/ 1930458 w 2915191"/>
                <a:gd name="connsiteY198" fmla="*/ 238820 h 417159"/>
                <a:gd name="connsiteX199" fmla="*/ 1940202 w 2915191"/>
                <a:gd name="connsiteY199" fmla="*/ 229148 h 417159"/>
                <a:gd name="connsiteX200" fmla="*/ 1949961 w 2915191"/>
                <a:gd name="connsiteY200" fmla="*/ 221122 h 417159"/>
                <a:gd name="connsiteX201" fmla="*/ 1959705 w 2915191"/>
                <a:gd name="connsiteY201" fmla="*/ 219770 h 417159"/>
                <a:gd name="connsiteX202" fmla="*/ 1969464 w 2915191"/>
                <a:gd name="connsiteY202" fmla="*/ 211874 h 417159"/>
                <a:gd name="connsiteX203" fmla="*/ 1979208 w 2915191"/>
                <a:gd name="connsiteY203" fmla="*/ 239896 h 417159"/>
                <a:gd name="connsiteX204" fmla="*/ 1988952 w 2915191"/>
                <a:gd name="connsiteY204" fmla="*/ 234924 h 417159"/>
                <a:gd name="connsiteX205" fmla="*/ 1998711 w 2915191"/>
                <a:gd name="connsiteY205" fmla="*/ 228455 h 417159"/>
                <a:gd name="connsiteX206" fmla="*/ 2008454 w 2915191"/>
                <a:gd name="connsiteY206" fmla="*/ 204450 h 417159"/>
                <a:gd name="connsiteX207" fmla="*/ 2018213 w 2915191"/>
                <a:gd name="connsiteY207" fmla="*/ 225635 h 417159"/>
                <a:gd name="connsiteX208" fmla="*/ 2027957 w 2915191"/>
                <a:gd name="connsiteY208" fmla="*/ 207091 h 417159"/>
                <a:gd name="connsiteX209" fmla="*/ 2037701 w 2915191"/>
                <a:gd name="connsiteY209" fmla="*/ 213605 h 417159"/>
                <a:gd name="connsiteX210" fmla="*/ 2047460 w 2915191"/>
                <a:gd name="connsiteY210" fmla="*/ 207136 h 417159"/>
                <a:gd name="connsiteX211" fmla="*/ 2057204 w 2915191"/>
                <a:gd name="connsiteY211" fmla="*/ 236317 h 417159"/>
                <a:gd name="connsiteX212" fmla="*/ 2066963 w 2915191"/>
                <a:gd name="connsiteY212" fmla="*/ 225824 h 417159"/>
                <a:gd name="connsiteX213" fmla="*/ 2076707 w 2915191"/>
                <a:gd name="connsiteY213" fmla="*/ 223044 h 417159"/>
                <a:gd name="connsiteX214" fmla="*/ 2086451 w 2915191"/>
                <a:gd name="connsiteY214" fmla="*/ 218565 h 417159"/>
                <a:gd name="connsiteX215" fmla="*/ 2096210 w 2915191"/>
                <a:gd name="connsiteY215" fmla="*/ 203630 h 417159"/>
                <a:gd name="connsiteX216" fmla="*/ 2105954 w 2915191"/>
                <a:gd name="connsiteY216" fmla="*/ 244226 h 417159"/>
                <a:gd name="connsiteX217" fmla="*/ 2115697 w 2915191"/>
                <a:gd name="connsiteY217" fmla="*/ 250167 h 417159"/>
                <a:gd name="connsiteX218" fmla="*/ 2125456 w 2915191"/>
                <a:gd name="connsiteY218" fmla="*/ 273268 h 417159"/>
                <a:gd name="connsiteX219" fmla="*/ 2135200 w 2915191"/>
                <a:gd name="connsiteY219" fmla="*/ 291457 h 417159"/>
                <a:gd name="connsiteX220" fmla="*/ 2144959 w 2915191"/>
                <a:gd name="connsiteY220" fmla="*/ 331778 h 417159"/>
                <a:gd name="connsiteX221" fmla="*/ 2154703 w 2915191"/>
                <a:gd name="connsiteY221" fmla="*/ 323062 h 417159"/>
                <a:gd name="connsiteX222" fmla="*/ 2164447 w 2915191"/>
                <a:gd name="connsiteY222" fmla="*/ 349944 h 417159"/>
                <a:gd name="connsiteX223" fmla="*/ 2174206 w 2915191"/>
                <a:gd name="connsiteY223" fmla="*/ 365304 h 417159"/>
                <a:gd name="connsiteX224" fmla="*/ 2183950 w 2915191"/>
                <a:gd name="connsiteY224" fmla="*/ 356765 h 417159"/>
                <a:gd name="connsiteX225" fmla="*/ 2193709 w 2915191"/>
                <a:gd name="connsiteY225" fmla="*/ 333937 h 417159"/>
                <a:gd name="connsiteX226" fmla="*/ 2203452 w 2915191"/>
                <a:gd name="connsiteY226" fmla="*/ 321289 h 417159"/>
                <a:gd name="connsiteX227" fmla="*/ 2213196 w 2915191"/>
                <a:gd name="connsiteY227" fmla="*/ 297850 h 417159"/>
                <a:gd name="connsiteX228" fmla="*/ 2222955 w 2915191"/>
                <a:gd name="connsiteY228" fmla="*/ 278626 h 417159"/>
                <a:gd name="connsiteX229" fmla="*/ 2232699 w 2915191"/>
                <a:gd name="connsiteY229" fmla="*/ 293558 h 417159"/>
                <a:gd name="connsiteX230" fmla="*/ 2242458 w 2915191"/>
                <a:gd name="connsiteY230" fmla="*/ 322514 h 417159"/>
                <a:gd name="connsiteX231" fmla="*/ 2252202 w 2915191"/>
                <a:gd name="connsiteY231" fmla="*/ 335851 h 417159"/>
                <a:gd name="connsiteX232" fmla="*/ 2261946 w 2915191"/>
                <a:gd name="connsiteY232" fmla="*/ 343384 h 417159"/>
                <a:gd name="connsiteX233" fmla="*/ 2271705 w 2915191"/>
                <a:gd name="connsiteY233" fmla="*/ 354858 h 417159"/>
                <a:gd name="connsiteX234" fmla="*/ 2281449 w 2915191"/>
                <a:gd name="connsiteY234" fmla="*/ 365396 h 417159"/>
                <a:gd name="connsiteX235" fmla="*/ 2291208 w 2915191"/>
                <a:gd name="connsiteY235" fmla="*/ 379251 h 417159"/>
                <a:gd name="connsiteX236" fmla="*/ 2300951 w 2915191"/>
                <a:gd name="connsiteY236" fmla="*/ 408445 h 417159"/>
                <a:gd name="connsiteX237" fmla="*/ 2310695 w 2915191"/>
                <a:gd name="connsiteY237" fmla="*/ 388880 h 417159"/>
                <a:gd name="connsiteX238" fmla="*/ 2320454 w 2915191"/>
                <a:gd name="connsiteY238" fmla="*/ 378270 h 417159"/>
                <a:gd name="connsiteX239" fmla="*/ 2330198 w 2915191"/>
                <a:gd name="connsiteY239" fmla="*/ 373100 h 417159"/>
                <a:gd name="connsiteX240" fmla="*/ 2339957 w 2915191"/>
                <a:gd name="connsiteY240" fmla="*/ 351376 h 417159"/>
                <a:gd name="connsiteX241" fmla="*/ 2349701 w 2915191"/>
                <a:gd name="connsiteY241" fmla="*/ 362894 h 417159"/>
                <a:gd name="connsiteX242" fmla="*/ 2359445 w 2915191"/>
                <a:gd name="connsiteY242" fmla="*/ 367903 h 417159"/>
                <a:gd name="connsiteX243" fmla="*/ 2369204 w 2915191"/>
                <a:gd name="connsiteY243" fmla="*/ 377673 h 417159"/>
                <a:gd name="connsiteX244" fmla="*/ 2378948 w 2915191"/>
                <a:gd name="connsiteY244" fmla="*/ 398265 h 417159"/>
                <a:gd name="connsiteX245" fmla="*/ 2388692 w 2915191"/>
                <a:gd name="connsiteY245" fmla="*/ 400255 h 417159"/>
                <a:gd name="connsiteX246" fmla="*/ 2398450 w 2915191"/>
                <a:gd name="connsiteY246" fmla="*/ 417160 h 417159"/>
                <a:gd name="connsiteX247" fmla="*/ 2408194 w 2915191"/>
                <a:gd name="connsiteY247" fmla="*/ 412854 h 417159"/>
                <a:gd name="connsiteX248" fmla="*/ 2417953 w 2915191"/>
                <a:gd name="connsiteY248" fmla="*/ 407036 h 417159"/>
                <a:gd name="connsiteX249" fmla="*/ 2427697 w 2915191"/>
                <a:gd name="connsiteY249" fmla="*/ 347581 h 417159"/>
                <a:gd name="connsiteX250" fmla="*/ 2437441 w 2915191"/>
                <a:gd name="connsiteY250" fmla="*/ 349092 h 417159"/>
                <a:gd name="connsiteX251" fmla="*/ 2447200 w 2915191"/>
                <a:gd name="connsiteY251" fmla="*/ 347197 h 417159"/>
                <a:gd name="connsiteX252" fmla="*/ 2456944 w 2915191"/>
                <a:gd name="connsiteY252" fmla="*/ 306465 h 417159"/>
                <a:gd name="connsiteX253" fmla="*/ 2466703 w 2915191"/>
                <a:gd name="connsiteY253" fmla="*/ 336581 h 417159"/>
                <a:gd name="connsiteX254" fmla="*/ 2476446 w 2915191"/>
                <a:gd name="connsiteY254" fmla="*/ 335935 h 417159"/>
                <a:gd name="connsiteX255" fmla="*/ 2486190 w 2915191"/>
                <a:gd name="connsiteY255" fmla="*/ 297323 h 417159"/>
                <a:gd name="connsiteX256" fmla="*/ 2495949 w 2915191"/>
                <a:gd name="connsiteY256" fmla="*/ 325587 h 417159"/>
                <a:gd name="connsiteX257" fmla="*/ 2505693 w 2915191"/>
                <a:gd name="connsiteY257" fmla="*/ 328080 h 417159"/>
                <a:gd name="connsiteX258" fmla="*/ 2515452 w 2915191"/>
                <a:gd name="connsiteY258" fmla="*/ 288152 h 417159"/>
                <a:gd name="connsiteX259" fmla="*/ 2525196 w 2915191"/>
                <a:gd name="connsiteY259" fmla="*/ 287541 h 417159"/>
                <a:gd name="connsiteX260" fmla="*/ 2534940 w 2915191"/>
                <a:gd name="connsiteY260" fmla="*/ 291011 h 417159"/>
                <a:gd name="connsiteX261" fmla="*/ 2544699 w 2915191"/>
                <a:gd name="connsiteY261" fmla="*/ 304134 h 417159"/>
                <a:gd name="connsiteX262" fmla="*/ 2554443 w 2915191"/>
                <a:gd name="connsiteY262" fmla="*/ 308440 h 417159"/>
                <a:gd name="connsiteX263" fmla="*/ 2564202 w 2915191"/>
                <a:gd name="connsiteY263" fmla="*/ 329318 h 417159"/>
                <a:gd name="connsiteX264" fmla="*/ 2573946 w 2915191"/>
                <a:gd name="connsiteY264" fmla="*/ 323881 h 417159"/>
                <a:gd name="connsiteX265" fmla="*/ 2583690 w 2915191"/>
                <a:gd name="connsiteY265" fmla="*/ 313506 h 417159"/>
                <a:gd name="connsiteX266" fmla="*/ 2593448 w 2915191"/>
                <a:gd name="connsiteY266" fmla="*/ 311556 h 417159"/>
                <a:gd name="connsiteX267" fmla="*/ 2603192 w 2915191"/>
                <a:gd name="connsiteY267" fmla="*/ 347945 h 417159"/>
                <a:gd name="connsiteX268" fmla="*/ 2612951 w 2915191"/>
                <a:gd name="connsiteY268" fmla="*/ 306995 h 417159"/>
                <a:gd name="connsiteX269" fmla="*/ 2622695 w 2915191"/>
                <a:gd name="connsiteY269" fmla="*/ 295293 h 417159"/>
                <a:gd name="connsiteX270" fmla="*/ 2632439 w 2915191"/>
                <a:gd name="connsiteY270" fmla="*/ 292768 h 417159"/>
                <a:gd name="connsiteX271" fmla="*/ 2642198 w 2915191"/>
                <a:gd name="connsiteY271" fmla="*/ 256195 h 417159"/>
                <a:gd name="connsiteX272" fmla="*/ 2651942 w 2915191"/>
                <a:gd name="connsiteY272" fmla="*/ 275859 h 417159"/>
                <a:gd name="connsiteX273" fmla="*/ 2661685 w 2915191"/>
                <a:gd name="connsiteY273" fmla="*/ 295079 h 417159"/>
                <a:gd name="connsiteX274" fmla="*/ 2671444 w 2915191"/>
                <a:gd name="connsiteY274" fmla="*/ 284518 h 417159"/>
                <a:gd name="connsiteX275" fmla="*/ 2681188 w 2915191"/>
                <a:gd name="connsiteY275" fmla="*/ 292223 h 417159"/>
                <a:gd name="connsiteX276" fmla="*/ 2690947 w 2915191"/>
                <a:gd name="connsiteY276" fmla="*/ 282964 h 417159"/>
                <a:gd name="connsiteX277" fmla="*/ 2700691 w 2915191"/>
                <a:gd name="connsiteY277" fmla="*/ 277546 h 417159"/>
                <a:gd name="connsiteX278" fmla="*/ 2710435 w 2915191"/>
                <a:gd name="connsiteY278" fmla="*/ 269734 h 417159"/>
                <a:gd name="connsiteX279" fmla="*/ 2720194 w 2915191"/>
                <a:gd name="connsiteY279" fmla="*/ 298005 h 417159"/>
                <a:gd name="connsiteX280" fmla="*/ 2729938 w 2915191"/>
                <a:gd name="connsiteY280" fmla="*/ 295162 h 417159"/>
                <a:gd name="connsiteX281" fmla="*/ 2739697 w 2915191"/>
                <a:gd name="connsiteY281" fmla="*/ 260997 h 417159"/>
                <a:gd name="connsiteX282" fmla="*/ 2749441 w 2915191"/>
                <a:gd name="connsiteY282" fmla="*/ 247973 h 417159"/>
                <a:gd name="connsiteX283" fmla="*/ 2759185 w 2915191"/>
                <a:gd name="connsiteY283" fmla="*/ 211552 h 417159"/>
                <a:gd name="connsiteX284" fmla="*/ 2768943 w 2915191"/>
                <a:gd name="connsiteY284" fmla="*/ 223146 h 417159"/>
                <a:gd name="connsiteX285" fmla="*/ 2778687 w 2915191"/>
                <a:gd name="connsiteY285" fmla="*/ 238595 h 417159"/>
                <a:gd name="connsiteX286" fmla="*/ 2788446 w 2915191"/>
                <a:gd name="connsiteY286" fmla="*/ 230344 h 417159"/>
                <a:gd name="connsiteX287" fmla="*/ 2798190 w 2915191"/>
                <a:gd name="connsiteY287" fmla="*/ 182852 h 417159"/>
                <a:gd name="connsiteX288" fmla="*/ 2807934 w 2915191"/>
                <a:gd name="connsiteY288" fmla="*/ 179481 h 417159"/>
                <a:gd name="connsiteX289" fmla="*/ 2817693 w 2915191"/>
                <a:gd name="connsiteY289" fmla="*/ 184274 h 417159"/>
                <a:gd name="connsiteX290" fmla="*/ 2827437 w 2915191"/>
                <a:gd name="connsiteY290" fmla="*/ 157113 h 417159"/>
                <a:gd name="connsiteX291" fmla="*/ 2837196 w 2915191"/>
                <a:gd name="connsiteY291" fmla="*/ 139954 h 417159"/>
                <a:gd name="connsiteX292" fmla="*/ 2846940 w 2915191"/>
                <a:gd name="connsiteY292" fmla="*/ 143821 h 417159"/>
                <a:gd name="connsiteX293" fmla="*/ 2856684 w 2915191"/>
                <a:gd name="connsiteY293" fmla="*/ 184339 h 417159"/>
                <a:gd name="connsiteX294" fmla="*/ 2866442 w 2915191"/>
                <a:gd name="connsiteY294" fmla="*/ 188667 h 417159"/>
                <a:gd name="connsiteX295" fmla="*/ 2876186 w 2915191"/>
                <a:gd name="connsiteY295" fmla="*/ 183797 h 417159"/>
                <a:gd name="connsiteX296" fmla="*/ 2885945 w 2915191"/>
                <a:gd name="connsiteY296" fmla="*/ 209612 h 417159"/>
                <a:gd name="connsiteX297" fmla="*/ 2895689 w 2915191"/>
                <a:gd name="connsiteY297" fmla="*/ 219040 h 417159"/>
                <a:gd name="connsiteX298" fmla="*/ 2905433 w 2915191"/>
                <a:gd name="connsiteY298" fmla="*/ 272431 h 417159"/>
                <a:gd name="connsiteX299" fmla="*/ 2915192 w 2915191"/>
                <a:gd name="connsiteY299" fmla="*/ 273866 h 417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17159">
                  <a:moveTo>
                    <a:pt x="0" y="92120"/>
                  </a:moveTo>
                  <a:lnTo>
                    <a:pt x="9750" y="112741"/>
                  </a:lnTo>
                  <a:lnTo>
                    <a:pt x="19500" y="89796"/>
                  </a:lnTo>
                  <a:lnTo>
                    <a:pt x="29250" y="106805"/>
                  </a:lnTo>
                  <a:lnTo>
                    <a:pt x="39000" y="139930"/>
                  </a:lnTo>
                  <a:lnTo>
                    <a:pt x="48749" y="141558"/>
                  </a:lnTo>
                  <a:lnTo>
                    <a:pt x="58499" y="112563"/>
                  </a:lnTo>
                  <a:lnTo>
                    <a:pt x="68249" y="96106"/>
                  </a:lnTo>
                  <a:lnTo>
                    <a:pt x="77998" y="106088"/>
                  </a:lnTo>
                  <a:lnTo>
                    <a:pt x="87748" y="112899"/>
                  </a:lnTo>
                  <a:lnTo>
                    <a:pt x="97497" y="105008"/>
                  </a:lnTo>
                  <a:lnTo>
                    <a:pt x="107247" y="101584"/>
                  </a:lnTo>
                  <a:lnTo>
                    <a:pt x="116997" y="83509"/>
                  </a:lnTo>
                  <a:lnTo>
                    <a:pt x="126747" y="72060"/>
                  </a:lnTo>
                  <a:lnTo>
                    <a:pt x="136497" y="45625"/>
                  </a:lnTo>
                  <a:lnTo>
                    <a:pt x="146247" y="42343"/>
                  </a:lnTo>
                  <a:lnTo>
                    <a:pt x="155997" y="63854"/>
                  </a:lnTo>
                  <a:lnTo>
                    <a:pt x="165747" y="49314"/>
                  </a:lnTo>
                  <a:lnTo>
                    <a:pt x="175497" y="60414"/>
                  </a:lnTo>
                  <a:lnTo>
                    <a:pt x="185247" y="67610"/>
                  </a:lnTo>
                  <a:lnTo>
                    <a:pt x="194996" y="47426"/>
                  </a:lnTo>
                  <a:lnTo>
                    <a:pt x="204746" y="54380"/>
                  </a:lnTo>
                  <a:lnTo>
                    <a:pt x="214495" y="49624"/>
                  </a:lnTo>
                  <a:lnTo>
                    <a:pt x="224245" y="38366"/>
                  </a:lnTo>
                  <a:lnTo>
                    <a:pt x="233995" y="55829"/>
                  </a:lnTo>
                  <a:lnTo>
                    <a:pt x="243744" y="38953"/>
                  </a:lnTo>
                  <a:lnTo>
                    <a:pt x="253494" y="22752"/>
                  </a:lnTo>
                  <a:lnTo>
                    <a:pt x="263244" y="36878"/>
                  </a:lnTo>
                  <a:lnTo>
                    <a:pt x="272994" y="46026"/>
                  </a:lnTo>
                  <a:lnTo>
                    <a:pt x="282744" y="35176"/>
                  </a:lnTo>
                  <a:lnTo>
                    <a:pt x="292494" y="18744"/>
                  </a:lnTo>
                  <a:lnTo>
                    <a:pt x="302244" y="47663"/>
                  </a:lnTo>
                  <a:lnTo>
                    <a:pt x="311994" y="13399"/>
                  </a:lnTo>
                  <a:lnTo>
                    <a:pt x="321744" y="54852"/>
                  </a:lnTo>
                  <a:lnTo>
                    <a:pt x="331493" y="43651"/>
                  </a:lnTo>
                  <a:lnTo>
                    <a:pt x="341243" y="69353"/>
                  </a:lnTo>
                  <a:lnTo>
                    <a:pt x="350993" y="49786"/>
                  </a:lnTo>
                  <a:lnTo>
                    <a:pt x="360742" y="70870"/>
                  </a:lnTo>
                  <a:lnTo>
                    <a:pt x="370492" y="79561"/>
                  </a:lnTo>
                  <a:lnTo>
                    <a:pt x="380241" y="63094"/>
                  </a:lnTo>
                  <a:lnTo>
                    <a:pt x="389991" y="66861"/>
                  </a:lnTo>
                  <a:lnTo>
                    <a:pt x="399741" y="94939"/>
                  </a:lnTo>
                  <a:lnTo>
                    <a:pt x="409491" y="67252"/>
                  </a:lnTo>
                  <a:lnTo>
                    <a:pt x="419241" y="99160"/>
                  </a:lnTo>
                  <a:lnTo>
                    <a:pt x="428991" y="119365"/>
                  </a:lnTo>
                  <a:lnTo>
                    <a:pt x="438741" y="118448"/>
                  </a:lnTo>
                  <a:lnTo>
                    <a:pt x="448491" y="104391"/>
                  </a:lnTo>
                  <a:lnTo>
                    <a:pt x="458241" y="122852"/>
                  </a:lnTo>
                  <a:lnTo>
                    <a:pt x="467991" y="107012"/>
                  </a:lnTo>
                  <a:lnTo>
                    <a:pt x="477740" y="115281"/>
                  </a:lnTo>
                  <a:lnTo>
                    <a:pt x="487490" y="135977"/>
                  </a:lnTo>
                  <a:lnTo>
                    <a:pt x="497239" y="131491"/>
                  </a:lnTo>
                  <a:lnTo>
                    <a:pt x="506989" y="138990"/>
                  </a:lnTo>
                  <a:lnTo>
                    <a:pt x="516738" y="152814"/>
                  </a:lnTo>
                  <a:lnTo>
                    <a:pt x="526488" y="168606"/>
                  </a:lnTo>
                  <a:lnTo>
                    <a:pt x="536238" y="155544"/>
                  </a:lnTo>
                  <a:lnTo>
                    <a:pt x="545988" y="195709"/>
                  </a:lnTo>
                  <a:lnTo>
                    <a:pt x="555738" y="185979"/>
                  </a:lnTo>
                  <a:lnTo>
                    <a:pt x="565488" y="166337"/>
                  </a:lnTo>
                  <a:lnTo>
                    <a:pt x="575238" y="176359"/>
                  </a:lnTo>
                  <a:lnTo>
                    <a:pt x="584988" y="214505"/>
                  </a:lnTo>
                  <a:lnTo>
                    <a:pt x="594738" y="172207"/>
                  </a:lnTo>
                  <a:lnTo>
                    <a:pt x="604488" y="179153"/>
                  </a:lnTo>
                  <a:lnTo>
                    <a:pt x="614237" y="203165"/>
                  </a:lnTo>
                  <a:lnTo>
                    <a:pt x="623987" y="176699"/>
                  </a:lnTo>
                  <a:lnTo>
                    <a:pt x="633736" y="162636"/>
                  </a:lnTo>
                  <a:lnTo>
                    <a:pt x="643486" y="182270"/>
                  </a:lnTo>
                  <a:lnTo>
                    <a:pt x="653236" y="199886"/>
                  </a:lnTo>
                  <a:lnTo>
                    <a:pt x="662985" y="197124"/>
                  </a:lnTo>
                  <a:lnTo>
                    <a:pt x="672735" y="201059"/>
                  </a:lnTo>
                  <a:lnTo>
                    <a:pt x="682485" y="222540"/>
                  </a:lnTo>
                  <a:lnTo>
                    <a:pt x="692235" y="190402"/>
                  </a:lnTo>
                  <a:lnTo>
                    <a:pt x="701985" y="144292"/>
                  </a:lnTo>
                  <a:lnTo>
                    <a:pt x="711735" y="139049"/>
                  </a:lnTo>
                  <a:lnTo>
                    <a:pt x="721485" y="126127"/>
                  </a:lnTo>
                  <a:lnTo>
                    <a:pt x="731235" y="101723"/>
                  </a:lnTo>
                  <a:lnTo>
                    <a:pt x="740985" y="109609"/>
                  </a:lnTo>
                  <a:lnTo>
                    <a:pt x="750734" y="129563"/>
                  </a:lnTo>
                  <a:lnTo>
                    <a:pt x="760484" y="150349"/>
                  </a:lnTo>
                  <a:lnTo>
                    <a:pt x="770233" y="101219"/>
                  </a:lnTo>
                  <a:lnTo>
                    <a:pt x="779983" y="88971"/>
                  </a:lnTo>
                  <a:lnTo>
                    <a:pt x="789733" y="94941"/>
                  </a:lnTo>
                  <a:lnTo>
                    <a:pt x="799482" y="82619"/>
                  </a:lnTo>
                  <a:lnTo>
                    <a:pt x="809232" y="68976"/>
                  </a:lnTo>
                  <a:lnTo>
                    <a:pt x="818982" y="81606"/>
                  </a:lnTo>
                  <a:lnTo>
                    <a:pt x="828732" y="64229"/>
                  </a:lnTo>
                  <a:lnTo>
                    <a:pt x="838482" y="62765"/>
                  </a:lnTo>
                  <a:lnTo>
                    <a:pt x="848232" y="65530"/>
                  </a:lnTo>
                  <a:lnTo>
                    <a:pt x="857982" y="80402"/>
                  </a:lnTo>
                  <a:lnTo>
                    <a:pt x="867732" y="59758"/>
                  </a:lnTo>
                  <a:lnTo>
                    <a:pt x="877482" y="80884"/>
                  </a:lnTo>
                  <a:lnTo>
                    <a:pt x="887231" y="114125"/>
                  </a:lnTo>
                  <a:lnTo>
                    <a:pt x="896981" y="120901"/>
                  </a:lnTo>
                  <a:lnTo>
                    <a:pt x="906730" y="119198"/>
                  </a:lnTo>
                  <a:lnTo>
                    <a:pt x="916480" y="122948"/>
                  </a:lnTo>
                  <a:lnTo>
                    <a:pt x="926230" y="94978"/>
                  </a:lnTo>
                  <a:lnTo>
                    <a:pt x="935979" y="98457"/>
                  </a:lnTo>
                  <a:lnTo>
                    <a:pt x="945729" y="94626"/>
                  </a:lnTo>
                  <a:lnTo>
                    <a:pt x="955479" y="70365"/>
                  </a:lnTo>
                  <a:lnTo>
                    <a:pt x="965229" y="78217"/>
                  </a:lnTo>
                  <a:lnTo>
                    <a:pt x="974979" y="48358"/>
                  </a:lnTo>
                  <a:lnTo>
                    <a:pt x="984729" y="33931"/>
                  </a:lnTo>
                  <a:lnTo>
                    <a:pt x="994474" y="11949"/>
                  </a:lnTo>
                  <a:lnTo>
                    <a:pt x="1004233" y="51741"/>
                  </a:lnTo>
                  <a:lnTo>
                    <a:pt x="1013977" y="84608"/>
                  </a:lnTo>
                  <a:lnTo>
                    <a:pt x="1023721" y="84327"/>
                  </a:lnTo>
                  <a:lnTo>
                    <a:pt x="1033480" y="78209"/>
                  </a:lnTo>
                  <a:lnTo>
                    <a:pt x="1043224" y="100343"/>
                  </a:lnTo>
                  <a:lnTo>
                    <a:pt x="1052983" y="114969"/>
                  </a:lnTo>
                  <a:lnTo>
                    <a:pt x="1062727" y="83105"/>
                  </a:lnTo>
                  <a:lnTo>
                    <a:pt x="1072471" y="46759"/>
                  </a:lnTo>
                  <a:lnTo>
                    <a:pt x="1082230" y="83766"/>
                  </a:lnTo>
                  <a:lnTo>
                    <a:pt x="1091973" y="82315"/>
                  </a:lnTo>
                  <a:lnTo>
                    <a:pt x="1101732" y="107879"/>
                  </a:lnTo>
                  <a:lnTo>
                    <a:pt x="1111476" y="101322"/>
                  </a:lnTo>
                  <a:lnTo>
                    <a:pt x="1121220" y="101112"/>
                  </a:lnTo>
                  <a:lnTo>
                    <a:pt x="1130979" y="131872"/>
                  </a:lnTo>
                  <a:lnTo>
                    <a:pt x="1140723" y="116292"/>
                  </a:lnTo>
                  <a:lnTo>
                    <a:pt x="1150482" y="108299"/>
                  </a:lnTo>
                  <a:lnTo>
                    <a:pt x="1160226" y="75313"/>
                  </a:lnTo>
                  <a:lnTo>
                    <a:pt x="1169969" y="86216"/>
                  </a:lnTo>
                  <a:lnTo>
                    <a:pt x="1179728" y="68863"/>
                  </a:lnTo>
                  <a:lnTo>
                    <a:pt x="1189472" y="64711"/>
                  </a:lnTo>
                  <a:lnTo>
                    <a:pt x="1199231" y="81246"/>
                  </a:lnTo>
                  <a:lnTo>
                    <a:pt x="1208975" y="68254"/>
                  </a:lnTo>
                  <a:lnTo>
                    <a:pt x="1218719" y="76140"/>
                  </a:lnTo>
                  <a:lnTo>
                    <a:pt x="1228478" y="70858"/>
                  </a:lnTo>
                  <a:lnTo>
                    <a:pt x="1238222" y="91282"/>
                  </a:lnTo>
                  <a:lnTo>
                    <a:pt x="1247966" y="87204"/>
                  </a:lnTo>
                  <a:lnTo>
                    <a:pt x="1257725" y="123055"/>
                  </a:lnTo>
                  <a:lnTo>
                    <a:pt x="1267469" y="144457"/>
                  </a:lnTo>
                  <a:lnTo>
                    <a:pt x="1277227" y="130059"/>
                  </a:lnTo>
                  <a:lnTo>
                    <a:pt x="1286971" y="124682"/>
                  </a:lnTo>
                  <a:lnTo>
                    <a:pt x="1296715" y="122738"/>
                  </a:lnTo>
                  <a:lnTo>
                    <a:pt x="1306474" y="120850"/>
                  </a:lnTo>
                  <a:lnTo>
                    <a:pt x="1316218" y="120600"/>
                  </a:lnTo>
                  <a:lnTo>
                    <a:pt x="1325977" y="119354"/>
                  </a:lnTo>
                  <a:lnTo>
                    <a:pt x="1335721" y="58115"/>
                  </a:lnTo>
                  <a:lnTo>
                    <a:pt x="1345465" y="44627"/>
                  </a:lnTo>
                  <a:lnTo>
                    <a:pt x="1355224" y="53809"/>
                  </a:lnTo>
                  <a:lnTo>
                    <a:pt x="1364967" y="47733"/>
                  </a:lnTo>
                  <a:lnTo>
                    <a:pt x="1374726" y="1926"/>
                  </a:lnTo>
                  <a:lnTo>
                    <a:pt x="1384470" y="0"/>
                  </a:lnTo>
                  <a:lnTo>
                    <a:pt x="1394214" y="47167"/>
                  </a:lnTo>
                  <a:lnTo>
                    <a:pt x="1403973" y="50512"/>
                  </a:lnTo>
                  <a:lnTo>
                    <a:pt x="1413717" y="36736"/>
                  </a:lnTo>
                  <a:lnTo>
                    <a:pt x="1423476" y="64118"/>
                  </a:lnTo>
                  <a:lnTo>
                    <a:pt x="1433220" y="40749"/>
                  </a:lnTo>
                  <a:lnTo>
                    <a:pt x="1442964" y="51030"/>
                  </a:lnTo>
                  <a:lnTo>
                    <a:pt x="1452722" y="66367"/>
                  </a:lnTo>
                  <a:lnTo>
                    <a:pt x="1462466" y="81566"/>
                  </a:lnTo>
                  <a:lnTo>
                    <a:pt x="1472225" y="92021"/>
                  </a:lnTo>
                  <a:lnTo>
                    <a:pt x="1481969" y="98660"/>
                  </a:lnTo>
                  <a:lnTo>
                    <a:pt x="1491713" y="75883"/>
                  </a:lnTo>
                  <a:lnTo>
                    <a:pt x="1501472" y="66448"/>
                  </a:lnTo>
                  <a:lnTo>
                    <a:pt x="1511216" y="67956"/>
                  </a:lnTo>
                  <a:lnTo>
                    <a:pt x="1520960" y="83974"/>
                  </a:lnTo>
                  <a:lnTo>
                    <a:pt x="1530719" y="82455"/>
                  </a:lnTo>
                  <a:lnTo>
                    <a:pt x="1540463" y="113058"/>
                  </a:lnTo>
                  <a:lnTo>
                    <a:pt x="1550221" y="79276"/>
                  </a:lnTo>
                  <a:lnTo>
                    <a:pt x="1559965" y="104022"/>
                  </a:lnTo>
                  <a:lnTo>
                    <a:pt x="1569709" y="95969"/>
                  </a:lnTo>
                  <a:lnTo>
                    <a:pt x="1579468" y="82341"/>
                  </a:lnTo>
                  <a:lnTo>
                    <a:pt x="1589212" y="95997"/>
                  </a:lnTo>
                  <a:lnTo>
                    <a:pt x="1598971" y="96960"/>
                  </a:lnTo>
                  <a:lnTo>
                    <a:pt x="1608715" y="89942"/>
                  </a:lnTo>
                  <a:lnTo>
                    <a:pt x="1618459" y="91673"/>
                  </a:lnTo>
                  <a:lnTo>
                    <a:pt x="1628218" y="66691"/>
                  </a:lnTo>
                  <a:lnTo>
                    <a:pt x="1637962" y="68845"/>
                  </a:lnTo>
                  <a:lnTo>
                    <a:pt x="1647720" y="87755"/>
                  </a:lnTo>
                  <a:lnTo>
                    <a:pt x="1657464" y="94248"/>
                  </a:lnTo>
                  <a:lnTo>
                    <a:pt x="1667208" y="62699"/>
                  </a:lnTo>
                  <a:lnTo>
                    <a:pt x="1676967" y="56291"/>
                  </a:lnTo>
                  <a:lnTo>
                    <a:pt x="1686711" y="89391"/>
                  </a:lnTo>
                  <a:lnTo>
                    <a:pt x="1696470" y="94640"/>
                  </a:lnTo>
                  <a:lnTo>
                    <a:pt x="1706214" y="112829"/>
                  </a:lnTo>
                  <a:lnTo>
                    <a:pt x="1715958" y="116707"/>
                  </a:lnTo>
                  <a:lnTo>
                    <a:pt x="1725716" y="103424"/>
                  </a:lnTo>
                  <a:lnTo>
                    <a:pt x="1735460" y="119700"/>
                  </a:lnTo>
                  <a:lnTo>
                    <a:pt x="1745219" y="120834"/>
                  </a:lnTo>
                  <a:lnTo>
                    <a:pt x="1754963" y="116948"/>
                  </a:lnTo>
                  <a:lnTo>
                    <a:pt x="1764707" y="105622"/>
                  </a:lnTo>
                  <a:lnTo>
                    <a:pt x="1774466" y="141616"/>
                  </a:lnTo>
                  <a:lnTo>
                    <a:pt x="1784210" y="124083"/>
                  </a:lnTo>
                  <a:lnTo>
                    <a:pt x="1793969" y="121975"/>
                  </a:lnTo>
                  <a:lnTo>
                    <a:pt x="1803713" y="125257"/>
                  </a:lnTo>
                  <a:lnTo>
                    <a:pt x="1813457" y="128894"/>
                  </a:lnTo>
                  <a:lnTo>
                    <a:pt x="1823215" y="137748"/>
                  </a:lnTo>
                  <a:lnTo>
                    <a:pt x="1832959" y="155054"/>
                  </a:lnTo>
                  <a:lnTo>
                    <a:pt x="1842703" y="191099"/>
                  </a:lnTo>
                  <a:lnTo>
                    <a:pt x="1852462" y="192458"/>
                  </a:lnTo>
                  <a:lnTo>
                    <a:pt x="1862206" y="165766"/>
                  </a:lnTo>
                  <a:lnTo>
                    <a:pt x="1871965" y="151724"/>
                  </a:lnTo>
                  <a:lnTo>
                    <a:pt x="1881709" y="153057"/>
                  </a:lnTo>
                  <a:lnTo>
                    <a:pt x="1891453" y="204907"/>
                  </a:lnTo>
                  <a:lnTo>
                    <a:pt x="1901212" y="233153"/>
                  </a:lnTo>
                  <a:lnTo>
                    <a:pt x="1910956" y="239616"/>
                  </a:lnTo>
                  <a:lnTo>
                    <a:pt x="1920714" y="229002"/>
                  </a:lnTo>
                  <a:lnTo>
                    <a:pt x="1930458" y="238820"/>
                  </a:lnTo>
                  <a:lnTo>
                    <a:pt x="1940202" y="229148"/>
                  </a:lnTo>
                  <a:lnTo>
                    <a:pt x="1949961" y="221122"/>
                  </a:lnTo>
                  <a:lnTo>
                    <a:pt x="1959705" y="219770"/>
                  </a:lnTo>
                  <a:lnTo>
                    <a:pt x="1969464" y="211874"/>
                  </a:lnTo>
                  <a:lnTo>
                    <a:pt x="1979208" y="239896"/>
                  </a:lnTo>
                  <a:lnTo>
                    <a:pt x="1988952" y="234924"/>
                  </a:lnTo>
                  <a:lnTo>
                    <a:pt x="1998711" y="228455"/>
                  </a:lnTo>
                  <a:lnTo>
                    <a:pt x="2008454" y="204450"/>
                  </a:lnTo>
                  <a:lnTo>
                    <a:pt x="2018213" y="225635"/>
                  </a:lnTo>
                  <a:lnTo>
                    <a:pt x="2027957" y="207091"/>
                  </a:lnTo>
                  <a:lnTo>
                    <a:pt x="2037701" y="213605"/>
                  </a:lnTo>
                  <a:lnTo>
                    <a:pt x="2047460" y="207136"/>
                  </a:lnTo>
                  <a:lnTo>
                    <a:pt x="2057204" y="236317"/>
                  </a:lnTo>
                  <a:lnTo>
                    <a:pt x="2066963" y="225824"/>
                  </a:lnTo>
                  <a:lnTo>
                    <a:pt x="2076707" y="223044"/>
                  </a:lnTo>
                  <a:lnTo>
                    <a:pt x="2086451" y="218565"/>
                  </a:lnTo>
                  <a:lnTo>
                    <a:pt x="2096210" y="203630"/>
                  </a:lnTo>
                  <a:lnTo>
                    <a:pt x="2105954" y="244226"/>
                  </a:lnTo>
                  <a:lnTo>
                    <a:pt x="2115697" y="250167"/>
                  </a:lnTo>
                  <a:lnTo>
                    <a:pt x="2125456" y="273268"/>
                  </a:lnTo>
                  <a:lnTo>
                    <a:pt x="2135200" y="291457"/>
                  </a:lnTo>
                  <a:lnTo>
                    <a:pt x="2144959" y="331778"/>
                  </a:lnTo>
                  <a:lnTo>
                    <a:pt x="2154703" y="323062"/>
                  </a:lnTo>
                  <a:lnTo>
                    <a:pt x="2164447" y="349944"/>
                  </a:lnTo>
                  <a:lnTo>
                    <a:pt x="2174206" y="365304"/>
                  </a:lnTo>
                  <a:lnTo>
                    <a:pt x="2183950" y="356765"/>
                  </a:lnTo>
                  <a:lnTo>
                    <a:pt x="2193709" y="333937"/>
                  </a:lnTo>
                  <a:lnTo>
                    <a:pt x="2203452" y="321289"/>
                  </a:lnTo>
                  <a:lnTo>
                    <a:pt x="2213196" y="297850"/>
                  </a:lnTo>
                  <a:lnTo>
                    <a:pt x="2222955" y="278626"/>
                  </a:lnTo>
                  <a:lnTo>
                    <a:pt x="2232699" y="293558"/>
                  </a:lnTo>
                  <a:lnTo>
                    <a:pt x="2242458" y="322514"/>
                  </a:lnTo>
                  <a:lnTo>
                    <a:pt x="2252202" y="335851"/>
                  </a:lnTo>
                  <a:lnTo>
                    <a:pt x="2261946" y="343384"/>
                  </a:lnTo>
                  <a:lnTo>
                    <a:pt x="2271705" y="354858"/>
                  </a:lnTo>
                  <a:lnTo>
                    <a:pt x="2281449" y="365396"/>
                  </a:lnTo>
                  <a:lnTo>
                    <a:pt x="2291208" y="379251"/>
                  </a:lnTo>
                  <a:lnTo>
                    <a:pt x="2300951" y="408445"/>
                  </a:lnTo>
                  <a:lnTo>
                    <a:pt x="2310695" y="388880"/>
                  </a:lnTo>
                  <a:lnTo>
                    <a:pt x="2320454" y="378270"/>
                  </a:lnTo>
                  <a:lnTo>
                    <a:pt x="2330198" y="373100"/>
                  </a:lnTo>
                  <a:lnTo>
                    <a:pt x="2339957" y="351376"/>
                  </a:lnTo>
                  <a:lnTo>
                    <a:pt x="2349701" y="362894"/>
                  </a:lnTo>
                  <a:lnTo>
                    <a:pt x="2359445" y="367903"/>
                  </a:lnTo>
                  <a:lnTo>
                    <a:pt x="2369204" y="377673"/>
                  </a:lnTo>
                  <a:lnTo>
                    <a:pt x="2378948" y="398265"/>
                  </a:lnTo>
                  <a:lnTo>
                    <a:pt x="2388692" y="400255"/>
                  </a:lnTo>
                  <a:lnTo>
                    <a:pt x="2398450" y="417160"/>
                  </a:lnTo>
                  <a:lnTo>
                    <a:pt x="2408194" y="412854"/>
                  </a:lnTo>
                  <a:lnTo>
                    <a:pt x="2417953" y="407036"/>
                  </a:lnTo>
                  <a:lnTo>
                    <a:pt x="2427697" y="347581"/>
                  </a:lnTo>
                  <a:lnTo>
                    <a:pt x="2437441" y="349092"/>
                  </a:lnTo>
                  <a:lnTo>
                    <a:pt x="2447200" y="347197"/>
                  </a:lnTo>
                  <a:lnTo>
                    <a:pt x="2456944" y="306465"/>
                  </a:lnTo>
                  <a:lnTo>
                    <a:pt x="2466703" y="336581"/>
                  </a:lnTo>
                  <a:lnTo>
                    <a:pt x="2476446" y="335935"/>
                  </a:lnTo>
                  <a:lnTo>
                    <a:pt x="2486190" y="297323"/>
                  </a:lnTo>
                  <a:lnTo>
                    <a:pt x="2495949" y="325587"/>
                  </a:lnTo>
                  <a:lnTo>
                    <a:pt x="2505693" y="328080"/>
                  </a:lnTo>
                  <a:lnTo>
                    <a:pt x="2515452" y="288152"/>
                  </a:lnTo>
                  <a:lnTo>
                    <a:pt x="2525196" y="287541"/>
                  </a:lnTo>
                  <a:lnTo>
                    <a:pt x="2534940" y="291011"/>
                  </a:lnTo>
                  <a:lnTo>
                    <a:pt x="2544699" y="304134"/>
                  </a:lnTo>
                  <a:lnTo>
                    <a:pt x="2554443" y="308440"/>
                  </a:lnTo>
                  <a:lnTo>
                    <a:pt x="2564202" y="329318"/>
                  </a:lnTo>
                  <a:lnTo>
                    <a:pt x="2573946" y="323881"/>
                  </a:lnTo>
                  <a:lnTo>
                    <a:pt x="2583690" y="313506"/>
                  </a:lnTo>
                  <a:lnTo>
                    <a:pt x="2593448" y="311556"/>
                  </a:lnTo>
                  <a:lnTo>
                    <a:pt x="2603192" y="347945"/>
                  </a:lnTo>
                  <a:lnTo>
                    <a:pt x="2612951" y="306995"/>
                  </a:lnTo>
                  <a:lnTo>
                    <a:pt x="2622695" y="295293"/>
                  </a:lnTo>
                  <a:lnTo>
                    <a:pt x="2632439" y="292768"/>
                  </a:lnTo>
                  <a:lnTo>
                    <a:pt x="2642198" y="256195"/>
                  </a:lnTo>
                  <a:lnTo>
                    <a:pt x="2651942" y="275859"/>
                  </a:lnTo>
                  <a:lnTo>
                    <a:pt x="2661685" y="295079"/>
                  </a:lnTo>
                  <a:lnTo>
                    <a:pt x="2671444" y="284518"/>
                  </a:lnTo>
                  <a:lnTo>
                    <a:pt x="2681188" y="292223"/>
                  </a:lnTo>
                  <a:lnTo>
                    <a:pt x="2690947" y="282964"/>
                  </a:lnTo>
                  <a:lnTo>
                    <a:pt x="2700691" y="277546"/>
                  </a:lnTo>
                  <a:lnTo>
                    <a:pt x="2710435" y="269734"/>
                  </a:lnTo>
                  <a:lnTo>
                    <a:pt x="2720194" y="298005"/>
                  </a:lnTo>
                  <a:lnTo>
                    <a:pt x="2729938" y="295162"/>
                  </a:lnTo>
                  <a:lnTo>
                    <a:pt x="2739697" y="260997"/>
                  </a:lnTo>
                  <a:lnTo>
                    <a:pt x="2749441" y="247973"/>
                  </a:lnTo>
                  <a:lnTo>
                    <a:pt x="2759185" y="211552"/>
                  </a:lnTo>
                  <a:lnTo>
                    <a:pt x="2768943" y="223146"/>
                  </a:lnTo>
                  <a:lnTo>
                    <a:pt x="2778687" y="238595"/>
                  </a:lnTo>
                  <a:lnTo>
                    <a:pt x="2788446" y="230344"/>
                  </a:lnTo>
                  <a:lnTo>
                    <a:pt x="2798190" y="182852"/>
                  </a:lnTo>
                  <a:lnTo>
                    <a:pt x="2807934" y="179481"/>
                  </a:lnTo>
                  <a:lnTo>
                    <a:pt x="2817693" y="184274"/>
                  </a:lnTo>
                  <a:lnTo>
                    <a:pt x="2827437" y="157113"/>
                  </a:lnTo>
                  <a:lnTo>
                    <a:pt x="2837196" y="139954"/>
                  </a:lnTo>
                  <a:lnTo>
                    <a:pt x="2846940" y="143821"/>
                  </a:lnTo>
                  <a:lnTo>
                    <a:pt x="2856684" y="184339"/>
                  </a:lnTo>
                  <a:lnTo>
                    <a:pt x="2866442" y="188667"/>
                  </a:lnTo>
                  <a:lnTo>
                    <a:pt x="2876186" y="183797"/>
                  </a:lnTo>
                  <a:lnTo>
                    <a:pt x="2885945" y="209612"/>
                  </a:lnTo>
                  <a:lnTo>
                    <a:pt x="2895689" y="219040"/>
                  </a:lnTo>
                  <a:lnTo>
                    <a:pt x="2905433" y="272431"/>
                  </a:lnTo>
                  <a:lnTo>
                    <a:pt x="2915192" y="27386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8" name="Freeform 1047">
              <a:extLst>
                <a:ext uri="{FF2B5EF4-FFF2-40B4-BE49-F238E27FC236}">
                  <a16:creationId xmlns:a16="http://schemas.microsoft.com/office/drawing/2014/main" id="{73B02EC6-E67D-800D-C5CE-A09FD228145E}"/>
                </a:ext>
              </a:extLst>
            </p:cNvPr>
            <p:cNvSpPr/>
            <p:nvPr/>
          </p:nvSpPr>
          <p:spPr>
            <a:xfrm>
              <a:off x="4426652" y="3153781"/>
              <a:ext cx="2915191" cy="542437"/>
            </a:xfrm>
            <a:custGeom>
              <a:avLst/>
              <a:gdLst>
                <a:gd name="connsiteX0" fmla="*/ 0 w 2915191"/>
                <a:gd name="connsiteY0" fmla="*/ 526616 h 542437"/>
                <a:gd name="connsiteX1" fmla="*/ 9750 w 2915191"/>
                <a:gd name="connsiteY1" fmla="*/ 535748 h 542437"/>
                <a:gd name="connsiteX2" fmla="*/ 19500 w 2915191"/>
                <a:gd name="connsiteY2" fmla="*/ 525381 h 542437"/>
                <a:gd name="connsiteX3" fmla="*/ 29250 w 2915191"/>
                <a:gd name="connsiteY3" fmla="*/ 531749 h 542437"/>
                <a:gd name="connsiteX4" fmla="*/ 39000 w 2915191"/>
                <a:gd name="connsiteY4" fmla="*/ 542438 h 542437"/>
                <a:gd name="connsiteX5" fmla="*/ 48749 w 2915191"/>
                <a:gd name="connsiteY5" fmla="*/ 499973 h 542437"/>
                <a:gd name="connsiteX6" fmla="*/ 58499 w 2915191"/>
                <a:gd name="connsiteY6" fmla="*/ 476441 h 542437"/>
                <a:gd name="connsiteX7" fmla="*/ 68249 w 2915191"/>
                <a:gd name="connsiteY7" fmla="*/ 428335 h 542437"/>
                <a:gd name="connsiteX8" fmla="*/ 77998 w 2915191"/>
                <a:gd name="connsiteY8" fmla="*/ 422662 h 542437"/>
                <a:gd name="connsiteX9" fmla="*/ 87748 w 2915191"/>
                <a:gd name="connsiteY9" fmla="*/ 423870 h 542437"/>
                <a:gd name="connsiteX10" fmla="*/ 97497 w 2915191"/>
                <a:gd name="connsiteY10" fmla="*/ 406931 h 542437"/>
                <a:gd name="connsiteX11" fmla="*/ 107247 w 2915191"/>
                <a:gd name="connsiteY11" fmla="*/ 388714 h 542437"/>
                <a:gd name="connsiteX12" fmla="*/ 116997 w 2915191"/>
                <a:gd name="connsiteY12" fmla="*/ 343635 h 542437"/>
                <a:gd name="connsiteX13" fmla="*/ 126747 w 2915191"/>
                <a:gd name="connsiteY13" fmla="*/ 341479 h 542437"/>
                <a:gd name="connsiteX14" fmla="*/ 136497 w 2915191"/>
                <a:gd name="connsiteY14" fmla="*/ 361723 h 542437"/>
                <a:gd name="connsiteX15" fmla="*/ 146247 w 2915191"/>
                <a:gd name="connsiteY15" fmla="*/ 390489 h 542437"/>
                <a:gd name="connsiteX16" fmla="*/ 155997 w 2915191"/>
                <a:gd name="connsiteY16" fmla="*/ 387032 h 542437"/>
                <a:gd name="connsiteX17" fmla="*/ 165747 w 2915191"/>
                <a:gd name="connsiteY17" fmla="*/ 427616 h 542437"/>
                <a:gd name="connsiteX18" fmla="*/ 175497 w 2915191"/>
                <a:gd name="connsiteY18" fmla="*/ 377098 h 542437"/>
                <a:gd name="connsiteX19" fmla="*/ 185247 w 2915191"/>
                <a:gd name="connsiteY19" fmla="*/ 371978 h 542437"/>
                <a:gd name="connsiteX20" fmla="*/ 194996 w 2915191"/>
                <a:gd name="connsiteY20" fmla="*/ 356269 h 542437"/>
                <a:gd name="connsiteX21" fmla="*/ 204746 w 2915191"/>
                <a:gd name="connsiteY21" fmla="*/ 382974 h 542437"/>
                <a:gd name="connsiteX22" fmla="*/ 214495 w 2915191"/>
                <a:gd name="connsiteY22" fmla="*/ 371406 h 542437"/>
                <a:gd name="connsiteX23" fmla="*/ 224245 w 2915191"/>
                <a:gd name="connsiteY23" fmla="*/ 341824 h 542437"/>
                <a:gd name="connsiteX24" fmla="*/ 233995 w 2915191"/>
                <a:gd name="connsiteY24" fmla="*/ 328607 h 542437"/>
                <a:gd name="connsiteX25" fmla="*/ 243744 w 2915191"/>
                <a:gd name="connsiteY25" fmla="*/ 361810 h 542437"/>
                <a:gd name="connsiteX26" fmla="*/ 253494 w 2915191"/>
                <a:gd name="connsiteY26" fmla="*/ 389689 h 542437"/>
                <a:gd name="connsiteX27" fmla="*/ 263244 w 2915191"/>
                <a:gd name="connsiteY27" fmla="*/ 379200 h 542437"/>
                <a:gd name="connsiteX28" fmla="*/ 272994 w 2915191"/>
                <a:gd name="connsiteY28" fmla="*/ 403183 h 542437"/>
                <a:gd name="connsiteX29" fmla="*/ 282744 w 2915191"/>
                <a:gd name="connsiteY29" fmla="*/ 389331 h 542437"/>
                <a:gd name="connsiteX30" fmla="*/ 292494 w 2915191"/>
                <a:gd name="connsiteY30" fmla="*/ 392035 h 542437"/>
                <a:gd name="connsiteX31" fmla="*/ 302244 w 2915191"/>
                <a:gd name="connsiteY31" fmla="*/ 394589 h 542437"/>
                <a:gd name="connsiteX32" fmla="*/ 311994 w 2915191"/>
                <a:gd name="connsiteY32" fmla="*/ 350944 h 542437"/>
                <a:gd name="connsiteX33" fmla="*/ 321744 w 2915191"/>
                <a:gd name="connsiteY33" fmla="*/ 349132 h 542437"/>
                <a:gd name="connsiteX34" fmla="*/ 331493 w 2915191"/>
                <a:gd name="connsiteY34" fmla="*/ 327994 h 542437"/>
                <a:gd name="connsiteX35" fmla="*/ 341243 w 2915191"/>
                <a:gd name="connsiteY35" fmla="*/ 340095 h 542437"/>
                <a:gd name="connsiteX36" fmla="*/ 350993 w 2915191"/>
                <a:gd name="connsiteY36" fmla="*/ 327465 h 542437"/>
                <a:gd name="connsiteX37" fmla="*/ 360742 w 2915191"/>
                <a:gd name="connsiteY37" fmla="*/ 307333 h 542437"/>
                <a:gd name="connsiteX38" fmla="*/ 370492 w 2915191"/>
                <a:gd name="connsiteY38" fmla="*/ 319756 h 542437"/>
                <a:gd name="connsiteX39" fmla="*/ 380241 w 2915191"/>
                <a:gd name="connsiteY39" fmla="*/ 310402 h 542437"/>
                <a:gd name="connsiteX40" fmla="*/ 389991 w 2915191"/>
                <a:gd name="connsiteY40" fmla="*/ 307670 h 542437"/>
                <a:gd name="connsiteX41" fmla="*/ 399741 w 2915191"/>
                <a:gd name="connsiteY41" fmla="*/ 313804 h 542437"/>
                <a:gd name="connsiteX42" fmla="*/ 409491 w 2915191"/>
                <a:gd name="connsiteY42" fmla="*/ 319719 h 542437"/>
                <a:gd name="connsiteX43" fmla="*/ 419241 w 2915191"/>
                <a:gd name="connsiteY43" fmla="*/ 303757 h 542437"/>
                <a:gd name="connsiteX44" fmla="*/ 428991 w 2915191"/>
                <a:gd name="connsiteY44" fmla="*/ 312581 h 542437"/>
                <a:gd name="connsiteX45" fmla="*/ 438741 w 2915191"/>
                <a:gd name="connsiteY45" fmla="*/ 264187 h 542437"/>
                <a:gd name="connsiteX46" fmla="*/ 448491 w 2915191"/>
                <a:gd name="connsiteY46" fmla="*/ 244090 h 542437"/>
                <a:gd name="connsiteX47" fmla="*/ 458241 w 2915191"/>
                <a:gd name="connsiteY47" fmla="*/ 219128 h 542437"/>
                <a:gd name="connsiteX48" fmla="*/ 467991 w 2915191"/>
                <a:gd name="connsiteY48" fmla="*/ 208313 h 542437"/>
                <a:gd name="connsiteX49" fmla="*/ 477740 w 2915191"/>
                <a:gd name="connsiteY49" fmla="*/ 209222 h 542437"/>
                <a:gd name="connsiteX50" fmla="*/ 487490 w 2915191"/>
                <a:gd name="connsiteY50" fmla="*/ 210867 h 542437"/>
                <a:gd name="connsiteX51" fmla="*/ 497239 w 2915191"/>
                <a:gd name="connsiteY51" fmla="*/ 200427 h 542437"/>
                <a:gd name="connsiteX52" fmla="*/ 506989 w 2915191"/>
                <a:gd name="connsiteY52" fmla="*/ 218415 h 542437"/>
                <a:gd name="connsiteX53" fmla="*/ 516738 w 2915191"/>
                <a:gd name="connsiteY53" fmla="*/ 209915 h 542437"/>
                <a:gd name="connsiteX54" fmla="*/ 526488 w 2915191"/>
                <a:gd name="connsiteY54" fmla="*/ 163385 h 542437"/>
                <a:gd name="connsiteX55" fmla="*/ 536238 w 2915191"/>
                <a:gd name="connsiteY55" fmla="*/ 121029 h 542437"/>
                <a:gd name="connsiteX56" fmla="*/ 545988 w 2915191"/>
                <a:gd name="connsiteY56" fmla="*/ 146409 h 542437"/>
                <a:gd name="connsiteX57" fmla="*/ 555738 w 2915191"/>
                <a:gd name="connsiteY57" fmla="*/ 141378 h 542437"/>
                <a:gd name="connsiteX58" fmla="*/ 565488 w 2915191"/>
                <a:gd name="connsiteY58" fmla="*/ 119625 h 542437"/>
                <a:gd name="connsiteX59" fmla="*/ 575238 w 2915191"/>
                <a:gd name="connsiteY59" fmla="*/ 129565 h 542437"/>
                <a:gd name="connsiteX60" fmla="*/ 584988 w 2915191"/>
                <a:gd name="connsiteY60" fmla="*/ 130442 h 542437"/>
                <a:gd name="connsiteX61" fmla="*/ 594738 w 2915191"/>
                <a:gd name="connsiteY61" fmla="*/ 89392 h 542437"/>
                <a:gd name="connsiteX62" fmla="*/ 604488 w 2915191"/>
                <a:gd name="connsiteY62" fmla="*/ 128875 h 542437"/>
                <a:gd name="connsiteX63" fmla="*/ 614237 w 2915191"/>
                <a:gd name="connsiteY63" fmla="*/ 106575 h 542437"/>
                <a:gd name="connsiteX64" fmla="*/ 623987 w 2915191"/>
                <a:gd name="connsiteY64" fmla="*/ 109291 h 542437"/>
                <a:gd name="connsiteX65" fmla="*/ 633736 w 2915191"/>
                <a:gd name="connsiteY65" fmla="*/ 84118 h 542437"/>
                <a:gd name="connsiteX66" fmla="*/ 643486 w 2915191"/>
                <a:gd name="connsiteY66" fmla="*/ 73599 h 542437"/>
                <a:gd name="connsiteX67" fmla="*/ 653236 w 2915191"/>
                <a:gd name="connsiteY67" fmla="*/ 71108 h 542437"/>
                <a:gd name="connsiteX68" fmla="*/ 662985 w 2915191"/>
                <a:gd name="connsiteY68" fmla="*/ 76161 h 542437"/>
                <a:gd name="connsiteX69" fmla="*/ 672735 w 2915191"/>
                <a:gd name="connsiteY69" fmla="*/ 79362 h 542437"/>
                <a:gd name="connsiteX70" fmla="*/ 682485 w 2915191"/>
                <a:gd name="connsiteY70" fmla="*/ 109631 h 542437"/>
                <a:gd name="connsiteX71" fmla="*/ 692235 w 2915191"/>
                <a:gd name="connsiteY71" fmla="*/ 109594 h 542437"/>
                <a:gd name="connsiteX72" fmla="*/ 701985 w 2915191"/>
                <a:gd name="connsiteY72" fmla="*/ 102942 h 542437"/>
                <a:gd name="connsiteX73" fmla="*/ 711735 w 2915191"/>
                <a:gd name="connsiteY73" fmla="*/ 154239 h 542437"/>
                <a:gd name="connsiteX74" fmla="*/ 721485 w 2915191"/>
                <a:gd name="connsiteY74" fmla="*/ 125040 h 542437"/>
                <a:gd name="connsiteX75" fmla="*/ 731235 w 2915191"/>
                <a:gd name="connsiteY75" fmla="*/ 109055 h 542437"/>
                <a:gd name="connsiteX76" fmla="*/ 740985 w 2915191"/>
                <a:gd name="connsiteY76" fmla="*/ 102782 h 542437"/>
                <a:gd name="connsiteX77" fmla="*/ 750734 w 2915191"/>
                <a:gd name="connsiteY77" fmla="*/ 98444 h 542437"/>
                <a:gd name="connsiteX78" fmla="*/ 760484 w 2915191"/>
                <a:gd name="connsiteY78" fmla="*/ 108164 h 542437"/>
                <a:gd name="connsiteX79" fmla="*/ 770233 w 2915191"/>
                <a:gd name="connsiteY79" fmla="*/ 101116 h 542437"/>
                <a:gd name="connsiteX80" fmla="*/ 779983 w 2915191"/>
                <a:gd name="connsiteY80" fmla="*/ 79522 h 542437"/>
                <a:gd name="connsiteX81" fmla="*/ 789733 w 2915191"/>
                <a:gd name="connsiteY81" fmla="*/ 82810 h 542437"/>
                <a:gd name="connsiteX82" fmla="*/ 799482 w 2915191"/>
                <a:gd name="connsiteY82" fmla="*/ 126041 h 542437"/>
                <a:gd name="connsiteX83" fmla="*/ 809232 w 2915191"/>
                <a:gd name="connsiteY83" fmla="*/ 155669 h 542437"/>
                <a:gd name="connsiteX84" fmla="*/ 818982 w 2915191"/>
                <a:gd name="connsiteY84" fmla="*/ 161633 h 542437"/>
                <a:gd name="connsiteX85" fmla="*/ 828732 w 2915191"/>
                <a:gd name="connsiteY85" fmla="*/ 151645 h 542437"/>
                <a:gd name="connsiteX86" fmla="*/ 838482 w 2915191"/>
                <a:gd name="connsiteY86" fmla="*/ 141530 h 542437"/>
                <a:gd name="connsiteX87" fmla="*/ 848232 w 2915191"/>
                <a:gd name="connsiteY87" fmla="*/ 147960 h 542437"/>
                <a:gd name="connsiteX88" fmla="*/ 857982 w 2915191"/>
                <a:gd name="connsiteY88" fmla="*/ 147847 h 542437"/>
                <a:gd name="connsiteX89" fmla="*/ 867732 w 2915191"/>
                <a:gd name="connsiteY89" fmla="*/ 153151 h 542437"/>
                <a:gd name="connsiteX90" fmla="*/ 877482 w 2915191"/>
                <a:gd name="connsiteY90" fmla="*/ 141379 h 542437"/>
                <a:gd name="connsiteX91" fmla="*/ 887231 w 2915191"/>
                <a:gd name="connsiteY91" fmla="*/ 127893 h 542437"/>
                <a:gd name="connsiteX92" fmla="*/ 896981 w 2915191"/>
                <a:gd name="connsiteY92" fmla="*/ 93171 h 542437"/>
                <a:gd name="connsiteX93" fmla="*/ 906730 w 2915191"/>
                <a:gd name="connsiteY93" fmla="*/ 73962 h 542437"/>
                <a:gd name="connsiteX94" fmla="*/ 916480 w 2915191"/>
                <a:gd name="connsiteY94" fmla="*/ 91746 h 542437"/>
                <a:gd name="connsiteX95" fmla="*/ 926230 w 2915191"/>
                <a:gd name="connsiteY95" fmla="*/ 92688 h 542437"/>
                <a:gd name="connsiteX96" fmla="*/ 935979 w 2915191"/>
                <a:gd name="connsiteY96" fmla="*/ 103634 h 542437"/>
                <a:gd name="connsiteX97" fmla="*/ 945729 w 2915191"/>
                <a:gd name="connsiteY97" fmla="*/ 97068 h 542437"/>
                <a:gd name="connsiteX98" fmla="*/ 955479 w 2915191"/>
                <a:gd name="connsiteY98" fmla="*/ 75350 h 542437"/>
                <a:gd name="connsiteX99" fmla="*/ 965229 w 2915191"/>
                <a:gd name="connsiteY99" fmla="*/ 46151 h 542437"/>
                <a:gd name="connsiteX100" fmla="*/ 974979 w 2915191"/>
                <a:gd name="connsiteY100" fmla="*/ 28511 h 542437"/>
                <a:gd name="connsiteX101" fmla="*/ 984729 w 2915191"/>
                <a:gd name="connsiteY101" fmla="*/ 0 h 542437"/>
                <a:gd name="connsiteX102" fmla="*/ 994474 w 2915191"/>
                <a:gd name="connsiteY102" fmla="*/ 9622 h 542437"/>
                <a:gd name="connsiteX103" fmla="*/ 1004233 w 2915191"/>
                <a:gd name="connsiteY103" fmla="*/ 1216 h 542437"/>
                <a:gd name="connsiteX104" fmla="*/ 1013977 w 2915191"/>
                <a:gd name="connsiteY104" fmla="*/ 6992 h 542437"/>
                <a:gd name="connsiteX105" fmla="*/ 1023721 w 2915191"/>
                <a:gd name="connsiteY105" fmla="*/ 38792 h 542437"/>
                <a:gd name="connsiteX106" fmla="*/ 1033480 w 2915191"/>
                <a:gd name="connsiteY106" fmla="*/ 28448 h 542437"/>
                <a:gd name="connsiteX107" fmla="*/ 1043224 w 2915191"/>
                <a:gd name="connsiteY107" fmla="*/ 23250 h 542437"/>
                <a:gd name="connsiteX108" fmla="*/ 1052983 w 2915191"/>
                <a:gd name="connsiteY108" fmla="*/ 10481 h 542437"/>
                <a:gd name="connsiteX109" fmla="*/ 1062727 w 2915191"/>
                <a:gd name="connsiteY109" fmla="*/ 38633 h 542437"/>
                <a:gd name="connsiteX110" fmla="*/ 1072471 w 2915191"/>
                <a:gd name="connsiteY110" fmla="*/ 63269 h 542437"/>
                <a:gd name="connsiteX111" fmla="*/ 1082230 w 2915191"/>
                <a:gd name="connsiteY111" fmla="*/ 103740 h 542437"/>
                <a:gd name="connsiteX112" fmla="*/ 1091973 w 2915191"/>
                <a:gd name="connsiteY112" fmla="*/ 103351 h 542437"/>
                <a:gd name="connsiteX113" fmla="*/ 1101732 w 2915191"/>
                <a:gd name="connsiteY113" fmla="*/ 89450 h 542437"/>
                <a:gd name="connsiteX114" fmla="*/ 1111476 w 2915191"/>
                <a:gd name="connsiteY114" fmla="*/ 114439 h 542437"/>
                <a:gd name="connsiteX115" fmla="*/ 1121220 w 2915191"/>
                <a:gd name="connsiteY115" fmla="*/ 143911 h 542437"/>
                <a:gd name="connsiteX116" fmla="*/ 1130979 w 2915191"/>
                <a:gd name="connsiteY116" fmla="*/ 137162 h 542437"/>
                <a:gd name="connsiteX117" fmla="*/ 1140723 w 2915191"/>
                <a:gd name="connsiteY117" fmla="*/ 148281 h 542437"/>
                <a:gd name="connsiteX118" fmla="*/ 1150482 w 2915191"/>
                <a:gd name="connsiteY118" fmla="*/ 149400 h 542437"/>
                <a:gd name="connsiteX119" fmla="*/ 1160226 w 2915191"/>
                <a:gd name="connsiteY119" fmla="*/ 178418 h 542437"/>
                <a:gd name="connsiteX120" fmla="*/ 1169969 w 2915191"/>
                <a:gd name="connsiteY120" fmla="*/ 164729 h 542437"/>
                <a:gd name="connsiteX121" fmla="*/ 1179728 w 2915191"/>
                <a:gd name="connsiteY121" fmla="*/ 191215 h 542437"/>
                <a:gd name="connsiteX122" fmla="*/ 1189472 w 2915191"/>
                <a:gd name="connsiteY122" fmla="*/ 197565 h 542437"/>
                <a:gd name="connsiteX123" fmla="*/ 1199231 w 2915191"/>
                <a:gd name="connsiteY123" fmla="*/ 170053 h 542437"/>
                <a:gd name="connsiteX124" fmla="*/ 1208975 w 2915191"/>
                <a:gd name="connsiteY124" fmla="*/ 204913 h 542437"/>
                <a:gd name="connsiteX125" fmla="*/ 1218719 w 2915191"/>
                <a:gd name="connsiteY125" fmla="*/ 218160 h 542437"/>
                <a:gd name="connsiteX126" fmla="*/ 1228478 w 2915191"/>
                <a:gd name="connsiteY126" fmla="*/ 253691 h 542437"/>
                <a:gd name="connsiteX127" fmla="*/ 1238222 w 2915191"/>
                <a:gd name="connsiteY127" fmla="*/ 244063 h 542437"/>
                <a:gd name="connsiteX128" fmla="*/ 1247966 w 2915191"/>
                <a:gd name="connsiteY128" fmla="*/ 235665 h 542437"/>
                <a:gd name="connsiteX129" fmla="*/ 1257725 w 2915191"/>
                <a:gd name="connsiteY129" fmla="*/ 255827 h 542437"/>
                <a:gd name="connsiteX130" fmla="*/ 1267469 w 2915191"/>
                <a:gd name="connsiteY130" fmla="*/ 280119 h 542437"/>
                <a:gd name="connsiteX131" fmla="*/ 1277227 w 2915191"/>
                <a:gd name="connsiteY131" fmla="*/ 270609 h 542437"/>
                <a:gd name="connsiteX132" fmla="*/ 1286971 w 2915191"/>
                <a:gd name="connsiteY132" fmla="*/ 271079 h 542437"/>
                <a:gd name="connsiteX133" fmla="*/ 1296715 w 2915191"/>
                <a:gd name="connsiteY133" fmla="*/ 252231 h 542437"/>
                <a:gd name="connsiteX134" fmla="*/ 1306474 w 2915191"/>
                <a:gd name="connsiteY134" fmla="*/ 238945 h 542437"/>
                <a:gd name="connsiteX135" fmla="*/ 1316218 w 2915191"/>
                <a:gd name="connsiteY135" fmla="*/ 273229 h 542437"/>
                <a:gd name="connsiteX136" fmla="*/ 1325977 w 2915191"/>
                <a:gd name="connsiteY136" fmla="*/ 257180 h 542437"/>
                <a:gd name="connsiteX137" fmla="*/ 1335721 w 2915191"/>
                <a:gd name="connsiteY137" fmla="*/ 268998 h 542437"/>
                <a:gd name="connsiteX138" fmla="*/ 1345465 w 2915191"/>
                <a:gd name="connsiteY138" fmla="*/ 271462 h 542437"/>
                <a:gd name="connsiteX139" fmla="*/ 1355224 w 2915191"/>
                <a:gd name="connsiteY139" fmla="*/ 283145 h 542437"/>
                <a:gd name="connsiteX140" fmla="*/ 1364967 w 2915191"/>
                <a:gd name="connsiteY140" fmla="*/ 297549 h 542437"/>
                <a:gd name="connsiteX141" fmla="*/ 1374726 w 2915191"/>
                <a:gd name="connsiteY141" fmla="*/ 308647 h 542437"/>
                <a:gd name="connsiteX142" fmla="*/ 1384470 w 2915191"/>
                <a:gd name="connsiteY142" fmla="*/ 303042 h 542437"/>
                <a:gd name="connsiteX143" fmla="*/ 1394214 w 2915191"/>
                <a:gd name="connsiteY143" fmla="*/ 307725 h 542437"/>
                <a:gd name="connsiteX144" fmla="*/ 1403973 w 2915191"/>
                <a:gd name="connsiteY144" fmla="*/ 317313 h 542437"/>
                <a:gd name="connsiteX145" fmla="*/ 1413717 w 2915191"/>
                <a:gd name="connsiteY145" fmla="*/ 347839 h 542437"/>
                <a:gd name="connsiteX146" fmla="*/ 1423476 w 2915191"/>
                <a:gd name="connsiteY146" fmla="*/ 338876 h 542437"/>
                <a:gd name="connsiteX147" fmla="*/ 1433220 w 2915191"/>
                <a:gd name="connsiteY147" fmla="*/ 332270 h 542437"/>
                <a:gd name="connsiteX148" fmla="*/ 1442964 w 2915191"/>
                <a:gd name="connsiteY148" fmla="*/ 371564 h 542437"/>
                <a:gd name="connsiteX149" fmla="*/ 1452722 w 2915191"/>
                <a:gd name="connsiteY149" fmla="*/ 422860 h 542437"/>
                <a:gd name="connsiteX150" fmla="*/ 1462466 w 2915191"/>
                <a:gd name="connsiteY150" fmla="*/ 438747 h 542437"/>
                <a:gd name="connsiteX151" fmla="*/ 1472225 w 2915191"/>
                <a:gd name="connsiteY151" fmla="*/ 414461 h 542437"/>
                <a:gd name="connsiteX152" fmla="*/ 1481969 w 2915191"/>
                <a:gd name="connsiteY152" fmla="*/ 367384 h 542437"/>
                <a:gd name="connsiteX153" fmla="*/ 1491713 w 2915191"/>
                <a:gd name="connsiteY153" fmla="*/ 369553 h 542437"/>
                <a:gd name="connsiteX154" fmla="*/ 1501472 w 2915191"/>
                <a:gd name="connsiteY154" fmla="*/ 361704 h 542437"/>
                <a:gd name="connsiteX155" fmla="*/ 1511216 w 2915191"/>
                <a:gd name="connsiteY155" fmla="*/ 362445 h 542437"/>
                <a:gd name="connsiteX156" fmla="*/ 1520960 w 2915191"/>
                <a:gd name="connsiteY156" fmla="*/ 340859 h 542437"/>
                <a:gd name="connsiteX157" fmla="*/ 1530719 w 2915191"/>
                <a:gd name="connsiteY157" fmla="*/ 355960 h 542437"/>
                <a:gd name="connsiteX158" fmla="*/ 1540463 w 2915191"/>
                <a:gd name="connsiteY158" fmla="*/ 399814 h 542437"/>
                <a:gd name="connsiteX159" fmla="*/ 1550221 w 2915191"/>
                <a:gd name="connsiteY159" fmla="*/ 399370 h 542437"/>
                <a:gd name="connsiteX160" fmla="*/ 1559965 w 2915191"/>
                <a:gd name="connsiteY160" fmla="*/ 420144 h 542437"/>
                <a:gd name="connsiteX161" fmla="*/ 1569709 w 2915191"/>
                <a:gd name="connsiteY161" fmla="*/ 441002 h 542437"/>
                <a:gd name="connsiteX162" fmla="*/ 1579468 w 2915191"/>
                <a:gd name="connsiteY162" fmla="*/ 462570 h 542437"/>
                <a:gd name="connsiteX163" fmla="*/ 1589212 w 2915191"/>
                <a:gd name="connsiteY163" fmla="*/ 478429 h 542437"/>
                <a:gd name="connsiteX164" fmla="*/ 1598971 w 2915191"/>
                <a:gd name="connsiteY164" fmla="*/ 467065 h 542437"/>
                <a:gd name="connsiteX165" fmla="*/ 1608715 w 2915191"/>
                <a:gd name="connsiteY165" fmla="*/ 471860 h 542437"/>
                <a:gd name="connsiteX166" fmla="*/ 1618459 w 2915191"/>
                <a:gd name="connsiteY166" fmla="*/ 455863 h 542437"/>
                <a:gd name="connsiteX167" fmla="*/ 1628218 w 2915191"/>
                <a:gd name="connsiteY167" fmla="*/ 460446 h 542437"/>
                <a:gd name="connsiteX168" fmla="*/ 1637962 w 2915191"/>
                <a:gd name="connsiteY168" fmla="*/ 452677 h 542437"/>
                <a:gd name="connsiteX169" fmla="*/ 1647720 w 2915191"/>
                <a:gd name="connsiteY169" fmla="*/ 437324 h 542437"/>
                <a:gd name="connsiteX170" fmla="*/ 1657464 w 2915191"/>
                <a:gd name="connsiteY170" fmla="*/ 405141 h 542437"/>
                <a:gd name="connsiteX171" fmla="*/ 1667208 w 2915191"/>
                <a:gd name="connsiteY171" fmla="*/ 364460 h 542437"/>
                <a:gd name="connsiteX172" fmla="*/ 1676967 w 2915191"/>
                <a:gd name="connsiteY172" fmla="*/ 355682 h 542437"/>
                <a:gd name="connsiteX173" fmla="*/ 1686711 w 2915191"/>
                <a:gd name="connsiteY173" fmla="*/ 343947 h 542437"/>
                <a:gd name="connsiteX174" fmla="*/ 1696470 w 2915191"/>
                <a:gd name="connsiteY174" fmla="*/ 350767 h 542437"/>
                <a:gd name="connsiteX175" fmla="*/ 1706214 w 2915191"/>
                <a:gd name="connsiteY175" fmla="*/ 314194 h 542437"/>
                <a:gd name="connsiteX176" fmla="*/ 1715958 w 2915191"/>
                <a:gd name="connsiteY176" fmla="*/ 299358 h 542437"/>
                <a:gd name="connsiteX177" fmla="*/ 1725716 w 2915191"/>
                <a:gd name="connsiteY177" fmla="*/ 300603 h 542437"/>
                <a:gd name="connsiteX178" fmla="*/ 1735460 w 2915191"/>
                <a:gd name="connsiteY178" fmla="*/ 323929 h 542437"/>
                <a:gd name="connsiteX179" fmla="*/ 1745219 w 2915191"/>
                <a:gd name="connsiteY179" fmla="*/ 316289 h 542437"/>
                <a:gd name="connsiteX180" fmla="*/ 1754963 w 2915191"/>
                <a:gd name="connsiteY180" fmla="*/ 314208 h 542437"/>
                <a:gd name="connsiteX181" fmla="*/ 1764707 w 2915191"/>
                <a:gd name="connsiteY181" fmla="*/ 331477 h 542437"/>
                <a:gd name="connsiteX182" fmla="*/ 1774466 w 2915191"/>
                <a:gd name="connsiteY182" fmla="*/ 335837 h 542437"/>
                <a:gd name="connsiteX183" fmla="*/ 1784210 w 2915191"/>
                <a:gd name="connsiteY183" fmla="*/ 332641 h 542437"/>
                <a:gd name="connsiteX184" fmla="*/ 1793969 w 2915191"/>
                <a:gd name="connsiteY184" fmla="*/ 351729 h 542437"/>
                <a:gd name="connsiteX185" fmla="*/ 1803713 w 2915191"/>
                <a:gd name="connsiteY185" fmla="*/ 324029 h 542437"/>
                <a:gd name="connsiteX186" fmla="*/ 1813457 w 2915191"/>
                <a:gd name="connsiteY186" fmla="*/ 342577 h 542437"/>
                <a:gd name="connsiteX187" fmla="*/ 1823215 w 2915191"/>
                <a:gd name="connsiteY187" fmla="*/ 358115 h 542437"/>
                <a:gd name="connsiteX188" fmla="*/ 1832959 w 2915191"/>
                <a:gd name="connsiteY188" fmla="*/ 350966 h 542437"/>
                <a:gd name="connsiteX189" fmla="*/ 1842703 w 2915191"/>
                <a:gd name="connsiteY189" fmla="*/ 375572 h 542437"/>
                <a:gd name="connsiteX190" fmla="*/ 1852462 w 2915191"/>
                <a:gd name="connsiteY190" fmla="*/ 346139 h 542437"/>
                <a:gd name="connsiteX191" fmla="*/ 1862206 w 2915191"/>
                <a:gd name="connsiteY191" fmla="*/ 383890 h 542437"/>
                <a:gd name="connsiteX192" fmla="*/ 1871965 w 2915191"/>
                <a:gd name="connsiteY192" fmla="*/ 360710 h 542437"/>
                <a:gd name="connsiteX193" fmla="*/ 1881709 w 2915191"/>
                <a:gd name="connsiteY193" fmla="*/ 364511 h 542437"/>
                <a:gd name="connsiteX194" fmla="*/ 1891453 w 2915191"/>
                <a:gd name="connsiteY194" fmla="*/ 360037 h 542437"/>
                <a:gd name="connsiteX195" fmla="*/ 1901212 w 2915191"/>
                <a:gd name="connsiteY195" fmla="*/ 376904 h 542437"/>
                <a:gd name="connsiteX196" fmla="*/ 1910956 w 2915191"/>
                <a:gd name="connsiteY196" fmla="*/ 390085 h 542437"/>
                <a:gd name="connsiteX197" fmla="*/ 1920714 w 2915191"/>
                <a:gd name="connsiteY197" fmla="*/ 375864 h 542437"/>
                <a:gd name="connsiteX198" fmla="*/ 1930458 w 2915191"/>
                <a:gd name="connsiteY198" fmla="*/ 340007 h 542437"/>
                <a:gd name="connsiteX199" fmla="*/ 1940202 w 2915191"/>
                <a:gd name="connsiteY199" fmla="*/ 364285 h 542437"/>
                <a:gd name="connsiteX200" fmla="*/ 1949961 w 2915191"/>
                <a:gd name="connsiteY200" fmla="*/ 359098 h 542437"/>
                <a:gd name="connsiteX201" fmla="*/ 1959705 w 2915191"/>
                <a:gd name="connsiteY201" fmla="*/ 317827 h 542437"/>
                <a:gd name="connsiteX202" fmla="*/ 1969464 w 2915191"/>
                <a:gd name="connsiteY202" fmla="*/ 320109 h 542437"/>
                <a:gd name="connsiteX203" fmla="*/ 1979208 w 2915191"/>
                <a:gd name="connsiteY203" fmla="*/ 324674 h 542437"/>
                <a:gd name="connsiteX204" fmla="*/ 1988952 w 2915191"/>
                <a:gd name="connsiteY204" fmla="*/ 335309 h 542437"/>
                <a:gd name="connsiteX205" fmla="*/ 1998711 w 2915191"/>
                <a:gd name="connsiteY205" fmla="*/ 302670 h 542437"/>
                <a:gd name="connsiteX206" fmla="*/ 2008454 w 2915191"/>
                <a:gd name="connsiteY206" fmla="*/ 306560 h 542437"/>
                <a:gd name="connsiteX207" fmla="*/ 2018213 w 2915191"/>
                <a:gd name="connsiteY207" fmla="*/ 282258 h 542437"/>
                <a:gd name="connsiteX208" fmla="*/ 2027957 w 2915191"/>
                <a:gd name="connsiteY208" fmla="*/ 296122 h 542437"/>
                <a:gd name="connsiteX209" fmla="*/ 2037701 w 2915191"/>
                <a:gd name="connsiteY209" fmla="*/ 254256 h 542437"/>
                <a:gd name="connsiteX210" fmla="*/ 2047460 w 2915191"/>
                <a:gd name="connsiteY210" fmla="*/ 282592 h 542437"/>
                <a:gd name="connsiteX211" fmla="*/ 2057204 w 2915191"/>
                <a:gd name="connsiteY211" fmla="*/ 270446 h 542437"/>
                <a:gd name="connsiteX212" fmla="*/ 2066963 w 2915191"/>
                <a:gd name="connsiteY212" fmla="*/ 269029 h 542437"/>
                <a:gd name="connsiteX213" fmla="*/ 2076707 w 2915191"/>
                <a:gd name="connsiteY213" fmla="*/ 253923 h 542437"/>
                <a:gd name="connsiteX214" fmla="*/ 2086451 w 2915191"/>
                <a:gd name="connsiteY214" fmla="*/ 272361 h 542437"/>
                <a:gd name="connsiteX215" fmla="*/ 2096210 w 2915191"/>
                <a:gd name="connsiteY215" fmla="*/ 253111 h 542437"/>
                <a:gd name="connsiteX216" fmla="*/ 2105954 w 2915191"/>
                <a:gd name="connsiteY216" fmla="*/ 233029 h 542437"/>
                <a:gd name="connsiteX217" fmla="*/ 2115697 w 2915191"/>
                <a:gd name="connsiteY217" fmla="*/ 219593 h 542437"/>
                <a:gd name="connsiteX218" fmla="*/ 2125456 w 2915191"/>
                <a:gd name="connsiteY218" fmla="*/ 246937 h 542437"/>
                <a:gd name="connsiteX219" fmla="*/ 2135200 w 2915191"/>
                <a:gd name="connsiteY219" fmla="*/ 262276 h 542437"/>
                <a:gd name="connsiteX220" fmla="*/ 2144959 w 2915191"/>
                <a:gd name="connsiteY220" fmla="*/ 267331 h 542437"/>
                <a:gd name="connsiteX221" fmla="*/ 2154703 w 2915191"/>
                <a:gd name="connsiteY221" fmla="*/ 296715 h 542437"/>
                <a:gd name="connsiteX222" fmla="*/ 2164447 w 2915191"/>
                <a:gd name="connsiteY222" fmla="*/ 253803 h 542437"/>
                <a:gd name="connsiteX223" fmla="*/ 2174206 w 2915191"/>
                <a:gd name="connsiteY223" fmla="*/ 285454 h 542437"/>
                <a:gd name="connsiteX224" fmla="*/ 2183950 w 2915191"/>
                <a:gd name="connsiteY224" fmla="*/ 265956 h 542437"/>
                <a:gd name="connsiteX225" fmla="*/ 2193709 w 2915191"/>
                <a:gd name="connsiteY225" fmla="*/ 239217 h 542437"/>
                <a:gd name="connsiteX226" fmla="*/ 2203452 w 2915191"/>
                <a:gd name="connsiteY226" fmla="*/ 241542 h 542437"/>
                <a:gd name="connsiteX227" fmla="*/ 2213196 w 2915191"/>
                <a:gd name="connsiteY227" fmla="*/ 237964 h 542437"/>
                <a:gd name="connsiteX228" fmla="*/ 2222955 w 2915191"/>
                <a:gd name="connsiteY228" fmla="*/ 240198 h 542437"/>
                <a:gd name="connsiteX229" fmla="*/ 2232699 w 2915191"/>
                <a:gd name="connsiteY229" fmla="*/ 249257 h 542437"/>
                <a:gd name="connsiteX230" fmla="*/ 2242458 w 2915191"/>
                <a:gd name="connsiteY230" fmla="*/ 242996 h 542437"/>
                <a:gd name="connsiteX231" fmla="*/ 2252202 w 2915191"/>
                <a:gd name="connsiteY231" fmla="*/ 238589 h 542437"/>
                <a:gd name="connsiteX232" fmla="*/ 2261946 w 2915191"/>
                <a:gd name="connsiteY232" fmla="*/ 219304 h 542437"/>
                <a:gd name="connsiteX233" fmla="*/ 2271705 w 2915191"/>
                <a:gd name="connsiteY233" fmla="*/ 227729 h 542437"/>
                <a:gd name="connsiteX234" fmla="*/ 2281449 w 2915191"/>
                <a:gd name="connsiteY234" fmla="*/ 213257 h 542437"/>
                <a:gd name="connsiteX235" fmla="*/ 2291208 w 2915191"/>
                <a:gd name="connsiteY235" fmla="*/ 254674 h 542437"/>
                <a:gd name="connsiteX236" fmla="*/ 2300951 w 2915191"/>
                <a:gd name="connsiteY236" fmla="*/ 293200 h 542437"/>
                <a:gd name="connsiteX237" fmla="*/ 2310695 w 2915191"/>
                <a:gd name="connsiteY237" fmla="*/ 300450 h 542437"/>
                <a:gd name="connsiteX238" fmla="*/ 2320454 w 2915191"/>
                <a:gd name="connsiteY238" fmla="*/ 286154 h 542437"/>
                <a:gd name="connsiteX239" fmla="*/ 2330198 w 2915191"/>
                <a:gd name="connsiteY239" fmla="*/ 290985 h 542437"/>
                <a:gd name="connsiteX240" fmla="*/ 2339957 w 2915191"/>
                <a:gd name="connsiteY240" fmla="*/ 316682 h 542437"/>
                <a:gd name="connsiteX241" fmla="*/ 2349701 w 2915191"/>
                <a:gd name="connsiteY241" fmla="*/ 334433 h 542437"/>
                <a:gd name="connsiteX242" fmla="*/ 2359445 w 2915191"/>
                <a:gd name="connsiteY242" fmla="*/ 319880 h 542437"/>
                <a:gd name="connsiteX243" fmla="*/ 2369204 w 2915191"/>
                <a:gd name="connsiteY243" fmla="*/ 338021 h 542437"/>
                <a:gd name="connsiteX244" fmla="*/ 2378948 w 2915191"/>
                <a:gd name="connsiteY244" fmla="*/ 342532 h 542437"/>
                <a:gd name="connsiteX245" fmla="*/ 2388692 w 2915191"/>
                <a:gd name="connsiteY245" fmla="*/ 368254 h 542437"/>
                <a:gd name="connsiteX246" fmla="*/ 2398450 w 2915191"/>
                <a:gd name="connsiteY246" fmla="*/ 314459 h 542437"/>
                <a:gd name="connsiteX247" fmla="*/ 2408194 w 2915191"/>
                <a:gd name="connsiteY247" fmla="*/ 318580 h 542437"/>
                <a:gd name="connsiteX248" fmla="*/ 2417953 w 2915191"/>
                <a:gd name="connsiteY248" fmla="*/ 342268 h 542437"/>
                <a:gd name="connsiteX249" fmla="*/ 2427697 w 2915191"/>
                <a:gd name="connsiteY249" fmla="*/ 340266 h 542437"/>
                <a:gd name="connsiteX250" fmla="*/ 2437441 w 2915191"/>
                <a:gd name="connsiteY250" fmla="*/ 324993 h 542437"/>
                <a:gd name="connsiteX251" fmla="*/ 2447200 w 2915191"/>
                <a:gd name="connsiteY251" fmla="*/ 332362 h 542437"/>
                <a:gd name="connsiteX252" fmla="*/ 2456944 w 2915191"/>
                <a:gd name="connsiteY252" fmla="*/ 330477 h 542437"/>
                <a:gd name="connsiteX253" fmla="*/ 2466703 w 2915191"/>
                <a:gd name="connsiteY253" fmla="*/ 303017 h 542437"/>
                <a:gd name="connsiteX254" fmla="*/ 2476446 w 2915191"/>
                <a:gd name="connsiteY254" fmla="*/ 316724 h 542437"/>
                <a:gd name="connsiteX255" fmla="*/ 2486190 w 2915191"/>
                <a:gd name="connsiteY255" fmla="*/ 331450 h 542437"/>
                <a:gd name="connsiteX256" fmla="*/ 2495949 w 2915191"/>
                <a:gd name="connsiteY256" fmla="*/ 322725 h 542437"/>
                <a:gd name="connsiteX257" fmla="*/ 2505693 w 2915191"/>
                <a:gd name="connsiteY257" fmla="*/ 305401 h 542437"/>
                <a:gd name="connsiteX258" fmla="*/ 2515452 w 2915191"/>
                <a:gd name="connsiteY258" fmla="*/ 296050 h 542437"/>
                <a:gd name="connsiteX259" fmla="*/ 2525196 w 2915191"/>
                <a:gd name="connsiteY259" fmla="*/ 283753 h 542437"/>
                <a:gd name="connsiteX260" fmla="*/ 2534940 w 2915191"/>
                <a:gd name="connsiteY260" fmla="*/ 265558 h 542437"/>
                <a:gd name="connsiteX261" fmla="*/ 2544699 w 2915191"/>
                <a:gd name="connsiteY261" fmla="*/ 259500 h 542437"/>
                <a:gd name="connsiteX262" fmla="*/ 2554443 w 2915191"/>
                <a:gd name="connsiteY262" fmla="*/ 253838 h 542437"/>
                <a:gd name="connsiteX263" fmla="*/ 2564202 w 2915191"/>
                <a:gd name="connsiteY263" fmla="*/ 264624 h 542437"/>
                <a:gd name="connsiteX264" fmla="*/ 2573946 w 2915191"/>
                <a:gd name="connsiteY264" fmla="*/ 272252 h 542437"/>
                <a:gd name="connsiteX265" fmla="*/ 2583690 w 2915191"/>
                <a:gd name="connsiteY265" fmla="*/ 274418 h 542437"/>
                <a:gd name="connsiteX266" fmla="*/ 2593448 w 2915191"/>
                <a:gd name="connsiteY266" fmla="*/ 232736 h 542437"/>
                <a:gd name="connsiteX267" fmla="*/ 2603192 w 2915191"/>
                <a:gd name="connsiteY267" fmla="*/ 243566 h 542437"/>
                <a:gd name="connsiteX268" fmla="*/ 2612951 w 2915191"/>
                <a:gd name="connsiteY268" fmla="*/ 270043 h 542437"/>
                <a:gd name="connsiteX269" fmla="*/ 2622695 w 2915191"/>
                <a:gd name="connsiteY269" fmla="*/ 258213 h 542437"/>
                <a:gd name="connsiteX270" fmla="*/ 2632439 w 2915191"/>
                <a:gd name="connsiteY270" fmla="*/ 225782 h 542437"/>
                <a:gd name="connsiteX271" fmla="*/ 2642198 w 2915191"/>
                <a:gd name="connsiteY271" fmla="*/ 225977 h 542437"/>
                <a:gd name="connsiteX272" fmla="*/ 2651942 w 2915191"/>
                <a:gd name="connsiteY272" fmla="*/ 214218 h 542437"/>
                <a:gd name="connsiteX273" fmla="*/ 2661685 w 2915191"/>
                <a:gd name="connsiteY273" fmla="*/ 210332 h 542437"/>
                <a:gd name="connsiteX274" fmla="*/ 2671444 w 2915191"/>
                <a:gd name="connsiteY274" fmla="*/ 165215 h 542437"/>
                <a:gd name="connsiteX275" fmla="*/ 2681188 w 2915191"/>
                <a:gd name="connsiteY275" fmla="*/ 141198 h 542437"/>
                <a:gd name="connsiteX276" fmla="*/ 2690947 w 2915191"/>
                <a:gd name="connsiteY276" fmla="*/ 188253 h 542437"/>
                <a:gd name="connsiteX277" fmla="*/ 2700691 w 2915191"/>
                <a:gd name="connsiteY277" fmla="*/ 151384 h 542437"/>
                <a:gd name="connsiteX278" fmla="*/ 2710435 w 2915191"/>
                <a:gd name="connsiteY278" fmla="*/ 157458 h 542437"/>
                <a:gd name="connsiteX279" fmla="*/ 2720194 w 2915191"/>
                <a:gd name="connsiteY279" fmla="*/ 144110 h 542437"/>
                <a:gd name="connsiteX280" fmla="*/ 2729938 w 2915191"/>
                <a:gd name="connsiteY280" fmla="*/ 142752 h 542437"/>
                <a:gd name="connsiteX281" fmla="*/ 2739697 w 2915191"/>
                <a:gd name="connsiteY281" fmla="*/ 105811 h 542437"/>
                <a:gd name="connsiteX282" fmla="*/ 2749441 w 2915191"/>
                <a:gd name="connsiteY282" fmla="*/ 123255 h 542437"/>
                <a:gd name="connsiteX283" fmla="*/ 2759185 w 2915191"/>
                <a:gd name="connsiteY283" fmla="*/ 112750 h 542437"/>
                <a:gd name="connsiteX284" fmla="*/ 2768943 w 2915191"/>
                <a:gd name="connsiteY284" fmla="*/ 129784 h 542437"/>
                <a:gd name="connsiteX285" fmla="*/ 2778687 w 2915191"/>
                <a:gd name="connsiteY285" fmla="*/ 124263 h 542437"/>
                <a:gd name="connsiteX286" fmla="*/ 2788446 w 2915191"/>
                <a:gd name="connsiteY286" fmla="*/ 127580 h 542437"/>
                <a:gd name="connsiteX287" fmla="*/ 2798190 w 2915191"/>
                <a:gd name="connsiteY287" fmla="*/ 98265 h 542437"/>
                <a:gd name="connsiteX288" fmla="*/ 2807934 w 2915191"/>
                <a:gd name="connsiteY288" fmla="*/ 114932 h 542437"/>
                <a:gd name="connsiteX289" fmla="*/ 2817693 w 2915191"/>
                <a:gd name="connsiteY289" fmla="*/ 113916 h 542437"/>
                <a:gd name="connsiteX290" fmla="*/ 2827437 w 2915191"/>
                <a:gd name="connsiteY290" fmla="*/ 59182 h 542437"/>
                <a:gd name="connsiteX291" fmla="*/ 2837196 w 2915191"/>
                <a:gd name="connsiteY291" fmla="*/ 36888 h 542437"/>
                <a:gd name="connsiteX292" fmla="*/ 2846940 w 2915191"/>
                <a:gd name="connsiteY292" fmla="*/ 48676 h 542437"/>
                <a:gd name="connsiteX293" fmla="*/ 2856684 w 2915191"/>
                <a:gd name="connsiteY293" fmla="*/ 20497 h 542437"/>
                <a:gd name="connsiteX294" fmla="*/ 2866442 w 2915191"/>
                <a:gd name="connsiteY294" fmla="*/ 26169 h 542437"/>
                <a:gd name="connsiteX295" fmla="*/ 2876186 w 2915191"/>
                <a:gd name="connsiteY295" fmla="*/ 62871 h 542437"/>
                <a:gd name="connsiteX296" fmla="*/ 2885945 w 2915191"/>
                <a:gd name="connsiteY296" fmla="*/ 69221 h 542437"/>
                <a:gd name="connsiteX297" fmla="*/ 2895689 w 2915191"/>
                <a:gd name="connsiteY297" fmla="*/ 65156 h 542437"/>
                <a:gd name="connsiteX298" fmla="*/ 2905433 w 2915191"/>
                <a:gd name="connsiteY298" fmla="*/ 68832 h 542437"/>
                <a:gd name="connsiteX299" fmla="*/ 2915192 w 2915191"/>
                <a:gd name="connsiteY299" fmla="*/ 88563 h 542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42437">
                  <a:moveTo>
                    <a:pt x="0" y="526616"/>
                  </a:moveTo>
                  <a:lnTo>
                    <a:pt x="9750" y="535748"/>
                  </a:lnTo>
                  <a:lnTo>
                    <a:pt x="19500" y="525381"/>
                  </a:lnTo>
                  <a:lnTo>
                    <a:pt x="29250" y="531749"/>
                  </a:lnTo>
                  <a:lnTo>
                    <a:pt x="39000" y="542438"/>
                  </a:lnTo>
                  <a:lnTo>
                    <a:pt x="48749" y="499973"/>
                  </a:lnTo>
                  <a:lnTo>
                    <a:pt x="58499" y="476441"/>
                  </a:lnTo>
                  <a:lnTo>
                    <a:pt x="68249" y="428335"/>
                  </a:lnTo>
                  <a:lnTo>
                    <a:pt x="77998" y="422662"/>
                  </a:lnTo>
                  <a:lnTo>
                    <a:pt x="87748" y="423870"/>
                  </a:lnTo>
                  <a:lnTo>
                    <a:pt x="97497" y="406931"/>
                  </a:lnTo>
                  <a:lnTo>
                    <a:pt x="107247" y="388714"/>
                  </a:lnTo>
                  <a:lnTo>
                    <a:pt x="116997" y="343635"/>
                  </a:lnTo>
                  <a:lnTo>
                    <a:pt x="126747" y="341479"/>
                  </a:lnTo>
                  <a:lnTo>
                    <a:pt x="136497" y="361723"/>
                  </a:lnTo>
                  <a:lnTo>
                    <a:pt x="146247" y="390489"/>
                  </a:lnTo>
                  <a:lnTo>
                    <a:pt x="155997" y="387032"/>
                  </a:lnTo>
                  <a:lnTo>
                    <a:pt x="165747" y="427616"/>
                  </a:lnTo>
                  <a:lnTo>
                    <a:pt x="175497" y="377098"/>
                  </a:lnTo>
                  <a:lnTo>
                    <a:pt x="185247" y="371978"/>
                  </a:lnTo>
                  <a:lnTo>
                    <a:pt x="194996" y="356269"/>
                  </a:lnTo>
                  <a:lnTo>
                    <a:pt x="204746" y="382974"/>
                  </a:lnTo>
                  <a:lnTo>
                    <a:pt x="214495" y="371406"/>
                  </a:lnTo>
                  <a:lnTo>
                    <a:pt x="224245" y="341824"/>
                  </a:lnTo>
                  <a:lnTo>
                    <a:pt x="233995" y="328607"/>
                  </a:lnTo>
                  <a:lnTo>
                    <a:pt x="243744" y="361810"/>
                  </a:lnTo>
                  <a:lnTo>
                    <a:pt x="253494" y="389689"/>
                  </a:lnTo>
                  <a:lnTo>
                    <a:pt x="263244" y="379200"/>
                  </a:lnTo>
                  <a:lnTo>
                    <a:pt x="272994" y="403183"/>
                  </a:lnTo>
                  <a:lnTo>
                    <a:pt x="282744" y="389331"/>
                  </a:lnTo>
                  <a:lnTo>
                    <a:pt x="292494" y="392035"/>
                  </a:lnTo>
                  <a:lnTo>
                    <a:pt x="302244" y="394589"/>
                  </a:lnTo>
                  <a:lnTo>
                    <a:pt x="311994" y="350944"/>
                  </a:lnTo>
                  <a:lnTo>
                    <a:pt x="321744" y="349132"/>
                  </a:lnTo>
                  <a:lnTo>
                    <a:pt x="331493" y="327994"/>
                  </a:lnTo>
                  <a:lnTo>
                    <a:pt x="341243" y="340095"/>
                  </a:lnTo>
                  <a:lnTo>
                    <a:pt x="350993" y="327465"/>
                  </a:lnTo>
                  <a:lnTo>
                    <a:pt x="360742" y="307333"/>
                  </a:lnTo>
                  <a:lnTo>
                    <a:pt x="370492" y="319756"/>
                  </a:lnTo>
                  <a:lnTo>
                    <a:pt x="380241" y="310402"/>
                  </a:lnTo>
                  <a:lnTo>
                    <a:pt x="389991" y="307670"/>
                  </a:lnTo>
                  <a:lnTo>
                    <a:pt x="399741" y="313804"/>
                  </a:lnTo>
                  <a:lnTo>
                    <a:pt x="409491" y="319719"/>
                  </a:lnTo>
                  <a:lnTo>
                    <a:pt x="419241" y="303757"/>
                  </a:lnTo>
                  <a:lnTo>
                    <a:pt x="428991" y="312581"/>
                  </a:lnTo>
                  <a:lnTo>
                    <a:pt x="438741" y="264187"/>
                  </a:lnTo>
                  <a:lnTo>
                    <a:pt x="448491" y="244090"/>
                  </a:lnTo>
                  <a:lnTo>
                    <a:pt x="458241" y="219128"/>
                  </a:lnTo>
                  <a:lnTo>
                    <a:pt x="467991" y="208313"/>
                  </a:lnTo>
                  <a:lnTo>
                    <a:pt x="477740" y="209222"/>
                  </a:lnTo>
                  <a:lnTo>
                    <a:pt x="487490" y="210867"/>
                  </a:lnTo>
                  <a:lnTo>
                    <a:pt x="497239" y="200427"/>
                  </a:lnTo>
                  <a:lnTo>
                    <a:pt x="506989" y="218415"/>
                  </a:lnTo>
                  <a:lnTo>
                    <a:pt x="516738" y="209915"/>
                  </a:lnTo>
                  <a:lnTo>
                    <a:pt x="526488" y="163385"/>
                  </a:lnTo>
                  <a:lnTo>
                    <a:pt x="536238" y="121029"/>
                  </a:lnTo>
                  <a:lnTo>
                    <a:pt x="545988" y="146409"/>
                  </a:lnTo>
                  <a:lnTo>
                    <a:pt x="555738" y="141378"/>
                  </a:lnTo>
                  <a:lnTo>
                    <a:pt x="565488" y="119625"/>
                  </a:lnTo>
                  <a:lnTo>
                    <a:pt x="575238" y="129565"/>
                  </a:lnTo>
                  <a:lnTo>
                    <a:pt x="584988" y="130442"/>
                  </a:lnTo>
                  <a:lnTo>
                    <a:pt x="594738" y="89392"/>
                  </a:lnTo>
                  <a:lnTo>
                    <a:pt x="604488" y="128875"/>
                  </a:lnTo>
                  <a:lnTo>
                    <a:pt x="614237" y="106575"/>
                  </a:lnTo>
                  <a:lnTo>
                    <a:pt x="623987" y="109291"/>
                  </a:lnTo>
                  <a:lnTo>
                    <a:pt x="633736" y="84118"/>
                  </a:lnTo>
                  <a:lnTo>
                    <a:pt x="643486" y="73599"/>
                  </a:lnTo>
                  <a:lnTo>
                    <a:pt x="653236" y="71108"/>
                  </a:lnTo>
                  <a:lnTo>
                    <a:pt x="662985" y="76161"/>
                  </a:lnTo>
                  <a:lnTo>
                    <a:pt x="672735" y="79362"/>
                  </a:lnTo>
                  <a:lnTo>
                    <a:pt x="682485" y="109631"/>
                  </a:lnTo>
                  <a:lnTo>
                    <a:pt x="692235" y="109594"/>
                  </a:lnTo>
                  <a:lnTo>
                    <a:pt x="701985" y="102942"/>
                  </a:lnTo>
                  <a:lnTo>
                    <a:pt x="711735" y="154239"/>
                  </a:lnTo>
                  <a:lnTo>
                    <a:pt x="721485" y="125040"/>
                  </a:lnTo>
                  <a:lnTo>
                    <a:pt x="731235" y="109055"/>
                  </a:lnTo>
                  <a:lnTo>
                    <a:pt x="740985" y="102782"/>
                  </a:lnTo>
                  <a:lnTo>
                    <a:pt x="750734" y="98444"/>
                  </a:lnTo>
                  <a:lnTo>
                    <a:pt x="760484" y="108164"/>
                  </a:lnTo>
                  <a:lnTo>
                    <a:pt x="770233" y="101116"/>
                  </a:lnTo>
                  <a:lnTo>
                    <a:pt x="779983" y="79522"/>
                  </a:lnTo>
                  <a:lnTo>
                    <a:pt x="789733" y="82810"/>
                  </a:lnTo>
                  <a:lnTo>
                    <a:pt x="799482" y="126041"/>
                  </a:lnTo>
                  <a:lnTo>
                    <a:pt x="809232" y="155669"/>
                  </a:lnTo>
                  <a:lnTo>
                    <a:pt x="818982" y="161633"/>
                  </a:lnTo>
                  <a:lnTo>
                    <a:pt x="828732" y="151645"/>
                  </a:lnTo>
                  <a:lnTo>
                    <a:pt x="838482" y="141530"/>
                  </a:lnTo>
                  <a:lnTo>
                    <a:pt x="848232" y="147960"/>
                  </a:lnTo>
                  <a:lnTo>
                    <a:pt x="857982" y="147847"/>
                  </a:lnTo>
                  <a:lnTo>
                    <a:pt x="867732" y="153151"/>
                  </a:lnTo>
                  <a:lnTo>
                    <a:pt x="877482" y="141379"/>
                  </a:lnTo>
                  <a:lnTo>
                    <a:pt x="887231" y="127893"/>
                  </a:lnTo>
                  <a:lnTo>
                    <a:pt x="896981" y="93171"/>
                  </a:lnTo>
                  <a:lnTo>
                    <a:pt x="906730" y="73962"/>
                  </a:lnTo>
                  <a:lnTo>
                    <a:pt x="916480" y="91746"/>
                  </a:lnTo>
                  <a:lnTo>
                    <a:pt x="926230" y="92688"/>
                  </a:lnTo>
                  <a:lnTo>
                    <a:pt x="935979" y="103634"/>
                  </a:lnTo>
                  <a:lnTo>
                    <a:pt x="945729" y="97068"/>
                  </a:lnTo>
                  <a:lnTo>
                    <a:pt x="955479" y="75350"/>
                  </a:lnTo>
                  <a:lnTo>
                    <a:pt x="965229" y="46151"/>
                  </a:lnTo>
                  <a:lnTo>
                    <a:pt x="974979" y="28511"/>
                  </a:lnTo>
                  <a:lnTo>
                    <a:pt x="984729" y="0"/>
                  </a:lnTo>
                  <a:lnTo>
                    <a:pt x="994474" y="9622"/>
                  </a:lnTo>
                  <a:lnTo>
                    <a:pt x="1004233" y="1216"/>
                  </a:lnTo>
                  <a:lnTo>
                    <a:pt x="1013977" y="6992"/>
                  </a:lnTo>
                  <a:lnTo>
                    <a:pt x="1023721" y="38792"/>
                  </a:lnTo>
                  <a:lnTo>
                    <a:pt x="1033480" y="28448"/>
                  </a:lnTo>
                  <a:lnTo>
                    <a:pt x="1043224" y="23250"/>
                  </a:lnTo>
                  <a:lnTo>
                    <a:pt x="1052983" y="10481"/>
                  </a:lnTo>
                  <a:lnTo>
                    <a:pt x="1062727" y="38633"/>
                  </a:lnTo>
                  <a:lnTo>
                    <a:pt x="1072471" y="63269"/>
                  </a:lnTo>
                  <a:lnTo>
                    <a:pt x="1082230" y="103740"/>
                  </a:lnTo>
                  <a:lnTo>
                    <a:pt x="1091973" y="103351"/>
                  </a:lnTo>
                  <a:lnTo>
                    <a:pt x="1101732" y="89450"/>
                  </a:lnTo>
                  <a:lnTo>
                    <a:pt x="1111476" y="114439"/>
                  </a:lnTo>
                  <a:lnTo>
                    <a:pt x="1121220" y="143911"/>
                  </a:lnTo>
                  <a:lnTo>
                    <a:pt x="1130979" y="137162"/>
                  </a:lnTo>
                  <a:lnTo>
                    <a:pt x="1140723" y="148281"/>
                  </a:lnTo>
                  <a:lnTo>
                    <a:pt x="1150482" y="149400"/>
                  </a:lnTo>
                  <a:lnTo>
                    <a:pt x="1160226" y="178418"/>
                  </a:lnTo>
                  <a:lnTo>
                    <a:pt x="1169969" y="164729"/>
                  </a:lnTo>
                  <a:lnTo>
                    <a:pt x="1179728" y="191215"/>
                  </a:lnTo>
                  <a:lnTo>
                    <a:pt x="1189472" y="197565"/>
                  </a:lnTo>
                  <a:lnTo>
                    <a:pt x="1199231" y="170053"/>
                  </a:lnTo>
                  <a:lnTo>
                    <a:pt x="1208975" y="204913"/>
                  </a:lnTo>
                  <a:lnTo>
                    <a:pt x="1218719" y="218160"/>
                  </a:lnTo>
                  <a:lnTo>
                    <a:pt x="1228478" y="253691"/>
                  </a:lnTo>
                  <a:lnTo>
                    <a:pt x="1238222" y="244063"/>
                  </a:lnTo>
                  <a:lnTo>
                    <a:pt x="1247966" y="235665"/>
                  </a:lnTo>
                  <a:lnTo>
                    <a:pt x="1257725" y="255827"/>
                  </a:lnTo>
                  <a:lnTo>
                    <a:pt x="1267469" y="280119"/>
                  </a:lnTo>
                  <a:lnTo>
                    <a:pt x="1277227" y="270609"/>
                  </a:lnTo>
                  <a:lnTo>
                    <a:pt x="1286971" y="271079"/>
                  </a:lnTo>
                  <a:lnTo>
                    <a:pt x="1296715" y="252231"/>
                  </a:lnTo>
                  <a:lnTo>
                    <a:pt x="1306474" y="238945"/>
                  </a:lnTo>
                  <a:lnTo>
                    <a:pt x="1316218" y="273229"/>
                  </a:lnTo>
                  <a:lnTo>
                    <a:pt x="1325977" y="257180"/>
                  </a:lnTo>
                  <a:lnTo>
                    <a:pt x="1335721" y="268998"/>
                  </a:lnTo>
                  <a:lnTo>
                    <a:pt x="1345465" y="271462"/>
                  </a:lnTo>
                  <a:lnTo>
                    <a:pt x="1355224" y="283145"/>
                  </a:lnTo>
                  <a:lnTo>
                    <a:pt x="1364967" y="297549"/>
                  </a:lnTo>
                  <a:lnTo>
                    <a:pt x="1374726" y="308647"/>
                  </a:lnTo>
                  <a:lnTo>
                    <a:pt x="1384470" y="303042"/>
                  </a:lnTo>
                  <a:lnTo>
                    <a:pt x="1394214" y="307725"/>
                  </a:lnTo>
                  <a:lnTo>
                    <a:pt x="1403973" y="317313"/>
                  </a:lnTo>
                  <a:lnTo>
                    <a:pt x="1413717" y="347839"/>
                  </a:lnTo>
                  <a:lnTo>
                    <a:pt x="1423476" y="338876"/>
                  </a:lnTo>
                  <a:lnTo>
                    <a:pt x="1433220" y="332270"/>
                  </a:lnTo>
                  <a:lnTo>
                    <a:pt x="1442964" y="371564"/>
                  </a:lnTo>
                  <a:lnTo>
                    <a:pt x="1452722" y="422860"/>
                  </a:lnTo>
                  <a:lnTo>
                    <a:pt x="1462466" y="438747"/>
                  </a:lnTo>
                  <a:lnTo>
                    <a:pt x="1472225" y="414461"/>
                  </a:lnTo>
                  <a:lnTo>
                    <a:pt x="1481969" y="367384"/>
                  </a:lnTo>
                  <a:lnTo>
                    <a:pt x="1491713" y="369553"/>
                  </a:lnTo>
                  <a:lnTo>
                    <a:pt x="1501472" y="361704"/>
                  </a:lnTo>
                  <a:lnTo>
                    <a:pt x="1511216" y="362445"/>
                  </a:lnTo>
                  <a:lnTo>
                    <a:pt x="1520960" y="340859"/>
                  </a:lnTo>
                  <a:lnTo>
                    <a:pt x="1530719" y="355960"/>
                  </a:lnTo>
                  <a:lnTo>
                    <a:pt x="1540463" y="399814"/>
                  </a:lnTo>
                  <a:lnTo>
                    <a:pt x="1550221" y="399370"/>
                  </a:lnTo>
                  <a:lnTo>
                    <a:pt x="1559965" y="420144"/>
                  </a:lnTo>
                  <a:lnTo>
                    <a:pt x="1569709" y="441002"/>
                  </a:lnTo>
                  <a:lnTo>
                    <a:pt x="1579468" y="462570"/>
                  </a:lnTo>
                  <a:lnTo>
                    <a:pt x="1589212" y="478429"/>
                  </a:lnTo>
                  <a:lnTo>
                    <a:pt x="1598971" y="467065"/>
                  </a:lnTo>
                  <a:lnTo>
                    <a:pt x="1608715" y="471860"/>
                  </a:lnTo>
                  <a:lnTo>
                    <a:pt x="1618459" y="455863"/>
                  </a:lnTo>
                  <a:lnTo>
                    <a:pt x="1628218" y="460446"/>
                  </a:lnTo>
                  <a:lnTo>
                    <a:pt x="1637962" y="452677"/>
                  </a:lnTo>
                  <a:lnTo>
                    <a:pt x="1647720" y="437324"/>
                  </a:lnTo>
                  <a:lnTo>
                    <a:pt x="1657464" y="405141"/>
                  </a:lnTo>
                  <a:lnTo>
                    <a:pt x="1667208" y="364460"/>
                  </a:lnTo>
                  <a:lnTo>
                    <a:pt x="1676967" y="355682"/>
                  </a:lnTo>
                  <a:lnTo>
                    <a:pt x="1686711" y="343947"/>
                  </a:lnTo>
                  <a:lnTo>
                    <a:pt x="1696470" y="350767"/>
                  </a:lnTo>
                  <a:lnTo>
                    <a:pt x="1706214" y="314194"/>
                  </a:lnTo>
                  <a:lnTo>
                    <a:pt x="1715958" y="299358"/>
                  </a:lnTo>
                  <a:lnTo>
                    <a:pt x="1725716" y="300603"/>
                  </a:lnTo>
                  <a:lnTo>
                    <a:pt x="1735460" y="323929"/>
                  </a:lnTo>
                  <a:lnTo>
                    <a:pt x="1745219" y="316289"/>
                  </a:lnTo>
                  <a:lnTo>
                    <a:pt x="1754963" y="314208"/>
                  </a:lnTo>
                  <a:lnTo>
                    <a:pt x="1764707" y="331477"/>
                  </a:lnTo>
                  <a:lnTo>
                    <a:pt x="1774466" y="335837"/>
                  </a:lnTo>
                  <a:lnTo>
                    <a:pt x="1784210" y="332641"/>
                  </a:lnTo>
                  <a:lnTo>
                    <a:pt x="1793969" y="351729"/>
                  </a:lnTo>
                  <a:lnTo>
                    <a:pt x="1803713" y="324029"/>
                  </a:lnTo>
                  <a:lnTo>
                    <a:pt x="1813457" y="342577"/>
                  </a:lnTo>
                  <a:lnTo>
                    <a:pt x="1823215" y="358115"/>
                  </a:lnTo>
                  <a:lnTo>
                    <a:pt x="1832959" y="350966"/>
                  </a:lnTo>
                  <a:lnTo>
                    <a:pt x="1842703" y="375572"/>
                  </a:lnTo>
                  <a:lnTo>
                    <a:pt x="1852462" y="346139"/>
                  </a:lnTo>
                  <a:lnTo>
                    <a:pt x="1862206" y="383890"/>
                  </a:lnTo>
                  <a:lnTo>
                    <a:pt x="1871965" y="360710"/>
                  </a:lnTo>
                  <a:lnTo>
                    <a:pt x="1881709" y="364511"/>
                  </a:lnTo>
                  <a:lnTo>
                    <a:pt x="1891453" y="360037"/>
                  </a:lnTo>
                  <a:lnTo>
                    <a:pt x="1901212" y="376904"/>
                  </a:lnTo>
                  <a:lnTo>
                    <a:pt x="1910956" y="390085"/>
                  </a:lnTo>
                  <a:lnTo>
                    <a:pt x="1920714" y="375864"/>
                  </a:lnTo>
                  <a:lnTo>
                    <a:pt x="1930458" y="340007"/>
                  </a:lnTo>
                  <a:lnTo>
                    <a:pt x="1940202" y="364285"/>
                  </a:lnTo>
                  <a:lnTo>
                    <a:pt x="1949961" y="359098"/>
                  </a:lnTo>
                  <a:lnTo>
                    <a:pt x="1959705" y="317827"/>
                  </a:lnTo>
                  <a:lnTo>
                    <a:pt x="1969464" y="320109"/>
                  </a:lnTo>
                  <a:lnTo>
                    <a:pt x="1979208" y="324674"/>
                  </a:lnTo>
                  <a:lnTo>
                    <a:pt x="1988952" y="335309"/>
                  </a:lnTo>
                  <a:lnTo>
                    <a:pt x="1998711" y="302670"/>
                  </a:lnTo>
                  <a:lnTo>
                    <a:pt x="2008454" y="306560"/>
                  </a:lnTo>
                  <a:lnTo>
                    <a:pt x="2018213" y="282258"/>
                  </a:lnTo>
                  <a:lnTo>
                    <a:pt x="2027957" y="296122"/>
                  </a:lnTo>
                  <a:lnTo>
                    <a:pt x="2037701" y="254256"/>
                  </a:lnTo>
                  <a:lnTo>
                    <a:pt x="2047460" y="282592"/>
                  </a:lnTo>
                  <a:lnTo>
                    <a:pt x="2057204" y="270446"/>
                  </a:lnTo>
                  <a:lnTo>
                    <a:pt x="2066963" y="269029"/>
                  </a:lnTo>
                  <a:lnTo>
                    <a:pt x="2076707" y="253923"/>
                  </a:lnTo>
                  <a:lnTo>
                    <a:pt x="2086451" y="272361"/>
                  </a:lnTo>
                  <a:lnTo>
                    <a:pt x="2096210" y="253111"/>
                  </a:lnTo>
                  <a:lnTo>
                    <a:pt x="2105954" y="233029"/>
                  </a:lnTo>
                  <a:lnTo>
                    <a:pt x="2115697" y="219593"/>
                  </a:lnTo>
                  <a:lnTo>
                    <a:pt x="2125456" y="246937"/>
                  </a:lnTo>
                  <a:lnTo>
                    <a:pt x="2135200" y="262276"/>
                  </a:lnTo>
                  <a:lnTo>
                    <a:pt x="2144959" y="267331"/>
                  </a:lnTo>
                  <a:lnTo>
                    <a:pt x="2154703" y="296715"/>
                  </a:lnTo>
                  <a:lnTo>
                    <a:pt x="2164447" y="253803"/>
                  </a:lnTo>
                  <a:lnTo>
                    <a:pt x="2174206" y="285454"/>
                  </a:lnTo>
                  <a:lnTo>
                    <a:pt x="2183950" y="265956"/>
                  </a:lnTo>
                  <a:lnTo>
                    <a:pt x="2193709" y="239217"/>
                  </a:lnTo>
                  <a:lnTo>
                    <a:pt x="2203452" y="241542"/>
                  </a:lnTo>
                  <a:lnTo>
                    <a:pt x="2213196" y="237964"/>
                  </a:lnTo>
                  <a:lnTo>
                    <a:pt x="2222955" y="240198"/>
                  </a:lnTo>
                  <a:lnTo>
                    <a:pt x="2232699" y="249257"/>
                  </a:lnTo>
                  <a:lnTo>
                    <a:pt x="2242458" y="242996"/>
                  </a:lnTo>
                  <a:lnTo>
                    <a:pt x="2252202" y="238589"/>
                  </a:lnTo>
                  <a:lnTo>
                    <a:pt x="2261946" y="219304"/>
                  </a:lnTo>
                  <a:lnTo>
                    <a:pt x="2271705" y="227729"/>
                  </a:lnTo>
                  <a:lnTo>
                    <a:pt x="2281449" y="213257"/>
                  </a:lnTo>
                  <a:lnTo>
                    <a:pt x="2291208" y="254674"/>
                  </a:lnTo>
                  <a:lnTo>
                    <a:pt x="2300951" y="293200"/>
                  </a:lnTo>
                  <a:lnTo>
                    <a:pt x="2310695" y="300450"/>
                  </a:lnTo>
                  <a:lnTo>
                    <a:pt x="2320454" y="286154"/>
                  </a:lnTo>
                  <a:lnTo>
                    <a:pt x="2330198" y="290985"/>
                  </a:lnTo>
                  <a:lnTo>
                    <a:pt x="2339957" y="316682"/>
                  </a:lnTo>
                  <a:lnTo>
                    <a:pt x="2349701" y="334433"/>
                  </a:lnTo>
                  <a:lnTo>
                    <a:pt x="2359445" y="319880"/>
                  </a:lnTo>
                  <a:lnTo>
                    <a:pt x="2369204" y="338021"/>
                  </a:lnTo>
                  <a:lnTo>
                    <a:pt x="2378948" y="342532"/>
                  </a:lnTo>
                  <a:lnTo>
                    <a:pt x="2388692" y="368254"/>
                  </a:lnTo>
                  <a:lnTo>
                    <a:pt x="2398450" y="314459"/>
                  </a:lnTo>
                  <a:lnTo>
                    <a:pt x="2408194" y="318580"/>
                  </a:lnTo>
                  <a:lnTo>
                    <a:pt x="2417953" y="342268"/>
                  </a:lnTo>
                  <a:lnTo>
                    <a:pt x="2427697" y="340266"/>
                  </a:lnTo>
                  <a:lnTo>
                    <a:pt x="2437441" y="324993"/>
                  </a:lnTo>
                  <a:lnTo>
                    <a:pt x="2447200" y="332362"/>
                  </a:lnTo>
                  <a:lnTo>
                    <a:pt x="2456944" y="330477"/>
                  </a:lnTo>
                  <a:lnTo>
                    <a:pt x="2466703" y="303017"/>
                  </a:lnTo>
                  <a:lnTo>
                    <a:pt x="2476446" y="316724"/>
                  </a:lnTo>
                  <a:lnTo>
                    <a:pt x="2486190" y="331450"/>
                  </a:lnTo>
                  <a:lnTo>
                    <a:pt x="2495949" y="322725"/>
                  </a:lnTo>
                  <a:lnTo>
                    <a:pt x="2505693" y="305401"/>
                  </a:lnTo>
                  <a:lnTo>
                    <a:pt x="2515452" y="296050"/>
                  </a:lnTo>
                  <a:lnTo>
                    <a:pt x="2525196" y="283753"/>
                  </a:lnTo>
                  <a:lnTo>
                    <a:pt x="2534940" y="265558"/>
                  </a:lnTo>
                  <a:lnTo>
                    <a:pt x="2544699" y="259500"/>
                  </a:lnTo>
                  <a:lnTo>
                    <a:pt x="2554443" y="253838"/>
                  </a:lnTo>
                  <a:lnTo>
                    <a:pt x="2564202" y="264624"/>
                  </a:lnTo>
                  <a:lnTo>
                    <a:pt x="2573946" y="272252"/>
                  </a:lnTo>
                  <a:lnTo>
                    <a:pt x="2583690" y="274418"/>
                  </a:lnTo>
                  <a:lnTo>
                    <a:pt x="2593448" y="232736"/>
                  </a:lnTo>
                  <a:lnTo>
                    <a:pt x="2603192" y="243566"/>
                  </a:lnTo>
                  <a:lnTo>
                    <a:pt x="2612951" y="270043"/>
                  </a:lnTo>
                  <a:lnTo>
                    <a:pt x="2622695" y="258213"/>
                  </a:lnTo>
                  <a:lnTo>
                    <a:pt x="2632439" y="225782"/>
                  </a:lnTo>
                  <a:lnTo>
                    <a:pt x="2642198" y="225977"/>
                  </a:lnTo>
                  <a:lnTo>
                    <a:pt x="2651942" y="214218"/>
                  </a:lnTo>
                  <a:lnTo>
                    <a:pt x="2661685" y="210332"/>
                  </a:lnTo>
                  <a:lnTo>
                    <a:pt x="2671444" y="165215"/>
                  </a:lnTo>
                  <a:lnTo>
                    <a:pt x="2681188" y="141198"/>
                  </a:lnTo>
                  <a:lnTo>
                    <a:pt x="2690947" y="188253"/>
                  </a:lnTo>
                  <a:lnTo>
                    <a:pt x="2700691" y="151384"/>
                  </a:lnTo>
                  <a:lnTo>
                    <a:pt x="2710435" y="157458"/>
                  </a:lnTo>
                  <a:lnTo>
                    <a:pt x="2720194" y="144110"/>
                  </a:lnTo>
                  <a:lnTo>
                    <a:pt x="2729938" y="142752"/>
                  </a:lnTo>
                  <a:lnTo>
                    <a:pt x="2739697" y="105811"/>
                  </a:lnTo>
                  <a:lnTo>
                    <a:pt x="2749441" y="123255"/>
                  </a:lnTo>
                  <a:lnTo>
                    <a:pt x="2759185" y="112750"/>
                  </a:lnTo>
                  <a:lnTo>
                    <a:pt x="2768943" y="129784"/>
                  </a:lnTo>
                  <a:lnTo>
                    <a:pt x="2778687" y="124263"/>
                  </a:lnTo>
                  <a:lnTo>
                    <a:pt x="2788446" y="127580"/>
                  </a:lnTo>
                  <a:lnTo>
                    <a:pt x="2798190" y="98265"/>
                  </a:lnTo>
                  <a:lnTo>
                    <a:pt x="2807934" y="114932"/>
                  </a:lnTo>
                  <a:lnTo>
                    <a:pt x="2817693" y="113916"/>
                  </a:lnTo>
                  <a:lnTo>
                    <a:pt x="2827437" y="59182"/>
                  </a:lnTo>
                  <a:lnTo>
                    <a:pt x="2837196" y="36888"/>
                  </a:lnTo>
                  <a:lnTo>
                    <a:pt x="2846940" y="48676"/>
                  </a:lnTo>
                  <a:lnTo>
                    <a:pt x="2856684" y="20497"/>
                  </a:lnTo>
                  <a:lnTo>
                    <a:pt x="2866442" y="26169"/>
                  </a:lnTo>
                  <a:lnTo>
                    <a:pt x="2876186" y="62871"/>
                  </a:lnTo>
                  <a:lnTo>
                    <a:pt x="2885945" y="69221"/>
                  </a:lnTo>
                  <a:lnTo>
                    <a:pt x="2895689" y="65156"/>
                  </a:lnTo>
                  <a:lnTo>
                    <a:pt x="2905433" y="68832"/>
                  </a:lnTo>
                  <a:lnTo>
                    <a:pt x="2915192" y="8856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9" name="Freeform 1048">
              <a:extLst>
                <a:ext uri="{FF2B5EF4-FFF2-40B4-BE49-F238E27FC236}">
                  <a16:creationId xmlns:a16="http://schemas.microsoft.com/office/drawing/2014/main" id="{91E8CAF2-5C33-A914-2750-478CF4C5A982}"/>
                </a:ext>
              </a:extLst>
            </p:cNvPr>
            <p:cNvSpPr/>
            <p:nvPr/>
          </p:nvSpPr>
          <p:spPr>
            <a:xfrm>
              <a:off x="4426652" y="3034572"/>
              <a:ext cx="2915191" cy="524299"/>
            </a:xfrm>
            <a:custGeom>
              <a:avLst/>
              <a:gdLst>
                <a:gd name="connsiteX0" fmla="*/ 0 w 2915191"/>
                <a:gd name="connsiteY0" fmla="*/ 452127 h 524299"/>
                <a:gd name="connsiteX1" fmla="*/ 9750 w 2915191"/>
                <a:gd name="connsiteY1" fmla="*/ 461842 h 524299"/>
                <a:gd name="connsiteX2" fmla="*/ 19500 w 2915191"/>
                <a:gd name="connsiteY2" fmla="*/ 474933 h 524299"/>
                <a:gd name="connsiteX3" fmla="*/ 29250 w 2915191"/>
                <a:gd name="connsiteY3" fmla="*/ 487550 h 524299"/>
                <a:gd name="connsiteX4" fmla="*/ 39000 w 2915191"/>
                <a:gd name="connsiteY4" fmla="*/ 448389 h 524299"/>
                <a:gd name="connsiteX5" fmla="*/ 48749 w 2915191"/>
                <a:gd name="connsiteY5" fmla="*/ 441543 h 524299"/>
                <a:gd name="connsiteX6" fmla="*/ 58499 w 2915191"/>
                <a:gd name="connsiteY6" fmla="*/ 434642 h 524299"/>
                <a:gd name="connsiteX7" fmla="*/ 68249 w 2915191"/>
                <a:gd name="connsiteY7" fmla="*/ 395340 h 524299"/>
                <a:gd name="connsiteX8" fmla="*/ 77998 w 2915191"/>
                <a:gd name="connsiteY8" fmla="*/ 406994 h 524299"/>
                <a:gd name="connsiteX9" fmla="*/ 87748 w 2915191"/>
                <a:gd name="connsiteY9" fmla="*/ 415504 h 524299"/>
                <a:gd name="connsiteX10" fmla="*/ 97497 w 2915191"/>
                <a:gd name="connsiteY10" fmla="*/ 438546 h 524299"/>
                <a:gd name="connsiteX11" fmla="*/ 107247 w 2915191"/>
                <a:gd name="connsiteY11" fmla="*/ 433085 h 524299"/>
                <a:gd name="connsiteX12" fmla="*/ 116997 w 2915191"/>
                <a:gd name="connsiteY12" fmla="*/ 417545 h 524299"/>
                <a:gd name="connsiteX13" fmla="*/ 126747 w 2915191"/>
                <a:gd name="connsiteY13" fmla="*/ 446652 h 524299"/>
                <a:gd name="connsiteX14" fmla="*/ 136497 w 2915191"/>
                <a:gd name="connsiteY14" fmla="*/ 469811 h 524299"/>
                <a:gd name="connsiteX15" fmla="*/ 146247 w 2915191"/>
                <a:gd name="connsiteY15" fmla="*/ 453474 h 524299"/>
                <a:gd name="connsiteX16" fmla="*/ 155997 w 2915191"/>
                <a:gd name="connsiteY16" fmla="*/ 482326 h 524299"/>
                <a:gd name="connsiteX17" fmla="*/ 165747 w 2915191"/>
                <a:gd name="connsiteY17" fmla="*/ 478037 h 524299"/>
                <a:gd name="connsiteX18" fmla="*/ 175497 w 2915191"/>
                <a:gd name="connsiteY18" fmla="*/ 466150 h 524299"/>
                <a:gd name="connsiteX19" fmla="*/ 185247 w 2915191"/>
                <a:gd name="connsiteY19" fmla="*/ 476259 h 524299"/>
                <a:gd name="connsiteX20" fmla="*/ 194996 w 2915191"/>
                <a:gd name="connsiteY20" fmla="*/ 477003 h 524299"/>
                <a:gd name="connsiteX21" fmla="*/ 204746 w 2915191"/>
                <a:gd name="connsiteY21" fmla="*/ 468560 h 524299"/>
                <a:gd name="connsiteX22" fmla="*/ 214495 w 2915191"/>
                <a:gd name="connsiteY22" fmla="*/ 503955 h 524299"/>
                <a:gd name="connsiteX23" fmla="*/ 224245 w 2915191"/>
                <a:gd name="connsiteY23" fmla="*/ 492520 h 524299"/>
                <a:gd name="connsiteX24" fmla="*/ 233995 w 2915191"/>
                <a:gd name="connsiteY24" fmla="*/ 508958 h 524299"/>
                <a:gd name="connsiteX25" fmla="*/ 243744 w 2915191"/>
                <a:gd name="connsiteY25" fmla="*/ 498462 h 524299"/>
                <a:gd name="connsiteX26" fmla="*/ 253494 w 2915191"/>
                <a:gd name="connsiteY26" fmla="*/ 512020 h 524299"/>
                <a:gd name="connsiteX27" fmla="*/ 263244 w 2915191"/>
                <a:gd name="connsiteY27" fmla="*/ 492988 h 524299"/>
                <a:gd name="connsiteX28" fmla="*/ 272994 w 2915191"/>
                <a:gd name="connsiteY28" fmla="*/ 498459 h 524299"/>
                <a:gd name="connsiteX29" fmla="*/ 282744 w 2915191"/>
                <a:gd name="connsiteY29" fmla="*/ 524300 h 524299"/>
                <a:gd name="connsiteX30" fmla="*/ 292494 w 2915191"/>
                <a:gd name="connsiteY30" fmla="*/ 517792 h 524299"/>
                <a:gd name="connsiteX31" fmla="*/ 302244 w 2915191"/>
                <a:gd name="connsiteY31" fmla="*/ 492194 h 524299"/>
                <a:gd name="connsiteX32" fmla="*/ 311994 w 2915191"/>
                <a:gd name="connsiteY32" fmla="*/ 487790 h 524299"/>
                <a:gd name="connsiteX33" fmla="*/ 321744 w 2915191"/>
                <a:gd name="connsiteY33" fmla="*/ 481489 h 524299"/>
                <a:gd name="connsiteX34" fmla="*/ 331493 w 2915191"/>
                <a:gd name="connsiteY34" fmla="*/ 485492 h 524299"/>
                <a:gd name="connsiteX35" fmla="*/ 341243 w 2915191"/>
                <a:gd name="connsiteY35" fmla="*/ 469099 h 524299"/>
                <a:gd name="connsiteX36" fmla="*/ 350993 w 2915191"/>
                <a:gd name="connsiteY36" fmla="*/ 448006 h 524299"/>
                <a:gd name="connsiteX37" fmla="*/ 360742 w 2915191"/>
                <a:gd name="connsiteY37" fmla="*/ 419113 h 524299"/>
                <a:gd name="connsiteX38" fmla="*/ 370492 w 2915191"/>
                <a:gd name="connsiteY38" fmla="*/ 391785 h 524299"/>
                <a:gd name="connsiteX39" fmla="*/ 380241 w 2915191"/>
                <a:gd name="connsiteY39" fmla="*/ 367480 h 524299"/>
                <a:gd name="connsiteX40" fmla="*/ 389991 w 2915191"/>
                <a:gd name="connsiteY40" fmla="*/ 370716 h 524299"/>
                <a:gd name="connsiteX41" fmla="*/ 399741 w 2915191"/>
                <a:gd name="connsiteY41" fmla="*/ 342015 h 524299"/>
                <a:gd name="connsiteX42" fmla="*/ 409491 w 2915191"/>
                <a:gd name="connsiteY42" fmla="*/ 359480 h 524299"/>
                <a:gd name="connsiteX43" fmla="*/ 419241 w 2915191"/>
                <a:gd name="connsiteY43" fmla="*/ 333827 h 524299"/>
                <a:gd name="connsiteX44" fmla="*/ 428991 w 2915191"/>
                <a:gd name="connsiteY44" fmla="*/ 306605 h 524299"/>
                <a:gd name="connsiteX45" fmla="*/ 438741 w 2915191"/>
                <a:gd name="connsiteY45" fmla="*/ 334694 h 524299"/>
                <a:gd name="connsiteX46" fmla="*/ 448491 w 2915191"/>
                <a:gd name="connsiteY46" fmla="*/ 310562 h 524299"/>
                <a:gd name="connsiteX47" fmla="*/ 458241 w 2915191"/>
                <a:gd name="connsiteY47" fmla="*/ 289791 h 524299"/>
                <a:gd name="connsiteX48" fmla="*/ 467991 w 2915191"/>
                <a:gd name="connsiteY48" fmla="*/ 267647 h 524299"/>
                <a:gd name="connsiteX49" fmla="*/ 477740 w 2915191"/>
                <a:gd name="connsiteY49" fmla="*/ 253245 h 524299"/>
                <a:gd name="connsiteX50" fmla="*/ 487490 w 2915191"/>
                <a:gd name="connsiteY50" fmla="*/ 255453 h 524299"/>
                <a:gd name="connsiteX51" fmla="*/ 497239 w 2915191"/>
                <a:gd name="connsiteY51" fmla="*/ 222473 h 524299"/>
                <a:gd name="connsiteX52" fmla="*/ 506989 w 2915191"/>
                <a:gd name="connsiteY52" fmla="*/ 243966 h 524299"/>
                <a:gd name="connsiteX53" fmla="*/ 516738 w 2915191"/>
                <a:gd name="connsiteY53" fmla="*/ 253536 h 524299"/>
                <a:gd name="connsiteX54" fmla="*/ 526488 w 2915191"/>
                <a:gd name="connsiteY54" fmla="*/ 255938 h 524299"/>
                <a:gd name="connsiteX55" fmla="*/ 536238 w 2915191"/>
                <a:gd name="connsiteY55" fmla="*/ 216245 h 524299"/>
                <a:gd name="connsiteX56" fmla="*/ 545988 w 2915191"/>
                <a:gd name="connsiteY56" fmla="*/ 250456 h 524299"/>
                <a:gd name="connsiteX57" fmla="*/ 555738 w 2915191"/>
                <a:gd name="connsiteY57" fmla="*/ 271963 h 524299"/>
                <a:gd name="connsiteX58" fmla="*/ 565488 w 2915191"/>
                <a:gd name="connsiteY58" fmla="*/ 262787 h 524299"/>
                <a:gd name="connsiteX59" fmla="*/ 575238 w 2915191"/>
                <a:gd name="connsiteY59" fmla="*/ 234620 h 524299"/>
                <a:gd name="connsiteX60" fmla="*/ 584988 w 2915191"/>
                <a:gd name="connsiteY60" fmla="*/ 226225 h 524299"/>
                <a:gd name="connsiteX61" fmla="*/ 594738 w 2915191"/>
                <a:gd name="connsiteY61" fmla="*/ 227391 h 524299"/>
                <a:gd name="connsiteX62" fmla="*/ 604488 w 2915191"/>
                <a:gd name="connsiteY62" fmla="*/ 213191 h 524299"/>
                <a:gd name="connsiteX63" fmla="*/ 614237 w 2915191"/>
                <a:gd name="connsiteY63" fmla="*/ 181796 h 524299"/>
                <a:gd name="connsiteX64" fmla="*/ 623987 w 2915191"/>
                <a:gd name="connsiteY64" fmla="*/ 178990 h 524299"/>
                <a:gd name="connsiteX65" fmla="*/ 633736 w 2915191"/>
                <a:gd name="connsiteY65" fmla="*/ 181212 h 524299"/>
                <a:gd name="connsiteX66" fmla="*/ 643486 w 2915191"/>
                <a:gd name="connsiteY66" fmla="*/ 156337 h 524299"/>
                <a:gd name="connsiteX67" fmla="*/ 653236 w 2915191"/>
                <a:gd name="connsiteY67" fmla="*/ 132915 h 524299"/>
                <a:gd name="connsiteX68" fmla="*/ 662985 w 2915191"/>
                <a:gd name="connsiteY68" fmla="*/ 126236 h 524299"/>
                <a:gd name="connsiteX69" fmla="*/ 672735 w 2915191"/>
                <a:gd name="connsiteY69" fmla="*/ 99342 h 524299"/>
                <a:gd name="connsiteX70" fmla="*/ 682485 w 2915191"/>
                <a:gd name="connsiteY70" fmla="*/ 121217 h 524299"/>
                <a:gd name="connsiteX71" fmla="*/ 692235 w 2915191"/>
                <a:gd name="connsiteY71" fmla="*/ 139510 h 524299"/>
                <a:gd name="connsiteX72" fmla="*/ 701985 w 2915191"/>
                <a:gd name="connsiteY72" fmla="*/ 152300 h 524299"/>
                <a:gd name="connsiteX73" fmla="*/ 711735 w 2915191"/>
                <a:gd name="connsiteY73" fmla="*/ 120910 h 524299"/>
                <a:gd name="connsiteX74" fmla="*/ 721485 w 2915191"/>
                <a:gd name="connsiteY74" fmla="*/ 131187 h 524299"/>
                <a:gd name="connsiteX75" fmla="*/ 731235 w 2915191"/>
                <a:gd name="connsiteY75" fmla="*/ 121178 h 524299"/>
                <a:gd name="connsiteX76" fmla="*/ 740985 w 2915191"/>
                <a:gd name="connsiteY76" fmla="*/ 167196 h 524299"/>
                <a:gd name="connsiteX77" fmla="*/ 750734 w 2915191"/>
                <a:gd name="connsiteY77" fmla="*/ 170704 h 524299"/>
                <a:gd name="connsiteX78" fmla="*/ 760484 w 2915191"/>
                <a:gd name="connsiteY78" fmla="*/ 184920 h 524299"/>
                <a:gd name="connsiteX79" fmla="*/ 770233 w 2915191"/>
                <a:gd name="connsiteY79" fmla="*/ 172262 h 524299"/>
                <a:gd name="connsiteX80" fmla="*/ 779983 w 2915191"/>
                <a:gd name="connsiteY80" fmla="*/ 155736 h 524299"/>
                <a:gd name="connsiteX81" fmla="*/ 789733 w 2915191"/>
                <a:gd name="connsiteY81" fmla="*/ 122285 h 524299"/>
                <a:gd name="connsiteX82" fmla="*/ 799482 w 2915191"/>
                <a:gd name="connsiteY82" fmla="*/ 108283 h 524299"/>
                <a:gd name="connsiteX83" fmla="*/ 809232 w 2915191"/>
                <a:gd name="connsiteY83" fmla="*/ 104388 h 524299"/>
                <a:gd name="connsiteX84" fmla="*/ 818982 w 2915191"/>
                <a:gd name="connsiteY84" fmla="*/ 79368 h 524299"/>
                <a:gd name="connsiteX85" fmla="*/ 828732 w 2915191"/>
                <a:gd name="connsiteY85" fmla="*/ 66640 h 524299"/>
                <a:gd name="connsiteX86" fmla="*/ 838482 w 2915191"/>
                <a:gd name="connsiteY86" fmla="*/ 76526 h 524299"/>
                <a:gd name="connsiteX87" fmla="*/ 848232 w 2915191"/>
                <a:gd name="connsiteY87" fmla="*/ 78446 h 524299"/>
                <a:gd name="connsiteX88" fmla="*/ 857982 w 2915191"/>
                <a:gd name="connsiteY88" fmla="*/ 90712 h 524299"/>
                <a:gd name="connsiteX89" fmla="*/ 867732 w 2915191"/>
                <a:gd name="connsiteY89" fmla="*/ 84607 h 524299"/>
                <a:gd name="connsiteX90" fmla="*/ 877482 w 2915191"/>
                <a:gd name="connsiteY90" fmla="*/ 80802 h 524299"/>
                <a:gd name="connsiteX91" fmla="*/ 887231 w 2915191"/>
                <a:gd name="connsiteY91" fmla="*/ 105628 h 524299"/>
                <a:gd name="connsiteX92" fmla="*/ 896981 w 2915191"/>
                <a:gd name="connsiteY92" fmla="*/ 125949 h 524299"/>
                <a:gd name="connsiteX93" fmla="*/ 906730 w 2915191"/>
                <a:gd name="connsiteY93" fmla="*/ 99673 h 524299"/>
                <a:gd name="connsiteX94" fmla="*/ 916480 w 2915191"/>
                <a:gd name="connsiteY94" fmla="*/ 93948 h 524299"/>
                <a:gd name="connsiteX95" fmla="*/ 926230 w 2915191"/>
                <a:gd name="connsiteY95" fmla="*/ 87533 h 524299"/>
                <a:gd name="connsiteX96" fmla="*/ 935979 w 2915191"/>
                <a:gd name="connsiteY96" fmla="*/ 90105 h 524299"/>
                <a:gd name="connsiteX97" fmla="*/ 945729 w 2915191"/>
                <a:gd name="connsiteY97" fmla="*/ 64386 h 524299"/>
                <a:gd name="connsiteX98" fmla="*/ 955479 w 2915191"/>
                <a:gd name="connsiteY98" fmla="*/ 84169 h 524299"/>
                <a:gd name="connsiteX99" fmla="*/ 965229 w 2915191"/>
                <a:gd name="connsiteY99" fmla="*/ 76964 h 524299"/>
                <a:gd name="connsiteX100" fmla="*/ 974979 w 2915191"/>
                <a:gd name="connsiteY100" fmla="*/ 135862 h 524299"/>
                <a:gd name="connsiteX101" fmla="*/ 984729 w 2915191"/>
                <a:gd name="connsiteY101" fmla="*/ 150292 h 524299"/>
                <a:gd name="connsiteX102" fmla="*/ 994474 w 2915191"/>
                <a:gd name="connsiteY102" fmla="*/ 196069 h 524299"/>
                <a:gd name="connsiteX103" fmla="*/ 1004233 w 2915191"/>
                <a:gd name="connsiteY103" fmla="*/ 196386 h 524299"/>
                <a:gd name="connsiteX104" fmla="*/ 1013977 w 2915191"/>
                <a:gd name="connsiteY104" fmla="*/ 208830 h 524299"/>
                <a:gd name="connsiteX105" fmla="*/ 1023721 w 2915191"/>
                <a:gd name="connsiteY105" fmla="*/ 201866 h 524299"/>
                <a:gd name="connsiteX106" fmla="*/ 1033480 w 2915191"/>
                <a:gd name="connsiteY106" fmla="*/ 195248 h 524299"/>
                <a:gd name="connsiteX107" fmla="*/ 1043224 w 2915191"/>
                <a:gd name="connsiteY107" fmla="*/ 176031 h 524299"/>
                <a:gd name="connsiteX108" fmla="*/ 1052983 w 2915191"/>
                <a:gd name="connsiteY108" fmla="*/ 176931 h 524299"/>
                <a:gd name="connsiteX109" fmla="*/ 1062727 w 2915191"/>
                <a:gd name="connsiteY109" fmla="*/ 169859 h 524299"/>
                <a:gd name="connsiteX110" fmla="*/ 1072471 w 2915191"/>
                <a:gd name="connsiteY110" fmla="*/ 147564 h 524299"/>
                <a:gd name="connsiteX111" fmla="*/ 1082230 w 2915191"/>
                <a:gd name="connsiteY111" fmla="*/ 147492 h 524299"/>
                <a:gd name="connsiteX112" fmla="*/ 1091973 w 2915191"/>
                <a:gd name="connsiteY112" fmla="*/ 122260 h 524299"/>
                <a:gd name="connsiteX113" fmla="*/ 1101732 w 2915191"/>
                <a:gd name="connsiteY113" fmla="*/ 112039 h 524299"/>
                <a:gd name="connsiteX114" fmla="*/ 1111476 w 2915191"/>
                <a:gd name="connsiteY114" fmla="*/ 115510 h 524299"/>
                <a:gd name="connsiteX115" fmla="*/ 1121220 w 2915191"/>
                <a:gd name="connsiteY115" fmla="*/ 156585 h 524299"/>
                <a:gd name="connsiteX116" fmla="*/ 1130979 w 2915191"/>
                <a:gd name="connsiteY116" fmla="*/ 157174 h 524299"/>
                <a:gd name="connsiteX117" fmla="*/ 1140723 w 2915191"/>
                <a:gd name="connsiteY117" fmla="*/ 178487 h 524299"/>
                <a:gd name="connsiteX118" fmla="*/ 1150482 w 2915191"/>
                <a:gd name="connsiteY118" fmla="*/ 154835 h 524299"/>
                <a:gd name="connsiteX119" fmla="*/ 1160226 w 2915191"/>
                <a:gd name="connsiteY119" fmla="*/ 158226 h 524299"/>
                <a:gd name="connsiteX120" fmla="*/ 1169969 w 2915191"/>
                <a:gd name="connsiteY120" fmla="*/ 189879 h 524299"/>
                <a:gd name="connsiteX121" fmla="*/ 1179728 w 2915191"/>
                <a:gd name="connsiteY121" fmla="*/ 164528 h 524299"/>
                <a:gd name="connsiteX122" fmla="*/ 1189472 w 2915191"/>
                <a:gd name="connsiteY122" fmla="*/ 166410 h 524299"/>
                <a:gd name="connsiteX123" fmla="*/ 1199231 w 2915191"/>
                <a:gd name="connsiteY123" fmla="*/ 188564 h 524299"/>
                <a:gd name="connsiteX124" fmla="*/ 1208975 w 2915191"/>
                <a:gd name="connsiteY124" fmla="*/ 201695 h 524299"/>
                <a:gd name="connsiteX125" fmla="*/ 1218719 w 2915191"/>
                <a:gd name="connsiteY125" fmla="*/ 226043 h 524299"/>
                <a:gd name="connsiteX126" fmla="*/ 1228478 w 2915191"/>
                <a:gd name="connsiteY126" fmla="*/ 251620 h 524299"/>
                <a:gd name="connsiteX127" fmla="*/ 1238222 w 2915191"/>
                <a:gd name="connsiteY127" fmla="*/ 256236 h 524299"/>
                <a:gd name="connsiteX128" fmla="*/ 1247966 w 2915191"/>
                <a:gd name="connsiteY128" fmla="*/ 266987 h 524299"/>
                <a:gd name="connsiteX129" fmla="*/ 1257725 w 2915191"/>
                <a:gd name="connsiteY129" fmla="*/ 243491 h 524299"/>
                <a:gd name="connsiteX130" fmla="*/ 1267469 w 2915191"/>
                <a:gd name="connsiteY130" fmla="*/ 193737 h 524299"/>
                <a:gd name="connsiteX131" fmla="*/ 1277227 w 2915191"/>
                <a:gd name="connsiteY131" fmla="*/ 189008 h 524299"/>
                <a:gd name="connsiteX132" fmla="*/ 1286971 w 2915191"/>
                <a:gd name="connsiteY132" fmla="*/ 198232 h 524299"/>
                <a:gd name="connsiteX133" fmla="*/ 1296715 w 2915191"/>
                <a:gd name="connsiteY133" fmla="*/ 184209 h 524299"/>
                <a:gd name="connsiteX134" fmla="*/ 1306474 w 2915191"/>
                <a:gd name="connsiteY134" fmla="*/ 169105 h 524299"/>
                <a:gd name="connsiteX135" fmla="*/ 1316218 w 2915191"/>
                <a:gd name="connsiteY135" fmla="*/ 144216 h 524299"/>
                <a:gd name="connsiteX136" fmla="*/ 1325977 w 2915191"/>
                <a:gd name="connsiteY136" fmla="*/ 138187 h 524299"/>
                <a:gd name="connsiteX137" fmla="*/ 1335721 w 2915191"/>
                <a:gd name="connsiteY137" fmla="*/ 127155 h 524299"/>
                <a:gd name="connsiteX138" fmla="*/ 1345465 w 2915191"/>
                <a:gd name="connsiteY138" fmla="*/ 151116 h 524299"/>
                <a:gd name="connsiteX139" fmla="*/ 1355224 w 2915191"/>
                <a:gd name="connsiteY139" fmla="*/ 152120 h 524299"/>
                <a:gd name="connsiteX140" fmla="*/ 1364967 w 2915191"/>
                <a:gd name="connsiteY140" fmla="*/ 137455 h 524299"/>
                <a:gd name="connsiteX141" fmla="*/ 1374726 w 2915191"/>
                <a:gd name="connsiteY141" fmla="*/ 123735 h 524299"/>
                <a:gd name="connsiteX142" fmla="*/ 1384470 w 2915191"/>
                <a:gd name="connsiteY142" fmla="*/ 145800 h 524299"/>
                <a:gd name="connsiteX143" fmla="*/ 1394214 w 2915191"/>
                <a:gd name="connsiteY143" fmla="*/ 135859 h 524299"/>
                <a:gd name="connsiteX144" fmla="*/ 1403973 w 2915191"/>
                <a:gd name="connsiteY144" fmla="*/ 139676 h 524299"/>
                <a:gd name="connsiteX145" fmla="*/ 1413717 w 2915191"/>
                <a:gd name="connsiteY145" fmla="*/ 128647 h 524299"/>
                <a:gd name="connsiteX146" fmla="*/ 1423476 w 2915191"/>
                <a:gd name="connsiteY146" fmla="*/ 112912 h 524299"/>
                <a:gd name="connsiteX147" fmla="*/ 1433220 w 2915191"/>
                <a:gd name="connsiteY147" fmla="*/ 110314 h 524299"/>
                <a:gd name="connsiteX148" fmla="*/ 1442964 w 2915191"/>
                <a:gd name="connsiteY148" fmla="*/ 113129 h 524299"/>
                <a:gd name="connsiteX149" fmla="*/ 1452722 w 2915191"/>
                <a:gd name="connsiteY149" fmla="*/ 110178 h 524299"/>
                <a:gd name="connsiteX150" fmla="*/ 1462466 w 2915191"/>
                <a:gd name="connsiteY150" fmla="*/ 123748 h 524299"/>
                <a:gd name="connsiteX151" fmla="*/ 1472225 w 2915191"/>
                <a:gd name="connsiteY151" fmla="*/ 143783 h 524299"/>
                <a:gd name="connsiteX152" fmla="*/ 1481969 w 2915191"/>
                <a:gd name="connsiteY152" fmla="*/ 137360 h 524299"/>
                <a:gd name="connsiteX153" fmla="*/ 1491713 w 2915191"/>
                <a:gd name="connsiteY153" fmla="*/ 107077 h 524299"/>
                <a:gd name="connsiteX154" fmla="*/ 1501472 w 2915191"/>
                <a:gd name="connsiteY154" fmla="*/ 109463 h 524299"/>
                <a:gd name="connsiteX155" fmla="*/ 1511216 w 2915191"/>
                <a:gd name="connsiteY155" fmla="*/ 111587 h 524299"/>
                <a:gd name="connsiteX156" fmla="*/ 1520960 w 2915191"/>
                <a:gd name="connsiteY156" fmla="*/ 101385 h 524299"/>
                <a:gd name="connsiteX157" fmla="*/ 1530719 w 2915191"/>
                <a:gd name="connsiteY157" fmla="*/ 143625 h 524299"/>
                <a:gd name="connsiteX158" fmla="*/ 1540463 w 2915191"/>
                <a:gd name="connsiteY158" fmla="*/ 143483 h 524299"/>
                <a:gd name="connsiteX159" fmla="*/ 1550221 w 2915191"/>
                <a:gd name="connsiteY159" fmla="*/ 105930 h 524299"/>
                <a:gd name="connsiteX160" fmla="*/ 1559965 w 2915191"/>
                <a:gd name="connsiteY160" fmla="*/ 109384 h 524299"/>
                <a:gd name="connsiteX161" fmla="*/ 1569709 w 2915191"/>
                <a:gd name="connsiteY161" fmla="*/ 95823 h 524299"/>
                <a:gd name="connsiteX162" fmla="*/ 1579468 w 2915191"/>
                <a:gd name="connsiteY162" fmla="*/ 95771 h 524299"/>
                <a:gd name="connsiteX163" fmla="*/ 1589212 w 2915191"/>
                <a:gd name="connsiteY163" fmla="*/ 69194 h 524299"/>
                <a:gd name="connsiteX164" fmla="*/ 1598971 w 2915191"/>
                <a:gd name="connsiteY164" fmla="*/ 74064 h 524299"/>
                <a:gd name="connsiteX165" fmla="*/ 1608715 w 2915191"/>
                <a:gd name="connsiteY165" fmla="*/ 85708 h 524299"/>
                <a:gd name="connsiteX166" fmla="*/ 1618459 w 2915191"/>
                <a:gd name="connsiteY166" fmla="*/ 55587 h 524299"/>
                <a:gd name="connsiteX167" fmla="*/ 1628218 w 2915191"/>
                <a:gd name="connsiteY167" fmla="*/ 32107 h 524299"/>
                <a:gd name="connsiteX168" fmla="*/ 1637962 w 2915191"/>
                <a:gd name="connsiteY168" fmla="*/ 44575 h 524299"/>
                <a:gd name="connsiteX169" fmla="*/ 1647720 w 2915191"/>
                <a:gd name="connsiteY169" fmla="*/ 46386 h 524299"/>
                <a:gd name="connsiteX170" fmla="*/ 1657464 w 2915191"/>
                <a:gd name="connsiteY170" fmla="*/ 30823 h 524299"/>
                <a:gd name="connsiteX171" fmla="*/ 1667208 w 2915191"/>
                <a:gd name="connsiteY171" fmla="*/ 23555 h 524299"/>
                <a:gd name="connsiteX172" fmla="*/ 1676967 w 2915191"/>
                <a:gd name="connsiteY172" fmla="*/ 36470 h 524299"/>
                <a:gd name="connsiteX173" fmla="*/ 1686711 w 2915191"/>
                <a:gd name="connsiteY173" fmla="*/ 48164 h 524299"/>
                <a:gd name="connsiteX174" fmla="*/ 1696470 w 2915191"/>
                <a:gd name="connsiteY174" fmla="*/ 58939 h 524299"/>
                <a:gd name="connsiteX175" fmla="*/ 1706214 w 2915191"/>
                <a:gd name="connsiteY175" fmla="*/ 64015 h 524299"/>
                <a:gd name="connsiteX176" fmla="*/ 1715958 w 2915191"/>
                <a:gd name="connsiteY176" fmla="*/ 83567 h 524299"/>
                <a:gd name="connsiteX177" fmla="*/ 1725716 w 2915191"/>
                <a:gd name="connsiteY177" fmla="*/ 50214 h 524299"/>
                <a:gd name="connsiteX178" fmla="*/ 1735460 w 2915191"/>
                <a:gd name="connsiteY178" fmla="*/ 47458 h 524299"/>
                <a:gd name="connsiteX179" fmla="*/ 1745219 w 2915191"/>
                <a:gd name="connsiteY179" fmla="*/ 45078 h 524299"/>
                <a:gd name="connsiteX180" fmla="*/ 1754963 w 2915191"/>
                <a:gd name="connsiteY180" fmla="*/ 43329 h 524299"/>
                <a:gd name="connsiteX181" fmla="*/ 1764707 w 2915191"/>
                <a:gd name="connsiteY181" fmla="*/ 17275 h 524299"/>
                <a:gd name="connsiteX182" fmla="*/ 1774466 w 2915191"/>
                <a:gd name="connsiteY182" fmla="*/ 54173 h 524299"/>
                <a:gd name="connsiteX183" fmla="*/ 1784210 w 2915191"/>
                <a:gd name="connsiteY183" fmla="*/ 73523 h 524299"/>
                <a:gd name="connsiteX184" fmla="*/ 1793969 w 2915191"/>
                <a:gd name="connsiteY184" fmla="*/ 18299 h 524299"/>
                <a:gd name="connsiteX185" fmla="*/ 1803713 w 2915191"/>
                <a:gd name="connsiteY185" fmla="*/ 4695 h 524299"/>
                <a:gd name="connsiteX186" fmla="*/ 1813457 w 2915191"/>
                <a:gd name="connsiteY186" fmla="*/ 0 h 524299"/>
                <a:gd name="connsiteX187" fmla="*/ 1823215 w 2915191"/>
                <a:gd name="connsiteY187" fmla="*/ 7682 h 524299"/>
                <a:gd name="connsiteX188" fmla="*/ 1832959 w 2915191"/>
                <a:gd name="connsiteY188" fmla="*/ 33609 h 524299"/>
                <a:gd name="connsiteX189" fmla="*/ 1842703 w 2915191"/>
                <a:gd name="connsiteY189" fmla="*/ 46875 h 524299"/>
                <a:gd name="connsiteX190" fmla="*/ 1852462 w 2915191"/>
                <a:gd name="connsiteY190" fmla="*/ 40930 h 524299"/>
                <a:gd name="connsiteX191" fmla="*/ 1862206 w 2915191"/>
                <a:gd name="connsiteY191" fmla="*/ 63607 h 524299"/>
                <a:gd name="connsiteX192" fmla="*/ 1871965 w 2915191"/>
                <a:gd name="connsiteY192" fmla="*/ 98660 h 524299"/>
                <a:gd name="connsiteX193" fmla="*/ 1881709 w 2915191"/>
                <a:gd name="connsiteY193" fmla="*/ 77075 h 524299"/>
                <a:gd name="connsiteX194" fmla="*/ 1891453 w 2915191"/>
                <a:gd name="connsiteY194" fmla="*/ 91364 h 524299"/>
                <a:gd name="connsiteX195" fmla="*/ 1901212 w 2915191"/>
                <a:gd name="connsiteY195" fmla="*/ 74952 h 524299"/>
                <a:gd name="connsiteX196" fmla="*/ 1910956 w 2915191"/>
                <a:gd name="connsiteY196" fmla="*/ 107438 h 524299"/>
                <a:gd name="connsiteX197" fmla="*/ 1920714 w 2915191"/>
                <a:gd name="connsiteY197" fmla="*/ 97001 h 524299"/>
                <a:gd name="connsiteX198" fmla="*/ 1930458 w 2915191"/>
                <a:gd name="connsiteY198" fmla="*/ 159410 h 524299"/>
                <a:gd name="connsiteX199" fmla="*/ 1940202 w 2915191"/>
                <a:gd name="connsiteY199" fmla="*/ 177302 h 524299"/>
                <a:gd name="connsiteX200" fmla="*/ 1949961 w 2915191"/>
                <a:gd name="connsiteY200" fmla="*/ 160605 h 524299"/>
                <a:gd name="connsiteX201" fmla="*/ 1959705 w 2915191"/>
                <a:gd name="connsiteY201" fmla="*/ 160104 h 524299"/>
                <a:gd name="connsiteX202" fmla="*/ 1969464 w 2915191"/>
                <a:gd name="connsiteY202" fmla="*/ 142688 h 524299"/>
                <a:gd name="connsiteX203" fmla="*/ 1979208 w 2915191"/>
                <a:gd name="connsiteY203" fmla="*/ 179409 h 524299"/>
                <a:gd name="connsiteX204" fmla="*/ 1988952 w 2915191"/>
                <a:gd name="connsiteY204" fmla="*/ 153541 h 524299"/>
                <a:gd name="connsiteX205" fmla="*/ 1998711 w 2915191"/>
                <a:gd name="connsiteY205" fmla="*/ 130557 h 524299"/>
                <a:gd name="connsiteX206" fmla="*/ 2008454 w 2915191"/>
                <a:gd name="connsiteY206" fmla="*/ 160256 h 524299"/>
                <a:gd name="connsiteX207" fmla="*/ 2018213 w 2915191"/>
                <a:gd name="connsiteY207" fmla="*/ 157509 h 524299"/>
                <a:gd name="connsiteX208" fmla="*/ 2027957 w 2915191"/>
                <a:gd name="connsiteY208" fmla="*/ 162789 h 524299"/>
                <a:gd name="connsiteX209" fmla="*/ 2037701 w 2915191"/>
                <a:gd name="connsiteY209" fmla="*/ 198915 h 524299"/>
                <a:gd name="connsiteX210" fmla="*/ 2047460 w 2915191"/>
                <a:gd name="connsiteY210" fmla="*/ 199260 h 524299"/>
                <a:gd name="connsiteX211" fmla="*/ 2057204 w 2915191"/>
                <a:gd name="connsiteY211" fmla="*/ 224578 h 524299"/>
                <a:gd name="connsiteX212" fmla="*/ 2066963 w 2915191"/>
                <a:gd name="connsiteY212" fmla="*/ 215249 h 524299"/>
                <a:gd name="connsiteX213" fmla="*/ 2076707 w 2915191"/>
                <a:gd name="connsiteY213" fmla="*/ 244033 h 524299"/>
                <a:gd name="connsiteX214" fmla="*/ 2086451 w 2915191"/>
                <a:gd name="connsiteY214" fmla="*/ 247240 h 524299"/>
                <a:gd name="connsiteX215" fmla="*/ 2096210 w 2915191"/>
                <a:gd name="connsiteY215" fmla="*/ 246536 h 524299"/>
                <a:gd name="connsiteX216" fmla="*/ 2105954 w 2915191"/>
                <a:gd name="connsiteY216" fmla="*/ 213039 h 524299"/>
                <a:gd name="connsiteX217" fmla="*/ 2115697 w 2915191"/>
                <a:gd name="connsiteY217" fmla="*/ 234730 h 524299"/>
                <a:gd name="connsiteX218" fmla="*/ 2125456 w 2915191"/>
                <a:gd name="connsiteY218" fmla="*/ 276562 h 524299"/>
                <a:gd name="connsiteX219" fmla="*/ 2135200 w 2915191"/>
                <a:gd name="connsiteY219" fmla="*/ 299040 h 524299"/>
                <a:gd name="connsiteX220" fmla="*/ 2144959 w 2915191"/>
                <a:gd name="connsiteY220" fmla="*/ 286218 h 524299"/>
                <a:gd name="connsiteX221" fmla="*/ 2154703 w 2915191"/>
                <a:gd name="connsiteY221" fmla="*/ 295935 h 524299"/>
                <a:gd name="connsiteX222" fmla="*/ 2164447 w 2915191"/>
                <a:gd name="connsiteY222" fmla="*/ 276494 h 524299"/>
                <a:gd name="connsiteX223" fmla="*/ 2174206 w 2915191"/>
                <a:gd name="connsiteY223" fmla="*/ 315711 h 524299"/>
                <a:gd name="connsiteX224" fmla="*/ 2183950 w 2915191"/>
                <a:gd name="connsiteY224" fmla="*/ 361856 h 524299"/>
                <a:gd name="connsiteX225" fmla="*/ 2193709 w 2915191"/>
                <a:gd name="connsiteY225" fmla="*/ 372169 h 524299"/>
                <a:gd name="connsiteX226" fmla="*/ 2203452 w 2915191"/>
                <a:gd name="connsiteY226" fmla="*/ 370615 h 524299"/>
                <a:gd name="connsiteX227" fmla="*/ 2213196 w 2915191"/>
                <a:gd name="connsiteY227" fmla="*/ 387457 h 524299"/>
                <a:gd name="connsiteX228" fmla="*/ 2222955 w 2915191"/>
                <a:gd name="connsiteY228" fmla="*/ 401423 h 524299"/>
                <a:gd name="connsiteX229" fmla="*/ 2232699 w 2915191"/>
                <a:gd name="connsiteY229" fmla="*/ 404165 h 524299"/>
                <a:gd name="connsiteX230" fmla="*/ 2242458 w 2915191"/>
                <a:gd name="connsiteY230" fmla="*/ 374578 h 524299"/>
                <a:gd name="connsiteX231" fmla="*/ 2252202 w 2915191"/>
                <a:gd name="connsiteY231" fmla="*/ 368443 h 524299"/>
                <a:gd name="connsiteX232" fmla="*/ 2261946 w 2915191"/>
                <a:gd name="connsiteY232" fmla="*/ 333527 h 524299"/>
                <a:gd name="connsiteX233" fmla="*/ 2271705 w 2915191"/>
                <a:gd name="connsiteY233" fmla="*/ 297458 h 524299"/>
                <a:gd name="connsiteX234" fmla="*/ 2281449 w 2915191"/>
                <a:gd name="connsiteY234" fmla="*/ 317549 h 524299"/>
                <a:gd name="connsiteX235" fmla="*/ 2291208 w 2915191"/>
                <a:gd name="connsiteY235" fmla="*/ 286421 h 524299"/>
                <a:gd name="connsiteX236" fmla="*/ 2300951 w 2915191"/>
                <a:gd name="connsiteY236" fmla="*/ 285329 h 524299"/>
                <a:gd name="connsiteX237" fmla="*/ 2310695 w 2915191"/>
                <a:gd name="connsiteY237" fmla="*/ 282666 h 524299"/>
                <a:gd name="connsiteX238" fmla="*/ 2320454 w 2915191"/>
                <a:gd name="connsiteY238" fmla="*/ 337378 h 524299"/>
                <a:gd name="connsiteX239" fmla="*/ 2330198 w 2915191"/>
                <a:gd name="connsiteY239" fmla="*/ 303699 h 524299"/>
                <a:gd name="connsiteX240" fmla="*/ 2339957 w 2915191"/>
                <a:gd name="connsiteY240" fmla="*/ 350932 h 524299"/>
                <a:gd name="connsiteX241" fmla="*/ 2349701 w 2915191"/>
                <a:gd name="connsiteY241" fmla="*/ 359433 h 524299"/>
                <a:gd name="connsiteX242" fmla="*/ 2359445 w 2915191"/>
                <a:gd name="connsiteY242" fmla="*/ 380971 h 524299"/>
                <a:gd name="connsiteX243" fmla="*/ 2369204 w 2915191"/>
                <a:gd name="connsiteY243" fmla="*/ 337849 h 524299"/>
                <a:gd name="connsiteX244" fmla="*/ 2378948 w 2915191"/>
                <a:gd name="connsiteY244" fmla="*/ 324688 h 524299"/>
                <a:gd name="connsiteX245" fmla="*/ 2388692 w 2915191"/>
                <a:gd name="connsiteY245" fmla="*/ 341885 h 524299"/>
                <a:gd name="connsiteX246" fmla="*/ 2398450 w 2915191"/>
                <a:gd name="connsiteY246" fmla="*/ 323055 h 524299"/>
                <a:gd name="connsiteX247" fmla="*/ 2408194 w 2915191"/>
                <a:gd name="connsiteY247" fmla="*/ 316930 h 524299"/>
                <a:gd name="connsiteX248" fmla="*/ 2417953 w 2915191"/>
                <a:gd name="connsiteY248" fmla="*/ 328567 h 524299"/>
                <a:gd name="connsiteX249" fmla="*/ 2427697 w 2915191"/>
                <a:gd name="connsiteY249" fmla="*/ 317086 h 524299"/>
                <a:gd name="connsiteX250" fmla="*/ 2437441 w 2915191"/>
                <a:gd name="connsiteY250" fmla="*/ 332217 h 524299"/>
                <a:gd name="connsiteX251" fmla="*/ 2447200 w 2915191"/>
                <a:gd name="connsiteY251" fmla="*/ 326949 h 524299"/>
                <a:gd name="connsiteX252" fmla="*/ 2456944 w 2915191"/>
                <a:gd name="connsiteY252" fmla="*/ 330850 h 524299"/>
                <a:gd name="connsiteX253" fmla="*/ 2466703 w 2915191"/>
                <a:gd name="connsiteY253" fmla="*/ 327694 h 524299"/>
                <a:gd name="connsiteX254" fmla="*/ 2476446 w 2915191"/>
                <a:gd name="connsiteY254" fmla="*/ 357431 h 524299"/>
                <a:gd name="connsiteX255" fmla="*/ 2486190 w 2915191"/>
                <a:gd name="connsiteY255" fmla="*/ 339941 h 524299"/>
                <a:gd name="connsiteX256" fmla="*/ 2495949 w 2915191"/>
                <a:gd name="connsiteY256" fmla="*/ 295489 h 524299"/>
                <a:gd name="connsiteX257" fmla="*/ 2505693 w 2915191"/>
                <a:gd name="connsiteY257" fmla="*/ 281409 h 524299"/>
                <a:gd name="connsiteX258" fmla="*/ 2515452 w 2915191"/>
                <a:gd name="connsiteY258" fmla="*/ 295424 h 524299"/>
                <a:gd name="connsiteX259" fmla="*/ 2525196 w 2915191"/>
                <a:gd name="connsiteY259" fmla="*/ 279547 h 524299"/>
                <a:gd name="connsiteX260" fmla="*/ 2534940 w 2915191"/>
                <a:gd name="connsiteY260" fmla="*/ 297829 h 524299"/>
                <a:gd name="connsiteX261" fmla="*/ 2544699 w 2915191"/>
                <a:gd name="connsiteY261" fmla="*/ 319120 h 524299"/>
                <a:gd name="connsiteX262" fmla="*/ 2554443 w 2915191"/>
                <a:gd name="connsiteY262" fmla="*/ 295524 h 524299"/>
                <a:gd name="connsiteX263" fmla="*/ 2564202 w 2915191"/>
                <a:gd name="connsiteY263" fmla="*/ 341255 h 524299"/>
                <a:gd name="connsiteX264" fmla="*/ 2573946 w 2915191"/>
                <a:gd name="connsiteY264" fmla="*/ 329381 h 524299"/>
                <a:gd name="connsiteX265" fmla="*/ 2583690 w 2915191"/>
                <a:gd name="connsiteY265" fmla="*/ 354080 h 524299"/>
                <a:gd name="connsiteX266" fmla="*/ 2593448 w 2915191"/>
                <a:gd name="connsiteY266" fmla="*/ 311454 h 524299"/>
                <a:gd name="connsiteX267" fmla="*/ 2603192 w 2915191"/>
                <a:gd name="connsiteY267" fmla="*/ 333754 h 524299"/>
                <a:gd name="connsiteX268" fmla="*/ 2612951 w 2915191"/>
                <a:gd name="connsiteY268" fmla="*/ 340699 h 524299"/>
                <a:gd name="connsiteX269" fmla="*/ 2622695 w 2915191"/>
                <a:gd name="connsiteY269" fmla="*/ 339877 h 524299"/>
                <a:gd name="connsiteX270" fmla="*/ 2632439 w 2915191"/>
                <a:gd name="connsiteY270" fmla="*/ 346935 h 524299"/>
                <a:gd name="connsiteX271" fmla="*/ 2642198 w 2915191"/>
                <a:gd name="connsiteY271" fmla="*/ 385137 h 524299"/>
                <a:gd name="connsiteX272" fmla="*/ 2651942 w 2915191"/>
                <a:gd name="connsiteY272" fmla="*/ 376946 h 524299"/>
                <a:gd name="connsiteX273" fmla="*/ 2661685 w 2915191"/>
                <a:gd name="connsiteY273" fmla="*/ 390942 h 524299"/>
                <a:gd name="connsiteX274" fmla="*/ 2671444 w 2915191"/>
                <a:gd name="connsiteY274" fmla="*/ 395668 h 524299"/>
                <a:gd name="connsiteX275" fmla="*/ 2681188 w 2915191"/>
                <a:gd name="connsiteY275" fmla="*/ 404965 h 524299"/>
                <a:gd name="connsiteX276" fmla="*/ 2690947 w 2915191"/>
                <a:gd name="connsiteY276" fmla="*/ 401875 h 524299"/>
                <a:gd name="connsiteX277" fmla="*/ 2700691 w 2915191"/>
                <a:gd name="connsiteY277" fmla="*/ 382405 h 524299"/>
                <a:gd name="connsiteX278" fmla="*/ 2710435 w 2915191"/>
                <a:gd name="connsiteY278" fmla="*/ 408581 h 524299"/>
                <a:gd name="connsiteX279" fmla="*/ 2720194 w 2915191"/>
                <a:gd name="connsiteY279" fmla="*/ 388702 h 524299"/>
                <a:gd name="connsiteX280" fmla="*/ 2729938 w 2915191"/>
                <a:gd name="connsiteY280" fmla="*/ 409689 h 524299"/>
                <a:gd name="connsiteX281" fmla="*/ 2739697 w 2915191"/>
                <a:gd name="connsiteY281" fmla="*/ 413494 h 524299"/>
                <a:gd name="connsiteX282" fmla="*/ 2749441 w 2915191"/>
                <a:gd name="connsiteY282" fmla="*/ 429488 h 524299"/>
                <a:gd name="connsiteX283" fmla="*/ 2759185 w 2915191"/>
                <a:gd name="connsiteY283" fmla="*/ 429727 h 524299"/>
                <a:gd name="connsiteX284" fmla="*/ 2768943 w 2915191"/>
                <a:gd name="connsiteY284" fmla="*/ 442929 h 524299"/>
                <a:gd name="connsiteX285" fmla="*/ 2778687 w 2915191"/>
                <a:gd name="connsiteY285" fmla="*/ 466571 h 524299"/>
                <a:gd name="connsiteX286" fmla="*/ 2788446 w 2915191"/>
                <a:gd name="connsiteY286" fmla="*/ 451964 h 524299"/>
                <a:gd name="connsiteX287" fmla="*/ 2798190 w 2915191"/>
                <a:gd name="connsiteY287" fmla="*/ 460043 h 524299"/>
                <a:gd name="connsiteX288" fmla="*/ 2807934 w 2915191"/>
                <a:gd name="connsiteY288" fmla="*/ 453453 h 524299"/>
                <a:gd name="connsiteX289" fmla="*/ 2817693 w 2915191"/>
                <a:gd name="connsiteY289" fmla="*/ 478809 h 524299"/>
                <a:gd name="connsiteX290" fmla="*/ 2827437 w 2915191"/>
                <a:gd name="connsiteY290" fmla="*/ 454347 h 524299"/>
                <a:gd name="connsiteX291" fmla="*/ 2837196 w 2915191"/>
                <a:gd name="connsiteY291" fmla="*/ 423866 h 524299"/>
                <a:gd name="connsiteX292" fmla="*/ 2846940 w 2915191"/>
                <a:gd name="connsiteY292" fmla="*/ 436384 h 524299"/>
                <a:gd name="connsiteX293" fmla="*/ 2856684 w 2915191"/>
                <a:gd name="connsiteY293" fmla="*/ 445567 h 524299"/>
                <a:gd name="connsiteX294" fmla="*/ 2866442 w 2915191"/>
                <a:gd name="connsiteY294" fmla="*/ 439316 h 524299"/>
                <a:gd name="connsiteX295" fmla="*/ 2876186 w 2915191"/>
                <a:gd name="connsiteY295" fmla="*/ 435199 h 524299"/>
                <a:gd name="connsiteX296" fmla="*/ 2885945 w 2915191"/>
                <a:gd name="connsiteY296" fmla="*/ 428659 h 524299"/>
                <a:gd name="connsiteX297" fmla="*/ 2895689 w 2915191"/>
                <a:gd name="connsiteY297" fmla="*/ 468484 h 524299"/>
                <a:gd name="connsiteX298" fmla="*/ 2905433 w 2915191"/>
                <a:gd name="connsiteY298" fmla="*/ 471842 h 524299"/>
                <a:gd name="connsiteX299" fmla="*/ 2915192 w 2915191"/>
                <a:gd name="connsiteY299" fmla="*/ 472554 h 524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24299">
                  <a:moveTo>
                    <a:pt x="0" y="452127"/>
                  </a:moveTo>
                  <a:lnTo>
                    <a:pt x="9750" y="461842"/>
                  </a:lnTo>
                  <a:lnTo>
                    <a:pt x="19500" y="474933"/>
                  </a:lnTo>
                  <a:lnTo>
                    <a:pt x="29250" y="487550"/>
                  </a:lnTo>
                  <a:lnTo>
                    <a:pt x="39000" y="448389"/>
                  </a:lnTo>
                  <a:lnTo>
                    <a:pt x="48749" y="441543"/>
                  </a:lnTo>
                  <a:lnTo>
                    <a:pt x="58499" y="434642"/>
                  </a:lnTo>
                  <a:lnTo>
                    <a:pt x="68249" y="395340"/>
                  </a:lnTo>
                  <a:lnTo>
                    <a:pt x="77998" y="406994"/>
                  </a:lnTo>
                  <a:lnTo>
                    <a:pt x="87748" y="415504"/>
                  </a:lnTo>
                  <a:lnTo>
                    <a:pt x="97497" y="438546"/>
                  </a:lnTo>
                  <a:lnTo>
                    <a:pt x="107247" y="433085"/>
                  </a:lnTo>
                  <a:lnTo>
                    <a:pt x="116997" y="417545"/>
                  </a:lnTo>
                  <a:lnTo>
                    <a:pt x="126747" y="446652"/>
                  </a:lnTo>
                  <a:lnTo>
                    <a:pt x="136497" y="469811"/>
                  </a:lnTo>
                  <a:lnTo>
                    <a:pt x="146247" y="453474"/>
                  </a:lnTo>
                  <a:lnTo>
                    <a:pt x="155997" y="482326"/>
                  </a:lnTo>
                  <a:lnTo>
                    <a:pt x="165747" y="478037"/>
                  </a:lnTo>
                  <a:lnTo>
                    <a:pt x="175497" y="466150"/>
                  </a:lnTo>
                  <a:lnTo>
                    <a:pt x="185247" y="476259"/>
                  </a:lnTo>
                  <a:lnTo>
                    <a:pt x="194996" y="477003"/>
                  </a:lnTo>
                  <a:lnTo>
                    <a:pt x="204746" y="468560"/>
                  </a:lnTo>
                  <a:lnTo>
                    <a:pt x="214495" y="503955"/>
                  </a:lnTo>
                  <a:lnTo>
                    <a:pt x="224245" y="492520"/>
                  </a:lnTo>
                  <a:lnTo>
                    <a:pt x="233995" y="508958"/>
                  </a:lnTo>
                  <a:lnTo>
                    <a:pt x="243744" y="498462"/>
                  </a:lnTo>
                  <a:lnTo>
                    <a:pt x="253494" y="512020"/>
                  </a:lnTo>
                  <a:lnTo>
                    <a:pt x="263244" y="492988"/>
                  </a:lnTo>
                  <a:lnTo>
                    <a:pt x="272994" y="498459"/>
                  </a:lnTo>
                  <a:lnTo>
                    <a:pt x="282744" y="524300"/>
                  </a:lnTo>
                  <a:lnTo>
                    <a:pt x="292494" y="517792"/>
                  </a:lnTo>
                  <a:lnTo>
                    <a:pt x="302244" y="492194"/>
                  </a:lnTo>
                  <a:lnTo>
                    <a:pt x="311994" y="487790"/>
                  </a:lnTo>
                  <a:lnTo>
                    <a:pt x="321744" y="481489"/>
                  </a:lnTo>
                  <a:lnTo>
                    <a:pt x="331493" y="485492"/>
                  </a:lnTo>
                  <a:lnTo>
                    <a:pt x="341243" y="469099"/>
                  </a:lnTo>
                  <a:lnTo>
                    <a:pt x="350993" y="448006"/>
                  </a:lnTo>
                  <a:lnTo>
                    <a:pt x="360742" y="419113"/>
                  </a:lnTo>
                  <a:lnTo>
                    <a:pt x="370492" y="391785"/>
                  </a:lnTo>
                  <a:lnTo>
                    <a:pt x="380241" y="367480"/>
                  </a:lnTo>
                  <a:lnTo>
                    <a:pt x="389991" y="370716"/>
                  </a:lnTo>
                  <a:lnTo>
                    <a:pt x="399741" y="342015"/>
                  </a:lnTo>
                  <a:lnTo>
                    <a:pt x="409491" y="359480"/>
                  </a:lnTo>
                  <a:lnTo>
                    <a:pt x="419241" y="333827"/>
                  </a:lnTo>
                  <a:lnTo>
                    <a:pt x="428991" y="306605"/>
                  </a:lnTo>
                  <a:lnTo>
                    <a:pt x="438741" y="334694"/>
                  </a:lnTo>
                  <a:lnTo>
                    <a:pt x="448491" y="310562"/>
                  </a:lnTo>
                  <a:lnTo>
                    <a:pt x="458241" y="289791"/>
                  </a:lnTo>
                  <a:lnTo>
                    <a:pt x="467991" y="267647"/>
                  </a:lnTo>
                  <a:lnTo>
                    <a:pt x="477740" y="253245"/>
                  </a:lnTo>
                  <a:lnTo>
                    <a:pt x="487490" y="255453"/>
                  </a:lnTo>
                  <a:lnTo>
                    <a:pt x="497239" y="222473"/>
                  </a:lnTo>
                  <a:lnTo>
                    <a:pt x="506989" y="243966"/>
                  </a:lnTo>
                  <a:lnTo>
                    <a:pt x="516738" y="253536"/>
                  </a:lnTo>
                  <a:lnTo>
                    <a:pt x="526488" y="255938"/>
                  </a:lnTo>
                  <a:lnTo>
                    <a:pt x="536238" y="216245"/>
                  </a:lnTo>
                  <a:lnTo>
                    <a:pt x="545988" y="250456"/>
                  </a:lnTo>
                  <a:lnTo>
                    <a:pt x="555738" y="271963"/>
                  </a:lnTo>
                  <a:lnTo>
                    <a:pt x="565488" y="262787"/>
                  </a:lnTo>
                  <a:lnTo>
                    <a:pt x="575238" y="234620"/>
                  </a:lnTo>
                  <a:lnTo>
                    <a:pt x="584988" y="226225"/>
                  </a:lnTo>
                  <a:lnTo>
                    <a:pt x="594738" y="227391"/>
                  </a:lnTo>
                  <a:lnTo>
                    <a:pt x="604488" y="213191"/>
                  </a:lnTo>
                  <a:lnTo>
                    <a:pt x="614237" y="181796"/>
                  </a:lnTo>
                  <a:lnTo>
                    <a:pt x="623987" y="178990"/>
                  </a:lnTo>
                  <a:lnTo>
                    <a:pt x="633736" y="181212"/>
                  </a:lnTo>
                  <a:lnTo>
                    <a:pt x="643486" y="156337"/>
                  </a:lnTo>
                  <a:lnTo>
                    <a:pt x="653236" y="132915"/>
                  </a:lnTo>
                  <a:lnTo>
                    <a:pt x="662985" y="126236"/>
                  </a:lnTo>
                  <a:lnTo>
                    <a:pt x="672735" y="99342"/>
                  </a:lnTo>
                  <a:lnTo>
                    <a:pt x="682485" y="121217"/>
                  </a:lnTo>
                  <a:lnTo>
                    <a:pt x="692235" y="139510"/>
                  </a:lnTo>
                  <a:lnTo>
                    <a:pt x="701985" y="152300"/>
                  </a:lnTo>
                  <a:lnTo>
                    <a:pt x="711735" y="120910"/>
                  </a:lnTo>
                  <a:lnTo>
                    <a:pt x="721485" y="131187"/>
                  </a:lnTo>
                  <a:lnTo>
                    <a:pt x="731235" y="121178"/>
                  </a:lnTo>
                  <a:lnTo>
                    <a:pt x="740985" y="167196"/>
                  </a:lnTo>
                  <a:lnTo>
                    <a:pt x="750734" y="170704"/>
                  </a:lnTo>
                  <a:lnTo>
                    <a:pt x="760484" y="184920"/>
                  </a:lnTo>
                  <a:lnTo>
                    <a:pt x="770233" y="172262"/>
                  </a:lnTo>
                  <a:lnTo>
                    <a:pt x="779983" y="155736"/>
                  </a:lnTo>
                  <a:lnTo>
                    <a:pt x="789733" y="122285"/>
                  </a:lnTo>
                  <a:lnTo>
                    <a:pt x="799482" y="108283"/>
                  </a:lnTo>
                  <a:lnTo>
                    <a:pt x="809232" y="104388"/>
                  </a:lnTo>
                  <a:lnTo>
                    <a:pt x="818982" y="79368"/>
                  </a:lnTo>
                  <a:lnTo>
                    <a:pt x="828732" y="66640"/>
                  </a:lnTo>
                  <a:lnTo>
                    <a:pt x="838482" y="76526"/>
                  </a:lnTo>
                  <a:lnTo>
                    <a:pt x="848232" y="78446"/>
                  </a:lnTo>
                  <a:lnTo>
                    <a:pt x="857982" y="90712"/>
                  </a:lnTo>
                  <a:lnTo>
                    <a:pt x="867732" y="84607"/>
                  </a:lnTo>
                  <a:lnTo>
                    <a:pt x="877482" y="80802"/>
                  </a:lnTo>
                  <a:lnTo>
                    <a:pt x="887231" y="105628"/>
                  </a:lnTo>
                  <a:lnTo>
                    <a:pt x="896981" y="125949"/>
                  </a:lnTo>
                  <a:lnTo>
                    <a:pt x="906730" y="99673"/>
                  </a:lnTo>
                  <a:lnTo>
                    <a:pt x="916480" y="93948"/>
                  </a:lnTo>
                  <a:lnTo>
                    <a:pt x="926230" y="87533"/>
                  </a:lnTo>
                  <a:lnTo>
                    <a:pt x="935979" y="90105"/>
                  </a:lnTo>
                  <a:lnTo>
                    <a:pt x="945729" y="64386"/>
                  </a:lnTo>
                  <a:lnTo>
                    <a:pt x="955479" y="84169"/>
                  </a:lnTo>
                  <a:lnTo>
                    <a:pt x="965229" y="76964"/>
                  </a:lnTo>
                  <a:lnTo>
                    <a:pt x="974979" y="135862"/>
                  </a:lnTo>
                  <a:lnTo>
                    <a:pt x="984729" y="150292"/>
                  </a:lnTo>
                  <a:lnTo>
                    <a:pt x="994474" y="196069"/>
                  </a:lnTo>
                  <a:lnTo>
                    <a:pt x="1004233" y="196386"/>
                  </a:lnTo>
                  <a:lnTo>
                    <a:pt x="1013977" y="208830"/>
                  </a:lnTo>
                  <a:lnTo>
                    <a:pt x="1023721" y="201866"/>
                  </a:lnTo>
                  <a:lnTo>
                    <a:pt x="1033480" y="195248"/>
                  </a:lnTo>
                  <a:lnTo>
                    <a:pt x="1043224" y="176031"/>
                  </a:lnTo>
                  <a:lnTo>
                    <a:pt x="1052983" y="176931"/>
                  </a:lnTo>
                  <a:lnTo>
                    <a:pt x="1062727" y="169859"/>
                  </a:lnTo>
                  <a:lnTo>
                    <a:pt x="1072471" y="147564"/>
                  </a:lnTo>
                  <a:lnTo>
                    <a:pt x="1082230" y="147492"/>
                  </a:lnTo>
                  <a:lnTo>
                    <a:pt x="1091973" y="122260"/>
                  </a:lnTo>
                  <a:lnTo>
                    <a:pt x="1101732" y="112039"/>
                  </a:lnTo>
                  <a:lnTo>
                    <a:pt x="1111476" y="115510"/>
                  </a:lnTo>
                  <a:lnTo>
                    <a:pt x="1121220" y="156585"/>
                  </a:lnTo>
                  <a:lnTo>
                    <a:pt x="1130979" y="157174"/>
                  </a:lnTo>
                  <a:lnTo>
                    <a:pt x="1140723" y="178487"/>
                  </a:lnTo>
                  <a:lnTo>
                    <a:pt x="1150482" y="154835"/>
                  </a:lnTo>
                  <a:lnTo>
                    <a:pt x="1160226" y="158226"/>
                  </a:lnTo>
                  <a:lnTo>
                    <a:pt x="1169969" y="189879"/>
                  </a:lnTo>
                  <a:lnTo>
                    <a:pt x="1179728" y="164528"/>
                  </a:lnTo>
                  <a:lnTo>
                    <a:pt x="1189472" y="166410"/>
                  </a:lnTo>
                  <a:lnTo>
                    <a:pt x="1199231" y="188564"/>
                  </a:lnTo>
                  <a:lnTo>
                    <a:pt x="1208975" y="201695"/>
                  </a:lnTo>
                  <a:lnTo>
                    <a:pt x="1218719" y="226043"/>
                  </a:lnTo>
                  <a:lnTo>
                    <a:pt x="1228478" y="251620"/>
                  </a:lnTo>
                  <a:lnTo>
                    <a:pt x="1238222" y="256236"/>
                  </a:lnTo>
                  <a:lnTo>
                    <a:pt x="1247966" y="266987"/>
                  </a:lnTo>
                  <a:lnTo>
                    <a:pt x="1257725" y="243491"/>
                  </a:lnTo>
                  <a:lnTo>
                    <a:pt x="1267469" y="193737"/>
                  </a:lnTo>
                  <a:lnTo>
                    <a:pt x="1277227" y="189008"/>
                  </a:lnTo>
                  <a:lnTo>
                    <a:pt x="1286971" y="198232"/>
                  </a:lnTo>
                  <a:lnTo>
                    <a:pt x="1296715" y="184209"/>
                  </a:lnTo>
                  <a:lnTo>
                    <a:pt x="1306474" y="169105"/>
                  </a:lnTo>
                  <a:lnTo>
                    <a:pt x="1316218" y="144216"/>
                  </a:lnTo>
                  <a:lnTo>
                    <a:pt x="1325977" y="138187"/>
                  </a:lnTo>
                  <a:lnTo>
                    <a:pt x="1335721" y="127155"/>
                  </a:lnTo>
                  <a:lnTo>
                    <a:pt x="1345465" y="151116"/>
                  </a:lnTo>
                  <a:lnTo>
                    <a:pt x="1355224" y="152120"/>
                  </a:lnTo>
                  <a:lnTo>
                    <a:pt x="1364967" y="137455"/>
                  </a:lnTo>
                  <a:lnTo>
                    <a:pt x="1374726" y="123735"/>
                  </a:lnTo>
                  <a:lnTo>
                    <a:pt x="1384470" y="145800"/>
                  </a:lnTo>
                  <a:lnTo>
                    <a:pt x="1394214" y="135859"/>
                  </a:lnTo>
                  <a:lnTo>
                    <a:pt x="1403973" y="139676"/>
                  </a:lnTo>
                  <a:lnTo>
                    <a:pt x="1413717" y="128647"/>
                  </a:lnTo>
                  <a:lnTo>
                    <a:pt x="1423476" y="112912"/>
                  </a:lnTo>
                  <a:lnTo>
                    <a:pt x="1433220" y="110314"/>
                  </a:lnTo>
                  <a:lnTo>
                    <a:pt x="1442964" y="113129"/>
                  </a:lnTo>
                  <a:lnTo>
                    <a:pt x="1452722" y="110178"/>
                  </a:lnTo>
                  <a:lnTo>
                    <a:pt x="1462466" y="123748"/>
                  </a:lnTo>
                  <a:lnTo>
                    <a:pt x="1472225" y="143783"/>
                  </a:lnTo>
                  <a:lnTo>
                    <a:pt x="1481969" y="137360"/>
                  </a:lnTo>
                  <a:lnTo>
                    <a:pt x="1491713" y="107077"/>
                  </a:lnTo>
                  <a:lnTo>
                    <a:pt x="1501472" y="109463"/>
                  </a:lnTo>
                  <a:lnTo>
                    <a:pt x="1511216" y="111587"/>
                  </a:lnTo>
                  <a:lnTo>
                    <a:pt x="1520960" y="101385"/>
                  </a:lnTo>
                  <a:lnTo>
                    <a:pt x="1530719" y="143625"/>
                  </a:lnTo>
                  <a:lnTo>
                    <a:pt x="1540463" y="143483"/>
                  </a:lnTo>
                  <a:lnTo>
                    <a:pt x="1550221" y="105930"/>
                  </a:lnTo>
                  <a:lnTo>
                    <a:pt x="1559965" y="109384"/>
                  </a:lnTo>
                  <a:lnTo>
                    <a:pt x="1569709" y="95823"/>
                  </a:lnTo>
                  <a:lnTo>
                    <a:pt x="1579468" y="95771"/>
                  </a:lnTo>
                  <a:lnTo>
                    <a:pt x="1589212" y="69194"/>
                  </a:lnTo>
                  <a:lnTo>
                    <a:pt x="1598971" y="74064"/>
                  </a:lnTo>
                  <a:lnTo>
                    <a:pt x="1608715" y="85708"/>
                  </a:lnTo>
                  <a:lnTo>
                    <a:pt x="1618459" y="55587"/>
                  </a:lnTo>
                  <a:lnTo>
                    <a:pt x="1628218" y="32107"/>
                  </a:lnTo>
                  <a:lnTo>
                    <a:pt x="1637962" y="44575"/>
                  </a:lnTo>
                  <a:lnTo>
                    <a:pt x="1647720" y="46386"/>
                  </a:lnTo>
                  <a:lnTo>
                    <a:pt x="1657464" y="30823"/>
                  </a:lnTo>
                  <a:lnTo>
                    <a:pt x="1667208" y="23555"/>
                  </a:lnTo>
                  <a:lnTo>
                    <a:pt x="1676967" y="36470"/>
                  </a:lnTo>
                  <a:lnTo>
                    <a:pt x="1686711" y="48164"/>
                  </a:lnTo>
                  <a:lnTo>
                    <a:pt x="1696470" y="58939"/>
                  </a:lnTo>
                  <a:lnTo>
                    <a:pt x="1706214" y="64015"/>
                  </a:lnTo>
                  <a:lnTo>
                    <a:pt x="1715958" y="83567"/>
                  </a:lnTo>
                  <a:lnTo>
                    <a:pt x="1725716" y="50214"/>
                  </a:lnTo>
                  <a:lnTo>
                    <a:pt x="1735460" y="47458"/>
                  </a:lnTo>
                  <a:lnTo>
                    <a:pt x="1745219" y="45078"/>
                  </a:lnTo>
                  <a:lnTo>
                    <a:pt x="1754963" y="43329"/>
                  </a:lnTo>
                  <a:lnTo>
                    <a:pt x="1764707" y="17275"/>
                  </a:lnTo>
                  <a:lnTo>
                    <a:pt x="1774466" y="54173"/>
                  </a:lnTo>
                  <a:lnTo>
                    <a:pt x="1784210" y="73523"/>
                  </a:lnTo>
                  <a:lnTo>
                    <a:pt x="1793969" y="18299"/>
                  </a:lnTo>
                  <a:lnTo>
                    <a:pt x="1803713" y="4695"/>
                  </a:lnTo>
                  <a:lnTo>
                    <a:pt x="1813457" y="0"/>
                  </a:lnTo>
                  <a:lnTo>
                    <a:pt x="1823215" y="7682"/>
                  </a:lnTo>
                  <a:lnTo>
                    <a:pt x="1832959" y="33609"/>
                  </a:lnTo>
                  <a:lnTo>
                    <a:pt x="1842703" y="46875"/>
                  </a:lnTo>
                  <a:lnTo>
                    <a:pt x="1852462" y="40930"/>
                  </a:lnTo>
                  <a:lnTo>
                    <a:pt x="1862206" y="63607"/>
                  </a:lnTo>
                  <a:lnTo>
                    <a:pt x="1871965" y="98660"/>
                  </a:lnTo>
                  <a:lnTo>
                    <a:pt x="1881709" y="77075"/>
                  </a:lnTo>
                  <a:lnTo>
                    <a:pt x="1891453" y="91364"/>
                  </a:lnTo>
                  <a:lnTo>
                    <a:pt x="1901212" y="74952"/>
                  </a:lnTo>
                  <a:lnTo>
                    <a:pt x="1910956" y="107438"/>
                  </a:lnTo>
                  <a:lnTo>
                    <a:pt x="1920714" y="97001"/>
                  </a:lnTo>
                  <a:lnTo>
                    <a:pt x="1930458" y="159410"/>
                  </a:lnTo>
                  <a:lnTo>
                    <a:pt x="1940202" y="177302"/>
                  </a:lnTo>
                  <a:lnTo>
                    <a:pt x="1949961" y="160605"/>
                  </a:lnTo>
                  <a:lnTo>
                    <a:pt x="1959705" y="160104"/>
                  </a:lnTo>
                  <a:lnTo>
                    <a:pt x="1969464" y="142688"/>
                  </a:lnTo>
                  <a:lnTo>
                    <a:pt x="1979208" y="179409"/>
                  </a:lnTo>
                  <a:lnTo>
                    <a:pt x="1988952" y="153541"/>
                  </a:lnTo>
                  <a:lnTo>
                    <a:pt x="1998711" y="130557"/>
                  </a:lnTo>
                  <a:lnTo>
                    <a:pt x="2008454" y="160256"/>
                  </a:lnTo>
                  <a:lnTo>
                    <a:pt x="2018213" y="157509"/>
                  </a:lnTo>
                  <a:lnTo>
                    <a:pt x="2027957" y="162789"/>
                  </a:lnTo>
                  <a:lnTo>
                    <a:pt x="2037701" y="198915"/>
                  </a:lnTo>
                  <a:lnTo>
                    <a:pt x="2047460" y="199260"/>
                  </a:lnTo>
                  <a:lnTo>
                    <a:pt x="2057204" y="224578"/>
                  </a:lnTo>
                  <a:lnTo>
                    <a:pt x="2066963" y="215249"/>
                  </a:lnTo>
                  <a:lnTo>
                    <a:pt x="2076707" y="244033"/>
                  </a:lnTo>
                  <a:lnTo>
                    <a:pt x="2086451" y="247240"/>
                  </a:lnTo>
                  <a:lnTo>
                    <a:pt x="2096210" y="246536"/>
                  </a:lnTo>
                  <a:lnTo>
                    <a:pt x="2105954" y="213039"/>
                  </a:lnTo>
                  <a:lnTo>
                    <a:pt x="2115697" y="234730"/>
                  </a:lnTo>
                  <a:lnTo>
                    <a:pt x="2125456" y="276562"/>
                  </a:lnTo>
                  <a:lnTo>
                    <a:pt x="2135200" y="299040"/>
                  </a:lnTo>
                  <a:lnTo>
                    <a:pt x="2144959" y="286218"/>
                  </a:lnTo>
                  <a:lnTo>
                    <a:pt x="2154703" y="295935"/>
                  </a:lnTo>
                  <a:lnTo>
                    <a:pt x="2164447" y="276494"/>
                  </a:lnTo>
                  <a:lnTo>
                    <a:pt x="2174206" y="315711"/>
                  </a:lnTo>
                  <a:lnTo>
                    <a:pt x="2183950" y="361856"/>
                  </a:lnTo>
                  <a:lnTo>
                    <a:pt x="2193709" y="372169"/>
                  </a:lnTo>
                  <a:lnTo>
                    <a:pt x="2203452" y="370615"/>
                  </a:lnTo>
                  <a:lnTo>
                    <a:pt x="2213196" y="387457"/>
                  </a:lnTo>
                  <a:lnTo>
                    <a:pt x="2222955" y="401423"/>
                  </a:lnTo>
                  <a:lnTo>
                    <a:pt x="2232699" y="404165"/>
                  </a:lnTo>
                  <a:lnTo>
                    <a:pt x="2242458" y="374578"/>
                  </a:lnTo>
                  <a:lnTo>
                    <a:pt x="2252202" y="368443"/>
                  </a:lnTo>
                  <a:lnTo>
                    <a:pt x="2261946" y="333527"/>
                  </a:lnTo>
                  <a:lnTo>
                    <a:pt x="2271705" y="297458"/>
                  </a:lnTo>
                  <a:lnTo>
                    <a:pt x="2281449" y="317549"/>
                  </a:lnTo>
                  <a:lnTo>
                    <a:pt x="2291208" y="286421"/>
                  </a:lnTo>
                  <a:lnTo>
                    <a:pt x="2300951" y="285329"/>
                  </a:lnTo>
                  <a:lnTo>
                    <a:pt x="2310695" y="282666"/>
                  </a:lnTo>
                  <a:lnTo>
                    <a:pt x="2320454" y="337378"/>
                  </a:lnTo>
                  <a:lnTo>
                    <a:pt x="2330198" y="303699"/>
                  </a:lnTo>
                  <a:lnTo>
                    <a:pt x="2339957" y="350932"/>
                  </a:lnTo>
                  <a:lnTo>
                    <a:pt x="2349701" y="359433"/>
                  </a:lnTo>
                  <a:lnTo>
                    <a:pt x="2359445" y="380971"/>
                  </a:lnTo>
                  <a:lnTo>
                    <a:pt x="2369204" y="337849"/>
                  </a:lnTo>
                  <a:lnTo>
                    <a:pt x="2378948" y="324688"/>
                  </a:lnTo>
                  <a:lnTo>
                    <a:pt x="2388692" y="341885"/>
                  </a:lnTo>
                  <a:lnTo>
                    <a:pt x="2398450" y="323055"/>
                  </a:lnTo>
                  <a:lnTo>
                    <a:pt x="2408194" y="316930"/>
                  </a:lnTo>
                  <a:lnTo>
                    <a:pt x="2417953" y="328567"/>
                  </a:lnTo>
                  <a:lnTo>
                    <a:pt x="2427697" y="317086"/>
                  </a:lnTo>
                  <a:lnTo>
                    <a:pt x="2437441" y="332217"/>
                  </a:lnTo>
                  <a:lnTo>
                    <a:pt x="2447200" y="326949"/>
                  </a:lnTo>
                  <a:lnTo>
                    <a:pt x="2456944" y="330850"/>
                  </a:lnTo>
                  <a:lnTo>
                    <a:pt x="2466703" y="327694"/>
                  </a:lnTo>
                  <a:lnTo>
                    <a:pt x="2476446" y="357431"/>
                  </a:lnTo>
                  <a:lnTo>
                    <a:pt x="2486190" y="339941"/>
                  </a:lnTo>
                  <a:lnTo>
                    <a:pt x="2495949" y="295489"/>
                  </a:lnTo>
                  <a:lnTo>
                    <a:pt x="2505693" y="281409"/>
                  </a:lnTo>
                  <a:lnTo>
                    <a:pt x="2515452" y="295424"/>
                  </a:lnTo>
                  <a:lnTo>
                    <a:pt x="2525196" y="279547"/>
                  </a:lnTo>
                  <a:lnTo>
                    <a:pt x="2534940" y="297829"/>
                  </a:lnTo>
                  <a:lnTo>
                    <a:pt x="2544699" y="319120"/>
                  </a:lnTo>
                  <a:lnTo>
                    <a:pt x="2554443" y="295524"/>
                  </a:lnTo>
                  <a:lnTo>
                    <a:pt x="2564202" y="341255"/>
                  </a:lnTo>
                  <a:lnTo>
                    <a:pt x="2573946" y="329381"/>
                  </a:lnTo>
                  <a:lnTo>
                    <a:pt x="2583690" y="354080"/>
                  </a:lnTo>
                  <a:lnTo>
                    <a:pt x="2593448" y="311454"/>
                  </a:lnTo>
                  <a:lnTo>
                    <a:pt x="2603192" y="333754"/>
                  </a:lnTo>
                  <a:lnTo>
                    <a:pt x="2612951" y="340699"/>
                  </a:lnTo>
                  <a:lnTo>
                    <a:pt x="2622695" y="339877"/>
                  </a:lnTo>
                  <a:lnTo>
                    <a:pt x="2632439" y="346935"/>
                  </a:lnTo>
                  <a:lnTo>
                    <a:pt x="2642198" y="385137"/>
                  </a:lnTo>
                  <a:lnTo>
                    <a:pt x="2651942" y="376946"/>
                  </a:lnTo>
                  <a:lnTo>
                    <a:pt x="2661685" y="390942"/>
                  </a:lnTo>
                  <a:lnTo>
                    <a:pt x="2671444" y="395668"/>
                  </a:lnTo>
                  <a:lnTo>
                    <a:pt x="2681188" y="404965"/>
                  </a:lnTo>
                  <a:lnTo>
                    <a:pt x="2690947" y="401875"/>
                  </a:lnTo>
                  <a:lnTo>
                    <a:pt x="2700691" y="382405"/>
                  </a:lnTo>
                  <a:lnTo>
                    <a:pt x="2710435" y="408581"/>
                  </a:lnTo>
                  <a:lnTo>
                    <a:pt x="2720194" y="388702"/>
                  </a:lnTo>
                  <a:lnTo>
                    <a:pt x="2729938" y="409689"/>
                  </a:lnTo>
                  <a:lnTo>
                    <a:pt x="2739697" y="413494"/>
                  </a:lnTo>
                  <a:lnTo>
                    <a:pt x="2749441" y="429488"/>
                  </a:lnTo>
                  <a:lnTo>
                    <a:pt x="2759185" y="429727"/>
                  </a:lnTo>
                  <a:lnTo>
                    <a:pt x="2768943" y="442929"/>
                  </a:lnTo>
                  <a:lnTo>
                    <a:pt x="2778687" y="466571"/>
                  </a:lnTo>
                  <a:lnTo>
                    <a:pt x="2788446" y="451964"/>
                  </a:lnTo>
                  <a:lnTo>
                    <a:pt x="2798190" y="460043"/>
                  </a:lnTo>
                  <a:lnTo>
                    <a:pt x="2807934" y="453453"/>
                  </a:lnTo>
                  <a:lnTo>
                    <a:pt x="2817693" y="478809"/>
                  </a:lnTo>
                  <a:lnTo>
                    <a:pt x="2827437" y="454347"/>
                  </a:lnTo>
                  <a:lnTo>
                    <a:pt x="2837196" y="423866"/>
                  </a:lnTo>
                  <a:lnTo>
                    <a:pt x="2846940" y="436384"/>
                  </a:lnTo>
                  <a:lnTo>
                    <a:pt x="2856684" y="445567"/>
                  </a:lnTo>
                  <a:lnTo>
                    <a:pt x="2866442" y="439316"/>
                  </a:lnTo>
                  <a:lnTo>
                    <a:pt x="2876186" y="435199"/>
                  </a:lnTo>
                  <a:lnTo>
                    <a:pt x="2885945" y="428659"/>
                  </a:lnTo>
                  <a:lnTo>
                    <a:pt x="2895689" y="468484"/>
                  </a:lnTo>
                  <a:lnTo>
                    <a:pt x="2905433" y="471842"/>
                  </a:lnTo>
                  <a:lnTo>
                    <a:pt x="2915192" y="47255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0" name="Freeform 1049">
              <a:extLst>
                <a:ext uri="{FF2B5EF4-FFF2-40B4-BE49-F238E27FC236}">
                  <a16:creationId xmlns:a16="http://schemas.microsoft.com/office/drawing/2014/main" id="{5C798A3F-49C4-509A-F4AA-C73EA4714555}"/>
                </a:ext>
              </a:extLst>
            </p:cNvPr>
            <p:cNvSpPr/>
            <p:nvPr/>
          </p:nvSpPr>
          <p:spPr>
            <a:xfrm>
              <a:off x="4426652" y="3304169"/>
              <a:ext cx="2915191" cy="553736"/>
            </a:xfrm>
            <a:custGeom>
              <a:avLst/>
              <a:gdLst>
                <a:gd name="connsiteX0" fmla="*/ 0 w 2915191"/>
                <a:gd name="connsiteY0" fmla="*/ 22690 h 553736"/>
                <a:gd name="connsiteX1" fmla="*/ 9750 w 2915191"/>
                <a:gd name="connsiteY1" fmla="*/ 15984 h 553736"/>
                <a:gd name="connsiteX2" fmla="*/ 19500 w 2915191"/>
                <a:gd name="connsiteY2" fmla="*/ 18421 h 553736"/>
                <a:gd name="connsiteX3" fmla="*/ 29250 w 2915191"/>
                <a:gd name="connsiteY3" fmla="*/ 0 h 553736"/>
                <a:gd name="connsiteX4" fmla="*/ 39000 w 2915191"/>
                <a:gd name="connsiteY4" fmla="*/ 3486 h 553736"/>
                <a:gd name="connsiteX5" fmla="*/ 48749 w 2915191"/>
                <a:gd name="connsiteY5" fmla="*/ 10256 h 553736"/>
                <a:gd name="connsiteX6" fmla="*/ 58499 w 2915191"/>
                <a:gd name="connsiteY6" fmla="*/ 18040 h 553736"/>
                <a:gd name="connsiteX7" fmla="*/ 68249 w 2915191"/>
                <a:gd name="connsiteY7" fmla="*/ 25361 h 553736"/>
                <a:gd name="connsiteX8" fmla="*/ 77998 w 2915191"/>
                <a:gd name="connsiteY8" fmla="*/ 34205 h 553736"/>
                <a:gd name="connsiteX9" fmla="*/ 87748 w 2915191"/>
                <a:gd name="connsiteY9" fmla="*/ 72825 h 553736"/>
                <a:gd name="connsiteX10" fmla="*/ 97497 w 2915191"/>
                <a:gd name="connsiteY10" fmla="*/ 69937 h 553736"/>
                <a:gd name="connsiteX11" fmla="*/ 107247 w 2915191"/>
                <a:gd name="connsiteY11" fmla="*/ 47203 h 553736"/>
                <a:gd name="connsiteX12" fmla="*/ 116997 w 2915191"/>
                <a:gd name="connsiteY12" fmla="*/ 52203 h 553736"/>
                <a:gd name="connsiteX13" fmla="*/ 126747 w 2915191"/>
                <a:gd name="connsiteY13" fmla="*/ 46349 h 553736"/>
                <a:gd name="connsiteX14" fmla="*/ 136497 w 2915191"/>
                <a:gd name="connsiteY14" fmla="*/ 53881 h 553736"/>
                <a:gd name="connsiteX15" fmla="*/ 146247 w 2915191"/>
                <a:gd name="connsiteY15" fmla="*/ 64395 h 553736"/>
                <a:gd name="connsiteX16" fmla="*/ 155997 w 2915191"/>
                <a:gd name="connsiteY16" fmla="*/ 65123 h 553736"/>
                <a:gd name="connsiteX17" fmla="*/ 165747 w 2915191"/>
                <a:gd name="connsiteY17" fmla="*/ 61828 h 553736"/>
                <a:gd name="connsiteX18" fmla="*/ 175497 w 2915191"/>
                <a:gd name="connsiteY18" fmla="*/ 45814 h 553736"/>
                <a:gd name="connsiteX19" fmla="*/ 185247 w 2915191"/>
                <a:gd name="connsiteY19" fmla="*/ 41289 h 553736"/>
                <a:gd name="connsiteX20" fmla="*/ 194996 w 2915191"/>
                <a:gd name="connsiteY20" fmla="*/ 67774 h 553736"/>
                <a:gd name="connsiteX21" fmla="*/ 204746 w 2915191"/>
                <a:gd name="connsiteY21" fmla="*/ 86730 h 553736"/>
                <a:gd name="connsiteX22" fmla="*/ 214495 w 2915191"/>
                <a:gd name="connsiteY22" fmla="*/ 64527 h 553736"/>
                <a:gd name="connsiteX23" fmla="*/ 224245 w 2915191"/>
                <a:gd name="connsiteY23" fmla="*/ 93501 h 553736"/>
                <a:gd name="connsiteX24" fmla="*/ 233995 w 2915191"/>
                <a:gd name="connsiteY24" fmla="*/ 81022 h 553736"/>
                <a:gd name="connsiteX25" fmla="*/ 243744 w 2915191"/>
                <a:gd name="connsiteY25" fmla="*/ 90204 h 553736"/>
                <a:gd name="connsiteX26" fmla="*/ 253494 w 2915191"/>
                <a:gd name="connsiteY26" fmla="*/ 107977 h 553736"/>
                <a:gd name="connsiteX27" fmla="*/ 263244 w 2915191"/>
                <a:gd name="connsiteY27" fmla="*/ 119086 h 553736"/>
                <a:gd name="connsiteX28" fmla="*/ 272994 w 2915191"/>
                <a:gd name="connsiteY28" fmla="*/ 123627 h 553736"/>
                <a:gd name="connsiteX29" fmla="*/ 282744 w 2915191"/>
                <a:gd name="connsiteY29" fmla="*/ 126042 h 553736"/>
                <a:gd name="connsiteX30" fmla="*/ 292494 w 2915191"/>
                <a:gd name="connsiteY30" fmla="*/ 149046 h 553736"/>
                <a:gd name="connsiteX31" fmla="*/ 302244 w 2915191"/>
                <a:gd name="connsiteY31" fmla="*/ 171340 h 553736"/>
                <a:gd name="connsiteX32" fmla="*/ 311994 w 2915191"/>
                <a:gd name="connsiteY32" fmla="*/ 158565 h 553736"/>
                <a:gd name="connsiteX33" fmla="*/ 321744 w 2915191"/>
                <a:gd name="connsiteY33" fmla="*/ 141460 h 553736"/>
                <a:gd name="connsiteX34" fmla="*/ 331493 w 2915191"/>
                <a:gd name="connsiteY34" fmla="*/ 130816 h 553736"/>
                <a:gd name="connsiteX35" fmla="*/ 341243 w 2915191"/>
                <a:gd name="connsiteY35" fmla="*/ 116257 h 553736"/>
                <a:gd name="connsiteX36" fmla="*/ 350993 w 2915191"/>
                <a:gd name="connsiteY36" fmla="*/ 108153 h 553736"/>
                <a:gd name="connsiteX37" fmla="*/ 360742 w 2915191"/>
                <a:gd name="connsiteY37" fmla="*/ 97536 h 553736"/>
                <a:gd name="connsiteX38" fmla="*/ 370492 w 2915191"/>
                <a:gd name="connsiteY38" fmla="*/ 93861 h 553736"/>
                <a:gd name="connsiteX39" fmla="*/ 380241 w 2915191"/>
                <a:gd name="connsiteY39" fmla="*/ 65661 h 553736"/>
                <a:gd name="connsiteX40" fmla="*/ 389991 w 2915191"/>
                <a:gd name="connsiteY40" fmla="*/ 56963 h 553736"/>
                <a:gd name="connsiteX41" fmla="*/ 399741 w 2915191"/>
                <a:gd name="connsiteY41" fmla="*/ 78342 h 553736"/>
                <a:gd name="connsiteX42" fmla="*/ 409491 w 2915191"/>
                <a:gd name="connsiteY42" fmla="*/ 88175 h 553736"/>
                <a:gd name="connsiteX43" fmla="*/ 419241 w 2915191"/>
                <a:gd name="connsiteY43" fmla="*/ 81247 h 553736"/>
                <a:gd name="connsiteX44" fmla="*/ 428991 w 2915191"/>
                <a:gd name="connsiteY44" fmla="*/ 86155 h 553736"/>
                <a:gd name="connsiteX45" fmla="*/ 438741 w 2915191"/>
                <a:gd name="connsiteY45" fmla="*/ 63014 h 553736"/>
                <a:gd name="connsiteX46" fmla="*/ 448491 w 2915191"/>
                <a:gd name="connsiteY46" fmla="*/ 57722 h 553736"/>
                <a:gd name="connsiteX47" fmla="*/ 458241 w 2915191"/>
                <a:gd name="connsiteY47" fmla="*/ 98616 h 553736"/>
                <a:gd name="connsiteX48" fmla="*/ 467991 w 2915191"/>
                <a:gd name="connsiteY48" fmla="*/ 79027 h 553736"/>
                <a:gd name="connsiteX49" fmla="*/ 477740 w 2915191"/>
                <a:gd name="connsiteY49" fmla="*/ 108837 h 553736"/>
                <a:gd name="connsiteX50" fmla="*/ 487490 w 2915191"/>
                <a:gd name="connsiteY50" fmla="*/ 105732 h 553736"/>
                <a:gd name="connsiteX51" fmla="*/ 497239 w 2915191"/>
                <a:gd name="connsiteY51" fmla="*/ 125393 h 553736"/>
                <a:gd name="connsiteX52" fmla="*/ 506989 w 2915191"/>
                <a:gd name="connsiteY52" fmla="*/ 117291 h 553736"/>
                <a:gd name="connsiteX53" fmla="*/ 516738 w 2915191"/>
                <a:gd name="connsiteY53" fmla="*/ 101793 h 553736"/>
                <a:gd name="connsiteX54" fmla="*/ 526488 w 2915191"/>
                <a:gd name="connsiteY54" fmla="*/ 93002 h 553736"/>
                <a:gd name="connsiteX55" fmla="*/ 536238 w 2915191"/>
                <a:gd name="connsiteY55" fmla="*/ 95140 h 553736"/>
                <a:gd name="connsiteX56" fmla="*/ 545988 w 2915191"/>
                <a:gd name="connsiteY56" fmla="*/ 140549 h 553736"/>
                <a:gd name="connsiteX57" fmla="*/ 555738 w 2915191"/>
                <a:gd name="connsiteY57" fmla="*/ 147446 h 553736"/>
                <a:gd name="connsiteX58" fmla="*/ 565488 w 2915191"/>
                <a:gd name="connsiteY58" fmla="*/ 177292 h 553736"/>
                <a:gd name="connsiteX59" fmla="*/ 575238 w 2915191"/>
                <a:gd name="connsiteY59" fmla="*/ 155872 h 553736"/>
                <a:gd name="connsiteX60" fmla="*/ 584988 w 2915191"/>
                <a:gd name="connsiteY60" fmla="*/ 112134 h 553736"/>
                <a:gd name="connsiteX61" fmla="*/ 594738 w 2915191"/>
                <a:gd name="connsiteY61" fmla="*/ 135237 h 553736"/>
                <a:gd name="connsiteX62" fmla="*/ 604488 w 2915191"/>
                <a:gd name="connsiteY62" fmla="*/ 123505 h 553736"/>
                <a:gd name="connsiteX63" fmla="*/ 614237 w 2915191"/>
                <a:gd name="connsiteY63" fmla="*/ 127553 h 553736"/>
                <a:gd name="connsiteX64" fmla="*/ 623987 w 2915191"/>
                <a:gd name="connsiteY64" fmla="*/ 129627 h 553736"/>
                <a:gd name="connsiteX65" fmla="*/ 633736 w 2915191"/>
                <a:gd name="connsiteY65" fmla="*/ 117109 h 553736"/>
                <a:gd name="connsiteX66" fmla="*/ 643486 w 2915191"/>
                <a:gd name="connsiteY66" fmla="*/ 90811 h 553736"/>
                <a:gd name="connsiteX67" fmla="*/ 653236 w 2915191"/>
                <a:gd name="connsiteY67" fmla="*/ 85963 h 553736"/>
                <a:gd name="connsiteX68" fmla="*/ 662985 w 2915191"/>
                <a:gd name="connsiteY68" fmla="*/ 103232 h 553736"/>
                <a:gd name="connsiteX69" fmla="*/ 672735 w 2915191"/>
                <a:gd name="connsiteY69" fmla="*/ 107083 h 553736"/>
                <a:gd name="connsiteX70" fmla="*/ 682485 w 2915191"/>
                <a:gd name="connsiteY70" fmla="*/ 109210 h 553736"/>
                <a:gd name="connsiteX71" fmla="*/ 692235 w 2915191"/>
                <a:gd name="connsiteY71" fmla="*/ 126019 h 553736"/>
                <a:gd name="connsiteX72" fmla="*/ 701985 w 2915191"/>
                <a:gd name="connsiteY72" fmla="*/ 113918 h 553736"/>
                <a:gd name="connsiteX73" fmla="*/ 711735 w 2915191"/>
                <a:gd name="connsiteY73" fmla="*/ 117161 h 553736"/>
                <a:gd name="connsiteX74" fmla="*/ 721485 w 2915191"/>
                <a:gd name="connsiteY74" fmla="*/ 128545 h 553736"/>
                <a:gd name="connsiteX75" fmla="*/ 731235 w 2915191"/>
                <a:gd name="connsiteY75" fmla="*/ 109597 h 553736"/>
                <a:gd name="connsiteX76" fmla="*/ 740985 w 2915191"/>
                <a:gd name="connsiteY76" fmla="*/ 97232 h 553736"/>
                <a:gd name="connsiteX77" fmla="*/ 750734 w 2915191"/>
                <a:gd name="connsiteY77" fmla="*/ 119739 h 553736"/>
                <a:gd name="connsiteX78" fmla="*/ 760484 w 2915191"/>
                <a:gd name="connsiteY78" fmla="*/ 65628 h 553736"/>
                <a:gd name="connsiteX79" fmla="*/ 770233 w 2915191"/>
                <a:gd name="connsiteY79" fmla="*/ 55582 h 553736"/>
                <a:gd name="connsiteX80" fmla="*/ 779983 w 2915191"/>
                <a:gd name="connsiteY80" fmla="*/ 68340 h 553736"/>
                <a:gd name="connsiteX81" fmla="*/ 789733 w 2915191"/>
                <a:gd name="connsiteY81" fmla="*/ 63045 h 553736"/>
                <a:gd name="connsiteX82" fmla="*/ 799482 w 2915191"/>
                <a:gd name="connsiteY82" fmla="*/ 71259 h 553736"/>
                <a:gd name="connsiteX83" fmla="*/ 809232 w 2915191"/>
                <a:gd name="connsiteY83" fmla="*/ 72096 h 553736"/>
                <a:gd name="connsiteX84" fmla="*/ 818982 w 2915191"/>
                <a:gd name="connsiteY84" fmla="*/ 64201 h 553736"/>
                <a:gd name="connsiteX85" fmla="*/ 828732 w 2915191"/>
                <a:gd name="connsiteY85" fmla="*/ 55815 h 553736"/>
                <a:gd name="connsiteX86" fmla="*/ 838482 w 2915191"/>
                <a:gd name="connsiteY86" fmla="*/ 53101 h 553736"/>
                <a:gd name="connsiteX87" fmla="*/ 848232 w 2915191"/>
                <a:gd name="connsiteY87" fmla="*/ 65929 h 553736"/>
                <a:gd name="connsiteX88" fmla="*/ 857982 w 2915191"/>
                <a:gd name="connsiteY88" fmla="*/ 51442 h 553736"/>
                <a:gd name="connsiteX89" fmla="*/ 867732 w 2915191"/>
                <a:gd name="connsiteY89" fmla="*/ 105327 h 553736"/>
                <a:gd name="connsiteX90" fmla="*/ 877482 w 2915191"/>
                <a:gd name="connsiteY90" fmla="*/ 91626 h 553736"/>
                <a:gd name="connsiteX91" fmla="*/ 887231 w 2915191"/>
                <a:gd name="connsiteY91" fmla="*/ 101839 h 553736"/>
                <a:gd name="connsiteX92" fmla="*/ 896981 w 2915191"/>
                <a:gd name="connsiteY92" fmla="*/ 101997 h 553736"/>
                <a:gd name="connsiteX93" fmla="*/ 906730 w 2915191"/>
                <a:gd name="connsiteY93" fmla="*/ 148973 h 553736"/>
                <a:gd name="connsiteX94" fmla="*/ 916480 w 2915191"/>
                <a:gd name="connsiteY94" fmla="*/ 154061 h 553736"/>
                <a:gd name="connsiteX95" fmla="*/ 926230 w 2915191"/>
                <a:gd name="connsiteY95" fmla="*/ 165054 h 553736"/>
                <a:gd name="connsiteX96" fmla="*/ 935979 w 2915191"/>
                <a:gd name="connsiteY96" fmla="*/ 192584 h 553736"/>
                <a:gd name="connsiteX97" fmla="*/ 945729 w 2915191"/>
                <a:gd name="connsiteY97" fmla="*/ 230521 h 553736"/>
                <a:gd name="connsiteX98" fmla="*/ 955479 w 2915191"/>
                <a:gd name="connsiteY98" fmla="*/ 224066 h 553736"/>
                <a:gd name="connsiteX99" fmla="*/ 965229 w 2915191"/>
                <a:gd name="connsiteY99" fmla="*/ 208131 h 553736"/>
                <a:gd name="connsiteX100" fmla="*/ 974979 w 2915191"/>
                <a:gd name="connsiteY100" fmla="*/ 235277 h 553736"/>
                <a:gd name="connsiteX101" fmla="*/ 984729 w 2915191"/>
                <a:gd name="connsiteY101" fmla="*/ 249059 h 553736"/>
                <a:gd name="connsiteX102" fmla="*/ 994474 w 2915191"/>
                <a:gd name="connsiteY102" fmla="*/ 284104 h 553736"/>
                <a:gd name="connsiteX103" fmla="*/ 1004233 w 2915191"/>
                <a:gd name="connsiteY103" fmla="*/ 299854 h 553736"/>
                <a:gd name="connsiteX104" fmla="*/ 1013977 w 2915191"/>
                <a:gd name="connsiteY104" fmla="*/ 308695 h 553736"/>
                <a:gd name="connsiteX105" fmla="*/ 1023721 w 2915191"/>
                <a:gd name="connsiteY105" fmla="*/ 316027 h 553736"/>
                <a:gd name="connsiteX106" fmla="*/ 1033480 w 2915191"/>
                <a:gd name="connsiteY106" fmla="*/ 347321 h 553736"/>
                <a:gd name="connsiteX107" fmla="*/ 1043224 w 2915191"/>
                <a:gd name="connsiteY107" fmla="*/ 342662 h 553736"/>
                <a:gd name="connsiteX108" fmla="*/ 1052983 w 2915191"/>
                <a:gd name="connsiteY108" fmla="*/ 366858 h 553736"/>
                <a:gd name="connsiteX109" fmla="*/ 1062727 w 2915191"/>
                <a:gd name="connsiteY109" fmla="*/ 369809 h 553736"/>
                <a:gd name="connsiteX110" fmla="*/ 1072471 w 2915191"/>
                <a:gd name="connsiteY110" fmla="*/ 385672 h 553736"/>
                <a:gd name="connsiteX111" fmla="*/ 1082230 w 2915191"/>
                <a:gd name="connsiteY111" fmla="*/ 361552 h 553736"/>
                <a:gd name="connsiteX112" fmla="*/ 1091973 w 2915191"/>
                <a:gd name="connsiteY112" fmla="*/ 382923 h 553736"/>
                <a:gd name="connsiteX113" fmla="*/ 1101732 w 2915191"/>
                <a:gd name="connsiteY113" fmla="*/ 358297 h 553736"/>
                <a:gd name="connsiteX114" fmla="*/ 1111476 w 2915191"/>
                <a:gd name="connsiteY114" fmla="*/ 397998 h 553736"/>
                <a:gd name="connsiteX115" fmla="*/ 1121220 w 2915191"/>
                <a:gd name="connsiteY115" fmla="*/ 413053 h 553736"/>
                <a:gd name="connsiteX116" fmla="*/ 1130979 w 2915191"/>
                <a:gd name="connsiteY116" fmla="*/ 430227 h 553736"/>
                <a:gd name="connsiteX117" fmla="*/ 1140723 w 2915191"/>
                <a:gd name="connsiteY117" fmla="*/ 406449 h 553736"/>
                <a:gd name="connsiteX118" fmla="*/ 1150482 w 2915191"/>
                <a:gd name="connsiteY118" fmla="*/ 402064 h 553736"/>
                <a:gd name="connsiteX119" fmla="*/ 1160226 w 2915191"/>
                <a:gd name="connsiteY119" fmla="*/ 394039 h 553736"/>
                <a:gd name="connsiteX120" fmla="*/ 1169969 w 2915191"/>
                <a:gd name="connsiteY120" fmla="*/ 377650 h 553736"/>
                <a:gd name="connsiteX121" fmla="*/ 1179728 w 2915191"/>
                <a:gd name="connsiteY121" fmla="*/ 394859 h 553736"/>
                <a:gd name="connsiteX122" fmla="*/ 1189472 w 2915191"/>
                <a:gd name="connsiteY122" fmla="*/ 393227 h 553736"/>
                <a:gd name="connsiteX123" fmla="*/ 1199231 w 2915191"/>
                <a:gd name="connsiteY123" fmla="*/ 401806 h 553736"/>
                <a:gd name="connsiteX124" fmla="*/ 1208975 w 2915191"/>
                <a:gd name="connsiteY124" fmla="*/ 432120 h 553736"/>
                <a:gd name="connsiteX125" fmla="*/ 1218719 w 2915191"/>
                <a:gd name="connsiteY125" fmla="*/ 448665 h 553736"/>
                <a:gd name="connsiteX126" fmla="*/ 1228478 w 2915191"/>
                <a:gd name="connsiteY126" fmla="*/ 453409 h 553736"/>
                <a:gd name="connsiteX127" fmla="*/ 1238222 w 2915191"/>
                <a:gd name="connsiteY127" fmla="*/ 461870 h 553736"/>
                <a:gd name="connsiteX128" fmla="*/ 1247966 w 2915191"/>
                <a:gd name="connsiteY128" fmla="*/ 480723 h 553736"/>
                <a:gd name="connsiteX129" fmla="*/ 1257725 w 2915191"/>
                <a:gd name="connsiteY129" fmla="*/ 500492 h 553736"/>
                <a:gd name="connsiteX130" fmla="*/ 1267469 w 2915191"/>
                <a:gd name="connsiteY130" fmla="*/ 515956 h 553736"/>
                <a:gd name="connsiteX131" fmla="*/ 1277227 w 2915191"/>
                <a:gd name="connsiteY131" fmla="*/ 534117 h 553736"/>
                <a:gd name="connsiteX132" fmla="*/ 1286971 w 2915191"/>
                <a:gd name="connsiteY132" fmla="*/ 518890 h 553736"/>
                <a:gd name="connsiteX133" fmla="*/ 1296715 w 2915191"/>
                <a:gd name="connsiteY133" fmla="*/ 523014 h 553736"/>
                <a:gd name="connsiteX134" fmla="*/ 1306474 w 2915191"/>
                <a:gd name="connsiteY134" fmla="*/ 509472 h 553736"/>
                <a:gd name="connsiteX135" fmla="*/ 1316218 w 2915191"/>
                <a:gd name="connsiteY135" fmla="*/ 468710 h 553736"/>
                <a:gd name="connsiteX136" fmla="*/ 1325977 w 2915191"/>
                <a:gd name="connsiteY136" fmla="*/ 472584 h 553736"/>
                <a:gd name="connsiteX137" fmla="*/ 1335721 w 2915191"/>
                <a:gd name="connsiteY137" fmla="*/ 494381 h 553736"/>
                <a:gd name="connsiteX138" fmla="*/ 1345465 w 2915191"/>
                <a:gd name="connsiteY138" fmla="*/ 489212 h 553736"/>
                <a:gd name="connsiteX139" fmla="*/ 1355224 w 2915191"/>
                <a:gd name="connsiteY139" fmla="*/ 491294 h 553736"/>
                <a:gd name="connsiteX140" fmla="*/ 1364967 w 2915191"/>
                <a:gd name="connsiteY140" fmla="*/ 503715 h 553736"/>
                <a:gd name="connsiteX141" fmla="*/ 1374726 w 2915191"/>
                <a:gd name="connsiteY141" fmla="*/ 476136 h 553736"/>
                <a:gd name="connsiteX142" fmla="*/ 1384470 w 2915191"/>
                <a:gd name="connsiteY142" fmla="*/ 478728 h 553736"/>
                <a:gd name="connsiteX143" fmla="*/ 1394214 w 2915191"/>
                <a:gd name="connsiteY143" fmla="*/ 470720 h 553736"/>
                <a:gd name="connsiteX144" fmla="*/ 1403973 w 2915191"/>
                <a:gd name="connsiteY144" fmla="*/ 458974 h 553736"/>
                <a:gd name="connsiteX145" fmla="*/ 1413717 w 2915191"/>
                <a:gd name="connsiteY145" fmla="*/ 476160 h 553736"/>
                <a:gd name="connsiteX146" fmla="*/ 1423476 w 2915191"/>
                <a:gd name="connsiteY146" fmla="*/ 491854 h 553736"/>
                <a:gd name="connsiteX147" fmla="*/ 1433220 w 2915191"/>
                <a:gd name="connsiteY147" fmla="*/ 504110 h 553736"/>
                <a:gd name="connsiteX148" fmla="*/ 1442964 w 2915191"/>
                <a:gd name="connsiteY148" fmla="*/ 515669 h 553736"/>
                <a:gd name="connsiteX149" fmla="*/ 1452722 w 2915191"/>
                <a:gd name="connsiteY149" fmla="*/ 543206 h 553736"/>
                <a:gd name="connsiteX150" fmla="*/ 1462466 w 2915191"/>
                <a:gd name="connsiteY150" fmla="*/ 530471 h 553736"/>
                <a:gd name="connsiteX151" fmla="*/ 1472225 w 2915191"/>
                <a:gd name="connsiteY151" fmla="*/ 525240 h 553736"/>
                <a:gd name="connsiteX152" fmla="*/ 1481969 w 2915191"/>
                <a:gd name="connsiteY152" fmla="*/ 526043 h 553736"/>
                <a:gd name="connsiteX153" fmla="*/ 1491713 w 2915191"/>
                <a:gd name="connsiteY153" fmla="*/ 532087 h 553736"/>
                <a:gd name="connsiteX154" fmla="*/ 1501472 w 2915191"/>
                <a:gd name="connsiteY154" fmla="*/ 539410 h 553736"/>
                <a:gd name="connsiteX155" fmla="*/ 1511216 w 2915191"/>
                <a:gd name="connsiteY155" fmla="*/ 544877 h 553736"/>
                <a:gd name="connsiteX156" fmla="*/ 1520960 w 2915191"/>
                <a:gd name="connsiteY156" fmla="*/ 553737 h 553736"/>
                <a:gd name="connsiteX157" fmla="*/ 1530719 w 2915191"/>
                <a:gd name="connsiteY157" fmla="*/ 547795 h 553736"/>
                <a:gd name="connsiteX158" fmla="*/ 1540463 w 2915191"/>
                <a:gd name="connsiteY158" fmla="*/ 521628 h 553736"/>
                <a:gd name="connsiteX159" fmla="*/ 1550221 w 2915191"/>
                <a:gd name="connsiteY159" fmla="*/ 517202 h 553736"/>
                <a:gd name="connsiteX160" fmla="*/ 1559965 w 2915191"/>
                <a:gd name="connsiteY160" fmla="*/ 520439 h 553736"/>
                <a:gd name="connsiteX161" fmla="*/ 1569709 w 2915191"/>
                <a:gd name="connsiteY161" fmla="*/ 522372 h 553736"/>
                <a:gd name="connsiteX162" fmla="*/ 1579468 w 2915191"/>
                <a:gd name="connsiteY162" fmla="*/ 494073 h 553736"/>
                <a:gd name="connsiteX163" fmla="*/ 1589212 w 2915191"/>
                <a:gd name="connsiteY163" fmla="*/ 467383 h 553736"/>
                <a:gd name="connsiteX164" fmla="*/ 1598971 w 2915191"/>
                <a:gd name="connsiteY164" fmla="*/ 455718 h 553736"/>
                <a:gd name="connsiteX165" fmla="*/ 1608715 w 2915191"/>
                <a:gd name="connsiteY165" fmla="*/ 418202 h 553736"/>
                <a:gd name="connsiteX166" fmla="*/ 1618459 w 2915191"/>
                <a:gd name="connsiteY166" fmla="*/ 414271 h 553736"/>
                <a:gd name="connsiteX167" fmla="*/ 1628218 w 2915191"/>
                <a:gd name="connsiteY167" fmla="*/ 414184 h 553736"/>
                <a:gd name="connsiteX168" fmla="*/ 1637962 w 2915191"/>
                <a:gd name="connsiteY168" fmla="*/ 431741 h 553736"/>
                <a:gd name="connsiteX169" fmla="*/ 1647720 w 2915191"/>
                <a:gd name="connsiteY169" fmla="*/ 432200 h 553736"/>
                <a:gd name="connsiteX170" fmla="*/ 1657464 w 2915191"/>
                <a:gd name="connsiteY170" fmla="*/ 433377 h 553736"/>
                <a:gd name="connsiteX171" fmla="*/ 1667208 w 2915191"/>
                <a:gd name="connsiteY171" fmla="*/ 434019 h 553736"/>
                <a:gd name="connsiteX172" fmla="*/ 1676967 w 2915191"/>
                <a:gd name="connsiteY172" fmla="*/ 439358 h 553736"/>
                <a:gd name="connsiteX173" fmla="*/ 1686711 w 2915191"/>
                <a:gd name="connsiteY173" fmla="*/ 447241 h 553736"/>
                <a:gd name="connsiteX174" fmla="*/ 1696470 w 2915191"/>
                <a:gd name="connsiteY174" fmla="*/ 456035 h 553736"/>
                <a:gd name="connsiteX175" fmla="*/ 1706214 w 2915191"/>
                <a:gd name="connsiteY175" fmla="*/ 474278 h 553736"/>
                <a:gd name="connsiteX176" fmla="*/ 1715958 w 2915191"/>
                <a:gd name="connsiteY176" fmla="*/ 411587 h 553736"/>
                <a:gd name="connsiteX177" fmla="*/ 1725716 w 2915191"/>
                <a:gd name="connsiteY177" fmla="*/ 392865 h 553736"/>
                <a:gd name="connsiteX178" fmla="*/ 1735460 w 2915191"/>
                <a:gd name="connsiteY178" fmla="*/ 403883 h 553736"/>
                <a:gd name="connsiteX179" fmla="*/ 1745219 w 2915191"/>
                <a:gd name="connsiteY179" fmla="*/ 404403 h 553736"/>
                <a:gd name="connsiteX180" fmla="*/ 1754963 w 2915191"/>
                <a:gd name="connsiteY180" fmla="*/ 408479 h 553736"/>
                <a:gd name="connsiteX181" fmla="*/ 1764707 w 2915191"/>
                <a:gd name="connsiteY181" fmla="*/ 437672 h 553736"/>
                <a:gd name="connsiteX182" fmla="*/ 1774466 w 2915191"/>
                <a:gd name="connsiteY182" fmla="*/ 424052 h 553736"/>
                <a:gd name="connsiteX183" fmla="*/ 1784210 w 2915191"/>
                <a:gd name="connsiteY183" fmla="*/ 403873 h 553736"/>
                <a:gd name="connsiteX184" fmla="*/ 1793969 w 2915191"/>
                <a:gd name="connsiteY184" fmla="*/ 392703 h 553736"/>
                <a:gd name="connsiteX185" fmla="*/ 1803713 w 2915191"/>
                <a:gd name="connsiteY185" fmla="*/ 376169 h 553736"/>
                <a:gd name="connsiteX186" fmla="*/ 1813457 w 2915191"/>
                <a:gd name="connsiteY186" fmla="*/ 377740 h 553736"/>
                <a:gd name="connsiteX187" fmla="*/ 1823215 w 2915191"/>
                <a:gd name="connsiteY187" fmla="*/ 356601 h 553736"/>
                <a:gd name="connsiteX188" fmla="*/ 1832959 w 2915191"/>
                <a:gd name="connsiteY188" fmla="*/ 355119 h 553736"/>
                <a:gd name="connsiteX189" fmla="*/ 1842703 w 2915191"/>
                <a:gd name="connsiteY189" fmla="*/ 332644 h 553736"/>
                <a:gd name="connsiteX190" fmla="*/ 1852462 w 2915191"/>
                <a:gd name="connsiteY190" fmla="*/ 299317 h 553736"/>
                <a:gd name="connsiteX191" fmla="*/ 1862206 w 2915191"/>
                <a:gd name="connsiteY191" fmla="*/ 290690 h 553736"/>
                <a:gd name="connsiteX192" fmla="*/ 1871965 w 2915191"/>
                <a:gd name="connsiteY192" fmla="*/ 324813 h 553736"/>
                <a:gd name="connsiteX193" fmla="*/ 1881709 w 2915191"/>
                <a:gd name="connsiteY193" fmla="*/ 343468 h 553736"/>
                <a:gd name="connsiteX194" fmla="*/ 1891453 w 2915191"/>
                <a:gd name="connsiteY194" fmla="*/ 328666 h 553736"/>
                <a:gd name="connsiteX195" fmla="*/ 1901212 w 2915191"/>
                <a:gd name="connsiteY195" fmla="*/ 347175 h 553736"/>
                <a:gd name="connsiteX196" fmla="*/ 1910956 w 2915191"/>
                <a:gd name="connsiteY196" fmla="*/ 315134 h 553736"/>
                <a:gd name="connsiteX197" fmla="*/ 1920714 w 2915191"/>
                <a:gd name="connsiteY197" fmla="*/ 330668 h 553736"/>
                <a:gd name="connsiteX198" fmla="*/ 1930458 w 2915191"/>
                <a:gd name="connsiteY198" fmla="*/ 302290 h 553736"/>
                <a:gd name="connsiteX199" fmla="*/ 1940202 w 2915191"/>
                <a:gd name="connsiteY199" fmla="*/ 268483 h 553736"/>
                <a:gd name="connsiteX200" fmla="*/ 1949961 w 2915191"/>
                <a:gd name="connsiteY200" fmla="*/ 245467 h 553736"/>
                <a:gd name="connsiteX201" fmla="*/ 1959705 w 2915191"/>
                <a:gd name="connsiteY201" fmla="*/ 230693 h 553736"/>
                <a:gd name="connsiteX202" fmla="*/ 1969464 w 2915191"/>
                <a:gd name="connsiteY202" fmla="*/ 244223 h 553736"/>
                <a:gd name="connsiteX203" fmla="*/ 1979208 w 2915191"/>
                <a:gd name="connsiteY203" fmla="*/ 246124 h 553736"/>
                <a:gd name="connsiteX204" fmla="*/ 1988952 w 2915191"/>
                <a:gd name="connsiteY204" fmla="*/ 240683 h 553736"/>
                <a:gd name="connsiteX205" fmla="*/ 1998711 w 2915191"/>
                <a:gd name="connsiteY205" fmla="*/ 268672 h 553736"/>
                <a:gd name="connsiteX206" fmla="*/ 2008454 w 2915191"/>
                <a:gd name="connsiteY206" fmla="*/ 287199 h 553736"/>
                <a:gd name="connsiteX207" fmla="*/ 2018213 w 2915191"/>
                <a:gd name="connsiteY207" fmla="*/ 272770 h 553736"/>
                <a:gd name="connsiteX208" fmla="*/ 2027957 w 2915191"/>
                <a:gd name="connsiteY208" fmla="*/ 280920 h 553736"/>
                <a:gd name="connsiteX209" fmla="*/ 2037701 w 2915191"/>
                <a:gd name="connsiteY209" fmla="*/ 242006 h 553736"/>
                <a:gd name="connsiteX210" fmla="*/ 2047460 w 2915191"/>
                <a:gd name="connsiteY210" fmla="*/ 294435 h 553736"/>
                <a:gd name="connsiteX211" fmla="*/ 2057204 w 2915191"/>
                <a:gd name="connsiteY211" fmla="*/ 291250 h 553736"/>
                <a:gd name="connsiteX212" fmla="*/ 2066963 w 2915191"/>
                <a:gd name="connsiteY212" fmla="*/ 296546 h 553736"/>
                <a:gd name="connsiteX213" fmla="*/ 2076707 w 2915191"/>
                <a:gd name="connsiteY213" fmla="*/ 279210 h 553736"/>
                <a:gd name="connsiteX214" fmla="*/ 2086451 w 2915191"/>
                <a:gd name="connsiteY214" fmla="*/ 256134 h 553736"/>
                <a:gd name="connsiteX215" fmla="*/ 2096210 w 2915191"/>
                <a:gd name="connsiteY215" fmla="*/ 232318 h 553736"/>
                <a:gd name="connsiteX216" fmla="*/ 2105954 w 2915191"/>
                <a:gd name="connsiteY216" fmla="*/ 235970 h 553736"/>
                <a:gd name="connsiteX217" fmla="*/ 2115697 w 2915191"/>
                <a:gd name="connsiteY217" fmla="*/ 273399 h 553736"/>
                <a:gd name="connsiteX218" fmla="*/ 2125456 w 2915191"/>
                <a:gd name="connsiteY218" fmla="*/ 255379 h 553736"/>
                <a:gd name="connsiteX219" fmla="*/ 2135200 w 2915191"/>
                <a:gd name="connsiteY219" fmla="*/ 210096 h 553736"/>
                <a:gd name="connsiteX220" fmla="*/ 2144959 w 2915191"/>
                <a:gd name="connsiteY220" fmla="*/ 222205 h 553736"/>
                <a:gd name="connsiteX221" fmla="*/ 2154703 w 2915191"/>
                <a:gd name="connsiteY221" fmla="*/ 212074 h 553736"/>
                <a:gd name="connsiteX222" fmla="*/ 2164447 w 2915191"/>
                <a:gd name="connsiteY222" fmla="*/ 245674 h 553736"/>
                <a:gd name="connsiteX223" fmla="*/ 2174206 w 2915191"/>
                <a:gd name="connsiteY223" fmla="*/ 281410 h 553736"/>
                <a:gd name="connsiteX224" fmla="*/ 2183950 w 2915191"/>
                <a:gd name="connsiteY224" fmla="*/ 261213 h 553736"/>
                <a:gd name="connsiteX225" fmla="*/ 2193709 w 2915191"/>
                <a:gd name="connsiteY225" fmla="*/ 252663 h 553736"/>
                <a:gd name="connsiteX226" fmla="*/ 2203452 w 2915191"/>
                <a:gd name="connsiteY226" fmla="*/ 232589 h 553736"/>
                <a:gd name="connsiteX227" fmla="*/ 2213196 w 2915191"/>
                <a:gd name="connsiteY227" fmla="*/ 236222 h 553736"/>
                <a:gd name="connsiteX228" fmla="*/ 2222955 w 2915191"/>
                <a:gd name="connsiteY228" fmla="*/ 205925 h 553736"/>
                <a:gd name="connsiteX229" fmla="*/ 2232699 w 2915191"/>
                <a:gd name="connsiteY229" fmla="*/ 179530 h 553736"/>
                <a:gd name="connsiteX230" fmla="*/ 2242458 w 2915191"/>
                <a:gd name="connsiteY230" fmla="*/ 220228 h 553736"/>
                <a:gd name="connsiteX231" fmla="*/ 2252202 w 2915191"/>
                <a:gd name="connsiteY231" fmla="*/ 234100 h 553736"/>
                <a:gd name="connsiteX232" fmla="*/ 2261946 w 2915191"/>
                <a:gd name="connsiteY232" fmla="*/ 216183 h 553736"/>
                <a:gd name="connsiteX233" fmla="*/ 2271705 w 2915191"/>
                <a:gd name="connsiteY233" fmla="*/ 213513 h 553736"/>
                <a:gd name="connsiteX234" fmla="*/ 2281449 w 2915191"/>
                <a:gd name="connsiteY234" fmla="*/ 243147 h 553736"/>
                <a:gd name="connsiteX235" fmla="*/ 2291208 w 2915191"/>
                <a:gd name="connsiteY235" fmla="*/ 233933 h 553736"/>
                <a:gd name="connsiteX236" fmla="*/ 2300951 w 2915191"/>
                <a:gd name="connsiteY236" fmla="*/ 214457 h 553736"/>
                <a:gd name="connsiteX237" fmla="*/ 2310695 w 2915191"/>
                <a:gd name="connsiteY237" fmla="*/ 218045 h 553736"/>
                <a:gd name="connsiteX238" fmla="*/ 2320454 w 2915191"/>
                <a:gd name="connsiteY238" fmla="*/ 231243 h 553736"/>
                <a:gd name="connsiteX239" fmla="*/ 2330198 w 2915191"/>
                <a:gd name="connsiteY239" fmla="*/ 249275 h 553736"/>
                <a:gd name="connsiteX240" fmla="*/ 2339957 w 2915191"/>
                <a:gd name="connsiteY240" fmla="*/ 261106 h 553736"/>
                <a:gd name="connsiteX241" fmla="*/ 2349701 w 2915191"/>
                <a:gd name="connsiteY241" fmla="*/ 240464 h 553736"/>
                <a:gd name="connsiteX242" fmla="*/ 2359445 w 2915191"/>
                <a:gd name="connsiteY242" fmla="*/ 275428 h 553736"/>
                <a:gd name="connsiteX243" fmla="*/ 2369204 w 2915191"/>
                <a:gd name="connsiteY243" fmla="*/ 262858 h 553736"/>
                <a:gd name="connsiteX244" fmla="*/ 2378948 w 2915191"/>
                <a:gd name="connsiteY244" fmla="*/ 245526 h 553736"/>
                <a:gd name="connsiteX245" fmla="*/ 2388692 w 2915191"/>
                <a:gd name="connsiteY245" fmla="*/ 270074 h 553736"/>
                <a:gd name="connsiteX246" fmla="*/ 2398450 w 2915191"/>
                <a:gd name="connsiteY246" fmla="*/ 257349 h 553736"/>
                <a:gd name="connsiteX247" fmla="*/ 2408194 w 2915191"/>
                <a:gd name="connsiteY247" fmla="*/ 294215 h 553736"/>
                <a:gd name="connsiteX248" fmla="*/ 2417953 w 2915191"/>
                <a:gd name="connsiteY248" fmla="*/ 285606 h 553736"/>
                <a:gd name="connsiteX249" fmla="*/ 2427697 w 2915191"/>
                <a:gd name="connsiteY249" fmla="*/ 321918 h 553736"/>
                <a:gd name="connsiteX250" fmla="*/ 2437441 w 2915191"/>
                <a:gd name="connsiteY250" fmla="*/ 352356 h 553736"/>
                <a:gd name="connsiteX251" fmla="*/ 2447200 w 2915191"/>
                <a:gd name="connsiteY251" fmla="*/ 364273 h 553736"/>
                <a:gd name="connsiteX252" fmla="*/ 2456944 w 2915191"/>
                <a:gd name="connsiteY252" fmla="*/ 363045 h 553736"/>
                <a:gd name="connsiteX253" fmla="*/ 2466703 w 2915191"/>
                <a:gd name="connsiteY253" fmla="*/ 371275 h 553736"/>
                <a:gd name="connsiteX254" fmla="*/ 2476446 w 2915191"/>
                <a:gd name="connsiteY254" fmla="*/ 421583 h 553736"/>
                <a:gd name="connsiteX255" fmla="*/ 2486190 w 2915191"/>
                <a:gd name="connsiteY255" fmla="*/ 420253 h 553736"/>
                <a:gd name="connsiteX256" fmla="*/ 2495949 w 2915191"/>
                <a:gd name="connsiteY256" fmla="*/ 403269 h 553736"/>
                <a:gd name="connsiteX257" fmla="*/ 2505693 w 2915191"/>
                <a:gd name="connsiteY257" fmla="*/ 437245 h 553736"/>
                <a:gd name="connsiteX258" fmla="*/ 2515452 w 2915191"/>
                <a:gd name="connsiteY258" fmla="*/ 442521 h 553736"/>
                <a:gd name="connsiteX259" fmla="*/ 2525196 w 2915191"/>
                <a:gd name="connsiteY259" fmla="*/ 452023 h 553736"/>
                <a:gd name="connsiteX260" fmla="*/ 2534940 w 2915191"/>
                <a:gd name="connsiteY260" fmla="*/ 420408 h 553736"/>
                <a:gd name="connsiteX261" fmla="*/ 2544699 w 2915191"/>
                <a:gd name="connsiteY261" fmla="*/ 403929 h 553736"/>
                <a:gd name="connsiteX262" fmla="*/ 2554443 w 2915191"/>
                <a:gd name="connsiteY262" fmla="*/ 408886 h 553736"/>
                <a:gd name="connsiteX263" fmla="*/ 2564202 w 2915191"/>
                <a:gd name="connsiteY263" fmla="*/ 412828 h 553736"/>
                <a:gd name="connsiteX264" fmla="*/ 2573946 w 2915191"/>
                <a:gd name="connsiteY264" fmla="*/ 369511 h 553736"/>
                <a:gd name="connsiteX265" fmla="*/ 2583690 w 2915191"/>
                <a:gd name="connsiteY265" fmla="*/ 335090 h 553736"/>
                <a:gd name="connsiteX266" fmla="*/ 2593448 w 2915191"/>
                <a:gd name="connsiteY266" fmla="*/ 303571 h 553736"/>
                <a:gd name="connsiteX267" fmla="*/ 2603192 w 2915191"/>
                <a:gd name="connsiteY267" fmla="*/ 325555 h 553736"/>
                <a:gd name="connsiteX268" fmla="*/ 2612951 w 2915191"/>
                <a:gd name="connsiteY268" fmla="*/ 325751 h 553736"/>
                <a:gd name="connsiteX269" fmla="*/ 2622695 w 2915191"/>
                <a:gd name="connsiteY269" fmla="*/ 344090 h 553736"/>
                <a:gd name="connsiteX270" fmla="*/ 2632439 w 2915191"/>
                <a:gd name="connsiteY270" fmla="*/ 328032 h 553736"/>
                <a:gd name="connsiteX271" fmla="*/ 2642198 w 2915191"/>
                <a:gd name="connsiteY271" fmla="*/ 316408 h 553736"/>
                <a:gd name="connsiteX272" fmla="*/ 2651942 w 2915191"/>
                <a:gd name="connsiteY272" fmla="*/ 309780 h 553736"/>
                <a:gd name="connsiteX273" fmla="*/ 2661685 w 2915191"/>
                <a:gd name="connsiteY273" fmla="*/ 288814 h 553736"/>
                <a:gd name="connsiteX274" fmla="*/ 2671444 w 2915191"/>
                <a:gd name="connsiteY274" fmla="*/ 309021 h 553736"/>
                <a:gd name="connsiteX275" fmla="*/ 2681188 w 2915191"/>
                <a:gd name="connsiteY275" fmla="*/ 290354 h 553736"/>
                <a:gd name="connsiteX276" fmla="*/ 2690947 w 2915191"/>
                <a:gd name="connsiteY276" fmla="*/ 324169 h 553736"/>
                <a:gd name="connsiteX277" fmla="*/ 2700691 w 2915191"/>
                <a:gd name="connsiteY277" fmla="*/ 320607 h 553736"/>
                <a:gd name="connsiteX278" fmla="*/ 2710435 w 2915191"/>
                <a:gd name="connsiteY278" fmla="*/ 327897 h 553736"/>
                <a:gd name="connsiteX279" fmla="*/ 2720194 w 2915191"/>
                <a:gd name="connsiteY279" fmla="*/ 325619 h 553736"/>
                <a:gd name="connsiteX280" fmla="*/ 2729938 w 2915191"/>
                <a:gd name="connsiteY280" fmla="*/ 321376 h 553736"/>
                <a:gd name="connsiteX281" fmla="*/ 2739697 w 2915191"/>
                <a:gd name="connsiteY281" fmla="*/ 333582 h 553736"/>
                <a:gd name="connsiteX282" fmla="*/ 2749441 w 2915191"/>
                <a:gd name="connsiteY282" fmla="*/ 322129 h 553736"/>
                <a:gd name="connsiteX283" fmla="*/ 2759185 w 2915191"/>
                <a:gd name="connsiteY283" fmla="*/ 274767 h 553736"/>
                <a:gd name="connsiteX284" fmla="*/ 2768943 w 2915191"/>
                <a:gd name="connsiteY284" fmla="*/ 277257 h 553736"/>
                <a:gd name="connsiteX285" fmla="*/ 2778687 w 2915191"/>
                <a:gd name="connsiteY285" fmla="*/ 282461 h 553736"/>
                <a:gd name="connsiteX286" fmla="*/ 2788446 w 2915191"/>
                <a:gd name="connsiteY286" fmla="*/ 299590 h 553736"/>
                <a:gd name="connsiteX287" fmla="*/ 2798190 w 2915191"/>
                <a:gd name="connsiteY287" fmla="*/ 268946 h 553736"/>
                <a:gd name="connsiteX288" fmla="*/ 2807934 w 2915191"/>
                <a:gd name="connsiteY288" fmla="*/ 239105 h 553736"/>
                <a:gd name="connsiteX289" fmla="*/ 2817693 w 2915191"/>
                <a:gd name="connsiteY289" fmla="*/ 246837 h 553736"/>
                <a:gd name="connsiteX290" fmla="*/ 2827437 w 2915191"/>
                <a:gd name="connsiteY290" fmla="*/ 232683 h 553736"/>
                <a:gd name="connsiteX291" fmla="*/ 2837196 w 2915191"/>
                <a:gd name="connsiteY291" fmla="*/ 241995 h 553736"/>
                <a:gd name="connsiteX292" fmla="*/ 2846940 w 2915191"/>
                <a:gd name="connsiteY292" fmla="*/ 242217 h 553736"/>
                <a:gd name="connsiteX293" fmla="*/ 2856684 w 2915191"/>
                <a:gd name="connsiteY293" fmla="*/ 290783 h 553736"/>
                <a:gd name="connsiteX294" fmla="*/ 2866442 w 2915191"/>
                <a:gd name="connsiteY294" fmla="*/ 285611 h 553736"/>
                <a:gd name="connsiteX295" fmla="*/ 2876186 w 2915191"/>
                <a:gd name="connsiteY295" fmla="*/ 274535 h 553736"/>
                <a:gd name="connsiteX296" fmla="*/ 2885945 w 2915191"/>
                <a:gd name="connsiteY296" fmla="*/ 253686 h 553736"/>
                <a:gd name="connsiteX297" fmla="*/ 2895689 w 2915191"/>
                <a:gd name="connsiteY297" fmla="*/ 253588 h 553736"/>
                <a:gd name="connsiteX298" fmla="*/ 2905433 w 2915191"/>
                <a:gd name="connsiteY298" fmla="*/ 259694 h 553736"/>
                <a:gd name="connsiteX299" fmla="*/ 2915192 w 2915191"/>
                <a:gd name="connsiteY299" fmla="*/ 280911 h 553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53736">
                  <a:moveTo>
                    <a:pt x="0" y="22690"/>
                  </a:moveTo>
                  <a:lnTo>
                    <a:pt x="9750" y="15984"/>
                  </a:lnTo>
                  <a:lnTo>
                    <a:pt x="19500" y="18421"/>
                  </a:lnTo>
                  <a:lnTo>
                    <a:pt x="29250" y="0"/>
                  </a:lnTo>
                  <a:lnTo>
                    <a:pt x="39000" y="3486"/>
                  </a:lnTo>
                  <a:lnTo>
                    <a:pt x="48749" y="10256"/>
                  </a:lnTo>
                  <a:lnTo>
                    <a:pt x="58499" y="18040"/>
                  </a:lnTo>
                  <a:lnTo>
                    <a:pt x="68249" y="25361"/>
                  </a:lnTo>
                  <a:lnTo>
                    <a:pt x="77998" y="34205"/>
                  </a:lnTo>
                  <a:lnTo>
                    <a:pt x="87748" y="72825"/>
                  </a:lnTo>
                  <a:lnTo>
                    <a:pt x="97497" y="69937"/>
                  </a:lnTo>
                  <a:lnTo>
                    <a:pt x="107247" y="47203"/>
                  </a:lnTo>
                  <a:lnTo>
                    <a:pt x="116997" y="52203"/>
                  </a:lnTo>
                  <a:lnTo>
                    <a:pt x="126747" y="46349"/>
                  </a:lnTo>
                  <a:lnTo>
                    <a:pt x="136497" y="53881"/>
                  </a:lnTo>
                  <a:lnTo>
                    <a:pt x="146247" y="64395"/>
                  </a:lnTo>
                  <a:lnTo>
                    <a:pt x="155997" y="65123"/>
                  </a:lnTo>
                  <a:lnTo>
                    <a:pt x="165747" y="61828"/>
                  </a:lnTo>
                  <a:lnTo>
                    <a:pt x="175497" y="45814"/>
                  </a:lnTo>
                  <a:lnTo>
                    <a:pt x="185247" y="41289"/>
                  </a:lnTo>
                  <a:lnTo>
                    <a:pt x="194996" y="67774"/>
                  </a:lnTo>
                  <a:lnTo>
                    <a:pt x="204746" y="86730"/>
                  </a:lnTo>
                  <a:lnTo>
                    <a:pt x="214495" y="64527"/>
                  </a:lnTo>
                  <a:lnTo>
                    <a:pt x="224245" y="93501"/>
                  </a:lnTo>
                  <a:lnTo>
                    <a:pt x="233995" y="81022"/>
                  </a:lnTo>
                  <a:lnTo>
                    <a:pt x="243744" y="90204"/>
                  </a:lnTo>
                  <a:lnTo>
                    <a:pt x="253494" y="107977"/>
                  </a:lnTo>
                  <a:lnTo>
                    <a:pt x="263244" y="119086"/>
                  </a:lnTo>
                  <a:lnTo>
                    <a:pt x="272994" y="123627"/>
                  </a:lnTo>
                  <a:lnTo>
                    <a:pt x="282744" y="126042"/>
                  </a:lnTo>
                  <a:lnTo>
                    <a:pt x="292494" y="149046"/>
                  </a:lnTo>
                  <a:lnTo>
                    <a:pt x="302244" y="171340"/>
                  </a:lnTo>
                  <a:lnTo>
                    <a:pt x="311994" y="158565"/>
                  </a:lnTo>
                  <a:lnTo>
                    <a:pt x="321744" y="141460"/>
                  </a:lnTo>
                  <a:lnTo>
                    <a:pt x="331493" y="130816"/>
                  </a:lnTo>
                  <a:lnTo>
                    <a:pt x="341243" y="116257"/>
                  </a:lnTo>
                  <a:lnTo>
                    <a:pt x="350993" y="108153"/>
                  </a:lnTo>
                  <a:lnTo>
                    <a:pt x="360742" y="97536"/>
                  </a:lnTo>
                  <a:lnTo>
                    <a:pt x="370492" y="93861"/>
                  </a:lnTo>
                  <a:lnTo>
                    <a:pt x="380241" y="65661"/>
                  </a:lnTo>
                  <a:lnTo>
                    <a:pt x="389991" y="56963"/>
                  </a:lnTo>
                  <a:lnTo>
                    <a:pt x="399741" y="78342"/>
                  </a:lnTo>
                  <a:lnTo>
                    <a:pt x="409491" y="88175"/>
                  </a:lnTo>
                  <a:lnTo>
                    <a:pt x="419241" y="81247"/>
                  </a:lnTo>
                  <a:lnTo>
                    <a:pt x="428991" y="86155"/>
                  </a:lnTo>
                  <a:lnTo>
                    <a:pt x="438741" y="63014"/>
                  </a:lnTo>
                  <a:lnTo>
                    <a:pt x="448491" y="57722"/>
                  </a:lnTo>
                  <a:lnTo>
                    <a:pt x="458241" y="98616"/>
                  </a:lnTo>
                  <a:lnTo>
                    <a:pt x="467991" y="79027"/>
                  </a:lnTo>
                  <a:lnTo>
                    <a:pt x="477740" y="108837"/>
                  </a:lnTo>
                  <a:lnTo>
                    <a:pt x="487490" y="105732"/>
                  </a:lnTo>
                  <a:lnTo>
                    <a:pt x="497239" y="125393"/>
                  </a:lnTo>
                  <a:lnTo>
                    <a:pt x="506989" y="117291"/>
                  </a:lnTo>
                  <a:lnTo>
                    <a:pt x="516738" y="101793"/>
                  </a:lnTo>
                  <a:lnTo>
                    <a:pt x="526488" y="93002"/>
                  </a:lnTo>
                  <a:lnTo>
                    <a:pt x="536238" y="95140"/>
                  </a:lnTo>
                  <a:lnTo>
                    <a:pt x="545988" y="140549"/>
                  </a:lnTo>
                  <a:lnTo>
                    <a:pt x="555738" y="147446"/>
                  </a:lnTo>
                  <a:lnTo>
                    <a:pt x="565488" y="177292"/>
                  </a:lnTo>
                  <a:lnTo>
                    <a:pt x="575238" y="155872"/>
                  </a:lnTo>
                  <a:lnTo>
                    <a:pt x="584988" y="112134"/>
                  </a:lnTo>
                  <a:lnTo>
                    <a:pt x="594738" y="135237"/>
                  </a:lnTo>
                  <a:lnTo>
                    <a:pt x="604488" y="123505"/>
                  </a:lnTo>
                  <a:lnTo>
                    <a:pt x="614237" y="127553"/>
                  </a:lnTo>
                  <a:lnTo>
                    <a:pt x="623987" y="129627"/>
                  </a:lnTo>
                  <a:lnTo>
                    <a:pt x="633736" y="117109"/>
                  </a:lnTo>
                  <a:lnTo>
                    <a:pt x="643486" y="90811"/>
                  </a:lnTo>
                  <a:lnTo>
                    <a:pt x="653236" y="85963"/>
                  </a:lnTo>
                  <a:lnTo>
                    <a:pt x="662985" y="103232"/>
                  </a:lnTo>
                  <a:lnTo>
                    <a:pt x="672735" y="107083"/>
                  </a:lnTo>
                  <a:lnTo>
                    <a:pt x="682485" y="109210"/>
                  </a:lnTo>
                  <a:lnTo>
                    <a:pt x="692235" y="126019"/>
                  </a:lnTo>
                  <a:lnTo>
                    <a:pt x="701985" y="113918"/>
                  </a:lnTo>
                  <a:lnTo>
                    <a:pt x="711735" y="117161"/>
                  </a:lnTo>
                  <a:lnTo>
                    <a:pt x="721485" y="128545"/>
                  </a:lnTo>
                  <a:lnTo>
                    <a:pt x="731235" y="109597"/>
                  </a:lnTo>
                  <a:lnTo>
                    <a:pt x="740985" y="97232"/>
                  </a:lnTo>
                  <a:lnTo>
                    <a:pt x="750734" y="119739"/>
                  </a:lnTo>
                  <a:lnTo>
                    <a:pt x="760484" y="65628"/>
                  </a:lnTo>
                  <a:lnTo>
                    <a:pt x="770233" y="55582"/>
                  </a:lnTo>
                  <a:lnTo>
                    <a:pt x="779983" y="68340"/>
                  </a:lnTo>
                  <a:lnTo>
                    <a:pt x="789733" y="63045"/>
                  </a:lnTo>
                  <a:lnTo>
                    <a:pt x="799482" y="71259"/>
                  </a:lnTo>
                  <a:lnTo>
                    <a:pt x="809232" y="72096"/>
                  </a:lnTo>
                  <a:lnTo>
                    <a:pt x="818982" y="64201"/>
                  </a:lnTo>
                  <a:lnTo>
                    <a:pt x="828732" y="55815"/>
                  </a:lnTo>
                  <a:lnTo>
                    <a:pt x="838482" y="53101"/>
                  </a:lnTo>
                  <a:lnTo>
                    <a:pt x="848232" y="65929"/>
                  </a:lnTo>
                  <a:lnTo>
                    <a:pt x="857982" y="51442"/>
                  </a:lnTo>
                  <a:lnTo>
                    <a:pt x="867732" y="105327"/>
                  </a:lnTo>
                  <a:lnTo>
                    <a:pt x="877482" y="91626"/>
                  </a:lnTo>
                  <a:lnTo>
                    <a:pt x="887231" y="101839"/>
                  </a:lnTo>
                  <a:lnTo>
                    <a:pt x="896981" y="101997"/>
                  </a:lnTo>
                  <a:lnTo>
                    <a:pt x="906730" y="148973"/>
                  </a:lnTo>
                  <a:lnTo>
                    <a:pt x="916480" y="154061"/>
                  </a:lnTo>
                  <a:lnTo>
                    <a:pt x="926230" y="165054"/>
                  </a:lnTo>
                  <a:lnTo>
                    <a:pt x="935979" y="192584"/>
                  </a:lnTo>
                  <a:lnTo>
                    <a:pt x="945729" y="230521"/>
                  </a:lnTo>
                  <a:lnTo>
                    <a:pt x="955479" y="224066"/>
                  </a:lnTo>
                  <a:lnTo>
                    <a:pt x="965229" y="208131"/>
                  </a:lnTo>
                  <a:lnTo>
                    <a:pt x="974979" y="235277"/>
                  </a:lnTo>
                  <a:lnTo>
                    <a:pt x="984729" y="249059"/>
                  </a:lnTo>
                  <a:lnTo>
                    <a:pt x="994474" y="284104"/>
                  </a:lnTo>
                  <a:lnTo>
                    <a:pt x="1004233" y="299854"/>
                  </a:lnTo>
                  <a:lnTo>
                    <a:pt x="1013977" y="308695"/>
                  </a:lnTo>
                  <a:lnTo>
                    <a:pt x="1023721" y="316027"/>
                  </a:lnTo>
                  <a:lnTo>
                    <a:pt x="1033480" y="347321"/>
                  </a:lnTo>
                  <a:lnTo>
                    <a:pt x="1043224" y="342662"/>
                  </a:lnTo>
                  <a:lnTo>
                    <a:pt x="1052983" y="366858"/>
                  </a:lnTo>
                  <a:lnTo>
                    <a:pt x="1062727" y="369809"/>
                  </a:lnTo>
                  <a:lnTo>
                    <a:pt x="1072471" y="385672"/>
                  </a:lnTo>
                  <a:lnTo>
                    <a:pt x="1082230" y="361552"/>
                  </a:lnTo>
                  <a:lnTo>
                    <a:pt x="1091973" y="382923"/>
                  </a:lnTo>
                  <a:lnTo>
                    <a:pt x="1101732" y="358297"/>
                  </a:lnTo>
                  <a:lnTo>
                    <a:pt x="1111476" y="397998"/>
                  </a:lnTo>
                  <a:lnTo>
                    <a:pt x="1121220" y="413053"/>
                  </a:lnTo>
                  <a:lnTo>
                    <a:pt x="1130979" y="430227"/>
                  </a:lnTo>
                  <a:lnTo>
                    <a:pt x="1140723" y="406449"/>
                  </a:lnTo>
                  <a:lnTo>
                    <a:pt x="1150482" y="402064"/>
                  </a:lnTo>
                  <a:lnTo>
                    <a:pt x="1160226" y="394039"/>
                  </a:lnTo>
                  <a:lnTo>
                    <a:pt x="1169969" y="377650"/>
                  </a:lnTo>
                  <a:lnTo>
                    <a:pt x="1179728" y="394859"/>
                  </a:lnTo>
                  <a:lnTo>
                    <a:pt x="1189472" y="393227"/>
                  </a:lnTo>
                  <a:lnTo>
                    <a:pt x="1199231" y="401806"/>
                  </a:lnTo>
                  <a:lnTo>
                    <a:pt x="1208975" y="432120"/>
                  </a:lnTo>
                  <a:lnTo>
                    <a:pt x="1218719" y="448665"/>
                  </a:lnTo>
                  <a:lnTo>
                    <a:pt x="1228478" y="453409"/>
                  </a:lnTo>
                  <a:lnTo>
                    <a:pt x="1238222" y="461870"/>
                  </a:lnTo>
                  <a:lnTo>
                    <a:pt x="1247966" y="480723"/>
                  </a:lnTo>
                  <a:lnTo>
                    <a:pt x="1257725" y="500492"/>
                  </a:lnTo>
                  <a:lnTo>
                    <a:pt x="1267469" y="515956"/>
                  </a:lnTo>
                  <a:lnTo>
                    <a:pt x="1277227" y="534117"/>
                  </a:lnTo>
                  <a:lnTo>
                    <a:pt x="1286971" y="518890"/>
                  </a:lnTo>
                  <a:lnTo>
                    <a:pt x="1296715" y="523014"/>
                  </a:lnTo>
                  <a:lnTo>
                    <a:pt x="1306474" y="509472"/>
                  </a:lnTo>
                  <a:lnTo>
                    <a:pt x="1316218" y="468710"/>
                  </a:lnTo>
                  <a:lnTo>
                    <a:pt x="1325977" y="472584"/>
                  </a:lnTo>
                  <a:lnTo>
                    <a:pt x="1335721" y="494381"/>
                  </a:lnTo>
                  <a:lnTo>
                    <a:pt x="1345465" y="489212"/>
                  </a:lnTo>
                  <a:lnTo>
                    <a:pt x="1355224" y="491294"/>
                  </a:lnTo>
                  <a:lnTo>
                    <a:pt x="1364967" y="503715"/>
                  </a:lnTo>
                  <a:lnTo>
                    <a:pt x="1374726" y="476136"/>
                  </a:lnTo>
                  <a:lnTo>
                    <a:pt x="1384470" y="478728"/>
                  </a:lnTo>
                  <a:lnTo>
                    <a:pt x="1394214" y="470720"/>
                  </a:lnTo>
                  <a:lnTo>
                    <a:pt x="1403973" y="458974"/>
                  </a:lnTo>
                  <a:lnTo>
                    <a:pt x="1413717" y="476160"/>
                  </a:lnTo>
                  <a:lnTo>
                    <a:pt x="1423476" y="491854"/>
                  </a:lnTo>
                  <a:lnTo>
                    <a:pt x="1433220" y="504110"/>
                  </a:lnTo>
                  <a:lnTo>
                    <a:pt x="1442964" y="515669"/>
                  </a:lnTo>
                  <a:lnTo>
                    <a:pt x="1452722" y="543206"/>
                  </a:lnTo>
                  <a:lnTo>
                    <a:pt x="1462466" y="530471"/>
                  </a:lnTo>
                  <a:lnTo>
                    <a:pt x="1472225" y="525240"/>
                  </a:lnTo>
                  <a:lnTo>
                    <a:pt x="1481969" y="526043"/>
                  </a:lnTo>
                  <a:lnTo>
                    <a:pt x="1491713" y="532087"/>
                  </a:lnTo>
                  <a:lnTo>
                    <a:pt x="1501472" y="539410"/>
                  </a:lnTo>
                  <a:lnTo>
                    <a:pt x="1511216" y="544877"/>
                  </a:lnTo>
                  <a:lnTo>
                    <a:pt x="1520960" y="553737"/>
                  </a:lnTo>
                  <a:lnTo>
                    <a:pt x="1530719" y="547795"/>
                  </a:lnTo>
                  <a:lnTo>
                    <a:pt x="1540463" y="521628"/>
                  </a:lnTo>
                  <a:lnTo>
                    <a:pt x="1550221" y="517202"/>
                  </a:lnTo>
                  <a:lnTo>
                    <a:pt x="1559965" y="520439"/>
                  </a:lnTo>
                  <a:lnTo>
                    <a:pt x="1569709" y="522372"/>
                  </a:lnTo>
                  <a:lnTo>
                    <a:pt x="1579468" y="494073"/>
                  </a:lnTo>
                  <a:lnTo>
                    <a:pt x="1589212" y="467383"/>
                  </a:lnTo>
                  <a:lnTo>
                    <a:pt x="1598971" y="455718"/>
                  </a:lnTo>
                  <a:lnTo>
                    <a:pt x="1608715" y="418202"/>
                  </a:lnTo>
                  <a:lnTo>
                    <a:pt x="1618459" y="414271"/>
                  </a:lnTo>
                  <a:lnTo>
                    <a:pt x="1628218" y="414184"/>
                  </a:lnTo>
                  <a:lnTo>
                    <a:pt x="1637962" y="431741"/>
                  </a:lnTo>
                  <a:lnTo>
                    <a:pt x="1647720" y="432200"/>
                  </a:lnTo>
                  <a:lnTo>
                    <a:pt x="1657464" y="433377"/>
                  </a:lnTo>
                  <a:lnTo>
                    <a:pt x="1667208" y="434019"/>
                  </a:lnTo>
                  <a:lnTo>
                    <a:pt x="1676967" y="439358"/>
                  </a:lnTo>
                  <a:lnTo>
                    <a:pt x="1686711" y="447241"/>
                  </a:lnTo>
                  <a:lnTo>
                    <a:pt x="1696470" y="456035"/>
                  </a:lnTo>
                  <a:lnTo>
                    <a:pt x="1706214" y="474278"/>
                  </a:lnTo>
                  <a:lnTo>
                    <a:pt x="1715958" y="411587"/>
                  </a:lnTo>
                  <a:lnTo>
                    <a:pt x="1725716" y="392865"/>
                  </a:lnTo>
                  <a:lnTo>
                    <a:pt x="1735460" y="403883"/>
                  </a:lnTo>
                  <a:lnTo>
                    <a:pt x="1745219" y="404403"/>
                  </a:lnTo>
                  <a:lnTo>
                    <a:pt x="1754963" y="408479"/>
                  </a:lnTo>
                  <a:lnTo>
                    <a:pt x="1764707" y="437672"/>
                  </a:lnTo>
                  <a:lnTo>
                    <a:pt x="1774466" y="424052"/>
                  </a:lnTo>
                  <a:lnTo>
                    <a:pt x="1784210" y="403873"/>
                  </a:lnTo>
                  <a:lnTo>
                    <a:pt x="1793969" y="392703"/>
                  </a:lnTo>
                  <a:lnTo>
                    <a:pt x="1803713" y="376169"/>
                  </a:lnTo>
                  <a:lnTo>
                    <a:pt x="1813457" y="377740"/>
                  </a:lnTo>
                  <a:lnTo>
                    <a:pt x="1823215" y="356601"/>
                  </a:lnTo>
                  <a:lnTo>
                    <a:pt x="1832959" y="355119"/>
                  </a:lnTo>
                  <a:lnTo>
                    <a:pt x="1842703" y="332644"/>
                  </a:lnTo>
                  <a:lnTo>
                    <a:pt x="1852462" y="299317"/>
                  </a:lnTo>
                  <a:lnTo>
                    <a:pt x="1862206" y="290690"/>
                  </a:lnTo>
                  <a:lnTo>
                    <a:pt x="1871965" y="324813"/>
                  </a:lnTo>
                  <a:lnTo>
                    <a:pt x="1881709" y="343468"/>
                  </a:lnTo>
                  <a:lnTo>
                    <a:pt x="1891453" y="328666"/>
                  </a:lnTo>
                  <a:lnTo>
                    <a:pt x="1901212" y="347175"/>
                  </a:lnTo>
                  <a:lnTo>
                    <a:pt x="1910956" y="315134"/>
                  </a:lnTo>
                  <a:lnTo>
                    <a:pt x="1920714" y="330668"/>
                  </a:lnTo>
                  <a:lnTo>
                    <a:pt x="1930458" y="302290"/>
                  </a:lnTo>
                  <a:lnTo>
                    <a:pt x="1940202" y="268483"/>
                  </a:lnTo>
                  <a:lnTo>
                    <a:pt x="1949961" y="245467"/>
                  </a:lnTo>
                  <a:lnTo>
                    <a:pt x="1959705" y="230693"/>
                  </a:lnTo>
                  <a:lnTo>
                    <a:pt x="1969464" y="244223"/>
                  </a:lnTo>
                  <a:lnTo>
                    <a:pt x="1979208" y="246124"/>
                  </a:lnTo>
                  <a:lnTo>
                    <a:pt x="1988952" y="240683"/>
                  </a:lnTo>
                  <a:lnTo>
                    <a:pt x="1998711" y="268672"/>
                  </a:lnTo>
                  <a:lnTo>
                    <a:pt x="2008454" y="287199"/>
                  </a:lnTo>
                  <a:lnTo>
                    <a:pt x="2018213" y="272770"/>
                  </a:lnTo>
                  <a:lnTo>
                    <a:pt x="2027957" y="280920"/>
                  </a:lnTo>
                  <a:lnTo>
                    <a:pt x="2037701" y="242006"/>
                  </a:lnTo>
                  <a:lnTo>
                    <a:pt x="2047460" y="294435"/>
                  </a:lnTo>
                  <a:lnTo>
                    <a:pt x="2057204" y="291250"/>
                  </a:lnTo>
                  <a:lnTo>
                    <a:pt x="2066963" y="296546"/>
                  </a:lnTo>
                  <a:lnTo>
                    <a:pt x="2076707" y="279210"/>
                  </a:lnTo>
                  <a:lnTo>
                    <a:pt x="2086451" y="256134"/>
                  </a:lnTo>
                  <a:lnTo>
                    <a:pt x="2096210" y="232318"/>
                  </a:lnTo>
                  <a:lnTo>
                    <a:pt x="2105954" y="235970"/>
                  </a:lnTo>
                  <a:lnTo>
                    <a:pt x="2115697" y="273399"/>
                  </a:lnTo>
                  <a:lnTo>
                    <a:pt x="2125456" y="255379"/>
                  </a:lnTo>
                  <a:lnTo>
                    <a:pt x="2135200" y="210096"/>
                  </a:lnTo>
                  <a:lnTo>
                    <a:pt x="2144959" y="222205"/>
                  </a:lnTo>
                  <a:lnTo>
                    <a:pt x="2154703" y="212074"/>
                  </a:lnTo>
                  <a:lnTo>
                    <a:pt x="2164447" y="245674"/>
                  </a:lnTo>
                  <a:lnTo>
                    <a:pt x="2174206" y="281410"/>
                  </a:lnTo>
                  <a:lnTo>
                    <a:pt x="2183950" y="261213"/>
                  </a:lnTo>
                  <a:lnTo>
                    <a:pt x="2193709" y="252663"/>
                  </a:lnTo>
                  <a:lnTo>
                    <a:pt x="2203452" y="232589"/>
                  </a:lnTo>
                  <a:lnTo>
                    <a:pt x="2213196" y="236222"/>
                  </a:lnTo>
                  <a:lnTo>
                    <a:pt x="2222955" y="205925"/>
                  </a:lnTo>
                  <a:lnTo>
                    <a:pt x="2232699" y="179530"/>
                  </a:lnTo>
                  <a:lnTo>
                    <a:pt x="2242458" y="220228"/>
                  </a:lnTo>
                  <a:lnTo>
                    <a:pt x="2252202" y="234100"/>
                  </a:lnTo>
                  <a:lnTo>
                    <a:pt x="2261946" y="216183"/>
                  </a:lnTo>
                  <a:lnTo>
                    <a:pt x="2271705" y="213513"/>
                  </a:lnTo>
                  <a:lnTo>
                    <a:pt x="2281449" y="243147"/>
                  </a:lnTo>
                  <a:lnTo>
                    <a:pt x="2291208" y="233933"/>
                  </a:lnTo>
                  <a:lnTo>
                    <a:pt x="2300951" y="214457"/>
                  </a:lnTo>
                  <a:lnTo>
                    <a:pt x="2310695" y="218045"/>
                  </a:lnTo>
                  <a:lnTo>
                    <a:pt x="2320454" y="231243"/>
                  </a:lnTo>
                  <a:lnTo>
                    <a:pt x="2330198" y="249275"/>
                  </a:lnTo>
                  <a:lnTo>
                    <a:pt x="2339957" y="261106"/>
                  </a:lnTo>
                  <a:lnTo>
                    <a:pt x="2349701" y="240464"/>
                  </a:lnTo>
                  <a:lnTo>
                    <a:pt x="2359445" y="275428"/>
                  </a:lnTo>
                  <a:lnTo>
                    <a:pt x="2369204" y="262858"/>
                  </a:lnTo>
                  <a:lnTo>
                    <a:pt x="2378948" y="245526"/>
                  </a:lnTo>
                  <a:lnTo>
                    <a:pt x="2388692" y="270074"/>
                  </a:lnTo>
                  <a:lnTo>
                    <a:pt x="2398450" y="257349"/>
                  </a:lnTo>
                  <a:lnTo>
                    <a:pt x="2408194" y="294215"/>
                  </a:lnTo>
                  <a:lnTo>
                    <a:pt x="2417953" y="285606"/>
                  </a:lnTo>
                  <a:lnTo>
                    <a:pt x="2427697" y="321918"/>
                  </a:lnTo>
                  <a:lnTo>
                    <a:pt x="2437441" y="352356"/>
                  </a:lnTo>
                  <a:lnTo>
                    <a:pt x="2447200" y="364273"/>
                  </a:lnTo>
                  <a:lnTo>
                    <a:pt x="2456944" y="363045"/>
                  </a:lnTo>
                  <a:lnTo>
                    <a:pt x="2466703" y="371275"/>
                  </a:lnTo>
                  <a:lnTo>
                    <a:pt x="2476446" y="421583"/>
                  </a:lnTo>
                  <a:lnTo>
                    <a:pt x="2486190" y="420253"/>
                  </a:lnTo>
                  <a:lnTo>
                    <a:pt x="2495949" y="403269"/>
                  </a:lnTo>
                  <a:lnTo>
                    <a:pt x="2505693" y="437245"/>
                  </a:lnTo>
                  <a:lnTo>
                    <a:pt x="2515452" y="442521"/>
                  </a:lnTo>
                  <a:lnTo>
                    <a:pt x="2525196" y="452023"/>
                  </a:lnTo>
                  <a:lnTo>
                    <a:pt x="2534940" y="420408"/>
                  </a:lnTo>
                  <a:lnTo>
                    <a:pt x="2544699" y="403929"/>
                  </a:lnTo>
                  <a:lnTo>
                    <a:pt x="2554443" y="408886"/>
                  </a:lnTo>
                  <a:lnTo>
                    <a:pt x="2564202" y="412828"/>
                  </a:lnTo>
                  <a:lnTo>
                    <a:pt x="2573946" y="369511"/>
                  </a:lnTo>
                  <a:lnTo>
                    <a:pt x="2583690" y="335090"/>
                  </a:lnTo>
                  <a:lnTo>
                    <a:pt x="2593448" y="303571"/>
                  </a:lnTo>
                  <a:lnTo>
                    <a:pt x="2603192" y="325555"/>
                  </a:lnTo>
                  <a:lnTo>
                    <a:pt x="2612951" y="325751"/>
                  </a:lnTo>
                  <a:lnTo>
                    <a:pt x="2622695" y="344090"/>
                  </a:lnTo>
                  <a:lnTo>
                    <a:pt x="2632439" y="328032"/>
                  </a:lnTo>
                  <a:lnTo>
                    <a:pt x="2642198" y="316408"/>
                  </a:lnTo>
                  <a:lnTo>
                    <a:pt x="2651942" y="309780"/>
                  </a:lnTo>
                  <a:lnTo>
                    <a:pt x="2661685" y="288814"/>
                  </a:lnTo>
                  <a:lnTo>
                    <a:pt x="2671444" y="309021"/>
                  </a:lnTo>
                  <a:lnTo>
                    <a:pt x="2681188" y="290354"/>
                  </a:lnTo>
                  <a:lnTo>
                    <a:pt x="2690947" y="324169"/>
                  </a:lnTo>
                  <a:lnTo>
                    <a:pt x="2700691" y="320607"/>
                  </a:lnTo>
                  <a:lnTo>
                    <a:pt x="2710435" y="327897"/>
                  </a:lnTo>
                  <a:lnTo>
                    <a:pt x="2720194" y="325619"/>
                  </a:lnTo>
                  <a:lnTo>
                    <a:pt x="2729938" y="321376"/>
                  </a:lnTo>
                  <a:lnTo>
                    <a:pt x="2739697" y="333582"/>
                  </a:lnTo>
                  <a:lnTo>
                    <a:pt x="2749441" y="322129"/>
                  </a:lnTo>
                  <a:lnTo>
                    <a:pt x="2759185" y="274767"/>
                  </a:lnTo>
                  <a:lnTo>
                    <a:pt x="2768943" y="277257"/>
                  </a:lnTo>
                  <a:lnTo>
                    <a:pt x="2778687" y="282461"/>
                  </a:lnTo>
                  <a:lnTo>
                    <a:pt x="2788446" y="299590"/>
                  </a:lnTo>
                  <a:lnTo>
                    <a:pt x="2798190" y="268946"/>
                  </a:lnTo>
                  <a:lnTo>
                    <a:pt x="2807934" y="239105"/>
                  </a:lnTo>
                  <a:lnTo>
                    <a:pt x="2817693" y="246837"/>
                  </a:lnTo>
                  <a:lnTo>
                    <a:pt x="2827437" y="232683"/>
                  </a:lnTo>
                  <a:lnTo>
                    <a:pt x="2837196" y="241995"/>
                  </a:lnTo>
                  <a:lnTo>
                    <a:pt x="2846940" y="242217"/>
                  </a:lnTo>
                  <a:lnTo>
                    <a:pt x="2856684" y="290783"/>
                  </a:lnTo>
                  <a:lnTo>
                    <a:pt x="2866442" y="285611"/>
                  </a:lnTo>
                  <a:lnTo>
                    <a:pt x="2876186" y="274535"/>
                  </a:lnTo>
                  <a:lnTo>
                    <a:pt x="2885945" y="253686"/>
                  </a:lnTo>
                  <a:lnTo>
                    <a:pt x="2895689" y="253588"/>
                  </a:lnTo>
                  <a:lnTo>
                    <a:pt x="2905433" y="259694"/>
                  </a:lnTo>
                  <a:lnTo>
                    <a:pt x="2915192" y="28091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1" name="Freeform 1050">
              <a:extLst>
                <a:ext uri="{FF2B5EF4-FFF2-40B4-BE49-F238E27FC236}">
                  <a16:creationId xmlns:a16="http://schemas.microsoft.com/office/drawing/2014/main" id="{748940DF-39E2-6DC6-6E7A-529FED20923B}"/>
                </a:ext>
              </a:extLst>
            </p:cNvPr>
            <p:cNvSpPr/>
            <p:nvPr/>
          </p:nvSpPr>
          <p:spPr>
            <a:xfrm>
              <a:off x="4426652" y="3353632"/>
              <a:ext cx="2915191" cy="451375"/>
            </a:xfrm>
            <a:custGeom>
              <a:avLst/>
              <a:gdLst>
                <a:gd name="connsiteX0" fmla="*/ 0 w 2915191"/>
                <a:gd name="connsiteY0" fmla="*/ 156822 h 451375"/>
                <a:gd name="connsiteX1" fmla="*/ 9750 w 2915191"/>
                <a:gd name="connsiteY1" fmla="*/ 159105 h 451375"/>
                <a:gd name="connsiteX2" fmla="*/ 19500 w 2915191"/>
                <a:gd name="connsiteY2" fmla="*/ 145840 h 451375"/>
                <a:gd name="connsiteX3" fmla="*/ 29250 w 2915191"/>
                <a:gd name="connsiteY3" fmla="*/ 149081 h 451375"/>
                <a:gd name="connsiteX4" fmla="*/ 39000 w 2915191"/>
                <a:gd name="connsiteY4" fmla="*/ 138246 h 451375"/>
                <a:gd name="connsiteX5" fmla="*/ 48749 w 2915191"/>
                <a:gd name="connsiteY5" fmla="*/ 99646 h 451375"/>
                <a:gd name="connsiteX6" fmla="*/ 58499 w 2915191"/>
                <a:gd name="connsiteY6" fmla="*/ 107730 h 451375"/>
                <a:gd name="connsiteX7" fmla="*/ 68249 w 2915191"/>
                <a:gd name="connsiteY7" fmla="*/ 101052 h 451375"/>
                <a:gd name="connsiteX8" fmla="*/ 77998 w 2915191"/>
                <a:gd name="connsiteY8" fmla="*/ 76232 h 451375"/>
                <a:gd name="connsiteX9" fmla="*/ 87748 w 2915191"/>
                <a:gd name="connsiteY9" fmla="*/ 113790 h 451375"/>
                <a:gd name="connsiteX10" fmla="*/ 97497 w 2915191"/>
                <a:gd name="connsiteY10" fmla="*/ 111194 h 451375"/>
                <a:gd name="connsiteX11" fmla="*/ 107247 w 2915191"/>
                <a:gd name="connsiteY11" fmla="*/ 107250 h 451375"/>
                <a:gd name="connsiteX12" fmla="*/ 116997 w 2915191"/>
                <a:gd name="connsiteY12" fmla="*/ 97527 h 451375"/>
                <a:gd name="connsiteX13" fmla="*/ 126747 w 2915191"/>
                <a:gd name="connsiteY13" fmla="*/ 97129 h 451375"/>
                <a:gd name="connsiteX14" fmla="*/ 136497 w 2915191"/>
                <a:gd name="connsiteY14" fmla="*/ 80176 h 451375"/>
                <a:gd name="connsiteX15" fmla="*/ 146247 w 2915191"/>
                <a:gd name="connsiteY15" fmla="*/ 93554 h 451375"/>
                <a:gd name="connsiteX16" fmla="*/ 155997 w 2915191"/>
                <a:gd name="connsiteY16" fmla="*/ 97603 h 451375"/>
                <a:gd name="connsiteX17" fmla="*/ 165747 w 2915191"/>
                <a:gd name="connsiteY17" fmla="*/ 59956 h 451375"/>
                <a:gd name="connsiteX18" fmla="*/ 175497 w 2915191"/>
                <a:gd name="connsiteY18" fmla="*/ 57765 h 451375"/>
                <a:gd name="connsiteX19" fmla="*/ 185247 w 2915191"/>
                <a:gd name="connsiteY19" fmla="*/ 42155 h 451375"/>
                <a:gd name="connsiteX20" fmla="*/ 194996 w 2915191"/>
                <a:gd name="connsiteY20" fmla="*/ 36577 h 451375"/>
                <a:gd name="connsiteX21" fmla="*/ 204746 w 2915191"/>
                <a:gd name="connsiteY21" fmla="*/ 6998 h 451375"/>
                <a:gd name="connsiteX22" fmla="*/ 214495 w 2915191"/>
                <a:gd name="connsiteY22" fmla="*/ 0 h 451375"/>
                <a:gd name="connsiteX23" fmla="*/ 224245 w 2915191"/>
                <a:gd name="connsiteY23" fmla="*/ 2005 h 451375"/>
                <a:gd name="connsiteX24" fmla="*/ 233995 w 2915191"/>
                <a:gd name="connsiteY24" fmla="*/ 26557 h 451375"/>
                <a:gd name="connsiteX25" fmla="*/ 243744 w 2915191"/>
                <a:gd name="connsiteY25" fmla="*/ 60952 h 451375"/>
                <a:gd name="connsiteX26" fmla="*/ 253494 w 2915191"/>
                <a:gd name="connsiteY26" fmla="*/ 71619 h 451375"/>
                <a:gd name="connsiteX27" fmla="*/ 263244 w 2915191"/>
                <a:gd name="connsiteY27" fmla="*/ 74322 h 451375"/>
                <a:gd name="connsiteX28" fmla="*/ 272994 w 2915191"/>
                <a:gd name="connsiteY28" fmla="*/ 75077 h 451375"/>
                <a:gd name="connsiteX29" fmla="*/ 282744 w 2915191"/>
                <a:gd name="connsiteY29" fmla="*/ 95242 h 451375"/>
                <a:gd name="connsiteX30" fmla="*/ 292494 w 2915191"/>
                <a:gd name="connsiteY30" fmla="*/ 68270 h 451375"/>
                <a:gd name="connsiteX31" fmla="*/ 302244 w 2915191"/>
                <a:gd name="connsiteY31" fmla="*/ 50835 h 451375"/>
                <a:gd name="connsiteX32" fmla="*/ 311994 w 2915191"/>
                <a:gd name="connsiteY32" fmla="*/ 40723 h 451375"/>
                <a:gd name="connsiteX33" fmla="*/ 321744 w 2915191"/>
                <a:gd name="connsiteY33" fmla="*/ 65906 h 451375"/>
                <a:gd name="connsiteX34" fmla="*/ 331493 w 2915191"/>
                <a:gd name="connsiteY34" fmla="*/ 45686 h 451375"/>
                <a:gd name="connsiteX35" fmla="*/ 341243 w 2915191"/>
                <a:gd name="connsiteY35" fmla="*/ 54344 h 451375"/>
                <a:gd name="connsiteX36" fmla="*/ 350993 w 2915191"/>
                <a:gd name="connsiteY36" fmla="*/ 36984 h 451375"/>
                <a:gd name="connsiteX37" fmla="*/ 360742 w 2915191"/>
                <a:gd name="connsiteY37" fmla="*/ 42544 h 451375"/>
                <a:gd name="connsiteX38" fmla="*/ 370492 w 2915191"/>
                <a:gd name="connsiteY38" fmla="*/ 24884 h 451375"/>
                <a:gd name="connsiteX39" fmla="*/ 380241 w 2915191"/>
                <a:gd name="connsiteY39" fmla="*/ 1341 h 451375"/>
                <a:gd name="connsiteX40" fmla="*/ 389991 w 2915191"/>
                <a:gd name="connsiteY40" fmla="*/ 26523 h 451375"/>
                <a:gd name="connsiteX41" fmla="*/ 399741 w 2915191"/>
                <a:gd name="connsiteY41" fmla="*/ 45461 h 451375"/>
                <a:gd name="connsiteX42" fmla="*/ 409491 w 2915191"/>
                <a:gd name="connsiteY42" fmla="*/ 22503 h 451375"/>
                <a:gd name="connsiteX43" fmla="*/ 419241 w 2915191"/>
                <a:gd name="connsiteY43" fmla="*/ 53739 h 451375"/>
                <a:gd name="connsiteX44" fmla="*/ 428991 w 2915191"/>
                <a:gd name="connsiteY44" fmla="*/ 35171 h 451375"/>
                <a:gd name="connsiteX45" fmla="*/ 438741 w 2915191"/>
                <a:gd name="connsiteY45" fmla="*/ 69775 h 451375"/>
                <a:gd name="connsiteX46" fmla="*/ 448491 w 2915191"/>
                <a:gd name="connsiteY46" fmla="*/ 94519 h 451375"/>
                <a:gd name="connsiteX47" fmla="*/ 458241 w 2915191"/>
                <a:gd name="connsiteY47" fmla="*/ 111231 h 451375"/>
                <a:gd name="connsiteX48" fmla="*/ 467991 w 2915191"/>
                <a:gd name="connsiteY48" fmla="*/ 78628 h 451375"/>
                <a:gd name="connsiteX49" fmla="*/ 477740 w 2915191"/>
                <a:gd name="connsiteY49" fmla="*/ 50926 h 451375"/>
                <a:gd name="connsiteX50" fmla="*/ 487490 w 2915191"/>
                <a:gd name="connsiteY50" fmla="*/ 86001 h 451375"/>
                <a:gd name="connsiteX51" fmla="*/ 497239 w 2915191"/>
                <a:gd name="connsiteY51" fmla="*/ 55655 h 451375"/>
                <a:gd name="connsiteX52" fmla="*/ 506989 w 2915191"/>
                <a:gd name="connsiteY52" fmla="*/ 75921 h 451375"/>
                <a:gd name="connsiteX53" fmla="*/ 516738 w 2915191"/>
                <a:gd name="connsiteY53" fmla="*/ 64752 h 451375"/>
                <a:gd name="connsiteX54" fmla="*/ 526488 w 2915191"/>
                <a:gd name="connsiteY54" fmla="*/ 105890 h 451375"/>
                <a:gd name="connsiteX55" fmla="*/ 536238 w 2915191"/>
                <a:gd name="connsiteY55" fmla="*/ 107493 h 451375"/>
                <a:gd name="connsiteX56" fmla="*/ 545988 w 2915191"/>
                <a:gd name="connsiteY56" fmla="*/ 116821 h 451375"/>
                <a:gd name="connsiteX57" fmla="*/ 555738 w 2915191"/>
                <a:gd name="connsiteY57" fmla="*/ 134276 h 451375"/>
                <a:gd name="connsiteX58" fmla="*/ 565488 w 2915191"/>
                <a:gd name="connsiteY58" fmla="*/ 177396 h 451375"/>
                <a:gd name="connsiteX59" fmla="*/ 575238 w 2915191"/>
                <a:gd name="connsiteY59" fmla="*/ 205350 h 451375"/>
                <a:gd name="connsiteX60" fmla="*/ 584988 w 2915191"/>
                <a:gd name="connsiteY60" fmla="*/ 193754 h 451375"/>
                <a:gd name="connsiteX61" fmla="*/ 594738 w 2915191"/>
                <a:gd name="connsiteY61" fmla="*/ 182761 h 451375"/>
                <a:gd name="connsiteX62" fmla="*/ 604488 w 2915191"/>
                <a:gd name="connsiteY62" fmla="*/ 165639 h 451375"/>
                <a:gd name="connsiteX63" fmla="*/ 614237 w 2915191"/>
                <a:gd name="connsiteY63" fmla="*/ 184175 h 451375"/>
                <a:gd name="connsiteX64" fmla="*/ 623987 w 2915191"/>
                <a:gd name="connsiteY64" fmla="*/ 183092 h 451375"/>
                <a:gd name="connsiteX65" fmla="*/ 633736 w 2915191"/>
                <a:gd name="connsiteY65" fmla="*/ 176216 h 451375"/>
                <a:gd name="connsiteX66" fmla="*/ 643486 w 2915191"/>
                <a:gd name="connsiteY66" fmla="*/ 205576 h 451375"/>
                <a:gd name="connsiteX67" fmla="*/ 653236 w 2915191"/>
                <a:gd name="connsiteY67" fmla="*/ 197876 h 451375"/>
                <a:gd name="connsiteX68" fmla="*/ 662985 w 2915191"/>
                <a:gd name="connsiteY68" fmla="*/ 211202 h 451375"/>
                <a:gd name="connsiteX69" fmla="*/ 672735 w 2915191"/>
                <a:gd name="connsiteY69" fmla="*/ 257983 h 451375"/>
                <a:gd name="connsiteX70" fmla="*/ 682485 w 2915191"/>
                <a:gd name="connsiteY70" fmla="*/ 293458 h 451375"/>
                <a:gd name="connsiteX71" fmla="*/ 692235 w 2915191"/>
                <a:gd name="connsiteY71" fmla="*/ 321376 h 451375"/>
                <a:gd name="connsiteX72" fmla="*/ 701985 w 2915191"/>
                <a:gd name="connsiteY72" fmla="*/ 301393 h 451375"/>
                <a:gd name="connsiteX73" fmla="*/ 711735 w 2915191"/>
                <a:gd name="connsiteY73" fmla="*/ 325395 h 451375"/>
                <a:gd name="connsiteX74" fmla="*/ 721485 w 2915191"/>
                <a:gd name="connsiteY74" fmla="*/ 310568 h 451375"/>
                <a:gd name="connsiteX75" fmla="*/ 731235 w 2915191"/>
                <a:gd name="connsiteY75" fmla="*/ 301231 h 451375"/>
                <a:gd name="connsiteX76" fmla="*/ 740985 w 2915191"/>
                <a:gd name="connsiteY76" fmla="*/ 308242 h 451375"/>
                <a:gd name="connsiteX77" fmla="*/ 750734 w 2915191"/>
                <a:gd name="connsiteY77" fmla="*/ 317669 h 451375"/>
                <a:gd name="connsiteX78" fmla="*/ 760484 w 2915191"/>
                <a:gd name="connsiteY78" fmla="*/ 307646 h 451375"/>
                <a:gd name="connsiteX79" fmla="*/ 770233 w 2915191"/>
                <a:gd name="connsiteY79" fmla="*/ 307908 h 451375"/>
                <a:gd name="connsiteX80" fmla="*/ 779983 w 2915191"/>
                <a:gd name="connsiteY80" fmla="*/ 305657 h 451375"/>
                <a:gd name="connsiteX81" fmla="*/ 789733 w 2915191"/>
                <a:gd name="connsiteY81" fmla="*/ 310986 h 451375"/>
                <a:gd name="connsiteX82" fmla="*/ 799482 w 2915191"/>
                <a:gd name="connsiteY82" fmla="*/ 314178 h 451375"/>
                <a:gd name="connsiteX83" fmla="*/ 809232 w 2915191"/>
                <a:gd name="connsiteY83" fmla="*/ 330130 h 451375"/>
                <a:gd name="connsiteX84" fmla="*/ 818982 w 2915191"/>
                <a:gd name="connsiteY84" fmla="*/ 364085 h 451375"/>
                <a:gd name="connsiteX85" fmla="*/ 828732 w 2915191"/>
                <a:gd name="connsiteY85" fmla="*/ 375740 h 451375"/>
                <a:gd name="connsiteX86" fmla="*/ 838482 w 2915191"/>
                <a:gd name="connsiteY86" fmla="*/ 386150 h 451375"/>
                <a:gd name="connsiteX87" fmla="*/ 848232 w 2915191"/>
                <a:gd name="connsiteY87" fmla="*/ 390419 h 451375"/>
                <a:gd name="connsiteX88" fmla="*/ 857982 w 2915191"/>
                <a:gd name="connsiteY88" fmla="*/ 380802 h 451375"/>
                <a:gd name="connsiteX89" fmla="*/ 867732 w 2915191"/>
                <a:gd name="connsiteY89" fmla="*/ 366174 h 451375"/>
                <a:gd name="connsiteX90" fmla="*/ 877482 w 2915191"/>
                <a:gd name="connsiteY90" fmla="*/ 348489 h 451375"/>
                <a:gd name="connsiteX91" fmla="*/ 887231 w 2915191"/>
                <a:gd name="connsiteY91" fmla="*/ 340489 h 451375"/>
                <a:gd name="connsiteX92" fmla="*/ 896981 w 2915191"/>
                <a:gd name="connsiteY92" fmla="*/ 364462 h 451375"/>
                <a:gd name="connsiteX93" fmla="*/ 906730 w 2915191"/>
                <a:gd name="connsiteY93" fmla="*/ 351820 h 451375"/>
                <a:gd name="connsiteX94" fmla="*/ 916480 w 2915191"/>
                <a:gd name="connsiteY94" fmla="*/ 377223 h 451375"/>
                <a:gd name="connsiteX95" fmla="*/ 926230 w 2915191"/>
                <a:gd name="connsiteY95" fmla="*/ 424609 h 451375"/>
                <a:gd name="connsiteX96" fmla="*/ 935979 w 2915191"/>
                <a:gd name="connsiteY96" fmla="*/ 431835 h 451375"/>
                <a:gd name="connsiteX97" fmla="*/ 945729 w 2915191"/>
                <a:gd name="connsiteY97" fmla="*/ 422033 h 451375"/>
                <a:gd name="connsiteX98" fmla="*/ 955479 w 2915191"/>
                <a:gd name="connsiteY98" fmla="*/ 422973 h 451375"/>
                <a:gd name="connsiteX99" fmla="*/ 965229 w 2915191"/>
                <a:gd name="connsiteY99" fmla="*/ 380769 h 451375"/>
                <a:gd name="connsiteX100" fmla="*/ 974979 w 2915191"/>
                <a:gd name="connsiteY100" fmla="*/ 436019 h 451375"/>
                <a:gd name="connsiteX101" fmla="*/ 984729 w 2915191"/>
                <a:gd name="connsiteY101" fmla="*/ 436244 h 451375"/>
                <a:gd name="connsiteX102" fmla="*/ 994474 w 2915191"/>
                <a:gd name="connsiteY102" fmla="*/ 404916 h 451375"/>
                <a:gd name="connsiteX103" fmla="*/ 1004233 w 2915191"/>
                <a:gd name="connsiteY103" fmla="*/ 387166 h 451375"/>
                <a:gd name="connsiteX104" fmla="*/ 1013977 w 2915191"/>
                <a:gd name="connsiteY104" fmla="*/ 385060 h 451375"/>
                <a:gd name="connsiteX105" fmla="*/ 1023721 w 2915191"/>
                <a:gd name="connsiteY105" fmla="*/ 365654 h 451375"/>
                <a:gd name="connsiteX106" fmla="*/ 1033480 w 2915191"/>
                <a:gd name="connsiteY106" fmla="*/ 353994 h 451375"/>
                <a:gd name="connsiteX107" fmla="*/ 1043224 w 2915191"/>
                <a:gd name="connsiteY107" fmla="*/ 330836 h 451375"/>
                <a:gd name="connsiteX108" fmla="*/ 1052983 w 2915191"/>
                <a:gd name="connsiteY108" fmla="*/ 305237 h 451375"/>
                <a:gd name="connsiteX109" fmla="*/ 1062727 w 2915191"/>
                <a:gd name="connsiteY109" fmla="*/ 327200 h 451375"/>
                <a:gd name="connsiteX110" fmla="*/ 1072471 w 2915191"/>
                <a:gd name="connsiteY110" fmla="*/ 314443 h 451375"/>
                <a:gd name="connsiteX111" fmla="*/ 1082230 w 2915191"/>
                <a:gd name="connsiteY111" fmla="*/ 308762 h 451375"/>
                <a:gd name="connsiteX112" fmla="*/ 1091973 w 2915191"/>
                <a:gd name="connsiteY112" fmla="*/ 346024 h 451375"/>
                <a:gd name="connsiteX113" fmla="*/ 1101732 w 2915191"/>
                <a:gd name="connsiteY113" fmla="*/ 381086 h 451375"/>
                <a:gd name="connsiteX114" fmla="*/ 1111476 w 2915191"/>
                <a:gd name="connsiteY114" fmla="*/ 368392 h 451375"/>
                <a:gd name="connsiteX115" fmla="*/ 1121220 w 2915191"/>
                <a:gd name="connsiteY115" fmla="*/ 335972 h 451375"/>
                <a:gd name="connsiteX116" fmla="*/ 1130979 w 2915191"/>
                <a:gd name="connsiteY116" fmla="*/ 323956 h 451375"/>
                <a:gd name="connsiteX117" fmla="*/ 1140723 w 2915191"/>
                <a:gd name="connsiteY117" fmla="*/ 323826 h 451375"/>
                <a:gd name="connsiteX118" fmla="*/ 1150482 w 2915191"/>
                <a:gd name="connsiteY118" fmla="*/ 317685 h 451375"/>
                <a:gd name="connsiteX119" fmla="*/ 1160226 w 2915191"/>
                <a:gd name="connsiteY119" fmla="*/ 309586 h 451375"/>
                <a:gd name="connsiteX120" fmla="*/ 1169969 w 2915191"/>
                <a:gd name="connsiteY120" fmla="*/ 301086 h 451375"/>
                <a:gd name="connsiteX121" fmla="*/ 1179728 w 2915191"/>
                <a:gd name="connsiteY121" fmla="*/ 290614 h 451375"/>
                <a:gd name="connsiteX122" fmla="*/ 1189472 w 2915191"/>
                <a:gd name="connsiteY122" fmla="*/ 300341 h 451375"/>
                <a:gd name="connsiteX123" fmla="*/ 1199231 w 2915191"/>
                <a:gd name="connsiteY123" fmla="*/ 373225 h 451375"/>
                <a:gd name="connsiteX124" fmla="*/ 1208975 w 2915191"/>
                <a:gd name="connsiteY124" fmla="*/ 377464 h 451375"/>
                <a:gd name="connsiteX125" fmla="*/ 1218719 w 2915191"/>
                <a:gd name="connsiteY125" fmla="*/ 352431 h 451375"/>
                <a:gd name="connsiteX126" fmla="*/ 1228478 w 2915191"/>
                <a:gd name="connsiteY126" fmla="*/ 365713 h 451375"/>
                <a:gd name="connsiteX127" fmla="*/ 1238222 w 2915191"/>
                <a:gd name="connsiteY127" fmla="*/ 378430 h 451375"/>
                <a:gd name="connsiteX128" fmla="*/ 1247966 w 2915191"/>
                <a:gd name="connsiteY128" fmla="*/ 380833 h 451375"/>
                <a:gd name="connsiteX129" fmla="*/ 1257725 w 2915191"/>
                <a:gd name="connsiteY129" fmla="*/ 382698 h 451375"/>
                <a:gd name="connsiteX130" fmla="*/ 1267469 w 2915191"/>
                <a:gd name="connsiteY130" fmla="*/ 406502 h 451375"/>
                <a:gd name="connsiteX131" fmla="*/ 1277227 w 2915191"/>
                <a:gd name="connsiteY131" fmla="*/ 344374 h 451375"/>
                <a:gd name="connsiteX132" fmla="*/ 1286971 w 2915191"/>
                <a:gd name="connsiteY132" fmla="*/ 327110 h 451375"/>
                <a:gd name="connsiteX133" fmla="*/ 1296715 w 2915191"/>
                <a:gd name="connsiteY133" fmla="*/ 290301 h 451375"/>
                <a:gd name="connsiteX134" fmla="*/ 1306474 w 2915191"/>
                <a:gd name="connsiteY134" fmla="*/ 310766 h 451375"/>
                <a:gd name="connsiteX135" fmla="*/ 1316218 w 2915191"/>
                <a:gd name="connsiteY135" fmla="*/ 285731 h 451375"/>
                <a:gd name="connsiteX136" fmla="*/ 1325977 w 2915191"/>
                <a:gd name="connsiteY136" fmla="*/ 270522 h 451375"/>
                <a:gd name="connsiteX137" fmla="*/ 1335721 w 2915191"/>
                <a:gd name="connsiteY137" fmla="*/ 259871 h 451375"/>
                <a:gd name="connsiteX138" fmla="*/ 1345465 w 2915191"/>
                <a:gd name="connsiteY138" fmla="*/ 259445 h 451375"/>
                <a:gd name="connsiteX139" fmla="*/ 1355224 w 2915191"/>
                <a:gd name="connsiteY139" fmla="*/ 273715 h 451375"/>
                <a:gd name="connsiteX140" fmla="*/ 1364967 w 2915191"/>
                <a:gd name="connsiteY140" fmla="*/ 243549 h 451375"/>
                <a:gd name="connsiteX141" fmla="*/ 1374726 w 2915191"/>
                <a:gd name="connsiteY141" fmla="*/ 261042 h 451375"/>
                <a:gd name="connsiteX142" fmla="*/ 1384470 w 2915191"/>
                <a:gd name="connsiteY142" fmla="*/ 269879 h 451375"/>
                <a:gd name="connsiteX143" fmla="*/ 1394214 w 2915191"/>
                <a:gd name="connsiteY143" fmla="*/ 281162 h 451375"/>
                <a:gd name="connsiteX144" fmla="*/ 1403973 w 2915191"/>
                <a:gd name="connsiteY144" fmla="*/ 265203 h 451375"/>
                <a:gd name="connsiteX145" fmla="*/ 1413717 w 2915191"/>
                <a:gd name="connsiteY145" fmla="*/ 234529 h 451375"/>
                <a:gd name="connsiteX146" fmla="*/ 1423476 w 2915191"/>
                <a:gd name="connsiteY146" fmla="*/ 255821 h 451375"/>
                <a:gd name="connsiteX147" fmla="*/ 1433220 w 2915191"/>
                <a:gd name="connsiteY147" fmla="*/ 267939 h 451375"/>
                <a:gd name="connsiteX148" fmla="*/ 1442964 w 2915191"/>
                <a:gd name="connsiteY148" fmla="*/ 267559 h 451375"/>
                <a:gd name="connsiteX149" fmla="*/ 1452722 w 2915191"/>
                <a:gd name="connsiteY149" fmla="*/ 262665 h 451375"/>
                <a:gd name="connsiteX150" fmla="*/ 1462466 w 2915191"/>
                <a:gd name="connsiteY150" fmla="*/ 242435 h 451375"/>
                <a:gd name="connsiteX151" fmla="*/ 1472225 w 2915191"/>
                <a:gd name="connsiteY151" fmla="*/ 226110 h 451375"/>
                <a:gd name="connsiteX152" fmla="*/ 1481969 w 2915191"/>
                <a:gd name="connsiteY152" fmla="*/ 218211 h 451375"/>
                <a:gd name="connsiteX153" fmla="*/ 1491713 w 2915191"/>
                <a:gd name="connsiteY153" fmla="*/ 262279 h 451375"/>
                <a:gd name="connsiteX154" fmla="*/ 1501472 w 2915191"/>
                <a:gd name="connsiteY154" fmla="*/ 214219 h 451375"/>
                <a:gd name="connsiteX155" fmla="*/ 1511216 w 2915191"/>
                <a:gd name="connsiteY155" fmla="*/ 231190 h 451375"/>
                <a:gd name="connsiteX156" fmla="*/ 1520960 w 2915191"/>
                <a:gd name="connsiteY156" fmla="*/ 231253 h 451375"/>
                <a:gd name="connsiteX157" fmla="*/ 1530719 w 2915191"/>
                <a:gd name="connsiteY157" fmla="*/ 226448 h 451375"/>
                <a:gd name="connsiteX158" fmla="*/ 1540463 w 2915191"/>
                <a:gd name="connsiteY158" fmla="*/ 240154 h 451375"/>
                <a:gd name="connsiteX159" fmla="*/ 1550221 w 2915191"/>
                <a:gd name="connsiteY159" fmla="*/ 250288 h 451375"/>
                <a:gd name="connsiteX160" fmla="*/ 1559965 w 2915191"/>
                <a:gd name="connsiteY160" fmla="*/ 258308 h 451375"/>
                <a:gd name="connsiteX161" fmla="*/ 1569709 w 2915191"/>
                <a:gd name="connsiteY161" fmla="*/ 272905 h 451375"/>
                <a:gd name="connsiteX162" fmla="*/ 1579468 w 2915191"/>
                <a:gd name="connsiteY162" fmla="*/ 261619 h 451375"/>
                <a:gd name="connsiteX163" fmla="*/ 1589212 w 2915191"/>
                <a:gd name="connsiteY163" fmla="*/ 234424 h 451375"/>
                <a:gd name="connsiteX164" fmla="*/ 1598971 w 2915191"/>
                <a:gd name="connsiteY164" fmla="*/ 236276 h 451375"/>
                <a:gd name="connsiteX165" fmla="*/ 1608715 w 2915191"/>
                <a:gd name="connsiteY165" fmla="*/ 227758 h 451375"/>
                <a:gd name="connsiteX166" fmla="*/ 1618459 w 2915191"/>
                <a:gd name="connsiteY166" fmla="*/ 211129 h 451375"/>
                <a:gd name="connsiteX167" fmla="*/ 1628218 w 2915191"/>
                <a:gd name="connsiteY167" fmla="*/ 189415 h 451375"/>
                <a:gd name="connsiteX168" fmla="*/ 1637962 w 2915191"/>
                <a:gd name="connsiteY168" fmla="*/ 239714 h 451375"/>
                <a:gd name="connsiteX169" fmla="*/ 1647720 w 2915191"/>
                <a:gd name="connsiteY169" fmla="*/ 262314 h 451375"/>
                <a:gd name="connsiteX170" fmla="*/ 1657464 w 2915191"/>
                <a:gd name="connsiteY170" fmla="*/ 251146 h 451375"/>
                <a:gd name="connsiteX171" fmla="*/ 1667208 w 2915191"/>
                <a:gd name="connsiteY171" fmla="*/ 261328 h 451375"/>
                <a:gd name="connsiteX172" fmla="*/ 1676967 w 2915191"/>
                <a:gd name="connsiteY172" fmla="*/ 273903 h 451375"/>
                <a:gd name="connsiteX173" fmla="*/ 1686711 w 2915191"/>
                <a:gd name="connsiteY173" fmla="*/ 297270 h 451375"/>
                <a:gd name="connsiteX174" fmla="*/ 1696470 w 2915191"/>
                <a:gd name="connsiteY174" fmla="*/ 296795 h 451375"/>
                <a:gd name="connsiteX175" fmla="*/ 1706214 w 2915191"/>
                <a:gd name="connsiteY175" fmla="*/ 317792 h 451375"/>
                <a:gd name="connsiteX176" fmla="*/ 1715958 w 2915191"/>
                <a:gd name="connsiteY176" fmla="*/ 296898 h 451375"/>
                <a:gd name="connsiteX177" fmla="*/ 1725716 w 2915191"/>
                <a:gd name="connsiteY177" fmla="*/ 290198 h 451375"/>
                <a:gd name="connsiteX178" fmla="*/ 1735460 w 2915191"/>
                <a:gd name="connsiteY178" fmla="*/ 277474 h 451375"/>
                <a:gd name="connsiteX179" fmla="*/ 1745219 w 2915191"/>
                <a:gd name="connsiteY179" fmla="*/ 278180 h 451375"/>
                <a:gd name="connsiteX180" fmla="*/ 1754963 w 2915191"/>
                <a:gd name="connsiteY180" fmla="*/ 299864 h 451375"/>
                <a:gd name="connsiteX181" fmla="*/ 1764707 w 2915191"/>
                <a:gd name="connsiteY181" fmla="*/ 315036 h 451375"/>
                <a:gd name="connsiteX182" fmla="*/ 1774466 w 2915191"/>
                <a:gd name="connsiteY182" fmla="*/ 324607 h 451375"/>
                <a:gd name="connsiteX183" fmla="*/ 1784210 w 2915191"/>
                <a:gd name="connsiteY183" fmla="*/ 327584 h 451375"/>
                <a:gd name="connsiteX184" fmla="*/ 1793969 w 2915191"/>
                <a:gd name="connsiteY184" fmla="*/ 340671 h 451375"/>
                <a:gd name="connsiteX185" fmla="*/ 1803713 w 2915191"/>
                <a:gd name="connsiteY185" fmla="*/ 323740 h 451375"/>
                <a:gd name="connsiteX186" fmla="*/ 1813457 w 2915191"/>
                <a:gd name="connsiteY186" fmla="*/ 327521 h 451375"/>
                <a:gd name="connsiteX187" fmla="*/ 1823215 w 2915191"/>
                <a:gd name="connsiteY187" fmla="*/ 308562 h 451375"/>
                <a:gd name="connsiteX188" fmla="*/ 1832959 w 2915191"/>
                <a:gd name="connsiteY188" fmla="*/ 308041 h 451375"/>
                <a:gd name="connsiteX189" fmla="*/ 1842703 w 2915191"/>
                <a:gd name="connsiteY189" fmla="*/ 316526 h 451375"/>
                <a:gd name="connsiteX190" fmla="*/ 1852462 w 2915191"/>
                <a:gd name="connsiteY190" fmla="*/ 314745 h 451375"/>
                <a:gd name="connsiteX191" fmla="*/ 1862206 w 2915191"/>
                <a:gd name="connsiteY191" fmla="*/ 256499 h 451375"/>
                <a:gd name="connsiteX192" fmla="*/ 1871965 w 2915191"/>
                <a:gd name="connsiteY192" fmla="*/ 237464 h 451375"/>
                <a:gd name="connsiteX193" fmla="*/ 1881709 w 2915191"/>
                <a:gd name="connsiteY193" fmla="*/ 250170 h 451375"/>
                <a:gd name="connsiteX194" fmla="*/ 1891453 w 2915191"/>
                <a:gd name="connsiteY194" fmla="*/ 235827 h 451375"/>
                <a:gd name="connsiteX195" fmla="*/ 1901212 w 2915191"/>
                <a:gd name="connsiteY195" fmla="*/ 273764 h 451375"/>
                <a:gd name="connsiteX196" fmla="*/ 1910956 w 2915191"/>
                <a:gd name="connsiteY196" fmla="*/ 299277 h 451375"/>
                <a:gd name="connsiteX197" fmla="*/ 1920714 w 2915191"/>
                <a:gd name="connsiteY197" fmla="*/ 283890 h 451375"/>
                <a:gd name="connsiteX198" fmla="*/ 1930458 w 2915191"/>
                <a:gd name="connsiteY198" fmla="*/ 258138 h 451375"/>
                <a:gd name="connsiteX199" fmla="*/ 1940202 w 2915191"/>
                <a:gd name="connsiteY199" fmla="*/ 283258 h 451375"/>
                <a:gd name="connsiteX200" fmla="*/ 1949961 w 2915191"/>
                <a:gd name="connsiteY200" fmla="*/ 319312 h 451375"/>
                <a:gd name="connsiteX201" fmla="*/ 1959705 w 2915191"/>
                <a:gd name="connsiteY201" fmla="*/ 301487 h 451375"/>
                <a:gd name="connsiteX202" fmla="*/ 1969464 w 2915191"/>
                <a:gd name="connsiteY202" fmla="*/ 286384 h 451375"/>
                <a:gd name="connsiteX203" fmla="*/ 1979208 w 2915191"/>
                <a:gd name="connsiteY203" fmla="*/ 266784 h 451375"/>
                <a:gd name="connsiteX204" fmla="*/ 1988952 w 2915191"/>
                <a:gd name="connsiteY204" fmla="*/ 298899 h 451375"/>
                <a:gd name="connsiteX205" fmla="*/ 1998711 w 2915191"/>
                <a:gd name="connsiteY205" fmla="*/ 328639 h 451375"/>
                <a:gd name="connsiteX206" fmla="*/ 2008454 w 2915191"/>
                <a:gd name="connsiteY206" fmla="*/ 334333 h 451375"/>
                <a:gd name="connsiteX207" fmla="*/ 2018213 w 2915191"/>
                <a:gd name="connsiteY207" fmla="*/ 316098 h 451375"/>
                <a:gd name="connsiteX208" fmla="*/ 2027957 w 2915191"/>
                <a:gd name="connsiteY208" fmla="*/ 320937 h 451375"/>
                <a:gd name="connsiteX209" fmla="*/ 2037701 w 2915191"/>
                <a:gd name="connsiteY209" fmla="*/ 326705 h 451375"/>
                <a:gd name="connsiteX210" fmla="*/ 2047460 w 2915191"/>
                <a:gd name="connsiteY210" fmla="*/ 338322 h 451375"/>
                <a:gd name="connsiteX211" fmla="*/ 2057204 w 2915191"/>
                <a:gd name="connsiteY211" fmla="*/ 346608 h 451375"/>
                <a:gd name="connsiteX212" fmla="*/ 2066963 w 2915191"/>
                <a:gd name="connsiteY212" fmla="*/ 329860 h 451375"/>
                <a:gd name="connsiteX213" fmla="*/ 2076707 w 2915191"/>
                <a:gd name="connsiteY213" fmla="*/ 341835 h 451375"/>
                <a:gd name="connsiteX214" fmla="*/ 2086451 w 2915191"/>
                <a:gd name="connsiteY214" fmla="*/ 301003 h 451375"/>
                <a:gd name="connsiteX215" fmla="*/ 2096210 w 2915191"/>
                <a:gd name="connsiteY215" fmla="*/ 294843 h 451375"/>
                <a:gd name="connsiteX216" fmla="*/ 2105954 w 2915191"/>
                <a:gd name="connsiteY216" fmla="*/ 312622 h 451375"/>
                <a:gd name="connsiteX217" fmla="*/ 2115697 w 2915191"/>
                <a:gd name="connsiteY217" fmla="*/ 309802 h 451375"/>
                <a:gd name="connsiteX218" fmla="*/ 2125456 w 2915191"/>
                <a:gd name="connsiteY218" fmla="*/ 315720 h 451375"/>
                <a:gd name="connsiteX219" fmla="*/ 2135200 w 2915191"/>
                <a:gd name="connsiteY219" fmla="*/ 340238 h 451375"/>
                <a:gd name="connsiteX220" fmla="*/ 2144959 w 2915191"/>
                <a:gd name="connsiteY220" fmla="*/ 358164 h 451375"/>
                <a:gd name="connsiteX221" fmla="*/ 2154703 w 2915191"/>
                <a:gd name="connsiteY221" fmla="*/ 387301 h 451375"/>
                <a:gd name="connsiteX222" fmla="*/ 2164447 w 2915191"/>
                <a:gd name="connsiteY222" fmla="*/ 374426 h 451375"/>
                <a:gd name="connsiteX223" fmla="*/ 2174206 w 2915191"/>
                <a:gd name="connsiteY223" fmla="*/ 397044 h 451375"/>
                <a:gd name="connsiteX224" fmla="*/ 2183950 w 2915191"/>
                <a:gd name="connsiteY224" fmla="*/ 395869 h 451375"/>
                <a:gd name="connsiteX225" fmla="*/ 2193709 w 2915191"/>
                <a:gd name="connsiteY225" fmla="*/ 413581 h 451375"/>
                <a:gd name="connsiteX226" fmla="*/ 2203452 w 2915191"/>
                <a:gd name="connsiteY226" fmla="*/ 419616 h 451375"/>
                <a:gd name="connsiteX227" fmla="*/ 2213196 w 2915191"/>
                <a:gd name="connsiteY227" fmla="*/ 423724 h 451375"/>
                <a:gd name="connsiteX228" fmla="*/ 2222955 w 2915191"/>
                <a:gd name="connsiteY228" fmla="*/ 406589 h 451375"/>
                <a:gd name="connsiteX229" fmla="*/ 2232699 w 2915191"/>
                <a:gd name="connsiteY229" fmla="*/ 410848 h 451375"/>
                <a:gd name="connsiteX230" fmla="*/ 2242458 w 2915191"/>
                <a:gd name="connsiteY230" fmla="*/ 402250 h 451375"/>
                <a:gd name="connsiteX231" fmla="*/ 2252202 w 2915191"/>
                <a:gd name="connsiteY231" fmla="*/ 440920 h 451375"/>
                <a:gd name="connsiteX232" fmla="*/ 2261946 w 2915191"/>
                <a:gd name="connsiteY232" fmla="*/ 414000 h 451375"/>
                <a:gd name="connsiteX233" fmla="*/ 2271705 w 2915191"/>
                <a:gd name="connsiteY233" fmla="*/ 404814 h 451375"/>
                <a:gd name="connsiteX234" fmla="*/ 2281449 w 2915191"/>
                <a:gd name="connsiteY234" fmla="*/ 439812 h 451375"/>
                <a:gd name="connsiteX235" fmla="*/ 2291208 w 2915191"/>
                <a:gd name="connsiteY235" fmla="*/ 451375 h 451375"/>
                <a:gd name="connsiteX236" fmla="*/ 2300951 w 2915191"/>
                <a:gd name="connsiteY236" fmla="*/ 429634 h 451375"/>
                <a:gd name="connsiteX237" fmla="*/ 2310695 w 2915191"/>
                <a:gd name="connsiteY237" fmla="*/ 393485 h 451375"/>
                <a:gd name="connsiteX238" fmla="*/ 2320454 w 2915191"/>
                <a:gd name="connsiteY238" fmla="*/ 387703 h 451375"/>
                <a:gd name="connsiteX239" fmla="*/ 2330198 w 2915191"/>
                <a:gd name="connsiteY239" fmla="*/ 399755 h 451375"/>
                <a:gd name="connsiteX240" fmla="*/ 2339957 w 2915191"/>
                <a:gd name="connsiteY240" fmla="*/ 439179 h 451375"/>
                <a:gd name="connsiteX241" fmla="*/ 2349701 w 2915191"/>
                <a:gd name="connsiteY241" fmla="*/ 408858 h 451375"/>
                <a:gd name="connsiteX242" fmla="*/ 2359445 w 2915191"/>
                <a:gd name="connsiteY242" fmla="*/ 407155 h 451375"/>
                <a:gd name="connsiteX243" fmla="*/ 2369204 w 2915191"/>
                <a:gd name="connsiteY243" fmla="*/ 396924 h 451375"/>
                <a:gd name="connsiteX244" fmla="*/ 2378948 w 2915191"/>
                <a:gd name="connsiteY244" fmla="*/ 410474 h 451375"/>
                <a:gd name="connsiteX245" fmla="*/ 2388692 w 2915191"/>
                <a:gd name="connsiteY245" fmla="*/ 406467 h 451375"/>
                <a:gd name="connsiteX246" fmla="*/ 2398450 w 2915191"/>
                <a:gd name="connsiteY246" fmla="*/ 389391 h 451375"/>
                <a:gd name="connsiteX247" fmla="*/ 2408194 w 2915191"/>
                <a:gd name="connsiteY247" fmla="*/ 408405 h 451375"/>
                <a:gd name="connsiteX248" fmla="*/ 2417953 w 2915191"/>
                <a:gd name="connsiteY248" fmla="*/ 413472 h 451375"/>
                <a:gd name="connsiteX249" fmla="*/ 2427697 w 2915191"/>
                <a:gd name="connsiteY249" fmla="*/ 391538 h 451375"/>
                <a:gd name="connsiteX250" fmla="*/ 2437441 w 2915191"/>
                <a:gd name="connsiteY250" fmla="*/ 396019 h 451375"/>
                <a:gd name="connsiteX251" fmla="*/ 2447200 w 2915191"/>
                <a:gd name="connsiteY251" fmla="*/ 398850 h 451375"/>
                <a:gd name="connsiteX252" fmla="*/ 2456944 w 2915191"/>
                <a:gd name="connsiteY252" fmla="*/ 404478 h 451375"/>
                <a:gd name="connsiteX253" fmla="*/ 2466703 w 2915191"/>
                <a:gd name="connsiteY253" fmla="*/ 411926 h 451375"/>
                <a:gd name="connsiteX254" fmla="*/ 2476446 w 2915191"/>
                <a:gd name="connsiteY254" fmla="*/ 415311 h 451375"/>
                <a:gd name="connsiteX255" fmla="*/ 2486190 w 2915191"/>
                <a:gd name="connsiteY255" fmla="*/ 420519 h 451375"/>
                <a:gd name="connsiteX256" fmla="*/ 2495949 w 2915191"/>
                <a:gd name="connsiteY256" fmla="*/ 382773 h 451375"/>
                <a:gd name="connsiteX257" fmla="*/ 2505693 w 2915191"/>
                <a:gd name="connsiteY257" fmla="*/ 361938 h 451375"/>
                <a:gd name="connsiteX258" fmla="*/ 2515452 w 2915191"/>
                <a:gd name="connsiteY258" fmla="*/ 367303 h 451375"/>
                <a:gd name="connsiteX259" fmla="*/ 2525196 w 2915191"/>
                <a:gd name="connsiteY259" fmla="*/ 352923 h 451375"/>
                <a:gd name="connsiteX260" fmla="*/ 2534940 w 2915191"/>
                <a:gd name="connsiteY260" fmla="*/ 318694 h 451375"/>
                <a:gd name="connsiteX261" fmla="*/ 2544699 w 2915191"/>
                <a:gd name="connsiteY261" fmla="*/ 304008 h 451375"/>
                <a:gd name="connsiteX262" fmla="*/ 2554443 w 2915191"/>
                <a:gd name="connsiteY262" fmla="*/ 288178 h 451375"/>
                <a:gd name="connsiteX263" fmla="*/ 2564202 w 2915191"/>
                <a:gd name="connsiteY263" fmla="*/ 280905 h 451375"/>
                <a:gd name="connsiteX264" fmla="*/ 2573946 w 2915191"/>
                <a:gd name="connsiteY264" fmla="*/ 286107 h 451375"/>
                <a:gd name="connsiteX265" fmla="*/ 2583690 w 2915191"/>
                <a:gd name="connsiteY265" fmla="*/ 303902 h 451375"/>
                <a:gd name="connsiteX266" fmla="*/ 2593448 w 2915191"/>
                <a:gd name="connsiteY266" fmla="*/ 300040 h 451375"/>
                <a:gd name="connsiteX267" fmla="*/ 2603192 w 2915191"/>
                <a:gd name="connsiteY267" fmla="*/ 304860 h 451375"/>
                <a:gd name="connsiteX268" fmla="*/ 2612951 w 2915191"/>
                <a:gd name="connsiteY268" fmla="*/ 267559 h 451375"/>
                <a:gd name="connsiteX269" fmla="*/ 2622695 w 2915191"/>
                <a:gd name="connsiteY269" fmla="*/ 273627 h 451375"/>
                <a:gd name="connsiteX270" fmla="*/ 2632439 w 2915191"/>
                <a:gd name="connsiteY270" fmla="*/ 268907 h 451375"/>
                <a:gd name="connsiteX271" fmla="*/ 2642198 w 2915191"/>
                <a:gd name="connsiteY271" fmla="*/ 260063 h 451375"/>
                <a:gd name="connsiteX272" fmla="*/ 2651942 w 2915191"/>
                <a:gd name="connsiteY272" fmla="*/ 224444 h 451375"/>
                <a:gd name="connsiteX273" fmla="*/ 2661685 w 2915191"/>
                <a:gd name="connsiteY273" fmla="*/ 239404 h 451375"/>
                <a:gd name="connsiteX274" fmla="*/ 2671444 w 2915191"/>
                <a:gd name="connsiteY274" fmla="*/ 233843 h 451375"/>
                <a:gd name="connsiteX275" fmla="*/ 2681188 w 2915191"/>
                <a:gd name="connsiteY275" fmla="*/ 237172 h 451375"/>
                <a:gd name="connsiteX276" fmla="*/ 2690947 w 2915191"/>
                <a:gd name="connsiteY276" fmla="*/ 241077 h 451375"/>
                <a:gd name="connsiteX277" fmla="*/ 2700691 w 2915191"/>
                <a:gd name="connsiteY277" fmla="*/ 297778 h 451375"/>
                <a:gd name="connsiteX278" fmla="*/ 2710435 w 2915191"/>
                <a:gd name="connsiteY278" fmla="*/ 281317 h 451375"/>
                <a:gd name="connsiteX279" fmla="*/ 2720194 w 2915191"/>
                <a:gd name="connsiteY279" fmla="*/ 276004 h 451375"/>
                <a:gd name="connsiteX280" fmla="*/ 2729938 w 2915191"/>
                <a:gd name="connsiteY280" fmla="*/ 257015 h 451375"/>
                <a:gd name="connsiteX281" fmla="*/ 2739697 w 2915191"/>
                <a:gd name="connsiteY281" fmla="*/ 254534 h 451375"/>
                <a:gd name="connsiteX282" fmla="*/ 2749441 w 2915191"/>
                <a:gd name="connsiteY282" fmla="*/ 265959 h 451375"/>
                <a:gd name="connsiteX283" fmla="*/ 2759185 w 2915191"/>
                <a:gd name="connsiteY283" fmla="*/ 283671 h 451375"/>
                <a:gd name="connsiteX284" fmla="*/ 2768943 w 2915191"/>
                <a:gd name="connsiteY284" fmla="*/ 275442 h 451375"/>
                <a:gd name="connsiteX285" fmla="*/ 2778687 w 2915191"/>
                <a:gd name="connsiteY285" fmla="*/ 296584 h 451375"/>
                <a:gd name="connsiteX286" fmla="*/ 2788446 w 2915191"/>
                <a:gd name="connsiteY286" fmla="*/ 301147 h 451375"/>
                <a:gd name="connsiteX287" fmla="*/ 2798190 w 2915191"/>
                <a:gd name="connsiteY287" fmla="*/ 335902 h 451375"/>
                <a:gd name="connsiteX288" fmla="*/ 2807934 w 2915191"/>
                <a:gd name="connsiteY288" fmla="*/ 315210 h 451375"/>
                <a:gd name="connsiteX289" fmla="*/ 2817693 w 2915191"/>
                <a:gd name="connsiteY289" fmla="*/ 340632 h 451375"/>
                <a:gd name="connsiteX290" fmla="*/ 2827437 w 2915191"/>
                <a:gd name="connsiteY290" fmla="*/ 349418 h 451375"/>
                <a:gd name="connsiteX291" fmla="*/ 2837196 w 2915191"/>
                <a:gd name="connsiteY291" fmla="*/ 334308 h 451375"/>
                <a:gd name="connsiteX292" fmla="*/ 2846940 w 2915191"/>
                <a:gd name="connsiteY292" fmla="*/ 329440 h 451375"/>
                <a:gd name="connsiteX293" fmla="*/ 2856684 w 2915191"/>
                <a:gd name="connsiteY293" fmla="*/ 352310 h 451375"/>
                <a:gd name="connsiteX294" fmla="*/ 2866442 w 2915191"/>
                <a:gd name="connsiteY294" fmla="*/ 372040 h 451375"/>
                <a:gd name="connsiteX295" fmla="*/ 2876186 w 2915191"/>
                <a:gd name="connsiteY295" fmla="*/ 368850 h 451375"/>
                <a:gd name="connsiteX296" fmla="*/ 2885945 w 2915191"/>
                <a:gd name="connsiteY296" fmla="*/ 386030 h 451375"/>
                <a:gd name="connsiteX297" fmla="*/ 2895689 w 2915191"/>
                <a:gd name="connsiteY297" fmla="*/ 387990 h 451375"/>
                <a:gd name="connsiteX298" fmla="*/ 2905433 w 2915191"/>
                <a:gd name="connsiteY298" fmla="*/ 402718 h 451375"/>
                <a:gd name="connsiteX299" fmla="*/ 2915192 w 2915191"/>
                <a:gd name="connsiteY299" fmla="*/ 384003 h 451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51375">
                  <a:moveTo>
                    <a:pt x="0" y="156822"/>
                  </a:moveTo>
                  <a:lnTo>
                    <a:pt x="9750" y="159105"/>
                  </a:lnTo>
                  <a:lnTo>
                    <a:pt x="19500" y="145840"/>
                  </a:lnTo>
                  <a:lnTo>
                    <a:pt x="29250" y="149081"/>
                  </a:lnTo>
                  <a:lnTo>
                    <a:pt x="39000" y="138246"/>
                  </a:lnTo>
                  <a:lnTo>
                    <a:pt x="48749" y="99646"/>
                  </a:lnTo>
                  <a:lnTo>
                    <a:pt x="58499" y="107730"/>
                  </a:lnTo>
                  <a:lnTo>
                    <a:pt x="68249" y="101052"/>
                  </a:lnTo>
                  <a:lnTo>
                    <a:pt x="77998" y="76232"/>
                  </a:lnTo>
                  <a:lnTo>
                    <a:pt x="87748" y="113790"/>
                  </a:lnTo>
                  <a:lnTo>
                    <a:pt x="97497" y="111194"/>
                  </a:lnTo>
                  <a:lnTo>
                    <a:pt x="107247" y="107250"/>
                  </a:lnTo>
                  <a:lnTo>
                    <a:pt x="116997" y="97527"/>
                  </a:lnTo>
                  <a:lnTo>
                    <a:pt x="126747" y="97129"/>
                  </a:lnTo>
                  <a:lnTo>
                    <a:pt x="136497" y="80176"/>
                  </a:lnTo>
                  <a:lnTo>
                    <a:pt x="146247" y="93554"/>
                  </a:lnTo>
                  <a:lnTo>
                    <a:pt x="155997" y="97603"/>
                  </a:lnTo>
                  <a:lnTo>
                    <a:pt x="165747" y="59956"/>
                  </a:lnTo>
                  <a:lnTo>
                    <a:pt x="175497" y="57765"/>
                  </a:lnTo>
                  <a:lnTo>
                    <a:pt x="185247" y="42155"/>
                  </a:lnTo>
                  <a:lnTo>
                    <a:pt x="194996" y="36577"/>
                  </a:lnTo>
                  <a:lnTo>
                    <a:pt x="204746" y="6998"/>
                  </a:lnTo>
                  <a:lnTo>
                    <a:pt x="214495" y="0"/>
                  </a:lnTo>
                  <a:lnTo>
                    <a:pt x="224245" y="2005"/>
                  </a:lnTo>
                  <a:lnTo>
                    <a:pt x="233995" y="26557"/>
                  </a:lnTo>
                  <a:lnTo>
                    <a:pt x="243744" y="60952"/>
                  </a:lnTo>
                  <a:lnTo>
                    <a:pt x="253494" y="71619"/>
                  </a:lnTo>
                  <a:lnTo>
                    <a:pt x="263244" y="74322"/>
                  </a:lnTo>
                  <a:lnTo>
                    <a:pt x="272994" y="75077"/>
                  </a:lnTo>
                  <a:lnTo>
                    <a:pt x="282744" y="95242"/>
                  </a:lnTo>
                  <a:lnTo>
                    <a:pt x="292494" y="68270"/>
                  </a:lnTo>
                  <a:lnTo>
                    <a:pt x="302244" y="50835"/>
                  </a:lnTo>
                  <a:lnTo>
                    <a:pt x="311994" y="40723"/>
                  </a:lnTo>
                  <a:lnTo>
                    <a:pt x="321744" y="65906"/>
                  </a:lnTo>
                  <a:lnTo>
                    <a:pt x="331493" y="45686"/>
                  </a:lnTo>
                  <a:lnTo>
                    <a:pt x="341243" y="54344"/>
                  </a:lnTo>
                  <a:lnTo>
                    <a:pt x="350993" y="36984"/>
                  </a:lnTo>
                  <a:lnTo>
                    <a:pt x="360742" y="42544"/>
                  </a:lnTo>
                  <a:lnTo>
                    <a:pt x="370492" y="24884"/>
                  </a:lnTo>
                  <a:lnTo>
                    <a:pt x="380241" y="1341"/>
                  </a:lnTo>
                  <a:lnTo>
                    <a:pt x="389991" y="26523"/>
                  </a:lnTo>
                  <a:lnTo>
                    <a:pt x="399741" y="45461"/>
                  </a:lnTo>
                  <a:lnTo>
                    <a:pt x="409491" y="22503"/>
                  </a:lnTo>
                  <a:lnTo>
                    <a:pt x="419241" y="53739"/>
                  </a:lnTo>
                  <a:lnTo>
                    <a:pt x="428991" y="35171"/>
                  </a:lnTo>
                  <a:lnTo>
                    <a:pt x="438741" y="69775"/>
                  </a:lnTo>
                  <a:lnTo>
                    <a:pt x="448491" y="94519"/>
                  </a:lnTo>
                  <a:lnTo>
                    <a:pt x="458241" y="111231"/>
                  </a:lnTo>
                  <a:lnTo>
                    <a:pt x="467991" y="78628"/>
                  </a:lnTo>
                  <a:lnTo>
                    <a:pt x="477740" y="50926"/>
                  </a:lnTo>
                  <a:lnTo>
                    <a:pt x="487490" y="86001"/>
                  </a:lnTo>
                  <a:lnTo>
                    <a:pt x="497239" y="55655"/>
                  </a:lnTo>
                  <a:lnTo>
                    <a:pt x="506989" y="75921"/>
                  </a:lnTo>
                  <a:lnTo>
                    <a:pt x="516738" y="64752"/>
                  </a:lnTo>
                  <a:lnTo>
                    <a:pt x="526488" y="105890"/>
                  </a:lnTo>
                  <a:lnTo>
                    <a:pt x="536238" y="107493"/>
                  </a:lnTo>
                  <a:lnTo>
                    <a:pt x="545988" y="116821"/>
                  </a:lnTo>
                  <a:lnTo>
                    <a:pt x="555738" y="134276"/>
                  </a:lnTo>
                  <a:lnTo>
                    <a:pt x="565488" y="177396"/>
                  </a:lnTo>
                  <a:lnTo>
                    <a:pt x="575238" y="205350"/>
                  </a:lnTo>
                  <a:lnTo>
                    <a:pt x="584988" y="193754"/>
                  </a:lnTo>
                  <a:lnTo>
                    <a:pt x="594738" y="182761"/>
                  </a:lnTo>
                  <a:lnTo>
                    <a:pt x="604488" y="165639"/>
                  </a:lnTo>
                  <a:lnTo>
                    <a:pt x="614237" y="184175"/>
                  </a:lnTo>
                  <a:lnTo>
                    <a:pt x="623987" y="183092"/>
                  </a:lnTo>
                  <a:lnTo>
                    <a:pt x="633736" y="176216"/>
                  </a:lnTo>
                  <a:lnTo>
                    <a:pt x="643486" y="205576"/>
                  </a:lnTo>
                  <a:lnTo>
                    <a:pt x="653236" y="197876"/>
                  </a:lnTo>
                  <a:lnTo>
                    <a:pt x="662985" y="211202"/>
                  </a:lnTo>
                  <a:lnTo>
                    <a:pt x="672735" y="257983"/>
                  </a:lnTo>
                  <a:lnTo>
                    <a:pt x="682485" y="293458"/>
                  </a:lnTo>
                  <a:lnTo>
                    <a:pt x="692235" y="321376"/>
                  </a:lnTo>
                  <a:lnTo>
                    <a:pt x="701985" y="301393"/>
                  </a:lnTo>
                  <a:lnTo>
                    <a:pt x="711735" y="325395"/>
                  </a:lnTo>
                  <a:lnTo>
                    <a:pt x="721485" y="310568"/>
                  </a:lnTo>
                  <a:lnTo>
                    <a:pt x="731235" y="301231"/>
                  </a:lnTo>
                  <a:lnTo>
                    <a:pt x="740985" y="308242"/>
                  </a:lnTo>
                  <a:lnTo>
                    <a:pt x="750734" y="317669"/>
                  </a:lnTo>
                  <a:lnTo>
                    <a:pt x="760484" y="307646"/>
                  </a:lnTo>
                  <a:lnTo>
                    <a:pt x="770233" y="307908"/>
                  </a:lnTo>
                  <a:lnTo>
                    <a:pt x="779983" y="305657"/>
                  </a:lnTo>
                  <a:lnTo>
                    <a:pt x="789733" y="310986"/>
                  </a:lnTo>
                  <a:lnTo>
                    <a:pt x="799482" y="314178"/>
                  </a:lnTo>
                  <a:lnTo>
                    <a:pt x="809232" y="330130"/>
                  </a:lnTo>
                  <a:lnTo>
                    <a:pt x="818982" y="364085"/>
                  </a:lnTo>
                  <a:lnTo>
                    <a:pt x="828732" y="375740"/>
                  </a:lnTo>
                  <a:lnTo>
                    <a:pt x="838482" y="386150"/>
                  </a:lnTo>
                  <a:lnTo>
                    <a:pt x="848232" y="390419"/>
                  </a:lnTo>
                  <a:lnTo>
                    <a:pt x="857982" y="380802"/>
                  </a:lnTo>
                  <a:lnTo>
                    <a:pt x="867732" y="366174"/>
                  </a:lnTo>
                  <a:lnTo>
                    <a:pt x="877482" y="348489"/>
                  </a:lnTo>
                  <a:lnTo>
                    <a:pt x="887231" y="340489"/>
                  </a:lnTo>
                  <a:lnTo>
                    <a:pt x="896981" y="364462"/>
                  </a:lnTo>
                  <a:lnTo>
                    <a:pt x="906730" y="351820"/>
                  </a:lnTo>
                  <a:lnTo>
                    <a:pt x="916480" y="377223"/>
                  </a:lnTo>
                  <a:lnTo>
                    <a:pt x="926230" y="424609"/>
                  </a:lnTo>
                  <a:lnTo>
                    <a:pt x="935979" y="431835"/>
                  </a:lnTo>
                  <a:lnTo>
                    <a:pt x="945729" y="422033"/>
                  </a:lnTo>
                  <a:lnTo>
                    <a:pt x="955479" y="422973"/>
                  </a:lnTo>
                  <a:lnTo>
                    <a:pt x="965229" y="380769"/>
                  </a:lnTo>
                  <a:lnTo>
                    <a:pt x="974979" y="436019"/>
                  </a:lnTo>
                  <a:lnTo>
                    <a:pt x="984729" y="436244"/>
                  </a:lnTo>
                  <a:lnTo>
                    <a:pt x="994474" y="404916"/>
                  </a:lnTo>
                  <a:lnTo>
                    <a:pt x="1004233" y="387166"/>
                  </a:lnTo>
                  <a:lnTo>
                    <a:pt x="1013977" y="385060"/>
                  </a:lnTo>
                  <a:lnTo>
                    <a:pt x="1023721" y="365654"/>
                  </a:lnTo>
                  <a:lnTo>
                    <a:pt x="1033480" y="353994"/>
                  </a:lnTo>
                  <a:lnTo>
                    <a:pt x="1043224" y="330836"/>
                  </a:lnTo>
                  <a:lnTo>
                    <a:pt x="1052983" y="305237"/>
                  </a:lnTo>
                  <a:lnTo>
                    <a:pt x="1062727" y="327200"/>
                  </a:lnTo>
                  <a:lnTo>
                    <a:pt x="1072471" y="314443"/>
                  </a:lnTo>
                  <a:lnTo>
                    <a:pt x="1082230" y="308762"/>
                  </a:lnTo>
                  <a:lnTo>
                    <a:pt x="1091973" y="346024"/>
                  </a:lnTo>
                  <a:lnTo>
                    <a:pt x="1101732" y="381086"/>
                  </a:lnTo>
                  <a:lnTo>
                    <a:pt x="1111476" y="368392"/>
                  </a:lnTo>
                  <a:lnTo>
                    <a:pt x="1121220" y="335972"/>
                  </a:lnTo>
                  <a:lnTo>
                    <a:pt x="1130979" y="323956"/>
                  </a:lnTo>
                  <a:lnTo>
                    <a:pt x="1140723" y="323826"/>
                  </a:lnTo>
                  <a:lnTo>
                    <a:pt x="1150482" y="317685"/>
                  </a:lnTo>
                  <a:lnTo>
                    <a:pt x="1160226" y="309586"/>
                  </a:lnTo>
                  <a:lnTo>
                    <a:pt x="1169969" y="301086"/>
                  </a:lnTo>
                  <a:lnTo>
                    <a:pt x="1179728" y="290614"/>
                  </a:lnTo>
                  <a:lnTo>
                    <a:pt x="1189472" y="300341"/>
                  </a:lnTo>
                  <a:lnTo>
                    <a:pt x="1199231" y="373225"/>
                  </a:lnTo>
                  <a:lnTo>
                    <a:pt x="1208975" y="377464"/>
                  </a:lnTo>
                  <a:lnTo>
                    <a:pt x="1218719" y="352431"/>
                  </a:lnTo>
                  <a:lnTo>
                    <a:pt x="1228478" y="365713"/>
                  </a:lnTo>
                  <a:lnTo>
                    <a:pt x="1238222" y="378430"/>
                  </a:lnTo>
                  <a:lnTo>
                    <a:pt x="1247966" y="380833"/>
                  </a:lnTo>
                  <a:lnTo>
                    <a:pt x="1257725" y="382698"/>
                  </a:lnTo>
                  <a:lnTo>
                    <a:pt x="1267469" y="406502"/>
                  </a:lnTo>
                  <a:lnTo>
                    <a:pt x="1277227" y="344374"/>
                  </a:lnTo>
                  <a:lnTo>
                    <a:pt x="1286971" y="327110"/>
                  </a:lnTo>
                  <a:lnTo>
                    <a:pt x="1296715" y="290301"/>
                  </a:lnTo>
                  <a:lnTo>
                    <a:pt x="1306474" y="310766"/>
                  </a:lnTo>
                  <a:lnTo>
                    <a:pt x="1316218" y="285731"/>
                  </a:lnTo>
                  <a:lnTo>
                    <a:pt x="1325977" y="270522"/>
                  </a:lnTo>
                  <a:lnTo>
                    <a:pt x="1335721" y="259871"/>
                  </a:lnTo>
                  <a:lnTo>
                    <a:pt x="1345465" y="259445"/>
                  </a:lnTo>
                  <a:lnTo>
                    <a:pt x="1355224" y="273715"/>
                  </a:lnTo>
                  <a:lnTo>
                    <a:pt x="1364967" y="243549"/>
                  </a:lnTo>
                  <a:lnTo>
                    <a:pt x="1374726" y="261042"/>
                  </a:lnTo>
                  <a:lnTo>
                    <a:pt x="1384470" y="269879"/>
                  </a:lnTo>
                  <a:lnTo>
                    <a:pt x="1394214" y="281162"/>
                  </a:lnTo>
                  <a:lnTo>
                    <a:pt x="1403973" y="265203"/>
                  </a:lnTo>
                  <a:lnTo>
                    <a:pt x="1413717" y="234529"/>
                  </a:lnTo>
                  <a:lnTo>
                    <a:pt x="1423476" y="255821"/>
                  </a:lnTo>
                  <a:lnTo>
                    <a:pt x="1433220" y="267939"/>
                  </a:lnTo>
                  <a:lnTo>
                    <a:pt x="1442964" y="267559"/>
                  </a:lnTo>
                  <a:lnTo>
                    <a:pt x="1452722" y="262665"/>
                  </a:lnTo>
                  <a:lnTo>
                    <a:pt x="1462466" y="242435"/>
                  </a:lnTo>
                  <a:lnTo>
                    <a:pt x="1472225" y="226110"/>
                  </a:lnTo>
                  <a:lnTo>
                    <a:pt x="1481969" y="218211"/>
                  </a:lnTo>
                  <a:lnTo>
                    <a:pt x="1491713" y="262279"/>
                  </a:lnTo>
                  <a:lnTo>
                    <a:pt x="1501472" y="214219"/>
                  </a:lnTo>
                  <a:lnTo>
                    <a:pt x="1511216" y="231190"/>
                  </a:lnTo>
                  <a:lnTo>
                    <a:pt x="1520960" y="231253"/>
                  </a:lnTo>
                  <a:lnTo>
                    <a:pt x="1530719" y="226448"/>
                  </a:lnTo>
                  <a:lnTo>
                    <a:pt x="1540463" y="240154"/>
                  </a:lnTo>
                  <a:lnTo>
                    <a:pt x="1550221" y="250288"/>
                  </a:lnTo>
                  <a:lnTo>
                    <a:pt x="1559965" y="258308"/>
                  </a:lnTo>
                  <a:lnTo>
                    <a:pt x="1569709" y="272905"/>
                  </a:lnTo>
                  <a:lnTo>
                    <a:pt x="1579468" y="261619"/>
                  </a:lnTo>
                  <a:lnTo>
                    <a:pt x="1589212" y="234424"/>
                  </a:lnTo>
                  <a:lnTo>
                    <a:pt x="1598971" y="236276"/>
                  </a:lnTo>
                  <a:lnTo>
                    <a:pt x="1608715" y="227758"/>
                  </a:lnTo>
                  <a:lnTo>
                    <a:pt x="1618459" y="211129"/>
                  </a:lnTo>
                  <a:lnTo>
                    <a:pt x="1628218" y="189415"/>
                  </a:lnTo>
                  <a:lnTo>
                    <a:pt x="1637962" y="239714"/>
                  </a:lnTo>
                  <a:lnTo>
                    <a:pt x="1647720" y="262314"/>
                  </a:lnTo>
                  <a:lnTo>
                    <a:pt x="1657464" y="251146"/>
                  </a:lnTo>
                  <a:lnTo>
                    <a:pt x="1667208" y="261328"/>
                  </a:lnTo>
                  <a:lnTo>
                    <a:pt x="1676967" y="273903"/>
                  </a:lnTo>
                  <a:lnTo>
                    <a:pt x="1686711" y="297270"/>
                  </a:lnTo>
                  <a:lnTo>
                    <a:pt x="1696470" y="296795"/>
                  </a:lnTo>
                  <a:lnTo>
                    <a:pt x="1706214" y="317792"/>
                  </a:lnTo>
                  <a:lnTo>
                    <a:pt x="1715958" y="296898"/>
                  </a:lnTo>
                  <a:lnTo>
                    <a:pt x="1725716" y="290198"/>
                  </a:lnTo>
                  <a:lnTo>
                    <a:pt x="1735460" y="277474"/>
                  </a:lnTo>
                  <a:lnTo>
                    <a:pt x="1745219" y="278180"/>
                  </a:lnTo>
                  <a:lnTo>
                    <a:pt x="1754963" y="299864"/>
                  </a:lnTo>
                  <a:lnTo>
                    <a:pt x="1764707" y="315036"/>
                  </a:lnTo>
                  <a:lnTo>
                    <a:pt x="1774466" y="324607"/>
                  </a:lnTo>
                  <a:lnTo>
                    <a:pt x="1784210" y="327584"/>
                  </a:lnTo>
                  <a:lnTo>
                    <a:pt x="1793969" y="340671"/>
                  </a:lnTo>
                  <a:lnTo>
                    <a:pt x="1803713" y="323740"/>
                  </a:lnTo>
                  <a:lnTo>
                    <a:pt x="1813457" y="327521"/>
                  </a:lnTo>
                  <a:lnTo>
                    <a:pt x="1823215" y="308562"/>
                  </a:lnTo>
                  <a:lnTo>
                    <a:pt x="1832959" y="308041"/>
                  </a:lnTo>
                  <a:lnTo>
                    <a:pt x="1842703" y="316526"/>
                  </a:lnTo>
                  <a:lnTo>
                    <a:pt x="1852462" y="314745"/>
                  </a:lnTo>
                  <a:lnTo>
                    <a:pt x="1862206" y="256499"/>
                  </a:lnTo>
                  <a:lnTo>
                    <a:pt x="1871965" y="237464"/>
                  </a:lnTo>
                  <a:lnTo>
                    <a:pt x="1881709" y="250170"/>
                  </a:lnTo>
                  <a:lnTo>
                    <a:pt x="1891453" y="235827"/>
                  </a:lnTo>
                  <a:lnTo>
                    <a:pt x="1901212" y="273764"/>
                  </a:lnTo>
                  <a:lnTo>
                    <a:pt x="1910956" y="299277"/>
                  </a:lnTo>
                  <a:lnTo>
                    <a:pt x="1920714" y="283890"/>
                  </a:lnTo>
                  <a:lnTo>
                    <a:pt x="1930458" y="258138"/>
                  </a:lnTo>
                  <a:lnTo>
                    <a:pt x="1940202" y="283258"/>
                  </a:lnTo>
                  <a:lnTo>
                    <a:pt x="1949961" y="319312"/>
                  </a:lnTo>
                  <a:lnTo>
                    <a:pt x="1959705" y="301487"/>
                  </a:lnTo>
                  <a:lnTo>
                    <a:pt x="1969464" y="286384"/>
                  </a:lnTo>
                  <a:lnTo>
                    <a:pt x="1979208" y="266784"/>
                  </a:lnTo>
                  <a:lnTo>
                    <a:pt x="1988952" y="298899"/>
                  </a:lnTo>
                  <a:lnTo>
                    <a:pt x="1998711" y="328639"/>
                  </a:lnTo>
                  <a:lnTo>
                    <a:pt x="2008454" y="334333"/>
                  </a:lnTo>
                  <a:lnTo>
                    <a:pt x="2018213" y="316098"/>
                  </a:lnTo>
                  <a:lnTo>
                    <a:pt x="2027957" y="320937"/>
                  </a:lnTo>
                  <a:lnTo>
                    <a:pt x="2037701" y="326705"/>
                  </a:lnTo>
                  <a:lnTo>
                    <a:pt x="2047460" y="338322"/>
                  </a:lnTo>
                  <a:lnTo>
                    <a:pt x="2057204" y="346608"/>
                  </a:lnTo>
                  <a:lnTo>
                    <a:pt x="2066963" y="329860"/>
                  </a:lnTo>
                  <a:lnTo>
                    <a:pt x="2076707" y="341835"/>
                  </a:lnTo>
                  <a:lnTo>
                    <a:pt x="2086451" y="301003"/>
                  </a:lnTo>
                  <a:lnTo>
                    <a:pt x="2096210" y="294843"/>
                  </a:lnTo>
                  <a:lnTo>
                    <a:pt x="2105954" y="312622"/>
                  </a:lnTo>
                  <a:lnTo>
                    <a:pt x="2115697" y="309802"/>
                  </a:lnTo>
                  <a:lnTo>
                    <a:pt x="2125456" y="315720"/>
                  </a:lnTo>
                  <a:lnTo>
                    <a:pt x="2135200" y="340238"/>
                  </a:lnTo>
                  <a:lnTo>
                    <a:pt x="2144959" y="358164"/>
                  </a:lnTo>
                  <a:lnTo>
                    <a:pt x="2154703" y="387301"/>
                  </a:lnTo>
                  <a:lnTo>
                    <a:pt x="2164447" y="374426"/>
                  </a:lnTo>
                  <a:lnTo>
                    <a:pt x="2174206" y="397044"/>
                  </a:lnTo>
                  <a:lnTo>
                    <a:pt x="2183950" y="395869"/>
                  </a:lnTo>
                  <a:lnTo>
                    <a:pt x="2193709" y="413581"/>
                  </a:lnTo>
                  <a:lnTo>
                    <a:pt x="2203452" y="419616"/>
                  </a:lnTo>
                  <a:lnTo>
                    <a:pt x="2213196" y="423724"/>
                  </a:lnTo>
                  <a:lnTo>
                    <a:pt x="2222955" y="406589"/>
                  </a:lnTo>
                  <a:lnTo>
                    <a:pt x="2232699" y="410848"/>
                  </a:lnTo>
                  <a:lnTo>
                    <a:pt x="2242458" y="402250"/>
                  </a:lnTo>
                  <a:lnTo>
                    <a:pt x="2252202" y="440920"/>
                  </a:lnTo>
                  <a:lnTo>
                    <a:pt x="2261946" y="414000"/>
                  </a:lnTo>
                  <a:lnTo>
                    <a:pt x="2271705" y="404814"/>
                  </a:lnTo>
                  <a:lnTo>
                    <a:pt x="2281449" y="439812"/>
                  </a:lnTo>
                  <a:lnTo>
                    <a:pt x="2291208" y="451375"/>
                  </a:lnTo>
                  <a:lnTo>
                    <a:pt x="2300951" y="429634"/>
                  </a:lnTo>
                  <a:lnTo>
                    <a:pt x="2310695" y="393485"/>
                  </a:lnTo>
                  <a:lnTo>
                    <a:pt x="2320454" y="387703"/>
                  </a:lnTo>
                  <a:lnTo>
                    <a:pt x="2330198" y="399755"/>
                  </a:lnTo>
                  <a:lnTo>
                    <a:pt x="2339957" y="439179"/>
                  </a:lnTo>
                  <a:lnTo>
                    <a:pt x="2349701" y="408858"/>
                  </a:lnTo>
                  <a:lnTo>
                    <a:pt x="2359445" y="407155"/>
                  </a:lnTo>
                  <a:lnTo>
                    <a:pt x="2369204" y="396924"/>
                  </a:lnTo>
                  <a:lnTo>
                    <a:pt x="2378948" y="410474"/>
                  </a:lnTo>
                  <a:lnTo>
                    <a:pt x="2388692" y="406467"/>
                  </a:lnTo>
                  <a:lnTo>
                    <a:pt x="2398450" y="389391"/>
                  </a:lnTo>
                  <a:lnTo>
                    <a:pt x="2408194" y="408405"/>
                  </a:lnTo>
                  <a:lnTo>
                    <a:pt x="2417953" y="413472"/>
                  </a:lnTo>
                  <a:lnTo>
                    <a:pt x="2427697" y="391538"/>
                  </a:lnTo>
                  <a:lnTo>
                    <a:pt x="2437441" y="396019"/>
                  </a:lnTo>
                  <a:lnTo>
                    <a:pt x="2447200" y="398850"/>
                  </a:lnTo>
                  <a:lnTo>
                    <a:pt x="2456944" y="404478"/>
                  </a:lnTo>
                  <a:lnTo>
                    <a:pt x="2466703" y="411926"/>
                  </a:lnTo>
                  <a:lnTo>
                    <a:pt x="2476446" y="415311"/>
                  </a:lnTo>
                  <a:lnTo>
                    <a:pt x="2486190" y="420519"/>
                  </a:lnTo>
                  <a:lnTo>
                    <a:pt x="2495949" y="382773"/>
                  </a:lnTo>
                  <a:lnTo>
                    <a:pt x="2505693" y="361938"/>
                  </a:lnTo>
                  <a:lnTo>
                    <a:pt x="2515452" y="367303"/>
                  </a:lnTo>
                  <a:lnTo>
                    <a:pt x="2525196" y="352923"/>
                  </a:lnTo>
                  <a:lnTo>
                    <a:pt x="2534940" y="318694"/>
                  </a:lnTo>
                  <a:lnTo>
                    <a:pt x="2544699" y="304008"/>
                  </a:lnTo>
                  <a:lnTo>
                    <a:pt x="2554443" y="288178"/>
                  </a:lnTo>
                  <a:lnTo>
                    <a:pt x="2564202" y="280905"/>
                  </a:lnTo>
                  <a:lnTo>
                    <a:pt x="2573946" y="286107"/>
                  </a:lnTo>
                  <a:lnTo>
                    <a:pt x="2583690" y="303902"/>
                  </a:lnTo>
                  <a:lnTo>
                    <a:pt x="2593448" y="300040"/>
                  </a:lnTo>
                  <a:lnTo>
                    <a:pt x="2603192" y="304860"/>
                  </a:lnTo>
                  <a:lnTo>
                    <a:pt x="2612951" y="267559"/>
                  </a:lnTo>
                  <a:lnTo>
                    <a:pt x="2622695" y="273627"/>
                  </a:lnTo>
                  <a:lnTo>
                    <a:pt x="2632439" y="268907"/>
                  </a:lnTo>
                  <a:lnTo>
                    <a:pt x="2642198" y="260063"/>
                  </a:lnTo>
                  <a:lnTo>
                    <a:pt x="2651942" y="224444"/>
                  </a:lnTo>
                  <a:lnTo>
                    <a:pt x="2661685" y="239404"/>
                  </a:lnTo>
                  <a:lnTo>
                    <a:pt x="2671444" y="233843"/>
                  </a:lnTo>
                  <a:lnTo>
                    <a:pt x="2681188" y="237172"/>
                  </a:lnTo>
                  <a:lnTo>
                    <a:pt x="2690947" y="241077"/>
                  </a:lnTo>
                  <a:lnTo>
                    <a:pt x="2700691" y="297778"/>
                  </a:lnTo>
                  <a:lnTo>
                    <a:pt x="2710435" y="281317"/>
                  </a:lnTo>
                  <a:lnTo>
                    <a:pt x="2720194" y="276004"/>
                  </a:lnTo>
                  <a:lnTo>
                    <a:pt x="2729938" y="257015"/>
                  </a:lnTo>
                  <a:lnTo>
                    <a:pt x="2739697" y="254534"/>
                  </a:lnTo>
                  <a:lnTo>
                    <a:pt x="2749441" y="265959"/>
                  </a:lnTo>
                  <a:lnTo>
                    <a:pt x="2759185" y="283671"/>
                  </a:lnTo>
                  <a:lnTo>
                    <a:pt x="2768943" y="275442"/>
                  </a:lnTo>
                  <a:lnTo>
                    <a:pt x="2778687" y="296584"/>
                  </a:lnTo>
                  <a:lnTo>
                    <a:pt x="2788446" y="301147"/>
                  </a:lnTo>
                  <a:lnTo>
                    <a:pt x="2798190" y="335902"/>
                  </a:lnTo>
                  <a:lnTo>
                    <a:pt x="2807934" y="315210"/>
                  </a:lnTo>
                  <a:lnTo>
                    <a:pt x="2817693" y="340632"/>
                  </a:lnTo>
                  <a:lnTo>
                    <a:pt x="2827437" y="349418"/>
                  </a:lnTo>
                  <a:lnTo>
                    <a:pt x="2837196" y="334308"/>
                  </a:lnTo>
                  <a:lnTo>
                    <a:pt x="2846940" y="329440"/>
                  </a:lnTo>
                  <a:lnTo>
                    <a:pt x="2856684" y="352310"/>
                  </a:lnTo>
                  <a:lnTo>
                    <a:pt x="2866442" y="372040"/>
                  </a:lnTo>
                  <a:lnTo>
                    <a:pt x="2876186" y="368850"/>
                  </a:lnTo>
                  <a:lnTo>
                    <a:pt x="2885945" y="386030"/>
                  </a:lnTo>
                  <a:lnTo>
                    <a:pt x="2895689" y="387990"/>
                  </a:lnTo>
                  <a:lnTo>
                    <a:pt x="2905433" y="402718"/>
                  </a:lnTo>
                  <a:lnTo>
                    <a:pt x="2915192" y="38400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2" name="Freeform 1051">
              <a:extLst>
                <a:ext uri="{FF2B5EF4-FFF2-40B4-BE49-F238E27FC236}">
                  <a16:creationId xmlns:a16="http://schemas.microsoft.com/office/drawing/2014/main" id="{617DC532-958E-0F1B-161F-7679D9A4E91C}"/>
                </a:ext>
              </a:extLst>
            </p:cNvPr>
            <p:cNvSpPr/>
            <p:nvPr/>
          </p:nvSpPr>
          <p:spPr>
            <a:xfrm>
              <a:off x="4426652" y="3048910"/>
              <a:ext cx="2915191" cy="499737"/>
            </a:xfrm>
            <a:custGeom>
              <a:avLst/>
              <a:gdLst>
                <a:gd name="connsiteX0" fmla="*/ 0 w 2915191"/>
                <a:gd name="connsiteY0" fmla="*/ 77913 h 499737"/>
                <a:gd name="connsiteX1" fmla="*/ 9750 w 2915191"/>
                <a:gd name="connsiteY1" fmla="*/ 84988 h 499737"/>
                <a:gd name="connsiteX2" fmla="*/ 19500 w 2915191"/>
                <a:gd name="connsiteY2" fmla="*/ 86800 h 499737"/>
                <a:gd name="connsiteX3" fmla="*/ 29250 w 2915191"/>
                <a:gd name="connsiteY3" fmla="*/ 79672 h 499737"/>
                <a:gd name="connsiteX4" fmla="*/ 39000 w 2915191"/>
                <a:gd name="connsiteY4" fmla="*/ 77423 h 499737"/>
                <a:gd name="connsiteX5" fmla="*/ 48749 w 2915191"/>
                <a:gd name="connsiteY5" fmla="*/ 87731 h 499737"/>
                <a:gd name="connsiteX6" fmla="*/ 58499 w 2915191"/>
                <a:gd name="connsiteY6" fmla="*/ 106224 h 499737"/>
                <a:gd name="connsiteX7" fmla="*/ 68249 w 2915191"/>
                <a:gd name="connsiteY7" fmla="*/ 101286 h 499737"/>
                <a:gd name="connsiteX8" fmla="*/ 77998 w 2915191"/>
                <a:gd name="connsiteY8" fmla="*/ 105550 h 499737"/>
                <a:gd name="connsiteX9" fmla="*/ 87748 w 2915191"/>
                <a:gd name="connsiteY9" fmla="*/ 122045 h 499737"/>
                <a:gd name="connsiteX10" fmla="*/ 97497 w 2915191"/>
                <a:gd name="connsiteY10" fmla="*/ 131491 h 499737"/>
                <a:gd name="connsiteX11" fmla="*/ 107247 w 2915191"/>
                <a:gd name="connsiteY11" fmla="*/ 111631 h 499737"/>
                <a:gd name="connsiteX12" fmla="*/ 116997 w 2915191"/>
                <a:gd name="connsiteY12" fmla="*/ 92021 h 499737"/>
                <a:gd name="connsiteX13" fmla="*/ 126747 w 2915191"/>
                <a:gd name="connsiteY13" fmla="*/ 82844 h 499737"/>
                <a:gd name="connsiteX14" fmla="*/ 136497 w 2915191"/>
                <a:gd name="connsiteY14" fmla="*/ 99452 h 499737"/>
                <a:gd name="connsiteX15" fmla="*/ 146247 w 2915191"/>
                <a:gd name="connsiteY15" fmla="*/ 73419 h 499737"/>
                <a:gd name="connsiteX16" fmla="*/ 155997 w 2915191"/>
                <a:gd name="connsiteY16" fmla="*/ 57154 h 499737"/>
                <a:gd name="connsiteX17" fmla="*/ 165747 w 2915191"/>
                <a:gd name="connsiteY17" fmla="*/ 72367 h 499737"/>
                <a:gd name="connsiteX18" fmla="*/ 175497 w 2915191"/>
                <a:gd name="connsiteY18" fmla="*/ 109980 h 499737"/>
                <a:gd name="connsiteX19" fmla="*/ 185247 w 2915191"/>
                <a:gd name="connsiteY19" fmla="*/ 113806 h 499737"/>
                <a:gd name="connsiteX20" fmla="*/ 194996 w 2915191"/>
                <a:gd name="connsiteY20" fmla="*/ 118492 h 499737"/>
                <a:gd name="connsiteX21" fmla="*/ 204746 w 2915191"/>
                <a:gd name="connsiteY21" fmla="*/ 109883 h 499737"/>
                <a:gd name="connsiteX22" fmla="*/ 214495 w 2915191"/>
                <a:gd name="connsiteY22" fmla="*/ 111575 h 499737"/>
                <a:gd name="connsiteX23" fmla="*/ 224245 w 2915191"/>
                <a:gd name="connsiteY23" fmla="*/ 99837 h 499737"/>
                <a:gd name="connsiteX24" fmla="*/ 233995 w 2915191"/>
                <a:gd name="connsiteY24" fmla="*/ 97715 h 499737"/>
                <a:gd name="connsiteX25" fmla="*/ 243744 w 2915191"/>
                <a:gd name="connsiteY25" fmla="*/ 109193 h 499737"/>
                <a:gd name="connsiteX26" fmla="*/ 253494 w 2915191"/>
                <a:gd name="connsiteY26" fmla="*/ 88224 h 499737"/>
                <a:gd name="connsiteX27" fmla="*/ 263244 w 2915191"/>
                <a:gd name="connsiteY27" fmla="*/ 79465 h 499737"/>
                <a:gd name="connsiteX28" fmla="*/ 272994 w 2915191"/>
                <a:gd name="connsiteY28" fmla="*/ 88869 h 499737"/>
                <a:gd name="connsiteX29" fmla="*/ 282744 w 2915191"/>
                <a:gd name="connsiteY29" fmla="*/ 99440 h 499737"/>
                <a:gd name="connsiteX30" fmla="*/ 292494 w 2915191"/>
                <a:gd name="connsiteY30" fmla="*/ 126296 h 499737"/>
                <a:gd name="connsiteX31" fmla="*/ 302244 w 2915191"/>
                <a:gd name="connsiteY31" fmla="*/ 114350 h 499737"/>
                <a:gd name="connsiteX32" fmla="*/ 311994 w 2915191"/>
                <a:gd name="connsiteY32" fmla="*/ 124386 h 499737"/>
                <a:gd name="connsiteX33" fmla="*/ 321744 w 2915191"/>
                <a:gd name="connsiteY33" fmla="*/ 143508 h 499737"/>
                <a:gd name="connsiteX34" fmla="*/ 331493 w 2915191"/>
                <a:gd name="connsiteY34" fmla="*/ 151856 h 499737"/>
                <a:gd name="connsiteX35" fmla="*/ 341243 w 2915191"/>
                <a:gd name="connsiteY35" fmla="*/ 180969 h 499737"/>
                <a:gd name="connsiteX36" fmla="*/ 350993 w 2915191"/>
                <a:gd name="connsiteY36" fmla="*/ 219267 h 499737"/>
                <a:gd name="connsiteX37" fmla="*/ 360742 w 2915191"/>
                <a:gd name="connsiteY37" fmla="*/ 205198 h 499737"/>
                <a:gd name="connsiteX38" fmla="*/ 370492 w 2915191"/>
                <a:gd name="connsiteY38" fmla="*/ 192073 h 499737"/>
                <a:gd name="connsiteX39" fmla="*/ 380241 w 2915191"/>
                <a:gd name="connsiteY39" fmla="*/ 183673 h 499737"/>
                <a:gd name="connsiteX40" fmla="*/ 389991 w 2915191"/>
                <a:gd name="connsiteY40" fmla="*/ 145946 h 499737"/>
                <a:gd name="connsiteX41" fmla="*/ 399741 w 2915191"/>
                <a:gd name="connsiteY41" fmla="*/ 116151 h 499737"/>
                <a:gd name="connsiteX42" fmla="*/ 409491 w 2915191"/>
                <a:gd name="connsiteY42" fmla="*/ 149109 h 499737"/>
                <a:gd name="connsiteX43" fmla="*/ 419241 w 2915191"/>
                <a:gd name="connsiteY43" fmla="*/ 154763 h 499737"/>
                <a:gd name="connsiteX44" fmla="*/ 428991 w 2915191"/>
                <a:gd name="connsiteY44" fmla="*/ 175161 h 499737"/>
                <a:gd name="connsiteX45" fmla="*/ 438741 w 2915191"/>
                <a:gd name="connsiteY45" fmla="*/ 183210 h 499737"/>
                <a:gd name="connsiteX46" fmla="*/ 448491 w 2915191"/>
                <a:gd name="connsiteY46" fmla="*/ 201622 h 499737"/>
                <a:gd name="connsiteX47" fmla="*/ 458241 w 2915191"/>
                <a:gd name="connsiteY47" fmla="*/ 177346 h 499737"/>
                <a:gd name="connsiteX48" fmla="*/ 467991 w 2915191"/>
                <a:gd name="connsiteY48" fmla="*/ 176078 h 499737"/>
                <a:gd name="connsiteX49" fmla="*/ 477740 w 2915191"/>
                <a:gd name="connsiteY49" fmla="*/ 173369 h 499737"/>
                <a:gd name="connsiteX50" fmla="*/ 487490 w 2915191"/>
                <a:gd name="connsiteY50" fmla="*/ 185805 h 499737"/>
                <a:gd name="connsiteX51" fmla="*/ 497239 w 2915191"/>
                <a:gd name="connsiteY51" fmla="*/ 175812 h 499737"/>
                <a:gd name="connsiteX52" fmla="*/ 506989 w 2915191"/>
                <a:gd name="connsiteY52" fmla="*/ 183249 h 499737"/>
                <a:gd name="connsiteX53" fmla="*/ 516738 w 2915191"/>
                <a:gd name="connsiteY53" fmla="*/ 170558 h 499737"/>
                <a:gd name="connsiteX54" fmla="*/ 526488 w 2915191"/>
                <a:gd name="connsiteY54" fmla="*/ 159027 h 499737"/>
                <a:gd name="connsiteX55" fmla="*/ 536238 w 2915191"/>
                <a:gd name="connsiteY55" fmla="*/ 162122 h 499737"/>
                <a:gd name="connsiteX56" fmla="*/ 545988 w 2915191"/>
                <a:gd name="connsiteY56" fmla="*/ 156100 h 499737"/>
                <a:gd name="connsiteX57" fmla="*/ 555738 w 2915191"/>
                <a:gd name="connsiteY57" fmla="*/ 164817 h 499737"/>
                <a:gd name="connsiteX58" fmla="*/ 565488 w 2915191"/>
                <a:gd name="connsiteY58" fmla="*/ 151807 h 499737"/>
                <a:gd name="connsiteX59" fmla="*/ 575238 w 2915191"/>
                <a:gd name="connsiteY59" fmla="*/ 138111 h 499737"/>
                <a:gd name="connsiteX60" fmla="*/ 584988 w 2915191"/>
                <a:gd name="connsiteY60" fmla="*/ 81325 h 499737"/>
                <a:gd name="connsiteX61" fmla="*/ 594738 w 2915191"/>
                <a:gd name="connsiteY61" fmla="*/ 104405 h 499737"/>
                <a:gd name="connsiteX62" fmla="*/ 604488 w 2915191"/>
                <a:gd name="connsiteY62" fmla="*/ 122270 h 499737"/>
                <a:gd name="connsiteX63" fmla="*/ 614237 w 2915191"/>
                <a:gd name="connsiteY63" fmla="*/ 103695 h 499737"/>
                <a:gd name="connsiteX64" fmla="*/ 623987 w 2915191"/>
                <a:gd name="connsiteY64" fmla="*/ 112961 h 499737"/>
                <a:gd name="connsiteX65" fmla="*/ 633736 w 2915191"/>
                <a:gd name="connsiteY65" fmla="*/ 123188 h 499737"/>
                <a:gd name="connsiteX66" fmla="*/ 643486 w 2915191"/>
                <a:gd name="connsiteY66" fmla="*/ 118916 h 499737"/>
                <a:gd name="connsiteX67" fmla="*/ 653236 w 2915191"/>
                <a:gd name="connsiteY67" fmla="*/ 124581 h 499737"/>
                <a:gd name="connsiteX68" fmla="*/ 662985 w 2915191"/>
                <a:gd name="connsiteY68" fmla="*/ 88393 h 499737"/>
                <a:gd name="connsiteX69" fmla="*/ 672735 w 2915191"/>
                <a:gd name="connsiteY69" fmla="*/ 93446 h 499737"/>
                <a:gd name="connsiteX70" fmla="*/ 682485 w 2915191"/>
                <a:gd name="connsiteY70" fmla="*/ 95252 h 499737"/>
                <a:gd name="connsiteX71" fmla="*/ 692235 w 2915191"/>
                <a:gd name="connsiteY71" fmla="*/ 92202 h 499737"/>
                <a:gd name="connsiteX72" fmla="*/ 701985 w 2915191"/>
                <a:gd name="connsiteY72" fmla="*/ 80796 h 499737"/>
                <a:gd name="connsiteX73" fmla="*/ 711735 w 2915191"/>
                <a:gd name="connsiteY73" fmla="*/ 123523 h 499737"/>
                <a:gd name="connsiteX74" fmla="*/ 721485 w 2915191"/>
                <a:gd name="connsiteY74" fmla="*/ 133839 h 499737"/>
                <a:gd name="connsiteX75" fmla="*/ 731235 w 2915191"/>
                <a:gd name="connsiteY75" fmla="*/ 138920 h 499737"/>
                <a:gd name="connsiteX76" fmla="*/ 740985 w 2915191"/>
                <a:gd name="connsiteY76" fmla="*/ 139064 h 499737"/>
                <a:gd name="connsiteX77" fmla="*/ 750734 w 2915191"/>
                <a:gd name="connsiteY77" fmla="*/ 127124 h 499737"/>
                <a:gd name="connsiteX78" fmla="*/ 760484 w 2915191"/>
                <a:gd name="connsiteY78" fmla="*/ 102696 h 499737"/>
                <a:gd name="connsiteX79" fmla="*/ 770233 w 2915191"/>
                <a:gd name="connsiteY79" fmla="*/ 112574 h 499737"/>
                <a:gd name="connsiteX80" fmla="*/ 779983 w 2915191"/>
                <a:gd name="connsiteY80" fmla="*/ 132962 h 499737"/>
                <a:gd name="connsiteX81" fmla="*/ 789733 w 2915191"/>
                <a:gd name="connsiteY81" fmla="*/ 147314 h 499737"/>
                <a:gd name="connsiteX82" fmla="*/ 799482 w 2915191"/>
                <a:gd name="connsiteY82" fmla="*/ 124091 h 499737"/>
                <a:gd name="connsiteX83" fmla="*/ 809232 w 2915191"/>
                <a:gd name="connsiteY83" fmla="*/ 106178 h 499737"/>
                <a:gd name="connsiteX84" fmla="*/ 818982 w 2915191"/>
                <a:gd name="connsiteY84" fmla="*/ 114761 h 499737"/>
                <a:gd name="connsiteX85" fmla="*/ 828732 w 2915191"/>
                <a:gd name="connsiteY85" fmla="*/ 105929 h 499737"/>
                <a:gd name="connsiteX86" fmla="*/ 838482 w 2915191"/>
                <a:gd name="connsiteY86" fmla="*/ 81378 h 499737"/>
                <a:gd name="connsiteX87" fmla="*/ 848232 w 2915191"/>
                <a:gd name="connsiteY87" fmla="*/ 71435 h 499737"/>
                <a:gd name="connsiteX88" fmla="*/ 857982 w 2915191"/>
                <a:gd name="connsiteY88" fmla="*/ 73114 h 499737"/>
                <a:gd name="connsiteX89" fmla="*/ 867732 w 2915191"/>
                <a:gd name="connsiteY89" fmla="*/ 70098 h 499737"/>
                <a:gd name="connsiteX90" fmla="*/ 877482 w 2915191"/>
                <a:gd name="connsiteY90" fmla="*/ 95862 h 499737"/>
                <a:gd name="connsiteX91" fmla="*/ 887231 w 2915191"/>
                <a:gd name="connsiteY91" fmla="*/ 96390 h 499737"/>
                <a:gd name="connsiteX92" fmla="*/ 896981 w 2915191"/>
                <a:gd name="connsiteY92" fmla="*/ 98002 h 499737"/>
                <a:gd name="connsiteX93" fmla="*/ 906730 w 2915191"/>
                <a:gd name="connsiteY93" fmla="*/ 90289 h 499737"/>
                <a:gd name="connsiteX94" fmla="*/ 916480 w 2915191"/>
                <a:gd name="connsiteY94" fmla="*/ 131604 h 499737"/>
                <a:gd name="connsiteX95" fmla="*/ 926230 w 2915191"/>
                <a:gd name="connsiteY95" fmla="*/ 184808 h 499737"/>
                <a:gd name="connsiteX96" fmla="*/ 935979 w 2915191"/>
                <a:gd name="connsiteY96" fmla="*/ 166633 h 499737"/>
                <a:gd name="connsiteX97" fmla="*/ 945729 w 2915191"/>
                <a:gd name="connsiteY97" fmla="*/ 153233 h 499737"/>
                <a:gd name="connsiteX98" fmla="*/ 955479 w 2915191"/>
                <a:gd name="connsiteY98" fmla="*/ 157835 h 499737"/>
                <a:gd name="connsiteX99" fmla="*/ 965229 w 2915191"/>
                <a:gd name="connsiteY99" fmla="*/ 149040 h 499737"/>
                <a:gd name="connsiteX100" fmla="*/ 974979 w 2915191"/>
                <a:gd name="connsiteY100" fmla="*/ 130570 h 499737"/>
                <a:gd name="connsiteX101" fmla="*/ 984729 w 2915191"/>
                <a:gd name="connsiteY101" fmla="*/ 123657 h 499737"/>
                <a:gd name="connsiteX102" fmla="*/ 994474 w 2915191"/>
                <a:gd name="connsiteY102" fmla="*/ 128043 h 499737"/>
                <a:gd name="connsiteX103" fmla="*/ 1004233 w 2915191"/>
                <a:gd name="connsiteY103" fmla="*/ 116564 h 499737"/>
                <a:gd name="connsiteX104" fmla="*/ 1013977 w 2915191"/>
                <a:gd name="connsiteY104" fmla="*/ 116832 h 499737"/>
                <a:gd name="connsiteX105" fmla="*/ 1023721 w 2915191"/>
                <a:gd name="connsiteY105" fmla="*/ 81842 h 499737"/>
                <a:gd name="connsiteX106" fmla="*/ 1033480 w 2915191"/>
                <a:gd name="connsiteY106" fmla="*/ 126644 h 499737"/>
                <a:gd name="connsiteX107" fmla="*/ 1043224 w 2915191"/>
                <a:gd name="connsiteY107" fmla="*/ 131309 h 499737"/>
                <a:gd name="connsiteX108" fmla="*/ 1052983 w 2915191"/>
                <a:gd name="connsiteY108" fmla="*/ 96836 h 499737"/>
                <a:gd name="connsiteX109" fmla="*/ 1062727 w 2915191"/>
                <a:gd name="connsiteY109" fmla="*/ 98154 h 499737"/>
                <a:gd name="connsiteX110" fmla="*/ 1072471 w 2915191"/>
                <a:gd name="connsiteY110" fmla="*/ 83868 h 499737"/>
                <a:gd name="connsiteX111" fmla="*/ 1082230 w 2915191"/>
                <a:gd name="connsiteY111" fmla="*/ 53194 h 499737"/>
                <a:gd name="connsiteX112" fmla="*/ 1091973 w 2915191"/>
                <a:gd name="connsiteY112" fmla="*/ 55402 h 499737"/>
                <a:gd name="connsiteX113" fmla="*/ 1101732 w 2915191"/>
                <a:gd name="connsiteY113" fmla="*/ 53222 h 499737"/>
                <a:gd name="connsiteX114" fmla="*/ 1111476 w 2915191"/>
                <a:gd name="connsiteY114" fmla="*/ 76989 h 499737"/>
                <a:gd name="connsiteX115" fmla="*/ 1121220 w 2915191"/>
                <a:gd name="connsiteY115" fmla="*/ 75840 h 499737"/>
                <a:gd name="connsiteX116" fmla="*/ 1130979 w 2915191"/>
                <a:gd name="connsiteY116" fmla="*/ 81405 h 499737"/>
                <a:gd name="connsiteX117" fmla="*/ 1140723 w 2915191"/>
                <a:gd name="connsiteY117" fmla="*/ 94109 h 499737"/>
                <a:gd name="connsiteX118" fmla="*/ 1150482 w 2915191"/>
                <a:gd name="connsiteY118" fmla="*/ 129281 h 499737"/>
                <a:gd name="connsiteX119" fmla="*/ 1160226 w 2915191"/>
                <a:gd name="connsiteY119" fmla="*/ 166024 h 499737"/>
                <a:gd name="connsiteX120" fmla="*/ 1169969 w 2915191"/>
                <a:gd name="connsiteY120" fmla="*/ 153462 h 499737"/>
                <a:gd name="connsiteX121" fmla="*/ 1179728 w 2915191"/>
                <a:gd name="connsiteY121" fmla="*/ 149292 h 499737"/>
                <a:gd name="connsiteX122" fmla="*/ 1189472 w 2915191"/>
                <a:gd name="connsiteY122" fmla="*/ 148410 h 499737"/>
                <a:gd name="connsiteX123" fmla="*/ 1199231 w 2915191"/>
                <a:gd name="connsiteY123" fmla="*/ 175881 h 499737"/>
                <a:gd name="connsiteX124" fmla="*/ 1208975 w 2915191"/>
                <a:gd name="connsiteY124" fmla="*/ 168242 h 499737"/>
                <a:gd name="connsiteX125" fmla="*/ 1218719 w 2915191"/>
                <a:gd name="connsiteY125" fmla="*/ 135250 h 499737"/>
                <a:gd name="connsiteX126" fmla="*/ 1228478 w 2915191"/>
                <a:gd name="connsiteY126" fmla="*/ 97727 h 499737"/>
                <a:gd name="connsiteX127" fmla="*/ 1238222 w 2915191"/>
                <a:gd name="connsiteY127" fmla="*/ 105355 h 499737"/>
                <a:gd name="connsiteX128" fmla="*/ 1247966 w 2915191"/>
                <a:gd name="connsiteY128" fmla="*/ 79199 h 499737"/>
                <a:gd name="connsiteX129" fmla="*/ 1257725 w 2915191"/>
                <a:gd name="connsiteY129" fmla="*/ 69146 h 499737"/>
                <a:gd name="connsiteX130" fmla="*/ 1267469 w 2915191"/>
                <a:gd name="connsiteY130" fmla="*/ 54057 h 499737"/>
                <a:gd name="connsiteX131" fmla="*/ 1277227 w 2915191"/>
                <a:gd name="connsiteY131" fmla="*/ 44569 h 499737"/>
                <a:gd name="connsiteX132" fmla="*/ 1286971 w 2915191"/>
                <a:gd name="connsiteY132" fmla="*/ 75143 h 499737"/>
                <a:gd name="connsiteX133" fmla="*/ 1296715 w 2915191"/>
                <a:gd name="connsiteY133" fmla="*/ 102220 h 499737"/>
                <a:gd name="connsiteX134" fmla="*/ 1306474 w 2915191"/>
                <a:gd name="connsiteY134" fmla="*/ 86368 h 499737"/>
                <a:gd name="connsiteX135" fmla="*/ 1316218 w 2915191"/>
                <a:gd name="connsiteY135" fmla="*/ 85574 h 499737"/>
                <a:gd name="connsiteX136" fmla="*/ 1325977 w 2915191"/>
                <a:gd name="connsiteY136" fmla="*/ 80583 h 499737"/>
                <a:gd name="connsiteX137" fmla="*/ 1335721 w 2915191"/>
                <a:gd name="connsiteY137" fmla="*/ 74127 h 499737"/>
                <a:gd name="connsiteX138" fmla="*/ 1345465 w 2915191"/>
                <a:gd name="connsiteY138" fmla="*/ 58906 h 499737"/>
                <a:gd name="connsiteX139" fmla="*/ 1355224 w 2915191"/>
                <a:gd name="connsiteY139" fmla="*/ 44970 h 499737"/>
                <a:gd name="connsiteX140" fmla="*/ 1364967 w 2915191"/>
                <a:gd name="connsiteY140" fmla="*/ 40218 h 499737"/>
                <a:gd name="connsiteX141" fmla="*/ 1374726 w 2915191"/>
                <a:gd name="connsiteY141" fmla="*/ 48221 h 499737"/>
                <a:gd name="connsiteX142" fmla="*/ 1384470 w 2915191"/>
                <a:gd name="connsiteY142" fmla="*/ 28856 h 499737"/>
                <a:gd name="connsiteX143" fmla="*/ 1394214 w 2915191"/>
                <a:gd name="connsiteY143" fmla="*/ 23208 h 499737"/>
                <a:gd name="connsiteX144" fmla="*/ 1403973 w 2915191"/>
                <a:gd name="connsiteY144" fmla="*/ 14193 h 499737"/>
                <a:gd name="connsiteX145" fmla="*/ 1413717 w 2915191"/>
                <a:gd name="connsiteY145" fmla="*/ 0 h 499737"/>
                <a:gd name="connsiteX146" fmla="*/ 1423476 w 2915191"/>
                <a:gd name="connsiteY146" fmla="*/ 36665 h 499737"/>
                <a:gd name="connsiteX147" fmla="*/ 1433220 w 2915191"/>
                <a:gd name="connsiteY147" fmla="*/ 57103 h 499737"/>
                <a:gd name="connsiteX148" fmla="*/ 1442964 w 2915191"/>
                <a:gd name="connsiteY148" fmla="*/ 61363 h 499737"/>
                <a:gd name="connsiteX149" fmla="*/ 1452722 w 2915191"/>
                <a:gd name="connsiteY149" fmla="*/ 61966 h 499737"/>
                <a:gd name="connsiteX150" fmla="*/ 1462466 w 2915191"/>
                <a:gd name="connsiteY150" fmla="*/ 37069 h 499737"/>
                <a:gd name="connsiteX151" fmla="*/ 1472225 w 2915191"/>
                <a:gd name="connsiteY151" fmla="*/ 47493 h 499737"/>
                <a:gd name="connsiteX152" fmla="*/ 1481969 w 2915191"/>
                <a:gd name="connsiteY152" fmla="*/ 48276 h 499737"/>
                <a:gd name="connsiteX153" fmla="*/ 1491713 w 2915191"/>
                <a:gd name="connsiteY153" fmla="*/ 50823 h 499737"/>
                <a:gd name="connsiteX154" fmla="*/ 1501472 w 2915191"/>
                <a:gd name="connsiteY154" fmla="*/ 41823 h 499737"/>
                <a:gd name="connsiteX155" fmla="*/ 1511216 w 2915191"/>
                <a:gd name="connsiteY155" fmla="*/ 25561 h 499737"/>
                <a:gd name="connsiteX156" fmla="*/ 1520960 w 2915191"/>
                <a:gd name="connsiteY156" fmla="*/ 27259 h 499737"/>
                <a:gd name="connsiteX157" fmla="*/ 1530719 w 2915191"/>
                <a:gd name="connsiteY157" fmla="*/ 63057 h 499737"/>
                <a:gd name="connsiteX158" fmla="*/ 1540463 w 2915191"/>
                <a:gd name="connsiteY158" fmla="*/ 66044 h 499737"/>
                <a:gd name="connsiteX159" fmla="*/ 1550221 w 2915191"/>
                <a:gd name="connsiteY159" fmla="*/ 67933 h 499737"/>
                <a:gd name="connsiteX160" fmla="*/ 1559965 w 2915191"/>
                <a:gd name="connsiteY160" fmla="*/ 107378 h 499737"/>
                <a:gd name="connsiteX161" fmla="*/ 1569709 w 2915191"/>
                <a:gd name="connsiteY161" fmla="*/ 115233 h 499737"/>
                <a:gd name="connsiteX162" fmla="*/ 1579468 w 2915191"/>
                <a:gd name="connsiteY162" fmla="*/ 139073 h 499737"/>
                <a:gd name="connsiteX163" fmla="*/ 1589212 w 2915191"/>
                <a:gd name="connsiteY163" fmla="*/ 126382 h 499737"/>
                <a:gd name="connsiteX164" fmla="*/ 1598971 w 2915191"/>
                <a:gd name="connsiteY164" fmla="*/ 99446 h 499737"/>
                <a:gd name="connsiteX165" fmla="*/ 1608715 w 2915191"/>
                <a:gd name="connsiteY165" fmla="*/ 61630 h 499737"/>
                <a:gd name="connsiteX166" fmla="*/ 1618459 w 2915191"/>
                <a:gd name="connsiteY166" fmla="*/ 99212 h 499737"/>
                <a:gd name="connsiteX167" fmla="*/ 1628218 w 2915191"/>
                <a:gd name="connsiteY167" fmla="*/ 76944 h 499737"/>
                <a:gd name="connsiteX168" fmla="*/ 1637962 w 2915191"/>
                <a:gd name="connsiteY168" fmla="*/ 90930 h 499737"/>
                <a:gd name="connsiteX169" fmla="*/ 1647720 w 2915191"/>
                <a:gd name="connsiteY169" fmla="*/ 55123 h 499737"/>
                <a:gd name="connsiteX170" fmla="*/ 1657464 w 2915191"/>
                <a:gd name="connsiteY170" fmla="*/ 50770 h 499737"/>
                <a:gd name="connsiteX171" fmla="*/ 1667208 w 2915191"/>
                <a:gd name="connsiteY171" fmla="*/ 72013 h 499737"/>
                <a:gd name="connsiteX172" fmla="*/ 1676967 w 2915191"/>
                <a:gd name="connsiteY172" fmla="*/ 113991 h 499737"/>
                <a:gd name="connsiteX173" fmla="*/ 1686711 w 2915191"/>
                <a:gd name="connsiteY173" fmla="*/ 136878 h 499737"/>
                <a:gd name="connsiteX174" fmla="*/ 1696470 w 2915191"/>
                <a:gd name="connsiteY174" fmla="*/ 127516 h 499737"/>
                <a:gd name="connsiteX175" fmla="*/ 1706214 w 2915191"/>
                <a:gd name="connsiteY175" fmla="*/ 138561 h 499737"/>
                <a:gd name="connsiteX176" fmla="*/ 1715958 w 2915191"/>
                <a:gd name="connsiteY176" fmla="*/ 118106 h 499737"/>
                <a:gd name="connsiteX177" fmla="*/ 1725716 w 2915191"/>
                <a:gd name="connsiteY177" fmla="*/ 146126 h 499737"/>
                <a:gd name="connsiteX178" fmla="*/ 1735460 w 2915191"/>
                <a:gd name="connsiteY178" fmla="*/ 205798 h 499737"/>
                <a:gd name="connsiteX179" fmla="*/ 1745219 w 2915191"/>
                <a:gd name="connsiteY179" fmla="*/ 200989 h 499737"/>
                <a:gd name="connsiteX180" fmla="*/ 1754963 w 2915191"/>
                <a:gd name="connsiteY180" fmla="*/ 225064 h 499737"/>
                <a:gd name="connsiteX181" fmla="*/ 1764707 w 2915191"/>
                <a:gd name="connsiteY181" fmla="*/ 247608 h 499737"/>
                <a:gd name="connsiteX182" fmla="*/ 1774466 w 2915191"/>
                <a:gd name="connsiteY182" fmla="*/ 246714 h 499737"/>
                <a:gd name="connsiteX183" fmla="*/ 1784210 w 2915191"/>
                <a:gd name="connsiteY183" fmla="*/ 228208 h 499737"/>
                <a:gd name="connsiteX184" fmla="*/ 1793969 w 2915191"/>
                <a:gd name="connsiteY184" fmla="*/ 214291 h 499737"/>
                <a:gd name="connsiteX185" fmla="*/ 1803713 w 2915191"/>
                <a:gd name="connsiteY185" fmla="*/ 176133 h 499737"/>
                <a:gd name="connsiteX186" fmla="*/ 1813457 w 2915191"/>
                <a:gd name="connsiteY186" fmla="*/ 164267 h 499737"/>
                <a:gd name="connsiteX187" fmla="*/ 1823215 w 2915191"/>
                <a:gd name="connsiteY187" fmla="*/ 150362 h 499737"/>
                <a:gd name="connsiteX188" fmla="*/ 1832959 w 2915191"/>
                <a:gd name="connsiteY188" fmla="*/ 141332 h 499737"/>
                <a:gd name="connsiteX189" fmla="*/ 1842703 w 2915191"/>
                <a:gd name="connsiteY189" fmla="*/ 146751 h 499737"/>
                <a:gd name="connsiteX190" fmla="*/ 1852462 w 2915191"/>
                <a:gd name="connsiteY190" fmla="*/ 162156 h 499737"/>
                <a:gd name="connsiteX191" fmla="*/ 1862206 w 2915191"/>
                <a:gd name="connsiteY191" fmla="*/ 168451 h 499737"/>
                <a:gd name="connsiteX192" fmla="*/ 1871965 w 2915191"/>
                <a:gd name="connsiteY192" fmla="*/ 211069 h 499737"/>
                <a:gd name="connsiteX193" fmla="*/ 1881709 w 2915191"/>
                <a:gd name="connsiteY193" fmla="*/ 207519 h 499737"/>
                <a:gd name="connsiteX194" fmla="*/ 1891453 w 2915191"/>
                <a:gd name="connsiteY194" fmla="*/ 228465 h 499737"/>
                <a:gd name="connsiteX195" fmla="*/ 1901212 w 2915191"/>
                <a:gd name="connsiteY195" fmla="*/ 213833 h 499737"/>
                <a:gd name="connsiteX196" fmla="*/ 1910956 w 2915191"/>
                <a:gd name="connsiteY196" fmla="*/ 203437 h 499737"/>
                <a:gd name="connsiteX197" fmla="*/ 1920714 w 2915191"/>
                <a:gd name="connsiteY197" fmla="*/ 191853 h 499737"/>
                <a:gd name="connsiteX198" fmla="*/ 1930458 w 2915191"/>
                <a:gd name="connsiteY198" fmla="*/ 188052 h 499737"/>
                <a:gd name="connsiteX199" fmla="*/ 1940202 w 2915191"/>
                <a:gd name="connsiteY199" fmla="*/ 179613 h 499737"/>
                <a:gd name="connsiteX200" fmla="*/ 1949961 w 2915191"/>
                <a:gd name="connsiteY200" fmla="*/ 173923 h 499737"/>
                <a:gd name="connsiteX201" fmla="*/ 1959705 w 2915191"/>
                <a:gd name="connsiteY201" fmla="*/ 181975 h 499737"/>
                <a:gd name="connsiteX202" fmla="*/ 1969464 w 2915191"/>
                <a:gd name="connsiteY202" fmla="*/ 211796 h 499737"/>
                <a:gd name="connsiteX203" fmla="*/ 1979208 w 2915191"/>
                <a:gd name="connsiteY203" fmla="*/ 182863 h 499737"/>
                <a:gd name="connsiteX204" fmla="*/ 1988952 w 2915191"/>
                <a:gd name="connsiteY204" fmla="*/ 191193 h 499737"/>
                <a:gd name="connsiteX205" fmla="*/ 1998711 w 2915191"/>
                <a:gd name="connsiteY205" fmla="*/ 197653 h 499737"/>
                <a:gd name="connsiteX206" fmla="*/ 2008454 w 2915191"/>
                <a:gd name="connsiteY206" fmla="*/ 231269 h 499737"/>
                <a:gd name="connsiteX207" fmla="*/ 2018213 w 2915191"/>
                <a:gd name="connsiteY207" fmla="*/ 249965 h 499737"/>
                <a:gd name="connsiteX208" fmla="*/ 2027957 w 2915191"/>
                <a:gd name="connsiteY208" fmla="*/ 268077 h 499737"/>
                <a:gd name="connsiteX209" fmla="*/ 2037701 w 2915191"/>
                <a:gd name="connsiteY209" fmla="*/ 307362 h 499737"/>
                <a:gd name="connsiteX210" fmla="*/ 2047460 w 2915191"/>
                <a:gd name="connsiteY210" fmla="*/ 322314 h 499737"/>
                <a:gd name="connsiteX211" fmla="*/ 2057204 w 2915191"/>
                <a:gd name="connsiteY211" fmla="*/ 339235 h 499737"/>
                <a:gd name="connsiteX212" fmla="*/ 2066963 w 2915191"/>
                <a:gd name="connsiteY212" fmla="*/ 355281 h 499737"/>
                <a:gd name="connsiteX213" fmla="*/ 2076707 w 2915191"/>
                <a:gd name="connsiteY213" fmla="*/ 387017 h 499737"/>
                <a:gd name="connsiteX214" fmla="*/ 2086451 w 2915191"/>
                <a:gd name="connsiteY214" fmla="*/ 390456 h 499737"/>
                <a:gd name="connsiteX215" fmla="*/ 2096210 w 2915191"/>
                <a:gd name="connsiteY215" fmla="*/ 360284 h 499737"/>
                <a:gd name="connsiteX216" fmla="*/ 2105954 w 2915191"/>
                <a:gd name="connsiteY216" fmla="*/ 373200 h 499737"/>
                <a:gd name="connsiteX217" fmla="*/ 2115697 w 2915191"/>
                <a:gd name="connsiteY217" fmla="*/ 380733 h 499737"/>
                <a:gd name="connsiteX218" fmla="*/ 2125456 w 2915191"/>
                <a:gd name="connsiteY218" fmla="*/ 381824 h 499737"/>
                <a:gd name="connsiteX219" fmla="*/ 2135200 w 2915191"/>
                <a:gd name="connsiteY219" fmla="*/ 395954 h 499737"/>
                <a:gd name="connsiteX220" fmla="*/ 2144959 w 2915191"/>
                <a:gd name="connsiteY220" fmla="*/ 385124 h 499737"/>
                <a:gd name="connsiteX221" fmla="*/ 2154703 w 2915191"/>
                <a:gd name="connsiteY221" fmla="*/ 392392 h 499737"/>
                <a:gd name="connsiteX222" fmla="*/ 2164447 w 2915191"/>
                <a:gd name="connsiteY222" fmla="*/ 391816 h 499737"/>
                <a:gd name="connsiteX223" fmla="*/ 2174206 w 2915191"/>
                <a:gd name="connsiteY223" fmla="*/ 376943 h 499737"/>
                <a:gd name="connsiteX224" fmla="*/ 2183950 w 2915191"/>
                <a:gd name="connsiteY224" fmla="*/ 384473 h 499737"/>
                <a:gd name="connsiteX225" fmla="*/ 2193709 w 2915191"/>
                <a:gd name="connsiteY225" fmla="*/ 368425 h 499737"/>
                <a:gd name="connsiteX226" fmla="*/ 2203452 w 2915191"/>
                <a:gd name="connsiteY226" fmla="*/ 360171 h 499737"/>
                <a:gd name="connsiteX227" fmla="*/ 2213196 w 2915191"/>
                <a:gd name="connsiteY227" fmla="*/ 356273 h 499737"/>
                <a:gd name="connsiteX228" fmla="*/ 2222955 w 2915191"/>
                <a:gd name="connsiteY228" fmla="*/ 385042 h 499737"/>
                <a:gd name="connsiteX229" fmla="*/ 2232699 w 2915191"/>
                <a:gd name="connsiteY229" fmla="*/ 383446 h 499737"/>
                <a:gd name="connsiteX230" fmla="*/ 2242458 w 2915191"/>
                <a:gd name="connsiteY230" fmla="*/ 348764 h 499737"/>
                <a:gd name="connsiteX231" fmla="*/ 2252202 w 2915191"/>
                <a:gd name="connsiteY231" fmla="*/ 360530 h 499737"/>
                <a:gd name="connsiteX232" fmla="*/ 2261946 w 2915191"/>
                <a:gd name="connsiteY232" fmla="*/ 396879 h 499737"/>
                <a:gd name="connsiteX233" fmla="*/ 2271705 w 2915191"/>
                <a:gd name="connsiteY233" fmla="*/ 380252 h 499737"/>
                <a:gd name="connsiteX234" fmla="*/ 2281449 w 2915191"/>
                <a:gd name="connsiteY234" fmla="*/ 365266 h 499737"/>
                <a:gd name="connsiteX235" fmla="*/ 2291208 w 2915191"/>
                <a:gd name="connsiteY235" fmla="*/ 392697 h 499737"/>
                <a:gd name="connsiteX236" fmla="*/ 2300951 w 2915191"/>
                <a:gd name="connsiteY236" fmla="*/ 384663 h 499737"/>
                <a:gd name="connsiteX237" fmla="*/ 2310695 w 2915191"/>
                <a:gd name="connsiteY237" fmla="*/ 425113 h 499737"/>
                <a:gd name="connsiteX238" fmla="*/ 2320454 w 2915191"/>
                <a:gd name="connsiteY238" fmla="*/ 426795 h 499737"/>
                <a:gd name="connsiteX239" fmla="*/ 2330198 w 2915191"/>
                <a:gd name="connsiteY239" fmla="*/ 473609 h 499737"/>
                <a:gd name="connsiteX240" fmla="*/ 2339957 w 2915191"/>
                <a:gd name="connsiteY240" fmla="*/ 464868 h 499737"/>
                <a:gd name="connsiteX241" fmla="*/ 2349701 w 2915191"/>
                <a:gd name="connsiteY241" fmla="*/ 446619 h 499737"/>
                <a:gd name="connsiteX242" fmla="*/ 2359445 w 2915191"/>
                <a:gd name="connsiteY242" fmla="*/ 448744 h 499737"/>
                <a:gd name="connsiteX243" fmla="*/ 2369204 w 2915191"/>
                <a:gd name="connsiteY243" fmla="*/ 434369 h 499737"/>
                <a:gd name="connsiteX244" fmla="*/ 2378948 w 2915191"/>
                <a:gd name="connsiteY244" fmla="*/ 438486 h 499737"/>
                <a:gd name="connsiteX245" fmla="*/ 2388692 w 2915191"/>
                <a:gd name="connsiteY245" fmla="*/ 461350 h 499737"/>
                <a:gd name="connsiteX246" fmla="*/ 2398450 w 2915191"/>
                <a:gd name="connsiteY246" fmla="*/ 457247 h 499737"/>
                <a:gd name="connsiteX247" fmla="*/ 2408194 w 2915191"/>
                <a:gd name="connsiteY247" fmla="*/ 469391 h 499737"/>
                <a:gd name="connsiteX248" fmla="*/ 2417953 w 2915191"/>
                <a:gd name="connsiteY248" fmla="*/ 472831 h 499737"/>
                <a:gd name="connsiteX249" fmla="*/ 2427697 w 2915191"/>
                <a:gd name="connsiteY249" fmla="*/ 442731 h 499737"/>
                <a:gd name="connsiteX250" fmla="*/ 2437441 w 2915191"/>
                <a:gd name="connsiteY250" fmla="*/ 475325 h 499737"/>
                <a:gd name="connsiteX251" fmla="*/ 2447200 w 2915191"/>
                <a:gd name="connsiteY251" fmla="*/ 466146 h 499737"/>
                <a:gd name="connsiteX252" fmla="*/ 2456944 w 2915191"/>
                <a:gd name="connsiteY252" fmla="*/ 466158 h 499737"/>
                <a:gd name="connsiteX253" fmla="*/ 2466703 w 2915191"/>
                <a:gd name="connsiteY253" fmla="*/ 447942 h 499737"/>
                <a:gd name="connsiteX254" fmla="*/ 2476446 w 2915191"/>
                <a:gd name="connsiteY254" fmla="*/ 454940 h 499737"/>
                <a:gd name="connsiteX255" fmla="*/ 2486190 w 2915191"/>
                <a:gd name="connsiteY255" fmla="*/ 444697 h 499737"/>
                <a:gd name="connsiteX256" fmla="*/ 2495949 w 2915191"/>
                <a:gd name="connsiteY256" fmla="*/ 432893 h 499737"/>
                <a:gd name="connsiteX257" fmla="*/ 2505693 w 2915191"/>
                <a:gd name="connsiteY257" fmla="*/ 438605 h 499737"/>
                <a:gd name="connsiteX258" fmla="*/ 2515452 w 2915191"/>
                <a:gd name="connsiteY258" fmla="*/ 442270 h 499737"/>
                <a:gd name="connsiteX259" fmla="*/ 2525196 w 2915191"/>
                <a:gd name="connsiteY259" fmla="*/ 450028 h 499737"/>
                <a:gd name="connsiteX260" fmla="*/ 2534940 w 2915191"/>
                <a:gd name="connsiteY260" fmla="*/ 446290 h 499737"/>
                <a:gd name="connsiteX261" fmla="*/ 2544699 w 2915191"/>
                <a:gd name="connsiteY261" fmla="*/ 426150 h 499737"/>
                <a:gd name="connsiteX262" fmla="*/ 2554443 w 2915191"/>
                <a:gd name="connsiteY262" fmla="*/ 418360 h 499737"/>
                <a:gd name="connsiteX263" fmla="*/ 2564202 w 2915191"/>
                <a:gd name="connsiteY263" fmla="*/ 390139 h 499737"/>
                <a:gd name="connsiteX264" fmla="*/ 2573946 w 2915191"/>
                <a:gd name="connsiteY264" fmla="*/ 409233 h 499737"/>
                <a:gd name="connsiteX265" fmla="*/ 2583690 w 2915191"/>
                <a:gd name="connsiteY265" fmla="*/ 392323 h 499737"/>
                <a:gd name="connsiteX266" fmla="*/ 2593448 w 2915191"/>
                <a:gd name="connsiteY266" fmla="*/ 405888 h 499737"/>
                <a:gd name="connsiteX267" fmla="*/ 2603192 w 2915191"/>
                <a:gd name="connsiteY267" fmla="*/ 397117 h 499737"/>
                <a:gd name="connsiteX268" fmla="*/ 2612951 w 2915191"/>
                <a:gd name="connsiteY268" fmla="*/ 408104 h 499737"/>
                <a:gd name="connsiteX269" fmla="*/ 2622695 w 2915191"/>
                <a:gd name="connsiteY269" fmla="*/ 415153 h 499737"/>
                <a:gd name="connsiteX270" fmla="*/ 2632439 w 2915191"/>
                <a:gd name="connsiteY270" fmla="*/ 389772 h 499737"/>
                <a:gd name="connsiteX271" fmla="*/ 2642198 w 2915191"/>
                <a:gd name="connsiteY271" fmla="*/ 356737 h 499737"/>
                <a:gd name="connsiteX272" fmla="*/ 2651942 w 2915191"/>
                <a:gd name="connsiteY272" fmla="*/ 372445 h 499737"/>
                <a:gd name="connsiteX273" fmla="*/ 2661685 w 2915191"/>
                <a:gd name="connsiteY273" fmla="*/ 397223 h 499737"/>
                <a:gd name="connsiteX274" fmla="*/ 2671444 w 2915191"/>
                <a:gd name="connsiteY274" fmla="*/ 376269 h 499737"/>
                <a:gd name="connsiteX275" fmla="*/ 2681188 w 2915191"/>
                <a:gd name="connsiteY275" fmla="*/ 376196 h 499737"/>
                <a:gd name="connsiteX276" fmla="*/ 2690947 w 2915191"/>
                <a:gd name="connsiteY276" fmla="*/ 366058 h 499737"/>
                <a:gd name="connsiteX277" fmla="*/ 2700691 w 2915191"/>
                <a:gd name="connsiteY277" fmla="*/ 385875 h 499737"/>
                <a:gd name="connsiteX278" fmla="*/ 2710435 w 2915191"/>
                <a:gd name="connsiteY278" fmla="*/ 360050 h 499737"/>
                <a:gd name="connsiteX279" fmla="*/ 2720194 w 2915191"/>
                <a:gd name="connsiteY279" fmla="*/ 370570 h 499737"/>
                <a:gd name="connsiteX280" fmla="*/ 2729938 w 2915191"/>
                <a:gd name="connsiteY280" fmla="*/ 343146 h 499737"/>
                <a:gd name="connsiteX281" fmla="*/ 2739697 w 2915191"/>
                <a:gd name="connsiteY281" fmla="*/ 343694 h 499737"/>
                <a:gd name="connsiteX282" fmla="*/ 2749441 w 2915191"/>
                <a:gd name="connsiteY282" fmla="*/ 374641 h 499737"/>
                <a:gd name="connsiteX283" fmla="*/ 2759185 w 2915191"/>
                <a:gd name="connsiteY283" fmla="*/ 373489 h 499737"/>
                <a:gd name="connsiteX284" fmla="*/ 2768943 w 2915191"/>
                <a:gd name="connsiteY284" fmla="*/ 382059 h 499737"/>
                <a:gd name="connsiteX285" fmla="*/ 2778687 w 2915191"/>
                <a:gd name="connsiteY285" fmla="*/ 394868 h 499737"/>
                <a:gd name="connsiteX286" fmla="*/ 2788446 w 2915191"/>
                <a:gd name="connsiteY286" fmla="*/ 399753 h 499737"/>
                <a:gd name="connsiteX287" fmla="*/ 2798190 w 2915191"/>
                <a:gd name="connsiteY287" fmla="*/ 398533 h 499737"/>
                <a:gd name="connsiteX288" fmla="*/ 2807934 w 2915191"/>
                <a:gd name="connsiteY288" fmla="*/ 422614 h 499737"/>
                <a:gd name="connsiteX289" fmla="*/ 2817693 w 2915191"/>
                <a:gd name="connsiteY289" fmla="*/ 443282 h 499737"/>
                <a:gd name="connsiteX290" fmla="*/ 2827437 w 2915191"/>
                <a:gd name="connsiteY290" fmla="*/ 438692 h 499737"/>
                <a:gd name="connsiteX291" fmla="*/ 2837196 w 2915191"/>
                <a:gd name="connsiteY291" fmla="*/ 454857 h 499737"/>
                <a:gd name="connsiteX292" fmla="*/ 2846940 w 2915191"/>
                <a:gd name="connsiteY292" fmla="*/ 480428 h 499737"/>
                <a:gd name="connsiteX293" fmla="*/ 2856684 w 2915191"/>
                <a:gd name="connsiteY293" fmla="*/ 499737 h 499737"/>
                <a:gd name="connsiteX294" fmla="*/ 2866442 w 2915191"/>
                <a:gd name="connsiteY294" fmla="*/ 456383 h 499737"/>
                <a:gd name="connsiteX295" fmla="*/ 2876186 w 2915191"/>
                <a:gd name="connsiteY295" fmla="*/ 423539 h 499737"/>
                <a:gd name="connsiteX296" fmla="*/ 2885945 w 2915191"/>
                <a:gd name="connsiteY296" fmla="*/ 429754 h 499737"/>
                <a:gd name="connsiteX297" fmla="*/ 2895689 w 2915191"/>
                <a:gd name="connsiteY297" fmla="*/ 434539 h 499737"/>
                <a:gd name="connsiteX298" fmla="*/ 2905433 w 2915191"/>
                <a:gd name="connsiteY298" fmla="*/ 443252 h 499737"/>
                <a:gd name="connsiteX299" fmla="*/ 2915192 w 2915191"/>
                <a:gd name="connsiteY299" fmla="*/ 411572 h 499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99737">
                  <a:moveTo>
                    <a:pt x="0" y="77913"/>
                  </a:moveTo>
                  <a:lnTo>
                    <a:pt x="9750" y="84988"/>
                  </a:lnTo>
                  <a:lnTo>
                    <a:pt x="19500" y="86800"/>
                  </a:lnTo>
                  <a:lnTo>
                    <a:pt x="29250" y="79672"/>
                  </a:lnTo>
                  <a:lnTo>
                    <a:pt x="39000" y="77423"/>
                  </a:lnTo>
                  <a:lnTo>
                    <a:pt x="48749" y="87731"/>
                  </a:lnTo>
                  <a:lnTo>
                    <a:pt x="58499" y="106224"/>
                  </a:lnTo>
                  <a:lnTo>
                    <a:pt x="68249" y="101286"/>
                  </a:lnTo>
                  <a:lnTo>
                    <a:pt x="77998" y="105550"/>
                  </a:lnTo>
                  <a:lnTo>
                    <a:pt x="87748" y="122045"/>
                  </a:lnTo>
                  <a:lnTo>
                    <a:pt x="97497" y="131491"/>
                  </a:lnTo>
                  <a:lnTo>
                    <a:pt x="107247" y="111631"/>
                  </a:lnTo>
                  <a:lnTo>
                    <a:pt x="116997" y="92021"/>
                  </a:lnTo>
                  <a:lnTo>
                    <a:pt x="126747" y="82844"/>
                  </a:lnTo>
                  <a:lnTo>
                    <a:pt x="136497" y="99452"/>
                  </a:lnTo>
                  <a:lnTo>
                    <a:pt x="146247" y="73419"/>
                  </a:lnTo>
                  <a:lnTo>
                    <a:pt x="155997" y="57154"/>
                  </a:lnTo>
                  <a:lnTo>
                    <a:pt x="165747" y="72367"/>
                  </a:lnTo>
                  <a:lnTo>
                    <a:pt x="175497" y="109980"/>
                  </a:lnTo>
                  <a:lnTo>
                    <a:pt x="185247" y="113806"/>
                  </a:lnTo>
                  <a:lnTo>
                    <a:pt x="194996" y="118492"/>
                  </a:lnTo>
                  <a:lnTo>
                    <a:pt x="204746" y="109883"/>
                  </a:lnTo>
                  <a:lnTo>
                    <a:pt x="214495" y="111575"/>
                  </a:lnTo>
                  <a:lnTo>
                    <a:pt x="224245" y="99837"/>
                  </a:lnTo>
                  <a:lnTo>
                    <a:pt x="233995" y="97715"/>
                  </a:lnTo>
                  <a:lnTo>
                    <a:pt x="243744" y="109193"/>
                  </a:lnTo>
                  <a:lnTo>
                    <a:pt x="253494" y="88224"/>
                  </a:lnTo>
                  <a:lnTo>
                    <a:pt x="263244" y="79465"/>
                  </a:lnTo>
                  <a:lnTo>
                    <a:pt x="272994" y="88869"/>
                  </a:lnTo>
                  <a:lnTo>
                    <a:pt x="282744" y="99440"/>
                  </a:lnTo>
                  <a:lnTo>
                    <a:pt x="292494" y="126296"/>
                  </a:lnTo>
                  <a:lnTo>
                    <a:pt x="302244" y="114350"/>
                  </a:lnTo>
                  <a:lnTo>
                    <a:pt x="311994" y="124386"/>
                  </a:lnTo>
                  <a:lnTo>
                    <a:pt x="321744" y="143508"/>
                  </a:lnTo>
                  <a:lnTo>
                    <a:pt x="331493" y="151856"/>
                  </a:lnTo>
                  <a:lnTo>
                    <a:pt x="341243" y="180969"/>
                  </a:lnTo>
                  <a:lnTo>
                    <a:pt x="350993" y="219267"/>
                  </a:lnTo>
                  <a:lnTo>
                    <a:pt x="360742" y="205198"/>
                  </a:lnTo>
                  <a:lnTo>
                    <a:pt x="370492" y="192073"/>
                  </a:lnTo>
                  <a:lnTo>
                    <a:pt x="380241" y="183673"/>
                  </a:lnTo>
                  <a:lnTo>
                    <a:pt x="389991" y="145946"/>
                  </a:lnTo>
                  <a:lnTo>
                    <a:pt x="399741" y="116151"/>
                  </a:lnTo>
                  <a:lnTo>
                    <a:pt x="409491" y="149109"/>
                  </a:lnTo>
                  <a:lnTo>
                    <a:pt x="419241" y="154763"/>
                  </a:lnTo>
                  <a:lnTo>
                    <a:pt x="428991" y="175161"/>
                  </a:lnTo>
                  <a:lnTo>
                    <a:pt x="438741" y="183210"/>
                  </a:lnTo>
                  <a:lnTo>
                    <a:pt x="448491" y="201622"/>
                  </a:lnTo>
                  <a:lnTo>
                    <a:pt x="458241" y="177346"/>
                  </a:lnTo>
                  <a:lnTo>
                    <a:pt x="467991" y="176078"/>
                  </a:lnTo>
                  <a:lnTo>
                    <a:pt x="477740" y="173369"/>
                  </a:lnTo>
                  <a:lnTo>
                    <a:pt x="487490" y="185805"/>
                  </a:lnTo>
                  <a:lnTo>
                    <a:pt x="497239" y="175812"/>
                  </a:lnTo>
                  <a:lnTo>
                    <a:pt x="506989" y="183249"/>
                  </a:lnTo>
                  <a:lnTo>
                    <a:pt x="516738" y="170558"/>
                  </a:lnTo>
                  <a:lnTo>
                    <a:pt x="526488" y="159027"/>
                  </a:lnTo>
                  <a:lnTo>
                    <a:pt x="536238" y="162122"/>
                  </a:lnTo>
                  <a:lnTo>
                    <a:pt x="545988" y="156100"/>
                  </a:lnTo>
                  <a:lnTo>
                    <a:pt x="555738" y="164817"/>
                  </a:lnTo>
                  <a:lnTo>
                    <a:pt x="565488" y="151807"/>
                  </a:lnTo>
                  <a:lnTo>
                    <a:pt x="575238" y="138111"/>
                  </a:lnTo>
                  <a:lnTo>
                    <a:pt x="584988" y="81325"/>
                  </a:lnTo>
                  <a:lnTo>
                    <a:pt x="594738" y="104405"/>
                  </a:lnTo>
                  <a:lnTo>
                    <a:pt x="604488" y="122270"/>
                  </a:lnTo>
                  <a:lnTo>
                    <a:pt x="614237" y="103695"/>
                  </a:lnTo>
                  <a:lnTo>
                    <a:pt x="623987" y="112961"/>
                  </a:lnTo>
                  <a:lnTo>
                    <a:pt x="633736" y="123188"/>
                  </a:lnTo>
                  <a:lnTo>
                    <a:pt x="643486" y="118916"/>
                  </a:lnTo>
                  <a:lnTo>
                    <a:pt x="653236" y="124581"/>
                  </a:lnTo>
                  <a:lnTo>
                    <a:pt x="662985" y="88393"/>
                  </a:lnTo>
                  <a:lnTo>
                    <a:pt x="672735" y="93446"/>
                  </a:lnTo>
                  <a:lnTo>
                    <a:pt x="682485" y="95252"/>
                  </a:lnTo>
                  <a:lnTo>
                    <a:pt x="692235" y="92202"/>
                  </a:lnTo>
                  <a:lnTo>
                    <a:pt x="701985" y="80796"/>
                  </a:lnTo>
                  <a:lnTo>
                    <a:pt x="711735" y="123523"/>
                  </a:lnTo>
                  <a:lnTo>
                    <a:pt x="721485" y="133839"/>
                  </a:lnTo>
                  <a:lnTo>
                    <a:pt x="731235" y="138920"/>
                  </a:lnTo>
                  <a:lnTo>
                    <a:pt x="740985" y="139064"/>
                  </a:lnTo>
                  <a:lnTo>
                    <a:pt x="750734" y="127124"/>
                  </a:lnTo>
                  <a:lnTo>
                    <a:pt x="760484" y="102696"/>
                  </a:lnTo>
                  <a:lnTo>
                    <a:pt x="770233" y="112574"/>
                  </a:lnTo>
                  <a:lnTo>
                    <a:pt x="779983" y="132962"/>
                  </a:lnTo>
                  <a:lnTo>
                    <a:pt x="789733" y="147314"/>
                  </a:lnTo>
                  <a:lnTo>
                    <a:pt x="799482" y="124091"/>
                  </a:lnTo>
                  <a:lnTo>
                    <a:pt x="809232" y="106178"/>
                  </a:lnTo>
                  <a:lnTo>
                    <a:pt x="818982" y="114761"/>
                  </a:lnTo>
                  <a:lnTo>
                    <a:pt x="828732" y="105929"/>
                  </a:lnTo>
                  <a:lnTo>
                    <a:pt x="838482" y="81378"/>
                  </a:lnTo>
                  <a:lnTo>
                    <a:pt x="848232" y="71435"/>
                  </a:lnTo>
                  <a:lnTo>
                    <a:pt x="857982" y="73114"/>
                  </a:lnTo>
                  <a:lnTo>
                    <a:pt x="867732" y="70098"/>
                  </a:lnTo>
                  <a:lnTo>
                    <a:pt x="877482" y="95862"/>
                  </a:lnTo>
                  <a:lnTo>
                    <a:pt x="887231" y="96390"/>
                  </a:lnTo>
                  <a:lnTo>
                    <a:pt x="896981" y="98002"/>
                  </a:lnTo>
                  <a:lnTo>
                    <a:pt x="906730" y="90289"/>
                  </a:lnTo>
                  <a:lnTo>
                    <a:pt x="916480" y="131604"/>
                  </a:lnTo>
                  <a:lnTo>
                    <a:pt x="926230" y="184808"/>
                  </a:lnTo>
                  <a:lnTo>
                    <a:pt x="935979" y="166633"/>
                  </a:lnTo>
                  <a:lnTo>
                    <a:pt x="945729" y="153233"/>
                  </a:lnTo>
                  <a:lnTo>
                    <a:pt x="955479" y="157835"/>
                  </a:lnTo>
                  <a:lnTo>
                    <a:pt x="965229" y="149040"/>
                  </a:lnTo>
                  <a:lnTo>
                    <a:pt x="974979" y="130570"/>
                  </a:lnTo>
                  <a:lnTo>
                    <a:pt x="984729" y="123657"/>
                  </a:lnTo>
                  <a:lnTo>
                    <a:pt x="994474" y="128043"/>
                  </a:lnTo>
                  <a:lnTo>
                    <a:pt x="1004233" y="116564"/>
                  </a:lnTo>
                  <a:lnTo>
                    <a:pt x="1013977" y="116832"/>
                  </a:lnTo>
                  <a:lnTo>
                    <a:pt x="1023721" y="81842"/>
                  </a:lnTo>
                  <a:lnTo>
                    <a:pt x="1033480" y="126644"/>
                  </a:lnTo>
                  <a:lnTo>
                    <a:pt x="1043224" y="131309"/>
                  </a:lnTo>
                  <a:lnTo>
                    <a:pt x="1052983" y="96836"/>
                  </a:lnTo>
                  <a:lnTo>
                    <a:pt x="1062727" y="98154"/>
                  </a:lnTo>
                  <a:lnTo>
                    <a:pt x="1072471" y="83868"/>
                  </a:lnTo>
                  <a:lnTo>
                    <a:pt x="1082230" y="53194"/>
                  </a:lnTo>
                  <a:lnTo>
                    <a:pt x="1091973" y="55402"/>
                  </a:lnTo>
                  <a:lnTo>
                    <a:pt x="1101732" y="53222"/>
                  </a:lnTo>
                  <a:lnTo>
                    <a:pt x="1111476" y="76989"/>
                  </a:lnTo>
                  <a:lnTo>
                    <a:pt x="1121220" y="75840"/>
                  </a:lnTo>
                  <a:lnTo>
                    <a:pt x="1130979" y="81405"/>
                  </a:lnTo>
                  <a:lnTo>
                    <a:pt x="1140723" y="94109"/>
                  </a:lnTo>
                  <a:lnTo>
                    <a:pt x="1150482" y="129281"/>
                  </a:lnTo>
                  <a:lnTo>
                    <a:pt x="1160226" y="166024"/>
                  </a:lnTo>
                  <a:lnTo>
                    <a:pt x="1169969" y="153462"/>
                  </a:lnTo>
                  <a:lnTo>
                    <a:pt x="1179728" y="149292"/>
                  </a:lnTo>
                  <a:lnTo>
                    <a:pt x="1189472" y="148410"/>
                  </a:lnTo>
                  <a:lnTo>
                    <a:pt x="1199231" y="175881"/>
                  </a:lnTo>
                  <a:lnTo>
                    <a:pt x="1208975" y="168242"/>
                  </a:lnTo>
                  <a:lnTo>
                    <a:pt x="1218719" y="135250"/>
                  </a:lnTo>
                  <a:lnTo>
                    <a:pt x="1228478" y="97727"/>
                  </a:lnTo>
                  <a:lnTo>
                    <a:pt x="1238222" y="105355"/>
                  </a:lnTo>
                  <a:lnTo>
                    <a:pt x="1247966" y="79199"/>
                  </a:lnTo>
                  <a:lnTo>
                    <a:pt x="1257725" y="69146"/>
                  </a:lnTo>
                  <a:lnTo>
                    <a:pt x="1267469" y="54057"/>
                  </a:lnTo>
                  <a:lnTo>
                    <a:pt x="1277227" y="44569"/>
                  </a:lnTo>
                  <a:lnTo>
                    <a:pt x="1286971" y="75143"/>
                  </a:lnTo>
                  <a:lnTo>
                    <a:pt x="1296715" y="102220"/>
                  </a:lnTo>
                  <a:lnTo>
                    <a:pt x="1306474" y="86368"/>
                  </a:lnTo>
                  <a:lnTo>
                    <a:pt x="1316218" y="85574"/>
                  </a:lnTo>
                  <a:lnTo>
                    <a:pt x="1325977" y="80583"/>
                  </a:lnTo>
                  <a:lnTo>
                    <a:pt x="1335721" y="74127"/>
                  </a:lnTo>
                  <a:lnTo>
                    <a:pt x="1345465" y="58906"/>
                  </a:lnTo>
                  <a:lnTo>
                    <a:pt x="1355224" y="44970"/>
                  </a:lnTo>
                  <a:lnTo>
                    <a:pt x="1364967" y="40218"/>
                  </a:lnTo>
                  <a:lnTo>
                    <a:pt x="1374726" y="48221"/>
                  </a:lnTo>
                  <a:lnTo>
                    <a:pt x="1384470" y="28856"/>
                  </a:lnTo>
                  <a:lnTo>
                    <a:pt x="1394214" y="23208"/>
                  </a:lnTo>
                  <a:lnTo>
                    <a:pt x="1403973" y="14193"/>
                  </a:lnTo>
                  <a:lnTo>
                    <a:pt x="1413717" y="0"/>
                  </a:lnTo>
                  <a:lnTo>
                    <a:pt x="1423476" y="36665"/>
                  </a:lnTo>
                  <a:lnTo>
                    <a:pt x="1433220" y="57103"/>
                  </a:lnTo>
                  <a:lnTo>
                    <a:pt x="1442964" y="61363"/>
                  </a:lnTo>
                  <a:lnTo>
                    <a:pt x="1452722" y="61966"/>
                  </a:lnTo>
                  <a:lnTo>
                    <a:pt x="1462466" y="37069"/>
                  </a:lnTo>
                  <a:lnTo>
                    <a:pt x="1472225" y="47493"/>
                  </a:lnTo>
                  <a:lnTo>
                    <a:pt x="1481969" y="48276"/>
                  </a:lnTo>
                  <a:lnTo>
                    <a:pt x="1491713" y="50823"/>
                  </a:lnTo>
                  <a:lnTo>
                    <a:pt x="1501472" y="41823"/>
                  </a:lnTo>
                  <a:lnTo>
                    <a:pt x="1511216" y="25561"/>
                  </a:lnTo>
                  <a:lnTo>
                    <a:pt x="1520960" y="27259"/>
                  </a:lnTo>
                  <a:lnTo>
                    <a:pt x="1530719" y="63057"/>
                  </a:lnTo>
                  <a:lnTo>
                    <a:pt x="1540463" y="66044"/>
                  </a:lnTo>
                  <a:lnTo>
                    <a:pt x="1550221" y="67933"/>
                  </a:lnTo>
                  <a:lnTo>
                    <a:pt x="1559965" y="107378"/>
                  </a:lnTo>
                  <a:lnTo>
                    <a:pt x="1569709" y="115233"/>
                  </a:lnTo>
                  <a:lnTo>
                    <a:pt x="1579468" y="139073"/>
                  </a:lnTo>
                  <a:lnTo>
                    <a:pt x="1589212" y="126382"/>
                  </a:lnTo>
                  <a:lnTo>
                    <a:pt x="1598971" y="99446"/>
                  </a:lnTo>
                  <a:lnTo>
                    <a:pt x="1608715" y="61630"/>
                  </a:lnTo>
                  <a:lnTo>
                    <a:pt x="1618459" y="99212"/>
                  </a:lnTo>
                  <a:lnTo>
                    <a:pt x="1628218" y="76944"/>
                  </a:lnTo>
                  <a:lnTo>
                    <a:pt x="1637962" y="90930"/>
                  </a:lnTo>
                  <a:lnTo>
                    <a:pt x="1647720" y="55123"/>
                  </a:lnTo>
                  <a:lnTo>
                    <a:pt x="1657464" y="50770"/>
                  </a:lnTo>
                  <a:lnTo>
                    <a:pt x="1667208" y="72013"/>
                  </a:lnTo>
                  <a:lnTo>
                    <a:pt x="1676967" y="113991"/>
                  </a:lnTo>
                  <a:lnTo>
                    <a:pt x="1686711" y="136878"/>
                  </a:lnTo>
                  <a:lnTo>
                    <a:pt x="1696470" y="127516"/>
                  </a:lnTo>
                  <a:lnTo>
                    <a:pt x="1706214" y="138561"/>
                  </a:lnTo>
                  <a:lnTo>
                    <a:pt x="1715958" y="118106"/>
                  </a:lnTo>
                  <a:lnTo>
                    <a:pt x="1725716" y="146126"/>
                  </a:lnTo>
                  <a:lnTo>
                    <a:pt x="1735460" y="205798"/>
                  </a:lnTo>
                  <a:lnTo>
                    <a:pt x="1745219" y="200989"/>
                  </a:lnTo>
                  <a:lnTo>
                    <a:pt x="1754963" y="225064"/>
                  </a:lnTo>
                  <a:lnTo>
                    <a:pt x="1764707" y="247608"/>
                  </a:lnTo>
                  <a:lnTo>
                    <a:pt x="1774466" y="246714"/>
                  </a:lnTo>
                  <a:lnTo>
                    <a:pt x="1784210" y="228208"/>
                  </a:lnTo>
                  <a:lnTo>
                    <a:pt x="1793969" y="214291"/>
                  </a:lnTo>
                  <a:lnTo>
                    <a:pt x="1803713" y="176133"/>
                  </a:lnTo>
                  <a:lnTo>
                    <a:pt x="1813457" y="164267"/>
                  </a:lnTo>
                  <a:lnTo>
                    <a:pt x="1823215" y="150362"/>
                  </a:lnTo>
                  <a:lnTo>
                    <a:pt x="1832959" y="141332"/>
                  </a:lnTo>
                  <a:lnTo>
                    <a:pt x="1842703" y="146751"/>
                  </a:lnTo>
                  <a:lnTo>
                    <a:pt x="1852462" y="162156"/>
                  </a:lnTo>
                  <a:lnTo>
                    <a:pt x="1862206" y="168451"/>
                  </a:lnTo>
                  <a:lnTo>
                    <a:pt x="1871965" y="211069"/>
                  </a:lnTo>
                  <a:lnTo>
                    <a:pt x="1881709" y="207519"/>
                  </a:lnTo>
                  <a:lnTo>
                    <a:pt x="1891453" y="228465"/>
                  </a:lnTo>
                  <a:lnTo>
                    <a:pt x="1901212" y="213833"/>
                  </a:lnTo>
                  <a:lnTo>
                    <a:pt x="1910956" y="203437"/>
                  </a:lnTo>
                  <a:lnTo>
                    <a:pt x="1920714" y="191853"/>
                  </a:lnTo>
                  <a:lnTo>
                    <a:pt x="1930458" y="188052"/>
                  </a:lnTo>
                  <a:lnTo>
                    <a:pt x="1940202" y="179613"/>
                  </a:lnTo>
                  <a:lnTo>
                    <a:pt x="1949961" y="173923"/>
                  </a:lnTo>
                  <a:lnTo>
                    <a:pt x="1959705" y="181975"/>
                  </a:lnTo>
                  <a:lnTo>
                    <a:pt x="1969464" y="211796"/>
                  </a:lnTo>
                  <a:lnTo>
                    <a:pt x="1979208" y="182863"/>
                  </a:lnTo>
                  <a:lnTo>
                    <a:pt x="1988952" y="191193"/>
                  </a:lnTo>
                  <a:lnTo>
                    <a:pt x="1998711" y="197653"/>
                  </a:lnTo>
                  <a:lnTo>
                    <a:pt x="2008454" y="231269"/>
                  </a:lnTo>
                  <a:lnTo>
                    <a:pt x="2018213" y="249965"/>
                  </a:lnTo>
                  <a:lnTo>
                    <a:pt x="2027957" y="268077"/>
                  </a:lnTo>
                  <a:lnTo>
                    <a:pt x="2037701" y="307362"/>
                  </a:lnTo>
                  <a:lnTo>
                    <a:pt x="2047460" y="322314"/>
                  </a:lnTo>
                  <a:lnTo>
                    <a:pt x="2057204" y="339235"/>
                  </a:lnTo>
                  <a:lnTo>
                    <a:pt x="2066963" y="355281"/>
                  </a:lnTo>
                  <a:lnTo>
                    <a:pt x="2076707" y="387017"/>
                  </a:lnTo>
                  <a:lnTo>
                    <a:pt x="2086451" y="390456"/>
                  </a:lnTo>
                  <a:lnTo>
                    <a:pt x="2096210" y="360284"/>
                  </a:lnTo>
                  <a:lnTo>
                    <a:pt x="2105954" y="373200"/>
                  </a:lnTo>
                  <a:lnTo>
                    <a:pt x="2115697" y="380733"/>
                  </a:lnTo>
                  <a:lnTo>
                    <a:pt x="2125456" y="381824"/>
                  </a:lnTo>
                  <a:lnTo>
                    <a:pt x="2135200" y="395954"/>
                  </a:lnTo>
                  <a:lnTo>
                    <a:pt x="2144959" y="385124"/>
                  </a:lnTo>
                  <a:lnTo>
                    <a:pt x="2154703" y="392392"/>
                  </a:lnTo>
                  <a:lnTo>
                    <a:pt x="2164447" y="391816"/>
                  </a:lnTo>
                  <a:lnTo>
                    <a:pt x="2174206" y="376943"/>
                  </a:lnTo>
                  <a:lnTo>
                    <a:pt x="2183950" y="384473"/>
                  </a:lnTo>
                  <a:lnTo>
                    <a:pt x="2193709" y="368425"/>
                  </a:lnTo>
                  <a:lnTo>
                    <a:pt x="2203452" y="360171"/>
                  </a:lnTo>
                  <a:lnTo>
                    <a:pt x="2213196" y="356273"/>
                  </a:lnTo>
                  <a:lnTo>
                    <a:pt x="2222955" y="385042"/>
                  </a:lnTo>
                  <a:lnTo>
                    <a:pt x="2232699" y="383446"/>
                  </a:lnTo>
                  <a:lnTo>
                    <a:pt x="2242458" y="348764"/>
                  </a:lnTo>
                  <a:lnTo>
                    <a:pt x="2252202" y="360530"/>
                  </a:lnTo>
                  <a:lnTo>
                    <a:pt x="2261946" y="396879"/>
                  </a:lnTo>
                  <a:lnTo>
                    <a:pt x="2271705" y="380252"/>
                  </a:lnTo>
                  <a:lnTo>
                    <a:pt x="2281449" y="365266"/>
                  </a:lnTo>
                  <a:lnTo>
                    <a:pt x="2291208" y="392697"/>
                  </a:lnTo>
                  <a:lnTo>
                    <a:pt x="2300951" y="384663"/>
                  </a:lnTo>
                  <a:lnTo>
                    <a:pt x="2310695" y="425113"/>
                  </a:lnTo>
                  <a:lnTo>
                    <a:pt x="2320454" y="426795"/>
                  </a:lnTo>
                  <a:lnTo>
                    <a:pt x="2330198" y="473609"/>
                  </a:lnTo>
                  <a:lnTo>
                    <a:pt x="2339957" y="464868"/>
                  </a:lnTo>
                  <a:lnTo>
                    <a:pt x="2349701" y="446619"/>
                  </a:lnTo>
                  <a:lnTo>
                    <a:pt x="2359445" y="448744"/>
                  </a:lnTo>
                  <a:lnTo>
                    <a:pt x="2369204" y="434369"/>
                  </a:lnTo>
                  <a:lnTo>
                    <a:pt x="2378948" y="438486"/>
                  </a:lnTo>
                  <a:lnTo>
                    <a:pt x="2388692" y="461350"/>
                  </a:lnTo>
                  <a:lnTo>
                    <a:pt x="2398450" y="457247"/>
                  </a:lnTo>
                  <a:lnTo>
                    <a:pt x="2408194" y="469391"/>
                  </a:lnTo>
                  <a:lnTo>
                    <a:pt x="2417953" y="472831"/>
                  </a:lnTo>
                  <a:lnTo>
                    <a:pt x="2427697" y="442731"/>
                  </a:lnTo>
                  <a:lnTo>
                    <a:pt x="2437441" y="475325"/>
                  </a:lnTo>
                  <a:lnTo>
                    <a:pt x="2447200" y="466146"/>
                  </a:lnTo>
                  <a:lnTo>
                    <a:pt x="2456944" y="466158"/>
                  </a:lnTo>
                  <a:lnTo>
                    <a:pt x="2466703" y="447942"/>
                  </a:lnTo>
                  <a:lnTo>
                    <a:pt x="2476446" y="454940"/>
                  </a:lnTo>
                  <a:lnTo>
                    <a:pt x="2486190" y="444697"/>
                  </a:lnTo>
                  <a:lnTo>
                    <a:pt x="2495949" y="432893"/>
                  </a:lnTo>
                  <a:lnTo>
                    <a:pt x="2505693" y="438605"/>
                  </a:lnTo>
                  <a:lnTo>
                    <a:pt x="2515452" y="442270"/>
                  </a:lnTo>
                  <a:lnTo>
                    <a:pt x="2525196" y="450028"/>
                  </a:lnTo>
                  <a:lnTo>
                    <a:pt x="2534940" y="446290"/>
                  </a:lnTo>
                  <a:lnTo>
                    <a:pt x="2544699" y="426150"/>
                  </a:lnTo>
                  <a:lnTo>
                    <a:pt x="2554443" y="418360"/>
                  </a:lnTo>
                  <a:lnTo>
                    <a:pt x="2564202" y="390139"/>
                  </a:lnTo>
                  <a:lnTo>
                    <a:pt x="2573946" y="409233"/>
                  </a:lnTo>
                  <a:lnTo>
                    <a:pt x="2583690" y="392323"/>
                  </a:lnTo>
                  <a:lnTo>
                    <a:pt x="2593448" y="405888"/>
                  </a:lnTo>
                  <a:lnTo>
                    <a:pt x="2603192" y="397117"/>
                  </a:lnTo>
                  <a:lnTo>
                    <a:pt x="2612951" y="408104"/>
                  </a:lnTo>
                  <a:lnTo>
                    <a:pt x="2622695" y="415153"/>
                  </a:lnTo>
                  <a:lnTo>
                    <a:pt x="2632439" y="389772"/>
                  </a:lnTo>
                  <a:lnTo>
                    <a:pt x="2642198" y="356737"/>
                  </a:lnTo>
                  <a:lnTo>
                    <a:pt x="2651942" y="372445"/>
                  </a:lnTo>
                  <a:lnTo>
                    <a:pt x="2661685" y="397223"/>
                  </a:lnTo>
                  <a:lnTo>
                    <a:pt x="2671444" y="376269"/>
                  </a:lnTo>
                  <a:lnTo>
                    <a:pt x="2681188" y="376196"/>
                  </a:lnTo>
                  <a:lnTo>
                    <a:pt x="2690947" y="366058"/>
                  </a:lnTo>
                  <a:lnTo>
                    <a:pt x="2700691" y="385875"/>
                  </a:lnTo>
                  <a:lnTo>
                    <a:pt x="2710435" y="360050"/>
                  </a:lnTo>
                  <a:lnTo>
                    <a:pt x="2720194" y="370570"/>
                  </a:lnTo>
                  <a:lnTo>
                    <a:pt x="2729938" y="343146"/>
                  </a:lnTo>
                  <a:lnTo>
                    <a:pt x="2739697" y="343694"/>
                  </a:lnTo>
                  <a:lnTo>
                    <a:pt x="2749441" y="374641"/>
                  </a:lnTo>
                  <a:lnTo>
                    <a:pt x="2759185" y="373489"/>
                  </a:lnTo>
                  <a:lnTo>
                    <a:pt x="2768943" y="382059"/>
                  </a:lnTo>
                  <a:lnTo>
                    <a:pt x="2778687" y="394868"/>
                  </a:lnTo>
                  <a:lnTo>
                    <a:pt x="2788446" y="399753"/>
                  </a:lnTo>
                  <a:lnTo>
                    <a:pt x="2798190" y="398533"/>
                  </a:lnTo>
                  <a:lnTo>
                    <a:pt x="2807934" y="422614"/>
                  </a:lnTo>
                  <a:lnTo>
                    <a:pt x="2817693" y="443282"/>
                  </a:lnTo>
                  <a:lnTo>
                    <a:pt x="2827437" y="438692"/>
                  </a:lnTo>
                  <a:lnTo>
                    <a:pt x="2837196" y="454857"/>
                  </a:lnTo>
                  <a:lnTo>
                    <a:pt x="2846940" y="480428"/>
                  </a:lnTo>
                  <a:lnTo>
                    <a:pt x="2856684" y="499737"/>
                  </a:lnTo>
                  <a:lnTo>
                    <a:pt x="2866442" y="456383"/>
                  </a:lnTo>
                  <a:lnTo>
                    <a:pt x="2876186" y="423539"/>
                  </a:lnTo>
                  <a:lnTo>
                    <a:pt x="2885945" y="429754"/>
                  </a:lnTo>
                  <a:lnTo>
                    <a:pt x="2895689" y="434539"/>
                  </a:lnTo>
                  <a:lnTo>
                    <a:pt x="2905433" y="443252"/>
                  </a:lnTo>
                  <a:lnTo>
                    <a:pt x="2915192" y="41157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3" name="Freeform 1052">
              <a:extLst>
                <a:ext uri="{FF2B5EF4-FFF2-40B4-BE49-F238E27FC236}">
                  <a16:creationId xmlns:a16="http://schemas.microsoft.com/office/drawing/2014/main" id="{6C7CFCB2-623D-DC07-AC67-FBAC32D0DB68}"/>
                </a:ext>
              </a:extLst>
            </p:cNvPr>
            <p:cNvSpPr/>
            <p:nvPr/>
          </p:nvSpPr>
          <p:spPr>
            <a:xfrm>
              <a:off x="4426652" y="2972939"/>
              <a:ext cx="2915191" cy="780116"/>
            </a:xfrm>
            <a:custGeom>
              <a:avLst/>
              <a:gdLst>
                <a:gd name="connsiteX0" fmla="*/ 0 w 2915191"/>
                <a:gd name="connsiteY0" fmla="*/ 447708 h 780116"/>
                <a:gd name="connsiteX1" fmla="*/ 9750 w 2915191"/>
                <a:gd name="connsiteY1" fmla="*/ 466879 h 780116"/>
                <a:gd name="connsiteX2" fmla="*/ 19500 w 2915191"/>
                <a:gd name="connsiteY2" fmla="*/ 449464 h 780116"/>
                <a:gd name="connsiteX3" fmla="*/ 29250 w 2915191"/>
                <a:gd name="connsiteY3" fmla="*/ 485974 h 780116"/>
                <a:gd name="connsiteX4" fmla="*/ 39000 w 2915191"/>
                <a:gd name="connsiteY4" fmla="*/ 471116 h 780116"/>
                <a:gd name="connsiteX5" fmla="*/ 48749 w 2915191"/>
                <a:gd name="connsiteY5" fmla="*/ 493381 h 780116"/>
                <a:gd name="connsiteX6" fmla="*/ 58499 w 2915191"/>
                <a:gd name="connsiteY6" fmla="*/ 525994 h 780116"/>
                <a:gd name="connsiteX7" fmla="*/ 68249 w 2915191"/>
                <a:gd name="connsiteY7" fmla="*/ 538974 h 780116"/>
                <a:gd name="connsiteX8" fmla="*/ 77998 w 2915191"/>
                <a:gd name="connsiteY8" fmla="*/ 544675 h 780116"/>
                <a:gd name="connsiteX9" fmla="*/ 87748 w 2915191"/>
                <a:gd name="connsiteY9" fmla="*/ 523839 h 780116"/>
                <a:gd name="connsiteX10" fmla="*/ 97497 w 2915191"/>
                <a:gd name="connsiteY10" fmla="*/ 563839 h 780116"/>
                <a:gd name="connsiteX11" fmla="*/ 107247 w 2915191"/>
                <a:gd name="connsiteY11" fmla="*/ 534020 h 780116"/>
                <a:gd name="connsiteX12" fmla="*/ 116997 w 2915191"/>
                <a:gd name="connsiteY12" fmla="*/ 563995 h 780116"/>
                <a:gd name="connsiteX13" fmla="*/ 126747 w 2915191"/>
                <a:gd name="connsiteY13" fmla="*/ 577498 h 780116"/>
                <a:gd name="connsiteX14" fmla="*/ 136497 w 2915191"/>
                <a:gd name="connsiteY14" fmla="*/ 574324 h 780116"/>
                <a:gd name="connsiteX15" fmla="*/ 146247 w 2915191"/>
                <a:gd name="connsiteY15" fmla="*/ 570685 h 780116"/>
                <a:gd name="connsiteX16" fmla="*/ 155997 w 2915191"/>
                <a:gd name="connsiteY16" fmla="*/ 576564 h 780116"/>
                <a:gd name="connsiteX17" fmla="*/ 165747 w 2915191"/>
                <a:gd name="connsiteY17" fmla="*/ 558116 h 780116"/>
                <a:gd name="connsiteX18" fmla="*/ 175497 w 2915191"/>
                <a:gd name="connsiteY18" fmla="*/ 560950 h 780116"/>
                <a:gd name="connsiteX19" fmla="*/ 185247 w 2915191"/>
                <a:gd name="connsiteY19" fmla="*/ 596102 h 780116"/>
                <a:gd name="connsiteX20" fmla="*/ 194996 w 2915191"/>
                <a:gd name="connsiteY20" fmla="*/ 579107 h 780116"/>
                <a:gd name="connsiteX21" fmla="*/ 204746 w 2915191"/>
                <a:gd name="connsiteY21" fmla="*/ 614352 h 780116"/>
                <a:gd name="connsiteX22" fmla="*/ 214495 w 2915191"/>
                <a:gd name="connsiteY22" fmla="*/ 573746 h 780116"/>
                <a:gd name="connsiteX23" fmla="*/ 224245 w 2915191"/>
                <a:gd name="connsiteY23" fmla="*/ 553521 h 780116"/>
                <a:gd name="connsiteX24" fmla="*/ 233995 w 2915191"/>
                <a:gd name="connsiteY24" fmla="*/ 523748 h 780116"/>
                <a:gd name="connsiteX25" fmla="*/ 243744 w 2915191"/>
                <a:gd name="connsiteY25" fmla="*/ 545358 h 780116"/>
                <a:gd name="connsiteX26" fmla="*/ 253494 w 2915191"/>
                <a:gd name="connsiteY26" fmla="*/ 540635 h 780116"/>
                <a:gd name="connsiteX27" fmla="*/ 263244 w 2915191"/>
                <a:gd name="connsiteY27" fmla="*/ 504922 h 780116"/>
                <a:gd name="connsiteX28" fmla="*/ 272994 w 2915191"/>
                <a:gd name="connsiteY28" fmla="*/ 538148 h 780116"/>
                <a:gd name="connsiteX29" fmla="*/ 282744 w 2915191"/>
                <a:gd name="connsiteY29" fmla="*/ 544780 h 780116"/>
                <a:gd name="connsiteX30" fmla="*/ 292494 w 2915191"/>
                <a:gd name="connsiteY30" fmla="*/ 574621 h 780116"/>
                <a:gd name="connsiteX31" fmla="*/ 302244 w 2915191"/>
                <a:gd name="connsiteY31" fmla="*/ 624275 h 780116"/>
                <a:gd name="connsiteX32" fmla="*/ 311994 w 2915191"/>
                <a:gd name="connsiteY32" fmla="*/ 645632 h 780116"/>
                <a:gd name="connsiteX33" fmla="*/ 321744 w 2915191"/>
                <a:gd name="connsiteY33" fmla="*/ 632501 h 780116"/>
                <a:gd name="connsiteX34" fmla="*/ 331493 w 2915191"/>
                <a:gd name="connsiteY34" fmla="*/ 641960 h 780116"/>
                <a:gd name="connsiteX35" fmla="*/ 341243 w 2915191"/>
                <a:gd name="connsiteY35" fmla="*/ 635115 h 780116"/>
                <a:gd name="connsiteX36" fmla="*/ 350993 w 2915191"/>
                <a:gd name="connsiteY36" fmla="*/ 625301 h 780116"/>
                <a:gd name="connsiteX37" fmla="*/ 360742 w 2915191"/>
                <a:gd name="connsiteY37" fmla="*/ 617421 h 780116"/>
                <a:gd name="connsiteX38" fmla="*/ 370492 w 2915191"/>
                <a:gd name="connsiteY38" fmla="*/ 607627 h 780116"/>
                <a:gd name="connsiteX39" fmla="*/ 380241 w 2915191"/>
                <a:gd name="connsiteY39" fmla="*/ 635157 h 780116"/>
                <a:gd name="connsiteX40" fmla="*/ 389991 w 2915191"/>
                <a:gd name="connsiteY40" fmla="*/ 620672 h 780116"/>
                <a:gd name="connsiteX41" fmla="*/ 399741 w 2915191"/>
                <a:gd name="connsiteY41" fmla="*/ 587397 h 780116"/>
                <a:gd name="connsiteX42" fmla="*/ 409491 w 2915191"/>
                <a:gd name="connsiteY42" fmla="*/ 558366 h 780116"/>
                <a:gd name="connsiteX43" fmla="*/ 419241 w 2915191"/>
                <a:gd name="connsiteY43" fmla="*/ 538172 h 780116"/>
                <a:gd name="connsiteX44" fmla="*/ 428991 w 2915191"/>
                <a:gd name="connsiteY44" fmla="*/ 552798 h 780116"/>
                <a:gd name="connsiteX45" fmla="*/ 438741 w 2915191"/>
                <a:gd name="connsiteY45" fmla="*/ 557839 h 780116"/>
                <a:gd name="connsiteX46" fmla="*/ 448491 w 2915191"/>
                <a:gd name="connsiteY46" fmla="*/ 605957 h 780116"/>
                <a:gd name="connsiteX47" fmla="*/ 458241 w 2915191"/>
                <a:gd name="connsiteY47" fmla="*/ 598930 h 780116"/>
                <a:gd name="connsiteX48" fmla="*/ 467991 w 2915191"/>
                <a:gd name="connsiteY48" fmla="*/ 647925 h 780116"/>
                <a:gd name="connsiteX49" fmla="*/ 477740 w 2915191"/>
                <a:gd name="connsiteY49" fmla="*/ 626638 h 780116"/>
                <a:gd name="connsiteX50" fmla="*/ 487490 w 2915191"/>
                <a:gd name="connsiteY50" fmla="*/ 585996 h 780116"/>
                <a:gd name="connsiteX51" fmla="*/ 497239 w 2915191"/>
                <a:gd name="connsiteY51" fmla="*/ 582970 h 780116"/>
                <a:gd name="connsiteX52" fmla="*/ 506989 w 2915191"/>
                <a:gd name="connsiteY52" fmla="*/ 592513 h 780116"/>
                <a:gd name="connsiteX53" fmla="*/ 516738 w 2915191"/>
                <a:gd name="connsiteY53" fmla="*/ 603181 h 780116"/>
                <a:gd name="connsiteX54" fmla="*/ 526488 w 2915191"/>
                <a:gd name="connsiteY54" fmla="*/ 620678 h 780116"/>
                <a:gd name="connsiteX55" fmla="*/ 536238 w 2915191"/>
                <a:gd name="connsiteY55" fmla="*/ 575020 h 780116"/>
                <a:gd name="connsiteX56" fmla="*/ 545988 w 2915191"/>
                <a:gd name="connsiteY56" fmla="*/ 538582 h 780116"/>
                <a:gd name="connsiteX57" fmla="*/ 555738 w 2915191"/>
                <a:gd name="connsiteY57" fmla="*/ 567498 h 780116"/>
                <a:gd name="connsiteX58" fmla="*/ 565488 w 2915191"/>
                <a:gd name="connsiteY58" fmla="*/ 611643 h 780116"/>
                <a:gd name="connsiteX59" fmla="*/ 575238 w 2915191"/>
                <a:gd name="connsiteY59" fmla="*/ 638651 h 780116"/>
                <a:gd name="connsiteX60" fmla="*/ 584988 w 2915191"/>
                <a:gd name="connsiteY60" fmla="*/ 650768 h 780116"/>
                <a:gd name="connsiteX61" fmla="*/ 594738 w 2915191"/>
                <a:gd name="connsiteY61" fmla="*/ 640546 h 780116"/>
                <a:gd name="connsiteX62" fmla="*/ 604488 w 2915191"/>
                <a:gd name="connsiteY62" fmla="*/ 633074 h 780116"/>
                <a:gd name="connsiteX63" fmla="*/ 614237 w 2915191"/>
                <a:gd name="connsiteY63" fmla="*/ 620318 h 780116"/>
                <a:gd name="connsiteX64" fmla="*/ 623987 w 2915191"/>
                <a:gd name="connsiteY64" fmla="*/ 601247 h 780116"/>
                <a:gd name="connsiteX65" fmla="*/ 633736 w 2915191"/>
                <a:gd name="connsiteY65" fmla="*/ 633852 h 780116"/>
                <a:gd name="connsiteX66" fmla="*/ 643486 w 2915191"/>
                <a:gd name="connsiteY66" fmla="*/ 657792 h 780116"/>
                <a:gd name="connsiteX67" fmla="*/ 653236 w 2915191"/>
                <a:gd name="connsiteY67" fmla="*/ 634934 h 780116"/>
                <a:gd name="connsiteX68" fmla="*/ 662985 w 2915191"/>
                <a:gd name="connsiteY68" fmla="*/ 641000 h 780116"/>
                <a:gd name="connsiteX69" fmla="*/ 672735 w 2915191"/>
                <a:gd name="connsiteY69" fmla="*/ 629889 h 780116"/>
                <a:gd name="connsiteX70" fmla="*/ 682485 w 2915191"/>
                <a:gd name="connsiteY70" fmla="*/ 651176 h 780116"/>
                <a:gd name="connsiteX71" fmla="*/ 692235 w 2915191"/>
                <a:gd name="connsiteY71" fmla="*/ 669986 h 780116"/>
                <a:gd name="connsiteX72" fmla="*/ 701985 w 2915191"/>
                <a:gd name="connsiteY72" fmla="*/ 683026 h 780116"/>
                <a:gd name="connsiteX73" fmla="*/ 711735 w 2915191"/>
                <a:gd name="connsiteY73" fmla="*/ 677923 h 780116"/>
                <a:gd name="connsiteX74" fmla="*/ 721485 w 2915191"/>
                <a:gd name="connsiteY74" fmla="*/ 681469 h 780116"/>
                <a:gd name="connsiteX75" fmla="*/ 731235 w 2915191"/>
                <a:gd name="connsiteY75" fmla="*/ 715531 h 780116"/>
                <a:gd name="connsiteX76" fmla="*/ 740985 w 2915191"/>
                <a:gd name="connsiteY76" fmla="*/ 696088 h 780116"/>
                <a:gd name="connsiteX77" fmla="*/ 750734 w 2915191"/>
                <a:gd name="connsiteY77" fmla="*/ 706076 h 780116"/>
                <a:gd name="connsiteX78" fmla="*/ 760484 w 2915191"/>
                <a:gd name="connsiteY78" fmla="*/ 711730 h 780116"/>
                <a:gd name="connsiteX79" fmla="*/ 770233 w 2915191"/>
                <a:gd name="connsiteY79" fmla="*/ 679012 h 780116"/>
                <a:gd name="connsiteX80" fmla="*/ 779983 w 2915191"/>
                <a:gd name="connsiteY80" fmla="*/ 702837 h 780116"/>
                <a:gd name="connsiteX81" fmla="*/ 789733 w 2915191"/>
                <a:gd name="connsiteY81" fmla="*/ 709333 h 780116"/>
                <a:gd name="connsiteX82" fmla="*/ 799482 w 2915191"/>
                <a:gd name="connsiteY82" fmla="*/ 687688 h 780116"/>
                <a:gd name="connsiteX83" fmla="*/ 809232 w 2915191"/>
                <a:gd name="connsiteY83" fmla="*/ 696477 h 780116"/>
                <a:gd name="connsiteX84" fmla="*/ 818982 w 2915191"/>
                <a:gd name="connsiteY84" fmla="*/ 754554 h 780116"/>
                <a:gd name="connsiteX85" fmla="*/ 828732 w 2915191"/>
                <a:gd name="connsiteY85" fmla="*/ 736641 h 780116"/>
                <a:gd name="connsiteX86" fmla="*/ 838482 w 2915191"/>
                <a:gd name="connsiteY86" fmla="*/ 732955 h 780116"/>
                <a:gd name="connsiteX87" fmla="*/ 848232 w 2915191"/>
                <a:gd name="connsiteY87" fmla="*/ 764632 h 780116"/>
                <a:gd name="connsiteX88" fmla="*/ 857982 w 2915191"/>
                <a:gd name="connsiteY88" fmla="*/ 780117 h 780116"/>
                <a:gd name="connsiteX89" fmla="*/ 867732 w 2915191"/>
                <a:gd name="connsiteY89" fmla="*/ 742860 h 780116"/>
                <a:gd name="connsiteX90" fmla="*/ 877482 w 2915191"/>
                <a:gd name="connsiteY90" fmla="*/ 712235 h 780116"/>
                <a:gd name="connsiteX91" fmla="*/ 887231 w 2915191"/>
                <a:gd name="connsiteY91" fmla="*/ 741072 h 780116"/>
                <a:gd name="connsiteX92" fmla="*/ 896981 w 2915191"/>
                <a:gd name="connsiteY92" fmla="*/ 738970 h 780116"/>
                <a:gd name="connsiteX93" fmla="*/ 906730 w 2915191"/>
                <a:gd name="connsiteY93" fmla="*/ 749611 h 780116"/>
                <a:gd name="connsiteX94" fmla="*/ 916480 w 2915191"/>
                <a:gd name="connsiteY94" fmla="*/ 774136 h 780116"/>
                <a:gd name="connsiteX95" fmla="*/ 926230 w 2915191"/>
                <a:gd name="connsiteY95" fmla="*/ 779296 h 780116"/>
                <a:gd name="connsiteX96" fmla="*/ 935979 w 2915191"/>
                <a:gd name="connsiteY96" fmla="*/ 735053 h 780116"/>
                <a:gd name="connsiteX97" fmla="*/ 945729 w 2915191"/>
                <a:gd name="connsiteY97" fmla="*/ 742978 h 780116"/>
                <a:gd name="connsiteX98" fmla="*/ 955479 w 2915191"/>
                <a:gd name="connsiteY98" fmla="*/ 732266 h 780116"/>
                <a:gd name="connsiteX99" fmla="*/ 965229 w 2915191"/>
                <a:gd name="connsiteY99" fmla="*/ 697923 h 780116"/>
                <a:gd name="connsiteX100" fmla="*/ 974979 w 2915191"/>
                <a:gd name="connsiteY100" fmla="*/ 667395 h 780116"/>
                <a:gd name="connsiteX101" fmla="*/ 984729 w 2915191"/>
                <a:gd name="connsiteY101" fmla="*/ 679577 h 780116"/>
                <a:gd name="connsiteX102" fmla="*/ 994474 w 2915191"/>
                <a:gd name="connsiteY102" fmla="*/ 694436 h 780116"/>
                <a:gd name="connsiteX103" fmla="*/ 1004233 w 2915191"/>
                <a:gd name="connsiteY103" fmla="*/ 691821 h 780116"/>
                <a:gd name="connsiteX104" fmla="*/ 1013977 w 2915191"/>
                <a:gd name="connsiteY104" fmla="*/ 624200 h 780116"/>
                <a:gd name="connsiteX105" fmla="*/ 1023721 w 2915191"/>
                <a:gd name="connsiteY105" fmla="*/ 631666 h 780116"/>
                <a:gd name="connsiteX106" fmla="*/ 1033480 w 2915191"/>
                <a:gd name="connsiteY106" fmla="*/ 625833 h 780116"/>
                <a:gd name="connsiteX107" fmla="*/ 1043224 w 2915191"/>
                <a:gd name="connsiteY107" fmla="*/ 633171 h 780116"/>
                <a:gd name="connsiteX108" fmla="*/ 1052983 w 2915191"/>
                <a:gd name="connsiteY108" fmla="*/ 628262 h 780116"/>
                <a:gd name="connsiteX109" fmla="*/ 1062727 w 2915191"/>
                <a:gd name="connsiteY109" fmla="*/ 631598 h 780116"/>
                <a:gd name="connsiteX110" fmla="*/ 1072471 w 2915191"/>
                <a:gd name="connsiteY110" fmla="*/ 666604 h 780116"/>
                <a:gd name="connsiteX111" fmla="*/ 1082230 w 2915191"/>
                <a:gd name="connsiteY111" fmla="*/ 665046 h 780116"/>
                <a:gd name="connsiteX112" fmla="*/ 1091973 w 2915191"/>
                <a:gd name="connsiteY112" fmla="*/ 684909 h 780116"/>
                <a:gd name="connsiteX113" fmla="*/ 1101732 w 2915191"/>
                <a:gd name="connsiteY113" fmla="*/ 659638 h 780116"/>
                <a:gd name="connsiteX114" fmla="*/ 1111476 w 2915191"/>
                <a:gd name="connsiteY114" fmla="*/ 658921 h 780116"/>
                <a:gd name="connsiteX115" fmla="*/ 1121220 w 2915191"/>
                <a:gd name="connsiteY115" fmla="*/ 612402 h 780116"/>
                <a:gd name="connsiteX116" fmla="*/ 1130979 w 2915191"/>
                <a:gd name="connsiteY116" fmla="*/ 614567 h 780116"/>
                <a:gd name="connsiteX117" fmla="*/ 1140723 w 2915191"/>
                <a:gd name="connsiteY117" fmla="*/ 631170 h 780116"/>
                <a:gd name="connsiteX118" fmla="*/ 1150482 w 2915191"/>
                <a:gd name="connsiteY118" fmla="*/ 628992 h 780116"/>
                <a:gd name="connsiteX119" fmla="*/ 1160226 w 2915191"/>
                <a:gd name="connsiteY119" fmla="*/ 608387 h 780116"/>
                <a:gd name="connsiteX120" fmla="*/ 1169969 w 2915191"/>
                <a:gd name="connsiteY120" fmla="*/ 578207 h 780116"/>
                <a:gd name="connsiteX121" fmla="*/ 1179728 w 2915191"/>
                <a:gd name="connsiteY121" fmla="*/ 615096 h 780116"/>
                <a:gd name="connsiteX122" fmla="*/ 1189472 w 2915191"/>
                <a:gd name="connsiteY122" fmla="*/ 630795 h 780116"/>
                <a:gd name="connsiteX123" fmla="*/ 1199231 w 2915191"/>
                <a:gd name="connsiteY123" fmla="*/ 630972 h 780116"/>
                <a:gd name="connsiteX124" fmla="*/ 1208975 w 2915191"/>
                <a:gd name="connsiteY124" fmla="*/ 637742 h 780116"/>
                <a:gd name="connsiteX125" fmla="*/ 1218719 w 2915191"/>
                <a:gd name="connsiteY125" fmla="*/ 643578 h 780116"/>
                <a:gd name="connsiteX126" fmla="*/ 1228478 w 2915191"/>
                <a:gd name="connsiteY126" fmla="*/ 636820 h 780116"/>
                <a:gd name="connsiteX127" fmla="*/ 1238222 w 2915191"/>
                <a:gd name="connsiteY127" fmla="*/ 624418 h 780116"/>
                <a:gd name="connsiteX128" fmla="*/ 1247966 w 2915191"/>
                <a:gd name="connsiteY128" fmla="*/ 596651 h 780116"/>
                <a:gd name="connsiteX129" fmla="*/ 1257725 w 2915191"/>
                <a:gd name="connsiteY129" fmla="*/ 574698 h 780116"/>
                <a:gd name="connsiteX130" fmla="*/ 1267469 w 2915191"/>
                <a:gd name="connsiteY130" fmla="*/ 602385 h 780116"/>
                <a:gd name="connsiteX131" fmla="*/ 1277227 w 2915191"/>
                <a:gd name="connsiteY131" fmla="*/ 579256 h 780116"/>
                <a:gd name="connsiteX132" fmla="*/ 1286971 w 2915191"/>
                <a:gd name="connsiteY132" fmla="*/ 562344 h 780116"/>
                <a:gd name="connsiteX133" fmla="*/ 1296715 w 2915191"/>
                <a:gd name="connsiteY133" fmla="*/ 540432 h 780116"/>
                <a:gd name="connsiteX134" fmla="*/ 1306474 w 2915191"/>
                <a:gd name="connsiteY134" fmla="*/ 528670 h 780116"/>
                <a:gd name="connsiteX135" fmla="*/ 1316218 w 2915191"/>
                <a:gd name="connsiteY135" fmla="*/ 537558 h 780116"/>
                <a:gd name="connsiteX136" fmla="*/ 1325977 w 2915191"/>
                <a:gd name="connsiteY136" fmla="*/ 548254 h 780116"/>
                <a:gd name="connsiteX137" fmla="*/ 1335721 w 2915191"/>
                <a:gd name="connsiteY137" fmla="*/ 545560 h 780116"/>
                <a:gd name="connsiteX138" fmla="*/ 1345465 w 2915191"/>
                <a:gd name="connsiteY138" fmla="*/ 548744 h 780116"/>
                <a:gd name="connsiteX139" fmla="*/ 1355224 w 2915191"/>
                <a:gd name="connsiteY139" fmla="*/ 546125 h 780116"/>
                <a:gd name="connsiteX140" fmla="*/ 1364967 w 2915191"/>
                <a:gd name="connsiteY140" fmla="*/ 496218 h 780116"/>
                <a:gd name="connsiteX141" fmla="*/ 1374726 w 2915191"/>
                <a:gd name="connsiteY141" fmla="*/ 502681 h 780116"/>
                <a:gd name="connsiteX142" fmla="*/ 1384470 w 2915191"/>
                <a:gd name="connsiteY142" fmla="*/ 518695 h 780116"/>
                <a:gd name="connsiteX143" fmla="*/ 1394214 w 2915191"/>
                <a:gd name="connsiteY143" fmla="*/ 524936 h 780116"/>
                <a:gd name="connsiteX144" fmla="*/ 1403973 w 2915191"/>
                <a:gd name="connsiteY144" fmla="*/ 531251 h 780116"/>
                <a:gd name="connsiteX145" fmla="*/ 1413717 w 2915191"/>
                <a:gd name="connsiteY145" fmla="*/ 510919 h 780116"/>
                <a:gd name="connsiteX146" fmla="*/ 1423476 w 2915191"/>
                <a:gd name="connsiteY146" fmla="*/ 527558 h 780116"/>
                <a:gd name="connsiteX147" fmla="*/ 1433220 w 2915191"/>
                <a:gd name="connsiteY147" fmla="*/ 504332 h 780116"/>
                <a:gd name="connsiteX148" fmla="*/ 1442964 w 2915191"/>
                <a:gd name="connsiteY148" fmla="*/ 483050 h 780116"/>
                <a:gd name="connsiteX149" fmla="*/ 1452722 w 2915191"/>
                <a:gd name="connsiteY149" fmla="*/ 479592 h 780116"/>
                <a:gd name="connsiteX150" fmla="*/ 1462466 w 2915191"/>
                <a:gd name="connsiteY150" fmla="*/ 496065 h 780116"/>
                <a:gd name="connsiteX151" fmla="*/ 1472225 w 2915191"/>
                <a:gd name="connsiteY151" fmla="*/ 492110 h 780116"/>
                <a:gd name="connsiteX152" fmla="*/ 1481969 w 2915191"/>
                <a:gd name="connsiteY152" fmla="*/ 458790 h 780116"/>
                <a:gd name="connsiteX153" fmla="*/ 1491713 w 2915191"/>
                <a:gd name="connsiteY153" fmla="*/ 426595 h 780116"/>
                <a:gd name="connsiteX154" fmla="*/ 1501472 w 2915191"/>
                <a:gd name="connsiteY154" fmla="*/ 387098 h 780116"/>
                <a:gd name="connsiteX155" fmla="*/ 1511216 w 2915191"/>
                <a:gd name="connsiteY155" fmla="*/ 399136 h 780116"/>
                <a:gd name="connsiteX156" fmla="*/ 1520960 w 2915191"/>
                <a:gd name="connsiteY156" fmla="*/ 363785 h 780116"/>
                <a:gd name="connsiteX157" fmla="*/ 1530719 w 2915191"/>
                <a:gd name="connsiteY157" fmla="*/ 352605 h 780116"/>
                <a:gd name="connsiteX158" fmla="*/ 1540463 w 2915191"/>
                <a:gd name="connsiteY158" fmla="*/ 340947 h 780116"/>
                <a:gd name="connsiteX159" fmla="*/ 1550221 w 2915191"/>
                <a:gd name="connsiteY159" fmla="*/ 326368 h 780116"/>
                <a:gd name="connsiteX160" fmla="*/ 1559965 w 2915191"/>
                <a:gd name="connsiteY160" fmla="*/ 319254 h 780116"/>
                <a:gd name="connsiteX161" fmla="*/ 1569709 w 2915191"/>
                <a:gd name="connsiteY161" fmla="*/ 324787 h 780116"/>
                <a:gd name="connsiteX162" fmla="*/ 1579468 w 2915191"/>
                <a:gd name="connsiteY162" fmla="*/ 345656 h 780116"/>
                <a:gd name="connsiteX163" fmla="*/ 1589212 w 2915191"/>
                <a:gd name="connsiteY163" fmla="*/ 333107 h 780116"/>
                <a:gd name="connsiteX164" fmla="*/ 1598971 w 2915191"/>
                <a:gd name="connsiteY164" fmla="*/ 296633 h 780116"/>
                <a:gd name="connsiteX165" fmla="*/ 1608715 w 2915191"/>
                <a:gd name="connsiteY165" fmla="*/ 305715 h 780116"/>
                <a:gd name="connsiteX166" fmla="*/ 1618459 w 2915191"/>
                <a:gd name="connsiteY166" fmla="*/ 311015 h 780116"/>
                <a:gd name="connsiteX167" fmla="*/ 1628218 w 2915191"/>
                <a:gd name="connsiteY167" fmla="*/ 300362 h 780116"/>
                <a:gd name="connsiteX168" fmla="*/ 1637962 w 2915191"/>
                <a:gd name="connsiteY168" fmla="*/ 285841 h 780116"/>
                <a:gd name="connsiteX169" fmla="*/ 1647720 w 2915191"/>
                <a:gd name="connsiteY169" fmla="*/ 270992 h 780116"/>
                <a:gd name="connsiteX170" fmla="*/ 1657464 w 2915191"/>
                <a:gd name="connsiteY170" fmla="*/ 267899 h 780116"/>
                <a:gd name="connsiteX171" fmla="*/ 1667208 w 2915191"/>
                <a:gd name="connsiteY171" fmla="*/ 263874 h 780116"/>
                <a:gd name="connsiteX172" fmla="*/ 1676967 w 2915191"/>
                <a:gd name="connsiteY172" fmla="*/ 265300 h 780116"/>
                <a:gd name="connsiteX173" fmla="*/ 1686711 w 2915191"/>
                <a:gd name="connsiteY173" fmla="*/ 267557 h 780116"/>
                <a:gd name="connsiteX174" fmla="*/ 1696470 w 2915191"/>
                <a:gd name="connsiteY174" fmla="*/ 254218 h 780116"/>
                <a:gd name="connsiteX175" fmla="*/ 1706214 w 2915191"/>
                <a:gd name="connsiteY175" fmla="*/ 235548 h 780116"/>
                <a:gd name="connsiteX176" fmla="*/ 1715958 w 2915191"/>
                <a:gd name="connsiteY176" fmla="*/ 244543 h 780116"/>
                <a:gd name="connsiteX177" fmla="*/ 1725716 w 2915191"/>
                <a:gd name="connsiteY177" fmla="*/ 254108 h 780116"/>
                <a:gd name="connsiteX178" fmla="*/ 1735460 w 2915191"/>
                <a:gd name="connsiteY178" fmla="*/ 228308 h 780116"/>
                <a:gd name="connsiteX179" fmla="*/ 1745219 w 2915191"/>
                <a:gd name="connsiteY179" fmla="*/ 225906 h 780116"/>
                <a:gd name="connsiteX180" fmla="*/ 1754963 w 2915191"/>
                <a:gd name="connsiteY180" fmla="*/ 228352 h 780116"/>
                <a:gd name="connsiteX181" fmla="*/ 1764707 w 2915191"/>
                <a:gd name="connsiteY181" fmla="*/ 191966 h 780116"/>
                <a:gd name="connsiteX182" fmla="*/ 1774466 w 2915191"/>
                <a:gd name="connsiteY182" fmla="*/ 191397 h 780116"/>
                <a:gd name="connsiteX183" fmla="*/ 1784210 w 2915191"/>
                <a:gd name="connsiteY183" fmla="*/ 190942 h 780116"/>
                <a:gd name="connsiteX184" fmla="*/ 1793969 w 2915191"/>
                <a:gd name="connsiteY184" fmla="*/ 202462 h 780116"/>
                <a:gd name="connsiteX185" fmla="*/ 1803713 w 2915191"/>
                <a:gd name="connsiteY185" fmla="*/ 180829 h 780116"/>
                <a:gd name="connsiteX186" fmla="*/ 1813457 w 2915191"/>
                <a:gd name="connsiteY186" fmla="*/ 137020 h 780116"/>
                <a:gd name="connsiteX187" fmla="*/ 1823215 w 2915191"/>
                <a:gd name="connsiteY187" fmla="*/ 138376 h 780116"/>
                <a:gd name="connsiteX188" fmla="*/ 1832959 w 2915191"/>
                <a:gd name="connsiteY188" fmla="*/ 135539 h 780116"/>
                <a:gd name="connsiteX189" fmla="*/ 1842703 w 2915191"/>
                <a:gd name="connsiteY189" fmla="*/ 162624 h 780116"/>
                <a:gd name="connsiteX190" fmla="*/ 1852462 w 2915191"/>
                <a:gd name="connsiteY190" fmla="*/ 117663 h 780116"/>
                <a:gd name="connsiteX191" fmla="*/ 1862206 w 2915191"/>
                <a:gd name="connsiteY191" fmla="*/ 119506 h 780116"/>
                <a:gd name="connsiteX192" fmla="*/ 1871965 w 2915191"/>
                <a:gd name="connsiteY192" fmla="*/ 142774 h 780116"/>
                <a:gd name="connsiteX193" fmla="*/ 1881709 w 2915191"/>
                <a:gd name="connsiteY193" fmla="*/ 129682 h 780116"/>
                <a:gd name="connsiteX194" fmla="*/ 1891453 w 2915191"/>
                <a:gd name="connsiteY194" fmla="*/ 123550 h 780116"/>
                <a:gd name="connsiteX195" fmla="*/ 1901212 w 2915191"/>
                <a:gd name="connsiteY195" fmla="*/ 118587 h 780116"/>
                <a:gd name="connsiteX196" fmla="*/ 1910956 w 2915191"/>
                <a:gd name="connsiteY196" fmla="*/ 117799 h 780116"/>
                <a:gd name="connsiteX197" fmla="*/ 1920714 w 2915191"/>
                <a:gd name="connsiteY197" fmla="*/ 81666 h 780116"/>
                <a:gd name="connsiteX198" fmla="*/ 1930458 w 2915191"/>
                <a:gd name="connsiteY198" fmla="*/ 68269 h 780116"/>
                <a:gd name="connsiteX199" fmla="*/ 1940202 w 2915191"/>
                <a:gd name="connsiteY199" fmla="*/ 84885 h 780116"/>
                <a:gd name="connsiteX200" fmla="*/ 1949961 w 2915191"/>
                <a:gd name="connsiteY200" fmla="*/ 52629 h 780116"/>
                <a:gd name="connsiteX201" fmla="*/ 1959705 w 2915191"/>
                <a:gd name="connsiteY201" fmla="*/ 64273 h 780116"/>
                <a:gd name="connsiteX202" fmla="*/ 1969464 w 2915191"/>
                <a:gd name="connsiteY202" fmla="*/ 118562 h 780116"/>
                <a:gd name="connsiteX203" fmla="*/ 1979208 w 2915191"/>
                <a:gd name="connsiteY203" fmla="*/ 131068 h 780116"/>
                <a:gd name="connsiteX204" fmla="*/ 1988952 w 2915191"/>
                <a:gd name="connsiteY204" fmla="*/ 104822 h 780116"/>
                <a:gd name="connsiteX205" fmla="*/ 1998711 w 2915191"/>
                <a:gd name="connsiteY205" fmla="*/ 115351 h 780116"/>
                <a:gd name="connsiteX206" fmla="*/ 2008454 w 2915191"/>
                <a:gd name="connsiteY206" fmla="*/ 130537 h 780116"/>
                <a:gd name="connsiteX207" fmla="*/ 2018213 w 2915191"/>
                <a:gd name="connsiteY207" fmla="*/ 97149 h 780116"/>
                <a:gd name="connsiteX208" fmla="*/ 2027957 w 2915191"/>
                <a:gd name="connsiteY208" fmla="*/ 69912 h 780116"/>
                <a:gd name="connsiteX209" fmla="*/ 2037701 w 2915191"/>
                <a:gd name="connsiteY209" fmla="*/ 60529 h 780116"/>
                <a:gd name="connsiteX210" fmla="*/ 2047460 w 2915191"/>
                <a:gd name="connsiteY210" fmla="*/ 91218 h 780116"/>
                <a:gd name="connsiteX211" fmla="*/ 2057204 w 2915191"/>
                <a:gd name="connsiteY211" fmla="*/ 95312 h 780116"/>
                <a:gd name="connsiteX212" fmla="*/ 2066963 w 2915191"/>
                <a:gd name="connsiteY212" fmla="*/ 99562 h 780116"/>
                <a:gd name="connsiteX213" fmla="*/ 2076707 w 2915191"/>
                <a:gd name="connsiteY213" fmla="*/ 124317 h 780116"/>
                <a:gd name="connsiteX214" fmla="*/ 2086451 w 2915191"/>
                <a:gd name="connsiteY214" fmla="*/ 76952 h 780116"/>
                <a:gd name="connsiteX215" fmla="*/ 2096210 w 2915191"/>
                <a:gd name="connsiteY215" fmla="*/ 56583 h 780116"/>
                <a:gd name="connsiteX216" fmla="*/ 2105954 w 2915191"/>
                <a:gd name="connsiteY216" fmla="*/ 44305 h 780116"/>
                <a:gd name="connsiteX217" fmla="*/ 2115697 w 2915191"/>
                <a:gd name="connsiteY217" fmla="*/ 12140 h 780116"/>
                <a:gd name="connsiteX218" fmla="*/ 2125456 w 2915191"/>
                <a:gd name="connsiteY218" fmla="*/ 33165 h 780116"/>
                <a:gd name="connsiteX219" fmla="*/ 2135200 w 2915191"/>
                <a:gd name="connsiteY219" fmla="*/ 25334 h 780116"/>
                <a:gd name="connsiteX220" fmla="*/ 2144959 w 2915191"/>
                <a:gd name="connsiteY220" fmla="*/ 4100 h 780116"/>
                <a:gd name="connsiteX221" fmla="*/ 2154703 w 2915191"/>
                <a:gd name="connsiteY221" fmla="*/ 0 h 780116"/>
                <a:gd name="connsiteX222" fmla="*/ 2164447 w 2915191"/>
                <a:gd name="connsiteY222" fmla="*/ 8676 h 780116"/>
                <a:gd name="connsiteX223" fmla="*/ 2174206 w 2915191"/>
                <a:gd name="connsiteY223" fmla="*/ 12974 h 780116"/>
                <a:gd name="connsiteX224" fmla="*/ 2183950 w 2915191"/>
                <a:gd name="connsiteY224" fmla="*/ 39576 h 780116"/>
                <a:gd name="connsiteX225" fmla="*/ 2193709 w 2915191"/>
                <a:gd name="connsiteY225" fmla="*/ 58411 h 780116"/>
                <a:gd name="connsiteX226" fmla="*/ 2203452 w 2915191"/>
                <a:gd name="connsiteY226" fmla="*/ 83402 h 780116"/>
                <a:gd name="connsiteX227" fmla="*/ 2213196 w 2915191"/>
                <a:gd name="connsiteY227" fmla="*/ 70065 h 780116"/>
                <a:gd name="connsiteX228" fmla="*/ 2222955 w 2915191"/>
                <a:gd name="connsiteY228" fmla="*/ 60690 h 780116"/>
                <a:gd name="connsiteX229" fmla="*/ 2232699 w 2915191"/>
                <a:gd name="connsiteY229" fmla="*/ 48846 h 780116"/>
                <a:gd name="connsiteX230" fmla="*/ 2242458 w 2915191"/>
                <a:gd name="connsiteY230" fmla="*/ 59772 h 780116"/>
                <a:gd name="connsiteX231" fmla="*/ 2252202 w 2915191"/>
                <a:gd name="connsiteY231" fmla="*/ 32371 h 780116"/>
                <a:gd name="connsiteX232" fmla="*/ 2261946 w 2915191"/>
                <a:gd name="connsiteY232" fmla="*/ 47864 h 780116"/>
                <a:gd name="connsiteX233" fmla="*/ 2271705 w 2915191"/>
                <a:gd name="connsiteY233" fmla="*/ 54080 h 780116"/>
                <a:gd name="connsiteX234" fmla="*/ 2281449 w 2915191"/>
                <a:gd name="connsiteY234" fmla="*/ 35685 h 780116"/>
                <a:gd name="connsiteX235" fmla="*/ 2291208 w 2915191"/>
                <a:gd name="connsiteY235" fmla="*/ 60815 h 780116"/>
                <a:gd name="connsiteX236" fmla="*/ 2300951 w 2915191"/>
                <a:gd name="connsiteY236" fmla="*/ 57631 h 780116"/>
                <a:gd name="connsiteX237" fmla="*/ 2310695 w 2915191"/>
                <a:gd name="connsiteY237" fmla="*/ 55664 h 780116"/>
                <a:gd name="connsiteX238" fmla="*/ 2320454 w 2915191"/>
                <a:gd name="connsiteY238" fmla="*/ 58641 h 780116"/>
                <a:gd name="connsiteX239" fmla="*/ 2330198 w 2915191"/>
                <a:gd name="connsiteY239" fmla="*/ 81457 h 780116"/>
                <a:gd name="connsiteX240" fmla="*/ 2339957 w 2915191"/>
                <a:gd name="connsiteY240" fmla="*/ 95848 h 780116"/>
                <a:gd name="connsiteX241" fmla="*/ 2349701 w 2915191"/>
                <a:gd name="connsiteY241" fmla="*/ 120688 h 780116"/>
                <a:gd name="connsiteX242" fmla="*/ 2359445 w 2915191"/>
                <a:gd name="connsiteY242" fmla="*/ 107001 h 780116"/>
                <a:gd name="connsiteX243" fmla="*/ 2369204 w 2915191"/>
                <a:gd name="connsiteY243" fmla="*/ 93794 h 780116"/>
                <a:gd name="connsiteX244" fmla="*/ 2378948 w 2915191"/>
                <a:gd name="connsiteY244" fmla="*/ 92742 h 780116"/>
                <a:gd name="connsiteX245" fmla="*/ 2388692 w 2915191"/>
                <a:gd name="connsiteY245" fmla="*/ 95842 h 780116"/>
                <a:gd name="connsiteX246" fmla="*/ 2398450 w 2915191"/>
                <a:gd name="connsiteY246" fmla="*/ 47282 h 780116"/>
                <a:gd name="connsiteX247" fmla="*/ 2408194 w 2915191"/>
                <a:gd name="connsiteY247" fmla="*/ 53563 h 780116"/>
                <a:gd name="connsiteX248" fmla="*/ 2417953 w 2915191"/>
                <a:gd name="connsiteY248" fmla="*/ 69800 h 780116"/>
                <a:gd name="connsiteX249" fmla="*/ 2427697 w 2915191"/>
                <a:gd name="connsiteY249" fmla="*/ 55892 h 780116"/>
                <a:gd name="connsiteX250" fmla="*/ 2437441 w 2915191"/>
                <a:gd name="connsiteY250" fmla="*/ 59936 h 780116"/>
                <a:gd name="connsiteX251" fmla="*/ 2447200 w 2915191"/>
                <a:gd name="connsiteY251" fmla="*/ 102854 h 780116"/>
                <a:gd name="connsiteX252" fmla="*/ 2456944 w 2915191"/>
                <a:gd name="connsiteY252" fmla="*/ 120510 h 780116"/>
                <a:gd name="connsiteX253" fmla="*/ 2466703 w 2915191"/>
                <a:gd name="connsiteY253" fmla="*/ 148449 h 780116"/>
                <a:gd name="connsiteX254" fmla="*/ 2476446 w 2915191"/>
                <a:gd name="connsiteY254" fmla="*/ 155668 h 780116"/>
                <a:gd name="connsiteX255" fmla="*/ 2486190 w 2915191"/>
                <a:gd name="connsiteY255" fmla="*/ 189810 h 780116"/>
                <a:gd name="connsiteX256" fmla="*/ 2495949 w 2915191"/>
                <a:gd name="connsiteY256" fmla="*/ 197534 h 780116"/>
                <a:gd name="connsiteX257" fmla="*/ 2505693 w 2915191"/>
                <a:gd name="connsiteY257" fmla="*/ 190059 h 780116"/>
                <a:gd name="connsiteX258" fmla="*/ 2515452 w 2915191"/>
                <a:gd name="connsiteY258" fmla="*/ 153622 h 780116"/>
                <a:gd name="connsiteX259" fmla="*/ 2525196 w 2915191"/>
                <a:gd name="connsiteY259" fmla="*/ 162010 h 780116"/>
                <a:gd name="connsiteX260" fmla="*/ 2534940 w 2915191"/>
                <a:gd name="connsiteY260" fmla="*/ 180574 h 780116"/>
                <a:gd name="connsiteX261" fmla="*/ 2544699 w 2915191"/>
                <a:gd name="connsiteY261" fmla="*/ 163536 h 780116"/>
                <a:gd name="connsiteX262" fmla="*/ 2554443 w 2915191"/>
                <a:gd name="connsiteY262" fmla="*/ 176916 h 780116"/>
                <a:gd name="connsiteX263" fmla="*/ 2564202 w 2915191"/>
                <a:gd name="connsiteY263" fmla="*/ 168671 h 780116"/>
                <a:gd name="connsiteX264" fmla="*/ 2573946 w 2915191"/>
                <a:gd name="connsiteY264" fmla="*/ 146819 h 780116"/>
                <a:gd name="connsiteX265" fmla="*/ 2583690 w 2915191"/>
                <a:gd name="connsiteY265" fmla="*/ 137403 h 780116"/>
                <a:gd name="connsiteX266" fmla="*/ 2593448 w 2915191"/>
                <a:gd name="connsiteY266" fmla="*/ 181184 h 780116"/>
                <a:gd name="connsiteX267" fmla="*/ 2603192 w 2915191"/>
                <a:gd name="connsiteY267" fmla="*/ 194019 h 780116"/>
                <a:gd name="connsiteX268" fmla="*/ 2612951 w 2915191"/>
                <a:gd name="connsiteY268" fmla="*/ 177627 h 780116"/>
                <a:gd name="connsiteX269" fmla="*/ 2622695 w 2915191"/>
                <a:gd name="connsiteY269" fmla="*/ 184338 h 780116"/>
                <a:gd name="connsiteX270" fmla="*/ 2632439 w 2915191"/>
                <a:gd name="connsiteY270" fmla="*/ 166192 h 780116"/>
                <a:gd name="connsiteX271" fmla="*/ 2642198 w 2915191"/>
                <a:gd name="connsiteY271" fmla="*/ 159757 h 780116"/>
                <a:gd name="connsiteX272" fmla="*/ 2651942 w 2915191"/>
                <a:gd name="connsiteY272" fmla="*/ 153772 h 780116"/>
                <a:gd name="connsiteX273" fmla="*/ 2661685 w 2915191"/>
                <a:gd name="connsiteY273" fmla="*/ 155066 h 780116"/>
                <a:gd name="connsiteX274" fmla="*/ 2671444 w 2915191"/>
                <a:gd name="connsiteY274" fmla="*/ 161454 h 780116"/>
                <a:gd name="connsiteX275" fmla="*/ 2681188 w 2915191"/>
                <a:gd name="connsiteY275" fmla="*/ 166688 h 780116"/>
                <a:gd name="connsiteX276" fmla="*/ 2690947 w 2915191"/>
                <a:gd name="connsiteY276" fmla="*/ 177791 h 780116"/>
                <a:gd name="connsiteX277" fmla="*/ 2700691 w 2915191"/>
                <a:gd name="connsiteY277" fmla="*/ 170564 h 780116"/>
                <a:gd name="connsiteX278" fmla="*/ 2710435 w 2915191"/>
                <a:gd name="connsiteY278" fmla="*/ 159242 h 780116"/>
                <a:gd name="connsiteX279" fmla="*/ 2720194 w 2915191"/>
                <a:gd name="connsiteY279" fmla="*/ 151134 h 780116"/>
                <a:gd name="connsiteX280" fmla="*/ 2729938 w 2915191"/>
                <a:gd name="connsiteY280" fmla="*/ 166292 h 780116"/>
                <a:gd name="connsiteX281" fmla="*/ 2739697 w 2915191"/>
                <a:gd name="connsiteY281" fmla="*/ 141703 h 780116"/>
                <a:gd name="connsiteX282" fmla="*/ 2749441 w 2915191"/>
                <a:gd name="connsiteY282" fmla="*/ 116850 h 780116"/>
                <a:gd name="connsiteX283" fmla="*/ 2759185 w 2915191"/>
                <a:gd name="connsiteY283" fmla="*/ 96760 h 780116"/>
                <a:gd name="connsiteX284" fmla="*/ 2768943 w 2915191"/>
                <a:gd name="connsiteY284" fmla="*/ 106035 h 780116"/>
                <a:gd name="connsiteX285" fmla="*/ 2778687 w 2915191"/>
                <a:gd name="connsiteY285" fmla="*/ 133863 h 780116"/>
                <a:gd name="connsiteX286" fmla="*/ 2788446 w 2915191"/>
                <a:gd name="connsiteY286" fmla="*/ 100741 h 780116"/>
                <a:gd name="connsiteX287" fmla="*/ 2798190 w 2915191"/>
                <a:gd name="connsiteY287" fmla="*/ 98905 h 780116"/>
                <a:gd name="connsiteX288" fmla="*/ 2807934 w 2915191"/>
                <a:gd name="connsiteY288" fmla="*/ 97827 h 780116"/>
                <a:gd name="connsiteX289" fmla="*/ 2817693 w 2915191"/>
                <a:gd name="connsiteY289" fmla="*/ 99856 h 780116"/>
                <a:gd name="connsiteX290" fmla="*/ 2827437 w 2915191"/>
                <a:gd name="connsiteY290" fmla="*/ 103618 h 780116"/>
                <a:gd name="connsiteX291" fmla="*/ 2837196 w 2915191"/>
                <a:gd name="connsiteY291" fmla="*/ 53182 h 780116"/>
                <a:gd name="connsiteX292" fmla="*/ 2846940 w 2915191"/>
                <a:gd name="connsiteY292" fmla="*/ 59770 h 780116"/>
                <a:gd name="connsiteX293" fmla="*/ 2856684 w 2915191"/>
                <a:gd name="connsiteY293" fmla="*/ 47987 h 780116"/>
                <a:gd name="connsiteX294" fmla="*/ 2866442 w 2915191"/>
                <a:gd name="connsiteY294" fmla="*/ 9464 h 780116"/>
                <a:gd name="connsiteX295" fmla="*/ 2876186 w 2915191"/>
                <a:gd name="connsiteY295" fmla="*/ 21432 h 780116"/>
                <a:gd name="connsiteX296" fmla="*/ 2885945 w 2915191"/>
                <a:gd name="connsiteY296" fmla="*/ 8399 h 780116"/>
                <a:gd name="connsiteX297" fmla="*/ 2895689 w 2915191"/>
                <a:gd name="connsiteY297" fmla="*/ 23213 h 780116"/>
                <a:gd name="connsiteX298" fmla="*/ 2905433 w 2915191"/>
                <a:gd name="connsiteY298" fmla="*/ 25692 h 780116"/>
                <a:gd name="connsiteX299" fmla="*/ 2915192 w 2915191"/>
                <a:gd name="connsiteY299" fmla="*/ 23865 h 7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780116">
                  <a:moveTo>
                    <a:pt x="0" y="447708"/>
                  </a:moveTo>
                  <a:lnTo>
                    <a:pt x="9750" y="466879"/>
                  </a:lnTo>
                  <a:lnTo>
                    <a:pt x="19500" y="449464"/>
                  </a:lnTo>
                  <a:lnTo>
                    <a:pt x="29250" y="485974"/>
                  </a:lnTo>
                  <a:lnTo>
                    <a:pt x="39000" y="471116"/>
                  </a:lnTo>
                  <a:lnTo>
                    <a:pt x="48749" y="493381"/>
                  </a:lnTo>
                  <a:lnTo>
                    <a:pt x="58499" y="525994"/>
                  </a:lnTo>
                  <a:lnTo>
                    <a:pt x="68249" y="538974"/>
                  </a:lnTo>
                  <a:lnTo>
                    <a:pt x="77998" y="544675"/>
                  </a:lnTo>
                  <a:lnTo>
                    <a:pt x="87748" y="523839"/>
                  </a:lnTo>
                  <a:lnTo>
                    <a:pt x="97497" y="563839"/>
                  </a:lnTo>
                  <a:lnTo>
                    <a:pt x="107247" y="534020"/>
                  </a:lnTo>
                  <a:lnTo>
                    <a:pt x="116997" y="563995"/>
                  </a:lnTo>
                  <a:lnTo>
                    <a:pt x="126747" y="577498"/>
                  </a:lnTo>
                  <a:lnTo>
                    <a:pt x="136497" y="574324"/>
                  </a:lnTo>
                  <a:lnTo>
                    <a:pt x="146247" y="570685"/>
                  </a:lnTo>
                  <a:lnTo>
                    <a:pt x="155997" y="576564"/>
                  </a:lnTo>
                  <a:lnTo>
                    <a:pt x="165747" y="558116"/>
                  </a:lnTo>
                  <a:lnTo>
                    <a:pt x="175497" y="560950"/>
                  </a:lnTo>
                  <a:lnTo>
                    <a:pt x="185247" y="596102"/>
                  </a:lnTo>
                  <a:lnTo>
                    <a:pt x="194996" y="579107"/>
                  </a:lnTo>
                  <a:lnTo>
                    <a:pt x="204746" y="614352"/>
                  </a:lnTo>
                  <a:lnTo>
                    <a:pt x="214495" y="573746"/>
                  </a:lnTo>
                  <a:lnTo>
                    <a:pt x="224245" y="553521"/>
                  </a:lnTo>
                  <a:lnTo>
                    <a:pt x="233995" y="523748"/>
                  </a:lnTo>
                  <a:lnTo>
                    <a:pt x="243744" y="545358"/>
                  </a:lnTo>
                  <a:lnTo>
                    <a:pt x="253494" y="540635"/>
                  </a:lnTo>
                  <a:lnTo>
                    <a:pt x="263244" y="504922"/>
                  </a:lnTo>
                  <a:lnTo>
                    <a:pt x="272994" y="538148"/>
                  </a:lnTo>
                  <a:lnTo>
                    <a:pt x="282744" y="544780"/>
                  </a:lnTo>
                  <a:lnTo>
                    <a:pt x="292494" y="574621"/>
                  </a:lnTo>
                  <a:lnTo>
                    <a:pt x="302244" y="624275"/>
                  </a:lnTo>
                  <a:lnTo>
                    <a:pt x="311994" y="645632"/>
                  </a:lnTo>
                  <a:lnTo>
                    <a:pt x="321744" y="632501"/>
                  </a:lnTo>
                  <a:lnTo>
                    <a:pt x="331493" y="641960"/>
                  </a:lnTo>
                  <a:lnTo>
                    <a:pt x="341243" y="635115"/>
                  </a:lnTo>
                  <a:lnTo>
                    <a:pt x="350993" y="625301"/>
                  </a:lnTo>
                  <a:lnTo>
                    <a:pt x="360742" y="617421"/>
                  </a:lnTo>
                  <a:lnTo>
                    <a:pt x="370492" y="607627"/>
                  </a:lnTo>
                  <a:lnTo>
                    <a:pt x="380241" y="635157"/>
                  </a:lnTo>
                  <a:lnTo>
                    <a:pt x="389991" y="620672"/>
                  </a:lnTo>
                  <a:lnTo>
                    <a:pt x="399741" y="587397"/>
                  </a:lnTo>
                  <a:lnTo>
                    <a:pt x="409491" y="558366"/>
                  </a:lnTo>
                  <a:lnTo>
                    <a:pt x="419241" y="538172"/>
                  </a:lnTo>
                  <a:lnTo>
                    <a:pt x="428991" y="552798"/>
                  </a:lnTo>
                  <a:lnTo>
                    <a:pt x="438741" y="557839"/>
                  </a:lnTo>
                  <a:lnTo>
                    <a:pt x="448491" y="605957"/>
                  </a:lnTo>
                  <a:lnTo>
                    <a:pt x="458241" y="598930"/>
                  </a:lnTo>
                  <a:lnTo>
                    <a:pt x="467991" y="647925"/>
                  </a:lnTo>
                  <a:lnTo>
                    <a:pt x="477740" y="626638"/>
                  </a:lnTo>
                  <a:lnTo>
                    <a:pt x="487490" y="585996"/>
                  </a:lnTo>
                  <a:lnTo>
                    <a:pt x="497239" y="582970"/>
                  </a:lnTo>
                  <a:lnTo>
                    <a:pt x="506989" y="592513"/>
                  </a:lnTo>
                  <a:lnTo>
                    <a:pt x="516738" y="603181"/>
                  </a:lnTo>
                  <a:lnTo>
                    <a:pt x="526488" y="620678"/>
                  </a:lnTo>
                  <a:lnTo>
                    <a:pt x="536238" y="575020"/>
                  </a:lnTo>
                  <a:lnTo>
                    <a:pt x="545988" y="538582"/>
                  </a:lnTo>
                  <a:lnTo>
                    <a:pt x="555738" y="567498"/>
                  </a:lnTo>
                  <a:lnTo>
                    <a:pt x="565488" y="611643"/>
                  </a:lnTo>
                  <a:lnTo>
                    <a:pt x="575238" y="638651"/>
                  </a:lnTo>
                  <a:lnTo>
                    <a:pt x="584988" y="650768"/>
                  </a:lnTo>
                  <a:lnTo>
                    <a:pt x="594738" y="640546"/>
                  </a:lnTo>
                  <a:lnTo>
                    <a:pt x="604488" y="633074"/>
                  </a:lnTo>
                  <a:lnTo>
                    <a:pt x="614237" y="620318"/>
                  </a:lnTo>
                  <a:lnTo>
                    <a:pt x="623987" y="601247"/>
                  </a:lnTo>
                  <a:lnTo>
                    <a:pt x="633736" y="633852"/>
                  </a:lnTo>
                  <a:lnTo>
                    <a:pt x="643486" y="657792"/>
                  </a:lnTo>
                  <a:lnTo>
                    <a:pt x="653236" y="634934"/>
                  </a:lnTo>
                  <a:lnTo>
                    <a:pt x="662985" y="641000"/>
                  </a:lnTo>
                  <a:lnTo>
                    <a:pt x="672735" y="629889"/>
                  </a:lnTo>
                  <a:lnTo>
                    <a:pt x="682485" y="651176"/>
                  </a:lnTo>
                  <a:lnTo>
                    <a:pt x="692235" y="669986"/>
                  </a:lnTo>
                  <a:lnTo>
                    <a:pt x="701985" y="683026"/>
                  </a:lnTo>
                  <a:lnTo>
                    <a:pt x="711735" y="677923"/>
                  </a:lnTo>
                  <a:lnTo>
                    <a:pt x="721485" y="681469"/>
                  </a:lnTo>
                  <a:lnTo>
                    <a:pt x="731235" y="715531"/>
                  </a:lnTo>
                  <a:lnTo>
                    <a:pt x="740985" y="696088"/>
                  </a:lnTo>
                  <a:lnTo>
                    <a:pt x="750734" y="706076"/>
                  </a:lnTo>
                  <a:lnTo>
                    <a:pt x="760484" y="711730"/>
                  </a:lnTo>
                  <a:lnTo>
                    <a:pt x="770233" y="679012"/>
                  </a:lnTo>
                  <a:lnTo>
                    <a:pt x="779983" y="702837"/>
                  </a:lnTo>
                  <a:lnTo>
                    <a:pt x="789733" y="709333"/>
                  </a:lnTo>
                  <a:lnTo>
                    <a:pt x="799482" y="687688"/>
                  </a:lnTo>
                  <a:lnTo>
                    <a:pt x="809232" y="696477"/>
                  </a:lnTo>
                  <a:lnTo>
                    <a:pt x="818982" y="754554"/>
                  </a:lnTo>
                  <a:lnTo>
                    <a:pt x="828732" y="736641"/>
                  </a:lnTo>
                  <a:lnTo>
                    <a:pt x="838482" y="732955"/>
                  </a:lnTo>
                  <a:lnTo>
                    <a:pt x="848232" y="764632"/>
                  </a:lnTo>
                  <a:lnTo>
                    <a:pt x="857982" y="780117"/>
                  </a:lnTo>
                  <a:lnTo>
                    <a:pt x="867732" y="742860"/>
                  </a:lnTo>
                  <a:lnTo>
                    <a:pt x="877482" y="712235"/>
                  </a:lnTo>
                  <a:lnTo>
                    <a:pt x="887231" y="741072"/>
                  </a:lnTo>
                  <a:lnTo>
                    <a:pt x="896981" y="738970"/>
                  </a:lnTo>
                  <a:lnTo>
                    <a:pt x="906730" y="749611"/>
                  </a:lnTo>
                  <a:lnTo>
                    <a:pt x="916480" y="774136"/>
                  </a:lnTo>
                  <a:lnTo>
                    <a:pt x="926230" y="779296"/>
                  </a:lnTo>
                  <a:lnTo>
                    <a:pt x="935979" y="735053"/>
                  </a:lnTo>
                  <a:lnTo>
                    <a:pt x="945729" y="742978"/>
                  </a:lnTo>
                  <a:lnTo>
                    <a:pt x="955479" y="732266"/>
                  </a:lnTo>
                  <a:lnTo>
                    <a:pt x="965229" y="697923"/>
                  </a:lnTo>
                  <a:lnTo>
                    <a:pt x="974979" y="667395"/>
                  </a:lnTo>
                  <a:lnTo>
                    <a:pt x="984729" y="679577"/>
                  </a:lnTo>
                  <a:lnTo>
                    <a:pt x="994474" y="694436"/>
                  </a:lnTo>
                  <a:lnTo>
                    <a:pt x="1004233" y="691821"/>
                  </a:lnTo>
                  <a:lnTo>
                    <a:pt x="1013977" y="624200"/>
                  </a:lnTo>
                  <a:lnTo>
                    <a:pt x="1023721" y="631666"/>
                  </a:lnTo>
                  <a:lnTo>
                    <a:pt x="1033480" y="625833"/>
                  </a:lnTo>
                  <a:lnTo>
                    <a:pt x="1043224" y="633171"/>
                  </a:lnTo>
                  <a:lnTo>
                    <a:pt x="1052983" y="628262"/>
                  </a:lnTo>
                  <a:lnTo>
                    <a:pt x="1062727" y="631598"/>
                  </a:lnTo>
                  <a:lnTo>
                    <a:pt x="1072471" y="666604"/>
                  </a:lnTo>
                  <a:lnTo>
                    <a:pt x="1082230" y="665046"/>
                  </a:lnTo>
                  <a:lnTo>
                    <a:pt x="1091973" y="684909"/>
                  </a:lnTo>
                  <a:lnTo>
                    <a:pt x="1101732" y="659638"/>
                  </a:lnTo>
                  <a:lnTo>
                    <a:pt x="1111476" y="658921"/>
                  </a:lnTo>
                  <a:lnTo>
                    <a:pt x="1121220" y="612402"/>
                  </a:lnTo>
                  <a:lnTo>
                    <a:pt x="1130979" y="614567"/>
                  </a:lnTo>
                  <a:lnTo>
                    <a:pt x="1140723" y="631170"/>
                  </a:lnTo>
                  <a:lnTo>
                    <a:pt x="1150482" y="628992"/>
                  </a:lnTo>
                  <a:lnTo>
                    <a:pt x="1160226" y="608387"/>
                  </a:lnTo>
                  <a:lnTo>
                    <a:pt x="1169969" y="578207"/>
                  </a:lnTo>
                  <a:lnTo>
                    <a:pt x="1179728" y="615096"/>
                  </a:lnTo>
                  <a:lnTo>
                    <a:pt x="1189472" y="630795"/>
                  </a:lnTo>
                  <a:lnTo>
                    <a:pt x="1199231" y="630972"/>
                  </a:lnTo>
                  <a:lnTo>
                    <a:pt x="1208975" y="637742"/>
                  </a:lnTo>
                  <a:lnTo>
                    <a:pt x="1218719" y="643578"/>
                  </a:lnTo>
                  <a:lnTo>
                    <a:pt x="1228478" y="636820"/>
                  </a:lnTo>
                  <a:lnTo>
                    <a:pt x="1238222" y="624418"/>
                  </a:lnTo>
                  <a:lnTo>
                    <a:pt x="1247966" y="596651"/>
                  </a:lnTo>
                  <a:lnTo>
                    <a:pt x="1257725" y="574698"/>
                  </a:lnTo>
                  <a:lnTo>
                    <a:pt x="1267469" y="602385"/>
                  </a:lnTo>
                  <a:lnTo>
                    <a:pt x="1277227" y="579256"/>
                  </a:lnTo>
                  <a:lnTo>
                    <a:pt x="1286971" y="562344"/>
                  </a:lnTo>
                  <a:lnTo>
                    <a:pt x="1296715" y="540432"/>
                  </a:lnTo>
                  <a:lnTo>
                    <a:pt x="1306474" y="528670"/>
                  </a:lnTo>
                  <a:lnTo>
                    <a:pt x="1316218" y="537558"/>
                  </a:lnTo>
                  <a:lnTo>
                    <a:pt x="1325977" y="548254"/>
                  </a:lnTo>
                  <a:lnTo>
                    <a:pt x="1335721" y="545560"/>
                  </a:lnTo>
                  <a:lnTo>
                    <a:pt x="1345465" y="548744"/>
                  </a:lnTo>
                  <a:lnTo>
                    <a:pt x="1355224" y="546125"/>
                  </a:lnTo>
                  <a:lnTo>
                    <a:pt x="1364967" y="496218"/>
                  </a:lnTo>
                  <a:lnTo>
                    <a:pt x="1374726" y="502681"/>
                  </a:lnTo>
                  <a:lnTo>
                    <a:pt x="1384470" y="518695"/>
                  </a:lnTo>
                  <a:lnTo>
                    <a:pt x="1394214" y="524936"/>
                  </a:lnTo>
                  <a:lnTo>
                    <a:pt x="1403973" y="531251"/>
                  </a:lnTo>
                  <a:lnTo>
                    <a:pt x="1413717" y="510919"/>
                  </a:lnTo>
                  <a:lnTo>
                    <a:pt x="1423476" y="527558"/>
                  </a:lnTo>
                  <a:lnTo>
                    <a:pt x="1433220" y="504332"/>
                  </a:lnTo>
                  <a:lnTo>
                    <a:pt x="1442964" y="483050"/>
                  </a:lnTo>
                  <a:lnTo>
                    <a:pt x="1452722" y="479592"/>
                  </a:lnTo>
                  <a:lnTo>
                    <a:pt x="1462466" y="496065"/>
                  </a:lnTo>
                  <a:lnTo>
                    <a:pt x="1472225" y="492110"/>
                  </a:lnTo>
                  <a:lnTo>
                    <a:pt x="1481969" y="458790"/>
                  </a:lnTo>
                  <a:lnTo>
                    <a:pt x="1491713" y="426595"/>
                  </a:lnTo>
                  <a:lnTo>
                    <a:pt x="1501472" y="387098"/>
                  </a:lnTo>
                  <a:lnTo>
                    <a:pt x="1511216" y="399136"/>
                  </a:lnTo>
                  <a:lnTo>
                    <a:pt x="1520960" y="363785"/>
                  </a:lnTo>
                  <a:lnTo>
                    <a:pt x="1530719" y="352605"/>
                  </a:lnTo>
                  <a:lnTo>
                    <a:pt x="1540463" y="340947"/>
                  </a:lnTo>
                  <a:lnTo>
                    <a:pt x="1550221" y="326368"/>
                  </a:lnTo>
                  <a:lnTo>
                    <a:pt x="1559965" y="319254"/>
                  </a:lnTo>
                  <a:lnTo>
                    <a:pt x="1569709" y="324787"/>
                  </a:lnTo>
                  <a:lnTo>
                    <a:pt x="1579468" y="345656"/>
                  </a:lnTo>
                  <a:lnTo>
                    <a:pt x="1589212" y="333107"/>
                  </a:lnTo>
                  <a:lnTo>
                    <a:pt x="1598971" y="296633"/>
                  </a:lnTo>
                  <a:lnTo>
                    <a:pt x="1608715" y="305715"/>
                  </a:lnTo>
                  <a:lnTo>
                    <a:pt x="1618459" y="311015"/>
                  </a:lnTo>
                  <a:lnTo>
                    <a:pt x="1628218" y="300362"/>
                  </a:lnTo>
                  <a:lnTo>
                    <a:pt x="1637962" y="285841"/>
                  </a:lnTo>
                  <a:lnTo>
                    <a:pt x="1647720" y="270992"/>
                  </a:lnTo>
                  <a:lnTo>
                    <a:pt x="1657464" y="267899"/>
                  </a:lnTo>
                  <a:lnTo>
                    <a:pt x="1667208" y="263874"/>
                  </a:lnTo>
                  <a:lnTo>
                    <a:pt x="1676967" y="265300"/>
                  </a:lnTo>
                  <a:lnTo>
                    <a:pt x="1686711" y="267557"/>
                  </a:lnTo>
                  <a:lnTo>
                    <a:pt x="1696470" y="254218"/>
                  </a:lnTo>
                  <a:lnTo>
                    <a:pt x="1706214" y="235548"/>
                  </a:lnTo>
                  <a:lnTo>
                    <a:pt x="1715958" y="244543"/>
                  </a:lnTo>
                  <a:lnTo>
                    <a:pt x="1725716" y="254108"/>
                  </a:lnTo>
                  <a:lnTo>
                    <a:pt x="1735460" y="228308"/>
                  </a:lnTo>
                  <a:lnTo>
                    <a:pt x="1745219" y="225906"/>
                  </a:lnTo>
                  <a:lnTo>
                    <a:pt x="1754963" y="228352"/>
                  </a:lnTo>
                  <a:lnTo>
                    <a:pt x="1764707" y="191966"/>
                  </a:lnTo>
                  <a:lnTo>
                    <a:pt x="1774466" y="191397"/>
                  </a:lnTo>
                  <a:lnTo>
                    <a:pt x="1784210" y="190942"/>
                  </a:lnTo>
                  <a:lnTo>
                    <a:pt x="1793969" y="202462"/>
                  </a:lnTo>
                  <a:lnTo>
                    <a:pt x="1803713" y="180829"/>
                  </a:lnTo>
                  <a:lnTo>
                    <a:pt x="1813457" y="137020"/>
                  </a:lnTo>
                  <a:lnTo>
                    <a:pt x="1823215" y="138376"/>
                  </a:lnTo>
                  <a:lnTo>
                    <a:pt x="1832959" y="135539"/>
                  </a:lnTo>
                  <a:lnTo>
                    <a:pt x="1842703" y="162624"/>
                  </a:lnTo>
                  <a:lnTo>
                    <a:pt x="1852462" y="117663"/>
                  </a:lnTo>
                  <a:lnTo>
                    <a:pt x="1862206" y="119506"/>
                  </a:lnTo>
                  <a:lnTo>
                    <a:pt x="1871965" y="142774"/>
                  </a:lnTo>
                  <a:lnTo>
                    <a:pt x="1881709" y="129682"/>
                  </a:lnTo>
                  <a:lnTo>
                    <a:pt x="1891453" y="123550"/>
                  </a:lnTo>
                  <a:lnTo>
                    <a:pt x="1901212" y="118587"/>
                  </a:lnTo>
                  <a:lnTo>
                    <a:pt x="1910956" y="117799"/>
                  </a:lnTo>
                  <a:lnTo>
                    <a:pt x="1920714" y="81666"/>
                  </a:lnTo>
                  <a:lnTo>
                    <a:pt x="1930458" y="68269"/>
                  </a:lnTo>
                  <a:lnTo>
                    <a:pt x="1940202" y="84885"/>
                  </a:lnTo>
                  <a:lnTo>
                    <a:pt x="1949961" y="52629"/>
                  </a:lnTo>
                  <a:lnTo>
                    <a:pt x="1959705" y="64273"/>
                  </a:lnTo>
                  <a:lnTo>
                    <a:pt x="1969464" y="118562"/>
                  </a:lnTo>
                  <a:lnTo>
                    <a:pt x="1979208" y="131068"/>
                  </a:lnTo>
                  <a:lnTo>
                    <a:pt x="1988952" y="104822"/>
                  </a:lnTo>
                  <a:lnTo>
                    <a:pt x="1998711" y="115351"/>
                  </a:lnTo>
                  <a:lnTo>
                    <a:pt x="2008454" y="130537"/>
                  </a:lnTo>
                  <a:lnTo>
                    <a:pt x="2018213" y="97149"/>
                  </a:lnTo>
                  <a:lnTo>
                    <a:pt x="2027957" y="69912"/>
                  </a:lnTo>
                  <a:lnTo>
                    <a:pt x="2037701" y="60529"/>
                  </a:lnTo>
                  <a:lnTo>
                    <a:pt x="2047460" y="91218"/>
                  </a:lnTo>
                  <a:lnTo>
                    <a:pt x="2057204" y="95312"/>
                  </a:lnTo>
                  <a:lnTo>
                    <a:pt x="2066963" y="99562"/>
                  </a:lnTo>
                  <a:lnTo>
                    <a:pt x="2076707" y="124317"/>
                  </a:lnTo>
                  <a:lnTo>
                    <a:pt x="2086451" y="76952"/>
                  </a:lnTo>
                  <a:lnTo>
                    <a:pt x="2096210" y="56583"/>
                  </a:lnTo>
                  <a:lnTo>
                    <a:pt x="2105954" y="44305"/>
                  </a:lnTo>
                  <a:lnTo>
                    <a:pt x="2115697" y="12140"/>
                  </a:lnTo>
                  <a:lnTo>
                    <a:pt x="2125456" y="33165"/>
                  </a:lnTo>
                  <a:lnTo>
                    <a:pt x="2135200" y="25334"/>
                  </a:lnTo>
                  <a:lnTo>
                    <a:pt x="2144959" y="4100"/>
                  </a:lnTo>
                  <a:lnTo>
                    <a:pt x="2154703" y="0"/>
                  </a:lnTo>
                  <a:lnTo>
                    <a:pt x="2164447" y="8676"/>
                  </a:lnTo>
                  <a:lnTo>
                    <a:pt x="2174206" y="12974"/>
                  </a:lnTo>
                  <a:lnTo>
                    <a:pt x="2183950" y="39576"/>
                  </a:lnTo>
                  <a:lnTo>
                    <a:pt x="2193709" y="58411"/>
                  </a:lnTo>
                  <a:lnTo>
                    <a:pt x="2203452" y="83402"/>
                  </a:lnTo>
                  <a:lnTo>
                    <a:pt x="2213196" y="70065"/>
                  </a:lnTo>
                  <a:lnTo>
                    <a:pt x="2222955" y="60690"/>
                  </a:lnTo>
                  <a:lnTo>
                    <a:pt x="2232699" y="48846"/>
                  </a:lnTo>
                  <a:lnTo>
                    <a:pt x="2242458" y="59772"/>
                  </a:lnTo>
                  <a:lnTo>
                    <a:pt x="2252202" y="32371"/>
                  </a:lnTo>
                  <a:lnTo>
                    <a:pt x="2261946" y="47864"/>
                  </a:lnTo>
                  <a:lnTo>
                    <a:pt x="2271705" y="54080"/>
                  </a:lnTo>
                  <a:lnTo>
                    <a:pt x="2281449" y="35685"/>
                  </a:lnTo>
                  <a:lnTo>
                    <a:pt x="2291208" y="60815"/>
                  </a:lnTo>
                  <a:lnTo>
                    <a:pt x="2300951" y="57631"/>
                  </a:lnTo>
                  <a:lnTo>
                    <a:pt x="2310695" y="55664"/>
                  </a:lnTo>
                  <a:lnTo>
                    <a:pt x="2320454" y="58641"/>
                  </a:lnTo>
                  <a:lnTo>
                    <a:pt x="2330198" y="81457"/>
                  </a:lnTo>
                  <a:lnTo>
                    <a:pt x="2339957" y="95848"/>
                  </a:lnTo>
                  <a:lnTo>
                    <a:pt x="2349701" y="120688"/>
                  </a:lnTo>
                  <a:lnTo>
                    <a:pt x="2359445" y="107001"/>
                  </a:lnTo>
                  <a:lnTo>
                    <a:pt x="2369204" y="93794"/>
                  </a:lnTo>
                  <a:lnTo>
                    <a:pt x="2378948" y="92742"/>
                  </a:lnTo>
                  <a:lnTo>
                    <a:pt x="2388692" y="95842"/>
                  </a:lnTo>
                  <a:lnTo>
                    <a:pt x="2398450" y="47282"/>
                  </a:lnTo>
                  <a:lnTo>
                    <a:pt x="2408194" y="53563"/>
                  </a:lnTo>
                  <a:lnTo>
                    <a:pt x="2417953" y="69800"/>
                  </a:lnTo>
                  <a:lnTo>
                    <a:pt x="2427697" y="55892"/>
                  </a:lnTo>
                  <a:lnTo>
                    <a:pt x="2437441" y="59936"/>
                  </a:lnTo>
                  <a:lnTo>
                    <a:pt x="2447200" y="102854"/>
                  </a:lnTo>
                  <a:lnTo>
                    <a:pt x="2456944" y="120510"/>
                  </a:lnTo>
                  <a:lnTo>
                    <a:pt x="2466703" y="148449"/>
                  </a:lnTo>
                  <a:lnTo>
                    <a:pt x="2476446" y="155668"/>
                  </a:lnTo>
                  <a:lnTo>
                    <a:pt x="2486190" y="189810"/>
                  </a:lnTo>
                  <a:lnTo>
                    <a:pt x="2495949" y="197534"/>
                  </a:lnTo>
                  <a:lnTo>
                    <a:pt x="2505693" y="190059"/>
                  </a:lnTo>
                  <a:lnTo>
                    <a:pt x="2515452" y="153622"/>
                  </a:lnTo>
                  <a:lnTo>
                    <a:pt x="2525196" y="162010"/>
                  </a:lnTo>
                  <a:lnTo>
                    <a:pt x="2534940" y="180574"/>
                  </a:lnTo>
                  <a:lnTo>
                    <a:pt x="2544699" y="163536"/>
                  </a:lnTo>
                  <a:lnTo>
                    <a:pt x="2554443" y="176916"/>
                  </a:lnTo>
                  <a:lnTo>
                    <a:pt x="2564202" y="168671"/>
                  </a:lnTo>
                  <a:lnTo>
                    <a:pt x="2573946" y="146819"/>
                  </a:lnTo>
                  <a:lnTo>
                    <a:pt x="2583690" y="137403"/>
                  </a:lnTo>
                  <a:lnTo>
                    <a:pt x="2593448" y="181184"/>
                  </a:lnTo>
                  <a:lnTo>
                    <a:pt x="2603192" y="194019"/>
                  </a:lnTo>
                  <a:lnTo>
                    <a:pt x="2612951" y="177627"/>
                  </a:lnTo>
                  <a:lnTo>
                    <a:pt x="2622695" y="184338"/>
                  </a:lnTo>
                  <a:lnTo>
                    <a:pt x="2632439" y="166192"/>
                  </a:lnTo>
                  <a:lnTo>
                    <a:pt x="2642198" y="159757"/>
                  </a:lnTo>
                  <a:lnTo>
                    <a:pt x="2651942" y="153772"/>
                  </a:lnTo>
                  <a:lnTo>
                    <a:pt x="2661685" y="155066"/>
                  </a:lnTo>
                  <a:lnTo>
                    <a:pt x="2671444" y="161454"/>
                  </a:lnTo>
                  <a:lnTo>
                    <a:pt x="2681188" y="166688"/>
                  </a:lnTo>
                  <a:lnTo>
                    <a:pt x="2690947" y="177791"/>
                  </a:lnTo>
                  <a:lnTo>
                    <a:pt x="2700691" y="170564"/>
                  </a:lnTo>
                  <a:lnTo>
                    <a:pt x="2710435" y="159242"/>
                  </a:lnTo>
                  <a:lnTo>
                    <a:pt x="2720194" y="151134"/>
                  </a:lnTo>
                  <a:lnTo>
                    <a:pt x="2729938" y="166292"/>
                  </a:lnTo>
                  <a:lnTo>
                    <a:pt x="2739697" y="141703"/>
                  </a:lnTo>
                  <a:lnTo>
                    <a:pt x="2749441" y="116850"/>
                  </a:lnTo>
                  <a:lnTo>
                    <a:pt x="2759185" y="96760"/>
                  </a:lnTo>
                  <a:lnTo>
                    <a:pt x="2768943" y="106035"/>
                  </a:lnTo>
                  <a:lnTo>
                    <a:pt x="2778687" y="133863"/>
                  </a:lnTo>
                  <a:lnTo>
                    <a:pt x="2788446" y="100741"/>
                  </a:lnTo>
                  <a:lnTo>
                    <a:pt x="2798190" y="98905"/>
                  </a:lnTo>
                  <a:lnTo>
                    <a:pt x="2807934" y="97827"/>
                  </a:lnTo>
                  <a:lnTo>
                    <a:pt x="2817693" y="99856"/>
                  </a:lnTo>
                  <a:lnTo>
                    <a:pt x="2827437" y="103618"/>
                  </a:lnTo>
                  <a:lnTo>
                    <a:pt x="2837196" y="53182"/>
                  </a:lnTo>
                  <a:lnTo>
                    <a:pt x="2846940" y="59770"/>
                  </a:lnTo>
                  <a:lnTo>
                    <a:pt x="2856684" y="47987"/>
                  </a:lnTo>
                  <a:lnTo>
                    <a:pt x="2866442" y="9464"/>
                  </a:lnTo>
                  <a:lnTo>
                    <a:pt x="2876186" y="21432"/>
                  </a:lnTo>
                  <a:lnTo>
                    <a:pt x="2885945" y="8399"/>
                  </a:lnTo>
                  <a:lnTo>
                    <a:pt x="2895689" y="23213"/>
                  </a:lnTo>
                  <a:lnTo>
                    <a:pt x="2905433" y="25692"/>
                  </a:lnTo>
                  <a:lnTo>
                    <a:pt x="2915192" y="2386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4" name="Freeform 1053">
              <a:extLst>
                <a:ext uri="{FF2B5EF4-FFF2-40B4-BE49-F238E27FC236}">
                  <a16:creationId xmlns:a16="http://schemas.microsoft.com/office/drawing/2014/main" id="{4EB8F04A-31B0-CE85-13D3-8690D38F5102}"/>
                </a:ext>
              </a:extLst>
            </p:cNvPr>
            <p:cNvSpPr/>
            <p:nvPr/>
          </p:nvSpPr>
          <p:spPr>
            <a:xfrm>
              <a:off x="4426652" y="3468086"/>
              <a:ext cx="2915191" cy="532891"/>
            </a:xfrm>
            <a:custGeom>
              <a:avLst/>
              <a:gdLst>
                <a:gd name="connsiteX0" fmla="*/ 0 w 2915191"/>
                <a:gd name="connsiteY0" fmla="*/ 497271 h 532891"/>
                <a:gd name="connsiteX1" fmla="*/ 9750 w 2915191"/>
                <a:gd name="connsiteY1" fmla="*/ 472706 h 532891"/>
                <a:gd name="connsiteX2" fmla="*/ 19500 w 2915191"/>
                <a:gd name="connsiteY2" fmla="*/ 514287 h 532891"/>
                <a:gd name="connsiteX3" fmla="*/ 29250 w 2915191"/>
                <a:gd name="connsiteY3" fmla="*/ 510499 h 532891"/>
                <a:gd name="connsiteX4" fmla="*/ 39000 w 2915191"/>
                <a:gd name="connsiteY4" fmla="*/ 495664 h 532891"/>
                <a:gd name="connsiteX5" fmla="*/ 48749 w 2915191"/>
                <a:gd name="connsiteY5" fmla="*/ 506775 h 532891"/>
                <a:gd name="connsiteX6" fmla="*/ 58499 w 2915191"/>
                <a:gd name="connsiteY6" fmla="*/ 519188 h 532891"/>
                <a:gd name="connsiteX7" fmla="*/ 68249 w 2915191"/>
                <a:gd name="connsiteY7" fmla="*/ 510864 h 532891"/>
                <a:gd name="connsiteX8" fmla="*/ 77998 w 2915191"/>
                <a:gd name="connsiteY8" fmla="*/ 473198 h 532891"/>
                <a:gd name="connsiteX9" fmla="*/ 87748 w 2915191"/>
                <a:gd name="connsiteY9" fmla="*/ 465048 h 532891"/>
                <a:gd name="connsiteX10" fmla="*/ 97497 w 2915191"/>
                <a:gd name="connsiteY10" fmla="*/ 427690 h 532891"/>
                <a:gd name="connsiteX11" fmla="*/ 107247 w 2915191"/>
                <a:gd name="connsiteY11" fmla="*/ 459638 h 532891"/>
                <a:gd name="connsiteX12" fmla="*/ 116997 w 2915191"/>
                <a:gd name="connsiteY12" fmla="*/ 476621 h 532891"/>
                <a:gd name="connsiteX13" fmla="*/ 126747 w 2915191"/>
                <a:gd name="connsiteY13" fmla="*/ 476258 h 532891"/>
                <a:gd name="connsiteX14" fmla="*/ 136497 w 2915191"/>
                <a:gd name="connsiteY14" fmla="*/ 479778 h 532891"/>
                <a:gd name="connsiteX15" fmla="*/ 146247 w 2915191"/>
                <a:gd name="connsiteY15" fmla="*/ 456134 h 532891"/>
                <a:gd name="connsiteX16" fmla="*/ 155997 w 2915191"/>
                <a:gd name="connsiteY16" fmla="*/ 461497 h 532891"/>
                <a:gd name="connsiteX17" fmla="*/ 165747 w 2915191"/>
                <a:gd name="connsiteY17" fmla="*/ 474761 h 532891"/>
                <a:gd name="connsiteX18" fmla="*/ 175497 w 2915191"/>
                <a:gd name="connsiteY18" fmla="*/ 456485 h 532891"/>
                <a:gd name="connsiteX19" fmla="*/ 185247 w 2915191"/>
                <a:gd name="connsiteY19" fmla="*/ 452347 h 532891"/>
                <a:gd name="connsiteX20" fmla="*/ 194996 w 2915191"/>
                <a:gd name="connsiteY20" fmla="*/ 437191 h 532891"/>
                <a:gd name="connsiteX21" fmla="*/ 204746 w 2915191"/>
                <a:gd name="connsiteY21" fmla="*/ 443896 h 532891"/>
                <a:gd name="connsiteX22" fmla="*/ 214495 w 2915191"/>
                <a:gd name="connsiteY22" fmla="*/ 440192 h 532891"/>
                <a:gd name="connsiteX23" fmla="*/ 224245 w 2915191"/>
                <a:gd name="connsiteY23" fmla="*/ 455498 h 532891"/>
                <a:gd name="connsiteX24" fmla="*/ 233995 w 2915191"/>
                <a:gd name="connsiteY24" fmla="*/ 450334 h 532891"/>
                <a:gd name="connsiteX25" fmla="*/ 243744 w 2915191"/>
                <a:gd name="connsiteY25" fmla="*/ 416522 h 532891"/>
                <a:gd name="connsiteX26" fmla="*/ 253494 w 2915191"/>
                <a:gd name="connsiteY26" fmla="*/ 407791 h 532891"/>
                <a:gd name="connsiteX27" fmla="*/ 263244 w 2915191"/>
                <a:gd name="connsiteY27" fmla="*/ 432032 h 532891"/>
                <a:gd name="connsiteX28" fmla="*/ 272994 w 2915191"/>
                <a:gd name="connsiteY28" fmla="*/ 392992 h 532891"/>
                <a:gd name="connsiteX29" fmla="*/ 282744 w 2915191"/>
                <a:gd name="connsiteY29" fmla="*/ 399896 h 532891"/>
                <a:gd name="connsiteX30" fmla="*/ 292494 w 2915191"/>
                <a:gd name="connsiteY30" fmla="*/ 408298 h 532891"/>
                <a:gd name="connsiteX31" fmla="*/ 302244 w 2915191"/>
                <a:gd name="connsiteY31" fmla="*/ 395340 h 532891"/>
                <a:gd name="connsiteX32" fmla="*/ 311994 w 2915191"/>
                <a:gd name="connsiteY32" fmla="*/ 430671 h 532891"/>
                <a:gd name="connsiteX33" fmla="*/ 321744 w 2915191"/>
                <a:gd name="connsiteY33" fmla="*/ 490232 h 532891"/>
                <a:gd name="connsiteX34" fmla="*/ 331493 w 2915191"/>
                <a:gd name="connsiteY34" fmla="*/ 510397 h 532891"/>
                <a:gd name="connsiteX35" fmla="*/ 341243 w 2915191"/>
                <a:gd name="connsiteY35" fmla="*/ 512687 h 532891"/>
                <a:gd name="connsiteX36" fmla="*/ 350993 w 2915191"/>
                <a:gd name="connsiteY36" fmla="*/ 532892 h 532891"/>
                <a:gd name="connsiteX37" fmla="*/ 360742 w 2915191"/>
                <a:gd name="connsiteY37" fmla="*/ 521692 h 532891"/>
                <a:gd name="connsiteX38" fmla="*/ 370492 w 2915191"/>
                <a:gd name="connsiteY38" fmla="*/ 528357 h 532891"/>
                <a:gd name="connsiteX39" fmla="*/ 380241 w 2915191"/>
                <a:gd name="connsiteY39" fmla="*/ 522120 h 532891"/>
                <a:gd name="connsiteX40" fmla="*/ 389991 w 2915191"/>
                <a:gd name="connsiteY40" fmla="*/ 516084 h 532891"/>
                <a:gd name="connsiteX41" fmla="*/ 399741 w 2915191"/>
                <a:gd name="connsiteY41" fmla="*/ 491295 h 532891"/>
                <a:gd name="connsiteX42" fmla="*/ 409491 w 2915191"/>
                <a:gd name="connsiteY42" fmla="*/ 487673 h 532891"/>
                <a:gd name="connsiteX43" fmla="*/ 419241 w 2915191"/>
                <a:gd name="connsiteY43" fmla="*/ 489652 h 532891"/>
                <a:gd name="connsiteX44" fmla="*/ 428991 w 2915191"/>
                <a:gd name="connsiteY44" fmla="*/ 495194 h 532891"/>
                <a:gd name="connsiteX45" fmla="*/ 438741 w 2915191"/>
                <a:gd name="connsiteY45" fmla="*/ 481669 h 532891"/>
                <a:gd name="connsiteX46" fmla="*/ 448491 w 2915191"/>
                <a:gd name="connsiteY46" fmla="*/ 507054 h 532891"/>
                <a:gd name="connsiteX47" fmla="*/ 458241 w 2915191"/>
                <a:gd name="connsiteY47" fmla="*/ 524562 h 532891"/>
                <a:gd name="connsiteX48" fmla="*/ 467991 w 2915191"/>
                <a:gd name="connsiteY48" fmla="*/ 495169 h 532891"/>
                <a:gd name="connsiteX49" fmla="*/ 477740 w 2915191"/>
                <a:gd name="connsiteY49" fmla="*/ 521433 h 532891"/>
                <a:gd name="connsiteX50" fmla="*/ 487490 w 2915191"/>
                <a:gd name="connsiteY50" fmla="*/ 524930 h 532891"/>
                <a:gd name="connsiteX51" fmla="*/ 497239 w 2915191"/>
                <a:gd name="connsiteY51" fmla="*/ 519390 h 532891"/>
                <a:gd name="connsiteX52" fmla="*/ 506989 w 2915191"/>
                <a:gd name="connsiteY52" fmla="*/ 500679 h 532891"/>
                <a:gd name="connsiteX53" fmla="*/ 516738 w 2915191"/>
                <a:gd name="connsiteY53" fmla="*/ 497149 h 532891"/>
                <a:gd name="connsiteX54" fmla="*/ 526488 w 2915191"/>
                <a:gd name="connsiteY54" fmla="*/ 497888 h 532891"/>
                <a:gd name="connsiteX55" fmla="*/ 536238 w 2915191"/>
                <a:gd name="connsiteY55" fmla="*/ 477141 h 532891"/>
                <a:gd name="connsiteX56" fmla="*/ 545988 w 2915191"/>
                <a:gd name="connsiteY56" fmla="*/ 446469 h 532891"/>
                <a:gd name="connsiteX57" fmla="*/ 555738 w 2915191"/>
                <a:gd name="connsiteY57" fmla="*/ 447184 h 532891"/>
                <a:gd name="connsiteX58" fmla="*/ 565488 w 2915191"/>
                <a:gd name="connsiteY58" fmla="*/ 452902 h 532891"/>
                <a:gd name="connsiteX59" fmla="*/ 575238 w 2915191"/>
                <a:gd name="connsiteY59" fmla="*/ 467800 h 532891"/>
                <a:gd name="connsiteX60" fmla="*/ 584988 w 2915191"/>
                <a:gd name="connsiteY60" fmla="*/ 467085 h 532891"/>
                <a:gd name="connsiteX61" fmla="*/ 594738 w 2915191"/>
                <a:gd name="connsiteY61" fmla="*/ 446371 h 532891"/>
                <a:gd name="connsiteX62" fmla="*/ 604488 w 2915191"/>
                <a:gd name="connsiteY62" fmla="*/ 424122 h 532891"/>
                <a:gd name="connsiteX63" fmla="*/ 614237 w 2915191"/>
                <a:gd name="connsiteY63" fmla="*/ 408506 h 532891"/>
                <a:gd name="connsiteX64" fmla="*/ 623987 w 2915191"/>
                <a:gd name="connsiteY64" fmla="*/ 432905 h 532891"/>
                <a:gd name="connsiteX65" fmla="*/ 633736 w 2915191"/>
                <a:gd name="connsiteY65" fmla="*/ 443309 h 532891"/>
                <a:gd name="connsiteX66" fmla="*/ 643486 w 2915191"/>
                <a:gd name="connsiteY66" fmla="*/ 436303 h 532891"/>
                <a:gd name="connsiteX67" fmla="*/ 653236 w 2915191"/>
                <a:gd name="connsiteY67" fmla="*/ 415764 h 532891"/>
                <a:gd name="connsiteX68" fmla="*/ 662985 w 2915191"/>
                <a:gd name="connsiteY68" fmla="*/ 423563 h 532891"/>
                <a:gd name="connsiteX69" fmla="*/ 672735 w 2915191"/>
                <a:gd name="connsiteY69" fmla="*/ 431890 h 532891"/>
                <a:gd name="connsiteX70" fmla="*/ 682485 w 2915191"/>
                <a:gd name="connsiteY70" fmla="*/ 438556 h 532891"/>
                <a:gd name="connsiteX71" fmla="*/ 692235 w 2915191"/>
                <a:gd name="connsiteY71" fmla="*/ 426784 h 532891"/>
                <a:gd name="connsiteX72" fmla="*/ 701985 w 2915191"/>
                <a:gd name="connsiteY72" fmla="*/ 432532 h 532891"/>
                <a:gd name="connsiteX73" fmla="*/ 711735 w 2915191"/>
                <a:gd name="connsiteY73" fmla="*/ 438645 h 532891"/>
                <a:gd name="connsiteX74" fmla="*/ 721485 w 2915191"/>
                <a:gd name="connsiteY74" fmla="*/ 421226 h 532891"/>
                <a:gd name="connsiteX75" fmla="*/ 731235 w 2915191"/>
                <a:gd name="connsiteY75" fmla="*/ 407813 h 532891"/>
                <a:gd name="connsiteX76" fmla="*/ 740985 w 2915191"/>
                <a:gd name="connsiteY76" fmla="*/ 451336 h 532891"/>
                <a:gd name="connsiteX77" fmla="*/ 750734 w 2915191"/>
                <a:gd name="connsiteY77" fmla="*/ 471694 h 532891"/>
                <a:gd name="connsiteX78" fmla="*/ 760484 w 2915191"/>
                <a:gd name="connsiteY78" fmla="*/ 472403 h 532891"/>
                <a:gd name="connsiteX79" fmla="*/ 770233 w 2915191"/>
                <a:gd name="connsiteY79" fmla="*/ 469114 h 532891"/>
                <a:gd name="connsiteX80" fmla="*/ 779983 w 2915191"/>
                <a:gd name="connsiteY80" fmla="*/ 476116 h 532891"/>
                <a:gd name="connsiteX81" fmla="*/ 789733 w 2915191"/>
                <a:gd name="connsiteY81" fmla="*/ 490871 h 532891"/>
                <a:gd name="connsiteX82" fmla="*/ 799482 w 2915191"/>
                <a:gd name="connsiteY82" fmla="*/ 518283 h 532891"/>
                <a:gd name="connsiteX83" fmla="*/ 809232 w 2915191"/>
                <a:gd name="connsiteY83" fmla="*/ 515246 h 532891"/>
                <a:gd name="connsiteX84" fmla="*/ 818982 w 2915191"/>
                <a:gd name="connsiteY84" fmla="*/ 497116 h 532891"/>
                <a:gd name="connsiteX85" fmla="*/ 828732 w 2915191"/>
                <a:gd name="connsiteY85" fmla="*/ 453202 h 532891"/>
                <a:gd name="connsiteX86" fmla="*/ 838482 w 2915191"/>
                <a:gd name="connsiteY86" fmla="*/ 460641 h 532891"/>
                <a:gd name="connsiteX87" fmla="*/ 848232 w 2915191"/>
                <a:gd name="connsiteY87" fmla="*/ 449388 h 532891"/>
                <a:gd name="connsiteX88" fmla="*/ 857982 w 2915191"/>
                <a:gd name="connsiteY88" fmla="*/ 437565 h 532891"/>
                <a:gd name="connsiteX89" fmla="*/ 867732 w 2915191"/>
                <a:gd name="connsiteY89" fmla="*/ 407171 h 532891"/>
                <a:gd name="connsiteX90" fmla="*/ 877482 w 2915191"/>
                <a:gd name="connsiteY90" fmla="*/ 384830 h 532891"/>
                <a:gd name="connsiteX91" fmla="*/ 887231 w 2915191"/>
                <a:gd name="connsiteY91" fmla="*/ 381687 h 532891"/>
                <a:gd name="connsiteX92" fmla="*/ 896981 w 2915191"/>
                <a:gd name="connsiteY92" fmla="*/ 389315 h 532891"/>
                <a:gd name="connsiteX93" fmla="*/ 906730 w 2915191"/>
                <a:gd name="connsiteY93" fmla="*/ 332636 h 532891"/>
                <a:gd name="connsiteX94" fmla="*/ 916480 w 2915191"/>
                <a:gd name="connsiteY94" fmla="*/ 329297 h 532891"/>
                <a:gd name="connsiteX95" fmla="*/ 926230 w 2915191"/>
                <a:gd name="connsiteY95" fmla="*/ 342571 h 532891"/>
                <a:gd name="connsiteX96" fmla="*/ 935979 w 2915191"/>
                <a:gd name="connsiteY96" fmla="*/ 310733 h 532891"/>
                <a:gd name="connsiteX97" fmla="*/ 945729 w 2915191"/>
                <a:gd name="connsiteY97" fmla="*/ 310325 h 532891"/>
                <a:gd name="connsiteX98" fmla="*/ 955479 w 2915191"/>
                <a:gd name="connsiteY98" fmla="*/ 292750 h 532891"/>
                <a:gd name="connsiteX99" fmla="*/ 965229 w 2915191"/>
                <a:gd name="connsiteY99" fmla="*/ 305410 h 532891"/>
                <a:gd name="connsiteX100" fmla="*/ 974979 w 2915191"/>
                <a:gd name="connsiteY100" fmla="*/ 293330 h 532891"/>
                <a:gd name="connsiteX101" fmla="*/ 984729 w 2915191"/>
                <a:gd name="connsiteY101" fmla="*/ 268293 h 532891"/>
                <a:gd name="connsiteX102" fmla="*/ 994474 w 2915191"/>
                <a:gd name="connsiteY102" fmla="*/ 262314 h 532891"/>
                <a:gd name="connsiteX103" fmla="*/ 1004233 w 2915191"/>
                <a:gd name="connsiteY103" fmla="*/ 265068 h 532891"/>
                <a:gd name="connsiteX104" fmla="*/ 1013977 w 2915191"/>
                <a:gd name="connsiteY104" fmla="*/ 249390 h 532891"/>
                <a:gd name="connsiteX105" fmla="*/ 1023721 w 2915191"/>
                <a:gd name="connsiteY105" fmla="*/ 264104 h 532891"/>
                <a:gd name="connsiteX106" fmla="*/ 1033480 w 2915191"/>
                <a:gd name="connsiteY106" fmla="*/ 252714 h 532891"/>
                <a:gd name="connsiteX107" fmla="*/ 1043224 w 2915191"/>
                <a:gd name="connsiteY107" fmla="*/ 209685 h 532891"/>
                <a:gd name="connsiteX108" fmla="*/ 1052983 w 2915191"/>
                <a:gd name="connsiteY108" fmla="*/ 192970 h 532891"/>
                <a:gd name="connsiteX109" fmla="*/ 1062727 w 2915191"/>
                <a:gd name="connsiteY109" fmla="*/ 192770 h 532891"/>
                <a:gd name="connsiteX110" fmla="*/ 1072471 w 2915191"/>
                <a:gd name="connsiteY110" fmla="*/ 178810 h 532891"/>
                <a:gd name="connsiteX111" fmla="*/ 1082230 w 2915191"/>
                <a:gd name="connsiteY111" fmla="*/ 179354 h 532891"/>
                <a:gd name="connsiteX112" fmla="*/ 1091973 w 2915191"/>
                <a:gd name="connsiteY112" fmla="*/ 199837 h 532891"/>
                <a:gd name="connsiteX113" fmla="*/ 1101732 w 2915191"/>
                <a:gd name="connsiteY113" fmla="*/ 228562 h 532891"/>
                <a:gd name="connsiteX114" fmla="*/ 1111476 w 2915191"/>
                <a:gd name="connsiteY114" fmla="*/ 213626 h 532891"/>
                <a:gd name="connsiteX115" fmla="*/ 1121220 w 2915191"/>
                <a:gd name="connsiteY115" fmla="*/ 217765 h 532891"/>
                <a:gd name="connsiteX116" fmla="*/ 1130979 w 2915191"/>
                <a:gd name="connsiteY116" fmla="*/ 184478 h 532891"/>
                <a:gd name="connsiteX117" fmla="*/ 1140723 w 2915191"/>
                <a:gd name="connsiteY117" fmla="*/ 162980 h 532891"/>
                <a:gd name="connsiteX118" fmla="*/ 1150482 w 2915191"/>
                <a:gd name="connsiteY118" fmla="*/ 170285 h 532891"/>
                <a:gd name="connsiteX119" fmla="*/ 1160226 w 2915191"/>
                <a:gd name="connsiteY119" fmla="*/ 139511 h 532891"/>
                <a:gd name="connsiteX120" fmla="*/ 1169969 w 2915191"/>
                <a:gd name="connsiteY120" fmla="*/ 167742 h 532891"/>
                <a:gd name="connsiteX121" fmla="*/ 1179728 w 2915191"/>
                <a:gd name="connsiteY121" fmla="*/ 176721 h 532891"/>
                <a:gd name="connsiteX122" fmla="*/ 1189472 w 2915191"/>
                <a:gd name="connsiteY122" fmla="*/ 177857 h 532891"/>
                <a:gd name="connsiteX123" fmla="*/ 1199231 w 2915191"/>
                <a:gd name="connsiteY123" fmla="*/ 226932 h 532891"/>
                <a:gd name="connsiteX124" fmla="*/ 1208975 w 2915191"/>
                <a:gd name="connsiteY124" fmla="*/ 283233 h 532891"/>
                <a:gd name="connsiteX125" fmla="*/ 1218719 w 2915191"/>
                <a:gd name="connsiteY125" fmla="*/ 306707 h 532891"/>
                <a:gd name="connsiteX126" fmla="*/ 1228478 w 2915191"/>
                <a:gd name="connsiteY126" fmla="*/ 306113 h 532891"/>
                <a:gd name="connsiteX127" fmla="*/ 1238222 w 2915191"/>
                <a:gd name="connsiteY127" fmla="*/ 275765 h 532891"/>
                <a:gd name="connsiteX128" fmla="*/ 1247966 w 2915191"/>
                <a:gd name="connsiteY128" fmla="*/ 277814 h 532891"/>
                <a:gd name="connsiteX129" fmla="*/ 1257725 w 2915191"/>
                <a:gd name="connsiteY129" fmla="*/ 279782 h 532891"/>
                <a:gd name="connsiteX130" fmla="*/ 1267469 w 2915191"/>
                <a:gd name="connsiteY130" fmla="*/ 279131 h 532891"/>
                <a:gd name="connsiteX131" fmla="*/ 1277227 w 2915191"/>
                <a:gd name="connsiteY131" fmla="*/ 294387 h 532891"/>
                <a:gd name="connsiteX132" fmla="*/ 1286971 w 2915191"/>
                <a:gd name="connsiteY132" fmla="*/ 307671 h 532891"/>
                <a:gd name="connsiteX133" fmla="*/ 1296715 w 2915191"/>
                <a:gd name="connsiteY133" fmla="*/ 286552 h 532891"/>
                <a:gd name="connsiteX134" fmla="*/ 1306474 w 2915191"/>
                <a:gd name="connsiteY134" fmla="*/ 292685 h 532891"/>
                <a:gd name="connsiteX135" fmla="*/ 1316218 w 2915191"/>
                <a:gd name="connsiteY135" fmla="*/ 303409 h 532891"/>
                <a:gd name="connsiteX136" fmla="*/ 1325977 w 2915191"/>
                <a:gd name="connsiteY136" fmla="*/ 319932 h 532891"/>
                <a:gd name="connsiteX137" fmla="*/ 1335721 w 2915191"/>
                <a:gd name="connsiteY137" fmla="*/ 261644 h 532891"/>
                <a:gd name="connsiteX138" fmla="*/ 1345465 w 2915191"/>
                <a:gd name="connsiteY138" fmla="*/ 280570 h 532891"/>
                <a:gd name="connsiteX139" fmla="*/ 1355224 w 2915191"/>
                <a:gd name="connsiteY139" fmla="*/ 265391 h 532891"/>
                <a:gd name="connsiteX140" fmla="*/ 1364967 w 2915191"/>
                <a:gd name="connsiteY140" fmla="*/ 215013 h 532891"/>
                <a:gd name="connsiteX141" fmla="*/ 1374726 w 2915191"/>
                <a:gd name="connsiteY141" fmla="*/ 252995 h 532891"/>
                <a:gd name="connsiteX142" fmla="*/ 1384470 w 2915191"/>
                <a:gd name="connsiteY142" fmla="*/ 238044 h 532891"/>
                <a:gd name="connsiteX143" fmla="*/ 1394214 w 2915191"/>
                <a:gd name="connsiteY143" fmla="*/ 264046 h 532891"/>
                <a:gd name="connsiteX144" fmla="*/ 1403973 w 2915191"/>
                <a:gd name="connsiteY144" fmla="*/ 246268 h 532891"/>
                <a:gd name="connsiteX145" fmla="*/ 1413717 w 2915191"/>
                <a:gd name="connsiteY145" fmla="*/ 228824 h 532891"/>
                <a:gd name="connsiteX146" fmla="*/ 1423476 w 2915191"/>
                <a:gd name="connsiteY146" fmla="*/ 219584 h 532891"/>
                <a:gd name="connsiteX147" fmla="*/ 1433220 w 2915191"/>
                <a:gd name="connsiteY147" fmla="*/ 231134 h 532891"/>
                <a:gd name="connsiteX148" fmla="*/ 1442964 w 2915191"/>
                <a:gd name="connsiteY148" fmla="*/ 227455 h 532891"/>
                <a:gd name="connsiteX149" fmla="*/ 1452722 w 2915191"/>
                <a:gd name="connsiteY149" fmla="*/ 243759 h 532891"/>
                <a:gd name="connsiteX150" fmla="*/ 1462466 w 2915191"/>
                <a:gd name="connsiteY150" fmla="*/ 241411 h 532891"/>
                <a:gd name="connsiteX151" fmla="*/ 1472225 w 2915191"/>
                <a:gd name="connsiteY151" fmla="*/ 210855 h 532891"/>
                <a:gd name="connsiteX152" fmla="*/ 1481969 w 2915191"/>
                <a:gd name="connsiteY152" fmla="*/ 216765 h 532891"/>
                <a:gd name="connsiteX153" fmla="*/ 1491713 w 2915191"/>
                <a:gd name="connsiteY153" fmla="*/ 201181 h 532891"/>
                <a:gd name="connsiteX154" fmla="*/ 1501472 w 2915191"/>
                <a:gd name="connsiteY154" fmla="*/ 224003 h 532891"/>
                <a:gd name="connsiteX155" fmla="*/ 1511216 w 2915191"/>
                <a:gd name="connsiteY155" fmla="*/ 237478 h 532891"/>
                <a:gd name="connsiteX156" fmla="*/ 1520960 w 2915191"/>
                <a:gd name="connsiteY156" fmla="*/ 247749 h 532891"/>
                <a:gd name="connsiteX157" fmla="*/ 1530719 w 2915191"/>
                <a:gd name="connsiteY157" fmla="*/ 257113 h 532891"/>
                <a:gd name="connsiteX158" fmla="*/ 1540463 w 2915191"/>
                <a:gd name="connsiteY158" fmla="*/ 275981 h 532891"/>
                <a:gd name="connsiteX159" fmla="*/ 1550221 w 2915191"/>
                <a:gd name="connsiteY159" fmla="*/ 247036 h 532891"/>
                <a:gd name="connsiteX160" fmla="*/ 1559965 w 2915191"/>
                <a:gd name="connsiteY160" fmla="*/ 265494 h 532891"/>
                <a:gd name="connsiteX161" fmla="*/ 1569709 w 2915191"/>
                <a:gd name="connsiteY161" fmla="*/ 248855 h 532891"/>
                <a:gd name="connsiteX162" fmla="*/ 1579468 w 2915191"/>
                <a:gd name="connsiteY162" fmla="*/ 242527 h 532891"/>
                <a:gd name="connsiteX163" fmla="*/ 1589212 w 2915191"/>
                <a:gd name="connsiteY163" fmla="*/ 270387 h 532891"/>
                <a:gd name="connsiteX164" fmla="*/ 1598971 w 2915191"/>
                <a:gd name="connsiteY164" fmla="*/ 260859 h 532891"/>
                <a:gd name="connsiteX165" fmla="*/ 1608715 w 2915191"/>
                <a:gd name="connsiteY165" fmla="*/ 254019 h 532891"/>
                <a:gd name="connsiteX166" fmla="*/ 1618459 w 2915191"/>
                <a:gd name="connsiteY166" fmla="*/ 275440 h 532891"/>
                <a:gd name="connsiteX167" fmla="*/ 1628218 w 2915191"/>
                <a:gd name="connsiteY167" fmla="*/ 256419 h 532891"/>
                <a:gd name="connsiteX168" fmla="*/ 1637962 w 2915191"/>
                <a:gd name="connsiteY168" fmla="*/ 243534 h 532891"/>
                <a:gd name="connsiteX169" fmla="*/ 1647720 w 2915191"/>
                <a:gd name="connsiteY169" fmla="*/ 225566 h 532891"/>
                <a:gd name="connsiteX170" fmla="*/ 1657464 w 2915191"/>
                <a:gd name="connsiteY170" fmla="*/ 235468 h 532891"/>
                <a:gd name="connsiteX171" fmla="*/ 1667208 w 2915191"/>
                <a:gd name="connsiteY171" fmla="*/ 246744 h 532891"/>
                <a:gd name="connsiteX172" fmla="*/ 1676967 w 2915191"/>
                <a:gd name="connsiteY172" fmla="*/ 225413 h 532891"/>
                <a:gd name="connsiteX173" fmla="*/ 1686711 w 2915191"/>
                <a:gd name="connsiteY173" fmla="*/ 250090 h 532891"/>
                <a:gd name="connsiteX174" fmla="*/ 1696470 w 2915191"/>
                <a:gd name="connsiteY174" fmla="*/ 218519 h 532891"/>
                <a:gd name="connsiteX175" fmla="*/ 1706214 w 2915191"/>
                <a:gd name="connsiteY175" fmla="*/ 182916 h 532891"/>
                <a:gd name="connsiteX176" fmla="*/ 1715958 w 2915191"/>
                <a:gd name="connsiteY176" fmla="*/ 178746 h 532891"/>
                <a:gd name="connsiteX177" fmla="*/ 1725716 w 2915191"/>
                <a:gd name="connsiteY177" fmla="*/ 165252 h 532891"/>
                <a:gd name="connsiteX178" fmla="*/ 1735460 w 2915191"/>
                <a:gd name="connsiteY178" fmla="*/ 160355 h 532891"/>
                <a:gd name="connsiteX179" fmla="*/ 1745219 w 2915191"/>
                <a:gd name="connsiteY179" fmla="*/ 155368 h 532891"/>
                <a:gd name="connsiteX180" fmla="*/ 1754963 w 2915191"/>
                <a:gd name="connsiteY180" fmla="*/ 142778 h 532891"/>
                <a:gd name="connsiteX181" fmla="*/ 1764707 w 2915191"/>
                <a:gd name="connsiteY181" fmla="*/ 69245 h 532891"/>
                <a:gd name="connsiteX182" fmla="*/ 1774466 w 2915191"/>
                <a:gd name="connsiteY182" fmla="*/ 28448 h 532891"/>
                <a:gd name="connsiteX183" fmla="*/ 1784210 w 2915191"/>
                <a:gd name="connsiteY183" fmla="*/ 19358 h 532891"/>
                <a:gd name="connsiteX184" fmla="*/ 1793969 w 2915191"/>
                <a:gd name="connsiteY184" fmla="*/ 0 h 532891"/>
                <a:gd name="connsiteX185" fmla="*/ 1803713 w 2915191"/>
                <a:gd name="connsiteY185" fmla="*/ 22766 h 532891"/>
                <a:gd name="connsiteX186" fmla="*/ 1813457 w 2915191"/>
                <a:gd name="connsiteY186" fmla="*/ 43979 h 532891"/>
                <a:gd name="connsiteX187" fmla="*/ 1823215 w 2915191"/>
                <a:gd name="connsiteY187" fmla="*/ 60929 h 532891"/>
                <a:gd name="connsiteX188" fmla="*/ 1832959 w 2915191"/>
                <a:gd name="connsiteY188" fmla="*/ 66768 h 532891"/>
                <a:gd name="connsiteX189" fmla="*/ 1842703 w 2915191"/>
                <a:gd name="connsiteY189" fmla="*/ 45138 h 532891"/>
                <a:gd name="connsiteX190" fmla="*/ 1852462 w 2915191"/>
                <a:gd name="connsiteY190" fmla="*/ 66618 h 532891"/>
                <a:gd name="connsiteX191" fmla="*/ 1862206 w 2915191"/>
                <a:gd name="connsiteY191" fmla="*/ 66971 h 532891"/>
                <a:gd name="connsiteX192" fmla="*/ 1871965 w 2915191"/>
                <a:gd name="connsiteY192" fmla="*/ 80055 h 532891"/>
                <a:gd name="connsiteX193" fmla="*/ 1881709 w 2915191"/>
                <a:gd name="connsiteY193" fmla="*/ 112921 h 532891"/>
                <a:gd name="connsiteX194" fmla="*/ 1891453 w 2915191"/>
                <a:gd name="connsiteY194" fmla="*/ 104890 h 532891"/>
                <a:gd name="connsiteX195" fmla="*/ 1901212 w 2915191"/>
                <a:gd name="connsiteY195" fmla="*/ 121133 h 532891"/>
                <a:gd name="connsiteX196" fmla="*/ 1910956 w 2915191"/>
                <a:gd name="connsiteY196" fmla="*/ 111644 h 532891"/>
                <a:gd name="connsiteX197" fmla="*/ 1920714 w 2915191"/>
                <a:gd name="connsiteY197" fmla="*/ 125083 h 532891"/>
                <a:gd name="connsiteX198" fmla="*/ 1930458 w 2915191"/>
                <a:gd name="connsiteY198" fmla="*/ 112647 h 532891"/>
                <a:gd name="connsiteX199" fmla="*/ 1940202 w 2915191"/>
                <a:gd name="connsiteY199" fmla="*/ 108036 h 532891"/>
                <a:gd name="connsiteX200" fmla="*/ 1949961 w 2915191"/>
                <a:gd name="connsiteY200" fmla="*/ 139265 h 532891"/>
                <a:gd name="connsiteX201" fmla="*/ 1959705 w 2915191"/>
                <a:gd name="connsiteY201" fmla="*/ 162242 h 532891"/>
                <a:gd name="connsiteX202" fmla="*/ 1969464 w 2915191"/>
                <a:gd name="connsiteY202" fmla="*/ 168631 h 532891"/>
                <a:gd name="connsiteX203" fmla="*/ 1979208 w 2915191"/>
                <a:gd name="connsiteY203" fmla="*/ 164069 h 532891"/>
                <a:gd name="connsiteX204" fmla="*/ 1988952 w 2915191"/>
                <a:gd name="connsiteY204" fmla="*/ 178757 h 532891"/>
                <a:gd name="connsiteX205" fmla="*/ 1998711 w 2915191"/>
                <a:gd name="connsiteY205" fmla="*/ 186205 h 532891"/>
                <a:gd name="connsiteX206" fmla="*/ 2008454 w 2915191"/>
                <a:gd name="connsiteY206" fmla="*/ 185890 h 532891"/>
                <a:gd name="connsiteX207" fmla="*/ 2018213 w 2915191"/>
                <a:gd name="connsiteY207" fmla="*/ 188457 h 532891"/>
                <a:gd name="connsiteX208" fmla="*/ 2027957 w 2915191"/>
                <a:gd name="connsiteY208" fmla="*/ 186800 h 532891"/>
                <a:gd name="connsiteX209" fmla="*/ 2037701 w 2915191"/>
                <a:gd name="connsiteY209" fmla="*/ 185436 h 532891"/>
                <a:gd name="connsiteX210" fmla="*/ 2047460 w 2915191"/>
                <a:gd name="connsiteY210" fmla="*/ 198989 h 532891"/>
                <a:gd name="connsiteX211" fmla="*/ 2057204 w 2915191"/>
                <a:gd name="connsiteY211" fmla="*/ 178898 h 532891"/>
                <a:gd name="connsiteX212" fmla="*/ 2066963 w 2915191"/>
                <a:gd name="connsiteY212" fmla="*/ 180303 h 532891"/>
                <a:gd name="connsiteX213" fmla="*/ 2076707 w 2915191"/>
                <a:gd name="connsiteY213" fmla="*/ 185856 h 532891"/>
                <a:gd name="connsiteX214" fmla="*/ 2086451 w 2915191"/>
                <a:gd name="connsiteY214" fmla="*/ 214754 h 532891"/>
                <a:gd name="connsiteX215" fmla="*/ 2096210 w 2915191"/>
                <a:gd name="connsiteY215" fmla="*/ 158132 h 532891"/>
                <a:gd name="connsiteX216" fmla="*/ 2105954 w 2915191"/>
                <a:gd name="connsiteY216" fmla="*/ 130712 h 532891"/>
                <a:gd name="connsiteX217" fmla="*/ 2115697 w 2915191"/>
                <a:gd name="connsiteY217" fmla="*/ 162932 h 532891"/>
                <a:gd name="connsiteX218" fmla="*/ 2125456 w 2915191"/>
                <a:gd name="connsiteY218" fmla="*/ 173566 h 532891"/>
                <a:gd name="connsiteX219" fmla="*/ 2135200 w 2915191"/>
                <a:gd name="connsiteY219" fmla="*/ 195954 h 532891"/>
                <a:gd name="connsiteX220" fmla="*/ 2144959 w 2915191"/>
                <a:gd name="connsiteY220" fmla="*/ 189928 h 532891"/>
                <a:gd name="connsiteX221" fmla="*/ 2154703 w 2915191"/>
                <a:gd name="connsiteY221" fmla="*/ 202829 h 532891"/>
                <a:gd name="connsiteX222" fmla="*/ 2164447 w 2915191"/>
                <a:gd name="connsiteY222" fmla="*/ 220651 h 532891"/>
                <a:gd name="connsiteX223" fmla="*/ 2174206 w 2915191"/>
                <a:gd name="connsiteY223" fmla="*/ 199532 h 532891"/>
                <a:gd name="connsiteX224" fmla="*/ 2183950 w 2915191"/>
                <a:gd name="connsiteY224" fmla="*/ 238376 h 532891"/>
                <a:gd name="connsiteX225" fmla="*/ 2193709 w 2915191"/>
                <a:gd name="connsiteY225" fmla="*/ 232075 h 532891"/>
                <a:gd name="connsiteX226" fmla="*/ 2203452 w 2915191"/>
                <a:gd name="connsiteY226" fmla="*/ 247412 h 532891"/>
                <a:gd name="connsiteX227" fmla="*/ 2213196 w 2915191"/>
                <a:gd name="connsiteY227" fmla="*/ 259872 h 532891"/>
                <a:gd name="connsiteX228" fmla="*/ 2222955 w 2915191"/>
                <a:gd name="connsiteY228" fmla="*/ 248674 h 532891"/>
                <a:gd name="connsiteX229" fmla="*/ 2232699 w 2915191"/>
                <a:gd name="connsiteY229" fmla="*/ 231097 h 532891"/>
                <a:gd name="connsiteX230" fmla="*/ 2242458 w 2915191"/>
                <a:gd name="connsiteY230" fmla="*/ 222297 h 532891"/>
                <a:gd name="connsiteX231" fmla="*/ 2252202 w 2915191"/>
                <a:gd name="connsiteY231" fmla="*/ 251875 h 532891"/>
                <a:gd name="connsiteX232" fmla="*/ 2261946 w 2915191"/>
                <a:gd name="connsiteY232" fmla="*/ 264003 h 532891"/>
                <a:gd name="connsiteX233" fmla="*/ 2271705 w 2915191"/>
                <a:gd name="connsiteY233" fmla="*/ 283049 h 532891"/>
                <a:gd name="connsiteX234" fmla="*/ 2281449 w 2915191"/>
                <a:gd name="connsiteY234" fmla="*/ 263791 h 532891"/>
                <a:gd name="connsiteX235" fmla="*/ 2291208 w 2915191"/>
                <a:gd name="connsiteY235" fmla="*/ 271184 h 532891"/>
                <a:gd name="connsiteX236" fmla="*/ 2300951 w 2915191"/>
                <a:gd name="connsiteY236" fmla="*/ 310358 h 532891"/>
                <a:gd name="connsiteX237" fmla="*/ 2310695 w 2915191"/>
                <a:gd name="connsiteY237" fmla="*/ 284769 h 532891"/>
                <a:gd name="connsiteX238" fmla="*/ 2320454 w 2915191"/>
                <a:gd name="connsiteY238" fmla="*/ 269640 h 532891"/>
                <a:gd name="connsiteX239" fmla="*/ 2330198 w 2915191"/>
                <a:gd name="connsiteY239" fmla="*/ 297048 h 532891"/>
                <a:gd name="connsiteX240" fmla="*/ 2339957 w 2915191"/>
                <a:gd name="connsiteY240" fmla="*/ 300375 h 532891"/>
                <a:gd name="connsiteX241" fmla="*/ 2349701 w 2915191"/>
                <a:gd name="connsiteY241" fmla="*/ 348842 h 532891"/>
                <a:gd name="connsiteX242" fmla="*/ 2359445 w 2915191"/>
                <a:gd name="connsiteY242" fmla="*/ 362227 h 532891"/>
                <a:gd name="connsiteX243" fmla="*/ 2369204 w 2915191"/>
                <a:gd name="connsiteY243" fmla="*/ 342909 h 532891"/>
                <a:gd name="connsiteX244" fmla="*/ 2378948 w 2915191"/>
                <a:gd name="connsiteY244" fmla="*/ 362153 h 532891"/>
                <a:gd name="connsiteX245" fmla="*/ 2388692 w 2915191"/>
                <a:gd name="connsiteY245" fmla="*/ 368063 h 532891"/>
                <a:gd name="connsiteX246" fmla="*/ 2398450 w 2915191"/>
                <a:gd name="connsiteY246" fmla="*/ 385995 h 532891"/>
                <a:gd name="connsiteX247" fmla="*/ 2408194 w 2915191"/>
                <a:gd name="connsiteY247" fmla="*/ 382569 h 532891"/>
                <a:gd name="connsiteX248" fmla="*/ 2417953 w 2915191"/>
                <a:gd name="connsiteY248" fmla="*/ 414609 h 532891"/>
                <a:gd name="connsiteX249" fmla="*/ 2427697 w 2915191"/>
                <a:gd name="connsiteY249" fmla="*/ 414485 h 532891"/>
                <a:gd name="connsiteX250" fmla="*/ 2437441 w 2915191"/>
                <a:gd name="connsiteY250" fmla="*/ 436802 h 532891"/>
                <a:gd name="connsiteX251" fmla="*/ 2447200 w 2915191"/>
                <a:gd name="connsiteY251" fmla="*/ 394883 h 532891"/>
                <a:gd name="connsiteX252" fmla="*/ 2456944 w 2915191"/>
                <a:gd name="connsiteY252" fmla="*/ 403546 h 532891"/>
                <a:gd name="connsiteX253" fmla="*/ 2466703 w 2915191"/>
                <a:gd name="connsiteY253" fmla="*/ 413098 h 532891"/>
                <a:gd name="connsiteX254" fmla="*/ 2476446 w 2915191"/>
                <a:gd name="connsiteY254" fmla="*/ 400179 h 532891"/>
                <a:gd name="connsiteX255" fmla="*/ 2486190 w 2915191"/>
                <a:gd name="connsiteY255" fmla="*/ 401100 h 532891"/>
                <a:gd name="connsiteX256" fmla="*/ 2495949 w 2915191"/>
                <a:gd name="connsiteY256" fmla="*/ 372175 h 532891"/>
                <a:gd name="connsiteX257" fmla="*/ 2505693 w 2915191"/>
                <a:gd name="connsiteY257" fmla="*/ 396070 h 532891"/>
                <a:gd name="connsiteX258" fmla="*/ 2515452 w 2915191"/>
                <a:gd name="connsiteY258" fmla="*/ 370204 h 532891"/>
                <a:gd name="connsiteX259" fmla="*/ 2525196 w 2915191"/>
                <a:gd name="connsiteY259" fmla="*/ 391951 h 532891"/>
                <a:gd name="connsiteX260" fmla="*/ 2534940 w 2915191"/>
                <a:gd name="connsiteY260" fmla="*/ 420297 h 532891"/>
                <a:gd name="connsiteX261" fmla="*/ 2544699 w 2915191"/>
                <a:gd name="connsiteY261" fmla="*/ 443415 h 532891"/>
                <a:gd name="connsiteX262" fmla="*/ 2554443 w 2915191"/>
                <a:gd name="connsiteY262" fmla="*/ 448720 h 532891"/>
                <a:gd name="connsiteX263" fmla="*/ 2564202 w 2915191"/>
                <a:gd name="connsiteY263" fmla="*/ 413128 h 532891"/>
                <a:gd name="connsiteX264" fmla="*/ 2573946 w 2915191"/>
                <a:gd name="connsiteY264" fmla="*/ 374245 h 532891"/>
                <a:gd name="connsiteX265" fmla="*/ 2583690 w 2915191"/>
                <a:gd name="connsiteY265" fmla="*/ 357532 h 532891"/>
                <a:gd name="connsiteX266" fmla="*/ 2593448 w 2915191"/>
                <a:gd name="connsiteY266" fmla="*/ 357617 h 532891"/>
                <a:gd name="connsiteX267" fmla="*/ 2603192 w 2915191"/>
                <a:gd name="connsiteY267" fmla="*/ 324577 h 532891"/>
                <a:gd name="connsiteX268" fmla="*/ 2612951 w 2915191"/>
                <a:gd name="connsiteY268" fmla="*/ 315589 h 532891"/>
                <a:gd name="connsiteX269" fmla="*/ 2622695 w 2915191"/>
                <a:gd name="connsiteY269" fmla="*/ 319807 h 532891"/>
                <a:gd name="connsiteX270" fmla="*/ 2632439 w 2915191"/>
                <a:gd name="connsiteY270" fmla="*/ 322730 h 532891"/>
                <a:gd name="connsiteX271" fmla="*/ 2642198 w 2915191"/>
                <a:gd name="connsiteY271" fmla="*/ 347954 h 532891"/>
                <a:gd name="connsiteX272" fmla="*/ 2651942 w 2915191"/>
                <a:gd name="connsiteY272" fmla="*/ 334002 h 532891"/>
                <a:gd name="connsiteX273" fmla="*/ 2661685 w 2915191"/>
                <a:gd name="connsiteY273" fmla="*/ 346042 h 532891"/>
                <a:gd name="connsiteX274" fmla="*/ 2671444 w 2915191"/>
                <a:gd name="connsiteY274" fmla="*/ 332134 h 532891"/>
                <a:gd name="connsiteX275" fmla="*/ 2681188 w 2915191"/>
                <a:gd name="connsiteY275" fmla="*/ 324004 h 532891"/>
                <a:gd name="connsiteX276" fmla="*/ 2690947 w 2915191"/>
                <a:gd name="connsiteY276" fmla="*/ 300980 h 532891"/>
                <a:gd name="connsiteX277" fmla="*/ 2700691 w 2915191"/>
                <a:gd name="connsiteY277" fmla="*/ 305469 h 532891"/>
                <a:gd name="connsiteX278" fmla="*/ 2710435 w 2915191"/>
                <a:gd name="connsiteY278" fmla="*/ 325388 h 532891"/>
                <a:gd name="connsiteX279" fmla="*/ 2720194 w 2915191"/>
                <a:gd name="connsiteY279" fmla="*/ 315563 h 532891"/>
                <a:gd name="connsiteX280" fmla="*/ 2729938 w 2915191"/>
                <a:gd name="connsiteY280" fmla="*/ 280537 h 532891"/>
                <a:gd name="connsiteX281" fmla="*/ 2739697 w 2915191"/>
                <a:gd name="connsiteY281" fmla="*/ 295888 h 532891"/>
                <a:gd name="connsiteX282" fmla="*/ 2749441 w 2915191"/>
                <a:gd name="connsiteY282" fmla="*/ 305110 h 532891"/>
                <a:gd name="connsiteX283" fmla="*/ 2759185 w 2915191"/>
                <a:gd name="connsiteY283" fmla="*/ 292190 h 532891"/>
                <a:gd name="connsiteX284" fmla="*/ 2768943 w 2915191"/>
                <a:gd name="connsiteY284" fmla="*/ 295110 h 532891"/>
                <a:gd name="connsiteX285" fmla="*/ 2778687 w 2915191"/>
                <a:gd name="connsiteY285" fmla="*/ 270348 h 532891"/>
                <a:gd name="connsiteX286" fmla="*/ 2788446 w 2915191"/>
                <a:gd name="connsiteY286" fmla="*/ 311366 h 532891"/>
                <a:gd name="connsiteX287" fmla="*/ 2798190 w 2915191"/>
                <a:gd name="connsiteY287" fmla="*/ 288087 h 532891"/>
                <a:gd name="connsiteX288" fmla="*/ 2807934 w 2915191"/>
                <a:gd name="connsiteY288" fmla="*/ 304093 h 532891"/>
                <a:gd name="connsiteX289" fmla="*/ 2817693 w 2915191"/>
                <a:gd name="connsiteY289" fmla="*/ 323367 h 532891"/>
                <a:gd name="connsiteX290" fmla="*/ 2827437 w 2915191"/>
                <a:gd name="connsiteY290" fmla="*/ 270887 h 532891"/>
                <a:gd name="connsiteX291" fmla="*/ 2837196 w 2915191"/>
                <a:gd name="connsiteY291" fmla="*/ 317491 h 532891"/>
                <a:gd name="connsiteX292" fmla="*/ 2846940 w 2915191"/>
                <a:gd name="connsiteY292" fmla="*/ 371809 h 532891"/>
                <a:gd name="connsiteX293" fmla="*/ 2856684 w 2915191"/>
                <a:gd name="connsiteY293" fmla="*/ 402043 h 532891"/>
                <a:gd name="connsiteX294" fmla="*/ 2866442 w 2915191"/>
                <a:gd name="connsiteY294" fmla="*/ 408535 h 532891"/>
                <a:gd name="connsiteX295" fmla="*/ 2876186 w 2915191"/>
                <a:gd name="connsiteY295" fmla="*/ 396283 h 532891"/>
                <a:gd name="connsiteX296" fmla="*/ 2885945 w 2915191"/>
                <a:gd name="connsiteY296" fmla="*/ 400112 h 532891"/>
                <a:gd name="connsiteX297" fmla="*/ 2895689 w 2915191"/>
                <a:gd name="connsiteY297" fmla="*/ 396818 h 532891"/>
                <a:gd name="connsiteX298" fmla="*/ 2905433 w 2915191"/>
                <a:gd name="connsiteY298" fmla="*/ 387992 h 532891"/>
                <a:gd name="connsiteX299" fmla="*/ 2915192 w 2915191"/>
                <a:gd name="connsiteY299" fmla="*/ 410409 h 532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32891">
                  <a:moveTo>
                    <a:pt x="0" y="497271"/>
                  </a:moveTo>
                  <a:lnTo>
                    <a:pt x="9750" y="472706"/>
                  </a:lnTo>
                  <a:lnTo>
                    <a:pt x="19500" y="514287"/>
                  </a:lnTo>
                  <a:lnTo>
                    <a:pt x="29250" y="510499"/>
                  </a:lnTo>
                  <a:lnTo>
                    <a:pt x="39000" y="495664"/>
                  </a:lnTo>
                  <a:lnTo>
                    <a:pt x="48749" y="506775"/>
                  </a:lnTo>
                  <a:lnTo>
                    <a:pt x="58499" y="519188"/>
                  </a:lnTo>
                  <a:lnTo>
                    <a:pt x="68249" y="510864"/>
                  </a:lnTo>
                  <a:lnTo>
                    <a:pt x="77998" y="473198"/>
                  </a:lnTo>
                  <a:lnTo>
                    <a:pt x="87748" y="465048"/>
                  </a:lnTo>
                  <a:lnTo>
                    <a:pt x="97497" y="427690"/>
                  </a:lnTo>
                  <a:lnTo>
                    <a:pt x="107247" y="459638"/>
                  </a:lnTo>
                  <a:lnTo>
                    <a:pt x="116997" y="476621"/>
                  </a:lnTo>
                  <a:lnTo>
                    <a:pt x="126747" y="476258"/>
                  </a:lnTo>
                  <a:lnTo>
                    <a:pt x="136497" y="479778"/>
                  </a:lnTo>
                  <a:lnTo>
                    <a:pt x="146247" y="456134"/>
                  </a:lnTo>
                  <a:lnTo>
                    <a:pt x="155997" y="461497"/>
                  </a:lnTo>
                  <a:lnTo>
                    <a:pt x="165747" y="474761"/>
                  </a:lnTo>
                  <a:lnTo>
                    <a:pt x="175497" y="456485"/>
                  </a:lnTo>
                  <a:lnTo>
                    <a:pt x="185247" y="452347"/>
                  </a:lnTo>
                  <a:lnTo>
                    <a:pt x="194996" y="437191"/>
                  </a:lnTo>
                  <a:lnTo>
                    <a:pt x="204746" y="443896"/>
                  </a:lnTo>
                  <a:lnTo>
                    <a:pt x="214495" y="440192"/>
                  </a:lnTo>
                  <a:lnTo>
                    <a:pt x="224245" y="455498"/>
                  </a:lnTo>
                  <a:lnTo>
                    <a:pt x="233995" y="450334"/>
                  </a:lnTo>
                  <a:lnTo>
                    <a:pt x="243744" y="416522"/>
                  </a:lnTo>
                  <a:lnTo>
                    <a:pt x="253494" y="407791"/>
                  </a:lnTo>
                  <a:lnTo>
                    <a:pt x="263244" y="432032"/>
                  </a:lnTo>
                  <a:lnTo>
                    <a:pt x="272994" y="392992"/>
                  </a:lnTo>
                  <a:lnTo>
                    <a:pt x="282744" y="399896"/>
                  </a:lnTo>
                  <a:lnTo>
                    <a:pt x="292494" y="408298"/>
                  </a:lnTo>
                  <a:lnTo>
                    <a:pt x="302244" y="395340"/>
                  </a:lnTo>
                  <a:lnTo>
                    <a:pt x="311994" y="430671"/>
                  </a:lnTo>
                  <a:lnTo>
                    <a:pt x="321744" y="490232"/>
                  </a:lnTo>
                  <a:lnTo>
                    <a:pt x="331493" y="510397"/>
                  </a:lnTo>
                  <a:lnTo>
                    <a:pt x="341243" y="512687"/>
                  </a:lnTo>
                  <a:lnTo>
                    <a:pt x="350993" y="532892"/>
                  </a:lnTo>
                  <a:lnTo>
                    <a:pt x="360742" y="521692"/>
                  </a:lnTo>
                  <a:lnTo>
                    <a:pt x="370492" y="528357"/>
                  </a:lnTo>
                  <a:lnTo>
                    <a:pt x="380241" y="522120"/>
                  </a:lnTo>
                  <a:lnTo>
                    <a:pt x="389991" y="516084"/>
                  </a:lnTo>
                  <a:lnTo>
                    <a:pt x="399741" y="491295"/>
                  </a:lnTo>
                  <a:lnTo>
                    <a:pt x="409491" y="487673"/>
                  </a:lnTo>
                  <a:lnTo>
                    <a:pt x="419241" y="489652"/>
                  </a:lnTo>
                  <a:lnTo>
                    <a:pt x="428991" y="495194"/>
                  </a:lnTo>
                  <a:lnTo>
                    <a:pt x="438741" y="481669"/>
                  </a:lnTo>
                  <a:lnTo>
                    <a:pt x="448491" y="507054"/>
                  </a:lnTo>
                  <a:lnTo>
                    <a:pt x="458241" y="524562"/>
                  </a:lnTo>
                  <a:lnTo>
                    <a:pt x="467991" y="495169"/>
                  </a:lnTo>
                  <a:lnTo>
                    <a:pt x="477740" y="521433"/>
                  </a:lnTo>
                  <a:lnTo>
                    <a:pt x="487490" y="524930"/>
                  </a:lnTo>
                  <a:lnTo>
                    <a:pt x="497239" y="519390"/>
                  </a:lnTo>
                  <a:lnTo>
                    <a:pt x="506989" y="500679"/>
                  </a:lnTo>
                  <a:lnTo>
                    <a:pt x="516738" y="497149"/>
                  </a:lnTo>
                  <a:lnTo>
                    <a:pt x="526488" y="497888"/>
                  </a:lnTo>
                  <a:lnTo>
                    <a:pt x="536238" y="477141"/>
                  </a:lnTo>
                  <a:lnTo>
                    <a:pt x="545988" y="446469"/>
                  </a:lnTo>
                  <a:lnTo>
                    <a:pt x="555738" y="447184"/>
                  </a:lnTo>
                  <a:lnTo>
                    <a:pt x="565488" y="452902"/>
                  </a:lnTo>
                  <a:lnTo>
                    <a:pt x="575238" y="467800"/>
                  </a:lnTo>
                  <a:lnTo>
                    <a:pt x="584988" y="467085"/>
                  </a:lnTo>
                  <a:lnTo>
                    <a:pt x="594738" y="446371"/>
                  </a:lnTo>
                  <a:lnTo>
                    <a:pt x="604488" y="424122"/>
                  </a:lnTo>
                  <a:lnTo>
                    <a:pt x="614237" y="408506"/>
                  </a:lnTo>
                  <a:lnTo>
                    <a:pt x="623987" y="432905"/>
                  </a:lnTo>
                  <a:lnTo>
                    <a:pt x="633736" y="443309"/>
                  </a:lnTo>
                  <a:lnTo>
                    <a:pt x="643486" y="436303"/>
                  </a:lnTo>
                  <a:lnTo>
                    <a:pt x="653236" y="415764"/>
                  </a:lnTo>
                  <a:lnTo>
                    <a:pt x="662985" y="423563"/>
                  </a:lnTo>
                  <a:lnTo>
                    <a:pt x="672735" y="431890"/>
                  </a:lnTo>
                  <a:lnTo>
                    <a:pt x="682485" y="438556"/>
                  </a:lnTo>
                  <a:lnTo>
                    <a:pt x="692235" y="426784"/>
                  </a:lnTo>
                  <a:lnTo>
                    <a:pt x="701985" y="432532"/>
                  </a:lnTo>
                  <a:lnTo>
                    <a:pt x="711735" y="438645"/>
                  </a:lnTo>
                  <a:lnTo>
                    <a:pt x="721485" y="421226"/>
                  </a:lnTo>
                  <a:lnTo>
                    <a:pt x="731235" y="407813"/>
                  </a:lnTo>
                  <a:lnTo>
                    <a:pt x="740985" y="451336"/>
                  </a:lnTo>
                  <a:lnTo>
                    <a:pt x="750734" y="471694"/>
                  </a:lnTo>
                  <a:lnTo>
                    <a:pt x="760484" y="472403"/>
                  </a:lnTo>
                  <a:lnTo>
                    <a:pt x="770233" y="469114"/>
                  </a:lnTo>
                  <a:lnTo>
                    <a:pt x="779983" y="476116"/>
                  </a:lnTo>
                  <a:lnTo>
                    <a:pt x="789733" y="490871"/>
                  </a:lnTo>
                  <a:lnTo>
                    <a:pt x="799482" y="518283"/>
                  </a:lnTo>
                  <a:lnTo>
                    <a:pt x="809232" y="515246"/>
                  </a:lnTo>
                  <a:lnTo>
                    <a:pt x="818982" y="497116"/>
                  </a:lnTo>
                  <a:lnTo>
                    <a:pt x="828732" y="453202"/>
                  </a:lnTo>
                  <a:lnTo>
                    <a:pt x="838482" y="460641"/>
                  </a:lnTo>
                  <a:lnTo>
                    <a:pt x="848232" y="449388"/>
                  </a:lnTo>
                  <a:lnTo>
                    <a:pt x="857982" y="437565"/>
                  </a:lnTo>
                  <a:lnTo>
                    <a:pt x="867732" y="407171"/>
                  </a:lnTo>
                  <a:lnTo>
                    <a:pt x="877482" y="384830"/>
                  </a:lnTo>
                  <a:lnTo>
                    <a:pt x="887231" y="381687"/>
                  </a:lnTo>
                  <a:lnTo>
                    <a:pt x="896981" y="389315"/>
                  </a:lnTo>
                  <a:lnTo>
                    <a:pt x="906730" y="332636"/>
                  </a:lnTo>
                  <a:lnTo>
                    <a:pt x="916480" y="329297"/>
                  </a:lnTo>
                  <a:lnTo>
                    <a:pt x="926230" y="342571"/>
                  </a:lnTo>
                  <a:lnTo>
                    <a:pt x="935979" y="310733"/>
                  </a:lnTo>
                  <a:lnTo>
                    <a:pt x="945729" y="310325"/>
                  </a:lnTo>
                  <a:lnTo>
                    <a:pt x="955479" y="292750"/>
                  </a:lnTo>
                  <a:lnTo>
                    <a:pt x="965229" y="305410"/>
                  </a:lnTo>
                  <a:lnTo>
                    <a:pt x="974979" y="293330"/>
                  </a:lnTo>
                  <a:lnTo>
                    <a:pt x="984729" y="268293"/>
                  </a:lnTo>
                  <a:lnTo>
                    <a:pt x="994474" y="262314"/>
                  </a:lnTo>
                  <a:lnTo>
                    <a:pt x="1004233" y="265068"/>
                  </a:lnTo>
                  <a:lnTo>
                    <a:pt x="1013977" y="249390"/>
                  </a:lnTo>
                  <a:lnTo>
                    <a:pt x="1023721" y="264104"/>
                  </a:lnTo>
                  <a:lnTo>
                    <a:pt x="1033480" y="252714"/>
                  </a:lnTo>
                  <a:lnTo>
                    <a:pt x="1043224" y="209685"/>
                  </a:lnTo>
                  <a:lnTo>
                    <a:pt x="1052983" y="192970"/>
                  </a:lnTo>
                  <a:lnTo>
                    <a:pt x="1062727" y="192770"/>
                  </a:lnTo>
                  <a:lnTo>
                    <a:pt x="1072471" y="178810"/>
                  </a:lnTo>
                  <a:lnTo>
                    <a:pt x="1082230" y="179354"/>
                  </a:lnTo>
                  <a:lnTo>
                    <a:pt x="1091973" y="199837"/>
                  </a:lnTo>
                  <a:lnTo>
                    <a:pt x="1101732" y="228562"/>
                  </a:lnTo>
                  <a:lnTo>
                    <a:pt x="1111476" y="213626"/>
                  </a:lnTo>
                  <a:lnTo>
                    <a:pt x="1121220" y="217765"/>
                  </a:lnTo>
                  <a:lnTo>
                    <a:pt x="1130979" y="184478"/>
                  </a:lnTo>
                  <a:lnTo>
                    <a:pt x="1140723" y="162980"/>
                  </a:lnTo>
                  <a:lnTo>
                    <a:pt x="1150482" y="170285"/>
                  </a:lnTo>
                  <a:lnTo>
                    <a:pt x="1160226" y="139511"/>
                  </a:lnTo>
                  <a:lnTo>
                    <a:pt x="1169969" y="167742"/>
                  </a:lnTo>
                  <a:lnTo>
                    <a:pt x="1179728" y="176721"/>
                  </a:lnTo>
                  <a:lnTo>
                    <a:pt x="1189472" y="177857"/>
                  </a:lnTo>
                  <a:lnTo>
                    <a:pt x="1199231" y="226932"/>
                  </a:lnTo>
                  <a:lnTo>
                    <a:pt x="1208975" y="283233"/>
                  </a:lnTo>
                  <a:lnTo>
                    <a:pt x="1218719" y="306707"/>
                  </a:lnTo>
                  <a:lnTo>
                    <a:pt x="1228478" y="306113"/>
                  </a:lnTo>
                  <a:lnTo>
                    <a:pt x="1238222" y="275765"/>
                  </a:lnTo>
                  <a:lnTo>
                    <a:pt x="1247966" y="277814"/>
                  </a:lnTo>
                  <a:lnTo>
                    <a:pt x="1257725" y="279782"/>
                  </a:lnTo>
                  <a:lnTo>
                    <a:pt x="1267469" y="279131"/>
                  </a:lnTo>
                  <a:lnTo>
                    <a:pt x="1277227" y="294387"/>
                  </a:lnTo>
                  <a:lnTo>
                    <a:pt x="1286971" y="307671"/>
                  </a:lnTo>
                  <a:lnTo>
                    <a:pt x="1296715" y="286552"/>
                  </a:lnTo>
                  <a:lnTo>
                    <a:pt x="1306474" y="292685"/>
                  </a:lnTo>
                  <a:lnTo>
                    <a:pt x="1316218" y="303409"/>
                  </a:lnTo>
                  <a:lnTo>
                    <a:pt x="1325977" y="319932"/>
                  </a:lnTo>
                  <a:lnTo>
                    <a:pt x="1335721" y="261644"/>
                  </a:lnTo>
                  <a:lnTo>
                    <a:pt x="1345465" y="280570"/>
                  </a:lnTo>
                  <a:lnTo>
                    <a:pt x="1355224" y="265391"/>
                  </a:lnTo>
                  <a:lnTo>
                    <a:pt x="1364967" y="215013"/>
                  </a:lnTo>
                  <a:lnTo>
                    <a:pt x="1374726" y="252995"/>
                  </a:lnTo>
                  <a:lnTo>
                    <a:pt x="1384470" y="238044"/>
                  </a:lnTo>
                  <a:lnTo>
                    <a:pt x="1394214" y="264046"/>
                  </a:lnTo>
                  <a:lnTo>
                    <a:pt x="1403973" y="246268"/>
                  </a:lnTo>
                  <a:lnTo>
                    <a:pt x="1413717" y="228824"/>
                  </a:lnTo>
                  <a:lnTo>
                    <a:pt x="1423476" y="219584"/>
                  </a:lnTo>
                  <a:lnTo>
                    <a:pt x="1433220" y="231134"/>
                  </a:lnTo>
                  <a:lnTo>
                    <a:pt x="1442964" y="227455"/>
                  </a:lnTo>
                  <a:lnTo>
                    <a:pt x="1452722" y="243759"/>
                  </a:lnTo>
                  <a:lnTo>
                    <a:pt x="1462466" y="241411"/>
                  </a:lnTo>
                  <a:lnTo>
                    <a:pt x="1472225" y="210855"/>
                  </a:lnTo>
                  <a:lnTo>
                    <a:pt x="1481969" y="216765"/>
                  </a:lnTo>
                  <a:lnTo>
                    <a:pt x="1491713" y="201181"/>
                  </a:lnTo>
                  <a:lnTo>
                    <a:pt x="1501472" y="224003"/>
                  </a:lnTo>
                  <a:lnTo>
                    <a:pt x="1511216" y="237478"/>
                  </a:lnTo>
                  <a:lnTo>
                    <a:pt x="1520960" y="247749"/>
                  </a:lnTo>
                  <a:lnTo>
                    <a:pt x="1530719" y="257113"/>
                  </a:lnTo>
                  <a:lnTo>
                    <a:pt x="1540463" y="275981"/>
                  </a:lnTo>
                  <a:lnTo>
                    <a:pt x="1550221" y="247036"/>
                  </a:lnTo>
                  <a:lnTo>
                    <a:pt x="1559965" y="265494"/>
                  </a:lnTo>
                  <a:lnTo>
                    <a:pt x="1569709" y="248855"/>
                  </a:lnTo>
                  <a:lnTo>
                    <a:pt x="1579468" y="242527"/>
                  </a:lnTo>
                  <a:lnTo>
                    <a:pt x="1589212" y="270387"/>
                  </a:lnTo>
                  <a:lnTo>
                    <a:pt x="1598971" y="260859"/>
                  </a:lnTo>
                  <a:lnTo>
                    <a:pt x="1608715" y="254019"/>
                  </a:lnTo>
                  <a:lnTo>
                    <a:pt x="1618459" y="275440"/>
                  </a:lnTo>
                  <a:lnTo>
                    <a:pt x="1628218" y="256419"/>
                  </a:lnTo>
                  <a:lnTo>
                    <a:pt x="1637962" y="243534"/>
                  </a:lnTo>
                  <a:lnTo>
                    <a:pt x="1647720" y="225566"/>
                  </a:lnTo>
                  <a:lnTo>
                    <a:pt x="1657464" y="235468"/>
                  </a:lnTo>
                  <a:lnTo>
                    <a:pt x="1667208" y="246744"/>
                  </a:lnTo>
                  <a:lnTo>
                    <a:pt x="1676967" y="225413"/>
                  </a:lnTo>
                  <a:lnTo>
                    <a:pt x="1686711" y="250090"/>
                  </a:lnTo>
                  <a:lnTo>
                    <a:pt x="1696470" y="218519"/>
                  </a:lnTo>
                  <a:lnTo>
                    <a:pt x="1706214" y="182916"/>
                  </a:lnTo>
                  <a:lnTo>
                    <a:pt x="1715958" y="178746"/>
                  </a:lnTo>
                  <a:lnTo>
                    <a:pt x="1725716" y="165252"/>
                  </a:lnTo>
                  <a:lnTo>
                    <a:pt x="1735460" y="160355"/>
                  </a:lnTo>
                  <a:lnTo>
                    <a:pt x="1745219" y="155368"/>
                  </a:lnTo>
                  <a:lnTo>
                    <a:pt x="1754963" y="142778"/>
                  </a:lnTo>
                  <a:lnTo>
                    <a:pt x="1764707" y="69245"/>
                  </a:lnTo>
                  <a:lnTo>
                    <a:pt x="1774466" y="28448"/>
                  </a:lnTo>
                  <a:lnTo>
                    <a:pt x="1784210" y="19358"/>
                  </a:lnTo>
                  <a:lnTo>
                    <a:pt x="1793969" y="0"/>
                  </a:lnTo>
                  <a:lnTo>
                    <a:pt x="1803713" y="22766"/>
                  </a:lnTo>
                  <a:lnTo>
                    <a:pt x="1813457" y="43979"/>
                  </a:lnTo>
                  <a:lnTo>
                    <a:pt x="1823215" y="60929"/>
                  </a:lnTo>
                  <a:lnTo>
                    <a:pt x="1832959" y="66768"/>
                  </a:lnTo>
                  <a:lnTo>
                    <a:pt x="1842703" y="45138"/>
                  </a:lnTo>
                  <a:lnTo>
                    <a:pt x="1852462" y="66618"/>
                  </a:lnTo>
                  <a:lnTo>
                    <a:pt x="1862206" y="66971"/>
                  </a:lnTo>
                  <a:lnTo>
                    <a:pt x="1871965" y="80055"/>
                  </a:lnTo>
                  <a:lnTo>
                    <a:pt x="1881709" y="112921"/>
                  </a:lnTo>
                  <a:lnTo>
                    <a:pt x="1891453" y="104890"/>
                  </a:lnTo>
                  <a:lnTo>
                    <a:pt x="1901212" y="121133"/>
                  </a:lnTo>
                  <a:lnTo>
                    <a:pt x="1910956" y="111644"/>
                  </a:lnTo>
                  <a:lnTo>
                    <a:pt x="1920714" y="125083"/>
                  </a:lnTo>
                  <a:lnTo>
                    <a:pt x="1930458" y="112647"/>
                  </a:lnTo>
                  <a:lnTo>
                    <a:pt x="1940202" y="108036"/>
                  </a:lnTo>
                  <a:lnTo>
                    <a:pt x="1949961" y="139265"/>
                  </a:lnTo>
                  <a:lnTo>
                    <a:pt x="1959705" y="162242"/>
                  </a:lnTo>
                  <a:lnTo>
                    <a:pt x="1969464" y="168631"/>
                  </a:lnTo>
                  <a:lnTo>
                    <a:pt x="1979208" y="164069"/>
                  </a:lnTo>
                  <a:lnTo>
                    <a:pt x="1988952" y="178757"/>
                  </a:lnTo>
                  <a:lnTo>
                    <a:pt x="1998711" y="186205"/>
                  </a:lnTo>
                  <a:lnTo>
                    <a:pt x="2008454" y="185890"/>
                  </a:lnTo>
                  <a:lnTo>
                    <a:pt x="2018213" y="188457"/>
                  </a:lnTo>
                  <a:lnTo>
                    <a:pt x="2027957" y="186800"/>
                  </a:lnTo>
                  <a:lnTo>
                    <a:pt x="2037701" y="185436"/>
                  </a:lnTo>
                  <a:lnTo>
                    <a:pt x="2047460" y="198989"/>
                  </a:lnTo>
                  <a:lnTo>
                    <a:pt x="2057204" y="178898"/>
                  </a:lnTo>
                  <a:lnTo>
                    <a:pt x="2066963" y="180303"/>
                  </a:lnTo>
                  <a:lnTo>
                    <a:pt x="2076707" y="185856"/>
                  </a:lnTo>
                  <a:lnTo>
                    <a:pt x="2086451" y="214754"/>
                  </a:lnTo>
                  <a:lnTo>
                    <a:pt x="2096210" y="158132"/>
                  </a:lnTo>
                  <a:lnTo>
                    <a:pt x="2105954" y="130712"/>
                  </a:lnTo>
                  <a:lnTo>
                    <a:pt x="2115697" y="162932"/>
                  </a:lnTo>
                  <a:lnTo>
                    <a:pt x="2125456" y="173566"/>
                  </a:lnTo>
                  <a:lnTo>
                    <a:pt x="2135200" y="195954"/>
                  </a:lnTo>
                  <a:lnTo>
                    <a:pt x="2144959" y="189928"/>
                  </a:lnTo>
                  <a:lnTo>
                    <a:pt x="2154703" y="202829"/>
                  </a:lnTo>
                  <a:lnTo>
                    <a:pt x="2164447" y="220651"/>
                  </a:lnTo>
                  <a:lnTo>
                    <a:pt x="2174206" y="199532"/>
                  </a:lnTo>
                  <a:lnTo>
                    <a:pt x="2183950" y="238376"/>
                  </a:lnTo>
                  <a:lnTo>
                    <a:pt x="2193709" y="232075"/>
                  </a:lnTo>
                  <a:lnTo>
                    <a:pt x="2203452" y="247412"/>
                  </a:lnTo>
                  <a:lnTo>
                    <a:pt x="2213196" y="259872"/>
                  </a:lnTo>
                  <a:lnTo>
                    <a:pt x="2222955" y="248674"/>
                  </a:lnTo>
                  <a:lnTo>
                    <a:pt x="2232699" y="231097"/>
                  </a:lnTo>
                  <a:lnTo>
                    <a:pt x="2242458" y="222297"/>
                  </a:lnTo>
                  <a:lnTo>
                    <a:pt x="2252202" y="251875"/>
                  </a:lnTo>
                  <a:lnTo>
                    <a:pt x="2261946" y="264003"/>
                  </a:lnTo>
                  <a:lnTo>
                    <a:pt x="2271705" y="283049"/>
                  </a:lnTo>
                  <a:lnTo>
                    <a:pt x="2281449" y="263791"/>
                  </a:lnTo>
                  <a:lnTo>
                    <a:pt x="2291208" y="271184"/>
                  </a:lnTo>
                  <a:lnTo>
                    <a:pt x="2300951" y="310358"/>
                  </a:lnTo>
                  <a:lnTo>
                    <a:pt x="2310695" y="284769"/>
                  </a:lnTo>
                  <a:lnTo>
                    <a:pt x="2320454" y="269640"/>
                  </a:lnTo>
                  <a:lnTo>
                    <a:pt x="2330198" y="297048"/>
                  </a:lnTo>
                  <a:lnTo>
                    <a:pt x="2339957" y="300375"/>
                  </a:lnTo>
                  <a:lnTo>
                    <a:pt x="2349701" y="348842"/>
                  </a:lnTo>
                  <a:lnTo>
                    <a:pt x="2359445" y="362227"/>
                  </a:lnTo>
                  <a:lnTo>
                    <a:pt x="2369204" y="342909"/>
                  </a:lnTo>
                  <a:lnTo>
                    <a:pt x="2378948" y="362153"/>
                  </a:lnTo>
                  <a:lnTo>
                    <a:pt x="2388692" y="368063"/>
                  </a:lnTo>
                  <a:lnTo>
                    <a:pt x="2398450" y="385995"/>
                  </a:lnTo>
                  <a:lnTo>
                    <a:pt x="2408194" y="382569"/>
                  </a:lnTo>
                  <a:lnTo>
                    <a:pt x="2417953" y="414609"/>
                  </a:lnTo>
                  <a:lnTo>
                    <a:pt x="2427697" y="414485"/>
                  </a:lnTo>
                  <a:lnTo>
                    <a:pt x="2437441" y="436802"/>
                  </a:lnTo>
                  <a:lnTo>
                    <a:pt x="2447200" y="394883"/>
                  </a:lnTo>
                  <a:lnTo>
                    <a:pt x="2456944" y="403546"/>
                  </a:lnTo>
                  <a:lnTo>
                    <a:pt x="2466703" y="413098"/>
                  </a:lnTo>
                  <a:lnTo>
                    <a:pt x="2476446" y="400179"/>
                  </a:lnTo>
                  <a:lnTo>
                    <a:pt x="2486190" y="401100"/>
                  </a:lnTo>
                  <a:lnTo>
                    <a:pt x="2495949" y="372175"/>
                  </a:lnTo>
                  <a:lnTo>
                    <a:pt x="2505693" y="396070"/>
                  </a:lnTo>
                  <a:lnTo>
                    <a:pt x="2515452" y="370204"/>
                  </a:lnTo>
                  <a:lnTo>
                    <a:pt x="2525196" y="391951"/>
                  </a:lnTo>
                  <a:lnTo>
                    <a:pt x="2534940" y="420297"/>
                  </a:lnTo>
                  <a:lnTo>
                    <a:pt x="2544699" y="443415"/>
                  </a:lnTo>
                  <a:lnTo>
                    <a:pt x="2554443" y="448720"/>
                  </a:lnTo>
                  <a:lnTo>
                    <a:pt x="2564202" y="413128"/>
                  </a:lnTo>
                  <a:lnTo>
                    <a:pt x="2573946" y="374245"/>
                  </a:lnTo>
                  <a:lnTo>
                    <a:pt x="2583690" y="357532"/>
                  </a:lnTo>
                  <a:lnTo>
                    <a:pt x="2593448" y="357617"/>
                  </a:lnTo>
                  <a:lnTo>
                    <a:pt x="2603192" y="324577"/>
                  </a:lnTo>
                  <a:lnTo>
                    <a:pt x="2612951" y="315589"/>
                  </a:lnTo>
                  <a:lnTo>
                    <a:pt x="2622695" y="319807"/>
                  </a:lnTo>
                  <a:lnTo>
                    <a:pt x="2632439" y="322730"/>
                  </a:lnTo>
                  <a:lnTo>
                    <a:pt x="2642198" y="347954"/>
                  </a:lnTo>
                  <a:lnTo>
                    <a:pt x="2651942" y="334002"/>
                  </a:lnTo>
                  <a:lnTo>
                    <a:pt x="2661685" y="346042"/>
                  </a:lnTo>
                  <a:lnTo>
                    <a:pt x="2671444" y="332134"/>
                  </a:lnTo>
                  <a:lnTo>
                    <a:pt x="2681188" y="324004"/>
                  </a:lnTo>
                  <a:lnTo>
                    <a:pt x="2690947" y="300980"/>
                  </a:lnTo>
                  <a:lnTo>
                    <a:pt x="2700691" y="305469"/>
                  </a:lnTo>
                  <a:lnTo>
                    <a:pt x="2710435" y="325388"/>
                  </a:lnTo>
                  <a:lnTo>
                    <a:pt x="2720194" y="315563"/>
                  </a:lnTo>
                  <a:lnTo>
                    <a:pt x="2729938" y="280537"/>
                  </a:lnTo>
                  <a:lnTo>
                    <a:pt x="2739697" y="295888"/>
                  </a:lnTo>
                  <a:lnTo>
                    <a:pt x="2749441" y="305110"/>
                  </a:lnTo>
                  <a:lnTo>
                    <a:pt x="2759185" y="292190"/>
                  </a:lnTo>
                  <a:lnTo>
                    <a:pt x="2768943" y="295110"/>
                  </a:lnTo>
                  <a:lnTo>
                    <a:pt x="2778687" y="270348"/>
                  </a:lnTo>
                  <a:lnTo>
                    <a:pt x="2788446" y="311366"/>
                  </a:lnTo>
                  <a:lnTo>
                    <a:pt x="2798190" y="288087"/>
                  </a:lnTo>
                  <a:lnTo>
                    <a:pt x="2807934" y="304093"/>
                  </a:lnTo>
                  <a:lnTo>
                    <a:pt x="2817693" y="323367"/>
                  </a:lnTo>
                  <a:lnTo>
                    <a:pt x="2827437" y="270887"/>
                  </a:lnTo>
                  <a:lnTo>
                    <a:pt x="2837196" y="317491"/>
                  </a:lnTo>
                  <a:lnTo>
                    <a:pt x="2846940" y="371809"/>
                  </a:lnTo>
                  <a:lnTo>
                    <a:pt x="2856684" y="402043"/>
                  </a:lnTo>
                  <a:lnTo>
                    <a:pt x="2866442" y="408535"/>
                  </a:lnTo>
                  <a:lnTo>
                    <a:pt x="2876186" y="396283"/>
                  </a:lnTo>
                  <a:lnTo>
                    <a:pt x="2885945" y="400112"/>
                  </a:lnTo>
                  <a:lnTo>
                    <a:pt x="2895689" y="396818"/>
                  </a:lnTo>
                  <a:lnTo>
                    <a:pt x="2905433" y="387992"/>
                  </a:lnTo>
                  <a:lnTo>
                    <a:pt x="2915192" y="41040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5" name="Freeform 1054">
              <a:extLst>
                <a:ext uri="{FF2B5EF4-FFF2-40B4-BE49-F238E27FC236}">
                  <a16:creationId xmlns:a16="http://schemas.microsoft.com/office/drawing/2014/main" id="{FB9F6786-ED46-8896-91BB-71D633F0ED7F}"/>
                </a:ext>
              </a:extLst>
            </p:cNvPr>
            <p:cNvSpPr/>
            <p:nvPr/>
          </p:nvSpPr>
          <p:spPr>
            <a:xfrm>
              <a:off x="4426652" y="3373418"/>
              <a:ext cx="2915191" cy="398638"/>
            </a:xfrm>
            <a:custGeom>
              <a:avLst/>
              <a:gdLst>
                <a:gd name="connsiteX0" fmla="*/ 0 w 2915191"/>
                <a:gd name="connsiteY0" fmla="*/ 135765 h 398638"/>
                <a:gd name="connsiteX1" fmla="*/ 9750 w 2915191"/>
                <a:gd name="connsiteY1" fmla="*/ 107255 h 398638"/>
                <a:gd name="connsiteX2" fmla="*/ 19500 w 2915191"/>
                <a:gd name="connsiteY2" fmla="*/ 63210 h 398638"/>
                <a:gd name="connsiteX3" fmla="*/ 29250 w 2915191"/>
                <a:gd name="connsiteY3" fmla="*/ 70760 h 398638"/>
                <a:gd name="connsiteX4" fmla="*/ 39000 w 2915191"/>
                <a:gd name="connsiteY4" fmla="*/ 34889 h 398638"/>
                <a:gd name="connsiteX5" fmla="*/ 48749 w 2915191"/>
                <a:gd name="connsiteY5" fmla="*/ 41051 h 398638"/>
                <a:gd name="connsiteX6" fmla="*/ 58499 w 2915191"/>
                <a:gd name="connsiteY6" fmla="*/ 23318 h 398638"/>
                <a:gd name="connsiteX7" fmla="*/ 68249 w 2915191"/>
                <a:gd name="connsiteY7" fmla="*/ 0 h 398638"/>
                <a:gd name="connsiteX8" fmla="*/ 77998 w 2915191"/>
                <a:gd name="connsiteY8" fmla="*/ 27183 h 398638"/>
                <a:gd name="connsiteX9" fmla="*/ 87748 w 2915191"/>
                <a:gd name="connsiteY9" fmla="*/ 28561 h 398638"/>
                <a:gd name="connsiteX10" fmla="*/ 97497 w 2915191"/>
                <a:gd name="connsiteY10" fmla="*/ 11362 h 398638"/>
                <a:gd name="connsiteX11" fmla="*/ 107247 w 2915191"/>
                <a:gd name="connsiteY11" fmla="*/ 4569 h 398638"/>
                <a:gd name="connsiteX12" fmla="*/ 116997 w 2915191"/>
                <a:gd name="connsiteY12" fmla="*/ 8320 h 398638"/>
                <a:gd name="connsiteX13" fmla="*/ 126747 w 2915191"/>
                <a:gd name="connsiteY13" fmla="*/ 4826 h 398638"/>
                <a:gd name="connsiteX14" fmla="*/ 136497 w 2915191"/>
                <a:gd name="connsiteY14" fmla="*/ 17822 h 398638"/>
                <a:gd name="connsiteX15" fmla="*/ 146247 w 2915191"/>
                <a:gd name="connsiteY15" fmla="*/ 17319 h 398638"/>
                <a:gd name="connsiteX16" fmla="*/ 155997 w 2915191"/>
                <a:gd name="connsiteY16" fmla="*/ 30231 h 398638"/>
                <a:gd name="connsiteX17" fmla="*/ 165747 w 2915191"/>
                <a:gd name="connsiteY17" fmla="*/ 57014 h 398638"/>
                <a:gd name="connsiteX18" fmla="*/ 175497 w 2915191"/>
                <a:gd name="connsiteY18" fmla="*/ 66146 h 398638"/>
                <a:gd name="connsiteX19" fmla="*/ 185247 w 2915191"/>
                <a:gd name="connsiteY19" fmla="*/ 32019 h 398638"/>
                <a:gd name="connsiteX20" fmla="*/ 194996 w 2915191"/>
                <a:gd name="connsiteY20" fmla="*/ 38196 h 398638"/>
                <a:gd name="connsiteX21" fmla="*/ 204746 w 2915191"/>
                <a:gd name="connsiteY21" fmla="*/ 56132 h 398638"/>
                <a:gd name="connsiteX22" fmla="*/ 214495 w 2915191"/>
                <a:gd name="connsiteY22" fmla="*/ 51486 h 398638"/>
                <a:gd name="connsiteX23" fmla="*/ 224245 w 2915191"/>
                <a:gd name="connsiteY23" fmla="*/ 55733 h 398638"/>
                <a:gd name="connsiteX24" fmla="*/ 233995 w 2915191"/>
                <a:gd name="connsiteY24" fmla="*/ 70526 h 398638"/>
                <a:gd name="connsiteX25" fmla="*/ 243744 w 2915191"/>
                <a:gd name="connsiteY25" fmla="*/ 100115 h 398638"/>
                <a:gd name="connsiteX26" fmla="*/ 253494 w 2915191"/>
                <a:gd name="connsiteY26" fmla="*/ 103809 h 398638"/>
                <a:gd name="connsiteX27" fmla="*/ 263244 w 2915191"/>
                <a:gd name="connsiteY27" fmla="*/ 131771 h 398638"/>
                <a:gd name="connsiteX28" fmla="*/ 272994 w 2915191"/>
                <a:gd name="connsiteY28" fmla="*/ 125014 h 398638"/>
                <a:gd name="connsiteX29" fmla="*/ 282744 w 2915191"/>
                <a:gd name="connsiteY29" fmla="*/ 103302 h 398638"/>
                <a:gd name="connsiteX30" fmla="*/ 292494 w 2915191"/>
                <a:gd name="connsiteY30" fmla="*/ 122847 h 398638"/>
                <a:gd name="connsiteX31" fmla="*/ 302244 w 2915191"/>
                <a:gd name="connsiteY31" fmla="*/ 125530 h 398638"/>
                <a:gd name="connsiteX32" fmla="*/ 311994 w 2915191"/>
                <a:gd name="connsiteY32" fmla="*/ 152019 h 398638"/>
                <a:gd name="connsiteX33" fmla="*/ 321744 w 2915191"/>
                <a:gd name="connsiteY33" fmla="*/ 175969 h 398638"/>
                <a:gd name="connsiteX34" fmla="*/ 331493 w 2915191"/>
                <a:gd name="connsiteY34" fmla="*/ 180945 h 398638"/>
                <a:gd name="connsiteX35" fmla="*/ 341243 w 2915191"/>
                <a:gd name="connsiteY35" fmla="*/ 183272 h 398638"/>
                <a:gd name="connsiteX36" fmla="*/ 350993 w 2915191"/>
                <a:gd name="connsiteY36" fmla="*/ 215001 h 398638"/>
                <a:gd name="connsiteX37" fmla="*/ 360742 w 2915191"/>
                <a:gd name="connsiteY37" fmla="*/ 217454 h 398638"/>
                <a:gd name="connsiteX38" fmla="*/ 370492 w 2915191"/>
                <a:gd name="connsiteY38" fmla="*/ 211759 h 398638"/>
                <a:gd name="connsiteX39" fmla="*/ 380241 w 2915191"/>
                <a:gd name="connsiteY39" fmla="*/ 208301 h 398638"/>
                <a:gd name="connsiteX40" fmla="*/ 389991 w 2915191"/>
                <a:gd name="connsiteY40" fmla="*/ 210266 h 398638"/>
                <a:gd name="connsiteX41" fmla="*/ 399741 w 2915191"/>
                <a:gd name="connsiteY41" fmla="*/ 199035 h 398638"/>
                <a:gd name="connsiteX42" fmla="*/ 409491 w 2915191"/>
                <a:gd name="connsiteY42" fmla="*/ 233904 h 398638"/>
                <a:gd name="connsiteX43" fmla="*/ 419241 w 2915191"/>
                <a:gd name="connsiteY43" fmla="*/ 264131 h 398638"/>
                <a:gd name="connsiteX44" fmla="*/ 428991 w 2915191"/>
                <a:gd name="connsiteY44" fmla="*/ 286762 h 398638"/>
                <a:gd name="connsiteX45" fmla="*/ 438741 w 2915191"/>
                <a:gd name="connsiteY45" fmla="*/ 256985 h 398638"/>
                <a:gd name="connsiteX46" fmla="*/ 448491 w 2915191"/>
                <a:gd name="connsiteY46" fmla="*/ 242457 h 398638"/>
                <a:gd name="connsiteX47" fmla="*/ 458241 w 2915191"/>
                <a:gd name="connsiteY47" fmla="*/ 244927 h 398638"/>
                <a:gd name="connsiteX48" fmla="*/ 467991 w 2915191"/>
                <a:gd name="connsiteY48" fmla="*/ 264108 h 398638"/>
                <a:gd name="connsiteX49" fmla="*/ 477740 w 2915191"/>
                <a:gd name="connsiteY49" fmla="*/ 281777 h 398638"/>
                <a:gd name="connsiteX50" fmla="*/ 487490 w 2915191"/>
                <a:gd name="connsiteY50" fmla="*/ 265862 h 398638"/>
                <a:gd name="connsiteX51" fmla="*/ 497239 w 2915191"/>
                <a:gd name="connsiteY51" fmla="*/ 228042 h 398638"/>
                <a:gd name="connsiteX52" fmla="*/ 506989 w 2915191"/>
                <a:gd name="connsiteY52" fmla="*/ 244562 h 398638"/>
                <a:gd name="connsiteX53" fmla="*/ 516738 w 2915191"/>
                <a:gd name="connsiteY53" fmla="*/ 210007 h 398638"/>
                <a:gd name="connsiteX54" fmla="*/ 526488 w 2915191"/>
                <a:gd name="connsiteY54" fmla="*/ 207659 h 398638"/>
                <a:gd name="connsiteX55" fmla="*/ 536238 w 2915191"/>
                <a:gd name="connsiteY55" fmla="*/ 173087 h 398638"/>
                <a:gd name="connsiteX56" fmla="*/ 545988 w 2915191"/>
                <a:gd name="connsiteY56" fmla="*/ 198335 h 398638"/>
                <a:gd name="connsiteX57" fmla="*/ 555738 w 2915191"/>
                <a:gd name="connsiteY57" fmla="*/ 203487 h 398638"/>
                <a:gd name="connsiteX58" fmla="*/ 565488 w 2915191"/>
                <a:gd name="connsiteY58" fmla="*/ 184171 h 398638"/>
                <a:gd name="connsiteX59" fmla="*/ 575238 w 2915191"/>
                <a:gd name="connsiteY59" fmla="*/ 169400 h 398638"/>
                <a:gd name="connsiteX60" fmla="*/ 584988 w 2915191"/>
                <a:gd name="connsiteY60" fmla="*/ 180299 h 398638"/>
                <a:gd name="connsiteX61" fmla="*/ 594738 w 2915191"/>
                <a:gd name="connsiteY61" fmla="*/ 195184 h 398638"/>
                <a:gd name="connsiteX62" fmla="*/ 604488 w 2915191"/>
                <a:gd name="connsiteY62" fmla="*/ 245748 h 398638"/>
                <a:gd name="connsiteX63" fmla="*/ 614237 w 2915191"/>
                <a:gd name="connsiteY63" fmla="*/ 261301 h 398638"/>
                <a:gd name="connsiteX64" fmla="*/ 623987 w 2915191"/>
                <a:gd name="connsiteY64" fmla="*/ 261202 h 398638"/>
                <a:gd name="connsiteX65" fmla="*/ 633736 w 2915191"/>
                <a:gd name="connsiteY65" fmla="*/ 282599 h 398638"/>
                <a:gd name="connsiteX66" fmla="*/ 643486 w 2915191"/>
                <a:gd name="connsiteY66" fmla="*/ 268941 h 398638"/>
                <a:gd name="connsiteX67" fmla="*/ 653236 w 2915191"/>
                <a:gd name="connsiteY67" fmla="*/ 249971 h 398638"/>
                <a:gd name="connsiteX68" fmla="*/ 662985 w 2915191"/>
                <a:gd name="connsiteY68" fmla="*/ 250784 h 398638"/>
                <a:gd name="connsiteX69" fmla="*/ 672735 w 2915191"/>
                <a:gd name="connsiteY69" fmla="*/ 275852 h 398638"/>
                <a:gd name="connsiteX70" fmla="*/ 682485 w 2915191"/>
                <a:gd name="connsiteY70" fmla="*/ 269266 h 398638"/>
                <a:gd name="connsiteX71" fmla="*/ 692235 w 2915191"/>
                <a:gd name="connsiteY71" fmla="*/ 305317 h 398638"/>
                <a:gd name="connsiteX72" fmla="*/ 701985 w 2915191"/>
                <a:gd name="connsiteY72" fmla="*/ 317691 h 398638"/>
                <a:gd name="connsiteX73" fmla="*/ 711735 w 2915191"/>
                <a:gd name="connsiteY73" fmla="*/ 361400 h 398638"/>
                <a:gd name="connsiteX74" fmla="*/ 721485 w 2915191"/>
                <a:gd name="connsiteY74" fmla="*/ 344688 h 398638"/>
                <a:gd name="connsiteX75" fmla="*/ 731235 w 2915191"/>
                <a:gd name="connsiteY75" fmla="*/ 342440 h 398638"/>
                <a:gd name="connsiteX76" fmla="*/ 740985 w 2915191"/>
                <a:gd name="connsiteY76" fmla="*/ 335080 h 398638"/>
                <a:gd name="connsiteX77" fmla="*/ 750734 w 2915191"/>
                <a:gd name="connsiteY77" fmla="*/ 368064 h 398638"/>
                <a:gd name="connsiteX78" fmla="*/ 760484 w 2915191"/>
                <a:gd name="connsiteY78" fmla="*/ 373763 h 398638"/>
                <a:gd name="connsiteX79" fmla="*/ 770233 w 2915191"/>
                <a:gd name="connsiteY79" fmla="*/ 361215 h 398638"/>
                <a:gd name="connsiteX80" fmla="*/ 779983 w 2915191"/>
                <a:gd name="connsiteY80" fmla="*/ 352905 h 398638"/>
                <a:gd name="connsiteX81" fmla="*/ 789733 w 2915191"/>
                <a:gd name="connsiteY81" fmla="*/ 327921 h 398638"/>
                <a:gd name="connsiteX82" fmla="*/ 799482 w 2915191"/>
                <a:gd name="connsiteY82" fmla="*/ 329397 h 398638"/>
                <a:gd name="connsiteX83" fmla="*/ 809232 w 2915191"/>
                <a:gd name="connsiteY83" fmla="*/ 345044 h 398638"/>
                <a:gd name="connsiteX84" fmla="*/ 818982 w 2915191"/>
                <a:gd name="connsiteY84" fmla="*/ 359784 h 398638"/>
                <a:gd name="connsiteX85" fmla="*/ 828732 w 2915191"/>
                <a:gd name="connsiteY85" fmla="*/ 348173 h 398638"/>
                <a:gd name="connsiteX86" fmla="*/ 838482 w 2915191"/>
                <a:gd name="connsiteY86" fmla="*/ 334251 h 398638"/>
                <a:gd name="connsiteX87" fmla="*/ 848232 w 2915191"/>
                <a:gd name="connsiteY87" fmla="*/ 343962 h 398638"/>
                <a:gd name="connsiteX88" fmla="*/ 857982 w 2915191"/>
                <a:gd name="connsiteY88" fmla="*/ 289118 h 398638"/>
                <a:gd name="connsiteX89" fmla="*/ 867732 w 2915191"/>
                <a:gd name="connsiteY89" fmla="*/ 281452 h 398638"/>
                <a:gd name="connsiteX90" fmla="*/ 877482 w 2915191"/>
                <a:gd name="connsiteY90" fmla="*/ 276235 h 398638"/>
                <a:gd name="connsiteX91" fmla="*/ 887231 w 2915191"/>
                <a:gd name="connsiteY91" fmla="*/ 280260 h 398638"/>
                <a:gd name="connsiteX92" fmla="*/ 896981 w 2915191"/>
                <a:gd name="connsiteY92" fmla="*/ 277261 h 398638"/>
                <a:gd name="connsiteX93" fmla="*/ 906730 w 2915191"/>
                <a:gd name="connsiteY93" fmla="*/ 274473 h 398638"/>
                <a:gd name="connsiteX94" fmla="*/ 916480 w 2915191"/>
                <a:gd name="connsiteY94" fmla="*/ 280890 h 398638"/>
                <a:gd name="connsiteX95" fmla="*/ 926230 w 2915191"/>
                <a:gd name="connsiteY95" fmla="*/ 292525 h 398638"/>
                <a:gd name="connsiteX96" fmla="*/ 935979 w 2915191"/>
                <a:gd name="connsiteY96" fmla="*/ 296424 h 398638"/>
                <a:gd name="connsiteX97" fmla="*/ 945729 w 2915191"/>
                <a:gd name="connsiteY97" fmla="*/ 305389 h 398638"/>
                <a:gd name="connsiteX98" fmla="*/ 955479 w 2915191"/>
                <a:gd name="connsiteY98" fmla="*/ 271322 h 398638"/>
                <a:gd name="connsiteX99" fmla="*/ 965229 w 2915191"/>
                <a:gd name="connsiteY99" fmla="*/ 263511 h 398638"/>
                <a:gd name="connsiteX100" fmla="*/ 974979 w 2915191"/>
                <a:gd name="connsiteY100" fmla="*/ 282540 h 398638"/>
                <a:gd name="connsiteX101" fmla="*/ 984729 w 2915191"/>
                <a:gd name="connsiteY101" fmla="*/ 295871 h 398638"/>
                <a:gd name="connsiteX102" fmla="*/ 994474 w 2915191"/>
                <a:gd name="connsiteY102" fmla="*/ 307943 h 398638"/>
                <a:gd name="connsiteX103" fmla="*/ 1004233 w 2915191"/>
                <a:gd name="connsiteY103" fmla="*/ 309044 h 398638"/>
                <a:gd name="connsiteX104" fmla="*/ 1013977 w 2915191"/>
                <a:gd name="connsiteY104" fmla="*/ 282522 h 398638"/>
                <a:gd name="connsiteX105" fmla="*/ 1023721 w 2915191"/>
                <a:gd name="connsiteY105" fmla="*/ 299680 h 398638"/>
                <a:gd name="connsiteX106" fmla="*/ 1033480 w 2915191"/>
                <a:gd name="connsiteY106" fmla="*/ 279398 h 398638"/>
                <a:gd name="connsiteX107" fmla="*/ 1043224 w 2915191"/>
                <a:gd name="connsiteY107" fmla="*/ 303392 h 398638"/>
                <a:gd name="connsiteX108" fmla="*/ 1052983 w 2915191"/>
                <a:gd name="connsiteY108" fmla="*/ 320546 h 398638"/>
                <a:gd name="connsiteX109" fmla="*/ 1062727 w 2915191"/>
                <a:gd name="connsiteY109" fmla="*/ 319665 h 398638"/>
                <a:gd name="connsiteX110" fmla="*/ 1072471 w 2915191"/>
                <a:gd name="connsiteY110" fmla="*/ 336364 h 398638"/>
                <a:gd name="connsiteX111" fmla="*/ 1082230 w 2915191"/>
                <a:gd name="connsiteY111" fmla="*/ 298680 h 398638"/>
                <a:gd name="connsiteX112" fmla="*/ 1091973 w 2915191"/>
                <a:gd name="connsiteY112" fmla="*/ 355805 h 398638"/>
                <a:gd name="connsiteX113" fmla="*/ 1101732 w 2915191"/>
                <a:gd name="connsiteY113" fmla="*/ 388777 h 398638"/>
                <a:gd name="connsiteX114" fmla="*/ 1111476 w 2915191"/>
                <a:gd name="connsiteY114" fmla="*/ 372597 h 398638"/>
                <a:gd name="connsiteX115" fmla="*/ 1121220 w 2915191"/>
                <a:gd name="connsiteY115" fmla="*/ 371597 h 398638"/>
                <a:gd name="connsiteX116" fmla="*/ 1130979 w 2915191"/>
                <a:gd name="connsiteY116" fmla="*/ 398639 h 398638"/>
                <a:gd name="connsiteX117" fmla="*/ 1140723 w 2915191"/>
                <a:gd name="connsiteY117" fmla="*/ 391733 h 398638"/>
                <a:gd name="connsiteX118" fmla="*/ 1150482 w 2915191"/>
                <a:gd name="connsiteY118" fmla="*/ 354120 h 398638"/>
                <a:gd name="connsiteX119" fmla="*/ 1160226 w 2915191"/>
                <a:gd name="connsiteY119" fmla="*/ 360067 h 398638"/>
                <a:gd name="connsiteX120" fmla="*/ 1169969 w 2915191"/>
                <a:gd name="connsiteY120" fmla="*/ 367714 h 398638"/>
                <a:gd name="connsiteX121" fmla="*/ 1179728 w 2915191"/>
                <a:gd name="connsiteY121" fmla="*/ 372123 h 398638"/>
                <a:gd name="connsiteX122" fmla="*/ 1189472 w 2915191"/>
                <a:gd name="connsiteY122" fmla="*/ 374362 h 398638"/>
                <a:gd name="connsiteX123" fmla="*/ 1199231 w 2915191"/>
                <a:gd name="connsiteY123" fmla="*/ 353313 h 398638"/>
                <a:gd name="connsiteX124" fmla="*/ 1208975 w 2915191"/>
                <a:gd name="connsiteY124" fmla="*/ 372677 h 398638"/>
                <a:gd name="connsiteX125" fmla="*/ 1218719 w 2915191"/>
                <a:gd name="connsiteY125" fmla="*/ 344144 h 398638"/>
                <a:gd name="connsiteX126" fmla="*/ 1228478 w 2915191"/>
                <a:gd name="connsiteY126" fmla="*/ 351661 h 398638"/>
                <a:gd name="connsiteX127" fmla="*/ 1238222 w 2915191"/>
                <a:gd name="connsiteY127" fmla="*/ 353300 h 398638"/>
                <a:gd name="connsiteX128" fmla="*/ 1247966 w 2915191"/>
                <a:gd name="connsiteY128" fmla="*/ 328625 h 398638"/>
                <a:gd name="connsiteX129" fmla="*/ 1257725 w 2915191"/>
                <a:gd name="connsiteY129" fmla="*/ 341818 h 398638"/>
                <a:gd name="connsiteX130" fmla="*/ 1267469 w 2915191"/>
                <a:gd name="connsiteY130" fmla="*/ 330696 h 398638"/>
                <a:gd name="connsiteX131" fmla="*/ 1277227 w 2915191"/>
                <a:gd name="connsiteY131" fmla="*/ 297685 h 398638"/>
                <a:gd name="connsiteX132" fmla="*/ 1286971 w 2915191"/>
                <a:gd name="connsiteY132" fmla="*/ 293522 h 398638"/>
                <a:gd name="connsiteX133" fmla="*/ 1296715 w 2915191"/>
                <a:gd name="connsiteY133" fmla="*/ 276241 h 398638"/>
                <a:gd name="connsiteX134" fmla="*/ 1306474 w 2915191"/>
                <a:gd name="connsiteY134" fmla="*/ 263608 h 398638"/>
                <a:gd name="connsiteX135" fmla="*/ 1316218 w 2915191"/>
                <a:gd name="connsiteY135" fmla="*/ 269488 h 398638"/>
                <a:gd name="connsiteX136" fmla="*/ 1325977 w 2915191"/>
                <a:gd name="connsiteY136" fmla="*/ 286896 h 398638"/>
                <a:gd name="connsiteX137" fmla="*/ 1335721 w 2915191"/>
                <a:gd name="connsiteY137" fmla="*/ 323426 h 398638"/>
                <a:gd name="connsiteX138" fmla="*/ 1345465 w 2915191"/>
                <a:gd name="connsiteY138" fmla="*/ 319720 h 398638"/>
                <a:gd name="connsiteX139" fmla="*/ 1355224 w 2915191"/>
                <a:gd name="connsiteY139" fmla="*/ 314023 h 398638"/>
                <a:gd name="connsiteX140" fmla="*/ 1364967 w 2915191"/>
                <a:gd name="connsiteY140" fmla="*/ 312327 h 398638"/>
                <a:gd name="connsiteX141" fmla="*/ 1374726 w 2915191"/>
                <a:gd name="connsiteY141" fmla="*/ 327283 h 398638"/>
                <a:gd name="connsiteX142" fmla="*/ 1384470 w 2915191"/>
                <a:gd name="connsiteY142" fmla="*/ 334260 h 398638"/>
                <a:gd name="connsiteX143" fmla="*/ 1394214 w 2915191"/>
                <a:gd name="connsiteY143" fmla="*/ 340270 h 398638"/>
                <a:gd name="connsiteX144" fmla="*/ 1403973 w 2915191"/>
                <a:gd name="connsiteY144" fmla="*/ 335778 h 398638"/>
                <a:gd name="connsiteX145" fmla="*/ 1413717 w 2915191"/>
                <a:gd name="connsiteY145" fmla="*/ 327219 h 398638"/>
                <a:gd name="connsiteX146" fmla="*/ 1423476 w 2915191"/>
                <a:gd name="connsiteY146" fmla="*/ 334586 h 398638"/>
                <a:gd name="connsiteX147" fmla="*/ 1433220 w 2915191"/>
                <a:gd name="connsiteY147" fmla="*/ 317669 h 398638"/>
                <a:gd name="connsiteX148" fmla="*/ 1442964 w 2915191"/>
                <a:gd name="connsiteY148" fmla="*/ 293336 h 398638"/>
                <a:gd name="connsiteX149" fmla="*/ 1452722 w 2915191"/>
                <a:gd name="connsiteY149" fmla="*/ 251483 h 398638"/>
                <a:gd name="connsiteX150" fmla="*/ 1462466 w 2915191"/>
                <a:gd name="connsiteY150" fmla="*/ 305285 h 398638"/>
                <a:gd name="connsiteX151" fmla="*/ 1472225 w 2915191"/>
                <a:gd name="connsiteY151" fmla="*/ 314988 h 398638"/>
                <a:gd name="connsiteX152" fmla="*/ 1481969 w 2915191"/>
                <a:gd name="connsiteY152" fmla="*/ 293517 h 398638"/>
                <a:gd name="connsiteX153" fmla="*/ 1491713 w 2915191"/>
                <a:gd name="connsiteY153" fmla="*/ 289051 h 398638"/>
                <a:gd name="connsiteX154" fmla="*/ 1501472 w 2915191"/>
                <a:gd name="connsiteY154" fmla="*/ 271246 h 398638"/>
                <a:gd name="connsiteX155" fmla="*/ 1511216 w 2915191"/>
                <a:gd name="connsiteY155" fmla="*/ 252816 h 398638"/>
                <a:gd name="connsiteX156" fmla="*/ 1520960 w 2915191"/>
                <a:gd name="connsiteY156" fmla="*/ 270825 h 398638"/>
                <a:gd name="connsiteX157" fmla="*/ 1530719 w 2915191"/>
                <a:gd name="connsiteY157" fmla="*/ 254038 h 398638"/>
                <a:gd name="connsiteX158" fmla="*/ 1540463 w 2915191"/>
                <a:gd name="connsiteY158" fmla="*/ 253433 h 398638"/>
                <a:gd name="connsiteX159" fmla="*/ 1550221 w 2915191"/>
                <a:gd name="connsiteY159" fmla="*/ 255885 h 398638"/>
                <a:gd name="connsiteX160" fmla="*/ 1559965 w 2915191"/>
                <a:gd name="connsiteY160" fmla="*/ 247030 h 398638"/>
                <a:gd name="connsiteX161" fmla="*/ 1569709 w 2915191"/>
                <a:gd name="connsiteY161" fmla="*/ 283654 h 398638"/>
                <a:gd name="connsiteX162" fmla="*/ 1579468 w 2915191"/>
                <a:gd name="connsiteY162" fmla="*/ 262232 h 398638"/>
                <a:gd name="connsiteX163" fmla="*/ 1589212 w 2915191"/>
                <a:gd name="connsiteY163" fmla="*/ 277286 h 398638"/>
                <a:gd name="connsiteX164" fmla="*/ 1598971 w 2915191"/>
                <a:gd name="connsiteY164" fmla="*/ 268742 h 398638"/>
                <a:gd name="connsiteX165" fmla="*/ 1608715 w 2915191"/>
                <a:gd name="connsiteY165" fmla="*/ 307510 h 398638"/>
                <a:gd name="connsiteX166" fmla="*/ 1618459 w 2915191"/>
                <a:gd name="connsiteY166" fmla="*/ 301870 h 398638"/>
                <a:gd name="connsiteX167" fmla="*/ 1628218 w 2915191"/>
                <a:gd name="connsiteY167" fmla="*/ 285561 h 398638"/>
                <a:gd name="connsiteX168" fmla="*/ 1637962 w 2915191"/>
                <a:gd name="connsiteY168" fmla="*/ 300299 h 398638"/>
                <a:gd name="connsiteX169" fmla="*/ 1647720 w 2915191"/>
                <a:gd name="connsiteY169" fmla="*/ 287442 h 398638"/>
                <a:gd name="connsiteX170" fmla="*/ 1657464 w 2915191"/>
                <a:gd name="connsiteY170" fmla="*/ 304449 h 398638"/>
                <a:gd name="connsiteX171" fmla="*/ 1667208 w 2915191"/>
                <a:gd name="connsiteY171" fmla="*/ 299148 h 398638"/>
                <a:gd name="connsiteX172" fmla="*/ 1676967 w 2915191"/>
                <a:gd name="connsiteY172" fmla="*/ 332599 h 398638"/>
                <a:gd name="connsiteX173" fmla="*/ 1686711 w 2915191"/>
                <a:gd name="connsiteY173" fmla="*/ 331108 h 398638"/>
                <a:gd name="connsiteX174" fmla="*/ 1696470 w 2915191"/>
                <a:gd name="connsiteY174" fmla="*/ 332836 h 398638"/>
                <a:gd name="connsiteX175" fmla="*/ 1706214 w 2915191"/>
                <a:gd name="connsiteY175" fmla="*/ 348666 h 398638"/>
                <a:gd name="connsiteX176" fmla="*/ 1715958 w 2915191"/>
                <a:gd name="connsiteY176" fmla="*/ 325380 h 398638"/>
                <a:gd name="connsiteX177" fmla="*/ 1725716 w 2915191"/>
                <a:gd name="connsiteY177" fmla="*/ 277137 h 398638"/>
                <a:gd name="connsiteX178" fmla="*/ 1735460 w 2915191"/>
                <a:gd name="connsiteY178" fmla="*/ 290043 h 398638"/>
                <a:gd name="connsiteX179" fmla="*/ 1745219 w 2915191"/>
                <a:gd name="connsiteY179" fmla="*/ 262297 h 398638"/>
                <a:gd name="connsiteX180" fmla="*/ 1754963 w 2915191"/>
                <a:gd name="connsiteY180" fmla="*/ 239932 h 398638"/>
                <a:gd name="connsiteX181" fmla="*/ 1764707 w 2915191"/>
                <a:gd name="connsiteY181" fmla="*/ 258108 h 398638"/>
                <a:gd name="connsiteX182" fmla="*/ 1774466 w 2915191"/>
                <a:gd name="connsiteY182" fmla="*/ 301460 h 398638"/>
                <a:gd name="connsiteX183" fmla="*/ 1784210 w 2915191"/>
                <a:gd name="connsiteY183" fmla="*/ 307029 h 398638"/>
                <a:gd name="connsiteX184" fmla="*/ 1793969 w 2915191"/>
                <a:gd name="connsiteY184" fmla="*/ 289177 h 398638"/>
                <a:gd name="connsiteX185" fmla="*/ 1803713 w 2915191"/>
                <a:gd name="connsiteY185" fmla="*/ 275093 h 398638"/>
                <a:gd name="connsiteX186" fmla="*/ 1813457 w 2915191"/>
                <a:gd name="connsiteY186" fmla="*/ 256318 h 398638"/>
                <a:gd name="connsiteX187" fmla="*/ 1823215 w 2915191"/>
                <a:gd name="connsiteY187" fmla="*/ 257520 h 398638"/>
                <a:gd name="connsiteX188" fmla="*/ 1832959 w 2915191"/>
                <a:gd name="connsiteY188" fmla="*/ 277960 h 398638"/>
                <a:gd name="connsiteX189" fmla="*/ 1842703 w 2915191"/>
                <a:gd name="connsiteY189" fmla="*/ 263369 h 398638"/>
                <a:gd name="connsiteX190" fmla="*/ 1852462 w 2915191"/>
                <a:gd name="connsiteY190" fmla="*/ 250398 h 398638"/>
                <a:gd name="connsiteX191" fmla="*/ 1862206 w 2915191"/>
                <a:gd name="connsiteY191" fmla="*/ 218948 h 398638"/>
                <a:gd name="connsiteX192" fmla="*/ 1871965 w 2915191"/>
                <a:gd name="connsiteY192" fmla="*/ 209110 h 398638"/>
                <a:gd name="connsiteX193" fmla="*/ 1881709 w 2915191"/>
                <a:gd name="connsiteY193" fmla="*/ 222226 h 398638"/>
                <a:gd name="connsiteX194" fmla="*/ 1891453 w 2915191"/>
                <a:gd name="connsiteY194" fmla="*/ 215050 h 398638"/>
                <a:gd name="connsiteX195" fmla="*/ 1901212 w 2915191"/>
                <a:gd name="connsiteY195" fmla="*/ 195239 h 398638"/>
                <a:gd name="connsiteX196" fmla="*/ 1910956 w 2915191"/>
                <a:gd name="connsiteY196" fmla="*/ 177740 h 398638"/>
                <a:gd name="connsiteX197" fmla="*/ 1920714 w 2915191"/>
                <a:gd name="connsiteY197" fmla="*/ 211026 h 398638"/>
                <a:gd name="connsiteX198" fmla="*/ 1930458 w 2915191"/>
                <a:gd name="connsiteY198" fmla="*/ 217325 h 398638"/>
                <a:gd name="connsiteX199" fmla="*/ 1940202 w 2915191"/>
                <a:gd name="connsiteY199" fmla="*/ 189424 h 398638"/>
                <a:gd name="connsiteX200" fmla="*/ 1949961 w 2915191"/>
                <a:gd name="connsiteY200" fmla="*/ 178667 h 398638"/>
                <a:gd name="connsiteX201" fmla="*/ 1959705 w 2915191"/>
                <a:gd name="connsiteY201" fmla="*/ 187615 h 398638"/>
                <a:gd name="connsiteX202" fmla="*/ 1969464 w 2915191"/>
                <a:gd name="connsiteY202" fmla="*/ 180252 h 398638"/>
                <a:gd name="connsiteX203" fmla="*/ 1979208 w 2915191"/>
                <a:gd name="connsiteY203" fmla="*/ 180015 h 398638"/>
                <a:gd name="connsiteX204" fmla="*/ 1988952 w 2915191"/>
                <a:gd name="connsiteY204" fmla="*/ 152633 h 398638"/>
                <a:gd name="connsiteX205" fmla="*/ 1998711 w 2915191"/>
                <a:gd name="connsiteY205" fmla="*/ 160313 h 398638"/>
                <a:gd name="connsiteX206" fmla="*/ 2008454 w 2915191"/>
                <a:gd name="connsiteY206" fmla="*/ 217363 h 398638"/>
                <a:gd name="connsiteX207" fmla="*/ 2018213 w 2915191"/>
                <a:gd name="connsiteY207" fmla="*/ 214885 h 398638"/>
                <a:gd name="connsiteX208" fmla="*/ 2027957 w 2915191"/>
                <a:gd name="connsiteY208" fmla="*/ 212909 h 398638"/>
                <a:gd name="connsiteX209" fmla="*/ 2037701 w 2915191"/>
                <a:gd name="connsiteY209" fmla="*/ 193664 h 398638"/>
                <a:gd name="connsiteX210" fmla="*/ 2047460 w 2915191"/>
                <a:gd name="connsiteY210" fmla="*/ 159625 h 398638"/>
                <a:gd name="connsiteX211" fmla="*/ 2057204 w 2915191"/>
                <a:gd name="connsiteY211" fmla="*/ 178965 h 398638"/>
                <a:gd name="connsiteX212" fmla="*/ 2066963 w 2915191"/>
                <a:gd name="connsiteY212" fmla="*/ 181709 h 398638"/>
                <a:gd name="connsiteX213" fmla="*/ 2076707 w 2915191"/>
                <a:gd name="connsiteY213" fmla="*/ 171580 h 398638"/>
                <a:gd name="connsiteX214" fmla="*/ 2086451 w 2915191"/>
                <a:gd name="connsiteY214" fmla="*/ 192130 h 398638"/>
                <a:gd name="connsiteX215" fmla="*/ 2096210 w 2915191"/>
                <a:gd name="connsiteY215" fmla="*/ 213528 h 398638"/>
                <a:gd name="connsiteX216" fmla="*/ 2105954 w 2915191"/>
                <a:gd name="connsiteY216" fmla="*/ 231374 h 398638"/>
                <a:gd name="connsiteX217" fmla="*/ 2115697 w 2915191"/>
                <a:gd name="connsiteY217" fmla="*/ 241645 h 398638"/>
                <a:gd name="connsiteX218" fmla="*/ 2125456 w 2915191"/>
                <a:gd name="connsiteY218" fmla="*/ 266815 h 398638"/>
                <a:gd name="connsiteX219" fmla="*/ 2135200 w 2915191"/>
                <a:gd name="connsiteY219" fmla="*/ 276258 h 398638"/>
                <a:gd name="connsiteX220" fmla="*/ 2144959 w 2915191"/>
                <a:gd name="connsiteY220" fmla="*/ 293844 h 398638"/>
                <a:gd name="connsiteX221" fmla="*/ 2154703 w 2915191"/>
                <a:gd name="connsiteY221" fmla="*/ 319909 h 398638"/>
                <a:gd name="connsiteX222" fmla="*/ 2164447 w 2915191"/>
                <a:gd name="connsiteY222" fmla="*/ 320349 h 398638"/>
                <a:gd name="connsiteX223" fmla="*/ 2174206 w 2915191"/>
                <a:gd name="connsiteY223" fmla="*/ 329172 h 398638"/>
                <a:gd name="connsiteX224" fmla="*/ 2183950 w 2915191"/>
                <a:gd name="connsiteY224" fmla="*/ 344217 h 398638"/>
                <a:gd name="connsiteX225" fmla="*/ 2193709 w 2915191"/>
                <a:gd name="connsiteY225" fmla="*/ 293902 h 398638"/>
                <a:gd name="connsiteX226" fmla="*/ 2203452 w 2915191"/>
                <a:gd name="connsiteY226" fmla="*/ 308275 h 398638"/>
                <a:gd name="connsiteX227" fmla="*/ 2213196 w 2915191"/>
                <a:gd name="connsiteY227" fmla="*/ 308182 h 398638"/>
                <a:gd name="connsiteX228" fmla="*/ 2222955 w 2915191"/>
                <a:gd name="connsiteY228" fmla="*/ 275962 h 398638"/>
                <a:gd name="connsiteX229" fmla="*/ 2232699 w 2915191"/>
                <a:gd name="connsiteY229" fmla="*/ 293827 h 398638"/>
                <a:gd name="connsiteX230" fmla="*/ 2242458 w 2915191"/>
                <a:gd name="connsiteY230" fmla="*/ 307884 h 398638"/>
                <a:gd name="connsiteX231" fmla="*/ 2252202 w 2915191"/>
                <a:gd name="connsiteY231" fmla="*/ 300807 h 398638"/>
                <a:gd name="connsiteX232" fmla="*/ 2261946 w 2915191"/>
                <a:gd name="connsiteY232" fmla="*/ 305852 h 398638"/>
                <a:gd name="connsiteX233" fmla="*/ 2271705 w 2915191"/>
                <a:gd name="connsiteY233" fmla="*/ 323324 h 398638"/>
                <a:gd name="connsiteX234" fmla="*/ 2281449 w 2915191"/>
                <a:gd name="connsiteY234" fmla="*/ 314760 h 398638"/>
                <a:gd name="connsiteX235" fmla="*/ 2291208 w 2915191"/>
                <a:gd name="connsiteY235" fmla="*/ 297813 h 398638"/>
                <a:gd name="connsiteX236" fmla="*/ 2300951 w 2915191"/>
                <a:gd name="connsiteY236" fmla="*/ 304035 h 398638"/>
                <a:gd name="connsiteX237" fmla="*/ 2310695 w 2915191"/>
                <a:gd name="connsiteY237" fmla="*/ 309356 h 398638"/>
                <a:gd name="connsiteX238" fmla="*/ 2320454 w 2915191"/>
                <a:gd name="connsiteY238" fmla="*/ 296068 h 398638"/>
                <a:gd name="connsiteX239" fmla="*/ 2330198 w 2915191"/>
                <a:gd name="connsiteY239" fmla="*/ 291473 h 398638"/>
                <a:gd name="connsiteX240" fmla="*/ 2339957 w 2915191"/>
                <a:gd name="connsiteY240" fmla="*/ 308749 h 398638"/>
                <a:gd name="connsiteX241" fmla="*/ 2349701 w 2915191"/>
                <a:gd name="connsiteY241" fmla="*/ 331562 h 398638"/>
                <a:gd name="connsiteX242" fmla="*/ 2359445 w 2915191"/>
                <a:gd name="connsiteY242" fmla="*/ 330257 h 398638"/>
                <a:gd name="connsiteX243" fmla="*/ 2369204 w 2915191"/>
                <a:gd name="connsiteY243" fmla="*/ 311091 h 398638"/>
                <a:gd name="connsiteX244" fmla="*/ 2378948 w 2915191"/>
                <a:gd name="connsiteY244" fmla="*/ 334229 h 398638"/>
                <a:gd name="connsiteX245" fmla="*/ 2388692 w 2915191"/>
                <a:gd name="connsiteY245" fmla="*/ 328430 h 398638"/>
                <a:gd name="connsiteX246" fmla="*/ 2398450 w 2915191"/>
                <a:gd name="connsiteY246" fmla="*/ 314522 h 398638"/>
                <a:gd name="connsiteX247" fmla="*/ 2408194 w 2915191"/>
                <a:gd name="connsiteY247" fmla="*/ 335979 h 398638"/>
                <a:gd name="connsiteX248" fmla="*/ 2417953 w 2915191"/>
                <a:gd name="connsiteY248" fmla="*/ 298894 h 398638"/>
                <a:gd name="connsiteX249" fmla="*/ 2427697 w 2915191"/>
                <a:gd name="connsiteY249" fmla="*/ 294212 h 398638"/>
                <a:gd name="connsiteX250" fmla="*/ 2437441 w 2915191"/>
                <a:gd name="connsiteY250" fmla="*/ 302114 h 398638"/>
                <a:gd name="connsiteX251" fmla="*/ 2447200 w 2915191"/>
                <a:gd name="connsiteY251" fmla="*/ 290530 h 398638"/>
                <a:gd name="connsiteX252" fmla="*/ 2456944 w 2915191"/>
                <a:gd name="connsiteY252" fmla="*/ 312862 h 398638"/>
                <a:gd name="connsiteX253" fmla="*/ 2466703 w 2915191"/>
                <a:gd name="connsiteY253" fmla="*/ 318677 h 398638"/>
                <a:gd name="connsiteX254" fmla="*/ 2476446 w 2915191"/>
                <a:gd name="connsiteY254" fmla="*/ 298444 h 398638"/>
                <a:gd name="connsiteX255" fmla="*/ 2486190 w 2915191"/>
                <a:gd name="connsiteY255" fmla="*/ 312689 h 398638"/>
                <a:gd name="connsiteX256" fmla="*/ 2495949 w 2915191"/>
                <a:gd name="connsiteY256" fmla="*/ 313993 h 398638"/>
                <a:gd name="connsiteX257" fmla="*/ 2505693 w 2915191"/>
                <a:gd name="connsiteY257" fmla="*/ 313767 h 398638"/>
                <a:gd name="connsiteX258" fmla="*/ 2515452 w 2915191"/>
                <a:gd name="connsiteY258" fmla="*/ 311488 h 398638"/>
                <a:gd name="connsiteX259" fmla="*/ 2525196 w 2915191"/>
                <a:gd name="connsiteY259" fmla="*/ 318418 h 398638"/>
                <a:gd name="connsiteX260" fmla="*/ 2534940 w 2915191"/>
                <a:gd name="connsiteY260" fmla="*/ 306260 h 398638"/>
                <a:gd name="connsiteX261" fmla="*/ 2544699 w 2915191"/>
                <a:gd name="connsiteY261" fmla="*/ 291099 h 398638"/>
                <a:gd name="connsiteX262" fmla="*/ 2554443 w 2915191"/>
                <a:gd name="connsiteY262" fmla="*/ 237703 h 398638"/>
                <a:gd name="connsiteX263" fmla="*/ 2564202 w 2915191"/>
                <a:gd name="connsiteY263" fmla="*/ 220696 h 398638"/>
                <a:gd name="connsiteX264" fmla="*/ 2573946 w 2915191"/>
                <a:gd name="connsiteY264" fmla="*/ 231579 h 398638"/>
                <a:gd name="connsiteX265" fmla="*/ 2583690 w 2915191"/>
                <a:gd name="connsiteY265" fmla="*/ 230218 h 398638"/>
                <a:gd name="connsiteX266" fmla="*/ 2593448 w 2915191"/>
                <a:gd name="connsiteY266" fmla="*/ 250958 h 398638"/>
                <a:gd name="connsiteX267" fmla="*/ 2603192 w 2915191"/>
                <a:gd name="connsiteY267" fmla="*/ 243403 h 398638"/>
                <a:gd name="connsiteX268" fmla="*/ 2612951 w 2915191"/>
                <a:gd name="connsiteY268" fmla="*/ 261103 h 398638"/>
                <a:gd name="connsiteX269" fmla="*/ 2622695 w 2915191"/>
                <a:gd name="connsiteY269" fmla="*/ 284053 h 398638"/>
                <a:gd name="connsiteX270" fmla="*/ 2632439 w 2915191"/>
                <a:gd name="connsiteY270" fmla="*/ 258126 h 398638"/>
                <a:gd name="connsiteX271" fmla="*/ 2642198 w 2915191"/>
                <a:gd name="connsiteY271" fmla="*/ 253686 h 398638"/>
                <a:gd name="connsiteX272" fmla="*/ 2651942 w 2915191"/>
                <a:gd name="connsiteY272" fmla="*/ 296239 h 398638"/>
                <a:gd name="connsiteX273" fmla="*/ 2661685 w 2915191"/>
                <a:gd name="connsiteY273" fmla="*/ 259373 h 398638"/>
                <a:gd name="connsiteX274" fmla="*/ 2671444 w 2915191"/>
                <a:gd name="connsiteY274" fmla="*/ 279246 h 398638"/>
                <a:gd name="connsiteX275" fmla="*/ 2681188 w 2915191"/>
                <a:gd name="connsiteY275" fmla="*/ 241018 h 398638"/>
                <a:gd name="connsiteX276" fmla="*/ 2690947 w 2915191"/>
                <a:gd name="connsiteY276" fmla="*/ 249103 h 398638"/>
                <a:gd name="connsiteX277" fmla="*/ 2700691 w 2915191"/>
                <a:gd name="connsiteY277" fmla="*/ 252928 h 398638"/>
                <a:gd name="connsiteX278" fmla="*/ 2710435 w 2915191"/>
                <a:gd name="connsiteY278" fmla="*/ 275563 h 398638"/>
                <a:gd name="connsiteX279" fmla="*/ 2720194 w 2915191"/>
                <a:gd name="connsiteY279" fmla="*/ 264931 h 398638"/>
                <a:gd name="connsiteX280" fmla="*/ 2729938 w 2915191"/>
                <a:gd name="connsiteY280" fmla="*/ 255964 h 398638"/>
                <a:gd name="connsiteX281" fmla="*/ 2739697 w 2915191"/>
                <a:gd name="connsiteY281" fmla="*/ 289386 h 398638"/>
                <a:gd name="connsiteX282" fmla="*/ 2749441 w 2915191"/>
                <a:gd name="connsiteY282" fmla="*/ 316559 h 398638"/>
                <a:gd name="connsiteX283" fmla="*/ 2759185 w 2915191"/>
                <a:gd name="connsiteY283" fmla="*/ 336447 h 398638"/>
                <a:gd name="connsiteX284" fmla="*/ 2768943 w 2915191"/>
                <a:gd name="connsiteY284" fmla="*/ 363951 h 398638"/>
                <a:gd name="connsiteX285" fmla="*/ 2778687 w 2915191"/>
                <a:gd name="connsiteY285" fmla="*/ 386818 h 398638"/>
                <a:gd name="connsiteX286" fmla="*/ 2788446 w 2915191"/>
                <a:gd name="connsiteY286" fmla="*/ 358501 h 398638"/>
                <a:gd name="connsiteX287" fmla="*/ 2798190 w 2915191"/>
                <a:gd name="connsiteY287" fmla="*/ 364870 h 398638"/>
                <a:gd name="connsiteX288" fmla="*/ 2807934 w 2915191"/>
                <a:gd name="connsiteY288" fmla="*/ 371943 h 398638"/>
                <a:gd name="connsiteX289" fmla="*/ 2817693 w 2915191"/>
                <a:gd name="connsiteY289" fmla="*/ 378652 h 398638"/>
                <a:gd name="connsiteX290" fmla="*/ 2827437 w 2915191"/>
                <a:gd name="connsiteY290" fmla="*/ 321554 h 398638"/>
                <a:gd name="connsiteX291" fmla="*/ 2837196 w 2915191"/>
                <a:gd name="connsiteY291" fmla="*/ 333546 h 398638"/>
                <a:gd name="connsiteX292" fmla="*/ 2846940 w 2915191"/>
                <a:gd name="connsiteY292" fmla="*/ 351789 h 398638"/>
                <a:gd name="connsiteX293" fmla="*/ 2856684 w 2915191"/>
                <a:gd name="connsiteY293" fmla="*/ 357215 h 398638"/>
                <a:gd name="connsiteX294" fmla="*/ 2866442 w 2915191"/>
                <a:gd name="connsiteY294" fmla="*/ 325875 h 398638"/>
                <a:gd name="connsiteX295" fmla="*/ 2876186 w 2915191"/>
                <a:gd name="connsiteY295" fmla="*/ 299370 h 398638"/>
                <a:gd name="connsiteX296" fmla="*/ 2885945 w 2915191"/>
                <a:gd name="connsiteY296" fmla="*/ 276416 h 398638"/>
                <a:gd name="connsiteX297" fmla="*/ 2895689 w 2915191"/>
                <a:gd name="connsiteY297" fmla="*/ 270908 h 398638"/>
                <a:gd name="connsiteX298" fmla="*/ 2905433 w 2915191"/>
                <a:gd name="connsiteY298" fmla="*/ 276833 h 398638"/>
                <a:gd name="connsiteX299" fmla="*/ 2915192 w 2915191"/>
                <a:gd name="connsiteY299" fmla="*/ 267337 h 398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98638">
                  <a:moveTo>
                    <a:pt x="0" y="135765"/>
                  </a:moveTo>
                  <a:lnTo>
                    <a:pt x="9750" y="107255"/>
                  </a:lnTo>
                  <a:lnTo>
                    <a:pt x="19500" y="63210"/>
                  </a:lnTo>
                  <a:lnTo>
                    <a:pt x="29250" y="70760"/>
                  </a:lnTo>
                  <a:lnTo>
                    <a:pt x="39000" y="34889"/>
                  </a:lnTo>
                  <a:lnTo>
                    <a:pt x="48749" y="41051"/>
                  </a:lnTo>
                  <a:lnTo>
                    <a:pt x="58499" y="23318"/>
                  </a:lnTo>
                  <a:lnTo>
                    <a:pt x="68249" y="0"/>
                  </a:lnTo>
                  <a:lnTo>
                    <a:pt x="77998" y="27183"/>
                  </a:lnTo>
                  <a:lnTo>
                    <a:pt x="87748" y="28561"/>
                  </a:lnTo>
                  <a:lnTo>
                    <a:pt x="97497" y="11362"/>
                  </a:lnTo>
                  <a:lnTo>
                    <a:pt x="107247" y="4569"/>
                  </a:lnTo>
                  <a:lnTo>
                    <a:pt x="116997" y="8320"/>
                  </a:lnTo>
                  <a:lnTo>
                    <a:pt x="126747" y="4826"/>
                  </a:lnTo>
                  <a:lnTo>
                    <a:pt x="136497" y="17822"/>
                  </a:lnTo>
                  <a:lnTo>
                    <a:pt x="146247" y="17319"/>
                  </a:lnTo>
                  <a:lnTo>
                    <a:pt x="155997" y="30231"/>
                  </a:lnTo>
                  <a:lnTo>
                    <a:pt x="165747" y="57014"/>
                  </a:lnTo>
                  <a:lnTo>
                    <a:pt x="175497" y="66146"/>
                  </a:lnTo>
                  <a:lnTo>
                    <a:pt x="185247" y="32019"/>
                  </a:lnTo>
                  <a:lnTo>
                    <a:pt x="194996" y="38196"/>
                  </a:lnTo>
                  <a:lnTo>
                    <a:pt x="204746" y="56132"/>
                  </a:lnTo>
                  <a:lnTo>
                    <a:pt x="214495" y="51486"/>
                  </a:lnTo>
                  <a:lnTo>
                    <a:pt x="224245" y="55733"/>
                  </a:lnTo>
                  <a:lnTo>
                    <a:pt x="233995" y="70526"/>
                  </a:lnTo>
                  <a:lnTo>
                    <a:pt x="243744" y="100115"/>
                  </a:lnTo>
                  <a:lnTo>
                    <a:pt x="253494" y="103809"/>
                  </a:lnTo>
                  <a:lnTo>
                    <a:pt x="263244" y="131771"/>
                  </a:lnTo>
                  <a:lnTo>
                    <a:pt x="272994" y="125014"/>
                  </a:lnTo>
                  <a:lnTo>
                    <a:pt x="282744" y="103302"/>
                  </a:lnTo>
                  <a:lnTo>
                    <a:pt x="292494" y="122847"/>
                  </a:lnTo>
                  <a:lnTo>
                    <a:pt x="302244" y="125530"/>
                  </a:lnTo>
                  <a:lnTo>
                    <a:pt x="311994" y="152019"/>
                  </a:lnTo>
                  <a:lnTo>
                    <a:pt x="321744" y="175969"/>
                  </a:lnTo>
                  <a:lnTo>
                    <a:pt x="331493" y="180945"/>
                  </a:lnTo>
                  <a:lnTo>
                    <a:pt x="341243" y="183272"/>
                  </a:lnTo>
                  <a:lnTo>
                    <a:pt x="350993" y="215001"/>
                  </a:lnTo>
                  <a:lnTo>
                    <a:pt x="360742" y="217454"/>
                  </a:lnTo>
                  <a:lnTo>
                    <a:pt x="370492" y="211759"/>
                  </a:lnTo>
                  <a:lnTo>
                    <a:pt x="380241" y="208301"/>
                  </a:lnTo>
                  <a:lnTo>
                    <a:pt x="389991" y="210266"/>
                  </a:lnTo>
                  <a:lnTo>
                    <a:pt x="399741" y="199035"/>
                  </a:lnTo>
                  <a:lnTo>
                    <a:pt x="409491" y="233904"/>
                  </a:lnTo>
                  <a:lnTo>
                    <a:pt x="419241" y="264131"/>
                  </a:lnTo>
                  <a:lnTo>
                    <a:pt x="428991" y="286762"/>
                  </a:lnTo>
                  <a:lnTo>
                    <a:pt x="438741" y="256985"/>
                  </a:lnTo>
                  <a:lnTo>
                    <a:pt x="448491" y="242457"/>
                  </a:lnTo>
                  <a:lnTo>
                    <a:pt x="458241" y="244927"/>
                  </a:lnTo>
                  <a:lnTo>
                    <a:pt x="467991" y="264108"/>
                  </a:lnTo>
                  <a:lnTo>
                    <a:pt x="477740" y="281777"/>
                  </a:lnTo>
                  <a:lnTo>
                    <a:pt x="487490" y="265862"/>
                  </a:lnTo>
                  <a:lnTo>
                    <a:pt x="497239" y="228042"/>
                  </a:lnTo>
                  <a:lnTo>
                    <a:pt x="506989" y="244562"/>
                  </a:lnTo>
                  <a:lnTo>
                    <a:pt x="516738" y="210007"/>
                  </a:lnTo>
                  <a:lnTo>
                    <a:pt x="526488" y="207659"/>
                  </a:lnTo>
                  <a:lnTo>
                    <a:pt x="536238" y="173087"/>
                  </a:lnTo>
                  <a:lnTo>
                    <a:pt x="545988" y="198335"/>
                  </a:lnTo>
                  <a:lnTo>
                    <a:pt x="555738" y="203487"/>
                  </a:lnTo>
                  <a:lnTo>
                    <a:pt x="565488" y="184171"/>
                  </a:lnTo>
                  <a:lnTo>
                    <a:pt x="575238" y="169400"/>
                  </a:lnTo>
                  <a:lnTo>
                    <a:pt x="584988" y="180299"/>
                  </a:lnTo>
                  <a:lnTo>
                    <a:pt x="594738" y="195184"/>
                  </a:lnTo>
                  <a:lnTo>
                    <a:pt x="604488" y="245748"/>
                  </a:lnTo>
                  <a:lnTo>
                    <a:pt x="614237" y="261301"/>
                  </a:lnTo>
                  <a:lnTo>
                    <a:pt x="623987" y="261202"/>
                  </a:lnTo>
                  <a:lnTo>
                    <a:pt x="633736" y="282599"/>
                  </a:lnTo>
                  <a:lnTo>
                    <a:pt x="643486" y="268941"/>
                  </a:lnTo>
                  <a:lnTo>
                    <a:pt x="653236" y="249971"/>
                  </a:lnTo>
                  <a:lnTo>
                    <a:pt x="662985" y="250784"/>
                  </a:lnTo>
                  <a:lnTo>
                    <a:pt x="672735" y="275852"/>
                  </a:lnTo>
                  <a:lnTo>
                    <a:pt x="682485" y="269266"/>
                  </a:lnTo>
                  <a:lnTo>
                    <a:pt x="692235" y="305317"/>
                  </a:lnTo>
                  <a:lnTo>
                    <a:pt x="701985" y="317691"/>
                  </a:lnTo>
                  <a:lnTo>
                    <a:pt x="711735" y="361400"/>
                  </a:lnTo>
                  <a:lnTo>
                    <a:pt x="721485" y="344688"/>
                  </a:lnTo>
                  <a:lnTo>
                    <a:pt x="731235" y="342440"/>
                  </a:lnTo>
                  <a:lnTo>
                    <a:pt x="740985" y="335080"/>
                  </a:lnTo>
                  <a:lnTo>
                    <a:pt x="750734" y="368064"/>
                  </a:lnTo>
                  <a:lnTo>
                    <a:pt x="760484" y="373763"/>
                  </a:lnTo>
                  <a:lnTo>
                    <a:pt x="770233" y="361215"/>
                  </a:lnTo>
                  <a:lnTo>
                    <a:pt x="779983" y="352905"/>
                  </a:lnTo>
                  <a:lnTo>
                    <a:pt x="789733" y="327921"/>
                  </a:lnTo>
                  <a:lnTo>
                    <a:pt x="799482" y="329397"/>
                  </a:lnTo>
                  <a:lnTo>
                    <a:pt x="809232" y="345044"/>
                  </a:lnTo>
                  <a:lnTo>
                    <a:pt x="818982" y="359784"/>
                  </a:lnTo>
                  <a:lnTo>
                    <a:pt x="828732" y="348173"/>
                  </a:lnTo>
                  <a:lnTo>
                    <a:pt x="838482" y="334251"/>
                  </a:lnTo>
                  <a:lnTo>
                    <a:pt x="848232" y="343962"/>
                  </a:lnTo>
                  <a:lnTo>
                    <a:pt x="857982" y="289118"/>
                  </a:lnTo>
                  <a:lnTo>
                    <a:pt x="867732" y="281452"/>
                  </a:lnTo>
                  <a:lnTo>
                    <a:pt x="877482" y="276235"/>
                  </a:lnTo>
                  <a:lnTo>
                    <a:pt x="887231" y="280260"/>
                  </a:lnTo>
                  <a:lnTo>
                    <a:pt x="896981" y="277261"/>
                  </a:lnTo>
                  <a:lnTo>
                    <a:pt x="906730" y="274473"/>
                  </a:lnTo>
                  <a:lnTo>
                    <a:pt x="916480" y="280890"/>
                  </a:lnTo>
                  <a:lnTo>
                    <a:pt x="926230" y="292525"/>
                  </a:lnTo>
                  <a:lnTo>
                    <a:pt x="935979" y="296424"/>
                  </a:lnTo>
                  <a:lnTo>
                    <a:pt x="945729" y="305389"/>
                  </a:lnTo>
                  <a:lnTo>
                    <a:pt x="955479" y="271322"/>
                  </a:lnTo>
                  <a:lnTo>
                    <a:pt x="965229" y="263511"/>
                  </a:lnTo>
                  <a:lnTo>
                    <a:pt x="974979" y="282540"/>
                  </a:lnTo>
                  <a:lnTo>
                    <a:pt x="984729" y="295871"/>
                  </a:lnTo>
                  <a:lnTo>
                    <a:pt x="994474" y="307943"/>
                  </a:lnTo>
                  <a:lnTo>
                    <a:pt x="1004233" y="309044"/>
                  </a:lnTo>
                  <a:lnTo>
                    <a:pt x="1013977" y="282522"/>
                  </a:lnTo>
                  <a:lnTo>
                    <a:pt x="1023721" y="299680"/>
                  </a:lnTo>
                  <a:lnTo>
                    <a:pt x="1033480" y="279398"/>
                  </a:lnTo>
                  <a:lnTo>
                    <a:pt x="1043224" y="303392"/>
                  </a:lnTo>
                  <a:lnTo>
                    <a:pt x="1052983" y="320546"/>
                  </a:lnTo>
                  <a:lnTo>
                    <a:pt x="1062727" y="319665"/>
                  </a:lnTo>
                  <a:lnTo>
                    <a:pt x="1072471" y="336364"/>
                  </a:lnTo>
                  <a:lnTo>
                    <a:pt x="1082230" y="298680"/>
                  </a:lnTo>
                  <a:lnTo>
                    <a:pt x="1091973" y="355805"/>
                  </a:lnTo>
                  <a:lnTo>
                    <a:pt x="1101732" y="388777"/>
                  </a:lnTo>
                  <a:lnTo>
                    <a:pt x="1111476" y="372597"/>
                  </a:lnTo>
                  <a:lnTo>
                    <a:pt x="1121220" y="371597"/>
                  </a:lnTo>
                  <a:lnTo>
                    <a:pt x="1130979" y="398639"/>
                  </a:lnTo>
                  <a:lnTo>
                    <a:pt x="1140723" y="391733"/>
                  </a:lnTo>
                  <a:lnTo>
                    <a:pt x="1150482" y="354120"/>
                  </a:lnTo>
                  <a:lnTo>
                    <a:pt x="1160226" y="360067"/>
                  </a:lnTo>
                  <a:lnTo>
                    <a:pt x="1169969" y="367714"/>
                  </a:lnTo>
                  <a:lnTo>
                    <a:pt x="1179728" y="372123"/>
                  </a:lnTo>
                  <a:lnTo>
                    <a:pt x="1189472" y="374362"/>
                  </a:lnTo>
                  <a:lnTo>
                    <a:pt x="1199231" y="353313"/>
                  </a:lnTo>
                  <a:lnTo>
                    <a:pt x="1208975" y="372677"/>
                  </a:lnTo>
                  <a:lnTo>
                    <a:pt x="1218719" y="344144"/>
                  </a:lnTo>
                  <a:lnTo>
                    <a:pt x="1228478" y="351661"/>
                  </a:lnTo>
                  <a:lnTo>
                    <a:pt x="1238222" y="353300"/>
                  </a:lnTo>
                  <a:lnTo>
                    <a:pt x="1247966" y="328625"/>
                  </a:lnTo>
                  <a:lnTo>
                    <a:pt x="1257725" y="341818"/>
                  </a:lnTo>
                  <a:lnTo>
                    <a:pt x="1267469" y="330696"/>
                  </a:lnTo>
                  <a:lnTo>
                    <a:pt x="1277227" y="297685"/>
                  </a:lnTo>
                  <a:lnTo>
                    <a:pt x="1286971" y="293522"/>
                  </a:lnTo>
                  <a:lnTo>
                    <a:pt x="1296715" y="276241"/>
                  </a:lnTo>
                  <a:lnTo>
                    <a:pt x="1306474" y="263608"/>
                  </a:lnTo>
                  <a:lnTo>
                    <a:pt x="1316218" y="269488"/>
                  </a:lnTo>
                  <a:lnTo>
                    <a:pt x="1325977" y="286896"/>
                  </a:lnTo>
                  <a:lnTo>
                    <a:pt x="1335721" y="323426"/>
                  </a:lnTo>
                  <a:lnTo>
                    <a:pt x="1345465" y="319720"/>
                  </a:lnTo>
                  <a:lnTo>
                    <a:pt x="1355224" y="314023"/>
                  </a:lnTo>
                  <a:lnTo>
                    <a:pt x="1364967" y="312327"/>
                  </a:lnTo>
                  <a:lnTo>
                    <a:pt x="1374726" y="327283"/>
                  </a:lnTo>
                  <a:lnTo>
                    <a:pt x="1384470" y="334260"/>
                  </a:lnTo>
                  <a:lnTo>
                    <a:pt x="1394214" y="340270"/>
                  </a:lnTo>
                  <a:lnTo>
                    <a:pt x="1403973" y="335778"/>
                  </a:lnTo>
                  <a:lnTo>
                    <a:pt x="1413717" y="327219"/>
                  </a:lnTo>
                  <a:lnTo>
                    <a:pt x="1423476" y="334586"/>
                  </a:lnTo>
                  <a:lnTo>
                    <a:pt x="1433220" y="317669"/>
                  </a:lnTo>
                  <a:lnTo>
                    <a:pt x="1442964" y="293336"/>
                  </a:lnTo>
                  <a:lnTo>
                    <a:pt x="1452722" y="251483"/>
                  </a:lnTo>
                  <a:lnTo>
                    <a:pt x="1462466" y="305285"/>
                  </a:lnTo>
                  <a:lnTo>
                    <a:pt x="1472225" y="314988"/>
                  </a:lnTo>
                  <a:lnTo>
                    <a:pt x="1481969" y="293517"/>
                  </a:lnTo>
                  <a:lnTo>
                    <a:pt x="1491713" y="289051"/>
                  </a:lnTo>
                  <a:lnTo>
                    <a:pt x="1501472" y="271246"/>
                  </a:lnTo>
                  <a:lnTo>
                    <a:pt x="1511216" y="252816"/>
                  </a:lnTo>
                  <a:lnTo>
                    <a:pt x="1520960" y="270825"/>
                  </a:lnTo>
                  <a:lnTo>
                    <a:pt x="1530719" y="254038"/>
                  </a:lnTo>
                  <a:lnTo>
                    <a:pt x="1540463" y="253433"/>
                  </a:lnTo>
                  <a:lnTo>
                    <a:pt x="1550221" y="255885"/>
                  </a:lnTo>
                  <a:lnTo>
                    <a:pt x="1559965" y="247030"/>
                  </a:lnTo>
                  <a:lnTo>
                    <a:pt x="1569709" y="283654"/>
                  </a:lnTo>
                  <a:lnTo>
                    <a:pt x="1579468" y="262232"/>
                  </a:lnTo>
                  <a:lnTo>
                    <a:pt x="1589212" y="277286"/>
                  </a:lnTo>
                  <a:lnTo>
                    <a:pt x="1598971" y="268742"/>
                  </a:lnTo>
                  <a:lnTo>
                    <a:pt x="1608715" y="307510"/>
                  </a:lnTo>
                  <a:lnTo>
                    <a:pt x="1618459" y="301870"/>
                  </a:lnTo>
                  <a:lnTo>
                    <a:pt x="1628218" y="285561"/>
                  </a:lnTo>
                  <a:lnTo>
                    <a:pt x="1637962" y="300299"/>
                  </a:lnTo>
                  <a:lnTo>
                    <a:pt x="1647720" y="287442"/>
                  </a:lnTo>
                  <a:lnTo>
                    <a:pt x="1657464" y="304449"/>
                  </a:lnTo>
                  <a:lnTo>
                    <a:pt x="1667208" y="299148"/>
                  </a:lnTo>
                  <a:lnTo>
                    <a:pt x="1676967" y="332599"/>
                  </a:lnTo>
                  <a:lnTo>
                    <a:pt x="1686711" y="331108"/>
                  </a:lnTo>
                  <a:lnTo>
                    <a:pt x="1696470" y="332836"/>
                  </a:lnTo>
                  <a:lnTo>
                    <a:pt x="1706214" y="348666"/>
                  </a:lnTo>
                  <a:lnTo>
                    <a:pt x="1715958" y="325380"/>
                  </a:lnTo>
                  <a:lnTo>
                    <a:pt x="1725716" y="277137"/>
                  </a:lnTo>
                  <a:lnTo>
                    <a:pt x="1735460" y="290043"/>
                  </a:lnTo>
                  <a:lnTo>
                    <a:pt x="1745219" y="262297"/>
                  </a:lnTo>
                  <a:lnTo>
                    <a:pt x="1754963" y="239932"/>
                  </a:lnTo>
                  <a:lnTo>
                    <a:pt x="1764707" y="258108"/>
                  </a:lnTo>
                  <a:lnTo>
                    <a:pt x="1774466" y="301460"/>
                  </a:lnTo>
                  <a:lnTo>
                    <a:pt x="1784210" y="307029"/>
                  </a:lnTo>
                  <a:lnTo>
                    <a:pt x="1793969" y="289177"/>
                  </a:lnTo>
                  <a:lnTo>
                    <a:pt x="1803713" y="275093"/>
                  </a:lnTo>
                  <a:lnTo>
                    <a:pt x="1813457" y="256318"/>
                  </a:lnTo>
                  <a:lnTo>
                    <a:pt x="1823215" y="257520"/>
                  </a:lnTo>
                  <a:lnTo>
                    <a:pt x="1832959" y="277960"/>
                  </a:lnTo>
                  <a:lnTo>
                    <a:pt x="1842703" y="263369"/>
                  </a:lnTo>
                  <a:lnTo>
                    <a:pt x="1852462" y="250398"/>
                  </a:lnTo>
                  <a:lnTo>
                    <a:pt x="1862206" y="218948"/>
                  </a:lnTo>
                  <a:lnTo>
                    <a:pt x="1871965" y="209110"/>
                  </a:lnTo>
                  <a:lnTo>
                    <a:pt x="1881709" y="222226"/>
                  </a:lnTo>
                  <a:lnTo>
                    <a:pt x="1891453" y="215050"/>
                  </a:lnTo>
                  <a:lnTo>
                    <a:pt x="1901212" y="195239"/>
                  </a:lnTo>
                  <a:lnTo>
                    <a:pt x="1910956" y="177740"/>
                  </a:lnTo>
                  <a:lnTo>
                    <a:pt x="1920714" y="211026"/>
                  </a:lnTo>
                  <a:lnTo>
                    <a:pt x="1930458" y="217325"/>
                  </a:lnTo>
                  <a:lnTo>
                    <a:pt x="1940202" y="189424"/>
                  </a:lnTo>
                  <a:lnTo>
                    <a:pt x="1949961" y="178667"/>
                  </a:lnTo>
                  <a:lnTo>
                    <a:pt x="1959705" y="187615"/>
                  </a:lnTo>
                  <a:lnTo>
                    <a:pt x="1969464" y="180252"/>
                  </a:lnTo>
                  <a:lnTo>
                    <a:pt x="1979208" y="180015"/>
                  </a:lnTo>
                  <a:lnTo>
                    <a:pt x="1988952" y="152633"/>
                  </a:lnTo>
                  <a:lnTo>
                    <a:pt x="1998711" y="160313"/>
                  </a:lnTo>
                  <a:lnTo>
                    <a:pt x="2008454" y="217363"/>
                  </a:lnTo>
                  <a:lnTo>
                    <a:pt x="2018213" y="214885"/>
                  </a:lnTo>
                  <a:lnTo>
                    <a:pt x="2027957" y="212909"/>
                  </a:lnTo>
                  <a:lnTo>
                    <a:pt x="2037701" y="193664"/>
                  </a:lnTo>
                  <a:lnTo>
                    <a:pt x="2047460" y="159625"/>
                  </a:lnTo>
                  <a:lnTo>
                    <a:pt x="2057204" y="178965"/>
                  </a:lnTo>
                  <a:lnTo>
                    <a:pt x="2066963" y="181709"/>
                  </a:lnTo>
                  <a:lnTo>
                    <a:pt x="2076707" y="171580"/>
                  </a:lnTo>
                  <a:lnTo>
                    <a:pt x="2086451" y="192130"/>
                  </a:lnTo>
                  <a:lnTo>
                    <a:pt x="2096210" y="213528"/>
                  </a:lnTo>
                  <a:lnTo>
                    <a:pt x="2105954" y="231374"/>
                  </a:lnTo>
                  <a:lnTo>
                    <a:pt x="2115697" y="241645"/>
                  </a:lnTo>
                  <a:lnTo>
                    <a:pt x="2125456" y="266815"/>
                  </a:lnTo>
                  <a:lnTo>
                    <a:pt x="2135200" y="276258"/>
                  </a:lnTo>
                  <a:lnTo>
                    <a:pt x="2144959" y="293844"/>
                  </a:lnTo>
                  <a:lnTo>
                    <a:pt x="2154703" y="319909"/>
                  </a:lnTo>
                  <a:lnTo>
                    <a:pt x="2164447" y="320349"/>
                  </a:lnTo>
                  <a:lnTo>
                    <a:pt x="2174206" y="329172"/>
                  </a:lnTo>
                  <a:lnTo>
                    <a:pt x="2183950" y="344217"/>
                  </a:lnTo>
                  <a:lnTo>
                    <a:pt x="2193709" y="293902"/>
                  </a:lnTo>
                  <a:lnTo>
                    <a:pt x="2203452" y="308275"/>
                  </a:lnTo>
                  <a:lnTo>
                    <a:pt x="2213196" y="308182"/>
                  </a:lnTo>
                  <a:lnTo>
                    <a:pt x="2222955" y="275962"/>
                  </a:lnTo>
                  <a:lnTo>
                    <a:pt x="2232699" y="293827"/>
                  </a:lnTo>
                  <a:lnTo>
                    <a:pt x="2242458" y="307884"/>
                  </a:lnTo>
                  <a:lnTo>
                    <a:pt x="2252202" y="300807"/>
                  </a:lnTo>
                  <a:lnTo>
                    <a:pt x="2261946" y="305852"/>
                  </a:lnTo>
                  <a:lnTo>
                    <a:pt x="2271705" y="323324"/>
                  </a:lnTo>
                  <a:lnTo>
                    <a:pt x="2281449" y="314760"/>
                  </a:lnTo>
                  <a:lnTo>
                    <a:pt x="2291208" y="297813"/>
                  </a:lnTo>
                  <a:lnTo>
                    <a:pt x="2300951" y="304035"/>
                  </a:lnTo>
                  <a:lnTo>
                    <a:pt x="2310695" y="309356"/>
                  </a:lnTo>
                  <a:lnTo>
                    <a:pt x="2320454" y="296068"/>
                  </a:lnTo>
                  <a:lnTo>
                    <a:pt x="2330198" y="291473"/>
                  </a:lnTo>
                  <a:lnTo>
                    <a:pt x="2339957" y="308749"/>
                  </a:lnTo>
                  <a:lnTo>
                    <a:pt x="2349701" y="331562"/>
                  </a:lnTo>
                  <a:lnTo>
                    <a:pt x="2359445" y="330257"/>
                  </a:lnTo>
                  <a:lnTo>
                    <a:pt x="2369204" y="311091"/>
                  </a:lnTo>
                  <a:lnTo>
                    <a:pt x="2378948" y="334229"/>
                  </a:lnTo>
                  <a:lnTo>
                    <a:pt x="2388692" y="328430"/>
                  </a:lnTo>
                  <a:lnTo>
                    <a:pt x="2398450" y="314522"/>
                  </a:lnTo>
                  <a:lnTo>
                    <a:pt x="2408194" y="335979"/>
                  </a:lnTo>
                  <a:lnTo>
                    <a:pt x="2417953" y="298894"/>
                  </a:lnTo>
                  <a:lnTo>
                    <a:pt x="2427697" y="294212"/>
                  </a:lnTo>
                  <a:lnTo>
                    <a:pt x="2437441" y="302114"/>
                  </a:lnTo>
                  <a:lnTo>
                    <a:pt x="2447200" y="290530"/>
                  </a:lnTo>
                  <a:lnTo>
                    <a:pt x="2456944" y="312862"/>
                  </a:lnTo>
                  <a:lnTo>
                    <a:pt x="2466703" y="318677"/>
                  </a:lnTo>
                  <a:lnTo>
                    <a:pt x="2476446" y="298444"/>
                  </a:lnTo>
                  <a:lnTo>
                    <a:pt x="2486190" y="312689"/>
                  </a:lnTo>
                  <a:lnTo>
                    <a:pt x="2495949" y="313993"/>
                  </a:lnTo>
                  <a:lnTo>
                    <a:pt x="2505693" y="313767"/>
                  </a:lnTo>
                  <a:lnTo>
                    <a:pt x="2515452" y="311488"/>
                  </a:lnTo>
                  <a:lnTo>
                    <a:pt x="2525196" y="318418"/>
                  </a:lnTo>
                  <a:lnTo>
                    <a:pt x="2534940" y="306260"/>
                  </a:lnTo>
                  <a:lnTo>
                    <a:pt x="2544699" y="291099"/>
                  </a:lnTo>
                  <a:lnTo>
                    <a:pt x="2554443" y="237703"/>
                  </a:lnTo>
                  <a:lnTo>
                    <a:pt x="2564202" y="220696"/>
                  </a:lnTo>
                  <a:lnTo>
                    <a:pt x="2573946" y="231579"/>
                  </a:lnTo>
                  <a:lnTo>
                    <a:pt x="2583690" y="230218"/>
                  </a:lnTo>
                  <a:lnTo>
                    <a:pt x="2593448" y="250958"/>
                  </a:lnTo>
                  <a:lnTo>
                    <a:pt x="2603192" y="243403"/>
                  </a:lnTo>
                  <a:lnTo>
                    <a:pt x="2612951" y="261103"/>
                  </a:lnTo>
                  <a:lnTo>
                    <a:pt x="2622695" y="284053"/>
                  </a:lnTo>
                  <a:lnTo>
                    <a:pt x="2632439" y="258126"/>
                  </a:lnTo>
                  <a:lnTo>
                    <a:pt x="2642198" y="253686"/>
                  </a:lnTo>
                  <a:lnTo>
                    <a:pt x="2651942" y="296239"/>
                  </a:lnTo>
                  <a:lnTo>
                    <a:pt x="2661685" y="259373"/>
                  </a:lnTo>
                  <a:lnTo>
                    <a:pt x="2671444" y="279246"/>
                  </a:lnTo>
                  <a:lnTo>
                    <a:pt x="2681188" y="241018"/>
                  </a:lnTo>
                  <a:lnTo>
                    <a:pt x="2690947" y="249103"/>
                  </a:lnTo>
                  <a:lnTo>
                    <a:pt x="2700691" y="252928"/>
                  </a:lnTo>
                  <a:lnTo>
                    <a:pt x="2710435" y="275563"/>
                  </a:lnTo>
                  <a:lnTo>
                    <a:pt x="2720194" y="264931"/>
                  </a:lnTo>
                  <a:lnTo>
                    <a:pt x="2729938" y="255964"/>
                  </a:lnTo>
                  <a:lnTo>
                    <a:pt x="2739697" y="289386"/>
                  </a:lnTo>
                  <a:lnTo>
                    <a:pt x="2749441" y="316559"/>
                  </a:lnTo>
                  <a:lnTo>
                    <a:pt x="2759185" y="336447"/>
                  </a:lnTo>
                  <a:lnTo>
                    <a:pt x="2768943" y="363951"/>
                  </a:lnTo>
                  <a:lnTo>
                    <a:pt x="2778687" y="386818"/>
                  </a:lnTo>
                  <a:lnTo>
                    <a:pt x="2788446" y="358501"/>
                  </a:lnTo>
                  <a:lnTo>
                    <a:pt x="2798190" y="364870"/>
                  </a:lnTo>
                  <a:lnTo>
                    <a:pt x="2807934" y="371943"/>
                  </a:lnTo>
                  <a:lnTo>
                    <a:pt x="2817693" y="378652"/>
                  </a:lnTo>
                  <a:lnTo>
                    <a:pt x="2827437" y="321554"/>
                  </a:lnTo>
                  <a:lnTo>
                    <a:pt x="2837196" y="333546"/>
                  </a:lnTo>
                  <a:lnTo>
                    <a:pt x="2846940" y="351789"/>
                  </a:lnTo>
                  <a:lnTo>
                    <a:pt x="2856684" y="357215"/>
                  </a:lnTo>
                  <a:lnTo>
                    <a:pt x="2866442" y="325875"/>
                  </a:lnTo>
                  <a:lnTo>
                    <a:pt x="2876186" y="299370"/>
                  </a:lnTo>
                  <a:lnTo>
                    <a:pt x="2885945" y="276416"/>
                  </a:lnTo>
                  <a:lnTo>
                    <a:pt x="2895689" y="270908"/>
                  </a:lnTo>
                  <a:lnTo>
                    <a:pt x="2905433" y="276833"/>
                  </a:lnTo>
                  <a:lnTo>
                    <a:pt x="2915192" y="26733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6" name="Freeform 1055">
              <a:extLst>
                <a:ext uri="{FF2B5EF4-FFF2-40B4-BE49-F238E27FC236}">
                  <a16:creationId xmlns:a16="http://schemas.microsoft.com/office/drawing/2014/main" id="{49C3527C-60F9-8482-EEBD-B5CF48892ECC}"/>
                </a:ext>
              </a:extLst>
            </p:cNvPr>
            <p:cNvSpPr/>
            <p:nvPr/>
          </p:nvSpPr>
          <p:spPr>
            <a:xfrm>
              <a:off x="4426652" y="3052406"/>
              <a:ext cx="2915191" cy="686671"/>
            </a:xfrm>
            <a:custGeom>
              <a:avLst/>
              <a:gdLst>
                <a:gd name="connsiteX0" fmla="*/ 0 w 2915191"/>
                <a:gd name="connsiteY0" fmla="*/ 550897 h 686671"/>
                <a:gd name="connsiteX1" fmla="*/ 9750 w 2915191"/>
                <a:gd name="connsiteY1" fmla="*/ 549939 h 686671"/>
                <a:gd name="connsiteX2" fmla="*/ 19500 w 2915191"/>
                <a:gd name="connsiteY2" fmla="*/ 539544 h 686671"/>
                <a:gd name="connsiteX3" fmla="*/ 29250 w 2915191"/>
                <a:gd name="connsiteY3" fmla="*/ 522263 h 686671"/>
                <a:gd name="connsiteX4" fmla="*/ 39000 w 2915191"/>
                <a:gd name="connsiteY4" fmla="*/ 525998 h 686671"/>
                <a:gd name="connsiteX5" fmla="*/ 48749 w 2915191"/>
                <a:gd name="connsiteY5" fmla="*/ 538901 h 686671"/>
                <a:gd name="connsiteX6" fmla="*/ 58499 w 2915191"/>
                <a:gd name="connsiteY6" fmla="*/ 533954 h 686671"/>
                <a:gd name="connsiteX7" fmla="*/ 68249 w 2915191"/>
                <a:gd name="connsiteY7" fmla="*/ 528148 h 686671"/>
                <a:gd name="connsiteX8" fmla="*/ 77998 w 2915191"/>
                <a:gd name="connsiteY8" fmla="*/ 554034 h 686671"/>
                <a:gd name="connsiteX9" fmla="*/ 87748 w 2915191"/>
                <a:gd name="connsiteY9" fmla="*/ 580798 h 686671"/>
                <a:gd name="connsiteX10" fmla="*/ 97497 w 2915191"/>
                <a:gd name="connsiteY10" fmla="*/ 558189 h 686671"/>
                <a:gd name="connsiteX11" fmla="*/ 107247 w 2915191"/>
                <a:gd name="connsiteY11" fmla="*/ 560348 h 686671"/>
                <a:gd name="connsiteX12" fmla="*/ 116997 w 2915191"/>
                <a:gd name="connsiteY12" fmla="*/ 554635 h 686671"/>
                <a:gd name="connsiteX13" fmla="*/ 126747 w 2915191"/>
                <a:gd name="connsiteY13" fmla="*/ 604210 h 686671"/>
                <a:gd name="connsiteX14" fmla="*/ 136497 w 2915191"/>
                <a:gd name="connsiteY14" fmla="*/ 543011 h 686671"/>
                <a:gd name="connsiteX15" fmla="*/ 146247 w 2915191"/>
                <a:gd name="connsiteY15" fmla="*/ 539772 h 686671"/>
                <a:gd name="connsiteX16" fmla="*/ 155997 w 2915191"/>
                <a:gd name="connsiteY16" fmla="*/ 593677 h 686671"/>
                <a:gd name="connsiteX17" fmla="*/ 165747 w 2915191"/>
                <a:gd name="connsiteY17" fmla="*/ 608021 h 686671"/>
                <a:gd name="connsiteX18" fmla="*/ 175497 w 2915191"/>
                <a:gd name="connsiteY18" fmla="*/ 618695 h 686671"/>
                <a:gd name="connsiteX19" fmla="*/ 185247 w 2915191"/>
                <a:gd name="connsiteY19" fmla="*/ 593711 h 686671"/>
                <a:gd name="connsiteX20" fmla="*/ 194996 w 2915191"/>
                <a:gd name="connsiteY20" fmla="*/ 638690 h 686671"/>
                <a:gd name="connsiteX21" fmla="*/ 204746 w 2915191"/>
                <a:gd name="connsiteY21" fmla="*/ 668178 h 686671"/>
                <a:gd name="connsiteX22" fmla="*/ 214495 w 2915191"/>
                <a:gd name="connsiteY22" fmla="*/ 686672 h 686671"/>
                <a:gd name="connsiteX23" fmla="*/ 224245 w 2915191"/>
                <a:gd name="connsiteY23" fmla="*/ 666642 h 686671"/>
                <a:gd name="connsiteX24" fmla="*/ 233995 w 2915191"/>
                <a:gd name="connsiteY24" fmla="*/ 651530 h 686671"/>
                <a:gd name="connsiteX25" fmla="*/ 243744 w 2915191"/>
                <a:gd name="connsiteY25" fmla="*/ 613206 h 686671"/>
                <a:gd name="connsiteX26" fmla="*/ 253494 w 2915191"/>
                <a:gd name="connsiteY26" fmla="*/ 606462 h 686671"/>
                <a:gd name="connsiteX27" fmla="*/ 263244 w 2915191"/>
                <a:gd name="connsiteY27" fmla="*/ 569430 h 686671"/>
                <a:gd name="connsiteX28" fmla="*/ 272994 w 2915191"/>
                <a:gd name="connsiteY28" fmla="*/ 576202 h 686671"/>
                <a:gd name="connsiteX29" fmla="*/ 282744 w 2915191"/>
                <a:gd name="connsiteY29" fmla="*/ 556309 h 686671"/>
                <a:gd name="connsiteX30" fmla="*/ 292494 w 2915191"/>
                <a:gd name="connsiteY30" fmla="*/ 546118 h 686671"/>
                <a:gd name="connsiteX31" fmla="*/ 302244 w 2915191"/>
                <a:gd name="connsiteY31" fmla="*/ 552672 h 686671"/>
                <a:gd name="connsiteX32" fmla="*/ 311994 w 2915191"/>
                <a:gd name="connsiteY32" fmla="*/ 539985 h 686671"/>
                <a:gd name="connsiteX33" fmla="*/ 321744 w 2915191"/>
                <a:gd name="connsiteY33" fmla="*/ 566970 h 686671"/>
                <a:gd name="connsiteX34" fmla="*/ 331493 w 2915191"/>
                <a:gd name="connsiteY34" fmla="*/ 573256 h 686671"/>
                <a:gd name="connsiteX35" fmla="*/ 341243 w 2915191"/>
                <a:gd name="connsiteY35" fmla="*/ 569105 h 686671"/>
                <a:gd name="connsiteX36" fmla="*/ 350993 w 2915191"/>
                <a:gd name="connsiteY36" fmla="*/ 556192 h 686671"/>
                <a:gd name="connsiteX37" fmla="*/ 360742 w 2915191"/>
                <a:gd name="connsiteY37" fmla="*/ 573268 h 686671"/>
                <a:gd name="connsiteX38" fmla="*/ 370492 w 2915191"/>
                <a:gd name="connsiteY38" fmla="*/ 582586 h 686671"/>
                <a:gd name="connsiteX39" fmla="*/ 380241 w 2915191"/>
                <a:gd name="connsiteY39" fmla="*/ 578230 h 686671"/>
                <a:gd name="connsiteX40" fmla="*/ 389991 w 2915191"/>
                <a:gd name="connsiteY40" fmla="*/ 528823 h 686671"/>
                <a:gd name="connsiteX41" fmla="*/ 399741 w 2915191"/>
                <a:gd name="connsiteY41" fmla="*/ 510444 h 686671"/>
                <a:gd name="connsiteX42" fmla="*/ 409491 w 2915191"/>
                <a:gd name="connsiteY42" fmla="*/ 524758 h 686671"/>
                <a:gd name="connsiteX43" fmla="*/ 419241 w 2915191"/>
                <a:gd name="connsiteY43" fmla="*/ 534626 h 686671"/>
                <a:gd name="connsiteX44" fmla="*/ 428991 w 2915191"/>
                <a:gd name="connsiteY44" fmla="*/ 528167 h 686671"/>
                <a:gd name="connsiteX45" fmla="*/ 438741 w 2915191"/>
                <a:gd name="connsiteY45" fmla="*/ 495881 h 686671"/>
                <a:gd name="connsiteX46" fmla="*/ 448491 w 2915191"/>
                <a:gd name="connsiteY46" fmla="*/ 484563 h 686671"/>
                <a:gd name="connsiteX47" fmla="*/ 458241 w 2915191"/>
                <a:gd name="connsiteY47" fmla="*/ 524751 h 686671"/>
                <a:gd name="connsiteX48" fmla="*/ 467991 w 2915191"/>
                <a:gd name="connsiteY48" fmla="*/ 496905 h 686671"/>
                <a:gd name="connsiteX49" fmla="*/ 477740 w 2915191"/>
                <a:gd name="connsiteY49" fmla="*/ 525365 h 686671"/>
                <a:gd name="connsiteX50" fmla="*/ 487490 w 2915191"/>
                <a:gd name="connsiteY50" fmla="*/ 526470 h 686671"/>
                <a:gd name="connsiteX51" fmla="*/ 497239 w 2915191"/>
                <a:gd name="connsiteY51" fmla="*/ 517723 h 686671"/>
                <a:gd name="connsiteX52" fmla="*/ 506989 w 2915191"/>
                <a:gd name="connsiteY52" fmla="*/ 488399 h 686671"/>
                <a:gd name="connsiteX53" fmla="*/ 516738 w 2915191"/>
                <a:gd name="connsiteY53" fmla="*/ 512380 h 686671"/>
                <a:gd name="connsiteX54" fmla="*/ 526488 w 2915191"/>
                <a:gd name="connsiteY54" fmla="*/ 481888 h 686671"/>
                <a:gd name="connsiteX55" fmla="*/ 536238 w 2915191"/>
                <a:gd name="connsiteY55" fmla="*/ 486018 h 686671"/>
                <a:gd name="connsiteX56" fmla="*/ 545988 w 2915191"/>
                <a:gd name="connsiteY56" fmla="*/ 488919 h 686671"/>
                <a:gd name="connsiteX57" fmla="*/ 555738 w 2915191"/>
                <a:gd name="connsiteY57" fmla="*/ 514475 h 686671"/>
                <a:gd name="connsiteX58" fmla="*/ 565488 w 2915191"/>
                <a:gd name="connsiteY58" fmla="*/ 500896 h 686671"/>
                <a:gd name="connsiteX59" fmla="*/ 575238 w 2915191"/>
                <a:gd name="connsiteY59" fmla="*/ 525620 h 686671"/>
                <a:gd name="connsiteX60" fmla="*/ 584988 w 2915191"/>
                <a:gd name="connsiteY60" fmla="*/ 523873 h 686671"/>
                <a:gd name="connsiteX61" fmla="*/ 594738 w 2915191"/>
                <a:gd name="connsiteY61" fmla="*/ 509247 h 686671"/>
                <a:gd name="connsiteX62" fmla="*/ 604488 w 2915191"/>
                <a:gd name="connsiteY62" fmla="*/ 499555 h 686671"/>
                <a:gd name="connsiteX63" fmla="*/ 614237 w 2915191"/>
                <a:gd name="connsiteY63" fmla="*/ 480659 h 686671"/>
                <a:gd name="connsiteX64" fmla="*/ 623987 w 2915191"/>
                <a:gd name="connsiteY64" fmla="*/ 484877 h 686671"/>
                <a:gd name="connsiteX65" fmla="*/ 633736 w 2915191"/>
                <a:gd name="connsiteY65" fmla="*/ 472338 h 686671"/>
                <a:gd name="connsiteX66" fmla="*/ 643486 w 2915191"/>
                <a:gd name="connsiteY66" fmla="*/ 492389 h 686671"/>
                <a:gd name="connsiteX67" fmla="*/ 653236 w 2915191"/>
                <a:gd name="connsiteY67" fmla="*/ 480406 h 686671"/>
                <a:gd name="connsiteX68" fmla="*/ 662985 w 2915191"/>
                <a:gd name="connsiteY68" fmla="*/ 494442 h 686671"/>
                <a:gd name="connsiteX69" fmla="*/ 672735 w 2915191"/>
                <a:gd name="connsiteY69" fmla="*/ 493861 h 686671"/>
                <a:gd name="connsiteX70" fmla="*/ 682485 w 2915191"/>
                <a:gd name="connsiteY70" fmla="*/ 476653 h 686671"/>
                <a:gd name="connsiteX71" fmla="*/ 692235 w 2915191"/>
                <a:gd name="connsiteY71" fmla="*/ 492319 h 686671"/>
                <a:gd name="connsiteX72" fmla="*/ 701985 w 2915191"/>
                <a:gd name="connsiteY72" fmla="*/ 476790 h 686671"/>
                <a:gd name="connsiteX73" fmla="*/ 711735 w 2915191"/>
                <a:gd name="connsiteY73" fmla="*/ 480409 h 686671"/>
                <a:gd name="connsiteX74" fmla="*/ 721485 w 2915191"/>
                <a:gd name="connsiteY74" fmla="*/ 459826 h 686671"/>
                <a:gd name="connsiteX75" fmla="*/ 731235 w 2915191"/>
                <a:gd name="connsiteY75" fmla="*/ 459398 h 686671"/>
                <a:gd name="connsiteX76" fmla="*/ 740985 w 2915191"/>
                <a:gd name="connsiteY76" fmla="*/ 440234 h 686671"/>
                <a:gd name="connsiteX77" fmla="*/ 750734 w 2915191"/>
                <a:gd name="connsiteY77" fmla="*/ 446707 h 686671"/>
                <a:gd name="connsiteX78" fmla="*/ 760484 w 2915191"/>
                <a:gd name="connsiteY78" fmla="*/ 400027 h 686671"/>
                <a:gd name="connsiteX79" fmla="*/ 770233 w 2915191"/>
                <a:gd name="connsiteY79" fmla="*/ 399530 h 686671"/>
                <a:gd name="connsiteX80" fmla="*/ 779983 w 2915191"/>
                <a:gd name="connsiteY80" fmla="*/ 405376 h 686671"/>
                <a:gd name="connsiteX81" fmla="*/ 789733 w 2915191"/>
                <a:gd name="connsiteY81" fmla="*/ 395352 h 686671"/>
                <a:gd name="connsiteX82" fmla="*/ 799482 w 2915191"/>
                <a:gd name="connsiteY82" fmla="*/ 379119 h 686671"/>
                <a:gd name="connsiteX83" fmla="*/ 809232 w 2915191"/>
                <a:gd name="connsiteY83" fmla="*/ 402883 h 686671"/>
                <a:gd name="connsiteX84" fmla="*/ 818982 w 2915191"/>
                <a:gd name="connsiteY84" fmla="*/ 402775 h 686671"/>
                <a:gd name="connsiteX85" fmla="*/ 828732 w 2915191"/>
                <a:gd name="connsiteY85" fmla="*/ 408995 h 686671"/>
                <a:gd name="connsiteX86" fmla="*/ 838482 w 2915191"/>
                <a:gd name="connsiteY86" fmla="*/ 433751 h 686671"/>
                <a:gd name="connsiteX87" fmla="*/ 848232 w 2915191"/>
                <a:gd name="connsiteY87" fmla="*/ 423264 h 686671"/>
                <a:gd name="connsiteX88" fmla="*/ 857982 w 2915191"/>
                <a:gd name="connsiteY88" fmla="*/ 436296 h 686671"/>
                <a:gd name="connsiteX89" fmla="*/ 867732 w 2915191"/>
                <a:gd name="connsiteY89" fmla="*/ 415744 h 686671"/>
                <a:gd name="connsiteX90" fmla="*/ 877482 w 2915191"/>
                <a:gd name="connsiteY90" fmla="*/ 412957 h 686671"/>
                <a:gd name="connsiteX91" fmla="*/ 887231 w 2915191"/>
                <a:gd name="connsiteY91" fmla="*/ 423669 h 686671"/>
                <a:gd name="connsiteX92" fmla="*/ 896981 w 2915191"/>
                <a:gd name="connsiteY92" fmla="*/ 433894 h 686671"/>
                <a:gd name="connsiteX93" fmla="*/ 906730 w 2915191"/>
                <a:gd name="connsiteY93" fmla="*/ 442458 h 686671"/>
                <a:gd name="connsiteX94" fmla="*/ 916480 w 2915191"/>
                <a:gd name="connsiteY94" fmla="*/ 440870 h 686671"/>
                <a:gd name="connsiteX95" fmla="*/ 926230 w 2915191"/>
                <a:gd name="connsiteY95" fmla="*/ 457595 h 686671"/>
                <a:gd name="connsiteX96" fmla="*/ 935979 w 2915191"/>
                <a:gd name="connsiteY96" fmla="*/ 436902 h 686671"/>
                <a:gd name="connsiteX97" fmla="*/ 945729 w 2915191"/>
                <a:gd name="connsiteY97" fmla="*/ 410318 h 686671"/>
                <a:gd name="connsiteX98" fmla="*/ 955479 w 2915191"/>
                <a:gd name="connsiteY98" fmla="*/ 387526 h 686671"/>
                <a:gd name="connsiteX99" fmla="*/ 965229 w 2915191"/>
                <a:gd name="connsiteY99" fmla="*/ 376472 h 686671"/>
                <a:gd name="connsiteX100" fmla="*/ 974979 w 2915191"/>
                <a:gd name="connsiteY100" fmla="*/ 407398 h 686671"/>
                <a:gd name="connsiteX101" fmla="*/ 984729 w 2915191"/>
                <a:gd name="connsiteY101" fmla="*/ 395149 h 686671"/>
                <a:gd name="connsiteX102" fmla="*/ 994474 w 2915191"/>
                <a:gd name="connsiteY102" fmla="*/ 364559 h 686671"/>
                <a:gd name="connsiteX103" fmla="*/ 1004233 w 2915191"/>
                <a:gd name="connsiteY103" fmla="*/ 356735 h 686671"/>
                <a:gd name="connsiteX104" fmla="*/ 1013977 w 2915191"/>
                <a:gd name="connsiteY104" fmla="*/ 358219 h 686671"/>
                <a:gd name="connsiteX105" fmla="*/ 1023721 w 2915191"/>
                <a:gd name="connsiteY105" fmla="*/ 358829 h 686671"/>
                <a:gd name="connsiteX106" fmla="*/ 1033480 w 2915191"/>
                <a:gd name="connsiteY106" fmla="*/ 351409 h 686671"/>
                <a:gd name="connsiteX107" fmla="*/ 1043224 w 2915191"/>
                <a:gd name="connsiteY107" fmla="*/ 344415 h 686671"/>
                <a:gd name="connsiteX108" fmla="*/ 1052983 w 2915191"/>
                <a:gd name="connsiteY108" fmla="*/ 334274 h 686671"/>
                <a:gd name="connsiteX109" fmla="*/ 1062727 w 2915191"/>
                <a:gd name="connsiteY109" fmla="*/ 330230 h 686671"/>
                <a:gd name="connsiteX110" fmla="*/ 1072471 w 2915191"/>
                <a:gd name="connsiteY110" fmla="*/ 353828 h 686671"/>
                <a:gd name="connsiteX111" fmla="*/ 1082230 w 2915191"/>
                <a:gd name="connsiteY111" fmla="*/ 325304 h 686671"/>
                <a:gd name="connsiteX112" fmla="*/ 1091973 w 2915191"/>
                <a:gd name="connsiteY112" fmla="*/ 320997 h 686671"/>
                <a:gd name="connsiteX113" fmla="*/ 1101732 w 2915191"/>
                <a:gd name="connsiteY113" fmla="*/ 390259 h 686671"/>
                <a:gd name="connsiteX114" fmla="*/ 1111476 w 2915191"/>
                <a:gd name="connsiteY114" fmla="*/ 380746 h 686671"/>
                <a:gd name="connsiteX115" fmla="*/ 1121220 w 2915191"/>
                <a:gd name="connsiteY115" fmla="*/ 392676 h 686671"/>
                <a:gd name="connsiteX116" fmla="*/ 1130979 w 2915191"/>
                <a:gd name="connsiteY116" fmla="*/ 405220 h 686671"/>
                <a:gd name="connsiteX117" fmla="*/ 1140723 w 2915191"/>
                <a:gd name="connsiteY117" fmla="*/ 402581 h 686671"/>
                <a:gd name="connsiteX118" fmla="*/ 1150482 w 2915191"/>
                <a:gd name="connsiteY118" fmla="*/ 401328 h 686671"/>
                <a:gd name="connsiteX119" fmla="*/ 1160226 w 2915191"/>
                <a:gd name="connsiteY119" fmla="*/ 389497 h 686671"/>
                <a:gd name="connsiteX120" fmla="*/ 1169969 w 2915191"/>
                <a:gd name="connsiteY120" fmla="*/ 397704 h 686671"/>
                <a:gd name="connsiteX121" fmla="*/ 1179728 w 2915191"/>
                <a:gd name="connsiteY121" fmla="*/ 369125 h 686671"/>
                <a:gd name="connsiteX122" fmla="*/ 1189472 w 2915191"/>
                <a:gd name="connsiteY122" fmla="*/ 359392 h 686671"/>
                <a:gd name="connsiteX123" fmla="*/ 1199231 w 2915191"/>
                <a:gd name="connsiteY123" fmla="*/ 327570 h 686671"/>
                <a:gd name="connsiteX124" fmla="*/ 1208975 w 2915191"/>
                <a:gd name="connsiteY124" fmla="*/ 298042 h 686671"/>
                <a:gd name="connsiteX125" fmla="*/ 1218719 w 2915191"/>
                <a:gd name="connsiteY125" fmla="*/ 292837 h 686671"/>
                <a:gd name="connsiteX126" fmla="*/ 1228478 w 2915191"/>
                <a:gd name="connsiteY126" fmla="*/ 278855 h 686671"/>
                <a:gd name="connsiteX127" fmla="*/ 1238222 w 2915191"/>
                <a:gd name="connsiteY127" fmla="*/ 248838 h 686671"/>
                <a:gd name="connsiteX128" fmla="*/ 1247966 w 2915191"/>
                <a:gd name="connsiteY128" fmla="*/ 237733 h 686671"/>
                <a:gd name="connsiteX129" fmla="*/ 1257725 w 2915191"/>
                <a:gd name="connsiteY129" fmla="*/ 254068 h 686671"/>
                <a:gd name="connsiteX130" fmla="*/ 1267469 w 2915191"/>
                <a:gd name="connsiteY130" fmla="*/ 235112 h 686671"/>
                <a:gd name="connsiteX131" fmla="*/ 1277227 w 2915191"/>
                <a:gd name="connsiteY131" fmla="*/ 286557 h 686671"/>
                <a:gd name="connsiteX132" fmla="*/ 1286971 w 2915191"/>
                <a:gd name="connsiteY132" fmla="*/ 299992 h 686671"/>
                <a:gd name="connsiteX133" fmla="*/ 1296715 w 2915191"/>
                <a:gd name="connsiteY133" fmla="*/ 329370 h 686671"/>
                <a:gd name="connsiteX134" fmla="*/ 1306474 w 2915191"/>
                <a:gd name="connsiteY134" fmla="*/ 341434 h 686671"/>
                <a:gd name="connsiteX135" fmla="*/ 1316218 w 2915191"/>
                <a:gd name="connsiteY135" fmla="*/ 324270 h 686671"/>
                <a:gd name="connsiteX136" fmla="*/ 1325977 w 2915191"/>
                <a:gd name="connsiteY136" fmla="*/ 281025 h 686671"/>
                <a:gd name="connsiteX137" fmla="*/ 1335721 w 2915191"/>
                <a:gd name="connsiteY137" fmla="*/ 258894 h 686671"/>
                <a:gd name="connsiteX138" fmla="*/ 1345465 w 2915191"/>
                <a:gd name="connsiteY138" fmla="*/ 245164 h 686671"/>
                <a:gd name="connsiteX139" fmla="*/ 1355224 w 2915191"/>
                <a:gd name="connsiteY139" fmla="*/ 221011 h 686671"/>
                <a:gd name="connsiteX140" fmla="*/ 1364967 w 2915191"/>
                <a:gd name="connsiteY140" fmla="*/ 228862 h 686671"/>
                <a:gd name="connsiteX141" fmla="*/ 1374726 w 2915191"/>
                <a:gd name="connsiteY141" fmla="*/ 221563 h 686671"/>
                <a:gd name="connsiteX142" fmla="*/ 1384470 w 2915191"/>
                <a:gd name="connsiteY142" fmla="*/ 235027 h 686671"/>
                <a:gd name="connsiteX143" fmla="*/ 1394214 w 2915191"/>
                <a:gd name="connsiteY143" fmla="*/ 225195 h 686671"/>
                <a:gd name="connsiteX144" fmla="*/ 1403973 w 2915191"/>
                <a:gd name="connsiteY144" fmla="*/ 197821 h 686671"/>
                <a:gd name="connsiteX145" fmla="*/ 1413717 w 2915191"/>
                <a:gd name="connsiteY145" fmla="*/ 227478 h 686671"/>
                <a:gd name="connsiteX146" fmla="*/ 1423476 w 2915191"/>
                <a:gd name="connsiteY146" fmla="*/ 223018 h 686671"/>
                <a:gd name="connsiteX147" fmla="*/ 1433220 w 2915191"/>
                <a:gd name="connsiteY147" fmla="*/ 239580 h 686671"/>
                <a:gd name="connsiteX148" fmla="*/ 1442964 w 2915191"/>
                <a:gd name="connsiteY148" fmla="*/ 211436 h 686671"/>
                <a:gd name="connsiteX149" fmla="*/ 1452722 w 2915191"/>
                <a:gd name="connsiteY149" fmla="*/ 186339 h 686671"/>
                <a:gd name="connsiteX150" fmla="*/ 1462466 w 2915191"/>
                <a:gd name="connsiteY150" fmla="*/ 179528 h 686671"/>
                <a:gd name="connsiteX151" fmla="*/ 1472225 w 2915191"/>
                <a:gd name="connsiteY151" fmla="*/ 185471 h 686671"/>
                <a:gd name="connsiteX152" fmla="*/ 1481969 w 2915191"/>
                <a:gd name="connsiteY152" fmla="*/ 194000 h 686671"/>
                <a:gd name="connsiteX153" fmla="*/ 1491713 w 2915191"/>
                <a:gd name="connsiteY153" fmla="*/ 222540 h 686671"/>
                <a:gd name="connsiteX154" fmla="*/ 1501472 w 2915191"/>
                <a:gd name="connsiteY154" fmla="*/ 201871 h 686671"/>
                <a:gd name="connsiteX155" fmla="*/ 1511216 w 2915191"/>
                <a:gd name="connsiteY155" fmla="*/ 161186 h 686671"/>
                <a:gd name="connsiteX156" fmla="*/ 1520960 w 2915191"/>
                <a:gd name="connsiteY156" fmla="*/ 180080 h 686671"/>
                <a:gd name="connsiteX157" fmla="*/ 1530719 w 2915191"/>
                <a:gd name="connsiteY157" fmla="*/ 195420 h 686671"/>
                <a:gd name="connsiteX158" fmla="*/ 1540463 w 2915191"/>
                <a:gd name="connsiteY158" fmla="*/ 205132 h 686671"/>
                <a:gd name="connsiteX159" fmla="*/ 1550221 w 2915191"/>
                <a:gd name="connsiteY159" fmla="*/ 226253 h 686671"/>
                <a:gd name="connsiteX160" fmla="*/ 1559965 w 2915191"/>
                <a:gd name="connsiteY160" fmla="*/ 190671 h 686671"/>
                <a:gd name="connsiteX161" fmla="*/ 1569709 w 2915191"/>
                <a:gd name="connsiteY161" fmla="*/ 219241 h 686671"/>
                <a:gd name="connsiteX162" fmla="*/ 1579468 w 2915191"/>
                <a:gd name="connsiteY162" fmla="*/ 221883 h 686671"/>
                <a:gd name="connsiteX163" fmla="*/ 1589212 w 2915191"/>
                <a:gd name="connsiteY163" fmla="*/ 233579 h 686671"/>
                <a:gd name="connsiteX164" fmla="*/ 1598971 w 2915191"/>
                <a:gd name="connsiteY164" fmla="*/ 217084 h 686671"/>
                <a:gd name="connsiteX165" fmla="*/ 1608715 w 2915191"/>
                <a:gd name="connsiteY165" fmla="*/ 226627 h 686671"/>
                <a:gd name="connsiteX166" fmla="*/ 1618459 w 2915191"/>
                <a:gd name="connsiteY166" fmla="*/ 241436 h 686671"/>
                <a:gd name="connsiteX167" fmla="*/ 1628218 w 2915191"/>
                <a:gd name="connsiteY167" fmla="*/ 254731 h 686671"/>
                <a:gd name="connsiteX168" fmla="*/ 1637962 w 2915191"/>
                <a:gd name="connsiteY168" fmla="*/ 269683 h 686671"/>
                <a:gd name="connsiteX169" fmla="*/ 1647720 w 2915191"/>
                <a:gd name="connsiteY169" fmla="*/ 259837 h 686671"/>
                <a:gd name="connsiteX170" fmla="*/ 1657464 w 2915191"/>
                <a:gd name="connsiteY170" fmla="*/ 265293 h 686671"/>
                <a:gd name="connsiteX171" fmla="*/ 1667208 w 2915191"/>
                <a:gd name="connsiteY171" fmla="*/ 266324 h 686671"/>
                <a:gd name="connsiteX172" fmla="*/ 1676967 w 2915191"/>
                <a:gd name="connsiteY172" fmla="*/ 251416 h 686671"/>
                <a:gd name="connsiteX173" fmla="*/ 1686711 w 2915191"/>
                <a:gd name="connsiteY173" fmla="*/ 224674 h 686671"/>
                <a:gd name="connsiteX174" fmla="*/ 1696470 w 2915191"/>
                <a:gd name="connsiteY174" fmla="*/ 194017 h 686671"/>
                <a:gd name="connsiteX175" fmla="*/ 1706214 w 2915191"/>
                <a:gd name="connsiteY175" fmla="*/ 186549 h 686671"/>
                <a:gd name="connsiteX176" fmla="*/ 1715958 w 2915191"/>
                <a:gd name="connsiteY176" fmla="*/ 174318 h 686671"/>
                <a:gd name="connsiteX177" fmla="*/ 1725716 w 2915191"/>
                <a:gd name="connsiteY177" fmla="*/ 194654 h 686671"/>
                <a:gd name="connsiteX178" fmla="*/ 1735460 w 2915191"/>
                <a:gd name="connsiteY178" fmla="*/ 204407 h 686671"/>
                <a:gd name="connsiteX179" fmla="*/ 1745219 w 2915191"/>
                <a:gd name="connsiteY179" fmla="*/ 177480 h 686671"/>
                <a:gd name="connsiteX180" fmla="*/ 1754963 w 2915191"/>
                <a:gd name="connsiteY180" fmla="*/ 143656 h 686671"/>
                <a:gd name="connsiteX181" fmla="*/ 1764707 w 2915191"/>
                <a:gd name="connsiteY181" fmla="*/ 147113 h 686671"/>
                <a:gd name="connsiteX182" fmla="*/ 1774466 w 2915191"/>
                <a:gd name="connsiteY182" fmla="*/ 137541 h 686671"/>
                <a:gd name="connsiteX183" fmla="*/ 1784210 w 2915191"/>
                <a:gd name="connsiteY183" fmla="*/ 129807 h 686671"/>
                <a:gd name="connsiteX184" fmla="*/ 1793969 w 2915191"/>
                <a:gd name="connsiteY184" fmla="*/ 115148 h 686671"/>
                <a:gd name="connsiteX185" fmla="*/ 1803713 w 2915191"/>
                <a:gd name="connsiteY185" fmla="*/ 100433 h 686671"/>
                <a:gd name="connsiteX186" fmla="*/ 1813457 w 2915191"/>
                <a:gd name="connsiteY186" fmla="*/ 72342 h 686671"/>
                <a:gd name="connsiteX187" fmla="*/ 1823215 w 2915191"/>
                <a:gd name="connsiteY187" fmla="*/ 49398 h 686671"/>
                <a:gd name="connsiteX188" fmla="*/ 1832959 w 2915191"/>
                <a:gd name="connsiteY188" fmla="*/ 89757 h 686671"/>
                <a:gd name="connsiteX189" fmla="*/ 1842703 w 2915191"/>
                <a:gd name="connsiteY189" fmla="*/ 69335 h 686671"/>
                <a:gd name="connsiteX190" fmla="*/ 1852462 w 2915191"/>
                <a:gd name="connsiteY190" fmla="*/ 73938 h 686671"/>
                <a:gd name="connsiteX191" fmla="*/ 1862206 w 2915191"/>
                <a:gd name="connsiteY191" fmla="*/ 30090 h 686671"/>
                <a:gd name="connsiteX192" fmla="*/ 1871965 w 2915191"/>
                <a:gd name="connsiteY192" fmla="*/ 14678 h 686671"/>
                <a:gd name="connsiteX193" fmla="*/ 1881709 w 2915191"/>
                <a:gd name="connsiteY193" fmla="*/ 30811 h 686671"/>
                <a:gd name="connsiteX194" fmla="*/ 1891453 w 2915191"/>
                <a:gd name="connsiteY194" fmla="*/ 59997 h 686671"/>
                <a:gd name="connsiteX195" fmla="*/ 1901212 w 2915191"/>
                <a:gd name="connsiteY195" fmla="*/ 89027 h 686671"/>
                <a:gd name="connsiteX196" fmla="*/ 1910956 w 2915191"/>
                <a:gd name="connsiteY196" fmla="*/ 53127 h 686671"/>
                <a:gd name="connsiteX197" fmla="*/ 1920714 w 2915191"/>
                <a:gd name="connsiteY197" fmla="*/ 63070 h 686671"/>
                <a:gd name="connsiteX198" fmla="*/ 1930458 w 2915191"/>
                <a:gd name="connsiteY198" fmla="*/ 89033 h 686671"/>
                <a:gd name="connsiteX199" fmla="*/ 1940202 w 2915191"/>
                <a:gd name="connsiteY199" fmla="*/ 121541 h 686671"/>
                <a:gd name="connsiteX200" fmla="*/ 1949961 w 2915191"/>
                <a:gd name="connsiteY200" fmla="*/ 131637 h 686671"/>
                <a:gd name="connsiteX201" fmla="*/ 1959705 w 2915191"/>
                <a:gd name="connsiteY201" fmla="*/ 141718 h 686671"/>
                <a:gd name="connsiteX202" fmla="*/ 1969464 w 2915191"/>
                <a:gd name="connsiteY202" fmla="*/ 144705 h 686671"/>
                <a:gd name="connsiteX203" fmla="*/ 1979208 w 2915191"/>
                <a:gd name="connsiteY203" fmla="*/ 113556 h 686671"/>
                <a:gd name="connsiteX204" fmla="*/ 1988952 w 2915191"/>
                <a:gd name="connsiteY204" fmla="*/ 147227 h 686671"/>
                <a:gd name="connsiteX205" fmla="*/ 1998711 w 2915191"/>
                <a:gd name="connsiteY205" fmla="*/ 145667 h 686671"/>
                <a:gd name="connsiteX206" fmla="*/ 2008454 w 2915191"/>
                <a:gd name="connsiteY206" fmla="*/ 172840 h 686671"/>
                <a:gd name="connsiteX207" fmla="*/ 2018213 w 2915191"/>
                <a:gd name="connsiteY207" fmla="*/ 220164 h 686671"/>
                <a:gd name="connsiteX208" fmla="*/ 2027957 w 2915191"/>
                <a:gd name="connsiteY208" fmla="*/ 237163 h 686671"/>
                <a:gd name="connsiteX209" fmla="*/ 2037701 w 2915191"/>
                <a:gd name="connsiteY209" fmla="*/ 207766 h 686671"/>
                <a:gd name="connsiteX210" fmla="*/ 2047460 w 2915191"/>
                <a:gd name="connsiteY210" fmla="*/ 195653 h 686671"/>
                <a:gd name="connsiteX211" fmla="*/ 2057204 w 2915191"/>
                <a:gd name="connsiteY211" fmla="*/ 229672 h 686671"/>
                <a:gd name="connsiteX212" fmla="*/ 2066963 w 2915191"/>
                <a:gd name="connsiteY212" fmla="*/ 228683 h 686671"/>
                <a:gd name="connsiteX213" fmla="*/ 2076707 w 2915191"/>
                <a:gd name="connsiteY213" fmla="*/ 254488 h 686671"/>
                <a:gd name="connsiteX214" fmla="*/ 2086451 w 2915191"/>
                <a:gd name="connsiteY214" fmla="*/ 242591 h 686671"/>
                <a:gd name="connsiteX215" fmla="*/ 2096210 w 2915191"/>
                <a:gd name="connsiteY215" fmla="*/ 209973 h 686671"/>
                <a:gd name="connsiteX216" fmla="*/ 2105954 w 2915191"/>
                <a:gd name="connsiteY216" fmla="*/ 201477 h 686671"/>
                <a:gd name="connsiteX217" fmla="*/ 2115697 w 2915191"/>
                <a:gd name="connsiteY217" fmla="*/ 224677 h 686671"/>
                <a:gd name="connsiteX218" fmla="*/ 2125456 w 2915191"/>
                <a:gd name="connsiteY218" fmla="*/ 234738 h 686671"/>
                <a:gd name="connsiteX219" fmla="*/ 2135200 w 2915191"/>
                <a:gd name="connsiteY219" fmla="*/ 254680 h 686671"/>
                <a:gd name="connsiteX220" fmla="*/ 2144959 w 2915191"/>
                <a:gd name="connsiteY220" fmla="*/ 272824 h 686671"/>
                <a:gd name="connsiteX221" fmla="*/ 2154703 w 2915191"/>
                <a:gd name="connsiteY221" fmla="*/ 255565 h 686671"/>
                <a:gd name="connsiteX222" fmla="*/ 2164447 w 2915191"/>
                <a:gd name="connsiteY222" fmla="*/ 261982 h 686671"/>
                <a:gd name="connsiteX223" fmla="*/ 2174206 w 2915191"/>
                <a:gd name="connsiteY223" fmla="*/ 232566 h 686671"/>
                <a:gd name="connsiteX224" fmla="*/ 2183950 w 2915191"/>
                <a:gd name="connsiteY224" fmla="*/ 208702 h 686671"/>
                <a:gd name="connsiteX225" fmla="*/ 2193709 w 2915191"/>
                <a:gd name="connsiteY225" fmla="*/ 203037 h 686671"/>
                <a:gd name="connsiteX226" fmla="*/ 2203452 w 2915191"/>
                <a:gd name="connsiteY226" fmla="*/ 179431 h 686671"/>
                <a:gd name="connsiteX227" fmla="*/ 2213196 w 2915191"/>
                <a:gd name="connsiteY227" fmla="*/ 163293 h 686671"/>
                <a:gd name="connsiteX228" fmla="*/ 2222955 w 2915191"/>
                <a:gd name="connsiteY228" fmla="*/ 183162 h 686671"/>
                <a:gd name="connsiteX229" fmla="*/ 2232699 w 2915191"/>
                <a:gd name="connsiteY229" fmla="*/ 218456 h 686671"/>
                <a:gd name="connsiteX230" fmla="*/ 2242458 w 2915191"/>
                <a:gd name="connsiteY230" fmla="*/ 190747 h 686671"/>
                <a:gd name="connsiteX231" fmla="*/ 2252202 w 2915191"/>
                <a:gd name="connsiteY231" fmla="*/ 186522 h 686671"/>
                <a:gd name="connsiteX232" fmla="*/ 2261946 w 2915191"/>
                <a:gd name="connsiteY232" fmla="*/ 194469 h 686671"/>
                <a:gd name="connsiteX233" fmla="*/ 2271705 w 2915191"/>
                <a:gd name="connsiteY233" fmla="*/ 180665 h 686671"/>
                <a:gd name="connsiteX234" fmla="*/ 2281449 w 2915191"/>
                <a:gd name="connsiteY234" fmla="*/ 185318 h 686671"/>
                <a:gd name="connsiteX235" fmla="*/ 2291208 w 2915191"/>
                <a:gd name="connsiteY235" fmla="*/ 195355 h 686671"/>
                <a:gd name="connsiteX236" fmla="*/ 2300951 w 2915191"/>
                <a:gd name="connsiteY236" fmla="*/ 227454 h 686671"/>
                <a:gd name="connsiteX237" fmla="*/ 2310695 w 2915191"/>
                <a:gd name="connsiteY237" fmla="*/ 190264 h 686671"/>
                <a:gd name="connsiteX238" fmla="*/ 2320454 w 2915191"/>
                <a:gd name="connsiteY238" fmla="*/ 220296 h 686671"/>
                <a:gd name="connsiteX239" fmla="*/ 2330198 w 2915191"/>
                <a:gd name="connsiteY239" fmla="*/ 250619 h 686671"/>
                <a:gd name="connsiteX240" fmla="*/ 2339957 w 2915191"/>
                <a:gd name="connsiteY240" fmla="*/ 230472 h 686671"/>
                <a:gd name="connsiteX241" fmla="*/ 2349701 w 2915191"/>
                <a:gd name="connsiteY241" fmla="*/ 233185 h 686671"/>
                <a:gd name="connsiteX242" fmla="*/ 2359445 w 2915191"/>
                <a:gd name="connsiteY242" fmla="*/ 218944 h 686671"/>
                <a:gd name="connsiteX243" fmla="*/ 2369204 w 2915191"/>
                <a:gd name="connsiteY243" fmla="*/ 217556 h 686671"/>
                <a:gd name="connsiteX244" fmla="*/ 2378948 w 2915191"/>
                <a:gd name="connsiteY244" fmla="*/ 201571 h 686671"/>
                <a:gd name="connsiteX245" fmla="*/ 2388692 w 2915191"/>
                <a:gd name="connsiteY245" fmla="*/ 188153 h 686671"/>
                <a:gd name="connsiteX246" fmla="*/ 2398450 w 2915191"/>
                <a:gd name="connsiteY246" fmla="*/ 212144 h 686671"/>
                <a:gd name="connsiteX247" fmla="*/ 2408194 w 2915191"/>
                <a:gd name="connsiteY247" fmla="*/ 223377 h 686671"/>
                <a:gd name="connsiteX248" fmla="*/ 2417953 w 2915191"/>
                <a:gd name="connsiteY248" fmla="*/ 233185 h 686671"/>
                <a:gd name="connsiteX249" fmla="*/ 2427697 w 2915191"/>
                <a:gd name="connsiteY249" fmla="*/ 208888 h 686671"/>
                <a:gd name="connsiteX250" fmla="*/ 2437441 w 2915191"/>
                <a:gd name="connsiteY250" fmla="*/ 226841 h 686671"/>
                <a:gd name="connsiteX251" fmla="*/ 2447200 w 2915191"/>
                <a:gd name="connsiteY251" fmla="*/ 217299 h 686671"/>
                <a:gd name="connsiteX252" fmla="*/ 2456944 w 2915191"/>
                <a:gd name="connsiteY252" fmla="*/ 185757 h 686671"/>
                <a:gd name="connsiteX253" fmla="*/ 2466703 w 2915191"/>
                <a:gd name="connsiteY253" fmla="*/ 187660 h 686671"/>
                <a:gd name="connsiteX254" fmla="*/ 2476446 w 2915191"/>
                <a:gd name="connsiteY254" fmla="*/ 195461 h 686671"/>
                <a:gd name="connsiteX255" fmla="*/ 2486190 w 2915191"/>
                <a:gd name="connsiteY255" fmla="*/ 195385 h 686671"/>
                <a:gd name="connsiteX256" fmla="*/ 2495949 w 2915191"/>
                <a:gd name="connsiteY256" fmla="*/ 170841 h 686671"/>
                <a:gd name="connsiteX257" fmla="*/ 2505693 w 2915191"/>
                <a:gd name="connsiteY257" fmla="*/ 176122 h 686671"/>
                <a:gd name="connsiteX258" fmla="*/ 2515452 w 2915191"/>
                <a:gd name="connsiteY258" fmla="*/ 170288 h 686671"/>
                <a:gd name="connsiteX259" fmla="*/ 2525196 w 2915191"/>
                <a:gd name="connsiteY259" fmla="*/ 165285 h 686671"/>
                <a:gd name="connsiteX260" fmla="*/ 2534940 w 2915191"/>
                <a:gd name="connsiteY260" fmla="*/ 172505 h 686671"/>
                <a:gd name="connsiteX261" fmla="*/ 2544699 w 2915191"/>
                <a:gd name="connsiteY261" fmla="*/ 141294 h 686671"/>
                <a:gd name="connsiteX262" fmla="*/ 2554443 w 2915191"/>
                <a:gd name="connsiteY262" fmla="*/ 120603 h 686671"/>
                <a:gd name="connsiteX263" fmla="*/ 2564202 w 2915191"/>
                <a:gd name="connsiteY263" fmla="*/ 116363 h 686671"/>
                <a:gd name="connsiteX264" fmla="*/ 2573946 w 2915191"/>
                <a:gd name="connsiteY264" fmla="*/ 129374 h 686671"/>
                <a:gd name="connsiteX265" fmla="*/ 2583690 w 2915191"/>
                <a:gd name="connsiteY265" fmla="*/ 128128 h 686671"/>
                <a:gd name="connsiteX266" fmla="*/ 2593448 w 2915191"/>
                <a:gd name="connsiteY266" fmla="*/ 109229 h 686671"/>
                <a:gd name="connsiteX267" fmla="*/ 2603192 w 2915191"/>
                <a:gd name="connsiteY267" fmla="*/ 108897 h 686671"/>
                <a:gd name="connsiteX268" fmla="*/ 2612951 w 2915191"/>
                <a:gd name="connsiteY268" fmla="*/ 86051 h 686671"/>
                <a:gd name="connsiteX269" fmla="*/ 2622695 w 2915191"/>
                <a:gd name="connsiteY269" fmla="*/ 61344 h 686671"/>
                <a:gd name="connsiteX270" fmla="*/ 2632439 w 2915191"/>
                <a:gd name="connsiteY270" fmla="*/ 39210 h 686671"/>
                <a:gd name="connsiteX271" fmla="*/ 2642198 w 2915191"/>
                <a:gd name="connsiteY271" fmla="*/ 52289 h 686671"/>
                <a:gd name="connsiteX272" fmla="*/ 2651942 w 2915191"/>
                <a:gd name="connsiteY272" fmla="*/ 50163 h 686671"/>
                <a:gd name="connsiteX273" fmla="*/ 2661685 w 2915191"/>
                <a:gd name="connsiteY273" fmla="*/ 50046 h 686671"/>
                <a:gd name="connsiteX274" fmla="*/ 2671444 w 2915191"/>
                <a:gd name="connsiteY274" fmla="*/ 61415 h 686671"/>
                <a:gd name="connsiteX275" fmla="*/ 2681188 w 2915191"/>
                <a:gd name="connsiteY275" fmla="*/ 91310 h 686671"/>
                <a:gd name="connsiteX276" fmla="*/ 2690947 w 2915191"/>
                <a:gd name="connsiteY276" fmla="*/ 83802 h 686671"/>
                <a:gd name="connsiteX277" fmla="*/ 2700691 w 2915191"/>
                <a:gd name="connsiteY277" fmla="*/ 81983 h 686671"/>
                <a:gd name="connsiteX278" fmla="*/ 2710435 w 2915191"/>
                <a:gd name="connsiteY278" fmla="*/ 106064 h 686671"/>
                <a:gd name="connsiteX279" fmla="*/ 2720194 w 2915191"/>
                <a:gd name="connsiteY279" fmla="*/ 109321 h 686671"/>
                <a:gd name="connsiteX280" fmla="*/ 2729938 w 2915191"/>
                <a:gd name="connsiteY280" fmla="*/ 80811 h 686671"/>
                <a:gd name="connsiteX281" fmla="*/ 2739697 w 2915191"/>
                <a:gd name="connsiteY281" fmla="*/ 93916 h 686671"/>
                <a:gd name="connsiteX282" fmla="*/ 2749441 w 2915191"/>
                <a:gd name="connsiteY282" fmla="*/ 91955 h 686671"/>
                <a:gd name="connsiteX283" fmla="*/ 2759185 w 2915191"/>
                <a:gd name="connsiteY283" fmla="*/ 78340 h 686671"/>
                <a:gd name="connsiteX284" fmla="*/ 2768943 w 2915191"/>
                <a:gd name="connsiteY284" fmla="*/ 79930 h 686671"/>
                <a:gd name="connsiteX285" fmla="*/ 2778687 w 2915191"/>
                <a:gd name="connsiteY285" fmla="*/ 99960 h 686671"/>
                <a:gd name="connsiteX286" fmla="*/ 2788446 w 2915191"/>
                <a:gd name="connsiteY286" fmla="*/ 67626 h 686671"/>
                <a:gd name="connsiteX287" fmla="*/ 2798190 w 2915191"/>
                <a:gd name="connsiteY287" fmla="*/ 59074 h 686671"/>
                <a:gd name="connsiteX288" fmla="*/ 2807934 w 2915191"/>
                <a:gd name="connsiteY288" fmla="*/ 55338 h 686671"/>
                <a:gd name="connsiteX289" fmla="*/ 2817693 w 2915191"/>
                <a:gd name="connsiteY289" fmla="*/ 48504 h 686671"/>
                <a:gd name="connsiteX290" fmla="*/ 2827437 w 2915191"/>
                <a:gd name="connsiteY290" fmla="*/ 31526 h 686671"/>
                <a:gd name="connsiteX291" fmla="*/ 2837196 w 2915191"/>
                <a:gd name="connsiteY291" fmla="*/ 11854 h 686671"/>
                <a:gd name="connsiteX292" fmla="*/ 2846940 w 2915191"/>
                <a:gd name="connsiteY292" fmla="*/ 0 h 686671"/>
                <a:gd name="connsiteX293" fmla="*/ 2856684 w 2915191"/>
                <a:gd name="connsiteY293" fmla="*/ 2284 h 686671"/>
                <a:gd name="connsiteX294" fmla="*/ 2866442 w 2915191"/>
                <a:gd name="connsiteY294" fmla="*/ 23390 h 686671"/>
                <a:gd name="connsiteX295" fmla="*/ 2876186 w 2915191"/>
                <a:gd name="connsiteY295" fmla="*/ 48480 h 686671"/>
                <a:gd name="connsiteX296" fmla="*/ 2885945 w 2915191"/>
                <a:gd name="connsiteY296" fmla="*/ 53855 h 686671"/>
                <a:gd name="connsiteX297" fmla="*/ 2895689 w 2915191"/>
                <a:gd name="connsiteY297" fmla="*/ 39283 h 686671"/>
                <a:gd name="connsiteX298" fmla="*/ 2905433 w 2915191"/>
                <a:gd name="connsiteY298" fmla="*/ 24223 h 686671"/>
                <a:gd name="connsiteX299" fmla="*/ 2915192 w 2915191"/>
                <a:gd name="connsiteY299" fmla="*/ 13138 h 686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86671">
                  <a:moveTo>
                    <a:pt x="0" y="550897"/>
                  </a:moveTo>
                  <a:lnTo>
                    <a:pt x="9750" y="549939"/>
                  </a:lnTo>
                  <a:lnTo>
                    <a:pt x="19500" y="539544"/>
                  </a:lnTo>
                  <a:lnTo>
                    <a:pt x="29250" y="522263"/>
                  </a:lnTo>
                  <a:lnTo>
                    <a:pt x="39000" y="525998"/>
                  </a:lnTo>
                  <a:lnTo>
                    <a:pt x="48749" y="538901"/>
                  </a:lnTo>
                  <a:lnTo>
                    <a:pt x="58499" y="533954"/>
                  </a:lnTo>
                  <a:lnTo>
                    <a:pt x="68249" y="528148"/>
                  </a:lnTo>
                  <a:lnTo>
                    <a:pt x="77998" y="554034"/>
                  </a:lnTo>
                  <a:lnTo>
                    <a:pt x="87748" y="580798"/>
                  </a:lnTo>
                  <a:lnTo>
                    <a:pt x="97497" y="558189"/>
                  </a:lnTo>
                  <a:lnTo>
                    <a:pt x="107247" y="560348"/>
                  </a:lnTo>
                  <a:lnTo>
                    <a:pt x="116997" y="554635"/>
                  </a:lnTo>
                  <a:lnTo>
                    <a:pt x="126747" y="604210"/>
                  </a:lnTo>
                  <a:lnTo>
                    <a:pt x="136497" y="543011"/>
                  </a:lnTo>
                  <a:lnTo>
                    <a:pt x="146247" y="539772"/>
                  </a:lnTo>
                  <a:lnTo>
                    <a:pt x="155997" y="593677"/>
                  </a:lnTo>
                  <a:lnTo>
                    <a:pt x="165747" y="608021"/>
                  </a:lnTo>
                  <a:lnTo>
                    <a:pt x="175497" y="618695"/>
                  </a:lnTo>
                  <a:lnTo>
                    <a:pt x="185247" y="593711"/>
                  </a:lnTo>
                  <a:lnTo>
                    <a:pt x="194996" y="638690"/>
                  </a:lnTo>
                  <a:lnTo>
                    <a:pt x="204746" y="668178"/>
                  </a:lnTo>
                  <a:lnTo>
                    <a:pt x="214495" y="686672"/>
                  </a:lnTo>
                  <a:lnTo>
                    <a:pt x="224245" y="666642"/>
                  </a:lnTo>
                  <a:lnTo>
                    <a:pt x="233995" y="651530"/>
                  </a:lnTo>
                  <a:lnTo>
                    <a:pt x="243744" y="613206"/>
                  </a:lnTo>
                  <a:lnTo>
                    <a:pt x="253494" y="606462"/>
                  </a:lnTo>
                  <a:lnTo>
                    <a:pt x="263244" y="569430"/>
                  </a:lnTo>
                  <a:lnTo>
                    <a:pt x="272994" y="576202"/>
                  </a:lnTo>
                  <a:lnTo>
                    <a:pt x="282744" y="556309"/>
                  </a:lnTo>
                  <a:lnTo>
                    <a:pt x="292494" y="546118"/>
                  </a:lnTo>
                  <a:lnTo>
                    <a:pt x="302244" y="552672"/>
                  </a:lnTo>
                  <a:lnTo>
                    <a:pt x="311994" y="539985"/>
                  </a:lnTo>
                  <a:lnTo>
                    <a:pt x="321744" y="566970"/>
                  </a:lnTo>
                  <a:lnTo>
                    <a:pt x="331493" y="573256"/>
                  </a:lnTo>
                  <a:lnTo>
                    <a:pt x="341243" y="569105"/>
                  </a:lnTo>
                  <a:lnTo>
                    <a:pt x="350993" y="556192"/>
                  </a:lnTo>
                  <a:lnTo>
                    <a:pt x="360742" y="573268"/>
                  </a:lnTo>
                  <a:lnTo>
                    <a:pt x="370492" y="582586"/>
                  </a:lnTo>
                  <a:lnTo>
                    <a:pt x="380241" y="578230"/>
                  </a:lnTo>
                  <a:lnTo>
                    <a:pt x="389991" y="528823"/>
                  </a:lnTo>
                  <a:lnTo>
                    <a:pt x="399741" y="510444"/>
                  </a:lnTo>
                  <a:lnTo>
                    <a:pt x="409491" y="524758"/>
                  </a:lnTo>
                  <a:lnTo>
                    <a:pt x="419241" y="534626"/>
                  </a:lnTo>
                  <a:lnTo>
                    <a:pt x="428991" y="528167"/>
                  </a:lnTo>
                  <a:lnTo>
                    <a:pt x="438741" y="495881"/>
                  </a:lnTo>
                  <a:lnTo>
                    <a:pt x="448491" y="484563"/>
                  </a:lnTo>
                  <a:lnTo>
                    <a:pt x="458241" y="524751"/>
                  </a:lnTo>
                  <a:lnTo>
                    <a:pt x="467991" y="496905"/>
                  </a:lnTo>
                  <a:lnTo>
                    <a:pt x="477740" y="525365"/>
                  </a:lnTo>
                  <a:lnTo>
                    <a:pt x="487490" y="526470"/>
                  </a:lnTo>
                  <a:lnTo>
                    <a:pt x="497239" y="517723"/>
                  </a:lnTo>
                  <a:lnTo>
                    <a:pt x="506989" y="488399"/>
                  </a:lnTo>
                  <a:lnTo>
                    <a:pt x="516738" y="512380"/>
                  </a:lnTo>
                  <a:lnTo>
                    <a:pt x="526488" y="481888"/>
                  </a:lnTo>
                  <a:lnTo>
                    <a:pt x="536238" y="486018"/>
                  </a:lnTo>
                  <a:lnTo>
                    <a:pt x="545988" y="488919"/>
                  </a:lnTo>
                  <a:lnTo>
                    <a:pt x="555738" y="514475"/>
                  </a:lnTo>
                  <a:lnTo>
                    <a:pt x="565488" y="500896"/>
                  </a:lnTo>
                  <a:lnTo>
                    <a:pt x="575238" y="525620"/>
                  </a:lnTo>
                  <a:lnTo>
                    <a:pt x="584988" y="523873"/>
                  </a:lnTo>
                  <a:lnTo>
                    <a:pt x="594738" y="509247"/>
                  </a:lnTo>
                  <a:lnTo>
                    <a:pt x="604488" y="499555"/>
                  </a:lnTo>
                  <a:lnTo>
                    <a:pt x="614237" y="480659"/>
                  </a:lnTo>
                  <a:lnTo>
                    <a:pt x="623987" y="484877"/>
                  </a:lnTo>
                  <a:lnTo>
                    <a:pt x="633736" y="472338"/>
                  </a:lnTo>
                  <a:lnTo>
                    <a:pt x="643486" y="492389"/>
                  </a:lnTo>
                  <a:lnTo>
                    <a:pt x="653236" y="480406"/>
                  </a:lnTo>
                  <a:lnTo>
                    <a:pt x="662985" y="494442"/>
                  </a:lnTo>
                  <a:lnTo>
                    <a:pt x="672735" y="493861"/>
                  </a:lnTo>
                  <a:lnTo>
                    <a:pt x="682485" y="476653"/>
                  </a:lnTo>
                  <a:lnTo>
                    <a:pt x="692235" y="492319"/>
                  </a:lnTo>
                  <a:lnTo>
                    <a:pt x="701985" y="476790"/>
                  </a:lnTo>
                  <a:lnTo>
                    <a:pt x="711735" y="480409"/>
                  </a:lnTo>
                  <a:lnTo>
                    <a:pt x="721485" y="459826"/>
                  </a:lnTo>
                  <a:lnTo>
                    <a:pt x="731235" y="459398"/>
                  </a:lnTo>
                  <a:lnTo>
                    <a:pt x="740985" y="440234"/>
                  </a:lnTo>
                  <a:lnTo>
                    <a:pt x="750734" y="446707"/>
                  </a:lnTo>
                  <a:lnTo>
                    <a:pt x="760484" y="400027"/>
                  </a:lnTo>
                  <a:lnTo>
                    <a:pt x="770233" y="399530"/>
                  </a:lnTo>
                  <a:lnTo>
                    <a:pt x="779983" y="405376"/>
                  </a:lnTo>
                  <a:lnTo>
                    <a:pt x="789733" y="395352"/>
                  </a:lnTo>
                  <a:lnTo>
                    <a:pt x="799482" y="379119"/>
                  </a:lnTo>
                  <a:lnTo>
                    <a:pt x="809232" y="402883"/>
                  </a:lnTo>
                  <a:lnTo>
                    <a:pt x="818982" y="402775"/>
                  </a:lnTo>
                  <a:lnTo>
                    <a:pt x="828732" y="408995"/>
                  </a:lnTo>
                  <a:lnTo>
                    <a:pt x="838482" y="433751"/>
                  </a:lnTo>
                  <a:lnTo>
                    <a:pt x="848232" y="423264"/>
                  </a:lnTo>
                  <a:lnTo>
                    <a:pt x="857982" y="436296"/>
                  </a:lnTo>
                  <a:lnTo>
                    <a:pt x="867732" y="415744"/>
                  </a:lnTo>
                  <a:lnTo>
                    <a:pt x="877482" y="412957"/>
                  </a:lnTo>
                  <a:lnTo>
                    <a:pt x="887231" y="423669"/>
                  </a:lnTo>
                  <a:lnTo>
                    <a:pt x="896981" y="433894"/>
                  </a:lnTo>
                  <a:lnTo>
                    <a:pt x="906730" y="442458"/>
                  </a:lnTo>
                  <a:lnTo>
                    <a:pt x="916480" y="440870"/>
                  </a:lnTo>
                  <a:lnTo>
                    <a:pt x="926230" y="457595"/>
                  </a:lnTo>
                  <a:lnTo>
                    <a:pt x="935979" y="436902"/>
                  </a:lnTo>
                  <a:lnTo>
                    <a:pt x="945729" y="410318"/>
                  </a:lnTo>
                  <a:lnTo>
                    <a:pt x="955479" y="387526"/>
                  </a:lnTo>
                  <a:lnTo>
                    <a:pt x="965229" y="376472"/>
                  </a:lnTo>
                  <a:lnTo>
                    <a:pt x="974979" y="407398"/>
                  </a:lnTo>
                  <a:lnTo>
                    <a:pt x="984729" y="395149"/>
                  </a:lnTo>
                  <a:lnTo>
                    <a:pt x="994474" y="364559"/>
                  </a:lnTo>
                  <a:lnTo>
                    <a:pt x="1004233" y="356735"/>
                  </a:lnTo>
                  <a:lnTo>
                    <a:pt x="1013977" y="358219"/>
                  </a:lnTo>
                  <a:lnTo>
                    <a:pt x="1023721" y="358829"/>
                  </a:lnTo>
                  <a:lnTo>
                    <a:pt x="1033480" y="351409"/>
                  </a:lnTo>
                  <a:lnTo>
                    <a:pt x="1043224" y="344415"/>
                  </a:lnTo>
                  <a:lnTo>
                    <a:pt x="1052983" y="334274"/>
                  </a:lnTo>
                  <a:lnTo>
                    <a:pt x="1062727" y="330230"/>
                  </a:lnTo>
                  <a:lnTo>
                    <a:pt x="1072471" y="353828"/>
                  </a:lnTo>
                  <a:lnTo>
                    <a:pt x="1082230" y="325304"/>
                  </a:lnTo>
                  <a:lnTo>
                    <a:pt x="1091973" y="320997"/>
                  </a:lnTo>
                  <a:lnTo>
                    <a:pt x="1101732" y="390259"/>
                  </a:lnTo>
                  <a:lnTo>
                    <a:pt x="1111476" y="380746"/>
                  </a:lnTo>
                  <a:lnTo>
                    <a:pt x="1121220" y="392676"/>
                  </a:lnTo>
                  <a:lnTo>
                    <a:pt x="1130979" y="405220"/>
                  </a:lnTo>
                  <a:lnTo>
                    <a:pt x="1140723" y="402581"/>
                  </a:lnTo>
                  <a:lnTo>
                    <a:pt x="1150482" y="401328"/>
                  </a:lnTo>
                  <a:lnTo>
                    <a:pt x="1160226" y="389497"/>
                  </a:lnTo>
                  <a:lnTo>
                    <a:pt x="1169969" y="397704"/>
                  </a:lnTo>
                  <a:lnTo>
                    <a:pt x="1179728" y="369125"/>
                  </a:lnTo>
                  <a:lnTo>
                    <a:pt x="1189472" y="359392"/>
                  </a:lnTo>
                  <a:lnTo>
                    <a:pt x="1199231" y="327570"/>
                  </a:lnTo>
                  <a:lnTo>
                    <a:pt x="1208975" y="298042"/>
                  </a:lnTo>
                  <a:lnTo>
                    <a:pt x="1218719" y="292837"/>
                  </a:lnTo>
                  <a:lnTo>
                    <a:pt x="1228478" y="278855"/>
                  </a:lnTo>
                  <a:lnTo>
                    <a:pt x="1238222" y="248838"/>
                  </a:lnTo>
                  <a:lnTo>
                    <a:pt x="1247966" y="237733"/>
                  </a:lnTo>
                  <a:lnTo>
                    <a:pt x="1257725" y="254068"/>
                  </a:lnTo>
                  <a:lnTo>
                    <a:pt x="1267469" y="235112"/>
                  </a:lnTo>
                  <a:lnTo>
                    <a:pt x="1277227" y="286557"/>
                  </a:lnTo>
                  <a:lnTo>
                    <a:pt x="1286971" y="299992"/>
                  </a:lnTo>
                  <a:lnTo>
                    <a:pt x="1296715" y="329370"/>
                  </a:lnTo>
                  <a:lnTo>
                    <a:pt x="1306474" y="341434"/>
                  </a:lnTo>
                  <a:lnTo>
                    <a:pt x="1316218" y="324270"/>
                  </a:lnTo>
                  <a:lnTo>
                    <a:pt x="1325977" y="281025"/>
                  </a:lnTo>
                  <a:lnTo>
                    <a:pt x="1335721" y="258894"/>
                  </a:lnTo>
                  <a:lnTo>
                    <a:pt x="1345465" y="245164"/>
                  </a:lnTo>
                  <a:lnTo>
                    <a:pt x="1355224" y="221011"/>
                  </a:lnTo>
                  <a:lnTo>
                    <a:pt x="1364967" y="228862"/>
                  </a:lnTo>
                  <a:lnTo>
                    <a:pt x="1374726" y="221563"/>
                  </a:lnTo>
                  <a:lnTo>
                    <a:pt x="1384470" y="235027"/>
                  </a:lnTo>
                  <a:lnTo>
                    <a:pt x="1394214" y="225195"/>
                  </a:lnTo>
                  <a:lnTo>
                    <a:pt x="1403973" y="197821"/>
                  </a:lnTo>
                  <a:lnTo>
                    <a:pt x="1413717" y="227478"/>
                  </a:lnTo>
                  <a:lnTo>
                    <a:pt x="1423476" y="223018"/>
                  </a:lnTo>
                  <a:lnTo>
                    <a:pt x="1433220" y="239580"/>
                  </a:lnTo>
                  <a:lnTo>
                    <a:pt x="1442964" y="211436"/>
                  </a:lnTo>
                  <a:lnTo>
                    <a:pt x="1452722" y="186339"/>
                  </a:lnTo>
                  <a:lnTo>
                    <a:pt x="1462466" y="179528"/>
                  </a:lnTo>
                  <a:lnTo>
                    <a:pt x="1472225" y="185471"/>
                  </a:lnTo>
                  <a:lnTo>
                    <a:pt x="1481969" y="194000"/>
                  </a:lnTo>
                  <a:lnTo>
                    <a:pt x="1491713" y="222540"/>
                  </a:lnTo>
                  <a:lnTo>
                    <a:pt x="1501472" y="201871"/>
                  </a:lnTo>
                  <a:lnTo>
                    <a:pt x="1511216" y="161186"/>
                  </a:lnTo>
                  <a:lnTo>
                    <a:pt x="1520960" y="180080"/>
                  </a:lnTo>
                  <a:lnTo>
                    <a:pt x="1530719" y="195420"/>
                  </a:lnTo>
                  <a:lnTo>
                    <a:pt x="1540463" y="205132"/>
                  </a:lnTo>
                  <a:lnTo>
                    <a:pt x="1550221" y="226253"/>
                  </a:lnTo>
                  <a:lnTo>
                    <a:pt x="1559965" y="190671"/>
                  </a:lnTo>
                  <a:lnTo>
                    <a:pt x="1569709" y="219241"/>
                  </a:lnTo>
                  <a:lnTo>
                    <a:pt x="1579468" y="221883"/>
                  </a:lnTo>
                  <a:lnTo>
                    <a:pt x="1589212" y="233579"/>
                  </a:lnTo>
                  <a:lnTo>
                    <a:pt x="1598971" y="217084"/>
                  </a:lnTo>
                  <a:lnTo>
                    <a:pt x="1608715" y="226627"/>
                  </a:lnTo>
                  <a:lnTo>
                    <a:pt x="1618459" y="241436"/>
                  </a:lnTo>
                  <a:lnTo>
                    <a:pt x="1628218" y="254731"/>
                  </a:lnTo>
                  <a:lnTo>
                    <a:pt x="1637962" y="269683"/>
                  </a:lnTo>
                  <a:lnTo>
                    <a:pt x="1647720" y="259837"/>
                  </a:lnTo>
                  <a:lnTo>
                    <a:pt x="1657464" y="265293"/>
                  </a:lnTo>
                  <a:lnTo>
                    <a:pt x="1667208" y="266324"/>
                  </a:lnTo>
                  <a:lnTo>
                    <a:pt x="1676967" y="251416"/>
                  </a:lnTo>
                  <a:lnTo>
                    <a:pt x="1686711" y="224674"/>
                  </a:lnTo>
                  <a:lnTo>
                    <a:pt x="1696470" y="194017"/>
                  </a:lnTo>
                  <a:lnTo>
                    <a:pt x="1706214" y="186549"/>
                  </a:lnTo>
                  <a:lnTo>
                    <a:pt x="1715958" y="174318"/>
                  </a:lnTo>
                  <a:lnTo>
                    <a:pt x="1725716" y="194654"/>
                  </a:lnTo>
                  <a:lnTo>
                    <a:pt x="1735460" y="204407"/>
                  </a:lnTo>
                  <a:lnTo>
                    <a:pt x="1745219" y="177480"/>
                  </a:lnTo>
                  <a:lnTo>
                    <a:pt x="1754963" y="143656"/>
                  </a:lnTo>
                  <a:lnTo>
                    <a:pt x="1764707" y="147113"/>
                  </a:lnTo>
                  <a:lnTo>
                    <a:pt x="1774466" y="137541"/>
                  </a:lnTo>
                  <a:lnTo>
                    <a:pt x="1784210" y="129807"/>
                  </a:lnTo>
                  <a:lnTo>
                    <a:pt x="1793969" y="115148"/>
                  </a:lnTo>
                  <a:lnTo>
                    <a:pt x="1803713" y="100433"/>
                  </a:lnTo>
                  <a:lnTo>
                    <a:pt x="1813457" y="72342"/>
                  </a:lnTo>
                  <a:lnTo>
                    <a:pt x="1823215" y="49398"/>
                  </a:lnTo>
                  <a:lnTo>
                    <a:pt x="1832959" y="89757"/>
                  </a:lnTo>
                  <a:lnTo>
                    <a:pt x="1842703" y="69335"/>
                  </a:lnTo>
                  <a:lnTo>
                    <a:pt x="1852462" y="73938"/>
                  </a:lnTo>
                  <a:lnTo>
                    <a:pt x="1862206" y="30090"/>
                  </a:lnTo>
                  <a:lnTo>
                    <a:pt x="1871965" y="14678"/>
                  </a:lnTo>
                  <a:lnTo>
                    <a:pt x="1881709" y="30811"/>
                  </a:lnTo>
                  <a:lnTo>
                    <a:pt x="1891453" y="59997"/>
                  </a:lnTo>
                  <a:lnTo>
                    <a:pt x="1901212" y="89027"/>
                  </a:lnTo>
                  <a:lnTo>
                    <a:pt x="1910956" y="53127"/>
                  </a:lnTo>
                  <a:lnTo>
                    <a:pt x="1920714" y="63070"/>
                  </a:lnTo>
                  <a:lnTo>
                    <a:pt x="1930458" y="89033"/>
                  </a:lnTo>
                  <a:lnTo>
                    <a:pt x="1940202" y="121541"/>
                  </a:lnTo>
                  <a:lnTo>
                    <a:pt x="1949961" y="131637"/>
                  </a:lnTo>
                  <a:lnTo>
                    <a:pt x="1959705" y="141718"/>
                  </a:lnTo>
                  <a:lnTo>
                    <a:pt x="1969464" y="144705"/>
                  </a:lnTo>
                  <a:lnTo>
                    <a:pt x="1979208" y="113556"/>
                  </a:lnTo>
                  <a:lnTo>
                    <a:pt x="1988952" y="147227"/>
                  </a:lnTo>
                  <a:lnTo>
                    <a:pt x="1998711" y="145667"/>
                  </a:lnTo>
                  <a:lnTo>
                    <a:pt x="2008454" y="172840"/>
                  </a:lnTo>
                  <a:lnTo>
                    <a:pt x="2018213" y="220164"/>
                  </a:lnTo>
                  <a:lnTo>
                    <a:pt x="2027957" y="237163"/>
                  </a:lnTo>
                  <a:lnTo>
                    <a:pt x="2037701" y="207766"/>
                  </a:lnTo>
                  <a:lnTo>
                    <a:pt x="2047460" y="195653"/>
                  </a:lnTo>
                  <a:lnTo>
                    <a:pt x="2057204" y="229672"/>
                  </a:lnTo>
                  <a:lnTo>
                    <a:pt x="2066963" y="228683"/>
                  </a:lnTo>
                  <a:lnTo>
                    <a:pt x="2076707" y="254488"/>
                  </a:lnTo>
                  <a:lnTo>
                    <a:pt x="2086451" y="242591"/>
                  </a:lnTo>
                  <a:lnTo>
                    <a:pt x="2096210" y="209973"/>
                  </a:lnTo>
                  <a:lnTo>
                    <a:pt x="2105954" y="201477"/>
                  </a:lnTo>
                  <a:lnTo>
                    <a:pt x="2115697" y="224677"/>
                  </a:lnTo>
                  <a:lnTo>
                    <a:pt x="2125456" y="234738"/>
                  </a:lnTo>
                  <a:lnTo>
                    <a:pt x="2135200" y="254680"/>
                  </a:lnTo>
                  <a:lnTo>
                    <a:pt x="2144959" y="272824"/>
                  </a:lnTo>
                  <a:lnTo>
                    <a:pt x="2154703" y="255565"/>
                  </a:lnTo>
                  <a:lnTo>
                    <a:pt x="2164447" y="261982"/>
                  </a:lnTo>
                  <a:lnTo>
                    <a:pt x="2174206" y="232566"/>
                  </a:lnTo>
                  <a:lnTo>
                    <a:pt x="2183950" y="208702"/>
                  </a:lnTo>
                  <a:lnTo>
                    <a:pt x="2193709" y="203037"/>
                  </a:lnTo>
                  <a:lnTo>
                    <a:pt x="2203452" y="179431"/>
                  </a:lnTo>
                  <a:lnTo>
                    <a:pt x="2213196" y="163293"/>
                  </a:lnTo>
                  <a:lnTo>
                    <a:pt x="2222955" y="183162"/>
                  </a:lnTo>
                  <a:lnTo>
                    <a:pt x="2232699" y="218456"/>
                  </a:lnTo>
                  <a:lnTo>
                    <a:pt x="2242458" y="190747"/>
                  </a:lnTo>
                  <a:lnTo>
                    <a:pt x="2252202" y="186522"/>
                  </a:lnTo>
                  <a:lnTo>
                    <a:pt x="2261946" y="194469"/>
                  </a:lnTo>
                  <a:lnTo>
                    <a:pt x="2271705" y="180665"/>
                  </a:lnTo>
                  <a:lnTo>
                    <a:pt x="2281449" y="185318"/>
                  </a:lnTo>
                  <a:lnTo>
                    <a:pt x="2291208" y="195355"/>
                  </a:lnTo>
                  <a:lnTo>
                    <a:pt x="2300951" y="227454"/>
                  </a:lnTo>
                  <a:lnTo>
                    <a:pt x="2310695" y="190264"/>
                  </a:lnTo>
                  <a:lnTo>
                    <a:pt x="2320454" y="220296"/>
                  </a:lnTo>
                  <a:lnTo>
                    <a:pt x="2330198" y="250619"/>
                  </a:lnTo>
                  <a:lnTo>
                    <a:pt x="2339957" y="230472"/>
                  </a:lnTo>
                  <a:lnTo>
                    <a:pt x="2349701" y="233185"/>
                  </a:lnTo>
                  <a:lnTo>
                    <a:pt x="2359445" y="218944"/>
                  </a:lnTo>
                  <a:lnTo>
                    <a:pt x="2369204" y="217556"/>
                  </a:lnTo>
                  <a:lnTo>
                    <a:pt x="2378948" y="201571"/>
                  </a:lnTo>
                  <a:lnTo>
                    <a:pt x="2388692" y="188153"/>
                  </a:lnTo>
                  <a:lnTo>
                    <a:pt x="2398450" y="212144"/>
                  </a:lnTo>
                  <a:lnTo>
                    <a:pt x="2408194" y="223377"/>
                  </a:lnTo>
                  <a:lnTo>
                    <a:pt x="2417953" y="233185"/>
                  </a:lnTo>
                  <a:lnTo>
                    <a:pt x="2427697" y="208888"/>
                  </a:lnTo>
                  <a:lnTo>
                    <a:pt x="2437441" y="226841"/>
                  </a:lnTo>
                  <a:lnTo>
                    <a:pt x="2447200" y="217299"/>
                  </a:lnTo>
                  <a:lnTo>
                    <a:pt x="2456944" y="185757"/>
                  </a:lnTo>
                  <a:lnTo>
                    <a:pt x="2466703" y="187660"/>
                  </a:lnTo>
                  <a:lnTo>
                    <a:pt x="2476446" y="195461"/>
                  </a:lnTo>
                  <a:lnTo>
                    <a:pt x="2486190" y="195385"/>
                  </a:lnTo>
                  <a:lnTo>
                    <a:pt x="2495949" y="170841"/>
                  </a:lnTo>
                  <a:lnTo>
                    <a:pt x="2505693" y="176122"/>
                  </a:lnTo>
                  <a:lnTo>
                    <a:pt x="2515452" y="170288"/>
                  </a:lnTo>
                  <a:lnTo>
                    <a:pt x="2525196" y="165285"/>
                  </a:lnTo>
                  <a:lnTo>
                    <a:pt x="2534940" y="172505"/>
                  </a:lnTo>
                  <a:lnTo>
                    <a:pt x="2544699" y="141294"/>
                  </a:lnTo>
                  <a:lnTo>
                    <a:pt x="2554443" y="120603"/>
                  </a:lnTo>
                  <a:lnTo>
                    <a:pt x="2564202" y="116363"/>
                  </a:lnTo>
                  <a:lnTo>
                    <a:pt x="2573946" y="129374"/>
                  </a:lnTo>
                  <a:lnTo>
                    <a:pt x="2583690" y="128128"/>
                  </a:lnTo>
                  <a:lnTo>
                    <a:pt x="2593448" y="109229"/>
                  </a:lnTo>
                  <a:lnTo>
                    <a:pt x="2603192" y="108897"/>
                  </a:lnTo>
                  <a:lnTo>
                    <a:pt x="2612951" y="86051"/>
                  </a:lnTo>
                  <a:lnTo>
                    <a:pt x="2622695" y="61344"/>
                  </a:lnTo>
                  <a:lnTo>
                    <a:pt x="2632439" y="39210"/>
                  </a:lnTo>
                  <a:lnTo>
                    <a:pt x="2642198" y="52289"/>
                  </a:lnTo>
                  <a:lnTo>
                    <a:pt x="2651942" y="50163"/>
                  </a:lnTo>
                  <a:lnTo>
                    <a:pt x="2661685" y="50046"/>
                  </a:lnTo>
                  <a:lnTo>
                    <a:pt x="2671444" y="61415"/>
                  </a:lnTo>
                  <a:lnTo>
                    <a:pt x="2681188" y="91310"/>
                  </a:lnTo>
                  <a:lnTo>
                    <a:pt x="2690947" y="83802"/>
                  </a:lnTo>
                  <a:lnTo>
                    <a:pt x="2700691" y="81983"/>
                  </a:lnTo>
                  <a:lnTo>
                    <a:pt x="2710435" y="106064"/>
                  </a:lnTo>
                  <a:lnTo>
                    <a:pt x="2720194" y="109321"/>
                  </a:lnTo>
                  <a:lnTo>
                    <a:pt x="2729938" y="80811"/>
                  </a:lnTo>
                  <a:lnTo>
                    <a:pt x="2739697" y="93916"/>
                  </a:lnTo>
                  <a:lnTo>
                    <a:pt x="2749441" y="91955"/>
                  </a:lnTo>
                  <a:lnTo>
                    <a:pt x="2759185" y="78340"/>
                  </a:lnTo>
                  <a:lnTo>
                    <a:pt x="2768943" y="79930"/>
                  </a:lnTo>
                  <a:lnTo>
                    <a:pt x="2778687" y="99960"/>
                  </a:lnTo>
                  <a:lnTo>
                    <a:pt x="2788446" y="67626"/>
                  </a:lnTo>
                  <a:lnTo>
                    <a:pt x="2798190" y="59074"/>
                  </a:lnTo>
                  <a:lnTo>
                    <a:pt x="2807934" y="55338"/>
                  </a:lnTo>
                  <a:lnTo>
                    <a:pt x="2817693" y="48504"/>
                  </a:lnTo>
                  <a:lnTo>
                    <a:pt x="2827437" y="31526"/>
                  </a:lnTo>
                  <a:lnTo>
                    <a:pt x="2837196" y="11854"/>
                  </a:lnTo>
                  <a:lnTo>
                    <a:pt x="2846940" y="0"/>
                  </a:lnTo>
                  <a:lnTo>
                    <a:pt x="2856684" y="2284"/>
                  </a:lnTo>
                  <a:lnTo>
                    <a:pt x="2866442" y="23390"/>
                  </a:lnTo>
                  <a:lnTo>
                    <a:pt x="2876186" y="48480"/>
                  </a:lnTo>
                  <a:lnTo>
                    <a:pt x="2885945" y="53855"/>
                  </a:lnTo>
                  <a:lnTo>
                    <a:pt x="2895689" y="39283"/>
                  </a:lnTo>
                  <a:lnTo>
                    <a:pt x="2905433" y="24223"/>
                  </a:lnTo>
                  <a:lnTo>
                    <a:pt x="2915192" y="1313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7" name="Freeform 1056">
              <a:extLst>
                <a:ext uri="{FF2B5EF4-FFF2-40B4-BE49-F238E27FC236}">
                  <a16:creationId xmlns:a16="http://schemas.microsoft.com/office/drawing/2014/main" id="{F4F4623A-8E1A-8B84-9798-CD0116268F5D}"/>
                </a:ext>
              </a:extLst>
            </p:cNvPr>
            <p:cNvSpPr/>
            <p:nvPr/>
          </p:nvSpPr>
          <p:spPr>
            <a:xfrm>
              <a:off x="4426652" y="3387478"/>
              <a:ext cx="2915191" cy="602102"/>
            </a:xfrm>
            <a:custGeom>
              <a:avLst/>
              <a:gdLst>
                <a:gd name="connsiteX0" fmla="*/ 0 w 2915191"/>
                <a:gd name="connsiteY0" fmla="*/ 534772 h 602102"/>
                <a:gd name="connsiteX1" fmla="*/ 9750 w 2915191"/>
                <a:gd name="connsiteY1" fmla="*/ 560968 h 602102"/>
                <a:gd name="connsiteX2" fmla="*/ 19500 w 2915191"/>
                <a:gd name="connsiteY2" fmla="*/ 559430 h 602102"/>
                <a:gd name="connsiteX3" fmla="*/ 29250 w 2915191"/>
                <a:gd name="connsiteY3" fmla="*/ 582169 h 602102"/>
                <a:gd name="connsiteX4" fmla="*/ 39000 w 2915191"/>
                <a:gd name="connsiteY4" fmla="*/ 522987 h 602102"/>
                <a:gd name="connsiteX5" fmla="*/ 48749 w 2915191"/>
                <a:gd name="connsiteY5" fmla="*/ 523321 h 602102"/>
                <a:gd name="connsiteX6" fmla="*/ 58499 w 2915191"/>
                <a:gd name="connsiteY6" fmla="*/ 528498 h 602102"/>
                <a:gd name="connsiteX7" fmla="*/ 68249 w 2915191"/>
                <a:gd name="connsiteY7" fmla="*/ 536401 h 602102"/>
                <a:gd name="connsiteX8" fmla="*/ 77998 w 2915191"/>
                <a:gd name="connsiteY8" fmla="*/ 519653 h 602102"/>
                <a:gd name="connsiteX9" fmla="*/ 87748 w 2915191"/>
                <a:gd name="connsiteY9" fmla="*/ 542780 h 602102"/>
                <a:gd name="connsiteX10" fmla="*/ 97497 w 2915191"/>
                <a:gd name="connsiteY10" fmla="*/ 534824 h 602102"/>
                <a:gd name="connsiteX11" fmla="*/ 107247 w 2915191"/>
                <a:gd name="connsiteY11" fmla="*/ 529952 h 602102"/>
                <a:gd name="connsiteX12" fmla="*/ 116997 w 2915191"/>
                <a:gd name="connsiteY12" fmla="*/ 541125 h 602102"/>
                <a:gd name="connsiteX13" fmla="*/ 126747 w 2915191"/>
                <a:gd name="connsiteY13" fmla="*/ 514445 h 602102"/>
                <a:gd name="connsiteX14" fmla="*/ 136497 w 2915191"/>
                <a:gd name="connsiteY14" fmla="*/ 507620 h 602102"/>
                <a:gd name="connsiteX15" fmla="*/ 146247 w 2915191"/>
                <a:gd name="connsiteY15" fmla="*/ 495090 h 602102"/>
                <a:gd name="connsiteX16" fmla="*/ 155997 w 2915191"/>
                <a:gd name="connsiteY16" fmla="*/ 478363 h 602102"/>
                <a:gd name="connsiteX17" fmla="*/ 165747 w 2915191"/>
                <a:gd name="connsiteY17" fmla="*/ 443012 h 602102"/>
                <a:gd name="connsiteX18" fmla="*/ 175497 w 2915191"/>
                <a:gd name="connsiteY18" fmla="*/ 468671 h 602102"/>
                <a:gd name="connsiteX19" fmla="*/ 185247 w 2915191"/>
                <a:gd name="connsiteY19" fmla="*/ 479877 h 602102"/>
                <a:gd name="connsiteX20" fmla="*/ 194996 w 2915191"/>
                <a:gd name="connsiteY20" fmla="*/ 500853 h 602102"/>
                <a:gd name="connsiteX21" fmla="*/ 204746 w 2915191"/>
                <a:gd name="connsiteY21" fmla="*/ 515979 h 602102"/>
                <a:gd name="connsiteX22" fmla="*/ 214495 w 2915191"/>
                <a:gd name="connsiteY22" fmla="*/ 550279 h 602102"/>
                <a:gd name="connsiteX23" fmla="*/ 224245 w 2915191"/>
                <a:gd name="connsiteY23" fmla="*/ 537256 h 602102"/>
                <a:gd name="connsiteX24" fmla="*/ 233995 w 2915191"/>
                <a:gd name="connsiteY24" fmla="*/ 565519 h 602102"/>
                <a:gd name="connsiteX25" fmla="*/ 243744 w 2915191"/>
                <a:gd name="connsiteY25" fmla="*/ 594480 h 602102"/>
                <a:gd name="connsiteX26" fmla="*/ 253494 w 2915191"/>
                <a:gd name="connsiteY26" fmla="*/ 577696 h 602102"/>
                <a:gd name="connsiteX27" fmla="*/ 263244 w 2915191"/>
                <a:gd name="connsiteY27" fmla="*/ 579253 h 602102"/>
                <a:gd name="connsiteX28" fmla="*/ 272994 w 2915191"/>
                <a:gd name="connsiteY28" fmla="*/ 582209 h 602102"/>
                <a:gd name="connsiteX29" fmla="*/ 282744 w 2915191"/>
                <a:gd name="connsiteY29" fmla="*/ 594356 h 602102"/>
                <a:gd name="connsiteX30" fmla="*/ 292494 w 2915191"/>
                <a:gd name="connsiteY30" fmla="*/ 590685 h 602102"/>
                <a:gd name="connsiteX31" fmla="*/ 302244 w 2915191"/>
                <a:gd name="connsiteY31" fmla="*/ 602102 h 602102"/>
                <a:gd name="connsiteX32" fmla="*/ 311994 w 2915191"/>
                <a:gd name="connsiteY32" fmla="*/ 549418 h 602102"/>
                <a:gd name="connsiteX33" fmla="*/ 321744 w 2915191"/>
                <a:gd name="connsiteY33" fmla="*/ 518646 h 602102"/>
                <a:gd name="connsiteX34" fmla="*/ 331493 w 2915191"/>
                <a:gd name="connsiteY34" fmla="*/ 540689 h 602102"/>
                <a:gd name="connsiteX35" fmla="*/ 341243 w 2915191"/>
                <a:gd name="connsiteY35" fmla="*/ 535952 h 602102"/>
                <a:gd name="connsiteX36" fmla="*/ 350993 w 2915191"/>
                <a:gd name="connsiteY36" fmla="*/ 522424 h 602102"/>
                <a:gd name="connsiteX37" fmla="*/ 360742 w 2915191"/>
                <a:gd name="connsiteY37" fmla="*/ 527487 h 602102"/>
                <a:gd name="connsiteX38" fmla="*/ 370492 w 2915191"/>
                <a:gd name="connsiteY38" fmla="*/ 507366 h 602102"/>
                <a:gd name="connsiteX39" fmla="*/ 380241 w 2915191"/>
                <a:gd name="connsiteY39" fmla="*/ 520022 h 602102"/>
                <a:gd name="connsiteX40" fmla="*/ 389991 w 2915191"/>
                <a:gd name="connsiteY40" fmla="*/ 503955 h 602102"/>
                <a:gd name="connsiteX41" fmla="*/ 399741 w 2915191"/>
                <a:gd name="connsiteY41" fmla="*/ 545946 h 602102"/>
                <a:gd name="connsiteX42" fmla="*/ 409491 w 2915191"/>
                <a:gd name="connsiteY42" fmla="*/ 529067 h 602102"/>
                <a:gd name="connsiteX43" fmla="*/ 419241 w 2915191"/>
                <a:gd name="connsiteY43" fmla="*/ 526156 h 602102"/>
                <a:gd name="connsiteX44" fmla="*/ 428991 w 2915191"/>
                <a:gd name="connsiteY44" fmla="*/ 536921 h 602102"/>
                <a:gd name="connsiteX45" fmla="*/ 438741 w 2915191"/>
                <a:gd name="connsiteY45" fmla="*/ 559919 h 602102"/>
                <a:gd name="connsiteX46" fmla="*/ 448491 w 2915191"/>
                <a:gd name="connsiteY46" fmla="*/ 551888 h 602102"/>
                <a:gd name="connsiteX47" fmla="*/ 458241 w 2915191"/>
                <a:gd name="connsiteY47" fmla="*/ 525878 h 602102"/>
                <a:gd name="connsiteX48" fmla="*/ 467991 w 2915191"/>
                <a:gd name="connsiteY48" fmla="*/ 497966 h 602102"/>
                <a:gd name="connsiteX49" fmla="*/ 477740 w 2915191"/>
                <a:gd name="connsiteY49" fmla="*/ 474050 h 602102"/>
                <a:gd name="connsiteX50" fmla="*/ 487490 w 2915191"/>
                <a:gd name="connsiteY50" fmla="*/ 497784 h 602102"/>
                <a:gd name="connsiteX51" fmla="*/ 497239 w 2915191"/>
                <a:gd name="connsiteY51" fmla="*/ 513656 h 602102"/>
                <a:gd name="connsiteX52" fmla="*/ 506989 w 2915191"/>
                <a:gd name="connsiteY52" fmla="*/ 492708 h 602102"/>
                <a:gd name="connsiteX53" fmla="*/ 516738 w 2915191"/>
                <a:gd name="connsiteY53" fmla="*/ 496532 h 602102"/>
                <a:gd name="connsiteX54" fmla="*/ 526488 w 2915191"/>
                <a:gd name="connsiteY54" fmla="*/ 480515 h 602102"/>
                <a:gd name="connsiteX55" fmla="*/ 536238 w 2915191"/>
                <a:gd name="connsiteY55" fmla="*/ 480963 h 602102"/>
                <a:gd name="connsiteX56" fmla="*/ 545988 w 2915191"/>
                <a:gd name="connsiteY56" fmla="*/ 475282 h 602102"/>
                <a:gd name="connsiteX57" fmla="*/ 555738 w 2915191"/>
                <a:gd name="connsiteY57" fmla="*/ 476982 h 602102"/>
                <a:gd name="connsiteX58" fmla="*/ 565488 w 2915191"/>
                <a:gd name="connsiteY58" fmla="*/ 450942 h 602102"/>
                <a:gd name="connsiteX59" fmla="*/ 575238 w 2915191"/>
                <a:gd name="connsiteY59" fmla="*/ 443295 h 602102"/>
                <a:gd name="connsiteX60" fmla="*/ 584988 w 2915191"/>
                <a:gd name="connsiteY60" fmla="*/ 445365 h 602102"/>
                <a:gd name="connsiteX61" fmla="*/ 594738 w 2915191"/>
                <a:gd name="connsiteY61" fmla="*/ 447314 h 602102"/>
                <a:gd name="connsiteX62" fmla="*/ 604488 w 2915191"/>
                <a:gd name="connsiteY62" fmla="*/ 412983 h 602102"/>
                <a:gd name="connsiteX63" fmla="*/ 614237 w 2915191"/>
                <a:gd name="connsiteY63" fmla="*/ 400565 h 602102"/>
                <a:gd name="connsiteX64" fmla="*/ 623987 w 2915191"/>
                <a:gd name="connsiteY64" fmla="*/ 394427 h 602102"/>
                <a:gd name="connsiteX65" fmla="*/ 633736 w 2915191"/>
                <a:gd name="connsiteY65" fmla="*/ 430826 h 602102"/>
                <a:gd name="connsiteX66" fmla="*/ 643486 w 2915191"/>
                <a:gd name="connsiteY66" fmla="*/ 415157 h 602102"/>
                <a:gd name="connsiteX67" fmla="*/ 653236 w 2915191"/>
                <a:gd name="connsiteY67" fmla="*/ 412629 h 602102"/>
                <a:gd name="connsiteX68" fmla="*/ 662985 w 2915191"/>
                <a:gd name="connsiteY68" fmla="*/ 406529 h 602102"/>
                <a:gd name="connsiteX69" fmla="*/ 672735 w 2915191"/>
                <a:gd name="connsiteY69" fmla="*/ 409494 h 602102"/>
                <a:gd name="connsiteX70" fmla="*/ 682485 w 2915191"/>
                <a:gd name="connsiteY70" fmla="*/ 415077 h 602102"/>
                <a:gd name="connsiteX71" fmla="*/ 692235 w 2915191"/>
                <a:gd name="connsiteY71" fmla="*/ 418007 h 602102"/>
                <a:gd name="connsiteX72" fmla="*/ 701985 w 2915191"/>
                <a:gd name="connsiteY72" fmla="*/ 414259 h 602102"/>
                <a:gd name="connsiteX73" fmla="*/ 711735 w 2915191"/>
                <a:gd name="connsiteY73" fmla="*/ 431589 h 602102"/>
                <a:gd name="connsiteX74" fmla="*/ 721485 w 2915191"/>
                <a:gd name="connsiteY74" fmla="*/ 419610 h 602102"/>
                <a:gd name="connsiteX75" fmla="*/ 731235 w 2915191"/>
                <a:gd name="connsiteY75" fmla="*/ 425856 h 602102"/>
                <a:gd name="connsiteX76" fmla="*/ 740985 w 2915191"/>
                <a:gd name="connsiteY76" fmla="*/ 430143 h 602102"/>
                <a:gd name="connsiteX77" fmla="*/ 750734 w 2915191"/>
                <a:gd name="connsiteY77" fmla="*/ 408597 h 602102"/>
                <a:gd name="connsiteX78" fmla="*/ 760484 w 2915191"/>
                <a:gd name="connsiteY78" fmla="*/ 436239 h 602102"/>
                <a:gd name="connsiteX79" fmla="*/ 770233 w 2915191"/>
                <a:gd name="connsiteY79" fmla="*/ 447194 h 602102"/>
                <a:gd name="connsiteX80" fmla="*/ 779983 w 2915191"/>
                <a:gd name="connsiteY80" fmla="*/ 430248 h 602102"/>
                <a:gd name="connsiteX81" fmla="*/ 789733 w 2915191"/>
                <a:gd name="connsiteY81" fmla="*/ 404825 h 602102"/>
                <a:gd name="connsiteX82" fmla="*/ 799482 w 2915191"/>
                <a:gd name="connsiteY82" fmla="*/ 403978 h 602102"/>
                <a:gd name="connsiteX83" fmla="*/ 809232 w 2915191"/>
                <a:gd name="connsiteY83" fmla="*/ 380741 h 602102"/>
                <a:gd name="connsiteX84" fmla="*/ 818982 w 2915191"/>
                <a:gd name="connsiteY84" fmla="*/ 388412 h 602102"/>
                <a:gd name="connsiteX85" fmla="*/ 828732 w 2915191"/>
                <a:gd name="connsiteY85" fmla="*/ 379736 h 602102"/>
                <a:gd name="connsiteX86" fmla="*/ 838482 w 2915191"/>
                <a:gd name="connsiteY86" fmla="*/ 389094 h 602102"/>
                <a:gd name="connsiteX87" fmla="*/ 848232 w 2915191"/>
                <a:gd name="connsiteY87" fmla="*/ 390377 h 602102"/>
                <a:gd name="connsiteX88" fmla="*/ 857982 w 2915191"/>
                <a:gd name="connsiteY88" fmla="*/ 377752 h 602102"/>
                <a:gd name="connsiteX89" fmla="*/ 867732 w 2915191"/>
                <a:gd name="connsiteY89" fmla="*/ 366382 h 602102"/>
                <a:gd name="connsiteX90" fmla="*/ 877482 w 2915191"/>
                <a:gd name="connsiteY90" fmla="*/ 404439 h 602102"/>
                <a:gd name="connsiteX91" fmla="*/ 887231 w 2915191"/>
                <a:gd name="connsiteY91" fmla="*/ 377583 h 602102"/>
                <a:gd name="connsiteX92" fmla="*/ 896981 w 2915191"/>
                <a:gd name="connsiteY92" fmla="*/ 390432 h 602102"/>
                <a:gd name="connsiteX93" fmla="*/ 906730 w 2915191"/>
                <a:gd name="connsiteY93" fmla="*/ 341255 h 602102"/>
                <a:gd name="connsiteX94" fmla="*/ 916480 w 2915191"/>
                <a:gd name="connsiteY94" fmla="*/ 376032 h 602102"/>
                <a:gd name="connsiteX95" fmla="*/ 926230 w 2915191"/>
                <a:gd name="connsiteY95" fmla="*/ 349253 h 602102"/>
                <a:gd name="connsiteX96" fmla="*/ 935979 w 2915191"/>
                <a:gd name="connsiteY96" fmla="*/ 371594 h 602102"/>
                <a:gd name="connsiteX97" fmla="*/ 945729 w 2915191"/>
                <a:gd name="connsiteY97" fmla="*/ 344013 h 602102"/>
                <a:gd name="connsiteX98" fmla="*/ 955479 w 2915191"/>
                <a:gd name="connsiteY98" fmla="*/ 338709 h 602102"/>
                <a:gd name="connsiteX99" fmla="*/ 965229 w 2915191"/>
                <a:gd name="connsiteY99" fmla="*/ 341053 h 602102"/>
                <a:gd name="connsiteX100" fmla="*/ 974979 w 2915191"/>
                <a:gd name="connsiteY100" fmla="*/ 351495 h 602102"/>
                <a:gd name="connsiteX101" fmla="*/ 984729 w 2915191"/>
                <a:gd name="connsiteY101" fmla="*/ 368337 h 602102"/>
                <a:gd name="connsiteX102" fmla="*/ 994474 w 2915191"/>
                <a:gd name="connsiteY102" fmla="*/ 390808 h 602102"/>
                <a:gd name="connsiteX103" fmla="*/ 1004233 w 2915191"/>
                <a:gd name="connsiteY103" fmla="*/ 353787 h 602102"/>
                <a:gd name="connsiteX104" fmla="*/ 1013977 w 2915191"/>
                <a:gd name="connsiteY104" fmla="*/ 375888 h 602102"/>
                <a:gd name="connsiteX105" fmla="*/ 1023721 w 2915191"/>
                <a:gd name="connsiteY105" fmla="*/ 410875 h 602102"/>
                <a:gd name="connsiteX106" fmla="*/ 1033480 w 2915191"/>
                <a:gd name="connsiteY106" fmla="*/ 409601 h 602102"/>
                <a:gd name="connsiteX107" fmla="*/ 1043224 w 2915191"/>
                <a:gd name="connsiteY107" fmla="*/ 392442 h 602102"/>
                <a:gd name="connsiteX108" fmla="*/ 1052983 w 2915191"/>
                <a:gd name="connsiteY108" fmla="*/ 361639 h 602102"/>
                <a:gd name="connsiteX109" fmla="*/ 1062727 w 2915191"/>
                <a:gd name="connsiteY109" fmla="*/ 355949 h 602102"/>
                <a:gd name="connsiteX110" fmla="*/ 1072471 w 2915191"/>
                <a:gd name="connsiteY110" fmla="*/ 336829 h 602102"/>
                <a:gd name="connsiteX111" fmla="*/ 1082230 w 2915191"/>
                <a:gd name="connsiteY111" fmla="*/ 345916 h 602102"/>
                <a:gd name="connsiteX112" fmla="*/ 1091973 w 2915191"/>
                <a:gd name="connsiteY112" fmla="*/ 352833 h 602102"/>
                <a:gd name="connsiteX113" fmla="*/ 1101732 w 2915191"/>
                <a:gd name="connsiteY113" fmla="*/ 343501 h 602102"/>
                <a:gd name="connsiteX114" fmla="*/ 1111476 w 2915191"/>
                <a:gd name="connsiteY114" fmla="*/ 331598 h 602102"/>
                <a:gd name="connsiteX115" fmla="*/ 1121220 w 2915191"/>
                <a:gd name="connsiteY115" fmla="*/ 308591 h 602102"/>
                <a:gd name="connsiteX116" fmla="*/ 1130979 w 2915191"/>
                <a:gd name="connsiteY116" fmla="*/ 318169 h 602102"/>
                <a:gd name="connsiteX117" fmla="*/ 1140723 w 2915191"/>
                <a:gd name="connsiteY117" fmla="*/ 304820 h 602102"/>
                <a:gd name="connsiteX118" fmla="*/ 1150482 w 2915191"/>
                <a:gd name="connsiteY118" fmla="*/ 303446 h 602102"/>
                <a:gd name="connsiteX119" fmla="*/ 1160226 w 2915191"/>
                <a:gd name="connsiteY119" fmla="*/ 285864 h 602102"/>
                <a:gd name="connsiteX120" fmla="*/ 1169969 w 2915191"/>
                <a:gd name="connsiteY120" fmla="*/ 295696 h 602102"/>
                <a:gd name="connsiteX121" fmla="*/ 1179728 w 2915191"/>
                <a:gd name="connsiteY121" fmla="*/ 287534 h 602102"/>
                <a:gd name="connsiteX122" fmla="*/ 1189472 w 2915191"/>
                <a:gd name="connsiteY122" fmla="*/ 298270 h 602102"/>
                <a:gd name="connsiteX123" fmla="*/ 1199231 w 2915191"/>
                <a:gd name="connsiteY123" fmla="*/ 295468 h 602102"/>
                <a:gd name="connsiteX124" fmla="*/ 1208975 w 2915191"/>
                <a:gd name="connsiteY124" fmla="*/ 309447 h 602102"/>
                <a:gd name="connsiteX125" fmla="*/ 1218719 w 2915191"/>
                <a:gd name="connsiteY125" fmla="*/ 314285 h 602102"/>
                <a:gd name="connsiteX126" fmla="*/ 1228478 w 2915191"/>
                <a:gd name="connsiteY126" fmla="*/ 351466 h 602102"/>
                <a:gd name="connsiteX127" fmla="*/ 1238222 w 2915191"/>
                <a:gd name="connsiteY127" fmla="*/ 346428 h 602102"/>
                <a:gd name="connsiteX128" fmla="*/ 1247966 w 2915191"/>
                <a:gd name="connsiteY128" fmla="*/ 350506 h 602102"/>
                <a:gd name="connsiteX129" fmla="*/ 1257725 w 2915191"/>
                <a:gd name="connsiteY129" fmla="*/ 362069 h 602102"/>
                <a:gd name="connsiteX130" fmla="*/ 1267469 w 2915191"/>
                <a:gd name="connsiteY130" fmla="*/ 316544 h 602102"/>
                <a:gd name="connsiteX131" fmla="*/ 1277227 w 2915191"/>
                <a:gd name="connsiteY131" fmla="*/ 355606 h 602102"/>
                <a:gd name="connsiteX132" fmla="*/ 1286971 w 2915191"/>
                <a:gd name="connsiteY132" fmla="*/ 375524 h 602102"/>
                <a:gd name="connsiteX133" fmla="*/ 1296715 w 2915191"/>
                <a:gd name="connsiteY133" fmla="*/ 368656 h 602102"/>
                <a:gd name="connsiteX134" fmla="*/ 1306474 w 2915191"/>
                <a:gd name="connsiteY134" fmla="*/ 376073 h 602102"/>
                <a:gd name="connsiteX135" fmla="*/ 1316218 w 2915191"/>
                <a:gd name="connsiteY135" fmla="*/ 375895 h 602102"/>
                <a:gd name="connsiteX136" fmla="*/ 1325977 w 2915191"/>
                <a:gd name="connsiteY136" fmla="*/ 366716 h 602102"/>
                <a:gd name="connsiteX137" fmla="*/ 1335721 w 2915191"/>
                <a:gd name="connsiteY137" fmla="*/ 345749 h 602102"/>
                <a:gd name="connsiteX138" fmla="*/ 1345465 w 2915191"/>
                <a:gd name="connsiteY138" fmla="*/ 365982 h 602102"/>
                <a:gd name="connsiteX139" fmla="*/ 1355224 w 2915191"/>
                <a:gd name="connsiteY139" fmla="*/ 366211 h 602102"/>
                <a:gd name="connsiteX140" fmla="*/ 1364967 w 2915191"/>
                <a:gd name="connsiteY140" fmla="*/ 383306 h 602102"/>
                <a:gd name="connsiteX141" fmla="*/ 1374726 w 2915191"/>
                <a:gd name="connsiteY141" fmla="*/ 420324 h 602102"/>
                <a:gd name="connsiteX142" fmla="*/ 1384470 w 2915191"/>
                <a:gd name="connsiteY142" fmla="*/ 405686 h 602102"/>
                <a:gd name="connsiteX143" fmla="*/ 1394214 w 2915191"/>
                <a:gd name="connsiteY143" fmla="*/ 379833 h 602102"/>
                <a:gd name="connsiteX144" fmla="*/ 1403973 w 2915191"/>
                <a:gd name="connsiteY144" fmla="*/ 357354 h 602102"/>
                <a:gd name="connsiteX145" fmla="*/ 1413717 w 2915191"/>
                <a:gd name="connsiteY145" fmla="*/ 339771 h 602102"/>
                <a:gd name="connsiteX146" fmla="*/ 1423476 w 2915191"/>
                <a:gd name="connsiteY146" fmla="*/ 342420 h 602102"/>
                <a:gd name="connsiteX147" fmla="*/ 1433220 w 2915191"/>
                <a:gd name="connsiteY147" fmla="*/ 324623 h 602102"/>
                <a:gd name="connsiteX148" fmla="*/ 1442964 w 2915191"/>
                <a:gd name="connsiteY148" fmla="*/ 333910 h 602102"/>
                <a:gd name="connsiteX149" fmla="*/ 1452722 w 2915191"/>
                <a:gd name="connsiteY149" fmla="*/ 368501 h 602102"/>
                <a:gd name="connsiteX150" fmla="*/ 1462466 w 2915191"/>
                <a:gd name="connsiteY150" fmla="*/ 360219 h 602102"/>
                <a:gd name="connsiteX151" fmla="*/ 1472225 w 2915191"/>
                <a:gd name="connsiteY151" fmla="*/ 403178 h 602102"/>
                <a:gd name="connsiteX152" fmla="*/ 1481969 w 2915191"/>
                <a:gd name="connsiteY152" fmla="*/ 452074 h 602102"/>
                <a:gd name="connsiteX153" fmla="*/ 1491713 w 2915191"/>
                <a:gd name="connsiteY153" fmla="*/ 478728 h 602102"/>
                <a:gd name="connsiteX154" fmla="*/ 1501472 w 2915191"/>
                <a:gd name="connsiteY154" fmla="*/ 501720 h 602102"/>
                <a:gd name="connsiteX155" fmla="*/ 1511216 w 2915191"/>
                <a:gd name="connsiteY155" fmla="*/ 484867 h 602102"/>
                <a:gd name="connsiteX156" fmla="*/ 1520960 w 2915191"/>
                <a:gd name="connsiteY156" fmla="*/ 479071 h 602102"/>
                <a:gd name="connsiteX157" fmla="*/ 1530719 w 2915191"/>
                <a:gd name="connsiteY157" fmla="*/ 490981 h 602102"/>
                <a:gd name="connsiteX158" fmla="*/ 1540463 w 2915191"/>
                <a:gd name="connsiteY158" fmla="*/ 485066 h 602102"/>
                <a:gd name="connsiteX159" fmla="*/ 1550221 w 2915191"/>
                <a:gd name="connsiteY159" fmla="*/ 477121 h 602102"/>
                <a:gd name="connsiteX160" fmla="*/ 1559965 w 2915191"/>
                <a:gd name="connsiteY160" fmla="*/ 470975 h 602102"/>
                <a:gd name="connsiteX161" fmla="*/ 1569709 w 2915191"/>
                <a:gd name="connsiteY161" fmla="*/ 449802 h 602102"/>
                <a:gd name="connsiteX162" fmla="*/ 1579468 w 2915191"/>
                <a:gd name="connsiteY162" fmla="*/ 446683 h 602102"/>
                <a:gd name="connsiteX163" fmla="*/ 1589212 w 2915191"/>
                <a:gd name="connsiteY163" fmla="*/ 440333 h 602102"/>
                <a:gd name="connsiteX164" fmla="*/ 1598971 w 2915191"/>
                <a:gd name="connsiteY164" fmla="*/ 443665 h 602102"/>
                <a:gd name="connsiteX165" fmla="*/ 1608715 w 2915191"/>
                <a:gd name="connsiteY165" fmla="*/ 443041 h 602102"/>
                <a:gd name="connsiteX166" fmla="*/ 1618459 w 2915191"/>
                <a:gd name="connsiteY166" fmla="*/ 442320 h 602102"/>
                <a:gd name="connsiteX167" fmla="*/ 1628218 w 2915191"/>
                <a:gd name="connsiteY167" fmla="*/ 419094 h 602102"/>
                <a:gd name="connsiteX168" fmla="*/ 1637962 w 2915191"/>
                <a:gd name="connsiteY168" fmla="*/ 395713 h 602102"/>
                <a:gd name="connsiteX169" fmla="*/ 1647720 w 2915191"/>
                <a:gd name="connsiteY169" fmla="*/ 387600 h 602102"/>
                <a:gd name="connsiteX170" fmla="*/ 1657464 w 2915191"/>
                <a:gd name="connsiteY170" fmla="*/ 418347 h 602102"/>
                <a:gd name="connsiteX171" fmla="*/ 1667208 w 2915191"/>
                <a:gd name="connsiteY171" fmla="*/ 426498 h 602102"/>
                <a:gd name="connsiteX172" fmla="*/ 1676967 w 2915191"/>
                <a:gd name="connsiteY172" fmla="*/ 430864 h 602102"/>
                <a:gd name="connsiteX173" fmla="*/ 1686711 w 2915191"/>
                <a:gd name="connsiteY173" fmla="*/ 413065 h 602102"/>
                <a:gd name="connsiteX174" fmla="*/ 1696470 w 2915191"/>
                <a:gd name="connsiteY174" fmla="*/ 385252 h 602102"/>
                <a:gd name="connsiteX175" fmla="*/ 1706214 w 2915191"/>
                <a:gd name="connsiteY175" fmla="*/ 380316 h 602102"/>
                <a:gd name="connsiteX176" fmla="*/ 1715958 w 2915191"/>
                <a:gd name="connsiteY176" fmla="*/ 358730 h 602102"/>
                <a:gd name="connsiteX177" fmla="*/ 1725716 w 2915191"/>
                <a:gd name="connsiteY177" fmla="*/ 354763 h 602102"/>
                <a:gd name="connsiteX178" fmla="*/ 1735460 w 2915191"/>
                <a:gd name="connsiteY178" fmla="*/ 369090 h 602102"/>
                <a:gd name="connsiteX179" fmla="*/ 1745219 w 2915191"/>
                <a:gd name="connsiteY179" fmla="*/ 353364 h 602102"/>
                <a:gd name="connsiteX180" fmla="*/ 1754963 w 2915191"/>
                <a:gd name="connsiteY180" fmla="*/ 372291 h 602102"/>
                <a:gd name="connsiteX181" fmla="*/ 1764707 w 2915191"/>
                <a:gd name="connsiteY181" fmla="*/ 379836 h 602102"/>
                <a:gd name="connsiteX182" fmla="*/ 1774466 w 2915191"/>
                <a:gd name="connsiteY182" fmla="*/ 371657 h 602102"/>
                <a:gd name="connsiteX183" fmla="*/ 1784210 w 2915191"/>
                <a:gd name="connsiteY183" fmla="*/ 401842 h 602102"/>
                <a:gd name="connsiteX184" fmla="*/ 1793969 w 2915191"/>
                <a:gd name="connsiteY184" fmla="*/ 404110 h 602102"/>
                <a:gd name="connsiteX185" fmla="*/ 1803713 w 2915191"/>
                <a:gd name="connsiteY185" fmla="*/ 430385 h 602102"/>
                <a:gd name="connsiteX186" fmla="*/ 1813457 w 2915191"/>
                <a:gd name="connsiteY186" fmla="*/ 442056 h 602102"/>
                <a:gd name="connsiteX187" fmla="*/ 1823215 w 2915191"/>
                <a:gd name="connsiteY187" fmla="*/ 459716 h 602102"/>
                <a:gd name="connsiteX188" fmla="*/ 1832959 w 2915191"/>
                <a:gd name="connsiteY188" fmla="*/ 454018 h 602102"/>
                <a:gd name="connsiteX189" fmla="*/ 1842703 w 2915191"/>
                <a:gd name="connsiteY189" fmla="*/ 478278 h 602102"/>
                <a:gd name="connsiteX190" fmla="*/ 1852462 w 2915191"/>
                <a:gd name="connsiteY190" fmla="*/ 448769 h 602102"/>
                <a:gd name="connsiteX191" fmla="*/ 1862206 w 2915191"/>
                <a:gd name="connsiteY191" fmla="*/ 435102 h 602102"/>
                <a:gd name="connsiteX192" fmla="*/ 1871965 w 2915191"/>
                <a:gd name="connsiteY192" fmla="*/ 443090 h 602102"/>
                <a:gd name="connsiteX193" fmla="*/ 1881709 w 2915191"/>
                <a:gd name="connsiteY193" fmla="*/ 460294 h 602102"/>
                <a:gd name="connsiteX194" fmla="*/ 1891453 w 2915191"/>
                <a:gd name="connsiteY194" fmla="*/ 448443 h 602102"/>
                <a:gd name="connsiteX195" fmla="*/ 1901212 w 2915191"/>
                <a:gd name="connsiteY195" fmla="*/ 422051 h 602102"/>
                <a:gd name="connsiteX196" fmla="*/ 1910956 w 2915191"/>
                <a:gd name="connsiteY196" fmla="*/ 407819 h 602102"/>
                <a:gd name="connsiteX197" fmla="*/ 1920714 w 2915191"/>
                <a:gd name="connsiteY197" fmla="*/ 372408 h 602102"/>
                <a:gd name="connsiteX198" fmla="*/ 1930458 w 2915191"/>
                <a:gd name="connsiteY198" fmla="*/ 382160 h 602102"/>
                <a:gd name="connsiteX199" fmla="*/ 1940202 w 2915191"/>
                <a:gd name="connsiteY199" fmla="*/ 406395 h 602102"/>
                <a:gd name="connsiteX200" fmla="*/ 1949961 w 2915191"/>
                <a:gd name="connsiteY200" fmla="*/ 423539 h 602102"/>
                <a:gd name="connsiteX201" fmla="*/ 1959705 w 2915191"/>
                <a:gd name="connsiteY201" fmla="*/ 419231 h 602102"/>
                <a:gd name="connsiteX202" fmla="*/ 1969464 w 2915191"/>
                <a:gd name="connsiteY202" fmla="*/ 406879 h 602102"/>
                <a:gd name="connsiteX203" fmla="*/ 1979208 w 2915191"/>
                <a:gd name="connsiteY203" fmla="*/ 404159 h 602102"/>
                <a:gd name="connsiteX204" fmla="*/ 1988952 w 2915191"/>
                <a:gd name="connsiteY204" fmla="*/ 409454 h 602102"/>
                <a:gd name="connsiteX205" fmla="*/ 1998711 w 2915191"/>
                <a:gd name="connsiteY205" fmla="*/ 430001 h 602102"/>
                <a:gd name="connsiteX206" fmla="*/ 2008454 w 2915191"/>
                <a:gd name="connsiteY206" fmla="*/ 470493 h 602102"/>
                <a:gd name="connsiteX207" fmla="*/ 2018213 w 2915191"/>
                <a:gd name="connsiteY207" fmla="*/ 462117 h 602102"/>
                <a:gd name="connsiteX208" fmla="*/ 2027957 w 2915191"/>
                <a:gd name="connsiteY208" fmla="*/ 468782 h 602102"/>
                <a:gd name="connsiteX209" fmla="*/ 2037701 w 2915191"/>
                <a:gd name="connsiteY209" fmla="*/ 477112 h 602102"/>
                <a:gd name="connsiteX210" fmla="*/ 2047460 w 2915191"/>
                <a:gd name="connsiteY210" fmla="*/ 494105 h 602102"/>
                <a:gd name="connsiteX211" fmla="*/ 2057204 w 2915191"/>
                <a:gd name="connsiteY211" fmla="*/ 466514 h 602102"/>
                <a:gd name="connsiteX212" fmla="*/ 2066963 w 2915191"/>
                <a:gd name="connsiteY212" fmla="*/ 459485 h 602102"/>
                <a:gd name="connsiteX213" fmla="*/ 2076707 w 2915191"/>
                <a:gd name="connsiteY213" fmla="*/ 458927 h 602102"/>
                <a:gd name="connsiteX214" fmla="*/ 2086451 w 2915191"/>
                <a:gd name="connsiteY214" fmla="*/ 468653 h 602102"/>
                <a:gd name="connsiteX215" fmla="*/ 2096210 w 2915191"/>
                <a:gd name="connsiteY215" fmla="*/ 491874 h 602102"/>
                <a:gd name="connsiteX216" fmla="*/ 2105954 w 2915191"/>
                <a:gd name="connsiteY216" fmla="*/ 500974 h 602102"/>
                <a:gd name="connsiteX217" fmla="*/ 2115697 w 2915191"/>
                <a:gd name="connsiteY217" fmla="*/ 489016 h 602102"/>
                <a:gd name="connsiteX218" fmla="*/ 2125456 w 2915191"/>
                <a:gd name="connsiteY218" fmla="*/ 483560 h 602102"/>
                <a:gd name="connsiteX219" fmla="*/ 2135200 w 2915191"/>
                <a:gd name="connsiteY219" fmla="*/ 476906 h 602102"/>
                <a:gd name="connsiteX220" fmla="*/ 2144959 w 2915191"/>
                <a:gd name="connsiteY220" fmla="*/ 456509 h 602102"/>
                <a:gd name="connsiteX221" fmla="*/ 2154703 w 2915191"/>
                <a:gd name="connsiteY221" fmla="*/ 431029 h 602102"/>
                <a:gd name="connsiteX222" fmla="*/ 2164447 w 2915191"/>
                <a:gd name="connsiteY222" fmla="*/ 449818 h 602102"/>
                <a:gd name="connsiteX223" fmla="*/ 2174206 w 2915191"/>
                <a:gd name="connsiteY223" fmla="*/ 453187 h 602102"/>
                <a:gd name="connsiteX224" fmla="*/ 2183950 w 2915191"/>
                <a:gd name="connsiteY224" fmla="*/ 403818 h 602102"/>
                <a:gd name="connsiteX225" fmla="*/ 2193709 w 2915191"/>
                <a:gd name="connsiteY225" fmla="*/ 413725 h 602102"/>
                <a:gd name="connsiteX226" fmla="*/ 2203452 w 2915191"/>
                <a:gd name="connsiteY226" fmla="*/ 401700 h 602102"/>
                <a:gd name="connsiteX227" fmla="*/ 2213196 w 2915191"/>
                <a:gd name="connsiteY227" fmla="*/ 404540 h 602102"/>
                <a:gd name="connsiteX228" fmla="*/ 2222955 w 2915191"/>
                <a:gd name="connsiteY228" fmla="*/ 376767 h 602102"/>
                <a:gd name="connsiteX229" fmla="*/ 2232699 w 2915191"/>
                <a:gd name="connsiteY229" fmla="*/ 372832 h 602102"/>
                <a:gd name="connsiteX230" fmla="*/ 2242458 w 2915191"/>
                <a:gd name="connsiteY230" fmla="*/ 378403 h 602102"/>
                <a:gd name="connsiteX231" fmla="*/ 2252202 w 2915191"/>
                <a:gd name="connsiteY231" fmla="*/ 387634 h 602102"/>
                <a:gd name="connsiteX232" fmla="*/ 2261946 w 2915191"/>
                <a:gd name="connsiteY232" fmla="*/ 363169 h 602102"/>
                <a:gd name="connsiteX233" fmla="*/ 2271705 w 2915191"/>
                <a:gd name="connsiteY233" fmla="*/ 373267 h 602102"/>
                <a:gd name="connsiteX234" fmla="*/ 2281449 w 2915191"/>
                <a:gd name="connsiteY234" fmla="*/ 342800 h 602102"/>
                <a:gd name="connsiteX235" fmla="*/ 2291208 w 2915191"/>
                <a:gd name="connsiteY235" fmla="*/ 329132 h 602102"/>
                <a:gd name="connsiteX236" fmla="*/ 2300951 w 2915191"/>
                <a:gd name="connsiteY236" fmla="*/ 335391 h 602102"/>
                <a:gd name="connsiteX237" fmla="*/ 2310695 w 2915191"/>
                <a:gd name="connsiteY237" fmla="*/ 301672 h 602102"/>
                <a:gd name="connsiteX238" fmla="*/ 2320454 w 2915191"/>
                <a:gd name="connsiteY238" fmla="*/ 301009 h 602102"/>
                <a:gd name="connsiteX239" fmla="*/ 2330198 w 2915191"/>
                <a:gd name="connsiteY239" fmla="*/ 293154 h 602102"/>
                <a:gd name="connsiteX240" fmla="*/ 2339957 w 2915191"/>
                <a:gd name="connsiteY240" fmla="*/ 274576 h 602102"/>
                <a:gd name="connsiteX241" fmla="*/ 2349701 w 2915191"/>
                <a:gd name="connsiteY241" fmla="*/ 228497 h 602102"/>
                <a:gd name="connsiteX242" fmla="*/ 2359445 w 2915191"/>
                <a:gd name="connsiteY242" fmla="*/ 191996 h 602102"/>
                <a:gd name="connsiteX243" fmla="*/ 2369204 w 2915191"/>
                <a:gd name="connsiteY243" fmla="*/ 180050 h 602102"/>
                <a:gd name="connsiteX244" fmla="*/ 2378948 w 2915191"/>
                <a:gd name="connsiteY244" fmla="*/ 204508 h 602102"/>
                <a:gd name="connsiteX245" fmla="*/ 2388692 w 2915191"/>
                <a:gd name="connsiteY245" fmla="*/ 157646 h 602102"/>
                <a:gd name="connsiteX246" fmla="*/ 2398450 w 2915191"/>
                <a:gd name="connsiteY246" fmla="*/ 155627 h 602102"/>
                <a:gd name="connsiteX247" fmla="*/ 2408194 w 2915191"/>
                <a:gd name="connsiteY247" fmla="*/ 123335 h 602102"/>
                <a:gd name="connsiteX248" fmla="*/ 2417953 w 2915191"/>
                <a:gd name="connsiteY248" fmla="*/ 141518 h 602102"/>
                <a:gd name="connsiteX249" fmla="*/ 2427697 w 2915191"/>
                <a:gd name="connsiteY249" fmla="*/ 114543 h 602102"/>
                <a:gd name="connsiteX250" fmla="*/ 2437441 w 2915191"/>
                <a:gd name="connsiteY250" fmla="*/ 134465 h 602102"/>
                <a:gd name="connsiteX251" fmla="*/ 2447200 w 2915191"/>
                <a:gd name="connsiteY251" fmla="*/ 142893 h 602102"/>
                <a:gd name="connsiteX252" fmla="*/ 2456944 w 2915191"/>
                <a:gd name="connsiteY252" fmla="*/ 112051 h 602102"/>
                <a:gd name="connsiteX253" fmla="*/ 2466703 w 2915191"/>
                <a:gd name="connsiteY253" fmla="*/ 125366 h 602102"/>
                <a:gd name="connsiteX254" fmla="*/ 2476446 w 2915191"/>
                <a:gd name="connsiteY254" fmla="*/ 146481 h 602102"/>
                <a:gd name="connsiteX255" fmla="*/ 2486190 w 2915191"/>
                <a:gd name="connsiteY255" fmla="*/ 136585 h 602102"/>
                <a:gd name="connsiteX256" fmla="*/ 2495949 w 2915191"/>
                <a:gd name="connsiteY256" fmla="*/ 109280 h 602102"/>
                <a:gd name="connsiteX257" fmla="*/ 2505693 w 2915191"/>
                <a:gd name="connsiteY257" fmla="*/ 51254 h 602102"/>
                <a:gd name="connsiteX258" fmla="*/ 2515452 w 2915191"/>
                <a:gd name="connsiteY258" fmla="*/ 43705 h 602102"/>
                <a:gd name="connsiteX259" fmla="*/ 2525196 w 2915191"/>
                <a:gd name="connsiteY259" fmla="*/ 9570 h 602102"/>
                <a:gd name="connsiteX260" fmla="*/ 2534940 w 2915191"/>
                <a:gd name="connsiteY260" fmla="*/ 11283 h 602102"/>
                <a:gd name="connsiteX261" fmla="*/ 2544699 w 2915191"/>
                <a:gd name="connsiteY261" fmla="*/ 17213 h 602102"/>
                <a:gd name="connsiteX262" fmla="*/ 2554443 w 2915191"/>
                <a:gd name="connsiteY262" fmla="*/ 25330 h 602102"/>
                <a:gd name="connsiteX263" fmla="*/ 2564202 w 2915191"/>
                <a:gd name="connsiteY263" fmla="*/ 53821 h 602102"/>
                <a:gd name="connsiteX264" fmla="*/ 2573946 w 2915191"/>
                <a:gd name="connsiteY264" fmla="*/ 50154 h 602102"/>
                <a:gd name="connsiteX265" fmla="*/ 2583690 w 2915191"/>
                <a:gd name="connsiteY265" fmla="*/ 35886 h 602102"/>
                <a:gd name="connsiteX266" fmla="*/ 2593448 w 2915191"/>
                <a:gd name="connsiteY266" fmla="*/ 17195 h 602102"/>
                <a:gd name="connsiteX267" fmla="*/ 2603192 w 2915191"/>
                <a:gd name="connsiteY267" fmla="*/ 41442 h 602102"/>
                <a:gd name="connsiteX268" fmla="*/ 2612951 w 2915191"/>
                <a:gd name="connsiteY268" fmla="*/ 30677 h 602102"/>
                <a:gd name="connsiteX269" fmla="*/ 2622695 w 2915191"/>
                <a:gd name="connsiteY269" fmla="*/ 39488 h 602102"/>
                <a:gd name="connsiteX270" fmla="*/ 2632439 w 2915191"/>
                <a:gd name="connsiteY270" fmla="*/ 18369 h 602102"/>
                <a:gd name="connsiteX271" fmla="*/ 2642198 w 2915191"/>
                <a:gd name="connsiteY271" fmla="*/ 50666 h 602102"/>
                <a:gd name="connsiteX272" fmla="*/ 2651942 w 2915191"/>
                <a:gd name="connsiteY272" fmla="*/ 61190 h 602102"/>
                <a:gd name="connsiteX273" fmla="*/ 2661685 w 2915191"/>
                <a:gd name="connsiteY273" fmla="*/ 56193 h 602102"/>
                <a:gd name="connsiteX274" fmla="*/ 2671444 w 2915191"/>
                <a:gd name="connsiteY274" fmla="*/ 50579 h 602102"/>
                <a:gd name="connsiteX275" fmla="*/ 2681188 w 2915191"/>
                <a:gd name="connsiteY275" fmla="*/ 31170 h 602102"/>
                <a:gd name="connsiteX276" fmla="*/ 2690947 w 2915191"/>
                <a:gd name="connsiteY276" fmla="*/ 0 h 602102"/>
                <a:gd name="connsiteX277" fmla="*/ 2700691 w 2915191"/>
                <a:gd name="connsiteY277" fmla="*/ 27706 h 602102"/>
                <a:gd name="connsiteX278" fmla="*/ 2710435 w 2915191"/>
                <a:gd name="connsiteY278" fmla="*/ 36874 h 602102"/>
                <a:gd name="connsiteX279" fmla="*/ 2720194 w 2915191"/>
                <a:gd name="connsiteY279" fmla="*/ 60399 h 602102"/>
                <a:gd name="connsiteX280" fmla="*/ 2729938 w 2915191"/>
                <a:gd name="connsiteY280" fmla="*/ 66809 h 602102"/>
                <a:gd name="connsiteX281" fmla="*/ 2739697 w 2915191"/>
                <a:gd name="connsiteY281" fmla="*/ 54150 h 602102"/>
                <a:gd name="connsiteX282" fmla="*/ 2749441 w 2915191"/>
                <a:gd name="connsiteY282" fmla="*/ 22882 h 602102"/>
                <a:gd name="connsiteX283" fmla="*/ 2759185 w 2915191"/>
                <a:gd name="connsiteY283" fmla="*/ 49354 h 602102"/>
                <a:gd name="connsiteX284" fmla="*/ 2768943 w 2915191"/>
                <a:gd name="connsiteY284" fmla="*/ 84851 h 602102"/>
                <a:gd name="connsiteX285" fmla="*/ 2778687 w 2915191"/>
                <a:gd name="connsiteY285" fmla="*/ 66831 h 602102"/>
                <a:gd name="connsiteX286" fmla="*/ 2788446 w 2915191"/>
                <a:gd name="connsiteY286" fmla="*/ 66612 h 602102"/>
                <a:gd name="connsiteX287" fmla="*/ 2798190 w 2915191"/>
                <a:gd name="connsiteY287" fmla="*/ 61305 h 602102"/>
                <a:gd name="connsiteX288" fmla="*/ 2807934 w 2915191"/>
                <a:gd name="connsiteY288" fmla="*/ 72861 h 602102"/>
                <a:gd name="connsiteX289" fmla="*/ 2817693 w 2915191"/>
                <a:gd name="connsiteY289" fmla="*/ 113195 h 602102"/>
                <a:gd name="connsiteX290" fmla="*/ 2827437 w 2915191"/>
                <a:gd name="connsiteY290" fmla="*/ 128522 h 602102"/>
                <a:gd name="connsiteX291" fmla="*/ 2837196 w 2915191"/>
                <a:gd name="connsiteY291" fmla="*/ 125829 h 602102"/>
                <a:gd name="connsiteX292" fmla="*/ 2846940 w 2915191"/>
                <a:gd name="connsiteY292" fmla="*/ 119158 h 602102"/>
                <a:gd name="connsiteX293" fmla="*/ 2856684 w 2915191"/>
                <a:gd name="connsiteY293" fmla="*/ 155110 h 602102"/>
                <a:gd name="connsiteX294" fmla="*/ 2866442 w 2915191"/>
                <a:gd name="connsiteY294" fmla="*/ 174087 h 602102"/>
                <a:gd name="connsiteX295" fmla="*/ 2876186 w 2915191"/>
                <a:gd name="connsiteY295" fmla="*/ 179601 h 602102"/>
                <a:gd name="connsiteX296" fmla="*/ 2885945 w 2915191"/>
                <a:gd name="connsiteY296" fmla="*/ 217661 h 602102"/>
                <a:gd name="connsiteX297" fmla="*/ 2895689 w 2915191"/>
                <a:gd name="connsiteY297" fmla="*/ 228400 h 602102"/>
                <a:gd name="connsiteX298" fmla="*/ 2905433 w 2915191"/>
                <a:gd name="connsiteY298" fmla="*/ 220667 h 602102"/>
                <a:gd name="connsiteX299" fmla="*/ 2915192 w 2915191"/>
                <a:gd name="connsiteY299" fmla="*/ 210712 h 602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02102">
                  <a:moveTo>
                    <a:pt x="0" y="534772"/>
                  </a:moveTo>
                  <a:lnTo>
                    <a:pt x="9750" y="560968"/>
                  </a:lnTo>
                  <a:lnTo>
                    <a:pt x="19500" y="559430"/>
                  </a:lnTo>
                  <a:lnTo>
                    <a:pt x="29250" y="582169"/>
                  </a:lnTo>
                  <a:lnTo>
                    <a:pt x="39000" y="522987"/>
                  </a:lnTo>
                  <a:lnTo>
                    <a:pt x="48749" y="523321"/>
                  </a:lnTo>
                  <a:lnTo>
                    <a:pt x="58499" y="528498"/>
                  </a:lnTo>
                  <a:lnTo>
                    <a:pt x="68249" y="536401"/>
                  </a:lnTo>
                  <a:lnTo>
                    <a:pt x="77998" y="519653"/>
                  </a:lnTo>
                  <a:lnTo>
                    <a:pt x="87748" y="542780"/>
                  </a:lnTo>
                  <a:lnTo>
                    <a:pt x="97497" y="534824"/>
                  </a:lnTo>
                  <a:lnTo>
                    <a:pt x="107247" y="529952"/>
                  </a:lnTo>
                  <a:lnTo>
                    <a:pt x="116997" y="541125"/>
                  </a:lnTo>
                  <a:lnTo>
                    <a:pt x="126747" y="514445"/>
                  </a:lnTo>
                  <a:lnTo>
                    <a:pt x="136497" y="507620"/>
                  </a:lnTo>
                  <a:lnTo>
                    <a:pt x="146247" y="495090"/>
                  </a:lnTo>
                  <a:lnTo>
                    <a:pt x="155997" y="478363"/>
                  </a:lnTo>
                  <a:lnTo>
                    <a:pt x="165747" y="443012"/>
                  </a:lnTo>
                  <a:lnTo>
                    <a:pt x="175497" y="468671"/>
                  </a:lnTo>
                  <a:lnTo>
                    <a:pt x="185247" y="479877"/>
                  </a:lnTo>
                  <a:lnTo>
                    <a:pt x="194996" y="500853"/>
                  </a:lnTo>
                  <a:lnTo>
                    <a:pt x="204746" y="515979"/>
                  </a:lnTo>
                  <a:lnTo>
                    <a:pt x="214495" y="550279"/>
                  </a:lnTo>
                  <a:lnTo>
                    <a:pt x="224245" y="537256"/>
                  </a:lnTo>
                  <a:lnTo>
                    <a:pt x="233995" y="565519"/>
                  </a:lnTo>
                  <a:lnTo>
                    <a:pt x="243744" y="594480"/>
                  </a:lnTo>
                  <a:lnTo>
                    <a:pt x="253494" y="577696"/>
                  </a:lnTo>
                  <a:lnTo>
                    <a:pt x="263244" y="579253"/>
                  </a:lnTo>
                  <a:lnTo>
                    <a:pt x="272994" y="582209"/>
                  </a:lnTo>
                  <a:lnTo>
                    <a:pt x="282744" y="594356"/>
                  </a:lnTo>
                  <a:lnTo>
                    <a:pt x="292494" y="590685"/>
                  </a:lnTo>
                  <a:lnTo>
                    <a:pt x="302244" y="602102"/>
                  </a:lnTo>
                  <a:lnTo>
                    <a:pt x="311994" y="549418"/>
                  </a:lnTo>
                  <a:lnTo>
                    <a:pt x="321744" y="518646"/>
                  </a:lnTo>
                  <a:lnTo>
                    <a:pt x="331493" y="540689"/>
                  </a:lnTo>
                  <a:lnTo>
                    <a:pt x="341243" y="535952"/>
                  </a:lnTo>
                  <a:lnTo>
                    <a:pt x="350993" y="522424"/>
                  </a:lnTo>
                  <a:lnTo>
                    <a:pt x="360742" y="527487"/>
                  </a:lnTo>
                  <a:lnTo>
                    <a:pt x="370492" y="507366"/>
                  </a:lnTo>
                  <a:lnTo>
                    <a:pt x="380241" y="520022"/>
                  </a:lnTo>
                  <a:lnTo>
                    <a:pt x="389991" y="503955"/>
                  </a:lnTo>
                  <a:lnTo>
                    <a:pt x="399741" y="545946"/>
                  </a:lnTo>
                  <a:lnTo>
                    <a:pt x="409491" y="529067"/>
                  </a:lnTo>
                  <a:lnTo>
                    <a:pt x="419241" y="526156"/>
                  </a:lnTo>
                  <a:lnTo>
                    <a:pt x="428991" y="536921"/>
                  </a:lnTo>
                  <a:lnTo>
                    <a:pt x="438741" y="559919"/>
                  </a:lnTo>
                  <a:lnTo>
                    <a:pt x="448491" y="551888"/>
                  </a:lnTo>
                  <a:lnTo>
                    <a:pt x="458241" y="525878"/>
                  </a:lnTo>
                  <a:lnTo>
                    <a:pt x="467991" y="497966"/>
                  </a:lnTo>
                  <a:lnTo>
                    <a:pt x="477740" y="474050"/>
                  </a:lnTo>
                  <a:lnTo>
                    <a:pt x="487490" y="497784"/>
                  </a:lnTo>
                  <a:lnTo>
                    <a:pt x="497239" y="513656"/>
                  </a:lnTo>
                  <a:lnTo>
                    <a:pt x="506989" y="492708"/>
                  </a:lnTo>
                  <a:lnTo>
                    <a:pt x="516738" y="496532"/>
                  </a:lnTo>
                  <a:lnTo>
                    <a:pt x="526488" y="480515"/>
                  </a:lnTo>
                  <a:lnTo>
                    <a:pt x="536238" y="480963"/>
                  </a:lnTo>
                  <a:lnTo>
                    <a:pt x="545988" y="475282"/>
                  </a:lnTo>
                  <a:lnTo>
                    <a:pt x="555738" y="476982"/>
                  </a:lnTo>
                  <a:lnTo>
                    <a:pt x="565488" y="450942"/>
                  </a:lnTo>
                  <a:lnTo>
                    <a:pt x="575238" y="443295"/>
                  </a:lnTo>
                  <a:lnTo>
                    <a:pt x="584988" y="445365"/>
                  </a:lnTo>
                  <a:lnTo>
                    <a:pt x="594738" y="447314"/>
                  </a:lnTo>
                  <a:lnTo>
                    <a:pt x="604488" y="412983"/>
                  </a:lnTo>
                  <a:lnTo>
                    <a:pt x="614237" y="400565"/>
                  </a:lnTo>
                  <a:lnTo>
                    <a:pt x="623987" y="394427"/>
                  </a:lnTo>
                  <a:lnTo>
                    <a:pt x="633736" y="430826"/>
                  </a:lnTo>
                  <a:lnTo>
                    <a:pt x="643486" y="415157"/>
                  </a:lnTo>
                  <a:lnTo>
                    <a:pt x="653236" y="412629"/>
                  </a:lnTo>
                  <a:lnTo>
                    <a:pt x="662985" y="406529"/>
                  </a:lnTo>
                  <a:lnTo>
                    <a:pt x="672735" y="409494"/>
                  </a:lnTo>
                  <a:lnTo>
                    <a:pt x="682485" y="415077"/>
                  </a:lnTo>
                  <a:lnTo>
                    <a:pt x="692235" y="418007"/>
                  </a:lnTo>
                  <a:lnTo>
                    <a:pt x="701985" y="414259"/>
                  </a:lnTo>
                  <a:lnTo>
                    <a:pt x="711735" y="431589"/>
                  </a:lnTo>
                  <a:lnTo>
                    <a:pt x="721485" y="419610"/>
                  </a:lnTo>
                  <a:lnTo>
                    <a:pt x="731235" y="425856"/>
                  </a:lnTo>
                  <a:lnTo>
                    <a:pt x="740985" y="430143"/>
                  </a:lnTo>
                  <a:lnTo>
                    <a:pt x="750734" y="408597"/>
                  </a:lnTo>
                  <a:lnTo>
                    <a:pt x="760484" y="436239"/>
                  </a:lnTo>
                  <a:lnTo>
                    <a:pt x="770233" y="447194"/>
                  </a:lnTo>
                  <a:lnTo>
                    <a:pt x="779983" y="430248"/>
                  </a:lnTo>
                  <a:lnTo>
                    <a:pt x="789733" y="404825"/>
                  </a:lnTo>
                  <a:lnTo>
                    <a:pt x="799482" y="403978"/>
                  </a:lnTo>
                  <a:lnTo>
                    <a:pt x="809232" y="380741"/>
                  </a:lnTo>
                  <a:lnTo>
                    <a:pt x="818982" y="388412"/>
                  </a:lnTo>
                  <a:lnTo>
                    <a:pt x="828732" y="379736"/>
                  </a:lnTo>
                  <a:lnTo>
                    <a:pt x="838482" y="389094"/>
                  </a:lnTo>
                  <a:lnTo>
                    <a:pt x="848232" y="390377"/>
                  </a:lnTo>
                  <a:lnTo>
                    <a:pt x="857982" y="377752"/>
                  </a:lnTo>
                  <a:lnTo>
                    <a:pt x="867732" y="366382"/>
                  </a:lnTo>
                  <a:lnTo>
                    <a:pt x="877482" y="404439"/>
                  </a:lnTo>
                  <a:lnTo>
                    <a:pt x="887231" y="377583"/>
                  </a:lnTo>
                  <a:lnTo>
                    <a:pt x="896981" y="390432"/>
                  </a:lnTo>
                  <a:lnTo>
                    <a:pt x="906730" y="341255"/>
                  </a:lnTo>
                  <a:lnTo>
                    <a:pt x="916480" y="376032"/>
                  </a:lnTo>
                  <a:lnTo>
                    <a:pt x="926230" y="349253"/>
                  </a:lnTo>
                  <a:lnTo>
                    <a:pt x="935979" y="371594"/>
                  </a:lnTo>
                  <a:lnTo>
                    <a:pt x="945729" y="344013"/>
                  </a:lnTo>
                  <a:lnTo>
                    <a:pt x="955479" y="338709"/>
                  </a:lnTo>
                  <a:lnTo>
                    <a:pt x="965229" y="341053"/>
                  </a:lnTo>
                  <a:lnTo>
                    <a:pt x="974979" y="351495"/>
                  </a:lnTo>
                  <a:lnTo>
                    <a:pt x="984729" y="368337"/>
                  </a:lnTo>
                  <a:lnTo>
                    <a:pt x="994474" y="390808"/>
                  </a:lnTo>
                  <a:lnTo>
                    <a:pt x="1004233" y="353787"/>
                  </a:lnTo>
                  <a:lnTo>
                    <a:pt x="1013977" y="375888"/>
                  </a:lnTo>
                  <a:lnTo>
                    <a:pt x="1023721" y="410875"/>
                  </a:lnTo>
                  <a:lnTo>
                    <a:pt x="1033480" y="409601"/>
                  </a:lnTo>
                  <a:lnTo>
                    <a:pt x="1043224" y="392442"/>
                  </a:lnTo>
                  <a:lnTo>
                    <a:pt x="1052983" y="361639"/>
                  </a:lnTo>
                  <a:lnTo>
                    <a:pt x="1062727" y="355949"/>
                  </a:lnTo>
                  <a:lnTo>
                    <a:pt x="1072471" y="336829"/>
                  </a:lnTo>
                  <a:lnTo>
                    <a:pt x="1082230" y="345916"/>
                  </a:lnTo>
                  <a:lnTo>
                    <a:pt x="1091973" y="352833"/>
                  </a:lnTo>
                  <a:lnTo>
                    <a:pt x="1101732" y="343501"/>
                  </a:lnTo>
                  <a:lnTo>
                    <a:pt x="1111476" y="331598"/>
                  </a:lnTo>
                  <a:lnTo>
                    <a:pt x="1121220" y="308591"/>
                  </a:lnTo>
                  <a:lnTo>
                    <a:pt x="1130979" y="318169"/>
                  </a:lnTo>
                  <a:lnTo>
                    <a:pt x="1140723" y="304820"/>
                  </a:lnTo>
                  <a:lnTo>
                    <a:pt x="1150482" y="303446"/>
                  </a:lnTo>
                  <a:lnTo>
                    <a:pt x="1160226" y="285864"/>
                  </a:lnTo>
                  <a:lnTo>
                    <a:pt x="1169969" y="295696"/>
                  </a:lnTo>
                  <a:lnTo>
                    <a:pt x="1179728" y="287534"/>
                  </a:lnTo>
                  <a:lnTo>
                    <a:pt x="1189472" y="298270"/>
                  </a:lnTo>
                  <a:lnTo>
                    <a:pt x="1199231" y="295468"/>
                  </a:lnTo>
                  <a:lnTo>
                    <a:pt x="1208975" y="309447"/>
                  </a:lnTo>
                  <a:lnTo>
                    <a:pt x="1218719" y="314285"/>
                  </a:lnTo>
                  <a:lnTo>
                    <a:pt x="1228478" y="351466"/>
                  </a:lnTo>
                  <a:lnTo>
                    <a:pt x="1238222" y="346428"/>
                  </a:lnTo>
                  <a:lnTo>
                    <a:pt x="1247966" y="350506"/>
                  </a:lnTo>
                  <a:lnTo>
                    <a:pt x="1257725" y="362069"/>
                  </a:lnTo>
                  <a:lnTo>
                    <a:pt x="1267469" y="316544"/>
                  </a:lnTo>
                  <a:lnTo>
                    <a:pt x="1277227" y="355606"/>
                  </a:lnTo>
                  <a:lnTo>
                    <a:pt x="1286971" y="375524"/>
                  </a:lnTo>
                  <a:lnTo>
                    <a:pt x="1296715" y="368656"/>
                  </a:lnTo>
                  <a:lnTo>
                    <a:pt x="1306474" y="376073"/>
                  </a:lnTo>
                  <a:lnTo>
                    <a:pt x="1316218" y="375895"/>
                  </a:lnTo>
                  <a:lnTo>
                    <a:pt x="1325977" y="366716"/>
                  </a:lnTo>
                  <a:lnTo>
                    <a:pt x="1335721" y="345749"/>
                  </a:lnTo>
                  <a:lnTo>
                    <a:pt x="1345465" y="365982"/>
                  </a:lnTo>
                  <a:lnTo>
                    <a:pt x="1355224" y="366211"/>
                  </a:lnTo>
                  <a:lnTo>
                    <a:pt x="1364967" y="383306"/>
                  </a:lnTo>
                  <a:lnTo>
                    <a:pt x="1374726" y="420324"/>
                  </a:lnTo>
                  <a:lnTo>
                    <a:pt x="1384470" y="405686"/>
                  </a:lnTo>
                  <a:lnTo>
                    <a:pt x="1394214" y="379833"/>
                  </a:lnTo>
                  <a:lnTo>
                    <a:pt x="1403973" y="357354"/>
                  </a:lnTo>
                  <a:lnTo>
                    <a:pt x="1413717" y="339771"/>
                  </a:lnTo>
                  <a:lnTo>
                    <a:pt x="1423476" y="342420"/>
                  </a:lnTo>
                  <a:lnTo>
                    <a:pt x="1433220" y="324623"/>
                  </a:lnTo>
                  <a:lnTo>
                    <a:pt x="1442964" y="333910"/>
                  </a:lnTo>
                  <a:lnTo>
                    <a:pt x="1452722" y="368501"/>
                  </a:lnTo>
                  <a:lnTo>
                    <a:pt x="1462466" y="360219"/>
                  </a:lnTo>
                  <a:lnTo>
                    <a:pt x="1472225" y="403178"/>
                  </a:lnTo>
                  <a:lnTo>
                    <a:pt x="1481969" y="452074"/>
                  </a:lnTo>
                  <a:lnTo>
                    <a:pt x="1491713" y="478728"/>
                  </a:lnTo>
                  <a:lnTo>
                    <a:pt x="1501472" y="501720"/>
                  </a:lnTo>
                  <a:lnTo>
                    <a:pt x="1511216" y="484867"/>
                  </a:lnTo>
                  <a:lnTo>
                    <a:pt x="1520960" y="479071"/>
                  </a:lnTo>
                  <a:lnTo>
                    <a:pt x="1530719" y="490981"/>
                  </a:lnTo>
                  <a:lnTo>
                    <a:pt x="1540463" y="485066"/>
                  </a:lnTo>
                  <a:lnTo>
                    <a:pt x="1550221" y="477121"/>
                  </a:lnTo>
                  <a:lnTo>
                    <a:pt x="1559965" y="470975"/>
                  </a:lnTo>
                  <a:lnTo>
                    <a:pt x="1569709" y="449802"/>
                  </a:lnTo>
                  <a:lnTo>
                    <a:pt x="1579468" y="446683"/>
                  </a:lnTo>
                  <a:lnTo>
                    <a:pt x="1589212" y="440333"/>
                  </a:lnTo>
                  <a:lnTo>
                    <a:pt x="1598971" y="443665"/>
                  </a:lnTo>
                  <a:lnTo>
                    <a:pt x="1608715" y="443041"/>
                  </a:lnTo>
                  <a:lnTo>
                    <a:pt x="1618459" y="442320"/>
                  </a:lnTo>
                  <a:lnTo>
                    <a:pt x="1628218" y="419094"/>
                  </a:lnTo>
                  <a:lnTo>
                    <a:pt x="1637962" y="395713"/>
                  </a:lnTo>
                  <a:lnTo>
                    <a:pt x="1647720" y="387600"/>
                  </a:lnTo>
                  <a:lnTo>
                    <a:pt x="1657464" y="418347"/>
                  </a:lnTo>
                  <a:lnTo>
                    <a:pt x="1667208" y="426498"/>
                  </a:lnTo>
                  <a:lnTo>
                    <a:pt x="1676967" y="430864"/>
                  </a:lnTo>
                  <a:lnTo>
                    <a:pt x="1686711" y="413065"/>
                  </a:lnTo>
                  <a:lnTo>
                    <a:pt x="1696470" y="385252"/>
                  </a:lnTo>
                  <a:lnTo>
                    <a:pt x="1706214" y="380316"/>
                  </a:lnTo>
                  <a:lnTo>
                    <a:pt x="1715958" y="358730"/>
                  </a:lnTo>
                  <a:lnTo>
                    <a:pt x="1725716" y="354763"/>
                  </a:lnTo>
                  <a:lnTo>
                    <a:pt x="1735460" y="369090"/>
                  </a:lnTo>
                  <a:lnTo>
                    <a:pt x="1745219" y="353364"/>
                  </a:lnTo>
                  <a:lnTo>
                    <a:pt x="1754963" y="372291"/>
                  </a:lnTo>
                  <a:lnTo>
                    <a:pt x="1764707" y="379836"/>
                  </a:lnTo>
                  <a:lnTo>
                    <a:pt x="1774466" y="371657"/>
                  </a:lnTo>
                  <a:lnTo>
                    <a:pt x="1784210" y="401842"/>
                  </a:lnTo>
                  <a:lnTo>
                    <a:pt x="1793969" y="404110"/>
                  </a:lnTo>
                  <a:lnTo>
                    <a:pt x="1803713" y="430385"/>
                  </a:lnTo>
                  <a:lnTo>
                    <a:pt x="1813457" y="442056"/>
                  </a:lnTo>
                  <a:lnTo>
                    <a:pt x="1823215" y="459716"/>
                  </a:lnTo>
                  <a:lnTo>
                    <a:pt x="1832959" y="454018"/>
                  </a:lnTo>
                  <a:lnTo>
                    <a:pt x="1842703" y="478278"/>
                  </a:lnTo>
                  <a:lnTo>
                    <a:pt x="1852462" y="448769"/>
                  </a:lnTo>
                  <a:lnTo>
                    <a:pt x="1862206" y="435102"/>
                  </a:lnTo>
                  <a:lnTo>
                    <a:pt x="1871965" y="443090"/>
                  </a:lnTo>
                  <a:lnTo>
                    <a:pt x="1881709" y="460294"/>
                  </a:lnTo>
                  <a:lnTo>
                    <a:pt x="1891453" y="448443"/>
                  </a:lnTo>
                  <a:lnTo>
                    <a:pt x="1901212" y="422051"/>
                  </a:lnTo>
                  <a:lnTo>
                    <a:pt x="1910956" y="407819"/>
                  </a:lnTo>
                  <a:lnTo>
                    <a:pt x="1920714" y="372408"/>
                  </a:lnTo>
                  <a:lnTo>
                    <a:pt x="1930458" y="382160"/>
                  </a:lnTo>
                  <a:lnTo>
                    <a:pt x="1940202" y="406395"/>
                  </a:lnTo>
                  <a:lnTo>
                    <a:pt x="1949961" y="423539"/>
                  </a:lnTo>
                  <a:lnTo>
                    <a:pt x="1959705" y="419231"/>
                  </a:lnTo>
                  <a:lnTo>
                    <a:pt x="1969464" y="406879"/>
                  </a:lnTo>
                  <a:lnTo>
                    <a:pt x="1979208" y="404159"/>
                  </a:lnTo>
                  <a:lnTo>
                    <a:pt x="1988952" y="409454"/>
                  </a:lnTo>
                  <a:lnTo>
                    <a:pt x="1998711" y="430001"/>
                  </a:lnTo>
                  <a:lnTo>
                    <a:pt x="2008454" y="470493"/>
                  </a:lnTo>
                  <a:lnTo>
                    <a:pt x="2018213" y="462117"/>
                  </a:lnTo>
                  <a:lnTo>
                    <a:pt x="2027957" y="468782"/>
                  </a:lnTo>
                  <a:lnTo>
                    <a:pt x="2037701" y="477112"/>
                  </a:lnTo>
                  <a:lnTo>
                    <a:pt x="2047460" y="494105"/>
                  </a:lnTo>
                  <a:lnTo>
                    <a:pt x="2057204" y="466514"/>
                  </a:lnTo>
                  <a:lnTo>
                    <a:pt x="2066963" y="459485"/>
                  </a:lnTo>
                  <a:lnTo>
                    <a:pt x="2076707" y="458927"/>
                  </a:lnTo>
                  <a:lnTo>
                    <a:pt x="2086451" y="468653"/>
                  </a:lnTo>
                  <a:lnTo>
                    <a:pt x="2096210" y="491874"/>
                  </a:lnTo>
                  <a:lnTo>
                    <a:pt x="2105954" y="500974"/>
                  </a:lnTo>
                  <a:lnTo>
                    <a:pt x="2115697" y="489016"/>
                  </a:lnTo>
                  <a:lnTo>
                    <a:pt x="2125456" y="483560"/>
                  </a:lnTo>
                  <a:lnTo>
                    <a:pt x="2135200" y="476906"/>
                  </a:lnTo>
                  <a:lnTo>
                    <a:pt x="2144959" y="456509"/>
                  </a:lnTo>
                  <a:lnTo>
                    <a:pt x="2154703" y="431029"/>
                  </a:lnTo>
                  <a:lnTo>
                    <a:pt x="2164447" y="449818"/>
                  </a:lnTo>
                  <a:lnTo>
                    <a:pt x="2174206" y="453187"/>
                  </a:lnTo>
                  <a:lnTo>
                    <a:pt x="2183950" y="403818"/>
                  </a:lnTo>
                  <a:lnTo>
                    <a:pt x="2193709" y="413725"/>
                  </a:lnTo>
                  <a:lnTo>
                    <a:pt x="2203452" y="401700"/>
                  </a:lnTo>
                  <a:lnTo>
                    <a:pt x="2213196" y="404540"/>
                  </a:lnTo>
                  <a:lnTo>
                    <a:pt x="2222955" y="376767"/>
                  </a:lnTo>
                  <a:lnTo>
                    <a:pt x="2232699" y="372832"/>
                  </a:lnTo>
                  <a:lnTo>
                    <a:pt x="2242458" y="378403"/>
                  </a:lnTo>
                  <a:lnTo>
                    <a:pt x="2252202" y="387634"/>
                  </a:lnTo>
                  <a:lnTo>
                    <a:pt x="2261946" y="363169"/>
                  </a:lnTo>
                  <a:lnTo>
                    <a:pt x="2271705" y="373267"/>
                  </a:lnTo>
                  <a:lnTo>
                    <a:pt x="2281449" y="342800"/>
                  </a:lnTo>
                  <a:lnTo>
                    <a:pt x="2291208" y="329132"/>
                  </a:lnTo>
                  <a:lnTo>
                    <a:pt x="2300951" y="335391"/>
                  </a:lnTo>
                  <a:lnTo>
                    <a:pt x="2310695" y="301672"/>
                  </a:lnTo>
                  <a:lnTo>
                    <a:pt x="2320454" y="301009"/>
                  </a:lnTo>
                  <a:lnTo>
                    <a:pt x="2330198" y="293154"/>
                  </a:lnTo>
                  <a:lnTo>
                    <a:pt x="2339957" y="274576"/>
                  </a:lnTo>
                  <a:lnTo>
                    <a:pt x="2349701" y="228497"/>
                  </a:lnTo>
                  <a:lnTo>
                    <a:pt x="2359445" y="191996"/>
                  </a:lnTo>
                  <a:lnTo>
                    <a:pt x="2369204" y="180050"/>
                  </a:lnTo>
                  <a:lnTo>
                    <a:pt x="2378948" y="204508"/>
                  </a:lnTo>
                  <a:lnTo>
                    <a:pt x="2388692" y="157646"/>
                  </a:lnTo>
                  <a:lnTo>
                    <a:pt x="2398450" y="155627"/>
                  </a:lnTo>
                  <a:lnTo>
                    <a:pt x="2408194" y="123335"/>
                  </a:lnTo>
                  <a:lnTo>
                    <a:pt x="2417953" y="141518"/>
                  </a:lnTo>
                  <a:lnTo>
                    <a:pt x="2427697" y="114543"/>
                  </a:lnTo>
                  <a:lnTo>
                    <a:pt x="2437441" y="134465"/>
                  </a:lnTo>
                  <a:lnTo>
                    <a:pt x="2447200" y="142893"/>
                  </a:lnTo>
                  <a:lnTo>
                    <a:pt x="2456944" y="112051"/>
                  </a:lnTo>
                  <a:lnTo>
                    <a:pt x="2466703" y="125366"/>
                  </a:lnTo>
                  <a:lnTo>
                    <a:pt x="2476446" y="146481"/>
                  </a:lnTo>
                  <a:lnTo>
                    <a:pt x="2486190" y="136585"/>
                  </a:lnTo>
                  <a:lnTo>
                    <a:pt x="2495949" y="109280"/>
                  </a:lnTo>
                  <a:lnTo>
                    <a:pt x="2505693" y="51254"/>
                  </a:lnTo>
                  <a:lnTo>
                    <a:pt x="2515452" y="43705"/>
                  </a:lnTo>
                  <a:lnTo>
                    <a:pt x="2525196" y="9570"/>
                  </a:lnTo>
                  <a:lnTo>
                    <a:pt x="2534940" y="11283"/>
                  </a:lnTo>
                  <a:lnTo>
                    <a:pt x="2544699" y="17213"/>
                  </a:lnTo>
                  <a:lnTo>
                    <a:pt x="2554443" y="25330"/>
                  </a:lnTo>
                  <a:lnTo>
                    <a:pt x="2564202" y="53821"/>
                  </a:lnTo>
                  <a:lnTo>
                    <a:pt x="2573946" y="50154"/>
                  </a:lnTo>
                  <a:lnTo>
                    <a:pt x="2583690" y="35886"/>
                  </a:lnTo>
                  <a:lnTo>
                    <a:pt x="2593448" y="17195"/>
                  </a:lnTo>
                  <a:lnTo>
                    <a:pt x="2603192" y="41442"/>
                  </a:lnTo>
                  <a:lnTo>
                    <a:pt x="2612951" y="30677"/>
                  </a:lnTo>
                  <a:lnTo>
                    <a:pt x="2622695" y="39488"/>
                  </a:lnTo>
                  <a:lnTo>
                    <a:pt x="2632439" y="18369"/>
                  </a:lnTo>
                  <a:lnTo>
                    <a:pt x="2642198" y="50666"/>
                  </a:lnTo>
                  <a:lnTo>
                    <a:pt x="2651942" y="61190"/>
                  </a:lnTo>
                  <a:lnTo>
                    <a:pt x="2661685" y="56193"/>
                  </a:lnTo>
                  <a:lnTo>
                    <a:pt x="2671444" y="50579"/>
                  </a:lnTo>
                  <a:lnTo>
                    <a:pt x="2681188" y="31170"/>
                  </a:lnTo>
                  <a:lnTo>
                    <a:pt x="2690947" y="0"/>
                  </a:lnTo>
                  <a:lnTo>
                    <a:pt x="2700691" y="27706"/>
                  </a:lnTo>
                  <a:lnTo>
                    <a:pt x="2710435" y="36874"/>
                  </a:lnTo>
                  <a:lnTo>
                    <a:pt x="2720194" y="60399"/>
                  </a:lnTo>
                  <a:lnTo>
                    <a:pt x="2729938" y="66809"/>
                  </a:lnTo>
                  <a:lnTo>
                    <a:pt x="2739697" y="54150"/>
                  </a:lnTo>
                  <a:lnTo>
                    <a:pt x="2749441" y="22882"/>
                  </a:lnTo>
                  <a:lnTo>
                    <a:pt x="2759185" y="49354"/>
                  </a:lnTo>
                  <a:lnTo>
                    <a:pt x="2768943" y="84851"/>
                  </a:lnTo>
                  <a:lnTo>
                    <a:pt x="2778687" y="66831"/>
                  </a:lnTo>
                  <a:lnTo>
                    <a:pt x="2788446" y="66612"/>
                  </a:lnTo>
                  <a:lnTo>
                    <a:pt x="2798190" y="61305"/>
                  </a:lnTo>
                  <a:lnTo>
                    <a:pt x="2807934" y="72861"/>
                  </a:lnTo>
                  <a:lnTo>
                    <a:pt x="2817693" y="113195"/>
                  </a:lnTo>
                  <a:lnTo>
                    <a:pt x="2827437" y="128522"/>
                  </a:lnTo>
                  <a:lnTo>
                    <a:pt x="2837196" y="125829"/>
                  </a:lnTo>
                  <a:lnTo>
                    <a:pt x="2846940" y="119158"/>
                  </a:lnTo>
                  <a:lnTo>
                    <a:pt x="2856684" y="155110"/>
                  </a:lnTo>
                  <a:lnTo>
                    <a:pt x="2866442" y="174087"/>
                  </a:lnTo>
                  <a:lnTo>
                    <a:pt x="2876186" y="179601"/>
                  </a:lnTo>
                  <a:lnTo>
                    <a:pt x="2885945" y="217661"/>
                  </a:lnTo>
                  <a:lnTo>
                    <a:pt x="2895689" y="228400"/>
                  </a:lnTo>
                  <a:lnTo>
                    <a:pt x="2905433" y="220667"/>
                  </a:lnTo>
                  <a:lnTo>
                    <a:pt x="2915192" y="21071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8" name="Freeform 1057">
              <a:extLst>
                <a:ext uri="{FF2B5EF4-FFF2-40B4-BE49-F238E27FC236}">
                  <a16:creationId xmlns:a16="http://schemas.microsoft.com/office/drawing/2014/main" id="{720D6B00-840D-12E9-6A59-A6AC59FC9121}"/>
                </a:ext>
              </a:extLst>
            </p:cNvPr>
            <p:cNvSpPr/>
            <p:nvPr/>
          </p:nvSpPr>
          <p:spPr>
            <a:xfrm>
              <a:off x="4426652" y="3497081"/>
              <a:ext cx="2915191" cy="548865"/>
            </a:xfrm>
            <a:custGeom>
              <a:avLst/>
              <a:gdLst>
                <a:gd name="connsiteX0" fmla="*/ 0 w 2915191"/>
                <a:gd name="connsiteY0" fmla="*/ 510765 h 548865"/>
                <a:gd name="connsiteX1" fmla="*/ 9750 w 2915191"/>
                <a:gd name="connsiteY1" fmla="*/ 524729 h 548865"/>
                <a:gd name="connsiteX2" fmla="*/ 19500 w 2915191"/>
                <a:gd name="connsiteY2" fmla="*/ 511847 h 548865"/>
                <a:gd name="connsiteX3" fmla="*/ 29250 w 2915191"/>
                <a:gd name="connsiteY3" fmla="*/ 514810 h 548865"/>
                <a:gd name="connsiteX4" fmla="*/ 39000 w 2915191"/>
                <a:gd name="connsiteY4" fmla="*/ 525578 h 548865"/>
                <a:gd name="connsiteX5" fmla="*/ 48749 w 2915191"/>
                <a:gd name="connsiteY5" fmla="*/ 531985 h 548865"/>
                <a:gd name="connsiteX6" fmla="*/ 58499 w 2915191"/>
                <a:gd name="connsiteY6" fmla="*/ 533698 h 548865"/>
                <a:gd name="connsiteX7" fmla="*/ 68249 w 2915191"/>
                <a:gd name="connsiteY7" fmla="*/ 522986 h 548865"/>
                <a:gd name="connsiteX8" fmla="*/ 77998 w 2915191"/>
                <a:gd name="connsiteY8" fmla="*/ 548865 h 548865"/>
                <a:gd name="connsiteX9" fmla="*/ 87748 w 2915191"/>
                <a:gd name="connsiteY9" fmla="*/ 523954 h 548865"/>
                <a:gd name="connsiteX10" fmla="*/ 97497 w 2915191"/>
                <a:gd name="connsiteY10" fmla="*/ 507206 h 548865"/>
                <a:gd name="connsiteX11" fmla="*/ 107247 w 2915191"/>
                <a:gd name="connsiteY11" fmla="*/ 511469 h 548865"/>
                <a:gd name="connsiteX12" fmla="*/ 116997 w 2915191"/>
                <a:gd name="connsiteY12" fmla="*/ 498188 h 548865"/>
                <a:gd name="connsiteX13" fmla="*/ 126747 w 2915191"/>
                <a:gd name="connsiteY13" fmla="*/ 490653 h 548865"/>
                <a:gd name="connsiteX14" fmla="*/ 136497 w 2915191"/>
                <a:gd name="connsiteY14" fmla="*/ 469379 h 548865"/>
                <a:gd name="connsiteX15" fmla="*/ 146247 w 2915191"/>
                <a:gd name="connsiteY15" fmla="*/ 455825 h 548865"/>
                <a:gd name="connsiteX16" fmla="*/ 155997 w 2915191"/>
                <a:gd name="connsiteY16" fmla="*/ 421625 h 548865"/>
                <a:gd name="connsiteX17" fmla="*/ 165747 w 2915191"/>
                <a:gd name="connsiteY17" fmla="*/ 429264 h 548865"/>
                <a:gd name="connsiteX18" fmla="*/ 175497 w 2915191"/>
                <a:gd name="connsiteY18" fmla="*/ 422797 h 548865"/>
                <a:gd name="connsiteX19" fmla="*/ 185247 w 2915191"/>
                <a:gd name="connsiteY19" fmla="*/ 425171 h 548865"/>
                <a:gd name="connsiteX20" fmla="*/ 194996 w 2915191"/>
                <a:gd name="connsiteY20" fmla="*/ 397913 h 548865"/>
                <a:gd name="connsiteX21" fmla="*/ 204746 w 2915191"/>
                <a:gd name="connsiteY21" fmla="*/ 384869 h 548865"/>
                <a:gd name="connsiteX22" fmla="*/ 214495 w 2915191"/>
                <a:gd name="connsiteY22" fmla="*/ 395443 h 548865"/>
                <a:gd name="connsiteX23" fmla="*/ 224245 w 2915191"/>
                <a:gd name="connsiteY23" fmla="*/ 397517 h 548865"/>
                <a:gd name="connsiteX24" fmla="*/ 233995 w 2915191"/>
                <a:gd name="connsiteY24" fmla="*/ 352607 h 548865"/>
                <a:gd name="connsiteX25" fmla="*/ 243744 w 2915191"/>
                <a:gd name="connsiteY25" fmla="*/ 373872 h 548865"/>
                <a:gd name="connsiteX26" fmla="*/ 253494 w 2915191"/>
                <a:gd name="connsiteY26" fmla="*/ 341842 h 548865"/>
                <a:gd name="connsiteX27" fmla="*/ 263244 w 2915191"/>
                <a:gd name="connsiteY27" fmla="*/ 333768 h 548865"/>
                <a:gd name="connsiteX28" fmla="*/ 272994 w 2915191"/>
                <a:gd name="connsiteY28" fmla="*/ 296900 h 548865"/>
                <a:gd name="connsiteX29" fmla="*/ 282744 w 2915191"/>
                <a:gd name="connsiteY29" fmla="*/ 310593 h 548865"/>
                <a:gd name="connsiteX30" fmla="*/ 292494 w 2915191"/>
                <a:gd name="connsiteY30" fmla="*/ 326510 h 548865"/>
                <a:gd name="connsiteX31" fmla="*/ 302244 w 2915191"/>
                <a:gd name="connsiteY31" fmla="*/ 289729 h 548865"/>
                <a:gd name="connsiteX32" fmla="*/ 311994 w 2915191"/>
                <a:gd name="connsiteY32" fmla="*/ 305347 h 548865"/>
                <a:gd name="connsiteX33" fmla="*/ 321744 w 2915191"/>
                <a:gd name="connsiteY33" fmla="*/ 309692 h 548865"/>
                <a:gd name="connsiteX34" fmla="*/ 331493 w 2915191"/>
                <a:gd name="connsiteY34" fmla="*/ 331604 h 548865"/>
                <a:gd name="connsiteX35" fmla="*/ 341243 w 2915191"/>
                <a:gd name="connsiteY35" fmla="*/ 307128 h 548865"/>
                <a:gd name="connsiteX36" fmla="*/ 350993 w 2915191"/>
                <a:gd name="connsiteY36" fmla="*/ 291853 h 548865"/>
                <a:gd name="connsiteX37" fmla="*/ 360742 w 2915191"/>
                <a:gd name="connsiteY37" fmla="*/ 306365 h 548865"/>
                <a:gd name="connsiteX38" fmla="*/ 370492 w 2915191"/>
                <a:gd name="connsiteY38" fmla="*/ 337872 h 548865"/>
                <a:gd name="connsiteX39" fmla="*/ 380241 w 2915191"/>
                <a:gd name="connsiteY39" fmla="*/ 337711 h 548865"/>
                <a:gd name="connsiteX40" fmla="*/ 389991 w 2915191"/>
                <a:gd name="connsiteY40" fmla="*/ 348988 h 548865"/>
                <a:gd name="connsiteX41" fmla="*/ 399741 w 2915191"/>
                <a:gd name="connsiteY41" fmla="*/ 346690 h 548865"/>
                <a:gd name="connsiteX42" fmla="*/ 409491 w 2915191"/>
                <a:gd name="connsiteY42" fmla="*/ 334803 h 548865"/>
                <a:gd name="connsiteX43" fmla="*/ 419241 w 2915191"/>
                <a:gd name="connsiteY43" fmla="*/ 346982 h 548865"/>
                <a:gd name="connsiteX44" fmla="*/ 428991 w 2915191"/>
                <a:gd name="connsiteY44" fmla="*/ 321901 h 548865"/>
                <a:gd name="connsiteX45" fmla="*/ 438741 w 2915191"/>
                <a:gd name="connsiteY45" fmla="*/ 352470 h 548865"/>
                <a:gd name="connsiteX46" fmla="*/ 448491 w 2915191"/>
                <a:gd name="connsiteY46" fmla="*/ 332130 h 548865"/>
                <a:gd name="connsiteX47" fmla="*/ 458241 w 2915191"/>
                <a:gd name="connsiteY47" fmla="*/ 337016 h 548865"/>
                <a:gd name="connsiteX48" fmla="*/ 467991 w 2915191"/>
                <a:gd name="connsiteY48" fmla="*/ 341604 h 548865"/>
                <a:gd name="connsiteX49" fmla="*/ 477740 w 2915191"/>
                <a:gd name="connsiteY49" fmla="*/ 352732 h 548865"/>
                <a:gd name="connsiteX50" fmla="*/ 487490 w 2915191"/>
                <a:gd name="connsiteY50" fmla="*/ 343235 h 548865"/>
                <a:gd name="connsiteX51" fmla="*/ 497239 w 2915191"/>
                <a:gd name="connsiteY51" fmla="*/ 373181 h 548865"/>
                <a:gd name="connsiteX52" fmla="*/ 506989 w 2915191"/>
                <a:gd name="connsiteY52" fmla="*/ 346941 h 548865"/>
                <a:gd name="connsiteX53" fmla="*/ 516738 w 2915191"/>
                <a:gd name="connsiteY53" fmla="*/ 336018 h 548865"/>
                <a:gd name="connsiteX54" fmla="*/ 526488 w 2915191"/>
                <a:gd name="connsiteY54" fmla="*/ 314453 h 548865"/>
                <a:gd name="connsiteX55" fmla="*/ 536238 w 2915191"/>
                <a:gd name="connsiteY55" fmla="*/ 320085 h 548865"/>
                <a:gd name="connsiteX56" fmla="*/ 545988 w 2915191"/>
                <a:gd name="connsiteY56" fmla="*/ 330020 h 548865"/>
                <a:gd name="connsiteX57" fmla="*/ 555738 w 2915191"/>
                <a:gd name="connsiteY57" fmla="*/ 341430 h 548865"/>
                <a:gd name="connsiteX58" fmla="*/ 565488 w 2915191"/>
                <a:gd name="connsiteY58" fmla="*/ 320677 h 548865"/>
                <a:gd name="connsiteX59" fmla="*/ 575238 w 2915191"/>
                <a:gd name="connsiteY59" fmla="*/ 338637 h 548865"/>
                <a:gd name="connsiteX60" fmla="*/ 584988 w 2915191"/>
                <a:gd name="connsiteY60" fmla="*/ 325729 h 548865"/>
                <a:gd name="connsiteX61" fmla="*/ 594738 w 2915191"/>
                <a:gd name="connsiteY61" fmla="*/ 336951 h 548865"/>
                <a:gd name="connsiteX62" fmla="*/ 604488 w 2915191"/>
                <a:gd name="connsiteY62" fmla="*/ 332237 h 548865"/>
                <a:gd name="connsiteX63" fmla="*/ 614237 w 2915191"/>
                <a:gd name="connsiteY63" fmla="*/ 299410 h 548865"/>
                <a:gd name="connsiteX64" fmla="*/ 623987 w 2915191"/>
                <a:gd name="connsiteY64" fmla="*/ 262407 h 548865"/>
                <a:gd name="connsiteX65" fmla="*/ 633736 w 2915191"/>
                <a:gd name="connsiteY65" fmla="*/ 247903 h 548865"/>
                <a:gd name="connsiteX66" fmla="*/ 643486 w 2915191"/>
                <a:gd name="connsiteY66" fmla="*/ 224979 h 548865"/>
                <a:gd name="connsiteX67" fmla="*/ 653236 w 2915191"/>
                <a:gd name="connsiteY67" fmla="*/ 182919 h 548865"/>
                <a:gd name="connsiteX68" fmla="*/ 662985 w 2915191"/>
                <a:gd name="connsiteY68" fmla="*/ 190433 h 548865"/>
                <a:gd name="connsiteX69" fmla="*/ 672735 w 2915191"/>
                <a:gd name="connsiteY69" fmla="*/ 161063 h 548865"/>
                <a:gd name="connsiteX70" fmla="*/ 682485 w 2915191"/>
                <a:gd name="connsiteY70" fmla="*/ 165547 h 548865"/>
                <a:gd name="connsiteX71" fmla="*/ 692235 w 2915191"/>
                <a:gd name="connsiteY71" fmla="*/ 181662 h 548865"/>
                <a:gd name="connsiteX72" fmla="*/ 701985 w 2915191"/>
                <a:gd name="connsiteY72" fmla="*/ 180816 h 548865"/>
                <a:gd name="connsiteX73" fmla="*/ 711735 w 2915191"/>
                <a:gd name="connsiteY73" fmla="*/ 186805 h 548865"/>
                <a:gd name="connsiteX74" fmla="*/ 721485 w 2915191"/>
                <a:gd name="connsiteY74" fmla="*/ 191789 h 548865"/>
                <a:gd name="connsiteX75" fmla="*/ 731235 w 2915191"/>
                <a:gd name="connsiteY75" fmla="*/ 200871 h 548865"/>
                <a:gd name="connsiteX76" fmla="*/ 740985 w 2915191"/>
                <a:gd name="connsiteY76" fmla="*/ 178515 h 548865"/>
                <a:gd name="connsiteX77" fmla="*/ 750734 w 2915191"/>
                <a:gd name="connsiteY77" fmla="*/ 185266 h 548865"/>
                <a:gd name="connsiteX78" fmla="*/ 760484 w 2915191"/>
                <a:gd name="connsiteY78" fmla="*/ 186859 h 548865"/>
                <a:gd name="connsiteX79" fmla="*/ 770233 w 2915191"/>
                <a:gd name="connsiteY79" fmla="*/ 223090 h 548865"/>
                <a:gd name="connsiteX80" fmla="*/ 779983 w 2915191"/>
                <a:gd name="connsiteY80" fmla="*/ 199570 h 548865"/>
                <a:gd name="connsiteX81" fmla="*/ 789733 w 2915191"/>
                <a:gd name="connsiteY81" fmla="*/ 184975 h 548865"/>
                <a:gd name="connsiteX82" fmla="*/ 799482 w 2915191"/>
                <a:gd name="connsiteY82" fmla="*/ 194718 h 548865"/>
                <a:gd name="connsiteX83" fmla="*/ 809232 w 2915191"/>
                <a:gd name="connsiteY83" fmla="*/ 204429 h 548865"/>
                <a:gd name="connsiteX84" fmla="*/ 818982 w 2915191"/>
                <a:gd name="connsiteY84" fmla="*/ 196330 h 548865"/>
                <a:gd name="connsiteX85" fmla="*/ 828732 w 2915191"/>
                <a:gd name="connsiteY85" fmla="*/ 228884 h 548865"/>
                <a:gd name="connsiteX86" fmla="*/ 838482 w 2915191"/>
                <a:gd name="connsiteY86" fmla="*/ 245739 h 548865"/>
                <a:gd name="connsiteX87" fmla="*/ 848232 w 2915191"/>
                <a:gd name="connsiteY87" fmla="*/ 266696 h 548865"/>
                <a:gd name="connsiteX88" fmla="*/ 857982 w 2915191"/>
                <a:gd name="connsiteY88" fmla="*/ 326475 h 548865"/>
                <a:gd name="connsiteX89" fmla="*/ 867732 w 2915191"/>
                <a:gd name="connsiteY89" fmla="*/ 285420 h 548865"/>
                <a:gd name="connsiteX90" fmla="*/ 877482 w 2915191"/>
                <a:gd name="connsiteY90" fmla="*/ 270670 h 548865"/>
                <a:gd name="connsiteX91" fmla="*/ 887231 w 2915191"/>
                <a:gd name="connsiteY91" fmla="*/ 268977 h 548865"/>
                <a:gd name="connsiteX92" fmla="*/ 896981 w 2915191"/>
                <a:gd name="connsiteY92" fmla="*/ 260166 h 548865"/>
                <a:gd name="connsiteX93" fmla="*/ 906730 w 2915191"/>
                <a:gd name="connsiteY93" fmla="*/ 245234 h 548865"/>
                <a:gd name="connsiteX94" fmla="*/ 916480 w 2915191"/>
                <a:gd name="connsiteY94" fmla="*/ 240885 h 548865"/>
                <a:gd name="connsiteX95" fmla="*/ 926230 w 2915191"/>
                <a:gd name="connsiteY95" fmla="*/ 293981 h 548865"/>
                <a:gd name="connsiteX96" fmla="*/ 935979 w 2915191"/>
                <a:gd name="connsiteY96" fmla="*/ 279646 h 548865"/>
                <a:gd name="connsiteX97" fmla="*/ 945729 w 2915191"/>
                <a:gd name="connsiteY97" fmla="*/ 257918 h 548865"/>
                <a:gd name="connsiteX98" fmla="*/ 955479 w 2915191"/>
                <a:gd name="connsiteY98" fmla="*/ 230350 h 548865"/>
                <a:gd name="connsiteX99" fmla="*/ 965229 w 2915191"/>
                <a:gd name="connsiteY99" fmla="*/ 256836 h 548865"/>
                <a:gd name="connsiteX100" fmla="*/ 974979 w 2915191"/>
                <a:gd name="connsiteY100" fmla="*/ 232691 h 548865"/>
                <a:gd name="connsiteX101" fmla="*/ 984729 w 2915191"/>
                <a:gd name="connsiteY101" fmla="*/ 218228 h 548865"/>
                <a:gd name="connsiteX102" fmla="*/ 994474 w 2915191"/>
                <a:gd name="connsiteY102" fmla="*/ 205970 h 548865"/>
                <a:gd name="connsiteX103" fmla="*/ 1004233 w 2915191"/>
                <a:gd name="connsiteY103" fmla="*/ 218902 h 548865"/>
                <a:gd name="connsiteX104" fmla="*/ 1013977 w 2915191"/>
                <a:gd name="connsiteY104" fmla="*/ 230879 h 548865"/>
                <a:gd name="connsiteX105" fmla="*/ 1023721 w 2915191"/>
                <a:gd name="connsiteY105" fmla="*/ 200715 h 548865"/>
                <a:gd name="connsiteX106" fmla="*/ 1033480 w 2915191"/>
                <a:gd name="connsiteY106" fmla="*/ 174449 h 548865"/>
                <a:gd name="connsiteX107" fmla="*/ 1043224 w 2915191"/>
                <a:gd name="connsiteY107" fmla="*/ 165221 h 548865"/>
                <a:gd name="connsiteX108" fmla="*/ 1052983 w 2915191"/>
                <a:gd name="connsiteY108" fmla="*/ 168816 h 548865"/>
                <a:gd name="connsiteX109" fmla="*/ 1062727 w 2915191"/>
                <a:gd name="connsiteY109" fmla="*/ 177903 h 548865"/>
                <a:gd name="connsiteX110" fmla="*/ 1072471 w 2915191"/>
                <a:gd name="connsiteY110" fmla="*/ 171901 h 548865"/>
                <a:gd name="connsiteX111" fmla="*/ 1082230 w 2915191"/>
                <a:gd name="connsiteY111" fmla="*/ 196835 h 548865"/>
                <a:gd name="connsiteX112" fmla="*/ 1091973 w 2915191"/>
                <a:gd name="connsiteY112" fmla="*/ 181473 h 548865"/>
                <a:gd name="connsiteX113" fmla="*/ 1101732 w 2915191"/>
                <a:gd name="connsiteY113" fmla="*/ 185419 h 548865"/>
                <a:gd name="connsiteX114" fmla="*/ 1111476 w 2915191"/>
                <a:gd name="connsiteY114" fmla="*/ 178394 h 548865"/>
                <a:gd name="connsiteX115" fmla="*/ 1121220 w 2915191"/>
                <a:gd name="connsiteY115" fmla="*/ 139486 h 548865"/>
                <a:gd name="connsiteX116" fmla="*/ 1130979 w 2915191"/>
                <a:gd name="connsiteY116" fmla="*/ 117198 h 548865"/>
                <a:gd name="connsiteX117" fmla="*/ 1140723 w 2915191"/>
                <a:gd name="connsiteY117" fmla="*/ 126857 h 548865"/>
                <a:gd name="connsiteX118" fmla="*/ 1150482 w 2915191"/>
                <a:gd name="connsiteY118" fmla="*/ 123258 h 548865"/>
                <a:gd name="connsiteX119" fmla="*/ 1160226 w 2915191"/>
                <a:gd name="connsiteY119" fmla="*/ 122613 h 548865"/>
                <a:gd name="connsiteX120" fmla="*/ 1169969 w 2915191"/>
                <a:gd name="connsiteY120" fmla="*/ 110211 h 548865"/>
                <a:gd name="connsiteX121" fmla="*/ 1179728 w 2915191"/>
                <a:gd name="connsiteY121" fmla="*/ 112496 h 548865"/>
                <a:gd name="connsiteX122" fmla="*/ 1189472 w 2915191"/>
                <a:gd name="connsiteY122" fmla="*/ 94543 h 548865"/>
                <a:gd name="connsiteX123" fmla="*/ 1199231 w 2915191"/>
                <a:gd name="connsiteY123" fmla="*/ 63756 h 548865"/>
                <a:gd name="connsiteX124" fmla="*/ 1208975 w 2915191"/>
                <a:gd name="connsiteY124" fmla="*/ 106987 h 548865"/>
                <a:gd name="connsiteX125" fmla="*/ 1218719 w 2915191"/>
                <a:gd name="connsiteY125" fmla="*/ 106905 h 548865"/>
                <a:gd name="connsiteX126" fmla="*/ 1228478 w 2915191"/>
                <a:gd name="connsiteY126" fmla="*/ 79291 h 548865"/>
                <a:gd name="connsiteX127" fmla="*/ 1238222 w 2915191"/>
                <a:gd name="connsiteY127" fmla="*/ 28642 h 548865"/>
                <a:gd name="connsiteX128" fmla="*/ 1247966 w 2915191"/>
                <a:gd name="connsiteY128" fmla="*/ 8655 h 548865"/>
                <a:gd name="connsiteX129" fmla="*/ 1257725 w 2915191"/>
                <a:gd name="connsiteY129" fmla="*/ 31041 h 548865"/>
                <a:gd name="connsiteX130" fmla="*/ 1267469 w 2915191"/>
                <a:gd name="connsiteY130" fmla="*/ 64659 h 548865"/>
                <a:gd name="connsiteX131" fmla="*/ 1277227 w 2915191"/>
                <a:gd name="connsiteY131" fmla="*/ 117613 h 548865"/>
                <a:gd name="connsiteX132" fmla="*/ 1286971 w 2915191"/>
                <a:gd name="connsiteY132" fmla="*/ 104257 h 548865"/>
                <a:gd name="connsiteX133" fmla="*/ 1296715 w 2915191"/>
                <a:gd name="connsiteY133" fmla="*/ 109108 h 548865"/>
                <a:gd name="connsiteX134" fmla="*/ 1306474 w 2915191"/>
                <a:gd name="connsiteY134" fmla="*/ 126211 h 548865"/>
                <a:gd name="connsiteX135" fmla="*/ 1316218 w 2915191"/>
                <a:gd name="connsiteY135" fmla="*/ 105895 h 548865"/>
                <a:gd name="connsiteX136" fmla="*/ 1325977 w 2915191"/>
                <a:gd name="connsiteY136" fmla="*/ 128370 h 548865"/>
                <a:gd name="connsiteX137" fmla="*/ 1335721 w 2915191"/>
                <a:gd name="connsiteY137" fmla="*/ 132918 h 548865"/>
                <a:gd name="connsiteX138" fmla="*/ 1345465 w 2915191"/>
                <a:gd name="connsiteY138" fmla="*/ 96385 h 548865"/>
                <a:gd name="connsiteX139" fmla="*/ 1355224 w 2915191"/>
                <a:gd name="connsiteY139" fmla="*/ 120406 h 548865"/>
                <a:gd name="connsiteX140" fmla="*/ 1364967 w 2915191"/>
                <a:gd name="connsiteY140" fmla="*/ 135128 h 548865"/>
                <a:gd name="connsiteX141" fmla="*/ 1374726 w 2915191"/>
                <a:gd name="connsiteY141" fmla="*/ 177219 h 548865"/>
                <a:gd name="connsiteX142" fmla="*/ 1384470 w 2915191"/>
                <a:gd name="connsiteY142" fmla="*/ 205035 h 548865"/>
                <a:gd name="connsiteX143" fmla="*/ 1394214 w 2915191"/>
                <a:gd name="connsiteY143" fmla="*/ 209396 h 548865"/>
                <a:gd name="connsiteX144" fmla="*/ 1403973 w 2915191"/>
                <a:gd name="connsiteY144" fmla="*/ 167800 h 548865"/>
                <a:gd name="connsiteX145" fmla="*/ 1413717 w 2915191"/>
                <a:gd name="connsiteY145" fmla="*/ 175783 h 548865"/>
                <a:gd name="connsiteX146" fmla="*/ 1423476 w 2915191"/>
                <a:gd name="connsiteY146" fmla="*/ 166492 h 548865"/>
                <a:gd name="connsiteX147" fmla="*/ 1433220 w 2915191"/>
                <a:gd name="connsiteY147" fmla="*/ 127602 h 548865"/>
                <a:gd name="connsiteX148" fmla="*/ 1442964 w 2915191"/>
                <a:gd name="connsiteY148" fmla="*/ 159458 h 548865"/>
                <a:gd name="connsiteX149" fmla="*/ 1452722 w 2915191"/>
                <a:gd name="connsiteY149" fmla="*/ 152409 h 548865"/>
                <a:gd name="connsiteX150" fmla="*/ 1462466 w 2915191"/>
                <a:gd name="connsiteY150" fmla="*/ 135082 h 548865"/>
                <a:gd name="connsiteX151" fmla="*/ 1472225 w 2915191"/>
                <a:gd name="connsiteY151" fmla="*/ 162448 h 548865"/>
                <a:gd name="connsiteX152" fmla="*/ 1481969 w 2915191"/>
                <a:gd name="connsiteY152" fmla="*/ 179718 h 548865"/>
                <a:gd name="connsiteX153" fmla="*/ 1491713 w 2915191"/>
                <a:gd name="connsiteY153" fmla="*/ 194885 h 548865"/>
                <a:gd name="connsiteX154" fmla="*/ 1501472 w 2915191"/>
                <a:gd name="connsiteY154" fmla="*/ 176818 h 548865"/>
                <a:gd name="connsiteX155" fmla="*/ 1511216 w 2915191"/>
                <a:gd name="connsiteY155" fmla="*/ 164380 h 548865"/>
                <a:gd name="connsiteX156" fmla="*/ 1520960 w 2915191"/>
                <a:gd name="connsiteY156" fmla="*/ 161459 h 548865"/>
                <a:gd name="connsiteX157" fmla="*/ 1530719 w 2915191"/>
                <a:gd name="connsiteY157" fmla="*/ 176534 h 548865"/>
                <a:gd name="connsiteX158" fmla="*/ 1540463 w 2915191"/>
                <a:gd name="connsiteY158" fmla="*/ 192291 h 548865"/>
                <a:gd name="connsiteX159" fmla="*/ 1550221 w 2915191"/>
                <a:gd name="connsiteY159" fmla="*/ 175860 h 548865"/>
                <a:gd name="connsiteX160" fmla="*/ 1559965 w 2915191"/>
                <a:gd name="connsiteY160" fmla="*/ 149181 h 548865"/>
                <a:gd name="connsiteX161" fmla="*/ 1569709 w 2915191"/>
                <a:gd name="connsiteY161" fmla="*/ 150456 h 548865"/>
                <a:gd name="connsiteX162" fmla="*/ 1579468 w 2915191"/>
                <a:gd name="connsiteY162" fmla="*/ 128641 h 548865"/>
                <a:gd name="connsiteX163" fmla="*/ 1589212 w 2915191"/>
                <a:gd name="connsiteY163" fmla="*/ 133687 h 548865"/>
                <a:gd name="connsiteX164" fmla="*/ 1598971 w 2915191"/>
                <a:gd name="connsiteY164" fmla="*/ 152133 h 548865"/>
                <a:gd name="connsiteX165" fmla="*/ 1608715 w 2915191"/>
                <a:gd name="connsiteY165" fmla="*/ 132307 h 548865"/>
                <a:gd name="connsiteX166" fmla="*/ 1618459 w 2915191"/>
                <a:gd name="connsiteY166" fmla="*/ 130967 h 548865"/>
                <a:gd name="connsiteX167" fmla="*/ 1628218 w 2915191"/>
                <a:gd name="connsiteY167" fmla="*/ 110670 h 548865"/>
                <a:gd name="connsiteX168" fmla="*/ 1637962 w 2915191"/>
                <a:gd name="connsiteY168" fmla="*/ 138765 h 548865"/>
                <a:gd name="connsiteX169" fmla="*/ 1647720 w 2915191"/>
                <a:gd name="connsiteY169" fmla="*/ 141649 h 548865"/>
                <a:gd name="connsiteX170" fmla="*/ 1657464 w 2915191"/>
                <a:gd name="connsiteY170" fmla="*/ 121163 h 548865"/>
                <a:gd name="connsiteX171" fmla="*/ 1667208 w 2915191"/>
                <a:gd name="connsiteY171" fmla="*/ 140094 h 548865"/>
                <a:gd name="connsiteX172" fmla="*/ 1676967 w 2915191"/>
                <a:gd name="connsiteY172" fmla="*/ 130588 h 548865"/>
                <a:gd name="connsiteX173" fmla="*/ 1686711 w 2915191"/>
                <a:gd name="connsiteY173" fmla="*/ 106894 h 548865"/>
                <a:gd name="connsiteX174" fmla="*/ 1696470 w 2915191"/>
                <a:gd name="connsiteY174" fmla="*/ 86743 h 548865"/>
                <a:gd name="connsiteX175" fmla="*/ 1706214 w 2915191"/>
                <a:gd name="connsiteY175" fmla="*/ 77013 h 548865"/>
                <a:gd name="connsiteX176" fmla="*/ 1715958 w 2915191"/>
                <a:gd name="connsiteY176" fmla="*/ 48800 h 548865"/>
                <a:gd name="connsiteX177" fmla="*/ 1725716 w 2915191"/>
                <a:gd name="connsiteY177" fmla="*/ 86949 h 548865"/>
                <a:gd name="connsiteX178" fmla="*/ 1735460 w 2915191"/>
                <a:gd name="connsiteY178" fmla="*/ 86961 h 548865"/>
                <a:gd name="connsiteX179" fmla="*/ 1745219 w 2915191"/>
                <a:gd name="connsiteY179" fmla="*/ 77131 h 548865"/>
                <a:gd name="connsiteX180" fmla="*/ 1754963 w 2915191"/>
                <a:gd name="connsiteY180" fmla="*/ 83187 h 548865"/>
                <a:gd name="connsiteX181" fmla="*/ 1764707 w 2915191"/>
                <a:gd name="connsiteY181" fmla="*/ 72321 h 548865"/>
                <a:gd name="connsiteX182" fmla="*/ 1774466 w 2915191"/>
                <a:gd name="connsiteY182" fmla="*/ 58884 h 548865"/>
                <a:gd name="connsiteX183" fmla="*/ 1784210 w 2915191"/>
                <a:gd name="connsiteY183" fmla="*/ 80973 h 548865"/>
                <a:gd name="connsiteX184" fmla="*/ 1793969 w 2915191"/>
                <a:gd name="connsiteY184" fmla="*/ 57202 h 548865"/>
                <a:gd name="connsiteX185" fmla="*/ 1803713 w 2915191"/>
                <a:gd name="connsiteY185" fmla="*/ 63198 h 548865"/>
                <a:gd name="connsiteX186" fmla="*/ 1813457 w 2915191"/>
                <a:gd name="connsiteY186" fmla="*/ 69817 h 548865"/>
                <a:gd name="connsiteX187" fmla="*/ 1823215 w 2915191"/>
                <a:gd name="connsiteY187" fmla="*/ 92995 h 548865"/>
                <a:gd name="connsiteX188" fmla="*/ 1832959 w 2915191"/>
                <a:gd name="connsiteY188" fmla="*/ 127318 h 548865"/>
                <a:gd name="connsiteX189" fmla="*/ 1842703 w 2915191"/>
                <a:gd name="connsiteY189" fmla="*/ 109074 h 548865"/>
                <a:gd name="connsiteX190" fmla="*/ 1852462 w 2915191"/>
                <a:gd name="connsiteY190" fmla="*/ 114444 h 548865"/>
                <a:gd name="connsiteX191" fmla="*/ 1862206 w 2915191"/>
                <a:gd name="connsiteY191" fmla="*/ 106350 h 548865"/>
                <a:gd name="connsiteX192" fmla="*/ 1871965 w 2915191"/>
                <a:gd name="connsiteY192" fmla="*/ 122345 h 548865"/>
                <a:gd name="connsiteX193" fmla="*/ 1881709 w 2915191"/>
                <a:gd name="connsiteY193" fmla="*/ 153227 h 548865"/>
                <a:gd name="connsiteX194" fmla="*/ 1891453 w 2915191"/>
                <a:gd name="connsiteY194" fmla="*/ 166538 h 548865"/>
                <a:gd name="connsiteX195" fmla="*/ 1901212 w 2915191"/>
                <a:gd name="connsiteY195" fmla="*/ 166951 h 548865"/>
                <a:gd name="connsiteX196" fmla="*/ 1910956 w 2915191"/>
                <a:gd name="connsiteY196" fmla="*/ 188182 h 548865"/>
                <a:gd name="connsiteX197" fmla="*/ 1920714 w 2915191"/>
                <a:gd name="connsiteY197" fmla="*/ 219879 h 548865"/>
                <a:gd name="connsiteX198" fmla="*/ 1930458 w 2915191"/>
                <a:gd name="connsiteY198" fmla="*/ 237417 h 548865"/>
                <a:gd name="connsiteX199" fmla="*/ 1940202 w 2915191"/>
                <a:gd name="connsiteY199" fmla="*/ 238290 h 548865"/>
                <a:gd name="connsiteX200" fmla="*/ 1949961 w 2915191"/>
                <a:gd name="connsiteY200" fmla="*/ 215852 h 548865"/>
                <a:gd name="connsiteX201" fmla="*/ 1959705 w 2915191"/>
                <a:gd name="connsiteY201" fmla="*/ 223036 h 548865"/>
                <a:gd name="connsiteX202" fmla="*/ 1969464 w 2915191"/>
                <a:gd name="connsiteY202" fmla="*/ 202488 h 548865"/>
                <a:gd name="connsiteX203" fmla="*/ 1979208 w 2915191"/>
                <a:gd name="connsiteY203" fmla="*/ 177666 h 548865"/>
                <a:gd name="connsiteX204" fmla="*/ 1988952 w 2915191"/>
                <a:gd name="connsiteY204" fmla="*/ 198222 h 548865"/>
                <a:gd name="connsiteX205" fmla="*/ 1998711 w 2915191"/>
                <a:gd name="connsiteY205" fmla="*/ 208814 h 548865"/>
                <a:gd name="connsiteX206" fmla="*/ 2008454 w 2915191"/>
                <a:gd name="connsiteY206" fmla="*/ 205870 h 548865"/>
                <a:gd name="connsiteX207" fmla="*/ 2018213 w 2915191"/>
                <a:gd name="connsiteY207" fmla="*/ 185027 h 548865"/>
                <a:gd name="connsiteX208" fmla="*/ 2027957 w 2915191"/>
                <a:gd name="connsiteY208" fmla="*/ 137923 h 548865"/>
                <a:gd name="connsiteX209" fmla="*/ 2037701 w 2915191"/>
                <a:gd name="connsiteY209" fmla="*/ 143754 h 548865"/>
                <a:gd name="connsiteX210" fmla="*/ 2047460 w 2915191"/>
                <a:gd name="connsiteY210" fmla="*/ 165128 h 548865"/>
                <a:gd name="connsiteX211" fmla="*/ 2057204 w 2915191"/>
                <a:gd name="connsiteY211" fmla="*/ 170729 h 548865"/>
                <a:gd name="connsiteX212" fmla="*/ 2066963 w 2915191"/>
                <a:gd name="connsiteY212" fmla="*/ 176842 h 548865"/>
                <a:gd name="connsiteX213" fmla="*/ 2076707 w 2915191"/>
                <a:gd name="connsiteY213" fmla="*/ 167369 h 548865"/>
                <a:gd name="connsiteX214" fmla="*/ 2086451 w 2915191"/>
                <a:gd name="connsiteY214" fmla="*/ 169136 h 548865"/>
                <a:gd name="connsiteX215" fmla="*/ 2096210 w 2915191"/>
                <a:gd name="connsiteY215" fmla="*/ 179072 h 548865"/>
                <a:gd name="connsiteX216" fmla="*/ 2105954 w 2915191"/>
                <a:gd name="connsiteY216" fmla="*/ 234458 h 548865"/>
                <a:gd name="connsiteX217" fmla="*/ 2115697 w 2915191"/>
                <a:gd name="connsiteY217" fmla="*/ 205739 h 548865"/>
                <a:gd name="connsiteX218" fmla="*/ 2125456 w 2915191"/>
                <a:gd name="connsiteY218" fmla="*/ 201614 h 548865"/>
                <a:gd name="connsiteX219" fmla="*/ 2135200 w 2915191"/>
                <a:gd name="connsiteY219" fmla="*/ 194088 h 548865"/>
                <a:gd name="connsiteX220" fmla="*/ 2144959 w 2915191"/>
                <a:gd name="connsiteY220" fmla="*/ 173838 h 548865"/>
                <a:gd name="connsiteX221" fmla="*/ 2154703 w 2915191"/>
                <a:gd name="connsiteY221" fmla="*/ 154948 h 548865"/>
                <a:gd name="connsiteX222" fmla="*/ 2164447 w 2915191"/>
                <a:gd name="connsiteY222" fmla="*/ 191088 h 548865"/>
                <a:gd name="connsiteX223" fmla="*/ 2174206 w 2915191"/>
                <a:gd name="connsiteY223" fmla="*/ 190379 h 548865"/>
                <a:gd name="connsiteX224" fmla="*/ 2183950 w 2915191"/>
                <a:gd name="connsiteY224" fmla="*/ 180386 h 548865"/>
                <a:gd name="connsiteX225" fmla="*/ 2193709 w 2915191"/>
                <a:gd name="connsiteY225" fmla="*/ 175722 h 548865"/>
                <a:gd name="connsiteX226" fmla="*/ 2203452 w 2915191"/>
                <a:gd name="connsiteY226" fmla="*/ 190637 h 548865"/>
                <a:gd name="connsiteX227" fmla="*/ 2213196 w 2915191"/>
                <a:gd name="connsiteY227" fmla="*/ 161328 h 548865"/>
                <a:gd name="connsiteX228" fmla="*/ 2222955 w 2915191"/>
                <a:gd name="connsiteY228" fmla="*/ 142255 h 548865"/>
                <a:gd name="connsiteX229" fmla="*/ 2232699 w 2915191"/>
                <a:gd name="connsiteY229" fmla="*/ 173038 h 548865"/>
                <a:gd name="connsiteX230" fmla="*/ 2242458 w 2915191"/>
                <a:gd name="connsiteY230" fmla="*/ 163141 h 548865"/>
                <a:gd name="connsiteX231" fmla="*/ 2252202 w 2915191"/>
                <a:gd name="connsiteY231" fmla="*/ 147136 h 548865"/>
                <a:gd name="connsiteX232" fmla="*/ 2261946 w 2915191"/>
                <a:gd name="connsiteY232" fmla="*/ 127362 h 548865"/>
                <a:gd name="connsiteX233" fmla="*/ 2271705 w 2915191"/>
                <a:gd name="connsiteY233" fmla="*/ 108301 h 548865"/>
                <a:gd name="connsiteX234" fmla="*/ 2281449 w 2915191"/>
                <a:gd name="connsiteY234" fmla="*/ 51527 h 548865"/>
                <a:gd name="connsiteX235" fmla="*/ 2291208 w 2915191"/>
                <a:gd name="connsiteY235" fmla="*/ 34819 h 548865"/>
                <a:gd name="connsiteX236" fmla="*/ 2300951 w 2915191"/>
                <a:gd name="connsiteY236" fmla="*/ 55791 h 548865"/>
                <a:gd name="connsiteX237" fmla="*/ 2310695 w 2915191"/>
                <a:gd name="connsiteY237" fmla="*/ 1350 h 548865"/>
                <a:gd name="connsiteX238" fmla="*/ 2320454 w 2915191"/>
                <a:gd name="connsiteY238" fmla="*/ 23475 h 548865"/>
                <a:gd name="connsiteX239" fmla="*/ 2330198 w 2915191"/>
                <a:gd name="connsiteY239" fmla="*/ 39076 h 548865"/>
                <a:gd name="connsiteX240" fmla="*/ 2339957 w 2915191"/>
                <a:gd name="connsiteY240" fmla="*/ 47300 h 548865"/>
                <a:gd name="connsiteX241" fmla="*/ 2349701 w 2915191"/>
                <a:gd name="connsiteY241" fmla="*/ 63684 h 548865"/>
                <a:gd name="connsiteX242" fmla="*/ 2359445 w 2915191"/>
                <a:gd name="connsiteY242" fmla="*/ 66369 h 548865"/>
                <a:gd name="connsiteX243" fmla="*/ 2369204 w 2915191"/>
                <a:gd name="connsiteY243" fmla="*/ 79736 h 548865"/>
                <a:gd name="connsiteX244" fmla="*/ 2378948 w 2915191"/>
                <a:gd name="connsiteY244" fmla="*/ 105613 h 548865"/>
                <a:gd name="connsiteX245" fmla="*/ 2388692 w 2915191"/>
                <a:gd name="connsiteY245" fmla="*/ 98788 h 548865"/>
                <a:gd name="connsiteX246" fmla="*/ 2398450 w 2915191"/>
                <a:gd name="connsiteY246" fmla="*/ 87809 h 548865"/>
                <a:gd name="connsiteX247" fmla="*/ 2408194 w 2915191"/>
                <a:gd name="connsiteY247" fmla="*/ 87257 h 548865"/>
                <a:gd name="connsiteX248" fmla="*/ 2417953 w 2915191"/>
                <a:gd name="connsiteY248" fmla="*/ 96428 h 548865"/>
                <a:gd name="connsiteX249" fmla="*/ 2427697 w 2915191"/>
                <a:gd name="connsiteY249" fmla="*/ 80025 h 548865"/>
                <a:gd name="connsiteX250" fmla="*/ 2437441 w 2915191"/>
                <a:gd name="connsiteY250" fmla="*/ 105595 h 548865"/>
                <a:gd name="connsiteX251" fmla="*/ 2447200 w 2915191"/>
                <a:gd name="connsiteY251" fmla="*/ 98889 h 548865"/>
                <a:gd name="connsiteX252" fmla="*/ 2456944 w 2915191"/>
                <a:gd name="connsiteY252" fmla="*/ 82984 h 548865"/>
                <a:gd name="connsiteX253" fmla="*/ 2466703 w 2915191"/>
                <a:gd name="connsiteY253" fmla="*/ 85618 h 548865"/>
                <a:gd name="connsiteX254" fmla="*/ 2476446 w 2915191"/>
                <a:gd name="connsiteY254" fmla="*/ 68118 h 548865"/>
                <a:gd name="connsiteX255" fmla="*/ 2486190 w 2915191"/>
                <a:gd name="connsiteY255" fmla="*/ 54888 h 548865"/>
                <a:gd name="connsiteX256" fmla="*/ 2495949 w 2915191"/>
                <a:gd name="connsiteY256" fmla="*/ 59088 h 548865"/>
                <a:gd name="connsiteX257" fmla="*/ 2505693 w 2915191"/>
                <a:gd name="connsiteY257" fmla="*/ 31797 h 548865"/>
                <a:gd name="connsiteX258" fmla="*/ 2515452 w 2915191"/>
                <a:gd name="connsiteY258" fmla="*/ 0 h 548865"/>
                <a:gd name="connsiteX259" fmla="*/ 2525196 w 2915191"/>
                <a:gd name="connsiteY259" fmla="*/ 7119 h 548865"/>
                <a:gd name="connsiteX260" fmla="*/ 2534940 w 2915191"/>
                <a:gd name="connsiteY260" fmla="*/ 32380 h 548865"/>
                <a:gd name="connsiteX261" fmla="*/ 2544699 w 2915191"/>
                <a:gd name="connsiteY261" fmla="*/ 50896 h 548865"/>
                <a:gd name="connsiteX262" fmla="*/ 2554443 w 2915191"/>
                <a:gd name="connsiteY262" fmla="*/ 44825 h 548865"/>
                <a:gd name="connsiteX263" fmla="*/ 2564202 w 2915191"/>
                <a:gd name="connsiteY263" fmla="*/ 47562 h 548865"/>
                <a:gd name="connsiteX264" fmla="*/ 2573946 w 2915191"/>
                <a:gd name="connsiteY264" fmla="*/ 8874 h 548865"/>
                <a:gd name="connsiteX265" fmla="*/ 2583690 w 2915191"/>
                <a:gd name="connsiteY265" fmla="*/ 19294 h 548865"/>
                <a:gd name="connsiteX266" fmla="*/ 2593448 w 2915191"/>
                <a:gd name="connsiteY266" fmla="*/ 15048 h 548865"/>
                <a:gd name="connsiteX267" fmla="*/ 2603192 w 2915191"/>
                <a:gd name="connsiteY267" fmla="*/ 28476 h 548865"/>
                <a:gd name="connsiteX268" fmla="*/ 2612951 w 2915191"/>
                <a:gd name="connsiteY268" fmla="*/ 23005 h 548865"/>
                <a:gd name="connsiteX269" fmla="*/ 2622695 w 2915191"/>
                <a:gd name="connsiteY269" fmla="*/ 39013 h 548865"/>
                <a:gd name="connsiteX270" fmla="*/ 2632439 w 2915191"/>
                <a:gd name="connsiteY270" fmla="*/ 54022 h 548865"/>
                <a:gd name="connsiteX271" fmla="*/ 2642198 w 2915191"/>
                <a:gd name="connsiteY271" fmla="*/ 66829 h 548865"/>
                <a:gd name="connsiteX272" fmla="*/ 2651942 w 2915191"/>
                <a:gd name="connsiteY272" fmla="*/ 56968 h 548865"/>
                <a:gd name="connsiteX273" fmla="*/ 2661685 w 2915191"/>
                <a:gd name="connsiteY273" fmla="*/ 50649 h 548865"/>
                <a:gd name="connsiteX274" fmla="*/ 2671444 w 2915191"/>
                <a:gd name="connsiteY274" fmla="*/ 57276 h 548865"/>
                <a:gd name="connsiteX275" fmla="*/ 2681188 w 2915191"/>
                <a:gd name="connsiteY275" fmla="*/ 39968 h 548865"/>
                <a:gd name="connsiteX276" fmla="*/ 2690947 w 2915191"/>
                <a:gd name="connsiteY276" fmla="*/ 17943 h 548865"/>
                <a:gd name="connsiteX277" fmla="*/ 2700691 w 2915191"/>
                <a:gd name="connsiteY277" fmla="*/ 3834 h 548865"/>
                <a:gd name="connsiteX278" fmla="*/ 2710435 w 2915191"/>
                <a:gd name="connsiteY278" fmla="*/ 4136 h 548865"/>
                <a:gd name="connsiteX279" fmla="*/ 2720194 w 2915191"/>
                <a:gd name="connsiteY279" fmla="*/ 42835 h 548865"/>
                <a:gd name="connsiteX280" fmla="*/ 2729938 w 2915191"/>
                <a:gd name="connsiteY280" fmla="*/ 65500 h 548865"/>
                <a:gd name="connsiteX281" fmla="*/ 2739697 w 2915191"/>
                <a:gd name="connsiteY281" fmla="*/ 49272 h 548865"/>
                <a:gd name="connsiteX282" fmla="*/ 2749441 w 2915191"/>
                <a:gd name="connsiteY282" fmla="*/ 74127 h 548865"/>
                <a:gd name="connsiteX283" fmla="*/ 2759185 w 2915191"/>
                <a:gd name="connsiteY283" fmla="*/ 57474 h 548865"/>
                <a:gd name="connsiteX284" fmla="*/ 2768943 w 2915191"/>
                <a:gd name="connsiteY284" fmla="*/ 93692 h 548865"/>
                <a:gd name="connsiteX285" fmla="*/ 2778687 w 2915191"/>
                <a:gd name="connsiteY285" fmla="*/ 106377 h 548865"/>
                <a:gd name="connsiteX286" fmla="*/ 2788446 w 2915191"/>
                <a:gd name="connsiteY286" fmla="*/ 99695 h 548865"/>
                <a:gd name="connsiteX287" fmla="*/ 2798190 w 2915191"/>
                <a:gd name="connsiteY287" fmla="*/ 106036 h 548865"/>
                <a:gd name="connsiteX288" fmla="*/ 2807934 w 2915191"/>
                <a:gd name="connsiteY288" fmla="*/ 109588 h 548865"/>
                <a:gd name="connsiteX289" fmla="*/ 2817693 w 2915191"/>
                <a:gd name="connsiteY289" fmla="*/ 98883 h 548865"/>
                <a:gd name="connsiteX290" fmla="*/ 2827437 w 2915191"/>
                <a:gd name="connsiteY290" fmla="*/ 140491 h 548865"/>
                <a:gd name="connsiteX291" fmla="*/ 2837196 w 2915191"/>
                <a:gd name="connsiteY291" fmla="*/ 143787 h 548865"/>
                <a:gd name="connsiteX292" fmla="*/ 2846940 w 2915191"/>
                <a:gd name="connsiteY292" fmla="*/ 154535 h 548865"/>
                <a:gd name="connsiteX293" fmla="*/ 2856684 w 2915191"/>
                <a:gd name="connsiteY293" fmla="*/ 153597 h 548865"/>
                <a:gd name="connsiteX294" fmla="*/ 2866442 w 2915191"/>
                <a:gd name="connsiteY294" fmla="*/ 160465 h 548865"/>
                <a:gd name="connsiteX295" fmla="*/ 2876186 w 2915191"/>
                <a:gd name="connsiteY295" fmla="*/ 128498 h 548865"/>
                <a:gd name="connsiteX296" fmla="*/ 2885945 w 2915191"/>
                <a:gd name="connsiteY296" fmla="*/ 137401 h 548865"/>
                <a:gd name="connsiteX297" fmla="*/ 2895689 w 2915191"/>
                <a:gd name="connsiteY297" fmla="*/ 143068 h 548865"/>
                <a:gd name="connsiteX298" fmla="*/ 2905433 w 2915191"/>
                <a:gd name="connsiteY298" fmla="*/ 116474 h 548865"/>
                <a:gd name="connsiteX299" fmla="*/ 2915192 w 2915191"/>
                <a:gd name="connsiteY299" fmla="*/ 114354 h 548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48865">
                  <a:moveTo>
                    <a:pt x="0" y="510765"/>
                  </a:moveTo>
                  <a:lnTo>
                    <a:pt x="9750" y="524729"/>
                  </a:lnTo>
                  <a:lnTo>
                    <a:pt x="19500" y="511847"/>
                  </a:lnTo>
                  <a:lnTo>
                    <a:pt x="29250" y="514810"/>
                  </a:lnTo>
                  <a:lnTo>
                    <a:pt x="39000" y="525578"/>
                  </a:lnTo>
                  <a:lnTo>
                    <a:pt x="48749" y="531985"/>
                  </a:lnTo>
                  <a:lnTo>
                    <a:pt x="58499" y="533698"/>
                  </a:lnTo>
                  <a:lnTo>
                    <a:pt x="68249" y="522986"/>
                  </a:lnTo>
                  <a:lnTo>
                    <a:pt x="77998" y="548865"/>
                  </a:lnTo>
                  <a:lnTo>
                    <a:pt x="87748" y="523954"/>
                  </a:lnTo>
                  <a:lnTo>
                    <a:pt x="97497" y="507206"/>
                  </a:lnTo>
                  <a:lnTo>
                    <a:pt x="107247" y="511469"/>
                  </a:lnTo>
                  <a:lnTo>
                    <a:pt x="116997" y="498188"/>
                  </a:lnTo>
                  <a:lnTo>
                    <a:pt x="126747" y="490653"/>
                  </a:lnTo>
                  <a:lnTo>
                    <a:pt x="136497" y="469379"/>
                  </a:lnTo>
                  <a:lnTo>
                    <a:pt x="146247" y="455825"/>
                  </a:lnTo>
                  <a:lnTo>
                    <a:pt x="155997" y="421625"/>
                  </a:lnTo>
                  <a:lnTo>
                    <a:pt x="165747" y="429264"/>
                  </a:lnTo>
                  <a:lnTo>
                    <a:pt x="175497" y="422797"/>
                  </a:lnTo>
                  <a:lnTo>
                    <a:pt x="185247" y="425171"/>
                  </a:lnTo>
                  <a:lnTo>
                    <a:pt x="194996" y="397913"/>
                  </a:lnTo>
                  <a:lnTo>
                    <a:pt x="204746" y="384869"/>
                  </a:lnTo>
                  <a:lnTo>
                    <a:pt x="214495" y="395443"/>
                  </a:lnTo>
                  <a:lnTo>
                    <a:pt x="224245" y="397517"/>
                  </a:lnTo>
                  <a:lnTo>
                    <a:pt x="233995" y="352607"/>
                  </a:lnTo>
                  <a:lnTo>
                    <a:pt x="243744" y="373872"/>
                  </a:lnTo>
                  <a:lnTo>
                    <a:pt x="253494" y="341842"/>
                  </a:lnTo>
                  <a:lnTo>
                    <a:pt x="263244" y="333768"/>
                  </a:lnTo>
                  <a:lnTo>
                    <a:pt x="272994" y="296900"/>
                  </a:lnTo>
                  <a:lnTo>
                    <a:pt x="282744" y="310593"/>
                  </a:lnTo>
                  <a:lnTo>
                    <a:pt x="292494" y="326510"/>
                  </a:lnTo>
                  <a:lnTo>
                    <a:pt x="302244" y="289729"/>
                  </a:lnTo>
                  <a:lnTo>
                    <a:pt x="311994" y="305347"/>
                  </a:lnTo>
                  <a:lnTo>
                    <a:pt x="321744" y="309692"/>
                  </a:lnTo>
                  <a:lnTo>
                    <a:pt x="331493" y="331604"/>
                  </a:lnTo>
                  <a:lnTo>
                    <a:pt x="341243" y="307128"/>
                  </a:lnTo>
                  <a:lnTo>
                    <a:pt x="350993" y="291853"/>
                  </a:lnTo>
                  <a:lnTo>
                    <a:pt x="360742" y="306365"/>
                  </a:lnTo>
                  <a:lnTo>
                    <a:pt x="370492" y="337872"/>
                  </a:lnTo>
                  <a:lnTo>
                    <a:pt x="380241" y="337711"/>
                  </a:lnTo>
                  <a:lnTo>
                    <a:pt x="389991" y="348988"/>
                  </a:lnTo>
                  <a:lnTo>
                    <a:pt x="399741" y="346690"/>
                  </a:lnTo>
                  <a:lnTo>
                    <a:pt x="409491" y="334803"/>
                  </a:lnTo>
                  <a:lnTo>
                    <a:pt x="419241" y="346982"/>
                  </a:lnTo>
                  <a:lnTo>
                    <a:pt x="428991" y="321901"/>
                  </a:lnTo>
                  <a:lnTo>
                    <a:pt x="438741" y="352470"/>
                  </a:lnTo>
                  <a:lnTo>
                    <a:pt x="448491" y="332130"/>
                  </a:lnTo>
                  <a:lnTo>
                    <a:pt x="458241" y="337016"/>
                  </a:lnTo>
                  <a:lnTo>
                    <a:pt x="467991" y="341604"/>
                  </a:lnTo>
                  <a:lnTo>
                    <a:pt x="477740" y="352732"/>
                  </a:lnTo>
                  <a:lnTo>
                    <a:pt x="487490" y="343235"/>
                  </a:lnTo>
                  <a:lnTo>
                    <a:pt x="497239" y="373181"/>
                  </a:lnTo>
                  <a:lnTo>
                    <a:pt x="506989" y="346941"/>
                  </a:lnTo>
                  <a:lnTo>
                    <a:pt x="516738" y="336018"/>
                  </a:lnTo>
                  <a:lnTo>
                    <a:pt x="526488" y="314453"/>
                  </a:lnTo>
                  <a:lnTo>
                    <a:pt x="536238" y="320085"/>
                  </a:lnTo>
                  <a:lnTo>
                    <a:pt x="545988" y="330020"/>
                  </a:lnTo>
                  <a:lnTo>
                    <a:pt x="555738" y="341430"/>
                  </a:lnTo>
                  <a:lnTo>
                    <a:pt x="565488" y="320677"/>
                  </a:lnTo>
                  <a:lnTo>
                    <a:pt x="575238" y="338637"/>
                  </a:lnTo>
                  <a:lnTo>
                    <a:pt x="584988" y="325729"/>
                  </a:lnTo>
                  <a:lnTo>
                    <a:pt x="594738" y="336951"/>
                  </a:lnTo>
                  <a:lnTo>
                    <a:pt x="604488" y="332237"/>
                  </a:lnTo>
                  <a:lnTo>
                    <a:pt x="614237" y="299410"/>
                  </a:lnTo>
                  <a:lnTo>
                    <a:pt x="623987" y="262407"/>
                  </a:lnTo>
                  <a:lnTo>
                    <a:pt x="633736" y="247903"/>
                  </a:lnTo>
                  <a:lnTo>
                    <a:pt x="643486" y="224979"/>
                  </a:lnTo>
                  <a:lnTo>
                    <a:pt x="653236" y="182919"/>
                  </a:lnTo>
                  <a:lnTo>
                    <a:pt x="662985" y="190433"/>
                  </a:lnTo>
                  <a:lnTo>
                    <a:pt x="672735" y="161063"/>
                  </a:lnTo>
                  <a:lnTo>
                    <a:pt x="682485" y="165547"/>
                  </a:lnTo>
                  <a:lnTo>
                    <a:pt x="692235" y="181662"/>
                  </a:lnTo>
                  <a:lnTo>
                    <a:pt x="701985" y="180816"/>
                  </a:lnTo>
                  <a:lnTo>
                    <a:pt x="711735" y="186805"/>
                  </a:lnTo>
                  <a:lnTo>
                    <a:pt x="721485" y="191789"/>
                  </a:lnTo>
                  <a:lnTo>
                    <a:pt x="731235" y="200871"/>
                  </a:lnTo>
                  <a:lnTo>
                    <a:pt x="740985" y="178515"/>
                  </a:lnTo>
                  <a:lnTo>
                    <a:pt x="750734" y="185266"/>
                  </a:lnTo>
                  <a:lnTo>
                    <a:pt x="760484" y="186859"/>
                  </a:lnTo>
                  <a:lnTo>
                    <a:pt x="770233" y="223090"/>
                  </a:lnTo>
                  <a:lnTo>
                    <a:pt x="779983" y="199570"/>
                  </a:lnTo>
                  <a:lnTo>
                    <a:pt x="789733" y="184975"/>
                  </a:lnTo>
                  <a:lnTo>
                    <a:pt x="799482" y="194718"/>
                  </a:lnTo>
                  <a:lnTo>
                    <a:pt x="809232" y="204429"/>
                  </a:lnTo>
                  <a:lnTo>
                    <a:pt x="818982" y="196330"/>
                  </a:lnTo>
                  <a:lnTo>
                    <a:pt x="828732" y="228884"/>
                  </a:lnTo>
                  <a:lnTo>
                    <a:pt x="838482" y="245739"/>
                  </a:lnTo>
                  <a:lnTo>
                    <a:pt x="848232" y="266696"/>
                  </a:lnTo>
                  <a:lnTo>
                    <a:pt x="857982" y="326475"/>
                  </a:lnTo>
                  <a:lnTo>
                    <a:pt x="867732" y="285420"/>
                  </a:lnTo>
                  <a:lnTo>
                    <a:pt x="877482" y="270670"/>
                  </a:lnTo>
                  <a:lnTo>
                    <a:pt x="887231" y="268977"/>
                  </a:lnTo>
                  <a:lnTo>
                    <a:pt x="896981" y="260166"/>
                  </a:lnTo>
                  <a:lnTo>
                    <a:pt x="906730" y="245234"/>
                  </a:lnTo>
                  <a:lnTo>
                    <a:pt x="916480" y="240885"/>
                  </a:lnTo>
                  <a:lnTo>
                    <a:pt x="926230" y="293981"/>
                  </a:lnTo>
                  <a:lnTo>
                    <a:pt x="935979" y="279646"/>
                  </a:lnTo>
                  <a:lnTo>
                    <a:pt x="945729" y="257918"/>
                  </a:lnTo>
                  <a:lnTo>
                    <a:pt x="955479" y="230350"/>
                  </a:lnTo>
                  <a:lnTo>
                    <a:pt x="965229" y="256836"/>
                  </a:lnTo>
                  <a:lnTo>
                    <a:pt x="974979" y="232691"/>
                  </a:lnTo>
                  <a:lnTo>
                    <a:pt x="984729" y="218228"/>
                  </a:lnTo>
                  <a:lnTo>
                    <a:pt x="994474" y="205970"/>
                  </a:lnTo>
                  <a:lnTo>
                    <a:pt x="1004233" y="218902"/>
                  </a:lnTo>
                  <a:lnTo>
                    <a:pt x="1013977" y="230879"/>
                  </a:lnTo>
                  <a:lnTo>
                    <a:pt x="1023721" y="200715"/>
                  </a:lnTo>
                  <a:lnTo>
                    <a:pt x="1033480" y="174449"/>
                  </a:lnTo>
                  <a:lnTo>
                    <a:pt x="1043224" y="165221"/>
                  </a:lnTo>
                  <a:lnTo>
                    <a:pt x="1052983" y="168816"/>
                  </a:lnTo>
                  <a:lnTo>
                    <a:pt x="1062727" y="177903"/>
                  </a:lnTo>
                  <a:lnTo>
                    <a:pt x="1072471" y="171901"/>
                  </a:lnTo>
                  <a:lnTo>
                    <a:pt x="1082230" y="196835"/>
                  </a:lnTo>
                  <a:lnTo>
                    <a:pt x="1091973" y="181473"/>
                  </a:lnTo>
                  <a:lnTo>
                    <a:pt x="1101732" y="185419"/>
                  </a:lnTo>
                  <a:lnTo>
                    <a:pt x="1111476" y="178394"/>
                  </a:lnTo>
                  <a:lnTo>
                    <a:pt x="1121220" y="139486"/>
                  </a:lnTo>
                  <a:lnTo>
                    <a:pt x="1130979" y="117198"/>
                  </a:lnTo>
                  <a:lnTo>
                    <a:pt x="1140723" y="126857"/>
                  </a:lnTo>
                  <a:lnTo>
                    <a:pt x="1150482" y="123258"/>
                  </a:lnTo>
                  <a:lnTo>
                    <a:pt x="1160226" y="122613"/>
                  </a:lnTo>
                  <a:lnTo>
                    <a:pt x="1169969" y="110211"/>
                  </a:lnTo>
                  <a:lnTo>
                    <a:pt x="1179728" y="112496"/>
                  </a:lnTo>
                  <a:lnTo>
                    <a:pt x="1189472" y="94543"/>
                  </a:lnTo>
                  <a:lnTo>
                    <a:pt x="1199231" y="63756"/>
                  </a:lnTo>
                  <a:lnTo>
                    <a:pt x="1208975" y="106987"/>
                  </a:lnTo>
                  <a:lnTo>
                    <a:pt x="1218719" y="106905"/>
                  </a:lnTo>
                  <a:lnTo>
                    <a:pt x="1228478" y="79291"/>
                  </a:lnTo>
                  <a:lnTo>
                    <a:pt x="1238222" y="28642"/>
                  </a:lnTo>
                  <a:lnTo>
                    <a:pt x="1247966" y="8655"/>
                  </a:lnTo>
                  <a:lnTo>
                    <a:pt x="1257725" y="31041"/>
                  </a:lnTo>
                  <a:lnTo>
                    <a:pt x="1267469" y="64659"/>
                  </a:lnTo>
                  <a:lnTo>
                    <a:pt x="1277227" y="117613"/>
                  </a:lnTo>
                  <a:lnTo>
                    <a:pt x="1286971" y="104257"/>
                  </a:lnTo>
                  <a:lnTo>
                    <a:pt x="1296715" y="109108"/>
                  </a:lnTo>
                  <a:lnTo>
                    <a:pt x="1306474" y="126211"/>
                  </a:lnTo>
                  <a:lnTo>
                    <a:pt x="1316218" y="105895"/>
                  </a:lnTo>
                  <a:lnTo>
                    <a:pt x="1325977" y="128370"/>
                  </a:lnTo>
                  <a:lnTo>
                    <a:pt x="1335721" y="132918"/>
                  </a:lnTo>
                  <a:lnTo>
                    <a:pt x="1345465" y="96385"/>
                  </a:lnTo>
                  <a:lnTo>
                    <a:pt x="1355224" y="120406"/>
                  </a:lnTo>
                  <a:lnTo>
                    <a:pt x="1364967" y="135128"/>
                  </a:lnTo>
                  <a:lnTo>
                    <a:pt x="1374726" y="177219"/>
                  </a:lnTo>
                  <a:lnTo>
                    <a:pt x="1384470" y="205035"/>
                  </a:lnTo>
                  <a:lnTo>
                    <a:pt x="1394214" y="209396"/>
                  </a:lnTo>
                  <a:lnTo>
                    <a:pt x="1403973" y="167800"/>
                  </a:lnTo>
                  <a:lnTo>
                    <a:pt x="1413717" y="175783"/>
                  </a:lnTo>
                  <a:lnTo>
                    <a:pt x="1423476" y="166492"/>
                  </a:lnTo>
                  <a:lnTo>
                    <a:pt x="1433220" y="127602"/>
                  </a:lnTo>
                  <a:lnTo>
                    <a:pt x="1442964" y="159458"/>
                  </a:lnTo>
                  <a:lnTo>
                    <a:pt x="1452722" y="152409"/>
                  </a:lnTo>
                  <a:lnTo>
                    <a:pt x="1462466" y="135082"/>
                  </a:lnTo>
                  <a:lnTo>
                    <a:pt x="1472225" y="162448"/>
                  </a:lnTo>
                  <a:lnTo>
                    <a:pt x="1481969" y="179718"/>
                  </a:lnTo>
                  <a:lnTo>
                    <a:pt x="1491713" y="194885"/>
                  </a:lnTo>
                  <a:lnTo>
                    <a:pt x="1501472" y="176818"/>
                  </a:lnTo>
                  <a:lnTo>
                    <a:pt x="1511216" y="164380"/>
                  </a:lnTo>
                  <a:lnTo>
                    <a:pt x="1520960" y="161459"/>
                  </a:lnTo>
                  <a:lnTo>
                    <a:pt x="1530719" y="176534"/>
                  </a:lnTo>
                  <a:lnTo>
                    <a:pt x="1540463" y="192291"/>
                  </a:lnTo>
                  <a:lnTo>
                    <a:pt x="1550221" y="175860"/>
                  </a:lnTo>
                  <a:lnTo>
                    <a:pt x="1559965" y="149181"/>
                  </a:lnTo>
                  <a:lnTo>
                    <a:pt x="1569709" y="150456"/>
                  </a:lnTo>
                  <a:lnTo>
                    <a:pt x="1579468" y="128641"/>
                  </a:lnTo>
                  <a:lnTo>
                    <a:pt x="1589212" y="133687"/>
                  </a:lnTo>
                  <a:lnTo>
                    <a:pt x="1598971" y="152133"/>
                  </a:lnTo>
                  <a:lnTo>
                    <a:pt x="1608715" y="132307"/>
                  </a:lnTo>
                  <a:lnTo>
                    <a:pt x="1618459" y="130967"/>
                  </a:lnTo>
                  <a:lnTo>
                    <a:pt x="1628218" y="110670"/>
                  </a:lnTo>
                  <a:lnTo>
                    <a:pt x="1637962" y="138765"/>
                  </a:lnTo>
                  <a:lnTo>
                    <a:pt x="1647720" y="141649"/>
                  </a:lnTo>
                  <a:lnTo>
                    <a:pt x="1657464" y="121163"/>
                  </a:lnTo>
                  <a:lnTo>
                    <a:pt x="1667208" y="140094"/>
                  </a:lnTo>
                  <a:lnTo>
                    <a:pt x="1676967" y="130588"/>
                  </a:lnTo>
                  <a:lnTo>
                    <a:pt x="1686711" y="106894"/>
                  </a:lnTo>
                  <a:lnTo>
                    <a:pt x="1696470" y="86743"/>
                  </a:lnTo>
                  <a:lnTo>
                    <a:pt x="1706214" y="77013"/>
                  </a:lnTo>
                  <a:lnTo>
                    <a:pt x="1715958" y="48800"/>
                  </a:lnTo>
                  <a:lnTo>
                    <a:pt x="1725716" y="86949"/>
                  </a:lnTo>
                  <a:lnTo>
                    <a:pt x="1735460" y="86961"/>
                  </a:lnTo>
                  <a:lnTo>
                    <a:pt x="1745219" y="77131"/>
                  </a:lnTo>
                  <a:lnTo>
                    <a:pt x="1754963" y="83187"/>
                  </a:lnTo>
                  <a:lnTo>
                    <a:pt x="1764707" y="72321"/>
                  </a:lnTo>
                  <a:lnTo>
                    <a:pt x="1774466" y="58884"/>
                  </a:lnTo>
                  <a:lnTo>
                    <a:pt x="1784210" y="80973"/>
                  </a:lnTo>
                  <a:lnTo>
                    <a:pt x="1793969" y="57202"/>
                  </a:lnTo>
                  <a:lnTo>
                    <a:pt x="1803713" y="63198"/>
                  </a:lnTo>
                  <a:lnTo>
                    <a:pt x="1813457" y="69817"/>
                  </a:lnTo>
                  <a:lnTo>
                    <a:pt x="1823215" y="92995"/>
                  </a:lnTo>
                  <a:lnTo>
                    <a:pt x="1832959" y="127318"/>
                  </a:lnTo>
                  <a:lnTo>
                    <a:pt x="1842703" y="109074"/>
                  </a:lnTo>
                  <a:lnTo>
                    <a:pt x="1852462" y="114444"/>
                  </a:lnTo>
                  <a:lnTo>
                    <a:pt x="1862206" y="106350"/>
                  </a:lnTo>
                  <a:lnTo>
                    <a:pt x="1871965" y="122345"/>
                  </a:lnTo>
                  <a:lnTo>
                    <a:pt x="1881709" y="153227"/>
                  </a:lnTo>
                  <a:lnTo>
                    <a:pt x="1891453" y="166538"/>
                  </a:lnTo>
                  <a:lnTo>
                    <a:pt x="1901212" y="166951"/>
                  </a:lnTo>
                  <a:lnTo>
                    <a:pt x="1910956" y="188182"/>
                  </a:lnTo>
                  <a:lnTo>
                    <a:pt x="1920714" y="219879"/>
                  </a:lnTo>
                  <a:lnTo>
                    <a:pt x="1930458" y="237417"/>
                  </a:lnTo>
                  <a:lnTo>
                    <a:pt x="1940202" y="238290"/>
                  </a:lnTo>
                  <a:lnTo>
                    <a:pt x="1949961" y="215852"/>
                  </a:lnTo>
                  <a:lnTo>
                    <a:pt x="1959705" y="223036"/>
                  </a:lnTo>
                  <a:lnTo>
                    <a:pt x="1969464" y="202488"/>
                  </a:lnTo>
                  <a:lnTo>
                    <a:pt x="1979208" y="177666"/>
                  </a:lnTo>
                  <a:lnTo>
                    <a:pt x="1988952" y="198222"/>
                  </a:lnTo>
                  <a:lnTo>
                    <a:pt x="1998711" y="208814"/>
                  </a:lnTo>
                  <a:lnTo>
                    <a:pt x="2008454" y="205870"/>
                  </a:lnTo>
                  <a:lnTo>
                    <a:pt x="2018213" y="185027"/>
                  </a:lnTo>
                  <a:lnTo>
                    <a:pt x="2027957" y="137923"/>
                  </a:lnTo>
                  <a:lnTo>
                    <a:pt x="2037701" y="143754"/>
                  </a:lnTo>
                  <a:lnTo>
                    <a:pt x="2047460" y="165128"/>
                  </a:lnTo>
                  <a:lnTo>
                    <a:pt x="2057204" y="170729"/>
                  </a:lnTo>
                  <a:lnTo>
                    <a:pt x="2066963" y="176842"/>
                  </a:lnTo>
                  <a:lnTo>
                    <a:pt x="2076707" y="167369"/>
                  </a:lnTo>
                  <a:lnTo>
                    <a:pt x="2086451" y="169136"/>
                  </a:lnTo>
                  <a:lnTo>
                    <a:pt x="2096210" y="179072"/>
                  </a:lnTo>
                  <a:lnTo>
                    <a:pt x="2105954" y="234458"/>
                  </a:lnTo>
                  <a:lnTo>
                    <a:pt x="2115697" y="205739"/>
                  </a:lnTo>
                  <a:lnTo>
                    <a:pt x="2125456" y="201614"/>
                  </a:lnTo>
                  <a:lnTo>
                    <a:pt x="2135200" y="194088"/>
                  </a:lnTo>
                  <a:lnTo>
                    <a:pt x="2144959" y="173838"/>
                  </a:lnTo>
                  <a:lnTo>
                    <a:pt x="2154703" y="154948"/>
                  </a:lnTo>
                  <a:lnTo>
                    <a:pt x="2164447" y="191088"/>
                  </a:lnTo>
                  <a:lnTo>
                    <a:pt x="2174206" y="190379"/>
                  </a:lnTo>
                  <a:lnTo>
                    <a:pt x="2183950" y="180386"/>
                  </a:lnTo>
                  <a:lnTo>
                    <a:pt x="2193709" y="175722"/>
                  </a:lnTo>
                  <a:lnTo>
                    <a:pt x="2203452" y="190637"/>
                  </a:lnTo>
                  <a:lnTo>
                    <a:pt x="2213196" y="161328"/>
                  </a:lnTo>
                  <a:lnTo>
                    <a:pt x="2222955" y="142255"/>
                  </a:lnTo>
                  <a:lnTo>
                    <a:pt x="2232699" y="173038"/>
                  </a:lnTo>
                  <a:lnTo>
                    <a:pt x="2242458" y="163141"/>
                  </a:lnTo>
                  <a:lnTo>
                    <a:pt x="2252202" y="147136"/>
                  </a:lnTo>
                  <a:lnTo>
                    <a:pt x="2261946" y="127362"/>
                  </a:lnTo>
                  <a:lnTo>
                    <a:pt x="2271705" y="108301"/>
                  </a:lnTo>
                  <a:lnTo>
                    <a:pt x="2281449" y="51527"/>
                  </a:lnTo>
                  <a:lnTo>
                    <a:pt x="2291208" y="34819"/>
                  </a:lnTo>
                  <a:lnTo>
                    <a:pt x="2300951" y="55791"/>
                  </a:lnTo>
                  <a:lnTo>
                    <a:pt x="2310695" y="1350"/>
                  </a:lnTo>
                  <a:lnTo>
                    <a:pt x="2320454" y="23475"/>
                  </a:lnTo>
                  <a:lnTo>
                    <a:pt x="2330198" y="39076"/>
                  </a:lnTo>
                  <a:lnTo>
                    <a:pt x="2339957" y="47300"/>
                  </a:lnTo>
                  <a:lnTo>
                    <a:pt x="2349701" y="63684"/>
                  </a:lnTo>
                  <a:lnTo>
                    <a:pt x="2359445" y="66369"/>
                  </a:lnTo>
                  <a:lnTo>
                    <a:pt x="2369204" y="79736"/>
                  </a:lnTo>
                  <a:lnTo>
                    <a:pt x="2378948" y="105613"/>
                  </a:lnTo>
                  <a:lnTo>
                    <a:pt x="2388692" y="98788"/>
                  </a:lnTo>
                  <a:lnTo>
                    <a:pt x="2398450" y="87809"/>
                  </a:lnTo>
                  <a:lnTo>
                    <a:pt x="2408194" y="87257"/>
                  </a:lnTo>
                  <a:lnTo>
                    <a:pt x="2417953" y="96428"/>
                  </a:lnTo>
                  <a:lnTo>
                    <a:pt x="2427697" y="80025"/>
                  </a:lnTo>
                  <a:lnTo>
                    <a:pt x="2437441" y="105595"/>
                  </a:lnTo>
                  <a:lnTo>
                    <a:pt x="2447200" y="98889"/>
                  </a:lnTo>
                  <a:lnTo>
                    <a:pt x="2456944" y="82984"/>
                  </a:lnTo>
                  <a:lnTo>
                    <a:pt x="2466703" y="85618"/>
                  </a:lnTo>
                  <a:lnTo>
                    <a:pt x="2476446" y="68118"/>
                  </a:lnTo>
                  <a:lnTo>
                    <a:pt x="2486190" y="54888"/>
                  </a:lnTo>
                  <a:lnTo>
                    <a:pt x="2495949" y="59088"/>
                  </a:lnTo>
                  <a:lnTo>
                    <a:pt x="2505693" y="31797"/>
                  </a:lnTo>
                  <a:lnTo>
                    <a:pt x="2515452" y="0"/>
                  </a:lnTo>
                  <a:lnTo>
                    <a:pt x="2525196" y="7119"/>
                  </a:lnTo>
                  <a:lnTo>
                    <a:pt x="2534940" y="32380"/>
                  </a:lnTo>
                  <a:lnTo>
                    <a:pt x="2544699" y="50896"/>
                  </a:lnTo>
                  <a:lnTo>
                    <a:pt x="2554443" y="44825"/>
                  </a:lnTo>
                  <a:lnTo>
                    <a:pt x="2564202" y="47562"/>
                  </a:lnTo>
                  <a:lnTo>
                    <a:pt x="2573946" y="8874"/>
                  </a:lnTo>
                  <a:lnTo>
                    <a:pt x="2583690" y="19294"/>
                  </a:lnTo>
                  <a:lnTo>
                    <a:pt x="2593448" y="15048"/>
                  </a:lnTo>
                  <a:lnTo>
                    <a:pt x="2603192" y="28476"/>
                  </a:lnTo>
                  <a:lnTo>
                    <a:pt x="2612951" y="23005"/>
                  </a:lnTo>
                  <a:lnTo>
                    <a:pt x="2622695" y="39013"/>
                  </a:lnTo>
                  <a:lnTo>
                    <a:pt x="2632439" y="54022"/>
                  </a:lnTo>
                  <a:lnTo>
                    <a:pt x="2642198" y="66829"/>
                  </a:lnTo>
                  <a:lnTo>
                    <a:pt x="2651942" y="56968"/>
                  </a:lnTo>
                  <a:lnTo>
                    <a:pt x="2661685" y="50649"/>
                  </a:lnTo>
                  <a:lnTo>
                    <a:pt x="2671444" y="57276"/>
                  </a:lnTo>
                  <a:lnTo>
                    <a:pt x="2681188" y="39968"/>
                  </a:lnTo>
                  <a:lnTo>
                    <a:pt x="2690947" y="17943"/>
                  </a:lnTo>
                  <a:lnTo>
                    <a:pt x="2700691" y="3834"/>
                  </a:lnTo>
                  <a:lnTo>
                    <a:pt x="2710435" y="4136"/>
                  </a:lnTo>
                  <a:lnTo>
                    <a:pt x="2720194" y="42835"/>
                  </a:lnTo>
                  <a:lnTo>
                    <a:pt x="2729938" y="65500"/>
                  </a:lnTo>
                  <a:lnTo>
                    <a:pt x="2739697" y="49272"/>
                  </a:lnTo>
                  <a:lnTo>
                    <a:pt x="2749441" y="74127"/>
                  </a:lnTo>
                  <a:lnTo>
                    <a:pt x="2759185" y="57474"/>
                  </a:lnTo>
                  <a:lnTo>
                    <a:pt x="2768943" y="93692"/>
                  </a:lnTo>
                  <a:lnTo>
                    <a:pt x="2778687" y="106377"/>
                  </a:lnTo>
                  <a:lnTo>
                    <a:pt x="2788446" y="99695"/>
                  </a:lnTo>
                  <a:lnTo>
                    <a:pt x="2798190" y="106036"/>
                  </a:lnTo>
                  <a:lnTo>
                    <a:pt x="2807934" y="109588"/>
                  </a:lnTo>
                  <a:lnTo>
                    <a:pt x="2817693" y="98883"/>
                  </a:lnTo>
                  <a:lnTo>
                    <a:pt x="2827437" y="140491"/>
                  </a:lnTo>
                  <a:lnTo>
                    <a:pt x="2837196" y="143787"/>
                  </a:lnTo>
                  <a:lnTo>
                    <a:pt x="2846940" y="154535"/>
                  </a:lnTo>
                  <a:lnTo>
                    <a:pt x="2856684" y="153597"/>
                  </a:lnTo>
                  <a:lnTo>
                    <a:pt x="2866442" y="160465"/>
                  </a:lnTo>
                  <a:lnTo>
                    <a:pt x="2876186" y="128498"/>
                  </a:lnTo>
                  <a:lnTo>
                    <a:pt x="2885945" y="137401"/>
                  </a:lnTo>
                  <a:lnTo>
                    <a:pt x="2895689" y="143068"/>
                  </a:lnTo>
                  <a:lnTo>
                    <a:pt x="2905433" y="116474"/>
                  </a:lnTo>
                  <a:lnTo>
                    <a:pt x="2915192" y="11435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9" name="Freeform 1058">
              <a:extLst>
                <a:ext uri="{FF2B5EF4-FFF2-40B4-BE49-F238E27FC236}">
                  <a16:creationId xmlns:a16="http://schemas.microsoft.com/office/drawing/2014/main" id="{3DEF0BB2-976E-4CA9-082C-035BF036FA5D}"/>
                </a:ext>
              </a:extLst>
            </p:cNvPr>
            <p:cNvSpPr/>
            <p:nvPr/>
          </p:nvSpPr>
          <p:spPr>
            <a:xfrm>
              <a:off x="4426652" y="3586820"/>
              <a:ext cx="2915191" cy="295850"/>
            </a:xfrm>
            <a:custGeom>
              <a:avLst/>
              <a:gdLst>
                <a:gd name="connsiteX0" fmla="*/ 0 w 2915191"/>
                <a:gd name="connsiteY0" fmla="*/ 57491 h 295850"/>
                <a:gd name="connsiteX1" fmla="*/ 9750 w 2915191"/>
                <a:gd name="connsiteY1" fmla="*/ 141792 h 295850"/>
                <a:gd name="connsiteX2" fmla="*/ 19500 w 2915191"/>
                <a:gd name="connsiteY2" fmla="*/ 127798 h 295850"/>
                <a:gd name="connsiteX3" fmla="*/ 29250 w 2915191"/>
                <a:gd name="connsiteY3" fmla="*/ 138721 h 295850"/>
                <a:gd name="connsiteX4" fmla="*/ 39000 w 2915191"/>
                <a:gd name="connsiteY4" fmla="*/ 132369 h 295850"/>
                <a:gd name="connsiteX5" fmla="*/ 48749 w 2915191"/>
                <a:gd name="connsiteY5" fmla="*/ 135862 h 295850"/>
                <a:gd name="connsiteX6" fmla="*/ 58499 w 2915191"/>
                <a:gd name="connsiteY6" fmla="*/ 117380 h 295850"/>
                <a:gd name="connsiteX7" fmla="*/ 68249 w 2915191"/>
                <a:gd name="connsiteY7" fmla="*/ 109549 h 295850"/>
                <a:gd name="connsiteX8" fmla="*/ 77998 w 2915191"/>
                <a:gd name="connsiteY8" fmla="*/ 121679 h 295850"/>
                <a:gd name="connsiteX9" fmla="*/ 87748 w 2915191"/>
                <a:gd name="connsiteY9" fmla="*/ 140818 h 295850"/>
                <a:gd name="connsiteX10" fmla="*/ 97497 w 2915191"/>
                <a:gd name="connsiteY10" fmla="*/ 89552 h 295850"/>
                <a:gd name="connsiteX11" fmla="*/ 107247 w 2915191"/>
                <a:gd name="connsiteY11" fmla="*/ 81703 h 295850"/>
                <a:gd name="connsiteX12" fmla="*/ 116997 w 2915191"/>
                <a:gd name="connsiteY12" fmla="*/ 59846 h 295850"/>
                <a:gd name="connsiteX13" fmla="*/ 126747 w 2915191"/>
                <a:gd name="connsiteY13" fmla="*/ 48085 h 295850"/>
                <a:gd name="connsiteX14" fmla="*/ 136497 w 2915191"/>
                <a:gd name="connsiteY14" fmla="*/ 46795 h 295850"/>
                <a:gd name="connsiteX15" fmla="*/ 146247 w 2915191"/>
                <a:gd name="connsiteY15" fmla="*/ 59635 h 295850"/>
                <a:gd name="connsiteX16" fmla="*/ 155997 w 2915191"/>
                <a:gd name="connsiteY16" fmla="*/ 77253 h 295850"/>
                <a:gd name="connsiteX17" fmla="*/ 165747 w 2915191"/>
                <a:gd name="connsiteY17" fmla="*/ 63243 h 295850"/>
                <a:gd name="connsiteX18" fmla="*/ 175497 w 2915191"/>
                <a:gd name="connsiteY18" fmla="*/ 57325 h 295850"/>
                <a:gd name="connsiteX19" fmla="*/ 185247 w 2915191"/>
                <a:gd name="connsiteY19" fmla="*/ 57138 h 295850"/>
                <a:gd name="connsiteX20" fmla="*/ 194996 w 2915191"/>
                <a:gd name="connsiteY20" fmla="*/ 64796 h 295850"/>
                <a:gd name="connsiteX21" fmla="*/ 204746 w 2915191"/>
                <a:gd name="connsiteY21" fmla="*/ 51671 h 295850"/>
                <a:gd name="connsiteX22" fmla="*/ 214495 w 2915191"/>
                <a:gd name="connsiteY22" fmla="*/ 72919 h 295850"/>
                <a:gd name="connsiteX23" fmla="*/ 224245 w 2915191"/>
                <a:gd name="connsiteY23" fmla="*/ 59690 h 295850"/>
                <a:gd name="connsiteX24" fmla="*/ 233995 w 2915191"/>
                <a:gd name="connsiteY24" fmla="*/ 51454 h 295850"/>
                <a:gd name="connsiteX25" fmla="*/ 243744 w 2915191"/>
                <a:gd name="connsiteY25" fmla="*/ 75861 h 295850"/>
                <a:gd name="connsiteX26" fmla="*/ 253494 w 2915191"/>
                <a:gd name="connsiteY26" fmla="*/ 81472 h 295850"/>
                <a:gd name="connsiteX27" fmla="*/ 263244 w 2915191"/>
                <a:gd name="connsiteY27" fmla="*/ 116310 h 295850"/>
                <a:gd name="connsiteX28" fmla="*/ 272994 w 2915191"/>
                <a:gd name="connsiteY28" fmla="*/ 149735 h 295850"/>
                <a:gd name="connsiteX29" fmla="*/ 282744 w 2915191"/>
                <a:gd name="connsiteY29" fmla="*/ 195265 h 295850"/>
                <a:gd name="connsiteX30" fmla="*/ 292494 w 2915191"/>
                <a:gd name="connsiteY30" fmla="*/ 224151 h 295850"/>
                <a:gd name="connsiteX31" fmla="*/ 302244 w 2915191"/>
                <a:gd name="connsiteY31" fmla="*/ 238682 h 295850"/>
                <a:gd name="connsiteX32" fmla="*/ 311994 w 2915191"/>
                <a:gd name="connsiteY32" fmla="*/ 277555 h 295850"/>
                <a:gd name="connsiteX33" fmla="*/ 321744 w 2915191"/>
                <a:gd name="connsiteY33" fmla="*/ 289776 h 295850"/>
                <a:gd name="connsiteX34" fmla="*/ 331493 w 2915191"/>
                <a:gd name="connsiteY34" fmla="*/ 295851 h 295850"/>
                <a:gd name="connsiteX35" fmla="*/ 341243 w 2915191"/>
                <a:gd name="connsiteY35" fmla="*/ 290354 h 295850"/>
                <a:gd name="connsiteX36" fmla="*/ 350993 w 2915191"/>
                <a:gd name="connsiteY36" fmla="*/ 274813 h 295850"/>
                <a:gd name="connsiteX37" fmla="*/ 360742 w 2915191"/>
                <a:gd name="connsiteY37" fmla="*/ 267256 h 295850"/>
                <a:gd name="connsiteX38" fmla="*/ 370492 w 2915191"/>
                <a:gd name="connsiteY38" fmla="*/ 253807 h 295850"/>
                <a:gd name="connsiteX39" fmla="*/ 380241 w 2915191"/>
                <a:gd name="connsiteY39" fmla="*/ 263420 h 295850"/>
                <a:gd name="connsiteX40" fmla="*/ 389991 w 2915191"/>
                <a:gd name="connsiteY40" fmla="*/ 260057 h 295850"/>
                <a:gd name="connsiteX41" fmla="*/ 399741 w 2915191"/>
                <a:gd name="connsiteY41" fmla="*/ 246601 h 295850"/>
                <a:gd name="connsiteX42" fmla="*/ 409491 w 2915191"/>
                <a:gd name="connsiteY42" fmla="*/ 262556 h 295850"/>
                <a:gd name="connsiteX43" fmla="*/ 419241 w 2915191"/>
                <a:gd name="connsiteY43" fmla="*/ 239363 h 295850"/>
                <a:gd name="connsiteX44" fmla="*/ 428991 w 2915191"/>
                <a:gd name="connsiteY44" fmla="*/ 273218 h 295850"/>
                <a:gd name="connsiteX45" fmla="*/ 438741 w 2915191"/>
                <a:gd name="connsiteY45" fmla="*/ 252407 h 295850"/>
                <a:gd name="connsiteX46" fmla="*/ 448491 w 2915191"/>
                <a:gd name="connsiteY46" fmla="*/ 260583 h 295850"/>
                <a:gd name="connsiteX47" fmla="*/ 458241 w 2915191"/>
                <a:gd name="connsiteY47" fmla="*/ 262720 h 295850"/>
                <a:gd name="connsiteX48" fmla="*/ 467991 w 2915191"/>
                <a:gd name="connsiteY48" fmla="*/ 237088 h 295850"/>
                <a:gd name="connsiteX49" fmla="*/ 477740 w 2915191"/>
                <a:gd name="connsiteY49" fmla="*/ 253868 h 295850"/>
                <a:gd name="connsiteX50" fmla="*/ 487490 w 2915191"/>
                <a:gd name="connsiteY50" fmla="*/ 243585 h 295850"/>
                <a:gd name="connsiteX51" fmla="*/ 497239 w 2915191"/>
                <a:gd name="connsiteY51" fmla="*/ 216555 h 295850"/>
                <a:gd name="connsiteX52" fmla="*/ 506989 w 2915191"/>
                <a:gd name="connsiteY52" fmla="*/ 232180 h 295850"/>
                <a:gd name="connsiteX53" fmla="*/ 516738 w 2915191"/>
                <a:gd name="connsiteY53" fmla="*/ 211811 h 295850"/>
                <a:gd name="connsiteX54" fmla="*/ 526488 w 2915191"/>
                <a:gd name="connsiteY54" fmla="*/ 200229 h 295850"/>
                <a:gd name="connsiteX55" fmla="*/ 536238 w 2915191"/>
                <a:gd name="connsiteY55" fmla="*/ 151247 h 295850"/>
                <a:gd name="connsiteX56" fmla="*/ 545988 w 2915191"/>
                <a:gd name="connsiteY56" fmla="*/ 160329 h 295850"/>
                <a:gd name="connsiteX57" fmla="*/ 555738 w 2915191"/>
                <a:gd name="connsiteY57" fmla="*/ 196914 h 295850"/>
                <a:gd name="connsiteX58" fmla="*/ 565488 w 2915191"/>
                <a:gd name="connsiteY58" fmla="*/ 191736 h 295850"/>
                <a:gd name="connsiteX59" fmla="*/ 575238 w 2915191"/>
                <a:gd name="connsiteY59" fmla="*/ 219376 h 295850"/>
                <a:gd name="connsiteX60" fmla="*/ 584988 w 2915191"/>
                <a:gd name="connsiteY60" fmla="*/ 215107 h 295850"/>
                <a:gd name="connsiteX61" fmla="*/ 594738 w 2915191"/>
                <a:gd name="connsiteY61" fmla="*/ 210204 h 295850"/>
                <a:gd name="connsiteX62" fmla="*/ 604488 w 2915191"/>
                <a:gd name="connsiteY62" fmla="*/ 194086 h 295850"/>
                <a:gd name="connsiteX63" fmla="*/ 614237 w 2915191"/>
                <a:gd name="connsiteY63" fmla="*/ 197763 h 295850"/>
                <a:gd name="connsiteX64" fmla="*/ 623987 w 2915191"/>
                <a:gd name="connsiteY64" fmla="*/ 243157 h 295850"/>
                <a:gd name="connsiteX65" fmla="*/ 633736 w 2915191"/>
                <a:gd name="connsiteY65" fmla="*/ 224593 h 295850"/>
                <a:gd name="connsiteX66" fmla="*/ 643486 w 2915191"/>
                <a:gd name="connsiteY66" fmla="*/ 230227 h 295850"/>
                <a:gd name="connsiteX67" fmla="*/ 653236 w 2915191"/>
                <a:gd name="connsiteY67" fmla="*/ 202593 h 295850"/>
                <a:gd name="connsiteX68" fmla="*/ 662985 w 2915191"/>
                <a:gd name="connsiteY68" fmla="*/ 154569 h 295850"/>
                <a:gd name="connsiteX69" fmla="*/ 672735 w 2915191"/>
                <a:gd name="connsiteY69" fmla="*/ 157341 h 295850"/>
                <a:gd name="connsiteX70" fmla="*/ 682485 w 2915191"/>
                <a:gd name="connsiteY70" fmla="*/ 142968 h 295850"/>
                <a:gd name="connsiteX71" fmla="*/ 692235 w 2915191"/>
                <a:gd name="connsiteY71" fmla="*/ 127544 h 295850"/>
                <a:gd name="connsiteX72" fmla="*/ 701985 w 2915191"/>
                <a:gd name="connsiteY72" fmla="*/ 135174 h 295850"/>
                <a:gd name="connsiteX73" fmla="*/ 711735 w 2915191"/>
                <a:gd name="connsiteY73" fmla="*/ 100859 h 295850"/>
                <a:gd name="connsiteX74" fmla="*/ 721485 w 2915191"/>
                <a:gd name="connsiteY74" fmla="*/ 89139 h 295850"/>
                <a:gd name="connsiteX75" fmla="*/ 731235 w 2915191"/>
                <a:gd name="connsiteY75" fmla="*/ 117785 h 295850"/>
                <a:gd name="connsiteX76" fmla="*/ 740985 w 2915191"/>
                <a:gd name="connsiteY76" fmla="*/ 157780 h 295850"/>
                <a:gd name="connsiteX77" fmla="*/ 750734 w 2915191"/>
                <a:gd name="connsiteY77" fmla="*/ 155511 h 295850"/>
                <a:gd name="connsiteX78" fmla="*/ 760484 w 2915191"/>
                <a:gd name="connsiteY78" fmla="*/ 159921 h 295850"/>
                <a:gd name="connsiteX79" fmla="*/ 770233 w 2915191"/>
                <a:gd name="connsiteY79" fmla="*/ 161499 h 295850"/>
                <a:gd name="connsiteX80" fmla="*/ 779983 w 2915191"/>
                <a:gd name="connsiteY80" fmla="*/ 140593 h 295850"/>
                <a:gd name="connsiteX81" fmla="*/ 789733 w 2915191"/>
                <a:gd name="connsiteY81" fmla="*/ 145334 h 295850"/>
                <a:gd name="connsiteX82" fmla="*/ 799482 w 2915191"/>
                <a:gd name="connsiteY82" fmla="*/ 158497 h 295850"/>
                <a:gd name="connsiteX83" fmla="*/ 809232 w 2915191"/>
                <a:gd name="connsiteY83" fmla="*/ 168531 h 295850"/>
                <a:gd name="connsiteX84" fmla="*/ 818982 w 2915191"/>
                <a:gd name="connsiteY84" fmla="*/ 177676 h 295850"/>
                <a:gd name="connsiteX85" fmla="*/ 828732 w 2915191"/>
                <a:gd name="connsiteY85" fmla="*/ 158500 h 295850"/>
                <a:gd name="connsiteX86" fmla="*/ 838482 w 2915191"/>
                <a:gd name="connsiteY86" fmla="*/ 130272 h 295850"/>
                <a:gd name="connsiteX87" fmla="*/ 848232 w 2915191"/>
                <a:gd name="connsiteY87" fmla="*/ 144274 h 295850"/>
                <a:gd name="connsiteX88" fmla="*/ 857982 w 2915191"/>
                <a:gd name="connsiteY88" fmla="*/ 175765 h 295850"/>
                <a:gd name="connsiteX89" fmla="*/ 867732 w 2915191"/>
                <a:gd name="connsiteY89" fmla="*/ 192195 h 295850"/>
                <a:gd name="connsiteX90" fmla="*/ 877482 w 2915191"/>
                <a:gd name="connsiteY90" fmla="*/ 189622 h 295850"/>
                <a:gd name="connsiteX91" fmla="*/ 887231 w 2915191"/>
                <a:gd name="connsiteY91" fmla="*/ 172240 h 295850"/>
                <a:gd name="connsiteX92" fmla="*/ 896981 w 2915191"/>
                <a:gd name="connsiteY92" fmla="*/ 174419 h 295850"/>
                <a:gd name="connsiteX93" fmla="*/ 906730 w 2915191"/>
                <a:gd name="connsiteY93" fmla="*/ 145231 h 295850"/>
                <a:gd name="connsiteX94" fmla="*/ 916480 w 2915191"/>
                <a:gd name="connsiteY94" fmla="*/ 143748 h 295850"/>
                <a:gd name="connsiteX95" fmla="*/ 926230 w 2915191"/>
                <a:gd name="connsiteY95" fmla="*/ 137683 h 295850"/>
                <a:gd name="connsiteX96" fmla="*/ 935979 w 2915191"/>
                <a:gd name="connsiteY96" fmla="*/ 126480 h 295850"/>
                <a:gd name="connsiteX97" fmla="*/ 945729 w 2915191"/>
                <a:gd name="connsiteY97" fmla="*/ 154714 h 295850"/>
                <a:gd name="connsiteX98" fmla="*/ 955479 w 2915191"/>
                <a:gd name="connsiteY98" fmla="*/ 142679 h 295850"/>
                <a:gd name="connsiteX99" fmla="*/ 965229 w 2915191"/>
                <a:gd name="connsiteY99" fmla="*/ 143392 h 295850"/>
                <a:gd name="connsiteX100" fmla="*/ 974979 w 2915191"/>
                <a:gd name="connsiteY100" fmla="*/ 161959 h 295850"/>
                <a:gd name="connsiteX101" fmla="*/ 984729 w 2915191"/>
                <a:gd name="connsiteY101" fmla="*/ 190619 h 295850"/>
                <a:gd name="connsiteX102" fmla="*/ 994474 w 2915191"/>
                <a:gd name="connsiteY102" fmla="*/ 186592 h 295850"/>
                <a:gd name="connsiteX103" fmla="*/ 1004233 w 2915191"/>
                <a:gd name="connsiteY103" fmla="*/ 180838 h 295850"/>
                <a:gd name="connsiteX104" fmla="*/ 1013977 w 2915191"/>
                <a:gd name="connsiteY104" fmla="*/ 208599 h 295850"/>
                <a:gd name="connsiteX105" fmla="*/ 1023721 w 2915191"/>
                <a:gd name="connsiteY105" fmla="*/ 169597 h 295850"/>
                <a:gd name="connsiteX106" fmla="*/ 1033480 w 2915191"/>
                <a:gd name="connsiteY106" fmla="*/ 153911 h 295850"/>
                <a:gd name="connsiteX107" fmla="*/ 1043224 w 2915191"/>
                <a:gd name="connsiteY107" fmla="*/ 153340 h 295850"/>
                <a:gd name="connsiteX108" fmla="*/ 1052983 w 2915191"/>
                <a:gd name="connsiteY108" fmla="*/ 184333 h 295850"/>
                <a:gd name="connsiteX109" fmla="*/ 1062727 w 2915191"/>
                <a:gd name="connsiteY109" fmla="*/ 152902 h 295850"/>
                <a:gd name="connsiteX110" fmla="*/ 1072471 w 2915191"/>
                <a:gd name="connsiteY110" fmla="*/ 149264 h 295850"/>
                <a:gd name="connsiteX111" fmla="*/ 1082230 w 2915191"/>
                <a:gd name="connsiteY111" fmla="*/ 177338 h 295850"/>
                <a:gd name="connsiteX112" fmla="*/ 1091973 w 2915191"/>
                <a:gd name="connsiteY112" fmla="*/ 159941 h 295850"/>
                <a:gd name="connsiteX113" fmla="*/ 1101732 w 2915191"/>
                <a:gd name="connsiteY113" fmla="*/ 173420 h 295850"/>
                <a:gd name="connsiteX114" fmla="*/ 1111476 w 2915191"/>
                <a:gd name="connsiteY114" fmla="*/ 202082 h 295850"/>
                <a:gd name="connsiteX115" fmla="*/ 1121220 w 2915191"/>
                <a:gd name="connsiteY115" fmla="*/ 171960 h 295850"/>
                <a:gd name="connsiteX116" fmla="*/ 1130979 w 2915191"/>
                <a:gd name="connsiteY116" fmla="*/ 127190 h 295850"/>
                <a:gd name="connsiteX117" fmla="*/ 1140723 w 2915191"/>
                <a:gd name="connsiteY117" fmla="*/ 94802 h 295850"/>
                <a:gd name="connsiteX118" fmla="*/ 1150482 w 2915191"/>
                <a:gd name="connsiteY118" fmla="*/ 92657 h 295850"/>
                <a:gd name="connsiteX119" fmla="*/ 1160226 w 2915191"/>
                <a:gd name="connsiteY119" fmla="*/ 105796 h 295850"/>
                <a:gd name="connsiteX120" fmla="*/ 1169969 w 2915191"/>
                <a:gd name="connsiteY120" fmla="*/ 137120 h 295850"/>
                <a:gd name="connsiteX121" fmla="*/ 1179728 w 2915191"/>
                <a:gd name="connsiteY121" fmla="*/ 142235 h 295850"/>
                <a:gd name="connsiteX122" fmla="*/ 1189472 w 2915191"/>
                <a:gd name="connsiteY122" fmla="*/ 171729 h 295850"/>
                <a:gd name="connsiteX123" fmla="*/ 1199231 w 2915191"/>
                <a:gd name="connsiteY123" fmla="*/ 132057 h 295850"/>
                <a:gd name="connsiteX124" fmla="*/ 1208975 w 2915191"/>
                <a:gd name="connsiteY124" fmla="*/ 137276 h 295850"/>
                <a:gd name="connsiteX125" fmla="*/ 1218719 w 2915191"/>
                <a:gd name="connsiteY125" fmla="*/ 130231 h 295850"/>
                <a:gd name="connsiteX126" fmla="*/ 1228478 w 2915191"/>
                <a:gd name="connsiteY126" fmla="*/ 143480 h 295850"/>
                <a:gd name="connsiteX127" fmla="*/ 1238222 w 2915191"/>
                <a:gd name="connsiteY127" fmla="*/ 156576 h 295850"/>
                <a:gd name="connsiteX128" fmla="*/ 1247966 w 2915191"/>
                <a:gd name="connsiteY128" fmla="*/ 111021 h 295850"/>
                <a:gd name="connsiteX129" fmla="*/ 1257725 w 2915191"/>
                <a:gd name="connsiteY129" fmla="*/ 75749 h 295850"/>
                <a:gd name="connsiteX130" fmla="*/ 1267469 w 2915191"/>
                <a:gd name="connsiteY130" fmla="*/ 38858 h 295850"/>
                <a:gd name="connsiteX131" fmla="*/ 1277227 w 2915191"/>
                <a:gd name="connsiteY131" fmla="*/ 59781 h 295850"/>
                <a:gd name="connsiteX132" fmla="*/ 1286971 w 2915191"/>
                <a:gd name="connsiteY132" fmla="*/ 63079 h 295850"/>
                <a:gd name="connsiteX133" fmla="*/ 1296715 w 2915191"/>
                <a:gd name="connsiteY133" fmla="*/ 90680 h 295850"/>
                <a:gd name="connsiteX134" fmla="*/ 1306474 w 2915191"/>
                <a:gd name="connsiteY134" fmla="*/ 90929 h 295850"/>
                <a:gd name="connsiteX135" fmla="*/ 1316218 w 2915191"/>
                <a:gd name="connsiteY135" fmla="*/ 54222 h 295850"/>
                <a:gd name="connsiteX136" fmla="*/ 1325977 w 2915191"/>
                <a:gd name="connsiteY136" fmla="*/ 31301 h 295850"/>
                <a:gd name="connsiteX137" fmla="*/ 1335721 w 2915191"/>
                <a:gd name="connsiteY137" fmla="*/ 88533 h 295850"/>
                <a:gd name="connsiteX138" fmla="*/ 1345465 w 2915191"/>
                <a:gd name="connsiteY138" fmla="*/ 54664 h 295850"/>
                <a:gd name="connsiteX139" fmla="*/ 1355224 w 2915191"/>
                <a:gd name="connsiteY139" fmla="*/ 49481 h 295850"/>
                <a:gd name="connsiteX140" fmla="*/ 1364967 w 2915191"/>
                <a:gd name="connsiteY140" fmla="*/ 68796 h 295850"/>
                <a:gd name="connsiteX141" fmla="*/ 1374726 w 2915191"/>
                <a:gd name="connsiteY141" fmla="*/ 69821 h 295850"/>
                <a:gd name="connsiteX142" fmla="*/ 1384470 w 2915191"/>
                <a:gd name="connsiteY142" fmla="*/ 32407 h 295850"/>
                <a:gd name="connsiteX143" fmla="*/ 1394214 w 2915191"/>
                <a:gd name="connsiteY143" fmla="*/ 26011 h 295850"/>
                <a:gd name="connsiteX144" fmla="*/ 1403973 w 2915191"/>
                <a:gd name="connsiteY144" fmla="*/ 29352 h 295850"/>
                <a:gd name="connsiteX145" fmla="*/ 1413717 w 2915191"/>
                <a:gd name="connsiteY145" fmla="*/ 27447 h 295850"/>
                <a:gd name="connsiteX146" fmla="*/ 1423476 w 2915191"/>
                <a:gd name="connsiteY146" fmla="*/ 48061 h 295850"/>
                <a:gd name="connsiteX147" fmla="*/ 1433220 w 2915191"/>
                <a:gd name="connsiteY147" fmla="*/ 62376 h 295850"/>
                <a:gd name="connsiteX148" fmla="*/ 1442964 w 2915191"/>
                <a:gd name="connsiteY148" fmla="*/ 63155 h 295850"/>
                <a:gd name="connsiteX149" fmla="*/ 1452722 w 2915191"/>
                <a:gd name="connsiteY149" fmla="*/ 58224 h 295850"/>
                <a:gd name="connsiteX150" fmla="*/ 1462466 w 2915191"/>
                <a:gd name="connsiteY150" fmla="*/ 60247 h 295850"/>
                <a:gd name="connsiteX151" fmla="*/ 1472225 w 2915191"/>
                <a:gd name="connsiteY151" fmla="*/ 83360 h 295850"/>
                <a:gd name="connsiteX152" fmla="*/ 1481969 w 2915191"/>
                <a:gd name="connsiteY152" fmla="*/ 136512 h 295850"/>
                <a:gd name="connsiteX153" fmla="*/ 1491713 w 2915191"/>
                <a:gd name="connsiteY153" fmla="*/ 138166 h 295850"/>
                <a:gd name="connsiteX154" fmla="*/ 1501472 w 2915191"/>
                <a:gd name="connsiteY154" fmla="*/ 124226 h 295850"/>
                <a:gd name="connsiteX155" fmla="*/ 1511216 w 2915191"/>
                <a:gd name="connsiteY155" fmla="*/ 106577 h 295850"/>
                <a:gd name="connsiteX156" fmla="*/ 1520960 w 2915191"/>
                <a:gd name="connsiteY156" fmla="*/ 77549 h 295850"/>
                <a:gd name="connsiteX157" fmla="*/ 1530719 w 2915191"/>
                <a:gd name="connsiteY157" fmla="*/ 46370 h 295850"/>
                <a:gd name="connsiteX158" fmla="*/ 1540463 w 2915191"/>
                <a:gd name="connsiteY158" fmla="*/ 47639 h 295850"/>
                <a:gd name="connsiteX159" fmla="*/ 1550221 w 2915191"/>
                <a:gd name="connsiteY159" fmla="*/ 10416 h 295850"/>
                <a:gd name="connsiteX160" fmla="*/ 1559965 w 2915191"/>
                <a:gd name="connsiteY160" fmla="*/ 1988 h 295850"/>
                <a:gd name="connsiteX161" fmla="*/ 1569709 w 2915191"/>
                <a:gd name="connsiteY161" fmla="*/ 31011 h 295850"/>
                <a:gd name="connsiteX162" fmla="*/ 1579468 w 2915191"/>
                <a:gd name="connsiteY162" fmla="*/ 47067 h 295850"/>
                <a:gd name="connsiteX163" fmla="*/ 1589212 w 2915191"/>
                <a:gd name="connsiteY163" fmla="*/ 36599 h 295850"/>
                <a:gd name="connsiteX164" fmla="*/ 1598971 w 2915191"/>
                <a:gd name="connsiteY164" fmla="*/ 16922 h 295850"/>
                <a:gd name="connsiteX165" fmla="*/ 1608715 w 2915191"/>
                <a:gd name="connsiteY165" fmla="*/ 10633 h 295850"/>
                <a:gd name="connsiteX166" fmla="*/ 1618459 w 2915191"/>
                <a:gd name="connsiteY166" fmla="*/ 0 h 295850"/>
                <a:gd name="connsiteX167" fmla="*/ 1628218 w 2915191"/>
                <a:gd name="connsiteY167" fmla="*/ 27292 h 295850"/>
                <a:gd name="connsiteX168" fmla="*/ 1637962 w 2915191"/>
                <a:gd name="connsiteY168" fmla="*/ 45934 h 295850"/>
                <a:gd name="connsiteX169" fmla="*/ 1647720 w 2915191"/>
                <a:gd name="connsiteY169" fmla="*/ 74884 h 295850"/>
                <a:gd name="connsiteX170" fmla="*/ 1657464 w 2915191"/>
                <a:gd name="connsiteY170" fmla="*/ 61196 h 295850"/>
                <a:gd name="connsiteX171" fmla="*/ 1667208 w 2915191"/>
                <a:gd name="connsiteY171" fmla="*/ 95082 h 295850"/>
                <a:gd name="connsiteX172" fmla="*/ 1676967 w 2915191"/>
                <a:gd name="connsiteY172" fmla="*/ 122170 h 295850"/>
                <a:gd name="connsiteX173" fmla="*/ 1686711 w 2915191"/>
                <a:gd name="connsiteY173" fmla="*/ 121889 h 295850"/>
                <a:gd name="connsiteX174" fmla="*/ 1696470 w 2915191"/>
                <a:gd name="connsiteY174" fmla="*/ 122973 h 295850"/>
                <a:gd name="connsiteX175" fmla="*/ 1706214 w 2915191"/>
                <a:gd name="connsiteY175" fmla="*/ 97815 h 295850"/>
                <a:gd name="connsiteX176" fmla="*/ 1715958 w 2915191"/>
                <a:gd name="connsiteY176" fmla="*/ 71233 h 295850"/>
                <a:gd name="connsiteX177" fmla="*/ 1725716 w 2915191"/>
                <a:gd name="connsiteY177" fmla="*/ 64614 h 295850"/>
                <a:gd name="connsiteX178" fmla="*/ 1735460 w 2915191"/>
                <a:gd name="connsiteY178" fmla="*/ 67570 h 295850"/>
                <a:gd name="connsiteX179" fmla="*/ 1745219 w 2915191"/>
                <a:gd name="connsiteY179" fmla="*/ 59615 h 295850"/>
                <a:gd name="connsiteX180" fmla="*/ 1754963 w 2915191"/>
                <a:gd name="connsiteY180" fmla="*/ 29189 h 295850"/>
                <a:gd name="connsiteX181" fmla="*/ 1764707 w 2915191"/>
                <a:gd name="connsiteY181" fmla="*/ 46947 h 295850"/>
                <a:gd name="connsiteX182" fmla="*/ 1774466 w 2915191"/>
                <a:gd name="connsiteY182" fmla="*/ 70863 h 295850"/>
                <a:gd name="connsiteX183" fmla="*/ 1784210 w 2915191"/>
                <a:gd name="connsiteY183" fmla="*/ 97198 h 295850"/>
                <a:gd name="connsiteX184" fmla="*/ 1793969 w 2915191"/>
                <a:gd name="connsiteY184" fmla="*/ 90689 h 295850"/>
                <a:gd name="connsiteX185" fmla="*/ 1803713 w 2915191"/>
                <a:gd name="connsiteY185" fmla="*/ 96128 h 295850"/>
                <a:gd name="connsiteX186" fmla="*/ 1813457 w 2915191"/>
                <a:gd name="connsiteY186" fmla="*/ 107943 h 295850"/>
                <a:gd name="connsiteX187" fmla="*/ 1823215 w 2915191"/>
                <a:gd name="connsiteY187" fmla="*/ 90934 h 295850"/>
                <a:gd name="connsiteX188" fmla="*/ 1832959 w 2915191"/>
                <a:gd name="connsiteY188" fmla="*/ 93412 h 295850"/>
                <a:gd name="connsiteX189" fmla="*/ 1842703 w 2915191"/>
                <a:gd name="connsiteY189" fmla="*/ 99805 h 295850"/>
                <a:gd name="connsiteX190" fmla="*/ 1852462 w 2915191"/>
                <a:gd name="connsiteY190" fmla="*/ 116053 h 295850"/>
                <a:gd name="connsiteX191" fmla="*/ 1862206 w 2915191"/>
                <a:gd name="connsiteY191" fmla="*/ 95841 h 295850"/>
                <a:gd name="connsiteX192" fmla="*/ 1871965 w 2915191"/>
                <a:gd name="connsiteY192" fmla="*/ 120345 h 295850"/>
                <a:gd name="connsiteX193" fmla="*/ 1881709 w 2915191"/>
                <a:gd name="connsiteY193" fmla="*/ 127513 h 295850"/>
                <a:gd name="connsiteX194" fmla="*/ 1891453 w 2915191"/>
                <a:gd name="connsiteY194" fmla="*/ 98911 h 295850"/>
                <a:gd name="connsiteX195" fmla="*/ 1901212 w 2915191"/>
                <a:gd name="connsiteY195" fmla="*/ 77101 h 295850"/>
                <a:gd name="connsiteX196" fmla="*/ 1910956 w 2915191"/>
                <a:gd name="connsiteY196" fmla="*/ 69356 h 295850"/>
                <a:gd name="connsiteX197" fmla="*/ 1920714 w 2915191"/>
                <a:gd name="connsiteY197" fmla="*/ 51743 h 295850"/>
                <a:gd name="connsiteX198" fmla="*/ 1930458 w 2915191"/>
                <a:gd name="connsiteY198" fmla="*/ 34852 h 295850"/>
                <a:gd name="connsiteX199" fmla="*/ 1940202 w 2915191"/>
                <a:gd name="connsiteY199" fmla="*/ 24373 h 295850"/>
                <a:gd name="connsiteX200" fmla="*/ 1949961 w 2915191"/>
                <a:gd name="connsiteY200" fmla="*/ 37377 h 295850"/>
                <a:gd name="connsiteX201" fmla="*/ 1959705 w 2915191"/>
                <a:gd name="connsiteY201" fmla="*/ 32279 h 295850"/>
                <a:gd name="connsiteX202" fmla="*/ 1969464 w 2915191"/>
                <a:gd name="connsiteY202" fmla="*/ 13948 h 295850"/>
                <a:gd name="connsiteX203" fmla="*/ 1979208 w 2915191"/>
                <a:gd name="connsiteY203" fmla="*/ 38420 h 295850"/>
                <a:gd name="connsiteX204" fmla="*/ 1988952 w 2915191"/>
                <a:gd name="connsiteY204" fmla="*/ 36221 h 295850"/>
                <a:gd name="connsiteX205" fmla="*/ 1998711 w 2915191"/>
                <a:gd name="connsiteY205" fmla="*/ 49553 h 295850"/>
                <a:gd name="connsiteX206" fmla="*/ 2008454 w 2915191"/>
                <a:gd name="connsiteY206" fmla="*/ 49326 h 295850"/>
                <a:gd name="connsiteX207" fmla="*/ 2018213 w 2915191"/>
                <a:gd name="connsiteY207" fmla="*/ 40560 h 295850"/>
                <a:gd name="connsiteX208" fmla="*/ 2027957 w 2915191"/>
                <a:gd name="connsiteY208" fmla="*/ 66828 h 295850"/>
                <a:gd name="connsiteX209" fmla="*/ 2037701 w 2915191"/>
                <a:gd name="connsiteY209" fmla="*/ 55412 h 295850"/>
                <a:gd name="connsiteX210" fmla="*/ 2047460 w 2915191"/>
                <a:gd name="connsiteY210" fmla="*/ 44615 h 295850"/>
                <a:gd name="connsiteX211" fmla="*/ 2057204 w 2915191"/>
                <a:gd name="connsiteY211" fmla="*/ 48681 h 295850"/>
                <a:gd name="connsiteX212" fmla="*/ 2066963 w 2915191"/>
                <a:gd name="connsiteY212" fmla="*/ 45752 h 295850"/>
                <a:gd name="connsiteX213" fmla="*/ 2076707 w 2915191"/>
                <a:gd name="connsiteY213" fmla="*/ 23545 h 295850"/>
                <a:gd name="connsiteX214" fmla="*/ 2086451 w 2915191"/>
                <a:gd name="connsiteY214" fmla="*/ 19683 h 295850"/>
                <a:gd name="connsiteX215" fmla="*/ 2096210 w 2915191"/>
                <a:gd name="connsiteY215" fmla="*/ 28970 h 295850"/>
                <a:gd name="connsiteX216" fmla="*/ 2105954 w 2915191"/>
                <a:gd name="connsiteY216" fmla="*/ 37152 h 295850"/>
                <a:gd name="connsiteX217" fmla="*/ 2115697 w 2915191"/>
                <a:gd name="connsiteY217" fmla="*/ 41217 h 295850"/>
                <a:gd name="connsiteX218" fmla="*/ 2125456 w 2915191"/>
                <a:gd name="connsiteY218" fmla="*/ 71831 h 295850"/>
                <a:gd name="connsiteX219" fmla="*/ 2135200 w 2915191"/>
                <a:gd name="connsiteY219" fmla="*/ 91659 h 295850"/>
                <a:gd name="connsiteX220" fmla="*/ 2144959 w 2915191"/>
                <a:gd name="connsiteY220" fmla="*/ 52096 h 295850"/>
                <a:gd name="connsiteX221" fmla="*/ 2154703 w 2915191"/>
                <a:gd name="connsiteY221" fmla="*/ 14571 h 295850"/>
                <a:gd name="connsiteX222" fmla="*/ 2164447 w 2915191"/>
                <a:gd name="connsiteY222" fmla="*/ 662 h 295850"/>
                <a:gd name="connsiteX223" fmla="*/ 2174206 w 2915191"/>
                <a:gd name="connsiteY223" fmla="*/ 18061 h 295850"/>
                <a:gd name="connsiteX224" fmla="*/ 2183950 w 2915191"/>
                <a:gd name="connsiteY224" fmla="*/ 42215 h 295850"/>
                <a:gd name="connsiteX225" fmla="*/ 2193709 w 2915191"/>
                <a:gd name="connsiteY225" fmla="*/ 62726 h 295850"/>
                <a:gd name="connsiteX226" fmla="*/ 2203452 w 2915191"/>
                <a:gd name="connsiteY226" fmla="*/ 57631 h 295850"/>
                <a:gd name="connsiteX227" fmla="*/ 2213196 w 2915191"/>
                <a:gd name="connsiteY227" fmla="*/ 75471 h 295850"/>
                <a:gd name="connsiteX228" fmla="*/ 2222955 w 2915191"/>
                <a:gd name="connsiteY228" fmla="*/ 81913 h 295850"/>
                <a:gd name="connsiteX229" fmla="*/ 2232699 w 2915191"/>
                <a:gd name="connsiteY229" fmla="*/ 130743 h 295850"/>
                <a:gd name="connsiteX230" fmla="*/ 2242458 w 2915191"/>
                <a:gd name="connsiteY230" fmla="*/ 110717 h 295850"/>
                <a:gd name="connsiteX231" fmla="*/ 2252202 w 2915191"/>
                <a:gd name="connsiteY231" fmla="*/ 147683 h 295850"/>
                <a:gd name="connsiteX232" fmla="*/ 2261946 w 2915191"/>
                <a:gd name="connsiteY232" fmla="*/ 132740 h 295850"/>
                <a:gd name="connsiteX233" fmla="*/ 2271705 w 2915191"/>
                <a:gd name="connsiteY233" fmla="*/ 131607 h 295850"/>
                <a:gd name="connsiteX234" fmla="*/ 2281449 w 2915191"/>
                <a:gd name="connsiteY234" fmla="*/ 139873 h 295850"/>
                <a:gd name="connsiteX235" fmla="*/ 2291208 w 2915191"/>
                <a:gd name="connsiteY235" fmla="*/ 137623 h 295850"/>
                <a:gd name="connsiteX236" fmla="*/ 2300951 w 2915191"/>
                <a:gd name="connsiteY236" fmla="*/ 138727 h 295850"/>
                <a:gd name="connsiteX237" fmla="*/ 2310695 w 2915191"/>
                <a:gd name="connsiteY237" fmla="*/ 169708 h 295850"/>
                <a:gd name="connsiteX238" fmla="*/ 2320454 w 2915191"/>
                <a:gd name="connsiteY238" fmla="*/ 198183 h 295850"/>
                <a:gd name="connsiteX239" fmla="*/ 2330198 w 2915191"/>
                <a:gd name="connsiteY239" fmla="*/ 201738 h 295850"/>
                <a:gd name="connsiteX240" fmla="*/ 2339957 w 2915191"/>
                <a:gd name="connsiteY240" fmla="*/ 204958 h 295850"/>
                <a:gd name="connsiteX241" fmla="*/ 2349701 w 2915191"/>
                <a:gd name="connsiteY241" fmla="*/ 187173 h 295850"/>
                <a:gd name="connsiteX242" fmla="*/ 2359445 w 2915191"/>
                <a:gd name="connsiteY242" fmla="*/ 175716 h 295850"/>
                <a:gd name="connsiteX243" fmla="*/ 2369204 w 2915191"/>
                <a:gd name="connsiteY243" fmla="*/ 173296 h 295850"/>
                <a:gd name="connsiteX244" fmla="*/ 2378948 w 2915191"/>
                <a:gd name="connsiteY244" fmla="*/ 202400 h 295850"/>
                <a:gd name="connsiteX245" fmla="*/ 2388692 w 2915191"/>
                <a:gd name="connsiteY245" fmla="*/ 199414 h 295850"/>
                <a:gd name="connsiteX246" fmla="*/ 2398450 w 2915191"/>
                <a:gd name="connsiteY246" fmla="*/ 185461 h 295850"/>
                <a:gd name="connsiteX247" fmla="*/ 2408194 w 2915191"/>
                <a:gd name="connsiteY247" fmla="*/ 194412 h 295850"/>
                <a:gd name="connsiteX248" fmla="*/ 2417953 w 2915191"/>
                <a:gd name="connsiteY248" fmla="*/ 202985 h 295850"/>
                <a:gd name="connsiteX249" fmla="*/ 2427697 w 2915191"/>
                <a:gd name="connsiteY249" fmla="*/ 184087 h 295850"/>
                <a:gd name="connsiteX250" fmla="*/ 2437441 w 2915191"/>
                <a:gd name="connsiteY250" fmla="*/ 173756 h 295850"/>
                <a:gd name="connsiteX251" fmla="*/ 2447200 w 2915191"/>
                <a:gd name="connsiteY251" fmla="*/ 163571 h 295850"/>
                <a:gd name="connsiteX252" fmla="*/ 2456944 w 2915191"/>
                <a:gd name="connsiteY252" fmla="*/ 185214 h 295850"/>
                <a:gd name="connsiteX253" fmla="*/ 2466703 w 2915191"/>
                <a:gd name="connsiteY253" fmla="*/ 225344 h 295850"/>
                <a:gd name="connsiteX254" fmla="*/ 2476446 w 2915191"/>
                <a:gd name="connsiteY254" fmla="*/ 210508 h 295850"/>
                <a:gd name="connsiteX255" fmla="*/ 2486190 w 2915191"/>
                <a:gd name="connsiteY255" fmla="*/ 236858 h 295850"/>
                <a:gd name="connsiteX256" fmla="*/ 2495949 w 2915191"/>
                <a:gd name="connsiteY256" fmla="*/ 239586 h 295850"/>
                <a:gd name="connsiteX257" fmla="*/ 2505693 w 2915191"/>
                <a:gd name="connsiteY257" fmla="*/ 213717 h 295850"/>
                <a:gd name="connsiteX258" fmla="*/ 2515452 w 2915191"/>
                <a:gd name="connsiteY258" fmla="*/ 256784 h 295850"/>
                <a:gd name="connsiteX259" fmla="*/ 2525196 w 2915191"/>
                <a:gd name="connsiteY259" fmla="*/ 220864 h 295850"/>
                <a:gd name="connsiteX260" fmla="*/ 2534940 w 2915191"/>
                <a:gd name="connsiteY260" fmla="*/ 227794 h 295850"/>
                <a:gd name="connsiteX261" fmla="*/ 2544699 w 2915191"/>
                <a:gd name="connsiteY261" fmla="*/ 223589 h 295850"/>
                <a:gd name="connsiteX262" fmla="*/ 2554443 w 2915191"/>
                <a:gd name="connsiteY262" fmla="*/ 225036 h 295850"/>
                <a:gd name="connsiteX263" fmla="*/ 2564202 w 2915191"/>
                <a:gd name="connsiteY263" fmla="*/ 177553 h 295850"/>
                <a:gd name="connsiteX264" fmla="*/ 2573946 w 2915191"/>
                <a:gd name="connsiteY264" fmla="*/ 168195 h 295850"/>
                <a:gd name="connsiteX265" fmla="*/ 2583690 w 2915191"/>
                <a:gd name="connsiteY265" fmla="*/ 158531 h 295850"/>
                <a:gd name="connsiteX266" fmla="*/ 2593448 w 2915191"/>
                <a:gd name="connsiteY266" fmla="*/ 153868 h 295850"/>
                <a:gd name="connsiteX267" fmla="*/ 2603192 w 2915191"/>
                <a:gd name="connsiteY267" fmla="*/ 168046 h 295850"/>
                <a:gd name="connsiteX268" fmla="*/ 2612951 w 2915191"/>
                <a:gd name="connsiteY268" fmla="*/ 175866 h 295850"/>
                <a:gd name="connsiteX269" fmla="*/ 2622695 w 2915191"/>
                <a:gd name="connsiteY269" fmla="*/ 179284 h 295850"/>
                <a:gd name="connsiteX270" fmla="*/ 2632439 w 2915191"/>
                <a:gd name="connsiteY270" fmla="*/ 207178 h 295850"/>
                <a:gd name="connsiteX271" fmla="*/ 2642198 w 2915191"/>
                <a:gd name="connsiteY271" fmla="*/ 186139 h 295850"/>
                <a:gd name="connsiteX272" fmla="*/ 2651942 w 2915191"/>
                <a:gd name="connsiteY272" fmla="*/ 190145 h 295850"/>
                <a:gd name="connsiteX273" fmla="*/ 2661685 w 2915191"/>
                <a:gd name="connsiteY273" fmla="*/ 171836 h 295850"/>
                <a:gd name="connsiteX274" fmla="*/ 2671444 w 2915191"/>
                <a:gd name="connsiteY274" fmla="*/ 161751 h 295850"/>
                <a:gd name="connsiteX275" fmla="*/ 2681188 w 2915191"/>
                <a:gd name="connsiteY275" fmla="*/ 183657 h 295850"/>
                <a:gd name="connsiteX276" fmla="*/ 2690947 w 2915191"/>
                <a:gd name="connsiteY276" fmla="*/ 202047 h 295850"/>
                <a:gd name="connsiteX277" fmla="*/ 2700691 w 2915191"/>
                <a:gd name="connsiteY277" fmla="*/ 196541 h 295850"/>
                <a:gd name="connsiteX278" fmla="*/ 2710435 w 2915191"/>
                <a:gd name="connsiteY278" fmla="*/ 211802 h 295850"/>
                <a:gd name="connsiteX279" fmla="*/ 2720194 w 2915191"/>
                <a:gd name="connsiteY279" fmla="*/ 209350 h 295850"/>
                <a:gd name="connsiteX280" fmla="*/ 2729938 w 2915191"/>
                <a:gd name="connsiteY280" fmla="*/ 201774 h 295850"/>
                <a:gd name="connsiteX281" fmla="*/ 2739697 w 2915191"/>
                <a:gd name="connsiteY281" fmla="*/ 203179 h 295850"/>
                <a:gd name="connsiteX282" fmla="*/ 2749441 w 2915191"/>
                <a:gd name="connsiteY282" fmla="*/ 205454 h 295850"/>
                <a:gd name="connsiteX283" fmla="*/ 2759185 w 2915191"/>
                <a:gd name="connsiteY283" fmla="*/ 219994 h 295850"/>
                <a:gd name="connsiteX284" fmla="*/ 2768943 w 2915191"/>
                <a:gd name="connsiteY284" fmla="*/ 246089 h 295850"/>
                <a:gd name="connsiteX285" fmla="*/ 2778687 w 2915191"/>
                <a:gd name="connsiteY285" fmla="*/ 216822 h 295850"/>
                <a:gd name="connsiteX286" fmla="*/ 2788446 w 2915191"/>
                <a:gd name="connsiteY286" fmla="*/ 216391 h 295850"/>
                <a:gd name="connsiteX287" fmla="*/ 2798190 w 2915191"/>
                <a:gd name="connsiteY287" fmla="*/ 224738 h 295850"/>
                <a:gd name="connsiteX288" fmla="*/ 2807934 w 2915191"/>
                <a:gd name="connsiteY288" fmla="*/ 236182 h 295850"/>
                <a:gd name="connsiteX289" fmla="*/ 2817693 w 2915191"/>
                <a:gd name="connsiteY289" fmla="*/ 222168 h 295850"/>
                <a:gd name="connsiteX290" fmla="*/ 2827437 w 2915191"/>
                <a:gd name="connsiteY290" fmla="*/ 175321 h 295850"/>
                <a:gd name="connsiteX291" fmla="*/ 2837196 w 2915191"/>
                <a:gd name="connsiteY291" fmla="*/ 177098 h 295850"/>
                <a:gd name="connsiteX292" fmla="*/ 2846940 w 2915191"/>
                <a:gd name="connsiteY292" fmla="*/ 151152 h 295850"/>
                <a:gd name="connsiteX293" fmla="*/ 2856684 w 2915191"/>
                <a:gd name="connsiteY293" fmla="*/ 158323 h 295850"/>
                <a:gd name="connsiteX294" fmla="*/ 2866442 w 2915191"/>
                <a:gd name="connsiteY294" fmla="*/ 154415 h 295850"/>
                <a:gd name="connsiteX295" fmla="*/ 2876186 w 2915191"/>
                <a:gd name="connsiteY295" fmla="*/ 150083 h 295850"/>
                <a:gd name="connsiteX296" fmla="*/ 2885945 w 2915191"/>
                <a:gd name="connsiteY296" fmla="*/ 141880 h 295850"/>
                <a:gd name="connsiteX297" fmla="*/ 2895689 w 2915191"/>
                <a:gd name="connsiteY297" fmla="*/ 183934 h 295850"/>
                <a:gd name="connsiteX298" fmla="*/ 2905433 w 2915191"/>
                <a:gd name="connsiteY298" fmla="*/ 190981 h 295850"/>
                <a:gd name="connsiteX299" fmla="*/ 2915192 w 2915191"/>
                <a:gd name="connsiteY299" fmla="*/ 196537 h 295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295850">
                  <a:moveTo>
                    <a:pt x="0" y="57491"/>
                  </a:moveTo>
                  <a:lnTo>
                    <a:pt x="9750" y="141792"/>
                  </a:lnTo>
                  <a:lnTo>
                    <a:pt x="19500" y="127798"/>
                  </a:lnTo>
                  <a:lnTo>
                    <a:pt x="29250" y="138721"/>
                  </a:lnTo>
                  <a:lnTo>
                    <a:pt x="39000" y="132369"/>
                  </a:lnTo>
                  <a:lnTo>
                    <a:pt x="48749" y="135862"/>
                  </a:lnTo>
                  <a:lnTo>
                    <a:pt x="58499" y="117380"/>
                  </a:lnTo>
                  <a:lnTo>
                    <a:pt x="68249" y="109549"/>
                  </a:lnTo>
                  <a:lnTo>
                    <a:pt x="77998" y="121679"/>
                  </a:lnTo>
                  <a:lnTo>
                    <a:pt x="87748" y="140818"/>
                  </a:lnTo>
                  <a:lnTo>
                    <a:pt x="97497" y="89552"/>
                  </a:lnTo>
                  <a:lnTo>
                    <a:pt x="107247" y="81703"/>
                  </a:lnTo>
                  <a:lnTo>
                    <a:pt x="116997" y="59846"/>
                  </a:lnTo>
                  <a:lnTo>
                    <a:pt x="126747" y="48085"/>
                  </a:lnTo>
                  <a:lnTo>
                    <a:pt x="136497" y="46795"/>
                  </a:lnTo>
                  <a:lnTo>
                    <a:pt x="146247" y="59635"/>
                  </a:lnTo>
                  <a:lnTo>
                    <a:pt x="155997" y="77253"/>
                  </a:lnTo>
                  <a:lnTo>
                    <a:pt x="165747" y="63243"/>
                  </a:lnTo>
                  <a:lnTo>
                    <a:pt x="175497" y="57325"/>
                  </a:lnTo>
                  <a:lnTo>
                    <a:pt x="185247" y="57138"/>
                  </a:lnTo>
                  <a:lnTo>
                    <a:pt x="194996" y="64796"/>
                  </a:lnTo>
                  <a:lnTo>
                    <a:pt x="204746" y="51671"/>
                  </a:lnTo>
                  <a:lnTo>
                    <a:pt x="214495" y="72919"/>
                  </a:lnTo>
                  <a:lnTo>
                    <a:pt x="224245" y="59690"/>
                  </a:lnTo>
                  <a:lnTo>
                    <a:pt x="233995" y="51454"/>
                  </a:lnTo>
                  <a:lnTo>
                    <a:pt x="243744" y="75861"/>
                  </a:lnTo>
                  <a:lnTo>
                    <a:pt x="253494" y="81472"/>
                  </a:lnTo>
                  <a:lnTo>
                    <a:pt x="263244" y="116310"/>
                  </a:lnTo>
                  <a:lnTo>
                    <a:pt x="272994" y="149735"/>
                  </a:lnTo>
                  <a:lnTo>
                    <a:pt x="282744" y="195265"/>
                  </a:lnTo>
                  <a:lnTo>
                    <a:pt x="292494" y="224151"/>
                  </a:lnTo>
                  <a:lnTo>
                    <a:pt x="302244" y="238682"/>
                  </a:lnTo>
                  <a:lnTo>
                    <a:pt x="311994" y="277555"/>
                  </a:lnTo>
                  <a:lnTo>
                    <a:pt x="321744" y="289776"/>
                  </a:lnTo>
                  <a:lnTo>
                    <a:pt x="331493" y="295851"/>
                  </a:lnTo>
                  <a:lnTo>
                    <a:pt x="341243" y="290354"/>
                  </a:lnTo>
                  <a:lnTo>
                    <a:pt x="350993" y="274813"/>
                  </a:lnTo>
                  <a:lnTo>
                    <a:pt x="360742" y="267256"/>
                  </a:lnTo>
                  <a:lnTo>
                    <a:pt x="370492" y="253807"/>
                  </a:lnTo>
                  <a:lnTo>
                    <a:pt x="380241" y="263420"/>
                  </a:lnTo>
                  <a:lnTo>
                    <a:pt x="389991" y="260057"/>
                  </a:lnTo>
                  <a:lnTo>
                    <a:pt x="399741" y="246601"/>
                  </a:lnTo>
                  <a:lnTo>
                    <a:pt x="409491" y="262556"/>
                  </a:lnTo>
                  <a:lnTo>
                    <a:pt x="419241" y="239363"/>
                  </a:lnTo>
                  <a:lnTo>
                    <a:pt x="428991" y="273218"/>
                  </a:lnTo>
                  <a:lnTo>
                    <a:pt x="438741" y="252407"/>
                  </a:lnTo>
                  <a:lnTo>
                    <a:pt x="448491" y="260583"/>
                  </a:lnTo>
                  <a:lnTo>
                    <a:pt x="458241" y="262720"/>
                  </a:lnTo>
                  <a:lnTo>
                    <a:pt x="467991" y="237088"/>
                  </a:lnTo>
                  <a:lnTo>
                    <a:pt x="477740" y="253868"/>
                  </a:lnTo>
                  <a:lnTo>
                    <a:pt x="487490" y="243585"/>
                  </a:lnTo>
                  <a:lnTo>
                    <a:pt x="497239" y="216555"/>
                  </a:lnTo>
                  <a:lnTo>
                    <a:pt x="506989" y="232180"/>
                  </a:lnTo>
                  <a:lnTo>
                    <a:pt x="516738" y="211811"/>
                  </a:lnTo>
                  <a:lnTo>
                    <a:pt x="526488" y="200229"/>
                  </a:lnTo>
                  <a:lnTo>
                    <a:pt x="536238" y="151247"/>
                  </a:lnTo>
                  <a:lnTo>
                    <a:pt x="545988" y="160329"/>
                  </a:lnTo>
                  <a:lnTo>
                    <a:pt x="555738" y="196914"/>
                  </a:lnTo>
                  <a:lnTo>
                    <a:pt x="565488" y="191736"/>
                  </a:lnTo>
                  <a:lnTo>
                    <a:pt x="575238" y="219376"/>
                  </a:lnTo>
                  <a:lnTo>
                    <a:pt x="584988" y="215107"/>
                  </a:lnTo>
                  <a:lnTo>
                    <a:pt x="594738" y="210204"/>
                  </a:lnTo>
                  <a:lnTo>
                    <a:pt x="604488" y="194086"/>
                  </a:lnTo>
                  <a:lnTo>
                    <a:pt x="614237" y="197763"/>
                  </a:lnTo>
                  <a:lnTo>
                    <a:pt x="623987" y="243157"/>
                  </a:lnTo>
                  <a:lnTo>
                    <a:pt x="633736" y="224593"/>
                  </a:lnTo>
                  <a:lnTo>
                    <a:pt x="643486" y="230227"/>
                  </a:lnTo>
                  <a:lnTo>
                    <a:pt x="653236" y="202593"/>
                  </a:lnTo>
                  <a:lnTo>
                    <a:pt x="662985" y="154569"/>
                  </a:lnTo>
                  <a:lnTo>
                    <a:pt x="672735" y="157341"/>
                  </a:lnTo>
                  <a:lnTo>
                    <a:pt x="682485" y="142968"/>
                  </a:lnTo>
                  <a:lnTo>
                    <a:pt x="692235" y="127544"/>
                  </a:lnTo>
                  <a:lnTo>
                    <a:pt x="701985" y="135174"/>
                  </a:lnTo>
                  <a:lnTo>
                    <a:pt x="711735" y="100859"/>
                  </a:lnTo>
                  <a:lnTo>
                    <a:pt x="721485" y="89139"/>
                  </a:lnTo>
                  <a:lnTo>
                    <a:pt x="731235" y="117785"/>
                  </a:lnTo>
                  <a:lnTo>
                    <a:pt x="740985" y="157780"/>
                  </a:lnTo>
                  <a:lnTo>
                    <a:pt x="750734" y="155511"/>
                  </a:lnTo>
                  <a:lnTo>
                    <a:pt x="760484" y="159921"/>
                  </a:lnTo>
                  <a:lnTo>
                    <a:pt x="770233" y="161499"/>
                  </a:lnTo>
                  <a:lnTo>
                    <a:pt x="779983" y="140593"/>
                  </a:lnTo>
                  <a:lnTo>
                    <a:pt x="789733" y="145334"/>
                  </a:lnTo>
                  <a:lnTo>
                    <a:pt x="799482" y="158497"/>
                  </a:lnTo>
                  <a:lnTo>
                    <a:pt x="809232" y="168531"/>
                  </a:lnTo>
                  <a:lnTo>
                    <a:pt x="818982" y="177676"/>
                  </a:lnTo>
                  <a:lnTo>
                    <a:pt x="828732" y="158500"/>
                  </a:lnTo>
                  <a:lnTo>
                    <a:pt x="838482" y="130272"/>
                  </a:lnTo>
                  <a:lnTo>
                    <a:pt x="848232" y="144274"/>
                  </a:lnTo>
                  <a:lnTo>
                    <a:pt x="857982" y="175765"/>
                  </a:lnTo>
                  <a:lnTo>
                    <a:pt x="867732" y="192195"/>
                  </a:lnTo>
                  <a:lnTo>
                    <a:pt x="877482" y="189622"/>
                  </a:lnTo>
                  <a:lnTo>
                    <a:pt x="887231" y="172240"/>
                  </a:lnTo>
                  <a:lnTo>
                    <a:pt x="896981" y="174419"/>
                  </a:lnTo>
                  <a:lnTo>
                    <a:pt x="906730" y="145231"/>
                  </a:lnTo>
                  <a:lnTo>
                    <a:pt x="916480" y="143748"/>
                  </a:lnTo>
                  <a:lnTo>
                    <a:pt x="926230" y="137683"/>
                  </a:lnTo>
                  <a:lnTo>
                    <a:pt x="935979" y="126480"/>
                  </a:lnTo>
                  <a:lnTo>
                    <a:pt x="945729" y="154714"/>
                  </a:lnTo>
                  <a:lnTo>
                    <a:pt x="955479" y="142679"/>
                  </a:lnTo>
                  <a:lnTo>
                    <a:pt x="965229" y="143392"/>
                  </a:lnTo>
                  <a:lnTo>
                    <a:pt x="974979" y="161959"/>
                  </a:lnTo>
                  <a:lnTo>
                    <a:pt x="984729" y="190619"/>
                  </a:lnTo>
                  <a:lnTo>
                    <a:pt x="994474" y="186592"/>
                  </a:lnTo>
                  <a:lnTo>
                    <a:pt x="1004233" y="180838"/>
                  </a:lnTo>
                  <a:lnTo>
                    <a:pt x="1013977" y="208599"/>
                  </a:lnTo>
                  <a:lnTo>
                    <a:pt x="1023721" y="169597"/>
                  </a:lnTo>
                  <a:lnTo>
                    <a:pt x="1033480" y="153911"/>
                  </a:lnTo>
                  <a:lnTo>
                    <a:pt x="1043224" y="153340"/>
                  </a:lnTo>
                  <a:lnTo>
                    <a:pt x="1052983" y="184333"/>
                  </a:lnTo>
                  <a:lnTo>
                    <a:pt x="1062727" y="152902"/>
                  </a:lnTo>
                  <a:lnTo>
                    <a:pt x="1072471" y="149264"/>
                  </a:lnTo>
                  <a:lnTo>
                    <a:pt x="1082230" y="177338"/>
                  </a:lnTo>
                  <a:lnTo>
                    <a:pt x="1091973" y="159941"/>
                  </a:lnTo>
                  <a:lnTo>
                    <a:pt x="1101732" y="173420"/>
                  </a:lnTo>
                  <a:lnTo>
                    <a:pt x="1111476" y="202082"/>
                  </a:lnTo>
                  <a:lnTo>
                    <a:pt x="1121220" y="171960"/>
                  </a:lnTo>
                  <a:lnTo>
                    <a:pt x="1130979" y="127190"/>
                  </a:lnTo>
                  <a:lnTo>
                    <a:pt x="1140723" y="94802"/>
                  </a:lnTo>
                  <a:lnTo>
                    <a:pt x="1150482" y="92657"/>
                  </a:lnTo>
                  <a:lnTo>
                    <a:pt x="1160226" y="105796"/>
                  </a:lnTo>
                  <a:lnTo>
                    <a:pt x="1169969" y="137120"/>
                  </a:lnTo>
                  <a:lnTo>
                    <a:pt x="1179728" y="142235"/>
                  </a:lnTo>
                  <a:lnTo>
                    <a:pt x="1189472" y="171729"/>
                  </a:lnTo>
                  <a:lnTo>
                    <a:pt x="1199231" y="132057"/>
                  </a:lnTo>
                  <a:lnTo>
                    <a:pt x="1208975" y="137276"/>
                  </a:lnTo>
                  <a:lnTo>
                    <a:pt x="1218719" y="130231"/>
                  </a:lnTo>
                  <a:lnTo>
                    <a:pt x="1228478" y="143480"/>
                  </a:lnTo>
                  <a:lnTo>
                    <a:pt x="1238222" y="156576"/>
                  </a:lnTo>
                  <a:lnTo>
                    <a:pt x="1247966" y="111021"/>
                  </a:lnTo>
                  <a:lnTo>
                    <a:pt x="1257725" y="75749"/>
                  </a:lnTo>
                  <a:lnTo>
                    <a:pt x="1267469" y="38858"/>
                  </a:lnTo>
                  <a:lnTo>
                    <a:pt x="1277227" y="59781"/>
                  </a:lnTo>
                  <a:lnTo>
                    <a:pt x="1286971" y="63079"/>
                  </a:lnTo>
                  <a:lnTo>
                    <a:pt x="1296715" y="90680"/>
                  </a:lnTo>
                  <a:lnTo>
                    <a:pt x="1306474" y="90929"/>
                  </a:lnTo>
                  <a:lnTo>
                    <a:pt x="1316218" y="54222"/>
                  </a:lnTo>
                  <a:lnTo>
                    <a:pt x="1325977" y="31301"/>
                  </a:lnTo>
                  <a:lnTo>
                    <a:pt x="1335721" y="88533"/>
                  </a:lnTo>
                  <a:lnTo>
                    <a:pt x="1345465" y="54664"/>
                  </a:lnTo>
                  <a:lnTo>
                    <a:pt x="1355224" y="49481"/>
                  </a:lnTo>
                  <a:lnTo>
                    <a:pt x="1364967" y="68796"/>
                  </a:lnTo>
                  <a:lnTo>
                    <a:pt x="1374726" y="69821"/>
                  </a:lnTo>
                  <a:lnTo>
                    <a:pt x="1384470" y="32407"/>
                  </a:lnTo>
                  <a:lnTo>
                    <a:pt x="1394214" y="26011"/>
                  </a:lnTo>
                  <a:lnTo>
                    <a:pt x="1403973" y="29352"/>
                  </a:lnTo>
                  <a:lnTo>
                    <a:pt x="1413717" y="27447"/>
                  </a:lnTo>
                  <a:lnTo>
                    <a:pt x="1423476" y="48061"/>
                  </a:lnTo>
                  <a:lnTo>
                    <a:pt x="1433220" y="62376"/>
                  </a:lnTo>
                  <a:lnTo>
                    <a:pt x="1442964" y="63155"/>
                  </a:lnTo>
                  <a:lnTo>
                    <a:pt x="1452722" y="58224"/>
                  </a:lnTo>
                  <a:lnTo>
                    <a:pt x="1462466" y="60247"/>
                  </a:lnTo>
                  <a:lnTo>
                    <a:pt x="1472225" y="83360"/>
                  </a:lnTo>
                  <a:lnTo>
                    <a:pt x="1481969" y="136512"/>
                  </a:lnTo>
                  <a:lnTo>
                    <a:pt x="1491713" y="138166"/>
                  </a:lnTo>
                  <a:lnTo>
                    <a:pt x="1501472" y="124226"/>
                  </a:lnTo>
                  <a:lnTo>
                    <a:pt x="1511216" y="106577"/>
                  </a:lnTo>
                  <a:lnTo>
                    <a:pt x="1520960" y="77549"/>
                  </a:lnTo>
                  <a:lnTo>
                    <a:pt x="1530719" y="46370"/>
                  </a:lnTo>
                  <a:lnTo>
                    <a:pt x="1540463" y="47639"/>
                  </a:lnTo>
                  <a:lnTo>
                    <a:pt x="1550221" y="10416"/>
                  </a:lnTo>
                  <a:lnTo>
                    <a:pt x="1559965" y="1988"/>
                  </a:lnTo>
                  <a:lnTo>
                    <a:pt x="1569709" y="31011"/>
                  </a:lnTo>
                  <a:lnTo>
                    <a:pt x="1579468" y="47067"/>
                  </a:lnTo>
                  <a:lnTo>
                    <a:pt x="1589212" y="36599"/>
                  </a:lnTo>
                  <a:lnTo>
                    <a:pt x="1598971" y="16922"/>
                  </a:lnTo>
                  <a:lnTo>
                    <a:pt x="1608715" y="10633"/>
                  </a:lnTo>
                  <a:lnTo>
                    <a:pt x="1618459" y="0"/>
                  </a:lnTo>
                  <a:lnTo>
                    <a:pt x="1628218" y="27292"/>
                  </a:lnTo>
                  <a:lnTo>
                    <a:pt x="1637962" y="45934"/>
                  </a:lnTo>
                  <a:lnTo>
                    <a:pt x="1647720" y="74884"/>
                  </a:lnTo>
                  <a:lnTo>
                    <a:pt x="1657464" y="61196"/>
                  </a:lnTo>
                  <a:lnTo>
                    <a:pt x="1667208" y="95082"/>
                  </a:lnTo>
                  <a:lnTo>
                    <a:pt x="1676967" y="122170"/>
                  </a:lnTo>
                  <a:lnTo>
                    <a:pt x="1686711" y="121889"/>
                  </a:lnTo>
                  <a:lnTo>
                    <a:pt x="1696470" y="122973"/>
                  </a:lnTo>
                  <a:lnTo>
                    <a:pt x="1706214" y="97815"/>
                  </a:lnTo>
                  <a:lnTo>
                    <a:pt x="1715958" y="71233"/>
                  </a:lnTo>
                  <a:lnTo>
                    <a:pt x="1725716" y="64614"/>
                  </a:lnTo>
                  <a:lnTo>
                    <a:pt x="1735460" y="67570"/>
                  </a:lnTo>
                  <a:lnTo>
                    <a:pt x="1745219" y="59615"/>
                  </a:lnTo>
                  <a:lnTo>
                    <a:pt x="1754963" y="29189"/>
                  </a:lnTo>
                  <a:lnTo>
                    <a:pt x="1764707" y="46947"/>
                  </a:lnTo>
                  <a:lnTo>
                    <a:pt x="1774466" y="70863"/>
                  </a:lnTo>
                  <a:lnTo>
                    <a:pt x="1784210" y="97198"/>
                  </a:lnTo>
                  <a:lnTo>
                    <a:pt x="1793969" y="90689"/>
                  </a:lnTo>
                  <a:lnTo>
                    <a:pt x="1803713" y="96128"/>
                  </a:lnTo>
                  <a:lnTo>
                    <a:pt x="1813457" y="107943"/>
                  </a:lnTo>
                  <a:lnTo>
                    <a:pt x="1823215" y="90934"/>
                  </a:lnTo>
                  <a:lnTo>
                    <a:pt x="1832959" y="93412"/>
                  </a:lnTo>
                  <a:lnTo>
                    <a:pt x="1842703" y="99805"/>
                  </a:lnTo>
                  <a:lnTo>
                    <a:pt x="1852462" y="116053"/>
                  </a:lnTo>
                  <a:lnTo>
                    <a:pt x="1862206" y="95841"/>
                  </a:lnTo>
                  <a:lnTo>
                    <a:pt x="1871965" y="120345"/>
                  </a:lnTo>
                  <a:lnTo>
                    <a:pt x="1881709" y="127513"/>
                  </a:lnTo>
                  <a:lnTo>
                    <a:pt x="1891453" y="98911"/>
                  </a:lnTo>
                  <a:lnTo>
                    <a:pt x="1901212" y="77101"/>
                  </a:lnTo>
                  <a:lnTo>
                    <a:pt x="1910956" y="69356"/>
                  </a:lnTo>
                  <a:lnTo>
                    <a:pt x="1920714" y="51743"/>
                  </a:lnTo>
                  <a:lnTo>
                    <a:pt x="1930458" y="34852"/>
                  </a:lnTo>
                  <a:lnTo>
                    <a:pt x="1940202" y="24373"/>
                  </a:lnTo>
                  <a:lnTo>
                    <a:pt x="1949961" y="37377"/>
                  </a:lnTo>
                  <a:lnTo>
                    <a:pt x="1959705" y="32279"/>
                  </a:lnTo>
                  <a:lnTo>
                    <a:pt x="1969464" y="13948"/>
                  </a:lnTo>
                  <a:lnTo>
                    <a:pt x="1979208" y="38420"/>
                  </a:lnTo>
                  <a:lnTo>
                    <a:pt x="1988952" y="36221"/>
                  </a:lnTo>
                  <a:lnTo>
                    <a:pt x="1998711" y="49553"/>
                  </a:lnTo>
                  <a:lnTo>
                    <a:pt x="2008454" y="49326"/>
                  </a:lnTo>
                  <a:lnTo>
                    <a:pt x="2018213" y="40560"/>
                  </a:lnTo>
                  <a:lnTo>
                    <a:pt x="2027957" y="66828"/>
                  </a:lnTo>
                  <a:lnTo>
                    <a:pt x="2037701" y="55412"/>
                  </a:lnTo>
                  <a:lnTo>
                    <a:pt x="2047460" y="44615"/>
                  </a:lnTo>
                  <a:lnTo>
                    <a:pt x="2057204" y="48681"/>
                  </a:lnTo>
                  <a:lnTo>
                    <a:pt x="2066963" y="45752"/>
                  </a:lnTo>
                  <a:lnTo>
                    <a:pt x="2076707" y="23545"/>
                  </a:lnTo>
                  <a:lnTo>
                    <a:pt x="2086451" y="19683"/>
                  </a:lnTo>
                  <a:lnTo>
                    <a:pt x="2096210" y="28970"/>
                  </a:lnTo>
                  <a:lnTo>
                    <a:pt x="2105954" y="37152"/>
                  </a:lnTo>
                  <a:lnTo>
                    <a:pt x="2115697" y="41217"/>
                  </a:lnTo>
                  <a:lnTo>
                    <a:pt x="2125456" y="71831"/>
                  </a:lnTo>
                  <a:lnTo>
                    <a:pt x="2135200" y="91659"/>
                  </a:lnTo>
                  <a:lnTo>
                    <a:pt x="2144959" y="52096"/>
                  </a:lnTo>
                  <a:lnTo>
                    <a:pt x="2154703" y="14571"/>
                  </a:lnTo>
                  <a:lnTo>
                    <a:pt x="2164447" y="662"/>
                  </a:lnTo>
                  <a:lnTo>
                    <a:pt x="2174206" y="18061"/>
                  </a:lnTo>
                  <a:lnTo>
                    <a:pt x="2183950" y="42215"/>
                  </a:lnTo>
                  <a:lnTo>
                    <a:pt x="2193709" y="62726"/>
                  </a:lnTo>
                  <a:lnTo>
                    <a:pt x="2203452" y="57631"/>
                  </a:lnTo>
                  <a:lnTo>
                    <a:pt x="2213196" y="75471"/>
                  </a:lnTo>
                  <a:lnTo>
                    <a:pt x="2222955" y="81913"/>
                  </a:lnTo>
                  <a:lnTo>
                    <a:pt x="2232699" y="130743"/>
                  </a:lnTo>
                  <a:lnTo>
                    <a:pt x="2242458" y="110717"/>
                  </a:lnTo>
                  <a:lnTo>
                    <a:pt x="2252202" y="147683"/>
                  </a:lnTo>
                  <a:lnTo>
                    <a:pt x="2261946" y="132740"/>
                  </a:lnTo>
                  <a:lnTo>
                    <a:pt x="2271705" y="131607"/>
                  </a:lnTo>
                  <a:lnTo>
                    <a:pt x="2281449" y="139873"/>
                  </a:lnTo>
                  <a:lnTo>
                    <a:pt x="2291208" y="137623"/>
                  </a:lnTo>
                  <a:lnTo>
                    <a:pt x="2300951" y="138727"/>
                  </a:lnTo>
                  <a:lnTo>
                    <a:pt x="2310695" y="169708"/>
                  </a:lnTo>
                  <a:lnTo>
                    <a:pt x="2320454" y="198183"/>
                  </a:lnTo>
                  <a:lnTo>
                    <a:pt x="2330198" y="201738"/>
                  </a:lnTo>
                  <a:lnTo>
                    <a:pt x="2339957" y="204958"/>
                  </a:lnTo>
                  <a:lnTo>
                    <a:pt x="2349701" y="187173"/>
                  </a:lnTo>
                  <a:lnTo>
                    <a:pt x="2359445" y="175716"/>
                  </a:lnTo>
                  <a:lnTo>
                    <a:pt x="2369204" y="173296"/>
                  </a:lnTo>
                  <a:lnTo>
                    <a:pt x="2378948" y="202400"/>
                  </a:lnTo>
                  <a:lnTo>
                    <a:pt x="2388692" y="199414"/>
                  </a:lnTo>
                  <a:lnTo>
                    <a:pt x="2398450" y="185461"/>
                  </a:lnTo>
                  <a:lnTo>
                    <a:pt x="2408194" y="194412"/>
                  </a:lnTo>
                  <a:lnTo>
                    <a:pt x="2417953" y="202985"/>
                  </a:lnTo>
                  <a:lnTo>
                    <a:pt x="2427697" y="184087"/>
                  </a:lnTo>
                  <a:lnTo>
                    <a:pt x="2437441" y="173756"/>
                  </a:lnTo>
                  <a:lnTo>
                    <a:pt x="2447200" y="163571"/>
                  </a:lnTo>
                  <a:lnTo>
                    <a:pt x="2456944" y="185214"/>
                  </a:lnTo>
                  <a:lnTo>
                    <a:pt x="2466703" y="225344"/>
                  </a:lnTo>
                  <a:lnTo>
                    <a:pt x="2476446" y="210508"/>
                  </a:lnTo>
                  <a:lnTo>
                    <a:pt x="2486190" y="236858"/>
                  </a:lnTo>
                  <a:lnTo>
                    <a:pt x="2495949" y="239586"/>
                  </a:lnTo>
                  <a:lnTo>
                    <a:pt x="2505693" y="213717"/>
                  </a:lnTo>
                  <a:lnTo>
                    <a:pt x="2515452" y="256784"/>
                  </a:lnTo>
                  <a:lnTo>
                    <a:pt x="2525196" y="220864"/>
                  </a:lnTo>
                  <a:lnTo>
                    <a:pt x="2534940" y="227794"/>
                  </a:lnTo>
                  <a:lnTo>
                    <a:pt x="2544699" y="223589"/>
                  </a:lnTo>
                  <a:lnTo>
                    <a:pt x="2554443" y="225036"/>
                  </a:lnTo>
                  <a:lnTo>
                    <a:pt x="2564202" y="177553"/>
                  </a:lnTo>
                  <a:lnTo>
                    <a:pt x="2573946" y="168195"/>
                  </a:lnTo>
                  <a:lnTo>
                    <a:pt x="2583690" y="158531"/>
                  </a:lnTo>
                  <a:lnTo>
                    <a:pt x="2593448" y="153868"/>
                  </a:lnTo>
                  <a:lnTo>
                    <a:pt x="2603192" y="168046"/>
                  </a:lnTo>
                  <a:lnTo>
                    <a:pt x="2612951" y="175866"/>
                  </a:lnTo>
                  <a:lnTo>
                    <a:pt x="2622695" y="179284"/>
                  </a:lnTo>
                  <a:lnTo>
                    <a:pt x="2632439" y="207178"/>
                  </a:lnTo>
                  <a:lnTo>
                    <a:pt x="2642198" y="186139"/>
                  </a:lnTo>
                  <a:lnTo>
                    <a:pt x="2651942" y="190145"/>
                  </a:lnTo>
                  <a:lnTo>
                    <a:pt x="2661685" y="171836"/>
                  </a:lnTo>
                  <a:lnTo>
                    <a:pt x="2671444" y="161751"/>
                  </a:lnTo>
                  <a:lnTo>
                    <a:pt x="2681188" y="183657"/>
                  </a:lnTo>
                  <a:lnTo>
                    <a:pt x="2690947" y="202047"/>
                  </a:lnTo>
                  <a:lnTo>
                    <a:pt x="2700691" y="196541"/>
                  </a:lnTo>
                  <a:lnTo>
                    <a:pt x="2710435" y="211802"/>
                  </a:lnTo>
                  <a:lnTo>
                    <a:pt x="2720194" y="209350"/>
                  </a:lnTo>
                  <a:lnTo>
                    <a:pt x="2729938" y="201774"/>
                  </a:lnTo>
                  <a:lnTo>
                    <a:pt x="2739697" y="203179"/>
                  </a:lnTo>
                  <a:lnTo>
                    <a:pt x="2749441" y="205454"/>
                  </a:lnTo>
                  <a:lnTo>
                    <a:pt x="2759185" y="219994"/>
                  </a:lnTo>
                  <a:lnTo>
                    <a:pt x="2768943" y="246089"/>
                  </a:lnTo>
                  <a:lnTo>
                    <a:pt x="2778687" y="216822"/>
                  </a:lnTo>
                  <a:lnTo>
                    <a:pt x="2788446" y="216391"/>
                  </a:lnTo>
                  <a:lnTo>
                    <a:pt x="2798190" y="224738"/>
                  </a:lnTo>
                  <a:lnTo>
                    <a:pt x="2807934" y="236182"/>
                  </a:lnTo>
                  <a:lnTo>
                    <a:pt x="2817693" y="222168"/>
                  </a:lnTo>
                  <a:lnTo>
                    <a:pt x="2827437" y="175321"/>
                  </a:lnTo>
                  <a:lnTo>
                    <a:pt x="2837196" y="177098"/>
                  </a:lnTo>
                  <a:lnTo>
                    <a:pt x="2846940" y="151152"/>
                  </a:lnTo>
                  <a:lnTo>
                    <a:pt x="2856684" y="158323"/>
                  </a:lnTo>
                  <a:lnTo>
                    <a:pt x="2866442" y="154415"/>
                  </a:lnTo>
                  <a:lnTo>
                    <a:pt x="2876186" y="150083"/>
                  </a:lnTo>
                  <a:lnTo>
                    <a:pt x="2885945" y="141880"/>
                  </a:lnTo>
                  <a:lnTo>
                    <a:pt x="2895689" y="183934"/>
                  </a:lnTo>
                  <a:lnTo>
                    <a:pt x="2905433" y="190981"/>
                  </a:lnTo>
                  <a:lnTo>
                    <a:pt x="2915192" y="19653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0" name="Freeform 1059">
              <a:extLst>
                <a:ext uri="{FF2B5EF4-FFF2-40B4-BE49-F238E27FC236}">
                  <a16:creationId xmlns:a16="http://schemas.microsoft.com/office/drawing/2014/main" id="{BC0FD602-A80D-DB60-95DC-BA35022C169D}"/>
                </a:ext>
              </a:extLst>
            </p:cNvPr>
            <p:cNvSpPr/>
            <p:nvPr/>
          </p:nvSpPr>
          <p:spPr>
            <a:xfrm>
              <a:off x="4426652" y="3402177"/>
              <a:ext cx="2915191" cy="458264"/>
            </a:xfrm>
            <a:custGeom>
              <a:avLst/>
              <a:gdLst>
                <a:gd name="connsiteX0" fmla="*/ 0 w 2915191"/>
                <a:gd name="connsiteY0" fmla="*/ 388327 h 458264"/>
                <a:gd name="connsiteX1" fmla="*/ 9750 w 2915191"/>
                <a:gd name="connsiteY1" fmla="*/ 418471 h 458264"/>
                <a:gd name="connsiteX2" fmla="*/ 19500 w 2915191"/>
                <a:gd name="connsiteY2" fmla="*/ 390608 h 458264"/>
                <a:gd name="connsiteX3" fmla="*/ 29250 w 2915191"/>
                <a:gd name="connsiteY3" fmla="*/ 430239 h 458264"/>
                <a:gd name="connsiteX4" fmla="*/ 39000 w 2915191"/>
                <a:gd name="connsiteY4" fmla="*/ 458264 h 458264"/>
                <a:gd name="connsiteX5" fmla="*/ 48749 w 2915191"/>
                <a:gd name="connsiteY5" fmla="*/ 451377 h 458264"/>
                <a:gd name="connsiteX6" fmla="*/ 58499 w 2915191"/>
                <a:gd name="connsiteY6" fmla="*/ 441601 h 458264"/>
                <a:gd name="connsiteX7" fmla="*/ 68249 w 2915191"/>
                <a:gd name="connsiteY7" fmla="*/ 399203 h 458264"/>
                <a:gd name="connsiteX8" fmla="*/ 77998 w 2915191"/>
                <a:gd name="connsiteY8" fmla="*/ 392554 h 458264"/>
                <a:gd name="connsiteX9" fmla="*/ 87748 w 2915191"/>
                <a:gd name="connsiteY9" fmla="*/ 369268 h 458264"/>
                <a:gd name="connsiteX10" fmla="*/ 97497 w 2915191"/>
                <a:gd name="connsiteY10" fmla="*/ 357687 h 458264"/>
                <a:gd name="connsiteX11" fmla="*/ 107247 w 2915191"/>
                <a:gd name="connsiteY11" fmla="*/ 354499 h 458264"/>
                <a:gd name="connsiteX12" fmla="*/ 116997 w 2915191"/>
                <a:gd name="connsiteY12" fmla="*/ 358827 h 458264"/>
                <a:gd name="connsiteX13" fmla="*/ 126747 w 2915191"/>
                <a:gd name="connsiteY13" fmla="*/ 391727 h 458264"/>
                <a:gd name="connsiteX14" fmla="*/ 136497 w 2915191"/>
                <a:gd name="connsiteY14" fmla="*/ 399851 h 458264"/>
                <a:gd name="connsiteX15" fmla="*/ 146247 w 2915191"/>
                <a:gd name="connsiteY15" fmla="*/ 362001 h 458264"/>
                <a:gd name="connsiteX16" fmla="*/ 155997 w 2915191"/>
                <a:gd name="connsiteY16" fmla="*/ 356692 h 458264"/>
                <a:gd name="connsiteX17" fmla="*/ 165747 w 2915191"/>
                <a:gd name="connsiteY17" fmla="*/ 338262 h 458264"/>
                <a:gd name="connsiteX18" fmla="*/ 175497 w 2915191"/>
                <a:gd name="connsiteY18" fmla="*/ 356086 h 458264"/>
                <a:gd name="connsiteX19" fmla="*/ 185247 w 2915191"/>
                <a:gd name="connsiteY19" fmla="*/ 386848 h 458264"/>
                <a:gd name="connsiteX20" fmla="*/ 194996 w 2915191"/>
                <a:gd name="connsiteY20" fmla="*/ 411583 h 458264"/>
                <a:gd name="connsiteX21" fmla="*/ 204746 w 2915191"/>
                <a:gd name="connsiteY21" fmla="*/ 403511 h 458264"/>
                <a:gd name="connsiteX22" fmla="*/ 214495 w 2915191"/>
                <a:gd name="connsiteY22" fmla="*/ 400620 h 458264"/>
                <a:gd name="connsiteX23" fmla="*/ 224245 w 2915191"/>
                <a:gd name="connsiteY23" fmla="*/ 425953 h 458264"/>
                <a:gd name="connsiteX24" fmla="*/ 233995 w 2915191"/>
                <a:gd name="connsiteY24" fmla="*/ 414722 h 458264"/>
                <a:gd name="connsiteX25" fmla="*/ 243744 w 2915191"/>
                <a:gd name="connsiteY25" fmla="*/ 397989 h 458264"/>
                <a:gd name="connsiteX26" fmla="*/ 253494 w 2915191"/>
                <a:gd name="connsiteY26" fmla="*/ 402594 h 458264"/>
                <a:gd name="connsiteX27" fmla="*/ 263244 w 2915191"/>
                <a:gd name="connsiteY27" fmla="*/ 394598 h 458264"/>
                <a:gd name="connsiteX28" fmla="*/ 272994 w 2915191"/>
                <a:gd name="connsiteY28" fmla="*/ 406257 h 458264"/>
                <a:gd name="connsiteX29" fmla="*/ 282744 w 2915191"/>
                <a:gd name="connsiteY29" fmla="*/ 400862 h 458264"/>
                <a:gd name="connsiteX30" fmla="*/ 292494 w 2915191"/>
                <a:gd name="connsiteY30" fmla="*/ 397177 h 458264"/>
                <a:gd name="connsiteX31" fmla="*/ 302244 w 2915191"/>
                <a:gd name="connsiteY31" fmla="*/ 376754 h 458264"/>
                <a:gd name="connsiteX32" fmla="*/ 311994 w 2915191"/>
                <a:gd name="connsiteY32" fmla="*/ 359633 h 458264"/>
                <a:gd name="connsiteX33" fmla="*/ 321744 w 2915191"/>
                <a:gd name="connsiteY33" fmla="*/ 365630 h 458264"/>
                <a:gd name="connsiteX34" fmla="*/ 331493 w 2915191"/>
                <a:gd name="connsiteY34" fmla="*/ 388889 h 458264"/>
                <a:gd name="connsiteX35" fmla="*/ 341243 w 2915191"/>
                <a:gd name="connsiteY35" fmla="*/ 386159 h 458264"/>
                <a:gd name="connsiteX36" fmla="*/ 350993 w 2915191"/>
                <a:gd name="connsiteY36" fmla="*/ 364372 h 458264"/>
                <a:gd name="connsiteX37" fmla="*/ 360742 w 2915191"/>
                <a:gd name="connsiteY37" fmla="*/ 372595 h 458264"/>
                <a:gd name="connsiteX38" fmla="*/ 370492 w 2915191"/>
                <a:gd name="connsiteY38" fmla="*/ 338000 h 458264"/>
                <a:gd name="connsiteX39" fmla="*/ 380241 w 2915191"/>
                <a:gd name="connsiteY39" fmla="*/ 366154 h 458264"/>
                <a:gd name="connsiteX40" fmla="*/ 389991 w 2915191"/>
                <a:gd name="connsiteY40" fmla="*/ 329528 h 458264"/>
                <a:gd name="connsiteX41" fmla="*/ 399741 w 2915191"/>
                <a:gd name="connsiteY41" fmla="*/ 337565 h 458264"/>
                <a:gd name="connsiteX42" fmla="*/ 409491 w 2915191"/>
                <a:gd name="connsiteY42" fmla="*/ 345333 h 458264"/>
                <a:gd name="connsiteX43" fmla="*/ 419241 w 2915191"/>
                <a:gd name="connsiteY43" fmla="*/ 372872 h 458264"/>
                <a:gd name="connsiteX44" fmla="*/ 428991 w 2915191"/>
                <a:gd name="connsiteY44" fmla="*/ 363665 h 458264"/>
                <a:gd name="connsiteX45" fmla="*/ 438741 w 2915191"/>
                <a:gd name="connsiteY45" fmla="*/ 370910 h 458264"/>
                <a:gd name="connsiteX46" fmla="*/ 448491 w 2915191"/>
                <a:gd name="connsiteY46" fmla="*/ 355169 h 458264"/>
                <a:gd name="connsiteX47" fmla="*/ 458241 w 2915191"/>
                <a:gd name="connsiteY47" fmla="*/ 343070 h 458264"/>
                <a:gd name="connsiteX48" fmla="*/ 467991 w 2915191"/>
                <a:gd name="connsiteY48" fmla="*/ 315307 h 458264"/>
                <a:gd name="connsiteX49" fmla="*/ 477740 w 2915191"/>
                <a:gd name="connsiteY49" fmla="*/ 292081 h 458264"/>
                <a:gd name="connsiteX50" fmla="*/ 487490 w 2915191"/>
                <a:gd name="connsiteY50" fmla="*/ 287774 h 458264"/>
                <a:gd name="connsiteX51" fmla="*/ 497239 w 2915191"/>
                <a:gd name="connsiteY51" fmla="*/ 301389 h 458264"/>
                <a:gd name="connsiteX52" fmla="*/ 506989 w 2915191"/>
                <a:gd name="connsiteY52" fmla="*/ 279681 h 458264"/>
                <a:gd name="connsiteX53" fmla="*/ 516738 w 2915191"/>
                <a:gd name="connsiteY53" fmla="*/ 312724 h 458264"/>
                <a:gd name="connsiteX54" fmla="*/ 526488 w 2915191"/>
                <a:gd name="connsiteY54" fmla="*/ 298006 h 458264"/>
                <a:gd name="connsiteX55" fmla="*/ 536238 w 2915191"/>
                <a:gd name="connsiteY55" fmla="*/ 268104 h 458264"/>
                <a:gd name="connsiteX56" fmla="*/ 545988 w 2915191"/>
                <a:gd name="connsiteY56" fmla="*/ 305420 h 458264"/>
                <a:gd name="connsiteX57" fmla="*/ 555738 w 2915191"/>
                <a:gd name="connsiteY57" fmla="*/ 312888 h 458264"/>
                <a:gd name="connsiteX58" fmla="*/ 565488 w 2915191"/>
                <a:gd name="connsiteY58" fmla="*/ 326520 h 458264"/>
                <a:gd name="connsiteX59" fmla="*/ 575238 w 2915191"/>
                <a:gd name="connsiteY59" fmla="*/ 339552 h 458264"/>
                <a:gd name="connsiteX60" fmla="*/ 584988 w 2915191"/>
                <a:gd name="connsiteY60" fmla="*/ 373503 h 458264"/>
                <a:gd name="connsiteX61" fmla="*/ 594738 w 2915191"/>
                <a:gd name="connsiteY61" fmla="*/ 401066 h 458264"/>
                <a:gd name="connsiteX62" fmla="*/ 604488 w 2915191"/>
                <a:gd name="connsiteY62" fmla="*/ 400528 h 458264"/>
                <a:gd name="connsiteX63" fmla="*/ 614237 w 2915191"/>
                <a:gd name="connsiteY63" fmla="*/ 406607 h 458264"/>
                <a:gd name="connsiteX64" fmla="*/ 623987 w 2915191"/>
                <a:gd name="connsiteY64" fmla="*/ 379145 h 458264"/>
                <a:gd name="connsiteX65" fmla="*/ 633736 w 2915191"/>
                <a:gd name="connsiteY65" fmla="*/ 402222 h 458264"/>
                <a:gd name="connsiteX66" fmla="*/ 643486 w 2915191"/>
                <a:gd name="connsiteY66" fmla="*/ 408265 h 458264"/>
                <a:gd name="connsiteX67" fmla="*/ 653236 w 2915191"/>
                <a:gd name="connsiteY67" fmla="*/ 390361 h 458264"/>
                <a:gd name="connsiteX68" fmla="*/ 662985 w 2915191"/>
                <a:gd name="connsiteY68" fmla="*/ 365207 h 458264"/>
                <a:gd name="connsiteX69" fmla="*/ 672735 w 2915191"/>
                <a:gd name="connsiteY69" fmla="*/ 357693 h 458264"/>
                <a:gd name="connsiteX70" fmla="*/ 682485 w 2915191"/>
                <a:gd name="connsiteY70" fmla="*/ 358113 h 458264"/>
                <a:gd name="connsiteX71" fmla="*/ 692235 w 2915191"/>
                <a:gd name="connsiteY71" fmla="*/ 350516 h 458264"/>
                <a:gd name="connsiteX72" fmla="*/ 701985 w 2915191"/>
                <a:gd name="connsiteY72" fmla="*/ 322603 h 458264"/>
                <a:gd name="connsiteX73" fmla="*/ 711735 w 2915191"/>
                <a:gd name="connsiteY73" fmla="*/ 344037 h 458264"/>
                <a:gd name="connsiteX74" fmla="*/ 721485 w 2915191"/>
                <a:gd name="connsiteY74" fmla="*/ 360993 h 458264"/>
                <a:gd name="connsiteX75" fmla="*/ 731235 w 2915191"/>
                <a:gd name="connsiteY75" fmla="*/ 356285 h 458264"/>
                <a:gd name="connsiteX76" fmla="*/ 740985 w 2915191"/>
                <a:gd name="connsiteY76" fmla="*/ 331467 h 458264"/>
                <a:gd name="connsiteX77" fmla="*/ 750734 w 2915191"/>
                <a:gd name="connsiteY77" fmla="*/ 315931 h 458264"/>
                <a:gd name="connsiteX78" fmla="*/ 760484 w 2915191"/>
                <a:gd name="connsiteY78" fmla="*/ 313233 h 458264"/>
                <a:gd name="connsiteX79" fmla="*/ 770233 w 2915191"/>
                <a:gd name="connsiteY79" fmla="*/ 293269 h 458264"/>
                <a:gd name="connsiteX80" fmla="*/ 779983 w 2915191"/>
                <a:gd name="connsiteY80" fmla="*/ 273340 h 458264"/>
                <a:gd name="connsiteX81" fmla="*/ 789733 w 2915191"/>
                <a:gd name="connsiteY81" fmla="*/ 248420 h 458264"/>
                <a:gd name="connsiteX82" fmla="*/ 799482 w 2915191"/>
                <a:gd name="connsiteY82" fmla="*/ 232308 h 458264"/>
                <a:gd name="connsiteX83" fmla="*/ 809232 w 2915191"/>
                <a:gd name="connsiteY83" fmla="*/ 232388 h 458264"/>
                <a:gd name="connsiteX84" fmla="*/ 818982 w 2915191"/>
                <a:gd name="connsiteY84" fmla="*/ 230054 h 458264"/>
                <a:gd name="connsiteX85" fmla="*/ 828732 w 2915191"/>
                <a:gd name="connsiteY85" fmla="*/ 216300 h 458264"/>
                <a:gd name="connsiteX86" fmla="*/ 838482 w 2915191"/>
                <a:gd name="connsiteY86" fmla="*/ 189902 h 458264"/>
                <a:gd name="connsiteX87" fmla="*/ 848232 w 2915191"/>
                <a:gd name="connsiteY87" fmla="*/ 180294 h 458264"/>
                <a:gd name="connsiteX88" fmla="*/ 857982 w 2915191"/>
                <a:gd name="connsiteY88" fmla="*/ 186792 h 458264"/>
                <a:gd name="connsiteX89" fmla="*/ 867732 w 2915191"/>
                <a:gd name="connsiteY89" fmla="*/ 217494 h 458264"/>
                <a:gd name="connsiteX90" fmla="*/ 877482 w 2915191"/>
                <a:gd name="connsiteY90" fmla="*/ 213999 h 458264"/>
                <a:gd name="connsiteX91" fmla="*/ 887231 w 2915191"/>
                <a:gd name="connsiteY91" fmla="*/ 208526 h 458264"/>
                <a:gd name="connsiteX92" fmla="*/ 896981 w 2915191"/>
                <a:gd name="connsiteY92" fmla="*/ 207371 h 458264"/>
                <a:gd name="connsiteX93" fmla="*/ 906730 w 2915191"/>
                <a:gd name="connsiteY93" fmla="*/ 209968 h 458264"/>
                <a:gd name="connsiteX94" fmla="*/ 916480 w 2915191"/>
                <a:gd name="connsiteY94" fmla="*/ 212808 h 458264"/>
                <a:gd name="connsiteX95" fmla="*/ 926230 w 2915191"/>
                <a:gd name="connsiteY95" fmla="*/ 202126 h 458264"/>
                <a:gd name="connsiteX96" fmla="*/ 935979 w 2915191"/>
                <a:gd name="connsiteY96" fmla="*/ 175367 h 458264"/>
                <a:gd name="connsiteX97" fmla="*/ 945729 w 2915191"/>
                <a:gd name="connsiteY97" fmla="*/ 170161 h 458264"/>
                <a:gd name="connsiteX98" fmla="*/ 955479 w 2915191"/>
                <a:gd name="connsiteY98" fmla="*/ 204812 h 458264"/>
                <a:gd name="connsiteX99" fmla="*/ 965229 w 2915191"/>
                <a:gd name="connsiteY99" fmla="*/ 143525 h 458264"/>
                <a:gd name="connsiteX100" fmla="*/ 974979 w 2915191"/>
                <a:gd name="connsiteY100" fmla="*/ 143300 h 458264"/>
                <a:gd name="connsiteX101" fmla="*/ 984729 w 2915191"/>
                <a:gd name="connsiteY101" fmla="*/ 130491 h 458264"/>
                <a:gd name="connsiteX102" fmla="*/ 994474 w 2915191"/>
                <a:gd name="connsiteY102" fmla="*/ 127739 h 458264"/>
                <a:gd name="connsiteX103" fmla="*/ 1004233 w 2915191"/>
                <a:gd name="connsiteY103" fmla="*/ 129167 h 458264"/>
                <a:gd name="connsiteX104" fmla="*/ 1013977 w 2915191"/>
                <a:gd name="connsiteY104" fmla="*/ 101858 h 458264"/>
                <a:gd name="connsiteX105" fmla="*/ 1023721 w 2915191"/>
                <a:gd name="connsiteY105" fmla="*/ 103128 h 458264"/>
                <a:gd name="connsiteX106" fmla="*/ 1033480 w 2915191"/>
                <a:gd name="connsiteY106" fmla="*/ 60932 h 458264"/>
                <a:gd name="connsiteX107" fmla="*/ 1043224 w 2915191"/>
                <a:gd name="connsiteY107" fmla="*/ 67190 h 458264"/>
                <a:gd name="connsiteX108" fmla="*/ 1052983 w 2915191"/>
                <a:gd name="connsiteY108" fmla="*/ 73921 h 458264"/>
                <a:gd name="connsiteX109" fmla="*/ 1062727 w 2915191"/>
                <a:gd name="connsiteY109" fmla="*/ 109467 h 458264"/>
                <a:gd name="connsiteX110" fmla="*/ 1072471 w 2915191"/>
                <a:gd name="connsiteY110" fmla="*/ 78811 h 458264"/>
                <a:gd name="connsiteX111" fmla="*/ 1082230 w 2915191"/>
                <a:gd name="connsiteY111" fmla="*/ 93865 h 458264"/>
                <a:gd name="connsiteX112" fmla="*/ 1091973 w 2915191"/>
                <a:gd name="connsiteY112" fmla="*/ 92961 h 458264"/>
                <a:gd name="connsiteX113" fmla="*/ 1101732 w 2915191"/>
                <a:gd name="connsiteY113" fmla="*/ 90149 h 458264"/>
                <a:gd name="connsiteX114" fmla="*/ 1111476 w 2915191"/>
                <a:gd name="connsiteY114" fmla="*/ 102252 h 458264"/>
                <a:gd name="connsiteX115" fmla="*/ 1121220 w 2915191"/>
                <a:gd name="connsiteY115" fmla="*/ 80718 h 458264"/>
                <a:gd name="connsiteX116" fmla="*/ 1130979 w 2915191"/>
                <a:gd name="connsiteY116" fmla="*/ 97636 h 458264"/>
                <a:gd name="connsiteX117" fmla="*/ 1140723 w 2915191"/>
                <a:gd name="connsiteY117" fmla="*/ 96404 h 458264"/>
                <a:gd name="connsiteX118" fmla="*/ 1150482 w 2915191"/>
                <a:gd name="connsiteY118" fmla="*/ 105094 h 458264"/>
                <a:gd name="connsiteX119" fmla="*/ 1160226 w 2915191"/>
                <a:gd name="connsiteY119" fmla="*/ 88723 h 458264"/>
                <a:gd name="connsiteX120" fmla="*/ 1169969 w 2915191"/>
                <a:gd name="connsiteY120" fmla="*/ 49339 h 458264"/>
                <a:gd name="connsiteX121" fmla="*/ 1179728 w 2915191"/>
                <a:gd name="connsiteY121" fmla="*/ 71216 h 458264"/>
                <a:gd name="connsiteX122" fmla="*/ 1189472 w 2915191"/>
                <a:gd name="connsiteY122" fmla="*/ 39873 h 458264"/>
                <a:gd name="connsiteX123" fmla="*/ 1199231 w 2915191"/>
                <a:gd name="connsiteY123" fmla="*/ 48739 h 458264"/>
                <a:gd name="connsiteX124" fmla="*/ 1208975 w 2915191"/>
                <a:gd name="connsiteY124" fmla="*/ 56476 h 458264"/>
                <a:gd name="connsiteX125" fmla="*/ 1218719 w 2915191"/>
                <a:gd name="connsiteY125" fmla="*/ 47342 h 458264"/>
                <a:gd name="connsiteX126" fmla="*/ 1228478 w 2915191"/>
                <a:gd name="connsiteY126" fmla="*/ 53513 h 458264"/>
                <a:gd name="connsiteX127" fmla="*/ 1238222 w 2915191"/>
                <a:gd name="connsiteY127" fmla="*/ 55596 h 458264"/>
                <a:gd name="connsiteX128" fmla="*/ 1247966 w 2915191"/>
                <a:gd name="connsiteY128" fmla="*/ 35491 h 458264"/>
                <a:gd name="connsiteX129" fmla="*/ 1257725 w 2915191"/>
                <a:gd name="connsiteY129" fmla="*/ 50956 h 458264"/>
                <a:gd name="connsiteX130" fmla="*/ 1267469 w 2915191"/>
                <a:gd name="connsiteY130" fmla="*/ 38849 h 458264"/>
                <a:gd name="connsiteX131" fmla="*/ 1277227 w 2915191"/>
                <a:gd name="connsiteY131" fmla="*/ 14294 h 458264"/>
                <a:gd name="connsiteX132" fmla="*/ 1286971 w 2915191"/>
                <a:gd name="connsiteY132" fmla="*/ 19755 h 458264"/>
                <a:gd name="connsiteX133" fmla="*/ 1296715 w 2915191"/>
                <a:gd name="connsiteY133" fmla="*/ 47872 h 458264"/>
                <a:gd name="connsiteX134" fmla="*/ 1306474 w 2915191"/>
                <a:gd name="connsiteY134" fmla="*/ 69544 h 458264"/>
                <a:gd name="connsiteX135" fmla="*/ 1316218 w 2915191"/>
                <a:gd name="connsiteY135" fmla="*/ 61050 h 458264"/>
                <a:gd name="connsiteX136" fmla="*/ 1325977 w 2915191"/>
                <a:gd name="connsiteY136" fmla="*/ 77044 h 458264"/>
                <a:gd name="connsiteX137" fmla="*/ 1335721 w 2915191"/>
                <a:gd name="connsiteY137" fmla="*/ 103597 h 458264"/>
                <a:gd name="connsiteX138" fmla="*/ 1345465 w 2915191"/>
                <a:gd name="connsiteY138" fmla="*/ 101455 h 458264"/>
                <a:gd name="connsiteX139" fmla="*/ 1355224 w 2915191"/>
                <a:gd name="connsiteY139" fmla="*/ 77487 h 458264"/>
                <a:gd name="connsiteX140" fmla="*/ 1364967 w 2915191"/>
                <a:gd name="connsiteY140" fmla="*/ 99638 h 458264"/>
                <a:gd name="connsiteX141" fmla="*/ 1374726 w 2915191"/>
                <a:gd name="connsiteY141" fmla="*/ 116433 h 458264"/>
                <a:gd name="connsiteX142" fmla="*/ 1384470 w 2915191"/>
                <a:gd name="connsiteY142" fmla="*/ 132439 h 458264"/>
                <a:gd name="connsiteX143" fmla="*/ 1394214 w 2915191"/>
                <a:gd name="connsiteY143" fmla="*/ 109589 h 458264"/>
                <a:gd name="connsiteX144" fmla="*/ 1403973 w 2915191"/>
                <a:gd name="connsiteY144" fmla="*/ 102235 h 458264"/>
                <a:gd name="connsiteX145" fmla="*/ 1413717 w 2915191"/>
                <a:gd name="connsiteY145" fmla="*/ 95949 h 458264"/>
                <a:gd name="connsiteX146" fmla="*/ 1423476 w 2915191"/>
                <a:gd name="connsiteY146" fmla="*/ 79328 h 458264"/>
                <a:gd name="connsiteX147" fmla="*/ 1433220 w 2915191"/>
                <a:gd name="connsiteY147" fmla="*/ 142711 h 458264"/>
                <a:gd name="connsiteX148" fmla="*/ 1442964 w 2915191"/>
                <a:gd name="connsiteY148" fmla="*/ 119082 h 458264"/>
                <a:gd name="connsiteX149" fmla="*/ 1452722 w 2915191"/>
                <a:gd name="connsiteY149" fmla="*/ 145317 h 458264"/>
                <a:gd name="connsiteX150" fmla="*/ 1462466 w 2915191"/>
                <a:gd name="connsiteY150" fmla="*/ 128277 h 458264"/>
                <a:gd name="connsiteX151" fmla="*/ 1472225 w 2915191"/>
                <a:gd name="connsiteY151" fmla="*/ 111903 h 458264"/>
                <a:gd name="connsiteX152" fmla="*/ 1481969 w 2915191"/>
                <a:gd name="connsiteY152" fmla="*/ 127385 h 458264"/>
                <a:gd name="connsiteX153" fmla="*/ 1491713 w 2915191"/>
                <a:gd name="connsiteY153" fmla="*/ 120218 h 458264"/>
                <a:gd name="connsiteX154" fmla="*/ 1501472 w 2915191"/>
                <a:gd name="connsiteY154" fmla="*/ 154994 h 458264"/>
                <a:gd name="connsiteX155" fmla="*/ 1511216 w 2915191"/>
                <a:gd name="connsiteY155" fmla="*/ 130199 h 458264"/>
                <a:gd name="connsiteX156" fmla="*/ 1520960 w 2915191"/>
                <a:gd name="connsiteY156" fmla="*/ 110102 h 458264"/>
                <a:gd name="connsiteX157" fmla="*/ 1530719 w 2915191"/>
                <a:gd name="connsiteY157" fmla="*/ 108310 h 458264"/>
                <a:gd name="connsiteX158" fmla="*/ 1540463 w 2915191"/>
                <a:gd name="connsiteY158" fmla="*/ 95829 h 458264"/>
                <a:gd name="connsiteX159" fmla="*/ 1550221 w 2915191"/>
                <a:gd name="connsiteY159" fmla="*/ 100836 h 458264"/>
                <a:gd name="connsiteX160" fmla="*/ 1559965 w 2915191"/>
                <a:gd name="connsiteY160" fmla="*/ 103180 h 458264"/>
                <a:gd name="connsiteX161" fmla="*/ 1569709 w 2915191"/>
                <a:gd name="connsiteY161" fmla="*/ 110947 h 458264"/>
                <a:gd name="connsiteX162" fmla="*/ 1579468 w 2915191"/>
                <a:gd name="connsiteY162" fmla="*/ 79379 h 458264"/>
                <a:gd name="connsiteX163" fmla="*/ 1589212 w 2915191"/>
                <a:gd name="connsiteY163" fmla="*/ 48875 h 458264"/>
                <a:gd name="connsiteX164" fmla="*/ 1598971 w 2915191"/>
                <a:gd name="connsiteY164" fmla="*/ 32791 h 458264"/>
                <a:gd name="connsiteX165" fmla="*/ 1608715 w 2915191"/>
                <a:gd name="connsiteY165" fmla="*/ 0 h 458264"/>
                <a:gd name="connsiteX166" fmla="*/ 1618459 w 2915191"/>
                <a:gd name="connsiteY166" fmla="*/ 14678 h 458264"/>
                <a:gd name="connsiteX167" fmla="*/ 1628218 w 2915191"/>
                <a:gd name="connsiteY167" fmla="*/ 8060 h 458264"/>
                <a:gd name="connsiteX168" fmla="*/ 1637962 w 2915191"/>
                <a:gd name="connsiteY168" fmla="*/ 17806 h 458264"/>
                <a:gd name="connsiteX169" fmla="*/ 1647720 w 2915191"/>
                <a:gd name="connsiteY169" fmla="*/ 40698 h 458264"/>
                <a:gd name="connsiteX170" fmla="*/ 1657464 w 2915191"/>
                <a:gd name="connsiteY170" fmla="*/ 40372 h 458264"/>
                <a:gd name="connsiteX171" fmla="*/ 1667208 w 2915191"/>
                <a:gd name="connsiteY171" fmla="*/ 62209 h 458264"/>
                <a:gd name="connsiteX172" fmla="*/ 1676967 w 2915191"/>
                <a:gd name="connsiteY172" fmla="*/ 73948 h 458264"/>
                <a:gd name="connsiteX173" fmla="*/ 1686711 w 2915191"/>
                <a:gd name="connsiteY173" fmla="*/ 49482 h 458264"/>
                <a:gd name="connsiteX174" fmla="*/ 1696470 w 2915191"/>
                <a:gd name="connsiteY174" fmla="*/ 6432 h 458264"/>
                <a:gd name="connsiteX175" fmla="*/ 1706214 w 2915191"/>
                <a:gd name="connsiteY175" fmla="*/ 15414 h 458264"/>
                <a:gd name="connsiteX176" fmla="*/ 1715958 w 2915191"/>
                <a:gd name="connsiteY176" fmla="*/ 26151 h 458264"/>
                <a:gd name="connsiteX177" fmla="*/ 1725716 w 2915191"/>
                <a:gd name="connsiteY177" fmla="*/ 20717 h 458264"/>
                <a:gd name="connsiteX178" fmla="*/ 1735460 w 2915191"/>
                <a:gd name="connsiteY178" fmla="*/ 40534 h 458264"/>
                <a:gd name="connsiteX179" fmla="*/ 1745219 w 2915191"/>
                <a:gd name="connsiteY179" fmla="*/ 62717 h 458264"/>
                <a:gd name="connsiteX180" fmla="*/ 1754963 w 2915191"/>
                <a:gd name="connsiteY180" fmla="*/ 65527 h 458264"/>
                <a:gd name="connsiteX181" fmla="*/ 1764707 w 2915191"/>
                <a:gd name="connsiteY181" fmla="*/ 69651 h 458264"/>
                <a:gd name="connsiteX182" fmla="*/ 1774466 w 2915191"/>
                <a:gd name="connsiteY182" fmla="*/ 54666 h 458264"/>
                <a:gd name="connsiteX183" fmla="*/ 1784210 w 2915191"/>
                <a:gd name="connsiteY183" fmla="*/ 82126 h 458264"/>
                <a:gd name="connsiteX184" fmla="*/ 1793969 w 2915191"/>
                <a:gd name="connsiteY184" fmla="*/ 79955 h 458264"/>
                <a:gd name="connsiteX185" fmla="*/ 1803713 w 2915191"/>
                <a:gd name="connsiteY185" fmla="*/ 52848 h 458264"/>
                <a:gd name="connsiteX186" fmla="*/ 1813457 w 2915191"/>
                <a:gd name="connsiteY186" fmla="*/ 94016 h 458264"/>
                <a:gd name="connsiteX187" fmla="*/ 1823215 w 2915191"/>
                <a:gd name="connsiteY187" fmla="*/ 105419 h 458264"/>
                <a:gd name="connsiteX188" fmla="*/ 1832959 w 2915191"/>
                <a:gd name="connsiteY188" fmla="*/ 115863 h 458264"/>
                <a:gd name="connsiteX189" fmla="*/ 1842703 w 2915191"/>
                <a:gd name="connsiteY189" fmla="*/ 110996 h 458264"/>
                <a:gd name="connsiteX190" fmla="*/ 1852462 w 2915191"/>
                <a:gd name="connsiteY190" fmla="*/ 116395 h 458264"/>
                <a:gd name="connsiteX191" fmla="*/ 1862206 w 2915191"/>
                <a:gd name="connsiteY191" fmla="*/ 102578 h 458264"/>
                <a:gd name="connsiteX192" fmla="*/ 1871965 w 2915191"/>
                <a:gd name="connsiteY192" fmla="*/ 61072 h 458264"/>
                <a:gd name="connsiteX193" fmla="*/ 1881709 w 2915191"/>
                <a:gd name="connsiteY193" fmla="*/ 67932 h 458264"/>
                <a:gd name="connsiteX194" fmla="*/ 1891453 w 2915191"/>
                <a:gd name="connsiteY194" fmla="*/ 116078 h 458264"/>
                <a:gd name="connsiteX195" fmla="*/ 1901212 w 2915191"/>
                <a:gd name="connsiteY195" fmla="*/ 176139 h 458264"/>
                <a:gd name="connsiteX196" fmla="*/ 1910956 w 2915191"/>
                <a:gd name="connsiteY196" fmla="*/ 176955 h 458264"/>
                <a:gd name="connsiteX197" fmla="*/ 1920714 w 2915191"/>
                <a:gd name="connsiteY197" fmla="*/ 157664 h 458264"/>
                <a:gd name="connsiteX198" fmla="*/ 1930458 w 2915191"/>
                <a:gd name="connsiteY198" fmla="*/ 124993 h 458264"/>
                <a:gd name="connsiteX199" fmla="*/ 1940202 w 2915191"/>
                <a:gd name="connsiteY199" fmla="*/ 124772 h 458264"/>
                <a:gd name="connsiteX200" fmla="*/ 1949961 w 2915191"/>
                <a:gd name="connsiteY200" fmla="*/ 145118 h 458264"/>
                <a:gd name="connsiteX201" fmla="*/ 1959705 w 2915191"/>
                <a:gd name="connsiteY201" fmla="*/ 116975 h 458264"/>
                <a:gd name="connsiteX202" fmla="*/ 1969464 w 2915191"/>
                <a:gd name="connsiteY202" fmla="*/ 134028 h 458264"/>
                <a:gd name="connsiteX203" fmla="*/ 1979208 w 2915191"/>
                <a:gd name="connsiteY203" fmla="*/ 129052 h 458264"/>
                <a:gd name="connsiteX204" fmla="*/ 1988952 w 2915191"/>
                <a:gd name="connsiteY204" fmla="*/ 119280 h 458264"/>
                <a:gd name="connsiteX205" fmla="*/ 1998711 w 2915191"/>
                <a:gd name="connsiteY205" fmla="*/ 140159 h 458264"/>
                <a:gd name="connsiteX206" fmla="*/ 2008454 w 2915191"/>
                <a:gd name="connsiteY206" fmla="*/ 146420 h 458264"/>
                <a:gd name="connsiteX207" fmla="*/ 2018213 w 2915191"/>
                <a:gd name="connsiteY207" fmla="*/ 174419 h 458264"/>
                <a:gd name="connsiteX208" fmla="*/ 2027957 w 2915191"/>
                <a:gd name="connsiteY208" fmla="*/ 166505 h 458264"/>
                <a:gd name="connsiteX209" fmla="*/ 2037701 w 2915191"/>
                <a:gd name="connsiteY209" fmla="*/ 183625 h 458264"/>
                <a:gd name="connsiteX210" fmla="*/ 2047460 w 2915191"/>
                <a:gd name="connsiteY210" fmla="*/ 149361 h 458264"/>
                <a:gd name="connsiteX211" fmla="*/ 2057204 w 2915191"/>
                <a:gd name="connsiteY211" fmla="*/ 125382 h 458264"/>
                <a:gd name="connsiteX212" fmla="*/ 2066963 w 2915191"/>
                <a:gd name="connsiteY212" fmla="*/ 115363 h 458264"/>
                <a:gd name="connsiteX213" fmla="*/ 2076707 w 2915191"/>
                <a:gd name="connsiteY213" fmla="*/ 139085 h 458264"/>
                <a:gd name="connsiteX214" fmla="*/ 2086451 w 2915191"/>
                <a:gd name="connsiteY214" fmla="*/ 101388 h 458264"/>
                <a:gd name="connsiteX215" fmla="*/ 2096210 w 2915191"/>
                <a:gd name="connsiteY215" fmla="*/ 86016 h 458264"/>
                <a:gd name="connsiteX216" fmla="*/ 2105954 w 2915191"/>
                <a:gd name="connsiteY216" fmla="*/ 85666 h 458264"/>
                <a:gd name="connsiteX217" fmla="*/ 2115697 w 2915191"/>
                <a:gd name="connsiteY217" fmla="*/ 98506 h 458264"/>
                <a:gd name="connsiteX218" fmla="*/ 2125456 w 2915191"/>
                <a:gd name="connsiteY218" fmla="*/ 92055 h 458264"/>
                <a:gd name="connsiteX219" fmla="*/ 2135200 w 2915191"/>
                <a:gd name="connsiteY219" fmla="*/ 103947 h 458264"/>
                <a:gd name="connsiteX220" fmla="*/ 2144959 w 2915191"/>
                <a:gd name="connsiteY220" fmla="*/ 123727 h 458264"/>
                <a:gd name="connsiteX221" fmla="*/ 2154703 w 2915191"/>
                <a:gd name="connsiteY221" fmla="*/ 111970 h 458264"/>
                <a:gd name="connsiteX222" fmla="*/ 2164447 w 2915191"/>
                <a:gd name="connsiteY222" fmla="*/ 81852 h 458264"/>
                <a:gd name="connsiteX223" fmla="*/ 2174206 w 2915191"/>
                <a:gd name="connsiteY223" fmla="*/ 93317 h 458264"/>
                <a:gd name="connsiteX224" fmla="*/ 2183950 w 2915191"/>
                <a:gd name="connsiteY224" fmla="*/ 108216 h 458264"/>
                <a:gd name="connsiteX225" fmla="*/ 2193709 w 2915191"/>
                <a:gd name="connsiteY225" fmla="*/ 122616 h 458264"/>
                <a:gd name="connsiteX226" fmla="*/ 2203452 w 2915191"/>
                <a:gd name="connsiteY226" fmla="*/ 126691 h 458264"/>
                <a:gd name="connsiteX227" fmla="*/ 2213196 w 2915191"/>
                <a:gd name="connsiteY227" fmla="*/ 136914 h 458264"/>
                <a:gd name="connsiteX228" fmla="*/ 2222955 w 2915191"/>
                <a:gd name="connsiteY228" fmla="*/ 136539 h 458264"/>
                <a:gd name="connsiteX229" fmla="*/ 2232699 w 2915191"/>
                <a:gd name="connsiteY229" fmla="*/ 125095 h 458264"/>
                <a:gd name="connsiteX230" fmla="*/ 2242458 w 2915191"/>
                <a:gd name="connsiteY230" fmla="*/ 122514 h 458264"/>
                <a:gd name="connsiteX231" fmla="*/ 2252202 w 2915191"/>
                <a:gd name="connsiteY231" fmla="*/ 119366 h 458264"/>
                <a:gd name="connsiteX232" fmla="*/ 2261946 w 2915191"/>
                <a:gd name="connsiteY232" fmla="*/ 109899 h 458264"/>
                <a:gd name="connsiteX233" fmla="*/ 2271705 w 2915191"/>
                <a:gd name="connsiteY233" fmla="*/ 82455 h 458264"/>
                <a:gd name="connsiteX234" fmla="*/ 2281449 w 2915191"/>
                <a:gd name="connsiteY234" fmla="*/ 84744 h 458264"/>
                <a:gd name="connsiteX235" fmla="*/ 2291208 w 2915191"/>
                <a:gd name="connsiteY235" fmla="*/ 89026 h 458264"/>
                <a:gd name="connsiteX236" fmla="*/ 2300951 w 2915191"/>
                <a:gd name="connsiteY236" fmla="*/ 107204 h 458264"/>
                <a:gd name="connsiteX237" fmla="*/ 2310695 w 2915191"/>
                <a:gd name="connsiteY237" fmla="*/ 123076 h 458264"/>
                <a:gd name="connsiteX238" fmla="*/ 2320454 w 2915191"/>
                <a:gd name="connsiteY238" fmla="*/ 98309 h 458264"/>
                <a:gd name="connsiteX239" fmla="*/ 2330198 w 2915191"/>
                <a:gd name="connsiteY239" fmla="*/ 125677 h 458264"/>
                <a:gd name="connsiteX240" fmla="*/ 2339957 w 2915191"/>
                <a:gd name="connsiteY240" fmla="*/ 100333 h 458264"/>
                <a:gd name="connsiteX241" fmla="*/ 2349701 w 2915191"/>
                <a:gd name="connsiteY241" fmla="*/ 87147 h 458264"/>
                <a:gd name="connsiteX242" fmla="*/ 2359445 w 2915191"/>
                <a:gd name="connsiteY242" fmla="*/ 135700 h 458264"/>
                <a:gd name="connsiteX243" fmla="*/ 2369204 w 2915191"/>
                <a:gd name="connsiteY243" fmla="*/ 159638 h 458264"/>
                <a:gd name="connsiteX244" fmla="*/ 2378948 w 2915191"/>
                <a:gd name="connsiteY244" fmla="*/ 135530 h 458264"/>
                <a:gd name="connsiteX245" fmla="*/ 2388692 w 2915191"/>
                <a:gd name="connsiteY245" fmla="*/ 94078 h 458264"/>
                <a:gd name="connsiteX246" fmla="*/ 2398450 w 2915191"/>
                <a:gd name="connsiteY246" fmla="*/ 103467 h 458264"/>
                <a:gd name="connsiteX247" fmla="*/ 2408194 w 2915191"/>
                <a:gd name="connsiteY247" fmla="*/ 63760 h 458264"/>
                <a:gd name="connsiteX248" fmla="*/ 2417953 w 2915191"/>
                <a:gd name="connsiteY248" fmla="*/ 48842 h 458264"/>
                <a:gd name="connsiteX249" fmla="*/ 2427697 w 2915191"/>
                <a:gd name="connsiteY249" fmla="*/ 44295 h 458264"/>
                <a:gd name="connsiteX250" fmla="*/ 2437441 w 2915191"/>
                <a:gd name="connsiteY250" fmla="*/ 5599 h 458264"/>
                <a:gd name="connsiteX251" fmla="*/ 2447200 w 2915191"/>
                <a:gd name="connsiteY251" fmla="*/ 35510 h 458264"/>
                <a:gd name="connsiteX252" fmla="*/ 2456944 w 2915191"/>
                <a:gd name="connsiteY252" fmla="*/ 20167 h 458264"/>
                <a:gd name="connsiteX253" fmla="*/ 2466703 w 2915191"/>
                <a:gd name="connsiteY253" fmla="*/ 45031 h 458264"/>
                <a:gd name="connsiteX254" fmla="*/ 2476446 w 2915191"/>
                <a:gd name="connsiteY254" fmla="*/ 50743 h 458264"/>
                <a:gd name="connsiteX255" fmla="*/ 2486190 w 2915191"/>
                <a:gd name="connsiteY255" fmla="*/ 38194 h 458264"/>
                <a:gd name="connsiteX256" fmla="*/ 2495949 w 2915191"/>
                <a:gd name="connsiteY256" fmla="*/ 54076 h 458264"/>
                <a:gd name="connsiteX257" fmla="*/ 2505693 w 2915191"/>
                <a:gd name="connsiteY257" fmla="*/ 54556 h 458264"/>
                <a:gd name="connsiteX258" fmla="*/ 2515452 w 2915191"/>
                <a:gd name="connsiteY258" fmla="*/ 50426 h 458264"/>
                <a:gd name="connsiteX259" fmla="*/ 2525196 w 2915191"/>
                <a:gd name="connsiteY259" fmla="*/ 37617 h 458264"/>
                <a:gd name="connsiteX260" fmla="*/ 2534940 w 2915191"/>
                <a:gd name="connsiteY260" fmla="*/ 54325 h 458264"/>
                <a:gd name="connsiteX261" fmla="*/ 2544699 w 2915191"/>
                <a:gd name="connsiteY261" fmla="*/ 76466 h 458264"/>
                <a:gd name="connsiteX262" fmla="*/ 2554443 w 2915191"/>
                <a:gd name="connsiteY262" fmla="*/ 55926 h 458264"/>
                <a:gd name="connsiteX263" fmla="*/ 2564202 w 2915191"/>
                <a:gd name="connsiteY263" fmla="*/ 50707 h 458264"/>
                <a:gd name="connsiteX264" fmla="*/ 2573946 w 2915191"/>
                <a:gd name="connsiteY264" fmla="*/ 30756 h 458264"/>
                <a:gd name="connsiteX265" fmla="*/ 2583690 w 2915191"/>
                <a:gd name="connsiteY265" fmla="*/ 17241 h 458264"/>
                <a:gd name="connsiteX266" fmla="*/ 2593448 w 2915191"/>
                <a:gd name="connsiteY266" fmla="*/ 34382 h 458264"/>
                <a:gd name="connsiteX267" fmla="*/ 2603192 w 2915191"/>
                <a:gd name="connsiteY267" fmla="*/ 66059 h 458264"/>
                <a:gd name="connsiteX268" fmla="*/ 2612951 w 2915191"/>
                <a:gd name="connsiteY268" fmla="*/ 81129 h 458264"/>
                <a:gd name="connsiteX269" fmla="*/ 2622695 w 2915191"/>
                <a:gd name="connsiteY269" fmla="*/ 102605 h 458264"/>
                <a:gd name="connsiteX270" fmla="*/ 2632439 w 2915191"/>
                <a:gd name="connsiteY270" fmla="*/ 77849 h 458264"/>
                <a:gd name="connsiteX271" fmla="*/ 2642198 w 2915191"/>
                <a:gd name="connsiteY271" fmla="*/ 114160 h 458264"/>
                <a:gd name="connsiteX272" fmla="*/ 2651942 w 2915191"/>
                <a:gd name="connsiteY272" fmla="*/ 117012 h 458264"/>
                <a:gd name="connsiteX273" fmla="*/ 2661685 w 2915191"/>
                <a:gd name="connsiteY273" fmla="*/ 126069 h 458264"/>
                <a:gd name="connsiteX274" fmla="*/ 2671444 w 2915191"/>
                <a:gd name="connsiteY274" fmla="*/ 157427 h 458264"/>
                <a:gd name="connsiteX275" fmla="*/ 2681188 w 2915191"/>
                <a:gd name="connsiteY275" fmla="*/ 147264 h 458264"/>
                <a:gd name="connsiteX276" fmla="*/ 2690947 w 2915191"/>
                <a:gd name="connsiteY276" fmla="*/ 127513 h 458264"/>
                <a:gd name="connsiteX277" fmla="*/ 2700691 w 2915191"/>
                <a:gd name="connsiteY277" fmla="*/ 138420 h 458264"/>
                <a:gd name="connsiteX278" fmla="*/ 2710435 w 2915191"/>
                <a:gd name="connsiteY278" fmla="*/ 145414 h 458264"/>
                <a:gd name="connsiteX279" fmla="*/ 2720194 w 2915191"/>
                <a:gd name="connsiteY279" fmla="*/ 137850 h 458264"/>
                <a:gd name="connsiteX280" fmla="*/ 2729938 w 2915191"/>
                <a:gd name="connsiteY280" fmla="*/ 138237 h 458264"/>
                <a:gd name="connsiteX281" fmla="*/ 2739697 w 2915191"/>
                <a:gd name="connsiteY281" fmla="*/ 172912 h 458264"/>
                <a:gd name="connsiteX282" fmla="*/ 2749441 w 2915191"/>
                <a:gd name="connsiteY282" fmla="*/ 181549 h 458264"/>
                <a:gd name="connsiteX283" fmla="*/ 2759185 w 2915191"/>
                <a:gd name="connsiteY283" fmla="*/ 159860 h 458264"/>
                <a:gd name="connsiteX284" fmla="*/ 2768943 w 2915191"/>
                <a:gd name="connsiteY284" fmla="*/ 177737 h 458264"/>
                <a:gd name="connsiteX285" fmla="*/ 2778687 w 2915191"/>
                <a:gd name="connsiteY285" fmla="*/ 178223 h 458264"/>
                <a:gd name="connsiteX286" fmla="*/ 2788446 w 2915191"/>
                <a:gd name="connsiteY286" fmla="*/ 166258 h 458264"/>
                <a:gd name="connsiteX287" fmla="*/ 2798190 w 2915191"/>
                <a:gd name="connsiteY287" fmla="*/ 131078 h 458264"/>
                <a:gd name="connsiteX288" fmla="*/ 2807934 w 2915191"/>
                <a:gd name="connsiteY288" fmla="*/ 101867 h 458264"/>
                <a:gd name="connsiteX289" fmla="*/ 2817693 w 2915191"/>
                <a:gd name="connsiteY289" fmla="*/ 129413 h 458264"/>
                <a:gd name="connsiteX290" fmla="*/ 2827437 w 2915191"/>
                <a:gd name="connsiteY290" fmla="*/ 141738 h 458264"/>
                <a:gd name="connsiteX291" fmla="*/ 2837196 w 2915191"/>
                <a:gd name="connsiteY291" fmla="*/ 159565 h 458264"/>
                <a:gd name="connsiteX292" fmla="*/ 2846940 w 2915191"/>
                <a:gd name="connsiteY292" fmla="*/ 139790 h 458264"/>
                <a:gd name="connsiteX293" fmla="*/ 2856684 w 2915191"/>
                <a:gd name="connsiteY293" fmla="*/ 148826 h 458264"/>
                <a:gd name="connsiteX294" fmla="*/ 2866442 w 2915191"/>
                <a:gd name="connsiteY294" fmla="*/ 188058 h 458264"/>
                <a:gd name="connsiteX295" fmla="*/ 2876186 w 2915191"/>
                <a:gd name="connsiteY295" fmla="*/ 144626 h 458264"/>
                <a:gd name="connsiteX296" fmla="*/ 2885945 w 2915191"/>
                <a:gd name="connsiteY296" fmla="*/ 167235 h 458264"/>
                <a:gd name="connsiteX297" fmla="*/ 2895689 w 2915191"/>
                <a:gd name="connsiteY297" fmla="*/ 179741 h 458264"/>
                <a:gd name="connsiteX298" fmla="*/ 2905433 w 2915191"/>
                <a:gd name="connsiteY298" fmla="*/ 199517 h 458264"/>
                <a:gd name="connsiteX299" fmla="*/ 2915192 w 2915191"/>
                <a:gd name="connsiteY299" fmla="*/ 191252 h 4582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58264">
                  <a:moveTo>
                    <a:pt x="0" y="388327"/>
                  </a:moveTo>
                  <a:lnTo>
                    <a:pt x="9750" y="418471"/>
                  </a:lnTo>
                  <a:lnTo>
                    <a:pt x="19500" y="390608"/>
                  </a:lnTo>
                  <a:lnTo>
                    <a:pt x="29250" y="430239"/>
                  </a:lnTo>
                  <a:lnTo>
                    <a:pt x="39000" y="458264"/>
                  </a:lnTo>
                  <a:lnTo>
                    <a:pt x="48749" y="451377"/>
                  </a:lnTo>
                  <a:lnTo>
                    <a:pt x="58499" y="441601"/>
                  </a:lnTo>
                  <a:lnTo>
                    <a:pt x="68249" y="399203"/>
                  </a:lnTo>
                  <a:lnTo>
                    <a:pt x="77998" y="392554"/>
                  </a:lnTo>
                  <a:lnTo>
                    <a:pt x="87748" y="369268"/>
                  </a:lnTo>
                  <a:lnTo>
                    <a:pt x="97497" y="357687"/>
                  </a:lnTo>
                  <a:lnTo>
                    <a:pt x="107247" y="354499"/>
                  </a:lnTo>
                  <a:lnTo>
                    <a:pt x="116997" y="358827"/>
                  </a:lnTo>
                  <a:lnTo>
                    <a:pt x="126747" y="391727"/>
                  </a:lnTo>
                  <a:lnTo>
                    <a:pt x="136497" y="399851"/>
                  </a:lnTo>
                  <a:lnTo>
                    <a:pt x="146247" y="362001"/>
                  </a:lnTo>
                  <a:lnTo>
                    <a:pt x="155997" y="356692"/>
                  </a:lnTo>
                  <a:lnTo>
                    <a:pt x="165747" y="338262"/>
                  </a:lnTo>
                  <a:lnTo>
                    <a:pt x="175497" y="356086"/>
                  </a:lnTo>
                  <a:lnTo>
                    <a:pt x="185247" y="386848"/>
                  </a:lnTo>
                  <a:lnTo>
                    <a:pt x="194996" y="411583"/>
                  </a:lnTo>
                  <a:lnTo>
                    <a:pt x="204746" y="403511"/>
                  </a:lnTo>
                  <a:lnTo>
                    <a:pt x="214495" y="400620"/>
                  </a:lnTo>
                  <a:lnTo>
                    <a:pt x="224245" y="425953"/>
                  </a:lnTo>
                  <a:lnTo>
                    <a:pt x="233995" y="414722"/>
                  </a:lnTo>
                  <a:lnTo>
                    <a:pt x="243744" y="397989"/>
                  </a:lnTo>
                  <a:lnTo>
                    <a:pt x="253494" y="402594"/>
                  </a:lnTo>
                  <a:lnTo>
                    <a:pt x="263244" y="394598"/>
                  </a:lnTo>
                  <a:lnTo>
                    <a:pt x="272994" y="406257"/>
                  </a:lnTo>
                  <a:lnTo>
                    <a:pt x="282744" y="400862"/>
                  </a:lnTo>
                  <a:lnTo>
                    <a:pt x="292494" y="397177"/>
                  </a:lnTo>
                  <a:lnTo>
                    <a:pt x="302244" y="376754"/>
                  </a:lnTo>
                  <a:lnTo>
                    <a:pt x="311994" y="359633"/>
                  </a:lnTo>
                  <a:lnTo>
                    <a:pt x="321744" y="365630"/>
                  </a:lnTo>
                  <a:lnTo>
                    <a:pt x="331493" y="388889"/>
                  </a:lnTo>
                  <a:lnTo>
                    <a:pt x="341243" y="386159"/>
                  </a:lnTo>
                  <a:lnTo>
                    <a:pt x="350993" y="364372"/>
                  </a:lnTo>
                  <a:lnTo>
                    <a:pt x="360742" y="372595"/>
                  </a:lnTo>
                  <a:lnTo>
                    <a:pt x="370492" y="338000"/>
                  </a:lnTo>
                  <a:lnTo>
                    <a:pt x="380241" y="366154"/>
                  </a:lnTo>
                  <a:lnTo>
                    <a:pt x="389991" y="329528"/>
                  </a:lnTo>
                  <a:lnTo>
                    <a:pt x="399741" y="337565"/>
                  </a:lnTo>
                  <a:lnTo>
                    <a:pt x="409491" y="345333"/>
                  </a:lnTo>
                  <a:lnTo>
                    <a:pt x="419241" y="372872"/>
                  </a:lnTo>
                  <a:lnTo>
                    <a:pt x="428991" y="363665"/>
                  </a:lnTo>
                  <a:lnTo>
                    <a:pt x="438741" y="370910"/>
                  </a:lnTo>
                  <a:lnTo>
                    <a:pt x="448491" y="355169"/>
                  </a:lnTo>
                  <a:lnTo>
                    <a:pt x="458241" y="343070"/>
                  </a:lnTo>
                  <a:lnTo>
                    <a:pt x="467991" y="315307"/>
                  </a:lnTo>
                  <a:lnTo>
                    <a:pt x="477740" y="292081"/>
                  </a:lnTo>
                  <a:lnTo>
                    <a:pt x="487490" y="287774"/>
                  </a:lnTo>
                  <a:lnTo>
                    <a:pt x="497239" y="301389"/>
                  </a:lnTo>
                  <a:lnTo>
                    <a:pt x="506989" y="279681"/>
                  </a:lnTo>
                  <a:lnTo>
                    <a:pt x="516738" y="312724"/>
                  </a:lnTo>
                  <a:lnTo>
                    <a:pt x="526488" y="298006"/>
                  </a:lnTo>
                  <a:lnTo>
                    <a:pt x="536238" y="268104"/>
                  </a:lnTo>
                  <a:lnTo>
                    <a:pt x="545988" y="305420"/>
                  </a:lnTo>
                  <a:lnTo>
                    <a:pt x="555738" y="312888"/>
                  </a:lnTo>
                  <a:lnTo>
                    <a:pt x="565488" y="326520"/>
                  </a:lnTo>
                  <a:lnTo>
                    <a:pt x="575238" y="339552"/>
                  </a:lnTo>
                  <a:lnTo>
                    <a:pt x="584988" y="373503"/>
                  </a:lnTo>
                  <a:lnTo>
                    <a:pt x="594738" y="401066"/>
                  </a:lnTo>
                  <a:lnTo>
                    <a:pt x="604488" y="400528"/>
                  </a:lnTo>
                  <a:lnTo>
                    <a:pt x="614237" y="406607"/>
                  </a:lnTo>
                  <a:lnTo>
                    <a:pt x="623987" y="379145"/>
                  </a:lnTo>
                  <a:lnTo>
                    <a:pt x="633736" y="402222"/>
                  </a:lnTo>
                  <a:lnTo>
                    <a:pt x="643486" y="408265"/>
                  </a:lnTo>
                  <a:lnTo>
                    <a:pt x="653236" y="390361"/>
                  </a:lnTo>
                  <a:lnTo>
                    <a:pt x="662985" y="365207"/>
                  </a:lnTo>
                  <a:lnTo>
                    <a:pt x="672735" y="357693"/>
                  </a:lnTo>
                  <a:lnTo>
                    <a:pt x="682485" y="358113"/>
                  </a:lnTo>
                  <a:lnTo>
                    <a:pt x="692235" y="350516"/>
                  </a:lnTo>
                  <a:lnTo>
                    <a:pt x="701985" y="322603"/>
                  </a:lnTo>
                  <a:lnTo>
                    <a:pt x="711735" y="344037"/>
                  </a:lnTo>
                  <a:lnTo>
                    <a:pt x="721485" y="360993"/>
                  </a:lnTo>
                  <a:lnTo>
                    <a:pt x="731235" y="356285"/>
                  </a:lnTo>
                  <a:lnTo>
                    <a:pt x="740985" y="331467"/>
                  </a:lnTo>
                  <a:lnTo>
                    <a:pt x="750734" y="315931"/>
                  </a:lnTo>
                  <a:lnTo>
                    <a:pt x="760484" y="313233"/>
                  </a:lnTo>
                  <a:lnTo>
                    <a:pt x="770233" y="293269"/>
                  </a:lnTo>
                  <a:lnTo>
                    <a:pt x="779983" y="273340"/>
                  </a:lnTo>
                  <a:lnTo>
                    <a:pt x="789733" y="248420"/>
                  </a:lnTo>
                  <a:lnTo>
                    <a:pt x="799482" y="232308"/>
                  </a:lnTo>
                  <a:lnTo>
                    <a:pt x="809232" y="232388"/>
                  </a:lnTo>
                  <a:lnTo>
                    <a:pt x="818982" y="230054"/>
                  </a:lnTo>
                  <a:lnTo>
                    <a:pt x="828732" y="216300"/>
                  </a:lnTo>
                  <a:lnTo>
                    <a:pt x="838482" y="189902"/>
                  </a:lnTo>
                  <a:lnTo>
                    <a:pt x="848232" y="180294"/>
                  </a:lnTo>
                  <a:lnTo>
                    <a:pt x="857982" y="186792"/>
                  </a:lnTo>
                  <a:lnTo>
                    <a:pt x="867732" y="217494"/>
                  </a:lnTo>
                  <a:lnTo>
                    <a:pt x="877482" y="213999"/>
                  </a:lnTo>
                  <a:lnTo>
                    <a:pt x="887231" y="208526"/>
                  </a:lnTo>
                  <a:lnTo>
                    <a:pt x="896981" y="207371"/>
                  </a:lnTo>
                  <a:lnTo>
                    <a:pt x="906730" y="209968"/>
                  </a:lnTo>
                  <a:lnTo>
                    <a:pt x="916480" y="212808"/>
                  </a:lnTo>
                  <a:lnTo>
                    <a:pt x="926230" y="202126"/>
                  </a:lnTo>
                  <a:lnTo>
                    <a:pt x="935979" y="175367"/>
                  </a:lnTo>
                  <a:lnTo>
                    <a:pt x="945729" y="170161"/>
                  </a:lnTo>
                  <a:lnTo>
                    <a:pt x="955479" y="204812"/>
                  </a:lnTo>
                  <a:lnTo>
                    <a:pt x="965229" y="143525"/>
                  </a:lnTo>
                  <a:lnTo>
                    <a:pt x="974979" y="143300"/>
                  </a:lnTo>
                  <a:lnTo>
                    <a:pt x="984729" y="130491"/>
                  </a:lnTo>
                  <a:lnTo>
                    <a:pt x="994474" y="127739"/>
                  </a:lnTo>
                  <a:lnTo>
                    <a:pt x="1004233" y="129167"/>
                  </a:lnTo>
                  <a:lnTo>
                    <a:pt x="1013977" y="101858"/>
                  </a:lnTo>
                  <a:lnTo>
                    <a:pt x="1023721" y="103128"/>
                  </a:lnTo>
                  <a:lnTo>
                    <a:pt x="1033480" y="60932"/>
                  </a:lnTo>
                  <a:lnTo>
                    <a:pt x="1043224" y="67190"/>
                  </a:lnTo>
                  <a:lnTo>
                    <a:pt x="1052983" y="73921"/>
                  </a:lnTo>
                  <a:lnTo>
                    <a:pt x="1062727" y="109467"/>
                  </a:lnTo>
                  <a:lnTo>
                    <a:pt x="1072471" y="78811"/>
                  </a:lnTo>
                  <a:lnTo>
                    <a:pt x="1082230" y="93865"/>
                  </a:lnTo>
                  <a:lnTo>
                    <a:pt x="1091973" y="92961"/>
                  </a:lnTo>
                  <a:lnTo>
                    <a:pt x="1101732" y="90149"/>
                  </a:lnTo>
                  <a:lnTo>
                    <a:pt x="1111476" y="102252"/>
                  </a:lnTo>
                  <a:lnTo>
                    <a:pt x="1121220" y="80718"/>
                  </a:lnTo>
                  <a:lnTo>
                    <a:pt x="1130979" y="97636"/>
                  </a:lnTo>
                  <a:lnTo>
                    <a:pt x="1140723" y="96404"/>
                  </a:lnTo>
                  <a:lnTo>
                    <a:pt x="1150482" y="105094"/>
                  </a:lnTo>
                  <a:lnTo>
                    <a:pt x="1160226" y="88723"/>
                  </a:lnTo>
                  <a:lnTo>
                    <a:pt x="1169969" y="49339"/>
                  </a:lnTo>
                  <a:lnTo>
                    <a:pt x="1179728" y="71216"/>
                  </a:lnTo>
                  <a:lnTo>
                    <a:pt x="1189472" y="39873"/>
                  </a:lnTo>
                  <a:lnTo>
                    <a:pt x="1199231" y="48739"/>
                  </a:lnTo>
                  <a:lnTo>
                    <a:pt x="1208975" y="56476"/>
                  </a:lnTo>
                  <a:lnTo>
                    <a:pt x="1218719" y="47342"/>
                  </a:lnTo>
                  <a:lnTo>
                    <a:pt x="1228478" y="53513"/>
                  </a:lnTo>
                  <a:lnTo>
                    <a:pt x="1238222" y="55596"/>
                  </a:lnTo>
                  <a:lnTo>
                    <a:pt x="1247966" y="35491"/>
                  </a:lnTo>
                  <a:lnTo>
                    <a:pt x="1257725" y="50956"/>
                  </a:lnTo>
                  <a:lnTo>
                    <a:pt x="1267469" y="38849"/>
                  </a:lnTo>
                  <a:lnTo>
                    <a:pt x="1277227" y="14294"/>
                  </a:lnTo>
                  <a:lnTo>
                    <a:pt x="1286971" y="19755"/>
                  </a:lnTo>
                  <a:lnTo>
                    <a:pt x="1296715" y="47872"/>
                  </a:lnTo>
                  <a:lnTo>
                    <a:pt x="1306474" y="69544"/>
                  </a:lnTo>
                  <a:lnTo>
                    <a:pt x="1316218" y="61050"/>
                  </a:lnTo>
                  <a:lnTo>
                    <a:pt x="1325977" y="77044"/>
                  </a:lnTo>
                  <a:lnTo>
                    <a:pt x="1335721" y="103597"/>
                  </a:lnTo>
                  <a:lnTo>
                    <a:pt x="1345465" y="101455"/>
                  </a:lnTo>
                  <a:lnTo>
                    <a:pt x="1355224" y="77487"/>
                  </a:lnTo>
                  <a:lnTo>
                    <a:pt x="1364967" y="99638"/>
                  </a:lnTo>
                  <a:lnTo>
                    <a:pt x="1374726" y="116433"/>
                  </a:lnTo>
                  <a:lnTo>
                    <a:pt x="1384470" y="132439"/>
                  </a:lnTo>
                  <a:lnTo>
                    <a:pt x="1394214" y="109589"/>
                  </a:lnTo>
                  <a:lnTo>
                    <a:pt x="1403973" y="102235"/>
                  </a:lnTo>
                  <a:lnTo>
                    <a:pt x="1413717" y="95949"/>
                  </a:lnTo>
                  <a:lnTo>
                    <a:pt x="1423476" y="79328"/>
                  </a:lnTo>
                  <a:lnTo>
                    <a:pt x="1433220" y="142711"/>
                  </a:lnTo>
                  <a:lnTo>
                    <a:pt x="1442964" y="119082"/>
                  </a:lnTo>
                  <a:lnTo>
                    <a:pt x="1452722" y="145317"/>
                  </a:lnTo>
                  <a:lnTo>
                    <a:pt x="1462466" y="128277"/>
                  </a:lnTo>
                  <a:lnTo>
                    <a:pt x="1472225" y="111903"/>
                  </a:lnTo>
                  <a:lnTo>
                    <a:pt x="1481969" y="127385"/>
                  </a:lnTo>
                  <a:lnTo>
                    <a:pt x="1491713" y="120218"/>
                  </a:lnTo>
                  <a:lnTo>
                    <a:pt x="1501472" y="154994"/>
                  </a:lnTo>
                  <a:lnTo>
                    <a:pt x="1511216" y="130199"/>
                  </a:lnTo>
                  <a:lnTo>
                    <a:pt x="1520960" y="110102"/>
                  </a:lnTo>
                  <a:lnTo>
                    <a:pt x="1530719" y="108310"/>
                  </a:lnTo>
                  <a:lnTo>
                    <a:pt x="1540463" y="95829"/>
                  </a:lnTo>
                  <a:lnTo>
                    <a:pt x="1550221" y="100836"/>
                  </a:lnTo>
                  <a:lnTo>
                    <a:pt x="1559965" y="103180"/>
                  </a:lnTo>
                  <a:lnTo>
                    <a:pt x="1569709" y="110947"/>
                  </a:lnTo>
                  <a:lnTo>
                    <a:pt x="1579468" y="79379"/>
                  </a:lnTo>
                  <a:lnTo>
                    <a:pt x="1589212" y="48875"/>
                  </a:lnTo>
                  <a:lnTo>
                    <a:pt x="1598971" y="32791"/>
                  </a:lnTo>
                  <a:lnTo>
                    <a:pt x="1608715" y="0"/>
                  </a:lnTo>
                  <a:lnTo>
                    <a:pt x="1618459" y="14678"/>
                  </a:lnTo>
                  <a:lnTo>
                    <a:pt x="1628218" y="8060"/>
                  </a:lnTo>
                  <a:lnTo>
                    <a:pt x="1637962" y="17806"/>
                  </a:lnTo>
                  <a:lnTo>
                    <a:pt x="1647720" y="40698"/>
                  </a:lnTo>
                  <a:lnTo>
                    <a:pt x="1657464" y="40372"/>
                  </a:lnTo>
                  <a:lnTo>
                    <a:pt x="1667208" y="62209"/>
                  </a:lnTo>
                  <a:lnTo>
                    <a:pt x="1676967" y="73948"/>
                  </a:lnTo>
                  <a:lnTo>
                    <a:pt x="1686711" y="49482"/>
                  </a:lnTo>
                  <a:lnTo>
                    <a:pt x="1696470" y="6432"/>
                  </a:lnTo>
                  <a:lnTo>
                    <a:pt x="1706214" y="15414"/>
                  </a:lnTo>
                  <a:lnTo>
                    <a:pt x="1715958" y="26151"/>
                  </a:lnTo>
                  <a:lnTo>
                    <a:pt x="1725716" y="20717"/>
                  </a:lnTo>
                  <a:lnTo>
                    <a:pt x="1735460" y="40534"/>
                  </a:lnTo>
                  <a:lnTo>
                    <a:pt x="1745219" y="62717"/>
                  </a:lnTo>
                  <a:lnTo>
                    <a:pt x="1754963" y="65527"/>
                  </a:lnTo>
                  <a:lnTo>
                    <a:pt x="1764707" y="69651"/>
                  </a:lnTo>
                  <a:lnTo>
                    <a:pt x="1774466" y="54666"/>
                  </a:lnTo>
                  <a:lnTo>
                    <a:pt x="1784210" y="82126"/>
                  </a:lnTo>
                  <a:lnTo>
                    <a:pt x="1793969" y="79955"/>
                  </a:lnTo>
                  <a:lnTo>
                    <a:pt x="1803713" y="52848"/>
                  </a:lnTo>
                  <a:lnTo>
                    <a:pt x="1813457" y="94016"/>
                  </a:lnTo>
                  <a:lnTo>
                    <a:pt x="1823215" y="105419"/>
                  </a:lnTo>
                  <a:lnTo>
                    <a:pt x="1832959" y="115863"/>
                  </a:lnTo>
                  <a:lnTo>
                    <a:pt x="1842703" y="110996"/>
                  </a:lnTo>
                  <a:lnTo>
                    <a:pt x="1852462" y="116395"/>
                  </a:lnTo>
                  <a:lnTo>
                    <a:pt x="1862206" y="102578"/>
                  </a:lnTo>
                  <a:lnTo>
                    <a:pt x="1871965" y="61072"/>
                  </a:lnTo>
                  <a:lnTo>
                    <a:pt x="1881709" y="67932"/>
                  </a:lnTo>
                  <a:lnTo>
                    <a:pt x="1891453" y="116078"/>
                  </a:lnTo>
                  <a:lnTo>
                    <a:pt x="1901212" y="176139"/>
                  </a:lnTo>
                  <a:lnTo>
                    <a:pt x="1910956" y="176955"/>
                  </a:lnTo>
                  <a:lnTo>
                    <a:pt x="1920714" y="157664"/>
                  </a:lnTo>
                  <a:lnTo>
                    <a:pt x="1930458" y="124993"/>
                  </a:lnTo>
                  <a:lnTo>
                    <a:pt x="1940202" y="124772"/>
                  </a:lnTo>
                  <a:lnTo>
                    <a:pt x="1949961" y="145118"/>
                  </a:lnTo>
                  <a:lnTo>
                    <a:pt x="1959705" y="116975"/>
                  </a:lnTo>
                  <a:lnTo>
                    <a:pt x="1969464" y="134028"/>
                  </a:lnTo>
                  <a:lnTo>
                    <a:pt x="1979208" y="129052"/>
                  </a:lnTo>
                  <a:lnTo>
                    <a:pt x="1988952" y="119280"/>
                  </a:lnTo>
                  <a:lnTo>
                    <a:pt x="1998711" y="140159"/>
                  </a:lnTo>
                  <a:lnTo>
                    <a:pt x="2008454" y="146420"/>
                  </a:lnTo>
                  <a:lnTo>
                    <a:pt x="2018213" y="174419"/>
                  </a:lnTo>
                  <a:lnTo>
                    <a:pt x="2027957" y="166505"/>
                  </a:lnTo>
                  <a:lnTo>
                    <a:pt x="2037701" y="183625"/>
                  </a:lnTo>
                  <a:lnTo>
                    <a:pt x="2047460" y="149361"/>
                  </a:lnTo>
                  <a:lnTo>
                    <a:pt x="2057204" y="125382"/>
                  </a:lnTo>
                  <a:lnTo>
                    <a:pt x="2066963" y="115363"/>
                  </a:lnTo>
                  <a:lnTo>
                    <a:pt x="2076707" y="139085"/>
                  </a:lnTo>
                  <a:lnTo>
                    <a:pt x="2086451" y="101388"/>
                  </a:lnTo>
                  <a:lnTo>
                    <a:pt x="2096210" y="86016"/>
                  </a:lnTo>
                  <a:lnTo>
                    <a:pt x="2105954" y="85666"/>
                  </a:lnTo>
                  <a:lnTo>
                    <a:pt x="2115697" y="98506"/>
                  </a:lnTo>
                  <a:lnTo>
                    <a:pt x="2125456" y="92055"/>
                  </a:lnTo>
                  <a:lnTo>
                    <a:pt x="2135200" y="103947"/>
                  </a:lnTo>
                  <a:lnTo>
                    <a:pt x="2144959" y="123727"/>
                  </a:lnTo>
                  <a:lnTo>
                    <a:pt x="2154703" y="111970"/>
                  </a:lnTo>
                  <a:lnTo>
                    <a:pt x="2164447" y="81852"/>
                  </a:lnTo>
                  <a:lnTo>
                    <a:pt x="2174206" y="93317"/>
                  </a:lnTo>
                  <a:lnTo>
                    <a:pt x="2183950" y="108216"/>
                  </a:lnTo>
                  <a:lnTo>
                    <a:pt x="2193709" y="122616"/>
                  </a:lnTo>
                  <a:lnTo>
                    <a:pt x="2203452" y="126691"/>
                  </a:lnTo>
                  <a:lnTo>
                    <a:pt x="2213196" y="136914"/>
                  </a:lnTo>
                  <a:lnTo>
                    <a:pt x="2222955" y="136539"/>
                  </a:lnTo>
                  <a:lnTo>
                    <a:pt x="2232699" y="125095"/>
                  </a:lnTo>
                  <a:lnTo>
                    <a:pt x="2242458" y="122514"/>
                  </a:lnTo>
                  <a:lnTo>
                    <a:pt x="2252202" y="119366"/>
                  </a:lnTo>
                  <a:lnTo>
                    <a:pt x="2261946" y="109899"/>
                  </a:lnTo>
                  <a:lnTo>
                    <a:pt x="2271705" y="82455"/>
                  </a:lnTo>
                  <a:lnTo>
                    <a:pt x="2281449" y="84744"/>
                  </a:lnTo>
                  <a:lnTo>
                    <a:pt x="2291208" y="89026"/>
                  </a:lnTo>
                  <a:lnTo>
                    <a:pt x="2300951" y="107204"/>
                  </a:lnTo>
                  <a:lnTo>
                    <a:pt x="2310695" y="123076"/>
                  </a:lnTo>
                  <a:lnTo>
                    <a:pt x="2320454" y="98309"/>
                  </a:lnTo>
                  <a:lnTo>
                    <a:pt x="2330198" y="125677"/>
                  </a:lnTo>
                  <a:lnTo>
                    <a:pt x="2339957" y="100333"/>
                  </a:lnTo>
                  <a:lnTo>
                    <a:pt x="2349701" y="87147"/>
                  </a:lnTo>
                  <a:lnTo>
                    <a:pt x="2359445" y="135700"/>
                  </a:lnTo>
                  <a:lnTo>
                    <a:pt x="2369204" y="159638"/>
                  </a:lnTo>
                  <a:lnTo>
                    <a:pt x="2378948" y="135530"/>
                  </a:lnTo>
                  <a:lnTo>
                    <a:pt x="2388692" y="94078"/>
                  </a:lnTo>
                  <a:lnTo>
                    <a:pt x="2398450" y="103467"/>
                  </a:lnTo>
                  <a:lnTo>
                    <a:pt x="2408194" y="63760"/>
                  </a:lnTo>
                  <a:lnTo>
                    <a:pt x="2417953" y="48842"/>
                  </a:lnTo>
                  <a:lnTo>
                    <a:pt x="2427697" y="44295"/>
                  </a:lnTo>
                  <a:lnTo>
                    <a:pt x="2437441" y="5599"/>
                  </a:lnTo>
                  <a:lnTo>
                    <a:pt x="2447200" y="35510"/>
                  </a:lnTo>
                  <a:lnTo>
                    <a:pt x="2456944" y="20167"/>
                  </a:lnTo>
                  <a:lnTo>
                    <a:pt x="2466703" y="45031"/>
                  </a:lnTo>
                  <a:lnTo>
                    <a:pt x="2476446" y="50743"/>
                  </a:lnTo>
                  <a:lnTo>
                    <a:pt x="2486190" y="38194"/>
                  </a:lnTo>
                  <a:lnTo>
                    <a:pt x="2495949" y="54076"/>
                  </a:lnTo>
                  <a:lnTo>
                    <a:pt x="2505693" y="54556"/>
                  </a:lnTo>
                  <a:lnTo>
                    <a:pt x="2515452" y="50426"/>
                  </a:lnTo>
                  <a:lnTo>
                    <a:pt x="2525196" y="37617"/>
                  </a:lnTo>
                  <a:lnTo>
                    <a:pt x="2534940" y="54325"/>
                  </a:lnTo>
                  <a:lnTo>
                    <a:pt x="2544699" y="76466"/>
                  </a:lnTo>
                  <a:lnTo>
                    <a:pt x="2554443" y="55926"/>
                  </a:lnTo>
                  <a:lnTo>
                    <a:pt x="2564202" y="50707"/>
                  </a:lnTo>
                  <a:lnTo>
                    <a:pt x="2573946" y="30756"/>
                  </a:lnTo>
                  <a:lnTo>
                    <a:pt x="2583690" y="17241"/>
                  </a:lnTo>
                  <a:lnTo>
                    <a:pt x="2593448" y="34382"/>
                  </a:lnTo>
                  <a:lnTo>
                    <a:pt x="2603192" y="66059"/>
                  </a:lnTo>
                  <a:lnTo>
                    <a:pt x="2612951" y="81129"/>
                  </a:lnTo>
                  <a:lnTo>
                    <a:pt x="2622695" y="102605"/>
                  </a:lnTo>
                  <a:lnTo>
                    <a:pt x="2632439" y="77849"/>
                  </a:lnTo>
                  <a:lnTo>
                    <a:pt x="2642198" y="114160"/>
                  </a:lnTo>
                  <a:lnTo>
                    <a:pt x="2651942" y="117012"/>
                  </a:lnTo>
                  <a:lnTo>
                    <a:pt x="2661685" y="126069"/>
                  </a:lnTo>
                  <a:lnTo>
                    <a:pt x="2671444" y="157427"/>
                  </a:lnTo>
                  <a:lnTo>
                    <a:pt x="2681188" y="147264"/>
                  </a:lnTo>
                  <a:lnTo>
                    <a:pt x="2690947" y="127513"/>
                  </a:lnTo>
                  <a:lnTo>
                    <a:pt x="2700691" y="138420"/>
                  </a:lnTo>
                  <a:lnTo>
                    <a:pt x="2710435" y="145414"/>
                  </a:lnTo>
                  <a:lnTo>
                    <a:pt x="2720194" y="137850"/>
                  </a:lnTo>
                  <a:lnTo>
                    <a:pt x="2729938" y="138237"/>
                  </a:lnTo>
                  <a:lnTo>
                    <a:pt x="2739697" y="172912"/>
                  </a:lnTo>
                  <a:lnTo>
                    <a:pt x="2749441" y="181549"/>
                  </a:lnTo>
                  <a:lnTo>
                    <a:pt x="2759185" y="159860"/>
                  </a:lnTo>
                  <a:lnTo>
                    <a:pt x="2768943" y="177737"/>
                  </a:lnTo>
                  <a:lnTo>
                    <a:pt x="2778687" y="178223"/>
                  </a:lnTo>
                  <a:lnTo>
                    <a:pt x="2788446" y="166258"/>
                  </a:lnTo>
                  <a:lnTo>
                    <a:pt x="2798190" y="131078"/>
                  </a:lnTo>
                  <a:lnTo>
                    <a:pt x="2807934" y="101867"/>
                  </a:lnTo>
                  <a:lnTo>
                    <a:pt x="2817693" y="129413"/>
                  </a:lnTo>
                  <a:lnTo>
                    <a:pt x="2827437" y="141738"/>
                  </a:lnTo>
                  <a:lnTo>
                    <a:pt x="2837196" y="159565"/>
                  </a:lnTo>
                  <a:lnTo>
                    <a:pt x="2846940" y="139790"/>
                  </a:lnTo>
                  <a:lnTo>
                    <a:pt x="2856684" y="148826"/>
                  </a:lnTo>
                  <a:lnTo>
                    <a:pt x="2866442" y="188058"/>
                  </a:lnTo>
                  <a:lnTo>
                    <a:pt x="2876186" y="144626"/>
                  </a:lnTo>
                  <a:lnTo>
                    <a:pt x="2885945" y="167235"/>
                  </a:lnTo>
                  <a:lnTo>
                    <a:pt x="2895689" y="179741"/>
                  </a:lnTo>
                  <a:lnTo>
                    <a:pt x="2905433" y="199517"/>
                  </a:lnTo>
                  <a:lnTo>
                    <a:pt x="2915192" y="19125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1" name="Freeform 1060">
              <a:extLst>
                <a:ext uri="{FF2B5EF4-FFF2-40B4-BE49-F238E27FC236}">
                  <a16:creationId xmlns:a16="http://schemas.microsoft.com/office/drawing/2014/main" id="{CE36B433-7E36-B5B3-6A92-D09D7E036FC0}"/>
                </a:ext>
              </a:extLst>
            </p:cNvPr>
            <p:cNvSpPr/>
            <p:nvPr/>
          </p:nvSpPr>
          <p:spPr>
            <a:xfrm>
              <a:off x="4426652" y="3212369"/>
              <a:ext cx="2915191" cy="469918"/>
            </a:xfrm>
            <a:custGeom>
              <a:avLst/>
              <a:gdLst>
                <a:gd name="connsiteX0" fmla="*/ 0 w 2915191"/>
                <a:gd name="connsiteY0" fmla="*/ 431221 h 469918"/>
                <a:gd name="connsiteX1" fmla="*/ 9750 w 2915191"/>
                <a:gd name="connsiteY1" fmla="*/ 413396 h 469918"/>
                <a:gd name="connsiteX2" fmla="*/ 19500 w 2915191"/>
                <a:gd name="connsiteY2" fmla="*/ 422012 h 469918"/>
                <a:gd name="connsiteX3" fmla="*/ 29250 w 2915191"/>
                <a:gd name="connsiteY3" fmla="*/ 459838 h 469918"/>
                <a:gd name="connsiteX4" fmla="*/ 39000 w 2915191"/>
                <a:gd name="connsiteY4" fmla="*/ 469918 h 469918"/>
                <a:gd name="connsiteX5" fmla="*/ 48749 w 2915191"/>
                <a:gd name="connsiteY5" fmla="*/ 469197 h 469918"/>
                <a:gd name="connsiteX6" fmla="*/ 58499 w 2915191"/>
                <a:gd name="connsiteY6" fmla="*/ 439970 h 469918"/>
                <a:gd name="connsiteX7" fmla="*/ 68249 w 2915191"/>
                <a:gd name="connsiteY7" fmla="*/ 434076 h 469918"/>
                <a:gd name="connsiteX8" fmla="*/ 77998 w 2915191"/>
                <a:gd name="connsiteY8" fmla="*/ 428721 h 469918"/>
                <a:gd name="connsiteX9" fmla="*/ 87748 w 2915191"/>
                <a:gd name="connsiteY9" fmla="*/ 410021 h 469918"/>
                <a:gd name="connsiteX10" fmla="*/ 97497 w 2915191"/>
                <a:gd name="connsiteY10" fmla="*/ 394726 h 469918"/>
                <a:gd name="connsiteX11" fmla="*/ 107247 w 2915191"/>
                <a:gd name="connsiteY11" fmla="*/ 365906 h 469918"/>
                <a:gd name="connsiteX12" fmla="*/ 116997 w 2915191"/>
                <a:gd name="connsiteY12" fmla="*/ 361081 h 469918"/>
                <a:gd name="connsiteX13" fmla="*/ 126747 w 2915191"/>
                <a:gd name="connsiteY13" fmla="*/ 371870 h 469918"/>
                <a:gd name="connsiteX14" fmla="*/ 136497 w 2915191"/>
                <a:gd name="connsiteY14" fmla="*/ 390264 h 469918"/>
                <a:gd name="connsiteX15" fmla="*/ 146247 w 2915191"/>
                <a:gd name="connsiteY15" fmla="*/ 405830 h 469918"/>
                <a:gd name="connsiteX16" fmla="*/ 155997 w 2915191"/>
                <a:gd name="connsiteY16" fmla="*/ 405288 h 469918"/>
                <a:gd name="connsiteX17" fmla="*/ 165747 w 2915191"/>
                <a:gd name="connsiteY17" fmla="*/ 382959 h 469918"/>
                <a:gd name="connsiteX18" fmla="*/ 175497 w 2915191"/>
                <a:gd name="connsiteY18" fmla="*/ 342420 h 469918"/>
                <a:gd name="connsiteX19" fmla="*/ 185247 w 2915191"/>
                <a:gd name="connsiteY19" fmla="*/ 363492 h 469918"/>
                <a:gd name="connsiteX20" fmla="*/ 194996 w 2915191"/>
                <a:gd name="connsiteY20" fmla="*/ 383713 h 469918"/>
                <a:gd name="connsiteX21" fmla="*/ 204746 w 2915191"/>
                <a:gd name="connsiteY21" fmla="*/ 331571 h 469918"/>
                <a:gd name="connsiteX22" fmla="*/ 214495 w 2915191"/>
                <a:gd name="connsiteY22" fmla="*/ 339003 h 469918"/>
                <a:gd name="connsiteX23" fmla="*/ 224245 w 2915191"/>
                <a:gd name="connsiteY23" fmla="*/ 319261 h 469918"/>
                <a:gd name="connsiteX24" fmla="*/ 233995 w 2915191"/>
                <a:gd name="connsiteY24" fmla="*/ 307168 h 469918"/>
                <a:gd name="connsiteX25" fmla="*/ 243744 w 2915191"/>
                <a:gd name="connsiteY25" fmla="*/ 292913 h 469918"/>
                <a:gd name="connsiteX26" fmla="*/ 253494 w 2915191"/>
                <a:gd name="connsiteY26" fmla="*/ 285891 h 469918"/>
                <a:gd name="connsiteX27" fmla="*/ 263244 w 2915191"/>
                <a:gd name="connsiteY27" fmla="*/ 297582 h 469918"/>
                <a:gd name="connsiteX28" fmla="*/ 272994 w 2915191"/>
                <a:gd name="connsiteY28" fmla="*/ 307685 h 469918"/>
                <a:gd name="connsiteX29" fmla="*/ 282744 w 2915191"/>
                <a:gd name="connsiteY29" fmla="*/ 327399 h 469918"/>
                <a:gd name="connsiteX30" fmla="*/ 292494 w 2915191"/>
                <a:gd name="connsiteY30" fmla="*/ 320501 h 469918"/>
                <a:gd name="connsiteX31" fmla="*/ 302244 w 2915191"/>
                <a:gd name="connsiteY31" fmla="*/ 297632 h 469918"/>
                <a:gd name="connsiteX32" fmla="*/ 311994 w 2915191"/>
                <a:gd name="connsiteY32" fmla="*/ 303367 h 469918"/>
                <a:gd name="connsiteX33" fmla="*/ 321744 w 2915191"/>
                <a:gd name="connsiteY33" fmla="*/ 271562 h 469918"/>
                <a:gd name="connsiteX34" fmla="*/ 331493 w 2915191"/>
                <a:gd name="connsiteY34" fmla="*/ 308451 h 469918"/>
                <a:gd name="connsiteX35" fmla="*/ 341243 w 2915191"/>
                <a:gd name="connsiteY35" fmla="*/ 330276 h 469918"/>
                <a:gd name="connsiteX36" fmla="*/ 350993 w 2915191"/>
                <a:gd name="connsiteY36" fmla="*/ 341154 h 469918"/>
                <a:gd name="connsiteX37" fmla="*/ 360742 w 2915191"/>
                <a:gd name="connsiteY37" fmla="*/ 367528 h 469918"/>
                <a:gd name="connsiteX38" fmla="*/ 370492 w 2915191"/>
                <a:gd name="connsiteY38" fmla="*/ 348521 h 469918"/>
                <a:gd name="connsiteX39" fmla="*/ 380241 w 2915191"/>
                <a:gd name="connsiteY39" fmla="*/ 327745 h 469918"/>
                <a:gd name="connsiteX40" fmla="*/ 389991 w 2915191"/>
                <a:gd name="connsiteY40" fmla="*/ 324881 h 469918"/>
                <a:gd name="connsiteX41" fmla="*/ 399741 w 2915191"/>
                <a:gd name="connsiteY41" fmla="*/ 329320 h 469918"/>
                <a:gd name="connsiteX42" fmla="*/ 409491 w 2915191"/>
                <a:gd name="connsiteY42" fmla="*/ 364013 h 469918"/>
                <a:gd name="connsiteX43" fmla="*/ 419241 w 2915191"/>
                <a:gd name="connsiteY43" fmla="*/ 362254 h 469918"/>
                <a:gd name="connsiteX44" fmla="*/ 428991 w 2915191"/>
                <a:gd name="connsiteY44" fmla="*/ 369709 h 469918"/>
                <a:gd name="connsiteX45" fmla="*/ 438741 w 2915191"/>
                <a:gd name="connsiteY45" fmla="*/ 367005 h 469918"/>
                <a:gd name="connsiteX46" fmla="*/ 448491 w 2915191"/>
                <a:gd name="connsiteY46" fmla="*/ 374318 h 469918"/>
                <a:gd name="connsiteX47" fmla="*/ 458241 w 2915191"/>
                <a:gd name="connsiteY47" fmla="*/ 375408 h 469918"/>
                <a:gd name="connsiteX48" fmla="*/ 467991 w 2915191"/>
                <a:gd name="connsiteY48" fmla="*/ 416955 h 469918"/>
                <a:gd name="connsiteX49" fmla="*/ 477740 w 2915191"/>
                <a:gd name="connsiteY49" fmla="*/ 414086 h 469918"/>
                <a:gd name="connsiteX50" fmla="*/ 487490 w 2915191"/>
                <a:gd name="connsiteY50" fmla="*/ 403572 h 469918"/>
                <a:gd name="connsiteX51" fmla="*/ 497239 w 2915191"/>
                <a:gd name="connsiteY51" fmla="*/ 366537 h 469918"/>
                <a:gd name="connsiteX52" fmla="*/ 506989 w 2915191"/>
                <a:gd name="connsiteY52" fmla="*/ 377625 h 469918"/>
                <a:gd name="connsiteX53" fmla="*/ 516738 w 2915191"/>
                <a:gd name="connsiteY53" fmla="*/ 363955 h 469918"/>
                <a:gd name="connsiteX54" fmla="*/ 526488 w 2915191"/>
                <a:gd name="connsiteY54" fmla="*/ 392494 h 469918"/>
                <a:gd name="connsiteX55" fmla="*/ 536238 w 2915191"/>
                <a:gd name="connsiteY55" fmla="*/ 370690 h 469918"/>
                <a:gd name="connsiteX56" fmla="*/ 545988 w 2915191"/>
                <a:gd name="connsiteY56" fmla="*/ 376841 h 469918"/>
                <a:gd name="connsiteX57" fmla="*/ 555738 w 2915191"/>
                <a:gd name="connsiteY57" fmla="*/ 338670 h 469918"/>
                <a:gd name="connsiteX58" fmla="*/ 565488 w 2915191"/>
                <a:gd name="connsiteY58" fmla="*/ 355545 h 469918"/>
                <a:gd name="connsiteX59" fmla="*/ 575238 w 2915191"/>
                <a:gd name="connsiteY59" fmla="*/ 364405 h 469918"/>
                <a:gd name="connsiteX60" fmla="*/ 584988 w 2915191"/>
                <a:gd name="connsiteY60" fmla="*/ 364641 h 469918"/>
                <a:gd name="connsiteX61" fmla="*/ 594738 w 2915191"/>
                <a:gd name="connsiteY61" fmla="*/ 356270 h 469918"/>
                <a:gd name="connsiteX62" fmla="*/ 604488 w 2915191"/>
                <a:gd name="connsiteY62" fmla="*/ 363049 h 469918"/>
                <a:gd name="connsiteX63" fmla="*/ 614237 w 2915191"/>
                <a:gd name="connsiteY63" fmla="*/ 343822 h 469918"/>
                <a:gd name="connsiteX64" fmla="*/ 623987 w 2915191"/>
                <a:gd name="connsiteY64" fmla="*/ 318789 h 469918"/>
                <a:gd name="connsiteX65" fmla="*/ 633736 w 2915191"/>
                <a:gd name="connsiteY65" fmla="*/ 314900 h 469918"/>
                <a:gd name="connsiteX66" fmla="*/ 643486 w 2915191"/>
                <a:gd name="connsiteY66" fmla="*/ 322748 h 469918"/>
                <a:gd name="connsiteX67" fmla="*/ 653236 w 2915191"/>
                <a:gd name="connsiteY67" fmla="*/ 330100 h 469918"/>
                <a:gd name="connsiteX68" fmla="*/ 662985 w 2915191"/>
                <a:gd name="connsiteY68" fmla="*/ 351220 h 469918"/>
                <a:gd name="connsiteX69" fmla="*/ 672735 w 2915191"/>
                <a:gd name="connsiteY69" fmla="*/ 316501 h 469918"/>
                <a:gd name="connsiteX70" fmla="*/ 682485 w 2915191"/>
                <a:gd name="connsiteY70" fmla="*/ 308042 h 469918"/>
                <a:gd name="connsiteX71" fmla="*/ 692235 w 2915191"/>
                <a:gd name="connsiteY71" fmla="*/ 313031 h 469918"/>
                <a:gd name="connsiteX72" fmla="*/ 701985 w 2915191"/>
                <a:gd name="connsiteY72" fmla="*/ 313685 h 469918"/>
                <a:gd name="connsiteX73" fmla="*/ 711735 w 2915191"/>
                <a:gd name="connsiteY73" fmla="*/ 284009 h 469918"/>
                <a:gd name="connsiteX74" fmla="*/ 721485 w 2915191"/>
                <a:gd name="connsiteY74" fmla="*/ 292917 h 469918"/>
                <a:gd name="connsiteX75" fmla="*/ 731235 w 2915191"/>
                <a:gd name="connsiteY75" fmla="*/ 274606 h 469918"/>
                <a:gd name="connsiteX76" fmla="*/ 740985 w 2915191"/>
                <a:gd name="connsiteY76" fmla="*/ 297337 h 469918"/>
                <a:gd name="connsiteX77" fmla="*/ 750734 w 2915191"/>
                <a:gd name="connsiteY77" fmla="*/ 306272 h 469918"/>
                <a:gd name="connsiteX78" fmla="*/ 760484 w 2915191"/>
                <a:gd name="connsiteY78" fmla="*/ 311252 h 469918"/>
                <a:gd name="connsiteX79" fmla="*/ 770233 w 2915191"/>
                <a:gd name="connsiteY79" fmla="*/ 278082 h 469918"/>
                <a:gd name="connsiteX80" fmla="*/ 779983 w 2915191"/>
                <a:gd name="connsiteY80" fmla="*/ 261912 h 469918"/>
                <a:gd name="connsiteX81" fmla="*/ 789733 w 2915191"/>
                <a:gd name="connsiteY81" fmla="*/ 246593 h 469918"/>
                <a:gd name="connsiteX82" fmla="*/ 799482 w 2915191"/>
                <a:gd name="connsiteY82" fmla="*/ 259251 h 469918"/>
                <a:gd name="connsiteX83" fmla="*/ 809232 w 2915191"/>
                <a:gd name="connsiteY83" fmla="*/ 255275 h 469918"/>
                <a:gd name="connsiteX84" fmla="*/ 818982 w 2915191"/>
                <a:gd name="connsiteY84" fmla="*/ 239038 h 469918"/>
                <a:gd name="connsiteX85" fmla="*/ 828732 w 2915191"/>
                <a:gd name="connsiteY85" fmla="*/ 268842 h 469918"/>
                <a:gd name="connsiteX86" fmla="*/ 838482 w 2915191"/>
                <a:gd name="connsiteY86" fmla="*/ 259554 h 469918"/>
                <a:gd name="connsiteX87" fmla="*/ 848232 w 2915191"/>
                <a:gd name="connsiteY87" fmla="*/ 272829 h 469918"/>
                <a:gd name="connsiteX88" fmla="*/ 857982 w 2915191"/>
                <a:gd name="connsiteY88" fmla="*/ 311408 h 469918"/>
                <a:gd name="connsiteX89" fmla="*/ 867732 w 2915191"/>
                <a:gd name="connsiteY89" fmla="*/ 291877 h 469918"/>
                <a:gd name="connsiteX90" fmla="*/ 877482 w 2915191"/>
                <a:gd name="connsiteY90" fmla="*/ 292576 h 469918"/>
                <a:gd name="connsiteX91" fmla="*/ 887231 w 2915191"/>
                <a:gd name="connsiteY91" fmla="*/ 306305 h 469918"/>
                <a:gd name="connsiteX92" fmla="*/ 896981 w 2915191"/>
                <a:gd name="connsiteY92" fmla="*/ 275749 h 469918"/>
                <a:gd name="connsiteX93" fmla="*/ 906730 w 2915191"/>
                <a:gd name="connsiteY93" fmla="*/ 248631 h 469918"/>
                <a:gd name="connsiteX94" fmla="*/ 916480 w 2915191"/>
                <a:gd name="connsiteY94" fmla="*/ 223619 h 469918"/>
                <a:gd name="connsiteX95" fmla="*/ 926230 w 2915191"/>
                <a:gd name="connsiteY95" fmla="*/ 239888 h 469918"/>
                <a:gd name="connsiteX96" fmla="*/ 935979 w 2915191"/>
                <a:gd name="connsiteY96" fmla="*/ 243382 h 469918"/>
                <a:gd name="connsiteX97" fmla="*/ 945729 w 2915191"/>
                <a:gd name="connsiteY97" fmla="*/ 233546 h 469918"/>
                <a:gd name="connsiteX98" fmla="*/ 955479 w 2915191"/>
                <a:gd name="connsiteY98" fmla="*/ 253692 h 469918"/>
                <a:gd name="connsiteX99" fmla="*/ 965229 w 2915191"/>
                <a:gd name="connsiteY99" fmla="*/ 234617 h 469918"/>
                <a:gd name="connsiteX100" fmla="*/ 974979 w 2915191"/>
                <a:gd name="connsiteY100" fmla="*/ 241653 h 469918"/>
                <a:gd name="connsiteX101" fmla="*/ 984729 w 2915191"/>
                <a:gd name="connsiteY101" fmla="*/ 240365 h 469918"/>
                <a:gd name="connsiteX102" fmla="*/ 994474 w 2915191"/>
                <a:gd name="connsiteY102" fmla="*/ 247658 h 469918"/>
                <a:gd name="connsiteX103" fmla="*/ 1004233 w 2915191"/>
                <a:gd name="connsiteY103" fmla="*/ 268091 h 469918"/>
                <a:gd name="connsiteX104" fmla="*/ 1013977 w 2915191"/>
                <a:gd name="connsiteY104" fmla="*/ 287011 h 469918"/>
                <a:gd name="connsiteX105" fmla="*/ 1023721 w 2915191"/>
                <a:gd name="connsiteY105" fmla="*/ 248388 h 469918"/>
                <a:gd name="connsiteX106" fmla="*/ 1033480 w 2915191"/>
                <a:gd name="connsiteY106" fmla="*/ 273840 h 469918"/>
                <a:gd name="connsiteX107" fmla="*/ 1043224 w 2915191"/>
                <a:gd name="connsiteY107" fmla="*/ 261939 h 469918"/>
                <a:gd name="connsiteX108" fmla="*/ 1052983 w 2915191"/>
                <a:gd name="connsiteY108" fmla="*/ 277705 h 469918"/>
                <a:gd name="connsiteX109" fmla="*/ 1062727 w 2915191"/>
                <a:gd name="connsiteY109" fmla="*/ 313221 h 469918"/>
                <a:gd name="connsiteX110" fmla="*/ 1072471 w 2915191"/>
                <a:gd name="connsiteY110" fmla="*/ 303807 h 469918"/>
                <a:gd name="connsiteX111" fmla="*/ 1082230 w 2915191"/>
                <a:gd name="connsiteY111" fmla="*/ 302169 h 469918"/>
                <a:gd name="connsiteX112" fmla="*/ 1091973 w 2915191"/>
                <a:gd name="connsiteY112" fmla="*/ 292589 h 469918"/>
                <a:gd name="connsiteX113" fmla="*/ 1101732 w 2915191"/>
                <a:gd name="connsiteY113" fmla="*/ 306924 h 469918"/>
                <a:gd name="connsiteX114" fmla="*/ 1111476 w 2915191"/>
                <a:gd name="connsiteY114" fmla="*/ 298516 h 469918"/>
                <a:gd name="connsiteX115" fmla="*/ 1121220 w 2915191"/>
                <a:gd name="connsiteY115" fmla="*/ 318031 h 469918"/>
                <a:gd name="connsiteX116" fmla="*/ 1130979 w 2915191"/>
                <a:gd name="connsiteY116" fmla="*/ 300997 h 469918"/>
                <a:gd name="connsiteX117" fmla="*/ 1140723 w 2915191"/>
                <a:gd name="connsiteY117" fmla="*/ 321991 h 469918"/>
                <a:gd name="connsiteX118" fmla="*/ 1150482 w 2915191"/>
                <a:gd name="connsiteY118" fmla="*/ 300885 h 469918"/>
                <a:gd name="connsiteX119" fmla="*/ 1160226 w 2915191"/>
                <a:gd name="connsiteY119" fmla="*/ 323129 h 469918"/>
                <a:gd name="connsiteX120" fmla="*/ 1169969 w 2915191"/>
                <a:gd name="connsiteY120" fmla="*/ 324272 h 469918"/>
                <a:gd name="connsiteX121" fmla="*/ 1179728 w 2915191"/>
                <a:gd name="connsiteY121" fmla="*/ 332161 h 469918"/>
                <a:gd name="connsiteX122" fmla="*/ 1189472 w 2915191"/>
                <a:gd name="connsiteY122" fmla="*/ 352666 h 469918"/>
                <a:gd name="connsiteX123" fmla="*/ 1199231 w 2915191"/>
                <a:gd name="connsiteY123" fmla="*/ 351293 h 469918"/>
                <a:gd name="connsiteX124" fmla="*/ 1208975 w 2915191"/>
                <a:gd name="connsiteY124" fmla="*/ 364203 h 469918"/>
                <a:gd name="connsiteX125" fmla="*/ 1218719 w 2915191"/>
                <a:gd name="connsiteY125" fmla="*/ 336417 h 469918"/>
                <a:gd name="connsiteX126" fmla="*/ 1228478 w 2915191"/>
                <a:gd name="connsiteY126" fmla="*/ 330228 h 469918"/>
                <a:gd name="connsiteX127" fmla="*/ 1238222 w 2915191"/>
                <a:gd name="connsiteY127" fmla="*/ 308772 h 469918"/>
                <a:gd name="connsiteX128" fmla="*/ 1247966 w 2915191"/>
                <a:gd name="connsiteY128" fmla="*/ 300013 h 469918"/>
                <a:gd name="connsiteX129" fmla="*/ 1257725 w 2915191"/>
                <a:gd name="connsiteY129" fmla="*/ 288940 h 469918"/>
                <a:gd name="connsiteX130" fmla="*/ 1267469 w 2915191"/>
                <a:gd name="connsiteY130" fmla="*/ 280914 h 469918"/>
                <a:gd name="connsiteX131" fmla="*/ 1277227 w 2915191"/>
                <a:gd name="connsiteY131" fmla="*/ 238256 h 469918"/>
                <a:gd name="connsiteX132" fmla="*/ 1286971 w 2915191"/>
                <a:gd name="connsiteY132" fmla="*/ 221409 h 469918"/>
                <a:gd name="connsiteX133" fmla="*/ 1296715 w 2915191"/>
                <a:gd name="connsiteY133" fmla="*/ 218434 h 469918"/>
                <a:gd name="connsiteX134" fmla="*/ 1306474 w 2915191"/>
                <a:gd name="connsiteY134" fmla="*/ 237609 h 469918"/>
                <a:gd name="connsiteX135" fmla="*/ 1316218 w 2915191"/>
                <a:gd name="connsiteY135" fmla="*/ 245859 h 469918"/>
                <a:gd name="connsiteX136" fmla="*/ 1325977 w 2915191"/>
                <a:gd name="connsiteY136" fmla="*/ 256735 h 469918"/>
                <a:gd name="connsiteX137" fmla="*/ 1335721 w 2915191"/>
                <a:gd name="connsiteY137" fmla="*/ 260716 h 469918"/>
                <a:gd name="connsiteX138" fmla="*/ 1345465 w 2915191"/>
                <a:gd name="connsiteY138" fmla="*/ 257951 h 469918"/>
                <a:gd name="connsiteX139" fmla="*/ 1355224 w 2915191"/>
                <a:gd name="connsiteY139" fmla="*/ 275941 h 469918"/>
                <a:gd name="connsiteX140" fmla="*/ 1364967 w 2915191"/>
                <a:gd name="connsiteY140" fmla="*/ 286198 h 469918"/>
                <a:gd name="connsiteX141" fmla="*/ 1374726 w 2915191"/>
                <a:gd name="connsiteY141" fmla="*/ 299113 h 469918"/>
                <a:gd name="connsiteX142" fmla="*/ 1384470 w 2915191"/>
                <a:gd name="connsiteY142" fmla="*/ 323327 h 469918"/>
                <a:gd name="connsiteX143" fmla="*/ 1394214 w 2915191"/>
                <a:gd name="connsiteY143" fmla="*/ 320990 h 469918"/>
                <a:gd name="connsiteX144" fmla="*/ 1403973 w 2915191"/>
                <a:gd name="connsiteY144" fmla="*/ 347727 h 469918"/>
                <a:gd name="connsiteX145" fmla="*/ 1413717 w 2915191"/>
                <a:gd name="connsiteY145" fmla="*/ 337484 h 469918"/>
                <a:gd name="connsiteX146" fmla="*/ 1423476 w 2915191"/>
                <a:gd name="connsiteY146" fmla="*/ 301473 h 469918"/>
                <a:gd name="connsiteX147" fmla="*/ 1433220 w 2915191"/>
                <a:gd name="connsiteY147" fmla="*/ 292939 h 469918"/>
                <a:gd name="connsiteX148" fmla="*/ 1442964 w 2915191"/>
                <a:gd name="connsiteY148" fmla="*/ 307421 h 469918"/>
                <a:gd name="connsiteX149" fmla="*/ 1452722 w 2915191"/>
                <a:gd name="connsiteY149" fmla="*/ 345685 h 469918"/>
                <a:gd name="connsiteX150" fmla="*/ 1462466 w 2915191"/>
                <a:gd name="connsiteY150" fmla="*/ 342997 h 469918"/>
                <a:gd name="connsiteX151" fmla="*/ 1472225 w 2915191"/>
                <a:gd name="connsiteY151" fmla="*/ 336333 h 469918"/>
                <a:gd name="connsiteX152" fmla="*/ 1481969 w 2915191"/>
                <a:gd name="connsiteY152" fmla="*/ 322697 h 469918"/>
                <a:gd name="connsiteX153" fmla="*/ 1491713 w 2915191"/>
                <a:gd name="connsiteY153" fmla="*/ 333046 h 469918"/>
                <a:gd name="connsiteX154" fmla="*/ 1501472 w 2915191"/>
                <a:gd name="connsiteY154" fmla="*/ 369659 h 469918"/>
                <a:gd name="connsiteX155" fmla="*/ 1511216 w 2915191"/>
                <a:gd name="connsiteY155" fmla="*/ 340464 h 469918"/>
                <a:gd name="connsiteX156" fmla="*/ 1520960 w 2915191"/>
                <a:gd name="connsiteY156" fmla="*/ 332144 h 469918"/>
                <a:gd name="connsiteX157" fmla="*/ 1530719 w 2915191"/>
                <a:gd name="connsiteY157" fmla="*/ 340618 h 469918"/>
                <a:gd name="connsiteX158" fmla="*/ 1540463 w 2915191"/>
                <a:gd name="connsiteY158" fmla="*/ 359141 h 469918"/>
                <a:gd name="connsiteX159" fmla="*/ 1550221 w 2915191"/>
                <a:gd name="connsiteY159" fmla="*/ 338326 h 469918"/>
                <a:gd name="connsiteX160" fmla="*/ 1559965 w 2915191"/>
                <a:gd name="connsiteY160" fmla="*/ 339844 h 469918"/>
                <a:gd name="connsiteX161" fmla="*/ 1569709 w 2915191"/>
                <a:gd name="connsiteY161" fmla="*/ 381114 h 469918"/>
                <a:gd name="connsiteX162" fmla="*/ 1579468 w 2915191"/>
                <a:gd name="connsiteY162" fmla="*/ 382844 h 469918"/>
                <a:gd name="connsiteX163" fmla="*/ 1589212 w 2915191"/>
                <a:gd name="connsiteY163" fmla="*/ 382089 h 469918"/>
                <a:gd name="connsiteX164" fmla="*/ 1598971 w 2915191"/>
                <a:gd name="connsiteY164" fmla="*/ 375003 h 469918"/>
                <a:gd name="connsiteX165" fmla="*/ 1608715 w 2915191"/>
                <a:gd name="connsiteY165" fmla="*/ 363081 h 469918"/>
                <a:gd name="connsiteX166" fmla="*/ 1618459 w 2915191"/>
                <a:gd name="connsiteY166" fmla="*/ 342936 h 469918"/>
                <a:gd name="connsiteX167" fmla="*/ 1628218 w 2915191"/>
                <a:gd name="connsiteY167" fmla="*/ 353748 h 469918"/>
                <a:gd name="connsiteX168" fmla="*/ 1637962 w 2915191"/>
                <a:gd name="connsiteY168" fmla="*/ 351507 h 469918"/>
                <a:gd name="connsiteX169" fmla="*/ 1647720 w 2915191"/>
                <a:gd name="connsiteY169" fmla="*/ 355587 h 469918"/>
                <a:gd name="connsiteX170" fmla="*/ 1657464 w 2915191"/>
                <a:gd name="connsiteY170" fmla="*/ 336996 h 469918"/>
                <a:gd name="connsiteX171" fmla="*/ 1667208 w 2915191"/>
                <a:gd name="connsiteY171" fmla="*/ 320336 h 469918"/>
                <a:gd name="connsiteX172" fmla="*/ 1676967 w 2915191"/>
                <a:gd name="connsiteY172" fmla="*/ 286792 h 469918"/>
                <a:gd name="connsiteX173" fmla="*/ 1686711 w 2915191"/>
                <a:gd name="connsiteY173" fmla="*/ 275850 h 469918"/>
                <a:gd name="connsiteX174" fmla="*/ 1696470 w 2915191"/>
                <a:gd name="connsiteY174" fmla="*/ 293349 h 469918"/>
                <a:gd name="connsiteX175" fmla="*/ 1706214 w 2915191"/>
                <a:gd name="connsiteY175" fmla="*/ 302873 h 469918"/>
                <a:gd name="connsiteX176" fmla="*/ 1715958 w 2915191"/>
                <a:gd name="connsiteY176" fmla="*/ 327088 h 469918"/>
                <a:gd name="connsiteX177" fmla="*/ 1725716 w 2915191"/>
                <a:gd name="connsiteY177" fmla="*/ 355248 h 469918"/>
                <a:gd name="connsiteX178" fmla="*/ 1735460 w 2915191"/>
                <a:gd name="connsiteY178" fmla="*/ 301731 h 469918"/>
                <a:gd name="connsiteX179" fmla="*/ 1745219 w 2915191"/>
                <a:gd name="connsiteY179" fmla="*/ 280616 h 469918"/>
                <a:gd name="connsiteX180" fmla="*/ 1754963 w 2915191"/>
                <a:gd name="connsiteY180" fmla="*/ 312940 h 469918"/>
                <a:gd name="connsiteX181" fmla="*/ 1764707 w 2915191"/>
                <a:gd name="connsiteY181" fmla="*/ 288316 h 469918"/>
                <a:gd name="connsiteX182" fmla="*/ 1774466 w 2915191"/>
                <a:gd name="connsiteY182" fmla="*/ 287492 h 469918"/>
                <a:gd name="connsiteX183" fmla="*/ 1784210 w 2915191"/>
                <a:gd name="connsiteY183" fmla="*/ 304447 h 469918"/>
                <a:gd name="connsiteX184" fmla="*/ 1793969 w 2915191"/>
                <a:gd name="connsiteY184" fmla="*/ 305177 h 469918"/>
                <a:gd name="connsiteX185" fmla="*/ 1803713 w 2915191"/>
                <a:gd name="connsiteY185" fmla="*/ 272684 h 469918"/>
                <a:gd name="connsiteX186" fmla="*/ 1813457 w 2915191"/>
                <a:gd name="connsiteY186" fmla="*/ 256580 h 469918"/>
                <a:gd name="connsiteX187" fmla="*/ 1823215 w 2915191"/>
                <a:gd name="connsiteY187" fmla="*/ 238419 h 469918"/>
                <a:gd name="connsiteX188" fmla="*/ 1832959 w 2915191"/>
                <a:gd name="connsiteY188" fmla="*/ 255623 h 469918"/>
                <a:gd name="connsiteX189" fmla="*/ 1842703 w 2915191"/>
                <a:gd name="connsiteY189" fmla="*/ 238403 h 469918"/>
                <a:gd name="connsiteX190" fmla="*/ 1852462 w 2915191"/>
                <a:gd name="connsiteY190" fmla="*/ 236573 h 469918"/>
                <a:gd name="connsiteX191" fmla="*/ 1862206 w 2915191"/>
                <a:gd name="connsiteY191" fmla="*/ 239029 h 469918"/>
                <a:gd name="connsiteX192" fmla="*/ 1871965 w 2915191"/>
                <a:gd name="connsiteY192" fmla="*/ 241192 h 469918"/>
                <a:gd name="connsiteX193" fmla="*/ 1881709 w 2915191"/>
                <a:gd name="connsiteY193" fmla="*/ 252678 h 469918"/>
                <a:gd name="connsiteX194" fmla="*/ 1891453 w 2915191"/>
                <a:gd name="connsiteY194" fmla="*/ 256099 h 469918"/>
                <a:gd name="connsiteX195" fmla="*/ 1901212 w 2915191"/>
                <a:gd name="connsiteY195" fmla="*/ 294237 h 469918"/>
                <a:gd name="connsiteX196" fmla="*/ 1910956 w 2915191"/>
                <a:gd name="connsiteY196" fmla="*/ 255321 h 469918"/>
                <a:gd name="connsiteX197" fmla="*/ 1920714 w 2915191"/>
                <a:gd name="connsiteY197" fmla="*/ 241712 h 469918"/>
                <a:gd name="connsiteX198" fmla="*/ 1930458 w 2915191"/>
                <a:gd name="connsiteY198" fmla="*/ 211625 h 469918"/>
                <a:gd name="connsiteX199" fmla="*/ 1940202 w 2915191"/>
                <a:gd name="connsiteY199" fmla="*/ 209073 h 469918"/>
                <a:gd name="connsiteX200" fmla="*/ 1949961 w 2915191"/>
                <a:gd name="connsiteY200" fmla="*/ 187879 h 469918"/>
                <a:gd name="connsiteX201" fmla="*/ 1959705 w 2915191"/>
                <a:gd name="connsiteY201" fmla="*/ 192285 h 469918"/>
                <a:gd name="connsiteX202" fmla="*/ 1969464 w 2915191"/>
                <a:gd name="connsiteY202" fmla="*/ 185093 h 469918"/>
                <a:gd name="connsiteX203" fmla="*/ 1979208 w 2915191"/>
                <a:gd name="connsiteY203" fmla="*/ 203011 h 469918"/>
                <a:gd name="connsiteX204" fmla="*/ 1988952 w 2915191"/>
                <a:gd name="connsiteY204" fmla="*/ 180397 h 469918"/>
                <a:gd name="connsiteX205" fmla="*/ 1998711 w 2915191"/>
                <a:gd name="connsiteY205" fmla="*/ 181534 h 469918"/>
                <a:gd name="connsiteX206" fmla="*/ 2008454 w 2915191"/>
                <a:gd name="connsiteY206" fmla="*/ 155346 h 469918"/>
                <a:gd name="connsiteX207" fmla="*/ 2018213 w 2915191"/>
                <a:gd name="connsiteY207" fmla="*/ 183496 h 469918"/>
                <a:gd name="connsiteX208" fmla="*/ 2027957 w 2915191"/>
                <a:gd name="connsiteY208" fmla="*/ 232202 h 469918"/>
                <a:gd name="connsiteX209" fmla="*/ 2037701 w 2915191"/>
                <a:gd name="connsiteY209" fmla="*/ 232312 h 469918"/>
                <a:gd name="connsiteX210" fmla="*/ 2047460 w 2915191"/>
                <a:gd name="connsiteY210" fmla="*/ 212020 h 469918"/>
                <a:gd name="connsiteX211" fmla="*/ 2057204 w 2915191"/>
                <a:gd name="connsiteY211" fmla="*/ 188010 h 469918"/>
                <a:gd name="connsiteX212" fmla="*/ 2066963 w 2915191"/>
                <a:gd name="connsiteY212" fmla="*/ 140818 h 469918"/>
                <a:gd name="connsiteX213" fmla="*/ 2076707 w 2915191"/>
                <a:gd name="connsiteY213" fmla="*/ 161794 h 469918"/>
                <a:gd name="connsiteX214" fmla="*/ 2086451 w 2915191"/>
                <a:gd name="connsiteY214" fmla="*/ 150962 h 469918"/>
                <a:gd name="connsiteX215" fmla="*/ 2096210 w 2915191"/>
                <a:gd name="connsiteY215" fmla="*/ 171748 h 469918"/>
                <a:gd name="connsiteX216" fmla="*/ 2105954 w 2915191"/>
                <a:gd name="connsiteY216" fmla="*/ 187776 h 469918"/>
                <a:gd name="connsiteX217" fmla="*/ 2115697 w 2915191"/>
                <a:gd name="connsiteY217" fmla="*/ 214638 h 469918"/>
                <a:gd name="connsiteX218" fmla="*/ 2125456 w 2915191"/>
                <a:gd name="connsiteY218" fmla="*/ 197145 h 469918"/>
                <a:gd name="connsiteX219" fmla="*/ 2135200 w 2915191"/>
                <a:gd name="connsiteY219" fmla="*/ 214091 h 469918"/>
                <a:gd name="connsiteX220" fmla="*/ 2144959 w 2915191"/>
                <a:gd name="connsiteY220" fmla="*/ 215998 h 469918"/>
                <a:gd name="connsiteX221" fmla="*/ 2154703 w 2915191"/>
                <a:gd name="connsiteY221" fmla="*/ 203678 h 469918"/>
                <a:gd name="connsiteX222" fmla="*/ 2164447 w 2915191"/>
                <a:gd name="connsiteY222" fmla="*/ 177877 h 469918"/>
                <a:gd name="connsiteX223" fmla="*/ 2174206 w 2915191"/>
                <a:gd name="connsiteY223" fmla="*/ 173902 h 469918"/>
                <a:gd name="connsiteX224" fmla="*/ 2183950 w 2915191"/>
                <a:gd name="connsiteY224" fmla="*/ 196515 h 469918"/>
                <a:gd name="connsiteX225" fmla="*/ 2193709 w 2915191"/>
                <a:gd name="connsiteY225" fmla="*/ 186169 h 469918"/>
                <a:gd name="connsiteX226" fmla="*/ 2203452 w 2915191"/>
                <a:gd name="connsiteY226" fmla="*/ 174710 h 469918"/>
                <a:gd name="connsiteX227" fmla="*/ 2213196 w 2915191"/>
                <a:gd name="connsiteY227" fmla="*/ 195339 h 469918"/>
                <a:gd name="connsiteX228" fmla="*/ 2222955 w 2915191"/>
                <a:gd name="connsiteY228" fmla="*/ 206902 h 469918"/>
                <a:gd name="connsiteX229" fmla="*/ 2232699 w 2915191"/>
                <a:gd name="connsiteY229" fmla="*/ 186622 h 469918"/>
                <a:gd name="connsiteX230" fmla="*/ 2242458 w 2915191"/>
                <a:gd name="connsiteY230" fmla="*/ 177365 h 469918"/>
                <a:gd name="connsiteX231" fmla="*/ 2252202 w 2915191"/>
                <a:gd name="connsiteY231" fmla="*/ 186665 h 469918"/>
                <a:gd name="connsiteX232" fmla="*/ 2261946 w 2915191"/>
                <a:gd name="connsiteY232" fmla="*/ 163646 h 469918"/>
                <a:gd name="connsiteX233" fmla="*/ 2271705 w 2915191"/>
                <a:gd name="connsiteY233" fmla="*/ 178581 h 469918"/>
                <a:gd name="connsiteX234" fmla="*/ 2281449 w 2915191"/>
                <a:gd name="connsiteY234" fmla="*/ 125491 h 469918"/>
                <a:gd name="connsiteX235" fmla="*/ 2291208 w 2915191"/>
                <a:gd name="connsiteY235" fmla="*/ 101148 h 469918"/>
                <a:gd name="connsiteX236" fmla="*/ 2300951 w 2915191"/>
                <a:gd name="connsiteY236" fmla="*/ 83418 h 469918"/>
                <a:gd name="connsiteX237" fmla="*/ 2310695 w 2915191"/>
                <a:gd name="connsiteY237" fmla="*/ 22687 h 469918"/>
                <a:gd name="connsiteX238" fmla="*/ 2320454 w 2915191"/>
                <a:gd name="connsiteY238" fmla="*/ 30498 h 469918"/>
                <a:gd name="connsiteX239" fmla="*/ 2330198 w 2915191"/>
                <a:gd name="connsiteY239" fmla="*/ 38545 h 469918"/>
                <a:gd name="connsiteX240" fmla="*/ 2339957 w 2915191"/>
                <a:gd name="connsiteY240" fmla="*/ 3644 h 469918"/>
                <a:gd name="connsiteX241" fmla="*/ 2349701 w 2915191"/>
                <a:gd name="connsiteY241" fmla="*/ 0 h 469918"/>
                <a:gd name="connsiteX242" fmla="*/ 2359445 w 2915191"/>
                <a:gd name="connsiteY242" fmla="*/ 43052 h 469918"/>
                <a:gd name="connsiteX243" fmla="*/ 2369204 w 2915191"/>
                <a:gd name="connsiteY243" fmla="*/ 41623 h 469918"/>
                <a:gd name="connsiteX244" fmla="*/ 2378948 w 2915191"/>
                <a:gd name="connsiteY244" fmla="*/ 68412 h 469918"/>
                <a:gd name="connsiteX245" fmla="*/ 2388692 w 2915191"/>
                <a:gd name="connsiteY245" fmla="*/ 57622 h 469918"/>
                <a:gd name="connsiteX246" fmla="*/ 2398450 w 2915191"/>
                <a:gd name="connsiteY246" fmla="*/ 63642 h 469918"/>
                <a:gd name="connsiteX247" fmla="*/ 2408194 w 2915191"/>
                <a:gd name="connsiteY247" fmla="*/ 82591 h 469918"/>
                <a:gd name="connsiteX248" fmla="*/ 2417953 w 2915191"/>
                <a:gd name="connsiteY248" fmla="*/ 88151 h 469918"/>
                <a:gd name="connsiteX249" fmla="*/ 2427697 w 2915191"/>
                <a:gd name="connsiteY249" fmla="*/ 93184 h 469918"/>
                <a:gd name="connsiteX250" fmla="*/ 2437441 w 2915191"/>
                <a:gd name="connsiteY250" fmla="*/ 108584 h 469918"/>
                <a:gd name="connsiteX251" fmla="*/ 2447200 w 2915191"/>
                <a:gd name="connsiteY251" fmla="*/ 106011 h 469918"/>
                <a:gd name="connsiteX252" fmla="*/ 2456944 w 2915191"/>
                <a:gd name="connsiteY252" fmla="*/ 118103 h 469918"/>
                <a:gd name="connsiteX253" fmla="*/ 2466703 w 2915191"/>
                <a:gd name="connsiteY253" fmla="*/ 101027 h 469918"/>
                <a:gd name="connsiteX254" fmla="*/ 2476446 w 2915191"/>
                <a:gd name="connsiteY254" fmla="*/ 106684 h 469918"/>
                <a:gd name="connsiteX255" fmla="*/ 2486190 w 2915191"/>
                <a:gd name="connsiteY255" fmla="*/ 163090 h 469918"/>
                <a:gd name="connsiteX256" fmla="*/ 2495949 w 2915191"/>
                <a:gd name="connsiteY256" fmla="*/ 171028 h 469918"/>
                <a:gd name="connsiteX257" fmla="*/ 2505693 w 2915191"/>
                <a:gd name="connsiteY257" fmla="*/ 139183 h 469918"/>
                <a:gd name="connsiteX258" fmla="*/ 2515452 w 2915191"/>
                <a:gd name="connsiteY258" fmla="*/ 163348 h 469918"/>
                <a:gd name="connsiteX259" fmla="*/ 2525196 w 2915191"/>
                <a:gd name="connsiteY259" fmla="*/ 146204 h 469918"/>
                <a:gd name="connsiteX260" fmla="*/ 2534940 w 2915191"/>
                <a:gd name="connsiteY260" fmla="*/ 171174 h 469918"/>
                <a:gd name="connsiteX261" fmla="*/ 2544699 w 2915191"/>
                <a:gd name="connsiteY261" fmla="*/ 148990 h 469918"/>
                <a:gd name="connsiteX262" fmla="*/ 2554443 w 2915191"/>
                <a:gd name="connsiteY262" fmla="*/ 154131 h 469918"/>
                <a:gd name="connsiteX263" fmla="*/ 2564202 w 2915191"/>
                <a:gd name="connsiteY263" fmla="*/ 150213 h 469918"/>
                <a:gd name="connsiteX264" fmla="*/ 2573946 w 2915191"/>
                <a:gd name="connsiteY264" fmla="*/ 166837 h 469918"/>
                <a:gd name="connsiteX265" fmla="*/ 2583690 w 2915191"/>
                <a:gd name="connsiteY265" fmla="*/ 182002 h 469918"/>
                <a:gd name="connsiteX266" fmla="*/ 2593448 w 2915191"/>
                <a:gd name="connsiteY266" fmla="*/ 168607 h 469918"/>
                <a:gd name="connsiteX267" fmla="*/ 2603192 w 2915191"/>
                <a:gd name="connsiteY267" fmla="*/ 164674 h 469918"/>
                <a:gd name="connsiteX268" fmla="*/ 2612951 w 2915191"/>
                <a:gd name="connsiteY268" fmla="*/ 145319 h 469918"/>
                <a:gd name="connsiteX269" fmla="*/ 2622695 w 2915191"/>
                <a:gd name="connsiteY269" fmla="*/ 119819 h 469918"/>
                <a:gd name="connsiteX270" fmla="*/ 2632439 w 2915191"/>
                <a:gd name="connsiteY270" fmla="*/ 99679 h 469918"/>
                <a:gd name="connsiteX271" fmla="*/ 2642198 w 2915191"/>
                <a:gd name="connsiteY271" fmla="*/ 125083 h 469918"/>
                <a:gd name="connsiteX272" fmla="*/ 2651942 w 2915191"/>
                <a:gd name="connsiteY272" fmla="*/ 130697 h 469918"/>
                <a:gd name="connsiteX273" fmla="*/ 2661685 w 2915191"/>
                <a:gd name="connsiteY273" fmla="*/ 106406 h 469918"/>
                <a:gd name="connsiteX274" fmla="*/ 2671444 w 2915191"/>
                <a:gd name="connsiteY274" fmla="*/ 96379 h 469918"/>
                <a:gd name="connsiteX275" fmla="*/ 2681188 w 2915191"/>
                <a:gd name="connsiteY275" fmla="*/ 121264 h 469918"/>
                <a:gd name="connsiteX276" fmla="*/ 2690947 w 2915191"/>
                <a:gd name="connsiteY276" fmla="*/ 74683 h 469918"/>
                <a:gd name="connsiteX277" fmla="*/ 2700691 w 2915191"/>
                <a:gd name="connsiteY277" fmla="*/ 86837 h 469918"/>
                <a:gd name="connsiteX278" fmla="*/ 2710435 w 2915191"/>
                <a:gd name="connsiteY278" fmla="*/ 142781 h 469918"/>
                <a:gd name="connsiteX279" fmla="*/ 2720194 w 2915191"/>
                <a:gd name="connsiteY279" fmla="*/ 184573 h 469918"/>
                <a:gd name="connsiteX280" fmla="*/ 2729938 w 2915191"/>
                <a:gd name="connsiteY280" fmla="*/ 159540 h 469918"/>
                <a:gd name="connsiteX281" fmla="*/ 2739697 w 2915191"/>
                <a:gd name="connsiteY281" fmla="*/ 178849 h 469918"/>
                <a:gd name="connsiteX282" fmla="*/ 2749441 w 2915191"/>
                <a:gd name="connsiteY282" fmla="*/ 180401 h 469918"/>
                <a:gd name="connsiteX283" fmla="*/ 2759185 w 2915191"/>
                <a:gd name="connsiteY283" fmla="*/ 192145 h 469918"/>
                <a:gd name="connsiteX284" fmla="*/ 2768943 w 2915191"/>
                <a:gd name="connsiteY284" fmla="*/ 172036 h 469918"/>
                <a:gd name="connsiteX285" fmla="*/ 2778687 w 2915191"/>
                <a:gd name="connsiteY285" fmla="*/ 195271 h 469918"/>
                <a:gd name="connsiteX286" fmla="*/ 2788446 w 2915191"/>
                <a:gd name="connsiteY286" fmla="*/ 206382 h 469918"/>
                <a:gd name="connsiteX287" fmla="*/ 2798190 w 2915191"/>
                <a:gd name="connsiteY287" fmla="*/ 221922 h 469918"/>
                <a:gd name="connsiteX288" fmla="*/ 2807934 w 2915191"/>
                <a:gd name="connsiteY288" fmla="*/ 258833 h 469918"/>
                <a:gd name="connsiteX289" fmla="*/ 2817693 w 2915191"/>
                <a:gd name="connsiteY289" fmla="*/ 283084 h 469918"/>
                <a:gd name="connsiteX290" fmla="*/ 2827437 w 2915191"/>
                <a:gd name="connsiteY290" fmla="*/ 311965 h 469918"/>
                <a:gd name="connsiteX291" fmla="*/ 2837196 w 2915191"/>
                <a:gd name="connsiteY291" fmla="*/ 273058 h 469918"/>
                <a:gd name="connsiteX292" fmla="*/ 2846940 w 2915191"/>
                <a:gd name="connsiteY292" fmla="*/ 273317 h 469918"/>
                <a:gd name="connsiteX293" fmla="*/ 2856684 w 2915191"/>
                <a:gd name="connsiteY293" fmla="*/ 264056 h 469918"/>
                <a:gd name="connsiteX294" fmla="*/ 2866442 w 2915191"/>
                <a:gd name="connsiteY294" fmla="*/ 253576 h 469918"/>
                <a:gd name="connsiteX295" fmla="*/ 2876186 w 2915191"/>
                <a:gd name="connsiteY295" fmla="*/ 255427 h 469918"/>
                <a:gd name="connsiteX296" fmla="*/ 2885945 w 2915191"/>
                <a:gd name="connsiteY296" fmla="*/ 268910 h 469918"/>
                <a:gd name="connsiteX297" fmla="*/ 2895689 w 2915191"/>
                <a:gd name="connsiteY297" fmla="*/ 303235 h 469918"/>
                <a:gd name="connsiteX298" fmla="*/ 2905433 w 2915191"/>
                <a:gd name="connsiteY298" fmla="*/ 315189 h 469918"/>
                <a:gd name="connsiteX299" fmla="*/ 2915192 w 2915191"/>
                <a:gd name="connsiteY299" fmla="*/ 338417 h 469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69918">
                  <a:moveTo>
                    <a:pt x="0" y="431221"/>
                  </a:moveTo>
                  <a:lnTo>
                    <a:pt x="9750" y="413396"/>
                  </a:lnTo>
                  <a:lnTo>
                    <a:pt x="19500" y="422012"/>
                  </a:lnTo>
                  <a:lnTo>
                    <a:pt x="29250" y="459838"/>
                  </a:lnTo>
                  <a:lnTo>
                    <a:pt x="39000" y="469918"/>
                  </a:lnTo>
                  <a:lnTo>
                    <a:pt x="48749" y="469197"/>
                  </a:lnTo>
                  <a:lnTo>
                    <a:pt x="58499" y="439970"/>
                  </a:lnTo>
                  <a:lnTo>
                    <a:pt x="68249" y="434076"/>
                  </a:lnTo>
                  <a:lnTo>
                    <a:pt x="77998" y="428721"/>
                  </a:lnTo>
                  <a:lnTo>
                    <a:pt x="87748" y="410021"/>
                  </a:lnTo>
                  <a:lnTo>
                    <a:pt x="97497" y="394726"/>
                  </a:lnTo>
                  <a:lnTo>
                    <a:pt x="107247" y="365906"/>
                  </a:lnTo>
                  <a:lnTo>
                    <a:pt x="116997" y="361081"/>
                  </a:lnTo>
                  <a:lnTo>
                    <a:pt x="126747" y="371870"/>
                  </a:lnTo>
                  <a:lnTo>
                    <a:pt x="136497" y="390264"/>
                  </a:lnTo>
                  <a:lnTo>
                    <a:pt x="146247" y="405830"/>
                  </a:lnTo>
                  <a:lnTo>
                    <a:pt x="155997" y="405288"/>
                  </a:lnTo>
                  <a:lnTo>
                    <a:pt x="165747" y="382959"/>
                  </a:lnTo>
                  <a:lnTo>
                    <a:pt x="175497" y="342420"/>
                  </a:lnTo>
                  <a:lnTo>
                    <a:pt x="185247" y="363492"/>
                  </a:lnTo>
                  <a:lnTo>
                    <a:pt x="194996" y="383713"/>
                  </a:lnTo>
                  <a:lnTo>
                    <a:pt x="204746" y="331571"/>
                  </a:lnTo>
                  <a:lnTo>
                    <a:pt x="214495" y="339003"/>
                  </a:lnTo>
                  <a:lnTo>
                    <a:pt x="224245" y="319261"/>
                  </a:lnTo>
                  <a:lnTo>
                    <a:pt x="233995" y="307168"/>
                  </a:lnTo>
                  <a:lnTo>
                    <a:pt x="243744" y="292913"/>
                  </a:lnTo>
                  <a:lnTo>
                    <a:pt x="253494" y="285891"/>
                  </a:lnTo>
                  <a:lnTo>
                    <a:pt x="263244" y="297582"/>
                  </a:lnTo>
                  <a:lnTo>
                    <a:pt x="272994" y="307685"/>
                  </a:lnTo>
                  <a:lnTo>
                    <a:pt x="282744" y="327399"/>
                  </a:lnTo>
                  <a:lnTo>
                    <a:pt x="292494" y="320501"/>
                  </a:lnTo>
                  <a:lnTo>
                    <a:pt x="302244" y="297632"/>
                  </a:lnTo>
                  <a:lnTo>
                    <a:pt x="311994" y="303367"/>
                  </a:lnTo>
                  <a:lnTo>
                    <a:pt x="321744" y="271562"/>
                  </a:lnTo>
                  <a:lnTo>
                    <a:pt x="331493" y="308451"/>
                  </a:lnTo>
                  <a:lnTo>
                    <a:pt x="341243" y="330276"/>
                  </a:lnTo>
                  <a:lnTo>
                    <a:pt x="350993" y="341154"/>
                  </a:lnTo>
                  <a:lnTo>
                    <a:pt x="360742" y="367528"/>
                  </a:lnTo>
                  <a:lnTo>
                    <a:pt x="370492" y="348521"/>
                  </a:lnTo>
                  <a:lnTo>
                    <a:pt x="380241" y="327745"/>
                  </a:lnTo>
                  <a:lnTo>
                    <a:pt x="389991" y="324881"/>
                  </a:lnTo>
                  <a:lnTo>
                    <a:pt x="399741" y="329320"/>
                  </a:lnTo>
                  <a:lnTo>
                    <a:pt x="409491" y="364013"/>
                  </a:lnTo>
                  <a:lnTo>
                    <a:pt x="419241" y="362254"/>
                  </a:lnTo>
                  <a:lnTo>
                    <a:pt x="428991" y="369709"/>
                  </a:lnTo>
                  <a:lnTo>
                    <a:pt x="438741" y="367005"/>
                  </a:lnTo>
                  <a:lnTo>
                    <a:pt x="448491" y="374318"/>
                  </a:lnTo>
                  <a:lnTo>
                    <a:pt x="458241" y="375408"/>
                  </a:lnTo>
                  <a:lnTo>
                    <a:pt x="467991" y="416955"/>
                  </a:lnTo>
                  <a:lnTo>
                    <a:pt x="477740" y="414086"/>
                  </a:lnTo>
                  <a:lnTo>
                    <a:pt x="487490" y="403572"/>
                  </a:lnTo>
                  <a:lnTo>
                    <a:pt x="497239" y="366537"/>
                  </a:lnTo>
                  <a:lnTo>
                    <a:pt x="506989" y="377625"/>
                  </a:lnTo>
                  <a:lnTo>
                    <a:pt x="516738" y="363955"/>
                  </a:lnTo>
                  <a:lnTo>
                    <a:pt x="526488" y="392494"/>
                  </a:lnTo>
                  <a:lnTo>
                    <a:pt x="536238" y="370690"/>
                  </a:lnTo>
                  <a:lnTo>
                    <a:pt x="545988" y="376841"/>
                  </a:lnTo>
                  <a:lnTo>
                    <a:pt x="555738" y="338670"/>
                  </a:lnTo>
                  <a:lnTo>
                    <a:pt x="565488" y="355545"/>
                  </a:lnTo>
                  <a:lnTo>
                    <a:pt x="575238" y="364405"/>
                  </a:lnTo>
                  <a:lnTo>
                    <a:pt x="584988" y="364641"/>
                  </a:lnTo>
                  <a:lnTo>
                    <a:pt x="594738" y="356270"/>
                  </a:lnTo>
                  <a:lnTo>
                    <a:pt x="604488" y="363049"/>
                  </a:lnTo>
                  <a:lnTo>
                    <a:pt x="614237" y="343822"/>
                  </a:lnTo>
                  <a:lnTo>
                    <a:pt x="623987" y="318789"/>
                  </a:lnTo>
                  <a:lnTo>
                    <a:pt x="633736" y="314900"/>
                  </a:lnTo>
                  <a:lnTo>
                    <a:pt x="643486" y="322748"/>
                  </a:lnTo>
                  <a:lnTo>
                    <a:pt x="653236" y="330100"/>
                  </a:lnTo>
                  <a:lnTo>
                    <a:pt x="662985" y="351220"/>
                  </a:lnTo>
                  <a:lnTo>
                    <a:pt x="672735" y="316501"/>
                  </a:lnTo>
                  <a:lnTo>
                    <a:pt x="682485" y="308042"/>
                  </a:lnTo>
                  <a:lnTo>
                    <a:pt x="692235" y="313031"/>
                  </a:lnTo>
                  <a:lnTo>
                    <a:pt x="701985" y="313685"/>
                  </a:lnTo>
                  <a:lnTo>
                    <a:pt x="711735" y="284009"/>
                  </a:lnTo>
                  <a:lnTo>
                    <a:pt x="721485" y="292917"/>
                  </a:lnTo>
                  <a:lnTo>
                    <a:pt x="731235" y="274606"/>
                  </a:lnTo>
                  <a:lnTo>
                    <a:pt x="740985" y="297337"/>
                  </a:lnTo>
                  <a:lnTo>
                    <a:pt x="750734" y="306272"/>
                  </a:lnTo>
                  <a:lnTo>
                    <a:pt x="760484" y="311252"/>
                  </a:lnTo>
                  <a:lnTo>
                    <a:pt x="770233" y="278082"/>
                  </a:lnTo>
                  <a:lnTo>
                    <a:pt x="779983" y="261912"/>
                  </a:lnTo>
                  <a:lnTo>
                    <a:pt x="789733" y="246593"/>
                  </a:lnTo>
                  <a:lnTo>
                    <a:pt x="799482" y="259251"/>
                  </a:lnTo>
                  <a:lnTo>
                    <a:pt x="809232" y="255275"/>
                  </a:lnTo>
                  <a:lnTo>
                    <a:pt x="818982" y="239038"/>
                  </a:lnTo>
                  <a:lnTo>
                    <a:pt x="828732" y="268842"/>
                  </a:lnTo>
                  <a:lnTo>
                    <a:pt x="838482" y="259554"/>
                  </a:lnTo>
                  <a:lnTo>
                    <a:pt x="848232" y="272829"/>
                  </a:lnTo>
                  <a:lnTo>
                    <a:pt x="857982" y="311408"/>
                  </a:lnTo>
                  <a:lnTo>
                    <a:pt x="867732" y="291877"/>
                  </a:lnTo>
                  <a:lnTo>
                    <a:pt x="877482" y="292576"/>
                  </a:lnTo>
                  <a:lnTo>
                    <a:pt x="887231" y="306305"/>
                  </a:lnTo>
                  <a:lnTo>
                    <a:pt x="896981" y="275749"/>
                  </a:lnTo>
                  <a:lnTo>
                    <a:pt x="906730" y="248631"/>
                  </a:lnTo>
                  <a:lnTo>
                    <a:pt x="916480" y="223619"/>
                  </a:lnTo>
                  <a:lnTo>
                    <a:pt x="926230" y="239888"/>
                  </a:lnTo>
                  <a:lnTo>
                    <a:pt x="935979" y="243382"/>
                  </a:lnTo>
                  <a:lnTo>
                    <a:pt x="945729" y="233546"/>
                  </a:lnTo>
                  <a:lnTo>
                    <a:pt x="955479" y="253692"/>
                  </a:lnTo>
                  <a:lnTo>
                    <a:pt x="965229" y="234617"/>
                  </a:lnTo>
                  <a:lnTo>
                    <a:pt x="974979" y="241653"/>
                  </a:lnTo>
                  <a:lnTo>
                    <a:pt x="984729" y="240365"/>
                  </a:lnTo>
                  <a:lnTo>
                    <a:pt x="994474" y="247658"/>
                  </a:lnTo>
                  <a:lnTo>
                    <a:pt x="1004233" y="268091"/>
                  </a:lnTo>
                  <a:lnTo>
                    <a:pt x="1013977" y="287011"/>
                  </a:lnTo>
                  <a:lnTo>
                    <a:pt x="1023721" y="248388"/>
                  </a:lnTo>
                  <a:lnTo>
                    <a:pt x="1033480" y="273840"/>
                  </a:lnTo>
                  <a:lnTo>
                    <a:pt x="1043224" y="261939"/>
                  </a:lnTo>
                  <a:lnTo>
                    <a:pt x="1052983" y="277705"/>
                  </a:lnTo>
                  <a:lnTo>
                    <a:pt x="1062727" y="313221"/>
                  </a:lnTo>
                  <a:lnTo>
                    <a:pt x="1072471" y="303807"/>
                  </a:lnTo>
                  <a:lnTo>
                    <a:pt x="1082230" y="302169"/>
                  </a:lnTo>
                  <a:lnTo>
                    <a:pt x="1091973" y="292589"/>
                  </a:lnTo>
                  <a:lnTo>
                    <a:pt x="1101732" y="306924"/>
                  </a:lnTo>
                  <a:lnTo>
                    <a:pt x="1111476" y="298516"/>
                  </a:lnTo>
                  <a:lnTo>
                    <a:pt x="1121220" y="318031"/>
                  </a:lnTo>
                  <a:lnTo>
                    <a:pt x="1130979" y="300997"/>
                  </a:lnTo>
                  <a:lnTo>
                    <a:pt x="1140723" y="321991"/>
                  </a:lnTo>
                  <a:lnTo>
                    <a:pt x="1150482" y="300885"/>
                  </a:lnTo>
                  <a:lnTo>
                    <a:pt x="1160226" y="323129"/>
                  </a:lnTo>
                  <a:lnTo>
                    <a:pt x="1169969" y="324272"/>
                  </a:lnTo>
                  <a:lnTo>
                    <a:pt x="1179728" y="332161"/>
                  </a:lnTo>
                  <a:lnTo>
                    <a:pt x="1189472" y="352666"/>
                  </a:lnTo>
                  <a:lnTo>
                    <a:pt x="1199231" y="351293"/>
                  </a:lnTo>
                  <a:lnTo>
                    <a:pt x="1208975" y="364203"/>
                  </a:lnTo>
                  <a:lnTo>
                    <a:pt x="1218719" y="336417"/>
                  </a:lnTo>
                  <a:lnTo>
                    <a:pt x="1228478" y="330228"/>
                  </a:lnTo>
                  <a:lnTo>
                    <a:pt x="1238222" y="308772"/>
                  </a:lnTo>
                  <a:lnTo>
                    <a:pt x="1247966" y="300013"/>
                  </a:lnTo>
                  <a:lnTo>
                    <a:pt x="1257725" y="288940"/>
                  </a:lnTo>
                  <a:lnTo>
                    <a:pt x="1267469" y="280914"/>
                  </a:lnTo>
                  <a:lnTo>
                    <a:pt x="1277227" y="238256"/>
                  </a:lnTo>
                  <a:lnTo>
                    <a:pt x="1286971" y="221409"/>
                  </a:lnTo>
                  <a:lnTo>
                    <a:pt x="1296715" y="218434"/>
                  </a:lnTo>
                  <a:lnTo>
                    <a:pt x="1306474" y="237609"/>
                  </a:lnTo>
                  <a:lnTo>
                    <a:pt x="1316218" y="245859"/>
                  </a:lnTo>
                  <a:lnTo>
                    <a:pt x="1325977" y="256735"/>
                  </a:lnTo>
                  <a:lnTo>
                    <a:pt x="1335721" y="260716"/>
                  </a:lnTo>
                  <a:lnTo>
                    <a:pt x="1345465" y="257951"/>
                  </a:lnTo>
                  <a:lnTo>
                    <a:pt x="1355224" y="275941"/>
                  </a:lnTo>
                  <a:lnTo>
                    <a:pt x="1364967" y="286198"/>
                  </a:lnTo>
                  <a:lnTo>
                    <a:pt x="1374726" y="299113"/>
                  </a:lnTo>
                  <a:lnTo>
                    <a:pt x="1384470" y="323327"/>
                  </a:lnTo>
                  <a:lnTo>
                    <a:pt x="1394214" y="320990"/>
                  </a:lnTo>
                  <a:lnTo>
                    <a:pt x="1403973" y="347727"/>
                  </a:lnTo>
                  <a:lnTo>
                    <a:pt x="1413717" y="337484"/>
                  </a:lnTo>
                  <a:lnTo>
                    <a:pt x="1423476" y="301473"/>
                  </a:lnTo>
                  <a:lnTo>
                    <a:pt x="1433220" y="292939"/>
                  </a:lnTo>
                  <a:lnTo>
                    <a:pt x="1442964" y="307421"/>
                  </a:lnTo>
                  <a:lnTo>
                    <a:pt x="1452722" y="345685"/>
                  </a:lnTo>
                  <a:lnTo>
                    <a:pt x="1462466" y="342997"/>
                  </a:lnTo>
                  <a:lnTo>
                    <a:pt x="1472225" y="336333"/>
                  </a:lnTo>
                  <a:lnTo>
                    <a:pt x="1481969" y="322697"/>
                  </a:lnTo>
                  <a:lnTo>
                    <a:pt x="1491713" y="333046"/>
                  </a:lnTo>
                  <a:lnTo>
                    <a:pt x="1501472" y="369659"/>
                  </a:lnTo>
                  <a:lnTo>
                    <a:pt x="1511216" y="340464"/>
                  </a:lnTo>
                  <a:lnTo>
                    <a:pt x="1520960" y="332144"/>
                  </a:lnTo>
                  <a:lnTo>
                    <a:pt x="1530719" y="340618"/>
                  </a:lnTo>
                  <a:lnTo>
                    <a:pt x="1540463" y="359141"/>
                  </a:lnTo>
                  <a:lnTo>
                    <a:pt x="1550221" y="338326"/>
                  </a:lnTo>
                  <a:lnTo>
                    <a:pt x="1559965" y="339844"/>
                  </a:lnTo>
                  <a:lnTo>
                    <a:pt x="1569709" y="381114"/>
                  </a:lnTo>
                  <a:lnTo>
                    <a:pt x="1579468" y="382844"/>
                  </a:lnTo>
                  <a:lnTo>
                    <a:pt x="1589212" y="382089"/>
                  </a:lnTo>
                  <a:lnTo>
                    <a:pt x="1598971" y="375003"/>
                  </a:lnTo>
                  <a:lnTo>
                    <a:pt x="1608715" y="363081"/>
                  </a:lnTo>
                  <a:lnTo>
                    <a:pt x="1618459" y="342936"/>
                  </a:lnTo>
                  <a:lnTo>
                    <a:pt x="1628218" y="353748"/>
                  </a:lnTo>
                  <a:lnTo>
                    <a:pt x="1637962" y="351507"/>
                  </a:lnTo>
                  <a:lnTo>
                    <a:pt x="1647720" y="355587"/>
                  </a:lnTo>
                  <a:lnTo>
                    <a:pt x="1657464" y="336996"/>
                  </a:lnTo>
                  <a:lnTo>
                    <a:pt x="1667208" y="320336"/>
                  </a:lnTo>
                  <a:lnTo>
                    <a:pt x="1676967" y="286792"/>
                  </a:lnTo>
                  <a:lnTo>
                    <a:pt x="1686711" y="275850"/>
                  </a:lnTo>
                  <a:lnTo>
                    <a:pt x="1696470" y="293349"/>
                  </a:lnTo>
                  <a:lnTo>
                    <a:pt x="1706214" y="302873"/>
                  </a:lnTo>
                  <a:lnTo>
                    <a:pt x="1715958" y="327088"/>
                  </a:lnTo>
                  <a:lnTo>
                    <a:pt x="1725716" y="355248"/>
                  </a:lnTo>
                  <a:lnTo>
                    <a:pt x="1735460" y="301731"/>
                  </a:lnTo>
                  <a:lnTo>
                    <a:pt x="1745219" y="280616"/>
                  </a:lnTo>
                  <a:lnTo>
                    <a:pt x="1754963" y="312940"/>
                  </a:lnTo>
                  <a:lnTo>
                    <a:pt x="1764707" y="288316"/>
                  </a:lnTo>
                  <a:lnTo>
                    <a:pt x="1774466" y="287492"/>
                  </a:lnTo>
                  <a:lnTo>
                    <a:pt x="1784210" y="304447"/>
                  </a:lnTo>
                  <a:lnTo>
                    <a:pt x="1793969" y="305177"/>
                  </a:lnTo>
                  <a:lnTo>
                    <a:pt x="1803713" y="272684"/>
                  </a:lnTo>
                  <a:lnTo>
                    <a:pt x="1813457" y="256580"/>
                  </a:lnTo>
                  <a:lnTo>
                    <a:pt x="1823215" y="238419"/>
                  </a:lnTo>
                  <a:lnTo>
                    <a:pt x="1832959" y="255623"/>
                  </a:lnTo>
                  <a:lnTo>
                    <a:pt x="1842703" y="238403"/>
                  </a:lnTo>
                  <a:lnTo>
                    <a:pt x="1852462" y="236573"/>
                  </a:lnTo>
                  <a:lnTo>
                    <a:pt x="1862206" y="239029"/>
                  </a:lnTo>
                  <a:lnTo>
                    <a:pt x="1871965" y="241192"/>
                  </a:lnTo>
                  <a:lnTo>
                    <a:pt x="1881709" y="252678"/>
                  </a:lnTo>
                  <a:lnTo>
                    <a:pt x="1891453" y="256099"/>
                  </a:lnTo>
                  <a:lnTo>
                    <a:pt x="1901212" y="294237"/>
                  </a:lnTo>
                  <a:lnTo>
                    <a:pt x="1910956" y="255321"/>
                  </a:lnTo>
                  <a:lnTo>
                    <a:pt x="1920714" y="241712"/>
                  </a:lnTo>
                  <a:lnTo>
                    <a:pt x="1930458" y="211625"/>
                  </a:lnTo>
                  <a:lnTo>
                    <a:pt x="1940202" y="209073"/>
                  </a:lnTo>
                  <a:lnTo>
                    <a:pt x="1949961" y="187879"/>
                  </a:lnTo>
                  <a:lnTo>
                    <a:pt x="1959705" y="192285"/>
                  </a:lnTo>
                  <a:lnTo>
                    <a:pt x="1969464" y="185093"/>
                  </a:lnTo>
                  <a:lnTo>
                    <a:pt x="1979208" y="203011"/>
                  </a:lnTo>
                  <a:lnTo>
                    <a:pt x="1988952" y="180397"/>
                  </a:lnTo>
                  <a:lnTo>
                    <a:pt x="1998711" y="181534"/>
                  </a:lnTo>
                  <a:lnTo>
                    <a:pt x="2008454" y="155346"/>
                  </a:lnTo>
                  <a:lnTo>
                    <a:pt x="2018213" y="183496"/>
                  </a:lnTo>
                  <a:lnTo>
                    <a:pt x="2027957" y="232202"/>
                  </a:lnTo>
                  <a:lnTo>
                    <a:pt x="2037701" y="232312"/>
                  </a:lnTo>
                  <a:lnTo>
                    <a:pt x="2047460" y="212020"/>
                  </a:lnTo>
                  <a:lnTo>
                    <a:pt x="2057204" y="188010"/>
                  </a:lnTo>
                  <a:lnTo>
                    <a:pt x="2066963" y="140818"/>
                  </a:lnTo>
                  <a:lnTo>
                    <a:pt x="2076707" y="161794"/>
                  </a:lnTo>
                  <a:lnTo>
                    <a:pt x="2086451" y="150962"/>
                  </a:lnTo>
                  <a:lnTo>
                    <a:pt x="2096210" y="171748"/>
                  </a:lnTo>
                  <a:lnTo>
                    <a:pt x="2105954" y="187776"/>
                  </a:lnTo>
                  <a:lnTo>
                    <a:pt x="2115697" y="214638"/>
                  </a:lnTo>
                  <a:lnTo>
                    <a:pt x="2125456" y="197145"/>
                  </a:lnTo>
                  <a:lnTo>
                    <a:pt x="2135200" y="214091"/>
                  </a:lnTo>
                  <a:lnTo>
                    <a:pt x="2144959" y="215998"/>
                  </a:lnTo>
                  <a:lnTo>
                    <a:pt x="2154703" y="203678"/>
                  </a:lnTo>
                  <a:lnTo>
                    <a:pt x="2164447" y="177877"/>
                  </a:lnTo>
                  <a:lnTo>
                    <a:pt x="2174206" y="173902"/>
                  </a:lnTo>
                  <a:lnTo>
                    <a:pt x="2183950" y="196515"/>
                  </a:lnTo>
                  <a:lnTo>
                    <a:pt x="2193709" y="186169"/>
                  </a:lnTo>
                  <a:lnTo>
                    <a:pt x="2203452" y="174710"/>
                  </a:lnTo>
                  <a:lnTo>
                    <a:pt x="2213196" y="195339"/>
                  </a:lnTo>
                  <a:lnTo>
                    <a:pt x="2222955" y="206902"/>
                  </a:lnTo>
                  <a:lnTo>
                    <a:pt x="2232699" y="186622"/>
                  </a:lnTo>
                  <a:lnTo>
                    <a:pt x="2242458" y="177365"/>
                  </a:lnTo>
                  <a:lnTo>
                    <a:pt x="2252202" y="186665"/>
                  </a:lnTo>
                  <a:lnTo>
                    <a:pt x="2261946" y="163646"/>
                  </a:lnTo>
                  <a:lnTo>
                    <a:pt x="2271705" y="178581"/>
                  </a:lnTo>
                  <a:lnTo>
                    <a:pt x="2281449" y="125491"/>
                  </a:lnTo>
                  <a:lnTo>
                    <a:pt x="2291208" y="101148"/>
                  </a:lnTo>
                  <a:lnTo>
                    <a:pt x="2300951" y="83418"/>
                  </a:lnTo>
                  <a:lnTo>
                    <a:pt x="2310695" y="22687"/>
                  </a:lnTo>
                  <a:lnTo>
                    <a:pt x="2320454" y="30498"/>
                  </a:lnTo>
                  <a:lnTo>
                    <a:pt x="2330198" y="38545"/>
                  </a:lnTo>
                  <a:lnTo>
                    <a:pt x="2339957" y="3644"/>
                  </a:lnTo>
                  <a:lnTo>
                    <a:pt x="2349701" y="0"/>
                  </a:lnTo>
                  <a:lnTo>
                    <a:pt x="2359445" y="43052"/>
                  </a:lnTo>
                  <a:lnTo>
                    <a:pt x="2369204" y="41623"/>
                  </a:lnTo>
                  <a:lnTo>
                    <a:pt x="2378948" y="68412"/>
                  </a:lnTo>
                  <a:lnTo>
                    <a:pt x="2388692" y="57622"/>
                  </a:lnTo>
                  <a:lnTo>
                    <a:pt x="2398450" y="63642"/>
                  </a:lnTo>
                  <a:lnTo>
                    <a:pt x="2408194" y="82591"/>
                  </a:lnTo>
                  <a:lnTo>
                    <a:pt x="2417953" y="88151"/>
                  </a:lnTo>
                  <a:lnTo>
                    <a:pt x="2427697" y="93184"/>
                  </a:lnTo>
                  <a:lnTo>
                    <a:pt x="2437441" y="108584"/>
                  </a:lnTo>
                  <a:lnTo>
                    <a:pt x="2447200" y="106011"/>
                  </a:lnTo>
                  <a:lnTo>
                    <a:pt x="2456944" y="118103"/>
                  </a:lnTo>
                  <a:lnTo>
                    <a:pt x="2466703" y="101027"/>
                  </a:lnTo>
                  <a:lnTo>
                    <a:pt x="2476446" y="106684"/>
                  </a:lnTo>
                  <a:lnTo>
                    <a:pt x="2486190" y="163090"/>
                  </a:lnTo>
                  <a:lnTo>
                    <a:pt x="2495949" y="171028"/>
                  </a:lnTo>
                  <a:lnTo>
                    <a:pt x="2505693" y="139183"/>
                  </a:lnTo>
                  <a:lnTo>
                    <a:pt x="2515452" y="163348"/>
                  </a:lnTo>
                  <a:lnTo>
                    <a:pt x="2525196" y="146204"/>
                  </a:lnTo>
                  <a:lnTo>
                    <a:pt x="2534940" y="171174"/>
                  </a:lnTo>
                  <a:lnTo>
                    <a:pt x="2544699" y="148990"/>
                  </a:lnTo>
                  <a:lnTo>
                    <a:pt x="2554443" y="154131"/>
                  </a:lnTo>
                  <a:lnTo>
                    <a:pt x="2564202" y="150213"/>
                  </a:lnTo>
                  <a:lnTo>
                    <a:pt x="2573946" y="166837"/>
                  </a:lnTo>
                  <a:lnTo>
                    <a:pt x="2583690" y="182002"/>
                  </a:lnTo>
                  <a:lnTo>
                    <a:pt x="2593448" y="168607"/>
                  </a:lnTo>
                  <a:lnTo>
                    <a:pt x="2603192" y="164674"/>
                  </a:lnTo>
                  <a:lnTo>
                    <a:pt x="2612951" y="145319"/>
                  </a:lnTo>
                  <a:lnTo>
                    <a:pt x="2622695" y="119819"/>
                  </a:lnTo>
                  <a:lnTo>
                    <a:pt x="2632439" y="99679"/>
                  </a:lnTo>
                  <a:lnTo>
                    <a:pt x="2642198" y="125083"/>
                  </a:lnTo>
                  <a:lnTo>
                    <a:pt x="2651942" y="130697"/>
                  </a:lnTo>
                  <a:lnTo>
                    <a:pt x="2661685" y="106406"/>
                  </a:lnTo>
                  <a:lnTo>
                    <a:pt x="2671444" y="96379"/>
                  </a:lnTo>
                  <a:lnTo>
                    <a:pt x="2681188" y="121264"/>
                  </a:lnTo>
                  <a:lnTo>
                    <a:pt x="2690947" y="74683"/>
                  </a:lnTo>
                  <a:lnTo>
                    <a:pt x="2700691" y="86837"/>
                  </a:lnTo>
                  <a:lnTo>
                    <a:pt x="2710435" y="142781"/>
                  </a:lnTo>
                  <a:lnTo>
                    <a:pt x="2720194" y="184573"/>
                  </a:lnTo>
                  <a:lnTo>
                    <a:pt x="2729938" y="159540"/>
                  </a:lnTo>
                  <a:lnTo>
                    <a:pt x="2739697" y="178849"/>
                  </a:lnTo>
                  <a:lnTo>
                    <a:pt x="2749441" y="180401"/>
                  </a:lnTo>
                  <a:lnTo>
                    <a:pt x="2759185" y="192145"/>
                  </a:lnTo>
                  <a:lnTo>
                    <a:pt x="2768943" y="172036"/>
                  </a:lnTo>
                  <a:lnTo>
                    <a:pt x="2778687" y="195271"/>
                  </a:lnTo>
                  <a:lnTo>
                    <a:pt x="2788446" y="206382"/>
                  </a:lnTo>
                  <a:lnTo>
                    <a:pt x="2798190" y="221922"/>
                  </a:lnTo>
                  <a:lnTo>
                    <a:pt x="2807934" y="258833"/>
                  </a:lnTo>
                  <a:lnTo>
                    <a:pt x="2817693" y="283084"/>
                  </a:lnTo>
                  <a:lnTo>
                    <a:pt x="2827437" y="311965"/>
                  </a:lnTo>
                  <a:lnTo>
                    <a:pt x="2837196" y="273058"/>
                  </a:lnTo>
                  <a:lnTo>
                    <a:pt x="2846940" y="273317"/>
                  </a:lnTo>
                  <a:lnTo>
                    <a:pt x="2856684" y="264056"/>
                  </a:lnTo>
                  <a:lnTo>
                    <a:pt x="2866442" y="253576"/>
                  </a:lnTo>
                  <a:lnTo>
                    <a:pt x="2876186" y="255427"/>
                  </a:lnTo>
                  <a:lnTo>
                    <a:pt x="2885945" y="268910"/>
                  </a:lnTo>
                  <a:lnTo>
                    <a:pt x="2895689" y="303235"/>
                  </a:lnTo>
                  <a:lnTo>
                    <a:pt x="2905433" y="315189"/>
                  </a:lnTo>
                  <a:lnTo>
                    <a:pt x="2915192" y="33841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2" name="Freeform 1061">
              <a:extLst>
                <a:ext uri="{FF2B5EF4-FFF2-40B4-BE49-F238E27FC236}">
                  <a16:creationId xmlns:a16="http://schemas.microsoft.com/office/drawing/2014/main" id="{3CA96238-6AE6-B7DD-AE54-4571FE6C0187}"/>
                </a:ext>
              </a:extLst>
            </p:cNvPr>
            <p:cNvSpPr/>
            <p:nvPr/>
          </p:nvSpPr>
          <p:spPr>
            <a:xfrm>
              <a:off x="4426652" y="3355935"/>
              <a:ext cx="2915191" cy="380378"/>
            </a:xfrm>
            <a:custGeom>
              <a:avLst/>
              <a:gdLst>
                <a:gd name="connsiteX0" fmla="*/ 0 w 2915191"/>
                <a:gd name="connsiteY0" fmla="*/ 144849 h 380378"/>
                <a:gd name="connsiteX1" fmla="*/ 9750 w 2915191"/>
                <a:gd name="connsiteY1" fmla="*/ 120662 h 380378"/>
                <a:gd name="connsiteX2" fmla="*/ 19500 w 2915191"/>
                <a:gd name="connsiteY2" fmla="*/ 71345 h 380378"/>
                <a:gd name="connsiteX3" fmla="*/ 29250 w 2915191"/>
                <a:gd name="connsiteY3" fmla="*/ 76004 h 380378"/>
                <a:gd name="connsiteX4" fmla="*/ 39000 w 2915191"/>
                <a:gd name="connsiteY4" fmla="*/ 67656 h 380378"/>
                <a:gd name="connsiteX5" fmla="*/ 48749 w 2915191"/>
                <a:gd name="connsiteY5" fmla="*/ 83023 h 380378"/>
                <a:gd name="connsiteX6" fmla="*/ 58499 w 2915191"/>
                <a:gd name="connsiteY6" fmla="*/ 122233 h 380378"/>
                <a:gd name="connsiteX7" fmla="*/ 68249 w 2915191"/>
                <a:gd name="connsiteY7" fmla="*/ 177389 h 380378"/>
                <a:gd name="connsiteX8" fmla="*/ 77998 w 2915191"/>
                <a:gd name="connsiteY8" fmla="*/ 143696 h 380378"/>
                <a:gd name="connsiteX9" fmla="*/ 87748 w 2915191"/>
                <a:gd name="connsiteY9" fmla="*/ 141966 h 380378"/>
                <a:gd name="connsiteX10" fmla="*/ 97497 w 2915191"/>
                <a:gd name="connsiteY10" fmla="*/ 126251 h 380378"/>
                <a:gd name="connsiteX11" fmla="*/ 107247 w 2915191"/>
                <a:gd name="connsiteY11" fmla="*/ 127334 h 380378"/>
                <a:gd name="connsiteX12" fmla="*/ 116997 w 2915191"/>
                <a:gd name="connsiteY12" fmla="*/ 131457 h 380378"/>
                <a:gd name="connsiteX13" fmla="*/ 126747 w 2915191"/>
                <a:gd name="connsiteY13" fmla="*/ 139143 h 380378"/>
                <a:gd name="connsiteX14" fmla="*/ 136497 w 2915191"/>
                <a:gd name="connsiteY14" fmla="*/ 112815 h 380378"/>
                <a:gd name="connsiteX15" fmla="*/ 146247 w 2915191"/>
                <a:gd name="connsiteY15" fmla="*/ 73231 h 380378"/>
                <a:gd name="connsiteX16" fmla="*/ 155997 w 2915191"/>
                <a:gd name="connsiteY16" fmla="*/ 110842 h 380378"/>
                <a:gd name="connsiteX17" fmla="*/ 165747 w 2915191"/>
                <a:gd name="connsiteY17" fmla="*/ 122024 h 380378"/>
                <a:gd name="connsiteX18" fmla="*/ 175497 w 2915191"/>
                <a:gd name="connsiteY18" fmla="*/ 154660 h 380378"/>
                <a:gd name="connsiteX19" fmla="*/ 185247 w 2915191"/>
                <a:gd name="connsiteY19" fmla="*/ 153678 h 380378"/>
                <a:gd name="connsiteX20" fmla="*/ 194996 w 2915191"/>
                <a:gd name="connsiteY20" fmla="*/ 159888 h 380378"/>
                <a:gd name="connsiteX21" fmla="*/ 204746 w 2915191"/>
                <a:gd name="connsiteY21" fmla="*/ 163586 h 380378"/>
                <a:gd name="connsiteX22" fmla="*/ 214495 w 2915191"/>
                <a:gd name="connsiteY22" fmla="*/ 169014 h 380378"/>
                <a:gd name="connsiteX23" fmla="*/ 224245 w 2915191"/>
                <a:gd name="connsiteY23" fmla="*/ 146114 h 380378"/>
                <a:gd name="connsiteX24" fmla="*/ 233995 w 2915191"/>
                <a:gd name="connsiteY24" fmla="*/ 134165 h 380378"/>
                <a:gd name="connsiteX25" fmla="*/ 243744 w 2915191"/>
                <a:gd name="connsiteY25" fmla="*/ 124432 h 380378"/>
                <a:gd name="connsiteX26" fmla="*/ 253494 w 2915191"/>
                <a:gd name="connsiteY26" fmla="*/ 145137 h 380378"/>
                <a:gd name="connsiteX27" fmla="*/ 263244 w 2915191"/>
                <a:gd name="connsiteY27" fmla="*/ 158856 h 380378"/>
                <a:gd name="connsiteX28" fmla="*/ 272994 w 2915191"/>
                <a:gd name="connsiteY28" fmla="*/ 141184 h 380378"/>
                <a:gd name="connsiteX29" fmla="*/ 282744 w 2915191"/>
                <a:gd name="connsiteY29" fmla="*/ 148589 h 380378"/>
                <a:gd name="connsiteX30" fmla="*/ 292494 w 2915191"/>
                <a:gd name="connsiteY30" fmla="*/ 134876 h 380378"/>
                <a:gd name="connsiteX31" fmla="*/ 302244 w 2915191"/>
                <a:gd name="connsiteY31" fmla="*/ 135885 h 380378"/>
                <a:gd name="connsiteX32" fmla="*/ 311994 w 2915191"/>
                <a:gd name="connsiteY32" fmla="*/ 132147 h 380378"/>
                <a:gd name="connsiteX33" fmla="*/ 321744 w 2915191"/>
                <a:gd name="connsiteY33" fmla="*/ 156830 h 380378"/>
                <a:gd name="connsiteX34" fmla="*/ 331493 w 2915191"/>
                <a:gd name="connsiteY34" fmla="*/ 171583 h 380378"/>
                <a:gd name="connsiteX35" fmla="*/ 341243 w 2915191"/>
                <a:gd name="connsiteY35" fmla="*/ 201951 h 380378"/>
                <a:gd name="connsiteX36" fmla="*/ 350993 w 2915191"/>
                <a:gd name="connsiteY36" fmla="*/ 210099 h 380378"/>
                <a:gd name="connsiteX37" fmla="*/ 360742 w 2915191"/>
                <a:gd name="connsiteY37" fmla="*/ 224325 h 380378"/>
                <a:gd name="connsiteX38" fmla="*/ 370492 w 2915191"/>
                <a:gd name="connsiteY38" fmla="*/ 237448 h 380378"/>
                <a:gd name="connsiteX39" fmla="*/ 380241 w 2915191"/>
                <a:gd name="connsiteY39" fmla="*/ 219386 h 380378"/>
                <a:gd name="connsiteX40" fmla="*/ 389991 w 2915191"/>
                <a:gd name="connsiteY40" fmla="*/ 195336 h 380378"/>
                <a:gd name="connsiteX41" fmla="*/ 399741 w 2915191"/>
                <a:gd name="connsiteY41" fmla="*/ 158232 h 380378"/>
                <a:gd name="connsiteX42" fmla="*/ 409491 w 2915191"/>
                <a:gd name="connsiteY42" fmla="*/ 149294 h 380378"/>
                <a:gd name="connsiteX43" fmla="*/ 419241 w 2915191"/>
                <a:gd name="connsiteY43" fmla="*/ 190635 h 380378"/>
                <a:gd name="connsiteX44" fmla="*/ 428991 w 2915191"/>
                <a:gd name="connsiteY44" fmla="*/ 189034 h 380378"/>
                <a:gd name="connsiteX45" fmla="*/ 438741 w 2915191"/>
                <a:gd name="connsiteY45" fmla="*/ 235176 h 380378"/>
                <a:gd name="connsiteX46" fmla="*/ 448491 w 2915191"/>
                <a:gd name="connsiteY46" fmla="*/ 224562 h 380378"/>
                <a:gd name="connsiteX47" fmla="*/ 458241 w 2915191"/>
                <a:gd name="connsiteY47" fmla="*/ 209208 h 380378"/>
                <a:gd name="connsiteX48" fmla="*/ 467991 w 2915191"/>
                <a:gd name="connsiteY48" fmla="*/ 218112 h 380378"/>
                <a:gd name="connsiteX49" fmla="*/ 477740 w 2915191"/>
                <a:gd name="connsiteY49" fmla="*/ 223045 h 380378"/>
                <a:gd name="connsiteX50" fmla="*/ 487490 w 2915191"/>
                <a:gd name="connsiteY50" fmla="*/ 219680 h 380378"/>
                <a:gd name="connsiteX51" fmla="*/ 497239 w 2915191"/>
                <a:gd name="connsiteY51" fmla="*/ 240113 h 380378"/>
                <a:gd name="connsiteX52" fmla="*/ 506989 w 2915191"/>
                <a:gd name="connsiteY52" fmla="*/ 202245 h 380378"/>
                <a:gd name="connsiteX53" fmla="*/ 516738 w 2915191"/>
                <a:gd name="connsiteY53" fmla="*/ 195083 h 380378"/>
                <a:gd name="connsiteX54" fmla="*/ 526488 w 2915191"/>
                <a:gd name="connsiteY54" fmla="*/ 177445 h 380378"/>
                <a:gd name="connsiteX55" fmla="*/ 536238 w 2915191"/>
                <a:gd name="connsiteY55" fmla="*/ 143342 h 380378"/>
                <a:gd name="connsiteX56" fmla="*/ 545988 w 2915191"/>
                <a:gd name="connsiteY56" fmla="*/ 164923 h 380378"/>
                <a:gd name="connsiteX57" fmla="*/ 555738 w 2915191"/>
                <a:gd name="connsiteY57" fmla="*/ 176334 h 380378"/>
                <a:gd name="connsiteX58" fmla="*/ 565488 w 2915191"/>
                <a:gd name="connsiteY58" fmla="*/ 207912 h 380378"/>
                <a:gd name="connsiteX59" fmla="*/ 575238 w 2915191"/>
                <a:gd name="connsiteY59" fmla="*/ 188730 h 380378"/>
                <a:gd name="connsiteX60" fmla="*/ 584988 w 2915191"/>
                <a:gd name="connsiteY60" fmla="*/ 192867 h 380378"/>
                <a:gd name="connsiteX61" fmla="*/ 594738 w 2915191"/>
                <a:gd name="connsiteY61" fmla="*/ 202641 h 380378"/>
                <a:gd name="connsiteX62" fmla="*/ 604488 w 2915191"/>
                <a:gd name="connsiteY62" fmla="*/ 202455 h 380378"/>
                <a:gd name="connsiteX63" fmla="*/ 614237 w 2915191"/>
                <a:gd name="connsiteY63" fmla="*/ 138596 h 380378"/>
                <a:gd name="connsiteX64" fmla="*/ 623987 w 2915191"/>
                <a:gd name="connsiteY64" fmla="*/ 129757 h 380378"/>
                <a:gd name="connsiteX65" fmla="*/ 633736 w 2915191"/>
                <a:gd name="connsiteY65" fmla="*/ 135825 h 380378"/>
                <a:gd name="connsiteX66" fmla="*/ 643486 w 2915191"/>
                <a:gd name="connsiteY66" fmla="*/ 153388 h 380378"/>
                <a:gd name="connsiteX67" fmla="*/ 653236 w 2915191"/>
                <a:gd name="connsiteY67" fmla="*/ 125846 h 380378"/>
                <a:gd name="connsiteX68" fmla="*/ 662985 w 2915191"/>
                <a:gd name="connsiteY68" fmla="*/ 145827 h 380378"/>
                <a:gd name="connsiteX69" fmla="*/ 672735 w 2915191"/>
                <a:gd name="connsiteY69" fmla="*/ 129444 h 380378"/>
                <a:gd name="connsiteX70" fmla="*/ 682485 w 2915191"/>
                <a:gd name="connsiteY70" fmla="*/ 139235 h 380378"/>
                <a:gd name="connsiteX71" fmla="*/ 692235 w 2915191"/>
                <a:gd name="connsiteY71" fmla="*/ 102033 h 380378"/>
                <a:gd name="connsiteX72" fmla="*/ 701985 w 2915191"/>
                <a:gd name="connsiteY72" fmla="*/ 113660 h 380378"/>
                <a:gd name="connsiteX73" fmla="*/ 711735 w 2915191"/>
                <a:gd name="connsiteY73" fmla="*/ 132936 h 380378"/>
                <a:gd name="connsiteX74" fmla="*/ 721485 w 2915191"/>
                <a:gd name="connsiteY74" fmla="*/ 203399 h 380378"/>
                <a:gd name="connsiteX75" fmla="*/ 731235 w 2915191"/>
                <a:gd name="connsiteY75" fmla="*/ 219335 h 380378"/>
                <a:gd name="connsiteX76" fmla="*/ 740985 w 2915191"/>
                <a:gd name="connsiteY76" fmla="*/ 190346 h 380378"/>
                <a:gd name="connsiteX77" fmla="*/ 750734 w 2915191"/>
                <a:gd name="connsiteY77" fmla="*/ 201278 h 380378"/>
                <a:gd name="connsiteX78" fmla="*/ 760484 w 2915191"/>
                <a:gd name="connsiteY78" fmla="*/ 185142 h 380378"/>
                <a:gd name="connsiteX79" fmla="*/ 770233 w 2915191"/>
                <a:gd name="connsiteY79" fmla="*/ 190011 h 380378"/>
                <a:gd name="connsiteX80" fmla="*/ 779983 w 2915191"/>
                <a:gd name="connsiteY80" fmla="*/ 170336 h 380378"/>
                <a:gd name="connsiteX81" fmla="*/ 789733 w 2915191"/>
                <a:gd name="connsiteY81" fmla="*/ 168780 h 380378"/>
                <a:gd name="connsiteX82" fmla="*/ 799482 w 2915191"/>
                <a:gd name="connsiteY82" fmla="*/ 158643 h 380378"/>
                <a:gd name="connsiteX83" fmla="*/ 809232 w 2915191"/>
                <a:gd name="connsiteY83" fmla="*/ 152083 h 380378"/>
                <a:gd name="connsiteX84" fmla="*/ 818982 w 2915191"/>
                <a:gd name="connsiteY84" fmla="*/ 161804 h 380378"/>
                <a:gd name="connsiteX85" fmla="*/ 828732 w 2915191"/>
                <a:gd name="connsiteY85" fmla="*/ 163498 h 380378"/>
                <a:gd name="connsiteX86" fmla="*/ 838482 w 2915191"/>
                <a:gd name="connsiteY86" fmla="*/ 155216 h 380378"/>
                <a:gd name="connsiteX87" fmla="*/ 848232 w 2915191"/>
                <a:gd name="connsiteY87" fmla="*/ 149914 h 380378"/>
                <a:gd name="connsiteX88" fmla="*/ 857982 w 2915191"/>
                <a:gd name="connsiteY88" fmla="*/ 143876 h 380378"/>
                <a:gd name="connsiteX89" fmla="*/ 867732 w 2915191"/>
                <a:gd name="connsiteY89" fmla="*/ 94173 h 380378"/>
                <a:gd name="connsiteX90" fmla="*/ 877482 w 2915191"/>
                <a:gd name="connsiteY90" fmla="*/ 91298 h 380378"/>
                <a:gd name="connsiteX91" fmla="*/ 887231 w 2915191"/>
                <a:gd name="connsiteY91" fmla="*/ 81667 h 380378"/>
                <a:gd name="connsiteX92" fmla="*/ 896981 w 2915191"/>
                <a:gd name="connsiteY92" fmla="*/ 62765 h 380378"/>
                <a:gd name="connsiteX93" fmla="*/ 906730 w 2915191"/>
                <a:gd name="connsiteY93" fmla="*/ 89348 h 380378"/>
                <a:gd name="connsiteX94" fmla="*/ 916480 w 2915191"/>
                <a:gd name="connsiteY94" fmla="*/ 128812 h 380378"/>
                <a:gd name="connsiteX95" fmla="*/ 926230 w 2915191"/>
                <a:gd name="connsiteY95" fmla="*/ 133478 h 380378"/>
                <a:gd name="connsiteX96" fmla="*/ 935979 w 2915191"/>
                <a:gd name="connsiteY96" fmla="*/ 121124 h 380378"/>
                <a:gd name="connsiteX97" fmla="*/ 945729 w 2915191"/>
                <a:gd name="connsiteY97" fmla="*/ 106708 h 380378"/>
                <a:gd name="connsiteX98" fmla="*/ 955479 w 2915191"/>
                <a:gd name="connsiteY98" fmla="*/ 122884 h 380378"/>
                <a:gd name="connsiteX99" fmla="*/ 965229 w 2915191"/>
                <a:gd name="connsiteY99" fmla="*/ 114719 h 380378"/>
                <a:gd name="connsiteX100" fmla="*/ 974979 w 2915191"/>
                <a:gd name="connsiteY100" fmla="*/ 107620 h 380378"/>
                <a:gd name="connsiteX101" fmla="*/ 984729 w 2915191"/>
                <a:gd name="connsiteY101" fmla="*/ 118573 h 380378"/>
                <a:gd name="connsiteX102" fmla="*/ 994474 w 2915191"/>
                <a:gd name="connsiteY102" fmla="*/ 99835 h 380378"/>
                <a:gd name="connsiteX103" fmla="*/ 1004233 w 2915191"/>
                <a:gd name="connsiteY103" fmla="*/ 81459 h 380378"/>
                <a:gd name="connsiteX104" fmla="*/ 1013977 w 2915191"/>
                <a:gd name="connsiteY104" fmla="*/ 62620 h 380378"/>
                <a:gd name="connsiteX105" fmla="*/ 1023721 w 2915191"/>
                <a:gd name="connsiteY105" fmla="*/ 38658 h 380378"/>
                <a:gd name="connsiteX106" fmla="*/ 1033480 w 2915191"/>
                <a:gd name="connsiteY106" fmla="*/ 26899 h 380378"/>
                <a:gd name="connsiteX107" fmla="*/ 1043224 w 2915191"/>
                <a:gd name="connsiteY107" fmla="*/ 21548 h 380378"/>
                <a:gd name="connsiteX108" fmla="*/ 1052983 w 2915191"/>
                <a:gd name="connsiteY108" fmla="*/ 0 h 380378"/>
                <a:gd name="connsiteX109" fmla="*/ 1062727 w 2915191"/>
                <a:gd name="connsiteY109" fmla="*/ 35536 h 380378"/>
                <a:gd name="connsiteX110" fmla="*/ 1072471 w 2915191"/>
                <a:gd name="connsiteY110" fmla="*/ 52856 h 380378"/>
                <a:gd name="connsiteX111" fmla="*/ 1082230 w 2915191"/>
                <a:gd name="connsiteY111" fmla="*/ 69966 h 380378"/>
                <a:gd name="connsiteX112" fmla="*/ 1091973 w 2915191"/>
                <a:gd name="connsiteY112" fmla="*/ 65359 h 380378"/>
                <a:gd name="connsiteX113" fmla="*/ 1101732 w 2915191"/>
                <a:gd name="connsiteY113" fmla="*/ 78906 h 380378"/>
                <a:gd name="connsiteX114" fmla="*/ 1111476 w 2915191"/>
                <a:gd name="connsiteY114" fmla="*/ 92006 h 380378"/>
                <a:gd name="connsiteX115" fmla="*/ 1121220 w 2915191"/>
                <a:gd name="connsiteY115" fmla="*/ 79927 h 380378"/>
                <a:gd name="connsiteX116" fmla="*/ 1130979 w 2915191"/>
                <a:gd name="connsiteY116" fmla="*/ 67200 h 380378"/>
                <a:gd name="connsiteX117" fmla="*/ 1140723 w 2915191"/>
                <a:gd name="connsiteY117" fmla="*/ 96396 h 380378"/>
                <a:gd name="connsiteX118" fmla="*/ 1150482 w 2915191"/>
                <a:gd name="connsiteY118" fmla="*/ 122994 h 380378"/>
                <a:gd name="connsiteX119" fmla="*/ 1160226 w 2915191"/>
                <a:gd name="connsiteY119" fmla="*/ 149413 h 380378"/>
                <a:gd name="connsiteX120" fmla="*/ 1169969 w 2915191"/>
                <a:gd name="connsiteY120" fmla="*/ 161787 h 380378"/>
                <a:gd name="connsiteX121" fmla="*/ 1179728 w 2915191"/>
                <a:gd name="connsiteY121" fmla="*/ 188009 h 380378"/>
                <a:gd name="connsiteX122" fmla="*/ 1189472 w 2915191"/>
                <a:gd name="connsiteY122" fmla="*/ 141198 h 380378"/>
                <a:gd name="connsiteX123" fmla="*/ 1199231 w 2915191"/>
                <a:gd name="connsiteY123" fmla="*/ 84474 h 380378"/>
                <a:gd name="connsiteX124" fmla="*/ 1208975 w 2915191"/>
                <a:gd name="connsiteY124" fmla="*/ 117702 h 380378"/>
                <a:gd name="connsiteX125" fmla="*/ 1218719 w 2915191"/>
                <a:gd name="connsiteY125" fmla="*/ 91216 h 380378"/>
                <a:gd name="connsiteX126" fmla="*/ 1228478 w 2915191"/>
                <a:gd name="connsiteY126" fmla="*/ 106045 h 380378"/>
                <a:gd name="connsiteX127" fmla="*/ 1238222 w 2915191"/>
                <a:gd name="connsiteY127" fmla="*/ 109959 h 380378"/>
                <a:gd name="connsiteX128" fmla="*/ 1247966 w 2915191"/>
                <a:gd name="connsiteY128" fmla="*/ 91109 h 380378"/>
                <a:gd name="connsiteX129" fmla="*/ 1257725 w 2915191"/>
                <a:gd name="connsiteY129" fmla="*/ 134229 h 380378"/>
                <a:gd name="connsiteX130" fmla="*/ 1267469 w 2915191"/>
                <a:gd name="connsiteY130" fmla="*/ 140229 h 380378"/>
                <a:gd name="connsiteX131" fmla="*/ 1277227 w 2915191"/>
                <a:gd name="connsiteY131" fmla="*/ 178591 h 380378"/>
                <a:gd name="connsiteX132" fmla="*/ 1286971 w 2915191"/>
                <a:gd name="connsiteY132" fmla="*/ 179548 h 380378"/>
                <a:gd name="connsiteX133" fmla="*/ 1296715 w 2915191"/>
                <a:gd name="connsiteY133" fmla="*/ 164042 h 380378"/>
                <a:gd name="connsiteX134" fmla="*/ 1306474 w 2915191"/>
                <a:gd name="connsiteY134" fmla="*/ 184142 h 380378"/>
                <a:gd name="connsiteX135" fmla="*/ 1316218 w 2915191"/>
                <a:gd name="connsiteY135" fmla="*/ 173470 h 380378"/>
                <a:gd name="connsiteX136" fmla="*/ 1325977 w 2915191"/>
                <a:gd name="connsiteY136" fmla="*/ 184685 h 380378"/>
                <a:gd name="connsiteX137" fmla="*/ 1335721 w 2915191"/>
                <a:gd name="connsiteY137" fmla="*/ 183655 h 380378"/>
                <a:gd name="connsiteX138" fmla="*/ 1345465 w 2915191"/>
                <a:gd name="connsiteY138" fmla="*/ 185965 h 380378"/>
                <a:gd name="connsiteX139" fmla="*/ 1355224 w 2915191"/>
                <a:gd name="connsiteY139" fmla="*/ 175380 h 380378"/>
                <a:gd name="connsiteX140" fmla="*/ 1364967 w 2915191"/>
                <a:gd name="connsiteY140" fmla="*/ 181899 h 380378"/>
                <a:gd name="connsiteX141" fmla="*/ 1374726 w 2915191"/>
                <a:gd name="connsiteY141" fmla="*/ 182316 h 380378"/>
                <a:gd name="connsiteX142" fmla="*/ 1384470 w 2915191"/>
                <a:gd name="connsiteY142" fmla="*/ 172643 h 380378"/>
                <a:gd name="connsiteX143" fmla="*/ 1394214 w 2915191"/>
                <a:gd name="connsiteY143" fmla="*/ 188365 h 380378"/>
                <a:gd name="connsiteX144" fmla="*/ 1403973 w 2915191"/>
                <a:gd name="connsiteY144" fmla="*/ 184674 h 380378"/>
                <a:gd name="connsiteX145" fmla="*/ 1413717 w 2915191"/>
                <a:gd name="connsiteY145" fmla="*/ 179557 h 380378"/>
                <a:gd name="connsiteX146" fmla="*/ 1423476 w 2915191"/>
                <a:gd name="connsiteY146" fmla="*/ 160675 h 380378"/>
                <a:gd name="connsiteX147" fmla="*/ 1433220 w 2915191"/>
                <a:gd name="connsiteY147" fmla="*/ 146229 h 380378"/>
                <a:gd name="connsiteX148" fmla="*/ 1442964 w 2915191"/>
                <a:gd name="connsiteY148" fmla="*/ 125491 h 380378"/>
                <a:gd name="connsiteX149" fmla="*/ 1452722 w 2915191"/>
                <a:gd name="connsiteY149" fmla="*/ 98652 h 380378"/>
                <a:gd name="connsiteX150" fmla="*/ 1462466 w 2915191"/>
                <a:gd name="connsiteY150" fmla="*/ 105869 h 380378"/>
                <a:gd name="connsiteX151" fmla="*/ 1472225 w 2915191"/>
                <a:gd name="connsiteY151" fmla="*/ 78391 h 380378"/>
                <a:gd name="connsiteX152" fmla="*/ 1481969 w 2915191"/>
                <a:gd name="connsiteY152" fmla="*/ 102112 h 380378"/>
                <a:gd name="connsiteX153" fmla="*/ 1491713 w 2915191"/>
                <a:gd name="connsiteY153" fmla="*/ 86803 h 380378"/>
                <a:gd name="connsiteX154" fmla="*/ 1501472 w 2915191"/>
                <a:gd name="connsiteY154" fmla="*/ 102347 h 380378"/>
                <a:gd name="connsiteX155" fmla="*/ 1511216 w 2915191"/>
                <a:gd name="connsiteY155" fmla="*/ 111364 h 380378"/>
                <a:gd name="connsiteX156" fmla="*/ 1520960 w 2915191"/>
                <a:gd name="connsiteY156" fmla="*/ 128690 h 380378"/>
                <a:gd name="connsiteX157" fmla="*/ 1530719 w 2915191"/>
                <a:gd name="connsiteY157" fmla="*/ 137345 h 380378"/>
                <a:gd name="connsiteX158" fmla="*/ 1540463 w 2915191"/>
                <a:gd name="connsiteY158" fmla="*/ 142215 h 380378"/>
                <a:gd name="connsiteX159" fmla="*/ 1550221 w 2915191"/>
                <a:gd name="connsiteY159" fmla="*/ 171821 h 380378"/>
                <a:gd name="connsiteX160" fmla="*/ 1559965 w 2915191"/>
                <a:gd name="connsiteY160" fmla="*/ 169464 h 380378"/>
                <a:gd name="connsiteX161" fmla="*/ 1569709 w 2915191"/>
                <a:gd name="connsiteY161" fmla="*/ 117860 h 380378"/>
                <a:gd name="connsiteX162" fmla="*/ 1579468 w 2915191"/>
                <a:gd name="connsiteY162" fmla="*/ 110881 h 380378"/>
                <a:gd name="connsiteX163" fmla="*/ 1589212 w 2915191"/>
                <a:gd name="connsiteY163" fmla="*/ 157932 h 380378"/>
                <a:gd name="connsiteX164" fmla="*/ 1598971 w 2915191"/>
                <a:gd name="connsiteY164" fmla="*/ 166648 h 380378"/>
                <a:gd name="connsiteX165" fmla="*/ 1608715 w 2915191"/>
                <a:gd name="connsiteY165" fmla="*/ 157962 h 380378"/>
                <a:gd name="connsiteX166" fmla="*/ 1618459 w 2915191"/>
                <a:gd name="connsiteY166" fmla="*/ 157303 h 380378"/>
                <a:gd name="connsiteX167" fmla="*/ 1628218 w 2915191"/>
                <a:gd name="connsiteY167" fmla="*/ 156147 h 380378"/>
                <a:gd name="connsiteX168" fmla="*/ 1637962 w 2915191"/>
                <a:gd name="connsiteY168" fmla="*/ 159522 h 380378"/>
                <a:gd name="connsiteX169" fmla="*/ 1647720 w 2915191"/>
                <a:gd name="connsiteY169" fmla="*/ 190308 h 380378"/>
                <a:gd name="connsiteX170" fmla="*/ 1657464 w 2915191"/>
                <a:gd name="connsiteY170" fmla="*/ 198027 h 380378"/>
                <a:gd name="connsiteX171" fmla="*/ 1667208 w 2915191"/>
                <a:gd name="connsiteY171" fmla="*/ 206770 h 380378"/>
                <a:gd name="connsiteX172" fmla="*/ 1676967 w 2915191"/>
                <a:gd name="connsiteY172" fmla="*/ 225191 h 380378"/>
                <a:gd name="connsiteX173" fmla="*/ 1686711 w 2915191"/>
                <a:gd name="connsiteY173" fmla="*/ 216457 h 380378"/>
                <a:gd name="connsiteX174" fmla="*/ 1696470 w 2915191"/>
                <a:gd name="connsiteY174" fmla="*/ 193736 h 380378"/>
                <a:gd name="connsiteX175" fmla="*/ 1706214 w 2915191"/>
                <a:gd name="connsiteY175" fmla="*/ 182593 h 380378"/>
                <a:gd name="connsiteX176" fmla="*/ 1715958 w 2915191"/>
                <a:gd name="connsiteY176" fmla="*/ 165014 h 380378"/>
                <a:gd name="connsiteX177" fmla="*/ 1725716 w 2915191"/>
                <a:gd name="connsiteY177" fmla="*/ 167639 h 380378"/>
                <a:gd name="connsiteX178" fmla="*/ 1735460 w 2915191"/>
                <a:gd name="connsiteY178" fmla="*/ 167192 h 380378"/>
                <a:gd name="connsiteX179" fmla="*/ 1745219 w 2915191"/>
                <a:gd name="connsiteY179" fmla="*/ 172241 h 380378"/>
                <a:gd name="connsiteX180" fmla="*/ 1754963 w 2915191"/>
                <a:gd name="connsiteY180" fmla="*/ 215040 h 380378"/>
                <a:gd name="connsiteX181" fmla="*/ 1764707 w 2915191"/>
                <a:gd name="connsiteY181" fmla="*/ 226789 h 380378"/>
                <a:gd name="connsiteX182" fmla="*/ 1774466 w 2915191"/>
                <a:gd name="connsiteY182" fmla="*/ 230355 h 380378"/>
                <a:gd name="connsiteX183" fmla="*/ 1784210 w 2915191"/>
                <a:gd name="connsiteY183" fmla="*/ 232198 h 380378"/>
                <a:gd name="connsiteX184" fmla="*/ 1793969 w 2915191"/>
                <a:gd name="connsiteY184" fmla="*/ 214659 h 380378"/>
                <a:gd name="connsiteX185" fmla="*/ 1803713 w 2915191"/>
                <a:gd name="connsiteY185" fmla="*/ 234872 h 380378"/>
                <a:gd name="connsiteX186" fmla="*/ 1813457 w 2915191"/>
                <a:gd name="connsiteY186" fmla="*/ 199049 h 380378"/>
                <a:gd name="connsiteX187" fmla="*/ 1823215 w 2915191"/>
                <a:gd name="connsiteY187" fmla="*/ 224613 h 380378"/>
                <a:gd name="connsiteX188" fmla="*/ 1832959 w 2915191"/>
                <a:gd name="connsiteY188" fmla="*/ 229417 h 380378"/>
                <a:gd name="connsiteX189" fmla="*/ 1842703 w 2915191"/>
                <a:gd name="connsiteY189" fmla="*/ 237083 h 380378"/>
                <a:gd name="connsiteX190" fmla="*/ 1852462 w 2915191"/>
                <a:gd name="connsiteY190" fmla="*/ 245608 h 380378"/>
                <a:gd name="connsiteX191" fmla="*/ 1862206 w 2915191"/>
                <a:gd name="connsiteY191" fmla="*/ 277334 h 380378"/>
                <a:gd name="connsiteX192" fmla="*/ 1871965 w 2915191"/>
                <a:gd name="connsiteY192" fmla="*/ 263839 h 380378"/>
                <a:gd name="connsiteX193" fmla="*/ 1881709 w 2915191"/>
                <a:gd name="connsiteY193" fmla="*/ 259579 h 380378"/>
                <a:gd name="connsiteX194" fmla="*/ 1891453 w 2915191"/>
                <a:gd name="connsiteY194" fmla="*/ 223133 h 380378"/>
                <a:gd name="connsiteX195" fmla="*/ 1901212 w 2915191"/>
                <a:gd name="connsiteY195" fmla="*/ 207815 h 380378"/>
                <a:gd name="connsiteX196" fmla="*/ 1910956 w 2915191"/>
                <a:gd name="connsiteY196" fmla="*/ 198313 h 380378"/>
                <a:gd name="connsiteX197" fmla="*/ 1920714 w 2915191"/>
                <a:gd name="connsiteY197" fmla="*/ 206056 h 380378"/>
                <a:gd name="connsiteX198" fmla="*/ 1930458 w 2915191"/>
                <a:gd name="connsiteY198" fmla="*/ 199432 h 380378"/>
                <a:gd name="connsiteX199" fmla="*/ 1940202 w 2915191"/>
                <a:gd name="connsiteY199" fmla="*/ 171224 h 380378"/>
                <a:gd name="connsiteX200" fmla="*/ 1949961 w 2915191"/>
                <a:gd name="connsiteY200" fmla="*/ 167335 h 380378"/>
                <a:gd name="connsiteX201" fmla="*/ 1959705 w 2915191"/>
                <a:gd name="connsiteY201" fmla="*/ 174171 h 380378"/>
                <a:gd name="connsiteX202" fmla="*/ 1969464 w 2915191"/>
                <a:gd name="connsiteY202" fmla="*/ 218324 h 380378"/>
                <a:gd name="connsiteX203" fmla="*/ 1979208 w 2915191"/>
                <a:gd name="connsiteY203" fmla="*/ 199462 h 380378"/>
                <a:gd name="connsiteX204" fmla="*/ 1988952 w 2915191"/>
                <a:gd name="connsiteY204" fmla="*/ 196816 h 380378"/>
                <a:gd name="connsiteX205" fmla="*/ 1998711 w 2915191"/>
                <a:gd name="connsiteY205" fmla="*/ 212406 h 380378"/>
                <a:gd name="connsiteX206" fmla="*/ 2008454 w 2915191"/>
                <a:gd name="connsiteY206" fmla="*/ 221107 h 380378"/>
                <a:gd name="connsiteX207" fmla="*/ 2018213 w 2915191"/>
                <a:gd name="connsiteY207" fmla="*/ 175918 h 380378"/>
                <a:gd name="connsiteX208" fmla="*/ 2027957 w 2915191"/>
                <a:gd name="connsiteY208" fmla="*/ 174968 h 380378"/>
                <a:gd name="connsiteX209" fmla="*/ 2037701 w 2915191"/>
                <a:gd name="connsiteY209" fmla="*/ 151946 h 380378"/>
                <a:gd name="connsiteX210" fmla="*/ 2047460 w 2915191"/>
                <a:gd name="connsiteY210" fmla="*/ 133419 h 380378"/>
                <a:gd name="connsiteX211" fmla="*/ 2057204 w 2915191"/>
                <a:gd name="connsiteY211" fmla="*/ 178666 h 380378"/>
                <a:gd name="connsiteX212" fmla="*/ 2066963 w 2915191"/>
                <a:gd name="connsiteY212" fmla="*/ 165428 h 380378"/>
                <a:gd name="connsiteX213" fmla="*/ 2076707 w 2915191"/>
                <a:gd name="connsiteY213" fmla="*/ 163321 h 380378"/>
                <a:gd name="connsiteX214" fmla="*/ 2086451 w 2915191"/>
                <a:gd name="connsiteY214" fmla="*/ 194098 h 380378"/>
                <a:gd name="connsiteX215" fmla="*/ 2096210 w 2915191"/>
                <a:gd name="connsiteY215" fmla="*/ 184896 h 380378"/>
                <a:gd name="connsiteX216" fmla="*/ 2105954 w 2915191"/>
                <a:gd name="connsiteY216" fmla="*/ 196872 h 380378"/>
                <a:gd name="connsiteX217" fmla="*/ 2115697 w 2915191"/>
                <a:gd name="connsiteY217" fmla="*/ 218924 h 380378"/>
                <a:gd name="connsiteX218" fmla="*/ 2125456 w 2915191"/>
                <a:gd name="connsiteY218" fmla="*/ 246435 h 380378"/>
                <a:gd name="connsiteX219" fmla="*/ 2135200 w 2915191"/>
                <a:gd name="connsiteY219" fmla="*/ 248004 h 380378"/>
                <a:gd name="connsiteX220" fmla="*/ 2144959 w 2915191"/>
                <a:gd name="connsiteY220" fmla="*/ 243524 h 380378"/>
                <a:gd name="connsiteX221" fmla="*/ 2154703 w 2915191"/>
                <a:gd name="connsiteY221" fmla="*/ 260379 h 380378"/>
                <a:gd name="connsiteX222" fmla="*/ 2164447 w 2915191"/>
                <a:gd name="connsiteY222" fmla="*/ 247640 h 380378"/>
                <a:gd name="connsiteX223" fmla="*/ 2174206 w 2915191"/>
                <a:gd name="connsiteY223" fmla="*/ 179717 h 380378"/>
                <a:gd name="connsiteX224" fmla="*/ 2183950 w 2915191"/>
                <a:gd name="connsiteY224" fmla="*/ 164276 h 380378"/>
                <a:gd name="connsiteX225" fmla="*/ 2193709 w 2915191"/>
                <a:gd name="connsiteY225" fmla="*/ 162500 h 380378"/>
                <a:gd name="connsiteX226" fmla="*/ 2203452 w 2915191"/>
                <a:gd name="connsiteY226" fmla="*/ 157679 h 380378"/>
                <a:gd name="connsiteX227" fmla="*/ 2213196 w 2915191"/>
                <a:gd name="connsiteY227" fmla="*/ 178095 h 380378"/>
                <a:gd name="connsiteX228" fmla="*/ 2222955 w 2915191"/>
                <a:gd name="connsiteY228" fmla="*/ 206311 h 380378"/>
                <a:gd name="connsiteX229" fmla="*/ 2232699 w 2915191"/>
                <a:gd name="connsiteY229" fmla="*/ 205876 h 380378"/>
                <a:gd name="connsiteX230" fmla="*/ 2242458 w 2915191"/>
                <a:gd name="connsiteY230" fmla="*/ 211966 h 380378"/>
                <a:gd name="connsiteX231" fmla="*/ 2252202 w 2915191"/>
                <a:gd name="connsiteY231" fmla="*/ 227905 h 380378"/>
                <a:gd name="connsiteX232" fmla="*/ 2261946 w 2915191"/>
                <a:gd name="connsiteY232" fmla="*/ 191829 h 380378"/>
                <a:gd name="connsiteX233" fmla="*/ 2271705 w 2915191"/>
                <a:gd name="connsiteY233" fmla="*/ 213824 h 380378"/>
                <a:gd name="connsiteX234" fmla="*/ 2281449 w 2915191"/>
                <a:gd name="connsiteY234" fmla="*/ 214916 h 380378"/>
                <a:gd name="connsiteX235" fmla="*/ 2291208 w 2915191"/>
                <a:gd name="connsiteY235" fmla="*/ 186364 h 380378"/>
                <a:gd name="connsiteX236" fmla="*/ 2300951 w 2915191"/>
                <a:gd name="connsiteY236" fmla="*/ 195271 h 380378"/>
                <a:gd name="connsiteX237" fmla="*/ 2310695 w 2915191"/>
                <a:gd name="connsiteY237" fmla="*/ 209125 h 380378"/>
                <a:gd name="connsiteX238" fmla="*/ 2320454 w 2915191"/>
                <a:gd name="connsiteY238" fmla="*/ 238817 h 380378"/>
                <a:gd name="connsiteX239" fmla="*/ 2330198 w 2915191"/>
                <a:gd name="connsiteY239" fmla="*/ 279633 h 380378"/>
                <a:gd name="connsiteX240" fmla="*/ 2339957 w 2915191"/>
                <a:gd name="connsiteY240" fmla="*/ 280311 h 380378"/>
                <a:gd name="connsiteX241" fmla="*/ 2349701 w 2915191"/>
                <a:gd name="connsiteY241" fmla="*/ 310376 h 380378"/>
                <a:gd name="connsiteX242" fmla="*/ 2359445 w 2915191"/>
                <a:gd name="connsiteY242" fmla="*/ 329382 h 380378"/>
                <a:gd name="connsiteX243" fmla="*/ 2369204 w 2915191"/>
                <a:gd name="connsiteY243" fmla="*/ 322377 h 380378"/>
                <a:gd name="connsiteX244" fmla="*/ 2378948 w 2915191"/>
                <a:gd name="connsiteY244" fmla="*/ 293140 h 380378"/>
                <a:gd name="connsiteX245" fmla="*/ 2388692 w 2915191"/>
                <a:gd name="connsiteY245" fmla="*/ 287162 h 380378"/>
                <a:gd name="connsiteX246" fmla="*/ 2398450 w 2915191"/>
                <a:gd name="connsiteY246" fmla="*/ 269953 h 380378"/>
                <a:gd name="connsiteX247" fmla="*/ 2408194 w 2915191"/>
                <a:gd name="connsiteY247" fmla="*/ 282194 h 380378"/>
                <a:gd name="connsiteX248" fmla="*/ 2417953 w 2915191"/>
                <a:gd name="connsiteY248" fmla="*/ 309160 h 380378"/>
                <a:gd name="connsiteX249" fmla="*/ 2427697 w 2915191"/>
                <a:gd name="connsiteY249" fmla="*/ 289133 h 380378"/>
                <a:gd name="connsiteX250" fmla="*/ 2437441 w 2915191"/>
                <a:gd name="connsiteY250" fmla="*/ 339487 h 380378"/>
                <a:gd name="connsiteX251" fmla="*/ 2447200 w 2915191"/>
                <a:gd name="connsiteY251" fmla="*/ 328701 h 380378"/>
                <a:gd name="connsiteX252" fmla="*/ 2456944 w 2915191"/>
                <a:gd name="connsiteY252" fmla="*/ 350357 h 380378"/>
                <a:gd name="connsiteX253" fmla="*/ 2466703 w 2915191"/>
                <a:gd name="connsiteY253" fmla="*/ 337520 h 380378"/>
                <a:gd name="connsiteX254" fmla="*/ 2476446 w 2915191"/>
                <a:gd name="connsiteY254" fmla="*/ 341501 h 380378"/>
                <a:gd name="connsiteX255" fmla="*/ 2486190 w 2915191"/>
                <a:gd name="connsiteY255" fmla="*/ 326072 h 380378"/>
                <a:gd name="connsiteX256" fmla="*/ 2495949 w 2915191"/>
                <a:gd name="connsiteY256" fmla="*/ 371601 h 380378"/>
                <a:gd name="connsiteX257" fmla="*/ 2505693 w 2915191"/>
                <a:gd name="connsiteY257" fmla="*/ 380378 h 380378"/>
                <a:gd name="connsiteX258" fmla="*/ 2515452 w 2915191"/>
                <a:gd name="connsiteY258" fmla="*/ 353556 h 380378"/>
                <a:gd name="connsiteX259" fmla="*/ 2525196 w 2915191"/>
                <a:gd name="connsiteY259" fmla="*/ 325438 h 380378"/>
                <a:gd name="connsiteX260" fmla="*/ 2534940 w 2915191"/>
                <a:gd name="connsiteY260" fmla="*/ 310943 h 380378"/>
                <a:gd name="connsiteX261" fmla="*/ 2544699 w 2915191"/>
                <a:gd name="connsiteY261" fmla="*/ 315985 h 380378"/>
                <a:gd name="connsiteX262" fmla="*/ 2554443 w 2915191"/>
                <a:gd name="connsiteY262" fmla="*/ 294043 h 380378"/>
                <a:gd name="connsiteX263" fmla="*/ 2564202 w 2915191"/>
                <a:gd name="connsiteY263" fmla="*/ 286919 h 380378"/>
                <a:gd name="connsiteX264" fmla="*/ 2573946 w 2915191"/>
                <a:gd name="connsiteY264" fmla="*/ 280588 h 380378"/>
                <a:gd name="connsiteX265" fmla="*/ 2583690 w 2915191"/>
                <a:gd name="connsiteY265" fmla="*/ 268216 h 380378"/>
                <a:gd name="connsiteX266" fmla="*/ 2593448 w 2915191"/>
                <a:gd name="connsiteY266" fmla="*/ 252615 h 380378"/>
                <a:gd name="connsiteX267" fmla="*/ 2603192 w 2915191"/>
                <a:gd name="connsiteY267" fmla="*/ 219867 h 380378"/>
                <a:gd name="connsiteX268" fmla="*/ 2612951 w 2915191"/>
                <a:gd name="connsiteY268" fmla="*/ 214977 h 380378"/>
                <a:gd name="connsiteX269" fmla="*/ 2622695 w 2915191"/>
                <a:gd name="connsiteY269" fmla="*/ 217300 h 380378"/>
                <a:gd name="connsiteX270" fmla="*/ 2632439 w 2915191"/>
                <a:gd name="connsiteY270" fmla="*/ 176140 h 380378"/>
                <a:gd name="connsiteX271" fmla="*/ 2642198 w 2915191"/>
                <a:gd name="connsiteY271" fmla="*/ 150471 h 380378"/>
                <a:gd name="connsiteX272" fmla="*/ 2651942 w 2915191"/>
                <a:gd name="connsiteY272" fmla="*/ 160513 h 380378"/>
                <a:gd name="connsiteX273" fmla="*/ 2661685 w 2915191"/>
                <a:gd name="connsiteY273" fmla="*/ 199691 h 380378"/>
                <a:gd name="connsiteX274" fmla="*/ 2671444 w 2915191"/>
                <a:gd name="connsiteY274" fmla="*/ 188107 h 380378"/>
                <a:gd name="connsiteX275" fmla="*/ 2681188 w 2915191"/>
                <a:gd name="connsiteY275" fmla="*/ 174769 h 380378"/>
                <a:gd name="connsiteX276" fmla="*/ 2690947 w 2915191"/>
                <a:gd name="connsiteY276" fmla="*/ 180010 h 380378"/>
                <a:gd name="connsiteX277" fmla="*/ 2700691 w 2915191"/>
                <a:gd name="connsiteY277" fmla="*/ 153626 h 380378"/>
                <a:gd name="connsiteX278" fmla="*/ 2710435 w 2915191"/>
                <a:gd name="connsiteY278" fmla="*/ 206069 h 380378"/>
                <a:gd name="connsiteX279" fmla="*/ 2720194 w 2915191"/>
                <a:gd name="connsiteY279" fmla="*/ 205636 h 380378"/>
                <a:gd name="connsiteX280" fmla="*/ 2729938 w 2915191"/>
                <a:gd name="connsiteY280" fmla="*/ 213707 h 380378"/>
                <a:gd name="connsiteX281" fmla="*/ 2739697 w 2915191"/>
                <a:gd name="connsiteY281" fmla="*/ 248870 h 380378"/>
                <a:gd name="connsiteX282" fmla="*/ 2749441 w 2915191"/>
                <a:gd name="connsiteY282" fmla="*/ 233191 h 380378"/>
                <a:gd name="connsiteX283" fmla="*/ 2759185 w 2915191"/>
                <a:gd name="connsiteY283" fmla="*/ 251382 h 380378"/>
                <a:gd name="connsiteX284" fmla="*/ 2768943 w 2915191"/>
                <a:gd name="connsiteY284" fmla="*/ 251420 h 380378"/>
                <a:gd name="connsiteX285" fmla="*/ 2778687 w 2915191"/>
                <a:gd name="connsiteY285" fmla="*/ 296557 h 380378"/>
                <a:gd name="connsiteX286" fmla="*/ 2788446 w 2915191"/>
                <a:gd name="connsiteY286" fmla="*/ 303324 h 380378"/>
                <a:gd name="connsiteX287" fmla="*/ 2798190 w 2915191"/>
                <a:gd name="connsiteY287" fmla="*/ 287479 h 380378"/>
                <a:gd name="connsiteX288" fmla="*/ 2807934 w 2915191"/>
                <a:gd name="connsiteY288" fmla="*/ 286650 h 380378"/>
                <a:gd name="connsiteX289" fmla="*/ 2817693 w 2915191"/>
                <a:gd name="connsiteY289" fmla="*/ 305060 h 380378"/>
                <a:gd name="connsiteX290" fmla="*/ 2827437 w 2915191"/>
                <a:gd name="connsiteY290" fmla="*/ 321422 h 380378"/>
                <a:gd name="connsiteX291" fmla="*/ 2837196 w 2915191"/>
                <a:gd name="connsiteY291" fmla="*/ 305477 h 380378"/>
                <a:gd name="connsiteX292" fmla="*/ 2846940 w 2915191"/>
                <a:gd name="connsiteY292" fmla="*/ 314458 h 380378"/>
                <a:gd name="connsiteX293" fmla="*/ 2856684 w 2915191"/>
                <a:gd name="connsiteY293" fmla="*/ 302951 h 380378"/>
                <a:gd name="connsiteX294" fmla="*/ 2866442 w 2915191"/>
                <a:gd name="connsiteY294" fmla="*/ 280755 h 380378"/>
                <a:gd name="connsiteX295" fmla="*/ 2876186 w 2915191"/>
                <a:gd name="connsiteY295" fmla="*/ 291423 h 380378"/>
                <a:gd name="connsiteX296" fmla="*/ 2885945 w 2915191"/>
                <a:gd name="connsiteY296" fmla="*/ 254831 h 380378"/>
                <a:gd name="connsiteX297" fmla="*/ 2895689 w 2915191"/>
                <a:gd name="connsiteY297" fmla="*/ 275429 h 380378"/>
                <a:gd name="connsiteX298" fmla="*/ 2905433 w 2915191"/>
                <a:gd name="connsiteY298" fmla="*/ 283808 h 380378"/>
                <a:gd name="connsiteX299" fmla="*/ 2915192 w 2915191"/>
                <a:gd name="connsiteY299" fmla="*/ 254309 h 380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80378">
                  <a:moveTo>
                    <a:pt x="0" y="144849"/>
                  </a:moveTo>
                  <a:lnTo>
                    <a:pt x="9750" y="120662"/>
                  </a:lnTo>
                  <a:lnTo>
                    <a:pt x="19500" y="71345"/>
                  </a:lnTo>
                  <a:lnTo>
                    <a:pt x="29250" y="76004"/>
                  </a:lnTo>
                  <a:lnTo>
                    <a:pt x="39000" y="67656"/>
                  </a:lnTo>
                  <a:lnTo>
                    <a:pt x="48749" y="83023"/>
                  </a:lnTo>
                  <a:lnTo>
                    <a:pt x="58499" y="122233"/>
                  </a:lnTo>
                  <a:lnTo>
                    <a:pt x="68249" y="177389"/>
                  </a:lnTo>
                  <a:lnTo>
                    <a:pt x="77998" y="143696"/>
                  </a:lnTo>
                  <a:lnTo>
                    <a:pt x="87748" y="141966"/>
                  </a:lnTo>
                  <a:lnTo>
                    <a:pt x="97497" y="126251"/>
                  </a:lnTo>
                  <a:lnTo>
                    <a:pt x="107247" y="127334"/>
                  </a:lnTo>
                  <a:lnTo>
                    <a:pt x="116997" y="131457"/>
                  </a:lnTo>
                  <a:lnTo>
                    <a:pt x="126747" y="139143"/>
                  </a:lnTo>
                  <a:lnTo>
                    <a:pt x="136497" y="112815"/>
                  </a:lnTo>
                  <a:lnTo>
                    <a:pt x="146247" y="73231"/>
                  </a:lnTo>
                  <a:lnTo>
                    <a:pt x="155997" y="110842"/>
                  </a:lnTo>
                  <a:lnTo>
                    <a:pt x="165747" y="122024"/>
                  </a:lnTo>
                  <a:lnTo>
                    <a:pt x="175497" y="154660"/>
                  </a:lnTo>
                  <a:lnTo>
                    <a:pt x="185247" y="153678"/>
                  </a:lnTo>
                  <a:lnTo>
                    <a:pt x="194996" y="159888"/>
                  </a:lnTo>
                  <a:lnTo>
                    <a:pt x="204746" y="163586"/>
                  </a:lnTo>
                  <a:lnTo>
                    <a:pt x="214495" y="169014"/>
                  </a:lnTo>
                  <a:lnTo>
                    <a:pt x="224245" y="146114"/>
                  </a:lnTo>
                  <a:lnTo>
                    <a:pt x="233995" y="134165"/>
                  </a:lnTo>
                  <a:lnTo>
                    <a:pt x="243744" y="124432"/>
                  </a:lnTo>
                  <a:lnTo>
                    <a:pt x="253494" y="145137"/>
                  </a:lnTo>
                  <a:lnTo>
                    <a:pt x="263244" y="158856"/>
                  </a:lnTo>
                  <a:lnTo>
                    <a:pt x="272994" y="141184"/>
                  </a:lnTo>
                  <a:lnTo>
                    <a:pt x="282744" y="148589"/>
                  </a:lnTo>
                  <a:lnTo>
                    <a:pt x="292494" y="134876"/>
                  </a:lnTo>
                  <a:lnTo>
                    <a:pt x="302244" y="135885"/>
                  </a:lnTo>
                  <a:lnTo>
                    <a:pt x="311994" y="132147"/>
                  </a:lnTo>
                  <a:lnTo>
                    <a:pt x="321744" y="156830"/>
                  </a:lnTo>
                  <a:lnTo>
                    <a:pt x="331493" y="171583"/>
                  </a:lnTo>
                  <a:lnTo>
                    <a:pt x="341243" y="201951"/>
                  </a:lnTo>
                  <a:lnTo>
                    <a:pt x="350993" y="210099"/>
                  </a:lnTo>
                  <a:lnTo>
                    <a:pt x="360742" y="224325"/>
                  </a:lnTo>
                  <a:lnTo>
                    <a:pt x="370492" y="237448"/>
                  </a:lnTo>
                  <a:lnTo>
                    <a:pt x="380241" y="219386"/>
                  </a:lnTo>
                  <a:lnTo>
                    <a:pt x="389991" y="195336"/>
                  </a:lnTo>
                  <a:lnTo>
                    <a:pt x="399741" y="158232"/>
                  </a:lnTo>
                  <a:lnTo>
                    <a:pt x="409491" y="149294"/>
                  </a:lnTo>
                  <a:lnTo>
                    <a:pt x="419241" y="190635"/>
                  </a:lnTo>
                  <a:lnTo>
                    <a:pt x="428991" y="189034"/>
                  </a:lnTo>
                  <a:lnTo>
                    <a:pt x="438741" y="235176"/>
                  </a:lnTo>
                  <a:lnTo>
                    <a:pt x="448491" y="224562"/>
                  </a:lnTo>
                  <a:lnTo>
                    <a:pt x="458241" y="209208"/>
                  </a:lnTo>
                  <a:lnTo>
                    <a:pt x="467991" y="218112"/>
                  </a:lnTo>
                  <a:lnTo>
                    <a:pt x="477740" y="223045"/>
                  </a:lnTo>
                  <a:lnTo>
                    <a:pt x="487490" y="219680"/>
                  </a:lnTo>
                  <a:lnTo>
                    <a:pt x="497239" y="240113"/>
                  </a:lnTo>
                  <a:lnTo>
                    <a:pt x="506989" y="202245"/>
                  </a:lnTo>
                  <a:lnTo>
                    <a:pt x="516738" y="195083"/>
                  </a:lnTo>
                  <a:lnTo>
                    <a:pt x="526488" y="177445"/>
                  </a:lnTo>
                  <a:lnTo>
                    <a:pt x="536238" y="143342"/>
                  </a:lnTo>
                  <a:lnTo>
                    <a:pt x="545988" y="164923"/>
                  </a:lnTo>
                  <a:lnTo>
                    <a:pt x="555738" y="176334"/>
                  </a:lnTo>
                  <a:lnTo>
                    <a:pt x="565488" y="207912"/>
                  </a:lnTo>
                  <a:lnTo>
                    <a:pt x="575238" y="188730"/>
                  </a:lnTo>
                  <a:lnTo>
                    <a:pt x="584988" y="192867"/>
                  </a:lnTo>
                  <a:lnTo>
                    <a:pt x="594738" y="202641"/>
                  </a:lnTo>
                  <a:lnTo>
                    <a:pt x="604488" y="202455"/>
                  </a:lnTo>
                  <a:lnTo>
                    <a:pt x="614237" y="138596"/>
                  </a:lnTo>
                  <a:lnTo>
                    <a:pt x="623987" y="129757"/>
                  </a:lnTo>
                  <a:lnTo>
                    <a:pt x="633736" y="135825"/>
                  </a:lnTo>
                  <a:lnTo>
                    <a:pt x="643486" y="153388"/>
                  </a:lnTo>
                  <a:lnTo>
                    <a:pt x="653236" y="125846"/>
                  </a:lnTo>
                  <a:lnTo>
                    <a:pt x="662985" y="145827"/>
                  </a:lnTo>
                  <a:lnTo>
                    <a:pt x="672735" y="129444"/>
                  </a:lnTo>
                  <a:lnTo>
                    <a:pt x="682485" y="139235"/>
                  </a:lnTo>
                  <a:lnTo>
                    <a:pt x="692235" y="102033"/>
                  </a:lnTo>
                  <a:lnTo>
                    <a:pt x="701985" y="113660"/>
                  </a:lnTo>
                  <a:lnTo>
                    <a:pt x="711735" y="132936"/>
                  </a:lnTo>
                  <a:lnTo>
                    <a:pt x="721485" y="203399"/>
                  </a:lnTo>
                  <a:lnTo>
                    <a:pt x="731235" y="219335"/>
                  </a:lnTo>
                  <a:lnTo>
                    <a:pt x="740985" y="190346"/>
                  </a:lnTo>
                  <a:lnTo>
                    <a:pt x="750734" y="201278"/>
                  </a:lnTo>
                  <a:lnTo>
                    <a:pt x="760484" y="185142"/>
                  </a:lnTo>
                  <a:lnTo>
                    <a:pt x="770233" y="190011"/>
                  </a:lnTo>
                  <a:lnTo>
                    <a:pt x="779983" y="170336"/>
                  </a:lnTo>
                  <a:lnTo>
                    <a:pt x="789733" y="168780"/>
                  </a:lnTo>
                  <a:lnTo>
                    <a:pt x="799482" y="158643"/>
                  </a:lnTo>
                  <a:lnTo>
                    <a:pt x="809232" y="152083"/>
                  </a:lnTo>
                  <a:lnTo>
                    <a:pt x="818982" y="161804"/>
                  </a:lnTo>
                  <a:lnTo>
                    <a:pt x="828732" y="163498"/>
                  </a:lnTo>
                  <a:lnTo>
                    <a:pt x="838482" y="155216"/>
                  </a:lnTo>
                  <a:lnTo>
                    <a:pt x="848232" y="149914"/>
                  </a:lnTo>
                  <a:lnTo>
                    <a:pt x="857982" y="143876"/>
                  </a:lnTo>
                  <a:lnTo>
                    <a:pt x="867732" y="94173"/>
                  </a:lnTo>
                  <a:lnTo>
                    <a:pt x="877482" y="91298"/>
                  </a:lnTo>
                  <a:lnTo>
                    <a:pt x="887231" y="81667"/>
                  </a:lnTo>
                  <a:lnTo>
                    <a:pt x="896981" y="62765"/>
                  </a:lnTo>
                  <a:lnTo>
                    <a:pt x="906730" y="89348"/>
                  </a:lnTo>
                  <a:lnTo>
                    <a:pt x="916480" y="128812"/>
                  </a:lnTo>
                  <a:lnTo>
                    <a:pt x="926230" y="133478"/>
                  </a:lnTo>
                  <a:lnTo>
                    <a:pt x="935979" y="121124"/>
                  </a:lnTo>
                  <a:lnTo>
                    <a:pt x="945729" y="106708"/>
                  </a:lnTo>
                  <a:lnTo>
                    <a:pt x="955479" y="122884"/>
                  </a:lnTo>
                  <a:lnTo>
                    <a:pt x="965229" y="114719"/>
                  </a:lnTo>
                  <a:lnTo>
                    <a:pt x="974979" y="107620"/>
                  </a:lnTo>
                  <a:lnTo>
                    <a:pt x="984729" y="118573"/>
                  </a:lnTo>
                  <a:lnTo>
                    <a:pt x="994474" y="99835"/>
                  </a:lnTo>
                  <a:lnTo>
                    <a:pt x="1004233" y="81459"/>
                  </a:lnTo>
                  <a:lnTo>
                    <a:pt x="1013977" y="62620"/>
                  </a:lnTo>
                  <a:lnTo>
                    <a:pt x="1023721" y="38658"/>
                  </a:lnTo>
                  <a:lnTo>
                    <a:pt x="1033480" y="26899"/>
                  </a:lnTo>
                  <a:lnTo>
                    <a:pt x="1043224" y="21548"/>
                  </a:lnTo>
                  <a:lnTo>
                    <a:pt x="1052983" y="0"/>
                  </a:lnTo>
                  <a:lnTo>
                    <a:pt x="1062727" y="35536"/>
                  </a:lnTo>
                  <a:lnTo>
                    <a:pt x="1072471" y="52856"/>
                  </a:lnTo>
                  <a:lnTo>
                    <a:pt x="1082230" y="69966"/>
                  </a:lnTo>
                  <a:lnTo>
                    <a:pt x="1091973" y="65359"/>
                  </a:lnTo>
                  <a:lnTo>
                    <a:pt x="1101732" y="78906"/>
                  </a:lnTo>
                  <a:lnTo>
                    <a:pt x="1111476" y="92006"/>
                  </a:lnTo>
                  <a:lnTo>
                    <a:pt x="1121220" y="79927"/>
                  </a:lnTo>
                  <a:lnTo>
                    <a:pt x="1130979" y="67200"/>
                  </a:lnTo>
                  <a:lnTo>
                    <a:pt x="1140723" y="96396"/>
                  </a:lnTo>
                  <a:lnTo>
                    <a:pt x="1150482" y="122994"/>
                  </a:lnTo>
                  <a:lnTo>
                    <a:pt x="1160226" y="149413"/>
                  </a:lnTo>
                  <a:lnTo>
                    <a:pt x="1169969" y="161787"/>
                  </a:lnTo>
                  <a:lnTo>
                    <a:pt x="1179728" y="188009"/>
                  </a:lnTo>
                  <a:lnTo>
                    <a:pt x="1189472" y="141198"/>
                  </a:lnTo>
                  <a:lnTo>
                    <a:pt x="1199231" y="84474"/>
                  </a:lnTo>
                  <a:lnTo>
                    <a:pt x="1208975" y="117702"/>
                  </a:lnTo>
                  <a:lnTo>
                    <a:pt x="1218719" y="91216"/>
                  </a:lnTo>
                  <a:lnTo>
                    <a:pt x="1228478" y="106045"/>
                  </a:lnTo>
                  <a:lnTo>
                    <a:pt x="1238222" y="109959"/>
                  </a:lnTo>
                  <a:lnTo>
                    <a:pt x="1247966" y="91109"/>
                  </a:lnTo>
                  <a:lnTo>
                    <a:pt x="1257725" y="134229"/>
                  </a:lnTo>
                  <a:lnTo>
                    <a:pt x="1267469" y="140229"/>
                  </a:lnTo>
                  <a:lnTo>
                    <a:pt x="1277227" y="178591"/>
                  </a:lnTo>
                  <a:lnTo>
                    <a:pt x="1286971" y="179548"/>
                  </a:lnTo>
                  <a:lnTo>
                    <a:pt x="1296715" y="164042"/>
                  </a:lnTo>
                  <a:lnTo>
                    <a:pt x="1306474" y="184142"/>
                  </a:lnTo>
                  <a:lnTo>
                    <a:pt x="1316218" y="173470"/>
                  </a:lnTo>
                  <a:lnTo>
                    <a:pt x="1325977" y="184685"/>
                  </a:lnTo>
                  <a:lnTo>
                    <a:pt x="1335721" y="183655"/>
                  </a:lnTo>
                  <a:lnTo>
                    <a:pt x="1345465" y="185965"/>
                  </a:lnTo>
                  <a:lnTo>
                    <a:pt x="1355224" y="175380"/>
                  </a:lnTo>
                  <a:lnTo>
                    <a:pt x="1364967" y="181899"/>
                  </a:lnTo>
                  <a:lnTo>
                    <a:pt x="1374726" y="182316"/>
                  </a:lnTo>
                  <a:lnTo>
                    <a:pt x="1384470" y="172643"/>
                  </a:lnTo>
                  <a:lnTo>
                    <a:pt x="1394214" y="188365"/>
                  </a:lnTo>
                  <a:lnTo>
                    <a:pt x="1403973" y="184674"/>
                  </a:lnTo>
                  <a:lnTo>
                    <a:pt x="1413717" y="179557"/>
                  </a:lnTo>
                  <a:lnTo>
                    <a:pt x="1423476" y="160675"/>
                  </a:lnTo>
                  <a:lnTo>
                    <a:pt x="1433220" y="146229"/>
                  </a:lnTo>
                  <a:lnTo>
                    <a:pt x="1442964" y="125491"/>
                  </a:lnTo>
                  <a:lnTo>
                    <a:pt x="1452722" y="98652"/>
                  </a:lnTo>
                  <a:lnTo>
                    <a:pt x="1462466" y="105869"/>
                  </a:lnTo>
                  <a:lnTo>
                    <a:pt x="1472225" y="78391"/>
                  </a:lnTo>
                  <a:lnTo>
                    <a:pt x="1481969" y="102112"/>
                  </a:lnTo>
                  <a:lnTo>
                    <a:pt x="1491713" y="86803"/>
                  </a:lnTo>
                  <a:lnTo>
                    <a:pt x="1501472" y="102347"/>
                  </a:lnTo>
                  <a:lnTo>
                    <a:pt x="1511216" y="111364"/>
                  </a:lnTo>
                  <a:lnTo>
                    <a:pt x="1520960" y="128690"/>
                  </a:lnTo>
                  <a:lnTo>
                    <a:pt x="1530719" y="137345"/>
                  </a:lnTo>
                  <a:lnTo>
                    <a:pt x="1540463" y="142215"/>
                  </a:lnTo>
                  <a:lnTo>
                    <a:pt x="1550221" y="171821"/>
                  </a:lnTo>
                  <a:lnTo>
                    <a:pt x="1559965" y="169464"/>
                  </a:lnTo>
                  <a:lnTo>
                    <a:pt x="1569709" y="117860"/>
                  </a:lnTo>
                  <a:lnTo>
                    <a:pt x="1579468" y="110881"/>
                  </a:lnTo>
                  <a:lnTo>
                    <a:pt x="1589212" y="157932"/>
                  </a:lnTo>
                  <a:lnTo>
                    <a:pt x="1598971" y="166648"/>
                  </a:lnTo>
                  <a:lnTo>
                    <a:pt x="1608715" y="157962"/>
                  </a:lnTo>
                  <a:lnTo>
                    <a:pt x="1618459" y="157303"/>
                  </a:lnTo>
                  <a:lnTo>
                    <a:pt x="1628218" y="156147"/>
                  </a:lnTo>
                  <a:lnTo>
                    <a:pt x="1637962" y="159522"/>
                  </a:lnTo>
                  <a:lnTo>
                    <a:pt x="1647720" y="190308"/>
                  </a:lnTo>
                  <a:lnTo>
                    <a:pt x="1657464" y="198027"/>
                  </a:lnTo>
                  <a:lnTo>
                    <a:pt x="1667208" y="206770"/>
                  </a:lnTo>
                  <a:lnTo>
                    <a:pt x="1676967" y="225191"/>
                  </a:lnTo>
                  <a:lnTo>
                    <a:pt x="1686711" y="216457"/>
                  </a:lnTo>
                  <a:lnTo>
                    <a:pt x="1696470" y="193736"/>
                  </a:lnTo>
                  <a:lnTo>
                    <a:pt x="1706214" y="182593"/>
                  </a:lnTo>
                  <a:lnTo>
                    <a:pt x="1715958" y="165014"/>
                  </a:lnTo>
                  <a:lnTo>
                    <a:pt x="1725716" y="167639"/>
                  </a:lnTo>
                  <a:lnTo>
                    <a:pt x="1735460" y="167192"/>
                  </a:lnTo>
                  <a:lnTo>
                    <a:pt x="1745219" y="172241"/>
                  </a:lnTo>
                  <a:lnTo>
                    <a:pt x="1754963" y="215040"/>
                  </a:lnTo>
                  <a:lnTo>
                    <a:pt x="1764707" y="226789"/>
                  </a:lnTo>
                  <a:lnTo>
                    <a:pt x="1774466" y="230355"/>
                  </a:lnTo>
                  <a:lnTo>
                    <a:pt x="1784210" y="232198"/>
                  </a:lnTo>
                  <a:lnTo>
                    <a:pt x="1793969" y="214659"/>
                  </a:lnTo>
                  <a:lnTo>
                    <a:pt x="1803713" y="234872"/>
                  </a:lnTo>
                  <a:lnTo>
                    <a:pt x="1813457" y="199049"/>
                  </a:lnTo>
                  <a:lnTo>
                    <a:pt x="1823215" y="224613"/>
                  </a:lnTo>
                  <a:lnTo>
                    <a:pt x="1832959" y="229417"/>
                  </a:lnTo>
                  <a:lnTo>
                    <a:pt x="1842703" y="237083"/>
                  </a:lnTo>
                  <a:lnTo>
                    <a:pt x="1852462" y="245608"/>
                  </a:lnTo>
                  <a:lnTo>
                    <a:pt x="1862206" y="277334"/>
                  </a:lnTo>
                  <a:lnTo>
                    <a:pt x="1871965" y="263839"/>
                  </a:lnTo>
                  <a:lnTo>
                    <a:pt x="1881709" y="259579"/>
                  </a:lnTo>
                  <a:lnTo>
                    <a:pt x="1891453" y="223133"/>
                  </a:lnTo>
                  <a:lnTo>
                    <a:pt x="1901212" y="207815"/>
                  </a:lnTo>
                  <a:lnTo>
                    <a:pt x="1910956" y="198313"/>
                  </a:lnTo>
                  <a:lnTo>
                    <a:pt x="1920714" y="206056"/>
                  </a:lnTo>
                  <a:lnTo>
                    <a:pt x="1930458" y="199432"/>
                  </a:lnTo>
                  <a:lnTo>
                    <a:pt x="1940202" y="171224"/>
                  </a:lnTo>
                  <a:lnTo>
                    <a:pt x="1949961" y="167335"/>
                  </a:lnTo>
                  <a:lnTo>
                    <a:pt x="1959705" y="174171"/>
                  </a:lnTo>
                  <a:lnTo>
                    <a:pt x="1969464" y="218324"/>
                  </a:lnTo>
                  <a:lnTo>
                    <a:pt x="1979208" y="199462"/>
                  </a:lnTo>
                  <a:lnTo>
                    <a:pt x="1988952" y="196816"/>
                  </a:lnTo>
                  <a:lnTo>
                    <a:pt x="1998711" y="212406"/>
                  </a:lnTo>
                  <a:lnTo>
                    <a:pt x="2008454" y="221107"/>
                  </a:lnTo>
                  <a:lnTo>
                    <a:pt x="2018213" y="175918"/>
                  </a:lnTo>
                  <a:lnTo>
                    <a:pt x="2027957" y="174968"/>
                  </a:lnTo>
                  <a:lnTo>
                    <a:pt x="2037701" y="151946"/>
                  </a:lnTo>
                  <a:lnTo>
                    <a:pt x="2047460" y="133419"/>
                  </a:lnTo>
                  <a:lnTo>
                    <a:pt x="2057204" y="178666"/>
                  </a:lnTo>
                  <a:lnTo>
                    <a:pt x="2066963" y="165428"/>
                  </a:lnTo>
                  <a:lnTo>
                    <a:pt x="2076707" y="163321"/>
                  </a:lnTo>
                  <a:lnTo>
                    <a:pt x="2086451" y="194098"/>
                  </a:lnTo>
                  <a:lnTo>
                    <a:pt x="2096210" y="184896"/>
                  </a:lnTo>
                  <a:lnTo>
                    <a:pt x="2105954" y="196872"/>
                  </a:lnTo>
                  <a:lnTo>
                    <a:pt x="2115697" y="218924"/>
                  </a:lnTo>
                  <a:lnTo>
                    <a:pt x="2125456" y="246435"/>
                  </a:lnTo>
                  <a:lnTo>
                    <a:pt x="2135200" y="248004"/>
                  </a:lnTo>
                  <a:lnTo>
                    <a:pt x="2144959" y="243524"/>
                  </a:lnTo>
                  <a:lnTo>
                    <a:pt x="2154703" y="260379"/>
                  </a:lnTo>
                  <a:lnTo>
                    <a:pt x="2164447" y="247640"/>
                  </a:lnTo>
                  <a:lnTo>
                    <a:pt x="2174206" y="179717"/>
                  </a:lnTo>
                  <a:lnTo>
                    <a:pt x="2183950" y="164276"/>
                  </a:lnTo>
                  <a:lnTo>
                    <a:pt x="2193709" y="162500"/>
                  </a:lnTo>
                  <a:lnTo>
                    <a:pt x="2203452" y="157679"/>
                  </a:lnTo>
                  <a:lnTo>
                    <a:pt x="2213196" y="178095"/>
                  </a:lnTo>
                  <a:lnTo>
                    <a:pt x="2222955" y="206311"/>
                  </a:lnTo>
                  <a:lnTo>
                    <a:pt x="2232699" y="205876"/>
                  </a:lnTo>
                  <a:lnTo>
                    <a:pt x="2242458" y="211966"/>
                  </a:lnTo>
                  <a:lnTo>
                    <a:pt x="2252202" y="227905"/>
                  </a:lnTo>
                  <a:lnTo>
                    <a:pt x="2261946" y="191829"/>
                  </a:lnTo>
                  <a:lnTo>
                    <a:pt x="2271705" y="213824"/>
                  </a:lnTo>
                  <a:lnTo>
                    <a:pt x="2281449" y="214916"/>
                  </a:lnTo>
                  <a:lnTo>
                    <a:pt x="2291208" y="186364"/>
                  </a:lnTo>
                  <a:lnTo>
                    <a:pt x="2300951" y="195271"/>
                  </a:lnTo>
                  <a:lnTo>
                    <a:pt x="2310695" y="209125"/>
                  </a:lnTo>
                  <a:lnTo>
                    <a:pt x="2320454" y="238817"/>
                  </a:lnTo>
                  <a:lnTo>
                    <a:pt x="2330198" y="279633"/>
                  </a:lnTo>
                  <a:lnTo>
                    <a:pt x="2339957" y="280311"/>
                  </a:lnTo>
                  <a:lnTo>
                    <a:pt x="2349701" y="310376"/>
                  </a:lnTo>
                  <a:lnTo>
                    <a:pt x="2359445" y="329382"/>
                  </a:lnTo>
                  <a:lnTo>
                    <a:pt x="2369204" y="322377"/>
                  </a:lnTo>
                  <a:lnTo>
                    <a:pt x="2378948" y="293140"/>
                  </a:lnTo>
                  <a:lnTo>
                    <a:pt x="2388692" y="287162"/>
                  </a:lnTo>
                  <a:lnTo>
                    <a:pt x="2398450" y="269953"/>
                  </a:lnTo>
                  <a:lnTo>
                    <a:pt x="2408194" y="282194"/>
                  </a:lnTo>
                  <a:lnTo>
                    <a:pt x="2417953" y="309160"/>
                  </a:lnTo>
                  <a:lnTo>
                    <a:pt x="2427697" y="289133"/>
                  </a:lnTo>
                  <a:lnTo>
                    <a:pt x="2437441" y="339487"/>
                  </a:lnTo>
                  <a:lnTo>
                    <a:pt x="2447200" y="328701"/>
                  </a:lnTo>
                  <a:lnTo>
                    <a:pt x="2456944" y="350357"/>
                  </a:lnTo>
                  <a:lnTo>
                    <a:pt x="2466703" y="337520"/>
                  </a:lnTo>
                  <a:lnTo>
                    <a:pt x="2476446" y="341501"/>
                  </a:lnTo>
                  <a:lnTo>
                    <a:pt x="2486190" y="326072"/>
                  </a:lnTo>
                  <a:lnTo>
                    <a:pt x="2495949" y="371601"/>
                  </a:lnTo>
                  <a:lnTo>
                    <a:pt x="2505693" y="380378"/>
                  </a:lnTo>
                  <a:lnTo>
                    <a:pt x="2515452" y="353556"/>
                  </a:lnTo>
                  <a:lnTo>
                    <a:pt x="2525196" y="325438"/>
                  </a:lnTo>
                  <a:lnTo>
                    <a:pt x="2534940" y="310943"/>
                  </a:lnTo>
                  <a:lnTo>
                    <a:pt x="2544699" y="315985"/>
                  </a:lnTo>
                  <a:lnTo>
                    <a:pt x="2554443" y="294043"/>
                  </a:lnTo>
                  <a:lnTo>
                    <a:pt x="2564202" y="286919"/>
                  </a:lnTo>
                  <a:lnTo>
                    <a:pt x="2573946" y="280588"/>
                  </a:lnTo>
                  <a:lnTo>
                    <a:pt x="2583690" y="268216"/>
                  </a:lnTo>
                  <a:lnTo>
                    <a:pt x="2593448" y="252615"/>
                  </a:lnTo>
                  <a:lnTo>
                    <a:pt x="2603192" y="219867"/>
                  </a:lnTo>
                  <a:lnTo>
                    <a:pt x="2612951" y="214977"/>
                  </a:lnTo>
                  <a:lnTo>
                    <a:pt x="2622695" y="217300"/>
                  </a:lnTo>
                  <a:lnTo>
                    <a:pt x="2632439" y="176140"/>
                  </a:lnTo>
                  <a:lnTo>
                    <a:pt x="2642198" y="150471"/>
                  </a:lnTo>
                  <a:lnTo>
                    <a:pt x="2651942" y="160513"/>
                  </a:lnTo>
                  <a:lnTo>
                    <a:pt x="2661685" y="199691"/>
                  </a:lnTo>
                  <a:lnTo>
                    <a:pt x="2671444" y="188107"/>
                  </a:lnTo>
                  <a:lnTo>
                    <a:pt x="2681188" y="174769"/>
                  </a:lnTo>
                  <a:lnTo>
                    <a:pt x="2690947" y="180010"/>
                  </a:lnTo>
                  <a:lnTo>
                    <a:pt x="2700691" y="153626"/>
                  </a:lnTo>
                  <a:lnTo>
                    <a:pt x="2710435" y="206069"/>
                  </a:lnTo>
                  <a:lnTo>
                    <a:pt x="2720194" y="205636"/>
                  </a:lnTo>
                  <a:lnTo>
                    <a:pt x="2729938" y="213707"/>
                  </a:lnTo>
                  <a:lnTo>
                    <a:pt x="2739697" y="248870"/>
                  </a:lnTo>
                  <a:lnTo>
                    <a:pt x="2749441" y="233191"/>
                  </a:lnTo>
                  <a:lnTo>
                    <a:pt x="2759185" y="251382"/>
                  </a:lnTo>
                  <a:lnTo>
                    <a:pt x="2768943" y="251420"/>
                  </a:lnTo>
                  <a:lnTo>
                    <a:pt x="2778687" y="296557"/>
                  </a:lnTo>
                  <a:lnTo>
                    <a:pt x="2788446" y="303324"/>
                  </a:lnTo>
                  <a:lnTo>
                    <a:pt x="2798190" y="287479"/>
                  </a:lnTo>
                  <a:lnTo>
                    <a:pt x="2807934" y="286650"/>
                  </a:lnTo>
                  <a:lnTo>
                    <a:pt x="2817693" y="305060"/>
                  </a:lnTo>
                  <a:lnTo>
                    <a:pt x="2827437" y="321422"/>
                  </a:lnTo>
                  <a:lnTo>
                    <a:pt x="2837196" y="305477"/>
                  </a:lnTo>
                  <a:lnTo>
                    <a:pt x="2846940" y="314458"/>
                  </a:lnTo>
                  <a:lnTo>
                    <a:pt x="2856684" y="302951"/>
                  </a:lnTo>
                  <a:lnTo>
                    <a:pt x="2866442" y="280755"/>
                  </a:lnTo>
                  <a:lnTo>
                    <a:pt x="2876186" y="291423"/>
                  </a:lnTo>
                  <a:lnTo>
                    <a:pt x="2885945" y="254831"/>
                  </a:lnTo>
                  <a:lnTo>
                    <a:pt x="2895689" y="275429"/>
                  </a:lnTo>
                  <a:lnTo>
                    <a:pt x="2905433" y="283808"/>
                  </a:lnTo>
                  <a:lnTo>
                    <a:pt x="2915192" y="25430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3" name="Freeform 1062">
              <a:extLst>
                <a:ext uri="{FF2B5EF4-FFF2-40B4-BE49-F238E27FC236}">
                  <a16:creationId xmlns:a16="http://schemas.microsoft.com/office/drawing/2014/main" id="{BE462453-26EE-7D3D-C95F-F3412BF47BF2}"/>
                </a:ext>
              </a:extLst>
            </p:cNvPr>
            <p:cNvSpPr/>
            <p:nvPr/>
          </p:nvSpPr>
          <p:spPr>
            <a:xfrm>
              <a:off x="4426652" y="3629528"/>
              <a:ext cx="2915191" cy="489303"/>
            </a:xfrm>
            <a:custGeom>
              <a:avLst/>
              <a:gdLst>
                <a:gd name="connsiteX0" fmla="*/ 0 w 2915191"/>
                <a:gd name="connsiteY0" fmla="*/ 344272 h 489303"/>
                <a:gd name="connsiteX1" fmla="*/ 9750 w 2915191"/>
                <a:gd name="connsiteY1" fmla="*/ 303869 h 489303"/>
                <a:gd name="connsiteX2" fmla="*/ 19500 w 2915191"/>
                <a:gd name="connsiteY2" fmla="*/ 280552 h 489303"/>
                <a:gd name="connsiteX3" fmla="*/ 29250 w 2915191"/>
                <a:gd name="connsiteY3" fmla="*/ 282821 h 489303"/>
                <a:gd name="connsiteX4" fmla="*/ 39000 w 2915191"/>
                <a:gd name="connsiteY4" fmla="*/ 276650 h 489303"/>
                <a:gd name="connsiteX5" fmla="*/ 48749 w 2915191"/>
                <a:gd name="connsiteY5" fmla="*/ 293733 h 489303"/>
                <a:gd name="connsiteX6" fmla="*/ 58499 w 2915191"/>
                <a:gd name="connsiteY6" fmla="*/ 255085 h 489303"/>
                <a:gd name="connsiteX7" fmla="*/ 68249 w 2915191"/>
                <a:gd name="connsiteY7" fmla="*/ 231013 h 489303"/>
                <a:gd name="connsiteX8" fmla="*/ 77998 w 2915191"/>
                <a:gd name="connsiteY8" fmla="*/ 268346 h 489303"/>
                <a:gd name="connsiteX9" fmla="*/ 87748 w 2915191"/>
                <a:gd name="connsiteY9" fmla="*/ 234503 h 489303"/>
                <a:gd name="connsiteX10" fmla="*/ 97497 w 2915191"/>
                <a:gd name="connsiteY10" fmla="*/ 230565 h 489303"/>
                <a:gd name="connsiteX11" fmla="*/ 107247 w 2915191"/>
                <a:gd name="connsiteY11" fmla="*/ 215082 h 489303"/>
                <a:gd name="connsiteX12" fmla="*/ 116997 w 2915191"/>
                <a:gd name="connsiteY12" fmla="*/ 222299 h 489303"/>
                <a:gd name="connsiteX13" fmla="*/ 126747 w 2915191"/>
                <a:gd name="connsiteY13" fmla="*/ 235335 h 489303"/>
                <a:gd name="connsiteX14" fmla="*/ 136497 w 2915191"/>
                <a:gd name="connsiteY14" fmla="*/ 245166 h 489303"/>
                <a:gd name="connsiteX15" fmla="*/ 146247 w 2915191"/>
                <a:gd name="connsiteY15" fmla="*/ 254959 h 489303"/>
                <a:gd name="connsiteX16" fmla="*/ 155997 w 2915191"/>
                <a:gd name="connsiteY16" fmla="*/ 228737 h 489303"/>
                <a:gd name="connsiteX17" fmla="*/ 165747 w 2915191"/>
                <a:gd name="connsiteY17" fmla="*/ 236036 h 489303"/>
                <a:gd name="connsiteX18" fmla="*/ 175497 w 2915191"/>
                <a:gd name="connsiteY18" fmla="*/ 227080 h 489303"/>
                <a:gd name="connsiteX19" fmla="*/ 185247 w 2915191"/>
                <a:gd name="connsiteY19" fmla="*/ 213081 h 489303"/>
                <a:gd name="connsiteX20" fmla="*/ 194996 w 2915191"/>
                <a:gd name="connsiteY20" fmla="*/ 206689 h 489303"/>
                <a:gd name="connsiteX21" fmla="*/ 204746 w 2915191"/>
                <a:gd name="connsiteY21" fmla="*/ 216357 h 489303"/>
                <a:gd name="connsiteX22" fmla="*/ 214495 w 2915191"/>
                <a:gd name="connsiteY22" fmla="*/ 225042 h 489303"/>
                <a:gd name="connsiteX23" fmla="*/ 224245 w 2915191"/>
                <a:gd name="connsiteY23" fmla="*/ 210189 h 489303"/>
                <a:gd name="connsiteX24" fmla="*/ 233995 w 2915191"/>
                <a:gd name="connsiteY24" fmla="*/ 198304 h 489303"/>
                <a:gd name="connsiteX25" fmla="*/ 243744 w 2915191"/>
                <a:gd name="connsiteY25" fmla="*/ 196427 h 489303"/>
                <a:gd name="connsiteX26" fmla="*/ 253494 w 2915191"/>
                <a:gd name="connsiteY26" fmla="*/ 211968 h 489303"/>
                <a:gd name="connsiteX27" fmla="*/ 263244 w 2915191"/>
                <a:gd name="connsiteY27" fmla="*/ 233302 h 489303"/>
                <a:gd name="connsiteX28" fmla="*/ 272994 w 2915191"/>
                <a:gd name="connsiteY28" fmla="*/ 220149 h 489303"/>
                <a:gd name="connsiteX29" fmla="*/ 282744 w 2915191"/>
                <a:gd name="connsiteY29" fmla="*/ 242667 h 489303"/>
                <a:gd name="connsiteX30" fmla="*/ 292494 w 2915191"/>
                <a:gd name="connsiteY30" fmla="*/ 263538 h 489303"/>
                <a:gd name="connsiteX31" fmla="*/ 302244 w 2915191"/>
                <a:gd name="connsiteY31" fmla="*/ 253460 h 489303"/>
                <a:gd name="connsiteX32" fmla="*/ 311994 w 2915191"/>
                <a:gd name="connsiteY32" fmla="*/ 270823 h 489303"/>
                <a:gd name="connsiteX33" fmla="*/ 321744 w 2915191"/>
                <a:gd name="connsiteY33" fmla="*/ 274617 h 489303"/>
                <a:gd name="connsiteX34" fmla="*/ 331493 w 2915191"/>
                <a:gd name="connsiteY34" fmla="*/ 263447 h 489303"/>
                <a:gd name="connsiteX35" fmla="*/ 341243 w 2915191"/>
                <a:gd name="connsiteY35" fmla="*/ 215387 h 489303"/>
                <a:gd name="connsiteX36" fmla="*/ 350993 w 2915191"/>
                <a:gd name="connsiteY36" fmla="*/ 211132 h 489303"/>
                <a:gd name="connsiteX37" fmla="*/ 360742 w 2915191"/>
                <a:gd name="connsiteY37" fmla="*/ 220134 h 489303"/>
                <a:gd name="connsiteX38" fmla="*/ 370492 w 2915191"/>
                <a:gd name="connsiteY38" fmla="*/ 208289 h 489303"/>
                <a:gd name="connsiteX39" fmla="*/ 380241 w 2915191"/>
                <a:gd name="connsiteY39" fmla="*/ 228759 h 489303"/>
                <a:gd name="connsiteX40" fmla="*/ 389991 w 2915191"/>
                <a:gd name="connsiteY40" fmla="*/ 240853 h 489303"/>
                <a:gd name="connsiteX41" fmla="*/ 399741 w 2915191"/>
                <a:gd name="connsiteY41" fmla="*/ 277105 h 489303"/>
                <a:gd name="connsiteX42" fmla="*/ 409491 w 2915191"/>
                <a:gd name="connsiteY42" fmla="*/ 283955 h 489303"/>
                <a:gd name="connsiteX43" fmla="*/ 419241 w 2915191"/>
                <a:gd name="connsiteY43" fmla="*/ 291461 h 489303"/>
                <a:gd name="connsiteX44" fmla="*/ 428991 w 2915191"/>
                <a:gd name="connsiteY44" fmla="*/ 276342 h 489303"/>
                <a:gd name="connsiteX45" fmla="*/ 438741 w 2915191"/>
                <a:gd name="connsiteY45" fmla="*/ 264581 h 489303"/>
                <a:gd name="connsiteX46" fmla="*/ 448491 w 2915191"/>
                <a:gd name="connsiteY46" fmla="*/ 271263 h 489303"/>
                <a:gd name="connsiteX47" fmla="*/ 458241 w 2915191"/>
                <a:gd name="connsiteY47" fmla="*/ 295125 h 489303"/>
                <a:gd name="connsiteX48" fmla="*/ 467991 w 2915191"/>
                <a:gd name="connsiteY48" fmla="*/ 316939 h 489303"/>
                <a:gd name="connsiteX49" fmla="*/ 477740 w 2915191"/>
                <a:gd name="connsiteY49" fmla="*/ 336370 h 489303"/>
                <a:gd name="connsiteX50" fmla="*/ 487490 w 2915191"/>
                <a:gd name="connsiteY50" fmla="*/ 308922 h 489303"/>
                <a:gd name="connsiteX51" fmla="*/ 497239 w 2915191"/>
                <a:gd name="connsiteY51" fmla="*/ 302802 h 489303"/>
                <a:gd name="connsiteX52" fmla="*/ 506989 w 2915191"/>
                <a:gd name="connsiteY52" fmla="*/ 292932 h 489303"/>
                <a:gd name="connsiteX53" fmla="*/ 516738 w 2915191"/>
                <a:gd name="connsiteY53" fmla="*/ 286458 h 489303"/>
                <a:gd name="connsiteX54" fmla="*/ 526488 w 2915191"/>
                <a:gd name="connsiteY54" fmla="*/ 301426 h 489303"/>
                <a:gd name="connsiteX55" fmla="*/ 536238 w 2915191"/>
                <a:gd name="connsiteY55" fmla="*/ 313755 h 489303"/>
                <a:gd name="connsiteX56" fmla="*/ 545988 w 2915191"/>
                <a:gd name="connsiteY56" fmla="*/ 315905 h 489303"/>
                <a:gd name="connsiteX57" fmla="*/ 555738 w 2915191"/>
                <a:gd name="connsiteY57" fmla="*/ 322928 h 489303"/>
                <a:gd name="connsiteX58" fmla="*/ 565488 w 2915191"/>
                <a:gd name="connsiteY58" fmla="*/ 298966 h 489303"/>
                <a:gd name="connsiteX59" fmla="*/ 575238 w 2915191"/>
                <a:gd name="connsiteY59" fmla="*/ 264606 h 489303"/>
                <a:gd name="connsiteX60" fmla="*/ 584988 w 2915191"/>
                <a:gd name="connsiteY60" fmla="*/ 245595 h 489303"/>
                <a:gd name="connsiteX61" fmla="*/ 594738 w 2915191"/>
                <a:gd name="connsiteY61" fmla="*/ 233521 h 489303"/>
                <a:gd name="connsiteX62" fmla="*/ 604488 w 2915191"/>
                <a:gd name="connsiteY62" fmla="*/ 255997 h 489303"/>
                <a:gd name="connsiteX63" fmla="*/ 614237 w 2915191"/>
                <a:gd name="connsiteY63" fmla="*/ 254214 h 489303"/>
                <a:gd name="connsiteX64" fmla="*/ 623987 w 2915191"/>
                <a:gd name="connsiteY64" fmla="*/ 239230 h 489303"/>
                <a:gd name="connsiteX65" fmla="*/ 633736 w 2915191"/>
                <a:gd name="connsiteY65" fmla="*/ 233418 h 489303"/>
                <a:gd name="connsiteX66" fmla="*/ 643486 w 2915191"/>
                <a:gd name="connsiteY66" fmla="*/ 207100 h 489303"/>
                <a:gd name="connsiteX67" fmla="*/ 653236 w 2915191"/>
                <a:gd name="connsiteY67" fmla="*/ 213531 h 489303"/>
                <a:gd name="connsiteX68" fmla="*/ 662985 w 2915191"/>
                <a:gd name="connsiteY68" fmla="*/ 221801 h 489303"/>
                <a:gd name="connsiteX69" fmla="*/ 672735 w 2915191"/>
                <a:gd name="connsiteY69" fmla="*/ 225094 h 489303"/>
                <a:gd name="connsiteX70" fmla="*/ 682485 w 2915191"/>
                <a:gd name="connsiteY70" fmla="*/ 183938 h 489303"/>
                <a:gd name="connsiteX71" fmla="*/ 692235 w 2915191"/>
                <a:gd name="connsiteY71" fmla="*/ 174424 h 489303"/>
                <a:gd name="connsiteX72" fmla="*/ 701985 w 2915191"/>
                <a:gd name="connsiteY72" fmla="*/ 134152 h 489303"/>
                <a:gd name="connsiteX73" fmla="*/ 711735 w 2915191"/>
                <a:gd name="connsiteY73" fmla="*/ 116173 h 489303"/>
                <a:gd name="connsiteX74" fmla="*/ 721485 w 2915191"/>
                <a:gd name="connsiteY74" fmla="*/ 139578 h 489303"/>
                <a:gd name="connsiteX75" fmla="*/ 731235 w 2915191"/>
                <a:gd name="connsiteY75" fmla="*/ 117447 h 489303"/>
                <a:gd name="connsiteX76" fmla="*/ 740985 w 2915191"/>
                <a:gd name="connsiteY76" fmla="*/ 113550 h 489303"/>
                <a:gd name="connsiteX77" fmla="*/ 750734 w 2915191"/>
                <a:gd name="connsiteY77" fmla="*/ 88186 h 489303"/>
                <a:gd name="connsiteX78" fmla="*/ 760484 w 2915191"/>
                <a:gd name="connsiteY78" fmla="*/ 93034 h 489303"/>
                <a:gd name="connsiteX79" fmla="*/ 770233 w 2915191"/>
                <a:gd name="connsiteY79" fmla="*/ 133987 h 489303"/>
                <a:gd name="connsiteX80" fmla="*/ 779983 w 2915191"/>
                <a:gd name="connsiteY80" fmla="*/ 128665 h 489303"/>
                <a:gd name="connsiteX81" fmla="*/ 789733 w 2915191"/>
                <a:gd name="connsiteY81" fmla="*/ 137847 h 489303"/>
                <a:gd name="connsiteX82" fmla="*/ 799482 w 2915191"/>
                <a:gd name="connsiteY82" fmla="*/ 143842 h 489303"/>
                <a:gd name="connsiteX83" fmla="*/ 809232 w 2915191"/>
                <a:gd name="connsiteY83" fmla="*/ 152946 h 489303"/>
                <a:gd name="connsiteX84" fmla="*/ 818982 w 2915191"/>
                <a:gd name="connsiteY84" fmla="*/ 155195 h 489303"/>
                <a:gd name="connsiteX85" fmla="*/ 828732 w 2915191"/>
                <a:gd name="connsiteY85" fmla="*/ 166448 h 489303"/>
                <a:gd name="connsiteX86" fmla="*/ 838482 w 2915191"/>
                <a:gd name="connsiteY86" fmla="*/ 143598 h 489303"/>
                <a:gd name="connsiteX87" fmla="*/ 848232 w 2915191"/>
                <a:gd name="connsiteY87" fmla="*/ 147342 h 489303"/>
                <a:gd name="connsiteX88" fmla="*/ 857982 w 2915191"/>
                <a:gd name="connsiteY88" fmla="*/ 127373 h 489303"/>
                <a:gd name="connsiteX89" fmla="*/ 867732 w 2915191"/>
                <a:gd name="connsiteY89" fmla="*/ 104302 h 489303"/>
                <a:gd name="connsiteX90" fmla="*/ 877482 w 2915191"/>
                <a:gd name="connsiteY90" fmla="*/ 72396 h 489303"/>
                <a:gd name="connsiteX91" fmla="*/ 887231 w 2915191"/>
                <a:gd name="connsiteY91" fmla="*/ 53048 h 489303"/>
                <a:gd name="connsiteX92" fmla="*/ 896981 w 2915191"/>
                <a:gd name="connsiteY92" fmla="*/ 59480 h 489303"/>
                <a:gd name="connsiteX93" fmla="*/ 906730 w 2915191"/>
                <a:gd name="connsiteY93" fmla="*/ 81640 h 489303"/>
                <a:gd name="connsiteX94" fmla="*/ 916480 w 2915191"/>
                <a:gd name="connsiteY94" fmla="*/ 82749 h 489303"/>
                <a:gd name="connsiteX95" fmla="*/ 926230 w 2915191"/>
                <a:gd name="connsiteY95" fmla="*/ 72282 h 489303"/>
                <a:gd name="connsiteX96" fmla="*/ 935979 w 2915191"/>
                <a:gd name="connsiteY96" fmla="*/ 69157 h 489303"/>
                <a:gd name="connsiteX97" fmla="*/ 945729 w 2915191"/>
                <a:gd name="connsiteY97" fmla="*/ 89659 h 489303"/>
                <a:gd name="connsiteX98" fmla="*/ 955479 w 2915191"/>
                <a:gd name="connsiteY98" fmla="*/ 77426 h 489303"/>
                <a:gd name="connsiteX99" fmla="*/ 965229 w 2915191"/>
                <a:gd name="connsiteY99" fmla="*/ 108898 h 489303"/>
                <a:gd name="connsiteX100" fmla="*/ 974979 w 2915191"/>
                <a:gd name="connsiteY100" fmla="*/ 108746 h 489303"/>
                <a:gd name="connsiteX101" fmla="*/ 984729 w 2915191"/>
                <a:gd name="connsiteY101" fmla="*/ 114526 h 489303"/>
                <a:gd name="connsiteX102" fmla="*/ 994474 w 2915191"/>
                <a:gd name="connsiteY102" fmla="*/ 93248 h 489303"/>
                <a:gd name="connsiteX103" fmla="*/ 1004233 w 2915191"/>
                <a:gd name="connsiteY103" fmla="*/ 93286 h 489303"/>
                <a:gd name="connsiteX104" fmla="*/ 1013977 w 2915191"/>
                <a:gd name="connsiteY104" fmla="*/ 85924 h 489303"/>
                <a:gd name="connsiteX105" fmla="*/ 1023721 w 2915191"/>
                <a:gd name="connsiteY105" fmla="*/ 63768 h 489303"/>
                <a:gd name="connsiteX106" fmla="*/ 1033480 w 2915191"/>
                <a:gd name="connsiteY106" fmla="*/ 78948 h 489303"/>
                <a:gd name="connsiteX107" fmla="*/ 1043224 w 2915191"/>
                <a:gd name="connsiteY107" fmla="*/ 74282 h 489303"/>
                <a:gd name="connsiteX108" fmla="*/ 1052983 w 2915191"/>
                <a:gd name="connsiteY108" fmla="*/ 84403 h 489303"/>
                <a:gd name="connsiteX109" fmla="*/ 1062727 w 2915191"/>
                <a:gd name="connsiteY109" fmla="*/ 86389 h 489303"/>
                <a:gd name="connsiteX110" fmla="*/ 1072471 w 2915191"/>
                <a:gd name="connsiteY110" fmla="*/ 126387 h 489303"/>
                <a:gd name="connsiteX111" fmla="*/ 1082230 w 2915191"/>
                <a:gd name="connsiteY111" fmla="*/ 171583 h 489303"/>
                <a:gd name="connsiteX112" fmla="*/ 1091973 w 2915191"/>
                <a:gd name="connsiteY112" fmla="*/ 207817 h 489303"/>
                <a:gd name="connsiteX113" fmla="*/ 1101732 w 2915191"/>
                <a:gd name="connsiteY113" fmla="*/ 217881 h 489303"/>
                <a:gd name="connsiteX114" fmla="*/ 1111476 w 2915191"/>
                <a:gd name="connsiteY114" fmla="*/ 202118 h 489303"/>
                <a:gd name="connsiteX115" fmla="*/ 1121220 w 2915191"/>
                <a:gd name="connsiteY115" fmla="*/ 241583 h 489303"/>
                <a:gd name="connsiteX116" fmla="*/ 1130979 w 2915191"/>
                <a:gd name="connsiteY116" fmla="*/ 250549 h 489303"/>
                <a:gd name="connsiteX117" fmla="*/ 1140723 w 2915191"/>
                <a:gd name="connsiteY117" fmla="*/ 245100 h 489303"/>
                <a:gd name="connsiteX118" fmla="*/ 1150482 w 2915191"/>
                <a:gd name="connsiteY118" fmla="*/ 254834 h 489303"/>
                <a:gd name="connsiteX119" fmla="*/ 1160226 w 2915191"/>
                <a:gd name="connsiteY119" fmla="*/ 236283 h 489303"/>
                <a:gd name="connsiteX120" fmla="*/ 1169969 w 2915191"/>
                <a:gd name="connsiteY120" fmla="*/ 214791 h 489303"/>
                <a:gd name="connsiteX121" fmla="*/ 1179728 w 2915191"/>
                <a:gd name="connsiteY121" fmla="*/ 229625 h 489303"/>
                <a:gd name="connsiteX122" fmla="*/ 1189472 w 2915191"/>
                <a:gd name="connsiteY122" fmla="*/ 254135 h 489303"/>
                <a:gd name="connsiteX123" fmla="*/ 1199231 w 2915191"/>
                <a:gd name="connsiteY123" fmla="*/ 245710 h 489303"/>
                <a:gd name="connsiteX124" fmla="*/ 1208975 w 2915191"/>
                <a:gd name="connsiteY124" fmla="*/ 230930 h 489303"/>
                <a:gd name="connsiteX125" fmla="*/ 1218719 w 2915191"/>
                <a:gd name="connsiteY125" fmla="*/ 226412 h 489303"/>
                <a:gd name="connsiteX126" fmla="*/ 1228478 w 2915191"/>
                <a:gd name="connsiteY126" fmla="*/ 227570 h 489303"/>
                <a:gd name="connsiteX127" fmla="*/ 1238222 w 2915191"/>
                <a:gd name="connsiteY127" fmla="*/ 217394 h 489303"/>
                <a:gd name="connsiteX128" fmla="*/ 1247966 w 2915191"/>
                <a:gd name="connsiteY128" fmla="*/ 198910 h 489303"/>
                <a:gd name="connsiteX129" fmla="*/ 1257725 w 2915191"/>
                <a:gd name="connsiteY129" fmla="*/ 206758 h 489303"/>
                <a:gd name="connsiteX130" fmla="*/ 1267469 w 2915191"/>
                <a:gd name="connsiteY130" fmla="*/ 183550 h 489303"/>
                <a:gd name="connsiteX131" fmla="*/ 1277227 w 2915191"/>
                <a:gd name="connsiteY131" fmla="*/ 152697 h 489303"/>
                <a:gd name="connsiteX132" fmla="*/ 1286971 w 2915191"/>
                <a:gd name="connsiteY132" fmla="*/ 160419 h 489303"/>
                <a:gd name="connsiteX133" fmla="*/ 1296715 w 2915191"/>
                <a:gd name="connsiteY133" fmla="*/ 142002 h 489303"/>
                <a:gd name="connsiteX134" fmla="*/ 1306474 w 2915191"/>
                <a:gd name="connsiteY134" fmla="*/ 150666 h 489303"/>
                <a:gd name="connsiteX135" fmla="*/ 1316218 w 2915191"/>
                <a:gd name="connsiteY135" fmla="*/ 122867 h 489303"/>
                <a:gd name="connsiteX136" fmla="*/ 1325977 w 2915191"/>
                <a:gd name="connsiteY136" fmla="*/ 115466 h 489303"/>
                <a:gd name="connsiteX137" fmla="*/ 1335721 w 2915191"/>
                <a:gd name="connsiteY137" fmla="*/ 140360 h 489303"/>
                <a:gd name="connsiteX138" fmla="*/ 1345465 w 2915191"/>
                <a:gd name="connsiteY138" fmla="*/ 142683 h 489303"/>
                <a:gd name="connsiteX139" fmla="*/ 1355224 w 2915191"/>
                <a:gd name="connsiteY139" fmla="*/ 141371 h 489303"/>
                <a:gd name="connsiteX140" fmla="*/ 1364967 w 2915191"/>
                <a:gd name="connsiteY140" fmla="*/ 164142 h 489303"/>
                <a:gd name="connsiteX141" fmla="*/ 1374726 w 2915191"/>
                <a:gd name="connsiteY141" fmla="*/ 176611 h 489303"/>
                <a:gd name="connsiteX142" fmla="*/ 1384470 w 2915191"/>
                <a:gd name="connsiteY142" fmla="*/ 171088 h 489303"/>
                <a:gd name="connsiteX143" fmla="*/ 1394214 w 2915191"/>
                <a:gd name="connsiteY143" fmla="*/ 203054 h 489303"/>
                <a:gd name="connsiteX144" fmla="*/ 1403973 w 2915191"/>
                <a:gd name="connsiteY144" fmla="*/ 179636 h 489303"/>
                <a:gd name="connsiteX145" fmla="*/ 1413717 w 2915191"/>
                <a:gd name="connsiteY145" fmla="*/ 186161 h 489303"/>
                <a:gd name="connsiteX146" fmla="*/ 1423476 w 2915191"/>
                <a:gd name="connsiteY146" fmla="*/ 189275 h 489303"/>
                <a:gd name="connsiteX147" fmla="*/ 1433220 w 2915191"/>
                <a:gd name="connsiteY147" fmla="*/ 192179 h 489303"/>
                <a:gd name="connsiteX148" fmla="*/ 1442964 w 2915191"/>
                <a:gd name="connsiteY148" fmla="*/ 223562 h 489303"/>
                <a:gd name="connsiteX149" fmla="*/ 1452722 w 2915191"/>
                <a:gd name="connsiteY149" fmla="*/ 189090 h 489303"/>
                <a:gd name="connsiteX150" fmla="*/ 1462466 w 2915191"/>
                <a:gd name="connsiteY150" fmla="*/ 222257 h 489303"/>
                <a:gd name="connsiteX151" fmla="*/ 1472225 w 2915191"/>
                <a:gd name="connsiteY151" fmla="*/ 222768 h 489303"/>
                <a:gd name="connsiteX152" fmla="*/ 1481969 w 2915191"/>
                <a:gd name="connsiteY152" fmla="*/ 256274 h 489303"/>
                <a:gd name="connsiteX153" fmla="*/ 1491713 w 2915191"/>
                <a:gd name="connsiteY153" fmla="*/ 280724 h 489303"/>
                <a:gd name="connsiteX154" fmla="*/ 1501472 w 2915191"/>
                <a:gd name="connsiteY154" fmla="*/ 280427 h 489303"/>
                <a:gd name="connsiteX155" fmla="*/ 1511216 w 2915191"/>
                <a:gd name="connsiteY155" fmla="*/ 284712 h 489303"/>
                <a:gd name="connsiteX156" fmla="*/ 1520960 w 2915191"/>
                <a:gd name="connsiteY156" fmla="*/ 300530 h 489303"/>
                <a:gd name="connsiteX157" fmla="*/ 1530719 w 2915191"/>
                <a:gd name="connsiteY157" fmla="*/ 296089 h 489303"/>
                <a:gd name="connsiteX158" fmla="*/ 1540463 w 2915191"/>
                <a:gd name="connsiteY158" fmla="*/ 271182 h 489303"/>
                <a:gd name="connsiteX159" fmla="*/ 1550221 w 2915191"/>
                <a:gd name="connsiteY159" fmla="*/ 277873 h 489303"/>
                <a:gd name="connsiteX160" fmla="*/ 1559965 w 2915191"/>
                <a:gd name="connsiteY160" fmla="*/ 284529 h 489303"/>
                <a:gd name="connsiteX161" fmla="*/ 1569709 w 2915191"/>
                <a:gd name="connsiteY161" fmla="*/ 312198 h 489303"/>
                <a:gd name="connsiteX162" fmla="*/ 1579468 w 2915191"/>
                <a:gd name="connsiteY162" fmla="*/ 350321 h 489303"/>
                <a:gd name="connsiteX163" fmla="*/ 1589212 w 2915191"/>
                <a:gd name="connsiteY163" fmla="*/ 379188 h 489303"/>
                <a:gd name="connsiteX164" fmla="*/ 1598971 w 2915191"/>
                <a:gd name="connsiteY164" fmla="*/ 381752 h 489303"/>
                <a:gd name="connsiteX165" fmla="*/ 1608715 w 2915191"/>
                <a:gd name="connsiteY165" fmla="*/ 397094 h 489303"/>
                <a:gd name="connsiteX166" fmla="*/ 1618459 w 2915191"/>
                <a:gd name="connsiteY166" fmla="*/ 402770 h 489303"/>
                <a:gd name="connsiteX167" fmla="*/ 1628218 w 2915191"/>
                <a:gd name="connsiteY167" fmla="*/ 403292 h 489303"/>
                <a:gd name="connsiteX168" fmla="*/ 1637962 w 2915191"/>
                <a:gd name="connsiteY168" fmla="*/ 460504 h 489303"/>
                <a:gd name="connsiteX169" fmla="*/ 1647720 w 2915191"/>
                <a:gd name="connsiteY169" fmla="*/ 488261 h 489303"/>
                <a:gd name="connsiteX170" fmla="*/ 1657464 w 2915191"/>
                <a:gd name="connsiteY170" fmla="*/ 483970 h 489303"/>
                <a:gd name="connsiteX171" fmla="*/ 1667208 w 2915191"/>
                <a:gd name="connsiteY171" fmla="*/ 489303 h 489303"/>
                <a:gd name="connsiteX172" fmla="*/ 1676967 w 2915191"/>
                <a:gd name="connsiteY172" fmla="*/ 418280 h 489303"/>
                <a:gd name="connsiteX173" fmla="*/ 1686711 w 2915191"/>
                <a:gd name="connsiteY173" fmla="*/ 408357 h 489303"/>
                <a:gd name="connsiteX174" fmla="*/ 1696470 w 2915191"/>
                <a:gd name="connsiteY174" fmla="*/ 404394 h 489303"/>
                <a:gd name="connsiteX175" fmla="*/ 1706214 w 2915191"/>
                <a:gd name="connsiteY175" fmla="*/ 404782 h 489303"/>
                <a:gd name="connsiteX176" fmla="*/ 1715958 w 2915191"/>
                <a:gd name="connsiteY176" fmla="*/ 408298 h 489303"/>
                <a:gd name="connsiteX177" fmla="*/ 1725716 w 2915191"/>
                <a:gd name="connsiteY177" fmla="*/ 408432 h 489303"/>
                <a:gd name="connsiteX178" fmla="*/ 1735460 w 2915191"/>
                <a:gd name="connsiteY178" fmla="*/ 405214 h 489303"/>
                <a:gd name="connsiteX179" fmla="*/ 1745219 w 2915191"/>
                <a:gd name="connsiteY179" fmla="*/ 398077 h 489303"/>
                <a:gd name="connsiteX180" fmla="*/ 1754963 w 2915191"/>
                <a:gd name="connsiteY180" fmla="*/ 382208 h 489303"/>
                <a:gd name="connsiteX181" fmla="*/ 1764707 w 2915191"/>
                <a:gd name="connsiteY181" fmla="*/ 367758 h 489303"/>
                <a:gd name="connsiteX182" fmla="*/ 1774466 w 2915191"/>
                <a:gd name="connsiteY182" fmla="*/ 403351 h 489303"/>
                <a:gd name="connsiteX183" fmla="*/ 1784210 w 2915191"/>
                <a:gd name="connsiteY183" fmla="*/ 418116 h 489303"/>
                <a:gd name="connsiteX184" fmla="*/ 1793969 w 2915191"/>
                <a:gd name="connsiteY184" fmla="*/ 425506 h 489303"/>
                <a:gd name="connsiteX185" fmla="*/ 1803713 w 2915191"/>
                <a:gd name="connsiteY185" fmla="*/ 455542 h 489303"/>
                <a:gd name="connsiteX186" fmla="*/ 1813457 w 2915191"/>
                <a:gd name="connsiteY186" fmla="*/ 423301 h 489303"/>
                <a:gd name="connsiteX187" fmla="*/ 1823215 w 2915191"/>
                <a:gd name="connsiteY187" fmla="*/ 420738 h 489303"/>
                <a:gd name="connsiteX188" fmla="*/ 1832959 w 2915191"/>
                <a:gd name="connsiteY188" fmla="*/ 433596 h 489303"/>
                <a:gd name="connsiteX189" fmla="*/ 1842703 w 2915191"/>
                <a:gd name="connsiteY189" fmla="*/ 407285 h 489303"/>
                <a:gd name="connsiteX190" fmla="*/ 1852462 w 2915191"/>
                <a:gd name="connsiteY190" fmla="*/ 381688 h 489303"/>
                <a:gd name="connsiteX191" fmla="*/ 1862206 w 2915191"/>
                <a:gd name="connsiteY191" fmla="*/ 417133 h 489303"/>
                <a:gd name="connsiteX192" fmla="*/ 1871965 w 2915191"/>
                <a:gd name="connsiteY192" fmla="*/ 407195 h 489303"/>
                <a:gd name="connsiteX193" fmla="*/ 1881709 w 2915191"/>
                <a:gd name="connsiteY193" fmla="*/ 402279 h 489303"/>
                <a:gd name="connsiteX194" fmla="*/ 1891453 w 2915191"/>
                <a:gd name="connsiteY194" fmla="*/ 401742 h 489303"/>
                <a:gd name="connsiteX195" fmla="*/ 1901212 w 2915191"/>
                <a:gd name="connsiteY195" fmla="*/ 379985 h 489303"/>
                <a:gd name="connsiteX196" fmla="*/ 1910956 w 2915191"/>
                <a:gd name="connsiteY196" fmla="*/ 368471 h 489303"/>
                <a:gd name="connsiteX197" fmla="*/ 1920714 w 2915191"/>
                <a:gd name="connsiteY197" fmla="*/ 368990 h 489303"/>
                <a:gd name="connsiteX198" fmla="*/ 1930458 w 2915191"/>
                <a:gd name="connsiteY198" fmla="*/ 361136 h 489303"/>
                <a:gd name="connsiteX199" fmla="*/ 1940202 w 2915191"/>
                <a:gd name="connsiteY199" fmla="*/ 328649 h 489303"/>
                <a:gd name="connsiteX200" fmla="*/ 1949961 w 2915191"/>
                <a:gd name="connsiteY200" fmla="*/ 294093 h 489303"/>
                <a:gd name="connsiteX201" fmla="*/ 1959705 w 2915191"/>
                <a:gd name="connsiteY201" fmla="*/ 303185 h 489303"/>
                <a:gd name="connsiteX202" fmla="*/ 1969464 w 2915191"/>
                <a:gd name="connsiteY202" fmla="*/ 275259 h 489303"/>
                <a:gd name="connsiteX203" fmla="*/ 1979208 w 2915191"/>
                <a:gd name="connsiteY203" fmla="*/ 255909 h 489303"/>
                <a:gd name="connsiteX204" fmla="*/ 1988952 w 2915191"/>
                <a:gd name="connsiteY204" fmla="*/ 272914 h 489303"/>
                <a:gd name="connsiteX205" fmla="*/ 1998711 w 2915191"/>
                <a:gd name="connsiteY205" fmla="*/ 305484 h 489303"/>
                <a:gd name="connsiteX206" fmla="*/ 2008454 w 2915191"/>
                <a:gd name="connsiteY206" fmla="*/ 326221 h 489303"/>
                <a:gd name="connsiteX207" fmla="*/ 2018213 w 2915191"/>
                <a:gd name="connsiteY207" fmla="*/ 333401 h 489303"/>
                <a:gd name="connsiteX208" fmla="*/ 2027957 w 2915191"/>
                <a:gd name="connsiteY208" fmla="*/ 277325 h 489303"/>
                <a:gd name="connsiteX209" fmla="*/ 2037701 w 2915191"/>
                <a:gd name="connsiteY209" fmla="*/ 279489 h 489303"/>
                <a:gd name="connsiteX210" fmla="*/ 2047460 w 2915191"/>
                <a:gd name="connsiteY210" fmla="*/ 304140 h 489303"/>
                <a:gd name="connsiteX211" fmla="*/ 2057204 w 2915191"/>
                <a:gd name="connsiteY211" fmla="*/ 304182 h 489303"/>
                <a:gd name="connsiteX212" fmla="*/ 2066963 w 2915191"/>
                <a:gd name="connsiteY212" fmla="*/ 276872 h 489303"/>
                <a:gd name="connsiteX213" fmla="*/ 2076707 w 2915191"/>
                <a:gd name="connsiteY213" fmla="*/ 257875 h 489303"/>
                <a:gd name="connsiteX214" fmla="*/ 2086451 w 2915191"/>
                <a:gd name="connsiteY214" fmla="*/ 242719 h 489303"/>
                <a:gd name="connsiteX215" fmla="*/ 2096210 w 2915191"/>
                <a:gd name="connsiteY215" fmla="*/ 221202 h 489303"/>
                <a:gd name="connsiteX216" fmla="*/ 2105954 w 2915191"/>
                <a:gd name="connsiteY216" fmla="*/ 226667 h 489303"/>
                <a:gd name="connsiteX217" fmla="*/ 2115697 w 2915191"/>
                <a:gd name="connsiteY217" fmla="*/ 214310 h 489303"/>
                <a:gd name="connsiteX218" fmla="*/ 2125456 w 2915191"/>
                <a:gd name="connsiteY218" fmla="*/ 187325 h 489303"/>
                <a:gd name="connsiteX219" fmla="*/ 2135200 w 2915191"/>
                <a:gd name="connsiteY219" fmla="*/ 172943 h 489303"/>
                <a:gd name="connsiteX220" fmla="*/ 2144959 w 2915191"/>
                <a:gd name="connsiteY220" fmla="*/ 183566 h 489303"/>
                <a:gd name="connsiteX221" fmla="*/ 2154703 w 2915191"/>
                <a:gd name="connsiteY221" fmla="*/ 183469 h 489303"/>
                <a:gd name="connsiteX222" fmla="*/ 2164447 w 2915191"/>
                <a:gd name="connsiteY222" fmla="*/ 150404 h 489303"/>
                <a:gd name="connsiteX223" fmla="*/ 2174206 w 2915191"/>
                <a:gd name="connsiteY223" fmla="*/ 105142 h 489303"/>
                <a:gd name="connsiteX224" fmla="*/ 2183950 w 2915191"/>
                <a:gd name="connsiteY224" fmla="*/ 93102 h 489303"/>
                <a:gd name="connsiteX225" fmla="*/ 2193709 w 2915191"/>
                <a:gd name="connsiteY225" fmla="*/ 76827 h 489303"/>
                <a:gd name="connsiteX226" fmla="*/ 2203452 w 2915191"/>
                <a:gd name="connsiteY226" fmla="*/ 61783 h 489303"/>
                <a:gd name="connsiteX227" fmla="*/ 2213196 w 2915191"/>
                <a:gd name="connsiteY227" fmla="*/ 70815 h 489303"/>
                <a:gd name="connsiteX228" fmla="*/ 2222955 w 2915191"/>
                <a:gd name="connsiteY228" fmla="*/ 65462 h 489303"/>
                <a:gd name="connsiteX229" fmla="*/ 2232699 w 2915191"/>
                <a:gd name="connsiteY229" fmla="*/ 62424 h 489303"/>
                <a:gd name="connsiteX230" fmla="*/ 2242458 w 2915191"/>
                <a:gd name="connsiteY230" fmla="*/ 70588 h 489303"/>
                <a:gd name="connsiteX231" fmla="*/ 2252202 w 2915191"/>
                <a:gd name="connsiteY231" fmla="*/ 106197 h 489303"/>
                <a:gd name="connsiteX232" fmla="*/ 2261946 w 2915191"/>
                <a:gd name="connsiteY232" fmla="*/ 112833 h 489303"/>
                <a:gd name="connsiteX233" fmla="*/ 2271705 w 2915191"/>
                <a:gd name="connsiteY233" fmla="*/ 136299 h 489303"/>
                <a:gd name="connsiteX234" fmla="*/ 2281449 w 2915191"/>
                <a:gd name="connsiteY234" fmla="*/ 134203 h 489303"/>
                <a:gd name="connsiteX235" fmla="*/ 2291208 w 2915191"/>
                <a:gd name="connsiteY235" fmla="*/ 118545 h 489303"/>
                <a:gd name="connsiteX236" fmla="*/ 2300951 w 2915191"/>
                <a:gd name="connsiteY236" fmla="*/ 99323 h 489303"/>
                <a:gd name="connsiteX237" fmla="*/ 2310695 w 2915191"/>
                <a:gd name="connsiteY237" fmla="*/ 112998 h 489303"/>
                <a:gd name="connsiteX238" fmla="*/ 2320454 w 2915191"/>
                <a:gd name="connsiteY238" fmla="*/ 91681 h 489303"/>
                <a:gd name="connsiteX239" fmla="*/ 2330198 w 2915191"/>
                <a:gd name="connsiteY239" fmla="*/ 100270 h 489303"/>
                <a:gd name="connsiteX240" fmla="*/ 2339957 w 2915191"/>
                <a:gd name="connsiteY240" fmla="*/ 108284 h 489303"/>
                <a:gd name="connsiteX241" fmla="*/ 2349701 w 2915191"/>
                <a:gd name="connsiteY241" fmla="*/ 118708 h 489303"/>
                <a:gd name="connsiteX242" fmla="*/ 2359445 w 2915191"/>
                <a:gd name="connsiteY242" fmla="*/ 105863 h 489303"/>
                <a:gd name="connsiteX243" fmla="*/ 2369204 w 2915191"/>
                <a:gd name="connsiteY243" fmla="*/ 98780 h 489303"/>
                <a:gd name="connsiteX244" fmla="*/ 2378948 w 2915191"/>
                <a:gd name="connsiteY244" fmla="*/ 120177 h 489303"/>
                <a:gd name="connsiteX245" fmla="*/ 2388692 w 2915191"/>
                <a:gd name="connsiteY245" fmla="*/ 98554 h 489303"/>
                <a:gd name="connsiteX246" fmla="*/ 2398450 w 2915191"/>
                <a:gd name="connsiteY246" fmla="*/ 128070 h 489303"/>
                <a:gd name="connsiteX247" fmla="*/ 2408194 w 2915191"/>
                <a:gd name="connsiteY247" fmla="*/ 113991 h 489303"/>
                <a:gd name="connsiteX248" fmla="*/ 2417953 w 2915191"/>
                <a:gd name="connsiteY248" fmla="*/ 86782 h 489303"/>
                <a:gd name="connsiteX249" fmla="*/ 2427697 w 2915191"/>
                <a:gd name="connsiteY249" fmla="*/ 74896 h 489303"/>
                <a:gd name="connsiteX250" fmla="*/ 2437441 w 2915191"/>
                <a:gd name="connsiteY250" fmla="*/ 73789 h 489303"/>
                <a:gd name="connsiteX251" fmla="*/ 2447200 w 2915191"/>
                <a:gd name="connsiteY251" fmla="*/ 91085 h 489303"/>
                <a:gd name="connsiteX252" fmla="*/ 2456944 w 2915191"/>
                <a:gd name="connsiteY252" fmla="*/ 94328 h 489303"/>
                <a:gd name="connsiteX253" fmla="*/ 2466703 w 2915191"/>
                <a:gd name="connsiteY253" fmla="*/ 110004 h 489303"/>
                <a:gd name="connsiteX254" fmla="*/ 2476446 w 2915191"/>
                <a:gd name="connsiteY254" fmla="*/ 83652 h 489303"/>
                <a:gd name="connsiteX255" fmla="*/ 2486190 w 2915191"/>
                <a:gd name="connsiteY255" fmla="*/ 104384 h 489303"/>
                <a:gd name="connsiteX256" fmla="*/ 2495949 w 2915191"/>
                <a:gd name="connsiteY256" fmla="*/ 89991 h 489303"/>
                <a:gd name="connsiteX257" fmla="*/ 2505693 w 2915191"/>
                <a:gd name="connsiteY257" fmla="*/ 57302 h 489303"/>
                <a:gd name="connsiteX258" fmla="*/ 2515452 w 2915191"/>
                <a:gd name="connsiteY258" fmla="*/ 35568 h 489303"/>
                <a:gd name="connsiteX259" fmla="*/ 2525196 w 2915191"/>
                <a:gd name="connsiteY259" fmla="*/ 70931 h 489303"/>
                <a:gd name="connsiteX260" fmla="*/ 2534940 w 2915191"/>
                <a:gd name="connsiteY260" fmla="*/ 49371 h 489303"/>
                <a:gd name="connsiteX261" fmla="*/ 2544699 w 2915191"/>
                <a:gd name="connsiteY261" fmla="*/ 44040 h 489303"/>
                <a:gd name="connsiteX262" fmla="*/ 2554443 w 2915191"/>
                <a:gd name="connsiteY262" fmla="*/ 76919 h 489303"/>
                <a:gd name="connsiteX263" fmla="*/ 2564202 w 2915191"/>
                <a:gd name="connsiteY263" fmla="*/ 92700 h 489303"/>
                <a:gd name="connsiteX264" fmla="*/ 2573946 w 2915191"/>
                <a:gd name="connsiteY264" fmla="*/ 90794 h 489303"/>
                <a:gd name="connsiteX265" fmla="*/ 2583690 w 2915191"/>
                <a:gd name="connsiteY265" fmla="*/ 87378 h 489303"/>
                <a:gd name="connsiteX266" fmla="*/ 2593448 w 2915191"/>
                <a:gd name="connsiteY266" fmla="*/ 93807 h 489303"/>
                <a:gd name="connsiteX267" fmla="*/ 2603192 w 2915191"/>
                <a:gd name="connsiteY267" fmla="*/ 77351 h 489303"/>
                <a:gd name="connsiteX268" fmla="*/ 2612951 w 2915191"/>
                <a:gd name="connsiteY268" fmla="*/ 85700 h 489303"/>
                <a:gd name="connsiteX269" fmla="*/ 2622695 w 2915191"/>
                <a:gd name="connsiteY269" fmla="*/ 60642 h 489303"/>
                <a:gd name="connsiteX270" fmla="*/ 2632439 w 2915191"/>
                <a:gd name="connsiteY270" fmla="*/ 75148 h 489303"/>
                <a:gd name="connsiteX271" fmla="*/ 2642198 w 2915191"/>
                <a:gd name="connsiteY271" fmla="*/ 97798 h 489303"/>
                <a:gd name="connsiteX272" fmla="*/ 2651942 w 2915191"/>
                <a:gd name="connsiteY272" fmla="*/ 104585 h 489303"/>
                <a:gd name="connsiteX273" fmla="*/ 2661685 w 2915191"/>
                <a:gd name="connsiteY273" fmla="*/ 123286 h 489303"/>
                <a:gd name="connsiteX274" fmla="*/ 2671444 w 2915191"/>
                <a:gd name="connsiteY274" fmla="*/ 117297 h 489303"/>
                <a:gd name="connsiteX275" fmla="*/ 2681188 w 2915191"/>
                <a:gd name="connsiteY275" fmla="*/ 97874 h 489303"/>
                <a:gd name="connsiteX276" fmla="*/ 2690947 w 2915191"/>
                <a:gd name="connsiteY276" fmla="*/ 107100 h 489303"/>
                <a:gd name="connsiteX277" fmla="*/ 2700691 w 2915191"/>
                <a:gd name="connsiteY277" fmla="*/ 78619 h 489303"/>
                <a:gd name="connsiteX278" fmla="*/ 2710435 w 2915191"/>
                <a:gd name="connsiteY278" fmla="*/ 84358 h 489303"/>
                <a:gd name="connsiteX279" fmla="*/ 2720194 w 2915191"/>
                <a:gd name="connsiteY279" fmla="*/ 85720 h 489303"/>
                <a:gd name="connsiteX280" fmla="*/ 2729938 w 2915191"/>
                <a:gd name="connsiteY280" fmla="*/ 62962 h 489303"/>
                <a:gd name="connsiteX281" fmla="*/ 2739697 w 2915191"/>
                <a:gd name="connsiteY281" fmla="*/ 69315 h 489303"/>
                <a:gd name="connsiteX282" fmla="*/ 2749441 w 2915191"/>
                <a:gd name="connsiteY282" fmla="*/ 77442 h 489303"/>
                <a:gd name="connsiteX283" fmla="*/ 2759185 w 2915191"/>
                <a:gd name="connsiteY283" fmla="*/ 72409 h 489303"/>
                <a:gd name="connsiteX284" fmla="*/ 2768943 w 2915191"/>
                <a:gd name="connsiteY284" fmla="*/ 102104 h 489303"/>
                <a:gd name="connsiteX285" fmla="*/ 2778687 w 2915191"/>
                <a:gd name="connsiteY285" fmla="*/ 107732 h 489303"/>
                <a:gd name="connsiteX286" fmla="*/ 2788446 w 2915191"/>
                <a:gd name="connsiteY286" fmla="*/ 81927 h 489303"/>
                <a:gd name="connsiteX287" fmla="*/ 2798190 w 2915191"/>
                <a:gd name="connsiteY287" fmla="*/ 49207 h 489303"/>
                <a:gd name="connsiteX288" fmla="*/ 2807934 w 2915191"/>
                <a:gd name="connsiteY288" fmla="*/ 18855 h 489303"/>
                <a:gd name="connsiteX289" fmla="*/ 2817693 w 2915191"/>
                <a:gd name="connsiteY289" fmla="*/ 0 h 489303"/>
                <a:gd name="connsiteX290" fmla="*/ 2827437 w 2915191"/>
                <a:gd name="connsiteY290" fmla="*/ 40299 h 489303"/>
                <a:gd name="connsiteX291" fmla="*/ 2837196 w 2915191"/>
                <a:gd name="connsiteY291" fmla="*/ 55079 h 489303"/>
                <a:gd name="connsiteX292" fmla="*/ 2846940 w 2915191"/>
                <a:gd name="connsiteY292" fmla="*/ 46612 h 489303"/>
                <a:gd name="connsiteX293" fmla="*/ 2856684 w 2915191"/>
                <a:gd name="connsiteY293" fmla="*/ 33532 h 489303"/>
                <a:gd name="connsiteX294" fmla="*/ 2866442 w 2915191"/>
                <a:gd name="connsiteY294" fmla="*/ 21045 h 489303"/>
                <a:gd name="connsiteX295" fmla="*/ 2876186 w 2915191"/>
                <a:gd name="connsiteY295" fmla="*/ 41521 h 489303"/>
                <a:gd name="connsiteX296" fmla="*/ 2885945 w 2915191"/>
                <a:gd name="connsiteY296" fmla="*/ 14713 h 489303"/>
                <a:gd name="connsiteX297" fmla="*/ 2895689 w 2915191"/>
                <a:gd name="connsiteY297" fmla="*/ 31820 h 489303"/>
                <a:gd name="connsiteX298" fmla="*/ 2905433 w 2915191"/>
                <a:gd name="connsiteY298" fmla="*/ 21374 h 489303"/>
                <a:gd name="connsiteX299" fmla="*/ 2915192 w 2915191"/>
                <a:gd name="connsiteY299" fmla="*/ 43396 h 489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89303">
                  <a:moveTo>
                    <a:pt x="0" y="344272"/>
                  </a:moveTo>
                  <a:lnTo>
                    <a:pt x="9750" y="303869"/>
                  </a:lnTo>
                  <a:lnTo>
                    <a:pt x="19500" y="280552"/>
                  </a:lnTo>
                  <a:lnTo>
                    <a:pt x="29250" y="282821"/>
                  </a:lnTo>
                  <a:lnTo>
                    <a:pt x="39000" y="276650"/>
                  </a:lnTo>
                  <a:lnTo>
                    <a:pt x="48749" y="293733"/>
                  </a:lnTo>
                  <a:lnTo>
                    <a:pt x="58499" y="255085"/>
                  </a:lnTo>
                  <a:lnTo>
                    <a:pt x="68249" y="231013"/>
                  </a:lnTo>
                  <a:lnTo>
                    <a:pt x="77998" y="268346"/>
                  </a:lnTo>
                  <a:lnTo>
                    <a:pt x="87748" y="234503"/>
                  </a:lnTo>
                  <a:lnTo>
                    <a:pt x="97497" y="230565"/>
                  </a:lnTo>
                  <a:lnTo>
                    <a:pt x="107247" y="215082"/>
                  </a:lnTo>
                  <a:lnTo>
                    <a:pt x="116997" y="222299"/>
                  </a:lnTo>
                  <a:lnTo>
                    <a:pt x="126747" y="235335"/>
                  </a:lnTo>
                  <a:lnTo>
                    <a:pt x="136497" y="245166"/>
                  </a:lnTo>
                  <a:lnTo>
                    <a:pt x="146247" y="254959"/>
                  </a:lnTo>
                  <a:lnTo>
                    <a:pt x="155997" y="228737"/>
                  </a:lnTo>
                  <a:lnTo>
                    <a:pt x="165747" y="236036"/>
                  </a:lnTo>
                  <a:lnTo>
                    <a:pt x="175497" y="227080"/>
                  </a:lnTo>
                  <a:lnTo>
                    <a:pt x="185247" y="213081"/>
                  </a:lnTo>
                  <a:lnTo>
                    <a:pt x="194996" y="206689"/>
                  </a:lnTo>
                  <a:lnTo>
                    <a:pt x="204746" y="216357"/>
                  </a:lnTo>
                  <a:lnTo>
                    <a:pt x="214495" y="225042"/>
                  </a:lnTo>
                  <a:lnTo>
                    <a:pt x="224245" y="210189"/>
                  </a:lnTo>
                  <a:lnTo>
                    <a:pt x="233995" y="198304"/>
                  </a:lnTo>
                  <a:lnTo>
                    <a:pt x="243744" y="196427"/>
                  </a:lnTo>
                  <a:lnTo>
                    <a:pt x="253494" y="211968"/>
                  </a:lnTo>
                  <a:lnTo>
                    <a:pt x="263244" y="233302"/>
                  </a:lnTo>
                  <a:lnTo>
                    <a:pt x="272994" y="220149"/>
                  </a:lnTo>
                  <a:lnTo>
                    <a:pt x="282744" y="242667"/>
                  </a:lnTo>
                  <a:lnTo>
                    <a:pt x="292494" y="263538"/>
                  </a:lnTo>
                  <a:lnTo>
                    <a:pt x="302244" y="253460"/>
                  </a:lnTo>
                  <a:lnTo>
                    <a:pt x="311994" y="270823"/>
                  </a:lnTo>
                  <a:lnTo>
                    <a:pt x="321744" y="274617"/>
                  </a:lnTo>
                  <a:lnTo>
                    <a:pt x="331493" y="263447"/>
                  </a:lnTo>
                  <a:lnTo>
                    <a:pt x="341243" y="215387"/>
                  </a:lnTo>
                  <a:lnTo>
                    <a:pt x="350993" y="211132"/>
                  </a:lnTo>
                  <a:lnTo>
                    <a:pt x="360742" y="220134"/>
                  </a:lnTo>
                  <a:lnTo>
                    <a:pt x="370492" y="208289"/>
                  </a:lnTo>
                  <a:lnTo>
                    <a:pt x="380241" y="228759"/>
                  </a:lnTo>
                  <a:lnTo>
                    <a:pt x="389991" y="240853"/>
                  </a:lnTo>
                  <a:lnTo>
                    <a:pt x="399741" y="277105"/>
                  </a:lnTo>
                  <a:lnTo>
                    <a:pt x="409491" y="283955"/>
                  </a:lnTo>
                  <a:lnTo>
                    <a:pt x="419241" y="291461"/>
                  </a:lnTo>
                  <a:lnTo>
                    <a:pt x="428991" y="276342"/>
                  </a:lnTo>
                  <a:lnTo>
                    <a:pt x="438741" y="264581"/>
                  </a:lnTo>
                  <a:lnTo>
                    <a:pt x="448491" y="271263"/>
                  </a:lnTo>
                  <a:lnTo>
                    <a:pt x="458241" y="295125"/>
                  </a:lnTo>
                  <a:lnTo>
                    <a:pt x="467991" y="316939"/>
                  </a:lnTo>
                  <a:lnTo>
                    <a:pt x="477740" y="336370"/>
                  </a:lnTo>
                  <a:lnTo>
                    <a:pt x="487490" y="308922"/>
                  </a:lnTo>
                  <a:lnTo>
                    <a:pt x="497239" y="302802"/>
                  </a:lnTo>
                  <a:lnTo>
                    <a:pt x="506989" y="292932"/>
                  </a:lnTo>
                  <a:lnTo>
                    <a:pt x="516738" y="286458"/>
                  </a:lnTo>
                  <a:lnTo>
                    <a:pt x="526488" y="301426"/>
                  </a:lnTo>
                  <a:lnTo>
                    <a:pt x="536238" y="313755"/>
                  </a:lnTo>
                  <a:lnTo>
                    <a:pt x="545988" y="315905"/>
                  </a:lnTo>
                  <a:lnTo>
                    <a:pt x="555738" y="322928"/>
                  </a:lnTo>
                  <a:lnTo>
                    <a:pt x="565488" y="298966"/>
                  </a:lnTo>
                  <a:lnTo>
                    <a:pt x="575238" y="264606"/>
                  </a:lnTo>
                  <a:lnTo>
                    <a:pt x="584988" y="245595"/>
                  </a:lnTo>
                  <a:lnTo>
                    <a:pt x="594738" y="233521"/>
                  </a:lnTo>
                  <a:lnTo>
                    <a:pt x="604488" y="255997"/>
                  </a:lnTo>
                  <a:lnTo>
                    <a:pt x="614237" y="254214"/>
                  </a:lnTo>
                  <a:lnTo>
                    <a:pt x="623987" y="239230"/>
                  </a:lnTo>
                  <a:lnTo>
                    <a:pt x="633736" y="233418"/>
                  </a:lnTo>
                  <a:lnTo>
                    <a:pt x="643486" y="207100"/>
                  </a:lnTo>
                  <a:lnTo>
                    <a:pt x="653236" y="213531"/>
                  </a:lnTo>
                  <a:lnTo>
                    <a:pt x="662985" y="221801"/>
                  </a:lnTo>
                  <a:lnTo>
                    <a:pt x="672735" y="225094"/>
                  </a:lnTo>
                  <a:lnTo>
                    <a:pt x="682485" y="183938"/>
                  </a:lnTo>
                  <a:lnTo>
                    <a:pt x="692235" y="174424"/>
                  </a:lnTo>
                  <a:lnTo>
                    <a:pt x="701985" y="134152"/>
                  </a:lnTo>
                  <a:lnTo>
                    <a:pt x="711735" y="116173"/>
                  </a:lnTo>
                  <a:lnTo>
                    <a:pt x="721485" y="139578"/>
                  </a:lnTo>
                  <a:lnTo>
                    <a:pt x="731235" y="117447"/>
                  </a:lnTo>
                  <a:lnTo>
                    <a:pt x="740985" y="113550"/>
                  </a:lnTo>
                  <a:lnTo>
                    <a:pt x="750734" y="88186"/>
                  </a:lnTo>
                  <a:lnTo>
                    <a:pt x="760484" y="93034"/>
                  </a:lnTo>
                  <a:lnTo>
                    <a:pt x="770233" y="133987"/>
                  </a:lnTo>
                  <a:lnTo>
                    <a:pt x="779983" y="128665"/>
                  </a:lnTo>
                  <a:lnTo>
                    <a:pt x="789733" y="137847"/>
                  </a:lnTo>
                  <a:lnTo>
                    <a:pt x="799482" y="143842"/>
                  </a:lnTo>
                  <a:lnTo>
                    <a:pt x="809232" y="152946"/>
                  </a:lnTo>
                  <a:lnTo>
                    <a:pt x="818982" y="155195"/>
                  </a:lnTo>
                  <a:lnTo>
                    <a:pt x="828732" y="166448"/>
                  </a:lnTo>
                  <a:lnTo>
                    <a:pt x="838482" y="143598"/>
                  </a:lnTo>
                  <a:lnTo>
                    <a:pt x="848232" y="147342"/>
                  </a:lnTo>
                  <a:lnTo>
                    <a:pt x="857982" y="127373"/>
                  </a:lnTo>
                  <a:lnTo>
                    <a:pt x="867732" y="104302"/>
                  </a:lnTo>
                  <a:lnTo>
                    <a:pt x="877482" y="72396"/>
                  </a:lnTo>
                  <a:lnTo>
                    <a:pt x="887231" y="53048"/>
                  </a:lnTo>
                  <a:lnTo>
                    <a:pt x="896981" y="59480"/>
                  </a:lnTo>
                  <a:lnTo>
                    <a:pt x="906730" y="81640"/>
                  </a:lnTo>
                  <a:lnTo>
                    <a:pt x="916480" y="82749"/>
                  </a:lnTo>
                  <a:lnTo>
                    <a:pt x="926230" y="72282"/>
                  </a:lnTo>
                  <a:lnTo>
                    <a:pt x="935979" y="69157"/>
                  </a:lnTo>
                  <a:lnTo>
                    <a:pt x="945729" y="89659"/>
                  </a:lnTo>
                  <a:lnTo>
                    <a:pt x="955479" y="77426"/>
                  </a:lnTo>
                  <a:lnTo>
                    <a:pt x="965229" y="108898"/>
                  </a:lnTo>
                  <a:lnTo>
                    <a:pt x="974979" y="108746"/>
                  </a:lnTo>
                  <a:lnTo>
                    <a:pt x="984729" y="114526"/>
                  </a:lnTo>
                  <a:lnTo>
                    <a:pt x="994474" y="93248"/>
                  </a:lnTo>
                  <a:lnTo>
                    <a:pt x="1004233" y="93286"/>
                  </a:lnTo>
                  <a:lnTo>
                    <a:pt x="1013977" y="85924"/>
                  </a:lnTo>
                  <a:lnTo>
                    <a:pt x="1023721" y="63768"/>
                  </a:lnTo>
                  <a:lnTo>
                    <a:pt x="1033480" y="78948"/>
                  </a:lnTo>
                  <a:lnTo>
                    <a:pt x="1043224" y="74282"/>
                  </a:lnTo>
                  <a:lnTo>
                    <a:pt x="1052983" y="84403"/>
                  </a:lnTo>
                  <a:lnTo>
                    <a:pt x="1062727" y="86389"/>
                  </a:lnTo>
                  <a:lnTo>
                    <a:pt x="1072471" y="126387"/>
                  </a:lnTo>
                  <a:lnTo>
                    <a:pt x="1082230" y="171583"/>
                  </a:lnTo>
                  <a:lnTo>
                    <a:pt x="1091973" y="207817"/>
                  </a:lnTo>
                  <a:lnTo>
                    <a:pt x="1101732" y="217881"/>
                  </a:lnTo>
                  <a:lnTo>
                    <a:pt x="1111476" y="202118"/>
                  </a:lnTo>
                  <a:lnTo>
                    <a:pt x="1121220" y="241583"/>
                  </a:lnTo>
                  <a:lnTo>
                    <a:pt x="1130979" y="250549"/>
                  </a:lnTo>
                  <a:lnTo>
                    <a:pt x="1140723" y="245100"/>
                  </a:lnTo>
                  <a:lnTo>
                    <a:pt x="1150482" y="254834"/>
                  </a:lnTo>
                  <a:lnTo>
                    <a:pt x="1160226" y="236283"/>
                  </a:lnTo>
                  <a:lnTo>
                    <a:pt x="1169969" y="214791"/>
                  </a:lnTo>
                  <a:lnTo>
                    <a:pt x="1179728" y="229625"/>
                  </a:lnTo>
                  <a:lnTo>
                    <a:pt x="1189472" y="254135"/>
                  </a:lnTo>
                  <a:lnTo>
                    <a:pt x="1199231" y="245710"/>
                  </a:lnTo>
                  <a:lnTo>
                    <a:pt x="1208975" y="230930"/>
                  </a:lnTo>
                  <a:lnTo>
                    <a:pt x="1218719" y="226412"/>
                  </a:lnTo>
                  <a:lnTo>
                    <a:pt x="1228478" y="227570"/>
                  </a:lnTo>
                  <a:lnTo>
                    <a:pt x="1238222" y="217394"/>
                  </a:lnTo>
                  <a:lnTo>
                    <a:pt x="1247966" y="198910"/>
                  </a:lnTo>
                  <a:lnTo>
                    <a:pt x="1257725" y="206758"/>
                  </a:lnTo>
                  <a:lnTo>
                    <a:pt x="1267469" y="183550"/>
                  </a:lnTo>
                  <a:lnTo>
                    <a:pt x="1277227" y="152697"/>
                  </a:lnTo>
                  <a:lnTo>
                    <a:pt x="1286971" y="160419"/>
                  </a:lnTo>
                  <a:lnTo>
                    <a:pt x="1296715" y="142002"/>
                  </a:lnTo>
                  <a:lnTo>
                    <a:pt x="1306474" y="150666"/>
                  </a:lnTo>
                  <a:lnTo>
                    <a:pt x="1316218" y="122867"/>
                  </a:lnTo>
                  <a:lnTo>
                    <a:pt x="1325977" y="115466"/>
                  </a:lnTo>
                  <a:lnTo>
                    <a:pt x="1335721" y="140360"/>
                  </a:lnTo>
                  <a:lnTo>
                    <a:pt x="1345465" y="142683"/>
                  </a:lnTo>
                  <a:lnTo>
                    <a:pt x="1355224" y="141371"/>
                  </a:lnTo>
                  <a:lnTo>
                    <a:pt x="1364967" y="164142"/>
                  </a:lnTo>
                  <a:lnTo>
                    <a:pt x="1374726" y="176611"/>
                  </a:lnTo>
                  <a:lnTo>
                    <a:pt x="1384470" y="171088"/>
                  </a:lnTo>
                  <a:lnTo>
                    <a:pt x="1394214" y="203054"/>
                  </a:lnTo>
                  <a:lnTo>
                    <a:pt x="1403973" y="179636"/>
                  </a:lnTo>
                  <a:lnTo>
                    <a:pt x="1413717" y="186161"/>
                  </a:lnTo>
                  <a:lnTo>
                    <a:pt x="1423476" y="189275"/>
                  </a:lnTo>
                  <a:lnTo>
                    <a:pt x="1433220" y="192179"/>
                  </a:lnTo>
                  <a:lnTo>
                    <a:pt x="1442964" y="223562"/>
                  </a:lnTo>
                  <a:lnTo>
                    <a:pt x="1452722" y="189090"/>
                  </a:lnTo>
                  <a:lnTo>
                    <a:pt x="1462466" y="222257"/>
                  </a:lnTo>
                  <a:lnTo>
                    <a:pt x="1472225" y="222768"/>
                  </a:lnTo>
                  <a:lnTo>
                    <a:pt x="1481969" y="256274"/>
                  </a:lnTo>
                  <a:lnTo>
                    <a:pt x="1491713" y="280724"/>
                  </a:lnTo>
                  <a:lnTo>
                    <a:pt x="1501472" y="280427"/>
                  </a:lnTo>
                  <a:lnTo>
                    <a:pt x="1511216" y="284712"/>
                  </a:lnTo>
                  <a:lnTo>
                    <a:pt x="1520960" y="300530"/>
                  </a:lnTo>
                  <a:lnTo>
                    <a:pt x="1530719" y="296089"/>
                  </a:lnTo>
                  <a:lnTo>
                    <a:pt x="1540463" y="271182"/>
                  </a:lnTo>
                  <a:lnTo>
                    <a:pt x="1550221" y="277873"/>
                  </a:lnTo>
                  <a:lnTo>
                    <a:pt x="1559965" y="284529"/>
                  </a:lnTo>
                  <a:lnTo>
                    <a:pt x="1569709" y="312198"/>
                  </a:lnTo>
                  <a:lnTo>
                    <a:pt x="1579468" y="350321"/>
                  </a:lnTo>
                  <a:lnTo>
                    <a:pt x="1589212" y="379188"/>
                  </a:lnTo>
                  <a:lnTo>
                    <a:pt x="1598971" y="381752"/>
                  </a:lnTo>
                  <a:lnTo>
                    <a:pt x="1608715" y="397094"/>
                  </a:lnTo>
                  <a:lnTo>
                    <a:pt x="1618459" y="402770"/>
                  </a:lnTo>
                  <a:lnTo>
                    <a:pt x="1628218" y="403292"/>
                  </a:lnTo>
                  <a:lnTo>
                    <a:pt x="1637962" y="460504"/>
                  </a:lnTo>
                  <a:lnTo>
                    <a:pt x="1647720" y="488261"/>
                  </a:lnTo>
                  <a:lnTo>
                    <a:pt x="1657464" y="483970"/>
                  </a:lnTo>
                  <a:lnTo>
                    <a:pt x="1667208" y="489303"/>
                  </a:lnTo>
                  <a:lnTo>
                    <a:pt x="1676967" y="418280"/>
                  </a:lnTo>
                  <a:lnTo>
                    <a:pt x="1686711" y="408357"/>
                  </a:lnTo>
                  <a:lnTo>
                    <a:pt x="1696470" y="404394"/>
                  </a:lnTo>
                  <a:lnTo>
                    <a:pt x="1706214" y="404782"/>
                  </a:lnTo>
                  <a:lnTo>
                    <a:pt x="1715958" y="408298"/>
                  </a:lnTo>
                  <a:lnTo>
                    <a:pt x="1725716" y="408432"/>
                  </a:lnTo>
                  <a:lnTo>
                    <a:pt x="1735460" y="405214"/>
                  </a:lnTo>
                  <a:lnTo>
                    <a:pt x="1745219" y="398077"/>
                  </a:lnTo>
                  <a:lnTo>
                    <a:pt x="1754963" y="382208"/>
                  </a:lnTo>
                  <a:lnTo>
                    <a:pt x="1764707" y="367758"/>
                  </a:lnTo>
                  <a:lnTo>
                    <a:pt x="1774466" y="403351"/>
                  </a:lnTo>
                  <a:lnTo>
                    <a:pt x="1784210" y="418116"/>
                  </a:lnTo>
                  <a:lnTo>
                    <a:pt x="1793969" y="425506"/>
                  </a:lnTo>
                  <a:lnTo>
                    <a:pt x="1803713" y="455542"/>
                  </a:lnTo>
                  <a:lnTo>
                    <a:pt x="1813457" y="423301"/>
                  </a:lnTo>
                  <a:lnTo>
                    <a:pt x="1823215" y="420738"/>
                  </a:lnTo>
                  <a:lnTo>
                    <a:pt x="1832959" y="433596"/>
                  </a:lnTo>
                  <a:lnTo>
                    <a:pt x="1842703" y="407285"/>
                  </a:lnTo>
                  <a:lnTo>
                    <a:pt x="1852462" y="381688"/>
                  </a:lnTo>
                  <a:lnTo>
                    <a:pt x="1862206" y="417133"/>
                  </a:lnTo>
                  <a:lnTo>
                    <a:pt x="1871965" y="407195"/>
                  </a:lnTo>
                  <a:lnTo>
                    <a:pt x="1881709" y="402279"/>
                  </a:lnTo>
                  <a:lnTo>
                    <a:pt x="1891453" y="401742"/>
                  </a:lnTo>
                  <a:lnTo>
                    <a:pt x="1901212" y="379985"/>
                  </a:lnTo>
                  <a:lnTo>
                    <a:pt x="1910956" y="368471"/>
                  </a:lnTo>
                  <a:lnTo>
                    <a:pt x="1920714" y="368990"/>
                  </a:lnTo>
                  <a:lnTo>
                    <a:pt x="1930458" y="361136"/>
                  </a:lnTo>
                  <a:lnTo>
                    <a:pt x="1940202" y="328649"/>
                  </a:lnTo>
                  <a:lnTo>
                    <a:pt x="1949961" y="294093"/>
                  </a:lnTo>
                  <a:lnTo>
                    <a:pt x="1959705" y="303185"/>
                  </a:lnTo>
                  <a:lnTo>
                    <a:pt x="1969464" y="275259"/>
                  </a:lnTo>
                  <a:lnTo>
                    <a:pt x="1979208" y="255909"/>
                  </a:lnTo>
                  <a:lnTo>
                    <a:pt x="1988952" y="272914"/>
                  </a:lnTo>
                  <a:lnTo>
                    <a:pt x="1998711" y="305484"/>
                  </a:lnTo>
                  <a:lnTo>
                    <a:pt x="2008454" y="326221"/>
                  </a:lnTo>
                  <a:lnTo>
                    <a:pt x="2018213" y="333401"/>
                  </a:lnTo>
                  <a:lnTo>
                    <a:pt x="2027957" y="277325"/>
                  </a:lnTo>
                  <a:lnTo>
                    <a:pt x="2037701" y="279489"/>
                  </a:lnTo>
                  <a:lnTo>
                    <a:pt x="2047460" y="304140"/>
                  </a:lnTo>
                  <a:lnTo>
                    <a:pt x="2057204" y="304182"/>
                  </a:lnTo>
                  <a:lnTo>
                    <a:pt x="2066963" y="276872"/>
                  </a:lnTo>
                  <a:lnTo>
                    <a:pt x="2076707" y="257875"/>
                  </a:lnTo>
                  <a:lnTo>
                    <a:pt x="2086451" y="242719"/>
                  </a:lnTo>
                  <a:lnTo>
                    <a:pt x="2096210" y="221202"/>
                  </a:lnTo>
                  <a:lnTo>
                    <a:pt x="2105954" y="226667"/>
                  </a:lnTo>
                  <a:lnTo>
                    <a:pt x="2115697" y="214310"/>
                  </a:lnTo>
                  <a:lnTo>
                    <a:pt x="2125456" y="187325"/>
                  </a:lnTo>
                  <a:lnTo>
                    <a:pt x="2135200" y="172943"/>
                  </a:lnTo>
                  <a:lnTo>
                    <a:pt x="2144959" y="183566"/>
                  </a:lnTo>
                  <a:lnTo>
                    <a:pt x="2154703" y="183469"/>
                  </a:lnTo>
                  <a:lnTo>
                    <a:pt x="2164447" y="150404"/>
                  </a:lnTo>
                  <a:lnTo>
                    <a:pt x="2174206" y="105142"/>
                  </a:lnTo>
                  <a:lnTo>
                    <a:pt x="2183950" y="93102"/>
                  </a:lnTo>
                  <a:lnTo>
                    <a:pt x="2193709" y="76827"/>
                  </a:lnTo>
                  <a:lnTo>
                    <a:pt x="2203452" y="61783"/>
                  </a:lnTo>
                  <a:lnTo>
                    <a:pt x="2213196" y="70815"/>
                  </a:lnTo>
                  <a:lnTo>
                    <a:pt x="2222955" y="65462"/>
                  </a:lnTo>
                  <a:lnTo>
                    <a:pt x="2232699" y="62424"/>
                  </a:lnTo>
                  <a:lnTo>
                    <a:pt x="2242458" y="70588"/>
                  </a:lnTo>
                  <a:lnTo>
                    <a:pt x="2252202" y="106197"/>
                  </a:lnTo>
                  <a:lnTo>
                    <a:pt x="2261946" y="112833"/>
                  </a:lnTo>
                  <a:lnTo>
                    <a:pt x="2271705" y="136299"/>
                  </a:lnTo>
                  <a:lnTo>
                    <a:pt x="2281449" y="134203"/>
                  </a:lnTo>
                  <a:lnTo>
                    <a:pt x="2291208" y="118545"/>
                  </a:lnTo>
                  <a:lnTo>
                    <a:pt x="2300951" y="99323"/>
                  </a:lnTo>
                  <a:lnTo>
                    <a:pt x="2310695" y="112998"/>
                  </a:lnTo>
                  <a:lnTo>
                    <a:pt x="2320454" y="91681"/>
                  </a:lnTo>
                  <a:lnTo>
                    <a:pt x="2330198" y="100270"/>
                  </a:lnTo>
                  <a:lnTo>
                    <a:pt x="2339957" y="108284"/>
                  </a:lnTo>
                  <a:lnTo>
                    <a:pt x="2349701" y="118708"/>
                  </a:lnTo>
                  <a:lnTo>
                    <a:pt x="2359445" y="105863"/>
                  </a:lnTo>
                  <a:lnTo>
                    <a:pt x="2369204" y="98780"/>
                  </a:lnTo>
                  <a:lnTo>
                    <a:pt x="2378948" y="120177"/>
                  </a:lnTo>
                  <a:lnTo>
                    <a:pt x="2388692" y="98554"/>
                  </a:lnTo>
                  <a:lnTo>
                    <a:pt x="2398450" y="128070"/>
                  </a:lnTo>
                  <a:lnTo>
                    <a:pt x="2408194" y="113991"/>
                  </a:lnTo>
                  <a:lnTo>
                    <a:pt x="2417953" y="86782"/>
                  </a:lnTo>
                  <a:lnTo>
                    <a:pt x="2427697" y="74896"/>
                  </a:lnTo>
                  <a:lnTo>
                    <a:pt x="2437441" y="73789"/>
                  </a:lnTo>
                  <a:lnTo>
                    <a:pt x="2447200" y="91085"/>
                  </a:lnTo>
                  <a:lnTo>
                    <a:pt x="2456944" y="94328"/>
                  </a:lnTo>
                  <a:lnTo>
                    <a:pt x="2466703" y="110004"/>
                  </a:lnTo>
                  <a:lnTo>
                    <a:pt x="2476446" y="83652"/>
                  </a:lnTo>
                  <a:lnTo>
                    <a:pt x="2486190" y="104384"/>
                  </a:lnTo>
                  <a:lnTo>
                    <a:pt x="2495949" y="89991"/>
                  </a:lnTo>
                  <a:lnTo>
                    <a:pt x="2505693" y="57302"/>
                  </a:lnTo>
                  <a:lnTo>
                    <a:pt x="2515452" y="35568"/>
                  </a:lnTo>
                  <a:lnTo>
                    <a:pt x="2525196" y="70931"/>
                  </a:lnTo>
                  <a:lnTo>
                    <a:pt x="2534940" y="49371"/>
                  </a:lnTo>
                  <a:lnTo>
                    <a:pt x="2544699" y="44040"/>
                  </a:lnTo>
                  <a:lnTo>
                    <a:pt x="2554443" y="76919"/>
                  </a:lnTo>
                  <a:lnTo>
                    <a:pt x="2564202" y="92700"/>
                  </a:lnTo>
                  <a:lnTo>
                    <a:pt x="2573946" y="90794"/>
                  </a:lnTo>
                  <a:lnTo>
                    <a:pt x="2583690" y="87378"/>
                  </a:lnTo>
                  <a:lnTo>
                    <a:pt x="2593448" y="93807"/>
                  </a:lnTo>
                  <a:lnTo>
                    <a:pt x="2603192" y="77351"/>
                  </a:lnTo>
                  <a:lnTo>
                    <a:pt x="2612951" y="85700"/>
                  </a:lnTo>
                  <a:lnTo>
                    <a:pt x="2622695" y="60642"/>
                  </a:lnTo>
                  <a:lnTo>
                    <a:pt x="2632439" y="75148"/>
                  </a:lnTo>
                  <a:lnTo>
                    <a:pt x="2642198" y="97798"/>
                  </a:lnTo>
                  <a:lnTo>
                    <a:pt x="2651942" y="104585"/>
                  </a:lnTo>
                  <a:lnTo>
                    <a:pt x="2661685" y="123286"/>
                  </a:lnTo>
                  <a:lnTo>
                    <a:pt x="2671444" y="117297"/>
                  </a:lnTo>
                  <a:lnTo>
                    <a:pt x="2681188" y="97874"/>
                  </a:lnTo>
                  <a:lnTo>
                    <a:pt x="2690947" y="107100"/>
                  </a:lnTo>
                  <a:lnTo>
                    <a:pt x="2700691" y="78619"/>
                  </a:lnTo>
                  <a:lnTo>
                    <a:pt x="2710435" y="84358"/>
                  </a:lnTo>
                  <a:lnTo>
                    <a:pt x="2720194" y="85720"/>
                  </a:lnTo>
                  <a:lnTo>
                    <a:pt x="2729938" y="62962"/>
                  </a:lnTo>
                  <a:lnTo>
                    <a:pt x="2739697" y="69315"/>
                  </a:lnTo>
                  <a:lnTo>
                    <a:pt x="2749441" y="77442"/>
                  </a:lnTo>
                  <a:lnTo>
                    <a:pt x="2759185" y="72409"/>
                  </a:lnTo>
                  <a:lnTo>
                    <a:pt x="2768943" y="102104"/>
                  </a:lnTo>
                  <a:lnTo>
                    <a:pt x="2778687" y="107732"/>
                  </a:lnTo>
                  <a:lnTo>
                    <a:pt x="2788446" y="81927"/>
                  </a:lnTo>
                  <a:lnTo>
                    <a:pt x="2798190" y="49207"/>
                  </a:lnTo>
                  <a:lnTo>
                    <a:pt x="2807934" y="18855"/>
                  </a:lnTo>
                  <a:lnTo>
                    <a:pt x="2817693" y="0"/>
                  </a:lnTo>
                  <a:lnTo>
                    <a:pt x="2827437" y="40299"/>
                  </a:lnTo>
                  <a:lnTo>
                    <a:pt x="2837196" y="55079"/>
                  </a:lnTo>
                  <a:lnTo>
                    <a:pt x="2846940" y="46612"/>
                  </a:lnTo>
                  <a:lnTo>
                    <a:pt x="2856684" y="33532"/>
                  </a:lnTo>
                  <a:lnTo>
                    <a:pt x="2866442" y="21045"/>
                  </a:lnTo>
                  <a:lnTo>
                    <a:pt x="2876186" y="41521"/>
                  </a:lnTo>
                  <a:lnTo>
                    <a:pt x="2885945" y="14713"/>
                  </a:lnTo>
                  <a:lnTo>
                    <a:pt x="2895689" y="31820"/>
                  </a:lnTo>
                  <a:lnTo>
                    <a:pt x="2905433" y="21374"/>
                  </a:lnTo>
                  <a:lnTo>
                    <a:pt x="2915192" y="4339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4" name="Freeform 1063">
              <a:extLst>
                <a:ext uri="{FF2B5EF4-FFF2-40B4-BE49-F238E27FC236}">
                  <a16:creationId xmlns:a16="http://schemas.microsoft.com/office/drawing/2014/main" id="{7D22E877-108E-F35D-DCED-C5473A3B79BF}"/>
                </a:ext>
              </a:extLst>
            </p:cNvPr>
            <p:cNvSpPr/>
            <p:nvPr/>
          </p:nvSpPr>
          <p:spPr>
            <a:xfrm>
              <a:off x="4426652" y="2964371"/>
              <a:ext cx="2915191" cy="378767"/>
            </a:xfrm>
            <a:custGeom>
              <a:avLst/>
              <a:gdLst>
                <a:gd name="connsiteX0" fmla="*/ 0 w 2915191"/>
                <a:gd name="connsiteY0" fmla="*/ 282552 h 378767"/>
                <a:gd name="connsiteX1" fmla="*/ 9750 w 2915191"/>
                <a:gd name="connsiteY1" fmla="*/ 256146 h 378767"/>
                <a:gd name="connsiteX2" fmla="*/ 19500 w 2915191"/>
                <a:gd name="connsiteY2" fmla="*/ 233336 h 378767"/>
                <a:gd name="connsiteX3" fmla="*/ 29250 w 2915191"/>
                <a:gd name="connsiteY3" fmla="*/ 233863 h 378767"/>
                <a:gd name="connsiteX4" fmla="*/ 39000 w 2915191"/>
                <a:gd name="connsiteY4" fmla="*/ 244278 h 378767"/>
                <a:gd name="connsiteX5" fmla="*/ 48749 w 2915191"/>
                <a:gd name="connsiteY5" fmla="*/ 237996 h 378767"/>
                <a:gd name="connsiteX6" fmla="*/ 58499 w 2915191"/>
                <a:gd name="connsiteY6" fmla="*/ 241571 h 378767"/>
                <a:gd name="connsiteX7" fmla="*/ 68249 w 2915191"/>
                <a:gd name="connsiteY7" fmla="*/ 258675 h 378767"/>
                <a:gd name="connsiteX8" fmla="*/ 77998 w 2915191"/>
                <a:gd name="connsiteY8" fmla="*/ 245814 h 378767"/>
                <a:gd name="connsiteX9" fmla="*/ 87748 w 2915191"/>
                <a:gd name="connsiteY9" fmla="*/ 260458 h 378767"/>
                <a:gd name="connsiteX10" fmla="*/ 97497 w 2915191"/>
                <a:gd name="connsiteY10" fmla="*/ 250145 h 378767"/>
                <a:gd name="connsiteX11" fmla="*/ 107247 w 2915191"/>
                <a:gd name="connsiteY11" fmla="*/ 267118 h 378767"/>
                <a:gd name="connsiteX12" fmla="*/ 116997 w 2915191"/>
                <a:gd name="connsiteY12" fmla="*/ 268091 h 378767"/>
                <a:gd name="connsiteX13" fmla="*/ 126747 w 2915191"/>
                <a:gd name="connsiteY13" fmla="*/ 280719 h 378767"/>
                <a:gd name="connsiteX14" fmla="*/ 136497 w 2915191"/>
                <a:gd name="connsiteY14" fmla="*/ 280570 h 378767"/>
                <a:gd name="connsiteX15" fmla="*/ 146247 w 2915191"/>
                <a:gd name="connsiteY15" fmla="*/ 250173 h 378767"/>
                <a:gd name="connsiteX16" fmla="*/ 155997 w 2915191"/>
                <a:gd name="connsiteY16" fmla="*/ 238141 h 378767"/>
                <a:gd name="connsiteX17" fmla="*/ 165747 w 2915191"/>
                <a:gd name="connsiteY17" fmla="*/ 242152 h 378767"/>
                <a:gd name="connsiteX18" fmla="*/ 175497 w 2915191"/>
                <a:gd name="connsiteY18" fmla="*/ 211442 h 378767"/>
                <a:gd name="connsiteX19" fmla="*/ 185247 w 2915191"/>
                <a:gd name="connsiteY19" fmla="*/ 240660 h 378767"/>
                <a:gd name="connsiteX20" fmla="*/ 194996 w 2915191"/>
                <a:gd name="connsiteY20" fmla="*/ 250041 h 378767"/>
                <a:gd name="connsiteX21" fmla="*/ 204746 w 2915191"/>
                <a:gd name="connsiteY21" fmla="*/ 206305 h 378767"/>
                <a:gd name="connsiteX22" fmla="*/ 214495 w 2915191"/>
                <a:gd name="connsiteY22" fmla="*/ 213105 h 378767"/>
                <a:gd name="connsiteX23" fmla="*/ 224245 w 2915191"/>
                <a:gd name="connsiteY23" fmla="*/ 181335 h 378767"/>
                <a:gd name="connsiteX24" fmla="*/ 233995 w 2915191"/>
                <a:gd name="connsiteY24" fmla="*/ 178378 h 378767"/>
                <a:gd name="connsiteX25" fmla="*/ 243744 w 2915191"/>
                <a:gd name="connsiteY25" fmla="*/ 173275 h 378767"/>
                <a:gd name="connsiteX26" fmla="*/ 253494 w 2915191"/>
                <a:gd name="connsiteY26" fmla="*/ 204001 h 378767"/>
                <a:gd name="connsiteX27" fmla="*/ 263244 w 2915191"/>
                <a:gd name="connsiteY27" fmla="*/ 230143 h 378767"/>
                <a:gd name="connsiteX28" fmla="*/ 272994 w 2915191"/>
                <a:gd name="connsiteY28" fmla="*/ 209065 h 378767"/>
                <a:gd name="connsiteX29" fmla="*/ 282744 w 2915191"/>
                <a:gd name="connsiteY29" fmla="*/ 227154 h 378767"/>
                <a:gd name="connsiteX30" fmla="*/ 292494 w 2915191"/>
                <a:gd name="connsiteY30" fmla="*/ 238120 h 378767"/>
                <a:gd name="connsiteX31" fmla="*/ 302244 w 2915191"/>
                <a:gd name="connsiteY31" fmla="*/ 205500 h 378767"/>
                <a:gd name="connsiteX32" fmla="*/ 311994 w 2915191"/>
                <a:gd name="connsiteY32" fmla="*/ 227659 h 378767"/>
                <a:gd name="connsiteX33" fmla="*/ 321744 w 2915191"/>
                <a:gd name="connsiteY33" fmla="*/ 212257 h 378767"/>
                <a:gd name="connsiteX34" fmla="*/ 331493 w 2915191"/>
                <a:gd name="connsiteY34" fmla="*/ 212673 h 378767"/>
                <a:gd name="connsiteX35" fmla="*/ 341243 w 2915191"/>
                <a:gd name="connsiteY35" fmla="*/ 202654 h 378767"/>
                <a:gd name="connsiteX36" fmla="*/ 350993 w 2915191"/>
                <a:gd name="connsiteY36" fmla="*/ 226055 h 378767"/>
                <a:gd name="connsiteX37" fmla="*/ 360742 w 2915191"/>
                <a:gd name="connsiteY37" fmla="*/ 205466 h 378767"/>
                <a:gd name="connsiteX38" fmla="*/ 370492 w 2915191"/>
                <a:gd name="connsiteY38" fmla="*/ 191239 h 378767"/>
                <a:gd name="connsiteX39" fmla="*/ 380241 w 2915191"/>
                <a:gd name="connsiteY39" fmla="*/ 182350 h 378767"/>
                <a:gd name="connsiteX40" fmla="*/ 389991 w 2915191"/>
                <a:gd name="connsiteY40" fmla="*/ 191860 h 378767"/>
                <a:gd name="connsiteX41" fmla="*/ 399741 w 2915191"/>
                <a:gd name="connsiteY41" fmla="*/ 160894 h 378767"/>
                <a:gd name="connsiteX42" fmla="*/ 409491 w 2915191"/>
                <a:gd name="connsiteY42" fmla="*/ 176404 h 378767"/>
                <a:gd name="connsiteX43" fmla="*/ 419241 w 2915191"/>
                <a:gd name="connsiteY43" fmla="*/ 170179 h 378767"/>
                <a:gd name="connsiteX44" fmla="*/ 428991 w 2915191"/>
                <a:gd name="connsiteY44" fmla="*/ 153996 h 378767"/>
                <a:gd name="connsiteX45" fmla="*/ 438741 w 2915191"/>
                <a:gd name="connsiteY45" fmla="*/ 146943 h 378767"/>
                <a:gd name="connsiteX46" fmla="*/ 448491 w 2915191"/>
                <a:gd name="connsiteY46" fmla="*/ 157691 h 378767"/>
                <a:gd name="connsiteX47" fmla="*/ 458241 w 2915191"/>
                <a:gd name="connsiteY47" fmla="*/ 168691 h 378767"/>
                <a:gd name="connsiteX48" fmla="*/ 467991 w 2915191"/>
                <a:gd name="connsiteY48" fmla="*/ 159881 h 378767"/>
                <a:gd name="connsiteX49" fmla="*/ 477740 w 2915191"/>
                <a:gd name="connsiteY49" fmla="*/ 176024 h 378767"/>
                <a:gd name="connsiteX50" fmla="*/ 487490 w 2915191"/>
                <a:gd name="connsiteY50" fmla="*/ 179609 h 378767"/>
                <a:gd name="connsiteX51" fmla="*/ 497239 w 2915191"/>
                <a:gd name="connsiteY51" fmla="*/ 193787 h 378767"/>
                <a:gd name="connsiteX52" fmla="*/ 506989 w 2915191"/>
                <a:gd name="connsiteY52" fmla="*/ 189415 h 378767"/>
                <a:gd name="connsiteX53" fmla="*/ 516738 w 2915191"/>
                <a:gd name="connsiteY53" fmla="*/ 187367 h 378767"/>
                <a:gd name="connsiteX54" fmla="*/ 526488 w 2915191"/>
                <a:gd name="connsiteY54" fmla="*/ 205284 h 378767"/>
                <a:gd name="connsiteX55" fmla="*/ 536238 w 2915191"/>
                <a:gd name="connsiteY55" fmla="*/ 200665 h 378767"/>
                <a:gd name="connsiteX56" fmla="*/ 545988 w 2915191"/>
                <a:gd name="connsiteY56" fmla="*/ 206750 h 378767"/>
                <a:gd name="connsiteX57" fmla="*/ 555738 w 2915191"/>
                <a:gd name="connsiteY57" fmla="*/ 217819 h 378767"/>
                <a:gd name="connsiteX58" fmla="*/ 565488 w 2915191"/>
                <a:gd name="connsiteY58" fmla="*/ 184134 h 378767"/>
                <a:gd name="connsiteX59" fmla="*/ 575238 w 2915191"/>
                <a:gd name="connsiteY59" fmla="*/ 182162 h 378767"/>
                <a:gd name="connsiteX60" fmla="*/ 584988 w 2915191"/>
                <a:gd name="connsiteY60" fmla="*/ 233197 h 378767"/>
                <a:gd name="connsiteX61" fmla="*/ 594738 w 2915191"/>
                <a:gd name="connsiteY61" fmla="*/ 237450 h 378767"/>
                <a:gd name="connsiteX62" fmla="*/ 604488 w 2915191"/>
                <a:gd name="connsiteY62" fmla="*/ 267379 h 378767"/>
                <a:gd name="connsiteX63" fmla="*/ 614237 w 2915191"/>
                <a:gd name="connsiteY63" fmla="*/ 260457 h 378767"/>
                <a:gd name="connsiteX64" fmla="*/ 623987 w 2915191"/>
                <a:gd name="connsiteY64" fmla="*/ 261008 h 378767"/>
                <a:gd name="connsiteX65" fmla="*/ 633736 w 2915191"/>
                <a:gd name="connsiteY65" fmla="*/ 265609 h 378767"/>
                <a:gd name="connsiteX66" fmla="*/ 643486 w 2915191"/>
                <a:gd name="connsiteY66" fmla="*/ 294691 h 378767"/>
                <a:gd name="connsiteX67" fmla="*/ 653236 w 2915191"/>
                <a:gd name="connsiteY67" fmla="*/ 252445 h 378767"/>
                <a:gd name="connsiteX68" fmla="*/ 662985 w 2915191"/>
                <a:gd name="connsiteY68" fmla="*/ 226173 h 378767"/>
                <a:gd name="connsiteX69" fmla="*/ 672735 w 2915191"/>
                <a:gd name="connsiteY69" fmla="*/ 227628 h 378767"/>
                <a:gd name="connsiteX70" fmla="*/ 682485 w 2915191"/>
                <a:gd name="connsiteY70" fmla="*/ 220363 h 378767"/>
                <a:gd name="connsiteX71" fmla="*/ 692235 w 2915191"/>
                <a:gd name="connsiteY71" fmla="*/ 224352 h 378767"/>
                <a:gd name="connsiteX72" fmla="*/ 701985 w 2915191"/>
                <a:gd name="connsiteY72" fmla="*/ 255035 h 378767"/>
                <a:gd name="connsiteX73" fmla="*/ 711735 w 2915191"/>
                <a:gd name="connsiteY73" fmla="*/ 231947 h 378767"/>
                <a:gd name="connsiteX74" fmla="*/ 721485 w 2915191"/>
                <a:gd name="connsiteY74" fmla="*/ 231813 h 378767"/>
                <a:gd name="connsiteX75" fmla="*/ 731235 w 2915191"/>
                <a:gd name="connsiteY75" fmla="*/ 221152 h 378767"/>
                <a:gd name="connsiteX76" fmla="*/ 740985 w 2915191"/>
                <a:gd name="connsiteY76" fmla="*/ 235605 h 378767"/>
                <a:gd name="connsiteX77" fmla="*/ 750734 w 2915191"/>
                <a:gd name="connsiteY77" fmla="*/ 235718 h 378767"/>
                <a:gd name="connsiteX78" fmla="*/ 760484 w 2915191"/>
                <a:gd name="connsiteY78" fmla="*/ 262444 h 378767"/>
                <a:gd name="connsiteX79" fmla="*/ 770233 w 2915191"/>
                <a:gd name="connsiteY79" fmla="*/ 241514 h 378767"/>
                <a:gd name="connsiteX80" fmla="*/ 779983 w 2915191"/>
                <a:gd name="connsiteY80" fmla="*/ 276881 h 378767"/>
                <a:gd name="connsiteX81" fmla="*/ 789733 w 2915191"/>
                <a:gd name="connsiteY81" fmla="*/ 275549 h 378767"/>
                <a:gd name="connsiteX82" fmla="*/ 799482 w 2915191"/>
                <a:gd name="connsiteY82" fmla="*/ 289164 h 378767"/>
                <a:gd name="connsiteX83" fmla="*/ 809232 w 2915191"/>
                <a:gd name="connsiteY83" fmla="*/ 260939 h 378767"/>
                <a:gd name="connsiteX84" fmla="*/ 818982 w 2915191"/>
                <a:gd name="connsiteY84" fmla="*/ 227186 h 378767"/>
                <a:gd name="connsiteX85" fmla="*/ 828732 w 2915191"/>
                <a:gd name="connsiteY85" fmla="*/ 252816 h 378767"/>
                <a:gd name="connsiteX86" fmla="*/ 838482 w 2915191"/>
                <a:gd name="connsiteY86" fmla="*/ 242359 h 378767"/>
                <a:gd name="connsiteX87" fmla="*/ 848232 w 2915191"/>
                <a:gd name="connsiteY87" fmla="*/ 252296 h 378767"/>
                <a:gd name="connsiteX88" fmla="*/ 857982 w 2915191"/>
                <a:gd name="connsiteY88" fmla="*/ 249610 h 378767"/>
                <a:gd name="connsiteX89" fmla="*/ 867732 w 2915191"/>
                <a:gd name="connsiteY89" fmla="*/ 262553 h 378767"/>
                <a:gd name="connsiteX90" fmla="*/ 877482 w 2915191"/>
                <a:gd name="connsiteY90" fmla="*/ 268127 h 378767"/>
                <a:gd name="connsiteX91" fmla="*/ 887231 w 2915191"/>
                <a:gd name="connsiteY91" fmla="*/ 269481 h 378767"/>
                <a:gd name="connsiteX92" fmla="*/ 896981 w 2915191"/>
                <a:gd name="connsiteY92" fmla="*/ 290295 h 378767"/>
                <a:gd name="connsiteX93" fmla="*/ 906730 w 2915191"/>
                <a:gd name="connsiteY93" fmla="*/ 328368 h 378767"/>
                <a:gd name="connsiteX94" fmla="*/ 916480 w 2915191"/>
                <a:gd name="connsiteY94" fmla="*/ 330172 h 378767"/>
                <a:gd name="connsiteX95" fmla="*/ 926230 w 2915191"/>
                <a:gd name="connsiteY95" fmla="*/ 342139 h 378767"/>
                <a:gd name="connsiteX96" fmla="*/ 935979 w 2915191"/>
                <a:gd name="connsiteY96" fmla="*/ 330124 h 378767"/>
                <a:gd name="connsiteX97" fmla="*/ 945729 w 2915191"/>
                <a:gd name="connsiteY97" fmla="*/ 334791 h 378767"/>
                <a:gd name="connsiteX98" fmla="*/ 955479 w 2915191"/>
                <a:gd name="connsiteY98" fmla="*/ 331195 h 378767"/>
                <a:gd name="connsiteX99" fmla="*/ 965229 w 2915191"/>
                <a:gd name="connsiteY99" fmla="*/ 345664 h 378767"/>
                <a:gd name="connsiteX100" fmla="*/ 974979 w 2915191"/>
                <a:gd name="connsiteY100" fmla="*/ 371348 h 378767"/>
                <a:gd name="connsiteX101" fmla="*/ 984729 w 2915191"/>
                <a:gd name="connsiteY101" fmla="*/ 378768 h 378767"/>
                <a:gd name="connsiteX102" fmla="*/ 994474 w 2915191"/>
                <a:gd name="connsiteY102" fmla="*/ 345880 h 378767"/>
                <a:gd name="connsiteX103" fmla="*/ 1004233 w 2915191"/>
                <a:gd name="connsiteY103" fmla="*/ 330230 h 378767"/>
                <a:gd name="connsiteX104" fmla="*/ 1013977 w 2915191"/>
                <a:gd name="connsiteY104" fmla="*/ 308673 h 378767"/>
                <a:gd name="connsiteX105" fmla="*/ 1023721 w 2915191"/>
                <a:gd name="connsiteY105" fmla="*/ 337644 h 378767"/>
                <a:gd name="connsiteX106" fmla="*/ 1033480 w 2915191"/>
                <a:gd name="connsiteY106" fmla="*/ 348538 h 378767"/>
                <a:gd name="connsiteX107" fmla="*/ 1043224 w 2915191"/>
                <a:gd name="connsiteY107" fmla="*/ 332654 h 378767"/>
                <a:gd name="connsiteX108" fmla="*/ 1052983 w 2915191"/>
                <a:gd name="connsiteY108" fmla="*/ 332951 h 378767"/>
                <a:gd name="connsiteX109" fmla="*/ 1062727 w 2915191"/>
                <a:gd name="connsiteY109" fmla="*/ 294405 h 378767"/>
                <a:gd name="connsiteX110" fmla="*/ 1072471 w 2915191"/>
                <a:gd name="connsiteY110" fmla="*/ 310978 h 378767"/>
                <a:gd name="connsiteX111" fmla="*/ 1082230 w 2915191"/>
                <a:gd name="connsiteY111" fmla="*/ 339382 h 378767"/>
                <a:gd name="connsiteX112" fmla="*/ 1091973 w 2915191"/>
                <a:gd name="connsiteY112" fmla="*/ 344868 h 378767"/>
                <a:gd name="connsiteX113" fmla="*/ 1101732 w 2915191"/>
                <a:gd name="connsiteY113" fmla="*/ 341602 h 378767"/>
                <a:gd name="connsiteX114" fmla="*/ 1111476 w 2915191"/>
                <a:gd name="connsiteY114" fmla="*/ 295746 h 378767"/>
                <a:gd name="connsiteX115" fmla="*/ 1121220 w 2915191"/>
                <a:gd name="connsiteY115" fmla="*/ 305992 h 378767"/>
                <a:gd name="connsiteX116" fmla="*/ 1130979 w 2915191"/>
                <a:gd name="connsiteY116" fmla="*/ 322801 h 378767"/>
                <a:gd name="connsiteX117" fmla="*/ 1140723 w 2915191"/>
                <a:gd name="connsiteY117" fmla="*/ 348943 h 378767"/>
                <a:gd name="connsiteX118" fmla="*/ 1150482 w 2915191"/>
                <a:gd name="connsiteY118" fmla="*/ 334059 h 378767"/>
                <a:gd name="connsiteX119" fmla="*/ 1160226 w 2915191"/>
                <a:gd name="connsiteY119" fmla="*/ 333173 h 378767"/>
                <a:gd name="connsiteX120" fmla="*/ 1169969 w 2915191"/>
                <a:gd name="connsiteY120" fmla="*/ 324975 h 378767"/>
                <a:gd name="connsiteX121" fmla="*/ 1179728 w 2915191"/>
                <a:gd name="connsiteY121" fmla="*/ 329491 h 378767"/>
                <a:gd name="connsiteX122" fmla="*/ 1189472 w 2915191"/>
                <a:gd name="connsiteY122" fmla="*/ 331672 h 378767"/>
                <a:gd name="connsiteX123" fmla="*/ 1199231 w 2915191"/>
                <a:gd name="connsiteY123" fmla="*/ 314318 h 378767"/>
                <a:gd name="connsiteX124" fmla="*/ 1208975 w 2915191"/>
                <a:gd name="connsiteY124" fmla="*/ 332264 h 378767"/>
                <a:gd name="connsiteX125" fmla="*/ 1218719 w 2915191"/>
                <a:gd name="connsiteY125" fmla="*/ 338654 h 378767"/>
                <a:gd name="connsiteX126" fmla="*/ 1228478 w 2915191"/>
                <a:gd name="connsiteY126" fmla="*/ 343608 h 378767"/>
                <a:gd name="connsiteX127" fmla="*/ 1238222 w 2915191"/>
                <a:gd name="connsiteY127" fmla="*/ 336462 h 378767"/>
                <a:gd name="connsiteX128" fmla="*/ 1247966 w 2915191"/>
                <a:gd name="connsiteY128" fmla="*/ 327591 h 378767"/>
                <a:gd name="connsiteX129" fmla="*/ 1257725 w 2915191"/>
                <a:gd name="connsiteY129" fmla="*/ 331213 h 378767"/>
                <a:gd name="connsiteX130" fmla="*/ 1267469 w 2915191"/>
                <a:gd name="connsiteY130" fmla="*/ 298838 h 378767"/>
                <a:gd name="connsiteX131" fmla="*/ 1277227 w 2915191"/>
                <a:gd name="connsiteY131" fmla="*/ 273305 h 378767"/>
                <a:gd name="connsiteX132" fmla="*/ 1286971 w 2915191"/>
                <a:gd name="connsiteY132" fmla="*/ 248338 h 378767"/>
                <a:gd name="connsiteX133" fmla="*/ 1296715 w 2915191"/>
                <a:gd name="connsiteY133" fmla="*/ 218136 h 378767"/>
                <a:gd name="connsiteX134" fmla="*/ 1306474 w 2915191"/>
                <a:gd name="connsiteY134" fmla="*/ 221569 h 378767"/>
                <a:gd name="connsiteX135" fmla="*/ 1316218 w 2915191"/>
                <a:gd name="connsiteY135" fmla="*/ 230463 h 378767"/>
                <a:gd name="connsiteX136" fmla="*/ 1325977 w 2915191"/>
                <a:gd name="connsiteY136" fmla="*/ 235915 h 378767"/>
                <a:gd name="connsiteX137" fmla="*/ 1335721 w 2915191"/>
                <a:gd name="connsiteY137" fmla="*/ 207950 h 378767"/>
                <a:gd name="connsiteX138" fmla="*/ 1345465 w 2915191"/>
                <a:gd name="connsiteY138" fmla="*/ 229578 h 378767"/>
                <a:gd name="connsiteX139" fmla="*/ 1355224 w 2915191"/>
                <a:gd name="connsiteY139" fmla="*/ 180299 h 378767"/>
                <a:gd name="connsiteX140" fmla="*/ 1364967 w 2915191"/>
                <a:gd name="connsiteY140" fmla="*/ 169200 h 378767"/>
                <a:gd name="connsiteX141" fmla="*/ 1374726 w 2915191"/>
                <a:gd name="connsiteY141" fmla="*/ 196906 h 378767"/>
                <a:gd name="connsiteX142" fmla="*/ 1384470 w 2915191"/>
                <a:gd name="connsiteY142" fmla="*/ 221032 h 378767"/>
                <a:gd name="connsiteX143" fmla="*/ 1394214 w 2915191"/>
                <a:gd name="connsiteY143" fmla="*/ 202188 h 378767"/>
                <a:gd name="connsiteX144" fmla="*/ 1403973 w 2915191"/>
                <a:gd name="connsiteY144" fmla="*/ 182408 h 378767"/>
                <a:gd name="connsiteX145" fmla="*/ 1413717 w 2915191"/>
                <a:gd name="connsiteY145" fmla="*/ 189624 h 378767"/>
                <a:gd name="connsiteX146" fmla="*/ 1423476 w 2915191"/>
                <a:gd name="connsiteY146" fmla="*/ 200989 h 378767"/>
                <a:gd name="connsiteX147" fmla="*/ 1433220 w 2915191"/>
                <a:gd name="connsiteY147" fmla="*/ 219899 h 378767"/>
                <a:gd name="connsiteX148" fmla="*/ 1442964 w 2915191"/>
                <a:gd name="connsiteY148" fmla="*/ 220466 h 378767"/>
                <a:gd name="connsiteX149" fmla="*/ 1452722 w 2915191"/>
                <a:gd name="connsiteY149" fmla="*/ 222282 h 378767"/>
                <a:gd name="connsiteX150" fmla="*/ 1462466 w 2915191"/>
                <a:gd name="connsiteY150" fmla="*/ 211159 h 378767"/>
                <a:gd name="connsiteX151" fmla="*/ 1472225 w 2915191"/>
                <a:gd name="connsiteY151" fmla="*/ 227338 h 378767"/>
                <a:gd name="connsiteX152" fmla="*/ 1481969 w 2915191"/>
                <a:gd name="connsiteY152" fmla="*/ 197032 h 378767"/>
                <a:gd name="connsiteX153" fmla="*/ 1491713 w 2915191"/>
                <a:gd name="connsiteY153" fmla="*/ 170023 h 378767"/>
                <a:gd name="connsiteX154" fmla="*/ 1501472 w 2915191"/>
                <a:gd name="connsiteY154" fmla="*/ 131732 h 378767"/>
                <a:gd name="connsiteX155" fmla="*/ 1511216 w 2915191"/>
                <a:gd name="connsiteY155" fmla="*/ 131592 h 378767"/>
                <a:gd name="connsiteX156" fmla="*/ 1520960 w 2915191"/>
                <a:gd name="connsiteY156" fmla="*/ 131162 h 378767"/>
                <a:gd name="connsiteX157" fmla="*/ 1530719 w 2915191"/>
                <a:gd name="connsiteY157" fmla="*/ 137784 h 378767"/>
                <a:gd name="connsiteX158" fmla="*/ 1540463 w 2915191"/>
                <a:gd name="connsiteY158" fmla="*/ 105728 h 378767"/>
                <a:gd name="connsiteX159" fmla="*/ 1550221 w 2915191"/>
                <a:gd name="connsiteY159" fmla="*/ 108912 h 378767"/>
                <a:gd name="connsiteX160" fmla="*/ 1559965 w 2915191"/>
                <a:gd name="connsiteY160" fmla="*/ 119825 h 378767"/>
                <a:gd name="connsiteX161" fmla="*/ 1569709 w 2915191"/>
                <a:gd name="connsiteY161" fmla="*/ 113131 h 378767"/>
                <a:gd name="connsiteX162" fmla="*/ 1579468 w 2915191"/>
                <a:gd name="connsiteY162" fmla="*/ 97061 h 378767"/>
                <a:gd name="connsiteX163" fmla="*/ 1589212 w 2915191"/>
                <a:gd name="connsiteY163" fmla="*/ 80128 h 378767"/>
                <a:gd name="connsiteX164" fmla="*/ 1598971 w 2915191"/>
                <a:gd name="connsiteY164" fmla="*/ 52200 h 378767"/>
                <a:gd name="connsiteX165" fmla="*/ 1608715 w 2915191"/>
                <a:gd name="connsiteY165" fmla="*/ 55356 h 378767"/>
                <a:gd name="connsiteX166" fmla="*/ 1618459 w 2915191"/>
                <a:gd name="connsiteY166" fmla="*/ 66645 h 378767"/>
                <a:gd name="connsiteX167" fmla="*/ 1628218 w 2915191"/>
                <a:gd name="connsiteY167" fmla="*/ 53124 h 378767"/>
                <a:gd name="connsiteX168" fmla="*/ 1637962 w 2915191"/>
                <a:gd name="connsiteY168" fmla="*/ 63298 h 378767"/>
                <a:gd name="connsiteX169" fmla="*/ 1647720 w 2915191"/>
                <a:gd name="connsiteY169" fmla="*/ 64109 h 378767"/>
                <a:gd name="connsiteX170" fmla="*/ 1657464 w 2915191"/>
                <a:gd name="connsiteY170" fmla="*/ 30479 h 378767"/>
                <a:gd name="connsiteX171" fmla="*/ 1667208 w 2915191"/>
                <a:gd name="connsiteY171" fmla="*/ 23400 h 378767"/>
                <a:gd name="connsiteX172" fmla="*/ 1676967 w 2915191"/>
                <a:gd name="connsiteY172" fmla="*/ 59991 h 378767"/>
                <a:gd name="connsiteX173" fmla="*/ 1686711 w 2915191"/>
                <a:gd name="connsiteY173" fmla="*/ 45974 h 378767"/>
                <a:gd name="connsiteX174" fmla="*/ 1696470 w 2915191"/>
                <a:gd name="connsiteY174" fmla="*/ 21638 h 378767"/>
                <a:gd name="connsiteX175" fmla="*/ 1706214 w 2915191"/>
                <a:gd name="connsiteY175" fmla="*/ 6497 h 378767"/>
                <a:gd name="connsiteX176" fmla="*/ 1715958 w 2915191"/>
                <a:gd name="connsiteY176" fmla="*/ 0 h 378767"/>
                <a:gd name="connsiteX177" fmla="*/ 1725716 w 2915191"/>
                <a:gd name="connsiteY177" fmla="*/ 30179 h 378767"/>
                <a:gd name="connsiteX178" fmla="*/ 1735460 w 2915191"/>
                <a:gd name="connsiteY178" fmla="*/ 30059 h 378767"/>
                <a:gd name="connsiteX179" fmla="*/ 1745219 w 2915191"/>
                <a:gd name="connsiteY179" fmla="*/ 48642 h 378767"/>
                <a:gd name="connsiteX180" fmla="*/ 1754963 w 2915191"/>
                <a:gd name="connsiteY180" fmla="*/ 53225 h 378767"/>
                <a:gd name="connsiteX181" fmla="*/ 1764707 w 2915191"/>
                <a:gd name="connsiteY181" fmla="*/ 46495 h 378767"/>
                <a:gd name="connsiteX182" fmla="*/ 1774466 w 2915191"/>
                <a:gd name="connsiteY182" fmla="*/ 58230 h 378767"/>
                <a:gd name="connsiteX183" fmla="*/ 1784210 w 2915191"/>
                <a:gd name="connsiteY183" fmla="*/ 81666 h 378767"/>
                <a:gd name="connsiteX184" fmla="*/ 1793969 w 2915191"/>
                <a:gd name="connsiteY184" fmla="*/ 111295 h 378767"/>
                <a:gd name="connsiteX185" fmla="*/ 1803713 w 2915191"/>
                <a:gd name="connsiteY185" fmla="*/ 151006 h 378767"/>
                <a:gd name="connsiteX186" fmla="*/ 1813457 w 2915191"/>
                <a:gd name="connsiteY186" fmla="*/ 178253 h 378767"/>
                <a:gd name="connsiteX187" fmla="*/ 1823215 w 2915191"/>
                <a:gd name="connsiteY187" fmla="*/ 161582 h 378767"/>
                <a:gd name="connsiteX188" fmla="*/ 1832959 w 2915191"/>
                <a:gd name="connsiteY188" fmla="*/ 152446 h 378767"/>
                <a:gd name="connsiteX189" fmla="*/ 1842703 w 2915191"/>
                <a:gd name="connsiteY189" fmla="*/ 161290 h 378767"/>
                <a:gd name="connsiteX190" fmla="*/ 1852462 w 2915191"/>
                <a:gd name="connsiteY190" fmla="*/ 154654 h 378767"/>
                <a:gd name="connsiteX191" fmla="*/ 1862206 w 2915191"/>
                <a:gd name="connsiteY191" fmla="*/ 160359 h 378767"/>
                <a:gd name="connsiteX192" fmla="*/ 1871965 w 2915191"/>
                <a:gd name="connsiteY192" fmla="*/ 149216 h 378767"/>
                <a:gd name="connsiteX193" fmla="*/ 1881709 w 2915191"/>
                <a:gd name="connsiteY193" fmla="*/ 169014 h 378767"/>
                <a:gd name="connsiteX194" fmla="*/ 1891453 w 2915191"/>
                <a:gd name="connsiteY194" fmla="*/ 150675 h 378767"/>
                <a:gd name="connsiteX195" fmla="*/ 1901212 w 2915191"/>
                <a:gd name="connsiteY195" fmla="*/ 157874 h 378767"/>
                <a:gd name="connsiteX196" fmla="*/ 1910956 w 2915191"/>
                <a:gd name="connsiteY196" fmla="*/ 147896 h 378767"/>
                <a:gd name="connsiteX197" fmla="*/ 1920714 w 2915191"/>
                <a:gd name="connsiteY197" fmla="*/ 163338 h 378767"/>
                <a:gd name="connsiteX198" fmla="*/ 1930458 w 2915191"/>
                <a:gd name="connsiteY198" fmla="*/ 188635 h 378767"/>
                <a:gd name="connsiteX199" fmla="*/ 1940202 w 2915191"/>
                <a:gd name="connsiteY199" fmla="*/ 199576 h 378767"/>
                <a:gd name="connsiteX200" fmla="*/ 1949961 w 2915191"/>
                <a:gd name="connsiteY200" fmla="*/ 214513 h 378767"/>
                <a:gd name="connsiteX201" fmla="*/ 1959705 w 2915191"/>
                <a:gd name="connsiteY201" fmla="*/ 214404 h 378767"/>
                <a:gd name="connsiteX202" fmla="*/ 1969464 w 2915191"/>
                <a:gd name="connsiteY202" fmla="*/ 195510 h 378767"/>
                <a:gd name="connsiteX203" fmla="*/ 1979208 w 2915191"/>
                <a:gd name="connsiteY203" fmla="*/ 186064 h 378767"/>
                <a:gd name="connsiteX204" fmla="*/ 1988952 w 2915191"/>
                <a:gd name="connsiteY204" fmla="*/ 161542 h 378767"/>
                <a:gd name="connsiteX205" fmla="*/ 1998711 w 2915191"/>
                <a:gd name="connsiteY205" fmla="*/ 185594 h 378767"/>
                <a:gd name="connsiteX206" fmla="*/ 2008454 w 2915191"/>
                <a:gd name="connsiteY206" fmla="*/ 195318 h 378767"/>
                <a:gd name="connsiteX207" fmla="*/ 2018213 w 2915191"/>
                <a:gd name="connsiteY207" fmla="*/ 219493 h 378767"/>
                <a:gd name="connsiteX208" fmla="*/ 2027957 w 2915191"/>
                <a:gd name="connsiteY208" fmla="*/ 256963 h 378767"/>
                <a:gd name="connsiteX209" fmla="*/ 2037701 w 2915191"/>
                <a:gd name="connsiteY209" fmla="*/ 228695 h 378767"/>
                <a:gd name="connsiteX210" fmla="*/ 2047460 w 2915191"/>
                <a:gd name="connsiteY210" fmla="*/ 203212 h 378767"/>
                <a:gd name="connsiteX211" fmla="*/ 2057204 w 2915191"/>
                <a:gd name="connsiteY211" fmla="*/ 201901 h 378767"/>
                <a:gd name="connsiteX212" fmla="*/ 2066963 w 2915191"/>
                <a:gd name="connsiteY212" fmla="*/ 182386 h 378767"/>
                <a:gd name="connsiteX213" fmla="*/ 2076707 w 2915191"/>
                <a:gd name="connsiteY213" fmla="*/ 175859 h 378767"/>
                <a:gd name="connsiteX214" fmla="*/ 2086451 w 2915191"/>
                <a:gd name="connsiteY214" fmla="*/ 178022 h 378767"/>
                <a:gd name="connsiteX215" fmla="*/ 2096210 w 2915191"/>
                <a:gd name="connsiteY215" fmla="*/ 184120 h 378767"/>
                <a:gd name="connsiteX216" fmla="*/ 2105954 w 2915191"/>
                <a:gd name="connsiteY216" fmla="*/ 191823 h 378767"/>
                <a:gd name="connsiteX217" fmla="*/ 2115697 w 2915191"/>
                <a:gd name="connsiteY217" fmla="*/ 229009 h 378767"/>
                <a:gd name="connsiteX218" fmla="*/ 2125456 w 2915191"/>
                <a:gd name="connsiteY218" fmla="*/ 193220 h 378767"/>
                <a:gd name="connsiteX219" fmla="*/ 2135200 w 2915191"/>
                <a:gd name="connsiteY219" fmla="*/ 168798 h 378767"/>
                <a:gd name="connsiteX220" fmla="*/ 2144959 w 2915191"/>
                <a:gd name="connsiteY220" fmla="*/ 162321 h 378767"/>
                <a:gd name="connsiteX221" fmla="*/ 2154703 w 2915191"/>
                <a:gd name="connsiteY221" fmla="*/ 204725 h 378767"/>
                <a:gd name="connsiteX222" fmla="*/ 2164447 w 2915191"/>
                <a:gd name="connsiteY222" fmla="*/ 197239 h 378767"/>
                <a:gd name="connsiteX223" fmla="*/ 2174206 w 2915191"/>
                <a:gd name="connsiteY223" fmla="*/ 235784 h 378767"/>
                <a:gd name="connsiteX224" fmla="*/ 2183950 w 2915191"/>
                <a:gd name="connsiteY224" fmla="*/ 231059 h 378767"/>
                <a:gd name="connsiteX225" fmla="*/ 2193709 w 2915191"/>
                <a:gd name="connsiteY225" fmla="*/ 229029 h 378767"/>
                <a:gd name="connsiteX226" fmla="*/ 2203452 w 2915191"/>
                <a:gd name="connsiteY226" fmla="*/ 244556 h 378767"/>
                <a:gd name="connsiteX227" fmla="*/ 2213196 w 2915191"/>
                <a:gd name="connsiteY227" fmla="*/ 269314 h 378767"/>
                <a:gd name="connsiteX228" fmla="*/ 2222955 w 2915191"/>
                <a:gd name="connsiteY228" fmla="*/ 277844 h 378767"/>
                <a:gd name="connsiteX229" fmla="*/ 2232699 w 2915191"/>
                <a:gd name="connsiteY229" fmla="*/ 276211 h 378767"/>
                <a:gd name="connsiteX230" fmla="*/ 2242458 w 2915191"/>
                <a:gd name="connsiteY230" fmla="*/ 246164 h 378767"/>
                <a:gd name="connsiteX231" fmla="*/ 2252202 w 2915191"/>
                <a:gd name="connsiteY231" fmla="*/ 252281 h 378767"/>
                <a:gd name="connsiteX232" fmla="*/ 2261946 w 2915191"/>
                <a:gd name="connsiteY232" fmla="*/ 214046 h 378767"/>
                <a:gd name="connsiteX233" fmla="*/ 2271705 w 2915191"/>
                <a:gd name="connsiteY233" fmla="*/ 234565 h 378767"/>
                <a:gd name="connsiteX234" fmla="*/ 2281449 w 2915191"/>
                <a:gd name="connsiteY234" fmla="*/ 245686 h 378767"/>
                <a:gd name="connsiteX235" fmla="*/ 2291208 w 2915191"/>
                <a:gd name="connsiteY235" fmla="*/ 264371 h 378767"/>
                <a:gd name="connsiteX236" fmla="*/ 2300951 w 2915191"/>
                <a:gd name="connsiteY236" fmla="*/ 272642 h 378767"/>
                <a:gd name="connsiteX237" fmla="*/ 2310695 w 2915191"/>
                <a:gd name="connsiteY237" fmla="*/ 262991 h 378767"/>
                <a:gd name="connsiteX238" fmla="*/ 2320454 w 2915191"/>
                <a:gd name="connsiteY238" fmla="*/ 255798 h 378767"/>
                <a:gd name="connsiteX239" fmla="*/ 2330198 w 2915191"/>
                <a:gd name="connsiteY239" fmla="*/ 236247 h 378767"/>
                <a:gd name="connsiteX240" fmla="*/ 2339957 w 2915191"/>
                <a:gd name="connsiteY240" fmla="*/ 235809 h 378767"/>
                <a:gd name="connsiteX241" fmla="*/ 2349701 w 2915191"/>
                <a:gd name="connsiteY241" fmla="*/ 204606 h 378767"/>
                <a:gd name="connsiteX242" fmla="*/ 2359445 w 2915191"/>
                <a:gd name="connsiteY242" fmla="*/ 184715 h 378767"/>
                <a:gd name="connsiteX243" fmla="*/ 2369204 w 2915191"/>
                <a:gd name="connsiteY243" fmla="*/ 183853 h 378767"/>
                <a:gd name="connsiteX244" fmla="*/ 2378948 w 2915191"/>
                <a:gd name="connsiteY244" fmla="*/ 178439 h 378767"/>
                <a:gd name="connsiteX245" fmla="*/ 2388692 w 2915191"/>
                <a:gd name="connsiteY245" fmla="*/ 204725 h 378767"/>
                <a:gd name="connsiteX246" fmla="*/ 2398450 w 2915191"/>
                <a:gd name="connsiteY246" fmla="*/ 216025 h 378767"/>
                <a:gd name="connsiteX247" fmla="*/ 2408194 w 2915191"/>
                <a:gd name="connsiteY247" fmla="*/ 253314 h 378767"/>
                <a:gd name="connsiteX248" fmla="*/ 2417953 w 2915191"/>
                <a:gd name="connsiteY248" fmla="*/ 233075 h 378767"/>
                <a:gd name="connsiteX249" fmla="*/ 2427697 w 2915191"/>
                <a:gd name="connsiteY249" fmla="*/ 246146 h 378767"/>
                <a:gd name="connsiteX250" fmla="*/ 2437441 w 2915191"/>
                <a:gd name="connsiteY250" fmla="*/ 269415 h 378767"/>
                <a:gd name="connsiteX251" fmla="*/ 2447200 w 2915191"/>
                <a:gd name="connsiteY251" fmla="*/ 257326 h 378767"/>
                <a:gd name="connsiteX252" fmla="*/ 2456944 w 2915191"/>
                <a:gd name="connsiteY252" fmla="*/ 246805 h 378767"/>
                <a:gd name="connsiteX253" fmla="*/ 2466703 w 2915191"/>
                <a:gd name="connsiteY253" fmla="*/ 238560 h 378767"/>
                <a:gd name="connsiteX254" fmla="*/ 2476446 w 2915191"/>
                <a:gd name="connsiteY254" fmla="*/ 187866 h 378767"/>
                <a:gd name="connsiteX255" fmla="*/ 2486190 w 2915191"/>
                <a:gd name="connsiteY255" fmla="*/ 185540 h 378767"/>
                <a:gd name="connsiteX256" fmla="*/ 2495949 w 2915191"/>
                <a:gd name="connsiteY256" fmla="*/ 178828 h 378767"/>
                <a:gd name="connsiteX257" fmla="*/ 2505693 w 2915191"/>
                <a:gd name="connsiteY257" fmla="*/ 155714 h 378767"/>
                <a:gd name="connsiteX258" fmla="*/ 2515452 w 2915191"/>
                <a:gd name="connsiteY258" fmla="*/ 178344 h 378767"/>
                <a:gd name="connsiteX259" fmla="*/ 2525196 w 2915191"/>
                <a:gd name="connsiteY259" fmla="*/ 170547 h 378767"/>
                <a:gd name="connsiteX260" fmla="*/ 2534940 w 2915191"/>
                <a:gd name="connsiteY260" fmla="*/ 177210 h 378767"/>
                <a:gd name="connsiteX261" fmla="*/ 2544699 w 2915191"/>
                <a:gd name="connsiteY261" fmla="*/ 182386 h 378767"/>
                <a:gd name="connsiteX262" fmla="*/ 2554443 w 2915191"/>
                <a:gd name="connsiteY262" fmla="*/ 185013 h 378767"/>
                <a:gd name="connsiteX263" fmla="*/ 2564202 w 2915191"/>
                <a:gd name="connsiteY263" fmla="*/ 173593 h 378767"/>
                <a:gd name="connsiteX264" fmla="*/ 2573946 w 2915191"/>
                <a:gd name="connsiteY264" fmla="*/ 154531 h 378767"/>
                <a:gd name="connsiteX265" fmla="*/ 2583690 w 2915191"/>
                <a:gd name="connsiteY265" fmla="*/ 150568 h 378767"/>
                <a:gd name="connsiteX266" fmla="*/ 2593448 w 2915191"/>
                <a:gd name="connsiteY266" fmla="*/ 150587 h 378767"/>
                <a:gd name="connsiteX267" fmla="*/ 2603192 w 2915191"/>
                <a:gd name="connsiteY267" fmla="*/ 144781 h 378767"/>
                <a:gd name="connsiteX268" fmla="*/ 2612951 w 2915191"/>
                <a:gd name="connsiteY268" fmla="*/ 112604 h 378767"/>
                <a:gd name="connsiteX269" fmla="*/ 2622695 w 2915191"/>
                <a:gd name="connsiteY269" fmla="*/ 150225 h 378767"/>
                <a:gd name="connsiteX270" fmla="*/ 2632439 w 2915191"/>
                <a:gd name="connsiteY270" fmla="*/ 125692 h 378767"/>
                <a:gd name="connsiteX271" fmla="*/ 2642198 w 2915191"/>
                <a:gd name="connsiteY271" fmla="*/ 116802 h 378767"/>
                <a:gd name="connsiteX272" fmla="*/ 2651942 w 2915191"/>
                <a:gd name="connsiteY272" fmla="*/ 108237 h 378767"/>
                <a:gd name="connsiteX273" fmla="*/ 2661685 w 2915191"/>
                <a:gd name="connsiteY273" fmla="*/ 136597 h 378767"/>
                <a:gd name="connsiteX274" fmla="*/ 2671444 w 2915191"/>
                <a:gd name="connsiteY274" fmla="*/ 142705 h 378767"/>
                <a:gd name="connsiteX275" fmla="*/ 2681188 w 2915191"/>
                <a:gd name="connsiteY275" fmla="*/ 125010 h 378767"/>
                <a:gd name="connsiteX276" fmla="*/ 2690947 w 2915191"/>
                <a:gd name="connsiteY276" fmla="*/ 137030 h 378767"/>
                <a:gd name="connsiteX277" fmla="*/ 2700691 w 2915191"/>
                <a:gd name="connsiteY277" fmla="*/ 143102 h 378767"/>
                <a:gd name="connsiteX278" fmla="*/ 2710435 w 2915191"/>
                <a:gd name="connsiteY278" fmla="*/ 166974 h 378767"/>
                <a:gd name="connsiteX279" fmla="*/ 2720194 w 2915191"/>
                <a:gd name="connsiteY279" fmla="*/ 161201 h 378767"/>
                <a:gd name="connsiteX280" fmla="*/ 2729938 w 2915191"/>
                <a:gd name="connsiteY280" fmla="*/ 187967 h 378767"/>
                <a:gd name="connsiteX281" fmla="*/ 2739697 w 2915191"/>
                <a:gd name="connsiteY281" fmla="*/ 157017 h 378767"/>
                <a:gd name="connsiteX282" fmla="*/ 2749441 w 2915191"/>
                <a:gd name="connsiteY282" fmla="*/ 149836 h 378767"/>
                <a:gd name="connsiteX283" fmla="*/ 2759185 w 2915191"/>
                <a:gd name="connsiteY283" fmla="*/ 131135 h 378767"/>
                <a:gd name="connsiteX284" fmla="*/ 2768943 w 2915191"/>
                <a:gd name="connsiteY284" fmla="*/ 118325 h 378767"/>
                <a:gd name="connsiteX285" fmla="*/ 2778687 w 2915191"/>
                <a:gd name="connsiteY285" fmla="*/ 142279 h 378767"/>
                <a:gd name="connsiteX286" fmla="*/ 2788446 w 2915191"/>
                <a:gd name="connsiteY286" fmla="*/ 137437 h 378767"/>
                <a:gd name="connsiteX287" fmla="*/ 2798190 w 2915191"/>
                <a:gd name="connsiteY287" fmla="*/ 117639 h 378767"/>
                <a:gd name="connsiteX288" fmla="*/ 2807934 w 2915191"/>
                <a:gd name="connsiteY288" fmla="*/ 141743 h 378767"/>
                <a:gd name="connsiteX289" fmla="*/ 2817693 w 2915191"/>
                <a:gd name="connsiteY289" fmla="*/ 118641 h 378767"/>
                <a:gd name="connsiteX290" fmla="*/ 2827437 w 2915191"/>
                <a:gd name="connsiteY290" fmla="*/ 118375 h 378767"/>
                <a:gd name="connsiteX291" fmla="*/ 2837196 w 2915191"/>
                <a:gd name="connsiteY291" fmla="*/ 118642 h 378767"/>
                <a:gd name="connsiteX292" fmla="*/ 2846940 w 2915191"/>
                <a:gd name="connsiteY292" fmla="*/ 86468 h 378767"/>
                <a:gd name="connsiteX293" fmla="*/ 2856684 w 2915191"/>
                <a:gd name="connsiteY293" fmla="*/ 80100 h 378767"/>
                <a:gd name="connsiteX294" fmla="*/ 2866442 w 2915191"/>
                <a:gd name="connsiteY294" fmla="*/ 92532 h 378767"/>
                <a:gd name="connsiteX295" fmla="*/ 2876186 w 2915191"/>
                <a:gd name="connsiteY295" fmla="*/ 91670 h 378767"/>
                <a:gd name="connsiteX296" fmla="*/ 2885945 w 2915191"/>
                <a:gd name="connsiteY296" fmla="*/ 94832 h 378767"/>
                <a:gd name="connsiteX297" fmla="*/ 2895689 w 2915191"/>
                <a:gd name="connsiteY297" fmla="*/ 96261 h 378767"/>
                <a:gd name="connsiteX298" fmla="*/ 2905433 w 2915191"/>
                <a:gd name="connsiteY298" fmla="*/ 76529 h 378767"/>
                <a:gd name="connsiteX299" fmla="*/ 2915192 w 2915191"/>
                <a:gd name="connsiteY299" fmla="*/ 69991 h 378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78767">
                  <a:moveTo>
                    <a:pt x="0" y="282552"/>
                  </a:moveTo>
                  <a:lnTo>
                    <a:pt x="9750" y="256146"/>
                  </a:lnTo>
                  <a:lnTo>
                    <a:pt x="19500" y="233336"/>
                  </a:lnTo>
                  <a:lnTo>
                    <a:pt x="29250" y="233863"/>
                  </a:lnTo>
                  <a:lnTo>
                    <a:pt x="39000" y="244278"/>
                  </a:lnTo>
                  <a:lnTo>
                    <a:pt x="48749" y="237996"/>
                  </a:lnTo>
                  <a:lnTo>
                    <a:pt x="58499" y="241571"/>
                  </a:lnTo>
                  <a:lnTo>
                    <a:pt x="68249" y="258675"/>
                  </a:lnTo>
                  <a:lnTo>
                    <a:pt x="77998" y="245814"/>
                  </a:lnTo>
                  <a:lnTo>
                    <a:pt x="87748" y="260458"/>
                  </a:lnTo>
                  <a:lnTo>
                    <a:pt x="97497" y="250145"/>
                  </a:lnTo>
                  <a:lnTo>
                    <a:pt x="107247" y="267118"/>
                  </a:lnTo>
                  <a:lnTo>
                    <a:pt x="116997" y="268091"/>
                  </a:lnTo>
                  <a:lnTo>
                    <a:pt x="126747" y="280719"/>
                  </a:lnTo>
                  <a:lnTo>
                    <a:pt x="136497" y="280570"/>
                  </a:lnTo>
                  <a:lnTo>
                    <a:pt x="146247" y="250173"/>
                  </a:lnTo>
                  <a:lnTo>
                    <a:pt x="155997" y="238141"/>
                  </a:lnTo>
                  <a:lnTo>
                    <a:pt x="165747" y="242152"/>
                  </a:lnTo>
                  <a:lnTo>
                    <a:pt x="175497" y="211442"/>
                  </a:lnTo>
                  <a:lnTo>
                    <a:pt x="185247" y="240660"/>
                  </a:lnTo>
                  <a:lnTo>
                    <a:pt x="194996" y="250041"/>
                  </a:lnTo>
                  <a:lnTo>
                    <a:pt x="204746" y="206305"/>
                  </a:lnTo>
                  <a:lnTo>
                    <a:pt x="214495" y="213105"/>
                  </a:lnTo>
                  <a:lnTo>
                    <a:pt x="224245" y="181335"/>
                  </a:lnTo>
                  <a:lnTo>
                    <a:pt x="233995" y="178378"/>
                  </a:lnTo>
                  <a:lnTo>
                    <a:pt x="243744" y="173275"/>
                  </a:lnTo>
                  <a:lnTo>
                    <a:pt x="253494" y="204001"/>
                  </a:lnTo>
                  <a:lnTo>
                    <a:pt x="263244" y="230143"/>
                  </a:lnTo>
                  <a:lnTo>
                    <a:pt x="272994" y="209065"/>
                  </a:lnTo>
                  <a:lnTo>
                    <a:pt x="282744" y="227154"/>
                  </a:lnTo>
                  <a:lnTo>
                    <a:pt x="292494" y="238120"/>
                  </a:lnTo>
                  <a:lnTo>
                    <a:pt x="302244" y="205500"/>
                  </a:lnTo>
                  <a:lnTo>
                    <a:pt x="311994" y="227659"/>
                  </a:lnTo>
                  <a:lnTo>
                    <a:pt x="321744" y="212257"/>
                  </a:lnTo>
                  <a:lnTo>
                    <a:pt x="331493" y="212673"/>
                  </a:lnTo>
                  <a:lnTo>
                    <a:pt x="341243" y="202654"/>
                  </a:lnTo>
                  <a:lnTo>
                    <a:pt x="350993" y="226055"/>
                  </a:lnTo>
                  <a:lnTo>
                    <a:pt x="360742" y="205466"/>
                  </a:lnTo>
                  <a:lnTo>
                    <a:pt x="370492" y="191239"/>
                  </a:lnTo>
                  <a:lnTo>
                    <a:pt x="380241" y="182350"/>
                  </a:lnTo>
                  <a:lnTo>
                    <a:pt x="389991" y="191860"/>
                  </a:lnTo>
                  <a:lnTo>
                    <a:pt x="399741" y="160894"/>
                  </a:lnTo>
                  <a:lnTo>
                    <a:pt x="409491" y="176404"/>
                  </a:lnTo>
                  <a:lnTo>
                    <a:pt x="419241" y="170179"/>
                  </a:lnTo>
                  <a:lnTo>
                    <a:pt x="428991" y="153996"/>
                  </a:lnTo>
                  <a:lnTo>
                    <a:pt x="438741" y="146943"/>
                  </a:lnTo>
                  <a:lnTo>
                    <a:pt x="448491" y="157691"/>
                  </a:lnTo>
                  <a:lnTo>
                    <a:pt x="458241" y="168691"/>
                  </a:lnTo>
                  <a:lnTo>
                    <a:pt x="467991" y="159881"/>
                  </a:lnTo>
                  <a:lnTo>
                    <a:pt x="477740" y="176024"/>
                  </a:lnTo>
                  <a:lnTo>
                    <a:pt x="487490" y="179609"/>
                  </a:lnTo>
                  <a:lnTo>
                    <a:pt x="497239" y="193787"/>
                  </a:lnTo>
                  <a:lnTo>
                    <a:pt x="506989" y="189415"/>
                  </a:lnTo>
                  <a:lnTo>
                    <a:pt x="516738" y="187367"/>
                  </a:lnTo>
                  <a:lnTo>
                    <a:pt x="526488" y="205284"/>
                  </a:lnTo>
                  <a:lnTo>
                    <a:pt x="536238" y="200665"/>
                  </a:lnTo>
                  <a:lnTo>
                    <a:pt x="545988" y="206750"/>
                  </a:lnTo>
                  <a:lnTo>
                    <a:pt x="555738" y="217819"/>
                  </a:lnTo>
                  <a:lnTo>
                    <a:pt x="565488" y="184134"/>
                  </a:lnTo>
                  <a:lnTo>
                    <a:pt x="575238" y="182162"/>
                  </a:lnTo>
                  <a:lnTo>
                    <a:pt x="584988" y="233197"/>
                  </a:lnTo>
                  <a:lnTo>
                    <a:pt x="594738" y="237450"/>
                  </a:lnTo>
                  <a:lnTo>
                    <a:pt x="604488" y="267379"/>
                  </a:lnTo>
                  <a:lnTo>
                    <a:pt x="614237" y="260457"/>
                  </a:lnTo>
                  <a:lnTo>
                    <a:pt x="623987" y="261008"/>
                  </a:lnTo>
                  <a:lnTo>
                    <a:pt x="633736" y="265609"/>
                  </a:lnTo>
                  <a:lnTo>
                    <a:pt x="643486" y="294691"/>
                  </a:lnTo>
                  <a:lnTo>
                    <a:pt x="653236" y="252445"/>
                  </a:lnTo>
                  <a:lnTo>
                    <a:pt x="662985" y="226173"/>
                  </a:lnTo>
                  <a:lnTo>
                    <a:pt x="672735" y="227628"/>
                  </a:lnTo>
                  <a:lnTo>
                    <a:pt x="682485" y="220363"/>
                  </a:lnTo>
                  <a:lnTo>
                    <a:pt x="692235" y="224352"/>
                  </a:lnTo>
                  <a:lnTo>
                    <a:pt x="701985" y="255035"/>
                  </a:lnTo>
                  <a:lnTo>
                    <a:pt x="711735" y="231947"/>
                  </a:lnTo>
                  <a:lnTo>
                    <a:pt x="721485" y="231813"/>
                  </a:lnTo>
                  <a:lnTo>
                    <a:pt x="731235" y="221152"/>
                  </a:lnTo>
                  <a:lnTo>
                    <a:pt x="740985" y="235605"/>
                  </a:lnTo>
                  <a:lnTo>
                    <a:pt x="750734" y="235718"/>
                  </a:lnTo>
                  <a:lnTo>
                    <a:pt x="760484" y="262444"/>
                  </a:lnTo>
                  <a:lnTo>
                    <a:pt x="770233" y="241514"/>
                  </a:lnTo>
                  <a:lnTo>
                    <a:pt x="779983" y="276881"/>
                  </a:lnTo>
                  <a:lnTo>
                    <a:pt x="789733" y="275549"/>
                  </a:lnTo>
                  <a:lnTo>
                    <a:pt x="799482" y="289164"/>
                  </a:lnTo>
                  <a:lnTo>
                    <a:pt x="809232" y="260939"/>
                  </a:lnTo>
                  <a:lnTo>
                    <a:pt x="818982" y="227186"/>
                  </a:lnTo>
                  <a:lnTo>
                    <a:pt x="828732" y="252816"/>
                  </a:lnTo>
                  <a:lnTo>
                    <a:pt x="838482" y="242359"/>
                  </a:lnTo>
                  <a:lnTo>
                    <a:pt x="848232" y="252296"/>
                  </a:lnTo>
                  <a:lnTo>
                    <a:pt x="857982" y="249610"/>
                  </a:lnTo>
                  <a:lnTo>
                    <a:pt x="867732" y="262553"/>
                  </a:lnTo>
                  <a:lnTo>
                    <a:pt x="877482" y="268127"/>
                  </a:lnTo>
                  <a:lnTo>
                    <a:pt x="887231" y="269481"/>
                  </a:lnTo>
                  <a:lnTo>
                    <a:pt x="896981" y="290295"/>
                  </a:lnTo>
                  <a:lnTo>
                    <a:pt x="906730" y="328368"/>
                  </a:lnTo>
                  <a:lnTo>
                    <a:pt x="916480" y="330172"/>
                  </a:lnTo>
                  <a:lnTo>
                    <a:pt x="926230" y="342139"/>
                  </a:lnTo>
                  <a:lnTo>
                    <a:pt x="935979" y="330124"/>
                  </a:lnTo>
                  <a:lnTo>
                    <a:pt x="945729" y="334791"/>
                  </a:lnTo>
                  <a:lnTo>
                    <a:pt x="955479" y="331195"/>
                  </a:lnTo>
                  <a:lnTo>
                    <a:pt x="965229" y="345664"/>
                  </a:lnTo>
                  <a:lnTo>
                    <a:pt x="974979" y="371348"/>
                  </a:lnTo>
                  <a:lnTo>
                    <a:pt x="984729" y="378768"/>
                  </a:lnTo>
                  <a:lnTo>
                    <a:pt x="994474" y="345880"/>
                  </a:lnTo>
                  <a:lnTo>
                    <a:pt x="1004233" y="330230"/>
                  </a:lnTo>
                  <a:lnTo>
                    <a:pt x="1013977" y="308673"/>
                  </a:lnTo>
                  <a:lnTo>
                    <a:pt x="1023721" y="337644"/>
                  </a:lnTo>
                  <a:lnTo>
                    <a:pt x="1033480" y="348538"/>
                  </a:lnTo>
                  <a:lnTo>
                    <a:pt x="1043224" y="332654"/>
                  </a:lnTo>
                  <a:lnTo>
                    <a:pt x="1052983" y="332951"/>
                  </a:lnTo>
                  <a:lnTo>
                    <a:pt x="1062727" y="294405"/>
                  </a:lnTo>
                  <a:lnTo>
                    <a:pt x="1072471" y="310978"/>
                  </a:lnTo>
                  <a:lnTo>
                    <a:pt x="1082230" y="339382"/>
                  </a:lnTo>
                  <a:lnTo>
                    <a:pt x="1091973" y="344868"/>
                  </a:lnTo>
                  <a:lnTo>
                    <a:pt x="1101732" y="341602"/>
                  </a:lnTo>
                  <a:lnTo>
                    <a:pt x="1111476" y="295746"/>
                  </a:lnTo>
                  <a:lnTo>
                    <a:pt x="1121220" y="305992"/>
                  </a:lnTo>
                  <a:lnTo>
                    <a:pt x="1130979" y="322801"/>
                  </a:lnTo>
                  <a:lnTo>
                    <a:pt x="1140723" y="348943"/>
                  </a:lnTo>
                  <a:lnTo>
                    <a:pt x="1150482" y="334059"/>
                  </a:lnTo>
                  <a:lnTo>
                    <a:pt x="1160226" y="333173"/>
                  </a:lnTo>
                  <a:lnTo>
                    <a:pt x="1169969" y="324975"/>
                  </a:lnTo>
                  <a:lnTo>
                    <a:pt x="1179728" y="329491"/>
                  </a:lnTo>
                  <a:lnTo>
                    <a:pt x="1189472" y="331672"/>
                  </a:lnTo>
                  <a:lnTo>
                    <a:pt x="1199231" y="314318"/>
                  </a:lnTo>
                  <a:lnTo>
                    <a:pt x="1208975" y="332264"/>
                  </a:lnTo>
                  <a:lnTo>
                    <a:pt x="1218719" y="338654"/>
                  </a:lnTo>
                  <a:lnTo>
                    <a:pt x="1228478" y="343608"/>
                  </a:lnTo>
                  <a:lnTo>
                    <a:pt x="1238222" y="336462"/>
                  </a:lnTo>
                  <a:lnTo>
                    <a:pt x="1247966" y="327591"/>
                  </a:lnTo>
                  <a:lnTo>
                    <a:pt x="1257725" y="331213"/>
                  </a:lnTo>
                  <a:lnTo>
                    <a:pt x="1267469" y="298838"/>
                  </a:lnTo>
                  <a:lnTo>
                    <a:pt x="1277227" y="273305"/>
                  </a:lnTo>
                  <a:lnTo>
                    <a:pt x="1286971" y="248338"/>
                  </a:lnTo>
                  <a:lnTo>
                    <a:pt x="1296715" y="218136"/>
                  </a:lnTo>
                  <a:lnTo>
                    <a:pt x="1306474" y="221569"/>
                  </a:lnTo>
                  <a:lnTo>
                    <a:pt x="1316218" y="230463"/>
                  </a:lnTo>
                  <a:lnTo>
                    <a:pt x="1325977" y="235915"/>
                  </a:lnTo>
                  <a:lnTo>
                    <a:pt x="1335721" y="207950"/>
                  </a:lnTo>
                  <a:lnTo>
                    <a:pt x="1345465" y="229578"/>
                  </a:lnTo>
                  <a:lnTo>
                    <a:pt x="1355224" y="180299"/>
                  </a:lnTo>
                  <a:lnTo>
                    <a:pt x="1364967" y="169200"/>
                  </a:lnTo>
                  <a:lnTo>
                    <a:pt x="1374726" y="196906"/>
                  </a:lnTo>
                  <a:lnTo>
                    <a:pt x="1384470" y="221032"/>
                  </a:lnTo>
                  <a:lnTo>
                    <a:pt x="1394214" y="202188"/>
                  </a:lnTo>
                  <a:lnTo>
                    <a:pt x="1403973" y="182408"/>
                  </a:lnTo>
                  <a:lnTo>
                    <a:pt x="1413717" y="189624"/>
                  </a:lnTo>
                  <a:lnTo>
                    <a:pt x="1423476" y="200989"/>
                  </a:lnTo>
                  <a:lnTo>
                    <a:pt x="1433220" y="219899"/>
                  </a:lnTo>
                  <a:lnTo>
                    <a:pt x="1442964" y="220466"/>
                  </a:lnTo>
                  <a:lnTo>
                    <a:pt x="1452722" y="222282"/>
                  </a:lnTo>
                  <a:lnTo>
                    <a:pt x="1462466" y="211159"/>
                  </a:lnTo>
                  <a:lnTo>
                    <a:pt x="1472225" y="227338"/>
                  </a:lnTo>
                  <a:lnTo>
                    <a:pt x="1481969" y="197032"/>
                  </a:lnTo>
                  <a:lnTo>
                    <a:pt x="1491713" y="170023"/>
                  </a:lnTo>
                  <a:lnTo>
                    <a:pt x="1501472" y="131732"/>
                  </a:lnTo>
                  <a:lnTo>
                    <a:pt x="1511216" y="131592"/>
                  </a:lnTo>
                  <a:lnTo>
                    <a:pt x="1520960" y="131162"/>
                  </a:lnTo>
                  <a:lnTo>
                    <a:pt x="1530719" y="137784"/>
                  </a:lnTo>
                  <a:lnTo>
                    <a:pt x="1540463" y="105728"/>
                  </a:lnTo>
                  <a:lnTo>
                    <a:pt x="1550221" y="108912"/>
                  </a:lnTo>
                  <a:lnTo>
                    <a:pt x="1559965" y="119825"/>
                  </a:lnTo>
                  <a:lnTo>
                    <a:pt x="1569709" y="113131"/>
                  </a:lnTo>
                  <a:lnTo>
                    <a:pt x="1579468" y="97061"/>
                  </a:lnTo>
                  <a:lnTo>
                    <a:pt x="1589212" y="80128"/>
                  </a:lnTo>
                  <a:lnTo>
                    <a:pt x="1598971" y="52200"/>
                  </a:lnTo>
                  <a:lnTo>
                    <a:pt x="1608715" y="55356"/>
                  </a:lnTo>
                  <a:lnTo>
                    <a:pt x="1618459" y="66645"/>
                  </a:lnTo>
                  <a:lnTo>
                    <a:pt x="1628218" y="53124"/>
                  </a:lnTo>
                  <a:lnTo>
                    <a:pt x="1637962" y="63298"/>
                  </a:lnTo>
                  <a:lnTo>
                    <a:pt x="1647720" y="64109"/>
                  </a:lnTo>
                  <a:lnTo>
                    <a:pt x="1657464" y="30479"/>
                  </a:lnTo>
                  <a:lnTo>
                    <a:pt x="1667208" y="23400"/>
                  </a:lnTo>
                  <a:lnTo>
                    <a:pt x="1676967" y="59991"/>
                  </a:lnTo>
                  <a:lnTo>
                    <a:pt x="1686711" y="45974"/>
                  </a:lnTo>
                  <a:lnTo>
                    <a:pt x="1696470" y="21638"/>
                  </a:lnTo>
                  <a:lnTo>
                    <a:pt x="1706214" y="6497"/>
                  </a:lnTo>
                  <a:lnTo>
                    <a:pt x="1715958" y="0"/>
                  </a:lnTo>
                  <a:lnTo>
                    <a:pt x="1725716" y="30179"/>
                  </a:lnTo>
                  <a:lnTo>
                    <a:pt x="1735460" y="30059"/>
                  </a:lnTo>
                  <a:lnTo>
                    <a:pt x="1745219" y="48642"/>
                  </a:lnTo>
                  <a:lnTo>
                    <a:pt x="1754963" y="53225"/>
                  </a:lnTo>
                  <a:lnTo>
                    <a:pt x="1764707" y="46495"/>
                  </a:lnTo>
                  <a:lnTo>
                    <a:pt x="1774466" y="58230"/>
                  </a:lnTo>
                  <a:lnTo>
                    <a:pt x="1784210" y="81666"/>
                  </a:lnTo>
                  <a:lnTo>
                    <a:pt x="1793969" y="111295"/>
                  </a:lnTo>
                  <a:lnTo>
                    <a:pt x="1803713" y="151006"/>
                  </a:lnTo>
                  <a:lnTo>
                    <a:pt x="1813457" y="178253"/>
                  </a:lnTo>
                  <a:lnTo>
                    <a:pt x="1823215" y="161582"/>
                  </a:lnTo>
                  <a:lnTo>
                    <a:pt x="1832959" y="152446"/>
                  </a:lnTo>
                  <a:lnTo>
                    <a:pt x="1842703" y="161290"/>
                  </a:lnTo>
                  <a:lnTo>
                    <a:pt x="1852462" y="154654"/>
                  </a:lnTo>
                  <a:lnTo>
                    <a:pt x="1862206" y="160359"/>
                  </a:lnTo>
                  <a:lnTo>
                    <a:pt x="1871965" y="149216"/>
                  </a:lnTo>
                  <a:lnTo>
                    <a:pt x="1881709" y="169014"/>
                  </a:lnTo>
                  <a:lnTo>
                    <a:pt x="1891453" y="150675"/>
                  </a:lnTo>
                  <a:lnTo>
                    <a:pt x="1901212" y="157874"/>
                  </a:lnTo>
                  <a:lnTo>
                    <a:pt x="1910956" y="147896"/>
                  </a:lnTo>
                  <a:lnTo>
                    <a:pt x="1920714" y="163338"/>
                  </a:lnTo>
                  <a:lnTo>
                    <a:pt x="1930458" y="188635"/>
                  </a:lnTo>
                  <a:lnTo>
                    <a:pt x="1940202" y="199576"/>
                  </a:lnTo>
                  <a:lnTo>
                    <a:pt x="1949961" y="214513"/>
                  </a:lnTo>
                  <a:lnTo>
                    <a:pt x="1959705" y="214404"/>
                  </a:lnTo>
                  <a:lnTo>
                    <a:pt x="1969464" y="195510"/>
                  </a:lnTo>
                  <a:lnTo>
                    <a:pt x="1979208" y="186064"/>
                  </a:lnTo>
                  <a:lnTo>
                    <a:pt x="1988952" y="161542"/>
                  </a:lnTo>
                  <a:lnTo>
                    <a:pt x="1998711" y="185594"/>
                  </a:lnTo>
                  <a:lnTo>
                    <a:pt x="2008454" y="195318"/>
                  </a:lnTo>
                  <a:lnTo>
                    <a:pt x="2018213" y="219493"/>
                  </a:lnTo>
                  <a:lnTo>
                    <a:pt x="2027957" y="256963"/>
                  </a:lnTo>
                  <a:lnTo>
                    <a:pt x="2037701" y="228695"/>
                  </a:lnTo>
                  <a:lnTo>
                    <a:pt x="2047460" y="203212"/>
                  </a:lnTo>
                  <a:lnTo>
                    <a:pt x="2057204" y="201901"/>
                  </a:lnTo>
                  <a:lnTo>
                    <a:pt x="2066963" y="182386"/>
                  </a:lnTo>
                  <a:lnTo>
                    <a:pt x="2076707" y="175859"/>
                  </a:lnTo>
                  <a:lnTo>
                    <a:pt x="2086451" y="178022"/>
                  </a:lnTo>
                  <a:lnTo>
                    <a:pt x="2096210" y="184120"/>
                  </a:lnTo>
                  <a:lnTo>
                    <a:pt x="2105954" y="191823"/>
                  </a:lnTo>
                  <a:lnTo>
                    <a:pt x="2115697" y="229009"/>
                  </a:lnTo>
                  <a:lnTo>
                    <a:pt x="2125456" y="193220"/>
                  </a:lnTo>
                  <a:lnTo>
                    <a:pt x="2135200" y="168798"/>
                  </a:lnTo>
                  <a:lnTo>
                    <a:pt x="2144959" y="162321"/>
                  </a:lnTo>
                  <a:lnTo>
                    <a:pt x="2154703" y="204725"/>
                  </a:lnTo>
                  <a:lnTo>
                    <a:pt x="2164447" y="197239"/>
                  </a:lnTo>
                  <a:lnTo>
                    <a:pt x="2174206" y="235784"/>
                  </a:lnTo>
                  <a:lnTo>
                    <a:pt x="2183950" y="231059"/>
                  </a:lnTo>
                  <a:lnTo>
                    <a:pt x="2193709" y="229029"/>
                  </a:lnTo>
                  <a:lnTo>
                    <a:pt x="2203452" y="244556"/>
                  </a:lnTo>
                  <a:lnTo>
                    <a:pt x="2213196" y="269314"/>
                  </a:lnTo>
                  <a:lnTo>
                    <a:pt x="2222955" y="277844"/>
                  </a:lnTo>
                  <a:lnTo>
                    <a:pt x="2232699" y="276211"/>
                  </a:lnTo>
                  <a:lnTo>
                    <a:pt x="2242458" y="246164"/>
                  </a:lnTo>
                  <a:lnTo>
                    <a:pt x="2252202" y="252281"/>
                  </a:lnTo>
                  <a:lnTo>
                    <a:pt x="2261946" y="214046"/>
                  </a:lnTo>
                  <a:lnTo>
                    <a:pt x="2271705" y="234565"/>
                  </a:lnTo>
                  <a:lnTo>
                    <a:pt x="2281449" y="245686"/>
                  </a:lnTo>
                  <a:lnTo>
                    <a:pt x="2291208" y="264371"/>
                  </a:lnTo>
                  <a:lnTo>
                    <a:pt x="2300951" y="272642"/>
                  </a:lnTo>
                  <a:lnTo>
                    <a:pt x="2310695" y="262991"/>
                  </a:lnTo>
                  <a:lnTo>
                    <a:pt x="2320454" y="255798"/>
                  </a:lnTo>
                  <a:lnTo>
                    <a:pt x="2330198" y="236247"/>
                  </a:lnTo>
                  <a:lnTo>
                    <a:pt x="2339957" y="235809"/>
                  </a:lnTo>
                  <a:lnTo>
                    <a:pt x="2349701" y="204606"/>
                  </a:lnTo>
                  <a:lnTo>
                    <a:pt x="2359445" y="184715"/>
                  </a:lnTo>
                  <a:lnTo>
                    <a:pt x="2369204" y="183853"/>
                  </a:lnTo>
                  <a:lnTo>
                    <a:pt x="2378948" y="178439"/>
                  </a:lnTo>
                  <a:lnTo>
                    <a:pt x="2388692" y="204725"/>
                  </a:lnTo>
                  <a:lnTo>
                    <a:pt x="2398450" y="216025"/>
                  </a:lnTo>
                  <a:lnTo>
                    <a:pt x="2408194" y="253314"/>
                  </a:lnTo>
                  <a:lnTo>
                    <a:pt x="2417953" y="233075"/>
                  </a:lnTo>
                  <a:lnTo>
                    <a:pt x="2427697" y="246146"/>
                  </a:lnTo>
                  <a:lnTo>
                    <a:pt x="2437441" y="269415"/>
                  </a:lnTo>
                  <a:lnTo>
                    <a:pt x="2447200" y="257326"/>
                  </a:lnTo>
                  <a:lnTo>
                    <a:pt x="2456944" y="246805"/>
                  </a:lnTo>
                  <a:lnTo>
                    <a:pt x="2466703" y="238560"/>
                  </a:lnTo>
                  <a:lnTo>
                    <a:pt x="2476446" y="187866"/>
                  </a:lnTo>
                  <a:lnTo>
                    <a:pt x="2486190" y="185540"/>
                  </a:lnTo>
                  <a:lnTo>
                    <a:pt x="2495949" y="178828"/>
                  </a:lnTo>
                  <a:lnTo>
                    <a:pt x="2505693" y="155714"/>
                  </a:lnTo>
                  <a:lnTo>
                    <a:pt x="2515452" y="178344"/>
                  </a:lnTo>
                  <a:lnTo>
                    <a:pt x="2525196" y="170547"/>
                  </a:lnTo>
                  <a:lnTo>
                    <a:pt x="2534940" y="177210"/>
                  </a:lnTo>
                  <a:lnTo>
                    <a:pt x="2544699" y="182386"/>
                  </a:lnTo>
                  <a:lnTo>
                    <a:pt x="2554443" y="185013"/>
                  </a:lnTo>
                  <a:lnTo>
                    <a:pt x="2564202" y="173593"/>
                  </a:lnTo>
                  <a:lnTo>
                    <a:pt x="2573946" y="154531"/>
                  </a:lnTo>
                  <a:lnTo>
                    <a:pt x="2583690" y="150568"/>
                  </a:lnTo>
                  <a:lnTo>
                    <a:pt x="2593448" y="150587"/>
                  </a:lnTo>
                  <a:lnTo>
                    <a:pt x="2603192" y="144781"/>
                  </a:lnTo>
                  <a:lnTo>
                    <a:pt x="2612951" y="112604"/>
                  </a:lnTo>
                  <a:lnTo>
                    <a:pt x="2622695" y="150225"/>
                  </a:lnTo>
                  <a:lnTo>
                    <a:pt x="2632439" y="125692"/>
                  </a:lnTo>
                  <a:lnTo>
                    <a:pt x="2642198" y="116802"/>
                  </a:lnTo>
                  <a:lnTo>
                    <a:pt x="2651942" y="108237"/>
                  </a:lnTo>
                  <a:lnTo>
                    <a:pt x="2661685" y="136597"/>
                  </a:lnTo>
                  <a:lnTo>
                    <a:pt x="2671444" y="142705"/>
                  </a:lnTo>
                  <a:lnTo>
                    <a:pt x="2681188" y="125010"/>
                  </a:lnTo>
                  <a:lnTo>
                    <a:pt x="2690947" y="137030"/>
                  </a:lnTo>
                  <a:lnTo>
                    <a:pt x="2700691" y="143102"/>
                  </a:lnTo>
                  <a:lnTo>
                    <a:pt x="2710435" y="166974"/>
                  </a:lnTo>
                  <a:lnTo>
                    <a:pt x="2720194" y="161201"/>
                  </a:lnTo>
                  <a:lnTo>
                    <a:pt x="2729938" y="187967"/>
                  </a:lnTo>
                  <a:lnTo>
                    <a:pt x="2739697" y="157017"/>
                  </a:lnTo>
                  <a:lnTo>
                    <a:pt x="2749441" y="149836"/>
                  </a:lnTo>
                  <a:lnTo>
                    <a:pt x="2759185" y="131135"/>
                  </a:lnTo>
                  <a:lnTo>
                    <a:pt x="2768943" y="118325"/>
                  </a:lnTo>
                  <a:lnTo>
                    <a:pt x="2778687" y="142279"/>
                  </a:lnTo>
                  <a:lnTo>
                    <a:pt x="2788446" y="137437"/>
                  </a:lnTo>
                  <a:lnTo>
                    <a:pt x="2798190" y="117639"/>
                  </a:lnTo>
                  <a:lnTo>
                    <a:pt x="2807934" y="141743"/>
                  </a:lnTo>
                  <a:lnTo>
                    <a:pt x="2817693" y="118641"/>
                  </a:lnTo>
                  <a:lnTo>
                    <a:pt x="2827437" y="118375"/>
                  </a:lnTo>
                  <a:lnTo>
                    <a:pt x="2837196" y="118642"/>
                  </a:lnTo>
                  <a:lnTo>
                    <a:pt x="2846940" y="86468"/>
                  </a:lnTo>
                  <a:lnTo>
                    <a:pt x="2856684" y="80100"/>
                  </a:lnTo>
                  <a:lnTo>
                    <a:pt x="2866442" y="92532"/>
                  </a:lnTo>
                  <a:lnTo>
                    <a:pt x="2876186" y="91670"/>
                  </a:lnTo>
                  <a:lnTo>
                    <a:pt x="2885945" y="94832"/>
                  </a:lnTo>
                  <a:lnTo>
                    <a:pt x="2895689" y="96261"/>
                  </a:lnTo>
                  <a:lnTo>
                    <a:pt x="2905433" y="76529"/>
                  </a:lnTo>
                  <a:lnTo>
                    <a:pt x="2915192" y="6999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5" name="Freeform 1064">
              <a:extLst>
                <a:ext uri="{FF2B5EF4-FFF2-40B4-BE49-F238E27FC236}">
                  <a16:creationId xmlns:a16="http://schemas.microsoft.com/office/drawing/2014/main" id="{EEC526A1-6DAA-0D53-DA93-793FB9AD25B7}"/>
                </a:ext>
              </a:extLst>
            </p:cNvPr>
            <p:cNvSpPr/>
            <p:nvPr/>
          </p:nvSpPr>
          <p:spPr>
            <a:xfrm>
              <a:off x="4426652" y="3373422"/>
              <a:ext cx="2915191" cy="423239"/>
            </a:xfrm>
            <a:custGeom>
              <a:avLst/>
              <a:gdLst>
                <a:gd name="connsiteX0" fmla="*/ 0 w 2915191"/>
                <a:gd name="connsiteY0" fmla="*/ 237448 h 423239"/>
                <a:gd name="connsiteX1" fmla="*/ 9750 w 2915191"/>
                <a:gd name="connsiteY1" fmla="*/ 266581 h 423239"/>
                <a:gd name="connsiteX2" fmla="*/ 19500 w 2915191"/>
                <a:gd name="connsiteY2" fmla="*/ 259211 h 423239"/>
                <a:gd name="connsiteX3" fmla="*/ 29250 w 2915191"/>
                <a:gd name="connsiteY3" fmla="*/ 237102 h 423239"/>
                <a:gd name="connsiteX4" fmla="*/ 39000 w 2915191"/>
                <a:gd name="connsiteY4" fmla="*/ 244322 h 423239"/>
                <a:gd name="connsiteX5" fmla="*/ 48749 w 2915191"/>
                <a:gd name="connsiteY5" fmla="*/ 255047 h 423239"/>
                <a:gd name="connsiteX6" fmla="*/ 58499 w 2915191"/>
                <a:gd name="connsiteY6" fmla="*/ 266544 h 423239"/>
                <a:gd name="connsiteX7" fmla="*/ 68249 w 2915191"/>
                <a:gd name="connsiteY7" fmla="*/ 240029 h 423239"/>
                <a:gd name="connsiteX8" fmla="*/ 77998 w 2915191"/>
                <a:gd name="connsiteY8" fmla="*/ 262894 h 423239"/>
                <a:gd name="connsiteX9" fmla="*/ 87748 w 2915191"/>
                <a:gd name="connsiteY9" fmla="*/ 266111 h 423239"/>
                <a:gd name="connsiteX10" fmla="*/ 97497 w 2915191"/>
                <a:gd name="connsiteY10" fmla="*/ 223266 h 423239"/>
                <a:gd name="connsiteX11" fmla="*/ 107247 w 2915191"/>
                <a:gd name="connsiteY11" fmla="*/ 204560 h 423239"/>
                <a:gd name="connsiteX12" fmla="*/ 116997 w 2915191"/>
                <a:gd name="connsiteY12" fmla="*/ 198813 h 423239"/>
                <a:gd name="connsiteX13" fmla="*/ 126747 w 2915191"/>
                <a:gd name="connsiteY13" fmla="*/ 162755 h 423239"/>
                <a:gd name="connsiteX14" fmla="*/ 136497 w 2915191"/>
                <a:gd name="connsiteY14" fmla="*/ 169078 h 423239"/>
                <a:gd name="connsiteX15" fmla="*/ 146247 w 2915191"/>
                <a:gd name="connsiteY15" fmla="*/ 206568 h 423239"/>
                <a:gd name="connsiteX16" fmla="*/ 155997 w 2915191"/>
                <a:gd name="connsiteY16" fmla="*/ 192048 h 423239"/>
                <a:gd name="connsiteX17" fmla="*/ 165747 w 2915191"/>
                <a:gd name="connsiteY17" fmla="*/ 184518 h 423239"/>
                <a:gd name="connsiteX18" fmla="*/ 175497 w 2915191"/>
                <a:gd name="connsiteY18" fmla="*/ 138760 h 423239"/>
                <a:gd name="connsiteX19" fmla="*/ 185247 w 2915191"/>
                <a:gd name="connsiteY19" fmla="*/ 185115 h 423239"/>
                <a:gd name="connsiteX20" fmla="*/ 194996 w 2915191"/>
                <a:gd name="connsiteY20" fmla="*/ 166876 h 423239"/>
                <a:gd name="connsiteX21" fmla="*/ 204746 w 2915191"/>
                <a:gd name="connsiteY21" fmla="*/ 142977 h 423239"/>
                <a:gd name="connsiteX22" fmla="*/ 214495 w 2915191"/>
                <a:gd name="connsiteY22" fmla="*/ 144286 h 423239"/>
                <a:gd name="connsiteX23" fmla="*/ 224245 w 2915191"/>
                <a:gd name="connsiteY23" fmla="*/ 112490 h 423239"/>
                <a:gd name="connsiteX24" fmla="*/ 233995 w 2915191"/>
                <a:gd name="connsiteY24" fmla="*/ 125101 h 423239"/>
                <a:gd name="connsiteX25" fmla="*/ 243744 w 2915191"/>
                <a:gd name="connsiteY25" fmla="*/ 161944 h 423239"/>
                <a:gd name="connsiteX26" fmla="*/ 253494 w 2915191"/>
                <a:gd name="connsiteY26" fmla="*/ 175640 h 423239"/>
                <a:gd name="connsiteX27" fmla="*/ 263244 w 2915191"/>
                <a:gd name="connsiteY27" fmla="*/ 153467 h 423239"/>
                <a:gd name="connsiteX28" fmla="*/ 272994 w 2915191"/>
                <a:gd name="connsiteY28" fmla="*/ 124518 h 423239"/>
                <a:gd name="connsiteX29" fmla="*/ 282744 w 2915191"/>
                <a:gd name="connsiteY29" fmla="*/ 167216 h 423239"/>
                <a:gd name="connsiteX30" fmla="*/ 292494 w 2915191"/>
                <a:gd name="connsiteY30" fmla="*/ 166486 h 423239"/>
                <a:gd name="connsiteX31" fmla="*/ 302244 w 2915191"/>
                <a:gd name="connsiteY31" fmla="*/ 151822 h 423239"/>
                <a:gd name="connsiteX32" fmla="*/ 311994 w 2915191"/>
                <a:gd name="connsiteY32" fmla="*/ 165437 h 423239"/>
                <a:gd name="connsiteX33" fmla="*/ 321744 w 2915191"/>
                <a:gd name="connsiteY33" fmla="*/ 135596 h 423239"/>
                <a:gd name="connsiteX34" fmla="*/ 331493 w 2915191"/>
                <a:gd name="connsiteY34" fmla="*/ 143620 h 423239"/>
                <a:gd name="connsiteX35" fmla="*/ 341243 w 2915191"/>
                <a:gd name="connsiteY35" fmla="*/ 127640 h 423239"/>
                <a:gd name="connsiteX36" fmla="*/ 350993 w 2915191"/>
                <a:gd name="connsiteY36" fmla="*/ 125734 h 423239"/>
                <a:gd name="connsiteX37" fmla="*/ 360742 w 2915191"/>
                <a:gd name="connsiteY37" fmla="*/ 125531 h 423239"/>
                <a:gd name="connsiteX38" fmla="*/ 370492 w 2915191"/>
                <a:gd name="connsiteY38" fmla="*/ 97637 h 423239"/>
                <a:gd name="connsiteX39" fmla="*/ 380241 w 2915191"/>
                <a:gd name="connsiteY39" fmla="*/ 112508 h 423239"/>
                <a:gd name="connsiteX40" fmla="*/ 389991 w 2915191"/>
                <a:gd name="connsiteY40" fmla="*/ 72679 h 423239"/>
                <a:gd name="connsiteX41" fmla="*/ 399741 w 2915191"/>
                <a:gd name="connsiteY41" fmla="*/ 79495 h 423239"/>
                <a:gd name="connsiteX42" fmla="*/ 409491 w 2915191"/>
                <a:gd name="connsiteY42" fmla="*/ 84312 h 423239"/>
                <a:gd name="connsiteX43" fmla="*/ 419241 w 2915191"/>
                <a:gd name="connsiteY43" fmla="*/ 108469 h 423239"/>
                <a:gd name="connsiteX44" fmla="*/ 428991 w 2915191"/>
                <a:gd name="connsiteY44" fmla="*/ 99907 h 423239"/>
                <a:gd name="connsiteX45" fmla="*/ 438741 w 2915191"/>
                <a:gd name="connsiteY45" fmla="*/ 102301 h 423239"/>
                <a:gd name="connsiteX46" fmla="*/ 448491 w 2915191"/>
                <a:gd name="connsiteY46" fmla="*/ 88789 h 423239"/>
                <a:gd name="connsiteX47" fmla="*/ 458241 w 2915191"/>
                <a:gd name="connsiteY47" fmla="*/ 82442 h 423239"/>
                <a:gd name="connsiteX48" fmla="*/ 467991 w 2915191"/>
                <a:gd name="connsiteY48" fmla="*/ 53322 h 423239"/>
                <a:gd name="connsiteX49" fmla="*/ 477740 w 2915191"/>
                <a:gd name="connsiteY49" fmla="*/ 73801 h 423239"/>
                <a:gd name="connsiteX50" fmla="*/ 487490 w 2915191"/>
                <a:gd name="connsiteY50" fmla="*/ 77388 h 423239"/>
                <a:gd name="connsiteX51" fmla="*/ 497239 w 2915191"/>
                <a:gd name="connsiteY51" fmla="*/ 51169 h 423239"/>
                <a:gd name="connsiteX52" fmla="*/ 506989 w 2915191"/>
                <a:gd name="connsiteY52" fmla="*/ 31128 h 423239"/>
                <a:gd name="connsiteX53" fmla="*/ 516738 w 2915191"/>
                <a:gd name="connsiteY53" fmla="*/ 34303 h 423239"/>
                <a:gd name="connsiteX54" fmla="*/ 526488 w 2915191"/>
                <a:gd name="connsiteY54" fmla="*/ 61 h 423239"/>
                <a:gd name="connsiteX55" fmla="*/ 536238 w 2915191"/>
                <a:gd name="connsiteY55" fmla="*/ 0 h 423239"/>
                <a:gd name="connsiteX56" fmla="*/ 545988 w 2915191"/>
                <a:gd name="connsiteY56" fmla="*/ 14716 h 423239"/>
                <a:gd name="connsiteX57" fmla="*/ 555738 w 2915191"/>
                <a:gd name="connsiteY57" fmla="*/ 37103 h 423239"/>
                <a:gd name="connsiteX58" fmla="*/ 565488 w 2915191"/>
                <a:gd name="connsiteY58" fmla="*/ 53183 h 423239"/>
                <a:gd name="connsiteX59" fmla="*/ 575238 w 2915191"/>
                <a:gd name="connsiteY59" fmla="*/ 81605 h 423239"/>
                <a:gd name="connsiteX60" fmla="*/ 584988 w 2915191"/>
                <a:gd name="connsiteY60" fmla="*/ 79571 h 423239"/>
                <a:gd name="connsiteX61" fmla="*/ 594738 w 2915191"/>
                <a:gd name="connsiteY61" fmla="*/ 78126 h 423239"/>
                <a:gd name="connsiteX62" fmla="*/ 604488 w 2915191"/>
                <a:gd name="connsiteY62" fmla="*/ 70873 h 423239"/>
                <a:gd name="connsiteX63" fmla="*/ 614237 w 2915191"/>
                <a:gd name="connsiteY63" fmla="*/ 74689 h 423239"/>
                <a:gd name="connsiteX64" fmla="*/ 623987 w 2915191"/>
                <a:gd name="connsiteY64" fmla="*/ 77461 h 423239"/>
                <a:gd name="connsiteX65" fmla="*/ 633736 w 2915191"/>
                <a:gd name="connsiteY65" fmla="*/ 66144 h 423239"/>
                <a:gd name="connsiteX66" fmla="*/ 643486 w 2915191"/>
                <a:gd name="connsiteY66" fmla="*/ 84464 h 423239"/>
                <a:gd name="connsiteX67" fmla="*/ 653236 w 2915191"/>
                <a:gd name="connsiteY67" fmla="*/ 89252 h 423239"/>
                <a:gd name="connsiteX68" fmla="*/ 662985 w 2915191"/>
                <a:gd name="connsiteY68" fmla="*/ 78249 h 423239"/>
                <a:gd name="connsiteX69" fmla="*/ 672735 w 2915191"/>
                <a:gd name="connsiteY69" fmla="*/ 74178 h 423239"/>
                <a:gd name="connsiteX70" fmla="*/ 682485 w 2915191"/>
                <a:gd name="connsiteY70" fmla="*/ 107597 h 423239"/>
                <a:gd name="connsiteX71" fmla="*/ 692235 w 2915191"/>
                <a:gd name="connsiteY71" fmla="*/ 103234 h 423239"/>
                <a:gd name="connsiteX72" fmla="*/ 701985 w 2915191"/>
                <a:gd name="connsiteY72" fmla="*/ 119624 h 423239"/>
                <a:gd name="connsiteX73" fmla="*/ 711735 w 2915191"/>
                <a:gd name="connsiteY73" fmla="*/ 145149 h 423239"/>
                <a:gd name="connsiteX74" fmla="*/ 721485 w 2915191"/>
                <a:gd name="connsiteY74" fmla="*/ 85925 h 423239"/>
                <a:gd name="connsiteX75" fmla="*/ 731235 w 2915191"/>
                <a:gd name="connsiteY75" fmla="*/ 71421 h 423239"/>
                <a:gd name="connsiteX76" fmla="*/ 740985 w 2915191"/>
                <a:gd name="connsiteY76" fmla="*/ 80375 h 423239"/>
                <a:gd name="connsiteX77" fmla="*/ 750734 w 2915191"/>
                <a:gd name="connsiteY77" fmla="*/ 41768 h 423239"/>
                <a:gd name="connsiteX78" fmla="*/ 760484 w 2915191"/>
                <a:gd name="connsiteY78" fmla="*/ 17192 h 423239"/>
                <a:gd name="connsiteX79" fmla="*/ 770233 w 2915191"/>
                <a:gd name="connsiteY79" fmla="*/ 56664 h 423239"/>
                <a:gd name="connsiteX80" fmla="*/ 779983 w 2915191"/>
                <a:gd name="connsiteY80" fmla="*/ 40193 h 423239"/>
                <a:gd name="connsiteX81" fmla="*/ 789733 w 2915191"/>
                <a:gd name="connsiteY81" fmla="*/ 8057 h 423239"/>
                <a:gd name="connsiteX82" fmla="*/ 799482 w 2915191"/>
                <a:gd name="connsiteY82" fmla="*/ 11058 h 423239"/>
                <a:gd name="connsiteX83" fmla="*/ 809232 w 2915191"/>
                <a:gd name="connsiteY83" fmla="*/ 22441 h 423239"/>
                <a:gd name="connsiteX84" fmla="*/ 818982 w 2915191"/>
                <a:gd name="connsiteY84" fmla="*/ 51092 h 423239"/>
                <a:gd name="connsiteX85" fmla="*/ 828732 w 2915191"/>
                <a:gd name="connsiteY85" fmla="*/ 47793 h 423239"/>
                <a:gd name="connsiteX86" fmla="*/ 838482 w 2915191"/>
                <a:gd name="connsiteY86" fmla="*/ 75770 h 423239"/>
                <a:gd name="connsiteX87" fmla="*/ 848232 w 2915191"/>
                <a:gd name="connsiteY87" fmla="*/ 68243 h 423239"/>
                <a:gd name="connsiteX88" fmla="*/ 857982 w 2915191"/>
                <a:gd name="connsiteY88" fmla="*/ 39275 h 423239"/>
                <a:gd name="connsiteX89" fmla="*/ 867732 w 2915191"/>
                <a:gd name="connsiteY89" fmla="*/ 20398 h 423239"/>
                <a:gd name="connsiteX90" fmla="*/ 877482 w 2915191"/>
                <a:gd name="connsiteY90" fmla="*/ 50272 h 423239"/>
                <a:gd name="connsiteX91" fmla="*/ 887231 w 2915191"/>
                <a:gd name="connsiteY91" fmla="*/ 50490 h 423239"/>
                <a:gd name="connsiteX92" fmla="*/ 896981 w 2915191"/>
                <a:gd name="connsiteY92" fmla="*/ 66877 h 423239"/>
                <a:gd name="connsiteX93" fmla="*/ 906730 w 2915191"/>
                <a:gd name="connsiteY93" fmla="*/ 62728 h 423239"/>
                <a:gd name="connsiteX94" fmla="*/ 916480 w 2915191"/>
                <a:gd name="connsiteY94" fmla="*/ 86943 h 423239"/>
                <a:gd name="connsiteX95" fmla="*/ 926230 w 2915191"/>
                <a:gd name="connsiteY95" fmla="*/ 88576 h 423239"/>
                <a:gd name="connsiteX96" fmla="*/ 935979 w 2915191"/>
                <a:gd name="connsiteY96" fmla="*/ 113578 h 423239"/>
                <a:gd name="connsiteX97" fmla="*/ 945729 w 2915191"/>
                <a:gd name="connsiteY97" fmla="*/ 102632 h 423239"/>
                <a:gd name="connsiteX98" fmla="*/ 955479 w 2915191"/>
                <a:gd name="connsiteY98" fmla="*/ 89237 h 423239"/>
                <a:gd name="connsiteX99" fmla="*/ 965229 w 2915191"/>
                <a:gd name="connsiteY99" fmla="*/ 62084 h 423239"/>
                <a:gd name="connsiteX100" fmla="*/ 974979 w 2915191"/>
                <a:gd name="connsiteY100" fmla="*/ 103061 h 423239"/>
                <a:gd name="connsiteX101" fmla="*/ 984729 w 2915191"/>
                <a:gd name="connsiteY101" fmla="*/ 113752 h 423239"/>
                <a:gd name="connsiteX102" fmla="*/ 994474 w 2915191"/>
                <a:gd name="connsiteY102" fmla="*/ 130126 h 423239"/>
                <a:gd name="connsiteX103" fmla="*/ 1004233 w 2915191"/>
                <a:gd name="connsiteY103" fmla="*/ 112171 h 423239"/>
                <a:gd name="connsiteX104" fmla="*/ 1013977 w 2915191"/>
                <a:gd name="connsiteY104" fmla="*/ 155921 h 423239"/>
                <a:gd name="connsiteX105" fmla="*/ 1023721 w 2915191"/>
                <a:gd name="connsiteY105" fmla="*/ 118660 h 423239"/>
                <a:gd name="connsiteX106" fmla="*/ 1033480 w 2915191"/>
                <a:gd name="connsiteY106" fmla="*/ 104950 h 423239"/>
                <a:gd name="connsiteX107" fmla="*/ 1043224 w 2915191"/>
                <a:gd name="connsiteY107" fmla="*/ 125685 h 423239"/>
                <a:gd name="connsiteX108" fmla="*/ 1052983 w 2915191"/>
                <a:gd name="connsiteY108" fmla="*/ 110431 h 423239"/>
                <a:gd name="connsiteX109" fmla="*/ 1062727 w 2915191"/>
                <a:gd name="connsiteY109" fmla="*/ 70655 h 423239"/>
                <a:gd name="connsiteX110" fmla="*/ 1072471 w 2915191"/>
                <a:gd name="connsiteY110" fmla="*/ 90613 h 423239"/>
                <a:gd name="connsiteX111" fmla="*/ 1082230 w 2915191"/>
                <a:gd name="connsiteY111" fmla="*/ 91104 h 423239"/>
                <a:gd name="connsiteX112" fmla="*/ 1091973 w 2915191"/>
                <a:gd name="connsiteY112" fmla="*/ 87521 h 423239"/>
                <a:gd name="connsiteX113" fmla="*/ 1101732 w 2915191"/>
                <a:gd name="connsiteY113" fmla="*/ 136177 h 423239"/>
                <a:gd name="connsiteX114" fmla="*/ 1111476 w 2915191"/>
                <a:gd name="connsiteY114" fmla="*/ 115662 h 423239"/>
                <a:gd name="connsiteX115" fmla="*/ 1121220 w 2915191"/>
                <a:gd name="connsiteY115" fmla="*/ 106727 h 423239"/>
                <a:gd name="connsiteX116" fmla="*/ 1130979 w 2915191"/>
                <a:gd name="connsiteY116" fmla="*/ 108007 h 423239"/>
                <a:gd name="connsiteX117" fmla="*/ 1140723 w 2915191"/>
                <a:gd name="connsiteY117" fmla="*/ 104492 h 423239"/>
                <a:gd name="connsiteX118" fmla="*/ 1150482 w 2915191"/>
                <a:gd name="connsiteY118" fmla="*/ 69992 h 423239"/>
                <a:gd name="connsiteX119" fmla="*/ 1160226 w 2915191"/>
                <a:gd name="connsiteY119" fmla="*/ 82905 h 423239"/>
                <a:gd name="connsiteX120" fmla="*/ 1169969 w 2915191"/>
                <a:gd name="connsiteY120" fmla="*/ 83792 h 423239"/>
                <a:gd name="connsiteX121" fmla="*/ 1179728 w 2915191"/>
                <a:gd name="connsiteY121" fmla="*/ 82835 h 423239"/>
                <a:gd name="connsiteX122" fmla="*/ 1189472 w 2915191"/>
                <a:gd name="connsiteY122" fmla="*/ 81317 h 423239"/>
                <a:gd name="connsiteX123" fmla="*/ 1199231 w 2915191"/>
                <a:gd name="connsiteY123" fmla="*/ 102389 h 423239"/>
                <a:gd name="connsiteX124" fmla="*/ 1208975 w 2915191"/>
                <a:gd name="connsiteY124" fmla="*/ 100182 h 423239"/>
                <a:gd name="connsiteX125" fmla="*/ 1218719 w 2915191"/>
                <a:gd name="connsiteY125" fmla="*/ 92402 h 423239"/>
                <a:gd name="connsiteX126" fmla="*/ 1228478 w 2915191"/>
                <a:gd name="connsiteY126" fmla="*/ 98978 h 423239"/>
                <a:gd name="connsiteX127" fmla="*/ 1238222 w 2915191"/>
                <a:gd name="connsiteY127" fmla="*/ 132132 h 423239"/>
                <a:gd name="connsiteX128" fmla="*/ 1247966 w 2915191"/>
                <a:gd name="connsiteY128" fmla="*/ 201680 h 423239"/>
                <a:gd name="connsiteX129" fmla="*/ 1257725 w 2915191"/>
                <a:gd name="connsiteY129" fmla="*/ 204971 h 423239"/>
                <a:gd name="connsiteX130" fmla="*/ 1267469 w 2915191"/>
                <a:gd name="connsiteY130" fmla="*/ 208757 h 423239"/>
                <a:gd name="connsiteX131" fmla="*/ 1277227 w 2915191"/>
                <a:gd name="connsiteY131" fmla="*/ 216853 h 423239"/>
                <a:gd name="connsiteX132" fmla="*/ 1286971 w 2915191"/>
                <a:gd name="connsiteY132" fmla="*/ 224699 h 423239"/>
                <a:gd name="connsiteX133" fmla="*/ 1296715 w 2915191"/>
                <a:gd name="connsiteY133" fmla="*/ 200379 h 423239"/>
                <a:gd name="connsiteX134" fmla="*/ 1306474 w 2915191"/>
                <a:gd name="connsiteY134" fmla="*/ 237266 h 423239"/>
                <a:gd name="connsiteX135" fmla="*/ 1316218 w 2915191"/>
                <a:gd name="connsiteY135" fmla="*/ 219408 h 423239"/>
                <a:gd name="connsiteX136" fmla="*/ 1325977 w 2915191"/>
                <a:gd name="connsiteY136" fmla="*/ 223458 h 423239"/>
                <a:gd name="connsiteX137" fmla="*/ 1335721 w 2915191"/>
                <a:gd name="connsiteY137" fmla="*/ 233029 h 423239"/>
                <a:gd name="connsiteX138" fmla="*/ 1345465 w 2915191"/>
                <a:gd name="connsiteY138" fmla="*/ 218523 h 423239"/>
                <a:gd name="connsiteX139" fmla="*/ 1355224 w 2915191"/>
                <a:gd name="connsiteY139" fmla="*/ 222355 h 423239"/>
                <a:gd name="connsiteX140" fmla="*/ 1364967 w 2915191"/>
                <a:gd name="connsiteY140" fmla="*/ 231316 h 423239"/>
                <a:gd name="connsiteX141" fmla="*/ 1374726 w 2915191"/>
                <a:gd name="connsiteY141" fmla="*/ 218841 h 423239"/>
                <a:gd name="connsiteX142" fmla="*/ 1384470 w 2915191"/>
                <a:gd name="connsiteY142" fmla="*/ 221138 h 423239"/>
                <a:gd name="connsiteX143" fmla="*/ 1394214 w 2915191"/>
                <a:gd name="connsiteY143" fmla="*/ 233631 h 423239"/>
                <a:gd name="connsiteX144" fmla="*/ 1403973 w 2915191"/>
                <a:gd name="connsiteY144" fmla="*/ 213835 h 423239"/>
                <a:gd name="connsiteX145" fmla="*/ 1413717 w 2915191"/>
                <a:gd name="connsiteY145" fmla="*/ 210034 h 423239"/>
                <a:gd name="connsiteX146" fmla="*/ 1423476 w 2915191"/>
                <a:gd name="connsiteY146" fmla="*/ 185527 h 423239"/>
                <a:gd name="connsiteX147" fmla="*/ 1433220 w 2915191"/>
                <a:gd name="connsiteY147" fmla="*/ 174987 h 423239"/>
                <a:gd name="connsiteX148" fmla="*/ 1442964 w 2915191"/>
                <a:gd name="connsiteY148" fmla="*/ 173706 h 423239"/>
                <a:gd name="connsiteX149" fmla="*/ 1452722 w 2915191"/>
                <a:gd name="connsiteY149" fmla="*/ 210022 h 423239"/>
                <a:gd name="connsiteX150" fmla="*/ 1462466 w 2915191"/>
                <a:gd name="connsiteY150" fmla="*/ 213306 h 423239"/>
                <a:gd name="connsiteX151" fmla="*/ 1472225 w 2915191"/>
                <a:gd name="connsiteY151" fmla="*/ 234982 h 423239"/>
                <a:gd name="connsiteX152" fmla="*/ 1481969 w 2915191"/>
                <a:gd name="connsiteY152" fmla="*/ 245917 h 423239"/>
                <a:gd name="connsiteX153" fmla="*/ 1491713 w 2915191"/>
                <a:gd name="connsiteY153" fmla="*/ 210204 h 423239"/>
                <a:gd name="connsiteX154" fmla="*/ 1501472 w 2915191"/>
                <a:gd name="connsiteY154" fmla="*/ 253117 h 423239"/>
                <a:gd name="connsiteX155" fmla="*/ 1511216 w 2915191"/>
                <a:gd name="connsiteY155" fmla="*/ 266053 h 423239"/>
                <a:gd name="connsiteX156" fmla="*/ 1520960 w 2915191"/>
                <a:gd name="connsiteY156" fmla="*/ 266666 h 423239"/>
                <a:gd name="connsiteX157" fmla="*/ 1530719 w 2915191"/>
                <a:gd name="connsiteY157" fmla="*/ 283432 h 423239"/>
                <a:gd name="connsiteX158" fmla="*/ 1540463 w 2915191"/>
                <a:gd name="connsiteY158" fmla="*/ 291329 h 423239"/>
                <a:gd name="connsiteX159" fmla="*/ 1550221 w 2915191"/>
                <a:gd name="connsiteY159" fmla="*/ 256745 h 423239"/>
                <a:gd name="connsiteX160" fmla="*/ 1559965 w 2915191"/>
                <a:gd name="connsiteY160" fmla="*/ 274176 h 423239"/>
                <a:gd name="connsiteX161" fmla="*/ 1569709 w 2915191"/>
                <a:gd name="connsiteY161" fmla="*/ 246448 h 423239"/>
                <a:gd name="connsiteX162" fmla="*/ 1579468 w 2915191"/>
                <a:gd name="connsiteY162" fmla="*/ 233570 h 423239"/>
                <a:gd name="connsiteX163" fmla="*/ 1589212 w 2915191"/>
                <a:gd name="connsiteY163" fmla="*/ 233419 h 423239"/>
                <a:gd name="connsiteX164" fmla="*/ 1598971 w 2915191"/>
                <a:gd name="connsiteY164" fmla="*/ 245882 h 423239"/>
                <a:gd name="connsiteX165" fmla="*/ 1608715 w 2915191"/>
                <a:gd name="connsiteY165" fmla="*/ 228445 h 423239"/>
                <a:gd name="connsiteX166" fmla="*/ 1618459 w 2915191"/>
                <a:gd name="connsiteY166" fmla="*/ 226923 h 423239"/>
                <a:gd name="connsiteX167" fmla="*/ 1628218 w 2915191"/>
                <a:gd name="connsiteY167" fmla="*/ 229060 h 423239"/>
                <a:gd name="connsiteX168" fmla="*/ 1637962 w 2915191"/>
                <a:gd name="connsiteY168" fmla="*/ 283610 h 423239"/>
                <a:gd name="connsiteX169" fmla="*/ 1647720 w 2915191"/>
                <a:gd name="connsiteY169" fmla="*/ 276024 h 423239"/>
                <a:gd name="connsiteX170" fmla="*/ 1657464 w 2915191"/>
                <a:gd name="connsiteY170" fmla="*/ 291020 h 423239"/>
                <a:gd name="connsiteX171" fmla="*/ 1667208 w 2915191"/>
                <a:gd name="connsiteY171" fmla="*/ 313507 h 423239"/>
                <a:gd name="connsiteX172" fmla="*/ 1676967 w 2915191"/>
                <a:gd name="connsiteY172" fmla="*/ 319030 h 423239"/>
                <a:gd name="connsiteX173" fmla="*/ 1686711 w 2915191"/>
                <a:gd name="connsiteY173" fmla="*/ 326989 h 423239"/>
                <a:gd name="connsiteX174" fmla="*/ 1696470 w 2915191"/>
                <a:gd name="connsiteY174" fmla="*/ 342502 h 423239"/>
                <a:gd name="connsiteX175" fmla="*/ 1706214 w 2915191"/>
                <a:gd name="connsiteY175" fmla="*/ 360351 h 423239"/>
                <a:gd name="connsiteX176" fmla="*/ 1715958 w 2915191"/>
                <a:gd name="connsiteY176" fmla="*/ 353022 h 423239"/>
                <a:gd name="connsiteX177" fmla="*/ 1725716 w 2915191"/>
                <a:gd name="connsiteY177" fmla="*/ 375646 h 423239"/>
                <a:gd name="connsiteX178" fmla="*/ 1735460 w 2915191"/>
                <a:gd name="connsiteY178" fmla="*/ 406017 h 423239"/>
                <a:gd name="connsiteX179" fmla="*/ 1745219 w 2915191"/>
                <a:gd name="connsiteY179" fmla="*/ 403201 h 423239"/>
                <a:gd name="connsiteX180" fmla="*/ 1754963 w 2915191"/>
                <a:gd name="connsiteY180" fmla="*/ 390279 h 423239"/>
                <a:gd name="connsiteX181" fmla="*/ 1764707 w 2915191"/>
                <a:gd name="connsiteY181" fmla="*/ 361226 h 423239"/>
                <a:gd name="connsiteX182" fmla="*/ 1774466 w 2915191"/>
                <a:gd name="connsiteY182" fmla="*/ 371636 h 423239"/>
                <a:gd name="connsiteX183" fmla="*/ 1784210 w 2915191"/>
                <a:gd name="connsiteY183" fmla="*/ 377060 h 423239"/>
                <a:gd name="connsiteX184" fmla="*/ 1793969 w 2915191"/>
                <a:gd name="connsiteY184" fmla="*/ 383611 h 423239"/>
                <a:gd name="connsiteX185" fmla="*/ 1803713 w 2915191"/>
                <a:gd name="connsiteY185" fmla="*/ 369046 h 423239"/>
                <a:gd name="connsiteX186" fmla="*/ 1813457 w 2915191"/>
                <a:gd name="connsiteY186" fmla="*/ 366318 h 423239"/>
                <a:gd name="connsiteX187" fmla="*/ 1823215 w 2915191"/>
                <a:gd name="connsiteY187" fmla="*/ 393914 h 423239"/>
                <a:gd name="connsiteX188" fmla="*/ 1832959 w 2915191"/>
                <a:gd name="connsiteY188" fmla="*/ 353879 h 423239"/>
                <a:gd name="connsiteX189" fmla="*/ 1842703 w 2915191"/>
                <a:gd name="connsiteY189" fmla="*/ 341517 h 423239"/>
                <a:gd name="connsiteX190" fmla="*/ 1852462 w 2915191"/>
                <a:gd name="connsiteY190" fmla="*/ 310873 h 423239"/>
                <a:gd name="connsiteX191" fmla="*/ 1862206 w 2915191"/>
                <a:gd name="connsiteY191" fmla="*/ 315942 h 423239"/>
                <a:gd name="connsiteX192" fmla="*/ 1871965 w 2915191"/>
                <a:gd name="connsiteY192" fmla="*/ 322083 h 423239"/>
                <a:gd name="connsiteX193" fmla="*/ 1881709 w 2915191"/>
                <a:gd name="connsiteY193" fmla="*/ 328149 h 423239"/>
                <a:gd name="connsiteX194" fmla="*/ 1891453 w 2915191"/>
                <a:gd name="connsiteY194" fmla="*/ 340300 h 423239"/>
                <a:gd name="connsiteX195" fmla="*/ 1901212 w 2915191"/>
                <a:gd name="connsiteY195" fmla="*/ 321078 h 423239"/>
                <a:gd name="connsiteX196" fmla="*/ 1910956 w 2915191"/>
                <a:gd name="connsiteY196" fmla="*/ 306827 h 423239"/>
                <a:gd name="connsiteX197" fmla="*/ 1920714 w 2915191"/>
                <a:gd name="connsiteY197" fmla="*/ 319093 h 423239"/>
                <a:gd name="connsiteX198" fmla="*/ 1930458 w 2915191"/>
                <a:gd name="connsiteY198" fmla="*/ 304867 h 423239"/>
                <a:gd name="connsiteX199" fmla="*/ 1940202 w 2915191"/>
                <a:gd name="connsiteY199" fmla="*/ 288489 h 423239"/>
                <a:gd name="connsiteX200" fmla="*/ 1949961 w 2915191"/>
                <a:gd name="connsiteY200" fmla="*/ 322258 h 423239"/>
                <a:gd name="connsiteX201" fmla="*/ 1959705 w 2915191"/>
                <a:gd name="connsiteY201" fmla="*/ 303163 h 423239"/>
                <a:gd name="connsiteX202" fmla="*/ 1969464 w 2915191"/>
                <a:gd name="connsiteY202" fmla="*/ 331127 h 423239"/>
                <a:gd name="connsiteX203" fmla="*/ 1979208 w 2915191"/>
                <a:gd name="connsiteY203" fmla="*/ 332121 h 423239"/>
                <a:gd name="connsiteX204" fmla="*/ 1988952 w 2915191"/>
                <a:gd name="connsiteY204" fmla="*/ 352300 h 423239"/>
                <a:gd name="connsiteX205" fmla="*/ 1998711 w 2915191"/>
                <a:gd name="connsiteY205" fmla="*/ 385325 h 423239"/>
                <a:gd name="connsiteX206" fmla="*/ 2008454 w 2915191"/>
                <a:gd name="connsiteY206" fmla="*/ 383537 h 423239"/>
                <a:gd name="connsiteX207" fmla="*/ 2018213 w 2915191"/>
                <a:gd name="connsiteY207" fmla="*/ 417755 h 423239"/>
                <a:gd name="connsiteX208" fmla="*/ 2027957 w 2915191"/>
                <a:gd name="connsiteY208" fmla="*/ 388260 h 423239"/>
                <a:gd name="connsiteX209" fmla="*/ 2037701 w 2915191"/>
                <a:gd name="connsiteY209" fmla="*/ 370030 h 423239"/>
                <a:gd name="connsiteX210" fmla="*/ 2047460 w 2915191"/>
                <a:gd name="connsiteY210" fmla="*/ 317313 h 423239"/>
                <a:gd name="connsiteX211" fmla="*/ 2057204 w 2915191"/>
                <a:gd name="connsiteY211" fmla="*/ 309333 h 423239"/>
                <a:gd name="connsiteX212" fmla="*/ 2066963 w 2915191"/>
                <a:gd name="connsiteY212" fmla="*/ 310523 h 423239"/>
                <a:gd name="connsiteX213" fmla="*/ 2076707 w 2915191"/>
                <a:gd name="connsiteY213" fmla="*/ 323078 h 423239"/>
                <a:gd name="connsiteX214" fmla="*/ 2086451 w 2915191"/>
                <a:gd name="connsiteY214" fmla="*/ 307913 h 423239"/>
                <a:gd name="connsiteX215" fmla="*/ 2096210 w 2915191"/>
                <a:gd name="connsiteY215" fmla="*/ 285041 h 423239"/>
                <a:gd name="connsiteX216" fmla="*/ 2105954 w 2915191"/>
                <a:gd name="connsiteY216" fmla="*/ 289092 h 423239"/>
                <a:gd name="connsiteX217" fmla="*/ 2115697 w 2915191"/>
                <a:gd name="connsiteY217" fmla="*/ 274833 h 423239"/>
                <a:gd name="connsiteX218" fmla="*/ 2125456 w 2915191"/>
                <a:gd name="connsiteY218" fmla="*/ 302321 h 423239"/>
                <a:gd name="connsiteX219" fmla="*/ 2135200 w 2915191"/>
                <a:gd name="connsiteY219" fmla="*/ 314805 h 423239"/>
                <a:gd name="connsiteX220" fmla="*/ 2144959 w 2915191"/>
                <a:gd name="connsiteY220" fmla="*/ 328305 h 423239"/>
                <a:gd name="connsiteX221" fmla="*/ 2154703 w 2915191"/>
                <a:gd name="connsiteY221" fmla="*/ 318424 h 423239"/>
                <a:gd name="connsiteX222" fmla="*/ 2164447 w 2915191"/>
                <a:gd name="connsiteY222" fmla="*/ 312113 h 423239"/>
                <a:gd name="connsiteX223" fmla="*/ 2174206 w 2915191"/>
                <a:gd name="connsiteY223" fmla="*/ 293800 h 423239"/>
                <a:gd name="connsiteX224" fmla="*/ 2183950 w 2915191"/>
                <a:gd name="connsiteY224" fmla="*/ 310736 h 423239"/>
                <a:gd name="connsiteX225" fmla="*/ 2193709 w 2915191"/>
                <a:gd name="connsiteY225" fmla="*/ 320020 h 423239"/>
                <a:gd name="connsiteX226" fmla="*/ 2203452 w 2915191"/>
                <a:gd name="connsiteY226" fmla="*/ 349240 h 423239"/>
                <a:gd name="connsiteX227" fmla="*/ 2213196 w 2915191"/>
                <a:gd name="connsiteY227" fmla="*/ 356410 h 423239"/>
                <a:gd name="connsiteX228" fmla="*/ 2222955 w 2915191"/>
                <a:gd name="connsiteY228" fmla="*/ 381867 h 423239"/>
                <a:gd name="connsiteX229" fmla="*/ 2232699 w 2915191"/>
                <a:gd name="connsiteY229" fmla="*/ 371904 h 423239"/>
                <a:gd name="connsiteX230" fmla="*/ 2242458 w 2915191"/>
                <a:gd name="connsiteY230" fmla="*/ 381053 h 423239"/>
                <a:gd name="connsiteX231" fmla="*/ 2252202 w 2915191"/>
                <a:gd name="connsiteY231" fmla="*/ 366476 h 423239"/>
                <a:gd name="connsiteX232" fmla="*/ 2261946 w 2915191"/>
                <a:gd name="connsiteY232" fmla="*/ 331936 h 423239"/>
                <a:gd name="connsiteX233" fmla="*/ 2271705 w 2915191"/>
                <a:gd name="connsiteY233" fmla="*/ 327986 h 423239"/>
                <a:gd name="connsiteX234" fmla="*/ 2281449 w 2915191"/>
                <a:gd name="connsiteY234" fmla="*/ 308151 h 423239"/>
                <a:gd name="connsiteX235" fmla="*/ 2291208 w 2915191"/>
                <a:gd name="connsiteY235" fmla="*/ 260060 h 423239"/>
                <a:gd name="connsiteX236" fmla="*/ 2300951 w 2915191"/>
                <a:gd name="connsiteY236" fmla="*/ 264351 h 423239"/>
                <a:gd name="connsiteX237" fmla="*/ 2310695 w 2915191"/>
                <a:gd name="connsiteY237" fmla="*/ 258043 h 423239"/>
                <a:gd name="connsiteX238" fmla="*/ 2320454 w 2915191"/>
                <a:gd name="connsiteY238" fmla="*/ 256936 h 423239"/>
                <a:gd name="connsiteX239" fmla="*/ 2330198 w 2915191"/>
                <a:gd name="connsiteY239" fmla="*/ 246246 h 423239"/>
                <a:gd name="connsiteX240" fmla="*/ 2339957 w 2915191"/>
                <a:gd name="connsiteY240" fmla="*/ 235831 h 423239"/>
                <a:gd name="connsiteX241" fmla="*/ 2349701 w 2915191"/>
                <a:gd name="connsiteY241" fmla="*/ 242111 h 423239"/>
                <a:gd name="connsiteX242" fmla="*/ 2359445 w 2915191"/>
                <a:gd name="connsiteY242" fmla="*/ 242669 h 423239"/>
                <a:gd name="connsiteX243" fmla="*/ 2369204 w 2915191"/>
                <a:gd name="connsiteY243" fmla="*/ 281288 h 423239"/>
                <a:gd name="connsiteX244" fmla="*/ 2378948 w 2915191"/>
                <a:gd name="connsiteY244" fmla="*/ 284028 h 423239"/>
                <a:gd name="connsiteX245" fmla="*/ 2388692 w 2915191"/>
                <a:gd name="connsiteY245" fmla="*/ 298708 h 423239"/>
                <a:gd name="connsiteX246" fmla="*/ 2398450 w 2915191"/>
                <a:gd name="connsiteY246" fmla="*/ 315696 h 423239"/>
                <a:gd name="connsiteX247" fmla="*/ 2408194 w 2915191"/>
                <a:gd name="connsiteY247" fmla="*/ 324777 h 423239"/>
                <a:gd name="connsiteX248" fmla="*/ 2417953 w 2915191"/>
                <a:gd name="connsiteY248" fmla="*/ 329899 h 423239"/>
                <a:gd name="connsiteX249" fmla="*/ 2427697 w 2915191"/>
                <a:gd name="connsiteY249" fmla="*/ 348249 h 423239"/>
                <a:gd name="connsiteX250" fmla="*/ 2437441 w 2915191"/>
                <a:gd name="connsiteY250" fmla="*/ 390386 h 423239"/>
                <a:gd name="connsiteX251" fmla="*/ 2447200 w 2915191"/>
                <a:gd name="connsiteY251" fmla="*/ 367091 h 423239"/>
                <a:gd name="connsiteX252" fmla="*/ 2456944 w 2915191"/>
                <a:gd name="connsiteY252" fmla="*/ 359810 h 423239"/>
                <a:gd name="connsiteX253" fmla="*/ 2466703 w 2915191"/>
                <a:gd name="connsiteY253" fmla="*/ 367024 h 423239"/>
                <a:gd name="connsiteX254" fmla="*/ 2476446 w 2915191"/>
                <a:gd name="connsiteY254" fmla="*/ 321772 h 423239"/>
                <a:gd name="connsiteX255" fmla="*/ 2486190 w 2915191"/>
                <a:gd name="connsiteY255" fmla="*/ 299146 h 423239"/>
                <a:gd name="connsiteX256" fmla="*/ 2495949 w 2915191"/>
                <a:gd name="connsiteY256" fmla="*/ 296260 h 423239"/>
                <a:gd name="connsiteX257" fmla="*/ 2505693 w 2915191"/>
                <a:gd name="connsiteY257" fmla="*/ 303442 h 423239"/>
                <a:gd name="connsiteX258" fmla="*/ 2515452 w 2915191"/>
                <a:gd name="connsiteY258" fmla="*/ 276713 h 423239"/>
                <a:gd name="connsiteX259" fmla="*/ 2525196 w 2915191"/>
                <a:gd name="connsiteY259" fmla="*/ 291615 h 423239"/>
                <a:gd name="connsiteX260" fmla="*/ 2534940 w 2915191"/>
                <a:gd name="connsiteY260" fmla="*/ 289895 h 423239"/>
                <a:gd name="connsiteX261" fmla="*/ 2544699 w 2915191"/>
                <a:gd name="connsiteY261" fmla="*/ 310365 h 423239"/>
                <a:gd name="connsiteX262" fmla="*/ 2554443 w 2915191"/>
                <a:gd name="connsiteY262" fmla="*/ 286150 h 423239"/>
                <a:gd name="connsiteX263" fmla="*/ 2564202 w 2915191"/>
                <a:gd name="connsiteY263" fmla="*/ 314443 h 423239"/>
                <a:gd name="connsiteX264" fmla="*/ 2573946 w 2915191"/>
                <a:gd name="connsiteY264" fmla="*/ 341875 h 423239"/>
                <a:gd name="connsiteX265" fmla="*/ 2583690 w 2915191"/>
                <a:gd name="connsiteY265" fmla="*/ 337197 h 423239"/>
                <a:gd name="connsiteX266" fmla="*/ 2593448 w 2915191"/>
                <a:gd name="connsiteY266" fmla="*/ 296013 h 423239"/>
                <a:gd name="connsiteX267" fmla="*/ 2603192 w 2915191"/>
                <a:gd name="connsiteY267" fmla="*/ 342317 h 423239"/>
                <a:gd name="connsiteX268" fmla="*/ 2612951 w 2915191"/>
                <a:gd name="connsiteY268" fmla="*/ 348116 h 423239"/>
                <a:gd name="connsiteX269" fmla="*/ 2622695 w 2915191"/>
                <a:gd name="connsiteY269" fmla="*/ 341015 h 423239"/>
                <a:gd name="connsiteX270" fmla="*/ 2632439 w 2915191"/>
                <a:gd name="connsiteY270" fmla="*/ 310985 h 423239"/>
                <a:gd name="connsiteX271" fmla="*/ 2642198 w 2915191"/>
                <a:gd name="connsiteY271" fmla="*/ 322475 h 423239"/>
                <a:gd name="connsiteX272" fmla="*/ 2651942 w 2915191"/>
                <a:gd name="connsiteY272" fmla="*/ 306888 h 423239"/>
                <a:gd name="connsiteX273" fmla="*/ 2661685 w 2915191"/>
                <a:gd name="connsiteY273" fmla="*/ 269149 h 423239"/>
                <a:gd name="connsiteX274" fmla="*/ 2671444 w 2915191"/>
                <a:gd name="connsiteY274" fmla="*/ 297060 h 423239"/>
                <a:gd name="connsiteX275" fmla="*/ 2681188 w 2915191"/>
                <a:gd name="connsiteY275" fmla="*/ 291153 h 423239"/>
                <a:gd name="connsiteX276" fmla="*/ 2690947 w 2915191"/>
                <a:gd name="connsiteY276" fmla="*/ 259409 h 423239"/>
                <a:gd name="connsiteX277" fmla="*/ 2700691 w 2915191"/>
                <a:gd name="connsiteY277" fmla="*/ 288455 h 423239"/>
                <a:gd name="connsiteX278" fmla="*/ 2710435 w 2915191"/>
                <a:gd name="connsiteY278" fmla="*/ 295174 h 423239"/>
                <a:gd name="connsiteX279" fmla="*/ 2720194 w 2915191"/>
                <a:gd name="connsiteY279" fmla="*/ 276924 h 423239"/>
                <a:gd name="connsiteX280" fmla="*/ 2729938 w 2915191"/>
                <a:gd name="connsiteY280" fmla="*/ 256723 h 423239"/>
                <a:gd name="connsiteX281" fmla="*/ 2739697 w 2915191"/>
                <a:gd name="connsiteY281" fmla="*/ 248744 h 423239"/>
                <a:gd name="connsiteX282" fmla="*/ 2749441 w 2915191"/>
                <a:gd name="connsiteY282" fmla="*/ 244029 h 423239"/>
                <a:gd name="connsiteX283" fmla="*/ 2759185 w 2915191"/>
                <a:gd name="connsiteY283" fmla="*/ 256644 h 423239"/>
                <a:gd name="connsiteX284" fmla="*/ 2768943 w 2915191"/>
                <a:gd name="connsiteY284" fmla="*/ 220567 h 423239"/>
                <a:gd name="connsiteX285" fmla="*/ 2778687 w 2915191"/>
                <a:gd name="connsiteY285" fmla="*/ 252703 h 423239"/>
                <a:gd name="connsiteX286" fmla="*/ 2788446 w 2915191"/>
                <a:gd name="connsiteY286" fmla="*/ 246370 h 423239"/>
                <a:gd name="connsiteX287" fmla="*/ 2798190 w 2915191"/>
                <a:gd name="connsiteY287" fmla="*/ 252924 h 423239"/>
                <a:gd name="connsiteX288" fmla="*/ 2807934 w 2915191"/>
                <a:gd name="connsiteY288" fmla="*/ 266008 h 423239"/>
                <a:gd name="connsiteX289" fmla="*/ 2817693 w 2915191"/>
                <a:gd name="connsiteY289" fmla="*/ 281677 h 423239"/>
                <a:gd name="connsiteX290" fmla="*/ 2827437 w 2915191"/>
                <a:gd name="connsiteY290" fmla="*/ 320513 h 423239"/>
                <a:gd name="connsiteX291" fmla="*/ 2837196 w 2915191"/>
                <a:gd name="connsiteY291" fmla="*/ 308059 h 423239"/>
                <a:gd name="connsiteX292" fmla="*/ 2846940 w 2915191"/>
                <a:gd name="connsiteY292" fmla="*/ 298047 h 423239"/>
                <a:gd name="connsiteX293" fmla="*/ 2856684 w 2915191"/>
                <a:gd name="connsiteY293" fmla="*/ 323230 h 423239"/>
                <a:gd name="connsiteX294" fmla="*/ 2866442 w 2915191"/>
                <a:gd name="connsiteY294" fmla="*/ 370630 h 423239"/>
                <a:gd name="connsiteX295" fmla="*/ 2876186 w 2915191"/>
                <a:gd name="connsiteY295" fmla="*/ 383635 h 423239"/>
                <a:gd name="connsiteX296" fmla="*/ 2885945 w 2915191"/>
                <a:gd name="connsiteY296" fmla="*/ 420485 h 423239"/>
                <a:gd name="connsiteX297" fmla="*/ 2895689 w 2915191"/>
                <a:gd name="connsiteY297" fmla="*/ 423240 h 423239"/>
                <a:gd name="connsiteX298" fmla="*/ 2905433 w 2915191"/>
                <a:gd name="connsiteY298" fmla="*/ 420194 h 423239"/>
                <a:gd name="connsiteX299" fmla="*/ 2915192 w 2915191"/>
                <a:gd name="connsiteY299" fmla="*/ 408088 h 423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23239">
                  <a:moveTo>
                    <a:pt x="0" y="237448"/>
                  </a:moveTo>
                  <a:lnTo>
                    <a:pt x="9750" y="266581"/>
                  </a:lnTo>
                  <a:lnTo>
                    <a:pt x="19500" y="259211"/>
                  </a:lnTo>
                  <a:lnTo>
                    <a:pt x="29250" y="237102"/>
                  </a:lnTo>
                  <a:lnTo>
                    <a:pt x="39000" y="244322"/>
                  </a:lnTo>
                  <a:lnTo>
                    <a:pt x="48749" y="255047"/>
                  </a:lnTo>
                  <a:lnTo>
                    <a:pt x="58499" y="266544"/>
                  </a:lnTo>
                  <a:lnTo>
                    <a:pt x="68249" y="240029"/>
                  </a:lnTo>
                  <a:lnTo>
                    <a:pt x="77998" y="262894"/>
                  </a:lnTo>
                  <a:lnTo>
                    <a:pt x="87748" y="266111"/>
                  </a:lnTo>
                  <a:lnTo>
                    <a:pt x="97497" y="223266"/>
                  </a:lnTo>
                  <a:lnTo>
                    <a:pt x="107247" y="204560"/>
                  </a:lnTo>
                  <a:lnTo>
                    <a:pt x="116997" y="198813"/>
                  </a:lnTo>
                  <a:lnTo>
                    <a:pt x="126747" y="162755"/>
                  </a:lnTo>
                  <a:lnTo>
                    <a:pt x="136497" y="169078"/>
                  </a:lnTo>
                  <a:lnTo>
                    <a:pt x="146247" y="206568"/>
                  </a:lnTo>
                  <a:lnTo>
                    <a:pt x="155997" y="192048"/>
                  </a:lnTo>
                  <a:lnTo>
                    <a:pt x="165747" y="184518"/>
                  </a:lnTo>
                  <a:lnTo>
                    <a:pt x="175497" y="138760"/>
                  </a:lnTo>
                  <a:lnTo>
                    <a:pt x="185247" y="185115"/>
                  </a:lnTo>
                  <a:lnTo>
                    <a:pt x="194996" y="166876"/>
                  </a:lnTo>
                  <a:lnTo>
                    <a:pt x="204746" y="142977"/>
                  </a:lnTo>
                  <a:lnTo>
                    <a:pt x="214495" y="144286"/>
                  </a:lnTo>
                  <a:lnTo>
                    <a:pt x="224245" y="112490"/>
                  </a:lnTo>
                  <a:lnTo>
                    <a:pt x="233995" y="125101"/>
                  </a:lnTo>
                  <a:lnTo>
                    <a:pt x="243744" y="161944"/>
                  </a:lnTo>
                  <a:lnTo>
                    <a:pt x="253494" y="175640"/>
                  </a:lnTo>
                  <a:lnTo>
                    <a:pt x="263244" y="153467"/>
                  </a:lnTo>
                  <a:lnTo>
                    <a:pt x="272994" y="124518"/>
                  </a:lnTo>
                  <a:lnTo>
                    <a:pt x="282744" y="167216"/>
                  </a:lnTo>
                  <a:lnTo>
                    <a:pt x="292494" y="166486"/>
                  </a:lnTo>
                  <a:lnTo>
                    <a:pt x="302244" y="151822"/>
                  </a:lnTo>
                  <a:lnTo>
                    <a:pt x="311994" y="165437"/>
                  </a:lnTo>
                  <a:lnTo>
                    <a:pt x="321744" y="135596"/>
                  </a:lnTo>
                  <a:lnTo>
                    <a:pt x="331493" y="143620"/>
                  </a:lnTo>
                  <a:lnTo>
                    <a:pt x="341243" y="127640"/>
                  </a:lnTo>
                  <a:lnTo>
                    <a:pt x="350993" y="125734"/>
                  </a:lnTo>
                  <a:lnTo>
                    <a:pt x="360742" y="125531"/>
                  </a:lnTo>
                  <a:lnTo>
                    <a:pt x="370492" y="97637"/>
                  </a:lnTo>
                  <a:lnTo>
                    <a:pt x="380241" y="112508"/>
                  </a:lnTo>
                  <a:lnTo>
                    <a:pt x="389991" y="72679"/>
                  </a:lnTo>
                  <a:lnTo>
                    <a:pt x="399741" y="79495"/>
                  </a:lnTo>
                  <a:lnTo>
                    <a:pt x="409491" y="84312"/>
                  </a:lnTo>
                  <a:lnTo>
                    <a:pt x="419241" y="108469"/>
                  </a:lnTo>
                  <a:lnTo>
                    <a:pt x="428991" y="99907"/>
                  </a:lnTo>
                  <a:lnTo>
                    <a:pt x="438741" y="102301"/>
                  </a:lnTo>
                  <a:lnTo>
                    <a:pt x="448491" y="88789"/>
                  </a:lnTo>
                  <a:lnTo>
                    <a:pt x="458241" y="82442"/>
                  </a:lnTo>
                  <a:lnTo>
                    <a:pt x="467991" y="53322"/>
                  </a:lnTo>
                  <a:lnTo>
                    <a:pt x="477740" y="73801"/>
                  </a:lnTo>
                  <a:lnTo>
                    <a:pt x="487490" y="77388"/>
                  </a:lnTo>
                  <a:lnTo>
                    <a:pt x="497239" y="51169"/>
                  </a:lnTo>
                  <a:lnTo>
                    <a:pt x="506989" y="31128"/>
                  </a:lnTo>
                  <a:lnTo>
                    <a:pt x="516738" y="34303"/>
                  </a:lnTo>
                  <a:lnTo>
                    <a:pt x="526488" y="61"/>
                  </a:lnTo>
                  <a:lnTo>
                    <a:pt x="536238" y="0"/>
                  </a:lnTo>
                  <a:lnTo>
                    <a:pt x="545988" y="14716"/>
                  </a:lnTo>
                  <a:lnTo>
                    <a:pt x="555738" y="37103"/>
                  </a:lnTo>
                  <a:lnTo>
                    <a:pt x="565488" y="53183"/>
                  </a:lnTo>
                  <a:lnTo>
                    <a:pt x="575238" y="81605"/>
                  </a:lnTo>
                  <a:lnTo>
                    <a:pt x="584988" y="79571"/>
                  </a:lnTo>
                  <a:lnTo>
                    <a:pt x="594738" y="78126"/>
                  </a:lnTo>
                  <a:lnTo>
                    <a:pt x="604488" y="70873"/>
                  </a:lnTo>
                  <a:lnTo>
                    <a:pt x="614237" y="74689"/>
                  </a:lnTo>
                  <a:lnTo>
                    <a:pt x="623987" y="77461"/>
                  </a:lnTo>
                  <a:lnTo>
                    <a:pt x="633736" y="66144"/>
                  </a:lnTo>
                  <a:lnTo>
                    <a:pt x="643486" y="84464"/>
                  </a:lnTo>
                  <a:lnTo>
                    <a:pt x="653236" y="89252"/>
                  </a:lnTo>
                  <a:lnTo>
                    <a:pt x="662985" y="78249"/>
                  </a:lnTo>
                  <a:lnTo>
                    <a:pt x="672735" y="74178"/>
                  </a:lnTo>
                  <a:lnTo>
                    <a:pt x="682485" y="107597"/>
                  </a:lnTo>
                  <a:lnTo>
                    <a:pt x="692235" y="103234"/>
                  </a:lnTo>
                  <a:lnTo>
                    <a:pt x="701985" y="119624"/>
                  </a:lnTo>
                  <a:lnTo>
                    <a:pt x="711735" y="145149"/>
                  </a:lnTo>
                  <a:lnTo>
                    <a:pt x="721485" y="85925"/>
                  </a:lnTo>
                  <a:lnTo>
                    <a:pt x="731235" y="71421"/>
                  </a:lnTo>
                  <a:lnTo>
                    <a:pt x="740985" y="80375"/>
                  </a:lnTo>
                  <a:lnTo>
                    <a:pt x="750734" y="41768"/>
                  </a:lnTo>
                  <a:lnTo>
                    <a:pt x="760484" y="17192"/>
                  </a:lnTo>
                  <a:lnTo>
                    <a:pt x="770233" y="56664"/>
                  </a:lnTo>
                  <a:lnTo>
                    <a:pt x="779983" y="40193"/>
                  </a:lnTo>
                  <a:lnTo>
                    <a:pt x="789733" y="8057"/>
                  </a:lnTo>
                  <a:lnTo>
                    <a:pt x="799482" y="11058"/>
                  </a:lnTo>
                  <a:lnTo>
                    <a:pt x="809232" y="22441"/>
                  </a:lnTo>
                  <a:lnTo>
                    <a:pt x="818982" y="51092"/>
                  </a:lnTo>
                  <a:lnTo>
                    <a:pt x="828732" y="47793"/>
                  </a:lnTo>
                  <a:lnTo>
                    <a:pt x="838482" y="75770"/>
                  </a:lnTo>
                  <a:lnTo>
                    <a:pt x="848232" y="68243"/>
                  </a:lnTo>
                  <a:lnTo>
                    <a:pt x="857982" y="39275"/>
                  </a:lnTo>
                  <a:lnTo>
                    <a:pt x="867732" y="20398"/>
                  </a:lnTo>
                  <a:lnTo>
                    <a:pt x="877482" y="50272"/>
                  </a:lnTo>
                  <a:lnTo>
                    <a:pt x="887231" y="50490"/>
                  </a:lnTo>
                  <a:lnTo>
                    <a:pt x="896981" y="66877"/>
                  </a:lnTo>
                  <a:lnTo>
                    <a:pt x="906730" y="62728"/>
                  </a:lnTo>
                  <a:lnTo>
                    <a:pt x="916480" y="86943"/>
                  </a:lnTo>
                  <a:lnTo>
                    <a:pt x="926230" y="88576"/>
                  </a:lnTo>
                  <a:lnTo>
                    <a:pt x="935979" y="113578"/>
                  </a:lnTo>
                  <a:lnTo>
                    <a:pt x="945729" y="102632"/>
                  </a:lnTo>
                  <a:lnTo>
                    <a:pt x="955479" y="89237"/>
                  </a:lnTo>
                  <a:lnTo>
                    <a:pt x="965229" y="62084"/>
                  </a:lnTo>
                  <a:lnTo>
                    <a:pt x="974979" y="103061"/>
                  </a:lnTo>
                  <a:lnTo>
                    <a:pt x="984729" y="113752"/>
                  </a:lnTo>
                  <a:lnTo>
                    <a:pt x="994474" y="130126"/>
                  </a:lnTo>
                  <a:lnTo>
                    <a:pt x="1004233" y="112171"/>
                  </a:lnTo>
                  <a:lnTo>
                    <a:pt x="1013977" y="155921"/>
                  </a:lnTo>
                  <a:lnTo>
                    <a:pt x="1023721" y="118660"/>
                  </a:lnTo>
                  <a:lnTo>
                    <a:pt x="1033480" y="104950"/>
                  </a:lnTo>
                  <a:lnTo>
                    <a:pt x="1043224" y="125685"/>
                  </a:lnTo>
                  <a:lnTo>
                    <a:pt x="1052983" y="110431"/>
                  </a:lnTo>
                  <a:lnTo>
                    <a:pt x="1062727" y="70655"/>
                  </a:lnTo>
                  <a:lnTo>
                    <a:pt x="1072471" y="90613"/>
                  </a:lnTo>
                  <a:lnTo>
                    <a:pt x="1082230" y="91104"/>
                  </a:lnTo>
                  <a:lnTo>
                    <a:pt x="1091973" y="87521"/>
                  </a:lnTo>
                  <a:lnTo>
                    <a:pt x="1101732" y="136177"/>
                  </a:lnTo>
                  <a:lnTo>
                    <a:pt x="1111476" y="115662"/>
                  </a:lnTo>
                  <a:lnTo>
                    <a:pt x="1121220" y="106727"/>
                  </a:lnTo>
                  <a:lnTo>
                    <a:pt x="1130979" y="108007"/>
                  </a:lnTo>
                  <a:lnTo>
                    <a:pt x="1140723" y="104492"/>
                  </a:lnTo>
                  <a:lnTo>
                    <a:pt x="1150482" y="69992"/>
                  </a:lnTo>
                  <a:lnTo>
                    <a:pt x="1160226" y="82905"/>
                  </a:lnTo>
                  <a:lnTo>
                    <a:pt x="1169969" y="83792"/>
                  </a:lnTo>
                  <a:lnTo>
                    <a:pt x="1179728" y="82835"/>
                  </a:lnTo>
                  <a:lnTo>
                    <a:pt x="1189472" y="81317"/>
                  </a:lnTo>
                  <a:lnTo>
                    <a:pt x="1199231" y="102389"/>
                  </a:lnTo>
                  <a:lnTo>
                    <a:pt x="1208975" y="100182"/>
                  </a:lnTo>
                  <a:lnTo>
                    <a:pt x="1218719" y="92402"/>
                  </a:lnTo>
                  <a:lnTo>
                    <a:pt x="1228478" y="98978"/>
                  </a:lnTo>
                  <a:lnTo>
                    <a:pt x="1238222" y="132132"/>
                  </a:lnTo>
                  <a:lnTo>
                    <a:pt x="1247966" y="201680"/>
                  </a:lnTo>
                  <a:lnTo>
                    <a:pt x="1257725" y="204971"/>
                  </a:lnTo>
                  <a:lnTo>
                    <a:pt x="1267469" y="208757"/>
                  </a:lnTo>
                  <a:lnTo>
                    <a:pt x="1277227" y="216853"/>
                  </a:lnTo>
                  <a:lnTo>
                    <a:pt x="1286971" y="224699"/>
                  </a:lnTo>
                  <a:lnTo>
                    <a:pt x="1296715" y="200379"/>
                  </a:lnTo>
                  <a:lnTo>
                    <a:pt x="1306474" y="237266"/>
                  </a:lnTo>
                  <a:lnTo>
                    <a:pt x="1316218" y="219408"/>
                  </a:lnTo>
                  <a:lnTo>
                    <a:pt x="1325977" y="223458"/>
                  </a:lnTo>
                  <a:lnTo>
                    <a:pt x="1335721" y="233029"/>
                  </a:lnTo>
                  <a:lnTo>
                    <a:pt x="1345465" y="218523"/>
                  </a:lnTo>
                  <a:lnTo>
                    <a:pt x="1355224" y="222355"/>
                  </a:lnTo>
                  <a:lnTo>
                    <a:pt x="1364967" y="231316"/>
                  </a:lnTo>
                  <a:lnTo>
                    <a:pt x="1374726" y="218841"/>
                  </a:lnTo>
                  <a:lnTo>
                    <a:pt x="1384470" y="221138"/>
                  </a:lnTo>
                  <a:lnTo>
                    <a:pt x="1394214" y="233631"/>
                  </a:lnTo>
                  <a:lnTo>
                    <a:pt x="1403973" y="213835"/>
                  </a:lnTo>
                  <a:lnTo>
                    <a:pt x="1413717" y="210034"/>
                  </a:lnTo>
                  <a:lnTo>
                    <a:pt x="1423476" y="185527"/>
                  </a:lnTo>
                  <a:lnTo>
                    <a:pt x="1433220" y="174987"/>
                  </a:lnTo>
                  <a:lnTo>
                    <a:pt x="1442964" y="173706"/>
                  </a:lnTo>
                  <a:lnTo>
                    <a:pt x="1452722" y="210022"/>
                  </a:lnTo>
                  <a:lnTo>
                    <a:pt x="1462466" y="213306"/>
                  </a:lnTo>
                  <a:lnTo>
                    <a:pt x="1472225" y="234982"/>
                  </a:lnTo>
                  <a:lnTo>
                    <a:pt x="1481969" y="245917"/>
                  </a:lnTo>
                  <a:lnTo>
                    <a:pt x="1491713" y="210204"/>
                  </a:lnTo>
                  <a:lnTo>
                    <a:pt x="1501472" y="253117"/>
                  </a:lnTo>
                  <a:lnTo>
                    <a:pt x="1511216" y="266053"/>
                  </a:lnTo>
                  <a:lnTo>
                    <a:pt x="1520960" y="266666"/>
                  </a:lnTo>
                  <a:lnTo>
                    <a:pt x="1530719" y="283432"/>
                  </a:lnTo>
                  <a:lnTo>
                    <a:pt x="1540463" y="291329"/>
                  </a:lnTo>
                  <a:lnTo>
                    <a:pt x="1550221" y="256745"/>
                  </a:lnTo>
                  <a:lnTo>
                    <a:pt x="1559965" y="274176"/>
                  </a:lnTo>
                  <a:lnTo>
                    <a:pt x="1569709" y="246448"/>
                  </a:lnTo>
                  <a:lnTo>
                    <a:pt x="1579468" y="233570"/>
                  </a:lnTo>
                  <a:lnTo>
                    <a:pt x="1589212" y="233419"/>
                  </a:lnTo>
                  <a:lnTo>
                    <a:pt x="1598971" y="245882"/>
                  </a:lnTo>
                  <a:lnTo>
                    <a:pt x="1608715" y="228445"/>
                  </a:lnTo>
                  <a:lnTo>
                    <a:pt x="1618459" y="226923"/>
                  </a:lnTo>
                  <a:lnTo>
                    <a:pt x="1628218" y="229060"/>
                  </a:lnTo>
                  <a:lnTo>
                    <a:pt x="1637962" y="283610"/>
                  </a:lnTo>
                  <a:lnTo>
                    <a:pt x="1647720" y="276024"/>
                  </a:lnTo>
                  <a:lnTo>
                    <a:pt x="1657464" y="291020"/>
                  </a:lnTo>
                  <a:lnTo>
                    <a:pt x="1667208" y="313507"/>
                  </a:lnTo>
                  <a:lnTo>
                    <a:pt x="1676967" y="319030"/>
                  </a:lnTo>
                  <a:lnTo>
                    <a:pt x="1686711" y="326989"/>
                  </a:lnTo>
                  <a:lnTo>
                    <a:pt x="1696470" y="342502"/>
                  </a:lnTo>
                  <a:lnTo>
                    <a:pt x="1706214" y="360351"/>
                  </a:lnTo>
                  <a:lnTo>
                    <a:pt x="1715958" y="353022"/>
                  </a:lnTo>
                  <a:lnTo>
                    <a:pt x="1725716" y="375646"/>
                  </a:lnTo>
                  <a:lnTo>
                    <a:pt x="1735460" y="406017"/>
                  </a:lnTo>
                  <a:lnTo>
                    <a:pt x="1745219" y="403201"/>
                  </a:lnTo>
                  <a:lnTo>
                    <a:pt x="1754963" y="390279"/>
                  </a:lnTo>
                  <a:lnTo>
                    <a:pt x="1764707" y="361226"/>
                  </a:lnTo>
                  <a:lnTo>
                    <a:pt x="1774466" y="371636"/>
                  </a:lnTo>
                  <a:lnTo>
                    <a:pt x="1784210" y="377060"/>
                  </a:lnTo>
                  <a:lnTo>
                    <a:pt x="1793969" y="383611"/>
                  </a:lnTo>
                  <a:lnTo>
                    <a:pt x="1803713" y="369046"/>
                  </a:lnTo>
                  <a:lnTo>
                    <a:pt x="1813457" y="366318"/>
                  </a:lnTo>
                  <a:lnTo>
                    <a:pt x="1823215" y="393914"/>
                  </a:lnTo>
                  <a:lnTo>
                    <a:pt x="1832959" y="353879"/>
                  </a:lnTo>
                  <a:lnTo>
                    <a:pt x="1842703" y="341517"/>
                  </a:lnTo>
                  <a:lnTo>
                    <a:pt x="1852462" y="310873"/>
                  </a:lnTo>
                  <a:lnTo>
                    <a:pt x="1862206" y="315942"/>
                  </a:lnTo>
                  <a:lnTo>
                    <a:pt x="1871965" y="322083"/>
                  </a:lnTo>
                  <a:lnTo>
                    <a:pt x="1881709" y="328149"/>
                  </a:lnTo>
                  <a:lnTo>
                    <a:pt x="1891453" y="340300"/>
                  </a:lnTo>
                  <a:lnTo>
                    <a:pt x="1901212" y="321078"/>
                  </a:lnTo>
                  <a:lnTo>
                    <a:pt x="1910956" y="306827"/>
                  </a:lnTo>
                  <a:lnTo>
                    <a:pt x="1920714" y="319093"/>
                  </a:lnTo>
                  <a:lnTo>
                    <a:pt x="1930458" y="304867"/>
                  </a:lnTo>
                  <a:lnTo>
                    <a:pt x="1940202" y="288489"/>
                  </a:lnTo>
                  <a:lnTo>
                    <a:pt x="1949961" y="322258"/>
                  </a:lnTo>
                  <a:lnTo>
                    <a:pt x="1959705" y="303163"/>
                  </a:lnTo>
                  <a:lnTo>
                    <a:pt x="1969464" y="331127"/>
                  </a:lnTo>
                  <a:lnTo>
                    <a:pt x="1979208" y="332121"/>
                  </a:lnTo>
                  <a:lnTo>
                    <a:pt x="1988952" y="352300"/>
                  </a:lnTo>
                  <a:lnTo>
                    <a:pt x="1998711" y="385325"/>
                  </a:lnTo>
                  <a:lnTo>
                    <a:pt x="2008454" y="383537"/>
                  </a:lnTo>
                  <a:lnTo>
                    <a:pt x="2018213" y="417755"/>
                  </a:lnTo>
                  <a:lnTo>
                    <a:pt x="2027957" y="388260"/>
                  </a:lnTo>
                  <a:lnTo>
                    <a:pt x="2037701" y="370030"/>
                  </a:lnTo>
                  <a:lnTo>
                    <a:pt x="2047460" y="317313"/>
                  </a:lnTo>
                  <a:lnTo>
                    <a:pt x="2057204" y="309333"/>
                  </a:lnTo>
                  <a:lnTo>
                    <a:pt x="2066963" y="310523"/>
                  </a:lnTo>
                  <a:lnTo>
                    <a:pt x="2076707" y="323078"/>
                  </a:lnTo>
                  <a:lnTo>
                    <a:pt x="2086451" y="307913"/>
                  </a:lnTo>
                  <a:lnTo>
                    <a:pt x="2096210" y="285041"/>
                  </a:lnTo>
                  <a:lnTo>
                    <a:pt x="2105954" y="289092"/>
                  </a:lnTo>
                  <a:lnTo>
                    <a:pt x="2115697" y="274833"/>
                  </a:lnTo>
                  <a:lnTo>
                    <a:pt x="2125456" y="302321"/>
                  </a:lnTo>
                  <a:lnTo>
                    <a:pt x="2135200" y="314805"/>
                  </a:lnTo>
                  <a:lnTo>
                    <a:pt x="2144959" y="328305"/>
                  </a:lnTo>
                  <a:lnTo>
                    <a:pt x="2154703" y="318424"/>
                  </a:lnTo>
                  <a:lnTo>
                    <a:pt x="2164447" y="312113"/>
                  </a:lnTo>
                  <a:lnTo>
                    <a:pt x="2174206" y="293800"/>
                  </a:lnTo>
                  <a:lnTo>
                    <a:pt x="2183950" y="310736"/>
                  </a:lnTo>
                  <a:lnTo>
                    <a:pt x="2193709" y="320020"/>
                  </a:lnTo>
                  <a:lnTo>
                    <a:pt x="2203452" y="349240"/>
                  </a:lnTo>
                  <a:lnTo>
                    <a:pt x="2213196" y="356410"/>
                  </a:lnTo>
                  <a:lnTo>
                    <a:pt x="2222955" y="381867"/>
                  </a:lnTo>
                  <a:lnTo>
                    <a:pt x="2232699" y="371904"/>
                  </a:lnTo>
                  <a:lnTo>
                    <a:pt x="2242458" y="381053"/>
                  </a:lnTo>
                  <a:lnTo>
                    <a:pt x="2252202" y="366476"/>
                  </a:lnTo>
                  <a:lnTo>
                    <a:pt x="2261946" y="331936"/>
                  </a:lnTo>
                  <a:lnTo>
                    <a:pt x="2271705" y="327986"/>
                  </a:lnTo>
                  <a:lnTo>
                    <a:pt x="2281449" y="308151"/>
                  </a:lnTo>
                  <a:lnTo>
                    <a:pt x="2291208" y="260060"/>
                  </a:lnTo>
                  <a:lnTo>
                    <a:pt x="2300951" y="264351"/>
                  </a:lnTo>
                  <a:lnTo>
                    <a:pt x="2310695" y="258043"/>
                  </a:lnTo>
                  <a:lnTo>
                    <a:pt x="2320454" y="256936"/>
                  </a:lnTo>
                  <a:lnTo>
                    <a:pt x="2330198" y="246246"/>
                  </a:lnTo>
                  <a:lnTo>
                    <a:pt x="2339957" y="235831"/>
                  </a:lnTo>
                  <a:lnTo>
                    <a:pt x="2349701" y="242111"/>
                  </a:lnTo>
                  <a:lnTo>
                    <a:pt x="2359445" y="242669"/>
                  </a:lnTo>
                  <a:lnTo>
                    <a:pt x="2369204" y="281288"/>
                  </a:lnTo>
                  <a:lnTo>
                    <a:pt x="2378948" y="284028"/>
                  </a:lnTo>
                  <a:lnTo>
                    <a:pt x="2388692" y="298708"/>
                  </a:lnTo>
                  <a:lnTo>
                    <a:pt x="2398450" y="315696"/>
                  </a:lnTo>
                  <a:lnTo>
                    <a:pt x="2408194" y="324777"/>
                  </a:lnTo>
                  <a:lnTo>
                    <a:pt x="2417953" y="329899"/>
                  </a:lnTo>
                  <a:lnTo>
                    <a:pt x="2427697" y="348249"/>
                  </a:lnTo>
                  <a:lnTo>
                    <a:pt x="2437441" y="390386"/>
                  </a:lnTo>
                  <a:lnTo>
                    <a:pt x="2447200" y="367091"/>
                  </a:lnTo>
                  <a:lnTo>
                    <a:pt x="2456944" y="359810"/>
                  </a:lnTo>
                  <a:lnTo>
                    <a:pt x="2466703" y="367024"/>
                  </a:lnTo>
                  <a:lnTo>
                    <a:pt x="2476446" y="321772"/>
                  </a:lnTo>
                  <a:lnTo>
                    <a:pt x="2486190" y="299146"/>
                  </a:lnTo>
                  <a:lnTo>
                    <a:pt x="2495949" y="296260"/>
                  </a:lnTo>
                  <a:lnTo>
                    <a:pt x="2505693" y="303442"/>
                  </a:lnTo>
                  <a:lnTo>
                    <a:pt x="2515452" y="276713"/>
                  </a:lnTo>
                  <a:lnTo>
                    <a:pt x="2525196" y="291615"/>
                  </a:lnTo>
                  <a:lnTo>
                    <a:pt x="2534940" y="289895"/>
                  </a:lnTo>
                  <a:lnTo>
                    <a:pt x="2544699" y="310365"/>
                  </a:lnTo>
                  <a:lnTo>
                    <a:pt x="2554443" y="286150"/>
                  </a:lnTo>
                  <a:lnTo>
                    <a:pt x="2564202" y="314443"/>
                  </a:lnTo>
                  <a:lnTo>
                    <a:pt x="2573946" y="341875"/>
                  </a:lnTo>
                  <a:lnTo>
                    <a:pt x="2583690" y="337197"/>
                  </a:lnTo>
                  <a:lnTo>
                    <a:pt x="2593448" y="296013"/>
                  </a:lnTo>
                  <a:lnTo>
                    <a:pt x="2603192" y="342317"/>
                  </a:lnTo>
                  <a:lnTo>
                    <a:pt x="2612951" y="348116"/>
                  </a:lnTo>
                  <a:lnTo>
                    <a:pt x="2622695" y="341015"/>
                  </a:lnTo>
                  <a:lnTo>
                    <a:pt x="2632439" y="310985"/>
                  </a:lnTo>
                  <a:lnTo>
                    <a:pt x="2642198" y="322475"/>
                  </a:lnTo>
                  <a:lnTo>
                    <a:pt x="2651942" y="306888"/>
                  </a:lnTo>
                  <a:lnTo>
                    <a:pt x="2661685" y="269149"/>
                  </a:lnTo>
                  <a:lnTo>
                    <a:pt x="2671444" y="297060"/>
                  </a:lnTo>
                  <a:lnTo>
                    <a:pt x="2681188" y="291153"/>
                  </a:lnTo>
                  <a:lnTo>
                    <a:pt x="2690947" y="259409"/>
                  </a:lnTo>
                  <a:lnTo>
                    <a:pt x="2700691" y="288455"/>
                  </a:lnTo>
                  <a:lnTo>
                    <a:pt x="2710435" y="295174"/>
                  </a:lnTo>
                  <a:lnTo>
                    <a:pt x="2720194" y="276924"/>
                  </a:lnTo>
                  <a:lnTo>
                    <a:pt x="2729938" y="256723"/>
                  </a:lnTo>
                  <a:lnTo>
                    <a:pt x="2739697" y="248744"/>
                  </a:lnTo>
                  <a:lnTo>
                    <a:pt x="2749441" y="244029"/>
                  </a:lnTo>
                  <a:lnTo>
                    <a:pt x="2759185" y="256644"/>
                  </a:lnTo>
                  <a:lnTo>
                    <a:pt x="2768943" y="220567"/>
                  </a:lnTo>
                  <a:lnTo>
                    <a:pt x="2778687" y="252703"/>
                  </a:lnTo>
                  <a:lnTo>
                    <a:pt x="2788446" y="246370"/>
                  </a:lnTo>
                  <a:lnTo>
                    <a:pt x="2798190" y="252924"/>
                  </a:lnTo>
                  <a:lnTo>
                    <a:pt x="2807934" y="266008"/>
                  </a:lnTo>
                  <a:lnTo>
                    <a:pt x="2817693" y="281677"/>
                  </a:lnTo>
                  <a:lnTo>
                    <a:pt x="2827437" y="320513"/>
                  </a:lnTo>
                  <a:lnTo>
                    <a:pt x="2837196" y="308059"/>
                  </a:lnTo>
                  <a:lnTo>
                    <a:pt x="2846940" y="298047"/>
                  </a:lnTo>
                  <a:lnTo>
                    <a:pt x="2856684" y="323230"/>
                  </a:lnTo>
                  <a:lnTo>
                    <a:pt x="2866442" y="370630"/>
                  </a:lnTo>
                  <a:lnTo>
                    <a:pt x="2876186" y="383635"/>
                  </a:lnTo>
                  <a:lnTo>
                    <a:pt x="2885945" y="420485"/>
                  </a:lnTo>
                  <a:lnTo>
                    <a:pt x="2895689" y="423240"/>
                  </a:lnTo>
                  <a:lnTo>
                    <a:pt x="2905433" y="420194"/>
                  </a:lnTo>
                  <a:lnTo>
                    <a:pt x="2915192" y="40808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6" name="Freeform 1065">
              <a:extLst>
                <a:ext uri="{FF2B5EF4-FFF2-40B4-BE49-F238E27FC236}">
                  <a16:creationId xmlns:a16="http://schemas.microsoft.com/office/drawing/2014/main" id="{AA818E70-6EAA-44B2-892F-D494694400DB}"/>
                </a:ext>
              </a:extLst>
            </p:cNvPr>
            <p:cNvSpPr/>
            <p:nvPr/>
          </p:nvSpPr>
          <p:spPr>
            <a:xfrm>
              <a:off x="4426652" y="3310757"/>
              <a:ext cx="2915191" cy="611881"/>
            </a:xfrm>
            <a:custGeom>
              <a:avLst/>
              <a:gdLst>
                <a:gd name="connsiteX0" fmla="*/ 0 w 2915191"/>
                <a:gd name="connsiteY0" fmla="*/ 80206 h 611881"/>
                <a:gd name="connsiteX1" fmla="*/ 9750 w 2915191"/>
                <a:gd name="connsiteY1" fmla="*/ 47614 h 611881"/>
                <a:gd name="connsiteX2" fmla="*/ 19500 w 2915191"/>
                <a:gd name="connsiteY2" fmla="*/ 47000 h 611881"/>
                <a:gd name="connsiteX3" fmla="*/ 29250 w 2915191"/>
                <a:gd name="connsiteY3" fmla="*/ 63976 h 611881"/>
                <a:gd name="connsiteX4" fmla="*/ 39000 w 2915191"/>
                <a:gd name="connsiteY4" fmla="*/ 100863 h 611881"/>
                <a:gd name="connsiteX5" fmla="*/ 48749 w 2915191"/>
                <a:gd name="connsiteY5" fmla="*/ 100133 h 611881"/>
                <a:gd name="connsiteX6" fmla="*/ 58499 w 2915191"/>
                <a:gd name="connsiteY6" fmla="*/ 109594 h 611881"/>
                <a:gd name="connsiteX7" fmla="*/ 68249 w 2915191"/>
                <a:gd name="connsiteY7" fmla="*/ 113112 h 611881"/>
                <a:gd name="connsiteX8" fmla="*/ 77998 w 2915191"/>
                <a:gd name="connsiteY8" fmla="*/ 110409 h 611881"/>
                <a:gd name="connsiteX9" fmla="*/ 87748 w 2915191"/>
                <a:gd name="connsiteY9" fmla="*/ 115756 h 611881"/>
                <a:gd name="connsiteX10" fmla="*/ 97497 w 2915191"/>
                <a:gd name="connsiteY10" fmla="*/ 101023 h 611881"/>
                <a:gd name="connsiteX11" fmla="*/ 107247 w 2915191"/>
                <a:gd name="connsiteY11" fmla="*/ 99691 h 611881"/>
                <a:gd name="connsiteX12" fmla="*/ 116997 w 2915191"/>
                <a:gd name="connsiteY12" fmla="*/ 68178 h 611881"/>
                <a:gd name="connsiteX13" fmla="*/ 126747 w 2915191"/>
                <a:gd name="connsiteY13" fmla="*/ 91571 h 611881"/>
                <a:gd name="connsiteX14" fmla="*/ 136497 w 2915191"/>
                <a:gd name="connsiteY14" fmla="*/ 112301 h 611881"/>
                <a:gd name="connsiteX15" fmla="*/ 146247 w 2915191"/>
                <a:gd name="connsiteY15" fmla="*/ 90420 h 611881"/>
                <a:gd name="connsiteX16" fmla="*/ 155997 w 2915191"/>
                <a:gd name="connsiteY16" fmla="*/ 107542 h 611881"/>
                <a:gd name="connsiteX17" fmla="*/ 165747 w 2915191"/>
                <a:gd name="connsiteY17" fmla="*/ 118146 h 611881"/>
                <a:gd name="connsiteX18" fmla="*/ 175497 w 2915191"/>
                <a:gd name="connsiteY18" fmla="*/ 124006 h 611881"/>
                <a:gd name="connsiteX19" fmla="*/ 185247 w 2915191"/>
                <a:gd name="connsiteY19" fmla="*/ 114166 h 611881"/>
                <a:gd name="connsiteX20" fmla="*/ 194996 w 2915191"/>
                <a:gd name="connsiteY20" fmla="*/ 84038 h 611881"/>
                <a:gd name="connsiteX21" fmla="*/ 204746 w 2915191"/>
                <a:gd name="connsiteY21" fmla="*/ 54144 h 611881"/>
                <a:gd name="connsiteX22" fmla="*/ 214495 w 2915191"/>
                <a:gd name="connsiteY22" fmla="*/ 58826 h 611881"/>
                <a:gd name="connsiteX23" fmla="*/ 224245 w 2915191"/>
                <a:gd name="connsiteY23" fmla="*/ 25029 h 611881"/>
                <a:gd name="connsiteX24" fmla="*/ 233995 w 2915191"/>
                <a:gd name="connsiteY24" fmla="*/ 5869 h 611881"/>
                <a:gd name="connsiteX25" fmla="*/ 243744 w 2915191"/>
                <a:gd name="connsiteY25" fmla="*/ 3760 h 611881"/>
                <a:gd name="connsiteX26" fmla="*/ 253494 w 2915191"/>
                <a:gd name="connsiteY26" fmla="*/ 0 h 611881"/>
                <a:gd name="connsiteX27" fmla="*/ 263244 w 2915191"/>
                <a:gd name="connsiteY27" fmla="*/ 35103 h 611881"/>
                <a:gd name="connsiteX28" fmla="*/ 272994 w 2915191"/>
                <a:gd name="connsiteY28" fmla="*/ 35224 h 611881"/>
                <a:gd name="connsiteX29" fmla="*/ 282744 w 2915191"/>
                <a:gd name="connsiteY29" fmla="*/ 65168 h 611881"/>
                <a:gd name="connsiteX30" fmla="*/ 292494 w 2915191"/>
                <a:gd name="connsiteY30" fmla="*/ 85680 h 611881"/>
                <a:gd name="connsiteX31" fmla="*/ 302244 w 2915191"/>
                <a:gd name="connsiteY31" fmla="*/ 78431 h 611881"/>
                <a:gd name="connsiteX32" fmla="*/ 311994 w 2915191"/>
                <a:gd name="connsiteY32" fmla="*/ 64314 h 611881"/>
                <a:gd name="connsiteX33" fmla="*/ 321744 w 2915191"/>
                <a:gd name="connsiteY33" fmla="*/ 101249 h 611881"/>
                <a:gd name="connsiteX34" fmla="*/ 331493 w 2915191"/>
                <a:gd name="connsiteY34" fmla="*/ 160942 h 611881"/>
                <a:gd name="connsiteX35" fmla="*/ 341243 w 2915191"/>
                <a:gd name="connsiteY35" fmla="*/ 187457 h 611881"/>
                <a:gd name="connsiteX36" fmla="*/ 350993 w 2915191"/>
                <a:gd name="connsiteY36" fmla="*/ 216694 h 611881"/>
                <a:gd name="connsiteX37" fmla="*/ 360742 w 2915191"/>
                <a:gd name="connsiteY37" fmla="*/ 229902 h 611881"/>
                <a:gd name="connsiteX38" fmla="*/ 370492 w 2915191"/>
                <a:gd name="connsiteY38" fmla="*/ 231560 h 611881"/>
                <a:gd name="connsiteX39" fmla="*/ 380241 w 2915191"/>
                <a:gd name="connsiteY39" fmla="*/ 224139 h 611881"/>
                <a:gd name="connsiteX40" fmla="*/ 389991 w 2915191"/>
                <a:gd name="connsiteY40" fmla="*/ 186645 h 611881"/>
                <a:gd name="connsiteX41" fmla="*/ 399741 w 2915191"/>
                <a:gd name="connsiteY41" fmla="*/ 223467 h 611881"/>
                <a:gd name="connsiteX42" fmla="*/ 409491 w 2915191"/>
                <a:gd name="connsiteY42" fmla="*/ 231822 h 611881"/>
                <a:gd name="connsiteX43" fmla="*/ 419241 w 2915191"/>
                <a:gd name="connsiteY43" fmla="*/ 224812 h 611881"/>
                <a:gd name="connsiteX44" fmla="*/ 428991 w 2915191"/>
                <a:gd name="connsiteY44" fmla="*/ 220140 h 611881"/>
                <a:gd name="connsiteX45" fmla="*/ 438741 w 2915191"/>
                <a:gd name="connsiteY45" fmla="*/ 205426 h 611881"/>
                <a:gd name="connsiteX46" fmla="*/ 448491 w 2915191"/>
                <a:gd name="connsiteY46" fmla="*/ 180269 h 611881"/>
                <a:gd name="connsiteX47" fmla="*/ 458241 w 2915191"/>
                <a:gd name="connsiteY47" fmla="*/ 178937 h 611881"/>
                <a:gd name="connsiteX48" fmla="*/ 467991 w 2915191"/>
                <a:gd name="connsiteY48" fmla="*/ 188143 h 611881"/>
                <a:gd name="connsiteX49" fmla="*/ 477740 w 2915191"/>
                <a:gd name="connsiteY49" fmla="*/ 174282 h 611881"/>
                <a:gd name="connsiteX50" fmla="*/ 487490 w 2915191"/>
                <a:gd name="connsiteY50" fmla="*/ 184284 h 611881"/>
                <a:gd name="connsiteX51" fmla="*/ 497239 w 2915191"/>
                <a:gd name="connsiteY51" fmla="*/ 160997 h 611881"/>
                <a:gd name="connsiteX52" fmla="*/ 506989 w 2915191"/>
                <a:gd name="connsiteY52" fmla="*/ 144253 h 611881"/>
                <a:gd name="connsiteX53" fmla="*/ 516738 w 2915191"/>
                <a:gd name="connsiteY53" fmla="*/ 155168 h 611881"/>
                <a:gd name="connsiteX54" fmla="*/ 526488 w 2915191"/>
                <a:gd name="connsiteY54" fmla="*/ 188642 h 611881"/>
                <a:gd name="connsiteX55" fmla="*/ 536238 w 2915191"/>
                <a:gd name="connsiteY55" fmla="*/ 184557 h 611881"/>
                <a:gd name="connsiteX56" fmla="*/ 545988 w 2915191"/>
                <a:gd name="connsiteY56" fmla="*/ 225344 h 611881"/>
                <a:gd name="connsiteX57" fmla="*/ 555738 w 2915191"/>
                <a:gd name="connsiteY57" fmla="*/ 201021 h 611881"/>
                <a:gd name="connsiteX58" fmla="*/ 565488 w 2915191"/>
                <a:gd name="connsiteY58" fmla="*/ 196970 h 611881"/>
                <a:gd name="connsiteX59" fmla="*/ 575238 w 2915191"/>
                <a:gd name="connsiteY59" fmla="*/ 186523 h 611881"/>
                <a:gd name="connsiteX60" fmla="*/ 584988 w 2915191"/>
                <a:gd name="connsiteY60" fmla="*/ 145787 h 611881"/>
                <a:gd name="connsiteX61" fmla="*/ 594738 w 2915191"/>
                <a:gd name="connsiteY61" fmla="*/ 120899 h 611881"/>
                <a:gd name="connsiteX62" fmla="*/ 604488 w 2915191"/>
                <a:gd name="connsiteY62" fmla="*/ 124698 h 611881"/>
                <a:gd name="connsiteX63" fmla="*/ 614237 w 2915191"/>
                <a:gd name="connsiteY63" fmla="*/ 104537 h 611881"/>
                <a:gd name="connsiteX64" fmla="*/ 623987 w 2915191"/>
                <a:gd name="connsiteY64" fmla="*/ 107639 h 611881"/>
                <a:gd name="connsiteX65" fmla="*/ 633736 w 2915191"/>
                <a:gd name="connsiteY65" fmla="*/ 121549 h 611881"/>
                <a:gd name="connsiteX66" fmla="*/ 643486 w 2915191"/>
                <a:gd name="connsiteY66" fmla="*/ 149855 h 611881"/>
                <a:gd name="connsiteX67" fmla="*/ 653236 w 2915191"/>
                <a:gd name="connsiteY67" fmla="*/ 178596 h 611881"/>
                <a:gd name="connsiteX68" fmla="*/ 662985 w 2915191"/>
                <a:gd name="connsiteY68" fmla="*/ 164845 h 611881"/>
                <a:gd name="connsiteX69" fmla="*/ 672735 w 2915191"/>
                <a:gd name="connsiteY69" fmla="*/ 193459 h 611881"/>
                <a:gd name="connsiteX70" fmla="*/ 682485 w 2915191"/>
                <a:gd name="connsiteY70" fmla="*/ 173686 h 611881"/>
                <a:gd name="connsiteX71" fmla="*/ 692235 w 2915191"/>
                <a:gd name="connsiteY71" fmla="*/ 145785 h 611881"/>
                <a:gd name="connsiteX72" fmla="*/ 701985 w 2915191"/>
                <a:gd name="connsiteY72" fmla="*/ 141624 h 611881"/>
                <a:gd name="connsiteX73" fmla="*/ 711735 w 2915191"/>
                <a:gd name="connsiteY73" fmla="*/ 147820 h 611881"/>
                <a:gd name="connsiteX74" fmla="*/ 721485 w 2915191"/>
                <a:gd name="connsiteY74" fmla="*/ 130911 h 611881"/>
                <a:gd name="connsiteX75" fmla="*/ 731235 w 2915191"/>
                <a:gd name="connsiteY75" fmla="*/ 142421 h 611881"/>
                <a:gd name="connsiteX76" fmla="*/ 740985 w 2915191"/>
                <a:gd name="connsiteY76" fmla="*/ 138735 h 611881"/>
                <a:gd name="connsiteX77" fmla="*/ 750734 w 2915191"/>
                <a:gd name="connsiteY77" fmla="*/ 118712 h 611881"/>
                <a:gd name="connsiteX78" fmla="*/ 760484 w 2915191"/>
                <a:gd name="connsiteY78" fmla="*/ 164655 h 611881"/>
                <a:gd name="connsiteX79" fmla="*/ 770233 w 2915191"/>
                <a:gd name="connsiteY79" fmla="*/ 160730 h 611881"/>
                <a:gd name="connsiteX80" fmla="*/ 779983 w 2915191"/>
                <a:gd name="connsiteY80" fmla="*/ 169430 h 611881"/>
                <a:gd name="connsiteX81" fmla="*/ 789733 w 2915191"/>
                <a:gd name="connsiteY81" fmla="*/ 168001 h 611881"/>
                <a:gd name="connsiteX82" fmla="*/ 799482 w 2915191"/>
                <a:gd name="connsiteY82" fmla="*/ 201187 h 611881"/>
                <a:gd name="connsiteX83" fmla="*/ 809232 w 2915191"/>
                <a:gd name="connsiteY83" fmla="*/ 188743 h 611881"/>
                <a:gd name="connsiteX84" fmla="*/ 818982 w 2915191"/>
                <a:gd name="connsiteY84" fmla="*/ 181911 h 611881"/>
                <a:gd name="connsiteX85" fmla="*/ 828732 w 2915191"/>
                <a:gd name="connsiteY85" fmla="*/ 201522 h 611881"/>
                <a:gd name="connsiteX86" fmla="*/ 838482 w 2915191"/>
                <a:gd name="connsiteY86" fmla="*/ 189780 h 611881"/>
                <a:gd name="connsiteX87" fmla="*/ 848232 w 2915191"/>
                <a:gd name="connsiteY87" fmla="*/ 239853 h 611881"/>
                <a:gd name="connsiteX88" fmla="*/ 857982 w 2915191"/>
                <a:gd name="connsiteY88" fmla="*/ 228912 h 611881"/>
                <a:gd name="connsiteX89" fmla="*/ 867732 w 2915191"/>
                <a:gd name="connsiteY89" fmla="*/ 237044 h 611881"/>
                <a:gd name="connsiteX90" fmla="*/ 877482 w 2915191"/>
                <a:gd name="connsiteY90" fmla="*/ 214709 h 611881"/>
                <a:gd name="connsiteX91" fmla="*/ 887231 w 2915191"/>
                <a:gd name="connsiteY91" fmla="*/ 219843 h 611881"/>
                <a:gd name="connsiteX92" fmla="*/ 896981 w 2915191"/>
                <a:gd name="connsiteY92" fmla="*/ 242827 h 611881"/>
                <a:gd name="connsiteX93" fmla="*/ 906730 w 2915191"/>
                <a:gd name="connsiteY93" fmla="*/ 242834 h 611881"/>
                <a:gd name="connsiteX94" fmla="*/ 916480 w 2915191"/>
                <a:gd name="connsiteY94" fmla="*/ 251864 h 611881"/>
                <a:gd name="connsiteX95" fmla="*/ 926230 w 2915191"/>
                <a:gd name="connsiteY95" fmla="*/ 252366 h 611881"/>
                <a:gd name="connsiteX96" fmla="*/ 935979 w 2915191"/>
                <a:gd name="connsiteY96" fmla="*/ 227314 h 611881"/>
                <a:gd name="connsiteX97" fmla="*/ 945729 w 2915191"/>
                <a:gd name="connsiteY97" fmla="*/ 220314 h 611881"/>
                <a:gd name="connsiteX98" fmla="*/ 955479 w 2915191"/>
                <a:gd name="connsiteY98" fmla="*/ 213511 h 611881"/>
                <a:gd name="connsiteX99" fmla="*/ 965229 w 2915191"/>
                <a:gd name="connsiteY99" fmla="*/ 202577 h 611881"/>
                <a:gd name="connsiteX100" fmla="*/ 974979 w 2915191"/>
                <a:gd name="connsiteY100" fmla="*/ 207337 h 611881"/>
                <a:gd name="connsiteX101" fmla="*/ 984729 w 2915191"/>
                <a:gd name="connsiteY101" fmla="*/ 250999 h 611881"/>
                <a:gd name="connsiteX102" fmla="*/ 994474 w 2915191"/>
                <a:gd name="connsiteY102" fmla="*/ 253277 h 611881"/>
                <a:gd name="connsiteX103" fmla="*/ 1004233 w 2915191"/>
                <a:gd name="connsiteY103" fmla="*/ 210573 h 611881"/>
                <a:gd name="connsiteX104" fmla="*/ 1013977 w 2915191"/>
                <a:gd name="connsiteY104" fmla="*/ 205744 h 611881"/>
                <a:gd name="connsiteX105" fmla="*/ 1023721 w 2915191"/>
                <a:gd name="connsiteY105" fmla="*/ 208040 h 611881"/>
                <a:gd name="connsiteX106" fmla="*/ 1033480 w 2915191"/>
                <a:gd name="connsiteY106" fmla="*/ 242420 h 611881"/>
                <a:gd name="connsiteX107" fmla="*/ 1043224 w 2915191"/>
                <a:gd name="connsiteY107" fmla="*/ 244233 h 611881"/>
                <a:gd name="connsiteX108" fmla="*/ 1052983 w 2915191"/>
                <a:gd name="connsiteY108" fmla="*/ 204411 h 611881"/>
                <a:gd name="connsiteX109" fmla="*/ 1062727 w 2915191"/>
                <a:gd name="connsiteY109" fmla="*/ 187131 h 611881"/>
                <a:gd name="connsiteX110" fmla="*/ 1072471 w 2915191"/>
                <a:gd name="connsiteY110" fmla="*/ 223841 h 611881"/>
                <a:gd name="connsiteX111" fmla="*/ 1082230 w 2915191"/>
                <a:gd name="connsiteY111" fmla="*/ 201857 h 611881"/>
                <a:gd name="connsiteX112" fmla="*/ 1091973 w 2915191"/>
                <a:gd name="connsiteY112" fmla="*/ 206393 h 611881"/>
                <a:gd name="connsiteX113" fmla="*/ 1101732 w 2915191"/>
                <a:gd name="connsiteY113" fmla="*/ 222646 h 611881"/>
                <a:gd name="connsiteX114" fmla="*/ 1111476 w 2915191"/>
                <a:gd name="connsiteY114" fmla="*/ 206753 h 611881"/>
                <a:gd name="connsiteX115" fmla="*/ 1121220 w 2915191"/>
                <a:gd name="connsiteY115" fmla="*/ 216657 h 611881"/>
                <a:gd name="connsiteX116" fmla="*/ 1130979 w 2915191"/>
                <a:gd name="connsiteY116" fmla="*/ 187784 h 611881"/>
                <a:gd name="connsiteX117" fmla="*/ 1140723 w 2915191"/>
                <a:gd name="connsiteY117" fmla="*/ 200840 h 611881"/>
                <a:gd name="connsiteX118" fmla="*/ 1150482 w 2915191"/>
                <a:gd name="connsiteY118" fmla="*/ 182170 h 611881"/>
                <a:gd name="connsiteX119" fmla="*/ 1160226 w 2915191"/>
                <a:gd name="connsiteY119" fmla="*/ 192602 h 611881"/>
                <a:gd name="connsiteX120" fmla="*/ 1169969 w 2915191"/>
                <a:gd name="connsiteY120" fmla="*/ 208149 h 611881"/>
                <a:gd name="connsiteX121" fmla="*/ 1179728 w 2915191"/>
                <a:gd name="connsiteY121" fmla="*/ 234360 h 611881"/>
                <a:gd name="connsiteX122" fmla="*/ 1189472 w 2915191"/>
                <a:gd name="connsiteY122" fmla="*/ 194505 h 611881"/>
                <a:gd name="connsiteX123" fmla="*/ 1199231 w 2915191"/>
                <a:gd name="connsiteY123" fmla="*/ 206360 h 611881"/>
                <a:gd name="connsiteX124" fmla="*/ 1208975 w 2915191"/>
                <a:gd name="connsiteY124" fmla="*/ 194447 h 611881"/>
                <a:gd name="connsiteX125" fmla="*/ 1218719 w 2915191"/>
                <a:gd name="connsiteY125" fmla="*/ 191556 h 611881"/>
                <a:gd name="connsiteX126" fmla="*/ 1228478 w 2915191"/>
                <a:gd name="connsiteY126" fmla="*/ 216816 h 611881"/>
                <a:gd name="connsiteX127" fmla="*/ 1238222 w 2915191"/>
                <a:gd name="connsiteY127" fmla="*/ 203049 h 611881"/>
                <a:gd name="connsiteX128" fmla="*/ 1247966 w 2915191"/>
                <a:gd name="connsiteY128" fmla="*/ 198957 h 611881"/>
                <a:gd name="connsiteX129" fmla="*/ 1257725 w 2915191"/>
                <a:gd name="connsiteY129" fmla="*/ 159041 h 611881"/>
                <a:gd name="connsiteX130" fmla="*/ 1267469 w 2915191"/>
                <a:gd name="connsiteY130" fmla="*/ 163777 h 611881"/>
                <a:gd name="connsiteX131" fmla="*/ 1277227 w 2915191"/>
                <a:gd name="connsiteY131" fmla="*/ 215450 h 611881"/>
                <a:gd name="connsiteX132" fmla="*/ 1286971 w 2915191"/>
                <a:gd name="connsiteY132" fmla="*/ 202830 h 611881"/>
                <a:gd name="connsiteX133" fmla="*/ 1296715 w 2915191"/>
                <a:gd name="connsiteY133" fmla="*/ 208791 h 611881"/>
                <a:gd name="connsiteX134" fmla="*/ 1306474 w 2915191"/>
                <a:gd name="connsiteY134" fmla="*/ 214238 h 611881"/>
                <a:gd name="connsiteX135" fmla="*/ 1316218 w 2915191"/>
                <a:gd name="connsiteY135" fmla="*/ 208058 h 611881"/>
                <a:gd name="connsiteX136" fmla="*/ 1325977 w 2915191"/>
                <a:gd name="connsiteY136" fmla="*/ 192572 h 611881"/>
                <a:gd name="connsiteX137" fmla="*/ 1335721 w 2915191"/>
                <a:gd name="connsiteY137" fmla="*/ 200285 h 611881"/>
                <a:gd name="connsiteX138" fmla="*/ 1345465 w 2915191"/>
                <a:gd name="connsiteY138" fmla="*/ 198448 h 611881"/>
                <a:gd name="connsiteX139" fmla="*/ 1355224 w 2915191"/>
                <a:gd name="connsiteY139" fmla="*/ 185708 h 611881"/>
                <a:gd name="connsiteX140" fmla="*/ 1364967 w 2915191"/>
                <a:gd name="connsiteY140" fmla="*/ 186982 h 611881"/>
                <a:gd name="connsiteX141" fmla="*/ 1374726 w 2915191"/>
                <a:gd name="connsiteY141" fmla="*/ 238060 h 611881"/>
                <a:gd name="connsiteX142" fmla="*/ 1384470 w 2915191"/>
                <a:gd name="connsiteY142" fmla="*/ 270676 h 611881"/>
                <a:gd name="connsiteX143" fmla="*/ 1394214 w 2915191"/>
                <a:gd name="connsiteY143" fmla="*/ 282008 h 611881"/>
                <a:gd name="connsiteX144" fmla="*/ 1403973 w 2915191"/>
                <a:gd name="connsiteY144" fmla="*/ 311971 h 611881"/>
                <a:gd name="connsiteX145" fmla="*/ 1413717 w 2915191"/>
                <a:gd name="connsiteY145" fmla="*/ 343349 h 611881"/>
                <a:gd name="connsiteX146" fmla="*/ 1423476 w 2915191"/>
                <a:gd name="connsiteY146" fmla="*/ 351378 h 611881"/>
                <a:gd name="connsiteX147" fmla="*/ 1433220 w 2915191"/>
                <a:gd name="connsiteY147" fmla="*/ 335081 h 611881"/>
                <a:gd name="connsiteX148" fmla="*/ 1442964 w 2915191"/>
                <a:gd name="connsiteY148" fmla="*/ 328992 h 611881"/>
                <a:gd name="connsiteX149" fmla="*/ 1452722 w 2915191"/>
                <a:gd name="connsiteY149" fmla="*/ 313613 h 611881"/>
                <a:gd name="connsiteX150" fmla="*/ 1462466 w 2915191"/>
                <a:gd name="connsiteY150" fmla="*/ 352793 h 611881"/>
                <a:gd name="connsiteX151" fmla="*/ 1472225 w 2915191"/>
                <a:gd name="connsiteY151" fmla="*/ 363172 h 611881"/>
                <a:gd name="connsiteX152" fmla="*/ 1481969 w 2915191"/>
                <a:gd name="connsiteY152" fmla="*/ 359739 h 611881"/>
                <a:gd name="connsiteX153" fmla="*/ 1491713 w 2915191"/>
                <a:gd name="connsiteY153" fmla="*/ 377537 h 611881"/>
                <a:gd name="connsiteX154" fmla="*/ 1501472 w 2915191"/>
                <a:gd name="connsiteY154" fmla="*/ 355440 h 611881"/>
                <a:gd name="connsiteX155" fmla="*/ 1511216 w 2915191"/>
                <a:gd name="connsiteY155" fmla="*/ 361910 h 611881"/>
                <a:gd name="connsiteX156" fmla="*/ 1520960 w 2915191"/>
                <a:gd name="connsiteY156" fmla="*/ 355724 h 611881"/>
                <a:gd name="connsiteX157" fmla="*/ 1530719 w 2915191"/>
                <a:gd name="connsiteY157" fmla="*/ 360071 h 611881"/>
                <a:gd name="connsiteX158" fmla="*/ 1540463 w 2915191"/>
                <a:gd name="connsiteY158" fmla="*/ 362173 h 611881"/>
                <a:gd name="connsiteX159" fmla="*/ 1550221 w 2915191"/>
                <a:gd name="connsiteY159" fmla="*/ 361735 h 611881"/>
                <a:gd name="connsiteX160" fmla="*/ 1559965 w 2915191"/>
                <a:gd name="connsiteY160" fmla="*/ 363596 h 611881"/>
                <a:gd name="connsiteX161" fmla="*/ 1569709 w 2915191"/>
                <a:gd name="connsiteY161" fmla="*/ 353574 h 611881"/>
                <a:gd name="connsiteX162" fmla="*/ 1579468 w 2915191"/>
                <a:gd name="connsiteY162" fmla="*/ 361199 h 611881"/>
                <a:gd name="connsiteX163" fmla="*/ 1589212 w 2915191"/>
                <a:gd name="connsiteY163" fmla="*/ 365372 h 611881"/>
                <a:gd name="connsiteX164" fmla="*/ 1598971 w 2915191"/>
                <a:gd name="connsiteY164" fmla="*/ 369752 h 611881"/>
                <a:gd name="connsiteX165" fmla="*/ 1608715 w 2915191"/>
                <a:gd name="connsiteY165" fmla="*/ 364764 h 611881"/>
                <a:gd name="connsiteX166" fmla="*/ 1618459 w 2915191"/>
                <a:gd name="connsiteY166" fmla="*/ 360602 h 611881"/>
                <a:gd name="connsiteX167" fmla="*/ 1628218 w 2915191"/>
                <a:gd name="connsiteY167" fmla="*/ 336078 h 611881"/>
                <a:gd name="connsiteX168" fmla="*/ 1637962 w 2915191"/>
                <a:gd name="connsiteY168" fmla="*/ 342040 h 611881"/>
                <a:gd name="connsiteX169" fmla="*/ 1647720 w 2915191"/>
                <a:gd name="connsiteY169" fmla="*/ 338856 h 611881"/>
                <a:gd name="connsiteX170" fmla="*/ 1657464 w 2915191"/>
                <a:gd name="connsiteY170" fmla="*/ 338648 h 611881"/>
                <a:gd name="connsiteX171" fmla="*/ 1667208 w 2915191"/>
                <a:gd name="connsiteY171" fmla="*/ 371047 h 611881"/>
                <a:gd name="connsiteX172" fmla="*/ 1676967 w 2915191"/>
                <a:gd name="connsiteY172" fmla="*/ 354214 h 611881"/>
                <a:gd name="connsiteX173" fmla="*/ 1686711 w 2915191"/>
                <a:gd name="connsiteY173" fmla="*/ 384517 h 611881"/>
                <a:gd name="connsiteX174" fmla="*/ 1696470 w 2915191"/>
                <a:gd name="connsiteY174" fmla="*/ 403847 h 611881"/>
                <a:gd name="connsiteX175" fmla="*/ 1706214 w 2915191"/>
                <a:gd name="connsiteY175" fmla="*/ 388251 h 611881"/>
                <a:gd name="connsiteX176" fmla="*/ 1715958 w 2915191"/>
                <a:gd name="connsiteY176" fmla="*/ 397752 h 611881"/>
                <a:gd name="connsiteX177" fmla="*/ 1725716 w 2915191"/>
                <a:gd name="connsiteY177" fmla="*/ 433881 h 611881"/>
                <a:gd name="connsiteX178" fmla="*/ 1735460 w 2915191"/>
                <a:gd name="connsiteY178" fmla="*/ 465064 h 611881"/>
                <a:gd name="connsiteX179" fmla="*/ 1745219 w 2915191"/>
                <a:gd name="connsiteY179" fmla="*/ 438407 h 611881"/>
                <a:gd name="connsiteX180" fmla="*/ 1754963 w 2915191"/>
                <a:gd name="connsiteY180" fmla="*/ 449163 h 611881"/>
                <a:gd name="connsiteX181" fmla="*/ 1764707 w 2915191"/>
                <a:gd name="connsiteY181" fmla="*/ 497410 h 611881"/>
                <a:gd name="connsiteX182" fmla="*/ 1774466 w 2915191"/>
                <a:gd name="connsiteY182" fmla="*/ 515132 h 611881"/>
                <a:gd name="connsiteX183" fmla="*/ 1784210 w 2915191"/>
                <a:gd name="connsiteY183" fmla="*/ 527104 h 611881"/>
                <a:gd name="connsiteX184" fmla="*/ 1793969 w 2915191"/>
                <a:gd name="connsiteY184" fmla="*/ 538968 h 611881"/>
                <a:gd name="connsiteX185" fmla="*/ 1803713 w 2915191"/>
                <a:gd name="connsiteY185" fmla="*/ 553484 h 611881"/>
                <a:gd name="connsiteX186" fmla="*/ 1813457 w 2915191"/>
                <a:gd name="connsiteY186" fmla="*/ 572751 h 611881"/>
                <a:gd name="connsiteX187" fmla="*/ 1823215 w 2915191"/>
                <a:gd name="connsiteY187" fmla="*/ 558639 h 611881"/>
                <a:gd name="connsiteX188" fmla="*/ 1832959 w 2915191"/>
                <a:gd name="connsiteY188" fmla="*/ 574806 h 611881"/>
                <a:gd name="connsiteX189" fmla="*/ 1842703 w 2915191"/>
                <a:gd name="connsiteY189" fmla="*/ 578644 h 611881"/>
                <a:gd name="connsiteX190" fmla="*/ 1852462 w 2915191"/>
                <a:gd name="connsiteY190" fmla="*/ 568328 h 611881"/>
                <a:gd name="connsiteX191" fmla="*/ 1862206 w 2915191"/>
                <a:gd name="connsiteY191" fmla="*/ 556936 h 611881"/>
                <a:gd name="connsiteX192" fmla="*/ 1871965 w 2915191"/>
                <a:gd name="connsiteY192" fmla="*/ 559324 h 611881"/>
                <a:gd name="connsiteX193" fmla="*/ 1881709 w 2915191"/>
                <a:gd name="connsiteY193" fmla="*/ 568801 h 611881"/>
                <a:gd name="connsiteX194" fmla="*/ 1891453 w 2915191"/>
                <a:gd name="connsiteY194" fmla="*/ 568888 h 611881"/>
                <a:gd name="connsiteX195" fmla="*/ 1901212 w 2915191"/>
                <a:gd name="connsiteY195" fmla="*/ 604675 h 611881"/>
                <a:gd name="connsiteX196" fmla="*/ 1910956 w 2915191"/>
                <a:gd name="connsiteY196" fmla="*/ 603042 h 611881"/>
                <a:gd name="connsiteX197" fmla="*/ 1920714 w 2915191"/>
                <a:gd name="connsiteY197" fmla="*/ 606684 h 611881"/>
                <a:gd name="connsiteX198" fmla="*/ 1930458 w 2915191"/>
                <a:gd name="connsiteY198" fmla="*/ 603442 h 611881"/>
                <a:gd name="connsiteX199" fmla="*/ 1940202 w 2915191"/>
                <a:gd name="connsiteY199" fmla="*/ 611882 h 611881"/>
                <a:gd name="connsiteX200" fmla="*/ 1949961 w 2915191"/>
                <a:gd name="connsiteY200" fmla="*/ 566744 h 611881"/>
                <a:gd name="connsiteX201" fmla="*/ 1959705 w 2915191"/>
                <a:gd name="connsiteY201" fmla="*/ 580213 h 611881"/>
                <a:gd name="connsiteX202" fmla="*/ 1969464 w 2915191"/>
                <a:gd name="connsiteY202" fmla="*/ 569610 h 611881"/>
                <a:gd name="connsiteX203" fmla="*/ 1979208 w 2915191"/>
                <a:gd name="connsiteY203" fmla="*/ 592813 h 611881"/>
                <a:gd name="connsiteX204" fmla="*/ 1988952 w 2915191"/>
                <a:gd name="connsiteY204" fmla="*/ 600244 h 611881"/>
                <a:gd name="connsiteX205" fmla="*/ 1998711 w 2915191"/>
                <a:gd name="connsiteY205" fmla="*/ 583705 h 611881"/>
                <a:gd name="connsiteX206" fmla="*/ 2008454 w 2915191"/>
                <a:gd name="connsiteY206" fmla="*/ 577096 h 611881"/>
                <a:gd name="connsiteX207" fmla="*/ 2018213 w 2915191"/>
                <a:gd name="connsiteY207" fmla="*/ 548199 h 611881"/>
                <a:gd name="connsiteX208" fmla="*/ 2027957 w 2915191"/>
                <a:gd name="connsiteY208" fmla="*/ 548957 h 611881"/>
                <a:gd name="connsiteX209" fmla="*/ 2037701 w 2915191"/>
                <a:gd name="connsiteY209" fmla="*/ 558231 h 611881"/>
                <a:gd name="connsiteX210" fmla="*/ 2047460 w 2915191"/>
                <a:gd name="connsiteY210" fmla="*/ 541249 h 611881"/>
                <a:gd name="connsiteX211" fmla="*/ 2057204 w 2915191"/>
                <a:gd name="connsiteY211" fmla="*/ 550601 h 611881"/>
                <a:gd name="connsiteX212" fmla="*/ 2066963 w 2915191"/>
                <a:gd name="connsiteY212" fmla="*/ 523206 h 611881"/>
                <a:gd name="connsiteX213" fmla="*/ 2076707 w 2915191"/>
                <a:gd name="connsiteY213" fmla="*/ 501926 h 611881"/>
                <a:gd name="connsiteX214" fmla="*/ 2086451 w 2915191"/>
                <a:gd name="connsiteY214" fmla="*/ 519842 h 611881"/>
                <a:gd name="connsiteX215" fmla="*/ 2096210 w 2915191"/>
                <a:gd name="connsiteY215" fmla="*/ 501403 h 611881"/>
                <a:gd name="connsiteX216" fmla="*/ 2105954 w 2915191"/>
                <a:gd name="connsiteY216" fmla="*/ 541016 h 611881"/>
                <a:gd name="connsiteX217" fmla="*/ 2115697 w 2915191"/>
                <a:gd name="connsiteY217" fmla="*/ 578945 h 611881"/>
                <a:gd name="connsiteX218" fmla="*/ 2125456 w 2915191"/>
                <a:gd name="connsiteY218" fmla="*/ 577100 h 611881"/>
                <a:gd name="connsiteX219" fmla="*/ 2135200 w 2915191"/>
                <a:gd name="connsiteY219" fmla="*/ 569682 h 611881"/>
                <a:gd name="connsiteX220" fmla="*/ 2144959 w 2915191"/>
                <a:gd name="connsiteY220" fmla="*/ 571474 h 611881"/>
                <a:gd name="connsiteX221" fmla="*/ 2154703 w 2915191"/>
                <a:gd name="connsiteY221" fmla="*/ 538607 h 611881"/>
                <a:gd name="connsiteX222" fmla="*/ 2164447 w 2915191"/>
                <a:gd name="connsiteY222" fmla="*/ 527656 h 611881"/>
                <a:gd name="connsiteX223" fmla="*/ 2174206 w 2915191"/>
                <a:gd name="connsiteY223" fmla="*/ 507450 h 611881"/>
                <a:gd name="connsiteX224" fmla="*/ 2183950 w 2915191"/>
                <a:gd name="connsiteY224" fmla="*/ 468630 h 611881"/>
                <a:gd name="connsiteX225" fmla="*/ 2193709 w 2915191"/>
                <a:gd name="connsiteY225" fmla="*/ 461114 h 611881"/>
                <a:gd name="connsiteX226" fmla="*/ 2203452 w 2915191"/>
                <a:gd name="connsiteY226" fmla="*/ 428057 h 611881"/>
                <a:gd name="connsiteX227" fmla="*/ 2213196 w 2915191"/>
                <a:gd name="connsiteY227" fmla="*/ 406654 h 611881"/>
                <a:gd name="connsiteX228" fmla="*/ 2222955 w 2915191"/>
                <a:gd name="connsiteY228" fmla="*/ 410537 h 611881"/>
                <a:gd name="connsiteX229" fmla="*/ 2232699 w 2915191"/>
                <a:gd name="connsiteY229" fmla="*/ 389206 h 611881"/>
                <a:gd name="connsiteX230" fmla="*/ 2242458 w 2915191"/>
                <a:gd name="connsiteY230" fmla="*/ 353343 h 611881"/>
                <a:gd name="connsiteX231" fmla="*/ 2252202 w 2915191"/>
                <a:gd name="connsiteY231" fmla="*/ 392789 h 611881"/>
                <a:gd name="connsiteX232" fmla="*/ 2261946 w 2915191"/>
                <a:gd name="connsiteY232" fmla="*/ 390334 h 611881"/>
                <a:gd name="connsiteX233" fmla="*/ 2271705 w 2915191"/>
                <a:gd name="connsiteY233" fmla="*/ 363200 h 611881"/>
                <a:gd name="connsiteX234" fmla="*/ 2281449 w 2915191"/>
                <a:gd name="connsiteY234" fmla="*/ 352188 h 611881"/>
                <a:gd name="connsiteX235" fmla="*/ 2291208 w 2915191"/>
                <a:gd name="connsiteY235" fmla="*/ 356139 h 611881"/>
                <a:gd name="connsiteX236" fmla="*/ 2300951 w 2915191"/>
                <a:gd name="connsiteY236" fmla="*/ 349934 h 611881"/>
                <a:gd name="connsiteX237" fmla="*/ 2310695 w 2915191"/>
                <a:gd name="connsiteY237" fmla="*/ 366202 h 611881"/>
                <a:gd name="connsiteX238" fmla="*/ 2320454 w 2915191"/>
                <a:gd name="connsiteY238" fmla="*/ 356358 h 611881"/>
                <a:gd name="connsiteX239" fmla="*/ 2330198 w 2915191"/>
                <a:gd name="connsiteY239" fmla="*/ 350061 h 611881"/>
                <a:gd name="connsiteX240" fmla="*/ 2339957 w 2915191"/>
                <a:gd name="connsiteY240" fmla="*/ 342872 h 611881"/>
                <a:gd name="connsiteX241" fmla="*/ 2349701 w 2915191"/>
                <a:gd name="connsiteY241" fmla="*/ 338652 h 611881"/>
                <a:gd name="connsiteX242" fmla="*/ 2359445 w 2915191"/>
                <a:gd name="connsiteY242" fmla="*/ 368906 h 611881"/>
                <a:gd name="connsiteX243" fmla="*/ 2369204 w 2915191"/>
                <a:gd name="connsiteY243" fmla="*/ 380821 h 611881"/>
                <a:gd name="connsiteX244" fmla="*/ 2378948 w 2915191"/>
                <a:gd name="connsiteY244" fmla="*/ 375874 h 611881"/>
                <a:gd name="connsiteX245" fmla="*/ 2388692 w 2915191"/>
                <a:gd name="connsiteY245" fmla="*/ 385635 h 611881"/>
                <a:gd name="connsiteX246" fmla="*/ 2398450 w 2915191"/>
                <a:gd name="connsiteY246" fmla="*/ 406469 h 611881"/>
                <a:gd name="connsiteX247" fmla="*/ 2408194 w 2915191"/>
                <a:gd name="connsiteY247" fmla="*/ 379915 h 611881"/>
                <a:gd name="connsiteX248" fmla="*/ 2417953 w 2915191"/>
                <a:gd name="connsiteY248" fmla="*/ 327925 h 611881"/>
                <a:gd name="connsiteX249" fmla="*/ 2427697 w 2915191"/>
                <a:gd name="connsiteY249" fmla="*/ 336297 h 611881"/>
                <a:gd name="connsiteX250" fmla="*/ 2437441 w 2915191"/>
                <a:gd name="connsiteY250" fmla="*/ 306496 h 611881"/>
                <a:gd name="connsiteX251" fmla="*/ 2447200 w 2915191"/>
                <a:gd name="connsiteY251" fmla="*/ 300891 h 611881"/>
                <a:gd name="connsiteX252" fmla="*/ 2456944 w 2915191"/>
                <a:gd name="connsiteY252" fmla="*/ 296648 h 611881"/>
                <a:gd name="connsiteX253" fmla="*/ 2466703 w 2915191"/>
                <a:gd name="connsiteY253" fmla="*/ 301128 h 611881"/>
                <a:gd name="connsiteX254" fmla="*/ 2476446 w 2915191"/>
                <a:gd name="connsiteY254" fmla="*/ 253441 h 611881"/>
                <a:gd name="connsiteX255" fmla="*/ 2486190 w 2915191"/>
                <a:gd name="connsiteY255" fmla="*/ 247447 h 611881"/>
                <a:gd name="connsiteX256" fmla="*/ 2495949 w 2915191"/>
                <a:gd name="connsiteY256" fmla="*/ 234996 h 611881"/>
                <a:gd name="connsiteX257" fmla="*/ 2505693 w 2915191"/>
                <a:gd name="connsiteY257" fmla="*/ 240300 h 611881"/>
                <a:gd name="connsiteX258" fmla="*/ 2515452 w 2915191"/>
                <a:gd name="connsiteY258" fmla="*/ 229429 h 611881"/>
                <a:gd name="connsiteX259" fmla="*/ 2525196 w 2915191"/>
                <a:gd name="connsiteY259" fmla="*/ 230700 h 611881"/>
                <a:gd name="connsiteX260" fmla="*/ 2534940 w 2915191"/>
                <a:gd name="connsiteY260" fmla="*/ 243512 h 611881"/>
                <a:gd name="connsiteX261" fmla="*/ 2544699 w 2915191"/>
                <a:gd name="connsiteY261" fmla="*/ 242122 h 611881"/>
                <a:gd name="connsiteX262" fmla="*/ 2554443 w 2915191"/>
                <a:gd name="connsiteY262" fmla="*/ 230590 h 611881"/>
                <a:gd name="connsiteX263" fmla="*/ 2564202 w 2915191"/>
                <a:gd name="connsiteY263" fmla="*/ 206101 h 611881"/>
                <a:gd name="connsiteX264" fmla="*/ 2573946 w 2915191"/>
                <a:gd name="connsiteY264" fmla="*/ 208346 h 611881"/>
                <a:gd name="connsiteX265" fmla="*/ 2583690 w 2915191"/>
                <a:gd name="connsiteY265" fmla="*/ 207397 h 611881"/>
                <a:gd name="connsiteX266" fmla="*/ 2593448 w 2915191"/>
                <a:gd name="connsiteY266" fmla="*/ 194077 h 611881"/>
                <a:gd name="connsiteX267" fmla="*/ 2603192 w 2915191"/>
                <a:gd name="connsiteY267" fmla="*/ 215692 h 611881"/>
                <a:gd name="connsiteX268" fmla="*/ 2612951 w 2915191"/>
                <a:gd name="connsiteY268" fmla="*/ 188308 h 611881"/>
                <a:gd name="connsiteX269" fmla="*/ 2622695 w 2915191"/>
                <a:gd name="connsiteY269" fmla="*/ 194619 h 611881"/>
                <a:gd name="connsiteX270" fmla="*/ 2632439 w 2915191"/>
                <a:gd name="connsiteY270" fmla="*/ 204097 h 611881"/>
                <a:gd name="connsiteX271" fmla="*/ 2642198 w 2915191"/>
                <a:gd name="connsiteY271" fmla="*/ 206168 h 611881"/>
                <a:gd name="connsiteX272" fmla="*/ 2651942 w 2915191"/>
                <a:gd name="connsiteY272" fmla="*/ 211950 h 611881"/>
                <a:gd name="connsiteX273" fmla="*/ 2661685 w 2915191"/>
                <a:gd name="connsiteY273" fmla="*/ 204323 h 611881"/>
                <a:gd name="connsiteX274" fmla="*/ 2671444 w 2915191"/>
                <a:gd name="connsiteY274" fmla="*/ 189658 h 611881"/>
                <a:gd name="connsiteX275" fmla="*/ 2681188 w 2915191"/>
                <a:gd name="connsiteY275" fmla="*/ 200068 h 611881"/>
                <a:gd name="connsiteX276" fmla="*/ 2690947 w 2915191"/>
                <a:gd name="connsiteY276" fmla="*/ 199703 h 611881"/>
                <a:gd name="connsiteX277" fmla="*/ 2700691 w 2915191"/>
                <a:gd name="connsiteY277" fmla="*/ 235963 h 611881"/>
                <a:gd name="connsiteX278" fmla="*/ 2710435 w 2915191"/>
                <a:gd name="connsiteY278" fmla="*/ 226268 h 611881"/>
                <a:gd name="connsiteX279" fmla="*/ 2720194 w 2915191"/>
                <a:gd name="connsiteY279" fmla="*/ 250239 h 611881"/>
                <a:gd name="connsiteX280" fmla="*/ 2729938 w 2915191"/>
                <a:gd name="connsiteY280" fmla="*/ 251261 h 611881"/>
                <a:gd name="connsiteX281" fmla="*/ 2739697 w 2915191"/>
                <a:gd name="connsiteY281" fmla="*/ 249169 h 611881"/>
                <a:gd name="connsiteX282" fmla="*/ 2749441 w 2915191"/>
                <a:gd name="connsiteY282" fmla="*/ 239996 h 611881"/>
                <a:gd name="connsiteX283" fmla="*/ 2759185 w 2915191"/>
                <a:gd name="connsiteY283" fmla="*/ 274496 h 611881"/>
                <a:gd name="connsiteX284" fmla="*/ 2768943 w 2915191"/>
                <a:gd name="connsiteY284" fmla="*/ 238335 h 611881"/>
                <a:gd name="connsiteX285" fmla="*/ 2778687 w 2915191"/>
                <a:gd name="connsiteY285" fmla="*/ 223114 h 611881"/>
                <a:gd name="connsiteX286" fmla="*/ 2788446 w 2915191"/>
                <a:gd name="connsiteY286" fmla="*/ 207078 h 611881"/>
                <a:gd name="connsiteX287" fmla="*/ 2798190 w 2915191"/>
                <a:gd name="connsiteY287" fmla="*/ 209378 h 611881"/>
                <a:gd name="connsiteX288" fmla="*/ 2807934 w 2915191"/>
                <a:gd name="connsiteY288" fmla="*/ 201918 h 611881"/>
                <a:gd name="connsiteX289" fmla="*/ 2817693 w 2915191"/>
                <a:gd name="connsiteY289" fmla="*/ 203982 h 611881"/>
                <a:gd name="connsiteX290" fmla="*/ 2827437 w 2915191"/>
                <a:gd name="connsiteY290" fmla="*/ 220638 h 611881"/>
                <a:gd name="connsiteX291" fmla="*/ 2837196 w 2915191"/>
                <a:gd name="connsiteY291" fmla="*/ 209478 h 611881"/>
                <a:gd name="connsiteX292" fmla="*/ 2846940 w 2915191"/>
                <a:gd name="connsiteY292" fmla="*/ 203778 h 611881"/>
                <a:gd name="connsiteX293" fmla="*/ 2856684 w 2915191"/>
                <a:gd name="connsiteY293" fmla="*/ 207413 h 611881"/>
                <a:gd name="connsiteX294" fmla="*/ 2866442 w 2915191"/>
                <a:gd name="connsiteY294" fmla="*/ 216572 h 611881"/>
                <a:gd name="connsiteX295" fmla="*/ 2876186 w 2915191"/>
                <a:gd name="connsiteY295" fmla="*/ 173698 h 611881"/>
                <a:gd name="connsiteX296" fmla="*/ 2885945 w 2915191"/>
                <a:gd name="connsiteY296" fmla="*/ 152692 h 611881"/>
                <a:gd name="connsiteX297" fmla="*/ 2895689 w 2915191"/>
                <a:gd name="connsiteY297" fmla="*/ 133483 h 611881"/>
                <a:gd name="connsiteX298" fmla="*/ 2905433 w 2915191"/>
                <a:gd name="connsiteY298" fmla="*/ 114750 h 611881"/>
                <a:gd name="connsiteX299" fmla="*/ 2915192 w 2915191"/>
                <a:gd name="connsiteY299" fmla="*/ 114156 h 6118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11881">
                  <a:moveTo>
                    <a:pt x="0" y="80206"/>
                  </a:moveTo>
                  <a:lnTo>
                    <a:pt x="9750" y="47614"/>
                  </a:lnTo>
                  <a:lnTo>
                    <a:pt x="19500" y="47000"/>
                  </a:lnTo>
                  <a:lnTo>
                    <a:pt x="29250" y="63976"/>
                  </a:lnTo>
                  <a:lnTo>
                    <a:pt x="39000" y="100863"/>
                  </a:lnTo>
                  <a:lnTo>
                    <a:pt x="48749" y="100133"/>
                  </a:lnTo>
                  <a:lnTo>
                    <a:pt x="58499" y="109594"/>
                  </a:lnTo>
                  <a:lnTo>
                    <a:pt x="68249" y="113112"/>
                  </a:lnTo>
                  <a:lnTo>
                    <a:pt x="77998" y="110409"/>
                  </a:lnTo>
                  <a:lnTo>
                    <a:pt x="87748" y="115756"/>
                  </a:lnTo>
                  <a:lnTo>
                    <a:pt x="97497" y="101023"/>
                  </a:lnTo>
                  <a:lnTo>
                    <a:pt x="107247" y="99691"/>
                  </a:lnTo>
                  <a:lnTo>
                    <a:pt x="116997" y="68178"/>
                  </a:lnTo>
                  <a:lnTo>
                    <a:pt x="126747" y="91571"/>
                  </a:lnTo>
                  <a:lnTo>
                    <a:pt x="136497" y="112301"/>
                  </a:lnTo>
                  <a:lnTo>
                    <a:pt x="146247" y="90420"/>
                  </a:lnTo>
                  <a:lnTo>
                    <a:pt x="155997" y="107542"/>
                  </a:lnTo>
                  <a:lnTo>
                    <a:pt x="165747" y="118146"/>
                  </a:lnTo>
                  <a:lnTo>
                    <a:pt x="175497" y="124006"/>
                  </a:lnTo>
                  <a:lnTo>
                    <a:pt x="185247" y="114166"/>
                  </a:lnTo>
                  <a:lnTo>
                    <a:pt x="194996" y="84038"/>
                  </a:lnTo>
                  <a:lnTo>
                    <a:pt x="204746" y="54144"/>
                  </a:lnTo>
                  <a:lnTo>
                    <a:pt x="214495" y="58826"/>
                  </a:lnTo>
                  <a:lnTo>
                    <a:pt x="224245" y="25029"/>
                  </a:lnTo>
                  <a:lnTo>
                    <a:pt x="233995" y="5869"/>
                  </a:lnTo>
                  <a:lnTo>
                    <a:pt x="243744" y="3760"/>
                  </a:lnTo>
                  <a:lnTo>
                    <a:pt x="253494" y="0"/>
                  </a:lnTo>
                  <a:lnTo>
                    <a:pt x="263244" y="35103"/>
                  </a:lnTo>
                  <a:lnTo>
                    <a:pt x="272994" y="35224"/>
                  </a:lnTo>
                  <a:lnTo>
                    <a:pt x="282744" y="65168"/>
                  </a:lnTo>
                  <a:lnTo>
                    <a:pt x="292494" y="85680"/>
                  </a:lnTo>
                  <a:lnTo>
                    <a:pt x="302244" y="78431"/>
                  </a:lnTo>
                  <a:lnTo>
                    <a:pt x="311994" y="64314"/>
                  </a:lnTo>
                  <a:lnTo>
                    <a:pt x="321744" y="101249"/>
                  </a:lnTo>
                  <a:lnTo>
                    <a:pt x="331493" y="160942"/>
                  </a:lnTo>
                  <a:lnTo>
                    <a:pt x="341243" y="187457"/>
                  </a:lnTo>
                  <a:lnTo>
                    <a:pt x="350993" y="216694"/>
                  </a:lnTo>
                  <a:lnTo>
                    <a:pt x="360742" y="229902"/>
                  </a:lnTo>
                  <a:lnTo>
                    <a:pt x="370492" y="231560"/>
                  </a:lnTo>
                  <a:lnTo>
                    <a:pt x="380241" y="224139"/>
                  </a:lnTo>
                  <a:lnTo>
                    <a:pt x="389991" y="186645"/>
                  </a:lnTo>
                  <a:lnTo>
                    <a:pt x="399741" y="223467"/>
                  </a:lnTo>
                  <a:lnTo>
                    <a:pt x="409491" y="231822"/>
                  </a:lnTo>
                  <a:lnTo>
                    <a:pt x="419241" y="224812"/>
                  </a:lnTo>
                  <a:lnTo>
                    <a:pt x="428991" y="220140"/>
                  </a:lnTo>
                  <a:lnTo>
                    <a:pt x="438741" y="205426"/>
                  </a:lnTo>
                  <a:lnTo>
                    <a:pt x="448491" y="180269"/>
                  </a:lnTo>
                  <a:lnTo>
                    <a:pt x="458241" y="178937"/>
                  </a:lnTo>
                  <a:lnTo>
                    <a:pt x="467991" y="188143"/>
                  </a:lnTo>
                  <a:lnTo>
                    <a:pt x="477740" y="174282"/>
                  </a:lnTo>
                  <a:lnTo>
                    <a:pt x="487490" y="184284"/>
                  </a:lnTo>
                  <a:lnTo>
                    <a:pt x="497239" y="160997"/>
                  </a:lnTo>
                  <a:lnTo>
                    <a:pt x="506989" y="144253"/>
                  </a:lnTo>
                  <a:lnTo>
                    <a:pt x="516738" y="155168"/>
                  </a:lnTo>
                  <a:lnTo>
                    <a:pt x="526488" y="188642"/>
                  </a:lnTo>
                  <a:lnTo>
                    <a:pt x="536238" y="184557"/>
                  </a:lnTo>
                  <a:lnTo>
                    <a:pt x="545988" y="225344"/>
                  </a:lnTo>
                  <a:lnTo>
                    <a:pt x="555738" y="201021"/>
                  </a:lnTo>
                  <a:lnTo>
                    <a:pt x="565488" y="196970"/>
                  </a:lnTo>
                  <a:lnTo>
                    <a:pt x="575238" y="186523"/>
                  </a:lnTo>
                  <a:lnTo>
                    <a:pt x="584988" y="145787"/>
                  </a:lnTo>
                  <a:lnTo>
                    <a:pt x="594738" y="120899"/>
                  </a:lnTo>
                  <a:lnTo>
                    <a:pt x="604488" y="124698"/>
                  </a:lnTo>
                  <a:lnTo>
                    <a:pt x="614237" y="104537"/>
                  </a:lnTo>
                  <a:lnTo>
                    <a:pt x="623987" y="107639"/>
                  </a:lnTo>
                  <a:lnTo>
                    <a:pt x="633736" y="121549"/>
                  </a:lnTo>
                  <a:lnTo>
                    <a:pt x="643486" y="149855"/>
                  </a:lnTo>
                  <a:lnTo>
                    <a:pt x="653236" y="178596"/>
                  </a:lnTo>
                  <a:lnTo>
                    <a:pt x="662985" y="164845"/>
                  </a:lnTo>
                  <a:lnTo>
                    <a:pt x="672735" y="193459"/>
                  </a:lnTo>
                  <a:lnTo>
                    <a:pt x="682485" y="173686"/>
                  </a:lnTo>
                  <a:lnTo>
                    <a:pt x="692235" y="145785"/>
                  </a:lnTo>
                  <a:lnTo>
                    <a:pt x="701985" y="141624"/>
                  </a:lnTo>
                  <a:lnTo>
                    <a:pt x="711735" y="147820"/>
                  </a:lnTo>
                  <a:lnTo>
                    <a:pt x="721485" y="130911"/>
                  </a:lnTo>
                  <a:lnTo>
                    <a:pt x="731235" y="142421"/>
                  </a:lnTo>
                  <a:lnTo>
                    <a:pt x="740985" y="138735"/>
                  </a:lnTo>
                  <a:lnTo>
                    <a:pt x="750734" y="118712"/>
                  </a:lnTo>
                  <a:lnTo>
                    <a:pt x="760484" y="164655"/>
                  </a:lnTo>
                  <a:lnTo>
                    <a:pt x="770233" y="160730"/>
                  </a:lnTo>
                  <a:lnTo>
                    <a:pt x="779983" y="169430"/>
                  </a:lnTo>
                  <a:lnTo>
                    <a:pt x="789733" y="168001"/>
                  </a:lnTo>
                  <a:lnTo>
                    <a:pt x="799482" y="201187"/>
                  </a:lnTo>
                  <a:lnTo>
                    <a:pt x="809232" y="188743"/>
                  </a:lnTo>
                  <a:lnTo>
                    <a:pt x="818982" y="181911"/>
                  </a:lnTo>
                  <a:lnTo>
                    <a:pt x="828732" y="201522"/>
                  </a:lnTo>
                  <a:lnTo>
                    <a:pt x="838482" y="189780"/>
                  </a:lnTo>
                  <a:lnTo>
                    <a:pt x="848232" y="239853"/>
                  </a:lnTo>
                  <a:lnTo>
                    <a:pt x="857982" y="228912"/>
                  </a:lnTo>
                  <a:lnTo>
                    <a:pt x="867732" y="237044"/>
                  </a:lnTo>
                  <a:lnTo>
                    <a:pt x="877482" y="214709"/>
                  </a:lnTo>
                  <a:lnTo>
                    <a:pt x="887231" y="219843"/>
                  </a:lnTo>
                  <a:lnTo>
                    <a:pt x="896981" y="242827"/>
                  </a:lnTo>
                  <a:lnTo>
                    <a:pt x="906730" y="242834"/>
                  </a:lnTo>
                  <a:lnTo>
                    <a:pt x="916480" y="251864"/>
                  </a:lnTo>
                  <a:lnTo>
                    <a:pt x="926230" y="252366"/>
                  </a:lnTo>
                  <a:lnTo>
                    <a:pt x="935979" y="227314"/>
                  </a:lnTo>
                  <a:lnTo>
                    <a:pt x="945729" y="220314"/>
                  </a:lnTo>
                  <a:lnTo>
                    <a:pt x="955479" y="213511"/>
                  </a:lnTo>
                  <a:lnTo>
                    <a:pt x="965229" y="202577"/>
                  </a:lnTo>
                  <a:lnTo>
                    <a:pt x="974979" y="207337"/>
                  </a:lnTo>
                  <a:lnTo>
                    <a:pt x="984729" y="250999"/>
                  </a:lnTo>
                  <a:lnTo>
                    <a:pt x="994474" y="253277"/>
                  </a:lnTo>
                  <a:lnTo>
                    <a:pt x="1004233" y="210573"/>
                  </a:lnTo>
                  <a:lnTo>
                    <a:pt x="1013977" y="205744"/>
                  </a:lnTo>
                  <a:lnTo>
                    <a:pt x="1023721" y="208040"/>
                  </a:lnTo>
                  <a:lnTo>
                    <a:pt x="1033480" y="242420"/>
                  </a:lnTo>
                  <a:lnTo>
                    <a:pt x="1043224" y="244233"/>
                  </a:lnTo>
                  <a:lnTo>
                    <a:pt x="1052983" y="204411"/>
                  </a:lnTo>
                  <a:lnTo>
                    <a:pt x="1062727" y="187131"/>
                  </a:lnTo>
                  <a:lnTo>
                    <a:pt x="1072471" y="223841"/>
                  </a:lnTo>
                  <a:lnTo>
                    <a:pt x="1082230" y="201857"/>
                  </a:lnTo>
                  <a:lnTo>
                    <a:pt x="1091973" y="206393"/>
                  </a:lnTo>
                  <a:lnTo>
                    <a:pt x="1101732" y="222646"/>
                  </a:lnTo>
                  <a:lnTo>
                    <a:pt x="1111476" y="206753"/>
                  </a:lnTo>
                  <a:lnTo>
                    <a:pt x="1121220" y="216657"/>
                  </a:lnTo>
                  <a:lnTo>
                    <a:pt x="1130979" y="187784"/>
                  </a:lnTo>
                  <a:lnTo>
                    <a:pt x="1140723" y="200840"/>
                  </a:lnTo>
                  <a:lnTo>
                    <a:pt x="1150482" y="182170"/>
                  </a:lnTo>
                  <a:lnTo>
                    <a:pt x="1160226" y="192602"/>
                  </a:lnTo>
                  <a:lnTo>
                    <a:pt x="1169969" y="208149"/>
                  </a:lnTo>
                  <a:lnTo>
                    <a:pt x="1179728" y="234360"/>
                  </a:lnTo>
                  <a:lnTo>
                    <a:pt x="1189472" y="194505"/>
                  </a:lnTo>
                  <a:lnTo>
                    <a:pt x="1199231" y="206360"/>
                  </a:lnTo>
                  <a:lnTo>
                    <a:pt x="1208975" y="194447"/>
                  </a:lnTo>
                  <a:lnTo>
                    <a:pt x="1218719" y="191556"/>
                  </a:lnTo>
                  <a:lnTo>
                    <a:pt x="1228478" y="216816"/>
                  </a:lnTo>
                  <a:lnTo>
                    <a:pt x="1238222" y="203049"/>
                  </a:lnTo>
                  <a:lnTo>
                    <a:pt x="1247966" y="198957"/>
                  </a:lnTo>
                  <a:lnTo>
                    <a:pt x="1257725" y="159041"/>
                  </a:lnTo>
                  <a:lnTo>
                    <a:pt x="1267469" y="163777"/>
                  </a:lnTo>
                  <a:lnTo>
                    <a:pt x="1277227" y="215450"/>
                  </a:lnTo>
                  <a:lnTo>
                    <a:pt x="1286971" y="202830"/>
                  </a:lnTo>
                  <a:lnTo>
                    <a:pt x="1296715" y="208791"/>
                  </a:lnTo>
                  <a:lnTo>
                    <a:pt x="1306474" y="214238"/>
                  </a:lnTo>
                  <a:lnTo>
                    <a:pt x="1316218" y="208058"/>
                  </a:lnTo>
                  <a:lnTo>
                    <a:pt x="1325977" y="192572"/>
                  </a:lnTo>
                  <a:lnTo>
                    <a:pt x="1335721" y="200285"/>
                  </a:lnTo>
                  <a:lnTo>
                    <a:pt x="1345465" y="198448"/>
                  </a:lnTo>
                  <a:lnTo>
                    <a:pt x="1355224" y="185708"/>
                  </a:lnTo>
                  <a:lnTo>
                    <a:pt x="1364967" y="186982"/>
                  </a:lnTo>
                  <a:lnTo>
                    <a:pt x="1374726" y="238060"/>
                  </a:lnTo>
                  <a:lnTo>
                    <a:pt x="1384470" y="270676"/>
                  </a:lnTo>
                  <a:lnTo>
                    <a:pt x="1394214" y="282008"/>
                  </a:lnTo>
                  <a:lnTo>
                    <a:pt x="1403973" y="311971"/>
                  </a:lnTo>
                  <a:lnTo>
                    <a:pt x="1413717" y="343349"/>
                  </a:lnTo>
                  <a:lnTo>
                    <a:pt x="1423476" y="351378"/>
                  </a:lnTo>
                  <a:lnTo>
                    <a:pt x="1433220" y="335081"/>
                  </a:lnTo>
                  <a:lnTo>
                    <a:pt x="1442964" y="328992"/>
                  </a:lnTo>
                  <a:lnTo>
                    <a:pt x="1452722" y="313613"/>
                  </a:lnTo>
                  <a:lnTo>
                    <a:pt x="1462466" y="352793"/>
                  </a:lnTo>
                  <a:lnTo>
                    <a:pt x="1472225" y="363172"/>
                  </a:lnTo>
                  <a:lnTo>
                    <a:pt x="1481969" y="359739"/>
                  </a:lnTo>
                  <a:lnTo>
                    <a:pt x="1491713" y="377537"/>
                  </a:lnTo>
                  <a:lnTo>
                    <a:pt x="1501472" y="355440"/>
                  </a:lnTo>
                  <a:lnTo>
                    <a:pt x="1511216" y="361910"/>
                  </a:lnTo>
                  <a:lnTo>
                    <a:pt x="1520960" y="355724"/>
                  </a:lnTo>
                  <a:lnTo>
                    <a:pt x="1530719" y="360071"/>
                  </a:lnTo>
                  <a:lnTo>
                    <a:pt x="1540463" y="362173"/>
                  </a:lnTo>
                  <a:lnTo>
                    <a:pt x="1550221" y="361735"/>
                  </a:lnTo>
                  <a:lnTo>
                    <a:pt x="1559965" y="363596"/>
                  </a:lnTo>
                  <a:lnTo>
                    <a:pt x="1569709" y="353574"/>
                  </a:lnTo>
                  <a:lnTo>
                    <a:pt x="1579468" y="361199"/>
                  </a:lnTo>
                  <a:lnTo>
                    <a:pt x="1589212" y="365372"/>
                  </a:lnTo>
                  <a:lnTo>
                    <a:pt x="1598971" y="369752"/>
                  </a:lnTo>
                  <a:lnTo>
                    <a:pt x="1608715" y="364764"/>
                  </a:lnTo>
                  <a:lnTo>
                    <a:pt x="1618459" y="360602"/>
                  </a:lnTo>
                  <a:lnTo>
                    <a:pt x="1628218" y="336078"/>
                  </a:lnTo>
                  <a:lnTo>
                    <a:pt x="1637962" y="342040"/>
                  </a:lnTo>
                  <a:lnTo>
                    <a:pt x="1647720" y="338856"/>
                  </a:lnTo>
                  <a:lnTo>
                    <a:pt x="1657464" y="338648"/>
                  </a:lnTo>
                  <a:lnTo>
                    <a:pt x="1667208" y="371047"/>
                  </a:lnTo>
                  <a:lnTo>
                    <a:pt x="1676967" y="354214"/>
                  </a:lnTo>
                  <a:lnTo>
                    <a:pt x="1686711" y="384517"/>
                  </a:lnTo>
                  <a:lnTo>
                    <a:pt x="1696470" y="403847"/>
                  </a:lnTo>
                  <a:lnTo>
                    <a:pt x="1706214" y="388251"/>
                  </a:lnTo>
                  <a:lnTo>
                    <a:pt x="1715958" y="397752"/>
                  </a:lnTo>
                  <a:lnTo>
                    <a:pt x="1725716" y="433881"/>
                  </a:lnTo>
                  <a:lnTo>
                    <a:pt x="1735460" y="465064"/>
                  </a:lnTo>
                  <a:lnTo>
                    <a:pt x="1745219" y="438407"/>
                  </a:lnTo>
                  <a:lnTo>
                    <a:pt x="1754963" y="449163"/>
                  </a:lnTo>
                  <a:lnTo>
                    <a:pt x="1764707" y="497410"/>
                  </a:lnTo>
                  <a:lnTo>
                    <a:pt x="1774466" y="515132"/>
                  </a:lnTo>
                  <a:lnTo>
                    <a:pt x="1784210" y="527104"/>
                  </a:lnTo>
                  <a:lnTo>
                    <a:pt x="1793969" y="538968"/>
                  </a:lnTo>
                  <a:lnTo>
                    <a:pt x="1803713" y="553484"/>
                  </a:lnTo>
                  <a:lnTo>
                    <a:pt x="1813457" y="572751"/>
                  </a:lnTo>
                  <a:lnTo>
                    <a:pt x="1823215" y="558639"/>
                  </a:lnTo>
                  <a:lnTo>
                    <a:pt x="1832959" y="574806"/>
                  </a:lnTo>
                  <a:lnTo>
                    <a:pt x="1842703" y="578644"/>
                  </a:lnTo>
                  <a:lnTo>
                    <a:pt x="1852462" y="568328"/>
                  </a:lnTo>
                  <a:lnTo>
                    <a:pt x="1862206" y="556936"/>
                  </a:lnTo>
                  <a:lnTo>
                    <a:pt x="1871965" y="559324"/>
                  </a:lnTo>
                  <a:lnTo>
                    <a:pt x="1881709" y="568801"/>
                  </a:lnTo>
                  <a:lnTo>
                    <a:pt x="1891453" y="568888"/>
                  </a:lnTo>
                  <a:lnTo>
                    <a:pt x="1901212" y="604675"/>
                  </a:lnTo>
                  <a:lnTo>
                    <a:pt x="1910956" y="603042"/>
                  </a:lnTo>
                  <a:lnTo>
                    <a:pt x="1920714" y="606684"/>
                  </a:lnTo>
                  <a:lnTo>
                    <a:pt x="1930458" y="603442"/>
                  </a:lnTo>
                  <a:lnTo>
                    <a:pt x="1940202" y="611882"/>
                  </a:lnTo>
                  <a:lnTo>
                    <a:pt x="1949961" y="566744"/>
                  </a:lnTo>
                  <a:lnTo>
                    <a:pt x="1959705" y="580213"/>
                  </a:lnTo>
                  <a:lnTo>
                    <a:pt x="1969464" y="569610"/>
                  </a:lnTo>
                  <a:lnTo>
                    <a:pt x="1979208" y="592813"/>
                  </a:lnTo>
                  <a:lnTo>
                    <a:pt x="1988952" y="600244"/>
                  </a:lnTo>
                  <a:lnTo>
                    <a:pt x="1998711" y="583705"/>
                  </a:lnTo>
                  <a:lnTo>
                    <a:pt x="2008454" y="577096"/>
                  </a:lnTo>
                  <a:lnTo>
                    <a:pt x="2018213" y="548199"/>
                  </a:lnTo>
                  <a:lnTo>
                    <a:pt x="2027957" y="548957"/>
                  </a:lnTo>
                  <a:lnTo>
                    <a:pt x="2037701" y="558231"/>
                  </a:lnTo>
                  <a:lnTo>
                    <a:pt x="2047460" y="541249"/>
                  </a:lnTo>
                  <a:lnTo>
                    <a:pt x="2057204" y="550601"/>
                  </a:lnTo>
                  <a:lnTo>
                    <a:pt x="2066963" y="523206"/>
                  </a:lnTo>
                  <a:lnTo>
                    <a:pt x="2076707" y="501926"/>
                  </a:lnTo>
                  <a:lnTo>
                    <a:pt x="2086451" y="519842"/>
                  </a:lnTo>
                  <a:lnTo>
                    <a:pt x="2096210" y="501403"/>
                  </a:lnTo>
                  <a:lnTo>
                    <a:pt x="2105954" y="541016"/>
                  </a:lnTo>
                  <a:lnTo>
                    <a:pt x="2115697" y="578945"/>
                  </a:lnTo>
                  <a:lnTo>
                    <a:pt x="2125456" y="577100"/>
                  </a:lnTo>
                  <a:lnTo>
                    <a:pt x="2135200" y="569682"/>
                  </a:lnTo>
                  <a:lnTo>
                    <a:pt x="2144959" y="571474"/>
                  </a:lnTo>
                  <a:lnTo>
                    <a:pt x="2154703" y="538607"/>
                  </a:lnTo>
                  <a:lnTo>
                    <a:pt x="2164447" y="527656"/>
                  </a:lnTo>
                  <a:lnTo>
                    <a:pt x="2174206" y="507450"/>
                  </a:lnTo>
                  <a:lnTo>
                    <a:pt x="2183950" y="468630"/>
                  </a:lnTo>
                  <a:lnTo>
                    <a:pt x="2193709" y="461114"/>
                  </a:lnTo>
                  <a:lnTo>
                    <a:pt x="2203452" y="428057"/>
                  </a:lnTo>
                  <a:lnTo>
                    <a:pt x="2213196" y="406654"/>
                  </a:lnTo>
                  <a:lnTo>
                    <a:pt x="2222955" y="410537"/>
                  </a:lnTo>
                  <a:lnTo>
                    <a:pt x="2232699" y="389206"/>
                  </a:lnTo>
                  <a:lnTo>
                    <a:pt x="2242458" y="353343"/>
                  </a:lnTo>
                  <a:lnTo>
                    <a:pt x="2252202" y="392789"/>
                  </a:lnTo>
                  <a:lnTo>
                    <a:pt x="2261946" y="390334"/>
                  </a:lnTo>
                  <a:lnTo>
                    <a:pt x="2271705" y="363200"/>
                  </a:lnTo>
                  <a:lnTo>
                    <a:pt x="2281449" y="352188"/>
                  </a:lnTo>
                  <a:lnTo>
                    <a:pt x="2291208" y="356139"/>
                  </a:lnTo>
                  <a:lnTo>
                    <a:pt x="2300951" y="349934"/>
                  </a:lnTo>
                  <a:lnTo>
                    <a:pt x="2310695" y="366202"/>
                  </a:lnTo>
                  <a:lnTo>
                    <a:pt x="2320454" y="356358"/>
                  </a:lnTo>
                  <a:lnTo>
                    <a:pt x="2330198" y="350061"/>
                  </a:lnTo>
                  <a:lnTo>
                    <a:pt x="2339957" y="342872"/>
                  </a:lnTo>
                  <a:lnTo>
                    <a:pt x="2349701" y="338652"/>
                  </a:lnTo>
                  <a:lnTo>
                    <a:pt x="2359445" y="368906"/>
                  </a:lnTo>
                  <a:lnTo>
                    <a:pt x="2369204" y="380821"/>
                  </a:lnTo>
                  <a:lnTo>
                    <a:pt x="2378948" y="375874"/>
                  </a:lnTo>
                  <a:lnTo>
                    <a:pt x="2388692" y="385635"/>
                  </a:lnTo>
                  <a:lnTo>
                    <a:pt x="2398450" y="406469"/>
                  </a:lnTo>
                  <a:lnTo>
                    <a:pt x="2408194" y="379915"/>
                  </a:lnTo>
                  <a:lnTo>
                    <a:pt x="2417953" y="327925"/>
                  </a:lnTo>
                  <a:lnTo>
                    <a:pt x="2427697" y="336297"/>
                  </a:lnTo>
                  <a:lnTo>
                    <a:pt x="2437441" y="306496"/>
                  </a:lnTo>
                  <a:lnTo>
                    <a:pt x="2447200" y="300891"/>
                  </a:lnTo>
                  <a:lnTo>
                    <a:pt x="2456944" y="296648"/>
                  </a:lnTo>
                  <a:lnTo>
                    <a:pt x="2466703" y="301128"/>
                  </a:lnTo>
                  <a:lnTo>
                    <a:pt x="2476446" y="253441"/>
                  </a:lnTo>
                  <a:lnTo>
                    <a:pt x="2486190" y="247447"/>
                  </a:lnTo>
                  <a:lnTo>
                    <a:pt x="2495949" y="234996"/>
                  </a:lnTo>
                  <a:lnTo>
                    <a:pt x="2505693" y="240300"/>
                  </a:lnTo>
                  <a:lnTo>
                    <a:pt x="2515452" y="229429"/>
                  </a:lnTo>
                  <a:lnTo>
                    <a:pt x="2525196" y="230700"/>
                  </a:lnTo>
                  <a:lnTo>
                    <a:pt x="2534940" y="243512"/>
                  </a:lnTo>
                  <a:lnTo>
                    <a:pt x="2544699" y="242122"/>
                  </a:lnTo>
                  <a:lnTo>
                    <a:pt x="2554443" y="230590"/>
                  </a:lnTo>
                  <a:lnTo>
                    <a:pt x="2564202" y="206101"/>
                  </a:lnTo>
                  <a:lnTo>
                    <a:pt x="2573946" y="208346"/>
                  </a:lnTo>
                  <a:lnTo>
                    <a:pt x="2583690" y="207397"/>
                  </a:lnTo>
                  <a:lnTo>
                    <a:pt x="2593448" y="194077"/>
                  </a:lnTo>
                  <a:lnTo>
                    <a:pt x="2603192" y="215692"/>
                  </a:lnTo>
                  <a:lnTo>
                    <a:pt x="2612951" y="188308"/>
                  </a:lnTo>
                  <a:lnTo>
                    <a:pt x="2622695" y="194619"/>
                  </a:lnTo>
                  <a:lnTo>
                    <a:pt x="2632439" y="204097"/>
                  </a:lnTo>
                  <a:lnTo>
                    <a:pt x="2642198" y="206168"/>
                  </a:lnTo>
                  <a:lnTo>
                    <a:pt x="2651942" y="211950"/>
                  </a:lnTo>
                  <a:lnTo>
                    <a:pt x="2661685" y="204323"/>
                  </a:lnTo>
                  <a:lnTo>
                    <a:pt x="2671444" y="189658"/>
                  </a:lnTo>
                  <a:lnTo>
                    <a:pt x="2681188" y="200068"/>
                  </a:lnTo>
                  <a:lnTo>
                    <a:pt x="2690947" y="199703"/>
                  </a:lnTo>
                  <a:lnTo>
                    <a:pt x="2700691" y="235963"/>
                  </a:lnTo>
                  <a:lnTo>
                    <a:pt x="2710435" y="226268"/>
                  </a:lnTo>
                  <a:lnTo>
                    <a:pt x="2720194" y="250239"/>
                  </a:lnTo>
                  <a:lnTo>
                    <a:pt x="2729938" y="251261"/>
                  </a:lnTo>
                  <a:lnTo>
                    <a:pt x="2739697" y="249169"/>
                  </a:lnTo>
                  <a:lnTo>
                    <a:pt x="2749441" y="239996"/>
                  </a:lnTo>
                  <a:lnTo>
                    <a:pt x="2759185" y="274496"/>
                  </a:lnTo>
                  <a:lnTo>
                    <a:pt x="2768943" y="238335"/>
                  </a:lnTo>
                  <a:lnTo>
                    <a:pt x="2778687" y="223114"/>
                  </a:lnTo>
                  <a:lnTo>
                    <a:pt x="2788446" y="207078"/>
                  </a:lnTo>
                  <a:lnTo>
                    <a:pt x="2798190" y="209378"/>
                  </a:lnTo>
                  <a:lnTo>
                    <a:pt x="2807934" y="201918"/>
                  </a:lnTo>
                  <a:lnTo>
                    <a:pt x="2817693" y="203982"/>
                  </a:lnTo>
                  <a:lnTo>
                    <a:pt x="2827437" y="220638"/>
                  </a:lnTo>
                  <a:lnTo>
                    <a:pt x="2837196" y="209478"/>
                  </a:lnTo>
                  <a:lnTo>
                    <a:pt x="2846940" y="203778"/>
                  </a:lnTo>
                  <a:lnTo>
                    <a:pt x="2856684" y="207413"/>
                  </a:lnTo>
                  <a:lnTo>
                    <a:pt x="2866442" y="216572"/>
                  </a:lnTo>
                  <a:lnTo>
                    <a:pt x="2876186" y="173698"/>
                  </a:lnTo>
                  <a:lnTo>
                    <a:pt x="2885945" y="152692"/>
                  </a:lnTo>
                  <a:lnTo>
                    <a:pt x="2895689" y="133483"/>
                  </a:lnTo>
                  <a:lnTo>
                    <a:pt x="2905433" y="114750"/>
                  </a:lnTo>
                  <a:lnTo>
                    <a:pt x="2915192" y="11415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7" name="Freeform 1066">
              <a:extLst>
                <a:ext uri="{FF2B5EF4-FFF2-40B4-BE49-F238E27FC236}">
                  <a16:creationId xmlns:a16="http://schemas.microsoft.com/office/drawing/2014/main" id="{675C842F-BA23-7B2E-E2DA-B5C3D8933639}"/>
                </a:ext>
              </a:extLst>
            </p:cNvPr>
            <p:cNvSpPr/>
            <p:nvPr/>
          </p:nvSpPr>
          <p:spPr>
            <a:xfrm>
              <a:off x="4426652" y="3198177"/>
              <a:ext cx="2915191" cy="562587"/>
            </a:xfrm>
            <a:custGeom>
              <a:avLst/>
              <a:gdLst>
                <a:gd name="connsiteX0" fmla="*/ 0 w 2915191"/>
                <a:gd name="connsiteY0" fmla="*/ 273086 h 562587"/>
                <a:gd name="connsiteX1" fmla="*/ 9750 w 2915191"/>
                <a:gd name="connsiteY1" fmla="*/ 245571 h 562587"/>
                <a:gd name="connsiteX2" fmla="*/ 19500 w 2915191"/>
                <a:gd name="connsiteY2" fmla="*/ 232196 h 562587"/>
                <a:gd name="connsiteX3" fmla="*/ 29250 w 2915191"/>
                <a:gd name="connsiteY3" fmla="*/ 228901 h 562587"/>
                <a:gd name="connsiteX4" fmla="*/ 39000 w 2915191"/>
                <a:gd name="connsiteY4" fmla="*/ 229239 h 562587"/>
                <a:gd name="connsiteX5" fmla="*/ 48749 w 2915191"/>
                <a:gd name="connsiteY5" fmla="*/ 227522 h 562587"/>
                <a:gd name="connsiteX6" fmla="*/ 58499 w 2915191"/>
                <a:gd name="connsiteY6" fmla="*/ 241880 h 562587"/>
                <a:gd name="connsiteX7" fmla="*/ 68249 w 2915191"/>
                <a:gd name="connsiteY7" fmla="*/ 264084 h 562587"/>
                <a:gd name="connsiteX8" fmla="*/ 77998 w 2915191"/>
                <a:gd name="connsiteY8" fmla="*/ 270516 h 562587"/>
                <a:gd name="connsiteX9" fmla="*/ 87748 w 2915191"/>
                <a:gd name="connsiteY9" fmla="*/ 263858 h 562587"/>
                <a:gd name="connsiteX10" fmla="*/ 97497 w 2915191"/>
                <a:gd name="connsiteY10" fmla="*/ 278463 h 562587"/>
                <a:gd name="connsiteX11" fmla="*/ 107247 w 2915191"/>
                <a:gd name="connsiteY11" fmla="*/ 260482 h 562587"/>
                <a:gd name="connsiteX12" fmla="*/ 116997 w 2915191"/>
                <a:gd name="connsiteY12" fmla="*/ 263706 h 562587"/>
                <a:gd name="connsiteX13" fmla="*/ 126747 w 2915191"/>
                <a:gd name="connsiteY13" fmla="*/ 219374 h 562587"/>
                <a:gd name="connsiteX14" fmla="*/ 136497 w 2915191"/>
                <a:gd name="connsiteY14" fmla="*/ 202614 h 562587"/>
                <a:gd name="connsiteX15" fmla="*/ 146247 w 2915191"/>
                <a:gd name="connsiteY15" fmla="*/ 188205 h 562587"/>
                <a:gd name="connsiteX16" fmla="*/ 155997 w 2915191"/>
                <a:gd name="connsiteY16" fmla="*/ 159613 h 562587"/>
                <a:gd name="connsiteX17" fmla="*/ 165747 w 2915191"/>
                <a:gd name="connsiteY17" fmla="*/ 187127 h 562587"/>
                <a:gd name="connsiteX18" fmla="*/ 175497 w 2915191"/>
                <a:gd name="connsiteY18" fmla="*/ 176389 h 562587"/>
                <a:gd name="connsiteX19" fmla="*/ 185247 w 2915191"/>
                <a:gd name="connsiteY19" fmla="*/ 178207 h 562587"/>
                <a:gd name="connsiteX20" fmla="*/ 194996 w 2915191"/>
                <a:gd name="connsiteY20" fmla="*/ 195713 h 562587"/>
                <a:gd name="connsiteX21" fmla="*/ 204746 w 2915191"/>
                <a:gd name="connsiteY21" fmla="*/ 209551 h 562587"/>
                <a:gd name="connsiteX22" fmla="*/ 214495 w 2915191"/>
                <a:gd name="connsiteY22" fmla="*/ 202297 h 562587"/>
                <a:gd name="connsiteX23" fmla="*/ 224245 w 2915191"/>
                <a:gd name="connsiteY23" fmla="*/ 178666 h 562587"/>
                <a:gd name="connsiteX24" fmla="*/ 233995 w 2915191"/>
                <a:gd name="connsiteY24" fmla="*/ 154355 h 562587"/>
                <a:gd name="connsiteX25" fmla="*/ 243744 w 2915191"/>
                <a:gd name="connsiteY25" fmla="*/ 183780 h 562587"/>
                <a:gd name="connsiteX26" fmla="*/ 253494 w 2915191"/>
                <a:gd name="connsiteY26" fmla="*/ 173357 h 562587"/>
                <a:gd name="connsiteX27" fmla="*/ 263244 w 2915191"/>
                <a:gd name="connsiteY27" fmla="*/ 201400 h 562587"/>
                <a:gd name="connsiteX28" fmla="*/ 272994 w 2915191"/>
                <a:gd name="connsiteY28" fmla="*/ 182939 h 562587"/>
                <a:gd name="connsiteX29" fmla="*/ 282744 w 2915191"/>
                <a:gd name="connsiteY29" fmla="*/ 179320 h 562587"/>
                <a:gd name="connsiteX30" fmla="*/ 292494 w 2915191"/>
                <a:gd name="connsiteY30" fmla="*/ 202646 h 562587"/>
                <a:gd name="connsiteX31" fmla="*/ 302244 w 2915191"/>
                <a:gd name="connsiteY31" fmla="*/ 191598 h 562587"/>
                <a:gd name="connsiteX32" fmla="*/ 311994 w 2915191"/>
                <a:gd name="connsiteY32" fmla="*/ 188839 h 562587"/>
                <a:gd name="connsiteX33" fmla="*/ 321744 w 2915191"/>
                <a:gd name="connsiteY33" fmla="*/ 164331 h 562587"/>
                <a:gd name="connsiteX34" fmla="*/ 331493 w 2915191"/>
                <a:gd name="connsiteY34" fmla="*/ 163753 h 562587"/>
                <a:gd name="connsiteX35" fmla="*/ 341243 w 2915191"/>
                <a:gd name="connsiteY35" fmla="*/ 149476 h 562587"/>
                <a:gd name="connsiteX36" fmla="*/ 350993 w 2915191"/>
                <a:gd name="connsiteY36" fmla="*/ 144677 h 562587"/>
                <a:gd name="connsiteX37" fmla="*/ 360742 w 2915191"/>
                <a:gd name="connsiteY37" fmla="*/ 182070 h 562587"/>
                <a:gd name="connsiteX38" fmla="*/ 370492 w 2915191"/>
                <a:gd name="connsiteY38" fmla="*/ 193171 h 562587"/>
                <a:gd name="connsiteX39" fmla="*/ 380241 w 2915191"/>
                <a:gd name="connsiteY39" fmla="*/ 194543 h 562587"/>
                <a:gd name="connsiteX40" fmla="*/ 389991 w 2915191"/>
                <a:gd name="connsiteY40" fmla="*/ 188651 h 562587"/>
                <a:gd name="connsiteX41" fmla="*/ 399741 w 2915191"/>
                <a:gd name="connsiteY41" fmla="*/ 195454 h 562587"/>
                <a:gd name="connsiteX42" fmla="*/ 409491 w 2915191"/>
                <a:gd name="connsiteY42" fmla="*/ 224246 h 562587"/>
                <a:gd name="connsiteX43" fmla="*/ 419241 w 2915191"/>
                <a:gd name="connsiteY43" fmla="*/ 215824 h 562587"/>
                <a:gd name="connsiteX44" fmla="*/ 428991 w 2915191"/>
                <a:gd name="connsiteY44" fmla="*/ 236401 h 562587"/>
                <a:gd name="connsiteX45" fmla="*/ 438741 w 2915191"/>
                <a:gd name="connsiteY45" fmla="*/ 233083 h 562587"/>
                <a:gd name="connsiteX46" fmla="*/ 448491 w 2915191"/>
                <a:gd name="connsiteY46" fmla="*/ 226579 h 562587"/>
                <a:gd name="connsiteX47" fmla="*/ 458241 w 2915191"/>
                <a:gd name="connsiteY47" fmla="*/ 213964 h 562587"/>
                <a:gd name="connsiteX48" fmla="*/ 467991 w 2915191"/>
                <a:gd name="connsiteY48" fmla="*/ 202354 h 562587"/>
                <a:gd name="connsiteX49" fmla="*/ 477740 w 2915191"/>
                <a:gd name="connsiteY49" fmla="*/ 200652 h 562587"/>
                <a:gd name="connsiteX50" fmla="*/ 487490 w 2915191"/>
                <a:gd name="connsiteY50" fmla="*/ 212574 h 562587"/>
                <a:gd name="connsiteX51" fmla="*/ 497239 w 2915191"/>
                <a:gd name="connsiteY51" fmla="*/ 214243 h 562587"/>
                <a:gd name="connsiteX52" fmla="*/ 506989 w 2915191"/>
                <a:gd name="connsiteY52" fmla="*/ 141788 h 562587"/>
                <a:gd name="connsiteX53" fmla="*/ 516738 w 2915191"/>
                <a:gd name="connsiteY53" fmla="*/ 147275 h 562587"/>
                <a:gd name="connsiteX54" fmla="*/ 526488 w 2915191"/>
                <a:gd name="connsiteY54" fmla="*/ 138477 h 562587"/>
                <a:gd name="connsiteX55" fmla="*/ 536238 w 2915191"/>
                <a:gd name="connsiteY55" fmla="*/ 138260 h 562587"/>
                <a:gd name="connsiteX56" fmla="*/ 545988 w 2915191"/>
                <a:gd name="connsiteY56" fmla="*/ 142424 h 562587"/>
                <a:gd name="connsiteX57" fmla="*/ 555738 w 2915191"/>
                <a:gd name="connsiteY57" fmla="*/ 118728 h 562587"/>
                <a:gd name="connsiteX58" fmla="*/ 565488 w 2915191"/>
                <a:gd name="connsiteY58" fmla="*/ 137524 h 562587"/>
                <a:gd name="connsiteX59" fmla="*/ 575238 w 2915191"/>
                <a:gd name="connsiteY59" fmla="*/ 148299 h 562587"/>
                <a:gd name="connsiteX60" fmla="*/ 584988 w 2915191"/>
                <a:gd name="connsiteY60" fmla="*/ 184266 h 562587"/>
                <a:gd name="connsiteX61" fmla="*/ 594738 w 2915191"/>
                <a:gd name="connsiteY61" fmla="*/ 159303 h 562587"/>
                <a:gd name="connsiteX62" fmla="*/ 604488 w 2915191"/>
                <a:gd name="connsiteY62" fmla="*/ 162308 h 562587"/>
                <a:gd name="connsiteX63" fmla="*/ 614237 w 2915191"/>
                <a:gd name="connsiteY63" fmla="*/ 155262 h 562587"/>
                <a:gd name="connsiteX64" fmla="*/ 623987 w 2915191"/>
                <a:gd name="connsiteY64" fmla="*/ 171748 h 562587"/>
                <a:gd name="connsiteX65" fmla="*/ 633736 w 2915191"/>
                <a:gd name="connsiteY65" fmla="*/ 156731 h 562587"/>
                <a:gd name="connsiteX66" fmla="*/ 643486 w 2915191"/>
                <a:gd name="connsiteY66" fmla="*/ 182940 h 562587"/>
                <a:gd name="connsiteX67" fmla="*/ 653236 w 2915191"/>
                <a:gd name="connsiteY67" fmla="*/ 182566 h 562587"/>
                <a:gd name="connsiteX68" fmla="*/ 662985 w 2915191"/>
                <a:gd name="connsiteY68" fmla="*/ 196553 h 562587"/>
                <a:gd name="connsiteX69" fmla="*/ 672735 w 2915191"/>
                <a:gd name="connsiteY69" fmla="*/ 202011 h 562587"/>
                <a:gd name="connsiteX70" fmla="*/ 682485 w 2915191"/>
                <a:gd name="connsiteY70" fmla="*/ 183880 h 562587"/>
                <a:gd name="connsiteX71" fmla="*/ 692235 w 2915191"/>
                <a:gd name="connsiteY71" fmla="*/ 174808 h 562587"/>
                <a:gd name="connsiteX72" fmla="*/ 701985 w 2915191"/>
                <a:gd name="connsiteY72" fmla="*/ 166274 h 562587"/>
                <a:gd name="connsiteX73" fmla="*/ 711735 w 2915191"/>
                <a:gd name="connsiteY73" fmla="*/ 140469 h 562587"/>
                <a:gd name="connsiteX74" fmla="*/ 721485 w 2915191"/>
                <a:gd name="connsiteY74" fmla="*/ 144058 h 562587"/>
                <a:gd name="connsiteX75" fmla="*/ 731235 w 2915191"/>
                <a:gd name="connsiteY75" fmla="*/ 135183 h 562587"/>
                <a:gd name="connsiteX76" fmla="*/ 740985 w 2915191"/>
                <a:gd name="connsiteY76" fmla="*/ 100440 h 562587"/>
                <a:gd name="connsiteX77" fmla="*/ 750734 w 2915191"/>
                <a:gd name="connsiteY77" fmla="*/ 103101 h 562587"/>
                <a:gd name="connsiteX78" fmla="*/ 760484 w 2915191"/>
                <a:gd name="connsiteY78" fmla="*/ 97193 h 562587"/>
                <a:gd name="connsiteX79" fmla="*/ 770233 w 2915191"/>
                <a:gd name="connsiteY79" fmla="*/ 123769 h 562587"/>
                <a:gd name="connsiteX80" fmla="*/ 779983 w 2915191"/>
                <a:gd name="connsiteY80" fmla="*/ 124575 h 562587"/>
                <a:gd name="connsiteX81" fmla="*/ 789733 w 2915191"/>
                <a:gd name="connsiteY81" fmla="*/ 127331 h 562587"/>
                <a:gd name="connsiteX82" fmla="*/ 799482 w 2915191"/>
                <a:gd name="connsiteY82" fmla="*/ 111298 h 562587"/>
                <a:gd name="connsiteX83" fmla="*/ 809232 w 2915191"/>
                <a:gd name="connsiteY83" fmla="*/ 86337 h 562587"/>
                <a:gd name="connsiteX84" fmla="*/ 818982 w 2915191"/>
                <a:gd name="connsiteY84" fmla="*/ 82052 h 562587"/>
                <a:gd name="connsiteX85" fmla="*/ 828732 w 2915191"/>
                <a:gd name="connsiteY85" fmla="*/ 58334 h 562587"/>
                <a:gd name="connsiteX86" fmla="*/ 838482 w 2915191"/>
                <a:gd name="connsiteY86" fmla="*/ 76655 h 562587"/>
                <a:gd name="connsiteX87" fmla="*/ 848232 w 2915191"/>
                <a:gd name="connsiteY87" fmla="*/ 47042 h 562587"/>
                <a:gd name="connsiteX88" fmla="*/ 857982 w 2915191"/>
                <a:gd name="connsiteY88" fmla="*/ 82831 h 562587"/>
                <a:gd name="connsiteX89" fmla="*/ 867732 w 2915191"/>
                <a:gd name="connsiteY89" fmla="*/ 80966 h 562587"/>
                <a:gd name="connsiteX90" fmla="*/ 877482 w 2915191"/>
                <a:gd name="connsiteY90" fmla="*/ 86480 h 562587"/>
                <a:gd name="connsiteX91" fmla="*/ 887231 w 2915191"/>
                <a:gd name="connsiteY91" fmla="*/ 83396 h 562587"/>
                <a:gd name="connsiteX92" fmla="*/ 896981 w 2915191"/>
                <a:gd name="connsiteY92" fmla="*/ 124538 h 562587"/>
                <a:gd name="connsiteX93" fmla="*/ 906730 w 2915191"/>
                <a:gd name="connsiteY93" fmla="*/ 129168 h 562587"/>
                <a:gd name="connsiteX94" fmla="*/ 916480 w 2915191"/>
                <a:gd name="connsiteY94" fmla="*/ 145587 h 562587"/>
                <a:gd name="connsiteX95" fmla="*/ 926230 w 2915191"/>
                <a:gd name="connsiteY95" fmla="*/ 146497 h 562587"/>
                <a:gd name="connsiteX96" fmla="*/ 935979 w 2915191"/>
                <a:gd name="connsiteY96" fmla="*/ 142238 h 562587"/>
                <a:gd name="connsiteX97" fmla="*/ 945729 w 2915191"/>
                <a:gd name="connsiteY97" fmla="*/ 163043 h 562587"/>
                <a:gd name="connsiteX98" fmla="*/ 955479 w 2915191"/>
                <a:gd name="connsiteY98" fmla="*/ 162469 h 562587"/>
                <a:gd name="connsiteX99" fmla="*/ 965229 w 2915191"/>
                <a:gd name="connsiteY99" fmla="*/ 138869 h 562587"/>
                <a:gd name="connsiteX100" fmla="*/ 974979 w 2915191"/>
                <a:gd name="connsiteY100" fmla="*/ 129562 h 562587"/>
                <a:gd name="connsiteX101" fmla="*/ 984729 w 2915191"/>
                <a:gd name="connsiteY101" fmla="*/ 103326 h 562587"/>
                <a:gd name="connsiteX102" fmla="*/ 994474 w 2915191"/>
                <a:gd name="connsiteY102" fmla="*/ 105470 h 562587"/>
                <a:gd name="connsiteX103" fmla="*/ 1004233 w 2915191"/>
                <a:gd name="connsiteY103" fmla="*/ 107125 h 562587"/>
                <a:gd name="connsiteX104" fmla="*/ 1013977 w 2915191"/>
                <a:gd name="connsiteY104" fmla="*/ 114074 h 562587"/>
                <a:gd name="connsiteX105" fmla="*/ 1023721 w 2915191"/>
                <a:gd name="connsiteY105" fmla="*/ 93579 h 562587"/>
                <a:gd name="connsiteX106" fmla="*/ 1033480 w 2915191"/>
                <a:gd name="connsiteY106" fmla="*/ 50241 h 562587"/>
                <a:gd name="connsiteX107" fmla="*/ 1043224 w 2915191"/>
                <a:gd name="connsiteY107" fmla="*/ 43542 h 562587"/>
                <a:gd name="connsiteX108" fmla="*/ 1052983 w 2915191"/>
                <a:gd name="connsiteY108" fmla="*/ 37528 h 562587"/>
                <a:gd name="connsiteX109" fmla="*/ 1062727 w 2915191"/>
                <a:gd name="connsiteY109" fmla="*/ 0 h 562587"/>
                <a:gd name="connsiteX110" fmla="*/ 1072471 w 2915191"/>
                <a:gd name="connsiteY110" fmla="*/ 14915 h 562587"/>
                <a:gd name="connsiteX111" fmla="*/ 1082230 w 2915191"/>
                <a:gd name="connsiteY111" fmla="*/ 37802 h 562587"/>
                <a:gd name="connsiteX112" fmla="*/ 1091973 w 2915191"/>
                <a:gd name="connsiteY112" fmla="*/ 59802 h 562587"/>
                <a:gd name="connsiteX113" fmla="*/ 1101732 w 2915191"/>
                <a:gd name="connsiteY113" fmla="*/ 89306 h 562587"/>
                <a:gd name="connsiteX114" fmla="*/ 1111476 w 2915191"/>
                <a:gd name="connsiteY114" fmla="*/ 129763 h 562587"/>
                <a:gd name="connsiteX115" fmla="*/ 1121220 w 2915191"/>
                <a:gd name="connsiteY115" fmla="*/ 132550 h 562587"/>
                <a:gd name="connsiteX116" fmla="*/ 1130979 w 2915191"/>
                <a:gd name="connsiteY116" fmla="*/ 140286 h 562587"/>
                <a:gd name="connsiteX117" fmla="*/ 1140723 w 2915191"/>
                <a:gd name="connsiteY117" fmla="*/ 114256 h 562587"/>
                <a:gd name="connsiteX118" fmla="*/ 1150482 w 2915191"/>
                <a:gd name="connsiteY118" fmla="*/ 111212 h 562587"/>
                <a:gd name="connsiteX119" fmla="*/ 1160226 w 2915191"/>
                <a:gd name="connsiteY119" fmla="*/ 69610 h 562587"/>
                <a:gd name="connsiteX120" fmla="*/ 1169969 w 2915191"/>
                <a:gd name="connsiteY120" fmla="*/ 86131 h 562587"/>
                <a:gd name="connsiteX121" fmla="*/ 1179728 w 2915191"/>
                <a:gd name="connsiteY121" fmla="*/ 87348 h 562587"/>
                <a:gd name="connsiteX122" fmla="*/ 1189472 w 2915191"/>
                <a:gd name="connsiteY122" fmla="*/ 121571 h 562587"/>
                <a:gd name="connsiteX123" fmla="*/ 1199231 w 2915191"/>
                <a:gd name="connsiteY123" fmla="*/ 96909 h 562587"/>
                <a:gd name="connsiteX124" fmla="*/ 1208975 w 2915191"/>
                <a:gd name="connsiteY124" fmla="*/ 96736 h 562587"/>
                <a:gd name="connsiteX125" fmla="*/ 1218719 w 2915191"/>
                <a:gd name="connsiteY125" fmla="*/ 94434 h 562587"/>
                <a:gd name="connsiteX126" fmla="*/ 1228478 w 2915191"/>
                <a:gd name="connsiteY126" fmla="*/ 38931 h 562587"/>
                <a:gd name="connsiteX127" fmla="*/ 1238222 w 2915191"/>
                <a:gd name="connsiteY127" fmla="*/ 53852 h 562587"/>
                <a:gd name="connsiteX128" fmla="*/ 1247966 w 2915191"/>
                <a:gd name="connsiteY128" fmla="*/ 81989 h 562587"/>
                <a:gd name="connsiteX129" fmla="*/ 1257725 w 2915191"/>
                <a:gd name="connsiteY129" fmla="*/ 63038 h 562587"/>
                <a:gd name="connsiteX130" fmla="*/ 1267469 w 2915191"/>
                <a:gd name="connsiteY130" fmla="*/ 46202 h 562587"/>
                <a:gd name="connsiteX131" fmla="*/ 1277227 w 2915191"/>
                <a:gd name="connsiteY131" fmla="*/ 60013 h 562587"/>
                <a:gd name="connsiteX132" fmla="*/ 1286971 w 2915191"/>
                <a:gd name="connsiteY132" fmla="*/ 61473 h 562587"/>
                <a:gd name="connsiteX133" fmla="*/ 1296715 w 2915191"/>
                <a:gd name="connsiteY133" fmla="*/ 42855 h 562587"/>
                <a:gd name="connsiteX134" fmla="*/ 1306474 w 2915191"/>
                <a:gd name="connsiteY134" fmla="*/ 55931 h 562587"/>
                <a:gd name="connsiteX135" fmla="*/ 1316218 w 2915191"/>
                <a:gd name="connsiteY135" fmla="*/ 58470 h 562587"/>
                <a:gd name="connsiteX136" fmla="*/ 1325977 w 2915191"/>
                <a:gd name="connsiteY136" fmla="*/ 65952 h 562587"/>
                <a:gd name="connsiteX137" fmla="*/ 1335721 w 2915191"/>
                <a:gd name="connsiteY137" fmla="*/ 38655 h 562587"/>
                <a:gd name="connsiteX138" fmla="*/ 1345465 w 2915191"/>
                <a:gd name="connsiteY138" fmla="*/ 67883 h 562587"/>
                <a:gd name="connsiteX139" fmla="*/ 1355224 w 2915191"/>
                <a:gd name="connsiteY139" fmla="*/ 79905 h 562587"/>
                <a:gd name="connsiteX140" fmla="*/ 1364967 w 2915191"/>
                <a:gd name="connsiteY140" fmla="*/ 98716 h 562587"/>
                <a:gd name="connsiteX141" fmla="*/ 1374726 w 2915191"/>
                <a:gd name="connsiteY141" fmla="*/ 91238 h 562587"/>
                <a:gd name="connsiteX142" fmla="*/ 1384470 w 2915191"/>
                <a:gd name="connsiteY142" fmla="*/ 63556 h 562587"/>
                <a:gd name="connsiteX143" fmla="*/ 1394214 w 2915191"/>
                <a:gd name="connsiteY143" fmla="*/ 58718 h 562587"/>
                <a:gd name="connsiteX144" fmla="*/ 1403973 w 2915191"/>
                <a:gd name="connsiteY144" fmla="*/ 78324 h 562587"/>
                <a:gd name="connsiteX145" fmla="*/ 1413717 w 2915191"/>
                <a:gd name="connsiteY145" fmla="*/ 54736 h 562587"/>
                <a:gd name="connsiteX146" fmla="*/ 1423476 w 2915191"/>
                <a:gd name="connsiteY146" fmla="*/ 67847 h 562587"/>
                <a:gd name="connsiteX147" fmla="*/ 1433220 w 2915191"/>
                <a:gd name="connsiteY147" fmla="*/ 113626 h 562587"/>
                <a:gd name="connsiteX148" fmla="*/ 1442964 w 2915191"/>
                <a:gd name="connsiteY148" fmla="*/ 121430 h 562587"/>
                <a:gd name="connsiteX149" fmla="*/ 1452722 w 2915191"/>
                <a:gd name="connsiteY149" fmla="*/ 122881 h 562587"/>
                <a:gd name="connsiteX150" fmla="*/ 1462466 w 2915191"/>
                <a:gd name="connsiteY150" fmla="*/ 124710 h 562587"/>
                <a:gd name="connsiteX151" fmla="*/ 1472225 w 2915191"/>
                <a:gd name="connsiteY151" fmla="*/ 134261 h 562587"/>
                <a:gd name="connsiteX152" fmla="*/ 1481969 w 2915191"/>
                <a:gd name="connsiteY152" fmla="*/ 149037 h 562587"/>
                <a:gd name="connsiteX153" fmla="*/ 1491713 w 2915191"/>
                <a:gd name="connsiteY153" fmla="*/ 141387 h 562587"/>
                <a:gd name="connsiteX154" fmla="*/ 1501472 w 2915191"/>
                <a:gd name="connsiteY154" fmla="*/ 134641 h 562587"/>
                <a:gd name="connsiteX155" fmla="*/ 1511216 w 2915191"/>
                <a:gd name="connsiteY155" fmla="*/ 96735 h 562587"/>
                <a:gd name="connsiteX156" fmla="*/ 1520960 w 2915191"/>
                <a:gd name="connsiteY156" fmla="*/ 115685 h 562587"/>
                <a:gd name="connsiteX157" fmla="*/ 1530719 w 2915191"/>
                <a:gd name="connsiteY157" fmla="*/ 110774 h 562587"/>
                <a:gd name="connsiteX158" fmla="*/ 1540463 w 2915191"/>
                <a:gd name="connsiteY158" fmla="*/ 129611 h 562587"/>
                <a:gd name="connsiteX159" fmla="*/ 1550221 w 2915191"/>
                <a:gd name="connsiteY159" fmla="*/ 104829 h 562587"/>
                <a:gd name="connsiteX160" fmla="*/ 1559965 w 2915191"/>
                <a:gd name="connsiteY160" fmla="*/ 119277 h 562587"/>
                <a:gd name="connsiteX161" fmla="*/ 1569709 w 2915191"/>
                <a:gd name="connsiteY161" fmla="*/ 94257 h 562587"/>
                <a:gd name="connsiteX162" fmla="*/ 1579468 w 2915191"/>
                <a:gd name="connsiteY162" fmla="*/ 127225 h 562587"/>
                <a:gd name="connsiteX163" fmla="*/ 1589212 w 2915191"/>
                <a:gd name="connsiteY163" fmla="*/ 109960 h 562587"/>
                <a:gd name="connsiteX164" fmla="*/ 1598971 w 2915191"/>
                <a:gd name="connsiteY164" fmla="*/ 101709 h 562587"/>
                <a:gd name="connsiteX165" fmla="*/ 1608715 w 2915191"/>
                <a:gd name="connsiteY165" fmla="*/ 103768 h 562587"/>
                <a:gd name="connsiteX166" fmla="*/ 1618459 w 2915191"/>
                <a:gd name="connsiteY166" fmla="*/ 91676 h 562587"/>
                <a:gd name="connsiteX167" fmla="*/ 1628218 w 2915191"/>
                <a:gd name="connsiteY167" fmla="*/ 98746 h 562587"/>
                <a:gd name="connsiteX168" fmla="*/ 1637962 w 2915191"/>
                <a:gd name="connsiteY168" fmla="*/ 86244 h 562587"/>
                <a:gd name="connsiteX169" fmla="*/ 1647720 w 2915191"/>
                <a:gd name="connsiteY169" fmla="*/ 83664 h 562587"/>
                <a:gd name="connsiteX170" fmla="*/ 1657464 w 2915191"/>
                <a:gd name="connsiteY170" fmla="*/ 81092 h 562587"/>
                <a:gd name="connsiteX171" fmla="*/ 1667208 w 2915191"/>
                <a:gd name="connsiteY171" fmla="*/ 123952 h 562587"/>
                <a:gd name="connsiteX172" fmla="*/ 1676967 w 2915191"/>
                <a:gd name="connsiteY172" fmla="*/ 170541 h 562587"/>
                <a:gd name="connsiteX173" fmla="*/ 1686711 w 2915191"/>
                <a:gd name="connsiteY173" fmla="*/ 141210 h 562587"/>
                <a:gd name="connsiteX174" fmla="*/ 1696470 w 2915191"/>
                <a:gd name="connsiteY174" fmla="*/ 137068 h 562587"/>
                <a:gd name="connsiteX175" fmla="*/ 1706214 w 2915191"/>
                <a:gd name="connsiteY175" fmla="*/ 148498 h 562587"/>
                <a:gd name="connsiteX176" fmla="*/ 1715958 w 2915191"/>
                <a:gd name="connsiteY176" fmla="*/ 119946 h 562587"/>
                <a:gd name="connsiteX177" fmla="*/ 1725716 w 2915191"/>
                <a:gd name="connsiteY177" fmla="*/ 137701 h 562587"/>
                <a:gd name="connsiteX178" fmla="*/ 1735460 w 2915191"/>
                <a:gd name="connsiteY178" fmla="*/ 121378 h 562587"/>
                <a:gd name="connsiteX179" fmla="*/ 1745219 w 2915191"/>
                <a:gd name="connsiteY179" fmla="*/ 130590 h 562587"/>
                <a:gd name="connsiteX180" fmla="*/ 1754963 w 2915191"/>
                <a:gd name="connsiteY180" fmla="*/ 100008 h 562587"/>
                <a:gd name="connsiteX181" fmla="*/ 1764707 w 2915191"/>
                <a:gd name="connsiteY181" fmla="*/ 93771 h 562587"/>
                <a:gd name="connsiteX182" fmla="*/ 1774466 w 2915191"/>
                <a:gd name="connsiteY182" fmla="*/ 90720 h 562587"/>
                <a:gd name="connsiteX183" fmla="*/ 1784210 w 2915191"/>
                <a:gd name="connsiteY183" fmla="*/ 64971 h 562587"/>
                <a:gd name="connsiteX184" fmla="*/ 1793969 w 2915191"/>
                <a:gd name="connsiteY184" fmla="*/ 81052 h 562587"/>
                <a:gd name="connsiteX185" fmla="*/ 1803713 w 2915191"/>
                <a:gd name="connsiteY185" fmla="*/ 68984 h 562587"/>
                <a:gd name="connsiteX186" fmla="*/ 1813457 w 2915191"/>
                <a:gd name="connsiteY186" fmla="*/ 97083 h 562587"/>
                <a:gd name="connsiteX187" fmla="*/ 1823215 w 2915191"/>
                <a:gd name="connsiteY187" fmla="*/ 137628 h 562587"/>
                <a:gd name="connsiteX188" fmla="*/ 1832959 w 2915191"/>
                <a:gd name="connsiteY188" fmla="*/ 143261 h 562587"/>
                <a:gd name="connsiteX189" fmla="*/ 1842703 w 2915191"/>
                <a:gd name="connsiteY189" fmla="*/ 166763 h 562587"/>
                <a:gd name="connsiteX190" fmla="*/ 1852462 w 2915191"/>
                <a:gd name="connsiteY190" fmla="*/ 150326 h 562587"/>
                <a:gd name="connsiteX191" fmla="*/ 1862206 w 2915191"/>
                <a:gd name="connsiteY191" fmla="*/ 156037 h 562587"/>
                <a:gd name="connsiteX192" fmla="*/ 1871965 w 2915191"/>
                <a:gd name="connsiteY192" fmla="*/ 145952 h 562587"/>
                <a:gd name="connsiteX193" fmla="*/ 1881709 w 2915191"/>
                <a:gd name="connsiteY193" fmla="*/ 218987 h 562587"/>
                <a:gd name="connsiteX194" fmla="*/ 1891453 w 2915191"/>
                <a:gd name="connsiteY194" fmla="*/ 213864 h 562587"/>
                <a:gd name="connsiteX195" fmla="*/ 1901212 w 2915191"/>
                <a:gd name="connsiteY195" fmla="*/ 204055 h 562587"/>
                <a:gd name="connsiteX196" fmla="*/ 1910956 w 2915191"/>
                <a:gd name="connsiteY196" fmla="*/ 218474 h 562587"/>
                <a:gd name="connsiteX197" fmla="*/ 1920714 w 2915191"/>
                <a:gd name="connsiteY197" fmla="*/ 231739 h 562587"/>
                <a:gd name="connsiteX198" fmla="*/ 1930458 w 2915191"/>
                <a:gd name="connsiteY198" fmla="*/ 265162 h 562587"/>
                <a:gd name="connsiteX199" fmla="*/ 1940202 w 2915191"/>
                <a:gd name="connsiteY199" fmla="*/ 227177 h 562587"/>
                <a:gd name="connsiteX200" fmla="*/ 1949961 w 2915191"/>
                <a:gd name="connsiteY200" fmla="*/ 206707 h 562587"/>
                <a:gd name="connsiteX201" fmla="*/ 1959705 w 2915191"/>
                <a:gd name="connsiteY201" fmla="*/ 214976 h 562587"/>
                <a:gd name="connsiteX202" fmla="*/ 1969464 w 2915191"/>
                <a:gd name="connsiteY202" fmla="*/ 221146 h 562587"/>
                <a:gd name="connsiteX203" fmla="*/ 1979208 w 2915191"/>
                <a:gd name="connsiteY203" fmla="*/ 198538 h 562587"/>
                <a:gd name="connsiteX204" fmla="*/ 1988952 w 2915191"/>
                <a:gd name="connsiteY204" fmla="*/ 182998 h 562587"/>
                <a:gd name="connsiteX205" fmla="*/ 1998711 w 2915191"/>
                <a:gd name="connsiteY205" fmla="*/ 193955 h 562587"/>
                <a:gd name="connsiteX206" fmla="*/ 2008454 w 2915191"/>
                <a:gd name="connsiteY206" fmla="*/ 176191 h 562587"/>
                <a:gd name="connsiteX207" fmla="*/ 2018213 w 2915191"/>
                <a:gd name="connsiteY207" fmla="*/ 160295 h 562587"/>
                <a:gd name="connsiteX208" fmla="*/ 2027957 w 2915191"/>
                <a:gd name="connsiteY208" fmla="*/ 181535 h 562587"/>
                <a:gd name="connsiteX209" fmla="*/ 2037701 w 2915191"/>
                <a:gd name="connsiteY209" fmla="*/ 175972 h 562587"/>
                <a:gd name="connsiteX210" fmla="*/ 2047460 w 2915191"/>
                <a:gd name="connsiteY210" fmla="*/ 203510 h 562587"/>
                <a:gd name="connsiteX211" fmla="*/ 2057204 w 2915191"/>
                <a:gd name="connsiteY211" fmla="*/ 214679 h 562587"/>
                <a:gd name="connsiteX212" fmla="*/ 2066963 w 2915191"/>
                <a:gd name="connsiteY212" fmla="*/ 200083 h 562587"/>
                <a:gd name="connsiteX213" fmla="*/ 2076707 w 2915191"/>
                <a:gd name="connsiteY213" fmla="*/ 180348 h 562587"/>
                <a:gd name="connsiteX214" fmla="*/ 2086451 w 2915191"/>
                <a:gd name="connsiteY214" fmla="*/ 187018 h 562587"/>
                <a:gd name="connsiteX215" fmla="*/ 2096210 w 2915191"/>
                <a:gd name="connsiteY215" fmla="*/ 185853 h 562587"/>
                <a:gd name="connsiteX216" fmla="*/ 2105954 w 2915191"/>
                <a:gd name="connsiteY216" fmla="*/ 191570 h 562587"/>
                <a:gd name="connsiteX217" fmla="*/ 2115697 w 2915191"/>
                <a:gd name="connsiteY217" fmla="*/ 205031 h 562587"/>
                <a:gd name="connsiteX218" fmla="*/ 2125456 w 2915191"/>
                <a:gd name="connsiteY218" fmla="*/ 198684 h 562587"/>
                <a:gd name="connsiteX219" fmla="*/ 2135200 w 2915191"/>
                <a:gd name="connsiteY219" fmla="*/ 198258 h 562587"/>
                <a:gd name="connsiteX220" fmla="*/ 2144959 w 2915191"/>
                <a:gd name="connsiteY220" fmla="*/ 210079 h 562587"/>
                <a:gd name="connsiteX221" fmla="*/ 2154703 w 2915191"/>
                <a:gd name="connsiteY221" fmla="*/ 252763 h 562587"/>
                <a:gd name="connsiteX222" fmla="*/ 2164447 w 2915191"/>
                <a:gd name="connsiteY222" fmla="*/ 226959 h 562587"/>
                <a:gd name="connsiteX223" fmla="*/ 2174206 w 2915191"/>
                <a:gd name="connsiteY223" fmla="*/ 239012 h 562587"/>
                <a:gd name="connsiteX224" fmla="*/ 2183950 w 2915191"/>
                <a:gd name="connsiteY224" fmla="*/ 233458 h 562587"/>
                <a:gd name="connsiteX225" fmla="*/ 2193709 w 2915191"/>
                <a:gd name="connsiteY225" fmla="*/ 303585 h 562587"/>
                <a:gd name="connsiteX226" fmla="*/ 2203452 w 2915191"/>
                <a:gd name="connsiteY226" fmla="*/ 326416 h 562587"/>
                <a:gd name="connsiteX227" fmla="*/ 2213196 w 2915191"/>
                <a:gd name="connsiteY227" fmla="*/ 303753 h 562587"/>
                <a:gd name="connsiteX228" fmla="*/ 2222955 w 2915191"/>
                <a:gd name="connsiteY228" fmla="*/ 319732 h 562587"/>
                <a:gd name="connsiteX229" fmla="*/ 2232699 w 2915191"/>
                <a:gd name="connsiteY229" fmla="*/ 336999 h 562587"/>
                <a:gd name="connsiteX230" fmla="*/ 2242458 w 2915191"/>
                <a:gd name="connsiteY230" fmla="*/ 343711 h 562587"/>
                <a:gd name="connsiteX231" fmla="*/ 2252202 w 2915191"/>
                <a:gd name="connsiteY231" fmla="*/ 314535 h 562587"/>
                <a:gd name="connsiteX232" fmla="*/ 2261946 w 2915191"/>
                <a:gd name="connsiteY232" fmla="*/ 291467 h 562587"/>
                <a:gd name="connsiteX233" fmla="*/ 2271705 w 2915191"/>
                <a:gd name="connsiteY233" fmla="*/ 286440 h 562587"/>
                <a:gd name="connsiteX234" fmla="*/ 2281449 w 2915191"/>
                <a:gd name="connsiteY234" fmla="*/ 294309 h 562587"/>
                <a:gd name="connsiteX235" fmla="*/ 2291208 w 2915191"/>
                <a:gd name="connsiteY235" fmla="*/ 311795 h 562587"/>
                <a:gd name="connsiteX236" fmla="*/ 2300951 w 2915191"/>
                <a:gd name="connsiteY236" fmla="*/ 302196 h 562587"/>
                <a:gd name="connsiteX237" fmla="*/ 2310695 w 2915191"/>
                <a:gd name="connsiteY237" fmla="*/ 321393 h 562587"/>
                <a:gd name="connsiteX238" fmla="*/ 2320454 w 2915191"/>
                <a:gd name="connsiteY238" fmla="*/ 347367 h 562587"/>
                <a:gd name="connsiteX239" fmla="*/ 2330198 w 2915191"/>
                <a:gd name="connsiteY239" fmla="*/ 346684 h 562587"/>
                <a:gd name="connsiteX240" fmla="*/ 2339957 w 2915191"/>
                <a:gd name="connsiteY240" fmla="*/ 345925 h 562587"/>
                <a:gd name="connsiteX241" fmla="*/ 2349701 w 2915191"/>
                <a:gd name="connsiteY241" fmla="*/ 351169 h 562587"/>
                <a:gd name="connsiteX242" fmla="*/ 2359445 w 2915191"/>
                <a:gd name="connsiteY242" fmla="*/ 340306 h 562587"/>
                <a:gd name="connsiteX243" fmla="*/ 2369204 w 2915191"/>
                <a:gd name="connsiteY243" fmla="*/ 318509 h 562587"/>
                <a:gd name="connsiteX244" fmla="*/ 2378948 w 2915191"/>
                <a:gd name="connsiteY244" fmla="*/ 296636 h 562587"/>
                <a:gd name="connsiteX245" fmla="*/ 2388692 w 2915191"/>
                <a:gd name="connsiteY245" fmla="*/ 282497 h 562587"/>
                <a:gd name="connsiteX246" fmla="*/ 2398450 w 2915191"/>
                <a:gd name="connsiteY246" fmla="*/ 299398 h 562587"/>
                <a:gd name="connsiteX247" fmla="*/ 2408194 w 2915191"/>
                <a:gd name="connsiteY247" fmla="*/ 303470 h 562587"/>
                <a:gd name="connsiteX248" fmla="*/ 2417953 w 2915191"/>
                <a:gd name="connsiteY248" fmla="*/ 341218 h 562587"/>
                <a:gd name="connsiteX249" fmla="*/ 2427697 w 2915191"/>
                <a:gd name="connsiteY249" fmla="*/ 365974 h 562587"/>
                <a:gd name="connsiteX250" fmla="*/ 2437441 w 2915191"/>
                <a:gd name="connsiteY250" fmla="*/ 390928 h 562587"/>
                <a:gd name="connsiteX251" fmla="*/ 2447200 w 2915191"/>
                <a:gd name="connsiteY251" fmla="*/ 378439 h 562587"/>
                <a:gd name="connsiteX252" fmla="*/ 2456944 w 2915191"/>
                <a:gd name="connsiteY252" fmla="*/ 380268 h 562587"/>
                <a:gd name="connsiteX253" fmla="*/ 2466703 w 2915191"/>
                <a:gd name="connsiteY253" fmla="*/ 379827 h 562587"/>
                <a:gd name="connsiteX254" fmla="*/ 2476446 w 2915191"/>
                <a:gd name="connsiteY254" fmla="*/ 383516 h 562587"/>
                <a:gd name="connsiteX255" fmla="*/ 2486190 w 2915191"/>
                <a:gd name="connsiteY255" fmla="*/ 390382 h 562587"/>
                <a:gd name="connsiteX256" fmla="*/ 2495949 w 2915191"/>
                <a:gd name="connsiteY256" fmla="*/ 378233 h 562587"/>
                <a:gd name="connsiteX257" fmla="*/ 2505693 w 2915191"/>
                <a:gd name="connsiteY257" fmla="*/ 379051 h 562587"/>
                <a:gd name="connsiteX258" fmla="*/ 2515452 w 2915191"/>
                <a:gd name="connsiteY258" fmla="*/ 377706 h 562587"/>
                <a:gd name="connsiteX259" fmla="*/ 2525196 w 2915191"/>
                <a:gd name="connsiteY259" fmla="*/ 375182 h 562587"/>
                <a:gd name="connsiteX260" fmla="*/ 2534940 w 2915191"/>
                <a:gd name="connsiteY260" fmla="*/ 411766 h 562587"/>
                <a:gd name="connsiteX261" fmla="*/ 2544699 w 2915191"/>
                <a:gd name="connsiteY261" fmla="*/ 414581 h 562587"/>
                <a:gd name="connsiteX262" fmla="*/ 2554443 w 2915191"/>
                <a:gd name="connsiteY262" fmla="*/ 453926 h 562587"/>
                <a:gd name="connsiteX263" fmla="*/ 2564202 w 2915191"/>
                <a:gd name="connsiteY263" fmla="*/ 490182 h 562587"/>
                <a:gd name="connsiteX264" fmla="*/ 2573946 w 2915191"/>
                <a:gd name="connsiteY264" fmla="*/ 483934 h 562587"/>
                <a:gd name="connsiteX265" fmla="*/ 2583690 w 2915191"/>
                <a:gd name="connsiteY265" fmla="*/ 467599 h 562587"/>
                <a:gd name="connsiteX266" fmla="*/ 2593448 w 2915191"/>
                <a:gd name="connsiteY266" fmla="*/ 467920 h 562587"/>
                <a:gd name="connsiteX267" fmla="*/ 2603192 w 2915191"/>
                <a:gd name="connsiteY267" fmla="*/ 507009 h 562587"/>
                <a:gd name="connsiteX268" fmla="*/ 2612951 w 2915191"/>
                <a:gd name="connsiteY268" fmla="*/ 493107 h 562587"/>
                <a:gd name="connsiteX269" fmla="*/ 2622695 w 2915191"/>
                <a:gd name="connsiteY269" fmla="*/ 482030 h 562587"/>
                <a:gd name="connsiteX270" fmla="*/ 2632439 w 2915191"/>
                <a:gd name="connsiteY270" fmla="*/ 477359 h 562587"/>
                <a:gd name="connsiteX271" fmla="*/ 2642198 w 2915191"/>
                <a:gd name="connsiteY271" fmla="*/ 507461 h 562587"/>
                <a:gd name="connsiteX272" fmla="*/ 2651942 w 2915191"/>
                <a:gd name="connsiteY272" fmla="*/ 505378 h 562587"/>
                <a:gd name="connsiteX273" fmla="*/ 2661685 w 2915191"/>
                <a:gd name="connsiteY273" fmla="*/ 464357 h 562587"/>
                <a:gd name="connsiteX274" fmla="*/ 2671444 w 2915191"/>
                <a:gd name="connsiteY274" fmla="*/ 512231 h 562587"/>
                <a:gd name="connsiteX275" fmla="*/ 2681188 w 2915191"/>
                <a:gd name="connsiteY275" fmla="*/ 533331 h 562587"/>
                <a:gd name="connsiteX276" fmla="*/ 2690947 w 2915191"/>
                <a:gd name="connsiteY276" fmla="*/ 511096 h 562587"/>
                <a:gd name="connsiteX277" fmla="*/ 2700691 w 2915191"/>
                <a:gd name="connsiteY277" fmla="*/ 526742 h 562587"/>
                <a:gd name="connsiteX278" fmla="*/ 2710435 w 2915191"/>
                <a:gd name="connsiteY278" fmla="*/ 535301 h 562587"/>
                <a:gd name="connsiteX279" fmla="*/ 2720194 w 2915191"/>
                <a:gd name="connsiteY279" fmla="*/ 526844 h 562587"/>
                <a:gd name="connsiteX280" fmla="*/ 2729938 w 2915191"/>
                <a:gd name="connsiteY280" fmla="*/ 525724 h 562587"/>
                <a:gd name="connsiteX281" fmla="*/ 2739697 w 2915191"/>
                <a:gd name="connsiteY281" fmla="*/ 516320 h 562587"/>
                <a:gd name="connsiteX282" fmla="*/ 2749441 w 2915191"/>
                <a:gd name="connsiteY282" fmla="*/ 526648 h 562587"/>
                <a:gd name="connsiteX283" fmla="*/ 2759185 w 2915191"/>
                <a:gd name="connsiteY283" fmla="*/ 551262 h 562587"/>
                <a:gd name="connsiteX284" fmla="*/ 2768943 w 2915191"/>
                <a:gd name="connsiteY284" fmla="*/ 562587 h 562587"/>
                <a:gd name="connsiteX285" fmla="*/ 2778687 w 2915191"/>
                <a:gd name="connsiteY285" fmla="*/ 549044 h 562587"/>
                <a:gd name="connsiteX286" fmla="*/ 2788446 w 2915191"/>
                <a:gd name="connsiteY286" fmla="*/ 543841 h 562587"/>
                <a:gd name="connsiteX287" fmla="*/ 2798190 w 2915191"/>
                <a:gd name="connsiteY287" fmla="*/ 552949 h 562587"/>
                <a:gd name="connsiteX288" fmla="*/ 2807934 w 2915191"/>
                <a:gd name="connsiteY288" fmla="*/ 533482 h 562587"/>
                <a:gd name="connsiteX289" fmla="*/ 2817693 w 2915191"/>
                <a:gd name="connsiteY289" fmla="*/ 544948 h 562587"/>
                <a:gd name="connsiteX290" fmla="*/ 2827437 w 2915191"/>
                <a:gd name="connsiteY290" fmla="*/ 557103 h 562587"/>
                <a:gd name="connsiteX291" fmla="*/ 2837196 w 2915191"/>
                <a:gd name="connsiteY291" fmla="*/ 546663 h 562587"/>
                <a:gd name="connsiteX292" fmla="*/ 2846940 w 2915191"/>
                <a:gd name="connsiteY292" fmla="*/ 544236 h 562587"/>
                <a:gd name="connsiteX293" fmla="*/ 2856684 w 2915191"/>
                <a:gd name="connsiteY293" fmla="*/ 526149 h 562587"/>
                <a:gd name="connsiteX294" fmla="*/ 2866442 w 2915191"/>
                <a:gd name="connsiteY294" fmla="*/ 505826 h 562587"/>
                <a:gd name="connsiteX295" fmla="*/ 2876186 w 2915191"/>
                <a:gd name="connsiteY295" fmla="*/ 522540 h 562587"/>
                <a:gd name="connsiteX296" fmla="*/ 2885945 w 2915191"/>
                <a:gd name="connsiteY296" fmla="*/ 524206 h 562587"/>
                <a:gd name="connsiteX297" fmla="*/ 2895689 w 2915191"/>
                <a:gd name="connsiteY297" fmla="*/ 513690 h 562587"/>
                <a:gd name="connsiteX298" fmla="*/ 2905433 w 2915191"/>
                <a:gd name="connsiteY298" fmla="*/ 511257 h 562587"/>
                <a:gd name="connsiteX299" fmla="*/ 2915192 w 2915191"/>
                <a:gd name="connsiteY299" fmla="*/ 466627 h 562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62587">
                  <a:moveTo>
                    <a:pt x="0" y="273086"/>
                  </a:moveTo>
                  <a:lnTo>
                    <a:pt x="9750" y="245571"/>
                  </a:lnTo>
                  <a:lnTo>
                    <a:pt x="19500" y="232196"/>
                  </a:lnTo>
                  <a:lnTo>
                    <a:pt x="29250" y="228901"/>
                  </a:lnTo>
                  <a:lnTo>
                    <a:pt x="39000" y="229239"/>
                  </a:lnTo>
                  <a:lnTo>
                    <a:pt x="48749" y="227522"/>
                  </a:lnTo>
                  <a:lnTo>
                    <a:pt x="58499" y="241880"/>
                  </a:lnTo>
                  <a:lnTo>
                    <a:pt x="68249" y="264084"/>
                  </a:lnTo>
                  <a:lnTo>
                    <a:pt x="77998" y="270516"/>
                  </a:lnTo>
                  <a:lnTo>
                    <a:pt x="87748" y="263858"/>
                  </a:lnTo>
                  <a:lnTo>
                    <a:pt x="97497" y="278463"/>
                  </a:lnTo>
                  <a:lnTo>
                    <a:pt x="107247" y="260482"/>
                  </a:lnTo>
                  <a:lnTo>
                    <a:pt x="116997" y="263706"/>
                  </a:lnTo>
                  <a:lnTo>
                    <a:pt x="126747" y="219374"/>
                  </a:lnTo>
                  <a:lnTo>
                    <a:pt x="136497" y="202614"/>
                  </a:lnTo>
                  <a:lnTo>
                    <a:pt x="146247" y="188205"/>
                  </a:lnTo>
                  <a:lnTo>
                    <a:pt x="155997" y="159613"/>
                  </a:lnTo>
                  <a:lnTo>
                    <a:pt x="165747" y="187127"/>
                  </a:lnTo>
                  <a:lnTo>
                    <a:pt x="175497" y="176389"/>
                  </a:lnTo>
                  <a:lnTo>
                    <a:pt x="185247" y="178207"/>
                  </a:lnTo>
                  <a:lnTo>
                    <a:pt x="194996" y="195713"/>
                  </a:lnTo>
                  <a:lnTo>
                    <a:pt x="204746" y="209551"/>
                  </a:lnTo>
                  <a:lnTo>
                    <a:pt x="214495" y="202297"/>
                  </a:lnTo>
                  <a:lnTo>
                    <a:pt x="224245" y="178666"/>
                  </a:lnTo>
                  <a:lnTo>
                    <a:pt x="233995" y="154355"/>
                  </a:lnTo>
                  <a:lnTo>
                    <a:pt x="243744" y="183780"/>
                  </a:lnTo>
                  <a:lnTo>
                    <a:pt x="253494" y="173357"/>
                  </a:lnTo>
                  <a:lnTo>
                    <a:pt x="263244" y="201400"/>
                  </a:lnTo>
                  <a:lnTo>
                    <a:pt x="272994" y="182939"/>
                  </a:lnTo>
                  <a:lnTo>
                    <a:pt x="282744" y="179320"/>
                  </a:lnTo>
                  <a:lnTo>
                    <a:pt x="292494" y="202646"/>
                  </a:lnTo>
                  <a:lnTo>
                    <a:pt x="302244" y="191598"/>
                  </a:lnTo>
                  <a:lnTo>
                    <a:pt x="311994" y="188839"/>
                  </a:lnTo>
                  <a:lnTo>
                    <a:pt x="321744" y="164331"/>
                  </a:lnTo>
                  <a:lnTo>
                    <a:pt x="331493" y="163753"/>
                  </a:lnTo>
                  <a:lnTo>
                    <a:pt x="341243" y="149476"/>
                  </a:lnTo>
                  <a:lnTo>
                    <a:pt x="350993" y="144677"/>
                  </a:lnTo>
                  <a:lnTo>
                    <a:pt x="360742" y="182070"/>
                  </a:lnTo>
                  <a:lnTo>
                    <a:pt x="370492" y="193171"/>
                  </a:lnTo>
                  <a:lnTo>
                    <a:pt x="380241" y="194543"/>
                  </a:lnTo>
                  <a:lnTo>
                    <a:pt x="389991" y="188651"/>
                  </a:lnTo>
                  <a:lnTo>
                    <a:pt x="399741" y="195454"/>
                  </a:lnTo>
                  <a:lnTo>
                    <a:pt x="409491" y="224246"/>
                  </a:lnTo>
                  <a:lnTo>
                    <a:pt x="419241" y="215824"/>
                  </a:lnTo>
                  <a:lnTo>
                    <a:pt x="428991" y="236401"/>
                  </a:lnTo>
                  <a:lnTo>
                    <a:pt x="438741" y="233083"/>
                  </a:lnTo>
                  <a:lnTo>
                    <a:pt x="448491" y="226579"/>
                  </a:lnTo>
                  <a:lnTo>
                    <a:pt x="458241" y="213964"/>
                  </a:lnTo>
                  <a:lnTo>
                    <a:pt x="467991" y="202354"/>
                  </a:lnTo>
                  <a:lnTo>
                    <a:pt x="477740" y="200652"/>
                  </a:lnTo>
                  <a:lnTo>
                    <a:pt x="487490" y="212574"/>
                  </a:lnTo>
                  <a:lnTo>
                    <a:pt x="497239" y="214243"/>
                  </a:lnTo>
                  <a:lnTo>
                    <a:pt x="506989" y="141788"/>
                  </a:lnTo>
                  <a:lnTo>
                    <a:pt x="516738" y="147275"/>
                  </a:lnTo>
                  <a:lnTo>
                    <a:pt x="526488" y="138477"/>
                  </a:lnTo>
                  <a:lnTo>
                    <a:pt x="536238" y="138260"/>
                  </a:lnTo>
                  <a:lnTo>
                    <a:pt x="545988" y="142424"/>
                  </a:lnTo>
                  <a:lnTo>
                    <a:pt x="555738" y="118728"/>
                  </a:lnTo>
                  <a:lnTo>
                    <a:pt x="565488" y="137524"/>
                  </a:lnTo>
                  <a:lnTo>
                    <a:pt x="575238" y="148299"/>
                  </a:lnTo>
                  <a:lnTo>
                    <a:pt x="584988" y="184266"/>
                  </a:lnTo>
                  <a:lnTo>
                    <a:pt x="594738" y="159303"/>
                  </a:lnTo>
                  <a:lnTo>
                    <a:pt x="604488" y="162308"/>
                  </a:lnTo>
                  <a:lnTo>
                    <a:pt x="614237" y="155262"/>
                  </a:lnTo>
                  <a:lnTo>
                    <a:pt x="623987" y="171748"/>
                  </a:lnTo>
                  <a:lnTo>
                    <a:pt x="633736" y="156731"/>
                  </a:lnTo>
                  <a:lnTo>
                    <a:pt x="643486" y="182940"/>
                  </a:lnTo>
                  <a:lnTo>
                    <a:pt x="653236" y="182566"/>
                  </a:lnTo>
                  <a:lnTo>
                    <a:pt x="662985" y="196553"/>
                  </a:lnTo>
                  <a:lnTo>
                    <a:pt x="672735" y="202011"/>
                  </a:lnTo>
                  <a:lnTo>
                    <a:pt x="682485" y="183880"/>
                  </a:lnTo>
                  <a:lnTo>
                    <a:pt x="692235" y="174808"/>
                  </a:lnTo>
                  <a:lnTo>
                    <a:pt x="701985" y="166274"/>
                  </a:lnTo>
                  <a:lnTo>
                    <a:pt x="711735" y="140469"/>
                  </a:lnTo>
                  <a:lnTo>
                    <a:pt x="721485" y="144058"/>
                  </a:lnTo>
                  <a:lnTo>
                    <a:pt x="731235" y="135183"/>
                  </a:lnTo>
                  <a:lnTo>
                    <a:pt x="740985" y="100440"/>
                  </a:lnTo>
                  <a:lnTo>
                    <a:pt x="750734" y="103101"/>
                  </a:lnTo>
                  <a:lnTo>
                    <a:pt x="760484" y="97193"/>
                  </a:lnTo>
                  <a:lnTo>
                    <a:pt x="770233" y="123769"/>
                  </a:lnTo>
                  <a:lnTo>
                    <a:pt x="779983" y="124575"/>
                  </a:lnTo>
                  <a:lnTo>
                    <a:pt x="789733" y="127331"/>
                  </a:lnTo>
                  <a:lnTo>
                    <a:pt x="799482" y="111298"/>
                  </a:lnTo>
                  <a:lnTo>
                    <a:pt x="809232" y="86337"/>
                  </a:lnTo>
                  <a:lnTo>
                    <a:pt x="818982" y="82052"/>
                  </a:lnTo>
                  <a:lnTo>
                    <a:pt x="828732" y="58334"/>
                  </a:lnTo>
                  <a:lnTo>
                    <a:pt x="838482" y="76655"/>
                  </a:lnTo>
                  <a:lnTo>
                    <a:pt x="848232" y="47042"/>
                  </a:lnTo>
                  <a:lnTo>
                    <a:pt x="857982" y="82831"/>
                  </a:lnTo>
                  <a:lnTo>
                    <a:pt x="867732" y="80966"/>
                  </a:lnTo>
                  <a:lnTo>
                    <a:pt x="877482" y="86480"/>
                  </a:lnTo>
                  <a:lnTo>
                    <a:pt x="887231" y="83396"/>
                  </a:lnTo>
                  <a:lnTo>
                    <a:pt x="896981" y="124538"/>
                  </a:lnTo>
                  <a:lnTo>
                    <a:pt x="906730" y="129168"/>
                  </a:lnTo>
                  <a:lnTo>
                    <a:pt x="916480" y="145587"/>
                  </a:lnTo>
                  <a:lnTo>
                    <a:pt x="926230" y="146497"/>
                  </a:lnTo>
                  <a:lnTo>
                    <a:pt x="935979" y="142238"/>
                  </a:lnTo>
                  <a:lnTo>
                    <a:pt x="945729" y="163043"/>
                  </a:lnTo>
                  <a:lnTo>
                    <a:pt x="955479" y="162469"/>
                  </a:lnTo>
                  <a:lnTo>
                    <a:pt x="965229" y="138869"/>
                  </a:lnTo>
                  <a:lnTo>
                    <a:pt x="974979" y="129562"/>
                  </a:lnTo>
                  <a:lnTo>
                    <a:pt x="984729" y="103326"/>
                  </a:lnTo>
                  <a:lnTo>
                    <a:pt x="994474" y="105470"/>
                  </a:lnTo>
                  <a:lnTo>
                    <a:pt x="1004233" y="107125"/>
                  </a:lnTo>
                  <a:lnTo>
                    <a:pt x="1013977" y="114074"/>
                  </a:lnTo>
                  <a:lnTo>
                    <a:pt x="1023721" y="93579"/>
                  </a:lnTo>
                  <a:lnTo>
                    <a:pt x="1033480" y="50241"/>
                  </a:lnTo>
                  <a:lnTo>
                    <a:pt x="1043224" y="43542"/>
                  </a:lnTo>
                  <a:lnTo>
                    <a:pt x="1052983" y="37528"/>
                  </a:lnTo>
                  <a:lnTo>
                    <a:pt x="1062727" y="0"/>
                  </a:lnTo>
                  <a:lnTo>
                    <a:pt x="1072471" y="14915"/>
                  </a:lnTo>
                  <a:lnTo>
                    <a:pt x="1082230" y="37802"/>
                  </a:lnTo>
                  <a:lnTo>
                    <a:pt x="1091973" y="59802"/>
                  </a:lnTo>
                  <a:lnTo>
                    <a:pt x="1101732" y="89306"/>
                  </a:lnTo>
                  <a:lnTo>
                    <a:pt x="1111476" y="129763"/>
                  </a:lnTo>
                  <a:lnTo>
                    <a:pt x="1121220" y="132550"/>
                  </a:lnTo>
                  <a:lnTo>
                    <a:pt x="1130979" y="140286"/>
                  </a:lnTo>
                  <a:lnTo>
                    <a:pt x="1140723" y="114256"/>
                  </a:lnTo>
                  <a:lnTo>
                    <a:pt x="1150482" y="111212"/>
                  </a:lnTo>
                  <a:lnTo>
                    <a:pt x="1160226" y="69610"/>
                  </a:lnTo>
                  <a:lnTo>
                    <a:pt x="1169969" y="86131"/>
                  </a:lnTo>
                  <a:lnTo>
                    <a:pt x="1179728" y="87348"/>
                  </a:lnTo>
                  <a:lnTo>
                    <a:pt x="1189472" y="121571"/>
                  </a:lnTo>
                  <a:lnTo>
                    <a:pt x="1199231" y="96909"/>
                  </a:lnTo>
                  <a:lnTo>
                    <a:pt x="1208975" y="96736"/>
                  </a:lnTo>
                  <a:lnTo>
                    <a:pt x="1218719" y="94434"/>
                  </a:lnTo>
                  <a:lnTo>
                    <a:pt x="1228478" y="38931"/>
                  </a:lnTo>
                  <a:lnTo>
                    <a:pt x="1238222" y="53852"/>
                  </a:lnTo>
                  <a:lnTo>
                    <a:pt x="1247966" y="81989"/>
                  </a:lnTo>
                  <a:lnTo>
                    <a:pt x="1257725" y="63038"/>
                  </a:lnTo>
                  <a:lnTo>
                    <a:pt x="1267469" y="46202"/>
                  </a:lnTo>
                  <a:lnTo>
                    <a:pt x="1277227" y="60013"/>
                  </a:lnTo>
                  <a:lnTo>
                    <a:pt x="1286971" y="61473"/>
                  </a:lnTo>
                  <a:lnTo>
                    <a:pt x="1296715" y="42855"/>
                  </a:lnTo>
                  <a:lnTo>
                    <a:pt x="1306474" y="55931"/>
                  </a:lnTo>
                  <a:lnTo>
                    <a:pt x="1316218" y="58470"/>
                  </a:lnTo>
                  <a:lnTo>
                    <a:pt x="1325977" y="65952"/>
                  </a:lnTo>
                  <a:lnTo>
                    <a:pt x="1335721" y="38655"/>
                  </a:lnTo>
                  <a:lnTo>
                    <a:pt x="1345465" y="67883"/>
                  </a:lnTo>
                  <a:lnTo>
                    <a:pt x="1355224" y="79905"/>
                  </a:lnTo>
                  <a:lnTo>
                    <a:pt x="1364967" y="98716"/>
                  </a:lnTo>
                  <a:lnTo>
                    <a:pt x="1374726" y="91238"/>
                  </a:lnTo>
                  <a:lnTo>
                    <a:pt x="1384470" y="63556"/>
                  </a:lnTo>
                  <a:lnTo>
                    <a:pt x="1394214" y="58718"/>
                  </a:lnTo>
                  <a:lnTo>
                    <a:pt x="1403973" y="78324"/>
                  </a:lnTo>
                  <a:lnTo>
                    <a:pt x="1413717" y="54736"/>
                  </a:lnTo>
                  <a:lnTo>
                    <a:pt x="1423476" y="67847"/>
                  </a:lnTo>
                  <a:lnTo>
                    <a:pt x="1433220" y="113626"/>
                  </a:lnTo>
                  <a:lnTo>
                    <a:pt x="1442964" y="121430"/>
                  </a:lnTo>
                  <a:lnTo>
                    <a:pt x="1452722" y="122881"/>
                  </a:lnTo>
                  <a:lnTo>
                    <a:pt x="1462466" y="124710"/>
                  </a:lnTo>
                  <a:lnTo>
                    <a:pt x="1472225" y="134261"/>
                  </a:lnTo>
                  <a:lnTo>
                    <a:pt x="1481969" y="149037"/>
                  </a:lnTo>
                  <a:lnTo>
                    <a:pt x="1491713" y="141387"/>
                  </a:lnTo>
                  <a:lnTo>
                    <a:pt x="1501472" y="134641"/>
                  </a:lnTo>
                  <a:lnTo>
                    <a:pt x="1511216" y="96735"/>
                  </a:lnTo>
                  <a:lnTo>
                    <a:pt x="1520960" y="115685"/>
                  </a:lnTo>
                  <a:lnTo>
                    <a:pt x="1530719" y="110774"/>
                  </a:lnTo>
                  <a:lnTo>
                    <a:pt x="1540463" y="129611"/>
                  </a:lnTo>
                  <a:lnTo>
                    <a:pt x="1550221" y="104829"/>
                  </a:lnTo>
                  <a:lnTo>
                    <a:pt x="1559965" y="119277"/>
                  </a:lnTo>
                  <a:lnTo>
                    <a:pt x="1569709" y="94257"/>
                  </a:lnTo>
                  <a:lnTo>
                    <a:pt x="1579468" y="127225"/>
                  </a:lnTo>
                  <a:lnTo>
                    <a:pt x="1589212" y="109960"/>
                  </a:lnTo>
                  <a:lnTo>
                    <a:pt x="1598971" y="101709"/>
                  </a:lnTo>
                  <a:lnTo>
                    <a:pt x="1608715" y="103768"/>
                  </a:lnTo>
                  <a:lnTo>
                    <a:pt x="1618459" y="91676"/>
                  </a:lnTo>
                  <a:lnTo>
                    <a:pt x="1628218" y="98746"/>
                  </a:lnTo>
                  <a:lnTo>
                    <a:pt x="1637962" y="86244"/>
                  </a:lnTo>
                  <a:lnTo>
                    <a:pt x="1647720" y="83664"/>
                  </a:lnTo>
                  <a:lnTo>
                    <a:pt x="1657464" y="81092"/>
                  </a:lnTo>
                  <a:lnTo>
                    <a:pt x="1667208" y="123952"/>
                  </a:lnTo>
                  <a:lnTo>
                    <a:pt x="1676967" y="170541"/>
                  </a:lnTo>
                  <a:lnTo>
                    <a:pt x="1686711" y="141210"/>
                  </a:lnTo>
                  <a:lnTo>
                    <a:pt x="1696470" y="137068"/>
                  </a:lnTo>
                  <a:lnTo>
                    <a:pt x="1706214" y="148498"/>
                  </a:lnTo>
                  <a:lnTo>
                    <a:pt x="1715958" y="119946"/>
                  </a:lnTo>
                  <a:lnTo>
                    <a:pt x="1725716" y="137701"/>
                  </a:lnTo>
                  <a:lnTo>
                    <a:pt x="1735460" y="121378"/>
                  </a:lnTo>
                  <a:lnTo>
                    <a:pt x="1745219" y="130590"/>
                  </a:lnTo>
                  <a:lnTo>
                    <a:pt x="1754963" y="100008"/>
                  </a:lnTo>
                  <a:lnTo>
                    <a:pt x="1764707" y="93771"/>
                  </a:lnTo>
                  <a:lnTo>
                    <a:pt x="1774466" y="90720"/>
                  </a:lnTo>
                  <a:lnTo>
                    <a:pt x="1784210" y="64971"/>
                  </a:lnTo>
                  <a:lnTo>
                    <a:pt x="1793969" y="81052"/>
                  </a:lnTo>
                  <a:lnTo>
                    <a:pt x="1803713" y="68984"/>
                  </a:lnTo>
                  <a:lnTo>
                    <a:pt x="1813457" y="97083"/>
                  </a:lnTo>
                  <a:lnTo>
                    <a:pt x="1823215" y="137628"/>
                  </a:lnTo>
                  <a:lnTo>
                    <a:pt x="1832959" y="143261"/>
                  </a:lnTo>
                  <a:lnTo>
                    <a:pt x="1842703" y="166763"/>
                  </a:lnTo>
                  <a:lnTo>
                    <a:pt x="1852462" y="150326"/>
                  </a:lnTo>
                  <a:lnTo>
                    <a:pt x="1862206" y="156037"/>
                  </a:lnTo>
                  <a:lnTo>
                    <a:pt x="1871965" y="145952"/>
                  </a:lnTo>
                  <a:lnTo>
                    <a:pt x="1881709" y="218987"/>
                  </a:lnTo>
                  <a:lnTo>
                    <a:pt x="1891453" y="213864"/>
                  </a:lnTo>
                  <a:lnTo>
                    <a:pt x="1901212" y="204055"/>
                  </a:lnTo>
                  <a:lnTo>
                    <a:pt x="1910956" y="218474"/>
                  </a:lnTo>
                  <a:lnTo>
                    <a:pt x="1920714" y="231739"/>
                  </a:lnTo>
                  <a:lnTo>
                    <a:pt x="1930458" y="265162"/>
                  </a:lnTo>
                  <a:lnTo>
                    <a:pt x="1940202" y="227177"/>
                  </a:lnTo>
                  <a:lnTo>
                    <a:pt x="1949961" y="206707"/>
                  </a:lnTo>
                  <a:lnTo>
                    <a:pt x="1959705" y="214976"/>
                  </a:lnTo>
                  <a:lnTo>
                    <a:pt x="1969464" y="221146"/>
                  </a:lnTo>
                  <a:lnTo>
                    <a:pt x="1979208" y="198538"/>
                  </a:lnTo>
                  <a:lnTo>
                    <a:pt x="1988952" y="182998"/>
                  </a:lnTo>
                  <a:lnTo>
                    <a:pt x="1998711" y="193955"/>
                  </a:lnTo>
                  <a:lnTo>
                    <a:pt x="2008454" y="176191"/>
                  </a:lnTo>
                  <a:lnTo>
                    <a:pt x="2018213" y="160295"/>
                  </a:lnTo>
                  <a:lnTo>
                    <a:pt x="2027957" y="181535"/>
                  </a:lnTo>
                  <a:lnTo>
                    <a:pt x="2037701" y="175972"/>
                  </a:lnTo>
                  <a:lnTo>
                    <a:pt x="2047460" y="203510"/>
                  </a:lnTo>
                  <a:lnTo>
                    <a:pt x="2057204" y="214679"/>
                  </a:lnTo>
                  <a:lnTo>
                    <a:pt x="2066963" y="200083"/>
                  </a:lnTo>
                  <a:lnTo>
                    <a:pt x="2076707" y="180348"/>
                  </a:lnTo>
                  <a:lnTo>
                    <a:pt x="2086451" y="187018"/>
                  </a:lnTo>
                  <a:lnTo>
                    <a:pt x="2096210" y="185853"/>
                  </a:lnTo>
                  <a:lnTo>
                    <a:pt x="2105954" y="191570"/>
                  </a:lnTo>
                  <a:lnTo>
                    <a:pt x="2115697" y="205031"/>
                  </a:lnTo>
                  <a:lnTo>
                    <a:pt x="2125456" y="198684"/>
                  </a:lnTo>
                  <a:lnTo>
                    <a:pt x="2135200" y="198258"/>
                  </a:lnTo>
                  <a:lnTo>
                    <a:pt x="2144959" y="210079"/>
                  </a:lnTo>
                  <a:lnTo>
                    <a:pt x="2154703" y="252763"/>
                  </a:lnTo>
                  <a:lnTo>
                    <a:pt x="2164447" y="226959"/>
                  </a:lnTo>
                  <a:lnTo>
                    <a:pt x="2174206" y="239012"/>
                  </a:lnTo>
                  <a:lnTo>
                    <a:pt x="2183950" y="233458"/>
                  </a:lnTo>
                  <a:lnTo>
                    <a:pt x="2193709" y="303585"/>
                  </a:lnTo>
                  <a:lnTo>
                    <a:pt x="2203452" y="326416"/>
                  </a:lnTo>
                  <a:lnTo>
                    <a:pt x="2213196" y="303753"/>
                  </a:lnTo>
                  <a:lnTo>
                    <a:pt x="2222955" y="319732"/>
                  </a:lnTo>
                  <a:lnTo>
                    <a:pt x="2232699" y="336999"/>
                  </a:lnTo>
                  <a:lnTo>
                    <a:pt x="2242458" y="343711"/>
                  </a:lnTo>
                  <a:lnTo>
                    <a:pt x="2252202" y="314535"/>
                  </a:lnTo>
                  <a:lnTo>
                    <a:pt x="2261946" y="291467"/>
                  </a:lnTo>
                  <a:lnTo>
                    <a:pt x="2271705" y="286440"/>
                  </a:lnTo>
                  <a:lnTo>
                    <a:pt x="2281449" y="294309"/>
                  </a:lnTo>
                  <a:lnTo>
                    <a:pt x="2291208" y="311795"/>
                  </a:lnTo>
                  <a:lnTo>
                    <a:pt x="2300951" y="302196"/>
                  </a:lnTo>
                  <a:lnTo>
                    <a:pt x="2310695" y="321393"/>
                  </a:lnTo>
                  <a:lnTo>
                    <a:pt x="2320454" y="347367"/>
                  </a:lnTo>
                  <a:lnTo>
                    <a:pt x="2330198" y="346684"/>
                  </a:lnTo>
                  <a:lnTo>
                    <a:pt x="2339957" y="345925"/>
                  </a:lnTo>
                  <a:lnTo>
                    <a:pt x="2349701" y="351169"/>
                  </a:lnTo>
                  <a:lnTo>
                    <a:pt x="2359445" y="340306"/>
                  </a:lnTo>
                  <a:lnTo>
                    <a:pt x="2369204" y="318509"/>
                  </a:lnTo>
                  <a:lnTo>
                    <a:pt x="2378948" y="296636"/>
                  </a:lnTo>
                  <a:lnTo>
                    <a:pt x="2388692" y="282497"/>
                  </a:lnTo>
                  <a:lnTo>
                    <a:pt x="2398450" y="299398"/>
                  </a:lnTo>
                  <a:lnTo>
                    <a:pt x="2408194" y="303470"/>
                  </a:lnTo>
                  <a:lnTo>
                    <a:pt x="2417953" y="341218"/>
                  </a:lnTo>
                  <a:lnTo>
                    <a:pt x="2427697" y="365974"/>
                  </a:lnTo>
                  <a:lnTo>
                    <a:pt x="2437441" y="390928"/>
                  </a:lnTo>
                  <a:lnTo>
                    <a:pt x="2447200" y="378439"/>
                  </a:lnTo>
                  <a:lnTo>
                    <a:pt x="2456944" y="380268"/>
                  </a:lnTo>
                  <a:lnTo>
                    <a:pt x="2466703" y="379827"/>
                  </a:lnTo>
                  <a:lnTo>
                    <a:pt x="2476446" y="383516"/>
                  </a:lnTo>
                  <a:lnTo>
                    <a:pt x="2486190" y="390382"/>
                  </a:lnTo>
                  <a:lnTo>
                    <a:pt x="2495949" y="378233"/>
                  </a:lnTo>
                  <a:lnTo>
                    <a:pt x="2505693" y="379051"/>
                  </a:lnTo>
                  <a:lnTo>
                    <a:pt x="2515452" y="377706"/>
                  </a:lnTo>
                  <a:lnTo>
                    <a:pt x="2525196" y="375182"/>
                  </a:lnTo>
                  <a:lnTo>
                    <a:pt x="2534940" y="411766"/>
                  </a:lnTo>
                  <a:lnTo>
                    <a:pt x="2544699" y="414581"/>
                  </a:lnTo>
                  <a:lnTo>
                    <a:pt x="2554443" y="453926"/>
                  </a:lnTo>
                  <a:lnTo>
                    <a:pt x="2564202" y="490182"/>
                  </a:lnTo>
                  <a:lnTo>
                    <a:pt x="2573946" y="483934"/>
                  </a:lnTo>
                  <a:lnTo>
                    <a:pt x="2583690" y="467599"/>
                  </a:lnTo>
                  <a:lnTo>
                    <a:pt x="2593448" y="467920"/>
                  </a:lnTo>
                  <a:lnTo>
                    <a:pt x="2603192" y="507009"/>
                  </a:lnTo>
                  <a:lnTo>
                    <a:pt x="2612951" y="493107"/>
                  </a:lnTo>
                  <a:lnTo>
                    <a:pt x="2622695" y="482030"/>
                  </a:lnTo>
                  <a:lnTo>
                    <a:pt x="2632439" y="477359"/>
                  </a:lnTo>
                  <a:lnTo>
                    <a:pt x="2642198" y="507461"/>
                  </a:lnTo>
                  <a:lnTo>
                    <a:pt x="2651942" y="505378"/>
                  </a:lnTo>
                  <a:lnTo>
                    <a:pt x="2661685" y="464357"/>
                  </a:lnTo>
                  <a:lnTo>
                    <a:pt x="2671444" y="512231"/>
                  </a:lnTo>
                  <a:lnTo>
                    <a:pt x="2681188" y="533331"/>
                  </a:lnTo>
                  <a:lnTo>
                    <a:pt x="2690947" y="511096"/>
                  </a:lnTo>
                  <a:lnTo>
                    <a:pt x="2700691" y="526742"/>
                  </a:lnTo>
                  <a:lnTo>
                    <a:pt x="2710435" y="535301"/>
                  </a:lnTo>
                  <a:lnTo>
                    <a:pt x="2720194" y="526844"/>
                  </a:lnTo>
                  <a:lnTo>
                    <a:pt x="2729938" y="525724"/>
                  </a:lnTo>
                  <a:lnTo>
                    <a:pt x="2739697" y="516320"/>
                  </a:lnTo>
                  <a:lnTo>
                    <a:pt x="2749441" y="526648"/>
                  </a:lnTo>
                  <a:lnTo>
                    <a:pt x="2759185" y="551262"/>
                  </a:lnTo>
                  <a:lnTo>
                    <a:pt x="2768943" y="562587"/>
                  </a:lnTo>
                  <a:lnTo>
                    <a:pt x="2778687" y="549044"/>
                  </a:lnTo>
                  <a:lnTo>
                    <a:pt x="2788446" y="543841"/>
                  </a:lnTo>
                  <a:lnTo>
                    <a:pt x="2798190" y="552949"/>
                  </a:lnTo>
                  <a:lnTo>
                    <a:pt x="2807934" y="533482"/>
                  </a:lnTo>
                  <a:lnTo>
                    <a:pt x="2817693" y="544948"/>
                  </a:lnTo>
                  <a:lnTo>
                    <a:pt x="2827437" y="557103"/>
                  </a:lnTo>
                  <a:lnTo>
                    <a:pt x="2837196" y="546663"/>
                  </a:lnTo>
                  <a:lnTo>
                    <a:pt x="2846940" y="544236"/>
                  </a:lnTo>
                  <a:lnTo>
                    <a:pt x="2856684" y="526149"/>
                  </a:lnTo>
                  <a:lnTo>
                    <a:pt x="2866442" y="505826"/>
                  </a:lnTo>
                  <a:lnTo>
                    <a:pt x="2876186" y="522540"/>
                  </a:lnTo>
                  <a:lnTo>
                    <a:pt x="2885945" y="524206"/>
                  </a:lnTo>
                  <a:lnTo>
                    <a:pt x="2895689" y="513690"/>
                  </a:lnTo>
                  <a:lnTo>
                    <a:pt x="2905433" y="511257"/>
                  </a:lnTo>
                  <a:lnTo>
                    <a:pt x="2915192" y="46662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8" name="Freeform 1067">
              <a:extLst>
                <a:ext uri="{FF2B5EF4-FFF2-40B4-BE49-F238E27FC236}">
                  <a16:creationId xmlns:a16="http://schemas.microsoft.com/office/drawing/2014/main" id="{D9B1F697-474C-5900-6957-F2FA6E045310}"/>
                </a:ext>
              </a:extLst>
            </p:cNvPr>
            <p:cNvSpPr/>
            <p:nvPr/>
          </p:nvSpPr>
          <p:spPr>
            <a:xfrm>
              <a:off x="4426652" y="3767110"/>
              <a:ext cx="2915191" cy="303821"/>
            </a:xfrm>
            <a:custGeom>
              <a:avLst/>
              <a:gdLst>
                <a:gd name="connsiteX0" fmla="*/ 0 w 2915191"/>
                <a:gd name="connsiteY0" fmla="*/ 58489 h 303821"/>
                <a:gd name="connsiteX1" fmla="*/ 9750 w 2915191"/>
                <a:gd name="connsiteY1" fmla="*/ 45087 h 303821"/>
                <a:gd name="connsiteX2" fmla="*/ 19500 w 2915191"/>
                <a:gd name="connsiteY2" fmla="*/ 51358 h 303821"/>
                <a:gd name="connsiteX3" fmla="*/ 29250 w 2915191"/>
                <a:gd name="connsiteY3" fmla="*/ 5146 h 303821"/>
                <a:gd name="connsiteX4" fmla="*/ 39000 w 2915191"/>
                <a:gd name="connsiteY4" fmla="*/ 39344 h 303821"/>
                <a:gd name="connsiteX5" fmla="*/ 48749 w 2915191"/>
                <a:gd name="connsiteY5" fmla="*/ 84798 h 303821"/>
                <a:gd name="connsiteX6" fmla="*/ 58499 w 2915191"/>
                <a:gd name="connsiteY6" fmla="*/ 92746 h 303821"/>
                <a:gd name="connsiteX7" fmla="*/ 68249 w 2915191"/>
                <a:gd name="connsiteY7" fmla="*/ 106237 h 303821"/>
                <a:gd name="connsiteX8" fmla="*/ 77998 w 2915191"/>
                <a:gd name="connsiteY8" fmla="*/ 88527 h 303821"/>
                <a:gd name="connsiteX9" fmla="*/ 87748 w 2915191"/>
                <a:gd name="connsiteY9" fmla="*/ 128513 h 303821"/>
                <a:gd name="connsiteX10" fmla="*/ 97497 w 2915191"/>
                <a:gd name="connsiteY10" fmla="*/ 117948 h 303821"/>
                <a:gd name="connsiteX11" fmla="*/ 107247 w 2915191"/>
                <a:gd name="connsiteY11" fmla="*/ 141417 h 303821"/>
                <a:gd name="connsiteX12" fmla="*/ 116997 w 2915191"/>
                <a:gd name="connsiteY12" fmla="*/ 177514 h 303821"/>
                <a:gd name="connsiteX13" fmla="*/ 126747 w 2915191"/>
                <a:gd name="connsiteY13" fmla="*/ 192814 h 303821"/>
                <a:gd name="connsiteX14" fmla="*/ 136497 w 2915191"/>
                <a:gd name="connsiteY14" fmla="*/ 156967 h 303821"/>
                <a:gd name="connsiteX15" fmla="*/ 146247 w 2915191"/>
                <a:gd name="connsiteY15" fmla="*/ 165689 h 303821"/>
                <a:gd name="connsiteX16" fmla="*/ 155997 w 2915191"/>
                <a:gd name="connsiteY16" fmla="*/ 192647 h 303821"/>
                <a:gd name="connsiteX17" fmla="*/ 165747 w 2915191"/>
                <a:gd name="connsiteY17" fmla="*/ 199564 h 303821"/>
                <a:gd name="connsiteX18" fmla="*/ 175497 w 2915191"/>
                <a:gd name="connsiteY18" fmla="*/ 168643 h 303821"/>
                <a:gd name="connsiteX19" fmla="*/ 185247 w 2915191"/>
                <a:gd name="connsiteY19" fmla="*/ 184858 h 303821"/>
                <a:gd name="connsiteX20" fmla="*/ 194996 w 2915191"/>
                <a:gd name="connsiteY20" fmla="*/ 200309 h 303821"/>
                <a:gd name="connsiteX21" fmla="*/ 204746 w 2915191"/>
                <a:gd name="connsiteY21" fmla="*/ 181820 h 303821"/>
                <a:gd name="connsiteX22" fmla="*/ 214495 w 2915191"/>
                <a:gd name="connsiteY22" fmla="*/ 152852 h 303821"/>
                <a:gd name="connsiteX23" fmla="*/ 224245 w 2915191"/>
                <a:gd name="connsiteY23" fmla="*/ 178889 h 303821"/>
                <a:gd name="connsiteX24" fmla="*/ 233995 w 2915191"/>
                <a:gd name="connsiteY24" fmla="*/ 195630 h 303821"/>
                <a:gd name="connsiteX25" fmla="*/ 243744 w 2915191"/>
                <a:gd name="connsiteY25" fmla="*/ 179931 h 303821"/>
                <a:gd name="connsiteX26" fmla="*/ 253494 w 2915191"/>
                <a:gd name="connsiteY26" fmla="*/ 199967 h 303821"/>
                <a:gd name="connsiteX27" fmla="*/ 263244 w 2915191"/>
                <a:gd name="connsiteY27" fmla="*/ 178350 h 303821"/>
                <a:gd name="connsiteX28" fmla="*/ 272994 w 2915191"/>
                <a:gd name="connsiteY28" fmla="*/ 187638 h 303821"/>
                <a:gd name="connsiteX29" fmla="*/ 282744 w 2915191"/>
                <a:gd name="connsiteY29" fmla="*/ 174011 h 303821"/>
                <a:gd name="connsiteX30" fmla="*/ 292494 w 2915191"/>
                <a:gd name="connsiteY30" fmla="*/ 180988 h 303821"/>
                <a:gd name="connsiteX31" fmla="*/ 302244 w 2915191"/>
                <a:gd name="connsiteY31" fmla="*/ 189537 h 303821"/>
                <a:gd name="connsiteX32" fmla="*/ 311994 w 2915191"/>
                <a:gd name="connsiteY32" fmla="*/ 194027 h 303821"/>
                <a:gd name="connsiteX33" fmla="*/ 321744 w 2915191"/>
                <a:gd name="connsiteY33" fmla="*/ 217819 h 303821"/>
                <a:gd name="connsiteX34" fmla="*/ 331493 w 2915191"/>
                <a:gd name="connsiteY34" fmla="*/ 204050 h 303821"/>
                <a:gd name="connsiteX35" fmla="*/ 341243 w 2915191"/>
                <a:gd name="connsiteY35" fmla="*/ 199792 h 303821"/>
                <a:gd name="connsiteX36" fmla="*/ 350993 w 2915191"/>
                <a:gd name="connsiteY36" fmla="*/ 203022 h 303821"/>
                <a:gd name="connsiteX37" fmla="*/ 360742 w 2915191"/>
                <a:gd name="connsiteY37" fmla="*/ 152373 h 303821"/>
                <a:gd name="connsiteX38" fmla="*/ 370492 w 2915191"/>
                <a:gd name="connsiteY38" fmla="*/ 158053 h 303821"/>
                <a:gd name="connsiteX39" fmla="*/ 380241 w 2915191"/>
                <a:gd name="connsiteY39" fmla="*/ 156654 h 303821"/>
                <a:gd name="connsiteX40" fmla="*/ 389991 w 2915191"/>
                <a:gd name="connsiteY40" fmla="*/ 153029 h 303821"/>
                <a:gd name="connsiteX41" fmla="*/ 399741 w 2915191"/>
                <a:gd name="connsiteY41" fmla="*/ 158443 h 303821"/>
                <a:gd name="connsiteX42" fmla="*/ 409491 w 2915191"/>
                <a:gd name="connsiteY42" fmla="*/ 164984 h 303821"/>
                <a:gd name="connsiteX43" fmla="*/ 419241 w 2915191"/>
                <a:gd name="connsiteY43" fmla="*/ 168579 h 303821"/>
                <a:gd name="connsiteX44" fmla="*/ 428991 w 2915191"/>
                <a:gd name="connsiteY44" fmla="*/ 166793 h 303821"/>
                <a:gd name="connsiteX45" fmla="*/ 438741 w 2915191"/>
                <a:gd name="connsiteY45" fmla="*/ 168901 h 303821"/>
                <a:gd name="connsiteX46" fmla="*/ 448491 w 2915191"/>
                <a:gd name="connsiteY46" fmla="*/ 156848 h 303821"/>
                <a:gd name="connsiteX47" fmla="*/ 458241 w 2915191"/>
                <a:gd name="connsiteY47" fmla="*/ 191573 h 303821"/>
                <a:gd name="connsiteX48" fmla="*/ 467991 w 2915191"/>
                <a:gd name="connsiteY48" fmla="*/ 197753 h 303821"/>
                <a:gd name="connsiteX49" fmla="*/ 477740 w 2915191"/>
                <a:gd name="connsiteY49" fmla="*/ 179434 h 303821"/>
                <a:gd name="connsiteX50" fmla="*/ 487490 w 2915191"/>
                <a:gd name="connsiteY50" fmla="*/ 176998 h 303821"/>
                <a:gd name="connsiteX51" fmla="*/ 497239 w 2915191"/>
                <a:gd name="connsiteY51" fmla="*/ 207999 h 303821"/>
                <a:gd name="connsiteX52" fmla="*/ 506989 w 2915191"/>
                <a:gd name="connsiteY52" fmla="*/ 200183 h 303821"/>
                <a:gd name="connsiteX53" fmla="*/ 516738 w 2915191"/>
                <a:gd name="connsiteY53" fmla="*/ 224805 h 303821"/>
                <a:gd name="connsiteX54" fmla="*/ 526488 w 2915191"/>
                <a:gd name="connsiteY54" fmla="*/ 271833 h 303821"/>
                <a:gd name="connsiteX55" fmla="*/ 536238 w 2915191"/>
                <a:gd name="connsiteY55" fmla="*/ 267274 h 303821"/>
                <a:gd name="connsiteX56" fmla="*/ 545988 w 2915191"/>
                <a:gd name="connsiteY56" fmla="*/ 253016 h 303821"/>
                <a:gd name="connsiteX57" fmla="*/ 555738 w 2915191"/>
                <a:gd name="connsiteY57" fmla="*/ 257381 h 303821"/>
                <a:gd name="connsiteX58" fmla="*/ 565488 w 2915191"/>
                <a:gd name="connsiteY58" fmla="*/ 263699 h 303821"/>
                <a:gd name="connsiteX59" fmla="*/ 575238 w 2915191"/>
                <a:gd name="connsiteY59" fmla="*/ 259214 h 303821"/>
                <a:gd name="connsiteX60" fmla="*/ 584988 w 2915191"/>
                <a:gd name="connsiteY60" fmla="*/ 230219 h 303821"/>
                <a:gd name="connsiteX61" fmla="*/ 594738 w 2915191"/>
                <a:gd name="connsiteY61" fmla="*/ 223334 h 303821"/>
                <a:gd name="connsiteX62" fmla="*/ 604488 w 2915191"/>
                <a:gd name="connsiteY62" fmla="*/ 215778 h 303821"/>
                <a:gd name="connsiteX63" fmla="*/ 614237 w 2915191"/>
                <a:gd name="connsiteY63" fmla="*/ 244178 h 303821"/>
                <a:gd name="connsiteX64" fmla="*/ 623987 w 2915191"/>
                <a:gd name="connsiteY64" fmla="*/ 232969 h 303821"/>
                <a:gd name="connsiteX65" fmla="*/ 633736 w 2915191"/>
                <a:gd name="connsiteY65" fmla="*/ 206784 h 303821"/>
                <a:gd name="connsiteX66" fmla="*/ 643486 w 2915191"/>
                <a:gd name="connsiteY66" fmla="*/ 233463 h 303821"/>
                <a:gd name="connsiteX67" fmla="*/ 653236 w 2915191"/>
                <a:gd name="connsiteY67" fmla="*/ 218611 h 303821"/>
                <a:gd name="connsiteX68" fmla="*/ 662985 w 2915191"/>
                <a:gd name="connsiteY68" fmla="*/ 214100 h 303821"/>
                <a:gd name="connsiteX69" fmla="*/ 672735 w 2915191"/>
                <a:gd name="connsiteY69" fmla="*/ 246802 h 303821"/>
                <a:gd name="connsiteX70" fmla="*/ 682485 w 2915191"/>
                <a:gd name="connsiteY70" fmla="*/ 248055 h 303821"/>
                <a:gd name="connsiteX71" fmla="*/ 692235 w 2915191"/>
                <a:gd name="connsiteY71" fmla="*/ 279268 h 303821"/>
                <a:gd name="connsiteX72" fmla="*/ 701985 w 2915191"/>
                <a:gd name="connsiteY72" fmla="*/ 267096 h 303821"/>
                <a:gd name="connsiteX73" fmla="*/ 711735 w 2915191"/>
                <a:gd name="connsiteY73" fmla="*/ 251899 h 303821"/>
                <a:gd name="connsiteX74" fmla="*/ 721485 w 2915191"/>
                <a:gd name="connsiteY74" fmla="*/ 231924 h 303821"/>
                <a:gd name="connsiteX75" fmla="*/ 731235 w 2915191"/>
                <a:gd name="connsiteY75" fmla="*/ 227110 h 303821"/>
                <a:gd name="connsiteX76" fmla="*/ 740985 w 2915191"/>
                <a:gd name="connsiteY76" fmla="*/ 236365 h 303821"/>
                <a:gd name="connsiteX77" fmla="*/ 750734 w 2915191"/>
                <a:gd name="connsiteY77" fmla="*/ 271833 h 303821"/>
                <a:gd name="connsiteX78" fmla="*/ 760484 w 2915191"/>
                <a:gd name="connsiteY78" fmla="*/ 271267 h 303821"/>
                <a:gd name="connsiteX79" fmla="*/ 770233 w 2915191"/>
                <a:gd name="connsiteY79" fmla="*/ 245397 h 303821"/>
                <a:gd name="connsiteX80" fmla="*/ 779983 w 2915191"/>
                <a:gd name="connsiteY80" fmla="*/ 274709 h 303821"/>
                <a:gd name="connsiteX81" fmla="*/ 789733 w 2915191"/>
                <a:gd name="connsiteY81" fmla="*/ 294465 h 303821"/>
                <a:gd name="connsiteX82" fmla="*/ 799482 w 2915191"/>
                <a:gd name="connsiteY82" fmla="*/ 303821 h 303821"/>
                <a:gd name="connsiteX83" fmla="*/ 809232 w 2915191"/>
                <a:gd name="connsiteY83" fmla="*/ 295255 h 303821"/>
                <a:gd name="connsiteX84" fmla="*/ 818982 w 2915191"/>
                <a:gd name="connsiteY84" fmla="*/ 290144 h 303821"/>
                <a:gd name="connsiteX85" fmla="*/ 828732 w 2915191"/>
                <a:gd name="connsiteY85" fmla="*/ 270522 h 303821"/>
                <a:gd name="connsiteX86" fmla="*/ 838482 w 2915191"/>
                <a:gd name="connsiteY86" fmla="*/ 223976 h 303821"/>
                <a:gd name="connsiteX87" fmla="*/ 848232 w 2915191"/>
                <a:gd name="connsiteY87" fmla="*/ 226819 h 303821"/>
                <a:gd name="connsiteX88" fmla="*/ 857982 w 2915191"/>
                <a:gd name="connsiteY88" fmla="*/ 254133 h 303821"/>
                <a:gd name="connsiteX89" fmla="*/ 867732 w 2915191"/>
                <a:gd name="connsiteY89" fmla="*/ 195186 h 303821"/>
                <a:gd name="connsiteX90" fmla="*/ 877482 w 2915191"/>
                <a:gd name="connsiteY90" fmla="*/ 223877 h 303821"/>
                <a:gd name="connsiteX91" fmla="*/ 887231 w 2915191"/>
                <a:gd name="connsiteY91" fmla="*/ 213745 h 303821"/>
                <a:gd name="connsiteX92" fmla="*/ 896981 w 2915191"/>
                <a:gd name="connsiteY92" fmla="*/ 212762 h 303821"/>
                <a:gd name="connsiteX93" fmla="*/ 906730 w 2915191"/>
                <a:gd name="connsiteY93" fmla="*/ 172250 h 303821"/>
                <a:gd name="connsiteX94" fmla="*/ 916480 w 2915191"/>
                <a:gd name="connsiteY94" fmla="*/ 175747 h 303821"/>
                <a:gd name="connsiteX95" fmla="*/ 926230 w 2915191"/>
                <a:gd name="connsiteY95" fmla="*/ 174472 h 303821"/>
                <a:gd name="connsiteX96" fmla="*/ 935979 w 2915191"/>
                <a:gd name="connsiteY96" fmla="*/ 148710 h 303821"/>
                <a:gd name="connsiteX97" fmla="*/ 945729 w 2915191"/>
                <a:gd name="connsiteY97" fmla="*/ 90565 h 303821"/>
                <a:gd name="connsiteX98" fmla="*/ 955479 w 2915191"/>
                <a:gd name="connsiteY98" fmla="*/ 118246 h 303821"/>
                <a:gd name="connsiteX99" fmla="*/ 965229 w 2915191"/>
                <a:gd name="connsiteY99" fmla="*/ 97590 h 303821"/>
                <a:gd name="connsiteX100" fmla="*/ 974979 w 2915191"/>
                <a:gd name="connsiteY100" fmla="*/ 72686 h 303821"/>
                <a:gd name="connsiteX101" fmla="*/ 984729 w 2915191"/>
                <a:gd name="connsiteY101" fmla="*/ 103710 h 303821"/>
                <a:gd name="connsiteX102" fmla="*/ 994474 w 2915191"/>
                <a:gd name="connsiteY102" fmla="*/ 97089 h 303821"/>
                <a:gd name="connsiteX103" fmla="*/ 1004233 w 2915191"/>
                <a:gd name="connsiteY103" fmla="*/ 102068 h 303821"/>
                <a:gd name="connsiteX104" fmla="*/ 1013977 w 2915191"/>
                <a:gd name="connsiteY104" fmla="*/ 108767 h 303821"/>
                <a:gd name="connsiteX105" fmla="*/ 1023721 w 2915191"/>
                <a:gd name="connsiteY105" fmla="*/ 91055 h 303821"/>
                <a:gd name="connsiteX106" fmla="*/ 1033480 w 2915191"/>
                <a:gd name="connsiteY106" fmla="*/ 92409 h 303821"/>
                <a:gd name="connsiteX107" fmla="*/ 1043224 w 2915191"/>
                <a:gd name="connsiteY107" fmla="*/ 59118 h 303821"/>
                <a:gd name="connsiteX108" fmla="*/ 1052983 w 2915191"/>
                <a:gd name="connsiteY108" fmla="*/ 58978 h 303821"/>
                <a:gd name="connsiteX109" fmla="*/ 1062727 w 2915191"/>
                <a:gd name="connsiteY109" fmla="*/ 43685 h 303821"/>
                <a:gd name="connsiteX110" fmla="*/ 1072471 w 2915191"/>
                <a:gd name="connsiteY110" fmla="*/ 62868 h 303821"/>
                <a:gd name="connsiteX111" fmla="*/ 1082230 w 2915191"/>
                <a:gd name="connsiteY111" fmla="*/ 83807 h 303821"/>
                <a:gd name="connsiteX112" fmla="*/ 1091973 w 2915191"/>
                <a:gd name="connsiteY112" fmla="*/ 104437 h 303821"/>
                <a:gd name="connsiteX113" fmla="*/ 1101732 w 2915191"/>
                <a:gd name="connsiteY113" fmla="*/ 106695 h 303821"/>
                <a:gd name="connsiteX114" fmla="*/ 1111476 w 2915191"/>
                <a:gd name="connsiteY114" fmla="*/ 77998 h 303821"/>
                <a:gd name="connsiteX115" fmla="*/ 1121220 w 2915191"/>
                <a:gd name="connsiteY115" fmla="*/ 86933 h 303821"/>
                <a:gd name="connsiteX116" fmla="*/ 1130979 w 2915191"/>
                <a:gd name="connsiteY116" fmla="*/ 86548 h 303821"/>
                <a:gd name="connsiteX117" fmla="*/ 1140723 w 2915191"/>
                <a:gd name="connsiteY117" fmla="*/ 117630 h 303821"/>
                <a:gd name="connsiteX118" fmla="*/ 1150482 w 2915191"/>
                <a:gd name="connsiteY118" fmla="*/ 136414 h 303821"/>
                <a:gd name="connsiteX119" fmla="*/ 1160226 w 2915191"/>
                <a:gd name="connsiteY119" fmla="*/ 167031 h 303821"/>
                <a:gd name="connsiteX120" fmla="*/ 1169969 w 2915191"/>
                <a:gd name="connsiteY120" fmla="*/ 141400 h 303821"/>
                <a:gd name="connsiteX121" fmla="*/ 1179728 w 2915191"/>
                <a:gd name="connsiteY121" fmla="*/ 156106 h 303821"/>
                <a:gd name="connsiteX122" fmla="*/ 1189472 w 2915191"/>
                <a:gd name="connsiteY122" fmla="*/ 148114 h 303821"/>
                <a:gd name="connsiteX123" fmla="*/ 1199231 w 2915191"/>
                <a:gd name="connsiteY123" fmla="*/ 165978 h 303821"/>
                <a:gd name="connsiteX124" fmla="*/ 1208975 w 2915191"/>
                <a:gd name="connsiteY124" fmla="*/ 144416 h 303821"/>
                <a:gd name="connsiteX125" fmla="*/ 1218719 w 2915191"/>
                <a:gd name="connsiteY125" fmla="*/ 60409 h 303821"/>
                <a:gd name="connsiteX126" fmla="*/ 1228478 w 2915191"/>
                <a:gd name="connsiteY126" fmla="*/ 59952 h 303821"/>
                <a:gd name="connsiteX127" fmla="*/ 1238222 w 2915191"/>
                <a:gd name="connsiteY127" fmla="*/ 60354 h 303821"/>
                <a:gd name="connsiteX128" fmla="*/ 1247966 w 2915191"/>
                <a:gd name="connsiteY128" fmla="*/ 93707 h 303821"/>
                <a:gd name="connsiteX129" fmla="*/ 1257725 w 2915191"/>
                <a:gd name="connsiteY129" fmla="*/ 102953 h 303821"/>
                <a:gd name="connsiteX130" fmla="*/ 1267469 w 2915191"/>
                <a:gd name="connsiteY130" fmla="*/ 78200 h 303821"/>
                <a:gd name="connsiteX131" fmla="*/ 1277227 w 2915191"/>
                <a:gd name="connsiteY131" fmla="*/ 115546 h 303821"/>
                <a:gd name="connsiteX132" fmla="*/ 1286971 w 2915191"/>
                <a:gd name="connsiteY132" fmla="*/ 129626 h 303821"/>
                <a:gd name="connsiteX133" fmla="*/ 1296715 w 2915191"/>
                <a:gd name="connsiteY133" fmla="*/ 129275 h 303821"/>
                <a:gd name="connsiteX134" fmla="*/ 1306474 w 2915191"/>
                <a:gd name="connsiteY134" fmla="*/ 136987 h 303821"/>
                <a:gd name="connsiteX135" fmla="*/ 1316218 w 2915191"/>
                <a:gd name="connsiteY135" fmla="*/ 153415 h 303821"/>
                <a:gd name="connsiteX136" fmla="*/ 1325977 w 2915191"/>
                <a:gd name="connsiteY136" fmla="*/ 130226 h 303821"/>
                <a:gd name="connsiteX137" fmla="*/ 1335721 w 2915191"/>
                <a:gd name="connsiteY137" fmla="*/ 120160 h 303821"/>
                <a:gd name="connsiteX138" fmla="*/ 1345465 w 2915191"/>
                <a:gd name="connsiteY138" fmla="*/ 115627 h 303821"/>
                <a:gd name="connsiteX139" fmla="*/ 1355224 w 2915191"/>
                <a:gd name="connsiteY139" fmla="*/ 140520 h 303821"/>
                <a:gd name="connsiteX140" fmla="*/ 1364967 w 2915191"/>
                <a:gd name="connsiteY140" fmla="*/ 124894 h 303821"/>
                <a:gd name="connsiteX141" fmla="*/ 1374726 w 2915191"/>
                <a:gd name="connsiteY141" fmla="*/ 140494 h 303821"/>
                <a:gd name="connsiteX142" fmla="*/ 1384470 w 2915191"/>
                <a:gd name="connsiteY142" fmla="*/ 125978 h 303821"/>
                <a:gd name="connsiteX143" fmla="*/ 1394214 w 2915191"/>
                <a:gd name="connsiteY143" fmla="*/ 102989 h 303821"/>
                <a:gd name="connsiteX144" fmla="*/ 1403973 w 2915191"/>
                <a:gd name="connsiteY144" fmla="*/ 113301 h 303821"/>
                <a:gd name="connsiteX145" fmla="*/ 1413717 w 2915191"/>
                <a:gd name="connsiteY145" fmla="*/ 106511 h 303821"/>
                <a:gd name="connsiteX146" fmla="*/ 1423476 w 2915191"/>
                <a:gd name="connsiteY146" fmla="*/ 108631 h 303821"/>
                <a:gd name="connsiteX147" fmla="*/ 1433220 w 2915191"/>
                <a:gd name="connsiteY147" fmla="*/ 148553 h 303821"/>
                <a:gd name="connsiteX148" fmla="*/ 1442964 w 2915191"/>
                <a:gd name="connsiteY148" fmla="*/ 142981 h 303821"/>
                <a:gd name="connsiteX149" fmla="*/ 1452722 w 2915191"/>
                <a:gd name="connsiteY149" fmla="*/ 172304 h 303821"/>
                <a:gd name="connsiteX150" fmla="*/ 1462466 w 2915191"/>
                <a:gd name="connsiteY150" fmla="*/ 165428 h 303821"/>
                <a:gd name="connsiteX151" fmla="*/ 1472225 w 2915191"/>
                <a:gd name="connsiteY151" fmla="*/ 143710 h 303821"/>
                <a:gd name="connsiteX152" fmla="*/ 1481969 w 2915191"/>
                <a:gd name="connsiteY152" fmla="*/ 153679 h 303821"/>
                <a:gd name="connsiteX153" fmla="*/ 1491713 w 2915191"/>
                <a:gd name="connsiteY153" fmla="*/ 156909 h 303821"/>
                <a:gd name="connsiteX154" fmla="*/ 1501472 w 2915191"/>
                <a:gd name="connsiteY154" fmla="*/ 159251 h 303821"/>
                <a:gd name="connsiteX155" fmla="*/ 1511216 w 2915191"/>
                <a:gd name="connsiteY155" fmla="*/ 130214 h 303821"/>
                <a:gd name="connsiteX156" fmla="*/ 1520960 w 2915191"/>
                <a:gd name="connsiteY156" fmla="*/ 172043 h 303821"/>
                <a:gd name="connsiteX157" fmla="*/ 1530719 w 2915191"/>
                <a:gd name="connsiteY157" fmla="*/ 196567 h 303821"/>
                <a:gd name="connsiteX158" fmla="*/ 1540463 w 2915191"/>
                <a:gd name="connsiteY158" fmla="*/ 178326 h 303821"/>
                <a:gd name="connsiteX159" fmla="*/ 1550221 w 2915191"/>
                <a:gd name="connsiteY159" fmla="*/ 140003 h 303821"/>
                <a:gd name="connsiteX160" fmla="*/ 1559965 w 2915191"/>
                <a:gd name="connsiteY160" fmla="*/ 145866 h 303821"/>
                <a:gd name="connsiteX161" fmla="*/ 1569709 w 2915191"/>
                <a:gd name="connsiteY161" fmla="*/ 144115 h 303821"/>
                <a:gd name="connsiteX162" fmla="*/ 1579468 w 2915191"/>
                <a:gd name="connsiteY162" fmla="*/ 166593 h 303821"/>
                <a:gd name="connsiteX163" fmla="*/ 1589212 w 2915191"/>
                <a:gd name="connsiteY163" fmla="*/ 167573 h 303821"/>
                <a:gd name="connsiteX164" fmla="*/ 1598971 w 2915191"/>
                <a:gd name="connsiteY164" fmla="*/ 172602 h 303821"/>
                <a:gd name="connsiteX165" fmla="*/ 1608715 w 2915191"/>
                <a:gd name="connsiteY165" fmla="*/ 156025 h 303821"/>
                <a:gd name="connsiteX166" fmla="*/ 1618459 w 2915191"/>
                <a:gd name="connsiteY166" fmla="*/ 142238 h 303821"/>
                <a:gd name="connsiteX167" fmla="*/ 1628218 w 2915191"/>
                <a:gd name="connsiteY167" fmla="*/ 129764 h 303821"/>
                <a:gd name="connsiteX168" fmla="*/ 1637962 w 2915191"/>
                <a:gd name="connsiteY168" fmla="*/ 113186 h 303821"/>
                <a:gd name="connsiteX169" fmla="*/ 1647720 w 2915191"/>
                <a:gd name="connsiteY169" fmla="*/ 101094 h 303821"/>
                <a:gd name="connsiteX170" fmla="*/ 1657464 w 2915191"/>
                <a:gd name="connsiteY170" fmla="*/ 84300 h 303821"/>
                <a:gd name="connsiteX171" fmla="*/ 1667208 w 2915191"/>
                <a:gd name="connsiteY171" fmla="*/ 72773 h 303821"/>
                <a:gd name="connsiteX172" fmla="*/ 1676967 w 2915191"/>
                <a:gd name="connsiteY172" fmla="*/ 102226 h 303821"/>
                <a:gd name="connsiteX173" fmla="*/ 1686711 w 2915191"/>
                <a:gd name="connsiteY173" fmla="*/ 120148 h 303821"/>
                <a:gd name="connsiteX174" fmla="*/ 1696470 w 2915191"/>
                <a:gd name="connsiteY174" fmla="*/ 119302 h 303821"/>
                <a:gd name="connsiteX175" fmla="*/ 1706214 w 2915191"/>
                <a:gd name="connsiteY175" fmla="*/ 111613 h 303821"/>
                <a:gd name="connsiteX176" fmla="*/ 1715958 w 2915191"/>
                <a:gd name="connsiteY176" fmla="*/ 92865 h 303821"/>
                <a:gd name="connsiteX177" fmla="*/ 1725716 w 2915191"/>
                <a:gd name="connsiteY177" fmla="*/ 106608 h 303821"/>
                <a:gd name="connsiteX178" fmla="*/ 1735460 w 2915191"/>
                <a:gd name="connsiteY178" fmla="*/ 90391 h 303821"/>
                <a:gd name="connsiteX179" fmla="*/ 1745219 w 2915191"/>
                <a:gd name="connsiteY179" fmla="*/ 117745 h 303821"/>
                <a:gd name="connsiteX180" fmla="*/ 1754963 w 2915191"/>
                <a:gd name="connsiteY180" fmla="*/ 113417 h 303821"/>
                <a:gd name="connsiteX181" fmla="*/ 1764707 w 2915191"/>
                <a:gd name="connsiteY181" fmla="*/ 98515 h 303821"/>
                <a:gd name="connsiteX182" fmla="*/ 1774466 w 2915191"/>
                <a:gd name="connsiteY182" fmla="*/ 92538 h 303821"/>
                <a:gd name="connsiteX183" fmla="*/ 1784210 w 2915191"/>
                <a:gd name="connsiteY183" fmla="*/ 111938 h 303821"/>
                <a:gd name="connsiteX184" fmla="*/ 1793969 w 2915191"/>
                <a:gd name="connsiteY184" fmla="*/ 138981 h 303821"/>
                <a:gd name="connsiteX185" fmla="*/ 1803713 w 2915191"/>
                <a:gd name="connsiteY185" fmla="*/ 133897 h 303821"/>
                <a:gd name="connsiteX186" fmla="*/ 1813457 w 2915191"/>
                <a:gd name="connsiteY186" fmla="*/ 123586 h 303821"/>
                <a:gd name="connsiteX187" fmla="*/ 1823215 w 2915191"/>
                <a:gd name="connsiteY187" fmla="*/ 80323 h 303821"/>
                <a:gd name="connsiteX188" fmla="*/ 1832959 w 2915191"/>
                <a:gd name="connsiteY188" fmla="*/ 66086 h 303821"/>
                <a:gd name="connsiteX189" fmla="*/ 1842703 w 2915191"/>
                <a:gd name="connsiteY189" fmla="*/ 80484 h 303821"/>
                <a:gd name="connsiteX190" fmla="*/ 1852462 w 2915191"/>
                <a:gd name="connsiteY190" fmla="*/ 71152 h 303821"/>
                <a:gd name="connsiteX191" fmla="*/ 1862206 w 2915191"/>
                <a:gd name="connsiteY191" fmla="*/ 71311 h 303821"/>
                <a:gd name="connsiteX192" fmla="*/ 1871965 w 2915191"/>
                <a:gd name="connsiteY192" fmla="*/ 85154 h 303821"/>
                <a:gd name="connsiteX193" fmla="*/ 1881709 w 2915191"/>
                <a:gd name="connsiteY193" fmla="*/ 126028 h 303821"/>
                <a:gd name="connsiteX194" fmla="*/ 1891453 w 2915191"/>
                <a:gd name="connsiteY194" fmla="*/ 145767 h 303821"/>
                <a:gd name="connsiteX195" fmla="*/ 1901212 w 2915191"/>
                <a:gd name="connsiteY195" fmla="*/ 182009 h 303821"/>
                <a:gd name="connsiteX196" fmla="*/ 1910956 w 2915191"/>
                <a:gd name="connsiteY196" fmla="*/ 202279 h 303821"/>
                <a:gd name="connsiteX197" fmla="*/ 1920714 w 2915191"/>
                <a:gd name="connsiteY197" fmla="*/ 198524 h 303821"/>
                <a:gd name="connsiteX198" fmla="*/ 1930458 w 2915191"/>
                <a:gd name="connsiteY198" fmla="*/ 166347 h 303821"/>
                <a:gd name="connsiteX199" fmla="*/ 1940202 w 2915191"/>
                <a:gd name="connsiteY199" fmla="*/ 169777 h 303821"/>
                <a:gd name="connsiteX200" fmla="*/ 1949961 w 2915191"/>
                <a:gd name="connsiteY200" fmla="*/ 178135 h 303821"/>
                <a:gd name="connsiteX201" fmla="*/ 1959705 w 2915191"/>
                <a:gd name="connsiteY201" fmla="*/ 173046 h 303821"/>
                <a:gd name="connsiteX202" fmla="*/ 1969464 w 2915191"/>
                <a:gd name="connsiteY202" fmla="*/ 151968 h 303821"/>
                <a:gd name="connsiteX203" fmla="*/ 1979208 w 2915191"/>
                <a:gd name="connsiteY203" fmla="*/ 166054 h 303821"/>
                <a:gd name="connsiteX204" fmla="*/ 1988952 w 2915191"/>
                <a:gd name="connsiteY204" fmla="*/ 168138 h 303821"/>
                <a:gd name="connsiteX205" fmla="*/ 1998711 w 2915191"/>
                <a:gd name="connsiteY205" fmla="*/ 155158 h 303821"/>
                <a:gd name="connsiteX206" fmla="*/ 2008454 w 2915191"/>
                <a:gd name="connsiteY206" fmla="*/ 172934 h 303821"/>
                <a:gd name="connsiteX207" fmla="*/ 2018213 w 2915191"/>
                <a:gd name="connsiteY207" fmla="*/ 195664 h 303821"/>
                <a:gd name="connsiteX208" fmla="*/ 2027957 w 2915191"/>
                <a:gd name="connsiteY208" fmla="*/ 228069 h 303821"/>
                <a:gd name="connsiteX209" fmla="*/ 2037701 w 2915191"/>
                <a:gd name="connsiteY209" fmla="*/ 232777 h 303821"/>
                <a:gd name="connsiteX210" fmla="*/ 2047460 w 2915191"/>
                <a:gd name="connsiteY210" fmla="*/ 210605 h 303821"/>
                <a:gd name="connsiteX211" fmla="*/ 2057204 w 2915191"/>
                <a:gd name="connsiteY211" fmla="*/ 212985 h 303821"/>
                <a:gd name="connsiteX212" fmla="*/ 2066963 w 2915191"/>
                <a:gd name="connsiteY212" fmla="*/ 196342 h 303821"/>
                <a:gd name="connsiteX213" fmla="*/ 2076707 w 2915191"/>
                <a:gd name="connsiteY213" fmla="*/ 190326 h 303821"/>
                <a:gd name="connsiteX214" fmla="*/ 2086451 w 2915191"/>
                <a:gd name="connsiteY214" fmla="*/ 187264 h 303821"/>
                <a:gd name="connsiteX215" fmla="*/ 2096210 w 2915191"/>
                <a:gd name="connsiteY215" fmla="*/ 211905 h 303821"/>
                <a:gd name="connsiteX216" fmla="*/ 2105954 w 2915191"/>
                <a:gd name="connsiteY216" fmla="*/ 223038 h 303821"/>
                <a:gd name="connsiteX217" fmla="*/ 2115697 w 2915191"/>
                <a:gd name="connsiteY217" fmla="*/ 200360 h 303821"/>
                <a:gd name="connsiteX218" fmla="*/ 2125456 w 2915191"/>
                <a:gd name="connsiteY218" fmla="*/ 163189 h 303821"/>
                <a:gd name="connsiteX219" fmla="*/ 2135200 w 2915191"/>
                <a:gd name="connsiteY219" fmla="*/ 164275 h 303821"/>
                <a:gd name="connsiteX220" fmla="*/ 2144959 w 2915191"/>
                <a:gd name="connsiteY220" fmla="*/ 174551 h 303821"/>
                <a:gd name="connsiteX221" fmla="*/ 2154703 w 2915191"/>
                <a:gd name="connsiteY221" fmla="*/ 172304 h 303821"/>
                <a:gd name="connsiteX222" fmla="*/ 2164447 w 2915191"/>
                <a:gd name="connsiteY222" fmla="*/ 124019 h 303821"/>
                <a:gd name="connsiteX223" fmla="*/ 2174206 w 2915191"/>
                <a:gd name="connsiteY223" fmla="*/ 143348 h 303821"/>
                <a:gd name="connsiteX224" fmla="*/ 2183950 w 2915191"/>
                <a:gd name="connsiteY224" fmla="*/ 160340 h 303821"/>
                <a:gd name="connsiteX225" fmla="*/ 2193709 w 2915191"/>
                <a:gd name="connsiteY225" fmla="*/ 115850 h 303821"/>
                <a:gd name="connsiteX226" fmla="*/ 2203452 w 2915191"/>
                <a:gd name="connsiteY226" fmla="*/ 140831 h 303821"/>
                <a:gd name="connsiteX227" fmla="*/ 2213196 w 2915191"/>
                <a:gd name="connsiteY227" fmla="*/ 125628 h 303821"/>
                <a:gd name="connsiteX228" fmla="*/ 2222955 w 2915191"/>
                <a:gd name="connsiteY228" fmla="*/ 133878 h 303821"/>
                <a:gd name="connsiteX229" fmla="*/ 2232699 w 2915191"/>
                <a:gd name="connsiteY229" fmla="*/ 133338 h 303821"/>
                <a:gd name="connsiteX230" fmla="*/ 2242458 w 2915191"/>
                <a:gd name="connsiteY230" fmla="*/ 162505 h 303821"/>
                <a:gd name="connsiteX231" fmla="*/ 2252202 w 2915191"/>
                <a:gd name="connsiteY231" fmla="*/ 152987 h 303821"/>
                <a:gd name="connsiteX232" fmla="*/ 2261946 w 2915191"/>
                <a:gd name="connsiteY232" fmla="*/ 126974 h 303821"/>
                <a:gd name="connsiteX233" fmla="*/ 2271705 w 2915191"/>
                <a:gd name="connsiteY233" fmla="*/ 116133 h 303821"/>
                <a:gd name="connsiteX234" fmla="*/ 2281449 w 2915191"/>
                <a:gd name="connsiteY234" fmla="*/ 118177 h 303821"/>
                <a:gd name="connsiteX235" fmla="*/ 2291208 w 2915191"/>
                <a:gd name="connsiteY235" fmla="*/ 97997 h 303821"/>
                <a:gd name="connsiteX236" fmla="*/ 2300951 w 2915191"/>
                <a:gd name="connsiteY236" fmla="*/ 134182 h 303821"/>
                <a:gd name="connsiteX237" fmla="*/ 2310695 w 2915191"/>
                <a:gd name="connsiteY237" fmla="*/ 157429 h 303821"/>
                <a:gd name="connsiteX238" fmla="*/ 2320454 w 2915191"/>
                <a:gd name="connsiteY238" fmla="*/ 188930 h 303821"/>
                <a:gd name="connsiteX239" fmla="*/ 2330198 w 2915191"/>
                <a:gd name="connsiteY239" fmla="*/ 163695 h 303821"/>
                <a:gd name="connsiteX240" fmla="*/ 2339957 w 2915191"/>
                <a:gd name="connsiteY240" fmla="*/ 157172 h 303821"/>
                <a:gd name="connsiteX241" fmla="*/ 2349701 w 2915191"/>
                <a:gd name="connsiteY241" fmla="*/ 185790 h 303821"/>
                <a:gd name="connsiteX242" fmla="*/ 2359445 w 2915191"/>
                <a:gd name="connsiteY242" fmla="*/ 167383 h 303821"/>
                <a:gd name="connsiteX243" fmla="*/ 2369204 w 2915191"/>
                <a:gd name="connsiteY243" fmla="*/ 183094 h 303821"/>
                <a:gd name="connsiteX244" fmla="*/ 2378948 w 2915191"/>
                <a:gd name="connsiteY244" fmla="*/ 162865 h 303821"/>
                <a:gd name="connsiteX245" fmla="*/ 2388692 w 2915191"/>
                <a:gd name="connsiteY245" fmla="*/ 171688 h 303821"/>
                <a:gd name="connsiteX246" fmla="*/ 2398450 w 2915191"/>
                <a:gd name="connsiteY246" fmla="*/ 169935 h 303821"/>
                <a:gd name="connsiteX247" fmla="*/ 2408194 w 2915191"/>
                <a:gd name="connsiteY247" fmla="*/ 158564 h 303821"/>
                <a:gd name="connsiteX248" fmla="*/ 2417953 w 2915191"/>
                <a:gd name="connsiteY248" fmla="*/ 169302 h 303821"/>
                <a:gd name="connsiteX249" fmla="*/ 2427697 w 2915191"/>
                <a:gd name="connsiteY249" fmla="*/ 157710 h 303821"/>
                <a:gd name="connsiteX250" fmla="*/ 2437441 w 2915191"/>
                <a:gd name="connsiteY250" fmla="*/ 174841 h 303821"/>
                <a:gd name="connsiteX251" fmla="*/ 2447200 w 2915191"/>
                <a:gd name="connsiteY251" fmla="*/ 222863 h 303821"/>
                <a:gd name="connsiteX252" fmla="*/ 2456944 w 2915191"/>
                <a:gd name="connsiteY252" fmla="*/ 193369 h 303821"/>
                <a:gd name="connsiteX253" fmla="*/ 2466703 w 2915191"/>
                <a:gd name="connsiteY253" fmla="*/ 199830 h 303821"/>
                <a:gd name="connsiteX254" fmla="*/ 2476446 w 2915191"/>
                <a:gd name="connsiteY254" fmla="*/ 190674 h 303821"/>
                <a:gd name="connsiteX255" fmla="*/ 2486190 w 2915191"/>
                <a:gd name="connsiteY255" fmla="*/ 159650 h 303821"/>
                <a:gd name="connsiteX256" fmla="*/ 2495949 w 2915191"/>
                <a:gd name="connsiteY256" fmla="*/ 151767 h 303821"/>
                <a:gd name="connsiteX257" fmla="*/ 2505693 w 2915191"/>
                <a:gd name="connsiteY257" fmla="*/ 146450 h 303821"/>
                <a:gd name="connsiteX258" fmla="*/ 2515452 w 2915191"/>
                <a:gd name="connsiteY258" fmla="*/ 147784 h 303821"/>
                <a:gd name="connsiteX259" fmla="*/ 2525196 w 2915191"/>
                <a:gd name="connsiteY259" fmla="*/ 155712 h 303821"/>
                <a:gd name="connsiteX260" fmla="*/ 2534940 w 2915191"/>
                <a:gd name="connsiteY260" fmla="*/ 159561 h 303821"/>
                <a:gd name="connsiteX261" fmla="*/ 2544699 w 2915191"/>
                <a:gd name="connsiteY261" fmla="*/ 204839 h 303821"/>
                <a:gd name="connsiteX262" fmla="*/ 2554443 w 2915191"/>
                <a:gd name="connsiteY262" fmla="*/ 223406 h 303821"/>
                <a:gd name="connsiteX263" fmla="*/ 2564202 w 2915191"/>
                <a:gd name="connsiteY263" fmla="*/ 231648 h 303821"/>
                <a:gd name="connsiteX264" fmla="*/ 2573946 w 2915191"/>
                <a:gd name="connsiteY264" fmla="*/ 224431 h 303821"/>
                <a:gd name="connsiteX265" fmla="*/ 2583690 w 2915191"/>
                <a:gd name="connsiteY265" fmla="*/ 234163 h 303821"/>
                <a:gd name="connsiteX266" fmla="*/ 2593448 w 2915191"/>
                <a:gd name="connsiteY266" fmla="*/ 247417 h 303821"/>
                <a:gd name="connsiteX267" fmla="*/ 2603192 w 2915191"/>
                <a:gd name="connsiteY267" fmla="*/ 239817 h 303821"/>
                <a:gd name="connsiteX268" fmla="*/ 2612951 w 2915191"/>
                <a:gd name="connsiteY268" fmla="*/ 254625 h 303821"/>
                <a:gd name="connsiteX269" fmla="*/ 2622695 w 2915191"/>
                <a:gd name="connsiteY269" fmla="*/ 263579 h 303821"/>
                <a:gd name="connsiteX270" fmla="*/ 2632439 w 2915191"/>
                <a:gd name="connsiteY270" fmla="*/ 283425 h 303821"/>
                <a:gd name="connsiteX271" fmla="*/ 2642198 w 2915191"/>
                <a:gd name="connsiteY271" fmla="*/ 255296 h 303821"/>
                <a:gd name="connsiteX272" fmla="*/ 2651942 w 2915191"/>
                <a:gd name="connsiteY272" fmla="*/ 252897 h 303821"/>
                <a:gd name="connsiteX273" fmla="*/ 2661685 w 2915191"/>
                <a:gd name="connsiteY273" fmla="*/ 266604 h 303821"/>
                <a:gd name="connsiteX274" fmla="*/ 2671444 w 2915191"/>
                <a:gd name="connsiteY274" fmla="*/ 264652 h 303821"/>
                <a:gd name="connsiteX275" fmla="*/ 2681188 w 2915191"/>
                <a:gd name="connsiteY275" fmla="*/ 239732 h 303821"/>
                <a:gd name="connsiteX276" fmla="*/ 2690947 w 2915191"/>
                <a:gd name="connsiteY276" fmla="*/ 249649 h 303821"/>
                <a:gd name="connsiteX277" fmla="*/ 2700691 w 2915191"/>
                <a:gd name="connsiteY277" fmla="*/ 229169 h 303821"/>
                <a:gd name="connsiteX278" fmla="*/ 2710435 w 2915191"/>
                <a:gd name="connsiteY278" fmla="*/ 235562 h 303821"/>
                <a:gd name="connsiteX279" fmla="*/ 2720194 w 2915191"/>
                <a:gd name="connsiteY279" fmla="*/ 225538 h 303821"/>
                <a:gd name="connsiteX280" fmla="*/ 2729938 w 2915191"/>
                <a:gd name="connsiteY280" fmla="*/ 228159 h 303821"/>
                <a:gd name="connsiteX281" fmla="*/ 2739697 w 2915191"/>
                <a:gd name="connsiteY281" fmla="*/ 209673 h 303821"/>
                <a:gd name="connsiteX282" fmla="*/ 2749441 w 2915191"/>
                <a:gd name="connsiteY282" fmla="*/ 198857 h 303821"/>
                <a:gd name="connsiteX283" fmla="*/ 2759185 w 2915191"/>
                <a:gd name="connsiteY283" fmla="*/ 179968 h 303821"/>
                <a:gd name="connsiteX284" fmla="*/ 2768943 w 2915191"/>
                <a:gd name="connsiteY284" fmla="*/ 159348 h 303821"/>
                <a:gd name="connsiteX285" fmla="*/ 2778687 w 2915191"/>
                <a:gd name="connsiteY285" fmla="*/ 182051 h 303821"/>
                <a:gd name="connsiteX286" fmla="*/ 2788446 w 2915191"/>
                <a:gd name="connsiteY286" fmla="*/ 185045 h 303821"/>
                <a:gd name="connsiteX287" fmla="*/ 2798190 w 2915191"/>
                <a:gd name="connsiteY287" fmla="*/ 141601 h 303821"/>
                <a:gd name="connsiteX288" fmla="*/ 2807934 w 2915191"/>
                <a:gd name="connsiteY288" fmla="*/ 99010 h 303821"/>
                <a:gd name="connsiteX289" fmla="*/ 2817693 w 2915191"/>
                <a:gd name="connsiteY289" fmla="*/ 75861 h 303821"/>
                <a:gd name="connsiteX290" fmla="*/ 2827437 w 2915191"/>
                <a:gd name="connsiteY290" fmla="*/ 95888 h 303821"/>
                <a:gd name="connsiteX291" fmla="*/ 2837196 w 2915191"/>
                <a:gd name="connsiteY291" fmla="*/ 73768 h 303821"/>
                <a:gd name="connsiteX292" fmla="*/ 2846940 w 2915191"/>
                <a:gd name="connsiteY292" fmla="*/ 99986 h 303821"/>
                <a:gd name="connsiteX293" fmla="*/ 2856684 w 2915191"/>
                <a:gd name="connsiteY293" fmla="*/ 113708 h 303821"/>
                <a:gd name="connsiteX294" fmla="*/ 2866442 w 2915191"/>
                <a:gd name="connsiteY294" fmla="*/ 118587 h 303821"/>
                <a:gd name="connsiteX295" fmla="*/ 2876186 w 2915191"/>
                <a:gd name="connsiteY295" fmla="*/ 114405 h 303821"/>
                <a:gd name="connsiteX296" fmla="*/ 2885945 w 2915191"/>
                <a:gd name="connsiteY296" fmla="*/ 96662 h 303821"/>
                <a:gd name="connsiteX297" fmla="*/ 2895689 w 2915191"/>
                <a:gd name="connsiteY297" fmla="*/ 63687 h 303821"/>
                <a:gd name="connsiteX298" fmla="*/ 2905433 w 2915191"/>
                <a:gd name="connsiteY298" fmla="*/ 23120 h 303821"/>
                <a:gd name="connsiteX299" fmla="*/ 2915192 w 2915191"/>
                <a:gd name="connsiteY299" fmla="*/ 0 h 303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03821">
                  <a:moveTo>
                    <a:pt x="0" y="58489"/>
                  </a:moveTo>
                  <a:lnTo>
                    <a:pt x="9750" y="45087"/>
                  </a:lnTo>
                  <a:lnTo>
                    <a:pt x="19500" y="51358"/>
                  </a:lnTo>
                  <a:lnTo>
                    <a:pt x="29250" y="5146"/>
                  </a:lnTo>
                  <a:lnTo>
                    <a:pt x="39000" y="39344"/>
                  </a:lnTo>
                  <a:lnTo>
                    <a:pt x="48749" y="84798"/>
                  </a:lnTo>
                  <a:lnTo>
                    <a:pt x="58499" y="92746"/>
                  </a:lnTo>
                  <a:lnTo>
                    <a:pt x="68249" y="106237"/>
                  </a:lnTo>
                  <a:lnTo>
                    <a:pt x="77998" y="88527"/>
                  </a:lnTo>
                  <a:lnTo>
                    <a:pt x="87748" y="128513"/>
                  </a:lnTo>
                  <a:lnTo>
                    <a:pt x="97497" y="117948"/>
                  </a:lnTo>
                  <a:lnTo>
                    <a:pt x="107247" y="141417"/>
                  </a:lnTo>
                  <a:lnTo>
                    <a:pt x="116997" y="177514"/>
                  </a:lnTo>
                  <a:lnTo>
                    <a:pt x="126747" y="192814"/>
                  </a:lnTo>
                  <a:lnTo>
                    <a:pt x="136497" y="156967"/>
                  </a:lnTo>
                  <a:lnTo>
                    <a:pt x="146247" y="165689"/>
                  </a:lnTo>
                  <a:lnTo>
                    <a:pt x="155997" y="192647"/>
                  </a:lnTo>
                  <a:lnTo>
                    <a:pt x="165747" y="199564"/>
                  </a:lnTo>
                  <a:lnTo>
                    <a:pt x="175497" y="168643"/>
                  </a:lnTo>
                  <a:lnTo>
                    <a:pt x="185247" y="184858"/>
                  </a:lnTo>
                  <a:lnTo>
                    <a:pt x="194996" y="200309"/>
                  </a:lnTo>
                  <a:lnTo>
                    <a:pt x="204746" y="181820"/>
                  </a:lnTo>
                  <a:lnTo>
                    <a:pt x="214495" y="152852"/>
                  </a:lnTo>
                  <a:lnTo>
                    <a:pt x="224245" y="178889"/>
                  </a:lnTo>
                  <a:lnTo>
                    <a:pt x="233995" y="195630"/>
                  </a:lnTo>
                  <a:lnTo>
                    <a:pt x="243744" y="179931"/>
                  </a:lnTo>
                  <a:lnTo>
                    <a:pt x="253494" y="199967"/>
                  </a:lnTo>
                  <a:lnTo>
                    <a:pt x="263244" y="178350"/>
                  </a:lnTo>
                  <a:lnTo>
                    <a:pt x="272994" y="187638"/>
                  </a:lnTo>
                  <a:lnTo>
                    <a:pt x="282744" y="174011"/>
                  </a:lnTo>
                  <a:lnTo>
                    <a:pt x="292494" y="180988"/>
                  </a:lnTo>
                  <a:lnTo>
                    <a:pt x="302244" y="189537"/>
                  </a:lnTo>
                  <a:lnTo>
                    <a:pt x="311994" y="194027"/>
                  </a:lnTo>
                  <a:lnTo>
                    <a:pt x="321744" y="217819"/>
                  </a:lnTo>
                  <a:lnTo>
                    <a:pt x="331493" y="204050"/>
                  </a:lnTo>
                  <a:lnTo>
                    <a:pt x="341243" y="199792"/>
                  </a:lnTo>
                  <a:lnTo>
                    <a:pt x="350993" y="203022"/>
                  </a:lnTo>
                  <a:lnTo>
                    <a:pt x="360742" y="152373"/>
                  </a:lnTo>
                  <a:lnTo>
                    <a:pt x="370492" y="158053"/>
                  </a:lnTo>
                  <a:lnTo>
                    <a:pt x="380241" y="156654"/>
                  </a:lnTo>
                  <a:lnTo>
                    <a:pt x="389991" y="153029"/>
                  </a:lnTo>
                  <a:lnTo>
                    <a:pt x="399741" y="158443"/>
                  </a:lnTo>
                  <a:lnTo>
                    <a:pt x="409491" y="164984"/>
                  </a:lnTo>
                  <a:lnTo>
                    <a:pt x="419241" y="168579"/>
                  </a:lnTo>
                  <a:lnTo>
                    <a:pt x="428991" y="166793"/>
                  </a:lnTo>
                  <a:lnTo>
                    <a:pt x="438741" y="168901"/>
                  </a:lnTo>
                  <a:lnTo>
                    <a:pt x="448491" y="156848"/>
                  </a:lnTo>
                  <a:lnTo>
                    <a:pt x="458241" y="191573"/>
                  </a:lnTo>
                  <a:lnTo>
                    <a:pt x="467991" y="197753"/>
                  </a:lnTo>
                  <a:lnTo>
                    <a:pt x="477740" y="179434"/>
                  </a:lnTo>
                  <a:lnTo>
                    <a:pt x="487490" y="176998"/>
                  </a:lnTo>
                  <a:lnTo>
                    <a:pt x="497239" y="207999"/>
                  </a:lnTo>
                  <a:lnTo>
                    <a:pt x="506989" y="200183"/>
                  </a:lnTo>
                  <a:lnTo>
                    <a:pt x="516738" y="224805"/>
                  </a:lnTo>
                  <a:lnTo>
                    <a:pt x="526488" y="271833"/>
                  </a:lnTo>
                  <a:lnTo>
                    <a:pt x="536238" y="267274"/>
                  </a:lnTo>
                  <a:lnTo>
                    <a:pt x="545988" y="253016"/>
                  </a:lnTo>
                  <a:lnTo>
                    <a:pt x="555738" y="257381"/>
                  </a:lnTo>
                  <a:lnTo>
                    <a:pt x="565488" y="263699"/>
                  </a:lnTo>
                  <a:lnTo>
                    <a:pt x="575238" y="259214"/>
                  </a:lnTo>
                  <a:lnTo>
                    <a:pt x="584988" y="230219"/>
                  </a:lnTo>
                  <a:lnTo>
                    <a:pt x="594738" y="223334"/>
                  </a:lnTo>
                  <a:lnTo>
                    <a:pt x="604488" y="215778"/>
                  </a:lnTo>
                  <a:lnTo>
                    <a:pt x="614237" y="244178"/>
                  </a:lnTo>
                  <a:lnTo>
                    <a:pt x="623987" y="232969"/>
                  </a:lnTo>
                  <a:lnTo>
                    <a:pt x="633736" y="206784"/>
                  </a:lnTo>
                  <a:lnTo>
                    <a:pt x="643486" y="233463"/>
                  </a:lnTo>
                  <a:lnTo>
                    <a:pt x="653236" y="218611"/>
                  </a:lnTo>
                  <a:lnTo>
                    <a:pt x="662985" y="214100"/>
                  </a:lnTo>
                  <a:lnTo>
                    <a:pt x="672735" y="246802"/>
                  </a:lnTo>
                  <a:lnTo>
                    <a:pt x="682485" y="248055"/>
                  </a:lnTo>
                  <a:lnTo>
                    <a:pt x="692235" y="279268"/>
                  </a:lnTo>
                  <a:lnTo>
                    <a:pt x="701985" y="267096"/>
                  </a:lnTo>
                  <a:lnTo>
                    <a:pt x="711735" y="251899"/>
                  </a:lnTo>
                  <a:lnTo>
                    <a:pt x="721485" y="231924"/>
                  </a:lnTo>
                  <a:lnTo>
                    <a:pt x="731235" y="227110"/>
                  </a:lnTo>
                  <a:lnTo>
                    <a:pt x="740985" y="236365"/>
                  </a:lnTo>
                  <a:lnTo>
                    <a:pt x="750734" y="271833"/>
                  </a:lnTo>
                  <a:lnTo>
                    <a:pt x="760484" y="271267"/>
                  </a:lnTo>
                  <a:lnTo>
                    <a:pt x="770233" y="245397"/>
                  </a:lnTo>
                  <a:lnTo>
                    <a:pt x="779983" y="274709"/>
                  </a:lnTo>
                  <a:lnTo>
                    <a:pt x="789733" y="294465"/>
                  </a:lnTo>
                  <a:lnTo>
                    <a:pt x="799482" y="303821"/>
                  </a:lnTo>
                  <a:lnTo>
                    <a:pt x="809232" y="295255"/>
                  </a:lnTo>
                  <a:lnTo>
                    <a:pt x="818982" y="290144"/>
                  </a:lnTo>
                  <a:lnTo>
                    <a:pt x="828732" y="270522"/>
                  </a:lnTo>
                  <a:lnTo>
                    <a:pt x="838482" y="223976"/>
                  </a:lnTo>
                  <a:lnTo>
                    <a:pt x="848232" y="226819"/>
                  </a:lnTo>
                  <a:lnTo>
                    <a:pt x="857982" y="254133"/>
                  </a:lnTo>
                  <a:lnTo>
                    <a:pt x="867732" y="195186"/>
                  </a:lnTo>
                  <a:lnTo>
                    <a:pt x="877482" y="223877"/>
                  </a:lnTo>
                  <a:lnTo>
                    <a:pt x="887231" y="213745"/>
                  </a:lnTo>
                  <a:lnTo>
                    <a:pt x="896981" y="212762"/>
                  </a:lnTo>
                  <a:lnTo>
                    <a:pt x="906730" y="172250"/>
                  </a:lnTo>
                  <a:lnTo>
                    <a:pt x="916480" y="175747"/>
                  </a:lnTo>
                  <a:lnTo>
                    <a:pt x="926230" y="174472"/>
                  </a:lnTo>
                  <a:lnTo>
                    <a:pt x="935979" y="148710"/>
                  </a:lnTo>
                  <a:lnTo>
                    <a:pt x="945729" y="90565"/>
                  </a:lnTo>
                  <a:lnTo>
                    <a:pt x="955479" y="118246"/>
                  </a:lnTo>
                  <a:lnTo>
                    <a:pt x="965229" y="97590"/>
                  </a:lnTo>
                  <a:lnTo>
                    <a:pt x="974979" y="72686"/>
                  </a:lnTo>
                  <a:lnTo>
                    <a:pt x="984729" y="103710"/>
                  </a:lnTo>
                  <a:lnTo>
                    <a:pt x="994474" y="97089"/>
                  </a:lnTo>
                  <a:lnTo>
                    <a:pt x="1004233" y="102068"/>
                  </a:lnTo>
                  <a:lnTo>
                    <a:pt x="1013977" y="108767"/>
                  </a:lnTo>
                  <a:lnTo>
                    <a:pt x="1023721" y="91055"/>
                  </a:lnTo>
                  <a:lnTo>
                    <a:pt x="1033480" y="92409"/>
                  </a:lnTo>
                  <a:lnTo>
                    <a:pt x="1043224" y="59118"/>
                  </a:lnTo>
                  <a:lnTo>
                    <a:pt x="1052983" y="58978"/>
                  </a:lnTo>
                  <a:lnTo>
                    <a:pt x="1062727" y="43685"/>
                  </a:lnTo>
                  <a:lnTo>
                    <a:pt x="1072471" y="62868"/>
                  </a:lnTo>
                  <a:lnTo>
                    <a:pt x="1082230" y="83807"/>
                  </a:lnTo>
                  <a:lnTo>
                    <a:pt x="1091973" y="104437"/>
                  </a:lnTo>
                  <a:lnTo>
                    <a:pt x="1101732" y="106695"/>
                  </a:lnTo>
                  <a:lnTo>
                    <a:pt x="1111476" y="77998"/>
                  </a:lnTo>
                  <a:lnTo>
                    <a:pt x="1121220" y="86933"/>
                  </a:lnTo>
                  <a:lnTo>
                    <a:pt x="1130979" y="86548"/>
                  </a:lnTo>
                  <a:lnTo>
                    <a:pt x="1140723" y="117630"/>
                  </a:lnTo>
                  <a:lnTo>
                    <a:pt x="1150482" y="136414"/>
                  </a:lnTo>
                  <a:lnTo>
                    <a:pt x="1160226" y="167031"/>
                  </a:lnTo>
                  <a:lnTo>
                    <a:pt x="1169969" y="141400"/>
                  </a:lnTo>
                  <a:lnTo>
                    <a:pt x="1179728" y="156106"/>
                  </a:lnTo>
                  <a:lnTo>
                    <a:pt x="1189472" y="148114"/>
                  </a:lnTo>
                  <a:lnTo>
                    <a:pt x="1199231" y="165978"/>
                  </a:lnTo>
                  <a:lnTo>
                    <a:pt x="1208975" y="144416"/>
                  </a:lnTo>
                  <a:lnTo>
                    <a:pt x="1218719" y="60409"/>
                  </a:lnTo>
                  <a:lnTo>
                    <a:pt x="1228478" y="59952"/>
                  </a:lnTo>
                  <a:lnTo>
                    <a:pt x="1238222" y="60354"/>
                  </a:lnTo>
                  <a:lnTo>
                    <a:pt x="1247966" y="93707"/>
                  </a:lnTo>
                  <a:lnTo>
                    <a:pt x="1257725" y="102953"/>
                  </a:lnTo>
                  <a:lnTo>
                    <a:pt x="1267469" y="78200"/>
                  </a:lnTo>
                  <a:lnTo>
                    <a:pt x="1277227" y="115546"/>
                  </a:lnTo>
                  <a:lnTo>
                    <a:pt x="1286971" y="129626"/>
                  </a:lnTo>
                  <a:lnTo>
                    <a:pt x="1296715" y="129275"/>
                  </a:lnTo>
                  <a:lnTo>
                    <a:pt x="1306474" y="136987"/>
                  </a:lnTo>
                  <a:lnTo>
                    <a:pt x="1316218" y="153415"/>
                  </a:lnTo>
                  <a:lnTo>
                    <a:pt x="1325977" y="130226"/>
                  </a:lnTo>
                  <a:lnTo>
                    <a:pt x="1335721" y="120160"/>
                  </a:lnTo>
                  <a:lnTo>
                    <a:pt x="1345465" y="115627"/>
                  </a:lnTo>
                  <a:lnTo>
                    <a:pt x="1355224" y="140520"/>
                  </a:lnTo>
                  <a:lnTo>
                    <a:pt x="1364967" y="124894"/>
                  </a:lnTo>
                  <a:lnTo>
                    <a:pt x="1374726" y="140494"/>
                  </a:lnTo>
                  <a:lnTo>
                    <a:pt x="1384470" y="125978"/>
                  </a:lnTo>
                  <a:lnTo>
                    <a:pt x="1394214" y="102989"/>
                  </a:lnTo>
                  <a:lnTo>
                    <a:pt x="1403973" y="113301"/>
                  </a:lnTo>
                  <a:lnTo>
                    <a:pt x="1413717" y="106511"/>
                  </a:lnTo>
                  <a:lnTo>
                    <a:pt x="1423476" y="108631"/>
                  </a:lnTo>
                  <a:lnTo>
                    <a:pt x="1433220" y="148553"/>
                  </a:lnTo>
                  <a:lnTo>
                    <a:pt x="1442964" y="142981"/>
                  </a:lnTo>
                  <a:lnTo>
                    <a:pt x="1452722" y="172304"/>
                  </a:lnTo>
                  <a:lnTo>
                    <a:pt x="1462466" y="165428"/>
                  </a:lnTo>
                  <a:lnTo>
                    <a:pt x="1472225" y="143710"/>
                  </a:lnTo>
                  <a:lnTo>
                    <a:pt x="1481969" y="153679"/>
                  </a:lnTo>
                  <a:lnTo>
                    <a:pt x="1491713" y="156909"/>
                  </a:lnTo>
                  <a:lnTo>
                    <a:pt x="1501472" y="159251"/>
                  </a:lnTo>
                  <a:lnTo>
                    <a:pt x="1511216" y="130214"/>
                  </a:lnTo>
                  <a:lnTo>
                    <a:pt x="1520960" y="172043"/>
                  </a:lnTo>
                  <a:lnTo>
                    <a:pt x="1530719" y="196567"/>
                  </a:lnTo>
                  <a:lnTo>
                    <a:pt x="1540463" y="178326"/>
                  </a:lnTo>
                  <a:lnTo>
                    <a:pt x="1550221" y="140003"/>
                  </a:lnTo>
                  <a:lnTo>
                    <a:pt x="1559965" y="145866"/>
                  </a:lnTo>
                  <a:lnTo>
                    <a:pt x="1569709" y="144115"/>
                  </a:lnTo>
                  <a:lnTo>
                    <a:pt x="1579468" y="166593"/>
                  </a:lnTo>
                  <a:lnTo>
                    <a:pt x="1589212" y="167573"/>
                  </a:lnTo>
                  <a:lnTo>
                    <a:pt x="1598971" y="172602"/>
                  </a:lnTo>
                  <a:lnTo>
                    <a:pt x="1608715" y="156025"/>
                  </a:lnTo>
                  <a:lnTo>
                    <a:pt x="1618459" y="142238"/>
                  </a:lnTo>
                  <a:lnTo>
                    <a:pt x="1628218" y="129764"/>
                  </a:lnTo>
                  <a:lnTo>
                    <a:pt x="1637962" y="113186"/>
                  </a:lnTo>
                  <a:lnTo>
                    <a:pt x="1647720" y="101094"/>
                  </a:lnTo>
                  <a:lnTo>
                    <a:pt x="1657464" y="84300"/>
                  </a:lnTo>
                  <a:lnTo>
                    <a:pt x="1667208" y="72773"/>
                  </a:lnTo>
                  <a:lnTo>
                    <a:pt x="1676967" y="102226"/>
                  </a:lnTo>
                  <a:lnTo>
                    <a:pt x="1686711" y="120148"/>
                  </a:lnTo>
                  <a:lnTo>
                    <a:pt x="1696470" y="119302"/>
                  </a:lnTo>
                  <a:lnTo>
                    <a:pt x="1706214" y="111613"/>
                  </a:lnTo>
                  <a:lnTo>
                    <a:pt x="1715958" y="92865"/>
                  </a:lnTo>
                  <a:lnTo>
                    <a:pt x="1725716" y="106608"/>
                  </a:lnTo>
                  <a:lnTo>
                    <a:pt x="1735460" y="90391"/>
                  </a:lnTo>
                  <a:lnTo>
                    <a:pt x="1745219" y="117745"/>
                  </a:lnTo>
                  <a:lnTo>
                    <a:pt x="1754963" y="113417"/>
                  </a:lnTo>
                  <a:lnTo>
                    <a:pt x="1764707" y="98515"/>
                  </a:lnTo>
                  <a:lnTo>
                    <a:pt x="1774466" y="92538"/>
                  </a:lnTo>
                  <a:lnTo>
                    <a:pt x="1784210" y="111938"/>
                  </a:lnTo>
                  <a:lnTo>
                    <a:pt x="1793969" y="138981"/>
                  </a:lnTo>
                  <a:lnTo>
                    <a:pt x="1803713" y="133897"/>
                  </a:lnTo>
                  <a:lnTo>
                    <a:pt x="1813457" y="123586"/>
                  </a:lnTo>
                  <a:lnTo>
                    <a:pt x="1823215" y="80323"/>
                  </a:lnTo>
                  <a:lnTo>
                    <a:pt x="1832959" y="66086"/>
                  </a:lnTo>
                  <a:lnTo>
                    <a:pt x="1842703" y="80484"/>
                  </a:lnTo>
                  <a:lnTo>
                    <a:pt x="1852462" y="71152"/>
                  </a:lnTo>
                  <a:lnTo>
                    <a:pt x="1862206" y="71311"/>
                  </a:lnTo>
                  <a:lnTo>
                    <a:pt x="1871965" y="85154"/>
                  </a:lnTo>
                  <a:lnTo>
                    <a:pt x="1881709" y="126028"/>
                  </a:lnTo>
                  <a:lnTo>
                    <a:pt x="1891453" y="145767"/>
                  </a:lnTo>
                  <a:lnTo>
                    <a:pt x="1901212" y="182009"/>
                  </a:lnTo>
                  <a:lnTo>
                    <a:pt x="1910956" y="202279"/>
                  </a:lnTo>
                  <a:lnTo>
                    <a:pt x="1920714" y="198524"/>
                  </a:lnTo>
                  <a:lnTo>
                    <a:pt x="1930458" y="166347"/>
                  </a:lnTo>
                  <a:lnTo>
                    <a:pt x="1940202" y="169777"/>
                  </a:lnTo>
                  <a:lnTo>
                    <a:pt x="1949961" y="178135"/>
                  </a:lnTo>
                  <a:lnTo>
                    <a:pt x="1959705" y="173046"/>
                  </a:lnTo>
                  <a:lnTo>
                    <a:pt x="1969464" y="151968"/>
                  </a:lnTo>
                  <a:lnTo>
                    <a:pt x="1979208" y="166054"/>
                  </a:lnTo>
                  <a:lnTo>
                    <a:pt x="1988952" y="168138"/>
                  </a:lnTo>
                  <a:lnTo>
                    <a:pt x="1998711" y="155158"/>
                  </a:lnTo>
                  <a:lnTo>
                    <a:pt x="2008454" y="172934"/>
                  </a:lnTo>
                  <a:lnTo>
                    <a:pt x="2018213" y="195664"/>
                  </a:lnTo>
                  <a:lnTo>
                    <a:pt x="2027957" y="228069"/>
                  </a:lnTo>
                  <a:lnTo>
                    <a:pt x="2037701" y="232777"/>
                  </a:lnTo>
                  <a:lnTo>
                    <a:pt x="2047460" y="210605"/>
                  </a:lnTo>
                  <a:lnTo>
                    <a:pt x="2057204" y="212985"/>
                  </a:lnTo>
                  <a:lnTo>
                    <a:pt x="2066963" y="196342"/>
                  </a:lnTo>
                  <a:lnTo>
                    <a:pt x="2076707" y="190326"/>
                  </a:lnTo>
                  <a:lnTo>
                    <a:pt x="2086451" y="187264"/>
                  </a:lnTo>
                  <a:lnTo>
                    <a:pt x="2096210" y="211905"/>
                  </a:lnTo>
                  <a:lnTo>
                    <a:pt x="2105954" y="223038"/>
                  </a:lnTo>
                  <a:lnTo>
                    <a:pt x="2115697" y="200360"/>
                  </a:lnTo>
                  <a:lnTo>
                    <a:pt x="2125456" y="163189"/>
                  </a:lnTo>
                  <a:lnTo>
                    <a:pt x="2135200" y="164275"/>
                  </a:lnTo>
                  <a:lnTo>
                    <a:pt x="2144959" y="174551"/>
                  </a:lnTo>
                  <a:lnTo>
                    <a:pt x="2154703" y="172304"/>
                  </a:lnTo>
                  <a:lnTo>
                    <a:pt x="2164447" y="124019"/>
                  </a:lnTo>
                  <a:lnTo>
                    <a:pt x="2174206" y="143348"/>
                  </a:lnTo>
                  <a:lnTo>
                    <a:pt x="2183950" y="160340"/>
                  </a:lnTo>
                  <a:lnTo>
                    <a:pt x="2193709" y="115850"/>
                  </a:lnTo>
                  <a:lnTo>
                    <a:pt x="2203452" y="140831"/>
                  </a:lnTo>
                  <a:lnTo>
                    <a:pt x="2213196" y="125628"/>
                  </a:lnTo>
                  <a:lnTo>
                    <a:pt x="2222955" y="133878"/>
                  </a:lnTo>
                  <a:lnTo>
                    <a:pt x="2232699" y="133338"/>
                  </a:lnTo>
                  <a:lnTo>
                    <a:pt x="2242458" y="162505"/>
                  </a:lnTo>
                  <a:lnTo>
                    <a:pt x="2252202" y="152987"/>
                  </a:lnTo>
                  <a:lnTo>
                    <a:pt x="2261946" y="126974"/>
                  </a:lnTo>
                  <a:lnTo>
                    <a:pt x="2271705" y="116133"/>
                  </a:lnTo>
                  <a:lnTo>
                    <a:pt x="2281449" y="118177"/>
                  </a:lnTo>
                  <a:lnTo>
                    <a:pt x="2291208" y="97997"/>
                  </a:lnTo>
                  <a:lnTo>
                    <a:pt x="2300951" y="134182"/>
                  </a:lnTo>
                  <a:lnTo>
                    <a:pt x="2310695" y="157429"/>
                  </a:lnTo>
                  <a:lnTo>
                    <a:pt x="2320454" y="188930"/>
                  </a:lnTo>
                  <a:lnTo>
                    <a:pt x="2330198" y="163695"/>
                  </a:lnTo>
                  <a:lnTo>
                    <a:pt x="2339957" y="157172"/>
                  </a:lnTo>
                  <a:lnTo>
                    <a:pt x="2349701" y="185790"/>
                  </a:lnTo>
                  <a:lnTo>
                    <a:pt x="2359445" y="167383"/>
                  </a:lnTo>
                  <a:lnTo>
                    <a:pt x="2369204" y="183094"/>
                  </a:lnTo>
                  <a:lnTo>
                    <a:pt x="2378948" y="162865"/>
                  </a:lnTo>
                  <a:lnTo>
                    <a:pt x="2388692" y="171688"/>
                  </a:lnTo>
                  <a:lnTo>
                    <a:pt x="2398450" y="169935"/>
                  </a:lnTo>
                  <a:lnTo>
                    <a:pt x="2408194" y="158564"/>
                  </a:lnTo>
                  <a:lnTo>
                    <a:pt x="2417953" y="169302"/>
                  </a:lnTo>
                  <a:lnTo>
                    <a:pt x="2427697" y="157710"/>
                  </a:lnTo>
                  <a:lnTo>
                    <a:pt x="2437441" y="174841"/>
                  </a:lnTo>
                  <a:lnTo>
                    <a:pt x="2447200" y="222863"/>
                  </a:lnTo>
                  <a:lnTo>
                    <a:pt x="2456944" y="193369"/>
                  </a:lnTo>
                  <a:lnTo>
                    <a:pt x="2466703" y="199830"/>
                  </a:lnTo>
                  <a:lnTo>
                    <a:pt x="2476446" y="190674"/>
                  </a:lnTo>
                  <a:lnTo>
                    <a:pt x="2486190" y="159650"/>
                  </a:lnTo>
                  <a:lnTo>
                    <a:pt x="2495949" y="151767"/>
                  </a:lnTo>
                  <a:lnTo>
                    <a:pt x="2505693" y="146450"/>
                  </a:lnTo>
                  <a:lnTo>
                    <a:pt x="2515452" y="147784"/>
                  </a:lnTo>
                  <a:lnTo>
                    <a:pt x="2525196" y="155712"/>
                  </a:lnTo>
                  <a:lnTo>
                    <a:pt x="2534940" y="159561"/>
                  </a:lnTo>
                  <a:lnTo>
                    <a:pt x="2544699" y="204839"/>
                  </a:lnTo>
                  <a:lnTo>
                    <a:pt x="2554443" y="223406"/>
                  </a:lnTo>
                  <a:lnTo>
                    <a:pt x="2564202" y="231648"/>
                  </a:lnTo>
                  <a:lnTo>
                    <a:pt x="2573946" y="224431"/>
                  </a:lnTo>
                  <a:lnTo>
                    <a:pt x="2583690" y="234163"/>
                  </a:lnTo>
                  <a:lnTo>
                    <a:pt x="2593448" y="247417"/>
                  </a:lnTo>
                  <a:lnTo>
                    <a:pt x="2603192" y="239817"/>
                  </a:lnTo>
                  <a:lnTo>
                    <a:pt x="2612951" y="254625"/>
                  </a:lnTo>
                  <a:lnTo>
                    <a:pt x="2622695" y="263579"/>
                  </a:lnTo>
                  <a:lnTo>
                    <a:pt x="2632439" y="283425"/>
                  </a:lnTo>
                  <a:lnTo>
                    <a:pt x="2642198" y="255296"/>
                  </a:lnTo>
                  <a:lnTo>
                    <a:pt x="2651942" y="252897"/>
                  </a:lnTo>
                  <a:lnTo>
                    <a:pt x="2661685" y="266604"/>
                  </a:lnTo>
                  <a:lnTo>
                    <a:pt x="2671444" y="264652"/>
                  </a:lnTo>
                  <a:lnTo>
                    <a:pt x="2681188" y="239732"/>
                  </a:lnTo>
                  <a:lnTo>
                    <a:pt x="2690947" y="249649"/>
                  </a:lnTo>
                  <a:lnTo>
                    <a:pt x="2700691" y="229169"/>
                  </a:lnTo>
                  <a:lnTo>
                    <a:pt x="2710435" y="235562"/>
                  </a:lnTo>
                  <a:lnTo>
                    <a:pt x="2720194" y="225538"/>
                  </a:lnTo>
                  <a:lnTo>
                    <a:pt x="2729938" y="228159"/>
                  </a:lnTo>
                  <a:lnTo>
                    <a:pt x="2739697" y="209673"/>
                  </a:lnTo>
                  <a:lnTo>
                    <a:pt x="2749441" y="198857"/>
                  </a:lnTo>
                  <a:lnTo>
                    <a:pt x="2759185" y="179968"/>
                  </a:lnTo>
                  <a:lnTo>
                    <a:pt x="2768943" y="159348"/>
                  </a:lnTo>
                  <a:lnTo>
                    <a:pt x="2778687" y="182051"/>
                  </a:lnTo>
                  <a:lnTo>
                    <a:pt x="2788446" y="185045"/>
                  </a:lnTo>
                  <a:lnTo>
                    <a:pt x="2798190" y="141601"/>
                  </a:lnTo>
                  <a:lnTo>
                    <a:pt x="2807934" y="99010"/>
                  </a:lnTo>
                  <a:lnTo>
                    <a:pt x="2817693" y="75861"/>
                  </a:lnTo>
                  <a:lnTo>
                    <a:pt x="2827437" y="95888"/>
                  </a:lnTo>
                  <a:lnTo>
                    <a:pt x="2837196" y="73768"/>
                  </a:lnTo>
                  <a:lnTo>
                    <a:pt x="2846940" y="99986"/>
                  </a:lnTo>
                  <a:lnTo>
                    <a:pt x="2856684" y="113708"/>
                  </a:lnTo>
                  <a:lnTo>
                    <a:pt x="2866442" y="118587"/>
                  </a:lnTo>
                  <a:lnTo>
                    <a:pt x="2876186" y="114405"/>
                  </a:lnTo>
                  <a:lnTo>
                    <a:pt x="2885945" y="96662"/>
                  </a:lnTo>
                  <a:lnTo>
                    <a:pt x="2895689" y="63687"/>
                  </a:lnTo>
                  <a:lnTo>
                    <a:pt x="2905433" y="23120"/>
                  </a:lnTo>
                  <a:lnTo>
                    <a:pt x="29151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9" name="Freeform 1068">
              <a:extLst>
                <a:ext uri="{FF2B5EF4-FFF2-40B4-BE49-F238E27FC236}">
                  <a16:creationId xmlns:a16="http://schemas.microsoft.com/office/drawing/2014/main" id="{27242F90-7A1A-B42C-818F-E6EC6D97FF75}"/>
                </a:ext>
              </a:extLst>
            </p:cNvPr>
            <p:cNvSpPr/>
            <p:nvPr/>
          </p:nvSpPr>
          <p:spPr>
            <a:xfrm>
              <a:off x="4426652" y="3297221"/>
              <a:ext cx="2915191" cy="427155"/>
            </a:xfrm>
            <a:custGeom>
              <a:avLst/>
              <a:gdLst>
                <a:gd name="connsiteX0" fmla="*/ 0 w 2915191"/>
                <a:gd name="connsiteY0" fmla="*/ 87378 h 427155"/>
                <a:gd name="connsiteX1" fmla="*/ 9750 w 2915191"/>
                <a:gd name="connsiteY1" fmla="*/ 112605 h 427155"/>
                <a:gd name="connsiteX2" fmla="*/ 19500 w 2915191"/>
                <a:gd name="connsiteY2" fmla="*/ 85863 h 427155"/>
                <a:gd name="connsiteX3" fmla="*/ 29250 w 2915191"/>
                <a:gd name="connsiteY3" fmla="*/ 67263 h 427155"/>
                <a:gd name="connsiteX4" fmla="*/ 39000 w 2915191"/>
                <a:gd name="connsiteY4" fmla="*/ 75131 h 427155"/>
                <a:gd name="connsiteX5" fmla="*/ 48749 w 2915191"/>
                <a:gd name="connsiteY5" fmla="*/ 61876 h 427155"/>
                <a:gd name="connsiteX6" fmla="*/ 58499 w 2915191"/>
                <a:gd name="connsiteY6" fmla="*/ 16532 h 427155"/>
                <a:gd name="connsiteX7" fmla="*/ 68249 w 2915191"/>
                <a:gd name="connsiteY7" fmla="*/ 26779 h 427155"/>
                <a:gd name="connsiteX8" fmla="*/ 77998 w 2915191"/>
                <a:gd name="connsiteY8" fmla="*/ 3506 h 427155"/>
                <a:gd name="connsiteX9" fmla="*/ 87748 w 2915191"/>
                <a:gd name="connsiteY9" fmla="*/ 13302 h 427155"/>
                <a:gd name="connsiteX10" fmla="*/ 97497 w 2915191"/>
                <a:gd name="connsiteY10" fmla="*/ 0 h 427155"/>
                <a:gd name="connsiteX11" fmla="*/ 107247 w 2915191"/>
                <a:gd name="connsiteY11" fmla="*/ 8914 h 427155"/>
                <a:gd name="connsiteX12" fmla="*/ 116997 w 2915191"/>
                <a:gd name="connsiteY12" fmla="*/ 27551 h 427155"/>
                <a:gd name="connsiteX13" fmla="*/ 126747 w 2915191"/>
                <a:gd name="connsiteY13" fmla="*/ 40415 h 427155"/>
                <a:gd name="connsiteX14" fmla="*/ 136497 w 2915191"/>
                <a:gd name="connsiteY14" fmla="*/ 45935 h 427155"/>
                <a:gd name="connsiteX15" fmla="*/ 146247 w 2915191"/>
                <a:gd name="connsiteY15" fmla="*/ 34272 h 427155"/>
                <a:gd name="connsiteX16" fmla="*/ 155997 w 2915191"/>
                <a:gd name="connsiteY16" fmla="*/ 29004 h 427155"/>
                <a:gd name="connsiteX17" fmla="*/ 165747 w 2915191"/>
                <a:gd name="connsiteY17" fmla="*/ 64142 h 427155"/>
                <a:gd name="connsiteX18" fmla="*/ 175497 w 2915191"/>
                <a:gd name="connsiteY18" fmla="*/ 72936 h 427155"/>
                <a:gd name="connsiteX19" fmla="*/ 185247 w 2915191"/>
                <a:gd name="connsiteY19" fmla="*/ 58995 h 427155"/>
                <a:gd name="connsiteX20" fmla="*/ 194996 w 2915191"/>
                <a:gd name="connsiteY20" fmla="*/ 59040 h 427155"/>
                <a:gd name="connsiteX21" fmla="*/ 204746 w 2915191"/>
                <a:gd name="connsiteY21" fmla="*/ 82399 h 427155"/>
                <a:gd name="connsiteX22" fmla="*/ 214495 w 2915191"/>
                <a:gd name="connsiteY22" fmla="*/ 79544 h 427155"/>
                <a:gd name="connsiteX23" fmla="*/ 224245 w 2915191"/>
                <a:gd name="connsiteY23" fmla="*/ 67592 h 427155"/>
                <a:gd name="connsiteX24" fmla="*/ 233995 w 2915191"/>
                <a:gd name="connsiteY24" fmla="*/ 109458 h 427155"/>
                <a:gd name="connsiteX25" fmla="*/ 243744 w 2915191"/>
                <a:gd name="connsiteY25" fmla="*/ 92018 h 427155"/>
                <a:gd name="connsiteX26" fmla="*/ 253494 w 2915191"/>
                <a:gd name="connsiteY26" fmla="*/ 43965 h 427155"/>
                <a:gd name="connsiteX27" fmla="*/ 263244 w 2915191"/>
                <a:gd name="connsiteY27" fmla="*/ 46036 h 427155"/>
                <a:gd name="connsiteX28" fmla="*/ 272994 w 2915191"/>
                <a:gd name="connsiteY28" fmla="*/ 76818 h 427155"/>
                <a:gd name="connsiteX29" fmla="*/ 282744 w 2915191"/>
                <a:gd name="connsiteY29" fmla="*/ 102874 h 427155"/>
                <a:gd name="connsiteX30" fmla="*/ 292494 w 2915191"/>
                <a:gd name="connsiteY30" fmla="*/ 64972 h 427155"/>
                <a:gd name="connsiteX31" fmla="*/ 302244 w 2915191"/>
                <a:gd name="connsiteY31" fmla="*/ 60466 h 427155"/>
                <a:gd name="connsiteX32" fmla="*/ 311994 w 2915191"/>
                <a:gd name="connsiteY32" fmla="*/ 81582 h 427155"/>
                <a:gd name="connsiteX33" fmla="*/ 321744 w 2915191"/>
                <a:gd name="connsiteY33" fmla="*/ 67981 h 427155"/>
                <a:gd name="connsiteX34" fmla="*/ 331493 w 2915191"/>
                <a:gd name="connsiteY34" fmla="*/ 92640 h 427155"/>
                <a:gd name="connsiteX35" fmla="*/ 341243 w 2915191"/>
                <a:gd name="connsiteY35" fmla="*/ 109111 h 427155"/>
                <a:gd name="connsiteX36" fmla="*/ 350993 w 2915191"/>
                <a:gd name="connsiteY36" fmla="*/ 102816 h 427155"/>
                <a:gd name="connsiteX37" fmla="*/ 360742 w 2915191"/>
                <a:gd name="connsiteY37" fmla="*/ 66207 h 427155"/>
                <a:gd name="connsiteX38" fmla="*/ 370492 w 2915191"/>
                <a:gd name="connsiteY38" fmla="*/ 103278 h 427155"/>
                <a:gd name="connsiteX39" fmla="*/ 380241 w 2915191"/>
                <a:gd name="connsiteY39" fmla="*/ 87758 h 427155"/>
                <a:gd name="connsiteX40" fmla="*/ 389991 w 2915191"/>
                <a:gd name="connsiteY40" fmla="*/ 104403 h 427155"/>
                <a:gd name="connsiteX41" fmla="*/ 399741 w 2915191"/>
                <a:gd name="connsiteY41" fmla="*/ 108961 h 427155"/>
                <a:gd name="connsiteX42" fmla="*/ 409491 w 2915191"/>
                <a:gd name="connsiteY42" fmla="*/ 131746 h 427155"/>
                <a:gd name="connsiteX43" fmla="*/ 419241 w 2915191"/>
                <a:gd name="connsiteY43" fmla="*/ 145831 h 427155"/>
                <a:gd name="connsiteX44" fmla="*/ 428991 w 2915191"/>
                <a:gd name="connsiteY44" fmla="*/ 175619 h 427155"/>
                <a:gd name="connsiteX45" fmla="*/ 438741 w 2915191"/>
                <a:gd name="connsiteY45" fmla="*/ 182432 h 427155"/>
                <a:gd name="connsiteX46" fmla="*/ 448491 w 2915191"/>
                <a:gd name="connsiteY46" fmla="*/ 182732 h 427155"/>
                <a:gd name="connsiteX47" fmla="*/ 458241 w 2915191"/>
                <a:gd name="connsiteY47" fmla="*/ 148281 h 427155"/>
                <a:gd name="connsiteX48" fmla="*/ 467991 w 2915191"/>
                <a:gd name="connsiteY48" fmla="*/ 160169 h 427155"/>
                <a:gd name="connsiteX49" fmla="*/ 477740 w 2915191"/>
                <a:gd name="connsiteY49" fmla="*/ 180719 h 427155"/>
                <a:gd name="connsiteX50" fmla="*/ 487490 w 2915191"/>
                <a:gd name="connsiteY50" fmla="*/ 171428 h 427155"/>
                <a:gd name="connsiteX51" fmla="*/ 497239 w 2915191"/>
                <a:gd name="connsiteY51" fmla="*/ 203209 h 427155"/>
                <a:gd name="connsiteX52" fmla="*/ 506989 w 2915191"/>
                <a:gd name="connsiteY52" fmla="*/ 187028 h 427155"/>
                <a:gd name="connsiteX53" fmla="*/ 516738 w 2915191"/>
                <a:gd name="connsiteY53" fmla="*/ 205721 h 427155"/>
                <a:gd name="connsiteX54" fmla="*/ 526488 w 2915191"/>
                <a:gd name="connsiteY54" fmla="*/ 177034 h 427155"/>
                <a:gd name="connsiteX55" fmla="*/ 536238 w 2915191"/>
                <a:gd name="connsiteY55" fmla="*/ 163451 h 427155"/>
                <a:gd name="connsiteX56" fmla="*/ 545988 w 2915191"/>
                <a:gd name="connsiteY56" fmla="*/ 160131 h 427155"/>
                <a:gd name="connsiteX57" fmla="*/ 555738 w 2915191"/>
                <a:gd name="connsiteY57" fmla="*/ 149179 h 427155"/>
                <a:gd name="connsiteX58" fmla="*/ 565488 w 2915191"/>
                <a:gd name="connsiteY58" fmla="*/ 169983 h 427155"/>
                <a:gd name="connsiteX59" fmla="*/ 575238 w 2915191"/>
                <a:gd name="connsiteY59" fmla="*/ 184540 h 427155"/>
                <a:gd name="connsiteX60" fmla="*/ 584988 w 2915191"/>
                <a:gd name="connsiteY60" fmla="*/ 176565 h 427155"/>
                <a:gd name="connsiteX61" fmla="*/ 594738 w 2915191"/>
                <a:gd name="connsiteY61" fmla="*/ 173098 h 427155"/>
                <a:gd name="connsiteX62" fmla="*/ 604488 w 2915191"/>
                <a:gd name="connsiteY62" fmla="*/ 169665 h 427155"/>
                <a:gd name="connsiteX63" fmla="*/ 614237 w 2915191"/>
                <a:gd name="connsiteY63" fmla="*/ 154939 h 427155"/>
                <a:gd name="connsiteX64" fmla="*/ 623987 w 2915191"/>
                <a:gd name="connsiteY64" fmla="*/ 158957 h 427155"/>
                <a:gd name="connsiteX65" fmla="*/ 633736 w 2915191"/>
                <a:gd name="connsiteY65" fmla="*/ 140502 h 427155"/>
                <a:gd name="connsiteX66" fmla="*/ 643486 w 2915191"/>
                <a:gd name="connsiteY66" fmla="*/ 133814 h 427155"/>
                <a:gd name="connsiteX67" fmla="*/ 653236 w 2915191"/>
                <a:gd name="connsiteY67" fmla="*/ 122677 h 427155"/>
                <a:gd name="connsiteX68" fmla="*/ 662985 w 2915191"/>
                <a:gd name="connsiteY68" fmla="*/ 142074 h 427155"/>
                <a:gd name="connsiteX69" fmla="*/ 672735 w 2915191"/>
                <a:gd name="connsiteY69" fmla="*/ 178619 h 427155"/>
                <a:gd name="connsiteX70" fmla="*/ 682485 w 2915191"/>
                <a:gd name="connsiteY70" fmla="*/ 138750 h 427155"/>
                <a:gd name="connsiteX71" fmla="*/ 692235 w 2915191"/>
                <a:gd name="connsiteY71" fmla="*/ 144031 h 427155"/>
                <a:gd name="connsiteX72" fmla="*/ 701985 w 2915191"/>
                <a:gd name="connsiteY72" fmla="*/ 130338 h 427155"/>
                <a:gd name="connsiteX73" fmla="*/ 711735 w 2915191"/>
                <a:gd name="connsiteY73" fmla="*/ 157922 h 427155"/>
                <a:gd name="connsiteX74" fmla="*/ 721485 w 2915191"/>
                <a:gd name="connsiteY74" fmla="*/ 113940 h 427155"/>
                <a:gd name="connsiteX75" fmla="*/ 731235 w 2915191"/>
                <a:gd name="connsiteY75" fmla="*/ 64261 h 427155"/>
                <a:gd name="connsiteX76" fmla="*/ 740985 w 2915191"/>
                <a:gd name="connsiteY76" fmla="*/ 73696 h 427155"/>
                <a:gd name="connsiteX77" fmla="*/ 750734 w 2915191"/>
                <a:gd name="connsiteY77" fmla="*/ 72169 h 427155"/>
                <a:gd name="connsiteX78" fmla="*/ 760484 w 2915191"/>
                <a:gd name="connsiteY78" fmla="*/ 75572 h 427155"/>
                <a:gd name="connsiteX79" fmla="*/ 770233 w 2915191"/>
                <a:gd name="connsiteY79" fmla="*/ 105285 h 427155"/>
                <a:gd name="connsiteX80" fmla="*/ 779983 w 2915191"/>
                <a:gd name="connsiteY80" fmla="*/ 103292 h 427155"/>
                <a:gd name="connsiteX81" fmla="*/ 789733 w 2915191"/>
                <a:gd name="connsiteY81" fmla="*/ 111941 h 427155"/>
                <a:gd name="connsiteX82" fmla="*/ 799482 w 2915191"/>
                <a:gd name="connsiteY82" fmla="*/ 105540 h 427155"/>
                <a:gd name="connsiteX83" fmla="*/ 809232 w 2915191"/>
                <a:gd name="connsiteY83" fmla="*/ 102718 h 427155"/>
                <a:gd name="connsiteX84" fmla="*/ 818982 w 2915191"/>
                <a:gd name="connsiteY84" fmla="*/ 98736 h 427155"/>
                <a:gd name="connsiteX85" fmla="*/ 828732 w 2915191"/>
                <a:gd name="connsiteY85" fmla="*/ 94188 h 427155"/>
                <a:gd name="connsiteX86" fmla="*/ 838482 w 2915191"/>
                <a:gd name="connsiteY86" fmla="*/ 102496 h 427155"/>
                <a:gd name="connsiteX87" fmla="*/ 848232 w 2915191"/>
                <a:gd name="connsiteY87" fmla="*/ 80021 h 427155"/>
                <a:gd name="connsiteX88" fmla="*/ 857982 w 2915191"/>
                <a:gd name="connsiteY88" fmla="*/ 101809 h 427155"/>
                <a:gd name="connsiteX89" fmla="*/ 867732 w 2915191"/>
                <a:gd name="connsiteY89" fmla="*/ 82420 h 427155"/>
                <a:gd name="connsiteX90" fmla="*/ 877482 w 2915191"/>
                <a:gd name="connsiteY90" fmla="*/ 79024 h 427155"/>
                <a:gd name="connsiteX91" fmla="*/ 887231 w 2915191"/>
                <a:gd name="connsiteY91" fmla="*/ 89796 h 427155"/>
                <a:gd name="connsiteX92" fmla="*/ 896981 w 2915191"/>
                <a:gd name="connsiteY92" fmla="*/ 116178 h 427155"/>
                <a:gd name="connsiteX93" fmla="*/ 906730 w 2915191"/>
                <a:gd name="connsiteY93" fmla="*/ 112975 h 427155"/>
                <a:gd name="connsiteX94" fmla="*/ 916480 w 2915191"/>
                <a:gd name="connsiteY94" fmla="*/ 116069 h 427155"/>
                <a:gd name="connsiteX95" fmla="*/ 926230 w 2915191"/>
                <a:gd name="connsiteY95" fmla="*/ 130237 h 427155"/>
                <a:gd name="connsiteX96" fmla="*/ 935979 w 2915191"/>
                <a:gd name="connsiteY96" fmla="*/ 150600 h 427155"/>
                <a:gd name="connsiteX97" fmla="*/ 945729 w 2915191"/>
                <a:gd name="connsiteY97" fmla="*/ 155536 h 427155"/>
                <a:gd name="connsiteX98" fmla="*/ 955479 w 2915191"/>
                <a:gd name="connsiteY98" fmla="*/ 137145 h 427155"/>
                <a:gd name="connsiteX99" fmla="*/ 965229 w 2915191"/>
                <a:gd name="connsiteY99" fmla="*/ 139069 h 427155"/>
                <a:gd name="connsiteX100" fmla="*/ 974979 w 2915191"/>
                <a:gd name="connsiteY100" fmla="*/ 126598 h 427155"/>
                <a:gd name="connsiteX101" fmla="*/ 984729 w 2915191"/>
                <a:gd name="connsiteY101" fmla="*/ 130873 h 427155"/>
                <a:gd name="connsiteX102" fmla="*/ 994474 w 2915191"/>
                <a:gd name="connsiteY102" fmla="*/ 142545 h 427155"/>
                <a:gd name="connsiteX103" fmla="*/ 1004233 w 2915191"/>
                <a:gd name="connsiteY103" fmla="*/ 174561 h 427155"/>
                <a:gd name="connsiteX104" fmla="*/ 1013977 w 2915191"/>
                <a:gd name="connsiteY104" fmla="*/ 148723 h 427155"/>
                <a:gd name="connsiteX105" fmla="*/ 1023721 w 2915191"/>
                <a:gd name="connsiteY105" fmla="*/ 144191 h 427155"/>
                <a:gd name="connsiteX106" fmla="*/ 1033480 w 2915191"/>
                <a:gd name="connsiteY106" fmla="*/ 168725 h 427155"/>
                <a:gd name="connsiteX107" fmla="*/ 1043224 w 2915191"/>
                <a:gd name="connsiteY107" fmla="*/ 160903 h 427155"/>
                <a:gd name="connsiteX108" fmla="*/ 1052983 w 2915191"/>
                <a:gd name="connsiteY108" fmla="*/ 153369 h 427155"/>
                <a:gd name="connsiteX109" fmla="*/ 1062727 w 2915191"/>
                <a:gd name="connsiteY109" fmla="*/ 116190 h 427155"/>
                <a:gd name="connsiteX110" fmla="*/ 1072471 w 2915191"/>
                <a:gd name="connsiteY110" fmla="*/ 115974 h 427155"/>
                <a:gd name="connsiteX111" fmla="*/ 1082230 w 2915191"/>
                <a:gd name="connsiteY111" fmla="*/ 134691 h 427155"/>
                <a:gd name="connsiteX112" fmla="*/ 1091973 w 2915191"/>
                <a:gd name="connsiteY112" fmla="*/ 163419 h 427155"/>
                <a:gd name="connsiteX113" fmla="*/ 1101732 w 2915191"/>
                <a:gd name="connsiteY113" fmla="*/ 196804 h 427155"/>
                <a:gd name="connsiteX114" fmla="*/ 1111476 w 2915191"/>
                <a:gd name="connsiteY114" fmla="*/ 214578 h 427155"/>
                <a:gd name="connsiteX115" fmla="*/ 1121220 w 2915191"/>
                <a:gd name="connsiteY115" fmla="*/ 177310 h 427155"/>
                <a:gd name="connsiteX116" fmla="*/ 1130979 w 2915191"/>
                <a:gd name="connsiteY116" fmla="*/ 132920 h 427155"/>
                <a:gd name="connsiteX117" fmla="*/ 1140723 w 2915191"/>
                <a:gd name="connsiteY117" fmla="*/ 156845 h 427155"/>
                <a:gd name="connsiteX118" fmla="*/ 1150482 w 2915191"/>
                <a:gd name="connsiteY118" fmla="*/ 156746 h 427155"/>
                <a:gd name="connsiteX119" fmla="*/ 1160226 w 2915191"/>
                <a:gd name="connsiteY119" fmla="*/ 152104 h 427155"/>
                <a:gd name="connsiteX120" fmla="*/ 1169969 w 2915191"/>
                <a:gd name="connsiteY120" fmla="*/ 166142 h 427155"/>
                <a:gd name="connsiteX121" fmla="*/ 1179728 w 2915191"/>
                <a:gd name="connsiteY121" fmla="*/ 156165 h 427155"/>
                <a:gd name="connsiteX122" fmla="*/ 1189472 w 2915191"/>
                <a:gd name="connsiteY122" fmla="*/ 168686 h 427155"/>
                <a:gd name="connsiteX123" fmla="*/ 1199231 w 2915191"/>
                <a:gd name="connsiteY123" fmla="*/ 186921 h 427155"/>
                <a:gd name="connsiteX124" fmla="*/ 1208975 w 2915191"/>
                <a:gd name="connsiteY124" fmla="*/ 173670 h 427155"/>
                <a:gd name="connsiteX125" fmla="*/ 1218719 w 2915191"/>
                <a:gd name="connsiteY125" fmla="*/ 165210 h 427155"/>
                <a:gd name="connsiteX126" fmla="*/ 1228478 w 2915191"/>
                <a:gd name="connsiteY126" fmla="*/ 175023 h 427155"/>
                <a:gd name="connsiteX127" fmla="*/ 1238222 w 2915191"/>
                <a:gd name="connsiteY127" fmla="*/ 179826 h 427155"/>
                <a:gd name="connsiteX128" fmla="*/ 1247966 w 2915191"/>
                <a:gd name="connsiteY128" fmla="*/ 136545 h 427155"/>
                <a:gd name="connsiteX129" fmla="*/ 1257725 w 2915191"/>
                <a:gd name="connsiteY129" fmla="*/ 116564 h 427155"/>
                <a:gd name="connsiteX130" fmla="*/ 1267469 w 2915191"/>
                <a:gd name="connsiteY130" fmla="*/ 88494 h 427155"/>
                <a:gd name="connsiteX131" fmla="*/ 1277227 w 2915191"/>
                <a:gd name="connsiteY131" fmla="*/ 103141 h 427155"/>
                <a:gd name="connsiteX132" fmla="*/ 1286971 w 2915191"/>
                <a:gd name="connsiteY132" fmla="*/ 94406 h 427155"/>
                <a:gd name="connsiteX133" fmla="*/ 1296715 w 2915191"/>
                <a:gd name="connsiteY133" fmla="*/ 126215 h 427155"/>
                <a:gd name="connsiteX134" fmla="*/ 1306474 w 2915191"/>
                <a:gd name="connsiteY134" fmla="*/ 124363 h 427155"/>
                <a:gd name="connsiteX135" fmla="*/ 1316218 w 2915191"/>
                <a:gd name="connsiteY135" fmla="*/ 124591 h 427155"/>
                <a:gd name="connsiteX136" fmla="*/ 1325977 w 2915191"/>
                <a:gd name="connsiteY136" fmla="*/ 146235 h 427155"/>
                <a:gd name="connsiteX137" fmla="*/ 1335721 w 2915191"/>
                <a:gd name="connsiteY137" fmla="*/ 161678 h 427155"/>
                <a:gd name="connsiteX138" fmla="*/ 1345465 w 2915191"/>
                <a:gd name="connsiteY138" fmla="*/ 197812 h 427155"/>
                <a:gd name="connsiteX139" fmla="*/ 1355224 w 2915191"/>
                <a:gd name="connsiteY139" fmla="*/ 199821 h 427155"/>
                <a:gd name="connsiteX140" fmla="*/ 1364967 w 2915191"/>
                <a:gd name="connsiteY140" fmla="*/ 166305 h 427155"/>
                <a:gd name="connsiteX141" fmla="*/ 1374726 w 2915191"/>
                <a:gd name="connsiteY141" fmla="*/ 119304 h 427155"/>
                <a:gd name="connsiteX142" fmla="*/ 1384470 w 2915191"/>
                <a:gd name="connsiteY142" fmla="*/ 109578 h 427155"/>
                <a:gd name="connsiteX143" fmla="*/ 1394214 w 2915191"/>
                <a:gd name="connsiteY143" fmla="*/ 123875 h 427155"/>
                <a:gd name="connsiteX144" fmla="*/ 1403973 w 2915191"/>
                <a:gd name="connsiteY144" fmla="*/ 138242 h 427155"/>
                <a:gd name="connsiteX145" fmla="*/ 1413717 w 2915191"/>
                <a:gd name="connsiteY145" fmla="*/ 121747 h 427155"/>
                <a:gd name="connsiteX146" fmla="*/ 1423476 w 2915191"/>
                <a:gd name="connsiteY146" fmla="*/ 157117 h 427155"/>
                <a:gd name="connsiteX147" fmla="*/ 1433220 w 2915191"/>
                <a:gd name="connsiteY147" fmla="*/ 179510 h 427155"/>
                <a:gd name="connsiteX148" fmla="*/ 1442964 w 2915191"/>
                <a:gd name="connsiteY148" fmla="*/ 184189 h 427155"/>
                <a:gd name="connsiteX149" fmla="*/ 1452722 w 2915191"/>
                <a:gd name="connsiteY149" fmla="*/ 161800 h 427155"/>
                <a:gd name="connsiteX150" fmla="*/ 1462466 w 2915191"/>
                <a:gd name="connsiteY150" fmla="*/ 180330 h 427155"/>
                <a:gd name="connsiteX151" fmla="*/ 1472225 w 2915191"/>
                <a:gd name="connsiteY151" fmla="*/ 188724 h 427155"/>
                <a:gd name="connsiteX152" fmla="*/ 1481969 w 2915191"/>
                <a:gd name="connsiteY152" fmla="*/ 141789 h 427155"/>
                <a:gd name="connsiteX153" fmla="*/ 1491713 w 2915191"/>
                <a:gd name="connsiteY153" fmla="*/ 129030 h 427155"/>
                <a:gd name="connsiteX154" fmla="*/ 1501472 w 2915191"/>
                <a:gd name="connsiteY154" fmla="*/ 145213 h 427155"/>
                <a:gd name="connsiteX155" fmla="*/ 1511216 w 2915191"/>
                <a:gd name="connsiteY155" fmla="*/ 141683 h 427155"/>
                <a:gd name="connsiteX156" fmla="*/ 1520960 w 2915191"/>
                <a:gd name="connsiteY156" fmla="*/ 142671 h 427155"/>
                <a:gd name="connsiteX157" fmla="*/ 1530719 w 2915191"/>
                <a:gd name="connsiteY157" fmla="*/ 88691 h 427155"/>
                <a:gd name="connsiteX158" fmla="*/ 1540463 w 2915191"/>
                <a:gd name="connsiteY158" fmla="*/ 97828 h 427155"/>
                <a:gd name="connsiteX159" fmla="*/ 1550221 w 2915191"/>
                <a:gd name="connsiteY159" fmla="*/ 109372 h 427155"/>
                <a:gd name="connsiteX160" fmla="*/ 1559965 w 2915191"/>
                <a:gd name="connsiteY160" fmla="*/ 149365 h 427155"/>
                <a:gd name="connsiteX161" fmla="*/ 1569709 w 2915191"/>
                <a:gd name="connsiteY161" fmla="*/ 130609 h 427155"/>
                <a:gd name="connsiteX162" fmla="*/ 1579468 w 2915191"/>
                <a:gd name="connsiteY162" fmla="*/ 145372 h 427155"/>
                <a:gd name="connsiteX163" fmla="*/ 1589212 w 2915191"/>
                <a:gd name="connsiteY163" fmla="*/ 135332 h 427155"/>
                <a:gd name="connsiteX164" fmla="*/ 1598971 w 2915191"/>
                <a:gd name="connsiteY164" fmla="*/ 131409 h 427155"/>
                <a:gd name="connsiteX165" fmla="*/ 1608715 w 2915191"/>
                <a:gd name="connsiteY165" fmla="*/ 123863 h 427155"/>
                <a:gd name="connsiteX166" fmla="*/ 1618459 w 2915191"/>
                <a:gd name="connsiteY166" fmla="*/ 147269 h 427155"/>
                <a:gd name="connsiteX167" fmla="*/ 1628218 w 2915191"/>
                <a:gd name="connsiteY167" fmla="*/ 113895 h 427155"/>
                <a:gd name="connsiteX168" fmla="*/ 1637962 w 2915191"/>
                <a:gd name="connsiteY168" fmla="*/ 112161 h 427155"/>
                <a:gd name="connsiteX169" fmla="*/ 1647720 w 2915191"/>
                <a:gd name="connsiteY169" fmla="*/ 116655 h 427155"/>
                <a:gd name="connsiteX170" fmla="*/ 1657464 w 2915191"/>
                <a:gd name="connsiteY170" fmla="*/ 136881 h 427155"/>
                <a:gd name="connsiteX171" fmla="*/ 1667208 w 2915191"/>
                <a:gd name="connsiteY171" fmla="*/ 160641 h 427155"/>
                <a:gd name="connsiteX172" fmla="*/ 1676967 w 2915191"/>
                <a:gd name="connsiteY172" fmla="*/ 154336 h 427155"/>
                <a:gd name="connsiteX173" fmla="*/ 1686711 w 2915191"/>
                <a:gd name="connsiteY173" fmla="*/ 152537 h 427155"/>
                <a:gd name="connsiteX174" fmla="*/ 1696470 w 2915191"/>
                <a:gd name="connsiteY174" fmla="*/ 130610 h 427155"/>
                <a:gd name="connsiteX175" fmla="*/ 1706214 w 2915191"/>
                <a:gd name="connsiteY175" fmla="*/ 142921 h 427155"/>
                <a:gd name="connsiteX176" fmla="*/ 1715958 w 2915191"/>
                <a:gd name="connsiteY176" fmla="*/ 171858 h 427155"/>
                <a:gd name="connsiteX177" fmla="*/ 1725716 w 2915191"/>
                <a:gd name="connsiteY177" fmla="*/ 169376 h 427155"/>
                <a:gd name="connsiteX178" fmla="*/ 1735460 w 2915191"/>
                <a:gd name="connsiteY178" fmla="*/ 221356 h 427155"/>
                <a:gd name="connsiteX179" fmla="*/ 1745219 w 2915191"/>
                <a:gd name="connsiteY179" fmla="*/ 185609 h 427155"/>
                <a:gd name="connsiteX180" fmla="*/ 1754963 w 2915191"/>
                <a:gd name="connsiteY180" fmla="*/ 201480 h 427155"/>
                <a:gd name="connsiteX181" fmla="*/ 1764707 w 2915191"/>
                <a:gd name="connsiteY181" fmla="*/ 197794 h 427155"/>
                <a:gd name="connsiteX182" fmla="*/ 1774466 w 2915191"/>
                <a:gd name="connsiteY182" fmla="*/ 226564 h 427155"/>
                <a:gd name="connsiteX183" fmla="*/ 1784210 w 2915191"/>
                <a:gd name="connsiteY183" fmla="*/ 212515 h 427155"/>
                <a:gd name="connsiteX184" fmla="*/ 1793969 w 2915191"/>
                <a:gd name="connsiteY184" fmla="*/ 212886 h 427155"/>
                <a:gd name="connsiteX185" fmla="*/ 1803713 w 2915191"/>
                <a:gd name="connsiteY185" fmla="*/ 230898 h 427155"/>
                <a:gd name="connsiteX186" fmla="*/ 1813457 w 2915191"/>
                <a:gd name="connsiteY186" fmla="*/ 236706 h 427155"/>
                <a:gd name="connsiteX187" fmla="*/ 1823215 w 2915191"/>
                <a:gd name="connsiteY187" fmla="*/ 223015 h 427155"/>
                <a:gd name="connsiteX188" fmla="*/ 1832959 w 2915191"/>
                <a:gd name="connsiteY188" fmla="*/ 217787 h 427155"/>
                <a:gd name="connsiteX189" fmla="*/ 1842703 w 2915191"/>
                <a:gd name="connsiteY189" fmla="*/ 240020 h 427155"/>
                <a:gd name="connsiteX190" fmla="*/ 1852462 w 2915191"/>
                <a:gd name="connsiteY190" fmla="*/ 220563 h 427155"/>
                <a:gd name="connsiteX191" fmla="*/ 1862206 w 2915191"/>
                <a:gd name="connsiteY191" fmla="*/ 175099 h 427155"/>
                <a:gd name="connsiteX192" fmla="*/ 1871965 w 2915191"/>
                <a:gd name="connsiteY192" fmla="*/ 204587 h 427155"/>
                <a:gd name="connsiteX193" fmla="*/ 1881709 w 2915191"/>
                <a:gd name="connsiteY193" fmla="*/ 251942 h 427155"/>
                <a:gd name="connsiteX194" fmla="*/ 1891453 w 2915191"/>
                <a:gd name="connsiteY194" fmla="*/ 234027 h 427155"/>
                <a:gd name="connsiteX195" fmla="*/ 1901212 w 2915191"/>
                <a:gd name="connsiteY195" fmla="*/ 174977 h 427155"/>
                <a:gd name="connsiteX196" fmla="*/ 1910956 w 2915191"/>
                <a:gd name="connsiteY196" fmla="*/ 186084 h 427155"/>
                <a:gd name="connsiteX197" fmla="*/ 1920714 w 2915191"/>
                <a:gd name="connsiteY197" fmla="*/ 212284 h 427155"/>
                <a:gd name="connsiteX198" fmla="*/ 1930458 w 2915191"/>
                <a:gd name="connsiteY198" fmla="*/ 230702 h 427155"/>
                <a:gd name="connsiteX199" fmla="*/ 1940202 w 2915191"/>
                <a:gd name="connsiteY199" fmla="*/ 230961 h 427155"/>
                <a:gd name="connsiteX200" fmla="*/ 1949961 w 2915191"/>
                <a:gd name="connsiteY200" fmla="*/ 239728 h 427155"/>
                <a:gd name="connsiteX201" fmla="*/ 1959705 w 2915191"/>
                <a:gd name="connsiteY201" fmla="*/ 273162 h 427155"/>
                <a:gd name="connsiteX202" fmla="*/ 1969464 w 2915191"/>
                <a:gd name="connsiteY202" fmla="*/ 274761 h 427155"/>
                <a:gd name="connsiteX203" fmla="*/ 1979208 w 2915191"/>
                <a:gd name="connsiteY203" fmla="*/ 285394 h 427155"/>
                <a:gd name="connsiteX204" fmla="*/ 1988952 w 2915191"/>
                <a:gd name="connsiteY204" fmla="*/ 291645 h 427155"/>
                <a:gd name="connsiteX205" fmla="*/ 1998711 w 2915191"/>
                <a:gd name="connsiteY205" fmla="*/ 270832 h 427155"/>
                <a:gd name="connsiteX206" fmla="*/ 2008454 w 2915191"/>
                <a:gd name="connsiteY206" fmla="*/ 246368 h 427155"/>
                <a:gd name="connsiteX207" fmla="*/ 2018213 w 2915191"/>
                <a:gd name="connsiteY207" fmla="*/ 211485 h 427155"/>
                <a:gd name="connsiteX208" fmla="*/ 2027957 w 2915191"/>
                <a:gd name="connsiteY208" fmla="*/ 186060 h 427155"/>
                <a:gd name="connsiteX209" fmla="*/ 2037701 w 2915191"/>
                <a:gd name="connsiteY209" fmla="*/ 211512 h 427155"/>
                <a:gd name="connsiteX210" fmla="*/ 2047460 w 2915191"/>
                <a:gd name="connsiteY210" fmla="*/ 205007 h 427155"/>
                <a:gd name="connsiteX211" fmla="*/ 2057204 w 2915191"/>
                <a:gd name="connsiteY211" fmla="*/ 238272 h 427155"/>
                <a:gd name="connsiteX212" fmla="*/ 2066963 w 2915191"/>
                <a:gd name="connsiteY212" fmla="*/ 246925 h 427155"/>
                <a:gd name="connsiteX213" fmla="*/ 2076707 w 2915191"/>
                <a:gd name="connsiteY213" fmla="*/ 262787 h 427155"/>
                <a:gd name="connsiteX214" fmla="*/ 2086451 w 2915191"/>
                <a:gd name="connsiteY214" fmla="*/ 232081 h 427155"/>
                <a:gd name="connsiteX215" fmla="*/ 2096210 w 2915191"/>
                <a:gd name="connsiteY215" fmla="*/ 242576 h 427155"/>
                <a:gd name="connsiteX216" fmla="*/ 2105954 w 2915191"/>
                <a:gd name="connsiteY216" fmla="*/ 224507 h 427155"/>
                <a:gd name="connsiteX217" fmla="*/ 2115697 w 2915191"/>
                <a:gd name="connsiteY217" fmla="*/ 247249 h 427155"/>
                <a:gd name="connsiteX218" fmla="*/ 2125456 w 2915191"/>
                <a:gd name="connsiteY218" fmla="*/ 227849 h 427155"/>
                <a:gd name="connsiteX219" fmla="*/ 2135200 w 2915191"/>
                <a:gd name="connsiteY219" fmla="*/ 196303 h 427155"/>
                <a:gd name="connsiteX220" fmla="*/ 2144959 w 2915191"/>
                <a:gd name="connsiteY220" fmla="*/ 189393 h 427155"/>
                <a:gd name="connsiteX221" fmla="*/ 2154703 w 2915191"/>
                <a:gd name="connsiteY221" fmla="*/ 178542 h 427155"/>
                <a:gd name="connsiteX222" fmla="*/ 2164447 w 2915191"/>
                <a:gd name="connsiteY222" fmla="*/ 170233 h 427155"/>
                <a:gd name="connsiteX223" fmla="*/ 2174206 w 2915191"/>
                <a:gd name="connsiteY223" fmla="*/ 183639 h 427155"/>
                <a:gd name="connsiteX224" fmla="*/ 2183950 w 2915191"/>
                <a:gd name="connsiteY224" fmla="*/ 198924 h 427155"/>
                <a:gd name="connsiteX225" fmla="*/ 2193709 w 2915191"/>
                <a:gd name="connsiteY225" fmla="*/ 208443 h 427155"/>
                <a:gd name="connsiteX226" fmla="*/ 2203452 w 2915191"/>
                <a:gd name="connsiteY226" fmla="*/ 228911 h 427155"/>
                <a:gd name="connsiteX227" fmla="*/ 2213196 w 2915191"/>
                <a:gd name="connsiteY227" fmla="*/ 208443 h 427155"/>
                <a:gd name="connsiteX228" fmla="*/ 2222955 w 2915191"/>
                <a:gd name="connsiteY228" fmla="*/ 223726 h 427155"/>
                <a:gd name="connsiteX229" fmla="*/ 2232699 w 2915191"/>
                <a:gd name="connsiteY229" fmla="*/ 234145 h 427155"/>
                <a:gd name="connsiteX230" fmla="*/ 2242458 w 2915191"/>
                <a:gd name="connsiteY230" fmla="*/ 242591 h 427155"/>
                <a:gd name="connsiteX231" fmla="*/ 2252202 w 2915191"/>
                <a:gd name="connsiteY231" fmla="*/ 199761 h 427155"/>
                <a:gd name="connsiteX232" fmla="*/ 2261946 w 2915191"/>
                <a:gd name="connsiteY232" fmla="*/ 193626 h 427155"/>
                <a:gd name="connsiteX233" fmla="*/ 2271705 w 2915191"/>
                <a:gd name="connsiteY233" fmla="*/ 198338 h 427155"/>
                <a:gd name="connsiteX234" fmla="*/ 2281449 w 2915191"/>
                <a:gd name="connsiteY234" fmla="*/ 182644 h 427155"/>
                <a:gd name="connsiteX235" fmla="*/ 2291208 w 2915191"/>
                <a:gd name="connsiteY235" fmla="*/ 176903 h 427155"/>
                <a:gd name="connsiteX236" fmla="*/ 2300951 w 2915191"/>
                <a:gd name="connsiteY236" fmla="*/ 165787 h 427155"/>
                <a:gd name="connsiteX237" fmla="*/ 2310695 w 2915191"/>
                <a:gd name="connsiteY237" fmla="*/ 143383 h 427155"/>
                <a:gd name="connsiteX238" fmla="*/ 2320454 w 2915191"/>
                <a:gd name="connsiteY238" fmla="*/ 151780 h 427155"/>
                <a:gd name="connsiteX239" fmla="*/ 2330198 w 2915191"/>
                <a:gd name="connsiteY239" fmla="*/ 158035 h 427155"/>
                <a:gd name="connsiteX240" fmla="*/ 2339957 w 2915191"/>
                <a:gd name="connsiteY240" fmla="*/ 159464 h 427155"/>
                <a:gd name="connsiteX241" fmla="*/ 2349701 w 2915191"/>
                <a:gd name="connsiteY241" fmla="*/ 159818 h 427155"/>
                <a:gd name="connsiteX242" fmla="*/ 2359445 w 2915191"/>
                <a:gd name="connsiteY242" fmla="*/ 159488 h 427155"/>
                <a:gd name="connsiteX243" fmla="*/ 2369204 w 2915191"/>
                <a:gd name="connsiteY243" fmla="*/ 179750 h 427155"/>
                <a:gd name="connsiteX244" fmla="*/ 2378948 w 2915191"/>
                <a:gd name="connsiteY244" fmla="*/ 187857 h 427155"/>
                <a:gd name="connsiteX245" fmla="*/ 2388692 w 2915191"/>
                <a:gd name="connsiteY245" fmla="*/ 228244 h 427155"/>
                <a:gd name="connsiteX246" fmla="*/ 2398450 w 2915191"/>
                <a:gd name="connsiteY246" fmla="*/ 242016 h 427155"/>
                <a:gd name="connsiteX247" fmla="*/ 2408194 w 2915191"/>
                <a:gd name="connsiteY247" fmla="*/ 195469 h 427155"/>
                <a:gd name="connsiteX248" fmla="*/ 2417953 w 2915191"/>
                <a:gd name="connsiteY248" fmla="*/ 193536 h 427155"/>
                <a:gd name="connsiteX249" fmla="*/ 2427697 w 2915191"/>
                <a:gd name="connsiteY249" fmla="*/ 215106 h 427155"/>
                <a:gd name="connsiteX250" fmla="*/ 2437441 w 2915191"/>
                <a:gd name="connsiteY250" fmla="*/ 249174 h 427155"/>
                <a:gd name="connsiteX251" fmla="*/ 2447200 w 2915191"/>
                <a:gd name="connsiteY251" fmla="*/ 236553 h 427155"/>
                <a:gd name="connsiteX252" fmla="*/ 2456944 w 2915191"/>
                <a:gd name="connsiteY252" fmla="*/ 229009 h 427155"/>
                <a:gd name="connsiteX253" fmla="*/ 2466703 w 2915191"/>
                <a:gd name="connsiteY253" fmla="*/ 242245 h 427155"/>
                <a:gd name="connsiteX254" fmla="*/ 2476446 w 2915191"/>
                <a:gd name="connsiteY254" fmla="*/ 271303 h 427155"/>
                <a:gd name="connsiteX255" fmla="*/ 2486190 w 2915191"/>
                <a:gd name="connsiteY255" fmla="*/ 301128 h 427155"/>
                <a:gd name="connsiteX256" fmla="*/ 2495949 w 2915191"/>
                <a:gd name="connsiteY256" fmla="*/ 290155 h 427155"/>
                <a:gd name="connsiteX257" fmla="*/ 2505693 w 2915191"/>
                <a:gd name="connsiteY257" fmla="*/ 270265 h 427155"/>
                <a:gd name="connsiteX258" fmla="*/ 2515452 w 2915191"/>
                <a:gd name="connsiteY258" fmla="*/ 303614 h 427155"/>
                <a:gd name="connsiteX259" fmla="*/ 2525196 w 2915191"/>
                <a:gd name="connsiteY259" fmla="*/ 338384 h 427155"/>
                <a:gd name="connsiteX260" fmla="*/ 2534940 w 2915191"/>
                <a:gd name="connsiteY260" fmla="*/ 365761 h 427155"/>
                <a:gd name="connsiteX261" fmla="*/ 2544699 w 2915191"/>
                <a:gd name="connsiteY261" fmla="*/ 362775 h 427155"/>
                <a:gd name="connsiteX262" fmla="*/ 2554443 w 2915191"/>
                <a:gd name="connsiteY262" fmla="*/ 346437 h 427155"/>
                <a:gd name="connsiteX263" fmla="*/ 2564202 w 2915191"/>
                <a:gd name="connsiteY263" fmla="*/ 381550 h 427155"/>
                <a:gd name="connsiteX264" fmla="*/ 2573946 w 2915191"/>
                <a:gd name="connsiteY264" fmla="*/ 388488 h 427155"/>
                <a:gd name="connsiteX265" fmla="*/ 2583690 w 2915191"/>
                <a:gd name="connsiteY265" fmla="*/ 380651 h 427155"/>
                <a:gd name="connsiteX266" fmla="*/ 2593448 w 2915191"/>
                <a:gd name="connsiteY266" fmla="*/ 393305 h 427155"/>
                <a:gd name="connsiteX267" fmla="*/ 2603192 w 2915191"/>
                <a:gd name="connsiteY267" fmla="*/ 369696 h 427155"/>
                <a:gd name="connsiteX268" fmla="*/ 2612951 w 2915191"/>
                <a:gd name="connsiteY268" fmla="*/ 367594 h 427155"/>
                <a:gd name="connsiteX269" fmla="*/ 2622695 w 2915191"/>
                <a:gd name="connsiteY269" fmla="*/ 341228 h 427155"/>
                <a:gd name="connsiteX270" fmla="*/ 2632439 w 2915191"/>
                <a:gd name="connsiteY270" fmla="*/ 359857 h 427155"/>
                <a:gd name="connsiteX271" fmla="*/ 2642198 w 2915191"/>
                <a:gd name="connsiteY271" fmla="*/ 369271 h 427155"/>
                <a:gd name="connsiteX272" fmla="*/ 2651942 w 2915191"/>
                <a:gd name="connsiteY272" fmla="*/ 355804 h 427155"/>
                <a:gd name="connsiteX273" fmla="*/ 2661685 w 2915191"/>
                <a:gd name="connsiteY273" fmla="*/ 346772 h 427155"/>
                <a:gd name="connsiteX274" fmla="*/ 2671444 w 2915191"/>
                <a:gd name="connsiteY274" fmla="*/ 326858 h 427155"/>
                <a:gd name="connsiteX275" fmla="*/ 2681188 w 2915191"/>
                <a:gd name="connsiteY275" fmla="*/ 293708 h 427155"/>
                <a:gd name="connsiteX276" fmla="*/ 2690947 w 2915191"/>
                <a:gd name="connsiteY276" fmla="*/ 292196 h 427155"/>
                <a:gd name="connsiteX277" fmla="*/ 2700691 w 2915191"/>
                <a:gd name="connsiteY277" fmla="*/ 311000 h 427155"/>
                <a:gd name="connsiteX278" fmla="*/ 2710435 w 2915191"/>
                <a:gd name="connsiteY278" fmla="*/ 316265 h 427155"/>
                <a:gd name="connsiteX279" fmla="*/ 2720194 w 2915191"/>
                <a:gd name="connsiteY279" fmla="*/ 316039 h 427155"/>
                <a:gd name="connsiteX280" fmla="*/ 2729938 w 2915191"/>
                <a:gd name="connsiteY280" fmla="*/ 330793 h 427155"/>
                <a:gd name="connsiteX281" fmla="*/ 2739697 w 2915191"/>
                <a:gd name="connsiteY281" fmla="*/ 352173 h 427155"/>
                <a:gd name="connsiteX282" fmla="*/ 2749441 w 2915191"/>
                <a:gd name="connsiteY282" fmla="*/ 382102 h 427155"/>
                <a:gd name="connsiteX283" fmla="*/ 2759185 w 2915191"/>
                <a:gd name="connsiteY283" fmla="*/ 376229 h 427155"/>
                <a:gd name="connsiteX284" fmla="*/ 2768943 w 2915191"/>
                <a:gd name="connsiteY284" fmla="*/ 390449 h 427155"/>
                <a:gd name="connsiteX285" fmla="*/ 2778687 w 2915191"/>
                <a:gd name="connsiteY285" fmla="*/ 401006 h 427155"/>
                <a:gd name="connsiteX286" fmla="*/ 2788446 w 2915191"/>
                <a:gd name="connsiteY286" fmla="*/ 413958 h 427155"/>
                <a:gd name="connsiteX287" fmla="*/ 2798190 w 2915191"/>
                <a:gd name="connsiteY287" fmla="*/ 400060 h 427155"/>
                <a:gd name="connsiteX288" fmla="*/ 2807934 w 2915191"/>
                <a:gd name="connsiteY288" fmla="*/ 395061 h 427155"/>
                <a:gd name="connsiteX289" fmla="*/ 2817693 w 2915191"/>
                <a:gd name="connsiteY289" fmla="*/ 396230 h 427155"/>
                <a:gd name="connsiteX290" fmla="*/ 2827437 w 2915191"/>
                <a:gd name="connsiteY290" fmla="*/ 427155 h 427155"/>
                <a:gd name="connsiteX291" fmla="*/ 2837196 w 2915191"/>
                <a:gd name="connsiteY291" fmla="*/ 403792 h 427155"/>
                <a:gd name="connsiteX292" fmla="*/ 2846940 w 2915191"/>
                <a:gd name="connsiteY292" fmla="*/ 398718 h 427155"/>
                <a:gd name="connsiteX293" fmla="*/ 2856684 w 2915191"/>
                <a:gd name="connsiteY293" fmla="*/ 363790 h 427155"/>
                <a:gd name="connsiteX294" fmla="*/ 2866442 w 2915191"/>
                <a:gd name="connsiteY294" fmla="*/ 361586 h 427155"/>
                <a:gd name="connsiteX295" fmla="*/ 2876186 w 2915191"/>
                <a:gd name="connsiteY295" fmla="*/ 333724 h 427155"/>
                <a:gd name="connsiteX296" fmla="*/ 2885945 w 2915191"/>
                <a:gd name="connsiteY296" fmla="*/ 329014 h 427155"/>
                <a:gd name="connsiteX297" fmla="*/ 2895689 w 2915191"/>
                <a:gd name="connsiteY297" fmla="*/ 310668 h 427155"/>
                <a:gd name="connsiteX298" fmla="*/ 2905433 w 2915191"/>
                <a:gd name="connsiteY298" fmla="*/ 349614 h 427155"/>
                <a:gd name="connsiteX299" fmla="*/ 2915192 w 2915191"/>
                <a:gd name="connsiteY299" fmla="*/ 349685 h 427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27155">
                  <a:moveTo>
                    <a:pt x="0" y="87378"/>
                  </a:moveTo>
                  <a:lnTo>
                    <a:pt x="9750" y="112605"/>
                  </a:lnTo>
                  <a:lnTo>
                    <a:pt x="19500" y="85863"/>
                  </a:lnTo>
                  <a:lnTo>
                    <a:pt x="29250" y="67263"/>
                  </a:lnTo>
                  <a:lnTo>
                    <a:pt x="39000" y="75131"/>
                  </a:lnTo>
                  <a:lnTo>
                    <a:pt x="48749" y="61876"/>
                  </a:lnTo>
                  <a:lnTo>
                    <a:pt x="58499" y="16532"/>
                  </a:lnTo>
                  <a:lnTo>
                    <a:pt x="68249" y="26779"/>
                  </a:lnTo>
                  <a:lnTo>
                    <a:pt x="77998" y="3506"/>
                  </a:lnTo>
                  <a:lnTo>
                    <a:pt x="87748" y="13302"/>
                  </a:lnTo>
                  <a:lnTo>
                    <a:pt x="97497" y="0"/>
                  </a:lnTo>
                  <a:lnTo>
                    <a:pt x="107247" y="8914"/>
                  </a:lnTo>
                  <a:lnTo>
                    <a:pt x="116997" y="27551"/>
                  </a:lnTo>
                  <a:lnTo>
                    <a:pt x="126747" y="40415"/>
                  </a:lnTo>
                  <a:lnTo>
                    <a:pt x="136497" y="45935"/>
                  </a:lnTo>
                  <a:lnTo>
                    <a:pt x="146247" y="34272"/>
                  </a:lnTo>
                  <a:lnTo>
                    <a:pt x="155997" y="29004"/>
                  </a:lnTo>
                  <a:lnTo>
                    <a:pt x="165747" y="64142"/>
                  </a:lnTo>
                  <a:lnTo>
                    <a:pt x="175497" y="72936"/>
                  </a:lnTo>
                  <a:lnTo>
                    <a:pt x="185247" y="58995"/>
                  </a:lnTo>
                  <a:lnTo>
                    <a:pt x="194996" y="59040"/>
                  </a:lnTo>
                  <a:lnTo>
                    <a:pt x="204746" y="82399"/>
                  </a:lnTo>
                  <a:lnTo>
                    <a:pt x="214495" y="79544"/>
                  </a:lnTo>
                  <a:lnTo>
                    <a:pt x="224245" y="67592"/>
                  </a:lnTo>
                  <a:lnTo>
                    <a:pt x="233995" y="109458"/>
                  </a:lnTo>
                  <a:lnTo>
                    <a:pt x="243744" y="92018"/>
                  </a:lnTo>
                  <a:lnTo>
                    <a:pt x="253494" y="43965"/>
                  </a:lnTo>
                  <a:lnTo>
                    <a:pt x="263244" y="46036"/>
                  </a:lnTo>
                  <a:lnTo>
                    <a:pt x="272994" y="76818"/>
                  </a:lnTo>
                  <a:lnTo>
                    <a:pt x="282744" y="102874"/>
                  </a:lnTo>
                  <a:lnTo>
                    <a:pt x="292494" y="64972"/>
                  </a:lnTo>
                  <a:lnTo>
                    <a:pt x="302244" y="60466"/>
                  </a:lnTo>
                  <a:lnTo>
                    <a:pt x="311994" y="81582"/>
                  </a:lnTo>
                  <a:lnTo>
                    <a:pt x="321744" y="67981"/>
                  </a:lnTo>
                  <a:lnTo>
                    <a:pt x="331493" y="92640"/>
                  </a:lnTo>
                  <a:lnTo>
                    <a:pt x="341243" y="109111"/>
                  </a:lnTo>
                  <a:lnTo>
                    <a:pt x="350993" y="102816"/>
                  </a:lnTo>
                  <a:lnTo>
                    <a:pt x="360742" y="66207"/>
                  </a:lnTo>
                  <a:lnTo>
                    <a:pt x="370492" y="103278"/>
                  </a:lnTo>
                  <a:lnTo>
                    <a:pt x="380241" y="87758"/>
                  </a:lnTo>
                  <a:lnTo>
                    <a:pt x="389991" y="104403"/>
                  </a:lnTo>
                  <a:lnTo>
                    <a:pt x="399741" y="108961"/>
                  </a:lnTo>
                  <a:lnTo>
                    <a:pt x="409491" y="131746"/>
                  </a:lnTo>
                  <a:lnTo>
                    <a:pt x="419241" y="145831"/>
                  </a:lnTo>
                  <a:lnTo>
                    <a:pt x="428991" y="175619"/>
                  </a:lnTo>
                  <a:lnTo>
                    <a:pt x="438741" y="182432"/>
                  </a:lnTo>
                  <a:lnTo>
                    <a:pt x="448491" y="182732"/>
                  </a:lnTo>
                  <a:lnTo>
                    <a:pt x="458241" y="148281"/>
                  </a:lnTo>
                  <a:lnTo>
                    <a:pt x="467991" y="160169"/>
                  </a:lnTo>
                  <a:lnTo>
                    <a:pt x="477740" y="180719"/>
                  </a:lnTo>
                  <a:lnTo>
                    <a:pt x="487490" y="171428"/>
                  </a:lnTo>
                  <a:lnTo>
                    <a:pt x="497239" y="203209"/>
                  </a:lnTo>
                  <a:lnTo>
                    <a:pt x="506989" y="187028"/>
                  </a:lnTo>
                  <a:lnTo>
                    <a:pt x="516738" y="205721"/>
                  </a:lnTo>
                  <a:lnTo>
                    <a:pt x="526488" y="177034"/>
                  </a:lnTo>
                  <a:lnTo>
                    <a:pt x="536238" y="163451"/>
                  </a:lnTo>
                  <a:lnTo>
                    <a:pt x="545988" y="160131"/>
                  </a:lnTo>
                  <a:lnTo>
                    <a:pt x="555738" y="149179"/>
                  </a:lnTo>
                  <a:lnTo>
                    <a:pt x="565488" y="169983"/>
                  </a:lnTo>
                  <a:lnTo>
                    <a:pt x="575238" y="184540"/>
                  </a:lnTo>
                  <a:lnTo>
                    <a:pt x="584988" y="176565"/>
                  </a:lnTo>
                  <a:lnTo>
                    <a:pt x="594738" y="173098"/>
                  </a:lnTo>
                  <a:lnTo>
                    <a:pt x="604488" y="169665"/>
                  </a:lnTo>
                  <a:lnTo>
                    <a:pt x="614237" y="154939"/>
                  </a:lnTo>
                  <a:lnTo>
                    <a:pt x="623987" y="158957"/>
                  </a:lnTo>
                  <a:lnTo>
                    <a:pt x="633736" y="140502"/>
                  </a:lnTo>
                  <a:lnTo>
                    <a:pt x="643486" y="133814"/>
                  </a:lnTo>
                  <a:lnTo>
                    <a:pt x="653236" y="122677"/>
                  </a:lnTo>
                  <a:lnTo>
                    <a:pt x="662985" y="142074"/>
                  </a:lnTo>
                  <a:lnTo>
                    <a:pt x="672735" y="178619"/>
                  </a:lnTo>
                  <a:lnTo>
                    <a:pt x="682485" y="138750"/>
                  </a:lnTo>
                  <a:lnTo>
                    <a:pt x="692235" y="144031"/>
                  </a:lnTo>
                  <a:lnTo>
                    <a:pt x="701985" y="130338"/>
                  </a:lnTo>
                  <a:lnTo>
                    <a:pt x="711735" y="157922"/>
                  </a:lnTo>
                  <a:lnTo>
                    <a:pt x="721485" y="113940"/>
                  </a:lnTo>
                  <a:lnTo>
                    <a:pt x="731235" y="64261"/>
                  </a:lnTo>
                  <a:lnTo>
                    <a:pt x="740985" y="73696"/>
                  </a:lnTo>
                  <a:lnTo>
                    <a:pt x="750734" y="72169"/>
                  </a:lnTo>
                  <a:lnTo>
                    <a:pt x="760484" y="75572"/>
                  </a:lnTo>
                  <a:lnTo>
                    <a:pt x="770233" y="105285"/>
                  </a:lnTo>
                  <a:lnTo>
                    <a:pt x="779983" y="103292"/>
                  </a:lnTo>
                  <a:lnTo>
                    <a:pt x="789733" y="111941"/>
                  </a:lnTo>
                  <a:lnTo>
                    <a:pt x="799482" y="105540"/>
                  </a:lnTo>
                  <a:lnTo>
                    <a:pt x="809232" y="102718"/>
                  </a:lnTo>
                  <a:lnTo>
                    <a:pt x="818982" y="98736"/>
                  </a:lnTo>
                  <a:lnTo>
                    <a:pt x="828732" y="94188"/>
                  </a:lnTo>
                  <a:lnTo>
                    <a:pt x="838482" y="102496"/>
                  </a:lnTo>
                  <a:lnTo>
                    <a:pt x="848232" y="80021"/>
                  </a:lnTo>
                  <a:lnTo>
                    <a:pt x="857982" y="101809"/>
                  </a:lnTo>
                  <a:lnTo>
                    <a:pt x="867732" y="82420"/>
                  </a:lnTo>
                  <a:lnTo>
                    <a:pt x="877482" y="79024"/>
                  </a:lnTo>
                  <a:lnTo>
                    <a:pt x="887231" y="89796"/>
                  </a:lnTo>
                  <a:lnTo>
                    <a:pt x="896981" y="116178"/>
                  </a:lnTo>
                  <a:lnTo>
                    <a:pt x="906730" y="112975"/>
                  </a:lnTo>
                  <a:lnTo>
                    <a:pt x="916480" y="116069"/>
                  </a:lnTo>
                  <a:lnTo>
                    <a:pt x="926230" y="130237"/>
                  </a:lnTo>
                  <a:lnTo>
                    <a:pt x="935979" y="150600"/>
                  </a:lnTo>
                  <a:lnTo>
                    <a:pt x="945729" y="155536"/>
                  </a:lnTo>
                  <a:lnTo>
                    <a:pt x="955479" y="137145"/>
                  </a:lnTo>
                  <a:lnTo>
                    <a:pt x="965229" y="139069"/>
                  </a:lnTo>
                  <a:lnTo>
                    <a:pt x="974979" y="126598"/>
                  </a:lnTo>
                  <a:lnTo>
                    <a:pt x="984729" y="130873"/>
                  </a:lnTo>
                  <a:lnTo>
                    <a:pt x="994474" y="142545"/>
                  </a:lnTo>
                  <a:lnTo>
                    <a:pt x="1004233" y="174561"/>
                  </a:lnTo>
                  <a:lnTo>
                    <a:pt x="1013977" y="148723"/>
                  </a:lnTo>
                  <a:lnTo>
                    <a:pt x="1023721" y="144191"/>
                  </a:lnTo>
                  <a:lnTo>
                    <a:pt x="1033480" y="168725"/>
                  </a:lnTo>
                  <a:lnTo>
                    <a:pt x="1043224" y="160903"/>
                  </a:lnTo>
                  <a:lnTo>
                    <a:pt x="1052983" y="153369"/>
                  </a:lnTo>
                  <a:lnTo>
                    <a:pt x="1062727" y="116190"/>
                  </a:lnTo>
                  <a:lnTo>
                    <a:pt x="1072471" y="115974"/>
                  </a:lnTo>
                  <a:lnTo>
                    <a:pt x="1082230" y="134691"/>
                  </a:lnTo>
                  <a:lnTo>
                    <a:pt x="1091973" y="163419"/>
                  </a:lnTo>
                  <a:lnTo>
                    <a:pt x="1101732" y="196804"/>
                  </a:lnTo>
                  <a:lnTo>
                    <a:pt x="1111476" y="214578"/>
                  </a:lnTo>
                  <a:lnTo>
                    <a:pt x="1121220" y="177310"/>
                  </a:lnTo>
                  <a:lnTo>
                    <a:pt x="1130979" y="132920"/>
                  </a:lnTo>
                  <a:lnTo>
                    <a:pt x="1140723" y="156845"/>
                  </a:lnTo>
                  <a:lnTo>
                    <a:pt x="1150482" y="156746"/>
                  </a:lnTo>
                  <a:lnTo>
                    <a:pt x="1160226" y="152104"/>
                  </a:lnTo>
                  <a:lnTo>
                    <a:pt x="1169969" y="166142"/>
                  </a:lnTo>
                  <a:lnTo>
                    <a:pt x="1179728" y="156165"/>
                  </a:lnTo>
                  <a:lnTo>
                    <a:pt x="1189472" y="168686"/>
                  </a:lnTo>
                  <a:lnTo>
                    <a:pt x="1199231" y="186921"/>
                  </a:lnTo>
                  <a:lnTo>
                    <a:pt x="1208975" y="173670"/>
                  </a:lnTo>
                  <a:lnTo>
                    <a:pt x="1218719" y="165210"/>
                  </a:lnTo>
                  <a:lnTo>
                    <a:pt x="1228478" y="175023"/>
                  </a:lnTo>
                  <a:lnTo>
                    <a:pt x="1238222" y="179826"/>
                  </a:lnTo>
                  <a:lnTo>
                    <a:pt x="1247966" y="136545"/>
                  </a:lnTo>
                  <a:lnTo>
                    <a:pt x="1257725" y="116564"/>
                  </a:lnTo>
                  <a:lnTo>
                    <a:pt x="1267469" y="88494"/>
                  </a:lnTo>
                  <a:lnTo>
                    <a:pt x="1277227" y="103141"/>
                  </a:lnTo>
                  <a:lnTo>
                    <a:pt x="1286971" y="94406"/>
                  </a:lnTo>
                  <a:lnTo>
                    <a:pt x="1296715" y="126215"/>
                  </a:lnTo>
                  <a:lnTo>
                    <a:pt x="1306474" y="124363"/>
                  </a:lnTo>
                  <a:lnTo>
                    <a:pt x="1316218" y="124591"/>
                  </a:lnTo>
                  <a:lnTo>
                    <a:pt x="1325977" y="146235"/>
                  </a:lnTo>
                  <a:lnTo>
                    <a:pt x="1335721" y="161678"/>
                  </a:lnTo>
                  <a:lnTo>
                    <a:pt x="1345465" y="197812"/>
                  </a:lnTo>
                  <a:lnTo>
                    <a:pt x="1355224" y="199821"/>
                  </a:lnTo>
                  <a:lnTo>
                    <a:pt x="1364967" y="166305"/>
                  </a:lnTo>
                  <a:lnTo>
                    <a:pt x="1374726" y="119304"/>
                  </a:lnTo>
                  <a:lnTo>
                    <a:pt x="1384470" y="109578"/>
                  </a:lnTo>
                  <a:lnTo>
                    <a:pt x="1394214" y="123875"/>
                  </a:lnTo>
                  <a:lnTo>
                    <a:pt x="1403973" y="138242"/>
                  </a:lnTo>
                  <a:lnTo>
                    <a:pt x="1413717" y="121747"/>
                  </a:lnTo>
                  <a:lnTo>
                    <a:pt x="1423476" y="157117"/>
                  </a:lnTo>
                  <a:lnTo>
                    <a:pt x="1433220" y="179510"/>
                  </a:lnTo>
                  <a:lnTo>
                    <a:pt x="1442964" y="184189"/>
                  </a:lnTo>
                  <a:lnTo>
                    <a:pt x="1452722" y="161800"/>
                  </a:lnTo>
                  <a:lnTo>
                    <a:pt x="1462466" y="180330"/>
                  </a:lnTo>
                  <a:lnTo>
                    <a:pt x="1472225" y="188724"/>
                  </a:lnTo>
                  <a:lnTo>
                    <a:pt x="1481969" y="141789"/>
                  </a:lnTo>
                  <a:lnTo>
                    <a:pt x="1491713" y="129030"/>
                  </a:lnTo>
                  <a:lnTo>
                    <a:pt x="1501472" y="145213"/>
                  </a:lnTo>
                  <a:lnTo>
                    <a:pt x="1511216" y="141683"/>
                  </a:lnTo>
                  <a:lnTo>
                    <a:pt x="1520960" y="142671"/>
                  </a:lnTo>
                  <a:lnTo>
                    <a:pt x="1530719" y="88691"/>
                  </a:lnTo>
                  <a:lnTo>
                    <a:pt x="1540463" y="97828"/>
                  </a:lnTo>
                  <a:lnTo>
                    <a:pt x="1550221" y="109372"/>
                  </a:lnTo>
                  <a:lnTo>
                    <a:pt x="1559965" y="149365"/>
                  </a:lnTo>
                  <a:lnTo>
                    <a:pt x="1569709" y="130609"/>
                  </a:lnTo>
                  <a:lnTo>
                    <a:pt x="1579468" y="145372"/>
                  </a:lnTo>
                  <a:lnTo>
                    <a:pt x="1589212" y="135332"/>
                  </a:lnTo>
                  <a:lnTo>
                    <a:pt x="1598971" y="131409"/>
                  </a:lnTo>
                  <a:lnTo>
                    <a:pt x="1608715" y="123863"/>
                  </a:lnTo>
                  <a:lnTo>
                    <a:pt x="1618459" y="147269"/>
                  </a:lnTo>
                  <a:lnTo>
                    <a:pt x="1628218" y="113895"/>
                  </a:lnTo>
                  <a:lnTo>
                    <a:pt x="1637962" y="112161"/>
                  </a:lnTo>
                  <a:lnTo>
                    <a:pt x="1647720" y="116655"/>
                  </a:lnTo>
                  <a:lnTo>
                    <a:pt x="1657464" y="136881"/>
                  </a:lnTo>
                  <a:lnTo>
                    <a:pt x="1667208" y="160641"/>
                  </a:lnTo>
                  <a:lnTo>
                    <a:pt x="1676967" y="154336"/>
                  </a:lnTo>
                  <a:lnTo>
                    <a:pt x="1686711" y="152537"/>
                  </a:lnTo>
                  <a:lnTo>
                    <a:pt x="1696470" y="130610"/>
                  </a:lnTo>
                  <a:lnTo>
                    <a:pt x="1706214" y="142921"/>
                  </a:lnTo>
                  <a:lnTo>
                    <a:pt x="1715958" y="171858"/>
                  </a:lnTo>
                  <a:lnTo>
                    <a:pt x="1725716" y="169376"/>
                  </a:lnTo>
                  <a:lnTo>
                    <a:pt x="1735460" y="221356"/>
                  </a:lnTo>
                  <a:lnTo>
                    <a:pt x="1745219" y="185609"/>
                  </a:lnTo>
                  <a:lnTo>
                    <a:pt x="1754963" y="201480"/>
                  </a:lnTo>
                  <a:lnTo>
                    <a:pt x="1764707" y="197794"/>
                  </a:lnTo>
                  <a:lnTo>
                    <a:pt x="1774466" y="226564"/>
                  </a:lnTo>
                  <a:lnTo>
                    <a:pt x="1784210" y="212515"/>
                  </a:lnTo>
                  <a:lnTo>
                    <a:pt x="1793969" y="212886"/>
                  </a:lnTo>
                  <a:lnTo>
                    <a:pt x="1803713" y="230898"/>
                  </a:lnTo>
                  <a:lnTo>
                    <a:pt x="1813457" y="236706"/>
                  </a:lnTo>
                  <a:lnTo>
                    <a:pt x="1823215" y="223015"/>
                  </a:lnTo>
                  <a:lnTo>
                    <a:pt x="1832959" y="217787"/>
                  </a:lnTo>
                  <a:lnTo>
                    <a:pt x="1842703" y="240020"/>
                  </a:lnTo>
                  <a:lnTo>
                    <a:pt x="1852462" y="220563"/>
                  </a:lnTo>
                  <a:lnTo>
                    <a:pt x="1862206" y="175099"/>
                  </a:lnTo>
                  <a:lnTo>
                    <a:pt x="1871965" y="204587"/>
                  </a:lnTo>
                  <a:lnTo>
                    <a:pt x="1881709" y="251942"/>
                  </a:lnTo>
                  <a:lnTo>
                    <a:pt x="1891453" y="234027"/>
                  </a:lnTo>
                  <a:lnTo>
                    <a:pt x="1901212" y="174977"/>
                  </a:lnTo>
                  <a:lnTo>
                    <a:pt x="1910956" y="186084"/>
                  </a:lnTo>
                  <a:lnTo>
                    <a:pt x="1920714" y="212284"/>
                  </a:lnTo>
                  <a:lnTo>
                    <a:pt x="1930458" y="230702"/>
                  </a:lnTo>
                  <a:lnTo>
                    <a:pt x="1940202" y="230961"/>
                  </a:lnTo>
                  <a:lnTo>
                    <a:pt x="1949961" y="239728"/>
                  </a:lnTo>
                  <a:lnTo>
                    <a:pt x="1959705" y="273162"/>
                  </a:lnTo>
                  <a:lnTo>
                    <a:pt x="1969464" y="274761"/>
                  </a:lnTo>
                  <a:lnTo>
                    <a:pt x="1979208" y="285394"/>
                  </a:lnTo>
                  <a:lnTo>
                    <a:pt x="1988952" y="291645"/>
                  </a:lnTo>
                  <a:lnTo>
                    <a:pt x="1998711" y="270832"/>
                  </a:lnTo>
                  <a:lnTo>
                    <a:pt x="2008454" y="246368"/>
                  </a:lnTo>
                  <a:lnTo>
                    <a:pt x="2018213" y="211485"/>
                  </a:lnTo>
                  <a:lnTo>
                    <a:pt x="2027957" y="186060"/>
                  </a:lnTo>
                  <a:lnTo>
                    <a:pt x="2037701" y="211512"/>
                  </a:lnTo>
                  <a:lnTo>
                    <a:pt x="2047460" y="205007"/>
                  </a:lnTo>
                  <a:lnTo>
                    <a:pt x="2057204" y="238272"/>
                  </a:lnTo>
                  <a:lnTo>
                    <a:pt x="2066963" y="246925"/>
                  </a:lnTo>
                  <a:lnTo>
                    <a:pt x="2076707" y="262787"/>
                  </a:lnTo>
                  <a:lnTo>
                    <a:pt x="2086451" y="232081"/>
                  </a:lnTo>
                  <a:lnTo>
                    <a:pt x="2096210" y="242576"/>
                  </a:lnTo>
                  <a:lnTo>
                    <a:pt x="2105954" y="224507"/>
                  </a:lnTo>
                  <a:lnTo>
                    <a:pt x="2115697" y="247249"/>
                  </a:lnTo>
                  <a:lnTo>
                    <a:pt x="2125456" y="227849"/>
                  </a:lnTo>
                  <a:lnTo>
                    <a:pt x="2135200" y="196303"/>
                  </a:lnTo>
                  <a:lnTo>
                    <a:pt x="2144959" y="189393"/>
                  </a:lnTo>
                  <a:lnTo>
                    <a:pt x="2154703" y="178542"/>
                  </a:lnTo>
                  <a:lnTo>
                    <a:pt x="2164447" y="170233"/>
                  </a:lnTo>
                  <a:lnTo>
                    <a:pt x="2174206" y="183639"/>
                  </a:lnTo>
                  <a:lnTo>
                    <a:pt x="2183950" y="198924"/>
                  </a:lnTo>
                  <a:lnTo>
                    <a:pt x="2193709" y="208443"/>
                  </a:lnTo>
                  <a:lnTo>
                    <a:pt x="2203452" y="228911"/>
                  </a:lnTo>
                  <a:lnTo>
                    <a:pt x="2213196" y="208443"/>
                  </a:lnTo>
                  <a:lnTo>
                    <a:pt x="2222955" y="223726"/>
                  </a:lnTo>
                  <a:lnTo>
                    <a:pt x="2232699" y="234145"/>
                  </a:lnTo>
                  <a:lnTo>
                    <a:pt x="2242458" y="242591"/>
                  </a:lnTo>
                  <a:lnTo>
                    <a:pt x="2252202" y="199761"/>
                  </a:lnTo>
                  <a:lnTo>
                    <a:pt x="2261946" y="193626"/>
                  </a:lnTo>
                  <a:lnTo>
                    <a:pt x="2271705" y="198338"/>
                  </a:lnTo>
                  <a:lnTo>
                    <a:pt x="2281449" y="182644"/>
                  </a:lnTo>
                  <a:lnTo>
                    <a:pt x="2291208" y="176903"/>
                  </a:lnTo>
                  <a:lnTo>
                    <a:pt x="2300951" y="165787"/>
                  </a:lnTo>
                  <a:lnTo>
                    <a:pt x="2310695" y="143383"/>
                  </a:lnTo>
                  <a:lnTo>
                    <a:pt x="2320454" y="151780"/>
                  </a:lnTo>
                  <a:lnTo>
                    <a:pt x="2330198" y="158035"/>
                  </a:lnTo>
                  <a:lnTo>
                    <a:pt x="2339957" y="159464"/>
                  </a:lnTo>
                  <a:lnTo>
                    <a:pt x="2349701" y="159818"/>
                  </a:lnTo>
                  <a:lnTo>
                    <a:pt x="2359445" y="159488"/>
                  </a:lnTo>
                  <a:lnTo>
                    <a:pt x="2369204" y="179750"/>
                  </a:lnTo>
                  <a:lnTo>
                    <a:pt x="2378948" y="187857"/>
                  </a:lnTo>
                  <a:lnTo>
                    <a:pt x="2388692" y="228244"/>
                  </a:lnTo>
                  <a:lnTo>
                    <a:pt x="2398450" y="242016"/>
                  </a:lnTo>
                  <a:lnTo>
                    <a:pt x="2408194" y="195469"/>
                  </a:lnTo>
                  <a:lnTo>
                    <a:pt x="2417953" y="193536"/>
                  </a:lnTo>
                  <a:lnTo>
                    <a:pt x="2427697" y="215106"/>
                  </a:lnTo>
                  <a:lnTo>
                    <a:pt x="2437441" y="249174"/>
                  </a:lnTo>
                  <a:lnTo>
                    <a:pt x="2447200" y="236553"/>
                  </a:lnTo>
                  <a:lnTo>
                    <a:pt x="2456944" y="229009"/>
                  </a:lnTo>
                  <a:lnTo>
                    <a:pt x="2466703" y="242245"/>
                  </a:lnTo>
                  <a:lnTo>
                    <a:pt x="2476446" y="271303"/>
                  </a:lnTo>
                  <a:lnTo>
                    <a:pt x="2486190" y="301128"/>
                  </a:lnTo>
                  <a:lnTo>
                    <a:pt x="2495949" y="290155"/>
                  </a:lnTo>
                  <a:lnTo>
                    <a:pt x="2505693" y="270265"/>
                  </a:lnTo>
                  <a:lnTo>
                    <a:pt x="2515452" y="303614"/>
                  </a:lnTo>
                  <a:lnTo>
                    <a:pt x="2525196" y="338384"/>
                  </a:lnTo>
                  <a:lnTo>
                    <a:pt x="2534940" y="365761"/>
                  </a:lnTo>
                  <a:lnTo>
                    <a:pt x="2544699" y="362775"/>
                  </a:lnTo>
                  <a:lnTo>
                    <a:pt x="2554443" y="346437"/>
                  </a:lnTo>
                  <a:lnTo>
                    <a:pt x="2564202" y="381550"/>
                  </a:lnTo>
                  <a:lnTo>
                    <a:pt x="2573946" y="388488"/>
                  </a:lnTo>
                  <a:lnTo>
                    <a:pt x="2583690" y="380651"/>
                  </a:lnTo>
                  <a:lnTo>
                    <a:pt x="2593448" y="393305"/>
                  </a:lnTo>
                  <a:lnTo>
                    <a:pt x="2603192" y="369696"/>
                  </a:lnTo>
                  <a:lnTo>
                    <a:pt x="2612951" y="367594"/>
                  </a:lnTo>
                  <a:lnTo>
                    <a:pt x="2622695" y="341228"/>
                  </a:lnTo>
                  <a:lnTo>
                    <a:pt x="2632439" y="359857"/>
                  </a:lnTo>
                  <a:lnTo>
                    <a:pt x="2642198" y="369271"/>
                  </a:lnTo>
                  <a:lnTo>
                    <a:pt x="2651942" y="355804"/>
                  </a:lnTo>
                  <a:lnTo>
                    <a:pt x="2661685" y="346772"/>
                  </a:lnTo>
                  <a:lnTo>
                    <a:pt x="2671444" y="326858"/>
                  </a:lnTo>
                  <a:lnTo>
                    <a:pt x="2681188" y="293708"/>
                  </a:lnTo>
                  <a:lnTo>
                    <a:pt x="2690947" y="292196"/>
                  </a:lnTo>
                  <a:lnTo>
                    <a:pt x="2700691" y="311000"/>
                  </a:lnTo>
                  <a:lnTo>
                    <a:pt x="2710435" y="316265"/>
                  </a:lnTo>
                  <a:lnTo>
                    <a:pt x="2720194" y="316039"/>
                  </a:lnTo>
                  <a:lnTo>
                    <a:pt x="2729938" y="330793"/>
                  </a:lnTo>
                  <a:lnTo>
                    <a:pt x="2739697" y="352173"/>
                  </a:lnTo>
                  <a:lnTo>
                    <a:pt x="2749441" y="382102"/>
                  </a:lnTo>
                  <a:lnTo>
                    <a:pt x="2759185" y="376229"/>
                  </a:lnTo>
                  <a:lnTo>
                    <a:pt x="2768943" y="390449"/>
                  </a:lnTo>
                  <a:lnTo>
                    <a:pt x="2778687" y="401006"/>
                  </a:lnTo>
                  <a:lnTo>
                    <a:pt x="2788446" y="413958"/>
                  </a:lnTo>
                  <a:lnTo>
                    <a:pt x="2798190" y="400060"/>
                  </a:lnTo>
                  <a:lnTo>
                    <a:pt x="2807934" y="395061"/>
                  </a:lnTo>
                  <a:lnTo>
                    <a:pt x="2817693" y="396230"/>
                  </a:lnTo>
                  <a:lnTo>
                    <a:pt x="2827437" y="427155"/>
                  </a:lnTo>
                  <a:lnTo>
                    <a:pt x="2837196" y="403792"/>
                  </a:lnTo>
                  <a:lnTo>
                    <a:pt x="2846940" y="398718"/>
                  </a:lnTo>
                  <a:lnTo>
                    <a:pt x="2856684" y="363790"/>
                  </a:lnTo>
                  <a:lnTo>
                    <a:pt x="2866442" y="361586"/>
                  </a:lnTo>
                  <a:lnTo>
                    <a:pt x="2876186" y="333724"/>
                  </a:lnTo>
                  <a:lnTo>
                    <a:pt x="2885945" y="329014"/>
                  </a:lnTo>
                  <a:lnTo>
                    <a:pt x="2895689" y="310668"/>
                  </a:lnTo>
                  <a:lnTo>
                    <a:pt x="2905433" y="349614"/>
                  </a:lnTo>
                  <a:lnTo>
                    <a:pt x="2915192" y="34968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0" name="Freeform 1069">
              <a:extLst>
                <a:ext uri="{FF2B5EF4-FFF2-40B4-BE49-F238E27FC236}">
                  <a16:creationId xmlns:a16="http://schemas.microsoft.com/office/drawing/2014/main" id="{B642CCDB-0472-0AC0-7F5F-7B79A5223D0E}"/>
                </a:ext>
              </a:extLst>
            </p:cNvPr>
            <p:cNvSpPr/>
            <p:nvPr/>
          </p:nvSpPr>
          <p:spPr>
            <a:xfrm>
              <a:off x="4426652" y="3401989"/>
              <a:ext cx="2915191" cy="494725"/>
            </a:xfrm>
            <a:custGeom>
              <a:avLst/>
              <a:gdLst>
                <a:gd name="connsiteX0" fmla="*/ 0 w 2915191"/>
                <a:gd name="connsiteY0" fmla="*/ 133757 h 494725"/>
                <a:gd name="connsiteX1" fmla="*/ 9750 w 2915191"/>
                <a:gd name="connsiteY1" fmla="*/ 99005 h 494725"/>
                <a:gd name="connsiteX2" fmla="*/ 19500 w 2915191"/>
                <a:gd name="connsiteY2" fmla="*/ 56741 h 494725"/>
                <a:gd name="connsiteX3" fmla="*/ 29250 w 2915191"/>
                <a:gd name="connsiteY3" fmla="*/ 61449 h 494725"/>
                <a:gd name="connsiteX4" fmla="*/ 39000 w 2915191"/>
                <a:gd name="connsiteY4" fmla="*/ 65509 h 494725"/>
                <a:gd name="connsiteX5" fmla="*/ 48749 w 2915191"/>
                <a:gd name="connsiteY5" fmla="*/ 13430 h 494725"/>
                <a:gd name="connsiteX6" fmla="*/ 58499 w 2915191"/>
                <a:gd name="connsiteY6" fmla="*/ 0 h 494725"/>
                <a:gd name="connsiteX7" fmla="*/ 68249 w 2915191"/>
                <a:gd name="connsiteY7" fmla="*/ 46988 h 494725"/>
                <a:gd name="connsiteX8" fmla="*/ 77998 w 2915191"/>
                <a:gd name="connsiteY8" fmla="*/ 48495 h 494725"/>
                <a:gd name="connsiteX9" fmla="*/ 87748 w 2915191"/>
                <a:gd name="connsiteY9" fmla="*/ 47119 h 494725"/>
                <a:gd name="connsiteX10" fmla="*/ 97497 w 2915191"/>
                <a:gd name="connsiteY10" fmla="*/ 59162 h 494725"/>
                <a:gd name="connsiteX11" fmla="*/ 107247 w 2915191"/>
                <a:gd name="connsiteY11" fmla="*/ 48344 h 494725"/>
                <a:gd name="connsiteX12" fmla="*/ 116997 w 2915191"/>
                <a:gd name="connsiteY12" fmla="*/ 18490 h 494725"/>
                <a:gd name="connsiteX13" fmla="*/ 126747 w 2915191"/>
                <a:gd name="connsiteY13" fmla="*/ 57780 h 494725"/>
                <a:gd name="connsiteX14" fmla="*/ 136497 w 2915191"/>
                <a:gd name="connsiteY14" fmla="*/ 79920 h 494725"/>
                <a:gd name="connsiteX15" fmla="*/ 146247 w 2915191"/>
                <a:gd name="connsiteY15" fmla="*/ 100553 h 494725"/>
                <a:gd name="connsiteX16" fmla="*/ 155997 w 2915191"/>
                <a:gd name="connsiteY16" fmla="*/ 88627 h 494725"/>
                <a:gd name="connsiteX17" fmla="*/ 165747 w 2915191"/>
                <a:gd name="connsiteY17" fmla="*/ 86806 h 494725"/>
                <a:gd name="connsiteX18" fmla="*/ 175497 w 2915191"/>
                <a:gd name="connsiteY18" fmla="*/ 94543 h 494725"/>
                <a:gd name="connsiteX19" fmla="*/ 185247 w 2915191"/>
                <a:gd name="connsiteY19" fmla="*/ 91356 h 494725"/>
                <a:gd name="connsiteX20" fmla="*/ 194996 w 2915191"/>
                <a:gd name="connsiteY20" fmla="*/ 71381 h 494725"/>
                <a:gd name="connsiteX21" fmla="*/ 204746 w 2915191"/>
                <a:gd name="connsiteY21" fmla="*/ 58520 h 494725"/>
                <a:gd name="connsiteX22" fmla="*/ 214495 w 2915191"/>
                <a:gd name="connsiteY22" fmla="*/ 22699 h 494725"/>
                <a:gd name="connsiteX23" fmla="*/ 224245 w 2915191"/>
                <a:gd name="connsiteY23" fmla="*/ 41407 h 494725"/>
                <a:gd name="connsiteX24" fmla="*/ 233995 w 2915191"/>
                <a:gd name="connsiteY24" fmla="*/ 54468 h 494725"/>
                <a:gd name="connsiteX25" fmla="*/ 243744 w 2915191"/>
                <a:gd name="connsiteY25" fmla="*/ 45488 h 494725"/>
                <a:gd name="connsiteX26" fmla="*/ 253494 w 2915191"/>
                <a:gd name="connsiteY26" fmla="*/ 66186 h 494725"/>
                <a:gd name="connsiteX27" fmla="*/ 263244 w 2915191"/>
                <a:gd name="connsiteY27" fmla="*/ 81138 h 494725"/>
                <a:gd name="connsiteX28" fmla="*/ 272994 w 2915191"/>
                <a:gd name="connsiteY28" fmla="*/ 56101 h 494725"/>
                <a:gd name="connsiteX29" fmla="*/ 282744 w 2915191"/>
                <a:gd name="connsiteY29" fmla="*/ 55286 h 494725"/>
                <a:gd name="connsiteX30" fmla="*/ 292494 w 2915191"/>
                <a:gd name="connsiteY30" fmla="*/ 82317 h 494725"/>
                <a:gd name="connsiteX31" fmla="*/ 302244 w 2915191"/>
                <a:gd name="connsiteY31" fmla="*/ 111945 h 494725"/>
                <a:gd name="connsiteX32" fmla="*/ 311994 w 2915191"/>
                <a:gd name="connsiteY32" fmla="*/ 88764 h 494725"/>
                <a:gd name="connsiteX33" fmla="*/ 321744 w 2915191"/>
                <a:gd name="connsiteY33" fmla="*/ 115352 h 494725"/>
                <a:gd name="connsiteX34" fmla="*/ 331493 w 2915191"/>
                <a:gd name="connsiteY34" fmla="*/ 101271 h 494725"/>
                <a:gd name="connsiteX35" fmla="*/ 341243 w 2915191"/>
                <a:gd name="connsiteY35" fmla="*/ 91501 h 494725"/>
                <a:gd name="connsiteX36" fmla="*/ 350993 w 2915191"/>
                <a:gd name="connsiteY36" fmla="*/ 92399 h 494725"/>
                <a:gd name="connsiteX37" fmla="*/ 360742 w 2915191"/>
                <a:gd name="connsiteY37" fmla="*/ 77278 h 494725"/>
                <a:gd name="connsiteX38" fmla="*/ 370492 w 2915191"/>
                <a:gd name="connsiteY38" fmla="*/ 99308 h 494725"/>
                <a:gd name="connsiteX39" fmla="*/ 380241 w 2915191"/>
                <a:gd name="connsiteY39" fmla="*/ 63584 h 494725"/>
                <a:gd name="connsiteX40" fmla="*/ 389991 w 2915191"/>
                <a:gd name="connsiteY40" fmla="*/ 72922 h 494725"/>
                <a:gd name="connsiteX41" fmla="*/ 399741 w 2915191"/>
                <a:gd name="connsiteY41" fmla="*/ 92639 h 494725"/>
                <a:gd name="connsiteX42" fmla="*/ 409491 w 2915191"/>
                <a:gd name="connsiteY42" fmla="*/ 66090 h 494725"/>
                <a:gd name="connsiteX43" fmla="*/ 419241 w 2915191"/>
                <a:gd name="connsiteY43" fmla="*/ 79190 h 494725"/>
                <a:gd name="connsiteX44" fmla="*/ 428991 w 2915191"/>
                <a:gd name="connsiteY44" fmla="*/ 74975 h 494725"/>
                <a:gd name="connsiteX45" fmla="*/ 438741 w 2915191"/>
                <a:gd name="connsiteY45" fmla="*/ 119673 h 494725"/>
                <a:gd name="connsiteX46" fmla="*/ 448491 w 2915191"/>
                <a:gd name="connsiteY46" fmla="*/ 128024 h 494725"/>
                <a:gd name="connsiteX47" fmla="*/ 458241 w 2915191"/>
                <a:gd name="connsiteY47" fmla="*/ 104857 h 494725"/>
                <a:gd name="connsiteX48" fmla="*/ 467991 w 2915191"/>
                <a:gd name="connsiteY48" fmla="*/ 141180 h 494725"/>
                <a:gd name="connsiteX49" fmla="*/ 477740 w 2915191"/>
                <a:gd name="connsiteY49" fmla="*/ 125610 h 494725"/>
                <a:gd name="connsiteX50" fmla="*/ 487490 w 2915191"/>
                <a:gd name="connsiteY50" fmla="*/ 136643 h 494725"/>
                <a:gd name="connsiteX51" fmla="*/ 497239 w 2915191"/>
                <a:gd name="connsiteY51" fmla="*/ 141727 h 494725"/>
                <a:gd name="connsiteX52" fmla="*/ 506989 w 2915191"/>
                <a:gd name="connsiteY52" fmla="*/ 140456 h 494725"/>
                <a:gd name="connsiteX53" fmla="*/ 516738 w 2915191"/>
                <a:gd name="connsiteY53" fmla="*/ 175555 h 494725"/>
                <a:gd name="connsiteX54" fmla="*/ 526488 w 2915191"/>
                <a:gd name="connsiteY54" fmla="*/ 203983 h 494725"/>
                <a:gd name="connsiteX55" fmla="*/ 536238 w 2915191"/>
                <a:gd name="connsiteY55" fmla="*/ 229510 h 494725"/>
                <a:gd name="connsiteX56" fmla="*/ 545988 w 2915191"/>
                <a:gd name="connsiteY56" fmla="*/ 219423 h 494725"/>
                <a:gd name="connsiteX57" fmla="*/ 555738 w 2915191"/>
                <a:gd name="connsiteY57" fmla="*/ 199092 h 494725"/>
                <a:gd name="connsiteX58" fmla="*/ 565488 w 2915191"/>
                <a:gd name="connsiteY58" fmla="*/ 172415 h 494725"/>
                <a:gd name="connsiteX59" fmla="*/ 575238 w 2915191"/>
                <a:gd name="connsiteY59" fmla="*/ 191410 h 494725"/>
                <a:gd name="connsiteX60" fmla="*/ 584988 w 2915191"/>
                <a:gd name="connsiteY60" fmla="*/ 200482 h 494725"/>
                <a:gd name="connsiteX61" fmla="*/ 594738 w 2915191"/>
                <a:gd name="connsiteY61" fmla="*/ 238750 h 494725"/>
                <a:gd name="connsiteX62" fmla="*/ 604488 w 2915191"/>
                <a:gd name="connsiteY62" fmla="*/ 268792 h 494725"/>
                <a:gd name="connsiteX63" fmla="*/ 614237 w 2915191"/>
                <a:gd name="connsiteY63" fmla="*/ 259218 h 494725"/>
                <a:gd name="connsiteX64" fmla="*/ 623987 w 2915191"/>
                <a:gd name="connsiteY64" fmla="*/ 272213 h 494725"/>
                <a:gd name="connsiteX65" fmla="*/ 633736 w 2915191"/>
                <a:gd name="connsiteY65" fmla="*/ 256447 h 494725"/>
                <a:gd name="connsiteX66" fmla="*/ 643486 w 2915191"/>
                <a:gd name="connsiteY66" fmla="*/ 255385 h 494725"/>
                <a:gd name="connsiteX67" fmla="*/ 653236 w 2915191"/>
                <a:gd name="connsiteY67" fmla="*/ 261376 h 494725"/>
                <a:gd name="connsiteX68" fmla="*/ 662985 w 2915191"/>
                <a:gd name="connsiteY68" fmla="*/ 265233 h 494725"/>
                <a:gd name="connsiteX69" fmla="*/ 672735 w 2915191"/>
                <a:gd name="connsiteY69" fmla="*/ 308495 h 494725"/>
                <a:gd name="connsiteX70" fmla="*/ 682485 w 2915191"/>
                <a:gd name="connsiteY70" fmla="*/ 323902 h 494725"/>
                <a:gd name="connsiteX71" fmla="*/ 692235 w 2915191"/>
                <a:gd name="connsiteY71" fmla="*/ 358143 h 494725"/>
                <a:gd name="connsiteX72" fmla="*/ 701985 w 2915191"/>
                <a:gd name="connsiteY72" fmla="*/ 368419 h 494725"/>
                <a:gd name="connsiteX73" fmla="*/ 711735 w 2915191"/>
                <a:gd name="connsiteY73" fmla="*/ 373543 h 494725"/>
                <a:gd name="connsiteX74" fmla="*/ 721485 w 2915191"/>
                <a:gd name="connsiteY74" fmla="*/ 314829 h 494725"/>
                <a:gd name="connsiteX75" fmla="*/ 731235 w 2915191"/>
                <a:gd name="connsiteY75" fmla="*/ 310158 h 494725"/>
                <a:gd name="connsiteX76" fmla="*/ 740985 w 2915191"/>
                <a:gd name="connsiteY76" fmla="*/ 302627 h 494725"/>
                <a:gd name="connsiteX77" fmla="*/ 750734 w 2915191"/>
                <a:gd name="connsiteY77" fmla="*/ 285299 h 494725"/>
                <a:gd name="connsiteX78" fmla="*/ 760484 w 2915191"/>
                <a:gd name="connsiteY78" fmla="*/ 268264 h 494725"/>
                <a:gd name="connsiteX79" fmla="*/ 770233 w 2915191"/>
                <a:gd name="connsiteY79" fmla="*/ 272930 h 494725"/>
                <a:gd name="connsiteX80" fmla="*/ 779983 w 2915191"/>
                <a:gd name="connsiteY80" fmla="*/ 294681 h 494725"/>
                <a:gd name="connsiteX81" fmla="*/ 789733 w 2915191"/>
                <a:gd name="connsiteY81" fmla="*/ 295147 h 494725"/>
                <a:gd name="connsiteX82" fmla="*/ 799482 w 2915191"/>
                <a:gd name="connsiteY82" fmla="*/ 336854 h 494725"/>
                <a:gd name="connsiteX83" fmla="*/ 809232 w 2915191"/>
                <a:gd name="connsiteY83" fmla="*/ 348821 h 494725"/>
                <a:gd name="connsiteX84" fmla="*/ 818982 w 2915191"/>
                <a:gd name="connsiteY84" fmla="*/ 363636 h 494725"/>
                <a:gd name="connsiteX85" fmla="*/ 828732 w 2915191"/>
                <a:gd name="connsiteY85" fmla="*/ 379988 h 494725"/>
                <a:gd name="connsiteX86" fmla="*/ 838482 w 2915191"/>
                <a:gd name="connsiteY86" fmla="*/ 404306 h 494725"/>
                <a:gd name="connsiteX87" fmla="*/ 848232 w 2915191"/>
                <a:gd name="connsiteY87" fmla="*/ 366031 h 494725"/>
                <a:gd name="connsiteX88" fmla="*/ 857982 w 2915191"/>
                <a:gd name="connsiteY88" fmla="*/ 387004 h 494725"/>
                <a:gd name="connsiteX89" fmla="*/ 867732 w 2915191"/>
                <a:gd name="connsiteY89" fmla="*/ 401046 h 494725"/>
                <a:gd name="connsiteX90" fmla="*/ 877482 w 2915191"/>
                <a:gd name="connsiteY90" fmla="*/ 433645 h 494725"/>
                <a:gd name="connsiteX91" fmla="*/ 887231 w 2915191"/>
                <a:gd name="connsiteY91" fmla="*/ 447874 h 494725"/>
                <a:gd name="connsiteX92" fmla="*/ 896981 w 2915191"/>
                <a:gd name="connsiteY92" fmla="*/ 462469 h 494725"/>
                <a:gd name="connsiteX93" fmla="*/ 906730 w 2915191"/>
                <a:gd name="connsiteY93" fmla="*/ 435029 h 494725"/>
                <a:gd name="connsiteX94" fmla="*/ 916480 w 2915191"/>
                <a:gd name="connsiteY94" fmla="*/ 444206 h 494725"/>
                <a:gd name="connsiteX95" fmla="*/ 926230 w 2915191"/>
                <a:gd name="connsiteY95" fmla="*/ 428820 h 494725"/>
                <a:gd name="connsiteX96" fmla="*/ 935979 w 2915191"/>
                <a:gd name="connsiteY96" fmla="*/ 430759 h 494725"/>
                <a:gd name="connsiteX97" fmla="*/ 945729 w 2915191"/>
                <a:gd name="connsiteY97" fmla="*/ 415695 h 494725"/>
                <a:gd name="connsiteX98" fmla="*/ 955479 w 2915191"/>
                <a:gd name="connsiteY98" fmla="*/ 433466 h 494725"/>
                <a:gd name="connsiteX99" fmla="*/ 965229 w 2915191"/>
                <a:gd name="connsiteY99" fmla="*/ 426573 h 494725"/>
                <a:gd name="connsiteX100" fmla="*/ 974979 w 2915191"/>
                <a:gd name="connsiteY100" fmla="*/ 429852 h 494725"/>
                <a:gd name="connsiteX101" fmla="*/ 984729 w 2915191"/>
                <a:gd name="connsiteY101" fmla="*/ 434545 h 494725"/>
                <a:gd name="connsiteX102" fmla="*/ 994474 w 2915191"/>
                <a:gd name="connsiteY102" fmla="*/ 441452 h 494725"/>
                <a:gd name="connsiteX103" fmla="*/ 1004233 w 2915191"/>
                <a:gd name="connsiteY103" fmla="*/ 454332 h 494725"/>
                <a:gd name="connsiteX104" fmla="*/ 1013977 w 2915191"/>
                <a:gd name="connsiteY104" fmla="*/ 431728 h 494725"/>
                <a:gd name="connsiteX105" fmla="*/ 1023721 w 2915191"/>
                <a:gd name="connsiteY105" fmla="*/ 413384 h 494725"/>
                <a:gd name="connsiteX106" fmla="*/ 1033480 w 2915191"/>
                <a:gd name="connsiteY106" fmla="*/ 395690 h 494725"/>
                <a:gd name="connsiteX107" fmla="*/ 1043224 w 2915191"/>
                <a:gd name="connsiteY107" fmla="*/ 361367 h 494725"/>
                <a:gd name="connsiteX108" fmla="*/ 1052983 w 2915191"/>
                <a:gd name="connsiteY108" fmla="*/ 403747 h 494725"/>
                <a:gd name="connsiteX109" fmla="*/ 1062727 w 2915191"/>
                <a:gd name="connsiteY109" fmla="*/ 417045 h 494725"/>
                <a:gd name="connsiteX110" fmla="*/ 1072471 w 2915191"/>
                <a:gd name="connsiteY110" fmla="*/ 370065 h 494725"/>
                <a:gd name="connsiteX111" fmla="*/ 1082230 w 2915191"/>
                <a:gd name="connsiteY111" fmla="*/ 382007 h 494725"/>
                <a:gd name="connsiteX112" fmla="*/ 1091973 w 2915191"/>
                <a:gd name="connsiteY112" fmla="*/ 373505 h 494725"/>
                <a:gd name="connsiteX113" fmla="*/ 1101732 w 2915191"/>
                <a:gd name="connsiteY113" fmla="*/ 363136 h 494725"/>
                <a:gd name="connsiteX114" fmla="*/ 1111476 w 2915191"/>
                <a:gd name="connsiteY114" fmla="*/ 368477 h 494725"/>
                <a:gd name="connsiteX115" fmla="*/ 1121220 w 2915191"/>
                <a:gd name="connsiteY115" fmla="*/ 390078 h 494725"/>
                <a:gd name="connsiteX116" fmla="*/ 1130979 w 2915191"/>
                <a:gd name="connsiteY116" fmla="*/ 383954 h 494725"/>
                <a:gd name="connsiteX117" fmla="*/ 1140723 w 2915191"/>
                <a:gd name="connsiteY117" fmla="*/ 390134 h 494725"/>
                <a:gd name="connsiteX118" fmla="*/ 1150482 w 2915191"/>
                <a:gd name="connsiteY118" fmla="*/ 370721 h 494725"/>
                <a:gd name="connsiteX119" fmla="*/ 1160226 w 2915191"/>
                <a:gd name="connsiteY119" fmla="*/ 381436 h 494725"/>
                <a:gd name="connsiteX120" fmla="*/ 1169969 w 2915191"/>
                <a:gd name="connsiteY120" fmla="*/ 358046 h 494725"/>
                <a:gd name="connsiteX121" fmla="*/ 1179728 w 2915191"/>
                <a:gd name="connsiteY121" fmla="*/ 373245 h 494725"/>
                <a:gd name="connsiteX122" fmla="*/ 1189472 w 2915191"/>
                <a:gd name="connsiteY122" fmla="*/ 385271 h 494725"/>
                <a:gd name="connsiteX123" fmla="*/ 1199231 w 2915191"/>
                <a:gd name="connsiteY123" fmla="*/ 357759 h 494725"/>
                <a:gd name="connsiteX124" fmla="*/ 1208975 w 2915191"/>
                <a:gd name="connsiteY124" fmla="*/ 349117 h 494725"/>
                <a:gd name="connsiteX125" fmla="*/ 1218719 w 2915191"/>
                <a:gd name="connsiteY125" fmla="*/ 377589 h 494725"/>
                <a:gd name="connsiteX126" fmla="*/ 1228478 w 2915191"/>
                <a:gd name="connsiteY126" fmla="*/ 347852 h 494725"/>
                <a:gd name="connsiteX127" fmla="*/ 1238222 w 2915191"/>
                <a:gd name="connsiteY127" fmla="*/ 368683 h 494725"/>
                <a:gd name="connsiteX128" fmla="*/ 1247966 w 2915191"/>
                <a:gd name="connsiteY128" fmla="*/ 353824 h 494725"/>
                <a:gd name="connsiteX129" fmla="*/ 1257725 w 2915191"/>
                <a:gd name="connsiteY129" fmla="*/ 307023 h 494725"/>
                <a:gd name="connsiteX130" fmla="*/ 1267469 w 2915191"/>
                <a:gd name="connsiteY130" fmla="*/ 301554 h 494725"/>
                <a:gd name="connsiteX131" fmla="*/ 1277227 w 2915191"/>
                <a:gd name="connsiteY131" fmla="*/ 346081 h 494725"/>
                <a:gd name="connsiteX132" fmla="*/ 1286971 w 2915191"/>
                <a:gd name="connsiteY132" fmla="*/ 315776 h 494725"/>
                <a:gd name="connsiteX133" fmla="*/ 1296715 w 2915191"/>
                <a:gd name="connsiteY133" fmla="*/ 325255 h 494725"/>
                <a:gd name="connsiteX134" fmla="*/ 1306474 w 2915191"/>
                <a:gd name="connsiteY134" fmla="*/ 324105 h 494725"/>
                <a:gd name="connsiteX135" fmla="*/ 1316218 w 2915191"/>
                <a:gd name="connsiteY135" fmla="*/ 311645 h 494725"/>
                <a:gd name="connsiteX136" fmla="*/ 1325977 w 2915191"/>
                <a:gd name="connsiteY136" fmla="*/ 339341 h 494725"/>
                <a:gd name="connsiteX137" fmla="*/ 1335721 w 2915191"/>
                <a:gd name="connsiteY137" fmla="*/ 354904 h 494725"/>
                <a:gd name="connsiteX138" fmla="*/ 1345465 w 2915191"/>
                <a:gd name="connsiteY138" fmla="*/ 352835 h 494725"/>
                <a:gd name="connsiteX139" fmla="*/ 1355224 w 2915191"/>
                <a:gd name="connsiteY139" fmla="*/ 379812 h 494725"/>
                <a:gd name="connsiteX140" fmla="*/ 1364967 w 2915191"/>
                <a:gd name="connsiteY140" fmla="*/ 373042 h 494725"/>
                <a:gd name="connsiteX141" fmla="*/ 1374726 w 2915191"/>
                <a:gd name="connsiteY141" fmla="*/ 356543 h 494725"/>
                <a:gd name="connsiteX142" fmla="*/ 1384470 w 2915191"/>
                <a:gd name="connsiteY142" fmla="*/ 332045 h 494725"/>
                <a:gd name="connsiteX143" fmla="*/ 1394214 w 2915191"/>
                <a:gd name="connsiteY143" fmla="*/ 356455 h 494725"/>
                <a:gd name="connsiteX144" fmla="*/ 1403973 w 2915191"/>
                <a:gd name="connsiteY144" fmla="*/ 351445 h 494725"/>
                <a:gd name="connsiteX145" fmla="*/ 1413717 w 2915191"/>
                <a:gd name="connsiteY145" fmla="*/ 327857 h 494725"/>
                <a:gd name="connsiteX146" fmla="*/ 1423476 w 2915191"/>
                <a:gd name="connsiteY146" fmla="*/ 335033 h 494725"/>
                <a:gd name="connsiteX147" fmla="*/ 1433220 w 2915191"/>
                <a:gd name="connsiteY147" fmla="*/ 329117 h 494725"/>
                <a:gd name="connsiteX148" fmla="*/ 1442964 w 2915191"/>
                <a:gd name="connsiteY148" fmla="*/ 343168 h 494725"/>
                <a:gd name="connsiteX149" fmla="*/ 1452722 w 2915191"/>
                <a:gd name="connsiteY149" fmla="*/ 348218 h 494725"/>
                <a:gd name="connsiteX150" fmla="*/ 1462466 w 2915191"/>
                <a:gd name="connsiteY150" fmla="*/ 329820 h 494725"/>
                <a:gd name="connsiteX151" fmla="*/ 1472225 w 2915191"/>
                <a:gd name="connsiteY151" fmla="*/ 319100 h 494725"/>
                <a:gd name="connsiteX152" fmla="*/ 1481969 w 2915191"/>
                <a:gd name="connsiteY152" fmla="*/ 313416 h 494725"/>
                <a:gd name="connsiteX153" fmla="*/ 1491713 w 2915191"/>
                <a:gd name="connsiteY153" fmla="*/ 364866 h 494725"/>
                <a:gd name="connsiteX154" fmla="*/ 1501472 w 2915191"/>
                <a:gd name="connsiteY154" fmla="*/ 360460 h 494725"/>
                <a:gd name="connsiteX155" fmla="*/ 1511216 w 2915191"/>
                <a:gd name="connsiteY155" fmla="*/ 410254 h 494725"/>
                <a:gd name="connsiteX156" fmla="*/ 1520960 w 2915191"/>
                <a:gd name="connsiteY156" fmla="*/ 393586 h 494725"/>
                <a:gd name="connsiteX157" fmla="*/ 1530719 w 2915191"/>
                <a:gd name="connsiteY157" fmla="*/ 390405 h 494725"/>
                <a:gd name="connsiteX158" fmla="*/ 1540463 w 2915191"/>
                <a:gd name="connsiteY158" fmla="*/ 405416 h 494725"/>
                <a:gd name="connsiteX159" fmla="*/ 1550221 w 2915191"/>
                <a:gd name="connsiteY159" fmla="*/ 394501 h 494725"/>
                <a:gd name="connsiteX160" fmla="*/ 1559965 w 2915191"/>
                <a:gd name="connsiteY160" fmla="*/ 374782 h 494725"/>
                <a:gd name="connsiteX161" fmla="*/ 1569709 w 2915191"/>
                <a:gd name="connsiteY161" fmla="*/ 340968 h 494725"/>
                <a:gd name="connsiteX162" fmla="*/ 1579468 w 2915191"/>
                <a:gd name="connsiteY162" fmla="*/ 332587 h 494725"/>
                <a:gd name="connsiteX163" fmla="*/ 1589212 w 2915191"/>
                <a:gd name="connsiteY163" fmla="*/ 327709 h 494725"/>
                <a:gd name="connsiteX164" fmla="*/ 1598971 w 2915191"/>
                <a:gd name="connsiteY164" fmla="*/ 354185 h 494725"/>
                <a:gd name="connsiteX165" fmla="*/ 1608715 w 2915191"/>
                <a:gd name="connsiteY165" fmla="*/ 362847 h 494725"/>
                <a:gd name="connsiteX166" fmla="*/ 1618459 w 2915191"/>
                <a:gd name="connsiteY166" fmla="*/ 318953 h 494725"/>
                <a:gd name="connsiteX167" fmla="*/ 1628218 w 2915191"/>
                <a:gd name="connsiteY167" fmla="*/ 345324 h 494725"/>
                <a:gd name="connsiteX168" fmla="*/ 1637962 w 2915191"/>
                <a:gd name="connsiteY168" fmla="*/ 309774 h 494725"/>
                <a:gd name="connsiteX169" fmla="*/ 1647720 w 2915191"/>
                <a:gd name="connsiteY169" fmla="*/ 282741 h 494725"/>
                <a:gd name="connsiteX170" fmla="*/ 1657464 w 2915191"/>
                <a:gd name="connsiteY170" fmla="*/ 277869 h 494725"/>
                <a:gd name="connsiteX171" fmla="*/ 1667208 w 2915191"/>
                <a:gd name="connsiteY171" fmla="*/ 270680 h 494725"/>
                <a:gd name="connsiteX172" fmla="*/ 1676967 w 2915191"/>
                <a:gd name="connsiteY172" fmla="*/ 246976 h 494725"/>
                <a:gd name="connsiteX173" fmla="*/ 1686711 w 2915191"/>
                <a:gd name="connsiteY173" fmla="*/ 263205 h 494725"/>
                <a:gd name="connsiteX174" fmla="*/ 1696470 w 2915191"/>
                <a:gd name="connsiteY174" fmla="*/ 242491 h 494725"/>
                <a:gd name="connsiteX175" fmla="*/ 1706214 w 2915191"/>
                <a:gd name="connsiteY175" fmla="*/ 230100 h 494725"/>
                <a:gd name="connsiteX176" fmla="*/ 1715958 w 2915191"/>
                <a:gd name="connsiteY176" fmla="*/ 232706 h 494725"/>
                <a:gd name="connsiteX177" fmla="*/ 1725716 w 2915191"/>
                <a:gd name="connsiteY177" fmla="*/ 211072 h 494725"/>
                <a:gd name="connsiteX178" fmla="*/ 1735460 w 2915191"/>
                <a:gd name="connsiteY178" fmla="*/ 219440 h 494725"/>
                <a:gd name="connsiteX179" fmla="*/ 1745219 w 2915191"/>
                <a:gd name="connsiteY179" fmla="*/ 230603 h 494725"/>
                <a:gd name="connsiteX180" fmla="*/ 1754963 w 2915191"/>
                <a:gd name="connsiteY180" fmla="*/ 208757 h 494725"/>
                <a:gd name="connsiteX181" fmla="*/ 1764707 w 2915191"/>
                <a:gd name="connsiteY181" fmla="*/ 192420 h 494725"/>
                <a:gd name="connsiteX182" fmla="*/ 1774466 w 2915191"/>
                <a:gd name="connsiteY182" fmla="*/ 205393 h 494725"/>
                <a:gd name="connsiteX183" fmla="*/ 1784210 w 2915191"/>
                <a:gd name="connsiteY183" fmla="*/ 191053 h 494725"/>
                <a:gd name="connsiteX184" fmla="*/ 1793969 w 2915191"/>
                <a:gd name="connsiteY184" fmla="*/ 193456 h 494725"/>
                <a:gd name="connsiteX185" fmla="*/ 1803713 w 2915191"/>
                <a:gd name="connsiteY185" fmla="*/ 154192 h 494725"/>
                <a:gd name="connsiteX186" fmla="*/ 1813457 w 2915191"/>
                <a:gd name="connsiteY186" fmla="*/ 164728 h 494725"/>
                <a:gd name="connsiteX187" fmla="*/ 1823215 w 2915191"/>
                <a:gd name="connsiteY187" fmla="*/ 189046 h 494725"/>
                <a:gd name="connsiteX188" fmla="*/ 1832959 w 2915191"/>
                <a:gd name="connsiteY188" fmla="*/ 221956 h 494725"/>
                <a:gd name="connsiteX189" fmla="*/ 1842703 w 2915191"/>
                <a:gd name="connsiteY189" fmla="*/ 226526 h 494725"/>
                <a:gd name="connsiteX190" fmla="*/ 1852462 w 2915191"/>
                <a:gd name="connsiteY190" fmla="*/ 249127 h 494725"/>
                <a:gd name="connsiteX191" fmla="*/ 1862206 w 2915191"/>
                <a:gd name="connsiteY191" fmla="*/ 256128 h 494725"/>
                <a:gd name="connsiteX192" fmla="*/ 1871965 w 2915191"/>
                <a:gd name="connsiteY192" fmla="*/ 290473 h 494725"/>
                <a:gd name="connsiteX193" fmla="*/ 1881709 w 2915191"/>
                <a:gd name="connsiteY193" fmla="*/ 268423 h 494725"/>
                <a:gd name="connsiteX194" fmla="*/ 1891453 w 2915191"/>
                <a:gd name="connsiteY194" fmla="*/ 266680 h 494725"/>
                <a:gd name="connsiteX195" fmla="*/ 1901212 w 2915191"/>
                <a:gd name="connsiteY195" fmla="*/ 288820 h 494725"/>
                <a:gd name="connsiteX196" fmla="*/ 1910956 w 2915191"/>
                <a:gd name="connsiteY196" fmla="*/ 257258 h 494725"/>
                <a:gd name="connsiteX197" fmla="*/ 1920714 w 2915191"/>
                <a:gd name="connsiteY197" fmla="*/ 222153 h 494725"/>
                <a:gd name="connsiteX198" fmla="*/ 1930458 w 2915191"/>
                <a:gd name="connsiteY198" fmla="*/ 253284 h 494725"/>
                <a:gd name="connsiteX199" fmla="*/ 1940202 w 2915191"/>
                <a:gd name="connsiteY199" fmla="*/ 246474 h 494725"/>
                <a:gd name="connsiteX200" fmla="*/ 1949961 w 2915191"/>
                <a:gd name="connsiteY200" fmla="*/ 206789 h 494725"/>
                <a:gd name="connsiteX201" fmla="*/ 1959705 w 2915191"/>
                <a:gd name="connsiteY201" fmla="*/ 234398 h 494725"/>
                <a:gd name="connsiteX202" fmla="*/ 1969464 w 2915191"/>
                <a:gd name="connsiteY202" fmla="*/ 226070 h 494725"/>
                <a:gd name="connsiteX203" fmla="*/ 1979208 w 2915191"/>
                <a:gd name="connsiteY203" fmla="*/ 247006 h 494725"/>
                <a:gd name="connsiteX204" fmla="*/ 1988952 w 2915191"/>
                <a:gd name="connsiteY204" fmla="*/ 250023 h 494725"/>
                <a:gd name="connsiteX205" fmla="*/ 1998711 w 2915191"/>
                <a:gd name="connsiteY205" fmla="*/ 253527 h 494725"/>
                <a:gd name="connsiteX206" fmla="*/ 2008454 w 2915191"/>
                <a:gd name="connsiteY206" fmla="*/ 268198 h 494725"/>
                <a:gd name="connsiteX207" fmla="*/ 2018213 w 2915191"/>
                <a:gd name="connsiteY207" fmla="*/ 301657 h 494725"/>
                <a:gd name="connsiteX208" fmla="*/ 2027957 w 2915191"/>
                <a:gd name="connsiteY208" fmla="*/ 283888 h 494725"/>
                <a:gd name="connsiteX209" fmla="*/ 2037701 w 2915191"/>
                <a:gd name="connsiteY209" fmla="*/ 286421 h 494725"/>
                <a:gd name="connsiteX210" fmla="*/ 2047460 w 2915191"/>
                <a:gd name="connsiteY210" fmla="*/ 261753 h 494725"/>
                <a:gd name="connsiteX211" fmla="*/ 2057204 w 2915191"/>
                <a:gd name="connsiteY211" fmla="*/ 264922 h 494725"/>
                <a:gd name="connsiteX212" fmla="*/ 2066963 w 2915191"/>
                <a:gd name="connsiteY212" fmla="*/ 237749 h 494725"/>
                <a:gd name="connsiteX213" fmla="*/ 2076707 w 2915191"/>
                <a:gd name="connsiteY213" fmla="*/ 260978 h 494725"/>
                <a:gd name="connsiteX214" fmla="*/ 2086451 w 2915191"/>
                <a:gd name="connsiteY214" fmla="*/ 273009 h 494725"/>
                <a:gd name="connsiteX215" fmla="*/ 2096210 w 2915191"/>
                <a:gd name="connsiteY215" fmla="*/ 271319 h 494725"/>
                <a:gd name="connsiteX216" fmla="*/ 2105954 w 2915191"/>
                <a:gd name="connsiteY216" fmla="*/ 294553 h 494725"/>
                <a:gd name="connsiteX217" fmla="*/ 2115697 w 2915191"/>
                <a:gd name="connsiteY217" fmla="*/ 284717 h 494725"/>
                <a:gd name="connsiteX218" fmla="*/ 2125456 w 2915191"/>
                <a:gd name="connsiteY218" fmla="*/ 306734 h 494725"/>
                <a:gd name="connsiteX219" fmla="*/ 2135200 w 2915191"/>
                <a:gd name="connsiteY219" fmla="*/ 311475 h 494725"/>
                <a:gd name="connsiteX220" fmla="*/ 2144959 w 2915191"/>
                <a:gd name="connsiteY220" fmla="*/ 252860 h 494725"/>
                <a:gd name="connsiteX221" fmla="*/ 2154703 w 2915191"/>
                <a:gd name="connsiteY221" fmla="*/ 263153 h 494725"/>
                <a:gd name="connsiteX222" fmla="*/ 2164447 w 2915191"/>
                <a:gd name="connsiteY222" fmla="*/ 277511 h 494725"/>
                <a:gd name="connsiteX223" fmla="*/ 2174206 w 2915191"/>
                <a:gd name="connsiteY223" fmla="*/ 297038 h 494725"/>
                <a:gd name="connsiteX224" fmla="*/ 2183950 w 2915191"/>
                <a:gd name="connsiteY224" fmla="*/ 279149 h 494725"/>
                <a:gd name="connsiteX225" fmla="*/ 2193709 w 2915191"/>
                <a:gd name="connsiteY225" fmla="*/ 244854 h 494725"/>
                <a:gd name="connsiteX226" fmla="*/ 2203452 w 2915191"/>
                <a:gd name="connsiteY226" fmla="*/ 276482 h 494725"/>
                <a:gd name="connsiteX227" fmla="*/ 2213196 w 2915191"/>
                <a:gd name="connsiteY227" fmla="*/ 293786 h 494725"/>
                <a:gd name="connsiteX228" fmla="*/ 2222955 w 2915191"/>
                <a:gd name="connsiteY228" fmla="*/ 259034 h 494725"/>
                <a:gd name="connsiteX229" fmla="*/ 2232699 w 2915191"/>
                <a:gd name="connsiteY229" fmla="*/ 261490 h 494725"/>
                <a:gd name="connsiteX230" fmla="*/ 2242458 w 2915191"/>
                <a:gd name="connsiteY230" fmla="*/ 281425 h 494725"/>
                <a:gd name="connsiteX231" fmla="*/ 2252202 w 2915191"/>
                <a:gd name="connsiteY231" fmla="*/ 290120 h 494725"/>
                <a:gd name="connsiteX232" fmla="*/ 2261946 w 2915191"/>
                <a:gd name="connsiteY232" fmla="*/ 332033 h 494725"/>
                <a:gd name="connsiteX233" fmla="*/ 2271705 w 2915191"/>
                <a:gd name="connsiteY233" fmla="*/ 343119 h 494725"/>
                <a:gd name="connsiteX234" fmla="*/ 2281449 w 2915191"/>
                <a:gd name="connsiteY234" fmla="*/ 312035 h 494725"/>
                <a:gd name="connsiteX235" fmla="*/ 2291208 w 2915191"/>
                <a:gd name="connsiteY235" fmla="*/ 334347 h 494725"/>
                <a:gd name="connsiteX236" fmla="*/ 2300951 w 2915191"/>
                <a:gd name="connsiteY236" fmla="*/ 334762 h 494725"/>
                <a:gd name="connsiteX237" fmla="*/ 2310695 w 2915191"/>
                <a:gd name="connsiteY237" fmla="*/ 323099 h 494725"/>
                <a:gd name="connsiteX238" fmla="*/ 2320454 w 2915191"/>
                <a:gd name="connsiteY238" fmla="*/ 312533 h 494725"/>
                <a:gd name="connsiteX239" fmla="*/ 2330198 w 2915191"/>
                <a:gd name="connsiteY239" fmla="*/ 340337 h 494725"/>
                <a:gd name="connsiteX240" fmla="*/ 2339957 w 2915191"/>
                <a:gd name="connsiteY240" fmla="*/ 337012 h 494725"/>
                <a:gd name="connsiteX241" fmla="*/ 2349701 w 2915191"/>
                <a:gd name="connsiteY241" fmla="*/ 349783 h 494725"/>
                <a:gd name="connsiteX242" fmla="*/ 2359445 w 2915191"/>
                <a:gd name="connsiteY242" fmla="*/ 347522 h 494725"/>
                <a:gd name="connsiteX243" fmla="*/ 2369204 w 2915191"/>
                <a:gd name="connsiteY243" fmla="*/ 348103 h 494725"/>
                <a:gd name="connsiteX244" fmla="*/ 2378948 w 2915191"/>
                <a:gd name="connsiteY244" fmla="*/ 345589 h 494725"/>
                <a:gd name="connsiteX245" fmla="*/ 2388692 w 2915191"/>
                <a:gd name="connsiteY245" fmla="*/ 343414 h 494725"/>
                <a:gd name="connsiteX246" fmla="*/ 2398450 w 2915191"/>
                <a:gd name="connsiteY246" fmla="*/ 329755 h 494725"/>
                <a:gd name="connsiteX247" fmla="*/ 2408194 w 2915191"/>
                <a:gd name="connsiteY247" fmla="*/ 368044 h 494725"/>
                <a:gd name="connsiteX248" fmla="*/ 2417953 w 2915191"/>
                <a:gd name="connsiteY248" fmla="*/ 330678 h 494725"/>
                <a:gd name="connsiteX249" fmla="*/ 2427697 w 2915191"/>
                <a:gd name="connsiteY249" fmla="*/ 317663 h 494725"/>
                <a:gd name="connsiteX250" fmla="*/ 2437441 w 2915191"/>
                <a:gd name="connsiteY250" fmla="*/ 304785 h 494725"/>
                <a:gd name="connsiteX251" fmla="*/ 2447200 w 2915191"/>
                <a:gd name="connsiteY251" fmla="*/ 343900 h 494725"/>
                <a:gd name="connsiteX252" fmla="*/ 2456944 w 2915191"/>
                <a:gd name="connsiteY252" fmla="*/ 369225 h 494725"/>
                <a:gd name="connsiteX253" fmla="*/ 2466703 w 2915191"/>
                <a:gd name="connsiteY253" fmla="*/ 354314 h 494725"/>
                <a:gd name="connsiteX254" fmla="*/ 2476446 w 2915191"/>
                <a:gd name="connsiteY254" fmla="*/ 357069 h 494725"/>
                <a:gd name="connsiteX255" fmla="*/ 2486190 w 2915191"/>
                <a:gd name="connsiteY255" fmla="*/ 387041 h 494725"/>
                <a:gd name="connsiteX256" fmla="*/ 2495949 w 2915191"/>
                <a:gd name="connsiteY256" fmla="*/ 382521 h 494725"/>
                <a:gd name="connsiteX257" fmla="*/ 2505693 w 2915191"/>
                <a:gd name="connsiteY257" fmla="*/ 393147 h 494725"/>
                <a:gd name="connsiteX258" fmla="*/ 2515452 w 2915191"/>
                <a:gd name="connsiteY258" fmla="*/ 394266 h 494725"/>
                <a:gd name="connsiteX259" fmla="*/ 2525196 w 2915191"/>
                <a:gd name="connsiteY259" fmla="*/ 374618 h 494725"/>
                <a:gd name="connsiteX260" fmla="*/ 2534940 w 2915191"/>
                <a:gd name="connsiteY260" fmla="*/ 366686 h 494725"/>
                <a:gd name="connsiteX261" fmla="*/ 2544699 w 2915191"/>
                <a:gd name="connsiteY261" fmla="*/ 390279 h 494725"/>
                <a:gd name="connsiteX262" fmla="*/ 2554443 w 2915191"/>
                <a:gd name="connsiteY262" fmla="*/ 386654 h 494725"/>
                <a:gd name="connsiteX263" fmla="*/ 2564202 w 2915191"/>
                <a:gd name="connsiteY263" fmla="*/ 398847 h 494725"/>
                <a:gd name="connsiteX264" fmla="*/ 2573946 w 2915191"/>
                <a:gd name="connsiteY264" fmla="*/ 428423 h 494725"/>
                <a:gd name="connsiteX265" fmla="*/ 2583690 w 2915191"/>
                <a:gd name="connsiteY265" fmla="*/ 388060 h 494725"/>
                <a:gd name="connsiteX266" fmla="*/ 2593448 w 2915191"/>
                <a:gd name="connsiteY266" fmla="*/ 432199 h 494725"/>
                <a:gd name="connsiteX267" fmla="*/ 2603192 w 2915191"/>
                <a:gd name="connsiteY267" fmla="*/ 449203 h 494725"/>
                <a:gd name="connsiteX268" fmla="*/ 2612951 w 2915191"/>
                <a:gd name="connsiteY268" fmla="*/ 452968 h 494725"/>
                <a:gd name="connsiteX269" fmla="*/ 2622695 w 2915191"/>
                <a:gd name="connsiteY269" fmla="*/ 424798 h 494725"/>
                <a:gd name="connsiteX270" fmla="*/ 2632439 w 2915191"/>
                <a:gd name="connsiteY270" fmla="*/ 405975 h 494725"/>
                <a:gd name="connsiteX271" fmla="*/ 2642198 w 2915191"/>
                <a:gd name="connsiteY271" fmla="*/ 416760 h 494725"/>
                <a:gd name="connsiteX272" fmla="*/ 2651942 w 2915191"/>
                <a:gd name="connsiteY272" fmla="*/ 386767 h 494725"/>
                <a:gd name="connsiteX273" fmla="*/ 2661685 w 2915191"/>
                <a:gd name="connsiteY273" fmla="*/ 411648 h 494725"/>
                <a:gd name="connsiteX274" fmla="*/ 2671444 w 2915191"/>
                <a:gd name="connsiteY274" fmla="*/ 393676 h 494725"/>
                <a:gd name="connsiteX275" fmla="*/ 2681188 w 2915191"/>
                <a:gd name="connsiteY275" fmla="*/ 402042 h 494725"/>
                <a:gd name="connsiteX276" fmla="*/ 2690947 w 2915191"/>
                <a:gd name="connsiteY276" fmla="*/ 368251 h 494725"/>
                <a:gd name="connsiteX277" fmla="*/ 2700691 w 2915191"/>
                <a:gd name="connsiteY277" fmla="*/ 342039 h 494725"/>
                <a:gd name="connsiteX278" fmla="*/ 2710435 w 2915191"/>
                <a:gd name="connsiteY278" fmla="*/ 349776 h 494725"/>
                <a:gd name="connsiteX279" fmla="*/ 2720194 w 2915191"/>
                <a:gd name="connsiteY279" fmla="*/ 362020 h 494725"/>
                <a:gd name="connsiteX280" fmla="*/ 2729938 w 2915191"/>
                <a:gd name="connsiteY280" fmla="*/ 353027 h 494725"/>
                <a:gd name="connsiteX281" fmla="*/ 2739697 w 2915191"/>
                <a:gd name="connsiteY281" fmla="*/ 339251 h 494725"/>
                <a:gd name="connsiteX282" fmla="*/ 2749441 w 2915191"/>
                <a:gd name="connsiteY282" fmla="*/ 354389 h 494725"/>
                <a:gd name="connsiteX283" fmla="*/ 2759185 w 2915191"/>
                <a:gd name="connsiteY283" fmla="*/ 344315 h 494725"/>
                <a:gd name="connsiteX284" fmla="*/ 2768943 w 2915191"/>
                <a:gd name="connsiteY284" fmla="*/ 335252 h 494725"/>
                <a:gd name="connsiteX285" fmla="*/ 2778687 w 2915191"/>
                <a:gd name="connsiteY285" fmla="*/ 380870 h 494725"/>
                <a:gd name="connsiteX286" fmla="*/ 2788446 w 2915191"/>
                <a:gd name="connsiteY286" fmla="*/ 400943 h 494725"/>
                <a:gd name="connsiteX287" fmla="*/ 2798190 w 2915191"/>
                <a:gd name="connsiteY287" fmla="*/ 408546 h 494725"/>
                <a:gd name="connsiteX288" fmla="*/ 2807934 w 2915191"/>
                <a:gd name="connsiteY288" fmla="*/ 378570 h 494725"/>
                <a:gd name="connsiteX289" fmla="*/ 2817693 w 2915191"/>
                <a:gd name="connsiteY289" fmla="*/ 408545 h 494725"/>
                <a:gd name="connsiteX290" fmla="*/ 2827437 w 2915191"/>
                <a:gd name="connsiteY290" fmla="*/ 417365 h 494725"/>
                <a:gd name="connsiteX291" fmla="*/ 2837196 w 2915191"/>
                <a:gd name="connsiteY291" fmla="*/ 459085 h 494725"/>
                <a:gd name="connsiteX292" fmla="*/ 2846940 w 2915191"/>
                <a:gd name="connsiteY292" fmla="*/ 432876 h 494725"/>
                <a:gd name="connsiteX293" fmla="*/ 2856684 w 2915191"/>
                <a:gd name="connsiteY293" fmla="*/ 453592 h 494725"/>
                <a:gd name="connsiteX294" fmla="*/ 2866442 w 2915191"/>
                <a:gd name="connsiteY294" fmla="*/ 474206 h 494725"/>
                <a:gd name="connsiteX295" fmla="*/ 2876186 w 2915191"/>
                <a:gd name="connsiteY295" fmla="*/ 494725 h 494725"/>
                <a:gd name="connsiteX296" fmla="*/ 2885945 w 2915191"/>
                <a:gd name="connsiteY296" fmla="*/ 492100 h 494725"/>
                <a:gd name="connsiteX297" fmla="*/ 2895689 w 2915191"/>
                <a:gd name="connsiteY297" fmla="*/ 483885 h 494725"/>
                <a:gd name="connsiteX298" fmla="*/ 2905433 w 2915191"/>
                <a:gd name="connsiteY298" fmla="*/ 461475 h 494725"/>
                <a:gd name="connsiteX299" fmla="*/ 2915192 w 2915191"/>
                <a:gd name="connsiteY299" fmla="*/ 437120 h 494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94725">
                  <a:moveTo>
                    <a:pt x="0" y="133757"/>
                  </a:moveTo>
                  <a:lnTo>
                    <a:pt x="9750" y="99005"/>
                  </a:lnTo>
                  <a:lnTo>
                    <a:pt x="19500" y="56741"/>
                  </a:lnTo>
                  <a:lnTo>
                    <a:pt x="29250" y="61449"/>
                  </a:lnTo>
                  <a:lnTo>
                    <a:pt x="39000" y="65509"/>
                  </a:lnTo>
                  <a:lnTo>
                    <a:pt x="48749" y="13430"/>
                  </a:lnTo>
                  <a:lnTo>
                    <a:pt x="58499" y="0"/>
                  </a:lnTo>
                  <a:lnTo>
                    <a:pt x="68249" y="46988"/>
                  </a:lnTo>
                  <a:lnTo>
                    <a:pt x="77998" y="48495"/>
                  </a:lnTo>
                  <a:lnTo>
                    <a:pt x="87748" y="47119"/>
                  </a:lnTo>
                  <a:lnTo>
                    <a:pt x="97497" y="59162"/>
                  </a:lnTo>
                  <a:lnTo>
                    <a:pt x="107247" y="48344"/>
                  </a:lnTo>
                  <a:lnTo>
                    <a:pt x="116997" y="18490"/>
                  </a:lnTo>
                  <a:lnTo>
                    <a:pt x="126747" y="57780"/>
                  </a:lnTo>
                  <a:lnTo>
                    <a:pt x="136497" y="79920"/>
                  </a:lnTo>
                  <a:lnTo>
                    <a:pt x="146247" y="100553"/>
                  </a:lnTo>
                  <a:lnTo>
                    <a:pt x="155997" y="88627"/>
                  </a:lnTo>
                  <a:lnTo>
                    <a:pt x="165747" y="86806"/>
                  </a:lnTo>
                  <a:lnTo>
                    <a:pt x="175497" y="94543"/>
                  </a:lnTo>
                  <a:lnTo>
                    <a:pt x="185247" y="91356"/>
                  </a:lnTo>
                  <a:lnTo>
                    <a:pt x="194996" y="71381"/>
                  </a:lnTo>
                  <a:lnTo>
                    <a:pt x="204746" y="58520"/>
                  </a:lnTo>
                  <a:lnTo>
                    <a:pt x="214495" y="22699"/>
                  </a:lnTo>
                  <a:lnTo>
                    <a:pt x="224245" y="41407"/>
                  </a:lnTo>
                  <a:lnTo>
                    <a:pt x="233995" y="54468"/>
                  </a:lnTo>
                  <a:lnTo>
                    <a:pt x="243744" y="45488"/>
                  </a:lnTo>
                  <a:lnTo>
                    <a:pt x="253494" y="66186"/>
                  </a:lnTo>
                  <a:lnTo>
                    <a:pt x="263244" y="81138"/>
                  </a:lnTo>
                  <a:lnTo>
                    <a:pt x="272994" y="56101"/>
                  </a:lnTo>
                  <a:lnTo>
                    <a:pt x="282744" y="55286"/>
                  </a:lnTo>
                  <a:lnTo>
                    <a:pt x="292494" y="82317"/>
                  </a:lnTo>
                  <a:lnTo>
                    <a:pt x="302244" y="111945"/>
                  </a:lnTo>
                  <a:lnTo>
                    <a:pt x="311994" y="88764"/>
                  </a:lnTo>
                  <a:lnTo>
                    <a:pt x="321744" y="115352"/>
                  </a:lnTo>
                  <a:lnTo>
                    <a:pt x="331493" y="101271"/>
                  </a:lnTo>
                  <a:lnTo>
                    <a:pt x="341243" y="91501"/>
                  </a:lnTo>
                  <a:lnTo>
                    <a:pt x="350993" y="92399"/>
                  </a:lnTo>
                  <a:lnTo>
                    <a:pt x="360742" y="77278"/>
                  </a:lnTo>
                  <a:lnTo>
                    <a:pt x="370492" y="99308"/>
                  </a:lnTo>
                  <a:lnTo>
                    <a:pt x="380241" y="63584"/>
                  </a:lnTo>
                  <a:lnTo>
                    <a:pt x="389991" y="72922"/>
                  </a:lnTo>
                  <a:lnTo>
                    <a:pt x="399741" y="92639"/>
                  </a:lnTo>
                  <a:lnTo>
                    <a:pt x="409491" y="66090"/>
                  </a:lnTo>
                  <a:lnTo>
                    <a:pt x="419241" y="79190"/>
                  </a:lnTo>
                  <a:lnTo>
                    <a:pt x="428991" y="74975"/>
                  </a:lnTo>
                  <a:lnTo>
                    <a:pt x="438741" y="119673"/>
                  </a:lnTo>
                  <a:lnTo>
                    <a:pt x="448491" y="128024"/>
                  </a:lnTo>
                  <a:lnTo>
                    <a:pt x="458241" y="104857"/>
                  </a:lnTo>
                  <a:lnTo>
                    <a:pt x="467991" y="141180"/>
                  </a:lnTo>
                  <a:lnTo>
                    <a:pt x="477740" y="125610"/>
                  </a:lnTo>
                  <a:lnTo>
                    <a:pt x="487490" y="136643"/>
                  </a:lnTo>
                  <a:lnTo>
                    <a:pt x="497239" y="141727"/>
                  </a:lnTo>
                  <a:lnTo>
                    <a:pt x="506989" y="140456"/>
                  </a:lnTo>
                  <a:lnTo>
                    <a:pt x="516738" y="175555"/>
                  </a:lnTo>
                  <a:lnTo>
                    <a:pt x="526488" y="203983"/>
                  </a:lnTo>
                  <a:lnTo>
                    <a:pt x="536238" y="229510"/>
                  </a:lnTo>
                  <a:lnTo>
                    <a:pt x="545988" y="219423"/>
                  </a:lnTo>
                  <a:lnTo>
                    <a:pt x="555738" y="199092"/>
                  </a:lnTo>
                  <a:lnTo>
                    <a:pt x="565488" y="172415"/>
                  </a:lnTo>
                  <a:lnTo>
                    <a:pt x="575238" y="191410"/>
                  </a:lnTo>
                  <a:lnTo>
                    <a:pt x="584988" y="200482"/>
                  </a:lnTo>
                  <a:lnTo>
                    <a:pt x="594738" y="238750"/>
                  </a:lnTo>
                  <a:lnTo>
                    <a:pt x="604488" y="268792"/>
                  </a:lnTo>
                  <a:lnTo>
                    <a:pt x="614237" y="259218"/>
                  </a:lnTo>
                  <a:lnTo>
                    <a:pt x="623987" y="272213"/>
                  </a:lnTo>
                  <a:lnTo>
                    <a:pt x="633736" y="256447"/>
                  </a:lnTo>
                  <a:lnTo>
                    <a:pt x="643486" y="255385"/>
                  </a:lnTo>
                  <a:lnTo>
                    <a:pt x="653236" y="261376"/>
                  </a:lnTo>
                  <a:lnTo>
                    <a:pt x="662985" y="265233"/>
                  </a:lnTo>
                  <a:lnTo>
                    <a:pt x="672735" y="308495"/>
                  </a:lnTo>
                  <a:lnTo>
                    <a:pt x="682485" y="323902"/>
                  </a:lnTo>
                  <a:lnTo>
                    <a:pt x="692235" y="358143"/>
                  </a:lnTo>
                  <a:lnTo>
                    <a:pt x="701985" y="368419"/>
                  </a:lnTo>
                  <a:lnTo>
                    <a:pt x="711735" y="373543"/>
                  </a:lnTo>
                  <a:lnTo>
                    <a:pt x="721485" y="314829"/>
                  </a:lnTo>
                  <a:lnTo>
                    <a:pt x="731235" y="310158"/>
                  </a:lnTo>
                  <a:lnTo>
                    <a:pt x="740985" y="302627"/>
                  </a:lnTo>
                  <a:lnTo>
                    <a:pt x="750734" y="285299"/>
                  </a:lnTo>
                  <a:lnTo>
                    <a:pt x="760484" y="268264"/>
                  </a:lnTo>
                  <a:lnTo>
                    <a:pt x="770233" y="272930"/>
                  </a:lnTo>
                  <a:lnTo>
                    <a:pt x="779983" y="294681"/>
                  </a:lnTo>
                  <a:lnTo>
                    <a:pt x="789733" y="295147"/>
                  </a:lnTo>
                  <a:lnTo>
                    <a:pt x="799482" y="336854"/>
                  </a:lnTo>
                  <a:lnTo>
                    <a:pt x="809232" y="348821"/>
                  </a:lnTo>
                  <a:lnTo>
                    <a:pt x="818982" y="363636"/>
                  </a:lnTo>
                  <a:lnTo>
                    <a:pt x="828732" y="379988"/>
                  </a:lnTo>
                  <a:lnTo>
                    <a:pt x="838482" y="404306"/>
                  </a:lnTo>
                  <a:lnTo>
                    <a:pt x="848232" y="366031"/>
                  </a:lnTo>
                  <a:lnTo>
                    <a:pt x="857982" y="387004"/>
                  </a:lnTo>
                  <a:lnTo>
                    <a:pt x="867732" y="401046"/>
                  </a:lnTo>
                  <a:lnTo>
                    <a:pt x="877482" y="433645"/>
                  </a:lnTo>
                  <a:lnTo>
                    <a:pt x="887231" y="447874"/>
                  </a:lnTo>
                  <a:lnTo>
                    <a:pt x="896981" y="462469"/>
                  </a:lnTo>
                  <a:lnTo>
                    <a:pt x="906730" y="435029"/>
                  </a:lnTo>
                  <a:lnTo>
                    <a:pt x="916480" y="444206"/>
                  </a:lnTo>
                  <a:lnTo>
                    <a:pt x="926230" y="428820"/>
                  </a:lnTo>
                  <a:lnTo>
                    <a:pt x="935979" y="430759"/>
                  </a:lnTo>
                  <a:lnTo>
                    <a:pt x="945729" y="415695"/>
                  </a:lnTo>
                  <a:lnTo>
                    <a:pt x="955479" y="433466"/>
                  </a:lnTo>
                  <a:lnTo>
                    <a:pt x="965229" y="426573"/>
                  </a:lnTo>
                  <a:lnTo>
                    <a:pt x="974979" y="429852"/>
                  </a:lnTo>
                  <a:lnTo>
                    <a:pt x="984729" y="434545"/>
                  </a:lnTo>
                  <a:lnTo>
                    <a:pt x="994474" y="441452"/>
                  </a:lnTo>
                  <a:lnTo>
                    <a:pt x="1004233" y="454332"/>
                  </a:lnTo>
                  <a:lnTo>
                    <a:pt x="1013977" y="431728"/>
                  </a:lnTo>
                  <a:lnTo>
                    <a:pt x="1023721" y="413384"/>
                  </a:lnTo>
                  <a:lnTo>
                    <a:pt x="1033480" y="395690"/>
                  </a:lnTo>
                  <a:lnTo>
                    <a:pt x="1043224" y="361367"/>
                  </a:lnTo>
                  <a:lnTo>
                    <a:pt x="1052983" y="403747"/>
                  </a:lnTo>
                  <a:lnTo>
                    <a:pt x="1062727" y="417045"/>
                  </a:lnTo>
                  <a:lnTo>
                    <a:pt x="1072471" y="370065"/>
                  </a:lnTo>
                  <a:lnTo>
                    <a:pt x="1082230" y="382007"/>
                  </a:lnTo>
                  <a:lnTo>
                    <a:pt x="1091973" y="373505"/>
                  </a:lnTo>
                  <a:lnTo>
                    <a:pt x="1101732" y="363136"/>
                  </a:lnTo>
                  <a:lnTo>
                    <a:pt x="1111476" y="368477"/>
                  </a:lnTo>
                  <a:lnTo>
                    <a:pt x="1121220" y="390078"/>
                  </a:lnTo>
                  <a:lnTo>
                    <a:pt x="1130979" y="383954"/>
                  </a:lnTo>
                  <a:lnTo>
                    <a:pt x="1140723" y="390134"/>
                  </a:lnTo>
                  <a:lnTo>
                    <a:pt x="1150482" y="370721"/>
                  </a:lnTo>
                  <a:lnTo>
                    <a:pt x="1160226" y="381436"/>
                  </a:lnTo>
                  <a:lnTo>
                    <a:pt x="1169969" y="358046"/>
                  </a:lnTo>
                  <a:lnTo>
                    <a:pt x="1179728" y="373245"/>
                  </a:lnTo>
                  <a:lnTo>
                    <a:pt x="1189472" y="385271"/>
                  </a:lnTo>
                  <a:lnTo>
                    <a:pt x="1199231" y="357759"/>
                  </a:lnTo>
                  <a:lnTo>
                    <a:pt x="1208975" y="349117"/>
                  </a:lnTo>
                  <a:lnTo>
                    <a:pt x="1218719" y="377589"/>
                  </a:lnTo>
                  <a:lnTo>
                    <a:pt x="1228478" y="347852"/>
                  </a:lnTo>
                  <a:lnTo>
                    <a:pt x="1238222" y="368683"/>
                  </a:lnTo>
                  <a:lnTo>
                    <a:pt x="1247966" y="353824"/>
                  </a:lnTo>
                  <a:lnTo>
                    <a:pt x="1257725" y="307023"/>
                  </a:lnTo>
                  <a:lnTo>
                    <a:pt x="1267469" y="301554"/>
                  </a:lnTo>
                  <a:lnTo>
                    <a:pt x="1277227" y="346081"/>
                  </a:lnTo>
                  <a:lnTo>
                    <a:pt x="1286971" y="315776"/>
                  </a:lnTo>
                  <a:lnTo>
                    <a:pt x="1296715" y="325255"/>
                  </a:lnTo>
                  <a:lnTo>
                    <a:pt x="1306474" y="324105"/>
                  </a:lnTo>
                  <a:lnTo>
                    <a:pt x="1316218" y="311645"/>
                  </a:lnTo>
                  <a:lnTo>
                    <a:pt x="1325977" y="339341"/>
                  </a:lnTo>
                  <a:lnTo>
                    <a:pt x="1335721" y="354904"/>
                  </a:lnTo>
                  <a:lnTo>
                    <a:pt x="1345465" y="352835"/>
                  </a:lnTo>
                  <a:lnTo>
                    <a:pt x="1355224" y="379812"/>
                  </a:lnTo>
                  <a:lnTo>
                    <a:pt x="1364967" y="373042"/>
                  </a:lnTo>
                  <a:lnTo>
                    <a:pt x="1374726" y="356543"/>
                  </a:lnTo>
                  <a:lnTo>
                    <a:pt x="1384470" y="332045"/>
                  </a:lnTo>
                  <a:lnTo>
                    <a:pt x="1394214" y="356455"/>
                  </a:lnTo>
                  <a:lnTo>
                    <a:pt x="1403973" y="351445"/>
                  </a:lnTo>
                  <a:lnTo>
                    <a:pt x="1413717" y="327857"/>
                  </a:lnTo>
                  <a:lnTo>
                    <a:pt x="1423476" y="335033"/>
                  </a:lnTo>
                  <a:lnTo>
                    <a:pt x="1433220" y="329117"/>
                  </a:lnTo>
                  <a:lnTo>
                    <a:pt x="1442964" y="343168"/>
                  </a:lnTo>
                  <a:lnTo>
                    <a:pt x="1452722" y="348218"/>
                  </a:lnTo>
                  <a:lnTo>
                    <a:pt x="1462466" y="329820"/>
                  </a:lnTo>
                  <a:lnTo>
                    <a:pt x="1472225" y="319100"/>
                  </a:lnTo>
                  <a:lnTo>
                    <a:pt x="1481969" y="313416"/>
                  </a:lnTo>
                  <a:lnTo>
                    <a:pt x="1491713" y="364866"/>
                  </a:lnTo>
                  <a:lnTo>
                    <a:pt x="1501472" y="360460"/>
                  </a:lnTo>
                  <a:lnTo>
                    <a:pt x="1511216" y="410254"/>
                  </a:lnTo>
                  <a:lnTo>
                    <a:pt x="1520960" y="393586"/>
                  </a:lnTo>
                  <a:lnTo>
                    <a:pt x="1530719" y="390405"/>
                  </a:lnTo>
                  <a:lnTo>
                    <a:pt x="1540463" y="405416"/>
                  </a:lnTo>
                  <a:lnTo>
                    <a:pt x="1550221" y="394501"/>
                  </a:lnTo>
                  <a:lnTo>
                    <a:pt x="1559965" y="374782"/>
                  </a:lnTo>
                  <a:lnTo>
                    <a:pt x="1569709" y="340968"/>
                  </a:lnTo>
                  <a:lnTo>
                    <a:pt x="1579468" y="332587"/>
                  </a:lnTo>
                  <a:lnTo>
                    <a:pt x="1589212" y="327709"/>
                  </a:lnTo>
                  <a:lnTo>
                    <a:pt x="1598971" y="354185"/>
                  </a:lnTo>
                  <a:lnTo>
                    <a:pt x="1608715" y="362847"/>
                  </a:lnTo>
                  <a:lnTo>
                    <a:pt x="1618459" y="318953"/>
                  </a:lnTo>
                  <a:lnTo>
                    <a:pt x="1628218" y="345324"/>
                  </a:lnTo>
                  <a:lnTo>
                    <a:pt x="1637962" y="309774"/>
                  </a:lnTo>
                  <a:lnTo>
                    <a:pt x="1647720" y="282741"/>
                  </a:lnTo>
                  <a:lnTo>
                    <a:pt x="1657464" y="277869"/>
                  </a:lnTo>
                  <a:lnTo>
                    <a:pt x="1667208" y="270680"/>
                  </a:lnTo>
                  <a:lnTo>
                    <a:pt x="1676967" y="246976"/>
                  </a:lnTo>
                  <a:lnTo>
                    <a:pt x="1686711" y="263205"/>
                  </a:lnTo>
                  <a:lnTo>
                    <a:pt x="1696470" y="242491"/>
                  </a:lnTo>
                  <a:lnTo>
                    <a:pt x="1706214" y="230100"/>
                  </a:lnTo>
                  <a:lnTo>
                    <a:pt x="1715958" y="232706"/>
                  </a:lnTo>
                  <a:lnTo>
                    <a:pt x="1725716" y="211072"/>
                  </a:lnTo>
                  <a:lnTo>
                    <a:pt x="1735460" y="219440"/>
                  </a:lnTo>
                  <a:lnTo>
                    <a:pt x="1745219" y="230603"/>
                  </a:lnTo>
                  <a:lnTo>
                    <a:pt x="1754963" y="208757"/>
                  </a:lnTo>
                  <a:lnTo>
                    <a:pt x="1764707" y="192420"/>
                  </a:lnTo>
                  <a:lnTo>
                    <a:pt x="1774466" y="205393"/>
                  </a:lnTo>
                  <a:lnTo>
                    <a:pt x="1784210" y="191053"/>
                  </a:lnTo>
                  <a:lnTo>
                    <a:pt x="1793969" y="193456"/>
                  </a:lnTo>
                  <a:lnTo>
                    <a:pt x="1803713" y="154192"/>
                  </a:lnTo>
                  <a:lnTo>
                    <a:pt x="1813457" y="164728"/>
                  </a:lnTo>
                  <a:lnTo>
                    <a:pt x="1823215" y="189046"/>
                  </a:lnTo>
                  <a:lnTo>
                    <a:pt x="1832959" y="221956"/>
                  </a:lnTo>
                  <a:lnTo>
                    <a:pt x="1842703" y="226526"/>
                  </a:lnTo>
                  <a:lnTo>
                    <a:pt x="1852462" y="249127"/>
                  </a:lnTo>
                  <a:lnTo>
                    <a:pt x="1862206" y="256128"/>
                  </a:lnTo>
                  <a:lnTo>
                    <a:pt x="1871965" y="290473"/>
                  </a:lnTo>
                  <a:lnTo>
                    <a:pt x="1881709" y="268423"/>
                  </a:lnTo>
                  <a:lnTo>
                    <a:pt x="1891453" y="266680"/>
                  </a:lnTo>
                  <a:lnTo>
                    <a:pt x="1901212" y="288820"/>
                  </a:lnTo>
                  <a:lnTo>
                    <a:pt x="1910956" y="257258"/>
                  </a:lnTo>
                  <a:lnTo>
                    <a:pt x="1920714" y="222153"/>
                  </a:lnTo>
                  <a:lnTo>
                    <a:pt x="1930458" y="253284"/>
                  </a:lnTo>
                  <a:lnTo>
                    <a:pt x="1940202" y="246474"/>
                  </a:lnTo>
                  <a:lnTo>
                    <a:pt x="1949961" y="206789"/>
                  </a:lnTo>
                  <a:lnTo>
                    <a:pt x="1959705" y="234398"/>
                  </a:lnTo>
                  <a:lnTo>
                    <a:pt x="1969464" y="226070"/>
                  </a:lnTo>
                  <a:lnTo>
                    <a:pt x="1979208" y="247006"/>
                  </a:lnTo>
                  <a:lnTo>
                    <a:pt x="1988952" y="250023"/>
                  </a:lnTo>
                  <a:lnTo>
                    <a:pt x="1998711" y="253527"/>
                  </a:lnTo>
                  <a:lnTo>
                    <a:pt x="2008454" y="268198"/>
                  </a:lnTo>
                  <a:lnTo>
                    <a:pt x="2018213" y="301657"/>
                  </a:lnTo>
                  <a:lnTo>
                    <a:pt x="2027957" y="283888"/>
                  </a:lnTo>
                  <a:lnTo>
                    <a:pt x="2037701" y="286421"/>
                  </a:lnTo>
                  <a:lnTo>
                    <a:pt x="2047460" y="261753"/>
                  </a:lnTo>
                  <a:lnTo>
                    <a:pt x="2057204" y="264922"/>
                  </a:lnTo>
                  <a:lnTo>
                    <a:pt x="2066963" y="237749"/>
                  </a:lnTo>
                  <a:lnTo>
                    <a:pt x="2076707" y="260978"/>
                  </a:lnTo>
                  <a:lnTo>
                    <a:pt x="2086451" y="273009"/>
                  </a:lnTo>
                  <a:lnTo>
                    <a:pt x="2096210" y="271319"/>
                  </a:lnTo>
                  <a:lnTo>
                    <a:pt x="2105954" y="294553"/>
                  </a:lnTo>
                  <a:lnTo>
                    <a:pt x="2115697" y="284717"/>
                  </a:lnTo>
                  <a:lnTo>
                    <a:pt x="2125456" y="306734"/>
                  </a:lnTo>
                  <a:lnTo>
                    <a:pt x="2135200" y="311475"/>
                  </a:lnTo>
                  <a:lnTo>
                    <a:pt x="2144959" y="252860"/>
                  </a:lnTo>
                  <a:lnTo>
                    <a:pt x="2154703" y="263153"/>
                  </a:lnTo>
                  <a:lnTo>
                    <a:pt x="2164447" y="277511"/>
                  </a:lnTo>
                  <a:lnTo>
                    <a:pt x="2174206" y="297038"/>
                  </a:lnTo>
                  <a:lnTo>
                    <a:pt x="2183950" y="279149"/>
                  </a:lnTo>
                  <a:lnTo>
                    <a:pt x="2193709" y="244854"/>
                  </a:lnTo>
                  <a:lnTo>
                    <a:pt x="2203452" y="276482"/>
                  </a:lnTo>
                  <a:lnTo>
                    <a:pt x="2213196" y="293786"/>
                  </a:lnTo>
                  <a:lnTo>
                    <a:pt x="2222955" y="259034"/>
                  </a:lnTo>
                  <a:lnTo>
                    <a:pt x="2232699" y="261490"/>
                  </a:lnTo>
                  <a:lnTo>
                    <a:pt x="2242458" y="281425"/>
                  </a:lnTo>
                  <a:lnTo>
                    <a:pt x="2252202" y="290120"/>
                  </a:lnTo>
                  <a:lnTo>
                    <a:pt x="2261946" y="332033"/>
                  </a:lnTo>
                  <a:lnTo>
                    <a:pt x="2271705" y="343119"/>
                  </a:lnTo>
                  <a:lnTo>
                    <a:pt x="2281449" y="312035"/>
                  </a:lnTo>
                  <a:lnTo>
                    <a:pt x="2291208" y="334347"/>
                  </a:lnTo>
                  <a:lnTo>
                    <a:pt x="2300951" y="334762"/>
                  </a:lnTo>
                  <a:lnTo>
                    <a:pt x="2310695" y="323099"/>
                  </a:lnTo>
                  <a:lnTo>
                    <a:pt x="2320454" y="312533"/>
                  </a:lnTo>
                  <a:lnTo>
                    <a:pt x="2330198" y="340337"/>
                  </a:lnTo>
                  <a:lnTo>
                    <a:pt x="2339957" y="337012"/>
                  </a:lnTo>
                  <a:lnTo>
                    <a:pt x="2349701" y="349783"/>
                  </a:lnTo>
                  <a:lnTo>
                    <a:pt x="2359445" y="347522"/>
                  </a:lnTo>
                  <a:lnTo>
                    <a:pt x="2369204" y="348103"/>
                  </a:lnTo>
                  <a:lnTo>
                    <a:pt x="2378948" y="345589"/>
                  </a:lnTo>
                  <a:lnTo>
                    <a:pt x="2388692" y="343414"/>
                  </a:lnTo>
                  <a:lnTo>
                    <a:pt x="2398450" y="329755"/>
                  </a:lnTo>
                  <a:lnTo>
                    <a:pt x="2408194" y="368044"/>
                  </a:lnTo>
                  <a:lnTo>
                    <a:pt x="2417953" y="330678"/>
                  </a:lnTo>
                  <a:lnTo>
                    <a:pt x="2427697" y="317663"/>
                  </a:lnTo>
                  <a:lnTo>
                    <a:pt x="2437441" y="304785"/>
                  </a:lnTo>
                  <a:lnTo>
                    <a:pt x="2447200" y="343900"/>
                  </a:lnTo>
                  <a:lnTo>
                    <a:pt x="2456944" y="369225"/>
                  </a:lnTo>
                  <a:lnTo>
                    <a:pt x="2466703" y="354314"/>
                  </a:lnTo>
                  <a:lnTo>
                    <a:pt x="2476446" y="357069"/>
                  </a:lnTo>
                  <a:lnTo>
                    <a:pt x="2486190" y="387041"/>
                  </a:lnTo>
                  <a:lnTo>
                    <a:pt x="2495949" y="382521"/>
                  </a:lnTo>
                  <a:lnTo>
                    <a:pt x="2505693" y="393147"/>
                  </a:lnTo>
                  <a:lnTo>
                    <a:pt x="2515452" y="394266"/>
                  </a:lnTo>
                  <a:lnTo>
                    <a:pt x="2525196" y="374618"/>
                  </a:lnTo>
                  <a:lnTo>
                    <a:pt x="2534940" y="366686"/>
                  </a:lnTo>
                  <a:lnTo>
                    <a:pt x="2544699" y="390279"/>
                  </a:lnTo>
                  <a:lnTo>
                    <a:pt x="2554443" y="386654"/>
                  </a:lnTo>
                  <a:lnTo>
                    <a:pt x="2564202" y="398847"/>
                  </a:lnTo>
                  <a:lnTo>
                    <a:pt x="2573946" y="428423"/>
                  </a:lnTo>
                  <a:lnTo>
                    <a:pt x="2583690" y="388060"/>
                  </a:lnTo>
                  <a:lnTo>
                    <a:pt x="2593448" y="432199"/>
                  </a:lnTo>
                  <a:lnTo>
                    <a:pt x="2603192" y="449203"/>
                  </a:lnTo>
                  <a:lnTo>
                    <a:pt x="2612951" y="452968"/>
                  </a:lnTo>
                  <a:lnTo>
                    <a:pt x="2622695" y="424798"/>
                  </a:lnTo>
                  <a:lnTo>
                    <a:pt x="2632439" y="405975"/>
                  </a:lnTo>
                  <a:lnTo>
                    <a:pt x="2642198" y="416760"/>
                  </a:lnTo>
                  <a:lnTo>
                    <a:pt x="2651942" y="386767"/>
                  </a:lnTo>
                  <a:lnTo>
                    <a:pt x="2661685" y="411648"/>
                  </a:lnTo>
                  <a:lnTo>
                    <a:pt x="2671444" y="393676"/>
                  </a:lnTo>
                  <a:lnTo>
                    <a:pt x="2681188" y="402042"/>
                  </a:lnTo>
                  <a:lnTo>
                    <a:pt x="2690947" y="368251"/>
                  </a:lnTo>
                  <a:lnTo>
                    <a:pt x="2700691" y="342039"/>
                  </a:lnTo>
                  <a:lnTo>
                    <a:pt x="2710435" y="349776"/>
                  </a:lnTo>
                  <a:lnTo>
                    <a:pt x="2720194" y="362020"/>
                  </a:lnTo>
                  <a:lnTo>
                    <a:pt x="2729938" y="353027"/>
                  </a:lnTo>
                  <a:lnTo>
                    <a:pt x="2739697" y="339251"/>
                  </a:lnTo>
                  <a:lnTo>
                    <a:pt x="2749441" y="354389"/>
                  </a:lnTo>
                  <a:lnTo>
                    <a:pt x="2759185" y="344315"/>
                  </a:lnTo>
                  <a:lnTo>
                    <a:pt x="2768943" y="335252"/>
                  </a:lnTo>
                  <a:lnTo>
                    <a:pt x="2778687" y="380870"/>
                  </a:lnTo>
                  <a:lnTo>
                    <a:pt x="2788446" y="400943"/>
                  </a:lnTo>
                  <a:lnTo>
                    <a:pt x="2798190" y="408546"/>
                  </a:lnTo>
                  <a:lnTo>
                    <a:pt x="2807934" y="378570"/>
                  </a:lnTo>
                  <a:lnTo>
                    <a:pt x="2817693" y="408545"/>
                  </a:lnTo>
                  <a:lnTo>
                    <a:pt x="2827437" y="417365"/>
                  </a:lnTo>
                  <a:lnTo>
                    <a:pt x="2837196" y="459085"/>
                  </a:lnTo>
                  <a:lnTo>
                    <a:pt x="2846940" y="432876"/>
                  </a:lnTo>
                  <a:lnTo>
                    <a:pt x="2856684" y="453592"/>
                  </a:lnTo>
                  <a:lnTo>
                    <a:pt x="2866442" y="474206"/>
                  </a:lnTo>
                  <a:lnTo>
                    <a:pt x="2876186" y="494725"/>
                  </a:lnTo>
                  <a:lnTo>
                    <a:pt x="2885945" y="492100"/>
                  </a:lnTo>
                  <a:lnTo>
                    <a:pt x="2895689" y="483885"/>
                  </a:lnTo>
                  <a:lnTo>
                    <a:pt x="2905433" y="461475"/>
                  </a:lnTo>
                  <a:lnTo>
                    <a:pt x="2915192" y="43712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1" name="Freeform 1070">
              <a:extLst>
                <a:ext uri="{FF2B5EF4-FFF2-40B4-BE49-F238E27FC236}">
                  <a16:creationId xmlns:a16="http://schemas.microsoft.com/office/drawing/2014/main" id="{4F1D53DE-54E3-4D4F-8D1A-6A88FA7E023C}"/>
                </a:ext>
              </a:extLst>
            </p:cNvPr>
            <p:cNvSpPr/>
            <p:nvPr/>
          </p:nvSpPr>
          <p:spPr>
            <a:xfrm>
              <a:off x="4426652" y="3173326"/>
              <a:ext cx="2915191" cy="486524"/>
            </a:xfrm>
            <a:custGeom>
              <a:avLst/>
              <a:gdLst>
                <a:gd name="connsiteX0" fmla="*/ 0 w 2915191"/>
                <a:gd name="connsiteY0" fmla="*/ 85048 h 486524"/>
                <a:gd name="connsiteX1" fmla="*/ 9750 w 2915191"/>
                <a:gd name="connsiteY1" fmla="*/ 113667 h 486524"/>
                <a:gd name="connsiteX2" fmla="*/ 19500 w 2915191"/>
                <a:gd name="connsiteY2" fmla="*/ 85198 h 486524"/>
                <a:gd name="connsiteX3" fmla="*/ 29250 w 2915191"/>
                <a:gd name="connsiteY3" fmla="*/ 49249 h 486524"/>
                <a:gd name="connsiteX4" fmla="*/ 39000 w 2915191"/>
                <a:gd name="connsiteY4" fmla="*/ 27332 h 486524"/>
                <a:gd name="connsiteX5" fmla="*/ 48749 w 2915191"/>
                <a:gd name="connsiteY5" fmla="*/ 52675 h 486524"/>
                <a:gd name="connsiteX6" fmla="*/ 58499 w 2915191"/>
                <a:gd name="connsiteY6" fmla="*/ 105169 h 486524"/>
                <a:gd name="connsiteX7" fmla="*/ 68249 w 2915191"/>
                <a:gd name="connsiteY7" fmla="*/ 109668 h 486524"/>
                <a:gd name="connsiteX8" fmla="*/ 77998 w 2915191"/>
                <a:gd name="connsiteY8" fmla="*/ 127549 h 486524"/>
                <a:gd name="connsiteX9" fmla="*/ 87748 w 2915191"/>
                <a:gd name="connsiteY9" fmla="*/ 126649 h 486524"/>
                <a:gd name="connsiteX10" fmla="*/ 97497 w 2915191"/>
                <a:gd name="connsiteY10" fmla="*/ 121373 h 486524"/>
                <a:gd name="connsiteX11" fmla="*/ 107247 w 2915191"/>
                <a:gd name="connsiteY11" fmla="*/ 101155 h 486524"/>
                <a:gd name="connsiteX12" fmla="*/ 116997 w 2915191"/>
                <a:gd name="connsiteY12" fmla="*/ 105044 h 486524"/>
                <a:gd name="connsiteX13" fmla="*/ 126747 w 2915191"/>
                <a:gd name="connsiteY13" fmla="*/ 110476 h 486524"/>
                <a:gd name="connsiteX14" fmla="*/ 136497 w 2915191"/>
                <a:gd name="connsiteY14" fmla="*/ 90365 h 486524"/>
                <a:gd name="connsiteX15" fmla="*/ 146247 w 2915191"/>
                <a:gd name="connsiteY15" fmla="*/ 100608 h 486524"/>
                <a:gd name="connsiteX16" fmla="*/ 155997 w 2915191"/>
                <a:gd name="connsiteY16" fmla="*/ 80401 h 486524"/>
                <a:gd name="connsiteX17" fmla="*/ 165747 w 2915191"/>
                <a:gd name="connsiteY17" fmla="*/ 74751 h 486524"/>
                <a:gd name="connsiteX18" fmla="*/ 175497 w 2915191"/>
                <a:gd name="connsiteY18" fmla="*/ 41489 h 486524"/>
                <a:gd name="connsiteX19" fmla="*/ 185247 w 2915191"/>
                <a:gd name="connsiteY19" fmla="*/ 37507 h 486524"/>
                <a:gd name="connsiteX20" fmla="*/ 194996 w 2915191"/>
                <a:gd name="connsiteY20" fmla="*/ 15042 h 486524"/>
                <a:gd name="connsiteX21" fmla="*/ 204746 w 2915191"/>
                <a:gd name="connsiteY21" fmla="*/ 46881 h 486524"/>
                <a:gd name="connsiteX22" fmla="*/ 214495 w 2915191"/>
                <a:gd name="connsiteY22" fmla="*/ 66944 h 486524"/>
                <a:gd name="connsiteX23" fmla="*/ 224245 w 2915191"/>
                <a:gd name="connsiteY23" fmla="*/ 90271 h 486524"/>
                <a:gd name="connsiteX24" fmla="*/ 233995 w 2915191"/>
                <a:gd name="connsiteY24" fmla="*/ 70371 h 486524"/>
                <a:gd name="connsiteX25" fmla="*/ 243744 w 2915191"/>
                <a:gd name="connsiteY25" fmla="*/ 33044 h 486524"/>
                <a:gd name="connsiteX26" fmla="*/ 253494 w 2915191"/>
                <a:gd name="connsiteY26" fmla="*/ 17701 h 486524"/>
                <a:gd name="connsiteX27" fmla="*/ 263244 w 2915191"/>
                <a:gd name="connsiteY27" fmla="*/ 41327 h 486524"/>
                <a:gd name="connsiteX28" fmla="*/ 272994 w 2915191"/>
                <a:gd name="connsiteY28" fmla="*/ 11523 h 486524"/>
                <a:gd name="connsiteX29" fmla="*/ 282744 w 2915191"/>
                <a:gd name="connsiteY29" fmla="*/ 16521 h 486524"/>
                <a:gd name="connsiteX30" fmla="*/ 292494 w 2915191"/>
                <a:gd name="connsiteY30" fmla="*/ 11413 h 486524"/>
                <a:gd name="connsiteX31" fmla="*/ 302244 w 2915191"/>
                <a:gd name="connsiteY31" fmla="*/ 16891 h 486524"/>
                <a:gd name="connsiteX32" fmla="*/ 311994 w 2915191"/>
                <a:gd name="connsiteY32" fmla="*/ 0 h 486524"/>
                <a:gd name="connsiteX33" fmla="*/ 321744 w 2915191"/>
                <a:gd name="connsiteY33" fmla="*/ 10711 h 486524"/>
                <a:gd name="connsiteX34" fmla="*/ 331493 w 2915191"/>
                <a:gd name="connsiteY34" fmla="*/ 53897 h 486524"/>
                <a:gd name="connsiteX35" fmla="*/ 341243 w 2915191"/>
                <a:gd name="connsiteY35" fmla="*/ 70228 h 486524"/>
                <a:gd name="connsiteX36" fmla="*/ 350993 w 2915191"/>
                <a:gd name="connsiteY36" fmla="*/ 39470 h 486524"/>
                <a:gd name="connsiteX37" fmla="*/ 360742 w 2915191"/>
                <a:gd name="connsiteY37" fmla="*/ 61189 h 486524"/>
                <a:gd name="connsiteX38" fmla="*/ 370492 w 2915191"/>
                <a:gd name="connsiteY38" fmla="*/ 67725 h 486524"/>
                <a:gd name="connsiteX39" fmla="*/ 380241 w 2915191"/>
                <a:gd name="connsiteY39" fmla="*/ 74096 h 486524"/>
                <a:gd name="connsiteX40" fmla="*/ 389991 w 2915191"/>
                <a:gd name="connsiteY40" fmla="*/ 128373 h 486524"/>
                <a:gd name="connsiteX41" fmla="*/ 399741 w 2915191"/>
                <a:gd name="connsiteY41" fmla="*/ 98972 h 486524"/>
                <a:gd name="connsiteX42" fmla="*/ 409491 w 2915191"/>
                <a:gd name="connsiteY42" fmla="*/ 99165 h 486524"/>
                <a:gd name="connsiteX43" fmla="*/ 419241 w 2915191"/>
                <a:gd name="connsiteY43" fmla="*/ 90578 h 486524"/>
                <a:gd name="connsiteX44" fmla="*/ 428991 w 2915191"/>
                <a:gd name="connsiteY44" fmla="*/ 90522 h 486524"/>
                <a:gd name="connsiteX45" fmla="*/ 438741 w 2915191"/>
                <a:gd name="connsiteY45" fmla="*/ 104236 h 486524"/>
                <a:gd name="connsiteX46" fmla="*/ 448491 w 2915191"/>
                <a:gd name="connsiteY46" fmla="*/ 90614 h 486524"/>
                <a:gd name="connsiteX47" fmla="*/ 458241 w 2915191"/>
                <a:gd name="connsiteY47" fmla="*/ 129916 h 486524"/>
                <a:gd name="connsiteX48" fmla="*/ 467991 w 2915191"/>
                <a:gd name="connsiteY48" fmla="*/ 160557 h 486524"/>
                <a:gd name="connsiteX49" fmla="*/ 477740 w 2915191"/>
                <a:gd name="connsiteY49" fmla="*/ 143488 h 486524"/>
                <a:gd name="connsiteX50" fmla="*/ 487490 w 2915191"/>
                <a:gd name="connsiteY50" fmla="*/ 157779 h 486524"/>
                <a:gd name="connsiteX51" fmla="*/ 497239 w 2915191"/>
                <a:gd name="connsiteY51" fmla="*/ 165669 h 486524"/>
                <a:gd name="connsiteX52" fmla="*/ 506989 w 2915191"/>
                <a:gd name="connsiteY52" fmla="*/ 230119 h 486524"/>
                <a:gd name="connsiteX53" fmla="*/ 516738 w 2915191"/>
                <a:gd name="connsiteY53" fmla="*/ 217830 h 486524"/>
                <a:gd name="connsiteX54" fmla="*/ 526488 w 2915191"/>
                <a:gd name="connsiteY54" fmla="*/ 244504 h 486524"/>
                <a:gd name="connsiteX55" fmla="*/ 536238 w 2915191"/>
                <a:gd name="connsiteY55" fmla="*/ 278614 h 486524"/>
                <a:gd name="connsiteX56" fmla="*/ 545988 w 2915191"/>
                <a:gd name="connsiteY56" fmla="*/ 291843 h 486524"/>
                <a:gd name="connsiteX57" fmla="*/ 555738 w 2915191"/>
                <a:gd name="connsiteY57" fmla="*/ 293359 h 486524"/>
                <a:gd name="connsiteX58" fmla="*/ 565488 w 2915191"/>
                <a:gd name="connsiteY58" fmla="*/ 302466 h 486524"/>
                <a:gd name="connsiteX59" fmla="*/ 575238 w 2915191"/>
                <a:gd name="connsiteY59" fmla="*/ 328056 h 486524"/>
                <a:gd name="connsiteX60" fmla="*/ 584988 w 2915191"/>
                <a:gd name="connsiteY60" fmla="*/ 334364 h 486524"/>
                <a:gd name="connsiteX61" fmla="*/ 594738 w 2915191"/>
                <a:gd name="connsiteY61" fmla="*/ 340057 h 486524"/>
                <a:gd name="connsiteX62" fmla="*/ 604488 w 2915191"/>
                <a:gd name="connsiteY62" fmla="*/ 352020 h 486524"/>
                <a:gd name="connsiteX63" fmla="*/ 614237 w 2915191"/>
                <a:gd name="connsiteY63" fmla="*/ 331470 h 486524"/>
                <a:gd name="connsiteX64" fmla="*/ 623987 w 2915191"/>
                <a:gd name="connsiteY64" fmla="*/ 335188 h 486524"/>
                <a:gd name="connsiteX65" fmla="*/ 633736 w 2915191"/>
                <a:gd name="connsiteY65" fmla="*/ 321212 h 486524"/>
                <a:gd name="connsiteX66" fmla="*/ 643486 w 2915191"/>
                <a:gd name="connsiteY66" fmla="*/ 309340 h 486524"/>
                <a:gd name="connsiteX67" fmla="*/ 653236 w 2915191"/>
                <a:gd name="connsiteY67" fmla="*/ 324118 h 486524"/>
                <a:gd name="connsiteX68" fmla="*/ 662985 w 2915191"/>
                <a:gd name="connsiteY68" fmla="*/ 295711 h 486524"/>
                <a:gd name="connsiteX69" fmla="*/ 672735 w 2915191"/>
                <a:gd name="connsiteY69" fmla="*/ 301713 h 486524"/>
                <a:gd name="connsiteX70" fmla="*/ 682485 w 2915191"/>
                <a:gd name="connsiteY70" fmla="*/ 288782 h 486524"/>
                <a:gd name="connsiteX71" fmla="*/ 692235 w 2915191"/>
                <a:gd name="connsiteY71" fmla="*/ 283322 h 486524"/>
                <a:gd name="connsiteX72" fmla="*/ 701985 w 2915191"/>
                <a:gd name="connsiteY72" fmla="*/ 329275 h 486524"/>
                <a:gd name="connsiteX73" fmla="*/ 711735 w 2915191"/>
                <a:gd name="connsiteY73" fmla="*/ 344716 h 486524"/>
                <a:gd name="connsiteX74" fmla="*/ 721485 w 2915191"/>
                <a:gd name="connsiteY74" fmla="*/ 322550 h 486524"/>
                <a:gd name="connsiteX75" fmla="*/ 731235 w 2915191"/>
                <a:gd name="connsiteY75" fmla="*/ 332867 h 486524"/>
                <a:gd name="connsiteX76" fmla="*/ 740985 w 2915191"/>
                <a:gd name="connsiteY76" fmla="*/ 365265 h 486524"/>
                <a:gd name="connsiteX77" fmla="*/ 750734 w 2915191"/>
                <a:gd name="connsiteY77" fmla="*/ 385292 h 486524"/>
                <a:gd name="connsiteX78" fmla="*/ 760484 w 2915191"/>
                <a:gd name="connsiteY78" fmla="*/ 388966 h 486524"/>
                <a:gd name="connsiteX79" fmla="*/ 770233 w 2915191"/>
                <a:gd name="connsiteY79" fmla="*/ 379799 h 486524"/>
                <a:gd name="connsiteX80" fmla="*/ 779983 w 2915191"/>
                <a:gd name="connsiteY80" fmla="*/ 375118 h 486524"/>
                <a:gd name="connsiteX81" fmla="*/ 789733 w 2915191"/>
                <a:gd name="connsiteY81" fmla="*/ 365558 h 486524"/>
                <a:gd name="connsiteX82" fmla="*/ 799482 w 2915191"/>
                <a:gd name="connsiteY82" fmla="*/ 343472 h 486524"/>
                <a:gd name="connsiteX83" fmla="*/ 809232 w 2915191"/>
                <a:gd name="connsiteY83" fmla="*/ 313668 h 486524"/>
                <a:gd name="connsiteX84" fmla="*/ 818982 w 2915191"/>
                <a:gd name="connsiteY84" fmla="*/ 300033 h 486524"/>
                <a:gd name="connsiteX85" fmla="*/ 828732 w 2915191"/>
                <a:gd name="connsiteY85" fmla="*/ 298486 h 486524"/>
                <a:gd name="connsiteX86" fmla="*/ 838482 w 2915191"/>
                <a:gd name="connsiteY86" fmla="*/ 277027 h 486524"/>
                <a:gd name="connsiteX87" fmla="*/ 848232 w 2915191"/>
                <a:gd name="connsiteY87" fmla="*/ 261726 h 486524"/>
                <a:gd name="connsiteX88" fmla="*/ 857982 w 2915191"/>
                <a:gd name="connsiteY88" fmla="*/ 252837 h 486524"/>
                <a:gd name="connsiteX89" fmla="*/ 867732 w 2915191"/>
                <a:gd name="connsiteY89" fmla="*/ 248856 h 486524"/>
                <a:gd name="connsiteX90" fmla="*/ 877482 w 2915191"/>
                <a:gd name="connsiteY90" fmla="*/ 248053 h 486524"/>
                <a:gd name="connsiteX91" fmla="*/ 887231 w 2915191"/>
                <a:gd name="connsiteY91" fmla="*/ 233171 h 486524"/>
                <a:gd name="connsiteX92" fmla="*/ 896981 w 2915191"/>
                <a:gd name="connsiteY92" fmla="*/ 238148 h 486524"/>
                <a:gd name="connsiteX93" fmla="*/ 906730 w 2915191"/>
                <a:gd name="connsiteY93" fmla="*/ 208408 h 486524"/>
                <a:gd name="connsiteX94" fmla="*/ 916480 w 2915191"/>
                <a:gd name="connsiteY94" fmla="*/ 192192 h 486524"/>
                <a:gd name="connsiteX95" fmla="*/ 926230 w 2915191"/>
                <a:gd name="connsiteY95" fmla="*/ 183657 h 486524"/>
                <a:gd name="connsiteX96" fmla="*/ 935979 w 2915191"/>
                <a:gd name="connsiteY96" fmla="*/ 161442 h 486524"/>
                <a:gd name="connsiteX97" fmla="*/ 945729 w 2915191"/>
                <a:gd name="connsiteY97" fmla="*/ 182773 h 486524"/>
                <a:gd name="connsiteX98" fmla="*/ 955479 w 2915191"/>
                <a:gd name="connsiteY98" fmla="*/ 199292 h 486524"/>
                <a:gd name="connsiteX99" fmla="*/ 965229 w 2915191"/>
                <a:gd name="connsiteY99" fmla="*/ 231281 h 486524"/>
                <a:gd name="connsiteX100" fmla="*/ 974979 w 2915191"/>
                <a:gd name="connsiteY100" fmla="*/ 246903 h 486524"/>
                <a:gd name="connsiteX101" fmla="*/ 984729 w 2915191"/>
                <a:gd name="connsiteY101" fmla="*/ 207312 h 486524"/>
                <a:gd name="connsiteX102" fmla="*/ 994474 w 2915191"/>
                <a:gd name="connsiteY102" fmla="*/ 187910 h 486524"/>
                <a:gd name="connsiteX103" fmla="*/ 1004233 w 2915191"/>
                <a:gd name="connsiteY103" fmla="*/ 173783 h 486524"/>
                <a:gd name="connsiteX104" fmla="*/ 1013977 w 2915191"/>
                <a:gd name="connsiteY104" fmla="*/ 195248 h 486524"/>
                <a:gd name="connsiteX105" fmla="*/ 1023721 w 2915191"/>
                <a:gd name="connsiteY105" fmla="*/ 169156 h 486524"/>
                <a:gd name="connsiteX106" fmla="*/ 1033480 w 2915191"/>
                <a:gd name="connsiteY106" fmla="*/ 155255 h 486524"/>
                <a:gd name="connsiteX107" fmla="*/ 1043224 w 2915191"/>
                <a:gd name="connsiteY107" fmla="*/ 120659 h 486524"/>
                <a:gd name="connsiteX108" fmla="*/ 1052983 w 2915191"/>
                <a:gd name="connsiteY108" fmla="*/ 107232 h 486524"/>
                <a:gd name="connsiteX109" fmla="*/ 1062727 w 2915191"/>
                <a:gd name="connsiteY109" fmla="*/ 130739 h 486524"/>
                <a:gd name="connsiteX110" fmla="*/ 1072471 w 2915191"/>
                <a:gd name="connsiteY110" fmla="*/ 159440 h 486524"/>
                <a:gd name="connsiteX111" fmla="*/ 1082230 w 2915191"/>
                <a:gd name="connsiteY111" fmla="*/ 159602 h 486524"/>
                <a:gd name="connsiteX112" fmla="*/ 1091973 w 2915191"/>
                <a:gd name="connsiteY112" fmla="*/ 145617 h 486524"/>
                <a:gd name="connsiteX113" fmla="*/ 1101732 w 2915191"/>
                <a:gd name="connsiteY113" fmla="*/ 145870 h 486524"/>
                <a:gd name="connsiteX114" fmla="*/ 1111476 w 2915191"/>
                <a:gd name="connsiteY114" fmla="*/ 132091 h 486524"/>
                <a:gd name="connsiteX115" fmla="*/ 1121220 w 2915191"/>
                <a:gd name="connsiteY115" fmla="*/ 128013 h 486524"/>
                <a:gd name="connsiteX116" fmla="*/ 1130979 w 2915191"/>
                <a:gd name="connsiteY116" fmla="*/ 115589 h 486524"/>
                <a:gd name="connsiteX117" fmla="*/ 1140723 w 2915191"/>
                <a:gd name="connsiteY117" fmla="*/ 134182 h 486524"/>
                <a:gd name="connsiteX118" fmla="*/ 1150482 w 2915191"/>
                <a:gd name="connsiteY118" fmla="*/ 137154 h 486524"/>
                <a:gd name="connsiteX119" fmla="*/ 1160226 w 2915191"/>
                <a:gd name="connsiteY119" fmla="*/ 138711 h 486524"/>
                <a:gd name="connsiteX120" fmla="*/ 1169969 w 2915191"/>
                <a:gd name="connsiteY120" fmla="*/ 114552 h 486524"/>
                <a:gd name="connsiteX121" fmla="*/ 1179728 w 2915191"/>
                <a:gd name="connsiteY121" fmla="*/ 147071 h 486524"/>
                <a:gd name="connsiteX122" fmla="*/ 1189472 w 2915191"/>
                <a:gd name="connsiteY122" fmla="*/ 165255 h 486524"/>
                <a:gd name="connsiteX123" fmla="*/ 1199231 w 2915191"/>
                <a:gd name="connsiteY123" fmla="*/ 164279 h 486524"/>
                <a:gd name="connsiteX124" fmla="*/ 1208975 w 2915191"/>
                <a:gd name="connsiteY124" fmla="*/ 134653 h 486524"/>
                <a:gd name="connsiteX125" fmla="*/ 1218719 w 2915191"/>
                <a:gd name="connsiteY125" fmla="*/ 144292 h 486524"/>
                <a:gd name="connsiteX126" fmla="*/ 1228478 w 2915191"/>
                <a:gd name="connsiteY126" fmla="*/ 134886 h 486524"/>
                <a:gd name="connsiteX127" fmla="*/ 1238222 w 2915191"/>
                <a:gd name="connsiteY127" fmla="*/ 139933 h 486524"/>
                <a:gd name="connsiteX128" fmla="*/ 1247966 w 2915191"/>
                <a:gd name="connsiteY128" fmla="*/ 109648 h 486524"/>
                <a:gd name="connsiteX129" fmla="*/ 1257725 w 2915191"/>
                <a:gd name="connsiteY129" fmla="*/ 115616 h 486524"/>
                <a:gd name="connsiteX130" fmla="*/ 1267469 w 2915191"/>
                <a:gd name="connsiteY130" fmla="*/ 132057 h 486524"/>
                <a:gd name="connsiteX131" fmla="*/ 1277227 w 2915191"/>
                <a:gd name="connsiteY131" fmla="*/ 161132 h 486524"/>
                <a:gd name="connsiteX132" fmla="*/ 1286971 w 2915191"/>
                <a:gd name="connsiteY132" fmla="*/ 155791 h 486524"/>
                <a:gd name="connsiteX133" fmla="*/ 1296715 w 2915191"/>
                <a:gd name="connsiteY133" fmla="*/ 143584 h 486524"/>
                <a:gd name="connsiteX134" fmla="*/ 1306474 w 2915191"/>
                <a:gd name="connsiteY134" fmla="*/ 155463 h 486524"/>
                <a:gd name="connsiteX135" fmla="*/ 1316218 w 2915191"/>
                <a:gd name="connsiteY135" fmla="*/ 157816 h 486524"/>
                <a:gd name="connsiteX136" fmla="*/ 1325977 w 2915191"/>
                <a:gd name="connsiteY136" fmla="*/ 159893 h 486524"/>
                <a:gd name="connsiteX137" fmla="*/ 1335721 w 2915191"/>
                <a:gd name="connsiteY137" fmla="*/ 164023 h 486524"/>
                <a:gd name="connsiteX138" fmla="*/ 1345465 w 2915191"/>
                <a:gd name="connsiteY138" fmla="*/ 149315 h 486524"/>
                <a:gd name="connsiteX139" fmla="*/ 1355224 w 2915191"/>
                <a:gd name="connsiteY139" fmla="*/ 159662 h 486524"/>
                <a:gd name="connsiteX140" fmla="*/ 1364967 w 2915191"/>
                <a:gd name="connsiteY140" fmla="*/ 153051 h 486524"/>
                <a:gd name="connsiteX141" fmla="*/ 1374726 w 2915191"/>
                <a:gd name="connsiteY141" fmla="*/ 95635 h 486524"/>
                <a:gd name="connsiteX142" fmla="*/ 1384470 w 2915191"/>
                <a:gd name="connsiteY142" fmla="*/ 111514 h 486524"/>
                <a:gd name="connsiteX143" fmla="*/ 1394214 w 2915191"/>
                <a:gd name="connsiteY143" fmla="*/ 107904 h 486524"/>
                <a:gd name="connsiteX144" fmla="*/ 1403973 w 2915191"/>
                <a:gd name="connsiteY144" fmla="*/ 134411 h 486524"/>
                <a:gd name="connsiteX145" fmla="*/ 1413717 w 2915191"/>
                <a:gd name="connsiteY145" fmla="*/ 140794 h 486524"/>
                <a:gd name="connsiteX146" fmla="*/ 1423476 w 2915191"/>
                <a:gd name="connsiteY146" fmla="*/ 136333 h 486524"/>
                <a:gd name="connsiteX147" fmla="*/ 1433220 w 2915191"/>
                <a:gd name="connsiteY147" fmla="*/ 137774 h 486524"/>
                <a:gd name="connsiteX148" fmla="*/ 1442964 w 2915191"/>
                <a:gd name="connsiteY148" fmla="*/ 168002 h 486524"/>
                <a:gd name="connsiteX149" fmla="*/ 1452722 w 2915191"/>
                <a:gd name="connsiteY149" fmla="*/ 158568 h 486524"/>
                <a:gd name="connsiteX150" fmla="*/ 1462466 w 2915191"/>
                <a:gd name="connsiteY150" fmla="*/ 162409 h 486524"/>
                <a:gd name="connsiteX151" fmla="*/ 1472225 w 2915191"/>
                <a:gd name="connsiteY151" fmla="*/ 161317 h 486524"/>
                <a:gd name="connsiteX152" fmla="*/ 1481969 w 2915191"/>
                <a:gd name="connsiteY152" fmla="*/ 174990 h 486524"/>
                <a:gd name="connsiteX153" fmla="*/ 1491713 w 2915191"/>
                <a:gd name="connsiteY153" fmla="*/ 211391 h 486524"/>
                <a:gd name="connsiteX154" fmla="*/ 1501472 w 2915191"/>
                <a:gd name="connsiteY154" fmla="*/ 231366 h 486524"/>
                <a:gd name="connsiteX155" fmla="*/ 1511216 w 2915191"/>
                <a:gd name="connsiteY155" fmla="*/ 232873 h 486524"/>
                <a:gd name="connsiteX156" fmla="*/ 1520960 w 2915191"/>
                <a:gd name="connsiteY156" fmla="*/ 218662 h 486524"/>
                <a:gd name="connsiteX157" fmla="*/ 1530719 w 2915191"/>
                <a:gd name="connsiteY157" fmla="*/ 224729 h 486524"/>
                <a:gd name="connsiteX158" fmla="*/ 1540463 w 2915191"/>
                <a:gd name="connsiteY158" fmla="*/ 248086 h 486524"/>
                <a:gd name="connsiteX159" fmla="*/ 1550221 w 2915191"/>
                <a:gd name="connsiteY159" fmla="*/ 229544 h 486524"/>
                <a:gd name="connsiteX160" fmla="*/ 1559965 w 2915191"/>
                <a:gd name="connsiteY160" fmla="*/ 263332 h 486524"/>
                <a:gd name="connsiteX161" fmla="*/ 1569709 w 2915191"/>
                <a:gd name="connsiteY161" fmla="*/ 267318 h 486524"/>
                <a:gd name="connsiteX162" fmla="*/ 1579468 w 2915191"/>
                <a:gd name="connsiteY162" fmla="*/ 290993 h 486524"/>
                <a:gd name="connsiteX163" fmla="*/ 1589212 w 2915191"/>
                <a:gd name="connsiteY163" fmla="*/ 296368 h 486524"/>
                <a:gd name="connsiteX164" fmla="*/ 1598971 w 2915191"/>
                <a:gd name="connsiteY164" fmla="*/ 320628 h 486524"/>
                <a:gd name="connsiteX165" fmla="*/ 1608715 w 2915191"/>
                <a:gd name="connsiteY165" fmla="*/ 296844 h 486524"/>
                <a:gd name="connsiteX166" fmla="*/ 1618459 w 2915191"/>
                <a:gd name="connsiteY166" fmla="*/ 309368 h 486524"/>
                <a:gd name="connsiteX167" fmla="*/ 1628218 w 2915191"/>
                <a:gd name="connsiteY167" fmla="*/ 310599 h 486524"/>
                <a:gd name="connsiteX168" fmla="*/ 1637962 w 2915191"/>
                <a:gd name="connsiteY168" fmla="*/ 311915 h 486524"/>
                <a:gd name="connsiteX169" fmla="*/ 1647720 w 2915191"/>
                <a:gd name="connsiteY169" fmla="*/ 333685 h 486524"/>
                <a:gd name="connsiteX170" fmla="*/ 1657464 w 2915191"/>
                <a:gd name="connsiteY170" fmla="*/ 360898 h 486524"/>
                <a:gd name="connsiteX171" fmla="*/ 1667208 w 2915191"/>
                <a:gd name="connsiteY171" fmla="*/ 368814 h 486524"/>
                <a:gd name="connsiteX172" fmla="*/ 1676967 w 2915191"/>
                <a:gd name="connsiteY172" fmla="*/ 360116 h 486524"/>
                <a:gd name="connsiteX173" fmla="*/ 1686711 w 2915191"/>
                <a:gd name="connsiteY173" fmla="*/ 347116 h 486524"/>
                <a:gd name="connsiteX174" fmla="*/ 1696470 w 2915191"/>
                <a:gd name="connsiteY174" fmla="*/ 344305 h 486524"/>
                <a:gd name="connsiteX175" fmla="*/ 1706214 w 2915191"/>
                <a:gd name="connsiteY175" fmla="*/ 339502 h 486524"/>
                <a:gd name="connsiteX176" fmla="*/ 1715958 w 2915191"/>
                <a:gd name="connsiteY176" fmla="*/ 324950 h 486524"/>
                <a:gd name="connsiteX177" fmla="*/ 1725716 w 2915191"/>
                <a:gd name="connsiteY177" fmla="*/ 325011 h 486524"/>
                <a:gd name="connsiteX178" fmla="*/ 1735460 w 2915191"/>
                <a:gd name="connsiteY178" fmla="*/ 304879 h 486524"/>
                <a:gd name="connsiteX179" fmla="*/ 1745219 w 2915191"/>
                <a:gd name="connsiteY179" fmla="*/ 267915 h 486524"/>
                <a:gd name="connsiteX180" fmla="*/ 1754963 w 2915191"/>
                <a:gd name="connsiteY180" fmla="*/ 285996 h 486524"/>
                <a:gd name="connsiteX181" fmla="*/ 1764707 w 2915191"/>
                <a:gd name="connsiteY181" fmla="*/ 303686 h 486524"/>
                <a:gd name="connsiteX182" fmla="*/ 1774466 w 2915191"/>
                <a:gd name="connsiteY182" fmla="*/ 304741 h 486524"/>
                <a:gd name="connsiteX183" fmla="*/ 1784210 w 2915191"/>
                <a:gd name="connsiteY183" fmla="*/ 323893 h 486524"/>
                <a:gd name="connsiteX184" fmla="*/ 1793969 w 2915191"/>
                <a:gd name="connsiteY184" fmla="*/ 336146 h 486524"/>
                <a:gd name="connsiteX185" fmla="*/ 1803713 w 2915191"/>
                <a:gd name="connsiteY185" fmla="*/ 331468 h 486524"/>
                <a:gd name="connsiteX186" fmla="*/ 1813457 w 2915191"/>
                <a:gd name="connsiteY186" fmla="*/ 351184 h 486524"/>
                <a:gd name="connsiteX187" fmla="*/ 1823215 w 2915191"/>
                <a:gd name="connsiteY187" fmla="*/ 353119 h 486524"/>
                <a:gd name="connsiteX188" fmla="*/ 1832959 w 2915191"/>
                <a:gd name="connsiteY188" fmla="*/ 347519 h 486524"/>
                <a:gd name="connsiteX189" fmla="*/ 1842703 w 2915191"/>
                <a:gd name="connsiteY189" fmla="*/ 355682 h 486524"/>
                <a:gd name="connsiteX190" fmla="*/ 1852462 w 2915191"/>
                <a:gd name="connsiteY190" fmla="*/ 376505 h 486524"/>
                <a:gd name="connsiteX191" fmla="*/ 1862206 w 2915191"/>
                <a:gd name="connsiteY191" fmla="*/ 387187 h 486524"/>
                <a:gd name="connsiteX192" fmla="*/ 1871965 w 2915191"/>
                <a:gd name="connsiteY192" fmla="*/ 368859 h 486524"/>
                <a:gd name="connsiteX193" fmla="*/ 1881709 w 2915191"/>
                <a:gd name="connsiteY193" fmla="*/ 382992 h 486524"/>
                <a:gd name="connsiteX194" fmla="*/ 1891453 w 2915191"/>
                <a:gd name="connsiteY194" fmla="*/ 388847 h 486524"/>
                <a:gd name="connsiteX195" fmla="*/ 1901212 w 2915191"/>
                <a:gd name="connsiteY195" fmla="*/ 387889 h 486524"/>
                <a:gd name="connsiteX196" fmla="*/ 1910956 w 2915191"/>
                <a:gd name="connsiteY196" fmla="*/ 378209 h 486524"/>
                <a:gd name="connsiteX197" fmla="*/ 1920714 w 2915191"/>
                <a:gd name="connsiteY197" fmla="*/ 369541 h 486524"/>
                <a:gd name="connsiteX198" fmla="*/ 1930458 w 2915191"/>
                <a:gd name="connsiteY198" fmla="*/ 385736 h 486524"/>
                <a:gd name="connsiteX199" fmla="*/ 1940202 w 2915191"/>
                <a:gd name="connsiteY199" fmla="*/ 401104 h 486524"/>
                <a:gd name="connsiteX200" fmla="*/ 1949961 w 2915191"/>
                <a:gd name="connsiteY200" fmla="*/ 401291 h 486524"/>
                <a:gd name="connsiteX201" fmla="*/ 1959705 w 2915191"/>
                <a:gd name="connsiteY201" fmla="*/ 417548 h 486524"/>
                <a:gd name="connsiteX202" fmla="*/ 1969464 w 2915191"/>
                <a:gd name="connsiteY202" fmla="*/ 447735 h 486524"/>
                <a:gd name="connsiteX203" fmla="*/ 1979208 w 2915191"/>
                <a:gd name="connsiteY203" fmla="*/ 441843 h 486524"/>
                <a:gd name="connsiteX204" fmla="*/ 1988952 w 2915191"/>
                <a:gd name="connsiteY204" fmla="*/ 412469 h 486524"/>
                <a:gd name="connsiteX205" fmla="*/ 1998711 w 2915191"/>
                <a:gd name="connsiteY205" fmla="*/ 422036 h 486524"/>
                <a:gd name="connsiteX206" fmla="*/ 2008454 w 2915191"/>
                <a:gd name="connsiteY206" fmla="*/ 425248 h 486524"/>
                <a:gd name="connsiteX207" fmla="*/ 2018213 w 2915191"/>
                <a:gd name="connsiteY207" fmla="*/ 433347 h 486524"/>
                <a:gd name="connsiteX208" fmla="*/ 2027957 w 2915191"/>
                <a:gd name="connsiteY208" fmla="*/ 423650 h 486524"/>
                <a:gd name="connsiteX209" fmla="*/ 2037701 w 2915191"/>
                <a:gd name="connsiteY209" fmla="*/ 404998 h 486524"/>
                <a:gd name="connsiteX210" fmla="*/ 2047460 w 2915191"/>
                <a:gd name="connsiteY210" fmla="*/ 353121 h 486524"/>
                <a:gd name="connsiteX211" fmla="*/ 2057204 w 2915191"/>
                <a:gd name="connsiteY211" fmla="*/ 329266 h 486524"/>
                <a:gd name="connsiteX212" fmla="*/ 2066963 w 2915191"/>
                <a:gd name="connsiteY212" fmla="*/ 297463 h 486524"/>
                <a:gd name="connsiteX213" fmla="*/ 2076707 w 2915191"/>
                <a:gd name="connsiteY213" fmla="*/ 274027 h 486524"/>
                <a:gd name="connsiteX214" fmla="*/ 2086451 w 2915191"/>
                <a:gd name="connsiteY214" fmla="*/ 321553 h 486524"/>
                <a:gd name="connsiteX215" fmla="*/ 2096210 w 2915191"/>
                <a:gd name="connsiteY215" fmla="*/ 343921 h 486524"/>
                <a:gd name="connsiteX216" fmla="*/ 2105954 w 2915191"/>
                <a:gd name="connsiteY216" fmla="*/ 350926 h 486524"/>
                <a:gd name="connsiteX217" fmla="*/ 2115697 w 2915191"/>
                <a:gd name="connsiteY217" fmla="*/ 360931 h 486524"/>
                <a:gd name="connsiteX218" fmla="*/ 2125456 w 2915191"/>
                <a:gd name="connsiteY218" fmla="*/ 409405 h 486524"/>
                <a:gd name="connsiteX219" fmla="*/ 2135200 w 2915191"/>
                <a:gd name="connsiteY219" fmla="*/ 401538 h 486524"/>
                <a:gd name="connsiteX220" fmla="*/ 2144959 w 2915191"/>
                <a:gd name="connsiteY220" fmla="*/ 404907 h 486524"/>
                <a:gd name="connsiteX221" fmla="*/ 2154703 w 2915191"/>
                <a:gd name="connsiteY221" fmla="*/ 402176 h 486524"/>
                <a:gd name="connsiteX222" fmla="*/ 2164447 w 2915191"/>
                <a:gd name="connsiteY222" fmla="*/ 428575 h 486524"/>
                <a:gd name="connsiteX223" fmla="*/ 2174206 w 2915191"/>
                <a:gd name="connsiteY223" fmla="*/ 457923 h 486524"/>
                <a:gd name="connsiteX224" fmla="*/ 2183950 w 2915191"/>
                <a:gd name="connsiteY224" fmla="*/ 427681 h 486524"/>
                <a:gd name="connsiteX225" fmla="*/ 2193709 w 2915191"/>
                <a:gd name="connsiteY225" fmla="*/ 405808 h 486524"/>
                <a:gd name="connsiteX226" fmla="*/ 2203452 w 2915191"/>
                <a:gd name="connsiteY226" fmla="*/ 409105 h 486524"/>
                <a:gd name="connsiteX227" fmla="*/ 2213196 w 2915191"/>
                <a:gd name="connsiteY227" fmla="*/ 397514 h 486524"/>
                <a:gd name="connsiteX228" fmla="*/ 2222955 w 2915191"/>
                <a:gd name="connsiteY228" fmla="*/ 419895 h 486524"/>
                <a:gd name="connsiteX229" fmla="*/ 2232699 w 2915191"/>
                <a:gd name="connsiteY229" fmla="*/ 405388 h 486524"/>
                <a:gd name="connsiteX230" fmla="*/ 2242458 w 2915191"/>
                <a:gd name="connsiteY230" fmla="*/ 389500 h 486524"/>
                <a:gd name="connsiteX231" fmla="*/ 2252202 w 2915191"/>
                <a:gd name="connsiteY231" fmla="*/ 412408 h 486524"/>
                <a:gd name="connsiteX232" fmla="*/ 2261946 w 2915191"/>
                <a:gd name="connsiteY232" fmla="*/ 378051 h 486524"/>
                <a:gd name="connsiteX233" fmla="*/ 2271705 w 2915191"/>
                <a:gd name="connsiteY233" fmla="*/ 387494 h 486524"/>
                <a:gd name="connsiteX234" fmla="*/ 2281449 w 2915191"/>
                <a:gd name="connsiteY234" fmla="*/ 396271 h 486524"/>
                <a:gd name="connsiteX235" fmla="*/ 2291208 w 2915191"/>
                <a:gd name="connsiteY235" fmla="*/ 413682 h 486524"/>
                <a:gd name="connsiteX236" fmla="*/ 2300951 w 2915191"/>
                <a:gd name="connsiteY236" fmla="*/ 372078 h 486524"/>
                <a:gd name="connsiteX237" fmla="*/ 2310695 w 2915191"/>
                <a:gd name="connsiteY237" fmla="*/ 358505 h 486524"/>
                <a:gd name="connsiteX238" fmla="*/ 2320454 w 2915191"/>
                <a:gd name="connsiteY238" fmla="*/ 358160 h 486524"/>
                <a:gd name="connsiteX239" fmla="*/ 2330198 w 2915191"/>
                <a:gd name="connsiteY239" fmla="*/ 397284 h 486524"/>
                <a:gd name="connsiteX240" fmla="*/ 2339957 w 2915191"/>
                <a:gd name="connsiteY240" fmla="*/ 414537 h 486524"/>
                <a:gd name="connsiteX241" fmla="*/ 2349701 w 2915191"/>
                <a:gd name="connsiteY241" fmla="*/ 405661 h 486524"/>
                <a:gd name="connsiteX242" fmla="*/ 2359445 w 2915191"/>
                <a:gd name="connsiteY242" fmla="*/ 407460 h 486524"/>
                <a:gd name="connsiteX243" fmla="*/ 2369204 w 2915191"/>
                <a:gd name="connsiteY243" fmla="*/ 414619 h 486524"/>
                <a:gd name="connsiteX244" fmla="*/ 2378948 w 2915191"/>
                <a:gd name="connsiteY244" fmla="*/ 420653 h 486524"/>
                <a:gd name="connsiteX245" fmla="*/ 2388692 w 2915191"/>
                <a:gd name="connsiteY245" fmla="*/ 377545 h 486524"/>
                <a:gd name="connsiteX246" fmla="*/ 2398450 w 2915191"/>
                <a:gd name="connsiteY246" fmla="*/ 356270 h 486524"/>
                <a:gd name="connsiteX247" fmla="*/ 2408194 w 2915191"/>
                <a:gd name="connsiteY247" fmla="*/ 334321 h 486524"/>
                <a:gd name="connsiteX248" fmla="*/ 2417953 w 2915191"/>
                <a:gd name="connsiteY248" fmla="*/ 363002 h 486524"/>
                <a:gd name="connsiteX249" fmla="*/ 2427697 w 2915191"/>
                <a:gd name="connsiteY249" fmla="*/ 342759 h 486524"/>
                <a:gd name="connsiteX250" fmla="*/ 2437441 w 2915191"/>
                <a:gd name="connsiteY250" fmla="*/ 334694 h 486524"/>
                <a:gd name="connsiteX251" fmla="*/ 2447200 w 2915191"/>
                <a:gd name="connsiteY251" fmla="*/ 332070 h 486524"/>
                <a:gd name="connsiteX252" fmla="*/ 2456944 w 2915191"/>
                <a:gd name="connsiteY252" fmla="*/ 333445 h 486524"/>
                <a:gd name="connsiteX253" fmla="*/ 2466703 w 2915191"/>
                <a:gd name="connsiteY253" fmla="*/ 329437 h 486524"/>
                <a:gd name="connsiteX254" fmla="*/ 2476446 w 2915191"/>
                <a:gd name="connsiteY254" fmla="*/ 325520 h 486524"/>
                <a:gd name="connsiteX255" fmla="*/ 2486190 w 2915191"/>
                <a:gd name="connsiteY255" fmla="*/ 322724 h 486524"/>
                <a:gd name="connsiteX256" fmla="*/ 2495949 w 2915191"/>
                <a:gd name="connsiteY256" fmla="*/ 315452 h 486524"/>
                <a:gd name="connsiteX257" fmla="*/ 2505693 w 2915191"/>
                <a:gd name="connsiteY257" fmla="*/ 310861 h 486524"/>
                <a:gd name="connsiteX258" fmla="*/ 2515452 w 2915191"/>
                <a:gd name="connsiteY258" fmla="*/ 339862 h 486524"/>
                <a:gd name="connsiteX259" fmla="*/ 2525196 w 2915191"/>
                <a:gd name="connsiteY259" fmla="*/ 346144 h 486524"/>
                <a:gd name="connsiteX260" fmla="*/ 2534940 w 2915191"/>
                <a:gd name="connsiteY260" fmla="*/ 372548 h 486524"/>
                <a:gd name="connsiteX261" fmla="*/ 2544699 w 2915191"/>
                <a:gd name="connsiteY261" fmla="*/ 389224 h 486524"/>
                <a:gd name="connsiteX262" fmla="*/ 2554443 w 2915191"/>
                <a:gd name="connsiteY262" fmla="*/ 424651 h 486524"/>
                <a:gd name="connsiteX263" fmla="*/ 2564202 w 2915191"/>
                <a:gd name="connsiteY263" fmla="*/ 467733 h 486524"/>
                <a:gd name="connsiteX264" fmla="*/ 2573946 w 2915191"/>
                <a:gd name="connsiteY264" fmla="*/ 459188 h 486524"/>
                <a:gd name="connsiteX265" fmla="*/ 2583690 w 2915191"/>
                <a:gd name="connsiteY265" fmla="*/ 486525 h 486524"/>
                <a:gd name="connsiteX266" fmla="*/ 2593448 w 2915191"/>
                <a:gd name="connsiteY266" fmla="*/ 466520 h 486524"/>
                <a:gd name="connsiteX267" fmla="*/ 2603192 w 2915191"/>
                <a:gd name="connsiteY267" fmla="*/ 442653 h 486524"/>
                <a:gd name="connsiteX268" fmla="*/ 2612951 w 2915191"/>
                <a:gd name="connsiteY268" fmla="*/ 431814 h 486524"/>
                <a:gd name="connsiteX269" fmla="*/ 2622695 w 2915191"/>
                <a:gd name="connsiteY269" fmla="*/ 428553 h 486524"/>
                <a:gd name="connsiteX270" fmla="*/ 2632439 w 2915191"/>
                <a:gd name="connsiteY270" fmla="*/ 429013 h 486524"/>
                <a:gd name="connsiteX271" fmla="*/ 2642198 w 2915191"/>
                <a:gd name="connsiteY271" fmla="*/ 401282 h 486524"/>
                <a:gd name="connsiteX272" fmla="*/ 2651942 w 2915191"/>
                <a:gd name="connsiteY272" fmla="*/ 403515 h 486524"/>
                <a:gd name="connsiteX273" fmla="*/ 2661685 w 2915191"/>
                <a:gd name="connsiteY273" fmla="*/ 377366 h 486524"/>
                <a:gd name="connsiteX274" fmla="*/ 2671444 w 2915191"/>
                <a:gd name="connsiteY274" fmla="*/ 375414 h 486524"/>
                <a:gd name="connsiteX275" fmla="*/ 2681188 w 2915191"/>
                <a:gd name="connsiteY275" fmla="*/ 357224 h 486524"/>
                <a:gd name="connsiteX276" fmla="*/ 2690947 w 2915191"/>
                <a:gd name="connsiteY276" fmla="*/ 342775 h 486524"/>
                <a:gd name="connsiteX277" fmla="*/ 2700691 w 2915191"/>
                <a:gd name="connsiteY277" fmla="*/ 305940 h 486524"/>
                <a:gd name="connsiteX278" fmla="*/ 2710435 w 2915191"/>
                <a:gd name="connsiteY278" fmla="*/ 300389 h 486524"/>
                <a:gd name="connsiteX279" fmla="*/ 2720194 w 2915191"/>
                <a:gd name="connsiteY279" fmla="*/ 315772 h 486524"/>
                <a:gd name="connsiteX280" fmla="*/ 2729938 w 2915191"/>
                <a:gd name="connsiteY280" fmla="*/ 308676 h 486524"/>
                <a:gd name="connsiteX281" fmla="*/ 2739697 w 2915191"/>
                <a:gd name="connsiteY281" fmla="*/ 267478 h 486524"/>
                <a:gd name="connsiteX282" fmla="*/ 2749441 w 2915191"/>
                <a:gd name="connsiteY282" fmla="*/ 243916 h 486524"/>
                <a:gd name="connsiteX283" fmla="*/ 2759185 w 2915191"/>
                <a:gd name="connsiteY283" fmla="*/ 234556 h 486524"/>
                <a:gd name="connsiteX284" fmla="*/ 2768943 w 2915191"/>
                <a:gd name="connsiteY284" fmla="*/ 238096 h 486524"/>
                <a:gd name="connsiteX285" fmla="*/ 2778687 w 2915191"/>
                <a:gd name="connsiteY285" fmla="*/ 228871 h 486524"/>
                <a:gd name="connsiteX286" fmla="*/ 2788446 w 2915191"/>
                <a:gd name="connsiteY286" fmla="*/ 224015 h 486524"/>
                <a:gd name="connsiteX287" fmla="*/ 2798190 w 2915191"/>
                <a:gd name="connsiteY287" fmla="*/ 216513 h 486524"/>
                <a:gd name="connsiteX288" fmla="*/ 2807934 w 2915191"/>
                <a:gd name="connsiteY288" fmla="*/ 198140 h 486524"/>
                <a:gd name="connsiteX289" fmla="*/ 2817693 w 2915191"/>
                <a:gd name="connsiteY289" fmla="*/ 174518 h 486524"/>
                <a:gd name="connsiteX290" fmla="*/ 2827437 w 2915191"/>
                <a:gd name="connsiteY290" fmla="*/ 186349 h 486524"/>
                <a:gd name="connsiteX291" fmla="*/ 2837196 w 2915191"/>
                <a:gd name="connsiteY291" fmla="*/ 174095 h 486524"/>
                <a:gd name="connsiteX292" fmla="*/ 2846940 w 2915191"/>
                <a:gd name="connsiteY292" fmla="*/ 187866 h 486524"/>
                <a:gd name="connsiteX293" fmla="*/ 2856684 w 2915191"/>
                <a:gd name="connsiteY293" fmla="*/ 214606 h 486524"/>
                <a:gd name="connsiteX294" fmla="*/ 2866442 w 2915191"/>
                <a:gd name="connsiteY294" fmla="*/ 251762 h 486524"/>
                <a:gd name="connsiteX295" fmla="*/ 2876186 w 2915191"/>
                <a:gd name="connsiteY295" fmla="*/ 243232 h 486524"/>
                <a:gd name="connsiteX296" fmla="*/ 2885945 w 2915191"/>
                <a:gd name="connsiteY296" fmla="*/ 223327 h 486524"/>
                <a:gd name="connsiteX297" fmla="*/ 2895689 w 2915191"/>
                <a:gd name="connsiteY297" fmla="*/ 230964 h 486524"/>
                <a:gd name="connsiteX298" fmla="*/ 2905433 w 2915191"/>
                <a:gd name="connsiteY298" fmla="*/ 243111 h 486524"/>
                <a:gd name="connsiteX299" fmla="*/ 2915192 w 2915191"/>
                <a:gd name="connsiteY299" fmla="*/ 220499 h 486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86524">
                  <a:moveTo>
                    <a:pt x="0" y="85048"/>
                  </a:moveTo>
                  <a:lnTo>
                    <a:pt x="9750" y="113667"/>
                  </a:lnTo>
                  <a:lnTo>
                    <a:pt x="19500" y="85198"/>
                  </a:lnTo>
                  <a:lnTo>
                    <a:pt x="29250" y="49249"/>
                  </a:lnTo>
                  <a:lnTo>
                    <a:pt x="39000" y="27332"/>
                  </a:lnTo>
                  <a:lnTo>
                    <a:pt x="48749" y="52675"/>
                  </a:lnTo>
                  <a:lnTo>
                    <a:pt x="58499" y="105169"/>
                  </a:lnTo>
                  <a:lnTo>
                    <a:pt x="68249" y="109668"/>
                  </a:lnTo>
                  <a:lnTo>
                    <a:pt x="77998" y="127549"/>
                  </a:lnTo>
                  <a:lnTo>
                    <a:pt x="87748" y="126649"/>
                  </a:lnTo>
                  <a:lnTo>
                    <a:pt x="97497" y="121373"/>
                  </a:lnTo>
                  <a:lnTo>
                    <a:pt x="107247" y="101155"/>
                  </a:lnTo>
                  <a:lnTo>
                    <a:pt x="116997" y="105044"/>
                  </a:lnTo>
                  <a:lnTo>
                    <a:pt x="126747" y="110476"/>
                  </a:lnTo>
                  <a:lnTo>
                    <a:pt x="136497" y="90365"/>
                  </a:lnTo>
                  <a:lnTo>
                    <a:pt x="146247" y="100608"/>
                  </a:lnTo>
                  <a:lnTo>
                    <a:pt x="155997" y="80401"/>
                  </a:lnTo>
                  <a:lnTo>
                    <a:pt x="165747" y="74751"/>
                  </a:lnTo>
                  <a:lnTo>
                    <a:pt x="175497" y="41489"/>
                  </a:lnTo>
                  <a:lnTo>
                    <a:pt x="185247" y="37507"/>
                  </a:lnTo>
                  <a:lnTo>
                    <a:pt x="194996" y="15042"/>
                  </a:lnTo>
                  <a:lnTo>
                    <a:pt x="204746" y="46881"/>
                  </a:lnTo>
                  <a:lnTo>
                    <a:pt x="214495" y="66944"/>
                  </a:lnTo>
                  <a:lnTo>
                    <a:pt x="224245" y="90271"/>
                  </a:lnTo>
                  <a:lnTo>
                    <a:pt x="233995" y="70371"/>
                  </a:lnTo>
                  <a:lnTo>
                    <a:pt x="243744" y="33044"/>
                  </a:lnTo>
                  <a:lnTo>
                    <a:pt x="253494" y="17701"/>
                  </a:lnTo>
                  <a:lnTo>
                    <a:pt x="263244" y="41327"/>
                  </a:lnTo>
                  <a:lnTo>
                    <a:pt x="272994" y="11523"/>
                  </a:lnTo>
                  <a:lnTo>
                    <a:pt x="282744" y="16521"/>
                  </a:lnTo>
                  <a:lnTo>
                    <a:pt x="292494" y="11413"/>
                  </a:lnTo>
                  <a:lnTo>
                    <a:pt x="302244" y="16891"/>
                  </a:lnTo>
                  <a:lnTo>
                    <a:pt x="311994" y="0"/>
                  </a:lnTo>
                  <a:lnTo>
                    <a:pt x="321744" y="10711"/>
                  </a:lnTo>
                  <a:lnTo>
                    <a:pt x="331493" y="53897"/>
                  </a:lnTo>
                  <a:lnTo>
                    <a:pt x="341243" y="70228"/>
                  </a:lnTo>
                  <a:lnTo>
                    <a:pt x="350993" y="39470"/>
                  </a:lnTo>
                  <a:lnTo>
                    <a:pt x="360742" y="61189"/>
                  </a:lnTo>
                  <a:lnTo>
                    <a:pt x="370492" y="67725"/>
                  </a:lnTo>
                  <a:lnTo>
                    <a:pt x="380241" y="74096"/>
                  </a:lnTo>
                  <a:lnTo>
                    <a:pt x="389991" y="128373"/>
                  </a:lnTo>
                  <a:lnTo>
                    <a:pt x="399741" y="98972"/>
                  </a:lnTo>
                  <a:lnTo>
                    <a:pt x="409491" y="99165"/>
                  </a:lnTo>
                  <a:lnTo>
                    <a:pt x="419241" y="90578"/>
                  </a:lnTo>
                  <a:lnTo>
                    <a:pt x="428991" y="90522"/>
                  </a:lnTo>
                  <a:lnTo>
                    <a:pt x="438741" y="104236"/>
                  </a:lnTo>
                  <a:lnTo>
                    <a:pt x="448491" y="90614"/>
                  </a:lnTo>
                  <a:lnTo>
                    <a:pt x="458241" y="129916"/>
                  </a:lnTo>
                  <a:lnTo>
                    <a:pt x="467991" y="160557"/>
                  </a:lnTo>
                  <a:lnTo>
                    <a:pt x="477740" y="143488"/>
                  </a:lnTo>
                  <a:lnTo>
                    <a:pt x="487490" y="157779"/>
                  </a:lnTo>
                  <a:lnTo>
                    <a:pt x="497239" y="165669"/>
                  </a:lnTo>
                  <a:lnTo>
                    <a:pt x="506989" y="230119"/>
                  </a:lnTo>
                  <a:lnTo>
                    <a:pt x="516738" y="217830"/>
                  </a:lnTo>
                  <a:lnTo>
                    <a:pt x="526488" y="244504"/>
                  </a:lnTo>
                  <a:lnTo>
                    <a:pt x="536238" y="278614"/>
                  </a:lnTo>
                  <a:lnTo>
                    <a:pt x="545988" y="291843"/>
                  </a:lnTo>
                  <a:lnTo>
                    <a:pt x="555738" y="293359"/>
                  </a:lnTo>
                  <a:lnTo>
                    <a:pt x="565488" y="302466"/>
                  </a:lnTo>
                  <a:lnTo>
                    <a:pt x="575238" y="328056"/>
                  </a:lnTo>
                  <a:lnTo>
                    <a:pt x="584988" y="334364"/>
                  </a:lnTo>
                  <a:lnTo>
                    <a:pt x="594738" y="340057"/>
                  </a:lnTo>
                  <a:lnTo>
                    <a:pt x="604488" y="352020"/>
                  </a:lnTo>
                  <a:lnTo>
                    <a:pt x="614237" y="331470"/>
                  </a:lnTo>
                  <a:lnTo>
                    <a:pt x="623987" y="335188"/>
                  </a:lnTo>
                  <a:lnTo>
                    <a:pt x="633736" y="321212"/>
                  </a:lnTo>
                  <a:lnTo>
                    <a:pt x="643486" y="309340"/>
                  </a:lnTo>
                  <a:lnTo>
                    <a:pt x="653236" y="324118"/>
                  </a:lnTo>
                  <a:lnTo>
                    <a:pt x="662985" y="295711"/>
                  </a:lnTo>
                  <a:lnTo>
                    <a:pt x="672735" y="301713"/>
                  </a:lnTo>
                  <a:lnTo>
                    <a:pt x="682485" y="288782"/>
                  </a:lnTo>
                  <a:lnTo>
                    <a:pt x="692235" y="283322"/>
                  </a:lnTo>
                  <a:lnTo>
                    <a:pt x="701985" y="329275"/>
                  </a:lnTo>
                  <a:lnTo>
                    <a:pt x="711735" y="344716"/>
                  </a:lnTo>
                  <a:lnTo>
                    <a:pt x="721485" y="322550"/>
                  </a:lnTo>
                  <a:lnTo>
                    <a:pt x="731235" y="332867"/>
                  </a:lnTo>
                  <a:lnTo>
                    <a:pt x="740985" y="365265"/>
                  </a:lnTo>
                  <a:lnTo>
                    <a:pt x="750734" y="385292"/>
                  </a:lnTo>
                  <a:lnTo>
                    <a:pt x="760484" y="388966"/>
                  </a:lnTo>
                  <a:lnTo>
                    <a:pt x="770233" y="379799"/>
                  </a:lnTo>
                  <a:lnTo>
                    <a:pt x="779983" y="375118"/>
                  </a:lnTo>
                  <a:lnTo>
                    <a:pt x="789733" y="365558"/>
                  </a:lnTo>
                  <a:lnTo>
                    <a:pt x="799482" y="343472"/>
                  </a:lnTo>
                  <a:lnTo>
                    <a:pt x="809232" y="313668"/>
                  </a:lnTo>
                  <a:lnTo>
                    <a:pt x="818982" y="300033"/>
                  </a:lnTo>
                  <a:lnTo>
                    <a:pt x="828732" y="298486"/>
                  </a:lnTo>
                  <a:lnTo>
                    <a:pt x="838482" y="277027"/>
                  </a:lnTo>
                  <a:lnTo>
                    <a:pt x="848232" y="261726"/>
                  </a:lnTo>
                  <a:lnTo>
                    <a:pt x="857982" y="252837"/>
                  </a:lnTo>
                  <a:lnTo>
                    <a:pt x="867732" y="248856"/>
                  </a:lnTo>
                  <a:lnTo>
                    <a:pt x="877482" y="248053"/>
                  </a:lnTo>
                  <a:lnTo>
                    <a:pt x="887231" y="233171"/>
                  </a:lnTo>
                  <a:lnTo>
                    <a:pt x="896981" y="238148"/>
                  </a:lnTo>
                  <a:lnTo>
                    <a:pt x="906730" y="208408"/>
                  </a:lnTo>
                  <a:lnTo>
                    <a:pt x="916480" y="192192"/>
                  </a:lnTo>
                  <a:lnTo>
                    <a:pt x="926230" y="183657"/>
                  </a:lnTo>
                  <a:lnTo>
                    <a:pt x="935979" y="161442"/>
                  </a:lnTo>
                  <a:lnTo>
                    <a:pt x="945729" y="182773"/>
                  </a:lnTo>
                  <a:lnTo>
                    <a:pt x="955479" y="199292"/>
                  </a:lnTo>
                  <a:lnTo>
                    <a:pt x="965229" y="231281"/>
                  </a:lnTo>
                  <a:lnTo>
                    <a:pt x="974979" y="246903"/>
                  </a:lnTo>
                  <a:lnTo>
                    <a:pt x="984729" y="207312"/>
                  </a:lnTo>
                  <a:lnTo>
                    <a:pt x="994474" y="187910"/>
                  </a:lnTo>
                  <a:lnTo>
                    <a:pt x="1004233" y="173783"/>
                  </a:lnTo>
                  <a:lnTo>
                    <a:pt x="1013977" y="195248"/>
                  </a:lnTo>
                  <a:lnTo>
                    <a:pt x="1023721" y="169156"/>
                  </a:lnTo>
                  <a:lnTo>
                    <a:pt x="1033480" y="155255"/>
                  </a:lnTo>
                  <a:lnTo>
                    <a:pt x="1043224" y="120659"/>
                  </a:lnTo>
                  <a:lnTo>
                    <a:pt x="1052983" y="107232"/>
                  </a:lnTo>
                  <a:lnTo>
                    <a:pt x="1062727" y="130739"/>
                  </a:lnTo>
                  <a:lnTo>
                    <a:pt x="1072471" y="159440"/>
                  </a:lnTo>
                  <a:lnTo>
                    <a:pt x="1082230" y="159602"/>
                  </a:lnTo>
                  <a:lnTo>
                    <a:pt x="1091973" y="145617"/>
                  </a:lnTo>
                  <a:lnTo>
                    <a:pt x="1101732" y="145870"/>
                  </a:lnTo>
                  <a:lnTo>
                    <a:pt x="1111476" y="132091"/>
                  </a:lnTo>
                  <a:lnTo>
                    <a:pt x="1121220" y="128013"/>
                  </a:lnTo>
                  <a:lnTo>
                    <a:pt x="1130979" y="115589"/>
                  </a:lnTo>
                  <a:lnTo>
                    <a:pt x="1140723" y="134182"/>
                  </a:lnTo>
                  <a:lnTo>
                    <a:pt x="1150482" y="137154"/>
                  </a:lnTo>
                  <a:lnTo>
                    <a:pt x="1160226" y="138711"/>
                  </a:lnTo>
                  <a:lnTo>
                    <a:pt x="1169969" y="114552"/>
                  </a:lnTo>
                  <a:lnTo>
                    <a:pt x="1179728" y="147071"/>
                  </a:lnTo>
                  <a:lnTo>
                    <a:pt x="1189472" y="165255"/>
                  </a:lnTo>
                  <a:lnTo>
                    <a:pt x="1199231" y="164279"/>
                  </a:lnTo>
                  <a:lnTo>
                    <a:pt x="1208975" y="134653"/>
                  </a:lnTo>
                  <a:lnTo>
                    <a:pt x="1218719" y="144292"/>
                  </a:lnTo>
                  <a:lnTo>
                    <a:pt x="1228478" y="134886"/>
                  </a:lnTo>
                  <a:lnTo>
                    <a:pt x="1238222" y="139933"/>
                  </a:lnTo>
                  <a:lnTo>
                    <a:pt x="1247966" y="109648"/>
                  </a:lnTo>
                  <a:lnTo>
                    <a:pt x="1257725" y="115616"/>
                  </a:lnTo>
                  <a:lnTo>
                    <a:pt x="1267469" y="132057"/>
                  </a:lnTo>
                  <a:lnTo>
                    <a:pt x="1277227" y="161132"/>
                  </a:lnTo>
                  <a:lnTo>
                    <a:pt x="1286971" y="155791"/>
                  </a:lnTo>
                  <a:lnTo>
                    <a:pt x="1296715" y="143584"/>
                  </a:lnTo>
                  <a:lnTo>
                    <a:pt x="1306474" y="155463"/>
                  </a:lnTo>
                  <a:lnTo>
                    <a:pt x="1316218" y="157816"/>
                  </a:lnTo>
                  <a:lnTo>
                    <a:pt x="1325977" y="159893"/>
                  </a:lnTo>
                  <a:lnTo>
                    <a:pt x="1335721" y="164023"/>
                  </a:lnTo>
                  <a:lnTo>
                    <a:pt x="1345465" y="149315"/>
                  </a:lnTo>
                  <a:lnTo>
                    <a:pt x="1355224" y="159662"/>
                  </a:lnTo>
                  <a:lnTo>
                    <a:pt x="1364967" y="153051"/>
                  </a:lnTo>
                  <a:lnTo>
                    <a:pt x="1374726" y="95635"/>
                  </a:lnTo>
                  <a:lnTo>
                    <a:pt x="1384470" y="111514"/>
                  </a:lnTo>
                  <a:lnTo>
                    <a:pt x="1394214" y="107904"/>
                  </a:lnTo>
                  <a:lnTo>
                    <a:pt x="1403973" y="134411"/>
                  </a:lnTo>
                  <a:lnTo>
                    <a:pt x="1413717" y="140794"/>
                  </a:lnTo>
                  <a:lnTo>
                    <a:pt x="1423476" y="136333"/>
                  </a:lnTo>
                  <a:lnTo>
                    <a:pt x="1433220" y="137774"/>
                  </a:lnTo>
                  <a:lnTo>
                    <a:pt x="1442964" y="168002"/>
                  </a:lnTo>
                  <a:lnTo>
                    <a:pt x="1452722" y="158568"/>
                  </a:lnTo>
                  <a:lnTo>
                    <a:pt x="1462466" y="162409"/>
                  </a:lnTo>
                  <a:lnTo>
                    <a:pt x="1472225" y="161317"/>
                  </a:lnTo>
                  <a:lnTo>
                    <a:pt x="1481969" y="174990"/>
                  </a:lnTo>
                  <a:lnTo>
                    <a:pt x="1491713" y="211391"/>
                  </a:lnTo>
                  <a:lnTo>
                    <a:pt x="1501472" y="231366"/>
                  </a:lnTo>
                  <a:lnTo>
                    <a:pt x="1511216" y="232873"/>
                  </a:lnTo>
                  <a:lnTo>
                    <a:pt x="1520960" y="218662"/>
                  </a:lnTo>
                  <a:lnTo>
                    <a:pt x="1530719" y="224729"/>
                  </a:lnTo>
                  <a:lnTo>
                    <a:pt x="1540463" y="248086"/>
                  </a:lnTo>
                  <a:lnTo>
                    <a:pt x="1550221" y="229544"/>
                  </a:lnTo>
                  <a:lnTo>
                    <a:pt x="1559965" y="263332"/>
                  </a:lnTo>
                  <a:lnTo>
                    <a:pt x="1569709" y="267318"/>
                  </a:lnTo>
                  <a:lnTo>
                    <a:pt x="1579468" y="290993"/>
                  </a:lnTo>
                  <a:lnTo>
                    <a:pt x="1589212" y="296368"/>
                  </a:lnTo>
                  <a:lnTo>
                    <a:pt x="1598971" y="320628"/>
                  </a:lnTo>
                  <a:lnTo>
                    <a:pt x="1608715" y="296844"/>
                  </a:lnTo>
                  <a:lnTo>
                    <a:pt x="1618459" y="309368"/>
                  </a:lnTo>
                  <a:lnTo>
                    <a:pt x="1628218" y="310599"/>
                  </a:lnTo>
                  <a:lnTo>
                    <a:pt x="1637962" y="311915"/>
                  </a:lnTo>
                  <a:lnTo>
                    <a:pt x="1647720" y="333685"/>
                  </a:lnTo>
                  <a:lnTo>
                    <a:pt x="1657464" y="360898"/>
                  </a:lnTo>
                  <a:lnTo>
                    <a:pt x="1667208" y="368814"/>
                  </a:lnTo>
                  <a:lnTo>
                    <a:pt x="1676967" y="360116"/>
                  </a:lnTo>
                  <a:lnTo>
                    <a:pt x="1686711" y="347116"/>
                  </a:lnTo>
                  <a:lnTo>
                    <a:pt x="1696470" y="344305"/>
                  </a:lnTo>
                  <a:lnTo>
                    <a:pt x="1706214" y="339502"/>
                  </a:lnTo>
                  <a:lnTo>
                    <a:pt x="1715958" y="324950"/>
                  </a:lnTo>
                  <a:lnTo>
                    <a:pt x="1725716" y="325011"/>
                  </a:lnTo>
                  <a:lnTo>
                    <a:pt x="1735460" y="304879"/>
                  </a:lnTo>
                  <a:lnTo>
                    <a:pt x="1745219" y="267915"/>
                  </a:lnTo>
                  <a:lnTo>
                    <a:pt x="1754963" y="285996"/>
                  </a:lnTo>
                  <a:lnTo>
                    <a:pt x="1764707" y="303686"/>
                  </a:lnTo>
                  <a:lnTo>
                    <a:pt x="1774466" y="304741"/>
                  </a:lnTo>
                  <a:lnTo>
                    <a:pt x="1784210" y="323893"/>
                  </a:lnTo>
                  <a:lnTo>
                    <a:pt x="1793969" y="336146"/>
                  </a:lnTo>
                  <a:lnTo>
                    <a:pt x="1803713" y="331468"/>
                  </a:lnTo>
                  <a:lnTo>
                    <a:pt x="1813457" y="351184"/>
                  </a:lnTo>
                  <a:lnTo>
                    <a:pt x="1823215" y="353119"/>
                  </a:lnTo>
                  <a:lnTo>
                    <a:pt x="1832959" y="347519"/>
                  </a:lnTo>
                  <a:lnTo>
                    <a:pt x="1842703" y="355682"/>
                  </a:lnTo>
                  <a:lnTo>
                    <a:pt x="1852462" y="376505"/>
                  </a:lnTo>
                  <a:lnTo>
                    <a:pt x="1862206" y="387187"/>
                  </a:lnTo>
                  <a:lnTo>
                    <a:pt x="1871965" y="368859"/>
                  </a:lnTo>
                  <a:lnTo>
                    <a:pt x="1881709" y="382992"/>
                  </a:lnTo>
                  <a:lnTo>
                    <a:pt x="1891453" y="388847"/>
                  </a:lnTo>
                  <a:lnTo>
                    <a:pt x="1901212" y="387889"/>
                  </a:lnTo>
                  <a:lnTo>
                    <a:pt x="1910956" y="378209"/>
                  </a:lnTo>
                  <a:lnTo>
                    <a:pt x="1920714" y="369541"/>
                  </a:lnTo>
                  <a:lnTo>
                    <a:pt x="1930458" y="385736"/>
                  </a:lnTo>
                  <a:lnTo>
                    <a:pt x="1940202" y="401104"/>
                  </a:lnTo>
                  <a:lnTo>
                    <a:pt x="1949961" y="401291"/>
                  </a:lnTo>
                  <a:lnTo>
                    <a:pt x="1959705" y="417548"/>
                  </a:lnTo>
                  <a:lnTo>
                    <a:pt x="1969464" y="447735"/>
                  </a:lnTo>
                  <a:lnTo>
                    <a:pt x="1979208" y="441843"/>
                  </a:lnTo>
                  <a:lnTo>
                    <a:pt x="1988952" y="412469"/>
                  </a:lnTo>
                  <a:lnTo>
                    <a:pt x="1998711" y="422036"/>
                  </a:lnTo>
                  <a:lnTo>
                    <a:pt x="2008454" y="425248"/>
                  </a:lnTo>
                  <a:lnTo>
                    <a:pt x="2018213" y="433347"/>
                  </a:lnTo>
                  <a:lnTo>
                    <a:pt x="2027957" y="423650"/>
                  </a:lnTo>
                  <a:lnTo>
                    <a:pt x="2037701" y="404998"/>
                  </a:lnTo>
                  <a:lnTo>
                    <a:pt x="2047460" y="353121"/>
                  </a:lnTo>
                  <a:lnTo>
                    <a:pt x="2057204" y="329266"/>
                  </a:lnTo>
                  <a:lnTo>
                    <a:pt x="2066963" y="297463"/>
                  </a:lnTo>
                  <a:lnTo>
                    <a:pt x="2076707" y="274027"/>
                  </a:lnTo>
                  <a:lnTo>
                    <a:pt x="2086451" y="321553"/>
                  </a:lnTo>
                  <a:lnTo>
                    <a:pt x="2096210" y="343921"/>
                  </a:lnTo>
                  <a:lnTo>
                    <a:pt x="2105954" y="350926"/>
                  </a:lnTo>
                  <a:lnTo>
                    <a:pt x="2115697" y="360931"/>
                  </a:lnTo>
                  <a:lnTo>
                    <a:pt x="2125456" y="409405"/>
                  </a:lnTo>
                  <a:lnTo>
                    <a:pt x="2135200" y="401538"/>
                  </a:lnTo>
                  <a:lnTo>
                    <a:pt x="2144959" y="404907"/>
                  </a:lnTo>
                  <a:lnTo>
                    <a:pt x="2154703" y="402176"/>
                  </a:lnTo>
                  <a:lnTo>
                    <a:pt x="2164447" y="428575"/>
                  </a:lnTo>
                  <a:lnTo>
                    <a:pt x="2174206" y="457923"/>
                  </a:lnTo>
                  <a:lnTo>
                    <a:pt x="2183950" y="427681"/>
                  </a:lnTo>
                  <a:lnTo>
                    <a:pt x="2193709" y="405808"/>
                  </a:lnTo>
                  <a:lnTo>
                    <a:pt x="2203452" y="409105"/>
                  </a:lnTo>
                  <a:lnTo>
                    <a:pt x="2213196" y="397514"/>
                  </a:lnTo>
                  <a:lnTo>
                    <a:pt x="2222955" y="419895"/>
                  </a:lnTo>
                  <a:lnTo>
                    <a:pt x="2232699" y="405388"/>
                  </a:lnTo>
                  <a:lnTo>
                    <a:pt x="2242458" y="389500"/>
                  </a:lnTo>
                  <a:lnTo>
                    <a:pt x="2252202" y="412408"/>
                  </a:lnTo>
                  <a:lnTo>
                    <a:pt x="2261946" y="378051"/>
                  </a:lnTo>
                  <a:lnTo>
                    <a:pt x="2271705" y="387494"/>
                  </a:lnTo>
                  <a:lnTo>
                    <a:pt x="2281449" y="396271"/>
                  </a:lnTo>
                  <a:lnTo>
                    <a:pt x="2291208" y="413682"/>
                  </a:lnTo>
                  <a:lnTo>
                    <a:pt x="2300951" y="372078"/>
                  </a:lnTo>
                  <a:lnTo>
                    <a:pt x="2310695" y="358505"/>
                  </a:lnTo>
                  <a:lnTo>
                    <a:pt x="2320454" y="358160"/>
                  </a:lnTo>
                  <a:lnTo>
                    <a:pt x="2330198" y="397284"/>
                  </a:lnTo>
                  <a:lnTo>
                    <a:pt x="2339957" y="414537"/>
                  </a:lnTo>
                  <a:lnTo>
                    <a:pt x="2349701" y="405661"/>
                  </a:lnTo>
                  <a:lnTo>
                    <a:pt x="2359445" y="407460"/>
                  </a:lnTo>
                  <a:lnTo>
                    <a:pt x="2369204" y="414619"/>
                  </a:lnTo>
                  <a:lnTo>
                    <a:pt x="2378948" y="420653"/>
                  </a:lnTo>
                  <a:lnTo>
                    <a:pt x="2388692" y="377545"/>
                  </a:lnTo>
                  <a:lnTo>
                    <a:pt x="2398450" y="356270"/>
                  </a:lnTo>
                  <a:lnTo>
                    <a:pt x="2408194" y="334321"/>
                  </a:lnTo>
                  <a:lnTo>
                    <a:pt x="2417953" y="363002"/>
                  </a:lnTo>
                  <a:lnTo>
                    <a:pt x="2427697" y="342759"/>
                  </a:lnTo>
                  <a:lnTo>
                    <a:pt x="2437441" y="334694"/>
                  </a:lnTo>
                  <a:lnTo>
                    <a:pt x="2447200" y="332070"/>
                  </a:lnTo>
                  <a:lnTo>
                    <a:pt x="2456944" y="333445"/>
                  </a:lnTo>
                  <a:lnTo>
                    <a:pt x="2466703" y="329437"/>
                  </a:lnTo>
                  <a:lnTo>
                    <a:pt x="2476446" y="325520"/>
                  </a:lnTo>
                  <a:lnTo>
                    <a:pt x="2486190" y="322724"/>
                  </a:lnTo>
                  <a:lnTo>
                    <a:pt x="2495949" y="315452"/>
                  </a:lnTo>
                  <a:lnTo>
                    <a:pt x="2505693" y="310861"/>
                  </a:lnTo>
                  <a:lnTo>
                    <a:pt x="2515452" y="339862"/>
                  </a:lnTo>
                  <a:lnTo>
                    <a:pt x="2525196" y="346144"/>
                  </a:lnTo>
                  <a:lnTo>
                    <a:pt x="2534940" y="372548"/>
                  </a:lnTo>
                  <a:lnTo>
                    <a:pt x="2544699" y="389224"/>
                  </a:lnTo>
                  <a:lnTo>
                    <a:pt x="2554443" y="424651"/>
                  </a:lnTo>
                  <a:lnTo>
                    <a:pt x="2564202" y="467733"/>
                  </a:lnTo>
                  <a:lnTo>
                    <a:pt x="2573946" y="459188"/>
                  </a:lnTo>
                  <a:lnTo>
                    <a:pt x="2583690" y="486525"/>
                  </a:lnTo>
                  <a:lnTo>
                    <a:pt x="2593448" y="466520"/>
                  </a:lnTo>
                  <a:lnTo>
                    <a:pt x="2603192" y="442653"/>
                  </a:lnTo>
                  <a:lnTo>
                    <a:pt x="2612951" y="431814"/>
                  </a:lnTo>
                  <a:lnTo>
                    <a:pt x="2622695" y="428553"/>
                  </a:lnTo>
                  <a:lnTo>
                    <a:pt x="2632439" y="429013"/>
                  </a:lnTo>
                  <a:lnTo>
                    <a:pt x="2642198" y="401282"/>
                  </a:lnTo>
                  <a:lnTo>
                    <a:pt x="2651942" y="403515"/>
                  </a:lnTo>
                  <a:lnTo>
                    <a:pt x="2661685" y="377366"/>
                  </a:lnTo>
                  <a:lnTo>
                    <a:pt x="2671444" y="375414"/>
                  </a:lnTo>
                  <a:lnTo>
                    <a:pt x="2681188" y="357224"/>
                  </a:lnTo>
                  <a:lnTo>
                    <a:pt x="2690947" y="342775"/>
                  </a:lnTo>
                  <a:lnTo>
                    <a:pt x="2700691" y="305940"/>
                  </a:lnTo>
                  <a:lnTo>
                    <a:pt x="2710435" y="300389"/>
                  </a:lnTo>
                  <a:lnTo>
                    <a:pt x="2720194" y="315772"/>
                  </a:lnTo>
                  <a:lnTo>
                    <a:pt x="2729938" y="308676"/>
                  </a:lnTo>
                  <a:lnTo>
                    <a:pt x="2739697" y="267478"/>
                  </a:lnTo>
                  <a:lnTo>
                    <a:pt x="2749441" y="243916"/>
                  </a:lnTo>
                  <a:lnTo>
                    <a:pt x="2759185" y="234556"/>
                  </a:lnTo>
                  <a:lnTo>
                    <a:pt x="2768943" y="238096"/>
                  </a:lnTo>
                  <a:lnTo>
                    <a:pt x="2778687" y="228871"/>
                  </a:lnTo>
                  <a:lnTo>
                    <a:pt x="2788446" y="224015"/>
                  </a:lnTo>
                  <a:lnTo>
                    <a:pt x="2798190" y="216513"/>
                  </a:lnTo>
                  <a:lnTo>
                    <a:pt x="2807934" y="198140"/>
                  </a:lnTo>
                  <a:lnTo>
                    <a:pt x="2817693" y="174518"/>
                  </a:lnTo>
                  <a:lnTo>
                    <a:pt x="2827437" y="186349"/>
                  </a:lnTo>
                  <a:lnTo>
                    <a:pt x="2837196" y="174095"/>
                  </a:lnTo>
                  <a:lnTo>
                    <a:pt x="2846940" y="187866"/>
                  </a:lnTo>
                  <a:lnTo>
                    <a:pt x="2856684" y="214606"/>
                  </a:lnTo>
                  <a:lnTo>
                    <a:pt x="2866442" y="251762"/>
                  </a:lnTo>
                  <a:lnTo>
                    <a:pt x="2876186" y="243232"/>
                  </a:lnTo>
                  <a:lnTo>
                    <a:pt x="2885945" y="223327"/>
                  </a:lnTo>
                  <a:lnTo>
                    <a:pt x="2895689" y="230964"/>
                  </a:lnTo>
                  <a:lnTo>
                    <a:pt x="2905433" y="243111"/>
                  </a:lnTo>
                  <a:lnTo>
                    <a:pt x="2915192" y="22049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2" name="Freeform 1071">
              <a:extLst>
                <a:ext uri="{FF2B5EF4-FFF2-40B4-BE49-F238E27FC236}">
                  <a16:creationId xmlns:a16="http://schemas.microsoft.com/office/drawing/2014/main" id="{8285099D-B390-C1C0-88E9-FBD03EFC682A}"/>
                </a:ext>
              </a:extLst>
            </p:cNvPr>
            <p:cNvSpPr/>
            <p:nvPr/>
          </p:nvSpPr>
          <p:spPr>
            <a:xfrm>
              <a:off x="4426652" y="3483855"/>
              <a:ext cx="2915191" cy="831598"/>
            </a:xfrm>
            <a:custGeom>
              <a:avLst/>
              <a:gdLst>
                <a:gd name="connsiteX0" fmla="*/ 0 w 2915191"/>
                <a:gd name="connsiteY0" fmla="*/ 660216 h 831598"/>
                <a:gd name="connsiteX1" fmla="*/ 9750 w 2915191"/>
                <a:gd name="connsiteY1" fmla="*/ 651589 h 831598"/>
                <a:gd name="connsiteX2" fmla="*/ 19500 w 2915191"/>
                <a:gd name="connsiteY2" fmla="*/ 651664 h 831598"/>
                <a:gd name="connsiteX3" fmla="*/ 29250 w 2915191"/>
                <a:gd name="connsiteY3" fmla="*/ 682251 h 831598"/>
                <a:gd name="connsiteX4" fmla="*/ 39000 w 2915191"/>
                <a:gd name="connsiteY4" fmla="*/ 704793 h 831598"/>
                <a:gd name="connsiteX5" fmla="*/ 48749 w 2915191"/>
                <a:gd name="connsiteY5" fmla="*/ 686304 h 831598"/>
                <a:gd name="connsiteX6" fmla="*/ 58499 w 2915191"/>
                <a:gd name="connsiteY6" fmla="*/ 677871 h 831598"/>
                <a:gd name="connsiteX7" fmla="*/ 68249 w 2915191"/>
                <a:gd name="connsiteY7" fmla="*/ 665117 h 831598"/>
                <a:gd name="connsiteX8" fmla="*/ 77998 w 2915191"/>
                <a:gd name="connsiteY8" fmla="*/ 703289 h 831598"/>
                <a:gd name="connsiteX9" fmla="*/ 87748 w 2915191"/>
                <a:gd name="connsiteY9" fmla="*/ 699653 h 831598"/>
                <a:gd name="connsiteX10" fmla="*/ 97497 w 2915191"/>
                <a:gd name="connsiteY10" fmla="*/ 702782 h 831598"/>
                <a:gd name="connsiteX11" fmla="*/ 107247 w 2915191"/>
                <a:gd name="connsiteY11" fmla="*/ 714016 h 831598"/>
                <a:gd name="connsiteX12" fmla="*/ 116997 w 2915191"/>
                <a:gd name="connsiteY12" fmla="*/ 718843 h 831598"/>
                <a:gd name="connsiteX13" fmla="*/ 126747 w 2915191"/>
                <a:gd name="connsiteY13" fmla="*/ 689030 h 831598"/>
                <a:gd name="connsiteX14" fmla="*/ 136497 w 2915191"/>
                <a:gd name="connsiteY14" fmla="*/ 669647 h 831598"/>
                <a:gd name="connsiteX15" fmla="*/ 146247 w 2915191"/>
                <a:gd name="connsiteY15" fmla="*/ 660067 h 831598"/>
                <a:gd name="connsiteX16" fmla="*/ 155997 w 2915191"/>
                <a:gd name="connsiteY16" fmla="*/ 664179 h 831598"/>
                <a:gd name="connsiteX17" fmla="*/ 165747 w 2915191"/>
                <a:gd name="connsiteY17" fmla="*/ 626902 h 831598"/>
                <a:gd name="connsiteX18" fmla="*/ 175497 w 2915191"/>
                <a:gd name="connsiteY18" fmla="*/ 644885 h 831598"/>
                <a:gd name="connsiteX19" fmla="*/ 185247 w 2915191"/>
                <a:gd name="connsiteY19" fmla="*/ 643290 h 831598"/>
                <a:gd name="connsiteX20" fmla="*/ 194996 w 2915191"/>
                <a:gd name="connsiteY20" fmla="*/ 675457 h 831598"/>
                <a:gd name="connsiteX21" fmla="*/ 204746 w 2915191"/>
                <a:gd name="connsiteY21" fmla="*/ 628108 h 831598"/>
                <a:gd name="connsiteX22" fmla="*/ 214495 w 2915191"/>
                <a:gd name="connsiteY22" fmla="*/ 633710 h 831598"/>
                <a:gd name="connsiteX23" fmla="*/ 224245 w 2915191"/>
                <a:gd name="connsiteY23" fmla="*/ 620570 h 831598"/>
                <a:gd name="connsiteX24" fmla="*/ 233995 w 2915191"/>
                <a:gd name="connsiteY24" fmla="*/ 618990 h 831598"/>
                <a:gd name="connsiteX25" fmla="*/ 243744 w 2915191"/>
                <a:gd name="connsiteY25" fmla="*/ 620033 h 831598"/>
                <a:gd name="connsiteX26" fmla="*/ 253494 w 2915191"/>
                <a:gd name="connsiteY26" fmla="*/ 635528 h 831598"/>
                <a:gd name="connsiteX27" fmla="*/ 263244 w 2915191"/>
                <a:gd name="connsiteY27" fmla="*/ 635021 h 831598"/>
                <a:gd name="connsiteX28" fmla="*/ 272994 w 2915191"/>
                <a:gd name="connsiteY28" fmla="*/ 625933 h 831598"/>
                <a:gd name="connsiteX29" fmla="*/ 282744 w 2915191"/>
                <a:gd name="connsiteY29" fmla="*/ 641324 h 831598"/>
                <a:gd name="connsiteX30" fmla="*/ 292494 w 2915191"/>
                <a:gd name="connsiteY30" fmla="*/ 659173 h 831598"/>
                <a:gd name="connsiteX31" fmla="*/ 302244 w 2915191"/>
                <a:gd name="connsiteY31" fmla="*/ 672269 h 831598"/>
                <a:gd name="connsiteX32" fmla="*/ 311994 w 2915191"/>
                <a:gd name="connsiteY32" fmla="*/ 676709 h 831598"/>
                <a:gd name="connsiteX33" fmla="*/ 321744 w 2915191"/>
                <a:gd name="connsiteY33" fmla="*/ 662108 h 831598"/>
                <a:gd name="connsiteX34" fmla="*/ 331493 w 2915191"/>
                <a:gd name="connsiteY34" fmla="*/ 678810 h 831598"/>
                <a:gd name="connsiteX35" fmla="*/ 341243 w 2915191"/>
                <a:gd name="connsiteY35" fmla="*/ 669691 h 831598"/>
                <a:gd name="connsiteX36" fmla="*/ 350993 w 2915191"/>
                <a:gd name="connsiteY36" fmla="*/ 672641 h 831598"/>
                <a:gd name="connsiteX37" fmla="*/ 360742 w 2915191"/>
                <a:gd name="connsiteY37" fmla="*/ 716519 h 831598"/>
                <a:gd name="connsiteX38" fmla="*/ 370492 w 2915191"/>
                <a:gd name="connsiteY38" fmla="*/ 719633 h 831598"/>
                <a:gd name="connsiteX39" fmla="*/ 380241 w 2915191"/>
                <a:gd name="connsiteY39" fmla="*/ 741653 h 831598"/>
                <a:gd name="connsiteX40" fmla="*/ 389991 w 2915191"/>
                <a:gd name="connsiteY40" fmla="*/ 757536 h 831598"/>
                <a:gd name="connsiteX41" fmla="*/ 399741 w 2915191"/>
                <a:gd name="connsiteY41" fmla="*/ 785024 h 831598"/>
                <a:gd name="connsiteX42" fmla="*/ 409491 w 2915191"/>
                <a:gd name="connsiteY42" fmla="*/ 797435 h 831598"/>
                <a:gd name="connsiteX43" fmla="*/ 419241 w 2915191"/>
                <a:gd name="connsiteY43" fmla="*/ 831599 h 831598"/>
                <a:gd name="connsiteX44" fmla="*/ 428991 w 2915191"/>
                <a:gd name="connsiteY44" fmla="*/ 815657 h 831598"/>
                <a:gd name="connsiteX45" fmla="*/ 438741 w 2915191"/>
                <a:gd name="connsiteY45" fmla="*/ 797525 h 831598"/>
                <a:gd name="connsiteX46" fmla="*/ 448491 w 2915191"/>
                <a:gd name="connsiteY46" fmla="*/ 794545 h 831598"/>
                <a:gd name="connsiteX47" fmla="*/ 458241 w 2915191"/>
                <a:gd name="connsiteY47" fmla="*/ 786916 h 831598"/>
                <a:gd name="connsiteX48" fmla="*/ 467991 w 2915191"/>
                <a:gd name="connsiteY48" fmla="*/ 744410 h 831598"/>
                <a:gd name="connsiteX49" fmla="*/ 477740 w 2915191"/>
                <a:gd name="connsiteY49" fmla="*/ 709650 h 831598"/>
                <a:gd name="connsiteX50" fmla="*/ 487490 w 2915191"/>
                <a:gd name="connsiteY50" fmla="*/ 705181 h 831598"/>
                <a:gd name="connsiteX51" fmla="*/ 497239 w 2915191"/>
                <a:gd name="connsiteY51" fmla="*/ 706581 h 831598"/>
                <a:gd name="connsiteX52" fmla="*/ 506989 w 2915191"/>
                <a:gd name="connsiteY52" fmla="*/ 729406 h 831598"/>
                <a:gd name="connsiteX53" fmla="*/ 516738 w 2915191"/>
                <a:gd name="connsiteY53" fmla="*/ 743948 h 831598"/>
                <a:gd name="connsiteX54" fmla="*/ 526488 w 2915191"/>
                <a:gd name="connsiteY54" fmla="*/ 694915 h 831598"/>
                <a:gd name="connsiteX55" fmla="*/ 536238 w 2915191"/>
                <a:gd name="connsiteY55" fmla="*/ 702216 h 831598"/>
                <a:gd name="connsiteX56" fmla="*/ 545988 w 2915191"/>
                <a:gd name="connsiteY56" fmla="*/ 701933 h 831598"/>
                <a:gd name="connsiteX57" fmla="*/ 555738 w 2915191"/>
                <a:gd name="connsiteY57" fmla="*/ 687213 h 831598"/>
                <a:gd name="connsiteX58" fmla="*/ 565488 w 2915191"/>
                <a:gd name="connsiteY58" fmla="*/ 668574 h 831598"/>
                <a:gd name="connsiteX59" fmla="*/ 575238 w 2915191"/>
                <a:gd name="connsiteY59" fmla="*/ 659620 h 831598"/>
                <a:gd name="connsiteX60" fmla="*/ 584988 w 2915191"/>
                <a:gd name="connsiteY60" fmla="*/ 657832 h 831598"/>
                <a:gd name="connsiteX61" fmla="*/ 594738 w 2915191"/>
                <a:gd name="connsiteY61" fmla="*/ 666652 h 831598"/>
                <a:gd name="connsiteX62" fmla="*/ 604488 w 2915191"/>
                <a:gd name="connsiteY62" fmla="*/ 636586 h 831598"/>
                <a:gd name="connsiteX63" fmla="*/ 614237 w 2915191"/>
                <a:gd name="connsiteY63" fmla="*/ 624011 h 831598"/>
                <a:gd name="connsiteX64" fmla="*/ 623987 w 2915191"/>
                <a:gd name="connsiteY64" fmla="*/ 648147 h 831598"/>
                <a:gd name="connsiteX65" fmla="*/ 633736 w 2915191"/>
                <a:gd name="connsiteY65" fmla="*/ 654703 h 831598"/>
                <a:gd name="connsiteX66" fmla="*/ 643486 w 2915191"/>
                <a:gd name="connsiteY66" fmla="*/ 650665 h 831598"/>
                <a:gd name="connsiteX67" fmla="*/ 653236 w 2915191"/>
                <a:gd name="connsiteY67" fmla="*/ 633263 h 831598"/>
                <a:gd name="connsiteX68" fmla="*/ 662985 w 2915191"/>
                <a:gd name="connsiteY68" fmla="*/ 650755 h 831598"/>
                <a:gd name="connsiteX69" fmla="*/ 672735 w 2915191"/>
                <a:gd name="connsiteY69" fmla="*/ 688792 h 831598"/>
                <a:gd name="connsiteX70" fmla="*/ 682485 w 2915191"/>
                <a:gd name="connsiteY70" fmla="*/ 702454 h 831598"/>
                <a:gd name="connsiteX71" fmla="*/ 692235 w 2915191"/>
                <a:gd name="connsiteY71" fmla="*/ 699787 h 831598"/>
                <a:gd name="connsiteX72" fmla="*/ 701985 w 2915191"/>
                <a:gd name="connsiteY72" fmla="*/ 707803 h 831598"/>
                <a:gd name="connsiteX73" fmla="*/ 711735 w 2915191"/>
                <a:gd name="connsiteY73" fmla="*/ 747926 h 831598"/>
                <a:gd name="connsiteX74" fmla="*/ 721485 w 2915191"/>
                <a:gd name="connsiteY74" fmla="*/ 782372 h 831598"/>
                <a:gd name="connsiteX75" fmla="*/ 731235 w 2915191"/>
                <a:gd name="connsiteY75" fmla="*/ 771436 h 831598"/>
                <a:gd name="connsiteX76" fmla="*/ 740985 w 2915191"/>
                <a:gd name="connsiteY76" fmla="*/ 772807 h 831598"/>
                <a:gd name="connsiteX77" fmla="*/ 750734 w 2915191"/>
                <a:gd name="connsiteY77" fmla="*/ 753483 h 831598"/>
                <a:gd name="connsiteX78" fmla="*/ 760484 w 2915191"/>
                <a:gd name="connsiteY78" fmla="*/ 777009 h 831598"/>
                <a:gd name="connsiteX79" fmla="*/ 770233 w 2915191"/>
                <a:gd name="connsiteY79" fmla="*/ 759353 h 831598"/>
                <a:gd name="connsiteX80" fmla="*/ 779983 w 2915191"/>
                <a:gd name="connsiteY80" fmla="*/ 754869 h 831598"/>
                <a:gd name="connsiteX81" fmla="*/ 789733 w 2915191"/>
                <a:gd name="connsiteY81" fmla="*/ 747419 h 831598"/>
                <a:gd name="connsiteX82" fmla="*/ 799482 w 2915191"/>
                <a:gd name="connsiteY82" fmla="*/ 714969 h 831598"/>
                <a:gd name="connsiteX83" fmla="*/ 809232 w 2915191"/>
                <a:gd name="connsiteY83" fmla="*/ 694170 h 831598"/>
                <a:gd name="connsiteX84" fmla="*/ 818982 w 2915191"/>
                <a:gd name="connsiteY84" fmla="*/ 713330 h 831598"/>
                <a:gd name="connsiteX85" fmla="*/ 828732 w 2915191"/>
                <a:gd name="connsiteY85" fmla="*/ 704317 h 831598"/>
                <a:gd name="connsiteX86" fmla="*/ 838482 w 2915191"/>
                <a:gd name="connsiteY86" fmla="*/ 728751 h 831598"/>
                <a:gd name="connsiteX87" fmla="*/ 848232 w 2915191"/>
                <a:gd name="connsiteY87" fmla="*/ 735917 h 831598"/>
                <a:gd name="connsiteX88" fmla="*/ 857982 w 2915191"/>
                <a:gd name="connsiteY88" fmla="*/ 725786 h 831598"/>
                <a:gd name="connsiteX89" fmla="*/ 867732 w 2915191"/>
                <a:gd name="connsiteY89" fmla="*/ 712794 h 831598"/>
                <a:gd name="connsiteX90" fmla="*/ 877482 w 2915191"/>
                <a:gd name="connsiteY90" fmla="*/ 717607 h 831598"/>
                <a:gd name="connsiteX91" fmla="*/ 887231 w 2915191"/>
                <a:gd name="connsiteY91" fmla="*/ 695958 h 831598"/>
                <a:gd name="connsiteX92" fmla="*/ 896981 w 2915191"/>
                <a:gd name="connsiteY92" fmla="*/ 681760 h 831598"/>
                <a:gd name="connsiteX93" fmla="*/ 906730 w 2915191"/>
                <a:gd name="connsiteY93" fmla="*/ 664149 h 831598"/>
                <a:gd name="connsiteX94" fmla="*/ 916480 w 2915191"/>
                <a:gd name="connsiteY94" fmla="*/ 668619 h 831598"/>
                <a:gd name="connsiteX95" fmla="*/ 926230 w 2915191"/>
                <a:gd name="connsiteY95" fmla="*/ 656491 h 831598"/>
                <a:gd name="connsiteX96" fmla="*/ 935979 w 2915191"/>
                <a:gd name="connsiteY96" fmla="*/ 643454 h 831598"/>
                <a:gd name="connsiteX97" fmla="*/ 945729 w 2915191"/>
                <a:gd name="connsiteY97" fmla="*/ 633189 h 831598"/>
                <a:gd name="connsiteX98" fmla="*/ 955479 w 2915191"/>
                <a:gd name="connsiteY98" fmla="*/ 684814 h 831598"/>
                <a:gd name="connsiteX99" fmla="*/ 965229 w 2915191"/>
                <a:gd name="connsiteY99" fmla="*/ 692695 h 831598"/>
                <a:gd name="connsiteX100" fmla="*/ 974979 w 2915191"/>
                <a:gd name="connsiteY100" fmla="*/ 676009 h 831598"/>
                <a:gd name="connsiteX101" fmla="*/ 984729 w 2915191"/>
                <a:gd name="connsiteY101" fmla="*/ 675264 h 831598"/>
                <a:gd name="connsiteX102" fmla="*/ 994474 w 2915191"/>
                <a:gd name="connsiteY102" fmla="*/ 678720 h 831598"/>
                <a:gd name="connsiteX103" fmla="*/ 1004233 w 2915191"/>
                <a:gd name="connsiteY103" fmla="*/ 636303 h 831598"/>
                <a:gd name="connsiteX104" fmla="*/ 1013977 w 2915191"/>
                <a:gd name="connsiteY104" fmla="*/ 584976 h 831598"/>
                <a:gd name="connsiteX105" fmla="*/ 1023721 w 2915191"/>
                <a:gd name="connsiteY105" fmla="*/ 548518 h 831598"/>
                <a:gd name="connsiteX106" fmla="*/ 1033480 w 2915191"/>
                <a:gd name="connsiteY106" fmla="*/ 564564 h 831598"/>
                <a:gd name="connsiteX107" fmla="*/ 1043224 w 2915191"/>
                <a:gd name="connsiteY107" fmla="*/ 547535 h 831598"/>
                <a:gd name="connsiteX108" fmla="*/ 1052983 w 2915191"/>
                <a:gd name="connsiteY108" fmla="*/ 482060 h 831598"/>
                <a:gd name="connsiteX109" fmla="*/ 1062727 w 2915191"/>
                <a:gd name="connsiteY109" fmla="*/ 460694 h 831598"/>
                <a:gd name="connsiteX110" fmla="*/ 1072471 w 2915191"/>
                <a:gd name="connsiteY110" fmla="*/ 453853 h 831598"/>
                <a:gd name="connsiteX111" fmla="*/ 1082230 w 2915191"/>
                <a:gd name="connsiteY111" fmla="*/ 422178 h 831598"/>
                <a:gd name="connsiteX112" fmla="*/ 1091973 w 2915191"/>
                <a:gd name="connsiteY112" fmla="*/ 435831 h 831598"/>
                <a:gd name="connsiteX113" fmla="*/ 1101732 w 2915191"/>
                <a:gd name="connsiteY113" fmla="*/ 439097 h 831598"/>
                <a:gd name="connsiteX114" fmla="*/ 1111476 w 2915191"/>
                <a:gd name="connsiteY114" fmla="*/ 451210 h 831598"/>
                <a:gd name="connsiteX115" fmla="*/ 1121220 w 2915191"/>
                <a:gd name="connsiteY115" fmla="*/ 466357 h 831598"/>
                <a:gd name="connsiteX116" fmla="*/ 1130979 w 2915191"/>
                <a:gd name="connsiteY116" fmla="*/ 458632 h 831598"/>
                <a:gd name="connsiteX117" fmla="*/ 1140723 w 2915191"/>
                <a:gd name="connsiteY117" fmla="*/ 482824 h 831598"/>
                <a:gd name="connsiteX118" fmla="*/ 1150482 w 2915191"/>
                <a:gd name="connsiteY118" fmla="*/ 467645 h 831598"/>
                <a:gd name="connsiteX119" fmla="*/ 1160226 w 2915191"/>
                <a:gd name="connsiteY119" fmla="*/ 468753 h 831598"/>
                <a:gd name="connsiteX120" fmla="*/ 1169969 w 2915191"/>
                <a:gd name="connsiteY120" fmla="*/ 457142 h 831598"/>
                <a:gd name="connsiteX121" fmla="*/ 1179728 w 2915191"/>
                <a:gd name="connsiteY121" fmla="*/ 432330 h 831598"/>
                <a:gd name="connsiteX122" fmla="*/ 1189472 w 2915191"/>
                <a:gd name="connsiteY122" fmla="*/ 479582 h 831598"/>
                <a:gd name="connsiteX123" fmla="*/ 1199231 w 2915191"/>
                <a:gd name="connsiteY123" fmla="*/ 494391 h 831598"/>
                <a:gd name="connsiteX124" fmla="*/ 1208975 w 2915191"/>
                <a:gd name="connsiteY124" fmla="*/ 538446 h 831598"/>
                <a:gd name="connsiteX125" fmla="*/ 1218719 w 2915191"/>
                <a:gd name="connsiteY125" fmla="*/ 553539 h 831598"/>
                <a:gd name="connsiteX126" fmla="*/ 1228478 w 2915191"/>
                <a:gd name="connsiteY126" fmla="*/ 565577 h 831598"/>
                <a:gd name="connsiteX127" fmla="*/ 1238222 w 2915191"/>
                <a:gd name="connsiteY127" fmla="*/ 582070 h 831598"/>
                <a:gd name="connsiteX128" fmla="*/ 1247966 w 2915191"/>
                <a:gd name="connsiteY128" fmla="*/ 523842 h 831598"/>
                <a:gd name="connsiteX129" fmla="*/ 1257725 w 2915191"/>
                <a:gd name="connsiteY129" fmla="*/ 510457 h 831598"/>
                <a:gd name="connsiteX130" fmla="*/ 1267469 w 2915191"/>
                <a:gd name="connsiteY130" fmla="*/ 487519 h 831598"/>
                <a:gd name="connsiteX131" fmla="*/ 1277227 w 2915191"/>
                <a:gd name="connsiteY131" fmla="*/ 470011 h 831598"/>
                <a:gd name="connsiteX132" fmla="*/ 1286971 w 2915191"/>
                <a:gd name="connsiteY132" fmla="*/ 460413 h 831598"/>
                <a:gd name="connsiteX133" fmla="*/ 1296715 w 2915191"/>
                <a:gd name="connsiteY133" fmla="*/ 429109 h 831598"/>
                <a:gd name="connsiteX134" fmla="*/ 1306474 w 2915191"/>
                <a:gd name="connsiteY134" fmla="*/ 419800 h 831598"/>
                <a:gd name="connsiteX135" fmla="*/ 1316218 w 2915191"/>
                <a:gd name="connsiteY135" fmla="*/ 407556 h 831598"/>
                <a:gd name="connsiteX136" fmla="*/ 1325977 w 2915191"/>
                <a:gd name="connsiteY136" fmla="*/ 426939 h 831598"/>
                <a:gd name="connsiteX137" fmla="*/ 1335721 w 2915191"/>
                <a:gd name="connsiteY137" fmla="*/ 444024 h 831598"/>
                <a:gd name="connsiteX138" fmla="*/ 1345465 w 2915191"/>
                <a:gd name="connsiteY138" fmla="*/ 428216 h 831598"/>
                <a:gd name="connsiteX139" fmla="*/ 1355224 w 2915191"/>
                <a:gd name="connsiteY139" fmla="*/ 460295 h 831598"/>
                <a:gd name="connsiteX140" fmla="*/ 1364967 w 2915191"/>
                <a:gd name="connsiteY140" fmla="*/ 477830 h 831598"/>
                <a:gd name="connsiteX141" fmla="*/ 1374726 w 2915191"/>
                <a:gd name="connsiteY141" fmla="*/ 490735 h 831598"/>
                <a:gd name="connsiteX142" fmla="*/ 1384470 w 2915191"/>
                <a:gd name="connsiteY142" fmla="*/ 496170 h 831598"/>
                <a:gd name="connsiteX143" fmla="*/ 1394214 w 2915191"/>
                <a:gd name="connsiteY143" fmla="*/ 502014 h 831598"/>
                <a:gd name="connsiteX144" fmla="*/ 1403973 w 2915191"/>
                <a:gd name="connsiteY144" fmla="*/ 489314 h 831598"/>
                <a:gd name="connsiteX145" fmla="*/ 1413717 w 2915191"/>
                <a:gd name="connsiteY145" fmla="*/ 472623 h 831598"/>
                <a:gd name="connsiteX146" fmla="*/ 1423476 w 2915191"/>
                <a:gd name="connsiteY146" fmla="*/ 454358 h 831598"/>
                <a:gd name="connsiteX147" fmla="*/ 1433220 w 2915191"/>
                <a:gd name="connsiteY147" fmla="*/ 452382 h 831598"/>
                <a:gd name="connsiteX148" fmla="*/ 1442964 w 2915191"/>
                <a:gd name="connsiteY148" fmla="*/ 408527 h 831598"/>
                <a:gd name="connsiteX149" fmla="*/ 1452722 w 2915191"/>
                <a:gd name="connsiteY149" fmla="*/ 428578 h 831598"/>
                <a:gd name="connsiteX150" fmla="*/ 1462466 w 2915191"/>
                <a:gd name="connsiteY150" fmla="*/ 437151 h 831598"/>
                <a:gd name="connsiteX151" fmla="*/ 1472225 w 2915191"/>
                <a:gd name="connsiteY151" fmla="*/ 437622 h 831598"/>
                <a:gd name="connsiteX152" fmla="*/ 1481969 w 2915191"/>
                <a:gd name="connsiteY152" fmla="*/ 443637 h 831598"/>
                <a:gd name="connsiteX153" fmla="*/ 1491713 w 2915191"/>
                <a:gd name="connsiteY153" fmla="*/ 429217 h 831598"/>
                <a:gd name="connsiteX154" fmla="*/ 1501472 w 2915191"/>
                <a:gd name="connsiteY154" fmla="*/ 412078 h 831598"/>
                <a:gd name="connsiteX155" fmla="*/ 1511216 w 2915191"/>
                <a:gd name="connsiteY155" fmla="*/ 356683 h 831598"/>
                <a:gd name="connsiteX156" fmla="*/ 1520960 w 2915191"/>
                <a:gd name="connsiteY156" fmla="*/ 301575 h 831598"/>
                <a:gd name="connsiteX157" fmla="*/ 1530719 w 2915191"/>
                <a:gd name="connsiteY157" fmla="*/ 323530 h 831598"/>
                <a:gd name="connsiteX158" fmla="*/ 1540463 w 2915191"/>
                <a:gd name="connsiteY158" fmla="*/ 317390 h 831598"/>
                <a:gd name="connsiteX159" fmla="*/ 1550221 w 2915191"/>
                <a:gd name="connsiteY159" fmla="*/ 308066 h 831598"/>
                <a:gd name="connsiteX160" fmla="*/ 1559965 w 2915191"/>
                <a:gd name="connsiteY160" fmla="*/ 283075 h 831598"/>
                <a:gd name="connsiteX161" fmla="*/ 1569709 w 2915191"/>
                <a:gd name="connsiteY161" fmla="*/ 249615 h 831598"/>
                <a:gd name="connsiteX162" fmla="*/ 1579468 w 2915191"/>
                <a:gd name="connsiteY162" fmla="*/ 225580 h 831598"/>
                <a:gd name="connsiteX163" fmla="*/ 1589212 w 2915191"/>
                <a:gd name="connsiteY163" fmla="*/ 186978 h 831598"/>
                <a:gd name="connsiteX164" fmla="*/ 1598971 w 2915191"/>
                <a:gd name="connsiteY164" fmla="*/ 216572 h 831598"/>
                <a:gd name="connsiteX165" fmla="*/ 1608715 w 2915191"/>
                <a:gd name="connsiteY165" fmla="*/ 217996 h 831598"/>
                <a:gd name="connsiteX166" fmla="*/ 1618459 w 2915191"/>
                <a:gd name="connsiteY166" fmla="*/ 190927 h 831598"/>
                <a:gd name="connsiteX167" fmla="*/ 1628218 w 2915191"/>
                <a:gd name="connsiteY167" fmla="*/ 176705 h 831598"/>
                <a:gd name="connsiteX168" fmla="*/ 1637962 w 2915191"/>
                <a:gd name="connsiteY168" fmla="*/ 181464 h 831598"/>
                <a:gd name="connsiteX169" fmla="*/ 1647720 w 2915191"/>
                <a:gd name="connsiteY169" fmla="*/ 183837 h 831598"/>
                <a:gd name="connsiteX170" fmla="*/ 1657464 w 2915191"/>
                <a:gd name="connsiteY170" fmla="*/ 202587 h 831598"/>
                <a:gd name="connsiteX171" fmla="*/ 1667208 w 2915191"/>
                <a:gd name="connsiteY171" fmla="*/ 180592 h 831598"/>
                <a:gd name="connsiteX172" fmla="*/ 1676967 w 2915191"/>
                <a:gd name="connsiteY172" fmla="*/ 199515 h 831598"/>
                <a:gd name="connsiteX173" fmla="*/ 1686711 w 2915191"/>
                <a:gd name="connsiteY173" fmla="*/ 213704 h 831598"/>
                <a:gd name="connsiteX174" fmla="*/ 1696470 w 2915191"/>
                <a:gd name="connsiteY174" fmla="*/ 197921 h 831598"/>
                <a:gd name="connsiteX175" fmla="*/ 1706214 w 2915191"/>
                <a:gd name="connsiteY175" fmla="*/ 211643 h 831598"/>
                <a:gd name="connsiteX176" fmla="*/ 1715958 w 2915191"/>
                <a:gd name="connsiteY176" fmla="*/ 213052 h 831598"/>
                <a:gd name="connsiteX177" fmla="*/ 1725716 w 2915191"/>
                <a:gd name="connsiteY177" fmla="*/ 240476 h 831598"/>
                <a:gd name="connsiteX178" fmla="*/ 1735460 w 2915191"/>
                <a:gd name="connsiteY178" fmla="*/ 272698 h 831598"/>
                <a:gd name="connsiteX179" fmla="*/ 1745219 w 2915191"/>
                <a:gd name="connsiteY179" fmla="*/ 248576 h 831598"/>
                <a:gd name="connsiteX180" fmla="*/ 1754963 w 2915191"/>
                <a:gd name="connsiteY180" fmla="*/ 233449 h 831598"/>
                <a:gd name="connsiteX181" fmla="*/ 1764707 w 2915191"/>
                <a:gd name="connsiteY181" fmla="*/ 244793 h 831598"/>
                <a:gd name="connsiteX182" fmla="*/ 1774466 w 2915191"/>
                <a:gd name="connsiteY182" fmla="*/ 217460 h 831598"/>
                <a:gd name="connsiteX183" fmla="*/ 1784210 w 2915191"/>
                <a:gd name="connsiteY183" fmla="*/ 198148 h 831598"/>
                <a:gd name="connsiteX184" fmla="*/ 1793969 w 2915191"/>
                <a:gd name="connsiteY184" fmla="*/ 185568 h 831598"/>
                <a:gd name="connsiteX185" fmla="*/ 1803713 w 2915191"/>
                <a:gd name="connsiteY185" fmla="*/ 178976 h 831598"/>
                <a:gd name="connsiteX186" fmla="*/ 1813457 w 2915191"/>
                <a:gd name="connsiteY186" fmla="*/ 149982 h 831598"/>
                <a:gd name="connsiteX187" fmla="*/ 1823215 w 2915191"/>
                <a:gd name="connsiteY187" fmla="*/ 129307 h 831598"/>
                <a:gd name="connsiteX188" fmla="*/ 1832959 w 2915191"/>
                <a:gd name="connsiteY188" fmla="*/ 122960 h 831598"/>
                <a:gd name="connsiteX189" fmla="*/ 1842703 w 2915191"/>
                <a:gd name="connsiteY189" fmla="*/ 130753 h 831598"/>
                <a:gd name="connsiteX190" fmla="*/ 1852462 w 2915191"/>
                <a:gd name="connsiteY190" fmla="*/ 137676 h 831598"/>
                <a:gd name="connsiteX191" fmla="*/ 1862206 w 2915191"/>
                <a:gd name="connsiteY191" fmla="*/ 171554 h 831598"/>
                <a:gd name="connsiteX192" fmla="*/ 1871965 w 2915191"/>
                <a:gd name="connsiteY192" fmla="*/ 180136 h 831598"/>
                <a:gd name="connsiteX193" fmla="*/ 1881709 w 2915191"/>
                <a:gd name="connsiteY193" fmla="*/ 153357 h 831598"/>
                <a:gd name="connsiteX194" fmla="*/ 1891453 w 2915191"/>
                <a:gd name="connsiteY194" fmla="*/ 153448 h 831598"/>
                <a:gd name="connsiteX195" fmla="*/ 1901212 w 2915191"/>
                <a:gd name="connsiteY195" fmla="*/ 170666 h 831598"/>
                <a:gd name="connsiteX196" fmla="*/ 1910956 w 2915191"/>
                <a:gd name="connsiteY196" fmla="*/ 181751 h 831598"/>
                <a:gd name="connsiteX197" fmla="*/ 1920714 w 2915191"/>
                <a:gd name="connsiteY197" fmla="*/ 211296 h 831598"/>
                <a:gd name="connsiteX198" fmla="*/ 1930458 w 2915191"/>
                <a:gd name="connsiteY198" fmla="*/ 232251 h 831598"/>
                <a:gd name="connsiteX199" fmla="*/ 1940202 w 2915191"/>
                <a:gd name="connsiteY199" fmla="*/ 212975 h 831598"/>
                <a:gd name="connsiteX200" fmla="*/ 1949961 w 2915191"/>
                <a:gd name="connsiteY200" fmla="*/ 212299 h 831598"/>
                <a:gd name="connsiteX201" fmla="*/ 1959705 w 2915191"/>
                <a:gd name="connsiteY201" fmla="*/ 190609 h 831598"/>
                <a:gd name="connsiteX202" fmla="*/ 1969464 w 2915191"/>
                <a:gd name="connsiteY202" fmla="*/ 188541 h 831598"/>
                <a:gd name="connsiteX203" fmla="*/ 1979208 w 2915191"/>
                <a:gd name="connsiteY203" fmla="*/ 211726 h 831598"/>
                <a:gd name="connsiteX204" fmla="*/ 1988952 w 2915191"/>
                <a:gd name="connsiteY204" fmla="*/ 245429 h 831598"/>
                <a:gd name="connsiteX205" fmla="*/ 1998711 w 2915191"/>
                <a:gd name="connsiteY205" fmla="*/ 263855 h 831598"/>
                <a:gd name="connsiteX206" fmla="*/ 2008454 w 2915191"/>
                <a:gd name="connsiteY206" fmla="*/ 273177 h 831598"/>
                <a:gd name="connsiteX207" fmla="*/ 2018213 w 2915191"/>
                <a:gd name="connsiteY207" fmla="*/ 246139 h 831598"/>
                <a:gd name="connsiteX208" fmla="*/ 2027957 w 2915191"/>
                <a:gd name="connsiteY208" fmla="*/ 245714 h 831598"/>
                <a:gd name="connsiteX209" fmla="*/ 2037701 w 2915191"/>
                <a:gd name="connsiteY209" fmla="*/ 265702 h 831598"/>
                <a:gd name="connsiteX210" fmla="*/ 2047460 w 2915191"/>
                <a:gd name="connsiteY210" fmla="*/ 254957 h 831598"/>
                <a:gd name="connsiteX211" fmla="*/ 2057204 w 2915191"/>
                <a:gd name="connsiteY211" fmla="*/ 258499 h 831598"/>
                <a:gd name="connsiteX212" fmla="*/ 2066963 w 2915191"/>
                <a:gd name="connsiteY212" fmla="*/ 242892 h 831598"/>
                <a:gd name="connsiteX213" fmla="*/ 2076707 w 2915191"/>
                <a:gd name="connsiteY213" fmla="*/ 274034 h 831598"/>
                <a:gd name="connsiteX214" fmla="*/ 2086451 w 2915191"/>
                <a:gd name="connsiteY214" fmla="*/ 293857 h 831598"/>
                <a:gd name="connsiteX215" fmla="*/ 2096210 w 2915191"/>
                <a:gd name="connsiteY215" fmla="*/ 301055 h 831598"/>
                <a:gd name="connsiteX216" fmla="*/ 2105954 w 2915191"/>
                <a:gd name="connsiteY216" fmla="*/ 285865 h 831598"/>
                <a:gd name="connsiteX217" fmla="*/ 2115697 w 2915191"/>
                <a:gd name="connsiteY217" fmla="*/ 277263 h 831598"/>
                <a:gd name="connsiteX218" fmla="*/ 2125456 w 2915191"/>
                <a:gd name="connsiteY218" fmla="*/ 272318 h 831598"/>
                <a:gd name="connsiteX219" fmla="*/ 2135200 w 2915191"/>
                <a:gd name="connsiteY219" fmla="*/ 261702 h 831598"/>
                <a:gd name="connsiteX220" fmla="*/ 2144959 w 2915191"/>
                <a:gd name="connsiteY220" fmla="*/ 251163 h 831598"/>
                <a:gd name="connsiteX221" fmla="*/ 2154703 w 2915191"/>
                <a:gd name="connsiteY221" fmla="*/ 257133 h 831598"/>
                <a:gd name="connsiteX222" fmla="*/ 2164447 w 2915191"/>
                <a:gd name="connsiteY222" fmla="*/ 260276 h 831598"/>
                <a:gd name="connsiteX223" fmla="*/ 2174206 w 2915191"/>
                <a:gd name="connsiteY223" fmla="*/ 290241 h 831598"/>
                <a:gd name="connsiteX224" fmla="*/ 2183950 w 2915191"/>
                <a:gd name="connsiteY224" fmla="*/ 292829 h 831598"/>
                <a:gd name="connsiteX225" fmla="*/ 2193709 w 2915191"/>
                <a:gd name="connsiteY225" fmla="*/ 324506 h 831598"/>
                <a:gd name="connsiteX226" fmla="*/ 2203452 w 2915191"/>
                <a:gd name="connsiteY226" fmla="*/ 326432 h 831598"/>
                <a:gd name="connsiteX227" fmla="*/ 2213196 w 2915191"/>
                <a:gd name="connsiteY227" fmla="*/ 326468 h 831598"/>
                <a:gd name="connsiteX228" fmla="*/ 2222955 w 2915191"/>
                <a:gd name="connsiteY228" fmla="*/ 307972 h 831598"/>
                <a:gd name="connsiteX229" fmla="*/ 2232699 w 2915191"/>
                <a:gd name="connsiteY229" fmla="*/ 305496 h 831598"/>
                <a:gd name="connsiteX230" fmla="*/ 2242458 w 2915191"/>
                <a:gd name="connsiteY230" fmla="*/ 264269 h 831598"/>
                <a:gd name="connsiteX231" fmla="*/ 2252202 w 2915191"/>
                <a:gd name="connsiteY231" fmla="*/ 191659 h 831598"/>
                <a:gd name="connsiteX232" fmla="*/ 2261946 w 2915191"/>
                <a:gd name="connsiteY232" fmla="*/ 189688 h 831598"/>
                <a:gd name="connsiteX233" fmla="*/ 2271705 w 2915191"/>
                <a:gd name="connsiteY233" fmla="*/ 193664 h 831598"/>
                <a:gd name="connsiteX234" fmla="*/ 2281449 w 2915191"/>
                <a:gd name="connsiteY234" fmla="*/ 190022 h 831598"/>
                <a:gd name="connsiteX235" fmla="*/ 2291208 w 2915191"/>
                <a:gd name="connsiteY235" fmla="*/ 186042 h 831598"/>
                <a:gd name="connsiteX236" fmla="*/ 2300951 w 2915191"/>
                <a:gd name="connsiteY236" fmla="*/ 179580 h 831598"/>
                <a:gd name="connsiteX237" fmla="*/ 2310695 w 2915191"/>
                <a:gd name="connsiteY237" fmla="*/ 185936 h 831598"/>
                <a:gd name="connsiteX238" fmla="*/ 2320454 w 2915191"/>
                <a:gd name="connsiteY238" fmla="*/ 166906 h 831598"/>
                <a:gd name="connsiteX239" fmla="*/ 2330198 w 2915191"/>
                <a:gd name="connsiteY239" fmla="*/ 142671 h 831598"/>
                <a:gd name="connsiteX240" fmla="*/ 2339957 w 2915191"/>
                <a:gd name="connsiteY240" fmla="*/ 134752 h 831598"/>
                <a:gd name="connsiteX241" fmla="*/ 2349701 w 2915191"/>
                <a:gd name="connsiteY241" fmla="*/ 126616 h 831598"/>
                <a:gd name="connsiteX242" fmla="*/ 2359445 w 2915191"/>
                <a:gd name="connsiteY242" fmla="*/ 124174 h 831598"/>
                <a:gd name="connsiteX243" fmla="*/ 2369204 w 2915191"/>
                <a:gd name="connsiteY243" fmla="*/ 138937 h 831598"/>
                <a:gd name="connsiteX244" fmla="*/ 2378948 w 2915191"/>
                <a:gd name="connsiteY244" fmla="*/ 155216 h 831598"/>
                <a:gd name="connsiteX245" fmla="*/ 2388692 w 2915191"/>
                <a:gd name="connsiteY245" fmla="*/ 164866 h 831598"/>
                <a:gd name="connsiteX246" fmla="*/ 2398450 w 2915191"/>
                <a:gd name="connsiteY246" fmla="*/ 183310 h 831598"/>
                <a:gd name="connsiteX247" fmla="*/ 2408194 w 2915191"/>
                <a:gd name="connsiteY247" fmla="*/ 195591 h 831598"/>
                <a:gd name="connsiteX248" fmla="*/ 2417953 w 2915191"/>
                <a:gd name="connsiteY248" fmla="*/ 232222 h 831598"/>
                <a:gd name="connsiteX249" fmla="*/ 2427697 w 2915191"/>
                <a:gd name="connsiteY249" fmla="*/ 217403 h 831598"/>
                <a:gd name="connsiteX250" fmla="*/ 2437441 w 2915191"/>
                <a:gd name="connsiteY250" fmla="*/ 198274 h 831598"/>
                <a:gd name="connsiteX251" fmla="*/ 2447200 w 2915191"/>
                <a:gd name="connsiteY251" fmla="*/ 185550 h 831598"/>
                <a:gd name="connsiteX252" fmla="*/ 2456944 w 2915191"/>
                <a:gd name="connsiteY252" fmla="*/ 180226 h 831598"/>
                <a:gd name="connsiteX253" fmla="*/ 2466703 w 2915191"/>
                <a:gd name="connsiteY253" fmla="*/ 210001 h 831598"/>
                <a:gd name="connsiteX254" fmla="*/ 2476446 w 2915191"/>
                <a:gd name="connsiteY254" fmla="*/ 191838 h 831598"/>
                <a:gd name="connsiteX255" fmla="*/ 2486190 w 2915191"/>
                <a:gd name="connsiteY255" fmla="*/ 175498 h 831598"/>
                <a:gd name="connsiteX256" fmla="*/ 2495949 w 2915191"/>
                <a:gd name="connsiteY256" fmla="*/ 140727 h 831598"/>
                <a:gd name="connsiteX257" fmla="*/ 2505693 w 2915191"/>
                <a:gd name="connsiteY257" fmla="*/ 149584 h 831598"/>
                <a:gd name="connsiteX258" fmla="*/ 2515452 w 2915191"/>
                <a:gd name="connsiteY258" fmla="*/ 115536 h 831598"/>
                <a:gd name="connsiteX259" fmla="*/ 2525196 w 2915191"/>
                <a:gd name="connsiteY259" fmla="*/ 85133 h 831598"/>
                <a:gd name="connsiteX260" fmla="*/ 2534940 w 2915191"/>
                <a:gd name="connsiteY260" fmla="*/ 47029 h 831598"/>
                <a:gd name="connsiteX261" fmla="*/ 2544699 w 2915191"/>
                <a:gd name="connsiteY261" fmla="*/ 48088 h 831598"/>
                <a:gd name="connsiteX262" fmla="*/ 2554443 w 2915191"/>
                <a:gd name="connsiteY262" fmla="*/ 4054 h 831598"/>
                <a:gd name="connsiteX263" fmla="*/ 2564202 w 2915191"/>
                <a:gd name="connsiteY263" fmla="*/ 3011 h 831598"/>
                <a:gd name="connsiteX264" fmla="*/ 2573946 w 2915191"/>
                <a:gd name="connsiteY264" fmla="*/ 31601 h 831598"/>
                <a:gd name="connsiteX265" fmla="*/ 2583690 w 2915191"/>
                <a:gd name="connsiteY265" fmla="*/ 19236 h 831598"/>
                <a:gd name="connsiteX266" fmla="*/ 2593448 w 2915191"/>
                <a:gd name="connsiteY266" fmla="*/ 32569 h 831598"/>
                <a:gd name="connsiteX267" fmla="*/ 2603192 w 2915191"/>
                <a:gd name="connsiteY267" fmla="*/ 12071 h 831598"/>
                <a:gd name="connsiteX268" fmla="*/ 2612951 w 2915191"/>
                <a:gd name="connsiteY268" fmla="*/ 31038 h 831598"/>
                <a:gd name="connsiteX269" fmla="*/ 2622695 w 2915191"/>
                <a:gd name="connsiteY269" fmla="*/ 41147 h 831598"/>
                <a:gd name="connsiteX270" fmla="*/ 2632439 w 2915191"/>
                <a:gd name="connsiteY270" fmla="*/ 46918 h 831598"/>
                <a:gd name="connsiteX271" fmla="*/ 2642198 w 2915191"/>
                <a:gd name="connsiteY271" fmla="*/ 36346 h 831598"/>
                <a:gd name="connsiteX272" fmla="*/ 2651942 w 2915191"/>
                <a:gd name="connsiteY272" fmla="*/ 51594 h 831598"/>
                <a:gd name="connsiteX273" fmla="*/ 2661685 w 2915191"/>
                <a:gd name="connsiteY273" fmla="*/ 45436 h 831598"/>
                <a:gd name="connsiteX274" fmla="*/ 2671444 w 2915191"/>
                <a:gd name="connsiteY274" fmla="*/ 66275 h 831598"/>
                <a:gd name="connsiteX275" fmla="*/ 2681188 w 2915191"/>
                <a:gd name="connsiteY275" fmla="*/ 86234 h 831598"/>
                <a:gd name="connsiteX276" fmla="*/ 2690947 w 2915191"/>
                <a:gd name="connsiteY276" fmla="*/ 82613 h 831598"/>
                <a:gd name="connsiteX277" fmla="*/ 2700691 w 2915191"/>
                <a:gd name="connsiteY277" fmla="*/ 100756 h 831598"/>
                <a:gd name="connsiteX278" fmla="*/ 2710435 w 2915191"/>
                <a:gd name="connsiteY278" fmla="*/ 99214 h 831598"/>
                <a:gd name="connsiteX279" fmla="*/ 2720194 w 2915191"/>
                <a:gd name="connsiteY279" fmla="*/ 104235 h 831598"/>
                <a:gd name="connsiteX280" fmla="*/ 2729938 w 2915191"/>
                <a:gd name="connsiteY280" fmla="*/ 63193 h 831598"/>
                <a:gd name="connsiteX281" fmla="*/ 2739697 w 2915191"/>
                <a:gd name="connsiteY281" fmla="*/ 40652 h 831598"/>
                <a:gd name="connsiteX282" fmla="*/ 2749441 w 2915191"/>
                <a:gd name="connsiteY282" fmla="*/ 44841 h 831598"/>
                <a:gd name="connsiteX283" fmla="*/ 2759185 w 2915191"/>
                <a:gd name="connsiteY283" fmla="*/ 10638 h 831598"/>
                <a:gd name="connsiteX284" fmla="*/ 2768943 w 2915191"/>
                <a:gd name="connsiteY284" fmla="*/ 11088 h 831598"/>
                <a:gd name="connsiteX285" fmla="*/ 2778687 w 2915191"/>
                <a:gd name="connsiteY285" fmla="*/ 15988 h 831598"/>
                <a:gd name="connsiteX286" fmla="*/ 2788446 w 2915191"/>
                <a:gd name="connsiteY286" fmla="*/ 39679 h 831598"/>
                <a:gd name="connsiteX287" fmla="*/ 2798190 w 2915191"/>
                <a:gd name="connsiteY287" fmla="*/ 39345 h 831598"/>
                <a:gd name="connsiteX288" fmla="*/ 2807934 w 2915191"/>
                <a:gd name="connsiteY288" fmla="*/ 29579 h 831598"/>
                <a:gd name="connsiteX289" fmla="*/ 2817693 w 2915191"/>
                <a:gd name="connsiteY289" fmla="*/ 23725 h 831598"/>
                <a:gd name="connsiteX290" fmla="*/ 2827437 w 2915191"/>
                <a:gd name="connsiteY290" fmla="*/ 0 h 831598"/>
                <a:gd name="connsiteX291" fmla="*/ 2837196 w 2915191"/>
                <a:gd name="connsiteY291" fmla="*/ 5428 h 831598"/>
                <a:gd name="connsiteX292" fmla="*/ 2846940 w 2915191"/>
                <a:gd name="connsiteY292" fmla="*/ 7555 h 831598"/>
                <a:gd name="connsiteX293" fmla="*/ 2856684 w 2915191"/>
                <a:gd name="connsiteY293" fmla="*/ 42063 h 831598"/>
                <a:gd name="connsiteX294" fmla="*/ 2866442 w 2915191"/>
                <a:gd name="connsiteY294" fmla="*/ 43366 h 831598"/>
                <a:gd name="connsiteX295" fmla="*/ 2876186 w 2915191"/>
                <a:gd name="connsiteY295" fmla="*/ 35099 h 831598"/>
                <a:gd name="connsiteX296" fmla="*/ 2885945 w 2915191"/>
                <a:gd name="connsiteY296" fmla="*/ 36222 h 831598"/>
                <a:gd name="connsiteX297" fmla="*/ 2895689 w 2915191"/>
                <a:gd name="connsiteY297" fmla="*/ 57972 h 831598"/>
                <a:gd name="connsiteX298" fmla="*/ 2905433 w 2915191"/>
                <a:gd name="connsiteY298" fmla="*/ 77797 h 831598"/>
                <a:gd name="connsiteX299" fmla="*/ 2915192 w 2915191"/>
                <a:gd name="connsiteY299" fmla="*/ 91955 h 83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831598">
                  <a:moveTo>
                    <a:pt x="0" y="660216"/>
                  </a:moveTo>
                  <a:lnTo>
                    <a:pt x="9750" y="651589"/>
                  </a:lnTo>
                  <a:lnTo>
                    <a:pt x="19500" y="651664"/>
                  </a:lnTo>
                  <a:lnTo>
                    <a:pt x="29250" y="682251"/>
                  </a:lnTo>
                  <a:lnTo>
                    <a:pt x="39000" y="704793"/>
                  </a:lnTo>
                  <a:lnTo>
                    <a:pt x="48749" y="686304"/>
                  </a:lnTo>
                  <a:lnTo>
                    <a:pt x="58499" y="677871"/>
                  </a:lnTo>
                  <a:lnTo>
                    <a:pt x="68249" y="665117"/>
                  </a:lnTo>
                  <a:lnTo>
                    <a:pt x="77998" y="703289"/>
                  </a:lnTo>
                  <a:lnTo>
                    <a:pt x="87748" y="699653"/>
                  </a:lnTo>
                  <a:lnTo>
                    <a:pt x="97497" y="702782"/>
                  </a:lnTo>
                  <a:lnTo>
                    <a:pt x="107247" y="714016"/>
                  </a:lnTo>
                  <a:lnTo>
                    <a:pt x="116997" y="718843"/>
                  </a:lnTo>
                  <a:lnTo>
                    <a:pt x="126747" y="689030"/>
                  </a:lnTo>
                  <a:lnTo>
                    <a:pt x="136497" y="669647"/>
                  </a:lnTo>
                  <a:lnTo>
                    <a:pt x="146247" y="660067"/>
                  </a:lnTo>
                  <a:lnTo>
                    <a:pt x="155997" y="664179"/>
                  </a:lnTo>
                  <a:lnTo>
                    <a:pt x="165747" y="626902"/>
                  </a:lnTo>
                  <a:lnTo>
                    <a:pt x="175497" y="644885"/>
                  </a:lnTo>
                  <a:lnTo>
                    <a:pt x="185247" y="643290"/>
                  </a:lnTo>
                  <a:lnTo>
                    <a:pt x="194996" y="675457"/>
                  </a:lnTo>
                  <a:lnTo>
                    <a:pt x="204746" y="628108"/>
                  </a:lnTo>
                  <a:lnTo>
                    <a:pt x="214495" y="633710"/>
                  </a:lnTo>
                  <a:lnTo>
                    <a:pt x="224245" y="620570"/>
                  </a:lnTo>
                  <a:lnTo>
                    <a:pt x="233995" y="618990"/>
                  </a:lnTo>
                  <a:lnTo>
                    <a:pt x="243744" y="620033"/>
                  </a:lnTo>
                  <a:lnTo>
                    <a:pt x="253494" y="635528"/>
                  </a:lnTo>
                  <a:lnTo>
                    <a:pt x="263244" y="635021"/>
                  </a:lnTo>
                  <a:lnTo>
                    <a:pt x="272994" y="625933"/>
                  </a:lnTo>
                  <a:lnTo>
                    <a:pt x="282744" y="641324"/>
                  </a:lnTo>
                  <a:lnTo>
                    <a:pt x="292494" y="659173"/>
                  </a:lnTo>
                  <a:lnTo>
                    <a:pt x="302244" y="672269"/>
                  </a:lnTo>
                  <a:lnTo>
                    <a:pt x="311994" y="676709"/>
                  </a:lnTo>
                  <a:lnTo>
                    <a:pt x="321744" y="662108"/>
                  </a:lnTo>
                  <a:lnTo>
                    <a:pt x="331493" y="678810"/>
                  </a:lnTo>
                  <a:lnTo>
                    <a:pt x="341243" y="669691"/>
                  </a:lnTo>
                  <a:lnTo>
                    <a:pt x="350993" y="672641"/>
                  </a:lnTo>
                  <a:lnTo>
                    <a:pt x="360742" y="716519"/>
                  </a:lnTo>
                  <a:lnTo>
                    <a:pt x="370492" y="719633"/>
                  </a:lnTo>
                  <a:lnTo>
                    <a:pt x="380241" y="741653"/>
                  </a:lnTo>
                  <a:lnTo>
                    <a:pt x="389991" y="757536"/>
                  </a:lnTo>
                  <a:lnTo>
                    <a:pt x="399741" y="785024"/>
                  </a:lnTo>
                  <a:lnTo>
                    <a:pt x="409491" y="797435"/>
                  </a:lnTo>
                  <a:lnTo>
                    <a:pt x="419241" y="831599"/>
                  </a:lnTo>
                  <a:lnTo>
                    <a:pt x="428991" y="815657"/>
                  </a:lnTo>
                  <a:lnTo>
                    <a:pt x="438741" y="797525"/>
                  </a:lnTo>
                  <a:lnTo>
                    <a:pt x="448491" y="794545"/>
                  </a:lnTo>
                  <a:lnTo>
                    <a:pt x="458241" y="786916"/>
                  </a:lnTo>
                  <a:lnTo>
                    <a:pt x="467991" y="744410"/>
                  </a:lnTo>
                  <a:lnTo>
                    <a:pt x="477740" y="709650"/>
                  </a:lnTo>
                  <a:lnTo>
                    <a:pt x="487490" y="705181"/>
                  </a:lnTo>
                  <a:lnTo>
                    <a:pt x="497239" y="706581"/>
                  </a:lnTo>
                  <a:lnTo>
                    <a:pt x="506989" y="729406"/>
                  </a:lnTo>
                  <a:lnTo>
                    <a:pt x="516738" y="743948"/>
                  </a:lnTo>
                  <a:lnTo>
                    <a:pt x="526488" y="694915"/>
                  </a:lnTo>
                  <a:lnTo>
                    <a:pt x="536238" y="702216"/>
                  </a:lnTo>
                  <a:lnTo>
                    <a:pt x="545988" y="701933"/>
                  </a:lnTo>
                  <a:lnTo>
                    <a:pt x="555738" y="687213"/>
                  </a:lnTo>
                  <a:lnTo>
                    <a:pt x="565488" y="668574"/>
                  </a:lnTo>
                  <a:lnTo>
                    <a:pt x="575238" y="659620"/>
                  </a:lnTo>
                  <a:lnTo>
                    <a:pt x="584988" y="657832"/>
                  </a:lnTo>
                  <a:lnTo>
                    <a:pt x="594738" y="666652"/>
                  </a:lnTo>
                  <a:lnTo>
                    <a:pt x="604488" y="636586"/>
                  </a:lnTo>
                  <a:lnTo>
                    <a:pt x="614237" y="624011"/>
                  </a:lnTo>
                  <a:lnTo>
                    <a:pt x="623987" y="648147"/>
                  </a:lnTo>
                  <a:lnTo>
                    <a:pt x="633736" y="654703"/>
                  </a:lnTo>
                  <a:lnTo>
                    <a:pt x="643486" y="650665"/>
                  </a:lnTo>
                  <a:lnTo>
                    <a:pt x="653236" y="633263"/>
                  </a:lnTo>
                  <a:lnTo>
                    <a:pt x="662985" y="650755"/>
                  </a:lnTo>
                  <a:lnTo>
                    <a:pt x="672735" y="688792"/>
                  </a:lnTo>
                  <a:lnTo>
                    <a:pt x="682485" y="702454"/>
                  </a:lnTo>
                  <a:lnTo>
                    <a:pt x="692235" y="699787"/>
                  </a:lnTo>
                  <a:lnTo>
                    <a:pt x="701985" y="707803"/>
                  </a:lnTo>
                  <a:lnTo>
                    <a:pt x="711735" y="747926"/>
                  </a:lnTo>
                  <a:lnTo>
                    <a:pt x="721485" y="782372"/>
                  </a:lnTo>
                  <a:lnTo>
                    <a:pt x="731235" y="771436"/>
                  </a:lnTo>
                  <a:lnTo>
                    <a:pt x="740985" y="772807"/>
                  </a:lnTo>
                  <a:lnTo>
                    <a:pt x="750734" y="753483"/>
                  </a:lnTo>
                  <a:lnTo>
                    <a:pt x="760484" y="777009"/>
                  </a:lnTo>
                  <a:lnTo>
                    <a:pt x="770233" y="759353"/>
                  </a:lnTo>
                  <a:lnTo>
                    <a:pt x="779983" y="754869"/>
                  </a:lnTo>
                  <a:lnTo>
                    <a:pt x="789733" y="747419"/>
                  </a:lnTo>
                  <a:lnTo>
                    <a:pt x="799482" y="714969"/>
                  </a:lnTo>
                  <a:lnTo>
                    <a:pt x="809232" y="694170"/>
                  </a:lnTo>
                  <a:lnTo>
                    <a:pt x="818982" y="713330"/>
                  </a:lnTo>
                  <a:lnTo>
                    <a:pt x="828732" y="704317"/>
                  </a:lnTo>
                  <a:lnTo>
                    <a:pt x="838482" y="728751"/>
                  </a:lnTo>
                  <a:lnTo>
                    <a:pt x="848232" y="735917"/>
                  </a:lnTo>
                  <a:lnTo>
                    <a:pt x="857982" y="725786"/>
                  </a:lnTo>
                  <a:lnTo>
                    <a:pt x="867732" y="712794"/>
                  </a:lnTo>
                  <a:lnTo>
                    <a:pt x="877482" y="717607"/>
                  </a:lnTo>
                  <a:lnTo>
                    <a:pt x="887231" y="695958"/>
                  </a:lnTo>
                  <a:lnTo>
                    <a:pt x="896981" y="681760"/>
                  </a:lnTo>
                  <a:lnTo>
                    <a:pt x="906730" y="664149"/>
                  </a:lnTo>
                  <a:lnTo>
                    <a:pt x="916480" y="668619"/>
                  </a:lnTo>
                  <a:lnTo>
                    <a:pt x="926230" y="656491"/>
                  </a:lnTo>
                  <a:lnTo>
                    <a:pt x="935979" y="643454"/>
                  </a:lnTo>
                  <a:lnTo>
                    <a:pt x="945729" y="633189"/>
                  </a:lnTo>
                  <a:lnTo>
                    <a:pt x="955479" y="684814"/>
                  </a:lnTo>
                  <a:lnTo>
                    <a:pt x="965229" y="692695"/>
                  </a:lnTo>
                  <a:lnTo>
                    <a:pt x="974979" y="676009"/>
                  </a:lnTo>
                  <a:lnTo>
                    <a:pt x="984729" y="675264"/>
                  </a:lnTo>
                  <a:lnTo>
                    <a:pt x="994474" y="678720"/>
                  </a:lnTo>
                  <a:lnTo>
                    <a:pt x="1004233" y="636303"/>
                  </a:lnTo>
                  <a:lnTo>
                    <a:pt x="1013977" y="584976"/>
                  </a:lnTo>
                  <a:lnTo>
                    <a:pt x="1023721" y="548518"/>
                  </a:lnTo>
                  <a:lnTo>
                    <a:pt x="1033480" y="564564"/>
                  </a:lnTo>
                  <a:lnTo>
                    <a:pt x="1043224" y="547535"/>
                  </a:lnTo>
                  <a:lnTo>
                    <a:pt x="1052983" y="482060"/>
                  </a:lnTo>
                  <a:lnTo>
                    <a:pt x="1062727" y="460694"/>
                  </a:lnTo>
                  <a:lnTo>
                    <a:pt x="1072471" y="453853"/>
                  </a:lnTo>
                  <a:lnTo>
                    <a:pt x="1082230" y="422178"/>
                  </a:lnTo>
                  <a:lnTo>
                    <a:pt x="1091973" y="435831"/>
                  </a:lnTo>
                  <a:lnTo>
                    <a:pt x="1101732" y="439097"/>
                  </a:lnTo>
                  <a:lnTo>
                    <a:pt x="1111476" y="451210"/>
                  </a:lnTo>
                  <a:lnTo>
                    <a:pt x="1121220" y="466357"/>
                  </a:lnTo>
                  <a:lnTo>
                    <a:pt x="1130979" y="458632"/>
                  </a:lnTo>
                  <a:lnTo>
                    <a:pt x="1140723" y="482824"/>
                  </a:lnTo>
                  <a:lnTo>
                    <a:pt x="1150482" y="467645"/>
                  </a:lnTo>
                  <a:lnTo>
                    <a:pt x="1160226" y="468753"/>
                  </a:lnTo>
                  <a:lnTo>
                    <a:pt x="1169969" y="457142"/>
                  </a:lnTo>
                  <a:lnTo>
                    <a:pt x="1179728" y="432330"/>
                  </a:lnTo>
                  <a:lnTo>
                    <a:pt x="1189472" y="479582"/>
                  </a:lnTo>
                  <a:lnTo>
                    <a:pt x="1199231" y="494391"/>
                  </a:lnTo>
                  <a:lnTo>
                    <a:pt x="1208975" y="538446"/>
                  </a:lnTo>
                  <a:lnTo>
                    <a:pt x="1218719" y="553539"/>
                  </a:lnTo>
                  <a:lnTo>
                    <a:pt x="1228478" y="565577"/>
                  </a:lnTo>
                  <a:lnTo>
                    <a:pt x="1238222" y="582070"/>
                  </a:lnTo>
                  <a:lnTo>
                    <a:pt x="1247966" y="523842"/>
                  </a:lnTo>
                  <a:lnTo>
                    <a:pt x="1257725" y="510457"/>
                  </a:lnTo>
                  <a:lnTo>
                    <a:pt x="1267469" y="487519"/>
                  </a:lnTo>
                  <a:lnTo>
                    <a:pt x="1277227" y="470011"/>
                  </a:lnTo>
                  <a:lnTo>
                    <a:pt x="1286971" y="460413"/>
                  </a:lnTo>
                  <a:lnTo>
                    <a:pt x="1296715" y="429109"/>
                  </a:lnTo>
                  <a:lnTo>
                    <a:pt x="1306474" y="419800"/>
                  </a:lnTo>
                  <a:lnTo>
                    <a:pt x="1316218" y="407556"/>
                  </a:lnTo>
                  <a:lnTo>
                    <a:pt x="1325977" y="426939"/>
                  </a:lnTo>
                  <a:lnTo>
                    <a:pt x="1335721" y="444024"/>
                  </a:lnTo>
                  <a:lnTo>
                    <a:pt x="1345465" y="428216"/>
                  </a:lnTo>
                  <a:lnTo>
                    <a:pt x="1355224" y="460295"/>
                  </a:lnTo>
                  <a:lnTo>
                    <a:pt x="1364967" y="477830"/>
                  </a:lnTo>
                  <a:lnTo>
                    <a:pt x="1374726" y="490735"/>
                  </a:lnTo>
                  <a:lnTo>
                    <a:pt x="1384470" y="496170"/>
                  </a:lnTo>
                  <a:lnTo>
                    <a:pt x="1394214" y="502014"/>
                  </a:lnTo>
                  <a:lnTo>
                    <a:pt x="1403973" y="489314"/>
                  </a:lnTo>
                  <a:lnTo>
                    <a:pt x="1413717" y="472623"/>
                  </a:lnTo>
                  <a:lnTo>
                    <a:pt x="1423476" y="454358"/>
                  </a:lnTo>
                  <a:lnTo>
                    <a:pt x="1433220" y="452382"/>
                  </a:lnTo>
                  <a:lnTo>
                    <a:pt x="1442964" y="408527"/>
                  </a:lnTo>
                  <a:lnTo>
                    <a:pt x="1452722" y="428578"/>
                  </a:lnTo>
                  <a:lnTo>
                    <a:pt x="1462466" y="437151"/>
                  </a:lnTo>
                  <a:lnTo>
                    <a:pt x="1472225" y="437622"/>
                  </a:lnTo>
                  <a:lnTo>
                    <a:pt x="1481969" y="443637"/>
                  </a:lnTo>
                  <a:lnTo>
                    <a:pt x="1491713" y="429217"/>
                  </a:lnTo>
                  <a:lnTo>
                    <a:pt x="1501472" y="412078"/>
                  </a:lnTo>
                  <a:lnTo>
                    <a:pt x="1511216" y="356683"/>
                  </a:lnTo>
                  <a:lnTo>
                    <a:pt x="1520960" y="301575"/>
                  </a:lnTo>
                  <a:lnTo>
                    <a:pt x="1530719" y="323530"/>
                  </a:lnTo>
                  <a:lnTo>
                    <a:pt x="1540463" y="317390"/>
                  </a:lnTo>
                  <a:lnTo>
                    <a:pt x="1550221" y="308066"/>
                  </a:lnTo>
                  <a:lnTo>
                    <a:pt x="1559965" y="283075"/>
                  </a:lnTo>
                  <a:lnTo>
                    <a:pt x="1569709" y="249615"/>
                  </a:lnTo>
                  <a:lnTo>
                    <a:pt x="1579468" y="225580"/>
                  </a:lnTo>
                  <a:lnTo>
                    <a:pt x="1589212" y="186978"/>
                  </a:lnTo>
                  <a:lnTo>
                    <a:pt x="1598971" y="216572"/>
                  </a:lnTo>
                  <a:lnTo>
                    <a:pt x="1608715" y="217996"/>
                  </a:lnTo>
                  <a:lnTo>
                    <a:pt x="1618459" y="190927"/>
                  </a:lnTo>
                  <a:lnTo>
                    <a:pt x="1628218" y="176705"/>
                  </a:lnTo>
                  <a:lnTo>
                    <a:pt x="1637962" y="181464"/>
                  </a:lnTo>
                  <a:lnTo>
                    <a:pt x="1647720" y="183837"/>
                  </a:lnTo>
                  <a:lnTo>
                    <a:pt x="1657464" y="202587"/>
                  </a:lnTo>
                  <a:lnTo>
                    <a:pt x="1667208" y="180592"/>
                  </a:lnTo>
                  <a:lnTo>
                    <a:pt x="1676967" y="199515"/>
                  </a:lnTo>
                  <a:lnTo>
                    <a:pt x="1686711" y="213704"/>
                  </a:lnTo>
                  <a:lnTo>
                    <a:pt x="1696470" y="197921"/>
                  </a:lnTo>
                  <a:lnTo>
                    <a:pt x="1706214" y="211643"/>
                  </a:lnTo>
                  <a:lnTo>
                    <a:pt x="1715958" y="213052"/>
                  </a:lnTo>
                  <a:lnTo>
                    <a:pt x="1725716" y="240476"/>
                  </a:lnTo>
                  <a:lnTo>
                    <a:pt x="1735460" y="272698"/>
                  </a:lnTo>
                  <a:lnTo>
                    <a:pt x="1745219" y="248576"/>
                  </a:lnTo>
                  <a:lnTo>
                    <a:pt x="1754963" y="233449"/>
                  </a:lnTo>
                  <a:lnTo>
                    <a:pt x="1764707" y="244793"/>
                  </a:lnTo>
                  <a:lnTo>
                    <a:pt x="1774466" y="217460"/>
                  </a:lnTo>
                  <a:lnTo>
                    <a:pt x="1784210" y="198148"/>
                  </a:lnTo>
                  <a:lnTo>
                    <a:pt x="1793969" y="185568"/>
                  </a:lnTo>
                  <a:lnTo>
                    <a:pt x="1803713" y="178976"/>
                  </a:lnTo>
                  <a:lnTo>
                    <a:pt x="1813457" y="149982"/>
                  </a:lnTo>
                  <a:lnTo>
                    <a:pt x="1823215" y="129307"/>
                  </a:lnTo>
                  <a:lnTo>
                    <a:pt x="1832959" y="122960"/>
                  </a:lnTo>
                  <a:lnTo>
                    <a:pt x="1842703" y="130753"/>
                  </a:lnTo>
                  <a:lnTo>
                    <a:pt x="1852462" y="137676"/>
                  </a:lnTo>
                  <a:lnTo>
                    <a:pt x="1862206" y="171554"/>
                  </a:lnTo>
                  <a:lnTo>
                    <a:pt x="1871965" y="180136"/>
                  </a:lnTo>
                  <a:lnTo>
                    <a:pt x="1881709" y="153357"/>
                  </a:lnTo>
                  <a:lnTo>
                    <a:pt x="1891453" y="153448"/>
                  </a:lnTo>
                  <a:lnTo>
                    <a:pt x="1901212" y="170666"/>
                  </a:lnTo>
                  <a:lnTo>
                    <a:pt x="1910956" y="181751"/>
                  </a:lnTo>
                  <a:lnTo>
                    <a:pt x="1920714" y="211296"/>
                  </a:lnTo>
                  <a:lnTo>
                    <a:pt x="1930458" y="232251"/>
                  </a:lnTo>
                  <a:lnTo>
                    <a:pt x="1940202" y="212975"/>
                  </a:lnTo>
                  <a:lnTo>
                    <a:pt x="1949961" y="212299"/>
                  </a:lnTo>
                  <a:lnTo>
                    <a:pt x="1959705" y="190609"/>
                  </a:lnTo>
                  <a:lnTo>
                    <a:pt x="1969464" y="188541"/>
                  </a:lnTo>
                  <a:lnTo>
                    <a:pt x="1979208" y="211726"/>
                  </a:lnTo>
                  <a:lnTo>
                    <a:pt x="1988952" y="245429"/>
                  </a:lnTo>
                  <a:lnTo>
                    <a:pt x="1998711" y="263855"/>
                  </a:lnTo>
                  <a:lnTo>
                    <a:pt x="2008454" y="273177"/>
                  </a:lnTo>
                  <a:lnTo>
                    <a:pt x="2018213" y="246139"/>
                  </a:lnTo>
                  <a:lnTo>
                    <a:pt x="2027957" y="245714"/>
                  </a:lnTo>
                  <a:lnTo>
                    <a:pt x="2037701" y="265702"/>
                  </a:lnTo>
                  <a:lnTo>
                    <a:pt x="2047460" y="254957"/>
                  </a:lnTo>
                  <a:lnTo>
                    <a:pt x="2057204" y="258499"/>
                  </a:lnTo>
                  <a:lnTo>
                    <a:pt x="2066963" y="242892"/>
                  </a:lnTo>
                  <a:lnTo>
                    <a:pt x="2076707" y="274034"/>
                  </a:lnTo>
                  <a:lnTo>
                    <a:pt x="2086451" y="293857"/>
                  </a:lnTo>
                  <a:lnTo>
                    <a:pt x="2096210" y="301055"/>
                  </a:lnTo>
                  <a:lnTo>
                    <a:pt x="2105954" y="285865"/>
                  </a:lnTo>
                  <a:lnTo>
                    <a:pt x="2115697" y="277263"/>
                  </a:lnTo>
                  <a:lnTo>
                    <a:pt x="2125456" y="272318"/>
                  </a:lnTo>
                  <a:lnTo>
                    <a:pt x="2135200" y="261702"/>
                  </a:lnTo>
                  <a:lnTo>
                    <a:pt x="2144959" y="251163"/>
                  </a:lnTo>
                  <a:lnTo>
                    <a:pt x="2154703" y="257133"/>
                  </a:lnTo>
                  <a:lnTo>
                    <a:pt x="2164447" y="260276"/>
                  </a:lnTo>
                  <a:lnTo>
                    <a:pt x="2174206" y="290241"/>
                  </a:lnTo>
                  <a:lnTo>
                    <a:pt x="2183950" y="292829"/>
                  </a:lnTo>
                  <a:lnTo>
                    <a:pt x="2193709" y="324506"/>
                  </a:lnTo>
                  <a:lnTo>
                    <a:pt x="2203452" y="326432"/>
                  </a:lnTo>
                  <a:lnTo>
                    <a:pt x="2213196" y="326468"/>
                  </a:lnTo>
                  <a:lnTo>
                    <a:pt x="2222955" y="307972"/>
                  </a:lnTo>
                  <a:lnTo>
                    <a:pt x="2232699" y="305496"/>
                  </a:lnTo>
                  <a:lnTo>
                    <a:pt x="2242458" y="264269"/>
                  </a:lnTo>
                  <a:lnTo>
                    <a:pt x="2252202" y="191659"/>
                  </a:lnTo>
                  <a:lnTo>
                    <a:pt x="2261946" y="189688"/>
                  </a:lnTo>
                  <a:lnTo>
                    <a:pt x="2271705" y="193664"/>
                  </a:lnTo>
                  <a:lnTo>
                    <a:pt x="2281449" y="190022"/>
                  </a:lnTo>
                  <a:lnTo>
                    <a:pt x="2291208" y="186042"/>
                  </a:lnTo>
                  <a:lnTo>
                    <a:pt x="2300951" y="179580"/>
                  </a:lnTo>
                  <a:lnTo>
                    <a:pt x="2310695" y="185936"/>
                  </a:lnTo>
                  <a:lnTo>
                    <a:pt x="2320454" y="166906"/>
                  </a:lnTo>
                  <a:lnTo>
                    <a:pt x="2330198" y="142671"/>
                  </a:lnTo>
                  <a:lnTo>
                    <a:pt x="2339957" y="134752"/>
                  </a:lnTo>
                  <a:lnTo>
                    <a:pt x="2349701" y="126616"/>
                  </a:lnTo>
                  <a:lnTo>
                    <a:pt x="2359445" y="124174"/>
                  </a:lnTo>
                  <a:lnTo>
                    <a:pt x="2369204" y="138937"/>
                  </a:lnTo>
                  <a:lnTo>
                    <a:pt x="2378948" y="155216"/>
                  </a:lnTo>
                  <a:lnTo>
                    <a:pt x="2388692" y="164866"/>
                  </a:lnTo>
                  <a:lnTo>
                    <a:pt x="2398450" y="183310"/>
                  </a:lnTo>
                  <a:lnTo>
                    <a:pt x="2408194" y="195591"/>
                  </a:lnTo>
                  <a:lnTo>
                    <a:pt x="2417953" y="232222"/>
                  </a:lnTo>
                  <a:lnTo>
                    <a:pt x="2427697" y="217403"/>
                  </a:lnTo>
                  <a:lnTo>
                    <a:pt x="2437441" y="198274"/>
                  </a:lnTo>
                  <a:lnTo>
                    <a:pt x="2447200" y="185550"/>
                  </a:lnTo>
                  <a:lnTo>
                    <a:pt x="2456944" y="180226"/>
                  </a:lnTo>
                  <a:lnTo>
                    <a:pt x="2466703" y="210001"/>
                  </a:lnTo>
                  <a:lnTo>
                    <a:pt x="2476446" y="191838"/>
                  </a:lnTo>
                  <a:lnTo>
                    <a:pt x="2486190" y="175498"/>
                  </a:lnTo>
                  <a:lnTo>
                    <a:pt x="2495949" y="140727"/>
                  </a:lnTo>
                  <a:lnTo>
                    <a:pt x="2505693" y="149584"/>
                  </a:lnTo>
                  <a:lnTo>
                    <a:pt x="2515452" y="115536"/>
                  </a:lnTo>
                  <a:lnTo>
                    <a:pt x="2525196" y="85133"/>
                  </a:lnTo>
                  <a:lnTo>
                    <a:pt x="2534940" y="47029"/>
                  </a:lnTo>
                  <a:lnTo>
                    <a:pt x="2544699" y="48088"/>
                  </a:lnTo>
                  <a:lnTo>
                    <a:pt x="2554443" y="4054"/>
                  </a:lnTo>
                  <a:lnTo>
                    <a:pt x="2564202" y="3011"/>
                  </a:lnTo>
                  <a:lnTo>
                    <a:pt x="2573946" y="31601"/>
                  </a:lnTo>
                  <a:lnTo>
                    <a:pt x="2583690" y="19236"/>
                  </a:lnTo>
                  <a:lnTo>
                    <a:pt x="2593448" y="32569"/>
                  </a:lnTo>
                  <a:lnTo>
                    <a:pt x="2603192" y="12071"/>
                  </a:lnTo>
                  <a:lnTo>
                    <a:pt x="2612951" y="31038"/>
                  </a:lnTo>
                  <a:lnTo>
                    <a:pt x="2622695" y="41147"/>
                  </a:lnTo>
                  <a:lnTo>
                    <a:pt x="2632439" y="46918"/>
                  </a:lnTo>
                  <a:lnTo>
                    <a:pt x="2642198" y="36346"/>
                  </a:lnTo>
                  <a:lnTo>
                    <a:pt x="2651942" y="51594"/>
                  </a:lnTo>
                  <a:lnTo>
                    <a:pt x="2661685" y="45436"/>
                  </a:lnTo>
                  <a:lnTo>
                    <a:pt x="2671444" y="66275"/>
                  </a:lnTo>
                  <a:lnTo>
                    <a:pt x="2681188" y="86234"/>
                  </a:lnTo>
                  <a:lnTo>
                    <a:pt x="2690947" y="82613"/>
                  </a:lnTo>
                  <a:lnTo>
                    <a:pt x="2700691" y="100756"/>
                  </a:lnTo>
                  <a:lnTo>
                    <a:pt x="2710435" y="99214"/>
                  </a:lnTo>
                  <a:lnTo>
                    <a:pt x="2720194" y="104235"/>
                  </a:lnTo>
                  <a:lnTo>
                    <a:pt x="2729938" y="63193"/>
                  </a:lnTo>
                  <a:lnTo>
                    <a:pt x="2739697" y="40652"/>
                  </a:lnTo>
                  <a:lnTo>
                    <a:pt x="2749441" y="44841"/>
                  </a:lnTo>
                  <a:lnTo>
                    <a:pt x="2759185" y="10638"/>
                  </a:lnTo>
                  <a:lnTo>
                    <a:pt x="2768943" y="11088"/>
                  </a:lnTo>
                  <a:lnTo>
                    <a:pt x="2778687" y="15988"/>
                  </a:lnTo>
                  <a:lnTo>
                    <a:pt x="2788446" y="39679"/>
                  </a:lnTo>
                  <a:lnTo>
                    <a:pt x="2798190" y="39345"/>
                  </a:lnTo>
                  <a:lnTo>
                    <a:pt x="2807934" y="29579"/>
                  </a:lnTo>
                  <a:lnTo>
                    <a:pt x="2817693" y="23725"/>
                  </a:lnTo>
                  <a:lnTo>
                    <a:pt x="2827437" y="0"/>
                  </a:lnTo>
                  <a:lnTo>
                    <a:pt x="2837196" y="5428"/>
                  </a:lnTo>
                  <a:lnTo>
                    <a:pt x="2846940" y="7555"/>
                  </a:lnTo>
                  <a:lnTo>
                    <a:pt x="2856684" y="42063"/>
                  </a:lnTo>
                  <a:lnTo>
                    <a:pt x="2866442" y="43366"/>
                  </a:lnTo>
                  <a:lnTo>
                    <a:pt x="2876186" y="35099"/>
                  </a:lnTo>
                  <a:lnTo>
                    <a:pt x="2885945" y="36222"/>
                  </a:lnTo>
                  <a:lnTo>
                    <a:pt x="2895689" y="57972"/>
                  </a:lnTo>
                  <a:lnTo>
                    <a:pt x="2905433" y="77797"/>
                  </a:lnTo>
                  <a:lnTo>
                    <a:pt x="2915192" y="9195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3" name="Freeform 1072">
              <a:extLst>
                <a:ext uri="{FF2B5EF4-FFF2-40B4-BE49-F238E27FC236}">
                  <a16:creationId xmlns:a16="http://schemas.microsoft.com/office/drawing/2014/main" id="{102882AE-EE03-BA54-688F-ACE7FEC3B7D9}"/>
                </a:ext>
              </a:extLst>
            </p:cNvPr>
            <p:cNvSpPr/>
            <p:nvPr/>
          </p:nvSpPr>
          <p:spPr>
            <a:xfrm>
              <a:off x="4426652" y="3642225"/>
              <a:ext cx="2915191" cy="390028"/>
            </a:xfrm>
            <a:custGeom>
              <a:avLst/>
              <a:gdLst>
                <a:gd name="connsiteX0" fmla="*/ 0 w 2915191"/>
                <a:gd name="connsiteY0" fmla="*/ 347839 h 390028"/>
                <a:gd name="connsiteX1" fmla="*/ 9750 w 2915191"/>
                <a:gd name="connsiteY1" fmla="*/ 390029 h 390028"/>
                <a:gd name="connsiteX2" fmla="*/ 19500 w 2915191"/>
                <a:gd name="connsiteY2" fmla="*/ 373714 h 390028"/>
                <a:gd name="connsiteX3" fmla="*/ 29250 w 2915191"/>
                <a:gd name="connsiteY3" fmla="*/ 349254 h 390028"/>
                <a:gd name="connsiteX4" fmla="*/ 39000 w 2915191"/>
                <a:gd name="connsiteY4" fmla="*/ 350436 h 390028"/>
                <a:gd name="connsiteX5" fmla="*/ 48749 w 2915191"/>
                <a:gd name="connsiteY5" fmla="*/ 314141 h 390028"/>
                <a:gd name="connsiteX6" fmla="*/ 58499 w 2915191"/>
                <a:gd name="connsiteY6" fmla="*/ 333178 h 390028"/>
                <a:gd name="connsiteX7" fmla="*/ 68249 w 2915191"/>
                <a:gd name="connsiteY7" fmla="*/ 325289 h 390028"/>
                <a:gd name="connsiteX8" fmla="*/ 77998 w 2915191"/>
                <a:gd name="connsiteY8" fmla="*/ 326082 h 390028"/>
                <a:gd name="connsiteX9" fmla="*/ 87748 w 2915191"/>
                <a:gd name="connsiteY9" fmla="*/ 329552 h 390028"/>
                <a:gd name="connsiteX10" fmla="*/ 97497 w 2915191"/>
                <a:gd name="connsiteY10" fmla="*/ 305802 h 390028"/>
                <a:gd name="connsiteX11" fmla="*/ 107247 w 2915191"/>
                <a:gd name="connsiteY11" fmla="*/ 309628 h 390028"/>
                <a:gd name="connsiteX12" fmla="*/ 116997 w 2915191"/>
                <a:gd name="connsiteY12" fmla="*/ 357842 h 390028"/>
                <a:gd name="connsiteX13" fmla="*/ 126747 w 2915191"/>
                <a:gd name="connsiteY13" fmla="*/ 356823 h 390028"/>
                <a:gd name="connsiteX14" fmla="*/ 136497 w 2915191"/>
                <a:gd name="connsiteY14" fmla="*/ 356197 h 390028"/>
                <a:gd name="connsiteX15" fmla="*/ 146247 w 2915191"/>
                <a:gd name="connsiteY15" fmla="*/ 322509 h 390028"/>
                <a:gd name="connsiteX16" fmla="*/ 155997 w 2915191"/>
                <a:gd name="connsiteY16" fmla="*/ 309812 h 390028"/>
                <a:gd name="connsiteX17" fmla="*/ 165747 w 2915191"/>
                <a:gd name="connsiteY17" fmla="*/ 275586 h 390028"/>
                <a:gd name="connsiteX18" fmla="*/ 175497 w 2915191"/>
                <a:gd name="connsiteY18" fmla="*/ 236334 h 390028"/>
                <a:gd name="connsiteX19" fmla="*/ 185247 w 2915191"/>
                <a:gd name="connsiteY19" fmla="*/ 262788 h 390028"/>
                <a:gd name="connsiteX20" fmla="*/ 194996 w 2915191"/>
                <a:gd name="connsiteY20" fmla="*/ 237274 h 390028"/>
                <a:gd name="connsiteX21" fmla="*/ 204746 w 2915191"/>
                <a:gd name="connsiteY21" fmla="*/ 208550 h 390028"/>
                <a:gd name="connsiteX22" fmla="*/ 214495 w 2915191"/>
                <a:gd name="connsiteY22" fmla="*/ 181645 h 390028"/>
                <a:gd name="connsiteX23" fmla="*/ 224245 w 2915191"/>
                <a:gd name="connsiteY23" fmla="*/ 165534 h 390028"/>
                <a:gd name="connsiteX24" fmla="*/ 233995 w 2915191"/>
                <a:gd name="connsiteY24" fmla="*/ 179659 h 390028"/>
                <a:gd name="connsiteX25" fmla="*/ 243744 w 2915191"/>
                <a:gd name="connsiteY25" fmla="*/ 206407 h 390028"/>
                <a:gd name="connsiteX26" fmla="*/ 253494 w 2915191"/>
                <a:gd name="connsiteY26" fmla="*/ 199351 h 390028"/>
                <a:gd name="connsiteX27" fmla="*/ 263244 w 2915191"/>
                <a:gd name="connsiteY27" fmla="*/ 195831 h 390028"/>
                <a:gd name="connsiteX28" fmla="*/ 272994 w 2915191"/>
                <a:gd name="connsiteY28" fmla="*/ 178938 h 390028"/>
                <a:gd name="connsiteX29" fmla="*/ 282744 w 2915191"/>
                <a:gd name="connsiteY29" fmla="*/ 191969 h 390028"/>
                <a:gd name="connsiteX30" fmla="*/ 292494 w 2915191"/>
                <a:gd name="connsiteY30" fmla="*/ 191625 h 390028"/>
                <a:gd name="connsiteX31" fmla="*/ 302244 w 2915191"/>
                <a:gd name="connsiteY31" fmla="*/ 210021 h 390028"/>
                <a:gd name="connsiteX32" fmla="*/ 311994 w 2915191"/>
                <a:gd name="connsiteY32" fmla="*/ 196734 h 390028"/>
                <a:gd name="connsiteX33" fmla="*/ 321744 w 2915191"/>
                <a:gd name="connsiteY33" fmla="*/ 185232 h 390028"/>
                <a:gd name="connsiteX34" fmla="*/ 331493 w 2915191"/>
                <a:gd name="connsiteY34" fmla="*/ 221037 h 390028"/>
                <a:gd name="connsiteX35" fmla="*/ 341243 w 2915191"/>
                <a:gd name="connsiteY35" fmla="*/ 226728 h 390028"/>
                <a:gd name="connsiteX36" fmla="*/ 350993 w 2915191"/>
                <a:gd name="connsiteY36" fmla="*/ 238345 h 390028"/>
                <a:gd name="connsiteX37" fmla="*/ 360742 w 2915191"/>
                <a:gd name="connsiteY37" fmla="*/ 234906 h 390028"/>
                <a:gd name="connsiteX38" fmla="*/ 370492 w 2915191"/>
                <a:gd name="connsiteY38" fmla="*/ 245601 h 390028"/>
                <a:gd name="connsiteX39" fmla="*/ 380241 w 2915191"/>
                <a:gd name="connsiteY39" fmla="*/ 242178 h 390028"/>
                <a:gd name="connsiteX40" fmla="*/ 389991 w 2915191"/>
                <a:gd name="connsiteY40" fmla="*/ 245070 h 390028"/>
                <a:gd name="connsiteX41" fmla="*/ 399741 w 2915191"/>
                <a:gd name="connsiteY41" fmla="*/ 261346 h 390028"/>
                <a:gd name="connsiteX42" fmla="*/ 409491 w 2915191"/>
                <a:gd name="connsiteY42" fmla="*/ 186732 h 390028"/>
                <a:gd name="connsiteX43" fmla="*/ 419241 w 2915191"/>
                <a:gd name="connsiteY43" fmla="*/ 206133 h 390028"/>
                <a:gd name="connsiteX44" fmla="*/ 428991 w 2915191"/>
                <a:gd name="connsiteY44" fmla="*/ 211351 h 390028"/>
                <a:gd name="connsiteX45" fmla="*/ 438741 w 2915191"/>
                <a:gd name="connsiteY45" fmla="*/ 174665 h 390028"/>
                <a:gd name="connsiteX46" fmla="*/ 448491 w 2915191"/>
                <a:gd name="connsiteY46" fmla="*/ 207994 h 390028"/>
                <a:gd name="connsiteX47" fmla="*/ 458241 w 2915191"/>
                <a:gd name="connsiteY47" fmla="*/ 205992 h 390028"/>
                <a:gd name="connsiteX48" fmla="*/ 467991 w 2915191"/>
                <a:gd name="connsiteY48" fmla="*/ 234981 h 390028"/>
                <a:gd name="connsiteX49" fmla="*/ 477740 w 2915191"/>
                <a:gd name="connsiteY49" fmla="*/ 189871 h 390028"/>
                <a:gd name="connsiteX50" fmla="*/ 487490 w 2915191"/>
                <a:gd name="connsiteY50" fmla="*/ 180638 h 390028"/>
                <a:gd name="connsiteX51" fmla="*/ 497239 w 2915191"/>
                <a:gd name="connsiteY51" fmla="*/ 164672 h 390028"/>
                <a:gd name="connsiteX52" fmla="*/ 506989 w 2915191"/>
                <a:gd name="connsiteY52" fmla="*/ 153133 h 390028"/>
                <a:gd name="connsiteX53" fmla="*/ 516738 w 2915191"/>
                <a:gd name="connsiteY53" fmla="*/ 144739 h 390028"/>
                <a:gd name="connsiteX54" fmla="*/ 526488 w 2915191"/>
                <a:gd name="connsiteY54" fmla="*/ 149435 h 390028"/>
                <a:gd name="connsiteX55" fmla="*/ 536238 w 2915191"/>
                <a:gd name="connsiteY55" fmla="*/ 154473 h 390028"/>
                <a:gd name="connsiteX56" fmla="*/ 545988 w 2915191"/>
                <a:gd name="connsiteY56" fmla="*/ 163053 h 390028"/>
                <a:gd name="connsiteX57" fmla="*/ 555738 w 2915191"/>
                <a:gd name="connsiteY57" fmla="*/ 177371 h 390028"/>
                <a:gd name="connsiteX58" fmla="*/ 565488 w 2915191"/>
                <a:gd name="connsiteY58" fmla="*/ 200123 h 390028"/>
                <a:gd name="connsiteX59" fmla="*/ 575238 w 2915191"/>
                <a:gd name="connsiteY59" fmla="*/ 219325 h 390028"/>
                <a:gd name="connsiteX60" fmla="*/ 584988 w 2915191"/>
                <a:gd name="connsiteY60" fmla="*/ 242555 h 390028"/>
                <a:gd name="connsiteX61" fmla="*/ 594738 w 2915191"/>
                <a:gd name="connsiteY61" fmla="*/ 230125 h 390028"/>
                <a:gd name="connsiteX62" fmla="*/ 604488 w 2915191"/>
                <a:gd name="connsiteY62" fmla="*/ 222743 h 390028"/>
                <a:gd name="connsiteX63" fmla="*/ 614237 w 2915191"/>
                <a:gd name="connsiteY63" fmla="*/ 229058 h 390028"/>
                <a:gd name="connsiteX64" fmla="*/ 623987 w 2915191"/>
                <a:gd name="connsiteY64" fmla="*/ 211780 h 390028"/>
                <a:gd name="connsiteX65" fmla="*/ 633736 w 2915191"/>
                <a:gd name="connsiteY65" fmla="*/ 209158 h 390028"/>
                <a:gd name="connsiteX66" fmla="*/ 643486 w 2915191"/>
                <a:gd name="connsiteY66" fmla="*/ 200262 h 390028"/>
                <a:gd name="connsiteX67" fmla="*/ 653236 w 2915191"/>
                <a:gd name="connsiteY67" fmla="*/ 188839 h 390028"/>
                <a:gd name="connsiteX68" fmla="*/ 662985 w 2915191"/>
                <a:gd name="connsiteY68" fmla="*/ 200208 h 390028"/>
                <a:gd name="connsiteX69" fmla="*/ 672735 w 2915191"/>
                <a:gd name="connsiteY69" fmla="*/ 117151 h 390028"/>
                <a:gd name="connsiteX70" fmla="*/ 682485 w 2915191"/>
                <a:gd name="connsiteY70" fmla="*/ 126323 h 390028"/>
                <a:gd name="connsiteX71" fmla="*/ 692235 w 2915191"/>
                <a:gd name="connsiteY71" fmla="*/ 156679 h 390028"/>
                <a:gd name="connsiteX72" fmla="*/ 701985 w 2915191"/>
                <a:gd name="connsiteY72" fmla="*/ 130707 h 390028"/>
                <a:gd name="connsiteX73" fmla="*/ 711735 w 2915191"/>
                <a:gd name="connsiteY73" fmla="*/ 120877 h 390028"/>
                <a:gd name="connsiteX74" fmla="*/ 721485 w 2915191"/>
                <a:gd name="connsiteY74" fmla="*/ 110466 h 390028"/>
                <a:gd name="connsiteX75" fmla="*/ 731235 w 2915191"/>
                <a:gd name="connsiteY75" fmla="*/ 156581 h 390028"/>
                <a:gd name="connsiteX76" fmla="*/ 740985 w 2915191"/>
                <a:gd name="connsiteY76" fmla="*/ 169820 h 390028"/>
                <a:gd name="connsiteX77" fmla="*/ 750734 w 2915191"/>
                <a:gd name="connsiteY77" fmla="*/ 161371 h 390028"/>
                <a:gd name="connsiteX78" fmla="*/ 760484 w 2915191"/>
                <a:gd name="connsiteY78" fmla="*/ 146098 h 390028"/>
                <a:gd name="connsiteX79" fmla="*/ 770233 w 2915191"/>
                <a:gd name="connsiteY79" fmla="*/ 155991 h 390028"/>
                <a:gd name="connsiteX80" fmla="*/ 779983 w 2915191"/>
                <a:gd name="connsiteY80" fmla="*/ 150676 h 390028"/>
                <a:gd name="connsiteX81" fmla="*/ 789733 w 2915191"/>
                <a:gd name="connsiteY81" fmla="*/ 156339 h 390028"/>
                <a:gd name="connsiteX82" fmla="*/ 799482 w 2915191"/>
                <a:gd name="connsiteY82" fmla="*/ 170896 h 390028"/>
                <a:gd name="connsiteX83" fmla="*/ 809232 w 2915191"/>
                <a:gd name="connsiteY83" fmla="*/ 151365 h 390028"/>
                <a:gd name="connsiteX84" fmla="*/ 818982 w 2915191"/>
                <a:gd name="connsiteY84" fmla="*/ 168823 h 390028"/>
                <a:gd name="connsiteX85" fmla="*/ 828732 w 2915191"/>
                <a:gd name="connsiteY85" fmla="*/ 171177 h 390028"/>
                <a:gd name="connsiteX86" fmla="*/ 838482 w 2915191"/>
                <a:gd name="connsiteY86" fmla="*/ 162046 h 390028"/>
                <a:gd name="connsiteX87" fmla="*/ 848232 w 2915191"/>
                <a:gd name="connsiteY87" fmla="*/ 181035 h 390028"/>
                <a:gd name="connsiteX88" fmla="*/ 857982 w 2915191"/>
                <a:gd name="connsiteY88" fmla="*/ 162195 h 390028"/>
                <a:gd name="connsiteX89" fmla="*/ 867732 w 2915191"/>
                <a:gd name="connsiteY89" fmla="*/ 147458 h 390028"/>
                <a:gd name="connsiteX90" fmla="*/ 877482 w 2915191"/>
                <a:gd name="connsiteY90" fmla="*/ 121154 h 390028"/>
                <a:gd name="connsiteX91" fmla="*/ 887231 w 2915191"/>
                <a:gd name="connsiteY91" fmla="*/ 131306 h 390028"/>
                <a:gd name="connsiteX92" fmla="*/ 896981 w 2915191"/>
                <a:gd name="connsiteY92" fmla="*/ 117931 h 390028"/>
                <a:gd name="connsiteX93" fmla="*/ 906730 w 2915191"/>
                <a:gd name="connsiteY93" fmla="*/ 90277 h 390028"/>
                <a:gd name="connsiteX94" fmla="*/ 916480 w 2915191"/>
                <a:gd name="connsiteY94" fmla="*/ 55938 h 390028"/>
                <a:gd name="connsiteX95" fmla="*/ 926230 w 2915191"/>
                <a:gd name="connsiteY95" fmla="*/ 60275 h 390028"/>
                <a:gd name="connsiteX96" fmla="*/ 935979 w 2915191"/>
                <a:gd name="connsiteY96" fmla="*/ 96455 h 390028"/>
                <a:gd name="connsiteX97" fmla="*/ 945729 w 2915191"/>
                <a:gd name="connsiteY97" fmla="*/ 79623 h 390028"/>
                <a:gd name="connsiteX98" fmla="*/ 955479 w 2915191"/>
                <a:gd name="connsiteY98" fmla="*/ 69315 h 390028"/>
                <a:gd name="connsiteX99" fmla="*/ 965229 w 2915191"/>
                <a:gd name="connsiteY99" fmla="*/ 62383 h 390028"/>
                <a:gd name="connsiteX100" fmla="*/ 974979 w 2915191"/>
                <a:gd name="connsiteY100" fmla="*/ 36894 h 390028"/>
                <a:gd name="connsiteX101" fmla="*/ 984729 w 2915191"/>
                <a:gd name="connsiteY101" fmla="*/ 14540 h 390028"/>
                <a:gd name="connsiteX102" fmla="*/ 994474 w 2915191"/>
                <a:gd name="connsiteY102" fmla="*/ 15251 h 390028"/>
                <a:gd name="connsiteX103" fmla="*/ 1004233 w 2915191"/>
                <a:gd name="connsiteY103" fmla="*/ 6313 h 390028"/>
                <a:gd name="connsiteX104" fmla="*/ 1013977 w 2915191"/>
                <a:gd name="connsiteY104" fmla="*/ 44980 h 390028"/>
                <a:gd name="connsiteX105" fmla="*/ 1023721 w 2915191"/>
                <a:gd name="connsiteY105" fmla="*/ 38198 h 390028"/>
                <a:gd name="connsiteX106" fmla="*/ 1033480 w 2915191"/>
                <a:gd name="connsiteY106" fmla="*/ 36924 h 390028"/>
                <a:gd name="connsiteX107" fmla="*/ 1043224 w 2915191"/>
                <a:gd name="connsiteY107" fmla="*/ 98597 h 390028"/>
                <a:gd name="connsiteX108" fmla="*/ 1052983 w 2915191"/>
                <a:gd name="connsiteY108" fmla="*/ 95035 h 390028"/>
                <a:gd name="connsiteX109" fmla="*/ 1062727 w 2915191"/>
                <a:gd name="connsiteY109" fmla="*/ 93938 h 390028"/>
                <a:gd name="connsiteX110" fmla="*/ 1072471 w 2915191"/>
                <a:gd name="connsiteY110" fmla="*/ 101972 h 390028"/>
                <a:gd name="connsiteX111" fmla="*/ 1082230 w 2915191"/>
                <a:gd name="connsiteY111" fmla="*/ 75887 h 390028"/>
                <a:gd name="connsiteX112" fmla="*/ 1091973 w 2915191"/>
                <a:gd name="connsiteY112" fmla="*/ 92485 h 390028"/>
                <a:gd name="connsiteX113" fmla="*/ 1101732 w 2915191"/>
                <a:gd name="connsiteY113" fmla="*/ 93029 h 390028"/>
                <a:gd name="connsiteX114" fmla="*/ 1111476 w 2915191"/>
                <a:gd name="connsiteY114" fmla="*/ 104501 h 390028"/>
                <a:gd name="connsiteX115" fmla="*/ 1121220 w 2915191"/>
                <a:gd name="connsiteY115" fmla="*/ 96629 h 390028"/>
                <a:gd name="connsiteX116" fmla="*/ 1130979 w 2915191"/>
                <a:gd name="connsiteY116" fmla="*/ 76339 h 390028"/>
                <a:gd name="connsiteX117" fmla="*/ 1140723 w 2915191"/>
                <a:gd name="connsiteY117" fmla="*/ 92454 h 390028"/>
                <a:gd name="connsiteX118" fmla="*/ 1150482 w 2915191"/>
                <a:gd name="connsiteY118" fmla="*/ 95492 h 390028"/>
                <a:gd name="connsiteX119" fmla="*/ 1160226 w 2915191"/>
                <a:gd name="connsiteY119" fmla="*/ 103462 h 390028"/>
                <a:gd name="connsiteX120" fmla="*/ 1169969 w 2915191"/>
                <a:gd name="connsiteY120" fmla="*/ 77442 h 390028"/>
                <a:gd name="connsiteX121" fmla="*/ 1179728 w 2915191"/>
                <a:gd name="connsiteY121" fmla="*/ 101909 h 390028"/>
                <a:gd name="connsiteX122" fmla="*/ 1189472 w 2915191"/>
                <a:gd name="connsiteY122" fmla="*/ 73455 h 390028"/>
                <a:gd name="connsiteX123" fmla="*/ 1199231 w 2915191"/>
                <a:gd name="connsiteY123" fmla="*/ 83540 h 390028"/>
                <a:gd name="connsiteX124" fmla="*/ 1208975 w 2915191"/>
                <a:gd name="connsiteY124" fmla="*/ 55901 h 390028"/>
                <a:gd name="connsiteX125" fmla="*/ 1218719 w 2915191"/>
                <a:gd name="connsiteY125" fmla="*/ 68371 h 390028"/>
                <a:gd name="connsiteX126" fmla="*/ 1228478 w 2915191"/>
                <a:gd name="connsiteY126" fmla="*/ 47492 h 390028"/>
                <a:gd name="connsiteX127" fmla="*/ 1238222 w 2915191"/>
                <a:gd name="connsiteY127" fmla="*/ 25392 h 390028"/>
                <a:gd name="connsiteX128" fmla="*/ 1247966 w 2915191"/>
                <a:gd name="connsiteY128" fmla="*/ 60161 h 390028"/>
                <a:gd name="connsiteX129" fmla="*/ 1257725 w 2915191"/>
                <a:gd name="connsiteY129" fmla="*/ 65153 h 390028"/>
                <a:gd name="connsiteX130" fmla="*/ 1267469 w 2915191"/>
                <a:gd name="connsiteY130" fmla="*/ 78193 h 390028"/>
                <a:gd name="connsiteX131" fmla="*/ 1277227 w 2915191"/>
                <a:gd name="connsiteY131" fmla="*/ 90668 h 390028"/>
                <a:gd name="connsiteX132" fmla="*/ 1286971 w 2915191"/>
                <a:gd name="connsiteY132" fmla="*/ 80556 h 390028"/>
                <a:gd name="connsiteX133" fmla="*/ 1296715 w 2915191"/>
                <a:gd name="connsiteY133" fmla="*/ 70775 h 390028"/>
                <a:gd name="connsiteX134" fmla="*/ 1306474 w 2915191"/>
                <a:gd name="connsiteY134" fmla="*/ 80773 h 390028"/>
                <a:gd name="connsiteX135" fmla="*/ 1316218 w 2915191"/>
                <a:gd name="connsiteY135" fmla="*/ 103335 h 390028"/>
                <a:gd name="connsiteX136" fmla="*/ 1325977 w 2915191"/>
                <a:gd name="connsiteY136" fmla="*/ 112344 h 390028"/>
                <a:gd name="connsiteX137" fmla="*/ 1335721 w 2915191"/>
                <a:gd name="connsiteY137" fmla="*/ 139460 h 390028"/>
                <a:gd name="connsiteX138" fmla="*/ 1345465 w 2915191"/>
                <a:gd name="connsiteY138" fmla="*/ 150949 h 390028"/>
                <a:gd name="connsiteX139" fmla="*/ 1355224 w 2915191"/>
                <a:gd name="connsiteY139" fmla="*/ 158361 h 390028"/>
                <a:gd name="connsiteX140" fmla="*/ 1364967 w 2915191"/>
                <a:gd name="connsiteY140" fmla="*/ 127009 h 390028"/>
                <a:gd name="connsiteX141" fmla="*/ 1374726 w 2915191"/>
                <a:gd name="connsiteY141" fmla="*/ 124605 h 390028"/>
                <a:gd name="connsiteX142" fmla="*/ 1384470 w 2915191"/>
                <a:gd name="connsiteY142" fmla="*/ 138122 h 390028"/>
                <a:gd name="connsiteX143" fmla="*/ 1394214 w 2915191"/>
                <a:gd name="connsiteY143" fmla="*/ 159102 h 390028"/>
                <a:gd name="connsiteX144" fmla="*/ 1403973 w 2915191"/>
                <a:gd name="connsiteY144" fmla="*/ 147880 h 390028"/>
                <a:gd name="connsiteX145" fmla="*/ 1413717 w 2915191"/>
                <a:gd name="connsiteY145" fmla="*/ 152128 h 390028"/>
                <a:gd name="connsiteX146" fmla="*/ 1423476 w 2915191"/>
                <a:gd name="connsiteY146" fmla="*/ 167237 h 390028"/>
                <a:gd name="connsiteX147" fmla="*/ 1433220 w 2915191"/>
                <a:gd name="connsiteY147" fmla="*/ 169123 h 390028"/>
                <a:gd name="connsiteX148" fmla="*/ 1442964 w 2915191"/>
                <a:gd name="connsiteY148" fmla="*/ 163001 h 390028"/>
                <a:gd name="connsiteX149" fmla="*/ 1452722 w 2915191"/>
                <a:gd name="connsiteY149" fmla="*/ 173376 h 390028"/>
                <a:gd name="connsiteX150" fmla="*/ 1462466 w 2915191"/>
                <a:gd name="connsiteY150" fmla="*/ 168154 h 390028"/>
                <a:gd name="connsiteX151" fmla="*/ 1472225 w 2915191"/>
                <a:gd name="connsiteY151" fmla="*/ 163333 h 390028"/>
                <a:gd name="connsiteX152" fmla="*/ 1481969 w 2915191"/>
                <a:gd name="connsiteY152" fmla="*/ 167101 h 390028"/>
                <a:gd name="connsiteX153" fmla="*/ 1491713 w 2915191"/>
                <a:gd name="connsiteY153" fmla="*/ 128735 h 390028"/>
                <a:gd name="connsiteX154" fmla="*/ 1501472 w 2915191"/>
                <a:gd name="connsiteY154" fmla="*/ 97608 h 390028"/>
                <a:gd name="connsiteX155" fmla="*/ 1511216 w 2915191"/>
                <a:gd name="connsiteY155" fmla="*/ 121824 h 390028"/>
                <a:gd name="connsiteX156" fmla="*/ 1520960 w 2915191"/>
                <a:gd name="connsiteY156" fmla="*/ 101434 h 390028"/>
                <a:gd name="connsiteX157" fmla="*/ 1530719 w 2915191"/>
                <a:gd name="connsiteY157" fmla="*/ 98992 h 390028"/>
                <a:gd name="connsiteX158" fmla="*/ 1540463 w 2915191"/>
                <a:gd name="connsiteY158" fmla="*/ 91706 h 390028"/>
                <a:gd name="connsiteX159" fmla="*/ 1550221 w 2915191"/>
                <a:gd name="connsiteY159" fmla="*/ 96168 h 390028"/>
                <a:gd name="connsiteX160" fmla="*/ 1559965 w 2915191"/>
                <a:gd name="connsiteY160" fmla="*/ 170382 h 390028"/>
                <a:gd name="connsiteX161" fmla="*/ 1569709 w 2915191"/>
                <a:gd name="connsiteY161" fmla="*/ 161459 h 390028"/>
                <a:gd name="connsiteX162" fmla="*/ 1579468 w 2915191"/>
                <a:gd name="connsiteY162" fmla="*/ 182328 h 390028"/>
                <a:gd name="connsiteX163" fmla="*/ 1589212 w 2915191"/>
                <a:gd name="connsiteY163" fmla="*/ 201623 h 390028"/>
                <a:gd name="connsiteX164" fmla="*/ 1598971 w 2915191"/>
                <a:gd name="connsiteY164" fmla="*/ 160458 h 390028"/>
                <a:gd name="connsiteX165" fmla="*/ 1608715 w 2915191"/>
                <a:gd name="connsiteY165" fmla="*/ 159385 h 390028"/>
                <a:gd name="connsiteX166" fmla="*/ 1618459 w 2915191"/>
                <a:gd name="connsiteY166" fmla="*/ 175990 h 390028"/>
                <a:gd name="connsiteX167" fmla="*/ 1628218 w 2915191"/>
                <a:gd name="connsiteY167" fmla="*/ 171769 h 390028"/>
                <a:gd name="connsiteX168" fmla="*/ 1637962 w 2915191"/>
                <a:gd name="connsiteY168" fmla="*/ 164173 h 390028"/>
                <a:gd name="connsiteX169" fmla="*/ 1647720 w 2915191"/>
                <a:gd name="connsiteY169" fmla="*/ 160037 h 390028"/>
                <a:gd name="connsiteX170" fmla="*/ 1657464 w 2915191"/>
                <a:gd name="connsiteY170" fmla="*/ 150483 h 390028"/>
                <a:gd name="connsiteX171" fmla="*/ 1667208 w 2915191"/>
                <a:gd name="connsiteY171" fmla="*/ 149572 h 390028"/>
                <a:gd name="connsiteX172" fmla="*/ 1676967 w 2915191"/>
                <a:gd name="connsiteY172" fmla="*/ 108752 h 390028"/>
                <a:gd name="connsiteX173" fmla="*/ 1686711 w 2915191"/>
                <a:gd name="connsiteY173" fmla="*/ 136275 h 390028"/>
                <a:gd name="connsiteX174" fmla="*/ 1696470 w 2915191"/>
                <a:gd name="connsiteY174" fmla="*/ 113675 h 390028"/>
                <a:gd name="connsiteX175" fmla="*/ 1706214 w 2915191"/>
                <a:gd name="connsiteY175" fmla="*/ 90185 h 390028"/>
                <a:gd name="connsiteX176" fmla="*/ 1715958 w 2915191"/>
                <a:gd name="connsiteY176" fmla="*/ 66296 h 390028"/>
                <a:gd name="connsiteX177" fmla="*/ 1725716 w 2915191"/>
                <a:gd name="connsiteY177" fmla="*/ 70931 h 390028"/>
                <a:gd name="connsiteX178" fmla="*/ 1735460 w 2915191"/>
                <a:gd name="connsiteY178" fmla="*/ 52929 h 390028"/>
                <a:gd name="connsiteX179" fmla="*/ 1745219 w 2915191"/>
                <a:gd name="connsiteY179" fmla="*/ 71849 h 390028"/>
                <a:gd name="connsiteX180" fmla="*/ 1754963 w 2915191"/>
                <a:gd name="connsiteY180" fmla="*/ 47589 h 390028"/>
                <a:gd name="connsiteX181" fmla="*/ 1764707 w 2915191"/>
                <a:gd name="connsiteY181" fmla="*/ 49430 h 390028"/>
                <a:gd name="connsiteX182" fmla="*/ 1774466 w 2915191"/>
                <a:gd name="connsiteY182" fmla="*/ 32976 h 390028"/>
                <a:gd name="connsiteX183" fmla="*/ 1784210 w 2915191"/>
                <a:gd name="connsiteY183" fmla="*/ 34229 h 390028"/>
                <a:gd name="connsiteX184" fmla="*/ 1793969 w 2915191"/>
                <a:gd name="connsiteY184" fmla="*/ 48037 h 390028"/>
                <a:gd name="connsiteX185" fmla="*/ 1803713 w 2915191"/>
                <a:gd name="connsiteY185" fmla="*/ 59626 h 390028"/>
                <a:gd name="connsiteX186" fmla="*/ 1813457 w 2915191"/>
                <a:gd name="connsiteY186" fmla="*/ 46667 h 390028"/>
                <a:gd name="connsiteX187" fmla="*/ 1823215 w 2915191"/>
                <a:gd name="connsiteY187" fmla="*/ 33430 h 390028"/>
                <a:gd name="connsiteX188" fmla="*/ 1832959 w 2915191"/>
                <a:gd name="connsiteY188" fmla="*/ 37997 h 390028"/>
                <a:gd name="connsiteX189" fmla="*/ 1842703 w 2915191"/>
                <a:gd name="connsiteY189" fmla="*/ 39335 h 390028"/>
                <a:gd name="connsiteX190" fmla="*/ 1852462 w 2915191"/>
                <a:gd name="connsiteY190" fmla="*/ 62747 h 390028"/>
                <a:gd name="connsiteX191" fmla="*/ 1862206 w 2915191"/>
                <a:gd name="connsiteY191" fmla="*/ 76879 h 390028"/>
                <a:gd name="connsiteX192" fmla="*/ 1871965 w 2915191"/>
                <a:gd name="connsiteY192" fmla="*/ 64069 h 390028"/>
                <a:gd name="connsiteX193" fmla="*/ 1881709 w 2915191"/>
                <a:gd name="connsiteY193" fmla="*/ 15884 h 390028"/>
                <a:gd name="connsiteX194" fmla="*/ 1891453 w 2915191"/>
                <a:gd name="connsiteY194" fmla="*/ 15528 h 390028"/>
                <a:gd name="connsiteX195" fmla="*/ 1901212 w 2915191"/>
                <a:gd name="connsiteY195" fmla="*/ 8542 h 390028"/>
                <a:gd name="connsiteX196" fmla="*/ 1910956 w 2915191"/>
                <a:gd name="connsiteY196" fmla="*/ 37161 h 390028"/>
                <a:gd name="connsiteX197" fmla="*/ 1920714 w 2915191"/>
                <a:gd name="connsiteY197" fmla="*/ 56919 h 390028"/>
                <a:gd name="connsiteX198" fmla="*/ 1930458 w 2915191"/>
                <a:gd name="connsiteY198" fmla="*/ 45236 h 390028"/>
                <a:gd name="connsiteX199" fmla="*/ 1940202 w 2915191"/>
                <a:gd name="connsiteY199" fmla="*/ 24408 h 390028"/>
                <a:gd name="connsiteX200" fmla="*/ 1949961 w 2915191"/>
                <a:gd name="connsiteY200" fmla="*/ 31595 h 390028"/>
                <a:gd name="connsiteX201" fmla="*/ 1959705 w 2915191"/>
                <a:gd name="connsiteY201" fmla="*/ 48130 h 390028"/>
                <a:gd name="connsiteX202" fmla="*/ 1969464 w 2915191"/>
                <a:gd name="connsiteY202" fmla="*/ 62328 h 390028"/>
                <a:gd name="connsiteX203" fmla="*/ 1979208 w 2915191"/>
                <a:gd name="connsiteY203" fmla="*/ 87925 h 390028"/>
                <a:gd name="connsiteX204" fmla="*/ 1988952 w 2915191"/>
                <a:gd name="connsiteY204" fmla="*/ 68112 h 390028"/>
                <a:gd name="connsiteX205" fmla="*/ 1998711 w 2915191"/>
                <a:gd name="connsiteY205" fmla="*/ 68066 h 390028"/>
                <a:gd name="connsiteX206" fmla="*/ 2008454 w 2915191"/>
                <a:gd name="connsiteY206" fmla="*/ 63038 h 390028"/>
                <a:gd name="connsiteX207" fmla="*/ 2018213 w 2915191"/>
                <a:gd name="connsiteY207" fmla="*/ 74355 h 390028"/>
                <a:gd name="connsiteX208" fmla="*/ 2027957 w 2915191"/>
                <a:gd name="connsiteY208" fmla="*/ 58961 h 390028"/>
                <a:gd name="connsiteX209" fmla="*/ 2037701 w 2915191"/>
                <a:gd name="connsiteY209" fmla="*/ 21995 h 390028"/>
                <a:gd name="connsiteX210" fmla="*/ 2047460 w 2915191"/>
                <a:gd name="connsiteY210" fmla="*/ 28126 h 390028"/>
                <a:gd name="connsiteX211" fmla="*/ 2057204 w 2915191"/>
                <a:gd name="connsiteY211" fmla="*/ 62860 h 390028"/>
                <a:gd name="connsiteX212" fmla="*/ 2066963 w 2915191"/>
                <a:gd name="connsiteY212" fmla="*/ 44578 h 390028"/>
                <a:gd name="connsiteX213" fmla="*/ 2076707 w 2915191"/>
                <a:gd name="connsiteY213" fmla="*/ 56930 h 390028"/>
                <a:gd name="connsiteX214" fmla="*/ 2086451 w 2915191"/>
                <a:gd name="connsiteY214" fmla="*/ 76256 h 390028"/>
                <a:gd name="connsiteX215" fmla="*/ 2096210 w 2915191"/>
                <a:gd name="connsiteY215" fmla="*/ 90462 h 390028"/>
                <a:gd name="connsiteX216" fmla="*/ 2105954 w 2915191"/>
                <a:gd name="connsiteY216" fmla="*/ 88472 h 390028"/>
                <a:gd name="connsiteX217" fmla="*/ 2115697 w 2915191"/>
                <a:gd name="connsiteY217" fmla="*/ 115075 h 390028"/>
                <a:gd name="connsiteX218" fmla="*/ 2125456 w 2915191"/>
                <a:gd name="connsiteY218" fmla="*/ 117569 h 390028"/>
                <a:gd name="connsiteX219" fmla="*/ 2135200 w 2915191"/>
                <a:gd name="connsiteY219" fmla="*/ 127613 h 390028"/>
                <a:gd name="connsiteX220" fmla="*/ 2144959 w 2915191"/>
                <a:gd name="connsiteY220" fmla="*/ 69927 h 390028"/>
                <a:gd name="connsiteX221" fmla="*/ 2154703 w 2915191"/>
                <a:gd name="connsiteY221" fmla="*/ 64328 h 390028"/>
                <a:gd name="connsiteX222" fmla="*/ 2164447 w 2915191"/>
                <a:gd name="connsiteY222" fmla="*/ 105985 h 390028"/>
                <a:gd name="connsiteX223" fmla="*/ 2174206 w 2915191"/>
                <a:gd name="connsiteY223" fmla="*/ 116361 h 390028"/>
                <a:gd name="connsiteX224" fmla="*/ 2183950 w 2915191"/>
                <a:gd name="connsiteY224" fmla="*/ 104345 h 390028"/>
                <a:gd name="connsiteX225" fmla="*/ 2193709 w 2915191"/>
                <a:gd name="connsiteY225" fmla="*/ 86314 h 390028"/>
                <a:gd name="connsiteX226" fmla="*/ 2203452 w 2915191"/>
                <a:gd name="connsiteY226" fmla="*/ 94641 h 390028"/>
                <a:gd name="connsiteX227" fmla="*/ 2213196 w 2915191"/>
                <a:gd name="connsiteY227" fmla="*/ 107055 h 390028"/>
                <a:gd name="connsiteX228" fmla="*/ 2222955 w 2915191"/>
                <a:gd name="connsiteY228" fmla="*/ 133032 h 390028"/>
                <a:gd name="connsiteX229" fmla="*/ 2232699 w 2915191"/>
                <a:gd name="connsiteY229" fmla="*/ 160247 h 390028"/>
                <a:gd name="connsiteX230" fmla="*/ 2242458 w 2915191"/>
                <a:gd name="connsiteY230" fmla="*/ 155025 h 390028"/>
                <a:gd name="connsiteX231" fmla="*/ 2252202 w 2915191"/>
                <a:gd name="connsiteY231" fmla="*/ 155213 h 390028"/>
                <a:gd name="connsiteX232" fmla="*/ 2261946 w 2915191"/>
                <a:gd name="connsiteY232" fmla="*/ 192794 h 390028"/>
                <a:gd name="connsiteX233" fmla="*/ 2271705 w 2915191"/>
                <a:gd name="connsiteY233" fmla="*/ 212702 h 390028"/>
                <a:gd name="connsiteX234" fmla="*/ 2281449 w 2915191"/>
                <a:gd name="connsiteY234" fmla="*/ 211136 h 390028"/>
                <a:gd name="connsiteX235" fmla="*/ 2291208 w 2915191"/>
                <a:gd name="connsiteY235" fmla="*/ 226173 h 390028"/>
                <a:gd name="connsiteX236" fmla="*/ 2300951 w 2915191"/>
                <a:gd name="connsiteY236" fmla="*/ 195621 h 390028"/>
                <a:gd name="connsiteX237" fmla="*/ 2310695 w 2915191"/>
                <a:gd name="connsiteY237" fmla="*/ 183858 h 390028"/>
                <a:gd name="connsiteX238" fmla="*/ 2320454 w 2915191"/>
                <a:gd name="connsiteY238" fmla="*/ 169887 h 390028"/>
                <a:gd name="connsiteX239" fmla="*/ 2330198 w 2915191"/>
                <a:gd name="connsiteY239" fmla="*/ 189847 h 390028"/>
                <a:gd name="connsiteX240" fmla="*/ 2339957 w 2915191"/>
                <a:gd name="connsiteY240" fmla="*/ 230599 h 390028"/>
                <a:gd name="connsiteX241" fmla="*/ 2349701 w 2915191"/>
                <a:gd name="connsiteY241" fmla="*/ 208630 h 390028"/>
                <a:gd name="connsiteX242" fmla="*/ 2359445 w 2915191"/>
                <a:gd name="connsiteY242" fmla="*/ 201761 h 390028"/>
                <a:gd name="connsiteX243" fmla="*/ 2369204 w 2915191"/>
                <a:gd name="connsiteY243" fmla="*/ 227498 h 390028"/>
                <a:gd name="connsiteX244" fmla="*/ 2378948 w 2915191"/>
                <a:gd name="connsiteY244" fmla="*/ 244224 h 390028"/>
                <a:gd name="connsiteX245" fmla="*/ 2388692 w 2915191"/>
                <a:gd name="connsiteY245" fmla="*/ 253026 h 390028"/>
                <a:gd name="connsiteX246" fmla="*/ 2398450 w 2915191"/>
                <a:gd name="connsiteY246" fmla="*/ 239693 h 390028"/>
                <a:gd name="connsiteX247" fmla="*/ 2408194 w 2915191"/>
                <a:gd name="connsiteY247" fmla="*/ 237852 h 390028"/>
                <a:gd name="connsiteX248" fmla="*/ 2417953 w 2915191"/>
                <a:gd name="connsiteY248" fmla="*/ 258150 h 390028"/>
                <a:gd name="connsiteX249" fmla="*/ 2427697 w 2915191"/>
                <a:gd name="connsiteY249" fmla="*/ 242840 h 390028"/>
                <a:gd name="connsiteX250" fmla="*/ 2437441 w 2915191"/>
                <a:gd name="connsiteY250" fmla="*/ 240882 h 390028"/>
                <a:gd name="connsiteX251" fmla="*/ 2447200 w 2915191"/>
                <a:gd name="connsiteY251" fmla="*/ 231316 h 390028"/>
                <a:gd name="connsiteX252" fmla="*/ 2456944 w 2915191"/>
                <a:gd name="connsiteY252" fmla="*/ 214516 h 390028"/>
                <a:gd name="connsiteX253" fmla="*/ 2466703 w 2915191"/>
                <a:gd name="connsiteY253" fmla="*/ 229514 h 390028"/>
                <a:gd name="connsiteX254" fmla="*/ 2476446 w 2915191"/>
                <a:gd name="connsiteY254" fmla="*/ 212549 h 390028"/>
                <a:gd name="connsiteX255" fmla="*/ 2486190 w 2915191"/>
                <a:gd name="connsiteY255" fmla="*/ 195348 h 390028"/>
                <a:gd name="connsiteX256" fmla="*/ 2495949 w 2915191"/>
                <a:gd name="connsiteY256" fmla="*/ 187133 h 390028"/>
                <a:gd name="connsiteX257" fmla="*/ 2505693 w 2915191"/>
                <a:gd name="connsiteY257" fmla="*/ 184433 h 390028"/>
                <a:gd name="connsiteX258" fmla="*/ 2515452 w 2915191"/>
                <a:gd name="connsiteY258" fmla="*/ 172046 h 390028"/>
                <a:gd name="connsiteX259" fmla="*/ 2525196 w 2915191"/>
                <a:gd name="connsiteY259" fmla="*/ 181300 h 390028"/>
                <a:gd name="connsiteX260" fmla="*/ 2534940 w 2915191"/>
                <a:gd name="connsiteY260" fmla="*/ 143218 h 390028"/>
                <a:gd name="connsiteX261" fmla="*/ 2544699 w 2915191"/>
                <a:gd name="connsiteY261" fmla="*/ 140155 h 390028"/>
                <a:gd name="connsiteX262" fmla="*/ 2554443 w 2915191"/>
                <a:gd name="connsiteY262" fmla="*/ 162263 h 390028"/>
                <a:gd name="connsiteX263" fmla="*/ 2564202 w 2915191"/>
                <a:gd name="connsiteY263" fmla="*/ 179825 h 390028"/>
                <a:gd name="connsiteX264" fmla="*/ 2573946 w 2915191"/>
                <a:gd name="connsiteY264" fmla="*/ 205816 h 390028"/>
                <a:gd name="connsiteX265" fmla="*/ 2583690 w 2915191"/>
                <a:gd name="connsiteY265" fmla="*/ 197097 h 390028"/>
                <a:gd name="connsiteX266" fmla="*/ 2593448 w 2915191"/>
                <a:gd name="connsiteY266" fmla="*/ 186929 h 390028"/>
                <a:gd name="connsiteX267" fmla="*/ 2603192 w 2915191"/>
                <a:gd name="connsiteY267" fmla="*/ 168898 h 390028"/>
                <a:gd name="connsiteX268" fmla="*/ 2612951 w 2915191"/>
                <a:gd name="connsiteY268" fmla="*/ 165508 h 390028"/>
                <a:gd name="connsiteX269" fmla="*/ 2622695 w 2915191"/>
                <a:gd name="connsiteY269" fmla="*/ 200101 h 390028"/>
                <a:gd name="connsiteX270" fmla="*/ 2632439 w 2915191"/>
                <a:gd name="connsiteY270" fmla="*/ 186318 h 390028"/>
                <a:gd name="connsiteX271" fmla="*/ 2642198 w 2915191"/>
                <a:gd name="connsiteY271" fmla="*/ 176115 h 390028"/>
                <a:gd name="connsiteX272" fmla="*/ 2651942 w 2915191"/>
                <a:gd name="connsiteY272" fmla="*/ 151494 h 390028"/>
                <a:gd name="connsiteX273" fmla="*/ 2661685 w 2915191"/>
                <a:gd name="connsiteY273" fmla="*/ 111047 h 390028"/>
                <a:gd name="connsiteX274" fmla="*/ 2671444 w 2915191"/>
                <a:gd name="connsiteY274" fmla="*/ 103162 h 390028"/>
                <a:gd name="connsiteX275" fmla="*/ 2681188 w 2915191"/>
                <a:gd name="connsiteY275" fmla="*/ 104537 h 390028"/>
                <a:gd name="connsiteX276" fmla="*/ 2690947 w 2915191"/>
                <a:gd name="connsiteY276" fmla="*/ 77306 h 390028"/>
                <a:gd name="connsiteX277" fmla="*/ 2700691 w 2915191"/>
                <a:gd name="connsiteY277" fmla="*/ 85093 h 390028"/>
                <a:gd name="connsiteX278" fmla="*/ 2710435 w 2915191"/>
                <a:gd name="connsiteY278" fmla="*/ 118557 h 390028"/>
                <a:gd name="connsiteX279" fmla="*/ 2720194 w 2915191"/>
                <a:gd name="connsiteY279" fmla="*/ 106409 h 390028"/>
                <a:gd name="connsiteX280" fmla="*/ 2729938 w 2915191"/>
                <a:gd name="connsiteY280" fmla="*/ 119088 h 390028"/>
                <a:gd name="connsiteX281" fmla="*/ 2739697 w 2915191"/>
                <a:gd name="connsiteY281" fmla="*/ 100155 h 390028"/>
                <a:gd name="connsiteX282" fmla="*/ 2749441 w 2915191"/>
                <a:gd name="connsiteY282" fmla="*/ 101096 h 390028"/>
                <a:gd name="connsiteX283" fmla="*/ 2759185 w 2915191"/>
                <a:gd name="connsiteY283" fmla="*/ 119615 h 390028"/>
                <a:gd name="connsiteX284" fmla="*/ 2768943 w 2915191"/>
                <a:gd name="connsiteY284" fmla="*/ 138131 h 390028"/>
                <a:gd name="connsiteX285" fmla="*/ 2778687 w 2915191"/>
                <a:gd name="connsiteY285" fmla="*/ 146493 h 390028"/>
                <a:gd name="connsiteX286" fmla="*/ 2788446 w 2915191"/>
                <a:gd name="connsiteY286" fmla="*/ 151283 h 390028"/>
                <a:gd name="connsiteX287" fmla="*/ 2798190 w 2915191"/>
                <a:gd name="connsiteY287" fmla="*/ 131539 h 390028"/>
                <a:gd name="connsiteX288" fmla="*/ 2807934 w 2915191"/>
                <a:gd name="connsiteY288" fmla="*/ 117072 h 390028"/>
                <a:gd name="connsiteX289" fmla="*/ 2817693 w 2915191"/>
                <a:gd name="connsiteY289" fmla="*/ 88610 h 390028"/>
                <a:gd name="connsiteX290" fmla="*/ 2827437 w 2915191"/>
                <a:gd name="connsiteY290" fmla="*/ 77266 h 390028"/>
                <a:gd name="connsiteX291" fmla="*/ 2837196 w 2915191"/>
                <a:gd name="connsiteY291" fmla="*/ 88847 h 390028"/>
                <a:gd name="connsiteX292" fmla="*/ 2846940 w 2915191"/>
                <a:gd name="connsiteY292" fmla="*/ 80536 h 390028"/>
                <a:gd name="connsiteX293" fmla="*/ 2856684 w 2915191"/>
                <a:gd name="connsiteY293" fmla="*/ 36672 h 390028"/>
                <a:gd name="connsiteX294" fmla="*/ 2866442 w 2915191"/>
                <a:gd name="connsiteY294" fmla="*/ 23694 h 390028"/>
                <a:gd name="connsiteX295" fmla="*/ 2876186 w 2915191"/>
                <a:gd name="connsiteY295" fmla="*/ 0 h 390028"/>
                <a:gd name="connsiteX296" fmla="*/ 2885945 w 2915191"/>
                <a:gd name="connsiteY296" fmla="*/ 30370 h 390028"/>
                <a:gd name="connsiteX297" fmla="*/ 2895689 w 2915191"/>
                <a:gd name="connsiteY297" fmla="*/ 48550 h 390028"/>
                <a:gd name="connsiteX298" fmla="*/ 2905433 w 2915191"/>
                <a:gd name="connsiteY298" fmla="*/ 21924 h 390028"/>
                <a:gd name="connsiteX299" fmla="*/ 2915192 w 2915191"/>
                <a:gd name="connsiteY299" fmla="*/ 31473 h 390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90028">
                  <a:moveTo>
                    <a:pt x="0" y="347839"/>
                  </a:moveTo>
                  <a:lnTo>
                    <a:pt x="9750" y="390029"/>
                  </a:lnTo>
                  <a:lnTo>
                    <a:pt x="19500" y="373714"/>
                  </a:lnTo>
                  <a:lnTo>
                    <a:pt x="29250" y="349254"/>
                  </a:lnTo>
                  <a:lnTo>
                    <a:pt x="39000" y="350436"/>
                  </a:lnTo>
                  <a:lnTo>
                    <a:pt x="48749" y="314141"/>
                  </a:lnTo>
                  <a:lnTo>
                    <a:pt x="58499" y="333178"/>
                  </a:lnTo>
                  <a:lnTo>
                    <a:pt x="68249" y="325289"/>
                  </a:lnTo>
                  <a:lnTo>
                    <a:pt x="77998" y="326082"/>
                  </a:lnTo>
                  <a:lnTo>
                    <a:pt x="87748" y="329552"/>
                  </a:lnTo>
                  <a:lnTo>
                    <a:pt x="97497" y="305802"/>
                  </a:lnTo>
                  <a:lnTo>
                    <a:pt x="107247" y="309628"/>
                  </a:lnTo>
                  <a:lnTo>
                    <a:pt x="116997" y="357842"/>
                  </a:lnTo>
                  <a:lnTo>
                    <a:pt x="126747" y="356823"/>
                  </a:lnTo>
                  <a:lnTo>
                    <a:pt x="136497" y="356197"/>
                  </a:lnTo>
                  <a:lnTo>
                    <a:pt x="146247" y="322509"/>
                  </a:lnTo>
                  <a:lnTo>
                    <a:pt x="155997" y="309812"/>
                  </a:lnTo>
                  <a:lnTo>
                    <a:pt x="165747" y="275586"/>
                  </a:lnTo>
                  <a:lnTo>
                    <a:pt x="175497" y="236334"/>
                  </a:lnTo>
                  <a:lnTo>
                    <a:pt x="185247" y="262788"/>
                  </a:lnTo>
                  <a:lnTo>
                    <a:pt x="194996" y="237274"/>
                  </a:lnTo>
                  <a:lnTo>
                    <a:pt x="204746" y="208550"/>
                  </a:lnTo>
                  <a:lnTo>
                    <a:pt x="214495" y="181645"/>
                  </a:lnTo>
                  <a:lnTo>
                    <a:pt x="224245" y="165534"/>
                  </a:lnTo>
                  <a:lnTo>
                    <a:pt x="233995" y="179659"/>
                  </a:lnTo>
                  <a:lnTo>
                    <a:pt x="243744" y="206407"/>
                  </a:lnTo>
                  <a:lnTo>
                    <a:pt x="253494" y="199351"/>
                  </a:lnTo>
                  <a:lnTo>
                    <a:pt x="263244" y="195831"/>
                  </a:lnTo>
                  <a:lnTo>
                    <a:pt x="272994" y="178938"/>
                  </a:lnTo>
                  <a:lnTo>
                    <a:pt x="282744" y="191969"/>
                  </a:lnTo>
                  <a:lnTo>
                    <a:pt x="292494" y="191625"/>
                  </a:lnTo>
                  <a:lnTo>
                    <a:pt x="302244" y="210021"/>
                  </a:lnTo>
                  <a:lnTo>
                    <a:pt x="311994" y="196734"/>
                  </a:lnTo>
                  <a:lnTo>
                    <a:pt x="321744" y="185232"/>
                  </a:lnTo>
                  <a:lnTo>
                    <a:pt x="331493" y="221037"/>
                  </a:lnTo>
                  <a:lnTo>
                    <a:pt x="341243" y="226728"/>
                  </a:lnTo>
                  <a:lnTo>
                    <a:pt x="350993" y="238345"/>
                  </a:lnTo>
                  <a:lnTo>
                    <a:pt x="360742" y="234906"/>
                  </a:lnTo>
                  <a:lnTo>
                    <a:pt x="370492" y="245601"/>
                  </a:lnTo>
                  <a:lnTo>
                    <a:pt x="380241" y="242178"/>
                  </a:lnTo>
                  <a:lnTo>
                    <a:pt x="389991" y="245070"/>
                  </a:lnTo>
                  <a:lnTo>
                    <a:pt x="399741" y="261346"/>
                  </a:lnTo>
                  <a:lnTo>
                    <a:pt x="409491" y="186732"/>
                  </a:lnTo>
                  <a:lnTo>
                    <a:pt x="419241" y="206133"/>
                  </a:lnTo>
                  <a:lnTo>
                    <a:pt x="428991" y="211351"/>
                  </a:lnTo>
                  <a:lnTo>
                    <a:pt x="438741" y="174665"/>
                  </a:lnTo>
                  <a:lnTo>
                    <a:pt x="448491" y="207994"/>
                  </a:lnTo>
                  <a:lnTo>
                    <a:pt x="458241" y="205992"/>
                  </a:lnTo>
                  <a:lnTo>
                    <a:pt x="467991" y="234981"/>
                  </a:lnTo>
                  <a:lnTo>
                    <a:pt x="477740" y="189871"/>
                  </a:lnTo>
                  <a:lnTo>
                    <a:pt x="487490" y="180638"/>
                  </a:lnTo>
                  <a:lnTo>
                    <a:pt x="497239" y="164672"/>
                  </a:lnTo>
                  <a:lnTo>
                    <a:pt x="506989" y="153133"/>
                  </a:lnTo>
                  <a:lnTo>
                    <a:pt x="516738" y="144739"/>
                  </a:lnTo>
                  <a:lnTo>
                    <a:pt x="526488" y="149435"/>
                  </a:lnTo>
                  <a:lnTo>
                    <a:pt x="536238" y="154473"/>
                  </a:lnTo>
                  <a:lnTo>
                    <a:pt x="545988" y="163053"/>
                  </a:lnTo>
                  <a:lnTo>
                    <a:pt x="555738" y="177371"/>
                  </a:lnTo>
                  <a:lnTo>
                    <a:pt x="565488" y="200123"/>
                  </a:lnTo>
                  <a:lnTo>
                    <a:pt x="575238" y="219325"/>
                  </a:lnTo>
                  <a:lnTo>
                    <a:pt x="584988" y="242555"/>
                  </a:lnTo>
                  <a:lnTo>
                    <a:pt x="594738" y="230125"/>
                  </a:lnTo>
                  <a:lnTo>
                    <a:pt x="604488" y="222743"/>
                  </a:lnTo>
                  <a:lnTo>
                    <a:pt x="614237" y="229058"/>
                  </a:lnTo>
                  <a:lnTo>
                    <a:pt x="623987" y="211780"/>
                  </a:lnTo>
                  <a:lnTo>
                    <a:pt x="633736" y="209158"/>
                  </a:lnTo>
                  <a:lnTo>
                    <a:pt x="643486" y="200262"/>
                  </a:lnTo>
                  <a:lnTo>
                    <a:pt x="653236" y="188839"/>
                  </a:lnTo>
                  <a:lnTo>
                    <a:pt x="662985" y="200208"/>
                  </a:lnTo>
                  <a:lnTo>
                    <a:pt x="672735" y="117151"/>
                  </a:lnTo>
                  <a:lnTo>
                    <a:pt x="682485" y="126323"/>
                  </a:lnTo>
                  <a:lnTo>
                    <a:pt x="692235" y="156679"/>
                  </a:lnTo>
                  <a:lnTo>
                    <a:pt x="701985" y="130707"/>
                  </a:lnTo>
                  <a:lnTo>
                    <a:pt x="711735" y="120877"/>
                  </a:lnTo>
                  <a:lnTo>
                    <a:pt x="721485" y="110466"/>
                  </a:lnTo>
                  <a:lnTo>
                    <a:pt x="731235" y="156581"/>
                  </a:lnTo>
                  <a:lnTo>
                    <a:pt x="740985" y="169820"/>
                  </a:lnTo>
                  <a:lnTo>
                    <a:pt x="750734" y="161371"/>
                  </a:lnTo>
                  <a:lnTo>
                    <a:pt x="760484" y="146098"/>
                  </a:lnTo>
                  <a:lnTo>
                    <a:pt x="770233" y="155991"/>
                  </a:lnTo>
                  <a:lnTo>
                    <a:pt x="779983" y="150676"/>
                  </a:lnTo>
                  <a:lnTo>
                    <a:pt x="789733" y="156339"/>
                  </a:lnTo>
                  <a:lnTo>
                    <a:pt x="799482" y="170896"/>
                  </a:lnTo>
                  <a:lnTo>
                    <a:pt x="809232" y="151365"/>
                  </a:lnTo>
                  <a:lnTo>
                    <a:pt x="818982" y="168823"/>
                  </a:lnTo>
                  <a:lnTo>
                    <a:pt x="828732" y="171177"/>
                  </a:lnTo>
                  <a:lnTo>
                    <a:pt x="838482" y="162046"/>
                  </a:lnTo>
                  <a:lnTo>
                    <a:pt x="848232" y="181035"/>
                  </a:lnTo>
                  <a:lnTo>
                    <a:pt x="857982" y="162195"/>
                  </a:lnTo>
                  <a:lnTo>
                    <a:pt x="867732" y="147458"/>
                  </a:lnTo>
                  <a:lnTo>
                    <a:pt x="877482" y="121154"/>
                  </a:lnTo>
                  <a:lnTo>
                    <a:pt x="887231" y="131306"/>
                  </a:lnTo>
                  <a:lnTo>
                    <a:pt x="896981" y="117931"/>
                  </a:lnTo>
                  <a:lnTo>
                    <a:pt x="906730" y="90277"/>
                  </a:lnTo>
                  <a:lnTo>
                    <a:pt x="916480" y="55938"/>
                  </a:lnTo>
                  <a:lnTo>
                    <a:pt x="926230" y="60275"/>
                  </a:lnTo>
                  <a:lnTo>
                    <a:pt x="935979" y="96455"/>
                  </a:lnTo>
                  <a:lnTo>
                    <a:pt x="945729" y="79623"/>
                  </a:lnTo>
                  <a:lnTo>
                    <a:pt x="955479" y="69315"/>
                  </a:lnTo>
                  <a:lnTo>
                    <a:pt x="965229" y="62383"/>
                  </a:lnTo>
                  <a:lnTo>
                    <a:pt x="974979" y="36894"/>
                  </a:lnTo>
                  <a:lnTo>
                    <a:pt x="984729" y="14540"/>
                  </a:lnTo>
                  <a:lnTo>
                    <a:pt x="994474" y="15251"/>
                  </a:lnTo>
                  <a:lnTo>
                    <a:pt x="1004233" y="6313"/>
                  </a:lnTo>
                  <a:lnTo>
                    <a:pt x="1013977" y="44980"/>
                  </a:lnTo>
                  <a:lnTo>
                    <a:pt x="1023721" y="38198"/>
                  </a:lnTo>
                  <a:lnTo>
                    <a:pt x="1033480" y="36924"/>
                  </a:lnTo>
                  <a:lnTo>
                    <a:pt x="1043224" y="98597"/>
                  </a:lnTo>
                  <a:lnTo>
                    <a:pt x="1052983" y="95035"/>
                  </a:lnTo>
                  <a:lnTo>
                    <a:pt x="1062727" y="93938"/>
                  </a:lnTo>
                  <a:lnTo>
                    <a:pt x="1072471" y="101972"/>
                  </a:lnTo>
                  <a:lnTo>
                    <a:pt x="1082230" y="75887"/>
                  </a:lnTo>
                  <a:lnTo>
                    <a:pt x="1091973" y="92485"/>
                  </a:lnTo>
                  <a:lnTo>
                    <a:pt x="1101732" y="93029"/>
                  </a:lnTo>
                  <a:lnTo>
                    <a:pt x="1111476" y="104501"/>
                  </a:lnTo>
                  <a:lnTo>
                    <a:pt x="1121220" y="96629"/>
                  </a:lnTo>
                  <a:lnTo>
                    <a:pt x="1130979" y="76339"/>
                  </a:lnTo>
                  <a:lnTo>
                    <a:pt x="1140723" y="92454"/>
                  </a:lnTo>
                  <a:lnTo>
                    <a:pt x="1150482" y="95492"/>
                  </a:lnTo>
                  <a:lnTo>
                    <a:pt x="1160226" y="103462"/>
                  </a:lnTo>
                  <a:lnTo>
                    <a:pt x="1169969" y="77442"/>
                  </a:lnTo>
                  <a:lnTo>
                    <a:pt x="1179728" y="101909"/>
                  </a:lnTo>
                  <a:lnTo>
                    <a:pt x="1189472" y="73455"/>
                  </a:lnTo>
                  <a:lnTo>
                    <a:pt x="1199231" y="83540"/>
                  </a:lnTo>
                  <a:lnTo>
                    <a:pt x="1208975" y="55901"/>
                  </a:lnTo>
                  <a:lnTo>
                    <a:pt x="1218719" y="68371"/>
                  </a:lnTo>
                  <a:lnTo>
                    <a:pt x="1228478" y="47492"/>
                  </a:lnTo>
                  <a:lnTo>
                    <a:pt x="1238222" y="25392"/>
                  </a:lnTo>
                  <a:lnTo>
                    <a:pt x="1247966" y="60161"/>
                  </a:lnTo>
                  <a:lnTo>
                    <a:pt x="1257725" y="65153"/>
                  </a:lnTo>
                  <a:lnTo>
                    <a:pt x="1267469" y="78193"/>
                  </a:lnTo>
                  <a:lnTo>
                    <a:pt x="1277227" y="90668"/>
                  </a:lnTo>
                  <a:lnTo>
                    <a:pt x="1286971" y="80556"/>
                  </a:lnTo>
                  <a:lnTo>
                    <a:pt x="1296715" y="70775"/>
                  </a:lnTo>
                  <a:lnTo>
                    <a:pt x="1306474" y="80773"/>
                  </a:lnTo>
                  <a:lnTo>
                    <a:pt x="1316218" y="103335"/>
                  </a:lnTo>
                  <a:lnTo>
                    <a:pt x="1325977" y="112344"/>
                  </a:lnTo>
                  <a:lnTo>
                    <a:pt x="1335721" y="139460"/>
                  </a:lnTo>
                  <a:lnTo>
                    <a:pt x="1345465" y="150949"/>
                  </a:lnTo>
                  <a:lnTo>
                    <a:pt x="1355224" y="158361"/>
                  </a:lnTo>
                  <a:lnTo>
                    <a:pt x="1364967" y="127009"/>
                  </a:lnTo>
                  <a:lnTo>
                    <a:pt x="1374726" y="124605"/>
                  </a:lnTo>
                  <a:lnTo>
                    <a:pt x="1384470" y="138122"/>
                  </a:lnTo>
                  <a:lnTo>
                    <a:pt x="1394214" y="159102"/>
                  </a:lnTo>
                  <a:lnTo>
                    <a:pt x="1403973" y="147880"/>
                  </a:lnTo>
                  <a:lnTo>
                    <a:pt x="1413717" y="152128"/>
                  </a:lnTo>
                  <a:lnTo>
                    <a:pt x="1423476" y="167237"/>
                  </a:lnTo>
                  <a:lnTo>
                    <a:pt x="1433220" y="169123"/>
                  </a:lnTo>
                  <a:lnTo>
                    <a:pt x="1442964" y="163001"/>
                  </a:lnTo>
                  <a:lnTo>
                    <a:pt x="1452722" y="173376"/>
                  </a:lnTo>
                  <a:lnTo>
                    <a:pt x="1462466" y="168154"/>
                  </a:lnTo>
                  <a:lnTo>
                    <a:pt x="1472225" y="163333"/>
                  </a:lnTo>
                  <a:lnTo>
                    <a:pt x="1481969" y="167101"/>
                  </a:lnTo>
                  <a:lnTo>
                    <a:pt x="1491713" y="128735"/>
                  </a:lnTo>
                  <a:lnTo>
                    <a:pt x="1501472" y="97608"/>
                  </a:lnTo>
                  <a:lnTo>
                    <a:pt x="1511216" y="121824"/>
                  </a:lnTo>
                  <a:lnTo>
                    <a:pt x="1520960" y="101434"/>
                  </a:lnTo>
                  <a:lnTo>
                    <a:pt x="1530719" y="98992"/>
                  </a:lnTo>
                  <a:lnTo>
                    <a:pt x="1540463" y="91706"/>
                  </a:lnTo>
                  <a:lnTo>
                    <a:pt x="1550221" y="96168"/>
                  </a:lnTo>
                  <a:lnTo>
                    <a:pt x="1559965" y="170382"/>
                  </a:lnTo>
                  <a:lnTo>
                    <a:pt x="1569709" y="161459"/>
                  </a:lnTo>
                  <a:lnTo>
                    <a:pt x="1579468" y="182328"/>
                  </a:lnTo>
                  <a:lnTo>
                    <a:pt x="1589212" y="201623"/>
                  </a:lnTo>
                  <a:lnTo>
                    <a:pt x="1598971" y="160458"/>
                  </a:lnTo>
                  <a:lnTo>
                    <a:pt x="1608715" y="159385"/>
                  </a:lnTo>
                  <a:lnTo>
                    <a:pt x="1618459" y="175990"/>
                  </a:lnTo>
                  <a:lnTo>
                    <a:pt x="1628218" y="171769"/>
                  </a:lnTo>
                  <a:lnTo>
                    <a:pt x="1637962" y="164173"/>
                  </a:lnTo>
                  <a:lnTo>
                    <a:pt x="1647720" y="160037"/>
                  </a:lnTo>
                  <a:lnTo>
                    <a:pt x="1657464" y="150483"/>
                  </a:lnTo>
                  <a:lnTo>
                    <a:pt x="1667208" y="149572"/>
                  </a:lnTo>
                  <a:lnTo>
                    <a:pt x="1676967" y="108752"/>
                  </a:lnTo>
                  <a:lnTo>
                    <a:pt x="1686711" y="136275"/>
                  </a:lnTo>
                  <a:lnTo>
                    <a:pt x="1696470" y="113675"/>
                  </a:lnTo>
                  <a:lnTo>
                    <a:pt x="1706214" y="90185"/>
                  </a:lnTo>
                  <a:lnTo>
                    <a:pt x="1715958" y="66296"/>
                  </a:lnTo>
                  <a:lnTo>
                    <a:pt x="1725716" y="70931"/>
                  </a:lnTo>
                  <a:lnTo>
                    <a:pt x="1735460" y="52929"/>
                  </a:lnTo>
                  <a:lnTo>
                    <a:pt x="1745219" y="71849"/>
                  </a:lnTo>
                  <a:lnTo>
                    <a:pt x="1754963" y="47589"/>
                  </a:lnTo>
                  <a:lnTo>
                    <a:pt x="1764707" y="49430"/>
                  </a:lnTo>
                  <a:lnTo>
                    <a:pt x="1774466" y="32976"/>
                  </a:lnTo>
                  <a:lnTo>
                    <a:pt x="1784210" y="34229"/>
                  </a:lnTo>
                  <a:lnTo>
                    <a:pt x="1793969" y="48037"/>
                  </a:lnTo>
                  <a:lnTo>
                    <a:pt x="1803713" y="59626"/>
                  </a:lnTo>
                  <a:lnTo>
                    <a:pt x="1813457" y="46667"/>
                  </a:lnTo>
                  <a:lnTo>
                    <a:pt x="1823215" y="33430"/>
                  </a:lnTo>
                  <a:lnTo>
                    <a:pt x="1832959" y="37997"/>
                  </a:lnTo>
                  <a:lnTo>
                    <a:pt x="1842703" y="39335"/>
                  </a:lnTo>
                  <a:lnTo>
                    <a:pt x="1852462" y="62747"/>
                  </a:lnTo>
                  <a:lnTo>
                    <a:pt x="1862206" y="76879"/>
                  </a:lnTo>
                  <a:lnTo>
                    <a:pt x="1871965" y="64069"/>
                  </a:lnTo>
                  <a:lnTo>
                    <a:pt x="1881709" y="15884"/>
                  </a:lnTo>
                  <a:lnTo>
                    <a:pt x="1891453" y="15528"/>
                  </a:lnTo>
                  <a:lnTo>
                    <a:pt x="1901212" y="8542"/>
                  </a:lnTo>
                  <a:lnTo>
                    <a:pt x="1910956" y="37161"/>
                  </a:lnTo>
                  <a:lnTo>
                    <a:pt x="1920714" y="56919"/>
                  </a:lnTo>
                  <a:lnTo>
                    <a:pt x="1930458" y="45236"/>
                  </a:lnTo>
                  <a:lnTo>
                    <a:pt x="1940202" y="24408"/>
                  </a:lnTo>
                  <a:lnTo>
                    <a:pt x="1949961" y="31595"/>
                  </a:lnTo>
                  <a:lnTo>
                    <a:pt x="1959705" y="48130"/>
                  </a:lnTo>
                  <a:lnTo>
                    <a:pt x="1969464" y="62328"/>
                  </a:lnTo>
                  <a:lnTo>
                    <a:pt x="1979208" y="87925"/>
                  </a:lnTo>
                  <a:lnTo>
                    <a:pt x="1988952" y="68112"/>
                  </a:lnTo>
                  <a:lnTo>
                    <a:pt x="1998711" y="68066"/>
                  </a:lnTo>
                  <a:lnTo>
                    <a:pt x="2008454" y="63038"/>
                  </a:lnTo>
                  <a:lnTo>
                    <a:pt x="2018213" y="74355"/>
                  </a:lnTo>
                  <a:lnTo>
                    <a:pt x="2027957" y="58961"/>
                  </a:lnTo>
                  <a:lnTo>
                    <a:pt x="2037701" y="21995"/>
                  </a:lnTo>
                  <a:lnTo>
                    <a:pt x="2047460" y="28126"/>
                  </a:lnTo>
                  <a:lnTo>
                    <a:pt x="2057204" y="62860"/>
                  </a:lnTo>
                  <a:lnTo>
                    <a:pt x="2066963" y="44578"/>
                  </a:lnTo>
                  <a:lnTo>
                    <a:pt x="2076707" y="56930"/>
                  </a:lnTo>
                  <a:lnTo>
                    <a:pt x="2086451" y="76256"/>
                  </a:lnTo>
                  <a:lnTo>
                    <a:pt x="2096210" y="90462"/>
                  </a:lnTo>
                  <a:lnTo>
                    <a:pt x="2105954" y="88472"/>
                  </a:lnTo>
                  <a:lnTo>
                    <a:pt x="2115697" y="115075"/>
                  </a:lnTo>
                  <a:lnTo>
                    <a:pt x="2125456" y="117569"/>
                  </a:lnTo>
                  <a:lnTo>
                    <a:pt x="2135200" y="127613"/>
                  </a:lnTo>
                  <a:lnTo>
                    <a:pt x="2144959" y="69927"/>
                  </a:lnTo>
                  <a:lnTo>
                    <a:pt x="2154703" y="64328"/>
                  </a:lnTo>
                  <a:lnTo>
                    <a:pt x="2164447" y="105985"/>
                  </a:lnTo>
                  <a:lnTo>
                    <a:pt x="2174206" y="116361"/>
                  </a:lnTo>
                  <a:lnTo>
                    <a:pt x="2183950" y="104345"/>
                  </a:lnTo>
                  <a:lnTo>
                    <a:pt x="2193709" y="86314"/>
                  </a:lnTo>
                  <a:lnTo>
                    <a:pt x="2203452" y="94641"/>
                  </a:lnTo>
                  <a:lnTo>
                    <a:pt x="2213196" y="107055"/>
                  </a:lnTo>
                  <a:lnTo>
                    <a:pt x="2222955" y="133032"/>
                  </a:lnTo>
                  <a:lnTo>
                    <a:pt x="2232699" y="160247"/>
                  </a:lnTo>
                  <a:lnTo>
                    <a:pt x="2242458" y="155025"/>
                  </a:lnTo>
                  <a:lnTo>
                    <a:pt x="2252202" y="155213"/>
                  </a:lnTo>
                  <a:lnTo>
                    <a:pt x="2261946" y="192794"/>
                  </a:lnTo>
                  <a:lnTo>
                    <a:pt x="2271705" y="212702"/>
                  </a:lnTo>
                  <a:lnTo>
                    <a:pt x="2281449" y="211136"/>
                  </a:lnTo>
                  <a:lnTo>
                    <a:pt x="2291208" y="226173"/>
                  </a:lnTo>
                  <a:lnTo>
                    <a:pt x="2300951" y="195621"/>
                  </a:lnTo>
                  <a:lnTo>
                    <a:pt x="2310695" y="183858"/>
                  </a:lnTo>
                  <a:lnTo>
                    <a:pt x="2320454" y="169887"/>
                  </a:lnTo>
                  <a:lnTo>
                    <a:pt x="2330198" y="189847"/>
                  </a:lnTo>
                  <a:lnTo>
                    <a:pt x="2339957" y="230599"/>
                  </a:lnTo>
                  <a:lnTo>
                    <a:pt x="2349701" y="208630"/>
                  </a:lnTo>
                  <a:lnTo>
                    <a:pt x="2359445" y="201761"/>
                  </a:lnTo>
                  <a:lnTo>
                    <a:pt x="2369204" y="227498"/>
                  </a:lnTo>
                  <a:lnTo>
                    <a:pt x="2378948" y="244224"/>
                  </a:lnTo>
                  <a:lnTo>
                    <a:pt x="2388692" y="253026"/>
                  </a:lnTo>
                  <a:lnTo>
                    <a:pt x="2398450" y="239693"/>
                  </a:lnTo>
                  <a:lnTo>
                    <a:pt x="2408194" y="237852"/>
                  </a:lnTo>
                  <a:lnTo>
                    <a:pt x="2417953" y="258150"/>
                  </a:lnTo>
                  <a:lnTo>
                    <a:pt x="2427697" y="242840"/>
                  </a:lnTo>
                  <a:lnTo>
                    <a:pt x="2437441" y="240882"/>
                  </a:lnTo>
                  <a:lnTo>
                    <a:pt x="2447200" y="231316"/>
                  </a:lnTo>
                  <a:lnTo>
                    <a:pt x="2456944" y="214516"/>
                  </a:lnTo>
                  <a:lnTo>
                    <a:pt x="2466703" y="229514"/>
                  </a:lnTo>
                  <a:lnTo>
                    <a:pt x="2476446" y="212549"/>
                  </a:lnTo>
                  <a:lnTo>
                    <a:pt x="2486190" y="195348"/>
                  </a:lnTo>
                  <a:lnTo>
                    <a:pt x="2495949" y="187133"/>
                  </a:lnTo>
                  <a:lnTo>
                    <a:pt x="2505693" y="184433"/>
                  </a:lnTo>
                  <a:lnTo>
                    <a:pt x="2515452" y="172046"/>
                  </a:lnTo>
                  <a:lnTo>
                    <a:pt x="2525196" y="181300"/>
                  </a:lnTo>
                  <a:lnTo>
                    <a:pt x="2534940" y="143218"/>
                  </a:lnTo>
                  <a:lnTo>
                    <a:pt x="2544699" y="140155"/>
                  </a:lnTo>
                  <a:lnTo>
                    <a:pt x="2554443" y="162263"/>
                  </a:lnTo>
                  <a:lnTo>
                    <a:pt x="2564202" y="179825"/>
                  </a:lnTo>
                  <a:lnTo>
                    <a:pt x="2573946" y="205816"/>
                  </a:lnTo>
                  <a:lnTo>
                    <a:pt x="2583690" y="197097"/>
                  </a:lnTo>
                  <a:lnTo>
                    <a:pt x="2593448" y="186929"/>
                  </a:lnTo>
                  <a:lnTo>
                    <a:pt x="2603192" y="168898"/>
                  </a:lnTo>
                  <a:lnTo>
                    <a:pt x="2612951" y="165508"/>
                  </a:lnTo>
                  <a:lnTo>
                    <a:pt x="2622695" y="200101"/>
                  </a:lnTo>
                  <a:lnTo>
                    <a:pt x="2632439" y="186318"/>
                  </a:lnTo>
                  <a:lnTo>
                    <a:pt x="2642198" y="176115"/>
                  </a:lnTo>
                  <a:lnTo>
                    <a:pt x="2651942" y="151494"/>
                  </a:lnTo>
                  <a:lnTo>
                    <a:pt x="2661685" y="111047"/>
                  </a:lnTo>
                  <a:lnTo>
                    <a:pt x="2671444" y="103162"/>
                  </a:lnTo>
                  <a:lnTo>
                    <a:pt x="2681188" y="104537"/>
                  </a:lnTo>
                  <a:lnTo>
                    <a:pt x="2690947" y="77306"/>
                  </a:lnTo>
                  <a:lnTo>
                    <a:pt x="2700691" y="85093"/>
                  </a:lnTo>
                  <a:lnTo>
                    <a:pt x="2710435" y="118557"/>
                  </a:lnTo>
                  <a:lnTo>
                    <a:pt x="2720194" y="106409"/>
                  </a:lnTo>
                  <a:lnTo>
                    <a:pt x="2729938" y="119088"/>
                  </a:lnTo>
                  <a:lnTo>
                    <a:pt x="2739697" y="100155"/>
                  </a:lnTo>
                  <a:lnTo>
                    <a:pt x="2749441" y="101096"/>
                  </a:lnTo>
                  <a:lnTo>
                    <a:pt x="2759185" y="119615"/>
                  </a:lnTo>
                  <a:lnTo>
                    <a:pt x="2768943" y="138131"/>
                  </a:lnTo>
                  <a:lnTo>
                    <a:pt x="2778687" y="146493"/>
                  </a:lnTo>
                  <a:lnTo>
                    <a:pt x="2788446" y="151283"/>
                  </a:lnTo>
                  <a:lnTo>
                    <a:pt x="2798190" y="131539"/>
                  </a:lnTo>
                  <a:lnTo>
                    <a:pt x="2807934" y="117072"/>
                  </a:lnTo>
                  <a:lnTo>
                    <a:pt x="2817693" y="88610"/>
                  </a:lnTo>
                  <a:lnTo>
                    <a:pt x="2827437" y="77266"/>
                  </a:lnTo>
                  <a:lnTo>
                    <a:pt x="2837196" y="88847"/>
                  </a:lnTo>
                  <a:lnTo>
                    <a:pt x="2846940" y="80536"/>
                  </a:lnTo>
                  <a:lnTo>
                    <a:pt x="2856684" y="36672"/>
                  </a:lnTo>
                  <a:lnTo>
                    <a:pt x="2866442" y="23694"/>
                  </a:lnTo>
                  <a:lnTo>
                    <a:pt x="2876186" y="0"/>
                  </a:lnTo>
                  <a:lnTo>
                    <a:pt x="2885945" y="30370"/>
                  </a:lnTo>
                  <a:lnTo>
                    <a:pt x="2895689" y="48550"/>
                  </a:lnTo>
                  <a:lnTo>
                    <a:pt x="2905433" y="21924"/>
                  </a:lnTo>
                  <a:lnTo>
                    <a:pt x="2915192" y="3147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4" name="Freeform 1073">
              <a:extLst>
                <a:ext uri="{FF2B5EF4-FFF2-40B4-BE49-F238E27FC236}">
                  <a16:creationId xmlns:a16="http://schemas.microsoft.com/office/drawing/2014/main" id="{CB0CCD34-51C9-EE0D-E7AF-C4C54F609F9B}"/>
                </a:ext>
              </a:extLst>
            </p:cNvPr>
            <p:cNvSpPr/>
            <p:nvPr/>
          </p:nvSpPr>
          <p:spPr>
            <a:xfrm>
              <a:off x="4426652" y="3088762"/>
              <a:ext cx="2915191" cy="1120431"/>
            </a:xfrm>
            <a:custGeom>
              <a:avLst/>
              <a:gdLst>
                <a:gd name="connsiteX0" fmla="*/ 0 w 2915191"/>
                <a:gd name="connsiteY0" fmla="*/ 183041 h 1120431"/>
                <a:gd name="connsiteX1" fmla="*/ 9750 w 2915191"/>
                <a:gd name="connsiteY1" fmla="*/ 173780 h 1120431"/>
                <a:gd name="connsiteX2" fmla="*/ 19500 w 2915191"/>
                <a:gd name="connsiteY2" fmla="*/ 178964 h 1120431"/>
                <a:gd name="connsiteX3" fmla="*/ 29250 w 2915191"/>
                <a:gd name="connsiteY3" fmla="*/ 147178 h 1120431"/>
                <a:gd name="connsiteX4" fmla="*/ 39000 w 2915191"/>
                <a:gd name="connsiteY4" fmla="*/ 154872 h 1120431"/>
                <a:gd name="connsiteX5" fmla="*/ 48749 w 2915191"/>
                <a:gd name="connsiteY5" fmla="*/ 126299 h 1120431"/>
                <a:gd name="connsiteX6" fmla="*/ 58499 w 2915191"/>
                <a:gd name="connsiteY6" fmla="*/ 137646 h 1120431"/>
                <a:gd name="connsiteX7" fmla="*/ 68249 w 2915191"/>
                <a:gd name="connsiteY7" fmla="*/ 112921 h 1120431"/>
                <a:gd name="connsiteX8" fmla="*/ 77998 w 2915191"/>
                <a:gd name="connsiteY8" fmla="*/ 95954 h 1120431"/>
                <a:gd name="connsiteX9" fmla="*/ 87748 w 2915191"/>
                <a:gd name="connsiteY9" fmla="*/ 78004 h 1120431"/>
                <a:gd name="connsiteX10" fmla="*/ 97497 w 2915191"/>
                <a:gd name="connsiteY10" fmla="*/ 81797 h 1120431"/>
                <a:gd name="connsiteX11" fmla="*/ 107247 w 2915191"/>
                <a:gd name="connsiteY11" fmla="*/ 81874 h 1120431"/>
                <a:gd name="connsiteX12" fmla="*/ 116997 w 2915191"/>
                <a:gd name="connsiteY12" fmla="*/ 78279 h 1120431"/>
                <a:gd name="connsiteX13" fmla="*/ 126747 w 2915191"/>
                <a:gd name="connsiteY13" fmla="*/ 57400 h 1120431"/>
                <a:gd name="connsiteX14" fmla="*/ 136497 w 2915191"/>
                <a:gd name="connsiteY14" fmla="*/ 19325 h 1120431"/>
                <a:gd name="connsiteX15" fmla="*/ 146247 w 2915191"/>
                <a:gd name="connsiteY15" fmla="*/ 0 h 1120431"/>
                <a:gd name="connsiteX16" fmla="*/ 155997 w 2915191"/>
                <a:gd name="connsiteY16" fmla="*/ 33205 h 1120431"/>
                <a:gd name="connsiteX17" fmla="*/ 165747 w 2915191"/>
                <a:gd name="connsiteY17" fmla="*/ 49341 h 1120431"/>
                <a:gd name="connsiteX18" fmla="*/ 175497 w 2915191"/>
                <a:gd name="connsiteY18" fmla="*/ 68781 h 1120431"/>
                <a:gd name="connsiteX19" fmla="*/ 185247 w 2915191"/>
                <a:gd name="connsiteY19" fmla="*/ 43708 h 1120431"/>
                <a:gd name="connsiteX20" fmla="*/ 194996 w 2915191"/>
                <a:gd name="connsiteY20" fmla="*/ 65253 h 1120431"/>
                <a:gd name="connsiteX21" fmla="*/ 204746 w 2915191"/>
                <a:gd name="connsiteY21" fmla="*/ 56656 h 1120431"/>
                <a:gd name="connsiteX22" fmla="*/ 214495 w 2915191"/>
                <a:gd name="connsiteY22" fmla="*/ 47592 h 1120431"/>
                <a:gd name="connsiteX23" fmla="*/ 224245 w 2915191"/>
                <a:gd name="connsiteY23" fmla="*/ 57255 h 1120431"/>
                <a:gd name="connsiteX24" fmla="*/ 233995 w 2915191"/>
                <a:gd name="connsiteY24" fmla="*/ 35171 h 1120431"/>
                <a:gd name="connsiteX25" fmla="*/ 243744 w 2915191"/>
                <a:gd name="connsiteY25" fmla="*/ 29116 h 1120431"/>
                <a:gd name="connsiteX26" fmla="*/ 253494 w 2915191"/>
                <a:gd name="connsiteY26" fmla="*/ 40232 h 1120431"/>
                <a:gd name="connsiteX27" fmla="*/ 263244 w 2915191"/>
                <a:gd name="connsiteY27" fmla="*/ 23429 h 1120431"/>
                <a:gd name="connsiteX28" fmla="*/ 272994 w 2915191"/>
                <a:gd name="connsiteY28" fmla="*/ 35281 h 1120431"/>
                <a:gd name="connsiteX29" fmla="*/ 282744 w 2915191"/>
                <a:gd name="connsiteY29" fmla="*/ 65500 h 1120431"/>
                <a:gd name="connsiteX30" fmla="*/ 292494 w 2915191"/>
                <a:gd name="connsiteY30" fmla="*/ 75091 h 1120431"/>
                <a:gd name="connsiteX31" fmla="*/ 302244 w 2915191"/>
                <a:gd name="connsiteY31" fmla="*/ 52508 h 1120431"/>
                <a:gd name="connsiteX32" fmla="*/ 311994 w 2915191"/>
                <a:gd name="connsiteY32" fmla="*/ 54013 h 1120431"/>
                <a:gd name="connsiteX33" fmla="*/ 321744 w 2915191"/>
                <a:gd name="connsiteY33" fmla="*/ 45148 h 1120431"/>
                <a:gd name="connsiteX34" fmla="*/ 331493 w 2915191"/>
                <a:gd name="connsiteY34" fmla="*/ 42589 h 1120431"/>
                <a:gd name="connsiteX35" fmla="*/ 341243 w 2915191"/>
                <a:gd name="connsiteY35" fmla="*/ 58257 h 1120431"/>
                <a:gd name="connsiteX36" fmla="*/ 350993 w 2915191"/>
                <a:gd name="connsiteY36" fmla="*/ 98354 h 1120431"/>
                <a:gd name="connsiteX37" fmla="*/ 360742 w 2915191"/>
                <a:gd name="connsiteY37" fmla="*/ 114190 h 1120431"/>
                <a:gd name="connsiteX38" fmla="*/ 370492 w 2915191"/>
                <a:gd name="connsiteY38" fmla="*/ 119970 h 1120431"/>
                <a:gd name="connsiteX39" fmla="*/ 380241 w 2915191"/>
                <a:gd name="connsiteY39" fmla="*/ 142282 h 1120431"/>
                <a:gd name="connsiteX40" fmla="*/ 389991 w 2915191"/>
                <a:gd name="connsiteY40" fmla="*/ 156129 h 1120431"/>
                <a:gd name="connsiteX41" fmla="*/ 399741 w 2915191"/>
                <a:gd name="connsiteY41" fmla="*/ 156797 h 1120431"/>
                <a:gd name="connsiteX42" fmla="*/ 409491 w 2915191"/>
                <a:gd name="connsiteY42" fmla="*/ 151231 h 1120431"/>
                <a:gd name="connsiteX43" fmla="*/ 419241 w 2915191"/>
                <a:gd name="connsiteY43" fmla="*/ 145124 h 1120431"/>
                <a:gd name="connsiteX44" fmla="*/ 428991 w 2915191"/>
                <a:gd name="connsiteY44" fmla="*/ 133315 h 1120431"/>
                <a:gd name="connsiteX45" fmla="*/ 438741 w 2915191"/>
                <a:gd name="connsiteY45" fmla="*/ 164386 h 1120431"/>
                <a:gd name="connsiteX46" fmla="*/ 448491 w 2915191"/>
                <a:gd name="connsiteY46" fmla="*/ 181328 h 1120431"/>
                <a:gd name="connsiteX47" fmla="*/ 458241 w 2915191"/>
                <a:gd name="connsiteY47" fmla="*/ 182410 h 1120431"/>
                <a:gd name="connsiteX48" fmla="*/ 467991 w 2915191"/>
                <a:gd name="connsiteY48" fmla="*/ 151700 h 1120431"/>
                <a:gd name="connsiteX49" fmla="*/ 477740 w 2915191"/>
                <a:gd name="connsiteY49" fmla="*/ 133012 h 1120431"/>
                <a:gd name="connsiteX50" fmla="*/ 487490 w 2915191"/>
                <a:gd name="connsiteY50" fmla="*/ 157219 h 1120431"/>
                <a:gd name="connsiteX51" fmla="*/ 497239 w 2915191"/>
                <a:gd name="connsiteY51" fmla="*/ 162464 h 1120431"/>
                <a:gd name="connsiteX52" fmla="*/ 506989 w 2915191"/>
                <a:gd name="connsiteY52" fmla="*/ 190758 h 1120431"/>
                <a:gd name="connsiteX53" fmla="*/ 516738 w 2915191"/>
                <a:gd name="connsiteY53" fmla="*/ 191961 h 1120431"/>
                <a:gd name="connsiteX54" fmla="*/ 526488 w 2915191"/>
                <a:gd name="connsiteY54" fmla="*/ 198642 h 1120431"/>
                <a:gd name="connsiteX55" fmla="*/ 536238 w 2915191"/>
                <a:gd name="connsiteY55" fmla="*/ 212418 h 1120431"/>
                <a:gd name="connsiteX56" fmla="*/ 545988 w 2915191"/>
                <a:gd name="connsiteY56" fmla="*/ 208185 h 1120431"/>
                <a:gd name="connsiteX57" fmla="*/ 555738 w 2915191"/>
                <a:gd name="connsiteY57" fmla="*/ 199696 h 1120431"/>
                <a:gd name="connsiteX58" fmla="*/ 565488 w 2915191"/>
                <a:gd name="connsiteY58" fmla="*/ 248610 h 1120431"/>
                <a:gd name="connsiteX59" fmla="*/ 575238 w 2915191"/>
                <a:gd name="connsiteY59" fmla="*/ 258259 h 1120431"/>
                <a:gd name="connsiteX60" fmla="*/ 584988 w 2915191"/>
                <a:gd name="connsiteY60" fmla="*/ 301128 h 1120431"/>
                <a:gd name="connsiteX61" fmla="*/ 594738 w 2915191"/>
                <a:gd name="connsiteY61" fmla="*/ 322477 h 1120431"/>
                <a:gd name="connsiteX62" fmla="*/ 604488 w 2915191"/>
                <a:gd name="connsiteY62" fmla="*/ 327042 h 1120431"/>
                <a:gd name="connsiteX63" fmla="*/ 614237 w 2915191"/>
                <a:gd name="connsiteY63" fmla="*/ 323178 h 1120431"/>
                <a:gd name="connsiteX64" fmla="*/ 623987 w 2915191"/>
                <a:gd name="connsiteY64" fmla="*/ 315146 h 1120431"/>
                <a:gd name="connsiteX65" fmla="*/ 633736 w 2915191"/>
                <a:gd name="connsiteY65" fmla="*/ 290016 h 1120431"/>
                <a:gd name="connsiteX66" fmla="*/ 643486 w 2915191"/>
                <a:gd name="connsiteY66" fmla="*/ 307472 h 1120431"/>
                <a:gd name="connsiteX67" fmla="*/ 653236 w 2915191"/>
                <a:gd name="connsiteY67" fmla="*/ 317351 h 1120431"/>
                <a:gd name="connsiteX68" fmla="*/ 662985 w 2915191"/>
                <a:gd name="connsiteY68" fmla="*/ 363669 h 1120431"/>
                <a:gd name="connsiteX69" fmla="*/ 672735 w 2915191"/>
                <a:gd name="connsiteY69" fmla="*/ 361947 h 1120431"/>
                <a:gd name="connsiteX70" fmla="*/ 682485 w 2915191"/>
                <a:gd name="connsiteY70" fmla="*/ 331739 h 1120431"/>
                <a:gd name="connsiteX71" fmla="*/ 692235 w 2915191"/>
                <a:gd name="connsiteY71" fmla="*/ 330410 h 1120431"/>
                <a:gd name="connsiteX72" fmla="*/ 701985 w 2915191"/>
                <a:gd name="connsiteY72" fmla="*/ 380729 h 1120431"/>
                <a:gd name="connsiteX73" fmla="*/ 711735 w 2915191"/>
                <a:gd name="connsiteY73" fmla="*/ 419874 h 1120431"/>
                <a:gd name="connsiteX74" fmla="*/ 721485 w 2915191"/>
                <a:gd name="connsiteY74" fmla="*/ 417201 h 1120431"/>
                <a:gd name="connsiteX75" fmla="*/ 731235 w 2915191"/>
                <a:gd name="connsiteY75" fmla="*/ 438373 h 1120431"/>
                <a:gd name="connsiteX76" fmla="*/ 740985 w 2915191"/>
                <a:gd name="connsiteY76" fmla="*/ 415789 h 1120431"/>
                <a:gd name="connsiteX77" fmla="*/ 750734 w 2915191"/>
                <a:gd name="connsiteY77" fmla="*/ 405154 h 1120431"/>
                <a:gd name="connsiteX78" fmla="*/ 760484 w 2915191"/>
                <a:gd name="connsiteY78" fmla="*/ 414823 h 1120431"/>
                <a:gd name="connsiteX79" fmla="*/ 770233 w 2915191"/>
                <a:gd name="connsiteY79" fmla="*/ 425502 h 1120431"/>
                <a:gd name="connsiteX80" fmla="*/ 779983 w 2915191"/>
                <a:gd name="connsiteY80" fmla="*/ 402010 h 1120431"/>
                <a:gd name="connsiteX81" fmla="*/ 789733 w 2915191"/>
                <a:gd name="connsiteY81" fmla="*/ 394613 h 1120431"/>
                <a:gd name="connsiteX82" fmla="*/ 799482 w 2915191"/>
                <a:gd name="connsiteY82" fmla="*/ 424320 h 1120431"/>
                <a:gd name="connsiteX83" fmla="*/ 809232 w 2915191"/>
                <a:gd name="connsiteY83" fmla="*/ 423286 h 1120431"/>
                <a:gd name="connsiteX84" fmla="*/ 818982 w 2915191"/>
                <a:gd name="connsiteY84" fmla="*/ 421686 h 1120431"/>
                <a:gd name="connsiteX85" fmla="*/ 828732 w 2915191"/>
                <a:gd name="connsiteY85" fmla="*/ 454945 h 1120431"/>
                <a:gd name="connsiteX86" fmla="*/ 838482 w 2915191"/>
                <a:gd name="connsiteY86" fmla="*/ 483476 h 1120431"/>
                <a:gd name="connsiteX87" fmla="*/ 848232 w 2915191"/>
                <a:gd name="connsiteY87" fmla="*/ 476528 h 1120431"/>
                <a:gd name="connsiteX88" fmla="*/ 857982 w 2915191"/>
                <a:gd name="connsiteY88" fmla="*/ 445182 h 1120431"/>
                <a:gd name="connsiteX89" fmla="*/ 867732 w 2915191"/>
                <a:gd name="connsiteY89" fmla="*/ 457260 h 1120431"/>
                <a:gd name="connsiteX90" fmla="*/ 877482 w 2915191"/>
                <a:gd name="connsiteY90" fmla="*/ 475818 h 1120431"/>
                <a:gd name="connsiteX91" fmla="*/ 887231 w 2915191"/>
                <a:gd name="connsiteY91" fmla="*/ 493903 h 1120431"/>
                <a:gd name="connsiteX92" fmla="*/ 896981 w 2915191"/>
                <a:gd name="connsiteY92" fmla="*/ 515026 h 1120431"/>
                <a:gd name="connsiteX93" fmla="*/ 906730 w 2915191"/>
                <a:gd name="connsiteY93" fmla="*/ 533813 h 1120431"/>
                <a:gd name="connsiteX94" fmla="*/ 916480 w 2915191"/>
                <a:gd name="connsiteY94" fmla="*/ 540417 h 1120431"/>
                <a:gd name="connsiteX95" fmla="*/ 926230 w 2915191"/>
                <a:gd name="connsiteY95" fmla="*/ 536143 h 1120431"/>
                <a:gd name="connsiteX96" fmla="*/ 935979 w 2915191"/>
                <a:gd name="connsiteY96" fmla="*/ 513684 h 1120431"/>
                <a:gd name="connsiteX97" fmla="*/ 945729 w 2915191"/>
                <a:gd name="connsiteY97" fmla="*/ 539440 h 1120431"/>
                <a:gd name="connsiteX98" fmla="*/ 955479 w 2915191"/>
                <a:gd name="connsiteY98" fmla="*/ 593653 h 1120431"/>
                <a:gd name="connsiteX99" fmla="*/ 965229 w 2915191"/>
                <a:gd name="connsiteY99" fmla="*/ 606763 h 1120431"/>
                <a:gd name="connsiteX100" fmla="*/ 974979 w 2915191"/>
                <a:gd name="connsiteY100" fmla="*/ 600834 h 1120431"/>
                <a:gd name="connsiteX101" fmla="*/ 984729 w 2915191"/>
                <a:gd name="connsiteY101" fmla="*/ 586253 h 1120431"/>
                <a:gd name="connsiteX102" fmla="*/ 994474 w 2915191"/>
                <a:gd name="connsiteY102" fmla="*/ 578128 h 1120431"/>
                <a:gd name="connsiteX103" fmla="*/ 1004233 w 2915191"/>
                <a:gd name="connsiteY103" fmla="*/ 577930 h 1120431"/>
                <a:gd name="connsiteX104" fmla="*/ 1013977 w 2915191"/>
                <a:gd name="connsiteY104" fmla="*/ 563134 h 1120431"/>
                <a:gd name="connsiteX105" fmla="*/ 1023721 w 2915191"/>
                <a:gd name="connsiteY105" fmla="*/ 583423 h 1120431"/>
                <a:gd name="connsiteX106" fmla="*/ 1033480 w 2915191"/>
                <a:gd name="connsiteY106" fmla="*/ 574989 h 1120431"/>
                <a:gd name="connsiteX107" fmla="*/ 1043224 w 2915191"/>
                <a:gd name="connsiteY107" fmla="*/ 596677 h 1120431"/>
                <a:gd name="connsiteX108" fmla="*/ 1052983 w 2915191"/>
                <a:gd name="connsiteY108" fmla="*/ 608927 h 1120431"/>
                <a:gd name="connsiteX109" fmla="*/ 1062727 w 2915191"/>
                <a:gd name="connsiteY109" fmla="*/ 627955 h 1120431"/>
                <a:gd name="connsiteX110" fmla="*/ 1072471 w 2915191"/>
                <a:gd name="connsiteY110" fmla="*/ 642803 h 1120431"/>
                <a:gd name="connsiteX111" fmla="*/ 1082230 w 2915191"/>
                <a:gd name="connsiteY111" fmla="*/ 637356 h 1120431"/>
                <a:gd name="connsiteX112" fmla="*/ 1091973 w 2915191"/>
                <a:gd name="connsiteY112" fmla="*/ 656623 h 1120431"/>
                <a:gd name="connsiteX113" fmla="*/ 1101732 w 2915191"/>
                <a:gd name="connsiteY113" fmla="*/ 676745 h 1120431"/>
                <a:gd name="connsiteX114" fmla="*/ 1111476 w 2915191"/>
                <a:gd name="connsiteY114" fmla="*/ 716713 h 1120431"/>
                <a:gd name="connsiteX115" fmla="*/ 1121220 w 2915191"/>
                <a:gd name="connsiteY115" fmla="*/ 692310 h 1120431"/>
                <a:gd name="connsiteX116" fmla="*/ 1130979 w 2915191"/>
                <a:gd name="connsiteY116" fmla="*/ 729362 h 1120431"/>
                <a:gd name="connsiteX117" fmla="*/ 1140723 w 2915191"/>
                <a:gd name="connsiteY117" fmla="*/ 755051 h 1120431"/>
                <a:gd name="connsiteX118" fmla="*/ 1150482 w 2915191"/>
                <a:gd name="connsiteY118" fmla="*/ 734959 h 1120431"/>
                <a:gd name="connsiteX119" fmla="*/ 1160226 w 2915191"/>
                <a:gd name="connsiteY119" fmla="*/ 729859 h 1120431"/>
                <a:gd name="connsiteX120" fmla="*/ 1169969 w 2915191"/>
                <a:gd name="connsiteY120" fmla="*/ 730670 h 1120431"/>
                <a:gd name="connsiteX121" fmla="*/ 1179728 w 2915191"/>
                <a:gd name="connsiteY121" fmla="*/ 704613 h 1120431"/>
                <a:gd name="connsiteX122" fmla="*/ 1189472 w 2915191"/>
                <a:gd name="connsiteY122" fmla="*/ 683349 h 1120431"/>
                <a:gd name="connsiteX123" fmla="*/ 1199231 w 2915191"/>
                <a:gd name="connsiteY123" fmla="*/ 707679 h 1120431"/>
                <a:gd name="connsiteX124" fmla="*/ 1208975 w 2915191"/>
                <a:gd name="connsiteY124" fmla="*/ 702775 h 1120431"/>
                <a:gd name="connsiteX125" fmla="*/ 1218719 w 2915191"/>
                <a:gd name="connsiteY125" fmla="*/ 725494 h 1120431"/>
                <a:gd name="connsiteX126" fmla="*/ 1228478 w 2915191"/>
                <a:gd name="connsiteY126" fmla="*/ 757537 h 1120431"/>
                <a:gd name="connsiteX127" fmla="*/ 1238222 w 2915191"/>
                <a:gd name="connsiteY127" fmla="*/ 777457 h 1120431"/>
                <a:gd name="connsiteX128" fmla="*/ 1247966 w 2915191"/>
                <a:gd name="connsiteY128" fmla="*/ 774242 h 1120431"/>
                <a:gd name="connsiteX129" fmla="*/ 1257725 w 2915191"/>
                <a:gd name="connsiteY129" fmla="*/ 813672 h 1120431"/>
                <a:gd name="connsiteX130" fmla="*/ 1267469 w 2915191"/>
                <a:gd name="connsiteY130" fmla="*/ 799262 h 1120431"/>
                <a:gd name="connsiteX131" fmla="*/ 1277227 w 2915191"/>
                <a:gd name="connsiteY131" fmla="*/ 838875 h 1120431"/>
                <a:gd name="connsiteX132" fmla="*/ 1286971 w 2915191"/>
                <a:gd name="connsiteY132" fmla="*/ 842642 h 1120431"/>
                <a:gd name="connsiteX133" fmla="*/ 1296715 w 2915191"/>
                <a:gd name="connsiteY133" fmla="*/ 861651 h 1120431"/>
                <a:gd name="connsiteX134" fmla="*/ 1306474 w 2915191"/>
                <a:gd name="connsiteY134" fmla="*/ 860275 h 1120431"/>
                <a:gd name="connsiteX135" fmla="*/ 1316218 w 2915191"/>
                <a:gd name="connsiteY135" fmla="*/ 860982 h 1120431"/>
                <a:gd name="connsiteX136" fmla="*/ 1325977 w 2915191"/>
                <a:gd name="connsiteY136" fmla="*/ 875649 h 1120431"/>
                <a:gd name="connsiteX137" fmla="*/ 1335721 w 2915191"/>
                <a:gd name="connsiteY137" fmla="*/ 892114 h 1120431"/>
                <a:gd name="connsiteX138" fmla="*/ 1345465 w 2915191"/>
                <a:gd name="connsiteY138" fmla="*/ 871509 h 1120431"/>
                <a:gd name="connsiteX139" fmla="*/ 1355224 w 2915191"/>
                <a:gd name="connsiteY139" fmla="*/ 869707 h 1120431"/>
                <a:gd name="connsiteX140" fmla="*/ 1364967 w 2915191"/>
                <a:gd name="connsiteY140" fmla="*/ 899639 h 1120431"/>
                <a:gd name="connsiteX141" fmla="*/ 1374726 w 2915191"/>
                <a:gd name="connsiteY141" fmla="*/ 913062 h 1120431"/>
                <a:gd name="connsiteX142" fmla="*/ 1384470 w 2915191"/>
                <a:gd name="connsiteY142" fmla="*/ 913902 h 1120431"/>
                <a:gd name="connsiteX143" fmla="*/ 1394214 w 2915191"/>
                <a:gd name="connsiteY143" fmla="*/ 897726 h 1120431"/>
                <a:gd name="connsiteX144" fmla="*/ 1403973 w 2915191"/>
                <a:gd name="connsiteY144" fmla="*/ 931110 h 1120431"/>
                <a:gd name="connsiteX145" fmla="*/ 1413717 w 2915191"/>
                <a:gd name="connsiteY145" fmla="*/ 921465 h 1120431"/>
                <a:gd name="connsiteX146" fmla="*/ 1423476 w 2915191"/>
                <a:gd name="connsiteY146" fmla="*/ 909134 h 1120431"/>
                <a:gd name="connsiteX147" fmla="*/ 1433220 w 2915191"/>
                <a:gd name="connsiteY147" fmla="*/ 882914 h 1120431"/>
                <a:gd name="connsiteX148" fmla="*/ 1442964 w 2915191"/>
                <a:gd name="connsiteY148" fmla="*/ 950449 h 1120431"/>
                <a:gd name="connsiteX149" fmla="*/ 1452722 w 2915191"/>
                <a:gd name="connsiteY149" fmla="*/ 922917 h 1120431"/>
                <a:gd name="connsiteX150" fmla="*/ 1462466 w 2915191"/>
                <a:gd name="connsiteY150" fmla="*/ 948006 h 1120431"/>
                <a:gd name="connsiteX151" fmla="*/ 1472225 w 2915191"/>
                <a:gd name="connsiteY151" fmla="*/ 954234 h 1120431"/>
                <a:gd name="connsiteX152" fmla="*/ 1481969 w 2915191"/>
                <a:gd name="connsiteY152" fmla="*/ 959418 h 1120431"/>
                <a:gd name="connsiteX153" fmla="*/ 1491713 w 2915191"/>
                <a:gd name="connsiteY153" fmla="*/ 924151 h 1120431"/>
                <a:gd name="connsiteX154" fmla="*/ 1501472 w 2915191"/>
                <a:gd name="connsiteY154" fmla="*/ 935699 h 1120431"/>
                <a:gd name="connsiteX155" fmla="*/ 1511216 w 2915191"/>
                <a:gd name="connsiteY155" fmla="*/ 963873 h 1120431"/>
                <a:gd name="connsiteX156" fmla="*/ 1520960 w 2915191"/>
                <a:gd name="connsiteY156" fmla="*/ 989172 h 1120431"/>
                <a:gd name="connsiteX157" fmla="*/ 1530719 w 2915191"/>
                <a:gd name="connsiteY157" fmla="*/ 989738 h 1120431"/>
                <a:gd name="connsiteX158" fmla="*/ 1540463 w 2915191"/>
                <a:gd name="connsiteY158" fmla="*/ 1012578 h 1120431"/>
                <a:gd name="connsiteX159" fmla="*/ 1550221 w 2915191"/>
                <a:gd name="connsiteY159" fmla="*/ 1022680 h 1120431"/>
                <a:gd name="connsiteX160" fmla="*/ 1559965 w 2915191"/>
                <a:gd name="connsiteY160" fmla="*/ 1032632 h 1120431"/>
                <a:gd name="connsiteX161" fmla="*/ 1569709 w 2915191"/>
                <a:gd name="connsiteY161" fmla="*/ 1047084 h 1120431"/>
                <a:gd name="connsiteX162" fmla="*/ 1579468 w 2915191"/>
                <a:gd name="connsiteY162" fmla="*/ 1023425 h 1120431"/>
                <a:gd name="connsiteX163" fmla="*/ 1589212 w 2915191"/>
                <a:gd name="connsiteY163" fmla="*/ 1012474 h 1120431"/>
                <a:gd name="connsiteX164" fmla="*/ 1598971 w 2915191"/>
                <a:gd name="connsiteY164" fmla="*/ 1013979 h 1120431"/>
                <a:gd name="connsiteX165" fmla="*/ 1608715 w 2915191"/>
                <a:gd name="connsiteY165" fmla="*/ 990304 h 1120431"/>
                <a:gd name="connsiteX166" fmla="*/ 1618459 w 2915191"/>
                <a:gd name="connsiteY166" fmla="*/ 977327 h 1120431"/>
                <a:gd name="connsiteX167" fmla="*/ 1628218 w 2915191"/>
                <a:gd name="connsiteY167" fmla="*/ 996219 h 1120431"/>
                <a:gd name="connsiteX168" fmla="*/ 1637962 w 2915191"/>
                <a:gd name="connsiteY168" fmla="*/ 1001210 h 1120431"/>
                <a:gd name="connsiteX169" fmla="*/ 1647720 w 2915191"/>
                <a:gd name="connsiteY169" fmla="*/ 982408 h 1120431"/>
                <a:gd name="connsiteX170" fmla="*/ 1657464 w 2915191"/>
                <a:gd name="connsiteY170" fmla="*/ 1054414 h 1120431"/>
                <a:gd name="connsiteX171" fmla="*/ 1667208 w 2915191"/>
                <a:gd name="connsiteY171" fmla="*/ 1052522 h 1120431"/>
                <a:gd name="connsiteX172" fmla="*/ 1676967 w 2915191"/>
                <a:gd name="connsiteY172" fmla="*/ 1071533 h 1120431"/>
                <a:gd name="connsiteX173" fmla="*/ 1686711 w 2915191"/>
                <a:gd name="connsiteY173" fmla="*/ 1063547 h 1120431"/>
                <a:gd name="connsiteX174" fmla="*/ 1696470 w 2915191"/>
                <a:gd name="connsiteY174" fmla="*/ 1072353 h 1120431"/>
                <a:gd name="connsiteX175" fmla="*/ 1706214 w 2915191"/>
                <a:gd name="connsiteY175" fmla="*/ 1075035 h 1120431"/>
                <a:gd name="connsiteX176" fmla="*/ 1715958 w 2915191"/>
                <a:gd name="connsiteY176" fmla="*/ 1098083 h 1120431"/>
                <a:gd name="connsiteX177" fmla="*/ 1725716 w 2915191"/>
                <a:gd name="connsiteY177" fmla="*/ 1105220 h 1120431"/>
                <a:gd name="connsiteX178" fmla="*/ 1735460 w 2915191"/>
                <a:gd name="connsiteY178" fmla="*/ 1120432 h 1120431"/>
                <a:gd name="connsiteX179" fmla="*/ 1745219 w 2915191"/>
                <a:gd name="connsiteY179" fmla="*/ 1112848 h 1120431"/>
                <a:gd name="connsiteX180" fmla="*/ 1754963 w 2915191"/>
                <a:gd name="connsiteY180" fmla="*/ 1078342 h 1120431"/>
                <a:gd name="connsiteX181" fmla="*/ 1764707 w 2915191"/>
                <a:gd name="connsiteY181" fmla="*/ 1025838 h 1120431"/>
                <a:gd name="connsiteX182" fmla="*/ 1774466 w 2915191"/>
                <a:gd name="connsiteY182" fmla="*/ 1006157 h 1120431"/>
                <a:gd name="connsiteX183" fmla="*/ 1784210 w 2915191"/>
                <a:gd name="connsiteY183" fmla="*/ 987667 h 1120431"/>
                <a:gd name="connsiteX184" fmla="*/ 1793969 w 2915191"/>
                <a:gd name="connsiteY184" fmla="*/ 1016303 h 1120431"/>
                <a:gd name="connsiteX185" fmla="*/ 1803713 w 2915191"/>
                <a:gd name="connsiteY185" fmla="*/ 1007736 h 1120431"/>
                <a:gd name="connsiteX186" fmla="*/ 1813457 w 2915191"/>
                <a:gd name="connsiteY186" fmla="*/ 995474 h 1120431"/>
                <a:gd name="connsiteX187" fmla="*/ 1823215 w 2915191"/>
                <a:gd name="connsiteY187" fmla="*/ 1005367 h 1120431"/>
                <a:gd name="connsiteX188" fmla="*/ 1832959 w 2915191"/>
                <a:gd name="connsiteY188" fmla="*/ 978802 h 1120431"/>
                <a:gd name="connsiteX189" fmla="*/ 1842703 w 2915191"/>
                <a:gd name="connsiteY189" fmla="*/ 998767 h 1120431"/>
                <a:gd name="connsiteX190" fmla="*/ 1852462 w 2915191"/>
                <a:gd name="connsiteY190" fmla="*/ 1001270 h 1120431"/>
                <a:gd name="connsiteX191" fmla="*/ 1862206 w 2915191"/>
                <a:gd name="connsiteY191" fmla="*/ 983570 h 1120431"/>
                <a:gd name="connsiteX192" fmla="*/ 1871965 w 2915191"/>
                <a:gd name="connsiteY192" fmla="*/ 1003981 h 1120431"/>
                <a:gd name="connsiteX193" fmla="*/ 1881709 w 2915191"/>
                <a:gd name="connsiteY193" fmla="*/ 1021845 h 1120431"/>
                <a:gd name="connsiteX194" fmla="*/ 1891453 w 2915191"/>
                <a:gd name="connsiteY194" fmla="*/ 1014038 h 1120431"/>
                <a:gd name="connsiteX195" fmla="*/ 1901212 w 2915191"/>
                <a:gd name="connsiteY195" fmla="*/ 993493 h 1120431"/>
                <a:gd name="connsiteX196" fmla="*/ 1910956 w 2915191"/>
                <a:gd name="connsiteY196" fmla="*/ 1002670 h 1120431"/>
                <a:gd name="connsiteX197" fmla="*/ 1920714 w 2915191"/>
                <a:gd name="connsiteY197" fmla="*/ 985745 h 1120431"/>
                <a:gd name="connsiteX198" fmla="*/ 1930458 w 2915191"/>
                <a:gd name="connsiteY198" fmla="*/ 957005 h 1120431"/>
                <a:gd name="connsiteX199" fmla="*/ 1940202 w 2915191"/>
                <a:gd name="connsiteY199" fmla="*/ 938500 h 1120431"/>
                <a:gd name="connsiteX200" fmla="*/ 1949961 w 2915191"/>
                <a:gd name="connsiteY200" fmla="*/ 977998 h 1120431"/>
                <a:gd name="connsiteX201" fmla="*/ 1959705 w 2915191"/>
                <a:gd name="connsiteY201" fmla="*/ 961266 h 1120431"/>
                <a:gd name="connsiteX202" fmla="*/ 1969464 w 2915191"/>
                <a:gd name="connsiteY202" fmla="*/ 1010448 h 1120431"/>
                <a:gd name="connsiteX203" fmla="*/ 1979208 w 2915191"/>
                <a:gd name="connsiteY203" fmla="*/ 1020087 h 1120431"/>
                <a:gd name="connsiteX204" fmla="*/ 1988952 w 2915191"/>
                <a:gd name="connsiteY204" fmla="*/ 1018195 h 1120431"/>
                <a:gd name="connsiteX205" fmla="*/ 1998711 w 2915191"/>
                <a:gd name="connsiteY205" fmla="*/ 1044223 h 1120431"/>
                <a:gd name="connsiteX206" fmla="*/ 2008454 w 2915191"/>
                <a:gd name="connsiteY206" fmla="*/ 1024661 h 1120431"/>
                <a:gd name="connsiteX207" fmla="*/ 2018213 w 2915191"/>
                <a:gd name="connsiteY207" fmla="*/ 1016094 h 1120431"/>
                <a:gd name="connsiteX208" fmla="*/ 2027957 w 2915191"/>
                <a:gd name="connsiteY208" fmla="*/ 1001583 h 1120431"/>
                <a:gd name="connsiteX209" fmla="*/ 2037701 w 2915191"/>
                <a:gd name="connsiteY209" fmla="*/ 968417 h 1120431"/>
                <a:gd name="connsiteX210" fmla="*/ 2047460 w 2915191"/>
                <a:gd name="connsiteY210" fmla="*/ 955843 h 1120431"/>
                <a:gd name="connsiteX211" fmla="*/ 2057204 w 2915191"/>
                <a:gd name="connsiteY211" fmla="*/ 956185 h 1120431"/>
                <a:gd name="connsiteX212" fmla="*/ 2066963 w 2915191"/>
                <a:gd name="connsiteY212" fmla="*/ 963158 h 1120431"/>
                <a:gd name="connsiteX213" fmla="*/ 2076707 w 2915191"/>
                <a:gd name="connsiteY213" fmla="*/ 963173 h 1120431"/>
                <a:gd name="connsiteX214" fmla="*/ 2086451 w 2915191"/>
                <a:gd name="connsiteY214" fmla="*/ 982825 h 1120431"/>
                <a:gd name="connsiteX215" fmla="*/ 2096210 w 2915191"/>
                <a:gd name="connsiteY215" fmla="*/ 959702 h 1120431"/>
                <a:gd name="connsiteX216" fmla="*/ 2105954 w 2915191"/>
                <a:gd name="connsiteY216" fmla="*/ 903754 h 1120431"/>
                <a:gd name="connsiteX217" fmla="*/ 2115697 w 2915191"/>
                <a:gd name="connsiteY217" fmla="*/ 862773 h 1120431"/>
                <a:gd name="connsiteX218" fmla="*/ 2125456 w 2915191"/>
                <a:gd name="connsiteY218" fmla="*/ 822331 h 1120431"/>
                <a:gd name="connsiteX219" fmla="*/ 2135200 w 2915191"/>
                <a:gd name="connsiteY219" fmla="*/ 867432 h 1120431"/>
                <a:gd name="connsiteX220" fmla="*/ 2144959 w 2915191"/>
                <a:gd name="connsiteY220" fmla="*/ 906931 h 1120431"/>
                <a:gd name="connsiteX221" fmla="*/ 2154703 w 2915191"/>
                <a:gd name="connsiteY221" fmla="*/ 978847 h 1120431"/>
                <a:gd name="connsiteX222" fmla="*/ 2164447 w 2915191"/>
                <a:gd name="connsiteY222" fmla="*/ 953548 h 1120431"/>
                <a:gd name="connsiteX223" fmla="*/ 2174206 w 2915191"/>
                <a:gd name="connsiteY223" fmla="*/ 926894 h 1120431"/>
                <a:gd name="connsiteX224" fmla="*/ 2183950 w 2915191"/>
                <a:gd name="connsiteY224" fmla="*/ 980754 h 1120431"/>
                <a:gd name="connsiteX225" fmla="*/ 2193709 w 2915191"/>
                <a:gd name="connsiteY225" fmla="*/ 968119 h 1120431"/>
                <a:gd name="connsiteX226" fmla="*/ 2203452 w 2915191"/>
                <a:gd name="connsiteY226" fmla="*/ 944519 h 1120431"/>
                <a:gd name="connsiteX227" fmla="*/ 2213196 w 2915191"/>
                <a:gd name="connsiteY227" fmla="*/ 934790 h 1120431"/>
                <a:gd name="connsiteX228" fmla="*/ 2222955 w 2915191"/>
                <a:gd name="connsiteY228" fmla="*/ 944922 h 1120431"/>
                <a:gd name="connsiteX229" fmla="*/ 2232699 w 2915191"/>
                <a:gd name="connsiteY229" fmla="*/ 931423 h 1120431"/>
                <a:gd name="connsiteX230" fmla="*/ 2242458 w 2915191"/>
                <a:gd name="connsiteY230" fmla="*/ 946829 h 1120431"/>
                <a:gd name="connsiteX231" fmla="*/ 2252202 w 2915191"/>
                <a:gd name="connsiteY231" fmla="*/ 907089 h 1120431"/>
                <a:gd name="connsiteX232" fmla="*/ 2261946 w 2915191"/>
                <a:gd name="connsiteY232" fmla="*/ 920773 h 1120431"/>
                <a:gd name="connsiteX233" fmla="*/ 2271705 w 2915191"/>
                <a:gd name="connsiteY233" fmla="*/ 908451 h 1120431"/>
                <a:gd name="connsiteX234" fmla="*/ 2281449 w 2915191"/>
                <a:gd name="connsiteY234" fmla="*/ 875309 h 1120431"/>
                <a:gd name="connsiteX235" fmla="*/ 2291208 w 2915191"/>
                <a:gd name="connsiteY235" fmla="*/ 879253 h 1120431"/>
                <a:gd name="connsiteX236" fmla="*/ 2300951 w 2915191"/>
                <a:gd name="connsiteY236" fmla="*/ 885125 h 1120431"/>
                <a:gd name="connsiteX237" fmla="*/ 2310695 w 2915191"/>
                <a:gd name="connsiteY237" fmla="*/ 898844 h 1120431"/>
                <a:gd name="connsiteX238" fmla="*/ 2320454 w 2915191"/>
                <a:gd name="connsiteY238" fmla="*/ 861893 h 1120431"/>
                <a:gd name="connsiteX239" fmla="*/ 2330198 w 2915191"/>
                <a:gd name="connsiteY239" fmla="*/ 849616 h 1120431"/>
                <a:gd name="connsiteX240" fmla="*/ 2339957 w 2915191"/>
                <a:gd name="connsiteY240" fmla="*/ 817716 h 1120431"/>
                <a:gd name="connsiteX241" fmla="*/ 2349701 w 2915191"/>
                <a:gd name="connsiteY241" fmla="*/ 822127 h 1120431"/>
                <a:gd name="connsiteX242" fmla="*/ 2359445 w 2915191"/>
                <a:gd name="connsiteY242" fmla="*/ 800132 h 1120431"/>
                <a:gd name="connsiteX243" fmla="*/ 2369204 w 2915191"/>
                <a:gd name="connsiteY243" fmla="*/ 797943 h 1120431"/>
                <a:gd name="connsiteX244" fmla="*/ 2378948 w 2915191"/>
                <a:gd name="connsiteY244" fmla="*/ 811811 h 1120431"/>
                <a:gd name="connsiteX245" fmla="*/ 2388692 w 2915191"/>
                <a:gd name="connsiteY245" fmla="*/ 816831 h 1120431"/>
                <a:gd name="connsiteX246" fmla="*/ 2398450 w 2915191"/>
                <a:gd name="connsiteY246" fmla="*/ 840386 h 1120431"/>
                <a:gd name="connsiteX247" fmla="*/ 2408194 w 2915191"/>
                <a:gd name="connsiteY247" fmla="*/ 837514 h 1120431"/>
                <a:gd name="connsiteX248" fmla="*/ 2417953 w 2915191"/>
                <a:gd name="connsiteY248" fmla="*/ 851280 h 1120431"/>
                <a:gd name="connsiteX249" fmla="*/ 2427697 w 2915191"/>
                <a:gd name="connsiteY249" fmla="*/ 874534 h 1120431"/>
                <a:gd name="connsiteX250" fmla="*/ 2437441 w 2915191"/>
                <a:gd name="connsiteY250" fmla="*/ 830465 h 1120431"/>
                <a:gd name="connsiteX251" fmla="*/ 2447200 w 2915191"/>
                <a:gd name="connsiteY251" fmla="*/ 850350 h 1120431"/>
                <a:gd name="connsiteX252" fmla="*/ 2456944 w 2915191"/>
                <a:gd name="connsiteY252" fmla="*/ 864953 h 1120431"/>
                <a:gd name="connsiteX253" fmla="*/ 2466703 w 2915191"/>
                <a:gd name="connsiteY253" fmla="*/ 879590 h 1120431"/>
                <a:gd name="connsiteX254" fmla="*/ 2476446 w 2915191"/>
                <a:gd name="connsiteY254" fmla="*/ 908243 h 1120431"/>
                <a:gd name="connsiteX255" fmla="*/ 2486190 w 2915191"/>
                <a:gd name="connsiteY255" fmla="*/ 906003 h 1120431"/>
                <a:gd name="connsiteX256" fmla="*/ 2495949 w 2915191"/>
                <a:gd name="connsiteY256" fmla="*/ 947604 h 1120431"/>
                <a:gd name="connsiteX257" fmla="*/ 2505693 w 2915191"/>
                <a:gd name="connsiteY257" fmla="*/ 952669 h 1120431"/>
                <a:gd name="connsiteX258" fmla="*/ 2515452 w 2915191"/>
                <a:gd name="connsiteY258" fmla="*/ 923436 h 1120431"/>
                <a:gd name="connsiteX259" fmla="*/ 2525196 w 2915191"/>
                <a:gd name="connsiteY259" fmla="*/ 917558 h 1120431"/>
                <a:gd name="connsiteX260" fmla="*/ 2534940 w 2915191"/>
                <a:gd name="connsiteY260" fmla="*/ 893413 h 1120431"/>
                <a:gd name="connsiteX261" fmla="*/ 2544699 w 2915191"/>
                <a:gd name="connsiteY261" fmla="*/ 891002 h 1120431"/>
                <a:gd name="connsiteX262" fmla="*/ 2554443 w 2915191"/>
                <a:gd name="connsiteY262" fmla="*/ 889828 h 1120431"/>
                <a:gd name="connsiteX263" fmla="*/ 2564202 w 2915191"/>
                <a:gd name="connsiteY263" fmla="*/ 907296 h 1120431"/>
                <a:gd name="connsiteX264" fmla="*/ 2573946 w 2915191"/>
                <a:gd name="connsiteY264" fmla="*/ 924294 h 1120431"/>
                <a:gd name="connsiteX265" fmla="*/ 2583690 w 2915191"/>
                <a:gd name="connsiteY265" fmla="*/ 930529 h 1120431"/>
                <a:gd name="connsiteX266" fmla="*/ 2593448 w 2915191"/>
                <a:gd name="connsiteY266" fmla="*/ 918796 h 1120431"/>
                <a:gd name="connsiteX267" fmla="*/ 2603192 w 2915191"/>
                <a:gd name="connsiteY267" fmla="*/ 904729 h 1120431"/>
                <a:gd name="connsiteX268" fmla="*/ 2612951 w 2915191"/>
                <a:gd name="connsiteY268" fmla="*/ 907426 h 1120431"/>
                <a:gd name="connsiteX269" fmla="*/ 2622695 w 2915191"/>
                <a:gd name="connsiteY269" fmla="*/ 900483 h 1120431"/>
                <a:gd name="connsiteX270" fmla="*/ 2632439 w 2915191"/>
                <a:gd name="connsiteY270" fmla="*/ 889267 h 1120431"/>
                <a:gd name="connsiteX271" fmla="*/ 2642198 w 2915191"/>
                <a:gd name="connsiteY271" fmla="*/ 864834 h 1120431"/>
                <a:gd name="connsiteX272" fmla="*/ 2651942 w 2915191"/>
                <a:gd name="connsiteY272" fmla="*/ 835305 h 1120431"/>
                <a:gd name="connsiteX273" fmla="*/ 2661685 w 2915191"/>
                <a:gd name="connsiteY273" fmla="*/ 830691 h 1120431"/>
                <a:gd name="connsiteX274" fmla="*/ 2671444 w 2915191"/>
                <a:gd name="connsiteY274" fmla="*/ 851535 h 1120431"/>
                <a:gd name="connsiteX275" fmla="*/ 2681188 w 2915191"/>
                <a:gd name="connsiteY275" fmla="*/ 869911 h 1120431"/>
                <a:gd name="connsiteX276" fmla="*/ 2690947 w 2915191"/>
                <a:gd name="connsiteY276" fmla="*/ 881463 h 1120431"/>
                <a:gd name="connsiteX277" fmla="*/ 2700691 w 2915191"/>
                <a:gd name="connsiteY277" fmla="*/ 884128 h 1120431"/>
                <a:gd name="connsiteX278" fmla="*/ 2710435 w 2915191"/>
                <a:gd name="connsiteY278" fmla="*/ 867666 h 1120431"/>
                <a:gd name="connsiteX279" fmla="*/ 2720194 w 2915191"/>
                <a:gd name="connsiteY279" fmla="*/ 878334 h 1120431"/>
                <a:gd name="connsiteX280" fmla="*/ 2729938 w 2915191"/>
                <a:gd name="connsiteY280" fmla="*/ 872744 h 1120431"/>
                <a:gd name="connsiteX281" fmla="*/ 2739697 w 2915191"/>
                <a:gd name="connsiteY281" fmla="*/ 900374 h 1120431"/>
                <a:gd name="connsiteX282" fmla="*/ 2749441 w 2915191"/>
                <a:gd name="connsiteY282" fmla="*/ 935118 h 1120431"/>
                <a:gd name="connsiteX283" fmla="*/ 2759185 w 2915191"/>
                <a:gd name="connsiteY283" fmla="*/ 920006 h 1120431"/>
                <a:gd name="connsiteX284" fmla="*/ 2768943 w 2915191"/>
                <a:gd name="connsiteY284" fmla="*/ 893057 h 1120431"/>
                <a:gd name="connsiteX285" fmla="*/ 2778687 w 2915191"/>
                <a:gd name="connsiteY285" fmla="*/ 879922 h 1120431"/>
                <a:gd name="connsiteX286" fmla="*/ 2788446 w 2915191"/>
                <a:gd name="connsiteY286" fmla="*/ 882395 h 1120431"/>
                <a:gd name="connsiteX287" fmla="*/ 2798190 w 2915191"/>
                <a:gd name="connsiteY287" fmla="*/ 893304 h 1120431"/>
                <a:gd name="connsiteX288" fmla="*/ 2807934 w 2915191"/>
                <a:gd name="connsiteY288" fmla="*/ 858058 h 1120431"/>
                <a:gd name="connsiteX289" fmla="*/ 2817693 w 2915191"/>
                <a:gd name="connsiteY289" fmla="*/ 868022 h 1120431"/>
                <a:gd name="connsiteX290" fmla="*/ 2827437 w 2915191"/>
                <a:gd name="connsiteY290" fmla="*/ 860080 h 1120431"/>
                <a:gd name="connsiteX291" fmla="*/ 2837196 w 2915191"/>
                <a:gd name="connsiteY291" fmla="*/ 854291 h 1120431"/>
                <a:gd name="connsiteX292" fmla="*/ 2846940 w 2915191"/>
                <a:gd name="connsiteY292" fmla="*/ 840906 h 1120431"/>
                <a:gd name="connsiteX293" fmla="*/ 2856684 w 2915191"/>
                <a:gd name="connsiteY293" fmla="*/ 848819 h 1120431"/>
                <a:gd name="connsiteX294" fmla="*/ 2866442 w 2915191"/>
                <a:gd name="connsiteY294" fmla="*/ 816628 h 1120431"/>
                <a:gd name="connsiteX295" fmla="*/ 2876186 w 2915191"/>
                <a:gd name="connsiteY295" fmla="*/ 825153 h 1120431"/>
                <a:gd name="connsiteX296" fmla="*/ 2885945 w 2915191"/>
                <a:gd name="connsiteY296" fmla="*/ 785378 h 1120431"/>
                <a:gd name="connsiteX297" fmla="*/ 2895689 w 2915191"/>
                <a:gd name="connsiteY297" fmla="*/ 781018 h 1120431"/>
                <a:gd name="connsiteX298" fmla="*/ 2905433 w 2915191"/>
                <a:gd name="connsiteY298" fmla="*/ 800347 h 1120431"/>
                <a:gd name="connsiteX299" fmla="*/ 2915192 w 2915191"/>
                <a:gd name="connsiteY299" fmla="*/ 780705 h 1120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1120431">
                  <a:moveTo>
                    <a:pt x="0" y="183041"/>
                  </a:moveTo>
                  <a:lnTo>
                    <a:pt x="9750" y="173780"/>
                  </a:lnTo>
                  <a:lnTo>
                    <a:pt x="19500" y="178964"/>
                  </a:lnTo>
                  <a:lnTo>
                    <a:pt x="29250" y="147178"/>
                  </a:lnTo>
                  <a:lnTo>
                    <a:pt x="39000" y="154872"/>
                  </a:lnTo>
                  <a:lnTo>
                    <a:pt x="48749" y="126299"/>
                  </a:lnTo>
                  <a:lnTo>
                    <a:pt x="58499" y="137646"/>
                  </a:lnTo>
                  <a:lnTo>
                    <a:pt x="68249" y="112921"/>
                  </a:lnTo>
                  <a:lnTo>
                    <a:pt x="77998" y="95954"/>
                  </a:lnTo>
                  <a:lnTo>
                    <a:pt x="87748" y="78004"/>
                  </a:lnTo>
                  <a:lnTo>
                    <a:pt x="97497" y="81797"/>
                  </a:lnTo>
                  <a:lnTo>
                    <a:pt x="107247" y="81874"/>
                  </a:lnTo>
                  <a:lnTo>
                    <a:pt x="116997" y="78279"/>
                  </a:lnTo>
                  <a:lnTo>
                    <a:pt x="126747" y="57400"/>
                  </a:lnTo>
                  <a:lnTo>
                    <a:pt x="136497" y="19325"/>
                  </a:lnTo>
                  <a:lnTo>
                    <a:pt x="146247" y="0"/>
                  </a:lnTo>
                  <a:lnTo>
                    <a:pt x="155997" y="33205"/>
                  </a:lnTo>
                  <a:lnTo>
                    <a:pt x="165747" y="49341"/>
                  </a:lnTo>
                  <a:lnTo>
                    <a:pt x="175497" y="68781"/>
                  </a:lnTo>
                  <a:lnTo>
                    <a:pt x="185247" y="43708"/>
                  </a:lnTo>
                  <a:lnTo>
                    <a:pt x="194996" y="65253"/>
                  </a:lnTo>
                  <a:lnTo>
                    <a:pt x="204746" y="56656"/>
                  </a:lnTo>
                  <a:lnTo>
                    <a:pt x="214495" y="47592"/>
                  </a:lnTo>
                  <a:lnTo>
                    <a:pt x="224245" y="57255"/>
                  </a:lnTo>
                  <a:lnTo>
                    <a:pt x="233995" y="35171"/>
                  </a:lnTo>
                  <a:lnTo>
                    <a:pt x="243744" y="29116"/>
                  </a:lnTo>
                  <a:lnTo>
                    <a:pt x="253494" y="40232"/>
                  </a:lnTo>
                  <a:lnTo>
                    <a:pt x="263244" y="23429"/>
                  </a:lnTo>
                  <a:lnTo>
                    <a:pt x="272994" y="35281"/>
                  </a:lnTo>
                  <a:lnTo>
                    <a:pt x="282744" y="65500"/>
                  </a:lnTo>
                  <a:lnTo>
                    <a:pt x="292494" y="75091"/>
                  </a:lnTo>
                  <a:lnTo>
                    <a:pt x="302244" y="52508"/>
                  </a:lnTo>
                  <a:lnTo>
                    <a:pt x="311994" y="54013"/>
                  </a:lnTo>
                  <a:lnTo>
                    <a:pt x="321744" y="45148"/>
                  </a:lnTo>
                  <a:lnTo>
                    <a:pt x="331493" y="42589"/>
                  </a:lnTo>
                  <a:lnTo>
                    <a:pt x="341243" y="58257"/>
                  </a:lnTo>
                  <a:lnTo>
                    <a:pt x="350993" y="98354"/>
                  </a:lnTo>
                  <a:lnTo>
                    <a:pt x="360742" y="114190"/>
                  </a:lnTo>
                  <a:lnTo>
                    <a:pt x="370492" y="119970"/>
                  </a:lnTo>
                  <a:lnTo>
                    <a:pt x="380241" y="142282"/>
                  </a:lnTo>
                  <a:lnTo>
                    <a:pt x="389991" y="156129"/>
                  </a:lnTo>
                  <a:lnTo>
                    <a:pt x="399741" y="156797"/>
                  </a:lnTo>
                  <a:lnTo>
                    <a:pt x="409491" y="151231"/>
                  </a:lnTo>
                  <a:lnTo>
                    <a:pt x="419241" y="145124"/>
                  </a:lnTo>
                  <a:lnTo>
                    <a:pt x="428991" y="133315"/>
                  </a:lnTo>
                  <a:lnTo>
                    <a:pt x="438741" y="164386"/>
                  </a:lnTo>
                  <a:lnTo>
                    <a:pt x="448491" y="181328"/>
                  </a:lnTo>
                  <a:lnTo>
                    <a:pt x="458241" y="182410"/>
                  </a:lnTo>
                  <a:lnTo>
                    <a:pt x="467991" y="151700"/>
                  </a:lnTo>
                  <a:lnTo>
                    <a:pt x="477740" y="133012"/>
                  </a:lnTo>
                  <a:lnTo>
                    <a:pt x="487490" y="157219"/>
                  </a:lnTo>
                  <a:lnTo>
                    <a:pt x="497239" y="162464"/>
                  </a:lnTo>
                  <a:lnTo>
                    <a:pt x="506989" y="190758"/>
                  </a:lnTo>
                  <a:lnTo>
                    <a:pt x="516738" y="191961"/>
                  </a:lnTo>
                  <a:lnTo>
                    <a:pt x="526488" y="198642"/>
                  </a:lnTo>
                  <a:lnTo>
                    <a:pt x="536238" y="212418"/>
                  </a:lnTo>
                  <a:lnTo>
                    <a:pt x="545988" y="208185"/>
                  </a:lnTo>
                  <a:lnTo>
                    <a:pt x="555738" y="199696"/>
                  </a:lnTo>
                  <a:lnTo>
                    <a:pt x="565488" y="248610"/>
                  </a:lnTo>
                  <a:lnTo>
                    <a:pt x="575238" y="258259"/>
                  </a:lnTo>
                  <a:lnTo>
                    <a:pt x="584988" y="301128"/>
                  </a:lnTo>
                  <a:lnTo>
                    <a:pt x="594738" y="322477"/>
                  </a:lnTo>
                  <a:lnTo>
                    <a:pt x="604488" y="327042"/>
                  </a:lnTo>
                  <a:lnTo>
                    <a:pt x="614237" y="323178"/>
                  </a:lnTo>
                  <a:lnTo>
                    <a:pt x="623987" y="315146"/>
                  </a:lnTo>
                  <a:lnTo>
                    <a:pt x="633736" y="290016"/>
                  </a:lnTo>
                  <a:lnTo>
                    <a:pt x="643486" y="307472"/>
                  </a:lnTo>
                  <a:lnTo>
                    <a:pt x="653236" y="317351"/>
                  </a:lnTo>
                  <a:lnTo>
                    <a:pt x="662985" y="363669"/>
                  </a:lnTo>
                  <a:lnTo>
                    <a:pt x="672735" y="361947"/>
                  </a:lnTo>
                  <a:lnTo>
                    <a:pt x="682485" y="331739"/>
                  </a:lnTo>
                  <a:lnTo>
                    <a:pt x="692235" y="330410"/>
                  </a:lnTo>
                  <a:lnTo>
                    <a:pt x="701985" y="380729"/>
                  </a:lnTo>
                  <a:lnTo>
                    <a:pt x="711735" y="419874"/>
                  </a:lnTo>
                  <a:lnTo>
                    <a:pt x="721485" y="417201"/>
                  </a:lnTo>
                  <a:lnTo>
                    <a:pt x="731235" y="438373"/>
                  </a:lnTo>
                  <a:lnTo>
                    <a:pt x="740985" y="415789"/>
                  </a:lnTo>
                  <a:lnTo>
                    <a:pt x="750734" y="405154"/>
                  </a:lnTo>
                  <a:lnTo>
                    <a:pt x="760484" y="414823"/>
                  </a:lnTo>
                  <a:lnTo>
                    <a:pt x="770233" y="425502"/>
                  </a:lnTo>
                  <a:lnTo>
                    <a:pt x="779983" y="402010"/>
                  </a:lnTo>
                  <a:lnTo>
                    <a:pt x="789733" y="394613"/>
                  </a:lnTo>
                  <a:lnTo>
                    <a:pt x="799482" y="424320"/>
                  </a:lnTo>
                  <a:lnTo>
                    <a:pt x="809232" y="423286"/>
                  </a:lnTo>
                  <a:lnTo>
                    <a:pt x="818982" y="421686"/>
                  </a:lnTo>
                  <a:lnTo>
                    <a:pt x="828732" y="454945"/>
                  </a:lnTo>
                  <a:lnTo>
                    <a:pt x="838482" y="483476"/>
                  </a:lnTo>
                  <a:lnTo>
                    <a:pt x="848232" y="476528"/>
                  </a:lnTo>
                  <a:lnTo>
                    <a:pt x="857982" y="445182"/>
                  </a:lnTo>
                  <a:lnTo>
                    <a:pt x="867732" y="457260"/>
                  </a:lnTo>
                  <a:lnTo>
                    <a:pt x="877482" y="475818"/>
                  </a:lnTo>
                  <a:lnTo>
                    <a:pt x="887231" y="493903"/>
                  </a:lnTo>
                  <a:lnTo>
                    <a:pt x="896981" y="515026"/>
                  </a:lnTo>
                  <a:lnTo>
                    <a:pt x="906730" y="533813"/>
                  </a:lnTo>
                  <a:lnTo>
                    <a:pt x="916480" y="540417"/>
                  </a:lnTo>
                  <a:lnTo>
                    <a:pt x="926230" y="536143"/>
                  </a:lnTo>
                  <a:lnTo>
                    <a:pt x="935979" y="513684"/>
                  </a:lnTo>
                  <a:lnTo>
                    <a:pt x="945729" y="539440"/>
                  </a:lnTo>
                  <a:lnTo>
                    <a:pt x="955479" y="593653"/>
                  </a:lnTo>
                  <a:lnTo>
                    <a:pt x="965229" y="606763"/>
                  </a:lnTo>
                  <a:lnTo>
                    <a:pt x="974979" y="600834"/>
                  </a:lnTo>
                  <a:lnTo>
                    <a:pt x="984729" y="586253"/>
                  </a:lnTo>
                  <a:lnTo>
                    <a:pt x="994474" y="578128"/>
                  </a:lnTo>
                  <a:lnTo>
                    <a:pt x="1004233" y="577930"/>
                  </a:lnTo>
                  <a:lnTo>
                    <a:pt x="1013977" y="563134"/>
                  </a:lnTo>
                  <a:lnTo>
                    <a:pt x="1023721" y="583423"/>
                  </a:lnTo>
                  <a:lnTo>
                    <a:pt x="1033480" y="574989"/>
                  </a:lnTo>
                  <a:lnTo>
                    <a:pt x="1043224" y="596677"/>
                  </a:lnTo>
                  <a:lnTo>
                    <a:pt x="1052983" y="608927"/>
                  </a:lnTo>
                  <a:lnTo>
                    <a:pt x="1062727" y="627955"/>
                  </a:lnTo>
                  <a:lnTo>
                    <a:pt x="1072471" y="642803"/>
                  </a:lnTo>
                  <a:lnTo>
                    <a:pt x="1082230" y="637356"/>
                  </a:lnTo>
                  <a:lnTo>
                    <a:pt x="1091973" y="656623"/>
                  </a:lnTo>
                  <a:lnTo>
                    <a:pt x="1101732" y="676745"/>
                  </a:lnTo>
                  <a:lnTo>
                    <a:pt x="1111476" y="716713"/>
                  </a:lnTo>
                  <a:lnTo>
                    <a:pt x="1121220" y="692310"/>
                  </a:lnTo>
                  <a:lnTo>
                    <a:pt x="1130979" y="729362"/>
                  </a:lnTo>
                  <a:lnTo>
                    <a:pt x="1140723" y="755051"/>
                  </a:lnTo>
                  <a:lnTo>
                    <a:pt x="1150482" y="734959"/>
                  </a:lnTo>
                  <a:lnTo>
                    <a:pt x="1160226" y="729859"/>
                  </a:lnTo>
                  <a:lnTo>
                    <a:pt x="1169969" y="730670"/>
                  </a:lnTo>
                  <a:lnTo>
                    <a:pt x="1179728" y="704613"/>
                  </a:lnTo>
                  <a:lnTo>
                    <a:pt x="1189472" y="683349"/>
                  </a:lnTo>
                  <a:lnTo>
                    <a:pt x="1199231" y="707679"/>
                  </a:lnTo>
                  <a:lnTo>
                    <a:pt x="1208975" y="702775"/>
                  </a:lnTo>
                  <a:lnTo>
                    <a:pt x="1218719" y="725494"/>
                  </a:lnTo>
                  <a:lnTo>
                    <a:pt x="1228478" y="757537"/>
                  </a:lnTo>
                  <a:lnTo>
                    <a:pt x="1238222" y="777457"/>
                  </a:lnTo>
                  <a:lnTo>
                    <a:pt x="1247966" y="774242"/>
                  </a:lnTo>
                  <a:lnTo>
                    <a:pt x="1257725" y="813672"/>
                  </a:lnTo>
                  <a:lnTo>
                    <a:pt x="1267469" y="799262"/>
                  </a:lnTo>
                  <a:lnTo>
                    <a:pt x="1277227" y="838875"/>
                  </a:lnTo>
                  <a:lnTo>
                    <a:pt x="1286971" y="842642"/>
                  </a:lnTo>
                  <a:lnTo>
                    <a:pt x="1296715" y="861651"/>
                  </a:lnTo>
                  <a:lnTo>
                    <a:pt x="1306474" y="860275"/>
                  </a:lnTo>
                  <a:lnTo>
                    <a:pt x="1316218" y="860982"/>
                  </a:lnTo>
                  <a:lnTo>
                    <a:pt x="1325977" y="875649"/>
                  </a:lnTo>
                  <a:lnTo>
                    <a:pt x="1335721" y="892114"/>
                  </a:lnTo>
                  <a:lnTo>
                    <a:pt x="1345465" y="871509"/>
                  </a:lnTo>
                  <a:lnTo>
                    <a:pt x="1355224" y="869707"/>
                  </a:lnTo>
                  <a:lnTo>
                    <a:pt x="1364967" y="899639"/>
                  </a:lnTo>
                  <a:lnTo>
                    <a:pt x="1374726" y="913062"/>
                  </a:lnTo>
                  <a:lnTo>
                    <a:pt x="1384470" y="913902"/>
                  </a:lnTo>
                  <a:lnTo>
                    <a:pt x="1394214" y="897726"/>
                  </a:lnTo>
                  <a:lnTo>
                    <a:pt x="1403973" y="931110"/>
                  </a:lnTo>
                  <a:lnTo>
                    <a:pt x="1413717" y="921465"/>
                  </a:lnTo>
                  <a:lnTo>
                    <a:pt x="1423476" y="909134"/>
                  </a:lnTo>
                  <a:lnTo>
                    <a:pt x="1433220" y="882914"/>
                  </a:lnTo>
                  <a:lnTo>
                    <a:pt x="1442964" y="950449"/>
                  </a:lnTo>
                  <a:lnTo>
                    <a:pt x="1452722" y="922917"/>
                  </a:lnTo>
                  <a:lnTo>
                    <a:pt x="1462466" y="948006"/>
                  </a:lnTo>
                  <a:lnTo>
                    <a:pt x="1472225" y="954234"/>
                  </a:lnTo>
                  <a:lnTo>
                    <a:pt x="1481969" y="959418"/>
                  </a:lnTo>
                  <a:lnTo>
                    <a:pt x="1491713" y="924151"/>
                  </a:lnTo>
                  <a:lnTo>
                    <a:pt x="1501472" y="935699"/>
                  </a:lnTo>
                  <a:lnTo>
                    <a:pt x="1511216" y="963873"/>
                  </a:lnTo>
                  <a:lnTo>
                    <a:pt x="1520960" y="989172"/>
                  </a:lnTo>
                  <a:lnTo>
                    <a:pt x="1530719" y="989738"/>
                  </a:lnTo>
                  <a:lnTo>
                    <a:pt x="1540463" y="1012578"/>
                  </a:lnTo>
                  <a:lnTo>
                    <a:pt x="1550221" y="1022680"/>
                  </a:lnTo>
                  <a:lnTo>
                    <a:pt x="1559965" y="1032632"/>
                  </a:lnTo>
                  <a:lnTo>
                    <a:pt x="1569709" y="1047084"/>
                  </a:lnTo>
                  <a:lnTo>
                    <a:pt x="1579468" y="1023425"/>
                  </a:lnTo>
                  <a:lnTo>
                    <a:pt x="1589212" y="1012474"/>
                  </a:lnTo>
                  <a:lnTo>
                    <a:pt x="1598971" y="1013979"/>
                  </a:lnTo>
                  <a:lnTo>
                    <a:pt x="1608715" y="990304"/>
                  </a:lnTo>
                  <a:lnTo>
                    <a:pt x="1618459" y="977327"/>
                  </a:lnTo>
                  <a:lnTo>
                    <a:pt x="1628218" y="996219"/>
                  </a:lnTo>
                  <a:lnTo>
                    <a:pt x="1637962" y="1001210"/>
                  </a:lnTo>
                  <a:lnTo>
                    <a:pt x="1647720" y="982408"/>
                  </a:lnTo>
                  <a:lnTo>
                    <a:pt x="1657464" y="1054414"/>
                  </a:lnTo>
                  <a:lnTo>
                    <a:pt x="1667208" y="1052522"/>
                  </a:lnTo>
                  <a:lnTo>
                    <a:pt x="1676967" y="1071533"/>
                  </a:lnTo>
                  <a:lnTo>
                    <a:pt x="1686711" y="1063547"/>
                  </a:lnTo>
                  <a:lnTo>
                    <a:pt x="1696470" y="1072353"/>
                  </a:lnTo>
                  <a:lnTo>
                    <a:pt x="1706214" y="1075035"/>
                  </a:lnTo>
                  <a:lnTo>
                    <a:pt x="1715958" y="1098083"/>
                  </a:lnTo>
                  <a:lnTo>
                    <a:pt x="1725716" y="1105220"/>
                  </a:lnTo>
                  <a:lnTo>
                    <a:pt x="1735460" y="1120432"/>
                  </a:lnTo>
                  <a:lnTo>
                    <a:pt x="1745219" y="1112848"/>
                  </a:lnTo>
                  <a:lnTo>
                    <a:pt x="1754963" y="1078342"/>
                  </a:lnTo>
                  <a:lnTo>
                    <a:pt x="1764707" y="1025838"/>
                  </a:lnTo>
                  <a:lnTo>
                    <a:pt x="1774466" y="1006157"/>
                  </a:lnTo>
                  <a:lnTo>
                    <a:pt x="1784210" y="987667"/>
                  </a:lnTo>
                  <a:lnTo>
                    <a:pt x="1793969" y="1016303"/>
                  </a:lnTo>
                  <a:lnTo>
                    <a:pt x="1803713" y="1007736"/>
                  </a:lnTo>
                  <a:lnTo>
                    <a:pt x="1813457" y="995474"/>
                  </a:lnTo>
                  <a:lnTo>
                    <a:pt x="1823215" y="1005367"/>
                  </a:lnTo>
                  <a:lnTo>
                    <a:pt x="1832959" y="978802"/>
                  </a:lnTo>
                  <a:lnTo>
                    <a:pt x="1842703" y="998767"/>
                  </a:lnTo>
                  <a:lnTo>
                    <a:pt x="1852462" y="1001270"/>
                  </a:lnTo>
                  <a:lnTo>
                    <a:pt x="1862206" y="983570"/>
                  </a:lnTo>
                  <a:lnTo>
                    <a:pt x="1871965" y="1003981"/>
                  </a:lnTo>
                  <a:lnTo>
                    <a:pt x="1881709" y="1021845"/>
                  </a:lnTo>
                  <a:lnTo>
                    <a:pt x="1891453" y="1014038"/>
                  </a:lnTo>
                  <a:lnTo>
                    <a:pt x="1901212" y="993493"/>
                  </a:lnTo>
                  <a:lnTo>
                    <a:pt x="1910956" y="1002670"/>
                  </a:lnTo>
                  <a:lnTo>
                    <a:pt x="1920714" y="985745"/>
                  </a:lnTo>
                  <a:lnTo>
                    <a:pt x="1930458" y="957005"/>
                  </a:lnTo>
                  <a:lnTo>
                    <a:pt x="1940202" y="938500"/>
                  </a:lnTo>
                  <a:lnTo>
                    <a:pt x="1949961" y="977998"/>
                  </a:lnTo>
                  <a:lnTo>
                    <a:pt x="1959705" y="961266"/>
                  </a:lnTo>
                  <a:lnTo>
                    <a:pt x="1969464" y="1010448"/>
                  </a:lnTo>
                  <a:lnTo>
                    <a:pt x="1979208" y="1020087"/>
                  </a:lnTo>
                  <a:lnTo>
                    <a:pt x="1988952" y="1018195"/>
                  </a:lnTo>
                  <a:lnTo>
                    <a:pt x="1998711" y="1044223"/>
                  </a:lnTo>
                  <a:lnTo>
                    <a:pt x="2008454" y="1024661"/>
                  </a:lnTo>
                  <a:lnTo>
                    <a:pt x="2018213" y="1016094"/>
                  </a:lnTo>
                  <a:lnTo>
                    <a:pt x="2027957" y="1001583"/>
                  </a:lnTo>
                  <a:lnTo>
                    <a:pt x="2037701" y="968417"/>
                  </a:lnTo>
                  <a:lnTo>
                    <a:pt x="2047460" y="955843"/>
                  </a:lnTo>
                  <a:lnTo>
                    <a:pt x="2057204" y="956185"/>
                  </a:lnTo>
                  <a:lnTo>
                    <a:pt x="2066963" y="963158"/>
                  </a:lnTo>
                  <a:lnTo>
                    <a:pt x="2076707" y="963173"/>
                  </a:lnTo>
                  <a:lnTo>
                    <a:pt x="2086451" y="982825"/>
                  </a:lnTo>
                  <a:lnTo>
                    <a:pt x="2096210" y="959702"/>
                  </a:lnTo>
                  <a:lnTo>
                    <a:pt x="2105954" y="903754"/>
                  </a:lnTo>
                  <a:lnTo>
                    <a:pt x="2115697" y="862773"/>
                  </a:lnTo>
                  <a:lnTo>
                    <a:pt x="2125456" y="822331"/>
                  </a:lnTo>
                  <a:lnTo>
                    <a:pt x="2135200" y="867432"/>
                  </a:lnTo>
                  <a:lnTo>
                    <a:pt x="2144959" y="906931"/>
                  </a:lnTo>
                  <a:lnTo>
                    <a:pt x="2154703" y="978847"/>
                  </a:lnTo>
                  <a:lnTo>
                    <a:pt x="2164447" y="953548"/>
                  </a:lnTo>
                  <a:lnTo>
                    <a:pt x="2174206" y="926894"/>
                  </a:lnTo>
                  <a:lnTo>
                    <a:pt x="2183950" y="980754"/>
                  </a:lnTo>
                  <a:lnTo>
                    <a:pt x="2193709" y="968119"/>
                  </a:lnTo>
                  <a:lnTo>
                    <a:pt x="2203452" y="944519"/>
                  </a:lnTo>
                  <a:lnTo>
                    <a:pt x="2213196" y="934790"/>
                  </a:lnTo>
                  <a:lnTo>
                    <a:pt x="2222955" y="944922"/>
                  </a:lnTo>
                  <a:lnTo>
                    <a:pt x="2232699" y="931423"/>
                  </a:lnTo>
                  <a:lnTo>
                    <a:pt x="2242458" y="946829"/>
                  </a:lnTo>
                  <a:lnTo>
                    <a:pt x="2252202" y="907089"/>
                  </a:lnTo>
                  <a:lnTo>
                    <a:pt x="2261946" y="920773"/>
                  </a:lnTo>
                  <a:lnTo>
                    <a:pt x="2271705" y="908451"/>
                  </a:lnTo>
                  <a:lnTo>
                    <a:pt x="2281449" y="875309"/>
                  </a:lnTo>
                  <a:lnTo>
                    <a:pt x="2291208" y="879253"/>
                  </a:lnTo>
                  <a:lnTo>
                    <a:pt x="2300951" y="885125"/>
                  </a:lnTo>
                  <a:lnTo>
                    <a:pt x="2310695" y="898844"/>
                  </a:lnTo>
                  <a:lnTo>
                    <a:pt x="2320454" y="861893"/>
                  </a:lnTo>
                  <a:lnTo>
                    <a:pt x="2330198" y="849616"/>
                  </a:lnTo>
                  <a:lnTo>
                    <a:pt x="2339957" y="817716"/>
                  </a:lnTo>
                  <a:lnTo>
                    <a:pt x="2349701" y="822127"/>
                  </a:lnTo>
                  <a:lnTo>
                    <a:pt x="2359445" y="800132"/>
                  </a:lnTo>
                  <a:lnTo>
                    <a:pt x="2369204" y="797943"/>
                  </a:lnTo>
                  <a:lnTo>
                    <a:pt x="2378948" y="811811"/>
                  </a:lnTo>
                  <a:lnTo>
                    <a:pt x="2388692" y="816831"/>
                  </a:lnTo>
                  <a:lnTo>
                    <a:pt x="2398450" y="840386"/>
                  </a:lnTo>
                  <a:lnTo>
                    <a:pt x="2408194" y="837514"/>
                  </a:lnTo>
                  <a:lnTo>
                    <a:pt x="2417953" y="851280"/>
                  </a:lnTo>
                  <a:lnTo>
                    <a:pt x="2427697" y="874534"/>
                  </a:lnTo>
                  <a:lnTo>
                    <a:pt x="2437441" y="830465"/>
                  </a:lnTo>
                  <a:lnTo>
                    <a:pt x="2447200" y="850350"/>
                  </a:lnTo>
                  <a:lnTo>
                    <a:pt x="2456944" y="864953"/>
                  </a:lnTo>
                  <a:lnTo>
                    <a:pt x="2466703" y="879590"/>
                  </a:lnTo>
                  <a:lnTo>
                    <a:pt x="2476446" y="908243"/>
                  </a:lnTo>
                  <a:lnTo>
                    <a:pt x="2486190" y="906003"/>
                  </a:lnTo>
                  <a:lnTo>
                    <a:pt x="2495949" y="947604"/>
                  </a:lnTo>
                  <a:lnTo>
                    <a:pt x="2505693" y="952669"/>
                  </a:lnTo>
                  <a:lnTo>
                    <a:pt x="2515452" y="923436"/>
                  </a:lnTo>
                  <a:lnTo>
                    <a:pt x="2525196" y="917558"/>
                  </a:lnTo>
                  <a:lnTo>
                    <a:pt x="2534940" y="893413"/>
                  </a:lnTo>
                  <a:lnTo>
                    <a:pt x="2544699" y="891002"/>
                  </a:lnTo>
                  <a:lnTo>
                    <a:pt x="2554443" y="889828"/>
                  </a:lnTo>
                  <a:lnTo>
                    <a:pt x="2564202" y="907296"/>
                  </a:lnTo>
                  <a:lnTo>
                    <a:pt x="2573946" y="924294"/>
                  </a:lnTo>
                  <a:lnTo>
                    <a:pt x="2583690" y="930529"/>
                  </a:lnTo>
                  <a:lnTo>
                    <a:pt x="2593448" y="918796"/>
                  </a:lnTo>
                  <a:lnTo>
                    <a:pt x="2603192" y="904729"/>
                  </a:lnTo>
                  <a:lnTo>
                    <a:pt x="2612951" y="907426"/>
                  </a:lnTo>
                  <a:lnTo>
                    <a:pt x="2622695" y="900483"/>
                  </a:lnTo>
                  <a:lnTo>
                    <a:pt x="2632439" y="889267"/>
                  </a:lnTo>
                  <a:lnTo>
                    <a:pt x="2642198" y="864834"/>
                  </a:lnTo>
                  <a:lnTo>
                    <a:pt x="2651942" y="835305"/>
                  </a:lnTo>
                  <a:lnTo>
                    <a:pt x="2661685" y="830691"/>
                  </a:lnTo>
                  <a:lnTo>
                    <a:pt x="2671444" y="851535"/>
                  </a:lnTo>
                  <a:lnTo>
                    <a:pt x="2681188" y="869911"/>
                  </a:lnTo>
                  <a:lnTo>
                    <a:pt x="2690947" y="881463"/>
                  </a:lnTo>
                  <a:lnTo>
                    <a:pt x="2700691" y="884128"/>
                  </a:lnTo>
                  <a:lnTo>
                    <a:pt x="2710435" y="867666"/>
                  </a:lnTo>
                  <a:lnTo>
                    <a:pt x="2720194" y="878334"/>
                  </a:lnTo>
                  <a:lnTo>
                    <a:pt x="2729938" y="872744"/>
                  </a:lnTo>
                  <a:lnTo>
                    <a:pt x="2739697" y="900374"/>
                  </a:lnTo>
                  <a:lnTo>
                    <a:pt x="2749441" y="935118"/>
                  </a:lnTo>
                  <a:lnTo>
                    <a:pt x="2759185" y="920006"/>
                  </a:lnTo>
                  <a:lnTo>
                    <a:pt x="2768943" y="893057"/>
                  </a:lnTo>
                  <a:lnTo>
                    <a:pt x="2778687" y="879922"/>
                  </a:lnTo>
                  <a:lnTo>
                    <a:pt x="2788446" y="882395"/>
                  </a:lnTo>
                  <a:lnTo>
                    <a:pt x="2798190" y="893304"/>
                  </a:lnTo>
                  <a:lnTo>
                    <a:pt x="2807934" y="858058"/>
                  </a:lnTo>
                  <a:lnTo>
                    <a:pt x="2817693" y="868022"/>
                  </a:lnTo>
                  <a:lnTo>
                    <a:pt x="2827437" y="860080"/>
                  </a:lnTo>
                  <a:lnTo>
                    <a:pt x="2837196" y="854291"/>
                  </a:lnTo>
                  <a:lnTo>
                    <a:pt x="2846940" y="840906"/>
                  </a:lnTo>
                  <a:lnTo>
                    <a:pt x="2856684" y="848819"/>
                  </a:lnTo>
                  <a:lnTo>
                    <a:pt x="2866442" y="816628"/>
                  </a:lnTo>
                  <a:lnTo>
                    <a:pt x="2876186" y="825153"/>
                  </a:lnTo>
                  <a:lnTo>
                    <a:pt x="2885945" y="785378"/>
                  </a:lnTo>
                  <a:lnTo>
                    <a:pt x="2895689" y="781018"/>
                  </a:lnTo>
                  <a:lnTo>
                    <a:pt x="2905433" y="800347"/>
                  </a:lnTo>
                  <a:lnTo>
                    <a:pt x="2915192" y="78070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5" name="Freeform 1074">
              <a:extLst>
                <a:ext uri="{FF2B5EF4-FFF2-40B4-BE49-F238E27FC236}">
                  <a16:creationId xmlns:a16="http://schemas.microsoft.com/office/drawing/2014/main" id="{7738C8C7-7D86-BDDC-BA60-00521707551D}"/>
                </a:ext>
              </a:extLst>
            </p:cNvPr>
            <p:cNvSpPr/>
            <p:nvPr/>
          </p:nvSpPr>
          <p:spPr>
            <a:xfrm>
              <a:off x="4426652" y="3356618"/>
              <a:ext cx="2915191" cy="531927"/>
            </a:xfrm>
            <a:custGeom>
              <a:avLst/>
              <a:gdLst>
                <a:gd name="connsiteX0" fmla="*/ 0 w 2915191"/>
                <a:gd name="connsiteY0" fmla="*/ 440901 h 531927"/>
                <a:gd name="connsiteX1" fmla="*/ 9750 w 2915191"/>
                <a:gd name="connsiteY1" fmla="*/ 447007 h 531927"/>
                <a:gd name="connsiteX2" fmla="*/ 19500 w 2915191"/>
                <a:gd name="connsiteY2" fmla="*/ 422167 h 531927"/>
                <a:gd name="connsiteX3" fmla="*/ 29250 w 2915191"/>
                <a:gd name="connsiteY3" fmla="*/ 418602 h 531927"/>
                <a:gd name="connsiteX4" fmla="*/ 39000 w 2915191"/>
                <a:gd name="connsiteY4" fmla="*/ 400793 h 531927"/>
                <a:gd name="connsiteX5" fmla="*/ 48749 w 2915191"/>
                <a:gd name="connsiteY5" fmla="*/ 419464 h 531927"/>
                <a:gd name="connsiteX6" fmla="*/ 58499 w 2915191"/>
                <a:gd name="connsiteY6" fmla="*/ 420972 h 531927"/>
                <a:gd name="connsiteX7" fmla="*/ 68249 w 2915191"/>
                <a:gd name="connsiteY7" fmla="*/ 432643 h 531927"/>
                <a:gd name="connsiteX8" fmla="*/ 77998 w 2915191"/>
                <a:gd name="connsiteY8" fmla="*/ 396501 h 531927"/>
                <a:gd name="connsiteX9" fmla="*/ 87748 w 2915191"/>
                <a:gd name="connsiteY9" fmla="*/ 386159 h 531927"/>
                <a:gd name="connsiteX10" fmla="*/ 97497 w 2915191"/>
                <a:gd name="connsiteY10" fmla="*/ 422665 h 531927"/>
                <a:gd name="connsiteX11" fmla="*/ 107247 w 2915191"/>
                <a:gd name="connsiteY11" fmla="*/ 446865 h 531927"/>
                <a:gd name="connsiteX12" fmla="*/ 116997 w 2915191"/>
                <a:gd name="connsiteY12" fmla="*/ 421503 h 531927"/>
                <a:gd name="connsiteX13" fmla="*/ 126747 w 2915191"/>
                <a:gd name="connsiteY13" fmla="*/ 432348 h 531927"/>
                <a:gd name="connsiteX14" fmla="*/ 136497 w 2915191"/>
                <a:gd name="connsiteY14" fmla="*/ 403114 h 531927"/>
                <a:gd name="connsiteX15" fmla="*/ 146247 w 2915191"/>
                <a:gd name="connsiteY15" fmla="*/ 423419 h 531927"/>
                <a:gd name="connsiteX16" fmla="*/ 155997 w 2915191"/>
                <a:gd name="connsiteY16" fmla="*/ 376773 h 531927"/>
                <a:gd name="connsiteX17" fmla="*/ 165747 w 2915191"/>
                <a:gd name="connsiteY17" fmla="*/ 378564 h 531927"/>
                <a:gd name="connsiteX18" fmla="*/ 175497 w 2915191"/>
                <a:gd name="connsiteY18" fmla="*/ 366619 h 531927"/>
                <a:gd name="connsiteX19" fmla="*/ 185247 w 2915191"/>
                <a:gd name="connsiteY19" fmla="*/ 377291 h 531927"/>
                <a:gd name="connsiteX20" fmla="*/ 194996 w 2915191"/>
                <a:gd name="connsiteY20" fmla="*/ 353520 h 531927"/>
                <a:gd name="connsiteX21" fmla="*/ 204746 w 2915191"/>
                <a:gd name="connsiteY21" fmla="*/ 362304 h 531927"/>
                <a:gd name="connsiteX22" fmla="*/ 214495 w 2915191"/>
                <a:gd name="connsiteY22" fmla="*/ 353942 h 531927"/>
                <a:gd name="connsiteX23" fmla="*/ 224245 w 2915191"/>
                <a:gd name="connsiteY23" fmla="*/ 339216 h 531927"/>
                <a:gd name="connsiteX24" fmla="*/ 233995 w 2915191"/>
                <a:gd name="connsiteY24" fmla="*/ 365974 h 531927"/>
                <a:gd name="connsiteX25" fmla="*/ 243744 w 2915191"/>
                <a:gd name="connsiteY25" fmla="*/ 358872 h 531927"/>
                <a:gd name="connsiteX26" fmla="*/ 253494 w 2915191"/>
                <a:gd name="connsiteY26" fmla="*/ 340807 h 531927"/>
                <a:gd name="connsiteX27" fmla="*/ 263244 w 2915191"/>
                <a:gd name="connsiteY27" fmla="*/ 288309 h 531927"/>
                <a:gd name="connsiteX28" fmla="*/ 272994 w 2915191"/>
                <a:gd name="connsiteY28" fmla="*/ 304404 h 531927"/>
                <a:gd name="connsiteX29" fmla="*/ 282744 w 2915191"/>
                <a:gd name="connsiteY29" fmla="*/ 318266 h 531927"/>
                <a:gd name="connsiteX30" fmla="*/ 292494 w 2915191"/>
                <a:gd name="connsiteY30" fmla="*/ 352084 h 531927"/>
                <a:gd name="connsiteX31" fmla="*/ 302244 w 2915191"/>
                <a:gd name="connsiteY31" fmla="*/ 403879 h 531927"/>
                <a:gd name="connsiteX32" fmla="*/ 311994 w 2915191"/>
                <a:gd name="connsiteY32" fmla="*/ 388256 h 531927"/>
                <a:gd name="connsiteX33" fmla="*/ 321744 w 2915191"/>
                <a:gd name="connsiteY33" fmla="*/ 383579 h 531927"/>
                <a:gd name="connsiteX34" fmla="*/ 331493 w 2915191"/>
                <a:gd name="connsiteY34" fmla="*/ 400692 h 531927"/>
                <a:gd name="connsiteX35" fmla="*/ 341243 w 2915191"/>
                <a:gd name="connsiteY35" fmla="*/ 401396 h 531927"/>
                <a:gd name="connsiteX36" fmla="*/ 350993 w 2915191"/>
                <a:gd name="connsiteY36" fmla="*/ 415226 h 531927"/>
                <a:gd name="connsiteX37" fmla="*/ 360742 w 2915191"/>
                <a:gd name="connsiteY37" fmla="*/ 421596 h 531927"/>
                <a:gd name="connsiteX38" fmla="*/ 370492 w 2915191"/>
                <a:gd name="connsiteY38" fmla="*/ 439894 h 531927"/>
                <a:gd name="connsiteX39" fmla="*/ 380241 w 2915191"/>
                <a:gd name="connsiteY39" fmla="*/ 456913 h 531927"/>
                <a:gd name="connsiteX40" fmla="*/ 389991 w 2915191"/>
                <a:gd name="connsiteY40" fmla="*/ 487024 h 531927"/>
                <a:gd name="connsiteX41" fmla="*/ 399741 w 2915191"/>
                <a:gd name="connsiteY41" fmla="*/ 456794 h 531927"/>
                <a:gd name="connsiteX42" fmla="*/ 409491 w 2915191"/>
                <a:gd name="connsiteY42" fmla="*/ 485792 h 531927"/>
                <a:gd name="connsiteX43" fmla="*/ 419241 w 2915191"/>
                <a:gd name="connsiteY43" fmla="*/ 517229 h 531927"/>
                <a:gd name="connsiteX44" fmla="*/ 428991 w 2915191"/>
                <a:gd name="connsiteY44" fmla="*/ 519365 h 531927"/>
                <a:gd name="connsiteX45" fmla="*/ 438741 w 2915191"/>
                <a:gd name="connsiteY45" fmla="*/ 531928 h 531927"/>
                <a:gd name="connsiteX46" fmla="*/ 448491 w 2915191"/>
                <a:gd name="connsiteY46" fmla="*/ 531491 h 531927"/>
                <a:gd name="connsiteX47" fmla="*/ 458241 w 2915191"/>
                <a:gd name="connsiteY47" fmla="*/ 516661 h 531927"/>
                <a:gd name="connsiteX48" fmla="*/ 467991 w 2915191"/>
                <a:gd name="connsiteY48" fmla="*/ 530936 h 531927"/>
                <a:gd name="connsiteX49" fmla="*/ 477740 w 2915191"/>
                <a:gd name="connsiteY49" fmla="*/ 496845 h 531927"/>
                <a:gd name="connsiteX50" fmla="*/ 487490 w 2915191"/>
                <a:gd name="connsiteY50" fmla="*/ 462798 h 531927"/>
                <a:gd name="connsiteX51" fmla="*/ 497239 w 2915191"/>
                <a:gd name="connsiteY51" fmla="*/ 440178 h 531927"/>
                <a:gd name="connsiteX52" fmla="*/ 506989 w 2915191"/>
                <a:gd name="connsiteY52" fmla="*/ 427304 h 531927"/>
                <a:gd name="connsiteX53" fmla="*/ 516738 w 2915191"/>
                <a:gd name="connsiteY53" fmla="*/ 400526 h 531927"/>
                <a:gd name="connsiteX54" fmla="*/ 526488 w 2915191"/>
                <a:gd name="connsiteY54" fmla="*/ 414448 h 531927"/>
                <a:gd name="connsiteX55" fmla="*/ 536238 w 2915191"/>
                <a:gd name="connsiteY55" fmla="*/ 378114 h 531927"/>
                <a:gd name="connsiteX56" fmla="*/ 545988 w 2915191"/>
                <a:gd name="connsiteY56" fmla="*/ 382688 h 531927"/>
                <a:gd name="connsiteX57" fmla="*/ 555738 w 2915191"/>
                <a:gd name="connsiteY57" fmla="*/ 426854 h 531927"/>
                <a:gd name="connsiteX58" fmla="*/ 565488 w 2915191"/>
                <a:gd name="connsiteY58" fmla="*/ 445104 h 531927"/>
                <a:gd name="connsiteX59" fmla="*/ 575238 w 2915191"/>
                <a:gd name="connsiteY59" fmla="*/ 447069 h 531927"/>
                <a:gd name="connsiteX60" fmla="*/ 584988 w 2915191"/>
                <a:gd name="connsiteY60" fmla="*/ 440545 h 531927"/>
                <a:gd name="connsiteX61" fmla="*/ 594738 w 2915191"/>
                <a:gd name="connsiteY61" fmla="*/ 444350 h 531927"/>
                <a:gd name="connsiteX62" fmla="*/ 604488 w 2915191"/>
                <a:gd name="connsiteY62" fmla="*/ 408862 h 531927"/>
                <a:gd name="connsiteX63" fmla="*/ 614237 w 2915191"/>
                <a:gd name="connsiteY63" fmla="*/ 438620 h 531927"/>
                <a:gd name="connsiteX64" fmla="*/ 623987 w 2915191"/>
                <a:gd name="connsiteY64" fmla="*/ 400392 h 531927"/>
                <a:gd name="connsiteX65" fmla="*/ 633736 w 2915191"/>
                <a:gd name="connsiteY65" fmla="*/ 422875 h 531927"/>
                <a:gd name="connsiteX66" fmla="*/ 643486 w 2915191"/>
                <a:gd name="connsiteY66" fmla="*/ 468031 h 531927"/>
                <a:gd name="connsiteX67" fmla="*/ 653236 w 2915191"/>
                <a:gd name="connsiteY67" fmla="*/ 463497 h 531927"/>
                <a:gd name="connsiteX68" fmla="*/ 662985 w 2915191"/>
                <a:gd name="connsiteY68" fmla="*/ 465963 h 531927"/>
                <a:gd name="connsiteX69" fmla="*/ 672735 w 2915191"/>
                <a:gd name="connsiteY69" fmla="*/ 497596 h 531927"/>
                <a:gd name="connsiteX70" fmla="*/ 682485 w 2915191"/>
                <a:gd name="connsiteY70" fmla="*/ 468664 h 531927"/>
                <a:gd name="connsiteX71" fmla="*/ 692235 w 2915191"/>
                <a:gd name="connsiteY71" fmla="*/ 444568 h 531927"/>
                <a:gd name="connsiteX72" fmla="*/ 701985 w 2915191"/>
                <a:gd name="connsiteY72" fmla="*/ 444934 h 531927"/>
                <a:gd name="connsiteX73" fmla="*/ 711735 w 2915191"/>
                <a:gd name="connsiteY73" fmla="*/ 451908 h 531927"/>
                <a:gd name="connsiteX74" fmla="*/ 721485 w 2915191"/>
                <a:gd name="connsiteY74" fmla="*/ 476876 h 531927"/>
                <a:gd name="connsiteX75" fmla="*/ 731235 w 2915191"/>
                <a:gd name="connsiteY75" fmla="*/ 440350 h 531927"/>
                <a:gd name="connsiteX76" fmla="*/ 740985 w 2915191"/>
                <a:gd name="connsiteY76" fmla="*/ 455353 h 531927"/>
                <a:gd name="connsiteX77" fmla="*/ 750734 w 2915191"/>
                <a:gd name="connsiteY77" fmla="*/ 436011 h 531927"/>
                <a:gd name="connsiteX78" fmla="*/ 760484 w 2915191"/>
                <a:gd name="connsiteY78" fmla="*/ 443087 h 531927"/>
                <a:gd name="connsiteX79" fmla="*/ 770233 w 2915191"/>
                <a:gd name="connsiteY79" fmla="*/ 407389 h 531927"/>
                <a:gd name="connsiteX80" fmla="*/ 779983 w 2915191"/>
                <a:gd name="connsiteY80" fmla="*/ 394333 h 531927"/>
                <a:gd name="connsiteX81" fmla="*/ 789733 w 2915191"/>
                <a:gd name="connsiteY81" fmla="*/ 381429 h 531927"/>
                <a:gd name="connsiteX82" fmla="*/ 799482 w 2915191"/>
                <a:gd name="connsiteY82" fmla="*/ 365442 h 531927"/>
                <a:gd name="connsiteX83" fmla="*/ 809232 w 2915191"/>
                <a:gd name="connsiteY83" fmla="*/ 330902 h 531927"/>
                <a:gd name="connsiteX84" fmla="*/ 818982 w 2915191"/>
                <a:gd name="connsiteY84" fmla="*/ 331957 h 531927"/>
                <a:gd name="connsiteX85" fmla="*/ 828732 w 2915191"/>
                <a:gd name="connsiteY85" fmla="*/ 335690 h 531927"/>
                <a:gd name="connsiteX86" fmla="*/ 838482 w 2915191"/>
                <a:gd name="connsiteY86" fmla="*/ 367442 h 531927"/>
                <a:gd name="connsiteX87" fmla="*/ 848232 w 2915191"/>
                <a:gd name="connsiteY87" fmla="*/ 369240 h 531927"/>
                <a:gd name="connsiteX88" fmla="*/ 857982 w 2915191"/>
                <a:gd name="connsiteY88" fmla="*/ 364618 h 531927"/>
                <a:gd name="connsiteX89" fmla="*/ 867732 w 2915191"/>
                <a:gd name="connsiteY89" fmla="*/ 351188 h 531927"/>
                <a:gd name="connsiteX90" fmla="*/ 877482 w 2915191"/>
                <a:gd name="connsiteY90" fmla="*/ 355037 h 531927"/>
                <a:gd name="connsiteX91" fmla="*/ 887231 w 2915191"/>
                <a:gd name="connsiteY91" fmla="*/ 352210 h 531927"/>
                <a:gd name="connsiteX92" fmla="*/ 896981 w 2915191"/>
                <a:gd name="connsiteY92" fmla="*/ 345299 h 531927"/>
                <a:gd name="connsiteX93" fmla="*/ 906730 w 2915191"/>
                <a:gd name="connsiteY93" fmla="*/ 339910 h 531927"/>
                <a:gd name="connsiteX94" fmla="*/ 916480 w 2915191"/>
                <a:gd name="connsiteY94" fmla="*/ 357079 h 531927"/>
                <a:gd name="connsiteX95" fmla="*/ 926230 w 2915191"/>
                <a:gd name="connsiteY95" fmla="*/ 337046 h 531927"/>
                <a:gd name="connsiteX96" fmla="*/ 935979 w 2915191"/>
                <a:gd name="connsiteY96" fmla="*/ 312019 h 531927"/>
                <a:gd name="connsiteX97" fmla="*/ 945729 w 2915191"/>
                <a:gd name="connsiteY97" fmla="*/ 348647 h 531927"/>
                <a:gd name="connsiteX98" fmla="*/ 955479 w 2915191"/>
                <a:gd name="connsiteY98" fmla="*/ 364372 h 531927"/>
                <a:gd name="connsiteX99" fmla="*/ 965229 w 2915191"/>
                <a:gd name="connsiteY99" fmla="*/ 366218 h 531927"/>
                <a:gd name="connsiteX100" fmla="*/ 974979 w 2915191"/>
                <a:gd name="connsiteY100" fmla="*/ 370688 h 531927"/>
                <a:gd name="connsiteX101" fmla="*/ 984729 w 2915191"/>
                <a:gd name="connsiteY101" fmla="*/ 349976 h 531927"/>
                <a:gd name="connsiteX102" fmla="*/ 994474 w 2915191"/>
                <a:gd name="connsiteY102" fmla="*/ 386506 h 531927"/>
                <a:gd name="connsiteX103" fmla="*/ 1004233 w 2915191"/>
                <a:gd name="connsiteY103" fmla="*/ 373722 h 531927"/>
                <a:gd name="connsiteX104" fmla="*/ 1013977 w 2915191"/>
                <a:gd name="connsiteY104" fmla="*/ 350087 h 531927"/>
                <a:gd name="connsiteX105" fmla="*/ 1023721 w 2915191"/>
                <a:gd name="connsiteY105" fmla="*/ 386325 h 531927"/>
                <a:gd name="connsiteX106" fmla="*/ 1033480 w 2915191"/>
                <a:gd name="connsiteY106" fmla="*/ 377418 h 531927"/>
                <a:gd name="connsiteX107" fmla="*/ 1043224 w 2915191"/>
                <a:gd name="connsiteY107" fmla="*/ 354006 h 531927"/>
                <a:gd name="connsiteX108" fmla="*/ 1052983 w 2915191"/>
                <a:gd name="connsiteY108" fmla="*/ 329035 h 531927"/>
                <a:gd name="connsiteX109" fmla="*/ 1062727 w 2915191"/>
                <a:gd name="connsiteY109" fmla="*/ 326602 h 531927"/>
                <a:gd name="connsiteX110" fmla="*/ 1072471 w 2915191"/>
                <a:gd name="connsiteY110" fmla="*/ 315642 h 531927"/>
                <a:gd name="connsiteX111" fmla="*/ 1082230 w 2915191"/>
                <a:gd name="connsiteY111" fmla="*/ 307119 h 531927"/>
                <a:gd name="connsiteX112" fmla="*/ 1091973 w 2915191"/>
                <a:gd name="connsiteY112" fmla="*/ 284392 h 531927"/>
                <a:gd name="connsiteX113" fmla="*/ 1101732 w 2915191"/>
                <a:gd name="connsiteY113" fmla="*/ 262103 h 531927"/>
                <a:gd name="connsiteX114" fmla="*/ 1111476 w 2915191"/>
                <a:gd name="connsiteY114" fmla="*/ 250459 h 531927"/>
                <a:gd name="connsiteX115" fmla="*/ 1121220 w 2915191"/>
                <a:gd name="connsiteY115" fmla="*/ 227922 h 531927"/>
                <a:gd name="connsiteX116" fmla="*/ 1130979 w 2915191"/>
                <a:gd name="connsiteY116" fmla="*/ 260354 h 531927"/>
                <a:gd name="connsiteX117" fmla="*/ 1140723 w 2915191"/>
                <a:gd name="connsiteY117" fmla="*/ 274083 h 531927"/>
                <a:gd name="connsiteX118" fmla="*/ 1150482 w 2915191"/>
                <a:gd name="connsiteY118" fmla="*/ 291026 h 531927"/>
                <a:gd name="connsiteX119" fmla="*/ 1160226 w 2915191"/>
                <a:gd name="connsiteY119" fmla="*/ 281053 h 531927"/>
                <a:gd name="connsiteX120" fmla="*/ 1169969 w 2915191"/>
                <a:gd name="connsiteY120" fmla="*/ 248755 h 531927"/>
                <a:gd name="connsiteX121" fmla="*/ 1179728 w 2915191"/>
                <a:gd name="connsiteY121" fmla="*/ 243199 h 531927"/>
                <a:gd name="connsiteX122" fmla="*/ 1189472 w 2915191"/>
                <a:gd name="connsiteY122" fmla="*/ 238212 h 531927"/>
                <a:gd name="connsiteX123" fmla="*/ 1199231 w 2915191"/>
                <a:gd name="connsiteY123" fmla="*/ 208437 h 531927"/>
                <a:gd name="connsiteX124" fmla="*/ 1208975 w 2915191"/>
                <a:gd name="connsiteY124" fmla="*/ 237625 h 531927"/>
                <a:gd name="connsiteX125" fmla="*/ 1218719 w 2915191"/>
                <a:gd name="connsiteY125" fmla="*/ 241824 h 531927"/>
                <a:gd name="connsiteX126" fmla="*/ 1228478 w 2915191"/>
                <a:gd name="connsiteY126" fmla="*/ 265105 h 531927"/>
                <a:gd name="connsiteX127" fmla="*/ 1238222 w 2915191"/>
                <a:gd name="connsiteY127" fmla="*/ 270081 h 531927"/>
                <a:gd name="connsiteX128" fmla="*/ 1247966 w 2915191"/>
                <a:gd name="connsiteY128" fmla="*/ 246310 h 531927"/>
                <a:gd name="connsiteX129" fmla="*/ 1257725 w 2915191"/>
                <a:gd name="connsiteY129" fmla="*/ 252976 h 531927"/>
                <a:gd name="connsiteX130" fmla="*/ 1267469 w 2915191"/>
                <a:gd name="connsiteY130" fmla="*/ 275496 h 531927"/>
                <a:gd name="connsiteX131" fmla="*/ 1277227 w 2915191"/>
                <a:gd name="connsiteY131" fmla="*/ 257328 h 531927"/>
                <a:gd name="connsiteX132" fmla="*/ 1286971 w 2915191"/>
                <a:gd name="connsiteY132" fmla="*/ 239285 h 531927"/>
                <a:gd name="connsiteX133" fmla="*/ 1296715 w 2915191"/>
                <a:gd name="connsiteY133" fmla="*/ 245328 h 531927"/>
                <a:gd name="connsiteX134" fmla="*/ 1306474 w 2915191"/>
                <a:gd name="connsiteY134" fmla="*/ 251860 h 531927"/>
                <a:gd name="connsiteX135" fmla="*/ 1316218 w 2915191"/>
                <a:gd name="connsiteY135" fmla="*/ 235484 h 531927"/>
                <a:gd name="connsiteX136" fmla="*/ 1325977 w 2915191"/>
                <a:gd name="connsiteY136" fmla="*/ 244832 h 531927"/>
                <a:gd name="connsiteX137" fmla="*/ 1335721 w 2915191"/>
                <a:gd name="connsiteY137" fmla="*/ 217486 h 531927"/>
                <a:gd name="connsiteX138" fmla="*/ 1345465 w 2915191"/>
                <a:gd name="connsiteY138" fmla="*/ 201759 h 531927"/>
                <a:gd name="connsiteX139" fmla="*/ 1355224 w 2915191"/>
                <a:gd name="connsiteY139" fmla="*/ 217375 h 531927"/>
                <a:gd name="connsiteX140" fmla="*/ 1364967 w 2915191"/>
                <a:gd name="connsiteY140" fmla="*/ 240869 h 531927"/>
                <a:gd name="connsiteX141" fmla="*/ 1374726 w 2915191"/>
                <a:gd name="connsiteY141" fmla="*/ 221885 h 531927"/>
                <a:gd name="connsiteX142" fmla="*/ 1384470 w 2915191"/>
                <a:gd name="connsiteY142" fmla="*/ 262110 h 531927"/>
                <a:gd name="connsiteX143" fmla="*/ 1394214 w 2915191"/>
                <a:gd name="connsiteY143" fmla="*/ 269731 h 531927"/>
                <a:gd name="connsiteX144" fmla="*/ 1403973 w 2915191"/>
                <a:gd name="connsiteY144" fmla="*/ 300088 h 531927"/>
                <a:gd name="connsiteX145" fmla="*/ 1413717 w 2915191"/>
                <a:gd name="connsiteY145" fmla="*/ 289766 h 531927"/>
                <a:gd name="connsiteX146" fmla="*/ 1423476 w 2915191"/>
                <a:gd name="connsiteY146" fmla="*/ 313659 h 531927"/>
                <a:gd name="connsiteX147" fmla="*/ 1433220 w 2915191"/>
                <a:gd name="connsiteY147" fmla="*/ 293082 h 531927"/>
                <a:gd name="connsiteX148" fmla="*/ 1442964 w 2915191"/>
                <a:gd name="connsiteY148" fmla="*/ 296882 h 531927"/>
                <a:gd name="connsiteX149" fmla="*/ 1452722 w 2915191"/>
                <a:gd name="connsiteY149" fmla="*/ 288294 h 531927"/>
                <a:gd name="connsiteX150" fmla="*/ 1462466 w 2915191"/>
                <a:gd name="connsiteY150" fmla="*/ 292911 h 531927"/>
                <a:gd name="connsiteX151" fmla="*/ 1472225 w 2915191"/>
                <a:gd name="connsiteY151" fmla="*/ 295059 h 531927"/>
                <a:gd name="connsiteX152" fmla="*/ 1481969 w 2915191"/>
                <a:gd name="connsiteY152" fmla="*/ 305133 h 531927"/>
                <a:gd name="connsiteX153" fmla="*/ 1491713 w 2915191"/>
                <a:gd name="connsiteY153" fmla="*/ 316086 h 531927"/>
                <a:gd name="connsiteX154" fmla="*/ 1501472 w 2915191"/>
                <a:gd name="connsiteY154" fmla="*/ 315610 h 531927"/>
                <a:gd name="connsiteX155" fmla="*/ 1511216 w 2915191"/>
                <a:gd name="connsiteY155" fmla="*/ 322165 h 531927"/>
                <a:gd name="connsiteX156" fmla="*/ 1520960 w 2915191"/>
                <a:gd name="connsiteY156" fmla="*/ 313746 h 531927"/>
                <a:gd name="connsiteX157" fmla="*/ 1530719 w 2915191"/>
                <a:gd name="connsiteY157" fmla="*/ 331526 h 531927"/>
                <a:gd name="connsiteX158" fmla="*/ 1540463 w 2915191"/>
                <a:gd name="connsiteY158" fmla="*/ 310818 h 531927"/>
                <a:gd name="connsiteX159" fmla="*/ 1550221 w 2915191"/>
                <a:gd name="connsiteY159" fmla="*/ 299930 h 531927"/>
                <a:gd name="connsiteX160" fmla="*/ 1559965 w 2915191"/>
                <a:gd name="connsiteY160" fmla="*/ 311973 h 531927"/>
                <a:gd name="connsiteX161" fmla="*/ 1569709 w 2915191"/>
                <a:gd name="connsiteY161" fmla="*/ 316502 h 531927"/>
                <a:gd name="connsiteX162" fmla="*/ 1579468 w 2915191"/>
                <a:gd name="connsiteY162" fmla="*/ 313354 h 531927"/>
                <a:gd name="connsiteX163" fmla="*/ 1589212 w 2915191"/>
                <a:gd name="connsiteY163" fmla="*/ 272039 h 531927"/>
                <a:gd name="connsiteX164" fmla="*/ 1598971 w 2915191"/>
                <a:gd name="connsiteY164" fmla="*/ 294472 h 531927"/>
                <a:gd name="connsiteX165" fmla="*/ 1608715 w 2915191"/>
                <a:gd name="connsiteY165" fmla="*/ 294802 h 531927"/>
                <a:gd name="connsiteX166" fmla="*/ 1618459 w 2915191"/>
                <a:gd name="connsiteY166" fmla="*/ 283030 h 531927"/>
                <a:gd name="connsiteX167" fmla="*/ 1628218 w 2915191"/>
                <a:gd name="connsiteY167" fmla="*/ 291156 h 531927"/>
                <a:gd name="connsiteX168" fmla="*/ 1637962 w 2915191"/>
                <a:gd name="connsiteY168" fmla="*/ 246292 h 531927"/>
                <a:gd name="connsiteX169" fmla="*/ 1647720 w 2915191"/>
                <a:gd name="connsiteY169" fmla="*/ 243126 h 531927"/>
                <a:gd name="connsiteX170" fmla="*/ 1657464 w 2915191"/>
                <a:gd name="connsiteY170" fmla="*/ 252179 h 531927"/>
                <a:gd name="connsiteX171" fmla="*/ 1667208 w 2915191"/>
                <a:gd name="connsiteY171" fmla="*/ 226201 h 531927"/>
                <a:gd name="connsiteX172" fmla="*/ 1676967 w 2915191"/>
                <a:gd name="connsiteY172" fmla="*/ 239868 h 531927"/>
                <a:gd name="connsiteX173" fmla="*/ 1686711 w 2915191"/>
                <a:gd name="connsiteY173" fmla="*/ 246553 h 531927"/>
                <a:gd name="connsiteX174" fmla="*/ 1696470 w 2915191"/>
                <a:gd name="connsiteY174" fmla="*/ 266912 h 531927"/>
                <a:gd name="connsiteX175" fmla="*/ 1706214 w 2915191"/>
                <a:gd name="connsiteY175" fmla="*/ 264043 h 531927"/>
                <a:gd name="connsiteX176" fmla="*/ 1715958 w 2915191"/>
                <a:gd name="connsiteY176" fmla="*/ 260203 h 531927"/>
                <a:gd name="connsiteX177" fmla="*/ 1725716 w 2915191"/>
                <a:gd name="connsiteY177" fmla="*/ 257128 h 531927"/>
                <a:gd name="connsiteX178" fmla="*/ 1735460 w 2915191"/>
                <a:gd name="connsiteY178" fmla="*/ 282991 h 531927"/>
                <a:gd name="connsiteX179" fmla="*/ 1745219 w 2915191"/>
                <a:gd name="connsiteY179" fmla="*/ 288787 h 531927"/>
                <a:gd name="connsiteX180" fmla="*/ 1754963 w 2915191"/>
                <a:gd name="connsiteY180" fmla="*/ 277023 h 531927"/>
                <a:gd name="connsiteX181" fmla="*/ 1764707 w 2915191"/>
                <a:gd name="connsiteY181" fmla="*/ 268448 h 531927"/>
                <a:gd name="connsiteX182" fmla="*/ 1774466 w 2915191"/>
                <a:gd name="connsiteY182" fmla="*/ 267285 h 531927"/>
                <a:gd name="connsiteX183" fmla="*/ 1784210 w 2915191"/>
                <a:gd name="connsiteY183" fmla="*/ 275055 h 531927"/>
                <a:gd name="connsiteX184" fmla="*/ 1793969 w 2915191"/>
                <a:gd name="connsiteY184" fmla="*/ 258058 h 531927"/>
                <a:gd name="connsiteX185" fmla="*/ 1803713 w 2915191"/>
                <a:gd name="connsiteY185" fmla="*/ 247904 h 531927"/>
                <a:gd name="connsiteX186" fmla="*/ 1813457 w 2915191"/>
                <a:gd name="connsiteY186" fmla="*/ 235285 h 531927"/>
                <a:gd name="connsiteX187" fmla="*/ 1823215 w 2915191"/>
                <a:gd name="connsiteY187" fmla="*/ 229283 h 531927"/>
                <a:gd name="connsiteX188" fmla="*/ 1832959 w 2915191"/>
                <a:gd name="connsiteY188" fmla="*/ 259013 h 531927"/>
                <a:gd name="connsiteX189" fmla="*/ 1842703 w 2915191"/>
                <a:gd name="connsiteY189" fmla="*/ 244105 h 531927"/>
                <a:gd name="connsiteX190" fmla="*/ 1852462 w 2915191"/>
                <a:gd name="connsiteY190" fmla="*/ 228004 h 531927"/>
                <a:gd name="connsiteX191" fmla="*/ 1862206 w 2915191"/>
                <a:gd name="connsiteY191" fmla="*/ 187110 h 531927"/>
                <a:gd name="connsiteX192" fmla="*/ 1871965 w 2915191"/>
                <a:gd name="connsiteY192" fmla="*/ 175008 h 531927"/>
                <a:gd name="connsiteX193" fmla="*/ 1881709 w 2915191"/>
                <a:gd name="connsiteY193" fmla="*/ 158375 h 531927"/>
                <a:gd name="connsiteX194" fmla="*/ 1891453 w 2915191"/>
                <a:gd name="connsiteY194" fmla="*/ 233942 h 531927"/>
                <a:gd name="connsiteX195" fmla="*/ 1901212 w 2915191"/>
                <a:gd name="connsiteY195" fmla="*/ 255263 h 531927"/>
                <a:gd name="connsiteX196" fmla="*/ 1910956 w 2915191"/>
                <a:gd name="connsiteY196" fmla="*/ 215435 h 531927"/>
                <a:gd name="connsiteX197" fmla="*/ 1920714 w 2915191"/>
                <a:gd name="connsiteY197" fmla="*/ 218158 h 531927"/>
                <a:gd name="connsiteX198" fmla="*/ 1930458 w 2915191"/>
                <a:gd name="connsiteY198" fmla="*/ 206351 h 531927"/>
                <a:gd name="connsiteX199" fmla="*/ 1940202 w 2915191"/>
                <a:gd name="connsiteY199" fmla="*/ 224708 h 531927"/>
                <a:gd name="connsiteX200" fmla="*/ 1949961 w 2915191"/>
                <a:gd name="connsiteY200" fmla="*/ 196184 h 531927"/>
                <a:gd name="connsiteX201" fmla="*/ 1959705 w 2915191"/>
                <a:gd name="connsiteY201" fmla="*/ 208115 h 531927"/>
                <a:gd name="connsiteX202" fmla="*/ 1969464 w 2915191"/>
                <a:gd name="connsiteY202" fmla="*/ 195743 h 531927"/>
                <a:gd name="connsiteX203" fmla="*/ 1979208 w 2915191"/>
                <a:gd name="connsiteY203" fmla="*/ 178277 h 531927"/>
                <a:gd name="connsiteX204" fmla="*/ 1988952 w 2915191"/>
                <a:gd name="connsiteY204" fmla="*/ 167438 h 531927"/>
                <a:gd name="connsiteX205" fmla="*/ 1998711 w 2915191"/>
                <a:gd name="connsiteY205" fmla="*/ 181705 h 531927"/>
                <a:gd name="connsiteX206" fmla="*/ 2008454 w 2915191"/>
                <a:gd name="connsiteY206" fmla="*/ 229163 h 531927"/>
                <a:gd name="connsiteX207" fmla="*/ 2018213 w 2915191"/>
                <a:gd name="connsiteY207" fmla="*/ 210461 h 531927"/>
                <a:gd name="connsiteX208" fmla="*/ 2027957 w 2915191"/>
                <a:gd name="connsiteY208" fmla="*/ 208382 h 531927"/>
                <a:gd name="connsiteX209" fmla="*/ 2037701 w 2915191"/>
                <a:gd name="connsiteY209" fmla="*/ 202942 h 531927"/>
                <a:gd name="connsiteX210" fmla="*/ 2047460 w 2915191"/>
                <a:gd name="connsiteY210" fmla="*/ 220798 h 531927"/>
                <a:gd name="connsiteX211" fmla="*/ 2057204 w 2915191"/>
                <a:gd name="connsiteY211" fmla="*/ 201559 h 531927"/>
                <a:gd name="connsiteX212" fmla="*/ 2066963 w 2915191"/>
                <a:gd name="connsiteY212" fmla="*/ 175660 h 531927"/>
                <a:gd name="connsiteX213" fmla="*/ 2076707 w 2915191"/>
                <a:gd name="connsiteY213" fmla="*/ 197277 h 531927"/>
                <a:gd name="connsiteX214" fmla="*/ 2086451 w 2915191"/>
                <a:gd name="connsiteY214" fmla="*/ 216007 h 531927"/>
                <a:gd name="connsiteX215" fmla="*/ 2096210 w 2915191"/>
                <a:gd name="connsiteY215" fmla="*/ 230772 h 531927"/>
                <a:gd name="connsiteX216" fmla="*/ 2105954 w 2915191"/>
                <a:gd name="connsiteY216" fmla="*/ 209560 h 531927"/>
                <a:gd name="connsiteX217" fmla="*/ 2115697 w 2915191"/>
                <a:gd name="connsiteY217" fmla="*/ 275047 h 531927"/>
                <a:gd name="connsiteX218" fmla="*/ 2125456 w 2915191"/>
                <a:gd name="connsiteY218" fmla="*/ 270107 h 531927"/>
                <a:gd name="connsiteX219" fmla="*/ 2135200 w 2915191"/>
                <a:gd name="connsiteY219" fmla="*/ 254686 h 531927"/>
                <a:gd name="connsiteX220" fmla="*/ 2144959 w 2915191"/>
                <a:gd name="connsiteY220" fmla="*/ 263569 h 531927"/>
                <a:gd name="connsiteX221" fmla="*/ 2154703 w 2915191"/>
                <a:gd name="connsiteY221" fmla="*/ 250678 h 531927"/>
                <a:gd name="connsiteX222" fmla="*/ 2164447 w 2915191"/>
                <a:gd name="connsiteY222" fmla="*/ 214147 h 531927"/>
                <a:gd name="connsiteX223" fmla="*/ 2174206 w 2915191"/>
                <a:gd name="connsiteY223" fmla="*/ 204797 h 531927"/>
                <a:gd name="connsiteX224" fmla="*/ 2183950 w 2915191"/>
                <a:gd name="connsiteY224" fmla="*/ 175443 h 531927"/>
                <a:gd name="connsiteX225" fmla="*/ 2193709 w 2915191"/>
                <a:gd name="connsiteY225" fmla="*/ 177970 h 531927"/>
                <a:gd name="connsiteX226" fmla="*/ 2203452 w 2915191"/>
                <a:gd name="connsiteY226" fmla="*/ 184356 h 531927"/>
                <a:gd name="connsiteX227" fmla="*/ 2213196 w 2915191"/>
                <a:gd name="connsiteY227" fmla="*/ 147765 h 531927"/>
                <a:gd name="connsiteX228" fmla="*/ 2222955 w 2915191"/>
                <a:gd name="connsiteY228" fmla="*/ 147771 h 531927"/>
                <a:gd name="connsiteX229" fmla="*/ 2232699 w 2915191"/>
                <a:gd name="connsiteY229" fmla="*/ 141226 h 531927"/>
                <a:gd name="connsiteX230" fmla="*/ 2242458 w 2915191"/>
                <a:gd name="connsiteY230" fmla="*/ 152038 h 531927"/>
                <a:gd name="connsiteX231" fmla="*/ 2252202 w 2915191"/>
                <a:gd name="connsiteY231" fmla="*/ 164172 h 531927"/>
                <a:gd name="connsiteX232" fmla="*/ 2261946 w 2915191"/>
                <a:gd name="connsiteY232" fmla="*/ 149957 h 531927"/>
                <a:gd name="connsiteX233" fmla="*/ 2271705 w 2915191"/>
                <a:gd name="connsiteY233" fmla="*/ 160092 h 531927"/>
                <a:gd name="connsiteX234" fmla="*/ 2281449 w 2915191"/>
                <a:gd name="connsiteY234" fmla="*/ 150016 h 531927"/>
                <a:gd name="connsiteX235" fmla="*/ 2291208 w 2915191"/>
                <a:gd name="connsiteY235" fmla="*/ 147753 h 531927"/>
                <a:gd name="connsiteX236" fmla="*/ 2300951 w 2915191"/>
                <a:gd name="connsiteY236" fmla="*/ 120858 h 531927"/>
                <a:gd name="connsiteX237" fmla="*/ 2310695 w 2915191"/>
                <a:gd name="connsiteY237" fmla="*/ 117402 h 531927"/>
                <a:gd name="connsiteX238" fmla="*/ 2320454 w 2915191"/>
                <a:gd name="connsiteY238" fmla="*/ 106645 h 531927"/>
                <a:gd name="connsiteX239" fmla="*/ 2330198 w 2915191"/>
                <a:gd name="connsiteY239" fmla="*/ 120741 h 531927"/>
                <a:gd name="connsiteX240" fmla="*/ 2339957 w 2915191"/>
                <a:gd name="connsiteY240" fmla="*/ 103403 h 531927"/>
                <a:gd name="connsiteX241" fmla="*/ 2349701 w 2915191"/>
                <a:gd name="connsiteY241" fmla="*/ 115725 h 531927"/>
                <a:gd name="connsiteX242" fmla="*/ 2359445 w 2915191"/>
                <a:gd name="connsiteY242" fmla="*/ 117632 h 531927"/>
                <a:gd name="connsiteX243" fmla="*/ 2369204 w 2915191"/>
                <a:gd name="connsiteY243" fmla="*/ 119815 h 531927"/>
                <a:gd name="connsiteX244" fmla="*/ 2378948 w 2915191"/>
                <a:gd name="connsiteY244" fmla="*/ 133589 h 531927"/>
                <a:gd name="connsiteX245" fmla="*/ 2388692 w 2915191"/>
                <a:gd name="connsiteY245" fmla="*/ 122613 h 531927"/>
                <a:gd name="connsiteX246" fmla="*/ 2398450 w 2915191"/>
                <a:gd name="connsiteY246" fmla="*/ 96048 h 531927"/>
                <a:gd name="connsiteX247" fmla="*/ 2408194 w 2915191"/>
                <a:gd name="connsiteY247" fmla="*/ 116362 h 531927"/>
                <a:gd name="connsiteX248" fmla="*/ 2417953 w 2915191"/>
                <a:gd name="connsiteY248" fmla="*/ 112894 h 531927"/>
                <a:gd name="connsiteX249" fmla="*/ 2427697 w 2915191"/>
                <a:gd name="connsiteY249" fmla="*/ 97864 h 531927"/>
                <a:gd name="connsiteX250" fmla="*/ 2437441 w 2915191"/>
                <a:gd name="connsiteY250" fmla="*/ 119803 h 531927"/>
                <a:gd name="connsiteX251" fmla="*/ 2447200 w 2915191"/>
                <a:gd name="connsiteY251" fmla="*/ 129149 h 531927"/>
                <a:gd name="connsiteX252" fmla="*/ 2456944 w 2915191"/>
                <a:gd name="connsiteY252" fmla="*/ 152257 h 531927"/>
                <a:gd name="connsiteX253" fmla="*/ 2466703 w 2915191"/>
                <a:gd name="connsiteY253" fmla="*/ 158071 h 531927"/>
                <a:gd name="connsiteX254" fmla="*/ 2476446 w 2915191"/>
                <a:gd name="connsiteY254" fmla="*/ 166782 h 531927"/>
                <a:gd name="connsiteX255" fmla="*/ 2486190 w 2915191"/>
                <a:gd name="connsiteY255" fmla="*/ 188450 h 531927"/>
                <a:gd name="connsiteX256" fmla="*/ 2495949 w 2915191"/>
                <a:gd name="connsiteY256" fmla="*/ 190470 h 531927"/>
                <a:gd name="connsiteX257" fmla="*/ 2505693 w 2915191"/>
                <a:gd name="connsiteY257" fmla="*/ 172418 h 531927"/>
                <a:gd name="connsiteX258" fmla="*/ 2515452 w 2915191"/>
                <a:gd name="connsiteY258" fmla="*/ 179525 h 531927"/>
                <a:gd name="connsiteX259" fmla="*/ 2525196 w 2915191"/>
                <a:gd name="connsiteY259" fmla="*/ 145782 h 531927"/>
                <a:gd name="connsiteX260" fmla="*/ 2534940 w 2915191"/>
                <a:gd name="connsiteY260" fmla="*/ 138507 h 531927"/>
                <a:gd name="connsiteX261" fmla="*/ 2544699 w 2915191"/>
                <a:gd name="connsiteY261" fmla="*/ 159167 h 531927"/>
                <a:gd name="connsiteX262" fmla="*/ 2554443 w 2915191"/>
                <a:gd name="connsiteY262" fmla="*/ 114211 h 531927"/>
                <a:gd name="connsiteX263" fmla="*/ 2564202 w 2915191"/>
                <a:gd name="connsiteY263" fmla="*/ 96383 h 531927"/>
                <a:gd name="connsiteX264" fmla="*/ 2573946 w 2915191"/>
                <a:gd name="connsiteY264" fmla="*/ 121027 h 531927"/>
                <a:gd name="connsiteX265" fmla="*/ 2583690 w 2915191"/>
                <a:gd name="connsiteY265" fmla="*/ 97247 h 531927"/>
                <a:gd name="connsiteX266" fmla="*/ 2593448 w 2915191"/>
                <a:gd name="connsiteY266" fmla="*/ 67676 h 531927"/>
                <a:gd name="connsiteX267" fmla="*/ 2603192 w 2915191"/>
                <a:gd name="connsiteY267" fmla="*/ 61405 h 531927"/>
                <a:gd name="connsiteX268" fmla="*/ 2612951 w 2915191"/>
                <a:gd name="connsiteY268" fmla="*/ 48808 h 531927"/>
                <a:gd name="connsiteX269" fmla="*/ 2622695 w 2915191"/>
                <a:gd name="connsiteY269" fmla="*/ 23962 h 531927"/>
                <a:gd name="connsiteX270" fmla="*/ 2632439 w 2915191"/>
                <a:gd name="connsiteY270" fmla="*/ 30316 h 531927"/>
                <a:gd name="connsiteX271" fmla="*/ 2642198 w 2915191"/>
                <a:gd name="connsiteY271" fmla="*/ 17894 h 531927"/>
                <a:gd name="connsiteX272" fmla="*/ 2651942 w 2915191"/>
                <a:gd name="connsiteY272" fmla="*/ 0 h 531927"/>
                <a:gd name="connsiteX273" fmla="*/ 2661685 w 2915191"/>
                <a:gd name="connsiteY273" fmla="*/ 20251 h 531927"/>
                <a:gd name="connsiteX274" fmla="*/ 2671444 w 2915191"/>
                <a:gd name="connsiteY274" fmla="*/ 37243 h 531927"/>
                <a:gd name="connsiteX275" fmla="*/ 2681188 w 2915191"/>
                <a:gd name="connsiteY275" fmla="*/ 43770 h 531927"/>
                <a:gd name="connsiteX276" fmla="*/ 2690947 w 2915191"/>
                <a:gd name="connsiteY276" fmla="*/ 73050 h 531927"/>
                <a:gd name="connsiteX277" fmla="*/ 2700691 w 2915191"/>
                <a:gd name="connsiteY277" fmla="*/ 53393 h 531927"/>
                <a:gd name="connsiteX278" fmla="*/ 2710435 w 2915191"/>
                <a:gd name="connsiteY278" fmla="*/ 49240 h 531927"/>
                <a:gd name="connsiteX279" fmla="*/ 2720194 w 2915191"/>
                <a:gd name="connsiteY279" fmla="*/ 57698 h 531927"/>
                <a:gd name="connsiteX280" fmla="*/ 2729938 w 2915191"/>
                <a:gd name="connsiteY280" fmla="*/ 93233 h 531927"/>
                <a:gd name="connsiteX281" fmla="*/ 2739697 w 2915191"/>
                <a:gd name="connsiteY281" fmla="*/ 74942 h 531927"/>
                <a:gd name="connsiteX282" fmla="*/ 2749441 w 2915191"/>
                <a:gd name="connsiteY282" fmla="*/ 90264 h 531927"/>
                <a:gd name="connsiteX283" fmla="*/ 2759185 w 2915191"/>
                <a:gd name="connsiteY283" fmla="*/ 103086 h 531927"/>
                <a:gd name="connsiteX284" fmla="*/ 2768943 w 2915191"/>
                <a:gd name="connsiteY284" fmla="*/ 98241 h 531927"/>
                <a:gd name="connsiteX285" fmla="*/ 2778687 w 2915191"/>
                <a:gd name="connsiteY285" fmla="*/ 137951 h 531927"/>
                <a:gd name="connsiteX286" fmla="*/ 2788446 w 2915191"/>
                <a:gd name="connsiteY286" fmla="*/ 116161 h 531927"/>
                <a:gd name="connsiteX287" fmla="*/ 2798190 w 2915191"/>
                <a:gd name="connsiteY287" fmla="*/ 132315 h 531927"/>
                <a:gd name="connsiteX288" fmla="*/ 2807934 w 2915191"/>
                <a:gd name="connsiteY288" fmla="*/ 168677 h 531927"/>
                <a:gd name="connsiteX289" fmla="*/ 2817693 w 2915191"/>
                <a:gd name="connsiteY289" fmla="*/ 173607 h 531927"/>
                <a:gd name="connsiteX290" fmla="*/ 2827437 w 2915191"/>
                <a:gd name="connsiteY290" fmla="*/ 188682 h 531927"/>
                <a:gd name="connsiteX291" fmla="*/ 2837196 w 2915191"/>
                <a:gd name="connsiteY291" fmla="*/ 186316 h 531927"/>
                <a:gd name="connsiteX292" fmla="*/ 2846940 w 2915191"/>
                <a:gd name="connsiteY292" fmla="*/ 161167 h 531927"/>
                <a:gd name="connsiteX293" fmla="*/ 2856684 w 2915191"/>
                <a:gd name="connsiteY293" fmla="*/ 155066 h 531927"/>
                <a:gd name="connsiteX294" fmla="*/ 2866442 w 2915191"/>
                <a:gd name="connsiteY294" fmla="*/ 141396 h 531927"/>
                <a:gd name="connsiteX295" fmla="*/ 2876186 w 2915191"/>
                <a:gd name="connsiteY295" fmla="*/ 132543 h 531927"/>
                <a:gd name="connsiteX296" fmla="*/ 2885945 w 2915191"/>
                <a:gd name="connsiteY296" fmla="*/ 150496 h 531927"/>
                <a:gd name="connsiteX297" fmla="*/ 2895689 w 2915191"/>
                <a:gd name="connsiteY297" fmla="*/ 180944 h 531927"/>
                <a:gd name="connsiteX298" fmla="*/ 2905433 w 2915191"/>
                <a:gd name="connsiteY298" fmla="*/ 166687 h 531927"/>
                <a:gd name="connsiteX299" fmla="*/ 2915192 w 2915191"/>
                <a:gd name="connsiteY299" fmla="*/ 158022 h 531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31927">
                  <a:moveTo>
                    <a:pt x="0" y="440901"/>
                  </a:moveTo>
                  <a:lnTo>
                    <a:pt x="9750" y="447007"/>
                  </a:lnTo>
                  <a:lnTo>
                    <a:pt x="19500" y="422167"/>
                  </a:lnTo>
                  <a:lnTo>
                    <a:pt x="29250" y="418602"/>
                  </a:lnTo>
                  <a:lnTo>
                    <a:pt x="39000" y="400793"/>
                  </a:lnTo>
                  <a:lnTo>
                    <a:pt x="48749" y="419464"/>
                  </a:lnTo>
                  <a:lnTo>
                    <a:pt x="58499" y="420972"/>
                  </a:lnTo>
                  <a:lnTo>
                    <a:pt x="68249" y="432643"/>
                  </a:lnTo>
                  <a:lnTo>
                    <a:pt x="77998" y="396501"/>
                  </a:lnTo>
                  <a:lnTo>
                    <a:pt x="87748" y="386159"/>
                  </a:lnTo>
                  <a:lnTo>
                    <a:pt x="97497" y="422665"/>
                  </a:lnTo>
                  <a:lnTo>
                    <a:pt x="107247" y="446865"/>
                  </a:lnTo>
                  <a:lnTo>
                    <a:pt x="116997" y="421503"/>
                  </a:lnTo>
                  <a:lnTo>
                    <a:pt x="126747" y="432348"/>
                  </a:lnTo>
                  <a:lnTo>
                    <a:pt x="136497" y="403114"/>
                  </a:lnTo>
                  <a:lnTo>
                    <a:pt x="146247" y="423419"/>
                  </a:lnTo>
                  <a:lnTo>
                    <a:pt x="155997" y="376773"/>
                  </a:lnTo>
                  <a:lnTo>
                    <a:pt x="165747" y="378564"/>
                  </a:lnTo>
                  <a:lnTo>
                    <a:pt x="175497" y="366619"/>
                  </a:lnTo>
                  <a:lnTo>
                    <a:pt x="185247" y="377291"/>
                  </a:lnTo>
                  <a:lnTo>
                    <a:pt x="194996" y="353520"/>
                  </a:lnTo>
                  <a:lnTo>
                    <a:pt x="204746" y="362304"/>
                  </a:lnTo>
                  <a:lnTo>
                    <a:pt x="214495" y="353942"/>
                  </a:lnTo>
                  <a:lnTo>
                    <a:pt x="224245" y="339216"/>
                  </a:lnTo>
                  <a:lnTo>
                    <a:pt x="233995" y="365974"/>
                  </a:lnTo>
                  <a:lnTo>
                    <a:pt x="243744" y="358872"/>
                  </a:lnTo>
                  <a:lnTo>
                    <a:pt x="253494" y="340807"/>
                  </a:lnTo>
                  <a:lnTo>
                    <a:pt x="263244" y="288309"/>
                  </a:lnTo>
                  <a:lnTo>
                    <a:pt x="272994" y="304404"/>
                  </a:lnTo>
                  <a:lnTo>
                    <a:pt x="282744" y="318266"/>
                  </a:lnTo>
                  <a:lnTo>
                    <a:pt x="292494" y="352084"/>
                  </a:lnTo>
                  <a:lnTo>
                    <a:pt x="302244" y="403879"/>
                  </a:lnTo>
                  <a:lnTo>
                    <a:pt x="311994" y="388256"/>
                  </a:lnTo>
                  <a:lnTo>
                    <a:pt x="321744" y="383579"/>
                  </a:lnTo>
                  <a:lnTo>
                    <a:pt x="331493" y="400692"/>
                  </a:lnTo>
                  <a:lnTo>
                    <a:pt x="341243" y="401396"/>
                  </a:lnTo>
                  <a:lnTo>
                    <a:pt x="350993" y="415226"/>
                  </a:lnTo>
                  <a:lnTo>
                    <a:pt x="360742" y="421596"/>
                  </a:lnTo>
                  <a:lnTo>
                    <a:pt x="370492" y="439894"/>
                  </a:lnTo>
                  <a:lnTo>
                    <a:pt x="380241" y="456913"/>
                  </a:lnTo>
                  <a:lnTo>
                    <a:pt x="389991" y="487024"/>
                  </a:lnTo>
                  <a:lnTo>
                    <a:pt x="399741" y="456794"/>
                  </a:lnTo>
                  <a:lnTo>
                    <a:pt x="409491" y="485792"/>
                  </a:lnTo>
                  <a:lnTo>
                    <a:pt x="419241" y="517229"/>
                  </a:lnTo>
                  <a:lnTo>
                    <a:pt x="428991" y="519365"/>
                  </a:lnTo>
                  <a:lnTo>
                    <a:pt x="438741" y="531928"/>
                  </a:lnTo>
                  <a:lnTo>
                    <a:pt x="448491" y="531491"/>
                  </a:lnTo>
                  <a:lnTo>
                    <a:pt x="458241" y="516661"/>
                  </a:lnTo>
                  <a:lnTo>
                    <a:pt x="467991" y="530936"/>
                  </a:lnTo>
                  <a:lnTo>
                    <a:pt x="477740" y="496845"/>
                  </a:lnTo>
                  <a:lnTo>
                    <a:pt x="487490" y="462798"/>
                  </a:lnTo>
                  <a:lnTo>
                    <a:pt x="497239" y="440178"/>
                  </a:lnTo>
                  <a:lnTo>
                    <a:pt x="506989" y="427304"/>
                  </a:lnTo>
                  <a:lnTo>
                    <a:pt x="516738" y="400526"/>
                  </a:lnTo>
                  <a:lnTo>
                    <a:pt x="526488" y="414448"/>
                  </a:lnTo>
                  <a:lnTo>
                    <a:pt x="536238" y="378114"/>
                  </a:lnTo>
                  <a:lnTo>
                    <a:pt x="545988" y="382688"/>
                  </a:lnTo>
                  <a:lnTo>
                    <a:pt x="555738" y="426854"/>
                  </a:lnTo>
                  <a:lnTo>
                    <a:pt x="565488" y="445104"/>
                  </a:lnTo>
                  <a:lnTo>
                    <a:pt x="575238" y="447069"/>
                  </a:lnTo>
                  <a:lnTo>
                    <a:pt x="584988" y="440545"/>
                  </a:lnTo>
                  <a:lnTo>
                    <a:pt x="594738" y="444350"/>
                  </a:lnTo>
                  <a:lnTo>
                    <a:pt x="604488" y="408862"/>
                  </a:lnTo>
                  <a:lnTo>
                    <a:pt x="614237" y="438620"/>
                  </a:lnTo>
                  <a:lnTo>
                    <a:pt x="623987" y="400392"/>
                  </a:lnTo>
                  <a:lnTo>
                    <a:pt x="633736" y="422875"/>
                  </a:lnTo>
                  <a:lnTo>
                    <a:pt x="643486" y="468031"/>
                  </a:lnTo>
                  <a:lnTo>
                    <a:pt x="653236" y="463497"/>
                  </a:lnTo>
                  <a:lnTo>
                    <a:pt x="662985" y="465963"/>
                  </a:lnTo>
                  <a:lnTo>
                    <a:pt x="672735" y="497596"/>
                  </a:lnTo>
                  <a:lnTo>
                    <a:pt x="682485" y="468664"/>
                  </a:lnTo>
                  <a:lnTo>
                    <a:pt x="692235" y="444568"/>
                  </a:lnTo>
                  <a:lnTo>
                    <a:pt x="701985" y="444934"/>
                  </a:lnTo>
                  <a:lnTo>
                    <a:pt x="711735" y="451908"/>
                  </a:lnTo>
                  <a:lnTo>
                    <a:pt x="721485" y="476876"/>
                  </a:lnTo>
                  <a:lnTo>
                    <a:pt x="731235" y="440350"/>
                  </a:lnTo>
                  <a:lnTo>
                    <a:pt x="740985" y="455353"/>
                  </a:lnTo>
                  <a:lnTo>
                    <a:pt x="750734" y="436011"/>
                  </a:lnTo>
                  <a:lnTo>
                    <a:pt x="760484" y="443087"/>
                  </a:lnTo>
                  <a:lnTo>
                    <a:pt x="770233" y="407389"/>
                  </a:lnTo>
                  <a:lnTo>
                    <a:pt x="779983" y="394333"/>
                  </a:lnTo>
                  <a:lnTo>
                    <a:pt x="789733" y="381429"/>
                  </a:lnTo>
                  <a:lnTo>
                    <a:pt x="799482" y="365442"/>
                  </a:lnTo>
                  <a:lnTo>
                    <a:pt x="809232" y="330902"/>
                  </a:lnTo>
                  <a:lnTo>
                    <a:pt x="818982" y="331957"/>
                  </a:lnTo>
                  <a:lnTo>
                    <a:pt x="828732" y="335690"/>
                  </a:lnTo>
                  <a:lnTo>
                    <a:pt x="838482" y="367442"/>
                  </a:lnTo>
                  <a:lnTo>
                    <a:pt x="848232" y="369240"/>
                  </a:lnTo>
                  <a:lnTo>
                    <a:pt x="857982" y="364618"/>
                  </a:lnTo>
                  <a:lnTo>
                    <a:pt x="867732" y="351188"/>
                  </a:lnTo>
                  <a:lnTo>
                    <a:pt x="877482" y="355037"/>
                  </a:lnTo>
                  <a:lnTo>
                    <a:pt x="887231" y="352210"/>
                  </a:lnTo>
                  <a:lnTo>
                    <a:pt x="896981" y="345299"/>
                  </a:lnTo>
                  <a:lnTo>
                    <a:pt x="906730" y="339910"/>
                  </a:lnTo>
                  <a:lnTo>
                    <a:pt x="916480" y="357079"/>
                  </a:lnTo>
                  <a:lnTo>
                    <a:pt x="926230" y="337046"/>
                  </a:lnTo>
                  <a:lnTo>
                    <a:pt x="935979" y="312019"/>
                  </a:lnTo>
                  <a:lnTo>
                    <a:pt x="945729" y="348647"/>
                  </a:lnTo>
                  <a:lnTo>
                    <a:pt x="955479" y="364372"/>
                  </a:lnTo>
                  <a:lnTo>
                    <a:pt x="965229" y="366218"/>
                  </a:lnTo>
                  <a:lnTo>
                    <a:pt x="974979" y="370688"/>
                  </a:lnTo>
                  <a:lnTo>
                    <a:pt x="984729" y="349976"/>
                  </a:lnTo>
                  <a:lnTo>
                    <a:pt x="994474" y="386506"/>
                  </a:lnTo>
                  <a:lnTo>
                    <a:pt x="1004233" y="373722"/>
                  </a:lnTo>
                  <a:lnTo>
                    <a:pt x="1013977" y="350087"/>
                  </a:lnTo>
                  <a:lnTo>
                    <a:pt x="1023721" y="386325"/>
                  </a:lnTo>
                  <a:lnTo>
                    <a:pt x="1033480" y="377418"/>
                  </a:lnTo>
                  <a:lnTo>
                    <a:pt x="1043224" y="354006"/>
                  </a:lnTo>
                  <a:lnTo>
                    <a:pt x="1052983" y="329035"/>
                  </a:lnTo>
                  <a:lnTo>
                    <a:pt x="1062727" y="326602"/>
                  </a:lnTo>
                  <a:lnTo>
                    <a:pt x="1072471" y="315642"/>
                  </a:lnTo>
                  <a:lnTo>
                    <a:pt x="1082230" y="307119"/>
                  </a:lnTo>
                  <a:lnTo>
                    <a:pt x="1091973" y="284392"/>
                  </a:lnTo>
                  <a:lnTo>
                    <a:pt x="1101732" y="262103"/>
                  </a:lnTo>
                  <a:lnTo>
                    <a:pt x="1111476" y="250459"/>
                  </a:lnTo>
                  <a:lnTo>
                    <a:pt x="1121220" y="227922"/>
                  </a:lnTo>
                  <a:lnTo>
                    <a:pt x="1130979" y="260354"/>
                  </a:lnTo>
                  <a:lnTo>
                    <a:pt x="1140723" y="274083"/>
                  </a:lnTo>
                  <a:lnTo>
                    <a:pt x="1150482" y="291026"/>
                  </a:lnTo>
                  <a:lnTo>
                    <a:pt x="1160226" y="281053"/>
                  </a:lnTo>
                  <a:lnTo>
                    <a:pt x="1169969" y="248755"/>
                  </a:lnTo>
                  <a:lnTo>
                    <a:pt x="1179728" y="243199"/>
                  </a:lnTo>
                  <a:lnTo>
                    <a:pt x="1189472" y="238212"/>
                  </a:lnTo>
                  <a:lnTo>
                    <a:pt x="1199231" y="208437"/>
                  </a:lnTo>
                  <a:lnTo>
                    <a:pt x="1208975" y="237625"/>
                  </a:lnTo>
                  <a:lnTo>
                    <a:pt x="1218719" y="241824"/>
                  </a:lnTo>
                  <a:lnTo>
                    <a:pt x="1228478" y="265105"/>
                  </a:lnTo>
                  <a:lnTo>
                    <a:pt x="1238222" y="270081"/>
                  </a:lnTo>
                  <a:lnTo>
                    <a:pt x="1247966" y="246310"/>
                  </a:lnTo>
                  <a:lnTo>
                    <a:pt x="1257725" y="252976"/>
                  </a:lnTo>
                  <a:lnTo>
                    <a:pt x="1267469" y="275496"/>
                  </a:lnTo>
                  <a:lnTo>
                    <a:pt x="1277227" y="257328"/>
                  </a:lnTo>
                  <a:lnTo>
                    <a:pt x="1286971" y="239285"/>
                  </a:lnTo>
                  <a:lnTo>
                    <a:pt x="1296715" y="245328"/>
                  </a:lnTo>
                  <a:lnTo>
                    <a:pt x="1306474" y="251860"/>
                  </a:lnTo>
                  <a:lnTo>
                    <a:pt x="1316218" y="235484"/>
                  </a:lnTo>
                  <a:lnTo>
                    <a:pt x="1325977" y="244832"/>
                  </a:lnTo>
                  <a:lnTo>
                    <a:pt x="1335721" y="217486"/>
                  </a:lnTo>
                  <a:lnTo>
                    <a:pt x="1345465" y="201759"/>
                  </a:lnTo>
                  <a:lnTo>
                    <a:pt x="1355224" y="217375"/>
                  </a:lnTo>
                  <a:lnTo>
                    <a:pt x="1364967" y="240869"/>
                  </a:lnTo>
                  <a:lnTo>
                    <a:pt x="1374726" y="221885"/>
                  </a:lnTo>
                  <a:lnTo>
                    <a:pt x="1384470" y="262110"/>
                  </a:lnTo>
                  <a:lnTo>
                    <a:pt x="1394214" y="269731"/>
                  </a:lnTo>
                  <a:lnTo>
                    <a:pt x="1403973" y="300088"/>
                  </a:lnTo>
                  <a:lnTo>
                    <a:pt x="1413717" y="289766"/>
                  </a:lnTo>
                  <a:lnTo>
                    <a:pt x="1423476" y="313659"/>
                  </a:lnTo>
                  <a:lnTo>
                    <a:pt x="1433220" y="293082"/>
                  </a:lnTo>
                  <a:lnTo>
                    <a:pt x="1442964" y="296882"/>
                  </a:lnTo>
                  <a:lnTo>
                    <a:pt x="1452722" y="288294"/>
                  </a:lnTo>
                  <a:lnTo>
                    <a:pt x="1462466" y="292911"/>
                  </a:lnTo>
                  <a:lnTo>
                    <a:pt x="1472225" y="295059"/>
                  </a:lnTo>
                  <a:lnTo>
                    <a:pt x="1481969" y="305133"/>
                  </a:lnTo>
                  <a:lnTo>
                    <a:pt x="1491713" y="316086"/>
                  </a:lnTo>
                  <a:lnTo>
                    <a:pt x="1501472" y="315610"/>
                  </a:lnTo>
                  <a:lnTo>
                    <a:pt x="1511216" y="322165"/>
                  </a:lnTo>
                  <a:lnTo>
                    <a:pt x="1520960" y="313746"/>
                  </a:lnTo>
                  <a:lnTo>
                    <a:pt x="1530719" y="331526"/>
                  </a:lnTo>
                  <a:lnTo>
                    <a:pt x="1540463" y="310818"/>
                  </a:lnTo>
                  <a:lnTo>
                    <a:pt x="1550221" y="299930"/>
                  </a:lnTo>
                  <a:lnTo>
                    <a:pt x="1559965" y="311973"/>
                  </a:lnTo>
                  <a:lnTo>
                    <a:pt x="1569709" y="316502"/>
                  </a:lnTo>
                  <a:lnTo>
                    <a:pt x="1579468" y="313354"/>
                  </a:lnTo>
                  <a:lnTo>
                    <a:pt x="1589212" y="272039"/>
                  </a:lnTo>
                  <a:lnTo>
                    <a:pt x="1598971" y="294472"/>
                  </a:lnTo>
                  <a:lnTo>
                    <a:pt x="1608715" y="294802"/>
                  </a:lnTo>
                  <a:lnTo>
                    <a:pt x="1618459" y="283030"/>
                  </a:lnTo>
                  <a:lnTo>
                    <a:pt x="1628218" y="291156"/>
                  </a:lnTo>
                  <a:lnTo>
                    <a:pt x="1637962" y="246292"/>
                  </a:lnTo>
                  <a:lnTo>
                    <a:pt x="1647720" y="243126"/>
                  </a:lnTo>
                  <a:lnTo>
                    <a:pt x="1657464" y="252179"/>
                  </a:lnTo>
                  <a:lnTo>
                    <a:pt x="1667208" y="226201"/>
                  </a:lnTo>
                  <a:lnTo>
                    <a:pt x="1676967" y="239868"/>
                  </a:lnTo>
                  <a:lnTo>
                    <a:pt x="1686711" y="246553"/>
                  </a:lnTo>
                  <a:lnTo>
                    <a:pt x="1696470" y="266912"/>
                  </a:lnTo>
                  <a:lnTo>
                    <a:pt x="1706214" y="264043"/>
                  </a:lnTo>
                  <a:lnTo>
                    <a:pt x="1715958" y="260203"/>
                  </a:lnTo>
                  <a:lnTo>
                    <a:pt x="1725716" y="257128"/>
                  </a:lnTo>
                  <a:lnTo>
                    <a:pt x="1735460" y="282991"/>
                  </a:lnTo>
                  <a:lnTo>
                    <a:pt x="1745219" y="288787"/>
                  </a:lnTo>
                  <a:lnTo>
                    <a:pt x="1754963" y="277023"/>
                  </a:lnTo>
                  <a:lnTo>
                    <a:pt x="1764707" y="268448"/>
                  </a:lnTo>
                  <a:lnTo>
                    <a:pt x="1774466" y="267285"/>
                  </a:lnTo>
                  <a:lnTo>
                    <a:pt x="1784210" y="275055"/>
                  </a:lnTo>
                  <a:lnTo>
                    <a:pt x="1793969" y="258058"/>
                  </a:lnTo>
                  <a:lnTo>
                    <a:pt x="1803713" y="247904"/>
                  </a:lnTo>
                  <a:lnTo>
                    <a:pt x="1813457" y="235285"/>
                  </a:lnTo>
                  <a:lnTo>
                    <a:pt x="1823215" y="229283"/>
                  </a:lnTo>
                  <a:lnTo>
                    <a:pt x="1832959" y="259013"/>
                  </a:lnTo>
                  <a:lnTo>
                    <a:pt x="1842703" y="244105"/>
                  </a:lnTo>
                  <a:lnTo>
                    <a:pt x="1852462" y="228004"/>
                  </a:lnTo>
                  <a:lnTo>
                    <a:pt x="1862206" y="187110"/>
                  </a:lnTo>
                  <a:lnTo>
                    <a:pt x="1871965" y="175008"/>
                  </a:lnTo>
                  <a:lnTo>
                    <a:pt x="1881709" y="158375"/>
                  </a:lnTo>
                  <a:lnTo>
                    <a:pt x="1891453" y="233942"/>
                  </a:lnTo>
                  <a:lnTo>
                    <a:pt x="1901212" y="255263"/>
                  </a:lnTo>
                  <a:lnTo>
                    <a:pt x="1910956" y="215435"/>
                  </a:lnTo>
                  <a:lnTo>
                    <a:pt x="1920714" y="218158"/>
                  </a:lnTo>
                  <a:lnTo>
                    <a:pt x="1930458" y="206351"/>
                  </a:lnTo>
                  <a:lnTo>
                    <a:pt x="1940202" y="224708"/>
                  </a:lnTo>
                  <a:lnTo>
                    <a:pt x="1949961" y="196184"/>
                  </a:lnTo>
                  <a:lnTo>
                    <a:pt x="1959705" y="208115"/>
                  </a:lnTo>
                  <a:lnTo>
                    <a:pt x="1969464" y="195743"/>
                  </a:lnTo>
                  <a:lnTo>
                    <a:pt x="1979208" y="178277"/>
                  </a:lnTo>
                  <a:lnTo>
                    <a:pt x="1988952" y="167438"/>
                  </a:lnTo>
                  <a:lnTo>
                    <a:pt x="1998711" y="181705"/>
                  </a:lnTo>
                  <a:lnTo>
                    <a:pt x="2008454" y="229163"/>
                  </a:lnTo>
                  <a:lnTo>
                    <a:pt x="2018213" y="210461"/>
                  </a:lnTo>
                  <a:lnTo>
                    <a:pt x="2027957" y="208382"/>
                  </a:lnTo>
                  <a:lnTo>
                    <a:pt x="2037701" y="202942"/>
                  </a:lnTo>
                  <a:lnTo>
                    <a:pt x="2047460" y="220798"/>
                  </a:lnTo>
                  <a:lnTo>
                    <a:pt x="2057204" y="201559"/>
                  </a:lnTo>
                  <a:lnTo>
                    <a:pt x="2066963" y="175660"/>
                  </a:lnTo>
                  <a:lnTo>
                    <a:pt x="2076707" y="197277"/>
                  </a:lnTo>
                  <a:lnTo>
                    <a:pt x="2086451" y="216007"/>
                  </a:lnTo>
                  <a:lnTo>
                    <a:pt x="2096210" y="230772"/>
                  </a:lnTo>
                  <a:lnTo>
                    <a:pt x="2105954" y="209560"/>
                  </a:lnTo>
                  <a:lnTo>
                    <a:pt x="2115697" y="275047"/>
                  </a:lnTo>
                  <a:lnTo>
                    <a:pt x="2125456" y="270107"/>
                  </a:lnTo>
                  <a:lnTo>
                    <a:pt x="2135200" y="254686"/>
                  </a:lnTo>
                  <a:lnTo>
                    <a:pt x="2144959" y="263569"/>
                  </a:lnTo>
                  <a:lnTo>
                    <a:pt x="2154703" y="250678"/>
                  </a:lnTo>
                  <a:lnTo>
                    <a:pt x="2164447" y="214147"/>
                  </a:lnTo>
                  <a:lnTo>
                    <a:pt x="2174206" y="204797"/>
                  </a:lnTo>
                  <a:lnTo>
                    <a:pt x="2183950" y="175443"/>
                  </a:lnTo>
                  <a:lnTo>
                    <a:pt x="2193709" y="177970"/>
                  </a:lnTo>
                  <a:lnTo>
                    <a:pt x="2203452" y="184356"/>
                  </a:lnTo>
                  <a:lnTo>
                    <a:pt x="2213196" y="147765"/>
                  </a:lnTo>
                  <a:lnTo>
                    <a:pt x="2222955" y="147771"/>
                  </a:lnTo>
                  <a:lnTo>
                    <a:pt x="2232699" y="141226"/>
                  </a:lnTo>
                  <a:lnTo>
                    <a:pt x="2242458" y="152038"/>
                  </a:lnTo>
                  <a:lnTo>
                    <a:pt x="2252202" y="164172"/>
                  </a:lnTo>
                  <a:lnTo>
                    <a:pt x="2261946" y="149957"/>
                  </a:lnTo>
                  <a:lnTo>
                    <a:pt x="2271705" y="160092"/>
                  </a:lnTo>
                  <a:lnTo>
                    <a:pt x="2281449" y="150016"/>
                  </a:lnTo>
                  <a:lnTo>
                    <a:pt x="2291208" y="147753"/>
                  </a:lnTo>
                  <a:lnTo>
                    <a:pt x="2300951" y="120858"/>
                  </a:lnTo>
                  <a:lnTo>
                    <a:pt x="2310695" y="117402"/>
                  </a:lnTo>
                  <a:lnTo>
                    <a:pt x="2320454" y="106645"/>
                  </a:lnTo>
                  <a:lnTo>
                    <a:pt x="2330198" y="120741"/>
                  </a:lnTo>
                  <a:lnTo>
                    <a:pt x="2339957" y="103403"/>
                  </a:lnTo>
                  <a:lnTo>
                    <a:pt x="2349701" y="115725"/>
                  </a:lnTo>
                  <a:lnTo>
                    <a:pt x="2359445" y="117632"/>
                  </a:lnTo>
                  <a:lnTo>
                    <a:pt x="2369204" y="119815"/>
                  </a:lnTo>
                  <a:lnTo>
                    <a:pt x="2378948" y="133589"/>
                  </a:lnTo>
                  <a:lnTo>
                    <a:pt x="2388692" y="122613"/>
                  </a:lnTo>
                  <a:lnTo>
                    <a:pt x="2398450" y="96048"/>
                  </a:lnTo>
                  <a:lnTo>
                    <a:pt x="2408194" y="116362"/>
                  </a:lnTo>
                  <a:lnTo>
                    <a:pt x="2417953" y="112894"/>
                  </a:lnTo>
                  <a:lnTo>
                    <a:pt x="2427697" y="97864"/>
                  </a:lnTo>
                  <a:lnTo>
                    <a:pt x="2437441" y="119803"/>
                  </a:lnTo>
                  <a:lnTo>
                    <a:pt x="2447200" y="129149"/>
                  </a:lnTo>
                  <a:lnTo>
                    <a:pt x="2456944" y="152257"/>
                  </a:lnTo>
                  <a:lnTo>
                    <a:pt x="2466703" y="158071"/>
                  </a:lnTo>
                  <a:lnTo>
                    <a:pt x="2476446" y="166782"/>
                  </a:lnTo>
                  <a:lnTo>
                    <a:pt x="2486190" y="188450"/>
                  </a:lnTo>
                  <a:lnTo>
                    <a:pt x="2495949" y="190470"/>
                  </a:lnTo>
                  <a:lnTo>
                    <a:pt x="2505693" y="172418"/>
                  </a:lnTo>
                  <a:lnTo>
                    <a:pt x="2515452" y="179525"/>
                  </a:lnTo>
                  <a:lnTo>
                    <a:pt x="2525196" y="145782"/>
                  </a:lnTo>
                  <a:lnTo>
                    <a:pt x="2534940" y="138507"/>
                  </a:lnTo>
                  <a:lnTo>
                    <a:pt x="2544699" y="159167"/>
                  </a:lnTo>
                  <a:lnTo>
                    <a:pt x="2554443" y="114211"/>
                  </a:lnTo>
                  <a:lnTo>
                    <a:pt x="2564202" y="96383"/>
                  </a:lnTo>
                  <a:lnTo>
                    <a:pt x="2573946" y="121027"/>
                  </a:lnTo>
                  <a:lnTo>
                    <a:pt x="2583690" y="97247"/>
                  </a:lnTo>
                  <a:lnTo>
                    <a:pt x="2593448" y="67676"/>
                  </a:lnTo>
                  <a:lnTo>
                    <a:pt x="2603192" y="61405"/>
                  </a:lnTo>
                  <a:lnTo>
                    <a:pt x="2612951" y="48808"/>
                  </a:lnTo>
                  <a:lnTo>
                    <a:pt x="2622695" y="23962"/>
                  </a:lnTo>
                  <a:lnTo>
                    <a:pt x="2632439" y="30316"/>
                  </a:lnTo>
                  <a:lnTo>
                    <a:pt x="2642198" y="17894"/>
                  </a:lnTo>
                  <a:lnTo>
                    <a:pt x="2651942" y="0"/>
                  </a:lnTo>
                  <a:lnTo>
                    <a:pt x="2661685" y="20251"/>
                  </a:lnTo>
                  <a:lnTo>
                    <a:pt x="2671444" y="37243"/>
                  </a:lnTo>
                  <a:lnTo>
                    <a:pt x="2681188" y="43770"/>
                  </a:lnTo>
                  <a:lnTo>
                    <a:pt x="2690947" y="73050"/>
                  </a:lnTo>
                  <a:lnTo>
                    <a:pt x="2700691" y="53393"/>
                  </a:lnTo>
                  <a:lnTo>
                    <a:pt x="2710435" y="49240"/>
                  </a:lnTo>
                  <a:lnTo>
                    <a:pt x="2720194" y="57698"/>
                  </a:lnTo>
                  <a:lnTo>
                    <a:pt x="2729938" y="93233"/>
                  </a:lnTo>
                  <a:lnTo>
                    <a:pt x="2739697" y="74942"/>
                  </a:lnTo>
                  <a:lnTo>
                    <a:pt x="2749441" y="90264"/>
                  </a:lnTo>
                  <a:lnTo>
                    <a:pt x="2759185" y="103086"/>
                  </a:lnTo>
                  <a:lnTo>
                    <a:pt x="2768943" y="98241"/>
                  </a:lnTo>
                  <a:lnTo>
                    <a:pt x="2778687" y="137951"/>
                  </a:lnTo>
                  <a:lnTo>
                    <a:pt x="2788446" y="116161"/>
                  </a:lnTo>
                  <a:lnTo>
                    <a:pt x="2798190" y="132315"/>
                  </a:lnTo>
                  <a:lnTo>
                    <a:pt x="2807934" y="168677"/>
                  </a:lnTo>
                  <a:lnTo>
                    <a:pt x="2817693" y="173607"/>
                  </a:lnTo>
                  <a:lnTo>
                    <a:pt x="2827437" y="188682"/>
                  </a:lnTo>
                  <a:lnTo>
                    <a:pt x="2837196" y="186316"/>
                  </a:lnTo>
                  <a:lnTo>
                    <a:pt x="2846940" y="161167"/>
                  </a:lnTo>
                  <a:lnTo>
                    <a:pt x="2856684" y="155066"/>
                  </a:lnTo>
                  <a:lnTo>
                    <a:pt x="2866442" y="141396"/>
                  </a:lnTo>
                  <a:lnTo>
                    <a:pt x="2876186" y="132543"/>
                  </a:lnTo>
                  <a:lnTo>
                    <a:pt x="2885945" y="150496"/>
                  </a:lnTo>
                  <a:lnTo>
                    <a:pt x="2895689" y="180944"/>
                  </a:lnTo>
                  <a:lnTo>
                    <a:pt x="2905433" y="166687"/>
                  </a:lnTo>
                  <a:lnTo>
                    <a:pt x="2915192" y="15802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6" name="Freeform 1075">
              <a:extLst>
                <a:ext uri="{FF2B5EF4-FFF2-40B4-BE49-F238E27FC236}">
                  <a16:creationId xmlns:a16="http://schemas.microsoft.com/office/drawing/2014/main" id="{27317296-5001-3CA8-E057-853BAE3741EB}"/>
                </a:ext>
              </a:extLst>
            </p:cNvPr>
            <p:cNvSpPr/>
            <p:nvPr/>
          </p:nvSpPr>
          <p:spPr>
            <a:xfrm>
              <a:off x="4426652" y="2992905"/>
              <a:ext cx="2915191" cy="700545"/>
            </a:xfrm>
            <a:custGeom>
              <a:avLst/>
              <a:gdLst>
                <a:gd name="connsiteX0" fmla="*/ 0 w 2915191"/>
                <a:gd name="connsiteY0" fmla="*/ 329221 h 700545"/>
                <a:gd name="connsiteX1" fmla="*/ 9750 w 2915191"/>
                <a:gd name="connsiteY1" fmla="*/ 340874 h 700545"/>
                <a:gd name="connsiteX2" fmla="*/ 19500 w 2915191"/>
                <a:gd name="connsiteY2" fmla="*/ 326477 h 700545"/>
                <a:gd name="connsiteX3" fmla="*/ 29250 w 2915191"/>
                <a:gd name="connsiteY3" fmla="*/ 333408 h 700545"/>
                <a:gd name="connsiteX4" fmla="*/ 39000 w 2915191"/>
                <a:gd name="connsiteY4" fmla="*/ 332249 h 700545"/>
                <a:gd name="connsiteX5" fmla="*/ 48749 w 2915191"/>
                <a:gd name="connsiteY5" fmla="*/ 317408 h 700545"/>
                <a:gd name="connsiteX6" fmla="*/ 58499 w 2915191"/>
                <a:gd name="connsiteY6" fmla="*/ 329960 h 700545"/>
                <a:gd name="connsiteX7" fmla="*/ 68249 w 2915191"/>
                <a:gd name="connsiteY7" fmla="*/ 333548 h 700545"/>
                <a:gd name="connsiteX8" fmla="*/ 77998 w 2915191"/>
                <a:gd name="connsiteY8" fmla="*/ 369431 h 700545"/>
                <a:gd name="connsiteX9" fmla="*/ 87748 w 2915191"/>
                <a:gd name="connsiteY9" fmla="*/ 395782 h 700545"/>
                <a:gd name="connsiteX10" fmla="*/ 97497 w 2915191"/>
                <a:gd name="connsiteY10" fmla="*/ 388807 h 700545"/>
                <a:gd name="connsiteX11" fmla="*/ 107247 w 2915191"/>
                <a:gd name="connsiteY11" fmla="*/ 401975 h 700545"/>
                <a:gd name="connsiteX12" fmla="*/ 116997 w 2915191"/>
                <a:gd name="connsiteY12" fmla="*/ 404060 h 700545"/>
                <a:gd name="connsiteX13" fmla="*/ 126747 w 2915191"/>
                <a:gd name="connsiteY13" fmla="*/ 438619 h 700545"/>
                <a:gd name="connsiteX14" fmla="*/ 136497 w 2915191"/>
                <a:gd name="connsiteY14" fmla="*/ 448908 h 700545"/>
                <a:gd name="connsiteX15" fmla="*/ 146247 w 2915191"/>
                <a:gd name="connsiteY15" fmla="*/ 438514 h 700545"/>
                <a:gd name="connsiteX16" fmla="*/ 155997 w 2915191"/>
                <a:gd name="connsiteY16" fmla="*/ 398026 h 700545"/>
                <a:gd name="connsiteX17" fmla="*/ 165747 w 2915191"/>
                <a:gd name="connsiteY17" fmla="*/ 379726 h 700545"/>
                <a:gd name="connsiteX18" fmla="*/ 175497 w 2915191"/>
                <a:gd name="connsiteY18" fmla="*/ 421455 h 700545"/>
                <a:gd name="connsiteX19" fmla="*/ 185247 w 2915191"/>
                <a:gd name="connsiteY19" fmla="*/ 440746 h 700545"/>
                <a:gd name="connsiteX20" fmla="*/ 194996 w 2915191"/>
                <a:gd name="connsiteY20" fmla="*/ 441335 h 700545"/>
                <a:gd name="connsiteX21" fmla="*/ 204746 w 2915191"/>
                <a:gd name="connsiteY21" fmla="*/ 421982 h 700545"/>
                <a:gd name="connsiteX22" fmla="*/ 214495 w 2915191"/>
                <a:gd name="connsiteY22" fmla="*/ 424993 h 700545"/>
                <a:gd name="connsiteX23" fmla="*/ 224245 w 2915191"/>
                <a:gd name="connsiteY23" fmla="*/ 433326 h 700545"/>
                <a:gd name="connsiteX24" fmla="*/ 233995 w 2915191"/>
                <a:gd name="connsiteY24" fmla="*/ 443261 h 700545"/>
                <a:gd name="connsiteX25" fmla="*/ 243744 w 2915191"/>
                <a:gd name="connsiteY25" fmla="*/ 464146 h 700545"/>
                <a:gd name="connsiteX26" fmla="*/ 253494 w 2915191"/>
                <a:gd name="connsiteY26" fmla="*/ 456992 h 700545"/>
                <a:gd name="connsiteX27" fmla="*/ 263244 w 2915191"/>
                <a:gd name="connsiteY27" fmla="*/ 479871 h 700545"/>
                <a:gd name="connsiteX28" fmla="*/ 272994 w 2915191"/>
                <a:gd name="connsiteY28" fmla="*/ 465060 h 700545"/>
                <a:gd name="connsiteX29" fmla="*/ 282744 w 2915191"/>
                <a:gd name="connsiteY29" fmla="*/ 450612 h 700545"/>
                <a:gd name="connsiteX30" fmla="*/ 292494 w 2915191"/>
                <a:gd name="connsiteY30" fmla="*/ 490160 h 700545"/>
                <a:gd name="connsiteX31" fmla="*/ 302244 w 2915191"/>
                <a:gd name="connsiteY31" fmla="*/ 473344 h 700545"/>
                <a:gd name="connsiteX32" fmla="*/ 311994 w 2915191"/>
                <a:gd name="connsiteY32" fmla="*/ 489376 h 700545"/>
                <a:gd name="connsiteX33" fmla="*/ 321744 w 2915191"/>
                <a:gd name="connsiteY33" fmla="*/ 517909 h 700545"/>
                <a:gd name="connsiteX34" fmla="*/ 331493 w 2915191"/>
                <a:gd name="connsiteY34" fmla="*/ 517983 h 700545"/>
                <a:gd name="connsiteX35" fmla="*/ 341243 w 2915191"/>
                <a:gd name="connsiteY35" fmla="*/ 547932 h 700545"/>
                <a:gd name="connsiteX36" fmla="*/ 350993 w 2915191"/>
                <a:gd name="connsiteY36" fmla="*/ 558199 h 700545"/>
                <a:gd name="connsiteX37" fmla="*/ 360742 w 2915191"/>
                <a:gd name="connsiteY37" fmla="*/ 564990 h 700545"/>
                <a:gd name="connsiteX38" fmla="*/ 370492 w 2915191"/>
                <a:gd name="connsiteY38" fmla="*/ 560826 h 700545"/>
                <a:gd name="connsiteX39" fmla="*/ 380241 w 2915191"/>
                <a:gd name="connsiteY39" fmla="*/ 554519 h 700545"/>
                <a:gd name="connsiteX40" fmla="*/ 389991 w 2915191"/>
                <a:gd name="connsiteY40" fmla="*/ 561522 h 700545"/>
                <a:gd name="connsiteX41" fmla="*/ 399741 w 2915191"/>
                <a:gd name="connsiteY41" fmla="*/ 591475 h 700545"/>
                <a:gd name="connsiteX42" fmla="*/ 409491 w 2915191"/>
                <a:gd name="connsiteY42" fmla="*/ 591284 h 700545"/>
                <a:gd name="connsiteX43" fmla="*/ 419241 w 2915191"/>
                <a:gd name="connsiteY43" fmla="*/ 596415 h 700545"/>
                <a:gd name="connsiteX44" fmla="*/ 428991 w 2915191"/>
                <a:gd name="connsiteY44" fmla="*/ 591016 h 700545"/>
                <a:gd name="connsiteX45" fmla="*/ 438741 w 2915191"/>
                <a:gd name="connsiteY45" fmla="*/ 615608 h 700545"/>
                <a:gd name="connsiteX46" fmla="*/ 448491 w 2915191"/>
                <a:gd name="connsiteY46" fmla="*/ 607278 h 700545"/>
                <a:gd name="connsiteX47" fmla="*/ 458241 w 2915191"/>
                <a:gd name="connsiteY47" fmla="*/ 584807 h 700545"/>
                <a:gd name="connsiteX48" fmla="*/ 467991 w 2915191"/>
                <a:gd name="connsiteY48" fmla="*/ 609969 h 700545"/>
                <a:gd name="connsiteX49" fmla="*/ 477740 w 2915191"/>
                <a:gd name="connsiteY49" fmla="*/ 646750 h 700545"/>
                <a:gd name="connsiteX50" fmla="*/ 487490 w 2915191"/>
                <a:gd name="connsiteY50" fmla="*/ 666443 h 700545"/>
                <a:gd name="connsiteX51" fmla="*/ 497239 w 2915191"/>
                <a:gd name="connsiteY51" fmla="*/ 686417 h 700545"/>
                <a:gd name="connsiteX52" fmla="*/ 506989 w 2915191"/>
                <a:gd name="connsiteY52" fmla="*/ 666793 h 700545"/>
                <a:gd name="connsiteX53" fmla="*/ 516738 w 2915191"/>
                <a:gd name="connsiteY53" fmla="*/ 666196 h 700545"/>
                <a:gd name="connsiteX54" fmla="*/ 526488 w 2915191"/>
                <a:gd name="connsiteY54" fmla="*/ 646465 h 700545"/>
                <a:gd name="connsiteX55" fmla="*/ 536238 w 2915191"/>
                <a:gd name="connsiteY55" fmla="*/ 622642 h 700545"/>
                <a:gd name="connsiteX56" fmla="*/ 545988 w 2915191"/>
                <a:gd name="connsiteY56" fmla="*/ 611590 h 700545"/>
                <a:gd name="connsiteX57" fmla="*/ 555738 w 2915191"/>
                <a:gd name="connsiteY57" fmla="*/ 639201 h 700545"/>
                <a:gd name="connsiteX58" fmla="*/ 565488 w 2915191"/>
                <a:gd name="connsiteY58" fmla="*/ 607633 h 700545"/>
                <a:gd name="connsiteX59" fmla="*/ 575238 w 2915191"/>
                <a:gd name="connsiteY59" fmla="*/ 651288 h 700545"/>
                <a:gd name="connsiteX60" fmla="*/ 584988 w 2915191"/>
                <a:gd name="connsiteY60" fmla="*/ 631739 h 700545"/>
                <a:gd name="connsiteX61" fmla="*/ 594738 w 2915191"/>
                <a:gd name="connsiteY61" fmla="*/ 600031 h 700545"/>
                <a:gd name="connsiteX62" fmla="*/ 604488 w 2915191"/>
                <a:gd name="connsiteY62" fmla="*/ 592613 h 700545"/>
                <a:gd name="connsiteX63" fmla="*/ 614237 w 2915191"/>
                <a:gd name="connsiteY63" fmla="*/ 608157 h 700545"/>
                <a:gd name="connsiteX64" fmla="*/ 623987 w 2915191"/>
                <a:gd name="connsiteY64" fmla="*/ 640541 h 700545"/>
                <a:gd name="connsiteX65" fmla="*/ 633736 w 2915191"/>
                <a:gd name="connsiteY65" fmla="*/ 599025 h 700545"/>
                <a:gd name="connsiteX66" fmla="*/ 643486 w 2915191"/>
                <a:gd name="connsiteY66" fmla="*/ 605746 h 700545"/>
                <a:gd name="connsiteX67" fmla="*/ 653236 w 2915191"/>
                <a:gd name="connsiteY67" fmla="*/ 634595 h 700545"/>
                <a:gd name="connsiteX68" fmla="*/ 662985 w 2915191"/>
                <a:gd name="connsiteY68" fmla="*/ 661294 h 700545"/>
                <a:gd name="connsiteX69" fmla="*/ 672735 w 2915191"/>
                <a:gd name="connsiteY69" fmla="*/ 638569 h 700545"/>
                <a:gd name="connsiteX70" fmla="*/ 682485 w 2915191"/>
                <a:gd name="connsiteY70" fmla="*/ 641884 h 700545"/>
                <a:gd name="connsiteX71" fmla="*/ 692235 w 2915191"/>
                <a:gd name="connsiteY71" fmla="*/ 652766 h 700545"/>
                <a:gd name="connsiteX72" fmla="*/ 701985 w 2915191"/>
                <a:gd name="connsiteY72" fmla="*/ 642110 h 700545"/>
                <a:gd name="connsiteX73" fmla="*/ 711735 w 2915191"/>
                <a:gd name="connsiteY73" fmla="*/ 634604 h 700545"/>
                <a:gd name="connsiteX74" fmla="*/ 721485 w 2915191"/>
                <a:gd name="connsiteY74" fmla="*/ 642008 h 700545"/>
                <a:gd name="connsiteX75" fmla="*/ 731235 w 2915191"/>
                <a:gd name="connsiteY75" fmla="*/ 655922 h 700545"/>
                <a:gd name="connsiteX76" fmla="*/ 740985 w 2915191"/>
                <a:gd name="connsiteY76" fmla="*/ 700546 h 700545"/>
                <a:gd name="connsiteX77" fmla="*/ 750734 w 2915191"/>
                <a:gd name="connsiteY77" fmla="*/ 667701 h 700545"/>
                <a:gd name="connsiteX78" fmla="*/ 760484 w 2915191"/>
                <a:gd name="connsiteY78" fmla="*/ 659845 h 700545"/>
                <a:gd name="connsiteX79" fmla="*/ 770233 w 2915191"/>
                <a:gd name="connsiteY79" fmla="*/ 626496 h 700545"/>
                <a:gd name="connsiteX80" fmla="*/ 779983 w 2915191"/>
                <a:gd name="connsiteY80" fmla="*/ 579092 h 700545"/>
                <a:gd name="connsiteX81" fmla="*/ 789733 w 2915191"/>
                <a:gd name="connsiteY81" fmla="*/ 612950 h 700545"/>
                <a:gd name="connsiteX82" fmla="*/ 799482 w 2915191"/>
                <a:gd name="connsiteY82" fmla="*/ 598952 h 700545"/>
                <a:gd name="connsiteX83" fmla="*/ 809232 w 2915191"/>
                <a:gd name="connsiteY83" fmla="*/ 609791 h 700545"/>
                <a:gd name="connsiteX84" fmla="*/ 818982 w 2915191"/>
                <a:gd name="connsiteY84" fmla="*/ 606359 h 700545"/>
                <a:gd name="connsiteX85" fmla="*/ 828732 w 2915191"/>
                <a:gd name="connsiteY85" fmla="*/ 590071 h 700545"/>
                <a:gd name="connsiteX86" fmla="*/ 838482 w 2915191"/>
                <a:gd name="connsiteY86" fmla="*/ 609385 h 700545"/>
                <a:gd name="connsiteX87" fmla="*/ 848232 w 2915191"/>
                <a:gd name="connsiteY87" fmla="*/ 592811 h 700545"/>
                <a:gd name="connsiteX88" fmla="*/ 857982 w 2915191"/>
                <a:gd name="connsiteY88" fmla="*/ 598818 h 700545"/>
                <a:gd name="connsiteX89" fmla="*/ 867732 w 2915191"/>
                <a:gd name="connsiteY89" fmla="*/ 603650 h 700545"/>
                <a:gd name="connsiteX90" fmla="*/ 877482 w 2915191"/>
                <a:gd name="connsiteY90" fmla="*/ 598142 h 700545"/>
                <a:gd name="connsiteX91" fmla="*/ 887231 w 2915191"/>
                <a:gd name="connsiteY91" fmla="*/ 600357 h 700545"/>
                <a:gd name="connsiteX92" fmla="*/ 896981 w 2915191"/>
                <a:gd name="connsiteY92" fmla="*/ 585643 h 700545"/>
                <a:gd name="connsiteX93" fmla="*/ 906730 w 2915191"/>
                <a:gd name="connsiteY93" fmla="*/ 613668 h 700545"/>
                <a:gd name="connsiteX94" fmla="*/ 916480 w 2915191"/>
                <a:gd name="connsiteY94" fmla="*/ 612902 h 700545"/>
                <a:gd name="connsiteX95" fmla="*/ 926230 w 2915191"/>
                <a:gd name="connsiteY95" fmla="*/ 611600 h 700545"/>
                <a:gd name="connsiteX96" fmla="*/ 935979 w 2915191"/>
                <a:gd name="connsiteY96" fmla="*/ 593577 h 700545"/>
                <a:gd name="connsiteX97" fmla="*/ 945729 w 2915191"/>
                <a:gd name="connsiteY97" fmla="*/ 567112 h 700545"/>
                <a:gd name="connsiteX98" fmla="*/ 955479 w 2915191"/>
                <a:gd name="connsiteY98" fmla="*/ 543846 h 700545"/>
                <a:gd name="connsiteX99" fmla="*/ 965229 w 2915191"/>
                <a:gd name="connsiteY99" fmla="*/ 529440 h 700545"/>
                <a:gd name="connsiteX100" fmla="*/ 974979 w 2915191"/>
                <a:gd name="connsiteY100" fmla="*/ 555273 h 700545"/>
                <a:gd name="connsiteX101" fmla="*/ 984729 w 2915191"/>
                <a:gd name="connsiteY101" fmla="*/ 550187 h 700545"/>
                <a:gd name="connsiteX102" fmla="*/ 994474 w 2915191"/>
                <a:gd name="connsiteY102" fmla="*/ 532871 h 700545"/>
                <a:gd name="connsiteX103" fmla="*/ 1004233 w 2915191"/>
                <a:gd name="connsiteY103" fmla="*/ 514906 h 700545"/>
                <a:gd name="connsiteX104" fmla="*/ 1013977 w 2915191"/>
                <a:gd name="connsiteY104" fmla="*/ 463618 h 700545"/>
                <a:gd name="connsiteX105" fmla="*/ 1023721 w 2915191"/>
                <a:gd name="connsiteY105" fmla="*/ 495971 h 700545"/>
                <a:gd name="connsiteX106" fmla="*/ 1033480 w 2915191"/>
                <a:gd name="connsiteY106" fmla="*/ 497242 h 700545"/>
                <a:gd name="connsiteX107" fmla="*/ 1043224 w 2915191"/>
                <a:gd name="connsiteY107" fmla="*/ 541316 h 700545"/>
                <a:gd name="connsiteX108" fmla="*/ 1052983 w 2915191"/>
                <a:gd name="connsiteY108" fmla="*/ 537879 h 700545"/>
                <a:gd name="connsiteX109" fmla="*/ 1062727 w 2915191"/>
                <a:gd name="connsiteY109" fmla="*/ 547541 h 700545"/>
                <a:gd name="connsiteX110" fmla="*/ 1072471 w 2915191"/>
                <a:gd name="connsiteY110" fmla="*/ 543636 h 700545"/>
                <a:gd name="connsiteX111" fmla="*/ 1082230 w 2915191"/>
                <a:gd name="connsiteY111" fmla="*/ 540191 h 700545"/>
                <a:gd name="connsiteX112" fmla="*/ 1091973 w 2915191"/>
                <a:gd name="connsiteY112" fmla="*/ 513593 h 700545"/>
                <a:gd name="connsiteX113" fmla="*/ 1101732 w 2915191"/>
                <a:gd name="connsiteY113" fmla="*/ 521952 h 700545"/>
                <a:gd name="connsiteX114" fmla="*/ 1111476 w 2915191"/>
                <a:gd name="connsiteY114" fmla="*/ 536760 h 700545"/>
                <a:gd name="connsiteX115" fmla="*/ 1121220 w 2915191"/>
                <a:gd name="connsiteY115" fmla="*/ 562177 h 700545"/>
                <a:gd name="connsiteX116" fmla="*/ 1130979 w 2915191"/>
                <a:gd name="connsiteY116" fmla="*/ 543479 h 700545"/>
                <a:gd name="connsiteX117" fmla="*/ 1140723 w 2915191"/>
                <a:gd name="connsiteY117" fmla="*/ 542511 h 700545"/>
                <a:gd name="connsiteX118" fmla="*/ 1150482 w 2915191"/>
                <a:gd name="connsiteY118" fmla="*/ 547953 h 700545"/>
                <a:gd name="connsiteX119" fmla="*/ 1160226 w 2915191"/>
                <a:gd name="connsiteY119" fmla="*/ 559595 h 700545"/>
                <a:gd name="connsiteX120" fmla="*/ 1169969 w 2915191"/>
                <a:gd name="connsiteY120" fmla="*/ 546155 h 700545"/>
                <a:gd name="connsiteX121" fmla="*/ 1179728 w 2915191"/>
                <a:gd name="connsiteY121" fmla="*/ 606208 h 700545"/>
                <a:gd name="connsiteX122" fmla="*/ 1189472 w 2915191"/>
                <a:gd name="connsiteY122" fmla="*/ 622271 h 700545"/>
                <a:gd name="connsiteX123" fmla="*/ 1199231 w 2915191"/>
                <a:gd name="connsiteY123" fmla="*/ 619988 h 700545"/>
                <a:gd name="connsiteX124" fmla="*/ 1208975 w 2915191"/>
                <a:gd name="connsiteY124" fmla="*/ 645185 h 700545"/>
                <a:gd name="connsiteX125" fmla="*/ 1218719 w 2915191"/>
                <a:gd name="connsiteY125" fmla="*/ 634624 h 700545"/>
                <a:gd name="connsiteX126" fmla="*/ 1228478 w 2915191"/>
                <a:gd name="connsiteY126" fmla="*/ 630143 h 700545"/>
                <a:gd name="connsiteX127" fmla="*/ 1238222 w 2915191"/>
                <a:gd name="connsiteY127" fmla="*/ 634546 h 700545"/>
                <a:gd name="connsiteX128" fmla="*/ 1247966 w 2915191"/>
                <a:gd name="connsiteY128" fmla="*/ 640086 h 700545"/>
                <a:gd name="connsiteX129" fmla="*/ 1257725 w 2915191"/>
                <a:gd name="connsiteY129" fmla="*/ 635979 h 700545"/>
                <a:gd name="connsiteX130" fmla="*/ 1267469 w 2915191"/>
                <a:gd name="connsiteY130" fmla="*/ 595420 h 700545"/>
                <a:gd name="connsiteX131" fmla="*/ 1277227 w 2915191"/>
                <a:gd name="connsiteY131" fmla="*/ 595791 h 700545"/>
                <a:gd name="connsiteX132" fmla="*/ 1286971 w 2915191"/>
                <a:gd name="connsiteY132" fmla="*/ 591068 h 700545"/>
                <a:gd name="connsiteX133" fmla="*/ 1296715 w 2915191"/>
                <a:gd name="connsiteY133" fmla="*/ 614367 h 700545"/>
                <a:gd name="connsiteX134" fmla="*/ 1306474 w 2915191"/>
                <a:gd name="connsiteY134" fmla="*/ 579457 h 700545"/>
                <a:gd name="connsiteX135" fmla="*/ 1316218 w 2915191"/>
                <a:gd name="connsiteY135" fmla="*/ 593334 h 700545"/>
                <a:gd name="connsiteX136" fmla="*/ 1325977 w 2915191"/>
                <a:gd name="connsiteY136" fmla="*/ 627278 h 700545"/>
                <a:gd name="connsiteX137" fmla="*/ 1335721 w 2915191"/>
                <a:gd name="connsiteY137" fmla="*/ 595143 h 700545"/>
                <a:gd name="connsiteX138" fmla="*/ 1345465 w 2915191"/>
                <a:gd name="connsiteY138" fmla="*/ 597917 h 700545"/>
                <a:gd name="connsiteX139" fmla="*/ 1355224 w 2915191"/>
                <a:gd name="connsiteY139" fmla="*/ 575265 h 700545"/>
                <a:gd name="connsiteX140" fmla="*/ 1364967 w 2915191"/>
                <a:gd name="connsiteY140" fmla="*/ 545520 h 700545"/>
                <a:gd name="connsiteX141" fmla="*/ 1374726 w 2915191"/>
                <a:gd name="connsiteY141" fmla="*/ 565364 h 700545"/>
                <a:gd name="connsiteX142" fmla="*/ 1384470 w 2915191"/>
                <a:gd name="connsiteY142" fmla="*/ 547944 h 700545"/>
                <a:gd name="connsiteX143" fmla="*/ 1394214 w 2915191"/>
                <a:gd name="connsiteY143" fmla="*/ 547921 h 700545"/>
                <a:gd name="connsiteX144" fmla="*/ 1403973 w 2915191"/>
                <a:gd name="connsiteY144" fmla="*/ 534371 h 700545"/>
                <a:gd name="connsiteX145" fmla="*/ 1413717 w 2915191"/>
                <a:gd name="connsiteY145" fmla="*/ 512296 h 700545"/>
                <a:gd name="connsiteX146" fmla="*/ 1423476 w 2915191"/>
                <a:gd name="connsiteY146" fmla="*/ 533317 h 700545"/>
                <a:gd name="connsiteX147" fmla="*/ 1433220 w 2915191"/>
                <a:gd name="connsiteY147" fmla="*/ 516776 h 700545"/>
                <a:gd name="connsiteX148" fmla="*/ 1442964 w 2915191"/>
                <a:gd name="connsiteY148" fmla="*/ 519817 h 700545"/>
                <a:gd name="connsiteX149" fmla="*/ 1452722 w 2915191"/>
                <a:gd name="connsiteY149" fmla="*/ 503250 h 700545"/>
                <a:gd name="connsiteX150" fmla="*/ 1462466 w 2915191"/>
                <a:gd name="connsiteY150" fmla="*/ 469665 h 700545"/>
                <a:gd name="connsiteX151" fmla="*/ 1472225 w 2915191"/>
                <a:gd name="connsiteY151" fmla="*/ 476002 h 700545"/>
                <a:gd name="connsiteX152" fmla="*/ 1481969 w 2915191"/>
                <a:gd name="connsiteY152" fmla="*/ 478919 h 700545"/>
                <a:gd name="connsiteX153" fmla="*/ 1491713 w 2915191"/>
                <a:gd name="connsiteY153" fmla="*/ 491529 h 700545"/>
                <a:gd name="connsiteX154" fmla="*/ 1501472 w 2915191"/>
                <a:gd name="connsiteY154" fmla="*/ 447789 h 700545"/>
                <a:gd name="connsiteX155" fmla="*/ 1511216 w 2915191"/>
                <a:gd name="connsiteY155" fmla="*/ 440432 h 700545"/>
                <a:gd name="connsiteX156" fmla="*/ 1520960 w 2915191"/>
                <a:gd name="connsiteY156" fmla="*/ 416598 h 700545"/>
                <a:gd name="connsiteX157" fmla="*/ 1530719 w 2915191"/>
                <a:gd name="connsiteY157" fmla="*/ 401991 h 700545"/>
                <a:gd name="connsiteX158" fmla="*/ 1540463 w 2915191"/>
                <a:gd name="connsiteY158" fmla="*/ 399028 h 700545"/>
                <a:gd name="connsiteX159" fmla="*/ 1550221 w 2915191"/>
                <a:gd name="connsiteY159" fmla="*/ 403908 h 700545"/>
                <a:gd name="connsiteX160" fmla="*/ 1559965 w 2915191"/>
                <a:gd name="connsiteY160" fmla="*/ 364305 h 700545"/>
                <a:gd name="connsiteX161" fmla="*/ 1569709 w 2915191"/>
                <a:gd name="connsiteY161" fmla="*/ 374028 h 700545"/>
                <a:gd name="connsiteX162" fmla="*/ 1579468 w 2915191"/>
                <a:gd name="connsiteY162" fmla="*/ 388019 h 700545"/>
                <a:gd name="connsiteX163" fmla="*/ 1589212 w 2915191"/>
                <a:gd name="connsiteY163" fmla="*/ 370100 h 700545"/>
                <a:gd name="connsiteX164" fmla="*/ 1598971 w 2915191"/>
                <a:gd name="connsiteY164" fmla="*/ 372330 h 700545"/>
                <a:gd name="connsiteX165" fmla="*/ 1608715 w 2915191"/>
                <a:gd name="connsiteY165" fmla="*/ 365433 h 700545"/>
                <a:gd name="connsiteX166" fmla="*/ 1618459 w 2915191"/>
                <a:gd name="connsiteY166" fmla="*/ 370000 h 700545"/>
                <a:gd name="connsiteX167" fmla="*/ 1628218 w 2915191"/>
                <a:gd name="connsiteY167" fmla="*/ 363057 h 700545"/>
                <a:gd name="connsiteX168" fmla="*/ 1637962 w 2915191"/>
                <a:gd name="connsiteY168" fmla="*/ 396887 h 700545"/>
                <a:gd name="connsiteX169" fmla="*/ 1647720 w 2915191"/>
                <a:gd name="connsiteY169" fmla="*/ 404011 h 700545"/>
                <a:gd name="connsiteX170" fmla="*/ 1657464 w 2915191"/>
                <a:gd name="connsiteY170" fmla="*/ 394629 h 700545"/>
                <a:gd name="connsiteX171" fmla="*/ 1667208 w 2915191"/>
                <a:gd name="connsiteY171" fmla="*/ 385629 h 700545"/>
                <a:gd name="connsiteX172" fmla="*/ 1676967 w 2915191"/>
                <a:gd name="connsiteY172" fmla="*/ 408225 h 700545"/>
                <a:gd name="connsiteX173" fmla="*/ 1686711 w 2915191"/>
                <a:gd name="connsiteY173" fmla="*/ 452576 h 700545"/>
                <a:gd name="connsiteX174" fmla="*/ 1696470 w 2915191"/>
                <a:gd name="connsiteY174" fmla="*/ 455606 h 700545"/>
                <a:gd name="connsiteX175" fmla="*/ 1706214 w 2915191"/>
                <a:gd name="connsiteY175" fmla="*/ 471672 h 700545"/>
                <a:gd name="connsiteX176" fmla="*/ 1715958 w 2915191"/>
                <a:gd name="connsiteY176" fmla="*/ 471830 h 700545"/>
                <a:gd name="connsiteX177" fmla="*/ 1725716 w 2915191"/>
                <a:gd name="connsiteY177" fmla="*/ 477843 h 700545"/>
                <a:gd name="connsiteX178" fmla="*/ 1735460 w 2915191"/>
                <a:gd name="connsiteY178" fmla="*/ 463668 h 700545"/>
                <a:gd name="connsiteX179" fmla="*/ 1745219 w 2915191"/>
                <a:gd name="connsiteY179" fmla="*/ 443202 h 700545"/>
                <a:gd name="connsiteX180" fmla="*/ 1754963 w 2915191"/>
                <a:gd name="connsiteY180" fmla="*/ 465356 h 700545"/>
                <a:gd name="connsiteX181" fmla="*/ 1764707 w 2915191"/>
                <a:gd name="connsiteY181" fmla="*/ 478508 h 700545"/>
                <a:gd name="connsiteX182" fmla="*/ 1774466 w 2915191"/>
                <a:gd name="connsiteY182" fmla="*/ 470644 h 700545"/>
                <a:gd name="connsiteX183" fmla="*/ 1784210 w 2915191"/>
                <a:gd name="connsiteY183" fmla="*/ 487493 h 700545"/>
                <a:gd name="connsiteX184" fmla="*/ 1793969 w 2915191"/>
                <a:gd name="connsiteY184" fmla="*/ 470108 h 700545"/>
                <a:gd name="connsiteX185" fmla="*/ 1803713 w 2915191"/>
                <a:gd name="connsiteY185" fmla="*/ 453544 h 700545"/>
                <a:gd name="connsiteX186" fmla="*/ 1813457 w 2915191"/>
                <a:gd name="connsiteY186" fmla="*/ 429880 h 700545"/>
                <a:gd name="connsiteX187" fmla="*/ 1823215 w 2915191"/>
                <a:gd name="connsiteY187" fmla="*/ 423575 h 700545"/>
                <a:gd name="connsiteX188" fmla="*/ 1832959 w 2915191"/>
                <a:gd name="connsiteY188" fmla="*/ 394379 h 700545"/>
                <a:gd name="connsiteX189" fmla="*/ 1842703 w 2915191"/>
                <a:gd name="connsiteY189" fmla="*/ 377613 h 700545"/>
                <a:gd name="connsiteX190" fmla="*/ 1852462 w 2915191"/>
                <a:gd name="connsiteY190" fmla="*/ 375809 h 700545"/>
                <a:gd name="connsiteX191" fmla="*/ 1862206 w 2915191"/>
                <a:gd name="connsiteY191" fmla="*/ 374543 h 700545"/>
                <a:gd name="connsiteX192" fmla="*/ 1871965 w 2915191"/>
                <a:gd name="connsiteY192" fmla="*/ 371619 h 700545"/>
                <a:gd name="connsiteX193" fmla="*/ 1881709 w 2915191"/>
                <a:gd name="connsiteY193" fmla="*/ 388603 h 700545"/>
                <a:gd name="connsiteX194" fmla="*/ 1891453 w 2915191"/>
                <a:gd name="connsiteY194" fmla="*/ 416914 h 700545"/>
                <a:gd name="connsiteX195" fmla="*/ 1901212 w 2915191"/>
                <a:gd name="connsiteY195" fmla="*/ 431331 h 700545"/>
                <a:gd name="connsiteX196" fmla="*/ 1910956 w 2915191"/>
                <a:gd name="connsiteY196" fmla="*/ 438465 h 700545"/>
                <a:gd name="connsiteX197" fmla="*/ 1920714 w 2915191"/>
                <a:gd name="connsiteY197" fmla="*/ 432951 h 700545"/>
                <a:gd name="connsiteX198" fmla="*/ 1930458 w 2915191"/>
                <a:gd name="connsiteY198" fmla="*/ 436419 h 700545"/>
                <a:gd name="connsiteX199" fmla="*/ 1940202 w 2915191"/>
                <a:gd name="connsiteY199" fmla="*/ 455927 h 700545"/>
                <a:gd name="connsiteX200" fmla="*/ 1949961 w 2915191"/>
                <a:gd name="connsiteY200" fmla="*/ 442673 h 700545"/>
                <a:gd name="connsiteX201" fmla="*/ 1959705 w 2915191"/>
                <a:gd name="connsiteY201" fmla="*/ 423340 h 700545"/>
                <a:gd name="connsiteX202" fmla="*/ 1969464 w 2915191"/>
                <a:gd name="connsiteY202" fmla="*/ 431077 h 700545"/>
                <a:gd name="connsiteX203" fmla="*/ 1979208 w 2915191"/>
                <a:gd name="connsiteY203" fmla="*/ 408573 h 700545"/>
                <a:gd name="connsiteX204" fmla="*/ 1988952 w 2915191"/>
                <a:gd name="connsiteY204" fmla="*/ 388208 h 700545"/>
                <a:gd name="connsiteX205" fmla="*/ 1998711 w 2915191"/>
                <a:gd name="connsiteY205" fmla="*/ 394446 h 700545"/>
                <a:gd name="connsiteX206" fmla="*/ 2008454 w 2915191"/>
                <a:gd name="connsiteY206" fmla="*/ 400556 h 700545"/>
                <a:gd name="connsiteX207" fmla="*/ 2018213 w 2915191"/>
                <a:gd name="connsiteY207" fmla="*/ 410626 h 700545"/>
                <a:gd name="connsiteX208" fmla="*/ 2027957 w 2915191"/>
                <a:gd name="connsiteY208" fmla="*/ 401177 h 700545"/>
                <a:gd name="connsiteX209" fmla="*/ 2037701 w 2915191"/>
                <a:gd name="connsiteY209" fmla="*/ 381454 h 700545"/>
                <a:gd name="connsiteX210" fmla="*/ 2047460 w 2915191"/>
                <a:gd name="connsiteY210" fmla="*/ 368994 h 700545"/>
                <a:gd name="connsiteX211" fmla="*/ 2057204 w 2915191"/>
                <a:gd name="connsiteY211" fmla="*/ 325644 h 700545"/>
                <a:gd name="connsiteX212" fmla="*/ 2066963 w 2915191"/>
                <a:gd name="connsiteY212" fmla="*/ 337617 h 700545"/>
                <a:gd name="connsiteX213" fmla="*/ 2076707 w 2915191"/>
                <a:gd name="connsiteY213" fmla="*/ 301880 h 700545"/>
                <a:gd name="connsiteX214" fmla="*/ 2086451 w 2915191"/>
                <a:gd name="connsiteY214" fmla="*/ 263340 h 700545"/>
                <a:gd name="connsiteX215" fmla="*/ 2096210 w 2915191"/>
                <a:gd name="connsiteY215" fmla="*/ 309972 h 700545"/>
                <a:gd name="connsiteX216" fmla="*/ 2105954 w 2915191"/>
                <a:gd name="connsiteY216" fmla="*/ 294055 h 700545"/>
                <a:gd name="connsiteX217" fmla="*/ 2115697 w 2915191"/>
                <a:gd name="connsiteY217" fmla="*/ 315046 h 700545"/>
                <a:gd name="connsiteX218" fmla="*/ 2125456 w 2915191"/>
                <a:gd name="connsiteY218" fmla="*/ 312792 h 700545"/>
                <a:gd name="connsiteX219" fmla="*/ 2135200 w 2915191"/>
                <a:gd name="connsiteY219" fmla="*/ 329665 h 700545"/>
                <a:gd name="connsiteX220" fmla="*/ 2144959 w 2915191"/>
                <a:gd name="connsiteY220" fmla="*/ 325298 h 700545"/>
                <a:gd name="connsiteX221" fmla="*/ 2154703 w 2915191"/>
                <a:gd name="connsiteY221" fmla="*/ 296972 h 700545"/>
                <a:gd name="connsiteX222" fmla="*/ 2164447 w 2915191"/>
                <a:gd name="connsiteY222" fmla="*/ 259430 h 700545"/>
                <a:gd name="connsiteX223" fmla="*/ 2174206 w 2915191"/>
                <a:gd name="connsiteY223" fmla="*/ 267776 h 700545"/>
                <a:gd name="connsiteX224" fmla="*/ 2183950 w 2915191"/>
                <a:gd name="connsiteY224" fmla="*/ 277155 h 700545"/>
                <a:gd name="connsiteX225" fmla="*/ 2193709 w 2915191"/>
                <a:gd name="connsiteY225" fmla="*/ 290092 h 700545"/>
                <a:gd name="connsiteX226" fmla="*/ 2203452 w 2915191"/>
                <a:gd name="connsiteY226" fmla="*/ 292837 h 700545"/>
                <a:gd name="connsiteX227" fmla="*/ 2213196 w 2915191"/>
                <a:gd name="connsiteY227" fmla="*/ 306082 h 700545"/>
                <a:gd name="connsiteX228" fmla="*/ 2222955 w 2915191"/>
                <a:gd name="connsiteY228" fmla="*/ 281725 h 700545"/>
                <a:gd name="connsiteX229" fmla="*/ 2232699 w 2915191"/>
                <a:gd name="connsiteY229" fmla="*/ 282306 h 700545"/>
                <a:gd name="connsiteX230" fmla="*/ 2242458 w 2915191"/>
                <a:gd name="connsiteY230" fmla="*/ 250921 h 700545"/>
                <a:gd name="connsiteX231" fmla="*/ 2252202 w 2915191"/>
                <a:gd name="connsiteY231" fmla="*/ 249592 h 700545"/>
                <a:gd name="connsiteX232" fmla="*/ 2261946 w 2915191"/>
                <a:gd name="connsiteY232" fmla="*/ 215302 h 700545"/>
                <a:gd name="connsiteX233" fmla="*/ 2271705 w 2915191"/>
                <a:gd name="connsiteY233" fmla="*/ 229014 h 700545"/>
                <a:gd name="connsiteX234" fmla="*/ 2281449 w 2915191"/>
                <a:gd name="connsiteY234" fmla="*/ 202970 h 700545"/>
                <a:gd name="connsiteX235" fmla="*/ 2291208 w 2915191"/>
                <a:gd name="connsiteY235" fmla="*/ 219298 h 700545"/>
                <a:gd name="connsiteX236" fmla="*/ 2300951 w 2915191"/>
                <a:gd name="connsiteY236" fmla="*/ 219799 h 700545"/>
                <a:gd name="connsiteX237" fmla="*/ 2310695 w 2915191"/>
                <a:gd name="connsiteY237" fmla="*/ 206828 h 700545"/>
                <a:gd name="connsiteX238" fmla="*/ 2320454 w 2915191"/>
                <a:gd name="connsiteY238" fmla="*/ 194184 h 700545"/>
                <a:gd name="connsiteX239" fmla="*/ 2330198 w 2915191"/>
                <a:gd name="connsiteY239" fmla="*/ 210164 h 700545"/>
                <a:gd name="connsiteX240" fmla="*/ 2339957 w 2915191"/>
                <a:gd name="connsiteY240" fmla="*/ 226122 h 700545"/>
                <a:gd name="connsiteX241" fmla="*/ 2349701 w 2915191"/>
                <a:gd name="connsiteY241" fmla="*/ 252553 h 700545"/>
                <a:gd name="connsiteX242" fmla="*/ 2359445 w 2915191"/>
                <a:gd name="connsiteY242" fmla="*/ 232089 h 700545"/>
                <a:gd name="connsiteX243" fmla="*/ 2369204 w 2915191"/>
                <a:gd name="connsiteY243" fmla="*/ 262042 h 700545"/>
                <a:gd name="connsiteX244" fmla="*/ 2378948 w 2915191"/>
                <a:gd name="connsiteY244" fmla="*/ 271297 h 700545"/>
                <a:gd name="connsiteX245" fmla="*/ 2388692 w 2915191"/>
                <a:gd name="connsiteY245" fmla="*/ 268505 h 700545"/>
                <a:gd name="connsiteX246" fmla="*/ 2398450 w 2915191"/>
                <a:gd name="connsiteY246" fmla="*/ 278584 h 700545"/>
                <a:gd name="connsiteX247" fmla="*/ 2408194 w 2915191"/>
                <a:gd name="connsiteY247" fmla="*/ 238542 h 700545"/>
                <a:gd name="connsiteX248" fmla="*/ 2417953 w 2915191"/>
                <a:gd name="connsiteY248" fmla="*/ 199332 h 700545"/>
                <a:gd name="connsiteX249" fmla="*/ 2427697 w 2915191"/>
                <a:gd name="connsiteY249" fmla="*/ 185445 h 700545"/>
                <a:gd name="connsiteX250" fmla="*/ 2437441 w 2915191"/>
                <a:gd name="connsiteY250" fmla="*/ 173493 h 700545"/>
                <a:gd name="connsiteX251" fmla="*/ 2447200 w 2915191"/>
                <a:gd name="connsiteY251" fmla="*/ 166217 h 700545"/>
                <a:gd name="connsiteX252" fmla="*/ 2456944 w 2915191"/>
                <a:gd name="connsiteY252" fmla="*/ 137200 h 700545"/>
                <a:gd name="connsiteX253" fmla="*/ 2466703 w 2915191"/>
                <a:gd name="connsiteY253" fmla="*/ 82972 h 700545"/>
                <a:gd name="connsiteX254" fmla="*/ 2476446 w 2915191"/>
                <a:gd name="connsiteY254" fmla="*/ 112945 h 700545"/>
                <a:gd name="connsiteX255" fmla="*/ 2486190 w 2915191"/>
                <a:gd name="connsiteY255" fmla="*/ 97982 h 700545"/>
                <a:gd name="connsiteX256" fmla="*/ 2495949 w 2915191"/>
                <a:gd name="connsiteY256" fmla="*/ 93726 h 700545"/>
                <a:gd name="connsiteX257" fmla="*/ 2505693 w 2915191"/>
                <a:gd name="connsiteY257" fmla="*/ 114363 h 700545"/>
                <a:gd name="connsiteX258" fmla="*/ 2515452 w 2915191"/>
                <a:gd name="connsiteY258" fmla="*/ 105252 h 700545"/>
                <a:gd name="connsiteX259" fmla="*/ 2525196 w 2915191"/>
                <a:gd name="connsiteY259" fmla="*/ 85769 h 700545"/>
                <a:gd name="connsiteX260" fmla="*/ 2534940 w 2915191"/>
                <a:gd name="connsiteY260" fmla="*/ 74285 h 700545"/>
                <a:gd name="connsiteX261" fmla="*/ 2544699 w 2915191"/>
                <a:gd name="connsiteY261" fmla="*/ 87317 h 700545"/>
                <a:gd name="connsiteX262" fmla="*/ 2554443 w 2915191"/>
                <a:gd name="connsiteY262" fmla="*/ 80191 h 700545"/>
                <a:gd name="connsiteX263" fmla="*/ 2564202 w 2915191"/>
                <a:gd name="connsiteY263" fmla="*/ 79748 h 700545"/>
                <a:gd name="connsiteX264" fmla="*/ 2573946 w 2915191"/>
                <a:gd name="connsiteY264" fmla="*/ 46902 h 700545"/>
                <a:gd name="connsiteX265" fmla="*/ 2583690 w 2915191"/>
                <a:gd name="connsiteY265" fmla="*/ 77260 h 700545"/>
                <a:gd name="connsiteX266" fmla="*/ 2593448 w 2915191"/>
                <a:gd name="connsiteY266" fmla="*/ 96420 h 700545"/>
                <a:gd name="connsiteX267" fmla="*/ 2603192 w 2915191"/>
                <a:gd name="connsiteY267" fmla="*/ 105181 h 700545"/>
                <a:gd name="connsiteX268" fmla="*/ 2612951 w 2915191"/>
                <a:gd name="connsiteY268" fmla="*/ 116394 h 700545"/>
                <a:gd name="connsiteX269" fmla="*/ 2622695 w 2915191"/>
                <a:gd name="connsiteY269" fmla="*/ 167347 h 700545"/>
                <a:gd name="connsiteX270" fmla="*/ 2632439 w 2915191"/>
                <a:gd name="connsiteY270" fmla="*/ 192130 h 700545"/>
                <a:gd name="connsiteX271" fmla="*/ 2642198 w 2915191"/>
                <a:gd name="connsiteY271" fmla="*/ 172381 h 700545"/>
                <a:gd name="connsiteX272" fmla="*/ 2651942 w 2915191"/>
                <a:gd name="connsiteY272" fmla="*/ 167466 h 700545"/>
                <a:gd name="connsiteX273" fmla="*/ 2661685 w 2915191"/>
                <a:gd name="connsiteY273" fmla="*/ 165917 h 700545"/>
                <a:gd name="connsiteX274" fmla="*/ 2671444 w 2915191"/>
                <a:gd name="connsiteY274" fmla="*/ 189320 h 700545"/>
                <a:gd name="connsiteX275" fmla="*/ 2681188 w 2915191"/>
                <a:gd name="connsiteY275" fmla="*/ 196161 h 700545"/>
                <a:gd name="connsiteX276" fmla="*/ 2690947 w 2915191"/>
                <a:gd name="connsiteY276" fmla="*/ 180166 h 700545"/>
                <a:gd name="connsiteX277" fmla="*/ 2700691 w 2915191"/>
                <a:gd name="connsiteY277" fmla="*/ 213546 h 700545"/>
                <a:gd name="connsiteX278" fmla="*/ 2710435 w 2915191"/>
                <a:gd name="connsiteY278" fmla="*/ 198620 h 700545"/>
                <a:gd name="connsiteX279" fmla="*/ 2720194 w 2915191"/>
                <a:gd name="connsiteY279" fmla="*/ 167935 h 700545"/>
                <a:gd name="connsiteX280" fmla="*/ 2729938 w 2915191"/>
                <a:gd name="connsiteY280" fmla="*/ 109993 h 700545"/>
                <a:gd name="connsiteX281" fmla="*/ 2739697 w 2915191"/>
                <a:gd name="connsiteY281" fmla="*/ 118791 h 700545"/>
                <a:gd name="connsiteX282" fmla="*/ 2749441 w 2915191"/>
                <a:gd name="connsiteY282" fmla="*/ 98454 h 700545"/>
                <a:gd name="connsiteX283" fmla="*/ 2759185 w 2915191"/>
                <a:gd name="connsiteY283" fmla="*/ 108648 h 700545"/>
                <a:gd name="connsiteX284" fmla="*/ 2768943 w 2915191"/>
                <a:gd name="connsiteY284" fmla="*/ 133017 h 700545"/>
                <a:gd name="connsiteX285" fmla="*/ 2778687 w 2915191"/>
                <a:gd name="connsiteY285" fmla="*/ 97722 h 700545"/>
                <a:gd name="connsiteX286" fmla="*/ 2788446 w 2915191"/>
                <a:gd name="connsiteY286" fmla="*/ 66169 h 700545"/>
                <a:gd name="connsiteX287" fmla="*/ 2798190 w 2915191"/>
                <a:gd name="connsiteY287" fmla="*/ 84427 h 700545"/>
                <a:gd name="connsiteX288" fmla="*/ 2807934 w 2915191"/>
                <a:gd name="connsiteY288" fmla="*/ 89094 h 700545"/>
                <a:gd name="connsiteX289" fmla="*/ 2817693 w 2915191"/>
                <a:gd name="connsiteY289" fmla="*/ 100324 h 700545"/>
                <a:gd name="connsiteX290" fmla="*/ 2827437 w 2915191"/>
                <a:gd name="connsiteY290" fmla="*/ 118094 h 700545"/>
                <a:gd name="connsiteX291" fmla="*/ 2837196 w 2915191"/>
                <a:gd name="connsiteY291" fmla="*/ 131410 h 700545"/>
                <a:gd name="connsiteX292" fmla="*/ 2846940 w 2915191"/>
                <a:gd name="connsiteY292" fmla="*/ 99412 h 700545"/>
                <a:gd name="connsiteX293" fmla="*/ 2856684 w 2915191"/>
                <a:gd name="connsiteY293" fmla="*/ 148129 h 700545"/>
                <a:gd name="connsiteX294" fmla="*/ 2866442 w 2915191"/>
                <a:gd name="connsiteY294" fmla="*/ 153512 h 700545"/>
                <a:gd name="connsiteX295" fmla="*/ 2876186 w 2915191"/>
                <a:gd name="connsiteY295" fmla="*/ 145155 h 700545"/>
                <a:gd name="connsiteX296" fmla="*/ 2885945 w 2915191"/>
                <a:gd name="connsiteY296" fmla="*/ 127532 h 700545"/>
                <a:gd name="connsiteX297" fmla="*/ 2895689 w 2915191"/>
                <a:gd name="connsiteY297" fmla="*/ 94641 h 700545"/>
                <a:gd name="connsiteX298" fmla="*/ 2905433 w 2915191"/>
                <a:gd name="connsiteY298" fmla="*/ 46316 h 700545"/>
                <a:gd name="connsiteX299" fmla="*/ 2915192 w 2915191"/>
                <a:gd name="connsiteY299" fmla="*/ 0 h 700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700545">
                  <a:moveTo>
                    <a:pt x="0" y="329221"/>
                  </a:moveTo>
                  <a:lnTo>
                    <a:pt x="9750" y="340874"/>
                  </a:lnTo>
                  <a:lnTo>
                    <a:pt x="19500" y="326477"/>
                  </a:lnTo>
                  <a:lnTo>
                    <a:pt x="29250" y="333408"/>
                  </a:lnTo>
                  <a:lnTo>
                    <a:pt x="39000" y="332249"/>
                  </a:lnTo>
                  <a:lnTo>
                    <a:pt x="48749" y="317408"/>
                  </a:lnTo>
                  <a:lnTo>
                    <a:pt x="58499" y="329960"/>
                  </a:lnTo>
                  <a:lnTo>
                    <a:pt x="68249" y="333548"/>
                  </a:lnTo>
                  <a:lnTo>
                    <a:pt x="77998" y="369431"/>
                  </a:lnTo>
                  <a:lnTo>
                    <a:pt x="87748" y="395782"/>
                  </a:lnTo>
                  <a:lnTo>
                    <a:pt x="97497" y="388807"/>
                  </a:lnTo>
                  <a:lnTo>
                    <a:pt x="107247" y="401975"/>
                  </a:lnTo>
                  <a:lnTo>
                    <a:pt x="116997" y="404060"/>
                  </a:lnTo>
                  <a:lnTo>
                    <a:pt x="126747" y="438619"/>
                  </a:lnTo>
                  <a:lnTo>
                    <a:pt x="136497" y="448908"/>
                  </a:lnTo>
                  <a:lnTo>
                    <a:pt x="146247" y="438514"/>
                  </a:lnTo>
                  <a:lnTo>
                    <a:pt x="155997" y="398026"/>
                  </a:lnTo>
                  <a:lnTo>
                    <a:pt x="165747" y="379726"/>
                  </a:lnTo>
                  <a:lnTo>
                    <a:pt x="175497" y="421455"/>
                  </a:lnTo>
                  <a:lnTo>
                    <a:pt x="185247" y="440746"/>
                  </a:lnTo>
                  <a:lnTo>
                    <a:pt x="194996" y="441335"/>
                  </a:lnTo>
                  <a:lnTo>
                    <a:pt x="204746" y="421982"/>
                  </a:lnTo>
                  <a:lnTo>
                    <a:pt x="214495" y="424993"/>
                  </a:lnTo>
                  <a:lnTo>
                    <a:pt x="224245" y="433326"/>
                  </a:lnTo>
                  <a:lnTo>
                    <a:pt x="233995" y="443261"/>
                  </a:lnTo>
                  <a:lnTo>
                    <a:pt x="243744" y="464146"/>
                  </a:lnTo>
                  <a:lnTo>
                    <a:pt x="253494" y="456992"/>
                  </a:lnTo>
                  <a:lnTo>
                    <a:pt x="263244" y="479871"/>
                  </a:lnTo>
                  <a:lnTo>
                    <a:pt x="272994" y="465060"/>
                  </a:lnTo>
                  <a:lnTo>
                    <a:pt x="282744" y="450612"/>
                  </a:lnTo>
                  <a:lnTo>
                    <a:pt x="292494" y="490160"/>
                  </a:lnTo>
                  <a:lnTo>
                    <a:pt x="302244" y="473344"/>
                  </a:lnTo>
                  <a:lnTo>
                    <a:pt x="311994" y="489376"/>
                  </a:lnTo>
                  <a:lnTo>
                    <a:pt x="321744" y="517909"/>
                  </a:lnTo>
                  <a:lnTo>
                    <a:pt x="331493" y="517983"/>
                  </a:lnTo>
                  <a:lnTo>
                    <a:pt x="341243" y="547932"/>
                  </a:lnTo>
                  <a:lnTo>
                    <a:pt x="350993" y="558199"/>
                  </a:lnTo>
                  <a:lnTo>
                    <a:pt x="360742" y="564990"/>
                  </a:lnTo>
                  <a:lnTo>
                    <a:pt x="370492" y="560826"/>
                  </a:lnTo>
                  <a:lnTo>
                    <a:pt x="380241" y="554519"/>
                  </a:lnTo>
                  <a:lnTo>
                    <a:pt x="389991" y="561522"/>
                  </a:lnTo>
                  <a:lnTo>
                    <a:pt x="399741" y="591475"/>
                  </a:lnTo>
                  <a:lnTo>
                    <a:pt x="409491" y="591284"/>
                  </a:lnTo>
                  <a:lnTo>
                    <a:pt x="419241" y="596415"/>
                  </a:lnTo>
                  <a:lnTo>
                    <a:pt x="428991" y="591016"/>
                  </a:lnTo>
                  <a:lnTo>
                    <a:pt x="438741" y="615608"/>
                  </a:lnTo>
                  <a:lnTo>
                    <a:pt x="448491" y="607278"/>
                  </a:lnTo>
                  <a:lnTo>
                    <a:pt x="458241" y="584807"/>
                  </a:lnTo>
                  <a:lnTo>
                    <a:pt x="467991" y="609969"/>
                  </a:lnTo>
                  <a:lnTo>
                    <a:pt x="477740" y="646750"/>
                  </a:lnTo>
                  <a:lnTo>
                    <a:pt x="487490" y="666443"/>
                  </a:lnTo>
                  <a:lnTo>
                    <a:pt x="497239" y="686417"/>
                  </a:lnTo>
                  <a:lnTo>
                    <a:pt x="506989" y="666793"/>
                  </a:lnTo>
                  <a:lnTo>
                    <a:pt x="516738" y="666196"/>
                  </a:lnTo>
                  <a:lnTo>
                    <a:pt x="526488" y="646465"/>
                  </a:lnTo>
                  <a:lnTo>
                    <a:pt x="536238" y="622642"/>
                  </a:lnTo>
                  <a:lnTo>
                    <a:pt x="545988" y="611590"/>
                  </a:lnTo>
                  <a:lnTo>
                    <a:pt x="555738" y="639201"/>
                  </a:lnTo>
                  <a:lnTo>
                    <a:pt x="565488" y="607633"/>
                  </a:lnTo>
                  <a:lnTo>
                    <a:pt x="575238" y="651288"/>
                  </a:lnTo>
                  <a:lnTo>
                    <a:pt x="584988" y="631739"/>
                  </a:lnTo>
                  <a:lnTo>
                    <a:pt x="594738" y="600031"/>
                  </a:lnTo>
                  <a:lnTo>
                    <a:pt x="604488" y="592613"/>
                  </a:lnTo>
                  <a:lnTo>
                    <a:pt x="614237" y="608157"/>
                  </a:lnTo>
                  <a:lnTo>
                    <a:pt x="623987" y="640541"/>
                  </a:lnTo>
                  <a:lnTo>
                    <a:pt x="633736" y="599025"/>
                  </a:lnTo>
                  <a:lnTo>
                    <a:pt x="643486" y="605746"/>
                  </a:lnTo>
                  <a:lnTo>
                    <a:pt x="653236" y="634595"/>
                  </a:lnTo>
                  <a:lnTo>
                    <a:pt x="662985" y="661294"/>
                  </a:lnTo>
                  <a:lnTo>
                    <a:pt x="672735" y="638569"/>
                  </a:lnTo>
                  <a:lnTo>
                    <a:pt x="682485" y="641884"/>
                  </a:lnTo>
                  <a:lnTo>
                    <a:pt x="692235" y="652766"/>
                  </a:lnTo>
                  <a:lnTo>
                    <a:pt x="701985" y="642110"/>
                  </a:lnTo>
                  <a:lnTo>
                    <a:pt x="711735" y="634604"/>
                  </a:lnTo>
                  <a:lnTo>
                    <a:pt x="721485" y="642008"/>
                  </a:lnTo>
                  <a:lnTo>
                    <a:pt x="731235" y="655922"/>
                  </a:lnTo>
                  <a:lnTo>
                    <a:pt x="740985" y="700546"/>
                  </a:lnTo>
                  <a:lnTo>
                    <a:pt x="750734" y="667701"/>
                  </a:lnTo>
                  <a:lnTo>
                    <a:pt x="760484" y="659845"/>
                  </a:lnTo>
                  <a:lnTo>
                    <a:pt x="770233" y="626496"/>
                  </a:lnTo>
                  <a:lnTo>
                    <a:pt x="779983" y="579092"/>
                  </a:lnTo>
                  <a:lnTo>
                    <a:pt x="789733" y="612950"/>
                  </a:lnTo>
                  <a:lnTo>
                    <a:pt x="799482" y="598952"/>
                  </a:lnTo>
                  <a:lnTo>
                    <a:pt x="809232" y="609791"/>
                  </a:lnTo>
                  <a:lnTo>
                    <a:pt x="818982" y="606359"/>
                  </a:lnTo>
                  <a:lnTo>
                    <a:pt x="828732" y="590071"/>
                  </a:lnTo>
                  <a:lnTo>
                    <a:pt x="838482" y="609385"/>
                  </a:lnTo>
                  <a:lnTo>
                    <a:pt x="848232" y="592811"/>
                  </a:lnTo>
                  <a:lnTo>
                    <a:pt x="857982" y="598818"/>
                  </a:lnTo>
                  <a:lnTo>
                    <a:pt x="867732" y="603650"/>
                  </a:lnTo>
                  <a:lnTo>
                    <a:pt x="877482" y="598142"/>
                  </a:lnTo>
                  <a:lnTo>
                    <a:pt x="887231" y="600357"/>
                  </a:lnTo>
                  <a:lnTo>
                    <a:pt x="896981" y="585643"/>
                  </a:lnTo>
                  <a:lnTo>
                    <a:pt x="906730" y="613668"/>
                  </a:lnTo>
                  <a:lnTo>
                    <a:pt x="916480" y="612902"/>
                  </a:lnTo>
                  <a:lnTo>
                    <a:pt x="926230" y="611600"/>
                  </a:lnTo>
                  <a:lnTo>
                    <a:pt x="935979" y="593577"/>
                  </a:lnTo>
                  <a:lnTo>
                    <a:pt x="945729" y="567112"/>
                  </a:lnTo>
                  <a:lnTo>
                    <a:pt x="955479" y="543846"/>
                  </a:lnTo>
                  <a:lnTo>
                    <a:pt x="965229" y="529440"/>
                  </a:lnTo>
                  <a:lnTo>
                    <a:pt x="974979" y="555273"/>
                  </a:lnTo>
                  <a:lnTo>
                    <a:pt x="984729" y="550187"/>
                  </a:lnTo>
                  <a:lnTo>
                    <a:pt x="994474" y="532871"/>
                  </a:lnTo>
                  <a:lnTo>
                    <a:pt x="1004233" y="514906"/>
                  </a:lnTo>
                  <a:lnTo>
                    <a:pt x="1013977" y="463618"/>
                  </a:lnTo>
                  <a:lnTo>
                    <a:pt x="1023721" y="495971"/>
                  </a:lnTo>
                  <a:lnTo>
                    <a:pt x="1033480" y="497242"/>
                  </a:lnTo>
                  <a:lnTo>
                    <a:pt x="1043224" y="541316"/>
                  </a:lnTo>
                  <a:lnTo>
                    <a:pt x="1052983" y="537879"/>
                  </a:lnTo>
                  <a:lnTo>
                    <a:pt x="1062727" y="547541"/>
                  </a:lnTo>
                  <a:lnTo>
                    <a:pt x="1072471" y="543636"/>
                  </a:lnTo>
                  <a:lnTo>
                    <a:pt x="1082230" y="540191"/>
                  </a:lnTo>
                  <a:lnTo>
                    <a:pt x="1091973" y="513593"/>
                  </a:lnTo>
                  <a:lnTo>
                    <a:pt x="1101732" y="521952"/>
                  </a:lnTo>
                  <a:lnTo>
                    <a:pt x="1111476" y="536760"/>
                  </a:lnTo>
                  <a:lnTo>
                    <a:pt x="1121220" y="562177"/>
                  </a:lnTo>
                  <a:lnTo>
                    <a:pt x="1130979" y="543479"/>
                  </a:lnTo>
                  <a:lnTo>
                    <a:pt x="1140723" y="542511"/>
                  </a:lnTo>
                  <a:lnTo>
                    <a:pt x="1150482" y="547953"/>
                  </a:lnTo>
                  <a:lnTo>
                    <a:pt x="1160226" y="559595"/>
                  </a:lnTo>
                  <a:lnTo>
                    <a:pt x="1169969" y="546155"/>
                  </a:lnTo>
                  <a:lnTo>
                    <a:pt x="1179728" y="606208"/>
                  </a:lnTo>
                  <a:lnTo>
                    <a:pt x="1189472" y="622271"/>
                  </a:lnTo>
                  <a:lnTo>
                    <a:pt x="1199231" y="619988"/>
                  </a:lnTo>
                  <a:lnTo>
                    <a:pt x="1208975" y="645185"/>
                  </a:lnTo>
                  <a:lnTo>
                    <a:pt x="1218719" y="634624"/>
                  </a:lnTo>
                  <a:lnTo>
                    <a:pt x="1228478" y="630143"/>
                  </a:lnTo>
                  <a:lnTo>
                    <a:pt x="1238222" y="634546"/>
                  </a:lnTo>
                  <a:lnTo>
                    <a:pt x="1247966" y="640086"/>
                  </a:lnTo>
                  <a:lnTo>
                    <a:pt x="1257725" y="635979"/>
                  </a:lnTo>
                  <a:lnTo>
                    <a:pt x="1267469" y="595420"/>
                  </a:lnTo>
                  <a:lnTo>
                    <a:pt x="1277227" y="595791"/>
                  </a:lnTo>
                  <a:lnTo>
                    <a:pt x="1286971" y="591068"/>
                  </a:lnTo>
                  <a:lnTo>
                    <a:pt x="1296715" y="614367"/>
                  </a:lnTo>
                  <a:lnTo>
                    <a:pt x="1306474" y="579457"/>
                  </a:lnTo>
                  <a:lnTo>
                    <a:pt x="1316218" y="593334"/>
                  </a:lnTo>
                  <a:lnTo>
                    <a:pt x="1325977" y="627278"/>
                  </a:lnTo>
                  <a:lnTo>
                    <a:pt x="1335721" y="595143"/>
                  </a:lnTo>
                  <a:lnTo>
                    <a:pt x="1345465" y="597917"/>
                  </a:lnTo>
                  <a:lnTo>
                    <a:pt x="1355224" y="575265"/>
                  </a:lnTo>
                  <a:lnTo>
                    <a:pt x="1364967" y="545520"/>
                  </a:lnTo>
                  <a:lnTo>
                    <a:pt x="1374726" y="565364"/>
                  </a:lnTo>
                  <a:lnTo>
                    <a:pt x="1384470" y="547944"/>
                  </a:lnTo>
                  <a:lnTo>
                    <a:pt x="1394214" y="547921"/>
                  </a:lnTo>
                  <a:lnTo>
                    <a:pt x="1403973" y="534371"/>
                  </a:lnTo>
                  <a:lnTo>
                    <a:pt x="1413717" y="512296"/>
                  </a:lnTo>
                  <a:lnTo>
                    <a:pt x="1423476" y="533317"/>
                  </a:lnTo>
                  <a:lnTo>
                    <a:pt x="1433220" y="516776"/>
                  </a:lnTo>
                  <a:lnTo>
                    <a:pt x="1442964" y="519817"/>
                  </a:lnTo>
                  <a:lnTo>
                    <a:pt x="1452722" y="503250"/>
                  </a:lnTo>
                  <a:lnTo>
                    <a:pt x="1462466" y="469665"/>
                  </a:lnTo>
                  <a:lnTo>
                    <a:pt x="1472225" y="476002"/>
                  </a:lnTo>
                  <a:lnTo>
                    <a:pt x="1481969" y="478919"/>
                  </a:lnTo>
                  <a:lnTo>
                    <a:pt x="1491713" y="491529"/>
                  </a:lnTo>
                  <a:lnTo>
                    <a:pt x="1501472" y="447789"/>
                  </a:lnTo>
                  <a:lnTo>
                    <a:pt x="1511216" y="440432"/>
                  </a:lnTo>
                  <a:lnTo>
                    <a:pt x="1520960" y="416598"/>
                  </a:lnTo>
                  <a:lnTo>
                    <a:pt x="1530719" y="401991"/>
                  </a:lnTo>
                  <a:lnTo>
                    <a:pt x="1540463" y="399028"/>
                  </a:lnTo>
                  <a:lnTo>
                    <a:pt x="1550221" y="403908"/>
                  </a:lnTo>
                  <a:lnTo>
                    <a:pt x="1559965" y="364305"/>
                  </a:lnTo>
                  <a:lnTo>
                    <a:pt x="1569709" y="374028"/>
                  </a:lnTo>
                  <a:lnTo>
                    <a:pt x="1579468" y="388019"/>
                  </a:lnTo>
                  <a:lnTo>
                    <a:pt x="1589212" y="370100"/>
                  </a:lnTo>
                  <a:lnTo>
                    <a:pt x="1598971" y="372330"/>
                  </a:lnTo>
                  <a:lnTo>
                    <a:pt x="1608715" y="365433"/>
                  </a:lnTo>
                  <a:lnTo>
                    <a:pt x="1618459" y="370000"/>
                  </a:lnTo>
                  <a:lnTo>
                    <a:pt x="1628218" y="363057"/>
                  </a:lnTo>
                  <a:lnTo>
                    <a:pt x="1637962" y="396887"/>
                  </a:lnTo>
                  <a:lnTo>
                    <a:pt x="1647720" y="404011"/>
                  </a:lnTo>
                  <a:lnTo>
                    <a:pt x="1657464" y="394629"/>
                  </a:lnTo>
                  <a:lnTo>
                    <a:pt x="1667208" y="385629"/>
                  </a:lnTo>
                  <a:lnTo>
                    <a:pt x="1676967" y="408225"/>
                  </a:lnTo>
                  <a:lnTo>
                    <a:pt x="1686711" y="452576"/>
                  </a:lnTo>
                  <a:lnTo>
                    <a:pt x="1696470" y="455606"/>
                  </a:lnTo>
                  <a:lnTo>
                    <a:pt x="1706214" y="471672"/>
                  </a:lnTo>
                  <a:lnTo>
                    <a:pt x="1715958" y="471830"/>
                  </a:lnTo>
                  <a:lnTo>
                    <a:pt x="1725716" y="477843"/>
                  </a:lnTo>
                  <a:lnTo>
                    <a:pt x="1735460" y="463668"/>
                  </a:lnTo>
                  <a:lnTo>
                    <a:pt x="1745219" y="443202"/>
                  </a:lnTo>
                  <a:lnTo>
                    <a:pt x="1754963" y="465356"/>
                  </a:lnTo>
                  <a:lnTo>
                    <a:pt x="1764707" y="478508"/>
                  </a:lnTo>
                  <a:lnTo>
                    <a:pt x="1774466" y="470644"/>
                  </a:lnTo>
                  <a:lnTo>
                    <a:pt x="1784210" y="487493"/>
                  </a:lnTo>
                  <a:lnTo>
                    <a:pt x="1793969" y="470108"/>
                  </a:lnTo>
                  <a:lnTo>
                    <a:pt x="1803713" y="453544"/>
                  </a:lnTo>
                  <a:lnTo>
                    <a:pt x="1813457" y="429880"/>
                  </a:lnTo>
                  <a:lnTo>
                    <a:pt x="1823215" y="423575"/>
                  </a:lnTo>
                  <a:lnTo>
                    <a:pt x="1832959" y="394379"/>
                  </a:lnTo>
                  <a:lnTo>
                    <a:pt x="1842703" y="377613"/>
                  </a:lnTo>
                  <a:lnTo>
                    <a:pt x="1852462" y="375809"/>
                  </a:lnTo>
                  <a:lnTo>
                    <a:pt x="1862206" y="374543"/>
                  </a:lnTo>
                  <a:lnTo>
                    <a:pt x="1871965" y="371619"/>
                  </a:lnTo>
                  <a:lnTo>
                    <a:pt x="1881709" y="388603"/>
                  </a:lnTo>
                  <a:lnTo>
                    <a:pt x="1891453" y="416914"/>
                  </a:lnTo>
                  <a:lnTo>
                    <a:pt x="1901212" y="431331"/>
                  </a:lnTo>
                  <a:lnTo>
                    <a:pt x="1910956" y="438465"/>
                  </a:lnTo>
                  <a:lnTo>
                    <a:pt x="1920714" y="432951"/>
                  </a:lnTo>
                  <a:lnTo>
                    <a:pt x="1930458" y="436419"/>
                  </a:lnTo>
                  <a:lnTo>
                    <a:pt x="1940202" y="455927"/>
                  </a:lnTo>
                  <a:lnTo>
                    <a:pt x="1949961" y="442673"/>
                  </a:lnTo>
                  <a:lnTo>
                    <a:pt x="1959705" y="423340"/>
                  </a:lnTo>
                  <a:lnTo>
                    <a:pt x="1969464" y="431077"/>
                  </a:lnTo>
                  <a:lnTo>
                    <a:pt x="1979208" y="408573"/>
                  </a:lnTo>
                  <a:lnTo>
                    <a:pt x="1988952" y="388208"/>
                  </a:lnTo>
                  <a:lnTo>
                    <a:pt x="1998711" y="394446"/>
                  </a:lnTo>
                  <a:lnTo>
                    <a:pt x="2008454" y="400556"/>
                  </a:lnTo>
                  <a:lnTo>
                    <a:pt x="2018213" y="410626"/>
                  </a:lnTo>
                  <a:lnTo>
                    <a:pt x="2027957" y="401177"/>
                  </a:lnTo>
                  <a:lnTo>
                    <a:pt x="2037701" y="381454"/>
                  </a:lnTo>
                  <a:lnTo>
                    <a:pt x="2047460" y="368994"/>
                  </a:lnTo>
                  <a:lnTo>
                    <a:pt x="2057204" y="325644"/>
                  </a:lnTo>
                  <a:lnTo>
                    <a:pt x="2066963" y="337617"/>
                  </a:lnTo>
                  <a:lnTo>
                    <a:pt x="2076707" y="301880"/>
                  </a:lnTo>
                  <a:lnTo>
                    <a:pt x="2086451" y="263340"/>
                  </a:lnTo>
                  <a:lnTo>
                    <a:pt x="2096210" y="309972"/>
                  </a:lnTo>
                  <a:lnTo>
                    <a:pt x="2105954" y="294055"/>
                  </a:lnTo>
                  <a:lnTo>
                    <a:pt x="2115697" y="315046"/>
                  </a:lnTo>
                  <a:lnTo>
                    <a:pt x="2125456" y="312792"/>
                  </a:lnTo>
                  <a:lnTo>
                    <a:pt x="2135200" y="329665"/>
                  </a:lnTo>
                  <a:lnTo>
                    <a:pt x="2144959" y="325298"/>
                  </a:lnTo>
                  <a:lnTo>
                    <a:pt x="2154703" y="296972"/>
                  </a:lnTo>
                  <a:lnTo>
                    <a:pt x="2164447" y="259430"/>
                  </a:lnTo>
                  <a:lnTo>
                    <a:pt x="2174206" y="267776"/>
                  </a:lnTo>
                  <a:lnTo>
                    <a:pt x="2183950" y="277155"/>
                  </a:lnTo>
                  <a:lnTo>
                    <a:pt x="2193709" y="290092"/>
                  </a:lnTo>
                  <a:lnTo>
                    <a:pt x="2203452" y="292837"/>
                  </a:lnTo>
                  <a:lnTo>
                    <a:pt x="2213196" y="306082"/>
                  </a:lnTo>
                  <a:lnTo>
                    <a:pt x="2222955" y="281725"/>
                  </a:lnTo>
                  <a:lnTo>
                    <a:pt x="2232699" y="282306"/>
                  </a:lnTo>
                  <a:lnTo>
                    <a:pt x="2242458" y="250921"/>
                  </a:lnTo>
                  <a:lnTo>
                    <a:pt x="2252202" y="249592"/>
                  </a:lnTo>
                  <a:lnTo>
                    <a:pt x="2261946" y="215302"/>
                  </a:lnTo>
                  <a:lnTo>
                    <a:pt x="2271705" y="229014"/>
                  </a:lnTo>
                  <a:lnTo>
                    <a:pt x="2281449" y="202970"/>
                  </a:lnTo>
                  <a:lnTo>
                    <a:pt x="2291208" y="219298"/>
                  </a:lnTo>
                  <a:lnTo>
                    <a:pt x="2300951" y="219799"/>
                  </a:lnTo>
                  <a:lnTo>
                    <a:pt x="2310695" y="206828"/>
                  </a:lnTo>
                  <a:lnTo>
                    <a:pt x="2320454" y="194184"/>
                  </a:lnTo>
                  <a:lnTo>
                    <a:pt x="2330198" y="210164"/>
                  </a:lnTo>
                  <a:lnTo>
                    <a:pt x="2339957" y="226122"/>
                  </a:lnTo>
                  <a:lnTo>
                    <a:pt x="2349701" y="252553"/>
                  </a:lnTo>
                  <a:lnTo>
                    <a:pt x="2359445" y="232089"/>
                  </a:lnTo>
                  <a:lnTo>
                    <a:pt x="2369204" y="262042"/>
                  </a:lnTo>
                  <a:lnTo>
                    <a:pt x="2378948" y="271297"/>
                  </a:lnTo>
                  <a:lnTo>
                    <a:pt x="2388692" y="268505"/>
                  </a:lnTo>
                  <a:lnTo>
                    <a:pt x="2398450" y="278584"/>
                  </a:lnTo>
                  <a:lnTo>
                    <a:pt x="2408194" y="238542"/>
                  </a:lnTo>
                  <a:lnTo>
                    <a:pt x="2417953" y="199332"/>
                  </a:lnTo>
                  <a:lnTo>
                    <a:pt x="2427697" y="185445"/>
                  </a:lnTo>
                  <a:lnTo>
                    <a:pt x="2437441" y="173493"/>
                  </a:lnTo>
                  <a:lnTo>
                    <a:pt x="2447200" y="166217"/>
                  </a:lnTo>
                  <a:lnTo>
                    <a:pt x="2456944" y="137200"/>
                  </a:lnTo>
                  <a:lnTo>
                    <a:pt x="2466703" y="82972"/>
                  </a:lnTo>
                  <a:lnTo>
                    <a:pt x="2476446" y="112945"/>
                  </a:lnTo>
                  <a:lnTo>
                    <a:pt x="2486190" y="97982"/>
                  </a:lnTo>
                  <a:lnTo>
                    <a:pt x="2495949" y="93726"/>
                  </a:lnTo>
                  <a:lnTo>
                    <a:pt x="2505693" y="114363"/>
                  </a:lnTo>
                  <a:lnTo>
                    <a:pt x="2515452" y="105252"/>
                  </a:lnTo>
                  <a:lnTo>
                    <a:pt x="2525196" y="85769"/>
                  </a:lnTo>
                  <a:lnTo>
                    <a:pt x="2534940" y="74285"/>
                  </a:lnTo>
                  <a:lnTo>
                    <a:pt x="2544699" y="87317"/>
                  </a:lnTo>
                  <a:lnTo>
                    <a:pt x="2554443" y="80191"/>
                  </a:lnTo>
                  <a:lnTo>
                    <a:pt x="2564202" y="79748"/>
                  </a:lnTo>
                  <a:lnTo>
                    <a:pt x="2573946" y="46902"/>
                  </a:lnTo>
                  <a:lnTo>
                    <a:pt x="2583690" y="77260"/>
                  </a:lnTo>
                  <a:lnTo>
                    <a:pt x="2593448" y="96420"/>
                  </a:lnTo>
                  <a:lnTo>
                    <a:pt x="2603192" y="105181"/>
                  </a:lnTo>
                  <a:lnTo>
                    <a:pt x="2612951" y="116394"/>
                  </a:lnTo>
                  <a:lnTo>
                    <a:pt x="2622695" y="167347"/>
                  </a:lnTo>
                  <a:lnTo>
                    <a:pt x="2632439" y="192130"/>
                  </a:lnTo>
                  <a:lnTo>
                    <a:pt x="2642198" y="172381"/>
                  </a:lnTo>
                  <a:lnTo>
                    <a:pt x="2651942" y="167466"/>
                  </a:lnTo>
                  <a:lnTo>
                    <a:pt x="2661685" y="165917"/>
                  </a:lnTo>
                  <a:lnTo>
                    <a:pt x="2671444" y="189320"/>
                  </a:lnTo>
                  <a:lnTo>
                    <a:pt x="2681188" y="196161"/>
                  </a:lnTo>
                  <a:lnTo>
                    <a:pt x="2690947" y="180166"/>
                  </a:lnTo>
                  <a:lnTo>
                    <a:pt x="2700691" y="213546"/>
                  </a:lnTo>
                  <a:lnTo>
                    <a:pt x="2710435" y="198620"/>
                  </a:lnTo>
                  <a:lnTo>
                    <a:pt x="2720194" y="167935"/>
                  </a:lnTo>
                  <a:lnTo>
                    <a:pt x="2729938" y="109993"/>
                  </a:lnTo>
                  <a:lnTo>
                    <a:pt x="2739697" y="118791"/>
                  </a:lnTo>
                  <a:lnTo>
                    <a:pt x="2749441" y="98454"/>
                  </a:lnTo>
                  <a:lnTo>
                    <a:pt x="2759185" y="108648"/>
                  </a:lnTo>
                  <a:lnTo>
                    <a:pt x="2768943" y="133017"/>
                  </a:lnTo>
                  <a:lnTo>
                    <a:pt x="2778687" y="97722"/>
                  </a:lnTo>
                  <a:lnTo>
                    <a:pt x="2788446" y="66169"/>
                  </a:lnTo>
                  <a:lnTo>
                    <a:pt x="2798190" y="84427"/>
                  </a:lnTo>
                  <a:lnTo>
                    <a:pt x="2807934" y="89094"/>
                  </a:lnTo>
                  <a:lnTo>
                    <a:pt x="2817693" y="100324"/>
                  </a:lnTo>
                  <a:lnTo>
                    <a:pt x="2827437" y="118094"/>
                  </a:lnTo>
                  <a:lnTo>
                    <a:pt x="2837196" y="131410"/>
                  </a:lnTo>
                  <a:lnTo>
                    <a:pt x="2846940" y="99412"/>
                  </a:lnTo>
                  <a:lnTo>
                    <a:pt x="2856684" y="148129"/>
                  </a:lnTo>
                  <a:lnTo>
                    <a:pt x="2866442" y="153512"/>
                  </a:lnTo>
                  <a:lnTo>
                    <a:pt x="2876186" y="145155"/>
                  </a:lnTo>
                  <a:lnTo>
                    <a:pt x="2885945" y="127532"/>
                  </a:lnTo>
                  <a:lnTo>
                    <a:pt x="2895689" y="94641"/>
                  </a:lnTo>
                  <a:lnTo>
                    <a:pt x="2905433" y="46316"/>
                  </a:lnTo>
                  <a:lnTo>
                    <a:pt x="29151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7" name="Freeform 1076">
              <a:extLst>
                <a:ext uri="{FF2B5EF4-FFF2-40B4-BE49-F238E27FC236}">
                  <a16:creationId xmlns:a16="http://schemas.microsoft.com/office/drawing/2014/main" id="{DCA131DE-B9E5-63A3-EB11-374CBDA57C24}"/>
                </a:ext>
              </a:extLst>
            </p:cNvPr>
            <p:cNvSpPr/>
            <p:nvPr/>
          </p:nvSpPr>
          <p:spPr>
            <a:xfrm>
              <a:off x="4426652" y="3353568"/>
              <a:ext cx="2915191" cy="438234"/>
            </a:xfrm>
            <a:custGeom>
              <a:avLst/>
              <a:gdLst>
                <a:gd name="connsiteX0" fmla="*/ 0 w 2915191"/>
                <a:gd name="connsiteY0" fmla="*/ 290441 h 438234"/>
                <a:gd name="connsiteX1" fmla="*/ 9750 w 2915191"/>
                <a:gd name="connsiteY1" fmla="*/ 280736 h 438234"/>
                <a:gd name="connsiteX2" fmla="*/ 19500 w 2915191"/>
                <a:gd name="connsiteY2" fmla="*/ 284165 h 438234"/>
                <a:gd name="connsiteX3" fmla="*/ 29250 w 2915191"/>
                <a:gd name="connsiteY3" fmla="*/ 300045 h 438234"/>
                <a:gd name="connsiteX4" fmla="*/ 39000 w 2915191"/>
                <a:gd name="connsiteY4" fmla="*/ 299303 h 438234"/>
                <a:gd name="connsiteX5" fmla="*/ 48749 w 2915191"/>
                <a:gd name="connsiteY5" fmla="*/ 293973 h 438234"/>
                <a:gd name="connsiteX6" fmla="*/ 58499 w 2915191"/>
                <a:gd name="connsiteY6" fmla="*/ 302698 h 438234"/>
                <a:gd name="connsiteX7" fmla="*/ 68249 w 2915191"/>
                <a:gd name="connsiteY7" fmla="*/ 304698 h 438234"/>
                <a:gd name="connsiteX8" fmla="*/ 77998 w 2915191"/>
                <a:gd name="connsiteY8" fmla="*/ 333846 h 438234"/>
                <a:gd name="connsiteX9" fmla="*/ 87748 w 2915191"/>
                <a:gd name="connsiteY9" fmla="*/ 333584 h 438234"/>
                <a:gd name="connsiteX10" fmla="*/ 97497 w 2915191"/>
                <a:gd name="connsiteY10" fmla="*/ 329509 h 438234"/>
                <a:gd name="connsiteX11" fmla="*/ 107247 w 2915191"/>
                <a:gd name="connsiteY11" fmla="*/ 316329 h 438234"/>
                <a:gd name="connsiteX12" fmla="*/ 116997 w 2915191"/>
                <a:gd name="connsiteY12" fmla="*/ 317718 h 438234"/>
                <a:gd name="connsiteX13" fmla="*/ 126747 w 2915191"/>
                <a:gd name="connsiteY13" fmla="*/ 308723 h 438234"/>
                <a:gd name="connsiteX14" fmla="*/ 136497 w 2915191"/>
                <a:gd name="connsiteY14" fmla="*/ 328643 h 438234"/>
                <a:gd name="connsiteX15" fmla="*/ 146247 w 2915191"/>
                <a:gd name="connsiteY15" fmla="*/ 351930 h 438234"/>
                <a:gd name="connsiteX16" fmla="*/ 155997 w 2915191"/>
                <a:gd name="connsiteY16" fmla="*/ 363198 h 438234"/>
                <a:gd name="connsiteX17" fmla="*/ 165747 w 2915191"/>
                <a:gd name="connsiteY17" fmla="*/ 343916 h 438234"/>
                <a:gd name="connsiteX18" fmla="*/ 175497 w 2915191"/>
                <a:gd name="connsiteY18" fmla="*/ 372890 h 438234"/>
                <a:gd name="connsiteX19" fmla="*/ 185247 w 2915191"/>
                <a:gd name="connsiteY19" fmla="*/ 356936 h 438234"/>
                <a:gd name="connsiteX20" fmla="*/ 194996 w 2915191"/>
                <a:gd name="connsiteY20" fmla="*/ 354307 h 438234"/>
                <a:gd name="connsiteX21" fmla="*/ 204746 w 2915191"/>
                <a:gd name="connsiteY21" fmla="*/ 349505 h 438234"/>
                <a:gd name="connsiteX22" fmla="*/ 214495 w 2915191"/>
                <a:gd name="connsiteY22" fmla="*/ 342863 h 438234"/>
                <a:gd name="connsiteX23" fmla="*/ 224245 w 2915191"/>
                <a:gd name="connsiteY23" fmla="*/ 372711 h 438234"/>
                <a:gd name="connsiteX24" fmla="*/ 233995 w 2915191"/>
                <a:gd name="connsiteY24" fmla="*/ 382038 h 438234"/>
                <a:gd name="connsiteX25" fmla="*/ 243744 w 2915191"/>
                <a:gd name="connsiteY25" fmla="*/ 388652 h 438234"/>
                <a:gd name="connsiteX26" fmla="*/ 253494 w 2915191"/>
                <a:gd name="connsiteY26" fmla="*/ 392943 h 438234"/>
                <a:gd name="connsiteX27" fmla="*/ 263244 w 2915191"/>
                <a:gd name="connsiteY27" fmla="*/ 371916 h 438234"/>
                <a:gd name="connsiteX28" fmla="*/ 272994 w 2915191"/>
                <a:gd name="connsiteY28" fmla="*/ 410467 h 438234"/>
                <a:gd name="connsiteX29" fmla="*/ 282744 w 2915191"/>
                <a:gd name="connsiteY29" fmla="*/ 399060 h 438234"/>
                <a:gd name="connsiteX30" fmla="*/ 292494 w 2915191"/>
                <a:gd name="connsiteY30" fmla="*/ 415880 h 438234"/>
                <a:gd name="connsiteX31" fmla="*/ 302244 w 2915191"/>
                <a:gd name="connsiteY31" fmla="*/ 438234 h 438234"/>
                <a:gd name="connsiteX32" fmla="*/ 311994 w 2915191"/>
                <a:gd name="connsiteY32" fmla="*/ 428820 h 438234"/>
                <a:gd name="connsiteX33" fmla="*/ 321744 w 2915191"/>
                <a:gd name="connsiteY33" fmla="*/ 409177 h 438234"/>
                <a:gd name="connsiteX34" fmla="*/ 331493 w 2915191"/>
                <a:gd name="connsiteY34" fmla="*/ 410664 h 438234"/>
                <a:gd name="connsiteX35" fmla="*/ 341243 w 2915191"/>
                <a:gd name="connsiteY35" fmla="*/ 373152 h 438234"/>
                <a:gd name="connsiteX36" fmla="*/ 350993 w 2915191"/>
                <a:gd name="connsiteY36" fmla="*/ 352514 h 438234"/>
                <a:gd name="connsiteX37" fmla="*/ 360742 w 2915191"/>
                <a:gd name="connsiteY37" fmla="*/ 359433 h 438234"/>
                <a:gd name="connsiteX38" fmla="*/ 370492 w 2915191"/>
                <a:gd name="connsiteY38" fmla="*/ 372674 h 438234"/>
                <a:gd name="connsiteX39" fmla="*/ 380241 w 2915191"/>
                <a:gd name="connsiteY39" fmla="*/ 389541 h 438234"/>
                <a:gd name="connsiteX40" fmla="*/ 389991 w 2915191"/>
                <a:gd name="connsiteY40" fmla="*/ 384017 h 438234"/>
                <a:gd name="connsiteX41" fmla="*/ 399741 w 2915191"/>
                <a:gd name="connsiteY41" fmla="*/ 423936 h 438234"/>
                <a:gd name="connsiteX42" fmla="*/ 409491 w 2915191"/>
                <a:gd name="connsiteY42" fmla="*/ 427020 h 438234"/>
                <a:gd name="connsiteX43" fmla="*/ 419241 w 2915191"/>
                <a:gd name="connsiteY43" fmla="*/ 421777 h 438234"/>
                <a:gd name="connsiteX44" fmla="*/ 428991 w 2915191"/>
                <a:gd name="connsiteY44" fmla="*/ 408262 h 438234"/>
                <a:gd name="connsiteX45" fmla="*/ 438741 w 2915191"/>
                <a:gd name="connsiteY45" fmla="*/ 391553 h 438234"/>
                <a:gd name="connsiteX46" fmla="*/ 448491 w 2915191"/>
                <a:gd name="connsiteY46" fmla="*/ 362787 h 438234"/>
                <a:gd name="connsiteX47" fmla="*/ 458241 w 2915191"/>
                <a:gd name="connsiteY47" fmla="*/ 342060 h 438234"/>
                <a:gd name="connsiteX48" fmla="*/ 467991 w 2915191"/>
                <a:gd name="connsiteY48" fmla="*/ 349837 h 438234"/>
                <a:gd name="connsiteX49" fmla="*/ 477740 w 2915191"/>
                <a:gd name="connsiteY49" fmla="*/ 360776 h 438234"/>
                <a:gd name="connsiteX50" fmla="*/ 487490 w 2915191"/>
                <a:gd name="connsiteY50" fmla="*/ 381894 h 438234"/>
                <a:gd name="connsiteX51" fmla="*/ 497239 w 2915191"/>
                <a:gd name="connsiteY51" fmla="*/ 339566 h 438234"/>
                <a:gd name="connsiteX52" fmla="*/ 506989 w 2915191"/>
                <a:gd name="connsiteY52" fmla="*/ 333847 h 438234"/>
                <a:gd name="connsiteX53" fmla="*/ 516738 w 2915191"/>
                <a:gd name="connsiteY53" fmla="*/ 328981 h 438234"/>
                <a:gd name="connsiteX54" fmla="*/ 526488 w 2915191"/>
                <a:gd name="connsiteY54" fmla="*/ 331510 h 438234"/>
                <a:gd name="connsiteX55" fmla="*/ 536238 w 2915191"/>
                <a:gd name="connsiteY55" fmla="*/ 316198 h 438234"/>
                <a:gd name="connsiteX56" fmla="*/ 545988 w 2915191"/>
                <a:gd name="connsiteY56" fmla="*/ 308713 h 438234"/>
                <a:gd name="connsiteX57" fmla="*/ 555738 w 2915191"/>
                <a:gd name="connsiteY57" fmla="*/ 312000 h 438234"/>
                <a:gd name="connsiteX58" fmla="*/ 565488 w 2915191"/>
                <a:gd name="connsiteY58" fmla="*/ 295341 h 438234"/>
                <a:gd name="connsiteX59" fmla="*/ 575238 w 2915191"/>
                <a:gd name="connsiteY59" fmla="*/ 300325 h 438234"/>
                <a:gd name="connsiteX60" fmla="*/ 584988 w 2915191"/>
                <a:gd name="connsiteY60" fmla="*/ 332845 h 438234"/>
                <a:gd name="connsiteX61" fmla="*/ 594738 w 2915191"/>
                <a:gd name="connsiteY61" fmla="*/ 340321 h 438234"/>
                <a:gd name="connsiteX62" fmla="*/ 604488 w 2915191"/>
                <a:gd name="connsiteY62" fmla="*/ 337262 h 438234"/>
                <a:gd name="connsiteX63" fmla="*/ 614237 w 2915191"/>
                <a:gd name="connsiteY63" fmla="*/ 348946 h 438234"/>
                <a:gd name="connsiteX64" fmla="*/ 623987 w 2915191"/>
                <a:gd name="connsiteY64" fmla="*/ 393680 h 438234"/>
                <a:gd name="connsiteX65" fmla="*/ 633736 w 2915191"/>
                <a:gd name="connsiteY65" fmla="*/ 404503 h 438234"/>
                <a:gd name="connsiteX66" fmla="*/ 643486 w 2915191"/>
                <a:gd name="connsiteY66" fmla="*/ 404306 h 438234"/>
                <a:gd name="connsiteX67" fmla="*/ 653236 w 2915191"/>
                <a:gd name="connsiteY67" fmla="*/ 368044 h 438234"/>
                <a:gd name="connsiteX68" fmla="*/ 662985 w 2915191"/>
                <a:gd name="connsiteY68" fmla="*/ 357118 h 438234"/>
                <a:gd name="connsiteX69" fmla="*/ 672735 w 2915191"/>
                <a:gd name="connsiteY69" fmla="*/ 371242 h 438234"/>
                <a:gd name="connsiteX70" fmla="*/ 682485 w 2915191"/>
                <a:gd name="connsiteY70" fmla="*/ 357853 h 438234"/>
                <a:gd name="connsiteX71" fmla="*/ 692235 w 2915191"/>
                <a:gd name="connsiteY71" fmla="*/ 358772 h 438234"/>
                <a:gd name="connsiteX72" fmla="*/ 701985 w 2915191"/>
                <a:gd name="connsiteY72" fmla="*/ 359973 h 438234"/>
                <a:gd name="connsiteX73" fmla="*/ 711735 w 2915191"/>
                <a:gd name="connsiteY73" fmla="*/ 333393 h 438234"/>
                <a:gd name="connsiteX74" fmla="*/ 721485 w 2915191"/>
                <a:gd name="connsiteY74" fmla="*/ 327889 h 438234"/>
                <a:gd name="connsiteX75" fmla="*/ 731235 w 2915191"/>
                <a:gd name="connsiteY75" fmla="*/ 350233 h 438234"/>
                <a:gd name="connsiteX76" fmla="*/ 740985 w 2915191"/>
                <a:gd name="connsiteY76" fmla="*/ 371957 h 438234"/>
                <a:gd name="connsiteX77" fmla="*/ 750734 w 2915191"/>
                <a:gd name="connsiteY77" fmla="*/ 359991 h 438234"/>
                <a:gd name="connsiteX78" fmla="*/ 760484 w 2915191"/>
                <a:gd name="connsiteY78" fmla="*/ 355470 h 438234"/>
                <a:gd name="connsiteX79" fmla="*/ 770233 w 2915191"/>
                <a:gd name="connsiteY79" fmla="*/ 336553 h 438234"/>
                <a:gd name="connsiteX80" fmla="*/ 779983 w 2915191"/>
                <a:gd name="connsiteY80" fmla="*/ 349789 h 438234"/>
                <a:gd name="connsiteX81" fmla="*/ 789733 w 2915191"/>
                <a:gd name="connsiteY81" fmla="*/ 368477 h 438234"/>
                <a:gd name="connsiteX82" fmla="*/ 799482 w 2915191"/>
                <a:gd name="connsiteY82" fmla="*/ 388494 h 438234"/>
                <a:gd name="connsiteX83" fmla="*/ 809232 w 2915191"/>
                <a:gd name="connsiteY83" fmla="*/ 344038 h 438234"/>
                <a:gd name="connsiteX84" fmla="*/ 818982 w 2915191"/>
                <a:gd name="connsiteY84" fmla="*/ 319860 h 438234"/>
                <a:gd name="connsiteX85" fmla="*/ 828732 w 2915191"/>
                <a:gd name="connsiteY85" fmla="*/ 335156 h 438234"/>
                <a:gd name="connsiteX86" fmla="*/ 838482 w 2915191"/>
                <a:gd name="connsiteY86" fmla="*/ 329040 h 438234"/>
                <a:gd name="connsiteX87" fmla="*/ 848232 w 2915191"/>
                <a:gd name="connsiteY87" fmla="*/ 294936 h 438234"/>
                <a:gd name="connsiteX88" fmla="*/ 857982 w 2915191"/>
                <a:gd name="connsiteY88" fmla="*/ 281635 h 438234"/>
                <a:gd name="connsiteX89" fmla="*/ 867732 w 2915191"/>
                <a:gd name="connsiteY89" fmla="*/ 303906 h 438234"/>
                <a:gd name="connsiteX90" fmla="*/ 877482 w 2915191"/>
                <a:gd name="connsiteY90" fmla="*/ 295837 h 438234"/>
                <a:gd name="connsiteX91" fmla="*/ 887231 w 2915191"/>
                <a:gd name="connsiteY91" fmla="*/ 283601 h 438234"/>
                <a:gd name="connsiteX92" fmla="*/ 896981 w 2915191"/>
                <a:gd name="connsiteY92" fmla="*/ 265092 h 438234"/>
                <a:gd name="connsiteX93" fmla="*/ 906730 w 2915191"/>
                <a:gd name="connsiteY93" fmla="*/ 265863 h 438234"/>
                <a:gd name="connsiteX94" fmla="*/ 916480 w 2915191"/>
                <a:gd name="connsiteY94" fmla="*/ 238028 h 438234"/>
                <a:gd name="connsiteX95" fmla="*/ 926230 w 2915191"/>
                <a:gd name="connsiteY95" fmla="*/ 234371 h 438234"/>
                <a:gd name="connsiteX96" fmla="*/ 935979 w 2915191"/>
                <a:gd name="connsiteY96" fmla="*/ 199941 h 438234"/>
                <a:gd name="connsiteX97" fmla="*/ 945729 w 2915191"/>
                <a:gd name="connsiteY97" fmla="*/ 175088 h 438234"/>
                <a:gd name="connsiteX98" fmla="*/ 955479 w 2915191"/>
                <a:gd name="connsiteY98" fmla="*/ 159137 h 438234"/>
                <a:gd name="connsiteX99" fmla="*/ 965229 w 2915191"/>
                <a:gd name="connsiteY99" fmla="*/ 173913 h 438234"/>
                <a:gd name="connsiteX100" fmla="*/ 974979 w 2915191"/>
                <a:gd name="connsiteY100" fmla="*/ 190851 h 438234"/>
                <a:gd name="connsiteX101" fmla="*/ 984729 w 2915191"/>
                <a:gd name="connsiteY101" fmla="*/ 180468 h 438234"/>
                <a:gd name="connsiteX102" fmla="*/ 994474 w 2915191"/>
                <a:gd name="connsiteY102" fmla="*/ 171611 h 438234"/>
                <a:gd name="connsiteX103" fmla="*/ 1004233 w 2915191"/>
                <a:gd name="connsiteY103" fmla="*/ 171405 h 438234"/>
                <a:gd name="connsiteX104" fmla="*/ 1013977 w 2915191"/>
                <a:gd name="connsiteY104" fmla="*/ 192127 h 438234"/>
                <a:gd name="connsiteX105" fmla="*/ 1023721 w 2915191"/>
                <a:gd name="connsiteY105" fmla="*/ 196762 h 438234"/>
                <a:gd name="connsiteX106" fmla="*/ 1033480 w 2915191"/>
                <a:gd name="connsiteY106" fmla="*/ 166110 h 438234"/>
                <a:gd name="connsiteX107" fmla="*/ 1043224 w 2915191"/>
                <a:gd name="connsiteY107" fmla="*/ 163303 h 438234"/>
                <a:gd name="connsiteX108" fmla="*/ 1052983 w 2915191"/>
                <a:gd name="connsiteY108" fmla="*/ 157105 h 438234"/>
                <a:gd name="connsiteX109" fmla="*/ 1062727 w 2915191"/>
                <a:gd name="connsiteY109" fmla="*/ 136603 h 438234"/>
                <a:gd name="connsiteX110" fmla="*/ 1072471 w 2915191"/>
                <a:gd name="connsiteY110" fmla="*/ 142132 h 438234"/>
                <a:gd name="connsiteX111" fmla="*/ 1082230 w 2915191"/>
                <a:gd name="connsiteY111" fmla="*/ 142092 h 438234"/>
                <a:gd name="connsiteX112" fmla="*/ 1091973 w 2915191"/>
                <a:gd name="connsiteY112" fmla="*/ 127374 h 438234"/>
                <a:gd name="connsiteX113" fmla="*/ 1101732 w 2915191"/>
                <a:gd name="connsiteY113" fmla="*/ 96103 h 438234"/>
                <a:gd name="connsiteX114" fmla="*/ 1111476 w 2915191"/>
                <a:gd name="connsiteY114" fmla="*/ 108752 h 438234"/>
                <a:gd name="connsiteX115" fmla="*/ 1121220 w 2915191"/>
                <a:gd name="connsiteY115" fmla="*/ 136372 h 438234"/>
                <a:gd name="connsiteX116" fmla="*/ 1130979 w 2915191"/>
                <a:gd name="connsiteY116" fmla="*/ 149979 h 438234"/>
                <a:gd name="connsiteX117" fmla="*/ 1140723 w 2915191"/>
                <a:gd name="connsiteY117" fmla="*/ 132427 h 438234"/>
                <a:gd name="connsiteX118" fmla="*/ 1150482 w 2915191"/>
                <a:gd name="connsiteY118" fmla="*/ 156594 h 438234"/>
                <a:gd name="connsiteX119" fmla="*/ 1160226 w 2915191"/>
                <a:gd name="connsiteY119" fmla="*/ 167147 h 438234"/>
                <a:gd name="connsiteX120" fmla="*/ 1169969 w 2915191"/>
                <a:gd name="connsiteY120" fmla="*/ 174965 h 438234"/>
                <a:gd name="connsiteX121" fmla="*/ 1179728 w 2915191"/>
                <a:gd name="connsiteY121" fmla="*/ 175589 h 438234"/>
                <a:gd name="connsiteX122" fmla="*/ 1189472 w 2915191"/>
                <a:gd name="connsiteY122" fmla="*/ 186650 h 438234"/>
                <a:gd name="connsiteX123" fmla="*/ 1199231 w 2915191"/>
                <a:gd name="connsiteY123" fmla="*/ 185087 h 438234"/>
                <a:gd name="connsiteX124" fmla="*/ 1208975 w 2915191"/>
                <a:gd name="connsiteY124" fmla="*/ 178049 h 438234"/>
                <a:gd name="connsiteX125" fmla="*/ 1218719 w 2915191"/>
                <a:gd name="connsiteY125" fmla="*/ 134387 h 438234"/>
                <a:gd name="connsiteX126" fmla="*/ 1228478 w 2915191"/>
                <a:gd name="connsiteY126" fmla="*/ 116844 h 438234"/>
                <a:gd name="connsiteX127" fmla="*/ 1238222 w 2915191"/>
                <a:gd name="connsiteY127" fmla="*/ 121212 h 438234"/>
                <a:gd name="connsiteX128" fmla="*/ 1247966 w 2915191"/>
                <a:gd name="connsiteY128" fmla="*/ 135587 h 438234"/>
                <a:gd name="connsiteX129" fmla="*/ 1257725 w 2915191"/>
                <a:gd name="connsiteY129" fmla="*/ 130469 h 438234"/>
                <a:gd name="connsiteX130" fmla="*/ 1267469 w 2915191"/>
                <a:gd name="connsiteY130" fmla="*/ 138769 h 438234"/>
                <a:gd name="connsiteX131" fmla="*/ 1277227 w 2915191"/>
                <a:gd name="connsiteY131" fmla="*/ 140187 h 438234"/>
                <a:gd name="connsiteX132" fmla="*/ 1286971 w 2915191"/>
                <a:gd name="connsiteY132" fmla="*/ 163093 h 438234"/>
                <a:gd name="connsiteX133" fmla="*/ 1296715 w 2915191"/>
                <a:gd name="connsiteY133" fmla="*/ 179500 h 438234"/>
                <a:gd name="connsiteX134" fmla="*/ 1306474 w 2915191"/>
                <a:gd name="connsiteY134" fmla="*/ 182684 h 438234"/>
                <a:gd name="connsiteX135" fmla="*/ 1316218 w 2915191"/>
                <a:gd name="connsiteY135" fmla="*/ 221464 h 438234"/>
                <a:gd name="connsiteX136" fmla="*/ 1325977 w 2915191"/>
                <a:gd name="connsiteY136" fmla="*/ 214417 h 438234"/>
                <a:gd name="connsiteX137" fmla="*/ 1335721 w 2915191"/>
                <a:gd name="connsiteY137" fmla="*/ 227859 h 438234"/>
                <a:gd name="connsiteX138" fmla="*/ 1345465 w 2915191"/>
                <a:gd name="connsiteY138" fmla="*/ 244071 h 438234"/>
                <a:gd name="connsiteX139" fmla="*/ 1355224 w 2915191"/>
                <a:gd name="connsiteY139" fmla="*/ 239744 h 438234"/>
                <a:gd name="connsiteX140" fmla="*/ 1364967 w 2915191"/>
                <a:gd name="connsiteY140" fmla="*/ 230469 h 438234"/>
                <a:gd name="connsiteX141" fmla="*/ 1374726 w 2915191"/>
                <a:gd name="connsiteY141" fmla="*/ 250727 h 438234"/>
                <a:gd name="connsiteX142" fmla="*/ 1384470 w 2915191"/>
                <a:gd name="connsiteY142" fmla="*/ 249010 h 438234"/>
                <a:gd name="connsiteX143" fmla="*/ 1394214 w 2915191"/>
                <a:gd name="connsiteY143" fmla="*/ 256706 h 438234"/>
                <a:gd name="connsiteX144" fmla="*/ 1403973 w 2915191"/>
                <a:gd name="connsiteY144" fmla="*/ 261733 h 438234"/>
                <a:gd name="connsiteX145" fmla="*/ 1413717 w 2915191"/>
                <a:gd name="connsiteY145" fmla="*/ 284530 h 438234"/>
                <a:gd name="connsiteX146" fmla="*/ 1423476 w 2915191"/>
                <a:gd name="connsiteY146" fmla="*/ 278295 h 438234"/>
                <a:gd name="connsiteX147" fmla="*/ 1433220 w 2915191"/>
                <a:gd name="connsiteY147" fmla="*/ 263036 h 438234"/>
                <a:gd name="connsiteX148" fmla="*/ 1442964 w 2915191"/>
                <a:gd name="connsiteY148" fmla="*/ 277321 h 438234"/>
                <a:gd name="connsiteX149" fmla="*/ 1452722 w 2915191"/>
                <a:gd name="connsiteY149" fmla="*/ 292422 h 438234"/>
                <a:gd name="connsiteX150" fmla="*/ 1462466 w 2915191"/>
                <a:gd name="connsiteY150" fmla="*/ 309300 h 438234"/>
                <a:gd name="connsiteX151" fmla="*/ 1472225 w 2915191"/>
                <a:gd name="connsiteY151" fmla="*/ 326282 h 438234"/>
                <a:gd name="connsiteX152" fmla="*/ 1481969 w 2915191"/>
                <a:gd name="connsiteY152" fmla="*/ 343094 h 438234"/>
                <a:gd name="connsiteX153" fmla="*/ 1491713 w 2915191"/>
                <a:gd name="connsiteY153" fmla="*/ 313466 h 438234"/>
                <a:gd name="connsiteX154" fmla="*/ 1501472 w 2915191"/>
                <a:gd name="connsiteY154" fmla="*/ 282085 h 438234"/>
                <a:gd name="connsiteX155" fmla="*/ 1511216 w 2915191"/>
                <a:gd name="connsiteY155" fmla="*/ 294974 h 438234"/>
                <a:gd name="connsiteX156" fmla="*/ 1520960 w 2915191"/>
                <a:gd name="connsiteY156" fmla="*/ 311061 h 438234"/>
                <a:gd name="connsiteX157" fmla="*/ 1530719 w 2915191"/>
                <a:gd name="connsiteY157" fmla="*/ 307342 h 438234"/>
                <a:gd name="connsiteX158" fmla="*/ 1540463 w 2915191"/>
                <a:gd name="connsiteY158" fmla="*/ 319829 h 438234"/>
                <a:gd name="connsiteX159" fmla="*/ 1550221 w 2915191"/>
                <a:gd name="connsiteY159" fmla="*/ 303386 h 438234"/>
                <a:gd name="connsiteX160" fmla="*/ 1559965 w 2915191"/>
                <a:gd name="connsiteY160" fmla="*/ 323437 h 438234"/>
                <a:gd name="connsiteX161" fmla="*/ 1569709 w 2915191"/>
                <a:gd name="connsiteY161" fmla="*/ 330950 h 438234"/>
                <a:gd name="connsiteX162" fmla="*/ 1579468 w 2915191"/>
                <a:gd name="connsiteY162" fmla="*/ 323946 h 438234"/>
                <a:gd name="connsiteX163" fmla="*/ 1589212 w 2915191"/>
                <a:gd name="connsiteY163" fmla="*/ 312004 h 438234"/>
                <a:gd name="connsiteX164" fmla="*/ 1598971 w 2915191"/>
                <a:gd name="connsiteY164" fmla="*/ 295332 h 438234"/>
                <a:gd name="connsiteX165" fmla="*/ 1608715 w 2915191"/>
                <a:gd name="connsiteY165" fmla="*/ 321207 h 438234"/>
                <a:gd name="connsiteX166" fmla="*/ 1618459 w 2915191"/>
                <a:gd name="connsiteY166" fmla="*/ 326249 h 438234"/>
                <a:gd name="connsiteX167" fmla="*/ 1628218 w 2915191"/>
                <a:gd name="connsiteY167" fmla="*/ 330935 h 438234"/>
                <a:gd name="connsiteX168" fmla="*/ 1637962 w 2915191"/>
                <a:gd name="connsiteY168" fmla="*/ 326039 h 438234"/>
                <a:gd name="connsiteX169" fmla="*/ 1647720 w 2915191"/>
                <a:gd name="connsiteY169" fmla="*/ 313433 h 438234"/>
                <a:gd name="connsiteX170" fmla="*/ 1657464 w 2915191"/>
                <a:gd name="connsiteY170" fmla="*/ 274693 h 438234"/>
                <a:gd name="connsiteX171" fmla="*/ 1667208 w 2915191"/>
                <a:gd name="connsiteY171" fmla="*/ 266805 h 438234"/>
                <a:gd name="connsiteX172" fmla="*/ 1676967 w 2915191"/>
                <a:gd name="connsiteY172" fmla="*/ 270498 h 438234"/>
                <a:gd name="connsiteX173" fmla="*/ 1686711 w 2915191"/>
                <a:gd name="connsiteY173" fmla="*/ 259539 h 438234"/>
                <a:gd name="connsiteX174" fmla="*/ 1696470 w 2915191"/>
                <a:gd name="connsiteY174" fmla="*/ 211767 h 438234"/>
                <a:gd name="connsiteX175" fmla="*/ 1706214 w 2915191"/>
                <a:gd name="connsiteY175" fmla="*/ 196485 h 438234"/>
                <a:gd name="connsiteX176" fmla="*/ 1715958 w 2915191"/>
                <a:gd name="connsiteY176" fmla="*/ 220515 h 438234"/>
                <a:gd name="connsiteX177" fmla="*/ 1725716 w 2915191"/>
                <a:gd name="connsiteY177" fmla="*/ 235958 h 438234"/>
                <a:gd name="connsiteX178" fmla="*/ 1735460 w 2915191"/>
                <a:gd name="connsiteY178" fmla="*/ 312853 h 438234"/>
                <a:gd name="connsiteX179" fmla="*/ 1745219 w 2915191"/>
                <a:gd name="connsiteY179" fmla="*/ 329211 h 438234"/>
                <a:gd name="connsiteX180" fmla="*/ 1754963 w 2915191"/>
                <a:gd name="connsiteY180" fmla="*/ 341635 h 438234"/>
                <a:gd name="connsiteX181" fmla="*/ 1764707 w 2915191"/>
                <a:gd name="connsiteY181" fmla="*/ 355470 h 438234"/>
                <a:gd name="connsiteX182" fmla="*/ 1774466 w 2915191"/>
                <a:gd name="connsiteY182" fmla="*/ 330608 h 438234"/>
                <a:gd name="connsiteX183" fmla="*/ 1784210 w 2915191"/>
                <a:gd name="connsiteY183" fmla="*/ 339362 h 438234"/>
                <a:gd name="connsiteX184" fmla="*/ 1793969 w 2915191"/>
                <a:gd name="connsiteY184" fmla="*/ 307837 h 438234"/>
                <a:gd name="connsiteX185" fmla="*/ 1803713 w 2915191"/>
                <a:gd name="connsiteY185" fmla="*/ 311643 h 438234"/>
                <a:gd name="connsiteX186" fmla="*/ 1813457 w 2915191"/>
                <a:gd name="connsiteY186" fmla="*/ 312409 h 438234"/>
                <a:gd name="connsiteX187" fmla="*/ 1823215 w 2915191"/>
                <a:gd name="connsiteY187" fmla="*/ 293735 h 438234"/>
                <a:gd name="connsiteX188" fmla="*/ 1832959 w 2915191"/>
                <a:gd name="connsiteY188" fmla="*/ 288057 h 438234"/>
                <a:gd name="connsiteX189" fmla="*/ 1842703 w 2915191"/>
                <a:gd name="connsiteY189" fmla="*/ 300222 h 438234"/>
                <a:gd name="connsiteX190" fmla="*/ 1852462 w 2915191"/>
                <a:gd name="connsiteY190" fmla="*/ 310875 h 438234"/>
                <a:gd name="connsiteX191" fmla="*/ 1862206 w 2915191"/>
                <a:gd name="connsiteY191" fmla="*/ 300021 h 438234"/>
                <a:gd name="connsiteX192" fmla="*/ 1871965 w 2915191"/>
                <a:gd name="connsiteY192" fmla="*/ 320091 h 438234"/>
                <a:gd name="connsiteX193" fmla="*/ 1881709 w 2915191"/>
                <a:gd name="connsiteY193" fmla="*/ 337632 h 438234"/>
                <a:gd name="connsiteX194" fmla="*/ 1891453 w 2915191"/>
                <a:gd name="connsiteY194" fmla="*/ 319959 h 438234"/>
                <a:gd name="connsiteX195" fmla="*/ 1901212 w 2915191"/>
                <a:gd name="connsiteY195" fmla="*/ 333041 h 438234"/>
                <a:gd name="connsiteX196" fmla="*/ 1910956 w 2915191"/>
                <a:gd name="connsiteY196" fmla="*/ 289015 h 438234"/>
                <a:gd name="connsiteX197" fmla="*/ 1920714 w 2915191"/>
                <a:gd name="connsiteY197" fmla="*/ 273822 h 438234"/>
                <a:gd name="connsiteX198" fmla="*/ 1930458 w 2915191"/>
                <a:gd name="connsiteY198" fmla="*/ 255319 h 438234"/>
                <a:gd name="connsiteX199" fmla="*/ 1940202 w 2915191"/>
                <a:gd name="connsiteY199" fmla="*/ 252091 h 438234"/>
                <a:gd name="connsiteX200" fmla="*/ 1949961 w 2915191"/>
                <a:gd name="connsiteY200" fmla="*/ 270326 h 438234"/>
                <a:gd name="connsiteX201" fmla="*/ 1959705 w 2915191"/>
                <a:gd name="connsiteY201" fmla="*/ 303914 h 438234"/>
                <a:gd name="connsiteX202" fmla="*/ 1969464 w 2915191"/>
                <a:gd name="connsiteY202" fmla="*/ 322192 h 438234"/>
                <a:gd name="connsiteX203" fmla="*/ 1979208 w 2915191"/>
                <a:gd name="connsiteY203" fmla="*/ 328350 h 438234"/>
                <a:gd name="connsiteX204" fmla="*/ 1988952 w 2915191"/>
                <a:gd name="connsiteY204" fmla="*/ 346017 h 438234"/>
                <a:gd name="connsiteX205" fmla="*/ 1998711 w 2915191"/>
                <a:gd name="connsiteY205" fmla="*/ 327536 h 438234"/>
                <a:gd name="connsiteX206" fmla="*/ 2008454 w 2915191"/>
                <a:gd name="connsiteY206" fmla="*/ 332614 h 438234"/>
                <a:gd name="connsiteX207" fmla="*/ 2018213 w 2915191"/>
                <a:gd name="connsiteY207" fmla="*/ 332548 h 438234"/>
                <a:gd name="connsiteX208" fmla="*/ 2027957 w 2915191"/>
                <a:gd name="connsiteY208" fmla="*/ 354378 h 438234"/>
                <a:gd name="connsiteX209" fmla="*/ 2037701 w 2915191"/>
                <a:gd name="connsiteY209" fmla="*/ 343837 h 438234"/>
                <a:gd name="connsiteX210" fmla="*/ 2047460 w 2915191"/>
                <a:gd name="connsiteY210" fmla="*/ 325015 h 438234"/>
                <a:gd name="connsiteX211" fmla="*/ 2057204 w 2915191"/>
                <a:gd name="connsiteY211" fmla="*/ 359019 h 438234"/>
                <a:gd name="connsiteX212" fmla="*/ 2066963 w 2915191"/>
                <a:gd name="connsiteY212" fmla="*/ 358531 h 438234"/>
                <a:gd name="connsiteX213" fmla="*/ 2076707 w 2915191"/>
                <a:gd name="connsiteY213" fmla="*/ 351392 h 438234"/>
                <a:gd name="connsiteX214" fmla="*/ 2086451 w 2915191"/>
                <a:gd name="connsiteY214" fmla="*/ 363535 h 438234"/>
                <a:gd name="connsiteX215" fmla="*/ 2096210 w 2915191"/>
                <a:gd name="connsiteY215" fmla="*/ 329650 h 438234"/>
                <a:gd name="connsiteX216" fmla="*/ 2105954 w 2915191"/>
                <a:gd name="connsiteY216" fmla="*/ 333424 h 438234"/>
                <a:gd name="connsiteX217" fmla="*/ 2115697 w 2915191"/>
                <a:gd name="connsiteY217" fmla="*/ 324071 h 438234"/>
                <a:gd name="connsiteX218" fmla="*/ 2125456 w 2915191"/>
                <a:gd name="connsiteY218" fmla="*/ 313406 h 438234"/>
                <a:gd name="connsiteX219" fmla="*/ 2135200 w 2915191"/>
                <a:gd name="connsiteY219" fmla="*/ 301391 h 438234"/>
                <a:gd name="connsiteX220" fmla="*/ 2144959 w 2915191"/>
                <a:gd name="connsiteY220" fmla="*/ 301493 h 438234"/>
                <a:gd name="connsiteX221" fmla="*/ 2154703 w 2915191"/>
                <a:gd name="connsiteY221" fmla="*/ 302008 h 438234"/>
                <a:gd name="connsiteX222" fmla="*/ 2164447 w 2915191"/>
                <a:gd name="connsiteY222" fmla="*/ 272949 h 438234"/>
                <a:gd name="connsiteX223" fmla="*/ 2174206 w 2915191"/>
                <a:gd name="connsiteY223" fmla="*/ 244400 h 438234"/>
                <a:gd name="connsiteX224" fmla="*/ 2183950 w 2915191"/>
                <a:gd name="connsiteY224" fmla="*/ 257433 h 438234"/>
                <a:gd name="connsiteX225" fmla="*/ 2193709 w 2915191"/>
                <a:gd name="connsiteY225" fmla="*/ 249232 h 438234"/>
                <a:gd name="connsiteX226" fmla="*/ 2203452 w 2915191"/>
                <a:gd name="connsiteY226" fmla="*/ 249422 h 438234"/>
                <a:gd name="connsiteX227" fmla="*/ 2213196 w 2915191"/>
                <a:gd name="connsiteY227" fmla="*/ 256756 h 438234"/>
                <a:gd name="connsiteX228" fmla="*/ 2222955 w 2915191"/>
                <a:gd name="connsiteY228" fmla="*/ 250769 h 438234"/>
                <a:gd name="connsiteX229" fmla="*/ 2232699 w 2915191"/>
                <a:gd name="connsiteY229" fmla="*/ 280375 h 438234"/>
                <a:gd name="connsiteX230" fmla="*/ 2242458 w 2915191"/>
                <a:gd name="connsiteY230" fmla="*/ 307946 h 438234"/>
                <a:gd name="connsiteX231" fmla="*/ 2252202 w 2915191"/>
                <a:gd name="connsiteY231" fmla="*/ 282614 h 438234"/>
                <a:gd name="connsiteX232" fmla="*/ 2261946 w 2915191"/>
                <a:gd name="connsiteY232" fmla="*/ 254685 h 438234"/>
                <a:gd name="connsiteX233" fmla="*/ 2271705 w 2915191"/>
                <a:gd name="connsiteY233" fmla="*/ 283160 h 438234"/>
                <a:gd name="connsiteX234" fmla="*/ 2281449 w 2915191"/>
                <a:gd name="connsiteY234" fmla="*/ 275850 h 438234"/>
                <a:gd name="connsiteX235" fmla="*/ 2291208 w 2915191"/>
                <a:gd name="connsiteY235" fmla="*/ 302595 h 438234"/>
                <a:gd name="connsiteX236" fmla="*/ 2300951 w 2915191"/>
                <a:gd name="connsiteY236" fmla="*/ 293711 h 438234"/>
                <a:gd name="connsiteX237" fmla="*/ 2310695 w 2915191"/>
                <a:gd name="connsiteY237" fmla="*/ 308558 h 438234"/>
                <a:gd name="connsiteX238" fmla="*/ 2320454 w 2915191"/>
                <a:gd name="connsiteY238" fmla="*/ 305460 h 438234"/>
                <a:gd name="connsiteX239" fmla="*/ 2330198 w 2915191"/>
                <a:gd name="connsiteY239" fmla="*/ 282422 h 438234"/>
                <a:gd name="connsiteX240" fmla="*/ 2339957 w 2915191"/>
                <a:gd name="connsiteY240" fmla="*/ 266298 h 438234"/>
                <a:gd name="connsiteX241" fmla="*/ 2349701 w 2915191"/>
                <a:gd name="connsiteY241" fmla="*/ 296992 h 438234"/>
                <a:gd name="connsiteX242" fmla="*/ 2359445 w 2915191"/>
                <a:gd name="connsiteY242" fmla="*/ 274211 h 438234"/>
                <a:gd name="connsiteX243" fmla="*/ 2369204 w 2915191"/>
                <a:gd name="connsiteY243" fmla="*/ 264946 h 438234"/>
                <a:gd name="connsiteX244" fmla="*/ 2378948 w 2915191"/>
                <a:gd name="connsiteY244" fmla="*/ 252913 h 438234"/>
                <a:gd name="connsiteX245" fmla="*/ 2388692 w 2915191"/>
                <a:gd name="connsiteY245" fmla="*/ 265622 h 438234"/>
                <a:gd name="connsiteX246" fmla="*/ 2398450 w 2915191"/>
                <a:gd name="connsiteY246" fmla="*/ 274859 h 438234"/>
                <a:gd name="connsiteX247" fmla="*/ 2408194 w 2915191"/>
                <a:gd name="connsiteY247" fmla="*/ 284949 h 438234"/>
                <a:gd name="connsiteX248" fmla="*/ 2417953 w 2915191"/>
                <a:gd name="connsiteY248" fmla="*/ 292990 h 438234"/>
                <a:gd name="connsiteX249" fmla="*/ 2427697 w 2915191"/>
                <a:gd name="connsiteY249" fmla="*/ 271062 h 438234"/>
                <a:gd name="connsiteX250" fmla="*/ 2437441 w 2915191"/>
                <a:gd name="connsiteY250" fmla="*/ 306652 h 438234"/>
                <a:gd name="connsiteX251" fmla="*/ 2447200 w 2915191"/>
                <a:gd name="connsiteY251" fmla="*/ 305154 h 438234"/>
                <a:gd name="connsiteX252" fmla="*/ 2456944 w 2915191"/>
                <a:gd name="connsiteY252" fmla="*/ 275084 h 438234"/>
                <a:gd name="connsiteX253" fmla="*/ 2466703 w 2915191"/>
                <a:gd name="connsiteY253" fmla="*/ 238851 h 438234"/>
                <a:gd name="connsiteX254" fmla="*/ 2476446 w 2915191"/>
                <a:gd name="connsiteY254" fmla="*/ 239957 h 438234"/>
                <a:gd name="connsiteX255" fmla="*/ 2486190 w 2915191"/>
                <a:gd name="connsiteY255" fmla="*/ 231409 h 438234"/>
                <a:gd name="connsiteX256" fmla="*/ 2495949 w 2915191"/>
                <a:gd name="connsiteY256" fmla="*/ 233539 h 438234"/>
                <a:gd name="connsiteX257" fmla="*/ 2505693 w 2915191"/>
                <a:gd name="connsiteY257" fmla="*/ 240099 h 438234"/>
                <a:gd name="connsiteX258" fmla="*/ 2515452 w 2915191"/>
                <a:gd name="connsiteY258" fmla="*/ 257104 h 438234"/>
                <a:gd name="connsiteX259" fmla="*/ 2525196 w 2915191"/>
                <a:gd name="connsiteY259" fmla="*/ 238990 h 438234"/>
                <a:gd name="connsiteX260" fmla="*/ 2534940 w 2915191"/>
                <a:gd name="connsiteY260" fmla="*/ 230560 h 438234"/>
                <a:gd name="connsiteX261" fmla="*/ 2544699 w 2915191"/>
                <a:gd name="connsiteY261" fmla="*/ 239683 h 438234"/>
                <a:gd name="connsiteX262" fmla="*/ 2554443 w 2915191"/>
                <a:gd name="connsiteY262" fmla="*/ 260941 h 438234"/>
                <a:gd name="connsiteX263" fmla="*/ 2564202 w 2915191"/>
                <a:gd name="connsiteY263" fmla="*/ 241097 h 438234"/>
                <a:gd name="connsiteX264" fmla="*/ 2573946 w 2915191"/>
                <a:gd name="connsiteY264" fmla="*/ 276053 h 438234"/>
                <a:gd name="connsiteX265" fmla="*/ 2583690 w 2915191"/>
                <a:gd name="connsiteY265" fmla="*/ 265366 h 438234"/>
                <a:gd name="connsiteX266" fmla="*/ 2593448 w 2915191"/>
                <a:gd name="connsiteY266" fmla="*/ 269511 h 438234"/>
                <a:gd name="connsiteX267" fmla="*/ 2603192 w 2915191"/>
                <a:gd name="connsiteY267" fmla="*/ 263442 h 438234"/>
                <a:gd name="connsiteX268" fmla="*/ 2612951 w 2915191"/>
                <a:gd name="connsiteY268" fmla="*/ 250415 h 438234"/>
                <a:gd name="connsiteX269" fmla="*/ 2622695 w 2915191"/>
                <a:gd name="connsiteY269" fmla="*/ 240386 h 438234"/>
                <a:gd name="connsiteX270" fmla="*/ 2632439 w 2915191"/>
                <a:gd name="connsiteY270" fmla="*/ 239443 h 438234"/>
                <a:gd name="connsiteX271" fmla="*/ 2642198 w 2915191"/>
                <a:gd name="connsiteY271" fmla="*/ 236503 h 438234"/>
                <a:gd name="connsiteX272" fmla="*/ 2651942 w 2915191"/>
                <a:gd name="connsiteY272" fmla="*/ 233504 h 438234"/>
                <a:gd name="connsiteX273" fmla="*/ 2661685 w 2915191"/>
                <a:gd name="connsiteY273" fmla="*/ 236174 h 438234"/>
                <a:gd name="connsiteX274" fmla="*/ 2671444 w 2915191"/>
                <a:gd name="connsiteY274" fmla="*/ 244343 h 438234"/>
                <a:gd name="connsiteX275" fmla="*/ 2681188 w 2915191"/>
                <a:gd name="connsiteY275" fmla="*/ 215544 h 438234"/>
                <a:gd name="connsiteX276" fmla="*/ 2690947 w 2915191"/>
                <a:gd name="connsiteY276" fmla="*/ 175027 h 438234"/>
                <a:gd name="connsiteX277" fmla="*/ 2700691 w 2915191"/>
                <a:gd name="connsiteY277" fmla="*/ 138462 h 438234"/>
                <a:gd name="connsiteX278" fmla="*/ 2710435 w 2915191"/>
                <a:gd name="connsiteY278" fmla="*/ 130065 h 438234"/>
                <a:gd name="connsiteX279" fmla="*/ 2720194 w 2915191"/>
                <a:gd name="connsiteY279" fmla="*/ 130105 h 438234"/>
                <a:gd name="connsiteX280" fmla="*/ 2729938 w 2915191"/>
                <a:gd name="connsiteY280" fmla="*/ 126673 h 438234"/>
                <a:gd name="connsiteX281" fmla="*/ 2739697 w 2915191"/>
                <a:gd name="connsiteY281" fmla="*/ 150551 h 438234"/>
                <a:gd name="connsiteX282" fmla="*/ 2749441 w 2915191"/>
                <a:gd name="connsiteY282" fmla="*/ 123247 h 438234"/>
                <a:gd name="connsiteX283" fmla="*/ 2759185 w 2915191"/>
                <a:gd name="connsiteY283" fmla="*/ 124199 h 438234"/>
                <a:gd name="connsiteX284" fmla="*/ 2768943 w 2915191"/>
                <a:gd name="connsiteY284" fmla="*/ 103228 h 438234"/>
                <a:gd name="connsiteX285" fmla="*/ 2778687 w 2915191"/>
                <a:gd name="connsiteY285" fmla="*/ 82093 h 438234"/>
                <a:gd name="connsiteX286" fmla="*/ 2788446 w 2915191"/>
                <a:gd name="connsiteY286" fmla="*/ 85422 h 438234"/>
                <a:gd name="connsiteX287" fmla="*/ 2798190 w 2915191"/>
                <a:gd name="connsiteY287" fmla="*/ 107895 h 438234"/>
                <a:gd name="connsiteX288" fmla="*/ 2807934 w 2915191"/>
                <a:gd name="connsiteY288" fmla="*/ 84997 h 438234"/>
                <a:gd name="connsiteX289" fmla="*/ 2817693 w 2915191"/>
                <a:gd name="connsiteY289" fmla="*/ 58736 h 438234"/>
                <a:gd name="connsiteX290" fmla="*/ 2827437 w 2915191"/>
                <a:gd name="connsiteY290" fmla="*/ 65387 h 438234"/>
                <a:gd name="connsiteX291" fmla="*/ 2837196 w 2915191"/>
                <a:gd name="connsiteY291" fmla="*/ 38395 h 438234"/>
                <a:gd name="connsiteX292" fmla="*/ 2846940 w 2915191"/>
                <a:gd name="connsiteY292" fmla="*/ 34841 h 438234"/>
                <a:gd name="connsiteX293" fmla="*/ 2856684 w 2915191"/>
                <a:gd name="connsiteY293" fmla="*/ 20060 h 438234"/>
                <a:gd name="connsiteX294" fmla="*/ 2866442 w 2915191"/>
                <a:gd name="connsiteY294" fmla="*/ 17517 h 438234"/>
                <a:gd name="connsiteX295" fmla="*/ 2876186 w 2915191"/>
                <a:gd name="connsiteY295" fmla="*/ 0 h 438234"/>
                <a:gd name="connsiteX296" fmla="*/ 2885945 w 2915191"/>
                <a:gd name="connsiteY296" fmla="*/ 11226 h 438234"/>
                <a:gd name="connsiteX297" fmla="*/ 2895689 w 2915191"/>
                <a:gd name="connsiteY297" fmla="*/ 21216 h 438234"/>
                <a:gd name="connsiteX298" fmla="*/ 2905433 w 2915191"/>
                <a:gd name="connsiteY298" fmla="*/ 9210 h 438234"/>
                <a:gd name="connsiteX299" fmla="*/ 2915192 w 2915191"/>
                <a:gd name="connsiteY299" fmla="*/ 1509 h 4382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38234">
                  <a:moveTo>
                    <a:pt x="0" y="290441"/>
                  </a:moveTo>
                  <a:lnTo>
                    <a:pt x="9750" y="280736"/>
                  </a:lnTo>
                  <a:lnTo>
                    <a:pt x="19500" y="284165"/>
                  </a:lnTo>
                  <a:lnTo>
                    <a:pt x="29250" y="300045"/>
                  </a:lnTo>
                  <a:lnTo>
                    <a:pt x="39000" y="299303"/>
                  </a:lnTo>
                  <a:lnTo>
                    <a:pt x="48749" y="293973"/>
                  </a:lnTo>
                  <a:lnTo>
                    <a:pt x="58499" y="302698"/>
                  </a:lnTo>
                  <a:lnTo>
                    <a:pt x="68249" y="304698"/>
                  </a:lnTo>
                  <a:lnTo>
                    <a:pt x="77998" y="333846"/>
                  </a:lnTo>
                  <a:lnTo>
                    <a:pt x="87748" y="333584"/>
                  </a:lnTo>
                  <a:lnTo>
                    <a:pt x="97497" y="329509"/>
                  </a:lnTo>
                  <a:lnTo>
                    <a:pt x="107247" y="316329"/>
                  </a:lnTo>
                  <a:lnTo>
                    <a:pt x="116997" y="317718"/>
                  </a:lnTo>
                  <a:lnTo>
                    <a:pt x="126747" y="308723"/>
                  </a:lnTo>
                  <a:lnTo>
                    <a:pt x="136497" y="328643"/>
                  </a:lnTo>
                  <a:lnTo>
                    <a:pt x="146247" y="351930"/>
                  </a:lnTo>
                  <a:lnTo>
                    <a:pt x="155997" y="363198"/>
                  </a:lnTo>
                  <a:lnTo>
                    <a:pt x="165747" y="343916"/>
                  </a:lnTo>
                  <a:lnTo>
                    <a:pt x="175497" y="372890"/>
                  </a:lnTo>
                  <a:lnTo>
                    <a:pt x="185247" y="356936"/>
                  </a:lnTo>
                  <a:lnTo>
                    <a:pt x="194996" y="354307"/>
                  </a:lnTo>
                  <a:lnTo>
                    <a:pt x="204746" y="349505"/>
                  </a:lnTo>
                  <a:lnTo>
                    <a:pt x="214495" y="342863"/>
                  </a:lnTo>
                  <a:lnTo>
                    <a:pt x="224245" y="372711"/>
                  </a:lnTo>
                  <a:lnTo>
                    <a:pt x="233995" y="382038"/>
                  </a:lnTo>
                  <a:lnTo>
                    <a:pt x="243744" y="388652"/>
                  </a:lnTo>
                  <a:lnTo>
                    <a:pt x="253494" y="392943"/>
                  </a:lnTo>
                  <a:lnTo>
                    <a:pt x="263244" y="371916"/>
                  </a:lnTo>
                  <a:lnTo>
                    <a:pt x="272994" y="410467"/>
                  </a:lnTo>
                  <a:lnTo>
                    <a:pt x="282744" y="399060"/>
                  </a:lnTo>
                  <a:lnTo>
                    <a:pt x="292494" y="415880"/>
                  </a:lnTo>
                  <a:lnTo>
                    <a:pt x="302244" y="438234"/>
                  </a:lnTo>
                  <a:lnTo>
                    <a:pt x="311994" y="428820"/>
                  </a:lnTo>
                  <a:lnTo>
                    <a:pt x="321744" y="409177"/>
                  </a:lnTo>
                  <a:lnTo>
                    <a:pt x="331493" y="410664"/>
                  </a:lnTo>
                  <a:lnTo>
                    <a:pt x="341243" y="373152"/>
                  </a:lnTo>
                  <a:lnTo>
                    <a:pt x="350993" y="352514"/>
                  </a:lnTo>
                  <a:lnTo>
                    <a:pt x="360742" y="359433"/>
                  </a:lnTo>
                  <a:lnTo>
                    <a:pt x="370492" y="372674"/>
                  </a:lnTo>
                  <a:lnTo>
                    <a:pt x="380241" y="389541"/>
                  </a:lnTo>
                  <a:lnTo>
                    <a:pt x="389991" y="384017"/>
                  </a:lnTo>
                  <a:lnTo>
                    <a:pt x="399741" y="423936"/>
                  </a:lnTo>
                  <a:lnTo>
                    <a:pt x="409491" y="427020"/>
                  </a:lnTo>
                  <a:lnTo>
                    <a:pt x="419241" y="421777"/>
                  </a:lnTo>
                  <a:lnTo>
                    <a:pt x="428991" y="408262"/>
                  </a:lnTo>
                  <a:lnTo>
                    <a:pt x="438741" y="391553"/>
                  </a:lnTo>
                  <a:lnTo>
                    <a:pt x="448491" y="362787"/>
                  </a:lnTo>
                  <a:lnTo>
                    <a:pt x="458241" y="342060"/>
                  </a:lnTo>
                  <a:lnTo>
                    <a:pt x="467991" y="349837"/>
                  </a:lnTo>
                  <a:lnTo>
                    <a:pt x="477740" y="360776"/>
                  </a:lnTo>
                  <a:lnTo>
                    <a:pt x="487490" y="381894"/>
                  </a:lnTo>
                  <a:lnTo>
                    <a:pt x="497239" y="339566"/>
                  </a:lnTo>
                  <a:lnTo>
                    <a:pt x="506989" y="333847"/>
                  </a:lnTo>
                  <a:lnTo>
                    <a:pt x="516738" y="328981"/>
                  </a:lnTo>
                  <a:lnTo>
                    <a:pt x="526488" y="331510"/>
                  </a:lnTo>
                  <a:lnTo>
                    <a:pt x="536238" y="316198"/>
                  </a:lnTo>
                  <a:lnTo>
                    <a:pt x="545988" y="308713"/>
                  </a:lnTo>
                  <a:lnTo>
                    <a:pt x="555738" y="312000"/>
                  </a:lnTo>
                  <a:lnTo>
                    <a:pt x="565488" y="295341"/>
                  </a:lnTo>
                  <a:lnTo>
                    <a:pt x="575238" y="300325"/>
                  </a:lnTo>
                  <a:lnTo>
                    <a:pt x="584988" y="332845"/>
                  </a:lnTo>
                  <a:lnTo>
                    <a:pt x="594738" y="340321"/>
                  </a:lnTo>
                  <a:lnTo>
                    <a:pt x="604488" y="337262"/>
                  </a:lnTo>
                  <a:lnTo>
                    <a:pt x="614237" y="348946"/>
                  </a:lnTo>
                  <a:lnTo>
                    <a:pt x="623987" y="393680"/>
                  </a:lnTo>
                  <a:lnTo>
                    <a:pt x="633736" y="404503"/>
                  </a:lnTo>
                  <a:lnTo>
                    <a:pt x="643486" y="404306"/>
                  </a:lnTo>
                  <a:lnTo>
                    <a:pt x="653236" y="368044"/>
                  </a:lnTo>
                  <a:lnTo>
                    <a:pt x="662985" y="357118"/>
                  </a:lnTo>
                  <a:lnTo>
                    <a:pt x="672735" y="371242"/>
                  </a:lnTo>
                  <a:lnTo>
                    <a:pt x="682485" y="357853"/>
                  </a:lnTo>
                  <a:lnTo>
                    <a:pt x="692235" y="358772"/>
                  </a:lnTo>
                  <a:lnTo>
                    <a:pt x="701985" y="359973"/>
                  </a:lnTo>
                  <a:lnTo>
                    <a:pt x="711735" y="333393"/>
                  </a:lnTo>
                  <a:lnTo>
                    <a:pt x="721485" y="327889"/>
                  </a:lnTo>
                  <a:lnTo>
                    <a:pt x="731235" y="350233"/>
                  </a:lnTo>
                  <a:lnTo>
                    <a:pt x="740985" y="371957"/>
                  </a:lnTo>
                  <a:lnTo>
                    <a:pt x="750734" y="359991"/>
                  </a:lnTo>
                  <a:lnTo>
                    <a:pt x="760484" y="355470"/>
                  </a:lnTo>
                  <a:lnTo>
                    <a:pt x="770233" y="336553"/>
                  </a:lnTo>
                  <a:lnTo>
                    <a:pt x="779983" y="349789"/>
                  </a:lnTo>
                  <a:lnTo>
                    <a:pt x="789733" y="368477"/>
                  </a:lnTo>
                  <a:lnTo>
                    <a:pt x="799482" y="388494"/>
                  </a:lnTo>
                  <a:lnTo>
                    <a:pt x="809232" y="344038"/>
                  </a:lnTo>
                  <a:lnTo>
                    <a:pt x="818982" y="319860"/>
                  </a:lnTo>
                  <a:lnTo>
                    <a:pt x="828732" y="335156"/>
                  </a:lnTo>
                  <a:lnTo>
                    <a:pt x="838482" y="329040"/>
                  </a:lnTo>
                  <a:lnTo>
                    <a:pt x="848232" y="294936"/>
                  </a:lnTo>
                  <a:lnTo>
                    <a:pt x="857982" y="281635"/>
                  </a:lnTo>
                  <a:lnTo>
                    <a:pt x="867732" y="303906"/>
                  </a:lnTo>
                  <a:lnTo>
                    <a:pt x="877482" y="295837"/>
                  </a:lnTo>
                  <a:lnTo>
                    <a:pt x="887231" y="283601"/>
                  </a:lnTo>
                  <a:lnTo>
                    <a:pt x="896981" y="265092"/>
                  </a:lnTo>
                  <a:lnTo>
                    <a:pt x="906730" y="265863"/>
                  </a:lnTo>
                  <a:lnTo>
                    <a:pt x="916480" y="238028"/>
                  </a:lnTo>
                  <a:lnTo>
                    <a:pt x="926230" y="234371"/>
                  </a:lnTo>
                  <a:lnTo>
                    <a:pt x="935979" y="199941"/>
                  </a:lnTo>
                  <a:lnTo>
                    <a:pt x="945729" y="175088"/>
                  </a:lnTo>
                  <a:lnTo>
                    <a:pt x="955479" y="159137"/>
                  </a:lnTo>
                  <a:lnTo>
                    <a:pt x="965229" y="173913"/>
                  </a:lnTo>
                  <a:lnTo>
                    <a:pt x="974979" y="190851"/>
                  </a:lnTo>
                  <a:lnTo>
                    <a:pt x="984729" y="180468"/>
                  </a:lnTo>
                  <a:lnTo>
                    <a:pt x="994474" y="171611"/>
                  </a:lnTo>
                  <a:lnTo>
                    <a:pt x="1004233" y="171405"/>
                  </a:lnTo>
                  <a:lnTo>
                    <a:pt x="1013977" y="192127"/>
                  </a:lnTo>
                  <a:lnTo>
                    <a:pt x="1023721" y="196762"/>
                  </a:lnTo>
                  <a:lnTo>
                    <a:pt x="1033480" y="166110"/>
                  </a:lnTo>
                  <a:lnTo>
                    <a:pt x="1043224" y="163303"/>
                  </a:lnTo>
                  <a:lnTo>
                    <a:pt x="1052983" y="157105"/>
                  </a:lnTo>
                  <a:lnTo>
                    <a:pt x="1062727" y="136603"/>
                  </a:lnTo>
                  <a:lnTo>
                    <a:pt x="1072471" y="142132"/>
                  </a:lnTo>
                  <a:lnTo>
                    <a:pt x="1082230" y="142092"/>
                  </a:lnTo>
                  <a:lnTo>
                    <a:pt x="1091973" y="127374"/>
                  </a:lnTo>
                  <a:lnTo>
                    <a:pt x="1101732" y="96103"/>
                  </a:lnTo>
                  <a:lnTo>
                    <a:pt x="1111476" y="108752"/>
                  </a:lnTo>
                  <a:lnTo>
                    <a:pt x="1121220" y="136372"/>
                  </a:lnTo>
                  <a:lnTo>
                    <a:pt x="1130979" y="149979"/>
                  </a:lnTo>
                  <a:lnTo>
                    <a:pt x="1140723" y="132427"/>
                  </a:lnTo>
                  <a:lnTo>
                    <a:pt x="1150482" y="156594"/>
                  </a:lnTo>
                  <a:lnTo>
                    <a:pt x="1160226" y="167147"/>
                  </a:lnTo>
                  <a:lnTo>
                    <a:pt x="1169969" y="174965"/>
                  </a:lnTo>
                  <a:lnTo>
                    <a:pt x="1179728" y="175589"/>
                  </a:lnTo>
                  <a:lnTo>
                    <a:pt x="1189472" y="186650"/>
                  </a:lnTo>
                  <a:lnTo>
                    <a:pt x="1199231" y="185087"/>
                  </a:lnTo>
                  <a:lnTo>
                    <a:pt x="1208975" y="178049"/>
                  </a:lnTo>
                  <a:lnTo>
                    <a:pt x="1218719" y="134387"/>
                  </a:lnTo>
                  <a:lnTo>
                    <a:pt x="1228478" y="116844"/>
                  </a:lnTo>
                  <a:lnTo>
                    <a:pt x="1238222" y="121212"/>
                  </a:lnTo>
                  <a:lnTo>
                    <a:pt x="1247966" y="135587"/>
                  </a:lnTo>
                  <a:lnTo>
                    <a:pt x="1257725" y="130469"/>
                  </a:lnTo>
                  <a:lnTo>
                    <a:pt x="1267469" y="138769"/>
                  </a:lnTo>
                  <a:lnTo>
                    <a:pt x="1277227" y="140187"/>
                  </a:lnTo>
                  <a:lnTo>
                    <a:pt x="1286971" y="163093"/>
                  </a:lnTo>
                  <a:lnTo>
                    <a:pt x="1296715" y="179500"/>
                  </a:lnTo>
                  <a:lnTo>
                    <a:pt x="1306474" y="182684"/>
                  </a:lnTo>
                  <a:lnTo>
                    <a:pt x="1316218" y="221464"/>
                  </a:lnTo>
                  <a:lnTo>
                    <a:pt x="1325977" y="214417"/>
                  </a:lnTo>
                  <a:lnTo>
                    <a:pt x="1335721" y="227859"/>
                  </a:lnTo>
                  <a:lnTo>
                    <a:pt x="1345465" y="244071"/>
                  </a:lnTo>
                  <a:lnTo>
                    <a:pt x="1355224" y="239744"/>
                  </a:lnTo>
                  <a:lnTo>
                    <a:pt x="1364967" y="230469"/>
                  </a:lnTo>
                  <a:lnTo>
                    <a:pt x="1374726" y="250727"/>
                  </a:lnTo>
                  <a:lnTo>
                    <a:pt x="1384470" y="249010"/>
                  </a:lnTo>
                  <a:lnTo>
                    <a:pt x="1394214" y="256706"/>
                  </a:lnTo>
                  <a:lnTo>
                    <a:pt x="1403973" y="261733"/>
                  </a:lnTo>
                  <a:lnTo>
                    <a:pt x="1413717" y="284530"/>
                  </a:lnTo>
                  <a:lnTo>
                    <a:pt x="1423476" y="278295"/>
                  </a:lnTo>
                  <a:lnTo>
                    <a:pt x="1433220" y="263036"/>
                  </a:lnTo>
                  <a:lnTo>
                    <a:pt x="1442964" y="277321"/>
                  </a:lnTo>
                  <a:lnTo>
                    <a:pt x="1452722" y="292422"/>
                  </a:lnTo>
                  <a:lnTo>
                    <a:pt x="1462466" y="309300"/>
                  </a:lnTo>
                  <a:lnTo>
                    <a:pt x="1472225" y="326282"/>
                  </a:lnTo>
                  <a:lnTo>
                    <a:pt x="1481969" y="343094"/>
                  </a:lnTo>
                  <a:lnTo>
                    <a:pt x="1491713" y="313466"/>
                  </a:lnTo>
                  <a:lnTo>
                    <a:pt x="1501472" y="282085"/>
                  </a:lnTo>
                  <a:lnTo>
                    <a:pt x="1511216" y="294974"/>
                  </a:lnTo>
                  <a:lnTo>
                    <a:pt x="1520960" y="311061"/>
                  </a:lnTo>
                  <a:lnTo>
                    <a:pt x="1530719" y="307342"/>
                  </a:lnTo>
                  <a:lnTo>
                    <a:pt x="1540463" y="319829"/>
                  </a:lnTo>
                  <a:lnTo>
                    <a:pt x="1550221" y="303386"/>
                  </a:lnTo>
                  <a:lnTo>
                    <a:pt x="1559965" y="323437"/>
                  </a:lnTo>
                  <a:lnTo>
                    <a:pt x="1569709" y="330950"/>
                  </a:lnTo>
                  <a:lnTo>
                    <a:pt x="1579468" y="323946"/>
                  </a:lnTo>
                  <a:lnTo>
                    <a:pt x="1589212" y="312004"/>
                  </a:lnTo>
                  <a:lnTo>
                    <a:pt x="1598971" y="295332"/>
                  </a:lnTo>
                  <a:lnTo>
                    <a:pt x="1608715" y="321207"/>
                  </a:lnTo>
                  <a:lnTo>
                    <a:pt x="1618459" y="326249"/>
                  </a:lnTo>
                  <a:lnTo>
                    <a:pt x="1628218" y="330935"/>
                  </a:lnTo>
                  <a:lnTo>
                    <a:pt x="1637962" y="326039"/>
                  </a:lnTo>
                  <a:lnTo>
                    <a:pt x="1647720" y="313433"/>
                  </a:lnTo>
                  <a:lnTo>
                    <a:pt x="1657464" y="274693"/>
                  </a:lnTo>
                  <a:lnTo>
                    <a:pt x="1667208" y="266805"/>
                  </a:lnTo>
                  <a:lnTo>
                    <a:pt x="1676967" y="270498"/>
                  </a:lnTo>
                  <a:lnTo>
                    <a:pt x="1686711" y="259539"/>
                  </a:lnTo>
                  <a:lnTo>
                    <a:pt x="1696470" y="211767"/>
                  </a:lnTo>
                  <a:lnTo>
                    <a:pt x="1706214" y="196485"/>
                  </a:lnTo>
                  <a:lnTo>
                    <a:pt x="1715958" y="220515"/>
                  </a:lnTo>
                  <a:lnTo>
                    <a:pt x="1725716" y="235958"/>
                  </a:lnTo>
                  <a:lnTo>
                    <a:pt x="1735460" y="312853"/>
                  </a:lnTo>
                  <a:lnTo>
                    <a:pt x="1745219" y="329211"/>
                  </a:lnTo>
                  <a:lnTo>
                    <a:pt x="1754963" y="341635"/>
                  </a:lnTo>
                  <a:lnTo>
                    <a:pt x="1764707" y="355470"/>
                  </a:lnTo>
                  <a:lnTo>
                    <a:pt x="1774466" y="330608"/>
                  </a:lnTo>
                  <a:lnTo>
                    <a:pt x="1784210" y="339362"/>
                  </a:lnTo>
                  <a:lnTo>
                    <a:pt x="1793969" y="307837"/>
                  </a:lnTo>
                  <a:lnTo>
                    <a:pt x="1803713" y="311643"/>
                  </a:lnTo>
                  <a:lnTo>
                    <a:pt x="1813457" y="312409"/>
                  </a:lnTo>
                  <a:lnTo>
                    <a:pt x="1823215" y="293735"/>
                  </a:lnTo>
                  <a:lnTo>
                    <a:pt x="1832959" y="288057"/>
                  </a:lnTo>
                  <a:lnTo>
                    <a:pt x="1842703" y="300222"/>
                  </a:lnTo>
                  <a:lnTo>
                    <a:pt x="1852462" y="310875"/>
                  </a:lnTo>
                  <a:lnTo>
                    <a:pt x="1862206" y="300021"/>
                  </a:lnTo>
                  <a:lnTo>
                    <a:pt x="1871965" y="320091"/>
                  </a:lnTo>
                  <a:lnTo>
                    <a:pt x="1881709" y="337632"/>
                  </a:lnTo>
                  <a:lnTo>
                    <a:pt x="1891453" y="319959"/>
                  </a:lnTo>
                  <a:lnTo>
                    <a:pt x="1901212" y="333041"/>
                  </a:lnTo>
                  <a:lnTo>
                    <a:pt x="1910956" y="289015"/>
                  </a:lnTo>
                  <a:lnTo>
                    <a:pt x="1920714" y="273822"/>
                  </a:lnTo>
                  <a:lnTo>
                    <a:pt x="1930458" y="255319"/>
                  </a:lnTo>
                  <a:lnTo>
                    <a:pt x="1940202" y="252091"/>
                  </a:lnTo>
                  <a:lnTo>
                    <a:pt x="1949961" y="270326"/>
                  </a:lnTo>
                  <a:lnTo>
                    <a:pt x="1959705" y="303914"/>
                  </a:lnTo>
                  <a:lnTo>
                    <a:pt x="1969464" y="322192"/>
                  </a:lnTo>
                  <a:lnTo>
                    <a:pt x="1979208" y="328350"/>
                  </a:lnTo>
                  <a:lnTo>
                    <a:pt x="1988952" y="346017"/>
                  </a:lnTo>
                  <a:lnTo>
                    <a:pt x="1998711" y="327536"/>
                  </a:lnTo>
                  <a:lnTo>
                    <a:pt x="2008454" y="332614"/>
                  </a:lnTo>
                  <a:lnTo>
                    <a:pt x="2018213" y="332548"/>
                  </a:lnTo>
                  <a:lnTo>
                    <a:pt x="2027957" y="354378"/>
                  </a:lnTo>
                  <a:lnTo>
                    <a:pt x="2037701" y="343837"/>
                  </a:lnTo>
                  <a:lnTo>
                    <a:pt x="2047460" y="325015"/>
                  </a:lnTo>
                  <a:lnTo>
                    <a:pt x="2057204" y="359019"/>
                  </a:lnTo>
                  <a:lnTo>
                    <a:pt x="2066963" y="358531"/>
                  </a:lnTo>
                  <a:lnTo>
                    <a:pt x="2076707" y="351392"/>
                  </a:lnTo>
                  <a:lnTo>
                    <a:pt x="2086451" y="363535"/>
                  </a:lnTo>
                  <a:lnTo>
                    <a:pt x="2096210" y="329650"/>
                  </a:lnTo>
                  <a:lnTo>
                    <a:pt x="2105954" y="333424"/>
                  </a:lnTo>
                  <a:lnTo>
                    <a:pt x="2115697" y="324071"/>
                  </a:lnTo>
                  <a:lnTo>
                    <a:pt x="2125456" y="313406"/>
                  </a:lnTo>
                  <a:lnTo>
                    <a:pt x="2135200" y="301391"/>
                  </a:lnTo>
                  <a:lnTo>
                    <a:pt x="2144959" y="301493"/>
                  </a:lnTo>
                  <a:lnTo>
                    <a:pt x="2154703" y="302008"/>
                  </a:lnTo>
                  <a:lnTo>
                    <a:pt x="2164447" y="272949"/>
                  </a:lnTo>
                  <a:lnTo>
                    <a:pt x="2174206" y="244400"/>
                  </a:lnTo>
                  <a:lnTo>
                    <a:pt x="2183950" y="257433"/>
                  </a:lnTo>
                  <a:lnTo>
                    <a:pt x="2193709" y="249232"/>
                  </a:lnTo>
                  <a:lnTo>
                    <a:pt x="2203452" y="249422"/>
                  </a:lnTo>
                  <a:lnTo>
                    <a:pt x="2213196" y="256756"/>
                  </a:lnTo>
                  <a:lnTo>
                    <a:pt x="2222955" y="250769"/>
                  </a:lnTo>
                  <a:lnTo>
                    <a:pt x="2232699" y="280375"/>
                  </a:lnTo>
                  <a:lnTo>
                    <a:pt x="2242458" y="307946"/>
                  </a:lnTo>
                  <a:lnTo>
                    <a:pt x="2252202" y="282614"/>
                  </a:lnTo>
                  <a:lnTo>
                    <a:pt x="2261946" y="254685"/>
                  </a:lnTo>
                  <a:lnTo>
                    <a:pt x="2271705" y="283160"/>
                  </a:lnTo>
                  <a:lnTo>
                    <a:pt x="2281449" y="275850"/>
                  </a:lnTo>
                  <a:lnTo>
                    <a:pt x="2291208" y="302595"/>
                  </a:lnTo>
                  <a:lnTo>
                    <a:pt x="2300951" y="293711"/>
                  </a:lnTo>
                  <a:lnTo>
                    <a:pt x="2310695" y="308558"/>
                  </a:lnTo>
                  <a:lnTo>
                    <a:pt x="2320454" y="305460"/>
                  </a:lnTo>
                  <a:lnTo>
                    <a:pt x="2330198" y="282422"/>
                  </a:lnTo>
                  <a:lnTo>
                    <a:pt x="2339957" y="266298"/>
                  </a:lnTo>
                  <a:lnTo>
                    <a:pt x="2349701" y="296992"/>
                  </a:lnTo>
                  <a:lnTo>
                    <a:pt x="2359445" y="274211"/>
                  </a:lnTo>
                  <a:lnTo>
                    <a:pt x="2369204" y="264946"/>
                  </a:lnTo>
                  <a:lnTo>
                    <a:pt x="2378948" y="252913"/>
                  </a:lnTo>
                  <a:lnTo>
                    <a:pt x="2388692" y="265622"/>
                  </a:lnTo>
                  <a:lnTo>
                    <a:pt x="2398450" y="274859"/>
                  </a:lnTo>
                  <a:lnTo>
                    <a:pt x="2408194" y="284949"/>
                  </a:lnTo>
                  <a:lnTo>
                    <a:pt x="2417953" y="292990"/>
                  </a:lnTo>
                  <a:lnTo>
                    <a:pt x="2427697" y="271062"/>
                  </a:lnTo>
                  <a:lnTo>
                    <a:pt x="2437441" y="306652"/>
                  </a:lnTo>
                  <a:lnTo>
                    <a:pt x="2447200" y="305154"/>
                  </a:lnTo>
                  <a:lnTo>
                    <a:pt x="2456944" y="275084"/>
                  </a:lnTo>
                  <a:lnTo>
                    <a:pt x="2466703" y="238851"/>
                  </a:lnTo>
                  <a:lnTo>
                    <a:pt x="2476446" y="239957"/>
                  </a:lnTo>
                  <a:lnTo>
                    <a:pt x="2486190" y="231409"/>
                  </a:lnTo>
                  <a:lnTo>
                    <a:pt x="2495949" y="233539"/>
                  </a:lnTo>
                  <a:lnTo>
                    <a:pt x="2505693" y="240099"/>
                  </a:lnTo>
                  <a:lnTo>
                    <a:pt x="2515452" y="257104"/>
                  </a:lnTo>
                  <a:lnTo>
                    <a:pt x="2525196" y="238990"/>
                  </a:lnTo>
                  <a:lnTo>
                    <a:pt x="2534940" y="230560"/>
                  </a:lnTo>
                  <a:lnTo>
                    <a:pt x="2544699" y="239683"/>
                  </a:lnTo>
                  <a:lnTo>
                    <a:pt x="2554443" y="260941"/>
                  </a:lnTo>
                  <a:lnTo>
                    <a:pt x="2564202" y="241097"/>
                  </a:lnTo>
                  <a:lnTo>
                    <a:pt x="2573946" y="276053"/>
                  </a:lnTo>
                  <a:lnTo>
                    <a:pt x="2583690" y="265366"/>
                  </a:lnTo>
                  <a:lnTo>
                    <a:pt x="2593448" y="269511"/>
                  </a:lnTo>
                  <a:lnTo>
                    <a:pt x="2603192" y="263442"/>
                  </a:lnTo>
                  <a:lnTo>
                    <a:pt x="2612951" y="250415"/>
                  </a:lnTo>
                  <a:lnTo>
                    <a:pt x="2622695" y="240386"/>
                  </a:lnTo>
                  <a:lnTo>
                    <a:pt x="2632439" y="239443"/>
                  </a:lnTo>
                  <a:lnTo>
                    <a:pt x="2642198" y="236503"/>
                  </a:lnTo>
                  <a:lnTo>
                    <a:pt x="2651942" y="233504"/>
                  </a:lnTo>
                  <a:lnTo>
                    <a:pt x="2661685" y="236174"/>
                  </a:lnTo>
                  <a:lnTo>
                    <a:pt x="2671444" y="244343"/>
                  </a:lnTo>
                  <a:lnTo>
                    <a:pt x="2681188" y="215544"/>
                  </a:lnTo>
                  <a:lnTo>
                    <a:pt x="2690947" y="175027"/>
                  </a:lnTo>
                  <a:lnTo>
                    <a:pt x="2700691" y="138462"/>
                  </a:lnTo>
                  <a:lnTo>
                    <a:pt x="2710435" y="130065"/>
                  </a:lnTo>
                  <a:lnTo>
                    <a:pt x="2720194" y="130105"/>
                  </a:lnTo>
                  <a:lnTo>
                    <a:pt x="2729938" y="126673"/>
                  </a:lnTo>
                  <a:lnTo>
                    <a:pt x="2739697" y="150551"/>
                  </a:lnTo>
                  <a:lnTo>
                    <a:pt x="2749441" y="123247"/>
                  </a:lnTo>
                  <a:lnTo>
                    <a:pt x="2759185" y="124199"/>
                  </a:lnTo>
                  <a:lnTo>
                    <a:pt x="2768943" y="103228"/>
                  </a:lnTo>
                  <a:lnTo>
                    <a:pt x="2778687" y="82093"/>
                  </a:lnTo>
                  <a:lnTo>
                    <a:pt x="2788446" y="85422"/>
                  </a:lnTo>
                  <a:lnTo>
                    <a:pt x="2798190" y="107895"/>
                  </a:lnTo>
                  <a:lnTo>
                    <a:pt x="2807934" y="84997"/>
                  </a:lnTo>
                  <a:lnTo>
                    <a:pt x="2817693" y="58736"/>
                  </a:lnTo>
                  <a:lnTo>
                    <a:pt x="2827437" y="65387"/>
                  </a:lnTo>
                  <a:lnTo>
                    <a:pt x="2837196" y="38395"/>
                  </a:lnTo>
                  <a:lnTo>
                    <a:pt x="2846940" y="34841"/>
                  </a:lnTo>
                  <a:lnTo>
                    <a:pt x="2856684" y="20060"/>
                  </a:lnTo>
                  <a:lnTo>
                    <a:pt x="2866442" y="17517"/>
                  </a:lnTo>
                  <a:lnTo>
                    <a:pt x="2876186" y="0"/>
                  </a:lnTo>
                  <a:lnTo>
                    <a:pt x="2885945" y="11226"/>
                  </a:lnTo>
                  <a:lnTo>
                    <a:pt x="2895689" y="21216"/>
                  </a:lnTo>
                  <a:lnTo>
                    <a:pt x="2905433" y="9210"/>
                  </a:lnTo>
                  <a:lnTo>
                    <a:pt x="2915192" y="150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8" name="Freeform 1077">
              <a:extLst>
                <a:ext uri="{FF2B5EF4-FFF2-40B4-BE49-F238E27FC236}">
                  <a16:creationId xmlns:a16="http://schemas.microsoft.com/office/drawing/2014/main" id="{03C03743-EE63-5C36-42A3-B6B8860F911E}"/>
                </a:ext>
              </a:extLst>
            </p:cNvPr>
            <p:cNvSpPr/>
            <p:nvPr/>
          </p:nvSpPr>
          <p:spPr>
            <a:xfrm>
              <a:off x="4426652" y="3340829"/>
              <a:ext cx="2915191" cy="638582"/>
            </a:xfrm>
            <a:custGeom>
              <a:avLst/>
              <a:gdLst>
                <a:gd name="connsiteX0" fmla="*/ 0 w 2915191"/>
                <a:gd name="connsiteY0" fmla="*/ 638582 h 638582"/>
                <a:gd name="connsiteX1" fmla="*/ 9750 w 2915191"/>
                <a:gd name="connsiteY1" fmla="*/ 623000 h 638582"/>
                <a:gd name="connsiteX2" fmla="*/ 19500 w 2915191"/>
                <a:gd name="connsiteY2" fmla="*/ 635886 h 638582"/>
                <a:gd name="connsiteX3" fmla="*/ 29250 w 2915191"/>
                <a:gd name="connsiteY3" fmla="*/ 602043 h 638582"/>
                <a:gd name="connsiteX4" fmla="*/ 39000 w 2915191"/>
                <a:gd name="connsiteY4" fmla="*/ 605146 h 638582"/>
                <a:gd name="connsiteX5" fmla="*/ 48749 w 2915191"/>
                <a:gd name="connsiteY5" fmla="*/ 607735 h 638582"/>
                <a:gd name="connsiteX6" fmla="*/ 58499 w 2915191"/>
                <a:gd name="connsiteY6" fmla="*/ 581968 h 638582"/>
                <a:gd name="connsiteX7" fmla="*/ 68249 w 2915191"/>
                <a:gd name="connsiteY7" fmla="*/ 583334 h 638582"/>
                <a:gd name="connsiteX8" fmla="*/ 77998 w 2915191"/>
                <a:gd name="connsiteY8" fmla="*/ 572849 h 638582"/>
                <a:gd name="connsiteX9" fmla="*/ 87748 w 2915191"/>
                <a:gd name="connsiteY9" fmla="*/ 587436 h 638582"/>
                <a:gd name="connsiteX10" fmla="*/ 97497 w 2915191"/>
                <a:gd name="connsiteY10" fmla="*/ 585917 h 638582"/>
                <a:gd name="connsiteX11" fmla="*/ 107247 w 2915191"/>
                <a:gd name="connsiteY11" fmla="*/ 582587 h 638582"/>
                <a:gd name="connsiteX12" fmla="*/ 116997 w 2915191"/>
                <a:gd name="connsiteY12" fmla="*/ 562928 h 638582"/>
                <a:gd name="connsiteX13" fmla="*/ 126747 w 2915191"/>
                <a:gd name="connsiteY13" fmla="*/ 524963 h 638582"/>
                <a:gd name="connsiteX14" fmla="*/ 136497 w 2915191"/>
                <a:gd name="connsiteY14" fmla="*/ 535326 h 638582"/>
                <a:gd name="connsiteX15" fmla="*/ 146247 w 2915191"/>
                <a:gd name="connsiteY15" fmla="*/ 547271 h 638582"/>
                <a:gd name="connsiteX16" fmla="*/ 155997 w 2915191"/>
                <a:gd name="connsiteY16" fmla="*/ 518312 h 638582"/>
                <a:gd name="connsiteX17" fmla="*/ 165747 w 2915191"/>
                <a:gd name="connsiteY17" fmla="*/ 506053 h 638582"/>
                <a:gd name="connsiteX18" fmla="*/ 175497 w 2915191"/>
                <a:gd name="connsiteY18" fmla="*/ 490019 h 638582"/>
                <a:gd name="connsiteX19" fmla="*/ 185247 w 2915191"/>
                <a:gd name="connsiteY19" fmla="*/ 499879 h 638582"/>
                <a:gd name="connsiteX20" fmla="*/ 194996 w 2915191"/>
                <a:gd name="connsiteY20" fmla="*/ 470008 h 638582"/>
                <a:gd name="connsiteX21" fmla="*/ 204746 w 2915191"/>
                <a:gd name="connsiteY21" fmla="*/ 474542 h 638582"/>
                <a:gd name="connsiteX22" fmla="*/ 214495 w 2915191"/>
                <a:gd name="connsiteY22" fmla="*/ 473260 h 638582"/>
                <a:gd name="connsiteX23" fmla="*/ 224245 w 2915191"/>
                <a:gd name="connsiteY23" fmla="*/ 436563 h 638582"/>
                <a:gd name="connsiteX24" fmla="*/ 233995 w 2915191"/>
                <a:gd name="connsiteY24" fmla="*/ 427005 h 638582"/>
                <a:gd name="connsiteX25" fmla="*/ 243744 w 2915191"/>
                <a:gd name="connsiteY25" fmla="*/ 407478 h 638582"/>
                <a:gd name="connsiteX26" fmla="*/ 253494 w 2915191"/>
                <a:gd name="connsiteY26" fmla="*/ 416836 h 638582"/>
                <a:gd name="connsiteX27" fmla="*/ 263244 w 2915191"/>
                <a:gd name="connsiteY27" fmla="*/ 452780 h 638582"/>
                <a:gd name="connsiteX28" fmla="*/ 272994 w 2915191"/>
                <a:gd name="connsiteY28" fmla="*/ 415682 h 638582"/>
                <a:gd name="connsiteX29" fmla="*/ 282744 w 2915191"/>
                <a:gd name="connsiteY29" fmla="*/ 416693 h 638582"/>
                <a:gd name="connsiteX30" fmla="*/ 292494 w 2915191"/>
                <a:gd name="connsiteY30" fmla="*/ 367044 h 638582"/>
                <a:gd name="connsiteX31" fmla="*/ 302244 w 2915191"/>
                <a:gd name="connsiteY31" fmla="*/ 342771 h 638582"/>
                <a:gd name="connsiteX32" fmla="*/ 311994 w 2915191"/>
                <a:gd name="connsiteY32" fmla="*/ 323700 h 638582"/>
                <a:gd name="connsiteX33" fmla="*/ 321744 w 2915191"/>
                <a:gd name="connsiteY33" fmla="*/ 317961 h 638582"/>
                <a:gd name="connsiteX34" fmla="*/ 331493 w 2915191"/>
                <a:gd name="connsiteY34" fmla="*/ 293605 h 638582"/>
                <a:gd name="connsiteX35" fmla="*/ 341243 w 2915191"/>
                <a:gd name="connsiteY35" fmla="*/ 302208 h 638582"/>
                <a:gd name="connsiteX36" fmla="*/ 350993 w 2915191"/>
                <a:gd name="connsiteY36" fmla="*/ 311854 h 638582"/>
                <a:gd name="connsiteX37" fmla="*/ 360742 w 2915191"/>
                <a:gd name="connsiteY37" fmla="*/ 311083 h 638582"/>
                <a:gd name="connsiteX38" fmla="*/ 370492 w 2915191"/>
                <a:gd name="connsiteY38" fmla="*/ 294508 h 638582"/>
                <a:gd name="connsiteX39" fmla="*/ 380241 w 2915191"/>
                <a:gd name="connsiteY39" fmla="*/ 291657 h 638582"/>
                <a:gd name="connsiteX40" fmla="*/ 389991 w 2915191"/>
                <a:gd name="connsiteY40" fmla="*/ 295731 h 638582"/>
                <a:gd name="connsiteX41" fmla="*/ 399741 w 2915191"/>
                <a:gd name="connsiteY41" fmla="*/ 296134 h 638582"/>
                <a:gd name="connsiteX42" fmla="*/ 409491 w 2915191"/>
                <a:gd name="connsiteY42" fmla="*/ 288066 h 638582"/>
                <a:gd name="connsiteX43" fmla="*/ 419241 w 2915191"/>
                <a:gd name="connsiteY43" fmla="*/ 290453 h 638582"/>
                <a:gd name="connsiteX44" fmla="*/ 428991 w 2915191"/>
                <a:gd name="connsiteY44" fmla="*/ 289401 h 638582"/>
                <a:gd name="connsiteX45" fmla="*/ 438741 w 2915191"/>
                <a:gd name="connsiteY45" fmla="*/ 302698 h 638582"/>
                <a:gd name="connsiteX46" fmla="*/ 448491 w 2915191"/>
                <a:gd name="connsiteY46" fmla="*/ 288628 h 638582"/>
                <a:gd name="connsiteX47" fmla="*/ 458241 w 2915191"/>
                <a:gd name="connsiteY47" fmla="*/ 301687 h 638582"/>
                <a:gd name="connsiteX48" fmla="*/ 467991 w 2915191"/>
                <a:gd name="connsiteY48" fmla="*/ 312956 h 638582"/>
                <a:gd name="connsiteX49" fmla="*/ 477740 w 2915191"/>
                <a:gd name="connsiteY49" fmla="*/ 288826 h 638582"/>
                <a:gd name="connsiteX50" fmla="*/ 487490 w 2915191"/>
                <a:gd name="connsiteY50" fmla="*/ 276038 h 638582"/>
                <a:gd name="connsiteX51" fmla="*/ 497239 w 2915191"/>
                <a:gd name="connsiteY51" fmla="*/ 285462 h 638582"/>
                <a:gd name="connsiteX52" fmla="*/ 506989 w 2915191"/>
                <a:gd name="connsiteY52" fmla="*/ 293872 h 638582"/>
                <a:gd name="connsiteX53" fmla="*/ 516738 w 2915191"/>
                <a:gd name="connsiteY53" fmla="*/ 285825 h 638582"/>
                <a:gd name="connsiteX54" fmla="*/ 526488 w 2915191"/>
                <a:gd name="connsiteY54" fmla="*/ 289453 h 638582"/>
                <a:gd name="connsiteX55" fmla="*/ 536238 w 2915191"/>
                <a:gd name="connsiteY55" fmla="*/ 269098 h 638582"/>
                <a:gd name="connsiteX56" fmla="*/ 545988 w 2915191"/>
                <a:gd name="connsiteY56" fmla="*/ 264454 h 638582"/>
                <a:gd name="connsiteX57" fmla="*/ 555738 w 2915191"/>
                <a:gd name="connsiteY57" fmla="*/ 274634 h 638582"/>
                <a:gd name="connsiteX58" fmla="*/ 565488 w 2915191"/>
                <a:gd name="connsiteY58" fmla="*/ 273076 h 638582"/>
                <a:gd name="connsiteX59" fmla="*/ 575238 w 2915191"/>
                <a:gd name="connsiteY59" fmla="*/ 261623 h 638582"/>
                <a:gd name="connsiteX60" fmla="*/ 584988 w 2915191"/>
                <a:gd name="connsiteY60" fmla="*/ 239814 h 638582"/>
                <a:gd name="connsiteX61" fmla="*/ 594738 w 2915191"/>
                <a:gd name="connsiteY61" fmla="*/ 253771 h 638582"/>
                <a:gd name="connsiteX62" fmla="*/ 604488 w 2915191"/>
                <a:gd name="connsiteY62" fmla="*/ 274612 h 638582"/>
                <a:gd name="connsiteX63" fmla="*/ 614237 w 2915191"/>
                <a:gd name="connsiteY63" fmla="*/ 285985 h 638582"/>
                <a:gd name="connsiteX64" fmla="*/ 623987 w 2915191"/>
                <a:gd name="connsiteY64" fmla="*/ 287775 h 638582"/>
                <a:gd name="connsiteX65" fmla="*/ 633736 w 2915191"/>
                <a:gd name="connsiteY65" fmla="*/ 252955 h 638582"/>
                <a:gd name="connsiteX66" fmla="*/ 643486 w 2915191"/>
                <a:gd name="connsiteY66" fmla="*/ 253640 h 638582"/>
                <a:gd name="connsiteX67" fmla="*/ 653236 w 2915191"/>
                <a:gd name="connsiteY67" fmla="*/ 217366 h 638582"/>
                <a:gd name="connsiteX68" fmla="*/ 662985 w 2915191"/>
                <a:gd name="connsiteY68" fmla="*/ 199217 h 638582"/>
                <a:gd name="connsiteX69" fmla="*/ 672735 w 2915191"/>
                <a:gd name="connsiteY69" fmla="*/ 201479 h 638582"/>
                <a:gd name="connsiteX70" fmla="*/ 682485 w 2915191"/>
                <a:gd name="connsiteY70" fmla="*/ 186532 h 638582"/>
                <a:gd name="connsiteX71" fmla="*/ 692235 w 2915191"/>
                <a:gd name="connsiteY71" fmla="*/ 199062 h 638582"/>
                <a:gd name="connsiteX72" fmla="*/ 701985 w 2915191"/>
                <a:gd name="connsiteY72" fmla="*/ 201463 h 638582"/>
                <a:gd name="connsiteX73" fmla="*/ 711735 w 2915191"/>
                <a:gd name="connsiteY73" fmla="*/ 184962 h 638582"/>
                <a:gd name="connsiteX74" fmla="*/ 721485 w 2915191"/>
                <a:gd name="connsiteY74" fmla="*/ 165465 h 638582"/>
                <a:gd name="connsiteX75" fmla="*/ 731235 w 2915191"/>
                <a:gd name="connsiteY75" fmla="*/ 169108 h 638582"/>
                <a:gd name="connsiteX76" fmla="*/ 740985 w 2915191"/>
                <a:gd name="connsiteY76" fmla="*/ 163104 h 638582"/>
                <a:gd name="connsiteX77" fmla="*/ 750734 w 2915191"/>
                <a:gd name="connsiteY77" fmla="*/ 180661 h 638582"/>
                <a:gd name="connsiteX78" fmla="*/ 760484 w 2915191"/>
                <a:gd name="connsiteY78" fmla="*/ 161962 h 638582"/>
                <a:gd name="connsiteX79" fmla="*/ 770233 w 2915191"/>
                <a:gd name="connsiteY79" fmla="*/ 192599 h 638582"/>
                <a:gd name="connsiteX80" fmla="*/ 779983 w 2915191"/>
                <a:gd name="connsiteY80" fmla="*/ 173442 h 638582"/>
                <a:gd name="connsiteX81" fmla="*/ 789733 w 2915191"/>
                <a:gd name="connsiteY81" fmla="*/ 176219 h 638582"/>
                <a:gd name="connsiteX82" fmla="*/ 799482 w 2915191"/>
                <a:gd name="connsiteY82" fmla="*/ 196209 h 638582"/>
                <a:gd name="connsiteX83" fmla="*/ 809232 w 2915191"/>
                <a:gd name="connsiteY83" fmla="*/ 193785 h 638582"/>
                <a:gd name="connsiteX84" fmla="*/ 818982 w 2915191"/>
                <a:gd name="connsiteY84" fmla="*/ 215342 h 638582"/>
                <a:gd name="connsiteX85" fmla="*/ 828732 w 2915191"/>
                <a:gd name="connsiteY85" fmla="*/ 237393 h 638582"/>
                <a:gd name="connsiteX86" fmla="*/ 838482 w 2915191"/>
                <a:gd name="connsiteY86" fmla="*/ 211753 h 638582"/>
                <a:gd name="connsiteX87" fmla="*/ 848232 w 2915191"/>
                <a:gd name="connsiteY87" fmla="*/ 198779 h 638582"/>
                <a:gd name="connsiteX88" fmla="*/ 857982 w 2915191"/>
                <a:gd name="connsiteY88" fmla="*/ 229903 h 638582"/>
                <a:gd name="connsiteX89" fmla="*/ 867732 w 2915191"/>
                <a:gd name="connsiteY89" fmla="*/ 243881 h 638582"/>
                <a:gd name="connsiteX90" fmla="*/ 877482 w 2915191"/>
                <a:gd name="connsiteY90" fmla="*/ 250148 h 638582"/>
                <a:gd name="connsiteX91" fmla="*/ 887231 w 2915191"/>
                <a:gd name="connsiteY91" fmla="*/ 283072 h 638582"/>
                <a:gd name="connsiteX92" fmla="*/ 896981 w 2915191"/>
                <a:gd name="connsiteY92" fmla="*/ 277243 h 638582"/>
                <a:gd name="connsiteX93" fmla="*/ 906730 w 2915191"/>
                <a:gd name="connsiteY93" fmla="*/ 279186 h 638582"/>
                <a:gd name="connsiteX94" fmla="*/ 916480 w 2915191"/>
                <a:gd name="connsiteY94" fmla="*/ 279407 h 638582"/>
                <a:gd name="connsiteX95" fmla="*/ 926230 w 2915191"/>
                <a:gd name="connsiteY95" fmla="*/ 282331 h 638582"/>
                <a:gd name="connsiteX96" fmla="*/ 935979 w 2915191"/>
                <a:gd name="connsiteY96" fmla="*/ 261735 h 638582"/>
                <a:gd name="connsiteX97" fmla="*/ 945729 w 2915191"/>
                <a:gd name="connsiteY97" fmla="*/ 293413 h 638582"/>
                <a:gd name="connsiteX98" fmla="*/ 955479 w 2915191"/>
                <a:gd name="connsiteY98" fmla="*/ 290462 h 638582"/>
                <a:gd name="connsiteX99" fmla="*/ 965229 w 2915191"/>
                <a:gd name="connsiteY99" fmla="*/ 338529 h 638582"/>
                <a:gd name="connsiteX100" fmla="*/ 974979 w 2915191"/>
                <a:gd name="connsiteY100" fmla="*/ 326538 h 638582"/>
                <a:gd name="connsiteX101" fmla="*/ 984729 w 2915191"/>
                <a:gd name="connsiteY101" fmla="*/ 316596 h 638582"/>
                <a:gd name="connsiteX102" fmla="*/ 994474 w 2915191"/>
                <a:gd name="connsiteY102" fmla="*/ 329838 h 638582"/>
                <a:gd name="connsiteX103" fmla="*/ 1004233 w 2915191"/>
                <a:gd name="connsiteY103" fmla="*/ 330152 h 638582"/>
                <a:gd name="connsiteX104" fmla="*/ 1013977 w 2915191"/>
                <a:gd name="connsiteY104" fmla="*/ 320507 h 638582"/>
                <a:gd name="connsiteX105" fmla="*/ 1023721 w 2915191"/>
                <a:gd name="connsiteY105" fmla="*/ 333980 h 638582"/>
                <a:gd name="connsiteX106" fmla="*/ 1033480 w 2915191"/>
                <a:gd name="connsiteY106" fmla="*/ 335623 h 638582"/>
                <a:gd name="connsiteX107" fmla="*/ 1043224 w 2915191"/>
                <a:gd name="connsiteY107" fmla="*/ 303237 h 638582"/>
                <a:gd name="connsiteX108" fmla="*/ 1052983 w 2915191"/>
                <a:gd name="connsiteY108" fmla="*/ 341671 h 638582"/>
                <a:gd name="connsiteX109" fmla="*/ 1062727 w 2915191"/>
                <a:gd name="connsiteY109" fmla="*/ 348264 h 638582"/>
                <a:gd name="connsiteX110" fmla="*/ 1072471 w 2915191"/>
                <a:gd name="connsiteY110" fmla="*/ 399901 h 638582"/>
                <a:gd name="connsiteX111" fmla="*/ 1082230 w 2915191"/>
                <a:gd name="connsiteY111" fmla="*/ 418833 h 638582"/>
                <a:gd name="connsiteX112" fmla="*/ 1091973 w 2915191"/>
                <a:gd name="connsiteY112" fmla="*/ 422872 h 638582"/>
                <a:gd name="connsiteX113" fmla="*/ 1101732 w 2915191"/>
                <a:gd name="connsiteY113" fmla="*/ 393336 h 638582"/>
                <a:gd name="connsiteX114" fmla="*/ 1111476 w 2915191"/>
                <a:gd name="connsiteY114" fmla="*/ 385839 h 638582"/>
                <a:gd name="connsiteX115" fmla="*/ 1121220 w 2915191"/>
                <a:gd name="connsiteY115" fmla="*/ 350344 h 638582"/>
                <a:gd name="connsiteX116" fmla="*/ 1130979 w 2915191"/>
                <a:gd name="connsiteY116" fmla="*/ 372294 h 638582"/>
                <a:gd name="connsiteX117" fmla="*/ 1140723 w 2915191"/>
                <a:gd name="connsiteY117" fmla="*/ 394787 h 638582"/>
                <a:gd name="connsiteX118" fmla="*/ 1150482 w 2915191"/>
                <a:gd name="connsiteY118" fmla="*/ 350683 h 638582"/>
                <a:gd name="connsiteX119" fmla="*/ 1160226 w 2915191"/>
                <a:gd name="connsiteY119" fmla="*/ 326791 h 638582"/>
                <a:gd name="connsiteX120" fmla="*/ 1169969 w 2915191"/>
                <a:gd name="connsiteY120" fmla="*/ 350904 h 638582"/>
                <a:gd name="connsiteX121" fmla="*/ 1179728 w 2915191"/>
                <a:gd name="connsiteY121" fmla="*/ 332797 h 638582"/>
                <a:gd name="connsiteX122" fmla="*/ 1189472 w 2915191"/>
                <a:gd name="connsiteY122" fmla="*/ 324369 h 638582"/>
                <a:gd name="connsiteX123" fmla="*/ 1199231 w 2915191"/>
                <a:gd name="connsiteY123" fmla="*/ 317380 h 638582"/>
                <a:gd name="connsiteX124" fmla="*/ 1208975 w 2915191"/>
                <a:gd name="connsiteY124" fmla="*/ 316673 h 638582"/>
                <a:gd name="connsiteX125" fmla="*/ 1218719 w 2915191"/>
                <a:gd name="connsiteY125" fmla="*/ 318105 h 638582"/>
                <a:gd name="connsiteX126" fmla="*/ 1228478 w 2915191"/>
                <a:gd name="connsiteY126" fmla="*/ 329700 h 638582"/>
                <a:gd name="connsiteX127" fmla="*/ 1238222 w 2915191"/>
                <a:gd name="connsiteY127" fmla="*/ 370958 h 638582"/>
                <a:gd name="connsiteX128" fmla="*/ 1247966 w 2915191"/>
                <a:gd name="connsiteY128" fmla="*/ 386798 h 638582"/>
                <a:gd name="connsiteX129" fmla="*/ 1257725 w 2915191"/>
                <a:gd name="connsiteY129" fmla="*/ 366919 h 638582"/>
                <a:gd name="connsiteX130" fmla="*/ 1267469 w 2915191"/>
                <a:gd name="connsiteY130" fmla="*/ 318525 h 638582"/>
                <a:gd name="connsiteX131" fmla="*/ 1277227 w 2915191"/>
                <a:gd name="connsiteY131" fmla="*/ 325777 h 638582"/>
                <a:gd name="connsiteX132" fmla="*/ 1286971 w 2915191"/>
                <a:gd name="connsiteY132" fmla="*/ 334604 h 638582"/>
                <a:gd name="connsiteX133" fmla="*/ 1296715 w 2915191"/>
                <a:gd name="connsiteY133" fmla="*/ 319982 h 638582"/>
                <a:gd name="connsiteX134" fmla="*/ 1306474 w 2915191"/>
                <a:gd name="connsiteY134" fmla="*/ 339934 h 638582"/>
                <a:gd name="connsiteX135" fmla="*/ 1316218 w 2915191"/>
                <a:gd name="connsiteY135" fmla="*/ 324071 h 638582"/>
                <a:gd name="connsiteX136" fmla="*/ 1325977 w 2915191"/>
                <a:gd name="connsiteY136" fmla="*/ 280952 h 638582"/>
                <a:gd name="connsiteX137" fmla="*/ 1335721 w 2915191"/>
                <a:gd name="connsiteY137" fmla="*/ 301780 h 638582"/>
                <a:gd name="connsiteX138" fmla="*/ 1345465 w 2915191"/>
                <a:gd name="connsiteY138" fmla="*/ 276349 h 638582"/>
                <a:gd name="connsiteX139" fmla="*/ 1355224 w 2915191"/>
                <a:gd name="connsiteY139" fmla="*/ 278463 h 638582"/>
                <a:gd name="connsiteX140" fmla="*/ 1364967 w 2915191"/>
                <a:gd name="connsiteY140" fmla="*/ 259239 h 638582"/>
                <a:gd name="connsiteX141" fmla="*/ 1374726 w 2915191"/>
                <a:gd name="connsiteY141" fmla="*/ 277260 h 638582"/>
                <a:gd name="connsiteX142" fmla="*/ 1384470 w 2915191"/>
                <a:gd name="connsiteY142" fmla="*/ 289827 h 638582"/>
                <a:gd name="connsiteX143" fmla="*/ 1394214 w 2915191"/>
                <a:gd name="connsiteY143" fmla="*/ 220149 h 638582"/>
                <a:gd name="connsiteX144" fmla="*/ 1403973 w 2915191"/>
                <a:gd name="connsiteY144" fmla="*/ 228521 h 638582"/>
                <a:gd name="connsiteX145" fmla="*/ 1413717 w 2915191"/>
                <a:gd name="connsiteY145" fmla="*/ 215100 h 638582"/>
                <a:gd name="connsiteX146" fmla="*/ 1423476 w 2915191"/>
                <a:gd name="connsiteY146" fmla="*/ 230267 h 638582"/>
                <a:gd name="connsiteX147" fmla="*/ 1433220 w 2915191"/>
                <a:gd name="connsiteY147" fmla="*/ 244316 h 638582"/>
                <a:gd name="connsiteX148" fmla="*/ 1442964 w 2915191"/>
                <a:gd name="connsiteY148" fmla="*/ 247292 h 638582"/>
                <a:gd name="connsiteX149" fmla="*/ 1452722 w 2915191"/>
                <a:gd name="connsiteY149" fmla="*/ 240777 h 638582"/>
                <a:gd name="connsiteX150" fmla="*/ 1462466 w 2915191"/>
                <a:gd name="connsiteY150" fmla="*/ 235942 h 638582"/>
                <a:gd name="connsiteX151" fmla="*/ 1472225 w 2915191"/>
                <a:gd name="connsiteY151" fmla="*/ 280102 h 638582"/>
                <a:gd name="connsiteX152" fmla="*/ 1481969 w 2915191"/>
                <a:gd name="connsiteY152" fmla="*/ 264661 h 638582"/>
                <a:gd name="connsiteX153" fmla="*/ 1491713 w 2915191"/>
                <a:gd name="connsiteY153" fmla="*/ 287346 h 638582"/>
                <a:gd name="connsiteX154" fmla="*/ 1501472 w 2915191"/>
                <a:gd name="connsiteY154" fmla="*/ 288753 h 638582"/>
                <a:gd name="connsiteX155" fmla="*/ 1511216 w 2915191"/>
                <a:gd name="connsiteY155" fmla="*/ 307226 h 638582"/>
                <a:gd name="connsiteX156" fmla="*/ 1520960 w 2915191"/>
                <a:gd name="connsiteY156" fmla="*/ 285353 h 638582"/>
                <a:gd name="connsiteX157" fmla="*/ 1530719 w 2915191"/>
                <a:gd name="connsiteY157" fmla="*/ 280357 h 638582"/>
                <a:gd name="connsiteX158" fmla="*/ 1540463 w 2915191"/>
                <a:gd name="connsiteY158" fmla="*/ 288851 h 638582"/>
                <a:gd name="connsiteX159" fmla="*/ 1550221 w 2915191"/>
                <a:gd name="connsiteY159" fmla="*/ 285457 h 638582"/>
                <a:gd name="connsiteX160" fmla="*/ 1559965 w 2915191"/>
                <a:gd name="connsiteY160" fmla="*/ 292531 h 638582"/>
                <a:gd name="connsiteX161" fmla="*/ 1569709 w 2915191"/>
                <a:gd name="connsiteY161" fmla="*/ 325121 h 638582"/>
                <a:gd name="connsiteX162" fmla="*/ 1579468 w 2915191"/>
                <a:gd name="connsiteY162" fmla="*/ 306617 h 638582"/>
                <a:gd name="connsiteX163" fmla="*/ 1589212 w 2915191"/>
                <a:gd name="connsiteY163" fmla="*/ 290699 h 638582"/>
                <a:gd name="connsiteX164" fmla="*/ 1598971 w 2915191"/>
                <a:gd name="connsiteY164" fmla="*/ 280289 h 638582"/>
                <a:gd name="connsiteX165" fmla="*/ 1608715 w 2915191"/>
                <a:gd name="connsiteY165" fmla="*/ 336634 h 638582"/>
                <a:gd name="connsiteX166" fmla="*/ 1618459 w 2915191"/>
                <a:gd name="connsiteY166" fmla="*/ 346699 h 638582"/>
                <a:gd name="connsiteX167" fmla="*/ 1628218 w 2915191"/>
                <a:gd name="connsiteY167" fmla="*/ 345619 h 638582"/>
                <a:gd name="connsiteX168" fmla="*/ 1637962 w 2915191"/>
                <a:gd name="connsiteY168" fmla="*/ 331553 h 638582"/>
                <a:gd name="connsiteX169" fmla="*/ 1647720 w 2915191"/>
                <a:gd name="connsiteY169" fmla="*/ 329567 h 638582"/>
                <a:gd name="connsiteX170" fmla="*/ 1657464 w 2915191"/>
                <a:gd name="connsiteY170" fmla="*/ 314515 h 638582"/>
                <a:gd name="connsiteX171" fmla="*/ 1667208 w 2915191"/>
                <a:gd name="connsiteY171" fmla="*/ 331793 h 638582"/>
                <a:gd name="connsiteX172" fmla="*/ 1676967 w 2915191"/>
                <a:gd name="connsiteY172" fmla="*/ 371107 h 638582"/>
                <a:gd name="connsiteX173" fmla="*/ 1686711 w 2915191"/>
                <a:gd name="connsiteY173" fmla="*/ 360542 h 638582"/>
                <a:gd name="connsiteX174" fmla="*/ 1696470 w 2915191"/>
                <a:gd name="connsiteY174" fmla="*/ 347303 h 638582"/>
                <a:gd name="connsiteX175" fmla="*/ 1706214 w 2915191"/>
                <a:gd name="connsiteY175" fmla="*/ 343092 h 638582"/>
                <a:gd name="connsiteX176" fmla="*/ 1715958 w 2915191"/>
                <a:gd name="connsiteY176" fmla="*/ 371366 h 638582"/>
                <a:gd name="connsiteX177" fmla="*/ 1725716 w 2915191"/>
                <a:gd name="connsiteY177" fmla="*/ 333326 h 638582"/>
                <a:gd name="connsiteX178" fmla="*/ 1735460 w 2915191"/>
                <a:gd name="connsiteY178" fmla="*/ 326781 h 638582"/>
                <a:gd name="connsiteX179" fmla="*/ 1745219 w 2915191"/>
                <a:gd name="connsiteY179" fmla="*/ 345948 h 638582"/>
                <a:gd name="connsiteX180" fmla="*/ 1754963 w 2915191"/>
                <a:gd name="connsiteY180" fmla="*/ 290854 h 638582"/>
                <a:gd name="connsiteX181" fmla="*/ 1764707 w 2915191"/>
                <a:gd name="connsiteY181" fmla="*/ 302658 h 638582"/>
                <a:gd name="connsiteX182" fmla="*/ 1774466 w 2915191"/>
                <a:gd name="connsiteY182" fmla="*/ 308080 h 638582"/>
                <a:gd name="connsiteX183" fmla="*/ 1784210 w 2915191"/>
                <a:gd name="connsiteY183" fmla="*/ 290329 h 638582"/>
                <a:gd name="connsiteX184" fmla="*/ 1793969 w 2915191"/>
                <a:gd name="connsiteY184" fmla="*/ 288453 h 638582"/>
                <a:gd name="connsiteX185" fmla="*/ 1803713 w 2915191"/>
                <a:gd name="connsiteY185" fmla="*/ 274757 h 638582"/>
                <a:gd name="connsiteX186" fmla="*/ 1813457 w 2915191"/>
                <a:gd name="connsiteY186" fmla="*/ 259269 h 638582"/>
                <a:gd name="connsiteX187" fmla="*/ 1823215 w 2915191"/>
                <a:gd name="connsiteY187" fmla="*/ 283434 h 638582"/>
                <a:gd name="connsiteX188" fmla="*/ 1832959 w 2915191"/>
                <a:gd name="connsiteY188" fmla="*/ 316451 h 638582"/>
                <a:gd name="connsiteX189" fmla="*/ 1842703 w 2915191"/>
                <a:gd name="connsiteY189" fmla="*/ 312289 h 638582"/>
                <a:gd name="connsiteX190" fmla="*/ 1852462 w 2915191"/>
                <a:gd name="connsiteY190" fmla="*/ 284518 h 638582"/>
                <a:gd name="connsiteX191" fmla="*/ 1862206 w 2915191"/>
                <a:gd name="connsiteY191" fmla="*/ 259540 h 638582"/>
                <a:gd name="connsiteX192" fmla="*/ 1871965 w 2915191"/>
                <a:gd name="connsiteY192" fmla="*/ 263165 h 638582"/>
                <a:gd name="connsiteX193" fmla="*/ 1881709 w 2915191"/>
                <a:gd name="connsiteY193" fmla="*/ 260197 h 638582"/>
                <a:gd name="connsiteX194" fmla="*/ 1891453 w 2915191"/>
                <a:gd name="connsiteY194" fmla="*/ 202060 h 638582"/>
                <a:gd name="connsiteX195" fmla="*/ 1901212 w 2915191"/>
                <a:gd name="connsiteY195" fmla="*/ 196874 h 638582"/>
                <a:gd name="connsiteX196" fmla="*/ 1910956 w 2915191"/>
                <a:gd name="connsiteY196" fmla="*/ 157600 h 638582"/>
                <a:gd name="connsiteX197" fmla="*/ 1920714 w 2915191"/>
                <a:gd name="connsiteY197" fmla="*/ 166685 h 638582"/>
                <a:gd name="connsiteX198" fmla="*/ 1930458 w 2915191"/>
                <a:gd name="connsiteY198" fmla="*/ 143289 h 638582"/>
                <a:gd name="connsiteX199" fmla="*/ 1940202 w 2915191"/>
                <a:gd name="connsiteY199" fmla="*/ 134052 h 638582"/>
                <a:gd name="connsiteX200" fmla="*/ 1949961 w 2915191"/>
                <a:gd name="connsiteY200" fmla="*/ 121165 h 638582"/>
                <a:gd name="connsiteX201" fmla="*/ 1959705 w 2915191"/>
                <a:gd name="connsiteY201" fmla="*/ 137181 h 638582"/>
                <a:gd name="connsiteX202" fmla="*/ 1969464 w 2915191"/>
                <a:gd name="connsiteY202" fmla="*/ 148035 h 638582"/>
                <a:gd name="connsiteX203" fmla="*/ 1979208 w 2915191"/>
                <a:gd name="connsiteY203" fmla="*/ 132972 h 638582"/>
                <a:gd name="connsiteX204" fmla="*/ 1988952 w 2915191"/>
                <a:gd name="connsiteY204" fmla="*/ 154289 h 638582"/>
                <a:gd name="connsiteX205" fmla="*/ 1998711 w 2915191"/>
                <a:gd name="connsiteY205" fmla="*/ 175081 h 638582"/>
                <a:gd name="connsiteX206" fmla="*/ 2008454 w 2915191"/>
                <a:gd name="connsiteY206" fmla="*/ 175835 h 638582"/>
                <a:gd name="connsiteX207" fmla="*/ 2018213 w 2915191"/>
                <a:gd name="connsiteY207" fmla="*/ 179236 h 638582"/>
                <a:gd name="connsiteX208" fmla="*/ 2027957 w 2915191"/>
                <a:gd name="connsiteY208" fmla="*/ 193410 h 638582"/>
                <a:gd name="connsiteX209" fmla="*/ 2037701 w 2915191"/>
                <a:gd name="connsiteY209" fmla="*/ 161042 h 638582"/>
                <a:gd name="connsiteX210" fmla="*/ 2047460 w 2915191"/>
                <a:gd name="connsiteY210" fmla="*/ 145206 h 638582"/>
                <a:gd name="connsiteX211" fmla="*/ 2057204 w 2915191"/>
                <a:gd name="connsiteY211" fmla="*/ 150344 h 638582"/>
                <a:gd name="connsiteX212" fmla="*/ 2066963 w 2915191"/>
                <a:gd name="connsiteY212" fmla="*/ 134064 h 638582"/>
                <a:gd name="connsiteX213" fmla="*/ 2076707 w 2915191"/>
                <a:gd name="connsiteY213" fmla="*/ 145861 h 638582"/>
                <a:gd name="connsiteX214" fmla="*/ 2086451 w 2915191"/>
                <a:gd name="connsiteY214" fmla="*/ 163072 h 638582"/>
                <a:gd name="connsiteX215" fmla="*/ 2096210 w 2915191"/>
                <a:gd name="connsiteY215" fmla="*/ 171534 h 638582"/>
                <a:gd name="connsiteX216" fmla="*/ 2105954 w 2915191"/>
                <a:gd name="connsiteY216" fmla="*/ 149002 h 638582"/>
                <a:gd name="connsiteX217" fmla="*/ 2115697 w 2915191"/>
                <a:gd name="connsiteY217" fmla="*/ 150784 h 638582"/>
                <a:gd name="connsiteX218" fmla="*/ 2125456 w 2915191"/>
                <a:gd name="connsiteY218" fmla="*/ 159795 h 638582"/>
                <a:gd name="connsiteX219" fmla="*/ 2135200 w 2915191"/>
                <a:gd name="connsiteY219" fmla="*/ 175719 h 638582"/>
                <a:gd name="connsiteX220" fmla="*/ 2144959 w 2915191"/>
                <a:gd name="connsiteY220" fmla="*/ 152359 h 638582"/>
                <a:gd name="connsiteX221" fmla="*/ 2154703 w 2915191"/>
                <a:gd name="connsiteY221" fmla="*/ 129214 h 638582"/>
                <a:gd name="connsiteX222" fmla="*/ 2164447 w 2915191"/>
                <a:gd name="connsiteY222" fmla="*/ 139495 h 638582"/>
                <a:gd name="connsiteX223" fmla="*/ 2174206 w 2915191"/>
                <a:gd name="connsiteY223" fmla="*/ 149781 h 638582"/>
                <a:gd name="connsiteX224" fmla="*/ 2183950 w 2915191"/>
                <a:gd name="connsiteY224" fmla="*/ 171270 h 638582"/>
                <a:gd name="connsiteX225" fmla="*/ 2193709 w 2915191"/>
                <a:gd name="connsiteY225" fmla="*/ 115372 h 638582"/>
                <a:gd name="connsiteX226" fmla="*/ 2203452 w 2915191"/>
                <a:gd name="connsiteY226" fmla="*/ 119718 h 638582"/>
                <a:gd name="connsiteX227" fmla="*/ 2213196 w 2915191"/>
                <a:gd name="connsiteY227" fmla="*/ 112931 h 638582"/>
                <a:gd name="connsiteX228" fmla="*/ 2222955 w 2915191"/>
                <a:gd name="connsiteY228" fmla="*/ 147092 h 638582"/>
                <a:gd name="connsiteX229" fmla="*/ 2232699 w 2915191"/>
                <a:gd name="connsiteY229" fmla="*/ 152308 h 638582"/>
                <a:gd name="connsiteX230" fmla="*/ 2242458 w 2915191"/>
                <a:gd name="connsiteY230" fmla="*/ 173076 h 638582"/>
                <a:gd name="connsiteX231" fmla="*/ 2252202 w 2915191"/>
                <a:gd name="connsiteY231" fmla="*/ 149854 h 638582"/>
                <a:gd name="connsiteX232" fmla="*/ 2261946 w 2915191"/>
                <a:gd name="connsiteY232" fmla="*/ 107694 h 638582"/>
                <a:gd name="connsiteX233" fmla="*/ 2271705 w 2915191"/>
                <a:gd name="connsiteY233" fmla="*/ 91456 h 638582"/>
                <a:gd name="connsiteX234" fmla="*/ 2281449 w 2915191"/>
                <a:gd name="connsiteY234" fmla="*/ 85173 h 638582"/>
                <a:gd name="connsiteX235" fmla="*/ 2291208 w 2915191"/>
                <a:gd name="connsiteY235" fmla="*/ 66068 h 638582"/>
                <a:gd name="connsiteX236" fmla="*/ 2300951 w 2915191"/>
                <a:gd name="connsiteY236" fmla="*/ 42936 h 638582"/>
                <a:gd name="connsiteX237" fmla="*/ 2310695 w 2915191"/>
                <a:gd name="connsiteY237" fmla="*/ 35154 h 638582"/>
                <a:gd name="connsiteX238" fmla="*/ 2320454 w 2915191"/>
                <a:gd name="connsiteY238" fmla="*/ 38542 h 638582"/>
                <a:gd name="connsiteX239" fmla="*/ 2330198 w 2915191"/>
                <a:gd name="connsiteY239" fmla="*/ 72607 h 638582"/>
                <a:gd name="connsiteX240" fmla="*/ 2339957 w 2915191"/>
                <a:gd name="connsiteY240" fmla="*/ 94686 h 638582"/>
                <a:gd name="connsiteX241" fmla="*/ 2349701 w 2915191"/>
                <a:gd name="connsiteY241" fmla="*/ 108120 h 638582"/>
                <a:gd name="connsiteX242" fmla="*/ 2359445 w 2915191"/>
                <a:gd name="connsiteY242" fmla="*/ 130497 h 638582"/>
                <a:gd name="connsiteX243" fmla="*/ 2369204 w 2915191"/>
                <a:gd name="connsiteY243" fmla="*/ 124989 h 638582"/>
                <a:gd name="connsiteX244" fmla="*/ 2378948 w 2915191"/>
                <a:gd name="connsiteY244" fmla="*/ 133720 h 638582"/>
                <a:gd name="connsiteX245" fmla="*/ 2388692 w 2915191"/>
                <a:gd name="connsiteY245" fmla="*/ 151257 h 638582"/>
                <a:gd name="connsiteX246" fmla="*/ 2398450 w 2915191"/>
                <a:gd name="connsiteY246" fmla="*/ 134450 h 638582"/>
                <a:gd name="connsiteX247" fmla="*/ 2408194 w 2915191"/>
                <a:gd name="connsiteY247" fmla="*/ 115886 h 638582"/>
                <a:gd name="connsiteX248" fmla="*/ 2417953 w 2915191"/>
                <a:gd name="connsiteY248" fmla="*/ 77378 h 638582"/>
                <a:gd name="connsiteX249" fmla="*/ 2427697 w 2915191"/>
                <a:gd name="connsiteY249" fmla="*/ 48846 h 638582"/>
                <a:gd name="connsiteX250" fmla="*/ 2437441 w 2915191"/>
                <a:gd name="connsiteY250" fmla="*/ 36048 h 638582"/>
                <a:gd name="connsiteX251" fmla="*/ 2447200 w 2915191"/>
                <a:gd name="connsiteY251" fmla="*/ 15769 h 638582"/>
                <a:gd name="connsiteX252" fmla="*/ 2456944 w 2915191"/>
                <a:gd name="connsiteY252" fmla="*/ 0 h 638582"/>
                <a:gd name="connsiteX253" fmla="*/ 2466703 w 2915191"/>
                <a:gd name="connsiteY253" fmla="*/ 59478 h 638582"/>
                <a:gd name="connsiteX254" fmla="*/ 2476446 w 2915191"/>
                <a:gd name="connsiteY254" fmla="*/ 24138 h 638582"/>
                <a:gd name="connsiteX255" fmla="*/ 2486190 w 2915191"/>
                <a:gd name="connsiteY255" fmla="*/ 22456 h 638582"/>
                <a:gd name="connsiteX256" fmla="*/ 2495949 w 2915191"/>
                <a:gd name="connsiteY256" fmla="*/ 43946 h 638582"/>
                <a:gd name="connsiteX257" fmla="*/ 2505693 w 2915191"/>
                <a:gd name="connsiteY257" fmla="*/ 36967 h 638582"/>
                <a:gd name="connsiteX258" fmla="*/ 2515452 w 2915191"/>
                <a:gd name="connsiteY258" fmla="*/ 68103 h 638582"/>
                <a:gd name="connsiteX259" fmla="*/ 2525196 w 2915191"/>
                <a:gd name="connsiteY259" fmla="*/ 79137 h 638582"/>
                <a:gd name="connsiteX260" fmla="*/ 2534940 w 2915191"/>
                <a:gd name="connsiteY260" fmla="*/ 105308 h 638582"/>
                <a:gd name="connsiteX261" fmla="*/ 2544699 w 2915191"/>
                <a:gd name="connsiteY261" fmla="*/ 102745 h 638582"/>
                <a:gd name="connsiteX262" fmla="*/ 2554443 w 2915191"/>
                <a:gd name="connsiteY262" fmla="*/ 106839 h 638582"/>
                <a:gd name="connsiteX263" fmla="*/ 2564202 w 2915191"/>
                <a:gd name="connsiteY263" fmla="*/ 121899 h 638582"/>
                <a:gd name="connsiteX264" fmla="*/ 2573946 w 2915191"/>
                <a:gd name="connsiteY264" fmla="*/ 135757 h 638582"/>
                <a:gd name="connsiteX265" fmla="*/ 2583690 w 2915191"/>
                <a:gd name="connsiteY265" fmla="*/ 188874 h 638582"/>
                <a:gd name="connsiteX266" fmla="*/ 2593448 w 2915191"/>
                <a:gd name="connsiteY266" fmla="*/ 203979 h 638582"/>
                <a:gd name="connsiteX267" fmla="*/ 2603192 w 2915191"/>
                <a:gd name="connsiteY267" fmla="*/ 202593 h 638582"/>
                <a:gd name="connsiteX268" fmla="*/ 2612951 w 2915191"/>
                <a:gd name="connsiteY268" fmla="*/ 227724 h 638582"/>
                <a:gd name="connsiteX269" fmla="*/ 2622695 w 2915191"/>
                <a:gd name="connsiteY269" fmla="*/ 227333 h 638582"/>
                <a:gd name="connsiteX270" fmla="*/ 2632439 w 2915191"/>
                <a:gd name="connsiteY270" fmla="*/ 197943 h 638582"/>
                <a:gd name="connsiteX271" fmla="*/ 2642198 w 2915191"/>
                <a:gd name="connsiteY271" fmla="*/ 200397 h 638582"/>
                <a:gd name="connsiteX272" fmla="*/ 2651942 w 2915191"/>
                <a:gd name="connsiteY272" fmla="*/ 232068 h 638582"/>
                <a:gd name="connsiteX273" fmla="*/ 2661685 w 2915191"/>
                <a:gd name="connsiteY273" fmla="*/ 264630 h 638582"/>
                <a:gd name="connsiteX274" fmla="*/ 2671444 w 2915191"/>
                <a:gd name="connsiteY274" fmla="*/ 249266 h 638582"/>
                <a:gd name="connsiteX275" fmla="*/ 2681188 w 2915191"/>
                <a:gd name="connsiteY275" fmla="*/ 223847 h 638582"/>
                <a:gd name="connsiteX276" fmla="*/ 2690947 w 2915191"/>
                <a:gd name="connsiteY276" fmla="*/ 225565 h 638582"/>
                <a:gd name="connsiteX277" fmla="*/ 2700691 w 2915191"/>
                <a:gd name="connsiteY277" fmla="*/ 212305 h 638582"/>
                <a:gd name="connsiteX278" fmla="*/ 2710435 w 2915191"/>
                <a:gd name="connsiteY278" fmla="*/ 220469 h 638582"/>
                <a:gd name="connsiteX279" fmla="*/ 2720194 w 2915191"/>
                <a:gd name="connsiteY279" fmla="*/ 229172 h 638582"/>
                <a:gd name="connsiteX280" fmla="*/ 2729938 w 2915191"/>
                <a:gd name="connsiteY280" fmla="*/ 235584 h 638582"/>
                <a:gd name="connsiteX281" fmla="*/ 2739697 w 2915191"/>
                <a:gd name="connsiteY281" fmla="*/ 204737 h 638582"/>
                <a:gd name="connsiteX282" fmla="*/ 2749441 w 2915191"/>
                <a:gd name="connsiteY282" fmla="*/ 228853 h 638582"/>
                <a:gd name="connsiteX283" fmla="*/ 2759185 w 2915191"/>
                <a:gd name="connsiteY283" fmla="*/ 245952 h 638582"/>
                <a:gd name="connsiteX284" fmla="*/ 2768943 w 2915191"/>
                <a:gd name="connsiteY284" fmla="*/ 259788 h 638582"/>
                <a:gd name="connsiteX285" fmla="*/ 2778687 w 2915191"/>
                <a:gd name="connsiteY285" fmla="*/ 267863 h 638582"/>
                <a:gd name="connsiteX286" fmla="*/ 2788446 w 2915191"/>
                <a:gd name="connsiteY286" fmla="*/ 232312 h 638582"/>
                <a:gd name="connsiteX287" fmla="*/ 2798190 w 2915191"/>
                <a:gd name="connsiteY287" fmla="*/ 224191 h 638582"/>
                <a:gd name="connsiteX288" fmla="*/ 2807934 w 2915191"/>
                <a:gd name="connsiteY288" fmla="*/ 211852 h 638582"/>
                <a:gd name="connsiteX289" fmla="*/ 2817693 w 2915191"/>
                <a:gd name="connsiteY289" fmla="*/ 181686 h 638582"/>
                <a:gd name="connsiteX290" fmla="*/ 2827437 w 2915191"/>
                <a:gd name="connsiteY290" fmla="*/ 227487 h 638582"/>
                <a:gd name="connsiteX291" fmla="*/ 2837196 w 2915191"/>
                <a:gd name="connsiteY291" fmla="*/ 246991 h 638582"/>
                <a:gd name="connsiteX292" fmla="*/ 2846940 w 2915191"/>
                <a:gd name="connsiteY292" fmla="*/ 244534 h 638582"/>
                <a:gd name="connsiteX293" fmla="*/ 2856684 w 2915191"/>
                <a:gd name="connsiteY293" fmla="*/ 237111 h 638582"/>
                <a:gd name="connsiteX294" fmla="*/ 2866442 w 2915191"/>
                <a:gd name="connsiteY294" fmla="*/ 221605 h 638582"/>
                <a:gd name="connsiteX295" fmla="*/ 2876186 w 2915191"/>
                <a:gd name="connsiteY295" fmla="*/ 209578 h 638582"/>
                <a:gd name="connsiteX296" fmla="*/ 2885945 w 2915191"/>
                <a:gd name="connsiteY296" fmla="*/ 191474 h 638582"/>
                <a:gd name="connsiteX297" fmla="*/ 2895689 w 2915191"/>
                <a:gd name="connsiteY297" fmla="*/ 217589 h 638582"/>
                <a:gd name="connsiteX298" fmla="*/ 2905433 w 2915191"/>
                <a:gd name="connsiteY298" fmla="*/ 231344 h 638582"/>
                <a:gd name="connsiteX299" fmla="*/ 2915192 w 2915191"/>
                <a:gd name="connsiteY299" fmla="*/ 228652 h 638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38582">
                  <a:moveTo>
                    <a:pt x="0" y="638582"/>
                  </a:moveTo>
                  <a:lnTo>
                    <a:pt x="9750" y="623000"/>
                  </a:lnTo>
                  <a:lnTo>
                    <a:pt x="19500" y="635886"/>
                  </a:lnTo>
                  <a:lnTo>
                    <a:pt x="29250" y="602043"/>
                  </a:lnTo>
                  <a:lnTo>
                    <a:pt x="39000" y="605146"/>
                  </a:lnTo>
                  <a:lnTo>
                    <a:pt x="48749" y="607735"/>
                  </a:lnTo>
                  <a:lnTo>
                    <a:pt x="58499" y="581968"/>
                  </a:lnTo>
                  <a:lnTo>
                    <a:pt x="68249" y="583334"/>
                  </a:lnTo>
                  <a:lnTo>
                    <a:pt x="77998" y="572849"/>
                  </a:lnTo>
                  <a:lnTo>
                    <a:pt x="87748" y="587436"/>
                  </a:lnTo>
                  <a:lnTo>
                    <a:pt x="97497" y="585917"/>
                  </a:lnTo>
                  <a:lnTo>
                    <a:pt x="107247" y="582587"/>
                  </a:lnTo>
                  <a:lnTo>
                    <a:pt x="116997" y="562928"/>
                  </a:lnTo>
                  <a:lnTo>
                    <a:pt x="126747" y="524963"/>
                  </a:lnTo>
                  <a:lnTo>
                    <a:pt x="136497" y="535326"/>
                  </a:lnTo>
                  <a:lnTo>
                    <a:pt x="146247" y="547271"/>
                  </a:lnTo>
                  <a:lnTo>
                    <a:pt x="155997" y="518312"/>
                  </a:lnTo>
                  <a:lnTo>
                    <a:pt x="165747" y="506053"/>
                  </a:lnTo>
                  <a:lnTo>
                    <a:pt x="175497" y="490019"/>
                  </a:lnTo>
                  <a:lnTo>
                    <a:pt x="185247" y="499879"/>
                  </a:lnTo>
                  <a:lnTo>
                    <a:pt x="194996" y="470008"/>
                  </a:lnTo>
                  <a:lnTo>
                    <a:pt x="204746" y="474542"/>
                  </a:lnTo>
                  <a:lnTo>
                    <a:pt x="214495" y="473260"/>
                  </a:lnTo>
                  <a:lnTo>
                    <a:pt x="224245" y="436563"/>
                  </a:lnTo>
                  <a:lnTo>
                    <a:pt x="233995" y="427005"/>
                  </a:lnTo>
                  <a:lnTo>
                    <a:pt x="243744" y="407478"/>
                  </a:lnTo>
                  <a:lnTo>
                    <a:pt x="253494" y="416836"/>
                  </a:lnTo>
                  <a:lnTo>
                    <a:pt x="263244" y="452780"/>
                  </a:lnTo>
                  <a:lnTo>
                    <a:pt x="272994" y="415682"/>
                  </a:lnTo>
                  <a:lnTo>
                    <a:pt x="282744" y="416693"/>
                  </a:lnTo>
                  <a:lnTo>
                    <a:pt x="292494" y="367044"/>
                  </a:lnTo>
                  <a:lnTo>
                    <a:pt x="302244" y="342771"/>
                  </a:lnTo>
                  <a:lnTo>
                    <a:pt x="311994" y="323700"/>
                  </a:lnTo>
                  <a:lnTo>
                    <a:pt x="321744" y="317961"/>
                  </a:lnTo>
                  <a:lnTo>
                    <a:pt x="331493" y="293605"/>
                  </a:lnTo>
                  <a:lnTo>
                    <a:pt x="341243" y="302208"/>
                  </a:lnTo>
                  <a:lnTo>
                    <a:pt x="350993" y="311854"/>
                  </a:lnTo>
                  <a:lnTo>
                    <a:pt x="360742" y="311083"/>
                  </a:lnTo>
                  <a:lnTo>
                    <a:pt x="370492" y="294508"/>
                  </a:lnTo>
                  <a:lnTo>
                    <a:pt x="380241" y="291657"/>
                  </a:lnTo>
                  <a:lnTo>
                    <a:pt x="389991" y="295731"/>
                  </a:lnTo>
                  <a:lnTo>
                    <a:pt x="399741" y="296134"/>
                  </a:lnTo>
                  <a:lnTo>
                    <a:pt x="409491" y="288066"/>
                  </a:lnTo>
                  <a:lnTo>
                    <a:pt x="419241" y="290453"/>
                  </a:lnTo>
                  <a:lnTo>
                    <a:pt x="428991" y="289401"/>
                  </a:lnTo>
                  <a:lnTo>
                    <a:pt x="438741" y="302698"/>
                  </a:lnTo>
                  <a:lnTo>
                    <a:pt x="448491" y="288628"/>
                  </a:lnTo>
                  <a:lnTo>
                    <a:pt x="458241" y="301687"/>
                  </a:lnTo>
                  <a:lnTo>
                    <a:pt x="467991" y="312956"/>
                  </a:lnTo>
                  <a:lnTo>
                    <a:pt x="477740" y="288826"/>
                  </a:lnTo>
                  <a:lnTo>
                    <a:pt x="487490" y="276038"/>
                  </a:lnTo>
                  <a:lnTo>
                    <a:pt x="497239" y="285462"/>
                  </a:lnTo>
                  <a:lnTo>
                    <a:pt x="506989" y="293872"/>
                  </a:lnTo>
                  <a:lnTo>
                    <a:pt x="516738" y="285825"/>
                  </a:lnTo>
                  <a:lnTo>
                    <a:pt x="526488" y="289453"/>
                  </a:lnTo>
                  <a:lnTo>
                    <a:pt x="536238" y="269098"/>
                  </a:lnTo>
                  <a:lnTo>
                    <a:pt x="545988" y="264454"/>
                  </a:lnTo>
                  <a:lnTo>
                    <a:pt x="555738" y="274634"/>
                  </a:lnTo>
                  <a:lnTo>
                    <a:pt x="565488" y="273076"/>
                  </a:lnTo>
                  <a:lnTo>
                    <a:pt x="575238" y="261623"/>
                  </a:lnTo>
                  <a:lnTo>
                    <a:pt x="584988" y="239814"/>
                  </a:lnTo>
                  <a:lnTo>
                    <a:pt x="594738" y="253771"/>
                  </a:lnTo>
                  <a:lnTo>
                    <a:pt x="604488" y="274612"/>
                  </a:lnTo>
                  <a:lnTo>
                    <a:pt x="614237" y="285985"/>
                  </a:lnTo>
                  <a:lnTo>
                    <a:pt x="623987" y="287775"/>
                  </a:lnTo>
                  <a:lnTo>
                    <a:pt x="633736" y="252955"/>
                  </a:lnTo>
                  <a:lnTo>
                    <a:pt x="643486" y="253640"/>
                  </a:lnTo>
                  <a:lnTo>
                    <a:pt x="653236" y="217366"/>
                  </a:lnTo>
                  <a:lnTo>
                    <a:pt x="662985" y="199217"/>
                  </a:lnTo>
                  <a:lnTo>
                    <a:pt x="672735" y="201479"/>
                  </a:lnTo>
                  <a:lnTo>
                    <a:pt x="682485" y="186532"/>
                  </a:lnTo>
                  <a:lnTo>
                    <a:pt x="692235" y="199062"/>
                  </a:lnTo>
                  <a:lnTo>
                    <a:pt x="701985" y="201463"/>
                  </a:lnTo>
                  <a:lnTo>
                    <a:pt x="711735" y="184962"/>
                  </a:lnTo>
                  <a:lnTo>
                    <a:pt x="721485" y="165465"/>
                  </a:lnTo>
                  <a:lnTo>
                    <a:pt x="731235" y="169108"/>
                  </a:lnTo>
                  <a:lnTo>
                    <a:pt x="740985" y="163104"/>
                  </a:lnTo>
                  <a:lnTo>
                    <a:pt x="750734" y="180661"/>
                  </a:lnTo>
                  <a:lnTo>
                    <a:pt x="760484" y="161962"/>
                  </a:lnTo>
                  <a:lnTo>
                    <a:pt x="770233" y="192599"/>
                  </a:lnTo>
                  <a:lnTo>
                    <a:pt x="779983" y="173442"/>
                  </a:lnTo>
                  <a:lnTo>
                    <a:pt x="789733" y="176219"/>
                  </a:lnTo>
                  <a:lnTo>
                    <a:pt x="799482" y="196209"/>
                  </a:lnTo>
                  <a:lnTo>
                    <a:pt x="809232" y="193785"/>
                  </a:lnTo>
                  <a:lnTo>
                    <a:pt x="818982" y="215342"/>
                  </a:lnTo>
                  <a:lnTo>
                    <a:pt x="828732" y="237393"/>
                  </a:lnTo>
                  <a:lnTo>
                    <a:pt x="838482" y="211753"/>
                  </a:lnTo>
                  <a:lnTo>
                    <a:pt x="848232" y="198779"/>
                  </a:lnTo>
                  <a:lnTo>
                    <a:pt x="857982" y="229903"/>
                  </a:lnTo>
                  <a:lnTo>
                    <a:pt x="867732" y="243881"/>
                  </a:lnTo>
                  <a:lnTo>
                    <a:pt x="877482" y="250148"/>
                  </a:lnTo>
                  <a:lnTo>
                    <a:pt x="887231" y="283072"/>
                  </a:lnTo>
                  <a:lnTo>
                    <a:pt x="896981" y="277243"/>
                  </a:lnTo>
                  <a:lnTo>
                    <a:pt x="906730" y="279186"/>
                  </a:lnTo>
                  <a:lnTo>
                    <a:pt x="916480" y="279407"/>
                  </a:lnTo>
                  <a:lnTo>
                    <a:pt x="926230" y="282331"/>
                  </a:lnTo>
                  <a:lnTo>
                    <a:pt x="935979" y="261735"/>
                  </a:lnTo>
                  <a:lnTo>
                    <a:pt x="945729" y="293413"/>
                  </a:lnTo>
                  <a:lnTo>
                    <a:pt x="955479" y="290462"/>
                  </a:lnTo>
                  <a:lnTo>
                    <a:pt x="965229" y="338529"/>
                  </a:lnTo>
                  <a:lnTo>
                    <a:pt x="974979" y="326538"/>
                  </a:lnTo>
                  <a:lnTo>
                    <a:pt x="984729" y="316596"/>
                  </a:lnTo>
                  <a:lnTo>
                    <a:pt x="994474" y="329838"/>
                  </a:lnTo>
                  <a:lnTo>
                    <a:pt x="1004233" y="330152"/>
                  </a:lnTo>
                  <a:lnTo>
                    <a:pt x="1013977" y="320507"/>
                  </a:lnTo>
                  <a:lnTo>
                    <a:pt x="1023721" y="333980"/>
                  </a:lnTo>
                  <a:lnTo>
                    <a:pt x="1033480" y="335623"/>
                  </a:lnTo>
                  <a:lnTo>
                    <a:pt x="1043224" y="303237"/>
                  </a:lnTo>
                  <a:lnTo>
                    <a:pt x="1052983" y="341671"/>
                  </a:lnTo>
                  <a:lnTo>
                    <a:pt x="1062727" y="348264"/>
                  </a:lnTo>
                  <a:lnTo>
                    <a:pt x="1072471" y="399901"/>
                  </a:lnTo>
                  <a:lnTo>
                    <a:pt x="1082230" y="418833"/>
                  </a:lnTo>
                  <a:lnTo>
                    <a:pt x="1091973" y="422872"/>
                  </a:lnTo>
                  <a:lnTo>
                    <a:pt x="1101732" y="393336"/>
                  </a:lnTo>
                  <a:lnTo>
                    <a:pt x="1111476" y="385839"/>
                  </a:lnTo>
                  <a:lnTo>
                    <a:pt x="1121220" y="350344"/>
                  </a:lnTo>
                  <a:lnTo>
                    <a:pt x="1130979" y="372294"/>
                  </a:lnTo>
                  <a:lnTo>
                    <a:pt x="1140723" y="394787"/>
                  </a:lnTo>
                  <a:lnTo>
                    <a:pt x="1150482" y="350683"/>
                  </a:lnTo>
                  <a:lnTo>
                    <a:pt x="1160226" y="326791"/>
                  </a:lnTo>
                  <a:lnTo>
                    <a:pt x="1169969" y="350904"/>
                  </a:lnTo>
                  <a:lnTo>
                    <a:pt x="1179728" y="332797"/>
                  </a:lnTo>
                  <a:lnTo>
                    <a:pt x="1189472" y="324369"/>
                  </a:lnTo>
                  <a:lnTo>
                    <a:pt x="1199231" y="317380"/>
                  </a:lnTo>
                  <a:lnTo>
                    <a:pt x="1208975" y="316673"/>
                  </a:lnTo>
                  <a:lnTo>
                    <a:pt x="1218719" y="318105"/>
                  </a:lnTo>
                  <a:lnTo>
                    <a:pt x="1228478" y="329700"/>
                  </a:lnTo>
                  <a:lnTo>
                    <a:pt x="1238222" y="370958"/>
                  </a:lnTo>
                  <a:lnTo>
                    <a:pt x="1247966" y="386798"/>
                  </a:lnTo>
                  <a:lnTo>
                    <a:pt x="1257725" y="366919"/>
                  </a:lnTo>
                  <a:lnTo>
                    <a:pt x="1267469" y="318525"/>
                  </a:lnTo>
                  <a:lnTo>
                    <a:pt x="1277227" y="325777"/>
                  </a:lnTo>
                  <a:lnTo>
                    <a:pt x="1286971" y="334604"/>
                  </a:lnTo>
                  <a:lnTo>
                    <a:pt x="1296715" y="319982"/>
                  </a:lnTo>
                  <a:lnTo>
                    <a:pt x="1306474" y="339934"/>
                  </a:lnTo>
                  <a:lnTo>
                    <a:pt x="1316218" y="324071"/>
                  </a:lnTo>
                  <a:lnTo>
                    <a:pt x="1325977" y="280952"/>
                  </a:lnTo>
                  <a:lnTo>
                    <a:pt x="1335721" y="301780"/>
                  </a:lnTo>
                  <a:lnTo>
                    <a:pt x="1345465" y="276349"/>
                  </a:lnTo>
                  <a:lnTo>
                    <a:pt x="1355224" y="278463"/>
                  </a:lnTo>
                  <a:lnTo>
                    <a:pt x="1364967" y="259239"/>
                  </a:lnTo>
                  <a:lnTo>
                    <a:pt x="1374726" y="277260"/>
                  </a:lnTo>
                  <a:lnTo>
                    <a:pt x="1384470" y="289827"/>
                  </a:lnTo>
                  <a:lnTo>
                    <a:pt x="1394214" y="220149"/>
                  </a:lnTo>
                  <a:lnTo>
                    <a:pt x="1403973" y="228521"/>
                  </a:lnTo>
                  <a:lnTo>
                    <a:pt x="1413717" y="215100"/>
                  </a:lnTo>
                  <a:lnTo>
                    <a:pt x="1423476" y="230267"/>
                  </a:lnTo>
                  <a:lnTo>
                    <a:pt x="1433220" y="244316"/>
                  </a:lnTo>
                  <a:lnTo>
                    <a:pt x="1442964" y="247292"/>
                  </a:lnTo>
                  <a:lnTo>
                    <a:pt x="1452722" y="240777"/>
                  </a:lnTo>
                  <a:lnTo>
                    <a:pt x="1462466" y="235942"/>
                  </a:lnTo>
                  <a:lnTo>
                    <a:pt x="1472225" y="280102"/>
                  </a:lnTo>
                  <a:lnTo>
                    <a:pt x="1481969" y="264661"/>
                  </a:lnTo>
                  <a:lnTo>
                    <a:pt x="1491713" y="287346"/>
                  </a:lnTo>
                  <a:lnTo>
                    <a:pt x="1501472" y="288753"/>
                  </a:lnTo>
                  <a:lnTo>
                    <a:pt x="1511216" y="307226"/>
                  </a:lnTo>
                  <a:lnTo>
                    <a:pt x="1520960" y="285353"/>
                  </a:lnTo>
                  <a:lnTo>
                    <a:pt x="1530719" y="280357"/>
                  </a:lnTo>
                  <a:lnTo>
                    <a:pt x="1540463" y="288851"/>
                  </a:lnTo>
                  <a:lnTo>
                    <a:pt x="1550221" y="285457"/>
                  </a:lnTo>
                  <a:lnTo>
                    <a:pt x="1559965" y="292531"/>
                  </a:lnTo>
                  <a:lnTo>
                    <a:pt x="1569709" y="325121"/>
                  </a:lnTo>
                  <a:lnTo>
                    <a:pt x="1579468" y="306617"/>
                  </a:lnTo>
                  <a:lnTo>
                    <a:pt x="1589212" y="290699"/>
                  </a:lnTo>
                  <a:lnTo>
                    <a:pt x="1598971" y="280289"/>
                  </a:lnTo>
                  <a:lnTo>
                    <a:pt x="1608715" y="336634"/>
                  </a:lnTo>
                  <a:lnTo>
                    <a:pt x="1618459" y="346699"/>
                  </a:lnTo>
                  <a:lnTo>
                    <a:pt x="1628218" y="345619"/>
                  </a:lnTo>
                  <a:lnTo>
                    <a:pt x="1637962" y="331553"/>
                  </a:lnTo>
                  <a:lnTo>
                    <a:pt x="1647720" y="329567"/>
                  </a:lnTo>
                  <a:lnTo>
                    <a:pt x="1657464" y="314515"/>
                  </a:lnTo>
                  <a:lnTo>
                    <a:pt x="1667208" y="331793"/>
                  </a:lnTo>
                  <a:lnTo>
                    <a:pt x="1676967" y="371107"/>
                  </a:lnTo>
                  <a:lnTo>
                    <a:pt x="1686711" y="360542"/>
                  </a:lnTo>
                  <a:lnTo>
                    <a:pt x="1696470" y="347303"/>
                  </a:lnTo>
                  <a:lnTo>
                    <a:pt x="1706214" y="343092"/>
                  </a:lnTo>
                  <a:lnTo>
                    <a:pt x="1715958" y="371366"/>
                  </a:lnTo>
                  <a:lnTo>
                    <a:pt x="1725716" y="333326"/>
                  </a:lnTo>
                  <a:lnTo>
                    <a:pt x="1735460" y="326781"/>
                  </a:lnTo>
                  <a:lnTo>
                    <a:pt x="1745219" y="345948"/>
                  </a:lnTo>
                  <a:lnTo>
                    <a:pt x="1754963" y="290854"/>
                  </a:lnTo>
                  <a:lnTo>
                    <a:pt x="1764707" y="302658"/>
                  </a:lnTo>
                  <a:lnTo>
                    <a:pt x="1774466" y="308080"/>
                  </a:lnTo>
                  <a:lnTo>
                    <a:pt x="1784210" y="290329"/>
                  </a:lnTo>
                  <a:lnTo>
                    <a:pt x="1793969" y="288453"/>
                  </a:lnTo>
                  <a:lnTo>
                    <a:pt x="1803713" y="274757"/>
                  </a:lnTo>
                  <a:lnTo>
                    <a:pt x="1813457" y="259269"/>
                  </a:lnTo>
                  <a:lnTo>
                    <a:pt x="1823215" y="283434"/>
                  </a:lnTo>
                  <a:lnTo>
                    <a:pt x="1832959" y="316451"/>
                  </a:lnTo>
                  <a:lnTo>
                    <a:pt x="1842703" y="312289"/>
                  </a:lnTo>
                  <a:lnTo>
                    <a:pt x="1852462" y="284518"/>
                  </a:lnTo>
                  <a:lnTo>
                    <a:pt x="1862206" y="259540"/>
                  </a:lnTo>
                  <a:lnTo>
                    <a:pt x="1871965" y="263165"/>
                  </a:lnTo>
                  <a:lnTo>
                    <a:pt x="1881709" y="260197"/>
                  </a:lnTo>
                  <a:lnTo>
                    <a:pt x="1891453" y="202060"/>
                  </a:lnTo>
                  <a:lnTo>
                    <a:pt x="1901212" y="196874"/>
                  </a:lnTo>
                  <a:lnTo>
                    <a:pt x="1910956" y="157600"/>
                  </a:lnTo>
                  <a:lnTo>
                    <a:pt x="1920714" y="166685"/>
                  </a:lnTo>
                  <a:lnTo>
                    <a:pt x="1930458" y="143289"/>
                  </a:lnTo>
                  <a:lnTo>
                    <a:pt x="1940202" y="134052"/>
                  </a:lnTo>
                  <a:lnTo>
                    <a:pt x="1949961" y="121165"/>
                  </a:lnTo>
                  <a:lnTo>
                    <a:pt x="1959705" y="137181"/>
                  </a:lnTo>
                  <a:lnTo>
                    <a:pt x="1969464" y="148035"/>
                  </a:lnTo>
                  <a:lnTo>
                    <a:pt x="1979208" y="132972"/>
                  </a:lnTo>
                  <a:lnTo>
                    <a:pt x="1988952" y="154289"/>
                  </a:lnTo>
                  <a:lnTo>
                    <a:pt x="1998711" y="175081"/>
                  </a:lnTo>
                  <a:lnTo>
                    <a:pt x="2008454" y="175835"/>
                  </a:lnTo>
                  <a:lnTo>
                    <a:pt x="2018213" y="179236"/>
                  </a:lnTo>
                  <a:lnTo>
                    <a:pt x="2027957" y="193410"/>
                  </a:lnTo>
                  <a:lnTo>
                    <a:pt x="2037701" y="161042"/>
                  </a:lnTo>
                  <a:lnTo>
                    <a:pt x="2047460" y="145206"/>
                  </a:lnTo>
                  <a:lnTo>
                    <a:pt x="2057204" y="150344"/>
                  </a:lnTo>
                  <a:lnTo>
                    <a:pt x="2066963" y="134064"/>
                  </a:lnTo>
                  <a:lnTo>
                    <a:pt x="2076707" y="145861"/>
                  </a:lnTo>
                  <a:lnTo>
                    <a:pt x="2086451" y="163072"/>
                  </a:lnTo>
                  <a:lnTo>
                    <a:pt x="2096210" y="171534"/>
                  </a:lnTo>
                  <a:lnTo>
                    <a:pt x="2105954" y="149002"/>
                  </a:lnTo>
                  <a:lnTo>
                    <a:pt x="2115697" y="150784"/>
                  </a:lnTo>
                  <a:lnTo>
                    <a:pt x="2125456" y="159795"/>
                  </a:lnTo>
                  <a:lnTo>
                    <a:pt x="2135200" y="175719"/>
                  </a:lnTo>
                  <a:lnTo>
                    <a:pt x="2144959" y="152359"/>
                  </a:lnTo>
                  <a:lnTo>
                    <a:pt x="2154703" y="129214"/>
                  </a:lnTo>
                  <a:lnTo>
                    <a:pt x="2164447" y="139495"/>
                  </a:lnTo>
                  <a:lnTo>
                    <a:pt x="2174206" y="149781"/>
                  </a:lnTo>
                  <a:lnTo>
                    <a:pt x="2183950" y="171270"/>
                  </a:lnTo>
                  <a:lnTo>
                    <a:pt x="2193709" y="115372"/>
                  </a:lnTo>
                  <a:lnTo>
                    <a:pt x="2203452" y="119718"/>
                  </a:lnTo>
                  <a:lnTo>
                    <a:pt x="2213196" y="112931"/>
                  </a:lnTo>
                  <a:lnTo>
                    <a:pt x="2222955" y="147092"/>
                  </a:lnTo>
                  <a:lnTo>
                    <a:pt x="2232699" y="152308"/>
                  </a:lnTo>
                  <a:lnTo>
                    <a:pt x="2242458" y="173076"/>
                  </a:lnTo>
                  <a:lnTo>
                    <a:pt x="2252202" y="149854"/>
                  </a:lnTo>
                  <a:lnTo>
                    <a:pt x="2261946" y="107694"/>
                  </a:lnTo>
                  <a:lnTo>
                    <a:pt x="2271705" y="91456"/>
                  </a:lnTo>
                  <a:lnTo>
                    <a:pt x="2281449" y="85173"/>
                  </a:lnTo>
                  <a:lnTo>
                    <a:pt x="2291208" y="66068"/>
                  </a:lnTo>
                  <a:lnTo>
                    <a:pt x="2300951" y="42936"/>
                  </a:lnTo>
                  <a:lnTo>
                    <a:pt x="2310695" y="35154"/>
                  </a:lnTo>
                  <a:lnTo>
                    <a:pt x="2320454" y="38542"/>
                  </a:lnTo>
                  <a:lnTo>
                    <a:pt x="2330198" y="72607"/>
                  </a:lnTo>
                  <a:lnTo>
                    <a:pt x="2339957" y="94686"/>
                  </a:lnTo>
                  <a:lnTo>
                    <a:pt x="2349701" y="108120"/>
                  </a:lnTo>
                  <a:lnTo>
                    <a:pt x="2359445" y="130497"/>
                  </a:lnTo>
                  <a:lnTo>
                    <a:pt x="2369204" y="124989"/>
                  </a:lnTo>
                  <a:lnTo>
                    <a:pt x="2378948" y="133720"/>
                  </a:lnTo>
                  <a:lnTo>
                    <a:pt x="2388692" y="151257"/>
                  </a:lnTo>
                  <a:lnTo>
                    <a:pt x="2398450" y="134450"/>
                  </a:lnTo>
                  <a:lnTo>
                    <a:pt x="2408194" y="115886"/>
                  </a:lnTo>
                  <a:lnTo>
                    <a:pt x="2417953" y="77378"/>
                  </a:lnTo>
                  <a:lnTo>
                    <a:pt x="2427697" y="48846"/>
                  </a:lnTo>
                  <a:lnTo>
                    <a:pt x="2437441" y="36048"/>
                  </a:lnTo>
                  <a:lnTo>
                    <a:pt x="2447200" y="15769"/>
                  </a:lnTo>
                  <a:lnTo>
                    <a:pt x="2456944" y="0"/>
                  </a:lnTo>
                  <a:lnTo>
                    <a:pt x="2466703" y="59478"/>
                  </a:lnTo>
                  <a:lnTo>
                    <a:pt x="2476446" y="24138"/>
                  </a:lnTo>
                  <a:lnTo>
                    <a:pt x="2486190" y="22456"/>
                  </a:lnTo>
                  <a:lnTo>
                    <a:pt x="2495949" y="43946"/>
                  </a:lnTo>
                  <a:lnTo>
                    <a:pt x="2505693" y="36967"/>
                  </a:lnTo>
                  <a:lnTo>
                    <a:pt x="2515452" y="68103"/>
                  </a:lnTo>
                  <a:lnTo>
                    <a:pt x="2525196" y="79137"/>
                  </a:lnTo>
                  <a:lnTo>
                    <a:pt x="2534940" y="105308"/>
                  </a:lnTo>
                  <a:lnTo>
                    <a:pt x="2544699" y="102745"/>
                  </a:lnTo>
                  <a:lnTo>
                    <a:pt x="2554443" y="106839"/>
                  </a:lnTo>
                  <a:lnTo>
                    <a:pt x="2564202" y="121899"/>
                  </a:lnTo>
                  <a:lnTo>
                    <a:pt x="2573946" y="135757"/>
                  </a:lnTo>
                  <a:lnTo>
                    <a:pt x="2583690" y="188874"/>
                  </a:lnTo>
                  <a:lnTo>
                    <a:pt x="2593448" y="203979"/>
                  </a:lnTo>
                  <a:lnTo>
                    <a:pt x="2603192" y="202593"/>
                  </a:lnTo>
                  <a:lnTo>
                    <a:pt x="2612951" y="227724"/>
                  </a:lnTo>
                  <a:lnTo>
                    <a:pt x="2622695" y="227333"/>
                  </a:lnTo>
                  <a:lnTo>
                    <a:pt x="2632439" y="197943"/>
                  </a:lnTo>
                  <a:lnTo>
                    <a:pt x="2642198" y="200397"/>
                  </a:lnTo>
                  <a:lnTo>
                    <a:pt x="2651942" y="232068"/>
                  </a:lnTo>
                  <a:lnTo>
                    <a:pt x="2661685" y="264630"/>
                  </a:lnTo>
                  <a:lnTo>
                    <a:pt x="2671444" y="249266"/>
                  </a:lnTo>
                  <a:lnTo>
                    <a:pt x="2681188" y="223847"/>
                  </a:lnTo>
                  <a:lnTo>
                    <a:pt x="2690947" y="225565"/>
                  </a:lnTo>
                  <a:lnTo>
                    <a:pt x="2700691" y="212305"/>
                  </a:lnTo>
                  <a:lnTo>
                    <a:pt x="2710435" y="220469"/>
                  </a:lnTo>
                  <a:lnTo>
                    <a:pt x="2720194" y="229172"/>
                  </a:lnTo>
                  <a:lnTo>
                    <a:pt x="2729938" y="235584"/>
                  </a:lnTo>
                  <a:lnTo>
                    <a:pt x="2739697" y="204737"/>
                  </a:lnTo>
                  <a:lnTo>
                    <a:pt x="2749441" y="228853"/>
                  </a:lnTo>
                  <a:lnTo>
                    <a:pt x="2759185" y="245952"/>
                  </a:lnTo>
                  <a:lnTo>
                    <a:pt x="2768943" y="259788"/>
                  </a:lnTo>
                  <a:lnTo>
                    <a:pt x="2778687" y="267863"/>
                  </a:lnTo>
                  <a:lnTo>
                    <a:pt x="2788446" y="232312"/>
                  </a:lnTo>
                  <a:lnTo>
                    <a:pt x="2798190" y="224191"/>
                  </a:lnTo>
                  <a:lnTo>
                    <a:pt x="2807934" y="211852"/>
                  </a:lnTo>
                  <a:lnTo>
                    <a:pt x="2817693" y="181686"/>
                  </a:lnTo>
                  <a:lnTo>
                    <a:pt x="2827437" y="227487"/>
                  </a:lnTo>
                  <a:lnTo>
                    <a:pt x="2837196" y="246991"/>
                  </a:lnTo>
                  <a:lnTo>
                    <a:pt x="2846940" y="244534"/>
                  </a:lnTo>
                  <a:lnTo>
                    <a:pt x="2856684" y="237111"/>
                  </a:lnTo>
                  <a:lnTo>
                    <a:pt x="2866442" y="221605"/>
                  </a:lnTo>
                  <a:lnTo>
                    <a:pt x="2876186" y="209578"/>
                  </a:lnTo>
                  <a:lnTo>
                    <a:pt x="2885945" y="191474"/>
                  </a:lnTo>
                  <a:lnTo>
                    <a:pt x="2895689" y="217589"/>
                  </a:lnTo>
                  <a:lnTo>
                    <a:pt x="2905433" y="231344"/>
                  </a:lnTo>
                  <a:lnTo>
                    <a:pt x="2915192" y="22865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9" name="Freeform 1078">
              <a:extLst>
                <a:ext uri="{FF2B5EF4-FFF2-40B4-BE49-F238E27FC236}">
                  <a16:creationId xmlns:a16="http://schemas.microsoft.com/office/drawing/2014/main" id="{FDF46156-26A2-5EBC-39D6-C3F11351641B}"/>
                </a:ext>
              </a:extLst>
            </p:cNvPr>
            <p:cNvSpPr/>
            <p:nvPr/>
          </p:nvSpPr>
          <p:spPr>
            <a:xfrm>
              <a:off x="4426652" y="3553369"/>
              <a:ext cx="2915191" cy="290166"/>
            </a:xfrm>
            <a:custGeom>
              <a:avLst/>
              <a:gdLst>
                <a:gd name="connsiteX0" fmla="*/ 0 w 2915191"/>
                <a:gd name="connsiteY0" fmla="*/ 153449 h 290166"/>
                <a:gd name="connsiteX1" fmla="*/ 9750 w 2915191"/>
                <a:gd name="connsiteY1" fmla="*/ 168800 h 290166"/>
                <a:gd name="connsiteX2" fmla="*/ 19500 w 2915191"/>
                <a:gd name="connsiteY2" fmla="*/ 155036 h 290166"/>
                <a:gd name="connsiteX3" fmla="*/ 29250 w 2915191"/>
                <a:gd name="connsiteY3" fmla="*/ 181044 h 290166"/>
                <a:gd name="connsiteX4" fmla="*/ 39000 w 2915191"/>
                <a:gd name="connsiteY4" fmla="*/ 183345 h 290166"/>
                <a:gd name="connsiteX5" fmla="*/ 48749 w 2915191"/>
                <a:gd name="connsiteY5" fmla="*/ 172807 h 290166"/>
                <a:gd name="connsiteX6" fmla="*/ 58499 w 2915191"/>
                <a:gd name="connsiteY6" fmla="*/ 194144 h 290166"/>
                <a:gd name="connsiteX7" fmla="*/ 68249 w 2915191"/>
                <a:gd name="connsiteY7" fmla="*/ 187793 h 290166"/>
                <a:gd name="connsiteX8" fmla="*/ 77998 w 2915191"/>
                <a:gd name="connsiteY8" fmla="*/ 201357 h 290166"/>
                <a:gd name="connsiteX9" fmla="*/ 87748 w 2915191"/>
                <a:gd name="connsiteY9" fmla="*/ 199707 h 290166"/>
                <a:gd name="connsiteX10" fmla="*/ 97497 w 2915191"/>
                <a:gd name="connsiteY10" fmla="*/ 209364 h 290166"/>
                <a:gd name="connsiteX11" fmla="*/ 107247 w 2915191"/>
                <a:gd name="connsiteY11" fmla="*/ 194725 h 290166"/>
                <a:gd name="connsiteX12" fmla="*/ 116997 w 2915191"/>
                <a:gd name="connsiteY12" fmla="*/ 201600 h 290166"/>
                <a:gd name="connsiteX13" fmla="*/ 126747 w 2915191"/>
                <a:gd name="connsiteY13" fmla="*/ 207127 h 290166"/>
                <a:gd name="connsiteX14" fmla="*/ 136497 w 2915191"/>
                <a:gd name="connsiteY14" fmla="*/ 211700 h 290166"/>
                <a:gd name="connsiteX15" fmla="*/ 146247 w 2915191"/>
                <a:gd name="connsiteY15" fmla="*/ 219253 h 290166"/>
                <a:gd name="connsiteX16" fmla="*/ 155997 w 2915191"/>
                <a:gd name="connsiteY16" fmla="*/ 210922 h 290166"/>
                <a:gd name="connsiteX17" fmla="*/ 165747 w 2915191"/>
                <a:gd name="connsiteY17" fmla="*/ 194129 h 290166"/>
                <a:gd name="connsiteX18" fmla="*/ 175497 w 2915191"/>
                <a:gd name="connsiteY18" fmla="*/ 169781 h 290166"/>
                <a:gd name="connsiteX19" fmla="*/ 185247 w 2915191"/>
                <a:gd name="connsiteY19" fmla="*/ 198775 h 290166"/>
                <a:gd name="connsiteX20" fmla="*/ 194996 w 2915191"/>
                <a:gd name="connsiteY20" fmla="*/ 171520 h 290166"/>
                <a:gd name="connsiteX21" fmla="*/ 204746 w 2915191"/>
                <a:gd name="connsiteY21" fmla="*/ 167851 h 290166"/>
                <a:gd name="connsiteX22" fmla="*/ 214495 w 2915191"/>
                <a:gd name="connsiteY22" fmla="*/ 166453 h 290166"/>
                <a:gd name="connsiteX23" fmla="*/ 224245 w 2915191"/>
                <a:gd name="connsiteY23" fmla="*/ 201060 h 290166"/>
                <a:gd name="connsiteX24" fmla="*/ 233995 w 2915191"/>
                <a:gd name="connsiteY24" fmla="*/ 193206 h 290166"/>
                <a:gd name="connsiteX25" fmla="*/ 243744 w 2915191"/>
                <a:gd name="connsiteY25" fmla="*/ 209055 h 290166"/>
                <a:gd name="connsiteX26" fmla="*/ 253494 w 2915191"/>
                <a:gd name="connsiteY26" fmla="*/ 228196 h 290166"/>
                <a:gd name="connsiteX27" fmla="*/ 263244 w 2915191"/>
                <a:gd name="connsiteY27" fmla="*/ 247372 h 290166"/>
                <a:gd name="connsiteX28" fmla="*/ 272994 w 2915191"/>
                <a:gd name="connsiteY28" fmla="*/ 235549 h 290166"/>
                <a:gd name="connsiteX29" fmla="*/ 282744 w 2915191"/>
                <a:gd name="connsiteY29" fmla="*/ 195996 h 290166"/>
                <a:gd name="connsiteX30" fmla="*/ 292494 w 2915191"/>
                <a:gd name="connsiteY30" fmla="*/ 149209 h 290166"/>
                <a:gd name="connsiteX31" fmla="*/ 302244 w 2915191"/>
                <a:gd name="connsiteY31" fmla="*/ 175918 h 290166"/>
                <a:gd name="connsiteX32" fmla="*/ 311994 w 2915191"/>
                <a:gd name="connsiteY32" fmla="*/ 168146 h 290166"/>
                <a:gd name="connsiteX33" fmla="*/ 321744 w 2915191"/>
                <a:gd name="connsiteY33" fmla="*/ 170361 h 290166"/>
                <a:gd name="connsiteX34" fmla="*/ 331493 w 2915191"/>
                <a:gd name="connsiteY34" fmla="*/ 175799 h 290166"/>
                <a:gd name="connsiteX35" fmla="*/ 341243 w 2915191"/>
                <a:gd name="connsiteY35" fmla="*/ 176061 h 290166"/>
                <a:gd name="connsiteX36" fmla="*/ 350993 w 2915191"/>
                <a:gd name="connsiteY36" fmla="*/ 172356 h 290166"/>
                <a:gd name="connsiteX37" fmla="*/ 360742 w 2915191"/>
                <a:gd name="connsiteY37" fmla="*/ 139206 h 290166"/>
                <a:gd name="connsiteX38" fmla="*/ 370492 w 2915191"/>
                <a:gd name="connsiteY38" fmla="*/ 133820 h 290166"/>
                <a:gd name="connsiteX39" fmla="*/ 380241 w 2915191"/>
                <a:gd name="connsiteY39" fmla="*/ 140045 h 290166"/>
                <a:gd name="connsiteX40" fmla="*/ 389991 w 2915191"/>
                <a:gd name="connsiteY40" fmla="*/ 132521 h 290166"/>
                <a:gd name="connsiteX41" fmla="*/ 399741 w 2915191"/>
                <a:gd name="connsiteY41" fmla="*/ 123240 h 290166"/>
                <a:gd name="connsiteX42" fmla="*/ 409491 w 2915191"/>
                <a:gd name="connsiteY42" fmla="*/ 152531 h 290166"/>
                <a:gd name="connsiteX43" fmla="*/ 419241 w 2915191"/>
                <a:gd name="connsiteY43" fmla="*/ 173986 h 290166"/>
                <a:gd name="connsiteX44" fmla="*/ 428991 w 2915191"/>
                <a:gd name="connsiteY44" fmla="*/ 141323 h 290166"/>
                <a:gd name="connsiteX45" fmla="*/ 438741 w 2915191"/>
                <a:gd name="connsiteY45" fmla="*/ 129690 h 290166"/>
                <a:gd name="connsiteX46" fmla="*/ 448491 w 2915191"/>
                <a:gd name="connsiteY46" fmla="*/ 143450 h 290166"/>
                <a:gd name="connsiteX47" fmla="*/ 458241 w 2915191"/>
                <a:gd name="connsiteY47" fmla="*/ 141660 h 290166"/>
                <a:gd name="connsiteX48" fmla="*/ 467991 w 2915191"/>
                <a:gd name="connsiteY48" fmla="*/ 166729 h 290166"/>
                <a:gd name="connsiteX49" fmla="*/ 477740 w 2915191"/>
                <a:gd name="connsiteY49" fmla="*/ 184597 h 290166"/>
                <a:gd name="connsiteX50" fmla="*/ 487490 w 2915191"/>
                <a:gd name="connsiteY50" fmla="*/ 208403 h 290166"/>
                <a:gd name="connsiteX51" fmla="*/ 497239 w 2915191"/>
                <a:gd name="connsiteY51" fmla="*/ 176318 h 290166"/>
                <a:gd name="connsiteX52" fmla="*/ 506989 w 2915191"/>
                <a:gd name="connsiteY52" fmla="*/ 179330 h 290166"/>
                <a:gd name="connsiteX53" fmla="*/ 516738 w 2915191"/>
                <a:gd name="connsiteY53" fmla="*/ 208119 h 290166"/>
                <a:gd name="connsiteX54" fmla="*/ 526488 w 2915191"/>
                <a:gd name="connsiteY54" fmla="*/ 182389 h 290166"/>
                <a:gd name="connsiteX55" fmla="*/ 536238 w 2915191"/>
                <a:gd name="connsiteY55" fmla="*/ 176845 h 290166"/>
                <a:gd name="connsiteX56" fmla="*/ 545988 w 2915191"/>
                <a:gd name="connsiteY56" fmla="*/ 177509 h 290166"/>
                <a:gd name="connsiteX57" fmla="*/ 555738 w 2915191"/>
                <a:gd name="connsiteY57" fmla="*/ 157628 h 290166"/>
                <a:gd name="connsiteX58" fmla="*/ 565488 w 2915191"/>
                <a:gd name="connsiteY58" fmla="*/ 157826 h 290166"/>
                <a:gd name="connsiteX59" fmla="*/ 575238 w 2915191"/>
                <a:gd name="connsiteY59" fmla="*/ 127251 h 290166"/>
                <a:gd name="connsiteX60" fmla="*/ 584988 w 2915191"/>
                <a:gd name="connsiteY60" fmla="*/ 82494 h 290166"/>
                <a:gd name="connsiteX61" fmla="*/ 594738 w 2915191"/>
                <a:gd name="connsiteY61" fmla="*/ 83849 h 290166"/>
                <a:gd name="connsiteX62" fmla="*/ 604488 w 2915191"/>
                <a:gd name="connsiteY62" fmla="*/ 65824 h 290166"/>
                <a:gd name="connsiteX63" fmla="*/ 614237 w 2915191"/>
                <a:gd name="connsiteY63" fmla="*/ 47835 h 290166"/>
                <a:gd name="connsiteX64" fmla="*/ 623987 w 2915191"/>
                <a:gd name="connsiteY64" fmla="*/ 21800 h 290166"/>
                <a:gd name="connsiteX65" fmla="*/ 633736 w 2915191"/>
                <a:gd name="connsiteY65" fmla="*/ 0 h 290166"/>
                <a:gd name="connsiteX66" fmla="*/ 643486 w 2915191"/>
                <a:gd name="connsiteY66" fmla="*/ 21312 h 290166"/>
                <a:gd name="connsiteX67" fmla="*/ 653236 w 2915191"/>
                <a:gd name="connsiteY67" fmla="*/ 32910 h 290166"/>
                <a:gd name="connsiteX68" fmla="*/ 662985 w 2915191"/>
                <a:gd name="connsiteY68" fmla="*/ 37127 h 290166"/>
                <a:gd name="connsiteX69" fmla="*/ 672735 w 2915191"/>
                <a:gd name="connsiteY69" fmla="*/ 22308 h 290166"/>
                <a:gd name="connsiteX70" fmla="*/ 682485 w 2915191"/>
                <a:gd name="connsiteY70" fmla="*/ 12196 h 290166"/>
                <a:gd name="connsiteX71" fmla="*/ 692235 w 2915191"/>
                <a:gd name="connsiteY71" fmla="*/ 39175 h 290166"/>
                <a:gd name="connsiteX72" fmla="*/ 701985 w 2915191"/>
                <a:gd name="connsiteY72" fmla="*/ 35172 h 290166"/>
                <a:gd name="connsiteX73" fmla="*/ 711735 w 2915191"/>
                <a:gd name="connsiteY73" fmla="*/ 57841 h 290166"/>
                <a:gd name="connsiteX74" fmla="*/ 721485 w 2915191"/>
                <a:gd name="connsiteY74" fmla="*/ 69414 h 290166"/>
                <a:gd name="connsiteX75" fmla="*/ 731235 w 2915191"/>
                <a:gd name="connsiteY75" fmla="*/ 73236 h 290166"/>
                <a:gd name="connsiteX76" fmla="*/ 740985 w 2915191"/>
                <a:gd name="connsiteY76" fmla="*/ 100704 h 290166"/>
                <a:gd name="connsiteX77" fmla="*/ 750734 w 2915191"/>
                <a:gd name="connsiteY77" fmla="*/ 134445 h 290166"/>
                <a:gd name="connsiteX78" fmla="*/ 760484 w 2915191"/>
                <a:gd name="connsiteY78" fmla="*/ 152755 h 290166"/>
                <a:gd name="connsiteX79" fmla="*/ 770233 w 2915191"/>
                <a:gd name="connsiteY79" fmla="*/ 192778 h 290166"/>
                <a:gd name="connsiteX80" fmla="*/ 779983 w 2915191"/>
                <a:gd name="connsiteY80" fmla="*/ 193061 h 290166"/>
                <a:gd name="connsiteX81" fmla="*/ 789733 w 2915191"/>
                <a:gd name="connsiteY81" fmla="*/ 179117 h 290166"/>
                <a:gd name="connsiteX82" fmla="*/ 799482 w 2915191"/>
                <a:gd name="connsiteY82" fmla="*/ 190337 h 290166"/>
                <a:gd name="connsiteX83" fmla="*/ 809232 w 2915191"/>
                <a:gd name="connsiteY83" fmla="*/ 205564 h 290166"/>
                <a:gd name="connsiteX84" fmla="*/ 818982 w 2915191"/>
                <a:gd name="connsiteY84" fmla="*/ 200987 h 290166"/>
                <a:gd name="connsiteX85" fmla="*/ 828732 w 2915191"/>
                <a:gd name="connsiteY85" fmla="*/ 189393 h 290166"/>
                <a:gd name="connsiteX86" fmla="*/ 838482 w 2915191"/>
                <a:gd name="connsiteY86" fmla="*/ 172752 h 290166"/>
                <a:gd name="connsiteX87" fmla="*/ 848232 w 2915191"/>
                <a:gd name="connsiteY87" fmla="*/ 149325 h 290166"/>
                <a:gd name="connsiteX88" fmla="*/ 857982 w 2915191"/>
                <a:gd name="connsiteY88" fmla="*/ 154273 h 290166"/>
                <a:gd name="connsiteX89" fmla="*/ 867732 w 2915191"/>
                <a:gd name="connsiteY89" fmla="*/ 185716 h 290166"/>
                <a:gd name="connsiteX90" fmla="*/ 877482 w 2915191"/>
                <a:gd name="connsiteY90" fmla="*/ 202888 h 290166"/>
                <a:gd name="connsiteX91" fmla="*/ 887231 w 2915191"/>
                <a:gd name="connsiteY91" fmla="*/ 202222 h 290166"/>
                <a:gd name="connsiteX92" fmla="*/ 896981 w 2915191"/>
                <a:gd name="connsiteY92" fmla="*/ 216825 h 290166"/>
                <a:gd name="connsiteX93" fmla="*/ 906730 w 2915191"/>
                <a:gd name="connsiteY93" fmla="*/ 186191 h 290166"/>
                <a:gd name="connsiteX94" fmla="*/ 916480 w 2915191"/>
                <a:gd name="connsiteY94" fmla="*/ 180635 h 290166"/>
                <a:gd name="connsiteX95" fmla="*/ 926230 w 2915191"/>
                <a:gd name="connsiteY95" fmla="*/ 221211 h 290166"/>
                <a:gd name="connsiteX96" fmla="*/ 935979 w 2915191"/>
                <a:gd name="connsiteY96" fmla="*/ 180020 h 290166"/>
                <a:gd name="connsiteX97" fmla="*/ 945729 w 2915191"/>
                <a:gd name="connsiteY97" fmla="*/ 155836 h 290166"/>
                <a:gd name="connsiteX98" fmla="*/ 955479 w 2915191"/>
                <a:gd name="connsiteY98" fmla="*/ 160467 h 290166"/>
                <a:gd name="connsiteX99" fmla="*/ 965229 w 2915191"/>
                <a:gd name="connsiteY99" fmla="*/ 141162 h 290166"/>
                <a:gd name="connsiteX100" fmla="*/ 974979 w 2915191"/>
                <a:gd name="connsiteY100" fmla="*/ 139809 h 290166"/>
                <a:gd name="connsiteX101" fmla="*/ 984729 w 2915191"/>
                <a:gd name="connsiteY101" fmla="*/ 156499 h 290166"/>
                <a:gd name="connsiteX102" fmla="*/ 994474 w 2915191"/>
                <a:gd name="connsiteY102" fmla="*/ 137933 h 290166"/>
                <a:gd name="connsiteX103" fmla="*/ 1004233 w 2915191"/>
                <a:gd name="connsiteY103" fmla="*/ 116483 h 290166"/>
                <a:gd name="connsiteX104" fmla="*/ 1013977 w 2915191"/>
                <a:gd name="connsiteY104" fmla="*/ 140487 h 290166"/>
                <a:gd name="connsiteX105" fmla="*/ 1023721 w 2915191"/>
                <a:gd name="connsiteY105" fmla="*/ 139960 h 290166"/>
                <a:gd name="connsiteX106" fmla="*/ 1033480 w 2915191"/>
                <a:gd name="connsiteY106" fmla="*/ 137317 h 290166"/>
                <a:gd name="connsiteX107" fmla="*/ 1043224 w 2915191"/>
                <a:gd name="connsiteY107" fmla="*/ 147789 h 290166"/>
                <a:gd name="connsiteX108" fmla="*/ 1052983 w 2915191"/>
                <a:gd name="connsiteY108" fmla="*/ 143906 h 290166"/>
                <a:gd name="connsiteX109" fmla="*/ 1062727 w 2915191"/>
                <a:gd name="connsiteY109" fmla="*/ 139052 h 290166"/>
                <a:gd name="connsiteX110" fmla="*/ 1072471 w 2915191"/>
                <a:gd name="connsiteY110" fmla="*/ 145444 h 290166"/>
                <a:gd name="connsiteX111" fmla="*/ 1082230 w 2915191"/>
                <a:gd name="connsiteY111" fmla="*/ 148348 h 290166"/>
                <a:gd name="connsiteX112" fmla="*/ 1091973 w 2915191"/>
                <a:gd name="connsiteY112" fmla="*/ 110902 h 290166"/>
                <a:gd name="connsiteX113" fmla="*/ 1101732 w 2915191"/>
                <a:gd name="connsiteY113" fmla="*/ 89212 h 290166"/>
                <a:gd name="connsiteX114" fmla="*/ 1111476 w 2915191"/>
                <a:gd name="connsiteY114" fmla="*/ 58064 h 290166"/>
                <a:gd name="connsiteX115" fmla="*/ 1121220 w 2915191"/>
                <a:gd name="connsiteY115" fmla="*/ 32531 h 290166"/>
                <a:gd name="connsiteX116" fmla="*/ 1130979 w 2915191"/>
                <a:gd name="connsiteY116" fmla="*/ 19655 h 290166"/>
                <a:gd name="connsiteX117" fmla="*/ 1140723 w 2915191"/>
                <a:gd name="connsiteY117" fmla="*/ 7764 h 290166"/>
                <a:gd name="connsiteX118" fmla="*/ 1150482 w 2915191"/>
                <a:gd name="connsiteY118" fmla="*/ 35473 h 290166"/>
                <a:gd name="connsiteX119" fmla="*/ 1160226 w 2915191"/>
                <a:gd name="connsiteY119" fmla="*/ 59003 h 290166"/>
                <a:gd name="connsiteX120" fmla="*/ 1169969 w 2915191"/>
                <a:gd name="connsiteY120" fmla="*/ 57257 h 290166"/>
                <a:gd name="connsiteX121" fmla="*/ 1179728 w 2915191"/>
                <a:gd name="connsiteY121" fmla="*/ 57036 h 290166"/>
                <a:gd name="connsiteX122" fmla="*/ 1189472 w 2915191"/>
                <a:gd name="connsiteY122" fmla="*/ 60225 h 290166"/>
                <a:gd name="connsiteX123" fmla="*/ 1199231 w 2915191"/>
                <a:gd name="connsiteY123" fmla="*/ 99023 h 290166"/>
                <a:gd name="connsiteX124" fmla="*/ 1208975 w 2915191"/>
                <a:gd name="connsiteY124" fmla="*/ 91419 h 290166"/>
                <a:gd name="connsiteX125" fmla="*/ 1218719 w 2915191"/>
                <a:gd name="connsiteY125" fmla="*/ 102004 h 290166"/>
                <a:gd name="connsiteX126" fmla="*/ 1228478 w 2915191"/>
                <a:gd name="connsiteY126" fmla="*/ 114064 h 290166"/>
                <a:gd name="connsiteX127" fmla="*/ 1238222 w 2915191"/>
                <a:gd name="connsiteY127" fmla="*/ 117444 h 290166"/>
                <a:gd name="connsiteX128" fmla="*/ 1247966 w 2915191"/>
                <a:gd name="connsiteY128" fmla="*/ 121197 h 290166"/>
                <a:gd name="connsiteX129" fmla="*/ 1257725 w 2915191"/>
                <a:gd name="connsiteY129" fmla="*/ 104668 h 290166"/>
                <a:gd name="connsiteX130" fmla="*/ 1267469 w 2915191"/>
                <a:gd name="connsiteY130" fmla="*/ 97228 h 290166"/>
                <a:gd name="connsiteX131" fmla="*/ 1277227 w 2915191"/>
                <a:gd name="connsiteY131" fmla="*/ 123387 h 290166"/>
                <a:gd name="connsiteX132" fmla="*/ 1286971 w 2915191"/>
                <a:gd name="connsiteY132" fmla="*/ 135201 h 290166"/>
                <a:gd name="connsiteX133" fmla="*/ 1296715 w 2915191"/>
                <a:gd name="connsiteY133" fmla="*/ 129663 h 290166"/>
                <a:gd name="connsiteX134" fmla="*/ 1306474 w 2915191"/>
                <a:gd name="connsiteY134" fmla="*/ 118164 h 290166"/>
                <a:gd name="connsiteX135" fmla="*/ 1316218 w 2915191"/>
                <a:gd name="connsiteY135" fmla="*/ 121351 h 290166"/>
                <a:gd name="connsiteX136" fmla="*/ 1325977 w 2915191"/>
                <a:gd name="connsiteY136" fmla="*/ 132535 h 290166"/>
                <a:gd name="connsiteX137" fmla="*/ 1335721 w 2915191"/>
                <a:gd name="connsiteY137" fmla="*/ 150761 h 290166"/>
                <a:gd name="connsiteX138" fmla="*/ 1345465 w 2915191"/>
                <a:gd name="connsiteY138" fmla="*/ 148903 h 290166"/>
                <a:gd name="connsiteX139" fmla="*/ 1355224 w 2915191"/>
                <a:gd name="connsiteY139" fmla="*/ 153194 h 290166"/>
                <a:gd name="connsiteX140" fmla="*/ 1364967 w 2915191"/>
                <a:gd name="connsiteY140" fmla="*/ 147640 h 290166"/>
                <a:gd name="connsiteX141" fmla="*/ 1374726 w 2915191"/>
                <a:gd name="connsiteY141" fmla="*/ 123583 h 290166"/>
                <a:gd name="connsiteX142" fmla="*/ 1384470 w 2915191"/>
                <a:gd name="connsiteY142" fmla="*/ 121489 h 290166"/>
                <a:gd name="connsiteX143" fmla="*/ 1394214 w 2915191"/>
                <a:gd name="connsiteY143" fmla="*/ 81953 h 290166"/>
                <a:gd name="connsiteX144" fmla="*/ 1403973 w 2915191"/>
                <a:gd name="connsiteY144" fmla="*/ 74254 h 290166"/>
                <a:gd name="connsiteX145" fmla="*/ 1413717 w 2915191"/>
                <a:gd name="connsiteY145" fmla="*/ 86720 h 290166"/>
                <a:gd name="connsiteX146" fmla="*/ 1423476 w 2915191"/>
                <a:gd name="connsiteY146" fmla="*/ 107812 h 290166"/>
                <a:gd name="connsiteX147" fmla="*/ 1433220 w 2915191"/>
                <a:gd name="connsiteY147" fmla="*/ 87852 h 290166"/>
                <a:gd name="connsiteX148" fmla="*/ 1442964 w 2915191"/>
                <a:gd name="connsiteY148" fmla="*/ 57614 h 290166"/>
                <a:gd name="connsiteX149" fmla="*/ 1452722 w 2915191"/>
                <a:gd name="connsiteY149" fmla="*/ 60506 h 290166"/>
                <a:gd name="connsiteX150" fmla="*/ 1462466 w 2915191"/>
                <a:gd name="connsiteY150" fmla="*/ 43079 h 290166"/>
                <a:gd name="connsiteX151" fmla="*/ 1472225 w 2915191"/>
                <a:gd name="connsiteY151" fmla="*/ 52343 h 290166"/>
                <a:gd name="connsiteX152" fmla="*/ 1481969 w 2915191"/>
                <a:gd name="connsiteY152" fmla="*/ 67452 h 290166"/>
                <a:gd name="connsiteX153" fmla="*/ 1491713 w 2915191"/>
                <a:gd name="connsiteY153" fmla="*/ 67326 h 290166"/>
                <a:gd name="connsiteX154" fmla="*/ 1501472 w 2915191"/>
                <a:gd name="connsiteY154" fmla="*/ 62674 h 290166"/>
                <a:gd name="connsiteX155" fmla="*/ 1511216 w 2915191"/>
                <a:gd name="connsiteY155" fmla="*/ 41433 h 290166"/>
                <a:gd name="connsiteX156" fmla="*/ 1520960 w 2915191"/>
                <a:gd name="connsiteY156" fmla="*/ 63321 h 290166"/>
                <a:gd name="connsiteX157" fmla="*/ 1530719 w 2915191"/>
                <a:gd name="connsiteY157" fmla="*/ 61808 h 290166"/>
                <a:gd name="connsiteX158" fmla="*/ 1540463 w 2915191"/>
                <a:gd name="connsiteY158" fmla="*/ 71901 h 290166"/>
                <a:gd name="connsiteX159" fmla="*/ 1550221 w 2915191"/>
                <a:gd name="connsiteY159" fmla="*/ 51959 h 290166"/>
                <a:gd name="connsiteX160" fmla="*/ 1559965 w 2915191"/>
                <a:gd name="connsiteY160" fmla="*/ 85239 h 290166"/>
                <a:gd name="connsiteX161" fmla="*/ 1569709 w 2915191"/>
                <a:gd name="connsiteY161" fmla="*/ 93959 h 290166"/>
                <a:gd name="connsiteX162" fmla="*/ 1579468 w 2915191"/>
                <a:gd name="connsiteY162" fmla="*/ 102805 h 290166"/>
                <a:gd name="connsiteX163" fmla="*/ 1589212 w 2915191"/>
                <a:gd name="connsiteY163" fmla="*/ 103697 h 290166"/>
                <a:gd name="connsiteX164" fmla="*/ 1598971 w 2915191"/>
                <a:gd name="connsiteY164" fmla="*/ 115344 h 290166"/>
                <a:gd name="connsiteX165" fmla="*/ 1608715 w 2915191"/>
                <a:gd name="connsiteY165" fmla="*/ 95097 h 290166"/>
                <a:gd name="connsiteX166" fmla="*/ 1618459 w 2915191"/>
                <a:gd name="connsiteY166" fmla="*/ 69785 h 290166"/>
                <a:gd name="connsiteX167" fmla="*/ 1628218 w 2915191"/>
                <a:gd name="connsiteY167" fmla="*/ 111035 h 290166"/>
                <a:gd name="connsiteX168" fmla="*/ 1637962 w 2915191"/>
                <a:gd name="connsiteY168" fmla="*/ 120485 h 290166"/>
                <a:gd name="connsiteX169" fmla="*/ 1647720 w 2915191"/>
                <a:gd name="connsiteY169" fmla="*/ 84153 h 290166"/>
                <a:gd name="connsiteX170" fmla="*/ 1657464 w 2915191"/>
                <a:gd name="connsiteY170" fmla="*/ 93227 h 290166"/>
                <a:gd name="connsiteX171" fmla="*/ 1667208 w 2915191"/>
                <a:gd name="connsiteY171" fmla="*/ 101873 h 290166"/>
                <a:gd name="connsiteX172" fmla="*/ 1676967 w 2915191"/>
                <a:gd name="connsiteY172" fmla="*/ 132722 h 290166"/>
                <a:gd name="connsiteX173" fmla="*/ 1686711 w 2915191"/>
                <a:gd name="connsiteY173" fmla="*/ 113784 h 290166"/>
                <a:gd name="connsiteX174" fmla="*/ 1696470 w 2915191"/>
                <a:gd name="connsiteY174" fmla="*/ 114488 h 290166"/>
                <a:gd name="connsiteX175" fmla="*/ 1706214 w 2915191"/>
                <a:gd name="connsiteY175" fmla="*/ 102648 h 290166"/>
                <a:gd name="connsiteX176" fmla="*/ 1715958 w 2915191"/>
                <a:gd name="connsiteY176" fmla="*/ 121696 h 290166"/>
                <a:gd name="connsiteX177" fmla="*/ 1725716 w 2915191"/>
                <a:gd name="connsiteY177" fmla="*/ 113579 h 290166"/>
                <a:gd name="connsiteX178" fmla="*/ 1735460 w 2915191"/>
                <a:gd name="connsiteY178" fmla="*/ 86013 h 290166"/>
                <a:gd name="connsiteX179" fmla="*/ 1745219 w 2915191"/>
                <a:gd name="connsiteY179" fmla="*/ 101332 h 290166"/>
                <a:gd name="connsiteX180" fmla="*/ 1754963 w 2915191"/>
                <a:gd name="connsiteY180" fmla="*/ 86060 h 290166"/>
                <a:gd name="connsiteX181" fmla="*/ 1764707 w 2915191"/>
                <a:gd name="connsiteY181" fmla="*/ 96881 h 290166"/>
                <a:gd name="connsiteX182" fmla="*/ 1774466 w 2915191"/>
                <a:gd name="connsiteY182" fmla="*/ 92761 h 290166"/>
                <a:gd name="connsiteX183" fmla="*/ 1784210 w 2915191"/>
                <a:gd name="connsiteY183" fmla="*/ 116822 h 290166"/>
                <a:gd name="connsiteX184" fmla="*/ 1793969 w 2915191"/>
                <a:gd name="connsiteY184" fmla="*/ 146682 h 290166"/>
                <a:gd name="connsiteX185" fmla="*/ 1803713 w 2915191"/>
                <a:gd name="connsiteY185" fmla="*/ 152990 h 290166"/>
                <a:gd name="connsiteX186" fmla="*/ 1813457 w 2915191"/>
                <a:gd name="connsiteY186" fmla="*/ 166128 h 290166"/>
                <a:gd name="connsiteX187" fmla="*/ 1823215 w 2915191"/>
                <a:gd name="connsiteY187" fmla="*/ 146822 h 290166"/>
                <a:gd name="connsiteX188" fmla="*/ 1832959 w 2915191"/>
                <a:gd name="connsiteY188" fmla="*/ 145161 h 290166"/>
                <a:gd name="connsiteX189" fmla="*/ 1842703 w 2915191"/>
                <a:gd name="connsiteY189" fmla="*/ 184771 h 290166"/>
                <a:gd name="connsiteX190" fmla="*/ 1852462 w 2915191"/>
                <a:gd name="connsiteY190" fmla="*/ 184159 h 290166"/>
                <a:gd name="connsiteX191" fmla="*/ 1862206 w 2915191"/>
                <a:gd name="connsiteY191" fmla="*/ 195385 h 290166"/>
                <a:gd name="connsiteX192" fmla="*/ 1871965 w 2915191"/>
                <a:gd name="connsiteY192" fmla="*/ 212793 h 290166"/>
                <a:gd name="connsiteX193" fmla="*/ 1881709 w 2915191"/>
                <a:gd name="connsiteY193" fmla="*/ 218792 h 290166"/>
                <a:gd name="connsiteX194" fmla="*/ 1891453 w 2915191"/>
                <a:gd name="connsiteY194" fmla="*/ 199482 h 290166"/>
                <a:gd name="connsiteX195" fmla="*/ 1901212 w 2915191"/>
                <a:gd name="connsiteY195" fmla="*/ 201051 h 290166"/>
                <a:gd name="connsiteX196" fmla="*/ 1910956 w 2915191"/>
                <a:gd name="connsiteY196" fmla="*/ 196604 h 290166"/>
                <a:gd name="connsiteX197" fmla="*/ 1920714 w 2915191"/>
                <a:gd name="connsiteY197" fmla="*/ 217843 h 290166"/>
                <a:gd name="connsiteX198" fmla="*/ 1930458 w 2915191"/>
                <a:gd name="connsiteY198" fmla="*/ 216393 h 290166"/>
                <a:gd name="connsiteX199" fmla="*/ 1940202 w 2915191"/>
                <a:gd name="connsiteY199" fmla="*/ 171390 h 290166"/>
                <a:gd name="connsiteX200" fmla="*/ 1949961 w 2915191"/>
                <a:gd name="connsiteY200" fmla="*/ 158621 h 290166"/>
                <a:gd name="connsiteX201" fmla="*/ 1959705 w 2915191"/>
                <a:gd name="connsiteY201" fmla="*/ 130469 h 290166"/>
                <a:gd name="connsiteX202" fmla="*/ 1969464 w 2915191"/>
                <a:gd name="connsiteY202" fmla="*/ 120595 h 290166"/>
                <a:gd name="connsiteX203" fmla="*/ 1979208 w 2915191"/>
                <a:gd name="connsiteY203" fmla="*/ 104476 h 290166"/>
                <a:gd name="connsiteX204" fmla="*/ 1988952 w 2915191"/>
                <a:gd name="connsiteY204" fmla="*/ 81655 h 290166"/>
                <a:gd name="connsiteX205" fmla="*/ 1998711 w 2915191"/>
                <a:gd name="connsiteY205" fmla="*/ 80517 h 290166"/>
                <a:gd name="connsiteX206" fmla="*/ 2008454 w 2915191"/>
                <a:gd name="connsiteY206" fmla="*/ 68614 h 290166"/>
                <a:gd name="connsiteX207" fmla="*/ 2018213 w 2915191"/>
                <a:gd name="connsiteY207" fmla="*/ 38566 h 290166"/>
                <a:gd name="connsiteX208" fmla="*/ 2027957 w 2915191"/>
                <a:gd name="connsiteY208" fmla="*/ 36227 h 290166"/>
                <a:gd name="connsiteX209" fmla="*/ 2037701 w 2915191"/>
                <a:gd name="connsiteY209" fmla="*/ 83174 h 290166"/>
                <a:gd name="connsiteX210" fmla="*/ 2047460 w 2915191"/>
                <a:gd name="connsiteY210" fmla="*/ 98418 h 290166"/>
                <a:gd name="connsiteX211" fmla="*/ 2057204 w 2915191"/>
                <a:gd name="connsiteY211" fmla="*/ 77957 h 290166"/>
                <a:gd name="connsiteX212" fmla="*/ 2066963 w 2915191"/>
                <a:gd name="connsiteY212" fmla="*/ 60664 h 290166"/>
                <a:gd name="connsiteX213" fmla="*/ 2076707 w 2915191"/>
                <a:gd name="connsiteY213" fmla="*/ 72790 h 290166"/>
                <a:gd name="connsiteX214" fmla="*/ 2086451 w 2915191"/>
                <a:gd name="connsiteY214" fmla="*/ 76871 h 290166"/>
                <a:gd name="connsiteX215" fmla="*/ 2096210 w 2915191"/>
                <a:gd name="connsiteY215" fmla="*/ 65843 h 290166"/>
                <a:gd name="connsiteX216" fmla="*/ 2105954 w 2915191"/>
                <a:gd name="connsiteY216" fmla="*/ 66969 h 290166"/>
                <a:gd name="connsiteX217" fmla="*/ 2115697 w 2915191"/>
                <a:gd name="connsiteY217" fmla="*/ 76694 h 290166"/>
                <a:gd name="connsiteX218" fmla="*/ 2125456 w 2915191"/>
                <a:gd name="connsiteY218" fmla="*/ 100425 h 290166"/>
                <a:gd name="connsiteX219" fmla="*/ 2135200 w 2915191"/>
                <a:gd name="connsiteY219" fmla="*/ 127592 h 290166"/>
                <a:gd name="connsiteX220" fmla="*/ 2144959 w 2915191"/>
                <a:gd name="connsiteY220" fmla="*/ 130391 h 290166"/>
                <a:gd name="connsiteX221" fmla="*/ 2154703 w 2915191"/>
                <a:gd name="connsiteY221" fmla="*/ 153458 h 290166"/>
                <a:gd name="connsiteX222" fmla="*/ 2164447 w 2915191"/>
                <a:gd name="connsiteY222" fmla="*/ 159781 h 290166"/>
                <a:gd name="connsiteX223" fmla="*/ 2174206 w 2915191"/>
                <a:gd name="connsiteY223" fmla="*/ 158156 h 290166"/>
                <a:gd name="connsiteX224" fmla="*/ 2183950 w 2915191"/>
                <a:gd name="connsiteY224" fmla="*/ 157402 h 290166"/>
                <a:gd name="connsiteX225" fmla="*/ 2193709 w 2915191"/>
                <a:gd name="connsiteY225" fmla="*/ 145262 h 290166"/>
                <a:gd name="connsiteX226" fmla="*/ 2203452 w 2915191"/>
                <a:gd name="connsiteY226" fmla="*/ 172024 h 290166"/>
                <a:gd name="connsiteX227" fmla="*/ 2213196 w 2915191"/>
                <a:gd name="connsiteY227" fmla="*/ 149522 h 290166"/>
                <a:gd name="connsiteX228" fmla="*/ 2222955 w 2915191"/>
                <a:gd name="connsiteY228" fmla="*/ 136527 h 290166"/>
                <a:gd name="connsiteX229" fmla="*/ 2232699 w 2915191"/>
                <a:gd name="connsiteY229" fmla="*/ 161527 h 290166"/>
                <a:gd name="connsiteX230" fmla="*/ 2242458 w 2915191"/>
                <a:gd name="connsiteY230" fmla="*/ 180585 h 290166"/>
                <a:gd name="connsiteX231" fmla="*/ 2252202 w 2915191"/>
                <a:gd name="connsiteY231" fmla="*/ 195090 h 290166"/>
                <a:gd name="connsiteX232" fmla="*/ 2261946 w 2915191"/>
                <a:gd name="connsiteY232" fmla="*/ 188778 h 290166"/>
                <a:gd name="connsiteX233" fmla="*/ 2271705 w 2915191"/>
                <a:gd name="connsiteY233" fmla="*/ 204374 h 290166"/>
                <a:gd name="connsiteX234" fmla="*/ 2281449 w 2915191"/>
                <a:gd name="connsiteY234" fmla="*/ 229829 h 290166"/>
                <a:gd name="connsiteX235" fmla="*/ 2291208 w 2915191"/>
                <a:gd name="connsiteY235" fmla="*/ 232707 h 290166"/>
                <a:gd name="connsiteX236" fmla="*/ 2300951 w 2915191"/>
                <a:gd name="connsiteY236" fmla="*/ 260323 h 290166"/>
                <a:gd name="connsiteX237" fmla="*/ 2310695 w 2915191"/>
                <a:gd name="connsiteY237" fmla="*/ 273691 h 290166"/>
                <a:gd name="connsiteX238" fmla="*/ 2320454 w 2915191"/>
                <a:gd name="connsiteY238" fmla="*/ 263767 h 290166"/>
                <a:gd name="connsiteX239" fmla="*/ 2330198 w 2915191"/>
                <a:gd name="connsiteY239" fmla="*/ 254387 h 290166"/>
                <a:gd name="connsiteX240" fmla="*/ 2339957 w 2915191"/>
                <a:gd name="connsiteY240" fmla="*/ 234526 h 290166"/>
                <a:gd name="connsiteX241" fmla="*/ 2349701 w 2915191"/>
                <a:gd name="connsiteY241" fmla="*/ 258974 h 290166"/>
                <a:gd name="connsiteX242" fmla="*/ 2359445 w 2915191"/>
                <a:gd name="connsiteY242" fmla="*/ 244179 h 290166"/>
                <a:gd name="connsiteX243" fmla="*/ 2369204 w 2915191"/>
                <a:gd name="connsiteY243" fmla="*/ 289216 h 290166"/>
                <a:gd name="connsiteX244" fmla="*/ 2378948 w 2915191"/>
                <a:gd name="connsiteY244" fmla="*/ 290167 h 290166"/>
                <a:gd name="connsiteX245" fmla="*/ 2388692 w 2915191"/>
                <a:gd name="connsiteY245" fmla="*/ 270925 h 290166"/>
                <a:gd name="connsiteX246" fmla="*/ 2398450 w 2915191"/>
                <a:gd name="connsiteY246" fmla="*/ 263328 h 290166"/>
                <a:gd name="connsiteX247" fmla="*/ 2408194 w 2915191"/>
                <a:gd name="connsiteY247" fmla="*/ 284602 h 290166"/>
                <a:gd name="connsiteX248" fmla="*/ 2417953 w 2915191"/>
                <a:gd name="connsiteY248" fmla="*/ 264344 h 290166"/>
                <a:gd name="connsiteX249" fmla="*/ 2427697 w 2915191"/>
                <a:gd name="connsiteY249" fmla="*/ 239087 h 290166"/>
                <a:gd name="connsiteX250" fmla="*/ 2437441 w 2915191"/>
                <a:gd name="connsiteY250" fmla="*/ 257051 h 290166"/>
                <a:gd name="connsiteX251" fmla="*/ 2447200 w 2915191"/>
                <a:gd name="connsiteY251" fmla="*/ 261108 h 290166"/>
                <a:gd name="connsiteX252" fmla="*/ 2456944 w 2915191"/>
                <a:gd name="connsiteY252" fmla="*/ 235961 h 290166"/>
                <a:gd name="connsiteX253" fmla="*/ 2466703 w 2915191"/>
                <a:gd name="connsiteY253" fmla="*/ 223868 h 290166"/>
                <a:gd name="connsiteX254" fmla="*/ 2476446 w 2915191"/>
                <a:gd name="connsiteY254" fmla="*/ 266590 h 290166"/>
                <a:gd name="connsiteX255" fmla="*/ 2486190 w 2915191"/>
                <a:gd name="connsiteY255" fmla="*/ 246028 h 290166"/>
                <a:gd name="connsiteX256" fmla="*/ 2495949 w 2915191"/>
                <a:gd name="connsiteY256" fmla="*/ 256166 h 290166"/>
                <a:gd name="connsiteX257" fmla="*/ 2505693 w 2915191"/>
                <a:gd name="connsiteY257" fmla="*/ 255220 h 290166"/>
                <a:gd name="connsiteX258" fmla="*/ 2515452 w 2915191"/>
                <a:gd name="connsiteY258" fmla="*/ 241420 h 290166"/>
                <a:gd name="connsiteX259" fmla="*/ 2525196 w 2915191"/>
                <a:gd name="connsiteY259" fmla="*/ 244664 h 290166"/>
                <a:gd name="connsiteX260" fmla="*/ 2534940 w 2915191"/>
                <a:gd name="connsiteY260" fmla="*/ 245981 h 290166"/>
                <a:gd name="connsiteX261" fmla="*/ 2544699 w 2915191"/>
                <a:gd name="connsiteY261" fmla="*/ 242134 h 290166"/>
                <a:gd name="connsiteX262" fmla="*/ 2554443 w 2915191"/>
                <a:gd name="connsiteY262" fmla="*/ 230399 h 290166"/>
                <a:gd name="connsiteX263" fmla="*/ 2564202 w 2915191"/>
                <a:gd name="connsiteY263" fmla="*/ 189435 h 290166"/>
                <a:gd name="connsiteX264" fmla="*/ 2573946 w 2915191"/>
                <a:gd name="connsiteY264" fmla="*/ 171714 h 290166"/>
                <a:gd name="connsiteX265" fmla="*/ 2583690 w 2915191"/>
                <a:gd name="connsiteY265" fmla="*/ 176346 h 290166"/>
                <a:gd name="connsiteX266" fmla="*/ 2593448 w 2915191"/>
                <a:gd name="connsiteY266" fmla="*/ 166517 h 290166"/>
                <a:gd name="connsiteX267" fmla="*/ 2603192 w 2915191"/>
                <a:gd name="connsiteY267" fmla="*/ 153658 h 290166"/>
                <a:gd name="connsiteX268" fmla="*/ 2612951 w 2915191"/>
                <a:gd name="connsiteY268" fmla="*/ 145986 h 290166"/>
                <a:gd name="connsiteX269" fmla="*/ 2622695 w 2915191"/>
                <a:gd name="connsiteY269" fmla="*/ 152557 h 290166"/>
                <a:gd name="connsiteX270" fmla="*/ 2632439 w 2915191"/>
                <a:gd name="connsiteY270" fmla="*/ 169008 h 290166"/>
                <a:gd name="connsiteX271" fmla="*/ 2642198 w 2915191"/>
                <a:gd name="connsiteY271" fmla="*/ 186313 h 290166"/>
                <a:gd name="connsiteX272" fmla="*/ 2651942 w 2915191"/>
                <a:gd name="connsiteY272" fmla="*/ 197829 h 290166"/>
                <a:gd name="connsiteX273" fmla="*/ 2661685 w 2915191"/>
                <a:gd name="connsiteY273" fmla="*/ 161086 h 290166"/>
                <a:gd name="connsiteX274" fmla="*/ 2671444 w 2915191"/>
                <a:gd name="connsiteY274" fmla="*/ 169688 h 290166"/>
                <a:gd name="connsiteX275" fmla="*/ 2681188 w 2915191"/>
                <a:gd name="connsiteY275" fmla="*/ 184257 h 290166"/>
                <a:gd name="connsiteX276" fmla="*/ 2690947 w 2915191"/>
                <a:gd name="connsiteY276" fmla="*/ 148562 h 290166"/>
                <a:gd name="connsiteX277" fmla="*/ 2700691 w 2915191"/>
                <a:gd name="connsiteY277" fmla="*/ 111702 h 290166"/>
                <a:gd name="connsiteX278" fmla="*/ 2710435 w 2915191"/>
                <a:gd name="connsiteY278" fmla="*/ 106479 h 290166"/>
                <a:gd name="connsiteX279" fmla="*/ 2720194 w 2915191"/>
                <a:gd name="connsiteY279" fmla="*/ 121051 h 290166"/>
                <a:gd name="connsiteX280" fmla="*/ 2729938 w 2915191"/>
                <a:gd name="connsiteY280" fmla="*/ 115214 h 290166"/>
                <a:gd name="connsiteX281" fmla="*/ 2739697 w 2915191"/>
                <a:gd name="connsiteY281" fmla="*/ 98500 h 290166"/>
                <a:gd name="connsiteX282" fmla="*/ 2749441 w 2915191"/>
                <a:gd name="connsiteY282" fmla="*/ 108289 h 290166"/>
                <a:gd name="connsiteX283" fmla="*/ 2759185 w 2915191"/>
                <a:gd name="connsiteY283" fmla="*/ 110111 h 290166"/>
                <a:gd name="connsiteX284" fmla="*/ 2768943 w 2915191"/>
                <a:gd name="connsiteY284" fmla="*/ 134299 h 290166"/>
                <a:gd name="connsiteX285" fmla="*/ 2778687 w 2915191"/>
                <a:gd name="connsiteY285" fmla="*/ 148868 h 290166"/>
                <a:gd name="connsiteX286" fmla="*/ 2788446 w 2915191"/>
                <a:gd name="connsiteY286" fmla="*/ 118581 h 290166"/>
                <a:gd name="connsiteX287" fmla="*/ 2798190 w 2915191"/>
                <a:gd name="connsiteY287" fmla="*/ 131504 h 290166"/>
                <a:gd name="connsiteX288" fmla="*/ 2807934 w 2915191"/>
                <a:gd name="connsiteY288" fmla="*/ 102544 h 290166"/>
                <a:gd name="connsiteX289" fmla="*/ 2817693 w 2915191"/>
                <a:gd name="connsiteY289" fmla="*/ 90179 h 290166"/>
                <a:gd name="connsiteX290" fmla="*/ 2827437 w 2915191"/>
                <a:gd name="connsiteY290" fmla="*/ 86989 h 290166"/>
                <a:gd name="connsiteX291" fmla="*/ 2837196 w 2915191"/>
                <a:gd name="connsiteY291" fmla="*/ 65192 h 290166"/>
                <a:gd name="connsiteX292" fmla="*/ 2846940 w 2915191"/>
                <a:gd name="connsiteY292" fmla="*/ 65386 h 290166"/>
                <a:gd name="connsiteX293" fmla="*/ 2856684 w 2915191"/>
                <a:gd name="connsiteY293" fmla="*/ 55099 h 290166"/>
                <a:gd name="connsiteX294" fmla="*/ 2866442 w 2915191"/>
                <a:gd name="connsiteY294" fmla="*/ 60465 h 290166"/>
                <a:gd name="connsiteX295" fmla="*/ 2876186 w 2915191"/>
                <a:gd name="connsiteY295" fmla="*/ 65465 h 290166"/>
                <a:gd name="connsiteX296" fmla="*/ 2885945 w 2915191"/>
                <a:gd name="connsiteY296" fmla="*/ 92731 h 290166"/>
                <a:gd name="connsiteX297" fmla="*/ 2895689 w 2915191"/>
                <a:gd name="connsiteY297" fmla="*/ 72297 h 290166"/>
                <a:gd name="connsiteX298" fmla="*/ 2905433 w 2915191"/>
                <a:gd name="connsiteY298" fmla="*/ 62677 h 290166"/>
                <a:gd name="connsiteX299" fmla="*/ 2915192 w 2915191"/>
                <a:gd name="connsiteY299" fmla="*/ 92041 h 290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290166">
                  <a:moveTo>
                    <a:pt x="0" y="153449"/>
                  </a:moveTo>
                  <a:lnTo>
                    <a:pt x="9750" y="168800"/>
                  </a:lnTo>
                  <a:lnTo>
                    <a:pt x="19500" y="155036"/>
                  </a:lnTo>
                  <a:lnTo>
                    <a:pt x="29250" y="181044"/>
                  </a:lnTo>
                  <a:lnTo>
                    <a:pt x="39000" y="183345"/>
                  </a:lnTo>
                  <a:lnTo>
                    <a:pt x="48749" y="172807"/>
                  </a:lnTo>
                  <a:lnTo>
                    <a:pt x="58499" y="194144"/>
                  </a:lnTo>
                  <a:lnTo>
                    <a:pt x="68249" y="187793"/>
                  </a:lnTo>
                  <a:lnTo>
                    <a:pt x="77998" y="201357"/>
                  </a:lnTo>
                  <a:lnTo>
                    <a:pt x="87748" y="199707"/>
                  </a:lnTo>
                  <a:lnTo>
                    <a:pt x="97497" y="209364"/>
                  </a:lnTo>
                  <a:lnTo>
                    <a:pt x="107247" y="194725"/>
                  </a:lnTo>
                  <a:lnTo>
                    <a:pt x="116997" y="201600"/>
                  </a:lnTo>
                  <a:lnTo>
                    <a:pt x="126747" y="207127"/>
                  </a:lnTo>
                  <a:lnTo>
                    <a:pt x="136497" y="211700"/>
                  </a:lnTo>
                  <a:lnTo>
                    <a:pt x="146247" y="219253"/>
                  </a:lnTo>
                  <a:lnTo>
                    <a:pt x="155997" y="210922"/>
                  </a:lnTo>
                  <a:lnTo>
                    <a:pt x="165747" y="194129"/>
                  </a:lnTo>
                  <a:lnTo>
                    <a:pt x="175497" y="169781"/>
                  </a:lnTo>
                  <a:lnTo>
                    <a:pt x="185247" y="198775"/>
                  </a:lnTo>
                  <a:lnTo>
                    <a:pt x="194996" y="171520"/>
                  </a:lnTo>
                  <a:lnTo>
                    <a:pt x="204746" y="167851"/>
                  </a:lnTo>
                  <a:lnTo>
                    <a:pt x="214495" y="166453"/>
                  </a:lnTo>
                  <a:lnTo>
                    <a:pt x="224245" y="201060"/>
                  </a:lnTo>
                  <a:lnTo>
                    <a:pt x="233995" y="193206"/>
                  </a:lnTo>
                  <a:lnTo>
                    <a:pt x="243744" y="209055"/>
                  </a:lnTo>
                  <a:lnTo>
                    <a:pt x="253494" y="228196"/>
                  </a:lnTo>
                  <a:lnTo>
                    <a:pt x="263244" y="247372"/>
                  </a:lnTo>
                  <a:lnTo>
                    <a:pt x="272994" y="235549"/>
                  </a:lnTo>
                  <a:lnTo>
                    <a:pt x="282744" y="195996"/>
                  </a:lnTo>
                  <a:lnTo>
                    <a:pt x="292494" y="149209"/>
                  </a:lnTo>
                  <a:lnTo>
                    <a:pt x="302244" y="175918"/>
                  </a:lnTo>
                  <a:lnTo>
                    <a:pt x="311994" y="168146"/>
                  </a:lnTo>
                  <a:lnTo>
                    <a:pt x="321744" y="170361"/>
                  </a:lnTo>
                  <a:lnTo>
                    <a:pt x="331493" y="175799"/>
                  </a:lnTo>
                  <a:lnTo>
                    <a:pt x="341243" y="176061"/>
                  </a:lnTo>
                  <a:lnTo>
                    <a:pt x="350993" y="172356"/>
                  </a:lnTo>
                  <a:lnTo>
                    <a:pt x="360742" y="139206"/>
                  </a:lnTo>
                  <a:lnTo>
                    <a:pt x="370492" y="133820"/>
                  </a:lnTo>
                  <a:lnTo>
                    <a:pt x="380241" y="140045"/>
                  </a:lnTo>
                  <a:lnTo>
                    <a:pt x="389991" y="132521"/>
                  </a:lnTo>
                  <a:lnTo>
                    <a:pt x="399741" y="123240"/>
                  </a:lnTo>
                  <a:lnTo>
                    <a:pt x="409491" y="152531"/>
                  </a:lnTo>
                  <a:lnTo>
                    <a:pt x="419241" y="173986"/>
                  </a:lnTo>
                  <a:lnTo>
                    <a:pt x="428991" y="141323"/>
                  </a:lnTo>
                  <a:lnTo>
                    <a:pt x="438741" y="129690"/>
                  </a:lnTo>
                  <a:lnTo>
                    <a:pt x="448491" y="143450"/>
                  </a:lnTo>
                  <a:lnTo>
                    <a:pt x="458241" y="141660"/>
                  </a:lnTo>
                  <a:lnTo>
                    <a:pt x="467991" y="166729"/>
                  </a:lnTo>
                  <a:lnTo>
                    <a:pt x="477740" y="184597"/>
                  </a:lnTo>
                  <a:lnTo>
                    <a:pt x="487490" y="208403"/>
                  </a:lnTo>
                  <a:lnTo>
                    <a:pt x="497239" y="176318"/>
                  </a:lnTo>
                  <a:lnTo>
                    <a:pt x="506989" y="179330"/>
                  </a:lnTo>
                  <a:lnTo>
                    <a:pt x="516738" y="208119"/>
                  </a:lnTo>
                  <a:lnTo>
                    <a:pt x="526488" y="182389"/>
                  </a:lnTo>
                  <a:lnTo>
                    <a:pt x="536238" y="176845"/>
                  </a:lnTo>
                  <a:lnTo>
                    <a:pt x="545988" y="177509"/>
                  </a:lnTo>
                  <a:lnTo>
                    <a:pt x="555738" y="157628"/>
                  </a:lnTo>
                  <a:lnTo>
                    <a:pt x="565488" y="157826"/>
                  </a:lnTo>
                  <a:lnTo>
                    <a:pt x="575238" y="127251"/>
                  </a:lnTo>
                  <a:lnTo>
                    <a:pt x="584988" y="82494"/>
                  </a:lnTo>
                  <a:lnTo>
                    <a:pt x="594738" y="83849"/>
                  </a:lnTo>
                  <a:lnTo>
                    <a:pt x="604488" y="65824"/>
                  </a:lnTo>
                  <a:lnTo>
                    <a:pt x="614237" y="47835"/>
                  </a:lnTo>
                  <a:lnTo>
                    <a:pt x="623987" y="21800"/>
                  </a:lnTo>
                  <a:lnTo>
                    <a:pt x="633736" y="0"/>
                  </a:lnTo>
                  <a:lnTo>
                    <a:pt x="643486" y="21312"/>
                  </a:lnTo>
                  <a:lnTo>
                    <a:pt x="653236" y="32910"/>
                  </a:lnTo>
                  <a:lnTo>
                    <a:pt x="662985" y="37127"/>
                  </a:lnTo>
                  <a:lnTo>
                    <a:pt x="672735" y="22308"/>
                  </a:lnTo>
                  <a:lnTo>
                    <a:pt x="682485" y="12196"/>
                  </a:lnTo>
                  <a:lnTo>
                    <a:pt x="692235" y="39175"/>
                  </a:lnTo>
                  <a:lnTo>
                    <a:pt x="701985" y="35172"/>
                  </a:lnTo>
                  <a:lnTo>
                    <a:pt x="711735" y="57841"/>
                  </a:lnTo>
                  <a:lnTo>
                    <a:pt x="721485" y="69414"/>
                  </a:lnTo>
                  <a:lnTo>
                    <a:pt x="731235" y="73236"/>
                  </a:lnTo>
                  <a:lnTo>
                    <a:pt x="740985" y="100704"/>
                  </a:lnTo>
                  <a:lnTo>
                    <a:pt x="750734" y="134445"/>
                  </a:lnTo>
                  <a:lnTo>
                    <a:pt x="760484" y="152755"/>
                  </a:lnTo>
                  <a:lnTo>
                    <a:pt x="770233" y="192778"/>
                  </a:lnTo>
                  <a:lnTo>
                    <a:pt x="779983" y="193061"/>
                  </a:lnTo>
                  <a:lnTo>
                    <a:pt x="789733" y="179117"/>
                  </a:lnTo>
                  <a:lnTo>
                    <a:pt x="799482" y="190337"/>
                  </a:lnTo>
                  <a:lnTo>
                    <a:pt x="809232" y="205564"/>
                  </a:lnTo>
                  <a:lnTo>
                    <a:pt x="818982" y="200987"/>
                  </a:lnTo>
                  <a:lnTo>
                    <a:pt x="828732" y="189393"/>
                  </a:lnTo>
                  <a:lnTo>
                    <a:pt x="838482" y="172752"/>
                  </a:lnTo>
                  <a:lnTo>
                    <a:pt x="848232" y="149325"/>
                  </a:lnTo>
                  <a:lnTo>
                    <a:pt x="857982" y="154273"/>
                  </a:lnTo>
                  <a:lnTo>
                    <a:pt x="867732" y="185716"/>
                  </a:lnTo>
                  <a:lnTo>
                    <a:pt x="877482" y="202888"/>
                  </a:lnTo>
                  <a:lnTo>
                    <a:pt x="887231" y="202222"/>
                  </a:lnTo>
                  <a:lnTo>
                    <a:pt x="896981" y="216825"/>
                  </a:lnTo>
                  <a:lnTo>
                    <a:pt x="906730" y="186191"/>
                  </a:lnTo>
                  <a:lnTo>
                    <a:pt x="916480" y="180635"/>
                  </a:lnTo>
                  <a:lnTo>
                    <a:pt x="926230" y="221211"/>
                  </a:lnTo>
                  <a:lnTo>
                    <a:pt x="935979" y="180020"/>
                  </a:lnTo>
                  <a:lnTo>
                    <a:pt x="945729" y="155836"/>
                  </a:lnTo>
                  <a:lnTo>
                    <a:pt x="955479" y="160467"/>
                  </a:lnTo>
                  <a:lnTo>
                    <a:pt x="965229" y="141162"/>
                  </a:lnTo>
                  <a:lnTo>
                    <a:pt x="974979" y="139809"/>
                  </a:lnTo>
                  <a:lnTo>
                    <a:pt x="984729" y="156499"/>
                  </a:lnTo>
                  <a:lnTo>
                    <a:pt x="994474" y="137933"/>
                  </a:lnTo>
                  <a:lnTo>
                    <a:pt x="1004233" y="116483"/>
                  </a:lnTo>
                  <a:lnTo>
                    <a:pt x="1013977" y="140487"/>
                  </a:lnTo>
                  <a:lnTo>
                    <a:pt x="1023721" y="139960"/>
                  </a:lnTo>
                  <a:lnTo>
                    <a:pt x="1033480" y="137317"/>
                  </a:lnTo>
                  <a:lnTo>
                    <a:pt x="1043224" y="147789"/>
                  </a:lnTo>
                  <a:lnTo>
                    <a:pt x="1052983" y="143906"/>
                  </a:lnTo>
                  <a:lnTo>
                    <a:pt x="1062727" y="139052"/>
                  </a:lnTo>
                  <a:lnTo>
                    <a:pt x="1072471" y="145444"/>
                  </a:lnTo>
                  <a:lnTo>
                    <a:pt x="1082230" y="148348"/>
                  </a:lnTo>
                  <a:lnTo>
                    <a:pt x="1091973" y="110902"/>
                  </a:lnTo>
                  <a:lnTo>
                    <a:pt x="1101732" y="89212"/>
                  </a:lnTo>
                  <a:lnTo>
                    <a:pt x="1111476" y="58064"/>
                  </a:lnTo>
                  <a:lnTo>
                    <a:pt x="1121220" y="32531"/>
                  </a:lnTo>
                  <a:lnTo>
                    <a:pt x="1130979" y="19655"/>
                  </a:lnTo>
                  <a:lnTo>
                    <a:pt x="1140723" y="7764"/>
                  </a:lnTo>
                  <a:lnTo>
                    <a:pt x="1150482" y="35473"/>
                  </a:lnTo>
                  <a:lnTo>
                    <a:pt x="1160226" y="59003"/>
                  </a:lnTo>
                  <a:lnTo>
                    <a:pt x="1169969" y="57257"/>
                  </a:lnTo>
                  <a:lnTo>
                    <a:pt x="1179728" y="57036"/>
                  </a:lnTo>
                  <a:lnTo>
                    <a:pt x="1189472" y="60225"/>
                  </a:lnTo>
                  <a:lnTo>
                    <a:pt x="1199231" y="99023"/>
                  </a:lnTo>
                  <a:lnTo>
                    <a:pt x="1208975" y="91419"/>
                  </a:lnTo>
                  <a:lnTo>
                    <a:pt x="1218719" y="102004"/>
                  </a:lnTo>
                  <a:lnTo>
                    <a:pt x="1228478" y="114064"/>
                  </a:lnTo>
                  <a:lnTo>
                    <a:pt x="1238222" y="117444"/>
                  </a:lnTo>
                  <a:lnTo>
                    <a:pt x="1247966" y="121197"/>
                  </a:lnTo>
                  <a:lnTo>
                    <a:pt x="1257725" y="104668"/>
                  </a:lnTo>
                  <a:lnTo>
                    <a:pt x="1267469" y="97228"/>
                  </a:lnTo>
                  <a:lnTo>
                    <a:pt x="1277227" y="123387"/>
                  </a:lnTo>
                  <a:lnTo>
                    <a:pt x="1286971" y="135201"/>
                  </a:lnTo>
                  <a:lnTo>
                    <a:pt x="1296715" y="129663"/>
                  </a:lnTo>
                  <a:lnTo>
                    <a:pt x="1306474" y="118164"/>
                  </a:lnTo>
                  <a:lnTo>
                    <a:pt x="1316218" y="121351"/>
                  </a:lnTo>
                  <a:lnTo>
                    <a:pt x="1325977" y="132535"/>
                  </a:lnTo>
                  <a:lnTo>
                    <a:pt x="1335721" y="150761"/>
                  </a:lnTo>
                  <a:lnTo>
                    <a:pt x="1345465" y="148903"/>
                  </a:lnTo>
                  <a:lnTo>
                    <a:pt x="1355224" y="153194"/>
                  </a:lnTo>
                  <a:lnTo>
                    <a:pt x="1364967" y="147640"/>
                  </a:lnTo>
                  <a:lnTo>
                    <a:pt x="1374726" y="123583"/>
                  </a:lnTo>
                  <a:lnTo>
                    <a:pt x="1384470" y="121489"/>
                  </a:lnTo>
                  <a:lnTo>
                    <a:pt x="1394214" y="81953"/>
                  </a:lnTo>
                  <a:lnTo>
                    <a:pt x="1403973" y="74254"/>
                  </a:lnTo>
                  <a:lnTo>
                    <a:pt x="1413717" y="86720"/>
                  </a:lnTo>
                  <a:lnTo>
                    <a:pt x="1423476" y="107812"/>
                  </a:lnTo>
                  <a:lnTo>
                    <a:pt x="1433220" y="87852"/>
                  </a:lnTo>
                  <a:lnTo>
                    <a:pt x="1442964" y="57614"/>
                  </a:lnTo>
                  <a:lnTo>
                    <a:pt x="1452722" y="60506"/>
                  </a:lnTo>
                  <a:lnTo>
                    <a:pt x="1462466" y="43079"/>
                  </a:lnTo>
                  <a:lnTo>
                    <a:pt x="1472225" y="52343"/>
                  </a:lnTo>
                  <a:lnTo>
                    <a:pt x="1481969" y="67452"/>
                  </a:lnTo>
                  <a:lnTo>
                    <a:pt x="1491713" y="67326"/>
                  </a:lnTo>
                  <a:lnTo>
                    <a:pt x="1501472" y="62674"/>
                  </a:lnTo>
                  <a:lnTo>
                    <a:pt x="1511216" y="41433"/>
                  </a:lnTo>
                  <a:lnTo>
                    <a:pt x="1520960" y="63321"/>
                  </a:lnTo>
                  <a:lnTo>
                    <a:pt x="1530719" y="61808"/>
                  </a:lnTo>
                  <a:lnTo>
                    <a:pt x="1540463" y="71901"/>
                  </a:lnTo>
                  <a:lnTo>
                    <a:pt x="1550221" y="51959"/>
                  </a:lnTo>
                  <a:lnTo>
                    <a:pt x="1559965" y="85239"/>
                  </a:lnTo>
                  <a:lnTo>
                    <a:pt x="1569709" y="93959"/>
                  </a:lnTo>
                  <a:lnTo>
                    <a:pt x="1579468" y="102805"/>
                  </a:lnTo>
                  <a:lnTo>
                    <a:pt x="1589212" y="103697"/>
                  </a:lnTo>
                  <a:lnTo>
                    <a:pt x="1598971" y="115344"/>
                  </a:lnTo>
                  <a:lnTo>
                    <a:pt x="1608715" y="95097"/>
                  </a:lnTo>
                  <a:lnTo>
                    <a:pt x="1618459" y="69785"/>
                  </a:lnTo>
                  <a:lnTo>
                    <a:pt x="1628218" y="111035"/>
                  </a:lnTo>
                  <a:lnTo>
                    <a:pt x="1637962" y="120485"/>
                  </a:lnTo>
                  <a:lnTo>
                    <a:pt x="1647720" y="84153"/>
                  </a:lnTo>
                  <a:lnTo>
                    <a:pt x="1657464" y="93227"/>
                  </a:lnTo>
                  <a:lnTo>
                    <a:pt x="1667208" y="101873"/>
                  </a:lnTo>
                  <a:lnTo>
                    <a:pt x="1676967" y="132722"/>
                  </a:lnTo>
                  <a:lnTo>
                    <a:pt x="1686711" y="113784"/>
                  </a:lnTo>
                  <a:lnTo>
                    <a:pt x="1696470" y="114488"/>
                  </a:lnTo>
                  <a:lnTo>
                    <a:pt x="1706214" y="102648"/>
                  </a:lnTo>
                  <a:lnTo>
                    <a:pt x="1715958" y="121696"/>
                  </a:lnTo>
                  <a:lnTo>
                    <a:pt x="1725716" y="113579"/>
                  </a:lnTo>
                  <a:lnTo>
                    <a:pt x="1735460" y="86013"/>
                  </a:lnTo>
                  <a:lnTo>
                    <a:pt x="1745219" y="101332"/>
                  </a:lnTo>
                  <a:lnTo>
                    <a:pt x="1754963" y="86060"/>
                  </a:lnTo>
                  <a:lnTo>
                    <a:pt x="1764707" y="96881"/>
                  </a:lnTo>
                  <a:lnTo>
                    <a:pt x="1774466" y="92761"/>
                  </a:lnTo>
                  <a:lnTo>
                    <a:pt x="1784210" y="116822"/>
                  </a:lnTo>
                  <a:lnTo>
                    <a:pt x="1793969" y="146682"/>
                  </a:lnTo>
                  <a:lnTo>
                    <a:pt x="1803713" y="152990"/>
                  </a:lnTo>
                  <a:lnTo>
                    <a:pt x="1813457" y="166128"/>
                  </a:lnTo>
                  <a:lnTo>
                    <a:pt x="1823215" y="146822"/>
                  </a:lnTo>
                  <a:lnTo>
                    <a:pt x="1832959" y="145161"/>
                  </a:lnTo>
                  <a:lnTo>
                    <a:pt x="1842703" y="184771"/>
                  </a:lnTo>
                  <a:lnTo>
                    <a:pt x="1852462" y="184159"/>
                  </a:lnTo>
                  <a:lnTo>
                    <a:pt x="1862206" y="195385"/>
                  </a:lnTo>
                  <a:lnTo>
                    <a:pt x="1871965" y="212793"/>
                  </a:lnTo>
                  <a:lnTo>
                    <a:pt x="1881709" y="218792"/>
                  </a:lnTo>
                  <a:lnTo>
                    <a:pt x="1891453" y="199482"/>
                  </a:lnTo>
                  <a:lnTo>
                    <a:pt x="1901212" y="201051"/>
                  </a:lnTo>
                  <a:lnTo>
                    <a:pt x="1910956" y="196604"/>
                  </a:lnTo>
                  <a:lnTo>
                    <a:pt x="1920714" y="217843"/>
                  </a:lnTo>
                  <a:lnTo>
                    <a:pt x="1930458" y="216393"/>
                  </a:lnTo>
                  <a:lnTo>
                    <a:pt x="1940202" y="171390"/>
                  </a:lnTo>
                  <a:lnTo>
                    <a:pt x="1949961" y="158621"/>
                  </a:lnTo>
                  <a:lnTo>
                    <a:pt x="1959705" y="130469"/>
                  </a:lnTo>
                  <a:lnTo>
                    <a:pt x="1969464" y="120595"/>
                  </a:lnTo>
                  <a:lnTo>
                    <a:pt x="1979208" y="104476"/>
                  </a:lnTo>
                  <a:lnTo>
                    <a:pt x="1988952" y="81655"/>
                  </a:lnTo>
                  <a:lnTo>
                    <a:pt x="1998711" y="80517"/>
                  </a:lnTo>
                  <a:lnTo>
                    <a:pt x="2008454" y="68614"/>
                  </a:lnTo>
                  <a:lnTo>
                    <a:pt x="2018213" y="38566"/>
                  </a:lnTo>
                  <a:lnTo>
                    <a:pt x="2027957" y="36227"/>
                  </a:lnTo>
                  <a:lnTo>
                    <a:pt x="2037701" y="83174"/>
                  </a:lnTo>
                  <a:lnTo>
                    <a:pt x="2047460" y="98418"/>
                  </a:lnTo>
                  <a:lnTo>
                    <a:pt x="2057204" y="77957"/>
                  </a:lnTo>
                  <a:lnTo>
                    <a:pt x="2066963" y="60664"/>
                  </a:lnTo>
                  <a:lnTo>
                    <a:pt x="2076707" y="72790"/>
                  </a:lnTo>
                  <a:lnTo>
                    <a:pt x="2086451" y="76871"/>
                  </a:lnTo>
                  <a:lnTo>
                    <a:pt x="2096210" y="65843"/>
                  </a:lnTo>
                  <a:lnTo>
                    <a:pt x="2105954" y="66969"/>
                  </a:lnTo>
                  <a:lnTo>
                    <a:pt x="2115697" y="76694"/>
                  </a:lnTo>
                  <a:lnTo>
                    <a:pt x="2125456" y="100425"/>
                  </a:lnTo>
                  <a:lnTo>
                    <a:pt x="2135200" y="127592"/>
                  </a:lnTo>
                  <a:lnTo>
                    <a:pt x="2144959" y="130391"/>
                  </a:lnTo>
                  <a:lnTo>
                    <a:pt x="2154703" y="153458"/>
                  </a:lnTo>
                  <a:lnTo>
                    <a:pt x="2164447" y="159781"/>
                  </a:lnTo>
                  <a:lnTo>
                    <a:pt x="2174206" y="158156"/>
                  </a:lnTo>
                  <a:lnTo>
                    <a:pt x="2183950" y="157402"/>
                  </a:lnTo>
                  <a:lnTo>
                    <a:pt x="2193709" y="145262"/>
                  </a:lnTo>
                  <a:lnTo>
                    <a:pt x="2203452" y="172024"/>
                  </a:lnTo>
                  <a:lnTo>
                    <a:pt x="2213196" y="149522"/>
                  </a:lnTo>
                  <a:lnTo>
                    <a:pt x="2222955" y="136527"/>
                  </a:lnTo>
                  <a:lnTo>
                    <a:pt x="2232699" y="161527"/>
                  </a:lnTo>
                  <a:lnTo>
                    <a:pt x="2242458" y="180585"/>
                  </a:lnTo>
                  <a:lnTo>
                    <a:pt x="2252202" y="195090"/>
                  </a:lnTo>
                  <a:lnTo>
                    <a:pt x="2261946" y="188778"/>
                  </a:lnTo>
                  <a:lnTo>
                    <a:pt x="2271705" y="204374"/>
                  </a:lnTo>
                  <a:lnTo>
                    <a:pt x="2281449" y="229829"/>
                  </a:lnTo>
                  <a:lnTo>
                    <a:pt x="2291208" y="232707"/>
                  </a:lnTo>
                  <a:lnTo>
                    <a:pt x="2300951" y="260323"/>
                  </a:lnTo>
                  <a:lnTo>
                    <a:pt x="2310695" y="273691"/>
                  </a:lnTo>
                  <a:lnTo>
                    <a:pt x="2320454" y="263767"/>
                  </a:lnTo>
                  <a:lnTo>
                    <a:pt x="2330198" y="254387"/>
                  </a:lnTo>
                  <a:lnTo>
                    <a:pt x="2339957" y="234526"/>
                  </a:lnTo>
                  <a:lnTo>
                    <a:pt x="2349701" y="258974"/>
                  </a:lnTo>
                  <a:lnTo>
                    <a:pt x="2359445" y="244179"/>
                  </a:lnTo>
                  <a:lnTo>
                    <a:pt x="2369204" y="289216"/>
                  </a:lnTo>
                  <a:lnTo>
                    <a:pt x="2378948" y="290167"/>
                  </a:lnTo>
                  <a:lnTo>
                    <a:pt x="2388692" y="270925"/>
                  </a:lnTo>
                  <a:lnTo>
                    <a:pt x="2398450" y="263328"/>
                  </a:lnTo>
                  <a:lnTo>
                    <a:pt x="2408194" y="284602"/>
                  </a:lnTo>
                  <a:lnTo>
                    <a:pt x="2417953" y="264344"/>
                  </a:lnTo>
                  <a:lnTo>
                    <a:pt x="2427697" y="239087"/>
                  </a:lnTo>
                  <a:lnTo>
                    <a:pt x="2437441" y="257051"/>
                  </a:lnTo>
                  <a:lnTo>
                    <a:pt x="2447200" y="261108"/>
                  </a:lnTo>
                  <a:lnTo>
                    <a:pt x="2456944" y="235961"/>
                  </a:lnTo>
                  <a:lnTo>
                    <a:pt x="2466703" y="223868"/>
                  </a:lnTo>
                  <a:lnTo>
                    <a:pt x="2476446" y="266590"/>
                  </a:lnTo>
                  <a:lnTo>
                    <a:pt x="2486190" y="246028"/>
                  </a:lnTo>
                  <a:lnTo>
                    <a:pt x="2495949" y="256166"/>
                  </a:lnTo>
                  <a:lnTo>
                    <a:pt x="2505693" y="255220"/>
                  </a:lnTo>
                  <a:lnTo>
                    <a:pt x="2515452" y="241420"/>
                  </a:lnTo>
                  <a:lnTo>
                    <a:pt x="2525196" y="244664"/>
                  </a:lnTo>
                  <a:lnTo>
                    <a:pt x="2534940" y="245981"/>
                  </a:lnTo>
                  <a:lnTo>
                    <a:pt x="2544699" y="242134"/>
                  </a:lnTo>
                  <a:lnTo>
                    <a:pt x="2554443" y="230399"/>
                  </a:lnTo>
                  <a:lnTo>
                    <a:pt x="2564202" y="189435"/>
                  </a:lnTo>
                  <a:lnTo>
                    <a:pt x="2573946" y="171714"/>
                  </a:lnTo>
                  <a:lnTo>
                    <a:pt x="2583690" y="176346"/>
                  </a:lnTo>
                  <a:lnTo>
                    <a:pt x="2593448" y="166517"/>
                  </a:lnTo>
                  <a:lnTo>
                    <a:pt x="2603192" y="153658"/>
                  </a:lnTo>
                  <a:lnTo>
                    <a:pt x="2612951" y="145986"/>
                  </a:lnTo>
                  <a:lnTo>
                    <a:pt x="2622695" y="152557"/>
                  </a:lnTo>
                  <a:lnTo>
                    <a:pt x="2632439" y="169008"/>
                  </a:lnTo>
                  <a:lnTo>
                    <a:pt x="2642198" y="186313"/>
                  </a:lnTo>
                  <a:lnTo>
                    <a:pt x="2651942" y="197829"/>
                  </a:lnTo>
                  <a:lnTo>
                    <a:pt x="2661685" y="161086"/>
                  </a:lnTo>
                  <a:lnTo>
                    <a:pt x="2671444" y="169688"/>
                  </a:lnTo>
                  <a:lnTo>
                    <a:pt x="2681188" y="184257"/>
                  </a:lnTo>
                  <a:lnTo>
                    <a:pt x="2690947" y="148562"/>
                  </a:lnTo>
                  <a:lnTo>
                    <a:pt x="2700691" y="111702"/>
                  </a:lnTo>
                  <a:lnTo>
                    <a:pt x="2710435" y="106479"/>
                  </a:lnTo>
                  <a:lnTo>
                    <a:pt x="2720194" y="121051"/>
                  </a:lnTo>
                  <a:lnTo>
                    <a:pt x="2729938" y="115214"/>
                  </a:lnTo>
                  <a:lnTo>
                    <a:pt x="2739697" y="98500"/>
                  </a:lnTo>
                  <a:lnTo>
                    <a:pt x="2749441" y="108289"/>
                  </a:lnTo>
                  <a:lnTo>
                    <a:pt x="2759185" y="110111"/>
                  </a:lnTo>
                  <a:lnTo>
                    <a:pt x="2768943" y="134299"/>
                  </a:lnTo>
                  <a:lnTo>
                    <a:pt x="2778687" y="148868"/>
                  </a:lnTo>
                  <a:lnTo>
                    <a:pt x="2788446" y="118581"/>
                  </a:lnTo>
                  <a:lnTo>
                    <a:pt x="2798190" y="131504"/>
                  </a:lnTo>
                  <a:lnTo>
                    <a:pt x="2807934" y="102544"/>
                  </a:lnTo>
                  <a:lnTo>
                    <a:pt x="2817693" y="90179"/>
                  </a:lnTo>
                  <a:lnTo>
                    <a:pt x="2827437" y="86989"/>
                  </a:lnTo>
                  <a:lnTo>
                    <a:pt x="2837196" y="65192"/>
                  </a:lnTo>
                  <a:lnTo>
                    <a:pt x="2846940" y="65386"/>
                  </a:lnTo>
                  <a:lnTo>
                    <a:pt x="2856684" y="55099"/>
                  </a:lnTo>
                  <a:lnTo>
                    <a:pt x="2866442" y="60465"/>
                  </a:lnTo>
                  <a:lnTo>
                    <a:pt x="2876186" y="65465"/>
                  </a:lnTo>
                  <a:lnTo>
                    <a:pt x="2885945" y="92731"/>
                  </a:lnTo>
                  <a:lnTo>
                    <a:pt x="2895689" y="72297"/>
                  </a:lnTo>
                  <a:lnTo>
                    <a:pt x="2905433" y="62677"/>
                  </a:lnTo>
                  <a:lnTo>
                    <a:pt x="2915192" y="9204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0" name="Freeform 1079">
              <a:extLst>
                <a:ext uri="{FF2B5EF4-FFF2-40B4-BE49-F238E27FC236}">
                  <a16:creationId xmlns:a16="http://schemas.microsoft.com/office/drawing/2014/main" id="{6A79A66D-B340-F1C6-142C-648A94C4F9D0}"/>
                </a:ext>
              </a:extLst>
            </p:cNvPr>
            <p:cNvSpPr/>
            <p:nvPr/>
          </p:nvSpPr>
          <p:spPr>
            <a:xfrm>
              <a:off x="4426652" y="3168919"/>
              <a:ext cx="2915191" cy="803567"/>
            </a:xfrm>
            <a:custGeom>
              <a:avLst/>
              <a:gdLst>
                <a:gd name="connsiteX0" fmla="*/ 0 w 2915191"/>
                <a:gd name="connsiteY0" fmla="*/ 195771 h 803567"/>
                <a:gd name="connsiteX1" fmla="*/ 9750 w 2915191"/>
                <a:gd name="connsiteY1" fmla="*/ 211044 h 803567"/>
                <a:gd name="connsiteX2" fmla="*/ 19500 w 2915191"/>
                <a:gd name="connsiteY2" fmla="*/ 206539 h 803567"/>
                <a:gd name="connsiteX3" fmla="*/ 29250 w 2915191"/>
                <a:gd name="connsiteY3" fmla="*/ 196239 h 803567"/>
                <a:gd name="connsiteX4" fmla="*/ 39000 w 2915191"/>
                <a:gd name="connsiteY4" fmla="*/ 166112 h 803567"/>
                <a:gd name="connsiteX5" fmla="*/ 48749 w 2915191"/>
                <a:gd name="connsiteY5" fmla="*/ 174250 h 803567"/>
                <a:gd name="connsiteX6" fmla="*/ 58499 w 2915191"/>
                <a:gd name="connsiteY6" fmla="*/ 125049 h 803567"/>
                <a:gd name="connsiteX7" fmla="*/ 68249 w 2915191"/>
                <a:gd name="connsiteY7" fmla="*/ 80893 h 803567"/>
                <a:gd name="connsiteX8" fmla="*/ 77998 w 2915191"/>
                <a:gd name="connsiteY8" fmla="*/ 91891 h 803567"/>
                <a:gd name="connsiteX9" fmla="*/ 87748 w 2915191"/>
                <a:gd name="connsiteY9" fmla="*/ 83756 h 803567"/>
                <a:gd name="connsiteX10" fmla="*/ 97497 w 2915191"/>
                <a:gd name="connsiteY10" fmla="*/ 106855 h 803567"/>
                <a:gd name="connsiteX11" fmla="*/ 107247 w 2915191"/>
                <a:gd name="connsiteY11" fmla="*/ 121459 h 803567"/>
                <a:gd name="connsiteX12" fmla="*/ 116997 w 2915191"/>
                <a:gd name="connsiteY12" fmla="*/ 106483 h 803567"/>
                <a:gd name="connsiteX13" fmla="*/ 126747 w 2915191"/>
                <a:gd name="connsiteY13" fmla="*/ 103652 h 803567"/>
                <a:gd name="connsiteX14" fmla="*/ 136497 w 2915191"/>
                <a:gd name="connsiteY14" fmla="*/ 100319 h 803567"/>
                <a:gd name="connsiteX15" fmla="*/ 146247 w 2915191"/>
                <a:gd name="connsiteY15" fmla="*/ 105053 h 803567"/>
                <a:gd name="connsiteX16" fmla="*/ 155997 w 2915191"/>
                <a:gd name="connsiteY16" fmla="*/ 124342 h 803567"/>
                <a:gd name="connsiteX17" fmla="*/ 165747 w 2915191"/>
                <a:gd name="connsiteY17" fmla="*/ 124760 h 803567"/>
                <a:gd name="connsiteX18" fmla="*/ 175497 w 2915191"/>
                <a:gd name="connsiteY18" fmla="*/ 150782 h 803567"/>
                <a:gd name="connsiteX19" fmla="*/ 185247 w 2915191"/>
                <a:gd name="connsiteY19" fmla="*/ 145186 h 803567"/>
                <a:gd name="connsiteX20" fmla="*/ 194996 w 2915191"/>
                <a:gd name="connsiteY20" fmla="*/ 137500 h 803567"/>
                <a:gd name="connsiteX21" fmla="*/ 204746 w 2915191"/>
                <a:gd name="connsiteY21" fmla="*/ 132008 h 803567"/>
                <a:gd name="connsiteX22" fmla="*/ 214495 w 2915191"/>
                <a:gd name="connsiteY22" fmla="*/ 113378 h 803567"/>
                <a:gd name="connsiteX23" fmla="*/ 224245 w 2915191"/>
                <a:gd name="connsiteY23" fmla="*/ 104263 h 803567"/>
                <a:gd name="connsiteX24" fmla="*/ 233995 w 2915191"/>
                <a:gd name="connsiteY24" fmla="*/ 110738 h 803567"/>
                <a:gd name="connsiteX25" fmla="*/ 243744 w 2915191"/>
                <a:gd name="connsiteY25" fmla="*/ 80039 h 803567"/>
                <a:gd name="connsiteX26" fmla="*/ 253494 w 2915191"/>
                <a:gd name="connsiteY26" fmla="*/ 86349 h 803567"/>
                <a:gd name="connsiteX27" fmla="*/ 263244 w 2915191"/>
                <a:gd name="connsiteY27" fmla="*/ 85718 h 803567"/>
                <a:gd name="connsiteX28" fmla="*/ 272994 w 2915191"/>
                <a:gd name="connsiteY28" fmla="*/ 108268 h 803567"/>
                <a:gd name="connsiteX29" fmla="*/ 282744 w 2915191"/>
                <a:gd name="connsiteY29" fmla="*/ 107685 h 803567"/>
                <a:gd name="connsiteX30" fmla="*/ 292494 w 2915191"/>
                <a:gd name="connsiteY30" fmla="*/ 93493 h 803567"/>
                <a:gd name="connsiteX31" fmla="*/ 302244 w 2915191"/>
                <a:gd name="connsiteY31" fmla="*/ 74048 h 803567"/>
                <a:gd name="connsiteX32" fmla="*/ 311994 w 2915191"/>
                <a:gd name="connsiteY32" fmla="*/ 59147 h 803567"/>
                <a:gd name="connsiteX33" fmla="*/ 321744 w 2915191"/>
                <a:gd name="connsiteY33" fmla="*/ 36616 h 803567"/>
                <a:gd name="connsiteX34" fmla="*/ 331493 w 2915191"/>
                <a:gd name="connsiteY34" fmla="*/ 37739 h 803567"/>
                <a:gd name="connsiteX35" fmla="*/ 341243 w 2915191"/>
                <a:gd name="connsiteY35" fmla="*/ 0 h 803567"/>
                <a:gd name="connsiteX36" fmla="*/ 350993 w 2915191"/>
                <a:gd name="connsiteY36" fmla="*/ 2770 h 803567"/>
                <a:gd name="connsiteX37" fmla="*/ 360742 w 2915191"/>
                <a:gd name="connsiteY37" fmla="*/ 15677 h 803567"/>
                <a:gd name="connsiteX38" fmla="*/ 370492 w 2915191"/>
                <a:gd name="connsiteY38" fmla="*/ 11840 h 803567"/>
                <a:gd name="connsiteX39" fmla="*/ 380241 w 2915191"/>
                <a:gd name="connsiteY39" fmla="*/ 34287 h 803567"/>
                <a:gd name="connsiteX40" fmla="*/ 389991 w 2915191"/>
                <a:gd name="connsiteY40" fmla="*/ 29257 h 803567"/>
                <a:gd name="connsiteX41" fmla="*/ 399741 w 2915191"/>
                <a:gd name="connsiteY41" fmla="*/ 81150 h 803567"/>
                <a:gd name="connsiteX42" fmla="*/ 409491 w 2915191"/>
                <a:gd name="connsiteY42" fmla="*/ 70028 h 803567"/>
                <a:gd name="connsiteX43" fmla="*/ 419241 w 2915191"/>
                <a:gd name="connsiteY43" fmla="*/ 43091 h 803567"/>
                <a:gd name="connsiteX44" fmla="*/ 428991 w 2915191"/>
                <a:gd name="connsiteY44" fmla="*/ 48650 h 803567"/>
                <a:gd name="connsiteX45" fmla="*/ 438741 w 2915191"/>
                <a:gd name="connsiteY45" fmla="*/ 38062 h 803567"/>
                <a:gd name="connsiteX46" fmla="*/ 448491 w 2915191"/>
                <a:gd name="connsiteY46" fmla="*/ 32092 h 803567"/>
                <a:gd name="connsiteX47" fmla="*/ 458241 w 2915191"/>
                <a:gd name="connsiteY47" fmla="*/ 41759 h 803567"/>
                <a:gd name="connsiteX48" fmla="*/ 467991 w 2915191"/>
                <a:gd name="connsiteY48" fmla="*/ 63121 h 803567"/>
                <a:gd name="connsiteX49" fmla="*/ 477740 w 2915191"/>
                <a:gd name="connsiteY49" fmla="*/ 99688 h 803567"/>
                <a:gd name="connsiteX50" fmla="*/ 487490 w 2915191"/>
                <a:gd name="connsiteY50" fmla="*/ 117300 h 803567"/>
                <a:gd name="connsiteX51" fmla="*/ 497239 w 2915191"/>
                <a:gd name="connsiteY51" fmla="*/ 119120 h 803567"/>
                <a:gd name="connsiteX52" fmla="*/ 506989 w 2915191"/>
                <a:gd name="connsiteY52" fmla="*/ 103539 h 803567"/>
                <a:gd name="connsiteX53" fmla="*/ 516738 w 2915191"/>
                <a:gd name="connsiteY53" fmla="*/ 84088 h 803567"/>
                <a:gd name="connsiteX54" fmla="*/ 526488 w 2915191"/>
                <a:gd name="connsiteY54" fmla="*/ 82646 h 803567"/>
                <a:gd name="connsiteX55" fmla="*/ 536238 w 2915191"/>
                <a:gd name="connsiteY55" fmla="*/ 141926 h 803567"/>
                <a:gd name="connsiteX56" fmla="*/ 545988 w 2915191"/>
                <a:gd name="connsiteY56" fmla="*/ 170307 h 803567"/>
                <a:gd name="connsiteX57" fmla="*/ 555738 w 2915191"/>
                <a:gd name="connsiteY57" fmla="*/ 135661 h 803567"/>
                <a:gd name="connsiteX58" fmla="*/ 565488 w 2915191"/>
                <a:gd name="connsiteY58" fmla="*/ 147341 h 803567"/>
                <a:gd name="connsiteX59" fmla="*/ 575238 w 2915191"/>
                <a:gd name="connsiteY59" fmla="*/ 134971 h 803567"/>
                <a:gd name="connsiteX60" fmla="*/ 584988 w 2915191"/>
                <a:gd name="connsiteY60" fmla="*/ 126936 h 803567"/>
                <a:gd name="connsiteX61" fmla="*/ 594738 w 2915191"/>
                <a:gd name="connsiteY61" fmla="*/ 134647 h 803567"/>
                <a:gd name="connsiteX62" fmla="*/ 604488 w 2915191"/>
                <a:gd name="connsiteY62" fmla="*/ 120122 h 803567"/>
                <a:gd name="connsiteX63" fmla="*/ 614237 w 2915191"/>
                <a:gd name="connsiteY63" fmla="*/ 107569 h 803567"/>
                <a:gd name="connsiteX64" fmla="*/ 623987 w 2915191"/>
                <a:gd name="connsiteY64" fmla="*/ 116057 h 803567"/>
                <a:gd name="connsiteX65" fmla="*/ 633736 w 2915191"/>
                <a:gd name="connsiteY65" fmla="*/ 116093 h 803567"/>
                <a:gd name="connsiteX66" fmla="*/ 643486 w 2915191"/>
                <a:gd name="connsiteY66" fmla="*/ 101921 h 803567"/>
                <a:gd name="connsiteX67" fmla="*/ 653236 w 2915191"/>
                <a:gd name="connsiteY67" fmla="*/ 101504 h 803567"/>
                <a:gd name="connsiteX68" fmla="*/ 662985 w 2915191"/>
                <a:gd name="connsiteY68" fmla="*/ 121126 h 803567"/>
                <a:gd name="connsiteX69" fmla="*/ 672735 w 2915191"/>
                <a:gd name="connsiteY69" fmla="*/ 119745 h 803567"/>
                <a:gd name="connsiteX70" fmla="*/ 682485 w 2915191"/>
                <a:gd name="connsiteY70" fmla="*/ 119590 h 803567"/>
                <a:gd name="connsiteX71" fmla="*/ 692235 w 2915191"/>
                <a:gd name="connsiteY71" fmla="*/ 101653 h 803567"/>
                <a:gd name="connsiteX72" fmla="*/ 701985 w 2915191"/>
                <a:gd name="connsiteY72" fmla="*/ 97997 h 803567"/>
                <a:gd name="connsiteX73" fmla="*/ 711735 w 2915191"/>
                <a:gd name="connsiteY73" fmla="*/ 113892 h 803567"/>
                <a:gd name="connsiteX74" fmla="*/ 721485 w 2915191"/>
                <a:gd name="connsiteY74" fmla="*/ 130043 h 803567"/>
                <a:gd name="connsiteX75" fmla="*/ 731235 w 2915191"/>
                <a:gd name="connsiteY75" fmla="*/ 159078 h 803567"/>
                <a:gd name="connsiteX76" fmla="*/ 740985 w 2915191"/>
                <a:gd name="connsiteY76" fmla="*/ 191003 h 803567"/>
                <a:gd name="connsiteX77" fmla="*/ 750734 w 2915191"/>
                <a:gd name="connsiteY77" fmla="*/ 179640 h 803567"/>
                <a:gd name="connsiteX78" fmla="*/ 760484 w 2915191"/>
                <a:gd name="connsiteY78" fmla="*/ 204934 h 803567"/>
                <a:gd name="connsiteX79" fmla="*/ 770233 w 2915191"/>
                <a:gd name="connsiteY79" fmla="*/ 185786 h 803567"/>
                <a:gd name="connsiteX80" fmla="*/ 779983 w 2915191"/>
                <a:gd name="connsiteY80" fmla="*/ 162761 h 803567"/>
                <a:gd name="connsiteX81" fmla="*/ 789733 w 2915191"/>
                <a:gd name="connsiteY81" fmla="*/ 196380 h 803567"/>
                <a:gd name="connsiteX82" fmla="*/ 799482 w 2915191"/>
                <a:gd name="connsiteY82" fmla="*/ 197124 h 803567"/>
                <a:gd name="connsiteX83" fmla="*/ 809232 w 2915191"/>
                <a:gd name="connsiteY83" fmla="*/ 235112 h 803567"/>
                <a:gd name="connsiteX84" fmla="*/ 818982 w 2915191"/>
                <a:gd name="connsiteY84" fmla="*/ 228190 h 803567"/>
                <a:gd name="connsiteX85" fmla="*/ 828732 w 2915191"/>
                <a:gd name="connsiteY85" fmla="*/ 235979 h 803567"/>
                <a:gd name="connsiteX86" fmla="*/ 838482 w 2915191"/>
                <a:gd name="connsiteY86" fmla="*/ 249084 h 803567"/>
                <a:gd name="connsiteX87" fmla="*/ 848232 w 2915191"/>
                <a:gd name="connsiteY87" fmla="*/ 268694 h 803567"/>
                <a:gd name="connsiteX88" fmla="*/ 857982 w 2915191"/>
                <a:gd name="connsiteY88" fmla="*/ 271468 h 803567"/>
                <a:gd name="connsiteX89" fmla="*/ 867732 w 2915191"/>
                <a:gd name="connsiteY89" fmla="*/ 285961 h 803567"/>
                <a:gd name="connsiteX90" fmla="*/ 877482 w 2915191"/>
                <a:gd name="connsiteY90" fmla="*/ 308270 h 803567"/>
                <a:gd name="connsiteX91" fmla="*/ 887231 w 2915191"/>
                <a:gd name="connsiteY91" fmla="*/ 302941 h 803567"/>
                <a:gd name="connsiteX92" fmla="*/ 896981 w 2915191"/>
                <a:gd name="connsiteY92" fmla="*/ 280222 h 803567"/>
                <a:gd name="connsiteX93" fmla="*/ 906730 w 2915191"/>
                <a:gd name="connsiteY93" fmla="*/ 292777 h 803567"/>
                <a:gd name="connsiteX94" fmla="*/ 916480 w 2915191"/>
                <a:gd name="connsiteY94" fmla="*/ 331032 h 803567"/>
                <a:gd name="connsiteX95" fmla="*/ 926230 w 2915191"/>
                <a:gd name="connsiteY95" fmla="*/ 341719 h 803567"/>
                <a:gd name="connsiteX96" fmla="*/ 935979 w 2915191"/>
                <a:gd name="connsiteY96" fmla="*/ 354097 h 803567"/>
                <a:gd name="connsiteX97" fmla="*/ 945729 w 2915191"/>
                <a:gd name="connsiteY97" fmla="*/ 349925 h 803567"/>
                <a:gd name="connsiteX98" fmla="*/ 955479 w 2915191"/>
                <a:gd name="connsiteY98" fmla="*/ 392485 h 803567"/>
                <a:gd name="connsiteX99" fmla="*/ 965229 w 2915191"/>
                <a:gd name="connsiteY99" fmla="*/ 428106 h 803567"/>
                <a:gd name="connsiteX100" fmla="*/ 974979 w 2915191"/>
                <a:gd name="connsiteY100" fmla="*/ 454224 h 803567"/>
                <a:gd name="connsiteX101" fmla="*/ 984729 w 2915191"/>
                <a:gd name="connsiteY101" fmla="*/ 451844 h 803567"/>
                <a:gd name="connsiteX102" fmla="*/ 994474 w 2915191"/>
                <a:gd name="connsiteY102" fmla="*/ 470294 h 803567"/>
                <a:gd name="connsiteX103" fmla="*/ 1004233 w 2915191"/>
                <a:gd name="connsiteY103" fmla="*/ 470349 h 803567"/>
                <a:gd name="connsiteX104" fmla="*/ 1013977 w 2915191"/>
                <a:gd name="connsiteY104" fmla="*/ 494165 h 803567"/>
                <a:gd name="connsiteX105" fmla="*/ 1023721 w 2915191"/>
                <a:gd name="connsiteY105" fmla="*/ 506065 h 803567"/>
                <a:gd name="connsiteX106" fmla="*/ 1033480 w 2915191"/>
                <a:gd name="connsiteY106" fmla="*/ 487004 h 803567"/>
                <a:gd name="connsiteX107" fmla="*/ 1043224 w 2915191"/>
                <a:gd name="connsiteY107" fmla="*/ 477238 h 803567"/>
                <a:gd name="connsiteX108" fmla="*/ 1052983 w 2915191"/>
                <a:gd name="connsiteY108" fmla="*/ 485956 h 803567"/>
                <a:gd name="connsiteX109" fmla="*/ 1062727 w 2915191"/>
                <a:gd name="connsiteY109" fmla="*/ 471258 h 803567"/>
                <a:gd name="connsiteX110" fmla="*/ 1072471 w 2915191"/>
                <a:gd name="connsiteY110" fmla="*/ 470260 h 803567"/>
                <a:gd name="connsiteX111" fmla="*/ 1082230 w 2915191"/>
                <a:gd name="connsiteY111" fmla="*/ 489974 h 803567"/>
                <a:gd name="connsiteX112" fmla="*/ 1091973 w 2915191"/>
                <a:gd name="connsiteY112" fmla="*/ 499147 h 803567"/>
                <a:gd name="connsiteX113" fmla="*/ 1101732 w 2915191"/>
                <a:gd name="connsiteY113" fmla="*/ 546474 h 803567"/>
                <a:gd name="connsiteX114" fmla="*/ 1111476 w 2915191"/>
                <a:gd name="connsiteY114" fmla="*/ 578078 h 803567"/>
                <a:gd name="connsiteX115" fmla="*/ 1121220 w 2915191"/>
                <a:gd name="connsiteY115" fmla="*/ 600140 h 803567"/>
                <a:gd name="connsiteX116" fmla="*/ 1130979 w 2915191"/>
                <a:gd name="connsiteY116" fmla="*/ 594720 h 803567"/>
                <a:gd name="connsiteX117" fmla="*/ 1140723 w 2915191"/>
                <a:gd name="connsiteY117" fmla="*/ 626322 h 803567"/>
                <a:gd name="connsiteX118" fmla="*/ 1150482 w 2915191"/>
                <a:gd name="connsiteY118" fmla="*/ 645613 h 803567"/>
                <a:gd name="connsiteX119" fmla="*/ 1160226 w 2915191"/>
                <a:gd name="connsiteY119" fmla="*/ 674857 h 803567"/>
                <a:gd name="connsiteX120" fmla="*/ 1169969 w 2915191"/>
                <a:gd name="connsiteY120" fmla="*/ 691487 h 803567"/>
                <a:gd name="connsiteX121" fmla="*/ 1179728 w 2915191"/>
                <a:gd name="connsiteY121" fmla="*/ 688275 h 803567"/>
                <a:gd name="connsiteX122" fmla="*/ 1189472 w 2915191"/>
                <a:gd name="connsiteY122" fmla="*/ 652523 h 803567"/>
                <a:gd name="connsiteX123" fmla="*/ 1199231 w 2915191"/>
                <a:gd name="connsiteY123" fmla="*/ 672445 h 803567"/>
                <a:gd name="connsiteX124" fmla="*/ 1208975 w 2915191"/>
                <a:gd name="connsiteY124" fmla="*/ 710150 h 803567"/>
                <a:gd name="connsiteX125" fmla="*/ 1218719 w 2915191"/>
                <a:gd name="connsiteY125" fmla="*/ 710993 h 803567"/>
                <a:gd name="connsiteX126" fmla="*/ 1228478 w 2915191"/>
                <a:gd name="connsiteY126" fmla="*/ 682664 h 803567"/>
                <a:gd name="connsiteX127" fmla="*/ 1238222 w 2915191"/>
                <a:gd name="connsiteY127" fmla="*/ 693483 h 803567"/>
                <a:gd name="connsiteX128" fmla="*/ 1247966 w 2915191"/>
                <a:gd name="connsiteY128" fmla="*/ 699366 h 803567"/>
                <a:gd name="connsiteX129" fmla="*/ 1257725 w 2915191"/>
                <a:gd name="connsiteY129" fmla="*/ 716100 h 803567"/>
                <a:gd name="connsiteX130" fmla="*/ 1267469 w 2915191"/>
                <a:gd name="connsiteY130" fmla="*/ 723284 h 803567"/>
                <a:gd name="connsiteX131" fmla="*/ 1277227 w 2915191"/>
                <a:gd name="connsiteY131" fmla="*/ 755709 h 803567"/>
                <a:gd name="connsiteX132" fmla="*/ 1286971 w 2915191"/>
                <a:gd name="connsiteY132" fmla="*/ 772743 h 803567"/>
                <a:gd name="connsiteX133" fmla="*/ 1296715 w 2915191"/>
                <a:gd name="connsiteY133" fmla="*/ 793365 h 803567"/>
                <a:gd name="connsiteX134" fmla="*/ 1306474 w 2915191"/>
                <a:gd name="connsiteY134" fmla="*/ 769857 h 803567"/>
                <a:gd name="connsiteX135" fmla="*/ 1316218 w 2915191"/>
                <a:gd name="connsiteY135" fmla="*/ 766417 h 803567"/>
                <a:gd name="connsiteX136" fmla="*/ 1325977 w 2915191"/>
                <a:gd name="connsiteY136" fmla="*/ 795948 h 803567"/>
                <a:gd name="connsiteX137" fmla="*/ 1335721 w 2915191"/>
                <a:gd name="connsiteY137" fmla="*/ 803356 h 803567"/>
                <a:gd name="connsiteX138" fmla="*/ 1345465 w 2915191"/>
                <a:gd name="connsiteY138" fmla="*/ 803568 h 803567"/>
                <a:gd name="connsiteX139" fmla="*/ 1355224 w 2915191"/>
                <a:gd name="connsiteY139" fmla="*/ 799245 h 803567"/>
                <a:gd name="connsiteX140" fmla="*/ 1364967 w 2915191"/>
                <a:gd name="connsiteY140" fmla="*/ 787636 h 803567"/>
                <a:gd name="connsiteX141" fmla="*/ 1374726 w 2915191"/>
                <a:gd name="connsiteY141" fmla="*/ 796343 h 803567"/>
                <a:gd name="connsiteX142" fmla="*/ 1384470 w 2915191"/>
                <a:gd name="connsiteY142" fmla="*/ 776167 h 803567"/>
                <a:gd name="connsiteX143" fmla="*/ 1394214 w 2915191"/>
                <a:gd name="connsiteY143" fmla="*/ 769357 h 803567"/>
                <a:gd name="connsiteX144" fmla="*/ 1403973 w 2915191"/>
                <a:gd name="connsiteY144" fmla="*/ 765949 h 803567"/>
                <a:gd name="connsiteX145" fmla="*/ 1413717 w 2915191"/>
                <a:gd name="connsiteY145" fmla="*/ 769666 h 803567"/>
                <a:gd name="connsiteX146" fmla="*/ 1423476 w 2915191"/>
                <a:gd name="connsiteY146" fmla="*/ 794494 h 803567"/>
                <a:gd name="connsiteX147" fmla="*/ 1433220 w 2915191"/>
                <a:gd name="connsiteY147" fmla="*/ 792407 h 803567"/>
                <a:gd name="connsiteX148" fmla="*/ 1442964 w 2915191"/>
                <a:gd name="connsiteY148" fmla="*/ 798934 h 803567"/>
                <a:gd name="connsiteX149" fmla="*/ 1452722 w 2915191"/>
                <a:gd name="connsiteY149" fmla="*/ 777931 h 803567"/>
                <a:gd name="connsiteX150" fmla="*/ 1462466 w 2915191"/>
                <a:gd name="connsiteY150" fmla="*/ 736780 h 803567"/>
                <a:gd name="connsiteX151" fmla="*/ 1472225 w 2915191"/>
                <a:gd name="connsiteY151" fmla="*/ 702109 h 803567"/>
                <a:gd name="connsiteX152" fmla="*/ 1481969 w 2915191"/>
                <a:gd name="connsiteY152" fmla="*/ 728422 h 803567"/>
                <a:gd name="connsiteX153" fmla="*/ 1491713 w 2915191"/>
                <a:gd name="connsiteY153" fmla="*/ 748479 h 803567"/>
                <a:gd name="connsiteX154" fmla="*/ 1501472 w 2915191"/>
                <a:gd name="connsiteY154" fmla="*/ 758385 h 803567"/>
                <a:gd name="connsiteX155" fmla="*/ 1511216 w 2915191"/>
                <a:gd name="connsiteY155" fmla="*/ 724774 h 803567"/>
                <a:gd name="connsiteX156" fmla="*/ 1520960 w 2915191"/>
                <a:gd name="connsiteY156" fmla="*/ 739861 h 803567"/>
                <a:gd name="connsiteX157" fmla="*/ 1530719 w 2915191"/>
                <a:gd name="connsiteY157" fmla="*/ 762055 h 803567"/>
                <a:gd name="connsiteX158" fmla="*/ 1540463 w 2915191"/>
                <a:gd name="connsiteY158" fmla="*/ 757201 h 803567"/>
                <a:gd name="connsiteX159" fmla="*/ 1550221 w 2915191"/>
                <a:gd name="connsiteY159" fmla="*/ 764213 h 803567"/>
                <a:gd name="connsiteX160" fmla="*/ 1559965 w 2915191"/>
                <a:gd name="connsiteY160" fmla="*/ 729308 h 803567"/>
                <a:gd name="connsiteX161" fmla="*/ 1569709 w 2915191"/>
                <a:gd name="connsiteY161" fmla="*/ 697658 h 803567"/>
                <a:gd name="connsiteX162" fmla="*/ 1579468 w 2915191"/>
                <a:gd name="connsiteY162" fmla="*/ 660080 h 803567"/>
                <a:gd name="connsiteX163" fmla="*/ 1589212 w 2915191"/>
                <a:gd name="connsiteY163" fmla="*/ 655959 h 803567"/>
                <a:gd name="connsiteX164" fmla="*/ 1598971 w 2915191"/>
                <a:gd name="connsiteY164" fmla="*/ 632243 h 803567"/>
                <a:gd name="connsiteX165" fmla="*/ 1608715 w 2915191"/>
                <a:gd name="connsiteY165" fmla="*/ 612073 h 803567"/>
                <a:gd name="connsiteX166" fmla="*/ 1618459 w 2915191"/>
                <a:gd name="connsiteY166" fmla="*/ 623028 h 803567"/>
                <a:gd name="connsiteX167" fmla="*/ 1628218 w 2915191"/>
                <a:gd name="connsiteY167" fmla="*/ 622517 h 803567"/>
                <a:gd name="connsiteX168" fmla="*/ 1637962 w 2915191"/>
                <a:gd name="connsiteY168" fmla="*/ 603936 h 803567"/>
                <a:gd name="connsiteX169" fmla="*/ 1647720 w 2915191"/>
                <a:gd name="connsiteY169" fmla="*/ 645105 h 803567"/>
                <a:gd name="connsiteX170" fmla="*/ 1657464 w 2915191"/>
                <a:gd name="connsiteY170" fmla="*/ 649147 h 803567"/>
                <a:gd name="connsiteX171" fmla="*/ 1667208 w 2915191"/>
                <a:gd name="connsiteY171" fmla="*/ 654678 h 803567"/>
                <a:gd name="connsiteX172" fmla="*/ 1676967 w 2915191"/>
                <a:gd name="connsiteY172" fmla="*/ 647876 h 803567"/>
                <a:gd name="connsiteX173" fmla="*/ 1686711 w 2915191"/>
                <a:gd name="connsiteY173" fmla="*/ 605048 h 803567"/>
                <a:gd name="connsiteX174" fmla="*/ 1696470 w 2915191"/>
                <a:gd name="connsiteY174" fmla="*/ 572204 h 803567"/>
                <a:gd name="connsiteX175" fmla="*/ 1706214 w 2915191"/>
                <a:gd name="connsiteY175" fmla="*/ 588264 h 803567"/>
                <a:gd name="connsiteX176" fmla="*/ 1715958 w 2915191"/>
                <a:gd name="connsiteY176" fmla="*/ 610700 h 803567"/>
                <a:gd name="connsiteX177" fmla="*/ 1725716 w 2915191"/>
                <a:gd name="connsiteY177" fmla="*/ 608092 h 803567"/>
                <a:gd name="connsiteX178" fmla="*/ 1735460 w 2915191"/>
                <a:gd name="connsiteY178" fmla="*/ 633146 h 803567"/>
                <a:gd name="connsiteX179" fmla="*/ 1745219 w 2915191"/>
                <a:gd name="connsiteY179" fmla="*/ 665925 h 803567"/>
                <a:gd name="connsiteX180" fmla="*/ 1754963 w 2915191"/>
                <a:gd name="connsiteY180" fmla="*/ 677485 h 803567"/>
                <a:gd name="connsiteX181" fmla="*/ 1764707 w 2915191"/>
                <a:gd name="connsiteY181" fmla="*/ 667817 h 803567"/>
                <a:gd name="connsiteX182" fmla="*/ 1774466 w 2915191"/>
                <a:gd name="connsiteY182" fmla="*/ 666743 h 803567"/>
                <a:gd name="connsiteX183" fmla="*/ 1784210 w 2915191"/>
                <a:gd name="connsiteY183" fmla="*/ 691602 h 803567"/>
                <a:gd name="connsiteX184" fmla="*/ 1793969 w 2915191"/>
                <a:gd name="connsiteY184" fmla="*/ 693296 h 803567"/>
                <a:gd name="connsiteX185" fmla="*/ 1803713 w 2915191"/>
                <a:gd name="connsiteY185" fmla="*/ 747250 h 803567"/>
                <a:gd name="connsiteX186" fmla="*/ 1813457 w 2915191"/>
                <a:gd name="connsiteY186" fmla="*/ 742385 h 803567"/>
                <a:gd name="connsiteX187" fmla="*/ 1823215 w 2915191"/>
                <a:gd name="connsiteY187" fmla="*/ 756466 h 803567"/>
                <a:gd name="connsiteX188" fmla="*/ 1832959 w 2915191"/>
                <a:gd name="connsiteY188" fmla="*/ 749541 h 803567"/>
                <a:gd name="connsiteX189" fmla="*/ 1842703 w 2915191"/>
                <a:gd name="connsiteY189" fmla="*/ 751090 h 803567"/>
                <a:gd name="connsiteX190" fmla="*/ 1852462 w 2915191"/>
                <a:gd name="connsiteY190" fmla="*/ 718645 h 803567"/>
                <a:gd name="connsiteX191" fmla="*/ 1862206 w 2915191"/>
                <a:gd name="connsiteY191" fmla="*/ 739871 h 803567"/>
                <a:gd name="connsiteX192" fmla="*/ 1871965 w 2915191"/>
                <a:gd name="connsiteY192" fmla="*/ 745399 h 803567"/>
                <a:gd name="connsiteX193" fmla="*/ 1881709 w 2915191"/>
                <a:gd name="connsiteY193" fmla="*/ 737953 h 803567"/>
                <a:gd name="connsiteX194" fmla="*/ 1891453 w 2915191"/>
                <a:gd name="connsiteY194" fmla="*/ 719190 h 803567"/>
                <a:gd name="connsiteX195" fmla="*/ 1901212 w 2915191"/>
                <a:gd name="connsiteY195" fmla="*/ 750515 h 803567"/>
                <a:gd name="connsiteX196" fmla="*/ 1910956 w 2915191"/>
                <a:gd name="connsiteY196" fmla="*/ 738318 h 803567"/>
                <a:gd name="connsiteX197" fmla="*/ 1920714 w 2915191"/>
                <a:gd name="connsiteY197" fmla="*/ 726202 h 803567"/>
                <a:gd name="connsiteX198" fmla="*/ 1930458 w 2915191"/>
                <a:gd name="connsiteY198" fmla="*/ 729314 h 803567"/>
                <a:gd name="connsiteX199" fmla="*/ 1940202 w 2915191"/>
                <a:gd name="connsiteY199" fmla="*/ 722435 h 803567"/>
                <a:gd name="connsiteX200" fmla="*/ 1949961 w 2915191"/>
                <a:gd name="connsiteY200" fmla="*/ 723705 h 803567"/>
                <a:gd name="connsiteX201" fmla="*/ 1959705 w 2915191"/>
                <a:gd name="connsiteY201" fmla="*/ 757889 h 803567"/>
                <a:gd name="connsiteX202" fmla="*/ 1969464 w 2915191"/>
                <a:gd name="connsiteY202" fmla="*/ 757725 h 803567"/>
                <a:gd name="connsiteX203" fmla="*/ 1979208 w 2915191"/>
                <a:gd name="connsiteY203" fmla="*/ 732647 h 803567"/>
                <a:gd name="connsiteX204" fmla="*/ 1988952 w 2915191"/>
                <a:gd name="connsiteY204" fmla="*/ 738014 h 803567"/>
                <a:gd name="connsiteX205" fmla="*/ 1998711 w 2915191"/>
                <a:gd name="connsiteY205" fmla="*/ 737309 h 803567"/>
                <a:gd name="connsiteX206" fmla="*/ 2008454 w 2915191"/>
                <a:gd name="connsiteY206" fmla="*/ 727066 h 803567"/>
                <a:gd name="connsiteX207" fmla="*/ 2018213 w 2915191"/>
                <a:gd name="connsiteY207" fmla="*/ 769723 h 803567"/>
                <a:gd name="connsiteX208" fmla="*/ 2027957 w 2915191"/>
                <a:gd name="connsiteY208" fmla="*/ 774056 h 803567"/>
                <a:gd name="connsiteX209" fmla="*/ 2037701 w 2915191"/>
                <a:gd name="connsiteY209" fmla="*/ 792319 h 803567"/>
                <a:gd name="connsiteX210" fmla="*/ 2047460 w 2915191"/>
                <a:gd name="connsiteY210" fmla="*/ 784522 h 803567"/>
                <a:gd name="connsiteX211" fmla="*/ 2057204 w 2915191"/>
                <a:gd name="connsiteY211" fmla="*/ 749589 h 803567"/>
                <a:gd name="connsiteX212" fmla="*/ 2066963 w 2915191"/>
                <a:gd name="connsiteY212" fmla="*/ 755624 h 803567"/>
                <a:gd name="connsiteX213" fmla="*/ 2076707 w 2915191"/>
                <a:gd name="connsiteY213" fmla="*/ 758486 h 803567"/>
                <a:gd name="connsiteX214" fmla="*/ 2086451 w 2915191"/>
                <a:gd name="connsiteY214" fmla="*/ 753777 h 803567"/>
                <a:gd name="connsiteX215" fmla="*/ 2096210 w 2915191"/>
                <a:gd name="connsiteY215" fmla="*/ 737891 h 803567"/>
                <a:gd name="connsiteX216" fmla="*/ 2105954 w 2915191"/>
                <a:gd name="connsiteY216" fmla="*/ 718322 h 803567"/>
                <a:gd name="connsiteX217" fmla="*/ 2115697 w 2915191"/>
                <a:gd name="connsiteY217" fmla="*/ 744171 h 803567"/>
                <a:gd name="connsiteX218" fmla="*/ 2125456 w 2915191"/>
                <a:gd name="connsiteY218" fmla="*/ 723304 h 803567"/>
                <a:gd name="connsiteX219" fmla="*/ 2135200 w 2915191"/>
                <a:gd name="connsiteY219" fmla="*/ 742696 h 803567"/>
                <a:gd name="connsiteX220" fmla="*/ 2144959 w 2915191"/>
                <a:gd name="connsiteY220" fmla="*/ 710375 h 803567"/>
                <a:gd name="connsiteX221" fmla="*/ 2154703 w 2915191"/>
                <a:gd name="connsiteY221" fmla="*/ 709059 h 803567"/>
                <a:gd name="connsiteX222" fmla="*/ 2164447 w 2915191"/>
                <a:gd name="connsiteY222" fmla="*/ 705240 h 803567"/>
                <a:gd name="connsiteX223" fmla="*/ 2174206 w 2915191"/>
                <a:gd name="connsiteY223" fmla="*/ 695119 h 803567"/>
                <a:gd name="connsiteX224" fmla="*/ 2183950 w 2915191"/>
                <a:gd name="connsiteY224" fmla="*/ 699235 h 803567"/>
                <a:gd name="connsiteX225" fmla="*/ 2193709 w 2915191"/>
                <a:gd name="connsiteY225" fmla="*/ 683819 h 803567"/>
                <a:gd name="connsiteX226" fmla="*/ 2203452 w 2915191"/>
                <a:gd name="connsiteY226" fmla="*/ 680210 h 803567"/>
                <a:gd name="connsiteX227" fmla="*/ 2213196 w 2915191"/>
                <a:gd name="connsiteY227" fmla="*/ 676007 h 803567"/>
                <a:gd name="connsiteX228" fmla="*/ 2222955 w 2915191"/>
                <a:gd name="connsiteY228" fmla="*/ 658623 h 803567"/>
                <a:gd name="connsiteX229" fmla="*/ 2232699 w 2915191"/>
                <a:gd name="connsiteY229" fmla="*/ 643387 h 803567"/>
                <a:gd name="connsiteX230" fmla="*/ 2242458 w 2915191"/>
                <a:gd name="connsiteY230" fmla="*/ 649251 h 803567"/>
                <a:gd name="connsiteX231" fmla="*/ 2252202 w 2915191"/>
                <a:gd name="connsiteY231" fmla="*/ 643858 h 803567"/>
                <a:gd name="connsiteX232" fmla="*/ 2261946 w 2915191"/>
                <a:gd name="connsiteY232" fmla="*/ 666975 h 803567"/>
                <a:gd name="connsiteX233" fmla="*/ 2271705 w 2915191"/>
                <a:gd name="connsiteY233" fmla="*/ 611423 h 803567"/>
                <a:gd name="connsiteX234" fmla="*/ 2281449 w 2915191"/>
                <a:gd name="connsiteY234" fmla="*/ 584959 h 803567"/>
                <a:gd name="connsiteX235" fmla="*/ 2291208 w 2915191"/>
                <a:gd name="connsiteY235" fmla="*/ 554886 h 803567"/>
                <a:gd name="connsiteX236" fmla="*/ 2300951 w 2915191"/>
                <a:gd name="connsiteY236" fmla="*/ 536812 h 803567"/>
                <a:gd name="connsiteX237" fmla="*/ 2310695 w 2915191"/>
                <a:gd name="connsiteY237" fmla="*/ 545198 h 803567"/>
                <a:gd name="connsiteX238" fmla="*/ 2320454 w 2915191"/>
                <a:gd name="connsiteY238" fmla="*/ 537484 h 803567"/>
                <a:gd name="connsiteX239" fmla="*/ 2330198 w 2915191"/>
                <a:gd name="connsiteY239" fmla="*/ 522886 h 803567"/>
                <a:gd name="connsiteX240" fmla="*/ 2339957 w 2915191"/>
                <a:gd name="connsiteY240" fmla="*/ 511069 h 803567"/>
                <a:gd name="connsiteX241" fmla="*/ 2349701 w 2915191"/>
                <a:gd name="connsiteY241" fmla="*/ 532181 h 803567"/>
                <a:gd name="connsiteX242" fmla="*/ 2359445 w 2915191"/>
                <a:gd name="connsiteY242" fmla="*/ 543572 h 803567"/>
                <a:gd name="connsiteX243" fmla="*/ 2369204 w 2915191"/>
                <a:gd name="connsiteY243" fmla="*/ 533302 h 803567"/>
                <a:gd name="connsiteX244" fmla="*/ 2378948 w 2915191"/>
                <a:gd name="connsiteY244" fmla="*/ 554947 h 803567"/>
                <a:gd name="connsiteX245" fmla="*/ 2388692 w 2915191"/>
                <a:gd name="connsiteY245" fmla="*/ 537622 h 803567"/>
                <a:gd name="connsiteX246" fmla="*/ 2398450 w 2915191"/>
                <a:gd name="connsiteY246" fmla="*/ 530235 h 803567"/>
                <a:gd name="connsiteX247" fmla="*/ 2408194 w 2915191"/>
                <a:gd name="connsiteY247" fmla="*/ 516795 h 803567"/>
                <a:gd name="connsiteX248" fmla="*/ 2417953 w 2915191"/>
                <a:gd name="connsiteY248" fmla="*/ 505771 h 803567"/>
                <a:gd name="connsiteX249" fmla="*/ 2427697 w 2915191"/>
                <a:gd name="connsiteY249" fmla="*/ 503746 h 803567"/>
                <a:gd name="connsiteX250" fmla="*/ 2437441 w 2915191"/>
                <a:gd name="connsiteY250" fmla="*/ 475452 h 803567"/>
                <a:gd name="connsiteX251" fmla="*/ 2447200 w 2915191"/>
                <a:gd name="connsiteY251" fmla="*/ 466018 h 803567"/>
                <a:gd name="connsiteX252" fmla="*/ 2456944 w 2915191"/>
                <a:gd name="connsiteY252" fmla="*/ 476741 h 803567"/>
                <a:gd name="connsiteX253" fmla="*/ 2466703 w 2915191"/>
                <a:gd name="connsiteY253" fmla="*/ 520533 h 803567"/>
                <a:gd name="connsiteX254" fmla="*/ 2476446 w 2915191"/>
                <a:gd name="connsiteY254" fmla="*/ 540951 h 803567"/>
                <a:gd name="connsiteX255" fmla="*/ 2486190 w 2915191"/>
                <a:gd name="connsiteY255" fmla="*/ 546432 h 803567"/>
                <a:gd name="connsiteX256" fmla="*/ 2495949 w 2915191"/>
                <a:gd name="connsiteY256" fmla="*/ 566662 h 803567"/>
                <a:gd name="connsiteX257" fmla="*/ 2505693 w 2915191"/>
                <a:gd name="connsiteY257" fmla="*/ 563296 h 803567"/>
                <a:gd name="connsiteX258" fmla="*/ 2515452 w 2915191"/>
                <a:gd name="connsiteY258" fmla="*/ 546620 h 803567"/>
                <a:gd name="connsiteX259" fmla="*/ 2525196 w 2915191"/>
                <a:gd name="connsiteY259" fmla="*/ 546080 h 803567"/>
                <a:gd name="connsiteX260" fmla="*/ 2534940 w 2915191"/>
                <a:gd name="connsiteY260" fmla="*/ 562459 h 803567"/>
                <a:gd name="connsiteX261" fmla="*/ 2544699 w 2915191"/>
                <a:gd name="connsiteY261" fmla="*/ 561744 h 803567"/>
                <a:gd name="connsiteX262" fmla="*/ 2554443 w 2915191"/>
                <a:gd name="connsiteY262" fmla="*/ 563049 h 803567"/>
                <a:gd name="connsiteX263" fmla="*/ 2564202 w 2915191"/>
                <a:gd name="connsiteY263" fmla="*/ 574146 h 803567"/>
                <a:gd name="connsiteX264" fmla="*/ 2573946 w 2915191"/>
                <a:gd name="connsiteY264" fmla="*/ 612917 h 803567"/>
                <a:gd name="connsiteX265" fmla="*/ 2583690 w 2915191"/>
                <a:gd name="connsiteY265" fmla="*/ 583560 h 803567"/>
                <a:gd name="connsiteX266" fmla="*/ 2593448 w 2915191"/>
                <a:gd name="connsiteY266" fmla="*/ 574551 h 803567"/>
                <a:gd name="connsiteX267" fmla="*/ 2603192 w 2915191"/>
                <a:gd name="connsiteY267" fmla="*/ 597624 h 803567"/>
                <a:gd name="connsiteX268" fmla="*/ 2612951 w 2915191"/>
                <a:gd name="connsiteY268" fmla="*/ 570834 h 803567"/>
                <a:gd name="connsiteX269" fmla="*/ 2622695 w 2915191"/>
                <a:gd name="connsiteY269" fmla="*/ 609818 h 803567"/>
                <a:gd name="connsiteX270" fmla="*/ 2632439 w 2915191"/>
                <a:gd name="connsiteY270" fmla="*/ 574444 h 803567"/>
                <a:gd name="connsiteX271" fmla="*/ 2642198 w 2915191"/>
                <a:gd name="connsiteY271" fmla="*/ 550047 h 803567"/>
                <a:gd name="connsiteX272" fmla="*/ 2651942 w 2915191"/>
                <a:gd name="connsiteY272" fmla="*/ 547372 h 803567"/>
                <a:gd name="connsiteX273" fmla="*/ 2661685 w 2915191"/>
                <a:gd name="connsiteY273" fmla="*/ 540759 h 803567"/>
                <a:gd name="connsiteX274" fmla="*/ 2671444 w 2915191"/>
                <a:gd name="connsiteY274" fmla="*/ 563962 h 803567"/>
                <a:gd name="connsiteX275" fmla="*/ 2681188 w 2915191"/>
                <a:gd name="connsiteY275" fmla="*/ 567082 h 803567"/>
                <a:gd name="connsiteX276" fmla="*/ 2690947 w 2915191"/>
                <a:gd name="connsiteY276" fmla="*/ 571082 h 803567"/>
                <a:gd name="connsiteX277" fmla="*/ 2700691 w 2915191"/>
                <a:gd name="connsiteY277" fmla="*/ 562063 h 803567"/>
                <a:gd name="connsiteX278" fmla="*/ 2710435 w 2915191"/>
                <a:gd name="connsiteY278" fmla="*/ 574083 h 803567"/>
                <a:gd name="connsiteX279" fmla="*/ 2720194 w 2915191"/>
                <a:gd name="connsiteY279" fmla="*/ 578337 h 803567"/>
                <a:gd name="connsiteX280" fmla="*/ 2729938 w 2915191"/>
                <a:gd name="connsiteY280" fmla="*/ 596664 h 803567"/>
                <a:gd name="connsiteX281" fmla="*/ 2739697 w 2915191"/>
                <a:gd name="connsiteY281" fmla="*/ 602933 h 803567"/>
                <a:gd name="connsiteX282" fmla="*/ 2749441 w 2915191"/>
                <a:gd name="connsiteY282" fmla="*/ 588784 h 803567"/>
                <a:gd name="connsiteX283" fmla="*/ 2759185 w 2915191"/>
                <a:gd name="connsiteY283" fmla="*/ 599070 h 803567"/>
                <a:gd name="connsiteX284" fmla="*/ 2768943 w 2915191"/>
                <a:gd name="connsiteY284" fmla="*/ 612621 h 803567"/>
                <a:gd name="connsiteX285" fmla="*/ 2778687 w 2915191"/>
                <a:gd name="connsiteY285" fmla="*/ 625659 h 803567"/>
                <a:gd name="connsiteX286" fmla="*/ 2788446 w 2915191"/>
                <a:gd name="connsiteY286" fmla="*/ 580157 h 803567"/>
                <a:gd name="connsiteX287" fmla="*/ 2798190 w 2915191"/>
                <a:gd name="connsiteY287" fmla="*/ 569476 h 803567"/>
                <a:gd name="connsiteX288" fmla="*/ 2807934 w 2915191"/>
                <a:gd name="connsiteY288" fmla="*/ 552888 h 803567"/>
                <a:gd name="connsiteX289" fmla="*/ 2817693 w 2915191"/>
                <a:gd name="connsiteY289" fmla="*/ 531116 h 803567"/>
                <a:gd name="connsiteX290" fmla="*/ 2827437 w 2915191"/>
                <a:gd name="connsiteY290" fmla="*/ 532289 h 803567"/>
                <a:gd name="connsiteX291" fmla="*/ 2837196 w 2915191"/>
                <a:gd name="connsiteY291" fmla="*/ 555430 h 803567"/>
                <a:gd name="connsiteX292" fmla="*/ 2846940 w 2915191"/>
                <a:gd name="connsiteY292" fmla="*/ 562994 h 803567"/>
                <a:gd name="connsiteX293" fmla="*/ 2856684 w 2915191"/>
                <a:gd name="connsiteY293" fmla="*/ 576248 h 803567"/>
                <a:gd name="connsiteX294" fmla="*/ 2866442 w 2915191"/>
                <a:gd name="connsiteY294" fmla="*/ 582650 h 803567"/>
                <a:gd name="connsiteX295" fmla="*/ 2876186 w 2915191"/>
                <a:gd name="connsiteY295" fmla="*/ 558861 h 803567"/>
                <a:gd name="connsiteX296" fmla="*/ 2885945 w 2915191"/>
                <a:gd name="connsiteY296" fmla="*/ 527205 h 803567"/>
                <a:gd name="connsiteX297" fmla="*/ 2895689 w 2915191"/>
                <a:gd name="connsiteY297" fmla="*/ 533606 h 803567"/>
                <a:gd name="connsiteX298" fmla="*/ 2905433 w 2915191"/>
                <a:gd name="connsiteY298" fmla="*/ 518267 h 803567"/>
                <a:gd name="connsiteX299" fmla="*/ 2915192 w 2915191"/>
                <a:gd name="connsiteY299" fmla="*/ 508735 h 803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803567">
                  <a:moveTo>
                    <a:pt x="0" y="195771"/>
                  </a:moveTo>
                  <a:lnTo>
                    <a:pt x="9750" y="211044"/>
                  </a:lnTo>
                  <a:lnTo>
                    <a:pt x="19500" y="206539"/>
                  </a:lnTo>
                  <a:lnTo>
                    <a:pt x="29250" y="196239"/>
                  </a:lnTo>
                  <a:lnTo>
                    <a:pt x="39000" y="166112"/>
                  </a:lnTo>
                  <a:lnTo>
                    <a:pt x="48749" y="174250"/>
                  </a:lnTo>
                  <a:lnTo>
                    <a:pt x="58499" y="125049"/>
                  </a:lnTo>
                  <a:lnTo>
                    <a:pt x="68249" y="80893"/>
                  </a:lnTo>
                  <a:lnTo>
                    <a:pt x="77998" y="91891"/>
                  </a:lnTo>
                  <a:lnTo>
                    <a:pt x="87748" y="83756"/>
                  </a:lnTo>
                  <a:lnTo>
                    <a:pt x="97497" y="106855"/>
                  </a:lnTo>
                  <a:lnTo>
                    <a:pt x="107247" y="121459"/>
                  </a:lnTo>
                  <a:lnTo>
                    <a:pt x="116997" y="106483"/>
                  </a:lnTo>
                  <a:lnTo>
                    <a:pt x="126747" y="103652"/>
                  </a:lnTo>
                  <a:lnTo>
                    <a:pt x="136497" y="100319"/>
                  </a:lnTo>
                  <a:lnTo>
                    <a:pt x="146247" y="105053"/>
                  </a:lnTo>
                  <a:lnTo>
                    <a:pt x="155997" y="124342"/>
                  </a:lnTo>
                  <a:lnTo>
                    <a:pt x="165747" y="124760"/>
                  </a:lnTo>
                  <a:lnTo>
                    <a:pt x="175497" y="150782"/>
                  </a:lnTo>
                  <a:lnTo>
                    <a:pt x="185247" y="145186"/>
                  </a:lnTo>
                  <a:lnTo>
                    <a:pt x="194996" y="137500"/>
                  </a:lnTo>
                  <a:lnTo>
                    <a:pt x="204746" y="132008"/>
                  </a:lnTo>
                  <a:lnTo>
                    <a:pt x="214495" y="113378"/>
                  </a:lnTo>
                  <a:lnTo>
                    <a:pt x="224245" y="104263"/>
                  </a:lnTo>
                  <a:lnTo>
                    <a:pt x="233995" y="110738"/>
                  </a:lnTo>
                  <a:lnTo>
                    <a:pt x="243744" y="80039"/>
                  </a:lnTo>
                  <a:lnTo>
                    <a:pt x="253494" y="86349"/>
                  </a:lnTo>
                  <a:lnTo>
                    <a:pt x="263244" y="85718"/>
                  </a:lnTo>
                  <a:lnTo>
                    <a:pt x="272994" y="108268"/>
                  </a:lnTo>
                  <a:lnTo>
                    <a:pt x="282744" y="107685"/>
                  </a:lnTo>
                  <a:lnTo>
                    <a:pt x="292494" y="93493"/>
                  </a:lnTo>
                  <a:lnTo>
                    <a:pt x="302244" y="74048"/>
                  </a:lnTo>
                  <a:lnTo>
                    <a:pt x="311994" y="59147"/>
                  </a:lnTo>
                  <a:lnTo>
                    <a:pt x="321744" y="36616"/>
                  </a:lnTo>
                  <a:lnTo>
                    <a:pt x="331493" y="37739"/>
                  </a:lnTo>
                  <a:lnTo>
                    <a:pt x="341243" y="0"/>
                  </a:lnTo>
                  <a:lnTo>
                    <a:pt x="350993" y="2770"/>
                  </a:lnTo>
                  <a:lnTo>
                    <a:pt x="360742" y="15677"/>
                  </a:lnTo>
                  <a:lnTo>
                    <a:pt x="370492" y="11840"/>
                  </a:lnTo>
                  <a:lnTo>
                    <a:pt x="380241" y="34287"/>
                  </a:lnTo>
                  <a:lnTo>
                    <a:pt x="389991" y="29257"/>
                  </a:lnTo>
                  <a:lnTo>
                    <a:pt x="399741" y="81150"/>
                  </a:lnTo>
                  <a:lnTo>
                    <a:pt x="409491" y="70028"/>
                  </a:lnTo>
                  <a:lnTo>
                    <a:pt x="419241" y="43091"/>
                  </a:lnTo>
                  <a:lnTo>
                    <a:pt x="428991" y="48650"/>
                  </a:lnTo>
                  <a:lnTo>
                    <a:pt x="438741" y="38062"/>
                  </a:lnTo>
                  <a:lnTo>
                    <a:pt x="448491" y="32092"/>
                  </a:lnTo>
                  <a:lnTo>
                    <a:pt x="458241" y="41759"/>
                  </a:lnTo>
                  <a:lnTo>
                    <a:pt x="467991" y="63121"/>
                  </a:lnTo>
                  <a:lnTo>
                    <a:pt x="477740" y="99688"/>
                  </a:lnTo>
                  <a:lnTo>
                    <a:pt x="487490" y="117300"/>
                  </a:lnTo>
                  <a:lnTo>
                    <a:pt x="497239" y="119120"/>
                  </a:lnTo>
                  <a:lnTo>
                    <a:pt x="506989" y="103539"/>
                  </a:lnTo>
                  <a:lnTo>
                    <a:pt x="516738" y="84088"/>
                  </a:lnTo>
                  <a:lnTo>
                    <a:pt x="526488" y="82646"/>
                  </a:lnTo>
                  <a:lnTo>
                    <a:pt x="536238" y="141926"/>
                  </a:lnTo>
                  <a:lnTo>
                    <a:pt x="545988" y="170307"/>
                  </a:lnTo>
                  <a:lnTo>
                    <a:pt x="555738" y="135661"/>
                  </a:lnTo>
                  <a:lnTo>
                    <a:pt x="565488" y="147341"/>
                  </a:lnTo>
                  <a:lnTo>
                    <a:pt x="575238" y="134971"/>
                  </a:lnTo>
                  <a:lnTo>
                    <a:pt x="584988" y="126936"/>
                  </a:lnTo>
                  <a:lnTo>
                    <a:pt x="594738" y="134647"/>
                  </a:lnTo>
                  <a:lnTo>
                    <a:pt x="604488" y="120122"/>
                  </a:lnTo>
                  <a:lnTo>
                    <a:pt x="614237" y="107569"/>
                  </a:lnTo>
                  <a:lnTo>
                    <a:pt x="623987" y="116057"/>
                  </a:lnTo>
                  <a:lnTo>
                    <a:pt x="633736" y="116093"/>
                  </a:lnTo>
                  <a:lnTo>
                    <a:pt x="643486" y="101921"/>
                  </a:lnTo>
                  <a:lnTo>
                    <a:pt x="653236" y="101504"/>
                  </a:lnTo>
                  <a:lnTo>
                    <a:pt x="662985" y="121126"/>
                  </a:lnTo>
                  <a:lnTo>
                    <a:pt x="672735" y="119745"/>
                  </a:lnTo>
                  <a:lnTo>
                    <a:pt x="682485" y="119590"/>
                  </a:lnTo>
                  <a:lnTo>
                    <a:pt x="692235" y="101653"/>
                  </a:lnTo>
                  <a:lnTo>
                    <a:pt x="701985" y="97997"/>
                  </a:lnTo>
                  <a:lnTo>
                    <a:pt x="711735" y="113892"/>
                  </a:lnTo>
                  <a:lnTo>
                    <a:pt x="721485" y="130043"/>
                  </a:lnTo>
                  <a:lnTo>
                    <a:pt x="731235" y="159078"/>
                  </a:lnTo>
                  <a:lnTo>
                    <a:pt x="740985" y="191003"/>
                  </a:lnTo>
                  <a:lnTo>
                    <a:pt x="750734" y="179640"/>
                  </a:lnTo>
                  <a:lnTo>
                    <a:pt x="760484" y="204934"/>
                  </a:lnTo>
                  <a:lnTo>
                    <a:pt x="770233" y="185786"/>
                  </a:lnTo>
                  <a:lnTo>
                    <a:pt x="779983" y="162761"/>
                  </a:lnTo>
                  <a:lnTo>
                    <a:pt x="789733" y="196380"/>
                  </a:lnTo>
                  <a:lnTo>
                    <a:pt x="799482" y="197124"/>
                  </a:lnTo>
                  <a:lnTo>
                    <a:pt x="809232" y="235112"/>
                  </a:lnTo>
                  <a:lnTo>
                    <a:pt x="818982" y="228190"/>
                  </a:lnTo>
                  <a:lnTo>
                    <a:pt x="828732" y="235979"/>
                  </a:lnTo>
                  <a:lnTo>
                    <a:pt x="838482" y="249084"/>
                  </a:lnTo>
                  <a:lnTo>
                    <a:pt x="848232" y="268694"/>
                  </a:lnTo>
                  <a:lnTo>
                    <a:pt x="857982" y="271468"/>
                  </a:lnTo>
                  <a:lnTo>
                    <a:pt x="867732" y="285961"/>
                  </a:lnTo>
                  <a:lnTo>
                    <a:pt x="877482" y="308270"/>
                  </a:lnTo>
                  <a:lnTo>
                    <a:pt x="887231" y="302941"/>
                  </a:lnTo>
                  <a:lnTo>
                    <a:pt x="896981" y="280222"/>
                  </a:lnTo>
                  <a:lnTo>
                    <a:pt x="906730" y="292777"/>
                  </a:lnTo>
                  <a:lnTo>
                    <a:pt x="916480" y="331032"/>
                  </a:lnTo>
                  <a:lnTo>
                    <a:pt x="926230" y="341719"/>
                  </a:lnTo>
                  <a:lnTo>
                    <a:pt x="935979" y="354097"/>
                  </a:lnTo>
                  <a:lnTo>
                    <a:pt x="945729" y="349925"/>
                  </a:lnTo>
                  <a:lnTo>
                    <a:pt x="955479" y="392485"/>
                  </a:lnTo>
                  <a:lnTo>
                    <a:pt x="965229" y="428106"/>
                  </a:lnTo>
                  <a:lnTo>
                    <a:pt x="974979" y="454224"/>
                  </a:lnTo>
                  <a:lnTo>
                    <a:pt x="984729" y="451844"/>
                  </a:lnTo>
                  <a:lnTo>
                    <a:pt x="994474" y="470294"/>
                  </a:lnTo>
                  <a:lnTo>
                    <a:pt x="1004233" y="470349"/>
                  </a:lnTo>
                  <a:lnTo>
                    <a:pt x="1013977" y="494165"/>
                  </a:lnTo>
                  <a:lnTo>
                    <a:pt x="1023721" y="506065"/>
                  </a:lnTo>
                  <a:lnTo>
                    <a:pt x="1033480" y="487004"/>
                  </a:lnTo>
                  <a:lnTo>
                    <a:pt x="1043224" y="477238"/>
                  </a:lnTo>
                  <a:lnTo>
                    <a:pt x="1052983" y="485956"/>
                  </a:lnTo>
                  <a:lnTo>
                    <a:pt x="1062727" y="471258"/>
                  </a:lnTo>
                  <a:lnTo>
                    <a:pt x="1072471" y="470260"/>
                  </a:lnTo>
                  <a:lnTo>
                    <a:pt x="1082230" y="489974"/>
                  </a:lnTo>
                  <a:lnTo>
                    <a:pt x="1091973" y="499147"/>
                  </a:lnTo>
                  <a:lnTo>
                    <a:pt x="1101732" y="546474"/>
                  </a:lnTo>
                  <a:lnTo>
                    <a:pt x="1111476" y="578078"/>
                  </a:lnTo>
                  <a:lnTo>
                    <a:pt x="1121220" y="600140"/>
                  </a:lnTo>
                  <a:lnTo>
                    <a:pt x="1130979" y="594720"/>
                  </a:lnTo>
                  <a:lnTo>
                    <a:pt x="1140723" y="626322"/>
                  </a:lnTo>
                  <a:lnTo>
                    <a:pt x="1150482" y="645613"/>
                  </a:lnTo>
                  <a:lnTo>
                    <a:pt x="1160226" y="674857"/>
                  </a:lnTo>
                  <a:lnTo>
                    <a:pt x="1169969" y="691487"/>
                  </a:lnTo>
                  <a:lnTo>
                    <a:pt x="1179728" y="688275"/>
                  </a:lnTo>
                  <a:lnTo>
                    <a:pt x="1189472" y="652523"/>
                  </a:lnTo>
                  <a:lnTo>
                    <a:pt x="1199231" y="672445"/>
                  </a:lnTo>
                  <a:lnTo>
                    <a:pt x="1208975" y="710150"/>
                  </a:lnTo>
                  <a:lnTo>
                    <a:pt x="1218719" y="710993"/>
                  </a:lnTo>
                  <a:lnTo>
                    <a:pt x="1228478" y="682664"/>
                  </a:lnTo>
                  <a:lnTo>
                    <a:pt x="1238222" y="693483"/>
                  </a:lnTo>
                  <a:lnTo>
                    <a:pt x="1247966" y="699366"/>
                  </a:lnTo>
                  <a:lnTo>
                    <a:pt x="1257725" y="716100"/>
                  </a:lnTo>
                  <a:lnTo>
                    <a:pt x="1267469" y="723284"/>
                  </a:lnTo>
                  <a:lnTo>
                    <a:pt x="1277227" y="755709"/>
                  </a:lnTo>
                  <a:lnTo>
                    <a:pt x="1286971" y="772743"/>
                  </a:lnTo>
                  <a:lnTo>
                    <a:pt x="1296715" y="793365"/>
                  </a:lnTo>
                  <a:lnTo>
                    <a:pt x="1306474" y="769857"/>
                  </a:lnTo>
                  <a:lnTo>
                    <a:pt x="1316218" y="766417"/>
                  </a:lnTo>
                  <a:lnTo>
                    <a:pt x="1325977" y="795948"/>
                  </a:lnTo>
                  <a:lnTo>
                    <a:pt x="1335721" y="803356"/>
                  </a:lnTo>
                  <a:lnTo>
                    <a:pt x="1345465" y="803568"/>
                  </a:lnTo>
                  <a:lnTo>
                    <a:pt x="1355224" y="799245"/>
                  </a:lnTo>
                  <a:lnTo>
                    <a:pt x="1364967" y="787636"/>
                  </a:lnTo>
                  <a:lnTo>
                    <a:pt x="1374726" y="796343"/>
                  </a:lnTo>
                  <a:lnTo>
                    <a:pt x="1384470" y="776167"/>
                  </a:lnTo>
                  <a:lnTo>
                    <a:pt x="1394214" y="769357"/>
                  </a:lnTo>
                  <a:lnTo>
                    <a:pt x="1403973" y="765949"/>
                  </a:lnTo>
                  <a:lnTo>
                    <a:pt x="1413717" y="769666"/>
                  </a:lnTo>
                  <a:lnTo>
                    <a:pt x="1423476" y="794494"/>
                  </a:lnTo>
                  <a:lnTo>
                    <a:pt x="1433220" y="792407"/>
                  </a:lnTo>
                  <a:lnTo>
                    <a:pt x="1442964" y="798934"/>
                  </a:lnTo>
                  <a:lnTo>
                    <a:pt x="1452722" y="777931"/>
                  </a:lnTo>
                  <a:lnTo>
                    <a:pt x="1462466" y="736780"/>
                  </a:lnTo>
                  <a:lnTo>
                    <a:pt x="1472225" y="702109"/>
                  </a:lnTo>
                  <a:lnTo>
                    <a:pt x="1481969" y="728422"/>
                  </a:lnTo>
                  <a:lnTo>
                    <a:pt x="1491713" y="748479"/>
                  </a:lnTo>
                  <a:lnTo>
                    <a:pt x="1501472" y="758385"/>
                  </a:lnTo>
                  <a:lnTo>
                    <a:pt x="1511216" y="724774"/>
                  </a:lnTo>
                  <a:lnTo>
                    <a:pt x="1520960" y="739861"/>
                  </a:lnTo>
                  <a:lnTo>
                    <a:pt x="1530719" y="762055"/>
                  </a:lnTo>
                  <a:lnTo>
                    <a:pt x="1540463" y="757201"/>
                  </a:lnTo>
                  <a:lnTo>
                    <a:pt x="1550221" y="764213"/>
                  </a:lnTo>
                  <a:lnTo>
                    <a:pt x="1559965" y="729308"/>
                  </a:lnTo>
                  <a:lnTo>
                    <a:pt x="1569709" y="697658"/>
                  </a:lnTo>
                  <a:lnTo>
                    <a:pt x="1579468" y="660080"/>
                  </a:lnTo>
                  <a:lnTo>
                    <a:pt x="1589212" y="655959"/>
                  </a:lnTo>
                  <a:lnTo>
                    <a:pt x="1598971" y="632243"/>
                  </a:lnTo>
                  <a:lnTo>
                    <a:pt x="1608715" y="612073"/>
                  </a:lnTo>
                  <a:lnTo>
                    <a:pt x="1618459" y="623028"/>
                  </a:lnTo>
                  <a:lnTo>
                    <a:pt x="1628218" y="622517"/>
                  </a:lnTo>
                  <a:lnTo>
                    <a:pt x="1637962" y="603936"/>
                  </a:lnTo>
                  <a:lnTo>
                    <a:pt x="1647720" y="645105"/>
                  </a:lnTo>
                  <a:lnTo>
                    <a:pt x="1657464" y="649147"/>
                  </a:lnTo>
                  <a:lnTo>
                    <a:pt x="1667208" y="654678"/>
                  </a:lnTo>
                  <a:lnTo>
                    <a:pt x="1676967" y="647876"/>
                  </a:lnTo>
                  <a:lnTo>
                    <a:pt x="1686711" y="605048"/>
                  </a:lnTo>
                  <a:lnTo>
                    <a:pt x="1696470" y="572204"/>
                  </a:lnTo>
                  <a:lnTo>
                    <a:pt x="1706214" y="588264"/>
                  </a:lnTo>
                  <a:lnTo>
                    <a:pt x="1715958" y="610700"/>
                  </a:lnTo>
                  <a:lnTo>
                    <a:pt x="1725716" y="608092"/>
                  </a:lnTo>
                  <a:lnTo>
                    <a:pt x="1735460" y="633146"/>
                  </a:lnTo>
                  <a:lnTo>
                    <a:pt x="1745219" y="665925"/>
                  </a:lnTo>
                  <a:lnTo>
                    <a:pt x="1754963" y="677485"/>
                  </a:lnTo>
                  <a:lnTo>
                    <a:pt x="1764707" y="667817"/>
                  </a:lnTo>
                  <a:lnTo>
                    <a:pt x="1774466" y="666743"/>
                  </a:lnTo>
                  <a:lnTo>
                    <a:pt x="1784210" y="691602"/>
                  </a:lnTo>
                  <a:lnTo>
                    <a:pt x="1793969" y="693296"/>
                  </a:lnTo>
                  <a:lnTo>
                    <a:pt x="1803713" y="747250"/>
                  </a:lnTo>
                  <a:lnTo>
                    <a:pt x="1813457" y="742385"/>
                  </a:lnTo>
                  <a:lnTo>
                    <a:pt x="1823215" y="756466"/>
                  </a:lnTo>
                  <a:lnTo>
                    <a:pt x="1832959" y="749541"/>
                  </a:lnTo>
                  <a:lnTo>
                    <a:pt x="1842703" y="751090"/>
                  </a:lnTo>
                  <a:lnTo>
                    <a:pt x="1852462" y="718645"/>
                  </a:lnTo>
                  <a:lnTo>
                    <a:pt x="1862206" y="739871"/>
                  </a:lnTo>
                  <a:lnTo>
                    <a:pt x="1871965" y="745399"/>
                  </a:lnTo>
                  <a:lnTo>
                    <a:pt x="1881709" y="737953"/>
                  </a:lnTo>
                  <a:lnTo>
                    <a:pt x="1891453" y="719190"/>
                  </a:lnTo>
                  <a:lnTo>
                    <a:pt x="1901212" y="750515"/>
                  </a:lnTo>
                  <a:lnTo>
                    <a:pt x="1910956" y="738318"/>
                  </a:lnTo>
                  <a:lnTo>
                    <a:pt x="1920714" y="726202"/>
                  </a:lnTo>
                  <a:lnTo>
                    <a:pt x="1930458" y="729314"/>
                  </a:lnTo>
                  <a:lnTo>
                    <a:pt x="1940202" y="722435"/>
                  </a:lnTo>
                  <a:lnTo>
                    <a:pt x="1949961" y="723705"/>
                  </a:lnTo>
                  <a:lnTo>
                    <a:pt x="1959705" y="757889"/>
                  </a:lnTo>
                  <a:lnTo>
                    <a:pt x="1969464" y="757725"/>
                  </a:lnTo>
                  <a:lnTo>
                    <a:pt x="1979208" y="732647"/>
                  </a:lnTo>
                  <a:lnTo>
                    <a:pt x="1988952" y="738014"/>
                  </a:lnTo>
                  <a:lnTo>
                    <a:pt x="1998711" y="737309"/>
                  </a:lnTo>
                  <a:lnTo>
                    <a:pt x="2008454" y="727066"/>
                  </a:lnTo>
                  <a:lnTo>
                    <a:pt x="2018213" y="769723"/>
                  </a:lnTo>
                  <a:lnTo>
                    <a:pt x="2027957" y="774056"/>
                  </a:lnTo>
                  <a:lnTo>
                    <a:pt x="2037701" y="792319"/>
                  </a:lnTo>
                  <a:lnTo>
                    <a:pt x="2047460" y="784522"/>
                  </a:lnTo>
                  <a:lnTo>
                    <a:pt x="2057204" y="749589"/>
                  </a:lnTo>
                  <a:lnTo>
                    <a:pt x="2066963" y="755624"/>
                  </a:lnTo>
                  <a:lnTo>
                    <a:pt x="2076707" y="758486"/>
                  </a:lnTo>
                  <a:lnTo>
                    <a:pt x="2086451" y="753777"/>
                  </a:lnTo>
                  <a:lnTo>
                    <a:pt x="2096210" y="737891"/>
                  </a:lnTo>
                  <a:lnTo>
                    <a:pt x="2105954" y="718322"/>
                  </a:lnTo>
                  <a:lnTo>
                    <a:pt x="2115697" y="744171"/>
                  </a:lnTo>
                  <a:lnTo>
                    <a:pt x="2125456" y="723304"/>
                  </a:lnTo>
                  <a:lnTo>
                    <a:pt x="2135200" y="742696"/>
                  </a:lnTo>
                  <a:lnTo>
                    <a:pt x="2144959" y="710375"/>
                  </a:lnTo>
                  <a:lnTo>
                    <a:pt x="2154703" y="709059"/>
                  </a:lnTo>
                  <a:lnTo>
                    <a:pt x="2164447" y="705240"/>
                  </a:lnTo>
                  <a:lnTo>
                    <a:pt x="2174206" y="695119"/>
                  </a:lnTo>
                  <a:lnTo>
                    <a:pt x="2183950" y="699235"/>
                  </a:lnTo>
                  <a:lnTo>
                    <a:pt x="2193709" y="683819"/>
                  </a:lnTo>
                  <a:lnTo>
                    <a:pt x="2203452" y="680210"/>
                  </a:lnTo>
                  <a:lnTo>
                    <a:pt x="2213196" y="676007"/>
                  </a:lnTo>
                  <a:lnTo>
                    <a:pt x="2222955" y="658623"/>
                  </a:lnTo>
                  <a:lnTo>
                    <a:pt x="2232699" y="643387"/>
                  </a:lnTo>
                  <a:lnTo>
                    <a:pt x="2242458" y="649251"/>
                  </a:lnTo>
                  <a:lnTo>
                    <a:pt x="2252202" y="643858"/>
                  </a:lnTo>
                  <a:lnTo>
                    <a:pt x="2261946" y="666975"/>
                  </a:lnTo>
                  <a:lnTo>
                    <a:pt x="2271705" y="611423"/>
                  </a:lnTo>
                  <a:lnTo>
                    <a:pt x="2281449" y="584959"/>
                  </a:lnTo>
                  <a:lnTo>
                    <a:pt x="2291208" y="554886"/>
                  </a:lnTo>
                  <a:lnTo>
                    <a:pt x="2300951" y="536812"/>
                  </a:lnTo>
                  <a:lnTo>
                    <a:pt x="2310695" y="545198"/>
                  </a:lnTo>
                  <a:lnTo>
                    <a:pt x="2320454" y="537484"/>
                  </a:lnTo>
                  <a:lnTo>
                    <a:pt x="2330198" y="522886"/>
                  </a:lnTo>
                  <a:lnTo>
                    <a:pt x="2339957" y="511069"/>
                  </a:lnTo>
                  <a:lnTo>
                    <a:pt x="2349701" y="532181"/>
                  </a:lnTo>
                  <a:lnTo>
                    <a:pt x="2359445" y="543572"/>
                  </a:lnTo>
                  <a:lnTo>
                    <a:pt x="2369204" y="533302"/>
                  </a:lnTo>
                  <a:lnTo>
                    <a:pt x="2378948" y="554947"/>
                  </a:lnTo>
                  <a:lnTo>
                    <a:pt x="2388692" y="537622"/>
                  </a:lnTo>
                  <a:lnTo>
                    <a:pt x="2398450" y="530235"/>
                  </a:lnTo>
                  <a:lnTo>
                    <a:pt x="2408194" y="516795"/>
                  </a:lnTo>
                  <a:lnTo>
                    <a:pt x="2417953" y="505771"/>
                  </a:lnTo>
                  <a:lnTo>
                    <a:pt x="2427697" y="503746"/>
                  </a:lnTo>
                  <a:lnTo>
                    <a:pt x="2437441" y="475452"/>
                  </a:lnTo>
                  <a:lnTo>
                    <a:pt x="2447200" y="466018"/>
                  </a:lnTo>
                  <a:lnTo>
                    <a:pt x="2456944" y="476741"/>
                  </a:lnTo>
                  <a:lnTo>
                    <a:pt x="2466703" y="520533"/>
                  </a:lnTo>
                  <a:lnTo>
                    <a:pt x="2476446" y="540951"/>
                  </a:lnTo>
                  <a:lnTo>
                    <a:pt x="2486190" y="546432"/>
                  </a:lnTo>
                  <a:lnTo>
                    <a:pt x="2495949" y="566662"/>
                  </a:lnTo>
                  <a:lnTo>
                    <a:pt x="2505693" y="563296"/>
                  </a:lnTo>
                  <a:lnTo>
                    <a:pt x="2515452" y="546620"/>
                  </a:lnTo>
                  <a:lnTo>
                    <a:pt x="2525196" y="546080"/>
                  </a:lnTo>
                  <a:lnTo>
                    <a:pt x="2534940" y="562459"/>
                  </a:lnTo>
                  <a:lnTo>
                    <a:pt x="2544699" y="561744"/>
                  </a:lnTo>
                  <a:lnTo>
                    <a:pt x="2554443" y="563049"/>
                  </a:lnTo>
                  <a:lnTo>
                    <a:pt x="2564202" y="574146"/>
                  </a:lnTo>
                  <a:lnTo>
                    <a:pt x="2573946" y="612917"/>
                  </a:lnTo>
                  <a:lnTo>
                    <a:pt x="2583690" y="583560"/>
                  </a:lnTo>
                  <a:lnTo>
                    <a:pt x="2593448" y="574551"/>
                  </a:lnTo>
                  <a:lnTo>
                    <a:pt x="2603192" y="597624"/>
                  </a:lnTo>
                  <a:lnTo>
                    <a:pt x="2612951" y="570834"/>
                  </a:lnTo>
                  <a:lnTo>
                    <a:pt x="2622695" y="609818"/>
                  </a:lnTo>
                  <a:lnTo>
                    <a:pt x="2632439" y="574444"/>
                  </a:lnTo>
                  <a:lnTo>
                    <a:pt x="2642198" y="550047"/>
                  </a:lnTo>
                  <a:lnTo>
                    <a:pt x="2651942" y="547372"/>
                  </a:lnTo>
                  <a:lnTo>
                    <a:pt x="2661685" y="540759"/>
                  </a:lnTo>
                  <a:lnTo>
                    <a:pt x="2671444" y="563962"/>
                  </a:lnTo>
                  <a:lnTo>
                    <a:pt x="2681188" y="567082"/>
                  </a:lnTo>
                  <a:lnTo>
                    <a:pt x="2690947" y="571082"/>
                  </a:lnTo>
                  <a:lnTo>
                    <a:pt x="2700691" y="562063"/>
                  </a:lnTo>
                  <a:lnTo>
                    <a:pt x="2710435" y="574083"/>
                  </a:lnTo>
                  <a:lnTo>
                    <a:pt x="2720194" y="578337"/>
                  </a:lnTo>
                  <a:lnTo>
                    <a:pt x="2729938" y="596664"/>
                  </a:lnTo>
                  <a:lnTo>
                    <a:pt x="2739697" y="602933"/>
                  </a:lnTo>
                  <a:lnTo>
                    <a:pt x="2749441" y="588784"/>
                  </a:lnTo>
                  <a:lnTo>
                    <a:pt x="2759185" y="599070"/>
                  </a:lnTo>
                  <a:lnTo>
                    <a:pt x="2768943" y="612621"/>
                  </a:lnTo>
                  <a:lnTo>
                    <a:pt x="2778687" y="625659"/>
                  </a:lnTo>
                  <a:lnTo>
                    <a:pt x="2788446" y="580157"/>
                  </a:lnTo>
                  <a:lnTo>
                    <a:pt x="2798190" y="569476"/>
                  </a:lnTo>
                  <a:lnTo>
                    <a:pt x="2807934" y="552888"/>
                  </a:lnTo>
                  <a:lnTo>
                    <a:pt x="2817693" y="531116"/>
                  </a:lnTo>
                  <a:lnTo>
                    <a:pt x="2827437" y="532289"/>
                  </a:lnTo>
                  <a:lnTo>
                    <a:pt x="2837196" y="555430"/>
                  </a:lnTo>
                  <a:lnTo>
                    <a:pt x="2846940" y="562994"/>
                  </a:lnTo>
                  <a:lnTo>
                    <a:pt x="2856684" y="576248"/>
                  </a:lnTo>
                  <a:lnTo>
                    <a:pt x="2866442" y="582650"/>
                  </a:lnTo>
                  <a:lnTo>
                    <a:pt x="2876186" y="558861"/>
                  </a:lnTo>
                  <a:lnTo>
                    <a:pt x="2885945" y="527205"/>
                  </a:lnTo>
                  <a:lnTo>
                    <a:pt x="2895689" y="533606"/>
                  </a:lnTo>
                  <a:lnTo>
                    <a:pt x="2905433" y="518267"/>
                  </a:lnTo>
                  <a:lnTo>
                    <a:pt x="2915192" y="50873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1" name="Freeform 1080">
              <a:extLst>
                <a:ext uri="{FF2B5EF4-FFF2-40B4-BE49-F238E27FC236}">
                  <a16:creationId xmlns:a16="http://schemas.microsoft.com/office/drawing/2014/main" id="{C6550F18-53F1-496C-45E6-994E6FD4E100}"/>
                </a:ext>
              </a:extLst>
            </p:cNvPr>
            <p:cNvSpPr/>
            <p:nvPr/>
          </p:nvSpPr>
          <p:spPr>
            <a:xfrm>
              <a:off x="4426652" y="3181209"/>
              <a:ext cx="2915191" cy="474702"/>
            </a:xfrm>
            <a:custGeom>
              <a:avLst/>
              <a:gdLst>
                <a:gd name="connsiteX0" fmla="*/ 0 w 2915191"/>
                <a:gd name="connsiteY0" fmla="*/ 274612 h 474702"/>
                <a:gd name="connsiteX1" fmla="*/ 9750 w 2915191"/>
                <a:gd name="connsiteY1" fmla="*/ 279758 h 474702"/>
                <a:gd name="connsiteX2" fmla="*/ 19500 w 2915191"/>
                <a:gd name="connsiteY2" fmla="*/ 301436 h 474702"/>
                <a:gd name="connsiteX3" fmla="*/ 29250 w 2915191"/>
                <a:gd name="connsiteY3" fmla="*/ 314382 h 474702"/>
                <a:gd name="connsiteX4" fmla="*/ 39000 w 2915191"/>
                <a:gd name="connsiteY4" fmla="*/ 293358 h 474702"/>
                <a:gd name="connsiteX5" fmla="*/ 48749 w 2915191"/>
                <a:gd name="connsiteY5" fmla="*/ 295371 h 474702"/>
                <a:gd name="connsiteX6" fmla="*/ 58499 w 2915191"/>
                <a:gd name="connsiteY6" fmla="*/ 287538 h 474702"/>
                <a:gd name="connsiteX7" fmla="*/ 68249 w 2915191"/>
                <a:gd name="connsiteY7" fmla="*/ 238227 h 474702"/>
                <a:gd name="connsiteX8" fmla="*/ 77998 w 2915191"/>
                <a:gd name="connsiteY8" fmla="*/ 236667 h 474702"/>
                <a:gd name="connsiteX9" fmla="*/ 87748 w 2915191"/>
                <a:gd name="connsiteY9" fmla="*/ 220533 h 474702"/>
                <a:gd name="connsiteX10" fmla="*/ 97497 w 2915191"/>
                <a:gd name="connsiteY10" fmla="*/ 220040 h 474702"/>
                <a:gd name="connsiteX11" fmla="*/ 107247 w 2915191"/>
                <a:gd name="connsiteY11" fmla="*/ 184391 h 474702"/>
                <a:gd name="connsiteX12" fmla="*/ 116997 w 2915191"/>
                <a:gd name="connsiteY12" fmla="*/ 189904 h 474702"/>
                <a:gd name="connsiteX13" fmla="*/ 126747 w 2915191"/>
                <a:gd name="connsiteY13" fmla="*/ 177715 h 474702"/>
                <a:gd name="connsiteX14" fmla="*/ 136497 w 2915191"/>
                <a:gd name="connsiteY14" fmla="*/ 184357 h 474702"/>
                <a:gd name="connsiteX15" fmla="*/ 146247 w 2915191"/>
                <a:gd name="connsiteY15" fmla="*/ 158997 h 474702"/>
                <a:gd name="connsiteX16" fmla="*/ 155997 w 2915191"/>
                <a:gd name="connsiteY16" fmla="*/ 135611 h 474702"/>
                <a:gd name="connsiteX17" fmla="*/ 165747 w 2915191"/>
                <a:gd name="connsiteY17" fmla="*/ 155639 h 474702"/>
                <a:gd name="connsiteX18" fmla="*/ 175497 w 2915191"/>
                <a:gd name="connsiteY18" fmla="*/ 131145 h 474702"/>
                <a:gd name="connsiteX19" fmla="*/ 185247 w 2915191"/>
                <a:gd name="connsiteY19" fmla="*/ 111620 h 474702"/>
                <a:gd name="connsiteX20" fmla="*/ 194996 w 2915191"/>
                <a:gd name="connsiteY20" fmla="*/ 100856 h 474702"/>
                <a:gd name="connsiteX21" fmla="*/ 204746 w 2915191"/>
                <a:gd name="connsiteY21" fmla="*/ 92231 h 474702"/>
                <a:gd name="connsiteX22" fmla="*/ 214495 w 2915191"/>
                <a:gd name="connsiteY22" fmla="*/ 68546 h 474702"/>
                <a:gd name="connsiteX23" fmla="*/ 224245 w 2915191"/>
                <a:gd name="connsiteY23" fmla="*/ 69484 h 474702"/>
                <a:gd name="connsiteX24" fmla="*/ 233995 w 2915191"/>
                <a:gd name="connsiteY24" fmla="*/ 67914 h 474702"/>
                <a:gd name="connsiteX25" fmla="*/ 243744 w 2915191"/>
                <a:gd name="connsiteY25" fmla="*/ 86720 h 474702"/>
                <a:gd name="connsiteX26" fmla="*/ 253494 w 2915191"/>
                <a:gd name="connsiteY26" fmla="*/ 100947 h 474702"/>
                <a:gd name="connsiteX27" fmla="*/ 263244 w 2915191"/>
                <a:gd name="connsiteY27" fmla="*/ 107301 h 474702"/>
                <a:gd name="connsiteX28" fmla="*/ 272994 w 2915191"/>
                <a:gd name="connsiteY28" fmla="*/ 117914 h 474702"/>
                <a:gd name="connsiteX29" fmla="*/ 282744 w 2915191"/>
                <a:gd name="connsiteY29" fmla="*/ 139185 h 474702"/>
                <a:gd name="connsiteX30" fmla="*/ 292494 w 2915191"/>
                <a:gd name="connsiteY30" fmla="*/ 153832 h 474702"/>
                <a:gd name="connsiteX31" fmla="*/ 302244 w 2915191"/>
                <a:gd name="connsiteY31" fmla="*/ 152303 h 474702"/>
                <a:gd name="connsiteX32" fmla="*/ 311994 w 2915191"/>
                <a:gd name="connsiteY32" fmla="*/ 149662 h 474702"/>
                <a:gd name="connsiteX33" fmla="*/ 321744 w 2915191"/>
                <a:gd name="connsiteY33" fmla="*/ 157975 h 474702"/>
                <a:gd name="connsiteX34" fmla="*/ 331493 w 2915191"/>
                <a:gd name="connsiteY34" fmla="*/ 146040 h 474702"/>
                <a:gd name="connsiteX35" fmla="*/ 341243 w 2915191"/>
                <a:gd name="connsiteY35" fmla="*/ 146150 h 474702"/>
                <a:gd name="connsiteX36" fmla="*/ 350993 w 2915191"/>
                <a:gd name="connsiteY36" fmla="*/ 144006 h 474702"/>
                <a:gd name="connsiteX37" fmla="*/ 360742 w 2915191"/>
                <a:gd name="connsiteY37" fmla="*/ 150837 h 474702"/>
                <a:gd name="connsiteX38" fmla="*/ 370492 w 2915191"/>
                <a:gd name="connsiteY38" fmla="*/ 131710 h 474702"/>
                <a:gd name="connsiteX39" fmla="*/ 380241 w 2915191"/>
                <a:gd name="connsiteY39" fmla="*/ 113621 h 474702"/>
                <a:gd name="connsiteX40" fmla="*/ 389991 w 2915191"/>
                <a:gd name="connsiteY40" fmla="*/ 87692 h 474702"/>
                <a:gd name="connsiteX41" fmla="*/ 399741 w 2915191"/>
                <a:gd name="connsiteY41" fmla="*/ 45035 h 474702"/>
                <a:gd name="connsiteX42" fmla="*/ 409491 w 2915191"/>
                <a:gd name="connsiteY42" fmla="*/ 25239 h 474702"/>
                <a:gd name="connsiteX43" fmla="*/ 419241 w 2915191"/>
                <a:gd name="connsiteY43" fmla="*/ 37750 h 474702"/>
                <a:gd name="connsiteX44" fmla="*/ 428991 w 2915191"/>
                <a:gd name="connsiteY44" fmla="*/ 26644 h 474702"/>
                <a:gd name="connsiteX45" fmla="*/ 438741 w 2915191"/>
                <a:gd name="connsiteY45" fmla="*/ 30731 h 474702"/>
                <a:gd name="connsiteX46" fmla="*/ 448491 w 2915191"/>
                <a:gd name="connsiteY46" fmla="*/ 4756 h 474702"/>
                <a:gd name="connsiteX47" fmla="*/ 458241 w 2915191"/>
                <a:gd name="connsiteY47" fmla="*/ 16845 h 474702"/>
                <a:gd name="connsiteX48" fmla="*/ 467991 w 2915191"/>
                <a:gd name="connsiteY48" fmla="*/ 0 h 474702"/>
                <a:gd name="connsiteX49" fmla="*/ 477740 w 2915191"/>
                <a:gd name="connsiteY49" fmla="*/ 24460 h 474702"/>
                <a:gd name="connsiteX50" fmla="*/ 487490 w 2915191"/>
                <a:gd name="connsiteY50" fmla="*/ 19896 h 474702"/>
                <a:gd name="connsiteX51" fmla="*/ 497239 w 2915191"/>
                <a:gd name="connsiteY51" fmla="*/ 27095 h 474702"/>
                <a:gd name="connsiteX52" fmla="*/ 506989 w 2915191"/>
                <a:gd name="connsiteY52" fmla="*/ 83095 h 474702"/>
                <a:gd name="connsiteX53" fmla="*/ 516738 w 2915191"/>
                <a:gd name="connsiteY53" fmla="*/ 118830 h 474702"/>
                <a:gd name="connsiteX54" fmla="*/ 526488 w 2915191"/>
                <a:gd name="connsiteY54" fmla="*/ 102839 h 474702"/>
                <a:gd name="connsiteX55" fmla="*/ 536238 w 2915191"/>
                <a:gd name="connsiteY55" fmla="*/ 102004 h 474702"/>
                <a:gd name="connsiteX56" fmla="*/ 545988 w 2915191"/>
                <a:gd name="connsiteY56" fmla="*/ 81654 h 474702"/>
                <a:gd name="connsiteX57" fmla="*/ 555738 w 2915191"/>
                <a:gd name="connsiteY57" fmla="*/ 73948 h 474702"/>
                <a:gd name="connsiteX58" fmla="*/ 565488 w 2915191"/>
                <a:gd name="connsiteY58" fmla="*/ 74681 h 474702"/>
                <a:gd name="connsiteX59" fmla="*/ 575238 w 2915191"/>
                <a:gd name="connsiteY59" fmla="*/ 119923 h 474702"/>
                <a:gd name="connsiteX60" fmla="*/ 584988 w 2915191"/>
                <a:gd name="connsiteY60" fmla="*/ 121091 h 474702"/>
                <a:gd name="connsiteX61" fmla="*/ 594738 w 2915191"/>
                <a:gd name="connsiteY61" fmla="*/ 116214 h 474702"/>
                <a:gd name="connsiteX62" fmla="*/ 604488 w 2915191"/>
                <a:gd name="connsiteY62" fmla="*/ 113438 h 474702"/>
                <a:gd name="connsiteX63" fmla="*/ 614237 w 2915191"/>
                <a:gd name="connsiteY63" fmla="*/ 91359 h 474702"/>
                <a:gd name="connsiteX64" fmla="*/ 623987 w 2915191"/>
                <a:gd name="connsiteY64" fmla="*/ 68085 h 474702"/>
                <a:gd name="connsiteX65" fmla="*/ 633736 w 2915191"/>
                <a:gd name="connsiteY65" fmla="*/ 59356 h 474702"/>
                <a:gd name="connsiteX66" fmla="*/ 643486 w 2915191"/>
                <a:gd name="connsiteY66" fmla="*/ 82172 h 474702"/>
                <a:gd name="connsiteX67" fmla="*/ 653236 w 2915191"/>
                <a:gd name="connsiteY67" fmla="*/ 85690 h 474702"/>
                <a:gd name="connsiteX68" fmla="*/ 662985 w 2915191"/>
                <a:gd name="connsiteY68" fmla="*/ 69030 h 474702"/>
                <a:gd name="connsiteX69" fmla="*/ 672735 w 2915191"/>
                <a:gd name="connsiteY69" fmla="*/ 101416 h 474702"/>
                <a:gd name="connsiteX70" fmla="*/ 682485 w 2915191"/>
                <a:gd name="connsiteY70" fmla="*/ 116272 h 474702"/>
                <a:gd name="connsiteX71" fmla="*/ 692235 w 2915191"/>
                <a:gd name="connsiteY71" fmla="*/ 92755 h 474702"/>
                <a:gd name="connsiteX72" fmla="*/ 701985 w 2915191"/>
                <a:gd name="connsiteY72" fmla="*/ 108533 h 474702"/>
                <a:gd name="connsiteX73" fmla="*/ 711735 w 2915191"/>
                <a:gd name="connsiteY73" fmla="*/ 87122 h 474702"/>
                <a:gd name="connsiteX74" fmla="*/ 721485 w 2915191"/>
                <a:gd name="connsiteY74" fmla="*/ 121847 h 474702"/>
                <a:gd name="connsiteX75" fmla="*/ 731235 w 2915191"/>
                <a:gd name="connsiteY75" fmla="*/ 107939 h 474702"/>
                <a:gd name="connsiteX76" fmla="*/ 740985 w 2915191"/>
                <a:gd name="connsiteY76" fmla="*/ 118821 h 474702"/>
                <a:gd name="connsiteX77" fmla="*/ 750734 w 2915191"/>
                <a:gd name="connsiteY77" fmla="*/ 135046 h 474702"/>
                <a:gd name="connsiteX78" fmla="*/ 760484 w 2915191"/>
                <a:gd name="connsiteY78" fmla="*/ 109883 h 474702"/>
                <a:gd name="connsiteX79" fmla="*/ 770233 w 2915191"/>
                <a:gd name="connsiteY79" fmla="*/ 111650 h 474702"/>
                <a:gd name="connsiteX80" fmla="*/ 779983 w 2915191"/>
                <a:gd name="connsiteY80" fmla="*/ 117192 h 474702"/>
                <a:gd name="connsiteX81" fmla="*/ 789733 w 2915191"/>
                <a:gd name="connsiteY81" fmla="*/ 173934 h 474702"/>
                <a:gd name="connsiteX82" fmla="*/ 799482 w 2915191"/>
                <a:gd name="connsiteY82" fmla="*/ 181029 h 474702"/>
                <a:gd name="connsiteX83" fmla="*/ 809232 w 2915191"/>
                <a:gd name="connsiteY83" fmla="*/ 184080 h 474702"/>
                <a:gd name="connsiteX84" fmla="*/ 818982 w 2915191"/>
                <a:gd name="connsiteY84" fmla="*/ 176893 h 474702"/>
                <a:gd name="connsiteX85" fmla="*/ 828732 w 2915191"/>
                <a:gd name="connsiteY85" fmla="*/ 172819 h 474702"/>
                <a:gd name="connsiteX86" fmla="*/ 838482 w 2915191"/>
                <a:gd name="connsiteY86" fmla="*/ 133522 h 474702"/>
                <a:gd name="connsiteX87" fmla="*/ 848232 w 2915191"/>
                <a:gd name="connsiteY87" fmla="*/ 146673 h 474702"/>
                <a:gd name="connsiteX88" fmla="*/ 857982 w 2915191"/>
                <a:gd name="connsiteY88" fmla="*/ 90330 h 474702"/>
                <a:gd name="connsiteX89" fmla="*/ 867732 w 2915191"/>
                <a:gd name="connsiteY89" fmla="*/ 96724 h 474702"/>
                <a:gd name="connsiteX90" fmla="*/ 877482 w 2915191"/>
                <a:gd name="connsiteY90" fmla="*/ 116953 h 474702"/>
                <a:gd name="connsiteX91" fmla="*/ 887231 w 2915191"/>
                <a:gd name="connsiteY91" fmla="*/ 82356 h 474702"/>
                <a:gd name="connsiteX92" fmla="*/ 896981 w 2915191"/>
                <a:gd name="connsiteY92" fmla="*/ 87862 h 474702"/>
                <a:gd name="connsiteX93" fmla="*/ 906730 w 2915191"/>
                <a:gd name="connsiteY93" fmla="*/ 121954 h 474702"/>
                <a:gd name="connsiteX94" fmla="*/ 916480 w 2915191"/>
                <a:gd name="connsiteY94" fmla="*/ 118057 h 474702"/>
                <a:gd name="connsiteX95" fmla="*/ 926230 w 2915191"/>
                <a:gd name="connsiteY95" fmla="*/ 110232 h 474702"/>
                <a:gd name="connsiteX96" fmla="*/ 935979 w 2915191"/>
                <a:gd name="connsiteY96" fmla="*/ 124502 h 474702"/>
                <a:gd name="connsiteX97" fmla="*/ 945729 w 2915191"/>
                <a:gd name="connsiteY97" fmla="*/ 113266 h 474702"/>
                <a:gd name="connsiteX98" fmla="*/ 955479 w 2915191"/>
                <a:gd name="connsiteY98" fmla="*/ 81882 h 474702"/>
                <a:gd name="connsiteX99" fmla="*/ 965229 w 2915191"/>
                <a:gd name="connsiteY99" fmla="*/ 99758 h 474702"/>
                <a:gd name="connsiteX100" fmla="*/ 974979 w 2915191"/>
                <a:gd name="connsiteY100" fmla="*/ 126842 h 474702"/>
                <a:gd name="connsiteX101" fmla="*/ 984729 w 2915191"/>
                <a:gd name="connsiteY101" fmla="*/ 128675 h 474702"/>
                <a:gd name="connsiteX102" fmla="*/ 994474 w 2915191"/>
                <a:gd name="connsiteY102" fmla="*/ 103096 h 474702"/>
                <a:gd name="connsiteX103" fmla="*/ 1004233 w 2915191"/>
                <a:gd name="connsiteY103" fmla="*/ 101225 h 474702"/>
                <a:gd name="connsiteX104" fmla="*/ 1013977 w 2915191"/>
                <a:gd name="connsiteY104" fmla="*/ 96553 h 474702"/>
                <a:gd name="connsiteX105" fmla="*/ 1023721 w 2915191"/>
                <a:gd name="connsiteY105" fmla="*/ 87088 h 474702"/>
                <a:gd name="connsiteX106" fmla="*/ 1033480 w 2915191"/>
                <a:gd name="connsiteY106" fmla="*/ 107954 h 474702"/>
                <a:gd name="connsiteX107" fmla="*/ 1043224 w 2915191"/>
                <a:gd name="connsiteY107" fmla="*/ 139849 h 474702"/>
                <a:gd name="connsiteX108" fmla="*/ 1052983 w 2915191"/>
                <a:gd name="connsiteY108" fmla="*/ 111026 h 474702"/>
                <a:gd name="connsiteX109" fmla="*/ 1062727 w 2915191"/>
                <a:gd name="connsiteY109" fmla="*/ 92468 h 474702"/>
                <a:gd name="connsiteX110" fmla="*/ 1072471 w 2915191"/>
                <a:gd name="connsiteY110" fmla="*/ 102678 h 474702"/>
                <a:gd name="connsiteX111" fmla="*/ 1082230 w 2915191"/>
                <a:gd name="connsiteY111" fmla="*/ 96341 h 474702"/>
                <a:gd name="connsiteX112" fmla="*/ 1091973 w 2915191"/>
                <a:gd name="connsiteY112" fmla="*/ 90708 h 474702"/>
                <a:gd name="connsiteX113" fmla="*/ 1101732 w 2915191"/>
                <a:gd name="connsiteY113" fmla="*/ 98502 h 474702"/>
                <a:gd name="connsiteX114" fmla="*/ 1111476 w 2915191"/>
                <a:gd name="connsiteY114" fmla="*/ 64896 h 474702"/>
                <a:gd name="connsiteX115" fmla="*/ 1121220 w 2915191"/>
                <a:gd name="connsiteY115" fmla="*/ 78805 h 474702"/>
                <a:gd name="connsiteX116" fmla="*/ 1130979 w 2915191"/>
                <a:gd name="connsiteY116" fmla="*/ 73330 h 474702"/>
                <a:gd name="connsiteX117" fmla="*/ 1140723 w 2915191"/>
                <a:gd name="connsiteY117" fmla="*/ 66162 h 474702"/>
                <a:gd name="connsiteX118" fmla="*/ 1150482 w 2915191"/>
                <a:gd name="connsiteY118" fmla="*/ 48648 h 474702"/>
                <a:gd name="connsiteX119" fmla="*/ 1160226 w 2915191"/>
                <a:gd name="connsiteY119" fmla="*/ 65475 h 474702"/>
                <a:gd name="connsiteX120" fmla="*/ 1169969 w 2915191"/>
                <a:gd name="connsiteY120" fmla="*/ 71216 h 474702"/>
                <a:gd name="connsiteX121" fmla="*/ 1179728 w 2915191"/>
                <a:gd name="connsiteY121" fmla="*/ 84945 h 474702"/>
                <a:gd name="connsiteX122" fmla="*/ 1189472 w 2915191"/>
                <a:gd name="connsiteY122" fmla="*/ 106203 h 474702"/>
                <a:gd name="connsiteX123" fmla="*/ 1199231 w 2915191"/>
                <a:gd name="connsiteY123" fmla="*/ 98225 h 474702"/>
                <a:gd name="connsiteX124" fmla="*/ 1208975 w 2915191"/>
                <a:gd name="connsiteY124" fmla="*/ 103581 h 474702"/>
                <a:gd name="connsiteX125" fmla="*/ 1218719 w 2915191"/>
                <a:gd name="connsiteY125" fmla="*/ 109387 h 474702"/>
                <a:gd name="connsiteX126" fmla="*/ 1228478 w 2915191"/>
                <a:gd name="connsiteY126" fmla="*/ 67840 h 474702"/>
                <a:gd name="connsiteX127" fmla="*/ 1238222 w 2915191"/>
                <a:gd name="connsiteY127" fmla="*/ 49158 h 474702"/>
                <a:gd name="connsiteX128" fmla="*/ 1247966 w 2915191"/>
                <a:gd name="connsiteY128" fmla="*/ 40714 h 474702"/>
                <a:gd name="connsiteX129" fmla="*/ 1257725 w 2915191"/>
                <a:gd name="connsiteY129" fmla="*/ 18829 h 474702"/>
                <a:gd name="connsiteX130" fmla="*/ 1267469 w 2915191"/>
                <a:gd name="connsiteY130" fmla="*/ 40913 h 474702"/>
                <a:gd name="connsiteX131" fmla="*/ 1277227 w 2915191"/>
                <a:gd name="connsiteY131" fmla="*/ 62457 h 474702"/>
                <a:gd name="connsiteX132" fmla="*/ 1286971 w 2915191"/>
                <a:gd name="connsiteY132" fmla="*/ 79689 h 474702"/>
                <a:gd name="connsiteX133" fmla="*/ 1296715 w 2915191"/>
                <a:gd name="connsiteY133" fmla="*/ 120703 h 474702"/>
                <a:gd name="connsiteX134" fmla="*/ 1306474 w 2915191"/>
                <a:gd name="connsiteY134" fmla="*/ 98838 h 474702"/>
                <a:gd name="connsiteX135" fmla="*/ 1316218 w 2915191"/>
                <a:gd name="connsiteY135" fmla="*/ 86994 h 474702"/>
                <a:gd name="connsiteX136" fmla="*/ 1325977 w 2915191"/>
                <a:gd name="connsiteY136" fmla="*/ 104634 h 474702"/>
                <a:gd name="connsiteX137" fmla="*/ 1335721 w 2915191"/>
                <a:gd name="connsiteY137" fmla="*/ 137935 h 474702"/>
                <a:gd name="connsiteX138" fmla="*/ 1345465 w 2915191"/>
                <a:gd name="connsiteY138" fmla="*/ 141296 h 474702"/>
                <a:gd name="connsiteX139" fmla="*/ 1355224 w 2915191"/>
                <a:gd name="connsiteY139" fmla="*/ 134173 h 474702"/>
                <a:gd name="connsiteX140" fmla="*/ 1364967 w 2915191"/>
                <a:gd name="connsiteY140" fmla="*/ 132961 h 474702"/>
                <a:gd name="connsiteX141" fmla="*/ 1374726 w 2915191"/>
                <a:gd name="connsiteY141" fmla="*/ 147782 h 474702"/>
                <a:gd name="connsiteX142" fmla="*/ 1384470 w 2915191"/>
                <a:gd name="connsiteY142" fmla="*/ 153352 h 474702"/>
                <a:gd name="connsiteX143" fmla="*/ 1394214 w 2915191"/>
                <a:gd name="connsiteY143" fmla="*/ 172036 h 474702"/>
                <a:gd name="connsiteX144" fmla="*/ 1403973 w 2915191"/>
                <a:gd name="connsiteY144" fmla="*/ 177392 h 474702"/>
                <a:gd name="connsiteX145" fmla="*/ 1413717 w 2915191"/>
                <a:gd name="connsiteY145" fmla="*/ 178476 h 474702"/>
                <a:gd name="connsiteX146" fmla="*/ 1423476 w 2915191"/>
                <a:gd name="connsiteY146" fmla="*/ 147717 h 474702"/>
                <a:gd name="connsiteX147" fmla="*/ 1433220 w 2915191"/>
                <a:gd name="connsiteY147" fmla="*/ 175888 h 474702"/>
                <a:gd name="connsiteX148" fmla="*/ 1442964 w 2915191"/>
                <a:gd name="connsiteY148" fmla="*/ 167405 h 474702"/>
                <a:gd name="connsiteX149" fmla="*/ 1452722 w 2915191"/>
                <a:gd name="connsiteY149" fmla="*/ 223066 h 474702"/>
                <a:gd name="connsiteX150" fmla="*/ 1462466 w 2915191"/>
                <a:gd name="connsiteY150" fmla="*/ 252837 h 474702"/>
                <a:gd name="connsiteX151" fmla="*/ 1472225 w 2915191"/>
                <a:gd name="connsiteY151" fmla="*/ 267249 h 474702"/>
                <a:gd name="connsiteX152" fmla="*/ 1481969 w 2915191"/>
                <a:gd name="connsiteY152" fmla="*/ 272631 h 474702"/>
                <a:gd name="connsiteX153" fmla="*/ 1491713 w 2915191"/>
                <a:gd name="connsiteY153" fmla="*/ 285235 h 474702"/>
                <a:gd name="connsiteX154" fmla="*/ 1501472 w 2915191"/>
                <a:gd name="connsiteY154" fmla="*/ 272812 h 474702"/>
                <a:gd name="connsiteX155" fmla="*/ 1511216 w 2915191"/>
                <a:gd name="connsiteY155" fmla="*/ 218958 h 474702"/>
                <a:gd name="connsiteX156" fmla="*/ 1520960 w 2915191"/>
                <a:gd name="connsiteY156" fmla="*/ 244911 h 474702"/>
                <a:gd name="connsiteX157" fmla="*/ 1530719 w 2915191"/>
                <a:gd name="connsiteY157" fmla="*/ 216840 h 474702"/>
                <a:gd name="connsiteX158" fmla="*/ 1540463 w 2915191"/>
                <a:gd name="connsiteY158" fmla="*/ 210280 h 474702"/>
                <a:gd name="connsiteX159" fmla="*/ 1550221 w 2915191"/>
                <a:gd name="connsiteY159" fmla="*/ 187265 h 474702"/>
                <a:gd name="connsiteX160" fmla="*/ 1559965 w 2915191"/>
                <a:gd name="connsiteY160" fmla="*/ 171604 h 474702"/>
                <a:gd name="connsiteX161" fmla="*/ 1569709 w 2915191"/>
                <a:gd name="connsiteY161" fmla="*/ 207278 h 474702"/>
                <a:gd name="connsiteX162" fmla="*/ 1579468 w 2915191"/>
                <a:gd name="connsiteY162" fmla="*/ 207074 h 474702"/>
                <a:gd name="connsiteX163" fmla="*/ 1589212 w 2915191"/>
                <a:gd name="connsiteY163" fmla="*/ 226564 h 474702"/>
                <a:gd name="connsiteX164" fmla="*/ 1598971 w 2915191"/>
                <a:gd name="connsiteY164" fmla="*/ 200837 h 474702"/>
                <a:gd name="connsiteX165" fmla="*/ 1608715 w 2915191"/>
                <a:gd name="connsiteY165" fmla="*/ 178616 h 474702"/>
                <a:gd name="connsiteX166" fmla="*/ 1618459 w 2915191"/>
                <a:gd name="connsiteY166" fmla="*/ 187918 h 474702"/>
                <a:gd name="connsiteX167" fmla="*/ 1628218 w 2915191"/>
                <a:gd name="connsiteY167" fmla="*/ 191267 h 474702"/>
                <a:gd name="connsiteX168" fmla="*/ 1637962 w 2915191"/>
                <a:gd name="connsiteY168" fmla="*/ 195160 h 474702"/>
                <a:gd name="connsiteX169" fmla="*/ 1647720 w 2915191"/>
                <a:gd name="connsiteY169" fmla="*/ 205590 h 474702"/>
                <a:gd name="connsiteX170" fmla="*/ 1657464 w 2915191"/>
                <a:gd name="connsiteY170" fmla="*/ 210462 h 474702"/>
                <a:gd name="connsiteX171" fmla="*/ 1667208 w 2915191"/>
                <a:gd name="connsiteY171" fmla="*/ 211424 h 474702"/>
                <a:gd name="connsiteX172" fmla="*/ 1676967 w 2915191"/>
                <a:gd name="connsiteY172" fmla="*/ 194538 h 474702"/>
                <a:gd name="connsiteX173" fmla="*/ 1686711 w 2915191"/>
                <a:gd name="connsiteY173" fmla="*/ 200977 h 474702"/>
                <a:gd name="connsiteX174" fmla="*/ 1696470 w 2915191"/>
                <a:gd name="connsiteY174" fmla="*/ 182530 h 474702"/>
                <a:gd name="connsiteX175" fmla="*/ 1706214 w 2915191"/>
                <a:gd name="connsiteY175" fmla="*/ 192770 h 474702"/>
                <a:gd name="connsiteX176" fmla="*/ 1715958 w 2915191"/>
                <a:gd name="connsiteY176" fmla="*/ 218057 h 474702"/>
                <a:gd name="connsiteX177" fmla="*/ 1725716 w 2915191"/>
                <a:gd name="connsiteY177" fmla="*/ 218686 h 474702"/>
                <a:gd name="connsiteX178" fmla="*/ 1735460 w 2915191"/>
                <a:gd name="connsiteY178" fmla="*/ 199904 h 474702"/>
                <a:gd name="connsiteX179" fmla="*/ 1745219 w 2915191"/>
                <a:gd name="connsiteY179" fmla="*/ 205746 h 474702"/>
                <a:gd name="connsiteX180" fmla="*/ 1754963 w 2915191"/>
                <a:gd name="connsiteY180" fmla="*/ 190472 h 474702"/>
                <a:gd name="connsiteX181" fmla="*/ 1764707 w 2915191"/>
                <a:gd name="connsiteY181" fmla="*/ 169906 h 474702"/>
                <a:gd name="connsiteX182" fmla="*/ 1774466 w 2915191"/>
                <a:gd name="connsiteY182" fmla="*/ 142948 h 474702"/>
                <a:gd name="connsiteX183" fmla="*/ 1784210 w 2915191"/>
                <a:gd name="connsiteY183" fmla="*/ 170444 h 474702"/>
                <a:gd name="connsiteX184" fmla="*/ 1793969 w 2915191"/>
                <a:gd name="connsiteY184" fmla="*/ 174069 h 474702"/>
                <a:gd name="connsiteX185" fmla="*/ 1803713 w 2915191"/>
                <a:gd name="connsiteY185" fmla="*/ 146686 h 474702"/>
                <a:gd name="connsiteX186" fmla="*/ 1813457 w 2915191"/>
                <a:gd name="connsiteY186" fmla="*/ 151016 h 474702"/>
                <a:gd name="connsiteX187" fmla="*/ 1823215 w 2915191"/>
                <a:gd name="connsiteY187" fmla="*/ 133027 h 474702"/>
                <a:gd name="connsiteX188" fmla="*/ 1832959 w 2915191"/>
                <a:gd name="connsiteY188" fmla="*/ 131723 h 474702"/>
                <a:gd name="connsiteX189" fmla="*/ 1842703 w 2915191"/>
                <a:gd name="connsiteY189" fmla="*/ 133219 h 474702"/>
                <a:gd name="connsiteX190" fmla="*/ 1852462 w 2915191"/>
                <a:gd name="connsiteY190" fmla="*/ 121354 h 474702"/>
                <a:gd name="connsiteX191" fmla="*/ 1862206 w 2915191"/>
                <a:gd name="connsiteY191" fmla="*/ 105045 h 474702"/>
                <a:gd name="connsiteX192" fmla="*/ 1871965 w 2915191"/>
                <a:gd name="connsiteY192" fmla="*/ 102909 h 474702"/>
                <a:gd name="connsiteX193" fmla="*/ 1881709 w 2915191"/>
                <a:gd name="connsiteY193" fmla="*/ 147309 h 474702"/>
                <a:gd name="connsiteX194" fmla="*/ 1891453 w 2915191"/>
                <a:gd name="connsiteY194" fmla="*/ 171264 h 474702"/>
                <a:gd name="connsiteX195" fmla="*/ 1901212 w 2915191"/>
                <a:gd name="connsiteY195" fmla="*/ 202200 h 474702"/>
                <a:gd name="connsiteX196" fmla="*/ 1910956 w 2915191"/>
                <a:gd name="connsiteY196" fmla="*/ 186583 h 474702"/>
                <a:gd name="connsiteX197" fmla="*/ 1920714 w 2915191"/>
                <a:gd name="connsiteY197" fmla="*/ 228994 h 474702"/>
                <a:gd name="connsiteX198" fmla="*/ 1930458 w 2915191"/>
                <a:gd name="connsiteY198" fmla="*/ 240844 h 474702"/>
                <a:gd name="connsiteX199" fmla="*/ 1940202 w 2915191"/>
                <a:gd name="connsiteY199" fmla="*/ 253120 h 474702"/>
                <a:gd name="connsiteX200" fmla="*/ 1949961 w 2915191"/>
                <a:gd name="connsiteY200" fmla="*/ 257481 h 474702"/>
                <a:gd name="connsiteX201" fmla="*/ 1959705 w 2915191"/>
                <a:gd name="connsiteY201" fmla="*/ 248780 h 474702"/>
                <a:gd name="connsiteX202" fmla="*/ 1969464 w 2915191"/>
                <a:gd name="connsiteY202" fmla="*/ 299070 h 474702"/>
                <a:gd name="connsiteX203" fmla="*/ 1979208 w 2915191"/>
                <a:gd name="connsiteY203" fmla="*/ 302706 h 474702"/>
                <a:gd name="connsiteX204" fmla="*/ 1988952 w 2915191"/>
                <a:gd name="connsiteY204" fmla="*/ 323546 h 474702"/>
                <a:gd name="connsiteX205" fmla="*/ 1998711 w 2915191"/>
                <a:gd name="connsiteY205" fmla="*/ 301304 h 474702"/>
                <a:gd name="connsiteX206" fmla="*/ 2008454 w 2915191"/>
                <a:gd name="connsiteY206" fmla="*/ 292994 h 474702"/>
                <a:gd name="connsiteX207" fmla="*/ 2018213 w 2915191"/>
                <a:gd name="connsiteY207" fmla="*/ 289709 h 474702"/>
                <a:gd name="connsiteX208" fmla="*/ 2027957 w 2915191"/>
                <a:gd name="connsiteY208" fmla="*/ 290894 h 474702"/>
                <a:gd name="connsiteX209" fmla="*/ 2037701 w 2915191"/>
                <a:gd name="connsiteY209" fmla="*/ 310148 h 474702"/>
                <a:gd name="connsiteX210" fmla="*/ 2047460 w 2915191"/>
                <a:gd name="connsiteY210" fmla="*/ 334807 h 474702"/>
                <a:gd name="connsiteX211" fmla="*/ 2057204 w 2915191"/>
                <a:gd name="connsiteY211" fmla="*/ 368842 h 474702"/>
                <a:gd name="connsiteX212" fmla="*/ 2066963 w 2915191"/>
                <a:gd name="connsiteY212" fmla="*/ 393849 h 474702"/>
                <a:gd name="connsiteX213" fmla="*/ 2076707 w 2915191"/>
                <a:gd name="connsiteY213" fmla="*/ 394056 h 474702"/>
                <a:gd name="connsiteX214" fmla="*/ 2086451 w 2915191"/>
                <a:gd name="connsiteY214" fmla="*/ 401069 h 474702"/>
                <a:gd name="connsiteX215" fmla="*/ 2096210 w 2915191"/>
                <a:gd name="connsiteY215" fmla="*/ 376891 h 474702"/>
                <a:gd name="connsiteX216" fmla="*/ 2105954 w 2915191"/>
                <a:gd name="connsiteY216" fmla="*/ 382776 h 474702"/>
                <a:gd name="connsiteX217" fmla="*/ 2115697 w 2915191"/>
                <a:gd name="connsiteY217" fmla="*/ 405455 h 474702"/>
                <a:gd name="connsiteX218" fmla="*/ 2125456 w 2915191"/>
                <a:gd name="connsiteY218" fmla="*/ 407724 h 474702"/>
                <a:gd name="connsiteX219" fmla="*/ 2135200 w 2915191"/>
                <a:gd name="connsiteY219" fmla="*/ 392126 h 474702"/>
                <a:gd name="connsiteX220" fmla="*/ 2144959 w 2915191"/>
                <a:gd name="connsiteY220" fmla="*/ 428180 h 474702"/>
                <a:gd name="connsiteX221" fmla="*/ 2154703 w 2915191"/>
                <a:gd name="connsiteY221" fmla="*/ 438045 h 474702"/>
                <a:gd name="connsiteX222" fmla="*/ 2164447 w 2915191"/>
                <a:gd name="connsiteY222" fmla="*/ 420382 h 474702"/>
                <a:gd name="connsiteX223" fmla="*/ 2174206 w 2915191"/>
                <a:gd name="connsiteY223" fmla="*/ 409710 h 474702"/>
                <a:gd name="connsiteX224" fmla="*/ 2183950 w 2915191"/>
                <a:gd name="connsiteY224" fmla="*/ 417028 h 474702"/>
                <a:gd name="connsiteX225" fmla="*/ 2193709 w 2915191"/>
                <a:gd name="connsiteY225" fmla="*/ 379481 h 474702"/>
                <a:gd name="connsiteX226" fmla="*/ 2203452 w 2915191"/>
                <a:gd name="connsiteY226" fmla="*/ 388677 h 474702"/>
                <a:gd name="connsiteX227" fmla="*/ 2213196 w 2915191"/>
                <a:gd name="connsiteY227" fmla="*/ 348247 h 474702"/>
                <a:gd name="connsiteX228" fmla="*/ 2222955 w 2915191"/>
                <a:gd name="connsiteY228" fmla="*/ 370654 h 474702"/>
                <a:gd name="connsiteX229" fmla="*/ 2232699 w 2915191"/>
                <a:gd name="connsiteY229" fmla="*/ 369127 h 474702"/>
                <a:gd name="connsiteX230" fmla="*/ 2242458 w 2915191"/>
                <a:gd name="connsiteY230" fmla="*/ 369814 h 474702"/>
                <a:gd name="connsiteX231" fmla="*/ 2252202 w 2915191"/>
                <a:gd name="connsiteY231" fmla="*/ 377403 h 474702"/>
                <a:gd name="connsiteX232" fmla="*/ 2261946 w 2915191"/>
                <a:gd name="connsiteY232" fmla="*/ 374817 h 474702"/>
                <a:gd name="connsiteX233" fmla="*/ 2271705 w 2915191"/>
                <a:gd name="connsiteY233" fmla="*/ 388506 h 474702"/>
                <a:gd name="connsiteX234" fmla="*/ 2281449 w 2915191"/>
                <a:gd name="connsiteY234" fmla="*/ 435529 h 474702"/>
                <a:gd name="connsiteX235" fmla="*/ 2291208 w 2915191"/>
                <a:gd name="connsiteY235" fmla="*/ 410366 h 474702"/>
                <a:gd name="connsiteX236" fmla="*/ 2300951 w 2915191"/>
                <a:gd name="connsiteY236" fmla="*/ 423778 h 474702"/>
                <a:gd name="connsiteX237" fmla="*/ 2310695 w 2915191"/>
                <a:gd name="connsiteY237" fmla="*/ 422973 h 474702"/>
                <a:gd name="connsiteX238" fmla="*/ 2320454 w 2915191"/>
                <a:gd name="connsiteY238" fmla="*/ 442500 h 474702"/>
                <a:gd name="connsiteX239" fmla="*/ 2330198 w 2915191"/>
                <a:gd name="connsiteY239" fmla="*/ 444684 h 474702"/>
                <a:gd name="connsiteX240" fmla="*/ 2339957 w 2915191"/>
                <a:gd name="connsiteY240" fmla="*/ 431983 h 474702"/>
                <a:gd name="connsiteX241" fmla="*/ 2349701 w 2915191"/>
                <a:gd name="connsiteY241" fmla="*/ 445611 h 474702"/>
                <a:gd name="connsiteX242" fmla="*/ 2359445 w 2915191"/>
                <a:gd name="connsiteY242" fmla="*/ 424666 h 474702"/>
                <a:gd name="connsiteX243" fmla="*/ 2369204 w 2915191"/>
                <a:gd name="connsiteY243" fmla="*/ 453781 h 474702"/>
                <a:gd name="connsiteX244" fmla="*/ 2378948 w 2915191"/>
                <a:gd name="connsiteY244" fmla="*/ 431923 h 474702"/>
                <a:gd name="connsiteX245" fmla="*/ 2388692 w 2915191"/>
                <a:gd name="connsiteY245" fmla="*/ 416970 h 474702"/>
                <a:gd name="connsiteX246" fmla="*/ 2398450 w 2915191"/>
                <a:gd name="connsiteY246" fmla="*/ 401030 h 474702"/>
                <a:gd name="connsiteX247" fmla="*/ 2408194 w 2915191"/>
                <a:gd name="connsiteY247" fmla="*/ 396593 h 474702"/>
                <a:gd name="connsiteX248" fmla="*/ 2417953 w 2915191"/>
                <a:gd name="connsiteY248" fmla="*/ 372367 h 474702"/>
                <a:gd name="connsiteX249" fmla="*/ 2427697 w 2915191"/>
                <a:gd name="connsiteY249" fmla="*/ 374023 h 474702"/>
                <a:gd name="connsiteX250" fmla="*/ 2437441 w 2915191"/>
                <a:gd name="connsiteY250" fmla="*/ 354697 h 474702"/>
                <a:gd name="connsiteX251" fmla="*/ 2447200 w 2915191"/>
                <a:gd name="connsiteY251" fmla="*/ 367407 h 474702"/>
                <a:gd name="connsiteX252" fmla="*/ 2456944 w 2915191"/>
                <a:gd name="connsiteY252" fmla="*/ 380349 h 474702"/>
                <a:gd name="connsiteX253" fmla="*/ 2466703 w 2915191"/>
                <a:gd name="connsiteY253" fmla="*/ 388056 h 474702"/>
                <a:gd name="connsiteX254" fmla="*/ 2476446 w 2915191"/>
                <a:gd name="connsiteY254" fmla="*/ 419438 h 474702"/>
                <a:gd name="connsiteX255" fmla="*/ 2486190 w 2915191"/>
                <a:gd name="connsiteY255" fmla="*/ 413749 h 474702"/>
                <a:gd name="connsiteX256" fmla="*/ 2495949 w 2915191"/>
                <a:gd name="connsiteY256" fmla="*/ 468723 h 474702"/>
                <a:gd name="connsiteX257" fmla="*/ 2505693 w 2915191"/>
                <a:gd name="connsiteY257" fmla="*/ 444615 h 474702"/>
                <a:gd name="connsiteX258" fmla="*/ 2515452 w 2915191"/>
                <a:gd name="connsiteY258" fmla="*/ 451254 h 474702"/>
                <a:gd name="connsiteX259" fmla="*/ 2525196 w 2915191"/>
                <a:gd name="connsiteY259" fmla="*/ 426156 h 474702"/>
                <a:gd name="connsiteX260" fmla="*/ 2534940 w 2915191"/>
                <a:gd name="connsiteY260" fmla="*/ 424758 h 474702"/>
                <a:gd name="connsiteX261" fmla="*/ 2544699 w 2915191"/>
                <a:gd name="connsiteY261" fmla="*/ 443716 h 474702"/>
                <a:gd name="connsiteX262" fmla="*/ 2554443 w 2915191"/>
                <a:gd name="connsiteY262" fmla="*/ 469884 h 474702"/>
                <a:gd name="connsiteX263" fmla="*/ 2564202 w 2915191"/>
                <a:gd name="connsiteY263" fmla="*/ 472266 h 474702"/>
                <a:gd name="connsiteX264" fmla="*/ 2573946 w 2915191"/>
                <a:gd name="connsiteY264" fmla="*/ 474702 h 474702"/>
                <a:gd name="connsiteX265" fmla="*/ 2583690 w 2915191"/>
                <a:gd name="connsiteY265" fmla="*/ 451576 h 474702"/>
                <a:gd name="connsiteX266" fmla="*/ 2593448 w 2915191"/>
                <a:gd name="connsiteY266" fmla="*/ 450784 h 474702"/>
                <a:gd name="connsiteX267" fmla="*/ 2603192 w 2915191"/>
                <a:gd name="connsiteY267" fmla="*/ 434016 h 474702"/>
                <a:gd name="connsiteX268" fmla="*/ 2612951 w 2915191"/>
                <a:gd name="connsiteY268" fmla="*/ 440406 h 474702"/>
                <a:gd name="connsiteX269" fmla="*/ 2622695 w 2915191"/>
                <a:gd name="connsiteY269" fmla="*/ 450734 h 474702"/>
                <a:gd name="connsiteX270" fmla="*/ 2632439 w 2915191"/>
                <a:gd name="connsiteY270" fmla="*/ 430978 h 474702"/>
                <a:gd name="connsiteX271" fmla="*/ 2642198 w 2915191"/>
                <a:gd name="connsiteY271" fmla="*/ 433069 h 474702"/>
                <a:gd name="connsiteX272" fmla="*/ 2651942 w 2915191"/>
                <a:gd name="connsiteY272" fmla="*/ 457257 h 474702"/>
                <a:gd name="connsiteX273" fmla="*/ 2661685 w 2915191"/>
                <a:gd name="connsiteY273" fmla="*/ 429758 h 474702"/>
                <a:gd name="connsiteX274" fmla="*/ 2671444 w 2915191"/>
                <a:gd name="connsiteY274" fmla="*/ 413778 h 474702"/>
                <a:gd name="connsiteX275" fmla="*/ 2681188 w 2915191"/>
                <a:gd name="connsiteY275" fmla="*/ 361281 h 474702"/>
                <a:gd name="connsiteX276" fmla="*/ 2690947 w 2915191"/>
                <a:gd name="connsiteY276" fmla="*/ 374237 h 474702"/>
                <a:gd name="connsiteX277" fmla="*/ 2700691 w 2915191"/>
                <a:gd name="connsiteY277" fmla="*/ 385197 h 474702"/>
                <a:gd name="connsiteX278" fmla="*/ 2710435 w 2915191"/>
                <a:gd name="connsiteY278" fmla="*/ 358215 h 474702"/>
                <a:gd name="connsiteX279" fmla="*/ 2720194 w 2915191"/>
                <a:gd name="connsiteY279" fmla="*/ 372223 h 474702"/>
                <a:gd name="connsiteX280" fmla="*/ 2729938 w 2915191"/>
                <a:gd name="connsiteY280" fmla="*/ 342964 h 474702"/>
                <a:gd name="connsiteX281" fmla="*/ 2739697 w 2915191"/>
                <a:gd name="connsiteY281" fmla="*/ 354308 h 474702"/>
                <a:gd name="connsiteX282" fmla="*/ 2749441 w 2915191"/>
                <a:gd name="connsiteY282" fmla="*/ 366615 h 474702"/>
                <a:gd name="connsiteX283" fmla="*/ 2759185 w 2915191"/>
                <a:gd name="connsiteY283" fmla="*/ 360970 h 474702"/>
                <a:gd name="connsiteX284" fmla="*/ 2768943 w 2915191"/>
                <a:gd name="connsiteY284" fmla="*/ 397631 h 474702"/>
                <a:gd name="connsiteX285" fmla="*/ 2778687 w 2915191"/>
                <a:gd name="connsiteY285" fmla="*/ 399019 h 474702"/>
                <a:gd name="connsiteX286" fmla="*/ 2788446 w 2915191"/>
                <a:gd name="connsiteY286" fmla="*/ 367296 h 474702"/>
                <a:gd name="connsiteX287" fmla="*/ 2798190 w 2915191"/>
                <a:gd name="connsiteY287" fmla="*/ 386934 h 474702"/>
                <a:gd name="connsiteX288" fmla="*/ 2807934 w 2915191"/>
                <a:gd name="connsiteY288" fmla="*/ 376578 h 474702"/>
                <a:gd name="connsiteX289" fmla="*/ 2817693 w 2915191"/>
                <a:gd name="connsiteY289" fmla="*/ 397290 h 474702"/>
                <a:gd name="connsiteX290" fmla="*/ 2827437 w 2915191"/>
                <a:gd name="connsiteY290" fmla="*/ 368640 h 474702"/>
                <a:gd name="connsiteX291" fmla="*/ 2837196 w 2915191"/>
                <a:gd name="connsiteY291" fmla="*/ 362445 h 474702"/>
                <a:gd name="connsiteX292" fmla="*/ 2846940 w 2915191"/>
                <a:gd name="connsiteY292" fmla="*/ 329652 h 474702"/>
                <a:gd name="connsiteX293" fmla="*/ 2856684 w 2915191"/>
                <a:gd name="connsiteY293" fmla="*/ 323527 h 474702"/>
                <a:gd name="connsiteX294" fmla="*/ 2866442 w 2915191"/>
                <a:gd name="connsiteY294" fmla="*/ 323865 h 474702"/>
                <a:gd name="connsiteX295" fmla="*/ 2876186 w 2915191"/>
                <a:gd name="connsiteY295" fmla="*/ 361013 h 474702"/>
                <a:gd name="connsiteX296" fmla="*/ 2885945 w 2915191"/>
                <a:gd name="connsiteY296" fmla="*/ 367068 h 474702"/>
                <a:gd name="connsiteX297" fmla="*/ 2895689 w 2915191"/>
                <a:gd name="connsiteY297" fmla="*/ 363932 h 474702"/>
                <a:gd name="connsiteX298" fmla="*/ 2905433 w 2915191"/>
                <a:gd name="connsiteY298" fmla="*/ 328205 h 474702"/>
                <a:gd name="connsiteX299" fmla="*/ 2915192 w 2915191"/>
                <a:gd name="connsiteY299" fmla="*/ 284565 h 474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74702">
                  <a:moveTo>
                    <a:pt x="0" y="274612"/>
                  </a:moveTo>
                  <a:lnTo>
                    <a:pt x="9750" y="279758"/>
                  </a:lnTo>
                  <a:lnTo>
                    <a:pt x="19500" y="301436"/>
                  </a:lnTo>
                  <a:lnTo>
                    <a:pt x="29250" y="314382"/>
                  </a:lnTo>
                  <a:lnTo>
                    <a:pt x="39000" y="293358"/>
                  </a:lnTo>
                  <a:lnTo>
                    <a:pt x="48749" y="295371"/>
                  </a:lnTo>
                  <a:lnTo>
                    <a:pt x="58499" y="287538"/>
                  </a:lnTo>
                  <a:lnTo>
                    <a:pt x="68249" y="238227"/>
                  </a:lnTo>
                  <a:lnTo>
                    <a:pt x="77998" y="236667"/>
                  </a:lnTo>
                  <a:lnTo>
                    <a:pt x="87748" y="220533"/>
                  </a:lnTo>
                  <a:lnTo>
                    <a:pt x="97497" y="220040"/>
                  </a:lnTo>
                  <a:lnTo>
                    <a:pt x="107247" y="184391"/>
                  </a:lnTo>
                  <a:lnTo>
                    <a:pt x="116997" y="189904"/>
                  </a:lnTo>
                  <a:lnTo>
                    <a:pt x="126747" y="177715"/>
                  </a:lnTo>
                  <a:lnTo>
                    <a:pt x="136497" y="184357"/>
                  </a:lnTo>
                  <a:lnTo>
                    <a:pt x="146247" y="158997"/>
                  </a:lnTo>
                  <a:lnTo>
                    <a:pt x="155997" y="135611"/>
                  </a:lnTo>
                  <a:lnTo>
                    <a:pt x="165747" y="155639"/>
                  </a:lnTo>
                  <a:lnTo>
                    <a:pt x="175497" y="131145"/>
                  </a:lnTo>
                  <a:lnTo>
                    <a:pt x="185247" y="111620"/>
                  </a:lnTo>
                  <a:lnTo>
                    <a:pt x="194996" y="100856"/>
                  </a:lnTo>
                  <a:lnTo>
                    <a:pt x="204746" y="92231"/>
                  </a:lnTo>
                  <a:lnTo>
                    <a:pt x="214495" y="68546"/>
                  </a:lnTo>
                  <a:lnTo>
                    <a:pt x="224245" y="69484"/>
                  </a:lnTo>
                  <a:lnTo>
                    <a:pt x="233995" y="67914"/>
                  </a:lnTo>
                  <a:lnTo>
                    <a:pt x="243744" y="86720"/>
                  </a:lnTo>
                  <a:lnTo>
                    <a:pt x="253494" y="100947"/>
                  </a:lnTo>
                  <a:lnTo>
                    <a:pt x="263244" y="107301"/>
                  </a:lnTo>
                  <a:lnTo>
                    <a:pt x="272994" y="117914"/>
                  </a:lnTo>
                  <a:lnTo>
                    <a:pt x="282744" y="139185"/>
                  </a:lnTo>
                  <a:lnTo>
                    <a:pt x="292494" y="153832"/>
                  </a:lnTo>
                  <a:lnTo>
                    <a:pt x="302244" y="152303"/>
                  </a:lnTo>
                  <a:lnTo>
                    <a:pt x="311994" y="149662"/>
                  </a:lnTo>
                  <a:lnTo>
                    <a:pt x="321744" y="157975"/>
                  </a:lnTo>
                  <a:lnTo>
                    <a:pt x="331493" y="146040"/>
                  </a:lnTo>
                  <a:lnTo>
                    <a:pt x="341243" y="146150"/>
                  </a:lnTo>
                  <a:lnTo>
                    <a:pt x="350993" y="144006"/>
                  </a:lnTo>
                  <a:lnTo>
                    <a:pt x="360742" y="150837"/>
                  </a:lnTo>
                  <a:lnTo>
                    <a:pt x="370492" y="131710"/>
                  </a:lnTo>
                  <a:lnTo>
                    <a:pt x="380241" y="113621"/>
                  </a:lnTo>
                  <a:lnTo>
                    <a:pt x="389991" y="87692"/>
                  </a:lnTo>
                  <a:lnTo>
                    <a:pt x="399741" y="45035"/>
                  </a:lnTo>
                  <a:lnTo>
                    <a:pt x="409491" y="25239"/>
                  </a:lnTo>
                  <a:lnTo>
                    <a:pt x="419241" y="37750"/>
                  </a:lnTo>
                  <a:lnTo>
                    <a:pt x="428991" y="26644"/>
                  </a:lnTo>
                  <a:lnTo>
                    <a:pt x="438741" y="30731"/>
                  </a:lnTo>
                  <a:lnTo>
                    <a:pt x="448491" y="4756"/>
                  </a:lnTo>
                  <a:lnTo>
                    <a:pt x="458241" y="16845"/>
                  </a:lnTo>
                  <a:lnTo>
                    <a:pt x="467991" y="0"/>
                  </a:lnTo>
                  <a:lnTo>
                    <a:pt x="477740" y="24460"/>
                  </a:lnTo>
                  <a:lnTo>
                    <a:pt x="487490" y="19896"/>
                  </a:lnTo>
                  <a:lnTo>
                    <a:pt x="497239" y="27095"/>
                  </a:lnTo>
                  <a:lnTo>
                    <a:pt x="506989" y="83095"/>
                  </a:lnTo>
                  <a:lnTo>
                    <a:pt x="516738" y="118830"/>
                  </a:lnTo>
                  <a:lnTo>
                    <a:pt x="526488" y="102839"/>
                  </a:lnTo>
                  <a:lnTo>
                    <a:pt x="536238" y="102004"/>
                  </a:lnTo>
                  <a:lnTo>
                    <a:pt x="545988" y="81654"/>
                  </a:lnTo>
                  <a:lnTo>
                    <a:pt x="555738" y="73948"/>
                  </a:lnTo>
                  <a:lnTo>
                    <a:pt x="565488" y="74681"/>
                  </a:lnTo>
                  <a:lnTo>
                    <a:pt x="575238" y="119923"/>
                  </a:lnTo>
                  <a:lnTo>
                    <a:pt x="584988" y="121091"/>
                  </a:lnTo>
                  <a:lnTo>
                    <a:pt x="594738" y="116214"/>
                  </a:lnTo>
                  <a:lnTo>
                    <a:pt x="604488" y="113438"/>
                  </a:lnTo>
                  <a:lnTo>
                    <a:pt x="614237" y="91359"/>
                  </a:lnTo>
                  <a:lnTo>
                    <a:pt x="623987" y="68085"/>
                  </a:lnTo>
                  <a:lnTo>
                    <a:pt x="633736" y="59356"/>
                  </a:lnTo>
                  <a:lnTo>
                    <a:pt x="643486" y="82172"/>
                  </a:lnTo>
                  <a:lnTo>
                    <a:pt x="653236" y="85690"/>
                  </a:lnTo>
                  <a:lnTo>
                    <a:pt x="662985" y="69030"/>
                  </a:lnTo>
                  <a:lnTo>
                    <a:pt x="672735" y="101416"/>
                  </a:lnTo>
                  <a:lnTo>
                    <a:pt x="682485" y="116272"/>
                  </a:lnTo>
                  <a:lnTo>
                    <a:pt x="692235" y="92755"/>
                  </a:lnTo>
                  <a:lnTo>
                    <a:pt x="701985" y="108533"/>
                  </a:lnTo>
                  <a:lnTo>
                    <a:pt x="711735" y="87122"/>
                  </a:lnTo>
                  <a:lnTo>
                    <a:pt x="721485" y="121847"/>
                  </a:lnTo>
                  <a:lnTo>
                    <a:pt x="731235" y="107939"/>
                  </a:lnTo>
                  <a:lnTo>
                    <a:pt x="740985" y="118821"/>
                  </a:lnTo>
                  <a:lnTo>
                    <a:pt x="750734" y="135046"/>
                  </a:lnTo>
                  <a:lnTo>
                    <a:pt x="760484" y="109883"/>
                  </a:lnTo>
                  <a:lnTo>
                    <a:pt x="770233" y="111650"/>
                  </a:lnTo>
                  <a:lnTo>
                    <a:pt x="779983" y="117192"/>
                  </a:lnTo>
                  <a:lnTo>
                    <a:pt x="789733" y="173934"/>
                  </a:lnTo>
                  <a:lnTo>
                    <a:pt x="799482" y="181029"/>
                  </a:lnTo>
                  <a:lnTo>
                    <a:pt x="809232" y="184080"/>
                  </a:lnTo>
                  <a:lnTo>
                    <a:pt x="818982" y="176893"/>
                  </a:lnTo>
                  <a:lnTo>
                    <a:pt x="828732" y="172819"/>
                  </a:lnTo>
                  <a:lnTo>
                    <a:pt x="838482" y="133522"/>
                  </a:lnTo>
                  <a:lnTo>
                    <a:pt x="848232" y="146673"/>
                  </a:lnTo>
                  <a:lnTo>
                    <a:pt x="857982" y="90330"/>
                  </a:lnTo>
                  <a:lnTo>
                    <a:pt x="867732" y="96724"/>
                  </a:lnTo>
                  <a:lnTo>
                    <a:pt x="877482" y="116953"/>
                  </a:lnTo>
                  <a:lnTo>
                    <a:pt x="887231" y="82356"/>
                  </a:lnTo>
                  <a:lnTo>
                    <a:pt x="896981" y="87862"/>
                  </a:lnTo>
                  <a:lnTo>
                    <a:pt x="906730" y="121954"/>
                  </a:lnTo>
                  <a:lnTo>
                    <a:pt x="916480" y="118057"/>
                  </a:lnTo>
                  <a:lnTo>
                    <a:pt x="926230" y="110232"/>
                  </a:lnTo>
                  <a:lnTo>
                    <a:pt x="935979" y="124502"/>
                  </a:lnTo>
                  <a:lnTo>
                    <a:pt x="945729" y="113266"/>
                  </a:lnTo>
                  <a:lnTo>
                    <a:pt x="955479" y="81882"/>
                  </a:lnTo>
                  <a:lnTo>
                    <a:pt x="965229" y="99758"/>
                  </a:lnTo>
                  <a:lnTo>
                    <a:pt x="974979" y="126842"/>
                  </a:lnTo>
                  <a:lnTo>
                    <a:pt x="984729" y="128675"/>
                  </a:lnTo>
                  <a:lnTo>
                    <a:pt x="994474" y="103096"/>
                  </a:lnTo>
                  <a:lnTo>
                    <a:pt x="1004233" y="101225"/>
                  </a:lnTo>
                  <a:lnTo>
                    <a:pt x="1013977" y="96553"/>
                  </a:lnTo>
                  <a:lnTo>
                    <a:pt x="1023721" y="87088"/>
                  </a:lnTo>
                  <a:lnTo>
                    <a:pt x="1033480" y="107954"/>
                  </a:lnTo>
                  <a:lnTo>
                    <a:pt x="1043224" y="139849"/>
                  </a:lnTo>
                  <a:lnTo>
                    <a:pt x="1052983" y="111026"/>
                  </a:lnTo>
                  <a:lnTo>
                    <a:pt x="1062727" y="92468"/>
                  </a:lnTo>
                  <a:lnTo>
                    <a:pt x="1072471" y="102678"/>
                  </a:lnTo>
                  <a:lnTo>
                    <a:pt x="1082230" y="96341"/>
                  </a:lnTo>
                  <a:lnTo>
                    <a:pt x="1091973" y="90708"/>
                  </a:lnTo>
                  <a:lnTo>
                    <a:pt x="1101732" y="98502"/>
                  </a:lnTo>
                  <a:lnTo>
                    <a:pt x="1111476" y="64896"/>
                  </a:lnTo>
                  <a:lnTo>
                    <a:pt x="1121220" y="78805"/>
                  </a:lnTo>
                  <a:lnTo>
                    <a:pt x="1130979" y="73330"/>
                  </a:lnTo>
                  <a:lnTo>
                    <a:pt x="1140723" y="66162"/>
                  </a:lnTo>
                  <a:lnTo>
                    <a:pt x="1150482" y="48648"/>
                  </a:lnTo>
                  <a:lnTo>
                    <a:pt x="1160226" y="65475"/>
                  </a:lnTo>
                  <a:lnTo>
                    <a:pt x="1169969" y="71216"/>
                  </a:lnTo>
                  <a:lnTo>
                    <a:pt x="1179728" y="84945"/>
                  </a:lnTo>
                  <a:lnTo>
                    <a:pt x="1189472" y="106203"/>
                  </a:lnTo>
                  <a:lnTo>
                    <a:pt x="1199231" y="98225"/>
                  </a:lnTo>
                  <a:lnTo>
                    <a:pt x="1208975" y="103581"/>
                  </a:lnTo>
                  <a:lnTo>
                    <a:pt x="1218719" y="109387"/>
                  </a:lnTo>
                  <a:lnTo>
                    <a:pt x="1228478" y="67840"/>
                  </a:lnTo>
                  <a:lnTo>
                    <a:pt x="1238222" y="49158"/>
                  </a:lnTo>
                  <a:lnTo>
                    <a:pt x="1247966" y="40714"/>
                  </a:lnTo>
                  <a:lnTo>
                    <a:pt x="1257725" y="18829"/>
                  </a:lnTo>
                  <a:lnTo>
                    <a:pt x="1267469" y="40913"/>
                  </a:lnTo>
                  <a:lnTo>
                    <a:pt x="1277227" y="62457"/>
                  </a:lnTo>
                  <a:lnTo>
                    <a:pt x="1286971" y="79689"/>
                  </a:lnTo>
                  <a:lnTo>
                    <a:pt x="1296715" y="120703"/>
                  </a:lnTo>
                  <a:lnTo>
                    <a:pt x="1306474" y="98838"/>
                  </a:lnTo>
                  <a:lnTo>
                    <a:pt x="1316218" y="86994"/>
                  </a:lnTo>
                  <a:lnTo>
                    <a:pt x="1325977" y="104634"/>
                  </a:lnTo>
                  <a:lnTo>
                    <a:pt x="1335721" y="137935"/>
                  </a:lnTo>
                  <a:lnTo>
                    <a:pt x="1345465" y="141296"/>
                  </a:lnTo>
                  <a:lnTo>
                    <a:pt x="1355224" y="134173"/>
                  </a:lnTo>
                  <a:lnTo>
                    <a:pt x="1364967" y="132961"/>
                  </a:lnTo>
                  <a:lnTo>
                    <a:pt x="1374726" y="147782"/>
                  </a:lnTo>
                  <a:lnTo>
                    <a:pt x="1384470" y="153352"/>
                  </a:lnTo>
                  <a:lnTo>
                    <a:pt x="1394214" y="172036"/>
                  </a:lnTo>
                  <a:lnTo>
                    <a:pt x="1403973" y="177392"/>
                  </a:lnTo>
                  <a:lnTo>
                    <a:pt x="1413717" y="178476"/>
                  </a:lnTo>
                  <a:lnTo>
                    <a:pt x="1423476" y="147717"/>
                  </a:lnTo>
                  <a:lnTo>
                    <a:pt x="1433220" y="175888"/>
                  </a:lnTo>
                  <a:lnTo>
                    <a:pt x="1442964" y="167405"/>
                  </a:lnTo>
                  <a:lnTo>
                    <a:pt x="1452722" y="223066"/>
                  </a:lnTo>
                  <a:lnTo>
                    <a:pt x="1462466" y="252837"/>
                  </a:lnTo>
                  <a:lnTo>
                    <a:pt x="1472225" y="267249"/>
                  </a:lnTo>
                  <a:lnTo>
                    <a:pt x="1481969" y="272631"/>
                  </a:lnTo>
                  <a:lnTo>
                    <a:pt x="1491713" y="285235"/>
                  </a:lnTo>
                  <a:lnTo>
                    <a:pt x="1501472" y="272812"/>
                  </a:lnTo>
                  <a:lnTo>
                    <a:pt x="1511216" y="218958"/>
                  </a:lnTo>
                  <a:lnTo>
                    <a:pt x="1520960" y="244911"/>
                  </a:lnTo>
                  <a:lnTo>
                    <a:pt x="1530719" y="216840"/>
                  </a:lnTo>
                  <a:lnTo>
                    <a:pt x="1540463" y="210280"/>
                  </a:lnTo>
                  <a:lnTo>
                    <a:pt x="1550221" y="187265"/>
                  </a:lnTo>
                  <a:lnTo>
                    <a:pt x="1559965" y="171604"/>
                  </a:lnTo>
                  <a:lnTo>
                    <a:pt x="1569709" y="207278"/>
                  </a:lnTo>
                  <a:lnTo>
                    <a:pt x="1579468" y="207074"/>
                  </a:lnTo>
                  <a:lnTo>
                    <a:pt x="1589212" y="226564"/>
                  </a:lnTo>
                  <a:lnTo>
                    <a:pt x="1598971" y="200837"/>
                  </a:lnTo>
                  <a:lnTo>
                    <a:pt x="1608715" y="178616"/>
                  </a:lnTo>
                  <a:lnTo>
                    <a:pt x="1618459" y="187918"/>
                  </a:lnTo>
                  <a:lnTo>
                    <a:pt x="1628218" y="191267"/>
                  </a:lnTo>
                  <a:lnTo>
                    <a:pt x="1637962" y="195160"/>
                  </a:lnTo>
                  <a:lnTo>
                    <a:pt x="1647720" y="205590"/>
                  </a:lnTo>
                  <a:lnTo>
                    <a:pt x="1657464" y="210462"/>
                  </a:lnTo>
                  <a:lnTo>
                    <a:pt x="1667208" y="211424"/>
                  </a:lnTo>
                  <a:lnTo>
                    <a:pt x="1676967" y="194538"/>
                  </a:lnTo>
                  <a:lnTo>
                    <a:pt x="1686711" y="200977"/>
                  </a:lnTo>
                  <a:lnTo>
                    <a:pt x="1696470" y="182530"/>
                  </a:lnTo>
                  <a:lnTo>
                    <a:pt x="1706214" y="192770"/>
                  </a:lnTo>
                  <a:lnTo>
                    <a:pt x="1715958" y="218057"/>
                  </a:lnTo>
                  <a:lnTo>
                    <a:pt x="1725716" y="218686"/>
                  </a:lnTo>
                  <a:lnTo>
                    <a:pt x="1735460" y="199904"/>
                  </a:lnTo>
                  <a:lnTo>
                    <a:pt x="1745219" y="205746"/>
                  </a:lnTo>
                  <a:lnTo>
                    <a:pt x="1754963" y="190472"/>
                  </a:lnTo>
                  <a:lnTo>
                    <a:pt x="1764707" y="169906"/>
                  </a:lnTo>
                  <a:lnTo>
                    <a:pt x="1774466" y="142948"/>
                  </a:lnTo>
                  <a:lnTo>
                    <a:pt x="1784210" y="170444"/>
                  </a:lnTo>
                  <a:lnTo>
                    <a:pt x="1793969" y="174069"/>
                  </a:lnTo>
                  <a:lnTo>
                    <a:pt x="1803713" y="146686"/>
                  </a:lnTo>
                  <a:lnTo>
                    <a:pt x="1813457" y="151016"/>
                  </a:lnTo>
                  <a:lnTo>
                    <a:pt x="1823215" y="133027"/>
                  </a:lnTo>
                  <a:lnTo>
                    <a:pt x="1832959" y="131723"/>
                  </a:lnTo>
                  <a:lnTo>
                    <a:pt x="1842703" y="133219"/>
                  </a:lnTo>
                  <a:lnTo>
                    <a:pt x="1852462" y="121354"/>
                  </a:lnTo>
                  <a:lnTo>
                    <a:pt x="1862206" y="105045"/>
                  </a:lnTo>
                  <a:lnTo>
                    <a:pt x="1871965" y="102909"/>
                  </a:lnTo>
                  <a:lnTo>
                    <a:pt x="1881709" y="147309"/>
                  </a:lnTo>
                  <a:lnTo>
                    <a:pt x="1891453" y="171264"/>
                  </a:lnTo>
                  <a:lnTo>
                    <a:pt x="1901212" y="202200"/>
                  </a:lnTo>
                  <a:lnTo>
                    <a:pt x="1910956" y="186583"/>
                  </a:lnTo>
                  <a:lnTo>
                    <a:pt x="1920714" y="228994"/>
                  </a:lnTo>
                  <a:lnTo>
                    <a:pt x="1930458" y="240844"/>
                  </a:lnTo>
                  <a:lnTo>
                    <a:pt x="1940202" y="253120"/>
                  </a:lnTo>
                  <a:lnTo>
                    <a:pt x="1949961" y="257481"/>
                  </a:lnTo>
                  <a:lnTo>
                    <a:pt x="1959705" y="248780"/>
                  </a:lnTo>
                  <a:lnTo>
                    <a:pt x="1969464" y="299070"/>
                  </a:lnTo>
                  <a:lnTo>
                    <a:pt x="1979208" y="302706"/>
                  </a:lnTo>
                  <a:lnTo>
                    <a:pt x="1988952" y="323546"/>
                  </a:lnTo>
                  <a:lnTo>
                    <a:pt x="1998711" y="301304"/>
                  </a:lnTo>
                  <a:lnTo>
                    <a:pt x="2008454" y="292994"/>
                  </a:lnTo>
                  <a:lnTo>
                    <a:pt x="2018213" y="289709"/>
                  </a:lnTo>
                  <a:lnTo>
                    <a:pt x="2027957" y="290894"/>
                  </a:lnTo>
                  <a:lnTo>
                    <a:pt x="2037701" y="310148"/>
                  </a:lnTo>
                  <a:lnTo>
                    <a:pt x="2047460" y="334807"/>
                  </a:lnTo>
                  <a:lnTo>
                    <a:pt x="2057204" y="368842"/>
                  </a:lnTo>
                  <a:lnTo>
                    <a:pt x="2066963" y="393849"/>
                  </a:lnTo>
                  <a:lnTo>
                    <a:pt x="2076707" y="394056"/>
                  </a:lnTo>
                  <a:lnTo>
                    <a:pt x="2086451" y="401069"/>
                  </a:lnTo>
                  <a:lnTo>
                    <a:pt x="2096210" y="376891"/>
                  </a:lnTo>
                  <a:lnTo>
                    <a:pt x="2105954" y="382776"/>
                  </a:lnTo>
                  <a:lnTo>
                    <a:pt x="2115697" y="405455"/>
                  </a:lnTo>
                  <a:lnTo>
                    <a:pt x="2125456" y="407724"/>
                  </a:lnTo>
                  <a:lnTo>
                    <a:pt x="2135200" y="392126"/>
                  </a:lnTo>
                  <a:lnTo>
                    <a:pt x="2144959" y="428180"/>
                  </a:lnTo>
                  <a:lnTo>
                    <a:pt x="2154703" y="438045"/>
                  </a:lnTo>
                  <a:lnTo>
                    <a:pt x="2164447" y="420382"/>
                  </a:lnTo>
                  <a:lnTo>
                    <a:pt x="2174206" y="409710"/>
                  </a:lnTo>
                  <a:lnTo>
                    <a:pt x="2183950" y="417028"/>
                  </a:lnTo>
                  <a:lnTo>
                    <a:pt x="2193709" y="379481"/>
                  </a:lnTo>
                  <a:lnTo>
                    <a:pt x="2203452" y="388677"/>
                  </a:lnTo>
                  <a:lnTo>
                    <a:pt x="2213196" y="348247"/>
                  </a:lnTo>
                  <a:lnTo>
                    <a:pt x="2222955" y="370654"/>
                  </a:lnTo>
                  <a:lnTo>
                    <a:pt x="2232699" y="369127"/>
                  </a:lnTo>
                  <a:lnTo>
                    <a:pt x="2242458" y="369814"/>
                  </a:lnTo>
                  <a:lnTo>
                    <a:pt x="2252202" y="377403"/>
                  </a:lnTo>
                  <a:lnTo>
                    <a:pt x="2261946" y="374817"/>
                  </a:lnTo>
                  <a:lnTo>
                    <a:pt x="2271705" y="388506"/>
                  </a:lnTo>
                  <a:lnTo>
                    <a:pt x="2281449" y="435529"/>
                  </a:lnTo>
                  <a:lnTo>
                    <a:pt x="2291208" y="410366"/>
                  </a:lnTo>
                  <a:lnTo>
                    <a:pt x="2300951" y="423778"/>
                  </a:lnTo>
                  <a:lnTo>
                    <a:pt x="2310695" y="422973"/>
                  </a:lnTo>
                  <a:lnTo>
                    <a:pt x="2320454" y="442500"/>
                  </a:lnTo>
                  <a:lnTo>
                    <a:pt x="2330198" y="444684"/>
                  </a:lnTo>
                  <a:lnTo>
                    <a:pt x="2339957" y="431983"/>
                  </a:lnTo>
                  <a:lnTo>
                    <a:pt x="2349701" y="445611"/>
                  </a:lnTo>
                  <a:lnTo>
                    <a:pt x="2359445" y="424666"/>
                  </a:lnTo>
                  <a:lnTo>
                    <a:pt x="2369204" y="453781"/>
                  </a:lnTo>
                  <a:lnTo>
                    <a:pt x="2378948" y="431923"/>
                  </a:lnTo>
                  <a:lnTo>
                    <a:pt x="2388692" y="416970"/>
                  </a:lnTo>
                  <a:lnTo>
                    <a:pt x="2398450" y="401030"/>
                  </a:lnTo>
                  <a:lnTo>
                    <a:pt x="2408194" y="396593"/>
                  </a:lnTo>
                  <a:lnTo>
                    <a:pt x="2417953" y="372367"/>
                  </a:lnTo>
                  <a:lnTo>
                    <a:pt x="2427697" y="374023"/>
                  </a:lnTo>
                  <a:lnTo>
                    <a:pt x="2437441" y="354697"/>
                  </a:lnTo>
                  <a:lnTo>
                    <a:pt x="2447200" y="367407"/>
                  </a:lnTo>
                  <a:lnTo>
                    <a:pt x="2456944" y="380349"/>
                  </a:lnTo>
                  <a:lnTo>
                    <a:pt x="2466703" y="388056"/>
                  </a:lnTo>
                  <a:lnTo>
                    <a:pt x="2476446" y="419438"/>
                  </a:lnTo>
                  <a:lnTo>
                    <a:pt x="2486190" y="413749"/>
                  </a:lnTo>
                  <a:lnTo>
                    <a:pt x="2495949" y="468723"/>
                  </a:lnTo>
                  <a:lnTo>
                    <a:pt x="2505693" y="444615"/>
                  </a:lnTo>
                  <a:lnTo>
                    <a:pt x="2515452" y="451254"/>
                  </a:lnTo>
                  <a:lnTo>
                    <a:pt x="2525196" y="426156"/>
                  </a:lnTo>
                  <a:lnTo>
                    <a:pt x="2534940" y="424758"/>
                  </a:lnTo>
                  <a:lnTo>
                    <a:pt x="2544699" y="443716"/>
                  </a:lnTo>
                  <a:lnTo>
                    <a:pt x="2554443" y="469884"/>
                  </a:lnTo>
                  <a:lnTo>
                    <a:pt x="2564202" y="472266"/>
                  </a:lnTo>
                  <a:lnTo>
                    <a:pt x="2573946" y="474702"/>
                  </a:lnTo>
                  <a:lnTo>
                    <a:pt x="2583690" y="451576"/>
                  </a:lnTo>
                  <a:lnTo>
                    <a:pt x="2593448" y="450784"/>
                  </a:lnTo>
                  <a:lnTo>
                    <a:pt x="2603192" y="434016"/>
                  </a:lnTo>
                  <a:lnTo>
                    <a:pt x="2612951" y="440406"/>
                  </a:lnTo>
                  <a:lnTo>
                    <a:pt x="2622695" y="450734"/>
                  </a:lnTo>
                  <a:lnTo>
                    <a:pt x="2632439" y="430978"/>
                  </a:lnTo>
                  <a:lnTo>
                    <a:pt x="2642198" y="433069"/>
                  </a:lnTo>
                  <a:lnTo>
                    <a:pt x="2651942" y="457257"/>
                  </a:lnTo>
                  <a:lnTo>
                    <a:pt x="2661685" y="429758"/>
                  </a:lnTo>
                  <a:lnTo>
                    <a:pt x="2671444" y="413778"/>
                  </a:lnTo>
                  <a:lnTo>
                    <a:pt x="2681188" y="361281"/>
                  </a:lnTo>
                  <a:lnTo>
                    <a:pt x="2690947" y="374237"/>
                  </a:lnTo>
                  <a:lnTo>
                    <a:pt x="2700691" y="385197"/>
                  </a:lnTo>
                  <a:lnTo>
                    <a:pt x="2710435" y="358215"/>
                  </a:lnTo>
                  <a:lnTo>
                    <a:pt x="2720194" y="372223"/>
                  </a:lnTo>
                  <a:lnTo>
                    <a:pt x="2729938" y="342964"/>
                  </a:lnTo>
                  <a:lnTo>
                    <a:pt x="2739697" y="354308"/>
                  </a:lnTo>
                  <a:lnTo>
                    <a:pt x="2749441" y="366615"/>
                  </a:lnTo>
                  <a:lnTo>
                    <a:pt x="2759185" y="360970"/>
                  </a:lnTo>
                  <a:lnTo>
                    <a:pt x="2768943" y="397631"/>
                  </a:lnTo>
                  <a:lnTo>
                    <a:pt x="2778687" y="399019"/>
                  </a:lnTo>
                  <a:lnTo>
                    <a:pt x="2788446" y="367296"/>
                  </a:lnTo>
                  <a:lnTo>
                    <a:pt x="2798190" y="386934"/>
                  </a:lnTo>
                  <a:lnTo>
                    <a:pt x="2807934" y="376578"/>
                  </a:lnTo>
                  <a:lnTo>
                    <a:pt x="2817693" y="397290"/>
                  </a:lnTo>
                  <a:lnTo>
                    <a:pt x="2827437" y="368640"/>
                  </a:lnTo>
                  <a:lnTo>
                    <a:pt x="2837196" y="362445"/>
                  </a:lnTo>
                  <a:lnTo>
                    <a:pt x="2846940" y="329652"/>
                  </a:lnTo>
                  <a:lnTo>
                    <a:pt x="2856684" y="323527"/>
                  </a:lnTo>
                  <a:lnTo>
                    <a:pt x="2866442" y="323865"/>
                  </a:lnTo>
                  <a:lnTo>
                    <a:pt x="2876186" y="361013"/>
                  </a:lnTo>
                  <a:lnTo>
                    <a:pt x="2885945" y="367068"/>
                  </a:lnTo>
                  <a:lnTo>
                    <a:pt x="2895689" y="363932"/>
                  </a:lnTo>
                  <a:lnTo>
                    <a:pt x="2905433" y="328205"/>
                  </a:lnTo>
                  <a:lnTo>
                    <a:pt x="2915192" y="28456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2" name="Freeform 1081">
              <a:extLst>
                <a:ext uri="{FF2B5EF4-FFF2-40B4-BE49-F238E27FC236}">
                  <a16:creationId xmlns:a16="http://schemas.microsoft.com/office/drawing/2014/main" id="{28B496D4-BF93-57E0-26AA-DDEE0B819486}"/>
                </a:ext>
              </a:extLst>
            </p:cNvPr>
            <p:cNvSpPr/>
            <p:nvPr/>
          </p:nvSpPr>
          <p:spPr>
            <a:xfrm>
              <a:off x="4426652" y="3492967"/>
              <a:ext cx="2915191" cy="374992"/>
            </a:xfrm>
            <a:custGeom>
              <a:avLst/>
              <a:gdLst>
                <a:gd name="connsiteX0" fmla="*/ 0 w 2915191"/>
                <a:gd name="connsiteY0" fmla="*/ 203602 h 374992"/>
                <a:gd name="connsiteX1" fmla="*/ 9750 w 2915191"/>
                <a:gd name="connsiteY1" fmla="*/ 234088 h 374992"/>
                <a:gd name="connsiteX2" fmla="*/ 19500 w 2915191"/>
                <a:gd name="connsiteY2" fmla="*/ 232333 h 374992"/>
                <a:gd name="connsiteX3" fmla="*/ 29250 w 2915191"/>
                <a:gd name="connsiteY3" fmla="*/ 258937 h 374992"/>
                <a:gd name="connsiteX4" fmla="*/ 39000 w 2915191"/>
                <a:gd name="connsiteY4" fmla="*/ 224912 h 374992"/>
                <a:gd name="connsiteX5" fmla="*/ 48749 w 2915191"/>
                <a:gd name="connsiteY5" fmla="*/ 235717 h 374992"/>
                <a:gd name="connsiteX6" fmla="*/ 58499 w 2915191"/>
                <a:gd name="connsiteY6" fmla="*/ 211750 h 374992"/>
                <a:gd name="connsiteX7" fmla="*/ 68249 w 2915191"/>
                <a:gd name="connsiteY7" fmla="*/ 234029 h 374992"/>
                <a:gd name="connsiteX8" fmla="*/ 77998 w 2915191"/>
                <a:gd name="connsiteY8" fmla="*/ 222019 h 374992"/>
                <a:gd name="connsiteX9" fmla="*/ 87748 w 2915191"/>
                <a:gd name="connsiteY9" fmla="*/ 207519 h 374992"/>
                <a:gd name="connsiteX10" fmla="*/ 97497 w 2915191"/>
                <a:gd name="connsiteY10" fmla="*/ 199198 h 374992"/>
                <a:gd name="connsiteX11" fmla="*/ 107247 w 2915191"/>
                <a:gd name="connsiteY11" fmla="*/ 220909 h 374992"/>
                <a:gd name="connsiteX12" fmla="*/ 116997 w 2915191"/>
                <a:gd name="connsiteY12" fmla="*/ 265256 h 374992"/>
                <a:gd name="connsiteX13" fmla="*/ 126747 w 2915191"/>
                <a:gd name="connsiteY13" fmla="*/ 279906 h 374992"/>
                <a:gd name="connsiteX14" fmla="*/ 136497 w 2915191"/>
                <a:gd name="connsiteY14" fmla="*/ 269035 h 374992"/>
                <a:gd name="connsiteX15" fmla="*/ 146247 w 2915191"/>
                <a:gd name="connsiteY15" fmla="*/ 271175 h 374992"/>
                <a:gd name="connsiteX16" fmla="*/ 155997 w 2915191"/>
                <a:gd name="connsiteY16" fmla="*/ 300788 h 374992"/>
                <a:gd name="connsiteX17" fmla="*/ 165747 w 2915191"/>
                <a:gd name="connsiteY17" fmla="*/ 289520 h 374992"/>
                <a:gd name="connsiteX18" fmla="*/ 175497 w 2915191"/>
                <a:gd name="connsiteY18" fmla="*/ 253318 h 374992"/>
                <a:gd name="connsiteX19" fmla="*/ 185247 w 2915191"/>
                <a:gd name="connsiteY19" fmla="*/ 262437 h 374992"/>
                <a:gd name="connsiteX20" fmla="*/ 194996 w 2915191"/>
                <a:gd name="connsiteY20" fmla="*/ 262712 h 374992"/>
                <a:gd name="connsiteX21" fmla="*/ 204746 w 2915191"/>
                <a:gd name="connsiteY21" fmla="*/ 243211 h 374992"/>
                <a:gd name="connsiteX22" fmla="*/ 214495 w 2915191"/>
                <a:gd name="connsiteY22" fmla="*/ 207248 h 374992"/>
                <a:gd name="connsiteX23" fmla="*/ 224245 w 2915191"/>
                <a:gd name="connsiteY23" fmla="*/ 247415 h 374992"/>
                <a:gd name="connsiteX24" fmla="*/ 233995 w 2915191"/>
                <a:gd name="connsiteY24" fmla="*/ 293635 h 374992"/>
                <a:gd name="connsiteX25" fmla="*/ 243744 w 2915191"/>
                <a:gd name="connsiteY25" fmla="*/ 295535 h 374992"/>
                <a:gd name="connsiteX26" fmla="*/ 253494 w 2915191"/>
                <a:gd name="connsiteY26" fmla="*/ 287689 h 374992"/>
                <a:gd name="connsiteX27" fmla="*/ 263244 w 2915191"/>
                <a:gd name="connsiteY27" fmla="*/ 277203 h 374992"/>
                <a:gd name="connsiteX28" fmla="*/ 272994 w 2915191"/>
                <a:gd name="connsiteY28" fmla="*/ 285310 h 374992"/>
                <a:gd name="connsiteX29" fmla="*/ 282744 w 2915191"/>
                <a:gd name="connsiteY29" fmla="*/ 294110 h 374992"/>
                <a:gd name="connsiteX30" fmla="*/ 292494 w 2915191"/>
                <a:gd name="connsiteY30" fmla="*/ 293140 h 374992"/>
                <a:gd name="connsiteX31" fmla="*/ 302244 w 2915191"/>
                <a:gd name="connsiteY31" fmla="*/ 295946 h 374992"/>
                <a:gd name="connsiteX32" fmla="*/ 311994 w 2915191"/>
                <a:gd name="connsiteY32" fmla="*/ 309561 h 374992"/>
                <a:gd name="connsiteX33" fmla="*/ 321744 w 2915191"/>
                <a:gd name="connsiteY33" fmla="*/ 261097 h 374992"/>
                <a:gd name="connsiteX34" fmla="*/ 331493 w 2915191"/>
                <a:gd name="connsiteY34" fmla="*/ 245994 h 374992"/>
                <a:gd name="connsiteX35" fmla="*/ 341243 w 2915191"/>
                <a:gd name="connsiteY35" fmla="*/ 247424 h 374992"/>
                <a:gd name="connsiteX36" fmla="*/ 350993 w 2915191"/>
                <a:gd name="connsiteY36" fmla="*/ 243968 h 374992"/>
                <a:gd name="connsiteX37" fmla="*/ 360742 w 2915191"/>
                <a:gd name="connsiteY37" fmla="*/ 247313 h 374992"/>
                <a:gd name="connsiteX38" fmla="*/ 370492 w 2915191"/>
                <a:gd name="connsiteY38" fmla="*/ 223069 h 374992"/>
                <a:gd name="connsiteX39" fmla="*/ 380241 w 2915191"/>
                <a:gd name="connsiteY39" fmla="*/ 221543 h 374992"/>
                <a:gd name="connsiteX40" fmla="*/ 389991 w 2915191"/>
                <a:gd name="connsiteY40" fmla="*/ 231764 h 374992"/>
                <a:gd name="connsiteX41" fmla="*/ 399741 w 2915191"/>
                <a:gd name="connsiteY41" fmla="*/ 251405 h 374992"/>
                <a:gd name="connsiteX42" fmla="*/ 409491 w 2915191"/>
                <a:gd name="connsiteY42" fmla="*/ 253511 h 374992"/>
                <a:gd name="connsiteX43" fmla="*/ 419241 w 2915191"/>
                <a:gd name="connsiteY43" fmla="*/ 211504 h 374992"/>
                <a:gd name="connsiteX44" fmla="*/ 428991 w 2915191"/>
                <a:gd name="connsiteY44" fmla="*/ 237533 h 374992"/>
                <a:gd name="connsiteX45" fmla="*/ 438741 w 2915191"/>
                <a:gd name="connsiteY45" fmla="*/ 265029 h 374992"/>
                <a:gd name="connsiteX46" fmla="*/ 448491 w 2915191"/>
                <a:gd name="connsiteY46" fmla="*/ 267623 h 374992"/>
                <a:gd name="connsiteX47" fmla="*/ 458241 w 2915191"/>
                <a:gd name="connsiteY47" fmla="*/ 287078 h 374992"/>
                <a:gd name="connsiteX48" fmla="*/ 467991 w 2915191"/>
                <a:gd name="connsiteY48" fmla="*/ 278747 h 374992"/>
                <a:gd name="connsiteX49" fmla="*/ 477740 w 2915191"/>
                <a:gd name="connsiteY49" fmla="*/ 290681 h 374992"/>
                <a:gd name="connsiteX50" fmla="*/ 487490 w 2915191"/>
                <a:gd name="connsiteY50" fmla="*/ 276044 h 374992"/>
                <a:gd name="connsiteX51" fmla="*/ 497239 w 2915191"/>
                <a:gd name="connsiteY51" fmla="*/ 306588 h 374992"/>
                <a:gd name="connsiteX52" fmla="*/ 506989 w 2915191"/>
                <a:gd name="connsiteY52" fmla="*/ 279398 h 374992"/>
                <a:gd name="connsiteX53" fmla="*/ 516738 w 2915191"/>
                <a:gd name="connsiteY53" fmla="*/ 275347 h 374992"/>
                <a:gd name="connsiteX54" fmla="*/ 526488 w 2915191"/>
                <a:gd name="connsiteY54" fmla="*/ 266491 h 374992"/>
                <a:gd name="connsiteX55" fmla="*/ 536238 w 2915191"/>
                <a:gd name="connsiteY55" fmla="*/ 257180 h 374992"/>
                <a:gd name="connsiteX56" fmla="*/ 545988 w 2915191"/>
                <a:gd name="connsiteY56" fmla="*/ 280706 h 374992"/>
                <a:gd name="connsiteX57" fmla="*/ 555738 w 2915191"/>
                <a:gd name="connsiteY57" fmla="*/ 214043 h 374992"/>
                <a:gd name="connsiteX58" fmla="*/ 565488 w 2915191"/>
                <a:gd name="connsiteY58" fmla="*/ 217232 h 374992"/>
                <a:gd name="connsiteX59" fmla="*/ 575238 w 2915191"/>
                <a:gd name="connsiteY59" fmla="*/ 224090 h 374992"/>
                <a:gd name="connsiteX60" fmla="*/ 584988 w 2915191"/>
                <a:gd name="connsiteY60" fmla="*/ 212410 h 374992"/>
                <a:gd name="connsiteX61" fmla="*/ 594738 w 2915191"/>
                <a:gd name="connsiteY61" fmla="*/ 206592 h 374992"/>
                <a:gd name="connsiteX62" fmla="*/ 604488 w 2915191"/>
                <a:gd name="connsiteY62" fmla="*/ 205226 h 374992"/>
                <a:gd name="connsiteX63" fmla="*/ 614237 w 2915191"/>
                <a:gd name="connsiteY63" fmla="*/ 198197 h 374992"/>
                <a:gd name="connsiteX64" fmla="*/ 623987 w 2915191"/>
                <a:gd name="connsiteY64" fmla="*/ 186331 h 374992"/>
                <a:gd name="connsiteX65" fmla="*/ 633736 w 2915191"/>
                <a:gd name="connsiteY65" fmla="*/ 215831 h 374992"/>
                <a:gd name="connsiteX66" fmla="*/ 643486 w 2915191"/>
                <a:gd name="connsiteY66" fmla="*/ 213455 h 374992"/>
                <a:gd name="connsiteX67" fmla="*/ 653236 w 2915191"/>
                <a:gd name="connsiteY67" fmla="*/ 194749 h 374992"/>
                <a:gd name="connsiteX68" fmla="*/ 662985 w 2915191"/>
                <a:gd name="connsiteY68" fmla="*/ 226293 h 374992"/>
                <a:gd name="connsiteX69" fmla="*/ 672735 w 2915191"/>
                <a:gd name="connsiteY69" fmla="*/ 216713 h 374992"/>
                <a:gd name="connsiteX70" fmla="*/ 682485 w 2915191"/>
                <a:gd name="connsiteY70" fmla="*/ 204459 h 374992"/>
                <a:gd name="connsiteX71" fmla="*/ 692235 w 2915191"/>
                <a:gd name="connsiteY71" fmla="*/ 204219 h 374992"/>
                <a:gd name="connsiteX72" fmla="*/ 701985 w 2915191"/>
                <a:gd name="connsiteY72" fmla="*/ 208769 h 374992"/>
                <a:gd name="connsiteX73" fmla="*/ 711735 w 2915191"/>
                <a:gd name="connsiteY73" fmla="*/ 188022 h 374992"/>
                <a:gd name="connsiteX74" fmla="*/ 721485 w 2915191"/>
                <a:gd name="connsiteY74" fmla="*/ 191129 h 374992"/>
                <a:gd name="connsiteX75" fmla="*/ 731235 w 2915191"/>
                <a:gd name="connsiteY75" fmla="*/ 167007 h 374992"/>
                <a:gd name="connsiteX76" fmla="*/ 740985 w 2915191"/>
                <a:gd name="connsiteY76" fmla="*/ 155913 h 374992"/>
                <a:gd name="connsiteX77" fmla="*/ 750734 w 2915191"/>
                <a:gd name="connsiteY77" fmla="*/ 157169 h 374992"/>
                <a:gd name="connsiteX78" fmla="*/ 760484 w 2915191"/>
                <a:gd name="connsiteY78" fmla="*/ 148263 h 374992"/>
                <a:gd name="connsiteX79" fmla="*/ 770233 w 2915191"/>
                <a:gd name="connsiteY79" fmla="*/ 203544 h 374992"/>
                <a:gd name="connsiteX80" fmla="*/ 779983 w 2915191"/>
                <a:gd name="connsiteY80" fmla="*/ 193933 h 374992"/>
                <a:gd name="connsiteX81" fmla="*/ 789733 w 2915191"/>
                <a:gd name="connsiteY81" fmla="*/ 136951 h 374992"/>
                <a:gd name="connsiteX82" fmla="*/ 799482 w 2915191"/>
                <a:gd name="connsiteY82" fmla="*/ 139767 h 374992"/>
                <a:gd name="connsiteX83" fmla="*/ 809232 w 2915191"/>
                <a:gd name="connsiteY83" fmla="*/ 140846 h 374992"/>
                <a:gd name="connsiteX84" fmla="*/ 818982 w 2915191"/>
                <a:gd name="connsiteY84" fmla="*/ 160514 h 374992"/>
                <a:gd name="connsiteX85" fmla="*/ 828732 w 2915191"/>
                <a:gd name="connsiteY85" fmla="*/ 161423 h 374992"/>
                <a:gd name="connsiteX86" fmla="*/ 838482 w 2915191"/>
                <a:gd name="connsiteY86" fmla="*/ 155694 h 374992"/>
                <a:gd name="connsiteX87" fmla="*/ 848232 w 2915191"/>
                <a:gd name="connsiteY87" fmla="*/ 148267 h 374992"/>
                <a:gd name="connsiteX88" fmla="*/ 857982 w 2915191"/>
                <a:gd name="connsiteY88" fmla="*/ 188392 h 374992"/>
                <a:gd name="connsiteX89" fmla="*/ 867732 w 2915191"/>
                <a:gd name="connsiteY89" fmla="*/ 190697 h 374992"/>
                <a:gd name="connsiteX90" fmla="*/ 877482 w 2915191"/>
                <a:gd name="connsiteY90" fmla="*/ 204529 h 374992"/>
                <a:gd name="connsiteX91" fmla="*/ 887231 w 2915191"/>
                <a:gd name="connsiteY91" fmla="*/ 176559 h 374992"/>
                <a:gd name="connsiteX92" fmla="*/ 896981 w 2915191"/>
                <a:gd name="connsiteY92" fmla="*/ 162006 h 374992"/>
                <a:gd name="connsiteX93" fmla="*/ 906730 w 2915191"/>
                <a:gd name="connsiteY93" fmla="*/ 162233 h 374992"/>
                <a:gd name="connsiteX94" fmla="*/ 916480 w 2915191"/>
                <a:gd name="connsiteY94" fmla="*/ 147908 h 374992"/>
                <a:gd name="connsiteX95" fmla="*/ 926230 w 2915191"/>
                <a:gd name="connsiteY95" fmla="*/ 154227 h 374992"/>
                <a:gd name="connsiteX96" fmla="*/ 935979 w 2915191"/>
                <a:gd name="connsiteY96" fmla="*/ 143140 h 374992"/>
                <a:gd name="connsiteX97" fmla="*/ 945729 w 2915191"/>
                <a:gd name="connsiteY97" fmla="*/ 150831 h 374992"/>
                <a:gd name="connsiteX98" fmla="*/ 955479 w 2915191"/>
                <a:gd name="connsiteY98" fmla="*/ 163998 h 374992"/>
                <a:gd name="connsiteX99" fmla="*/ 965229 w 2915191"/>
                <a:gd name="connsiteY99" fmla="*/ 122336 h 374992"/>
                <a:gd name="connsiteX100" fmla="*/ 974979 w 2915191"/>
                <a:gd name="connsiteY100" fmla="*/ 152513 h 374992"/>
                <a:gd name="connsiteX101" fmla="*/ 984729 w 2915191"/>
                <a:gd name="connsiteY101" fmla="*/ 156238 h 374992"/>
                <a:gd name="connsiteX102" fmla="*/ 994474 w 2915191"/>
                <a:gd name="connsiteY102" fmla="*/ 194026 h 374992"/>
                <a:gd name="connsiteX103" fmla="*/ 1004233 w 2915191"/>
                <a:gd name="connsiteY103" fmla="*/ 161463 h 374992"/>
                <a:gd name="connsiteX104" fmla="*/ 1013977 w 2915191"/>
                <a:gd name="connsiteY104" fmla="*/ 162512 h 374992"/>
                <a:gd name="connsiteX105" fmla="*/ 1023721 w 2915191"/>
                <a:gd name="connsiteY105" fmla="*/ 141619 h 374992"/>
                <a:gd name="connsiteX106" fmla="*/ 1033480 w 2915191"/>
                <a:gd name="connsiteY106" fmla="*/ 135418 h 374992"/>
                <a:gd name="connsiteX107" fmla="*/ 1043224 w 2915191"/>
                <a:gd name="connsiteY107" fmla="*/ 152948 h 374992"/>
                <a:gd name="connsiteX108" fmla="*/ 1052983 w 2915191"/>
                <a:gd name="connsiteY108" fmla="*/ 129208 h 374992"/>
                <a:gd name="connsiteX109" fmla="*/ 1062727 w 2915191"/>
                <a:gd name="connsiteY109" fmla="*/ 149648 h 374992"/>
                <a:gd name="connsiteX110" fmla="*/ 1072471 w 2915191"/>
                <a:gd name="connsiteY110" fmla="*/ 135116 h 374992"/>
                <a:gd name="connsiteX111" fmla="*/ 1082230 w 2915191"/>
                <a:gd name="connsiteY111" fmla="*/ 114299 h 374992"/>
                <a:gd name="connsiteX112" fmla="*/ 1091973 w 2915191"/>
                <a:gd name="connsiteY112" fmla="*/ 108390 h 374992"/>
                <a:gd name="connsiteX113" fmla="*/ 1101732 w 2915191"/>
                <a:gd name="connsiteY113" fmla="*/ 100480 h 374992"/>
                <a:gd name="connsiteX114" fmla="*/ 1111476 w 2915191"/>
                <a:gd name="connsiteY114" fmla="*/ 90553 h 374992"/>
                <a:gd name="connsiteX115" fmla="*/ 1121220 w 2915191"/>
                <a:gd name="connsiteY115" fmla="*/ 114828 h 374992"/>
                <a:gd name="connsiteX116" fmla="*/ 1130979 w 2915191"/>
                <a:gd name="connsiteY116" fmla="*/ 123423 h 374992"/>
                <a:gd name="connsiteX117" fmla="*/ 1140723 w 2915191"/>
                <a:gd name="connsiteY117" fmla="*/ 139714 h 374992"/>
                <a:gd name="connsiteX118" fmla="*/ 1150482 w 2915191"/>
                <a:gd name="connsiteY118" fmla="*/ 145125 h 374992"/>
                <a:gd name="connsiteX119" fmla="*/ 1160226 w 2915191"/>
                <a:gd name="connsiteY119" fmla="*/ 183037 h 374992"/>
                <a:gd name="connsiteX120" fmla="*/ 1169969 w 2915191"/>
                <a:gd name="connsiteY120" fmla="*/ 191875 h 374992"/>
                <a:gd name="connsiteX121" fmla="*/ 1179728 w 2915191"/>
                <a:gd name="connsiteY121" fmla="*/ 180202 h 374992"/>
                <a:gd name="connsiteX122" fmla="*/ 1189472 w 2915191"/>
                <a:gd name="connsiteY122" fmla="*/ 191424 h 374992"/>
                <a:gd name="connsiteX123" fmla="*/ 1199231 w 2915191"/>
                <a:gd name="connsiteY123" fmla="*/ 167223 h 374992"/>
                <a:gd name="connsiteX124" fmla="*/ 1208975 w 2915191"/>
                <a:gd name="connsiteY124" fmla="*/ 138927 h 374992"/>
                <a:gd name="connsiteX125" fmla="*/ 1218719 w 2915191"/>
                <a:gd name="connsiteY125" fmla="*/ 152709 h 374992"/>
                <a:gd name="connsiteX126" fmla="*/ 1228478 w 2915191"/>
                <a:gd name="connsiteY126" fmla="*/ 130895 h 374992"/>
                <a:gd name="connsiteX127" fmla="*/ 1238222 w 2915191"/>
                <a:gd name="connsiteY127" fmla="*/ 130475 h 374992"/>
                <a:gd name="connsiteX128" fmla="*/ 1247966 w 2915191"/>
                <a:gd name="connsiteY128" fmla="*/ 151722 h 374992"/>
                <a:gd name="connsiteX129" fmla="*/ 1257725 w 2915191"/>
                <a:gd name="connsiteY129" fmla="*/ 99561 h 374992"/>
                <a:gd name="connsiteX130" fmla="*/ 1267469 w 2915191"/>
                <a:gd name="connsiteY130" fmla="*/ 78980 h 374992"/>
                <a:gd name="connsiteX131" fmla="*/ 1277227 w 2915191"/>
                <a:gd name="connsiteY131" fmla="*/ 66911 h 374992"/>
                <a:gd name="connsiteX132" fmla="*/ 1286971 w 2915191"/>
                <a:gd name="connsiteY132" fmla="*/ 75901 h 374992"/>
                <a:gd name="connsiteX133" fmla="*/ 1296715 w 2915191"/>
                <a:gd name="connsiteY133" fmla="*/ 77530 h 374992"/>
                <a:gd name="connsiteX134" fmla="*/ 1306474 w 2915191"/>
                <a:gd name="connsiteY134" fmla="*/ 39579 h 374992"/>
                <a:gd name="connsiteX135" fmla="*/ 1316218 w 2915191"/>
                <a:gd name="connsiteY135" fmla="*/ 19744 h 374992"/>
                <a:gd name="connsiteX136" fmla="*/ 1325977 w 2915191"/>
                <a:gd name="connsiteY136" fmla="*/ 0 h 374992"/>
                <a:gd name="connsiteX137" fmla="*/ 1335721 w 2915191"/>
                <a:gd name="connsiteY137" fmla="*/ 46407 h 374992"/>
                <a:gd name="connsiteX138" fmla="*/ 1345465 w 2915191"/>
                <a:gd name="connsiteY138" fmla="*/ 31470 h 374992"/>
                <a:gd name="connsiteX139" fmla="*/ 1355224 w 2915191"/>
                <a:gd name="connsiteY139" fmla="*/ 69678 h 374992"/>
                <a:gd name="connsiteX140" fmla="*/ 1364967 w 2915191"/>
                <a:gd name="connsiteY140" fmla="*/ 57293 h 374992"/>
                <a:gd name="connsiteX141" fmla="*/ 1374726 w 2915191"/>
                <a:gd name="connsiteY141" fmla="*/ 62151 h 374992"/>
                <a:gd name="connsiteX142" fmla="*/ 1384470 w 2915191"/>
                <a:gd name="connsiteY142" fmla="*/ 75475 h 374992"/>
                <a:gd name="connsiteX143" fmla="*/ 1394214 w 2915191"/>
                <a:gd name="connsiteY143" fmla="*/ 36312 h 374992"/>
                <a:gd name="connsiteX144" fmla="*/ 1403973 w 2915191"/>
                <a:gd name="connsiteY144" fmla="*/ 4224 h 374992"/>
                <a:gd name="connsiteX145" fmla="*/ 1413717 w 2915191"/>
                <a:gd name="connsiteY145" fmla="*/ 1275 h 374992"/>
                <a:gd name="connsiteX146" fmla="*/ 1423476 w 2915191"/>
                <a:gd name="connsiteY146" fmla="*/ 16539 h 374992"/>
                <a:gd name="connsiteX147" fmla="*/ 1433220 w 2915191"/>
                <a:gd name="connsiteY147" fmla="*/ 10849 h 374992"/>
                <a:gd name="connsiteX148" fmla="*/ 1442964 w 2915191"/>
                <a:gd name="connsiteY148" fmla="*/ 38042 h 374992"/>
                <a:gd name="connsiteX149" fmla="*/ 1452722 w 2915191"/>
                <a:gd name="connsiteY149" fmla="*/ 21760 h 374992"/>
                <a:gd name="connsiteX150" fmla="*/ 1462466 w 2915191"/>
                <a:gd name="connsiteY150" fmla="*/ 44265 h 374992"/>
                <a:gd name="connsiteX151" fmla="*/ 1472225 w 2915191"/>
                <a:gd name="connsiteY151" fmla="*/ 61297 h 374992"/>
                <a:gd name="connsiteX152" fmla="*/ 1481969 w 2915191"/>
                <a:gd name="connsiteY152" fmla="*/ 59366 h 374992"/>
                <a:gd name="connsiteX153" fmla="*/ 1491713 w 2915191"/>
                <a:gd name="connsiteY153" fmla="*/ 83139 h 374992"/>
                <a:gd name="connsiteX154" fmla="*/ 1501472 w 2915191"/>
                <a:gd name="connsiteY154" fmla="*/ 88433 h 374992"/>
                <a:gd name="connsiteX155" fmla="*/ 1511216 w 2915191"/>
                <a:gd name="connsiteY155" fmla="*/ 87777 h 374992"/>
                <a:gd name="connsiteX156" fmla="*/ 1520960 w 2915191"/>
                <a:gd name="connsiteY156" fmla="*/ 103140 h 374992"/>
                <a:gd name="connsiteX157" fmla="*/ 1530719 w 2915191"/>
                <a:gd name="connsiteY157" fmla="*/ 76691 h 374992"/>
                <a:gd name="connsiteX158" fmla="*/ 1540463 w 2915191"/>
                <a:gd name="connsiteY158" fmla="*/ 100738 h 374992"/>
                <a:gd name="connsiteX159" fmla="*/ 1550221 w 2915191"/>
                <a:gd name="connsiteY159" fmla="*/ 84808 h 374992"/>
                <a:gd name="connsiteX160" fmla="*/ 1559965 w 2915191"/>
                <a:gd name="connsiteY160" fmla="*/ 106006 h 374992"/>
                <a:gd name="connsiteX161" fmla="*/ 1569709 w 2915191"/>
                <a:gd name="connsiteY161" fmla="*/ 120150 h 374992"/>
                <a:gd name="connsiteX162" fmla="*/ 1579468 w 2915191"/>
                <a:gd name="connsiteY162" fmla="*/ 125137 h 374992"/>
                <a:gd name="connsiteX163" fmla="*/ 1589212 w 2915191"/>
                <a:gd name="connsiteY163" fmla="*/ 101806 h 374992"/>
                <a:gd name="connsiteX164" fmla="*/ 1598971 w 2915191"/>
                <a:gd name="connsiteY164" fmla="*/ 69067 h 374992"/>
                <a:gd name="connsiteX165" fmla="*/ 1608715 w 2915191"/>
                <a:gd name="connsiteY165" fmla="*/ 118176 h 374992"/>
                <a:gd name="connsiteX166" fmla="*/ 1618459 w 2915191"/>
                <a:gd name="connsiteY166" fmla="*/ 119287 h 374992"/>
                <a:gd name="connsiteX167" fmla="*/ 1628218 w 2915191"/>
                <a:gd name="connsiteY167" fmla="*/ 122556 h 374992"/>
                <a:gd name="connsiteX168" fmla="*/ 1637962 w 2915191"/>
                <a:gd name="connsiteY168" fmla="*/ 143000 h 374992"/>
                <a:gd name="connsiteX169" fmla="*/ 1647720 w 2915191"/>
                <a:gd name="connsiteY169" fmla="*/ 149321 h 374992"/>
                <a:gd name="connsiteX170" fmla="*/ 1657464 w 2915191"/>
                <a:gd name="connsiteY170" fmla="*/ 195665 h 374992"/>
                <a:gd name="connsiteX171" fmla="*/ 1667208 w 2915191"/>
                <a:gd name="connsiteY171" fmla="*/ 196598 h 374992"/>
                <a:gd name="connsiteX172" fmla="*/ 1676967 w 2915191"/>
                <a:gd name="connsiteY172" fmla="*/ 190360 h 374992"/>
                <a:gd name="connsiteX173" fmla="*/ 1686711 w 2915191"/>
                <a:gd name="connsiteY173" fmla="*/ 183156 h 374992"/>
                <a:gd name="connsiteX174" fmla="*/ 1696470 w 2915191"/>
                <a:gd name="connsiteY174" fmla="*/ 207464 h 374992"/>
                <a:gd name="connsiteX175" fmla="*/ 1706214 w 2915191"/>
                <a:gd name="connsiteY175" fmla="*/ 213587 h 374992"/>
                <a:gd name="connsiteX176" fmla="*/ 1715958 w 2915191"/>
                <a:gd name="connsiteY176" fmla="*/ 212923 h 374992"/>
                <a:gd name="connsiteX177" fmla="*/ 1725716 w 2915191"/>
                <a:gd name="connsiteY177" fmla="*/ 238692 h 374992"/>
                <a:gd name="connsiteX178" fmla="*/ 1735460 w 2915191"/>
                <a:gd name="connsiteY178" fmla="*/ 210450 h 374992"/>
                <a:gd name="connsiteX179" fmla="*/ 1745219 w 2915191"/>
                <a:gd name="connsiteY179" fmla="*/ 209188 h 374992"/>
                <a:gd name="connsiteX180" fmla="*/ 1754963 w 2915191"/>
                <a:gd name="connsiteY180" fmla="*/ 199523 h 374992"/>
                <a:gd name="connsiteX181" fmla="*/ 1764707 w 2915191"/>
                <a:gd name="connsiteY181" fmla="*/ 206510 h 374992"/>
                <a:gd name="connsiteX182" fmla="*/ 1774466 w 2915191"/>
                <a:gd name="connsiteY182" fmla="*/ 221304 h 374992"/>
                <a:gd name="connsiteX183" fmla="*/ 1784210 w 2915191"/>
                <a:gd name="connsiteY183" fmla="*/ 237429 h 374992"/>
                <a:gd name="connsiteX184" fmla="*/ 1793969 w 2915191"/>
                <a:gd name="connsiteY184" fmla="*/ 237536 h 374992"/>
                <a:gd name="connsiteX185" fmla="*/ 1803713 w 2915191"/>
                <a:gd name="connsiteY185" fmla="*/ 230453 h 374992"/>
                <a:gd name="connsiteX186" fmla="*/ 1813457 w 2915191"/>
                <a:gd name="connsiteY186" fmla="*/ 225612 h 374992"/>
                <a:gd name="connsiteX187" fmla="*/ 1823215 w 2915191"/>
                <a:gd name="connsiteY187" fmla="*/ 204974 h 374992"/>
                <a:gd name="connsiteX188" fmla="*/ 1832959 w 2915191"/>
                <a:gd name="connsiteY188" fmla="*/ 223225 h 374992"/>
                <a:gd name="connsiteX189" fmla="*/ 1842703 w 2915191"/>
                <a:gd name="connsiteY189" fmla="*/ 194765 h 374992"/>
                <a:gd name="connsiteX190" fmla="*/ 1852462 w 2915191"/>
                <a:gd name="connsiteY190" fmla="*/ 199631 h 374992"/>
                <a:gd name="connsiteX191" fmla="*/ 1862206 w 2915191"/>
                <a:gd name="connsiteY191" fmla="*/ 205534 h 374992"/>
                <a:gd name="connsiteX192" fmla="*/ 1871965 w 2915191"/>
                <a:gd name="connsiteY192" fmla="*/ 167366 h 374992"/>
                <a:gd name="connsiteX193" fmla="*/ 1881709 w 2915191"/>
                <a:gd name="connsiteY193" fmla="*/ 145080 h 374992"/>
                <a:gd name="connsiteX194" fmla="*/ 1891453 w 2915191"/>
                <a:gd name="connsiteY194" fmla="*/ 129861 h 374992"/>
                <a:gd name="connsiteX195" fmla="*/ 1901212 w 2915191"/>
                <a:gd name="connsiteY195" fmla="*/ 145812 h 374992"/>
                <a:gd name="connsiteX196" fmla="*/ 1910956 w 2915191"/>
                <a:gd name="connsiteY196" fmla="*/ 171422 h 374992"/>
                <a:gd name="connsiteX197" fmla="*/ 1920714 w 2915191"/>
                <a:gd name="connsiteY197" fmla="*/ 142139 h 374992"/>
                <a:gd name="connsiteX198" fmla="*/ 1930458 w 2915191"/>
                <a:gd name="connsiteY198" fmla="*/ 153550 h 374992"/>
                <a:gd name="connsiteX199" fmla="*/ 1940202 w 2915191"/>
                <a:gd name="connsiteY199" fmla="*/ 139356 h 374992"/>
                <a:gd name="connsiteX200" fmla="*/ 1949961 w 2915191"/>
                <a:gd name="connsiteY200" fmla="*/ 146570 h 374992"/>
                <a:gd name="connsiteX201" fmla="*/ 1959705 w 2915191"/>
                <a:gd name="connsiteY201" fmla="*/ 162023 h 374992"/>
                <a:gd name="connsiteX202" fmla="*/ 1969464 w 2915191"/>
                <a:gd name="connsiteY202" fmla="*/ 125487 h 374992"/>
                <a:gd name="connsiteX203" fmla="*/ 1979208 w 2915191"/>
                <a:gd name="connsiteY203" fmla="*/ 143206 h 374992"/>
                <a:gd name="connsiteX204" fmla="*/ 1988952 w 2915191"/>
                <a:gd name="connsiteY204" fmla="*/ 117543 h 374992"/>
                <a:gd name="connsiteX205" fmla="*/ 1998711 w 2915191"/>
                <a:gd name="connsiteY205" fmla="*/ 138733 h 374992"/>
                <a:gd name="connsiteX206" fmla="*/ 2008454 w 2915191"/>
                <a:gd name="connsiteY206" fmla="*/ 183658 h 374992"/>
                <a:gd name="connsiteX207" fmla="*/ 2018213 w 2915191"/>
                <a:gd name="connsiteY207" fmla="*/ 158807 h 374992"/>
                <a:gd name="connsiteX208" fmla="*/ 2027957 w 2915191"/>
                <a:gd name="connsiteY208" fmla="*/ 139900 h 374992"/>
                <a:gd name="connsiteX209" fmla="*/ 2037701 w 2915191"/>
                <a:gd name="connsiteY209" fmla="*/ 162214 h 374992"/>
                <a:gd name="connsiteX210" fmla="*/ 2047460 w 2915191"/>
                <a:gd name="connsiteY210" fmla="*/ 178247 h 374992"/>
                <a:gd name="connsiteX211" fmla="*/ 2057204 w 2915191"/>
                <a:gd name="connsiteY211" fmla="*/ 185339 h 374992"/>
                <a:gd name="connsiteX212" fmla="*/ 2066963 w 2915191"/>
                <a:gd name="connsiteY212" fmla="*/ 143440 h 374992"/>
                <a:gd name="connsiteX213" fmla="*/ 2076707 w 2915191"/>
                <a:gd name="connsiteY213" fmla="*/ 161061 h 374992"/>
                <a:gd name="connsiteX214" fmla="*/ 2086451 w 2915191"/>
                <a:gd name="connsiteY214" fmla="*/ 182554 h 374992"/>
                <a:gd name="connsiteX215" fmla="*/ 2096210 w 2915191"/>
                <a:gd name="connsiteY215" fmla="*/ 189272 h 374992"/>
                <a:gd name="connsiteX216" fmla="*/ 2105954 w 2915191"/>
                <a:gd name="connsiteY216" fmla="*/ 175829 h 374992"/>
                <a:gd name="connsiteX217" fmla="*/ 2115697 w 2915191"/>
                <a:gd name="connsiteY217" fmla="*/ 156725 h 374992"/>
                <a:gd name="connsiteX218" fmla="*/ 2125456 w 2915191"/>
                <a:gd name="connsiteY218" fmla="*/ 176624 h 374992"/>
                <a:gd name="connsiteX219" fmla="*/ 2135200 w 2915191"/>
                <a:gd name="connsiteY219" fmla="*/ 201540 h 374992"/>
                <a:gd name="connsiteX220" fmla="*/ 2144959 w 2915191"/>
                <a:gd name="connsiteY220" fmla="*/ 210546 h 374992"/>
                <a:gd name="connsiteX221" fmla="*/ 2154703 w 2915191"/>
                <a:gd name="connsiteY221" fmla="*/ 217065 h 374992"/>
                <a:gd name="connsiteX222" fmla="*/ 2164447 w 2915191"/>
                <a:gd name="connsiteY222" fmla="*/ 189873 h 374992"/>
                <a:gd name="connsiteX223" fmla="*/ 2174206 w 2915191"/>
                <a:gd name="connsiteY223" fmla="*/ 224568 h 374992"/>
                <a:gd name="connsiteX224" fmla="*/ 2183950 w 2915191"/>
                <a:gd name="connsiteY224" fmla="*/ 224623 h 374992"/>
                <a:gd name="connsiteX225" fmla="*/ 2193709 w 2915191"/>
                <a:gd name="connsiteY225" fmla="*/ 275034 h 374992"/>
                <a:gd name="connsiteX226" fmla="*/ 2203452 w 2915191"/>
                <a:gd name="connsiteY226" fmla="*/ 245899 h 374992"/>
                <a:gd name="connsiteX227" fmla="*/ 2213196 w 2915191"/>
                <a:gd name="connsiteY227" fmla="*/ 233735 h 374992"/>
                <a:gd name="connsiteX228" fmla="*/ 2222955 w 2915191"/>
                <a:gd name="connsiteY228" fmla="*/ 232341 h 374992"/>
                <a:gd name="connsiteX229" fmla="*/ 2232699 w 2915191"/>
                <a:gd name="connsiteY229" fmla="*/ 249214 h 374992"/>
                <a:gd name="connsiteX230" fmla="*/ 2242458 w 2915191"/>
                <a:gd name="connsiteY230" fmla="*/ 226266 h 374992"/>
                <a:gd name="connsiteX231" fmla="*/ 2252202 w 2915191"/>
                <a:gd name="connsiteY231" fmla="*/ 218635 h 374992"/>
                <a:gd name="connsiteX232" fmla="*/ 2261946 w 2915191"/>
                <a:gd name="connsiteY232" fmla="*/ 212902 h 374992"/>
                <a:gd name="connsiteX233" fmla="*/ 2271705 w 2915191"/>
                <a:gd name="connsiteY233" fmla="*/ 205542 h 374992"/>
                <a:gd name="connsiteX234" fmla="*/ 2281449 w 2915191"/>
                <a:gd name="connsiteY234" fmla="*/ 205190 h 374992"/>
                <a:gd name="connsiteX235" fmla="*/ 2291208 w 2915191"/>
                <a:gd name="connsiteY235" fmla="*/ 187113 h 374992"/>
                <a:gd name="connsiteX236" fmla="*/ 2300951 w 2915191"/>
                <a:gd name="connsiteY236" fmla="*/ 200147 h 374992"/>
                <a:gd name="connsiteX237" fmla="*/ 2310695 w 2915191"/>
                <a:gd name="connsiteY237" fmla="*/ 226658 h 374992"/>
                <a:gd name="connsiteX238" fmla="*/ 2320454 w 2915191"/>
                <a:gd name="connsiteY238" fmla="*/ 204389 h 374992"/>
                <a:gd name="connsiteX239" fmla="*/ 2330198 w 2915191"/>
                <a:gd name="connsiteY239" fmla="*/ 197702 h 374992"/>
                <a:gd name="connsiteX240" fmla="*/ 2339957 w 2915191"/>
                <a:gd name="connsiteY240" fmla="*/ 207705 h 374992"/>
                <a:gd name="connsiteX241" fmla="*/ 2349701 w 2915191"/>
                <a:gd name="connsiteY241" fmla="*/ 273927 h 374992"/>
                <a:gd name="connsiteX242" fmla="*/ 2359445 w 2915191"/>
                <a:gd name="connsiteY242" fmla="*/ 262717 h 374992"/>
                <a:gd name="connsiteX243" fmla="*/ 2369204 w 2915191"/>
                <a:gd name="connsiteY243" fmla="*/ 274269 h 374992"/>
                <a:gd name="connsiteX244" fmla="*/ 2378948 w 2915191"/>
                <a:gd name="connsiteY244" fmla="*/ 278822 h 374992"/>
                <a:gd name="connsiteX245" fmla="*/ 2388692 w 2915191"/>
                <a:gd name="connsiteY245" fmla="*/ 304036 h 374992"/>
                <a:gd name="connsiteX246" fmla="*/ 2398450 w 2915191"/>
                <a:gd name="connsiteY246" fmla="*/ 292695 h 374992"/>
                <a:gd name="connsiteX247" fmla="*/ 2408194 w 2915191"/>
                <a:gd name="connsiteY247" fmla="*/ 294016 h 374992"/>
                <a:gd name="connsiteX248" fmla="*/ 2417953 w 2915191"/>
                <a:gd name="connsiteY248" fmla="*/ 282363 h 374992"/>
                <a:gd name="connsiteX249" fmla="*/ 2427697 w 2915191"/>
                <a:gd name="connsiteY249" fmla="*/ 304041 h 374992"/>
                <a:gd name="connsiteX250" fmla="*/ 2437441 w 2915191"/>
                <a:gd name="connsiteY250" fmla="*/ 306411 h 374992"/>
                <a:gd name="connsiteX251" fmla="*/ 2447200 w 2915191"/>
                <a:gd name="connsiteY251" fmla="*/ 311511 h 374992"/>
                <a:gd name="connsiteX252" fmla="*/ 2456944 w 2915191"/>
                <a:gd name="connsiteY252" fmla="*/ 318162 h 374992"/>
                <a:gd name="connsiteX253" fmla="*/ 2466703 w 2915191"/>
                <a:gd name="connsiteY253" fmla="*/ 334129 h 374992"/>
                <a:gd name="connsiteX254" fmla="*/ 2476446 w 2915191"/>
                <a:gd name="connsiteY254" fmla="*/ 339877 h 374992"/>
                <a:gd name="connsiteX255" fmla="*/ 2486190 w 2915191"/>
                <a:gd name="connsiteY255" fmla="*/ 333378 h 374992"/>
                <a:gd name="connsiteX256" fmla="*/ 2495949 w 2915191"/>
                <a:gd name="connsiteY256" fmla="*/ 355280 h 374992"/>
                <a:gd name="connsiteX257" fmla="*/ 2505693 w 2915191"/>
                <a:gd name="connsiteY257" fmla="*/ 358283 h 374992"/>
                <a:gd name="connsiteX258" fmla="*/ 2515452 w 2915191"/>
                <a:gd name="connsiteY258" fmla="*/ 365993 h 374992"/>
                <a:gd name="connsiteX259" fmla="*/ 2525196 w 2915191"/>
                <a:gd name="connsiteY259" fmla="*/ 356755 h 374992"/>
                <a:gd name="connsiteX260" fmla="*/ 2534940 w 2915191"/>
                <a:gd name="connsiteY260" fmla="*/ 365472 h 374992"/>
                <a:gd name="connsiteX261" fmla="*/ 2544699 w 2915191"/>
                <a:gd name="connsiteY261" fmla="*/ 374992 h 374992"/>
                <a:gd name="connsiteX262" fmla="*/ 2554443 w 2915191"/>
                <a:gd name="connsiteY262" fmla="*/ 342545 h 374992"/>
                <a:gd name="connsiteX263" fmla="*/ 2564202 w 2915191"/>
                <a:gd name="connsiteY263" fmla="*/ 321182 h 374992"/>
                <a:gd name="connsiteX264" fmla="*/ 2573946 w 2915191"/>
                <a:gd name="connsiteY264" fmla="*/ 336446 h 374992"/>
                <a:gd name="connsiteX265" fmla="*/ 2583690 w 2915191"/>
                <a:gd name="connsiteY265" fmla="*/ 336599 h 374992"/>
                <a:gd name="connsiteX266" fmla="*/ 2593448 w 2915191"/>
                <a:gd name="connsiteY266" fmla="*/ 311153 h 374992"/>
                <a:gd name="connsiteX267" fmla="*/ 2603192 w 2915191"/>
                <a:gd name="connsiteY267" fmla="*/ 301782 h 374992"/>
                <a:gd name="connsiteX268" fmla="*/ 2612951 w 2915191"/>
                <a:gd name="connsiteY268" fmla="*/ 283481 h 374992"/>
                <a:gd name="connsiteX269" fmla="*/ 2622695 w 2915191"/>
                <a:gd name="connsiteY269" fmla="*/ 268466 h 374992"/>
                <a:gd name="connsiteX270" fmla="*/ 2632439 w 2915191"/>
                <a:gd name="connsiteY270" fmla="*/ 270609 h 374992"/>
                <a:gd name="connsiteX271" fmla="*/ 2642198 w 2915191"/>
                <a:gd name="connsiteY271" fmla="*/ 226137 h 374992"/>
                <a:gd name="connsiteX272" fmla="*/ 2651942 w 2915191"/>
                <a:gd name="connsiteY272" fmla="*/ 253025 h 374992"/>
                <a:gd name="connsiteX273" fmla="*/ 2661685 w 2915191"/>
                <a:gd name="connsiteY273" fmla="*/ 258123 h 374992"/>
                <a:gd name="connsiteX274" fmla="*/ 2671444 w 2915191"/>
                <a:gd name="connsiteY274" fmla="*/ 278259 h 374992"/>
                <a:gd name="connsiteX275" fmla="*/ 2681188 w 2915191"/>
                <a:gd name="connsiteY275" fmla="*/ 255126 h 374992"/>
                <a:gd name="connsiteX276" fmla="*/ 2690947 w 2915191"/>
                <a:gd name="connsiteY276" fmla="*/ 223144 h 374992"/>
                <a:gd name="connsiteX277" fmla="*/ 2700691 w 2915191"/>
                <a:gd name="connsiteY277" fmla="*/ 248278 h 374992"/>
                <a:gd name="connsiteX278" fmla="*/ 2710435 w 2915191"/>
                <a:gd name="connsiteY278" fmla="*/ 241727 h 374992"/>
                <a:gd name="connsiteX279" fmla="*/ 2720194 w 2915191"/>
                <a:gd name="connsiteY279" fmla="*/ 228732 h 374992"/>
                <a:gd name="connsiteX280" fmla="*/ 2729938 w 2915191"/>
                <a:gd name="connsiteY280" fmla="*/ 201883 h 374992"/>
                <a:gd name="connsiteX281" fmla="*/ 2739697 w 2915191"/>
                <a:gd name="connsiteY281" fmla="*/ 161410 h 374992"/>
                <a:gd name="connsiteX282" fmla="*/ 2749441 w 2915191"/>
                <a:gd name="connsiteY282" fmla="*/ 157154 h 374992"/>
                <a:gd name="connsiteX283" fmla="*/ 2759185 w 2915191"/>
                <a:gd name="connsiteY283" fmla="*/ 161152 h 374992"/>
                <a:gd name="connsiteX284" fmla="*/ 2768943 w 2915191"/>
                <a:gd name="connsiteY284" fmla="*/ 179534 h 374992"/>
                <a:gd name="connsiteX285" fmla="*/ 2778687 w 2915191"/>
                <a:gd name="connsiteY285" fmla="*/ 160612 h 374992"/>
                <a:gd name="connsiteX286" fmla="*/ 2788446 w 2915191"/>
                <a:gd name="connsiteY286" fmla="*/ 165698 h 374992"/>
                <a:gd name="connsiteX287" fmla="*/ 2798190 w 2915191"/>
                <a:gd name="connsiteY287" fmla="*/ 127619 h 374992"/>
                <a:gd name="connsiteX288" fmla="*/ 2807934 w 2915191"/>
                <a:gd name="connsiteY288" fmla="*/ 157858 h 374992"/>
                <a:gd name="connsiteX289" fmla="*/ 2817693 w 2915191"/>
                <a:gd name="connsiteY289" fmla="*/ 165432 h 374992"/>
                <a:gd name="connsiteX290" fmla="*/ 2827437 w 2915191"/>
                <a:gd name="connsiteY290" fmla="*/ 146296 h 374992"/>
                <a:gd name="connsiteX291" fmla="*/ 2837196 w 2915191"/>
                <a:gd name="connsiteY291" fmla="*/ 150150 h 374992"/>
                <a:gd name="connsiteX292" fmla="*/ 2846940 w 2915191"/>
                <a:gd name="connsiteY292" fmla="*/ 193250 h 374992"/>
                <a:gd name="connsiteX293" fmla="*/ 2856684 w 2915191"/>
                <a:gd name="connsiteY293" fmla="*/ 169515 h 374992"/>
                <a:gd name="connsiteX294" fmla="*/ 2866442 w 2915191"/>
                <a:gd name="connsiteY294" fmla="*/ 179321 h 374992"/>
                <a:gd name="connsiteX295" fmla="*/ 2876186 w 2915191"/>
                <a:gd name="connsiteY295" fmla="*/ 178628 h 374992"/>
                <a:gd name="connsiteX296" fmla="*/ 2885945 w 2915191"/>
                <a:gd name="connsiteY296" fmla="*/ 189235 h 374992"/>
                <a:gd name="connsiteX297" fmla="*/ 2895689 w 2915191"/>
                <a:gd name="connsiteY297" fmla="*/ 190334 h 374992"/>
                <a:gd name="connsiteX298" fmla="*/ 2905433 w 2915191"/>
                <a:gd name="connsiteY298" fmla="*/ 217239 h 374992"/>
                <a:gd name="connsiteX299" fmla="*/ 2915192 w 2915191"/>
                <a:gd name="connsiteY299" fmla="*/ 223129 h 374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74992">
                  <a:moveTo>
                    <a:pt x="0" y="203602"/>
                  </a:moveTo>
                  <a:lnTo>
                    <a:pt x="9750" y="234088"/>
                  </a:lnTo>
                  <a:lnTo>
                    <a:pt x="19500" y="232333"/>
                  </a:lnTo>
                  <a:lnTo>
                    <a:pt x="29250" y="258937"/>
                  </a:lnTo>
                  <a:lnTo>
                    <a:pt x="39000" y="224912"/>
                  </a:lnTo>
                  <a:lnTo>
                    <a:pt x="48749" y="235717"/>
                  </a:lnTo>
                  <a:lnTo>
                    <a:pt x="58499" y="211750"/>
                  </a:lnTo>
                  <a:lnTo>
                    <a:pt x="68249" y="234029"/>
                  </a:lnTo>
                  <a:lnTo>
                    <a:pt x="77998" y="222019"/>
                  </a:lnTo>
                  <a:lnTo>
                    <a:pt x="87748" y="207519"/>
                  </a:lnTo>
                  <a:lnTo>
                    <a:pt x="97497" y="199198"/>
                  </a:lnTo>
                  <a:lnTo>
                    <a:pt x="107247" y="220909"/>
                  </a:lnTo>
                  <a:lnTo>
                    <a:pt x="116997" y="265256"/>
                  </a:lnTo>
                  <a:lnTo>
                    <a:pt x="126747" y="279906"/>
                  </a:lnTo>
                  <a:lnTo>
                    <a:pt x="136497" y="269035"/>
                  </a:lnTo>
                  <a:lnTo>
                    <a:pt x="146247" y="271175"/>
                  </a:lnTo>
                  <a:lnTo>
                    <a:pt x="155997" y="300788"/>
                  </a:lnTo>
                  <a:lnTo>
                    <a:pt x="165747" y="289520"/>
                  </a:lnTo>
                  <a:lnTo>
                    <a:pt x="175497" y="253318"/>
                  </a:lnTo>
                  <a:lnTo>
                    <a:pt x="185247" y="262437"/>
                  </a:lnTo>
                  <a:lnTo>
                    <a:pt x="194996" y="262712"/>
                  </a:lnTo>
                  <a:lnTo>
                    <a:pt x="204746" y="243211"/>
                  </a:lnTo>
                  <a:lnTo>
                    <a:pt x="214495" y="207248"/>
                  </a:lnTo>
                  <a:lnTo>
                    <a:pt x="224245" y="247415"/>
                  </a:lnTo>
                  <a:lnTo>
                    <a:pt x="233995" y="293635"/>
                  </a:lnTo>
                  <a:lnTo>
                    <a:pt x="243744" y="295535"/>
                  </a:lnTo>
                  <a:lnTo>
                    <a:pt x="253494" y="287689"/>
                  </a:lnTo>
                  <a:lnTo>
                    <a:pt x="263244" y="277203"/>
                  </a:lnTo>
                  <a:lnTo>
                    <a:pt x="272994" y="285310"/>
                  </a:lnTo>
                  <a:lnTo>
                    <a:pt x="282744" y="294110"/>
                  </a:lnTo>
                  <a:lnTo>
                    <a:pt x="292494" y="293140"/>
                  </a:lnTo>
                  <a:lnTo>
                    <a:pt x="302244" y="295946"/>
                  </a:lnTo>
                  <a:lnTo>
                    <a:pt x="311994" y="309561"/>
                  </a:lnTo>
                  <a:lnTo>
                    <a:pt x="321744" y="261097"/>
                  </a:lnTo>
                  <a:lnTo>
                    <a:pt x="331493" y="245994"/>
                  </a:lnTo>
                  <a:lnTo>
                    <a:pt x="341243" y="247424"/>
                  </a:lnTo>
                  <a:lnTo>
                    <a:pt x="350993" y="243968"/>
                  </a:lnTo>
                  <a:lnTo>
                    <a:pt x="360742" y="247313"/>
                  </a:lnTo>
                  <a:lnTo>
                    <a:pt x="370492" y="223069"/>
                  </a:lnTo>
                  <a:lnTo>
                    <a:pt x="380241" y="221543"/>
                  </a:lnTo>
                  <a:lnTo>
                    <a:pt x="389991" y="231764"/>
                  </a:lnTo>
                  <a:lnTo>
                    <a:pt x="399741" y="251405"/>
                  </a:lnTo>
                  <a:lnTo>
                    <a:pt x="409491" y="253511"/>
                  </a:lnTo>
                  <a:lnTo>
                    <a:pt x="419241" y="211504"/>
                  </a:lnTo>
                  <a:lnTo>
                    <a:pt x="428991" y="237533"/>
                  </a:lnTo>
                  <a:lnTo>
                    <a:pt x="438741" y="265029"/>
                  </a:lnTo>
                  <a:lnTo>
                    <a:pt x="448491" y="267623"/>
                  </a:lnTo>
                  <a:lnTo>
                    <a:pt x="458241" y="287078"/>
                  </a:lnTo>
                  <a:lnTo>
                    <a:pt x="467991" y="278747"/>
                  </a:lnTo>
                  <a:lnTo>
                    <a:pt x="477740" y="290681"/>
                  </a:lnTo>
                  <a:lnTo>
                    <a:pt x="487490" y="276044"/>
                  </a:lnTo>
                  <a:lnTo>
                    <a:pt x="497239" y="306588"/>
                  </a:lnTo>
                  <a:lnTo>
                    <a:pt x="506989" y="279398"/>
                  </a:lnTo>
                  <a:lnTo>
                    <a:pt x="516738" y="275347"/>
                  </a:lnTo>
                  <a:lnTo>
                    <a:pt x="526488" y="266491"/>
                  </a:lnTo>
                  <a:lnTo>
                    <a:pt x="536238" y="257180"/>
                  </a:lnTo>
                  <a:lnTo>
                    <a:pt x="545988" y="280706"/>
                  </a:lnTo>
                  <a:lnTo>
                    <a:pt x="555738" y="214043"/>
                  </a:lnTo>
                  <a:lnTo>
                    <a:pt x="565488" y="217232"/>
                  </a:lnTo>
                  <a:lnTo>
                    <a:pt x="575238" y="224090"/>
                  </a:lnTo>
                  <a:lnTo>
                    <a:pt x="584988" y="212410"/>
                  </a:lnTo>
                  <a:lnTo>
                    <a:pt x="594738" y="206592"/>
                  </a:lnTo>
                  <a:lnTo>
                    <a:pt x="604488" y="205226"/>
                  </a:lnTo>
                  <a:lnTo>
                    <a:pt x="614237" y="198197"/>
                  </a:lnTo>
                  <a:lnTo>
                    <a:pt x="623987" y="186331"/>
                  </a:lnTo>
                  <a:lnTo>
                    <a:pt x="633736" y="215831"/>
                  </a:lnTo>
                  <a:lnTo>
                    <a:pt x="643486" y="213455"/>
                  </a:lnTo>
                  <a:lnTo>
                    <a:pt x="653236" y="194749"/>
                  </a:lnTo>
                  <a:lnTo>
                    <a:pt x="662985" y="226293"/>
                  </a:lnTo>
                  <a:lnTo>
                    <a:pt x="672735" y="216713"/>
                  </a:lnTo>
                  <a:lnTo>
                    <a:pt x="682485" y="204459"/>
                  </a:lnTo>
                  <a:lnTo>
                    <a:pt x="692235" y="204219"/>
                  </a:lnTo>
                  <a:lnTo>
                    <a:pt x="701985" y="208769"/>
                  </a:lnTo>
                  <a:lnTo>
                    <a:pt x="711735" y="188022"/>
                  </a:lnTo>
                  <a:lnTo>
                    <a:pt x="721485" y="191129"/>
                  </a:lnTo>
                  <a:lnTo>
                    <a:pt x="731235" y="167007"/>
                  </a:lnTo>
                  <a:lnTo>
                    <a:pt x="740985" y="155913"/>
                  </a:lnTo>
                  <a:lnTo>
                    <a:pt x="750734" y="157169"/>
                  </a:lnTo>
                  <a:lnTo>
                    <a:pt x="760484" y="148263"/>
                  </a:lnTo>
                  <a:lnTo>
                    <a:pt x="770233" y="203544"/>
                  </a:lnTo>
                  <a:lnTo>
                    <a:pt x="779983" y="193933"/>
                  </a:lnTo>
                  <a:lnTo>
                    <a:pt x="789733" y="136951"/>
                  </a:lnTo>
                  <a:lnTo>
                    <a:pt x="799482" y="139767"/>
                  </a:lnTo>
                  <a:lnTo>
                    <a:pt x="809232" y="140846"/>
                  </a:lnTo>
                  <a:lnTo>
                    <a:pt x="818982" y="160514"/>
                  </a:lnTo>
                  <a:lnTo>
                    <a:pt x="828732" y="161423"/>
                  </a:lnTo>
                  <a:lnTo>
                    <a:pt x="838482" y="155694"/>
                  </a:lnTo>
                  <a:lnTo>
                    <a:pt x="848232" y="148267"/>
                  </a:lnTo>
                  <a:lnTo>
                    <a:pt x="857982" y="188392"/>
                  </a:lnTo>
                  <a:lnTo>
                    <a:pt x="867732" y="190697"/>
                  </a:lnTo>
                  <a:lnTo>
                    <a:pt x="877482" y="204529"/>
                  </a:lnTo>
                  <a:lnTo>
                    <a:pt x="887231" y="176559"/>
                  </a:lnTo>
                  <a:lnTo>
                    <a:pt x="896981" y="162006"/>
                  </a:lnTo>
                  <a:lnTo>
                    <a:pt x="906730" y="162233"/>
                  </a:lnTo>
                  <a:lnTo>
                    <a:pt x="916480" y="147908"/>
                  </a:lnTo>
                  <a:lnTo>
                    <a:pt x="926230" y="154227"/>
                  </a:lnTo>
                  <a:lnTo>
                    <a:pt x="935979" y="143140"/>
                  </a:lnTo>
                  <a:lnTo>
                    <a:pt x="945729" y="150831"/>
                  </a:lnTo>
                  <a:lnTo>
                    <a:pt x="955479" y="163998"/>
                  </a:lnTo>
                  <a:lnTo>
                    <a:pt x="965229" y="122336"/>
                  </a:lnTo>
                  <a:lnTo>
                    <a:pt x="974979" y="152513"/>
                  </a:lnTo>
                  <a:lnTo>
                    <a:pt x="984729" y="156238"/>
                  </a:lnTo>
                  <a:lnTo>
                    <a:pt x="994474" y="194026"/>
                  </a:lnTo>
                  <a:lnTo>
                    <a:pt x="1004233" y="161463"/>
                  </a:lnTo>
                  <a:lnTo>
                    <a:pt x="1013977" y="162512"/>
                  </a:lnTo>
                  <a:lnTo>
                    <a:pt x="1023721" y="141619"/>
                  </a:lnTo>
                  <a:lnTo>
                    <a:pt x="1033480" y="135418"/>
                  </a:lnTo>
                  <a:lnTo>
                    <a:pt x="1043224" y="152948"/>
                  </a:lnTo>
                  <a:lnTo>
                    <a:pt x="1052983" y="129208"/>
                  </a:lnTo>
                  <a:lnTo>
                    <a:pt x="1062727" y="149648"/>
                  </a:lnTo>
                  <a:lnTo>
                    <a:pt x="1072471" y="135116"/>
                  </a:lnTo>
                  <a:lnTo>
                    <a:pt x="1082230" y="114299"/>
                  </a:lnTo>
                  <a:lnTo>
                    <a:pt x="1091973" y="108390"/>
                  </a:lnTo>
                  <a:lnTo>
                    <a:pt x="1101732" y="100480"/>
                  </a:lnTo>
                  <a:lnTo>
                    <a:pt x="1111476" y="90553"/>
                  </a:lnTo>
                  <a:lnTo>
                    <a:pt x="1121220" y="114828"/>
                  </a:lnTo>
                  <a:lnTo>
                    <a:pt x="1130979" y="123423"/>
                  </a:lnTo>
                  <a:lnTo>
                    <a:pt x="1140723" y="139714"/>
                  </a:lnTo>
                  <a:lnTo>
                    <a:pt x="1150482" y="145125"/>
                  </a:lnTo>
                  <a:lnTo>
                    <a:pt x="1160226" y="183037"/>
                  </a:lnTo>
                  <a:lnTo>
                    <a:pt x="1169969" y="191875"/>
                  </a:lnTo>
                  <a:lnTo>
                    <a:pt x="1179728" y="180202"/>
                  </a:lnTo>
                  <a:lnTo>
                    <a:pt x="1189472" y="191424"/>
                  </a:lnTo>
                  <a:lnTo>
                    <a:pt x="1199231" y="167223"/>
                  </a:lnTo>
                  <a:lnTo>
                    <a:pt x="1208975" y="138927"/>
                  </a:lnTo>
                  <a:lnTo>
                    <a:pt x="1218719" y="152709"/>
                  </a:lnTo>
                  <a:lnTo>
                    <a:pt x="1228478" y="130895"/>
                  </a:lnTo>
                  <a:lnTo>
                    <a:pt x="1238222" y="130475"/>
                  </a:lnTo>
                  <a:lnTo>
                    <a:pt x="1247966" y="151722"/>
                  </a:lnTo>
                  <a:lnTo>
                    <a:pt x="1257725" y="99561"/>
                  </a:lnTo>
                  <a:lnTo>
                    <a:pt x="1267469" y="78980"/>
                  </a:lnTo>
                  <a:lnTo>
                    <a:pt x="1277227" y="66911"/>
                  </a:lnTo>
                  <a:lnTo>
                    <a:pt x="1286971" y="75901"/>
                  </a:lnTo>
                  <a:lnTo>
                    <a:pt x="1296715" y="77530"/>
                  </a:lnTo>
                  <a:lnTo>
                    <a:pt x="1306474" y="39579"/>
                  </a:lnTo>
                  <a:lnTo>
                    <a:pt x="1316218" y="19744"/>
                  </a:lnTo>
                  <a:lnTo>
                    <a:pt x="1325977" y="0"/>
                  </a:lnTo>
                  <a:lnTo>
                    <a:pt x="1335721" y="46407"/>
                  </a:lnTo>
                  <a:lnTo>
                    <a:pt x="1345465" y="31470"/>
                  </a:lnTo>
                  <a:lnTo>
                    <a:pt x="1355224" y="69678"/>
                  </a:lnTo>
                  <a:lnTo>
                    <a:pt x="1364967" y="57293"/>
                  </a:lnTo>
                  <a:lnTo>
                    <a:pt x="1374726" y="62151"/>
                  </a:lnTo>
                  <a:lnTo>
                    <a:pt x="1384470" y="75475"/>
                  </a:lnTo>
                  <a:lnTo>
                    <a:pt x="1394214" y="36312"/>
                  </a:lnTo>
                  <a:lnTo>
                    <a:pt x="1403973" y="4224"/>
                  </a:lnTo>
                  <a:lnTo>
                    <a:pt x="1413717" y="1275"/>
                  </a:lnTo>
                  <a:lnTo>
                    <a:pt x="1423476" y="16539"/>
                  </a:lnTo>
                  <a:lnTo>
                    <a:pt x="1433220" y="10849"/>
                  </a:lnTo>
                  <a:lnTo>
                    <a:pt x="1442964" y="38042"/>
                  </a:lnTo>
                  <a:lnTo>
                    <a:pt x="1452722" y="21760"/>
                  </a:lnTo>
                  <a:lnTo>
                    <a:pt x="1462466" y="44265"/>
                  </a:lnTo>
                  <a:lnTo>
                    <a:pt x="1472225" y="61297"/>
                  </a:lnTo>
                  <a:lnTo>
                    <a:pt x="1481969" y="59366"/>
                  </a:lnTo>
                  <a:lnTo>
                    <a:pt x="1491713" y="83139"/>
                  </a:lnTo>
                  <a:lnTo>
                    <a:pt x="1501472" y="88433"/>
                  </a:lnTo>
                  <a:lnTo>
                    <a:pt x="1511216" y="87777"/>
                  </a:lnTo>
                  <a:lnTo>
                    <a:pt x="1520960" y="103140"/>
                  </a:lnTo>
                  <a:lnTo>
                    <a:pt x="1530719" y="76691"/>
                  </a:lnTo>
                  <a:lnTo>
                    <a:pt x="1540463" y="100738"/>
                  </a:lnTo>
                  <a:lnTo>
                    <a:pt x="1550221" y="84808"/>
                  </a:lnTo>
                  <a:lnTo>
                    <a:pt x="1559965" y="106006"/>
                  </a:lnTo>
                  <a:lnTo>
                    <a:pt x="1569709" y="120150"/>
                  </a:lnTo>
                  <a:lnTo>
                    <a:pt x="1579468" y="125137"/>
                  </a:lnTo>
                  <a:lnTo>
                    <a:pt x="1589212" y="101806"/>
                  </a:lnTo>
                  <a:lnTo>
                    <a:pt x="1598971" y="69067"/>
                  </a:lnTo>
                  <a:lnTo>
                    <a:pt x="1608715" y="118176"/>
                  </a:lnTo>
                  <a:lnTo>
                    <a:pt x="1618459" y="119287"/>
                  </a:lnTo>
                  <a:lnTo>
                    <a:pt x="1628218" y="122556"/>
                  </a:lnTo>
                  <a:lnTo>
                    <a:pt x="1637962" y="143000"/>
                  </a:lnTo>
                  <a:lnTo>
                    <a:pt x="1647720" y="149321"/>
                  </a:lnTo>
                  <a:lnTo>
                    <a:pt x="1657464" y="195665"/>
                  </a:lnTo>
                  <a:lnTo>
                    <a:pt x="1667208" y="196598"/>
                  </a:lnTo>
                  <a:lnTo>
                    <a:pt x="1676967" y="190360"/>
                  </a:lnTo>
                  <a:lnTo>
                    <a:pt x="1686711" y="183156"/>
                  </a:lnTo>
                  <a:lnTo>
                    <a:pt x="1696470" y="207464"/>
                  </a:lnTo>
                  <a:lnTo>
                    <a:pt x="1706214" y="213587"/>
                  </a:lnTo>
                  <a:lnTo>
                    <a:pt x="1715958" y="212923"/>
                  </a:lnTo>
                  <a:lnTo>
                    <a:pt x="1725716" y="238692"/>
                  </a:lnTo>
                  <a:lnTo>
                    <a:pt x="1735460" y="210450"/>
                  </a:lnTo>
                  <a:lnTo>
                    <a:pt x="1745219" y="209188"/>
                  </a:lnTo>
                  <a:lnTo>
                    <a:pt x="1754963" y="199523"/>
                  </a:lnTo>
                  <a:lnTo>
                    <a:pt x="1764707" y="206510"/>
                  </a:lnTo>
                  <a:lnTo>
                    <a:pt x="1774466" y="221304"/>
                  </a:lnTo>
                  <a:lnTo>
                    <a:pt x="1784210" y="237429"/>
                  </a:lnTo>
                  <a:lnTo>
                    <a:pt x="1793969" y="237536"/>
                  </a:lnTo>
                  <a:lnTo>
                    <a:pt x="1803713" y="230453"/>
                  </a:lnTo>
                  <a:lnTo>
                    <a:pt x="1813457" y="225612"/>
                  </a:lnTo>
                  <a:lnTo>
                    <a:pt x="1823215" y="204974"/>
                  </a:lnTo>
                  <a:lnTo>
                    <a:pt x="1832959" y="223225"/>
                  </a:lnTo>
                  <a:lnTo>
                    <a:pt x="1842703" y="194765"/>
                  </a:lnTo>
                  <a:lnTo>
                    <a:pt x="1852462" y="199631"/>
                  </a:lnTo>
                  <a:lnTo>
                    <a:pt x="1862206" y="205534"/>
                  </a:lnTo>
                  <a:lnTo>
                    <a:pt x="1871965" y="167366"/>
                  </a:lnTo>
                  <a:lnTo>
                    <a:pt x="1881709" y="145080"/>
                  </a:lnTo>
                  <a:lnTo>
                    <a:pt x="1891453" y="129861"/>
                  </a:lnTo>
                  <a:lnTo>
                    <a:pt x="1901212" y="145812"/>
                  </a:lnTo>
                  <a:lnTo>
                    <a:pt x="1910956" y="171422"/>
                  </a:lnTo>
                  <a:lnTo>
                    <a:pt x="1920714" y="142139"/>
                  </a:lnTo>
                  <a:lnTo>
                    <a:pt x="1930458" y="153550"/>
                  </a:lnTo>
                  <a:lnTo>
                    <a:pt x="1940202" y="139356"/>
                  </a:lnTo>
                  <a:lnTo>
                    <a:pt x="1949961" y="146570"/>
                  </a:lnTo>
                  <a:lnTo>
                    <a:pt x="1959705" y="162023"/>
                  </a:lnTo>
                  <a:lnTo>
                    <a:pt x="1969464" y="125487"/>
                  </a:lnTo>
                  <a:lnTo>
                    <a:pt x="1979208" y="143206"/>
                  </a:lnTo>
                  <a:lnTo>
                    <a:pt x="1988952" y="117543"/>
                  </a:lnTo>
                  <a:lnTo>
                    <a:pt x="1998711" y="138733"/>
                  </a:lnTo>
                  <a:lnTo>
                    <a:pt x="2008454" y="183658"/>
                  </a:lnTo>
                  <a:lnTo>
                    <a:pt x="2018213" y="158807"/>
                  </a:lnTo>
                  <a:lnTo>
                    <a:pt x="2027957" y="139900"/>
                  </a:lnTo>
                  <a:lnTo>
                    <a:pt x="2037701" y="162214"/>
                  </a:lnTo>
                  <a:lnTo>
                    <a:pt x="2047460" y="178247"/>
                  </a:lnTo>
                  <a:lnTo>
                    <a:pt x="2057204" y="185339"/>
                  </a:lnTo>
                  <a:lnTo>
                    <a:pt x="2066963" y="143440"/>
                  </a:lnTo>
                  <a:lnTo>
                    <a:pt x="2076707" y="161061"/>
                  </a:lnTo>
                  <a:lnTo>
                    <a:pt x="2086451" y="182554"/>
                  </a:lnTo>
                  <a:lnTo>
                    <a:pt x="2096210" y="189272"/>
                  </a:lnTo>
                  <a:lnTo>
                    <a:pt x="2105954" y="175829"/>
                  </a:lnTo>
                  <a:lnTo>
                    <a:pt x="2115697" y="156725"/>
                  </a:lnTo>
                  <a:lnTo>
                    <a:pt x="2125456" y="176624"/>
                  </a:lnTo>
                  <a:lnTo>
                    <a:pt x="2135200" y="201540"/>
                  </a:lnTo>
                  <a:lnTo>
                    <a:pt x="2144959" y="210546"/>
                  </a:lnTo>
                  <a:lnTo>
                    <a:pt x="2154703" y="217065"/>
                  </a:lnTo>
                  <a:lnTo>
                    <a:pt x="2164447" y="189873"/>
                  </a:lnTo>
                  <a:lnTo>
                    <a:pt x="2174206" y="224568"/>
                  </a:lnTo>
                  <a:lnTo>
                    <a:pt x="2183950" y="224623"/>
                  </a:lnTo>
                  <a:lnTo>
                    <a:pt x="2193709" y="275034"/>
                  </a:lnTo>
                  <a:lnTo>
                    <a:pt x="2203452" y="245899"/>
                  </a:lnTo>
                  <a:lnTo>
                    <a:pt x="2213196" y="233735"/>
                  </a:lnTo>
                  <a:lnTo>
                    <a:pt x="2222955" y="232341"/>
                  </a:lnTo>
                  <a:lnTo>
                    <a:pt x="2232699" y="249214"/>
                  </a:lnTo>
                  <a:lnTo>
                    <a:pt x="2242458" y="226266"/>
                  </a:lnTo>
                  <a:lnTo>
                    <a:pt x="2252202" y="218635"/>
                  </a:lnTo>
                  <a:lnTo>
                    <a:pt x="2261946" y="212902"/>
                  </a:lnTo>
                  <a:lnTo>
                    <a:pt x="2271705" y="205542"/>
                  </a:lnTo>
                  <a:lnTo>
                    <a:pt x="2281449" y="205190"/>
                  </a:lnTo>
                  <a:lnTo>
                    <a:pt x="2291208" y="187113"/>
                  </a:lnTo>
                  <a:lnTo>
                    <a:pt x="2300951" y="200147"/>
                  </a:lnTo>
                  <a:lnTo>
                    <a:pt x="2310695" y="226658"/>
                  </a:lnTo>
                  <a:lnTo>
                    <a:pt x="2320454" y="204389"/>
                  </a:lnTo>
                  <a:lnTo>
                    <a:pt x="2330198" y="197702"/>
                  </a:lnTo>
                  <a:lnTo>
                    <a:pt x="2339957" y="207705"/>
                  </a:lnTo>
                  <a:lnTo>
                    <a:pt x="2349701" y="273927"/>
                  </a:lnTo>
                  <a:lnTo>
                    <a:pt x="2359445" y="262717"/>
                  </a:lnTo>
                  <a:lnTo>
                    <a:pt x="2369204" y="274269"/>
                  </a:lnTo>
                  <a:lnTo>
                    <a:pt x="2378948" y="278822"/>
                  </a:lnTo>
                  <a:lnTo>
                    <a:pt x="2388692" y="304036"/>
                  </a:lnTo>
                  <a:lnTo>
                    <a:pt x="2398450" y="292695"/>
                  </a:lnTo>
                  <a:lnTo>
                    <a:pt x="2408194" y="294016"/>
                  </a:lnTo>
                  <a:lnTo>
                    <a:pt x="2417953" y="282363"/>
                  </a:lnTo>
                  <a:lnTo>
                    <a:pt x="2427697" y="304041"/>
                  </a:lnTo>
                  <a:lnTo>
                    <a:pt x="2437441" y="306411"/>
                  </a:lnTo>
                  <a:lnTo>
                    <a:pt x="2447200" y="311511"/>
                  </a:lnTo>
                  <a:lnTo>
                    <a:pt x="2456944" y="318162"/>
                  </a:lnTo>
                  <a:lnTo>
                    <a:pt x="2466703" y="334129"/>
                  </a:lnTo>
                  <a:lnTo>
                    <a:pt x="2476446" y="339877"/>
                  </a:lnTo>
                  <a:lnTo>
                    <a:pt x="2486190" y="333378"/>
                  </a:lnTo>
                  <a:lnTo>
                    <a:pt x="2495949" y="355280"/>
                  </a:lnTo>
                  <a:lnTo>
                    <a:pt x="2505693" y="358283"/>
                  </a:lnTo>
                  <a:lnTo>
                    <a:pt x="2515452" y="365993"/>
                  </a:lnTo>
                  <a:lnTo>
                    <a:pt x="2525196" y="356755"/>
                  </a:lnTo>
                  <a:lnTo>
                    <a:pt x="2534940" y="365472"/>
                  </a:lnTo>
                  <a:lnTo>
                    <a:pt x="2544699" y="374992"/>
                  </a:lnTo>
                  <a:lnTo>
                    <a:pt x="2554443" y="342545"/>
                  </a:lnTo>
                  <a:lnTo>
                    <a:pt x="2564202" y="321182"/>
                  </a:lnTo>
                  <a:lnTo>
                    <a:pt x="2573946" y="336446"/>
                  </a:lnTo>
                  <a:lnTo>
                    <a:pt x="2583690" y="336599"/>
                  </a:lnTo>
                  <a:lnTo>
                    <a:pt x="2593448" y="311153"/>
                  </a:lnTo>
                  <a:lnTo>
                    <a:pt x="2603192" y="301782"/>
                  </a:lnTo>
                  <a:lnTo>
                    <a:pt x="2612951" y="283481"/>
                  </a:lnTo>
                  <a:lnTo>
                    <a:pt x="2622695" y="268466"/>
                  </a:lnTo>
                  <a:lnTo>
                    <a:pt x="2632439" y="270609"/>
                  </a:lnTo>
                  <a:lnTo>
                    <a:pt x="2642198" y="226137"/>
                  </a:lnTo>
                  <a:lnTo>
                    <a:pt x="2651942" y="253025"/>
                  </a:lnTo>
                  <a:lnTo>
                    <a:pt x="2661685" y="258123"/>
                  </a:lnTo>
                  <a:lnTo>
                    <a:pt x="2671444" y="278259"/>
                  </a:lnTo>
                  <a:lnTo>
                    <a:pt x="2681188" y="255126"/>
                  </a:lnTo>
                  <a:lnTo>
                    <a:pt x="2690947" y="223144"/>
                  </a:lnTo>
                  <a:lnTo>
                    <a:pt x="2700691" y="248278"/>
                  </a:lnTo>
                  <a:lnTo>
                    <a:pt x="2710435" y="241727"/>
                  </a:lnTo>
                  <a:lnTo>
                    <a:pt x="2720194" y="228732"/>
                  </a:lnTo>
                  <a:lnTo>
                    <a:pt x="2729938" y="201883"/>
                  </a:lnTo>
                  <a:lnTo>
                    <a:pt x="2739697" y="161410"/>
                  </a:lnTo>
                  <a:lnTo>
                    <a:pt x="2749441" y="157154"/>
                  </a:lnTo>
                  <a:lnTo>
                    <a:pt x="2759185" y="161152"/>
                  </a:lnTo>
                  <a:lnTo>
                    <a:pt x="2768943" y="179534"/>
                  </a:lnTo>
                  <a:lnTo>
                    <a:pt x="2778687" y="160612"/>
                  </a:lnTo>
                  <a:lnTo>
                    <a:pt x="2788446" y="165698"/>
                  </a:lnTo>
                  <a:lnTo>
                    <a:pt x="2798190" y="127619"/>
                  </a:lnTo>
                  <a:lnTo>
                    <a:pt x="2807934" y="157858"/>
                  </a:lnTo>
                  <a:lnTo>
                    <a:pt x="2817693" y="165432"/>
                  </a:lnTo>
                  <a:lnTo>
                    <a:pt x="2827437" y="146296"/>
                  </a:lnTo>
                  <a:lnTo>
                    <a:pt x="2837196" y="150150"/>
                  </a:lnTo>
                  <a:lnTo>
                    <a:pt x="2846940" y="193250"/>
                  </a:lnTo>
                  <a:lnTo>
                    <a:pt x="2856684" y="169515"/>
                  </a:lnTo>
                  <a:lnTo>
                    <a:pt x="2866442" y="179321"/>
                  </a:lnTo>
                  <a:lnTo>
                    <a:pt x="2876186" y="178628"/>
                  </a:lnTo>
                  <a:lnTo>
                    <a:pt x="2885945" y="189235"/>
                  </a:lnTo>
                  <a:lnTo>
                    <a:pt x="2895689" y="190334"/>
                  </a:lnTo>
                  <a:lnTo>
                    <a:pt x="2905433" y="217239"/>
                  </a:lnTo>
                  <a:lnTo>
                    <a:pt x="2915192" y="22312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3" name="Freeform 1082">
              <a:extLst>
                <a:ext uri="{FF2B5EF4-FFF2-40B4-BE49-F238E27FC236}">
                  <a16:creationId xmlns:a16="http://schemas.microsoft.com/office/drawing/2014/main" id="{FFD97135-9B71-1422-93C1-2C523A9B9ADA}"/>
                </a:ext>
              </a:extLst>
            </p:cNvPr>
            <p:cNvSpPr/>
            <p:nvPr/>
          </p:nvSpPr>
          <p:spPr>
            <a:xfrm>
              <a:off x="4426652" y="3302111"/>
              <a:ext cx="2915191" cy="548896"/>
            </a:xfrm>
            <a:custGeom>
              <a:avLst/>
              <a:gdLst>
                <a:gd name="connsiteX0" fmla="*/ 0 w 2915191"/>
                <a:gd name="connsiteY0" fmla="*/ 413469 h 548896"/>
                <a:gd name="connsiteX1" fmla="*/ 9750 w 2915191"/>
                <a:gd name="connsiteY1" fmla="*/ 382581 h 548896"/>
                <a:gd name="connsiteX2" fmla="*/ 19500 w 2915191"/>
                <a:gd name="connsiteY2" fmla="*/ 391520 h 548896"/>
                <a:gd name="connsiteX3" fmla="*/ 29250 w 2915191"/>
                <a:gd name="connsiteY3" fmla="*/ 432322 h 548896"/>
                <a:gd name="connsiteX4" fmla="*/ 39000 w 2915191"/>
                <a:gd name="connsiteY4" fmla="*/ 456527 h 548896"/>
                <a:gd name="connsiteX5" fmla="*/ 48749 w 2915191"/>
                <a:gd name="connsiteY5" fmla="*/ 448780 h 548896"/>
                <a:gd name="connsiteX6" fmla="*/ 58499 w 2915191"/>
                <a:gd name="connsiteY6" fmla="*/ 436807 h 548896"/>
                <a:gd name="connsiteX7" fmla="*/ 68249 w 2915191"/>
                <a:gd name="connsiteY7" fmla="*/ 383108 h 548896"/>
                <a:gd name="connsiteX8" fmla="*/ 77998 w 2915191"/>
                <a:gd name="connsiteY8" fmla="*/ 401195 h 548896"/>
                <a:gd name="connsiteX9" fmla="*/ 87748 w 2915191"/>
                <a:gd name="connsiteY9" fmla="*/ 430028 h 548896"/>
                <a:gd name="connsiteX10" fmla="*/ 97497 w 2915191"/>
                <a:gd name="connsiteY10" fmla="*/ 438754 h 548896"/>
                <a:gd name="connsiteX11" fmla="*/ 107247 w 2915191"/>
                <a:gd name="connsiteY11" fmla="*/ 447384 h 548896"/>
                <a:gd name="connsiteX12" fmla="*/ 116997 w 2915191"/>
                <a:gd name="connsiteY12" fmla="*/ 441195 h 548896"/>
                <a:gd name="connsiteX13" fmla="*/ 126747 w 2915191"/>
                <a:gd name="connsiteY13" fmla="*/ 415819 h 548896"/>
                <a:gd name="connsiteX14" fmla="*/ 136497 w 2915191"/>
                <a:gd name="connsiteY14" fmla="*/ 386205 h 548896"/>
                <a:gd name="connsiteX15" fmla="*/ 146247 w 2915191"/>
                <a:gd name="connsiteY15" fmla="*/ 390636 h 548896"/>
                <a:gd name="connsiteX16" fmla="*/ 155997 w 2915191"/>
                <a:gd name="connsiteY16" fmla="*/ 396635 h 548896"/>
                <a:gd name="connsiteX17" fmla="*/ 165747 w 2915191"/>
                <a:gd name="connsiteY17" fmla="*/ 435830 h 548896"/>
                <a:gd name="connsiteX18" fmla="*/ 175497 w 2915191"/>
                <a:gd name="connsiteY18" fmla="*/ 417514 h 548896"/>
                <a:gd name="connsiteX19" fmla="*/ 185247 w 2915191"/>
                <a:gd name="connsiteY19" fmla="*/ 444036 h 548896"/>
                <a:gd name="connsiteX20" fmla="*/ 194996 w 2915191"/>
                <a:gd name="connsiteY20" fmla="*/ 428706 h 548896"/>
                <a:gd name="connsiteX21" fmla="*/ 204746 w 2915191"/>
                <a:gd name="connsiteY21" fmla="*/ 418950 h 548896"/>
                <a:gd name="connsiteX22" fmla="*/ 214495 w 2915191"/>
                <a:gd name="connsiteY22" fmla="*/ 420673 h 548896"/>
                <a:gd name="connsiteX23" fmla="*/ 224245 w 2915191"/>
                <a:gd name="connsiteY23" fmla="*/ 443236 h 548896"/>
                <a:gd name="connsiteX24" fmla="*/ 233995 w 2915191"/>
                <a:gd name="connsiteY24" fmla="*/ 437527 h 548896"/>
                <a:gd name="connsiteX25" fmla="*/ 243744 w 2915191"/>
                <a:gd name="connsiteY25" fmla="*/ 454175 h 548896"/>
                <a:gd name="connsiteX26" fmla="*/ 253494 w 2915191"/>
                <a:gd name="connsiteY26" fmla="*/ 470196 h 548896"/>
                <a:gd name="connsiteX27" fmla="*/ 263244 w 2915191"/>
                <a:gd name="connsiteY27" fmla="*/ 480661 h 548896"/>
                <a:gd name="connsiteX28" fmla="*/ 272994 w 2915191"/>
                <a:gd name="connsiteY28" fmla="*/ 496164 h 548896"/>
                <a:gd name="connsiteX29" fmla="*/ 282744 w 2915191"/>
                <a:gd name="connsiteY29" fmla="*/ 475373 h 548896"/>
                <a:gd name="connsiteX30" fmla="*/ 292494 w 2915191"/>
                <a:gd name="connsiteY30" fmla="*/ 502783 h 548896"/>
                <a:gd name="connsiteX31" fmla="*/ 302244 w 2915191"/>
                <a:gd name="connsiteY31" fmla="*/ 533390 h 548896"/>
                <a:gd name="connsiteX32" fmla="*/ 311994 w 2915191"/>
                <a:gd name="connsiteY32" fmla="*/ 531135 h 548896"/>
                <a:gd name="connsiteX33" fmla="*/ 321744 w 2915191"/>
                <a:gd name="connsiteY33" fmla="*/ 538714 h 548896"/>
                <a:gd name="connsiteX34" fmla="*/ 331493 w 2915191"/>
                <a:gd name="connsiteY34" fmla="*/ 531168 h 548896"/>
                <a:gd name="connsiteX35" fmla="*/ 341243 w 2915191"/>
                <a:gd name="connsiteY35" fmla="*/ 546015 h 548896"/>
                <a:gd name="connsiteX36" fmla="*/ 350993 w 2915191"/>
                <a:gd name="connsiteY36" fmla="*/ 538592 h 548896"/>
                <a:gd name="connsiteX37" fmla="*/ 360742 w 2915191"/>
                <a:gd name="connsiteY37" fmla="*/ 537503 h 548896"/>
                <a:gd name="connsiteX38" fmla="*/ 370492 w 2915191"/>
                <a:gd name="connsiteY38" fmla="*/ 537624 h 548896"/>
                <a:gd name="connsiteX39" fmla="*/ 380241 w 2915191"/>
                <a:gd name="connsiteY39" fmla="*/ 548896 h 548896"/>
                <a:gd name="connsiteX40" fmla="*/ 389991 w 2915191"/>
                <a:gd name="connsiteY40" fmla="*/ 510791 h 548896"/>
                <a:gd name="connsiteX41" fmla="*/ 399741 w 2915191"/>
                <a:gd name="connsiteY41" fmla="*/ 486139 h 548896"/>
                <a:gd name="connsiteX42" fmla="*/ 409491 w 2915191"/>
                <a:gd name="connsiteY42" fmla="*/ 502014 h 548896"/>
                <a:gd name="connsiteX43" fmla="*/ 419241 w 2915191"/>
                <a:gd name="connsiteY43" fmla="*/ 476770 h 548896"/>
                <a:gd name="connsiteX44" fmla="*/ 428991 w 2915191"/>
                <a:gd name="connsiteY44" fmla="*/ 478436 h 548896"/>
                <a:gd name="connsiteX45" fmla="*/ 438741 w 2915191"/>
                <a:gd name="connsiteY45" fmla="*/ 407870 h 548896"/>
                <a:gd name="connsiteX46" fmla="*/ 448491 w 2915191"/>
                <a:gd name="connsiteY46" fmla="*/ 375413 h 548896"/>
                <a:gd name="connsiteX47" fmla="*/ 458241 w 2915191"/>
                <a:gd name="connsiteY47" fmla="*/ 367717 h 548896"/>
                <a:gd name="connsiteX48" fmla="*/ 467991 w 2915191"/>
                <a:gd name="connsiteY48" fmla="*/ 373646 h 548896"/>
                <a:gd name="connsiteX49" fmla="*/ 477740 w 2915191"/>
                <a:gd name="connsiteY49" fmla="*/ 382324 h 548896"/>
                <a:gd name="connsiteX50" fmla="*/ 487490 w 2915191"/>
                <a:gd name="connsiteY50" fmla="*/ 400583 h 548896"/>
                <a:gd name="connsiteX51" fmla="*/ 497239 w 2915191"/>
                <a:gd name="connsiteY51" fmla="*/ 380907 h 548896"/>
                <a:gd name="connsiteX52" fmla="*/ 506989 w 2915191"/>
                <a:gd name="connsiteY52" fmla="*/ 390063 h 548896"/>
                <a:gd name="connsiteX53" fmla="*/ 516738 w 2915191"/>
                <a:gd name="connsiteY53" fmla="*/ 389583 h 548896"/>
                <a:gd name="connsiteX54" fmla="*/ 526488 w 2915191"/>
                <a:gd name="connsiteY54" fmla="*/ 409464 h 548896"/>
                <a:gd name="connsiteX55" fmla="*/ 536238 w 2915191"/>
                <a:gd name="connsiteY55" fmla="*/ 370925 h 548896"/>
                <a:gd name="connsiteX56" fmla="*/ 545988 w 2915191"/>
                <a:gd name="connsiteY56" fmla="*/ 369101 h 548896"/>
                <a:gd name="connsiteX57" fmla="*/ 555738 w 2915191"/>
                <a:gd name="connsiteY57" fmla="*/ 377473 h 548896"/>
                <a:gd name="connsiteX58" fmla="*/ 565488 w 2915191"/>
                <a:gd name="connsiteY58" fmla="*/ 372007 h 548896"/>
                <a:gd name="connsiteX59" fmla="*/ 575238 w 2915191"/>
                <a:gd name="connsiteY59" fmla="*/ 383323 h 548896"/>
                <a:gd name="connsiteX60" fmla="*/ 584988 w 2915191"/>
                <a:gd name="connsiteY60" fmla="*/ 394780 h 548896"/>
                <a:gd name="connsiteX61" fmla="*/ 594738 w 2915191"/>
                <a:gd name="connsiteY61" fmla="*/ 402873 h 548896"/>
                <a:gd name="connsiteX62" fmla="*/ 604488 w 2915191"/>
                <a:gd name="connsiteY62" fmla="*/ 430815 h 548896"/>
                <a:gd name="connsiteX63" fmla="*/ 614237 w 2915191"/>
                <a:gd name="connsiteY63" fmla="*/ 412986 h 548896"/>
                <a:gd name="connsiteX64" fmla="*/ 623987 w 2915191"/>
                <a:gd name="connsiteY64" fmla="*/ 432509 h 548896"/>
                <a:gd name="connsiteX65" fmla="*/ 633736 w 2915191"/>
                <a:gd name="connsiteY65" fmla="*/ 426223 h 548896"/>
                <a:gd name="connsiteX66" fmla="*/ 643486 w 2915191"/>
                <a:gd name="connsiteY66" fmla="*/ 405264 h 548896"/>
                <a:gd name="connsiteX67" fmla="*/ 653236 w 2915191"/>
                <a:gd name="connsiteY67" fmla="*/ 408858 h 548896"/>
                <a:gd name="connsiteX68" fmla="*/ 662985 w 2915191"/>
                <a:gd name="connsiteY68" fmla="*/ 386343 h 548896"/>
                <a:gd name="connsiteX69" fmla="*/ 672735 w 2915191"/>
                <a:gd name="connsiteY69" fmla="*/ 399945 h 548896"/>
                <a:gd name="connsiteX70" fmla="*/ 682485 w 2915191"/>
                <a:gd name="connsiteY70" fmla="*/ 439171 h 548896"/>
                <a:gd name="connsiteX71" fmla="*/ 692235 w 2915191"/>
                <a:gd name="connsiteY71" fmla="*/ 475412 h 548896"/>
                <a:gd name="connsiteX72" fmla="*/ 701985 w 2915191"/>
                <a:gd name="connsiteY72" fmla="*/ 466737 h 548896"/>
                <a:gd name="connsiteX73" fmla="*/ 711735 w 2915191"/>
                <a:gd name="connsiteY73" fmla="*/ 457022 h 548896"/>
                <a:gd name="connsiteX74" fmla="*/ 721485 w 2915191"/>
                <a:gd name="connsiteY74" fmla="*/ 480392 h 548896"/>
                <a:gd name="connsiteX75" fmla="*/ 731235 w 2915191"/>
                <a:gd name="connsiteY75" fmla="*/ 472520 h 548896"/>
                <a:gd name="connsiteX76" fmla="*/ 740985 w 2915191"/>
                <a:gd name="connsiteY76" fmla="*/ 460605 h 548896"/>
                <a:gd name="connsiteX77" fmla="*/ 750734 w 2915191"/>
                <a:gd name="connsiteY77" fmla="*/ 446482 h 548896"/>
                <a:gd name="connsiteX78" fmla="*/ 760484 w 2915191"/>
                <a:gd name="connsiteY78" fmla="*/ 499094 h 548896"/>
                <a:gd name="connsiteX79" fmla="*/ 770233 w 2915191"/>
                <a:gd name="connsiteY79" fmla="*/ 508744 h 548896"/>
                <a:gd name="connsiteX80" fmla="*/ 779983 w 2915191"/>
                <a:gd name="connsiteY80" fmla="*/ 510819 h 548896"/>
                <a:gd name="connsiteX81" fmla="*/ 789733 w 2915191"/>
                <a:gd name="connsiteY81" fmla="*/ 528547 h 548896"/>
                <a:gd name="connsiteX82" fmla="*/ 799482 w 2915191"/>
                <a:gd name="connsiteY82" fmla="*/ 528080 h 548896"/>
                <a:gd name="connsiteX83" fmla="*/ 809232 w 2915191"/>
                <a:gd name="connsiteY83" fmla="*/ 527938 h 548896"/>
                <a:gd name="connsiteX84" fmla="*/ 818982 w 2915191"/>
                <a:gd name="connsiteY84" fmla="*/ 528747 h 548896"/>
                <a:gd name="connsiteX85" fmla="*/ 828732 w 2915191"/>
                <a:gd name="connsiteY85" fmla="*/ 514706 h 548896"/>
                <a:gd name="connsiteX86" fmla="*/ 838482 w 2915191"/>
                <a:gd name="connsiteY86" fmla="*/ 539084 h 548896"/>
                <a:gd name="connsiteX87" fmla="*/ 848232 w 2915191"/>
                <a:gd name="connsiteY87" fmla="*/ 522551 h 548896"/>
                <a:gd name="connsiteX88" fmla="*/ 857982 w 2915191"/>
                <a:gd name="connsiteY88" fmla="*/ 522135 h 548896"/>
                <a:gd name="connsiteX89" fmla="*/ 867732 w 2915191"/>
                <a:gd name="connsiteY89" fmla="*/ 505070 h 548896"/>
                <a:gd name="connsiteX90" fmla="*/ 877482 w 2915191"/>
                <a:gd name="connsiteY90" fmla="*/ 476531 h 548896"/>
                <a:gd name="connsiteX91" fmla="*/ 887231 w 2915191"/>
                <a:gd name="connsiteY91" fmla="*/ 454571 h 548896"/>
                <a:gd name="connsiteX92" fmla="*/ 896981 w 2915191"/>
                <a:gd name="connsiteY92" fmla="*/ 447248 h 548896"/>
                <a:gd name="connsiteX93" fmla="*/ 906730 w 2915191"/>
                <a:gd name="connsiteY93" fmla="*/ 453373 h 548896"/>
                <a:gd name="connsiteX94" fmla="*/ 916480 w 2915191"/>
                <a:gd name="connsiteY94" fmla="*/ 414226 h 548896"/>
                <a:gd name="connsiteX95" fmla="*/ 926230 w 2915191"/>
                <a:gd name="connsiteY95" fmla="*/ 378743 h 548896"/>
                <a:gd name="connsiteX96" fmla="*/ 935979 w 2915191"/>
                <a:gd name="connsiteY96" fmla="*/ 369466 h 548896"/>
                <a:gd name="connsiteX97" fmla="*/ 945729 w 2915191"/>
                <a:gd name="connsiteY97" fmla="*/ 356725 h 548896"/>
                <a:gd name="connsiteX98" fmla="*/ 955479 w 2915191"/>
                <a:gd name="connsiteY98" fmla="*/ 379639 h 548896"/>
                <a:gd name="connsiteX99" fmla="*/ 965229 w 2915191"/>
                <a:gd name="connsiteY99" fmla="*/ 379839 h 548896"/>
                <a:gd name="connsiteX100" fmla="*/ 974979 w 2915191"/>
                <a:gd name="connsiteY100" fmla="*/ 367589 h 548896"/>
                <a:gd name="connsiteX101" fmla="*/ 984729 w 2915191"/>
                <a:gd name="connsiteY101" fmla="*/ 340854 h 548896"/>
                <a:gd name="connsiteX102" fmla="*/ 994474 w 2915191"/>
                <a:gd name="connsiteY102" fmla="*/ 328891 h 548896"/>
                <a:gd name="connsiteX103" fmla="*/ 1004233 w 2915191"/>
                <a:gd name="connsiteY103" fmla="*/ 321693 h 548896"/>
                <a:gd name="connsiteX104" fmla="*/ 1013977 w 2915191"/>
                <a:gd name="connsiteY104" fmla="*/ 343647 h 548896"/>
                <a:gd name="connsiteX105" fmla="*/ 1023721 w 2915191"/>
                <a:gd name="connsiteY105" fmla="*/ 321672 h 548896"/>
                <a:gd name="connsiteX106" fmla="*/ 1033480 w 2915191"/>
                <a:gd name="connsiteY106" fmla="*/ 315985 h 548896"/>
                <a:gd name="connsiteX107" fmla="*/ 1043224 w 2915191"/>
                <a:gd name="connsiteY107" fmla="*/ 326367 h 548896"/>
                <a:gd name="connsiteX108" fmla="*/ 1052983 w 2915191"/>
                <a:gd name="connsiteY108" fmla="*/ 346525 h 548896"/>
                <a:gd name="connsiteX109" fmla="*/ 1062727 w 2915191"/>
                <a:gd name="connsiteY109" fmla="*/ 387384 h 548896"/>
                <a:gd name="connsiteX110" fmla="*/ 1072471 w 2915191"/>
                <a:gd name="connsiteY110" fmla="*/ 406741 h 548896"/>
                <a:gd name="connsiteX111" fmla="*/ 1082230 w 2915191"/>
                <a:gd name="connsiteY111" fmla="*/ 419463 h 548896"/>
                <a:gd name="connsiteX112" fmla="*/ 1091973 w 2915191"/>
                <a:gd name="connsiteY112" fmla="*/ 416006 h 548896"/>
                <a:gd name="connsiteX113" fmla="*/ 1101732 w 2915191"/>
                <a:gd name="connsiteY113" fmla="*/ 395961 h 548896"/>
                <a:gd name="connsiteX114" fmla="*/ 1111476 w 2915191"/>
                <a:gd name="connsiteY114" fmla="*/ 371834 h 548896"/>
                <a:gd name="connsiteX115" fmla="*/ 1121220 w 2915191"/>
                <a:gd name="connsiteY115" fmla="*/ 353651 h 548896"/>
                <a:gd name="connsiteX116" fmla="*/ 1130979 w 2915191"/>
                <a:gd name="connsiteY116" fmla="*/ 367775 h 548896"/>
                <a:gd name="connsiteX117" fmla="*/ 1140723 w 2915191"/>
                <a:gd name="connsiteY117" fmla="*/ 326477 h 548896"/>
                <a:gd name="connsiteX118" fmla="*/ 1150482 w 2915191"/>
                <a:gd name="connsiteY118" fmla="*/ 325367 h 548896"/>
                <a:gd name="connsiteX119" fmla="*/ 1160226 w 2915191"/>
                <a:gd name="connsiteY119" fmla="*/ 312333 h 548896"/>
                <a:gd name="connsiteX120" fmla="*/ 1169969 w 2915191"/>
                <a:gd name="connsiteY120" fmla="*/ 296286 h 548896"/>
                <a:gd name="connsiteX121" fmla="*/ 1179728 w 2915191"/>
                <a:gd name="connsiteY121" fmla="*/ 320999 h 548896"/>
                <a:gd name="connsiteX122" fmla="*/ 1189472 w 2915191"/>
                <a:gd name="connsiteY122" fmla="*/ 318566 h 548896"/>
                <a:gd name="connsiteX123" fmla="*/ 1199231 w 2915191"/>
                <a:gd name="connsiteY123" fmla="*/ 326514 h 548896"/>
                <a:gd name="connsiteX124" fmla="*/ 1208975 w 2915191"/>
                <a:gd name="connsiteY124" fmla="*/ 316267 h 548896"/>
                <a:gd name="connsiteX125" fmla="*/ 1218719 w 2915191"/>
                <a:gd name="connsiteY125" fmla="*/ 315516 h 548896"/>
                <a:gd name="connsiteX126" fmla="*/ 1228478 w 2915191"/>
                <a:gd name="connsiteY126" fmla="*/ 328025 h 548896"/>
                <a:gd name="connsiteX127" fmla="*/ 1238222 w 2915191"/>
                <a:gd name="connsiteY127" fmla="*/ 329954 h 548896"/>
                <a:gd name="connsiteX128" fmla="*/ 1247966 w 2915191"/>
                <a:gd name="connsiteY128" fmla="*/ 310025 h 548896"/>
                <a:gd name="connsiteX129" fmla="*/ 1257725 w 2915191"/>
                <a:gd name="connsiteY129" fmla="*/ 310966 h 548896"/>
                <a:gd name="connsiteX130" fmla="*/ 1267469 w 2915191"/>
                <a:gd name="connsiteY130" fmla="*/ 332545 h 548896"/>
                <a:gd name="connsiteX131" fmla="*/ 1277227 w 2915191"/>
                <a:gd name="connsiteY131" fmla="*/ 337605 h 548896"/>
                <a:gd name="connsiteX132" fmla="*/ 1286971 w 2915191"/>
                <a:gd name="connsiteY132" fmla="*/ 377299 h 548896"/>
                <a:gd name="connsiteX133" fmla="*/ 1296715 w 2915191"/>
                <a:gd name="connsiteY133" fmla="*/ 350876 h 548896"/>
                <a:gd name="connsiteX134" fmla="*/ 1306474 w 2915191"/>
                <a:gd name="connsiteY134" fmla="*/ 351188 h 548896"/>
                <a:gd name="connsiteX135" fmla="*/ 1316218 w 2915191"/>
                <a:gd name="connsiteY135" fmla="*/ 338414 h 548896"/>
                <a:gd name="connsiteX136" fmla="*/ 1325977 w 2915191"/>
                <a:gd name="connsiteY136" fmla="*/ 320310 h 548896"/>
                <a:gd name="connsiteX137" fmla="*/ 1335721 w 2915191"/>
                <a:gd name="connsiteY137" fmla="*/ 311210 h 548896"/>
                <a:gd name="connsiteX138" fmla="*/ 1345465 w 2915191"/>
                <a:gd name="connsiteY138" fmla="*/ 320103 h 548896"/>
                <a:gd name="connsiteX139" fmla="*/ 1355224 w 2915191"/>
                <a:gd name="connsiteY139" fmla="*/ 300495 h 548896"/>
                <a:gd name="connsiteX140" fmla="*/ 1364967 w 2915191"/>
                <a:gd name="connsiteY140" fmla="*/ 302999 h 548896"/>
                <a:gd name="connsiteX141" fmla="*/ 1374726 w 2915191"/>
                <a:gd name="connsiteY141" fmla="*/ 307023 h 548896"/>
                <a:gd name="connsiteX142" fmla="*/ 1384470 w 2915191"/>
                <a:gd name="connsiteY142" fmla="*/ 334874 h 548896"/>
                <a:gd name="connsiteX143" fmla="*/ 1394214 w 2915191"/>
                <a:gd name="connsiteY143" fmla="*/ 357041 h 548896"/>
                <a:gd name="connsiteX144" fmla="*/ 1403973 w 2915191"/>
                <a:gd name="connsiteY144" fmla="*/ 355220 h 548896"/>
                <a:gd name="connsiteX145" fmla="*/ 1413717 w 2915191"/>
                <a:gd name="connsiteY145" fmla="*/ 343864 h 548896"/>
                <a:gd name="connsiteX146" fmla="*/ 1423476 w 2915191"/>
                <a:gd name="connsiteY146" fmla="*/ 328678 h 548896"/>
                <a:gd name="connsiteX147" fmla="*/ 1433220 w 2915191"/>
                <a:gd name="connsiteY147" fmla="*/ 329092 h 548896"/>
                <a:gd name="connsiteX148" fmla="*/ 1442964 w 2915191"/>
                <a:gd name="connsiteY148" fmla="*/ 315073 h 548896"/>
                <a:gd name="connsiteX149" fmla="*/ 1452722 w 2915191"/>
                <a:gd name="connsiteY149" fmla="*/ 303793 h 548896"/>
                <a:gd name="connsiteX150" fmla="*/ 1462466 w 2915191"/>
                <a:gd name="connsiteY150" fmla="*/ 280692 h 548896"/>
                <a:gd name="connsiteX151" fmla="*/ 1472225 w 2915191"/>
                <a:gd name="connsiteY151" fmla="*/ 261306 h 548896"/>
                <a:gd name="connsiteX152" fmla="*/ 1481969 w 2915191"/>
                <a:gd name="connsiteY152" fmla="*/ 226774 h 548896"/>
                <a:gd name="connsiteX153" fmla="*/ 1491713 w 2915191"/>
                <a:gd name="connsiteY153" fmla="*/ 180436 h 548896"/>
                <a:gd name="connsiteX154" fmla="*/ 1501472 w 2915191"/>
                <a:gd name="connsiteY154" fmla="*/ 203705 h 548896"/>
                <a:gd name="connsiteX155" fmla="*/ 1511216 w 2915191"/>
                <a:gd name="connsiteY155" fmla="*/ 177201 h 548896"/>
                <a:gd name="connsiteX156" fmla="*/ 1520960 w 2915191"/>
                <a:gd name="connsiteY156" fmla="*/ 217419 h 548896"/>
                <a:gd name="connsiteX157" fmla="*/ 1530719 w 2915191"/>
                <a:gd name="connsiteY157" fmla="*/ 237144 h 548896"/>
                <a:gd name="connsiteX158" fmla="*/ 1540463 w 2915191"/>
                <a:gd name="connsiteY158" fmla="*/ 254719 h 548896"/>
                <a:gd name="connsiteX159" fmla="*/ 1550221 w 2915191"/>
                <a:gd name="connsiteY159" fmla="*/ 253938 h 548896"/>
                <a:gd name="connsiteX160" fmla="*/ 1559965 w 2915191"/>
                <a:gd name="connsiteY160" fmla="*/ 240300 h 548896"/>
                <a:gd name="connsiteX161" fmla="*/ 1569709 w 2915191"/>
                <a:gd name="connsiteY161" fmla="*/ 270864 h 548896"/>
                <a:gd name="connsiteX162" fmla="*/ 1579468 w 2915191"/>
                <a:gd name="connsiteY162" fmla="*/ 268994 h 548896"/>
                <a:gd name="connsiteX163" fmla="*/ 1589212 w 2915191"/>
                <a:gd name="connsiteY163" fmla="*/ 281351 h 548896"/>
                <a:gd name="connsiteX164" fmla="*/ 1598971 w 2915191"/>
                <a:gd name="connsiteY164" fmla="*/ 273182 h 548896"/>
                <a:gd name="connsiteX165" fmla="*/ 1608715 w 2915191"/>
                <a:gd name="connsiteY165" fmla="*/ 280871 h 548896"/>
                <a:gd name="connsiteX166" fmla="*/ 1618459 w 2915191"/>
                <a:gd name="connsiteY166" fmla="*/ 291512 h 548896"/>
                <a:gd name="connsiteX167" fmla="*/ 1628218 w 2915191"/>
                <a:gd name="connsiteY167" fmla="*/ 292421 h 548896"/>
                <a:gd name="connsiteX168" fmla="*/ 1637962 w 2915191"/>
                <a:gd name="connsiteY168" fmla="*/ 249583 h 548896"/>
                <a:gd name="connsiteX169" fmla="*/ 1647720 w 2915191"/>
                <a:gd name="connsiteY169" fmla="*/ 254056 h 548896"/>
                <a:gd name="connsiteX170" fmla="*/ 1657464 w 2915191"/>
                <a:gd name="connsiteY170" fmla="*/ 240566 h 548896"/>
                <a:gd name="connsiteX171" fmla="*/ 1667208 w 2915191"/>
                <a:gd name="connsiteY171" fmla="*/ 212988 h 548896"/>
                <a:gd name="connsiteX172" fmla="*/ 1676967 w 2915191"/>
                <a:gd name="connsiteY172" fmla="*/ 205932 h 548896"/>
                <a:gd name="connsiteX173" fmla="*/ 1686711 w 2915191"/>
                <a:gd name="connsiteY173" fmla="*/ 196802 h 548896"/>
                <a:gd name="connsiteX174" fmla="*/ 1696470 w 2915191"/>
                <a:gd name="connsiteY174" fmla="*/ 154242 h 548896"/>
                <a:gd name="connsiteX175" fmla="*/ 1706214 w 2915191"/>
                <a:gd name="connsiteY175" fmla="*/ 149297 h 548896"/>
                <a:gd name="connsiteX176" fmla="*/ 1715958 w 2915191"/>
                <a:gd name="connsiteY176" fmla="*/ 119457 h 548896"/>
                <a:gd name="connsiteX177" fmla="*/ 1725716 w 2915191"/>
                <a:gd name="connsiteY177" fmla="*/ 87296 h 548896"/>
                <a:gd name="connsiteX178" fmla="*/ 1735460 w 2915191"/>
                <a:gd name="connsiteY178" fmla="*/ 96201 h 548896"/>
                <a:gd name="connsiteX179" fmla="*/ 1745219 w 2915191"/>
                <a:gd name="connsiteY179" fmla="*/ 100885 h 548896"/>
                <a:gd name="connsiteX180" fmla="*/ 1754963 w 2915191"/>
                <a:gd name="connsiteY180" fmla="*/ 76103 h 548896"/>
                <a:gd name="connsiteX181" fmla="*/ 1764707 w 2915191"/>
                <a:gd name="connsiteY181" fmla="*/ 88235 h 548896"/>
                <a:gd name="connsiteX182" fmla="*/ 1774466 w 2915191"/>
                <a:gd name="connsiteY182" fmla="*/ 80414 h 548896"/>
                <a:gd name="connsiteX183" fmla="*/ 1784210 w 2915191"/>
                <a:gd name="connsiteY183" fmla="*/ 77309 h 548896"/>
                <a:gd name="connsiteX184" fmla="*/ 1793969 w 2915191"/>
                <a:gd name="connsiteY184" fmla="*/ 109615 h 548896"/>
                <a:gd name="connsiteX185" fmla="*/ 1803713 w 2915191"/>
                <a:gd name="connsiteY185" fmla="*/ 106134 h 548896"/>
                <a:gd name="connsiteX186" fmla="*/ 1813457 w 2915191"/>
                <a:gd name="connsiteY186" fmla="*/ 111510 h 548896"/>
                <a:gd name="connsiteX187" fmla="*/ 1823215 w 2915191"/>
                <a:gd name="connsiteY187" fmla="*/ 94911 h 548896"/>
                <a:gd name="connsiteX188" fmla="*/ 1832959 w 2915191"/>
                <a:gd name="connsiteY188" fmla="*/ 44894 h 548896"/>
                <a:gd name="connsiteX189" fmla="*/ 1842703 w 2915191"/>
                <a:gd name="connsiteY189" fmla="*/ 49736 h 548896"/>
                <a:gd name="connsiteX190" fmla="*/ 1852462 w 2915191"/>
                <a:gd name="connsiteY190" fmla="*/ 23499 h 548896"/>
                <a:gd name="connsiteX191" fmla="*/ 1862206 w 2915191"/>
                <a:gd name="connsiteY191" fmla="*/ 50360 h 548896"/>
                <a:gd name="connsiteX192" fmla="*/ 1871965 w 2915191"/>
                <a:gd name="connsiteY192" fmla="*/ 40786 h 548896"/>
                <a:gd name="connsiteX193" fmla="*/ 1881709 w 2915191"/>
                <a:gd name="connsiteY193" fmla="*/ 21893 h 548896"/>
                <a:gd name="connsiteX194" fmla="*/ 1891453 w 2915191"/>
                <a:gd name="connsiteY194" fmla="*/ 10817 h 548896"/>
                <a:gd name="connsiteX195" fmla="*/ 1901212 w 2915191"/>
                <a:gd name="connsiteY195" fmla="*/ 31683 h 548896"/>
                <a:gd name="connsiteX196" fmla="*/ 1910956 w 2915191"/>
                <a:gd name="connsiteY196" fmla="*/ 19229 h 548896"/>
                <a:gd name="connsiteX197" fmla="*/ 1920714 w 2915191"/>
                <a:gd name="connsiteY197" fmla="*/ 26599 h 548896"/>
                <a:gd name="connsiteX198" fmla="*/ 1930458 w 2915191"/>
                <a:gd name="connsiteY198" fmla="*/ 48349 h 548896"/>
                <a:gd name="connsiteX199" fmla="*/ 1940202 w 2915191"/>
                <a:gd name="connsiteY199" fmla="*/ 39755 h 548896"/>
                <a:gd name="connsiteX200" fmla="*/ 1949961 w 2915191"/>
                <a:gd name="connsiteY200" fmla="*/ 48358 h 548896"/>
                <a:gd name="connsiteX201" fmla="*/ 1959705 w 2915191"/>
                <a:gd name="connsiteY201" fmla="*/ 41430 h 548896"/>
                <a:gd name="connsiteX202" fmla="*/ 1969464 w 2915191"/>
                <a:gd name="connsiteY202" fmla="*/ 20118 h 548896"/>
                <a:gd name="connsiteX203" fmla="*/ 1979208 w 2915191"/>
                <a:gd name="connsiteY203" fmla="*/ 55685 h 548896"/>
                <a:gd name="connsiteX204" fmla="*/ 1988952 w 2915191"/>
                <a:gd name="connsiteY204" fmla="*/ 50566 h 548896"/>
                <a:gd name="connsiteX205" fmla="*/ 1998711 w 2915191"/>
                <a:gd name="connsiteY205" fmla="*/ 38918 h 548896"/>
                <a:gd name="connsiteX206" fmla="*/ 2008454 w 2915191"/>
                <a:gd name="connsiteY206" fmla="*/ 52617 h 548896"/>
                <a:gd name="connsiteX207" fmla="*/ 2018213 w 2915191"/>
                <a:gd name="connsiteY207" fmla="*/ 97757 h 548896"/>
                <a:gd name="connsiteX208" fmla="*/ 2027957 w 2915191"/>
                <a:gd name="connsiteY208" fmla="*/ 109455 h 548896"/>
                <a:gd name="connsiteX209" fmla="*/ 2037701 w 2915191"/>
                <a:gd name="connsiteY209" fmla="*/ 124432 h 548896"/>
                <a:gd name="connsiteX210" fmla="*/ 2047460 w 2915191"/>
                <a:gd name="connsiteY210" fmla="*/ 115205 h 548896"/>
                <a:gd name="connsiteX211" fmla="*/ 2057204 w 2915191"/>
                <a:gd name="connsiteY211" fmla="*/ 135161 h 548896"/>
                <a:gd name="connsiteX212" fmla="*/ 2066963 w 2915191"/>
                <a:gd name="connsiteY212" fmla="*/ 122945 h 548896"/>
                <a:gd name="connsiteX213" fmla="*/ 2076707 w 2915191"/>
                <a:gd name="connsiteY213" fmla="*/ 130646 h 548896"/>
                <a:gd name="connsiteX214" fmla="*/ 2086451 w 2915191"/>
                <a:gd name="connsiteY214" fmla="*/ 164498 h 548896"/>
                <a:gd name="connsiteX215" fmla="*/ 2096210 w 2915191"/>
                <a:gd name="connsiteY215" fmla="*/ 171209 h 548896"/>
                <a:gd name="connsiteX216" fmla="*/ 2105954 w 2915191"/>
                <a:gd name="connsiteY216" fmla="*/ 189442 h 548896"/>
                <a:gd name="connsiteX217" fmla="*/ 2115697 w 2915191"/>
                <a:gd name="connsiteY217" fmla="*/ 149902 h 548896"/>
                <a:gd name="connsiteX218" fmla="*/ 2125456 w 2915191"/>
                <a:gd name="connsiteY218" fmla="*/ 161340 h 548896"/>
                <a:gd name="connsiteX219" fmla="*/ 2135200 w 2915191"/>
                <a:gd name="connsiteY219" fmla="*/ 165634 h 548896"/>
                <a:gd name="connsiteX220" fmla="*/ 2144959 w 2915191"/>
                <a:gd name="connsiteY220" fmla="*/ 176186 h 548896"/>
                <a:gd name="connsiteX221" fmla="*/ 2154703 w 2915191"/>
                <a:gd name="connsiteY221" fmla="*/ 169498 h 548896"/>
                <a:gd name="connsiteX222" fmla="*/ 2164447 w 2915191"/>
                <a:gd name="connsiteY222" fmla="*/ 164172 h 548896"/>
                <a:gd name="connsiteX223" fmla="*/ 2174206 w 2915191"/>
                <a:gd name="connsiteY223" fmla="*/ 146299 h 548896"/>
                <a:gd name="connsiteX224" fmla="*/ 2183950 w 2915191"/>
                <a:gd name="connsiteY224" fmla="*/ 123252 h 548896"/>
                <a:gd name="connsiteX225" fmla="*/ 2193709 w 2915191"/>
                <a:gd name="connsiteY225" fmla="*/ 148042 h 548896"/>
                <a:gd name="connsiteX226" fmla="*/ 2203452 w 2915191"/>
                <a:gd name="connsiteY226" fmla="*/ 150057 h 548896"/>
                <a:gd name="connsiteX227" fmla="*/ 2213196 w 2915191"/>
                <a:gd name="connsiteY227" fmla="*/ 171461 h 548896"/>
                <a:gd name="connsiteX228" fmla="*/ 2222955 w 2915191"/>
                <a:gd name="connsiteY228" fmla="*/ 208422 h 548896"/>
                <a:gd name="connsiteX229" fmla="*/ 2232699 w 2915191"/>
                <a:gd name="connsiteY229" fmla="*/ 198344 h 548896"/>
                <a:gd name="connsiteX230" fmla="*/ 2242458 w 2915191"/>
                <a:gd name="connsiteY230" fmla="*/ 181686 h 548896"/>
                <a:gd name="connsiteX231" fmla="*/ 2252202 w 2915191"/>
                <a:gd name="connsiteY231" fmla="*/ 186005 h 548896"/>
                <a:gd name="connsiteX232" fmla="*/ 2261946 w 2915191"/>
                <a:gd name="connsiteY232" fmla="*/ 159815 h 548896"/>
                <a:gd name="connsiteX233" fmla="*/ 2271705 w 2915191"/>
                <a:gd name="connsiteY233" fmla="*/ 150952 h 548896"/>
                <a:gd name="connsiteX234" fmla="*/ 2281449 w 2915191"/>
                <a:gd name="connsiteY234" fmla="*/ 158591 h 548896"/>
                <a:gd name="connsiteX235" fmla="*/ 2291208 w 2915191"/>
                <a:gd name="connsiteY235" fmla="*/ 160113 h 548896"/>
                <a:gd name="connsiteX236" fmla="*/ 2300951 w 2915191"/>
                <a:gd name="connsiteY236" fmla="*/ 184201 h 548896"/>
                <a:gd name="connsiteX237" fmla="*/ 2310695 w 2915191"/>
                <a:gd name="connsiteY237" fmla="*/ 177787 h 548896"/>
                <a:gd name="connsiteX238" fmla="*/ 2320454 w 2915191"/>
                <a:gd name="connsiteY238" fmla="*/ 168564 h 548896"/>
                <a:gd name="connsiteX239" fmla="*/ 2330198 w 2915191"/>
                <a:gd name="connsiteY239" fmla="*/ 179485 h 548896"/>
                <a:gd name="connsiteX240" fmla="*/ 2339957 w 2915191"/>
                <a:gd name="connsiteY240" fmla="*/ 175663 h 548896"/>
                <a:gd name="connsiteX241" fmla="*/ 2349701 w 2915191"/>
                <a:gd name="connsiteY241" fmla="*/ 178724 h 548896"/>
                <a:gd name="connsiteX242" fmla="*/ 2359445 w 2915191"/>
                <a:gd name="connsiteY242" fmla="*/ 166982 h 548896"/>
                <a:gd name="connsiteX243" fmla="*/ 2369204 w 2915191"/>
                <a:gd name="connsiteY243" fmla="*/ 194175 h 548896"/>
                <a:gd name="connsiteX244" fmla="*/ 2378948 w 2915191"/>
                <a:gd name="connsiteY244" fmla="*/ 186210 h 548896"/>
                <a:gd name="connsiteX245" fmla="*/ 2388692 w 2915191"/>
                <a:gd name="connsiteY245" fmla="*/ 156459 h 548896"/>
                <a:gd name="connsiteX246" fmla="*/ 2398450 w 2915191"/>
                <a:gd name="connsiteY246" fmla="*/ 155376 h 548896"/>
                <a:gd name="connsiteX247" fmla="*/ 2408194 w 2915191"/>
                <a:gd name="connsiteY247" fmla="*/ 150863 h 548896"/>
                <a:gd name="connsiteX248" fmla="*/ 2417953 w 2915191"/>
                <a:gd name="connsiteY248" fmla="*/ 155162 h 548896"/>
                <a:gd name="connsiteX249" fmla="*/ 2427697 w 2915191"/>
                <a:gd name="connsiteY249" fmla="*/ 163007 h 548896"/>
                <a:gd name="connsiteX250" fmla="*/ 2437441 w 2915191"/>
                <a:gd name="connsiteY250" fmla="*/ 167983 h 548896"/>
                <a:gd name="connsiteX251" fmla="*/ 2447200 w 2915191"/>
                <a:gd name="connsiteY251" fmla="*/ 164549 h 548896"/>
                <a:gd name="connsiteX252" fmla="*/ 2456944 w 2915191"/>
                <a:gd name="connsiteY252" fmla="*/ 161024 h 548896"/>
                <a:gd name="connsiteX253" fmla="*/ 2466703 w 2915191"/>
                <a:gd name="connsiteY253" fmla="*/ 143923 h 548896"/>
                <a:gd name="connsiteX254" fmla="*/ 2476446 w 2915191"/>
                <a:gd name="connsiteY254" fmla="*/ 138131 h 548896"/>
                <a:gd name="connsiteX255" fmla="*/ 2486190 w 2915191"/>
                <a:gd name="connsiteY255" fmla="*/ 64907 h 548896"/>
                <a:gd name="connsiteX256" fmla="*/ 2495949 w 2915191"/>
                <a:gd name="connsiteY256" fmla="*/ 80040 h 548896"/>
                <a:gd name="connsiteX257" fmla="*/ 2505693 w 2915191"/>
                <a:gd name="connsiteY257" fmla="*/ 74855 h 548896"/>
                <a:gd name="connsiteX258" fmla="*/ 2515452 w 2915191"/>
                <a:gd name="connsiteY258" fmla="*/ 125154 h 548896"/>
                <a:gd name="connsiteX259" fmla="*/ 2525196 w 2915191"/>
                <a:gd name="connsiteY259" fmla="*/ 177840 h 548896"/>
                <a:gd name="connsiteX260" fmla="*/ 2534940 w 2915191"/>
                <a:gd name="connsiteY260" fmla="*/ 208286 h 548896"/>
                <a:gd name="connsiteX261" fmla="*/ 2544699 w 2915191"/>
                <a:gd name="connsiteY261" fmla="*/ 181562 h 548896"/>
                <a:gd name="connsiteX262" fmla="*/ 2554443 w 2915191"/>
                <a:gd name="connsiteY262" fmla="*/ 183132 h 548896"/>
                <a:gd name="connsiteX263" fmla="*/ 2564202 w 2915191"/>
                <a:gd name="connsiteY263" fmla="*/ 161879 h 548896"/>
                <a:gd name="connsiteX264" fmla="*/ 2573946 w 2915191"/>
                <a:gd name="connsiteY264" fmla="*/ 134977 h 548896"/>
                <a:gd name="connsiteX265" fmla="*/ 2583690 w 2915191"/>
                <a:gd name="connsiteY265" fmla="*/ 155131 h 548896"/>
                <a:gd name="connsiteX266" fmla="*/ 2593448 w 2915191"/>
                <a:gd name="connsiteY266" fmla="*/ 174053 h 548896"/>
                <a:gd name="connsiteX267" fmla="*/ 2603192 w 2915191"/>
                <a:gd name="connsiteY267" fmla="*/ 169723 h 548896"/>
                <a:gd name="connsiteX268" fmla="*/ 2612951 w 2915191"/>
                <a:gd name="connsiteY268" fmla="*/ 179421 h 548896"/>
                <a:gd name="connsiteX269" fmla="*/ 2622695 w 2915191"/>
                <a:gd name="connsiteY269" fmla="*/ 130405 h 548896"/>
                <a:gd name="connsiteX270" fmla="*/ 2632439 w 2915191"/>
                <a:gd name="connsiteY270" fmla="*/ 92500 h 548896"/>
                <a:gd name="connsiteX271" fmla="*/ 2642198 w 2915191"/>
                <a:gd name="connsiteY271" fmla="*/ 114837 h 548896"/>
                <a:gd name="connsiteX272" fmla="*/ 2651942 w 2915191"/>
                <a:gd name="connsiteY272" fmla="*/ 132276 h 548896"/>
                <a:gd name="connsiteX273" fmla="*/ 2661685 w 2915191"/>
                <a:gd name="connsiteY273" fmla="*/ 134581 h 548896"/>
                <a:gd name="connsiteX274" fmla="*/ 2671444 w 2915191"/>
                <a:gd name="connsiteY274" fmla="*/ 76268 h 548896"/>
                <a:gd name="connsiteX275" fmla="*/ 2681188 w 2915191"/>
                <a:gd name="connsiteY275" fmla="*/ 47505 h 548896"/>
                <a:gd name="connsiteX276" fmla="*/ 2690947 w 2915191"/>
                <a:gd name="connsiteY276" fmla="*/ 27657 h 548896"/>
                <a:gd name="connsiteX277" fmla="*/ 2700691 w 2915191"/>
                <a:gd name="connsiteY277" fmla="*/ 40625 h 548896"/>
                <a:gd name="connsiteX278" fmla="*/ 2710435 w 2915191"/>
                <a:gd name="connsiteY278" fmla="*/ 40318 h 548896"/>
                <a:gd name="connsiteX279" fmla="*/ 2720194 w 2915191"/>
                <a:gd name="connsiteY279" fmla="*/ 54953 h 548896"/>
                <a:gd name="connsiteX280" fmla="*/ 2729938 w 2915191"/>
                <a:gd name="connsiteY280" fmla="*/ 83869 h 548896"/>
                <a:gd name="connsiteX281" fmla="*/ 2739697 w 2915191"/>
                <a:gd name="connsiteY281" fmla="*/ 72962 h 548896"/>
                <a:gd name="connsiteX282" fmla="*/ 2749441 w 2915191"/>
                <a:gd name="connsiteY282" fmla="*/ 84291 h 548896"/>
                <a:gd name="connsiteX283" fmla="*/ 2759185 w 2915191"/>
                <a:gd name="connsiteY283" fmla="*/ 9827 h 548896"/>
                <a:gd name="connsiteX284" fmla="*/ 2768943 w 2915191"/>
                <a:gd name="connsiteY284" fmla="*/ 0 h 548896"/>
                <a:gd name="connsiteX285" fmla="*/ 2778687 w 2915191"/>
                <a:gd name="connsiteY285" fmla="*/ 28222 h 548896"/>
                <a:gd name="connsiteX286" fmla="*/ 2788446 w 2915191"/>
                <a:gd name="connsiteY286" fmla="*/ 24801 h 548896"/>
                <a:gd name="connsiteX287" fmla="*/ 2798190 w 2915191"/>
                <a:gd name="connsiteY287" fmla="*/ 11147 h 548896"/>
                <a:gd name="connsiteX288" fmla="*/ 2807934 w 2915191"/>
                <a:gd name="connsiteY288" fmla="*/ 29105 h 548896"/>
                <a:gd name="connsiteX289" fmla="*/ 2817693 w 2915191"/>
                <a:gd name="connsiteY289" fmla="*/ 37776 h 548896"/>
                <a:gd name="connsiteX290" fmla="*/ 2827437 w 2915191"/>
                <a:gd name="connsiteY290" fmla="*/ 29099 h 548896"/>
                <a:gd name="connsiteX291" fmla="*/ 2837196 w 2915191"/>
                <a:gd name="connsiteY291" fmla="*/ 54584 h 548896"/>
                <a:gd name="connsiteX292" fmla="*/ 2846940 w 2915191"/>
                <a:gd name="connsiteY292" fmla="*/ 64232 h 548896"/>
                <a:gd name="connsiteX293" fmla="*/ 2856684 w 2915191"/>
                <a:gd name="connsiteY293" fmla="*/ 100464 h 548896"/>
                <a:gd name="connsiteX294" fmla="*/ 2866442 w 2915191"/>
                <a:gd name="connsiteY294" fmla="*/ 133222 h 548896"/>
                <a:gd name="connsiteX295" fmla="*/ 2876186 w 2915191"/>
                <a:gd name="connsiteY295" fmla="*/ 134366 h 548896"/>
                <a:gd name="connsiteX296" fmla="*/ 2885945 w 2915191"/>
                <a:gd name="connsiteY296" fmla="*/ 92804 h 548896"/>
                <a:gd name="connsiteX297" fmla="*/ 2895689 w 2915191"/>
                <a:gd name="connsiteY297" fmla="*/ 85286 h 548896"/>
                <a:gd name="connsiteX298" fmla="*/ 2905433 w 2915191"/>
                <a:gd name="connsiteY298" fmla="*/ 146914 h 548896"/>
                <a:gd name="connsiteX299" fmla="*/ 2915192 w 2915191"/>
                <a:gd name="connsiteY299" fmla="*/ 142171 h 548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48896">
                  <a:moveTo>
                    <a:pt x="0" y="413469"/>
                  </a:moveTo>
                  <a:lnTo>
                    <a:pt x="9750" y="382581"/>
                  </a:lnTo>
                  <a:lnTo>
                    <a:pt x="19500" y="391520"/>
                  </a:lnTo>
                  <a:lnTo>
                    <a:pt x="29250" y="432322"/>
                  </a:lnTo>
                  <a:lnTo>
                    <a:pt x="39000" y="456527"/>
                  </a:lnTo>
                  <a:lnTo>
                    <a:pt x="48749" y="448780"/>
                  </a:lnTo>
                  <a:lnTo>
                    <a:pt x="58499" y="436807"/>
                  </a:lnTo>
                  <a:lnTo>
                    <a:pt x="68249" y="383108"/>
                  </a:lnTo>
                  <a:lnTo>
                    <a:pt x="77998" y="401195"/>
                  </a:lnTo>
                  <a:lnTo>
                    <a:pt x="87748" y="430028"/>
                  </a:lnTo>
                  <a:lnTo>
                    <a:pt x="97497" y="438754"/>
                  </a:lnTo>
                  <a:lnTo>
                    <a:pt x="107247" y="447384"/>
                  </a:lnTo>
                  <a:lnTo>
                    <a:pt x="116997" y="441195"/>
                  </a:lnTo>
                  <a:lnTo>
                    <a:pt x="126747" y="415819"/>
                  </a:lnTo>
                  <a:lnTo>
                    <a:pt x="136497" y="386205"/>
                  </a:lnTo>
                  <a:lnTo>
                    <a:pt x="146247" y="390636"/>
                  </a:lnTo>
                  <a:lnTo>
                    <a:pt x="155997" y="396635"/>
                  </a:lnTo>
                  <a:lnTo>
                    <a:pt x="165747" y="435830"/>
                  </a:lnTo>
                  <a:lnTo>
                    <a:pt x="175497" y="417514"/>
                  </a:lnTo>
                  <a:lnTo>
                    <a:pt x="185247" y="444036"/>
                  </a:lnTo>
                  <a:lnTo>
                    <a:pt x="194996" y="428706"/>
                  </a:lnTo>
                  <a:lnTo>
                    <a:pt x="204746" y="418950"/>
                  </a:lnTo>
                  <a:lnTo>
                    <a:pt x="214495" y="420673"/>
                  </a:lnTo>
                  <a:lnTo>
                    <a:pt x="224245" y="443236"/>
                  </a:lnTo>
                  <a:lnTo>
                    <a:pt x="233995" y="437527"/>
                  </a:lnTo>
                  <a:lnTo>
                    <a:pt x="243744" y="454175"/>
                  </a:lnTo>
                  <a:lnTo>
                    <a:pt x="253494" y="470196"/>
                  </a:lnTo>
                  <a:lnTo>
                    <a:pt x="263244" y="480661"/>
                  </a:lnTo>
                  <a:lnTo>
                    <a:pt x="272994" y="496164"/>
                  </a:lnTo>
                  <a:lnTo>
                    <a:pt x="282744" y="475373"/>
                  </a:lnTo>
                  <a:lnTo>
                    <a:pt x="292494" y="502783"/>
                  </a:lnTo>
                  <a:lnTo>
                    <a:pt x="302244" y="533390"/>
                  </a:lnTo>
                  <a:lnTo>
                    <a:pt x="311994" y="531135"/>
                  </a:lnTo>
                  <a:lnTo>
                    <a:pt x="321744" y="538714"/>
                  </a:lnTo>
                  <a:lnTo>
                    <a:pt x="331493" y="531168"/>
                  </a:lnTo>
                  <a:lnTo>
                    <a:pt x="341243" y="546015"/>
                  </a:lnTo>
                  <a:lnTo>
                    <a:pt x="350993" y="538592"/>
                  </a:lnTo>
                  <a:lnTo>
                    <a:pt x="360742" y="537503"/>
                  </a:lnTo>
                  <a:lnTo>
                    <a:pt x="370492" y="537624"/>
                  </a:lnTo>
                  <a:lnTo>
                    <a:pt x="380241" y="548896"/>
                  </a:lnTo>
                  <a:lnTo>
                    <a:pt x="389991" y="510791"/>
                  </a:lnTo>
                  <a:lnTo>
                    <a:pt x="399741" y="486139"/>
                  </a:lnTo>
                  <a:lnTo>
                    <a:pt x="409491" y="502014"/>
                  </a:lnTo>
                  <a:lnTo>
                    <a:pt x="419241" y="476770"/>
                  </a:lnTo>
                  <a:lnTo>
                    <a:pt x="428991" y="478436"/>
                  </a:lnTo>
                  <a:lnTo>
                    <a:pt x="438741" y="407870"/>
                  </a:lnTo>
                  <a:lnTo>
                    <a:pt x="448491" y="375413"/>
                  </a:lnTo>
                  <a:lnTo>
                    <a:pt x="458241" y="367717"/>
                  </a:lnTo>
                  <a:lnTo>
                    <a:pt x="467991" y="373646"/>
                  </a:lnTo>
                  <a:lnTo>
                    <a:pt x="477740" y="382324"/>
                  </a:lnTo>
                  <a:lnTo>
                    <a:pt x="487490" y="400583"/>
                  </a:lnTo>
                  <a:lnTo>
                    <a:pt x="497239" y="380907"/>
                  </a:lnTo>
                  <a:lnTo>
                    <a:pt x="506989" y="390063"/>
                  </a:lnTo>
                  <a:lnTo>
                    <a:pt x="516738" y="389583"/>
                  </a:lnTo>
                  <a:lnTo>
                    <a:pt x="526488" y="409464"/>
                  </a:lnTo>
                  <a:lnTo>
                    <a:pt x="536238" y="370925"/>
                  </a:lnTo>
                  <a:lnTo>
                    <a:pt x="545988" y="369101"/>
                  </a:lnTo>
                  <a:lnTo>
                    <a:pt x="555738" y="377473"/>
                  </a:lnTo>
                  <a:lnTo>
                    <a:pt x="565488" y="372007"/>
                  </a:lnTo>
                  <a:lnTo>
                    <a:pt x="575238" y="383323"/>
                  </a:lnTo>
                  <a:lnTo>
                    <a:pt x="584988" y="394780"/>
                  </a:lnTo>
                  <a:lnTo>
                    <a:pt x="594738" y="402873"/>
                  </a:lnTo>
                  <a:lnTo>
                    <a:pt x="604488" y="430815"/>
                  </a:lnTo>
                  <a:lnTo>
                    <a:pt x="614237" y="412986"/>
                  </a:lnTo>
                  <a:lnTo>
                    <a:pt x="623987" y="432509"/>
                  </a:lnTo>
                  <a:lnTo>
                    <a:pt x="633736" y="426223"/>
                  </a:lnTo>
                  <a:lnTo>
                    <a:pt x="643486" y="405264"/>
                  </a:lnTo>
                  <a:lnTo>
                    <a:pt x="653236" y="408858"/>
                  </a:lnTo>
                  <a:lnTo>
                    <a:pt x="662985" y="386343"/>
                  </a:lnTo>
                  <a:lnTo>
                    <a:pt x="672735" y="399945"/>
                  </a:lnTo>
                  <a:lnTo>
                    <a:pt x="682485" y="439171"/>
                  </a:lnTo>
                  <a:lnTo>
                    <a:pt x="692235" y="475412"/>
                  </a:lnTo>
                  <a:lnTo>
                    <a:pt x="701985" y="466737"/>
                  </a:lnTo>
                  <a:lnTo>
                    <a:pt x="711735" y="457022"/>
                  </a:lnTo>
                  <a:lnTo>
                    <a:pt x="721485" y="480392"/>
                  </a:lnTo>
                  <a:lnTo>
                    <a:pt x="731235" y="472520"/>
                  </a:lnTo>
                  <a:lnTo>
                    <a:pt x="740985" y="460605"/>
                  </a:lnTo>
                  <a:lnTo>
                    <a:pt x="750734" y="446482"/>
                  </a:lnTo>
                  <a:lnTo>
                    <a:pt x="760484" y="499094"/>
                  </a:lnTo>
                  <a:lnTo>
                    <a:pt x="770233" y="508744"/>
                  </a:lnTo>
                  <a:lnTo>
                    <a:pt x="779983" y="510819"/>
                  </a:lnTo>
                  <a:lnTo>
                    <a:pt x="789733" y="528547"/>
                  </a:lnTo>
                  <a:lnTo>
                    <a:pt x="799482" y="528080"/>
                  </a:lnTo>
                  <a:lnTo>
                    <a:pt x="809232" y="527938"/>
                  </a:lnTo>
                  <a:lnTo>
                    <a:pt x="818982" y="528747"/>
                  </a:lnTo>
                  <a:lnTo>
                    <a:pt x="828732" y="514706"/>
                  </a:lnTo>
                  <a:lnTo>
                    <a:pt x="838482" y="539084"/>
                  </a:lnTo>
                  <a:lnTo>
                    <a:pt x="848232" y="522551"/>
                  </a:lnTo>
                  <a:lnTo>
                    <a:pt x="857982" y="522135"/>
                  </a:lnTo>
                  <a:lnTo>
                    <a:pt x="867732" y="505070"/>
                  </a:lnTo>
                  <a:lnTo>
                    <a:pt x="877482" y="476531"/>
                  </a:lnTo>
                  <a:lnTo>
                    <a:pt x="887231" y="454571"/>
                  </a:lnTo>
                  <a:lnTo>
                    <a:pt x="896981" y="447248"/>
                  </a:lnTo>
                  <a:lnTo>
                    <a:pt x="906730" y="453373"/>
                  </a:lnTo>
                  <a:lnTo>
                    <a:pt x="916480" y="414226"/>
                  </a:lnTo>
                  <a:lnTo>
                    <a:pt x="926230" y="378743"/>
                  </a:lnTo>
                  <a:lnTo>
                    <a:pt x="935979" y="369466"/>
                  </a:lnTo>
                  <a:lnTo>
                    <a:pt x="945729" y="356725"/>
                  </a:lnTo>
                  <a:lnTo>
                    <a:pt x="955479" y="379639"/>
                  </a:lnTo>
                  <a:lnTo>
                    <a:pt x="965229" y="379839"/>
                  </a:lnTo>
                  <a:lnTo>
                    <a:pt x="974979" y="367589"/>
                  </a:lnTo>
                  <a:lnTo>
                    <a:pt x="984729" y="340854"/>
                  </a:lnTo>
                  <a:lnTo>
                    <a:pt x="994474" y="328891"/>
                  </a:lnTo>
                  <a:lnTo>
                    <a:pt x="1004233" y="321693"/>
                  </a:lnTo>
                  <a:lnTo>
                    <a:pt x="1013977" y="343647"/>
                  </a:lnTo>
                  <a:lnTo>
                    <a:pt x="1023721" y="321672"/>
                  </a:lnTo>
                  <a:lnTo>
                    <a:pt x="1033480" y="315985"/>
                  </a:lnTo>
                  <a:lnTo>
                    <a:pt x="1043224" y="326367"/>
                  </a:lnTo>
                  <a:lnTo>
                    <a:pt x="1052983" y="346525"/>
                  </a:lnTo>
                  <a:lnTo>
                    <a:pt x="1062727" y="387384"/>
                  </a:lnTo>
                  <a:lnTo>
                    <a:pt x="1072471" y="406741"/>
                  </a:lnTo>
                  <a:lnTo>
                    <a:pt x="1082230" y="419463"/>
                  </a:lnTo>
                  <a:lnTo>
                    <a:pt x="1091973" y="416006"/>
                  </a:lnTo>
                  <a:lnTo>
                    <a:pt x="1101732" y="395961"/>
                  </a:lnTo>
                  <a:lnTo>
                    <a:pt x="1111476" y="371834"/>
                  </a:lnTo>
                  <a:lnTo>
                    <a:pt x="1121220" y="353651"/>
                  </a:lnTo>
                  <a:lnTo>
                    <a:pt x="1130979" y="367775"/>
                  </a:lnTo>
                  <a:lnTo>
                    <a:pt x="1140723" y="326477"/>
                  </a:lnTo>
                  <a:lnTo>
                    <a:pt x="1150482" y="325367"/>
                  </a:lnTo>
                  <a:lnTo>
                    <a:pt x="1160226" y="312333"/>
                  </a:lnTo>
                  <a:lnTo>
                    <a:pt x="1169969" y="296286"/>
                  </a:lnTo>
                  <a:lnTo>
                    <a:pt x="1179728" y="320999"/>
                  </a:lnTo>
                  <a:lnTo>
                    <a:pt x="1189472" y="318566"/>
                  </a:lnTo>
                  <a:lnTo>
                    <a:pt x="1199231" y="326514"/>
                  </a:lnTo>
                  <a:lnTo>
                    <a:pt x="1208975" y="316267"/>
                  </a:lnTo>
                  <a:lnTo>
                    <a:pt x="1218719" y="315516"/>
                  </a:lnTo>
                  <a:lnTo>
                    <a:pt x="1228478" y="328025"/>
                  </a:lnTo>
                  <a:lnTo>
                    <a:pt x="1238222" y="329954"/>
                  </a:lnTo>
                  <a:lnTo>
                    <a:pt x="1247966" y="310025"/>
                  </a:lnTo>
                  <a:lnTo>
                    <a:pt x="1257725" y="310966"/>
                  </a:lnTo>
                  <a:lnTo>
                    <a:pt x="1267469" y="332545"/>
                  </a:lnTo>
                  <a:lnTo>
                    <a:pt x="1277227" y="337605"/>
                  </a:lnTo>
                  <a:lnTo>
                    <a:pt x="1286971" y="377299"/>
                  </a:lnTo>
                  <a:lnTo>
                    <a:pt x="1296715" y="350876"/>
                  </a:lnTo>
                  <a:lnTo>
                    <a:pt x="1306474" y="351188"/>
                  </a:lnTo>
                  <a:lnTo>
                    <a:pt x="1316218" y="338414"/>
                  </a:lnTo>
                  <a:lnTo>
                    <a:pt x="1325977" y="320310"/>
                  </a:lnTo>
                  <a:lnTo>
                    <a:pt x="1335721" y="311210"/>
                  </a:lnTo>
                  <a:lnTo>
                    <a:pt x="1345465" y="320103"/>
                  </a:lnTo>
                  <a:lnTo>
                    <a:pt x="1355224" y="300495"/>
                  </a:lnTo>
                  <a:lnTo>
                    <a:pt x="1364967" y="302999"/>
                  </a:lnTo>
                  <a:lnTo>
                    <a:pt x="1374726" y="307023"/>
                  </a:lnTo>
                  <a:lnTo>
                    <a:pt x="1384470" y="334874"/>
                  </a:lnTo>
                  <a:lnTo>
                    <a:pt x="1394214" y="357041"/>
                  </a:lnTo>
                  <a:lnTo>
                    <a:pt x="1403973" y="355220"/>
                  </a:lnTo>
                  <a:lnTo>
                    <a:pt x="1413717" y="343864"/>
                  </a:lnTo>
                  <a:lnTo>
                    <a:pt x="1423476" y="328678"/>
                  </a:lnTo>
                  <a:lnTo>
                    <a:pt x="1433220" y="329092"/>
                  </a:lnTo>
                  <a:lnTo>
                    <a:pt x="1442964" y="315073"/>
                  </a:lnTo>
                  <a:lnTo>
                    <a:pt x="1452722" y="303793"/>
                  </a:lnTo>
                  <a:lnTo>
                    <a:pt x="1462466" y="280692"/>
                  </a:lnTo>
                  <a:lnTo>
                    <a:pt x="1472225" y="261306"/>
                  </a:lnTo>
                  <a:lnTo>
                    <a:pt x="1481969" y="226774"/>
                  </a:lnTo>
                  <a:lnTo>
                    <a:pt x="1491713" y="180436"/>
                  </a:lnTo>
                  <a:lnTo>
                    <a:pt x="1501472" y="203705"/>
                  </a:lnTo>
                  <a:lnTo>
                    <a:pt x="1511216" y="177201"/>
                  </a:lnTo>
                  <a:lnTo>
                    <a:pt x="1520960" y="217419"/>
                  </a:lnTo>
                  <a:lnTo>
                    <a:pt x="1530719" y="237144"/>
                  </a:lnTo>
                  <a:lnTo>
                    <a:pt x="1540463" y="254719"/>
                  </a:lnTo>
                  <a:lnTo>
                    <a:pt x="1550221" y="253938"/>
                  </a:lnTo>
                  <a:lnTo>
                    <a:pt x="1559965" y="240300"/>
                  </a:lnTo>
                  <a:lnTo>
                    <a:pt x="1569709" y="270864"/>
                  </a:lnTo>
                  <a:lnTo>
                    <a:pt x="1579468" y="268994"/>
                  </a:lnTo>
                  <a:lnTo>
                    <a:pt x="1589212" y="281351"/>
                  </a:lnTo>
                  <a:lnTo>
                    <a:pt x="1598971" y="273182"/>
                  </a:lnTo>
                  <a:lnTo>
                    <a:pt x="1608715" y="280871"/>
                  </a:lnTo>
                  <a:lnTo>
                    <a:pt x="1618459" y="291512"/>
                  </a:lnTo>
                  <a:lnTo>
                    <a:pt x="1628218" y="292421"/>
                  </a:lnTo>
                  <a:lnTo>
                    <a:pt x="1637962" y="249583"/>
                  </a:lnTo>
                  <a:lnTo>
                    <a:pt x="1647720" y="254056"/>
                  </a:lnTo>
                  <a:lnTo>
                    <a:pt x="1657464" y="240566"/>
                  </a:lnTo>
                  <a:lnTo>
                    <a:pt x="1667208" y="212988"/>
                  </a:lnTo>
                  <a:lnTo>
                    <a:pt x="1676967" y="205932"/>
                  </a:lnTo>
                  <a:lnTo>
                    <a:pt x="1686711" y="196802"/>
                  </a:lnTo>
                  <a:lnTo>
                    <a:pt x="1696470" y="154242"/>
                  </a:lnTo>
                  <a:lnTo>
                    <a:pt x="1706214" y="149297"/>
                  </a:lnTo>
                  <a:lnTo>
                    <a:pt x="1715958" y="119457"/>
                  </a:lnTo>
                  <a:lnTo>
                    <a:pt x="1725716" y="87296"/>
                  </a:lnTo>
                  <a:lnTo>
                    <a:pt x="1735460" y="96201"/>
                  </a:lnTo>
                  <a:lnTo>
                    <a:pt x="1745219" y="100885"/>
                  </a:lnTo>
                  <a:lnTo>
                    <a:pt x="1754963" y="76103"/>
                  </a:lnTo>
                  <a:lnTo>
                    <a:pt x="1764707" y="88235"/>
                  </a:lnTo>
                  <a:lnTo>
                    <a:pt x="1774466" y="80414"/>
                  </a:lnTo>
                  <a:lnTo>
                    <a:pt x="1784210" y="77309"/>
                  </a:lnTo>
                  <a:lnTo>
                    <a:pt x="1793969" y="109615"/>
                  </a:lnTo>
                  <a:lnTo>
                    <a:pt x="1803713" y="106134"/>
                  </a:lnTo>
                  <a:lnTo>
                    <a:pt x="1813457" y="111510"/>
                  </a:lnTo>
                  <a:lnTo>
                    <a:pt x="1823215" y="94911"/>
                  </a:lnTo>
                  <a:lnTo>
                    <a:pt x="1832959" y="44894"/>
                  </a:lnTo>
                  <a:lnTo>
                    <a:pt x="1842703" y="49736"/>
                  </a:lnTo>
                  <a:lnTo>
                    <a:pt x="1852462" y="23499"/>
                  </a:lnTo>
                  <a:lnTo>
                    <a:pt x="1862206" y="50360"/>
                  </a:lnTo>
                  <a:lnTo>
                    <a:pt x="1871965" y="40786"/>
                  </a:lnTo>
                  <a:lnTo>
                    <a:pt x="1881709" y="21893"/>
                  </a:lnTo>
                  <a:lnTo>
                    <a:pt x="1891453" y="10817"/>
                  </a:lnTo>
                  <a:lnTo>
                    <a:pt x="1901212" y="31683"/>
                  </a:lnTo>
                  <a:lnTo>
                    <a:pt x="1910956" y="19229"/>
                  </a:lnTo>
                  <a:lnTo>
                    <a:pt x="1920714" y="26599"/>
                  </a:lnTo>
                  <a:lnTo>
                    <a:pt x="1930458" y="48349"/>
                  </a:lnTo>
                  <a:lnTo>
                    <a:pt x="1940202" y="39755"/>
                  </a:lnTo>
                  <a:lnTo>
                    <a:pt x="1949961" y="48358"/>
                  </a:lnTo>
                  <a:lnTo>
                    <a:pt x="1959705" y="41430"/>
                  </a:lnTo>
                  <a:lnTo>
                    <a:pt x="1969464" y="20118"/>
                  </a:lnTo>
                  <a:lnTo>
                    <a:pt x="1979208" y="55685"/>
                  </a:lnTo>
                  <a:lnTo>
                    <a:pt x="1988952" y="50566"/>
                  </a:lnTo>
                  <a:lnTo>
                    <a:pt x="1998711" y="38918"/>
                  </a:lnTo>
                  <a:lnTo>
                    <a:pt x="2008454" y="52617"/>
                  </a:lnTo>
                  <a:lnTo>
                    <a:pt x="2018213" y="97757"/>
                  </a:lnTo>
                  <a:lnTo>
                    <a:pt x="2027957" y="109455"/>
                  </a:lnTo>
                  <a:lnTo>
                    <a:pt x="2037701" y="124432"/>
                  </a:lnTo>
                  <a:lnTo>
                    <a:pt x="2047460" y="115205"/>
                  </a:lnTo>
                  <a:lnTo>
                    <a:pt x="2057204" y="135161"/>
                  </a:lnTo>
                  <a:lnTo>
                    <a:pt x="2066963" y="122945"/>
                  </a:lnTo>
                  <a:lnTo>
                    <a:pt x="2076707" y="130646"/>
                  </a:lnTo>
                  <a:lnTo>
                    <a:pt x="2086451" y="164498"/>
                  </a:lnTo>
                  <a:lnTo>
                    <a:pt x="2096210" y="171209"/>
                  </a:lnTo>
                  <a:lnTo>
                    <a:pt x="2105954" y="189442"/>
                  </a:lnTo>
                  <a:lnTo>
                    <a:pt x="2115697" y="149902"/>
                  </a:lnTo>
                  <a:lnTo>
                    <a:pt x="2125456" y="161340"/>
                  </a:lnTo>
                  <a:lnTo>
                    <a:pt x="2135200" y="165634"/>
                  </a:lnTo>
                  <a:lnTo>
                    <a:pt x="2144959" y="176186"/>
                  </a:lnTo>
                  <a:lnTo>
                    <a:pt x="2154703" y="169498"/>
                  </a:lnTo>
                  <a:lnTo>
                    <a:pt x="2164447" y="164172"/>
                  </a:lnTo>
                  <a:lnTo>
                    <a:pt x="2174206" y="146299"/>
                  </a:lnTo>
                  <a:lnTo>
                    <a:pt x="2183950" y="123252"/>
                  </a:lnTo>
                  <a:lnTo>
                    <a:pt x="2193709" y="148042"/>
                  </a:lnTo>
                  <a:lnTo>
                    <a:pt x="2203452" y="150057"/>
                  </a:lnTo>
                  <a:lnTo>
                    <a:pt x="2213196" y="171461"/>
                  </a:lnTo>
                  <a:lnTo>
                    <a:pt x="2222955" y="208422"/>
                  </a:lnTo>
                  <a:lnTo>
                    <a:pt x="2232699" y="198344"/>
                  </a:lnTo>
                  <a:lnTo>
                    <a:pt x="2242458" y="181686"/>
                  </a:lnTo>
                  <a:lnTo>
                    <a:pt x="2252202" y="186005"/>
                  </a:lnTo>
                  <a:lnTo>
                    <a:pt x="2261946" y="159815"/>
                  </a:lnTo>
                  <a:lnTo>
                    <a:pt x="2271705" y="150952"/>
                  </a:lnTo>
                  <a:lnTo>
                    <a:pt x="2281449" y="158591"/>
                  </a:lnTo>
                  <a:lnTo>
                    <a:pt x="2291208" y="160113"/>
                  </a:lnTo>
                  <a:lnTo>
                    <a:pt x="2300951" y="184201"/>
                  </a:lnTo>
                  <a:lnTo>
                    <a:pt x="2310695" y="177787"/>
                  </a:lnTo>
                  <a:lnTo>
                    <a:pt x="2320454" y="168564"/>
                  </a:lnTo>
                  <a:lnTo>
                    <a:pt x="2330198" y="179485"/>
                  </a:lnTo>
                  <a:lnTo>
                    <a:pt x="2339957" y="175663"/>
                  </a:lnTo>
                  <a:lnTo>
                    <a:pt x="2349701" y="178724"/>
                  </a:lnTo>
                  <a:lnTo>
                    <a:pt x="2359445" y="166982"/>
                  </a:lnTo>
                  <a:lnTo>
                    <a:pt x="2369204" y="194175"/>
                  </a:lnTo>
                  <a:lnTo>
                    <a:pt x="2378948" y="186210"/>
                  </a:lnTo>
                  <a:lnTo>
                    <a:pt x="2388692" y="156459"/>
                  </a:lnTo>
                  <a:lnTo>
                    <a:pt x="2398450" y="155376"/>
                  </a:lnTo>
                  <a:lnTo>
                    <a:pt x="2408194" y="150863"/>
                  </a:lnTo>
                  <a:lnTo>
                    <a:pt x="2417953" y="155162"/>
                  </a:lnTo>
                  <a:lnTo>
                    <a:pt x="2427697" y="163007"/>
                  </a:lnTo>
                  <a:lnTo>
                    <a:pt x="2437441" y="167983"/>
                  </a:lnTo>
                  <a:lnTo>
                    <a:pt x="2447200" y="164549"/>
                  </a:lnTo>
                  <a:lnTo>
                    <a:pt x="2456944" y="161024"/>
                  </a:lnTo>
                  <a:lnTo>
                    <a:pt x="2466703" y="143923"/>
                  </a:lnTo>
                  <a:lnTo>
                    <a:pt x="2476446" y="138131"/>
                  </a:lnTo>
                  <a:lnTo>
                    <a:pt x="2486190" y="64907"/>
                  </a:lnTo>
                  <a:lnTo>
                    <a:pt x="2495949" y="80040"/>
                  </a:lnTo>
                  <a:lnTo>
                    <a:pt x="2505693" y="74855"/>
                  </a:lnTo>
                  <a:lnTo>
                    <a:pt x="2515452" y="125154"/>
                  </a:lnTo>
                  <a:lnTo>
                    <a:pt x="2525196" y="177840"/>
                  </a:lnTo>
                  <a:lnTo>
                    <a:pt x="2534940" y="208286"/>
                  </a:lnTo>
                  <a:lnTo>
                    <a:pt x="2544699" y="181562"/>
                  </a:lnTo>
                  <a:lnTo>
                    <a:pt x="2554443" y="183132"/>
                  </a:lnTo>
                  <a:lnTo>
                    <a:pt x="2564202" y="161879"/>
                  </a:lnTo>
                  <a:lnTo>
                    <a:pt x="2573946" y="134977"/>
                  </a:lnTo>
                  <a:lnTo>
                    <a:pt x="2583690" y="155131"/>
                  </a:lnTo>
                  <a:lnTo>
                    <a:pt x="2593448" y="174053"/>
                  </a:lnTo>
                  <a:lnTo>
                    <a:pt x="2603192" y="169723"/>
                  </a:lnTo>
                  <a:lnTo>
                    <a:pt x="2612951" y="179421"/>
                  </a:lnTo>
                  <a:lnTo>
                    <a:pt x="2622695" y="130405"/>
                  </a:lnTo>
                  <a:lnTo>
                    <a:pt x="2632439" y="92500"/>
                  </a:lnTo>
                  <a:lnTo>
                    <a:pt x="2642198" y="114837"/>
                  </a:lnTo>
                  <a:lnTo>
                    <a:pt x="2651942" y="132276"/>
                  </a:lnTo>
                  <a:lnTo>
                    <a:pt x="2661685" y="134581"/>
                  </a:lnTo>
                  <a:lnTo>
                    <a:pt x="2671444" y="76268"/>
                  </a:lnTo>
                  <a:lnTo>
                    <a:pt x="2681188" y="47505"/>
                  </a:lnTo>
                  <a:lnTo>
                    <a:pt x="2690947" y="27657"/>
                  </a:lnTo>
                  <a:lnTo>
                    <a:pt x="2700691" y="40625"/>
                  </a:lnTo>
                  <a:lnTo>
                    <a:pt x="2710435" y="40318"/>
                  </a:lnTo>
                  <a:lnTo>
                    <a:pt x="2720194" y="54953"/>
                  </a:lnTo>
                  <a:lnTo>
                    <a:pt x="2729938" y="83869"/>
                  </a:lnTo>
                  <a:lnTo>
                    <a:pt x="2739697" y="72962"/>
                  </a:lnTo>
                  <a:lnTo>
                    <a:pt x="2749441" y="84291"/>
                  </a:lnTo>
                  <a:lnTo>
                    <a:pt x="2759185" y="9827"/>
                  </a:lnTo>
                  <a:lnTo>
                    <a:pt x="2768943" y="0"/>
                  </a:lnTo>
                  <a:lnTo>
                    <a:pt x="2778687" y="28222"/>
                  </a:lnTo>
                  <a:lnTo>
                    <a:pt x="2788446" y="24801"/>
                  </a:lnTo>
                  <a:lnTo>
                    <a:pt x="2798190" y="11147"/>
                  </a:lnTo>
                  <a:lnTo>
                    <a:pt x="2807934" y="29105"/>
                  </a:lnTo>
                  <a:lnTo>
                    <a:pt x="2817693" y="37776"/>
                  </a:lnTo>
                  <a:lnTo>
                    <a:pt x="2827437" y="29099"/>
                  </a:lnTo>
                  <a:lnTo>
                    <a:pt x="2837196" y="54584"/>
                  </a:lnTo>
                  <a:lnTo>
                    <a:pt x="2846940" y="64232"/>
                  </a:lnTo>
                  <a:lnTo>
                    <a:pt x="2856684" y="100464"/>
                  </a:lnTo>
                  <a:lnTo>
                    <a:pt x="2866442" y="133222"/>
                  </a:lnTo>
                  <a:lnTo>
                    <a:pt x="2876186" y="134366"/>
                  </a:lnTo>
                  <a:lnTo>
                    <a:pt x="2885945" y="92804"/>
                  </a:lnTo>
                  <a:lnTo>
                    <a:pt x="2895689" y="85286"/>
                  </a:lnTo>
                  <a:lnTo>
                    <a:pt x="2905433" y="146914"/>
                  </a:lnTo>
                  <a:lnTo>
                    <a:pt x="2915192" y="14217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4" name="Freeform 1083">
              <a:extLst>
                <a:ext uri="{FF2B5EF4-FFF2-40B4-BE49-F238E27FC236}">
                  <a16:creationId xmlns:a16="http://schemas.microsoft.com/office/drawing/2014/main" id="{62231365-763B-94E4-BA48-9218F5329AF1}"/>
                </a:ext>
              </a:extLst>
            </p:cNvPr>
            <p:cNvSpPr/>
            <p:nvPr/>
          </p:nvSpPr>
          <p:spPr>
            <a:xfrm>
              <a:off x="4426652" y="3359864"/>
              <a:ext cx="2915191" cy="402150"/>
            </a:xfrm>
            <a:custGeom>
              <a:avLst/>
              <a:gdLst>
                <a:gd name="connsiteX0" fmla="*/ 0 w 2915191"/>
                <a:gd name="connsiteY0" fmla="*/ 70861 h 402150"/>
                <a:gd name="connsiteX1" fmla="*/ 9750 w 2915191"/>
                <a:gd name="connsiteY1" fmla="*/ 89753 h 402150"/>
                <a:gd name="connsiteX2" fmla="*/ 19500 w 2915191"/>
                <a:gd name="connsiteY2" fmla="*/ 110719 h 402150"/>
                <a:gd name="connsiteX3" fmla="*/ 29250 w 2915191"/>
                <a:gd name="connsiteY3" fmla="*/ 108588 h 402150"/>
                <a:gd name="connsiteX4" fmla="*/ 39000 w 2915191"/>
                <a:gd name="connsiteY4" fmla="*/ 99133 h 402150"/>
                <a:gd name="connsiteX5" fmla="*/ 48749 w 2915191"/>
                <a:gd name="connsiteY5" fmla="*/ 48532 h 402150"/>
                <a:gd name="connsiteX6" fmla="*/ 58499 w 2915191"/>
                <a:gd name="connsiteY6" fmla="*/ 62448 h 402150"/>
                <a:gd name="connsiteX7" fmla="*/ 68249 w 2915191"/>
                <a:gd name="connsiteY7" fmla="*/ 57553 h 402150"/>
                <a:gd name="connsiteX8" fmla="*/ 77998 w 2915191"/>
                <a:gd name="connsiteY8" fmla="*/ 77111 h 402150"/>
                <a:gd name="connsiteX9" fmla="*/ 87748 w 2915191"/>
                <a:gd name="connsiteY9" fmla="*/ 86407 h 402150"/>
                <a:gd name="connsiteX10" fmla="*/ 97497 w 2915191"/>
                <a:gd name="connsiteY10" fmla="*/ 92776 h 402150"/>
                <a:gd name="connsiteX11" fmla="*/ 107247 w 2915191"/>
                <a:gd name="connsiteY11" fmla="*/ 107472 h 402150"/>
                <a:gd name="connsiteX12" fmla="*/ 116997 w 2915191"/>
                <a:gd name="connsiteY12" fmla="*/ 108000 h 402150"/>
                <a:gd name="connsiteX13" fmla="*/ 126747 w 2915191"/>
                <a:gd name="connsiteY13" fmla="*/ 110542 h 402150"/>
                <a:gd name="connsiteX14" fmla="*/ 136497 w 2915191"/>
                <a:gd name="connsiteY14" fmla="*/ 112618 h 402150"/>
                <a:gd name="connsiteX15" fmla="*/ 146247 w 2915191"/>
                <a:gd name="connsiteY15" fmla="*/ 133756 h 402150"/>
                <a:gd name="connsiteX16" fmla="*/ 155997 w 2915191"/>
                <a:gd name="connsiteY16" fmla="*/ 153822 h 402150"/>
                <a:gd name="connsiteX17" fmla="*/ 165747 w 2915191"/>
                <a:gd name="connsiteY17" fmla="*/ 160717 h 402150"/>
                <a:gd name="connsiteX18" fmla="*/ 175497 w 2915191"/>
                <a:gd name="connsiteY18" fmla="*/ 174035 h 402150"/>
                <a:gd name="connsiteX19" fmla="*/ 185247 w 2915191"/>
                <a:gd name="connsiteY19" fmla="*/ 190075 h 402150"/>
                <a:gd name="connsiteX20" fmla="*/ 194996 w 2915191"/>
                <a:gd name="connsiteY20" fmla="*/ 165811 h 402150"/>
                <a:gd name="connsiteX21" fmla="*/ 204746 w 2915191"/>
                <a:gd name="connsiteY21" fmla="*/ 162582 h 402150"/>
                <a:gd name="connsiteX22" fmla="*/ 214495 w 2915191"/>
                <a:gd name="connsiteY22" fmla="*/ 177654 h 402150"/>
                <a:gd name="connsiteX23" fmla="*/ 224245 w 2915191"/>
                <a:gd name="connsiteY23" fmla="*/ 190956 h 402150"/>
                <a:gd name="connsiteX24" fmla="*/ 233995 w 2915191"/>
                <a:gd name="connsiteY24" fmla="*/ 151841 h 402150"/>
                <a:gd name="connsiteX25" fmla="*/ 243744 w 2915191"/>
                <a:gd name="connsiteY25" fmla="*/ 112611 h 402150"/>
                <a:gd name="connsiteX26" fmla="*/ 253494 w 2915191"/>
                <a:gd name="connsiteY26" fmla="*/ 142278 h 402150"/>
                <a:gd name="connsiteX27" fmla="*/ 263244 w 2915191"/>
                <a:gd name="connsiteY27" fmla="*/ 153202 h 402150"/>
                <a:gd name="connsiteX28" fmla="*/ 272994 w 2915191"/>
                <a:gd name="connsiteY28" fmla="*/ 150556 h 402150"/>
                <a:gd name="connsiteX29" fmla="*/ 282744 w 2915191"/>
                <a:gd name="connsiteY29" fmla="*/ 114676 h 402150"/>
                <a:gd name="connsiteX30" fmla="*/ 292494 w 2915191"/>
                <a:gd name="connsiteY30" fmla="*/ 100790 h 402150"/>
                <a:gd name="connsiteX31" fmla="*/ 302244 w 2915191"/>
                <a:gd name="connsiteY31" fmla="*/ 103280 h 402150"/>
                <a:gd name="connsiteX32" fmla="*/ 311994 w 2915191"/>
                <a:gd name="connsiteY32" fmla="*/ 95148 h 402150"/>
                <a:gd name="connsiteX33" fmla="*/ 321744 w 2915191"/>
                <a:gd name="connsiteY33" fmla="*/ 59615 h 402150"/>
                <a:gd name="connsiteX34" fmla="*/ 331493 w 2915191"/>
                <a:gd name="connsiteY34" fmla="*/ 48948 h 402150"/>
                <a:gd name="connsiteX35" fmla="*/ 341243 w 2915191"/>
                <a:gd name="connsiteY35" fmla="*/ 75729 h 402150"/>
                <a:gd name="connsiteX36" fmla="*/ 350993 w 2915191"/>
                <a:gd name="connsiteY36" fmla="*/ 46935 h 402150"/>
                <a:gd name="connsiteX37" fmla="*/ 360742 w 2915191"/>
                <a:gd name="connsiteY37" fmla="*/ 66990 h 402150"/>
                <a:gd name="connsiteX38" fmla="*/ 370492 w 2915191"/>
                <a:gd name="connsiteY38" fmla="*/ 107609 h 402150"/>
                <a:gd name="connsiteX39" fmla="*/ 380241 w 2915191"/>
                <a:gd name="connsiteY39" fmla="*/ 133435 h 402150"/>
                <a:gd name="connsiteX40" fmla="*/ 389991 w 2915191"/>
                <a:gd name="connsiteY40" fmla="*/ 127908 h 402150"/>
                <a:gd name="connsiteX41" fmla="*/ 399741 w 2915191"/>
                <a:gd name="connsiteY41" fmla="*/ 152981 h 402150"/>
                <a:gd name="connsiteX42" fmla="*/ 409491 w 2915191"/>
                <a:gd name="connsiteY42" fmla="*/ 138540 h 402150"/>
                <a:gd name="connsiteX43" fmla="*/ 419241 w 2915191"/>
                <a:gd name="connsiteY43" fmla="*/ 131701 h 402150"/>
                <a:gd name="connsiteX44" fmla="*/ 428991 w 2915191"/>
                <a:gd name="connsiteY44" fmla="*/ 89953 h 402150"/>
                <a:gd name="connsiteX45" fmla="*/ 438741 w 2915191"/>
                <a:gd name="connsiteY45" fmla="*/ 97340 h 402150"/>
                <a:gd name="connsiteX46" fmla="*/ 448491 w 2915191"/>
                <a:gd name="connsiteY46" fmla="*/ 139267 h 402150"/>
                <a:gd name="connsiteX47" fmla="*/ 458241 w 2915191"/>
                <a:gd name="connsiteY47" fmla="*/ 108255 h 402150"/>
                <a:gd name="connsiteX48" fmla="*/ 467991 w 2915191"/>
                <a:gd name="connsiteY48" fmla="*/ 108825 h 402150"/>
                <a:gd name="connsiteX49" fmla="*/ 477740 w 2915191"/>
                <a:gd name="connsiteY49" fmla="*/ 132103 h 402150"/>
                <a:gd name="connsiteX50" fmla="*/ 487490 w 2915191"/>
                <a:gd name="connsiteY50" fmla="*/ 133103 h 402150"/>
                <a:gd name="connsiteX51" fmla="*/ 497239 w 2915191"/>
                <a:gd name="connsiteY51" fmla="*/ 158872 h 402150"/>
                <a:gd name="connsiteX52" fmla="*/ 506989 w 2915191"/>
                <a:gd name="connsiteY52" fmla="*/ 152019 h 402150"/>
                <a:gd name="connsiteX53" fmla="*/ 516738 w 2915191"/>
                <a:gd name="connsiteY53" fmla="*/ 181698 h 402150"/>
                <a:gd name="connsiteX54" fmla="*/ 526488 w 2915191"/>
                <a:gd name="connsiteY54" fmla="*/ 173573 h 402150"/>
                <a:gd name="connsiteX55" fmla="*/ 536238 w 2915191"/>
                <a:gd name="connsiteY55" fmla="*/ 178396 h 402150"/>
                <a:gd name="connsiteX56" fmla="*/ 545988 w 2915191"/>
                <a:gd name="connsiteY56" fmla="*/ 156575 h 402150"/>
                <a:gd name="connsiteX57" fmla="*/ 555738 w 2915191"/>
                <a:gd name="connsiteY57" fmla="*/ 169778 h 402150"/>
                <a:gd name="connsiteX58" fmla="*/ 565488 w 2915191"/>
                <a:gd name="connsiteY58" fmla="*/ 151395 h 402150"/>
                <a:gd name="connsiteX59" fmla="*/ 575238 w 2915191"/>
                <a:gd name="connsiteY59" fmla="*/ 157488 h 402150"/>
                <a:gd name="connsiteX60" fmla="*/ 584988 w 2915191"/>
                <a:gd name="connsiteY60" fmla="*/ 111190 h 402150"/>
                <a:gd name="connsiteX61" fmla="*/ 594738 w 2915191"/>
                <a:gd name="connsiteY61" fmla="*/ 89696 h 402150"/>
                <a:gd name="connsiteX62" fmla="*/ 604488 w 2915191"/>
                <a:gd name="connsiteY62" fmla="*/ 54624 h 402150"/>
                <a:gd name="connsiteX63" fmla="*/ 614237 w 2915191"/>
                <a:gd name="connsiteY63" fmla="*/ 52221 h 402150"/>
                <a:gd name="connsiteX64" fmla="*/ 623987 w 2915191"/>
                <a:gd name="connsiteY64" fmla="*/ 101115 h 402150"/>
                <a:gd name="connsiteX65" fmla="*/ 633736 w 2915191"/>
                <a:gd name="connsiteY65" fmla="*/ 45774 h 402150"/>
                <a:gd name="connsiteX66" fmla="*/ 643486 w 2915191"/>
                <a:gd name="connsiteY66" fmla="*/ 34017 h 402150"/>
                <a:gd name="connsiteX67" fmla="*/ 653236 w 2915191"/>
                <a:gd name="connsiteY67" fmla="*/ 0 h 402150"/>
                <a:gd name="connsiteX68" fmla="*/ 662985 w 2915191"/>
                <a:gd name="connsiteY68" fmla="*/ 5836 h 402150"/>
                <a:gd name="connsiteX69" fmla="*/ 672735 w 2915191"/>
                <a:gd name="connsiteY69" fmla="*/ 4111 h 402150"/>
                <a:gd name="connsiteX70" fmla="*/ 682485 w 2915191"/>
                <a:gd name="connsiteY70" fmla="*/ 915 h 402150"/>
                <a:gd name="connsiteX71" fmla="*/ 692235 w 2915191"/>
                <a:gd name="connsiteY71" fmla="*/ 22515 h 402150"/>
                <a:gd name="connsiteX72" fmla="*/ 701985 w 2915191"/>
                <a:gd name="connsiteY72" fmla="*/ 31005 h 402150"/>
                <a:gd name="connsiteX73" fmla="*/ 711735 w 2915191"/>
                <a:gd name="connsiteY73" fmla="*/ 34287 h 402150"/>
                <a:gd name="connsiteX74" fmla="*/ 721485 w 2915191"/>
                <a:gd name="connsiteY74" fmla="*/ 27474 h 402150"/>
                <a:gd name="connsiteX75" fmla="*/ 731235 w 2915191"/>
                <a:gd name="connsiteY75" fmla="*/ 23432 h 402150"/>
                <a:gd name="connsiteX76" fmla="*/ 740985 w 2915191"/>
                <a:gd name="connsiteY76" fmla="*/ 72753 h 402150"/>
                <a:gd name="connsiteX77" fmla="*/ 750734 w 2915191"/>
                <a:gd name="connsiteY77" fmla="*/ 63178 h 402150"/>
                <a:gd name="connsiteX78" fmla="*/ 760484 w 2915191"/>
                <a:gd name="connsiteY78" fmla="*/ 71706 h 402150"/>
                <a:gd name="connsiteX79" fmla="*/ 770233 w 2915191"/>
                <a:gd name="connsiteY79" fmla="*/ 58936 h 402150"/>
                <a:gd name="connsiteX80" fmla="*/ 779983 w 2915191"/>
                <a:gd name="connsiteY80" fmla="*/ 54657 h 402150"/>
                <a:gd name="connsiteX81" fmla="*/ 789733 w 2915191"/>
                <a:gd name="connsiteY81" fmla="*/ 61569 h 402150"/>
                <a:gd name="connsiteX82" fmla="*/ 799482 w 2915191"/>
                <a:gd name="connsiteY82" fmla="*/ 56823 h 402150"/>
                <a:gd name="connsiteX83" fmla="*/ 809232 w 2915191"/>
                <a:gd name="connsiteY83" fmla="*/ 45440 h 402150"/>
                <a:gd name="connsiteX84" fmla="*/ 818982 w 2915191"/>
                <a:gd name="connsiteY84" fmla="*/ 54550 h 402150"/>
                <a:gd name="connsiteX85" fmla="*/ 828732 w 2915191"/>
                <a:gd name="connsiteY85" fmla="*/ 25824 h 402150"/>
                <a:gd name="connsiteX86" fmla="*/ 838482 w 2915191"/>
                <a:gd name="connsiteY86" fmla="*/ 27931 h 402150"/>
                <a:gd name="connsiteX87" fmla="*/ 848232 w 2915191"/>
                <a:gd name="connsiteY87" fmla="*/ 48514 h 402150"/>
                <a:gd name="connsiteX88" fmla="*/ 857982 w 2915191"/>
                <a:gd name="connsiteY88" fmla="*/ 53061 h 402150"/>
                <a:gd name="connsiteX89" fmla="*/ 867732 w 2915191"/>
                <a:gd name="connsiteY89" fmla="*/ 40107 h 402150"/>
                <a:gd name="connsiteX90" fmla="*/ 877482 w 2915191"/>
                <a:gd name="connsiteY90" fmla="*/ 5282 h 402150"/>
                <a:gd name="connsiteX91" fmla="*/ 887231 w 2915191"/>
                <a:gd name="connsiteY91" fmla="*/ 47319 h 402150"/>
                <a:gd name="connsiteX92" fmla="*/ 896981 w 2915191"/>
                <a:gd name="connsiteY92" fmla="*/ 45016 h 402150"/>
                <a:gd name="connsiteX93" fmla="*/ 906730 w 2915191"/>
                <a:gd name="connsiteY93" fmla="*/ 69131 h 402150"/>
                <a:gd name="connsiteX94" fmla="*/ 916480 w 2915191"/>
                <a:gd name="connsiteY94" fmla="*/ 65578 h 402150"/>
                <a:gd name="connsiteX95" fmla="*/ 926230 w 2915191"/>
                <a:gd name="connsiteY95" fmla="*/ 66990 h 402150"/>
                <a:gd name="connsiteX96" fmla="*/ 935979 w 2915191"/>
                <a:gd name="connsiteY96" fmla="*/ 68510 h 402150"/>
                <a:gd name="connsiteX97" fmla="*/ 945729 w 2915191"/>
                <a:gd name="connsiteY97" fmla="*/ 60393 h 402150"/>
                <a:gd name="connsiteX98" fmla="*/ 955479 w 2915191"/>
                <a:gd name="connsiteY98" fmla="*/ 86787 h 402150"/>
                <a:gd name="connsiteX99" fmla="*/ 965229 w 2915191"/>
                <a:gd name="connsiteY99" fmla="*/ 114675 h 402150"/>
                <a:gd name="connsiteX100" fmla="*/ 974979 w 2915191"/>
                <a:gd name="connsiteY100" fmla="*/ 113483 h 402150"/>
                <a:gd name="connsiteX101" fmla="*/ 984729 w 2915191"/>
                <a:gd name="connsiteY101" fmla="*/ 106784 h 402150"/>
                <a:gd name="connsiteX102" fmla="*/ 994474 w 2915191"/>
                <a:gd name="connsiteY102" fmla="*/ 63371 h 402150"/>
                <a:gd name="connsiteX103" fmla="*/ 1004233 w 2915191"/>
                <a:gd name="connsiteY103" fmla="*/ 57225 h 402150"/>
                <a:gd name="connsiteX104" fmla="*/ 1013977 w 2915191"/>
                <a:gd name="connsiteY104" fmla="*/ 72455 h 402150"/>
                <a:gd name="connsiteX105" fmla="*/ 1023721 w 2915191"/>
                <a:gd name="connsiteY105" fmla="*/ 88329 h 402150"/>
                <a:gd name="connsiteX106" fmla="*/ 1033480 w 2915191"/>
                <a:gd name="connsiteY106" fmla="*/ 124740 h 402150"/>
                <a:gd name="connsiteX107" fmla="*/ 1043224 w 2915191"/>
                <a:gd name="connsiteY107" fmla="*/ 136293 h 402150"/>
                <a:gd name="connsiteX108" fmla="*/ 1052983 w 2915191"/>
                <a:gd name="connsiteY108" fmla="*/ 106996 h 402150"/>
                <a:gd name="connsiteX109" fmla="*/ 1062727 w 2915191"/>
                <a:gd name="connsiteY109" fmla="*/ 85222 h 402150"/>
                <a:gd name="connsiteX110" fmla="*/ 1072471 w 2915191"/>
                <a:gd name="connsiteY110" fmla="*/ 89236 h 402150"/>
                <a:gd name="connsiteX111" fmla="*/ 1082230 w 2915191"/>
                <a:gd name="connsiteY111" fmla="*/ 94455 h 402150"/>
                <a:gd name="connsiteX112" fmla="*/ 1091973 w 2915191"/>
                <a:gd name="connsiteY112" fmla="*/ 104111 h 402150"/>
                <a:gd name="connsiteX113" fmla="*/ 1101732 w 2915191"/>
                <a:gd name="connsiteY113" fmla="*/ 144362 h 402150"/>
                <a:gd name="connsiteX114" fmla="*/ 1111476 w 2915191"/>
                <a:gd name="connsiteY114" fmla="*/ 129798 h 402150"/>
                <a:gd name="connsiteX115" fmla="*/ 1121220 w 2915191"/>
                <a:gd name="connsiteY115" fmla="*/ 114037 h 402150"/>
                <a:gd name="connsiteX116" fmla="*/ 1130979 w 2915191"/>
                <a:gd name="connsiteY116" fmla="*/ 146981 h 402150"/>
                <a:gd name="connsiteX117" fmla="*/ 1140723 w 2915191"/>
                <a:gd name="connsiteY117" fmla="*/ 135505 h 402150"/>
                <a:gd name="connsiteX118" fmla="*/ 1150482 w 2915191"/>
                <a:gd name="connsiteY118" fmla="*/ 154853 h 402150"/>
                <a:gd name="connsiteX119" fmla="*/ 1160226 w 2915191"/>
                <a:gd name="connsiteY119" fmla="*/ 162228 h 402150"/>
                <a:gd name="connsiteX120" fmla="*/ 1169969 w 2915191"/>
                <a:gd name="connsiteY120" fmla="*/ 141108 h 402150"/>
                <a:gd name="connsiteX121" fmla="*/ 1179728 w 2915191"/>
                <a:gd name="connsiteY121" fmla="*/ 124748 h 402150"/>
                <a:gd name="connsiteX122" fmla="*/ 1189472 w 2915191"/>
                <a:gd name="connsiteY122" fmla="*/ 114804 h 402150"/>
                <a:gd name="connsiteX123" fmla="*/ 1199231 w 2915191"/>
                <a:gd name="connsiteY123" fmla="*/ 146873 h 402150"/>
                <a:gd name="connsiteX124" fmla="*/ 1208975 w 2915191"/>
                <a:gd name="connsiteY124" fmla="*/ 146734 h 402150"/>
                <a:gd name="connsiteX125" fmla="*/ 1218719 w 2915191"/>
                <a:gd name="connsiteY125" fmla="*/ 156150 h 402150"/>
                <a:gd name="connsiteX126" fmla="*/ 1228478 w 2915191"/>
                <a:gd name="connsiteY126" fmla="*/ 186927 h 402150"/>
                <a:gd name="connsiteX127" fmla="*/ 1238222 w 2915191"/>
                <a:gd name="connsiteY127" fmla="*/ 169761 h 402150"/>
                <a:gd name="connsiteX128" fmla="*/ 1247966 w 2915191"/>
                <a:gd name="connsiteY128" fmla="*/ 133113 h 402150"/>
                <a:gd name="connsiteX129" fmla="*/ 1257725 w 2915191"/>
                <a:gd name="connsiteY129" fmla="*/ 91140 h 402150"/>
                <a:gd name="connsiteX130" fmla="*/ 1267469 w 2915191"/>
                <a:gd name="connsiteY130" fmla="*/ 129347 h 402150"/>
                <a:gd name="connsiteX131" fmla="*/ 1277227 w 2915191"/>
                <a:gd name="connsiteY131" fmla="*/ 127702 h 402150"/>
                <a:gd name="connsiteX132" fmla="*/ 1286971 w 2915191"/>
                <a:gd name="connsiteY132" fmla="*/ 139565 h 402150"/>
                <a:gd name="connsiteX133" fmla="*/ 1296715 w 2915191"/>
                <a:gd name="connsiteY133" fmla="*/ 104396 h 402150"/>
                <a:gd name="connsiteX134" fmla="*/ 1306474 w 2915191"/>
                <a:gd name="connsiteY134" fmla="*/ 88011 h 402150"/>
                <a:gd name="connsiteX135" fmla="*/ 1316218 w 2915191"/>
                <a:gd name="connsiteY135" fmla="*/ 107384 h 402150"/>
                <a:gd name="connsiteX136" fmla="*/ 1325977 w 2915191"/>
                <a:gd name="connsiteY136" fmla="*/ 116787 h 402150"/>
                <a:gd name="connsiteX137" fmla="*/ 1335721 w 2915191"/>
                <a:gd name="connsiteY137" fmla="*/ 106483 h 402150"/>
                <a:gd name="connsiteX138" fmla="*/ 1345465 w 2915191"/>
                <a:gd name="connsiteY138" fmla="*/ 134143 h 402150"/>
                <a:gd name="connsiteX139" fmla="*/ 1355224 w 2915191"/>
                <a:gd name="connsiteY139" fmla="*/ 143373 h 402150"/>
                <a:gd name="connsiteX140" fmla="*/ 1364967 w 2915191"/>
                <a:gd name="connsiteY140" fmla="*/ 177334 h 402150"/>
                <a:gd name="connsiteX141" fmla="*/ 1374726 w 2915191"/>
                <a:gd name="connsiteY141" fmla="*/ 153299 h 402150"/>
                <a:gd name="connsiteX142" fmla="*/ 1384470 w 2915191"/>
                <a:gd name="connsiteY142" fmla="*/ 129054 h 402150"/>
                <a:gd name="connsiteX143" fmla="*/ 1394214 w 2915191"/>
                <a:gd name="connsiteY143" fmla="*/ 144453 h 402150"/>
                <a:gd name="connsiteX144" fmla="*/ 1403973 w 2915191"/>
                <a:gd name="connsiteY144" fmla="*/ 146761 h 402150"/>
                <a:gd name="connsiteX145" fmla="*/ 1413717 w 2915191"/>
                <a:gd name="connsiteY145" fmla="*/ 151965 h 402150"/>
                <a:gd name="connsiteX146" fmla="*/ 1423476 w 2915191"/>
                <a:gd name="connsiteY146" fmla="*/ 193739 h 402150"/>
                <a:gd name="connsiteX147" fmla="*/ 1433220 w 2915191"/>
                <a:gd name="connsiteY147" fmla="*/ 197078 h 402150"/>
                <a:gd name="connsiteX148" fmla="*/ 1442964 w 2915191"/>
                <a:gd name="connsiteY148" fmla="*/ 181449 h 402150"/>
                <a:gd name="connsiteX149" fmla="*/ 1452722 w 2915191"/>
                <a:gd name="connsiteY149" fmla="*/ 197410 h 402150"/>
                <a:gd name="connsiteX150" fmla="*/ 1462466 w 2915191"/>
                <a:gd name="connsiteY150" fmla="*/ 185263 h 402150"/>
                <a:gd name="connsiteX151" fmla="*/ 1472225 w 2915191"/>
                <a:gd name="connsiteY151" fmla="*/ 216153 h 402150"/>
                <a:gd name="connsiteX152" fmla="*/ 1481969 w 2915191"/>
                <a:gd name="connsiteY152" fmla="*/ 226415 h 402150"/>
                <a:gd name="connsiteX153" fmla="*/ 1491713 w 2915191"/>
                <a:gd name="connsiteY153" fmla="*/ 234082 h 402150"/>
                <a:gd name="connsiteX154" fmla="*/ 1501472 w 2915191"/>
                <a:gd name="connsiteY154" fmla="*/ 240923 h 402150"/>
                <a:gd name="connsiteX155" fmla="*/ 1511216 w 2915191"/>
                <a:gd name="connsiteY155" fmla="*/ 266939 h 402150"/>
                <a:gd name="connsiteX156" fmla="*/ 1520960 w 2915191"/>
                <a:gd name="connsiteY156" fmla="*/ 234920 h 402150"/>
                <a:gd name="connsiteX157" fmla="*/ 1530719 w 2915191"/>
                <a:gd name="connsiteY157" fmla="*/ 209253 h 402150"/>
                <a:gd name="connsiteX158" fmla="*/ 1540463 w 2915191"/>
                <a:gd name="connsiteY158" fmla="*/ 211639 h 402150"/>
                <a:gd name="connsiteX159" fmla="*/ 1550221 w 2915191"/>
                <a:gd name="connsiteY159" fmla="*/ 212410 h 402150"/>
                <a:gd name="connsiteX160" fmla="*/ 1559965 w 2915191"/>
                <a:gd name="connsiteY160" fmla="*/ 260364 h 402150"/>
                <a:gd name="connsiteX161" fmla="*/ 1569709 w 2915191"/>
                <a:gd name="connsiteY161" fmla="*/ 298035 h 402150"/>
                <a:gd name="connsiteX162" fmla="*/ 1579468 w 2915191"/>
                <a:gd name="connsiteY162" fmla="*/ 292421 h 402150"/>
                <a:gd name="connsiteX163" fmla="*/ 1589212 w 2915191"/>
                <a:gd name="connsiteY163" fmla="*/ 276655 h 402150"/>
                <a:gd name="connsiteX164" fmla="*/ 1598971 w 2915191"/>
                <a:gd name="connsiteY164" fmla="*/ 308564 h 402150"/>
                <a:gd name="connsiteX165" fmla="*/ 1608715 w 2915191"/>
                <a:gd name="connsiteY165" fmla="*/ 319360 h 402150"/>
                <a:gd name="connsiteX166" fmla="*/ 1618459 w 2915191"/>
                <a:gd name="connsiteY166" fmla="*/ 311001 h 402150"/>
                <a:gd name="connsiteX167" fmla="*/ 1628218 w 2915191"/>
                <a:gd name="connsiteY167" fmla="*/ 313232 h 402150"/>
                <a:gd name="connsiteX168" fmla="*/ 1637962 w 2915191"/>
                <a:gd name="connsiteY168" fmla="*/ 311584 h 402150"/>
                <a:gd name="connsiteX169" fmla="*/ 1647720 w 2915191"/>
                <a:gd name="connsiteY169" fmla="*/ 303194 h 402150"/>
                <a:gd name="connsiteX170" fmla="*/ 1657464 w 2915191"/>
                <a:gd name="connsiteY170" fmla="*/ 291260 h 402150"/>
                <a:gd name="connsiteX171" fmla="*/ 1667208 w 2915191"/>
                <a:gd name="connsiteY171" fmla="*/ 266713 h 402150"/>
                <a:gd name="connsiteX172" fmla="*/ 1676967 w 2915191"/>
                <a:gd name="connsiteY172" fmla="*/ 255757 h 402150"/>
                <a:gd name="connsiteX173" fmla="*/ 1686711 w 2915191"/>
                <a:gd name="connsiteY173" fmla="*/ 275636 h 402150"/>
                <a:gd name="connsiteX174" fmla="*/ 1696470 w 2915191"/>
                <a:gd name="connsiteY174" fmla="*/ 232971 h 402150"/>
                <a:gd name="connsiteX175" fmla="*/ 1706214 w 2915191"/>
                <a:gd name="connsiteY175" fmla="*/ 229143 h 402150"/>
                <a:gd name="connsiteX176" fmla="*/ 1715958 w 2915191"/>
                <a:gd name="connsiteY176" fmla="*/ 223971 h 402150"/>
                <a:gd name="connsiteX177" fmla="*/ 1725716 w 2915191"/>
                <a:gd name="connsiteY177" fmla="*/ 230499 h 402150"/>
                <a:gd name="connsiteX178" fmla="*/ 1735460 w 2915191"/>
                <a:gd name="connsiteY178" fmla="*/ 234890 h 402150"/>
                <a:gd name="connsiteX179" fmla="*/ 1745219 w 2915191"/>
                <a:gd name="connsiteY179" fmla="*/ 219796 h 402150"/>
                <a:gd name="connsiteX180" fmla="*/ 1754963 w 2915191"/>
                <a:gd name="connsiteY180" fmla="*/ 234698 h 402150"/>
                <a:gd name="connsiteX181" fmla="*/ 1764707 w 2915191"/>
                <a:gd name="connsiteY181" fmla="*/ 213146 h 402150"/>
                <a:gd name="connsiteX182" fmla="*/ 1774466 w 2915191"/>
                <a:gd name="connsiteY182" fmla="*/ 214930 h 402150"/>
                <a:gd name="connsiteX183" fmla="*/ 1784210 w 2915191"/>
                <a:gd name="connsiteY183" fmla="*/ 230831 h 402150"/>
                <a:gd name="connsiteX184" fmla="*/ 1793969 w 2915191"/>
                <a:gd name="connsiteY184" fmla="*/ 204301 h 402150"/>
                <a:gd name="connsiteX185" fmla="*/ 1803713 w 2915191"/>
                <a:gd name="connsiteY185" fmla="*/ 225863 h 402150"/>
                <a:gd name="connsiteX186" fmla="*/ 1813457 w 2915191"/>
                <a:gd name="connsiteY186" fmla="*/ 226654 h 402150"/>
                <a:gd name="connsiteX187" fmla="*/ 1823215 w 2915191"/>
                <a:gd name="connsiteY187" fmla="*/ 222561 h 402150"/>
                <a:gd name="connsiteX188" fmla="*/ 1832959 w 2915191"/>
                <a:gd name="connsiteY188" fmla="*/ 225499 h 402150"/>
                <a:gd name="connsiteX189" fmla="*/ 1842703 w 2915191"/>
                <a:gd name="connsiteY189" fmla="*/ 253375 h 402150"/>
                <a:gd name="connsiteX190" fmla="*/ 1852462 w 2915191"/>
                <a:gd name="connsiteY190" fmla="*/ 226321 h 402150"/>
                <a:gd name="connsiteX191" fmla="*/ 1862206 w 2915191"/>
                <a:gd name="connsiteY191" fmla="*/ 208774 h 402150"/>
                <a:gd name="connsiteX192" fmla="*/ 1871965 w 2915191"/>
                <a:gd name="connsiteY192" fmla="*/ 202741 h 402150"/>
                <a:gd name="connsiteX193" fmla="*/ 1881709 w 2915191"/>
                <a:gd name="connsiteY193" fmla="*/ 193970 h 402150"/>
                <a:gd name="connsiteX194" fmla="*/ 1891453 w 2915191"/>
                <a:gd name="connsiteY194" fmla="*/ 200707 h 402150"/>
                <a:gd name="connsiteX195" fmla="*/ 1901212 w 2915191"/>
                <a:gd name="connsiteY195" fmla="*/ 197964 h 402150"/>
                <a:gd name="connsiteX196" fmla="*/ 1910956 w 2915191"/>
                <a:gd name="connsiteY196" fmla="*/ 200461 h 402150"/>
                <a:gd name="connsiteX197" fmla="*/ 1920714 w 2915191"/>
                <a:gd name="connsiteY197" fmla="*/ 164318 h 402150"/>
                <a:gd name="connsiteX198" fmla="*/ 1930458 w 2915191"/>
                <a:gd name="connsiteY198" fmla="*/ 171824 h 402150"/>
                <a:gd name="connsiteX199" fmla="*/ 1940202 w 2915191"/>
                <a:gd name="connsiteY199" fmla="*/ 208428 h 402150"/>
                <a:gd name="connsiteX200" fmla="*/ 1949961 w 2915191"/>
                <a:gd name="connsiteY200" fmla="*/ 180746 h 402150"/>
                <a:gd name="connsiteX201" fmla="*/ 1959705 w 2915191"/>
                <a:gd name="connsiteY201" fmla="*/ 175200 h 402150"/>
                <a:gd name="connsiteX202" fmla="*/ 1969464 w 2915191"/>
                <a:gd name="connsiteY202" fmla="*/ 191881 h 402150"/>
                <a:gd name="connsiteX203" fmla="*/ 1979208 w 2915191"/>
                <a:gd name="connsiteY203" fmla="*/ 215509 h 402150"/>
                <a:gd name="connsiteX204" fmla="*/ 1988952 w 2915191"/>
                <a:gd name="connsiteY204" fmla="*/ 212869 h 402150"/>
                <a:gd name="connsiteX205" fmla="*/ 1998711 w 2915191"/>
                <a:gd name="connsiteY205" fmla="*/ 181516 h 402150"/>
                <a:gd name="connsiteX206" fmla="*/ 2008454 w 2915191"/>
                <a:gd name="connsiteY206" fmla="*/ 178773 h 402150"/>
                <a:gd name="connsiteX207" fmla="*/ 2018213 w 2915191"/>
                <a:gd name="connsiteY207" fmla="*/ 170774 h 402150"/>
                <a:gd name="connsiteX208" fmla="*/ 2027957 w 2915191"/>
                <a:gd name="connsiteY208" fmla="*/ 189730 h 402150"/>
                <a:gd name="connsiteX209" fmla="*/ 2037701 w 2915191"/>
                <a:gd name="connsiteY209" fmla="*/ 151733 h 402150"/>
                <a:gd name="connsiteX210" fmla="*/ 2047460 w 2915191"/>
                <a:gd name="connsiteY210" fmla="*/ 155100 h 402150"/>
                <a:gd name="connsiteX211" fmla="*/ 2057204 w 2915191"/>
                <a:gd name="connsiteY211" fmla="*/ 189402 h 402150"/>
                <a:gd name="connsiteX212" fmla="*/ 2066963 w 2915191"/>
                <a:gd name="connsiteY212" fmla="*/ 195743 h 402150"/>
                <a:gd name="connsiteX213" fmla="*/ 2076707 w 2915191"/>
                <a:gd name="connsiteY213" fmla="*/ 206692 h 402150"/>
                <a:gd name="connsiteX214" fmla="*/ 2086451 w 2915191"/>
                <a:gd name="connsiteY214" fmla="*/ 208754 h 402150"/>
                <a:gd name="connsiteX215" fmla="*/ 2096210 w 2915191"/>
                <a:gd name="connsiteY215" fmla="*/ 191319 h 402150"/>
                <a:gd name="connsiteX216" fmla="*/ 2105954 w 2915191"/>
                <a:gd name="connsiteY216" fmla="*/ 211816 h 402150"/>
                <a:gd name="connsiteX217" fmla="*/ 2115697 w 2915191"/>
                <a:gd name="connsiteY217" fmla="*/ 198264 h 402150"/>
                <a:gd name="connsiteX218" fmla="*/ 2125456 w 2915191"/>
                <a:gd name="connsiteY218" fmla="*/ 190323 h 402150"/>
                <a:gd name="connsiteX219" fmla="*/ 2135200 w 2915191"/>
                <a:gd name="connsiteY219" fmla="*/ 165073 h 402150"/>
                <a:gd name="connsiteX220" fmla="*/ 2144959 w 2915191"/>
                <a:gd name="connsiteY220" fmla="*/ 169732 h 402150"/>
                <a:gd name="connsiteX221" fmla="*/ 2154703 w 2915191"/>
                <a:gd name="connsiteY221" fmla="*/ 196562 h 402150"/>
                <a:gd name="connsiteX222" fmla="*/ 2164447 w 2915191"/>
                <a:gd name="connsiteY222" fmla="*/ 193791 h 402150"/>
                <a:gd name="connsiteX223" fmla="*/ 2174206 w 2915191"/>
                <a:gd name="connsiteY223" fmla="*/ 220785 h 402150"/>
                <a:gd name="connsiteX224" fmla="*/ 2183950 w 2915191"/>
                <a:gd name="connsiteY224" fmla="*/ 221087 h 402150"/>
                <a:gd name="connsiteX225" fmla="*/ 2193709 w 2915191"/>
                <a:gd name="connsiteY225" fmla="*/ 211728 h 402150"/>
                <a:gd name="connsiteX226" fmla="*/ 2203452 w 2915191"/>
                <a:gd name="connsiteY226" fmla="*/ 188290 h 402150"/>
                <a:gd name="connsiteX227" fmla="*/ 2213196 w 2915191"/>
                <a:gd name="connsiteY227" fmla="*/ 170461 h 402150"/>
                <a:gd name="connsiteX228" fmla="*/ 2222955 w 2915191"/>
                <a:gd name="connsiteY228" fmla="*/ 178590 h 402150"/>
                <a:gd name="connsiteX229" fmla="*/ 2232699 w 2915191"/>
                <a:gd name="connsiteY229" fmla="*/ 195589 h 402150"/>
                <a:gd name="connsiteX230" fmla="*/ 2242458 w 2915191"/>
                <a:gd name="connsiteY230" fmla="*/ 204691 h 402150"/>
                <a:gd name="connsiteX231" fmla="*/ 2252202 w 2915191"/>
                <a:gd name="connsiteY231" fmla="*/ 239191 h 402150"/>
                <a:gd name="connsiteX232" fmla="*/ 2261946 w 2915191"/>
                <a:gd name="connsiteY232" fmla="*/ 245634 h 402150"/>
                <a:gd name="connsiteX233" fmla="*/ 2271705 w 2915191"/>
                <a:gd name="connsiteY233" fmla="*/ 245091 h 402150"/>
                <a:gd name="connsiteX234" fmla="*/ 2281449 w 2915191"/>
                <a:gd name="connsiteY234" fmla="*/ 237180 h 402150"/>
                <a:gd name="connsiteX235" fmla="*/ 2291208 w 2915191"/>
                <a:gd name="connsiteY235" fmla="*/ 232350 h 402150"/>
                <a:gd name="connsiteX236" fmla="*/ 2300951 w 2915191"/>
                <a:gd name="connsiteY236" fmla="*/ 236600 h 402150"/>
                <a:gd name="connsiteX237" fmla="*/ 2310695 w 2915191"/>
                <a:gd name="connsiteY237" fmla="*/ 255769 h 402150"/>
                <a:gd name="connsiteX238" fmla="*/ 2320454 w 2915191"/>
                <a:gd name="connsiteY238" fmla="*/ 250012 h 402150"/>
                <a:gd name="connsiteX239" fmla="*/ 2330198 w 2915191"/>
                <a:gd name="connsiteY239" fmla="*/ 287415 h 402150"/>
                <a:gd name="connsiteX240" fmla="*/ 2339957 w 2915191"/>
                <a:gd name="connsiteY240" fmla="*/ 296673 h 402150"/>
                <a:gd name="connsiteX241" fmla="*/ 2349701 w 2915191"/>
                <a:gd name="connsiteY241" fmla="*/ 275515 h 402150"/>
                <a:gd name="connsiteX242" fmla="*/ 2359445 w 2915191"/>
                <a:gd name="connsiteY242" fmla="*/ 284793 h 402150"/>
                <a:gd name="connsiteX243" fmla="*/ 2369204 w 2915191"/>
                <a:gd name="connsiteY243" fmla="*/ 272875 h 402150"/>
                <a:gd name="connsiteX244" fmla="*/ 2378948 w 2915191"/>
                <a:gd name="connsiteY244" fmla="*/ 265616 h 402150"/>
                <a:gd name="connsiteX245" fmla="*/ 2388692 w 2915191"/>
                <a:gd name="connsiteY245" fmla="*/ 267756 h 402150"/>
                <a:gd name="connsiteX246" fmla="*/ 2398450 w 2915191"/>
                <a:gd name="connsiteY246" fmla="*/ 252235 h 402150"/>
                <a:gd name="connsiteX247" fmla="*/ 2408194 w 2915191"/>
                <a:gd name="connsiteY247" fmla="*/ 248345 h 402150"/>
                <a:gd name="connsiteX248" fmla="*/ 2417953 w 2915191"/>
                <a:gd name="connsiteY248" fmla="*/ 251949 h 402150"/>
                <a:gd name="connsiteX249" fmla="*/ 2427697 w 2915191"/>
                <a:gd name="connsiteY249" fmla="*/ 251888 h 402150"/>
                <a:gd name="connsiteX250" fmla="*/ 2437441 w 2915191"/>
                <a:gd name="connsiteY250" fmla="*/ 248153 h 402150"/>
                <a:gd name="connsiteX251" fmla="*/ 2447200 w 2915191"/>
                <a:gd name="connsiteY251" fmla="*/ 277836 h 402150"/>
                <a:gd name="connsiteX252" fmla="*/ 2456944 w 2915191"/>
                <a:gd name="connsiteY252" fmla="*/ 306076 h 402150"/>
                <a:gd name="connsiteX253" fmla="*/ 2466703 w 2915191"/>
                <a:gd name="connsiteY253" fmla="*/ 330973 h 402150"/>
                <a:gd name="connsiteX254" fmla="*/ 2476446 w 2915191"/>
                <a:gd name="connsiteY254" fmla="*/ 309202 h 402150"/>
                <a:gd name="connsiteX255" fmla="*/ 2486190 w 2915191"/>
                <a:gd name="connsiteY255" fmla="*/ 281041 h 402150"/>
                <a:gd name="connsiteX256" fmla="*/ 2495949 w 2915191"/>
                <a:gd name="connsiteY256" fmla="*/ 280677 h 402150"/>
                <a:gd name="connsiteX257" fmla="*/ 2505693 w 2915191"/>
                <a:gd name="connsiteY257" fmla="*/ 283265 h 402150"/>
                <a:gd name="connsiteX258" fmla="*/ 2515452 w 2915191"/>
                <a:gd name="connsiteY258" fmla="*/ 266704 h 402150"/>
                <a:gd name="connsiteX259" fmla="*/ 2525196 w 2915191"/>
                <a:gd name="connsiteY259" fmla="*/ 279837 h 402150"/>
                <a:gd name="connsiteX260" fmla="*/ 2534940 w 2915191"/>
                <a:gd name="connsiteY260" fmla="*/ 262942 h 402150"/>
                <a:gd name="connsiteX261" fmla="*/ 2544699 w 2915191"/>
                <a:gd name="connsiteY261" fmla="*/ 297282 h 402150"/>
                <a:gd name="connsiteX262" fmla="*/ 2554443 w 2915191"/>
                <a:gd name="connsiteY262" fmla="*/ 291083 h 402150"/>
                <a:gd name="connsiteX263" fmla="*/ 2564202 w 2915191"/>
                <a:gd name="connsiteY263" fmla="*/ 257788 h 402150"/>
                <a:gd name="connsiteX264" fmla="*/ 2573946 w 2915191"/>
                <a:gd name="connsiteY264" fmla="*/ 258517 h 402150"/>
                <a:gd name="connsiteX265" fmla="*/ 2583690 w 2915191"/>
                <a:gd name="connsiteY265" fmla="*/ 220977 h 402150"/>
                <a:gd name="connsiteX266" fmla="*/ 2593448 w 2915191"/>
                <a:gd name="connsiteY266" fmla="*/ 199092 h 402150"/>
                <a:gd name="connsiteX267" fmla="*/ 2603192 w 2915191"/>
                <a:gd name="connsiteY267" fmla="*/ 205709 h 402150"/>
                <a:gd name="connsiteX268" fmla="*/ 2612951 w 2915191"/>
                <a:gd name="connsiteY268" fmla="*/ 192708 h 402150"/>
                <a:gd name="connsiteX269" fmla="*/ 2622695 w 2915191"/>
                <a:gd name="connsiteY269" fmla="*/ 208860 h 402150"/>
                <a:gd name="connsiteX270" fmla="*/ 2632439 w 2915191"/>
                <a:gd name="connsiteY270" fmla="*/ 206852 h 402150"/>
                <a:gd name="connsiteX271" fmla="*/ 2642198 w 2915191"/>
                <a:gd name="connsiteY271" fmla="*/ 210615 h 402150"/>
                <a:gd name="connsiteX272" fmla="*/ 2651942 w 2915191"/>
                <a:gd name="connsiteY272" fmla="*/ 246084 h 402150"/>
                <a:gd name="connsiteX273" fmla="*/ 2661685 w 2915191"/>
                <a:gd name="connsiteY273" fmla="*/ 285302 h 402150"/>
                <a:gd name="connsiteX274" fmla="*/ 2671444 w 2915191"/>
                <a:gd name="connsiteY274" fmla="*/ 300869 h 402150"/>
                <a:gd name="connsiteX275" fmla="*/ 2681188 w 2915191"/>
                <a:gd name="connsiteY275" fmla="*/ 331215 h 402150"/>
                <a:gd name="connsiteX276" fmla="*/ 2690947 w 2915191"/>
                <a:gd name="connsiteY276" fmla="*/ 332101 h 402150"/>
                <a:gd name="connsiteX277" fmla="*/ 2700691 w 2915191"/>
                <a:gd name="connsiteY277" fmla="*/ 341722 h 402150"/>
                <a:gd name="connsiteX278" fmla="*/ 2710435 w 2915191"/>
                <a:gd name="connsiteY278" fmla="*/ 338243 h 402150"/>
                <a:gd name="connsiteX279" fmla="*/ 2720194 w 2915191"/>
                <a:gd name="connsiteY279" fmla="*/ 361607 h 402150"/>
                <a:gd name="connsiteX280" fmla="*/ 2729938 w 2915191"/>
                <a:gd name="connsiteY280" fmla="*/ 332021 h 402150"/>
                <a:gd name="connsiteX281" fmla="*/ 2739697 w 2915191"/>
                <a:gd name="connsiteY281" fmla="*/ 303568 h 402150"/>
                <a:gd name="connsiteX282" fmla="*/ 2749441 w 2915191"/>
                <a:gd name="connsiteY282" fmla="*/ 284910 h 402150"/>
                <a:gd name="connsiteX283" fmla="*/ 2759185 w 2915191"/>
                <a:gd name="connsiteY283" fmla="*/ 334421 h 402150"/>
                <a:gd name="connsiteX284" fmla="*/ 2768943 w 2915191"/>
                <a:gd name="connsiteY284" fmla="*/ 345360 h 402150"/>
                <a:gd name="connsiteX285" fmla="*/ 2778687 w 2915191"/>
                <a:gd name="connsiteY285" fmla="*/ 340162 h 402150"/>
                <a:gd name="connsiteX286" fmla="*/ 2788446 w 2915191"/>
                <a:gd name="connsiteY286" fmla="*/ 332401 h 402150"/>
                <a:gd name="connsiteX287" fmla="*/ 2798190 w 2915191"/>
                <a:gd name="connsiteY287" fmla="*/ 349280 h 402150"/>
                <a:gd name="connsiteX288" fmla="*/ 2807934 w 2915191"/>
                <a:gd name="connsiteY288" fmla="*/ 366457 h 402150"/>
                <a:gd name="connsiteX289" fmla="*/ 2817693 w 2915191"/>
                <a:gd name="connsiteY289" fmla="*/ 352824 h 402150"/>
                <a:gd name="connsiteX290" fmla="*/ 2827437 w 2915191"/>
                <a:gd name="connsiteY290" fmla="*/ 348052 h 402150"/>
                <a:gd name="connsiteX291" fmla="*/ 2837196 w 2915191"/>
                <a:gd name="connsiteY291" fmla="*/ 397813 h 402150"/>
                <a:gd name="connsiteX292" fmla="*/ 2846940 w 2915191"/>
                <a:gd name="connsiteY292" fmla="*/ 402150 h 402150"/>
                <a:gd name="connsiteX293" fmla="*/ 2856684 w 2915191"/>
                <a:gd name="connsiteY293" fmla="*/ 393078 h 402150"/>
                <a:gd name="connsiteX294" fmla="*/ 2866442 w 2915191"/>
                <a:gd name="connsiteY294" fmla="*/ 372500 h 402150"/>
                <a:gd name="connsiteX295" fmla="*/ 2876186 w 2915191"/>
                <a:gd name="connsiteY295" fmla="*/ 328150 h 402150"/>
                <a:gd name="connsiteX296" fmla="*/ 2885945 w 2915191"/>
                <a:gd name="connsiteY296" fmla="*/ 322538 h 402150"/>
                <a:gd name="connsiteX297" fmla="*/ 2895689 w 2915191"/>
                <a:gd name="connsiteY297" fmla="*/ 322649 h 402150"/>
                <a:gd name="connsiteX298" fmla="*/ 2905433 w 2915191"/>
                <a:gd name="connsiteY298" fmla="*/ 322983 h 402150"/>
                <a:gd name="connsiteX299" fmla="*/ 2915192 w 2915191"/>
                <a:gd name="connsiteY299" fmla="*/ 324007 h 402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02150">
                  <a:moveTo>
                    <a:pt x="0" y="70861"/>
                  </a:moveTo>
                  <a:lnTo>
                    <a:pt x="9750" y="89753"/>
                  </a:lnTo>
                  <a:lnTo>
                    <a:pt x="19500" y="110719"/>
                  </a:lnTo>
                  <a:lnTo>
                    <a:pt x="29250" y="108588"/>
                  </a:lnTo>
                  <a:lnTo>
                    <a:pt x="39000" y="99133"/>
                  </a:lnTo>
                  <a:lnTo>
                    <a:pt x="48749" y="48532"/>
                  </a:lnTo>
                  <a:lnTo>
                    <a:pt x="58499" y="62448"/>
                  </a:lnTo>
                  <a:lnTo>
                    <a:pt x="68249" y="57553"/>
                  </a:lnTo>
                  <a:lnTo>
                    <a:pt x="77998" y="77111"/>
                  </a:lnTo>
                  <a:lnTo>
                    <a:pt x="87748" y="86407"/>
                  </a:lnTo>
                  <a:lnTo>
                    <a:pt x="97497" y="92776"/>
                  </a:lnTo>
                  <a:lnTo>
                    <a:pt x="107247" y="107472"/>
                  </a:lnTo>
                  <a:lnTo>
                    <a:pt x="116997" y="108000"/>
                  </a:lnTo>
                  <a:lnTo>
                    <a:pt x="126747" y="110542"/>
                  </a:lnTo>
                  <a:lnTo>
                    <a:pt x="136497" y="112618"/>
                  </a:lnTo>
                  <a:lnTo>
                    <a:pt x="146247" y="133756"/>
                  </a:lnTo>
                  <a:lnTo>
                    <a:pt x="155997" y="153822"/>
                  </a:lnTo>
                  <a:lnTo>
                    <a:pt x="165747" y="160717"/>
                  </a:lnTo>
                  <a:lnTo>
                    <a:pt x="175497" y="174035"/>
                  </a:lnTo>
                  <a:lnTo>
                    <a:pt x="185247" y="190075"/>
                  </a:lnTo>
                  <a:lnTo>
                    <a:pt x="194996" y="165811"/>
                  </a:lnTo>
                  <a:lnTo>
                    <a:pt x="204746" y="162582"/>
                  </a:lnTo>
                  <a:lnTo>
                    <a:pt x="214495" y="177654"/>
                  </a:lnTo>
                  <a:lnTo>
                    <a:pt x="224245" y="190956"/>
                  </a:lnTo>
                  <a:lnTo>
                    <a:pt x="233995" y="151841"/>
                  </a:lnTo>
                  <a:lnTo>
                    <a:pt x="243744" y="112611"/>
                  </a:lnTo>
                  <a:lnTo>
                    <a:pt x="253494" y="142278"/>
                  </a:lnTo>
                  <a:lnTo>
                    <a:pt x="263244" y="153202"/>
                  </a:lnTo>
                  <a:lnTo>
                    <a:pt x="272994" y="150556"/>
                  </a:lnTo>
                  <a:lnTo>
                    <a:pt x="282744" y="114676"/>
                  </a:lnTo>
                  <a:lnTo>
                    <a:pt x="292494" y="100790"/>
                  </a:lnTo>
                  <a:lnTo>
                    <a:pt x="302244" y="103280"/>
                  </a:lnTo>
                  <a:lnTo>
                    <a:pt x="311994" y="95148"/>
                  </a:lnTo>
                  <a:lnTo>
                    <a:pt x="321744" y="59615"/>
                  </a:lnTo>
                  <a:lnTo>
                    <a:pt x="331493" y="48948"/>
                  </a:lnTo>
                  <a:lnTo>
                    <a:pt x="341243" y="75729"/>
                  </a:lnTo>
                  <a:lnTo>
                    <a:pt x="350993" y="46935"/>
                  </a:lnTo>
                  <a:lnTo>
                    <a:pt x="360742" y="66990"/>
                  </a:lnTo>
                  <a:lnTo>
                    <a:pt x="370492" y="107609"/>
                  </a:lnTo>
                  <a:lnTo>
                    <a:pt x="380241" y="133435"/>
                  </a:lnTo>
                  <a:lnTo>
                    <a:pt x="389991" y="127908"/>
                  </a:lnTo>
                  <a:lnTo>
                    <a:pt x="399741" y="152981"/>
                  </a:lnTo>
                  <a:lnTo>
                    <a:pt x="409491" y="138540"/>
                  </a:lnTo>
                  <a:lnTo>
                    <a:pt x="419241" y="131701"/>
                  </a:lnTo>
                  <a:lnTo>
                    <a:pt x="428991" y="89953"/>
                  </a:lnTo>
                  <a:lnTo>
                    <a:pt x="438741" y="97340"/>
                  </a:lnTo>
                  <a:lnTo>
                    <a:pt x="448491" y="139267"/>
                  </a:lnTo>
                  <a:lnTo>
                    <a:pt x="458241" y="108255"/>
                  </a:lnTo>
                  <a:lnTo>
                    <a:pt x="467991" y="108825"/>
                  </a:lnTo>
                  <a:lnTo>
                    <a:pt x="477740" y="132103"/>
                  </a:lnTo>
                  <a:lnTo>
                    <a:pt x="487490" y="133103"/>
                  </a:lnTo>
                  <a:lnTo>
                    <a:pt x="497239" y="158872"/>
                  </a:lnTo>
                  <a:lnTo>
                    <a:pt x="506989" y="152019"/>
                  </a:lnTo>
                  <a:lnTo>
                    <a:pt x="516738" y="181698"/>
                  </a:lnTo>
                  <a:lnTo>
                    <a:pt x="526488" y="173573"/>
                  </a:lnTo>
                  <a:lnTo>
                    <a:pt x="536238" y="178396"/>
                  </a:lnTo>
                  <a:lnTo>
                    <a:pt x="545988" y="156575"/>
                  </a:lnTo>
                  <a:lnTo>
                    <a:pt x="555738" y="169778"/>
                  </a:lnTo>
                  <a:lnTo>
                    <a:pt x="565488" y="151395"/>
                  </a:lnTo>
                  <a:lnTo>
                    <a:pt x="575238" y="157488"/>
                  </a:lnTo>
                  <a:lnTo>
                    <a:pt x="584988" y="111190"/>
                  </a:lnTo>
                  <a:lnTo>
                    <a:pt x="594738" y="89696"/>
                  </a:lnTo>
                  <a:lnTo>
                    <a:pt x="604488" y="54624"/>
                  </a:lnTo>
                  <a:lnTo>
                    <a:pt x="614237" y="52221"/>
                  </a:lnTo>
                  <a:lnTo>
                    <a:pt x="623987" y="101115"/>
                  </a:lnTo>
                  <a:lnTo>
                    <a:pt x="633736" y="45774"/>
                  </a:lnTo>
                  <a:lnTo>
                    <a:pt x="643486" y="34017"/>
                  </a:lnTo>
                  <a:lnTo>
                    <a:pt x="653236" y="0"/>
                  </a:lnTo>
                  <a:lnTo>
                    <a:pt x="662985" y="5836"/>
                  </a:lnTo>
                  <a:lnTo>
                    <a:pt x="672735" y="4111"/>
                  </a:lnTo>
                  <a:lnTo>
                    <a:pt x="682485" y="915"/>
                  </a:lnTo>
                  <a:lnTo>
                    <a:pt x="692235" y="22515"/>
                  </a:lnTo>
                  <a:lnTo>
                    <a:pt x="701985" y="31005"/>
                  </a:lnTo>
                  <a:lnTo>
                    <a:pt x="711735" y="34287"/>
                  </a:lnTo>
                  <a:lnTo>
                    <a:pt x="721485" y="27474"/>
                  </a:lnTo>
                  <a:lnTo>
                    <a:pt x="731235" y="23432"/>
                  </a:lnTo>
                  <a:lnTo>
                    <a:pt x="740985" y="72753"/>
                  </a:lnTo>
                  <a:lnTo>
                    <a:pt x="750734" y="63178"/>
                  </a:lnTo>
                  <a:lnTo>
                    <a:pt x="760484" y="71706"/>
                  </a:lnTo>
                  <a:lnTo>
                    <a:pt x="770233" y="58936"/>
                  </a:lnTo>
                  <a:lnTo>
                    <a:pt x="779983" y="54657"/>
                  </a:lnTo>
                  <a:lnTo>
                    <a:pt x="789733" y="61569"/>
                  </a:lnTo>
                  <a:lnTo>
                    <a:pt x="799482" y="56823"/>
                  </a:lnTo>
                  <a:lnTo>
                    <a:pt x="809232" y="45440"/>
                  </a:lnTo>
                  <a:lnTo>
                    <a:pt x="818982" y="54550"/>
                  </a:lnTo>
                  <a:lnTo>
                    <a:pt x="828732" y="25824"/>
                  </a:lnTo>
                  <a:lnTo>
                    <a:pt x="838482" y="27931"/>
                  </a:lnTo>
                  <a:lnTo>
                    <a:pt x="848232" y="48514"/>
                  </a:lnTo>
                  <a:lnTo>
                    <a:pt x="857982" y="53061"/>
                  </a:lnTo>
                  <a:lnTo>
                    <a:pt x="867732" y="40107"/>
                  </a:lnTo>
                  <a:lnTo>
                    <a:pt x="877482" y="5282"/>
                  </a:lnTo>
                  <a:lnTo>
                    <a:pt x="887231" y="47319"/>
                  </a:lnTo>
                  <a:lnTo>
                    <a:pt x="896981" y="45016"/>
                  </a:lnTo>
                  <a:lnTo>
                    <a:pt x="906730" y="69131"/>
                  </a:lnTo>
                  <a:lnTo>
                    <a:pt x="916480" y="65578"/>
                  </a:lnTo>
                  <a:lnTo>
                    <a:pt x="926230" y="66990"/>
                  </a:lnTo>
                  <a:lnTo>
                    <a:pt x="935979" y="68510"/>
                  </a:lnTo>
                  <a:lnTo>
                    <a:pt x="945729" y="60393"/>
                  </a:lnTo>
                  <a:lnTo>
                    <a:pt x="955479" y="86787"/>
                  </a:lnTo>
                  <a:lnTo>
                    <a:pt x="965229" y="114675"/>
                  </a:lnTo>
                  <a:lnTo>
                    <a:pt x="974979" y="113483"/>
                  </a:lnTo>
                  <a:lnTo>
                    <a:pt x="984729" y="106784"/>
                  </a:lnTo>
                  <a:lnTo>
                    <a:pt x="994474" y="63371"/>
                  </a:lnTo>
                  <a:lnTo>
                    <a:pt x="1004233" y="57225"/>
                  </a:lnTo>
                  <a:lnTo>
                    <a:pt x="1013977" y="72455"/>
                  </a:lnTo>
                  <a:lnTo>
                    <a:pt x="1023721" y="88329"/>
                  </a:lnTo>
                  <a:lnTo>
                    <a:pt x="1033480" y="124740"/>
                  </a:lnTo>
                  <a:lnTo>
                    <a:pt x="1043224" y="136293"/>
                  </a:lnTo>
                  <a:lnTo>
                    <a:pt x="1052983" y="106996"/>
                  </a:lnTo>
                  <a:lnTo>
                    <a:pt x="1062727" y="85222"/>
                  </a:lnTo>
                  <a:lnTo>
                    <a:pt x="1072471" y="89236"/>
                  </a:lnTo>
                  <a:lnTo>
                    <a:pt x="1082230" y="94455"/>
                  </a:lnTo>
                  <a:lnTo>
                    <a:pt x="1091973" y="104111"/>
                  </a:lnTo>
                  <a:lnTo>
                    <a:pt x="1101732" y="144362"/>
                  </a:lnTo>
                  <a:lnTo>
                    <a:pt x="1111476" y="129798"/>
                  </a:lnTo>
                  <a:lnTo>
                    <a:pt x="1121220" y="114037"/>
                  </a:lnTo>
                  <a:lnTo>
                    <a:pt x="1130979" y="146981"/>
                  </a:lnTo>
                  <a:lnTo>
                    <a:pt x="1140723" y="135505"/>
                  </a:lnTo>
                  <a:lnTo>
                    <a:pt x="1150482" y="154853"/>
                  </a:lnTo>
                  <a:lnTo>
                    <a:pt x="1160226" y="162228"/>
                  </a:lnTo>
                  <a:lnTo>
                    <a:pt x="1169969" y="141108"/>
                  </a:lnTo>
                  <a:lnTo>
                    <a:pt x="1179728" y="124748"/>
                  </a:lnTo>
                  <a:lnTo>
                    <a:pt x="1189472" y="114804"/>
                  </a:lnTo>
                  <a:lnTo>
                    <a:pt x="1199231" y="146873"/>
                  </a:lnTo>
                  <a:lnTo>
                    <a:pt x="1208975" y="146734"/>
                  </a:lnTo>
                  <a:lnTo>
                    <a:pt x="1218719" y="156150"/>
                  </a:lnTo>
                  <a:lnTo>
                    <a:pt x="1228478" y="186927"/>
                  </a:lnTo>
                  <a:lnTo>
                    <a:pt x="1238222" y="169761"/>
                  </a:lnTo>
                  <a:lnTo>
                    <a:pt x="1247966" y="133113"/>
                  </a:lnTo>
                  <a:lnTo>
                    <a:pt x="1257725" y="91140"/>
                  </a:lnTo>
                  <a:lnTo>
                    <a:pt x="1267469" y="129347"/>
                  </a:lnTo>
                  <a:lnTo>
                    <a:pt x="1277227" y="127702"/>
                  </a:lnTo>
                  <a:lnTo>
                    <a:pt x="1286971" y="139565"/>
                  </a:lnTo>
                  <a:lnTo>
                    <a:pt x="1296715" y="104396"/>
                  </a:lnTo>
                  <a:lnTo>
                    <a:pt x="1306474" y="88011"/>
                  </a:lnTo>
                  <a:lnTo>
                    <a:pt x="1316218" y="107384"/>
                  </a:lnTo>
                  <a:lnTo>
                    <a:pt x="1325977" y="116787"/>
                  </a:lnTo>
                  <a:lnTo>
                    <a:pt x="1335721" y="106483"/>
                  </a:lnTo>
                  <a:lnTo>
                    <a:pt x="1345465" y="134143"/>
                  </a:lnTo>
                  <a:lnTo>
                    <a:pt x="1355224" y="143373"/>
                  </a:lnTo>
                  <a:lnTo>
                    <a:pt x="1364967" y="177334"/>
                  </a:lnTo>
                  <a:lnTo>
                    <a:pt x="1374726" y="153299"/>
                  </a:lnTo>
                  <a:lnTo>
                    <a:pt x="1384470" y="129054"/>
                  </a:lnTo>
                  <a:lnTo>
                    <a:pt x="1394214" y="144453"/>
                  </a:lnTo>
                  <a:lnTo>
                    <a:pt x="1403973" y="146761"/>
                  </a:lnTo>
                  <a:lnTo>
                    <a:pt x="1413717" y="151965"/>
                  </a:lnTo>
                  <a:lnTo>
                    <a:pt x="1423476" y="193739"/>
                  </a:lnTo>
                  <a:lnTo>
                    <a:pt x="1433220" y="197078"/>
                  </a:lnTo>
                  <a:lnTo>
                    <a:pt x="1442964" y="181449"/>
                  </a:lnTo>
                  <a:lnTo>
                    <a:pt x="1452722" y="197410"/>
                  </a:lnTo>
                  <a:lnTo>
                    <a:pt x="1462466" y="185263"/>
                  </a:lnTo>
                  <a:lnTo>
                    <a:pt x="1472225" y="216153"/>
                  </a:lnTo>
                  <a:lnTo>
                    <a:pt x="1481969" y="226415"/>
                  </a:lnTo>
                  <a:lnTo>
                    <a:pt x="1491713" y="234082"/>
                  </a:lnTo>
                  <a:lnTo>
                    <a:pt x="1501472" y="240923"/>
                  </a:lnTo>
                  <a:lnTo>
                    <a:pt x="1511216" y="266939"/>
                  </a:lnTo>
                  <a:lnTo>
                    <a:pt x="1520960" y="234920"/>
                  </a:lnTo>
                  <a:lnTo>
                    <a:pt x="1530719" y="209253"/>
                  </a:lnTo>
                  <a:lnTo>
                    <a:pt x="1540463" y="211639"/>
                  </a:lnTo>
                  <a:lnTo>
                    <a:pt x="1550221" y="212410"/>
                  </a:lnTo>
                  <a:lnTo>
                    <a:pt x="1559965" y="260364"/>
                  </a:lnTo>
                  <a:lnTo>
                    <a:pt x="1569709" y="298035"/>
                  </a:lnTo>
                  <a:lnTo>
                    <a:pt x="1579468" y="292421"/>
                  </a:lnTo>
                  <a:lnTo>
                    <a:pt x="1589212" y="276655"/>
                  </a:lnTo>
                  <a:lnTo>
                    <a:pt x="1598971" y="308564"/>
                  </a:lnTo>
                  <a:lnTo>
                    <a:pt x="1608715" y="319360"/>
                  </a:lnTo>
                  <a:lnTo>
                    <a:pt x="1618459" y="311001"/>
                  </a:lnTo>
                  <a:lnTo>
                    <a:pt x="1628218" y="313232"/>
                  </a:lnTo>
                  <a:lnTo>
                    <a:pt x="1637962" y="311584"/>
                  </a:lnTo>
                  <a:lnTo>
                    <a:pt x="1647720" y="303194"/>
                  </a:lnTo>
                  <a:lnTo>
                    <a:pt x="1657464" y="291260"/>
                  </a:lnTo>
                  <a:lnTo>
                    <a:pt x="1667208" y="266713"/>
                  </a:lnTo>
                  <a:lnTo>
                    <a:pt x="1676967" y="255757"/>
                  </a:lnTo>
                  <a:lnTo>
                    <a:pt x="1686711" y="275636"/>
                  </a:lnTo>
                  <a:lnTo>
                    <a:pt x="1696470" y="232971"/>
                  </a:lnTo>
                  <a:lnTo>
                    <a:pt x="1706214" y="229143"/>
                  </a:lnTo>
                  <a:lnTo>
                    <a:pt x="1715958" y="223971"/>
                  </a:lnTo>
                  <a:lnTo>
                    <a:pt x="1725716" y="230499"/>
                  </a:lnTo>
                  <a:lnTo>
                    <a:pt x="1735460" y="234890"/>
                  </a:lnTo>
                  <a:lnTo>
                    <a:pt x="1745219" y="219796"/>
                  </a:lnTo>
                  <a:lnTo>
                    <a:pt x="1754963" y="234698"/>
                  </a:lnTo>
                  <a:lnTo>
                    <a:pt x="1764707" y="213146"/>
                  </a:lnTo>
                  <a:lnTo>
                    <a:pt x="1774466" y="214930"/>
                  </a:lnTo>
                  <a:lnTo>
                    <a:pt x="1784210" y="230831"/>
                  </a:lnTo>
                  <a:lnTo>
                    <a:pt x="1793969" y="204301"/>
                  </a:lnTo>
                  <a:lnTo>
                    <a:pt x="1803713" y="225863"/>
                  </a:lnTo>
                  <a:lnTo>
                    <a:pt x="1813457" y="226654"/>
                  </a:lnTo>
                  <a:lnTo>
                    <a:pt x="1823215" y="222561"/>
                  </a:lnTo>
                  <a:lnTo>
                    <a:pt x="1832959" y="225499"/>
                  </a:lnTo>
                  <a:lnTo>
                    <a:pt x="1842703" y="253375"/>
                  </a:lnTo>
                  <a:lnTo>
                    <a:pt x="1852462" y="226321"/>
                  </a:lnTo>
                  <a:lnTo>
                    <a:pt x="1862206" y="208774"/>
                  </a:lnTo>
                  <a:lnTo>
                    <a:pt x="1871965" y="202741"/>
                  </a:lnTo>
                  <a:lnTo>
                    <a:pt x="1881709" y="193970"/>
                  </a:lnTo>
                  <a:lnTo>
                    <a:pt x="1891453" y="200707"/>
                  </a:lnTo>
                  <a:lnTo>
                    <a:pt x="1901212" y="197964"/>
                  </a:lnTo>
                  <a:lnTo>
                    <a:pt x="1910956" y="200461"/>
                  </a:lnTo>
                  <a:lnTo>
                    <a:pt x="1920714" y="164318"/>
                  </a:lnTo>
                  <a:lnTo>
                    <a:pt x="1930458" y="171824"/>
                  </a:lnTo>
                  <a:lnTo>
                    <a:pt x="1940202" y="208428"/>
                  </a:lnTo>
                  <a:lnTo>
                    <a:pt x="1949961" y="180746"/>
                  </a:lnTo>
                  <a:lnTo>
                    <a:pt x="1959705" y="175200"/>
                  </a:lnTo>
                  <a:lnTo>
                    <a:pt x="1969464" y="191881"/>
                  </a:lnTo>
                  <a:lnTo>
                    <a:pt x="1979208" y="215509"/>
                  </a:lnTo>
                  <a:lnTo>
                    <a:pt x="1988952" y="212869"/>
                  </a:lnTo>
                  <a:lnTo>
                    <a:pt x="1998711" y="181516"/>
                  </a:lnTo>
                  <a:lnTo>
                    <a:pt x="2008454" y="178773"/>
                  </a:lnTo>
                  <a:lnTo>
                    <a:pt x="2018213" y="170774"/>
                  </a:lnTo>
                  <a:lnTo>
                    <a:pt x="2027957" y="189730"/>
                  </a:lnTo>
                  <a:lnTo>
                    <a:pt x="2037701" y="151733"/>
                  </a:lnTo>
                  <a:lnTo>
                    <a:pt x="2047460" y="155100"/>
                  </a:lnTo>
                  <a:lnTo>
                    <a:pt x="2057204" y="189402"/>
                  </a:lnTo>
                  <a:lnTo>
                    <a:pt x="2066963" y="195743"/>
                  </a:lnTo>
                  <a:lnTo>
                    <a:pt x="2076707" y="206692"/>
                  </a:lnTo>
                  <a:lnTo>
                    <a:pt x="2086451" y="208754"/>
                  </a:lnTo>
                  <a:lnTo>
                    <a:pt x="2096210" y="191319"/>
                  </a:lnTo>
                  <a:lnTo>
                    <a:pt x="2105954" y="211816"/>
                  </a:lnTo>
                  <a:lnTo>
                    <a:pt x="2115697" y="198264"/>
                  </a:lnTo>
                  <a:lnTo>
                    <a:pt x="2125456" y="190323"/>
                  </a:lnTo>
                  <a:lnTo>
                    <a:pt x="2135200" y="165073"/>
                  </a:lnTo>
                  <a:lnTo>
                    <a:pt x="2144959" y="169732"/>
                  </a:lnTo>
                  <a:lnTo>
                    <a:pt x="2154703" y="196562"/>
                  </a:lnTo>
                  <a:lnTo>
                    <a:pt x="2164447" y="193791"/>
                  </a:lnTo>
                  <a:lnTo>
                    <a:pt x="2174206" y="220785"/>
                  </a:lnTo>
                  <a:lnTo>
                    <a:pt x="2183950" y="221087"/>
                  </a:lnTo>
                  <a:lnTo>
                    <a:pt x="2193709" y="211728"/>
                  </a:lnTo>
                  <a:lnTo>
                    <a:pt x="2203452" y="188290"/>
                  </a:lnTo>
                  <a:lnTo>
                    <a:pt x="2213196" y="170461"/>
                  </a:lnTo>
                  <a:lnTo>
                    <a:pt x="2222955" y="178590"/>
                  </a:lnTo>
                  <a:lnTo>
                    <a:pt x="2232699" y="195589"/>
                  </a:lnTo>
                  <a:lnTo>
                    <a:pt x="2242458" y="204691"/>
                  </a:lnTo>
                  <a:lnTo>
                    <a:pt x="2252202" y="239191"/>
                  </a:lnTo>
                  <a:lnTo>
                    <a:pt x="2261946" y="245634"/>
                  </a:lnTo>
                  <a:lnTo>
                    <a:pt x="2271705" y="245091"/>
                  </a:lnTo>
                  <a:lnTo>
                    <a:pt x="2281449" y="237180"/>
                  </a:lnTo>
                  <a:lnTo>
                    <a:pt x="2291208" y="232350"/>
                  </a:lnTo>
                  <a:lnTo>
                    <a:pt x="2300951" y="236600"/>
                  </a:lnTo>
                  <a:lnTo>
                    <a:pt x="2310695" y="255769"/>
                  </a:lnTo>
                  <a:lnTo>
                    <a:pt x="2320454" y="250012"/>
                  </a:lnTo>
                  <a:lnTo>
                    <a:pt x="2330198" y="287415"/>
                  </a:lnTo>
                  <a:lnTo>
                    <a:pt x="2339957" y="296673"/>
                  </a:lnTo>
                  <a:lnTo>
                    <a:pt x="2349701" y="275515"/>
                  </a:lnTo>
                  <a:lnTo>
                    <a:pt x="2359445" y="284793"/>
                  </a:lnTo>
                  <a:lnTo>
                    <a:pt x="2369204" y="272875"/>
                  </a:lnTo>
                  <a:lnTo>
                    <a:pt x="2378948" y="265616"/>
                  </a:lnTo>
                  <a:lnTo>
                    <a:pt x="2388692" y="267756"/>
                  </a:lnTo>
                  <a:lnTo>
                    <a:pt x="2398450" y="252235"/>
                  </a:lnTo>
                  <a:lnTo>
                    <a:pt x="2408194" y="248345"/>
                  </a:lnTo>
                  <a:lnTo>
                    <a:pt x="2417953" y="251949"/>
                  </a:lnTo>
                  <a:lnTo>
                    <a:pt x="2427697" y="251888"/>
                  </a:lnTo>
                  <a:lnTo>
                    <a:pt x="2437441" y="248153"/>
                  </a:lnTo>
                  <a:lnTo>
                    <a:pt x="2447200" y="277836"/>
                  </a:lnTo>
                  <a:lnTo>
                    <a:pt x="2456944" y="306076"/>
                  </a:lnTo>
                  <a:lnTo>
                    <a:pt x="2466703" y="330973"/>
                  </a:lnTo>
                  <a:lnTo>
                    <a:pt x="2476446" y="309202"/>
                  </a:lnTo>
                  <a:lnTo>
                    <a:pt x="2486190" y="281041"/>
                  </a:lnTo>
                  <a:lnTo>
                    <a:pt x="2495949" y="280677"/>
                  </a:lnTo>
                  <a:lnTo>
                    <a:pt x="2505693" y="283265"/>
                  </a:lnTo>
                  <a:lnTo>
                    <a:pt x="2515452" y="266704"/>
                  </a:lnTo>
                  <a:lnTo>
                    <a:pt x="2525196" y="279837"/>
                  </a:lnTo>
                  <a:lnTo>
                    <a:pt x="2534940" y="262942"/>
                  </a:lnTo>
                  <a:lnTo>
                    <a:pt x="2544699" y="297282"/>
                  </a:lnTo>
                  <a:lnTo>
                    <a:pt x="2554443" y="291083"/>
                  </a:lnTo>
                  <a:lnTo>
                    <a:pt x="2564202" y="257788"/>
                  </a:lnTo>
                  <a:lnTo>
                    <a:pt x="2573946" y="258517"/>
                  </a:lnTo>
                  <a:lnTo>
                    <a:pt x="2583690" y="220977"/>
                  </a:lnTo>
                  <a:lnTo>
                    <a:pt x="2593448" y="199092"/>
                  </a:lnTo>
                  <a:lnTo>
                    <a:pt x="2603192" y="205709"/>
                  </a:lnTo>
                  <a:lnTo>
                    <a:pt x="2612951" y="192708"/>
                  </a:lnTo>
                  <a:lnTo>
                    <a:pt x="2622695" y="208860"/>
                  </a:lnTo>
                  <a:lnTo>
                    <a:pt x="2632439" y="206852"/>
                  </a:lnTo>
                  <a:lnTo>
                    <a:pt x="2642198" y="210615"/>
                  </a:lnTo>
                  <a:lnTo>
                    <a:pt x="2651942" y="246084"/>
                  </a:lnTo>
                  <a:lnTo>
                    <a:pt x="2661685" y="285302"/>
                  </a:lnTo>
                  <a:lnTo>
                    <a:pt x="2671444" y="300869"/>
                  </a:lnTo>
                  <a:lnTo>
                    <a:pt x="2681188" y="331215"/>
                  </a:lnTo>
                  <a:lnTo>
                    <a:pt x="2690947" y="332101"/>
                  </a:lnTo>
                  <a:lnTo>
                    <a:pt x="2700691" y="341722"/>
                  </a:lnTo>
                  <a:lnTo>
                    <a:pt x="2710435" y="338243"/>
                  </a:lnTo>
                  <a:lnTo>
                    <a:pt x="2720194" y="361607"/>
                  </a:lnTo>
                  <a:lnTo>
                    <a:pt x="2729938" y="332021"/>
                  </a:lnTo>
                  <a:lnTo>
                    <a:pt x="2739697" y="303568"/>
                  </a:lnTo>
                  <a:lnTo>
                    <a:pt x="2749441" y="284910"/>
                  </a:lnTo>
                  <a:lnTo>
                    <a:pt x="2759185" y="334421"/>
                  </a:lnTo>
                  <a:lnTo>
                    <a:pt x="2768943" y="345360"/>
                  </a:lnTo>
                  <a:lnTo>
                    <a:pt x="2778687" y="340162"/>
                  </a:lnTo>
                  <a:lnTo>
                    <a:pt x="2788446" y="332401"/>
                  </a:lnTo>
                  <a:lnTo>
                    <a:pt x="2798190" y="349280"/>
                  </a:lnTo>
                  <a:lnTo>
                    <a:pt x="2807934" y="366457"/>
                  </a:lnTo>
                  <a:lnTo>
                    <a:pt x="2817693" y="352824"/>
                  </a:lnTo>
                  <a:lnTo>
                    <a:pt x="2827437" y="348052"/>
                  </a:lnTo>
                  <a:lnTo>
                    <a:pt x="2837196" y="397813"/>
                  </a:lnTo>
                  <a:lnTo>
                    <a:pt x="2846940" y="402150"/>
                  </a:lnTo>
                  <a:lnTo>
                    <a:pt x="2856684" y="393078"/>
                  </a:lnTo>
                  <a:lnTo>
                    <a:pt x="2866442" y="372500"/>
                  </a:lnTo>
                  <a:lnTo>
                    <a:pt x="2876186" y="328150"/>
                  </a:lnTo>
                  <a:lnTo>
                    <a:pt x="2885945" y="322538"/>
                  </a:lnTo>
                  <a:lnTo>
                    <a:pt x="2895689" y="322649"/>
                  </a:lnTo>
                  <a:lnTo>
                    <a:pt x="2905433" y="322983"/>
                  </a:lnTo>
                  <a:lnTo>
                    <a:pt x="2915192" y="32400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5" name="Freeform 1084">
              <a:extLst>
                <a:ext uri="{FF2B5EF4-FFF2-40B4-BE49-F238E27FC236}">
                  <a16:creationId xmlns:a16="http://schemas.microsoft.com/office/drawing/2014/main" id="{251923D5-A242-5EA8-9586-A0FA4F0FE687}"/>
                </a:ext>
              </a:extLst>
            </p:cNvPr>
            <p:cNvSpPr/>
            <p:nvPr/>
          </p:nvSpPr>
          <p:spPr>
            <a:xfrm>
              <a:off x="4426652" y="3244251"/>
              <a:ext cx="2915191" cy="380129"/>
            </a:xfrm>
            <a:custGeom>
              <a:avLst/>
              <a:gdLst>
                <a:gd name="connsiteX0" fmla="*/ 0 w 2915191"/>
                <a:gd name="connsiteY0" fmla="*/ 352111 h 380129"/>
                <a:gd name="connsiteX1" fmla="*/ 9750 w 2915191"/>
                <a:gd name="connsiteY1" fmla="*/ 361357 h 380129"/>
                <a:gd name="connsiteX2" fmla="*/ 19500 w 2915191"/>
                <a:gd name="connsiteY2" fmla="*/ 380130 h 380129"/>
                <a:gd name="connsiteX3" fmla="*/ 29250 w 2915191"/>
                <a:gd name="connsiteY3" fmla="*/ 340886 h 380129"/>
                <a:gd name="connsiteX4" fmla="*/ 39000 w 2915191"/>
                <a:gd name="connsiteY4" fmla="*/ 338387 h 380129"/>
                <a:gd name="connsiteX5" fmla="*/ 48749 w 2915191"/>
                <a:gd name="connsiteY5" fmla="*/ 329181 h 380129"/>
                <a:gd name="connsiteX6" fmla="*/ 58499 w 2915191"/>
                <a:gd name="connsiteY6" fmla="*/ 326763 h 380129"/>
                <a:gd name="connsiteX7" fmla="*/ 68249 w 2915191"/>
                <a:gd name="connsiteY7" fmla="*/ 314975 h 380129"/>
                <a:gd name="connsiteX8" fmla="*/ 77998 w 2915191"/>
                <a:gd name="connsiteY8" fmla="*/ 332496 h 380129"/>
                <a:gd name="connsiteX9" fmla="*/ 87748 w 2915191"/>
                <a:gd name="connsiteY9" fmla="*/ 313874 h 380129"/>
                <a:gd name="connsiteX10" fmla="*/ 97497 w 2915191"/>
                <a:gd name="connsiteY10" fmla="*/ 332423 h 380129"/>
                <a:gd name="connsiteX11" fmla="*/ 107247 w 2915191"/>
                <a:gd name="connsiteY11" fmla="*/ 324884 h 380129"/>
                <a:gd name="connsiteX12" fmla="*/ 116997 w 2915191"/>
                <a:gd name="connsiteY12" fmla="*/ 325231 h 380129"/>
                <a:gd name="connsiteX13" fmla="*/ 126747 w 2915191"/>
                <a:gd name="connsiteY13" fmla="*/ 306761 h 380129"/>
                <a:gd name="connsiteX14" fmla="*/ 136497 w 2915191"/>
                <a:gd name="connsiteY14" fmla="*/ 285259 h 380129"/>
                <a:gd name="connsiteX15" fmla="*/ 146247 w 2915191"/>
                <a:gd name="connsiteY15" fmla="*/ 274672 h 380129"/>
                <a:gd name="connsiteX16" fmla="*/ 155997 w 2915191"/>
                <a:gd name="connsiteY16" fmla="*/ 286731 h 380129"/>
                <a:gd name="connsiteX17" fmla="*/ 165747 w 2915191"/>
                <a:gd name="connsiteY17" fmla="*/ 251908 h 380129"/>
                <a:gd name="connsiteX18" fmla="*/ 175497 w 2915191"/>
                <a:gd name="connsiteY18" fmla="*/ 224151 h 380129"/>
                <a:gd name="connsiteX19" fmla="*/ 185247 w 2915191"/>
                <a:gd name="connsiteY19" fmla="*/ 203526 h 380129"/>
                <a:gd name="connsiteX20" fmla="*/ 194996 w 2915191"/>
                <a:gd name="connsiteY20" fmla="*/ 214437 h 380129"/>
                <a:gd name="connsiteX21" fmla="*/ 204746 w 2915191"/>
                <a:gd name="connsiteY21" fmla="*/ 197337 h 380129"/>
                <a:gd name="connsiteX22" fmla="*/ 214495 w 2915191"/>
                <a:gd name="connsiteY22" fmla="*/ 181210 h 380129"/>
                <a:gd name="connsiteX23" fmla="*/ 224245 w 2915191"/>
                <a:gd name="connsiteY23" fmla="*/ 197054 h 380129"/>
                <a:gd name="connsiteX24" fmla="*/ 233995 w 2915191"/>
                <a:gd name="connsiteY24" fmla="*/ 196485 h 380129"/>
                <a:gd name="connsiteX25" fmla="*/ 243744 w 2915191"/>
                <a:gd name="connsiteY25" fmla="*/ 156311 h 380129"/>
                <a:gd name="connsiteX26" fmla="*/ 253494 w 2915191"/>
                <a:gd name="connsiteY26" fmla="*/ 149239 h 380129"/>
                <a:gd name="connsiteX27" fmla="*/ 263244 w 2915191"/>
                <a:gd name="connsiteY27" fmla="*/ 141734 h 380129"/>
                <a:gd name="connsiteX28" fmla="*/ 272994 w 2915191"/>
                <a:gd name="connsiteY28" fmla="*/ 120002 h 380129"/>
                <a:gd name="connsiteX29" fmla="*/ 282744 w 2915191"/>
                <a:gd name="connsiteY29" fmla="*/ 119877 h 380129"/>
                <a:gd name="connsiteX30" fmla="*/ 292494 w 2915191"/>
                <a:gd name="connsiteY30" fmla="*/ 151009 h 380129"/>
                <a:gd name="connsiteX31" fmla="*/ 302244 w 2915191"/>
                <a:gd name="connsiteY31" fmla="*/ 159437 h 380129"/>
                <a:gd name="connsiteX32" fmla="*/ 311994 w 2915191"/>
                <a:gd name="connsiteY32" fmla="*/ 165775 h 380129"/>
                <a:gd name="connsiteX33" fmla="*/ 321744 w 2915191"/>
                <a:gd name="connsiteY33" fmla="*/ 186683 h 380129"/>
                <a:gd name="connsiteX34" fmla="*/ 331493 w 2915191"/>
                <a:gd name="connsiteY34" fmla="*/ 186955 h 380129"/>
                <a:gd name="connsiteX35" fmla="*/ 341243 w 2915191"/>
                <a:gd name="connsiteY35" fmla="*/ 211667 h 380129"/>
                <a:gd name="connsiteX36" fmla="*/ 350993 w 2915191"/>
                <a:gd name="connsiteY36" fmla="*/ 192851 h 380129"/>
                <a:gd name="connsiteX37" fmla="*/ 360742 w 2915191"/>
                <a:gd name="connsiteY37" fmla="*/ 206337 h 380129"/>
                <a:gd name="connsiteX38" fmla="*/ 370492 w 2915191"/>
                <a:gd name="connsiteY38" fmla="*/ 200953 h 380129"/>
                <a:gd name="connsiteX39" fmla="*/ 380241 w 2915191"/>
                <a:gd name="connsiteY39" fmla="*/ 200889 h 380129"/>
                <a:gd name="connsiteX40" fmla="*/ 389991 w 2915191"/>
                <a:gd name="connsiteY40" fmla="*/ 187089 h 380129"/>
                <a:gd name="connsiteX41" fmla="*/ 399741 w 2915191"/>
                <a:gd name="connsiteY41" fmla="*/ 209875 h 380129"/>
                <a:gd name="connsiteX42" fmla="*/ 409491 w 2915191"/>
                <a:gd name="connsiteY42" fmla="*/ 206409 h 380129"/>
                <a:gd name="connsiteX43" fmla="*/ 419241 w 2915191"/>
                <a:gd name="connsiteY43" fmla="*/ 191930 h 380129"/>
                <a:gd name="connsiteX44" fmla="*/ 428991 w 2915191"/>
                <a:gd name="connsiteY44" fmla="*/ 158230 h 380129"/>
                <a:gd name="connsiteX45" fmla="*/ 438741 w 2915191"/>
                <a:gd name="connsiteY45" fmla="*/ 120476 h 380129"/>
                <a:gd name="connsiteX46" fmla="*/ 448491 w 2915191"/>
                <a:gd name="connsiteY46" fmla="*/ 115487 h 380129"/>
                <a:gd name="connsiteX47" fmla="*/ 458241 w 2915191"/>
                <a:gd name="connsiteY47" fmla="*/ 104211 h 380129"/>
                <a:gd name="connsiteX48" fmla="*/ 467991 w 2915191"/>
                <a:gd name="connsiteY48" fmla="*/ 120083 h 380129"/>
                <a:gd name="connsiteX49" fmla="*/ 477740 w 2915191"/>
                <a:gd name="connsiteY49" fmla="*/ 156323 h 380129"/>
                <a:gd name="connsiteX50" fmla="*/ 487490 w 2915191"/>
                <a:gd name="connsiteY50" fmla="*/ 116018 h 380129"/>
                <a:gd name="connsiteX51" fmla="*/ 497239 w 2915191"/>
                <a:gd name="connsiteY51" fmla="*/ 109370 h 380129"/>
                <a:gd name="connsiteX52" fmla="*/ 506989 w 2915191"/>
                <a:gd name="connsiteY52" fmla="*/ 110542 h 380129"/>
                <a:gd name="connsiteX53" fmla="*/ 516738 w 2915191"/>
                <a:gd name="connsiteY53" fmla="*/ 135007 h 380129"/>
                <a:gd name="connsiteX54" fmla="*/ 526488 w 2915191"/>
                <a:gd name="connsiteY54" fmla="*/ 155794 h 380129"/>
                <a:gd name="connsiteX55" fmla="*/ 536238 w 2915191"/>
                <a:gd name="connsiteY55" fmla="*/ 183952 h 380129"/>
                <a:gd name="connsiteX56" fmla="*/ 545988 w 2915191"/>
                <a:gd name="connsiteY56" fmla="*/ 227950 h 380129"/>
                <a:gd name="connsiteX57" fmla="*/ 555738 w 2915191"/>
                <a:gd name="connsiteY57" fmla="*/ 198191 h 380129"/>
                <a:gd name="connsiteX58" fmla="*/ 565488 w 2915191"/>
                <a:gd name="connsiteY58" fmla="*/ 205821 h 380129"/>
                <a:gd name="connsiteX59" fmla="*/ 575238 w 2915191"/>
                <a:gd name="connsiteY59" fmla="*/ 185230 h 380129"/>
                <a:gd name="connsiteX60" fmla="*/ 584988 w 2915191"/>
                <a:gd name="connsiteY60" fmla="*/ 191163 h 380129"/>
                <a:gd name="connsiteX61" fmla="*/ 594738 w 2915191"/>
                <a:gd name="connsiteY61" fmla="*/ 157837 h 380129"/>
                <a:gd name="connsiteX62" fmla="*/ 604488 w 2915191"/>
                <a:gd name="connsiteY62" fmla="*/ 162013 h 380129"/>
                <a:gd name="connsiteX63" fmla="*/ 614237 w 2915191"/>
                <a:gd name="connsiteY63" fmla="*/ 148316 h 380129"/>
                <a:gd name="connsiteX64" fmla="*/ 623987 w 2915191"/>
                <a:gd name="connsiteY64" fmla="*/ 157817 h 380129"/>
                <a:gd name="connsiteX65" fmla="*/ 633736 w 2915191"/>
                <a:gd name="connsiteY65" fmla="*/ 153038 h 380129"/>
                <a:gd name="connsiteX66" fmla="*/ 643486 w 2915191"/>
                <a:gd name="connsiteY66" fmla="*/ 138216 h 380129"/>
                <a:gd name="connsiteX67" fmla="*/ 653236 w 2915191"/>
                <a:gd name="connsiteY67" fmla="*/ 142445 h 380129"/>
                <a:gd name="connsiteX68" fmla="*/ 662985 w 2915191"/>
                <a:gd name="connsiteY68" fmla="*/ 114046 h 380129"/>
                <a:gd name="connsiteX69" fmla="*/ 672735 w 2915191"/>
                <a:gd name="connsiteY69" fmla="*/ 94387 h 380129"/>
                <a:gd name="connsiteX70" fmla="*/ 682485 w 2915191"/>
                <a:gd name="connsiteY70" fmla="*/ 65344 h 380129"/>
                <a:gd name="connsiteX71" fmla="*/ 692235 w 2915191"/>
                <a:gd name="connsiteY71" fmla="*/ 93715 h 380129"/>
                <a:gd name="connsiteX72" fmla="*/ 701985 w 2915191"/>
                <a:gd name="connsiteY72" fmla="*/ 88111 h 380129"/>
                <a:gd name="connsiteX73" fmla="*/ 711735 w 2915191"/>
                <a:gd name="connsiteY73" fmla="*/ 80031 h 380129"/>
                <a:gd name="connsiteX74" fmla="*/ 721485 w 2915191"/>
                <a:gd name="connsiteY74" fmla="*/ 91782 h 380129"/>
                <a:gd name="connsiteX75" fmla="*/ 731235 w 2915191"/>
                <a:gd name="connsiteY75" fmla="*/ 96410 h 380129"/>
                <a:gd name="connsiteX76" fmla="*/ 740985 w 2915191"/>
                <a:gd name="connsiteY76" fmla="*/ 119581 h 380129"/>
                <a:gd name="connsiteX77" fmla="*/ 750734 w 2915191"/>
                <a:gd name="connsiteY77" fmla="*/ 123618 h 380129"/>
                <a:gd name="connsiteX78" fmla="*/ 760484 w 2915191"/>
                <a:gd name="connsiteY78" fmla="*/ 150098 h 380129"/>
                <a:gd name="connsiteX79" fmla="*/ 770233 w 2915191"/>
                <a:gd name="connsiteY79" fmla="*/ 130572 h 380129"/>
                <a:gd name="connsiteX80" fmla="*/ 779983 w 2915191"/>
                <a:gd name="connsiteY80" fmla="*/ 150271 h 380129"/>
                <a:gd name="connsiteX81" fmla="*/ 789733 w 2915191"/>
                <a:gd name="connsiteY81" fmla="*/ 88554 h 380129"/>
                <a:gd name="connsiteX82" fmla="*/ 799482 w 2915191"/>
                <a:gd name="connsiteY82" fmla="*/ 85766 h 380129"/>
                <a:gd name="connsiteX83" fmla="*/ 809232 w 2915191"/>
                <a:gd name="connsiteY83" fmla="*/ 56493 h 380129"/>
                <a:gd name="connsiteX84" fmla="*/ 818982 w 2915191"/>
                <a:gd name="connsiteY84" fmla="*/ 58261 h 380129"/>
                <a:gd name="connsiteX85" fmla="*/ 828732 w 2915191"/>
                <a:gd name="connsiteY85" fmla="*/ 67929 h 380129"/>
                <a:gd name="connsiteX86" fmla="*/ 838482 w 2915191"/>
                <a:gd name="connsiteY86" fmla="*/ 72878 h 380129"/>
                <a:gd name="connsiteX87" fmla="*/ 848232 w 2915191"/>
                <a:gd name="connsiteY87" fmla="*/ 83035 h 380129"/>
                <a:gd name="connsiteX88" fmla="*/ 857982 w 2915191"/>
                <a:gd name="connsiteY88" fmla="*/ 91443 h 380129"/>
                <a:gd name="connsiteX89" fmla="*/ 867732 w 2915191"/>
                <a:gd name="connsiteY89" fmla="*/ 93072 h 380129"/>
                <a:gd name="connsiteX90" fmla="*/ 877482 w 2915191"/>
                <a:gd name="connsiteY90" fmla="*/ 104589 h 380129"/>
                <a:gd name="connsiteX91" fmla="*/ 887231 w 2915191"/>
                <a:gd name="connsiteY91" fmla="*/ 111345 h 380129"/>
                <a:gd name="connsiteX92" fmla="*/ 896981 w 2915191"/>
                <a:gd name="connsiteY92" fmla="*/ 97036 h 380129"/>
                <a:gd name="connsiteX93" fmla="*/ 906730 w 2915191"/>
                <a:gd name="connsiteY93" fmla="*/ 96168 h 380129"/>
                <a:gd name="connsiteX94" fmla="*/ 916480 w 2915191"/>
                <a:gd name="connsiteY94" fmla="*/ 89080 h 380129"/>
                <a:gd name="connsiteX95" fmla="*/ 926230 w 2915191"/>
                <a:gd name="connsiteY95" fmla="*/ 71321 h 380129"/>
                <a:gd name="connsiteX96" fmla="*/ 935979 w 2915191"/>
                <a:gd name="connsiteY96" fmla="*/ 77633 h 380129"/>
                <a:gd name="connsiteX97" fmla="*/ 945729 w 2915191"/>
                <a:gd name="connsiteY97" fmla="*/ 139368 h 380129"/>
                <a:gd name="connsiteX98" fmla="*/ 955479 w 2915191"/>
                <a:gd name="connsiteY98" fmla="*/ 122143 h 380129"/>
                <a:gd name="connsiteX99" fmla="*/ 965229 w 2915191"/>
                <a:gd name="connsiteY99" fmla="*/ 91083 h 380129"/>
                <a:gd name="connsiteX100" fmla="*/ 974979 w 2915191"/>
                <a:gd name="connsiteY100" fmla="*/ 82430 h 380129"/>
                <a:gd name="connsiteX101" fmla="*/ 984729 w 2915191"/>
                <a:gd name="connsiteY101" fmla="*/ 98447 h 380129"/>
                <a:gd name="connsiteX102" fmla="*/ 994474 w 2915191"/>
                <a:gd name="connsiteY102" fmla="*/ 87092 h 380129"/>
                <a:gd name="connsiteX103" fmla="*/ 1004233 w 2915191"/>
                <a:gd name="connsiteY103" fmla="*/ 55271 h 380129"/>
                <a:gd name="connsiteX104" fmla="*/ 1013977 w 2915191"/>
                <a:gd name="connsiteY104" fmla="*/ 56861 h 380129"/>
                <a:gd name="connsiteX105" fmla="*/ 1023721 w 2915191"/>
                <a:gd name="connsiteY105" fmla="*/ 60655 h 380129"/>
                <a:gd name="connsiteX106" fmla="*/ 1033480 w 2915191"/>
                <a:gd name="connsiteY106" fmla="*/ 90108 h 380129"/>
                <a:gd name="connsiteX107" fmla="*/ 1043224 w 2915191"/>
                <a:gd name="connsiteY107" fmla="*/ 98697 h 380129"/>
                <a:gd name="connsiteX108" fmla="*/ 1052983 w 2915191"/>
                <a:gd name="connsiteY108" fmla="*/ 103496 h 380129"/>
                <a:gd name="connsiteX109" fmla="*/ 1062727 w 2915191"/>
                <a:gd name="connsiteY109" fmla="*/ 98640 h 380129"/>
                <a:gd name="connsiteX110" fmla="*/ 1072471 w 2915191"/>
                <a:gd name="connsiteY110" fmla="*/ 102109 h 380129"/>
                <a:gd name="connsiteX111" fmla="*/ 1082230 w 2915191"/>
                <a:gd name="connsiteY111" fmla="*/ 123449 h 380129"/>
                <a:gd name="connsiteX112" fmla="*/ 1091973 w 2915191"/>
                <a:gd name="connsiteY112" fmla="*/ 106580 h 380129"/>
                <a:gd name="connsiteX113" fmla="*/ 1101732 w 2915191"/>
                <a:gd name="connsiteY113" fmla="*/ 128466 h 380129"/>
                <a:gd name="connsiteX114" fmla="*/ 1111476 w 2915191"/>
                <a:gd name="connsiteY114" fmla="*/ 105452 h 380129"/>
                <a:gd name="connsiteX115" fmla="*/ 1121220 w 2915191"/>
                <a:gd name="connsiteY115" fmla="*/ 115713 h 380129"/>
                <a:gd name="connsiteX116" fmla="*/ 1130979 w 2915191"/>
                <a:gd name="connsiteY116" fmla="*/ 144344 h 380129"/>
                <a:gd name="connsiteX117" fmla="*/ 1140723 w 2915191"/>
                <a:gd name="connsiteY117" fmla="*/ 136518 h 380129"/>
                <a:gd name="connsiteX118" fmla="*/ 1150482 w 2915191"/>
                <a:gd name="connsiteY118" fmla="*/ 111395 h 380129"/>
                <a:gd name="connsiteX119" fmla="*/ 1160226 w 2915191"/>
                <a:gd name="connsiteY119" fmla="*/ 128545 h 380129"/>
                <a:gd name="connsiteX120" fmla="*/ 1169969 w 2915191"/>
                <a:gd name="connsiteY120" fmla="*/ 145660 h 380129"/>
                <a:gd name="connsiteX121" fmla="*/ 1179728 w 2915191"/>
                <a:gd name="connsiteY121" fmla="*/ 138376 h 380129"/>
                <a:gd name="connsiteX122" fmla="*/ 1189472 w 2915191"/>
                <a:gd name="connsiteY122" fmla="*/ 146537 h 380129"/>
                <a:gd name="connsiteX123" fmla="*/ 1199231 w 2915191"/>
                <a:gd name="connsiteY123" fmla="*/ 151034 h 380129"/>
                <a:gd name="connsiteX124" fmla="*/ 1208975 w 2915191"/>
                <a:gd name="connsiteY124" fmla="*/ 163199 h 380129"/>
                <a:gd name="connsiteX125" fmla="*/ 1218719 w 2915191"/>
                <a:gd name="connsiteY125" fmla="*/ 191115 h 380129"/>
                <a:gd name="connsiteX126" fmla="*/ 1228478 w 2915191"/>
                <a:gd name="connsiteY126" fmla="*/ 184795 h 380129"/>
                <a:gd name="connsiteX127" fmla="*/ 1238222 w 2915191"/>
                <a:gd name="connsiteY127" fmla="*/ 192113 h 380129"/>
                <a:gd name="connsiteX128" fmla="*/ 1247966 w 2915191"/>
                <a:gd name="connsiteY128" fmla="*/ 175488 h 380129"/>
                <a:gd name="connsiteX129" fmla="*/ 1257725 w 2915191"/>
                <a:gd name="connsiteY129" fmla="*/ 178360 h 380129"/>
                <a:gd name="connsiteX130" fmla="*/ 1267469 w 2915191"/>
                <a:gd name="connsiteY130" fmla="*/ 183748 h 380129"/>
                <a:gd name="connsiteX131" fmla="*/ 1277227 w 2915191"/>
                <a:gd name="connsiteY131" fmla="*/ 157557 h 380129"/>
                <a:gd name="connsiteX132" fmla="*/ 1286971 w 2915191"/>
                <a:gd name="connsiteY132" fmla="*/ 166965 h 380129"/>
                <a:gd name="connsiteX133" fmla="*/ 1296715 w 2915191"/>
                <a:gd name="connsiteY133" fmla="*/ 171642 h 380129"/>
                <a:gd name="connsiteX134" fmla="*/ 1306474 w 2915191"/>
                <a:gd name="connsiteY134" fmla="*/ 184819 h 380129"/>
                <a:gd name="connsiteX135" fmla="*/ 1316218 w 2915191"/>
                <a:gd name="connsiteY135" fmla="*/ 169062 h 380129"/>
                <a:gd name="connsiteX136" fmla="*/ 1325977 w 2915191"/>
                <a:gd name="connsiteY136" fmla="*/ 177098 h 380129"/>
                <a:gd name="connsiteX137" fmla="*/ 1335721 w 2915191"/>
                <a:gd name="connsiteY137" fmla="*/ 199609 h 380129"/>
                <a:gd name="connsiteX138" fmla="*/ 1345465 w 2915191"/>
                <a:gd name="connsiteY138" fmla="*/ 164854 h 380129"/>
                <a:gd name="connsiteX139" fmla="*/ 1355224 w 2915191"/>
                <a:gd name="connsiteY139" fmla="*/ 150612 h 380129"/>
                <a:gd name="connsiteX140" fmla="*/ 1364967 w 2915191"/>
                <a:gd name="connsiteY140" fmla="*/ 128748 h 380129"/>
                <a:gd name="connsiteX141" fmla="*/ 1374726 w 2915191"/>
                <a:gd name="connsiteY141" fmla="*/ 130484 h 380129"/>
                <a:gd name="connsiteX142" fmla="*/ 1384470 w 2915191"/>
                <a:gd name="connsiteY142" fmla="*/ 102092 h 380129"/>
                <a:gd name="connsiteX143" fmla="*/ 1394214 w 2915191"/>
                <a:gd name="connsiteY143" fmla="*/ 111570 h 380129"/>
                <a:gd name="connsiteX144" fmla="*/ 1403973 w 2915191"/>
                <a:gd name="connsiteY144" fmla="*/ 131028 h 380129"/>
                <a:gd name="connsiteX145" fmla="*/ 1413717 w 2915191"/>
                <a:gd name="connsiteY145" fmla="*/ 134069 h 380129"/>
                <a:gd name="connsiteX146" fmla="*/ 1423476 w 2915191"/>
                <a:gd name="connsiteY146" fmla="*/ 164057 h 380129"/>
                <a:gd name="connsiteX147" fmla="*/ 1433220 w 2915191"/>
                <a:gd name="connsiteY147" fmla="*/ 209256 h 380129"/>
                <a:gd name="connsiteX148" fmla="*/ 1442964 w 2915191"/>
                <a:gd name="connsiteY148" fmla="*/ 208248 h 380129"/>
                <a:gd name="connsiteX149" fmla="*/ 1452722 w 2915191"/>
                <a:gd name="connsiteY149" fmla="*/ 232396 h 380129"/>
                <a:gd name="connsiteX150" fmla="*/ 1462466 w 2915191"/>
                <a:gd name="connsiteY150" fmla="*/ 235720 h 380129"/>
                <a:gd name="connsiteX151" fmla="*/ 1472225 w 2915191"/>
                <a:gd name="connsiteY151" fmla="*/ 208706 h 380129"/>
                <a:gd name="connsiteX152" fmla="*/ 1481969 w 2915191"/>
                <a:gd name="connsiteY152" fmla="*/ 179315 h 380129"/>
                <a:gd name="connsiteX153" fmla="*/ 1491713 w 2915191"/>
                <a:gd name="connsiteY153" fmla="*/ 155015 h 380129"/>
                <a:gd name="connsiteX154" fmla="*/ 1501472 w 2915191"/>
                <a:gd name="connsiteY154" fmla="*/ 141388 h 380129"/>
                <a:gd name="connsiteX155" fmla="*/ 1511216 w 2915191"/>
                <a:gd name="connsiteY155" fmla="*/ 153999 h 380129"/>
                <a:gd name="connsiteX156" fmla="*/ 1520960 w 2915191"/>
                <a:gd name="connsiteY156" fmla="*/ 158576 h 380129"/>
                <a:gd name="connsiteX157" fmla="*/ 1530719 w 2915191"/>
                <a:gd name="connsiteY157" fmla="*/ 182399 h 380129"/>
                <a:gd name="connsiteX158" fmla="*/ 1540463 w 2915191"/>
                <a:gd name="connsiteY158" fmla="*/ 192292 h 380129"/>
                <a:gd name="connsiteX159" fmla="*/ 1550221 w 2915191"/>
                <a:gd name="connsiteY159" fmla="*/ 190565 h 380129"/>
                <a:gd name="connsiteX160" fmla="*/ 1559965 w 2915191"/>
                <a:gd name="connsiteY160" fmla="*/ 182878 h 380129"/>
                <a:gd name="connsiteX161" fmla="*/ 1569709 w 2915191"/>
                <a:gd name="connsiteY161" fmla="*/ 202905 h 380129"/>
                <a:gd name="connsiteX162" fmla="*/ 1579468 w 2915191"/>
                <a:gd name="connsiteY162" fmla="*/ 164534 h 380129"/>
                <a:gd name="connsiteX163" fmla="*/ 1589212 w 2915191"/>
                <a:gd name="connsiteY163" fmla="*/ 183064 h 380129"/>
                <a:gd name="connsiteX164" fmla="*/ 1598971 w 2915191"/>
                <a:gd name="connsiteY164" fmla="*/ 183009 h 380129"/>
                <a:gd name="connsiteX165" fmla="*/ 1608715 w 2915191"/>
                <a:gd name="connsiteY165" fmla="*/ 168490 h 380129"/>
                <a:gd name="connsiteX166" fmla="*/ 1618459 w 2915191"/>
                <a:gd name="connsiteY166" fmla="*/ 173977 h 380129"/>
                <a:gd name="connsiteX167" fmla="*/ 1628218 w 2915191"/>
                <a:gd name="connsiteY167" fmla="*/ 162740 h 380129"/>
                <a:gd name="connsiteX168" fmla="*/ 1637962 w 2915191"/>
                <a:gd name="connsiteY168" fmla="*/ 168849 h 380129"/>
                <a:gd name="connsiteX169" fmla="*/ 1647720 w 2915191"/>
                <a:gd name="connsiteY169" fmla="*/ 199320 h 380129"/>
                <a:gd name="connsiteX170" fmla="*/ 1657464 w 2915191"/>
                <a:gd name="connsiteY170" fmla="*/ 196094 h 380129"/>
                <a:gd name="connsiteX171" fmla="*/ 1667208 w 2915191"/>
                <a:gd name="connsiteY171" fmla="*/ 165033 h 380129"/>
                <a:gd name="connsiteX172" fmla="*/ 1676967 w 2915191"/>
                <a:gd name="connsiteY172" fmla="*/ 162330 h 380129"/>
                <a:gd name="connsiteX173" fmla="*/ 1686711 w 2915191"/>
                <a:gd name="connsiteY173" fmla="*/ 136437 h 380129"/>
                <a:gd name="connsiteX174" fmla="*/ 1696470 w 2915191"/>
                <a:gd name="connsiteY174" fmla="*/ 120019 h 380129"/>
                <a:gd name="connsiteX175" fmla="*/ 1706214 w 2915191"/>
                <a:gd name="connsiteY175" fmla="*/ 108252 h 380129"/>
                <a:gd name="connsiteX176" fmla="*/ 1715958 w 2915191"/>
                <a:gd name="connsiteY176" fmla="*/ 126944 h 380129"/>
                <a:gd name="connsiteX177" fmla="*/ 1725716 w 2915191"/>
                <a:gd name="connsiteY177" fmla="*/ 137050 h 380129"/>
                <a:gd name="connsiteX178" fmla="*/ 1735460 w 2915191"/>
                <a:gd name="connsiteY178" fmla="*/ 96395 h 380129"/>
                <a:gd name="connsiteX179" fmla="*/ 1745219 w 2915191"/>
                <a:gd name="connsiteY179" fmla="*/ 67481 h 380129"/>
                <a:gd name="connsiteX180" fmla="*/ 1754963 w 2915191"/>
                <a:gd name="connsiteY180" fmla="*/ 56922 h 380129"/>
                <a:gd name="connsiteX181" fmla="*/ 1764707 w 2915191"/>
                <a:gd name="connsiteY181" fmla="*/ 62978 h 380129"/>
                <a:gd name="connsiteX182" fmla="*/ 1774466 w 2915191"/>
                <a:gd name="connsiteY182" fmla="*/ 93931 h 380129"/>
                <a:gd name="connsiteX183" fmla="*/ 1784210 w 2915191"/>
                <a:gd name="connsiteY183" fmla="*/ 103107 h 380129"/>
                <a:gd name="connsiteX184" fmla="*/ 1793969 w 2915191"/>
                <a:gd name="connsiteY184" fmla="*/ 113210 h 380129"/>
                <a:gd name="connsiteX185" fmla="*/ 1803713 w 2915191"/>
                <a:gd name="connsiteY185" fmla="*/ 127964 h 380129"/>
                <a:gd name="connsiteX186" fmla="*/ 1813457 w 2915191"/>
                <a:gd name="connsiteY186" fmla="*/ 127696 h 380129"/>
                <a:gd name="connsiteX187" fmla="*/ 1823215 w 2915191"/>
                <a:gd name="connsiteY187" fmla="*/ 91952 h 380129"/>
                <a:gd name="connsiteX188" fmla="*/ 1832959 w 2915191"/>
                <a:gd name="connsiteY188" fmla="*/ 68203 h 380129"/>
                <a:gd name="connsiteX189" fmla="*/ 1842703 w 2915191"/>
                <a:gd name="connsiteY189" fmla="*/ 83327 h 380129"/>
                <a:gd name="connsiteX190" fmla="*/ 1852462 w 2915191"/>
                <a:gd name="connsiteY190" fmla="*/ 74131 h 380129"/>
                <a:gd name="connsiteX191" fmla="*/ 1862206 w 2915191"/>
                <a:gd name="connsiteY191" fmla="*/ 96399 h 380129"/>
                <a:gd name="connsiteX192" fmla="*/ 1871965 w 2915191"/>
                <a:gd name="connsiteY192" fmla="*/ 82533 h 380129"/>
                <a:gd name="connsiteX193" fmla="*/ 1881709 w 2915191"/>
                <a:gd name="connsiteY193" fmla="*/ 76792 h 380129"/>
                <a:gd name="connsiteX194" fmla="*/ 1891453 w 2915191"/>
                <a:gd name="connsiteY194" fmla="*/ 41006 h 380129"/>
                <a:gd name="connsiteX195" fmla="*/ 1901212 w 2915191"/>
                <a:gd name="connsiteY195" fmla="*/ 49737 h 380129"/>
                <a:gd name="connsiteX196" fmla="*/ 1910956 w 2915191"/>
                <a:gd name="connsiteY196" fmla="*/ 46395 h 380129"/>
                <a:gd name="connsiteX197" fmla="*/ 1920714 w 2915191"/>
                <a:gd name="connsiteY197" fmla="*/ 44837 h 380129"/>
                <a:gd name="connsiteX198" fmla="*/ 1930458 w 2915191"/>
                <a:gd name="connsiteY198" fmla="*/ 49033 h 380129"/>
                <a:gd name="connsiteX199" fmla="*/ 1940202 w 2915191"/>
                <a:gd name="connsiteY199" fmla="*/ 0 h 380129"/>
                <a:gd name="connsiteX200" fmla="*/ 1949961 w 2915191"/>
                <a:gd name="connsiteY200" fmla="*/ 34685 h 380129"/>
                <a:gd name="connsiteX201" fmla="*/ 1959705 w 2915191"/>
                <a:gd name="connsiteY201" fmla="*/ 33687 h 380129"/>
                <a:gd name="connsiteX202" fmla="*/ 1969464 w 2915191"/>
                <a:gd name="connsiteY202" fmla="*/ 32021 h 380129"/>
                <a:gd name="connsiteX203" fmla="*/ 1979208 w 2915191"/>
                <a:gd name="connsiteY203" fmla="*/ 46433 h 380129"/>
                <a:gd name="connsiteX204" fmla="*/ 1988952 w 2915191"/>
                <a:gd name="connsiteY204" fmla="*/ 80090 h 380129"/>
                <a:gd name="connsiteX205" fmla="*/ 1998711 w 2915191"/>
                <a:gd name="connsiteY205" fmla="*/ 81873 h 380129"/>
                <a:gd name="connsiteX206" fmla="*/ 2008454 w 2915191"/>
                <a:gd name="connsiteY206" fmla="*/ 68063 h 380129"/>
                <a:gd name="connsiteX207" fmla="*/ 2018213 w 2915191"/>
                <a:gd name="connsiteY207" fmla="*/ 92076 h 380129"/>
                <a:gd name="connsiteX208" fmla="*/ 2027957 w 2915191"/>
                <a:gd name="connsiteY208" fmla="*/ 129122 h 380129"/>
                <a:gd name="connsiteX209" fmla="*/ 2037701 w 2915191"/>
                <a:gd name="connsiteY209" fmla="*/ 130019 h 380129"/>
                <a:gd name="connsiteX210" fmla="*/ 2047460 w 2915191"/>
                <a:gd name="connsiteY210" fmla="*/ 135049 h 380129"/>
                <a:gd name="connsiteX211" fmla="*/ 2057204 w 2915191"/>
                <a:gd name="connsiteY211" fmla="*/ 106982 h 380129"/>
                <a:gd name="connsiteX212" fmla="*/ 2066963 w 2915191"/>
                <a:gd name="connsiteY212" fmla="*/ 84684 h 380129"/>
                <a:gd name="connsiteX213" fmla="*/ 2076707 w 2915191"/>
                <a:gd name="connsiteY213" fmla="*/ 89306 h 380129"/>
                <a:gd name="connsiteX214" fmla="*/ 2086451 w 2915191"/>
                <a:gd name="connsiteY214" fmla="*/ 116148 h 380129"/>
                <a:gd name="connsiteX215" fmla="*/ 2096210 w 2915191"/>
                <a:gd name="connsiteY215" fmla="*/ 123586 h 380129"/>
                <a:gd name="connsiteX216" fmla="*/ 2105954 w 2915191"/>
                <a:gd name="connsiteY216" fmla="*/ 138145 h 380129"/>
                <a:gd name="connsiteX217" fmla="*/ 2115697 w 2915191"/>
                <a:gd name="connsiteY217" fmla="*/ 137156 h 380129"/>
                <a:gd name="connsiteX218" fmla="*/ 2125456 w 2915191"/>
                <a:gd name="connsiteY218" fmla="*/ 139013 h 380129"/>
                <a:gd name="connsiteX219" fmla="*/ 2135200 w 2915191"/>
                <a:gd name="connsiteY219" fmla="*/ 140310 h 380129"/>
                <a:gd name="connsiteX220" fmla="*/ 2144959 w 2915191"/>
                <a:gd name="connsiteY220" fmla="*/ 144808 h 380129"/>
                <a:gd name="connsiteX221" fmla="*/ 2154703 w 2915191"/>
                <a:gd name="connsiteY221" fmla="*/ 164793 h 380129"/>
                <a:gd name="connsiteX222" fmla="*/ 2164447 w 2915191"/>
                <a:gd name="connsiteY222" fmla="*/ 156058 h 380129"/>
                <a:gd name="connsiteX223" fmla="*/ 2174206 w 2915191"/>
                <a:gd name="connsiteY223" fmla="*/ 173572 h 380129"/>
                <a:gd name="connsiteX224" fmla="*/ 2183950 w 2915191"/>
                <a:gd name="connsiteY224" fmla="*/ 171075 h 380129"/>
                <a:gd name="connsiteX225" fmla="*/ 2193709 w 2915191"/>
                <a:gd name="connsiteY225" fmla="*/ 206460 h 380129"/>
                <a:gd name="connsiteX226" fmla="*/ 2203452 w 2915191"/>
                <a:gd name="connsiteY226" fmla="*/ 205599 h 380129"/>
                <a:gd name="connsiteX227" fmla="*/ 2213196 w 2915191"/>
                <a:gd name="connsiteY227" fmla="*/ 223388 h 380129"/>
                <a:gd name="connsiteX228" fmla="*/ 2222955 w 2915191"/>
                <a:gd name="connsiteY228" fmla="*/ 242176 h 380129"/>
                <a:gd name="connsiteX229" fmla="*/ 2232699 w 2915191"/>
                <a:gd name="connsiteY229" fmla="*/ 276163 h 380129"/>
                <a:gd name="connsiteX230" fmla="*/ 2242458 w 2915191"/>
                <a:gd name="connsiteY230" fmla="*/ 273137 h 380129"/>
                <a:gd name="connsiteX231" fmla="*/ 2252202 w 2915191"/>
                <a:gd name="connsiteY231" fmla="*/ 256686 h 380129"/>
                <a:gd name="connsiteX232" fmla="*/ 2261946 w 2915191"/>
                <a:gd name="connsiteY232" fmla="*/ 254695 h 380129"/>
                <a:gd name="connsiteX233" fmla="*/ 2271705 w 2915191"/>
                <a:gd name="connsiteY233" fmla="*/ 249598 h 380129"/>
                <a:gd name="connsiteX234" fmla="*/ 2281449 w 2915191"/>
                <a:gd name="connsiteY234" fmla="*/ 251325 h 380129"/>
                <a:gd name="connsiteX235" fmla="*/ 2291208 w 2915191"/>
                <a:gd name="connsiteY235" fmla="*/ 214335 h 380129"/>
                <a:gd name="connsiteX236" fmla="*/ 2300951 w 2915191"/>
                <a:gd name="connsiteY236" fmla="*/ 249315 h 380129"/>
                <a:gd name="connsiteX237" fmla="*/ 2310695 w 2915191"/>
                <a:gd name="connsiteY237" fmla="*/ 248546 h 380129"/>
                <a:gd name="connsiteX238" fmla="*/ 2320454 w 2915191"/>
                <a:gd name="connsiteY238" fmla="*/ 204596 h 380129"/>
                <a:gd name="connsiteX239" fmla="*/ 2330198 w 2915191"/>
                <a:gd name="connsiteY239" fmla="*/ 235301 h 380129"/>
                <a:gd name="connsiteX240" fmla="*/ 2339957 w 2915191"/>
                <a:gd name="connsiteY240" fmla="*/ 172886 h 380129"/>
                <a:gd name="connsiteX241" fmla="*/ 2349701 w 2915191"/>
                <a:gd name="connsiteY241" fmla="*/ 148883 h 380129"/>
                <a:gd name="connsiteX242" fmla="*/ 2359445 w 2915191"/>
                <a:gd name="connsiteY242" fmla="*/ 147828 h 380129"/>
                <a:gd name="connsiteX243" fmla="*/ 2369204 w 2915191"/>
                <a:gd name="connsiteY243" fmla="*/ 135906 h 380129"/>
                <a:gd name="connsiteX244" fmla="*/ 2378948 w 2915191"/>
                <a:gd name="connsiteY244" fmla="*/ 165295 h 380129"/>
                <a:gd name="connsiteX245" fmla="*/ 2388692 w 2915191"/>
                <a:gd name="connsiteY245" fmla="*/ 155875 h 380129"/>
                <a:gd name="connsiteX246" fmla="*/ 2398450 w 2915191"/>
                <a:gd name="connsiteY246" fmla="*/ 159739 h 380129"/>
                <a:gd name="connsiteX247" fmla="*/ 2408194 w 2915191"/>
                <a:gd name="connsiteY247" fmla="*/ 198939 h 380129"/>
                <a:gd name="connsiteX248" fmla="*/ 2417953 w 2915191"/>
                <a:gd name="connsiteY248" fmla="*/ 198033 h 380129"/>
                <a:gd name="connsiteX249" fmla="*/ 2427697 w 2915191"/>
                <a:gd name="connsiteY249" fmla="*/ 161183 h 380129"/>
                <a:gd name="connsiteX250" fmla="*/ 2437441 w 2915191"/>
                <a:gd name="connsiteY250" fmla="*/ 144763 h 380129"/>
                <a:gd name="connsiteX251" fmla="*/ 2447200 w 2915191"/>
                <a:gd name="connsiteY251" fmla="*/ 140646 h 380129"/>
                <a:gd name="connsiteX252" fmla="*/ 2456944 w 2915191"/>
                <a:gd name="connsiteY252" fmla="*/ 126180 h 380129"/>
                <a:gd name="connsiteX253" fmla="*/ 2466703 w 2915191"/>
                <a:gd name="connsiteY253" fmla="*/ 172752 h 380129"/>
                <a:gd name="connsiteX254" fmla="*/ 2476446 w 2915191"/>
                <a:gd name="connsiteY254" fmla="*/ 202486 h 380129"/>
                <a:gd name="connsiteX255" fmla="*/ 2486190 w 2915191"/>
                <a:gd name="connsiteY255" fmla="*/ 168193 h 380129"/>
                <a:gd name="connsiteX256" fmla="*/ 2495949 w 2915191"/>
                <a:gd name="connsiteY256" fmla="*/ 192994 h 380129"/>
                <a:gd name="connsiteX257" fmla="*/ 2505693 w 2915191"/>
                <a:gd name="connsiteY257" fmla="*/ 214006 h 380129"/>
                <a:gd name="connsiteX258" fmla="*/ 2515452 w 2915191"/>
                <a:gd name="connsiteY258" fmla="*/ 214814 h 380129"/>
                <a:gd name="connsiteX259" fmla="*/ 2525196 w 2915191"/>
                <a:gd name="connsiteY259" fmla="*/ 231897 h 380129"/>
                <a:gd name="connsiteX260" fmla="*/ 2534940 w 2915191"/>
                <a:gd name="connsiteY260" fmla="*/ 231208 h 380129"/>
                <a:gd name="connsiteX261" fmla="*/ 2544699 w 2915191"/>
                <a:gd name="connsiteY261" fmla="*/ 229736 h 380129"/>
                <a:gd name="connsiteX262" fmla="*/ 2554443 w 2915191"/>
                <a:gd name="connsiteY262" fmla="*/ 248695 h 380129"/>
                <a:gd name="connsiteX263" fmla="*/ 2564202 w 2915191"/>
                <a:gd name="connsiteY263" fmla="*/ 273821 h 380129"/>
                <a:gd name="connsiteX264" fmla="*/ 2573946 w 2915191"/>
                <a:gd name="connsiteY264" fmla="*/ 295702 h 380129"/>
                <a:gd name="connsiteX265" fmla="*/ 2583690 w 2915191"/>
                <a:gd name="connsiteY265" fmla="*/ 294192 h 380129"/>
                <a:gd name="connsiteX266" fmla="*/ 2593448 w 2915191"/>
                <a:gd name="connsiteY266" fmla="*/ 256684 h 380129"/>
                <a:gd name="connsiteX267" fmla="*/ 2603192 w 2915191"/>
                <a:gd name="connsiteY267" fmla="*/ 253555 h 380129"/>
                <a:gd name="connsiteX268" fmla="*/ 2612951 w 2915191"/>
                <a:gd name="connsiteY268" fmla="*/ 293109 h 380129"/>
                <a:gd name="connsiteX269" fmla="*/ 2622695 w 2915191"/>
                <a:gd name="connsiteY269" fmla="*/ 301493 h 380129"/>
                <a:gd name="connsiteX270" fmla="*/ 2632439 w 2915191"/>
                <a:gd name="connsiteY270" fmla="*/ 298975 h 380129"/>
                <a:gd name="connsiteX271" fmla="*/ 2642198 w 2915191"/>
                <a:gd name="connsiteY271" fmla="*/ 296855 h 380129"/>
                <a:gd name="connsiteX272" fmla="*/ 2651942 w 2915191"/>
                <a:gd name="connsiteY272" fmla="*/ 287080 h 380129"/>
                <a:gd name="connsiteX273" fmla="*/ 2661685 w 2915191"/>
                <a:gd name="connsiteY273" fmla="*/ 273605 h 380129"/>
                <a:gd name="connsiteX274" fmla="*/ 2671444 w 2915191"/>
                <a:gd name="connsiteY274" fmla="*/ 256188 h 380129"/>
                <a:gd name="connsiteX275" fmla="*/ 2681188 w 2915191"/>
                <a:gd name="connsiteY275" fmla="*/ 203954 h 380129"/>
                <a:gd name="connsiteX276" fmla="*/ 2690947 w 2915191"/>
                <a:gd name="connsiteY276" fmla="*/ 196731 h 380129"/>
                <a:gd name="connsiteX277" fmla="*/ 2700691 w 2915191"/>
                <a:gd name="connsiteY277" fmla="*/ 191307 h 380129"/>
                <a:gd name="connsiteX278" fmla="*/ 2710435 w 2915191"/>
                <a:gd name="connsiteY278" fmla="*/ 194025 h 380129"/>
                <a:gd name="connsiteX279" fmla="*/ 2720194 w 2915191"/>
                <a:gd name="connsiteY279" fmla="*/ 231779 h 380129"/>
                <a:gd name="connsiteX280" fmla="*/ 2729938 w 2915191"/>
                <a:gd name="connsiteY280" fmla="*/ 231308 h 380129"/>
                <a:gd name="connsiteX281" fmla="*/ 2739697 w 2915191"/>
                <a:gd name="connsiteY281" fmla="*/ 272644 h 380129"/>
                <a:gd name="connsiteX282" fmla="*/ 2749441 w 2915191"/>
                <a:gd name="connsiteY282" fmla="*/ 291679 h 380129"/>
                <a:gd name="connsiteX283" fmla="*/ 2759185 w 2915191"/>
                <a:gd name="connsiteY283" fmla="*/ 276701 h 380129"/>
                <a:gd name="connsiteX284" fmla="*/ 2768943 w 2915191"/>
                <a:gd name="connsiteY284" fmla="*/ 301328 h 380129"/>
                <a:gd name="connsiteX285" fmla="*/ 2778687 w 2915191"/>
                <a:gd name="connsiteY285" fmla="*/ 293377 h 380129"/>
                <a:gd name="connsiteX286" fmla="*/ 2788446 w 2915191"/>
                <a:gd name="connsiteY286" fmla="*/ 273729 h 380129"/>
                <a:gd name="connsiteX287" fmla="*/ 2798190 w 2915191"/>
                <a:gd name="connsiteY287" fmla="*/ 279834 h 380129"/>
                <a:gd name="connsiteX288" fmla="*/ 2807934 w 2915191"/>
                <a:gd name="connsiteY288" fmla="*/ 274840 h 380129"/>
                <a:gd name="connsiteX289" fmla="*/ 2817693 w 2915191"/>
                <a:gd name="connsiteY289" fmla="*/ 263067 h 380129"/>
                <a:gd name="connsiteX290" fmla="*/ 2827437 w 2915191"/>
                <a:gd name="connsiteY290" fmla="*/ 245856 h 380129"/>
                <a:gd name="connsiteX291" fmla="*/ 2837196 w 2915191"/>
                <a:gd name="connsiteY291" fmla="*/ 244829 h 380129"/>
                <a:gd name="connsiteX292" fmla="*/ 2846940 w 2915191"/>
                <a:gd name="connsiteY292" fmla="*/ 229327 h 380129"/>
                <a:gd name="connsiteX293" fmla="*/ 2856684 w 2915191"/>
                <a:gd name="connsiteY293" fmla="*/ 223739 h 380129"/>
                <a:gd name="connsiteX294" fmla="*/ 2866442 w 2915191"/>
                <a:gd name="connsiteY294" fmla="*/ 242269 h 380129"/>
                <a:gd name="connsiteX295" fmla="*/ 2876186 w 2915191"/>
                <a:gd name="connsiteY295" fmla="*/ 255187 h 380129"/>
                <a:gd name="connsiteX296" fmla="*/ 2885945 w 2915191"/>
                <a:gd name="connsiteY296" fmla="*/ 252354 h 380129"/>
                <a:gd name="connsiteX297" fmla="*/ 2895689 w 2915191"/>
                <a:gd name="connsiteY297" fmla="*/ 277486 h 380129"/>
                <a:gd name="connsiteX298" fmla="*/ 2905433 w 2915191"/>
                <a:gd name="connsiteY298" fmla="*/ 256338 h 380129"/>
                <a:gd name="connsiteX299" fmla="*/ 2915192 w 2915191"/>
                <a:gd name="connsiteY299" fmla="*/ 275473 h 380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80129">
                  <a:moveTo>
                    <a:pt x="0" y="352111"/>
                  </a:moveTo>
                  <a:lnTo>
                    <a:pt x="9750" y="361357"/>
                  </a:lnTo>
                  <a:lnTo>
                    <a:pt x="19500" y="380130"/>
                  </a:lnTo>
                  <a:lnTo>
                    <a:pt x="29250" y="340886"/>
                  </a:lnTo>
                  <a:lnTo>
                    <a:pt x="39000" y="338387"/>
                  </a:lnTo>
                  <a:lnTo>
                    <a:pt x="48749" y="329181"/>
                  </a:lnTo>
                  <a:lnTo>
                    <a:pt x="58499" y="326763"/>
                  </a:lnTo>
                  <a:lnTo>
                    <a:pt x="68249" y="314975"/>
                  </a:lnTo>
                  <a:lnTo>
                    <a:pt x="77998" y="332496"/>
                  </a:lnTo>
                  <a:lnTo>
                    <a:pt x="87748" y="313874"/>
                  </a:lnTo>
                  <a:lnTo>
                    <a:pt x="97497" y="332423"/>
                  </a:lnTo>
                  <a:lnTo>
                    <a:pt x="107247" y="324884"/>
                  </a:lnTo>
                  <a:lnTo>
                    <a:pt x="116997" y="325231"/>
                  </a:lnTo>
                  <a:lnTo>
                    <a:pt x="126747" y="306761"/>
                  </a:lnTo>
                  <a:lnTo>
                    <a:pt x="136497" y="285259"/>
                  </a:lnTo>
                  <a:lnTo>
                    <a:pt x="146247" y="274672"/>
                  </a:lnTo>
                  <a:lnTo>
                    <a:pt x="155997" y="286731"/>
                  </a:lnTo>
                  <a:lnTo>
                    <a:pt x="165747" y="251908"/>
                  </a:lnTo>
                  <a:lnTo>
                    <a:pt x="175497" y="224151"/>
                  </a:lnTo>
                  <a:lnTo>
                    <a:pt x="185247" y="203526"/>
                  </a:lnTo>
                  <a:lnTo>
                    <a:pt x="194996" y="214437"/>
                  </a:lnTo>
                  <a:lnTo>
                    <a:pt x="204746" y="197337"/>
                  </a:lnTo>
                  <a:lnTo>
                    <a:pt x="214495" y="181210"/>
                  </a:lnTo>
                  <a:lnTo>
                    <a:pt x="224245" y="197054"/>
                  </a:lnTo>
                  <a:lnTo>
                    <a:pt x="233995" y="196485"/>
                  </a:lnTo>
                  <a:lnTo>
                    <a:pt x="243744" y="156311"/>
                  </a:lnTo>
                  <a:lnTo>
                    <a:pt x="253494" y="149239"/>
                  </a:lnTo>
                  <a:lnTo>
                    <a:pt x="263244" y="141734"/>
                  </a:lnTo>
                  <a:lnTo>
                    <a:pt x="272994" y="120002"/>
                  </a:lnTo>
                  <a:lnTo>
                    <a:pt x="282744" y="119877"/>
                  </a:lnTo>
                  <a:lnTo>
                    <a:pt x="292494" y="151009"/>
                  </a:lnTo>
                  <a:lnTo>
                    <a:pt x="302244" y="159437"/>
                  </a:lnTo>
                  <a:lnTo>
                    <a:pt x="311994" y="165775"/>
                  </a:lnTo>
                  <a:lnTo>
                    <a:pt x="321744" y="186683"/>
                  </a:lnTo>
                  <a:lnTo>
                    <a:pt x="331493" y="186955"/>
                  </a:lnTo>
                  <a:lnTo>
                    <a:pt x="341243" y="211667"/>
                  </a:lnTo>
                  <a:lnTo>
                    <a:pt x="350993" y="192851"/>
                  </a:lnTo>
                  <a:lnTo>
                    <a:pt x="360742" y="206337"/>
                  </a:lnTo>
                  <a:lnTo>
                    <a:pt x="370492" y="200953"/>
                  </a:lnTo>
                  <a:lnTo>
                    <a:pt x="380241" y="200889"/>
                  </a:lnTo>
                  <a:lnTo>
                    <a:pt x="389991" y="187089"/>
                  </a:lnTo>
                  <a:lnTo>
                    <a:pt x="399741" y="209875"/>
                  </a:lnTo>
                  <a:lnTo>
                    <a:pt x="409491" y="206409"/>
                  </a:lnTo>
                  <a:lnTo>
                    <a:pt x="419241" y="191930"/>
                  </a:lnTo>
                  <a:lnTo>
                    <a:pt x="428991" y="158230"/>
                  </a:lnTo>
                  <a:lnTo>
                    <a:pt x="438741" y="120476"/>
                  </a:lnTo>
                  <a:lnTo>
                    <a:pt x="448491" y="115487"/>
                  </a:lnTo>
                  <a:lnTo>
                    <a:pt x="458241" y="104211"/>
                  </a:lnTo>
                  <a:lnTo>
                    <a:pt x="467991" y="120083"/>
                  </a:lnTo>
                  <a:lnTo>
                    <a:pt x="477740" y="156323"/>
                  </a:lnTo>
                  <a:lnTo>
                    <a:pt x="487490" y="116018"/>
                  </a:lnTo>
                  <a:lnTo>
                    <a:pt x="497239" y="109370"/>
                  </a:lnTo>
                  <a:lnTo>
                    <a:pt x="506989" y="110542"/>
                  </a:lnTo>
                  <a:lnTo>
                    <a:pt x="516738" y="135007"/>
                  </a:lnTo>
                  <a:lnTo>
                    <a:pt x="526488" y="155794"/>
                  </a:lnTo>
                  <a:lnTo>
                    <a:pt x="536238" y="183952"/>
                  </a:lnTo>
                  <a:lnTo>
                    <a:pt x="545988" y="227950"/>
                  </a:lnTo>
                  <a:lnTo>
                    <a:pt x="555738" y="198191"/>
                  </a:lnTo>
                  <a:lnTo>
                    <a:pt x="565488" y="205821"/>
                  </a:lnTo>
                  <a:lnTo>
                    <a:pt x="575238" y="185230"/>
                  </a:lnTo>
                  <a:lnTo>
                    <a:pt x="584988" y="191163"/>
                  </a:lnTo>
                  <a:lnTo>
                    <a:pt x="594738" y="157837"/>
                  </a:lnTo>
                  <a:lnTo>
                    <a:pt x="604488" y="162013"/>
                  </a:lnTo>
                  <a:lnTo>
                    <a:pt x="614237" y="148316"/>
                  </a:lnTo>
                  <a:lnTo>
                    <a:pt x="623987" y="157817"/>
                  </a:lnTo>
                  <a:lnTo>
                    <a:pt x="633736" y="153038"/>
                  </a:lnTo>
                  <a:lnTo>
                    <a:pt x="643486" y="138216"/>
                  </a:lnTo>
                  <a:lnTo>
                    <a:pt x="653236" y="142445"/>
                  </a:lnTo>
                  <a:lnTo>
                    <a:pt x="662985" y="114046"/>
                  </a:lnTo>
                  <a:lnTo>
                    <a:pt x="672735" y="94387"/>
                  </a:lnTo>
                  <a:lnTo>
                    <a:pt x="682485" y="65344"/>
                  </a:lnTo>
                  <a:lnTo>
                    <a:pt x="692235" y="93715"/>
                  </a:lnTo>
                  <a:lnTo>
                    <a:pt x="701985" y="88111"/>
                  </a:lnTo>
                  <a:lnTo>
                    <a:pt x="711735" y="80031"/>
                  </a:lnTo>
                  <a:lnTo>
                    <a:pt x="721485" y="91782"/>
                  </a:lnTo>
                  <a:lnTo>
                    <a:pt x="731235" y="96410"/>
                  </a:lnTo>
                  <a:lnTo>
                    <a:pt x="740985" y="119581"/>
                  </a:lnTo>
                  <a:lnTo>
                    <a:pt x="750734" y="123618"/>
                  </a:lnTo>
                  <a:lnTo>
                    <a:pt x="760484" y="150098"/>
                  </a:lnTo>
                  <a:lnTo>
                    <a:pt x="770233" y="130572"/>
                  </a:lnTo>
                  <a:lnTo>
                    <a:pt x="779983" y="150271"/>
                  </a:lnTo>
                  <a:lnTo>
                    <a:pt x="789733" y="88554"/>
                  </a:lnTo>
                  <a:lnTo>
                    <a:pt x="799482" y="85766"/>
                  </a:lnTo>
                  <a:lnTo>
                    <a:pt x="809232" y="56493"/>
                  </a:lnTo>
                  <a:lnTo>
                    <a:pt x="818982" y="58261"/>
                  </a:lnTo>
                  <a:lnTo>
                    <a:pt x="828732" y="67929"/>
                  </a:lnTo>
                  <a:lnTo>
                    <a:pt x="838482" y="72878"/>
                  </a:lnTo>
                  <a:lnTo>
                    <a:pt x="848232" y="83035"/>
                  </a:lnTo>
                  <a:lnTo>
                    <a:pt x="857982" y="91443"/>
                  </a:lnTo>
                  <a:lnTo>
                    <a:pt x="867732" y="93072"/>
                  </a:lnTo>
                  <a:lnTo>
                    <a:pt x="877482" y="104589"/>
                  </a:lnTo>
                  <a:lnTo>
                    <a:pt x="887231" y="111345"/>
                  </a:lnTo>
                  <a:lnTo>
                    <a:pt x="896981" y="97036"/>
                  </a:lnTo>
                  <a:lnTo>
                    <a:pt x="906730" y="96168"/>
                  </a:lnTo>
                  <a:lnTo>
                    <a:pt x="916480" y="89080"/>
                  </a:lnTo>
                  <a:lnTo>
                    <a:pt x="926230" y="71321"/>
                  </a:lnTo>
                  <a:lnTo>
                    <a:pt x="935979" y="77633"/>
                  </a:lnTo>
                  <a:lnTo>
                    <a:pt x="945729" y="139368"/>
                  </a:lnTo>
                  <a:lnTo>
                    <a:pt x="955479" y="122143"/>
                  </a:lnTo>
                  <a:lnTo>
                    <a:pt x="965229" y="91083"/>
                  </a:lnTo>
                  <a:lnTo>
                    <a:pt x="974979" y="82430"/>
                  </a:lnTo>
                  <a:lnTo>
                    <a:pt x="984729" y="98447"/>
                  </a:lnTo>
                  <a:lnTo>
                    <a:pt x="994474" y="87092"/>
                  </a:lnTo>
                  <a:lnTo>
                    <a:pt x="1004233" y="55271"/>
                  </a:lnTo>
                  <a:lnTo>
                    <a:pt x="1013977" y="56861"/>
                  </a:lnTo>
                  <a:lnTo>
                    <a:pt x="1023721" y="60655"/>
                  </a:lnTo>
                  <a:lnTo>
                    <a:pt x="1033480" y="90108"/>
                  </a:lnTo>
                  <a:lnTo>
                    <a:pt x="1043224" y="98697"/>
                  </a:lnTo>
                  <a:lnTo>
                    <a:pt x="1052983" y="103496"/>
                  </a:lnTo>
                  <a:lnTo>
                    <a:pt x="1062727" y="98640"/>
                  </a:lnTo>
                  <a:lnTo>
                    <a:pt x="1072471" y="102109"/>
                  </a:lnTo>
                  <a:lnTo>
                    <a:pt x="1082230" y="123449"/>
                  </a:lnTo>
                  <a:lnTo>
                    <a:pt x="1091973" y="106580"/>
                  </a:lnTo>
                  <a:lnTo>
                    <a:pt x="1101732" y="128466"/>
                  </a:lnTo>
                  <a:lnTo>
                    <a:pt x="1111476" y="105452"/>
                  </a:lnTo>
                  <a:lnTo>
                    <a:pt x="1121220" y="115713"/>
                  </a:lnTo>
                  <a:lnTo>
                    <a:pt x="1130979" y="144344"/>
                  </a:lnTo>
                  <a:lnTo>
                    <a:pt x="1140723" y="136518"/>
                  </a:lnTo>
                  <a:lnTo>
                    <a:pt x="1150482" y="111395"/>
                  </a:lnTo>
                  <a:lnTo>
                    <a:pt x="1160226" y="128545"/>
                  </a:lnTo>
                  <a:lnTo>
                    <a:pt x="1169969" y="145660"/>
                  </a:lnTo>
                  <a:lnTo>
                    <a:pt x="1179728" y="138376"/>
                  </a:lnTo>
                  <a:lnTo>
                    <a:pt x="1189472" y="146537"/>
                  </a:lnTo>
                  <a:lnTo>
                    <a:pt x="1199231" y="151034"/>
                  </a:lnTo>
                  <a:lnTo>
                    <a:pt x="1208975" y="163199"/>
                  </a:lnTo>
                  <a:lnTo>
                    <a:pt x="1218719" y="191115"/>
                  </a:lnTo>
                  <a:lnTo>
                    <a:pt x="1228478" y="184795"/>
                  </a:lnTo>
                  <a:lnTo>
                    <a:pt x="1238222" y="192113"/>
                  </a:lnTo>
                  <a:lnTo>
                    <a:pt x="1247966" y="175488"/>
                  </a:lnTo>
                  <a:lnTo>
                    <a:pt x="1257725" y="178360"/>
                  </a:lnTo>
                  <a:lnTo>
                    <a:pt x="1267469" y="183748"/>
                  </a:lnTo>
                  <a:lnTo>
                    <a:pt x="1277227" y="157557"/>
                  </a:lnTo>
                  <a:lnTo>
                    <a:pt x="1286971" y="166965"/>
                  </a:lnTo>
                  <a:lnTo>
                    <a:pt x="1296715" y="171642"/>
                  </a:lnTo>
                  <a:lnTo>
                    <a:pt x="1306474" y="184819"/>
                  </a:lnTo>
                  <a:lnTo>
                    <a:pt x="1316218" y="169062"/>
                  </a:lnTo>
                  <a:lnTo>
                    <a:pt x="1325977" y="177098"/>
                  </a:lnTo>
                  <a:lnTo>
                    <a:pt x="1335721" y="199609"/>
                  </a:lnTo>
                  <a:lnTo>
                    <a:pt x="1345465" y="164854"/>
                  </a:lnTo>
                  <a:lnTo>
                    <a:pt x="1355224" y="150612"/>
                  </a:lnTo>
                  <a:lnTo>
                    <a:pt x="1364967" y="128748"/>
                  </a:lnTo>
                  <a:lnTo>
                    <a:pt x="1374726" y="130484"/>
                  </a:lnTo>
                  <a:lnTo>
                    <a:pt x="1384470" y="102092"/>
                  </a:lnTo>
                  <a:lnTo>
                    <a:pt x="1394214" y="111570"/>
                  </a:lnTo>
                  <a:lnTo>
                    <a:pt x="1403973" y="131028"/>
                  </a:lnTo>
                  <a:lnTo>
                    <a:pt x="1413717" y="134069"/>
                  </a:lnTo>
                  <a:lnTo>
                    <a:pt x="1423476" y="164057"/>
                  </a:lnTo>
                  <a:lnTo>
                    <a:pt x="1433220" y="209256"/>
                  </a:lnTo>
                  <a:lnTo>
                    <a:pt x="1442964" y="208248"/>
                  </a:lnTo>
                  <a:lnTo>
                    <a:pt x="1452722" y="232396"/>
                  </a:lnTo>
                  <a:lnTo>
                    <a:pt x="1462466" y="235720"/>
                  </a:lnTo>
                  <a:lnTo>
                    <a:pt x="1472225" y="208706"/>
                  </a:lnTo>
                  <a:lnTo>
                    <a:pt x="1481969" y="179315"/>
                  </a:lnTo>
                  <a:lnTo>
                    <a:pt x="1491713" y="155015"/>
                  </a:lnTo>
                  <a:lnTo>
                    <a:pt x="1501472" y="141388"/>
                  </a:lnTo>
                  <a:lnTo>
                    <a:pt x="1511216" y="153999"/>
                  </a:lnTo>
                  <a:lnTo>
                    <a:pt x="1520960" y="158576"/>
                  </a:lnTo>
                  <a:lnTo>
                    <a:pt x="1530719" y="182399"/>
                  </a:lnTo>
                  <a:lnTo>
                    <a:pt x="1540463" y="192292"/>
                  </a:lnTo>
                  <a:lnTo>
                    <a:pt x="1550221" y="190565"/>
                  </a:lnTo>
                  <a:lnTo>
                    <a:pt x="1559965" y="182878"/>
                  </a:lnTo>
                  <a:lnTo>
                    <a:pt x="1569709" y="202905"/>
                  </a:lnTo>
                  <a:lnTo>
                    <a:pt x="1579468" y="164534"/>
                  </a:lnTo>
                  <a:lnTo>
                    <a:pt x="1589212" y="183064"/>
                  </a:lnTo>
                  <a:lnTo>
                    <a:pt x="1598971" y="183009"/>
                  </a:lnTo>
                  <a:lnTo>
                    <a:pt x="1608715" y="168490"/>
                  </a:lnTo>
                  <a:lnTo>
                    <a:pt x="1618459" y="173977"/>
                  </a:lnTo>
                  <a:lnTo>
                    <a:pt x="1628218" y="162740"/>
                  </a:lnTo>
                  <a:lnTo>
                    <a:pt x="1637962" y="168849"/>
                  </a:lnTo>
                  <a:lnTo>
                    <a:pt x="1647720" y="199320"/>
                  </a:lnTo>
                  <a:lnTo>
                    <a:pt x="1657464" y="196094"/>
                  </a:lnTo>
                  <a:lnTo>
                    <a:pt x="1667208" y="165033"/>
                  </a:lnTo>
                  <a:lnTo>
                    <a:pt x="1676967" y="162330"/>
                  </a:lnTo>
                  <a:lnTo>
                    <a:pt x="1686711" y="136437"/>
                  </a:lnTo>
                  <a:lnTo>
                    <a:pt x="1696470" y="120019"/>
                  </a:lnTo>
                  <a:lnTo>
                    <a:pt x="1706214" y="108252"/>
                  </a:lnTo>
                  <a:lnTo>
                    <a:pt x="1715958" y="126944"/>
                  </a:lnTo>
                  <a:lnTo>
                    <a:pt x="1725716" y="137050"/>
                  </a:lnTo>
                  <a:lnTo>
                    <a:pt x="1735460" y="96395"/>
                  </a:lnTo>
                  <a:lnTo>
                    <a:pt x="1745219" y="67481"/>
                  </a:lnTo>
                  <a:lnTo>
                    <a:pt x="1754963" y="56922"/>
                  </a:lnTo>
                  <a:lnTo>
                    <a:pt x="1764707" y="62978"/>
                  </a:lnTo>
                  <a:lnTo>
                    <a:pt x="1774466" y="93931"/>
                  </a:lnTo>
                  <a:lnTo>
                    <a:pt x="1784210" y="103107"/>
                  </a:lnTo>
                  <a:lnTo>
                    <a:pt x="1793969" y="113210"/>
                  </a:lnTo>
                  <a:lnTo>
                    <a:pt x="1803713" y="127964"/>
                  </a:lnTo>
                  <a:lnTo>
                    <a:pt x="1813457" y="127696"/>
                  </a:lnTo>
                  <a:lnTo>
                    <a:pt x="1823215" y="91952"/>
                  </a:lnTo>
                  <a:lnTo>
                    <a:pt x="1832959" y="68203"/>
                  </a:lnTo>
                  <a:lnTo>
                    <a:pt x="1842703" y="83327"/>
                  </a:lnTo>
                  <a:lnTo>
                    <a:pt x="1852462" y="74131"/>
                  </a:lnTo>
                  <a:lnTo>
                    <a:pt x="1862206" y="96399"/>
                  </a:lnTo>
                  <a:lnTo>
                    <a:pt x="1871965" y="82533"/>
                  </a:lnTo>
                  <a:lnTo>
                    <a:pt x="1881709" y="76792"/>
                  </a:lnTo>
                  <a:lnTo>
                    <a:pt x="1891453" y="41006"/>
                  </a:lnTo>
                  <a:lnTo>
                    <a:pt x="1901212" y="49737"/>
                  </a:lnTo>
                  <a:lnTo>
                    <a:pt x="1910956" y="46395"/>
                  </a:lnTo>
                  <a:lnTo>
                    <a:pt x="1920714" y="44837"/>
                  </a:lnTo>
                  <a:lnTo>
                    <a:pt x="1930458" y="49033"/>
                  </a:lnTo>
                  <a:lnTo>
                    <a:pt x="1940202" y="0"/>
                  </a:lnTo>
                  <a:lnTo>
                    <a:pt x="1949961" y="34685"/>
                  </a:lnTo>
                  <a:lnTo>
                    <a:pt x="1959705" y="33687"/>
                  </a:lnTo>
                  <a:lnTo>
                    <a:pt x="1969464" y="32021"/>
                  </a:lnTo>
                  <a:lnTo>
                    <a:pt x="1979208" y="46433"/>
                  </a:lnTo>
                  <a:lnTo>
                    <a:pt x="1988952" y="80090"/>
                  </a:lnTo>
                  <a:lnTo>
                    <a:pt x="1998711" y="81873"/>
                  </a:lnTo>
                  <a:lnTo>
                    <a:pt x="2008454" y="68063"/>
                  </a:lnTo>
                  <a:lnTo>
                    <a:pt x="2018213" y="92076"/>
                  </a:lnTo>
                  <a:lnTo>
                    <a:pt x="2027957" y="129122"/>
                  </a:lnTo>
                  <a:lnTo>
                    <a:pt x="2037701" y="130019"/>
                  </a:lnTo>
                  <a:lnTo>
                    <a:pt x="2047460" y="135049"/>
                  </a:lnTo>
                  <a:lnTo>
                    <a:pt x="2057204" y="106982"/>
                  </a:lnTo>
                  <a:lnTo>
                    <a:pt x="2066963" y="84684"/>
                  </a:lnTo>
                  <a:lnTo>
                    <a:pt x="2076707" y="89306"/>
                  </a:lnTo>
                  <a:lnTo>
                    <a:pt x="2086451" y="116148"/>
                  </a:lnTo>
                  <a:lnTo>
                    <a:pt x="2096210" y="123586"/>
                  </a:lnTo>
                  <a:lnTo>
                    <a:pt x="2105954" y="138145"/>
                  </a:lnTo>
                  <a:lnTo>
                    <a:pt x="2115697" y="137156"/>
                  </a:lnTo>
                  <a:lnTo>
                    <a:pt x="2125456" y="139013"/>
                  </a:lnTo>
                  <a:lnTo>
                    <a:pt x="2135200" y="140310"/>
                  </a:lnTo>
                  <a:lnTo>
                    <a:pt x="2144959" y="144808"/>
                  </a:lnTo>
                  <a:lnTo>
                    <a:pt x="2154703" y="164793"/>
                  </a:lnTo>
                  <a:lnTo>
                    <a:pt x="2164447" y="156058"/>
                  </a:lnTo>
                  <a:lnTo>
                    <a:pt x="2174206" y="173572"/>
                  </a:lnTo>
                  <a:lnTo>
                    <a:pt x="2183950" y="171075"/>
                  </a:lnTo>
                  <a:lnTo>
                    <a:pt x="2193709" y="206460"/>
                  </a:lnTo>
                  <a:lnTo>
                    <a:pt x="2203452" y="205599"/>
                  </a:lnTo>
                  <a:lnTo>
                    <a:pt x="2213196" y="223388"/>
                  </a:lnTo>
                  <a:lnTo>
                    <a:pt x="2222955" y="242176"/>
                  </a:lnTo>
                  <a:lnTo>
                    <a:pt x="2232699" y="276163"/>
                  </a:lnTo>
                  <a:lnTo>
                    <a:pt x="2242458" y="273137"/>
                  </a:lnTo>
                  <a:lnTo>
                    <a:pt x="2252202" y="256686"/>
                  </a:lnTo>
                  <a:lnTo>
                    <a:pt x="2261946" y="254695"/>
                  </a:lnTo>
                  <a:lnTo>
                    <a:pt x="2271705" y="249598"/>
                  </a:lnTo>
                  <a:lnTo>
                    <a:pt x="2281449" y="251325"/>
                  </a:lnTo>
                  <a:lnTo>
                    <a:pt x="2291208" y="214335"/>
                  </a:lnTo>
                  <a:lnTo>
                    <a:pt x="2300951" y="249315"/>
                  </a:lnTo>
                  <a:lnTo>
                    <a:pt x="2310695" y="248546"/>
                  </a:lnTo>
                  <a:lnTo>
                    <a:pt x="2320454" y="204596"/>
                  </a:lnTo>
                  <a:lnTo>
                    <a:pt x="2330198" y="235301"/>
                  </a:lnTo>
                  <a:lnTo>
                    <a:pt x="2339957" y="172886"/>
                  </a:lnTo>
                  <a:lnTo>
                    <a:pt x="2349701" y="148883"/>
                  </a:lnTo>
                  <a:lnTo>
                    <a:pt x="2359445" y="147828"/>
                  </a:lnTo>
                  <a:lnTo>
                    <a:pt x="2369204" y="135906"/>
                  </a:lnTo>
                  <a:lnTo>
                    <a:pt x="2378948" y="165295"/>
                  </a:lnTo>
                  <a:lnTo>
                    <a:pt x="2388692" y="155875"/>
                  </a:lnTo>
                  <a:lnTo>
                    <a:pt x="2398450" y="159739"/>
                  </a:lnTo>
                  <a:lnTo>
                    <a:pt x="2408194" y="198939"/>
                  </a:lnTo>
                  <a:lnTo>
                    <a:pt x="2417953" y="198033"/>
                  </a:lnTo>
                  <a:lnTo>
                    <a:pt x="2427697" y="161183"/>
                  </a:lnTo>
                  <a:lnTo>
                    <a:pt x="2437441" y="144763"/>
                  </a:lnTo>
                  <a:lnTo>
                    <a:pt x="2447200" y="140646"/>
                  </a:lnTo>
                  <a:lnTo>
                    <a:pt x="2456944" y="126180"/>
                  </a:lnTo>
                  <a:lnTo>
                    <a:pt x="2466703" y="172752"/>
                  </a:lnTo>
                  <a:lnTo>
                    <a:pt x="2476446" y="202486"/>
                  </a:lnTo>
                  <a:lnTo>
                    <a:pt x="2486190" y="168193"/>
                  </a:lnTo>
                  <a:lnTo>
                    <a:pt x="2495949" y="192994"/>
                  </a:lnTo>
                  <a:lnTo>
                    <a:pt x="2505693" y="214006"/>
                  </a:lnTo>
                  <a:lnTo>
                    <a:pt x="2515452" y="214814"/>
                  </a:lnTo>
                  <a:lnTo>
                    <a:pt x="2525196" y="231897"/>
                  </a:lnTo>
                  <a:lnTo>
                    <a:pt x="2534940" y="231208"/>
                  </a:lnTo>
                  <a:lnTo>
                    <a:pt x="2544699" y="229736"/>
                  </a:lnTo>
                  <a:lnTo>
                    <a:pt x="2554443" y="248695"/>
                  </a:lnTo>
                  <a:lnTo>
                    <a:pt x="2564202" y="273821"/>
                  </a:lnTo>
                  <a:lnTo>
                    <a:pt x="2573946" y="295702"/>
                  </a:lnTo>
                  <a:lnTo>
                    <a:pt x="2583690" y="294192"/>
                  </a:lnTo>
                  <a:lnTo>
                    <a:pt x="2593448" y="256684"/>
                  </a:lnTo>
                  <a:lnTo>
                    <a:pt x="2603192" y="253555"/>
                  </a:lnTo>
                  <a:lnTo>
                    <a:pt x="2612951" y="293109"/>
                  </a:lnTo>
                  <a:lnTo>
                    <a:pt x="2622695" y="301493"/>
                  </a:lnTo>
                  <a:lnTo>
                    <a:pt x="2632439" y="298975"/>
                  </a:lnTo>
                  <a:lnTo>
                    <a:pt x="2642198" y="296855"/>
                  </a:lnTo>
                  <a:lnTo>
                    <a:pt x="2651942" y="287080"/>
                  </a:lnTo>
                  <a:lnTo>
                    <a:pt x="2661685" y="273605"/>
                  </a:lnTo>
                  <a:lnTo>
                    <a:pt x="2671444" y="256188"/>
                  </a:lnTo>
                  <a:lnTo>
                    <a:pt x="2681188" y="203954"/>
                  </a:lnTo>
                  <a:lnTo>
                    <a:pt x="2690947" y="196731"/>
                  </a:lnTo>
                  <a:lnTo>
                    <a:pt x="2700691" y="191307"/>
                  </a:lnTo>
                  <a:lnTo>
                    <a:pt x="2710435" y="194025"/>
                  </a:lnTo>
                  <a:lnTo>
                    <a:pt x="2720194" y="231779"/>
                  </a:lnTo>
                  <a:lnTo>
                    <a:pt x="2729938" y="231308"/>
                  </a:lnTo>
                  <a:lnTo>
                    <a:pt x="2739697" y="272644"/>
                  </a:lnTo>
                  <a:lnTo>
                    <a:pt x="2749441" y="291679"/>
                  </a:lnTo>
                  <a:lnTo>
                    <a:pt x="2759185" y="276701"/>
                  </a:lnTo>
                  <a:lnTo>
                    <a:pt x="2768943" y="301328"/>
                  </a:lnTo>
                  <a:lnTo>
                    <a:pt x="2778687" y="293377"/>
                  </a:lnTo>
                  <a:lnTo>
                    <a:pt x="2788446" y="273729"/>
                  </a:lnTo>
                  <a:lnTo>
                    <a:pt x="2798190" y="279834"/>
                  </a:lnTo>
                  <a:lnTo>
                    <a:pt x="2807934" y="274840"/>
                  </a:lnTo>
                  <a:lnTo>
                    <a:pt x="2817693" y="263067"/>
                  </a:lnTo>
                  <a:lnTo>
                    <a:pt x="2827437" y="245856"/>
                  </a:lnTo>
                  <a:lnTo>
                    <a:pt x="2837196" y="244829"/>
                  </a:lnTo>
                  <a:lnTo>
                    <a:pt x="2846940" y="229327"/>
                  </a:lnTo>
                  <a:lnTo>
                    <a:pt x="2856684" y="223739"/>
                  </a:lnTo>
                  <a:lnTo>
                    <a:pt x="2866442" y="242269"/>
                  </a:lnTo>
                  <a:lnTo>
                    <a:pt x="2876186" y="255187"/>
                  </a:lnTo>
                  <a:lnTo>
                    <a:pt x="2885945" y="252354"/>
                  </a:lnTo>
                  <a:lnTo>
                    <a:pt x="2895689" y="277486"/>
                  </a:lnTo>
                  <a:lnTo>
                    <a:pt x="2905433" y="256338"/>
                  </a:lnTo>
                  <a:lnTo>
                    <a:pt x="2915192" y="27547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6" name="Freeform 1085">
              <a:extLst>
                <a:ext uri="{FF2B5EF4-FFF2-40B4-BE49-F238E27FC236}">
                  <a16:creationId xmlns:a16="http://schemas.microsoft.com/office/drawing/2014/main" id="{0FC12E32-3792-1BE4-10DC-98CD953C0CDE}"/>
                </a:ext>
              </a:extLst>
            </p:cNvPr>
            <p:cNvSpPr/>
            <p:nvPr/>
          </p:nvSpPr>
          <p:spPr>
            <a:xfrm>
              <a:off x="4426652" y="3436901"/>
              <a:ext cx="2915191" cy="416438"/>
            </a:xfrm>
            <a:custGeom>
              <a:avLst/>
              <a:gdLst>
                <a:gd name="connsiteX0" fmla="*/ 0 w 2915191"/>
                <a:gd name="connsiteY0" fmla="*/ 115226 h 416438"/>
                <a:gd name="connsiteX1" fmla="*/ 9750 w 2915191"/>
                <a:gd name="connsiteY1" fmla="*/ 123136 h 416438"/>
                <a:gd name="connsiteX2" fmla="*/ 19500 w 2915191"/>
                <a:gd name="connsiteY2" fmla="*/ 84847 h 416438"/>
                <a:gd name="connsiteX3" fmla="*/ 29250 w 2915191"/>
                <a:gd name="connsiteY3" fmla="*/ 54335 h 416438"/>
                <a:gd name="connsiteX4" fmla="*/ 39000 w 2915191"/>
                <a:gd name="connsiteY4" fmla="*/ 8424 h 416438"/>
                <a:gd name="connsiteX5" fmla="*/ 48749 w 2915191"/>
                <a:gd name="connsiteY5" fmla="*/ 8774 h 416438"/>
                <a:gd name="connsiteX6" fmla="*/ 58499 w 2915191"/>
                <a:gd name="connsiteY6" fmla="*/ 39472 h 416438"/>
                <a:gd name="connsiteX7" fmla="*/ 68249 w 2915191"/>
                <a:gd name="connsiteY7" fmla="*/ 25029 h 416438"/>
                <a:gd name="connsiteX8" fmla="*/ 77998 w 2915191"/>
                <a:gd name="connsiteY8" fmla="*/ 28870 h 416438"/>
                <a:gd name="connsiteX9" fmla="*/ 87748 w 2915191"/>
                <a:gd name="connsiteY9" fmla="*/ 41841 h 416438"/>
                <a:gd name="connsiteX10" fmla="*/ 97497 w 2915191"/>
                <a:gd name="connsiteY10" fmla="*/ 40807 h 416438"/>
                <a:gd name="connsiteX11" fmla="*/ 107247 w 2915191"/>
                <a:gd name="connsiteY11" fmla="*/ 24764 h 416438"/>
                <a:gd name="connsiteX12" fmla="*/ 116997 w 2915191"/>
                <a:gd name="connsiteY12" fmla="*/ 12947 h 416438"/>
                <a:gd name="connsiteX13" fmla="*/ 126747 w 2915191"/>
                <a:gd name="connsiteY13" fmla="*/ 0 h 416438"/>
                <a:gd name="connsiteX14" fmla="*/ 136497 w 2915191"/>
                <a:gd name="connsiteY14" fmla="*/ 18877 h 416438"/>
                <a:gd name="connsiteX15" fmla="*/ 146247 w 2915191"/>
                <a:gd name="connsiteY15" fmla="*/ 17138 h 416438"/>
                <a:gd name="connsiteX16" fmla="*/ 155997 w 2915191"/>
                <a:gd name="connsiteY16" fmla="*/ 27952 h 416438"/>
                <a:gd name="connsiteX17" fmla="*/ 165747 w 2915191"/>
                <a:gd name="connsiteY17" fmla="*/ 38425 h 416438"/>
                <a:gd name="connsiteX18" fmla="*/ 175497 w 2915191"/>
                <a:gd name="connsiteY18" fmla="*/ 64249 h 416438"/>
                <a:gd name="connsiteX19" fmla="*/ 185247 w 2915191"/>
                <a:gd name="connsiteY19" fmla="*/ 56716 h 416438"/>
                <a:gd name="connsiteX20" fmla="*/ 194996 w 2915191"/>
                <a:gd name="connsiteY20" fmla="*/ 57613 h 416438"/>
                <a:gd name="connsiteX21" fmla="*/ 204746 w 2915191"/>
                <a:gd name="connsiteY21" fmla="*/ 72010 h 416438"/>
                <a:gd name="connsiteX22" fmla="*/ 214495 w 2915191"/>
                <a:gd name="connsiteY22" fmla="*/ 52652 h 416438"/>
                <a:gd name="connsiteX23" fmla="*/ 224245 w 2915191"/>
                <a:gd name="connsiteY23" fmla="*/ 101839 h 416438"/>
                <a:gd name="connsiteX24" fmla="*/ 233995 w 2915191"/>
                <a:gd name="connsiteY24" fmla="*/ 103049 h 416438"/>
                <a:gd name="connsiteX25" fmla="*/ 243744 w 2915191"/>
                <a:gd name="connsiteY25" fmla="*/ 98268 h 416438"/>
                <a:gd name="connsiteX26" fmla="*/ 253494 w 2915191"/>
                <a:gd name="connsiteY26" fmla="*/ 85392 h 416438"/>
                <a:gd name="connsiteX27" fmla="*/ 263244 w 2915191"/>
                <a:gd name="connsiteY27" fmla="*/ 89892 h 416438"/>
                <a:gd name="connsiteX28" fmla="*/ 272994 w 2915191"/>
                <a:gd name="connsiteY28" fmla="*/ 87333 h 416438"/>
                <a:gd name="connsiteX29" fmla="*/ 282744 w 2915191"/>
                <a:gd name="connsiteY29" fmla="*/ 100267 h 416438"/>
                <a:gd name="connsiteX30" fmla="*/ 292494 w 2915191"/>
                <a:gd name="connsiteY30" fmla="*/ 103111 h 416438"/>
                <a:gd name="connsiteX31" fmla="*/ 302244 w 2915191"/>
                <a:gd name="connsiteY31" fmla="*/ 109549 h 416438"/>
                <a:gd name="connsiteX32" fmla="*/ 311994 w 2915191"/>
                <a:gd name="connsiteY32" fmla="*/ 85773 h 416438"/>
                <a:gd name="connsiteX33" fmla="*/ 321744 w 2915191"/>
                <a:gd name="connsiteY33" fmla="*/ 127036 h 416438"/>
                <a:gd name="connsiteX34" fmla="*/ 331493 w 2915191"/>
                <a:gd name="connsiteY34" fmla="*/ 170082 h 416438"/>
                <a:gd name="connsiteX35" fmla="*/ 341243 w 2915191"/>
                <a:gd name="connsiteY35" fmla="*/ 178478 h 416438"/>
                <a:gd name="connsiteX36" fmla="*/ 350993 w 2915191"/>
                <a:gd name="connsiteY36" fmla="*/ 145772 h 416438"/>
                <a:gd name="connsiteX37" fmla="*/ 360742 w 2915191"/>
                <a:gd name="connsiteY37" fmla="*/ 141649 h 416438"/>
                <a:gd name="connsiteX38" fmla="*/ 370492 w 2915191"/>
                <a:gd name="connsiteY38" fmla="*/ 148038 h 416438"/>
                <a:gd name="connsiteX39" fmla="*/ 380241 w 2915191"/>
                <a:gd name="connsiteY39" fmla="*/ 141371 h 416438"/>
                <a:gd name="connsiteX40" fmla="*/ 389991 w 2915191"/>
                <a:gd name="connsiteY40" fmla="*/ 126476 h 416438"/>
                <a:gd name="connsiteX41" fmla="*/ 399741 w 2915191"/>
                <a:gd name="connsiteY41" fmla="*/ 106112 h 416438"/>
                <a:gd name="connsiteX42" fmla="*/ 409491 w 2915191"/>
                <a:gd name="connsiteY42" fmla="*/ 115257 h 416438"/>
                <a:gd name="connsiteX43" fmla="*/ 419241 w 2915191"/>
                <a:gd name="connsiteY43" fmla="*/ 118216 h 416438"/>
                <a:gd name="connsiteX44" fmla="*/ 428991 w 2915191"/>
                <a:gd name="connsiteY44" fmla="*/ 110026 h 416438"/>
                <a:gd name="connsiteX45" fmla="*/ 438741 w 2915191"/>
                <a:gd name="connsiteY45" fmla="*/ 110761 h 416438"/>
                <a:gd name="connsiteX46" fmla="*/ 448491 w 2915191"/>
                <a:gd name="connsiteY46" fmla="*/ 124727 h 416438"/>
                <a:gd name="connsiteX47" fmla="*/ 458241 w 2915191"/>
                <a:gd name="connsiteY47" fmla="*/ 158251 h 416438"/>
                <a:gd name="connsiteX48" fmla="*/ 467991 w 2915191"/>
                <a:gd name="connsiteY48" fmla="*/ 161575 h 416438"/>
                <a:gd name="connsiteX49" fmla="*/ 477740 w 2915191"/>
                <a:gd name="connsiteY49" fmla="*/ 169576 h 416438"/>
                <a:gd name="connsiteX50" fmla="*/ 487490 w 2915191"/>
                <a:gd name="connsiteY50" fmla="*/ 158397 h 416438"/>
                <a:gd name="connsiteX51" fmla="*/ 497239 w 2915191"/>
                <a:gd name="connsiteY51" fmla="*/ 167122 h 416438"/>
                <a:gd name="connsiteX52" fmla="*/ 506989 w 2915191"/>
                <a:gd name="connsiteY52" fmla="*/ 161366 h 416438"/>
                <a:gd name="connsiteX53" fmla="*/ 516738 w 2915191"/>
                <a:gd name="connsiteY53" fmla="*/ 184071 h 416438"/>
                <a:gd name="connsiteX54" fmla="*/ 526488 w 2915191"/>
                <a:gd name="connsiteY54" fmla="*/ 214887 h 416438"/>
                <a:gd name="connsiteX55" fmla="*/ 536238 w 2915191"/>
                <a:gd name="connsiteY55" fmla="*/ 218526 h 416438"/>
                <a:gd name="connsiteX56" fmla="*/ 545988 w 2915191"/>
                <a:gd name="connsiteY56" fmla="*/ 245641 h 416438"/>
                <a:gd name="connsiteX57" fmla="*/ 555738 w 2915191"/>
                <a:gd name="connsiteY57" fmla="*/ 247007 h 416438"/>
                <a:gd name="connsiteX58" fmla="*/ 565488 w 2915191"/>
                <a:gd name="connsiteY58" fmla="*/ 266002 h 416438"/>
                <a:gd name="connsiteX59" fmla="*/ 575238 w 2915191"/>
                <a:gd name="connsiteY59" fmla="*/ 245891 h 416438"/>
                <a:gd name="connsiteX60" fmla="*/ 584988 w 2915191"/>
                <a:gd name="connsiteY60" fmla="*/ 255947 h 416438"/>
                <a:gd name="connsiteX61" fmla="*/ 594738 w 2915191"/>
                <a:gd name="connsiteY61" fmla="*/ 290970 h 416438"/>
                <a:gd name="connsiteX62" fmla="*/ 604488 w 2915191"/>
                <a:gd name="connsiteY62" fmla="*/ 283808 h 416438"/>
                <a:gd name="connsiteX63" fmla="*/ 614237 w 2915191"/>
                <a:gd name="connsiteY63" fmla="*/ 288859 h 416438"/>
                <a:gd name="connsiteX64" fmla="*/ 623987 w 2915191"/>
                <a:gd name="connsiteY64" fmla="*/ 294878 h 416438"/>
                <a:gd name="connsiteX65" fmla="*/ 633736 w 2915191"/>
                <a:gd name="connsiteY65" fmla="*/ 269093 h 416438"/>
                <a:gd name="connsiteX66" fmla="*/ 643486 w 2915191"/>
                <a:gd name="connsiteY66" fmla="*/ 279572 h 416438"/>
                <a:gd name="connsiteX67" fmla="*/ 653236 w 2915191"/>
                <a:gd name="connsiteY67" fmla="*/ 286867 h 416438"/>
                <a:gd name="connsiteX68" fmla="*/ 662985 w 2915191"/>
                <a:gd name="connsiteY68" fmla="*/ 237873 h 416438"/>
                <a:gd name="connsiteX69" fmla="*/ 672735 w 2915191"/>
                <a:gd name="connsiteY69" fmla="*/ 295296 h 416438"/>
                <a:gd name="connsiteX70" fmla="*/ 682485 w 2915191"/>
                <a:gd name="connsiteY70" fmla="*/ 302646 h 416438"/>
                <a:gd name="connsiteX71" fmla="*/ 692235 w 2915191"/>
                <a:gd name="connsiteY71" fmla="*/ 316915 h 416438"/>
                <a:gd name="connsiteX72" fmla="*/ 701985 w 2915191"/>
                <a:gd name="connsiteY72" fmla="*/ 329171 h 416438"/>
                <a:gd name="connsiteX73" fmla="*/ 711735 w 2915191"/>
                <a:gd name="connsiteY73" fmla="*/ 336292 h 416438"/>
                <a:gd name="connsiteX74" fmla="*/ 721485 w 2915191"/>
                <a:gd name="connsiteY74" fmla="*/ 336590 h 416438"/>
                <a:gd name="connsiteX75" fmla="*/ 731235 w 2915191"/>
                <a:gd name="connsiteY75" fmla="*/ 349867 h 416438"/>
                <a:gd name="connsiteX76" fmla="*/ 740985 w 2915191"/>
                <a:gd name="connsiteY76" fmla="*/ 313367 h 416438"/>
                <a:gd name="connsiteX77" fmla="*/ 750734 w 2915191"/>
                <a:gd name="connsiteY77" fmla="*/ 278651 h 416438"/>
                <a:gd name="connsiteX78" fmla="*/ 760484 w 2915191"/>
                <a:gd name="connsiteY78" fmla="*/ 300212 h 416438"/>
                <a:gd name="connsiteX79" fmla="*/ 770233 w 2915191"/>
                <a:gd name="connsiteY79" fmla="*/ 289241 h 416438"/>
                <a:gd name="connsiteX80" fmla="*/ 779983 w 2915191"/>
                <a:gd name="connsiteY80" fmla="*/ 236995 h 416438"/>
                <a:gd name="connsiteX81" fmla="*/ 789733 w 2915191"/>
                <a:gd name="connsiteY81" fmla="*/ 223006 h 416438"/>
                <a:gd name="connsiteX82" fmla="*/ 799482 w 2915191"/>
                <a:gd name="connsiteY82" fmla="*/ 250786 h 416438"/>
                <a:gd name="connsiteX83" fmla="*/ 809232 w 2915191"/>
                <a:gd name="connsiteY83" fmla="*/ 269618 h 416438"/>
                <a:gd name="connsiteX84" fmla="*/ 818982 w 2915191"/>
                <a:gd name="connsiteY84" fmla="*/ 311200 h 416438"/>
                <a:gd name="connsiteX85" fmla="*/ 828732 w 2915191"/>
                <a:gd name="connsiteY85" fmla="*/ 308948 h 416438"/>
                <a:gd name="connsiteX86" fmla="*/ 838482 w 2915191"/>
                <a:gd name="connsiteY86" fmla="*/ 327174 h 416438"/>
                <a:gd name="connsiteX87" fmla="*/ 848232 w 2915191"/>
                <a:gd name="connsiteY87" fmla="*/ 312007 h 416438"/>
                <a:gd name="connsiteX88" fmla="*/ 857982 w 2915191"/>
                <a:gd name="connsiteY88" fmla="*/ 253900 h 416438"/>
                <a:gd name="connsiteX89" fmla="*/ 867732 w 2915191"/>
                <a:gd name="connsiteY89" fmla="*/ 289440 h 416438"/>
                <a:gd name="connsiteX90" fmla="*/ 877482 w 2915191"/>
                <a:gd name="connsiteY90" fmla="*/ 275303 h 416438"/>
                <a:gd name="connsiteX91" fmla="*/ 887231 w 2915191"/>
                <a:gd name="connsiteY91" fmla="*/ 255929 h 416438"/>
                <a:gd name="connsiteX92" fmla="*/ 896981 w 2915191"/>
                <a:gd name="connsiteY92" fmla="*/ 231258 h 416438"/>
                <a:gd name="connsiteX93" fmla="*/ 906730 w 2915191"/>
                <a:gd name="connsiteY93" fmla="*/ 206713 h 416438"/>
                <a:gd name="connsiteX94" fmla="*/ 916480 w 2915191"/>
                <a:gd name="connsiteY94" fmla="*/ 188812 h 416438"/>
                <a:gd name="connsiteX95" fmla="*/ 926230 w 2915191"/>
                <a:gd name="connsiteY95" fmla="*/ 226228 h 416438"/>
                <a:gd name="connsiteX96" fmla="*/ 935979 w 2915191"/>
                <a:gd name="connsiteY96" fmla="*/ 212460 h 416438"/>
                <a:gd name="connsiteX97" fmla="*/ 945729 w 2915191"/>
                <a:gd name="connsiteY97" fmla="*/ 211543 h 416438"/>
                <a:gd name="connsiteX98" fmla="*/ 955479 w 2915191"/>
                <a:gd name="connsiteY98" fmla="*/ 228282 h 416438"/>
                <a:gd name="connsiteX99" fmla="*/ 965229 w 2915191"/>
                <a:gd name="connsiteY99" fmla="*/ 228449 h 416438"/>
                <a:gd name="connsiteX100" fmla="*/ 974979 w 2915191"/>
                <a:gd name="connsiteY100" fmla="*/ 193168 h 416438"/>
                <a:gd name="connsiteX101" fmla="*/ 984729 w 2915191"/>
                <a:gd name="connsiteY101" fmla="*/ 205908 h 416438"/>
                <a:gd name="connsiteX102" fmla="*/ 994474 w 2915191"/>
                <a:gd name="connsiteY102" fmla="*/ 225806 h 416438"/>
                <a:gd name="connsiteX103" fmla="*/ 1004233 w 2915191"/>
                <a:gd name="connsiteY103" fmla="*/ 219805 h 416438"/>
                <a:gd name="connsiteX104" fmla="*/ 1013977 w 2915191"/>
                <a:gd name="connsiteY104" fmla="*/ 218312 h 416438"/>
                <a:gd name="connsiteX105" fmla="*/ 1023721 w 2915191"/>
                <a:gd name="connsiteY105" fmla="*/ 211718 h 416438"/>
                <a:gd name="connsiteX106" fmla="*/ 1033480 w 2915191"/>
                <a:gd name="connsiteY106" fmla="*/ 184295 h 416438"/>
                <a:gd name="connsiteX107" fmla="*/ 1043224 w 2915191"/>
                <a:gd name="connsiteY107" fmla="*/ 174086 h 416438"/>
                <a:gd name="connsiteX108" fmla="*/ 1052983 w 2915191"/>
                <a:gd name="connsiteY108" fmla="*/ 159830 h 416438"/>
                <a:gd name="connsiteX109" fmla="*/ 1062727 w 2915191"/>
                <a:gd name="connsiteY109" fmla="*/ 168053 h 416438"/>
                <a:gd name="connsiteX110" fmla="*/ 1072471 w 2915191"/>
                <a:gd name="connsiteY110" fmla="*/ 201214 h 416438"/>
                <a:gd name="connsiteX111" fmla="*/ 1082230 w 2915191"/>
                <a:gd name="connsiteY111" fmla="*/ 222813 h 416438"/>
                <a:gd name="connsiteX112" fmla="*/ 1091973 w 2915191"/>
                <a:gd name="connsiteY112" fmla="*/ 242605 h 416438"/>
                <a:gd name="connsiteX113" fmla="*/ 1101732 w 2915191"/>
                <a:gd name="connsiteY113" fmla="*/ 267446 h 416438"/>
                <a:gd name="connsiteX114" fmla="*/ 1111476 w 2915191"/>
                <a:gd name="connsiteY114" fmla="*/ 259303 h 416438"/>
                <a:gd name="connsiteX115" fmla="*/ 1121220 w 2915191"/>
                <a:gd name="connsiteY115" fmla="*/ 259449 h 416438"/>
                <a:gd name="connsiteX116" fmla="*/ 1130979 w 2915191"/>
                <a:gd name="connsiteY116" fmla="*/ 235128 h 416438"/>
                <a:gd name="connsiteX117" fmla="*/ 1140723 w 2915191"/>
                <a:gd name="connsiteY117" fmla="*/ 222017 h 416438"/>
                <a:gd name="connsiteX118" fmla="*/ 1150482 w 2915191"/>
                <a:gd name="connsiteY118" fmla="*/ 218088 h 416438"/>
                <a:gd name="connsiteX119" fmla="*/ 1160226 w 2915191"/>
                <a:gd name="connsiteY119" fmla="*/ 228901 h 416438"/>
                <a:gd name="connsiteX120" fmla="*/ 1169969 w 2915191"/>
                <a:gd name="connsiteY120" fmla="*/ 217117 h 416438"/>
                <a:gd name="connsiteX121" fmla="*/ 1179728 w 2915191"/>
                <a:gd name="connsiteY121" fmla="*/ 209824 h 416438"/>
                <a:gd name="connsiteX122" fmla="*/ 1189472 w 2915191"/>
                <a:gd name="connsiteY122" fmla="*/ 220322 h 416438"/>
                <a:gd name="connsiteX123" fmla="*/ 1199231 w 2915191"/>
                <a:gd name="connsiteY123" fmla="*/ 202185 h 416438"/>
                <a:gd name="connsiteX124" fmla="*/ 1208975 w 2915191"/>
                <a:gd name="connsiteY124" fmla="*/ 228349 h 416438"/>
                <a:gd name="connsiteX125" fmla="*/ 1218719 w 2915191"/>
                <a:gd name="connsiteY125" fmla="*/ 230603 h 416438"/>
                <a:gd name="connsiteX126" fmla="*/ 1228478 w 2915191"/>
                <a:gd name="connsiteY126" fmla="*/ 197400 h 416438"/>
                <a:gd name="connsiteX127" fmla="*/ 1238222 w 2915191"/>
                <a:gd name="connsiteY127" fmla="*/ 190269 h 416438"/>
                <a:gd name="connsiteX128" fmla="*/ 1247966 w 2915191"/>
                <a:gd name="connsiteY128" fmla="*/ 180841 h 416438"/>
                <a:gd name="connsiteX129" fmla="*/ 1257725 w 2915191"/>
                <a:gd name="connsiteY129" fmla="*/ 172798 h 416438"/>
                <a:gd name="connsiteX130" fmla="*/ 1267469 w 2915191"/>
                <a:gd name="connsiteY130" fmla="*/ 178409 h 416438"/>
                <a:gd name="connsiteX131" fmla="*/ 1277227 w 2915191"/>
                <a:gd name="connsiteY131" fmla="*/ 169829 h 416438"/>
                <a:gd name="connsiteX132" fmla="*/ 1286971 w 2915191"/>
                <a:gd name="connsiteY132" fmla="*/ 186021 h 416438"/>
                <a:gd name="connsiteX133" fmla="*/ 1296715 w 2915191"/>
                <a:gd name="connsiteY133" fmla="*/ 179022 h 416438"/>
                <a:gd name="connsiteX134" fmla="*/ 1306474 w 2915191"/>
                <a:gd name="connsiteY134" fmla="*/ 220714 h 416438"/>
                <a:gd name="connsiteX135" fmla="*/ 1316218 w 2915191"/>
                <a:gd name="connsiteY135" fmla="*/ 195214 h 416438"/>
                <a:gd name="connsiteX136" fmla="*/ 1325977 w 2915191"/>
                <a:gd name="connsiteY136" fmla="*/ 170426 h 416438"/>
                <a:gd name="connsiteX137" fmla="*/ 1335721 w 2915191"/>
                <a:gd name="connsiteY137" fmla="*/ 145502 h 416438"/>
                <a:gd name="connsiteX138" fmla="*/ 1345465 w 2915191"/>
                <a:gd name="connsiteY138" fmla="*/ 136996 h 416438"/>
                <a:gd name="connsiteX139" fmla="*/ 1355224 w 2915191"/>
                <a:gd name="connsiteY139" fmla="*/ 152324 h 416438"/>
                <a:gd name="connsiteX140" fmla="*/ 1364967 w 2915191"/>
                <a:gd name="connsiteY140" fmla="*/ 117790 h 416438"/>
                <a:gd name="connsiteX141" fmla="*/ 1374726 w 2915191"/>
                <a:gd name="connsiteY141" fmla="*/ 110670 h 416438"/>
                <a:gd name="connsiteX142" fmla="*/ 1384470 w 2915191"/>
                <a:gd name="connsiteY142" fmla="*/ 92913 h 416438"/>
                <a:gd name="connsiteX143" fmla="*/ 1394214 w 2915191"/>
                <a:gd name="connsiteY143" fmla="*/ 99600 h 416438"/>
                <a:gd name="connsiteX144" fmla="*/ 1403973 w 2915191"/>
                <a:gd name="connsiteY144" fmla="*/ 75715 h 416438"/>
                <a:gd name="connsiteX145" fmla="*/ 1413717 w 2915191"/>
                <a:gd name="connsiteY145" fmla="*/ 64091 h 416438"/>
                <a:gd name="connsiteX146" fmla="*/ 1423476 w 2915191"/>
                <a:gd name="connsiteY146" fmla="*/ 81350 h 416438"/>
                <a:gd name="connsiteX147" fmla="*/ 1433220 w 2915191"/>
                <a:gd name="connsiteY147" fmla="*/ 99716 h 416438"/>
                <a:gd name="connsiteX148" fmla="*/ 1442964 w 2915191"/>
                <a:gd name="connsiteY148" fmla="*/ 107006 h 416438"/>
                <a:gd name="connsiteX149" fmla="*/ 1452722 w 2915191"/>
                <a:gd name="connsiteY149" fmla="*/ 156350 h 416438"/>
                <a:gd name="connsiteX150" fmla="*/ 1462466 w 2915191"/>
                <a:gd name="connsiteY150" fmla="*/ 146134 h 416438"/>
                <a:gd name="connsiteX151" fmla="*/ 1472225 w 2915191"/>
                <a:gd name="connsiteY151" fmla="*/ 147495 h 416438"/>
                <a:gd name="connsiteX152" fmla="*/ 1481969 w 2915191"/>
                <a:gd name="connsiteY152" fmla="*/ 159456 h 416438"/>
                <a:gd name="connsiteX153" fmla="*/ 1491713 w 2915191"/>
                <a:gd name="connsiteY153" fmla="*/ 165523 h 416438"/>
                <a:gd name="connsiteX154" fmla="*/ 1501472 w 2915191"/>
                <a:gd name="connsiteY154" fmla="*/ 199463 h 416438"/>
                <a:gd name="connsiteX155" fmla="*/ 1511216 w 2915191"/>
                <a:gd name="connsiteY155" fmla="*/ 203028 h 416438"/>
                <a:gd name="connsiteX156" fmla="*/ 1520960 w 2915191"/>
                <a:gd name="connsiteY156" fmla="*/ 243262 h 416438"/>
                <a:gd name="connsiteX157" fmla="*/ 1530719 w 2915191"/>
                <a:gd name="connsiteY157" fmla="*/ 219189 h 416438"/>
                <a:gd name="connsiteX158" fmla="*/ 1540463 w 2915191"/>
                <a:gd name="connsiteY158" fmla="*/ 245450 h 416438"/>
                <a:gd name="connsiteX159" fmla="*/ 1550221 w 2915191"/>
                <a:gd name="connsiteY159" fmla="*/ 247036 h 416438"/>
                <a:gd name="connsiteX160" fmla="*/ 1559965 w 2915191"/>
                <a:gd name="connsiteY160" fmla="*/ 253438 h 416438"/>
                <a:gd name="connsiteX161" fmla="*/ 1569709 w 2915191"/>
                <a:gd name="connsiteY161" fmla="*/ 239308 h 416438"/>
                <a:gd name="connsiteX162" fmla="*/ 1579468 w 2915191"/>
                <a:gd name="connsiteY162" fmla="*/ 247216 h 416438"/>
                <a:gd name="connsiteX163" fmla="*/ 1589212 w 2915191"/>
                <a:gd name="connsiteY163" fmla="*/ 263043 h 416438"/>
                <a:gd name="connsiteX164" fmla="*/ 1598971 w 2915191"/>
                <a:gd name="connsiteY164" fmla="*/ 259542 h 416438"/>
                <a:gd name="connsiteX165" fmla="*/ 1608715 w 2915191"/>
                <a:gd name="connsiteY165" fmla="*/ 240432 h 416438"/>
                <a:gd name="connsiteX166" fmla="*/ 1618459 w 2915191"/>
                <a:gd name="connsiteY166" fmla="*/ 259452 h 416438"/>
                <a:gd name="connsiteX167" fmla="*/ 1628218 w 2915191"/>
                <a:gd name="connsiteY167" fmla="*/ 293395 h 416438"/>
                <a:gd name="connsiteX168" fmla="*/ 1637962 w 2915191"/>
                <a:gd name="connsiteY168" fmla="*/ 303723 h 416438"/>
                <a:gd name="connsiteX169" fmla="*/ 1647720 w 2915191"/>
                <a:gd name="connsiteY169" fmla="*/ 330278 h 416438"/>
                <a:gd name="connsiteX170" fmla="*/ 1657464 w 2915191"/>
                <a:gd name="connsiteY170" fmla="*/ 347614 h 416438"/>
                <a:gd name="connsiteX171" fmla="*/ 1667208 w 2915191"/>
                <a:gd name="connsiteY171" fmla="*/ 330701 h 416438"/>
                <a:gd name="connsiteX172" fmla="*/ 1676967 w 2915191"/>
                <a:gd name="connsiteY172" fmla="*/ 327372 h 416438"/>
                <a:gd name="connsiteX173" fmla="*/ 1686711 w 2915191"/>
                <a:gd name="connsiteY173" fmla="*/ 335752 h 416438"/>
                <a:gd name="connsiteX174" fmla="*/ 1696470 w 2915191"/>
                <a:gd name="connsiteY174" fmla="*/ 355520 h 416438"/>
                <a:gd name="connsiteX175" fmla="*/ 1706214 w 2915191"/>
                <a:gd name="connsiteY175" fmla="*/ 378603 h 416438"/>
                <a:gd name="connsiteX176" fmla="*/ 1715958 w 2915191"/>
                <a:gd name="connsiteY176" fmla="*/ 377600 h 416438"/>
                <a:gd name="connsiteX177" fmla="*/ 1725716 w 2915191"/>
                <a:gd name="connsiteY177" fmla="*/ 386155 h 416438"/>
                <a:gd name="connsiteX178" fmla="*/ 1735460 w 2915191"/>
                <a:gd name="connsiteY178" fmla="*/ 393496 h 416438"/>
                <a:gd name="connsiteX179" fmla="*/ 1745219 w 2915191"/>
                <a:gd name="connsiteY179" fmla="*/ 394869 h 416438"/>
                <a:gd name="connsiteX180" fmla="*/ 1754963 w 2915191"/>
                <a:gd name="connsiteY180" fmla="*/ 383869 h 416438"/>
                <a:gd name="connsiteX181" fmla="*/ 1764707 w 2915191"/>
                <a:gd name="connsiteY181" fmla="*/ 375115 h 416438"/>
                <a:gd name="connsiteX182" fmla="*/ 1774466 w 2915191"/>
                <a:gd name="connsiteY182" fmla="*/ 416439 h 416438"/>
                <a:gd name="connsiteX183" fmla="*/ 1784210 w 2915191"/>
                <a:gd name="connsiteY183" fmla="*/ 412337 h 416438"/>
                <a:gd name="connsiteX184" fmla="*/ 1793969 w 2915191"/>
                <a:gd name="connsiteY184" fmla="*/ 398828 h 416438"/>
                <a:gd name="connsiteX185" fmla="*/ 1803713 w 2915191"/>
                <a:gd name="connsiteY185" fmla="*/ 411538 h 416438"/>
                <a:gd name="connsiteX186" fmla="*/ 1813457 w 2915191"/>
                <a:gd name="connsiteY186" fmla="*/ 411920 h 416438"/>
                <a:gd name="connsiteX187" fmla="*/ 1823215 w 2915191"/>
                <a:gd name="connsiteY187" fmla="*/ 385548 h 416438"/>
                <a:gd name="connsiteX188" fmla="*/ 1832959 w 2915191"/>
                <a:gd name="connsiteY188" fmla="*/ 385289 h 416438"/>
                <a:gd name="connsiteX189" fmla="*/ 1842703 w 2915191"/>
                <a:gd name="connsiteY189" fmla="*/ 362507 h 416438"/>
                <a:gd name="connsiteX190" fmla="*/ 1852462 w 2915191"/>
                <a:gd name="connsiteY190" fmla="*/ 328727 h 416438"/>
                <a:gd name="connsiteX191" fmla="*/ 1862206 w 2915191"/>
                <a:gd name="connsiteY191" fmla="*/ 342720 h 416438"/>
                <a:gd name="connsiteX192" fmla="*/ 1871965 w 2915191"/>
                <a:gd name="connsiteY192" fmla="*/ 327620 h 416438"/>
                <a:gd name="connsiteX193" fmla="*/ 1881709 w 2915191"/>
                <a:gd name="connsiteY193" fmla="*/ 305250 h 416438"/>
                <a:gd name="connsiteX194" fmla="*/ 1891453 w 2915191"/>
                <a:gd name="connsiteY194" fmla="*/ 305192 h 416438"/>
                <a:gd name="connsiteX195" fmla="*/ 1901212 w 2915191"/>
                <a:gd name="connsiteY195" fmla="*/ 284743 h 416438"/>
                <a:gd name="connsiteX196" fmla="*/ 1910956 w 2915191"/>
                <a:gd name="connsiteY196" fmla="*/ 300968 h 416438"/>
                <a:gd name="connsiteX197" fmla="*/ 1920714 w 2915191"/>
                <a:gd name="connsiteY197" fmla="*/ 264082 h 416438"/>
                <a:gd name="connsiteX198" fmla="*/ 1930458 w 2915191"/>
                <a:gd name="connsiteY198" fmla="*/ 243901 h 416438"/>
                <a:gd name="connsiteX199" fmla="*/ 1940202 w 2915191"/>
                <a:gd name="connsiteY199" fmla="*/ 238208 h 416438"/>
                <a:gd name="connsiteX200" fmla="*/ 1949961 w 2915191"/>
                <a:gd name="connsiteY200" fmla="*/ 268810 h 416438"/>
                <a:gd name="connsiteX201" fmla="*/ 1959705 w 2915191"/>
                <a:gd name="connsiteY201" fmla="*/ 260051 h 416438"/>
                <a:gd name="connsiteX202" fmla="*/ 1969464 w 2915191"/>
                <a:gd name="connsiteY202" fmla="*/ 271777 h 416438"/>
                <a:gd name="connsiteX203" fmla="*/ 1979208 w 2915191"/>
                <a:gd name="connsiteY203" fmla="*/ 266233 h 416438"/>
                <a:gd name="connsiteX204" fmla="*/ 1988952 w 2915191"/>
                <a:gd name="connsiteY204" fmla="*/ 243254 h 416438"/>
                <a:gd name="connsiteX205" fmla="*/ 1998711 w 2915191"/>
                <a:gd name="connsiteY205" fmla="*/ 226278 h 416438"/>
                <a:gd name="connsiteX206" fmla="*/ 2008454 w 2915191"/>
                <a:gd name="connsiteY206" fmla="*/ 211712 h 416438"/>
                <a:gd name="connsiteX207" fmla="*/ 2018213 w 2915191"/>
                <a:gd name="connsiteY207" fmla="*/ 262635 h 416438"/>
                <a:gd name="connsiteX208" fmla="*/ 2027957 w 2915191"/>
                <a:gd name="connsiteY208" fmla="*/ 267748 h 416438"/>
                <a:gd name="connsiteX209" fmla="*/ 2037701 w 2915191"/>
                <a:gd name="connsiteY209" fmla="*/ 229619 h 416438"/>
                <a:gd name="connsiteX210" fmla="*/ 2047460 w 2915191"/>
                <a:gd name="connsiteY210" fmla="*/ 255352 h 416438"/>
                <a:gd name="connsiteX211" fmla="*/ 2057204 w 2915191"/>
                <a:gd name="connsiteY211" fmla="*/ 281790 h 416438"/>
                <a:gd name="connsiteX212" fmla="*/ 2066963 w 2915191"/>
                <a:gd name="connsiteY212" fmla="*/ 255826 h 416438"/>
                <a:gd name="connsiteX213" fmla="*/ 2076707 w 2915191"/>
                <a:gd name="connsiteY213" fmla="*/ 282407 h 416438"/>
                <a:gd name="connsiteX214" fmla="*/ 2086451 w 2915191"/>
                <a:gd name="connsiteY214" fmla="*/ 237929 h 416438"/>
                <a:gd name="connsiteX215" fmla="*/ 2096210 w 2915191"/>
                <a:gd name="connsiteY215" fmla="*/ 251294 h 416438"/>
                <a:gd name="connsiteX216" fmla="*/ 2105954 w 2915191"/>
                <a:gd name="connsiteY216" fmla="*/ 246985 h 416438"/>
                <a:gd name="connsiteX217" fmla="*/ 2115697 w 2915191"/>
                <a:gd name="connsiteY217" fmla="*/ 243284 h 416438"/>
                <a:gd name="connsiteX218" fmla="*/ 2125456 w 2915191"/>
                <a:gd name="connsiteY218" fmla="*/ 265437 h 416438"/>
                <a:gd name="connsiteX219" fmla="*/ 2135200 w 2915191"/>
                <a:gd name="connsiteY219" fmla="*/ 241086 h 416438"/>
                <a:gd name="connsiteX220" fmla="*/ 2144959 w 2915191"/>
                <a:gd name="connsiteY220" fmla="*/ 256614 h 416438"/>
                <a:gd name="connsiteX221" fmla="*/ 2154703 w 2915191"/>
                <a:gd name="connsiteY221" fmla="*/ 251279 h 416438"/>
                <a:gd name="connsiteX222" fmla="*/ 2164447 w 2915191"/>
                <a:gd name="connsiteY222" fmla="*/ 249416 h 416438"/>
                <a:gd name="connsiteX223" fmla="*/ 2174206 w 2915191"/>
                <a:gd name="connsiteY223" fmla="*/ 226804 h 416438"/>
                <a:gd name="connsiteX224" fmla="*/ 2183950 w 2915191"/>
                <a:gd name="connsiteY224" fmla="*/ 263600 h 416438"/>
                <a:gd name="connsiteX225" fmla="*/ 2193709 w 2915191"/>
                <a:gd name="connsiteY225" fmla="*/ 295027 h 416438"/>
                <a:gd name="connsiteX226" fmla="*/ 2203452 w 2915191"/>
                <a:gd name="connsiteY226" fmla="*/ 313518 h 416438"/>
                <a:gd name="connsiteX227" fmla="*/ 2213196 w 2915191"/>
                <a:gd name="connsiteY227" fmla="*/ 308248 h 416438"/>
                <a:gd name="connsiteX228" fmla="*/ 2222955 w 2915191"/>
                <a:gd name="connsiteY228" fmla="*/ 270268 h 416438"/>
                <a:gd name="connsiteX229" fmla="*/ 2232699 w 2915191"/>
                <a:gd name="connsiteY229" fmla="*/ 280336 h 416438"/>
                <a:gd name="connsiteX230" fmla="*/ 2242458 w 2915191"/>
                <a:gd name="connsiteY230" fmla="*/ 292772 h 416438"/>
                <a:gd name="connsiteX231" fmla="*/ 2252202 w 2915191"/>
                <a:gd name="connsiteY231" fmla="*/ 253633 h 416438"/>
                <a:gd name="connsiteX232" fmla="*/ 2261946 w 2915191"/>
                <a:gd name="connsiteY232" fmla="*/ 222214 h 416438"/>
                <a:gd name="connsiteX233" fmla="*/ 2271705 w 2915191"/>
                <a:gd name="connsiteY233" fmla="*/ 205895 h 416438"/>
                <a:gd name="connsiteX234" fmla="*/ 2281449 w 2915191"/>
                <a:gd name="connsiteY234" fmla="*/ 220304 h 416438"/>
                <a:gd name="connsiteX235" fmla="*/ 2291208 w 2915191"/>
                <a:gd name="connsiteY235" fmla="*/ 185893 h 416438"/>
                <a:gd name="connsiteX236" fmla="*/ 2300951 w 2915191"/>
                <a:gd name="connsiteY236" fmla="*/ 161493 h 416438"/>
                <a:gd name="connsiteX237" fmla="*/ 2310695 w 2915191"/>
                <a:gd name="connsiteY237" fmla="*/ 167651 h 416438"/>
                <a:gd name="connsiteX238" fmla="*/ 2320454 w 2915191"/>
                <a:gd name="connsiteY238" fmla="*/ 156624 h 416438"/>
                <a:gd name="connsiteX239" fmla="*/ 2330198 w 2915191"/>
                <a:gd name="connsiteY239" fmla="*/ 150364 h 416438"/>
                <a:gd name="connsiteX240" fmla="*/ 2339957 w 2915191"/>
                <a:gd name="connsiteY240" fmla="*/ 93728 h 416438"/>
                <a:gd name="connsiteX241" fmla="*/ 2349701 w 2915191"/>
                <a:gd name="connsiteY241" fmla="*/ 98430 h 416438"/>
                <a:gd name="connsiteX242" fmla="*/ 2359445 w 2915191"/>
                <a:gd name="connsiteY242" fmla="*/ 97040 h 416438"/>
                <a:gd name="connsiteX243" fmla="*/ 2369204 w 2915191"/>
                <a:gd name="connsiteY243" fmla="*/ 60518 h 416438"/>
                <a:gd name="connsiteX244" fmla="*/ 2378948 w 2915191"/>
                <a:gd name="connsiteY244" fmla="*/ 108153 h 416438"/>
                <a:gd name="connsiteX245" fmla="*/ 2388692 w 2915191"/>
                <a:gd name="connsiteY245" fmla="*/ 130469 h 416438"/>
                <a:gd name="connsiteX246" fmla="*/ 2398450 w 2915191"/>
                <a:gd name="connsiteY246" fmla="*/ 176763 h 416438"/>
                <a:gd name="connsiteX247" fmla="*/ 2408194 w 2915191"/>
                <a:gd name="connsiteY247" fmla="*/ 187367 h 416438"/>
                <a:gd name="connsiteX248" fmla="*/ 2417953 w 2915191"/>
                <a:gd name="connsiteY248" fmla="*/ 187164 h 416438"/>
                <a:gd name="connsiteX249" fmla="*/ 2427697 w 2915191"/>
                <a:gd name="connsiteY249" fmla="*/ 215396 h 416438"/>
                <a:gd name="connsiteX250" fmla="*/ 2437441 w 2915191"/>
                <a:gd name="connsiteY250" fmla="*/ 244839 h 416438"/>
                <a:gd name="connsiteX251" fmla="*/ 2447200 w 2915191"/>
                <a:gd name="connsiteY251" fmla="*/ 241647 h 416438"/>
                <a:gd name="connsiteX252" fmla="*/ 2456944 w 2915191"/>
                <a:gd name="connsiteY252" fmla="*/ 247675 h 416438"/>
                <a:gd name="connsiteX253" fmla="*/ 2466703 w 2915191"/>
                <a:gd name="connsiteY253" fmla="*/ 241137 h 416438"/>
                <a:gd name="connsiteX254" fmla="*/ 2476446 w 2915191"/>
                <a:gd name="connsiteY254" fmla="*/ 234523 h 416438"/>
                <a:gd name="connsiteX255" fmla="*/ 2486190 w 2915191"/>
                <a:gd name="connsiteY255" fmla="*/ 244352 h 416438"/>
                <a:gd name="connsiteX256" fmla="*/ 2495949 w 2915191"/>
                <a:gd name="connsiteY256" fmla="*/ 241924 h 416438"/>
                <a:gd name="connsiteX257" fmla="*/ 2505693 w 2915191"/>
                <a:gd name="connsiteY257" fmla="*/ 241587 h 416438"/>
                <a:gd name="connsiteX258" fmla="*/ 2515452 w 2915191"/>
                <a:gd name="connsiteY258" fmla="*/ 214322 h 416438"/>
                <a:gd name="connsiteX259" fmla="*/ 2525196 w 2915191"/>
                <a:gd name="connsiteY259" fmla="*/ 187855 h 416438"/>
                <a:gd name="connsiteX260" fmla="*/ 2534940 w 2915191"/>
                <a:gd name="connsiteY260" fmla="*/ 189989 h 416438"/>
                <a:gd name="connsiteX261" fmla="*/ 2544699 w 2915191"/>
                <a:gd name="connsiteY261" fmla="*/ 199435 h 416438"/>
                <a:gd name="connsiteX262" fmla="*/ 2554443 w 2915191"/>
                <a:gd name="connsiteY262" fmla="*/ 180358 h 416438"/>
                <a:gd name="connsiteX263" fmla="*/ 2564202 w 2915191"/>
                <a:gd name="connsiteY263" fmla="*/ 173612 h 416438"/>
                <a:gd name="connsiteX264" fmla="*/ 2573946 w 2915191"/>
                <a:gd name="connsiteY264" fmla="*/ 155662 h 416438"/>
                <a:gd name="connsiteX265" fmla="*/ 2583690 w 2915191"/>
                <a:gd name="connsiteY265" fmla="*/ 169401 h 416438"/>
                <a:gd name="connsiteX266" fmla="*/ 2593448 w 2915191"/>
                <a:gd name="connsiteY266" fmla="*/ 178211 h 416438"/>
                <a:gd name="connsiteX267" fmla="*/ 2603192 w 2915191"/>
                <a:gd name="connsiteY267" fmla="*/ 181221 h 416438"/>
                <a:gd name="connsiteX268" fmla="*/ 2612951 w 2915191"/>
                <a:gd name="connsiteY268" fmla="*/ 186862 h 416438"/>
                <a:gd name="connsiteX269" fmla="*/ 2622695 w 2915191"/>
                <a:gd name="connsiteY269" fmla="*/ 151821 h 416438"/>
                <a:gd name="connsiteX270" fmla="*/ 2632439 w 2915191"/>
                <a:gd name="connsiteY270" fmla="*/ 150185 h 416438"/>
                <a:gd name="connsiteX271" fmla="*/ 2642198 w 2915191"/>
                <a:gd name="connsiteY271" fmla="*/ 172025 h 416438"/>
                <a:gd name="connsiteX272" fmla="*/ 2651942 w 2915191"/>
                <a:gd name="connsiteY272" fmla="*/ 157290 h 416438"/>
                <a:gd name="connsiteX273" fmla="*/ 2661685 w 2915191"/>
                <a:gd name="connsiteY273" fmla="*/ 133413 h 416438"/>
                <a:gd name="connsiteX274" fmla="*/ 2671444 w 2915191"/>
                <a:gd name="connsiteY274" fmla="*/ 145831 h 416438"/>
                <a:gd name="connsiteX275" fmla="*/ 2681188 w 2915191"/>
                <a:gd name="connsiteY275" fmla="*/ 168467 h 416438"/>
                <a:gd name="connsiteX276" fmla="*/ 2690947 w 2915191"/>
                <a:gd name="connsiteY276" fmla="*/ 198739 h 416438"/>
                <a:gd name="connsiteX277" fmla="*/ 2700691 w 2915191"/>
                <a:gd name="connsiteY277" fmla="*/ 171034 h 416438"/>
                <a:gd name="connsiteX278" fmla="*/ 2710435 w 2915191"/>
                <a:gd name="connsiteY278" fmla="*/ 137133 h 416438"/>
                <a:gd name="connsiteX279" fmla="*/ 2720194 w 2915191"/>
                <a:gd name="connsiteY279" fmla="*/ 138470 h 416438"/>
                <a:gd name="connsiteX280" fmla="*/ 2729938 w 2915191"/>
                <a:gd name="connsiteY280" fmla="*/ 141065 h 416438"/>
                <a:gd name="connsiteX281" fmla="*/ 2739697 w 2915191"/>
                <a:gd name="connsiteY281" fmla="*/ 156533 h 416438"/>
                <a:gd name="connsiteX282" fmla="*/ 2749441 w 2915191"/>
                <a:gd name="connsiteY282" fmla="*/ 194219 h 416438"/>
                <a:gd name="connsiteX283" fmla="*/ 2759185 w 2915191"/>
                <a:gd name="connsiteY283" fmla="*/ 218233 h 416438"/>
                <a:gd name="connsiteX284" fmla="*/ 2768943 w 2915191"/>
                <a:gd name="connsiteY284" fmla="*/ 198586 h 416438"/>
                <a:gd name="connsiteX285" fmla="*/ 2778687 w 2915191"/>
                <a:gd name="connsiteY285" fmla="*/ 197893 h 416438"/>
                <a:gd name="connsiteX286" fmla="*/ 2788446 w 2915191"/>
                <a:gd name="connsiteY286" fmla="*/ 220097 h 416438"/>
                <a:gd name="connsiteX287" fmla="*/ 2798190 w 2915191"/>
                <a:gd name="connsiteY287" fmla="*/ 226424 h 416438"/>
                <a:gd name="connsiteX288" fmla="*/ 2807934 w 2915191"/>
                <a:gd name="connsiteY288" fmla="*/ 227829 h 416438"/>
                <a:gd name="connsiteX289" fmla="*/ 2817693 w 2915191"/>
                <a:gd name="connsiteY289" fmla="*/ 231843 h 416438"/>
                <a:gd name="connsiteX290" fmla="*/ 2827437 w 2915191"/>
                <a:gd name="connsiteY290" fmla="*/ 249154 h 416438"/>
                <a:gd name="connsiteX291" fmla="*/ 2837196 w 2915191"/>
                <a:gd name="connsiteY291" fmla="*/ 271896 h 416438"/>
                <a:gd name="connsiteX292" fmla="*/ 2846940 w 2915191"/>
                <a:gd name="connsiteY292" fmla="*/ 266200 h 416438"/>
                <a:gd name="connsiteX293" fmla="*/ 2856684 w 2915191"/>
                <a:gd name="connsiteY293" fmla="*/ 234088 h 416438"/>
                <a:gd name="connsiteX294" fmla="*/ 2866442 w 2915191"/>
                <a:gd name="connsiteY294" fmla="*/ 194487 h 416438"/>
                <a:gd name="connsiteX295" fmla="*/ 2876186 w 2915191"/>
                <a:gd name="connsiteY295" fmla="*/ 212701 h 416438"/>
                <a:gd name="connsiteX296" fmla="*/ 2885945 w 2915191"/>
                <a:gd name="connsiteY296" fmla="*/ 195181 h 416438"/>
                <a:gd name="connsiteX297" fmla="*/ 2895689 w 2915191"/>
                <a:gd name="connsiteY297" fmla="*/ 213310 h 416438"/>
                <a:gd name="connsiteX298" fmla="*/ 2905433 w 2915191"/>
                <a:gd name="connsiteY298" fmla="*/ 231028 h 416438"/>
                <a:gd name="connsiteX299" fmla="*/ 2915192 w 2915191"/>
                <a:gd name="connsiteY299" fmla="*/ 259561 h 416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16438">
                  <a:moveTo>
                    <a:pt x="0" y="115226"/>
                  </a:moveTo>
                  <a:lnTo>
                    <a:pt x="9750" y="123136"/>
                  </a:lnTo>
                  <a:lnTo>
                    <a:pt x="19500" y="84847"/>
                  </a:lnTo>
                  <a:lnTo>
                    <a:pt x="29250" y="54335"/>
                  </a:lnTo>
                  <a:lnTo>
                    <a:pt x="39000" y="8424"/>
                  </a:lnTo>
                  <a:lnTo>
                    <a:pt x="48749" y="8774"/>
                  </a:lnTo>
                  <a:lnTo>
                    <a:pt x="58499" y="39472"/>
                  </a:lnTo>
                  <a:lnTo>
                    <a:pt x="68249" y="25029"/>
                  </a:lnTo>
                  <a:lnTo>
                    <a:pt x="77998" y="28870"/>
                  </a:lnTo>
                  <a:lnTo>
                    <a:pt x="87748" y="41841"/>
                  </a:lnTo>
                  <a:lnTo>
                    <a:pt x="97497" y="40807"/>
                  </a:lnTo>
                  <a:lnTo>
                    <a:pt x="107247" y="24764"/>
                  </a:lnTo>
                  <a:lnTo>
                    <a:pt x="116997" y="12947"/>
                  </a:lnTo>
                  <a:lnTo>
                    <a:pt x="126747" y="0"/>
                  </a:lnTo>
                  <a:lnTo>
                    <a:pt x="136497" y="18877"/>
                  </a:lnTo>
                  <a:lnTo>
                    <a:pt x="146247" y="17138"/>
                  </a:lnTo>
                  <a:lnTo>
                    <a:pt x="155997" y="27952"/>
                  </a:lnTo>
                  <a:lnTo>
                    <a:pt x="165747" y="38425"/>
                  </a:lnTo>
                  <a:lnTo>
                    <a:pt x="175497" y="64249"/>
                  </a:lnTo>
                  <a:lnTo>
                    <a:pt x="185247" y="56716"/>
                  </a:lnTo>
                  <a:lnTo>
                    <a:pt x="194996" y="57613"/>
                  </a:lnTo>
                  <a:lnTo>
                    <a:pt x="204746" y="72010"/>
                  </a:lnTo>
                  <a:lnTo>
                    <a:pt x="214495" y="52652"/>
                  </a:lnTo>
                  <a:lnTo>
                    <a:pt x="224245" y="101839"/>
                  </a:lnTo>
                  <a:lnTo>
                    <a:pt x="233995" y="103049"/>
                  </a:lnTo>
                  <a:lnTo>
                    <a:pt x="243744" y="98268"/>
                  </a:lnTo>
                  <a:lnTo>
                    <a:pt x="253494" y="85392"/>
                  </a:lnTo>
                  <a:lnTo>
                    <a:pt x="263244" y="89892"/>
                  </a:lnTo>
                  <a:lnTo>
                    <a:pt x="272994" y="87333"/>
                  </a:lnTo>
                  <a:lnTo>
                    <a:pt x="282744" y="100267"/>
                  </a:lnTo>
                  <a:lnTo>
                    <a:pt x="292494" y="103111"/>
                  </a:lnTo>
                  <a:lnTo>
                    <a:pt x="302244" y="109549"/>
                  </a:lnTo>
                  <a:lnTo>
                    <a:pt x="311994" y="85773"/>
                  </a:lnTo>
                  <a:lnTo>
                    <a:pt x="321744" y="127036"/>
                  </a:lnTo>
                  <a:lnTo>
                    <a:pt x="331493" y="170082"/>
                  </a:lnTo>
                  <a:lnTo>
                    <a:pt x="341243" y="178478"/>
                  </a:lnTo>
                  <a:lnTo>
                    <a:pt x="350993" y="145772"/>
                  </a:lnTo>
                  <a:lnTo>
                    <a:pt x="360742" y="141649"/>
                  </a:lnTo>
                  <a:lnTo>
                    <a:pt x="370492" y="148038"/>
                  </a:lnTo>
                  <a:lnTo>
                    <a:pt x="380241" y="141371"/>
                  </a:lnTo>
                  <a:lnTo>
                    <a:pt x="389991" y="126476"/>
                  </a:lnTo>
                  <a:lnTo>
                    <a:pt x="399741" y="106112"/>
                  </a:lnTo>
                  <a:lnTo>
                    <a:pt x="409491" y="115257"/>
                  </a:lnTo>
                  <a:lnTo>
                    <a:pt x="419241" y="118216"/>
                  </a:lnTo>
                  <a:lnTo>
                    <a:pt x="428991" y="110026"/>
                  </a:lnTo>
                  <a:lnTo>
                    <a:pt x="438741" y="110761"/>
                  </a:lnTo>
                  <a:lnTo>
                    <a:pt x="448491" y="124727"/>
                  </a:lnTo>
                  <a:lnTo>
                    <a:pt x="458241" y="158251"/>
                  </a:lnTo>
                  <a:lnTo>
                    <a:pt x="467991" y="161575"/>
                  </a:lnTo>
                  <a:lnTo>
                    <a:pt x="477740" y="169576"/>
                  </a:lnTo>
                  <a:lnTo>
                    <a:pt x="487490" y="158397"/>
                  </a:lnTo>
                  <a:lnTo>
                    <a:pt x="497239" y="167122"/>
                  </a:lnTo>
                  <a:lnTo>
                    <a:pt x="506989" y="161366"/>
                  </a:lnTo>
                  <a:lnTo>
                    <a:pt x="516738" y="184071"/>
                  </a:lnTo>
                  <a:lnTo>
                    <a:pt x="526488" y="214887"/>
                  </a:lnTo>
                  <a:lnTo>
                    <a:pt x="536238" y="218526"/>
                  </a:lnTo>
                  <a:lnTo>
                    <a:pt x="545988" y="245641"/>
                  </a:lnTo>
                  <a:lnTo>
                    <a:pt x="555738" y="247007"/>
                  </a:lnTo>
                  <a:lnTo>
                    <a:pt x="565488" y="266002"/>
                  </a:lnTo>
                  <a:lnTo>
                    <a:pt x="575238" y="245891"/>
                  </a:lnTo>
                  <a:lnTo>
                    <a:pt x="584988" y="255947"/>
                  </a:lnTo>
                  <a:lnTo>
                    <a:pt x="594738" y="290970"/>
                  </a:lnTo>
                  <a:lnTo>
                    <a:pt x="604488" y="283808"/>
                  </a:lnTo>
                  <a:lnTo>
                    <a:pt x="614237" y="288859"/>
                  </a:lnTo>
                  <a:lnTo>
                    <a:pt x="623987" y="294878"/>
                  </a:lnTo>
                  <a:lnTo>
                    <a:pt x="633736" y="269093"/>
                  </a:lnTo>
                  <a:lnTo>
                    <a:pt x="643486" y="279572"/>
                  </a:lnTo>
                  <a:lnTo>
                    <a:pt x="653236" y="286867"/>
                  </a:lnTo>
                  <a:lnTo>
                    <a:pt x="662985" y="237873"/>
                  </a:lnTo>
                  <a:lnTo>
                    <a:pt x="672735" y="295296"/>
                  </a:lnTo>
                  <a:lnTo>
                    <a:pt x="682485" y="302646"/>
                  </a:lnTo>
                  <a:lnTo>
                    <a:pt x="692235" y="316915"/>
                  </a:lnTo>
                  <a:lnTo>
                    <a:pt x="701985" y="329171"/>
                  </a:lnTo>
                  <a:lnTo>
                    <a:pt x="711735" y="336292"/>
                  </a:lnTo>
                  <a:lnTo>
                    <a:pt x="721485" y="336590"/>
                  </a:lnTo>
                  <a:lnTo>
                    <a:pt x="731235" y="349867"/>
                  </a:lnTo>
                  <a:lnTo>
                    <a:pt x="740985" y="313367"/>
                  </a:lnTo>
                  <a:lnTo>
                    <a:pt x="750734" y="278651"/>
                  </a:lnTo>
                  <a:lnTo>
                    <a:pt x="760484" y="300212"/>
                  </a:lnTo>
                  <a:lnTo>
                    <a:pt x="770233" y="289241"/>
                  </a:lnTo>
                  <a:lnTo>
                    <a:pt x="779983" y="236995"/>
                  </a:lnTo>
                  <a:lnTo>
                    <a:pt x="789733" y="223006"/>
                  </a:lnTo>
                  <a:lnTo>
                    <a:pt x="799482" y="250786"/>
                  </a:lnTo>
                  <a:lnTo>
                    <a:pt x="809232" y="269618"/>
                  </a:lnTo>
                  <a:lnTo>
                    <a:pt x="818982" y="311200"/>
                  </a:lnTo>
                  <a:lnTo>
                    <a:pt x="828732" y="308948"/>
                  </a:lnTo>
                  <a:lnTo>
                    <a:pt x="838482" y="327174"/>
                  </a:lnTo>
                  <a:lnTo>
                    <a:pt x="848232" y="312007"/>
                  </a:lnTo>
                  <a:lnTo>
                    <a:pt x="857982" y="253900"/>
                  </a:lnTo>
                  <a:lnTo>
                    <a:pt x="867732" y="289440"/>
                  </a:lnTo>
                  <a:lnTo>
                    <a:pt x="877482" y="275303"/>
                  </a:lnTo>
                  <a:lnTo>
                    <a:pt x="887231" y="255929"/>
                  </a:lnTo>
                  <a:lnTo>
                    <a:pt x="896981" y="231258"/>
                  </a:lnTo>
                  <a:lnTo>
                    <a:pt x="906730" y="206713"/>
                  </a:lnTo>
                  <a:lnTo>
                    <a:pt x="916480" y="188812"/>
                  </a:lnTo>
                  <a:lnTo>
                    <a:pt x="926230" y="226228"/>
                  </a:lnTo>
                  <a:lnTo>
                    <a:pt x="935979" y="212460"/>
                  </a:lnTo>
                  <a:lnTo>
                    <a:pt x="945729" y="211543"/>
                  </a:lnTo>
                  <a:lnTo>
                    <a:pt x="955479" y="228282"/>
                  </a:lnTo>
                  <a:lnTo>
                    <a:pt x="965229" y="228449"/>
                  </a:lnTo>
                  <a:lnTo>
                    <a:pt x="974979" y="193168"/>
                  </a:lnTo>
                  <a:lnTo>
                    <a:pt x="984729" y="205908"/>
                  </a:lnTo>
                  <a:lnTo>
                    <a:pt x="994474" y="225806"/>
                  </a:lnTo>
                  <a:lnTo>
                    <a:pt x="1004233" y="219805"/>
                  </a:lnTo>
                  <a:lnTo>
                    <a:pt x="1013977" y="218312"/>
                  </a:lnTo>
                  <a:lnTo>
                    <a:pt x="1023721" y="211718"/>
                  </a:lnTo>
                  <a:lnTo>
                    <a:pt x="1033480" y="184295"/>
                  </a:lnTo>
                  <a:lnTo>
                    <a:pt x="1043224" y="174086"/>
                  </a:lnTo>
                  <a:lnTo>
                    <a:pt x="1052983" y="159830"/>
                  </a:lnTo>
                  <a:lnTo>
                    <a:pt x="1062727" y="168053"/>
                  </a:lnTo>
                  <a:lnTo>
                    <a:pt x="1072471" y="201214"/>
                  </a:lnTo>
                  <a:lnTo>
                    <a:pt x="1082230" y="222813"/>
                  </a:lnTo>
                  <a:lnTo>
                    <a:pt x="1091973" y="242605"/>
                  </a:lnTo>
                  <a:lnTo>
                    <a:pt x="1101732" y="267446"/>
                  </a:lnTo>
                  <a:lnTo>
                    <a:pt x="1111476" y="259303"/>
                  </a:lnTo>
                  <a:lnTo>
                    <a:pt x="1121220" y="259449"/>
                  </a:lnTo>
                  <a:lnTo>
                    <a:pt x="1130979" y="235128"/>
                  </a:lnTo>
                  <a:lnTo>
                    <a:pt x="1140723" y="222017"/>
                  </a:lnTo>
                  <a:lnTo>
                    <a:pt x="1150482" y="218088"/>
                  </a:lnTo>
                  <a:lnTo>
                    <a:pt x="1160226" y="228901"/>
                  </a:lnTo>
                  <a:lnTo>
                    <a:pt x="1169969" y="217117"/>
                  </a:lnTo>
                  <a:lnTo>
                    <a:pt x="1179728" y="209824"/>
                  </a:lnTo>
                  <a:lnTo>
                    <a:pt x="1189472" y="220322"/>
                  </a:lnTo>
                  <a:lnTo>
                    <a:pt x="1199231" y="202185"/>
                  </a:lnTo>
                  <a:lnTo>
                    <a:pt x="1208975" y="228349"/>
                  </a:lnTo>
                  <a:lnTo>
                    <a:pt x="1218719" y="230603"/>
                  </a:lnTo>
                  <a:lnTo>
                    <a:pt x="1228478" y="197400"/>
                  </a:lnTo>
                  <a:lnTo>
                    <a:pt x="1238222" y="190269"/>
                  </a:lnTo>
                  <a:lnTo>
                    <a:pt x="1247966" y="180841"/>
                  </a:lnTo>
                  <a:lnTo>
                    <a:pt x="1257725" y="172798"/>
                  </a:lnTo>
                  <a:lnTo>
                    <a:pt x="1267469" y="178409"/>
                  </a:lnTo>
                  <a:lnTo>
                    <a:pt x="1277227" y="169829"/>
                  </a:lnTo>
                  <a:lnTo>
                    <a:pt x="1286971" y="186021"/>
                  </a:lnTo>
                  <a:lnTo>
                    <a:pt x="1296715" y="179022"/>
                  </a:lnTo>
                  <a:lnTo>
                    <a:pt x="1306474" y="220714"/>
                  </a:lnTo>
                  <a:lnTo>
                    <a:pt x="1316218" y="195214"/>
                  </a:lnTo>
                  <a:lnTo>
                    <a:pt x="1325977" y="170426"/>
                  </a:lnTo>
                  <a:lnTo>
                    <a:pt x="1335721" y="145502"/>
                  </a:lnTo>
                  <a:lnTo>
                    <a:pt x="1345465" y="136996"/>
                  </a:lnTo>
                  <a:lnTo>
                    <a:pt x="1355224" y="152324"/>
                  </a:lnTo>
                  <a:lnTo>
                    <a:pt x="1364967" y="117790"/>
                  </a:lnTo>
                  <a:lnTo>
                    <a:pt x="1374726" y="110670"/>
                  </a:lnTo>
                  <a:lnTo>
                    <a:pt x="1384470" y="92913"/>
                  </a:lnTo>
                  <a:lnTo>
                    <a:pt x="1394214" y="99600"/>
                  </a:lnTo>
                  <a:lnTo>
                    <a:pt x="1403973" y="75715"/>
                  </a:lnTo>
                  <a:lnTo>
                    <a:pt x="1413717" y="64091"/>
                  </a:lnTo>
                  <a:lnTo>
                    <a:pt x="1423476" y="81350"/>
                  </a:lnTo>
                  <a:lnTo>
                    <a:pt x="1433220" y="99716"/>
                  </a:lnTo>
                  <a:lnTo>
                    <a:pt x="1442964" y="107006"/>
                  </a:lnTo>
                  <a:lnTo>
                    <a:pt x="1452722" y="156350"/>
                  </a:lnTo>
                  <a:lnTo>
                    <a:pt x="1462466" y="146134"/>
                  </a:lnTo>
                  <a:lnTo>
                    <a:pt x="1472225" y="147495"/>
                  </a:lnTo>
                  <a:lnTo>
                    <a:pt x="1481969" y="159456"/>
                  </a:lnTo>
                  <a:lnTo>
                    <a:pt x="1491713" y="165523"/>
                  </a:lnTo>
                  <a:lnTo>
                    <a:pt x="1501472" y="199463"/>
                  </a:lnTo>
                  <a:lnTo>
                    <a:pt x="1511216" y="203028"/>
                  </a:lnTo>
                  <a:lnTo>
                    <a:pt x="1520960" y="243262"/>
                  </a:lnTo>
                  <a:lnTo>
                    <a:pt x="1530719" y="219189"/>
                  </a:lnTo>
                  <a:lnTo>
                    <a:pt x="1540463" y="245450"/>
                  </a:lnTo>
                  <a:lnTo>
                    <a:pt x="1550221" y="247036"/>
                  </a:lnTo>
                  <a:lnTo>
                    <a:pt x="1559965" y="253438"/>
                  </a:lnTo>
                  <a:lnTo>
                    <a:pt x="1569709" y="239308"/>
                  </a:lnTo>
                  <a:lnTo>
                    <a:pt x="1579468" y="247216"/>
                  </a:lnTo>
                  <a:lnTo>
                    <a:pt x="1589212" y="263043"/>
                  </a:lnTo>
                  <a:lnTo>
                    <a:pt x="1598971" y="259542"/>
                  </a:lnTo>
                  <a:lnTo>
                    <a:pt x="1608715" y="240432"/>
                  </a:lnTo>
                  <a:lnTo>
                    <a:pt x="1618459" y="259452"/>
                  </a:lnTo>
                  <a:lnTo>
                    <a:pt x="1628218" y="293395"/>
                  </a:lnTo>
                  <a:lnTo>
                    <a:pt x="1637962" y="303723"/>
                  </a:lnTo>
                  <a:lnTo>
                    <a:pt x="1647720" y="330278"/>
                  </a:lnTo>
                  <a:lnTo>
                    <a:pt x="1657464" y="347614"/>
                  </a:lnTo>
                  <a:lnTo>
                    <a:pt x="1667208" y="330701"/>
                  </a:lnTo>
                  <a:lnTo>
                    <a:pt x="1676967" y="327372"/>
                  </a:lnTo>
                  <a:lnTo>
                    <a:pt x="1686711" y="335752"/>
                  </a:lnTo>
                  <a:lnTo>
                    <a:pt x="1696470" y="355520"/>
                  </a:lnTo>
                  <a:lnTo>
                    <a:pt x="1706214" y="378603"/>
                  </a:lnTo>
                  <a:lnTo>
                    <a:pt x="1715958" y="377600"/>
                  </a:lnTo>
                  <a:lnTo>
                    <a:pt x="1725716" y="386155"/>
                  </a:lnTo>
                  <a:lnTo>
                    <a:pt x="1735460" y="393496"/>
                  </a:lnTo>
                  <a:lnTo>
                    <a:pt x="1745219" y="394869"/>
                  </a:lnTo>
                  <a:lnTo>
                    <a:pt x="1754963" y="383869"/>
                  </a:lnTo>
                  <a:lnTo>
                    <a:pt x="1764707" y="375115"/>
                  </a:lnTo>
                  <a:lnTo>
                    <a:pt x="1774466" y="416439"/>
                  </a:lnTo>
                  <a:lnTo>
                    <a:pt x="1784210" y="412337"/>
                  </a:lnTo>
                  <a:lnTo>
                    <a:pt x="1793969" y="398828"/>
                  </a:lnTo>
                  <a:lnTo>
                    <a:pt x="1803713" y="411538"/>
                  </a:lnTo>
                  <a:lnTo>
                    <a:pt x="1813457" y="411920"/>
                  </a:lnTo>
                  <a:lnTo>
                    <a:pt x="1823215" y="385548"/>
                  </a:lnTo>
                  <a:lnTo>
                    <a:pt x="1832959" y="385289"/>
                  </a:lnTo>
                  <a:lnTo>
                    <a:pt x="1842703" y="362507"/>
                  </a:lnTo>
                  <a:lnTo>
                    <a:pt x="1852462" y="328727"/>
                  </a:lnTo>
                  <a:lnTo>
                    <a:pt x="1862206" y="342720"/>
                  </a:lnTo>
                  <a:lnTo>
                    <a:pt x="1871965" y="327620"/>
                  </a:lnTo>
                  <a:lnTo>
                    <a:pt x="1881709" y="305250"/>
                  </a:lnTo>
                  <a:lnTo>
                    <a:pt x="1891453" y="305192"/>
                  </a:lnTo>
                  <a:lnTo>
                    <a:pt x="1901212" y="284743"/>
                  </a:lnTo>
                  <a:lnTo>
                    <a:pt x="1910956" y="300968"/>
                  </a:lnTo>
                  <a:lnTo>
                    <a:pt x="1920714" y="264082"/>
                  </a:lnTo>
                  <a:lnTo>
                    <a:pt x="1930458" y="243901"/>
                  </a:lnTo>
                  <a:lnTo>
                    <a:pt x="1940202" y="238208"/>
                  </a:lnTo>
                  <a:lnTo>
                    <a:pt x="1949961" y="268810"/>
                  </a:lnTo>
                  <a:lnTo>
                    <a:pt x="1959705" y="260051"/>
                  </a:lnTo>
                  <a:lnTo>
                    <a:pt x="1969464" y="271777"/>
                  </a:lnTo>
                  <a:lnTo>
                    <a:pt x="1979208" y="266233"/>
                  </a:lnTo>
                  <a:lnTo>
                    <a:pt x="1988952" y="243254"/>
                  </a:lnTo>
                  <a:lnTo>
                    <a:pt x="1998711" y="226278"/>
                  </a:lnTo>
                  <a:lnTo>
                    <a:pt x="2008454" y="211712"/>
                  </a:lnTo>
                  <a:lnTo>
                    <a:pt x="2018213" y="262635"/>
                  </a:lnTo>
                  <a:lnTo>
                    <a:pt x="2027957" y="267748"/>
                  </a:lnTo>
                  <a:lnTo>
                    <a:pt x="2037701" y="229619"/>
                  </a:lnTo>
                  <a:lnTo>
                    <a:pt x="2047460" y="255352"/>
                  </a:lnTo>
                  <a:lnTo>
                    <a:pt x="2057204" y="281790"/>
                  </a:lnTo>
                  <a:lnTo>
                    <a:pt x="2066963" y="255826"/>
                  </a:lnTo>
                  <a:lnTo>
                    <a:pt x="2076707" y="282407"/>
                  </a:lnTo>
                  <a:lnTo>
                    <a:pt x="2086451" y="237929"/>
                  </a:lnTo>
                  <a:lnTo>
                    <a:pt x="2096210" y="251294"/>
                  </a:lnTo>
                  <a:lnTo>
                    <a:pt x="2105954" y="246985"/>
                  </a:lnTo>
                  <a:lnTo>
                    <a:pt x="2115697" y="243284"/>
                  </a:lnTo>
                  <a:lnTo>
                    <a:pt x="2125456" y="265437"/>
                  </a:lnTo>
                  <a:lnTo>
                    <a:pt x="2135200" y="241086"/>
                  </a:lnTo>
                  <a:lnTo>
                    <a:pt x="2144959" y="256614"/>
                  </a:lnTo>
                  <a:lnTo>
                    <a:pt x="2154703" y="251279"/>
                  </a:lnTo>
                  <a:lnTo>
                    <a:pt x="2164447" y="249416"/>
                  </a:lnTo>
                  <a:lnTo>
                    <a:pt x="2174206" y="226804"/>
                  </a:lnTo>
                  <a:lnTo>
                    <a:pt x="2183950" y="263600"/>
                  </a:lnTo>
                  <a:lnTo>
                    <a:pt x="2193709" y="295027"/>
                  </a:lnTo>
                  <a:lnTo>
                    <a:pt x="2203452" y="313518"/>
                  </a:lnTo>
                  <a:lnTo>
                    <a:pt x="2213196" y="308248"/>
                  </a:lnTo>
                  <a:lnTo>
                    <a:pt x="2222955" y="270268"/>
                  </a:lnTo>
                  <a:lnTo>
                    <a:pt x="2232699" y="280336"/>
                  </a:lnTo>
                  <a:lnTo>
                    <a:pt x="2242458" y="292772"/>
                  </a:lnTo>
                  <a:lnTo>
                    <a:pt x="2252202" y="253633"/>
                  </a:lnTo>
                  <a:lnTo>
                    <a:pt x="2261946" y="222214"/>
                  </a:lnTo>
                  <a:lnTo>
                    <a:pt x="2271705" y="205895"/>
                  </a:lnTo>
                  <a:lnTo>
                    <a:pt x="2281449" y="220304"/>
                  </a:lnTo>
                  <a:lnTo>
                    <a:pt x="2291208" y="185893"/>
                  </a:lnTo>
                  <a:lnTo>
                    <a:pt x="2300951" y="161493"/>
                  </a:lnTo>
                  <a:lnTo>
                    <a:pt x="2310695" y="167651"/>
                  </a:lnTo>
                  <a:lnTo>
                    <a:pt x="2320454" y="156624"/>
                  </a:lnTo>
                  <a:lnTo>
                    <a:pt x="2330198" y="150364"/>
                  </a:lnTo>
                  <a:lnTo>
                    <a:pt x="2339957" y="93728"/>
                  </a:lnTo>
                  <a:lnTo>
                    <a:pt x="2349701" y="98430"/>
                  </a:lnTo>
                  <a:lnTo>
                    <a:pt x="2359445" y="97040"/>
                  </a:lnTo>
                  <a:lnTo>
                    <a:pt x="2369204" y="60518"/>
                  </a:lnTo>
                  <a:lnTo>
                    <a:pt x="2378948" y="108153"/>
                  </a:lnTo>
                  <a:lnTo>
                    <a:pt x="2388692" y="130469"/>
                  </a:lnTo>
                  <a:lnTo>
                    <a:pt x="2398450" y="176763"/>
                  </a:lnTo>
                  <a:lnTo>
                    <a:pt x="2408194" y="187367"/>
                  </a:lnTo>
                  <a:lnTo>
                    <a:pt x="2417953" y="187164"/>
                  </a:lnTo>
                  <a:lnTo>
                    <a:pt x="2427697" y="215396"/>
                  </a:lnTo>
                  <a:lnTo>
                    <a:pt x="2437441" y="244839"/>
                  </a:lnTo>
                  <a:lnTo>
                    <a:pt x="2447200" y="241647"/>
                  </a:lnTo>
                  <a:lnTo>
                    <a:pt x="2456944" y="247675"/>
                  </a:lnTo>
                  <a:lnTo>
                    <a:pt x="2466703" y="241137"/>
                  </a:lnTo>
                  <a:lnTo>
                    <a:pt x="2476446" y="234523"/>
                  </a:lnTo>
                  <a:lnTo>
                    <a:pt x="2486190" y="244352"/>
                  </a:lnTo>
                  <a:lnTo>
                    <a:pt x="2495949" y="241924"/>
                  </a:lnTo>
                  <a:lnTo>
                    <a:pt x="2505693" y="241587"/>
                  </a:lnTo>
                  <a:lnTo>
                    <a:pt x="2515452" y="214322"/>
                  </a:lnTo>
                  <a:lnTo>
                    <a:pt x="2525196" y="187855"/>
                  </a:lnTo>
                  <a:lnTo>
                    <a:pt x="2534940" y="189989"/>
                  </a:lnTo>
                  <a:lnTo>
                    <a:pt x="2544699" y="199435"/>
                  </a:lnTo>
                  <a:lnTo>
                    <a:pt x="2554443" y="180358"/>
                  </a:lnTo>
                  <a:lnTo>
                    <a:pt x="2564202" y="173612"/>
                  </a:lnTo>
                  <a:lnTo>
                    <a:pt x="2573946" y="155662"/>
                  </a:lnTo>
                  <a:lnTo>
                    <a:pt x="2583690" y="169401"/>
                  </a:lnTo>
                  <a:lnTo>
                    <a:pt x="2593448" y="178211"/>
                  </a:lnTo>
                  <a:lnTo>
                    <a:pt x="2603192" y="181221"/>
                  </a:lnTo>
                  <a:lnTo>
                    <a:pt x="2612951" y="186862"/>
                  </a:lnTo>
                  <a:lnTo>
                    <a:pt x="2622695" y="151821"/>
                  </a:lnTo>
                  <a:lnTo>
                    <a:pt x="2632439" y="150185"/>
                  </a:lnTo>
                  <a:lnTo>
                    <a:pt x="2642198" y="172025"/>
                  </a:lnTo>
                  <a:lnTo>
                    <a:pt x="2651942" y="157290"/>
                  </a:lnTo>
                  <a:lnTo>
                    <a:pt x="2661685" y="133413"/>
                  </a:lnTo>
                  <a:lnTo>
                    <a:pt x="2671444" y="145831"/>
                  </a:lnTo>
                  <a:lnTo>
                    <a:pt x="2681188" y="168467"/>
                  </a:lnTo>
                  <a:lnTo>
                    <a:pt x="2690947" y="198739"/>
                  </a:lnTo>
                  <a:lnTo>
                    <a:pt x="2700691" y="171034"/>
                  </a:lnTo>
                  <a:lnTo>
                    <a:pt x="2710435" y="137133"/>
                  </a:lnTo>
                  <a:lnTo>
                    <a:pt x="2720194" y="138470"/>
                  </a:lnTo>
                  <a:lnTo>
                    <a:pt x="2729938" y="141065"/>
                  </a:lnTo>
                  <a:lnTo>
                    <a:pt x="2739697" y="156533"/>
                  </a:lnTo>
                  <a:lnTo>
                    <a:pt x="2749441" y="194219"/>
                  </a:lnTo>
                  <a:lnTo>
                    <a:pt x="2759185" y="218233"/>
                  </a:lnTo>
                  <a:lnTo>
                    <a:pt x="2768943" y="198586"/>
                  </a:lnTo>
                  <a:lnTo>
                    <a:pt x="2778687" y="197893"/>
                  </a:lnTo>
                  <a:lnTo>
                    <a:pt x="2788446" y="220097"/>
                  </a:lnTo>
                  <a:lnTo>
                    <a:pt x="2798190" y="226424"/>
                  </a:lnTo>
                  <a:lnTo>
                    <a:pt x="2807934" y="227829"/>
                  </a:lnTo>
                  <a:lnTo>
                    <a:pt x="2817693" y="231843"/>
                  </a:lnTo>
                  <a:lnTo>
                    <a:pt x="2827437" y="249154"/>
                  </a:lnTo>
                  <a:lnTo>
                    <a:pt x="2837196" y="271896"/>
                  </a:lnTo>
                  <a:lnTo>
                    <a:pt x="2846940" y="266200"/>
                  </a:lnTo>
                  <a:lnTo>
                    <a:pt x="2856684" y="234088"/>
                  </a:lnTo>
                  <a:lnTo>
                    <a:pt x="2866442" y="194487"/>
                  </a:lnTo>
                  <a:lnTo>
                    <a:pt x="2876186" y="212701"/>
                  </a:lnTo>
                  <a:lnTo>
                    <a:pt x="2885945" y="195181"/>
                  </a:lnTo>
                  <a:lnTo>
                    <a:pt x="2895689" y="213310"/>
                  </a:lnTo>
                  <a:lnTo>
                    <a:pt x="2905433" y="231028"/>
                  </a:lnTo>
                  <a:lnTo>
                    <a:pt x="2915192" y="25956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7" name="Freeform 1086">
              <a:extLst>
                <a:ext uri="{FF2B5EF4-FFF2-40B4-BE49-F238E27FC236}">
                  <a16:creationId xmlns:a16="http://schemas.microsoft.com/office/drawing/2014/main" id="{8E94F1E0-63DD-2286-2007-483A1E3A9DBD}"/>
                </a:ext>
              </a:extLst>
            </p:cNvPr>
            <p:cNvSpPr/>
            <p:nvPr/>
          </p:nvSpPr>
          <p:spPr>
            <a:xfrm>
              <a:off x="4426652" y="3168224"/>
              <a:ext cx="2915191" cy="485100"/>
            </a:xfrm>
            <a:custGeom>
              <a:avLst/>
              <a:gdLst>
                <a:gd name="connsiteX0" fmla="*/ 0 w 2915191"/>
                <a:gd name="connsiteY0" fmla="*/ 482577 h 485100"/>
                <a:gd name="connsiteX1" fmla="*/ 9750 w 2915191"/>
                <a:gd name="connsiteY1" fmla="*/ 480044 h 485100"/>
                <a:gd name="connsiteX2" fmla="*/ 19500 w 2915191"/>
                <a:gd name="connsiteY2" fmla="*/ 461317 h 485100"/>
                <a:gd name="connsiteX3" fmla="*/ 29250 w 2915191"/>
                <a:gd name="connsiteY3" fmla="*/ 426319 h 485100"/>
                <a:gd name="connsiteX4" fmla="*/ 39000 w 2915191"/>
                <a:gd name="connsiteY4" fmla="*/ 416403 h 485100"/>
                <a:gd name="connsiteX5" fmla="*/ 48749 w 2915191"/>
                <a:gd name="connsiteY5" fmla="*/ 445398 h 485100"/>
                <a:gd name="connsiteX6" fmla="*/ 58499 w 2915191"/>
                <a:gd name="connsiteY6" fmla="*/ 449584 h 485100"/>
                <a:gd name="connsiteX7" fmla="*/ 68249 w 2915191"/>
                <a:gd name="connsiteY7" fmla="*/ 463553 h 485100"/>
                <a:gd name="connsiteX8" fmla="*/ 77998 w 2915191"/>
                <a:gd name="connsiteY8" fmla="*/ 485100 h 485100"/>
                <a:gd name="connsiteX9" fmla="*/ 87748 w 2915191"/>
                <a:gd name="connsiteY9" fmla="*/ 457286 h 485100"/>
                <a:gd name="connsiteX10" fmla="*/ 97497 w 2915191"/>
                <a:gd name="connsiteY10" fmla="*/ 458737 h 485100"/>
                <a:gd name="connsiteX11" fmla="*/ 107247 w 2915191"/>
                <a:gd name="connsiteY11" fmla="*/ 405801 h 485100"/>
                <a:gd name="connsiteX12" fmla="*/ 116997 w 2915191"/>
                <a:gd name="connsiteY12" fmla="*/ 419411 h 485100"/>
                <a:gd name="connsiteX13" fmla="*/ 126747 w 2915191"/>
                <a:gd name="connsiteY13" fmla="*/ 426646 h 485100"/>
                <a:gd name="connsiteX14" fmla="*/ 136497 w 2915191"/>
                <a:gd name="connsiteY14" fmla="*/ 443190 h 485100"/>
                <a:gd name="connsiteX15" fmla="*/ 146247 w 2915191"/>
                <a:gd name="connsiteY15" fmla="*/ 432096 h 485100"/>
                <a:gd name="connsiteX16" fmla="*/ 155997 w 2915191"/>
                <a:gd name="connsiteY16" fmla="*/ 439730 h 485100"/>
                <a:gd name="connsiteX17" fmla="*/ 165747 w 2915191"/>
                <a:gd name="connsiteY17" fmla="*/ 418329 h 485100"/>
                <a:gd name="connsiteX18" fmla="*/ 175497 w 2915191"/>
                <a:gd name="connsiteY18" fmla="*/ 415199 h 485100"/>
                <a:gd name="connsiteX19" fmla="*/ 185247 w 2915191"/>
                <a:gd name="connsiteY19" fmla="*/ 432240 h 485100"/>
                <a:gd name="connsiteX20" fmla="*/ 194996 w 2915191"/>
                <a:gd name="connsiteY20" fmla="*/ 425750 h 485100"/>
                <a:gd name="connsiteX21" fmla="*/ 204746 w 2915191"/>
                <a:gd name="connsiteY21" fmla="*/ 413556 h 485100"/>
                <a:gd name="connsiteX22" fmla="*/ 214495 w 2915191"/>
                <a:gd name="connsiteY22" fmla="*/ 397529 h 485100"/>
                <a:gd name="connsiteX23" fmla="*/ 224245 w 2915191"/>
                <a:gd name="connsiteY23" fmla="*/ 406180 h 485100"/>
                <a:gd name="connsiteX24" fmla="*/ 233995 w 2915191"/>
                <a:gd name="connsiteY24" fmla="*/ 391919 h 485100"/>
                <a:gd name="connsiteX25" fmla="*/ 243744 w 2915191"/>
                <a:gd name="connsiteY25" fmla="*/ 369621 h 485100"/>
                <a:gd name="connsiteX26" fmla="*/ 253494 w 2915191"/>
                <a:gd name="connsiteY26" fmla="*/ 400130 h 485100"/>
                <a:gd name="connsiteX27" fmla="*/ 263244 w 2915191"/>
                <a:gd name="connsiteY27" fmla="*/ 413396 h 485100"/>
                <a:gd name="connsiteX28" fmla="*/ 272994 w 2915191"/>
                <a:gd name="connsiteY28" fmla="*/ 391468 h 485100"/>
                <a:gd name="connsiteX29" fmla="*/ 282744 w 2915191"/>
                <a:gd name="connsiteY29" fmla="*/ 350881 h 485100"/>
                <a:gd name="connsiteX30" fmla="*/ 292494 w 2915191"/>
                <a:gd name="connsiteY30" fmla="*/ 361482 h 485100"/>
                <a:gd name="connsiteX31" fmla="*/ 302244 w 2915191"/>
                <a:gd name="connsiteY31" fmla="*/ 381128 h 485100"/>
                <a:gd name="connsiteX32" fmla="*/ 311994 w 2915191"/>
                <a:gd name="connsiteY32" fmla="*/ 362150 h 485100"/>
                <a:gd name="connsiteX33" fmla="*/ 321744 w 2915191"/>
                <a:gd name="connsiteY33" fmla="*/ 371201 h 485100"/>
                <a:gd name="connsiteX34" fmla="*/ 331493 w 2915191"/>
                <a:gd name="connsiteY34" fmla="*/ 350986 h 485100"/>
                <a:gd name="connsiteX35" fmla="*/ 341243 w 2915191"/>
                <a:gd name="connsiteY35" fmla="*/ 364757 h 485100"/>
                <a:gd name="connsiteX36" fmla="*/ 350993 w 2915191"/>
                <a:gd name="connsiteY36" fmla="*/ 326706 h 485100"/>
                <a:gd name="connsiteX37" fmla="*/ 360742 w 2915191"/>
                <a:gd name="connsiteY37" fmla="*/ 330649 h 485100"/>
                <a:gd name="connsiteX38" fmla="*/ 370492 w 2915191"/>
                <a:gd name="connsiteY38" fmla="*/ 328067 h 485100"/>
                <a:gd name="connsiteX39" fmla="*/ 380241 w 2915191"/>
                <a:gd name="connsiteY39" fmla="*/ 329850 h 485100"/>
                <a:gd name="connsiteX40" fmla="*/ 389991 w 2915191"/>
                <a:gd name="connsiteY40" fmla="*/ 344923 h 485100"/>
                <a:gd name="connsiteX41" fmla="*/ 399741 w 2915191"/>
                <a:gd name="connsiteY41" fmla="*/ 349801 h 485100"/>
                <a:gd name="connsiteX42" fmla="*/ 409491 w 2915191"/>
                <a:gd name="connsiteY42" fmla="*/ 324071 h 485100"/>
                <a:gd name="connsiteX43" fmla="*/ 419241 w 2915191"/>
                <a:gd name="connsiteY43" fmla="*/ 321833 h 485100"/>
                <a:gd name="connsiteX44" fmla="*/ 428991 w 2915191"/>
                <a:gd name="connsiteY44" fmla="*/ 356665 h 485100"/>
                <a:gd name="connsiteX45" fmla="*/ 438741 w 2915191"/>
                <a:gd name="connsiteY45" fmla="*/ 335398 h 485100"/>
                <a:gd name="connsiteX46" fmla="*/ 448491 w 2915191"/>
                <a:gd name="connsiteY46" fmla="*/ 336382 h 485100"/>
                <a:gd name="connsiteX47" fmla="*/ 458241 w 2915191"/>
                <a:gd name="connsiteY47" fmla="*/ 343554 h 485100"/>
                <a:gd name="connsiteX48" fmla="*/ 467991 w 2915191"/>
                <a:gd name="connsiteY48" fmla="*/ 323670 h 485100"/>
                <a:gd name="connsiteX49" fmla="*/ 477740 w 2915191"/>
                <a:gd name="connsiteY49" fmla="*/ 270265 h 485100"/>
                <a:gd name="connsiteX50" fmla="*/ 487490 w 2915191"/>
                <a:gd name="connsiteY50" fmla="*/ 301502 h 485100"/>
                <a:gd name="connsiteX51" fmla="*/ 497239 w 2915191"/>
                <a:gd name="connsiteY51" fmla="*/ 283335 h 485100"/>
                <a:gd name="connsiteX52" fmla="*/ 506989 w 2915191"/>
                <a:gd name="connsiteY52" fmla="*/ 261625 h 485100"/>
                <a:gd name="connsiteX53" fmla="*/ 516738 w 2915191"/>
                <a:gd name="connsiteY53" fmla="*/ 277328 h 485100"/>
                <a:gd name="connsiteX54" fmla="*/ 526488 w 2915191"/>
                <a:gd name="connsiteY54" fmla="*/ 240329 h 485100"/>
                <a:gd name="connsiteX55" fmla="*/ 536238 w 2915191"/>
                <a:gd name="connsiteY55" fmla="*/ 203651 h 485100"/>
                <a:gd name="connsiteX56" fmla="*/ 545988 w 2915191"/>
                <a:gd name="connsiteY56" fmla="*/ 206647 h 485100"/>
                <a:gd name="connsiteX57" fmla="*/ 555738 w 2915191"/>
                <a:gd name="connsiteY57" fmla="*/ 187273 h 485100"/>
                <a:gd name="connsiteX58" fmla="*/ 565488 w 2915191"/>
                <a:gd name="connsiteY58" fmla="*/ 199980 h 485100"/>
                <a:gd name="connsiteX59" fmla="*/ 575238 w 2915191"/>
                <a:gd name="connsiteY59" fmla="*/ 190966 h 485100"/>
                <a:gd name="connsiteX60" fmla="*/ 584988 w 2915191"/>
                <a:gd name="connsiteY60" fmla="*/ 162386 h 485100"/>
                <a:gd name="connsiteX61" fmla="*/ 594738 w 2915191"/>
                <a:gd name="connsiteY61" fmla="*/ 166179 h 485100"/>
                <a:gd name="connsiteX62" fmla="*/ 604488 w 2915191"/>
                <a:gd name="connsiteY62" fmla="*/ 194676 h 485100"/>
                <a:gd name="connsiteX63" fmla="*/ 614237 w 2915191"/>
                <a:gd name="connsiteY63" fmla="*/ 206364 h 485100"/>
                <a:gd name="connsiteX64" fmla="*/ 623987 w 2915191"/>
                <a:gd name="connsiteY64" fmla="*/ 211211 h 485100"/>
                <a:gd name="connsiteX65" fmla="*/ 633736 w 2915191"/>
                <a:gd name="connsiteY65" fmla="*/ 218503 h 485100"/>
                <a:gd name="connsiteX66" fmla="*/ 643486 w 2915191"/>
                <a:gd name="connsiteY66" fmla="*/ 224096 h 485100"/>
                <a:gd name="connsiteX67" fmla="*/ 653236 w 2915191"/>
                <a:gd name="connsiteY67" fmla="*/ 156460 h 485100"/>
                <a:gd name="connsiteX68" fmla="*/ 662985 w 2915191"/>
                <a:gd name="connsiteY68" fmla="*/ 194128 h 485100"/>
                <a:gd name="connsiteX69" fmla="*/ 672735 w 2915191"/>
                <a:gd name="connsiteY69" fmla="*/ 201521 h 485100"/>
                <a:gd name="connsiteX70" fmla="*/ 682485 w 2915191"/>
                <a:gd name="connsiteY70" fmla="*/ 237587 h 485100"/>
                <a:gd name="connsiteX71" fmla="*/ 692235 w 2915191"/>
                <a:gd name="connsiteY71" fmla="*/ 229559 h 485100"/>
                <a:gd name="connsiteX72" fmla="*/ 701985 w 2915191"/>
                <a:gd name="connsiteY72" fmla="*/ 222595 h 485100"/>
                <a:gd name="connsiteX73" fmla="*/ 711735 w 2915191"/>
                <a:gd name="connsiteY73" fmla="*/ 233071 h 485100"/>
                <a:gd name="connsiteX74" fmla="*/ 721485 w 2915191"/>
                <a:gd name="connsiteY74" fmla="*/ 237390 h 485100"/>
                <a:gd name="connsiteX75" fmla="*/ 731235 w 2915191"/>
                <a:gd name="connsiteY75" fmla="*/ 256665 h 485100"/>
                <a:gd name="connsiteX76" fmla="*/ 740985 w 2915191"/>
                <a:gd name="connsiteY76" fmla="*/ 251300 h 485100"/>
                <a:gd name="connsiteX77" fmla="*/ 750734 w 2915191"/>
                <a:gd name="connsiteY77" fmla="*/ 290696 h 485100"/>
                <a:gd name="connsiteX78" fmla="*/ 760484 w 2915191"/>
                <a:gd name="connsiteY78" fmla="*/ 240255 h 485100"/>
                <a:gd name="connsiteX79" fmla="*/ 770233 w 2915191"/>
                <a:gd name="connsiteY79" fmla="*/ 233719 h 485100"/>
                <a:gd name="connsiteX80" fmla="*/ 779983 w 2915191"/>
                <a:gd name="connsiteY80" fmla="*/ 215818 h 485100"/>
                <a:gd name="connsiteX81" fmla="*/ 789733 w 2915191"/>
                <a:gd name="connsiteY81" fmla="*/ 221296 h 485100"/>
                <a:gd name="connsiteX82" fmla="*/ 799482 w 2915191"/>
                <a:gd name="connsiteY82" fmla="*/ 253895 h 485100"/>
                <a:gd name="connsiteX83" fmla="*/ 809232 w 2915191"/>
                <a:gd name="connsiteY83" fmla="*/ 212939 h 485100"/>
                <a:gd name="connsiteX84" fmla="*/ 818982 w 2915191"/>
                <a:gd name="connsiteY84" fmla="*/ 202000 h 485100"/>
                <a:gd name="connsiteX85" fmla="*/ 828732 w 2915191"/>
                <a:gd name="connsiteY85" fmla="*/ 238813 h 485100"/>
                <a:gd name="connsiteX86" fmla="*/ 838482 w 2915191"/>
                <a:gd name="connsiteY86" fmla="*/ 232004 h 485100"/>
                <a:gd name="connsiteX87" fmla="*/ 848232 w 2915191"/>
                <a:gd name="connsiteY87" fmla="*/ 194315 h 485100"/>
                <a:gd name="connsiteX88" fmla="*/ 857982 w 2915191"/>
                <a:gd name="connsiteY88" fmla="*/ 217035 h 485100"/>
                <a:gd name="connsiteX89" fmla="*/ 867732 w 2915191"/>
                <a:gd name="connsiteY89" fmla="*/ 199943 h 485100"/>
                <a:gd name="connsiteX90" fmla="*/ 877482 w 2915191"/>
                <a:gd name="connsiteY90" fmla="*/ 220907 h 485100"/>
                <a:gd name="connsiteX91" fmla="*/ 887231 w 2915191"/>
                <a:gd name="connsiteY91" fmla="*/ 223187 h 485100"/>
                <a:gd name="connsiteX92" fmla="*/ 896981 w 2915191"/>
                <a:gd name="connsiteY92" fmla="*/ 199044 h 485100"/>
                <a:gd name="connsiteX93" fmla="*/ 906730 w 2915191"/>
                <a:gd name="connsiteY93" fmla="*/ 206399 h 485100"/>
                <a:gd name="connsiteX94" fmla="*/ 916480 w 2915191"/>
                <a:gd name="connsiteY94" fmla="*/ 152984 h 485100"/>
                <a:gd name="connsiteX95" fmla="*/ 926230 w 2915191"/>
                <a:gd name="connsiteY95" fmla="*/ 178260 h 485100"/>
                <a:gd name="connsiteX96" fmla="*/ 935979 w 2915191"/>
                <a:gd name="connsiteY96" fmla="*/ 162001 h 485100"/>
                <a:gd name="connsiteX97" fmla="*/ 945729 w 2915191"/>
                <a:gd name="connsiteY97" fmla="*/ 161359 h 485100"/>
                <a:gd name="connsiteX98" fmla="*/ 955479 w 2915191"/>
                <a:gd name="connsiteY98" fmla="*/ 153787 h 485100"/>
                <a:gd name="connsiteX99" fmla="*/ 965229 w 2915191"/>
                <a:gd name="connsiteY99" fmla="*/ 167721 h 485100"/>
                <a:gd name="connsiteX100" fmla="*/ 974979 w 2915191"/>
                <a:gd name="connsiteY100" fmla="*/ 153607 h 485100"/>
                <a:gd name="connsiteX101" fmla="*/ 984729 w 2915191"/>
                <a:gd name="connsiteY101" fmla="*/ 200511 h 485100"/>
                <a:gd name="connsiteX102" fmla="*/ 994474 w 2915191"/>
                <a:gd name="connsiteY102" fmla="*/ 184454 h 485100"/>
                <a:gd name="connsiteX103" fmla="*/ 1004233 w 2915191"/>
                <a:gd name="connsiteY103" fmla="*/ 224751 h 485100"/>
                <a:gd name="connsiteX104" fmla="*/ 1013977 w 2915191"/>
                <a:gd name="connsiteY104" fmla="*/ 231375 h 485100"/>
                <a:gd name="connsiteX105" fmla="*/ 1023721 w 2915191"/>
                <a:gd name="connsiteY105" fmla="*/ 226688 h 485100"/>
                <a:gd name="connsiteX106" fmla="*/ 1033480 w 2915191"/>
                <a:gd name="connsiteY106" fmla="*/ 234224 h 485100"/>
                <a:gd name="connsiteX107" fmla="*/ 1043224 w 2915191"/>
                <a:gd name="connsiteY107" fmla="*/ 213951 h 485100"/>
                <a:gd name="connsiteX108" fmla="*/ 1052983 w 2915191"/>
                <a:gd name="connsiteY108" fmla="*/ 165280 h 485100"/>
                <a:gd name="connsiteX109" fmla="*/ 1062727 w 2915191"/>
                <a:gd name="connsiteY109" fmla="*/ 156013 h 485100"/>
                <a:gd name="connsiteX110" fmla="*/ 1072471 w 2915191"/>
                <a:gd name="connsiteY110" fmla="*/ 149105 h 485100"/>
                <a:gd name="connsiteX111" fmla="*/ 1082230 w 2915191"/>
                <a:gd name="connsiteY111" fmla="*/ 104804 h 485100"/>
                <a:gd name="connsiteX112" fmla="*/ 1091973 w 2915191"/>
                <a:gd name="connsiteY112" fmla="*/ 118778 h 485100"/>
                <a:gd name="connsiteX113" fmla="*/ 1101732 w 2915191"/>
                <a:gd name="connsiteY113" fmla="*/ 126601 h 485100"/>
                <a:gd name="connsiteX114" fmla="*/ 1111476 w 2915191"/>
                <a:gd name="connsiteY114" fmla="*/ 147777 h 485100"/>
                <a:gd name="connsiteX115" fmla="*/ 1121220 w 2915191"/>
                <a:gd name="connsiteY115" fmla="*/ 141405 h 485100"/>
                <a:gd name="connsiteX116" fmla="*/ 1130979 w 2915191"/>
                <a:gd name="connsiteY116" fmla="*/ 166697 h 485100"/>
                <a:gd name="connsiteX117" fmla="*/ 1140723 w 2915191"/>
                <a:gd name="connsiteY117" fmla="*/ 138295 h 485100"/>
                <a:gd name="connsiteX118" fmla="*/ 1150482 w 2915191"/>
                <a:gd name="connsiteY118" fmla="*/ 129141 h 485100"/>
                <a:gd name="connsiteX119" fmla="*/ 1160226 w 2915191"/>
                <a:gd name="connsiteY119" fmla="*/ 100304 h 485100"/>
                <a:gd name="connsiteX120" fmla="*/ 1169969 w 2915191"/>
                <a:gd name="connsiteY120" fmla="*/ 70462 h 485100"/>
                <a:gd name="connsiteX121" fmla="*/ 1179728 w 2915191"/>
                <a:gd name="connsiteY121" fmla="*/ 79115 h 485100"/>
                <a:gd name="connsiteX122" fmla="*/ 1189472 w 2915191"/>
                <a:gd name="connsiteY122" fmla="*/ 80799 h 485100"/>
                <a:gd name="connsiteX123" fmla="*/ 1199231 w 2915191"/>
                <a:gd name="connsiteY123" fmla="*/ 91556 h 485100"/>
                <a:gd name="connsiteX124" fmla="*/ 1208975 w 2915191"/>
                <a:gd name="connsiteY124" fmla="*/ 93366 h 485100"/>
                <a:gd name="connsiteX125" fmla="*/ 1218719 w 2915191"/>
                <a:gd name="connsiteY125" fmla="*/ 88268 h 485100"/>
                <a:gd name="connsiteX126" fmla="*/ 1228478 w 2915191"/>
                <a:gd name="connsiteY126" fmla="*/ 83010 h 485100"/>
                <a:gd name="connsiteX127" fmla="*/ 1238222 w 2915191"/>
                <a:gd name="connsiteY127" fmla="*/ 62315 h 485100"/>
                <a:gd name="connsiteX128" fmla="*/ 1247966 w 2915191"/>
                <a:gd name="connsiteY128" fmla="*/ 93521 h 485100"/>
                <a:gd name="connsiteX129" fmla="*/ 1257725 w 2915191"/>
                <a:gd name="connsiteY129" fmla="*/ 113955 h 485100"/>
                <a:gd name="connsiteX130" fmla="*/ 1267469 w 2915191"/>
                <a:gd name="connsiteY130" fmla="*/ 116214 h 485100"/>
                <a:gd name="connsiteX131" fmla="*/ 1277227 w 2915191"/>
                <a:gd name="connsiteY131" fmla="*/ 135277 h 485100"/>
                <a:gd name="connsiteX132" fmla="*/ 1286971 w 2915191"/>
                <a:gd name="connsiteY132" fmla="*/ 129556 h 485100"/>
                <a:gd name="connsiteX133" fmla="*/ 1296715 w 2915191"/>
                <a:gd name="connsiteY133" fmla="*/ 109324 h 485100"/>
                <a:gd name="connsiteX134" fmla="*/ 1306474 w 2915191"/>
                <a:gd name="connsiteY134" fmla="*/ 122505 h 485100"/>
                <a:gd name="connsiteX135" fmla="*/ 1316218 w 2915191"/>
                <a:gd name="connsiteY135" fmla="*/ 105196 h 485100"/>
                <a:gd name="connsiteX136" fmla="*/ 1325977 w 2915191"/>
                <a:gd name="connsiteY136" fmla="*/ 106054 h 485100"/>
                <a:gd name="connsiteX137" fmla="*/ 1335721 w 2915191"/>
                <a:gd name="connsiteY137" fmla="*/ 106322 h 485100"/>
                <a:gd name="connsiteX138" fmla="*/ 1345465 w 2915191"/>
                <a:gd name="connsiteY138" fmla="*/ 147935 h 485100"/>
                <a:gd name="connsiteX139" fmla="*/ 1355224 w 2915191"/>
                <a:gd name="connsiteY139" fmla="*/ 166144 h 485100"/>
                <a:gd name="connsiteX140" fmla="*/ 1364967 w 2915191"/>
                <a:gd name="connsiteY140" fmla="*/ 171744 h 485100"/>
                <a:gd name="connsiteX141" fmla="*/ 1374726 w 2915191"/>
                <a:gd name="connsiteY141" fmla="*/ 184777 h 485100"/>
                <a:gd name="connsiteX142" fmla="*/ 1384470 w 2915191"/>
                <a:gd name="connsiteY142" fmla="*/ 155787 h 485100"/>
                <a:gd name="connsiteX143" fmla="*/ 1394214 w 2915191"/>
                <a:gd name="connsiteY143" fmla="*/ 123358 h 485100"/>
                <a:gd name="connsiteX144" fmla="*/ 1403973 w 2915191"/>
                <a:gd name="connsiteY144" fmla="*/ 117918 h 485100"/>
                <a:gd name="connsiteX145" fmla="*/ 1413717 w 2915191"/>
                <a:gd name="connsiteY145" fmla="*/ 137425 h 485100"/>
                <a:gd name="connsiteX146" fmla="*/ 1423476 w 2915191"/>
                <a:gd name="connsiteY146" fmla="*/ 141354 h 485100"/>
                <a:gd name="connsiteX147" fmla="*/ 1433220 w 2915191"/>
                <a:gd name="connsiteY147" fmla="*/ 105878 h 485100"/>
                <a:gd name="connsiteX148" fmla="*/ 1442964 w 2915191"/>
                <a:gd name="connsiteY148" fmla="*/ 145711 h 485100"/>
                <a:gd name="connsiteX149" fmla="*/ 1452722 w 2915191"/>
                <a:gd name="connsiteY149" fmla="*/ 129518 h 485100"/>
                <a:gd name="connsiteX150" fmla="*/ 1462466 w 2915191"/>
                <a:gd name="connsiteY150" fmla="*/ 118164 h 485100"/>
                <a:gd name="connsiteX151" fmla="*/ 1472225 w 2915191"/>
                <a:gd name="connsiteY151" fmla="*/ 131256 h 485100"/>
                <a:gd name="connsiteX152" fmla="*/ 1481969 w 2915191"/>
                <a:gd name="connsiteY152" fmla="*/ 122592 h 485100"/>
                <a:gd name="connsiteX153" fmla="*/ 1491713 w 2915191"/>
                <a:gd name="connsiteY153" fmla="*/ 131089 h 485100"/>
                <a:gd name="connsiteX154" fmla="*/ 1501472 w 2915191"/>
                <a:gd name="connsiteY154" fmla="*/ 139876 h 485100"/>
                <a:gd name="connsiteX155" fmla="*/ 1511216 w 2915191"/>
                <a:gd name="connsiteY155" fmla="*/ 126808 h 485100"/>
                <a:gd name="connsiteX156" fmla="*/ 1520960 w 2915191"/>
                <a:gd name="connsiteY156" fmla="*/ 129252 h 485100"/>
                <a:gd name="connsiteX157" fmla="*/ 1530719 w 2915191"/>
                <a:gd name="connsiteY157" fmla="*/ 157855 h 485100"/>
                <a:gd name="connsiteX158" fmla="*/ 1540463 w 2915191"/>
                <a:gd name="connsiteY158" fmla="*/ 179706 h 485100"/>
                <a:gd name="connsiteX159" fmla="*/ 1550221 w 2915191"/>
                <a:gd name="connsiteY159" fmla="*/ 178888 h 485100"/>
                <a:gd name="connsiteX160" fmla="*/ 1559965 w 2915191"/>
                <a:gd name="connsiteY160" fmla="*/ 176666 h 485100"/>
                <a:gd name="connsiteX161" fmla="*/ 1569709 w 2915191"/>
                <a:gd name="connsiteY161" fmla="*/ 197212 h 485100"/>
                <a:gd name="connsiteX162" fmla="*/ 1579468 w 2915191"/>
                <a:gd name="connsiteY162" fmla="*/ 177702 h 485100"/>
                <a:gd name="connsiteX163" fmla="*/ 1589212 w 2915191"/>
                <a:gd name="connsiteY163" fmla="*/ 150422 h 485100"/>
                <a:gd name="connsiteX164" fmla="*/ 1598971 w 2915191"/>
                <a:gd name="connsiteY164" fmla="*/ 140141 h 485100"/>
                <a:gd name="connsiteX165" fmla="*/ 1608715 w 2915191"/>
                <a:gd name="connsiteY165" fmla="*/ 134968 h 485100"/>
                <a:gd name="connsiteX166" fmla="*/ 1618459 w 2915191"/>
                <a:gd name="connsiteY166" fmla="*/ 150572 h 485100"/>
                <a:gd name="connsiteX167" fmla="*/ 1628218 w 2915191"/>
                <a:gd name="connsiteY167" fmla="*/ 97909 h 485100"/>
                <a:gd name="connsiteX168" fmla="*/ 1637962 w 2915191"/>
                <a:gd name="connsiteY168" fmla="*/ 85125 h 485100"/>
                <a:gd name="connsiteX169" fmla="*/ 1647720 w 2915191"/>
                <a:gd name="connsiteY169" fmla="*/ 123903 h 485100"/>
                <a:gd name="connsiteX170" fmla="*/ 1657464 w 2915191"/>
                <a:gd name="connsiteY170" fmla="*/ 152287 h 485100"/>
                <a:gd name="connsiteX171" fmla="*/ 1667208 w 2915191"/>
                <a:gd name="connsiteY171" fmla="*/ 152344 h 485100"/>
                <a:gd name="connsiteX172" fmla="*/ 1676967 w 2915191"/>
                <a:gd name="connsiteY172" fmla="*/ 155980 h 485100"/>
                <a:gd name="connsiteX173" fmla="*/ 1686711 w 2915191"/>
                <a:gd name="connsiteY173" fmla="*/ 146721 h 485100"/>
                <a:gd name="connsiteX174" fmla="*/ 1696470 w 2915191"/>
                <a:gd name="connsiteY174" fmla="*/ 113548 h 485100"/>
                <a:gd name="connsiteX175" fmla="*/ 1706214 w 2915191"/>
                <a:gd name="connsiteY175" fmla="*/ 129314 h 485100"/>
                <a:gd name="connsiteX176" fmla="*/ 1715958 w 2915191"/>
                <a:gd name="connsiteY176" fmla="*/ 118298 h 485100"/>
                <a:gd name="connsiteX177" fmla="*/ 1725716 w 2915191"/>
                <a:gd name="connsiteY177" fmla="*/ 105786 h 485100"/>
                <a:gd name="connsiteX178" fmla="*/ 1735460 w 2915191"/>
                <a:gd name="connsiteY178" fmla="*/ 131856 h 485100"/>
                <a:gd name="connsiteX179" fmla="*/ 1745219 w 2915191"/>
                <a:gd name="connsiteY179" fmla="*/ 147863 h 485100"/>
                <a:gd name="connsiteX180" fmla="*/ 1754963 w 2915191"/>
                <a:gd name="connsiteY180" fmla="*/ 135961 h 485100"/>
                <a:gd name="connsiteX181" fmla="*/ 1764707 w 2915191"/>
                <a:gd name="connsiteY181" fmla="*/ 126127 h 485100"/>
                <a:gd name="connsiteX182" fmla="*/ 1774466 w 2915191"/>
                <a:gd name="connsiteY182" fmla="*/ 95698 h 485100"/>
                <a:gd name="connsiteX183" fmla="*/ 1784210 w 2915191"/>
                <a:gd name="connsiteY183" fmla="*/ 90459 h 485100"/>
                <a:gd name="connsiteX184" fmla="*/ 1793969 w 2915191"/>
                <a:gd name="connsiteY184" fmla="*/ 92600 h 485100"/>
                <a:gd name="connsiteX185" fmla="*/ 1803713 w 2915191"/>
                <a:gd name="connsiteY185" fmla="*/ 58662 h 485100"/>
                <a:gd name="connsiteX186" fmla="*/ 1813457 w 2915191"/>
                <a:gd name="connsiteY186" fmla="*/ 61792 h 485100"/>
                <a:gd name="connsiteX187" fmla="*/ 1823215 w 2915191"/>
                <a:gd name="connsiteY187" fmla="*/ 93457 h 485100"/>
                <a:gd name="connsiteX188" fmla="*/ 1832959 w 2915191"/>
                <a:gd name="connsiteY188" fmla="*/ 78828 h 485100"/>
                <a:gd name="connsiteX189" fmla="*/ 1842703 w 2915191"/>
                <a:gd name="connsiteY189" fmla="*/ 90996 h 485100"/>
                <a:gd name="connsiteX190" fmla="*/ 1852462 w 2915191"/>
                <a:gd name="connsiteY190" fmla="*/ 81080 h 485100"/>
                <a:gd name="connsiteX191" fmla="*/ 1862206 w 2915191"/>
                <a:gd name="connsiteY191" fmla="*/ 90642 h 485100"/>
                <a:gd name="connsiteX192" fmla="*/ 1871965 w 2915191"/>
                <a:gd name="connsiteY192" fmla="*/ 61646 h 485100"/>
                <a:gd name="connsiteX193" fmla="*/ 1881709 w 2915191"/>
                <a:gd name="connsiteY193" fmla="*/ 69140 h 485100"/>
                <a:gd name="connsiteX194" fmla="*/ 1891453 w 2915191"/>
                <a:gd name="connsiteY194" fmla="*/ 119189 h 485100"/>
                <a:gd name="connsiteX195" fmla="*/ 1901212 w 2915191"/>
                <a:gd name="connsiteY195" fmla="*/ 138479 h 485100"/>
                <a:gd name="connsiteX196" fmla="*/ 1910956 w 2915191"/>
                <a:gd name="connsiteY196" fmla="*/ 165099 h 485100"/>
                <a:gd name="connsiteX197" fmla="*/ 1920714 w 2915191"/>
                <a:gd name="connsiteY197" fmla="*/ 184330 h 485100"/>
                <a:gd name="connsiteX198" fmla="*/ 1930458 w 2915191"/>
                <a:gd name="connsiteY198" fmla="*/ 208505 h 485100"/>
                <a:gd name="connsiteX199" fmla="*/ 1940202 w 2915191"/>
                <a:gd name="connsiteY199" fmla="*/ 199091 h 485100"/>
                <a:gd name="connsiteX200" fmla="*/ 1949961 w 2915191"/>
                <a:gd name="connsiteY200" fmla="*/ 182828 h 485100"/>
                <a:gd name="connsiteX201" fmla="*/ 1959705 w 2915191"/>
                <a:gd name="connsiteY201" fmla="*/ 155086 h 485100"/>
                <a:gd name="connsiteX202" fmla="*/ 1969464 w 2915191"/>
                <a:gd name="connsiteY202" fmla="*/ 189637 h 485100"/>
                <a:gd name="connsiteX203" fmla="*/ 1979208 w 2915191"/>
                <a:gd name="connsiteY203" fmla="*/ 180013 h 485100"/>
                <a:gd name="connsiteX204" fmla="*/ 1988952 w 2915191"/>
                <a:gd name="connsiteY204" fmla="*/ 206519 h 485100"/>
                <a:gd name="connsiteX205" fmla="*/ 1998711 w 2915191"/>
                <a:gd name="connsiteY205" fmla="*/ 205554 h 485100"/>
                <a:gd name="connsiteX206" fmla="*/ 2008454 w 2915191"/>
                <a:gd name="connsiteY206" fmla="*/ 203848 h 485100"/>
                <a:gd name="connsiteX207" fmla="*/ 2018213 w 2915191"/>
                <a:gd name="connsiteY207" fmla="*/ 184406 h 485100"/>
                <a:gd name="connsiteX208" fmla="*/ 2027957 w 2915191"/>
                <a:gd name="connsiteY208" fmla="*/ 203310 h 485100"/>
                <a:gd name="connsiteX209" fmla="*/ 2037701 w 2915191"/>
                <a:gd name="connsiteY209" fmla="*/ 212917 h 485100"/>
                <a:gd name="connsiteX210" fmla="*/ 2047460 w 2915191"/>
                <a:gd name="connsiteY210" fmla="*/ 222330 h 485100"/>
                <a:gd name="connsiteX211" fmla="*/ 2057204 w 2915191"/>
                <a:gd name="connsiteY211" fmla="*/ 220995 h 485100"/>
                <a:gd name="connsiteX212" fmla="*/ 2066963 w 2915191"/>
                <a:gd name="connsiteY212" fmla="*/ 214997 h 485100"/>
                <a:gd name="connsiteX213" fmla="*/ 2076707 w 2915191"/>
                <a:gd name="connsiteY213" fmla="*/ 224845 h 485100"/>
                <a:gd name="connsiteX214" fmla="*/ 2086451 w 2915191"/>
                <a:gd name="connsiteY214" fmla="*/ 225158 h 485100"/>
                <a:gd name="connsiteX215" fmla="*/ 2096210 w 2915191"/>
                <a:gd name="connsiteY215" fmla="*/ 250623 h 485100"/>
                <a:gd name="connsiteX216" fmla="*/ 2105954 w 2915191"/>
                <a:gd name="connsiteY216" fmla="*/ 244829 h 485100"/>
                <a:gd name="connsiteX217" fmla="*/ 2115697 w 2915191"/>
                <a:gd name="connsiteY217" fmla="*/ 224548 h 485100"/>
                <a:gd name="connsiteX218" fmla="*/ 2125456 w 2915191"/>
                <a:gd name="connsiteY218" fmla="*/ 247536 h 485100"/>
                <a:gd name="connsiteX219" fmla="*/ 2135200 w 2915191"/>
                <a:gd name="connsiteY219" fmla="*/ 235370 h 485100"/>
                <a:gd name="connsiteX220" fmla="*/ 2144959 w 2915191"/>
                <a:gd name="connsiteY220" fmla="*/ 227598 h 485100"/>
                <a:gd name="connsiteX221" fmla="*/ 2154703 w 2915191"/>
                <a:gd name="connsiteY221" fmla="*/ 225810 h 485100"/>
                <a:gd name="connsiteX222" fmla="*/ 2164447 w 2915191"/>
                <a:gd name="connsiteY222" fmla="*/ 220480 h 485100"/>
                <a:gd name="connsiteX223" fmla="*/ 2174206 w 2915191"/>
                <a:gd name="connsiteY223" fmla="*/ 254895 h 485100"/>
                <a:gd name="connsiteX224" fmla="*/ 2183950 w 2915191"/>
                <a:gd name="connsiteY224" fmla="*/ 265273 h 485100"/>
                <a:gd name="connsiteX225" fmla="*/ 2193709 w 2915191"/>
                <a:gd name="connsiteY225" fmla="*/ 286814 h 485100"/>
                <a:gd name="connsiteX226" fmla="*/ 2203452 w 2915191"/>
                <a:gd name="connsiteY226" fmla="*/ 297801 h 485100"/>
                <a:gd name="connsiteX227" fmla="*/ 2213196 w 2915191"/>
                <a:gd name="connsiteY227" fmla="*/ 343958 h 485100"/>
                <a:gd name="connsiteX228" fmla="*/ 2222955 w 2915191"/>
                <a:gd name="connsiteY228" fmla="*/ 320876 h 485100"/>
                <a:gd name="connsiteX229" fmla="*/ 2232699 w 2915191"/>
                <a:gd name="connsiteY229" fmla="*/ 285387 h 485100"/>
                <a:gd name="connsiteX230" fmla="*/ 2242458 w 2915191"/>
                <a:gd name="connsiteY230" fmla="*/ 286197 h 485100"/>
                <a:gd name="connsiteX231" fmla="*/ 2252202 w 2915191"/>
                <a:gd name="connsiteY231" fmla="*/ 297086 h 485100"/>
                <a:gd name="connsiteX232" fmla="*/ 2261946 w 2915191"/>
                <a:gd name="connsiteY232" fmla="*/ 295392 h 485100"/>
                <a:gd name="connsiteX233" fmla="*/ 2271705 w 2915191"/>
                <a:gd name="connsiteY233" fmla="*/ 274505 h 485100"/>
                <a:gd name="connsiteX234" fmla="*/ 2281449 w 2915191"/>
                <a:gd name="connsiteY234" fmla="*/ 276115 h 485100"/>
                <a:gd name="connsiteX235" fmla="*/ 2291208 w 2915191"/>
                <a:gd name="connsiteY235" fmla="*/ 283492 h 485100"/>
                <a:gd name="connsiteX236" fmla="*/ 2300951 w 2915191"/>
                <a:gd name="connsiteY236" fmla="*/ 294578 h 485100"/>
                <a:gd name="connsiteX237" fmla="*/ 2310695 w 2915191"/>
                <a:gd name="connsiteY237" fmla="*/ 289840 h 485100"/>
                <a:gd name="connsiteX238" fmla="*/ 2320454 w 2915191"/>
                <a:gd name="connsiteY238" fmla="*/ 293051 h 485100"/>
                <a:gd name="connsiteX239" fmla="*/ 2330198 w 2915191"/>
                <a:gd name="connsiteY239" fmla="*/ 244458 h 485100"/>
                <a:gd name="connsiteX240" fmla="*/ 2339957 w 2915191"/>
                <a:gd name="connsiteY240" fmla="*/ 240918 h 485100"/>
                <a:gd name="connsiteX241" fmla="*/ 2349701 w 2915191"/>
                <a:gd name="connsiteY241" fmla="*/ 256790 h 485100"/>
                <a:gd name="connsiteX242" fmla="*/ 2359445 w 2915191"/>
                <a:gd name="connsiteY242" fmla="*/ 251542 h 485100"/>
                <a:gd name="connsiteX243" fmla="*/ 2369204 w 2915191"/>
                <a:gd name="connsiteY243" fmla="*/ 209852 h 485100"/>
                <a:gd name="connsiteX244" fmla="*/ 2378948 w 2915191"/>
                <a:gd name="connsiteY244" fmla="*/ 238264 h 485100"/>
                <a:gd name="connsiteX245" fmla="*/ 2388692 w 2915191"/>
                <a:gd name="connsiteY245" fmla="*/ 230022 h 485100"/>
                <a:gd name="connsiteX246" fmla="*/ 2398450 w 2915191"/>
                <a:gd name="connsiteY246" fmla="*/ 200500 h 485100"/>
                <a:gd name="connsiteX247" fmla="*/ 2408194 w 2915191"/>
                <a:gd name="connsiteY247" fmla="*/ 191270 h 485100"/>
                <a:gd name="connsiteX248" fmla="*/ 2417953 w 2915191"/>
                <a:gd name="connsiteY248" fmla="*/ 218681 h 485100"/>
                <a:gd name="connsiteX249" fmla="*/ 2427697 w 2915191"/>
                <a:gd name="connsiteY249" fmla="*/ 211592 h 485100"/>
                <a:gd name="connsiteX250" fmla="*/ 2437441 w 2915191"/>
                <a:gd name="connsiteY250" fmla="*/ 163507 h 485100"/>
                <a:gd name="connsiteX251" fmla="*/ 2447200 w 2915191"/>
                <a:gd name="connsiteY251" fmla="*/ 178535 h 485100"/>
                <a:gd name="connsiteX252" fmla="*/ 2456944 w 2915191"/>
                <a:gd name="connsiteY252" fmla="*/ 161898 h 485100"/>
                <a:gd name="connsiteX253" fmla="*/ 2466703 w 2915191"/>
                <a:gd name="connsiteY253" fmla="*/ 202437 h 485100"/>
                <a:gd name="connsiteX254" fmla="*/ 2476446 w 2915191"/>
                <a:gd name="connsiteY254" fmla="*/ 227077 h 485100"/>
                <a:gd name="connsiteX255" fmla="*/ 2486190 w 2915191"/>
                <a:gd name="connsiteY255" fmla="*/ 218570 h 485100"/>
                <a:gd name="connsiteX256" fmla="*/ 2495949 w 2915191"/>
                <a:gd name="connsiteY256" fmla="*/ 215706 h 485100"/>
                <a:gd name="connsiteX257" fmla="*/ 2505693 w 2915191"/>
                <a:gd name="connsiteY257" fmla="*/ 227929 h 485100"/>
                <a:gd name="connsiteX258" fmla="*/ 2515452 w 2915191"/>
                <a:gd name="connsiteY258" fmla="*/ 256230 h 485100"/>
                <a:gd name="connsiteX259" fmla="*/ 2525196 w 2915191"/>
                <a:gd name="connsiteY259" fmla="*/ 245377 h 485100"/>
                <a:gd name="connsiteX260" fmla="*/ 2534940 w 2915191"/>
                <a:gd name="connsiteY260" fmla="*/ 245641 h 485100"/>
                <a:gd name="connsiteX261" fmla="*/ 2544699 w 2915191"/>
                <a:gd name="connsiteY261" fmla="*/ 240085 h 485100"/>
                <a:gd name="connsiteX262" fmla="*/ 2554443 w 2915191"/>
                <a:gd name="connsiteY262" fmla="*/ 233379 h 485100"/>
                <a:gd name="connsiteX263" fmla="*/ 2564202 w 2915191"/>
                <a:gd name="connsiteY263" fmla="*/ 211002 h 485100"/>
                <a:gd name="connsiteX264" fmla="*/ 2573946 w 2915191"/>
                <a:gd name="connsiteY264" fmla="*/ 198410 h 485100"/>
                <a:gd name="connsiteX265" fmla="*/ 2583690 w 2915191"/>
                <a:gd name="connsiteY265" fmla="*/ 202951 h 485100"/>
                <a:gd name="connsiteX266" fmla="*/ 2593448 w 2915191"/>
                <a:gd name="connsiteY266" fmla="*/ 195469 h 485100"/>
                <a:gd name="connsiteX267" fmla="*/ 2603192 w 2915191"/>
                <a:gd name="connsiteY267" fmla="*/ 207829 h 485100"/>
                <a:gd name="connsiteX268" fmla="*/ 2612951 w 2915191"/>
                <a:gd name="connsiteY268" fmla="*/ 177943 h 485100"/>
                <a:gd name="connsiteX269" fmla="*/ 2622695 w 2915191"/>
                <a:gd name="connsiteY269" fmla="*/ 173315 h 485100"/>
                <a:gd name="connsiteX270" fmla="*/ 2632439 w 2915191"/>
                <a:gd name="connsiteY270" fmla="*/ 140941 h 485100"/>
                <a:gd name="connsiteX271" fmla="*/ 2642198 w 2915191"/>
                <a:gd name="connsiteY271" fmla="*/ 134894 h 485100"/>
                <a:gd name="connsiteX272" fmla="*/ 2651942 w 2915191"/>
                <a:gd name="connsiteY272" fmla="*/ 134143 h 485100"/>
                <a:gd name="connsiteX273" fmla="*/ 2661685 w 2915191"/>
                <a:gd name="connsiteY273" fmla="*/ 130925 h 485100"/>
                <a:gd name="connsiteX274" fmla="*/ 2671444 w 2915191"/>
                <a:gd name="connsiteY274" fmla="*/ 142944 h 485100"/>
                <a:gd name="connsiteX275" fmla="*/ 2681188 w 2915191"/>
                <a:gd name="connsiteY275" fmla="*/ 156110 h 485100"/>
                <a:gd name="connsiteX276" fmla="*/ 2690947 w 2915191"/>
                <a:gd name="connsiteY276" fmla="*/ 148464 h 485100"/>
                <a:gd name="connsiteX277" fmla="*/ 2700691 w 2915191"/>
                <a:gd name="connsiteY277" fmla="*/ 114777 h 485100"/>
                <a:gd name="connsiteX278" fmla="*/ 2710435 w 2915191"/>
                <a:gd name="connsiteY278" fmla="*/ 121024 h 485100"/>
                <a:gd name="connsiteX279" fmla="*/ 2720194 w 2915191"/>
                <a:gd name="connsiteY279" fmla="*/ 97602 h 485100"/>
                <a:gd name="connsiteX280" fmla="*/ 2729938 w 2915191"/>
                <a:gd name="connsiteY280" fmla="*/ 83062 h 485100"/>
                <a:gd name="connsiteX281" fmla="*/ 2739697 w 2915191"/>
                <a:gd name="connsiteY281" fmla="*/ 47023 h 485100"/>
                <a:gd name="connsiteX282" fmla="*/ 2749441 w 2915191"/>
                <a:gd name="connsiteY282" fmla="*/ 84680 h 485100"/>
                <a:gd name="connsiteX283" fmla="*/ 2759185 w 2915191"/>
                <a:gd name="connsiteY283" fmla="*/ 60034 h 485100"/>
                <a:gd name="connsiteX284" fmla="*/ 2768943 w 2915191"/>
                <a:gd name="connsiteY284" fmla="*/ 74255 h 485100"/>
                <a:gd name="connsiteX285" fmla="*/ 2778687 w 2915191"/>
                <a:gd name="connsiteY285" fmla="*/ 73018 h 485100"/>
                <a:gd name="connsiteX286" fmla="*/ 2788446 w 2915191"/>
                <a:gd name="connsiteY286" fmla="*/ 84206 h 485100"/>
                <a:gd name="connsiteX287" fmla="*/ 2798190 w 2915191"/>
                <a:gd name="connsiteY287" fmla="*/ 67552 h 485100"/>
                <a:gd name="connsiteX288" fmla="*/ 2807934 w 2915191"/>
                <a:gd name="connsiteY288" fmla="*/ 101428 h 485100"/>
                <a:gd name="connsiteX289" fmla="*/ 2817693 w 2915191"/>
                <a:gd name="connsiteY289" fmla="*/ 50245 h 485100"/>
                <a:gd name="connsiteX290" fmla="*/ 2827437 w 2915191"/>
                <a:gd name="connsiteY290" fmla="*/ 30987 h 485100"/>
                <a:gd name="connsiteX291" fmla="*/ 2837196 w 2915191"/>
                <a:gd name="connsiteY291" fmla="*/ 41868 h 485100"/>
                <a:gd name="connsiteX292" fmla="*/ 2846940 w 2915191"/>
                <a:gd name="connsiteY292" fmla="*/ 19258 h 485100"/>
                <a:gd name="connsiteX293" fmla="*/ 2856684 w 2915191"/>
                <a:gd name="connsiteY293" fmla="*/ 31826 h 485100"/>
                <a:gd name="connsiteX294" fmla="*/ 2866442 w 2915191"/>
                <a:gd name="connsiteY294" fmla="*/ 73622 h 485100"/>
                <a:gd name="connsiteX295" fmla="*/ 2876186 w 2915191"/>
                <a:gd name="connsiteY295" fmla="*/ 76100 h 485100"/>
                <a:gd name="connsiteX296" fmla="*/ 2885945 w 2915191"/>
                <a:gd name="connsiteY296" fmla="*/ 51303 h 485100"/>
                <a:gd name="connsiteX297" fmla="*/ 2895689 w 2915191"/>
                <a:gd name="connsiteY297" fmla="*/ 0 h 485100"/>
                <a:gd name="connsiteX298" fmla="*/ 2905433 w 2915191"/>
                <a:gd name="connsiteY298" fmla="*/ 974 h 485100"/>
                <a:gd name="connsiteX299" fmla="*/ 2915192 w 2915191"/>
                <a:gd name="connsiteY299" fmla="*/ 34047 h 485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85100">
                  <a:moveTo>
                    <a:pt x="0" y="482577"/>
                  </a:moveTo>
                  <a:lnTo>
                    <a:pt x="9750" y="480044"/>
                  </a:lnTo>
                  <a:lnTo>
                    <a:pt x="19500" y="461317"/>
                  </a:lnTo>
                  <a:lnTo>
                    <a:pt x="29250" y="426319"/>
                  </a:lnTo>
                  <a:lnTo>
                    <a:pt x="39000" y="416403"/>
                  </a:lnTo>
                  <a:lnTo>
                    <a:pt x="48749" y="445398"/>
                  </a:lnTo>
                  <a:lnTo>
                    <a:pt x="58499" y="449584"/>
                  </a:lnTo>
                  <a:lnTo>
                    <a:pt x="68249" y="463553"/>
                  </a:lnTo>
                  <a:lnTo>
                    <a:pt x="77998" y="485100"/>
                  </a:lnTo>
                  <a:lnTo>
                    <a:pt x="87748" y="457286"/>
                  </a:lnTo>
                  <a:lnTo>
                    <a:pt x="97497" y="458737"/>
                  </a:lnTo>
                  <a:lnTo>
                    <a:pt x="107247" y="405801"/>
                  </a:lnTo>
                  <a:lnTo>
                    <a:pt x="116997" y="419411"/>
                  </a:lnTo>
                  <a:lnTo>
                    <a:pt x="126747" y="426646"/>
                  </a:lnTo>
                  <a:lnTo>
                    <a:pt x="136497" y="443190"/>
                  </a:lnTo>
                  <a:lnTo>
                    <a:pt x="146247" y="432096"/>
                  </a:lnTo>
                  <a:lnTo>
                    <a:pt x="155997" y="439730"/>
                  </a:lnTo>
                  <a:lnTo>
                    <a:pt x="165747" y="418329"/>
                  </a:lnTo>
                  <a:lnTo>
                    <a:pt x="175497" y="415199"/>
                  </a:lnTo>
                  <a:lnTo>
                    <a:pt x="185247" y="432240"/>
                  </a:lnTo>
                  <a:lnTo>
                    <a:pt x="194996" y="425750"/>
                  </a:lnTo>
                  <a:lnTo>
                    <a:pt x="204746" y="413556"/>
                  </a:lnTo>
                  <a:lnTo>
                    <a:pt x="214495" y="397529"/>
                  </a:lnTo>
                  <a:lnTo>
                    <a:pt x="224245" y="406180"/>
                  </a:lnTo>
                  <a:lnTo>
                    <a:pt x="233995" y="391919"/>
                  </a:lnTo>
                  <a:lnTo>
                    <a:pt x="243744" y="369621"/>
                  </a:lnTo>
                  <a:lnTo>
                    <a:pt x="253494" y="400130"/>
                  </a:lnTo>
                  <a:lnTo>
                    <a:pt x="263244" y="413396"/>
                  </a:lnTo>
                  <a:lnTo>
                    <a:pt x="272994" y="391468"/>
                  </a:lnTo>
                  <a:lnTo>
                    <a:pt x="282744" y="350881"/>
                  </a:lnTo>
                  <a:lnTo>
                    <a:pt x="292494" y="361482"/>
                  </a:lnTo>
                  <a:lnTo>
                    <a:pt x="302244" y="381128"/>
                  </a:lnTo>
                  <a:lnTo>
                    <a:pt x="311994" y="362150"/>
                  </a:lnTo>
                  <a:lnTo>
                    <a:pt x="321744" y="371201"/>
                  </a:lnTo>
                  <a:lnTo>
                    <a:pt x="331493" y="350986"/>
                  </a:lnTo>
                  <a:lnTo>
                    <a:pt x="341243" y="364757"/>
                  </a:lnTo>
                  <a:lnTo>
                    <a:pt x="350993" y="326706"/>
                  </a:lnTo>
                  <a:lnTo>
                    <a:pt x="360742" y="330649"/>
                  </a:lnTo>
                  <a:lnTo>
                    <a:pt x="370492" y="328067"/>
                  </a:lnTo>
                  <a:lnTo>
                    <a:pt x="380241" y="329850"/>
                  </a:lnTo>
                  <a:lnTo>
                    <a:pt x="389991" y="344923"/>
                  </a:lnTo>
                  <a:lnTo>
                    <a:pt x="399741" y="349801"/>
                  </a:lnTo>
                  <a:lnTo>
                    <a:pt x="409491" y="324071"/>
                  </a:lnTo>
                  <a:lnTo>
                    <a:pt x="419241" y="321833"/>
                  </a:lnTo>
                  <a:lnTo>
                    <a:pt x="428991" y="356665"/>
                  </a:lnTo>
                  <a:lnTo>
                    <a:pt x="438741" y="335398"/>
                  </a:lnTo>
                  <a:lnTo>
                    <a:pt x="448491" y="336382"/>
                  </a:lnTo>
                  <a:lnTo>
                    <a:pt x="458241" y="343554"/>
                  </a:lnTo>
                  <a:lnTo>
                    <a:pt x="467991" y="323670"/>
                  </a:lnTo>
                  <a:lnTo>
                    <a:pt x="477740" y="270265"/>
                  </a:lnTo>
                  <a:lnTo>
                    <a:pt x="487490" y="301502"/>
                  </a:lnTo>
                  <a:lnTo>
                    <a:pt x="497239" y="283335"/>
                  </a:lnTo>
                  <a:lnTo>
                    <a:pt x="506989" y="261625"/>
                  </a:lnTo>
                  <a:lnTo>
                    <a:pt x="516738" y="277328"/>
                  </a:lnTo>
                  <a:lnTo>
                    <a:pt x="526488" y="240329"/>
                  </a:lnTo>
                  <a:lnTo>
                    <a:pt x="536238" y="203651"/>
                  </a:lnTo>
                  <a:lnTo>
                    <a:pt x="545988" y="206647"/>
                  </a:lnTo>
                  <a:lnTo>
                    <a:pt x="555738" y="187273"/>
                  </a:lnTo>
                  <a:lnTo>
                    <a:pt x="565488" y="199980"/>
                  </a:lnTo>
                  <a:lnTo>
                    <a:pt x="575238" y="190966"/>
                  </a:lnTo>
                  <a:lnTo>
                    <a:pt x="584988" y="162386"/>
                  </a:lnTo>
                  <a:lnTo>
                    <a:pt x="594738" y="166179"/>
                  </a:lnTo>
                  <a:lnTo>
                    <a:pt x="604488" y="194676"/>
                  </a:lnTo>
                  <a:lnTo>
                    <a:pt x="614237" y="206364"/>
                  </a:lnTo>
                  <a:lnTo>
                    <a:pt x="623987" y="211211"/>
                  </a:lnTo>
                  <a:lnTo>
                    <a:pt x="633736" y="218503"/>
                  </a:lnTo>
                  <a:lnTo>
                    <a:pt x="643486" y="224096"/>
                  </a:lnTo>
                  <a:lnTo>
                    <a:pt x="653236" y="156460"/>
                  </a:lnTo>
                  <a:lnTo>
                    <a:pt x="662985" y="194128"/>
                  </a:lnTo>
                  <a:lnTo>
                    <a:pt x="672735" y="201521"/>
                  </a:lnTo>
                  <a:lnTo>
                    <a:pt x="682485" y="237587"/>
                  </a:lnTo>
                  <a:lnTo>
                    <a:pt x="692235" y="229559"/>
                  </a:lnTo>
                  <a:lnTo>
                    <a:pt x="701985" y="222595"/>
                  </a:lnTo>
                  <a:lnTo>
                    <a:pt x="711735" y="233071"/>
                  </a:lnTo>
                  <a:lnTo>
                    <a:pt x="721485" y="237390"/>
                  </a:lnTo>
                  <a:lnTo>
                    <a:pt x="731235" y="256665"/>
                  </a:lnTo>
                  <a:lnTo>
                    <a:pt x="740985" y="251300"/>
                  </a:lnTo>
                  <a:lnTo>
                    <a:pt x="750734" y="290696"/>
                  </a:lnTo>
                  <a:lnTo>
                    <a:pt x="760484" y="240255"/>
                  </a:lnTo>
                  <a:lnTo>
                    <a:pt x="770233" y="233719"/>
                  </a:lnTo>
                  <a:lnTo>
                    <a:pt x="779983" y="215818"/>
                  </a:lnTo>
                  <a:lnTo>
                    <a:pt x="789733" y="221296"/>
                  </a:lnTo>
                  <a:lnTo>
                    <a:pt x="799482" y="253895"/>
                  </a:lnTo>
                  <a:lnTo>
                    <a:pt x="809232" y="212939"/>
                  </a:lnTo>
                  <a:lnTo>
                    <a:pt x="818982" y="202000"/>
                  </a:lnTo>
                  <a:lnTo>
                    <a:pt x="828732" y="238813"/>
                  </a:lnTo>
                  <a:lnTo>
                    <a:pt x="838482" y="232004"/>
                  </a:lnTo>
                  <a:lnTo>
                    <a:pt x="848232" y="194315"/>
                  </a:lnTo>
                  <a:lnTo>
                    <a:pt x="857982" y="217035"/>
                  </a:lnTo>
                  <a:lnTo>
                    <a:pt x="867732" y="199943"/>
                  </a:lnTo>
                  <a:lnTo>
                    <a:pt x="877482" y="220907"/>
                  </a:lnTo>
                  <a:lnTo>
                    <a:pt x="887231" y="223187"/>
                  </a:lnTo>
                  <a:lnTo>
                    <a:pt x="896981" y="199044"/>
                  </a:lnTo>
                  <a:lnTo>
                    <a:pt x="906730" y="206399"/>
                  </a:lnTo>
                  <a:lnTo>
                    <a:pt x="916480" y="152984"/>
                  </a:lnTo>
                  <a:lnTo>
                    <a:pt x="926230" y="178260"/>
                  </a:lnTo>
                  <a:lnTo>
                    <a:pt x="935979" y="162001"/>
                  </a:lnTo>
                  <a:lnTo>
                    <a:pt x="945729" y="161359"/>
                  </a:lnTo>
                  <a:lnTo>
                    <a:pt x="955479" y="153787"/>
                  </a:lnTo>
                  <a:lnTo>
                    <a:pt x="965229" y="167721"/>
                  </a:lnTo>
                  <a:lnTo>
                    <a:pt x="974979" y="153607"/>
                  </a:lnTo>
                  <a:lnTo>
                    <a:pt x="984729" y="200511"/>
                  </a:lnTo>
                  <a:lnTo>
                    <a:pt x="994474" y="184454"/>
                  </a:lnTo>
                  <a:lnTo>
                    <a:pt x="1004233" y="224751"/>
                  </a:lnTo>
                  <a:lnTo>
                    <a:pt x="1013977" y="231375"/>
                  </a:lnTo>
                  <a:lnTo>
                    <a:pt x="1023721" y="226688"/>
                  </a:lnTo>
                  <a:lnTo>
                    <a:pt x="1033480" y="234224"/>
                  </a:lnTo>
                  <a:lnTo>
                    <a:pt x="1043224" y="213951"/>
                  </a:lnTo>
                  <a:lnTo>
                    <a:pt x="1052983" y="165280"/>
                  </a:lnTo>
                  <a:lnTo>
                    <a:pt x="1062727" y="156013"/>
                  </a:lnTo>
                  <a:lnTo>
                    <a:pt x="1072471" y="149105"/>
                  </a:lnTo>
                  <a:lnTo>
                    <a:pt x="1082230" y="104804"/>
                  </a:lnTo>
                  <a:lnTo>
                    <a:pt x="1091973" y="118778"/>
                  </a:lnTo>
                  <a:lnTo>
                    <a:pt x="1101732" y="126601"/>
                  </a:lnTo>
                  <a:lnTo>
                    <a:pt x="1111476" y="147777"/>
                  </a:lnTo>
                  <a:lnTo>
                    <a:pt x="1121220" y="141405"/>
                  </a:lnTo>
                  <a:lnTo>
                    <a:pt x="1130979" y="166697"/>
                  </a:lnTo>
                  <a:lnTo>
                    <a:pt x="1140723" y="138295"/>
                  </a:lnTo>
                  <a:lnTo>
                    <a:pt x="1150482" y="129141"/>
                  </a:lnTo>
                  <a:lnTo>
                    <a:pt x="1160226" y="100304"/>
                  </a:lnTo>
                  <a:lnTo>
                    <a:pt x="1169969" y="70462"/>
                  </a:lnTo>
                  <a:lnTo>
                    <a:pt x="1179728" y="79115"/>
                  </a:lnTo>
                  <a:lnTo>
                    <a:pt x="1189472" y="80799"/>
                  </a:lnTo>
                  <a:lnTo>
                    <a:pt x="1199231" y="91556"/>
                  </a:lnTo>
                  <a:lnTo>
                    <a:pt x="1208975" y="93366"/>
                  </a:lnTo>
                  <a:lnTo>
                    <a:pt x="1218719" y="88268"/>
                  </a:lnTo>
                  <a:lnTo>
                    <a:pt x="1228478" y="83010"/>
                  </a:lnTo>
                  <a:lnTo>
                    <a:pt x="1238222" y="62315"/>
                  </a:lnTo>
                  <a:lnTo>
                    <a:pt x="1247966" y="93521"/>
                  </a:lnTo>
                  <a:lnTo>
                    <a:pt x="1257725" y="113955"/>
                  </a:lnTo>
                  <a:lnTo>
                    <a:pt x="1267469" y="116214"/>
                  </a:lnTo>
                  <a:lnTo>
                    <a:pt x="1277227" y="135277"/>
                  </a:lnTo>
                  <a:lnTo>
                    <a:pt x="1286971" y="129556"/>
                  </a:lnTo>
                  <a:lnTo>
                    <a:pt x="1296715" y="109324"/>
                  </a:lnTo>
                  <a:lnTo>
                    <a:pt x="1306474" y="122505"/>
                  </a:lnTo>
                  <a:lnTo>
                    <a:pt x="1316218" y="105196"/>
                  </a:lnTo>
                  <a:lnTo>
                    <a:pt x="1325977" y="106054"/>
                  </a:lnTo>
                  <a:lnTo>
                    <a:pt x="1335721" y="106322"/>
                  </a:lnTo>
                  <a:lnTo>
                    <a:pt x="1345465" y="147935"/>
                  </a:lnTo>
                  <a:lnTo>
                    <a:pt x="1355224" y="166144"/>
                  </a:lnTo>
                  <a:lnTo>
                    <a:pt x="1364967" y="171744"/>
                  </a:lnTo>
                  <a:lnTo>
                    <a:pt x="1374726" y="184777"/>
                  </a:lnTo>
                  <a:lnTo>
                    <a:pt x="1384470" y="155787"/>
                  </a:lnTo>
                  <a:lnTo>
                    <a:pt x="1394214" y="123358"/>
                  </a:lnTo>
                  <a:lnTo>
                    <a:pt x="1403973" y="117918"/>
                  </a:lnTo>
                  <a:lnTo>
                    <a:pt x="1413717" y="137425"/>
                  </a:lnTo>
                  <a:lnTo>
                    <a:pt x="1423476" y="141354"/>
                  </a:lnTo>
                  <a:lnTo>
                    <a:pt x="1433220" y="105878"/>
                  </a:lnTo>
                  <a:lnTo>
                    <a:pt x="1442964" y="145711"/>
                  </a:lnTo>
                  <a:lnTo>
                    <a:pt x="1452722" y="129518"/>
                  </a:lnTo>
                  <a:lnTo>
                    <a:pt x="1462466" y="118164"/>
                  </a:lnTo>
                  <a:lnTo>
                    <a:pt x="1472225" y="131256"/>
                  </a:lnTo>
                  <a:lnTo>
                    <a:pt x="1481969" y="122592"/>
                  </a:lnTo>
                  <a:lnTo>
                    <a:pt x="1491713" y="131089"/>
                  </a:lnTo>
                  <a:lnTo>
                    <a:pt x="1501472" y="139876"/>
                  </a:lnTo>
                  <a:lnTo>
                    <a:pt x="1511216" y="126808"/>
                  </a:lnTo>
                  <a:lnTo>
                    <a:pt x="1520960" y="129252"/>
                  </a:lnTo>
                  <a:lnTo>
                    <a:pt x="1530719" y="157855"/>
                  </a:lnTo>
                  <a:lnTo>
                    <a:pt x="1540463" y="179706"/>
                  </a:lnTo>
                  <a:lnTo>
                    <a:pt x="1550221" y="178888"/>
                  </a:lnTo>
                  <a:lnTo>
                    <a:pt x="1559965" y="176666"/>
                  </a:lnTo>
                  <a:lnTo>
                    <a:pt x="1569709" y="197212"/>
                  </a:lnTo>
                  <a:lnTo>
                    <a:pt x="1579468" y="177702"/>
                  </a:lnTo>
                  <a:lnTo>
                    <a:pt x="1589212" y="150422"/>
                  </a:lnTo>
                  <a:lnTo>
                    <a:pt x="1598971" y="140141"/>
                  </a:lnTo>
                  <a:lnTo>
                    <a:pt x="1608715" y="134968"/>
                  </a:lnTo>
                  <a:lnTo>
                    <a:pt x="1618459" y="150572"/>
                  </a:lnTo>
                  <a:lnTo>
                    <a:pt x="1628218" y="97909"/>
                  </a:lnTo>
                  <a:lnTo>
                    <a:pt x="1637962" y="85125"/>
                  </a:lnTo>
                  <a:lnTo>
                    <a:pt x="1647720" y="123903"/>
                  </a:lnTo>
                  <a:lnTo>
                    <a:pt x="1657464" y="152287"/>
                  </a:lnTo>
                  <a:lnTo>
                    <a:pt x="1667208" y="152344"/>
                  </a:lnTo>
                  <a:lnTo>
                    <a:pt x="1676967" y="155980"/>
                  </a:lnTo>
                  <a:lnTo>
                    <a:pt x="1686711" y="146721"/>
                  </a:lnTo>
                  <a:lnTo>
                    <a:pt x="1696470" y="113548"/>
                  </a:lnTo>
                  <a:lnTo>
                    <a:pt x="1706214" y="129314"/>
                  </a:lnTo>
                  <a:lnTo>
                    <a:pt x="1715958" y="118298"/>
                  </a:lnTo>
                  <a:lnTo>
                    <a:pt x="1725716" y="105786"/>
                  </a:lnTo>
                  <a:lnTo>
                    <a:pt x="1735460" y="131856"/>
                  </a:lnTo>
                  <a:lnTo>
                    <a:pt x="1745219" y="147863"/>
                  </a:lnTo>
                  <a:lnTo>
                    <a:pt x="1754963" y="135961"/>
                  </a:lnTo>
                  <a:lnTo>
                    <a:pt x="1764707" y="126127"/>
                  </a:lnTo>
                  <a:lnTo>
                    <a:pt x="1774466" y="95698"/>
                  </a:lnTo>
                  <a:lnTo>
                    <a:pt x="1784210" y="90459"/>
                  </a:lnTo>
                  <a:lnTo>
                    <a:pt x="1793969" y="92600"/>
                  </a:lnTo>
                  <a:lnTo>
                    <a:pt x="1803713" y="58662"/>
                  </a:lnTo>
                  <a:lnTo>
                    <a:pt x="1813457" y="61792"/>
                  </a:lnTo>
                  <a:lnTo>
                    <a:pt x="1823215" y="93457"/>
                  </a:lnTo>
                  <a:lnTo>
                    <a:pt x="1832959" y="78828"/>
                  </a:lnTo>
                  <a:lnTo>
                    <a:pt x="1842703" y="90996"/>
                  </a:lnTo>
                  <a:lnTo>
                    <a:pt x="1852462" y="81080"/>
                  </a:lnTo>
                  <a:lnTo>
                    <a:pt x="1862206" y="90642"/>
                  </a:lnTo>
                  <a:lnTo>
                    <a:pt x="1871965" y="61646"/>
                  </a:lnTo>
                  <a:lnTo>
                    <a:pt x="1881709" y="69140"/>
                  </a:lnTo>
                  <a:lnTo>
                    <a:pt x="1891453" y="119189"/>
                  </a:lnTo>
                  <a:lnTo>
                    <a:pt x="1901212" y="138479"/>
                  </a:lnTo>
                  <a:lnTo>
                    <a:pt x="1910956" y="165099"/>
                  </a:lnTo>
                  <a:lnTo>
                    <a:pt x="1920714" y="184330"/>
                  </a:lnTo>
                  <a:lnTo>
                    <a:pt x="1930458" y="208505"/>
                  </a:lnTo>
                  <a:lnTo>
                    <a:pt x="1940202" y="199091"/>
                  </a:lnTo>
                  <a:lnTo>
                    <a:pt x="1949961" y="182828"/>
                  </a:lnTo>
                  <a:lnTo>
                    <a:pt x="1959705" y="155086"/>
                  </a:lnTo>
                  <a:lnTo>
                    <a:pt x="1969464" y="189637"/>
                  </a:lnTo>
                  <a:lnTo>
                    <a:pt x="1979208" y="180013"/>
                  </a:lnTo>
                  <a:lnTo>
                    <a:pt x="1988952" y="206519"/>
                  </a:lnTo>
                  <a:lnTo>
                    <a:pt x="1998711" y="205554"/>
                  </a:lnTo>
                  <a:lnTo>
                    <a:pt x="2008454" y="203848"/>
                  </a:lnTo>
                  <a:lnTo>
                    <a:pt x="2018213" y="184406"/>
                  </a:lnTo>
                  <a:lnTo>
                    <a:pt x="2027957" y="203310"/>
                  </a:lnTo>
                  <a:lnTo>
                    <a:pt x="2037701" y="212917"/>
                  </a:lnTo>
                  <a:lnTo>
                    <a:pt x="2047460" y="222330"/>
                  </a:lnTo>
                  <a:lnTo>
                    <a:pt x="2057204" y="220995"/>
                  </a:lnTo>
                  <a:lnTo>
                    <a:pt x="2066963" y="214997"/>
                  </a:lnTo>
                  <a:lnTo>
                    <a:pt x="2076707" y="224845"/>
                  </a:lnTo>
                  <a:lnTo>
                    <a:pt x="2086451" y="225158"/>
                  </a:lnTo>
                  <a:lnTo>
                    <a:pt x="2096210" y="250623"/>
                  </a:lnTo>
                  <a:lnTo>
                    <a:pt x="2105954" y="244829"/>
                  </a:lnTo>
                  <a:lnTo>
                    <a:pt x="2115697" y="224548"/>
                  </a:lnTo>
                  <a:lnTo>
                    <a:pt x="2125456" y="247536"/>
                  </a:lnTo>
                  <a:lnTo>
                    <a:pt x="2135200" y="235370"/>
                  </a:lnTo>
                  <a:lnTo>
                    <a:pt x="2144959" y="227598"/>
                  </a:lnTo>
                  <a:lnTo>
                    <a:pt x="2154703" y="225810"/>
                  </a:lnTo>
                  <a:lnTo>
                    <a:pt x="2164447" y="220480"/>
                  </a:lnTo>
                  <a:lnTo>
                    <a:pt x="2174206" y="254895"/>
                  </a:lnTo>
                  <a:lnTo>
                    <a:pt x="2183950" y="265273"/>
                  </a:lnTo>
                  <a:lnTo>
                    <a:pt x="2193709" y="286814"/>
                  </a:lnTo>
                  <a:lnTo>
                    <a:pt x="2203452" y="297801"/>
                  </a:lnTo>
                  <a:lnTo>
                    <a:pt x="2213196" y="343958"/>
                  </a:lnTo>
                  <a:lnTo>
                    <a:pt x="2222955" y="320876"/>
                  </a:lnTo>
                  <a:lnTo>
                    <a:pt x="2232699" y="285387"/>
                  </a:lnTo>
                  <a:lnTo>
                    <a:pt x="2242458" y="286197"/>
                  </a:lnTo>
                  <a:lnTo>
                    <a:pt x="2252202" y="297086"/>
                  </a:lnTo>
                  <a:lnTo>
                    <a:pt x="2261946" y="295392"/>
                  </a:lnTo>
                  <a:lnTo>
                    <a:pt x="2271705" y="274505"/>
                  </a:lnTo>
                  <a:lnTo>
                    <a:pt x="2281449" y="276115"/>
                  </a:lnTo>
                  <a:lnTo>
                    <a:pt x="2291208" y="283492"/>
                  </a:lnTo>
                  <a:lnTo>
                    <a:pt x="2300951" y="294578"/>
                  </a:lnTo>
                  <a:lnTo>
                    <a:pt x="2310695" y="289840"/>
                  </a:lnTo>
                  <a:lnTo>
                    <a:pt x="2320454" y="293051"/>
                  </a:lnTo>
                  <a:lnTo>
                    <a:pt x="2330198" y="244458"/>
                  </a:lnTo>
                  <a:lnTo>
                    <a:pt x="2339957" y="240918"/>
                  </a:lnTo>
                  <a:lnTo>
                    <a:pt x="2349701" y="256790"/>
                  </a:lnTo>
                  <a:lnTo>
                    <a:pt x="2359445" y="251542"/>
                  </a:lnTo>
                  <a:lnTo>
                    <a:pt x="2369204" y="209852"/>
                  </a:lnTo>
                  <a:lnTo>
                    <a:pt x="2378948" y="238264"/>
                  </a:lnTo>
                  <a:lnTo>
                    <a:pt x="2388692" y="230022"/>
                  </a:lnTo>
                  <a:lnTo>
                    <a:pt x="2398450" y="200500"/>
                  </a:lnTo>
                  <a:lnTo>
                    <a:pt x="2408194" y="191270"/>
                  </a:lnTo>
                  <a:lnTo>
                    <a:pt x="2417953" y="218681"/>
                  </a:lnTo>
                  <a:lnTo>
                    <a:pt x="2427697" y="211592"/>
                  </a:lnTo>
                  <a:lnTo>
                    <a:pt x="2437441" y="163507"/>
                  </a:lnTo>
                  <a:lnTo>
                    <a:pt x="2447200" y="178535"/>
                  </a:lnTo>
                  <a:lnTo>
                    <a:pt x="2456944" y="161898"/>
                  </a:lnTo>
                  <a:lnTo>
                    <a:pt x="2466703" y="202437"/>
                  </a:lnTo>
                  <a:lnTo>
                    <a:pt x="2476446" y="227077"/>
                  </a:lnTo>
                  <a:lnTo>
                    <a:pt x="2486190" y="218570"/>
                  </a:lnTo>
                  <a:lnTo>
                    <a:pt x="2495949" y="215706"/>
                  </a:lnTo>
                  <a:lnTo>
                    <a:pt x="2505693" y="227929"/>
                  </a:lnTo>
                  <a:lnTo>
                    <a:pt x="2515452" y="256230"/>
                  </a:lnTo>
                  <a:lnTo>
                    <a:pt x="2525196" y="245377"/>
                  </a:lnTo>
                  <a:lnTo>
                    <a:pt x="2534940" y="245641"/>
                  </a:lnTo>
                  <a:lnTo>
                    <a:pt x="2544699" y="240085"/>
                  </a:lnTo>
                  <a:lnTo>
                    <a:pt x="2554443" y="233379"/>
                  </a:lnTo>
                  <a:lnTo>
                    <a:pt x="2564202" y="211002"/>
                  </a:lnTo>
                  <a:lnTo>
                    <a:pt x="2573946" y="198410"/>
                  </a:lnTo>
                  <a:lnTo>
                    <a:pt x="2583690" y="202951"/>
                  </a:lnTo>
                  <a:lnTo>
                    <a:pt x="2593448" y="195469"/>
                  </a:lnTo>
                  <a:lnTo>
                    <a:pt x="2603192" y="207829"/>
                  </a:lnTo>
                  <a:lnTo>
                    <a:pt x="2612951" y="177943"/>
                  </a:lnTo>
                  <a:lnTo>
                    <a:pt x="2622695" y="173315"/>
                  </a:lnTo>
                  <a:lnTo>
                    <a:pt x="2632439" y="140941"/>
                  </a:lnTo>
                  <a:lnTo>
                    <a:pt x="2642198" y="134894"/>
                  </a:lnTo>
                  <a:lnTo>
                    <a:pt x="2651942" y="134143"/>
                  </a:lnTo>
                  <a:lnTo>
                    <a:pt x="2661685" y="130925"/>
                  </a:lnTo>
                  <a:lnTo>
                    <a:pt x="2671444" y="142944"/>
                  </a:lnTo>
                  <a:lnTo>
                    <a:pt x="2681188" y="156110"/>
                  </a:lnTo>
                  <a:lnTo>
                    <a:pt x="2690947" y="148464"/>
                  </a:lnTo>
                  <a:lnTo>
                    <a:pt x="2700691" y="114777"/>
                  </a:lnTo>
                  <a:lnTo>
                    <a:pt x="2710435" y="121024"/>
                  </a:lnTo>
                  <a:lnTo>
                    <a:pt x="2720194" y="97602"/>
                  </a:lnTo>
                  <a:lnTo>
                    <a:pt x="2729938" y="83062"/>
                  </a:lnTo>
                  <a:lnTo>
                    <a:pt x="2739697" y="47023"/>
                  </a:lnTo>
                  <a:lnTo>
                    <a:pt x="2749441" y="84680"/>
                  </a:lnTo>
                  <a:lnTo>
                    <a:pt x="2759185" y="60034"/>
                  </a:lnTo>
                  <a:lnTo>
                    <a:pt x="2768943" y="74255"/>
                  </a:lnTo>
                  <a:lnTo>
                    <a:pt x="2778687" y="73018"/>
                  </a:lnTo>
                  <a:lnTo>
                    <a:pt x="2788446" y="84206"/>
                  </a:lnTo>
                  <a:lnTo>
                    <a:pt x="2798190" y="67552"/>
                  </a:lnTo>
                  <a:lnTo>
                    <a:pt x="2807934" y="101428"/>
                  </a:lnTo>
                  <a:lnTo>
                    <a:pt x="2817693" y="50245"/>
                  </a:lnTo>
                  <a:lnTo>
                    <a:pt x="2827437" y="30987"/>
                  </a:lnTo>
                  <a:lnTo>
                    <a:pt x="2837196" y="41868"/>
                  </a:lnTo>
                  <a:lnTo>
                    <a:pt x="2846940" y="19258"/>
                  </a:lnTo>
                  <a:lnTo>
                    <a:pt x="2856684" y="31826"/>
                  </a:lnTo>
                  <a:lnTo>
                    <a:pt x="2866442" y="73622"/>
                  </a:lnTo>
                  <a:lnTo>
                    <a:pt x="2876186" y="76100"/>
                  </a:lnTo>
                  <a:lnTo>
                    <a:pt x="2885945" y="51303"/>
                  </a:lnTo>
                  <a:lnTo>
                    <a:pt x="2895689" y="0"/>
                  </a:lnTo>
                  <a:lnTo>
                    <a:pt x="2905433" y="974"/>
                  </a:lnTo>
                  <a:lnTo>
                    <a:pt x="2915192" y="3404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8" name="Freeform 1087">
              <a:extLst>
                <a:ext uri="{FF2B5EF4-FFF2-40B4-BE49-F238E27FC236}">
                  <a16:creationId xmlns:a16="http://schemas.microsoft.com/office/drawing/2014/main" id="{868C8DCF-4A78-4EC0-D17D-234406F15B28}"/>
                </a:ext>
              </a:extLst>
            </p:cNvPr>
            <p:cNvSpPr/>
            <p:nvPr/>
          </p:nvSpPr>
          <p:spPr>
            <a:xfrm>
              <a:off x="4426652" y="2946319"/>
              <a:ext cx="2915191" cy="636597"/>
            </a:xfrm>
            <a:custGeom>
              <a:avLst/>
              <a:gdLst>
                <a:gd name="connsiteX0" fmla="*/ 0 w 2915191"/>
                <a:gd name="connsiteY0" fmla="*/ 533007 h 636597"/>
                <a:gd name="connsiteX1" fmla="*/ 9750 w 2915191"/>
                <a:gd name="connsiteY1" fmla="*/ 566510 h 636597"/>
                <a:gd name="connsiteX2" fmla="*/ 19500 w 2915191"/>
                <a:gd name="connsiteY2" fmla="*/ 568618 h 636597"/>
                <a:gd name="connsiteX3" fmla="*/ 29250 w 2915191"/>
                <a:gd name="connsiteY3" fmla="*/ 583198 h 636597"/>
                <a:gd name="connsiteX4" fmla="*/ 39000 w 2915191"/>
                <a:gd name="connsiteY4" fmla="*/ 571036 h 636597"/>
                <a:gd name="connsiteX5" fmla="*/ 48749 w 2915191"/>
                <a:gd name="connsiteY5" fmla="*/ 575086 h 636597"/>
                <a:gd name="connsiteX6" fmla="*/ 58499 w 2915191"/>
                <a:gd name="connsiteY6" fmla="*/ 575606 h 636597"/>
                <a:gd name="connsiteX7" fmla="*/ 68249 w 2915191"/>
                <a:gd name="connsiteY7" fmla="*/ 577036 h 636597"/>
                <a:gd name="connsiteX8" fmla="*/ 77998 w 2915191"/>
                <a:gd name="connsiteY8" fmla="*/ 600970 h 636597"/>
                <a:gd name="connsiteX9" fmla="*/ 87748 w 2915191"/>
                <a:gd name="connsiteY9" fmla="*/ 610100 h 636597"/>
                <a:gd name="connsiteX10" fmla="*/ 97497 w 2915191"/>
                <a:gd name="connsiteY10" fmla="*/ 621083 h 636597"/>
                <a:gd name="connsiteX11" fmla="*/ 107247 w 2915191"/>
                <a:gd name="connsiteY11" fmla="*/ 603872 h 636597"/>
                <a:gd name="connsiteX12" fmla="*/ 116997 w 2915191"/>
                <a:gd name="connsiteY12" fmla="*/ 599048 h 636597"/>
                <a:gd name="connsiteX13" fmla="*/ 126747 w 2915191"/>
                <a:gd name="connsiteY13" fmla="*/ 579296 h 636597"/>
                <a:gd name="connsiteX14" fmla="*/ 136497 w 2915191"/>
                <a:gd name="connsiteY14" fmla="*/ 592223 h 636597"/>
                <a:gd name="connsiteX15" fmla="*/ 146247 w 2915191"/>
                <a:gd name="connsiteY15" fmla="*/ 636598 h 636597"/>
                <a:gd name="connsiteX16" fmla="*/ 155997 w 2915191"/>
                <a:gd name="connsiteY16" fmla="*/ 630266 h 636597"/>
                <a:gd name="connsiteX17" fmla="*/ 165747 w 2915191"/>
                <a:gd name="connsiteY17" fmla="*/ 624647 h 636597"/>
                <a:gd name="connsiteX18" fmla="*/ 175497 w 2915191"/>
                <a:gd name="connsiteY18" fmla="*/ 604794 h 636597"/>
                <a:gd name="connsiteX19" fmla="*/ 185247 w 2915191"/>
                <a:gd name="connsiteY19" fmla="*/ 595809 h 636597"/>
                <a:gd name="connsiteX20" fmla="*/ 194996 w 2915191"/>
                <a:gd name="connsiteY20" fmla="*/ 607049 h 636597"/>
                <a:gd name="connsiteX21" fmla="*/ 204746 w 2915191"/>
                <a:gd name="connsiteY21" fmla="*/ 587871 h 636597"/>
                <a:gd name="connsiteX22" fmla="*/ 214495 w 2915191"/>
                <a:gd name="connsiteY22" fmla="*/ 595599 h 636597"/>
                <a:gd name="connsiteX23" fmla="*/ 224245 w 2915191"/>
                <a:gd name="connsiteY23" fmla="*/ 589481 h 636597"/>
                <a:gd name="connsiteX24" fmla="*/ 233995 w 2915191"/>
                <a:gd name="connsiteY24" fmla="*/ 569210 h 636597"/>
                <a:gd name="connsiteX25" fmla="*/ 243744 w 2915191"/>
                <a:gd name="connsiteY25" fmla="*/ 540288 h 636597"/>
                <a:gd name="connsiteX26" fmla="*/ 253494 w 2915191"/>
                <a:gd name="connsiteY26" fmla="*/ 529613 h 636597"/>
                <a:gd name="connsiteX27" fmla="*/ 263244 w 2915191"/>
                <a:gd name="connsiteY27" fmla="*/ 517947 h 636597"/>
                <a:gd name="connsiteX28" fmla="*/ 272994 w 2915191"/>
                <a:gd name="connsiteY28" fmla="*/ 507203 h 636597"/>
                <a:gd name="connsiteX29" fmla="*/ 282744 w 2915191"/>
                <a:gd name="connsiteY29" fmla="*/ 510925 h 636597"/>
                <a:gd name="connsiteX30" fmla="*/ 292494 w 2915191"/>
                <a:gd name="connsiteY30" fmla="*/ 493247 h 636597"/>
                <a:gd name="connsiteX31" fmla="*/ 302244 w 2915191"/>
                <a:gd name="connsiteY31" fmla="*/ 513455 h 636597"/>
                <a:gd name="connsiteX32" fmla="*/ 311994 w 2915191"/>
                <a:gd name="connsiteY32" fmla="*/ 481197 h 636597"/>
                <a:gd name="connsiteX33" fmla="*/ 321744 w 2915191"/>
                <a:gd name="connsiteY33" fmla="*/ 424971 h 636597"/>
                <a:gd name="connsiteX34" fmla="*/ 331493 w 2915191"/>
                <a:gd name="connsiteY34" fmla="*/ 448528 h 636597"/>
                <a:gd name="connsiteX35" fmla="*/ 341243 w 2915191"/>
                <a:gd name="connsiteY35" fmla="*/ 486094 h 636597"/>
                <a:gd name="connsiteX36" fmla="*/ 350993 w 2915191"/>
                <a:gd name="connsiteY36" fmla="*/ 481333 h 636597"/>
                <a:gd name="connsiteX37" fmla="*/ 360742 w 2915191"/>
                <a:gd name="connsiteY37" fmla="*/ 472749 h 636597"/>
                <a:gd name="connsiteX38" fmla="*/ 370492 w 2915191"/>
                <a:gd name="connsiteY38" fmla="*/ 484820 h 636597"/>
                <a:gd name="connsiteX39" fmla="*/ 380241 w 2915191"/>
                <a:gd name="connsiteY39" fmla="*/ 453495 h 636597"/>
                <a:gd name="connsiteX40" fmla="*/ 389991 w 2915191"/>
                <a:gd name="connsiteY40" fmla="*/ 449817 h 636597"/>
                <a:gd name="connsiteX41" fmla="*/ 399741 w 2915191"/>
                <a:gd name="connsiteY41" fmla="*/ 447294 h 636597"/>
                <a:gd name="connsiteX42" fmla="*/ 409491 w 2915191"/>
                <a:gd name="connsiteY42" fmla="*/ 439866 h 636597"/>
                <a:gd name="connsiteX43" fmla="*/ 419241 w 2915191"/>
                <a:gd name="connsiteY43" fmla="*/ 405601 h 636597"/>
                <a:gd name="connsiteX44" fmla="*/ 428991 w 2915191"/>
                <a:gd name="connsiteY44" fmla="*/ 386694 h 636597"/>
                <a:gd name="connsiteX45" fmla="*/ 438741 w 2915191"/>
                <a:gd name="connsiteY45" fmla="*/ 399156 h 636597"/>
                <a:gd name="connsiteX46" fmla="*/ 448491 w 2915191"/>
                <a:gd name="connsiteY46" fmla="*/ 396396 h 636597"/>
                <a:gd name="connsiteX47" fmla="*/ 458241 w 2915191"/>
                <a:gd name="connsiteY47" fmla="*/ 382646 h 636597"/>
                <a:gd name="connsiteX48" fmla="*/ 467991 w 2915191"/>
                <a:gd name="connsiteY48" fmla="*/ 367771 h 636597"/>
                <a:gd name="connsiteX49" fmla="*/ 477740 w 2915191"/>
                <a:gd name="connsiteY49" fmla="*/ 383123 h 636597"/>
                <a:gd name="connsiteX50" fmla="*/ 487490 w 2915191"/>
                <a:gd name="connsiteY50" fmla="*/ 370789 h 636597"/>
                <a:gd name="connsiteX51" fmla="*/ 497239 w 2915191"/>
                <a:gd name="connsiteY51" fmla="*/ 354016 h 636597"/>
                <a:gd name="connsiteX52" fmla="*/ 506989 w 2915191"/>
                <a:gd name="connsiteY52" fmla="*/ 335059 h 636597"/>
                <a:gd name="connsiteX53" fmla="*/ 516738 w 2915191"/>
                <a:gd name="connsiteY53" fmla="*/ 306891 h 636597"/>
                <a:gd name="connsiteX54" fmla="*/ 526488 w 2915191"/>
                <a:gd name="connsiteY54" fmla="*/ 278095 h 636597"/>
                <a:gd name="connsiteX55" fmla="*/ 536238 w 2915191"/>
                <a:gd name="connsiteY55" fmla="*/ 288161 h 636597"/>
                <a:gd name="connsiteX56" fmla="*/ 545988 w 2915191"/>
                <a:gd name="connsiteY56" fmla="*/ 273811 h 636597"/>
                <a:gd name="connsiteX57" fmla="*/ 555738 w 2915191"/>
                <a:gd name="connsiteY57" fmla="*/ 275656 h 636597"/>
                <a:gd name="connsiteX58" fmla="*/ 565488 w 2915191"/>
                <a:gd name="connsiteY58" fmla="*/ 262165 h 636597"/>
                <a:gd name="connsiteX59" fmla="*/ 575238 w 2915191"/>
                <a:gd name="connsiteY59" fmla="*/ 237295 h 636597"/>
                <a:gd name="connsiteX60" fmla="*/ 584988 w 2915191"/>
                <a:gd name="connsiteY60" fmla="*/ 254394 h 636597"/>
                <a:gd name="connsiteX61" fmla="*/ 594738 w 2915191"/>
                <a:gd name="connsiteY61" fmla="*/ 251453 h 636597"/>
                <a:gd name="connsiteX62" fmla="*/ 604488 w 2915191"/>
                <a:gd name="connsiteY62" fmla="*/ 258430 h 636597"/>
                <a:gd name="connsiteX63" fmla="*/ 614237 w 2915191"/>
                <a:gd name="connsiteY63" fmla="*/ 254789 h 636597"/>
                <a:gd name="connsiteX64" fmla="*/ 623987 w 2915191"/>
                <a:gd name="connsiteY64" fmla="*/ 280180 h 636597"/>
                <a:gd name="connsiteX65" fmla="*/ 633736 w 2915191"/>
                <a:gd name="connsiteY65" fmla="*/ 282970 h 636597"/>
                <a:gd name="connsiteX66" fmla="*/ 643486 w 2915191"/>
                <a:gd name="connsiteY66" fmla="*/ 256189 h 636597"/>
                <a:gd name="connsiteX67" fmla="*/ 653236 w 2915191"/>
                <a:gd name="connsiteY67" fmla="*/ 257194 h 636597"/>
                <a:gd name="connsiteX68" fmla="*/ 662985 w 2915191"/>
                <a:gd name="connsiteY68" fmla="*/ 253344 h 636597"/>
                <a:gd name="connsiteX69" fmla="*/ 672735 w 2915191"/>
                <a:gd name="connsiteY69" fmla="*/ 241353 h 636597"/>
                <a:gd name="connsiteX70" fmla="*/ 682485 w 2915191"/>
                <a:gd name="connsiteY70" fmla="*/ 204922 h 636597"/>
                <a:gd name="connsiteX71" fmla="*/ 692235 w 2915191"/>
                <a:gd name="connsiteY71" fmla="*/ 188055 h 636597"/>
                <a:gd name="connsiteX72" fmla="*/ 701985 w 2915191"/>
                <a:gd name="connsiteY72" fmla="*/ 167776 h 636597"/>
                <a:gd name="connsiteX73" fmla="*/ 711735 w 2915191"/>
                <a:gd name="connsiteY73" fmla="*/ 158045 h 636597"/>
                <a:gd name="connsiteX74" fmla="*/ 721485 w 2915191"/>
                <a:gd name="connsiteY74" fmla="*/ 170009 h 636597"/>
                <a:gd name="connsiteX75" fmla="*/ 731235 w 2915191"/>
                <a:gd name="connsiteY75" fmla="*/ 141452 h 636597"/>
                <a:gd name="connsiteX76" fmla="*/ 740985 w 2915191"/>
                <a:gd name="connsiteY76" fmla="*/ 150548 h 636597"/>
                <a:gd name="connsiteX77" fmla="*/ 750734 w 2915191"/>
                <a:gd name="connsiteY77" fmla="*/ 134883 h 636597"/>
                <a:gd name="connsiteX78" fmla="*/ 760484 w 2915191"/>
                <a:gd name="connsiteY78" fmla="*/ 141104 h 636597"/>
                <a:gd name="connsiteX79" fmla="*/ 770233 w 2915191"/>
                <a:gd name="connsiteY79" fmla="*/ 150240 h 636597"/>
                <a:gd name="connsiteX80" fmla="*/ 779983 w 2915191"/>
                <a:gd name="connsiteY80" fmla="*/ 87706 h 636597"/>
                <a:gd name="connsiteX81" fmla="*/ 789733 w 2915191"/>
                <a:gd name="connsiteY81" fmla="*/ 41343 h 636597"/>
                <a:gd name="connsiteX82" fmla="*/ 799482 w 2915191"/>
                <a:gd name="connsiteY82" fmla="*/ 47616 h 636597"/>
                <a:gd name="connsiteX83" fmla="*/ 809232 w 2915191"/>
                <a:gd name="connsiteY83" fmla="*/ 31651 h 636597"/>
                <a:gd name="connsiteX84" fmla="*/ 818982 w 2915191"/>
                <a:gd name="connsiteY84" fmla="*/ 17852 h 636597"/>
                <a:gd name="connsiteX85" fmla="*/ 828732 w 2915191"/>
                <a:gd name="connsiteY85" fmla="*/ 25593 h 636597"/>
                <a:gd name="connsiteX86" fmla="*/ 838482 w 2915191"/>
                <a:gd name="connsiteY86" fmla="*/ 19270 h 636597"/>
                <a:gd name="connsiteX87" fmla="*/ 848232 w 2915191"/>
                <a:gd name="connsiteY87" fmla="*/ 4233 h 636597"/>
                <a:gd name="connsiteX88" fmla="*/ 857982 w 2915191"/>
                <a:gd name="connsiteY88" fmla="*/ 0 h 636597"/>
                <a:gd name="connsiteX89" fmla="*/ 867732 w 2915191"/>
                <a:gd name="connsiteY89" fmla="*/ 17491 h 636597"/>
                <a:gd name="connsiteX90" fmla="*/ 877482 w 2915191"/>
                <a:gd name="connsiteY90" fmla="*/ 36112 h 636597"/>
                <a:gd name="connsiteX91" fmla="*/ 887231 w 2915191"/>
                <a:gd name="connsiteY91" fmla="*/ 34759 h 636597"/>
                <a:gd name="connsiteX92" fmla="*/ 896981 w 2915191"/>
                <a:gd name="connsiteY92" fmla="*/ 28843 h 636597"/>
                <a:gd name="connsiteX93" fmla="*/ 906730 w 2915191"/>
                <a:gd name="connsiteY93" fmla="*/ 8311 h 636597"/>
                <a:gd name="connsiteX94" fmla="*/ 916480 w 2915191"/>
                <a:gd name="connsiteY94" fmla="*/ 12271 h 636597"/>
                <a:gd name="connsiteX95" fmla="*/ 926230 w 2915191"/>
                <a:gd name="connsiteY95" fmla="*/ 46413 h 636597"/>
                <a:gd name="connsiteX96" fmla="*/ 935979 w 2915191"/>
                <a:gd name="connsiteY96" fmla="*/ 84444 h 636597"/>
                <a:gd name="connsiteX97" fmla="*/ 945729 w 2915191"/>
                <a:gd name="connsiteY97" fmla="*/ 63443 h 636597"/>
                <a:gd name="connsiteX98" fmla="*/ 955479 w 2915191"/>
                <a:gd name="connsiteY98" fmla="*/ 64575 h 636597"/>
                <a:gd name="connsiteX99" fmla="*/ 965229 w 2915191"/>
                <a:gd name="connsiteY99" fmla="*/ 49308 h 636597"/>
                <a:gd name="connsiteX100" fmla="*/ 974979 w 2915191"/>
                <a:gd name="connsiteY100" fmla="*/ 71797 h 636597"/>
                <a:gd name="connsiteX101" fmla="*/ 984729 w 2915191"/>
                <a:gd name="connsiteY101" fmla="*/ 81783 h 636597"/>
                <a:gd name="connsiteX102" fmla="*/ 994474 w 2915191"/>
                <a:gd name="connsiteY102" fmla="*/ 52634 h 636597"/>
                <a:gd name="connsiteX103" fmla="*/ 1004233 w 2915191"/>
                <a:gd name="connsiteY103" fmla="*/ 92401 h 636597"/>
                <a:gd name="connsiteX104" fmla="*/ 1013977 w 2915191"/>
                <a:gd name="connsiteY104" fmla="*/ 109651 h 636597"/>
                <a:gd name="connsiteX105" fmla="*/ 1023721 w 2915191"/>
                <a:gd name="connsiteY105" fmla="*/ 113785 h 636597"/>
                <a:gd name="connsiteX106" fmla="*/ 1033480 w 2915191"/>
                <a:gd name="connsiteY106" fmla="*/ 107314 h 636597"/>
                <a:gd name="connsiteX107" fmla="*/ 1043224 w 2915191"/>
                <a:gd name="connsiteY107" fmla="*/ 112811 h 636597"/>
                <a:gd name="connsiteX108" fmla="*/ 1052983 w 2915191"/>
                <a:gd name="connsiteY108" fmla="*/ 135837 h 636597"/>
                <a:gd name="connsiteX109" fmla="*/ 1062727 w 2915191"/>
                <a:gd name="connsiteY109" fmla="*/ 136490 h 636597"/>
                <a:gd name="connsiteX110" fmla="*/ 1072471 w 2915191"/>
                <a:gd name="connsiteY110" fmla="*/ 116865 h 636597"/>
                <a:gd name="connsiteX111" fmla="*/ 1082230 w 2915191"/>
                <a:gd name="connsiteY111" fmla="*/ 97801 h 636597"/>
                <a:gd name="connsiteX112" fmla="*/ 1091973 w 2915191"/>
                <a:gd name="connsiteY112" fmla="*/ 94491 h 636597"/>
                <a:gd name="connsiteX113" fmla="*/ 1101732 w 2915191"/>
                <a:gd name="connsiteY113" fmla="*/ 106899 h 636597"/>
                <a:gd name="connsiteX114" fmla="*/ 1111476 w 2915191"/>
                <a:gd name="connsiteY114" fmla="*/ 112766 h 636597"/>
                <a:gd name="connsiteX115" fmla="*/ 1121220 w 2915191"/>
                <a:gd name="connsiteY115" fmla="*/ 119111 h 636597"/>
                <a:gd name="connsiteX116" fmla="*/ 1130979 w 2915191"/>
                <a:gd name="connsiteY116" fmla="*/ 115960 h 636597"/>
                <a:gd name="connsiteX117" fmla="*/ 1140723 w 2915191"/>
                <a:gd name="connsiteY117" fmla="*/ 128426 h 636597"/>
                <a:gd name="connsiteX118" fmla="*/ 1150482 w 2915191"/>
                <a:gd name="connsiteY118" fmla="*/ 138339 h 636597"/>
                <a:gd name="connsiteX119" fmla="*/ 1160226 w 2915191"/>
                <a:gd name="connsiteY119" fmla="*/ 151864 h 636597"/>
                <a:gd name="connsiteX120" fmla="*/ 1169969 w 2915191"/>
                <a:gd name="connsiteY120" fmla="*/ 156934 h 636597"/>
                <a:gd name="connsiteX121" fmla="*/ 1179728 w 2915191"/>
                <a:gd name="connsiteY121" fmla="*/ 158640 h 636597"/>
                <a:gd name="connsiteX122" fmla="*/ 1189472 w 2915191"/>
                <a:gd name="connsiteY122" fmla="*/ 138420 h 636597"/>
                <a:gd name="connsiteX123" fmla="*/ 1199231 w 2915191"/>
                <a:gd name="connsiteY123" fmla="*/ 168586 h 636597"/>
                <a:gd name="connsiteX124" fmla="*/ 1208975 w 2915191"/>
                <a:gd name="connsiteY124" fmla="*/ 202899 h 636597"/>
                <a:gd name="connsiteX125" fmla="*/ 1218719 w 2915191"/>
                <a:gd name="connsiteY125" fmla="*/ 195381 h 636597"/>
                <a:gd name="connsiteX126" fmla="*/ 1228478 w 2915191"/>
                <a:gd name="connsiteY126" fmla="*/ 134507 h 636597"/>
                <a:gd name="connsiteX127" fmla="*/ 1238222 w 2915191"/>
                <a:gd name="connsiteY127" fmla="*/ 139143 h 636597"/>
                <a:gd name="connsiteX128" fmla="*/ 1247966 w 2915191"/>
                <a:gd name="connsiteY128" fmla="*/ 121960 h 636597"/>
                <a:gd name="connsiteX129" fmla="*/ 1257725 w 2915191"/>
                <a:gd name="connsiteY129" fmla="*/ 177667 h 636597"/>
                <a:gd name="connsiteX130" fmla="*/ 1267469 w 2915191"/>
                <a:gd name="connsiteY130" fmla="*/ 153760 h 636597"/>
                <a:gd name="connsiteX131" fmla="*/ 1277227 w 2915191"/>
                <a:gd name="connsiteY131" fmla="*/ 152302 h 636597"/>
                <a:gd name="connsiteX132" fmla="*/ 1286971 w 2915191"/>
                <a:gd name="connsiteY132" fmla="*/ 179643 h 636597"/>
                <a:gd name="connsiteX133" fmla="*/ 1296715 w 2915191"/>
                <a:gd name="connsiteY133" fmla="*/ 170784 h 636597"/>
                <a:gd name="connsiteX134" fmla="*/ 1306474 w 2915191"/>
                <a:gd name="connsiteY134" fmla="*/ 187367 h 636597"/>
                <a:gd name="connsiteX135" fmla="*/ 1316218 w 2915191"/>
                <a:gd name="connsiteY135" fmla="*/ 165613 h 636597"/>
                <a:gd name="connsiteX136" fmla="*/ 1325977 w 2915191"/>
                <a:gd name="connsiteY136" fmla="*/ 198597 h 636597"/>
                <a:gd name="connsiteX137" fmla="*/ 1335721 w 2915191"/>
                <a:gd name="connsiteY137" fmla="*/ 205768 h 636597"/>
                <a:gd name="connsiteX138" fmla="*/ 1345465 w 2915191"/>
                <a:gd name="connsiteY138" fmla="*/ 208088 h 636597"/>
                <a:gd name="connsiteX139" fmla="*/ 1355224 w 2915191"/>
                <a:gd name="connsiteY139" fmla="*/ 247216 h 636597"/>
                <a:gd name="connsiteX140" fmla="*/ 1364967 w 2915191"/>
                <a:gd name="connsiteY140" fmla="*/ 289942 h 636597"/>
                <a:gd name="connsiteX141" fmla="*/ 1374726 w 2915191"/>
                <a:gd name="connsiteY141" fmla="*/ 278781 h 636597"/>
                <a:gd name="connsiteX142" fmla="*/ 1384470 w 2915191"/>
                <a:gd name="connsiteY142" fmla="*/ 265194 h 636597"/>
                <a:gd name="connsiteX143" fmla="*/ 1394214 w 2915191"/>
                <a:gd name="connsiteY143" fmla="*/ 270011 h 636597"/>
                <a:gd name="connsiteX144" fmla="*/ 1403973 w 2915191"/>
                <a:gd name="connsiteY144" fmla="*/ 281288 h 636597"/>
                <a:gd name="connsiteX145" fmla="*/ 1413717 w 2915191"/>
                <a:gd name="connsiteY145" fmla="*/ 252955 h 636597"/>
                <a:gd name="connsiteX146" fmla="*/ 1423476 w 2915191"/>
                <a:gd name="connsiteY146" fmla="*/ 254975 h 636597"/>
                <a:gd name="connsiteX147" fmla="*/ 1433220 w 2915191"/>
                <a:gd name="connsiteY147" fmla="*/ 260638 h 636597"/>
                <a:gd name="connsiteX148" fmla="*/ 1442964 w 2915191"/>
                <a:gd name="connsiteY148" fmla="*/ 257968 h 636597"/>
                <a:gd name="connsiteX149" fmla="*/ 1452722 w 2915191"/>
                <a:gd name="connsiteY149" fmla="*/ 253262 h 636597"/>
                <a:gd name="connsiteX150" fmla="*/ 1462466 w 2915191"/>
                <a:gd name="connsiteY150" fmla="*/ 244607 h 636597"/>
                <a:gd name="connsiteX151" fmla="*/ 1472225 w 2915191"/>
                <a:gd name="connsiteY151" fmla="*/ 232949 h 636597"/>
                <a:gd name="connsiteX152" fmla="*/ 1481969 w 2915191"/>
                <a:gd name="connsiteY152" fmla="*/ 242764 h 636597"/>
                <a:gd name="connsiteX153" fmla="*/ 1491713 w 2915191"/>
                <a:gd name="connsiteY153" fmla="*/ 217813 h 636597"/>
                <a:gd name="connsiteX154" fmla="*/ 1501472 w 2915191"/>
                <a:gd name="connsiteY154" fmla="*/ 260698 h 636597"/>
                <a:gd name="connsiteX155" fmla="*/ 1511216 w 2915191"/>
                <a:gd name="connsiteY155" fmla="*/ 268606 h 636597"/>
                <a:gd name="connsiteX156" fmla="*/ 1520960 w 2915191"/>
                <a:gd name="connsiteY156" fmla="*/ 247694 h 636597"/>
                <a:gd name="connsiteX157" fmla="*/ 1530719 w 2915191"/>
                <a:gd name="connsiteY157" fmla="*/ 250216 h 636597"/>
                <a:gd name="connsiteX158" fmla="*/ 1540463 w 2915191"/>
                <a:gd name="connsiteY158" fmla="*/ 270473 h 636597"/>
                <a:gd name="connsiteX159" fmla="*/ 1550221 w 2915191"/>
                <a:gd name="connsiteY159" fmla="*/ 270119 h 636597"/>
                <a:gd name="connsiteX160" fmla="*/ 1559965 w 2915191"/>
                <a:gd name="connsiteY160" fmla="*/ 259262 h 636597"/>
                <a:gd name="connsiteX161" fmla="*/ 1569709 w 2915191"/>
                <a:gd name="connsiteY161" fmla="*/ 322758 h 636597"/>
                <a:gd name="connsiteX162" fmla="*/ 1579468 w 2915191"/>
                <a:gd name="connsiteY162" fmla="*/ 371661 h 636597"/>
                <a:gd name="connsiteX163" fmla="*/ 1589212 w 2915191"/>
                <a:gd name="connsiteY163" fmla="*/ 384333 h 636597"/>
                <a:gd name="connsiteX164" fmla="*/ 1598971 w 2915191"/>
                <a:gd name="connsiteY164" fmla="*/ 352942 h 636597"/>
                <a:gd name="connsiteX165" fmla="*/ 1608715 w 2915191"/>
                <a:gd name="connsiteY165" fmla="*/ 375697 h 636597"/>
                <a:gd name="connsiteX166" fmla="*/ 1618459 w 2915191"/>
                <a:gd name="connsiteY166" fmla="*/ 390152 h 636597"/>
                <a:gd name="connsiteX167" fmla="*/ 1628218 w 2915191"/>
                <a:gd name="connsiteY167" fmla="*/ 378410 h 636597"/>
                <a:gd name="connsiteX168" fmla="*/ 1637962 w 2915191"/>
                <a:gd name="connsiteY168" fmla="*/ 379650 h 636597"/>
                <a:gd name="connsiteX169" fmla="*/ 1647720 w 2915191"/>
                <a:gd name="connsiteY169" fmla="*/ 356331 h 636597"/>
                <a:gd name="connsiteX170" fmla="*/ 1657464 w 2915191"/>
                <a:gd name="connsiteY170" fmla="*/ 318384 h 636597"/>
                <a:gd name="connsiteX171" fmla="*/ 1667208 w 2915191"/>
                <a:gd name="connsiteY171" fmla="*/ 355223 h 636597"/>
                <a:gd name="connsiteX172" fmla="*/ 1676967 w 2915191"/>
                <a:gd name="connsiteY172" fmla="*/ 378823 h 636597"/>
                <a:gd name="connsiteX173" fmla="*/ 1686711 w 2915191"/>
                <a:gd name="connsiteY173" fmla="*/ 374556 h 636597"/>
                <a:gd name="connsiteX174" fmla="*/ 1696470 w 2915191"/>
                <a:gd name="connsiteY174" fmla="*/ 335153 h 636597"/>
                <a:gd name="connsiteX175" fmla="*/ 1706214 w 2915191"/>
                <a:gd name="connsiteY175" fmla="*/ 325008 h 636597"/>
                <a:gd name="connsiteX176" fmla="*/ 1715958 w 2915191"/>
                <a:gd name="connsiteY176" fmla="*/ 340101 h 636597"/>
                <a:gd name="connsiteX177" fmla="*/ 1725716 w 2915191"/>
                <a:gd name="connsiteY177" fmla="*/ 291056 h 636597"/>
                <a:gd name="connsiteX178" fmla="*/ 1735460 w 2915191"/>
                <a:gd name="connsiteY178" fmla="*/ 297638 h 636597"/>
                <a:gd name="connsiteX179" fmla="*/ 1745219 w 2915191"/>
                <a:gd name="connsiteY179" fmla="*/ 323986 h 636597"/>
                <a:gd name="connsiteX180" fmla="*/ 1754963 w 2915191"/>
                <a:gd name="connsiteY180" fmla="*/ 306769 h 636597"/>
                <a:gd name="connsiteX181" fmla="*/ 1764707 w 2915191"/>
                <a:gd name="connsiteY181" fmla="*/ 309947 h 636597"/>
                <a:gd name="connsiteX182" fmla="*/ 1774466 w 2915191"/>
                <a:gd name="connsiteY182" fmla="*/ 315975 h 636597"/>
                <a:gd name="connsiteX183" fmla="*/ 1784210 w 2915191"/>
                <a:gd name="connsiteY183" fmla="*/ 342937 h 636597"/>
                <a:gd name="connsiteX184" fmla="*/ 1793969 w 2915191"/>
                <a:gd name="connsiteY184" fmla="*/ 370313 h 636597"/>
                <a:gd name="connsiteX185" fmla="*/ 1803713 w 2915191"/>
                <a:gd name="connsiteY185" fmla="*/ 359132 h 636597"/>
                <a:gd name="connsiteX186" fmla="*/ 1813457 w 2915191"/>
                <a:gd name="connsiteY186" fmla="*/ 347319 h 636597"/>
                <a:gd name="connsiteX187" fmla="*/ 1823215 w 2915191"/>
                <a:gd name="connsiteY187" fmla="*/ 356372 h 636597"/>
                <a:gd name="connsiteX188" fmla="*/ 1832959 w 2915191"/>
                <a:gd name="connsiteY188" fmla="*/ 341854 h 636597"/>
                <a:gd name="connsiteX189" fmla="*/ 1842703 w 2915191"/>
                <a:gd name="connsiteY189" fmla="*/ 326310 h 636597"/>
                <a:gd name="connsiteX190" fmla="*/ 1852462 w 2915191"/>
                <a:gd name="connsiteY190" fmla="*/ 361954 h 636597"/>
                <a:gd name="connsiteX191" fmla="*/ 1862206 w 2915191"/>
                <a:gd name="connsiteY191" fmla="*/ 352669 h 636597"/>
                <a:gd name="connsiteX192" fmla="*/ 1871965 w 2915191"/>
                <a:gd name="connsiteY192" fmla="*/ 345716 h 636597"/>
                <a:gd name="connsiteX193" fmla="*/ 1881709 w 2915191"/>
                <a:gd name="connsiteY193" fmla="*/ 379477 h 636597"/>
                <a:gd name="connsiteX194" fmla="*/ 1891453 w 2915191"/>
                <a:gd name="connsiteY194" fmla="*/ 415795 h 636597"/>
                <a:gd name="connsiteX195" fmla="*/ 1901212 w 2915191"/>
                <a:gd name="connsiteY195" fmla="*/ 405538 h 636597"/>
                <a:gd name="connsiteX196" fmla="*/ 1910956 w 2915191"/>
                <a:gd name="connsiteY196" fmla="*/ 380717 h 636597"/>
                <a:gd name="connsiteX197" fmla="*/ 1920714 w 2915191"/>
                <a:gd name="connsiteY197" fmla="*/ 393820 h 636597"/>
                <a:gd name="connsiteX198" fmla="*/ 1930458 w 2915191"/>
                <a:gd name="connsiteY198" fmla="*/ 404250 h 636597"/>
                <a:gd name="connsiteX199" fmla="*/ 1940202 w 2915191"/>
                <a:gd name="connsiteY199" fmla="*/ 429480 h 636597"/>
                <a:gd name="connsiteX200" fmla="*/ 1949961 w 2915191"/>
                <a:gd name="connsiteY200" fmla="*/ 412682 h 636597"/>
                <a:gd name="connsiteX201" fmla="*/ 1959705 w 2915191"/>
                <a:gd name="connsiteY201" fmla="*/ 454501 h 636597"/>
                <a:gd name="connsiteX202" fmla="*/ 1969464 w 2915191"/>
                <a:gd name="connsiteY202" fmla="*/ 442650 h 636597"/>
                <a:gd name="connsiteX203" fmla="*/ 1979208 w 2915191"/>
                <a:gd name="connsiteY203" fmla="*/ 439395 h 636597"/>
                <a:gd name="connsiteX204" fmla="*/ 1988952 w 2915191"/>
                <a:gd name="connsiteY204" fmla="*/ 461112 h 636597"/>
                <a:gd name="connsiteX205" fmla="*/ 1998711 w 2915191"/>
                <a:gd name="connsiteY205" fmla="*/ 468092 h 636597"/>
                <a:gd name="connsiteX206" fmla="*/ 2008454 w 2915191"/>
                <a:gd name="connsiteY206" fmla="*/ 451637 h 636597"/>
                <a:gd name="connsiteX207" fmla="*/ 2018213 w 2915191"/>
                <a:gd name="connsiteY207" fmla="*/ 429599 h 636597"/>
                <a:gd name="connsiteX208" fmla="*/ 2027957 w 2915191"/>
                <a:gd name="connsiteY208" fmla="*/ 414677 h 636597"/>
                <a:gd name="connsiteX209" fmla="*/ 2037701 w 2915191"/>
                <a:gd name="connsiteY209" fmla="*/ 388391 h 636597"/>
                <a:gd name="connsiteX210" fmla="*/ 2047460 w 2915191"/>
                <a:gd name="connsiteY210" fmla="*/ 351856 h 636597"/>
                <a:gd name="connsiteX211" fmla="*/ 2057204 w 2915191"/>
                <a:gd name="connsiteY211" fmla="*/ 305904 h 636597"/>
                <a:gd name="connsiteX212" fmla="*/ 2066963 w 2915191"/>
                <a:gd name="connsiteY212" fmla="*/ 281366 h 636597"/>
                <a:gd name="connsiteX213" fmla="*/ 2076707 w 2915191"/>
                <a:gd name="connsiteY213" fmla="*/ 315137 h 636597"/>
                <a:gd name="connsiteX214" fmla="*/ 2086451 w 2915191"/>
                <a:gd name="connsiteY214" fmla="*/ 356141 h 636597"/>
                <a:gd name="connsiteX215" fmla="*/ 2096210 w 2915191"/>
                <a:gd name="connsiteY215" fmla="*/ 367762 h 636597"/>
                <a:gd name="connsiteX216" fmla="*/ 2105954 w 2915191"/>
                <a:gd name="connsiteY216" fmla="*/ 347321 h 636597"/>
                <a:gd name="connsiteX217" fmla="*/ 2115697 w 2915191"/>
                <a:gd name="connsiteY217" fmla="*/ 382497 h 636597"/>
                <a:gd name="connsiteX218" fmla="*/ 2125456 w 2915191"/>
                <a:gd name="connsiteY218" fmla="*/ 347027 h 636597"/>
                <a:gd name="connsiteX219" fmla="*/ 2135200 w 2915191"/>
                <a:gd name="connsiteY219" fmla="*/ 346728 h 636597"/>
                <a:gd name="connsiteX220" fmla="*/ 2144959 w 2915191"/>
                <a:gd name="connsiteY220" fmla="*/ 371205 h 636597"/>
                <a:gd name="connsiteX221" fmla="*/ 2154703 w 2915191"/>
                <a:gd name="connsiteY221" fmla="*/ 376667 h 636597"/>
                <a:gd name="connsiteX222" fmla="*/ 2164447 w 2915191"/>
                <a:gd name="connsiteY222" fmla="*/ 390032 h 636597"/>
                <a:gd name="connsiteX223" fmla="*/ 2174206 w 2915191"/>
                <a:gd name="connsiteY223" fmla="*/ 387000 h 636597"/>
                <a:gd name="connsiteX224" fmla="*/ 2183950 w 2915191"/>
                <a:gd name="connsiteY224" fmla="*/ 408628 h 636597"/>
                <a:gd name="connsiteX225" fmla="*/ 2193709 w 2915191"/>
                <a:gd name="connsiteY225" fmla="*/ 450520 h 636597"/>
                <a:gd name="connsiteX226" fmla="*/ 2203452 w 2915191"/>
                <a:gd name="connsiteY226" fmla="*/ 415780 h 636597"/>
                <a:gd name="connsiteX227" fmla="*/ 2213196 w 2915191"/>
                <a:gd name="connsiteY227" fmla="*/ 438382 h 636597"/>
                <a:gd name="connsiteX228" fmla="*/ 2222955 w 2915191"/>
                <a:gd name="connsiteY228" fmla="*/ 411486 h 636597"/>
                <a:gd name="connsiteX229" fmla="*/ 2232699 w 2915191"/>
                <a:gd name="connsiteY229" fmla="*/ 448483 h 636597"/>
                <a:gd name="connsiteX230" fmla="*/ 2242458 w 2915191"/>
                <a:gd name="connsiteY230" fmla="*/ 438945 h 636597"/>
                <a:gd name="connsiteX231" fmla="*/ 2252202 w 2915191"/>
                <a:gd name="connsiteY231" fmla="*/ 446694 h 636597"/>
                <a:gd name="connsiteX232" fmla="*/ 2261946 w 2915191"/>
                <a:gd name="connsiteY232" fmla="*/ 431993 h 636597"/>
                <a:gd name="connsiteX233" fmla="*/ 2271705 w 2915191"/>
                <a:gd name="connsiteY233" fmla="*/ 418453 h 636597"/>
                <a:gd name="connsiteX234" fmla="*/ 2281449 w 2915191"/>
                <a:gd name="connsiteY234" fmla="*/ 387892 h 636597"/>
                <a:gd name="connsiteX235" fmla="*/ 2291208 w 2915191"/>
                <a:gd name="connsiteY235" fmla="*/ 397295 h 636597"/>
                <a:gd name="connsiteX236" fmla="*/ 2300951 w 2915191"/>
                <a:gd name="connsiteY236" fmla="*/ 393446 h 636597"/>
                <a:gd name="connsiteX237" fmla="*/ 2310695 w 2915191"/>
                <a:gd name="connsiteY237" fmla="*/ 409238 h 636597"/>
                <a:gd name="connsiteX238" fmla="*/ 2320454 w 2915191"/>
                <a:gd name="connsiteY238" fmla="*/ 405366 h 636597"/>
                <a:gd name="connsiteX239" fmla="*/ 2330198 w 2915191"/>
                <a:gd name="connsiteY239" fmla="*/ 397503 h 636597"/>
                <a:gd name="connsiteX240" fmla="*/ 2339957 w 2915191"/>
                <a:gd name="connsiteY240" fmla="*/ 427942 h 636597"/>
                <a:gd name="connsiteX241" fmla="*/ 2349701 w 2915191"/>
                <a:gd name="connsiteY241" fmla="*/ 434833 h 636597"/>
                <a:gd name="connsiteX242" fmla="*/ 2359445 w 2915191"/>
                <a:gd name="connsiteY242" fmla="*/ 420501 h 636597"/>
                <a:gd name="connsiteX243" fmla="*/ 2369204 w 2915191"/>
                <a:gd name="connsiteY243" fmla="*/ 406770 h 636597"/>
                <a:gd name="connsiteX244" fmla="*/ 2378948 w 2915191"/>
                <a:gd name="connsiteY244" fmla="*/ 400659 h 636597"/>
                <a:gd name="connsiteX245" fmla="*/ 2388692 w 2915191"/>
                <a:gd name="connsiteY245" fmla="*/ 423317 h 636597"/>
                <a:gd name="connsiteX246" fmla="*/ 2398450 w 2915191"/>
                <a:gd name="connsiteY246" fmla="*/ 412632 h 636597"/>
                <a:gd name="connsiteX247" fmla="*/ 2408194 w 2915191"/>
                <a:gd name="connsiteY247" fmla="*/ 461244 h 636597"/>
                <a:gd name="connsiteX248" fmla="*/ 2417953 w 2915191"/>
                <a:gd name="connsiteY248" fmla="*/ 464284 h 636597"/>
                <a:gd name="connsiteX249" fmla="*/ 2427697 w 2915191"/>
                <a:gd name="connsiteY249" fmla="*/ 446032 h 636597"/>
                <a:gd name="connsiteX250" fmla="*/ 2437441 w 2915191"/>
                <a:gd name="connsiteY250" fmla="*/ 442424 h 636597"/>
                <a:gd name="connsiteX251" fmla="*/ 2447200 w 2915191"/>
                <a:gd name="connsiteY251" fmla="*/ 442221 h 636597"/>
                <a:gd name="connsiteX252" fmla="*/ 2456944 w 2915191"/>
                <a:gd name="connsiteY252" fmla="*/ 449307 h 636597"/>
                <a:gd name="connsiteX253" fmla="*/ 2466703 w 2915191"/>
                <a:gd name="connsiteY253" fmla="*/ 402794 h 636597"/>
                <a:gd name="connsiteX254" fmla="*/ 2476446 w 2915191"/>
                <a:gd name="connsiteY254" fmla="*/ 403216 h 636597"/>
                <a:gd name="connsiteX255" fmla="*/ 2486190 w 2915191"/>
                <a:gd name="connsiteY255" fmla="*/ 431418 h 636597"/>
                <a:gd name="connsiteX256" fmla="*/ 2495949 w 2915191"/>
                <a:gd name="connsiteY256" fmla="*/ 442911 h 636597"/>
                <a:gd name="connsiteX257" fmla="*/ 2505693 w 2915191"/>
                <a:gd name="connsiteY257" fmla="*/ 427890 h 636597"/>
                <a:gd name="connsiteX258" fmla="*/ 2515452 w 2915191"/>
                <a:gd name="connsiteY258" fmla="*/ 445532 h 636597"/>
                <a:gd name="connsiteX259" fmla="*/ 2525196 w 2915191"/>
                <a:gd name="connsiteY259" fmla="*/ 445329 h 636597"/>
                <a:gd name="connsiteX260" fmla="*/ 2534940 w 2915191"/>
                <a:gd name="connsiteY260" fmla="*/ 421568 h 636597"/>
                <a:gd name="connsiteX261" fmla="*/ 2544699 w 2915191"/>
                <a:gd name="connsiteY261" fmla="*/ 425572 h 636597"/>
                <a:gd name="connsiteX262" fmla="*/ 2554443 w 2915191"/>
                <a:gd name="connsiteY262" fmla="*/ 436698 h 636597"/>
                <a:gd name="connsiteX263" fmla="*/ 2564202 w 2915191"/>
                <a:gd name="connsiteY263" fmla="*/ 418880 h 636597"/>
                <a:gd name="connsiteX264" fmla="*/ 2573946 w 2915191"/>
                <a:gd name="connsiteY264" fmla="*/ 454079 h 636597"/>
                <a:gd name="connsiteX265" fmla="*/ 2583690 w 2915191"/>
                <a:gd name="connsiteY265" fmla="*/ 435396 h 636597"/>
                <a:gd name="connsiteX266" fmla="*/ 2593448 w 2915191"/>
                <a:gd name="connsiteY266" fmla="*/ 420141 h 636597"/>
                <a:gd name="connsiteX267" fmla="*/ 2603192 w 2915191"/>
                <a:gd name="connsiteY267" fmla="*/ 429371 h 636597"/>
                <a:gd name="connsiteX268" fmla="*/ 2612951 w 2915191"/>
                <a:gd name="connsiteY268" fmla="*/ 401024 h 636597"/>
                <a:gd name="connsiteX269" fmla="*/ 2622695 w 2915191"/>
                <a:gd name="connsiteY269" fmla="*/ 378586 h 636597"/>
                <a:gd name="connsiteX270" fmla="*/ 2632439 w 2915191"/>
                <a:gd name="connsiteY270" fmla="*/ 341492 h 636597"/>
                <a:gd name="connsiteX271" fmla="*/ 2642198 w 2915191"/>
                <a:gd name="connsiteY271" fmla="*/ 355847 h 636597"/>
                <a:gd name="connsiteX272" fmla="*/ 2651942 w 2915191"/>
                <a:gd name="connsiteY272" fmla="*/ 358191 h 636597"/>
                <a:gd name="connsiteX273" fmla="*/ 2661685 w 2915191"/>
                <a:gd name="connsiteY273" fmla="*/ 323646 h 636597"/>
                <a:gd name="connsiteX274" fmla="*/ 2671444 w 2915191"/>
                <a:gd name="connsiteY274" fmla="*/ 342729 h 636597"/>
                <a:gd name="connsiteX275" fmla="*/ 2681188 w 2915191"/>
                <a:gd name="connsiteY275" fmla="*/ 347194 h 636597"/>
                <a:gd name="connsiteX276" fmla="*/ 2690947 w 2915191"/>
                <a:gd name="connsiteY276" fmla="*/ 364296 h 636597"/>
                <a:gd name="connsiteX277" fmla="*/ 2700691 w 2915191"/>
                <a:gd name="connsiteY277" fmla="*/ 397754 h 636597"/>
                <a:gd name="connsiteX278" fmla="*/ 2710435 w 2915191"/>
                <a:gd name="connsiteY278" fmla="*/ 377926 h 636597"/>
                <a:gd name="connsiteX279" fmla="*/ 2720194 w 2915191"/>
                <a:gd name="connsiteY279" fmla="*/ 387995 h 636597"/>
                <a:gd name="connsiteX280" fmla="*/ 2729938 w 2915191"/>
                <a:gd name="connsiteY280" fmla="*/ 381152 h 636597"/>
                <a:gd name="connsiteX281" fmla="*/ 2739697 w 2915191"/>
                <a:gd name="connsiteY281" fmla="*/ 391162 h 636597"/>
                <a:gd name="connsiteX282" fmla="*/ 2749441 w 2915191"/>
                <a:gd name="connsiteY282" fmla="*/ 359212 h 636597"/>
                <a:gd name="connsiteX283" fmla="*/ 2759185 w 2915191"/>
                <a:gd name="connsiteY283" fmla="*/ 393792 h 636597"/>
                <a:gd name="connsiteX284" fmla="*/ 2768943 w 2915191"/>
                <a:gd name="connsiteY284" fmla="*/ 398581 h 636597"/>
                <a:gd name="connsiteX285" fmla="*/ 2778687 w 2915191"/>
                <a:gd name="connsiteY285" fmla="*/ 352230 h 636597"/>
                <a:gd name="connsiteX286" fmla="*/ 2788446 w 2915191"/>
                <a:gd name="connsiteY286" fmla="*/ 357970 h 636597"/>
                <a:gd name="connsiteX287" fmla="*/ 2798190 w 2915191"/>
                <a:gd name="connsiteY287" fmla="*/ 352328 h 636597"/>
                <a:gd name="connsiteX288" fmla="*/ 2807934 w 2915191"/>
                <a:gd name="connsiteY288" fmla="*/ 364995 h 636597"/>
                <a:gd name="connsiteX289" fmla="*/ 2817693 w 2915191"/>
                <a:gd name="connsiteY289" fmla="*/ 336210 h 636597"/>
                <a:gd name="connsiteX290" fmla="*/ 2827437 w 2915191"/>
                <a:gd name="connsiteY290" fmla="*/ 337490 h 636597"/>
                <a:gd name="connsiteX291" fmla="*/ 2837196 w 2915191"/>
                <a:gd name="connsiteY291" fmla="*/ 346772 h 636597"/>
                <a:gd name="connsiteX292" fmla="*/ 2846940 w 2915191"/>
                <a:gd name="connsiteY292" fmla="*/ 327255 h 636597"/>
                <a:gd name="connsiteX293" fmla="*/ 2856684 w 2915191"/>
                <a:gd name="connsiteY293" fmla="*/ 347079 h 636597"/>
                <a:gd name="connsiteX294" fmla="*/ 2866442 w 2915191"/>
                <a:gd name="connsiteY294" fmla="*/ 342113 h 636597"/>
                <a:gd name="connsiteX295" fmla="*/ 2876186 w 2915191"/>
                <a:gd name="connsiteY295" fmla="*/ 330506 h 636597"/>
                <a:gd name="connsiteX296" fmla="*/ 2885945 w 2915191"/>
                <a:gd name="connsiteY296" fmla="*/ 324394 h 636597"/>
                <a:gd name="connsiteX297" fmla="*/ 2895689 w 2915191"/>
                <a:gd name="connsiteY297" fmla="*/ 345630 h 636597"/>
                <a:gd name="connsiteX298" fmla="*/ 2905433 w 2915191"/>
                <a:gd name="connsiteY298" fmla="*/ 341498 h 636597"/>
                <a:gd name="connsiteX299" fmla="*/ 2915192 w 2915191"/>
                <a:gd name="connsiteY299" fmla="*/ 312287 h 636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36597">
                  <a:moveTo>
                    <a:pt x="0" y="533007"/>
                  </a:moveTo>
                  <a:lnTo>
                    <a:pt x="9750" y="566510"/>
                  </a:lnTo>
                  <a:lnTo>
                    <a:pt x="19500" y="568618"/>
                  </a:lnTo>
                  <a:lnTo>
                    <a:pt x="29250" y="583198"/>
                  </a:lnTo>
                  <a:lnTo>
                    <a:pt x="39000" y="571036"/>
                  </a:lnTo>
                  <a:lnTo>
                    <a:pt x="48749" y="575086"/>
                  </a:lnTo>
                  <a:lnTo>
                    <a:pt x="58499" y="575606"/>
                  </a:lnTo>
                  <a:lnTo>
                    <a:pt x="68249" y="577036"/>
                  </a:lnTo>
                  <a:lnTo>
                    <a:pt x="77998" y="600970"/>
                  </a:lnTo>
                  <a:lnTo>
                    <a:pt x="87748" y="610100"/>
                  </a:lnTo>
                  <a:lnTo>
                    <a:pt x="97497" y="621083"/>
                  </a:lnTo>
                  <a:lnTo>
                    <a:pt x="107247" y="603872"/>
                  </a:lnTo>
                  <a:lnTo>
                    <a:pt x="116997" y="599048"/>
                  </a:lnTo>
                  <a:lnTo>
                    <a:pt x="126747" y="579296"/>
                  </a:lnTo>
                  <a:lnTo>
                    <a:pt x="136497" y="592223"/>
                  </a:lnTo>
                  <a:lnTo>
                    <a:pt x="146247" y="636598"/>
                  </a:lnTo>
                  <a:lnTo>
                    <a:pt x="155997" y="630266"/>
                  </a:lnTo>
                  <a:lnTo>
                    <a:pt x="165747" y="624647"/>
                  </a:lnTo>
                  <a:lnTo>
                    <a:pt x="175497" y="604794"/>
                  </a:lnTo>
                  <a:lnTo>
                    <a:pt x="185247" y="595809"/>
                  </a:lnTo>
                  <a:lnTo>
                    <a:pt x="194996" y="607049"/>
                  </a:lnTo>
                  <a:lnTo>
                    <a:pt x="204746" y="587871"/>
                  </a:lnTo>
                  <a:lnTo>
                    <a:pt x="214495" y="595599"/>
                  </a:lnTo>
                  <a:lnTo>
                    <a:pt x="224245" y="589481"/>
                  </a:lnTo>
                  <a:lnTo>
                    <a:pt x="233995" y="569210"/>
                  </a:lnTo>
                  <a:lnTo>
                    <a:pt x="243744" y="540288"/>
                  </a:lnTo>
                  <a:lnTo>
                    <a:pt x="253494" y="529613"/>
                  </a:lnTo>
                  <a:lnTo>
                    <a:pt x="263244" y="517947"/>
                  </a:lnTo>
                  <a:lnTo>
                    <a:pt x="272994" y="507203"/>
                  </a:lnTo>
                  <a:lnTo>
                    <a:pt x="282744" y="510925"/>
                  </a:lnTo>
                  <a:lnTo>
                    <a:pt x="292494" y="493247"/>
                  </a:lnTo>
                  <a:lnTo>
                    <a:pt x="302244" y="513455"/>
                  </a:lnTo>
                  <a:lnTo>
                    <a:pt x="311994" y="481197"/>
                  </a:lnTo>
                  <a:lnTo>
                    <a:pt x="321744" y="424971"/>
                  </a:lnTo>
                  <a:lnTo>
                    <a:pt x="331493" y="448528"/>
                  </a:lnTo>
                  <a:lnTo>
                    <a:pt x="341243" y="486094"/>
                  </a:lnTo>
                  <a:lnTo>
                    <a:pt x="350993" y="481333"/>
                  </a:lnTo>
                  <a:lnTo>
                    <a:pt x="360742" y="472749"/>
                  </a:lnTo>
                  <a:lnTo>
                    <a:pt x="370492" y="484820"/>
                  </a:lnTo>
                  <a:lnTo>
                    <a:pt x="380241" y="453495"/>
                  </a:lnTo>
                  <a:lnTo>
                    <a:pt x="389991" y="449817"/>
                  </a:lnTo>
                  <a:lnTo>
                    <a:pt x="399741" y="447294"/>
                  </a:lnTo>
                  <a:lnTo>
                    <a:pt x="409491" y="439866"/>
                  </a:lnTo>
                  <a:lnTo>
                    <a:pt x="419241" y="405601"/>
                  </a:lnTo>
                  <a:lnTo>
                    <a:pt x="428991" y="386694"/>
                  </a:lnTo>
                  <a:lnTo>
                    <a:pt x="438741" y="399156"/>
                  </a:lnTo>
                  <a:lnTo>
                    <a:pt x="448491" y="396396"/>
                  </a:lnTo>
                  <a:lnTo>
                    <a:pt x="458241" y="382646"/>
                  </a:lnTo>
                  <a:lnTo>
                    <a:pt x="467991" y="367771"/>
                  </a:lnTo>
                  <a:lnTo>
                    <a:pt x="477740" y="383123"/>
                  </a:lnTo>
                  <a:lnTo>
                    <a:pt x="487490" y="370789"/>
                  </a:lnTo>
                  <a:lnTo>
                    <a:pt x="497239" y="354016"/>
                  </a:lnTo>
                  <a:lnTo>
                    <a:pt x="506989" y="335059"/>
                  </a:lnTo>
                  <a:lnTo>
                    <a:pt x="516738" y="306891"/>
                  </a:lnTo>
                  <a:lnTo>
                    <a:pt x="526488" y="278095"/>
                  </a:lnTo>
                  <a:lnTo>
                    <a:pt x="536238" y="288161"/>
                  </a:lnTo>
                  <a:lnTo>
                    <a:pt x="545988" y="273811"/>
                  </a:lnTo>
                  <a:lnTo>
                    <a:pt x="555738" y="275656"/>
                  </a:lnTo>
                  <a:lnTo>
                    <a:pt x="565488" y="262165"/>
                  </a:lnTo>
                  <a:lnTo>
                    <a:pt x="575238" y="237295"/>
                  </a:lnTo>
                  <a:lnTo>
                    <a:pt x="584988" y="254394"/>
                  </a:lnTo>
                  <a:lnTo>
                    <a:pt x="594738" y="251453"/>
                  </a:lnTo>
                  <a:lnTo>
                    <a:pt x="604488" y="258430"/>
                  </a:lnTo>
                  <a:lnTo>
                    <a:pt x="614237" y="254789"/>
                  </a:lnTo>
                  <a:lnTo>
                    <a:pt x="623987" y="280180"/>
                  </a:lnTo>
                  <a:lnTo>
                    <a:pt x="633736" y="282970"/>
                  </a:lnTo>
                  <a:lnTo>
                    <a:pt x="643486" y="256189"/>
                  </a:lnTo>
                  <a:lnTo>
                    <a:pt x="653236" y="257194"/>
                  </a:lnTo>
                  <a:lnTo>
                    <a:pt x="662985" y="253344"/>
                  </a:lnTo>
                  <a:lnTo>
                    <a:pt x="672735" y="241353"/>
                  </a:lnTo>
                  <a:lnTo>
                    <a:pt x="682485" y="204922"/>
                  </a:lnTo>
                  <a:lnTo>
                    <a:pt x="692235" y="188055"/>
                  </a:lnTo>
                  <a:lnTo>
                    <a:pt x="701985" y="167776"/>
                  </a:lnTo>
                  <a:lnTo>
                    <a:pt x="711735" y="158045"/>
                  </a:lnTo>
                  <a:lnTo>
                    <a:pt x="721485" y="170009"/>
                  </a:lnTo>
                  <a:lnTo>
                    <a:pt x="731235" y="141452"/>
                  </a:lnTo>
                  <a:lnTo>
                    <a:pt x="740985" y="150548"/>
                  </a:lnTo>
                  <a:lnTo>
                    <a:pt x="750734" y="134883"/>
                  </a:lnTo>
                  <a:lnTo>
                    <a:pt x="760484" y="141104"/>
                  </a:lnTo>
                  <a:lnTo>
                    <a:pt x="770233" y="150240"/>
                  </a:lnTo>
                  <a:lnTo>
                    <a:pt x="779983" y="87706"/>
                  </a:lnTo>
                  <a:lnTo>
                    <a:pt x="789733" y="41343"/>
                  </a:lnTo>
                  <a:lnTo>
                    <a:pt x="799482" y="47616"/>
                  </a:lnTo>
                  <a:lnTo>
                    <a:pt x="809232" y="31651"/>
                  </a:lnTo>
                  <a:lnTo>
                    <a:pt x="818982" y="17852"/>
                  </a:lnTo>
                  <a:lnTo>
                    <a:pt x="828732" y="25593"/>
                  </a:lnTo>
                  <a:lnTo>
                    <a:pt x="838482" y="19270"/>
                  </a:lnTo>
                  <a:lnTo>
                    <a:pt x="848232" y="4233"/>
                  </a:lnTo>
                  <a:lnTo>
                    <a:pt x="857982" y="0"/>
                  </a:lnTo>
                  <a:lnTo>
                    <a:pt x="867732" y="17491"/>
                  </a:lnTo>
                  <a:lnTo>
                    <a:pt x="877482" y="36112"/>
                  </a:lnTo>
                  <a:lnTo>
                    <a:pt x="887231" y="34759"/>
                  </a:lnTo>
                  <a:lnTo>
                    <a:pt x="896981" y="28843"/>
                  </a:lnTo>
                  <a:lnTo>
                    <a:pt x="906730" y="8311"/>
                  </a:lnTo>
                  <a:lnTo>
                    <a:pt x="916480" y="12271"/>
                  </a:lnTo>
                  <a:lnTo>
                    <a:pt x="926230" y="46413"/>
                  </a:lnTo>
                  <a:lnTo>
                    <a:pt x="935979" y="84444"/>
                  </a:lnTo>
                  <a:lnTo>
                    <a:pt x="945729" y="63443"/>
                  </a:lnTo>
                  <a:lnTo>
                    <a:pt x="955479" y="64575"/>
                  </a:lnTo>
                  <a:lnTo>
                    <a:pt x="965229" y="49308"/>
                  </a:lnTo>
                  <a:lnTo>
                    <a:pt x="974979" y="71797"/>
                  </a:lnTo>
                  <a:lnTo>
                    <a:pt x="984729" y="81783"/>
                  </a:lnTo>
                  <a:lnTo>
                    <a:pt x="994474" y="52634"/>
                  </a:lnTo>
                  <a:lnTo>
                    <a:pt x="1004233" y="92401"/>
                  </a:lnTo>
                  <a:lnTo>
                    <a:pt x="1013977" y="109651"/>
                  </a:lnTo>
                  <a:lnTo>
                    <a:pt x="1023721" y="113785"/>
                  </a:lnTo>
                  <a:lnTo>
                    <a:pt x="1033480" y="107314"/>
                  </a:lnTo>
                  <a:lnTo>
                    <a:pt x="1043224" y="112811"/>
                  </a:lnTo>
                  <a:lnTo>
                    <a:pt x="1052983" y="135837"/>
                  </a:lnTo>
                  <a:lnTo>
                    <a:pt x="1062727" y="136490"/>
                  </a:lnTo>
                  <a:lnTo>
                    <a:pt x="1072471" y="116865"/>
                  </a:lnTo>
                  <a:lnTo>
                    <a:pt x="1082230" y="97801"/>
                  </a:lnTo>
                  <a:lnTo>
                    <a:pt x="1091973" y="94491"/>
                  </a:lnTo>
                  <a:lnTo>
                    <a:pt x="1101732" y="106899"/>
                  </a:lnTo>
                  <a:lnTo>
                    <a:pt x="1111476" y="112766"/>
                  </a:lnTo>
                  <a:lnTo>
                    <a:pt x="1121220" y="119111"/>
                  </a:lnTo>
                  <a:lnTo>
                    <a:pt x="1130979" y="115960"/>
                  </a:lnTo>
                  <a:lnTo>
                    <a:pt x="1140723" y="128426"/>
                  </a:lnTo>
                  <a:lnTo>
                    <a:pt x="1150482" y="138339"/>
                  </a:lnTo>
                  <a:lnTo>
                    <a:pt x="1160226" y="151864"/>
                  </a:lnTo>
                  <a:lnTo>
                    <a:pt x="1169969" y="156934"/>
                  </a:lnTo>
                  <a:lnTo>
                    <a:pt x="1179728" y="158640"/>
                  </a:lnTo>
                  <a:lnTo>
                    <a:pt x="1189472" y="138420"/>
                  </a:lnTo>
                  <a:lnTo>
                    <a:pt x="1199231" y="168586"/>
                  </a:lnTo>
                  <a:lnTo>
                    <a:pt x="1208975" y="202899"/>
                  </a:lnTo>
                  <a:lnTo>
                    <a:pt x="1218719" y="195381"/>
                  </a:lnTo>
                  <a:lnTo>
                    <a:pt x="1228478" y="134507"/>
                  </a:lnTo>
                  <a:lnTo>
                    <a:pt x="1238222" y="139143"/>
                  </a:lnTo>
                  <a:lnTo>
                    <a:pt x="1247966" y="121960"/>
                  </a:lnTo>
                  <a:lnTo>
                    <a:pt x="1257725" y="177667"/>
                  </a:lnTo>
                  <a:lnTo>
                    <a:pt x="1267469" y="153760"/>
                  </a:lnTo>
                  <a:lnTo>
                    <a:pt x="1277227" y="152302"/>
                  </a:lnTo>
                  <a:lnTo>
                    <a:pt x="1286971" y="179643"/>
                  </a:lnTo>
                  <a:lnTo>
                    <a:pt x="1296715" y="170784"/>
                  </a:lnTo>
                  <a:lnTo>
                    <a:pt x="1306474" y="187367"/>
                  </a:lnTo>
                  <a:lnTo>
                    <a:pt x="1316218" y="165613"/>
                  </a:lnTo>
                  <a:lnTo>
                    <a:pt x="1325977" y="198597"/>
                  </a:lnTo>
                  <a:lnTo>
                    <a:pt x="1335721" y="205768"/>
                  </a:lnTo>
                  <a:lnTo>
                    <a:pt x="1345465" y="208088"/>
                  </a:lnTo>
                  <a:lnTo>
                    <a:pt x="1355224" y="247216"/>
                  </a:lnTo>
                  <a:lnTo>
                    <a:pt x="1364967" y="289942"/>
                  </a:lnTo>
                  <a:lnTo>
                    <a:pt x="1374726" y="278781"/>
                  </a:lnTo>
                  <a:lnTo>
                    <a:pt x="1384470" y="265194"/>
                  </a:lnTo>
                  <a:lnTo>
                    <a:pt x="1394214" y="270011"/>
                  </a:lnTo>
                  <a:lnTo>
                    <a:pt x="1403973" y="281288"/>
                  </a:lnTo>
                  <a:lnTo>
                    <a:pt x="1413717" y="252955"/>
                  </a:lnTo>
                  <a:lnTo>
                    <a:pt x="1423476" y="254975"/>
                  </a:lnTo>
                  <a:lnTo>
                    <a:pt x="1433220" y="260638"/>
                  </a:lnTo>
                  <a:lnTo>
                    <a:pt x="1442964" y="257968"/>
                  </a:lnTo>
                  <a:lnTo>
                    <a:pt x="1452722" y="253262"/>
                  </a:lnTo>
                  <a:lnTo>
                    <a:pt x="1462466" y="244607"/>
                  </a:lnTo>
                  <a:lnTo>
                    <a:pt x="1472225" y="232949"/>
                  </a:lnTo>
                  <a:lnTo>
                    <a:pt x="1481969" y="242764"/>
                  </a:lnTo>
                  <a:lnTo>
                    <a:pt x="1491713" y="217813"/>
                  </a:lnTo>
                  <a:lnTo>
                    <a:pt x="1501472" y="260698"/>
                  </a:lnTo>
                  <a:lnTo>
                    <a:pt x="1511216" y="268606"/>
                  </a:lnTo>
                  <a:lnTo>
                    <a:pt x="1520960" y="247694"/>
                  </a:lnTo>
                  <a:lnTo>
                    <a:pt x="1530719" y="250216"/>
                  </a:lnTo>
                  <a:lnTo>
                    <a:pt x="1540463" y="270473"/>
                  </a:lnTo>
                  <a:lnTo>
                    <a:pt x="1550221" y="270119"/>
                  </a:lnTo>
                  <a:lnTo>
                    <a:pt x="1559965" y="259262"/>
                  </a:lnTo>
                  <a:lnTo>
                    <a:pt x="1569709" y="322758"/>
                  </a:lnTo>
                  <a:lnTo>
                    <a:pt x="1579468" y="371661"/>
                  </a:lnTo>
                  <a:lnTo>
                    <a:pt x="1589212" y="384333"/>
                  </a:lnTo>
                  <a:lnTo>
                    <a:pt x="1598971" y="352942"/>
                  </a:lnTo>
                  <a:lnTo>
                    <a:pt x="1608715" y="375697"/>
                  </a:lnTo>
                  <a:lnTo>
                    <a:pt x="1618459" y="390152"/>
                  </a:lnTo>
                  <a:lnTo>
                    <a:pt x="1628218" y="378410"/>
                  </a:lnTo>
                  <a:lnTo>
                    <a:pt x="1637962" y="379650"/>
                  </a:lnTo>
                  <a:lnTo>
                    <a:pt x="1647720" y="356331"/>
                  </a:lnTo>
                  <a:lnTo>
                    <a:pt x="1657464" y="318384"/>
                  </a:lnTo>
                  <a:lnTo>
                    <a:pt x="1667208" y="355223"/>
                  </a:lnTo>
                  <a:lnTo>
                    <a:pt x="1676967" y="378823"/>
                  </a:lnTo>
                  <a:lnTo>
                    <a:pt x="1686711" y="374556"/>
                  </a:lnTo>
                  <a:lnTo>
                    <a:pt x="1696470" y="335153"/>
                  </a:lnTo>
                  <a:lnTo>
                    <a:pt x="1706214" y="325008"/>
                  </a:lnTo>
                  <a:lnTo>
                    <a:pt x="1715958" y="340101"/>
                  </a:lnTo>
                  <a:lnTo>
                    <a:pt x="1725716" y="291056"/>
                  </a:lnTo>
                  <a:lnTo>
                    <a:pt x="1735460" y="297638"/>
                  </a:lnTo>
                  <a:lnTo>
                    <a:pt x="1745219" y="323986"/>
                  </a:lnTo>
                  <a:lnTo>
                    <a:pt x="1754963" y="306769"/>
                  </a:lnTo>
                  <a:lnTo>
                    <a:pt x="1764707" y="309947"/>
                  </a:lnTo>
                  <a:lnTo>
                    <a:pt x="1774466" y="315975"/>
                  </a:lnTo>
                  <a:lnTo>
                    <a:pt x="1784210" y="342937"/>
                  </a:lnTo>
                  <a:lnTo>
                    <a:pt x="1793969" y="370313"/>
                  </a:lnTo>
                  <a:lnTo>
                    <a:pt x="1803713" y="359132"/>
                  </a:lnTo>
                  <a:lnTo>
                    <a:pt x="1813457" y="347319"/>
                  </a:lnTo>
                  <a:lnTo>
                    <a:pt x="1823215" y="356372"/>
                  </a:lnTo>
                  <a:lnTo>
                    <a:pt x="1832959" y="341854"/>
                  </a:lnTo>
                  <a:lnTo>
                    <a:pt x="1842703" y="326310"/>
                  </a:lnTo>
                  <a:lnTo>
                    <a:pt x="1852462" y="361954"/>
                  </a:lnTo>
                  <a:lnTo>
                    <a:pt x="1862206" y="352669"/>
                  </a:lnTo>
                  <a:lnTo>
                    <a:pt x="1871965" y="345716"/>
                  </a:lnTo>
                  <a:lnTo>
                    <a:pt x="1881709" y="379477"/>
                  </a:lnTo>
                  <a:lnTo>
                    <a:pt x="1891453" y="415795"/>
                  </a:lnTo>
                  <a:lnTo>
                    <a:pt x="1901212" y="405538"/>
                  </a:lnTo>
                  <a:lnTo>
                    <a:pt x="1910956" y="380717"/>
                  </a:lnTo>
                  <a:lnTo>
                    <a:pt x="1920714" y="393820"/>
                  </a:lnTo>
                  <a:lnTo>
                    <a:pt x="1930458" y="404250"/>
                  </a:lnTo>
                  <a:lnTo>
                    <a:pt x="1940202" y="429480"/>
                  </a:lnTo>
                  <a:lnTo>
                    <a:pt x="1949961" y="412682"/>
                  </a:lnTo>
                  <a:lnTo>
                    <a:pt x="1959705" y="454501"/>
                  </a:lnTo>
                  <a:lnTo>
                    <a:pt x="1969464" y="442650"/>
                  </a:lnTo>
                  <a:lnTo>
                    <a:pt x="1979208" y="439395"/>
                  </a:lnTo>
                  <a:lnTo>
                    <a:pt x="1988952" y="461112"/>
                  </a:lnTo>
                  <a:lnTo>
                    <a:pt x="1998711" y="468092"/>
                  </a:lnTo>
                  <a:lnTo>
                    <a:pt x="2008454" y="451637"/>
                  </a:lnTo>
                  <a:lnTo>
                    <a:pt x="2018213" y="429599"/>
                  </a:lnTo>
                  <a:lnTo>
                    <a:pt x="2027957" y="414677"/>
                  </a:lnTo>
                  <a:lnTo>
                    <a:pt x="2037701" y="388391"/>
                  </a:lnTo>
                  <a:lnTo>
                    <a:pt x="2047460" y="351856"/>
                  </a:lnTo>
                  <a:lnTo>
                    <a:pt x="2057204" y="305904"/>
                  </a:lnTo>
                  <a:lnTo>
                    <a:pt x="2066963" y="281366"/>
                  </a:lnTo>
                  <a:lnTo>
                    <a:pt x="2076707" y="315137"/>
                  </a:lnTo>
                  <a:lnTo>
                    <a:pt x="2086451" y="356141"/>
                  </a:lnTo>
                  <a:lnTo>
                    <a:pt x="2096210" y="367762"/>
                  </a:lnTo>
                  <a:lnTo>
                    <a:pt x="2105954" y="347321"/>
                  </a:lnTo>
                  <a:lnTo>
                    <a:pt x="2115697" y="382497"/>
                  </a:lnTo>
                  <a:lnTo>
                    <a:pt x="2125456" y="347027"/>
                  </a:lnTo>
                  <a:lnTo>
                    <a:pt x="2135200" y="346728"/>
                  </a:lnTo>
                  <a:lnTo>
                    <a:pt x="2144959" y="371205"/>
                  </a:lnTo>
                  <a:lnTo>
                    <a:pt x="2154703" y="376667"/>
                  </a:lnTo>
                  <a:lnTo>
                    <a:pt x="2164447" y="390032"/>
                  </a:lnTo>
                  <a:lnTo>
                    <a:pt x="2174206" y="387000"/>
                  </a:lnTo>
                  <a:lnTo>
                    <a:pt x="2183950" y="408628"/>
                  </a:lnTo>
                  <a:lnTo>
                    <a:pt x="2193709" y="450520"/>
                  </a:lnTo>
                  <a:lnTo>
                    <a:pt x="2203452" y="415780"/>
                  </a:lnTo>
                  <a:lnTo>
                    <a:pt x="2213196" y="438382"/>
                  </a:lnTo>
                  <a:lnTo>
                    <a:pt x="2222955" y="411486"/>
                  </a:lnTo>
                  <a:lnTo>
                    <a:pt x="2232699" y="448483"/>
                  </a:lnTo>
                  <a:lnTo>
                    <a:pt x="2242458" y="438945"/>
                  </a:lnTo>
                  <a:lnTo>
                    <a:pt x="2252202" y="446694"/>
                  </a:lnTo>
                  <a:lnTo>
                    <a:pt x="2261946" y="431993"/>
                  </a:lnTo>
                  <a:lnTo>
                    <a:pt x="2271705" y="418453"/>
                  </a:lnTo>
                  <a:lnTo>
                    <a:pt x="2281449" y="387892"/>
                  </a:lnTo>
                  <a:lnTo>
                    <a:pt x="2291208" y="397295"/>
                  </a:lnTo>
                  <a:lnTo>
                    <a:pt x="2300951" y="393446"/>
                  </a:lnTo>
                  <a:lnTo>
                    <a:pt x="2310695" y="409238"/>
                  </a:lnTo>
                  <a:lnTo>
                    <a:pt x="2320454" y="405366"/>
                  </a:lnTo>
                  <a:lnTo>
                    <a:pt x="2330198" y="397503"/>
                  </a:lnTo>
                  <a:lnTo>
                    <a:pt x="2339957" y="427942"/>
                  </a:lnTo>
                  <a:lnTo>
                    <a:pt x="2349701" y="434833"/>
                  </a:lnTo>
                  <a:lnTo>
                    <a:pt x="2359445" y="420501"/>
                  </a:lnTo>
                  <a:lnTo>
                    <a:pt x="2369204" y="406770"/>
                  </a:lnTo>
                  <a:lnTo>
                    <a:pt x="2378948" y="400659"/>
                  </a:lnTo>
                  <a:lnTo>
                    <a:pt x="2388692" y="423317"/>
                  </a:lnTo>
                  <a:lnTo>
                    <a:pt x="2398450" y="412632"/>
                  </a:lnTo>
                  <a:lnTo>
                    <a:pt x="2408194" y="461244"/>
                  </a:lnTo>
                  <a:lnTo>
                    <a:pt x="2417953" y="464284"/>
                  </a:lnTo>
                  <a:lnTo>
                    <a:pt x="2427697" y="446032"/>
                  </a:lnTo>
                  <a:lnTo>
                    <a:pt x="2437441" y="442424"/>
                  </a:lnTo>
                  <a:lnTo>
                    <a:pt x="2447200" y="442221"/>
                  </a:lnTo>
                  <a:lnTo>
                    <a:pt x="2456944" y="449307"/>
                  </a:lnTo>
                  <a:lnTo>
                    <a:pt x="2466703" y="402794"/>
                  </a:lnTo>
                  <a:lnTo>
                    <a:pt x="2476446" y="403216"/>
                  </a:lnTo>
                  <a:lnTo>
                    <a:pt x="2486190" y="431418"/>
                  </a:lnTo>
                  <a:lnTo>
                    <a:pt x="2495949" y="442911"/>
                  </a:lnTo>
                  <a:lnTo>
                    <a:pt x="2505693" y="427890"/>
                  </a:lnTo>
                  <a:lnTo>
                    <a:pt x="2515452" y="445532"/>
                  </a:lnTo>
                  <a:lnTo>
                    <a:pt x="2525196" y="445329"/>
                  </a:lnTo>
                  <a:lnTo>
                    <a:pt x="2534940" y="421568"/>
                  </a:lnTo>
                  <a:lnTo>
                    <a:pt x="2544699" y="425572"/>
                  </a:lnTo>
                  <a:lnTo>
                    <a:pt x="2554443" y="436698"/>
                  </a:lnTo>
                  <a:lnTo>
                    <a:pt x="2564202" y="418880"/>
                  </a:lnTo>
                  <a:lnTo>
                    <a:pt x="2573946" y="454079"/>
                  </a:lnTo>
                  <a:lnTo>
                    <a:pt x="2583690" y="435396"/>
                  </a:lnTo>
                  <a:lnTo>
                    <a:pt x="2593448" y="420141"/>
                  </a:lnTo>
                  <a:lnTo>
                    <a:pt x="2603192" y="429371"/>
                  </a:lnTo>
                  <a:lnTo>
                    <a:pt x="2612951" y="401024"/>
                  </a:lnTo>
                  <a:lnTo>
                    <a:pt x="2622695" y="378586"/>
                  </a:lnTo>
                  <a:lnTo>
                    <a:pt x="2632439" y="341492"/>
                  </a:lnTo>
                  <a:lnTo>
                    <a:pt x="2642198" y="355847"/>
                  </a:lnTo>
                  <a:lnTo>
                    <a:pt x="2651942" y="358191"/>
                  </a:lnTo>
                  <a:lnTo>
                    <a:pt x="2661685" y="323646"/>
                  </a:lnTo>
                  <a:lnTo>
                    <a:pt x="2671444" y="342729"/>
                  </a:lnTo>
                  <a:lnTo>
                    <a:pt x="2681188" y="347194"/>
                  </a:lnTo>
                  <a:lnTo>
                    <a:pt x="2690947" y="364296"/>
                  </a:lnTo>
                  <a:lnTo>
                    <a:pt x="2700691" y="397754"/>
                  </a:lnTo>
                  <a:lnTo>
                    <a:pt x="2710435" y="377926"/>
                  </a:lnTo>
                  <a:lnTo>
                    <a:pt x="2720194" y="387995"/>
                  </a:lnTo>
                  <a:lnTo>
                    <a:pt x="2729938" y="381152"/>
                  </a:lnTo>
                  <a:lnTo>
                    <a:pt x="2739697" y="391162"/>
                  </a:lnTo>
                  <a:lnTo>
                    <a:pt x="2749441" y="359212"/>
                  </a:lnTo>
                  <a:lnTo>
                    <a:pt x="2759185" y="393792"/>
                  </a:lnTo>
                  <a:lnTo>
                    <a:pt x="2768943" y="398581"/>
                  </a:lnTo>
                  <a:lnTo>
                    <a:pt x="2778687" y="352230"/>
                  </a:lnTo>
                  <a:lnTo>
                    <a:pt x="2788446" y="357970"/>
                  </a:lnTo>
                  <a:lnTo>
                    <a:pt x="2798190" y="352328"/>
                  </a:lnTo>
                  <a:lnTo>
                    <a:pt x="2807934" y="364995"/>
                  </a:lnTo>
                  <a:lnTo>
                    <a:pt x="2817693" y="336210"/>
                  </a:lnTo>
                  <a:lnTo>
                    <a:pt x="2827437" y="337490"/>
                  </a:lnTo>
                  <a:lnTo>
                    <a:pt x="2837196" y="346772"/>
                  </a:lnTo>
                  <a:lnTo>
                    <a:pt x="2846940" y="327255"/>
                  </a:lnTo>
                  <a:lnTo>
                    <a:pt x="2856684" y="347079"/>
                  </a:lnTo>
                  <a:lnTo>
                    <a:pt x="2866442" y="342113"/>
                  </a:lnTo>
                  <a:lnTo>
                    <a:pt x="2876186" y="330506"/>
                  </a:lnTo>
                  <a:lnTo>
                    <a:pt x="2885945" y="324394"/>
                  </a:lnTo>
                  <a:lnTo>
                    <a:pt x="2895689" y="345630"/>
                  </a:lnTo>
                  <a:lnTo>
                    <a:pt x="2905433" y="341498"/>
                  </a:lnTo>
                  <a:lnTo>
                    <a:pt x="2915192" y="31228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9" name="Freeform 1088">
              <a:extLst>
                <a:ext uri="{FF2B5EF4-FFF2-40B4-BE49-F238E27FC236}">
                  <a16:creationId xmlns:a16="http://schemas.microsoft.com/office/drawing/2014/main" id="{46E7066F-193C-37F4-81B7-9A2606FD4D4D}"/>
                </a:ext>
              </a:extLst>
            </p:cNvPr>
            <p:cNvSpPr/>
            <p:nvPr/>
          </p:nvSpPr>
          <p:spPr>
            <a:xfrm>
              <a:off x="4426652" y="3389981"/>
              <a:ext cx="2915191" cy="396151"/>
            </a:xfrm>
            <a:custGeom>
              <a:avLst/>
              <a:gdLst>
                <a:gd name="connsiteX0" fmla="*/ 0 w 2915191"/>
                <a:gd name="connsiteY0" fmla="*/ 0 h 396151"/>
                <a:gd name="connsiteX1" fmla="*/ 9750 w 2915191"/>
                <a:gd name="connsiteY1" fmla="*/ 35756 h 396151"/>
                <a:gd name="connsiteX2" fmla="*/ 19500 w 2915191"/>
                <a:gd name="connsiteY2" fmla="*/ 48995 h 396151"/>
                <a:gd name="connsiteX3" fmla="*/ 29250 w 2915191"/>
                <a:gd name="connsiteY3" fmla="*/ 39814 h 396151"/>
                <a:gd name="connsiteX4" fmla="*/ 39000 w 2915191"/>
                <a:gd name="connsiteY4" fmla="*/ 25881 h 396151"/>
                <a:gd name="connsiteX5" fmla="*/ 48749 w 2915191"/>
                <a:gd name="connsiteY5" fmla="*/ 16797 h 396151"/>
                <a:gd name="connsiteX6" fmla="*/ 58499 w 2915191"/>
                <a:gd name="connsiteY6" fmla="*/ 35774 h 396151"/>
                <a:gd name="connsiteX7" fmla="*/ 68249 w 2915191"/>
                <a:gd name="connsiteY7" fmla="*/ 25045 h 396151"/>
                <a:gd name="connsiteX8" fmla="*/ 77998 w 2915191"/>
                <a:gd name="connsiteY8" fmla="*/ 71615 h 396151"/>
                <a:gd name="connsiteX9" fmla="*/ 87748 w 2915191"/>
                <a:gd name="connsiteY9" fmla="*/ 40792 h 396151"/>
                <a:gd name="connsiteX10" fmla="*/ 97497 w 2915191"/>
                <a:gd name="connsiteY10" fmla="*/ 53824 h 396151"/>
                <a:gd name="connsiteX11" fmla="*/ 107247 w 2915191"/>
                <a:gd name="connsiteY11" fmla="*/ 81880 h 396151"/>
                <a:gd name="connsiteX12" fmla="*/ 116997 w 2915191"/>
                <a:gd name="connsiteY12" fmla="*/ 49159 h 396151"/>
                <a:gd name="connsiteX13" fmla="*/ 126747 w 2915191"/>
                <a:gd name="connsiteY13" fmla="*/ 64520 h 396151"/>
                <a:gd name="connsiteX14" fmla="*/ 136497 w 2915191"/>
                <a:gd name="connsiteY14" fmla="*/ 44414 h 396151"/>
                <a:gd name="connsiteX15" fmla="*/ 146247 w 2915191"/>
                <a:gd name="connsiteY15" fmla="*/ 87925 h 396151"/>
                <a:gd name="connsiteX16" fmla="*/ 155997 w 2915191"/>
                <a:gd name="connsiteY16" fmla="*/ 135198 h 396151"/>
                <a:gd name="connsiteX17" fmla="*/ 165747 w 2915191"/>
                <a:gd name="connsiteY17" fmla="*/ 161775 h 396151"/>
                <a:gd name="connsiteX18" fmla="*/ 175497 w 2915191"/>
                <a:gd name="connsiteY18" fmla="*/ 145483 h 396151"/>
                <a:gd name="connsiteX19" fmla="*/ 185247 w 2915191"/>
                <a:gd name="connsiteY19" fmla="*/ 132564 h 396151"/>
                <a:gd name="connsiteX20" fmla="*/ 194996 w 2915191"/>
                <a:gd name="connsiteY20" fmla="*/ 151853 h 396151"/>
                <a:gd name="connsiteX21" fmla="*/ 204746 w 2915191"/>
                <a:gd name="connsiteY21" fmla="*/ 143702 h 396151"/>
                <a:gd name="connsiteX22" fmla="*/ 214495 w 2915191"/>
                <a:gd name="connsiteY22" fmla="*/ 81061 h 396151"/>
                <a:gd name="connsiteX23" fmla="*/ 224245 w 2915191"/>
                <a:gd name="connsiteY23" fmla="*/ 96891 h 396151"/>
                <a:gd name="connsiteX24" fmla="*/ 233995 w 2915191"/>
                <a:gd name="connsiteY24" fmla="*/ 107210 h 396151"/>
                <a:gd name="connsiteX25" fmla="*/ 243744 w 2915191"/>
                <a:gd name="connsiteY25" fmla="*/ 120241 h 396151"/>
                <a:gd name="connsiteX26" fmla="*/ 253494 w 2915191"/>
                <a:gd name="connsiteY26" fmla="*/ 68722 h 396151"/>
                <a:gd name="connsiteX27" fmla="*/ 263244 w 2915191"/>
                <a:gd name="connsiteY27" fmla="*/ 59486 h 396151"/>
                <a:gd name="connsiteX28" fmla="*/ 272994 w 2915191"/>
                <a:gd name="connsiteY28" fmla="*/ 75544 h 396151"/>
                <a:gd name="connsiteX29" fmla="*/ 282744 w 2915191"/>
                <a:gd name="connsiteY29" fmla="*/ 68710 h 396151"/>
                <a:gd name="connsiteX30" fmla="*/ 292494 w 2915191"/>
                <a:gd name="connsiteY30" fmla="*/ 41738 h 396151"/>
                <a:gd name="connsiteX31" fmla="*/ 302244 w 2915191"/>
                <a:gd name="connsiteY31" fmla="*/ 79063 h 396151"/>
                <a:gd name="connsiteX32" fmla="*/ 311994 w 2915191"/>
                <a:gd name="connsiteY32" fmla="*/ 95106 h 396151"/>
                <a:gd name="connsiteX33" fmla="*/ 321744 w 2915191"/>
                <a:gd name="connsiteY33" fmla="*/ 110026 h 396151"/>
                <a:gd name="connsiteX34" fmla="*/ 331493 w 2915191"/>
                <a:gd name="connsiteY34" fmla="*/ 115039 h 396151"/>
                <a:gd name="connsiteX35" fmla="*/ 341243 w 2915191"/>
                <a:gd name="connsiteY35" fmla="*/ 145031 h 396151"/>
                <a:gd name="connsiteX36" fmla="*/ 350993 w 2915191"/>
                <a:gd name="connsiteY36" fmla="*/ 155778 h 396151"/>
                <a:gd name="connsiteX37" fmla="*/ 360742 w 2915191"/>
                <a:gd name="connsiteY37" fmla="*/ 172006 h 396151"/>
                <a:gd name="connsiteX38" fmla="*/ 370492 w 2915191"/>
                <a:gd name="connsiteY38" fmla="*/ 170672 h 396151"/>
                <a:gd name="connsiteX39" fmla="*/ 380241 w 2915191"/>
                <a:gd name="connsiteY39" fmla="*/ 179992 h 396151"/>
                <a:gd name="connsiteX40" fmla="*/ 389991 w 2915191"/>
                <a:gd name="connsiteY40" fmla="*/ 173893 h 396151"/>
                <a:gd name="connsiteX41" fmla="*/ 399741 w 2915191"/>
                <a:gd name="connsiteY41" fmla="*/ 179869 h 396151"/>
                <a:gd name="connsiteX42" fmla="*/ 409491 w 2915191"/>
                <a:gd name="connsiteY42" fmla="*/ 178181 h 396151"/>
                <a:gd name="connsiteX43" fmla="*/ 419241 w 2915191"/>
                <a:gd name="connsiteY43" fmla="*/ 170869 h 396151"/>
                <a:gd name="connsiteX44" fmla="*/ 428991 w 2915191"/>
                <a:gd name="connsiteY44" fmla="*/ 195698 h 396151"/>
                <a:gd name="connsiteX45" fmla="*/ 438741 w 2915191"/>
                <a:gd name="connsiteY45" fmla="*/ 213304 h 396151"/>
                <a:gd name="connsiteX46" fmla="*/ 448491 w 2915191"/>
                <a:gd name="connsiteY46" fmla="*/ 260179 h 396151"/>
                <a:gd name="connsiteX47" fmla="*/ 458241 w 2915191"/>
                <a:gd name="connsiteY47" fmla="*/ 237530 h 396151"/>
                <a:gd name="connsiteX48" fmla="*/ 467991 w 2915191"/>
                <a:gd name="connsiteY48" fmla="*/ 239507 h 396151"/>
                <a:gd name="connsiteX49" fmla="*/ 477740 w 2915191"/>
                <a:gd name="connsiteY49" fmla="*/ 231834 h 396151"/>
                <a:gd name="connsiteX50" fmla="*/ 487490 w 2915191"/>
                <a:gd name="connsiteY50" fmla="*/ 225319 h 396151"/>
                <a:gd name="connsiteX51" fmla="*/ 497239 w 2915191"/>
                <a:gd name="connsiteY51" fmla="*/ 241198 h 396151"/>
                <a:gd name="connsiteX52" fmla="*/ 506989 w 2915191"/>
                <a:gd name="connsiteY52" fmla="*/ 268737 h 396151"/>
                <a:gd name="connsiteX53" fmla="*/ 516738 w 2915191"/>
                <a:gd name="connsiteY53" fmla="*/ 263856 h 396151"/>
                <a:gd name="connsiteX54" fmla="*/ 526488 w 2915191"/>
                <a:gd name="connsiteY54" fmla="*/ 270220 h 396151"/>
                <a:gd name="connsiteX55" fmla="*/ 536238 w 2915191"/>
                <a:gd name="connsiteY55" fmla="*/ 267188 h 396151"/>
                <a:gd name="connsiteX56" fmla="*/ 545988 w 2915191"/>
                <a:gd name="connsiteY56" fmla="*/ 305264 h 396151"/>
                <a:gd name="connsiteX57" fmla="*/ 555738 w 2915191"/>
                <a:gd name="connsiteY57" fmla="*/ 317815 h 396151"/>
                <a:gd name="connsiteX58" fmla="*/ 565488 w 2915191"/>
                <a:gd name="connsiteY58" fmla="*/ 317052 h 396151"/>
                <a:gd name="connsiteX59" fmla="*/ 575238 w 2915191"/>
                <a:gd name="connsiteY59" fmla="*/ 272744 h 396151"/>
                <a:gd name="connsiteX60" fmla="*/ 584988 w 2915191"/>
                <a:gd name="connsiteY60" fmla="*/ 301000 h 396151"/>
                <a:gd name="connsiteX61" fmla="*/ 594738 w 2915191"/>
                <a:gd name="connsiteY61" fmla="*/ 319279 h 396151"/>
                <a:gd name="connsiteX62" fmla="*/ 604488 w 2915191"/>
                <a:gd name="connsiteY62" fmla="*/ 346065 h 396151"/>
                <a:gd name="connsiteX63" fmla="*/ 614237 w 2915191"/>
                <a:gd name="connsiteY63" fmla="*/ 347401 h 396151"/>
                <a:gd name="connsiteX64" fmla="*/ 623987 w 2915191"/>
                <a:gd name="connsiteY64" fmla="*/ 392344 h 396151"/>
                <a:gd name="connsiteX65" fmla="*/ 633736 w 2915191"/>
                <a:gd name="connsiteY65" fmla="*/ 375445 h 396151"/>
                <a:gd name="connsiteX66" fmla="*/ 643486 w 2915191"/>
                <a:gd name="connsiteY66" fmla="*/ 379738 h 396151"/>
                <a:gd name="connsiteX67" fmla="*/ 653236 w 2915191"/>
                <a:gd name="connsiteY67" fmla="*/ 375699 h 396151"/>
                <a:gd name="connsiteX68" fmla="*/ 662985 w 2915191"/>
                <a:gd name="connsiteY68" fmla="*/ 383570 h 396151"/>
                <a:gd name="connsiteX69" fmla="*/ 672735 w 2915191"/>
                <a:gd name="connsiteY69" fmla="*/ 391764 h 396151"/>
                <a:gd name="connsiteX70" fmla="*/ 682485 w 2915191"/>
                <a:gd name="connsiteY70" fmla="*/ 375410 h 396151"/>
                <a:gd name="connsiteX71" fmla="*/ 692235 w 2915191"/>
                <a:gd name="connsiteY71" fmla="*/ 396152 h 396151"/>
                <a:gd name="connsiteX72" fmla="*/ 701985 w 2915191"/>
                <a:gd name="connsiteY72" fmla="*/ 347398 h 396151"/>
                <a:gd name="connsiteX73" fmla="*/ 711735 w 2915191"/>
                <a:gd name="connsiteY73" fmla="*/ 314096 h 396151"/>
                <a:gd name="connsiteX74" fmla="*/ 721485 w 2915191"/>
                <a:gd name="connsiteY74" fmla="*/ 344503 h 396151"/>
                <a:gd name="connsiteX75" fmla="*/ 731235 w 2915191"/>
                <a:gd name="connsiteY75" fmla="*/ 336395 h 396151"/>
                <a:gd name="connsiteX76" fmla="*/ 740985 w 2915191"/>
                <a:gd name="connsiteY76" fmla="*/ 346093 h 396151"/>
                <a:gd name="connsiteX77" fmla="*/ 750734 w 2915191"/>
                <a:gd name="connsiteY77" fmla="*/ 339365 h 396151"/>
                <a:gd name="connsiteX78" fmla="*/ 760484 w 2915191"/>
                <a:gd name="connsiteY78" fmla="*/ 323750 h 396151"/>
                <a:gd name="connsiteX79" fmla="*/ 770233 w 2915191"/>
                <a:gd name="connsiteY79" fmla="*/ 300404 h 396151"/>
                <a:gd name="connsiteX80" fmla="*/ 779983 w 2915191"/>
                <a:gd name="connsiteY80" fmla="*/ 304709 h 396151"/>
                <a:gd name="connsiteX81" fmla="*/ 789733 w 2915191"/>
                <a:gd name="connsiteY81" fmla="*/ 272723 h 396151"/>
                <a:gd name="connsiteX82" fmla="*/ 799482 w 2915191"/>
                <a:gd name="connsiteY82" fmla="*/ 255945 h 396151"/>
                <a:gd name="connsiteX83" fmla="*/ 809232 w 2915191"/>
                <a:gd name="connsiteY83" fmla="*/ 264065 h 396151"/>
                <a:gd name="connsiteX84" fmla="*/ 818982 w 2915191"/>
                <a:gd name="connsiteY84" fmla="*/ 281241 h 396151"/>
                <a:gd name="connsiteX85" fmla="*/ 828732 w 2915191"/>
                <a:gd name="connsiteY85" fmla="*/ 304782 h 396151"/>
                <a:gd name="connsiteX86" fmla="*/ 838482 w 2915191"/>
                <a:gd name="connsiteY86" fmla="*/ 333217 h 396151"/>
                <a:gd name="connsiteX87" fmla="*/ 848232 w 2915191"/>
                <a:gd name="connsiteY87" fmla="*/ 333259 h 396151"/>
                <a:gd name="connsiteX88" fmla="*/ 857982 w 2915191"/>
                <a:gd name="connsiteY88" fmla="*/ 339449 h 396151"/>
                <a:gd name="connsiteX89" fmla="*/ 867732 w 2915191"/>
                <a:gd name="connsiteY89" fmla="*/ 344040 h 396151"/>
                <a:gd name="connsiteX90" fmla="*/ 877482 w 2915191"/>
                <a:gd name="connsiteY90" fmla="*/ 349362 h 396151"/>
                <a:gd name="connsiteX91" fmla="*/ 887231 w 2915191"/>
                <a:gd name="connsiteY91" fmla="*/ 320263 h 396151"/>
                <a:gd name="connsiteX92" fmla="*/ 896981 w 2915191"/>
                <a:gd name="connsiteY92" fmla="*/ 333970 h 396151"/>
                <a:gd name="connsiteX93" fmla="*/ 906730 w 2915191"/>
                <a:gd name="connsiteY93" fmla="*/ 312189 h 396151"/>
                <a:gd name="connsiteX94" fmla="*/ 916480 w 2915191"/>
                <a:gd name="connsiteY94" fmla="*/ 283755 h 396151"/>
                <a:gd name="connsiteX95" fmla="*/ 926230 w 2915191"/>
                <a:gd name="connsiteY95" fmla="*/ 279691 h 396151"/>
                <a:gd name="connsiteX96" fmla="*/ 935979 w 2915191"/>
                <a:gd name="connsiteY96" fmla="*/ 268651 h 396151"/>
                <a:gd name="connsiteX97" fmla="*/ 945729 w 2915191"/>
                <a:gd name="connsiteY97" fmla="*/ 266482 h 396151"/>
                <a:gd name="connsiteX98" fmla="*/ 955479 w 2915191"/>
                <a:gd name="connsiteY98" fmla="*/ 228403 h 396151"/>
                <a:gd name="connsiteX99" fmla="*/ 965229 w 2915191"/>
                <a:gd name="connsiteY99" fmla="*/ 242505 h 396151"/>
                <a:gd name="connsiteX100" fmla="*/ 974979 w 2915191"/>
                <a:gd name="connsiteY100" fmla="*/ 224282 h 396151"/>
                <a:gd name="connsiteX101" fmla="*/ 984729 w 2915191"/>
                <a:gd name="connsiteY101" fmla="*/ 223281 h 396151"/>
                <a:gd name="connsiteX102" fmla="*/ 994474 w 2915191"/>
                <a:gd name="connsiteY102" fmla="*/ 217655 h 396151"/>
                <a:gd name="connsiteX103" fmla="*/ 1004233 w 2915191"/>
                <a:gd name="connsiteY103" fmla="*/ 207443 h 396151"/>
                <a:gd name="connsiteX104" fmla="*/ 1013977 w 2915191"/>
                <a:gd name="connsiteY104" fmla="*/ 199527 h 396151"/>
                <a:gd name="connsiteX105" fmla="*/ 1023721 w 2915191"/>
                <a:gd name="connsiteY105" fmla="*/ 205521 h 396151"/>
                <a:gd name="connsiteX106" fmla="*/ 1033480 w 2915191"/>
                <a:gd name="connsiteY106" fmla="*/ 208389 h 396151"/>
                <a:gd name="connsiteX107" fmla="*/ 1043224 w 2915191"/>
                <a:gd name="connsiteY107" fmla="*/ 240121 h 396151"/>
                <a:gd name="connsiteX108" fmla="*/ 1052983 w 2915191"/>
                <a:gd name="connsiteY108" fmla="*/ 171399 h 396151"/>
                <a:gd name="connsiteX109" fmla="*/ 1062727 w 2915191"/>
                <a:gd name="connsiteY109" fmla="*/ 157595 h 396151"/>
                <a:gd name="connsiteX110" fmla="*/ 1072471 w 2915191"/>
                <a:gd name="connsiteY110" fmla="*/ 151987 h 396151"/>
                <a:gd name="connsiteX111" fmla="*/ 1082230 w 2915191"/>
                <a:gd name="connsiteY111" fmla="*/ 177395 h 396151"/>
                <a:gd name="connsiteX112" fmla="*/ 1091973 w 2915191"/>
                <a:gd name="connsiteY112" fmla="*/ 146734 h 396151"/>
                <a:gd name="connsiteX113" fmla="*/ 1101732 w 2915191"/>
                <a:gd name="connsiteY113" fmla="*/ 133736 h 396151"/>
                <a:gd name="connsiteX114" fmla="*/ 1111476 w 2915191"/>
                <a:gd name="connsiteY114" fmla="*/ 123341 h 396151"/>
                <a:gd name="connsiteX115" fmla="*/ 1121220 w 2915191"/>
                <a:gd name="connsiteY115" fmla="*/ 155711 h 396151"/>
                <a:gd name="connsiteX116" fmla="*/ 1130979 w 2915191"/>
                <a:gd name="connsiteY116" fmla="*/ 162056 h 396151"/>
                <a:gd name="connsiteX117" fmla="*/ 1140723 w 2915191"/>
                <a:gd name="connsiteY117" fmla="*/ 130673 h 396151"/>
                <a:gd name="connsiteX118" fmla="*/ 1150482 w 2915191"/>
                <a:gd name="connsiteY118" fmla="*/ 113554 h 396151"/>
                <a:gd name="connsiteX119" fmla="*/ 1160226 w 2915191"/>
                <a:gd name="connsiteY119" fmla="*/ 128705 h 396151"/>
                <a:gd name="connsiteX120" fmla="*/ 1169969 w 2915191"/>
                <a:gd name="connsiteY120" fmla="*/ 116875 h 396151"/>
                <a:gd name="connsiteX121" fmla="*/ 1179728 w 2915191"/>
                <a:gd name="connsiteY121" fmla="*/ 146829 h 396151"/>
                <a:gd name="connsiteX122" fmla="*/ 1189472 w 2915191"/>
                <a:gd name="connsiteY122" fmla="*/ 173077 h 396151"/>
                <a:gd name="connsiteX123" fmla="*/ 1199231 w 2915191"/>
                <a:gd name="connsiteY123" fmla="*/ 184211 h 396151"/>
                <a:gd name="connsiteX124" fmla="*/ 1208975 w 2915191"/>
                <a:gd name="connsiteY124" fmla="*/ 198943 h 396151"/>
                <a:gd name="connsiteX125" fmla="*/ 1218719 w 2915191"/>
                <a:gd name="connsiteY125" fmla="*/ 163887 h 396151"/>
                <a:gd name="connsiteX126" fmla="*/ 1228478 w 2915191"/>
                <a:gd name="connsiteY126" fmla="*/ 186084 h 396151"/>
                <a:gd name="connsiteX127" fmla="*/ 1238222 w 2915191"/>
                <a:gd name="connsiteY127" fmla="*/ 186419 h 396151"/>
                <a:gd name="connsiteX128" fmla="*/ 1247966 w 2915191"/>
                <a:gd name="connsiteY128" fmla="*/ 155448 h 396151"/>
                <a:gd name="connsiteX129" fmla="*/ 1257725 w 2915191"/>
                <a:gd name="connsiteY129" fmla="*/ 154598 h 396151"/>
                <a:gd name="connsiteX130" fmla="*/ 1267469 w 2915191"/>
                <a:gd name="connsiteY130" fmla="*/ 144970 h 396151"/>
                <a:gd name="connsiteX131" fmla="*/ 1277227 w 2915191"/>
                <a:gd name="connsiteY131" fmla="*/ 149449 h 396151"/>
                <a:gd name="connsiteX132" fmla="*/ 1286971 w 2915191"/>
                <a:gd name="connsiteY132" fmla="*/ 138817 h 396151"/>
                <a:gd name="connsiteX133" fmla="*/ 1296715 w 2915191"/>
                <a:gd name="connsiteY133" fmla="*/ 204968 h 396151"/>
                <a:gd name="connsiteX134" fmla="*/ 1306474 w 2915191"/>
                <a:gd name="connsiteY134" fmla="*/ 213070 h 396151"/>
                <a:gd name="connsiteX135" fmla="*/ 1316218 w 2915191"/>
                <a:gd name="connsiteY135" fmla="*/ 193918 h 396151"/>
                <a:gd name="connsiteX136" fmla="*/ 1325977 w 2915191"/>
                <a:gd name="connsiteY136" fmla="*/ 184058 h 396151"/>
                <a:gd name="connsiteX137" fmla="*/ 1335721 w 2915191"/>
                <a:gd name="connsiteY137" fmla="*/ 204019 h 396151"/>
                <a:gd name="connsiteX138" fmla="*/ 1345465 w 2915191"/>
                <a:gd name="connsiteY138" fmla="*/ 216016 h 396151"/>
                <a:gd name="connsiteX139" fmla="*/ 1355224 w 2915191"/>
                <a:gd name="connsiteY139" fmla="*/ 220524 h 396151"/>
                <a:gd name="connsiteX140" fmla="*/ 1364967 w 2915191"/>
                <a:gd name="connsiteY140" fmla="*/ 203551 h 396151"/>
                <a:gd name="connsiteX141" fmla="*/ 1374726 w 2915191"/>
                <a:gd name="connsiteY141" fmla="*/ 221515 h 396151"/>
                <a:gd name="connsiteX142" fmla="*/ 1384470 w 2915191"/>
                <a:gd name="connsiteY142" fmla="*/ 217689 h 396151"/>
                <a:gd name="connsiteX143" fmla="*/ 1394214 w 2915191"/>
                <a:gd name="connsiteY143" fmla="*/ 234462 h 396151"/>
                <a:gd name="connsiteX144" fmla="*/ 1403973 w 2915191"/>
                <a:gd name="connsiteY144" fmla="*/ 241562 h 396151"/>
                <a:gd name="connsiteX145" fmla="*/ 1413717 w 2915191"/>
                <a:gd name="connsiteY145" fmla="*/ 263293 h 396151"/>
                <a:gd name="connsiteX146" fmla="*/ 1423476 w 2915191"/>
                <a:gd name="connsiteY146" fmla="*/ 275418 h 396151"/>
                <a:gd name="connsiteX147" fmla="*/ 1433220 w 2915191"/>
                <a:gd name="connsiteY147" fmla="*/ 273323 h 396151"/>
                <a:gd name="connsiteX148" fmla="*/ 1442964 w 2915191"/>
                <a:gd name="connsiteY148" fmla="*/ 307442 h 396151"/>
                <a:gd name="connsiteX149" fmla="*/ 1452722 w 2915191"/>
                <a:gd name="connsiteY149" fmla="*/ 314929 h 396151"/>
                <a:gd name="connsiteX150" fmla="*/ 1462466 w 2915191"/>
                <a:gd name="connsiteY150" fmla="*/ 268803 h 396151"/>
                <a:gd name="connsiteX151" fmla="*/ 1472225 w 2915191"/>
                <a:gd name="connsiteY151" fmla="*/ 225787 h 396151"/>
                <a:gd name="connsiteX152" fmla="*/ 1481969 w 2915191"/>
                <a:gd name="connsiteY152" fmla="*/ 222705 h 396151"/>
                <a:gd name="connsiteX153" fmla="*/ 1491713 w 2915191"/>
                <a:gd name="connsiteY153" fmla="*/ 255938 h 396151"/>
                <a:gd name="connsiteX154" fmla="*/ 1501472 w 2915191"/>
                <a:gd name="connsiteY154" fmla="*/ 280908 h 396151"/>
                <a:gd name="connsiteX155" fmla="*/ 1511216 w 2915191"/>
                <a:gd name="connsiteY155" fmla="*/ 242883 h 396151"/>
                <a:gd name="connsiteX156" fmla="*/ 1520960 w 2915191"/>
                <a:gd name="connsiteY156" fmla="*/ 227869 h 396151"/>
                <a:gd name="connsiteX157" fmla="*/ 1530719 w 2915191"/>
                <a:gd name="connsiteY157" fmla="*/ 211427 h 396151"/>
                <a:gd name="connsiteX158" fmla="*/ 1540463 w 2915191"/>
                <a:gd name="connsiteY158" fmla="*/ 221907 h 396151"/>
                <a:gd name="connsiteX159" fmla="*/ 1550221 w 2915191"/>
                <a:gd name="connsiteY159" fmla="*/ 229595 h 396151"/>
                <a:gd name="connsiteX160" fmla="*/ 1559965 w 2915191"/>
                <a:gd name="connsiteY160" fmla="*/ 217676 h 396151"/>
                <a:gd name="connsiteX161" fmla="*/ 1569709 w 2915191"/>
                <a:gd name="connsiteY161" fmla="*/ 223111 h 396151"/>
                <a:gd name="connsiteX162" fmla="*/ 1579468 w 2915191"/>
                <a:gd name="connsiteY162" fmla="*/ 201589 h 396151"/>
                <a:gd name="connsiteX163" fmla="*/ 1589212 w 2915191"/>
                <a:gd name="connsiteY163" fmla="*/ 239404 h 396151"/>
                <a:gd name="connsiteX164" fmla="*/ 1598971 w 2915191"/>
                <a:gd name="connsiteY164" fmla="*/ 266187 h 396151"/>
                <a:gd name="connsiteX165" fmla="*/ 1608715 w 2915191"/>
                <a:gd name="connsiteY165" fmla="*/ 265254 h 396151"/>
                <a:gd name="connsiteX166" fmla="*/ 1618459 w 2915191"/>
                <a:gd name="connsiteY166" fmla="*/ 252180 h 396151"/>
                <a:gd name="connsiteX167" fmla="*/ 1628218 w 2915191"/>
                <a:gd name="connsiteY167" fmla="*/ 276278 h 396151"/>
                <a:gd name="connsiteX168" fmla="*/ 1637962 w 2915191"/>
                <a:gd name="connsiteY168" fmla="*/ 253345 h 396151"/>
                <a:gd name="connsiteX169" fmla="*/ 1647720 w 2915191"/>
                <a:gd name="connsiteY169" fmla="*/ 254954 h 396151"/>
                <a:gd name="connsiteX170" fmla="*/ 1657464 w 2915191"/>
                <a:gd name="connsiteY170" fmla="*/ 241576 h 396151"/>
                <a:gd name="connsiteX171" fmla="*/ 1667208 w 2915191"/>
                <a:gd name="connsiteY171" fmla="*/ 270904 h 396151"/>
                <a:gd name="connsiteX172" fmla="*/ 1676967 w 2915191"/>
                <a:gd name="connsiteY172" fmla="*/ 287650 h 396151"/>
                <a:gd name="connsiteX173" fmla="*/ 1686711 w 2915191"/>
                <a:gd name="connsiteY173" fmla="*/ 276279 h 396151"/>
                <a:gd name="connsiteX174" fmla="*/ 1696470 w 2915191"/>
                <a:gd name="connsiteY174" fmla="*/ 265461 h 396151"/>
                <a:gd name="connsiteX175" fmla="*/ 1706214 w 2915191"/>
                <a:gd name="connsiteY175" fmla="*/ 250157 h 396151"/>
                <a:gd name="connsiteX176" fmla="*/ 1715958 w 2915191"/>
                <a:gd name="connsiteY176" fmla="*/ 259718 h 396151"/>
                <a:gd name="connsiteX177" fmla="*/ 1725716 w 2915191"/>
                <a:gd name="connsiteY177" fmla="*/ 243372 h 396151"/>
                <a:gd name="connsiteX178" fmla="*/ 1735460 w 2915191"/>
                <a:gd name="connsiteY178" fmla="*/ 211913 h 396151"/>
                <a:gd name="connsiteX179" fmla="*/ 1745219 w 2915191"/>
                <a:gd name="connsiteY179" fmla="*/ 223123 h 396151"/>
                <a:gd name="connsiteX180" fmla="*/ 1754963 w 2915191"/>
                <a:gd name="connsiteY180" fmla="*/ 210962 h 396151"/>
                <a:gd name="connsiteX181" fmla="*/ 1764707 w 2915191"/>
                <a:gd name="connsiteY181" fmla="*/ 221095 h 396151"/>
                <a:gd name="connsiteX182" fmla="*/ 1774466 w 2915191"/>
                <a:gd name="connsiteY182" fmla="*/ 229870 h 396151"/>
                <a:gd name="connsiteX183" fmla="*/ 1784210 w 2915191"/>
                <a:gd name="connsiteY183" fmla="*/ 244920 h 396151"/>
                <a:gd name="connsiteX184" fmla="*/ 1793969 w 2915191"/>
                <a:gd name="connsiteY184" fmla="*/ 224063 h 396151"/>
                <a:gd name="connsiteX185" fmla="*/ 1803713 w 2915191"/>
                <a:gd name="connsiteY185" fmla="*/ 215491 h 396151"/>
                <a:gd name="connsiteX186" fmla="*/ 1813457 w 2915191"/>
                <a:gd name="connsiteY186" fmla="*/ 244391 h 396151"/>
                <a:gd name="connsiteX187" fmla="*/ 1823215 w 2915191"/>
                <a:gd name="connsiteY187" fmla="*/ 240575 h 396151"/>
                <a:gd name="connsiteX188" fmla="*/ 1832959 w 2915191"/>
                <a:gd name="connsiteY188" fmla="*/ 206311 h 396151"/>
                <a:gd name="connsiteX189" fmla="*/ 1842703 w 2915191"/>
                <a:gd name="connsiteY189" fmla="*/ 177213 h 396151"/>
                <a:gd name="connsiteX190" fmla="*/ 1852462 w 2915191"/>
                <a:gd name="connsiteY190" fmla="*/ 203307 h 396151"/>
                <a:gd name="connsiteX191" fmla="*/ 1862206 w 2915191"/>
                <a:gd name="connsiteY191" fmla="*/ 200095 h 396151"/>
                <a:gd name="connsiteX192" fmla="*/ 1871965 w 2915191"/>
                <a:gd name="connsiteY192" fmla="*/ 228017 h 396151"/>
                <a:gd name="connsiteX193" fmla="*/ 1881709 w 2915191"/>
                <a:gd name="connsiteY193" fmla="*/ 233640 h 396151"/>
                <a:gd name="connsiteX194" fmla="*/ 1891453 w 2915191"/>
                <a:gd name="connsiteY194" fmla="*/ 258178 h 396151"/>
                <a:gd name="connsiteX195" fmla="*/ 1901212 w 2915191"/>
                <a:gd name="connsiteY195" fmla="*/ 253160 h 396151"/>
                <a:gd name="connsiteX196" fmla="*/ 1910956 w 2915191"/>
                <a:gd name="connsiteY196" fmla="*/ 262507 h 396151"/>
                <a:gd name="connsiteX197" fmla="*/ 1920714 w 2915191"/>
                <a:gd name="connsiteY197" fmla="*/ 253776 h 396151"/>
                <a:gd name="connsiteX198" fmla="*/ 1930458 w 2915191"/>
                <a:gd name="connsiteY198" fmla="*/ 248914 h 396151"/>
                <a:gd name="connsiteX199" fmla="*/ 1940202 w 2915191"/>
                <a:gd name="connsiteY199" fmla="*/ 240933 h 396151"/>
                <a:gd name="connsiteX200" fmla="*/ 1949961 w 2915191"/>
                <a:gd name="connsiteY200" fmla="*/ 219069 h 396151"/>
                <a:gd name="connsiteX201" fmla="*/ 1959705 w 2915191"/>
                <a:gd name="connsiteY201" fmla="*/ 216645 h 396151"/>
                <a:gd name="connsiteX202" fmla="*/ 1969464 w 2915191"/>
                <a:gd name="connsiteY202" fmla="*/ 189476 h 396151"/>
                <a:gd name="connsiteX203" fmla="*/ 1979208 w 2915191"/>
                <a:gd name="connsiteY203" fmla="*/ 159927 h 396151"/>
                <a:gd name="connsiteX204" fmla="*/ 1988952 w 2915191"/>
                <a:gd name="connsiteY204" fmla="*/ 157586 h 396151"/>
                <a:gd name="connsiteX205" fmla="*/ 1998711 w 2915191"/>
                <a:gd name="connsiteY205" fmla="*/ 117653 h 396151"/>
                <a:gd name="connsiteX206" fmla="*/ 2008454 w 2915191"/>
                <a:gd name="connsiteY206" fmla="*/ 90920 h 396151"/>
                <a:gd name="connsiteX207" fmla="*/ 2018213 w 2915191"/>
                <a:gd name="connsiteY207" fmla="*/ 79225 h 396151"/>
                <a:gd name="connsiteX208" fmla="*/ 2027957 w 2915191"/>
                <a:gd name="connsiteY208" fmla="*/ 85383 h 396151"/>
                <a:gd name="connsiteX209" fmla="*/ 2037701 w 2915191"/>
                <a:gd name="connsiteY209" fmla="*/ 68516 h 396151"/>
                <a:gd name="connsiteX210" fmla="*/ 2047460 w 2915191"/>
                <a:gd name="connsiteY210" fmla="*/ 77238 h 396151"/>
                <a:gd name="connsiteX211" fmla="*/ 2057204 w 2915191"/>
                <a:gd name="connsiteY211" fmla="*/ 70888 h 396151"/>
                <a:gd name="connsiteX212" fmla="*/ 2066963 w 2915191"/>
                <a:gd name="connsiteY212" fmla="*/ 65106 h 396151"/>
                <a:gd name="connsiteX213" fmla="*/ 2076707 w 2915191"/>
                <a:gd name="connsiteY213" fmla="*/ 77235 h 396151"/>
                <a:gd name="connsiteX214" fmla="*/ 2086451 w 2915191"/>
                <a:gd name="connsiteY214" fmla="*/ 48282 h 396151"/>
                <a:gd name="connsiteX215" fmla="*/ 2096210 w 2915191"/>
                <a:gd name="connsiteY215" fmla="*/ 49776 h 396151"/>
                <a:gd name="connsiteX216" fmla="*/ 2105954 w 2915191"/>
                <a:gd name="connsiteY216" fmla="*/ 47136 h 396151"/>
                <a:gd name="connsiteX217" fmla="*/ 2115697 w 2915191"/>
                <a:gd name="connsiteY217" fmla="*/ 58391 h 396151"/>
                <a:gd name="connsiteX218" fmla="*/ 2125456 w 2915191"/>
                <a:gd name="connsiteY218" fmla="*/ 65706 h 396151"/>
                <a:gd name="connsiteX219" fmla="*/ 2135200 w 2915191"/>
                <a:gd name="connsiteY219" fmla="*/ 86921 h 396151"/>
                <a:gd name="connsiteX220" fmla="*/ 2144959 w 2915191"/>
                <a:gd name="connsiteY220" fmla="*/ 88628 h 396151"/>
                <a:gd name="connsiteX221" fmla="*/ 2154703 w 2915191"/>
                <a:gd name="connsiteY221" fmla="*/ 59033 h 396151"/>
                <a:gd name="connsiteX222" fmla="*/ 2164447 w 2915191"/>
                <a:gd name="connsiteY222" fmla="*/ 87832 h 396151"/>
                <a:gd name="connsiteX223" fmla="*/ 2174206 w 2915191"/>
                <a:gd name="connsiteY223" fmla="*/ 54676 h 396151"/>
                <a:gd name="connsiteX224" fmla="*/ 2183950 w 2915191"/>
                <a:gd name="connsiteY224" fmla="*/ 86491 h 396151"/>
                <a:gd name="connsiteX225" fmla="*/ 2193709 w 2915191"/>
                <a:gd name="connsiteY225" fmla="*/ 103199 h 396151"/>
                <a:gd name="connsiteX226" fmla="*/ 2203452 w 2915191"/>
                <a:gd name="connsiteY226" fmla="*/ 109089 h 396151"/>
                <a:gd name="connsiteX227" fmla="*/ 2213196 w 2915191"/>
                <a:gd name="connsiteY227" fmla="*/ 93338 h 396151"/>
                <a:gd name="connsiteX228" fmla="*/ 2222955 w 2915191"/>
                <a:gd name="connsiteY228" fmla="*/ 121784 h 396151"/>
                <a:gd name="connsiteX229" fmla="*/ 2232699 w 2915191"/>
                <a:gd name="connsiteY229" fmla="*/ 137458 h 396151"/>
                <a:gd name="connsiteX230" fmla="*/ 2242458 w 2915191"/>
                <a:gd name="connsiteY230" fmla="*/ 180063 h 396151"/>
                <a:gd name="connsiteX231" fmla="*/ 2252202 w 2915191"/>
                <a:gd name="connsiteY231" fmla="*/ 159874 h 396151"/>
                <a:gd name="connsiteX232" fmla="*/ 2261946 w 2915191"/>
                <a:gd name="connsiteY232" fmla="*/ 157114 h 396151"/>
                <a:gd name="connsiteX233" fmla="*/ 2271705 w 2915191"/>
                <a:gd name="connsiteY233" fmla="*/ 161509 h 396151"/>
                <a:gd name="connsiteX234" fmla="*/ 2281449 w 2915191"/>
                <a:gd name="connsiteY234" fmla="*/ 172587 h 396151"/>
                <a:gd name="connsiteX235" fmla="*/ 2291208 w 2915191"/>
                <a:gd name="connsiteY235" fmla="*/ 191826 h 396151"/>
                <a:gd name="connsiteX236" fmla="*/ 2300951 w 2915191"/>
                <a:gd name="connsiteY236" fmla="*/ 173210 h 396151"/>
                <a:gd name="connsiteX237" fmla="*/ 2310695 w 2915191"/>
                <a:gd name="connsiteY237" fmla="*/ 178195 h 396151"/>
                <a:gd name="connsiteX238" fmla="*/ 2320454 w 2915191"/>
                <a:gd name="connsiteY238" fmla="*/ 190841 h 396151"/>
                <a:gd name="connsiteX239" fmla="*/ 2330198 w 2915191"/>
                <a:gd name="connsiteY239" fmla="*/ 205271 h 396151"/>
                <a:gd name="connsiteX240" fmla="*/ 2339957 w 2915191"/>
                <a:gd name="connsiteY240" fmla="*/ 216691 h 396151"/>
                <a:gd name="connsiteX241" fmla="*/ 2349701 w 2915191"/>
                <a:gd name="connsiteY241" fmla="*/ 213504 h 396151"/>
                <a:gd name="connsiteX242" fmla="*/ 2359445 w 2915191"/>
                <a:gd name="connsiteY242" fmla="*/ 206099 h 396151"/>
                <a:gd name="connsiteX243" fmla="*/ 2369204 w 2915191"/>
                <a:gd name="connsiteY243" fmla="*/ 195688 h 396151"/>
                <a:gd name="connsiteX244" fmla="*/ 2378948 w 2915191"/>
                <a:gd name="connsiteY244" fmla="*/ 215520 h 396151"/>
                <a:gd name="connsiteX245" fmla="*/ 2388692 w 2915191"/>
                <a:gd name="connsiteY245" fmla="*/ 215451 h 396151"/>
                <a:gd name="connsiteX246" fmla="*/ 2398450 w 2915191"/>
                <a:gd name="connsiteY246" fmla="*/ 212796 h 396151"/>
                <a:gd name="connsiteX247" fmla="*/ 2408194 w 2915191"/>
                <a:gd name="connsiteY247" fmla="*/ 214544 h 396151"/>
                <a:gd name="connsiteX248" fmla="*/ 2417953 w 2915191"/>
                <a:gd name="connsiteY248" fmla="*/ 204380 h 396151"/>
                <a:gd name="connsiteX249" fmla="*/ 2427697 w 2915191"/>
                <a:gd name="connsiteY249" fmla="*/ 185720 h 396151"/>
                <a:gd name="connsiteX250" fmla="*/ 2437441 w 2915191"/>
                <a:gd name="connsiteY250" fmla="*/ 177028 h 396151"/>
                <a:gd name="connsiteX251" fmla="*/ 2447200 w 2915191"/>
                <a:gd name="connsiteY251" fmla="*/ 192732 h 396151"/>
                <a:gd name="connsiteX252" fmla="*/ 2456944 w 2915191"/>
                <a:gd name="connsiteY252" fmla="*/ 208718 h 396151"/>
                <a:gd name="connsiteX253" fmla="*/ 2466703 w 2915191"/>
                <a:gd name="connsiteY253" fmla="*/ 234872 h 396151"/>
                <a:gd name="connsiteX254" fmla="*/ 2476446 w 2915191"/>
                <a:gd name="connsiteY254" fmla="*/ 215210 h 396151"/>
                <a:gd name="connsiteX255" fmla="*/ 2486190 w 2915191"/>
                <a:gd name="connsiteY255" fmla="*/ 182468 h 396151"/>
                <a:gd name="connsiteX256" fmla="*/ 2495949 w 2915191"/>
                <a:gd name="connsiteY256" fmla="*/ 205578 h 396151"/>
                <a:gd name="connsiteX257" fmla="*/ 2505693 w 2915191"/>
                <a:gd name="connsiteY257" fmla="*/ 182873 h 396151"/>
                <a:gd name="connsiteX258" fmla="*/ 2515452 w 2915191"/>
                <a:gd name="connsiteY258" fmla="*/ 174728 h 396151"/>
                <a:gd name="connsiteX259" fmla="*/ 2525196 w 2915191"/>
                <a:gd name="connsiteY259" fmla="*/ 206933 h 396151"/>
                <a:gd name="connsiteX260" fmla="*/ 2534940 w 2915191"/>
                <a:gd name="connsiteY260" fmla="*/ 213027 h 396151"/>
                <a:gd name="connsiteX261" fmla="*/ 2544699 w 2915191"/>
                <a:gd name="connsiteY261" fmla="*/ 256776 h 396151"/>
                <a:gd name="connsiteX262" fmla="*/ 2554443 w 2915191"/>
                <a:gd name="connsiteY262" fmla="*/ 256373 h 396151"/>
                <a:gd name="connsiteX263" fmla="*/ 2564202 w 2915191"/>
                <a:gd name="connsiteY263" fmla="*/ 282163 h 396151"/>
                <a:gd name="connsiteX264" fmla="*/ 2573946 w 2915191"/>
                <a:gd name="connsiteY264" fmla="*/ 294983 h 396151"/>
                <a:gd name="connsiteX265" fmla="*/ 2583690 w 2915191"/>
                <a:gd name="connsiteY265" fmla="*/ 290502 h 396151"/>
                <a:gd name="connsiteX266" fmla="*/ 2593448 w 2915191"/>
                <a:gd name="connsiteY266" fmla="*/ 243150 h 396151"/>
                <a:gd name="connsiteX267" fmla="*/ 2603192 w 2915191"/>
                <a:gd name="connsiteY267" fmla="*/ 221166 h 396151"/>
                <a:gd name="connsiteX268" fmla="*/ 2612951 w 2915191"/>
                <a:gd name="connsiteY268" fmla="*/ 218227 h 396151"/>
                <a:gd name="connsiteX269" fmla="*/ 2622695 w 2915191"/>
                <a:gd name="connsiteY269" fmla="*/ 238136 h 396151"/>
                <a:gd name="connsiteX270" fmla="*/ 2632439 w 2915191"/>
                <a:gd name="connsiteY270" fmla="*/ 247538 h 396151"/>
                <a:gd name="connsiteX271" fmla="*/ 2642198 w 2915191"/>
                <a:gd name="connsiteY271" fmla="*/ 247816 h 396151"/>
                <a:gd name="connsiteX272" fmla="*/ 2651942 w 2915191"/>
                <a:gd name="connsiteY272" fmla="*/ 252427 h 396151"/>
                <a:gd name="connsiteX273" fmla="*/ 2661685 w 2915191"/>
                <a:gd name="connsiteY273" fmla="*/ 235602 h 396151"/>
                <a:gd name="connsiteX274" fmla="*/ 2671444 w 2915191"/>
                <a:gd name="connsiteY274" fmla="*/ 233455 h 396151"/>
                <a:gd name="connsiteX275" fmla="*/ 2681188 w 2915191"/>
                <a:gd name="connsiteY275" fmla="*/ 243408 h 396151"/>
                <a:gd name="connsiteX276" fmla="*/ 2690947 w 2915191"/>
                <a:gd name="connsiteY276" fmla="*/ 217896 h 396151"/>
                <a:gd name="connsiteX277" fmla="*/ 2700691 w 2915191"/>
                <a:gd name="connsiteY277" fmla="*/ 246603 h 396151"/>
                <a:gd name="connsiteX278" fmla="*/ 2710435 w 2915191"/>
                <a:gd name="connsiteY278" fmla="*/ 279943 h 396151"/>
                <a:gd name="connsiteX279" fmla="*/ 2720194 w 2915191"/>
                <a:gd name="connsiteY279" fmla="*/ 253549 h 396151"/>
                <a:gd name="connsiteX280" fmla="*/ 2729938 w 2915191"/>
                <a:gd name="connsiteY280" fmla="*/ 301046 h 396151"/>
                <a:gd name="connsiteX281" fmla="*/ 2739697 w 2915191"/>
                <a:gd name="connsiteY281" fmla="*/ 340296 h 396151"/>
                <a:gd name="connsiteX282" fmla="*/ 2749441 w 2915191"/>
                <a:gd name="connsiteY282" fmla="*/ 310110 h 396151"/>
                <a:gd name="connsiteX283" fmla="*/ 2759185 w 2915191"/>
                <a:gd name="connsiteY283" fmla="*/ 311605 h 396151"/>
                <a:gd name="connsiteX284" fmla="*/ 2768943 w 2915191"/>
                <a:gd name="connsiteY284" fmla="*/ 315428 h 396151"/>
                <a:gd name="connsiteX285" fmla="*/ 2778687 w 2915191"/>
                <a:gd name="connsiteY285" fmla="*/ 292206 h 396151"/>
                <a:gd name="connsiteX286" fmla="*/ 2788446 w 2915191"/>
                <a:gd name="connsiteY286" fmla="*/ 295824 h 396151"/>
                <a:gd name="connsiteX287" fmla="*/ 2798190 w 2915191"/>
                <a:gd name="connsiteY287" fmla="*/ 278398 h 396151"/>
                <a:gd name="connsiteX288" fmla="*/ 2807934 w 2915191"/>
                <a:gd name="connsiteY288" fmla="*/ 243539 h 396151"/>
                <a:gd name="connsiteX289" fmla="*/ 2817693 w 2915191"/>
                <a:gd name="connsiteY289" fmla="*/ 217024 h 396151"/>
                <a:gd name="connsiteX290" fmla="*/ 2827437 w 2915191"/>
                <a:gd name="connsiteY290" fmla="*/ 229954 h 396151"/>
                <a:gd name="connsiteX291" fmla="*/ 2837196 w 2915191"/>
                <a:gd name="connsiteY291" fmla="*/ 244345 h 396151"/>
                <a:gd name="connsiteX292" fmla="*/ 2846940 w 2915191"/>
                <a:gd name="connsiteY292" fmla="*/ 261532 h 396151"/>
                <a:gd name="connsiteX293" fmla="*/ 2856684 w 2915191"/>
                <a:gd name="connsiteY293" fmla="*/ 222910 h 396151"/>
                <a:gd name="connsiteX294" fmla="*/ 2866442 w 2915191"/>
                <a:gd name="connsiteY294" fmla="*/ 230900 h 396151"/>
                <a:gd name="connsiteX295" fmla="*/ 2876186 w 2915191"/>
                <a:gd name="connsiteY295" fmla="*/ 225992 h 396151"/>
                <a:gd name="connsiteX296" fmla="*/ 2885945 w 2915191"/>
                <a:gd name="connsiteY296" fmla="*/ 249546 h 396151"/>
                <a:gd name="connsiteX297" fmla="*/ 2895689 w 2915191"/>
                <a:gd name="connsiteY297" fmla="*/ 232244 h 396151"/>
                <a:gd name="connsiteX298" fmla="*/ 2905433 w 2915191"/>
                <a:gd name="connsiteY298" fmla="*/ 267764 h 396151"/>
                <a:gd name="connsiteX299" fmla="*/ 2915192 w 2915191"/>
                <a:gd name="connsiteY299" fmla="*/ 239874 h 396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96151">
                  <a:moveTo>
                    <a:pt x="0" y="0"/>
                  </a:moveTo>
                  <a:lnTo>
                    <a:pt x="9750" y="35756"/>
                  </a:lnTo>
                  <a:lnTo>
                    <a:pt x="19500" y="48995"/>
                  </a:lnTo>
                  <a:lnTo>
                    <a:pt x="29250" y="39814"/>
                  </a:lnTo>
                  <a:lnTo>
                    <a:pt x="39000" y="25881"/>
                  </a:lnTo>
                  <a:lnTo>
                    <a:pt x="48749" y="16797"/>
                  </a:lnTo>
                  <a:lnTo>
                    <a:pt x="58499" y="35774"/>
                  </a:lnTo>
                  <a:lnTo>
                    <a:pt x="68249" y="25045"/>
                  </a:lnTo>
                  <a:lnTo>
                    <a:pt x="77998" y="71615"/>
                  </a:lnTo>
                  <a:lnTo>
                    <a:pt x="87748" y="40792"/>
                  </a:lnTo>
                  <a:lnTo>
                    <a:pt x="97497" y="53824"/>
                  </a:lnTo>
                  <a:lnTo>
                    <a:pt x="107247" y="81880"/>
                  </a:lnTo>
                  <a:lnTo>
                    <a:pt x="116997" y="49159"/>
                  </a:lnTo>
                  <a:lnTo>
                    <a:pt x="126747" y="64520"/>
                  </a:lnTo>
                  <a:lnTo>
                    <a:pt x="136497" y="44414"/>
                  </a:lnTo>
                  <a:lnTo>
                    <a:pt x="146247" y="87925"/>
                  </a:lnTo>
                  <a:lnTo>
                    <a:pt x="155997" y="135198"/>
                  </a:lnTo>
                  <a:lnTo>
                    <a:pt x="165747" y="161775"/>
                  </a:lnTo>
                  <a:lnTo>
                    <a:pt x="175497" y="145483"/>
                  </a:lnTo>
                  <a:lnTo>
                    <a:pt x="185247" y="132564"/>
                  </a:lnTo>
                  <a:lnTo>
                    <a:pt x="194996" y="151853"/>
                  </a:lnTo>
                  <a:lnTo>
                    <a:pt x="204746" y="143702"/>
                  </a:lnTo>
                  <a:lnTo>
                    <a:pt x="214495" y="81061"/>
                  </a:lnTo>
                  <a:lnTo>
                    <a:pt x="224245" y="96891"/>
                  </a:lnTo>
                  <a:lnTo>
                    <a:pt x="233995" y="107210"/>
                  </a:lnTo>
                  <a:lnTo>
                    <a:pt x="243744" y="120241"/>
                  </a:lnTo>
                  <a:lnTo>
                    <a:pt x="253494" y="68722"/>
                  </a:lnTo>
                  <a:lnTo>
                    <a:pt x="263244" y="59486"/>
                  </a:lnTo>
                  <a:lnTo>
                    <a:pt x="272994" y="75544"/>
                  </a:lnTo>
                  <a:lnTo>
                    <a:pt x="282744" y="68710"/>
                  </a:lnTo>
                  <a:lnTo>
                    <a:pt x="292494" y="41738"/>
                  </a:lnTo>
                  <a:lnTo>
                    <a:pt x="302244" y="79063"/>
                  </a:lnTo>
                  <a:lnTo>
                    <a:pt x="311994" y="95106"/>
                  </a:lnTo>
                  <a:lnTo>
                    <a:pt x="321744" y="110026"/>
                  </a:lnTo>
                  <a:lnTo>
                    <a:pt x="331493" y="115039"/>
                  </a:lnTo>
                  <a:lnTo>
                    <a:pt x="341243" y="145031"/>
                  </a:lnTo>
                  <a:lnTo>
                    <a:pt x="350993" y="155778"/>
                  </a:lnTo>
                  <a:lnTo>
                    <a:pt x="360742" y="172006"/>
                  </a:lnTo>
                  <a:lnTo>
                    <a:pt x="370492" y="170672"/>
                  </a:lnTo>
                  <a:lnTo>
                    <a:pt x="380241" y="179992"/>
                  </a:lnTo>
                  <a:lnTo>
                    <a:pt x="389991" y="173893"/>
                  </a:lnTo>
                  <a:lnTo>
                    <a:pt x="399741" y="179869"/>
                  </a:lnTo>
                  <a:lnTo>
                    <a:pt x="409491" y="178181"/>
                  </a:lnTo>
                  <a:lnTo>
                    <a:pt x="419241" y="170869"/>
                  </a:lnTo>
                  <a:lnTo>
                    <a:pt x="428991" y="195698"/>
                  </a:lnTo>
                  <a:lnTo>
                    <a:pt x="438741" y="213304"/>
                  </a:lnTo>
                  <a:lnTo>
                    <a:pt x="448491" y="260179"/>
                  </a:lnTo>
                  <a:lnTo>
                    <a:pt x="458241" y="237530"/>
                  </a:lnTo>
                  <a:lnTo>
                    <a:pt x="467991" y="239507"/>
                  </a:lnTo>
                  <a:lnTo>
                    <a:pt x="477740" y="231834"/>
                  </a:lnTo>
                  <a:lnTo>
                    <a:pt x="487490" y="225319"/>
                  </a:lnTo>
                  <a:lnTo>
                    <a:pt x="497239" y="241198"/>
                  </a:lnTo>
                  <a:lnTo>
                    <a:pt x="506989" y="268737"/>
                  </a:lnTo>
                  <a:lnTo>
                    <a:pt x="516738" y="263856"/>
                  </a:lnTo>
                  <a:lnTo>
                    <a:pt x="526488" y="270220"/>
                  </a:lnTo>
                  <a:lnTo>
                    <a:pt x="536238" y="267188"/>
                  </a:lnTo>
                  <a:lnTo>
                    <a:pt x="545988" y="305264"/>
                  </a:lnTo>
                  <a:lnTo>
                    <a:pt x="555738" y="317815"/>
                  </a:lnTo>
                  <a:lnTo>
                    <a:pt x="565488" y="317052"/>
                  </a:lnTo>
                  <a:lnTo>
                    <a:pt x="575238" y="272744"/>
                  </a:lnTo>
                  <a:lnTo>
                    <a:pt x="584988" y="301000"/>
                  </a:lnTo>
                  <a:lnTo>
                    <a:pt x="594738" y="319279"/>
                  </a:lnTo>
                  <a:lnTo>
                    <a:pt x="604488" y="346065"/>
                  </a:lnTo>
                  <a:lnTo>
                    <a:pt x="614237" y="347401"/>
                  </a:lnTo>
                  <a:lnTo>
                    <a:pt x="623987" y="392344"/>
                  </a:lnTo>
                  <a:lnTo>
                    <a:pt x="633736" y="375445"/>
                  </a:lnTo>
                  <a:lnTo>
                    <a:pt x="643486" y="379738"/>
                  </a:lnTo>
                  <a:lnTo>
                    <a:pt x="653236" y="375699"/>
                  </a:lnTo>
                  <a:lnTo>
                    <a:pt x="662985" y="383570"/>
                  </a:lnTo>
                  <a:lnTo>
                    <a:pt x="672735" y="391764"/>
                  </a:lnTo>
                  <a:lnTo>
                    <a:pt x="682485" y="375410"/>
                  </a:lnTo>
                  <a:lnTo>
                    <a:pt x="692235" y="396152"/>
                  </a:lnTo>
                  <a:lnTo>
                    <a:pt x="701985" y="347398"/>
                  </a:lnTo>
                  <a:lnTo>
                    <a:pt x="711735" y="314096"/>
                  </a:lnTo>
                  <a:lnTo>
                    <a:pt x="721485" y="344503"/>
                  </a:lnTo>
                  <a:lnTo>
                    <a:pt x="731235" y="336395"/>
                  </a:lnTo>
                  <a:lnTo>
                    <a:pt x="740985" y="346093"/>
                  </a:lnTo>
                  <a:lnTo>
                    <a:pt x="750734" y="339365"/>
                  </a:lnTo>
                  <a:lnTo>
                    <a:pt x="760484" y="323750"/>
                  </a:lnTo>
                  <a:lnTo>
                    <a:pt x="770233" y="300404"/>
                  </a:lnTo>
                  <a:lnTo>
                    <a:pt x="779983" y="304709"/>
                  </a:lnTo>
                  <a:lnTo>
                    <a:pt x="789733" y="272723"/>
                  </a:lnTo>
                  <a:lnTo>
                    <a:pt x="799482" y="255945"/>
                  </a:lnTo>
                  <a:lnTo>
                    <a:pt x="809232" y="264065"/>
                  </a:lnTo>
                  <a:lnTo>
                    <a:pt x="818982" y="281241"/>
                  </a:lnTo>
                  <a:lnTo>
                    <a:pt x="828732" y="304782"/>
                  </a:lnTo>
                  <a:lnTo>
                    <a:pt x="838482" y="333217"/>
                  </a:lnTo>
                  <a:lnTo>
                    <a:pt x="848232" y="333259"/>
                  </a:lnTo>
                  <a:lnTo>
                    <a:pt x="857982" y="339449"/>
                  </a:lnTo>
                  <a:lnTo>
                    <a:pt x="867732" y="344040"/>
                  </a:lnTo>
                  <a:lnTo>
                    <a:pt x="877482" y="349362"/>
                  </a:lnTo>
                  <a:lnTo>
                    <a:pt x="887231" y="320263"/>
                  </a:lnTo>
                  <a:lnTo>
                    <a:pt x="896981" y="333970"/>
                  </a:lnTo>
                  <a:lnTo>
                    <a:pt x="906730" y="312189"/>
                  </a:lnTo>
                  <a:lnTo>
                    <a:pt x="916480" y="283755"/>
                  </a:lnTo>
                  <a:lnTo>
                    <a:pt x="926230" y="279691"/>
                  </a:lnTo>
                  <a:lnTo>
                    <a:pt x="935979" y="268651"/>
                  </a:lnTo>
                  <a:lnTo>
                    <a:pt x="945729" y="266482"/>
                  </a:lnTo>
                  <a:lnTo>
                    <a:pt x="955479" y="228403"/>
                  </a:lnTo>
                  <a:lnTo>
                    <a:pt x="965229" y="242505"/>
                  </a:lnTo>
                  <a:lnTo>
                    <a:pt x="974979" y="224282"/>
                  </a:lnTo>
                  <a:lnTo>
                    <a:pt x="984729" y="223281"/>
                  </a:lnTo>
                  <a:lnTo>
                    <a:pt x="994474" y="217655"/>
                  </a:lnTo>
                  <a:lnTo>
                    <a:pt x="1004233" y="207443"/>
                  </a:lnTo>
                  <a:lnTo>
                    <a:pt x="1013977" y="199527"/>
                  </a:lnTo>
                  <a:lnTo>
                    <a:pt x="1023721" y="205521"/>
                  </a:lnTo>
                  <a:lnTo>
                    <a:pt x="1033480" y="208389"/>
                  </a:lnTo>
                  <a:lnTo>
                    <a:pt x="1043224" y="240121"/>
                  </a:lnTo>
                  <a:lnTo>
                    <a:pt x="1052983" y="171399"/>
                  </a:lnTo>
                  <a:lnTo>
                    <a:pt x="1062727" y="157595"/>
                  </a:lnTo>
                  <a:lnTo>
                    <a:pt x="1072471" y="151987"/>
                  </a:lnTo>
                  <a:lnTo>
                    <a:pt x="1082230" y="177395"/>
                  </a:lnTo>
                  <a:lnTo>
                    <a:pt x="1091973" y="146734"/>
                  </a:lnTo>
                  <a:lnTo>
                    <a:pt x="1101732" y="133736"/>
                  </a:lnTo>
                  <a:lnTo>
                    <a:pt x="1111476" y="123341"/>
                  </a:lnTo>
                  <a:lnTo>
                    <a:pt x="1121220" y="155711"/>
                  </a:lnTo>
                  <a:lnTo>
                    <a:pt x="1130979" y="162056"/>
                  </a:lnTo>
                  <a:lnTo>
                    <a:pt x="1140723" y="130673"/>
                  </a:lnTo>
                  <a:lnTo>
                    <a:pt x="1150482" y="113554"/>
                  </a:lnTo>
                  <a:lnTo>
                    <a:pt x="1160226" y="128705"/>
                  </a:lnTo>
                  <a:lnTo>
                    <a:pt x="1169969" y="116875"/>
                  </a:lnTo>
                  <a:lnTo>
                    <a:pt x="1179728" y="146829"/>
                  </a:lnTo>
                  <a:lnTo>
                    <a:pt x="1189472" y="173077"/>
                  </a:lnTo>
                  <a:lnTo>
                    <a:pt x="1199231" y="184211"/>
                  </a:lnTo>
                  <a:lnTo>
                    <a:pt x="1208975" y="198943"/>
                  </a:lnTo>
                  <a:lnTo>
                    <a:pt x="1218719" y="163887"/>
                  </a:lnTo>
                  <a:lnTo>
                    <a:pt x="1228478" y="186084"/>
                  </a:lnTo>
                  <a:lnTo>
                    <a:pt x="1238222" y="186419"/>
                  </a:lnTo>
                  <a:lnTo>
                    <a:pt x="1247966" y="155448"/>
                  </a:lnTo>
                  <a:lnTo>
                    <a:pt x="1257725" y="154598"/>
                  </a:lnTo>
                  <a:lnTo>
                    <a:pt x="1267469" y="144970"/>
                  </a:lnTo>
                  <a:lnTo>
                    <a:pt x="1277227" y="149449"/>
                  </a:lnTo>
                  <a:lnTo>
                    <a:pt x="1286971" y="138817"/>
                  </a:lnTo>
                  <a:lnTo>
                    <a:pt x="1296715" y="204968"/>
                  </a:lnTo>
                  <a:lnTo>
                    <a:pt x="1306474" y="213070"/>
                  </a:lnTo>
                  <a:lnTo>
                    <a:pt x="1316218" y="193918"/>
                  </a:lnTo>
                  <a:lnTo>
                    <a:pt x="1325977" y="184058"/>
                  </a:lnTo>
                  <a:lnTo>
                    <a:pt x="1335721" y="204019"/>
                  </a:lnTo>
                  <a:lnTo>
                    <a:pt x="1345465" y="216016"/>
                  </a:lnTo>
                  <a:lnTo>
                    <a:pt x="1355224" y="220524"/>
                  </a:lnTo>
                  <a:lnTo>
                    <a:pt x="1364967" y="203551"/>
                  </a:lnTo>
                  <a:lnTo>
                    <a:pt x="1374726" y="221515"/>
                  </a:lnTo>
                  <a:lnTo>
                    <a:pt x="1384470" y="217689"/>
                  </a:lnTo>
                  <a:lnTo>
                    <a:pt x="1394214" y="234462"/>
                  </a:lnTo>
                  <a:lnTo>
                    <a:pt x="1403973" y="241562"/>
                  </a:lnTo>
                  <a:lnTo>
                    <a:pt x="1413717" y="263293"/>
                  </a:lnTo>
                  <a:lnTo>
                    <a:pt x="1423476" y="275418"/>
                  </a:lnTo>
                  <a:lnTo>
                    <a:pt x="1433220" y="273323"/>
                  </a:lnTo>
                  <a:lnTo>
                    <a:pt x="1442964" y="307442"/>
                  </a:lnTo>
                  <a:lnTo>
                    <a:pt x="1452722" y="314929"/>
                  </a:lnTo>
                  <a:lnTo>
                    <a:pt x="1462466" y="268803"/>
                  </a:lnTo>
                  <a:lnTo>
                    <a:pt x="1472225" y="225787"/>
                  </a:lnTo>
                  <a:lnTo>
                    <a:pt x="1481969" y="222705"/>
                  </a:lnTo>
                  <a:lnTo>
                    <a:pt x="1491713" y="255938"/>
                  </a:lnTo>
                  <a:lnTo>
                    <a:pt x="1501472" y="280908"/>
                  </a:lnTo>
                  <a:lnTo>
                    <a:pt x="1511216" y="242883"/>
                  </a:lnTo>
                  <a:lnTo>
                    <a:pt x="1520960" y="227869"/>
                  </a:lnTo>
                  <a:lnTo>
                    <a:pt x="1530719" y="211427"/>
                  </a:lnTo>
                  <a:lnTo>
                    <a:pt x="1540463" y="221907"/>
                  </a:lnTo>
                  <a:lnTo>
                    <a:pt x="1550221" y="229595"/>
                  </a:lnTo>
                  <a:lnTo>
                    <a:pt x="1559965" y="217676"/>
                  </a:lnTo>
                  <a:lnTo>
                    <a:pt x="1569709" y="223111"/>
                  </a:lnTo>
                  <a:lnTo>
                    <a:pt x="1579468" y="201589"/>
                  </a:lnTo>
                  <a:lnTo>
                    <a:pt x="1589212" y="239404"/>
                  </a:lnTo>
                  <a:lnTo>
                    <a:pt x="1598971" y="266187"/>
                  </a:lnTo>
                  <a:lnTo>
                    <a:pt x="1608715" y="265254"/>
                  </a:lnTo>
                  <a:lnTo>
                    <a:pt x="1618459" y="252180"/>
                  </a:lnTo>
                  <a:lnTo>
                    <a:pt x="1628218" y="276278"/>
                  </a:lnTo>
                  <a:lnTo>
                    <a:pt x="1637962" y="253345"/>
                  </a:lnTo>
                  <a:lnTo>
                    <a:pt x="1647720" y="254954"/>
                  </a:lnTo>
                  <a:lnTo>
                    <a:pt x="1657464" y="241576"/>
                  </a:lnTo>
                  <a:lnTo>
                    <a:pt x="1667208" y="270904"/>
                  </a:lnTo>
                  <a:lnTo>
                    <a:pt x="1676967" y="287650"/>
                  </a:lnTo>
                  <a:lnTo>
                    <a:pt x="1686711" y="276279"/>
                  </a:lnTo>
                  <a:lnTo>
                    <a:pt x="1696470" y="265461"/>
                  </a:lnTo>
                  <a:lnTo>
                    <a:pt x="1706214" y="250157"/>
                  </a:lnTo>
                  <a:lnTo>
                    <a:pt x="1715958" y="259718"/>
                  </a:lnTo>
                  <a:lnTo>
                    <a:pt x="1725716" y="243372"/>
                  </a:lnTo>
                  <a:lnTo>
                    <a:pt x="1735460" y="211913"/>
                  </a:lnTo>
                  <a:lnTo>
                    <a:pt x="1745219" y="223123"/>
                  </a:lnTo>
                  <a:lnTo>
                    <a:pt x="1754963" y="210962"/>
                  </a:lnTo>
                  <a:lnTo>
                    <a:pt x="1764707" y="221095"/>
                  </a:lnTo>
                  <a:lnTo>
                    <a:pt x="1774466" y="229870"/>
                  </a:lnTo>
                  <a:lnTo>
                    <a:pt x="1784210" y="244920"/>
                  </a:lnTo>
                  <a:lnTo>
                    <a:pt x="1793969" y="224063"/>
                  </a:lnTo>
                  <a:lnTo>
                    <a:pt x="1803713" y="215491"/>
                  </a:lnTo>
                  <a:lnTo>
                    <a:pt x="1813457" y="244391"/>
                  </a:lnTo>
                  <a:lnTo>
                    <a:pt x="1823215" y="240575"/>
                  </a:lnTo>
                  <a:lnTo>
                    <a:pt x="1832959" y="206311"/>
                  </a:lnTo>
                  <a:lnTo>
                    <a:pt x="1842703" y="177213"/>
                  </a:lnTo>
                  <a:lnTo>
                    <a:pt x="1852462" y="203307"/>
                  </a:lnTo>
                  <a:lnTo>
                    <a:pt x="1862206" y="200095"/>
                  </a:lnTo>
                  <a:lnTo>
                    <a:pt x="1871965" y="228017"/>
                  </a:lnTo>
                  <a:lnTo>
                    <a:pt x="1881709" y="233640"/>
                  </a:lnTo>
                  <a:lnTo>
                    <a:pt x="1891453" y="258178"/>
                  </a:lnTo>
                  <a:lnTo>
                    <a:pt x="1901212" y="253160"/>
                  </a:lnTo>
                  <a:lnTo>
                    <a:pt x="1910956" y="262507"/>
                  </a:lnTo>
                  <a:lnTo>
                    <a:pt x="1920714" y="253776"/>
                  </a:lnTo>
                  <a:lnTo>
                    <a:pt x="1930458" y="248914"/>
                  </a:lnTo>
                  <a:lnTo>
                    <a:pt x="1940202" y="240933"/>
                  </a:lnTo>
                  <a:lnTo>
                    <a:pt x="1949961" y="219069"/>
                  </a:lnTo>
                  <a:lnTo>
                    <a:pt x="1959705" y="216645"/>
                  </a:lnTo>
                  <a:lnTo>
                    <a:pt x="1969464" y="189476"/>
                  </a:lnTo>
                  <a:lnTo>
                    <a:pt x="1979208" y="159927"/>
                  </a:lnTo>
                  <a:lnTo>
                    <a:pt x="1988952" y="157586"/>
                  </a:lnTo>
                  <a:lnTo>
                    <a:pt x="1998711" y="117653"/>
                  </a:lnTo>
                  <a:lnTo>
                    <a:pt x="2008454" y="90920"/>
                  </a:lnTo>
                  <a:lnTo>
                    <a:pt x="2018213" y="79225"/>
                  </a:lnTo>
                  <a:lnTo>
                    <a:pt x="2027957" y="85383"/>
                  </a:lnTo>
                  <a:lnTo>
                    <a:pt x="2037701" y="68516"/>
                  </a:lnTo>
                  <a:lnTo>
                    <a:pt x="2047460" y="77238"/>
                  </a:lnTo>
                  <a:lnTo>
                    <a:pt x="2057204" y="70888"/>
                  </a:lnTo>
                  <a:lnTo>
                    <a:pt x="2066963" y="65106"/>
                  </a:lnTo>
                  <a:lnTo>
                    <a:pt x="2076707" y="77235"/>
                  </a:lnTo>
                  <a:lnTo>
                    <a:pt x="2086451" y="48282"/>
                  </a:lnTo>
                  <a:lnTo>
                    <a:pt x="2096210" y="49776"/>
                  </a:lnTo>
                  <a:lnTo>
                    <a:pt x="2105954" y="47136"/>
                  </a:lnTo>
                  <a:lnTo>
                    <a:pt x="2115697" y="58391"/>
                  </a:lnTo>
                  <a:lnTo>
                    <a:pt x="2125456" y="65706"/>
                  </a:lnTo>
                  <a:lnTo>
                    <a:pt x="2135200" y="86921"/>
                  </a:lnTo>
                  <a:lnTo>
                    <a:pt x="2144959" y="88628"/>
                  </a:lnTo>
                  <a:lnTo>
                    <a:pt x="2154703" y="59033"/>
                  </a:lnTo>
                  <a:lnTo>
                    <a:pt x="2164447" y="87832"/>
                  </a:lnTo>
                  <a:lnTo>
                    <a:pt x="2174206" y="54676"/>
                  </a:lnTo>
                  <a:lnTo>
                    <a:pt x="2183950" y="86491"/>
                  </a:lnTo>
                  <a:lnTo>
                    <a:pt x="2193709" y="103199"/>
                  </a:lnTo>
                  <a:lnTo>
                    <a:pt x="2203452" y="109089"/>
                  </a:lnTo>
                  <a:lnTo>
                    <a:pt x="2213196" y="93338"/>
                  </a:lnTo>
                  <a:lnTo>
                    <a:pt x="2222955" y="121784"/>
                  </a:lnTo>
                  <a:lnTo>
                    <a:pt x="2232699" y="137458"/>
                  </a:lnTo>
                  <a:lnTo>
                    <a:pt x="2242458" y="180063"/>
                  </a:lnTo>
                  <a:lnTo>
                    <a:pt x="2252202" y="159874"/>
                  </a:lnTo>
                  <a:lnTo>
                    <a:pt x="2261946" y="157114"/>
                  </a:lnTo>
                  <a:lnTo>
                    <a:pt x="2271705" y="161509"/>
                  </a:lnTo>
                  <a:lnTo>
                    <a:pt x="2281449" y="172587"/>
                  </a:lnTo>
                  <a:lnTo>
                    <a:pt x="2291208" y="191826"/>
                  </a:lnTo>
                  <a:lnTo>
                    <a:pt x="2300951" y="173210"/>
                  </a:lnTo>
                  <a:lnTo>
                    <a:pt x="2310695" y="178195"/>
                  </a:lnTo>
                  <a:lnTo>
                    <a:pt x="2320454" y="190841"/>
                  </a:lnTo>
                  <a:lnTo>
                    <a:pt x="2330198" y="205271"/>
                  </a:lnTo>
                  <a:lnTo>
                    <a:pt x="2339957" y="216691"/>
                  </a:lnTo>
                  <a:lnTo>
                    <a:pt x="2349701" y="213504"/>
                  </a:lnTo>
                  <a:lnTo>
                    <a:pt x="2359445" y="206099"/>
                  </a:lnTo>
                  <a:lnTo>
                    <a:pt x="2369204" y="195688"/>
                  </a:lnTo>
                  <a:lnTo>
                    <a:pt x="2378948" y="215520"/>
                  </a:lnTo>
                  <a:lnTo>
                    <a:pt x="2388692" y="215451"/>
                  </a:lnTo>
                  <a:lnTo>
                    <a:pt x="2398450" y="212796"/>
                  </a:lnTo>
                  <a:lnTo>
                    <a:pt x="2408194" y="214544"/>
                  </a:lnTo>
                  <a:lnTo>
                    <a:pt x="2417953" y="204380"/>
                  </a:lnTo>
                  <a:lnTo>
                    <a:pt x="2427697" y="185720"/>
                  </a:lnTo>
                  <a:lnTo>
                    <a:pt x="2437441" y="177028"/>
                  </a:lnTo>
                  <a:lnTo>
                    <a:pt x="2447200" y="192732"/>
                  </a:lnTo>
                  <a:lnTo>
                    <a:pt x="2456944" y="208718"/>
                  </a:lnTo>
                  <a:lnTo>
                    <a:pt x="2466703" y="234872"/>
                  </a:lnTo>
                  <a:lnTo>
                    <a:pt x="2476446" y="215210"/>
                  </a:lnTo>
                  <a:lnTo>
                    <a:pt x="2486190" y="182468"/>
                  </a:lnTo>
                  <a:lnTo>
                    <a:pt x="2495949" y="205578"/>
                  </a:lnTo>
                  <a:lnTo>
                    <a:pt x="2505693" y="182873"/>
                  </a:lnTo>
                  <a:lnTo>
                    <a:pt x="2515452" y="174728"/>
                  </a:lnTo>
                  <a:lnTo>
                    <a:pt x="2525196" y="206933"/>
                  </a:lnTo>
                  <a:lnTo>
                    <a:pt x="2534940" y="213027"/>
                  </a:lnTo>
                  <a:lnTo>
                    <a:pt x="2544699" y="256776"/>
                  </a:lnTo>
                  <a:lnTo>
                    <a:pt x="2554443" y="256373"/>
                  </a:lnTo>
                  <a:lnTo>
                    <a:pt x="2564202" y="282163"/>
                  </a:lnTo>
                  <a:lnTo>
                    <a:pt x="2573946" y="294983"/>
                  </a:lnTo>
                  <a:lnTo>
                    <a:pt x="2583690" y="290502"/>
                  </a:lnTo>
                  <a:lnTo>
                    <a:pt x="2593448" y="243150"/>
                  </a:lnTo>
                  <a:lnTo>
                    <a:pt x="2603192" y="221166"/>
                  </a:lnTo>
                  <a:lnTo>
                    <a:pt x="2612951" y="218227"/>
                  </a:lnTo>
                  <a:lnTo>
                    <a:pt x="2622695" y="238136"/>
                  </a:lnTo>
                  <a:lnTo>
                    <a:pt x="2632439" y="247538"/>
                  </a:lnTo>
                  <a:lnTo>
                    <a:pt x="2642198" y="247816"/>
                  </a:lnTo>
                  <a:lnTo>
                    <a:pt x="2651942" y="252427"/>
                  </a:lnTo>
                  <a:lnTo>
                    <a:pt x="2661685" y="235602"/>
                  </a:lnTo>
                  <a:lnTo>
                    <a:pt x="2671444" y="233455"/>
                  </a:lnTo>
                  <a:lnTo>
                    <a:pt x="2681188" y="243408"/>
                  </a:lnTo>
                  <a:lnTo>
                    <a:pt x="2690947" y="217896"/>
                  </a:lnTo>
                  <a:lnTo>
                    <a:pt x="2700691" y="246603"/>
                  </a:lnTo>
                  <a:lnTo>
                    <a:pt x="2710435" y="279943"/>
                  </a:lnTo>
                  <a:lnTo>
                    <a:pt x="2720194" y="253549"/>
                  </a:lnTo>
                  <a:lnTo>
                    <a:pt x="2729938" y="301046"/>
                  </a:lnTo>
                  <a:lnTo>
                    <a:pt x="2739697" y="340296"/>
                  </a:lnTo>
                  <a:lnTo>
                    <a:pt x="2749441" y="310110"/>
                  </a:lnTo>
                  <a:lnTo>
                    <a:pt x="2759185" y="311605"/>
                  </a:lnTo>
                  <a:lnTo>
                    <a:pt x="2768943" y="315428"/>
                  </a:lnTo>
                  <a:lnTo>
                    <a:pt x="2778687" y="292206"/>
                  </a:lnTo>
                  <a:lnTo>
                    <a:pt x="2788446" y="295824"/>
                  </a:lnTo>
                  <a:lnTo>
                    <a:pt x="2798190" y="278398"/>
                  </a:lnTo>
                  <a:lnTo>
                    <a:pt x="2807934" y="243539"/>
                  </a:lnTo>
                  <a:lnTo>
                    <a:pt x="2817693" y="217024"/>
                  </a:lnTo>
                  <a:lnTo>
                    <a:pt x="2827437" y="229954"/>
                  </a:lnTo>
                  <a:lnTo>
                    <a:pt x="2837196" y="244345"/>
                  </a:lnTo>
                  <a:lnTo>
                    <a:pt x="2846940" y="261532"/>
                  </a:lnTo>
                  <a:lnTo>
                    <a:pt x="2856684" y="222910"/>
                  </a:lnTo>
                  <a:lnTo>
                    <a:pt x="2866442" y="230900"/>
                  </a:lnTo>
                  <a:lnTo>
                    <a:pt x="2876186" y="225992"/>
                  </a:lnTo>
                  <a:lnTo>
                    <a:pt x="2885945" y="249546"/>
                  </a:lnTo>
                  <a:lnTo>
                    <a:pt x="2895689" y="232244"/>
                  </a:lnTo>
                  <a:lnTo>
                    <a:pt x="2905433" y="267764"/>
                  </a:lnTo>
                  <a:lnTo>
                    <a:pt x="2915192" y="23987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0" name="Freeform 1089">
              <a:extLst>
                <a:ext uri="{FF2B5EF4-FFF2-40B4-BE49-F238E27FC236}">
                  <a16:creationId xmlns:a16="http://schemas.microsoft.com/office/drawing/2014/main" id="{F2420681-7CD3-25DD-2FB9-103F2726A1A7}"/>
                </a:ext>
              </a:extLst>
            </p:cNvPr>
            <p:cNvSpPr/>
            <p:nvPr/>
          </p:nvSpPr>
          <p:spPr>
            <a:xfrm>
              <a:off x="4426652" y="3418307"/>
              <a:ext cx="2915191" cy="376987"/>
            </a:xfrm>
            <a:custGeom>
              <a:avLst/>
              <a:gdLst>
                <a:gd name="connsiteX0" fmla="*/ 0 w 2915191"/>
                <a:gd name="connsiteY0" fmla="*/ 96860 h 376987"/>
                <a:gd name="connsiteX1" fmla="*/ 9750 w 2915191"/>
                <a:gd name="connsiteY1" fmla="*/ 105145 h 376987"/>
                <a:gd name="connsiteX2" fmla="*/ 19500 w 2915191"/>
                <a:gd name="connsiteY2" fmla="*/ 124687 h 376987"/>
                <a:gd name="connsiteX3" fmla="*/ 29250 w 2915191"/>
                <a:gd name="connsiteY3" fmla="*/ 117654 h 376987"/>
                <a:gd name="connsiteX4" fmla="*/ 39000 w 2915191"/>
                <a:gd name="connsiteY4" fmla="*/ 113454 h 376987"/>
                <a:gd name="connsiteX5" fmla="*/ 48749 w 2915191"/>
                <a:gd name="connsiteY5" fmla="*/ 138575 h 376987"/>
                <a:gd name="connsiteX6" fmla="*/ 58499 w 2915191"/>
                <a:gd name="connsiteY6" fmla="*/ 128671 h 376987"/>
                <a:gd name="connsiteX7" fmla="*/ 68249 w 2915191"/>
                <a:gd name="connsiteY7" fmla="*/ 143319 h 376987"/>
                <a:gd name="connsiteX8" fmla="*/ 77998 w 2915191"/>
                <a:gd name="connsiteY8" fmla="*/ 140262 h 376987"/>
                <a:gd name="connsiteX9" fmla="*/ 87748 w 2915191"/>
                <a:gd name="connsiteY9" fmla="*/ 117860 h 376987"/>
                <a:gd name="connsiteX10" fmla="*/ 97497 w 2915191"/>
                <a:gd name="connsiteY10" fmla="*/ 126153 h 376987"/>
                <a:gd name="connsiteX11" fmla="*/ 107247 w 2915191"/>
                <a:gd name="connsiteY11" fmla="*/ 112951 h 376987"/>
                <a:gd name="connsiteX12" fmla="*/ 116997 w 2915191"/>
                <a:gd name="connsiteY12" fmla="*/ 91349 h 376987"/>
                <a:gd name="connsiteX13" fmla="*/ 126747 w 2915191"/>
                <a:gd name="connsiteY13" fmla="*/ 72926 h 376987"/>
                <a:gd name="connsiteX14" fmla="*/ 136497 w 2915191"/>
                <a:gd name="connsiteY14" fmla="*/ 79056 h 376987"/>
                <a:gd name="connsiteX15" fmla="*/ 146247 w 2915191"/>
                <a:gd name="connsiteY15" fmla="*/ 95762 h 376987"/>
                <a:gd name="connsiteX16" fmla="*/ 155997 w 2915191"/>
                <a:gd name="connsiteY16" fmla="*/ 60308 h 376987"/>
                <a:gd name="connsiteX17" fmla="*/ 165747 w 2915191"/>
                <a:gd name="connsiteY17" fmla="*/ 68728 h 376987"/>
                <a:gd name="connsiteX18" fmla="*/ 175497 w 2915191"/>
                <a:gd name="connsiteY18" fmla="*/ 111783 h 376987"/>
                <a:gd name="connsiteX19" fmla="*/ 185247 w 2915191"/>
                <a:gd name="connsiteY19" fmla="*/ 103341 h 376987"/>
                <a:gd name="connsiteX20" fmla="*/ 194996 w 2915191"/>
                <a:gd name="connsiteY20" fmla="*/ 119967 h 376987"/>
                <a:gd name="connsiteX21" fmla="*/ 204746 w 2915191"/>
                <a:gd name="connsiteY21" fmla="*/ 103187 h 376987"/>
                <a:gd name="connsiteX22" fmla="*/ 214495 w 2915191"/>
                <a:gd name="connsiteY22" fmla="*/ 128347 h 376987"/>
                <a:gd name="connsiteX23" fmla="*/ 224245 w 2915191"/>
                <a:gd name="connsiteY23" fmla="*/ 161615 h 376987"/>
                <a:gd name="connsiteX24" fmla="*/ 233995 w 2915191"/>
                <a:gd name="connsiteY24" fmla="*/ 122285 h 376987"/>
                <a:gd name="connsiteX25" fmla="*/ 243744 w 2915191"/>
                <a:gd name="connsiteY25" fmla="*/ 113667 h 376987"/>
                <a:gd name="connsiteX26" fmla="*/ 253494 w 2915191"/>
                <a:gd name="connsiteY26" fmla="*/ 104926 h 376987"/>
                <a:gd name="connsiteX27" fmla="*/ 263244 w 2915191"/>
                <a:gd name="connsiteY27" fmla="*/ 102541 h 376987"/>
                <a:gd name="connsiteX28" fmla="*/ 272994 w 2915191"/>
                <a:gd name="connsiteY28" fmla="*/ 84683 h 376987"/>
                <a:gd name="connsiteX29" fmla="*/ 282744 w 2915191"/>
                <a:gd name="connsiteY29" fmla="*/ 65295 h 376987"/>
                <a:gd name="connsiteX30" fmla="*/ 292494 w 2915191"/>
                <a:gd name="connsiteY30" fmla="*/ 60560 h 376987"/>
                <a:gd name="connsiteX31" fmla="*/ 302244 w 2915191"/>
                <a:gd name="connsiteY31" fmla="*/ 36380 h 376987"/>
                <a:gd name="connsiteX32" fmla="*/ 311994 w 2915191"/>
                <a:gd name="connsiteY32" fmla="*/ 66174 h 376987"/>
                <a:gd name="connsiteX33" fmla="*/ 321744 w 2915191"/>
                <a:gd name="connsiteY33" fmla="*/ 90385 h 376987"/>
                <a:gd name="connsiteX34" fmla="*/ 331493 w 2915191"/>
                <a:gd name="connsiteY34" fmla="*/ 88808 h 376987"/>
                <a:gd name="connsiteX35" fmla="*/ 341243 w 2915191"/>
                <a:gd name="connsiteY35" fmla="*/ 55794 h 376987"/>
                <a:gd name="connsiteX36" fmla="*/ 350993 w 2915191"/>
                <a:gd name="connsiteY36" fmla="*/ 70085 h 376987"/>
                <a:gd name="connsiteX37" fmla="*/ 360742 w 2915191"/>
                <a:gd name="connsiteY37" fmla="*/ 76529 h 376987"/>
                <a:gd name="connsiteX38" fmla="*/ 370492 w 2915191"/>
                <a:gd name="connsiteY38" fmla="*/ 54235 h 376987"/>
                <a:gd name="connsiteX39" fmla="*/ 380241 w 2915191"/>
                <a:gd name="connsiteY39" fmla="*/ 59332 h 376987"/>
                <a:gd name="connsiteX40" fmla="*/ 389991 w 2915191"/>
                <a:gd name="connsiteY40" fmla="*/ 55819 h 376987"/>
                <a:gd name="connsiteX41" fmla="*/ 399741 w 2915191"/>
                <a:gd name="connsiteY41" fmla="*/ 92490 h 376987"/>
                <a:gd name="connsiteX42" fmla="*/ 409491 w 2915191"/>
                <a:gd name="connsiteY42" fmla="*/ 74157 h 376987"/>
                <a:gd name="connsiteX43" fmla="*/ 419241 w 2915191"/>
                <a:gd name="connsiteY43" fmla="*/ 64434 h 376987"/>
                <a:gd name="connsiteX44" fmla="*/ 428991 w 2915191"/>
                <a:gd name="connsiteY44" fmla="*/ 34138 h 376987"/>
                <a:gd name="connsiteX45" fmla="*/ 438741 w 2915191"/>
                <a:gd name="connsiteY45" fmla="*/ 31762 h 376987"/>
                <a:gd name="connsiteX46" fmla="*/ 448491 w 2915191"/>
                <a:gd name="connsiteY46" fmla="*/ 31231 h 376987"/>
                <a:gd name="connsiteX47" fmla="*/ 458241 w 2915191"/>
                <a:gd name="connsiteY47" fmla="*/ 0 h 376987"/>
                <a:gd name="connsiteX48" fmla="*/ 467991 w 2915191"/>
                <a:gd name="connsiteY48" fmla="*/ 23023 h 376987"/>
                <a:gd name="connsiteX49" fmla="*/ 477740 w 2915191"/>
                <a:gd name="connsiteY49" fmla="*/ 31076 h 376987"/>
                <a:gd name="connsiteX50" fmla="*/ 487490 w 2915191"/>
                <a:gd name="connsiteY50" fmla="*/ 43785 h 376987"/>
                <a:gd name="connsiteX51" fmla="*/ 497239 w 2915191"/>
                <a:gd name="connsiteY51" fmla="*/ 34199 h 376987"/>
                <a:gd name="connsiteX52" fmla="*/ 506989 w 2915191"/>
                <a:gd name="connsiteY52" fmla="*/ 23260 h 376987"/>
                <a:gd name="connsiteX53" fmla="*/ 516738 w 2915191"/>
                <a:gd name="connsiteY53" fmla="*/ 46054 h 376987"/>
                <a:gd name="connsiteX54" fmla="*/ 526488 w 2915191"/>
                <a:gd name="connsiteY54" fmla="*/ 59942 h 376987"/>
                <a:gd name="connsiteX55" fmla="*/ 536238 w 2915191"/>
                <a:gd name="connsiteY55" fmla="*/ 69614 h 376987"/>
                <a:gd name="connsiteX56" fmla="*/ 545988 w 2915191"/>
                <a:gd name="connsiteY56" fmla="*/ 46670 h 376987"/>
                <a:gd name="connsiteX57" fmla="*/ 555738 w 2915191"/>
                <a:gd name="connsiteY57" fmla="*/ 25400 h 376987"/>
                <a:gd name="connsiteX58" fmla="*/ 565488 w 2915191"/>
                <a:gd name="connsiteY58" fmla="*/ 38197 h 376987"/>
                <a:gd name="connsiteX59" fmla="*/ 575238 w 2915191"/>
                <a:gd name="connsiteY59" fmla="*/ 98734 h 376987"/>
                <a:gd name="connsiteX60" fmla="*/ 584988 w 2915191"/>
                <a:gd name="connsiteY60" fmla="*/ 116059 h 376987"/>
                <a:gd name="connsiteX61" fmla="*/ 594738 w 2915191"/>
                <a:gd name="connsiteY61" fmla="*/ 141110 h 376987"/>
                <a:gd name="connsiteX62" fmla="*/ 604488 w 2915191"/>
                <a:gd name="connsiteY62" fmla="*/ 136427 h 376987"/>
                <a:gd name="connsiteX63" fmla="*/ 614237 w 2915191"/>
                <a:gd name="connsiteY63" fmla="*/ 141113 h 376987"/>
                <a:gd name="connsiteX64" fmla="*/ 623987 w 2915191"/>
                <a:gd name="connsiteY64" fmla="*/ 156031 h 376987"/>
                <a:gd name="connsiteX65" fmla="*/ 633736 w 2915191"/>
                <a:gd name="connsiteY65" fmla="*/ 141399 h 376987"/>
                <a:gd name="connsiteX66" fmla="*/ 643486 w 2915191"/>
                <a:gd name="connsiteY66" fmla="*/ 161135 h 376987"/>
                <a:gd name="connsiteX67" fmla="*/ 653236 w 2915191"/>
                <a:gd name="connsiteY67" fmla="*/ 146059 h 376987"/>
                <a:gd name="connsiteX68" fmla="*/ 662985 w 2915191"/>
                <a:gd name="connsiteY68" fmla="*/ 145752 h 376987"/>
                <a:gd name="connsiteX69" fmla="*/ 672735 w 2915191"/>
                <a:gd name="connsiteY69" fmla="*/ 170334 h 376987"/>
                <a:gd name="connsiteX70" fmla="*/ 682485 w 2915191"/>
                <a:gd name="connsiteY70" fmla="*/ 172463 h 376987"/>
                <a:gd name="connsiteX71" fmla="*/ 692235 w 2915191"/>
                <a:gd name="connsiteY71" fmla="*/ 231839 h 376987"/>
                <a:gd name="connsiteX72" fmla="*/ 701985 w 2915191"/>
                <a:gd name="connsiteY72" fmla="*/ 215004 h 376987"/>
                <a:gd name="connsiteX73" fmla="*/ 711735 w 2915191"/>
                <a:gd name="connsiteY73" fmla="*/ 250489 h 376987"/>
                <a:gd name="connsiteX74" fmla="*/ 721485 w 2915191"/>
                <a:gd name="connsiteY74" fmla="*/ 243768 h 376987"/>
                <a:gd name="connsiteX75" fmla="*/ 731235 w 2915191"/>
                <a:gd name="connsiteY75" fmla="*/ 249656 h 376987"/>
                <a:gd name="connsiteX76" fmla="*/ 740985 w 2915191"/>
                <a:gd name="connsiteY76" fmla="*/ 251770 h 376987"/>
                <a:gd name="connsiteX77" fmla="*/ 750734 w 2915191"/>
                <a:gd name="connsiteY77" fmla="*/ 254545 h 376987"/>
                <a:gd name="connsiteX78" fmla="*/ 760484 w 2915191"/>
                <a:gd name="connsiteY78" fmla="*/ 287273 h 376987"/>
                <a:gd name="connsiteX79" fmla="*/ 770233 w 2915191"/>
                <a:gd name="connsiteY79" fmla="*/ 309617 h 376987"/>
                <a:gd name="connsiteX80" fmla="*/ 779983 w 2915191"/>
                <a:gd name="connsiteY80" fmla="*/ 258113 h 376987"/>
                <a:gd name="connsiteX81" fmla="*/ 789733 w 2915191"/>
                <a:gd name="connsiteY81" fmla="*/ 244406 h 376987"/>
                <a:gd name="connsiteX82" fmla="*/ 799482 w 2915191"/>
                <a:gd name="connsiteY82" fmla="*/ 270954 h 376987"/>
                <a:gd name="connsiteX83" fmla="*/ 809232 w 2915191"/>
                <a:gd name="connsiteY83" fmla="*/ 279910 h 376987"/>
                <a:gd name="connsiteX84" fmla="*/ 818982 w 2915191"/>
                <a:gd name="connsiteY84" fmla="*/ 270829 h 376987"/>
                <a:gd name="connsiteX85" fmla="*/ 828732 w 2915191"/>
                <a:gd name="connsiteY85" fmla="*/ 290801 h 376987"/>
                <a:gd name="connsiteX86" fmla="*/ 838482 w 2915191"/>
                <a:gd name="connsiteY86" fmla="*/ 292835 h 376987"/>
                <a:gd name="connsiteX87" fmla="*/ 848232 w 2915191"/>
                <a:gd name="connsiteY87" fmla="*/ 318014 h 376987"/>
                <a:gd name="connsiteX88" fmla="*/ 857982 w 2915191"/>
                <a:gd name="connsiteY88" fmla="*/ 294304 h 376987"/>
                <a:gd name="connsiteX89" fmla="*/ 867732 w 2915191"/>
                <a:gd name="connsiteY89" fmla="*/ 307221 h 376987"/>
                <a:gd name="connsiteX90" fmla="*/ 877482 w 2915191"/>
                <a:gd name="connsiteY90" fmla="*/ 271245 h 376987"/>
                <a:gd name="connsiteX91" fmla="*/ 887231 w 2915191"/>
                <a:gd name="connsiteY91" fmla="*/ 238697 h 376987"/>
                <a:gd name="connsiteX92" fmla="*/ 896981 w 2915191"/>
                <a:gd name="connsiteY92" fmla="*/ 230368 h 376987"/>
                <a:gd name="connsiteX93" fmla="*/ 906730 w 2915191"/>
                <a:gd name="connsiteY93" fmla="*/ 220836 h 376987"/>
                <a:gd name="connsiteX94" fmla="*/ 916480 w 2915191"/>
                <a:gd name="connsiteY94" fmla="*/ 204764 h 376987"/>
                <a:gd name="connsiteX95" fmla="*/ 926230 w 2915191"/>
                <a:gd name="connsiteY95" fmla="*/ 224654 h 376987"/>
                <a:gd name="connsiteX96" fmla="*/ 935979 w 2915191"/>
                <a:gd name="connsiteY96" fmla="*/ 224195 h 376987"/>
                <a:gd name="connsiteX97" fmla="*/ 945729 w 2915191"/>
                <a:gd name="connsiteY97" fmla="*/ 205484 h 376987"/>
                <a:gd name="connsiteX98" fmla="*/ 955479 w 2915191"/>
                <a:gd name="connsiteY98" fmla="*/ 204655 h 376987"/>
                <a:gd name="connsiteX99" fmla="*/ 965229 w 2915191"/>
                <a:gd name="connsiteY99" fmla="*/ 199633 h 376987"/>
                <a:gd name="connsiteX100" fmla="*/ 974979 w 2915191"/>
                <a:gd name="connsiteY100" fmla="*/ 221064 h 376987"/>
                <a:gd name="connsiteX101" fmla="*/ 984729 w 2915191"/>
                <a:gd name="connsiteY101" fmla="*/ 213881 h 376987"/>
                <a:gd name="connsiteX102" fmla="*/ 994474 w 2915191"/>
                <a:gd name="connsiteY102" fmla="*/ 215362 h 376987"/>
                <a:gd name="connsiteX103" fmla="*/ 1004233 w 2915191"/>
                <a:gd name="connsiteY103" fmla="*/ 177188 h 376987"/>
                <a:gd name="connsiteX104" fmla="*/ 1013977 w 2915191"/>
                <a:gd name="connsiteY104" fmla="*/ 142081 h 376987"/>
                <a:gd name="connsiteX105" fmla="*/ 1023721 w 2915191"/>
                <a:gd name="connsiteY105" fmla="*/ 102489 h 376987"/>
                <a:gd name="connsiteX106" fmla="*/ 1033480 w 2915191"/>
                <a:gd name="connsiteY106" fmla="*/ 109950 h 376987"/>
                <a:gd name="connsiteX107" fmla="*/ 1043224 w 2915191"/>
                <a:gd name="connsiteY107" fmla="*/ 121662 h 376987"/>
                <a:gd name="connsiteX108" fmla="*/ 1052983 w 2915191"/>
                <a:gd name="connsiteY108" fmla="*/ 97690 h 376987"/>
                <a:gd name="connsiteX109" fmla="*/ 1062727 w 2915191"/>
                <a:gd name="connsiteY109" fmla="*/ 71597 h 376987"/>
                <a:gd name="connsiteX110" fmla="*/ 1072471 w 2915191"/>
                <a:gd name="connsiteY110" fmla="*/ 92499 h 376987"/>
                <a:gd name="connsiteX111" fmla="*/ 1082230 w 2915191"/>
                <a:gd name="connsiteY111" fmla="*/ 103225 h 376987"/>
                <a:gd name="connsiteX112" fmla="*/ 1091973 w 2915191"/>
                <a:gd name="connsiteY112" fmla="*/ 78729 h 376987"/>
                <a:gd name="connsiteX113" fmla="*/ 1101732 w 2915191"/>
                <a:gd name="connsiteY113" fmla="*/ 87491 h 376987"/>
                <a:gd name="connsiteX114" fmla="*/ 1111476 w 2915191"/>
                <a:gd name="connsiteY114" fmla="*/ 117753 h 376987"/>
                <a:gd name="connsiteX115" fmla="*/ 1121220 w 2915191"/>
                <a:gd name="connsiteY115" fmla="*/ 127583 h 376987"/>
                <a:gd name="connsiteX116" fmla="*/ 1130979 w 2915191"/>
                <a:gd name="connsiteY116" fmla="*/ 131609 h 376987"/>
                <a:gd name="connsiteX117" fmla="*/ 1140723 w 2915191"/>
                <a:gd name="connsiteY117" fmla="*/ 142422 h 376987"/>
                <a:gd name="connsiteX118" fmla="*/ 1150482 w 2915191"/>
                <a:gd name="connsiteY118" fmla="*/ 163767 h 376987"/>
                <a:gd name="connsiteX119" fmla="*/ 1160226 w 2915191"/>
                <a:gd name="connsiteY119" fmla="*/ 143905 h 376987"/>
                <a:gd name="connsiteX120" fmla="*/ 1169969 w 2915191"/>
                <a:gd name="connsiteY120" fmla="*/ 159903 h 376987"/>
                <a:gd name="connsiteX121" fmla="*/ 1179728 w 2915191"/>
                <a:gd name="connsiteY121" fmla="*/ 170644 h 376987"/>
                <a:gd name="connsiteX122" fmla="*/ 1189472 w 2915191"/>
                <a:gd name="connsiteY122" fmla="*/ 172231 h 376987"/>
                <a:gd name="connsiteX123" fmla="*/ 1199231 w 2915191"/>
                <a:gd name="connsiteY123" fmla="*/ 191176 h 376987"/>
                <a:gd name="connsiteX124" fmla="*/ 1208975 w 2915191"/>
                <a:gd name="connsiteY124" fmla="*/ 207950 h 376987"/>
                <a:gd name="connsiteX125" fmla="*/ 1218719 w 2915191"/>
                <a:gd name="connsiteY125" fmla="*/ 229657 h 376987"/>
                <a:gd name="connsiteX126" fmla="*/ 1228478 w 2915191"/>
                <a:gd name="connsiteY126" fmla="*/ 237573 h 376987"/>
                <a:gd name="connsiteX127" fmla="*/ 1238222 w 2915191"/>
                <a:gd name="connsiteY127" fmla="*/ 249390 h 376987"/>
                <a:gd name="connsiteX128" fmla="*/ 1247966 w 2915191"/>
                <a:gd name="connsiteY128" fmla="*/ 233442 h 376987"/>
                <a:gd name="connsiteX129" fmla="*/ 1257725 w 2915191"/>
                <a:gd name="connsiteY129" fmla="*/ 244327 h 376987"/>
                <a:gd name="connsiteX130" fmla="*/ 1267469 w 2915191"/>
                <a:gd name="connsiteY130" fmla="*/ 202170 h 376987"/>
                <a:gd name="connsiteX131" fmla="*/ 1277227 w 2915191"/>
                <a:gd name="connsiteY131" fmla="*/ 175766 h 376987"/>
                <a:gd name="connsiteX132" fmla="*/ 1286971 w 2915191"/>
                <a:gd name="connsiteY132" fmla="*/ 189166 h 376987"/>
                <a:gd name="connsiteX133" fmla="*/ 1296715 w 2915191"/>
                <a:gd name="connsiteY133" fmla="*/ 195557 h 376987"/>
                <a:gd name="connsiteX134" fmla="*/ 1306474 w 2915191"/>
                <a:gd name="connsiteY134" fmla="*/ 217111 h 376987"/>
                <a:gd name="connsiteX135" fmla="*/ 1316218 w 2915191"/>
                <a:gd name="connsiteY135" fmla="*/ 208470 h 376987"/>
                <a:gd name="connsiteX136" fmla="*/ 1325977 w 2915191"/>
                <a:gd name="connsiteY136" fmla="*/ 245070 h 376987"/>
                <a:gd name="connsiteX137" fmla="*/ 1335721 w 2915191"/>
                <a:gd name="connsiteY137" fmla="*/ 243347 h 376987"/>
                <a:gd name="connsiteX138" fmla="*/ 1345465 w 2915191"/>
                <a:gd name="connsiteY138" fmla="*/ 222214 h 376987"/>
                <a:gd name="connsiteX139" fmla="*/ 1355224 w 2915191"/>
                <a:gd name="connsiteY139" fmla="*/ 236416 h 376987"/>
                <a:gd name="connsiteX140" fmla="*/ 1364967 w 2915191"/>
                <a:gd name="connsiteY140" fmla="*/ 216958 h 376987"/>
                <a:gd name="connsiteX141" fmla="*/ 1374726 w 2915191"/>
                <a:gd name="connsiteY141" fmla="*/ 188404 h 376987"/>
                <a:gd name="connsiteX142" fmla="*/ 1384470 w 2915191"/>
                <a:gd name="connsiteY142" fmla="*/ 173309 h 376987"/>
                <a:gd name="connsiteX143" fmla="*/ 1394214 w 2915191"/>
                <a:gd name="connsiteY143" fmla="*/ 165847 h 376987"/>
                <a:gd name="connsiteX144" fmla="*/ 1403973 w 2915191"/>
                <a:gd name="connsiteY144" fmla="*/ 160620 h 376987"/>
                <a:gd name="connsiteX145" fmla="*/ 1413717 w 2915191"/>
                <a:gd name="connsiteY145" fmla="*/ 215253 h 376987"/>
                <a:gd name="connsiteX146" fmla="*/ 1423476 w 2915191"/>
                <a:gd name="connsiteY146" fmla="*/ 217238 h 376987"/>
                <a:gd name="connsiteX147" fmla="*/ 1433220 w 2915191"/>
                <a:gd name="connsiteY147" fmla="*/ 220144 h 376987"/>
                <a:gd name="connsiteX148" fmla="*/ 1442964 w 2915191"/>
                <a:gd name="connsiteY148" fmla="*/ 248213 h 376987"/>
                <a:gd name="connsiteX149" fmla="*/ 1452722 w 2915191"/>
                <a:gd name="connsiteY149" fmla="*/ 241745 h 376987"/>
                <a:gd name="connsiteX150" fmla="*/ 1462466 w 2915191"/>
                <a:gd name="connsiteY150" fmla="*/ 278671 h 376987"/>
                <a:gd name="connsiteX151" fmla="*/ 1472225 w 2915191"/>
                <a:gd name="connsiteY151" fmla="*/ 268685 h 376987"/>
                <a:gd name="connsiteX152" fmla="*/ 1481969 w 2915191"/>
                <a:gd name="connsiteY152" fmla="*/ 253843 h 376987"/>
                <a:gd name="connsiteX153" fmla="*/ 1491713 w 2915191"/>
                <a:gd name="connsiteY153" fmla="*/ 302698 h 376987"/>
                <a:gd name="connsiteX154" fmla="*/ 1501472 w 2915191"/>
                <a:gd name="connsiteY154" fmla="*/ 302814 h 376987"/>
                <a:gd name="connsiteX155" fmla="*/ 1511216 w 2915191"/>
                <a:gd name="connsiteY155" fmla="*/ 297731 h 376987"/>
                <a:gd name="connsiteX156" fmla="*/ 1520960 w 2915191"/>
                <a:gd name="connsiteY156" fmla="*/ 296354 h 376987"/>
                <a:gd name="connsiteX157" fmla="*/ 1530719 w 2915191"/>
                <a:gd name="connsiteY157" fmla="*/ 306368 h 376987"/>
                <a:gd name="connsiteX158" fmla="*/ 1540463 w 2915191"/>
                <a:gd name="connsiteY158" fmla="*/ 311611 h 376987"/>
                <a:gd name="connsiteX159" fmla="*/ 1550221 w 2915191"/>
                <a:gd name="connsiteY159" fmla="*/ 328646 h 376987"/>
                <a:gd name="connsiteX160" fmla="*/ 1559965 w 2915191"/>
                <a:gd name="connsiteY160" fmla="*/ 343460 h 376987"/>
                <a:gd name="connsiteX161" fmla="*/ 1569709 w 2915191"/>
                <a:gd name="connsiteY161" fmla="*/ 340677 h 376987"/>
                <a:gd name="connsiteX162" fmla="*/ 1579468 w 2915191"/>
                <a:gd name="connsiteY162" fmla="*/ 327276 h 376987"/>
                <a:gd name="connsiteX163" fmla="*/ 1589212 w 2915191"/>
                <a:gd name="connsiteY163" fmla="*/ 284542 h 376987"/>
                <a:gd name="connsiteX164" fmla="*/ 1598971 w 2915191"/>
                <a:gd name="connsiteY164" fmla="*/ 317089 h 376987"/>
                <a:gd name="connsiteX165" fmla="*/ 1608715 w 2915191"/>
                <a:gd name="connsiteY165" fmla="*/ 330525 h 376987"/>
                <a:gd name="connsiteX166" fmla="*/ 1618459 w 2915191"/>
                <a:gd name="connsiteY166" fmla="*/ 288923 h 376987"/>
                <a:gd name="connsiteX167" fmla="*/ 1628218 w 2915191"/>
                <a:gd name="connsiteY167" fmla="*/ 264192 h 376987"/>
                <a:gd name="connsiteX168" fmla="*/ 1637962 w 2915191"/>
                <a:gd name="connsiteY168" fmla="*/ 236919 h 376987"/>
                <a:gd name="connsiteX169" fmla="*/ 1647720 w 2915191"/>
                <a:gd name="connsiteY169" fmla="*/ 213198 h 376987"/>
                <a:gd name="connsiteX170" fmla="*/ 1657464 w 2915191"/>
                <a:gd name="connsiteY170" fmla="*/ 179203 h 376987"/>
                <a:gd name="connsiteX171" fmla="*/ 1667208 w 2915191"/>
                <a:gd name="connsiteY171" fmla="*/ 182916 h 376987"/>
                <a:gd name="connsiteX172" fmla="*/ 1676967 w 2915191"/>
                <a:gd name="connsiteY172" fmla="*/ 198997 h 376987"/>
                <a:gd name="connsiteX173" fmla="*/ 1686711 w 2915191"/>
                <a:gd name="connsiteY173" fmla="*/ 177819 h 376987"/>
                <a:gd name="connsiteX174" fmla="*/ 1696470 w 2915191"/>
                <a:gd name="connsiteY174" fmla="*/ 204661 h 376987"/>
                <a:gd name="connsiteX175" fmla="*/ 1706214 w 2915191"/>
                <a:gd name="connsiteY175" fmla="*/ 197382 h 376987"/>
                <a:gd name="connsiteX176" fmla="*/ 1715958 w 2915191"/>
                <a:gd name="connsiteY176" fmla="*/ 194838 h 376987"/>
                <a:gd name="connsiteX177" fmla="*/ 1725716 w 2915191"/>
                <a:gd name="connsiteY177" fmla="*/ 203940 h 376987"/>
                <a:gd name="connsiteX178" fmla="*/ 1735460 w 2915191"/>
                <a:gd name="connsiteY178" fmla="*/ 249521 h 376987"/>
                <a:gd name="connsiteX179" fmla="*/ 1745219 w 2915191"/>
                <a:gd name="connsiteY179" fmla="*/ 238843 h 376987"/>
                <a:gd name="connsiteX180" fmla="*/ 1754963 w 2915191"/>
                <a:gd name="connsiteY180" fmla="*/ 234270 h 376987"/>
                <a:gd name="connsiteX181" fmla="*/ 1764707 w 2915191"/>
                <a:gd name="connsiteY181" fmla="*/ 248774 h 376987"/>
                <a:gd name="connsiteX182" fmla="*/ 1774466 w 2915191"/>
                <a:gd name="connsiteY182" fmla="*/ 251118 h 376987"/>
                <a:gd name="connsiteX183" fmla="*/ 1784210 w 2915191"/>
                <a:gd name="connsiteY183" fmla="*/ 249579 h 376987"/>
                <a:gd name="connsiteX184" fmla="*/ 1793969 w 2915191"/>
                <a:gd name="connsiteY184" fmla="*/ 205682 h 376987"/>
                <a:gd name="connsiteX185" fmla="*/ 1803713 w 2915191"/>
                <a:gd name="connsiteY185" fmla="*/ 199701 h 376987"/>
                <a:gd name="connsiteX186" fmla="*/ 1813457 w 2915191"/>
                <a:gd name="connsiteY186" fmla="*/ 225080 h 376987"/>
                <a:gd name="connsiteX187" fmla="*/ 1823215 w 2915191"/>
                <a:gd name="connsiteY187" fmla="*/ 276477 h 376987"/>
                <a:gd name="connsiteX188" fmla="*/ 1832959 w 2915191"/>
                <a:gd name="connsiteY188" fmla="*/ 303632 h 376987"/>
                <a:gd name="connsiteX189" fmla="*/ 1842703 w 2915191"/>
                <a:gd name="connsiteY189" fmla="*/ 322928 h 376987"/>
                <a:gd name="connsiteX190" fmla="*/ 1852462 w 2915191"/>
                <a:gd name="connsiteY190" fmla="*/ 258503 h 376987"/>
                <a:gd name="connsiteX191" fmla="*/ 1862206 w 2915191"/>
                <a:gd name="connsiteY191" fmla="*/ 244737 h 376987"/>
                <a:gd name="connsiteX192" fmla="*/ 1871965 w 2915191"/>
                <a:gd name="connsiteY192" fmla="*/ 234695 h 376987"/>
                <a:gd name="connsiteX193" fmla="*/ 1881709 w 2915191"/>
                <a:gd name="connsiteY193" fmla="*/ 206542 h 376987"/>
                <a:gd name="connsiteX194" fmla="*/ 1891453 w 2915191"/>
                <a:gd name="connsiteY194" fmla="*/ 234060 h 376987"/>
                <a:gd name="connsiteX195" fmla="*/ 1901212 w 2915191"/>
                <a:gd name="connsiteY195" fmla="*/ 225566 h 376987"/>
                <a:gd name="connsiteX196" fmla="*/ 1910956 w 2915191"/>
                <a:gd name="connsiteY196" fmla="*/ 203997 h 376987"/>
                <a:gd name="connsiteX197" fmla="*/ 1920714 w 2915191"/>
                <a:gd name="connsiteY197" fmla="*/ 154129 h 376987"/>
                <a:gd name="connsiteX198" fmla="*/ 1930458 w 2915191"/>
                <a:gd name="connsiteY198" fmla="*/ 162251 h 376987"/>
                <a:gd name="connsiteX199" fmla="*/ 1940202 w 2915191"/>
                <a:gd name="connsiteY199" fmla="*/ 167102 h 376987"/>
                <a:gd name="connsiteX200" fmla="*/ 1949961 w 2915191"/>
                <a:gd name="connsiteY200" fmla="*/ 196464 h 376987"/>
                <a:gd name="connsiteX201" fmla="*/ 1959705 w 2915191"/>
                <a:gd name="connsiteY201" fmla="*/ 212714 h 376987"/>
                <a:gd name="connsiteX202" fmla="*/ 1969464 w 2915191"/>
                <a:gd name="connsiteY202" fmla="*/ 219580 h 376987"/>
                <a:gd name="connsiteX203" fmla="*/ 1979208 w 2915191"/>
                <a:gd name="connsiteY203" fmla="*/ 224693 h 376987"/>
                <a:gd name="connsiteX204" fmla="*/ 1988952 w 2915191"/>
                <a:gd name="connsiteY204" fmla="*/ 224328 h 376987"/>
                <a:gd name="connsiteX205" fmla="*/ 1998711 w 2915191"/>
                <a:gd name="connsiteY205" fmla="*/ 206127 h 376987"/>
                <a:gd name="connsiteX206" fmla="*/ 2008454 w 2915191"/>
                <a:gd name="connsiteY206" fmla="*/ 198131 h 376987"/>
                <a:gd name="connsiteX207" fmla="*/ 2018213 w 2915191"/>
                <a:gd name="connsiteY207" fmla="*/ 164707 h 376987"/>
                <a:gd name="connsiteX208" fmla="*/ 2027957 w 2915191"/>
                <a:gd name="connsiteY208" fmla="*/ 185966 h 376987"/>
                <a:gd name="connsiteX209" fmla="*/ 2037701 w 2915191"/>
                <a:gd name="connsiteY209" fmla="*/ 187599 h 376987"/>
                <a:gd name="connsiteX210" fmla="*/ 2047460 w 2915191"/>
                <a:gd name="connsiteY210" fmla="*/ 158671 h 376987"/>
                <a:gd name="connsiteX211" fmla="*/ 2057204 w 2915191"/>
                <a:gd name="connsiteY211" fmla="*/ 122704 h 376987"/>
                <a:gd name="connsiteX212" fmla="*/ 2066963 w 2915191"/>
                <a:gd name="connsiteY212" fmla="*/ 176247 h 376987"/>
                <a:gd name="connsiteX213" fmla="*/ 2076707 w 2915191"/>
                <a:gd name="connsiteY213" fmla="*/ 176033 h 376987"/>
                <a:gd name="connsiteX214" fmla="*/ 2086451 w 2915191"/>
                <a:gd name="connsiteY214" fmla="*/ 148044 h 376987"/>
                <a:gd name="connsiteX215" fmla="*/ 2096210 w 2915191"/>
                <a:gd name="connsiteY215" fmla="*/ 190123 h 376987"/>
                <a:gd name="connsiteX216" fmla="*/ 2105954 w 2915191"/>
                <a:gd name="connsiteY216" fmla="*/ 192394 h 376987"/>
                <a:gd name="connsiteX217" fmla="*/ 2115697 w 2915191"/>
                <a:gd name="connsiteY217" fmla="*/ 171730 h 376987"/>
                <a:gd name="connsiteX218" fmla="*/ 2125456 w 2915191"/>
                <a:gd name="connsiteY218" fmla="*/ 158446 h 376987"/>
                <a:gd name="connsiteX219" fmla="*/ 2135200 w 2915191"/>
                <a:gd name="connsiteY219" fmla="*/ 186592 h 376987"/>
                <a:gd name="connsiteX220" fmla="*/ 2144959 w 2915191"/>
                <a:gd name="connsiteY220" fmla="*/ 167700 h 376987"/>
                <a:gd name="connsiteX221" fmla="*/ 2154703 w 2915191"/>
                <a:gd name="connsiteY221" fmla="*/ 157745 h 376987"/>
                <a:gd name="connsiteX222" fmla="*/ 2164447 w 2915191"/>
                <a:gd name="connsiteY222" fmla="*/ 169777 h 376987"/>
                <a:gd name="connsiteX223" fmla="*/ 2174206 w 2915191"/>
                <a:gd name="connsiteY223" fmla="*/ 171590 h 376987"/>
                <a:gd name="connsiteX224" fmla="*/ 2183950 w 2915191"/>
                <a:gd name="connsiteY224" fmla="*/ 179412 h 376987"/>
                <a:gd name="connsiteX225" fmla="*/ 2193709 w 2915191"/>
                <a:gd name="connsiteY225" fmla="*/ 197951 h 376987"/>
                <a:gd name="connsiteX226" fmla="*/ 2203452 w 2915191"/>
                <a:gd name="connsiteY226" fmla="*/ 208875 h 376987"/>
                <a:gd name="connsiteX227" fmla="*/ 2213196 w 2915191"/>
                <a:gd name="connsiteY227" fmla="*/ 229005 h 376987"/>
                <a:gd name="connsiteX228" fmla="*/ 2222955 w 2915191"/>
                <a:gd name="connsiteY228" fmla="*/ 260570 h 376987"/>
                <a:gd name="connsiteX229" fmla="*/ 2232699 w 2915191"/>
                <a:gd name="connsiteY229" fmla="*/ 234252 h 376987"/>
                <a:gd name="connsiteX230" fmla="*/ 2242458 w 2915191"/>
                <a:gd name="connsiteY230" fmla="*/ 234474 h 376987"/>
                <a:gd name="connsiteX231" fmla="*/ 2252202 w 2915191"/>
                <a:gd name="connsiteY231" fmla="*/ 240431 h 376987"/>
                <a:gd name="connsiteX232" fmla="*/ 2261946 w 2915191"/>
                <a:gd name="connsiteY232" fmla="*/ 226389 h 376987"/>
                <a:gd name="connsiteX233" fmla="*/ 2271705 w 2915191"/>
                <a:gd name="connsiteY233" fmla="*/ 241636 h 376987"/>
                <a:gd name="connsiteX234" fmla="*/ 2281449 w 2915191"/>
                <a:gd name="connsiteY234" fmla="*/ 250425 h 376987"/>
                <a:gd name="connsiteX235" fmla="*/ 2291208 w 2915191"/>
                <a:gd name="connsiteY235" fmla="*/ 232049 h 376987"/>
                <a:gd name="connsiteX236" fmla="*/ 2300951 w 2915191"/>
                <a:gd name="connsiteY236" fmla="*/ 272742 h 376987"/>
                <a:gd name="connsiteX237" fmla="*/ 2310695 w 2915191"/>
                <a:gd name="connsiteY237" fmla="*/ 279752 h 376987"/>
                <a:gd name="connsiteX238" fmla="*/ 2320454 w 2915191"/>
                <a:gd name="connsiteY238" fmla="*/ 242028 h 376987"/>
                <a:gd name="connsiteX239" fmla="*/ 2330198 w 2915191"/>
                <a:gd name="connsiteY239" fmla="*/ 244430 h 376987"/>
                <a:gd name="connsiteX240" fmla="*/ 2339957 w 2915191"/>
                <a:gd name="connsiteY240" fmla="*/ 280201 h 376987"/>
                <a:gd name="connsiteX241" fmla="*/ 2349701 w 2915191"/>
                <a:gd name="connsiteY241" fmla="*/ 308890 h 376987"/>
                <a:gd name="connsiteX242" fmla="*/ 2359445 w 2915191"/>
                <a:gd name="connsiteY242" fmla="*/ 328193 h 376987"/>
                <a:gd name="connsiteX243" fmla="*/ 2369204 w 2915191"/>
                <a:gd name="connsiteY243" fmla="*/ 306110 h 376987"/>
                <a:gd name="connsiteX244" fmla="*/ 2378948 w 2915191"/>
                <a:gd name="connsiteY244" fmla="*/ 293331 h 376987"/>
                <a:gd name="connsiteX245" fmla="*/ 2388692 w 2915191"/>
                <a:gd name="connsiteY245" fmla="*/ 276539 h 376987"/>
                <a:gd name="connsiteX246" fmla="*/ 2398450 w 2915191"/>
                <a:gd name="connsiteY246" fmla="*/ 272422 h 376987"/>
                <a:gd name="connsiteX247" fmla="*/ 2408194 w 2915191"/>
                <a:gd name="connsiteY247" fmla="*/ 317503 h 376987"/>
                <a:gd name="connsiteX248" fmla="*/ 2417953 w 2915191"/>
                <a:gd name="connsiteY248" fmla="*/ 324050 h 376987"/>
                <a:gd name="connsiteX249" fmla="*/ 2427697 w 2915191"/>
                <a:gd name="connsiteY249" fmla="*/ 305261 h 376987"/>
                <a:gd name="connsiteX250" fmla="*/ 2437441 w 2915191"/>
                <a:gd name="connsiteY250" fmla="*/ 330351 h 376987"/>
                <a:gd name="connsiteX251" fmla="*/ 2447200 w 2915191"/>
                <a:gd name="connsiteY251" fmla="*/ 332517 h 376987"/>
                <a:gd name="connsiteX252" fmla="*/ 2456944 w 2915191"/>
                <a:gd name="connsiteY252" fmla="*/ 349314 h 376987"/>
                <a:gd name="connsiteX253" fmla="*/ 2466703 w 2915191"/>
                <a:gd name="connsiteY253" fmla="*/ 374067 h 376987"/>
                <a:gd name="connsiteX254" fmla="*/ 2476446 w 2915191"/>
                <a:gd name="connsiteY254" fmla="*/ 374912 h 376987"/>
                <a:gd name="connsiteX255" fmla="*/ 2486190 w 2915191"/>
                <a:gd name="connsiteY255" fmla="*/ 367257 h 376987"/>
                <a:gd name="connsiteX256" fmla="*/ 2495949 w 2915191"/>
                <a:gd name="connsiteY256" fmla="*/ 358519 h 376987"/>
                <a:gd name="connsiteX257" fmla="*/ 2505693 w 2915191"/>
                <a:gd name="connsiteY257" fmla="*/ 317026 h 376987"/>
                <a:gd name="connsiteX258" fmla="*/ 2515452 w 2915191"/>
                <a:gd name="connsiteY258" fmla="*/ 311816 h 376987"/>
                <a:gd name="connsiteX259" fmla="*/ 2525196 w 2915191"/>
                <a:gd name="connsiteY259" fmla="*/ 376987 h 376987"/>
                <a:gd name="connsiteX260" fmla="*/ 2534940 w 2915191"/>
                <a:gd name="connsiteY260" fmla="*/ 362497 h 376987"/>
                <a:gd name="connsiteX261" fmla="*/ 2544699 w 2915191"/>
                <a:gd name="connsiteY261" fmla="*/ 327299 h 376987"/>
                <a:gd name="connsiteX262" fmla="*/ 2554443 w 2915191"/>
                <a:gd name="connsiteY262" fmla="*/ 341820 h 376987"/>
                <a:gd name="connsiteX263" fmla="*/ 2564202 w 2915191"/>
                <a:gd name="connsiteY263" fmla="*/ 354009 h 376987"/>
                <a:gd name="connsiteX264" fmla="*/ 2573946 w 2915191"/>
                <a:gd name="connsiteY264" fmla="*/ 359141 h 376987"/>
                <a:gd name="connsiteX265" fmla="*/ 2583690 w 2915191"/>
                <a:gd name="connsiteY265" fmla="*/ 351142 h 376987"/>
                <a:gd name="connsiteX266" fmla="*/ 2593448 w 2915191"/>
                <a:gd name="connsiteY266" fmla="*/ 345799 h 376987"/>
                <a:gd name="connsiteX267" fmla="*/ 2603192 w 2915191"/>
                <a:gd name="connsiteY267" fmla="*/ 345951 h 376987"/>
                <a:gd name="connsiteX268" fmla="*/ 2612951 w 2915191"/>
                <a:gd name="connsiteY268" fmla="*/ 317841 h 376987"/>
                <a:gd name="connsiteX269" fmla="*/ 2622695 w 2915191"/>
                <a:gd name="connsiteY269" fmla="*/ 333469 h 376987"/>
                <a:gd name="connsiteX270" fmla="*/ 2632439 w 2915191"/>
                <a:gd name="connsiteY270" fmla="*/ 342629 h 376987"/>
                <a:gd name="connsiteX271" fmla="*/ 2642198 w 2915191"/>
                <a:gd name="connsiteY271" fmla="*/ 333581 h 376987"/>
                <a:gd name="connsiteX272" fmla="*/ 2651942 w 2915191"/>
                <a:gd name="connsiteY272" fmla="*/ 325093 h 376987"/>
                <a:gd name="connsiteX273" fmla="*/ 2661685 w 2915191"/>
                <a:gd name="connsiteY273" fmla="*/ 298132 h 376987"/>
                <a:gd name="connsiteX274" fmla="*/ 2671444 w 2915191"/>
                <a:gd name="connsiteY274" fmla="*/ 284329 h 376987"/>
                <a:gd name="connsiteX275" fmla="*/ 2681188 w 2915191"/>
                <a:gd name="connsiteY275" fmla="*/ 256559 h 376987"/>
                <a:gd name="connsiteX276" fmla="*/ 2690947 w 2915191"/>
                <a:gd name="connsiteY276" fmla="*/ 263944 h 376987"/>
                <a:gd name="connsiteX277" fmla="*/ 2700691 w 2915191"/>
                <a:gd name="connsiteY277" fmla="*/ 276293 h 376987"/>
                <a:gd name="connsiteX278" fmla="*/ 2710435 w 2915191"/>
                <a:gd name="connsiteY278" fmla="*/ 293255 h 376987"/>
                <a:gd name="connsiteX279" fmla="*/ 2720194 w 2915191"/>
                <a:gd name="connsiteY279" fmla="*/ 277717 h 376987"/>
                <a:gd name="connsiteX280" fmla="*/ 2729938 w 2915191"/>
                <a:gd name="connsiteY280" fmla="*/ 259727 h 376987"/>
                <a:gd name="connsiteX281" fmla="*/ 2739697 w 2915191"/>
                <a:gd name="connsiteY281" fmla="*/ 296087 h 376987"/>
                <a:gd name="connsiteX282" fmla="*/ 2749441 w 2915191"/>
                <a:gd name="connsiteY282" fmla="*/ 310253 h 376987"/>
                <a:gd name="connsiteX283" fmla="*/ 2759185 w 2915191"/>
                <a:gd name="connsiteY283" fmla="*/ 342259 h 376987"/>
                <a:gd name="connsiteX284" fmla="*/ 2768943 w 2915191"/>
                <a:gd name="connsiteY284" fmla="*/ 356512 h 376987"/>
                <a:gd name="connsiteX285" fmla="*/ 2778687 w 2915191"/>
                <a:gd name="connsiteY285" fmla="*/ 324397 h 376987"/>
                <a:gd name="connsiteX286" fmla="*/ 2788446 w 2915191"/>
                <a:gd name="connsiteY286" fmla="*/ 312606 h 376987"/>
                <a:gd name="connsiteX287" fmla="*/ 2798190 w 2915191"/>
                <a:gd name="connsiteY287" fmla="*/ 304423 h 376987"/>
                <a:gd name="connsiteX288" fmla="*/ 2807934 w 2915191"/>
                <a:gd name="connsiteY288" fmla="*/ 290186 h 376987"/>
                <a:gd name="connsiteX289" fmla="*/ 2817693 w 2915191"/>
                <a:gd name="connsiteY289" fmla="*/ 314635 h 376987"/>
                <a:gd name="connsiteX290" fmla="*/ 2827437 w 2915191"/>
                <a:gd name="connsiteY290" fmla="*/ 336622 h 376987"/>
                <a:gd name="connsiteX291" fmla="*/ 2837196 w 2915191"/>
                <a:gd name="connsiteY291" fmla="*/ 341132 h 376987"/>
                <a:gd name="connsiteX292" fmla="*/ 2846940 w 2915191"/>
                <a:gd name="connsiteY292" fmla="*/ 324986 h 376987"/>
                <a:gd name="connsiteX293" fmla="*/ 2856684 w 2915191"/>
                <a:gd name="connsiteY293" fmla="*/ 315438 h 376987"/>
                <a:gd name="connsiteX294" fmla="*/ 2866442 w 2915191"/>
                <a:gd name="connsiteY294" fmla="*/ 325605 h 376987"/>
                <a:gd name="connsiteX295" fmla="*/ 2876186 w 2915191"/>
                <a:gd name="connsiteY295" fmla="*/ 332055 h 376987"/>
                <a:gd name="connsiteX296" fmla="*/ 2885945 w 2915191"/>
                <a:gd name="connsiteY296" fmla="*/ 340032 h 376987"/>
                <a:gd name="connsiteX297" fmla="*/ 2895689 w 2915191"/>
                <a:gd name="connsiteY297" fmla="*/ 312269 h 376987"/>
                <a:gd name="connsiteX298" fmla="*/ 2905433 w 2915191"/>
                <a:gd name="connsiteY298" fmla="*/ 271397 h 376987"/>
                <a:gd name="connsiteX299" fmla="*/ 2915192 w 2915191"/>
                <a:gd name="connsiteY299" fmla="*/ 255638 h 376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76987">
                  <a:moveTo>
                    <a:pt x="0" y="96860"/>
                  </a:moveTo>
                  <a:lnTo>
                    <a:pt x="9750" y="105145"/>
                  </a:lnTo>
                  <a:lnTo>
                    <a:pt x="19500" y="124687"/>
                  </a:lnTo>
                  <a:lnTo>
                    <a:pt x="29250" y="117654"/>
                  </a:lnTo>
                  <a:lnTo>
                    <a:pt x="39000" y="113454"/>
                  </a:lnTo>
                  <a:lnTo>
                    <a:pt x="48749" y="138575"/>
                  </a:lnTo>
                  <a:lnTo>
                    <a:pt x="58499" y="128671"/>
                  </a:lnTo>
                  <a:lnTo>
                    <a:pt x="68249" y="143319"/>
                  </a:lnTo>
                  <a:lnTo>
                    <a:pt x="77998" y="140262"/>
                  </a:lnTo>
                  <a:lnTo>
                    <a:pt x="87748" y="117860"/>
                  </a:lnTo>
                  <a:lnTo>
                    <a:pt x="97497" y="126153"/>
                  </a:lnTo>
                  <a:lnTo>
                    <a:pt x="107247" y="112951"/>
                  </a:lnTo>
                  <a:lnTo>
                    <a:pt x="116997" y="91349"/>
                  </a:lnTo>
                  <a:lnTo>
                    <a:pt x="126747" y="72926"/>
                  </a:lnTo>
                  <a:lnTo>
                    <a:pt x="136497" y="79056"/>
                  </a:lnTo>
                  <a:lnTo>
                    <a:pt x="146247" y="95762"/>
                  </a:lnTo>
                  <a:lnTo>
                    <a:pt x="155997" y="60308"/>
                  </a:lnTo>
                  <a:lnTo>
                    <a:pt x="165747" y="68728"/>
                  </a:lnTo>
                  <a:lnTo>
                    <a:pt x="175497" y="111783"/>
                  </a:lnTo>
                  <a:lnTo>
                    <a:pt x="185247" y="103341"/>
                  </a:lnTo>
                  <a:lnTo>
                    <a:pt x="194996" y="119967"/>
                  </a:lnTo>
                  <a:lnTo>
                    <a:pt x="204746" y="103187"/>
                  </a:lnTo>
                  <a:lnTo>
                    <a:pt x="214495" y="128347"/>
                  </a:lnTo>
                  <a:lnTo>
                    <a:pt x="224245" y="161615"/>
                  </a:lnTo>
                  <a:lnTo>
                    <a:pt x="233995" y="122285"/>
                  </a:lnTo>
                  <a:lnTo>
                    <a:pt x="243744" y="113667"/>
                  </a:lnTo>
                  <a:lnTo>
                    <a:pt x="253494" y="104926"/>
                  </a:lnTo>
                  <a:lnTo>
                    <a:pt x="263244" y="102541"/>
                  </a:lnTo>
                  <a:lnTo>
                    <a:pt x="272994" y="84683"/>
                  </a:lnTo>
                  <a:lnTo>
                    <a:pt x="282744" y="65295"/>
                  </a:lnTo>
                  <a:lnTo>
                    <a:pt x="292494" y="60560"/>
                  </a:lnTo>
                  <a:lnTo>
                    <a:pt x="302244" y="36380"/>
                  </a:lnTo>
                  <a:lnTo>
                    <a:pt x="311994" y="66174"/>
                  </a:lnTo>
                  <a:lnTo>
                    <a:pt x="321744" y="90385"/>
                  </a:lnTo>
                  <a:lnTo>
                    <a:pt x="331493" y="88808"/>
                  </a:lnTo>
                  <a:lnTo>
                    <a:pt x="341243" y="55794"/>
                  </a:lnTo>
                  <a:lnTo>
                    <a:pt x="350993" y="70085"/>
                  </a:lnTo>
                  <a:lnTo>
                    <a:pt x="360742" y="76529"/>
                  </a:lnTo>
                  <a:lnTo>
                    <a:pt x="370492" y="54235"/>
                  </a:lnTo>
                  <a:lnTo>
                    <a:pt x="380241" y="59332"/>
                  </a:lnTo>
                  <a:lnTo>
                    <a:pt x="389991" y="55819"/>
                  </a:lnTo>
                  <a:lnTo>
                    <a:pt x="399741" y="92490"/>
                  </a:lnTo>
                  <a:lnTo>
                    <a:pt x="409491" y="74157"/>
                  </a:lnTo>
                  <a:lnTo>
                    <a:pt x="419241" y="64434"/>
                  </a:lnTo>
                  <a:lnTo>
                    <a:pt x="428991" y="34138"/>
                  </a:lnTo>
                  <a:lnTo>
                    <a:pt x="438741" y="31762"/>
                  </a:lnTo>
                  <a:lnTo>
                    <a:pt x="448491" y="31231"/>
                  </a:lnTo>
                  <a:lnTo>
                    <a:pt x="458241" y="0"/>
                  </a:lnTo>
                  <a:lnTo>
                    <a:pt x="467991" y="23023"/>
                  </a:lnTo>
                  <a:lnTo>
                    <a:pt x="477740" y="31076"/>
                  </a:lnTo>
                  <a:lnTo>
                    <a:pt x="487490" y="43785"/>
                  </a:lnTo>
                  <a:lnTo>
                    <a:pt x="497239" y="34199"/>
                  </a:lnTo>
                  <a:lnTo>
                    <a:pt x="506989" y="23260"/>
                  </a:lnTo>
                  <a:lnTo>
                    <a:pt x="516738" y="46054"/>
                  </a:lnTo>
                  <a:lnTo>
                    <a:pt x="526488" y="59942"/>
                  </a:lnTo>
                  <a:lnTo>
                    <a:pt x="536238" y="69614"/>
                  </a:lnTo>
                  <a:lnTo>
                    <a:pt x="545988" y="46670"/>
                  </a:lnTo>
                  <a:lnTo>
                    <a:pt x="555738" y="25400"/>
                  </a:lnTo>
                  <a:lnTo>
                    <a:pt x="565488" y="38197"/>
                  </a:lnTo>
                  <a:lnTo>
                    <a:pt x="575238" y="98734"/>
                  </a:lnTo>
                  <a:lnTo>
                    <a:pt x="584988" y="116059"/>
                  </a:lnTo>
                  <a:lnTo>
                    <a:pt x="594738" y="141110"/>
                  </a:lnTo>
                  <a:lnTo>
                    <a:pt x="604488" y="136427"/>
                  </a:lnTo>
                  <a:lnTo>
                    <a:pt x="614237" y="141113"/>
                  </a:lnTo>
                  <a:lnTo>
                    <a:pt x="623987" y="156031"/>
                  </a:lnTo>
                  <a:lnTo>
                    <a:pt x="633736" y="141399"/>
                  </a:lnTo>
                  <a:lnTo>
                    <a:pt x="643486" y="161135"/>
                  </a:lnTo>
                  <a:lnTo>
                    <a:pt x="653236" y="146059"/>
                  </a:lnTo>
                  <a:lnTo>
                    <a:pt x="662985" y="145752"/>
                  </a:lnTo>
                  <a:lnTo>
                    <a:pt x="672735" y="170334"/>
                  </a:lnTo>
                  <a:lnTo>
                    <a:pt x="682485" y="172463"/>
                  </a:lnTo>
                  <a:lnTo>
                    <a:pt x="692235" y="231839"/>
                  </a:lnTo>
                  <a:lnTo>
                    <a:pt x="701985" y="215004"/>
                  </a:lnTo>
                  <a:lnTo>
                    <a:pt x="711735" y="250489"/>
                  </a:lnTo>
                  <a:lnTo>
                    <a:pt x="721485" y="243768"/>
                  </a:lnTo>
                  <a:lnTo>
                    <a:pt x="731235" y="249656"/>
                  </a:lnTo>
                  <a:lnTo>
                    <a:pt x="740985" y="251770"/>
                  </a:lnTo>
                  <a:lnTo>
                    <a:pt x="750734" y="254545"/>
                  </a:lnTo>
                  <a:lnTo>
                    <a:pt x="760484" y="287273"/>
                  </a:lnTo>
                  <a:lnTo>
                    <a:pt x="770233" y="309617"/>
                  </a:lnTo>
                  <a:lnTo>
                    <a:pt x="779983" y="258113"/>
                  </a:lnTo>
                  <a:lnTo>
                    <a:pt x="789733" y="244406"/>
                  </a:lnTo>
                  <a:lnTo>
                    <a:pt x="799482" y="270954"/>
                  </a:lnTo>
                  <a:lnTo>
                    <a:pt x="809232" y="279910"/>
                  </a:lnTo>
                  <a:lnTo>
                    <a:pt x="818982" y="270829"/>
                  </a:lnTo>
                  <a:lnTo>
                    <a:pt x="828732" y="290801"/>
                  </a:lnTo>
                  <a:lnTo>
                    <a:pt x="838482" y="292835"/>
                  </a:lnTo>
                  <a:lnTo>
                    <a:pt x="848232" y="318014"/>
                  </a:lnTo>
                  <a:lnTo>
                    <a:pt x="857982" y="294304"/>
                  </a:lnTo>
                  <a:lnTo>
                    <a:pt x="867732" y="307221"/>
                  </a:lnTo>
                  <a:lnTo>
                    <a:pt x="877482" y="271245"/>
                  </a:lnTo>
                  <a:lnTo>
                    <a:pt x="887231" y="238697"/>
                  </a:lnTo>
                  <a:lnTo>
                    <a:pt x="896981" y="230368"/>
                  </a:lnTo>
                  <a:lnTo>
                    <a:pt x="906730" y="220836"/>
                  </a:lnTo>
                  <a:lnTo>
                    <a:pt x="916480" y="204764"/>
                  </a:lnTo>
                  <a:lnTo>
                    <a:pt x="926230" y="224654"/>
                  </a:lnTo>
                  <a:lnTo>
                    <a:pt x="935979" y="224195"/>
                  </a:lnTo>
                  <a:lnTo>
                    <a:pt x="945729" y="205484"/>
                  </a:lnTo>
                  <a:lnTo>
                    <a:pt x="955479" y="204655"/>
                  </a:lnTo>
                  <a:lnTo>
                    <a:pt x="965229" y="199633"/>
                  </a:lnTo>
                  <a:lnTo>
                    <a:pt x="974979" y="221064"/>
                  </a:lnTo>
                  <a:lnTo>
                    <a:pt x="984729" y="213881"/>
                  </a:lnTo>
                  <a:lnTo>
                    <a:pt x="994474" y="215362"/>
                  </a:lnTo>
                  <a:lnTo>
                    <a:pt x="1004233" y="177188"/>
                  </a:lnTo>
                  <a:lnTo>
                    <a:pt x="1013977" y="142081"/>
                  </a:lnTo>
                  <a:lnTo>
                    <a:pt x="1023721" y="102489"/>
                  </a:lnTo>
                  <a:lnTo>
                    <a:pt x="1033480" y="109950"/>
                  </a:lnTo>
                  <a:lnTo>
                    <a:pt x="1043224" y="121662"/>
                  </a:lnTo>
                  <a:lnTo>
                    <a:pt x="1052983" y="97690"/>
                  </a:lnTo>
                  <a:lnTo>
                    <a:pt x="1062727" y="71597"/>
                  </a:lnTo>
                  <a:lnTo>
                    <a:pt x="1072471" y="92499"/>
                  </a:lnTo>
                  <a:lnTo>
                    <a:pt x="1082230" y="103225"/>
                  </a:lnTo>
                  <a:lnTo>
                    <a:pt x="1091973" y="78729"/>
                  </a:lnTo>
                  <a:lnTo>
                    <a:pt x="1101732" y="87491"/>
                  </a:lnTo>
                  <a:lnTo>
                    <a:pt x="1111476" y="117753"/>
                  </a:lnTo>
                  <a:lnTo>
                    <a:pt x="1121220" y="127583"/>
                  </a:lnTo>
                  <a:lnTo>
                    <a:pt x="1130979" y="131609"/>
                  </a:lnTo>
                  <a:lnTo>
                    <a:pt x="1140723" y="142422"/>
                  </a:lnTo>
                  <a:lnTo>
                    <a:pt x="1150482" y="163767"/>
                  </a:lnTo>
                  <a:lnTo>
                    <a:pt x="1160226" y="143905"/>
                  </a:lnTo>
                  <a:lnTo>
                    <a:pt x="1169969" y="159903"/>
                  </a:lnTo>
                  <a:lnTo>
                    <a:pt x="1179728" y="170644"/>
                  </a:lnTo>
                  <a:lnTo>
                    <a:pt x="1189472" y="172231"/>
                  </a:lnTo>
                  <a:lnTo>
                    <a:pt x="1199231" y="191176"/>
                  </a:lnTo>
                  <a:lnTo>
                    <a:pt x="1208975" y="207950"/>
                  </a:lnTo>
                  <a:lnTo>
                    <a:pt x="1218719" y="229657"/>
                  </a:lnTo>
                  <a:lnTo>
                    <a:pt x="1228478" y="237573"/>
                  </a:lnTo>
                  <a:lnTo>
                    <a:pt x="1238222" y="249390"/>
                  </a:lnTo>
                  <a:lnTo>
                    <a:pt x="1247966" y="233442"/>
                  </a:lnTo>
                  <a:lnTo>
                    <a:pt x="1257725" y="244327"/>
                  </a:lnTo>
                  <a:lnTo>
                    <a:pt x="1267469" y="202170"/>
                  </a:lnTo>
                  <a:lnTo>
                    <a:pt x="1277227" y="175766"/>
                  </a:lnTo>
                  <a:lnTo>
                    <a:pt x="1286971" y="189166"/>
                  </a:lnTo>
                  <a:lnTo>
                    <a:pt x="1296715" y="195557"/>
                  </a:lnTo>
                  <a:lnTo>
                    <a:pt x="1306474" y="217111"/>
                  </a:lnTo>
                  <a:lnTo>
                    <a:pt x="1316218" y="208470"/>
                  </a:lnTo>
                  <a:lnTo>
                    <a:pt x="1325977" y="245070"/>
                  </a:lnTo>
                  <a:lnTo>
                    <a:pt x="1335721" y="243347"/>
                  </a:lnTo>
                  <a:lnTo>
                    <a:pt x="1345465" y="222214"/>
                  </a:lnTo>
                  <a:lnTo>
                    <a:pt x="1355224" y="236416"/>
                  </a:lnTo>
                  <a:lnTo>
                    <a:pt x="1364967" y="216958"/>
                  </a:lnTo>
                  <a:lnTo>
                    <a:pt x="1374726" y="188404"/>
                  </a:lnTo>
                  <a:lnTo>
                    <a:pt x="1384470" y="173309"/>
                  </a:lnTo>
                  <a:lnTo>
                    <a:pt x="1394214" y="165847"/>
                  </a:lnTo>
                  <a:lnTo>
                    <a:pt x="1403973" y="160620"/>
                  </a:lnTo>
                  <a:lnTo>
                    <a:pt x="1413717" y="215253"/>
                  </a:lnTo>
                  <a:lnTo>
                    <a:pt x="1423476" y="217238"/>
                  </a:lnTo>
                  <a:lnTo>
                    <a:pt x="1433220" y="220144"/>
                  </a:lnTo>
                  <a:lnTo>
                    <a:pt x="1442964" y="248213"/>
                  </a:lnTo>
                  <a:lnTo>
                    <a:pt x="1452722" y="241745"/>
                  </a:lnTo>
                  <a:lnTo>
                    <a:pt x="1462466" y="278671"/>
                  </a:lnTo>
                  <a:lnTo>
                    <a:pt x="1472225" y="268685"/>
                  </a:lnTo>
                  <a:lnTo>
                    <a:pt x="1481969" y="253843"/>
                  </a:lnTo>
                  <a:lnTo>
                    <a:pt x="1491713" y="302698"/>
                  </a:lnTo>
                  <a:lnTo>
                    <a:pt x="1501472" y="302814"/>
                  </a:lnTo>
                  <a:lnTo>
                    <a:pt x="1511216" y="297731"/>
                  </a:lnTo>
                  <a:lnTo>
                    <a:pt x="1520960" y="296354"/>
                  </a:lnTo>
                  <a:lnTo>
                    <a:pt x="1530719" y="306368"/>
                  </a:lnTo>
                  <a:lnTo>
                    <a:pt x="1540463" y="311611"/>
                  </a:lnTo>
                  <a:lnTo>
                    <a:pt x="1550221" y="328646"/>
                  </a:lnTo>
                  <a:lnTo>
                    <a:pt x="1559965" y="343460"/>
                  </a:lnTo>
                  <a:lnTo>
                    <a:pt x="1569709" y="340677"/>
                  </a:lnTo>
                  <a:lnTo>
                    <a:pt x="1579468" y="327276"/>
                  </a:lnTo>
                  <a:lnTo>
                    <a:pt x="1589212" y="284542"/>
                  </a:lnTo>
                  <a:lnTo>
                    <a:pt x="1598971" y="317089"/>
                  </a:lnTo>
                  <a:lnTo>
                    <a:pt x="1608715" y="330525"/>
                  </a:lnTo>
                  <a:lnTo>
                    <a:pt x="1618459" y="288923"/>
                  </a:lnTo>
                  <a:lnTo>
                    <a:pt x="1628218" y="264192"/>
                  </a:lnTo>
                  <a:lnTo>
                    <a:pt x="1637962" y="236919"/>
                  </a:lnTo>
                  <a:lnTo>
                    <a:pt x="1647720" y="213198"/>
                  </a:lnTo>
                  <a:lnTo>
                    <a:pt x="1657464" y="179203"/>
                  </a:lnTo>
                  <a:lnTo>
                    <a:pt x="1667208" y="182916"/>
                  </a:lnTo>
                  <a:lnTo>
                    <a:pt x="1676967" y="198997"/>
                  </a:lnTo>
                  <a:lnTo>
                    <a:pt x="1686711" y="177819"/>
                  </a:lnTo>
                  <a:lnTo>
                    <a:pt x="1696470" y="204661"/>
                  </a:lnTo>
                  <a:lnTo>
                    <a:pt x="1706214" y="197382"/>
                  </a:lnTo>
                  <a:lnTo>
                    <a:pt x="1715958" y="194838"/>
                  </a:lnTo>
                  <a:lnTo>
                    <a:pt x="1725716" y="203940"/>
                  </a:lnTo>
                  <a:lnTo>
                    <a:pt x="1735460" y="249521"/>
                  </a:lnTo>
                  <a:lnTo>
                    <a:pt x="1745219" y="238843"/>
                  </a:lnTo>
                  <a:lnTo>
                    <a:pt x="1754963" y="234270"/>
                  </a:lnTo>
                  <a:lnTo>
                    <a:pt x="1764707" y="248774"/>
                  </a:lnTo>
                  <a:lnTo>
                    <a:pt x="1774466" y="251118"/>
                  </a:lnTo>
                  <a:lnTo>
                    <a:pt x="1784210" y="249579"/>
                  </a:lnTo>
                  <a:lnTo>
                    <a:pt x="1793969" y="205682"/>
                  </a:lnTo>
                  <a:lnTo>
                    <a:pt x="1803713" y="199701"/>
                  </a:lnTo>
                  <a:lnTo>
                    <a:pt x="1813457" y="225080"/>
                  </a:lnTo>
                  <a:lnTo>
                    <a:pt x="1823215" y="276477"/>
                  </a:lnTo>
                  <a:lnTo>
                    <a:pt x="1832959" y="303632"/>
                  </a:lnTo>
                  <a:lnTo>
                    <a:pt x="1842703" y="322928"/>
                  </a:lnTo>
                  <a:lnTo>
                    <a:pt x="1852462" y="258503"/>
                  </a:lnTo>
                  <a:lnTo>
                    <a:pt x="1862206" y="244737"/>
                  </a:lnTo>
                  <a:lnTo>
                    <a:pt x="1871965" y="234695"/>
                  </a:lnTo>
                  <a:lnTo>
                    <a:pt x="1881709" y="206542"/>
                  </a:lnTo>
                  <a:lnTo>
                    <a:pt x="1891453" y="234060"/>
                  </a:lnTo>
                  <a:lnTo>
                    <a:pt x="1901212" y="225566"/>
                  </a:lnTo>
                  <a:lnTo>
                    <a:pt x="1910956" y="203997"/>
                  </a:lnTo>
                  <a:lnTo>
                    <a:pt x="1920714" y="154129"/>
                  </a:lnTo>
                  <a:lnTo>
                    <a:pt x="1930458" y="162251"/>
                  </a:lnTo>
                  <a:lnTo>
                    <a:pt x="1940202" y="167102"/>
                  </a:lnTo>
                  <a:lnTo>
                    <a:pt x="1949961" y="196464"/>
                  </a:lnTo>
                  <a:lnTo>
                    <a:pt x="1959705" y="212714"/>
                  </a:lnTo>
                  <a:lnTo>
                    <a:pt x="1969464" y="219580"/>
                  </a:lnTo>
                  <a:lnTo>
                    <a:pt x="1979208" y="224693"/>
                  </a:lnTo>
                  <a:lnTo>
                    <a:pt x="1988952" y="224328"/>
                  </a:lnTo>
                  <a:lnTo>
                    <a:pt x="1998711" y="206127"/>
                  </a:lnTo>
                  <a:lnTo>
                    <a:pt x="2008454" y="198131"/>
                  </a:lnTo>
                  <a:lnTo>
                    <a:pt x="2018213" y="164707"/>
                  </a:lnTo>
                  <a:lnTo>
                    <a:pt x="2027957" y="185966"/>
                  </a:lnTo>
                  <a:lnTo>
                    <a:pt x="2037701" y="187599"/>
                  </a:lnTo>
                  <a:lnTo>
                    <a:pt x="2047460" y="158671"/>
                  </a:lnTo>
                  <a:lnTo>
                    <a:pt x="2057204" y="122704"/>
                  </a:lnTo>
                  <a:lnTo>
                    <a:pt x="2066963" y="176247"/>
                  </a:lnTo>
                  <a:lnTo>
                    <a:pt x="2076707" y="176033"/>
                  </a:lnTo>
                  <a:lnTo>
                    <a:pt x="2086451" y="148044"/>
                  </a:lnTo>
                  <a:lnTo>
                    <a:pt x="2096210" y="190123"/>
                  </a:lnTo>
                  <a:lnTo>
                    <a:pt x="2105954" y="192394"/>
                  </a:lnTo>
                  <a:lnTo>
                    <a:pt x="2115697" y="171730"/>
                  </a:lnTo>
                  <a:lnTo>
                    <a:pt x="2125456" y="158446"/>
                  </a:lnTo>
                  <a:lnTo>
                    <a:pt x="2135200" y="186592"/>
                  </a:lnTo>
                  <a:lnTo>
                    <a:pt x="2144959" y="167700"/>
                  </a:lnTo>
                  <a:lnTo>
                    <a:pt x="2154703" y="157745"/>
                  </a:lnTo>
                  <a:lnTo>
                    <a:pt x="2164447" y="169777"/>
                  </a:lnTo>
                  <a:lnTo>
                    <a:pt x="2174206" y="171590"/>
                  </a:lnTo>
                  <a:lnTo>
                    <a:pt x="2183950" y="179412"/>
                  </a:lnTo>
                  <a:lnTo>
                    <a:pt x="2193709" y="197951"/>
                  </a:lnTo>
                  <a:lnTo>
                    <a:pt x="2203452" y="208875"/>
                  </a:lnTo>
                  <a:lnTo>
                    <a:pt x="2213196" y="229005"/>
                  </a:lnTo>
                  <a:lnTo>
                    <a:pt x="2222955" y="260570"/>
                  </a:lnTo>
                  <a:lnTo>
                    <a:pt x="2232699" y="234252"/>
                  </a:lnTo>
                  <a:lnTo>
                    <a:pt x="2242458" y="234474"/>
                  </a:lnTo>
                  <a:lnTo>
                    <a:pt x="2252202" y="240431"/>
                  </a:lnTo>
                  <a:lnTo>
                    <a:pt x="2261946" y="226389"/>
                  </a:lnTo>
                  <a:lnTo>
                    <a:pt x="2271705" y="241636"/>
                  </a:lnTo>
                  <a:lnTo>
                    <a:pt x="2281449" y="250425"/>
                  </a:lnTo>
                  <a:lnTo>
                    <a:pt x="2291208" y="232049"/>
                  </a:lnTo>
                  <a:lnTo>
                    <a:pt x="2300951" y="272742"/>
                  </a:lnTo>
                  <a:lnTo>
                    <a:pt x="2310695" y="279752"/>
                  </a:lnTo>
                  <a:lnTo>
                    <a:pt x="2320454" y="242028"/>
                  </a:lnTo>
                  <a:lnTo>
                    <a:pt x="2330198" y="244430"/>
                  </a:lnTo>
                  <a:lnTo>
                    <a:pt x="2339957" y="280201"/>
                  </a:lnTo>
                  <a:lnTo>
                    <a:pt x="2349701" y="308890"/>
                  </a:lnTo>
                  <a:lnTo>
                    <a:pt x="2359445" y="328193"/>
                  </a:lnTo>
                  <a:lnTo>
                    <a:pt x="2369204" y="306110"/>
                  </a:lnTo>
                  <a:lnTo>
                    <a:pt x="2378948" y="293331"/>
                  </a:lnTo>
                  <a:lnTo>
                    <a:pt x="2388692" y="276539"/>
                  </a:lnTo>
                  <a:lnTo>
                    <a:pt x="2398450" y="272422"/>
                  </a:lnTo>
                  <a:lnTo>
                    <a:pt x="2408194" y="317503"/>
                  </a:lnTo>
                  <a:lnTo>
                    <a:pt x="2417953" y="324050"/>
                  </a:lnTo>
                  <a:lnTo>
                    <a:pt x="2427697" y="305261"/>
                  </a:lnTo>
                  <a:lnTo>
                    <a:pt x="2437441" y="330351"/>
                  </a:lnTo>
                  <a:lnTo>
                    <a:pt x="2447200" y="332517"/>
                  </a:lnTo>
                  <a:lnTo>
                    <a:pt x="2456944" y="349314"/>
                  </a:lnTo>
                  <a:lnTo>
                    <a:pt x="2466703" y="374067"/>
                  </a:lnTo>
                  <a:lnTo>
                    <a:pt x="2476446" y="374912"/>
                  </a:lnTo>
                  <a:lnTo>
                    <a:pt x="2486190" y="367257"/>
                  </a:lnTo>
                  <a:lnTo>
                    <a:pt x="2495949" y="358519"/>
                  </a:lnTo>
                  <a:lnTo>
                    <a:pt x="2505693" y="317026"/>
                  </a:lnTo>
                  <a:lnTo>
                    <a:pt x="2515452" y="311816"/>
                  </a:lnTo>
                  <a:lnTo>
                    <a:pt x="2525196" y="376987"/>
                  </a:lnTo>
                  <a:lnTo>
                    <a:pt x="2534940" y="362497"/>
                  </a:lnTo>
                  <a:lnTo>
                    <a:pt x="2544699" y="327299"/>
                  </a:lnTo>
                  <a:lnTo>
                    <a:pt x="2554443" y="341820"/>
                  </a:lnTo>
                  <a:lnTo>
                    <a:pt x="2564202" y="354009"/>
                  </a:lnTo>
                  <a:lnTo>
                    <a:pt x="2573946" y="359141"/>
                  </a:lnTo>
                  <a:lnTo>
                    <a:pt x="2583690" y="351142"/>
                  </a:lnTo>
                  <a:lnTo>
                    <a:pt x="2593448" y="345799"/>
                  </a:lnTo>
                  <a:lnTo>
                    <a:pt x="2603192" y="345951"/>
                  </a:lnTo>
                  <a:lnTo>
                    <a:pt x="2612951" y="317841"/>
                  </a:lnTo>
                  <a:lnTo>
                    <a:pt x="2622695" y="333469"/>
                  </a:lnTo>
                  <a:lnTo>
                    <a:pt x="2632439" y="342629"/>
                  </a:lnTo>
                  <a:lnTo>
                    <a:pt x="2642198" y="333581"/>
                  </a:lnTo>
                  <a:lnTo>
                    <a:pt x="2651942" y="325093"/>
                  </a:lnTo>
                  <a:lnTo>
                    <a:pt x="2661685" y="298132"/>
                  </a:lnTo>
                  <a:lnTo>
                    <a:pt x="2671444" y="284329"/>
                  </a:lnTo>
                  <a:lnTo>
                    <a:pt x="2681188" y="256559"/>
                  </a:lnTo>
                  <a:lnTo>
                    <a:pt x="2690947" y="263944"/>
                  </a:lnTo>
                  <a:lnTo>
                    <a:pt x="2700691" y="276293"/>
                  </a:lnTo>
                  <a:lnTo>
                    <a:pt x="2710435" y="293255"/>
                  </a:lnTo>
                  <a:lnTo>
                    <a:pt x="2720194" y="277717"/>
                  </a:lnTo>
                  <a:lnTo>
                    <a:pt x="2729938" y="259727"/>
                  </a:lnTo>
                  <a:lnTo>
                    <a:pt x="2739697" y="296087"/>
                  </a:lnTo>
                  <a:lnTo>
                    <a:pt x="2749441" y="310253"/>
                  </a:lnTo>
                  <a:lnTo>
                    <a:pt x="2759185" y="342259"/>
                  </a:lnTo>
                  <a:lnTo>
                    <a:pt x="2768943" y="356512"/>
                  </a:lnTo>
                  <a:lnTo>
                    <a:pt x="2778687" y="324397"/>
                  </a:lnTo>
                  <a:lnTo>
                    <a:pt x="2788446" y="312606"/>
                  </a:lnTo>
                  <a:lnTo>
                    <a:pt x="2798190" y="304423"/>
                  </a:lnTo>
                  <a:lnTo>
                    <a:pt x="2807934" y="290186"/>
                  </a:lnTo>
                  <a:lnTo>
                    <a:pt x="2817693" y="314635"/>
                  </a:lnTo>
                  <a:lnTo>
                    <a:pt x="2827437" y="336622"/>
                  </a:lnTo>
                  <a:lnTo>
                    <a:pt x="2837196" y="341132"/>
                  </a:lnTo>
                  <a:lnTo>
                    <a:pt x="2846940" y="324986"/>
                  </a:lnTo>
                  <a:lnTo>
                    <a:pt x="2856684" y="315438"/>
                  </a:lnTo>
                  <a:lnTo>
                    <a:pt x="2866442" y="325605"/>
                  </a:lnTo>
                  <a:lnTo>
                    <a:pt x="2876186" y="332055"/>
                  </a:lnTo>
                  <a:lnTo>
                    <a:pt x="2885945" y="340032"/>
                  </a:lnTo>
                  <a:lnTo>
                    <a:pt x="2895689" y="312269"/>
                  </a:lnTo>
                  <a:lnTo>
                    <a:pt x="2905433" y="271397"/>
                  </a:lnTo>
                  <a:lnTo>
                    <a:pt x="2915192" y="25563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1" name="Freeform 1090">
              <a:extLst>
                <a:ext uri="{FF2B5EF4-FFF2-40B4-BE49-F238E27FC236}">
                  <a16:creationId xmlns:a16="http://schemas.microsoft.com/office/drawing/2014/main" id="{784713FB-8743-1654-8220-B419F42FE20A}"/>
                </a:ext>
              </a:extLst>
            </p:cNvPr>
            <p:cNvSpPr/>
            <p:nvPr/>
          </p:nvSpPr>
          <p:spPr>
            <a:xfrm>
              <a:off x="4426652" y="3294134"/>
              <a:ext cx="2915191" cy="422302"/>
            </a:xfrm>
            <a:custGeom>
              <a:avLst/>
              <a:gdLst>
                <a:gd name="connsiteX0" fmla="*/ 0 w 2915191"/>
                <a:gd name="connsiteY0" fmla="*/ 209939 h 422302"/>
                <a:gd name="connsiteX1" fmla="*/ 9750 w 2915191"/>
                <a:gd name="connsiteY1" fmla="*/ 215699 h 422302"/>
                <a:gd name="connsiteX2" fmla="*/ 19500 w 2915191"/>
                <a:gd name="connsiteY2" fmla="*/ 250731 h 422302"/>
                <a:gd name="connsiteX3" fmla="*/ 29250 w 2915191"/>
                <a:gd name="connsiteY3" fmla="*/ 271226 h 422302"/>
                <a:gd name="connsiteX4" fmla="*/ 39000 w 2915191"/>
                <a:gd name="connsiteY4" fmla="*/ 236833 h 422302"/>
                <a:gd name="connsiteX5" fmla="*/ 48749 w 2915191"/>
                <a:gd name="connsiteY5" fmla="*/ 278255 h 422302"/>
                <a:gd name="connsiteX6" fmla="*/ 58499 w 2915191"/>
                <a:gd name="connsiteY6" fmla="*/ 270630 h 422302"/>
                <a:gd name="connsiteX7" fmla="*/ 68249 w 2915191"/>
                <a:gd name="connsiteY7" fmla="*/ 258608 h 422302"/>
                <a:gd name="connsiteX8" fmla="*/ 77998 w 2915191"/>
                <a:gd name="connsiteY8" fmla="*/ 256374 h 422302"/>
                <a:gd name="connsiteX9" fmla="*/ 87748 w 2915191"/>
                <a:gd name="connsiteY9" fmla="*/ 222835 h 422302"/>
                <a:gd name="connsiteX10" fmla="*/ 97497 w 2915191"/>
                <a:gd name="connsiteY10" fmla="*/ 201613 h 422302"/>
                <a:gd name="connsiteX11" fmla="*/ 107247 w 2915191"/>
                <a:gd name="connsiteY11" fmla="*/ 190427 h 422302"/>
                <a:gd name="connsiteX12" fmla="*/ 116997 w 2915191"/>
                <a:gd name="connsiteY12" fmla="*/ 201209 h 422302"/>
                <a:gd name="connsiteX13" fmla="*/ 126747 w 2915191"/>
                <a:gd name="connsiteY13" fmla="*/ 201841 h 422302"/>
                <a:gd name="connsiteX14" fmla="*/ 136497 w 2915191"/>
                <a:gd name="connsiteY14" fmla="*/ 223872 h 422302"/>
                <a:gd name="connsiteX15" fmla="*/ 146247 w 2915191"/>
                <a:gd name="connsiteY15" fmla="*/ 231368 h 422302"/>
                <a:gd name="connsiteX16" fmla="*/ 155997 w 2915191"/>
                <a:gd name="connsiteY16" fmla="*/ 229236 h 422302"/>
                <a:gd name="connsiteX17" fmla="*/ 165747 w 2915191"/>
                <a:gd name="connsiteY17" fmla="*/ 224295 h 422302"/>
                <a:gd name="connsiteX18" fmla="*/ 175497 w 2915191"/>
                <a:gd name="connsiteY18" fmla="*/ 229525 h 422302"/>
                <a:gd name="connsiteX19" fmla="*/ 185247 w 2915191"/>
                <a:gd name="connsiteY19" fmla="*/ 234686 h 422302"/>
                <a:gd name="connsiteX20" fmla="*/ 194996 w 2915191"/>
                <a:gd name="connsiteY20" fmla="*/ 216753 h 422302"/>
                <a:gd name="connsiteX21" fmla="*/ 204746 w 2915191"/>
                <a:gd name="connsiteY21" fmla="*/ 218865 h 422302"/>
                <a:gd name="connsiteX22" fmla="*/ 214495 w 2915191"/>
                <a:gd name="connsiteY22" fmla="*/ 226792 h 422302"/>
                <a:gd name="connsiteX23" fmla="*/ 224245 w 2915191"/>
                <a:gd name="connsiteY23" fmla="*/ 219462 h 422302"/>
                <a:gd name="connsiteX24" fmla="*/ 233995 w 2915191"/>
                <a:gd name="connsiteY24" fmla="*/ 237698 h 422302"/>
                <a:gd name="connsiteX25" fmla="*/ 243744 w 2915191"/>
                <a:gd name="connsiteY25" fmla="*/ 218240 h 422302"/>
                <a:gd name="connsiteX26" fmla="*/ 253494 w 2915191"/>
                <a:gd name="connsiteY26" fmla="*/ 217501 h 422302"/>
                <a:gd name="connsiteX27" fmla="*/ 263244 w 2915191"/>
                <a:gd name="connsiteY27" fmla="*/ 210959 h 422302"/>
                <a:gd name="connsiteX28" fmla="*/ 272994 w 2915191"/>
                <a:gd name="connsiteY28" fmla="*/ 200814 h 422302"/>
                <a:gd name="connsiteX29" fmla="*/ 282744 w 2915191"/>
                <a:gd name="connsiteY29" fmla="*/ 238877 h 422302"/>
                <a:gd name="connsiteX30" fmla="*/ 292494 w 2915191"/>
                <a:gd name="connsiteY30" fmla="*/ 275771 h 422302"/>
                <a:gd name="connsiteX31" fmla="*/ 302244 w 2915191"/>
                <a:gd name="connsiteY31" fmla="*/ 246457 h 422302"/>
                <a:gd name="connsiteX32" fmla="*/ 311994 w 2915191"/>
                <a:gd name="connsiteY32" fmla="*/ 250613 h 422302"/>
                <a:gd name="connsiteX33" fmla="*/ 321744 w 2915191"/>
                <a:gd name="connsiteY33" fmla="*/ 258241 h 422302"/>
                <a:gd name="connsiteX34" fmla="*/ 331493 w 2915191"/>
                <a:gd name="connsiteY34" fmla="*/ 281422 h 422302"/>
                <a:gd name="connsiteX35" fmla="*/ 341243 w 2915191"/>
                <a:gd name="connsiteY35" fmla="*/ 314105 h 422302"/>
                <a:gd name="connsiteX36" fmla="*/ 350993 w 2915191"/>
                <a:gd name="connsiteY36" fmla="*/ 310982 h 422302"/>
                <a:gd name="connsiteX37" fmla="*/ 360742 w 2915191"/>
                <a:gd name="connsiteY37" fmla="*/ 284711 h 422302"/>
                <a:gd name="connsiteX38" fmla="*/ 370492 w 2915191"/>
                <a:gd name="connsiteY38" fmla="*/ 251575 h 422302"/>
                <a:gd name="connsiteX39" fmla="*/ 380241 w 2915191"/>
                <a:gd name="connsiteY39" fmla="*/ 280345 h 422302"/>
                <a:gd name="connsiteX40" fmla="*/ 389991 w 2915191"/>
                <a:gd name="connsiteY40" fmla="*/ 258792 h 422302"/>
                <a:gd name="connsiteX41" fmla="*/ 399741 w 2915191"/>
                <a:gd name="connsiteY41" fmla="*/ 278028 h 422302"/>
                <a:gd name="connsiteX42" fmla="*/ 409491 w 2915191"/>
                <a:gd name="connsiteY42" fmla="*/ 252471 h 422302"/>
                <a:gd name="connsiteX43" fmla="*/ 419241 w 2915191"/>
                <a:gd name="connsiteY43" fmla="*/ 217083 h 422302"/>
                <a:gd name="connsiteX44" fmla="*/ 428991 w 2915191"/>
                <a:gd name="connsiteY44" fmla="*/ 205739 h 422302"/>
                <a:gd name="connsiteX45" fmla="*/ 438741 w 2915191"/>
                <a:gd name="connsiteY45" fmla="*/ 198238 h 422302"/>
                <a:gd name="connsiteX46" fmla="*/ 448491 w 2915191"/>
                <a:gd name="connsiteY46" fmla="*/ 180725 h 422302"/>
                <a:gd name="connsiteX47" fmla="*/ 458241 w 2915191"/>
                <a:gd name="connsiteY47" fmla="*/ 175826 h 422302"/>
                <a:gd name="connsiteX48" fmla="*/ 467991 w 2915191"/>
                <a:gd name="connsiteY48" fmla="*/ 169278 h 422302"/>
                <a:gd name="connsiteX49" fmla="*/ 477740 w 2915191"/>
                <a:gd name="connsiteY49" fmla="*/ 181228 h 422302"/>
                <a:gd name="connsiteX50" fmla="*/ 487490 w 2915191"/>
                <a:gd name="connsiteY50" fmla="*/ 201615 h 422302"/>
                <a:gd name="connsiteX51" fmla="*/ 497239 w 2915191"/>
                <a:gd name="connsiteY51" fmla="*/ 183237 h 422302"/>
                <a:gd name="connsiteX52" fmla="*/ 506989 w 2915191"/>
                <a:gd name="connsiteY52" fmla="*/ 227253 h 422302"/>
                <a:gd name="connsiteX53" fmla="*/ 516738 w 2915191"/>
                <a:gd name="connsiteY53" fmla="*/ 255266 h 422302"/>
                <a:gd name="connsiteX54" fmla="*/ 526488 w 2915191"/>
                <a:gd name="connsiteY54" fmla="*/ 239786 h 422302"/>
                <a:gd name="connsiteX55" fmla="*/ 536238 w 2915191"/>
                <a:gd name="connsiteY55" fmla="*/ 253158 h 422302"/>
                <a:gd name="connsiteX56" fmla="*/ 545988 w 2915191"/>
                <a:gd name="connsiteY56" fmla="*/ 254113 h 422302"/>
                <a:gd name="connsiteX57" fmla="*/ 555738 w 2915191"/>
                <a:gd name="connsiteY57" fmla="*/ 252139 h 422302"/>
                <a:gd name="connsiteX58" fmla="*/ 565488 w 2915191"/>
                <a:gd name="connsiteY58" fmla="*/ 274439 h 422302"/>
                <a:gd name="connsiteX59" fmla="*/ 575238 w 2915191"/>
                <a:gd name="connsiteY59" fmla="*/ 268100 h 422302"/>
                <a:gd name="connsiteX60" fmla="*/ 584988 w 2915191"/>
                <a:gd name="connsiteY60" fmla="*/ 272860 h 422302"/>
                <a:gd name="connsiteX61" fmla="*/ 594738 w 2915191"/>
                <a:gd name="connsiteY61" fmla="*/ 299949 h 422302"/>
                <a:gd name="connsiteX62" fmla="*/ 604488 w 2915191"/>
                <a:gd name="connsiteY62" fmla="*/ 314422 h 422302"/>
                <a:gd name="connsiteX63" fmla="*/ 614237 w 2915191"/>
                <a:gd name="connsiteY63" fmla="*/ 318306 h 422302"/>
                <a:gd name="connsiteX64" fmla="*/ 623987 w 2915191"/>
                <a:gd name="connsiteY64" fmla="*/ 349988 h 422302"/>
                <a:gd name="connsiteX65" fmla="*/ 633736 w 2915191"/>
                <a:gd name="connsiteY65" fmla="*/ 329570 h 422302"/>
                <a:gd name="connsiteX66" fmla="*/ 643486 w 2915191"/>
                <a:gd name="connsiteY66" fmla="*/ 334379 h 422302"/>
                <a:gd name="connsiteX67" fmla="*/ 653236 w 2915191"/>
                <a:gd name="connsiteY67" fmla="*/ 357602 h 422302"/>
                <a:gd name="connsiteX68" fmla="*/ 662985 w 2915191"/>
                <a:gd name="connsiteY68" fmla="*/ 337261 h 422302"/>
                <a:gd name="connsiteX69" fmla="*/ 672735 w 2915191"/>
                <a:gd name="connsiteY69" fmla="*/ 312240 h 422302"/>
                <a:gd name="connsiteX70" fmla="*/ 682485 w 2915191"/>
                <a:gd name="connsiteY70" fmla="*/ 286080 h 422302"/>
                <a:gd name="connsiteX71" fmla="*/ 692235 w 2915191"/>
                <a:gd name="connsiteY71" fmla="*/ 324150 h 422302"/>
                <a:gd name="connsiteX72" fmla="*/ 701985 w 2915191"/>
                <a:gd name="connsiteY72" fmla="*/ 333658 h 422302"/>
                <a:gd name="connsiteX73" fmla="*/ 711735 w 2915191"/>
                <a:gd name="connsiteY73" fmla="*/ 358100 h 422302"/>
                <a:gd name="connsiteX74" fmla="*/ 721485 w 2915191"/>
                <a:gd name="connsiteY74" fmla="*/ 405421 h 422302"/>
                <a:gd name="connsiteX75" fmla="*/ 731235 w 2915191"/>
                <a:gd name="connsiteY75" fmla="*/ 355171 h 422302"/>
                <a:gd name="connsiteX76" fmla="*/ 740985 w 2915191"/>
                <a:gd name="connsiteY76" fmla="*/ 372116 h 422302"/>
                <a:gd name="connsiteX77" fmla="*/ 750734 w 2915191"/>
                <a:gd name="connsiteY77" fmla="*/ 393516 h 422302"/>
                <a:gd name="connsiteX78" fmla="*/ 760484 w 2915191"/>
                <a:gd name="connsiteY78" fmla="*/ 422303 h 422302"/>
                <a:gd name="connsiteX79" fmla="*/ 770233 w 2915191"/>
                <a:gd name="connsiteY79" fmla="*/ 402621 h 422302"/>
                <a:gd name="connsiteX80" fmla="*/ 779983 w 2915191"/>
                <a:gd name="connsiteY80" fmla="*/ 416060 h 422302"/>
                <a:gd name="connsiteX81" fmla="*/ 789733 w 2915191"/>
                <a:gd name="connsiteY81" fmla="*/ 374544 h 422302"/>
                <a:gd name="connsiteX82" fmla="*/ 799482 w 2915191"/>
                <a:gd name="connsiteY82" fmla="*/ 384827 h 422302"/>
                <a:gd name="connsiteX83" fmla="*/ 809232 w 2915191"/>
                <a:gd name="connsiteY83" fmla="*/ 390616 h 422302"/>
                <a:gd name="connsiteX84" fmla="*/ 818982 w 2915191"/>
                <a:gd name="connsiteY84" fmla="*/ 360524 h 422302"/>
                <a:gd name="connsiteX85" fmla="*/ 828732 w 2915191"/>
                <a:gd name="connsiteY85" fmla="*/ 355181 h 422302"/>
                <a:gd name="connsiteX86" fmla="*/ 838482 w 2915191"/>
                <a:gd name="connsiteY86" fmla="*/ 334248 h 422302"/>
                <a:gd name="connsiteX87" fmla="*/ 848232 w 2915191"/>
                <a:gd name="connsiteY87" fmla="*/ 339645 h 422302"/>
                <a:gd name="connsiteX88" fmla="*/ 857982 w 2915191"/>
                <a:gd name="connsiteY88" fmla="*/ 307724 h 422302"/>
                <a:gd name="connsiteX89" fmla="*/ 867732 w 2915191"/>
                <a:gd name="connsiteY89" fmla="*/ 291409 h 422302"/>
                <a:gd name="connsiteX90" fmla="*/ 877482 w 2915191"/>
                <a:gd name="connsiteY90" fmla="*/ 275923 h 422302"/>
                <a:gd name="connsiteX91" fmla="*/ 887231 w 2915191"/>
                <a:gd name="connsiteY91" fmla="*/ 248974 h 422302"/>
                <a:gd name="connsiteX92" fmla="*/ 896981 w 2915191"/>
                <a:gd name="connsiteY92" fmla="*/ 232590 h 422302"/>
                <a:gd name="connsiteX93" fmla="*/ 906730 w 2915191"/>
                <a:gd name="connsiteY93" fmla="*/ 198793 h 422302"/>
                <a:gd name="connsiteX94" fmla="*/ 916480 w 2915191"/>
                <a:gd name="connsiteY94" fmla="*/ 188843 h 422302"/>
                <a:gd name="connsiteX95" fmla="*/ 926230 w 2915191"/>
                <a:gd name="connsiteY95" fmla="*/ 193481 h 422302"/>
                <a:gd name="connsiteX96" fmla="*/ 935979 w 2915191"/>
                <a:gd name="connsiteY96" fmla="*/ 208745 h 422302"/>
                <a:gd name="connsiteX97" fmla="*/ 945729 w 2915191"/>
                <a:gd name="connsiteY97" fmla="*/ 204194 h 422302"/>
                <a:gd name="connsiteX98" fmla="*/ 955479 w 2915191"/>
                <a:gd name="connsiteY98" fmla="*/ 243543 h 422302"/>
                <a:gd name="connsiteX99" fmla="*/ 965229 w 2915191"/>
                <a:gd name="connsiteY99" fmla="*/ 229632 h 422302"/>
                <a:gd name="connsiteX100" fmla="*/ 974979 w 2915191"/>
                <a:gd name="connsiteY100" fmla="*/ 267532 h 422302"/>
                <a:gd name="connsiteX101" fmla="*/ 984729 w 2915191"/>
                <a:gd name="connsiteY101" fmla="*/ 267732 h 422302"/>
                <a:gd name="connsiteX102" fmla="*/ 994474 w 2915191"/>
                <a:gd name="connsiteY102" fmla="*/ 297776 h 422302"/>
                <a:gd name="connsiteX103" fmla="*/ 1004233 w 2915191"/>
                <a:gd name="connsiteY103" fmla="*/ 278888 h 422302"/>
                <a:gd name="connsiteX104" fmla="*/ 1013977 w 2915191"/>
                <a:gd name="connsiteY104" fmla="*/ 250626 h 422302"/>
                <a:gd name="connsiteX105" fmla="*/ 1023721 w 2915191"/>
                <a:gd name="connsiteY105" fmla="*/ 272300 h 422302"/>
                <a:gd name="connsiteX106" fmla="*/ 1033480 w 2915191"/>
                <a:gd name="connsiteY106" fmla="*/ 280633 h 422302"/>
                <a:gd name="connsiteX107" fmla="*/ 1043224 w 2915191"/>
                <a:gd name="connsiteY107" fmla="*/ 274713 h 422302"/>
                <a:gd name="connsiteX108" fmla="*/ 1052983 w 2915191"/>
                <a:gd name="connsiteY108" fmla="*/ 263012 h 422302"/>
                <a:gd name="connsiteX109" fmla="*/ 1062727 w 2915191"/>
                <a:gd name="connsiteY109" fmla="*/ 276230 h 422302"/>
                <a:gd name="connsiteX110" fmla="*/ 1072471 w 2915191"/>
                <a:gd name="connsiteY110" fmla="*/ 310529 h 422302"/>
                <a:gd name="connsiteX111" fmla="*/ 1082230 w 2915191"/>
                <a:gd name="connsiteY111" fmla="*/ 289253 h 422302"/>
                <a:gd name="connsiteX112" fmla="*/ 1091973 w 2915191"/>
                <a:gd name="connsiteY112" fmla="*/ 294294 h 422302"/>
                <a:gd name="connsiteX113" fmla="*/ 1101732 w 2915191"/>
                <a:gd name="connsiteY113" fmla="*/ 304684 h 422302"/>
                <a:gd name="connsiteX114" fmla="*/ 1111476 w 2915191"/>
                <a:gd name="connsiteY114" fmla="*/ 349797 h 422302"/>
                <a:gd name="connsiteX115" fmla="*/ 1121220 w 2915191"/>
                <a:gd name="connsiteY115" fmla="*/ 360879 h 422302"/>
                <a:gd name="connsiteX116" fmla="*/ 1130979 w 2915191"/>
                <a:gd name="connsiteY116" fmla="*/ 365177 h 422302"/>
                <a:gd name="connsiteX117" fmla="*/ 1140723 w 2915191"/>
                <a:gd name="connsiteY117" fmla="*/ 353440 h 422302"/>
                <a:gd name="connsiteX118" fmla="*/ 1150482 w 2915191"/>
                <a:gd name="connsiteY118" fmla="*/ 338614 h 422302"/>
                <a:gd name="connsiteX119" fmla="*/ 1160226 w 2915191"/>
                <a:gd name="connsiteY119" fmla="*/ 318582 h 422302"/>
                <a:gd name="connsiteX120" fmla="*/ 1169969 w 2915191"/>
                <a:gd name="connsiteY120" fmla="*/ 305113 h 422302"/>
                <a:gd name="connsiteX121" fmla="*/ 1179728 w 2915191"/>
                <a:gd name="connsiteY121" fmla="*/ 308853 h 422302"/>
                <a:gd name="connsiteX122" fmla="*/ 1189472 w 2915191"/>
                <a:gd name="connsiteY122" fmla="*/ 265197 h 422302"/>
                <a:gd name="connsiteX123" fmla="*/ 1199231 w 2915191"/>
                <a:gd name="connsiteY123" fmla="*/ 260534 h 422302"/>
                <a:gd name="connsiteX124" fmla="*/ 1208975 w 2915191"/>
                <a:gd name="connsiteY124" fmla="*/ 245491 h 422302"/>
                <a:gd name="connsiteX125" fmla="*/ 1218719 w 2915191"/>
                <a:gd name="connsiteY125" fmla="*/ 263414 h 422302"/>
                <a:gd name="connsiteX126" fmla="*/ 1228478 w 2915191"/>
                <a:gd name="connsiteY126" fmla="*/ 276850 h 422302"/>
                <a:gd name="connsiteX127" fmla="*/ 1238222 w 2915191"/>
                <a:gd name="connsiteY127" fmla="*/ 289207 h 422302"/>
                <a:gd name="connsiteX128" fmla="*/ 1247966 w 2915191"/>
                <a:gd name="connsiteY128" fmla="*/ 270050 h 422302"/>
                <a:gd name="connsiteX129" fmla="*/ 1257725 w 2915191"/>
                <a:gd name="connsiteY129" fmla="*/ 280894 h 422302"/>
                <a:gd name="connsiteX130" fmla="*/ 1267469 w 2915191"/>
                <a:gd name="connsiteY130" fmla="*/ 298328 h 422302"/>
                <a:gd name="connsiteX131" fmla="*/ 1277227 w 2915191"/>
                <a:gd name="connsiteY131" fmla="*/ 314492 h 422302"/>
                <a:gd name="connsiteX132" fmla="*/ 1286971 w 2915191"/>
                <a:gd name="connsiteY132" fmla="*/ 331316 h 422302"/>
                <a:gd name="connsiteX133" fmla="*/ 1296715 w 2915191"/>
                <a:gd name="connsiteY133" fmla="*/ 320260 h 422302"/>
                <a:gd name="connsiteX134" fmla="*/ 1306474 w 2915191"/>
                <a:gd name="connsiteY134" fmla="*/ 323119 h 422302"/>
                <a:gd name="connsiteX135" fmla="*/ 1316218 w 2915191"/>
                <a:gd name="connsiteY135" fmla="*/ 315657 h 422302"/>
                <a:gd name="connsiteX136" fmla="*/ 1325977 w 2915191"/>
                <a:gd name="connsiteY136" fmla="*/ 338699 h 422302"/>
                <a:gd name="connsiteX137" fmla="*/ 1335721 w 2915191"/>
                <a:gd name="connsiteY137" fmla="*/ 369380 h 422302"/>
                <a:gd name="connsiteX138" fmla="*/ 1345465 w 2915191"/>
                <a:gd name="connsiteY138" fmla="*/ 349596 h 422302"/>
                <a:gd name="connsiteX139" fmla="*/ 1355224 w 2915191"/>
                <a:gd name="connsiteY139" fmla="*/ 348617 h 422302"/>
                <a:gd name="connsiteX140" fmla="*/ 1364967 w 2915191"/>
                <a:gd name="connsiteY140" fmla="*/ 348413 h 422302"/>
                <a:gd name="connsiteX141" fmla="*/ 1374726 w 2915191"/>
                <a:gd name="connsiteY141" fmla="*/ 288233 h 422302"/>
                <a:gd name="connsiteX142" fmla="*/ 1384470 w 2915191"/>
                <a:gd name="connsiteY142" fmla="*/ 259557 h 422302"/>
                <a:gd name="connsiteX143" fmla="*/ 1394214 w 2915191"/>
                <a:gd name="connsiteY143" fmla="*/ 266877 h 422302"/>
                <a:gd name="connsiteX144" fmla="*/ 1403973 w 2915191"/>
                <a:gd name="connsiteY144" fmla="*/ 269515 h 422302"/>
                <a:gd name="connsiteX145" fmla="*/ 1413717 w 2915191"/>
                <a:gd name="connsiteY145" fmla="*/ 257994 h 422302"/>
                <a:gd name="connsiteX146" fmla="*/ 1423476 w 2915191"/>
                <a:gd name="connsiteY146" fmla="*/ 266708 h 422302"/>
                <a:gd name="connsiteX147" fmla="*/ 1433220 w 2915191"/>
                <a:gd name="connsiteY147" fmla="*/ 292841 h 422302"/>
                <a:gd name="connsiteX148" fmla="*/ 1442964 w 2915191"/>
                <a:gd name="connsiteY148" fmla="*/ 333673 h 422302"/>
                <a:gd name="connsiteX149" fmla="*/ 1452722 w 2915191"/>
                <a:gd name="connsiteY149" fmla="*/ 327697 h 422302"/>
                <a:gd name="connsiteX150" fmla="*/ 1462466 w 2915191"/>
                <a:gd name="connsiteY150" fmla="*/ 317339 h 422302"/>
                <a:gd name="connsiteX151" fmla="*/ 1472225 w 2915191"/>
                <a:gd name="connsiteY151" fmla="*/ 330002 h 422302"/>
                <a:gd name="connsiteX152" fmla="*/ 1481969 w 2915191"/>
                <a:gd name="connsiteY152" fmla="*/ 337028 h 422302"/>
                <a:gd name="connsiteX153" fmla="*/ 1491713 w 2915191"/>
                <a:gd name="connsiteY153" fmla="*/ 305785 h 422302"/>
                <a:gd name="connsiteX154" fmla="*/ 1501472 w 2915191"/>
                <a:gd name="connsiteY154" fmla="*/ 292644 h 422302"/>
                <a:gd name="connsiteX155" fmla="*/ 1511216 w 2915191"/>
                <a:gd name="connsiteY155" fmla="*/ 299867 h 422302"/>
                <a:gd name="connsiteX156" fmla="*/ 1520960 w 2915191"/>
                <a:gd name="connsiteY156" fmla="*/ 297510 h 422302"/>
                <a:gd name="connsiteX157" fmla="*/ 1530719 w 2915191"/>
                <a:gd name="connsiteY157" fmla="*/ 287975 h 422302"/>
                <a:gd name="connsiteX158" fmla="*/ 1540463 w 2915191"/>
                <a:gd name="connsiteY158" fmla="*/ 290067 h 422302"/>
                <a:gd name="connsiteX159" fmla="*/ 1550221 w 2915191"/>
                <a:gd name="connsiteY159" fmla="*/ 302798 h 422302"/>
                <a:gd name="connsiteX160" fmla="*/ 1559965 w 2915191"/>
                <a:gd name="connsiteY160" fmla="*/ 314732 h 422302"/>
                <a:gd name="connsiteX161" fmla="*/ 1569709 w 2915191"/>
                <a:gd name="connsiteY161" fmla="*/ 334673 h 422302"/>
                <a:gd name="connsiteX162" fmla="*/ 1579468 w 2915191"/>
                <a:gd name="connsiteY162" fmla="*/ 324537 h 422302"/>
                <a:gd name="connsiteX163" fmla="*/ 1589212 w 2915191"/>
                <a:gd name="connsiteY163" fmla="*/ 294499 h 422302"/>
                <a:gd name="connsiteX164" fmla="*/ 1598971 w 2915191"/>
                <a:gd name="connsiteY164" fmla="*/ 283203 h 422302"/>
                <a:gd name="connsiteX165" fmla="*/ 1608715 w 2915191"/>
                <a:gd name="connsiteY165" fmla="*/ 252493 h 422302"/>
                <a:gd name="connsiteX166" fmla="*/ 1618459 w 2915191"/>
                <a:gd name="connsiteY166" fmla="*/ 274521 h 422302"/>
                <a:gd name="connsiteX167" fmla="*/ 1628218 w 2915191"/>
                <a:gd name="connsiteY167" fmla="*/ 243764 h 422302"/>
                <a:gd name="connsiteX168" fmla="*/ 1637962 w 2915191"/>
                <a:gd name="connsiteY168" fmla="*/ 244206 h 422302"/>
                <a:gd name="connsiteX169" fmla="*/ 1647720 w 2915191"/>
                <a:gd name="connsiteY169" fmla="*/ 253015 h 422302"/>
                <a:gd name="connsiteX170" fmla="*/ 1657464 w 2915191"/>
                <a:gd name="connsiteY170" fmla="*/ 203480 h 422302"/>
                <a:gd name="connsiteX171" fmla="*/ 1667208 w 2915191"/>
                <a:gd name="connsiteY171" fmla="*/ 218727 h 422302"/>
                <a:gd name="connsiteX172" fmla="*/ 1676967 w 2915191"/>
                <a:gd name="connsiteY172" fmla="*/ 197629 h 422302"/>
                <a:gd name="connsiteX173" fmla="*/ 1686711 w 2915191"/>
                <a:gd name="connsiteY173" fmla="*/ 219910 h 422302"/>
                <a:gd name="connsiteX174" fmla="*/ 1696470 w 2915191"/>
                <a:gd name="connsiteY174" fmla="*/ 213516 h 422302"/>
                <a:gd name="connsiteX175" fmla="*/ 1706214 w 2915191"/>
                <a:gd name="connsiteY175" fmla="*/ 181945 h 422302"/>
                <a:gd name="connsiteX176" fmla="*/ 1715958 w 2915191"/>
                <a:gd name="connsiteY176" fmla="*/ 173406 h 422302"/>
                <a:gd name="connsiteX177" fmla="*/ 1725716 w 2915191"/>
                <a:gd name="connsiteY177" fmla="*/ 191680 h 422302"/>
                <a:gd name="connsiteX178" fmla="*/ 1735460 w 2915191"/>
                <a:gd name="connsiteY178" fmla="*/ 191330 h 422302"/>
                <a:gd name="connsiteX179" fmla="*/ 1745219 w 2915191"/>
                <a:gd name="connsiteY179" fmla="*/ 155781 h 422302"/>
                <a:gd name="connsiteX180" fmla="*/ 1754963 w 2915191"/>
                <a:gd name="connsiteY180" fmla="*/ 185089 h 422302"/>
                <a:gd name="connsiteX181" fmla="*/ 1764707 w 2915191"/>
                <a:gd name="connsiteY181" fmla="*/ 211625 h 422302"/>
                <a:gd name="connsiteX182" fmla="*/ 1774466 w 2915191"/>
                <a:gd name="connsiteY182" fmla="*/ 213368 h 422302"/>
                <a:gd name="connsiteX183" fmla="*/ 1784210 w 2915191"/>
                <a:gd name="connsiteY183" fmla="*/ 239421 h 422302"/>
                <a:gd name="connsiteX184" fmla="*/ 1793969 w 2915191"/>
                <a:gd name="connsiteY184" fmla="*/ 271151 h 422302"/>
                <a:gd name="connsiteX185" fmla="*/ 1803713 w 2915191"/>
                <a:gd name="connsiteY185" fmla="*/ 232414 h 422302"/>
                <a:gd name="connsiteX186" fmla="*/ 1813457 w 2915191"/>
                <a:gd name="connsiteY186" fmla="*/ 221397 h 422302"/>
                <a:gd name="connsiteX187" fmla="*/ 1823215 w 2915191"/>
                <a:gd name="connsiteY187" fmla="*/ 231280 h 422302"/>
                <a:gd name="connsiteX188" fmla="*/ 1832959 w 2915191"/>
                <a:gd name="connsiteY188" fmla="*/ 193682 h 422302"/>
                <a:gd name="connsiteX189" fmla="*/ 1842703 w 2915191"/>
                <a:gd name="connsiteY189" fmla="*/ 189347 h 422302"/>
                <a:gd name="connsiteX190" fmla="*/ 1852462 w 2915191"/>
                <a:gd name="connsiteY190" fmla="*/ 186945 h 422302"/>
                <a:gd name="connsiteX191" fmla="*/ 1862206 w 2915191"/>
                <a:gd name="connsiteY191" fmla="*/ 204268 h 422302"/>
                <a:gd name="connsiteX192" fmla="*/ 1871965 w 2915191"/>
                <a:gd name="connsiteY192" fmla="*/ 214267 h 422302"/>
                <a:gd name="connsiteX193" fmla="*/ 1881709 w 2915191"/>
                <a:gd name="connsiteY193" fmla="*/ 221390 h 422302"/>
                <a:gd name="connsiteX194" fmla="*/ 1891453 w 2915191"/>
                <a:gd name="connsiteY194" fmla="*/ 262483 h 422302"/>
                <a:gd name="connsiteX195" fmla="*/ 1901212 w 2915191"/>
                <a:gd name="connsiteY195" fmla="*/ 250801 h 422302"/>
                <a:gd name="connsiteX196" fmla="*/ 1910956 w 2915191"/>
                <a:gd name="connsiteY196" fmla="*/ 248490 h 422302"/>
                <a:gd name="connsiteX197" fmla="*/ 1920714 w 2915191"/>
                <a:gd name="connsiteY197" fmla="*/ 204380 h 422302"/>
                <a:gd name="connsiteX198" fmla="*/ 1930458 w 2915191"/>
                <a:gd name="connsiteY198" fmla="*/ 154850 h 422302"/>
                <a:gd name="connsiteX199" fmla="*/ 1940202 w 2915191"/>
                <a:gd name="connsiteY199" fmla="*/ 140019 h 422302"/>
                <a:gd name="connsiteX200" fmla="*/ 1949961 w 2915191"/>
                <a:gd name="connsiteY200" fmla="*/ 119089 h 422302"/>
                <a:gd name="connsiteX201" fmla="*/ 1959705 w 2915191"/>
                <a:gd name="connsiteY201" fmla="*/ 121531 h 422302"/>
                <a:gd name="connsiteX202" fmla="*/ 1969464 w 2915191"/>
                <a:gd name="connsiteY202" fmla="*/ 145927 h 422302"/>
                <a:gd name="connsiteX203" fmla="*/ 1979208 w 2915191"/>
                <a:gd name="connsiteY203" fmla="*/ 146356 h 422302"/>
                <a:gd name="connsiteX204" fmla="*/ 1988952 w 2915191"/>
                <a:gd name="connsiteY204" fmla="*/ 131418 h 422302"/>
                <a:gd name="connsiteX205" fmla="*/ 1998711 w 2915191"/>
                <a:gd name="connsiteY205" fmla="*/ 91639 h 422302"/>
                <a:gd name="connsiteX206" fmla="*/ 2008454 w 2915191"/>
                <a:gd name="connsiteY206" fmla="*/ 91606 h 422302"/>
                <a:gd name="connsiteX207" fmla="*/ 2018213 w 2915191"/>
                <a:gd name="connsiteY207" fmla="*/ 88737 h 422302"/>
                <a:gd name="connsiteX208" fmla="*/ 2027957 w 2915191"/>
                <a:gd name="connsiteY208" fmla="*/ 58864 h 422302"/>
                <a:gd name="connsiteX209" fmla="*/ 2037701 w 2915191"/>
                <a:gd name="connsiteY209" fmla="*/ 48346 h 422302"/>
                <a:gd name="connsiteX210" fmla="*/ 2047460 w 2915191"/>
                <a:gd name="connsiteY210" fmla="*/ 35385 h 422302"/>
                <a:gd name="connsiteX211" fmla="*/ 2057204 w 2915191"/>
                <a:gd name="connsiteY211" fmla="*/ 8704 h 422302"/>
                <a:gd name="connsiteX212" fmla="*/ 2066963 w 2915191"/>
                <a:gd name="connsiteY212" fmla="*/ 42522 h 422302"/>
                <a:gd name="connsiteX213" fmla="*/ 2076707 w 2915191"/>
                <a:gd name="connsiteY213" fmla="*/ 23116 h 422302"/>
                <a:gd name="connsiteX214" fmla="*/ 2086451 w 2915191"/>
                <a:gd name="connsiteY214" fmla="*/ 0 h 422302"/>
                <a:gd name="connsiteX215" fmla="*/ 2096210 w 2915191"/>
                <a:gd name="connsiteY215" fmla="*/ 44828 h 422302"/>
                <a:gd name="connsiteX216" fmla="*/ 2105954 w 2915191"/>
                <a:gd name="connsiteY216" fmla="*/ 61287 h 422302"/>
                <a:gd name="connsiteX217" fmla="*/ 2115697 w 2915191"/>
                <a:gd name="connsiteY217" fmla="*/ 36389 h 422302"/>
                <a:gd name="connsiteX218" fmla="*/ 2125456 w 2915191"/>
                <a:gd name="connsiteY218" fmla="*/ 52902 h 422302"/>
                <a:gd name="connsiteX219" fmla="*/ 2135200 w 2915191"/>
                <a:gd name="connsiteY219" fmla="*/ 71718 h 422302"/>
                <a:gd name="connsiteX220" fmla="*/ 2144959 w 2915191"/>
                <a:gd name="connsiteY220" fmla="*/ 100191 h 422302"/>
                <a:gd name="connsiteX221" fmla="*/ 2154703 w 2915191"/>
                <a:gd name="connsiteY221" fmla="*/ 141157 h 422302"/>
                <a:gd name="connsiteX222" fmla="*/ 2164447 w 2915191"/>
                <a:gd name="connsiteY222" fmla="*/ 142412 h 422302"/>
                <a:gd name="connsiteX223" fmla="*/ 2174206 w 2915191"/>
                <a:gd name="connsiteY223" fmla="*/ 148364 h 422302"/>
                <a:gd name="connsiteX224" fmla="*/ 2183950 w 2915191"/>
                <a:gd name="connsiteY224" fmla="*/ 137835 h 422302"/>
                <a:gd name="connsiteX225" fmla="*/ 2193709 w 2915191"/>
                <a:gd name="connsiteY225" fmla="*/ 143969 h 422302"/>
                <a:gd name="connsiteX226" fmla="*/ 2203452 w 2915191"/>
                <a:gd name="connsiteY226" fmla="*/ 156189 h 422302"/>
                <a:gd name="connsiteX227" fmla="*/ 2213196 w 2915191"/>
                <a:gd name="connsiteY227" fmla="*/ 160253 h 422302"/>
                <a:gd name="connsiteX228" fmla="*/ 2222955 w 2915191"/>
                <a:gd name="connsiteY228" fmla="*/ 150511 h 422302"/>
                <a:gd name="connsiteX229" fmla="*/ 2232699 w 2915191"/>
                <a:gd name="connsiteY229" fmla="*/ 162448 h 422302"/>
                <a:gd name="connsiteX230" fmla="*/ 2242458 w 2915191"/>
                <a:gd name="connsiteY230" fmla="*/ 158317 h 422302"/>
                <a:gd name="connsiteX231" fmla="*/ 2252202 w 2915191"/>
                <a:gd name="connsiteY231" fmla="*/ 173926 h 422302"/>
                <a:gd name="connsiteX232" fmla="*/ 2261946 w 2915191"/>
                <a:gd name="connsiteY232" fmla="*/ 190658 h 422302"/>
                <a:gd name="connsiteX233" fmla="*/ 2271705 w 2915191"/>
                <a:gd name="connsiteY233" fmla="*/ 175443 h 422302"/>
                <a:gd name="connsiteX234" fmla="*/ 2281449 w 2915191"/>
                <a:gd name="connsiteY234" fmla="*/ 171672 h 422302"/>
                <a:gd name="connsiteX235" fmla="*/ 2291208 w 2915191"/>
                <a:gd name="connsiteY235" fmla="*/ 189011 h 422302"/>
                <a:gd name="connsiteX236" fmla="*/ 2300951 w 2915191"/>
                <a:gd name="connsiteY236" fmla="*/ 215645 h 422302"/>
                <a:gd name="connsiteX237" fmla="*/ 2310695 w 2915191"/>
                <a:gd name="connsiteY237" fmla="*/ 214210 h 422302"/>
                <a:gd name="connsiteX238" fmla="*/ 2320454 w 2915191"/>
                <a:gd name="connsiteY238" fmla="*/ 203954 h 422302"/>
                <a:gd name="connsiteX239" fmla="*/ 2330198 w 2915191"/>
                <a:gd name="connsiteY239" fmla="*/ 247092 h 422302"/>
                <a:gd name="connsiteX240" fmla="*/ 2339957 w 2915191"/>
                <a:gd name="connsiteY240" fmla="*/ 274722 h 422302"/>
                <a:gd name="connsiteX241" fmla="*/ 2349701 w 2915191"/>
                <a:gd name="connsiteY241" fmla="*/ 243831 h 422302"/>
                <a:gd name="connsiteX242" fmla="*/ 2359445 w 2915191"/>
                <a:gd name="connsiteY242" fmla="*/ 236922 h 422302"/>
                <a:gd name="connsiteX243" fmla="*/ 2369204 w 2915191"/>
                <a:gd name="connsiteY243" fmla="*/ 253622 h 422302"/>
                <a:gd name="connsiteX244" fmla="*/ 2378948 w 2915191"/>
                <a:gd name="connsiteY244" fmla="*/ 242193 h 422302"/>
                <a:gd name="connsiteX245" fmla="*/ 2388692 w 2915191"/>
                <a:gd name="connsiteY245" fmla="*/ 237129 h 422302"/>
                <a:gd name="connsiteX246" fmla="*/ 2398450 w 2915191"/>
                <a:gd name="connsiteY246" fmla="*/ 240495 h 422302"/>
                <a:gd name="connsiteX247" fmla="*/ 2408194 w 2915191"/>
                <a:gd name="connsiteY247" fmla="*/ 204745 h 422302"/>
                <a:gd name="connsiteX248" fmla="*/ 2417953 w 2915191"/>
                <a:gd name="connsiteY248" fmla="*/ 207616 h 422302"/>
                <a:gd name="connsiteX249" fmla="*/ 2427697 w 2915191"/>
                <a:gd name="connsiteY249" fmla="*/ 199179 h 422302"/>
                <a:gd name="connsiteX250" fmla="*/ 2437441 w 2915191"/>
                <a:gd name="connsiteY250" fmla="*/ 222878 h 422302"/>
                <a:gd name="connsiteX251" fmla="*/ 2447200 w 2915191"/>
                <a:gd name="connsiteY251" fmla="*/ 213803 h 422302"/>
                <a:gd name="connsiteX252" fmla="*/ 2456944 w 2915191"/>
                <a:gd name="connsiteY252" fmla="*/ 210816 h 422302"/>
                <a:gd name="connsiteX253" fmla="*/ 2466703 w 2915191"/>
                <a:gd name="connsiteY253" fmla="*/ 212439 h 422302"/>
                <a:gd name="connsiteX254" fmla="*/ 2476446 w 2915191"/>
                <a:gd name="connsiteY254" fmla="*/ 188979 h 422302"/>
                <a:gd name="connsiteX255" fmla="*/ 2486190 w 2915191"/>
                <a:gd name="connsiteY255" fmla="*/ 154382 h 422302"/>
                <a:gd name="connsiteX256" fmla="*/ 2495949 w 2915191"/>
                <a:gd name="connsiteY256" fmla="*/ 121281 h 422302"/>
                <a:gd name="connsiteX257" fmla="*/ 2505693 w 2915191"/>
                <a:gd name="connsiteY257" fmla="*/ 99576 h 422302"/>
                <a:gd name="connsiteX258" fmla="*/ 2515452 w 2915191"/>
                <a:gd name="connsiteY258" fmla="*/ 76387 h 422302"/>
                <a:gd name="connsiteX259" fmla="*/ 2525196 w 2915191"/>
                <a:gd name="connsiteY259" fmla="*/ 47072 h 422302"/>
                <a:gd name="connsiteX260" fmla="*/ 2534940 w 2915191"/>
                <a:gd name="connsiteY260" fmla="*/ 47196 h 422302"/>
                <a:gd name="connsiteX261" fmla="*/ 2544699 w 2915191"/>
                <a:gd name="connsiteY261" fmla="*/ 74584 h 422302"/>
                <a:gd name="connsiteX262" fmla="*/ 2554443 w 2915191"/>
                <a:gd name="connsiteY262" fmla="*/ 70124 h 422302"/>
                <a:gd name="connsiteX263" fmla="*/ 2564202 w 2915191"/>
                <a:gd name="connsiteY263" fmla="*/ 82579 h 422302"/>
                <a:gd name="connsiteX264" fmla="*/ 2573946 w 2915191"/>
                <a:gd name="connsiteY264" fmla="*/ 77335 h 422302"/>
                <a:gd name="connsiteX265" fmla="*/ 2583690 w 2915191"/>
                <a:gd name="connsiteY265" fmla="*/ 84009 h 422302"/>
                <a:gd name="connsiteX266" fmla="*/ 2593448 w 2915191"/>
                <a:gd name="connsiteY266" fmla="*/ 92052 h 422302"/>
                <a:gd name="connsiteX267" fmla="*/ 2603192 w 2915191"/>
                <a:gd name="connsiteY267" fmla="*/ 78601 h 422302"/>
                <a:gd name="connsiteX268" fmla="*/ 2612951 w 2915191"/>
                <a:gd name="connsiteY268" fmla="*/ 72157 h 422302"/>
                <a:gd name="connsiteX269" fmla="*/ 2622695 w 2915191"/>
                <a:gd name="connsiteY269" fmla="*/ 64227 h 422302"/>
                <a:gd name="connsiteX270" fmla="*/ 2632439 w 2915191"/>
                <a:gd name="connsiteY270" fmla="*/ 62854 h 422302"/>
                <a:gd name="connsiteX271" fmla="*/ 2642198 w 2915191"/>
                <a:gd name="connsiteY271" fmla="*/ 80161 h 422302"/>
                <a:gd name="connsiteX272" fmla="*/ 2651942 w 2915191"/>
                <a:gd name="connsiteY272" fmla="*/ 79117 h 422302"/>
                <a:gd name="connsiteX273" fmla="*/ 2661685 w 2915191"/>
                <a:gd name="connsiteY273" fmla="*/ 56212 h 422302"/>
                <a:gd name="connsiteX274" fmla="*/ 2671444 w 2915191"/>
                <a:gd name="connsiteY274" fmla="*/ 46060 h 422302"/>
                <a:gd name="connsiteX275" fmla="*/ 2681188 w 2915191"/>
                <a:gd name="connsiteY275" fmla="*/ 44949 h 422302"/>
                <a:gd name="connsiteX276" fmla="*/ 2690947 w 2915191"/>
                <a:gd name="connsiteY276" fmla="*/ 52012 h 422302"/>
                <a:gd name="connsiteX277" fmla="*/ 2700691 w 2915191"/>
                <a:gd name="connsiteY277" fmla="*/ 49497 h 422302"/>
                <a:gd name="connsiteX278" fmla="*/ 2710435 w 2915191"/>
                <a:gd name="connsiteY278" fmla="*/ 62126 h 422302"/>
                <a:gd name="connsiteX279" fmla="*/ 2720194 w 2915191"/>
                <a:gd name="connsiteY279" fmla="*/ 63903 h 422302"/>
                <a:gd name="connsiteX280" fmla="*/ 2729938 w 2915191"/>
                <a:gd name="connsiteY280" fmla="*/ 76258 h 422302"/>
                <a:gd name="connsiteX281" fmla="*/ 2739697 w 2915191"/>
                <a:gd name="connsiteY281" fmla="*/ 90625 h 422302"/>
                <a:gd name="connsiteX282" fmla="*/ 2749441 w 2915191"/>
                <a:gd name="connsiteY282" fmla="*/ 97520 h 422302"/>
                <a:gd name="connsiteX283" fmla="*/ 2759185 w 2915191"/>
                <a:gd name="connsiteY283" fmla="*/ 84261 h 422302"/>
                <a:gd name="connsiteX284" fmla="*/ 2768943 w 2915191"/>
                <a:gd name="connsiteY284" fmla="*/ 69023 h 422302"/>
                <a:gd name="connsiteX285" fmla="*/ 2778687 w 2915191"/>
                <a:gd name="connsiteY285" fmla="*/ 73281 h 422302"/>
                <a:gd name="connsiteX286" fmla="*/ 2788446 w 2915191"/>
                <a:gd name="connsiteY286" fmla="*/ 47304 h 422302"/>
                <a:gd name="connsiteX287" fmla="*/ 2798190 w 2915191"/>
                <a:gd name="connsiteY287" fmla="*/ 13445 h 422302"/>
                <a:gd name="connsiteX288" fmla="*/ 2807934 w 2915191"/>
                <a:gd name="connsiteY288" fmla="*/ 20215 h 422302"/>
                <a:gd name="connsiteX289" fmla="*/ 2817693 w 2915191"/>
                <a:gd name="connsiteY289" fmla="*/ 34578 h 422302"/>
                <a:gd name="connsiteX290" fmla="*/ 2827437 w 2915191"/>
                <a:gd name="connsiteY290" fmla="*/ 58358 h 422302"/>
                <a:gd name="connsiteX291" fmla="*/ 2837196 w 2915191"/>
                <a:gd name="connsiteY291" fmla="*/ 74590 h 422302"/>
                <a:gd name="connsiteX292" fmla="*/ 2846940 w 2915191"/>
                <a:gd name="connsiteY292" fmla="*/ 99528 h 422302"/>
                <a:gd name="connsiteX293" fmla="*/ 2856684 w 2915191"/>
                <a:gd name="connsiteY293" fmla="*/ 107504 h 422302"/>
                <a:gd name="connsiteX294" fmla="*/ 2866442 w 2915191"/>
                <a:gd name="connsiteY294" fmla="*/ 98345 h 422302"/>
                <a:gd name="connsiteX295" fmla="*/ 2876186 w 2915191"/>
                <a:gd name="connsiteY295" fmla="*/ 136747 h 422302"/>
                <a:gd name="connsiteX296" fmla="*/ 2885945 w 2915191"/>
                <a:gd name="connsiteY296" fmla="*/ 119701 h 422302"/>
                <a:gd name="connsiteX297" fmla="*/ 2895689 w 2915191"/>
                <a:gd name="connsiteY297" fmla="*/ 131752 h 422302"/>
                <a:gd name="connsiteX298" fmla="*/ 2905433 w 2915191"/>
                <a:gd name="connsiteY298" fmla="*/ 140438 h 422302"/>
                <a:gd name="connsiteX299" fmla="*/ 2915192 w 2915191"/>
                <a:gd name="connsiteY299" fmla="*/ 127944 h 422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22302">
                  <a:moveTo>
                    <a:pt x="0" y="209939"/>
                  </a:moveTo>
                  <a:lnTo>
                    <a:pt x="9750" y="215699"/>
                  </a:lnTo>
                  <a:lnTo>
                    <a:pt x="19500" y="250731"/>
                  </a:lnTo>
                  <a:lnTo>
                    <a:pt x="29250" y="271226"/>
                  </a:lnTo>
                  <a:lnTo>
                    <a:pt x="39000" y="236833"/>
                  </a:lnTo>
                  <a:lnTo>
                    <a:pt x="48749" y="278255"/>
                  </a:lnTo>
                  <a:lnTo>
                    <a:pt x="58499" y="270630"/>
                  </a:lnTo>
                  <a:lnTo>
                    <a:pt x="68249" y="258608"/>
                  </a:lnTo>
                  <a:lnTo>
                    <a:pt x="77998" y="256374"/>
                  </a:lnTo>
                  <a:lnTo>
                    <a:pt x="87748" y="222835"/>
                  </a:lnTo>
                  <a:lnTo>
                    <a:pt x="97497" y="201613"/>
                  </a:lnTo>
                  <a:lnTo>
                    <a:pt x="107247" y="190427"/>
                  </a:lnTo>
                  <a:lnTo>
                    <a:pt x="116997" y="201209"/>
                  </a:lnTo>
                  <a:lnTo>
                    <a:pt x="126747" y="201841"/>
                  </a:lnTo>
                  <a:lnTo>
                    <a:pt x="136497" y="223872"/>
                  </a:lnTo>
                  <a:lnTo>
                    <a:pt x="146247" y="231368"/>
                  </a:lnTo>
                  <a:lnTo>
                    <a:pt x="155997" y="229236"/>
                  </a:lnTo>
                  <a:lnTo>
                    <a:pt x="165747" y="224295"/>
                  </a:lnTo>
                  <a:lnTo>
                    <a:pt x="175497" y="229525"/>
                  </a:lnTo>
                  <a:lnTo>
                    <a:pt x="185247" y="234686"/>
                  </a:lnTo>
                  <a:lnTo>
                    <a:pt x="194996" y="216753"/>
                  </a:lnTo>
                  <a:lnTo>
                    <a:pt x="204746" y="218865"/>
                  </a:lnTo>
                  <a:lnTo>
                    <a:pt x="214495" y="226792"/>
                  </a:lnTo>
                  <a:lnTo>
                    <a:pt x="224245" y="219462"/>
                  </a:lnTo>
                  <a:lnTo>
                    <a:pt x="233995" y="237698"/>
                  </a:lnTo>
                  <a:lnTo>
                    <a:pt x="243744" y="218240"/>
                  </a:lnTo>
                  <a:lnTo>
                    <a:pt x="253494" y="217501"/>
                  </a:lnTo>
                  <a:lnTo>
                    <a:pt x="263244" y="210959"/>
                  </a:lnTo>
                  <a:lnTo>
                    <a:pt x="272994" y="200814"/>
                  </a:lnTo>
                  <a:lnTo>
                    <a:pt x="282744" y="238877"/>
                  </a:lnTo>
                  <a:lnTo>
                    <a:pt x="292494" y="275771"/>
                  </a:lnTo>
                  <a:lnTo>
                    <a:pt x="302244" y="246457"/>
                  </a:lnTo>
                  <a:lnTo>
                    <a:pt x="311994" y="250613"/>
                  </a:lnTo>
                  <a:lnTo>
                    <a:pt x="321744" y="258241"/>
                  </a:lnTo>
                  <a:lnTo>
                    <a:pt x="331493" y="281422"/>
                  </a:lnTo>
                  <a:lnTo>
                    <a:pt x="341243" y="314105"/>
                  </a:lnTo>
                  <a:lnTo>
                    <a:pt x="350993" y="310982"/>
                  </a:lnTo>
                  <a:lnTo>
                    <a:pt x="360742" y="284711"/>
                  </a:lnTo>
                  <a:lnTo>
                    <a:pt x="370492" y="251575"/>
                  </a:lnTo>
                  <a:lnTo>
                    <a:pt x="380241" y="280345"/>
                  </a:lnTo>
                  <a:lnTo>
                    <a:pt x="389991" y="258792"/>
                  </a:lnTo>
                  <a:lnTo>
                    <a:pt x="399741" y="278028"/>
                  </a:lnTo>
                  <a:lnTo>
                    <a:pt x="409491" y="252471"/>
                  </a:lnTo>
                  <a:lnTo>
                    <a:pt x="419241" y="217083"/>
                  </a:lnTo>
                  <a:lnTo>
                    <a:pt x="428991" y="205739"/>
                  </a:lnTo>
                  <a:lnTo>
                    <a:pt x="438741" y="198238"/>
                  </a:lnTo>
                  <a:lnTo>
                    <a:pt x="448491" y="180725"/>
                  </a:lnTo>
                  <a:lnTo>
                    <a:pt x="458241" y="175826"/>
                  </a:lnTo>
                  <a:lnTo>
                    <a:pt x="467991" y="169278"/>
                  </a:lnTo>
                  <a:lnTo>
                    <a:pt x="477740" y="181228"/>
                  </a:lnTo>
                  <a:lnTo>
                    <a:pt x="487490" y="201615"/>
                  </a:lnTo>
                  <a:lnTo>
                    <a:pt x="497239" y="183237"/>
                  </a:lnTo>
                  <a:lnTo>
                    <a:pt x="506989" y="227253"/>
                  </a:lnTo>
                  <a:lnTo>
                    <a:pt x="516738" y="255266"/>
                  </a:lnTo>
                  <a:lnTo>
                    <a:pt x="526488" y="239786"/>
                  </a:lnTo>
                  <a:lnTo>
                    <a:pt x="536238" y="253158"/>
                  </a:lnTo>
                  <a:lnTo>
                    <a:pt x="545988" y="254113"/>
                  </a:lnTo>
                  <a:lnTo>
                    <a:pt x="555738" y="252139"/>
                  </a:lnTo>
                  <a:lnTo>
                    <a:pt x="565488" y="274439"/>
                  </a:lnTo>
                  <a:lnTo>
                    <a:pt x="575238" y="268100"/>
                  </a:lnTo>
                  <a:lnTo>
                    <a:pt x="584988" y="272860"/>
                  </a:lnTo>
                  <a:lnTo>
                    <a:pt x="594738" y="299949"/>
                  </a:lnTo>
                  <a:lnTo>
                    <a:pt x="604488" y="314422"/>
                  </a:lnTo>
                  <a:lnTo>
                    <a:pt x="614237" y="318306"/>
                  </a:lnTo>
                  <a:lnTo>
                    <a:pt x="623987" y="349988"/>
                  </a:lnTo>
                  <a:lnTo>
                    <a:pt x="633736" y="329570"/>
                  </a:lnTo>
                  <a:lnTo>
                    <a:pt x="643486" y="334379"/>
                  </a:lnTo>
                  <a:lnTo>
                    <a:pt x="653236" y="357602"/>
                  </a:lnTo>
                  <a:lnTo>
                    <a:pt x="662985" y="337261"/>
                  </a:lnTo>
                  <a:lnTo>
                    <a:pt x="672735" y="312240"/>
                  </a:lnTo>
                  <a:lnTo>
                    <a:pt x="682485" y="286080"/>
                  </a:lnTo>
                  <a:lnTo>
                    <a:pt x="692235" y="324150"/>
                  </a:lnTo>
                  <a:lnTo>
                    <a:pt x="701985" y="333658"/>
                  </a:lnTo>
                  <a:lnTo>
                    <a:pt x="711735" y="358100"/>
                  </a:lnTo>
                  <a:lnTo>
                    <a:pt x="721485" y="405421"/>
                  </a:lnTo>
                  <a:lnTo>
                    <a:pt x="731235" y="355171"/>
                  </a:lnTo>
                  <a:lnTo>
                    <a:pt x="740985" y="372116"/>
                  </a:lnTo>
                  <a:lnTo>
                    <a:pt x="750734" y="393516"/>
                  </a:lnTo>
                  <a:lnTo>
                    <a:pt x="760484" y="422303"/>
                  </a:lnTo>
                  <a:lnTo>
                    <a:pt x="770233" y="402621"/>
                  </a:lnTo>
                  <a:lnTo>
                    <a:pt x="779983" y="416060"/>
                  </a:lnTo>
                  <a:lnTo>
                    <a:pt x="789733" y="374544"/>
                  </a:lnTo>
                  <a:lnTo>
                    <a:pt x="799482" y="384827"/>
                  </a:lnTo>
                  <a:lnTo>
                    <a:pt x="809232" y="390616"/>
                  </a:lnTo>
                  <a:lnTo>
                    <a:pt x="818982" y="360524"/>
                  </a:lnTo>
                  <a:lnTo>
                    <a:pt x="828732" y="355181"/>
                  </a:lnTo>
                  <a:lnTo>
                    <a:pt x="838482" y="334248"/>
                  </a:lnTo>
                  <a:lnTo>
                    <a:pt x="848232" y="339645"/>
                  </a:lnTo>
                  <a:lnTo>
                    <a:pt x="857982" y="307724"/>
                  </a:lnTo>
                  <a:lnTo>
                    <a:pt x="867732" y="291409"/>
                  </a:lnTo>
                  <a:lnTo>
                    <a:pt x="877482" y="275923"/>
                  </a:lnTo>
                  <a:lnTo>
                    <a:pt x="887231" y="248974"/>
                  </a:lnTo>
                  <a:lnTo>
                    <a:pt x="896981" y="232590"/>
                  </a:lnTo>
                  <a:lnTo>
                    <a:pt x="906730" y="198793"/>
                  </a:lnTo>
                  <a:lnTo>
                    <a:pt x="916480" y="188843"/>
                  </a:lnTo>
                  <a:lnTo>
                    <a:pt x="926230" y="193481"/>
                  </a:lnTo>
                  <a:lnTo>
                    <a:pt x="935979" y="208745"/>
                  </a:lnTo>
                  <a:lnTo>
                    <a:pt x="945729" y="204194"/>
                  </a:lnTo>
                  <a:lnTo>
                    <a:pt x="955479" y="243543"/>
                  </a:lnTo>
                  <a:lnTo>
                    <a:pt x="965229" y="229632"/>
                  </a:lnTo>
                  <a:lnTo>
                    <a:pt x="974979" y="267532"/>
                  </a:lnTo>
                  <a:lnTo>
                    <a:pt x="984729" y="267732"/>
                  </a:lnTo>
                  <a:lnTo>
                    <a:pt x="994474" y="297776"/>
                  </a:lnTo>
                  <a:lnTo>
                    <a:pt x="1004233" y="278888"/>
                  </a:lnTo>
                  <a:lnTo>
                    <a:pt x="1013977" y="250626"/>
                  </a:lnTo>
                  <a:lnTo>
                    <a:pt x="1023721" y="272300"/>
                  </a:lnTo>
                  <a:lnTo>
                    <a:pt x="1033480" y="280633"/>
                  </a:lnTo>
                  <a:lnTo>
                    <a:pt x="1043224" y="274713"/>
                  </a:lnTo>
                  <a:lnTo>
                    <a:pt x="1052983" y="263012"/>
                  </a:lnTo>
                  <a:lnTo>
                    <a:pt x="1062727" y="276230"/>
                  </a:lnTo>
                  <a:lnTo>
                    <a:pt x="1072471" y="310529"/>
                  </a:lnTo>
                  <a:lnTo>
                    <a:pt x="1082230" y="289253"/>
                  </a:lnTo>
                  <a:lnTo>
                    <a:pt x="1091973" y="294294"/>
                  </a:lnTo>
                  <a:lnTo>
                    <a:pt x="1101732" y="304684"/>
                  </a:lnTo>
                  <a:lnTo>
                    <a:pt x="1111476" y="349797"/>
                  </a:lnTo>
                  <a:lnTo>
                    <a:pt x="1121220" y="360879"/>
                  </a:lnTo>
                  <a:lnTo>
                    <a:pt x="1130979" y="365177"/>
                  </a:lnTo>
                  <a:lnTo>
                    <a:pt x="1140723" y="353440"/>
                  </a:lnTo>
                  <a:lnTo>
                    <a:pt x="1150482" y="338614"/>
                  </a:lnTo>
                  <a:lnTo>
                    <a:pt x="1160226" y="318582"/>
                  </a:lnTo>
                  <a:lnTo>
                    <a:pt x="1169969" y="305113"/>
                  </a:lnTo>
                  <a:lnTo>
                    <a:pt x="1179728" y="308853"/>
                  </a:lnTo>
                  <a:lnTo>
                    <a:pt x="1189472" y="265197"/>
                  </a:lnTo>
                  <a:lnTo>
                    <a:pt x="1199231" y="260534"/>
                  </a:lnTo>
                  <a:lnTo>
                    <a:pt x="1208975" y="245491"/>
                  </a:lnTo>
                  <a:lnTo>
                    <a:pt x="1218719" y="263414"/>
                  </a:lnTo>
                  <a:lnTo>
                    <a:pt x="1228478" y="276850"/>
                  </a:lnTo>
                  <a:lnTo>
                    <a:pt x="1238222" y="289207"/>
                  </a:lnTo>
                  <a:lnTo>
                    <a:pt x="1247966" y="270050"/>
                  </a:lnTo>
                  <a:lnTo>
                    <a:pt x="1257725" y="280894"/>
                  </a:lnTo>
                  <a:lnTo>
                    <a:pt x="1267469" y="298328"/>
                  </a:lnTo>
                  <a:lnTo>
                    <a:pt x="1277227" y="314492"/>
                  </a:lnTo>
                  <a:lnTo>
                    <a:pt x="1286971" y="331316"/>
                  </a:lnTo>
                  <a:lnTo>
                    <a:pt x="1296715" y="320260"/>
                  </a:lnTo>
                  <a:lnTo>
                    <a:pt x="1306474" y="323119"/>
                  </a:lnTo>
                  <a:lnTo>
                    <a:pt x="1316218" y="315657"/>
                  </a:lnTo>
                  <a:lnTo>
                    <a:pt x="1325977" y="338699"/>
                  </a:lnTo>
                  <a:lnTo>
                    <a:pt x="1335721" y="369380"/>
                  </a:lnTo>
                  <a:lnTo>
                    <a:pt x="1345465" y="349596"/>
                  </a:lnTo>
                  <a:lnTo>
                    <a:pt x="1355224" y="348617"/>
                  </a:lnTo>
                  <a:lnTo>
                    <a:pt x="1364967" y="348413"/>
                  </a:lnTo>
                  <a:lnTo>
                    <a:pt x="1374726" y="288233"/>
                  </a:lnTo>
                  <a:lnTo>
                    <a:pt x="1384470" y="259557"/>
                  </a:lnTo>
                  <a:lnTo>
                    <a:pt x="1394214" y="266877"/>
                  </a:lnTo>
                  <a:lnTo>
                    <a:pt x="1403973" y="269515"/>
                  </a:lnTo>
                  <a:lnTo>
                    <a:pt x="1413717" y="257994"/>
                  </a:lnTo>
                  <a:lnTo>
                    <a:pt x="1423476" y="266708"/>
                  </a:lnTo>
                  <a:lnTo>
                    <a:pt x="1433220" y="292841"/>
                  </a:lnTo>
                  <a:lnTo>
                    <a:pt x="1442964" y="333673"/>
                  </a:lnTo>
                  <a:lnTo>
                    <a:pt x="1452722" y="327697"/>
                  </a:lnTo>
                  <a:lnTo>
                    <a:pt x="1462466" y="317339"/>
                  </a:lnTo>
                  <a:lnTo>
                    <a:pt x="1472225" y="330002"/>
                  </a:lnTo>
                  <a:lnTo>
                    <a:pt x="1481969" y="337028"/>
                  </a:lnTo>
                  <a:lnTo>
                    <a:pt x="1491713" y="305785"/>
                  </a:lnTo>
                  <a:lnTo>
                    <a:pt x="1501472" y="292644"/>
                  </a:lnTo>
                  <a:lnTo>
                    <a:pt x="1511216" y="299867"/>
                  </a:lnTo>
                  <a:lnTo>
                    <a:pt x="1520960" y="297510"/>
                  </a:lnTo>
                  <a:lnTo>
                    <a:pt x="1530719" y="287975"/>
                  </a:lnTo>
                  <a:lnTo>
                    <a:pt x="1540463" y="290067"/>
                  </a:lnTo>
                  <a:lnTo>
                    <a:pt x="1550221" y="302798"/>
                  </a:lnTo>
                  <a:lnTo>
                    <a:pt x="1559965" y="314732"/>
                  </a:lnTo>
                  <a:lnTo>
                    <a:pt x="1569709" y="334673"/>
                  </a:lnTo>
                  <a:lnTo>
                    <a:pt x="1579468" y="324537"/>
                  </a:lnTo>
                  <a:lnTo>
                    <a:pt x="1589212" y="294499"/>
                  </a:lnTo>
                  <a:lnTo>
                    <a:pt x="1598971" y="283203"/>
                  </a:lnTo>
                  <a:lnTo>
                    <a:pt x="1608715" y="252493"/>
                  </a:lnTo>
                  <a:lnTo>
                    <a:pt x="1618459" y="274521"/>
                  </a:lnTo>
                  <a:lnTo>
                    <a:pt x="1628218" y="243764"/>
                  </a:lnTo>
                  <a:lnTo>
                    <a:pt x="1637962" y="244206"/>
                  </a:lnTo>
                  <a:lnTo>
                    <a:pt x="1647720" y="253015"/>
                  </a:lnTo>
                  <a:lnTo>
                    <a:pt x="1657464" y="203480"/>
                  </a:lnTo>
                  <a:lnTo>
                    <a:pt x="1667208" y="218727"/>
                  </a:lnTo>
                  <a:lnTo>
                    <a:pt x="1676967" y="197629"/>
                  </a:lnTo>
                  <a:lnTo>
                    <a:pt x="1686711" y="219910"/>
                  </a:lnTo>
                  <a:lnTo>
                    <a:pt x="1696470" y="213516"/>
                  </a:lnTo>
                  <a:lnTo>
                    <a:pt x="1706214" y="181945"/>
                  </a:lnTo>
                  <a:lnTo>
                    <a:pt x="1715958" y="173406"/>
                  </a:lnTo>
                  <a:lnTo>
                    <a:pt x="1725716" y="191680"/>
                  </a:lnTo>
                  <a:lnTo>
                    <a:pt x="1735460" y="191330"/>
                  </a:lnTo>
                  <a:lnTo>
                    <a:pt x="1745219" y="155781"/>
                  </a:lnTo>
                  <a:lnTo>
                    <a:pt x="1754963" y="185089"/>
                  </a:lnTo>
                  <a:lnTo>
                    <a:pt x="1764707" y="211625"/>
                  </a:lnTo>
                  <a:lnTo>
                    <a:pt x="1774466" y="213368"/>
                  </a:lnTo>
                  <a:lnTo>
                    <a:pt x="1784210" y="239421"/>
                  </a:lnTo>
                  <a:lnTo>
                    <a:pt x="1793969" y="271151"/>
                  </a:lnTo>
                  <a:lnTo>
                    <a:pt x="1803713" y="232414"/>
                  </a:lnTo>
                  <a:lnTo>
                    <a:pt x="1813457" y="221397"/>
                  </a:lnTo>
                  <a:lnTo>
                    <a:pt x="1823215" y="231280"/>
                  </a:lnTo>
                  <a:lnTo>
                    <a:pt x="1832959" y="193682"/>
                  </a:lnTo>
                  <a:lnTo>
                    <a:pt x="1842703" y="189347"/>
                  </a:lnTo>
                  <a:lnTo>
                    <a:pt x="1852462" y="186945"/>
                  </a:lnTo>
                  <a:lnTo>
                    <a:pt x="1862206" y="204268"/>
                  </a:lnTo>
                  <a:lnTo>
                    <a:pt x="1871965" y="214267"/>
                  </a:lnTo>
                  <a:lnTo>
                    <a:pt x="1881709" y="221390"/>
                  </a:lnTo>
                  <a:lnTo>
                    <a:pt x="1891453" y="262483"/>
                  </a:lnTo>
                  <a:lnTo>
                    <a:pt x="1901212" y="250801"/>
                  </a:lnTo>
                  <a:lnTo>
                    <a:pt x="1910956" y="248490"/>
                  </a:lnTo>
                  <a:lnTo>
                    <a:pt x="1920714" y="204380"/>
                  </a:lnTo>
                  <a:lnTo>
                    <a:pt x="1930458" y="154850"/>
                  </a:lnTo>
                  <a:lnTo>
                    <a:pt x="1940202" y="140019"/>
                  </a:lnTo>
                  <a:lnTo>
                    <a:pt x="1949961" y="119089"/>
                  </a:lnTo>
                  <a:lnTo>
                    <a:pt x="1959705" y="121531"/>
                  </a:lnTo>
                  <a:lnTo>
                    <a:pt x="1969464" y="145927"/>
                  </a:lnTo>
                  <a:lnTo>
                    <a:pt x="1979208" y="146356"/>
                  </a:lnTo>
                  <a:lnTo>
                    <a:pt x="1988952" y="131418"/>
                  </a:lnTo>
                  <a:lnTo>
                    <a:pt x="1998711" y="91639"/>
                  </a:lnTo>
                  <a:lnTo>
                    <a:pt x="2008454" y="91606"/>
                  </a:lnTo>
                  <a:lnTo>
                    <a:pt x="2018213" y="88737"/>
                  </a:lnTo>
                  <a:lnTo>
                    <a:pt x="2027957" y="58864"/>
                  </a:lnTo>
                  <a:lnTo>
                    <a:pt x="2037701" y="48346"/>
                  </a:lnTo>
                  <a:lnTo>
                    <a:pt x="2047460" y="35385"/>
                  </a:lnTo>
                  <a:lnTo>
                    <a:pt x="2057204" y="8704"/>
                  </a:lnTo>
                  <a:lnTo>
                    <a:pt x="2066963" y="42522"/>
                  </a:lnTo>
                  <a:lnTo>
                    <a:pt x="2076707" y="23116"/>
                  </a:lnTo>
                  <a:lnTo>
                    <a:pt x="2086451" y="0"/>
                  </a:lnTo>
                  <a:lnTo>
                    <a:pt x="2096210" y="44828"/>
                  </a:lnTo>
                  <a:lnTo>
                    <a:pt x="2105954" y="61287"/>
                  </a:lnTo>
                  <a:lnTo>
                    <a:pt x="2115697" y="36389"/>
                  </a:lnTo>
                  <a:lnTo>
                    <a:pt x="2125456" y="52902"/>
                  </a:lnTo>
                  <a:lnTo>
                    <a:pt x="2135200" y="71718"/>
                  </a:lnTo>
                  <a:lnTo>
                    <a:pt x="2144959" y="100191"/>
                  </a:lnTo>
                  <a:lnTo>
                    <a:pt x="2154703" y="141157"/>
                  </a:lnTo>
                  <a:lnTo>
                    <a:pt x="2164447" y="142412"/>
                  </a:lnTo>
                  <a:lnTo>
                    <a:pt x="2174206" y="148364"/>
                  </a:lnTo>
                  <a:lnTo>
                    <a:pt x="2183950" y="137835"/>
                  </a:lnTo>
                  <a:lnTo>
                    <a:pt x="2193709" y="143969"/>
                  </a:lnTo>
                  <a:lnTo>
                    <a:pt x="2203452" y="156189"/>
                  </a:lnTo>
                  <a:lnTo>
                    <a:pt x="2213196" y="160253"/>
                  </a:lnTo>
                  <a:lnTo>
                    <a:pt x="2222955" y="150511"/>
                  </a:lnTo>
                  <a:lnTo>
                    <a:pt x="2232699" y="162448"/>
                  </a:lnTo>
                  <a:lnTo>
                    <a:pt x="2242458" y="158317"/>
                  </a:lnTo>
                  <a:lnTo>
                    <a:pt x="2252202" y="173926"/>
                  </a:lnTo>
                  <a:lnTo>
                    <a:pt x="2261946" y="190658"/>
                  </a:lnTo>
                  <a:lnTo>
                    <a:pt x="2271705" y="175443"/>
                  </a:lnTo>
                  <a:lnTo>
                    <a:pt x="2281449" y="171672"/>
                  </a:lnTo>
                  <a:lnTo>
                    <a:pt x="2291208" y="189011"/>
                  </a:lnTo>
                  <a:lnTo>
                    <a:pt x="2300951" y="215645"/>
                  </a:lnTo>
                  <a:lnTo>
                    <a:pt x="2310695" y="214210"/>
                  </a:lnTo>
                  <a:lnTo>
                    <a:pt x="2320454" y="203954"/>
                  </a:lnTo>
                  <a:lnTo>
                    <a:pt x="2330198" y="247092"/>
                  </a:lnTo>
                  <a:lnTo>
                    <a:pt x="2339957" y="274722"/>
                  </a:lnTo>
                  <a:lnTo>
                    <a:pt x="2349701" y="243831"/>
                  </a:lnTo>
                  <a:lnTo>
                    <a:pt x="2359445" y="236922"/>
                  </a:lnTo>
                  <a:lnTo>
                    <a:pt x="2369204" y="253622"/>
                  </a:lnTo>
                  <a:lnTo>
                    <a:pt x="2378948" y="242193"/>
                  </a:lnTo>
                  <a:lnTo>
                    <a:pt x="2388692" y="237129"/>
                  </a:lnTo>
                  <a:lnTo>
                    <a:pt x="2398450" y="240495"/>
                  </a:lnTo>
                  <a:lnTo>
                    <a:pt x="2408194" y="204745"/>
                  </a:lnTo>
                  <a:lnTo>
                    <a:pt x="2417953" y="207616"/>
                  </a:lnTo>
                  <a:lnTo>
                    <a:pt x="2427697" y="199179"/>
                  </a:lnTo>
                  <a:lnTo>
                    <a:pt x="2437441" y="222878"/>
                  </a:lnTo>
                  <a:lnTo>
                    <a:pt x="2447200" y="213803"/>
                  </a:lnTo>
                  <a:lnTo>
                    <a:pt x="2456944" y="210816"/>
                  </a:lnTo>
                  <a:lnTo>
                    <a:pt x="2466703" y="212439"/>
                  </a:lnTo>
                  <a:lnTo>
                    <a:pt x="2476446" y="188979"/>
                  </a:lnTo>
                  <a:lnTo>
                    <a:pt x="2486190" y="154382"/>
                  </a:lnTo>
                  <a:lnTo>
                    <a:pt x="2495949" y="121281"/>
                  </a:lnTo>
                  <a:lnTo>
                    <a:pt x="2505693" y="99576"/>
                  </a:lnTo>
                  <a:lnTo>
                    <a:pt x="2515452" y="76387"/>
                  </a:lnTo>
                  <a:lnTo>
                    <a:pt x="2525196" y="47072"/>
                  </a:lnTo>
                  <a:lnTo>
                    <a:pt x="2534940" y="47196"/>
                  </a:lnTo>
                  <a:lnTo>
                    <a:pt x="2544699" y="74584"/>
                  </a:lnTo>
                  <a:lnTo>
                    <a:pt x="2554443" y="70124"/>
                  </a:lnTo>
                  <a:lnTo>
                    <a:pt x="2564202" y="82579"/>
                  </a:lnTo>
                  <a:lnTo>
                    <a:pt x="2573946" y="77335"/>
                  </a:lnTo>
                  <a:lnTo>
                    <a:pt x="2583690" y="84009"/>
                  </a:lnTo>
                  <a:lnTo>
                    <a:pt x="2593448" y="92052"/>
                  </a:lnTo>
                  <a:lnTo>
                    <a:pt x="2603192" y="78601"/>
                  </a:lnTo>
                  <a:lnTo>
                    <a:pt x="2612951" y="72157"/>
                  </a:lnTo>
                  <a:lnTo>
                    <a:pt x="2622695" y="64227"/>
                  </a:lnTo>
                  <a:lnTo>
                    <a:pt x="2632439" y="62854"/>
                  </a:lnTo>
                  <a:lnTo>
                    <a:pt x="2642198" y="80161"/>
                  </a:lnTo>
                  <a:lnTo>
                    <a:pt x="2651942" y="79117"/>
                  </a:lnTo>
                  <a:lnTo>
                    <a:pt x="2661685" y="56212"/>
                  </a:lnTo>
                  <a:lnTo>
                    <a:pt x="2671444" y="46060"/>
                  </a:lnTo>
                  <a:lnTo>
                    <a:pt x="2681188" y="44949"/>
                  </a:lnTo>
                  <a:lnTo>
                    <a:pt x="2690947" y="52012"/>
                  </a:lnTo>
                  <a:lnTo>
                    <a:pt x="2700691" y="49497"/>
                  </a:lnTo>
                  <a:lnTo>
                    <a:pt x="2710435" y="62126"/>
                  </a:lnTo>
                  <a:lnTo>
                    <a:pt x="2720194" y="63903"/>
                  </a:lnTo>
                  <a:lnTo>
                    <a:pt x="2729938" y="76258"/>
                  </a:lnTo>
                  <a:lnTo>
                    <a:pt x="2739697" y="90625"/>
                  </a:lnTo>
                  <a:lnTo>
                    <a:pt x="2749441" y="97520"/>
                  </a:lnTo>
                  <a:lnTo>
                    <a:pt x="2759185" y="84261"/>
                  </a:lnTo>
                  <a:lnTo>
                    <a:pt x="2768943" y="69023"/>
                  </a:lnTo>
                  <a:lnTo>
                    <a:pt x="2778687" y="73281"/>
                  </a:lnTo>
                  <a:lnTo>
                    <a:pt x="2788446" y="47304"/>
                  </a:lnTo>
                  <a:lnTo>
                    <a:pt x="2798190" y="13445"/>
                  </a:lnTo>
                  <a:lnTo>
                    <a:pt x="2807934" y="20215"/>
                  </a:lnTo>
                  <a:lnTo>
                    <a:pt x="2817693" y="34578"/>
                  </a:lnTo>
                  <a:lnTo>
                    <a:pt x="2827437" y="58358"/>
                  </a:lnTo>
                  <a:lnTo>
                    <a:pt x="2837196" y="74590"/>
                  </a:lnTo>
                  <a:lnTo>
                    <a:pt x="2846940" y="99528"/>
                  </a:lnTo>
                  <a:lnTo>
                    <a:pt x="2856684" y="107504"/>
                  </a:lnTo>
                  <a:lnTo>
                    <a:pt x="2866442" y="98345"/>
                  </a:lnTo>
                  <a:lnTo>
                    <a:pt x="2876186" y="136747"/>
                  </a:lnTo>
                  <a:lnTo>
                    <a:pt x="2885945" y="119701"/>
                  </a:lnTo>
                  <a:lnTo>
                    <a:pt x="2895689" y="131752"/>
                  </a:lnTo>
                  <a:lnTo>
                    <a:pt x="2905433" y="140438"/>
                  </a:lnTo>
                  <a:lnTo>
                    <a:pt x="2915192" y="12794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2" name="Freeform 1091">
              <a:extLst>
                <a:ext uri="{FF2B5EF4-FFF2-40B4-BE49-F238E27FC236}">
                  <a16:creationId xmlns:a16="http://schemas.microsoft.com/office/drawing/2014/main" id="{C707AB39-777C-9905-3BB8-65D117EE1158}"/>
                </a:ext>
              </a:extLst>
            </p:cNvPr>
            <p:cNvSpPr/>
            <p:nvPr/>
          </p:nvSpPr>
          <p:spPr>
            <a:xfrm>
              <a:off x="4426652" y="2871858"/>
              <a:ext cx="2915191" cy="528620"/>
            </a:xfrm>
            <a:custGeom>
              <a:avLst/>
              <a:gdLst>
                <a:gd name="connsiteX0" fmla="*/ 0 w 2915191"/>
                <a:gd name="connsiteY0" fmla="*/ 438350 h 528620"/>
                <a:gd name="connsiteX1" fmla="*/ 9750 w 2915191"/>
                <a:gd name="connsiteY1" fmla="*/ 439742 h 528620"/>
                <a:gd name="connsiteX2" fmla="*/ 19500 w 2915191"/>
                <a:gd name="connsiteY2" fmla="*/ 445275 h 528620"/>
                <a:gd name="connsiteX3" fmla="*/ 29250 w 2915191"/>
                <a:gd name="connsiteY3" fmla="*/ 459044 h 528620"/>
                <a:gd name="connsiteX4" fmla="*/ 39000 w 2915191"/>
                <a:gd name="connsiteY4" fmla="*/ 444227 h 528620"/>
                <a:gd name="connsiteX5" fmla="*/ 48749 w 2915191"/>
                <a:gd name="connsiteY5" fmla="*/ 444878 h 528620"/>
                <a:gd name="connsiteX6" fmla="*/ 58499 w 2915191"/>
                <a:gd name="connsiteY6" fmla="*/ 447031 h 528620"/>
                <a:gd name="connsiteX7" fmla="*/ 68249 w 2915191"/>
                <a:gd name="connsiteY7" fmla="*/ 464900 h 528620"/>
                <a:gd name="connsiteX8" fmla="*/ 77998 w 2915191"/>
                <a:gd name="connsiteY8" fmla="*/ 460654 h 528620"/>
                <a:gd name="connsiteX9" fmla="*/ 87748 w 2915191"/>
                <a:gd name="connsiteY9" fmla="*/ 465323 h 528620"/>
                <a:gd name="connsiteX10" fmla="*/ 97497 w 2915191"/>
                <a:gd name="connsiteY10" fmla="*/ 499850 h 528620"/>
                <a:gd name="connsiteX11" fmla="*/ 107247 w 2915191"/>
                <a:gd name="connsiteY11" fmla="*/ 507841 h 528620"/>
                <a:gd name="connsiteX12" fmla="*/ 116997 w 2915191"/>
                <a:gd name="connsiteY12" fmla="*/ 528620 h 528620"/>
                <a:gd name="connsiteX13" fmla="*/ 126747 w 2915191"/>
                <a:gd name="connsiteY13" fmla="*/ 494813 h 528620"/>
                <a:gd name="connsiteX14" fmla="*/ 136497 w 2915191"/>
                <a:gd name="connsiteY14" fmla="*/ 500773 h 528620"/>
                <a:gd name="connsiteX15" fmla="*/ 146247 w 2915191"/>
                <a:gd name="connsiteY15" fmla="*/ 477924 h 528620"/>
                <a:gd name="connsiteX16" fmla="*/ 155997 w 2915191"/>
                <a:gd name="connsiteY16" fmla="*/ 442837 h 528620"/>
                <a:gd name="connsiteX17" fmla="*/ 165747 w 2915191"/>
                <a:gd name="connsiteY17" fmla="*/ 448736 h 528620"/>
                <a:gd name="connsiteX18" fmla="*/ 175497 w 2915191"/>
                <a:gd name="connsiteY18" fmla="*/ 418627 h 528620"/>
                <a:gd name="connsiteX19" fmla="*/ 185247 w 2915191"/>
                <a:gd name="connsiteY19" fmla="*/ 424499 h 528620"/>
                <a:gd name="connsiteX20" fmla="*/ 194996 w 2915191"/>
                <a:gd name="connsiteY20" fmla="*/ 434886 h 528620"/>
                <a:gd name="connsiteX21" fmla="*/ 204746 w 2915191"/>
                <a:gd name="connsiteY21" fmla="*/ 457640 h 528620"/>
                <a:gd name="connsiteX22" fmla="*/ 214495 w 2915191"/>
                <a:gd name="connsiteY22" fmla="*/ 439860 h 528620"/>
                <a:gd name="connsiteX23" fmla="*/ 224245 w 2915191"/>
                <a:gd name="connsiteY23" fmla="*/ 437574 h 528620"/>
                <a:gd name="connsiteX24" fmla="*/ 233995 w 2915191"/>
                <a:gd name="connsiteY24" fmla="*/ 455602 h 528620"/>
                <a:gd name="connsiteX25" fmla="*/ 243744 w 2915191"/>
                <a:gd name="connsiteY25" fmla="*/ 457140 h 528620"/>
                <a:gd name="connsiteX26" fmla="*/ 253494 w 2915191"/>
                <a:gd name="connsiteY26" fmla="*/ 447199 h 528620"/>
                <a:gd name="connsiteX27" fmla="*/ 263244 w 2915191"/>
                <a:gd name="connsiteY27" fmla="*/ 442002 h 528620"/>
                <a:gd name="connsiteX28" fmla="*/ 272994 w 2915191"/>
                <a:gd name="connsiteY28" fmla="*/ 447330 h 528620"/>
                <a:gd name="connsiteX29" fmla="*/ 282744 w 2915191"/>
                <a:gd name="connsiteY29" fmla="*/ 478661 h 528620"/>
                <a:gd name="connsiteX30" fmla="*/ 292494 w 2915191"/>
                <a:gd name="connsiteY30" fmla="*/ 467360 h 528620"/>
                <a:gd name="connsiteX31" fmla="*/ 302244 w 2915191"/>
                <a:gd name="connsiteY31" fmla="*/ 472414 h 528620"/>
                <a:gd name="connsiteX32" fmla="*/ 311994 w 2915191"/>
                <a:gd name="connsiteY32" fmla="*/ 446244 h 528620"/>
                <a:gd name="connsiteX33" fmla="*/ 321744 w 2915191"/>
                <a:gd name="connsiteY33" fmla="*/ 459736 h 528620"/>
                <a:gd name="connsiteX34" fmla="*/ 331493 w 2915191"/>
                <a:gd name="connsiteY34" fmla="*/ 449374 h 528620"/>
                <a:gd name="connsiteX35" fmla="*/ 341243 w 2915191"/>
                <a:gd name="connsiteY35" fmla="*/ 447634 h 528620"/>
                <a:gd name="connsiteX36" fmla="*/ 350993 w 2915191"/>
                <a:gd name="connsiteY36" fmla="*/ 460401 h 528620"/>
                <a:gd name="connsiteX37" fmla="*/ 360742 w 2915191"/>
                <a:gd name="connsiteY37" fmla="*/ 436764 h 528620"/>
                <a:gd name="connsiteX38" fmla="*/ 370492 w 2915191"/>
                <a:gd name="connsiteY38" fmla="*/ 463428 h 528620"/>
                <a:gd name="connsiteX39" fmla="*/ 380241 w 2915191"/>
                <a:gd name="connsiteY39" fmla="*/ 444961 h 528620"/>
                <a:gd name="connsiteX40" fmla="*/ 389991 w 2915191"/>
                <a:gd name="connsiteY40" fmla="*/ 426564 h 528620"/>
                <a:gd name="connsiteX41" fmla="*/ 399741 w 2915191"/>
                <a:gd name="connsiteY41" fmla="*/ 415241 h 528620"/>
                <a:gd name="connsiteX42" fmla="*/ 409491 w 2915191"/>
                <a:gd name="connsiteY42" fmla="*/ 383683 h 528620"/>
                <a:gd name="connsiteX43" fmla="*/ 419241 w 2915191"/>
                <a:gd name="connsiteY43" fmla="*/ 405871 h 528620"/>
                <a:gd name="connsiteX44" fmla="*/ 428991 w 2915191"/>
                <a:gd name="connsiteY44" fmla="*/ 455672 h 528620"/>
                <a:gd name="connsiteX45" fmla="*/ 438741 w 2915191"/>
                <a:gd name="connsiteY45" fmla="*/ 454450 h 528620"/>
                <a:gd name="connsiteX46" fmla="*/ 448491 w 2915191"/>
                <a:gd name="connsiteY46" fmla="*/ 458764 h 528620"/>
                <a:gd name="connsiteX47" fmla="*/ 458241 w 2915191"/>
                <a:gd name="connsiteY47" fmla="*/ 406988 h 528620"/>
                <a:gd name="connsiteX48" fmla="*/ 467991 w 2915191"/>
                <a:gd name="connsiteY48" fmla="*/ 418509 h 528620"/>
                <a:gd name="connsiteX49" fmla="*/ 477740 w 2915191"/>
                <a:gd name="connsiteY49" fmla="*/ 426112 h 528620"/>
                <a:gd name="connsiteX50" fmla="*/ 487490 w 2915191"/>
                <a:gd name="connsiteY50" fmla="*/ 407140 h 528620"/>
                <a:gd name="connsiteX51" fmla="*/ 497239 w 2915191"/>
                <a:gd name="connsiteY51" fmla="*/ 433843 h 528620"/>
                <a:gd name="connsiteX52" fmla="*/ 506989 w 2915191"/>
                <a:gd name="connsiteY52" fmla="*/ 439597 h 528620"/>
                <a:gd name="connsiteX53" fmla="*/ 516738 w 2915191"/>
                <a:gd name="connsiteY53" fmla="*/ 453045 h 528620"/>
                <a:gd name="connsiteX54" fmla="*/ 526488 w 2915191"/>
                <a:gd name="connsiteY54" fmla="*/ 493974 h 528620"/>
                <a:gd name="connsiteX55" fmla="*/ 536238 w 2915191"/>
                <a:gd name="connsiteY55" fmla="*/ 489207 h 528620"/>
                <a:gd name="connsiteX56" fmla="*/ 545988 w 2915191"/>
                <a:gd name="connsiteY56" fmla="*/ 479238 h 528620"/>
                <a:gd name="connsiteX57" fmla="*/ 555738 w 2915191"/>
                <a:gd name="connsiteY57" fmla="*/ 474440 h 528620"/>
                <a:gd name="connsiteX58" fmla="*/ 565488 w 2915191"/>
                <a:gd name="connsiteY58" fmla="*/ 464492 h 528620"/>
                <a:gd name="connsiteX59" fmla="*/ 575238 w 2915191"/>
                <a:gd name="connsiteY59" fmla="*/ 460937 h 528620"/>
                <a:gd name="connsiteX60" fmla="*/ 584988 w 2915191"/>
                <a:gd name="connsiteY60" fmla="*/ 419874 h 528620"/>
                <a:gd name="connsiteX61" fmla="*/ 594738 w 2915191"/>
                <a:gd name="connsiteY61" fmla="*/ 440040 h 528620"/>
                <a:gd name="connsiteX62" fmla="*/ 604488 w 2915191"/>
                <a:gd name="connsiteY62" fmla="*/ 447123 h 528620"/>
                <a:gd name="connsiteX63" fmla="*/ 614237 w 2915191"/>
                <a:gd name="connsiteY63" fmla="*/ 436652 h 528620"/>
                <a:gd name="connsiteX64" fmla="*/ 623987 w 2915191"/>
                <a:gd name="connsiteY64" fmla="*/ 418241 h 528620"/>
                <a:gd name="connsiteX65" fmla="*/ 633736 w 2915191"/>
                <a:gd name="connsiteY65" fmla="*/ 393136 h 528620"/>
                <a:gd name="connsiteX66" fmla="*/ 643486 w 2915191"/>
                <a:gd name="connsiteY66" fmla="*/ 320032 h 528620"/>
                <a:gd name="connsiteX67" fmla="*/ 653236 w 2915191"/>
                <a:gd name="connsiteY67" fmla="*/ 348606 h 528620"/>
                <a:gd name="connsiteX68" fmla="*/ 662985 w 2915191"/>
                <a:gd name="connsiteY68" fmla="*/ 378875 h 528620"/>
                <a:gd name="connsiteX69" fmla="*/ 672735 w 2915191"/>
                <a:gd name="connsiteY69" fmla="*/ 383610 h 528620"/>
                <a:gd name="connsiteX70" fmla="*/ 682485 w 2915191"/>
                <a:gd name="connsiteY70" fmla="*/ 369794 h 528620"/>
                <a:gd name="connsiteX71" fmla="*/ 692235 w 2915191"/>
                <a:gd name="connsiteY71" fmla="*/ 333028 h 528620"/>
                <a:gd name="connsiteX72" fmla="*/ 701985 w 2915191"/>
                <a:gd name="connsiteY72" fmla="*/ 344198 h 528620"/>
                <a:gd name="connsiteX73" fmla="*/ 711735 w 2915191"/>
                <a:gd name="connsiteY73" fmla="*/ 340145 h 528620"/>
                <a:gd name="connsiteX74" fmla="*/ 721485 w 2915191"/>
                <a:gd name="connsiteY74" fmla="*/ 345470 h 528620"/>
                <a:gd name="connsiteX75" fmla="*/ 731235 w 2915191"/>
                <a:gd name="connsiteY75" fmla="*/ 366950 h 528620"/>
                <a:gd name="connsiteX76" fmla="*/ 740985 w 2915191"/>
                <a:gd name="connsiteY76" fmla="*/ 373893 h 528620"/>
                <a:gd name="connsiteX77" fmla="*/ 750734 w 2915191"/>
                <a:gd name="connsiteY77" fmla="*/ 362872 h 528620"/>
                <a:gd name="connsiteX78" fmla="*/ 760484 w 2915191"/>
                <a:gd name="connsiteY78" fmla="*/ 367288 h 528620"/>
                <a:gd name="connsiteX79" fmla="*/ 770233 w 2915191"/>
                <a:gd name="connsiteY79" fmla="*/ 368754 h 528620"/>
                <a:gd name="connsiteX80" fmla="*/ 779983 w 2915191"/>
                <a:gd name="connsiteY80" fmla="*/ 370927 h 528620"/>
                <a:gd name="connsiteX81" fmla="*/ 789733 w 2915191"/>
                <a:gd name="connsiteY81" fmla="*/ 339368 h 528620"/>
                <a:gd name="connsiteX82" fmla="*/ 799482 w 2915191"/>
                <a:gd name="connsiteY82" fmla="*/ 332012 h 528620"/>
                <a:gd name="connsiteX83" fmla="*/ 809232 w 2915191"/>
                <a:gd name="connsiteY83" fmla="*/ 347094 h 528620"/>
                <a:gd name="connsiteX84" fmla="*/ 818982 w 2915191"/>
                <a:gd name="connsiteY84" fmla="*/ 330009 h 528620"/>
                <a:gd name="connsiteX85" fmla="*/ 828732 w 2915191"/>
                <a:gd name="connsiteY85" fmla="*/ 323916 h 528620"/>
                <a:gd name="connsiteX86" fmla="*/ 838482 w 2915191"/>
                <a:gd name="connsiteY86" fmla="*/ 288346 h 528620"/>
                <a:gd name="connsiteX87" fmla="*/ 848232 w 2915191"/>
                <a:gd name="connsiteY87" fmla="*/ 285405 h 528620"/>
                <a:gd name="connsiteX88" fmla="*/ 857982 w 2915191"/>
                <a:gd name="connsiteY88" fmla="*/ 264801 h 528620"/>
                <a:gd name="connsiteX89" fmla="*/ 867732 w 2915191"/>
                <a:gd name="connsiteY89" fmla="*/ 245896 h 528620"/>
                <a:gd name="connsiteX90" fmla="*/ 877482 w 2915191"/>
                <a:gd name="connsiteY90" fmla="*/ 242929 h 528620"/>
                <a:gd name="connsiteX91" fmla="*/ 887231 w 2915191"/>
                <a:gd name="connsiteY91" fmla="*/ 232934 h 528620"/>
                <a:gd name="connsiteX92" fmla="*/ 896981 w 2915191"/>
                <a:gd name="connsiteY92" fmla="*/ 214547 h 528620"/>
                <a:gd name="connsiteX93" fmla="*/ 906730 w 2915191"/>
                <a:gd name="connsiteY93" fmla="*/ 200616 h 528620"/>
                <a:gd name="connsiteX94" fmla="*/ 916480 w 2915191"/>
                <a:gd name="connsiteY94" fmla="*/ 230098 h 528620"/>
                <a:gd name="connsiteX95" fmla="*/ 926230 w 2915191"/>
                <a:gd name="connsiteY95" fmla="*/ 248776 h 528620"/>
                <a:gd name="connsiteX96" fmla="*/ 935979 w 2915191"/>
                <a:gd name="connsiteY96" fmla="*/ 223001 h 528620"/>
                <a:gd name="connsiteX97" fmla="*/ 945729 w 2915191"/>
                <a:gd name="connsiteY97" fmla="*/ 231141 h 528620"/>
                <a:gd name="connsiteX98" fmla="*/ 955479 w 2915191"/>
                <a:gd name="connsiteY98" fmla="*/ 243284 h 528620"/>
                <a:gd name="connsiteX99" fmla="*/ 965229 w 2915191"/>
                <a:gd name="connsiteY99" fmla="*/ 288568 h 528620"/>
                <a:gd name="connsiteX100" fmla="*/ 974979 w 2915191"/>
                <a:gd name="connsiteY100" fmla="*/ 299319 h 528620"/>
                <a:gd name="connsiteX101" fmla="*/ 984729 w 2915191"/>
                <a:gd name="connsiteY101" fmla="*/ 307300 h 528620"/>
                <a:gd name="connsiteX102" fmla="*/ 994474 w 2915191"/>
                <a:gd name="connsiteY102" fmla="*/ 303060 h 528620"/>
                <a:gd name="connsiteX103" fmla="*/ 1004233 w 2915191"/>
                <a:gd name="connsiteY103" fmla="*/ 331035 h 528620"/>
                <a:gd name="connsiteX104" fmla="*/ 1013977 w 2915191"/>
                <a:gd name="connsiteY104" fmla="*/ 290986 h 528620"/>
                <a:gd name="connsiteX105" fmla="*/ 1023721 w 2915191"/>
                <a:gd name="connsiteY105" fmla="*/ 275910 h 528620"/>
                <a:gd name="connsiteX106" fmla="*/ 1033480 w 2915191"/>
                <a:gd name="connsiteY106" fmla="*/ 252614 h 528620"/>
                <a:gd name="connsiteX107" fmla="*/ 1043224 w 2915191"/>
                <a:gd name="connsiteY107" fmla="*/ 240879 h 528620"/>
                <a:gd name="connsiteX108" fmla="*/ 1052983 w 2915191"/>
                <a:gd name="connsiteY108" fmla="*/ 210816 h 528620"/>
                <a:gd name="connsiteX109" fmla="*/ 1062727 w 2915191"/>
                <a:gd name="connsiteY109" fmla="*/ 211455 h 528620"/>
                <a:gd name="connsiteX110" fmla="*/ 1072471 w 2915191"/>
                <a:gd name="connsiteY110" fmla="*/ 245979 h 528620"/>
                <a:gd name="connsiteX111" fmla="*/ 1082230 w 2915191"/>
                <a:gd name="connsiteY111" fmla="*/ 277558 h 528620"/>
                <a:gd name="connsiteX112" fmla="*/ 1091973 w 2915191"/>
                <a:gd name="connsiteY112" fmla="*/ 286802 h 528620"/>
                <a:gd name="connsiteX113" fmla="*/ 1101732 w 2915191"/>
                <a:gd name="connsiteY113" fmla="*/ 310668 h 528620"/>
                <a:gd name="connsiteX114" fmla="*/ 1111476 w 2915191"/>
                <a:gd name="connsiteY114" fmla="*/ 289331 h 528620"/>
                <a:gd name="connsiteX115" fmla="*/ 1121220 w 2915191"/>
                <a:gd name="connsiteY115" fmla="*/ 255261 h 528620"/>
                <a:gd name="connsiteX116" fmla="*/ 1130979 w 2915191"/>
                <a:gd name="connsiteY116" fmla="*/ 273276 h 528620"/>
                <a:gd name="connsiteX117" fmla="*/ 1140723 w 2915191"/>
                <a:gd name="connsiteY117" fmla="*/ 270826 h 528620"/>
                <a:gd name="connsiteX118" fmla="*/ 1150482 w 2915191"/>
                <a:gd name="connsiteY118" fmla="*/ 272845 h 528620"/>
                <a:gd name="connsiteX119" fmla="*/ 1160226 w 2915191"/>
                <a:gd name="connsiteY119" fmla="*/ 277921 h 528620"/>
                <a:gd name="connsiteX120" fmla="*/ 1169969 w 2915191"/>
                <a:gd name="connsiteY120" fmla="*/ 298051 h 528620"/>
                <a:gd name="connsiteX121" fmla="*/ 1179728 w 2915191"/>
                <a:gd name="connsiteY121" fmla="*/ 286075 h 528620"/>
                <a:gd name="connsiteX122" fmla="*/ 1189472 w 2915191"/>
                <a:gd name="connsiteY122" fmla="*/ 287316 h 528620"/>
                <a:gd name="connsiteX123" fmla="*/ 1199231 w 2915191"/>
                <a:gd name="connsiteY123" fmla="*/ 297043 h 528620"/>
                <a:gd name="connsiteX124" fmla="*/ 1208975 w 2915191"/>
                <a:gd name="connsiteY124" fmla="*/ 272434 h 528620"/>
                <a:gd name="connsiteX125" fmla="*/ 1218719 w 2915191"/>
                <a:gd name="connsiteY125" fmla="*/ 264825 h 528620"/>
                <a:gd name="connsiteX126" fmla="*/ 1228478 w 2915191"/>
                <a:gd name="connsiteY126" fmla="*/ 262960 h 528620"/>
                <a:gd name="connsiteX127" fmla="*/ 1238222 w 2915191"/>
                <a:gd name="connsiteY127" fmla="*/ 281323 h 528620"/>
                <a:gd name="connsiteX128" fmla="*/ 1247966 w 2915191"/>
                <a:gd name="connsiteY128" fmla="*/ 238977 h 528620"/>
                <a:gd name="connsiteX129" fmla="*/ 1257725 w 2915191"/>
                <a:gd name="connsiteY129" fmla="*/ 224611 h 528620"/>
                <a:gd name="connsiteX130" fmla="*/ 1267469 w 2915191"/>
                <a:gd name="connsiteY130" fmla="*/ 196300 h 528620"/>
                <a:gd name="connsiteX131" fmla="*/ 1277227 w 2915191"/>
                <a:gd name="connsiteY131" fmla="*/ 186865 h 528620"/>
                <a:gd name="connsiteX132" fmla="*/ 1286971 w 2915191"/>
                <a:gd name="connsiteY132" fmla="*/ 170671 h 528620"/>
                <a:gd name="connsiteX133" fmla="*/ 1296715 w 2915191"/>
                <a:gd name="connsiteY133" fmla="*/ 128621 h 528620"/>
                <a:gd name="connsiteX134" fmla="*/ 1306474 w 2915191"/>
                <a:gd name="connsiteY134" fmla="*/ 135839 h 528620"/>
                <a:gd name="connsiteX135" fmla="*/ 1316218 w 2915191"/>
                <a:gd name="connsiteY135" fmla="*/ 156232 h 528620"/>
                <a:gd name="connsiteX136" fmla="*/ 1325977 w 2915191"/>
                <a:gd name="connsiteY136" fmla="*/ 143208 h 528620"/>
                <a:gd name="connsiteX137" fmla="*/ 1335721 w 2915191"/>
                <a:gd name="connsiteY137" fmla="*/ 130208 h 528620"/>
                <a:gd name="connsiteX138" fmla="*/ 1345465 w 2915191"/>
                <a:gd name="connsiteY138" fmla="*/ 99220 h 528620"/>
                <a:gd name="connsiteX139" fmla="*/ 1355224 w 2915191"/>
                <a:gd name="connsiteY139" fmla="*/ 129672 h 528620"/>
                <a:gd name="connsiteX140" fmla="*/ 1364967 w 2915191"/>
                <a:gd name="connsiteY140" fmla="*/ 153162 h 528620"/>
                <a:gd name="connsiteX141" fmla="*/ 1374726 w 2915191"/>
                <a:gd name="connsiteY141" fmla="*/ 177211 h 528620"/>
                <a:gd name="connsiteX142" fmla="*/ 1384470 w 2915191"/>
                <a:gd name="connsiteY142" fmla="*/ 200338 h 528620"/>
                <a:gd name="connsiteX143" fmla="*/ 1394214 w 2915191"/>
                <a:gd name="connsiteY143" fmla="*/ 190340 h 528620"/>
                <a:gd name="connsiteX144" fmla="*/ 1403973 w 2915191"/>
                <a:gd name="connsiteY144" fmla="*/ 186286 h 528620"/>
                <a:gd name="connsiteX145" fmla="*/ 1413717 w 2915191"/>
                <a:gd name="connsiteY145" fmla="*/ 154160 h 528620"/>
                <a:gd name="connsiteX146" fmla="*/ 1423476 w 2915191"/>
                <a:gd name="connsiteY146" fmla="*/ 135204 h 528620"/>
                <a:gd name="connsiteX147" fmla="*/ 1433220 w 2915191"/>
                <a:gd name="connsiteY147" fmla="*/ 161346 h 528620"/>
                <a:gd name="connsiteX148" fmla="*/ 1442964 w 2915191"/>
                <a:gd name="connsiteY148" fmla="*/ 175647 h 528620"/>
                <a:gd name="connsiteX149" fmla="*/ 1452722 w 2915191"/>
                <a:gd name="connsiteY149" fmla="*/ 188261 h 528620"/>
                <a:gd name="connsiteX150" fmla="*/ 1462466 w 2915191"/>
                <a:gd name="connsiteY150" fmla="*/ 211025 h 528620"/>
                <a:gd name="connsiteX151" fmla="*/ 1472225 w 2915191"/>
                <a:gd name="connsiteY151" fmla="*/ 226998 h 528620"/>
                <a:gd name="connsiteX152" fmla="*/ 1481969 w 2915191"/>
                <a:gd name="connsiteY152" fmla="*/ 239239 h 528620"/>
                <a:gd name="connsiteX153" fmla="*/ 1491713 w 2915191"/>
                <a:gd name="connsiteY153" fmla="*/ 291113 h 528620"/>
                <a:gd name="connsiteX154" fmla="*/ 1501472 w 2915191"/>
                <a:gd name="connsiteY154" fmla="*/ 271623 h 528620"/>
                <a:gd name="connsiteX155" fmla="*/ 1511216 w 2915191"/>
                <a:gd name="connsiteY155" fmla="*/ 260993 h 528620"/>
                <a:gd name="connsiteX156" fmla="*/ 1520960 w 2915191"/>
                <a:gd name="connsiteY156" fmla="*/ 260017 h 528620"/>
                <a:gd name="connsiteX157" fmla="*/ 1530719 w 2915191"/>
                <a:gd name="connsiteY157" fmla="*/ 275078 h 528620"/>
                <a:gd name="connsiteX158" fmla="*/ 1540463 w 2915191"/>
                <a:gd name="connsiteY158" fmla="*/ 256598 h 528620"/>
                <a:gd name="connsiteX159" fmla="*/ 1550221 w 2915191"/>
                <a:gd name="connsiteY159" fmla="*/ 268060 h 528620"/>
                <a:gd name="connsiteX160" fmla="*/ 1559965 w 2915191"/>
                <a:gd name="connsiteY160" fmla="*/ 243935 h 528620"/>
                <a:gd name="connsiteX161" fmla="*/ 1569709 w 2915191"/>
                <a:gd name="connsiteY161" fmla="*/ 210202 h 528620"/>
                <a:gd name="connsiteX162" fmla="*/ 1579468 w 2915191"/>
                <a:gd name="connsiteY162" fmla="*/ 198007 h 528620"/>
                <a:gd name="connsiteX163" fmla="*/ 1589212 w 2915191"/>
                <a:gd name="connsiteY163" fmla="*/ 175367 h 528620"/>
                <a:gd name="connsiteX164" fmla="*/ 1598971 w 2915191"/>
                <a:gd name="connsiteY164" fmla="*/ 144511 h 528620"/>
                <a:gd name="connsiteX165" fmla="*/ 1608715 w 2915191"/>
                <a:gd name="connsiteY165" fmla="*/ 132817 h 528620"/>
                <a:gd name="connsiteX166" fmla="*/ 1618459 w 2915191"/>
                <a:gd name="connsiteY166" fmla="*/ 147369 h 528620"/>
                <a:gd name="connsiteX167" fmla="*/ 1628218 w 2915191"/>
                <a:gd name="connsiteY167" fmla="*/ 170018 h 528620"/>
                <a:gd name="connsiteX168" fmla="*/ 1637962 w 2915191"/>
                <a:gd name="connsiteY168" fmla="*/ 176243 h 528620"/>
                <a:gd name="connsiteX169" fmla="*/ 1647720 w 2915191"/>
                <a:gd name="connsiteY169" fmla="*/ 194091 h 528620"/>
                <a:gd name="connsiteX170" fmla="*/ 1657464 w 2915191"/>
                <a:gd name="connsiteY170" fmla="*/ 171450 h 528620"/>
                <a:gd name="connsiteX171" fmla="*/ 1667208 w 2915191"/>
                <a:gd name="connsiteY171" fmla="*/ 157317 h 528620"/>
                <a:gd name="connsiteX172" fmla="*/ 1676967 w 2915191"/>
                <a:gd name="connsiteY172" fmla="*/ 156840 h 528620"/>
                <a:gd name="connsiteX173" fmla="*/ 1686711 w 2915191"/>
                <a:gd name="connsiteY173" fmla="*/ 129436 h 528620"/>
                <a:gd name="connsiteX174" fmla="*/ 1696470 w 2915191"/>
                <a:gd name="connsiteY174" fmla="*/ 98044 h 528620"/>
                <a:gd name="connsiteX175" fmla="*/ 1706214 w 2915191"/>
                <a:gd name="connsiteY175" fmla="*/ 97435 h 528620"/>
                <a:gd name="connsiteX176" fmla="*/ 1715958 w 2915191"/>
                <a:gd name="connsiteY176" fmla="*/ 103989 h 528620"/>
                <a:gd name="connsiteX177" fmla="*/ 1725716 w 2915191"/>
                <a:gd name="connsiteY177" fmla="*/ 60779 h 528620"/>
                <a:gd name="connsiteX178" fmla="*/ 1735460 w 2915191"/>
                <a:gd name="connsiteY178" fmla="*/ 55527 h 528620"/>
                <a:gd name="connsiteX179" fmla="*/ 1745219 w 2915191"/>
                <a:gd name="connsiteY179" fmla="*/ 62248 h 528620"/>
                <a:gd name="connsiteX180" fmla="*/ 1754963 w 2915191"/>
                <a:gd name="connsiteY180" fmla="*/ 60484 h 528620"/>
                <a:gd name="connsiteX181" fmla="*/ 1764707 w 2915191"/>
                <a:gd name="connsiteY181" fmla="*/ 94008 h 528620"/>
                <a:gd name="connsiteX182" fmla="*/ 1774466 w 2915191"/>
                <a:gd name="connsiteY182" fmla="*/ 89389 h 528620"/>
                <a:gd name="connsiteX183" fmla="*/ 1784210 w 2915191"/>
                <a:gd name="connsiteY183" fmla="*/ 82120 h 528620"/>
                <a:gd name="connsiteX184" fmla="*/ 1793969 w 2915191"/>
                <a:gd name="connsiteY184" fmla="*/ 72127 h 528620"/>
                <a:gd name="connsiteX185" fmla="*/ 1803713 w 2915191"/>
                <a:gd name="connsiteY185" fmla="*/ 82147 h 528620"/>
                <a:gd name="connsiteX186" fmla="*/ 1813457 w 2915191"/>
                <a:gd name="connsiteY186" fmla="*/ 81728 h 528620"/>
                <a:gd name="connsiteX187" fmla="*/ 1823215 w 2915191"/>
                <a:gd name="connsiteY187" fmla="*/ 73827 h 528620"/>
                <a:gd name="connsiteX188" fmla="*/ 1832959 w 2915191"/>
                <a:gd name="connsiteY188" fmla="*/ 103888 h 528620"/>
                <a:gd name="connsiteX189" fmla="*/ 1842703 w 2915191"/>
                <a:gd name="connsiteY189" fmla="*/ 120427 h 528620"/>
                <a:gd name="connsiteX190" fmla="*/ 1852462 w 2915191"/>
                <a:gd name="connsiteY190" fmla="*/ 120442 h 528620"/>
                <a:gd name="connsiteX191" fmla="*/ 1862206 w 2915191"/>
                <a:gd name="connsiteY191" fmla="*/ 98648 h 528620"/>
                <a:gd name="connsiteX192" fmla="*/ 1871965 w 2915191"/>
                <a:gd name="connsiteY192" fmla="*/ 104504 h 528620"/>
                <a:gd name="connsiteX193" fmla="*/ 1881709 w 2915191"/>
                <a:gd name="connsiteY193" fmla="*/ 82865 h 528620"/>
                <a:gd name="connsiteX194" fmla="*/ 1891453 w 2915191"/>
                <a:gd name="connsiteY194" fmla="*/ 40992 h 528620"/>
                <a:gd name="connsiteX195" fmla="*/ 1901212 w 2915191"/>
                <a:gd name="connsiteY195" fmla="*/ 39493 h 528620"/>
                <a:gd name="connsiteX196" fmla="*/ 1910956 w 2915191"/>
                <a:gd name="connsiteY196" fmla="*/ 44383 h 528620"/>
                <a:gd name="connsiteX197" fmla="*/ 1920714 w 2915191"/>
                <a:gd name="connsiteY197" fmla="*/ 55488 h 528620"/>
                <a:gd name="connsiteX198" fmla="*/ 1930458 w 2915191"/>
                <a:gd name="connsiteY198" fmla="*/ 73722 h 528620"/>
                <a:gd name="connsiteX199" fmla="*/ 1940202 w 2915191"/>
                <a:gd name="connsiteY199" fmla="*/ 86924 h 528620"/>
                <a:gd name="connsiteX200" fmla="*/ 1949961 w 2915191"/>
                <a:gd name="connsiteY200" fmla="*/ 92913 h 528620"/>
                <a:gd name="connsiteX201" fmla="*/ 1959705 w 2915191"/>
                <a:gd name="connsiteY201" fmla="*/ 88108 h 528620"/>
                <a:gd name="connsiteX202" fmla="*/ 1969464 w 2915191"/>
                <a:gd name="connsiteY202" fmla="*/ 93679 h 528620"/>
                <a:gd name="connsiteX203" fmla="*/ 1979208 w 2915191"/>
                <a:gd name="connsiteY203" fmla="*/ 99303 h 528620"/>
                <a:gd name="connsiteX204" fmla="*/ 1988952 w 2915191"/>
                <a:gd name="connsiteY204" fmla="*/ 98947 h 528620"/>
                <a:gd name="connsiteX205" fmla="*/ 1998711 w 2915191"/>
                <a:gd name="connsiteY205" fmla="*/ 95491 h 528620"/>
                <a:gd name="connsiteX206" fmla="*/ 2008454 w 2915191"/>
                <a:gd name="connsiteY206" fmla="*/ 104451 h 528620"/>
                <a:gd name="connsiteX207" fmla="*/ 2018213 w 2915191"/>
                <a:gd name="connsiteY207" fmla="*/ 87792 h 528620"/>
                <a:gd name="connsiteX208" fmla="*/ 2027957 w 2915191"/>
                <a:gd name="connsiteY208" fmla="*/ 78839 h 528620"/>
                <a:gd name="connsiteX209" fmla="*/ 2037701 w 2915191"/>
                <a:gd name="connsiteY209" fmla="*/ 41945 h 528620"/>
                <a:gd name="connsiteX210" fmla="*/ 2047460 w 2915191"/>
                <a:gd name="connsiteY210" fmla="*/ 42105 h 528620"/>
                <a:gd name="connsiteX211" fmla="*/ 2057204 w 2915191"/>
                <a:gd name="connsiteY211" fmla="*/ 54937 h 528620"/>
                <a:gd name="connsiteX212" fmla="*/ 2066963 w 2915191"/>
                <a:gd name="connsiteY212" fmla="*/ 25102 h 528620"/>
                <a:gd name="connsiteX213" fmla="*/ 2076707 w 2915191"/>
                <a:gd name="connsiteY213" fmla="*/ 49663 h 528620"/>
                <a:gd name="connsiteX214" fmla="*/ 2086451 w 2915191"/>
                <a:gd name="connsiteY214" fmla="*/ 43578 h 528620"/>
                <a:gd name="connsiteX215" fmla="*/ 2096210 w 2915191"/>
                <a:gd name="connsiteY215" fmla="*/ 54290 h 528620"/>
                <a:gd name="connsiteX216" fmla="*/ 2105954 w 2915191"/>
                <a:gd name="connsiteY216" fmla="*/ 52608 h 528620"/>
                <a:gd name="connsiteX217" fmla="*/ 2115697 w 2915191"/>
                <a:gd name="connsiteY217" fmla="*/ 59069 h 528620"/>
                <a:gd name="connsiteX218" fmla="*/ 2125456 w 2915191"/>
                <a:gd name="connsiteY218" fmla="*/ 67874 h 528620"/>
                <a:gd name="connsiteX219" fmla="*/ 2135200 w 2915191"/>
                <a:gd name="connsiteY219" fmla="*/ 77995 h 528620"/>
                <a:gd name="connsiteX220" fmla="*/ 2144959 w 2915191"/>
                <a:gd name="connsiteY220" fmla="*/ 38565 h 528620"/>
                <a:gd name="connsiteX221" fmla="*/ 2154703 w 2915191"/>
                <a:gd name="connsiteY221" fmla="*/ 0 h 528620"/>
                <a:gd name="connsiteX222" fmla="*/ 2164447 w 2915191"/>
                <a:gd name="connsiteY222" fmla="*/ 12797 h 528620"/>
                <a:gd name="connsiteX223" fmla="*/ 2174206 w 2915191"/>
                <a:gd name="connsiteY223" fmla="*/ 22509 h 528620"/>
                <a:gd name="connsiteX224" fmla="*/ 2183950 w 2915191"/>
                <a:gd name="connsiteY224" fmla="*/ 19765 h 528620"/>
                <a:gd name="connsiteX225" fmla="*/ 2193709 w 2915191"/>
                <a:gd name="connsiteY225" fmla="*/ 15026 h 528620"/>
                <a:gd name="connsiteX226" fmla="*/ 2203452 w 2915191"/>
                <a:gd name="connsiteY226" fmla="*/ 20663 h 528620"/>
                <a:gd name="connsiteX227" fmla="*/ 2213196 w 2915191"/>
                <a:gd name="connsiteY227" fmla="*/ 47347 h 528620"/>
                <a:gd name="connsiteX228" fmla="*/ 2222955 w 2915191"/>
                <a:gd name="connsiteY228" fmla="*/ 58018 h 528620"/>
                <a:gd name="connsiteX229" fmla="*/ 2232699 w 2915191"/>
                <a:gd name="connsiteY229" fmla="*/ 86036 h 528620"/>
                <a:gd name="connsiteX230" fmla="*/ 2242458 w 2915191"/>
                <a:gd name="connsiteY230" fmla="*/ 82180 h 528620"/>
                <a:gd name="connsiteX231" fmla="*/ 2252202 w 2915191"/>
                <a:gd name="connsiteY231" fmla="*/ 74519 h 528620"/>
                <a:gd name="connsiteX232" fmla="*/ 2261946 w 2915191"/>
                <a:gd name="connsiteY232" fmla="*/ 87709 h 528620"/>
                <a:gd name="connsiteX233" fmla="*/ 2271705 w 2915191"/>
                <a:gd name="connsiteY233" fmla="*/ 129728 h 528620"/>
                <a:gd name="connsiteX234" fmla="*/ 2281449 w 2915191"/>
                <a:gd name="connsiteY234" fmla="*/ 132607 h 528620"/>
                <a:gd name="connsiteX235" fmla="*/ 2291208 w 2915191"/>
                <a:gd name="connsiteY235" fmla="*/ 178099 h 528620"/>
                <a:gd name="connsiteX236" fmla="*/ 2300951 w 2915191"/>
                <a:gd name="connsiteY236" fmla="*/ 152588 h 528620"/>
                <a:gd name="connsiteX237" fmla="*/ 2310695 w 2915191"/>
                <a:gd name="connsiteY237" fmla="*/ 119922 h 528620"/>
                <a:gd name="connsiteX238" fmla="*/ 2320454 w 2915191"/>
                <a:gd name="connsiteY238" fmla="*/ 133167 h 528620"/>
                <a:gd name="connsiteX239" fmla="*/ 2330198 w 2915191"/>
                <a:gd name="connsiteY239" fmla="*/ 136284 h 528620"/>
                <a:gd name="connsiteX240" fmla="*/ 2339957 w 2915191"/>
                <a:gd name="connsiteY240" fmla="*/ 161496 h 528620"/>
                <a:gd name="connsiteX241" fmla="*/ 2349701 w 2915191"/>
                <a:gd name="connsiteY241" fmla="*/ 192763 h 528620"/>
                <a:gd name="connsiteX242" fmla="*/ 2359445 w 2915191"/>
                <a:gd name="connsiteY242" fmla="*/ 239263 h 528620"/>
                <a:gd name="connsiteX243" fmla="*/ 2369204 w 2915191"/>
                <a:gd name="connsiteY243" fmla="*/ 235861 h 528620"/>
                <a:gd name="connsiteX244" fmla="*/ 2378948 w 2915191"/>
                <a:gd name="connsiteY244" fmla="*/ 236824 h 528620"/>
                <a:gd name="connsiteX245" fmla="*/ 2388692 w 2915191"/>
                <a:gd name="connsiteY245" fmla="*/ 235730 h 528620"/>
                <a:gd name="connsiteX246" fmla="*/ 2398450 w 2915191"/>
                <a:gd name="connsiteY246" fmla="*/ 260331 h 528620"/>
                <a:gd name="connsiteX247" fmla="*/ 2408194 w 2915191"/>
                <a:gd name="connsiteY247" fmla="*/ 221972 h 528620"/>
                <a:gd name="connsiteX248" fmla="*/ 2417953 w 2915191"/>
                <a:gd name="connsiteY248" fmla="*/ 208151 h 528620"/>
                <a:gd name="connsiteX249" fmla="*/ 2427697 w 2915191"/>
                <a:gd name="connsiteY249" fmla="*/ 241566 h 528620"/>
                <a:gd name="connsiteX250" fmla="*/ 2437441 w 2915191"/>
                <a:gd name="connsiteY250" fmla="*/ 169780 h 528620"/>
                <a:gd name="connsiteX251" fmla="*/ 2447200 w 2915191"/>
                <a:gd name="connsiteY251" fmla="*/ 153702 h 528620"/>
                <a:gd name="connsiteX252" fmla="*/ 2456944 w 2915191"/>
                <a:gd name="connsiteY252" fmla="*/ 172113 h 528620"/>
                <a:gd name="connsiteX253" fmla="*/ 2466703 w 2915191"/>
                <a:gd name="connsiteY253" fmla="*/ 183700 h 528620"/>
                <a:gd name="connsiteX254" fmla="*/ 2476446 w 2915191"/>
                <a:gd name="connsiteY254" fmla="*/ 190470 h 528620"/>
                <a:gd name="connsiteX255" fmla="*/ 2486190 w 2915191"/>
                <a:gd name="connsiteY255" fmla="*/ 214212 h 528620"/>
                <a:gd name="connsiteX256" fmla="*/ 2495949 w 2915191"/>
                <a:gd name="connsiteY256" fmla="*/ 218468 h 528620"/>
                <a:gd name="connsiteX257" fmla="*/ 2505693 w 2915191"/>
                <a:gd name="connsiteY257" fmla="*/ 266933 h 528620"/>
                <a:gd name="connsiteX258" fmla="*/ 2515452 w 2915191"/>
                <a:gd name="connsiteY258" fmla="*/ 278145 h 528620"/>
                <a:gd name="connsiteX259" fmla="*/ 2525196 w 2915191"/>
                <a:gd name="connsiteY259" fmla="*/ 290795 h 528620"/>
                <a:gd name="connsiteX260" fmla="*/ 2534940 w 2915191"/>
                <a:gd name="connsiteY260" fmla="*/ 266397 h 528620"/>
                <a:gd name="connsiteX261" fmla="*/ 2544699 w 2915191"/>
                <a:gd name="connsiteY261" fmla="*/ 295158 h 528620"/>
                <a:gd name="connsiteX262" fmla="*/ 2554443 w 2915191"/>
                <a:gd name="connsiteY262" fmla="*/ 313203 h 528620"/>
                <a:gd name="connsiteX263" fmla="*/ 2564202 w 2915191"/>
                <a:gd name="connsiteY263" fmla="*/ 305998 h 528620"/>
                <a:gd name="connsiteX264" fmla="*/ 2573946 w 2915191"/>
                <a:gd name="connsiteY264" fmla="*/ 302326 h 528620"/>
                <a:gd name="connsiteX265" fmla="*/ 2583690 w 2915191"/>
                <a:gd name="connsiteY265" fmla="*/ 289107 h 528620"/>
                <a:gd name="connsiteX266" fmla="*/ 2593448 w 2915191"/>
                <a:gd name="connsiteY266" fmla="*/ 250635 h 528620"/>
                <a:gd name="connsiteX267" fmla="*/ 2603192 w 2915191"/>
                <a:gd name="connsiteY267" fmla="*/ 236518 h 528620"/>
                <a:gd name="connsiteX268" fmla="*/ 2612951 w 2915191"/>
                <a:gd name="connsiteY268" fmla="*/ 241562 h 528620"/>
                <a:gd name="connsiteX269" fmla="*/ 2622695 w 2915191"/>
                <a:gd name="connsiteY269" fmla="*/ 224559 h 528620"/>
                <a:gd name="connsiteX270" fmla="*/ 2632439 w 2915191"/>
                <a:gd name="connsiteY270" fmla="*/ 231125 h 528620"/>
                <a:gd name="connsiteX271" fmla="*/ 2642198 w 2915191"/>
                <a:gd name="connsiteY271" fmla="*/ 242710 h 528620"/>
                <a:gd name="connsiteX272" fmla="*/ 2651942 w 2915191"/>
                <a:gd name="connsiteY272" fmla="*/ 218654 h 528620"/>
                <a:gd name="connsiteX273" fmla="*/ 2661685 w 2915191"/>
                <a:gd name="connsiteY273" fmla="*/ 205773 h 528620"/>
                <a:gd name="connsiteX274" fmla="*/ 2671444 w 2915191"/>
                <a:gd name="connsiteY274" fmla="*/ 195071 h 528620"/>
                <a:gd name="connsiteX275" fmla="*/ 2681188 w 2915191"/>
                <a:gd name="connsiteY275" fmla="*/ 180750 h 528620"/>
                <a:gd name="connsiteX276" fmla="*/ 2690947 w 2915191"/>
                <a:gd name="connsiteY276" fmla="*/ 213893 h 528620"/>
                <a:gd name="connsiteX277" fmla="*/ 2700691 w 2915191"/>
                <a:gd name="connsiteY277" fmla="*/ 225040 h 528620"/>
                <a:gd name="connsiteX278" fmla="*/ 2710435 w 2915191"/>
                <a:gd name="connsiteY278" fmla="*/ 214410 h 528620"/>
                <a:gd name="connsiteX279" fmla="*/ 2720194 w 2915191"/>
                <a:gd name="connsiteY279" fmla="*/ 222987 h 528620"/>
                <a:gd name="connsiteX280" fmla="*/ 2729938 w 2915191"/>
                <a:gd name="connsiteY280" fmla="*/ 231658 h 528620"/>
                <a:gd name="connsiteX281" fmla="*/ 2739697 w 2915191"/>
                <a:gd name="connsiteY281" fmla="*/ 259178 h 528620"/>
                <a:gd name="connsiteX282" fmla="*/ 2749441 w 2915191"/>
                <a:gd name="connsiteY282" fmla="*/ 223403 h 528620"/>
                <a:gd name="connsiteX283" fmla="*/ 2759185 w 2915191"/>
                <a:gd name="connsiteY283" fmla="*/ 283544 h 528620"/>
                <a:gd name="connsiteX284" fmla="*/ 2768943 w 2915191"/>
                <a:gd name="connsiteY284" fmla="*/ 306706 h 528620"/>
                <a:gd name="connsiteX285" fmla="*/ 2778687 w 2915191"/>
                <a:gd name="connsiteY285" fmla="*/ 339104 h 528620"/>
                <a:gd name="connsiteX286" fmla="*/ 2788446 w 2915191"/>
                <a:gd name="connsiteY286" fmla="*/ 320733 h 528620"/>
                <a:gd name="connsiteX287" fmla="*/ 2798190 w 2915191"/>
                <a:gd name="connsiteY287" fmla="*/ 292029 h 528620"/>
                <a:gd name="connsiteX288" fmla="*/ 2807934 w 2915191"/>
                <a:gd name="connsiteY288" fmla="*/ 279640 h 528620"/>
                <a:gd name="connsiteX289" fmla="*/ 2817693 w 2915191"/>
                <a:gd name="connsiteY289" fmla="*/ 316438 h 528620"/>
                <a:gd name="connsiteX290" fmla="*/ 2827437 w 2915191"/>
                <a:gd name="connsiteY290" fmla="*/ 318670 h 528620"/>
                <a:gd name="connsiteX291" fmla="*/ 2837196 w 2915191"/>
                <a:gd name="connsiteY291" fmla="*/ 320051 h 528620"/>
                <a:gd name="connsiteX292" fmla="*/ 2846940 w 2915191"/>
                <a:gd name="connsiteY292" fmla="*/ 324974 h 528620"/>
                <a:gd name="connsiteX293" fmla="*/ 2856684 w 2915191"/>
                <a:gd name="connsiteY293" fmla="*/ 288078 h 528620"/>
                <a:gd name="connsiteX294" fmla="*/ 2866442 w 2915191"/>
                <a:gd name="connsiteY294" fmla="*/ 317864 h 528620"/>
                <a:gd name="connsiteX295" fmla="*/ 2876186 w 2915191"/>
                <a:gd name="connsiteY295" fmla="*/ 338010 h 528620"/>
                <a:gd name="connsiteX296" fmla="*/ 2885945 w 2915191"/>
                <a:gd name="connsiteY296" fmla="*/ 335364 h 528620"/>
                <a:gd name="connsiteX297" fmla="*/ 2895689 w 2915191"/>
                <a:gd name="connsiteY297" fmla="*/ 328558 h 528620"/>
                <a:gd name="connsiteX298" fmla="*/ 2905433 w 2915191"/>
                <a:gd name="connsiteY298" fmla="*/ 311910 h 528620"/>
                <a:gd name="connsiteX299" fmla="*/ 2915192 w 2915191"/>
                <a:gd name="connsiteY299" fmla="*/ 292845 h 528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28620">
                  <a:moveTo>
                    <a:pt x="0" y="438350"/>
                  </a:moveTo>
                  <a:lnTo>
                    <a:pt x="9750" y="439742"/>
                  </a:lnTo>
                  <a:lnTo>
                    <a:pt x="19500" y="445275"/>
                  </a:lnTo>
                  <a:lnTo>
                    <a:pt x="29250" y="459044"/>
                  </a:lnTo>
                  <a:lnTo>
                    <a:pt x="39000" y="444227"/>
                  </a:lnTo>
                  <a:lnTo>
                    <a:pt x="48749" y="444878"/>
                  </a:lnTo>
                  <a:lnTo>
                    <a:pt x="58499" y="447031"/>
                  </a:lnTo>
                  <a:lnTo>
                    <a:pt x="68249" y="464900"/>
                  </a:lnTo>
                  <a:lnTo>
                    <a:pt x="77998" y="460654"/>
                  </a:lnTo>
                  <a:lnTo>
                    <a:pt x="87748" y="465323"/>
                  </a:lnTo>
                  <a:lnTo>
                    <a:pt x="97497" y="499850"/>
                  </a:lnTo>
                  <a:lnTo>
                    <a:pt x="107247" y="507841"/>
                  </a:lnTo>
                  <a:lnTo>
                    <a:pt x="116997" y="528620"/>
                  </a:lnTo>
                  <a:lnTo>
                    <a:pt x="126747" y="494813"/>
                  </a:lnTo>
                  <a:lnTo>
                    <a:pt x="136497" y="500773"/>
                  </a:lnTo>
                  <a:lnTo>
                    <a:pt x="146247" y="477924"/>
                  </a:lnTo>
                  <a:lnTo>
                    <a:pt x="155997" y="442837"/>
                  </a:lnTo>
                  <a:lnTo>
                    <a:pt x="165747" y="448736"/>
                  </a:lnTo>
                  <a:lnTo>
                    <a:pt x="175497" y="418627"/>
                  </a:lnTo>
                  <a:lnTo>
                    <a:pt x="185247" y="424499"/>
                  </a:lnTo>
                  <a:lnTo>
                    <a:pt x="194996" y="434886"/>
                  </a:lnTo>
                  <a:lnTo>
                    <a:pt x="204746" y="457640"/>
                  </a:lnTo>
                  <a:lnTo>
                    <a:pt x="214495" y="439860"/>
                  </a:lnTo>
                  <a:lnTo>
                    <a:pt x="224245" y="437574"/>
                  </a:lnTo>
                  <a:lnTo>
                    <a:pt x="233995" y="455602"/>
                  </a:lnTo>
                  <a:lnTo>
                    <a:pt x="243744" y="457140"/>
                  </a:lnTo>
                  <a:lnTo>
                    <a:pt x="253494" y="447199"/>
                  </a:lnTo>
                  <a:lnTo>
                    <a:pt x="263244" y="442002"/>
                  </a:lnTo>
                  <a:lnTo>
                    <a:pt x="272994" y="447330"/>
                  </a:lnTo>
                  <a:lnTo>
                    <a:pt x="282744" y="478661"/>
                  </a:lnTo>
                  <a:lnTo>
                    <a:pt x="292494" y="467360"/>
                  </a:lnTo>
                  <a:lnTo>
                    <a:pt x="302244" y="472414"/>
                  </a:lnTo>
                  <a:lnTo>
                    <a:pt x="311994" y="446244"/>
                  </a:lnTo>
                  <a:lnTo>
                    <a:pt x="321744" y="459736"/>
                  </a:lnTo>
                  <a:lnTo>
                    <a:pt x="331493" y="449374"/>
                  </a:lnTo>
                  <a:lnTo>
                    <a:pt x="341243" y="447634"/>
                  </a:lnTo>
                  <a:lnTo>
                    <a:pt x="350993" y="460401"/>
                  </a:lnTo>
                  <a:lnTo>
                    <a:pt x="360742" y="436764"/>
                  </a:lnTo>
                  <a:lnTo>
                    <a:pt x="370492" y="463428"/>
                  </a:lnTo>
                  <a:lnTo>
                    <a:pt x="380241" y="444961"/>
                  </a:lnTo>
                  <a:lnTo>
                    <a:pt x="389991" y="426564"/>
                  </a:lnTo>
                  <a:lnTo>
                    <a:pt x="399741" y="415241"/>
                  </a:lnTo>
                  <a:lnTo>
                    <a:pt x="409491" y="383683"/>
                  </a:lnTo>
                  <a:lnTo>
                    <a:pt x="419241" y="405871"/>
                  </a:lnTo>
                  <a:lnTo>
                    <a:pt x="428991" y="455672"/>
                  </a:lnTo>
                  <a:lnTo>
                    <a:pt x="438741" y="454450"/>
                  </a:lnTo>
                  <a:lnTo>
                    <a:pt x="448491" y="458764"/>
                  </a:lnTo>
                  <a:lnTo>
                    <a:pt x="458241" y="406988"/>
                  </a:lnTo>
                  <a:lnTo>
                    <a:pt x="467991" y="418509"/>
                  </a:lnTo>
                  <a:lnTo>
                    <a:pt x="477740" y="426112"/>
                  </a:lnTo>
                  <a:lnTo>
                    <a:pt x="487490" y="407140"/>
                  </a:lnTo>
                  <a:lnTo>
                    <a:pt x="497239" y="433843"/>
                  </a:lnTo>
                  <a:lnTo>
                    <a:pt x="506989" y="439597"/>
                  </a:lnTo>
                  <a:lnTo>
                    <a:pt x="516738" y="453045"/>
                  </a:lnTo>
                  <a:lnTo>
                    <a:pt x="526488" y="493974"/>
                  </a:lnTo>
                  <a:lnTo>
                    <a:pt x="536238" y="489207"/>
                  </a:lnTo>
                  <a:lnTo>
                    <a:pt x="545988" y="479238"/>
                  </a:lnTo>
                  <a:lnTo>
                    <a:pt x="555738" y="474440"/>
                  </a:lnTo>
                  <a:lnTo>
                    <a:pt x="565488" y="464492"/>
                  </a:lnTo>
                  <a:lnTo>
                    <a:pt x="575238" y="460937"/>
                  </a:lnTo>
                  <a:lnTo>
                    <a:pt x="584988" y="419874"/>
                  </a:lnTo>
                  <a:lnTo>
                    <a:pt x="594738" y="440040"/>
                  </a:lnTo>
                  <a:lnTo>
                    <a:pt x="604488" y="447123"/>
                  </a:lnTo>
                  <a:lnTo>
                    <a:pt x="614237" y="436652"/>
                  </a:lnTo>
                  <a:lnTo>
                    <a:pt x="623987" y="418241"/>
                  </a:lnTo>
                  <a:lnTo>
                    <a:pt x="633736" y="393136"/>
                  </a:lnTo>
                  <a:lnTo>
                    <a:pt x="643486" y="320032"/>
                  </a:lnTo>
                  <a:lnTo>
                    <a:pt x="653236" y="348606"/>
                  </a:lnTo>
                  <a:lnTo>
                    <a:pt x="662985" y="378875"/>
                  </a:lnTo>
                  <a:lnTo>
                    <a:pt x="672735" y="383610"/>
                  </a:lnTo>
                  <a:lnTo>
                    <a:pt x="682485" y="369794"/>
                  </a:lnTo>
                  <a:lnTo>
                    <a:pt x="692235" y="333028"/>
                  </a:lnTo>
                  <a:lnTo>
                    <a:pt x="701985" y="344198"/>
                  </a:lnTo>
                  <a:lnTo>
                    <a:pt x="711735" y="340145"/>
                  </a:lnTo>
                  <a:lnTo>
                    <a:pt x="721485" y="345470"/>
                  </a:lnTo>
                  <a:lnTo>
                    <a:pt x="731235" y="366950"/>
                  </a:lnTo>
                  <a:lnTo>
                    <a:pt x="740985" y="373893"/>
                  </a:lnTo>
                  <a:lnTo>
                    <a:pt x="750734" y="362872"/>
                  </a:lnTo>
                  <a:lnTo>
                    <a:pt x="760484" y="367288"/>
                  </a:lnTo>
                  <a:lnTo>
                    <a:pt x="770233" y="368754"/>
                  </a:lnTo>
                  <a:lnTo>
                    <a:pt x="779983" y="370927"/>
                  </a:lnTo>
                  <a:lnTo>
                    <a:pt x="789733" y="339368"/>
                  </a:lnTo>
                  <a:lnTo>
                    <a:pt x="799482" y="332012"/>
                  </a:lnTo>
                  <a:lnTo>
                    <a:pt x="809232" y="347094"/>
                  </a:lnTo>
                  <a:lnTo>
                    <a:pt x="818982" y="330009"/>
                  </a:lnTo>
                  <a:lnTo>
                    <a:pt x="828732" y="323916"/>
                  </a:lnTo>
                  <a:lnTo>
                    <a:pt x="838482" y="288346"/>
                  </a:lnTo>
                  <a:lnTo>
                    <a:pt x="848232" y="285405"/>
                  </a:lnTo>
                  <a:lnTo>
                    <a:pt x="857982" y="264801"/>
                  </a:lnTo>
                  <a:lnTo>
                    <a:pt x="867732" y="245896"/>
                  </a:lnTo>
                  <a:lnTo>
                    <a:pt x="877482" y="242929"/>
                  </a:lnTo>
                  <a:lnTo>
                    <a:pt x="887231" y="232934"/>
                  </a:lnTo>
                  <a:lnTo>
                    <a:pt x="896981" y="214547"/>
                  </a:lnTo>
                  <a:lnTo>
                    <a:pt x="906730" y="200616"/>
                  </a:lnTo>
                  <a:lnTo>
                    <a:pt x="916480" y="230098"/>
                  </a:lnTo>
                  <a:lnTo>
                    <a:pt x="926230" y="248776"/>
                  </a:lnTo>
                  <a:lnTo>
                    <a:pt x="935979" y="223001"/>
                  </a:lnTo>
                  <a:lnTo>
                    <a:pt x="945729" y="231141"/>
                  </a:lnTo>
                  <a:lnTo>
                    <a:pt x="955479" y="243284"/>
                  </a:lnTo>
                  <a:lnTo>
                    <a:pt x="965229" y="288568"/>
                  </a:lnTo>
                  <a:lnTo>
                    <a:pt x="974979" y="299319"/>
                  </a:lnTo>
                  <a:lnTo>
                    <a:pt x="984729" y="307300"/>
                  </a:lnTo>
                  <a:lnTo>
                    <a:pt x="994474" y="303060"/>
                  </a:lnTo>
                  <a:lnTo>
                    <a:pt x="1004233" y="331035"/>
                  </a:lnTo>
                  <a:lnTo>
                    <a:pt x="1013977" y="290986"/>
                  </a:lnTo>
                  <a:lnTo>
                    <a:pt x="1023721" y="275910"/>
                  </a:lnTo>
                  <a:lnTo>
                    <a:pt x="1033480" y="252614"/>
                  </a:lnTo>
                  <a:lnTo>
                    <a:pt x="1043224" y="240879"/>
                  </a:lnTo>
                  <a:lnTo>
                    <a:pt x="1052983" y="210816"/>
                  </a:lnTo>
                  <a:lnTo>
                    <a:pt x="1062727" y="211455"/>
                  </a:lnTo>
                  <a:lnTo>
                    <a:pt x="1072471" y="245979"/>
                  </a:lnTo>
                  <a:lnTo>
                    <a:pt x="1082230" y="277558"/>
                  </a:lnTo>
                  <a:lnTo>
                    <a:pt x="1091973" y="286802"/>
                  </a:lnTo>
                  <a:lnTo>
                    <a:pt x="1101732" y="310668"/>
                  </a:lnTo>
                  <a:lnTo>
                    <a:pt x="1111476" y="289331"/>
                  </a:lnTo>
                  <a:lnTo>
                    <a:pt x="1121220" y="255261"/>
                  </a:lnTo>
                  <a:lnTo>
                    <a:pt x="1130979" y="273276"/>
                  </a:lnTo>
                  <a:lnTo>
                    <a:pt x="1140723" y="270826"/>
                  </a:lnTo>
                  <a:lnTo>
                    <a:pt x="1150482" y="272845"/>
                  </a:lnTo>
                  <a:lnTo>
                    <a:pt x="1160226" y="277921"/>
                  </a:lnTo>
                  <a:lnTo>
                    <a:pt x="1169969" y="298051"/>
                  </a:lnTo>
                  <a:lnTo>
                    <a:pt x="1179728" y="286075"/>
                  </a:lnTo>
                  <a:lnTo>
                    <a:pt x="1189472" y="287316"/>
                  </a:lnTo>
                  <a:lnTo>
                    <a:pt x="1199231" y="297043"/>
                  </a:lnTo>
                  <a:lnTo>
                    <a:pt x="1208975" y="272434"/>
                  </a:lnTo>
                  <a:lnTo>
                    <a:pt x="1218719" y="264825"/>
                  </a:lnTo>
                  <a:lnTo>
                    <a:pt x="1228478" y="262960"/>
                  </a:lnTo>
                  <a:lnTo>
                    <a:pt x="1238222" y="281323"/>
                  </a:lnTo>
                  <a:lnTo>
                    <a:pt x="1247966" y="238977"/>
                  </a:lnTo>
                  <a:lnTo>
                    <a:pt x="1257725" y="224611"/>
                  </a:lnTo>
                  <a:lnTo>
                    <a:pt x="1267469" y="196300"/>
                  </a:lnTo>
                  <a:lnTo>
                    <a:pt x="1277227" y="186865"/>
                  </a:lnTo>
                  <a:lnTo>
                    <a:pt x="1286971" y="170671"/>
                  </a:lnTo>
                  <a:lnTo>
                    <a:pt x="1296715" y="128621"/>
                  </a:lnTo>
                  <a:lnTo>
                    <a:pt x="1306474" y="135839"/>
                  </a:lnTo>
                  <a:lnTo>
                    <a:pt x="1316218" y="156232"/>
                  </a:lnTo>
                  <a:lnTo>
                    <a:pt x="1325977" y="143208"/>
                  </a:lnTo>
                  <a:lnTo>
                    <a:pt x="1335721" y="130208"/>
                  </a:lnTo>
                  <a:lnTo>
                    <a:pt x="1345465" y="99220"/>
                  </a:lnTo>
                  <a:lnTo>
                    <a:pt x="1355224" y="129672"/>
                  </a:lnTo>
                  <a:lnTo>
                    <a:pt x="1364967" y="153162"/>
                  </a:lnTo>
                  <a:lnTo>
                    <a:pt x="1374726" y="177211"/>
                  </a:lnTo>
                  <a:lnTo>
                    <a:pt x="1384470" y="200338"/>
                  </a:lnTo>
                  <a:lnTo>
                    <a:pt x="1394214" y="190340"/>
                  </a:lnTo>
                  <a:lnTo>
                    <a:pt x="1403973" y="186286"/>
                  </a:lnTo>
                  <a:lnTo>
                    <a:pt x="1413717" y="154160"/>
                  </a:lnTo>
                  <a:lnTo>
                    <a:pt x="1423476" y="135204"/>
                  </a:lnTo>
                  <a:lnTo>
                    <a:pt x="1433220" y="161346"/>
                  </a:lnTo>
                  <a:lnTo>
                    <a:pt x="1442964" y="175647"/>
                  </a:lnTo>
                  <a:lnTo>
                    <a:pt x="1452722" y="188261"/>
                  </a:lnTo>
                  <a:lnTo>
                    <a:pt x="1462466" y="211025"/>
                  </a:lnTo>
                  <a:lnTo>
                    <a:pt x="1472225" y="226998"/>
                  </a:lnTo>
                  <a:lnTo>
                    <a:pt x="1481969" y="239239"/>
                  </a:lnTo>
                  <a:lnTo>
                    <a:pt x="1491713" y="291113"/>
                  </a:lnTo>
                  <a:lnTo>
                    <a:pt x="1501472" y="271623"/>
                  </a:lnTo>
                  <a:lnTo>
                    <a:pt x="1511216" y="260993"/>
                  </a:lnTo>
                  <a:lnTo>
                    <a:pt x="1520960" y="260017"/>
                  </a:lnTo>
                  <a:lnTo>
                    <a:pt x="1530719" y="275078"/>
                  </a:lnTo>
                  <a:lnTo>
                    <a:pt x="1540463" y="256598"/>
                  </a:lnTo>
                  <a:lnTo>
                    <a:pt x="1550221" y="268060"/>
                  </a:lnTo>
                  <a:lnTo>
                    <a:pt x="1559965" y="243935"/>
                  </a:lnTo>
                  <a:lnTo>
                    <a:pt x="1569709" y="210202"/>
                  </a:lnTo>
                  <a:lnTo>
                    <a:pt x="1579468" y="198007"/>
                  </a:lnTo>
                  <a:lnTo>
                    <a:pt x="1589212" y="175367"/>
                  </a:lnTo>
                  <a:lnTo>
                    <a:pt x="1598971" y="144511"/>
                  </a:lnTo>
                  <a:lnTo>
                    <a:pt x="1608715" y="132817"/>
                  </a:lnTo>
                  <a:lnTo>
                    <a:pt x="1618459" y="147369"/>
                  </a:lnTo>
                  <a:lnTo>
                    <a:pt x="1628218" y="170018"/>
                  </a:lnTo>
                  <a:lnTo>
                    <a:pt x="1637962" y="176243"/>
                  </a:lnTo>
                  <a:lnTo>
                    <a:pt x="1647720" y="194091"/>
                  </a:lnTo>
                  <a:lnTo>
                    <a:pt x="1657464" y="171450"/>
                  </a:lnTo>
                  <a:lnTo>
                    <a:pt x="1667208" y="157317"/>
                  </a:lnTo>
                  <a:lnTo>
                    <a:pt x="1676967" y="156840"/>
                  </a:lnTo>
                  <a:lnTo>
                    <a:pt x="1686711" y="129436"/>
                  </a:lnTo>
                  <a:lnTo>
                    <a:pt x="1696470" y="98044"/>
                  </a:lnTo>
                  <a:lnTo>
                    <a:pt x="1706214" y="97435"/>
                  </a:lnTo>
                  <a:lnTo>
                    <a:pt x="1715958" y="103989"/>
                  </a:lnTo>
                  <a:lnTo>
                    <a:pt x="1725716" y="60779"/>
                  </a:lnTo>
                  <a:lnTo>
                    <a:pt x="1735460" y="55527"/>
                  </a:lnTo>
                  <a:lnTo>
                    <a:pt x="1745219" y="62248"/>
                  </a:lnTo>
                  <a:lnTo>
                    <a:pt x="1754963" y="60484"/>
                  </a:lnTo>
                  <a:lnTo>
                    <a:pt x="1764707" y="94008"/>
                  </a:lnTo>
                  <a:lnTo>
                    <a:pt x="1774466" y="89389"/>
                  </a:lnTo>
                  <a:lnTo>
                    <a:pt x="1784210" y="82120"/>
                  </a:lnTo>
                  <a:lnTo>
                    <a:pt x="1793969" y="72127"/>
                  </a:lnTo>
                  <a:lnTo>
                    <a:pt x="1803713" y="82147"/>
                  </a:lnTo>
                  <a:lnTo>
                    <a:pt x="1813457" y="81728"/>
                  </a:lnTo>
                  <a:lnTo>
                    <a:pt x="1823215" y="73827"/>
                  </a:lnTo>
                  <a:lnTo>
                    <a:pt x="1832959" y="103888"/>
                  </a:lnTo>
                  <a:lnTo>
                    <a:pt x="1842703" y="120427"/>
                  </a:lnTo>
                  <a:lnTo>
                    <a:pt x="1852462" y="120442"/>
                  </a:lnTo>
                  <a:lnTo>
                    <a:pt x="1862206" y="98648"/>
                  </a:lnTo>
                  <a:lnTo>
                    <a:pt x="1871965" y="104504"/>
                  </a:lnTo>
                  <a:lnTo>
                    <a:pt x="1881709" y="82865"/>
                  </a:lnTo>
                  <a:lnTo>
                    <a:pt x="1891453" y="40992"/>
                  </a:lnTo>
                  <a:lnTo>
                    <a:pt x="1901212" y="39493"/>
                  </a:lnTo>
                  <a:lnTo>
                    <a:pt x="1910956" y="44383"/>
                  </a:lnTo>
                  <a:lnTo>
                    <a:pt x="1920714" y="55488"/>
                  </a:lnTo>
                  <a:lnTo>
                    <a:pt x="1930458" y="73722"/>
                  </a:lnTo>
                  <a:lnTo>
                    <a:pt x="1940202" y="86924"/>
                  </a:lnTo>
                  <a:lnTo>
                    <a:pt x="1949961" y="92913"/>
                  </a:lnTo>
                  <a:lnTo>
                    <a:pt x="1959705" y="88108"/>
                  </a:lnTo>
                  <a:lnTo>
                    <a:pt x="1969464" y="93679"/>
                  </a:lnTo>
                  <a:lnTo>
                    <a:pt x="1979208" y="99303"/>
                  </a:lnTo>
                  <a:lnTo>
                    <a:pt x="1988952" y="98947"/>
                  </a:lnTo>
                  <a:lnTo>
                    <a:pt x="1998711" y="95491"/>
                  </a:lnTo>
                  <a:lnTo>
                    <a:pt x="2008454" y="104451"/>
                  </a:lnTo>
                  <a:lnTo>
                    <a:pt x="2018213" y="87792"/>
                  </a:lnTo>
                  <a:lnTo>
                    <a:pt x="2027957" y="78839"/>
                  </a:lnTo>
                  <a:lnTo>
                    <a:pt x="2037701" y="41945"/>
                  </a:lnTo>
                  <a:lnTo>
                    <a:pt x="2047460" y="42105"/>
                  </a:lnTo>
                  <a:lnTo>
                    <a:pt x="2057204" y="54937"/>
                  </a:lnTo>
                  <a:lnTo>
                    <a:pt x="2066963" y="25102"/>
                  </a:lnTo>
                  <a:lnTo>
                    <a:pt x="2076707" y="49663"/>
                  </a:lnTo>
                  <a:lnTo>
                    <a:pt x="2086451" y="43578"/>
                  </a:lnTo>
                  <a:lnTo>
                    <a:pt x="2096210" y="54290"/>
                  </a:lnTo>
                  <a:lnTo>
                    <a:pt x="2105954" y="52608"/>
                  </a:lnTo>
                  <a:lnTo>
                    <a:pt x="2115697" y="59069"/>
                  </a:lnTo>
                  <a:lnTo>
                    <a:pt x="2125456" y="67874"/>
                  </a:lnTo>
                  <a:lnTo>
                    <a:pt x="2135200" y="77995"/>
                  </a:lnTo>
                  <a:lnTo>
                    <a:pt x="2144959" y="38565"/>
                  </a:lnTo>
                  <a:lnTo>
                    <a:pt x="2154703" y="0"/>
                  </a:lnTo>
                  <a:lnTo>
                    <a:pt x="2164447" y="12797"/>
                  </a:lnTo>
                  <a:lnTo>
                    <a:pt x="2174206" y="22509"/>
                  </a:lnTo>
                  <a:lnTo>
                    <a:pt x="2183950" y="19765"/>
                  </a:lnTo>
                  <a:lnTo>
                    <a:pt x="2193709" y="15026"/>
                  </a:lnTo>
                  <a:lnTo>
                    <a:pt x="2203452" y="20663"/>
                  </a:lnTo>
                  <a:lnTo>
                    <a:pt x="2213196" y="47347"/>
                  </a:lnTo>
                  <a:lnTo>
                    <a:pt x="2222955" y="58018"/>
                  </a:lnTo>
                  <a:lnTo>
                    <a:pt x="2232699" y="86036"/>
                  </a:lnTo>
                  <a:lnTo>
                    <a:pt x="2242458" y="82180"/>
                  </a:lnTo>
                  <a:lnTo>
                    <a:pt x="2252202" y="74519"/>
                  </a:lnTo>
                  <a:lnTo>
                    <a:pt x="2261946" y="87709"/>
                  </a:lnTo>
                  <a:lnTo>
                    <a:pt x="2271705" y="129728"/>
                  </a:lnTo>
                  <a:lnTo>
                    <a:pt x="2281449" y="132607"/>
                  </a:lnTo>
                  <a:lnTo>
                    <a:pt x="2291208" y="178099"/>
                  </a:lnTo>
                  <a:lnTo>
                    <a:pt x="2300951" y="152588"/>
                  </a:lnTo>
                  <a:lnTo>
                    <a:pt x="2310695" y="119922"/>
                  </a:lnTo>
                  <a:lnTo>
                    <a:pt x="2320454" y="133167"/>
                  </a:lnTo>
                  <a:lnTo>
                    <a:pt x="2330198" y="136284"/>
                  </a:lnTo>
                  <a:lnTo>
                    <a:pt x="2339957" y="161496"/>
                  </a:lnTo>
                  <a:lnTo>
                    <a:pt x="2349701" y="192763"/>
                  </a:lnTo>
                  <a:lnTo>
                    <a:pt x="2359445" y="239263"/>
                  </a:lnTo>
                  <a:lnTo>
                    <a:pt x="2369204" y="235861"/>
                  </a:lnTo>
                  <a:lnTo>
                    <a:pt x="2378948" y="236824"/>
                  </a:lnTo>
                  <a:lnTo>
                    <a:pt x="2388692" y="235730"/>
                  </a:lnTo>
                  <a:lnTo>
                    <a:pt x="2398450" y="260331"/>
                  </a:lnTo>
                  <a:lnTo>
                    <a:pt x="2408194" y="221972"/>
                  </a:lnTo>
                  <a:lnTo>
                    <a:pt x="2417953" y="208151"/>
                  </a:lnTo>
                  <a:lnTo>
                    <a:pt x="2427697" y="241566"/>
                  </a:lnTo>
                  <a:lnTo>
                    <a:pt x="2437441" y="169780"/>
                  </a:lnTo>
                  <a:lnTo>
                    <a:pt x="2447200" y="153702"/>
                  </a:lnTo>
                  <a:lnTo>
                    <a:pt x="2456944" y="172113"/>
                  </a:lnTo>
                  <a:lnTo>
                    <a:pt x="2466703" y="183700"/>
                  </a:lnTo>
                  <a:lnTo>
                    <a:pt x="2476446" y="190470"/>
                  </a:lnTo>
                  <a:lnTo>
                    <a:pt x="2486190" y="214212"/>
                  </a:lnTo>
                  <a:lnTo>
                    <a:pt x="2495949" y="218468"/>
                  </a:lnTo>
                  <a:lnTo>
                    <a:pt x="2505693" y="266933"/>
                  </a:lnTo>
                  <a:lnTo>
                    <a:pt x="2515452" y="278145"/>
                  </a:lnTo>
                  <a:lnTo>
                    <a:pt x="2525196" y="290795"/>
                  </a:lnTo>
                  <a:lnTo>
                    <a:pt x="2534940" y="266397"/>
                  </a:lnTo>
                  <a:lnTo>
                    <a:pt x="2544699" y="295158"/>
                  </a:lnTo>
                  <a:lnTo>
                    <a:pt x="2554443" y="313203"/>
                  </a:lnTo>
                  <a:lnTo>
                    <a:pt x="2564202" y="305998"/>
                  </a:lnTo>
                  <a:lnTo>
                    <a:pt x="2573946" y="302326"/>
                  </a:lnTo>
                  <a:lnTo>
                    <a:pt x="2583690" y="289107"/>
                  </a:lnTo>
                  <a:lnTo>
                    <a:pt x="2593448" y="250635"/>
                  </a:lnTo>
                  <a:lnTo>
                    <a:pt x="2603192" y="236518"/>
                  </a:lnTo>
                  <a:lnTo>
                    <a:pt x="2612951" y="241562"/>
                  </a:lnTo>
                  <a:lnTo>
                    <a:pt x="2622695" y="224559"/>
                  </a:lnTo>
                  <a:lnTo>
                    <a:pt x="2632439" y="231125"/>
                  </a:lnTo>
                  <a:lnTo>
                    <a:pt x="2642198" y="242710"/>
                  </a:lnTo>
                  <a:lnTo>
                    <a:pt x="2651942" y="218654"/>
                  </a:lnTo>
                  <a:lnTo>
                    <a:pt x="2661685" y="205773"/>
                  </a:lnTo>
                  <a:lnTo>
                    <a:pt x="2671444" y="195071"/>
                  </a:lnTo>
                  <a:lnTo>
                    <a:pt x="2681188" y="180750"/>
                  </a:lnTo>
                  <a:lnTo>
                    <a:pt x="2690947" y="213893"/>
                  </a:lnTo>
                  <a:lnTo>
                    <a:pt x="2700691" y="225040"/>
                  </a:lnTo>
                  <a:lnTo>
                    <a:pt x="2710435" y="214410"/>
                  </a:lnTo>
                  <a:lnTo>
                    <a:pt x="2720194" y="222987"/>
                  </a:lnTo>
                  <a:lnTo>
                    <a:pt x="2729938" y="231658"/>
                  </a:lnTo>
                  <a:lnTo>
                    <a:pt x="2739697" y="259178"/>
                  </a:lnTo>
                  <a:lnTo>
                    <a:pt x="2749441" y="223403"/>
                  </a:lnTo>
                  <a:lnTo>
                    <a:pt x="2759185" y="283544"/>
                  </a:lnTo>
                  <a:lnTo>
                    <a:pt x="2768943" y="306706"/>
                  </a:lnTo>
                  <a:lnTo>
                    <a:pt x="2778687" y="339104"/>
                  </a:lnTo>
                  <a:lnTo>
                    <a:pt x="2788446" y="320733"/>
                  </a:lnTo>
                  <a:lnTo>
                    <a:pt x="2798190" y="292029"/>
                  </a:lnTo>
                  <a:lnTo>
                    <a:pt x="2807934" y="279640"/>
                  </a:lnTo>
                  <a:lnTo>
                    <a:pt x="2817693" y="316438"/>
                  </a:lnTo>
                  <a:lnTo>
                    <a:pt x="2827437" y="318670"/>
                  </a:lnTo>
                  <a:lnTo>
                    <a:pt x="2837196" y="320051"/>
                  </a:lnTo>
                  <a:lnTo>
                    <a:pt x="2846940" y="324974"/>
                  </a:lnTo>
                  <a:lnTo>
                    <a:pt x="2856684" y="288078"/>
                  </a:lnTo>
                  <a:lnTo>
                    <a:pt x="2866442" y="317864"/>
                  </a:lnTo>
                  <a:lnTo>
                    <a:pt x="2876186" y="338010"/>
                  </a:lnTo>
                  <a:lnTo>
                    <a:pt x="2885945" y="335364"/>
                  </a:lnTo>
                  <a:lnTo>
                    <a:pt x="2895689" y="328558"/>
                  </a:lnTo>
                  <a:lnTo>
                    <a:pt x="2905433" y="311910"/>
                  </a:lnTo>
                  <a:lnTo>
                    <a:pt x="2915192" y="29284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3" name="Freeform 1092">
              <a:extLst>
                <a:ext uri="{FF2B5EF4-FFF2-40B4-BE49-F238E27FC236}">
                  <a16:creationId xmlns:a16="http://schemas.microsoft.com/office/drawing/2014/main" id="{26B0358B-2AAF-DB66-4741-7B5C37CCBFA3}"/>
                </a:ext>
              </a:extLst>
            </p:cNvPr>
            <p:cNvSpPr/>
            <p:nvPr/>
          </p:nvSpPr>
          <p:spPr>
            <a:xfrm>
              <a:off x="4426652" y="3033998"/>
              <a:ext cx="2915191" cy="675676"/>
            </a:xfrm>
            <a:custGeom>
              <a:avLst/>
              <a:gdLst>
                <a:gd name="connsiteX0" fmla="*/ 0 w 2915191"/>
                <a:gd name="connsiteY0" fmla="*/ 358806 h 675676"/>
                <a:gd name="connsiteX1" fmla="*/ 9750 w 2915191"/>
                <a:gd name="connsiteY1" fmla="*/ 333193 h 675676"/>
                <a:gd name="connsiteX2" fmla="*/ 19500 w 2915191"/>
                <a:gd name="connsiteY2" fmla="*/ 348508 h 675676"/>
                <a:gd name="connsiteX3" fmla="*/ 29250 w 2915191"/>
                <a:gd name="connsiteY3" fmla="*/ 340023 h 675676"/>
                <a:gd name="connsiteX4" fmla="*/ 39000 w 2915191"/>
                <a:gd name="connsiteY4" fmla="*/ 350031 h 675676"/>
                <a:gd name="connsiteX5" fmla="*/ 48749 w 2915191"/>
                <a:gd name="connsiteY5" fmla="*/ 351550 h 675676"/>
                <a:gd name="connsiteX6" fmla="*/ 58499 w 2915191"/>
                <a:gd name="connsiteY6" fmla="*/ 353971 h 675676"/>
                <a:gd name="connsiteX7" fmla="*/ 68249 w 2915191"/>
                <a:gd name="connsiteY7" fmla="*/ 377244 h 675676"/>
                <a:gd name="connsiteX8" fmla="*/ 77998 w 2915191"/>
                <a:gd name="connsiteY8" fmla="*/ 328315 h 675676"/>
                <a:gd name="connsiteX9" fmla="*/ 87748 w 2915191"/>
                <a:gd name="connsiteY9" fmla="*/ 339756 h 675676"/>
                <a:gd name="connsiteX10" fmla="*/ 97497 w 2915191"/>
                <a:gd name="connsiteY10" fmla="*/ 344012 h 675676"/>
                <a:gd name="connsiteX11" fmla="*/ 107247 w 2915191"/>
                <a:gd name="connsiteY11" fmla="*/ 352565 h 675676"/>
                <a:gd name="connsiteX12" fmla="*/ 116997 w 2915191"/>
                <a:gd name="connsiteY12" fmla="*/ 314740 h 675676"/>
                <a:gd name="connsiteX13" fmla="*/ 126747 w 2915191"/>
                <a:gd name="connsiteY13" fmla="*/ 274098 h 675676"/>
                <a:gd name="connsiteX14" fmla="*/ 136497 w 2915191"/>
                <a:gd name="connsiteY14" fmla="*/ 260550 h 675676"/>
                <a:gd name="connsiteX15" fmla="*/ 146247 w 2915191"/>
                <a:gd name="connsiteY15" fmla="*/ 268784 h 675676"/>
                <a:gd name="connsiteX16" fmla="*/ 155997 w 2915191"/>
                <a:gd name="connsiteY16" fmla="*/ 241520 h 675676"/>
                <a:gd name="connsiteX17" fmla="*/ 165747 w 2915191"/>
                <a:gd name="connsiteY17" fmla="*/ 215989 h 675676"/>
                <a:gd name="connsiteX18" fmla="*/ 175497 w 2915191"/>
                <a:gd name="connsiteY18" fmla="*/ 218269 h 675676"/>
                <a:gd name="connsiteX19" fmla="*/ 185247 w 2915191"/>
                <a:gd name="connsiteY19" fmla="*/ 240350 h 675676"/>
                <a:gd name="connsiteX20" fmla="*/ 194996 w 2915191"/>
                <a:gd name="connsiteY20" fmla="*/ 237709 h 675676"/>
                <a:gd name="connsiteX21" fmla="*/ 204746 w 2915191"/>
                <a:gd name="connsiteY21" fmla="*/ 255412 h 675676"/>
                <a:gd name="connsiteX22" fmla="*/ 214495 w 2915191"/>
                <a:gd name="connsiteY22" fmla="*/ 251785 h 675676"/>
                <a:gd name="connsiteX23" fmla="*/ 224245 w 2915191"/>
                <a:gd name="connsiteY23" fmla="*/ 294098 h 675676"/>
                <a:gd name="connsiteX24" fmla="*/ 233995 w 2915191"/>
                <a:gd name="connsiteY24" fmla="*/ 260488 h 675676"/>
                <a:gd name="connsiteX25" fmla="*/ 243744 w 2915191"/>
                <a:gd name="connsiteY25" fmla="*/ 258980 h 675676"/>
                <a:gd name="connsiteX26" fmla="*/ 253494 w 2915191"/>
                <a:gd name="connsiteY26" fmla="*/ 233446 h 675676"/>
                <a:gd name="connsiteX27" fmla="*/ 263244 w 2915191"/>
                <a:gd name="connsiteY27" fmla="*/ 193395 h 675676"/>
                <a:gd name="connsiteX28" fmla="*/ 272994 w 2915191"/>
                <a:gd name="connsiteY28" fmla="*/ 163262 h 675676"/>
                <a:gd name="connsiteX29" fmla="*/ 282744 w 2915191"/>
                <a:gd name="connsiteY29" fmla="*/ 155904 h 675676"/>
                <a:gd name="connsiteX30" fmla="*/ 292494 w 2915191"/>
                <a:gd name="connsiteY30" fmla="*/ 183701 h 675676"/>
                <a:gd name="connsiteX31" fmla="*/ 302244 w 2915191"/>
                <a:gd name="connsiteY31" fmla="*/ 131914 h 675676"/>
                <a:gd name="connsiteX32" fmla="*/ 311994 w 2915191"/>
                <a:gd name="connsiteY32" fmla="*/ 144045 h 675676"/>
                <a:gd name="connsiteX33" fmla="*/ 321744 w 2915191"/>
                <a:gd name="connsiteY33" fmla="*/ 168283 h 675676"/>
                <a:gd name="connsiteX34" fmla="*/ 331493 w 2915191"/>
                <a:gd name="connsiteY34" fmla="*/ 213349 h 675676"/>
                <a:gd name="connsiteX35" fmla="*/ 341243 w 2915191"/>
                <a:gd name="connsiteY35" fmla="*/ 185518 h 675676"/>
                <a:gd name="connsiteX36" fmla="*/ 350993 w 2915191"/>
                <a:gd name="connsiteY36" fmla="*/ 158255 h 675676"/>
                <a:gd name="connsiteX37" fmla="*/ 360742 w 2915191"/>
                <a:gd name="connsiteY37" fmla="*/ 150177 h 675676"/>
                <a:gd name="connsiteX38" fmla="*/ 370492 w 2915191"/>
                <a:gd name="connsiteY38" fmla="*/ 168673 h 675676"/>
                <a:gd name="connsiteX39" fmla="*/ 380241 w 2915191"/>
                <a:gd name="connsiteY39" fmla="*/ 161569 h 675676"/>
                <a:gd name="connsiteX40" fmla="*/ 389991 w 2915191"/>
                <a:gd name="connsiteY40" fmla="*/ 149231 h 675676"/>
                <a:gd name="connsiteX41" fmla="*/ 399741 w 2915191"/>
                <a:gd name="connsiteY41" fmla="*/ 133359 h 675676"/>
                <a:gd name="connsiteX42" fmla="*/ 409491 w 2915191"/>
                <a:gd name="connsiteY42" fmla="*/ 148151 h 675676"/>
                <a:gd name="connsiteX43" fmla="*/ 419241 w 2915191"/>
                <a:gd name="connsiteY43" fmla="*/ 112921 h 675676"/>
                <a:gd name="connsiteX44" fmla="*/ 428991 w 2915191"/>
                <a:gd name="connsiteY44" fmla="*/ 85124 h 675676"/>
                <a:gd name="connsiteX45" fmla="*/ 438741 w 2915191"/>
                <a:gd name="connsiteY45" fmla="*/ 78343 h 675676"/>
                <a:gd name="connsiteX46" fmla="*/ 448491 w 2915191"/>
                <a:gd name="connsiteY46" fmla="*/ 103485 h 675676"/>
                <a:gd name="connsiteX47" fmla="*/ 458241 w 2915191"/>
                <a:gd name="connsiteY47" fmla="*/ 89065 h 675676"/>
                <a:gd name="connsiteX48" fmla="*/ 467991 w 2915191"/>
                <a:gd name="connsiteY48" fmla="*/ 94355 h 675676"/>
                <a:gd name="connsiteX49" fmla="*/ 477740 w 2915191"/>
                <a:gd name="connsiteY49" fmla="*/ 95768 h 675676"/>
                <a:gd name="connsiteX50" fmla="*/ 487490 w 2915191"/>
                <a:gd name="connsiteY50" fmla="*/ 101736 h 675676"/>
                <a:gd name="connsiteX51" fmla="*/ 497239 w 2915191"/>
                <a:gd name="connsiteY51" fmla="*/ 114384 h 675676"/>
                <a:gd name="connsiteX52" fmla="*/ 506989 w 2915191"/>
                <a:gd name="connsiteY52" fmla="*/ 134244 h 675676"/>
                <a:gd name="connsiteX53" fmla="*/ 516738 w 2915191"/>
                <a:gd name="connsiteY53" fmla="*/ 125190 h 675676"/>
                <a:gd name="connsiteX54" fmla="*/ 526488 w 2915191"/>
                <a:gd name="connsiteY54" fmla="*/ 133909 h 675676"/>
                <a:gd name="connsiteX55" fmla="*/ 536238 w 2915191"/>
                <a:gd name="connsiteY55" fmla="*/ 140828 h 675676"/>
                <a:gd name="connsiteX56" fmla="*/ 545988 w 2915191"/>
                <a:gd name="connsiteY56" fmla="*/ 139490 h 675676"/>
                <a:gd name="connsiteX57" fmla="*/ 555738 w 2915191"/>
                <a:gd name="connsiteY57" fmla="*/ 123830 h 675676"/>
                <a:gd name="connsiteX58" fmla="*/ 565488 w 2915191"/>
                <a:gd name="connsiteY58" fmla="*/ 127066 h 675676"/>
                <a:gd name="connsiteX59" fmla="*/ 575238 w 2915191"/>
                <a:gd name="connsiteY59" fmla="*/ 113332 h 675676"/>
                <a:gd name="connsiteX60" fmla="*/ 584988 w 2915191"/>
                <a:gd name="connsiteY60" fmla="*/ 102481 h 675676"/>
                <a:gd name="connsiteX61" fmla="*/ 594738 w 2915191"/>
                <a:gd name="connsiteY61" fmla="*/ 122864 h 675676"/>
                <a:gd name="connsiteX62" fmla="*/ 604488 w 2915191"/>
                <a:gd name="connsiteY62" fmla="*/ 120707 h 675676"/>
                <a:gd name="connsiteX63" fmla="*/ 614237 w 2915191"/>
                <a:gd name="connsiteY63" fmla="*/ 120576 h 675676"/>
                <a:gd name="connsiteX64" fmla="*/ 623987 w 2915191"/>
                <a:gd name="connsiteY64" fmla="*/ 80656 h 675676"/>
                <a:gd name="connsiteX65" fmla="*/ 633736 w 2915191"/>
                <a:gd name="connsiteY65" fmla="*/ 107565 h 675676"/>
                <a:gd name="connsiteX66" fmla="*/ 643486 w 2915191"/>
                <a:gd name="connsiteY66" fmla="*/ 113912 h 675676"/>
                <a:gd name="connsiteX67" fmla="*/ 653236 w 2915191"/>
                <a:gd name="connsiteY67" fmla="*/ 75594 h 675676"/>
                <a:gd name="connsiteX68" fmla="*/ 662985 w 2915191"/>
                <a:gd name="connsiteY68" fmla="*/ 94650 h 675676"/>
                <a:gd name="connsiteX69" fmla="*/ 672735 w 2915191"/>
                <a:gd name="connsiteY69" fmla="*/ 51036 h 675676"/>
                <a:gd name="connsiteX70" fmla="*/ 682485 w 2915191"/>
                <a:gd name="connsiteY70" fmla="*/ 25792 h 675676"/>
                <a:gd name="connsiteX71" fmla="*/ 692235 w 2915191"/>
                <a:gd name="connsiteY71" fmla="*/ 30269 h 675676"/>
                <a:gd name="connsiteX72" fmla="*/ 701985 w 2915191"/>
                <a:gd name="connsiteY72" fmla="*/ 0 h 675676"/>
                <a:gd name="connsiteX73" fmla="*/ 711735 w 2915191"/>
                <a:gd name="connsiteY73" fmla="*/ 5641 h 675676"/>
                <a:gd name="connsiteX74" fmla="*/ 721485 w 2915191"/>
                <a:gd name="connsiteY74" fmla="*/ 30424 h 675676"/>
                <a:gd name="connsiteX75" fmla="*/ 731235 w 2915191"/>
                <a:gd name="connsiteY75" fmla="*/ 26975 h 675676"/>
                <a:gd name="connsiteX76" fmla="*/ 740985 w 2915191"/>
                <a:gd name="connsiteY76" fmla="*/ 62501 h 675676"/>
                <a:gd name="connsiteX77" fmla="*/ 750734 w 2915191"/>
                <a:gd name="connsiteY77" fmla="*/ 106154 h 675676"/>
                <a:gd name="connsiteX78" fmla="*/ 760484 w 2915191"/>
                <a:gd name="connsiteY78" fmla="*/ 108427 h 675676"/>
                <a:gd name="connsiteX79" fmla="*/ 770233 w 2915191"/>
                <a:gd name="connsiteY79" fmla="*/ 135475 h 675676"/>
                <a:gd name="connsiteX80" fmla="*/ 779983 w 2915191"/>
                <a:gd name="connsiteY80" fmla="*/ 153148 h 675676"/>
                <a:gd name="connsiteX81" fmla="*/ 789733 w 2915191"/>
                <a:gd name="connsiteY81" fmla="*/ 159167 h 675676"/>
                <a:gd name="connsiteX82" fmla="*/ 799482 w 2915191"/>
                <a:gd name="connsiteY82" fmla="*/ 149210 h 675676"/>
                <a:gd name="connsiteX83" fmla="*/ 809232 w 2915191"/>
                <a:gd name="connsiteY83" fmla="*/ 142968 h 675676"/>
                <a:gd name="connsiteX84" fmla="*/ 818982 w 2915191"/>
                <a:gd name="connsiteY84" fmla="*/ 152230 h 675676"/>
                <a:gd name="connsiteX85" fmla="*/ 828732 w 2915191"/>
                <a:gd name="connsiteY85" fmla="*/ 158936 h 675676"/>
                <a:gd name="connsiteX86" fmla="*/ 838482 w 2915191"/>
                <a:gd name="connsiteY86" fmla="*/ 182581 h 675676"/>
                <a:gd name="connsiteX87" fmla="*/ 848232 w 2915191"/>
                <a:gd name="connsiteY87" fmla="*/ 183158 h 675676"/>
                <a:gd name="connsiteX88" fmla="*/ 857982 w 2915191"/>
                <a:gd name="connsiteY88" fmla="*/ 154455 h 675676"/>
                <a:gd name="connsiteX89" fmla="*/ 867732 w 2915191"/>
                <a:gd name="connsiteY89" fmla="*/ 154689 h 675676"/>
                <a:gd name="connsiteX90" fmla="*/ 877482 w 2915191"/>
                <a:gd name="connsiteY90" fmla="*/ 160341 h 675676"/>
                <a:gd name="connsiteX91" fmla="*/ 887231 w 2915191"/>
                <a:gd name="connsiteY91" fmla="*/ 172182 h 675676"/>
                <a:gd name="connsiteX92" fmla="*/ 896981 w 2915191"/>
                <a:gd name="connsiteY92" fmla="*/ 182079 h 675676"/>
                <a:gd name="connsiteX93" fmla="*/ 906730 w 2915191"/>
                <a:gd name="connsiteY93" fmla="*/ 212011 h 675676"/>
                <a:gd name="connsiteX94" fmla="*/ 916480 w 2915191"/>
                <a:gd name="connsiteY94" fmla="*/ 206200 h 675676"/>
                <a:gd name="connsiteX95" fmla="*/ 926230 w 2915191"/>
                <a:gd name="connsiteY95" fmla="*/ 217351 h 675676"/>
                <a:gd name="connsiteX96" fmla="*/ 935979 w 2915191"/>
                <a:gd name="connsiteY96" fmla="*/ 188718 h 675676"/>
                <a:gd name="connsiteX97" fmla="*/ 945729 w 2915191"/>
                <a:gd name="connsiteY97" fmla="*/ 224364 h 675676"/>
                <a:gd name="connsiteX98" fmla="*/ 955479 w 2915191"/>
                <a:gd name="connsiteY98" fmla="*/ 206740 h 675676"/>
                <a:gd name="connsiteX99" fmla="*/ 965229 w 2915191"/>
                <a:gd name="connsiteY99" fmla="*/ 230420 h 675676"/>
                <a:gd name="connsiteX100" fmla="*/ 974979 w 2915191"/>
                <a:gd name="connsiteY100" fmla="*/ 224562 h 675676"/>
                <a:gd name="connsiteX101" fmla="*/ 984729 w 2915191"/>
                <a:gd name="connsiteY101" fmla="*/ 227890 h 675676"/>
                <a:gd name="connsiteX102" fmla="*/ 994474 w 2915191"/>
                <a:gd name="connsiteY102" fmla="*/ 226987 h 675676"/>
                <a:gd name="connsiteX103" fmla="*/ 1004233 w 2915191"/>
                <a:gd name="connsiteY103" fmla="*/ 201930 h 675676"/>
                <a:gd name="connsiteX104" fmla="*/ 1013977 w 2915191"/>
                <a:gd name="connsiteY104" fmla="*/ 201592 h 675676"/>
                <a:gd name="connsiteX105" fmla="*/ 1023721 w 2915191"/>
                <a:gd name="connsiteY105" fmla="*/ 208984 h 675676"/>
                <a:gd name="connsiteX106" fmla="*/ 1033480 w 2915191"/>
                <a:gd name="connsiteY106" fmla="*/ 193448 h 675676"/>
                <a:gd name="connsiteX107" fmla="*/ 1043224 w 2915191"/>
                <a:gd name="connsiteY107" fmla="*/ 219088 h 675676"/>
                <a:gd name="connsiteX108" fmla="*/ 1052983 w 2915191"/>
                <a:gd name="connsiteY108" fmla="*/ 229149 h 675676"/>
                <a:gd name="connsiteX109" fmla="*/ 1062727 w 2915191"/>
                <a:gd name="connsiteY109" fmla="*/ 228903 h 675676"/>
                <a:gd name="connsiteX110" fmla="*/ 1072471 w 2915191"/>
                <a:gd name="connsiteY110" fmla="*/ 235185 h 675676"/>
                <a:gd name="connsiteX111" fmla="*/ 1082230 w 2915191"/>
                <a:gd name="connsiteY111" fmla="*/ 255218 h 675676"/>
                <a:gd name="connsiteX112" fmla="*/ 1091973 w 2915191"/>
                <a:gd name="connsiteY112" fmla="*/ 256178 h 675676"/>
                <a:gd name="connsiteX113" fmla="*/ 1101732 w 2915191"/>
                <a:gd name="connsiteY113" fmla="*/ 251905 h 675676"/>
                <a:gd name="connsiteX114" fmla="*/ 1111476 w 2915191"/>
                <a:gd name="connsiteY114" fmla="*/ 231640 h 675676"/>
                <a:gd name="connsiteX115" fmla="*/ 1121220 w 2915191"/>
                <a:gd name="connsiteY115" fmla="*/ 220745 h 675676"/>
                <a:gd name="connsiteX116" fmla="*/ 1130979 w 2915191"/>
                <a:gd name="connsiteY116" fmla="*/ 232750 h 675676"/>
                <a:gd name="connsiteX117" fmla="*/ 1140723 w 2915191"/>
                <a:gd name="connsiteY117" fmla="*/ 278027 h 675676"/>
                <a:gd name="connsiteX118" fmla="*/ 1150482 w 2915191"/>
                <a:gd name="connsiteY118" fmla="*/ 268307 h 675676"/>
                <a:gd name="connsiteX119" fmla="*/ 1160226 w 2915191"/>
                <a:gd name="connsiteY119" fmla="*/ 280850 h 675676"/>
                <a:gd name="connsiteX120" fmla="*/ 1169969 w 2915191"/>
                <a:gd name="connsiteY120" fmla="*/ 278091 h 675676"/>
                <a:gd name="connsiteX121" fmla="*/ 1179728 w 2915191"/>
                <a:gd name="connsiteY121" fmla="*/ 288966 h 675676"/>
                <a:gd name="connsiteX122" fmla="*/ 1189472 w 2915191"/>
                <a:gd name="connsiteY122" fmla="*/ 276501 h 675676"/>
                <a:gd name="connsiteX123" fmla="*/ 1199231 w 2915191"/>
                <a:gd name="connsiteY123" fmla="*/ 285147 h 675676"/>
                <a:gd name="connsiteX124" fmla="*/ 1208975 w 2915191"/>
                <a:gd name="connsiteY124" fmla="*/ 312809 h 675676"/>
                <a:gd name="connsiteX125" fmla="*/ 1218719 w 2915191"/>
                <a:gd name="connsiteY125" fmla="*/ 374179 h 675676"/>
                <a:gd name="connsiteX126" fmla="*/ 1228478 w 2915191"/>
                <a:gd name="connsiteY126" fmla="*/ 360479 h 675676"/>
                <a:gd name="connsiteX127" fmla="*/ 1238222 w 2915191"/>
                <a:gd name="connsiteY127" fmla="*/ 368248 h 675676"/>
                <a:gd name="connsiteX128" fmla="*/ 1247966 w 2915191"/>
                <a:gd name="connsiteY128" fmla="*/ 353422 h 675676"/>
                <a:gd name="connsiteX129" fmla="*/ 1257725 w 2915191"/>
                <a:gd name="connsiteY129" fmla="*/ 365691 h 675676"/>
                <a:gd name="connsiteX130" fmla="*/ 1267469 w 2915191"/>
                <a:gd name="connsiteY130" fmla="*/ 345722 h 675676"/>
                <a:gd name="connsiteX131" fmla="*/ 1277227 w 2915191"/>
                <a:gd name="connsiteY131" fmla="*/ 293491 h 675676"/>
                <a:gd name="connsiteX132" fmla="*/ 1286971 w 2915191"/>
                <a:gd name="connsiteY132" fmla="*/ 263067 h 675676"/>
                <a:gd name="connsiteX133" fmla="*/ 1296715 w 2915191"/>
                <a:gd name="connsiteY133" fmla="*/ 228714 h 675676"/>
                <a:gd name="connsiteX134" fmla="*/ 1306474 w 2915191"/>
                <a:gd name="connsiteY134" fmla="*/ 221201 h 675676"/>
                <a:gd name="connsiteX135" fmla="*/ 1316218 w 2915191"/>
                <a:gd name="connsiteY135" fmla="*/ 230761 h 675676"/>
                <a:gd name="connsiteX136" fmla="*/ 1325977 w 2915191"/>
                <a:gd name="connsiteY136" fmla="*/ 200817 h 675676"/>
                <a:gd name="connsiteX137" fmla="*/ 1335721 w 2915191"/>
                <a:gd name="connsiteY137" fmla="*/ 208413 h 675676"/>
                <a:gd name="connsiteX138" fmla="*/ 1345465 w 2915191"/>
                <a:gd name="connsiteY138" fmla="*/ 236687 h 675676"/>
                <a:gd name="connsiteX139" fmla="*/ 1355224 w 2915191"/>
                <a:gd name="connsiteY139" fmla="*/ 265992 h 675676"/>
                <a:gd name="connsiteX140" fmla="*/ 1364967 w 2915191"/>
                <a:gd name="connsiteY140" fmla="*/ 274505 h 675676"/>
                <a:gd name="connsiteX141" fmla="*/ 1374726 w 2915191"/>
                <a:gd name="connsiteY141" fmla="*/ 271191 h 675676"/>
                <a:gd name="connsiteX142" fmla="*/ 1384470 w 2915191"/>
                <a:gd name="connsiteY142" fmla="*/ 265233 h 675676"/>
                <a:gd name="connsiteX143" fmla="*/ 1394214 w 2915191"/>
                <a:gd name="connsiteY143" fmla="*/ 248446 h 675676"/>
                <a:gd name="connsiteX144" fmla="*/ 1403973 w 2915191"/>
                <a:gd name="connsiteY144" fmla="*/ 260176 h 675676"/>
                <a:gd name="connsiteX145" fmla="*/ 1413717 w 2915191"/>
                <a:gd name="connsiteY145" fmla="*/ 259403 h 675676"/>
                <a:gd name="connsiteX146" fmla="*/ 1423476 w 2915191"/>
                <a:gd name="connsiteY146" fmla="*/ 244504 h 675676"/>
                <a:gd name="connsiteX147" fmla="*/ 1433220 w 2915191"/>
                <a:gd name="connsiteY147" fmla="*/ 267329 h 675676"/>
                <a:gd name="connsiteX148" fmla="*/ 1442964 w 2915191"/>
                <a:gd name="connsiteY148" fmla="*/ 247393 h 675676"/>
                <a:gd name="connsiteX149" fmla="*/ 1452722 w 2915191"/>
                <a:gd name="connsiteY149" fmla="*/ 284900 h 675676"/>
                <a:gd name="connsiteX150" fmla="*/ 1462466 w 2915191"/>
                <a:gd name="connsiteY150" fmla="*/ 301128 h 675676"/>
                <a:gd name="connsiteX151" fmla="*/ 1472225 w 2915191"/>
                <a:gd name="connsiteY151" fmla="*/ 295362 h 675676"/>
                <a:gd name="connsiteX152" fmla="*/ 1481969 w 2915191"/>
                <a:gd name="connsiteY152" fmla="*/ 259302 h 675676"/>
                <a:gd name="connsiteX153" fmla="*/ 1491713 w 2915191"/>
                <a:gd name="connsiteY153" fmla="*/ 274895 h 675676"/>
                <a:gd name="connsiteX154" fmla="*/ 1501472 w 2915191"/>
                <a:gd name="connsiteY154" fmla="*/ 310405 h 675676"/>
                <a:gd name="connsiteX155" fmla="*/ 1511216 w 2915191"/>
                <a:gd name="connsiteY155" fmla="*/ 302417 h 675676"/>
                <a:gd name="connsiteX156" fmla="*/ 1520960 w 2915191"/>
                <a:gd name="connsiteY156" fmla="*/ 306038 h 675676"/>
                <a:gd name="connsiteX157" fmla="*/ 1530719 w 2915191"/>
                <a:gd name="connsiteY157" fmla="*/ 331067 h 675676"/>
                <a:gd name="connsiteX158" fmla="*/ 1540463 w 2915191"/>
                <a:gd name="connsiteY158" fmla="*/ 353522 h 675676"/>
                <a:gd name="connsiteX159" fmla="*/ 1550221 w 2915191"/>
                <a:gd name="connsiteY159" fmla="*/ 356303 h 675676"/>
                <a:gd name="connsiteX160" fmla="*/ 1559965 w 2915191"/>
                <a:gd name="connsiteY160" fmla="*/ 347495 h 675676"/>
                <a:gd name="connsiteX161" fmla="*/ 1569709 w 2915191"/>
                <a:gd name="connsiteY161" fmla="*/ 359574 h 675676"/>
                <a:gd name="connsiteX162" fmla="*/ 1579468 w 2915191"/>
                <a:gd name="connsiteY162" fmla="*/ 368783 h 675676"/>
                <a:gd name="connsiteX163" fmla="*/ 1589212 w 2915191"/>
                <a:gd name="connsiteY163" fmla="*/ 353237 h 675676"/>
                <a:gd name="connsiteX164" fmla="*/ 1598971 w 2915191"/>
                <a:gd name="connsiteY164" fmla="*/ 327842 h 675676"/>
                <a:gd name="connsiteX165" fmla="*/ 1608715 w 2915191"/>
                <a:gd name="connsiteY165" fmla="*/ 370305 h 675676"/>
                <a:gd name="connsiteX166" fmla="*/ 1618459 w 2915191"/>
                <a:gd name="connsiteY166" fmla="*/ 378360 h 675676"/>
                <a:gd name="connsiteX167" fmla="*/ 1628218 w 2915191"/>
                <a:gd name="connsiteY167" fmla="*/ 437316 h 675676"/>
                <a:gd name="connsiteX168" fmla="*/ 1637962 w 2915191"/>
                <a:gd name="connsiteY168" fmla="*/ 409436 h 675676"/>
                <a:gd name="connsiteX169" fmla="*/ 1647720 w 2915191"/>
                <a:gd name="connsiteY169" fmla="*/ 439991 h 675676"/>
                <a:gd name="connsiteX170" fmla="*/ 1657464 w 2915191"/>
                <a:gd name="connsiteY170" fmla="*/ 449137 h 675676"/>
                <a:gd name="connsiteX171" fmla="*/ 1667208 w 2915191"/>
                <a:gd name="connsiteY171" fmla="*/ 465551 h 675676"/>
                <a:gd name="connsiteX172" fmla="*/ 1676967 w 2915191"/>
                <a:gd name="connsiteY172" fmla="*/ 465899 h 675676"/>
                <a:gd name="connsiteX173" fmla="*/ 1686711 w 2915191"/>
                <a:gd name="connsiteY173" fmla="*/ 436708 h 675676"/>
                <a:gd name="connsiteX174" fmla="*/ 1696470 w 2915191"/>
                <a:gd name="connsiteY174" fmla="*/ 455821 h 675676"/>
                <a:gd name="connsiteX175" fmla="*/ 1706214 w 2915191"/>
                <a:gd name="connsiteY175" fmla="*/ 462537 h 675676"/>
                <a:gd name="connsiteX176" fmla="*/ 1715958 w 2915191"/>
                <a:gd name="connsiteY176" fmla="*/ 472024 h 675676"/>
                <a:gd name="connsiteX177" fmla="*/ 1725716 w 2915191"/>
                <a:gd name="connsiteY177" fmla="*/ 489713 h 675676"/>
                <a:gd name="connsiteX178" fmla="*/ 1735460 w 2915191"/>
                <a:gd name="connsiteY178" fmla="*/ 509669 h 675676"/>
                <a:gd name="connsiteX179" fmla="*/ 1745219 w 2915191"/>
                <a:gd name="connsiteY179" fmla="*/ 524626 h 675676"/>
                <a:gd name="connsiteX180" fmla="*/ 1754963 w 2915191"/>
                <a:gd name="connsiteY180" fmla="*/ 508188 h 675676"/>
                <a:gd name="connsiteX181" fmla="*/ 1764707 w 2915191"/>
                <a:gd name="connsiteY181" fmla="*/ 516785 h 675676"/>
                <a:gd name="connsiteX182" fmla="*/ 1774466 w 2915191"/>
                <a:gd name="connsiteY182" fmla="*/ 543159 h 675676"/>
                <a:gd name="connsiteX183" fmla="*/ 1784210 w 2915191"/>
                <a:gd name="connsiteY183" fmla="*/ 557746 h 675676"/>
                <a:gd name="connsiteX184" fmla="*/ 1793969 w 2915191"/>
                <a:gd name="connsiteY184" fmla="*/ 525739 h 675676"/>
                <a:gd name="connsiteX185" fmla="*/ 1803713 w 2915191"/>
                <a:gd name="connsiteY185" fmla="*/ 523160 h 675676"/>
                <a:gd name="connsiteX186" fmla="*/ 1813457 w 2915191"/>
                <a:gd name="connsiteY186" fmla="*/ 553828 h 675676"/>
                <a:gd name="connsiteX187" fmla="*/ 1823215 w 2915191"/>
                <a:gd name="connsiteY187" fmla="*/ 561182 h 675676"/>
                <a:gd name="connsiteX188" fmla="*/ 1832959 w 2915191"/>
                <a:gd name="connsiteY188" fmla="*/ 579870 h 675676"/>
                <a:gd name="connsiteX189" fmla="*/ 1842703 w 2915191"/>
                <a:gd name="connsiteY189" fmla="*/ 581385 h 675676"/>
                <a:gd name="connsiteX190" fmla="*/ 1852462 w 2915191"/>
                <a:gd name="connsiteY190" fmla="*/ 561635 h 675676"/>
                <a:gd name="connsiteX191" fmla="*/ 1862206 w 2915191"/>
                <a:gd name="connsiteY191" fmla="*/ 567881 h 675676"/>
                <a:gd name="connsiteX192" fmla="*/ 1871965 w 2915191"/>
                <a:gd name="connsiteY192" fmla="*/ 583741 h 675676"/>
                <a:gd name="connsiteX193" fmla="*/ 1881709 w 2915191"/>
                <a:gd name="connsiteY193" fmla="*/ 603677 h 675676"/>
                <a:gd name="connsiteX194" fmla="*/ 1891453 w 2915191"/>
                <a:gd name="connsiteY194" fmla="*/ 610215 h 675676"/>
                <a:gd name="connsiteX195" fmla="*/ 1901212 w 2915191"/>
                <a:gd name="connsiteY195" fmla="*/ 599221 h 675676"/>
                <a:gd name="connsiteX196" fmla="*/ 1910956 w 2915191"/>
                <a:gd name="connsiteY196" fmla="*/ 614202 h 675676"/>
                <a:gd name="connsiteX197" fmla="*/ 1920714 w 2915191"/>
                <a:gd name="connsiteY197" fmla="*/ 617779 h 675676"/>
                <a:gd name="connsiteX198" fmla="*/ 1930458 w 2915191"/>
                <a:gd name="connsiteY198" fmla="*/ 615407 h 675676"/>
                <a:gd name="connsiteX199" fmla="*/ 1940202 w 2915191"/>
                <a:gd name="connsiteY199" fmla="*/ 660228 h 675676"/>
                <a:gd name="connsiteX200" fmla="*/ 1949961 w 2915191"/>
                <a:gd name="connsiteY200" fmla="*/ 673117 h 675676"/>
                <a:gd name="connsiteX201" fmla="*/ 1959705 w 2915191"/>
                <a:gd name="connsiteY201" fmla="*/ 636133 h 675676"/>
                <a:gd name="connsiteX202" fmla="*/ 1969464 w 2915191"/>
                <a:gd name="connsiteY202" fmla="*/ 631040 h 675676"/>
                <a:gd name="connsiteX203" fmla="*/ 1979208 w 2915191"/>
                <a:gd name="connsiteY203" fmla="*/ 623096 h 675676"/>
                <a:gd name="connsiteX204" fmla="*/ 1988952 w 2915191"/>
                <a:gd name="connsiteY204" fmla="*/ 622649 h 675676"/>
                <a:gd name="connsiteX205" fmla="*/ 1998711 w 2915191"/>
                <a:gd name="connsiteY205" fmla="*/ 602357 h 675676"/>
                <a:gd name="connsiteX206" fmla="*/ 2008454 w 2915191"/>
                <a:gd name="connsiteY206" fmla="*/ 629181 h 675676"/>
                <a:gd name="connsiteX207" fmla="*/ 2018213 w 2915191"/>
                <a:gd name="connsiteY207" fmla="*/ 595514 h 675676"/>
                <a:gd name="connsiteX208" fmla="*/ 2027957 w 2915191"/>
                <a:gd name="connsiteY208" fmla="*/ 576516 h 675676"/>
                <a:gd name="connsiteX209" fmla="*/ 2037701 w 2915191"/>
                <a:gd name="connsiteY209" fmla="*/ 606177 h 675676"/>
                <a:gd name="connsiteX210" fmla="*/ 2047460 w 2915191"/>
                <a:gd name="connsiteY210" fmla="*/ 622618 h 675676"/>
                <a:gd name="connsiteX211" fmla="*/ 2057204 w 2915191"/>
                <a:gd name="connsiteY211" fmla="*/ 625137 h 675676"/>
                <a:gd name="connsiteX212" fmla="*/ 2066963 w 2915191"/>
                <a:gd name="connsiteY212" fmla="*/ 652325 h 675676"/>
                <a:gd name="connsiteX213" fmla="*/ 2076707 w 2915191"/>
                <a:gd name="connsiteY213" fmla="*/ 629582 h 675676"/>
                <a:gd name="connsiteX214" fmla="*/ 2086451 w 2915191"/>
                <a:gd name="connsiteY214" fmla="*/ 604221 h 675676"/>
                <a:gd name="connsiteX215" fmla="*/ 2096210 w 2915191"/>
                <a:gd name="connsiteY215" fmla="*/ 588124 h 675676"/>
                <a:gd name="connsiteX216" fmla="*/ 2105954 w 2915191"/>
                <a:gd name="connsiteY216" fmla="*/ 550516 h 675676"/>
                <a:gd name="connsiteX217" fmla="*/ 2115697 w 2915191"/>
                <a:gd name="connsiteY217" fmla="*/ 577017 h 675676"/>
                <a:gd name="connsiteX218" fmla="*/ 2125456 w 2915191"/>
                <a:gd name="connsiteY218" fmla="*/ 615027 h 675676"/>
                <a:gd name="connsiteX219" fmla="*/ 2135200 w 2915191"/>
                <a:gd name="connsiteY219" fmla="*/ 573861 h 675676"/>
                <a:gd name="connsiteX220" fmla="*/ 2144959 w 2915191"/>
                <a:gd name="connsiteY220" fmla="*/ 590645 h 675676"/>
                <a:gd name="connsiteX221" fmla="*/ 2154703 w 2915191"/>
                <a:gd name="connsiteY221" fmla="*/ 566994 h 675676"/>
                <a:gd name="connsiteX222" fmla="*/ 2164447 w 2915191"/>
                <a:gd name="connsiteY222" fmla="*/ 560945 h 675676"/>
                <a:gd name="connsiteX223" fmla="*/ 2174206 w 2915191"/>
                <a:gd name="connsiteY223" fmla="*/ 540626 h 675676"/>
                <a:gd name="connsiteX224" fmla="*/ 2183950 w 2915191"/>
                <a:gd name="connsiteY224" fmla="*/ 531836 h 675676"/>
                <a:gd name="connsiteX225" fmla="*/ 2193709 w 2915191"/>
                <a:gd name="connsiteY225" fmla="*/ 540265 h 675676"/>
                <a:gd name="connsiteX226" fmla="*/ 2203452 w 2915191"/>
                <a:gd name="connsiteY226" fmla="*/ 538683 h 675676"/>
                <a:gd name="connsiteX227" fmla="*/ 2213196 w 2915191"/>
                <a:gd name="connsiteY227" fmla="*/ 555048 h 675676"/>
                <a:gd name="connsiteX228" fmla="*/ 2222955 w 2915191"/>
                <a:gd name="connsiteY228" fmla="*/ 540744 h 675676"/>
                <a:gd name="connsiteX229" fmla="*/ 2232699 w 2915191"/>
                <a:gd name="connsiteY229" fmla="*/ 537376 h 675676"/>
                <a:gd name="connsiteX230" fmla="*/ 2242458 w 2915191"/>
                <a:gd name="connsiteY230" fmla="*/ 561712 h 675676"/>
                <a:gd name="connsiteX231" fmla="*/ 2252202 w 2915191"/>
                <a:gd name="connsiteY231" fmla="*/ 540245 h 675676"/>
                <a:gd name="connsiteX232" fmla="*/ 2261946 w 2915191"/>
                <a:gd name="connsiteY232" fmla="*/ 558454 h 675676"/>
                <a:gd name="connsiteX233" fmla="*/ 2271705 w 2915191"/>
                <a:gd name="connsiteY233" fmla="*/ 585289 h 675676"/>
                <a:gd name="connsiteX234" fmla="*/ 2281449 w 2915191"/>
                <a:gd name="connsiteY234" fmla="*/ 572267 h 675676"/>
                <a:gd name="connsiteX235" fmla="*/ 2291208 w 2915191"/>
                <a:gd name="connsiteY235" fmla="*/ 560162 h 675676"/>
                <a:gd name="connsiteX236" fmla="*/ 2300951 w 2915191"/>
                <a:gd name="connsiteY236" fmla="*/ 559942 h 675676"/>
                <a:gd name="connsiteX237" fmla="*/ 2310695 w 2915191"/>
                <a:gd name="connsiteY237" fmla="*/ 527871 h 675676"/>
                <a:gd name="connsiteX238" fmla="*/ 2320454 w 2915191"/>
                <a:gd name="connsiteY238" fmla="*/ 501568 h 675676"/>
                <a:gd name="connsiteX239" fmla="*/ 2330198 w 2915191"/>
                <a:gd name="connsiteY239" fmla="*/ 544330 h 675676"/>
                <a:gd name="connsiteX240" fmla="*/ 2339957 w 2915191"/>
                <a:gd name="connsiteY240" fmla="*/ 559013 h 675676"/>
                <a:gd name="connsiteX241" fmla="*/ 2349701 w 2915191"/>
                <a:gd name="connsiteY241" fmla="*/ 581260 h 675676"/>
                <a:gd name="connsiteX242" fmla="*/ 2359445 w 2915191"/>
                <a:gd name="connsiteY242" fmla="*/ 604778 h 675676"/>
                <a:gd name="connsiteX243" fmla="*/ 2369204 w 2915191"/>
                <a:gd name="connsiteY243" fmla="*/ 618327 h 675676"/>
                <a:gd name="connsiteX244" fmla="*/ 2378948 w 2915191"/>
                <a:gd name="connsiteY244" fmla="*/ 608272 h 675676"/>
                <a:gd name="connsiteX245" fmla="*/ 2388692 w 2915191"/>
                <a:gd name="connsiteY245" fmla="*/ 610303 h 675676"/>
                <a:gd name="connsiteX246" fmla="*/ 2398450 w 2915191"/>
                <a:gd name="connsiteY246" fmla="*/ 652987 h 675676"/>
                <a:gd name="connsiteX247" fmla="*/ 2408194 w 2915191"/>
                <a:gd name="connsiteY247" fmla="*/ 631072 h 675676"/>
                <a:gd name="connsiteX248" fmla="*/ 2417953 w 2915191"/>
                <a:gd name="connsiteY248" fmla="*/ 588228 h 675676"/>
                <a:gd name="connsiteX249" fmla="*/ 2427697 w 2915191"/>
                <a:gd name="connsiteY249" fmla="*/ 584019 h 675676"/>
                <a:gd name="connsiteX250" fmla="*/ 2437441 w 2915191"/>
                <a:gd name="connsiteY250" fmla="*/ 610508 h 675676"/>
                <a:gd name="connsiteX251" fmla="*/ 2447200 w 2915191"/>
                <a:gd name="connsiteY251" fmla="*/ 600938 h 675676"/>
                <a:gd name="connsiteX252" fmla="*/ 2456944 w 2915191"/>
                <a:gd name="connsiteY252" fmla="*/ 615630 h 675676"/>
                <a:gd name="connsiteX253" fmla="*/ 2466703 w 2915191"/>
                <a:gd name="connsiteY253" fmla="*/ 627159 h 675676"/>
                <a:gd name="connsiteX254" fmla="*/ 2476446 w 2915191"/>
                <a:gd name="connsiteY254" fmla="*/ 610744 h 675676"/>
                <a:gd name="connsiteX255" fmla="*/ 2486190 w 2915191"/>
                <a:gd name="connsiteY255" fmla="*/ 635594 h 675676"/>
                <a:gd name="connsiteX256" fmla="*/ 2495949 w 2915191"/>
                <a:gd name="connsiteY256" fmla="*/ 632803 h 675676"/>
                <a:gd name="connsiteX257" fmla="*/ 2505693 w 2915191"/>
                <a:gd name="connsiteY257" fmla="*/ 642612 h 675676"/>
                <a:gd name="connsiteX258" fmla="*/ 2515452 w 2915191"/>
                <a:gd name="connsiteY258" fmla="*/ 641419 h 675676"/>
                <a:gd name="connsiteX259" fmla="*/ 2525196 w 2915191"/>
                <a:gd name="connsiteY259" fmla="*/ 648836 h 675676"/>
                <a:gd name="connsiteX260" fmla="*/ 2534940 w 2915191"/>
                <a:gd name="connsiteY260" fmla="*/ 655627 h 675676"/>
                <a:gd name="connsiteX261" fmla="*/ 2544699 w 2915191"/>
                <a:gd name="connsiteY261" fmla="*/ 637937 h 675676"/>
                <a:gd name="connsiteX262" fmla="*/ 2554443 w 2915191"/>
                <a:gd name="connsiteY262" fmla="*/ 577936 h 675676"/>
                <a:gd name="connsiteX263" fmla="*/ 2564202 w 2915191"/>
                <a:gd name="connsiteY263" fmla="*/ 564426 h 675676"/>
                <a:gd name="connsiteX264" fmla="*/ 2573946 w 2915191"/>
                <a:gd name="connsiteY264" fmla="*/ 557039 h 675676"/>
                <a:gd name="connsiteX265" fmla="*/ 2583690 w 2915191"/>
                <a:gd name="connsiteY265" fmla="*/ 557676 h 675676"/>
                <a:gd name="connsiteX266" fmla="*/ 2593448 w 2915191"/>
                <a:gd name="connsiteY266" fmla="*/ 606406 h 675676"/>
                <a:gd name="connsiteX267" fmla="*/ 2603192 w 2915191"/>
                <a:gd name="connsiteY267" fmla="*/ 607454 h 675676"/>
                <a:gd name="connsiteX268" fmla="*/ 2612951 w 2915191"/>
                <a:gd name="connsiteY268" fmla="*/ 625358 h 675676"/>
                <a:gd name="connsiteX269" fmla="*/ 2622695 w 2915191"/>
                <a:gd name="connsiteY269" fmla="*/ 639263 h 675676"/>
                <a:gd name="connsiteX270" fmla="*/ 2632439 w 2915191"/>
                <a:gd name="connsiteY270" fmla="*/ 627092 h 675676"/>
                <a:gd name="connsiteX271" fmla="*/ 2642198 w 2915191"/>
                <a:gd name="connsiteY271" fmla="*/ 655782 h 675676"/>
                <a:gd name="connsiteX272" fmla="*/ 2651942 w 2915191"/>
                <a:gd name="connsiteY272" fmla="*/ 654651 h 675676"/>
                <a:gd name="connsiteX273" fmla="*/ 2661685 w 2915191"/>
                <a:gd name="connsiteY273" fmla="*/ 675676 h 675676"/>
                <a:gd name="connsiteX274" fmla="*/ 2671444 w 2915191"/>
                <a:gd name="connsiteY274" fmla="*/ 647191 h 675676"/>
                <a:gd name="connsiteX275" fmla="*/ 2681188 w 2915191"/>
                <a:gd name="connsiteY275" fmla="*/ 645154 h 675676"/>
                <a:gd name="connsiteX276" fmla="*/ 2690947 w 2915191"/>
                <a:gd name="connsiteY276" fmla="*/ 621581 h 675676"/>
                <a:gd name="connsiteX277" fmla="*/ 2700691 w 2915191"/>
                <a:gd name="connsiteY277" fmla="*/ 614306 h 675676"/>
                <a:gd name="connsiteX278" fmla="*/ 2710435 w 2915191"/>
                <a:gd name="connsiteY278" fmla="*/ 601317 h 675676"/>
                <a:gd name="connsiteX279" fmla="*/ 2720194 w 2915191"/>
                <a:gd name="connsiteY279" fmla="*/ 620979 h 675676"/>
                <a:gd name="connsiteX280" fmla="*/ 2729938 w 2915191"/>
                <a:gd name="connsiteY280" fmla="*/ 603743 h 675676"/>
                <a:gd name="connsiteX281" fmla="*/ 2739697 w 2915191"/>
                <a:gd name="connsiteY281" fmla="*/ 574210 h 675676"/>
                <a:gd name="connsiteX282" fmla="*/ 2749441 w 2915191"/>
                <a:gd name="connsiteY282" fmla="*/ 587927 h 675676"/>
                <a:gd name="connsiteX283" fmla="*/ 2759185 w 2915191"/>
                <a:gd name="connsiteY283" fmla="*/ 607968 h 675676"/>
                <a:gd name="connsiteX284" fmla="*/ 2768943 w 2915191"/>
                <a:gd name="connsiteY284" fmla="*/ 574833 h 675676"/>
                <a:gd name="connsiteX285" fmla="*/ 2778687 w 2915191"/>
                <a:gd name="connsiteY285" fmla="*/ 563105 h 675676"/>
                <a:gd name="connsiteX286" fmla="*/ 2788446 w 2915191"/>
                <a:gd name="connsiteY286" fmla="*/ 558992 h 675676"/>
                <a:gd name="connsiteX287" fmla="*/ 2798190 w 2915191"/>
                <a:gd name="connsiteY287" fmla="*/ 551697 h 675676"/>
                <a:gd name="connsiteX288" fmla="*/ 2807934 w 2915191"/>
                <a:gd name="connsiteY288" fmla="*/ 565519 h 675676"/>
                <a:gd name="connsiteX289" fmla="*/ 2817693 w 2915191"/>
                <a:gd name="connsiteY289" fmla="*/ 559378 h 675676"/>
                <a:gd name="connsiteX290" fmla="*/ 2827437 w 2915191"/>
                <a:gd name="connsiteY290" fmla="*/ 592704 h 675676"/>
                <a:gd name="connsiteX291" fmla="*/ 2837196 w 2915191"/>
                <a:gd name="connsiteY291" fmla="*/ 553460 h 675676"/>
                <a:gd name="connsiteX292" fmla="*/ 2846940 w 2915191"/>
                <a:gd name="connsiteY292" fmla="*/ 507297 h 675676"/>
                <a:gd name="connsiteX293" fmla="*/ 2856684 w 2915191"/>
                <a:gd name="connsiteY293" fmla="*/ 548695 h 675676"/>
                <a:gd name="connsiteX294" fmla="*/ 2866442 w 2915191"/>
                <a:gd name="connsiteY294" fmla="*/ 541214 h 675676"/>
                <a:gd name="connsiteX295" fmla="*/ 2876186 w 2915191"/>
                <a:gd name="connsiteY295" fmla="*/ 582790 h 675676"/>
                <a:gd name="connsiteX296" fmla="*/ 2885945 w 2915191"/>
                <a:gd name="connsiteY296" fmla="*/ 568082 h 675676"/>
                <a:gd name="connsiteX297" fmla="*/ 2895689 w 2915191"/>
                <a:gd name="connsiteY297" fmla="*/ 565580 h 675676"/>
                <a:gd name="connsiteX298" fmla="*/ 2905433 w 2915191"/>
                <a:gd name="connsiteY298" fmla="*/ 555906 h 675676"/>
                <a:gd name="connsiteX299" fmla="*/ 2915192 w 2915191"/>
                <a:gd name="connsiteY299" fmla="*/ 557803 h 67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75676">
                  <a:moveTo>
                    <a:pt x="0" y="358806"/>
                  </a:moveTo>
                  <a:lnTo>
                    <a:pt x="9750" y="333193"/>
                  </a:lnTo>
                  <a:lnTo>
                    <a:pt x="19500" y="348508"/>
                  </a:lnTo>
                  <a:lnTo>
                    <a:pt x="29250" y="340023"/>
                  </a:lnTo>
                  <a:lnTo>
                    <a:pt x="39000" y="350031"/>
                  </a:lnTo>
                  <a:lnTo>
                    <a:pt x="48749" y="351550"/>
                  </a:lnTo>
                  <a:lnTo>
                    <a:pt x="58499" y="353971"/>
                  </a:lnTo>
                  <a:lnTo>
                    <a:pt x="68249" y="377244"/>
                  </a:lnTo>
                  <a:lnTo>
                    <a:pt x="77998" y="328315"/>
                  </a:lnTo>
                  <a:lnTo>
                    <a:pt x="87748" y="339756"/>
                  </a:lnTo>
                  <a:lnTo>
                    <a:pt x="97497" y="344012"/>
                  </a:lnTo>
                  <a:lnTo>
                    <a:pt x="107247" y="352565"/>
                  </a:lnTo>
                  <a:lnTo>
                    <a:pt x="116997" y="314740"/>
                  </a:lnTo>
                  <a:lnTo>
                    <a:pt x="126747" y="274098"/>
                  </a:lnTo>
                  <a:lnTo>
                    <a:pt x="136497" y="260550"/>
                  </a:lnTo>
                  <a:lnTo>
                    <a:pt x="146247" y="268784"/>
                  </a:lnTo>
                  <a:lnTo>
                    <a:pt x="155997" y="241520"/>
                  </a:lnTo>
                  <a:lnTo>
                    <a:pt x="165747" y="215989"/>
                  </a:lnTo>
                  <a:lnTo>
                    <a:pt x="175497" y="218269"/>
                  </a:lnTo>
                  <a:lnTo>
                    <a:pt x="185247" y="240350"/>
                  </a:lnTo>
                  <a:lnTo>
                    <a:pt x="194996" y="237709"/>
                  </a:lnTo>
                  <a:lnTo>
                    <a:pt x="204746" y="255412"/>
                  </a:lnTo>
                  <a:lnTo>
                    <a:pt x="214495" y="251785"/>
                  </a:lnTo>
                  <a:lnTo>
                    <a:pt x="224245" y="294098"/>
                  </a:lnTo>
                  <a:lnTo>
                    <a:pt x="233995" y="260488"/>
                  </a:lnTo>
                  <a:lnTo>
                    <a:pt x="243744" y="258980"/>
                  </a:lnTo>
                  <a:lnTo>
                    <a:pt x="253494" y="233446"/>
                  </a:lnTo>
                  <a:lnTo>
                    <a:pt x="263244" y="193395"/>
                  </a:lnTo>
                  <a:lnTo>
                    <a:pt x="272994" y="163262"/>
                  </a:lnTo>
                  <a:lnTo>
                    <a:pt x="282744" y="155904"/>
                  </a:lnTo>
                  <a:lnTo>
                    <a:pt x="292494" y="183701"/>
                  </a:lnTo>
                  <a:lnTo>
                    <a:pt x="302244" y="131914"/>
                  </a:lnTo>
                  <a:lnTo>
                    <a:pt x="311994" y="144045"/>
                  </a:lnTo>
                  <a:lnTo>
                    <a:pt x="321744" y="168283"/>
                  </a:lnTo>
                  <a:lnTo>
                    <a:pt x="331493" y="213349"/>
                  </a:lnTo>
                  <a:lnTo>
                    <a:pt x="341243" y="185518"/>
                  </a:lnTo>
                  <a:lnTo>
                    <a:pt x="350993" y="158255"/>
                  </a:lnTo>
                  <a:lnTo>
                    <a:pt x="360742" y="150177"/>
                  </a:lnTo>
                  <a:lnTo>
                    <a:pt x="370492" y="168673"/>
                  </a:lnTo>
                  <a:lnTo>
                    <a:pt x="380241" y="161569"/>
                  </a:lnTo>
                  <a:lnTo>
                    <a:pt x="389991" y="149231"/>
                  </a:lnTo>
                  <a:lnTo>
                    <a:pt x="399741" y="133359"/>
                  </a:lnTo>
                  <a:lnTo>
                    <a:pt x="409491" y="148151"/>
                  </a:lnTo>
                  <a:lnTo>
                    <a:pt x="419241" y="112921"/>
                  </a:lnTo>
                  <a:lnTo>
                    <a:pt x="428991" y="85124"/>
                  </a:lnTo>
                  <a:lnTo>
                    <a:pt x="438741" y="78343"/>
                  </a:lnTo>
                  <a:lnTo>
                    <a:pt x="448491" y="103485"/>
                  </a:lnTo>
                  <a:lnTo>
                    <a:pt x="458241" y="89065"/>
                  </a:lnTo>
                  <a:lnTo>
                    <a:pt x="467991" y="94355"/>
                  </a:lnTo>
                  <a:lnTo>
                    <a:pt x="477740" y="95768"/>
                  </a:lnTo>
                  <a:lnTo>
                    <a:pt x="487490" y="101736"/>
                  </a:lnTo>
                  <a:lnTo>
                    <a:pt x="497239" y="114384"/>
                  </a:lnTo>
                  <a:lnTo>
                    <a:pt x="506989" y="134244"/>
                  </a:lnTo>
                  <a:lnTo>
                    <a:pt x="516738" y="125190"/>
                  </a:lnTo>
                  <a:lnTo>
                    <a:pt x="526488" y="133909"/>
                  </a:lnTo>
                  <a:lnTo>
                    <a:pt x="536238" y="140828"/>
                  </a:lnTo>
                  <a:lnTo>
                    <a:pt x="545988" y="139490"/>
                  </a:lnTo>
                  <a:lnTo>
                    <a:pt x="555738" y="123830"/>
                  </a:lnTo>
                  <a:lnTo>
                    <a:pt x="565488" y="127066"/>
                  </a:lnTo>
                  <a:lnTo>
                    <a:pt x="575238" y="113332"/>
                  </a:lnTo>
                  <a:lnTo>
                    <a:pt x="584988" y="102481"/>
                  </a:lnTo>
                  <a:lnTo>
                    <a:pt x="594738" y="122864"/>
                  </a:lnTo>
                  <a:lnTo>
                    <a:pt x="604488" y="120707"/>
                  </a:lnTo>
                  <a:lnTo>
                    <a:pt x="614237" y="120576"/>
                  </a:lnTo>
                  <a:lnTo>
                    <a:pt x="623987" y="80656"/>
                  </a:lnTo>
                  <a:lnTo>
                    <a:pt x="633736" y="107565"/>
                  </a:lnTo>
                  <a:lnTo>
                    <a:pt x="643486" y="113912"/>
                  </a:lnTo>
                  <a:lnTo>
                    <a:pt x="653236" y="75594"/>
                  </a:lnTo>
                  <a:lnTo>
                    <a:pt x="662985" y="94650"/>
                  </a:lnTo>
                  <a:lnTo>
                    <a:pt x="672735" y="51036"/>
                  </a:lnTo>
                  <a:lnTo>
                    <a:pt x="682485" y="25792"/>
                  </a:lnTo>
                  <a:lnTo>
                    <a:pt x="692235" y="30269"/>
                  </a:lnTo>
                  <a:lnTo>
                    <a:pt x="701985" y="0"/>
                  </a:lnTo>
                  <a:lnTo>
                    <a:pt x="711735" y="5641"/>
                  </a:lnTo>
                  <a:lnTo>
                    <a:pt x="721485" y="30424"/>
                  </a:lnTo>
                  <a:lnTo>
                    <a:pt x="731235" y="26975"/>
                  </a:lnTo>
                  <a:lnTo>
                    <a:pt x="740985" y="62501"/>
                  </a:lnTo>
                  <a:lnTo>
                    <a:pt x="750734" y="106154"/>
                  </a:lnTo>
                  <a:lnTo>
                    <a:pt x="760484" y="108427"/>
                  </a:lnTo>
                  <a:lnTo>
                    <a:pt x="770233" y="135475"/>
                  </a:lnTo>
                  <a:lnTo>
                    <a:pt x="779983" y="153148"/>
                  </a:lnTo>
                  <a:lnTo>
                    <a:pt x="789733" y="159167"/>
                  </a:lnTo>
                  <a:lnTo>
                    <a:pt x="799482" y="149210"/>
                  </a:lnTo>
                  <a:lnTo>
                    <a:pt x="809232" y="142968"/>
                  </a:lnTo>
                  <a:lnTo>
                    <a:pt x="818982" y="152230"/>
                  </a:lnTo>
                  <a:lnTo>
                    <a:pt x="828732" y="158936"/>
                  </a:lnTo>
                  <a:lnTo>
                    <a:pt x="838482" y="182581"/>
                  </a:lnTo>
                  <a:lnTo>
                    <a:pt x="848232" y="183158"/>
                  </a:lnTo>
                  <a:lnTo>
                    <a:pt x="857982" y="154455"/>
                  </a:lnTo>
                  <a:lnTo>
                    <a:pt x="867732" y="154689"/>
                  </a:lnTo>
                  <a:lnTo>
                    <a:pt x="877482" y="160341"/>
                  </a:lnTo>
                  <a:lnTo>
                    <a:pt x="887231" y="172182"/>
                  </a:lnTo>
                  <a:lnTo>
                    <a:pt x="896981" y="182079"/>
                  </a:lnTo>
                  <a:lnTo>
                    <a:pt x="906730" y="212011"/>
                  </a:lnTo>
                  <a:lnTo>
                    <a:pt x="916480" y="206200"/>
                  </a:lnTo>
                  <a:lnTo>
                    <a:pt x="926230" y="217351"/>
                  </a:lnTo>
                  <a:lnTo>
                    <a:pt x="935979" y="188718"/>
                  </a:lnTo>
                  <a:lnTo>
                    <a:pt x="945729" y="224364"/>
                  </a:lnTo>
                  <a:lnTo>
                    <a:pt x="955479" y="206740"/>
                  </a:lnTo>
                  <a:lnTo>
                    <a:pt x="965229" y="230420"/>
                  </a:lnTo>
                  <a:lnTo>
                    <a:pt x="974979" y="224562"/>
                  </a:lnTo>
                  <a:lnTo>
                    <a:pt x="984729" y="227890"/>
                  </a:lnTo>
                  <a:lnTo>
                    <a:pt x="994474" y="226987"/>
                  </a:lnTo>
                  <a:lnTo>
                    <a:pt x="1004233" y="201930"/>
                  </a:lnTo>
                  <a:lnTo>
                    <a:pt x="1013977" y="201592"/>
                  </a:lnTo>
                  <a:lnTo>
                    <a:pt x="1023721" y="208984"/>
                  </a:lnTo>
                  <a:lnTo>
                    <a:pt x="1033480" y="193448"/>
                  </a:lnTo>
                  <a:lnTo>
                    <a:pt x="1043224" y="219088"/>
                  </a:lnTo>
                  <a:lnTo>
                    <a:pt x="1052983" y="229149"/>
                  </a:lnTo>
                  <a:lnTo>
                    <a:pt x="1062727" y="228903"/>
                  </a:lnTo>
                  <a:lnTo>
                    <a:pt x="1072471" y="235185"/>
                  </a:lnTo>
                  <a:lnTo>
                    <a:pt x="1082230" y="255218"/>
                  </a:lnTo>
                  <a:lnTo>
                    <a:pt x="1091973" y="256178"/>
                  </a:lnTo>
                  <a:lnTo>
                    <a:pt x="1101732" y="251905"/>
                  </a:lnTo>
                  <a:lnTo>
                    <a:pt x="1111476" y="231640"/>
                  </a:lnTo>
                  <a:lnTo>
                    <a:pt x="1121220" y="220745"/>
                  </a:lnTo>
                  <a:lnTo>
                    <a:pt x="1130979" y="232750"/>
                  </a:lnTo>
                  <a:lnTo>
                    <a:pt x="1140723" y="278027"/>
                  </a:lnTo>
                  <a:lnTo>
                    <a:pt x="1150482" y="268307"/>
                  </a:lnTo>
                  <a:lnTo>
                    <a:pt x="1160226" y="280850"/>
                  </a:lnTo>
                  <a:lnTo>
                    <a:pt x="1169969" y="278091"/>
                  </a:lnTo>
                  <a:lnTo>
                    <a:pt x="1179728" y="288966"/>
                  </a:lnTo>
                  <a:lnTo>
                    <a:pt x="1189472" y="276501"/>
                  </a:lnTo>
                  <a:lnTo>
                    <a:pt x="1199231" y="285147"/>
                  </a:lnTo>
                  <a:lnTo>
                    <a:pt x="1208975" y="312809"/>
                  </a:lnTo>
                  <a:lnTo>
                    <a:pt x="1218719" y="374179"/>
                  </a:lnTo>
                  <a:lnTo>
                    <a:pt x="1228478" y="360479"/>
                  </a:lnTo>
                  <a:lnTo>
                    <a:pt x="1238222" y="368248"/>
                  </a:lnTo>
                  <a:lnTo>
                    <a:pt x="1247966" y="353422"/>
                  </a:lnTo>
                  <a:lnTo>
                    <a:pt x="1257725" y="365691"/>
                  </a:lnTo>
                  <a:lnTo>
                    <a:pt x="1267469" y="345722"/>
                  </a:lnTo>
                  <a:lnTo>
                    <a:pt x="1277227" y="293491"/>
                  </a:lnTo>
                  <a:lnTo>
                    <a:pt x="1286971" y="263067"/>
                  </a:lnTo>
                  <a:lnTo>
                    <a:pt x="1296715" y="228714"/>
                  </a:lnTo>
                  <a:lnTo>
                    <a:pt x="1306474" y="221201"/>
                  </a:lnTo>
                  <a:lnTo>
                    <a:pt x="1316218" y="230761"/>
                  </a:lnTo>
                  <a:lnTo>
                    <a:pt x="1325977" y="200817"/>
                  </a:lnTo>
                  <a:lnTo>
                    <a:pt x="1335721" y="208413"/>
                  </a:lnTo>
                  <a:lnTo>
                    <a:pt x="1345465" y="236687"/>
                  </a:lnTo>
                  <a:lnTo>
                    <a:pt x="1355224" y="265992"/>
                  </a:lnTo>
                  <a:lnTo>
                    <a:pt x="1364967" y="274505"/>
                  </a:lnTo>
                  <a:lnTo>
                    <a:pt x="1374726" y="271191"/>
                  </a:lnTo>
                  <a:lnTo>
                    <a:pt x="1384470" y="265233"/>
                  </a:lnTo>
                  <a:lnTo>
                    <a:pt x="1394214" y="248446"/>
                  </a:lnTo>
                  <a:lnTo>
                    <a:pt x="1403973" y="260176"/>
                  </a:lnTo>
                  <a:lnTo>
                    <a:pt x="1413717" y="259403"/>
                  </a:lnTo>
                  <a:lnTo>
                    <a:pt x="1423476" y="244504"/>
                  </a:lnTo>
                  <a:lnTo>
                    <a:pt x="1433220" y="267329"/>
                  </a:lnTo>
                  <a:lnTo>
                    <a:pt x="1442964" y="247393"/>
                  </a:lnTo>
                  <a:lnTo>
                    <a:pt x="1452722" y="284900"/>
                  </a:lnTo>
                  <a:lnTo>
                    <a:pt x="1462466" y="301128"/>
                  </a:lnTo>
                  <a:lnTo>
                    <a:pt x="1472225" y="295362"/>
                  </a:lnTo>
                  <a:lnTo>
                    <a:pt x="1481969" y="259302"/>
                  </a:lnTo>
                  <a:lnTo>
                    <a:pt x="1491713" y="274895"/>
                  </a:lnTo>
                  <a:lnTo>
                    <a:pt x="1501472" y="310405"/>
                  </a:lnTo>
                  <a:lnTo>
                    <a:pt x="1511216" y="302417"/>
                  </a:lnTo>
                  <a:lnTo>
                    <a:pt x="1520960" y="306038"/>
                  </a:lnTo>
                  <a:lnTo>
                    <a:pt x="1530719" y="331067"/>
                  </a:lnTo>
                  <a:lnTo>
                    <a:pt x="1540463" y="353522"/>
                  </a:lnTo>
                  <a:lnTo>
                    <a:pt x="1550221" y="356303"/>
                  </a:lnTo>
                  <a:lnTo>
                    <a:pt x="1559965" y="347495"/>
                  </a:lnTo>
                  <a:lnTo>
                    <a:pt x="1569709" y="359574"/>
                  </a:lnTo>
                  <a:lnTo>
                    <a:pt x="1579468" y="368783"/>
                  </a:lnTo>
                  <a:lnTo>
                    <a:pt x="1589212" y="353237"/>
                  </a:lnTo>
                  <a:lnTo>
                    <a:pt x="1598971" y="327842"/>
                  </a:lnTo>
                  <a:lnTo>
                    <a:pt x="1608715" y="370305"/>
                  </a:lnTo>
                  <a:lnTo>
                    <a:pt x="1618459" y="378360"/>
                  </a:lnTo>
                  <a:lnTo>
                    <a:pt x="1628218" y="437316"/>
                  </a:lnTo>
                  <a:lnTo>
                    <a:pt x="1637962" y="409436"/>
                  </a:lnTo>
                  <a:lnTo>
                    <a:pt x="1647720" y="439991"/>
                  </a:lnTo>
                  <a:lnTo>
                    <a:pt x="1657464" y="449137"/>
                  </a:lnTo>
                  <a:lnTo>
                    <a:pt x="1667208" y="465551"/>
                  </a:lnTo>
                  <a:lnTo>
                    <a:pt x="1676967" y="465899"/>
                  </a:lnTo>
                  <a:lnTo>
                    <a:pt x="1686711" y="436708"/>
                  </a:lnTo>
                  <a:lnTo>
                    <a:pt x="1696470" y="455821"/>
                  </a:lnTo>
                  <a:lnTo>
                    <a:pt x="1706214" y="462537"/>
                  </a:lnTo>
                  <a:lnTo>
                    <a:pt x="1715958" y="472024"/>
                  </a:lnTo>
                  <a:lnTo>
                    <a:pt x="1725716" y="489713"/>
                  </a:lnTo>
                  <a:lnTo>
                    <a:pt x="1735460" y="509669"/>
                  </a:lnTo>
                  <a:lnTo>
                    <a:pt x="1745219" y="524626"/>
                  </a:lnTo>
                  <a:lnTo>
                    <a:pt x="1754963" y="508188"/>
                  </a:lnTo>
                  <a:lnTo>
                    <a:pt x="1764707" y="516785"/>
                  </a:lnTo>
                  <a:lnTo>
                    <a:pt x="1774466" y="543159"/>
                  </a:lnTo>
                  <a:lnTo>
                    <a:pt x="1784210" y="557746"/>
                  </a:lnTo>
                  <a:lnTo>
                    <a:pt x="1793969" y="525739"/>
                  </a:lnTo>
                  <a:lnTo>
                    <a:pt x="1803713" y="523160"/>
                  </a:lnTo>
                  <a:lnTo>
                    <a:pt x="1813457" y="553828"/>
                  </a:lnTo>
                  <a:lnTo>
                    <a:pt x="1823215" y="561182"/>
                  </a:lnTo>
                  <a:lnTo>
                    <a:pt x="1832959" y="579870"/>
                  </a:lnTo>
                  <a:lnTo>
                    <a:pt x="1842703" y="581385"/>
                  </a:lnTo>
                  <a:lnTo>
                    <a:pt x="1852462" y="561635"/>
                  </a:lnTo>
                  <a:lnTo>
                    <a:pt x="1862206" y="567881"/>
                  </a:lnTo>
                  <a:lnTo>
                    <a:pt x="1871965" y="583741"/>
                  </a:lnTo>
                  <a:lnTo>
                    <a:pt x="1881709" y="603677"/>
                  </a:lnTo>
                  <a:lnTo>
                    <a:pt x="1891453" y="610215"/>
                  </a:lnTo>
                  <a:lnTo>
                    <a:pt x="1901212" y="599221"/>
                  </a:lnTo>
                  <a:lnTo>
                    <a:pt x="1910956" y="614202"/>
                  </a:lnTo>
                  <a:lnTo>
                    <a:pt x="1920714" y="617779"/>
                  </a:lnTo>
                  <a:lnTo>
                    <a:pt x="1930458" y="615407"/>
                  </a:lnTo>
                  <a:lnTo>
                    <a:pt x="1940202" y="660228"/>
                  </a:lnTo>
                  <a:lnTo>
                    <a:pt x="1949961" y="673117"/>
                  </a:lnTo>
                  <a:lnTo>
                    <a:pt x="1959705" y="636133"/>
                  </a:lnTo>
                  <a:lnTo>
                    <a:pt x="1969464" y="631040"/>
                  </a:lnTo>
                  <a:lnTo>
                    <a:pt x="1979208" y="623096"/>
                  </a:lnTo>
                  <a:lnTo>
                    <a:pt x="1988952" y="622649"/>
                  </a:lnTo>
                  <a:lnTo>
                    <a:pt x="1998711" y="602357"/>
                  </a:lnTo>
                  <a:lnTo>
                    <a:pt x="2008454" y="629181"/>
                  </a:lnTo>
                  <a:lnTo>
                    <a:pt x="2018213" y="595514"/>
                  </a:lnTo>
                  <a:lnTo>
                    <a:pt x="2027957" y="576516"/>
                  </a:lnTo>
                  <a:lnTo>
                    <a:pt x="2037701" y="606177"/>
                  </a:lnTo>
                  <a:lnTo>
                    <a:pt x="2047460" y="622618"/>
                  </a:lnTo>
                  <a:lnTo>
                    <a:pt x="2057204" y="625137"/>
                  </a:lnTo>
                  <a:lnTo>
                    <a:pt x="2066963" y="652325"/>
                  </a:lnTo>
                  <a:lnTo>
                    <a:pt x="2076707" y="629582"/>
                  </a:lnTo>
                  <a:lnTo>
                    <a:pt x="2086451" y="604221"/>
                  </a:lnTo>
                  <a:lnTo>
                    <a:pt x="2096210" y="588124"/>
                  </a:lnTo>
                  <a:lnTo>
                    <a:pt x="2105954" y="550516"/>
                  </a:lnTo>
                  <a:lnTo>
                    <a:pt x="2115697" y="577017"/>
                  </a:lnTo>
                  <a:lnTo>
                    <a:pt x="2125456" y="615027"/>
                  </a:lnTo>
                  <a:lnTo>
                    <a:pt x="2135200" y="573861"/>
                  </a:lnTo>
                  <a:lnTo>
                    <a:pt x="2144959" y="590645"/>
                  </a:lnTo>
                  <a:lnTo>
                    <a:pt x="2154703" y="566994"/>
                  </a:lnTo>
                  <a:lnTo>
                    <a:pt x="2164447" y="560945"/>
                  </a:lnTo>
                  <a:lnTo>
                    <a:pt x="2174206" y="540626"/>
                  </a:lnTo>
                  <a:lnTo>
                    <a:pt x="2183950" y="531836"/>
                  </a:lnTo>
                  <a:lnTo>
                    <a:pt x="2193709" y="540265"/>
                  </a:lnTo>
                  <a:lnTo>
                    <a:pt x="2203452" y="538683"/>
                  </a:lnTo>
                  <a:lnTo>
                    <a:pt x="2213196" y="555048"/>
                  </a:lnTo>
                  <a:lnTo>
                    <a:pt x="2222955" y="540744"/>
                  </a:lnTo>
                  <a:lnTo>
                    <a:pt x="2232699" y="537376"/>
                  </a:lnTo>
                  <a:lnTo>
                    <a:pt x="2242458" y="561712"/>
                  </a:lnTo>
                  <a:lnTo>
                    <a:pt x="2252202" y="540245"/>
                  </a:lnTo>
                  <a:lnTo>
                    <a:pt x="2261946" y="558454"/>
                  </a:lnTo>
                  <a:lnTo>
                    <a:pt x="2271705" y="585289"/>
                  </a:lnTo>
                  <a:lnTo>
                    <a:pt x="2281449" y="572267"/>
                  </a:lnTo>
                  <a:lnTo>
                    <a:pt x="2291208" y="560162"/>
                  </a:lnTo>
                  <a:lnTo>
                    <a:pt x="2300951" y="559942"/>
                  </a:lnTo>
                  <a:lnTo>
                    <a:pt x="2310695" y="527871"/>
                  </a:lnTo>
                  <a:lnTo>
                    <a:pt x="2320454" y="501568"/>
                  </a:lnTo>
                  <a:lnTo>
                    <a:pt x="2330198" y="544330"/>
                  </a:lnTo>
                  <a:lnTo>
                    <a:pt x="2339957" y="559013"/>
                  </a:lnTo>
                  <a:lnTo>
                    <a:pt x="2349701" y="581260"/>
                  </a:lnTo>
                  <a:lnTo>
                    <a:pt x="2359445" y="604778"/>
                  </a:lnTo>
                  <a:lnTo>
                    <a:pt x="2369204" y="618327"/>
                  </a:lnTo>
                  <a:lnTo>
                    <a:pt x="2378948" y="608272"/>
                  </a:lnTo>
                  <a:lnTo>
                    <a:pt x="2388692" y="610303"/>
                  </a:lnTo>
                  <a:lnTo>
                    <a:pt x="2398450" y="652987"/>
                  </a:lnTo>
                  <a:lnTo>
                    <a:pt x="2408194" y="631072"/>
                  </a:lnTo>
                  <a:lnTo>
                    <a:pt x="2417953" y="588228"/>
                  </a:lnTo>
                  <a:lnTo>
                    <a:pt x="2427697" y="584019"/>
                  </a:lnTo>
                  <a:lnTo>
                    <a:pt x="2437441" y="610508"/>
                  </a:lnTo>
                  <a:lnTo>
                    <a:pt x="2447200" y="600938"/>
                  </a:lnTo>
                  <a:lnTo>
                    <a:pt x="2456944" y="615630"/>
                  </a:lnTo>
                  <a:lnTo>
                    <a:pt x="2466703" y="627159"/>
                  </a:lnTo>
                  <a:lnTo>
                    <a:pt x="2476446" y="610744"/>
                  </a:lnTo>
                  <a:lnTo>
                    <a:pt x="2486190" y="635594"/>
                  </a:lnTo>
                  <a:lnTo>
                    <a:pt x="2495949" y="632803"/>
                  </a:lnTo>
                  <a:lnTo>
                    <a:pt x="2505693" y="642612"/>
                  </a:lnTo>
                  <a:lnTo>
                    <a:pt x="2515452" y="641419"/>
                  </a:lnTo>
                  <a:lnTo>
                    <a:pt x="2525196" y="648836"/>
                  </a:lnTo>
                  <a:lnTo>
                    <a:pt x="2534940" y="655627"/>
                  </a:lnTo>
                  <a:lnTo>
                    <a:pt x="2544699" y="637937"/>
                  </a:lnTo>
                  <a:lnTo>
                    <a:pt x="2554443" y="577936"/>
                  </a:lnTo>
                  <a:lnTo>
                    <a:pt x="2564202" y="564426"/>
                  </a:lnTo>
                  <a:lnTo>
                    <a:pt x="2573946" y="557039"/>
                  </a:lnTo>
                  <a:lnTo>
                    <a:pt x="2583690" y="557676"/>
                  </a:lnTo>
                  <a:lnTo>
                    <a:pt x="2593448" y="606406"/>
                  </a:lnTo>
                  <a:lnTo>
                    <a:pt x="2603192" y="607454"/>
                  </a:lnTo>
                  <a:lnTo>
                    <a:pt x="2612951" y="625358"/>
                  </a:lnTo>
                  <a:lnTo>
                    <a:pt x="2622695" y="639263"/>
                  </a:lnTo>
                  <a:lnTo>
                    <a:pt x="2632439" y="627092"/>
                  </a:lnTo>
                  <a:lnTo>
                    <a:pt x="2642198" y="655782"/>
                  </a:lnTo>
                  <a:lnTo>
                    <a:pt x="2651942" y="654651"/>
                  </a:lnTo>
                  <a:lnTo>
                    <a:pt x="2661685" y="675676"/>
                  </a:lnTo>
                  <a:lnTo>
                    <a:pt x="2671444" y="647191"/>
                  </a:lnTo>
                  <a:lnTo>
                    <a:pt x="2681188" y="645154"/>
                  </a:lnTo>
                  <a:lnTo>
                    <a:pt x="2690947" y="621581"/>
                  </a:lnTo>
                  <a:lnTo>
                    <a:pt x="2700691" y="614306"/>
                  </a:lnTo>
                  <a:lnTo>
                    <a:pt x="2710435" y="601317"/>
                  </a:lnTo>
                  <a:lnTo>
                    <a:pt x="2720194" y="620979"/>
                  </a:lnTo>
                  <a:lnTo>
                    <a:pt x="2729938" y="603743"/>
                  </a:lnTo>
                  <a:lnTo>
                    <a:pt x="2739697" y="574210"/>
                  </a:lnTo>
                  <a:lnTo>
                    <a:pt x="2749441" y="587927"/>
                  </a:lnTo>
                  <a:lnTo>
                    <a:pt x="2759185" y="607968"/>
                  </a:lnTo>
                  <a:lnTo>
                    <a:pt x="2768943" y="574833"/>
                  </a:lnTo>
                  <a:lnTo>
                    <a:pt x="2778687" y="563105"/>
                  </a:lnTo>
                  <a:lnTo>
                    <a:pt x="2788446" y="558992"/>
                  </a:lnTo>
                  <a:lnTo>
                    <a:pt x="2798190" y="551697"/>
                  </a:lnTo>
                  <a:lnTo>
                    <a:pt x="2807934" y="565519"/>
                  </a:lnTo>
                  <a:lnTo>
                    <a:pt x="2817693" y="559378"/>
                  </a:lnTo>
                  <a:lnTo>
                    <a:pt x="2827437" y="592704"/>
                  </a:lnTo>
                  <a:lnTo>
                    <a:pt x="2837196" y="553460"/>
                  </a:lnTo>
                  <a:lnTo>
                    <a:pt x="2846940" y="507297"/>
                  </a:lnTo>
                  <a:lnTo>
                    <a:pt x="2856684" y="548695"/>
                  </a:lnTo>
                  <a:lnTo>
                    <a:pt x="2866442" y="541214"/>
                  </a:lnTo>
                  <a:lnTo>
                    <a:pt x="2876186" y="582790"/>
                  </a:lnTo>
                  <a:lnTo>
                    <a:pt x="2885945" y="568082"/>
                  </a:lnTo>
                  <a:lnTo>
                    <a:pt x="2895689" y="565580"/>
                  </a:lnTo>
                  <a:lnTo>
                    <a:pt x="2905433" y="555906"/>
                  </a:lnTo>
                  <a:lnTo>
                    <a:pt x="2915192" y="55780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4" name="Freeform 1093">
              <a:extLst>
                <a:ext uri="{FF2B5EF4-FFF2-40B4-BE49-F238E27FC236}">
                  <a16:creationId xmlns:a16="http://schemas.microsoft.com/office/drawing/2014/main" id="{76BA131E-6247-C33E-EE41-58720CF7B1E6}"/>
                </a:ext>
              </a:extLst>
            </p:cNvPr>
            <p:cNvSpPr/>
            <p:nvPr/>
          </p:nvSpPr>
          <p:spPr>
            <a:xfrm>
              <a:off x="4426652" y="3193301"/>
              <a:ext cx="2915191" cy="848160"/>
            </a:xfrm>
            <a:custGeom>
              <a:avLst/>
              <a:gdLst>
                <a:gd name="connsiteX0" fmla="*/ 0 w 2915191"/>
                <a:gd name="connsiteY0" fmla="*/ 375000 h 848160"/>
                <a:gd name="connsiteX1" fmla="*/ 9750 w 2915191"/>
                <a:gd name="connsiteY1" fmla="*/ 369282 h 848160"/>
                <a:gd name="connsiteX2" fmla="*/ 19500 w 2915191"/>
                <a:gd name="connsiteY2" fmla="*/ 366247 h 848160"/>
                <a:gd name="connsiteX3" fmla="*/ 29250 w 2915191"/>
                <a:gd name="connsiteY3" fmla="*/ 351549 h 848160"/>
                <a:gd name="connsiteX4" fmla="*/ 39000 w 2915191"/>
                <a:gd name="connsiteY4" fmla="*/ 320383 h 848160"/>
                <a:gd name="connsiteX5" fmla="*/ 48749 w 2915191"/>
                <a:gd name="connsiteY5" fmla="*/ 290380 h 848160"/>
                <a:gd name="connsiteX6" fmla="*/ 58499 w 2915191"/>
                <a:gd name="connsiteY6" fmla="*/ 285266 h 848160"/>
                <a:gd name="connsiteX7" fmla="*/ 68249 w 2915191"/>
                <a:gd name="connsiteY7" fmla="*/ 287664 h 848160"/>
                <a:gd name="connsiteX8" fmla="*/ 77998 w 2915191"/>
                <a:gd name="connsiteY8" fmla="*/ 294164 h 848160"/>
                <a:gd name="connsiteX9" fmla="*/ 87748 w 2915191"/>
                <a:gd name="connsiteY9" fmla="*/ 304489 h 848160"/>
                <a:gd name="connsiteX10" fmla="*/ 97497 w 2915191"/>
                <a:gd name="connsiteY10" fmla="*/ 305560 h 848160"/>
                <a:gd name="connsiteX11" fmla="*/ 107247 w 2915191"/>
                <a:gd name="connsiteY11" fmla="*/ 290088 h 848160"/>
                <a:gd name="connsiteX12" fmla="*/ 116997 w 2915191"/>
                <a:gd name="connsiteY12" fmla="*/ 313366 h 848160"/>
                <a:gd name="connsiteX13" fmla="*/ 126747 w 2915191"/>
                <a:gd name="connsiteY13" fmla="*/ 318890 h 848160"/>
                <a:gd name="connsiteX14" fmla="*/ 136497 w 2915191"/>
                <a:gd name="connsiteY14" fmla="*/ 296020 h 848160"/>
                <a:gd name="connsiteX15" fmla="*/ 146247 w 2915191"/>
                <a:gd name="connsiteY15" fmla="*/ 309835 h 848160"/>
                <a:gd name="connsiteX16" fmla="*/ 155997 w 2915191"/>
                <a:gd name="connsiteY16" fmla="*/ 293461 h 848160"/>
                <a:gd name="connsiteX17" fmla="*/ 165747 w 2915191"/>
                <a:gd name="connsiteY17" fmla="*/ 266751 h 848160"/>
                <a:gd name="connsiteX18" fmla="*/ 175497 w 2915191"/>
                <a:gd name="connsiteY18" fmla="*/ 255309 h 848160"/>
                <a:gd name="connsiteX19" fmla="*/ 185247 w 2915191"/>
                <a:gd name="connsiteY19" fmla="*/ 243071 h 848160"/>
                <a:gd name="connsiteX20" fmla="*/ 194996 w 2915191"/>
                <a:gd name="connsiteY20" fmla="*/ 238530 h 848160"/>
                <a:gd name="connsiteX21" fmla="*/ 204746 w 2915191"/>
                <a:gd name="connsiteY21" fmla="*/ 224222 h 848160"/>
                <a:gd name="connsiteX22" fmla="*/ 214495 w 2915191"/>
                <a:gd name="connsiteY22" fmla="*/ 197337 h 848160"/>
                <a:gd name="connsiteX23" fmla="*/ 224245 w 2915191"/>
                <a:gd name="connsiteY23" fmla="*/ 197431 h 848160"/>
                <a:gd name="connsiteX24" fmla="*/ 233995 w 2915191"/>
                <a:gd name="connsiteY24" fmla="*/ 184043 h 848160"/>
                <a:gd name="connsiteX25" fmla="*/ 243744 w 2915191"/>
                <a:gd name="connsiteY25" fmla="*/ 199255 h 848160"/>
                <a:gd name="connsiteX26" fmla="*/ 253494 w 2915191"/>
                <a:gd name="connsiteY26" fmla="*/ 196218 h 848160"/>
                <a:gd name="connsiteX27" fmla="*/ 263244 w 2915191"/>
                <a:gd name="connsiteY27" fmla="*/ 169208 h 848160"/>
                <a:gd name="connsiteX28" fmla="*/ 272994 w 2915191"/>
                <a:gd name="connsiteY28" fmla="*/ 149745 h 848160"/>
                <a:gd name="connsiteX29" fmla="*/ 282744 w 2915191"/>
                <a:gd name="connsiteY29" fmla="*/ 153032 h 848160"/>
                <a:gd name="connsiteX30" fmla="*/ 292494 w 2915191"/>
                <a:gd name="connsiteY30" fmla="*/ 152379 h 848160"/>
                <a:gd name="connsiteX31" fmla="*/ 302244 w 2915191"/>
                <a:gd name="connsiteY31" fmla="*/ 159222 h 848160"/>
                <a:gd name="connsiteX32" fmla="*/ 311994 w 2915191"/>
                <a:gd name="connsiteY32" fmla="*/ 188028 h 848160"/>
                <a:gd name="connsiteX33" fmla="*/ 321744 w 2915191"/>
                <a:gd name="connsiteY33" fmla="*/ 172171 h 848160"/>
                <a:gd name="connsiteX34" fmla="*/ 331493 w 2915191"/>
                <a:gd name="connsiteY34" fmla="*/ 161927 h 848160"/>
                <a:gd name="connsiteX35" fmla="*/ 341243 w 2915191"/>
                <a:gd name="connsiteY35" fmla="*/ 134904 h 848160"/>
                <a:gd name="connsiteX36" fmla="*/ 350993 w 2915191"/>
                <a:gd name="connsiteY36" fmla="*/ 116126 h 848160"/>
                <a:gd name="connsiteX37" fmla="*/ 360742 w 2915191"/>
                <a:gd name="connsiteY37" fmla="*/ 147934 h 848160"/>
                <a:gd name="connsiteX38" fmla="*/ 370492 w 2915191"/>
                <a:gd name="connsiteY38" fmla="*/ 133407 h 848160"/>
                <a:gd name="connsiteX39" fmla="*/ 380241 w 2915191"/>
                <a:gd name="connsiteY39" fmla="*/ 126141 h 848160"/>
                <a:gd name="connsiteX40" fmla="*/ 389991 w 2915191"/>
                <a:gd name="connsiteY40" fmla="*/ 134377 h 848160"/>
                <a:gd name="connsiteX41" fmla="*/ 399741 w 2915191"/>
                <a:gd name="connsiteY41" fmla="*/ 101619 h 848160"/>
                <a:gd name="connsiteX42" fmla="*/ 409491 w 2915191"/>
                <a:gd name="connsiteY42" fmla="*/ 77183 h 848160"/>
                <a:gd name="connsiteX43" fmla="*/ 419241 w 2915191"/>
                <a:gd name="connsiteY43" fmla="*/ 80346 h 848160"/>
                <a:gd name="connsiteX44" fmla="*/ 428991 w 2915191"/>
                <a:gd name="connsiteY44" fmla="*/ 70042 h 848160"/>
                <a:gd name="connsiteX45" fmla="*/ 438741 w 2915191"/>
                <a:gd name="connsiteY45" fmla="*/ 109010 h 848160"/>
                <a:gd name="connsiteX46" fmla="*/ 448491 w 2915191"/>
                <a:gd name="connsiteY46" fmla="*/ 90733 h 848160"/>
                <a:gd name="connsiteX47" fmla="*/ 458241 w 2915191"/>
                <a:gd name="connsiteY47" fmla="*/ 83688 h 848160"/>
                <a:gd name="connsiteX48" fmla="*/ 467991 w 2915191"/>
                <a:gd name="connsiteY48" fmla="*/ 93527 h 848160"/>
                <a:gd name="connsiteX49" fmla="*/ 477740 w 2915191"/>
                <a:gd name="connsiteY49" fmla="*/ 119296 h 848160"/>
                <a:gd name="connsiteX50" fmla="*/ 487490 w 2915191"/>
                <a:gd name="connsiteY50" fmla="*/ 103682 h 848160"/>
                <a:gd name="connsiteX51" fmla="*/ 497239 w 2915191"/>
                <a:gd name="connsiteY51" fmla="*/ 123419 h 848160"/>
                <a:gd name="connsiteX52" fmla="*/ 506989 w 2915191"/>
                <a:gd name="connsiteY52" fmla="*/ 142130 h 848160"/>
                <a:gd name="connsiteX53" fmla="*/ 516738 w 2915191"/>
                <a:gd name="connsiteY53" fmla="*/ 140058 h 848160"/>
                <a:gd name="connsiteX54" fmla="*/ 526488 w 2915191"/>
                <a:gd name="connsiteY54" fmla="*/ 134071 h 848160"/>
                <a:gd name="connsiteX55" fmla="*/ 536238 w 2915191"/>
                <a:gd name="connsiteY55" fmla="*/ 138431 h 848160"/>
                <a:gd name="connsiteX56" fmla="*/ 545988 w 2915191"/>
                <a:gd name="connsiteY56" fmla="*/ 116738 h 848160"/>
                <a:gd name="connsiteX57" fmla="*/ 555738 w 2915191"/>
                <a:gd name="connsiteY57" fmla="*/ 111701 h 848160"/>
                <a:gd name="connsiteX58" fmla="*/ 565488 w 2915191"/>
                <a:gd name="connsiteY58" fmla="*/ 79738 h 848160"/>
                <a:gd name="connsiteX59" fmla="*/ 575238 w 2915191"/>
                <a:gd name="connsiteY59" fmla="*/ 64705 h 848160"/>
                <a:gd name="connsiteX60" fmla="*/ 584988 w 2915191"/>
                <a:gd name="connsiteY60" fmla="*/ 83570 h 848160"/>
                <a:gd name="connsiteX61" fmla="*/ 594738 w 2915191"/>
                <a:gd name="connsiteY61" fmla="*/ 98461 h 848160"/>
                <a:gd name="connsiteX62" fmla="*/ 604488 w 2915191"/>
                <a:gd name="connsiteY62" fmla="*/ 94372 h 848160"/>
                <a:gd name="connsiteX63" fmla="*/ 614237 w 2915191"/>
                <a:gd name="connsiteY63" fmla="*/ 44411 h 848160"/>
                <a:gd name="connsiteX64" fmla="*/ 623987 w 2915191"/>
                <a:gd name="connsiteY64" fmla="*/ 53645 h 848160"/>
                <a:gd name="connsiteX65" fmla="*/ 633736 w 2915191"/>
                <a:gd name="connsiteY65" fmla="*/ 67902 h 848160"/>
                <a:gd name="connsiteX66" fmla="*/ 643486 w 2915191"/>
                <a:gd name="connsiteY66" fmla="*/ 78109 h 848160"/>
                <a:gd name="connsiteX67" fmla="*/ 653236 w 2915191"/>
                <a:gd name="connsiteY67" fmla="*/ 76900 h 848160"/>
                <a:gd name="connsiteX68" fmla="*/ 662985 w 2915191"/>
                <a:gd name="connsiteY68" fmla="*/ 34630 h 848160"/>
                <a:gd name="connsiteX69" fmla="*/ 672735 w 2915191"/>
                <a:gd name="connsiteY69" fmla="*/ 27496 h 848160"/>
                <a:gd name="connsiteX70" fmla="*/ 682485 w 2915191"/>
                <a:gd name="connsiteY70" fmla="*/ 59140 h 848160"/>
                <a:gd name="connsiteX71" fmla="*/ 692235 w 2915191"/>
                <a:gd name="connsiteY71" fmla="*/ 29606 h 848160"/>
                <a:gd name="connsiteX72" fmla="*/ 701985 w 2915191"/>
                <a:gd name="connsiteY72" fmla="*/ 36106 h 848160"/>
                <a:gd name="connsiteX73" fmla="*/ 711735 w 2915191"/>
                <a:gd name="connsiteY73" fmla="*/ 57835 h 848160"/>
                <a:gd name="connsiteX74" fmla="*/ 721485 w 2915191"/>
                <a:gd name="connsiteY74" fmla="*/ 56709 h 848160"/>
                <a:gd name="connsiteX75" fmla="*/ 731235 w 2915191"/>
                <a:gd name="connsiteY75" fmla="*/ 70118 h 848160"/>
                <a:gd name="connsiteX76" fmla="*/ 740985 w 2915191"/>
                <a:gd name="connsiteY76" fmla="*/ 41433 h 848160"/>
                <a:gd name="connsiteX77" fmla="*/ 750734 w 2915191"/>
                <a:gd name="connsiteY77" fmla="*/ 0 h 848160"/>
                <a:gd name="connsiteX78" fmla="*/ 760484 w 2915191"/>
                <a:gd name="connsiteY78" fmla="*/ 34606 h 848160"/>
                <a:gd name="connsiteX79" fmla="*/ 770233 w 2915191"/>
                <a:gd name="connsiteY79" fmla="*/ 41690 h 848160"/>
                <a:gd name="connsiteX80" fmla="*/ 779983 w 2915191"/>
                <a:gd name="connsiteY80" fmla="*/ 38107 h 848160"/>
                <a:gd name="connsiteX81" fmla="*/ 789733 w 2915191"/>
                <a:gd name="connsiteY81" fmla="*/ 43258 h 848160"/>
                <a:gd name="connsiteX82" fmla="*/ 799482 w 2915191"/>
                <a:gd name="connsiteY82" fmla="*/ 73859 h 848160"/>
                <a:gd name="connsiteX83" fmla="*/ 809232 w 2915191"/>
                <a:gd name="connsiteY83" fmla="*/ 82119 h 848160"/>
                <a:gd name="connsiteX84" fmla="*/ 818982 w 2915191"/>
                <a:gd name="connsiteY84" fmla="*/ 97162 h 848160"/>
                <a:gd name="connsiteX85" fmla="*/ 828732 w 2915191"/>
                <a:gd name="connsiteY85" fmla="*/ 116041 h 848160"/>
                <a:gd name="connsiteX86" fmla="*/ 838482 w 2915191"/>
                <a:gd name="connsiteY86" fmla="*/ 137130 h 848160"/>
                <a:gd name="connsiteX87" fmla="*/ 848232 w 2915191"/>
                <a:gd name="connsiteY87" fmla="*/ 123881 h 848160"/>
                <a:gd name="connsiteX88" fmla="*/ 857982 w 2915191"/>
                <a:gd name="connsiteY88" fmla="*/ 83555 h 848160"/>
                <a:gd name="connsiteX89" fmla="*/ 867732 w 2915191"/>
                <a:gd name="connsiteY89" fmla="*/ 90055 h 848160"/>
                <a:gd name="connsiteX90" fmla="*/ 877482 w 2915191"/>
                <a:gd name="connsiteY90" fmla="*/ 84970 h 848160"/>
                <a:gd name="connsiteX91" fmla="*/ 887231 w 2915191"/>
                <a:gd name="connsiteY91" fmla="*/ 104716 h 848160"/>
                <a:gd name="connsiteX92" fmla="*/ 896981 w 2915191"/>
                <a:gd name="connsiteY92" fmla="*/ 107875 h 848160"/>
                <a:gd name="connsiteX93" fmla="*/ 906730 w 2915191"/>
                <a:gd name="connsiteY93" fmla="*/ 89161 h 848160"/>
                <a:gd name="connsiteX94" fmla="*/ 916480 w 2915191"/>
                <a:gd name="connsiteY94" fmla="*/ 94947 h 848160"/>
                <a:gd name="connsiteX95" fmla="*/ 926230 w 2915191"/>
                <a:gd name="connsiteY95" fmla="*/ 98464 h 848160"/>
                <a:gd name="connsiteX96" fmla="*/ 935979 w 2915191"/>
                <a:gd name="connsiteY96" fmla="*/ 106772 h 848160"/>
                <a:gd name="connsiteX97" fmla="*/ 945729 w 2915191"/>
                <a:gd name="connsiteY97" fmla="*/ 105002 h 848160"/>
                <a:gd name="connsiteX98" fmla="*/ 955479 w 2915191"/>
                <a:gd name="connsiteY98" fmla="*/ 131247 h 848160"/>
                <a:gd name="connsiteX99" fmla="*/ 965229 w 2915191"/>
                <a:gd name="connsiteY99" fmla="*/ 141229 h 848160"/>
                <a:gd name="connsiteX100" fmla="*/ 974979 w 2915191"/>
                <a:gd name="connsiteY100" fmla="*/ 143620 h 848160"/>
                <a:gd name="connsiteX101" fmla="*/ 984729 w 2915191"/>
                <a:gd name="connsiteY101" fmla="*/ 139012 h 848160"/>
                <a:gd name="connsiteX102" fmla="*/ 994474 w 2915191"/>
                <a:gd name="connsiteY102" fmla="*/ 143744 h 848160"/>
                <a:gd name="connsiteX103" fmla="*/ 1004233 w 2915191"/>
                <a:gd name="connsiteY103" fmla="*/ 157153 h 848160"/>
                <a:gd name="connsiteX104" fmla="*/ 1013977 w 2915191"/>
                <a:gd name="connsiteY104" fmla="*/ 192988 h 848160"/>
                <a:gd name="connsiteX105" fmla="*/ 1023721 w 2915191"/>
                <a:gd name="connsiteY105" fmla="*/ 205879 h 848160"/>
                <a:gd name="connsiteX106" fmla="*/ 1033480 w 2915191"/>
                <a:gd name="connsiteY106" fmla="*/ 219621 h 848160"/>
                <a:gd name="connsiteX107" fmla="*/ 1043224 w 2915191"/>
                <a:gd name="connsiteY107" fmla="*/ 230325 h 848160"/>
                <a:gd name="connsiteX108" fmla="*/ 1052983 w 2915191"/>
                <a:gd name="connsiteY108" fmla="*/ 195594 h 848160"/>
                <a:gd name="connsiteX109" fmla="*/ 1062727 w 2915191"/>
                <a:gd name="connsiteY109" fmla="*/ 188237 h 848160"/>
                <a:gd name="connsiteX110" fmla="*/ 1072471 w 2915191"/>
                <a:gd name="connsiteY110" fmla="*/ 222576 h 848160"/>
                <a:gd name="connsiteX111" fmla="*/ 1082230 w 2915191"/>
                <a:gd name="connsiteY111" fmla="*/ 202750 h 848160"/>
                <a:gd name="connsiteX112" fmla="*/ 1091973 w 2915191"/>
                <a:gd name="connsiteY112" fmla="*/ 230151 h 848160"/>
                <a:gd name="connsiteX113" fmla="*/ 1101732 w 2915191"/>
                <a:gd name="connsiteY113" fmla="*/ 223006 h 848160"/>
                <a:gd name="connsiteX114" fmla="*/ 1111476 w 2915191"/>
                <a:gd name="connsiteY114" fmla="*/ 230945 h 848160"/>
                <a:gd name="connsiteX115" fmla="*/ 1121220 w 2915191"/>
                <a:gd name="connsiteY115" fmla="*/ 188669 h 848160"/>
                <a:gd name="connsiteX116" fmla="*/ 1130979 w 2915191"/>
                <a:gd name="connsiteY116" fmla="*/ 196555 h 848160"/>
                <a:gd name="connsiteX117" fmla="*/ 1140723 w 2915191"/>
                <a:gd name="connsiteY117" fmla="*/ 188834 h 848160"/>
                <a:gd name="connsiteX118" fmla="*/ 1150482 w 2915191"/>
                <a:gd name="connsiteY118" fmla="*/ 198906 h 848160"/>
                <a:gd name="connsiteX119" fmla="*/ 1160226 w 2915191"/>
                <a:gd name="connsiteY119" fmla="*/ 221301 h 848160"/>
                <a:gd name="connsiteX120" fmla="*/ 1169969 w 2915191"/>
                <a:gd name="connsiteY120" fmla="*/ 222282 h 848160"/>
                <a:gd name="connsiteX121" fmla="*/ 1179728 w 2915191"/>
                <a:gd name="connsiteY121" fmla="*/ 213456 h 848160"/>
                <a:gd name="connsiteX122" fmla="*/ 1189472 w 2915191"/>
                <a:gd name="connsiteY122" fmla="*/ 202067 h 848160"/>
                <a:gd name="connsiteX123" fmla="*/ 1199231 w 2915191"/>
                <a:gd name="connsiteY123" fmla="*/ 216995 h 848160"/>
                <a:gd name="connsiteX124" fmla="*/ 1208975 w 2915191"/>
                <a:gd name="connsiteY124" fmla="*/ 212008 h 848160"/>
                <a:gd name="connsiteX125" fmla="*/ 1218719 w 2915191"/>
                <a:gd name="connsiteY125" fmla="*/ 209448 h 848160"/>
                <a:gd name="connsiteX126" fmla="*/ 1228478 w 2915191"/>
                <a:gd name="connsiteY126" fmla="*/ 202318 h 848160"/>
                <a:gd name="connsiteX127" fmla="*/ 1238222 w 2915191"/>
                <a:gd name="connsiteY127" fmla="*/ 222843 h 848160"/>
                <a:gd name="connsiteX128" fmla="*/ 1247966 w 2915191"/>
                <a:gd name="connsiteY128" fmla="*/ 210284 h 848160"/>
                <a:gd name="connsiteX129" fmla="*/ 1257725 w 2915191"/>
                <a:gd name="connsiteY129" fmla="*/ 239337 h 848160"/>
                <a:gd name="connsiteX130" fmla="*/ 1267469 w 2915191"/>
                <a:gd name="connsiteY130" fmla="*/ 235848 h 848160"/>
                <a:gd name="connsiteX131" fmla="*/ 1277227 w 2915191"/>
                <a:gd name="connsiteY131" fmla="*/ 265448 h 848160"/>
                <a:gd name="connsiteX132" fmla="*/ 1286971 w 2915191"/>
                <a:gd name="connsiteY132" fmla="*/ 278978 h 848160"/>
                <a:gd name="connsiteX133" fmla="*/ 1296715 w 2915191"/>
                <a:gd name="connsiteY133" fmla="*/ 283617 h 848160"/>
                <a:gd name="connsiteX134" fmla="*/ 1306474 w 2915191"/>
                <a:gd name="connsiteY134" fmla="*/ 293349 h 848160"/>
                <a:gd name="connsiteX135" fmla="*/ 1316218 w 2915191"/>
                <a:gd name="connsiteY135" fmla="*/ 298114 h 848160"/>
                <a:gd name="connsiteX136" fmla="*/ 1325977 w 2915191"/>
                <a:gd name="connsiteY136" fmla="*/ 293479 h 848160"/>
                <a:gd name="connsiteX137" fmla="*/ 1335721 w 2915191"/>
                <a:gd name="connsiteY137" fmla="*/ 332954 h 848160"/>
                <a:gd name="connsiteX138" fmla="*/ 1345465 w 2915191"/>
                <a:gd name="connsiteY138" fmla="*/ 323378 h 848160"/>
                <a:gd name="connsiteX139" fmla="*/ 1355224 w 2915191"/>
                <a:gd name="connsiteY139" fmla="*/ 326329 h 848160"/>
                <a:gd name="connsiteX140" fmla="*/ 1364967 w 2915191"/>
                <a:gd name="connsiteY140" fmla="*/ 352415 h 848160"/>
                <a:gd name="connsiteX141" fmla="*/ 1374726 w 2915191"/>
                <a:gd name="connsiteY141" fmla="*/ 386591 h 848160"/>
                <a:gd name="connsiteX142" fmla="*/ 1384470 w 2915191"/>
                <a:gd name="connsiteY142" fmla="*/ 375995 h 848160"/>
                <a:gd name="connsiteX143" fmla="*/ 1394214 w 2915191"/>
                <a:gd name="connsiteY143" fmla="*/ 380319 h 848160"/>
                <a:gd name="connsiteX144" fmla="*/ 1403973 w 2915191"/>
                <a:gd name="connsiteY144" fmla="*/ 413027 h 848160"/>
                <a:gd name="connsiteX145" fmla="*/ 1413717 w 2915191"/>
                <a:gd name="connsiteY145" fmla="*/ 434328 h 848160"/>
                <a:gd name="connsiteX146" fmla="*/ 1423476 w 2915191"/>
                <a:gd name="connsiteY146" fmla="*/ 432230 h 848160"/>
                <a:gd name="connsiteX147" fmla="*/ 1433220 w 2915191"/>
                <a:gd name="connsiteY147" fmla="*/ 435010 h 848160"/>
                <a:gd name="connsiteX148" fmla="*/ 1442964 w 2915191"/>
                <a:gd name="connsiteY148" fmla="*/ 415212 h 848160"/>
                <a:gd name="connsiteX149" fmla="*/ 1452722 w 2915191"/>
                <a:gd name="connsiteY149" fmla="*/ 387859 h 848160"/>
                <a:gd name="connsiteX150" fmla="*/ 1462466 w 2915191"/>
                <a:gd name="connsiteY150" fmla="*/ 408392 h 848160"/>
                <a:gd name="connsiteX151" fmla="*/ 1472225 w 2915191"/>
                <a:gd name="connsiteY151" fmla="*/ 408542 h 848160"/>
                <a:gd name="connsiteX152" fmla="*/ 1481969 w 2915191"/>
                <a:gd name="connsiteY152" fmla="*/ 408503 h 848160"/>
                <a:gd name="connsiteX153" fmla="*/ 1491713 w 2915191"/>
                <a:gd name="connsiteY153" fmla="*/ 418746 h 848160"/>
                <a:gd name="connsiteX154" fmla="*/ 1501472 w 2915191"/>
                <a:gd name="connsiteY154" fmla="*/ 454876 h 848160"/>
                <a:gd name="connsiteX155" fmla="*/ 1511216 w 2915191"/>
                <a:gd name="connsiteY155" fmla="*/ 413506 h 848160"/>
                <a:gd name="connsiteX156" fmla="*/ 1520960 w 2915191"/>
                <a:gd name="connsiteY156" fmla="*/ 415104 h 848160"/>
                <a:gd name="connsiteX157" fmla="*/ 1530719 w 2915191"/>
                <a:gd name="connsiteY157" fmla="*/ 370882 h 848160"/>
                <a:gd name="connsiteX158" fmla="*/ 1540463 w 2915191"/>
                <a:gd name="connsiteY158" fmla="*/ 368645 h 848160"/>
                <a:gd name="connsiteX159" fmla="*/ 1550221 w 2915191"/>
                <a:gd name="connsiteY159" fmla="*/ 356628 h 848160"/>
                <a:gd name="connsiteX160" fmla="*/ 1559965 w 2915191"/>
                <a:gd name="connsiteY160" fmla="*/ 337609 h 848160"/>
                <a:gd name="connsiteX161" fmla="*/ 1569709 w 2915191"/>
                <a:gd name="connsiteY161" fmla="*/ 340618 h 848160"/>
                <a:gd name="connsiteX162" fmla="*/ 1579468 w 2915191"/>
                <a:gd name="connsiteY162" fmla="*/ 337744 h 848160"/>
                <a:gd name="connsiteX163" fmla="*/ 1589212 w 2915191"/>
                <a:gd name="connsiteY163" fmla="*/ 347465 h 848160"/>
                <a:gd name="connsiteX164" fmla="*/ 1598971 w 2915191"/>
                <a:gd name="connsiteY164" fmla="*/ 334786 h 848160"/>
                <a:gd name="connsiteX165" fmla="*/ 1608715 w 2915191"/>
                <a:gd name="connsiteY165" fmla="*/ 329944 h 848160"/>
                <a:gd name="connsiteX166" fmla="*/ 1618459 w 2915191"/>
                <a:gd name="connsiteY166" fmla="*/ 351093 h 848160"/>
                <a:gd name="connsiteX167" fmla="*/ 1628218 w 2915191"/>
                <a:gd name="connsiteY167" fmla="*/ 355394 h 848160"/>
                <a:gd name="connsiteX168" fmla="*/ 1637962 w 2915191"/>
                <a:gd name="connsiteY168" fmla="*/ 371634 h 848160"/>
                <a:gd name="connsiteX169" fmla="*/ 1647720 w 2915191"/>
                <a:gd name="connsiteY169" fmla="*/ 349608 h 848160"/>
                <a:gd name="connsiteX170" fmla="*/ 1657464 w 2915191"/>
                <a:gd name="connsiteY170" fmla="*/ 360275 h 848160"/>
                <a:gd name="connsiteX171" fmla="*/ 1667208 w 2915191"/>
                <a:gd name="connsiteY171" fmla="*/ 369776 h 848160"/>
                <a:gd name="connsiteX172" fmla="*/ 1676967 w 2915191"/>
                <a:gd name="connsiteY172" fmla="*/ 365956 h 848160"/>
                <a:gd name="connsiteX173" fmla="*/ 1686711 w 2915191"/>
                <a:gd name="connsiteY173" fmla="*/ 339245 h 848160"/>
                <a:gd name="connsiteX174" fmla="*/ 1696470 w 2915191"/>
                <a:gd name="connsiteY174" fmla="*/ 338782 h 848160"/>
                <a:gd name="connsiteX175" fmla="*/ 1706214 w 2915191"/>
                <a:gd name="connsiteY175" fmla="*/ 340916 h 848160"/>
                <a:gd name="connsiteX176" fmla="*/ 1715958 w 2915191"/>
                <a:gd name="connsiteY176" fmla="*/ 338861 h 848160"/>
                <a:gd name="connsiteX177" fmla="*/ 1725716 w 2915191"/>
                <a:gd name="connsiteY177" fmla="*/ 337262 h 848160"/>
                <a:gd name="connsiteX178" fmla="*/ 1735460 w 2915191"/>
                <a:gd name="connsiteY178" fmla="*/ 363082 h 848160"/>
                <a:gd name="connsiteX179" fmla="*/ 1745219 w 2915191"/>
                <a:gd name="connsiteY179" fmla="*/ 410696 h 848160"/>
                <a:gd name="connsiteX180" fmla="*/ 1754963 w 2915191"/>
                <a:gd name="connsiteY180" fmla="*/ 431507 h 848160"/>
                <a:gd name="connsiteX181" fmla="*/ 1764707 w 2915191"/>
                <a:gd name="connsiteY181" fmla="*/ 412358 h 848160"/>
                <a:gd name="connsiteX182" fmla="*/ 1774466 w 2915191"/>
                <a:gd name="connsiteY182" fmla="*/ 429241 h 848160"/>
                <a:gd name="connsiteX183" fmla="*/ 1784210 w 2915191"/>
                <a:gd name="connsiteY183" fmla="*/ 460492 h 848160"/>
                <a:gd name="connsiteX184" fmla="*/ 1793969 w 2915191"/>
                <a:gd name="connsiteY184" fmla="*/ 445556 h 848160"/>
                <a:gd name="connsiteX185" fmla="*/ 1803713 w 2915191"/>
                <a:gd name="connsiteY185" fmla="*/ 477025 h 848160"/>
                <a:gd name="connsiteX186" fmla="*/ 1813457 w 2915191"/>
                <a:gd name="connsiteY186" fmla="*/ 485078 h 848160"/>
                <a:gd name="connsiteX187" fmla="*/ 1823215 w 2915191"/>
                <a:gd name="connsiteY187" fmla="*/ 485565 h 848160"/>
                <a:gd name="connsiteX188" fmla="*/ 1832959 w 2915191"/>
                <a:gd name="connsiteY188" fmla="*/ 497197 h 848160"/>
                <a:gd name="connsiteX189" fmla="*/ 1842703 w 2915191"/>
                <a:gd name="connsiteY189" fmla="*/ 471723 h 848160"/>
                <a:gd name="connsiteX190" fmla="*/ 1852462 w 2915191"/>
                <a:gd name="connsiteY190" fmla="*/ 477433 h 848160"/>
                <a:gd name="connsiteX191" fmla="*/ 1862206 w 2915191"/>
                <a:gd name="connsiteY191" fmla="*/ 442576 h 848160"/>
                <a:gd name="connsiteX192" fmla="*/ 1871965 w 2915191"/>
                <a:gd name="connsiteY192" fmla="*/ 459719 h 848160"/>
                <a:gd name="connsiteX193" fmla="*/ 1881709 w 2915191"/>
                <a:gd name="connsiteY193" fmla="*/ 463711 h 848160"/>
                <a:gd name="connsiteX194" fmla="*/ 1891453 w 2915191"/>
                <a:gd name="connsiteY194" fmla="*/ 446570 h 848160"/>
                <a:gd name="connsiteX195" fmla="*/ 1901212 w 2915191"/>
                <a:gd name="connsiteY195" fmla="*/ 467254 h 848160"/>
                <a:gd name="connsiteX196" fmla="*/ 1910956 w 2915191"/>
                <a:gd name="connsiteY196" fmla="*/ 460559 h 848160"/>
                <a:gd name="connsiteX197" fmla="*/ 1920714 w 2915191"/>
                <a:gd name="connsiteY197" fmla="*/ 462844 h 848160"/>
                <a:gd name="connsiteX198" fmla="*/ 1930458 w 2915191"/>
                <a:gd name="connsiteY198" fmla="*/ 475800 h 848160"/>
                <a:gd name="connsiteX199" fmla="*/ 1940202 w 2915191"/>
                <a:gd name="connsiteY199" fmla="*/ 509621 h 848160"/>
                <a:gd name="connsiteX200" fmla="*/ 1949961 w 2915191"/>
                <a:gd name="connsiteY200" fmla="*/ 503180 h 848160"/>
                <a:gd name="connsiteX201" fmla="*/ 1959705 w 2915191"/>
                <a:gd name="connsiteY201" fmla="*/ 542940 h 848160"/>
                <a:gd name="connsiteX202" fmla="*/ 1969464 w 2915191"/>
                <a:gd name="connsiteY202" fmla="*/ 531865 h 848160"/>
                <a:gd name="connsiteX203" fmla="*/ 1979208 w 2915191"/>
                <a:gd name="connsiteY203" fmla="*/ 561166 h 848160"/>
                <a:gd name="connsiteX204" fmla="*/ 1988952 w 2915191"/>
                <a:gd name="connsiteY204" fmla="*/ 552365 h 848160"/>
                <a:gd name="connsiteX205" fmla="*/ 1998711 w 2915191"/>
                <a:gd name="connsiteY205" fmla="*/ 554409 h 848160"/>
                <a:gd name="connsiteX206" fmla="*/ 2008454 w 2915191"/>
                <a:gd name="connsiteY206" fmla="*/ 549580 h 848160"/>
                <a:gd name="connsiteX207" fmla="*/ 2018213 w 2915191"/>
                <a:gd name="connsiteY207" fmla="*/ 549570 h 848160"/>
                <a:gd name="connsiteX208" fmla="*/ 2027957 w 2915191"/>
                <a:gd name="connsiteY208" fmla="*/ 553096 h 848160"/>
                <a:gd name="connsiteX209" fmla="*/ 2037701 w 2915191"/>
                <a:gd name="connsiteY209" fmla="*/ 571659 h 848160"/>
                <a:gd name="connsiteX210" fmla="*/ 2047460 w 2915191"/>
                <a:gd name="connsiteY210" fmla="*/ 560619 h 848160"/>
                <a:gd name="connsiteX211" fmla="*/ 2057204 w 2915191"/>
                <a:gd name="connsiteY211" fmla="*/ 542911 h 848160"/>
                <a:gd name="connsiteX212" fmla="*/ 2066963 w 2915191"/>
                <a:gd name="connsiteY212" fmla="*/ 560777 h 848160"/>
                <a:gd name="connsiteX213" fmla="*/ 2076707 w 2915191"/>
                <a:gd name="connsiteY213" fmla="*/ 517509 h 848160"/>
                <a:gd name="connsiteX214" fmla="*/ 2086451 w 2915191"/>
                <a:gd name="connsiteY214" fmla="*/ 521454 h 848160"/>
                <a:gd name="connsiteX215" fmla="*/ 2096210 w 2915191"/>
                <a:gd name="connsiteY215" fmla="*/ 542719 h 848160"/>
                <a:gd name="connsiteX216" fmla="*/ 2105954 w 2915191"/>
                <a:gd name="connsiteY216" fmla="*/ 517990 h 848160"/>
                <a:gd name="connsiteX217" fmla="*/ 2115697 w 2915191"/>
                <a:gd name="connsiteY217" fmla="*/ 501713 h 848160"/>
                <a:gd name="connsiteX218" fmla="*/ 2125456 w 2915191"/>
                <a:gd name="connsiteY218" fmla="*/ 503229 h 848160"/>
                <a:gd name="connsiteX219" fmla="*/ 2135200 w 2915191"/>
                <a:gd name="connsiteY219" fmla="*/ 490183 h 848160"/>
                <a:gd name="connsiteX220" fmla="*/ 2144959 w 2915191"/>
                <a:gd name="connsiteY220" fmla="*/ 485229 h 848160"/>
                <a:gd name="connsiteX221" fmla="*/ 2154703 w 2915191"/>
                <a:gd name="connsiteY221" fmla="*/ 512471 h 848160"/>
                <a:gd name="connsiteX222" fmla="*/ 2164447 w 2915191"/>
                <a:gd name="connsiteY222" fmla="*/ 493939 h 848160"/>
                <a:gd name="connsiteX223" fmla="*/ 2174206 w 2915191"/>
                <a:gd name="connsiteY223" fmla="*/ 494967 h 848160"/>
                <a:gd name="connsiteX224" fmla="*/ 2183950 w 2915191"/>
                <a:gd name="connsiteY224" fmla="*/ 488195 h 848160"/>
                <a:gd name="connsiteX225" fmla="*/ 2193709 w 2915191"/>
                <a:gd name="connsiteY225" fmla="*/ 481759 h 848160"/>
                <a:gd name="connsiteX226" fmla="*/ 2203452 w 2915191"/>
                <a:gd name="connsiteY226" fmla="*/ 500184 h 848160"/>
                <a:gd name="connsiteX227" fmla="*/ 2213196 w 2915191"/>
                <a:gd name="connsiteY227" fmla="*/ 505624 h 848160"/>
                <a:gd name="connsiteX228" fmla="*/ 2222955 w 2915191"/>
                <a:gd name="connsiteY228" fmla="*/ 531619 h 848160"/>
                <a:gd name="connsiteX229" fmla="*/ 2232699 w 2915191"/>
                <a:gd name="connsiteY229" fmla="*/ 549583 h 848160"/>
                <a:gd name="connsiteX230" fmla="*/ 2242458 w 2915191"/>
                <a:gd name="connsiteY230" fmla="*/ 541652 h 848160"/>
                <a:gd name="connsiteX231" fmla="*/ 2252202 w 2915191"/>
                <a:gd name="connsiteY231" fmla="*/ 539212 h 848160"/>
                <a:gd name="connsiteX232" fmla="*/ 2261946 w 2915191"/>
                <a:gd name="connsiteY232" fmla="*/ 569454 h 848160"/>
                <a:gd name="connsiteX233" fmla="*/ 2271705 w 2915191"/>
                <a:gd name="connsiteY233" fmla="*/ 583772 h 848160"/>
                <a:gd name="connsiteX234" fmla="*/ 2281449 w 2915191"/>
                <a:gd name="connsiteY234" fmla="*/ 576665 h 848160"/>
                <a:gd name="connsiteX235" fmla="*/ 2291208 w 2915191"/>
                <a:gd name="connsiteY235" fmla="*/ 600913 h 848160"/>
                <a:gd name="connsiteX236" fmla="*/ 2300951 w 2915191"/>
                <a:gd name="connsiteY236" fmla="*/ 604586 h 848160"/>
                <a:gd name="connsiteX237" fmla="*/ 2310695 w 2915191"/>
                <a:gd name="connsiteY237" fmla="*/ 596435 h 848160"/>
                <a:gd name="connsiteX238" fmla="*/ 2320454 w 2915191"/>
                <a:gd name="connsiteY238" fmla="*/ 626773 h 848160"/>
                <a:gd name="connsiteX239" fmla="*/ 2330198 w 2915191"/>
                <a:gd name="connsiteY239" fmla="*/ 616347 h 848160"/>
                <a:gd name="connsiteX240" fmla="*/ 2339957 w 2915191"/>
                <a:gd name="connsiteY240" fmla="*/ 641713 h 848160"/>
                <a:gd name="connsiteX241" fmla="*/ 2349701 w 2915191"/>
                <a:gd name="connsiteY241" fmla="*/ 634756 h 848160"/>
                <a:gd name="connsiteX242" fmla="*/ 2359445 w 2915191"/>
                <a:gd name="connsiteY242" fmla="*/ 637523 h 848160"/>
                <a:gd name="connsiteX243" fmla="*/ 2369204 w 2915191"/>
                <a:gd name="connsiteY243" fmla="*/ 647249 h 848160"/>
                <a:gd name="connsiteX244" fmla="*/ 2378948 w 2915191"/>
                <a:gd name="connsiteY244" fmla="*/ 691100 h 848160"/>
                <a:gd name="connsiteX245" fmla="*/ 2388692 w 2915191"/>
                <a:gd name="connsiteY245" fmla="*/ 699388 h 848160"/>
                <a:gd name="connsiteX246" fmla="*/ 2398450 w 2915191"/>
                <a:gd name="connsiteY246" fmla="*/ 699714 h 848160"/>
                <a:gd name="connsiteX247" fmla="*/ 2408194 w 2915191"/>
                <a:gd name="connsiteY247" fmla="*/ 737307 h 848160"/>
                <a:gd name="connsiteX248" fmla="*/ 2417953 w 2915191"/>
                <a:gd name="connsiteY248" fmla="*/ 730047 h 848160"/>
                <a:gd name="connsiteX249" fmla="*/ 2427697 w 2915191"/>
                <a:gd name="connsiteY249" fmla="*/ 709312 h 848160"/>
                <a:gd name="connsiteX250" fmla="*/ 2437441 w 2915191"/>
                <a:gd name="connsiteY250" fmla="*/ 702907 h 848160"/>
                <a:gd name="connsiteX251" fmla="*/ 2447200 w 2915191"/>
                <a:gd name="connsiteY251" fmla="*/ 722167 h 848160"/>
                <a:gd name="connsiteX252" fmla="*/ 2456944 w 2915191"/>
                <a:gd name="connsiteY252" fmla="*/ 733969 h 848160"/>
                <a:gd name="connsiteX253" fmla="*/ 2466703 w 2915191"/>
                <a:gd name="connsiteY253" fmla="*/ 728878 h 848160"/>
                <a:gd name="connsiteX254" fmla="*/ 2476446 w 2915191"/>
                <a:gd name="connsiteY254" fmla="*/ 717711 h 848160"/>
                <a:gd name="connsiteX255" fmla="*/ 2486190 w 2915191"/>
                <a:gd name="connsiteY255" fmla="*/ 708223 h 848160"/>
                <a:gd name="connsiteX256" fmla="*/ 2495949 w 2915191"/>
                <a:gd name="connsiteY256" fmla="*/ 671269 h 848160"/>
                <a:gd name="connsiteX257" fmla="*/ 2505693 w 2915191"/>
                <a:gd name="connsiteY257" fmla="*/ 679745 h 848160"/>
                <a:gd name="connsiteX258" fmla="*/ 2515452 w 2915191"/>
                <a:gd name="connsiteY258" fmla="*/ 680921 h 848160"/>
                <a:gd name="connsiteX259" fmla="*/ 2525196 w 2915191"/>
                <a:gd name="connsiteY259" fmla="*/ 721444 h 848160"/>
                <a:gd name="connsiteX260" fmla="*/ 2534940 w 2915191"/>
                <a:gd name="connsiteY260" fmla="*/ 746822 h 848160"/>
                <a:gd name="connsiteX261" fmla="*/ 2544699 w 2915191"/>
                <a:gd name="connsiteY261" fmla="*/ 768975 h 848160"/>
                <a:gd name="connsiteX262" fmla="*/ 2554443 w 2915191"/>
                <a:gd name="connsiteY262" fmla="*/ 764899 h 848160"/>
                <a:gd name="connsiteX263" fmla="*/ 2564202 w 2915191"/>
                <a:gd name="connsiteY263" fmla="*/ 770304 h 848160"/>
                <a:gd name="connsiteX264" fmla="*/ 2573946 w 2915191"/>
                <a:gd name="connsiteY264" fmla="*/ 776834 h 848160"/>
                <a:gd name="connsiteX265" fmla="*/ 2583690 w 2915191"/>
                <a:gd name="connsiteY265" fmla="*/ 784051 h 848160"/>
                <a:gd name="connsiteX266" fmla="*/ 2593448 w 2915191"/>
                <a:gd name="connsiteY266" fmla="*/ 798500 h 848160"/>
                <a:gd name="connsiteX267" fmla="*/ 2603192 w 2915191"/>
                <a:gd name="connsiteY267" fmla="*/ 780888 h 848160"/>
                <a:gd name="connsiteX268" fmla="*/ 2612951 w 2915191"/>
                <a:gd name="connsiteY268" fmla="*/ 777109 h 848160"/>
                <a:gd name="connsiteX269" fmla="*/ 2622695 w 2915191"/>
                <a:gd name="connsiteY269" fmla="*/ 755253 h 848160"/>
                <a:gd name="connsiteX270" fmla="*/ 2632439 w 2915191"/>
                <a:gd name="connsiteY270" fmla="*/ 736644 h 848160"/>
                <a:gd name="connsiteX271" fmla="*/ 2642198 w 2915191"/>
                <a:gd name="connsiteY271" fmla="*/ 780812 h 848160"/>
                <a:gd name="connsiteX272" fmla="*/ 2651942 w 2915191"/>
                <a:gd name="connsiteY272" fmla="*/ 730190 h 848160"/>
                <a:gd name="connsiteX273" fmla="*/ 2661685 w 2915191"/>
                <a:gd name="connsiteY273" fmla="*/ 754313 h 848160"/>
                <a:gd name="connsiteX274" fmla="*/ 2671444 w 2915191"/>
                <a:gd name="connsiteY274" fmla="*/ 737379 h 848160"/>
                <a:gd name="connsiteX275" fmla="*/ 2681188 w 2915191"/>
                <a:gd name="connsiteY275" fmla="*/ 766332 h 848160"/>
                <a:gd name="connsiteX276" fmla="*/ 2690947 w 2915191"/>
                <a:gd name="connsiteY276" fmla="*/ 795431 h 848160"/>
                <a:gd name="connsiteX277" fmla="*/ 2700691 w 2915191"/>
                <a:gd name="connsiteY277" fmla="*/ 828568 h 848160"/>
                <a:gd name="connsiteX278" fmla="*/ 2710435 w 2915191"/>
                <a:gd name="connsiteY278" fmla="*/ 836733 h 848160"/>
                <a:gd name="connsiteX279" fmla="*/ 2720194 w 2915191"/>
                <a:gd name="connsiteY279" fmla="*/ 843065 h 848160"/>
                <a:gd name="connsiteX280" fmla="*/ 2729938 w 2915191"/>
                <a:gd name="connsiteY280" fmla="*/ 846655 h 848160"/>
                <a:gd name="connsiteX281" fmla="*/ 2739697 w 2915191"/>
                <a:gd name="connsiteY281" fmla="*/ 847564 h 848160"/>
                <a:gd name="connsiteX282" fmla="*/ 2749441 w 2915191"/>
                <a:gd name="connsiteY282" fmla="*/ 843884 h 848160"/>
                <a:gd name="connsiteX283" fmla="*/ 2759185 w 2915191"/>
                <a:gd name="connsiteY283" fmla="*/ 848160 h 848160"/>
                <a:gd name="connsiteX284" fmla="*/ 2768943 w 2915191"/>
                <a:gd name="connsiteY284" fmla="*/ 838729 h 848160"/>
                <a:gd name="connsiteX285" fmla="*/ 2778687 w 2915191"/>
                <a:gd name="connsiteY285" fmla="*/ 823011 h 848160"/>
                <a:gd name="connsiteX286" fmla="*/ 2788446 w 2915191"/>
                <a:gd name="connsiteY286" fmla="*/ 785316 h 848160"/>
                <a:gd name="connsiteX287" fmla="*/ 2798190 w 2915191"/>
                <a:gd name="connsiteY287" fmla="*/ 811191 h 848160"/>
                <a:gd name="connsiteX288" fmla="*/ 2807934 w 2915191"/>
                <a:gd name="connsiteY288" fmla="*/ 802902 h 848160"/>
                <a:gd name="connsiteX289" fmla="*/ 2817693 w 2915191"/>
                <a:gd name="connsiteY289" fmla="*/ 801532 h 848160"/>
                <a:gd name="connsiteX290" fmla="*/ 2827437 w 2915191"/>
                <a:gd name="connsiteY290" fmla="*/ 799424 h 848160"/>
                <a:gd name="connsiteX291" fmla="*/ 2837196 w 2915191"/>
                <a:gd name="connsiteY291" fmla="*/ 781353 h 848160"/>
                <a:gd name="connsiteX292" fmla="*/ 2846940 w 2915191"/>
                <a:gd name="connsiteY292" fmla="*/ 775566 h 848160"/>
                <a:gd name="connsiteX293" fmla="*/ 2856684 w 2915191"/>
                <a:gd name="connsiteY293" fmla="*/ 796650 h 848160"/>
                <a:gd name="connsiteX294" fmla="*/ 2866442 w 2915191"/>
                <a:gd name="connsiteY294" fmla="*/ 770119 h 848160"/>
                <a:gd name="connsiteX295" fmla="*/ 2876186 w 2915191"/>
                <a:gd name="connsiteY295" fmla="*/ 768914 h 848160"/>
                <a:gd name="connsiteX296" fmla="*/ 2885945 w 2915191"/>
                <a:gd name="connsiteY296" fmla="*/ 796562 h 848160"/>
                <a:gd name="connsiteX297" fmla="*/ 2895689 w 2915191"/>
                <a:gd name="connsiteY297" fmla="*/ 805676 h 848160"/>
                <a:gd name="connsiteX298" fmla="*/ 2905433 w 2915191"/>
                <a:gd name="connsiteY298" fmla="*/ 783456 h 848160"/>
                <a:gd name="connsiteX299" fmla="*/ 2915192 w 2915191"/>
                <a:gd name="connsiteY299" fmla="*/ 750721 h 848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848160">
                  <a:moveTo>
                    <a:pt x="0" y="375000"/>
                  </a:moveTo>
                  <a:lnTo>
                    <a:pt x="9750" y="369282"/>
                  </a:lnTo>
                  <a:lnTo>
                    <a:pt x="19500" y="366247"/>
                  </a:lnTo>
                  <a:lnTo>
                    <a:pt x="29250" y="351549"/>
                  </a:lnTo>
                  <a:lnTo>
                    <a:pt x="39000" y="320383"/>
                  </a:lnTo>
                  <a:lnTo>
                    <a:pt x="48749" y="290380"/>
                  </a:lnTo>
                  <a:lnTo>
                    <a:pt x="58499" y="285266"/>
                  </a:lnTo>
                  <a:lnTo>
                    <a:pt x="68249" y="287664"/>
                  </a:lnTo>
                  <a:lnTo>
                    <a:pt x="77998" y="294164"/>
                  </a:lnTo>
                  <a:lnTo>
                    <a:pt x="87748" y="304489"/>
                  </a:lnTo>
                  <a:lnTo>
                    <a:pt x="97497" y="305560"/>
                  </a:lnTo>
                  <a:lnTo>
                    <a:pt x="107247" y="290088"/>
                  </a:lnTo>
                  <a:lnTo>
                    <a:pt x="116997" y="313366"/>
                  </a:lnTo>
                  <a:lnTo>
                    <a:pt x="126747" y="318890"/>
                  </a:lnTo>
                  <a:lnTo>
                    <a:pt x="136497" y="296020"/>
                  </a:lnTo>
                  <a:lnTo>
                    <a:pt x="146247" y="309835"/>
                  </a:lnTo>
                  <a:lnTo>
                    <a:pt x="155997" y="293461"/>
                  </a:lnTo>
                  <a:lnTo>
                    <a:pt x="165747" y="266751"/>
                  </a:lnTo>
                  <a:lnTo>
                    <a:pt x="175497" y="255309"/>
                  </a:lnTo>
                  <a:lnTo>
                    <a:pt x="185247" y="243071"/>
                  </a:lnTo>
                  <a:lnTo>
                    <a:pt x="194996" y="238530"/>
                  </a:lnTo>
                  <a:lnTo>
                    <a:pt x="204746" y="224222"/>
                  </a:lnTo>
                  <a:lnTo>
                    <a:pt x="214495" y="197337"/>
                  </a:lnTo>
                  <a:lnTo>
                    <a:pt x="224245" y="197431"/>
                  </a:lnTo>
                  <a:lnTo>
                    <a:pt x="233995" y="184043"/>
                  </a:lnTo>
                  <a:lnTo>
                    <a:pt x="243744" y="199255"/>
                  </a:lnTo>
                  <a:lnTo>
                    <a:pt x="253494" y="196218"/>
                  </a:lnTo>
                  <a:lnTo>
                    <a:pt x="263244" y="169208"/>
                  </a:lnTo>
                  <a:lnTo>
                    <a:pt x="272994" y="149745"/>
                  </a:lnTo>
                  <a:lnTo>
                    <a:pt x="282744" y="153032"/>
                  </a:lnTo>
                  <a:lnTo>
                    <a:pt x="292494" y="152379"/>
                  </a:lnTo>
                  <a:lnTo>
                    <a:pt x="302244" y="159222"/>
                  </a:lnTo>
                  <a:lnTo>
                    <a:pt x="311994" y="188028"/>
                  </a:lnTo>
                  <a:lnTo>
                    <a:pt x="321744" y="172171"/>
                  </a:lnTo>
                  <a:lnTo>
                    <a:pt x="331493" y="161927"/>
                  </a:lnTo>
                  <a:lnTo>
                    <a:pt x="341243" y="134904"/>
                  </a:lnTo>
                  <a:lnTo>
                    <a:pt x="350993" y="116126"/>
                  </a:lnTo>
                  <a:lnTo>
                    <a:pt x="360742" y="147934"/>
                  </a:lnTo>
                  <a:lnTo>
                    <a:pt x="370492" y="133407"/>
                  </a:lnTo>
                  <a:lnTo>
                    <a:pt x="380241" y="126141"/>
                  </a:lnTo>
                  <a:lnTo>
                    <a:pt x="389991" y="134377"/>
                  </a:lnTo>
                  <a:lnTo>
                    <a:pt x="399741" y="101619"/>
                  </a:lnTo>
                  <a:lnTo>
                    <a:pt x="409491" y="77183"/>
                  </a:lnTo>
                  <a:lnTo>
                    <a:pt x="419241" y="80346"/>
                  </a:lnTo>
                  <a:lnTo>
                    <a:pt x="428991" y="70042"/>
                  </a:lnTo>
                  <a:lnTo>
                    <a:pt x="438741" y="109010"/>
                  </a:lnTo>
                  <a:lnTo>
                    <a:pt x="448491" y="90733"/>
                  </a:lnTo>
                  <a:lnTo>
                    <a:pt x="458241" y="83688"/>
                  </a:lnTo>
                  <a:lnTo>
                    <a:pt x="467991" y="93527"/>
                  </a:lnTo>
                  <a:lnTo>
                    <a:pt x="477740" y="119296"/>
                  </a:lnTo>
                  <a:lnTo>
                    <a:pt x="487490" y="103682"/>
                  </a:lnTo>
                  <a:lnTo>
                    <a:pt x="497239" y="123419"/>
                  </a:lnTo>
                  <a:lnTo>
                    <a:pt x="506989" y="142130"/>
                  </a:lnTo>
                  <a:lnTo>
                    <a:pt x="516738" y="140058"/>
                  </a:lnTo>
                  <a:lnTo>
                    <a:pt x="526488" y="134071"/>
                  </a:lnTo>
                  <a:lnTo>
                    <a:pt x="536238" y="138431"/>
                  </a:lnTo>
                  <a:lnTo>
                    <a:pt x="545988" y="116738"/>
                  </a:lnTo>
                  <a:lnTo>
                    <a:pt x="555738" y="111701"/>
                  </a:lnTo>
                  <a:lnTo>
                    <a:pt x="565488" y="79738"/>
                  </a:lnTo>
                  <a:lnTo>
                    <a:pt x="575238" y="64705"/>
                  </a:lnTo>
                  <a:lnTo>
                    <a:pt x="584988" y="83570"/>
                  </a:lnTo>
                  <a:lnTo>
                    <a:pt x="594738" y="98461"/>
                  </a:lnTo>
                  <a:lnTo>
                    <a:pt x="604488" y="94372"/>
                  </a:lnTo>
                  <a:lnTo>
                    <a:pt x="614237" y="44411"/>
                  </a:lnTo>
                  <a:lnTo>
                    <a:pt x="623987" y="53645"/>
                  </a:lnTo>
                  <a:lnTo>
                    <a:pt x="633736" y="67902"/>
                  </a:lnTo>
                  <a:lnTo>
                    <a:pt x="643486" y="78109"/>
                  </a:lnTo>
                  <a:lnTo>
                    <a:pt x="653236" y="76900"/>
                  </a:lnTo>
                  <a:lnTo>
                    <a:pt x="662985" y="34630"/>
                  </a:lnTo>
                  <a:lnTo>
                    <a:pt x="672735" y="27496"/>
                  </a:lnTo>
                  <a:lnTo>
                    <a:pt x="682485" y="59140"/>
                  </a:lnTo>
                  <a:lnTo>
                    <a:pt x="692235" y="29606"/>
                  </a:lnTo>
                  <a:lnTo>
                    <a:pt x="701985" y="36106"/>
                  </a:lnTo>
                  <a:lnTo>
                    <a:pt x="711735" y="57835"/>
                  </a:lnTo>
                  <a:lnTo>
                    <a:pt x="721485" y="56709"/>
                  </a:lnTo>
                  <a:lnTo>
                    <a:pt x="731235" y="70118"/>
                  </a:lnTo>
                  <a:lnTo>
                    <a:pt x="740985" y="41433"/>
                  </a:lnTo>
                  <a:lnTo>
                    <a:pt x="750734" y="0"/>
                  </a:lnTo>
                  <a:lnTo>
                    <a:pt x="760484" y="34606"/>
                  </a:lnTo>
                  <a:lnTo>
                    <a:pt x="770233" y="41690"/>
                  </a:lnTo>
                  <a:lnTo>
                    <a:pt x="779983" y="38107"/>
                  </a:lnTo>
                  <a:lnTo>
                    <a:pt x="789733" y="43258"/>
                  </a:lnTo>
                  <a:lnTo>
                    <a:pt x="799482" y="73859"/>
                  </a:lnTo>
                  <a:lnTo>
                    <a:pt x="809232" y="82119"/>
                  </a:lnTo>
                  <a:lnTo>
                    <a:pt x="818982" y="97162"/>
                  </a:lnTo>
                  <a:lnTo>
                    <a:pt x="828732" y="116041"/>
                  </a:lnTo>
                  <a:lnTo>
                    <a:pt x="838482" y="137130"/>
                  </a:lnTo>
                  <a:lnTo>
                    <a:pt x="848232" y="123881"/>
                  </a:lnTo>
                  <a:lnTo>
                    <a:pt x="857982" y="83555"/>
                  </a:lnTo>
                  <a:lnTo>
                    <a:pt x="867732" y="90055"/>
                  </a:lnTo>
                  <a:lnTo>
                    <a:pt x="877482" y="84970"/>
                  </a:lnTo>
                  <a:lnTo>
                    <a:pt x="887231" y="104716"/>
                  </a:lnTo>
                  <a:lnTo>
                    <a:pt x="896981" y="107875"/>
                  </a:lnTo>
                  <a:lnTo>
                    <a:pt x="906730" y="89161"/>
                  </a:lnTo>
                  <a:lnTo>
                    <a:pt x="916480" y="94947"/>
                  </a:lnTo>
                  <a:lnTo>
                    <a:pt x="926230" y="98464"/>
                  </a:lnTo>
                  <a:lnTo>
                    <a:pt x="935979" y="106772"/>
                  </a:lnTo>
                  <a:lnTo>
                    <a:pt x="945729" y="105002"/>
                  </a:lnTo>
                  <a:lnTo>
                    <a:pt x="955479" y="131247"/>
                  </a:lnTo>
                  <a:lnTo>
                    <a:pt x="965229" y="141229"/>
                  </a:lnTo>
                  <a:lnTo>
                    <a:pt x="974979" y="143620"/>
                  </a:lnTo>
                  <a:lnTo>
                    <a:pt x="984729" y="139012"/>
                  </a:lnTo>
                  <a:lnTo>
                    <a:pt x="994474" y="143744"/>
                  </a:lnTo>
                  <a:lnTo>
                    <a:pt x="1004233" y="157153"/>
                  </a:lnTo>
                  <a:lnTo>
                    <a:pt x="1013977" y="192988"/>
                  </a:lnTo>
                  <a:lnTo>
                    <a:pt x="1023721" y="205879"/>
                  </a:lnTo>
                  <a:lnTo>
                    <a:pt x="1033480" y="219621"/>
                  </a:lnTo>
                  <a:lnTo>
                    <a:pt x="1043224" y="230325"/>
                  </a:lnTo>
                  <a:lnTo>
                    <a:pt x="1052983" y="195594"/>
                  </a:lnTo>
                  <a:lnTo>
                    <a:pt x="1062727" y="188237"/>
                  </a:lnTo>
                  <a:lnTo>
                    <a:pt x="1072471" y="222576"/>
                  </a:lnTo>
                  <a:lnTo>
                    <a:pt x="1082230" y="202750"/>
                  </a:lnTo>
                  <a:lnTo>
                    <a:pt x="1091973" y="230151"/>
                  </a:lnTo>
                  <a:lnTo>
                    <a:pt x="1101732" y="223006"/>
                  </a:lnTo>
                  <a:lnTo>
                    <a:pt x="1111476" y="230945"/>
                  </a:lnTo>
                  <a:lnTo>
                    <a:pt x="1121220" y="188669"/>
                  </a:lnTo>
                  <a:lnTo>
                    <a:pt x="1130979" y="196555"/>
                  </a:lnTo>
                  <a:lnTo>
                    <a:pt x="1140723" y="188834"/>
                  </a:lnTo>
                  <a:lnTo>
                    <a:pt x="1150482" y="198906"/>
                  </a:lnTo>
                  <a:lnTo>
                    <a:pt x="1160226" y="221301"/>
                  </a:lnTo>
                  <a:lnTo>
                    <a:pt x="1169969" y="222282"/>
                  </a:lnTo>
                  <a:lnTo>
                    <a:pt x="1179728" y="213456"/>
                  </a:lnTo>
                  <a:lnTo>
                    <a:pt x="1189472" y="202067"/>
                  </a:lnTo>
                  <a:lnTo>
                    <a:pt x="1199231" y="216995"/>
                  </a:lnTo>
                  <a:lnTo>
                    <a:pt x="1208975" y="212008"/>
                  </a:lnTo>
                  <a:lnTo>
                    <a:pt x="1218719" y="209448"/>
                  </a:lnTo>
                  <a:lnTo>
                    <a:pt x="1228478" y="202318"/>
                  </a:lnTo>
                  <a:lnTo>
                    <a:pt x="1238222" y="222843"/>
                  </a:lnTo>
                  <a:lnTo>
                    <a:pt x="1247966" y="210284"/>
                  </a:lnTo>
                  <a:lnTo>
                    <a:pt x="1257725" y="239337"/>
                  </a:lnTo>
                  <a:lnTo>
                    <a:pt x="1267469" y="235848"/>
                  </a:lnTo>
                  <a:lnTo>
                    <a:pt x="1277227" y="265448"/>
                  </a:lnTo>
                  <a:lnTo>
                    <a:pt x="1286971" y="278978"/>
                  </a:lnTo>
                  <a:lnTo>
                    <a:pt x="1296715" y="283617"/>
                  </a:lnTo>
                  <a:lnTo>
                    <a:pt x="1306474" y="293349"/>
                  </a:lnTo>
                  <a:lnTo>
                    <a:pt x="1316218" y="298114"/>
                  </a:lnTo>
                  <a:lnTo>
                    <a:pt x="1325977" y="293479"/>
                  </a:lnTo>
                  <a:lnTo>
                    <a:pt x="1335721" y="332954"/>
                  </a:lnTo>
                  <a:lnTo>
                    <a:pt x="1345465" y="323378"/>
                  </a:lnTo>
                  <a:lnTo>
                    <a:pt x="1355224" y="326329"/>
                  </a:lnTo>
                  <a:lnTo>
                    <a:pt x="1364967" y="352415"/>
                  </a:lnTo>
                  <a:lnTo>
                    <a:pt x="1374726" y="386591"/>
                  </a:lnTo>
                  <a:lnTo>
                    <a:pt x="1384470" y="375995"/>
                  </a:lnTo>
                  <a:lnTo>
                    <a:pt x="1394214" y="380319"/>
                  </a:lnTo>
                  <a:lnTo>
                    <a:pt x="1403973" y="413027"/>
                  </a:lnTo>
                  <a:lnTo>
                    <a:pt x="1413717" y="434328"/>
                  </a:lnTo>
                  <a:lnTo>
                    <a:pt x="1423476" y="432230"/>
                  </a:lnTo>
                  <a:lnTo>
                    <a:pt x="1433220" y="435010"/>
                  </a:lnTo>
                  <a:lnTo>
                    <a:pt x="1442964" y="415212"/>
                  </a:lnTo>
                  <a:lnTo>
                    <a:pt x="1452722" y="387859"/>
                  </a:lnTo>
                  <a:lnTo>
                    <a:pt x="1462466" y="408392"/>
                  </a:lnTo>
                  <a:lnTo>
                    <a:pt x="1472225" y="408542"/>
                  </a:lnTo>
                  <a:lnTo>
                    <a:pt x="1481969" y="408503"/>
                  </a:lnTo>
                  <a:lnTo>
                    <a:pt x="1491713" y="418746"/>
                  </a:lnTo>
                  <a:lnTo>
                    <a:pt x="1501472" y="454876"/>
                  </a:lnTo>
                  <a:lnTo>
                    <a:pt x="1511216" y="413506"/>
                  </a:lnTo>
                  <a:lnTo>
                    <a:pt x="1520960" y="415104"/>
                  </a:lnTo>
                  <a:lnTo>
                    <a:pt x="1530719" y="370882"/>
                  </a:lnTo>
                  <a:lnTo>
                    <a:pt x="1540463" y="368645"/>
                  </a:lnTo>
                  <a:lnTo>
                    <a:pt x="1550221" y="356628"/>
                  </a:lnTo>
                  <a:lnTo>
                    <a:pt x="1559965" y="337609"/>
                  </a:lnTo>
                  <a:lnTo>
                    <a:pt x="1569709" y="340618"/>
                  </a:lnTo>
                  <a:lnTo>
                    <a:pt x="1579468" y="337744"/>
                  </a:lnTo>
                  <a:lnTo>
                    <a:pt x="1589212" y="347465"/>
                  </a:lnTo>
                  <a:lnTo>
                    <a:pt x="1598971" y="334786"/>
                  </a:lnTo>
                  <a:lnTo>
                    <a:pt x="1608715" y="329944"/>
                  </a:lnTo>
                  <a:lnTo>
                    <a:pt x="1618459" y="351093"/>
                  </a:lnTo>
                  <a:lnTo>
                    <a:pt x="1628218" y="355394"/>
                  </a:lnTo>
                  <a:lnTo>
                    <a:pt x="1637962" y="371634"/>
                  </a:lnTo>
                  <a:lnTo>
                    <a:pt x="1647720" y="349608"/>
                  </a:lnTo>
                  <a:lnTo>
                    <a:pt x="1657464" y="360275"/>
                  </a:lnTo>
                  <a:lnTo>
                    <a:pt x="1667208" y="369776"/>
                  </a:lnTo>
                  <a:lnTo>
                    <a:pt x="1676967" y="365956"/>
                  </a:lnTo>
                  <a:lnTo>
                    <a:pt x="1686711" y="339245"/>
                  </a:lnTo>
                  <a:lnTo>
                    <a:pt x="1696470" y="338782"/>
                  </a:lnTo>
                  <a:lnTo>
                    <a:pt x="1706214" y="340916"/>
                  </a:lnTo>
                  <a:lnTo>
                    <a:pt x="1715958" y="338861"/>
                  </a:lnTo>
                  <a:lnTo>
                    <a:pt x="1725716" y="337262"/>
                  </a:lnTo>
                  <a:lnTo>
                    <a:pt x="1735460" y="363082"/>
                  </a:lnTo>
                  <a:lnTo>
                    <a:pt x="1745219" y="410696"/>
                  </a:lnTo>
                  <a:lnTo>
                    <a:pt x="1754963" y="431507"/>
                  </a:lnTo>
                  <a:lnTo>
                    <a:pt x="1764707" y="412358"/>
                  </a:lnTo>
                  <a:lnTo>
                    <a:pt x="1774466" y="429241"/>
                  </a:lnTo>
                  <a:lnTo>
                    <a:pt x="1784210" y="460492"/>
                  </a:lnTo>
                  <a:lnTo>
                    <a:pt x="1793969" y="445556"/>
                  </a:lnTo>
                  <a:lnTo>
                    <a:pt x="1803713" y="477025"/>
                  </a:lnTo>
                  <a:lnTo>
                    <a:pt x="1813457" y="485078"/>
                  </a:lnTo>
                  <a:lnTo>
                    <a:pt x="1823215" y="485565"/>
                  </a:lnTo>
                  <a:lnTo>
                    <a:pt x="1832959" y="497197"/>
                  </a:lnTo>
                  <a:lnTo>
                    <a:pt x="1842703" y="471723"/>
                  </a:lnTo>
                  <a:lnTo>
                    <a:pt x="1852462" y="477433"/>
                  </a:lnTo>
                  <a:lnTo>
                    <a:pt x="1862206" y="442576"/>
                  </a:lnTo>
                  <a:lnTo>
                    <a:pt x="1871965" y="459719"/>
                  </a:lnTo>
                  <a:lnTo>
                    <a:pt x="1881709" y="463711"/>
                  </a:lnTo>
                  <a:lnTo>
                    <a:pt x="1891453" y="446570"/>
                  </a:lnTo>
                  <a:lnTo>
                    <a:pt x="1901212" y="467254"/>
                  </a:lnTo>
                  <a:lnTo>
                    <a:pt x="1910956" y="460559"/>
                  </a:lnTo>
                  <a:lnTo>
                    <a:pt x="1920714" y="462844"/>
                  </a:lnTo>
                  <a:lnTo>
                    <a:pt x="1930458" y="475800"/>
                  </a:lnTo>
                  <a:lnTo>
                    <a:pt x="1940202" y="509621"/>
                  </a:lnTo>
                  <a:lnTo>
                    <a:pt x="1949961" y="503180"/>
                  </a:lnTo>
                  <a:lnTo>
                    <a:pt x="1959705" y="542940"/>
                  </a:lnTo>
                  <a:lnTo>
                    <a:pt x="1969464" y="531865"/>
                  </a:lnTo>
                  <a:lnTo>
                    <a:pt x="1979208" y="561166"/>
                  </a:lnTo>
                  <a:lnTo>
                    <a:pt x="1988952" y="552365"/>
                  </a:lnTo>
                  <a:lnTo>
                    <a:pt x="1998711" y="554409"/>
                  </a:lnTo>
                  <a:lnTo>
                    <a:pt x="2008454" y="549580"/>
                  </a:lnTo>
                  <a:lnTo>
                    <a:pt x="2018213" y="549570"/>
                  </a:lnTo>
                  <a:lnTo>
                    <a:pt x="2027957" y="553096"/>
                  </a:lnTo>
                  <a:lnTo>
                    <a:pt x="2037701" y="571659"/>
                  </a:lnTo>
                  <a:lnTo>
                    <a:pt x="2047460" y="560619"/>
                  </a:lnTo>
                  <a:lnTo>
                    <a:pt x="2057204" y="542911"/>
                  </a:lnTo>
                  <a:lnTo>
                    <a:pt x="2066963" y="560777"/>
                  </a:lnTo>
                  <a:lnTo>
                    <a:pt x="2076707" y="517509"/>
                  </a:lnTo>
                  <a:lnTo>
                    <a:pt x="2086451" y="521454"/>
                  </a:lnTo>
                  <a:lnTo>
                    <a:pt x="2096210" y="542719"/>
                  </a:lnTo>
                  <a:lnTo>
                    <a:pt x="2105954" y="517990"/>
                  </a:lnTo>
                  <a:lnTo>
                    <a:pt x="2115697" y="501713"/>
                  </a:lnTo>
                  <a:lnTo>
                    <a:pt x="2125456" y="503229"/>
                  </a:lnTo>
                  <a:lnTo>
                    <a:pt x="2135200" y="490183"/>
                  </a:lnTo>
                  <a:lnTo>
                    <a:pt x="2144959" y="485229"/>
                  </a:lnTo>
                  <a:lnTo>
                    <a:pt x="2154703" y="512471"/>
                  </a:lnTo>
                  <a:lnTo>
                    <a:pt x="2164447" y="493939"/>
                  </a:lnTo>
                  <a:lnTo>
                    <a:pt x="2174206" y="494967"/>
                  </a:lnTo>
                  <a:lnTo>
                    <a:pt x="2183950" y="488195"/>
                  </a:lnTo>
                  <a:lnTo>
                    <a:pt x="2193709" y="481759"/>
                  </a:lnTo>
                  <a:lnTo>
                    <a:pt x="2203452" y="500184"/>
                  </a:lnTo>
                  <a:lnTo>
                    <a:pt x="2213196" y="505624"/>
                  </a:lnTo>
                  <a:lnTo>
                    <a:pt x="2222955" y="531619"/>
                  </a:lnTo>
                  <a:lnTo>
                    <a:pt x="2232699" y="549583"/>
                  </a:lnTo>
                  <a:lnTo>
                    <a:pt x="2242458" y="541652"/>
                  </a:lnTo>
                  <a:lnTo>
                    <a:pt x="2252202" y="539212"/>
                  </a:lnTo>
                  <a:lnTo>
                    <a:pt x="2261946" y="569454"/>
                  </a:lnTo>
                  <a:lnTo>
                    <a:pt x="2271705" y="583772"/>
                  </a:lnTo>
                  <a:lnTo>
                    <a:pt x="2281449" y="576665"/>
                  </a:lnTo>
                  <a:lnTo>
                    <a:pt x="2291208" y="600913"/>
                  </a:lnTo>
                  <a:lnTo>
                    <a:pt x="2300951" y="604586"/>
                  </a:lnTo>
                  <a:lnTo>
                    <a:pt x="2310695" y="596435"/>
                  </a:lnTo>
                  <a:lnTo>
                    <a:pt x="2320454" y="626773"/>
                  </a:lnTo>
                  <a:lnTo>
                    <a:pt x="2330198" y="616347"/>
                  </a:lnTo>
                  <a:lnTo>
                    <a:pt x="2339957" y="641713"/>
                  </a:lnTo>
                  <a:lnTo>
                    <a:pt x="2349701" y="634756"/>
                  </a:lnTo>
                  <a:lnTo>
                    <a:pt x="2359445" y="637523"/>
                  </a:lnTo>
                  <a:lnTo>
                    <a:pt x="2369204" y="647249"/>
                  </a:lnTo>
                  <a:lnTo>
                    <a:pt x="2378948" y="691100"/>
                  </a:lnTo>
                  <a:lnTo>
                    <a:pt x="2388692" y="699388"/>
                  </a:lnTo>
                  <a:lnTo>
                    <a:pt x="2398450" y="699714"/>
                  </a:lnTo>
                  <a:lnTo>
                    <a:pt x="2408194" y="737307"/>
                  </a:lnTo>
                  <a:lnTo>
                    <a:pt x="2417953" y="730047"/>
                  </a:lnTo>
                  <a:lnTo>
                    <a:pt x="2427697" y="709312"/>
                  </a:lnTo>
                  <a:lnTo>
                    <a:pt x="2437441" y="702907"/>
                  </a:lnTo>
                  <a:lnTo>
                    <a:pt x="2447200" y="722167"/>
                  </a:lnTo>
                  <a:lnTo>
                    <a:pt x="2456944" y="733969"/>
                  </a:lnTo>
                  <a:lnTo>
                    <a:pt x="2466703" y="728878"/>
                  </a:lnTo>
                  <a:lnTo>
                    <a:pt x="2476446" y="717711"/>
                  </a:lnTo>
                  <a:lnTo>
                    <a:pt x="2486190" y="708223"/>
                  </a:lnTo>
                  <a:lnTo>
                    <a:pt x="2495949" y="671269"/>
                  </a:lnTo>
                  <a:lnTo>
                    <a:pt x="2505693" y="679745"/>
                  </a:lnTo>
                  <a:lnTo>
                    <a:pt x="2515452" y="680921"/>
                  </a:lnTo>
                  <a:lnTo>
                    <a:pt x="2525196" y="721444"/>
                  </a:lnTo>
                  <a:lnTo>
                    <a:pt x="2534940" y="746822"/>
                  </a:lnTo>
                  <a:lnTo>
                    <a:pt x="2544699" y="768975"/>
                  </a:lnTo>
                  <a:lnTo>
                    <a:pt x="2554443" y="764899"/>
                  </a:lnTo>
                  <a:lnTo>
                    <a:pt x="2564202" y="770304"/>
                  </a:lnTo>
                  <a:lnTo>
                    <a:pt x="2573946" y="776834"/>
                  </a:lnTo>
                  <a:lnTo>
                    <a:pt x="2583690" y="784051"/>
                  </a:lnTo>
                  <a:lnTo>
                    <a:pt x="2593448" y="798500"/>
                  </a:lnTo>
                  <a:lnTo>
                    <a:pt x="2603192" y="780888"/>
                  </a:lnTo>
                  <a:lnTo>
                    <a:pt x="2612951" y="777109"/>
                  </a:lnTo>
                  <a:lnTo>
                    <a:pt x="2622695" y="755253"/>
                  </a:lnTo>
                  <a:lnTo>
                    <a:pt x="2632439" y="736644"/>
                  </a:lnTo>
                  <a:lnTo>
                    <a:pt x="2642198" y="780812"/>
                  </a:lnTo>
                  <a:lnTo>
                    <a:pt x="2651942" y="730190"/>
                  </a:lnTo>
                  <a:lnTo>
                    <a:pt x="2661685" y="754313"/>
                  </a:lnTo>
                  <a:lnTo>
                    <a:pt x="2671444" y="737379"/>
                  </a:lnTo>
                  <a:lnTo>
                    <a:pt x="2681188" y="766332"/>
                  </a:lnTo>
                  <a:lnTo>
                    <a:pt x="2690947" y="795431"/>
                  </a:lnTo>
                  <a:lnTo>
                    <a:pt x="2700691" y="828568"/>
                  </a:lnTo>
                  <a:lnTo>
                    <a:pt x="2710435" y="836733"/>
                  </a:lnTo>
                  <a:lnTo>
                    <a:pt x="2720194" y="843065"/>
                  </a:lnTo>
                  <a:lnTo>
                    <a:pt x="2729938" y="846655"/>
                  </a:lnTo>
                  <a:lnTo>
                    <a:pt x="2739697" y="847564"/>
                  </a:lnTo>
                  <a:lnTo>
                    <a:pt x="2749441" y="843884"/>
                  </a:lnTo>
                  <a:lnTo>
                    <a:pt x="2759185" y="848160"/>
                  </a:lnTo>
                  <a:lnTo>
                    <a:pt x="2768943" y="838729"/>
                  </a:lnTo>
                  <a:lnTo>
                    <a:pt x="2778687" y="823011"/>
                  </a:lnTo>
                  <a:lnTo>
                    <a:pt x="2788446" y="785316"/>
                  </a:lnTo>
                  <a:lnTo>
                    <a:pt x="2798190" y="811191"/>
                  </a:lnTo>
                  <a:lnTo>
                    <a:pt x="2807934" y="802902"/>
                  </a:lnTo>
                  <a:lnTo>
                    <a:pt x="2817693" y="801532"/>
                  </a:lnTo>
                  <a:lnTo>
                    <a:pt x="2827437" y="799424"/>
                  </a:lnTo>
                  <a:lnTo>
                    <a:pt x="2837196" y="781353"/>
                  </a:lnTo>
                  <a:lnTo>
                    <a:pt x="2846940" y="775566"/>
                  </a:lnTo>
                  <a:lnTo>
                    <a:pt x="2856684" y="796650"/>
                  </a:lnTo>
                  <a:lnTo>
                    <a:pt x="2866442" y="770119"/>
                  </a:lnTo>
                  <a:lnTo>
                    <a:pt x="2876186" y="768914"/>
                  </a:lnTo>
                  <a:lnTo>
                    <a:pt x="2885945" y="796562"/>
                  </a:lnTo>
                  <a:lnTo>
                    <a:pt x="2895689" y="805676"/>
                  </a:lnTo>
                  <a:lnTo>
                    <a:pt x="2905433" y="783456"/>
                  </a:lnTo>
                  <a:lnTo>
                    <a:pt x="2915192" y="75072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5" name="Freeform 1094">
              <a:extLst>
                <a:ext uri="{FF2B5EF4-FFF2-40B4-BE49-F238E27FC236}">
                  <a16:creationId xmlns:a16="http://schemas.microsoft.com/office/drawing/2014/main" id="{D0BEBBCC-CB09-DB80-401E-048AC332F24E}"/>
                </a:ext>
              </a:extLst>
            </p:cNvPr>
            <p:cNvSpPr/>
            <p:nvPr/>
          </p:nvSpPr>
          <p:spPr>
            <a:xfrm>
              <a:off x="4426652" y="3421915"/>
              <a:ext cx="2915191" cy="336840"/>
            </a:xfrm>
            <a:custGeom>
              <a:avLst/>
              <a:gdLst>
                <a:gd name="connsiteX0" fmla="*/ 0 w 2915191"/>
                <a:gd name="connsiteY0" fmla="*/ 265473 h 336840"/>
                <a:gd name="connsiteX1" fmla="*/ 9750 w 2915191"/>
                <a:gd name="connsiteY1" fmla="*/ 281722 h 336840"/>
                <a:gd name="connsiteX2" fmla="*/ 19500 w 2915191"/>
                <a:gd name="connsiteY2" fmla="*/ 254324 h 336840"/>
                <a:gd name="connsiteX3" fmla="*/ 29250 w 2915191"/>
                <a:gd name="connsiteY3" fmla="*/ 253828 h 336840"/>
                <a:gd name="connsiteX4" fmla="*/ 39000 w 2915191"/>
                <a:gd name="connsiteY4" fmla="*/ 253161 h 336840"/>
                <a:gd name="connsiteX5" fmla="*/ 48749 w 2915191"/>
                <a:gd name="connsiteY5" fmla="*/ 229210 h 336840"/>
                <a:gd name="connsiteX6" fmla="*/ 58499 w 2915191"/>
                <a:gd name="connsiteY6" fmla="*/ 231542 h 336840"/>
                <a:gd name="connsiteX7" fmla="*/ 68249 w 2915191"/>
                <a:gd name="connsiteY7" fmla="*/ 219157 h 336840"/>
                <a:gd name="connsiteX8" fmla="*/ 77998 w 2915191"/>
                <a:gd name="connsiteY8" fmla="*/ 203486 h 336840"/>
                <a:gd name="connsiteX9" fmla="*/ 87748 w 2915191"/>
                <a:gd name="connsiteY9" fmla="*/ 172228 h 336840"/>
                <a:gd name="connsiteX10" fmla="*/ 97497 w 2915191"/>
                <a:gd name="connsiteY10" fmla="*/ 153091 h 336840"/>
                <a:gd name="connsiteX11" fmla="*/ 107247 w 2915191"/>
                <a:gd name="connsiteY11" fmla="*/ 152165 h 336840"/>
                <a:gd name="connsiteX12" fmla="*/ 116997 w 2915191"/>
                <a:gd name="connsiteY12" fmla="*/ 118606 h 336840"/>
                <a:gd name="connsiteX13" fmla="*/ 126747 w 2915191"/>
                <a:gd name="connsiteY13" fmla="*/ 84617 h 336840"/>
                <a:gd name="connsiteX14" fmla="*/ 136497 w 2915191"/>
                <a:gd name="connsiteY14" fmla="*/ 119615 h 336840"/>
                <a:gd name="connsiteX15" fmla="*/ 146247 w 2915191"/>
                <a:gd name="connsiteY15" fmla="*/ 115978 h 336840"/>
                <a:gd name="connsiteX16" fmla="*/ 155997 w 2915191"/>
                <a:gd name="connsiteY16" fmla="*/ 98321 h 336840"/>
                <a:gd name="connsiteX17" fmla="*/ 165747 w 2915191"/>
                <a:gd name="connsiteY17" fmla="*/ 161034 h 336840"/>
                <a:gd name="connsiteX18" fmla="*/ 175497 w 2915191"/>
                <a:gd name="connsiteY18" fmla="*/ 185375 h 336840"/>
                <a:gd name="connsiteX19" fmla="*/ 185247 w 2915191"/>
                <a:gd name="connsiteY19" fmla="*/ 207325 h 336840"/>
                <a:gd name="connsiteX20" fmla="*/ 194996 w 2915191"/>
                <a:gd name="connsiteY20" fmla="*/ 211242 h 336840"/>
                <a:gd name="connsiteX21" fmla="*/ 204746 w 2915191"/>
                <a:gd name="connsiteY21" fmla="*/ 237394 h 336840"/>
                <a:gd name="connsiteX22" fmla="*/ 214495 w 2915191"/>
                <a:gd name="connsiteY22" fmla="*/ 236356 h 336840"/>
                <a:gd name="connsiteX23" fmla="*/ 224245 w 2915191"/>
                <a:gd name="connsiteY23" fmla="*/ 246717 h 336840"/>
                <a:gd name="connsiteX24" fmla="*/ 233995 w 2915191"/>
                <a:gd name="connsiteY24" fmla="*/ 226950 h 336840"/>
                <a:gd name="connsiteX25" fmla="*/ 243744 w 2915191"/>
                <a:gd name="connsiteY25" fmla="*/ 222999 h 336840"/>
                <a:gd name="connsiteX26" fmla="*/ 253494 w 2915191"/>
                <a:gd name="connsiteY26" fmla="*/ 224039 h 336840"/>
                <a:gd name="connsiteX27" fmla="*/ 263244 w 2915191"/>
                <a:gd name="connsiteY27" fmla="*/ 257557 h 336840"/>
                <a:gd name="connsiteX28" fmla="*/ 272994 w 2915191"/>
                <a:gd name="connsiteY28" fmla="*/ 307926 h 336840"/>
                <a:gd name="connsiteX29" fmla="*/ 282744 w 2915191"/>
                <a:gd name="connsiteY29" fmla="*/ 330223 h 336840"/>
                <a:gd name="connsiteX30" fmla="*/ 292494 w 2915191"/>
                <a:gd name="connsiteY30" fmla="*/ 324139 h 336840"/>
                <a:gd name="connsiteX31" fmla="*/ 302244 w 2915191"/>
                <a:gd name="connsiteY31" fmla="*/ 327638 h 336840"/>
                <a:gd name="connsiteX32" fmla="*/ 311994 w 2915191"/>
                <a:gd name="connsiteY32" fmla="*/ 330278 h 336840"/>
                <a:gd name="connsiteX33" fmla="*/ 321744 w 2915191"/>
                <a:gd name="connsiteY33" fmla="*/ 335273 h 336840"/>
                <a:gd name="connsiteX34" fmla="*/ 331493 w 2915191"/>
                <a:gd name="connsiteY34" fmla="*/ 316203 h 336840"/>
                <a:gd name="connsiteX35" fmla="*/ 341243 w 2915191"/>
                <a:gd name="connsiteY35" fmla="*/ 319909 h 336840"/>
                <a:gd name="connsiteX36" fmla="*/ 350993 w 2915191"/>
                <a:gd name="connsiteY36" fmla="*/ 319053 h 336840"/>
                <a:gd name="connsiteX37" fmla="*/ 360742 w 2915191"/>
                <a:gd name="connsiteY37" fmla="*/ 318366 h 336840"/>
                <a:gd name="connsiteX38" fmla="*/ 370492 w 2915191"/>
                <a:gd name="connsiteY38" fmla="*/ 315814 h 336840"/>
                <a:gd name="connsiteX39" fmla="*/ 380241 w 2915191"/>
                <a:gd name="connsiteY39" fmla="*/ 323473 h 336840"/>
                <a:gd name="connsiteX40" fmla="*/ 389991 w 2915191"/>
                <a:gd name="connsiteY40" fmla="*/ 326769 h 336840"/>
                <a:gd name="connsiteX41" fmla="*/ 399741 w 2915191"/>
                <a:gd name="connsiteY41" fmla="*/ 294364 h 336840"/>
                <a:gd name="connsiteX42" fmla="*/ 409491 w 2915191"/>
                <a:gd name="connsiteY42" fmla="*/ 299991 h 336840"/>
                <a:gd name="connsiteX43" fmla="*/ 419241 w 2915191"/>
                <a:gd name="connsiteY43" fmla="*/ 285235 h 336840"/>
                <a:gd name="connsiteX44" fmla="*/ 428991 w 2915191"/>
                <a:gd name="connsiteY44" fmla="*/ 269686 h 336840"/>
                <a:gd name="connsiteX45" fmla="*/ 438741 w 2915191"/>
                <a:gd name="connsiteY45" fmla="*/ 282784 h 336840"/>
                <a:gd name="connsiteX46" fmla="*/ 448491 w 2915191"/>
                <a:gd name="connsiteY46" fmla="*/ 321684 h 336840"/>
                <a:gd name="connsiteX47" fmla="*/ 458241 w 2915191"/>
                <a:gd name="connsiteY47" fmla="*/ 314577 h 336840"/>
                <a:gd name="connsiteX48" fmla="*/ 467991 w 2915191"/>
                <a:gd name="connsiteY48" fmla="*/ 310630 h 336840"/>
                <a:gd name="connsiteX49" fmla="*/ 477740 w 2915191"/>
                <a:gd name="connsiteY49" fmla="*/ 310110 h 336840"/>
                <a:gd name="connsiteX50" fmla="*/ 487490 w 2915191"/>
                <a:gd name="connsiteY50" fmla="*/ 312390 h 336840"/>
                <a:gd name="connsiteX51" fmla="*/ 497239 w 2915191"/>
                <a:gd name="connsiteY51" fmla="*/ 331714 h 336840"/>
                <a:gd name="connsiteX52" fmla="*/ 506989 w 2915191"/>
                <a:gd name="connsiteY52" fmla="*/ 332800 h 336840"/>
                <a:gd name="connsiteX53" fmla="*/ 516738 w 2915191"/>
                <a:gd name="connsiteY53" fmla="*/ 331441 h 336840"/>
                <a:gd name="connsiteX54" fmla="*/ 526488 w 2915191"/>
                <a:gd name="connsiteY54" fmla="*/ 336841 h 336840"/>
                <a:gd name="connsiteX55" fmla="*/ 536238 w 2915191"/>
                <a:gd name="connsiteY55" fmla="*/ 324172 h 336840"/>
                <a:gd name="connsiteX56" fmla="*/ 545988 w 2915191"/>
                <a:gd name="connsiteY56" fmla="*/ 297531 h 336840"/>
                <a:gd name="connsiteX57" fmla="*/ 555738 w 2915191"/>
                <a:gd name="connsiteY57" fmla="*/ 322907 h 336840"/>
                <a:gd name="connsiteX58" fmla="*/ 565488 w 2915191"/>
                <a:gd name="connsiteY58" fmla="*/ 301718 h 336840"/>
                <a:gd name="connsiteX59" fmla="*/ 575238 w 2915191"/>
                <a:gd name="connsiteY59" fmla="*/ 270318 h 336840"/>
                <a:gd name="connsiteX60" fmla="*/ 584988 w 2915191"/>
                <a:gd name="connsiteY60" fmla="*/ 266737 h 336840"/>
                <a:gd name="connsiteX61" fmla="*/ 594738 w 2915191"/>
                <a:gd name="connsiteY61" fmla="*/ 264101 h 336840"/>
                <a:gd name="connsiteX62" fmla="*/ 604488 w 2915191"/>
                <a:gd name="connsiteY62" fmla="*/ 266701 h 336840"/>
                <a:gd name="connsiteX63" fmla="*/ 614237 w 2915191"/>
                <a:gd name="connsiteY63" fmla="*/ 221387 h 336840"/>
                <a:gd name="connsiteX64" fmla="*/ 623987 w 2915191"/>
                <a:gd name="connsiteY64" fmla="*/ 230845 h 336840"/>
                <a:gd name="connsiteX65" fmla="*/ 633736 w 2915191"/>
                <a:gd name="connsiteY65" fmla="*/ 229741 h 336840"/>
                <a:gd name="connsiteX66" fmla="*/ 643486 w 2915191"/>
                <a:gd name="connsiteY66" fmla="*/ 243843 h 336840"/>
                <a:gd name="connsiteX67" fmla="*/ 653236 w 2915191"/>
                <a:gd name="connsiteY67" fmla="*/ 225444 h 336840"/>
                <a:gd name="connsiteX68" fmla="*/ 662985 w 2915191"/>
                <a:gd name="connsiteY68" fmla="*/ 161217 h 336840"/>
                <a:gd name="connsiteX69" fmla="*/ 672735 w 2915191"/>
                <a:gd name="connsiteY69" fmla="*/ 153069 h 336840"/>
                <a:gd name="connsiteX70" fmla="*/ 682485 w 2915191"/>
                <a:gd name="connsiteY70" fmla="*/ 175190 h 336840"/>
                <a:gd name="connsiteX71" fmla="*/ 692235 w 2915191"/>
                <a:gd name="connsiteY71" fmla="*/ 155443 h 336840"/>
                <a:gd name="connsiteX72" fmla="*/ 701985 w 2915191"/>
                <a:gd name="connsiteY72" fmla="*/ 158539 h 336840"/>
                <a:gd name="connsiteX73" fmla="*/ 711735 w 2915191"/>
                <a:gd name="connsiteY73" fmla="*/ 169495 h 336840"/>
                <a:gd name="connsiteX74" fmla="*/ 721485 w 2915191"/>
                <a:gd name="connsiteY74" fmla="*/ 155246 h 336840"/>
                <a:gd name="connsiteX75" fmla="*/ 731235 w 2915191"/>
                <a:gd name="connsiteY75" fmla="*/ 139525 h 336840"/>
                <a:gd name="connsiteX76" fmla="*/ 740985 w 2915191"/>
                <a:gd name="connsiteY76" fmla="*/ 148839 h 336840"/>
                <a:gd name="connsiteX77" fmla="*/ 750734 w 2915191"/>
                <a:gd name="connsiteY77" fmla="*/ 167514 h 336840"/>
                <a:gd name="connsiteX78" fmla="*/ 760484 w 2915191"/>
                <a:gd name="connsiteY78" fmla="*/ 167114 h 336840"/>
                <a:gd name="connsiteX79" fmla="*/ 770233 w 2915191"/>
                <a:gd name="connsiteY79" fmla="*/ 180819 h 336840"/>
                <a:gd name="connsiteX80" fmla="*/ 779983 w 2915191"/>
                <a:gd name="connsiteY80" fmla="*/ 171243 h 336840"/>
                <a:gd name="connsiteX81" fmla="*/ 789733 w 2915191"/>
                <a:gd name="connsiteY81" fmla="*/ 190951 h 336840"/>
                <a:gd name="connsiteX82" fmla="*/ 799482 w 2915191"/>
                <a:gd name="connsiteY82" fmla="*/ 183080 h 336840"/>
                <a:gd name="connsiteX83" fmla="*/ 809232 w 2915191"/>
                <a:gd name="connsiteY83" fmla="*/ 189564 h 336840"/>
                <a:gd name="connsiteX84" fmla="*/ 818982 w 2915191"/>
                <a:gd name="connsiteY84" fmla="*/ 196160 h 336840"/>
                <a:gd name="connsiteX85" fmla="*/ 828732 w 2915191"/>
                <a:gd name="connsiteY85" fmla="*/ 191930 h 336840"/>
                <a:gd name="connsiteX86" fmla="*/ 838482 w 2915191"/>
                <a:gd name="connsiteY86" fmla="*/ 195098 h 336840"/>
                <a:gd name="connsiteX87" fmla="*/ 848232 w 2915191"/>
                <a:gd name="connsiteY87" fmla="*/ 184014 h 336840"/>
                <a:gd name="connsiteX88" fmla="*/ 857982 w 2915191"/>
                <a:gd name="connsiteY88" fmla="*/ 206373 h 336840"/>
                <a:gd name="connsiteX89" fmla="*/ 867732 w 2915191"/>
                <a:gd name="connsiteY89" fmla="*/ 170243 h 336840"/>
                <a:gd name="connsiteX90" fmla="*/ 877482 w 2915191"/>
                <a:gd name="connsiteY90" fmla="*/ 159497 h 336840"/>
                <a:gd name="connsiteX91" fmla="*/ 887231 w 2915191"/>
                <a:gd name="connsiteY91" fmla="*/ 139870 h 336840"/>
                <a:gd name="connsiteX92" fmla="*/ 896981 w 2915191"/>
                <a:gd name="connsiteY92" fmla="*/ 139311 h 336840"/>
                <a:gd name="connsiteX93" fmla="*/ 906730 w 2915191"/>
                <a:gd name="connsiteY93" fmla="*/ 167210 h 336840"/>
                <a:gd name="connsiteX94" fmla="*/ 916480 w 2915191"/>
                <a:gd name="connsiteY94" fmla="*/ 162082 h 336840"/>
                <a:gd name="connsiteX95" fmla="*/ 926230 w 2915191"/>
                <a:gd name="connsiteY95" fmla="*/ 149197 h 336840"/>
                <a:gd name="connsiteX96" fmla="*/ 935979 w 2915191"/>
                <a:gd name="connsiteY96" fmla="*/ 151715 h 336840"/>
                <a:gd name="connsiteX97" fmla="*/ 945729 w 2915191"/>
                <a:gd name="connsiteY97" fmla="*/ 202024 h 336840"/>
                <a:gd name="connsiteX98" fmla="*/ 955479 w 2915191"/>
                <a:gd name="connsiteY98" fmla="*/ 208145 h 336840"/>
                <a:gd name="connsiteX99" fmla="*/ 965229 w 2915191"/>
                <a:gd name="connsiteY99" fmla="*/ 214288 h 336840"/>
                <a:gd name="connsiteX100" fmla="*/ 974979 w 2915191"/>
                <a:gd name="connsiteY100" fmla="*/ 233257 h 336840"/>
                <a:gd name="connsiteX101" fmla="*/ 984729 w 2915191"/>
                <a:gd name="connsiteY101" fmla="*/ 228841 h 336840"/>
                <a:gd name="connsiteX102" fmla="*/ 994474 w 2915191"/>
                <a:gd name="connsiteY102" fmla="*/ 196419 h 336840"/>
                <a:gd name="connsiteX103" fmla="*/ 1004233 w 2915191"/>
                <a:gd name="connsiteY103" fmla="*/ 218178 h 336840"/>
                <a:gd name="connsiteX104" fmla="*/ 1013977 w 2915191"/>
                <a:gd name="connsiteY104" fmla="*/ 202826 h 336840"/>
                <a:gd name="connsiteX105" fmla="*/ 1023721 w 2915191"/>
                <a:gd name="connsiteY105" fmla="*/ 242704 h 336840"/>
                <a:gd name="connsiteX106" fmla="*/ 1033480 w 2915191"/>
                <a:gd name="connsiteY106" fmla="*/ 208684 h 336840"/>
                <a:gd name="connsiteX107" fmla="*/ 1043224 w 2915191"/>
                <a:gd name="connsiteY107" fmla="*/ 184558 h 336840"/>
                <a:gd name="connsiteX108" fmla="*/ 1052983 w 2915191"/>
                <a:gd name="connsiteY108" fmla="*/ 143485 h 336840"/>
                <a:gd name="connsiteX109" fmla="*/ 1062727 w 2915191"/>
                <a:gd name="connsiteY109" fmla="*/ 130357 h 336840"/>
                <a:gd name="connsiteX110" fmla="*/ 1072471 w 2915191"/>
                <a:gd name="connsiteY110" fmla="*/ 115504 h 336840"/>
                <a:gd name="connsiteX111" fmla="*/ 1082230 w 2915191"/>
                <a:gd name="connsiteY111" fmla="*/ 126905 h 336840"/>
                <a:gd name="connsiteX112" fmla="*/ 1091973 w 2915191"/>
                <a:gd name="connsiteY112" fmla="*/ 136165 h 336840"/>
                <a:gd name="connsiteX113" fmla="*/ 1101732 w 2915191"/>
                <a:gd name="connsiteY113" fmla="*/ 133598 h 336840"/>
                <a:gd name="connsiteX114" fmla="*/ 1111476 w 2915191"/>
                <a:gd name="connsiteY114" fmla="*/ 160076 h 336840"/>
                <a:gd name="connsiteX115" fmla="*/ 1121220 w 2915191"/>
                <a:gd name="connsiteY115" fmla="*/ 112568 h 336840"/>
                <a:gd name="connsiteX116" fmla="*/ 1130979 w 2915191"/>
                <a:gd name="connsiteY116" fmla="*/ 108783 h 336840"/>
                <a:gd name="connsiteX117" fmla="*/ 1140723 w 2915191"/>
                <a:gd name="connsiteY117" fmla="*/ 92581 h 336840"/>
                <a:gd name="connsiteX118" fmla="*/ 1150482 w 2915191"/>
                <a:gd name="connsiteY118" fmla="*/ 113095 h 336840"/>
                <a:gd name="connsiteX119" fmla="*/ 1160226 w 2915191"/>
                <a:gd name="connsiteY119" fmla="*/ 92257 h 336840"/>
                <a:gd name="connsiteX120" fmla="*/ 1169969 w 2915191"/>
                <a:gd name="connsiteY120" fmla="*/ 81287 h 336840"/>
                <a:gd name="connsiteX121" fmla="*/ 1179728 w 2915191"/>
                <a:gd name="connsiteY121" fmla="*/ 76307 h 336840"/>
                <a:gd name="connsiteX122" fmla="*/ 1189472 w 2915191"/>
                <a:gd name="connsiteY122" fmla="*/ 103833 h 336840"/>
                <a:gd name="connsiteX123" fmla="*/ 1199231 w 2915191"/>
                <a:gd name="connsiteY123" fmla="*/ 109692 h 336840"/>
                <a:gd name="connsiteX124" fmla="*/ 1208975 w 2915191"/>
                <a:gd name="connsiteY124" fmla="*/ 85824 h 336840"/>
                <a:gd name="connsiteX125" fmla="*/ 1218719 w 2915191"/>
                <a:gd name="connsiteY125" fmla="*/ 83180 h 336840"/>
                <a:gd name="connsiteX126" fmla="*/ 1228478 w 2915191"/>
                <a:gd name="connsiteY126" fmla="*/ 98444 h 336840"/>
                <a:gd name="connsiteX127" fmla="*/ 1238222 w 2915191"/>
                <a:gd name="connsiteY127" fmla="*/ 105754 h 336840"/>
                <a:gd name="connsiteX128" fmla="*/ 1247966 w 2915191"/>
                <a:gd name="connsiteY128" fmla="*/ 107831 h 336840"/>
                <a:gd name="connsiteX129" fmla="*/ 1257725 w 2915191"/>
                <a:gd name="connsiteY129" fmla="*/ 111800 h 336840"/>
                <a:gd name="connsiteX130" fmla="*/ 1267469 w 2915191"/>
                <a:gd name="connsiteY130" fmla="*/ 122429 h 336840"/>
                <a:gd name="connsiteX131" fmla="*/ 1277227 w 2915191"/>
                <a:gd name="connsiteY131" fmla="*/ 131382 h 336840"/>
                <a:gd name="connsiteX132" fmla="*/ 1286971 w 2915191"/>
                <a:gd name="connsiteY132" fmla="*/ 143887 h 336840"/>
                <a:gd name="connsiteX133" fmla="*/ 1296715 w 2915191"/>
                <a:gd name="connsiteY133" fmla="*/ 140935 h 336840"/>
                <a:gd name="connsiteX134" fmla="*/ 1306474 w 2915191"/>
                <a:gd name="connsiteY134" fmla="*/ 119712 h 336840"/>
                <a:gd name="connsiteX135" fmla="*/ 1316218 w 2915191"/>
                <a:gd name="connsiteY135" fmla="*/ 82902 h 336840"/>
                <a:gd name="connsiteX136" fmla="*/ 1325977 w 2915191"/>
                <a:gd name="connsiteY136" fmla="*/ 75134 h 336840"/>
                <a:gd name="connsiteX137" fmla="*/ 1335721 w 2915191"/>
                <a:gd name="connsiteY137" fmla="*/ 89468 h 336840"/>
                <a:gd name="connsiteX138" fmla="*/ 1345465 w 2915191"/>
                <a:gd name="connsiteY138" fmla="*/ 36991 h 336840"/>
                <a:gd name="connsiteX139" fmla="*/ 1355224 w 2915191"/>
                <a:gd name="connsiteY139" fmla="*/ 54031 h 336840"/>
                <a:gd name="connsiteX140" fmla="*/ 1364967 w 2915191"/>
                <a:gd name="connsiteY140" fmla="*/ 62319 h 336840"/>
                <a:gd name="connsiteX141" fmla="*/ 1374726 w 2915191"/>
                <a:gd name="connsiteY141" fmla="*/ 85572 h 336840"/>
                <a:gd name="connsiteX142" fmla="*/ 1384470 w 2915191"/>
                <a:gd name="connsiteY142" fmla="*/ 124046 h 336840"/>
                <a:gd name="connsiteX143" fmla="*/ 1394214 w 2915191"/>
                <a:gd name="connsiteY143" fmla="*/ 114292 h 336840"/>
                <a:gd name="connsiteX144" fmla="*/ 1403973 w 2915191"/>
                <a:gd name="connsiteY144" fmla="*/ 112666 h 336840"/>
                <a:gd name="connsiteX145" fmla="*/ 1413717 w 2915191"/>
                <a:gd name="connsiteY145" fmla="*/ 111337 h 336840"/>
                <a:gd name="connsiteX146" fmla="*/ 1423476 w 2915191"/>
                <a:gd name="connsiteY146" fmla="*/ 118347 h 336840"/>
                <a:gd name="connsiteX147" fmla="*/ 1433220 w 2915191"/>
                <a:gd name="connsiteY147" fmla="*/ 133721 h 336840"/>
                <a:gd name="connsiteX148" fmla="*/ 1442964 w 2915191"/>
                <a:gd name="connsiteY148" fmla="*/ 89077 h 336840"/>
                <a:gd name="connsiteX149" fmla="*/ 1452722 w 2915191"/>
                <a:gd name="connsiteY149" fmla="*/ 97116 h 336840"/>
                <a:gd name="connsiteX150" fmla="*/ 1462466 w 2915191"/>
                <a:gd name="connsiteY150" fmla="*/ 149502 h 336840"/>
                <a:gd name="connsiteX151" fmla="*/ 1472225 w 2915191"/>
                <a:gd name="connsiteY151" fmla="*/ 127406 h 336840"/>
                <a:gd name="connsiteX152" fmla="*/ 1481969 w 2915191"/>
                <a:gd name="connsiteY152" fmla="*/ 130950 h 336840"/>
                <a:gd name="connsiteX153" fmla="*/ 1491713 w 2915191"/>
                <a:gd name="connsiteY153" fmla="*/ 155918 h 336840"/>
                <a:gd name="connsiteX154" fmla="*/ 1501472 w 2915191"/>
                <a:gd name="connsiteY154" fmla="*/ 151161 h 336840"/>
                <a:gd name="connsiteX155" fmla="*/ 1511216 w 2915191"/>
                <a:gd name="connsiteY155" fmla="*/ 152154 h 336840"/>
                <a:gd name="connsiteX156" fmla="*/ 1520960 w 2915191"/>
                <a:gd name="connsiteY156" fmla="*/ 141382 h 336840"/>
                <a:gd name="connsiteX157" fmla="*/ 1530719 w 2915191"/>
                <a:gd name="connsiteY157" fmla="*/ 101905 h 336840"/>
                <a:gd name="connsiteX158" fmla="*/ 1540463 w 2915191"/>
                <a:gd name="connsiteY158" fmla="*/ 91432 h 336840"/>
                <a:gd name="connsiteX159" fmla="*/ 1550221 w 2915191"/>
                <a:gd name="connsiteY159" fmla="*/ 77713 h 336840"/>
                <a:gd name="connsiteX160" fmla="*/ 1559965 w 2915191"/>
                <a:gd name="connsiteY160" fmla="*/ 90182 h 336840"/>
                <a:gd name="connsiteX161" fmla="*/ 1569709 w 2915191"/>
                <a:gd name="connsiteY161" fmla="*/ 112087 h 336840"/>
                <a:gd name="connsiteX162" fmla="*/ 1579468 w 2915191"/>
                <a:gd name="connsiteY162" fmla="*/ 135095 h 336840"/>
                <a:gd name="connsiteX163" fmla="*/ 1589212 w 2915191"/>
                <a:gd name="connsiteY163" fmla="*/ 150936 h 336840"/>
                <a:gd name="connsiteX164" fmla="*/ 1598971 w 2915191"/>
                <a:gd name="connsiteY164" fmla="*/ 182374 h 336840"/>
                <a:gd name="connsiteX165" fmla="*/ 1608715 w 2915191"/>
                <a:gd name="connsiteY165" fmla="*/ 134954 h 336840"/>
                <a:gd name="connsiteX166" fmla="*/ 1618459 w 2915191"/>
                <a:gd name="connsiteY166" fmla="*/ 114497 h 336840"/>
                <a:gd name="connsiteX167" fmla="*/ 1628218 w 2915191"/>
                <a:gd name="connsiteY167" fmla="*/ 98104 h 336840"/>
                <a:gd name="connsiteX168" fmla="*/ 1637962 w 2915191"/>
                <a:gd name="connsiteY168" fmla="*/ 107918 h 336840"/>
                <a:gd name="connsiteX169" fmla="*/ 1647720 w 2915191"/>
                <a:gd name="connsiteY169" fmla="*/ 98673 h 336840"/>
                <a:gd name="connsiteX170" fmla="*/ 1657464 w 2915191"/>
                <a:gd name="connsiteY170" fmla="*/ 93365 h 336840"/>
                <a:gd name="connsiteX171" fmla="*/ 1667208 w 2915191"/>
                <a:gd name="connsiteY171" fmla="*/ 85669 h 336840"/>
                <a:gd name="connsiteX172" fmla="*/ 1676967 w 2915191"/>
                <a:gd name="connsiteY172" fmla="*/ 66834 h 336840"/>
                <a:gd name="connsiteX173" fmla="*/ 1686711 w 2915191"/>
                <a:gd name="connsiteY173" fmla="*/ 50479 h 336840"/>
                <a:gd name="connsiteX174" fmla="*/ 1696470 w 2915191"/>
                <a:gd name="connsiteY174" fmla="*/ 13162 h 336840"/>
                <a:gd name="connsiteX175" fmla="*/ 1706214 w 2915191"/>
                <a:gd name="connsiteY175" fmla="*/ 7740 h 336840"/>
                <a:gd name="connsiteX176" fmla="*/ 1715958 w 2915191"/>
                <a:gd name="connsiteY176" fmla="*/ 0 h 336840"/>
                <a:gd name="connsiteX177" fmla="*/ 1725716 w 2915191"/>
                <a:gd name="connsiteY177" fmla="*/ 41269 h 336840"/>
                <a:gd name="connsiteX178" fmla="*/ 1735460 w 2915191"/>
                <a:gd name="connsiteY178" fmla="*/ 88341 h 336840"/>
                <a:gd name="connsiteX179" fmla="*/ 1745219 w 2915191"/>
                <a:gd name="connsiteY179" fmla="*/ 122003 h 336840"/>
                <a:gd name="connsiteX180" fmla="*/ 1754963 w 2915191"/>
                <a:gd name="connsiteY180" fmla="*/ 101134 h 336840"/>
                <a:gd name="connsiteX181" fmla="*/ 1764707 w 2915191"/>
                <a:gd name="connsiteY181" fmla="*/ 134337 h 336840"/>
                <a:gd name="connsiteX182" fmla="*/ 1774466 w 2915191"/>
                <a:gd name="connsiteY182" fmla="*/ 134270 h 336840"/>
                <a:gd name="connsiteX183" fmla="*/ 1784210 w 2915191"/>
                <a:gd name="connsiteY183" fmla="*/ 164535 h 336840"/>
                <a:gd name="connsiteX184" fmla="*/ 1793969 w 2915191"/>
                <a:gd name="connsiteY184" fmla="*/ 164327 h 336840"/>
                <a:gd name="connsiteX185" fmla="*/ 1803713 w 2915191"/>
                <a:gd name="connsiteY185" fmla="*/ 145839 h 336840"/>
                <a:gd name="connsiteX186" fmla="*/ 1813457 w 2915191"/>
                <a:gd name="connsiteY186" fmla="*/ 141868 h 336840"/>
                <a:gd name="connsiteX187" fmla="*/ 1823215 w 2915191"/>
                <a:gd name="connsiteY187" fmla="*/ 153737 h 336840"/>
                <a:gd name="connsiteX188" fmla="*/ 1832959 w 2915191"/>
                <a:gd name="connsiteY188" fmla="*/ 158044 h 336840"/>
                <a:gd name="connsiteX189" fmla="*/ 1842703 w 2915191"/>
                <a:gd name="connsiteY189" fmla="*/ 168892 h 336840"/>
                <a:gd name="connsiteX190" fmla="*/ 1852462 w 2915191"/>
                <a:gd name="connsiteY190" fmla="*/ 167730 h 336840"/>
                <a:gd name="connsiteX191" fmla="*/ 1862206 w 2915191"/>
                <a:gd name="connsiteY191" fmla="*/ 182519 h 336840"/>
                <a:gd name="connsiteX192" fmla="*/ 1871965 w 2915191"/>
                <a:gd name="connsiteY192" fmla="*/ 182449 h 336840"/>
                <a:gd name="connsiteX193" fmla="*/ 1881709 w 2915191"/>
                <a:gd name="connsiteY193" fmla="*/ 178296 h 336840"/>
                <a:gd name="connsiteX194" fmla="*/ 1891453 w 2915191"/>
                <a:gd name="connsiteY194" fmla="*/ 173672 h 336840"/>
                <a:gd name="connsiteX195" fmla="*/ 1901212 w 2915191"/>
                <a:gd name="connsiteY195" fmla="*/ 163087 h 336840"/>
                <a:gd name="connsiteX196" fmla="*/ 1910956 w 2915191"/>
                <a:gd name="connsiteY196" fmla="*/ 161241 h 336840"/>
                <a:gd name="connsiteX197" fmla="*/ 1920714 w 2915191"/>
                <a:gd name="connsiteY197" fmla="*/ 157567 h 336840"/>
                <a:gd name="connsiteX198" fmla="*/ 1930458 w 2915191"/>
                <a:gd name="connsiteY198" fmla="*/ 133209 h 336840"/>
                <a:gd name="connsiteX199" fmla="*/ 1940202 w 2915191"/>
                <a:gd name="connsiteY199" fmla="*/ 143178 h 336840"/>
                <a:gd name="connsiteX200" fmla="*/ 1949961 w 2915191"/>
                <a:gd name="connsiteY200" fmla="*/ 155848 h 336840"/>
                <a:gd name="connsiteX201" fmla="*/ 1959705 w 2915191"/>
                <a:gd name="connsiteY201" fmla="*/ 172658 h 336840"/>
                <a:gd name="connsiteX202" fmla="*/ 1969464 w 2915191"/>
                <a:gd name="connsiteY202" fmla="*/ 185991 h 336840"/>
                <a:gd name="connsiteX203" fmla="*/ 1979208 w 2915191"/>
                <a:gd name="connsiteY203" fmla="*/ 179768 h 336840"/>
                <a:gd name="connsiteX204" fmla="*/ 1988952 w 2915191"/>
                <a:gd name="connsiteY204" fmla="*/ 171532 h 336840"/>
                <a:gd name="connsiteX205" fmla="*/ 1998711 w 2915191"/>
                <a:gd name="connsiteY205" fmla="*/ 172503 h 336840"/>
                <a:gd name="connsiteX206" fmla="*/ 2008454 w 2915191"/>
                <a:gd name="connsiteY206" fmla="*/ 144629 h 336840"/>
                <a:gd name="connsiteX207" fmla="*/ 2018213 w 2915191"/>
                <a:gd name="connsiteY207" fmla="*/ 149465 h 336840"/>
                <a:gd name="connsiteX208" fmla="*/ 2027957 w 2915191"/>
                <a:gd name="connsiteY208" fmla="*/ 199001 h 336840"/>
                <a:gd name="connsiteX209" fmla="*/ 2037701 w 2915191"/>
                <a:gd name="connsiteY209" fmla="*/ 176128 h 336840"/>
                <a:gd name="connsiteX210" fmla="*/ 2047460 w 2915191"/>
                <a:gd name="connsiteY210" fmla="*/ 193250 h 336840"/>
                <a:gd name="connsiteX211" fmla="*/ 2057204 w 2915191"/>
                <a:gd name="connsiteY211" fmla="*/ 206227 h 336840"/>
                <a:gd name="connsiteX212" fmla="*/ 2066963 w 2915191"/>
                <a:gd name="connsiteY212" fmla="*/ 208166 h 336840"/>
                <a:gd name="connsiteX213" fmla="*/ 2076707 w 2915191"/>
                <a:gd name="connsiteY213" fmla="*/ 209395 h 336840"/>
                <a:gd name="connsiteX214" fmla="*/ 2086451 w 2915191"/>
                <a:gd name="connsiteY214" fmla="*/ 192353 h 336840"/>
                <a:gd name="connsiteX215" fmla="*/ 2096210 w 2915191"/>
                <a:gd name="connsiteY215" fmla="*/ 178906 h 336840"/>
                <a:gd name="connsiteX216" fmla="*/ 2105954 w 2915191"/>
                <a:gd name="connsiteY216" fmla="*/ 171820 h 336840"/>
                <a:gd name="connsiteX217" fmla="*/ 2115697 w 2915191"/>
                <a:gd name="connsiteY217" fmla="*/ 194716 h 336840"/>
                <a:gd name="connsiteX218" fmla="*/ 2125456 w 2915191"/>
                <a:gd name="connsiteY218" fmla="*/ 230228 h 336840"/>
                <a:gd name="connsiteX219" fmla="*/ 2135200 w 2915191"/>
                <a:gd name="connsiteY219" fmla="*/ 240462 h 336840"/>
                <a:gd name="connsiteX220" fmla="*/ 2144959 w 2915191"/>
                <a:gd name="connsiteY220" fmla="*/ 276930 h 336840"/>
                <a:gd name="connsiteX221" fmla="*/ 2154703 w 2915191"/>
                <a:gd name="connsiteY221" fmla="*/ 251101 h 336840"/>
                <a:gd name="connsiteX222" fmla="*/ 2164447 w 2915191"/>
                <a:gd name="connsiteY222" fmla="*/ 252267 h 336840"/>
                <a:gd name="connsiteX223" fmla="*/ 2174206 w 2915191"/>
                <a:gd name="connsiteY223" fmla="*/ 262092 h 336840"/>
                <a:gd name="connsiteX224" fmla="*/ 2183950 w 2915191"/>
                <a:gd name="connsiteY224" fmla="*/ 262197 h 336840"/>
                <a:gd name="connsiteX225" fmla="*/ 2193709 w 2915191"/>
                <a:gd name="connsiteY225" fmla="*/ 244005 h 336840"/>
                <a:gd name="connsiteX226" fmla="*/ 2203452 w 2915191"/>
                <a:gd name="connsiteY226" fmla="*/ 252027 h 336840"/>
                <a:gd name="connsiteX227" fmla="*/ 2213196 w 2915191"/>
                <a:gd name="connsiteY227" fmla="*/ 204471 h 336840"/>
                <a:gd name="connsiteX228" fmla="*/ 2222955 w 2915191"/>
                <a:gd name="connsiteY228" fmla="*/ 210651 h 336840"/>
                <a:gd name="connsiteX229" fmla="*/ 2232699 w 2915191"/>
                <a:gd name="connsiteY229" fmla="*/ 203526 h 336840"/>
                <a:gd name="connsiteX230" fmla="*/ 2242458 w 2915191"/>
                <a:gd name="connsiteY230" fmla="*/ 183611 h 336840"/>
                <a:gd name="connsiteX231" fmla="*/ 2252202 w 2915191"/>
                <a:gd name="connsiteY231" fmla="*/ 201245 h 336840"/>
                <a:gd name="connsiteX232" fmla="*/ 2261946 w 2915191"/>
                <a:gd name="connsiteY232" fmla="*/ 225277 h 336840"/>
                <a:gd name="connsiteX233" fmla="*/ 2271705 w 2915191"/>
                <a:gd name="connsiteY233" fmla="*/ 235517 h 336840"/>
                <a:gd name="connsiteX234" fmla="*/ 2281449 w 2915191"/>
                <a:gd name="connsiteY234" fmla="*/ 220694 h 336840"/>
                <a:gd name="connsiteX235" fmla="*/ 2291208 w 2915191"/>
                <a:gd name="connsiteY235" fmla="*/ 161244 h 336840"/>
                <a:gd name="connsiteX236" fmla="*/ 2300951 w 2915191"/>
                <a:gd name="connsiteY236" fmla="*/ 161106 h 336840"/>
                <a:gd name="connsiteX237" fmla="*/ 2310695 w 2915191"/>
                <a:gd name="connsiteY237" fmla="*/ 213145 h 336840"/>
                <a:gd name="connsiteX238" fmla="*/ 2320454 w 2915191"/>
                <a:gd name="connsiteY238" fmla="*/ 220112 h 336840"/>
                <a:gd name="connsiteX239" fmla="*/ 2330198 w 2915191"/>
                <a:gd name="connsiteY239" fmla="*/ 203651 h 336840"/>
                <a:gd name="connsiteX240" fmla="*/ 2339957 w 2915191"/>
                <a:gd name="connsiteY240" fmla="*/ 174933 h 336840"/>
                <a:gd name="connsiteX241" fmla="*/ 2349701 w 2915191"/>
                <a:gd name="connsiteY241" fmla="*/ 172322 h 336840"/>
                <a:gd name="connsiteX242" fmla="*/ 2359445 w 2915191"/>
                <a:gd name="connsiteY242" fmla="*/ 142196 h 336840"/>
                <a:gd name="connsiteX243" fmla="*/ 2369204 w 2915191"/>
                <a:gd name="connsiteY243" fmla="*/ 158416 h 336840"/>
                <a:gd name="connsiteX244" fmla="*/ 2378948 w 2915191"/>
                <a:gd name="connsiteY244" fmla="*/ 182642 h 336840"/>
                <a:gd name="connsiteX245" fmla="*/ 2388692 w 2915191"/>
                <a:gd name="connsiteY245" fmla="*/ 204539 h 336840"/>
                <a:gd name="connsiteX246" fmla="*/ 2398450 w 2915191"/>
                <a:gd name="connsiteY246" fmla="*/ 209404 h 336840"/>
                <a:gd name="connsiteX247" fmla="*/ 2408194 w 2915191"/>
                <a:gd name="connsiteY247" fmla="*/ 191616 h 336840"/>
                <a:gd name="connsiteX248" fmla="*/ 2417953 w 2915191"/>
                <a:gd name="connsiteY248" fmla="*/ 192383 h 336840"/>
                <a:gd name="connsiteX249" fmla="*/ 2427697 w 2915191"/>
                <a:gd name="connsiteY249" fmla="*/ 163698 h 336840"/>
                <a:gd name="connsiteX250" fmla="*/ 2437441 w 2915191"/>
                <a:gd name="connsiteY250" fmla="*/ 181787 h 336840"/>
                <a:gd name="connsiteX251" fmla="*/ 2447200 w 2915191"/>
                <a:gd name="connsiteY251" fmla="*/ 163983 h 336840"/>
                <a:gd name="connsiteX252" fmla="*/ 2456944 w 2915191"/>
                <a:gd name="connsiteY252" fmla="*/ 180936 h 336840"/>
                <a:gd name="connsiteX253" fmla="*/ 2466703 w 2915191"/>
                <a:gd name="connsiteY253" fmla="*/ 165100 h 336840"/>
                <a:gd name="connsiteX254" fmla="*/ 2476446 w 2915191"/>
                <a:gd name="connsiteY254" fmla="*/ 166195 h 336840"/>
                <a:gd name="connsiteX255" fmla="*/ 2486190 w 2915191"/>
                <a:gd name="connsiteY255" fmla="*/ 147749 h 336840"/>
                <a:gd name="connsiteX256" fmla="*/ 2495949 w 2915191"/>
                <a:gd name="connsiteY256" fmla="*/ 138598 h 336840"/>
                <a:gd name="connsiteX257" fmla="*/ 2505693 w 2915191"/>
                <a:gd name="connsiteY257" fmla="*/ 136731 h 336840"/>
                <a:gd name="connsiteX258" fmla="*/ 2515452 w 2915191"/>
                <a:gd name="connsiteY258" fmla="*/ 126519 h 336840"/>
                <a:gd name="connsiteX259" fmla="*/ 2525196 w 2915191"/>
                <a:gd name="connsiteY259" fmla="*/ 132744 h 336840"/>
                <a:gd name="connsiteX260" fmla="*/ 2534940 w 2915191"/>
                <a:gd name="connsiteY260" fmla="*/ 138718 h 336840"/>
                <a:gd name="connsiteX261" fmla="*/ 2544699 w 2915191"/>
                <a:gd name="connsiteY261" fmla="*/ 152287 h 336840"/>
                <a:gd name="connsiteX262" fmla="*/ 2554443 w 2915191"/>
                <a:gd name="connsiteY262" fmla="*/ 154064 h 336840"/>
                <a:gd name="connsiteX263" fmla="*/ 2564202 w 2915191"/>
                <a:gd name="connsiteY263" fmla="*/ 136513 h 336840"/>
                <a:gd name="connsiteX264" fmla="*/ 2573946 w 2915191"/>
                <a:gd name="connsiteY264" fmla="*/ 157543 h 336840"/>
                <a:gd name="connsiteX265" fmla="*/ 2583690 w 2915191"/>
                <a:gd name="connsiteY265" fmla="*/ 172913 h 336840"/>
                <a:gd name="connsiteX266" fmla="*/ 2593448 w 2915191"/>
                <a:gd name="connsiteY266" fmla="*/ 161967 h 336840"/>
                <a:gd name="connsiteX267" fmla="*/ 2603192 w 2915191"/>
                <a:gd name="connsiteY267" fmla="*/ 127784 h 336840"/>
                <a:gd name="connsiteX268" fmla="*/ 2612951 w 2915191"/>
                <a:gd name="connsiteY268" fmla="*/ 106917 h 336840"/>
                <a:gd name="connsiteX269" fmla="*/ 2622695 w 2915191"/>
                <a:gd name="connsiteY269" fmla="*/ 131330 h 336840"/>
                <a:gd name="connsiteX270" fmla="*/ 2632439 w 2915191"/>
                <a:gd name="connsiteY270" fmla="*/ 96508 h 336840"/>
                <a:gd name="connsiteX271" fmla="*/ 2642198 w 2915191"/>
                <a:gd name="connsiteY271" fmla="*/ 80431 h 336840"/>
                <a:gd name="connsiteX272" fmla="*/ 2651942 w 2915191"/>
                <a:gd name="connsiteY272" fmla="*/ 116982 h 336840"/>
                <a:gd name="connsiteX273" fmla="*/ 2661685 w 2915191"/>
                <a:gd name="connsiteY273" fmla="*/ 123352 h 336840"/>
                <a:gd name="connsiteX274" fmla="*/ 2671444 w 2915191"/>
                <a:gd name="connsiteY274" fmla="*/ 113566 h 336840"/>
                <a:gd name="connsiteX275" fmla="*/ 2681188 w 2915191"/>
                <a:gd name="connsiteY275" fmla="*/ 127649 h 336840"/>
                <a:gd name="connsiteX276" fmla="*/ 2690947 w 2915191"/>
                <a:gd name="connsiteY276" fmla="*/ 144981 h 336840"/>
                <a:gd name="connsiteX277" fmla="*/ 2700691 w 2915191"/>
                <a:gd name="connsiteY277" fmla="*/ 166968 h 336840"/>
                <a:gd name="connsiteX278" fmla="*/ 2710435 w 2915191"/>
                <a:gd name="connsiteY278" fmla="*/ 195907 h 336840"/>
                <a:gd name="connsiteX279" fmla="*/ 2720194 w 2915191"/>
                <a:gd name="connsiteY279" fmla="*/ 145240 h 336840"/>
                <a:gd name="connsiteX280" fmla="*/ 2729938 w 2915191"/>
                <a:gd name="connsiteY280" fmla="*/ 147492 h 336840"/>
                <a:gd name="connsiteX281" fmla="*/ 2739697 w 2915191"/>
                <a:gd name="connsiteY281" fmla="*/ 191735 h 336840"/>
                <a:gd name="connsiteX282" fmla="*/ 2749441 w 2915191"/>
                <a:gd name="connsiteY282" fmla="*/ 178828 h 336840"/>
                <a:gd name="connsiteX283" fmla="*/ 2759185 w 2915191"/>
                <a:gd name="connsiteY283" fmla="*/ 180212 h 336840"/>
                <a:gd name="connsiteX284" fmla="*/ 2768943 w 2915191"/>
                <a:gd name="connsiteY284" fmla="*/ 181175 h 336840"/>
                <a:gd name="connsiteX285" fmla="*/ 2778687 w 2915191"/>
                <a:gd name="connsiteY285" fmla="*/ 192057 h 336840"/>
                <a:gd name="connsiteX286" fmla="*/ 2788446 w 2915191"/>
                <a:gd name="connsiteY286" fmla="*/ 216755 h 336840"/>
                <a:gd name="connsiteX287" fmla="*/ 2798190 w 2915191"/>
                <a:gd name="connsiteY287" fmla="*/ 212969 h 336840"/>
                <a:gd name="connsiteX288" fmla="*/ 2807934 w 2915191"/>
                <a:gd name="connsiteY288" fmla="*/ 198240 h 336840"/>
                <a:gd name="connsiteX289" fmla="*/ 2817693 w 2915191"/>
                <a:gd name="connsiteY289" fmla="*/ 200254 h 336840"/>
                <a:gd name="connsiteX290" fmla="*/ 2827437 w 2915191"/>
                <a:gd name="connsiteY290" fmla="*/ 197087 h 336840"/>
                <a:gd name="connsiteX291" fmla="*/ 2837196 w 2915191"/>
                <a:gd name="connsiteY291" fmla="*/ 198523 h 336840"/>
                <a:gd name="connsiteX292" fmla="*/ 2846940 w 2915191"/>
                <a:gd name="connsiteY292" fmla="*/ 228367 h 336840"/>
                <a:gd name="connsiteX293" fmla="*/ 2856684 w 2915191"/>
                <a:gd name="connsiteY293" fmla="*/ 238665 h 336840"/>
                <a:gd name="connsiteX294" fmla="*/ 2866442 w 2915191"/>
                <a:gd name="connsiteY294" fmla="*/ 217716 h 336840"/>
                <a:gd name="connsiteX295" fmla="*/ 2876186 w 2915191"/>
                <a:gd name="connsiteY295" fmla="*/ 208939 h 336840"/>
                <a:gd name="connsiteX296" fmla="*/ 2885945 w 2915191"/>
                <a:gd name="connsiteY296" fmla="*/ 193447 h 336840"/>
                <a:gd name="connsiteX297" fmla="*/ 2895689 w 2915191"/>
                <a:gd name="connsiteY297" fmla="*/ 211177 h 336840"/>
                <a:gd name="connsiteX298" fmla="*/ 2905433 w 2915191"/>
                <a:gd name="connsiteY298" fmla="*/ 186595 h 336840"/>
                <a:gd name="connsiteX299" fmla="*/ 2915192 w 2915191"/>
                <a:gd name="connsiteY299" fmla="*/ 195564 h 336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36840">
                  <a:moveTo>
                    <a:pt x="0" y="265473"/>
                  </a:moveTo>
                  <a:lnTo>
                    <a:pt x="9750" y="281722"/>
                  </a:lnTo>
                  <a:lnTo>
                    <a:pt x="19500" y="254324"/>
                  </a:lnTo>
                  <a:lnTo>
                    <a:pt x="29250" y="253828"/>
                  </a:lnTo>
                  <a:lnTo>
                    <a:pt x="39000" y="253161"/>
                  </a:lnTo>
                  <a:lnTo>
                    <a:pt x="48749" y="229210"/>
                  </a:lnTo>
                  <a:lnTo>
                    <a:pt x="58499" y="231542"/>
                  </a:lnTo>
                  <a:lnTo>
                    <a:pt x="68249" y="219157"/>
                  </a:lnTo>
                  <a:lnTo>
                    <a:pt x="77998" y="203486"/>
                  </a:lnTo>
                  <a:lnTo>
                    <a:pt x="87748" y="172228"/>
                  </a:lnTo>
                  <a:lnTo>
                    <a:pt x="97497" y="153091"/>
                  </a:lnTo>
                  <a:lnTo>
                    <a:pt x="107247" y="152165"/>
                  </a:lnTo>
                  <a:lnTo>
                    <a:pt x="116997" y="118606"/>
                  </a:lnTo>
                  <a:lnTo>
                    <a:pt x="126747" y="84617"/>
                  </a:lnTo>
                  <a:lnTo>
                    <a:pt x="136497" y="119615"/>
                  </a:lnTo>
                  <a:lnTo>
                    <a:pt x="146247" y="115978"/>
                  </a:lnTo>
                  <a:lnTo>
                    <a:pt x="155997" y="98321"/>
                  </a:lnTo>
                  <a:lnTo>
                    <a:pt x="165747" y="161034"/>
                  </a:lnTo>
                  <a:lnTo>
                    <a:pt x="175497" y="185375"/>
                  </a:lnTo>
                  <a:lnTo>
                    <a:pt x="185247" y="207325"/>
                  </a:lnTo>
                  <a:lnTo>
                    <a:pt x="194996" y="211242"/>
                  </a:lnTo>
                  <a:lnTo>
                    <a:pt x="204746" y="237394"/>
                  </a:lnTo>
                  <a:lnTo>
                    <a:pt x="214495" y="236356"/>
                  </a:lnTo>
                  <a:lnTo>
                    <a:pt x="224245" y="246717"/>
                  </a:lnTo>
                  <a:lnTo>
                    <a:pt x="233995" y="226950"/>
                  </a:lnTo>
                  <a:lnTo>
                    <a:pt x="243744" y="222999"/>
                  </a:lnTo>
                  <a:lnTo>
                    <a:pt x="253494" y="224039"/>
                  </a:lnTo>
                  <a:lnTo>
                    <a:pt x="263244" y="257557"/>
                  </a:lnTo>
                  <a:lnTo>
                    <a:pt x="272994" y="307926"/>
                  </a:lnTo>
                  <a:lnTo>
                    <a:pt x="282744" y="330223"/>
                  </a:lnTo>
                  <a:lnTo>
                    <a:pt x="292494" y="324139"/>
                  </a:lnTo>
                  <a:lnTo>
                    <a:pt x="302244" y="327638"/>
                  </a:lnTo>
                  <a:lnTo>
                    <a:pt x="311994" y="330278"/>
                  </a:lnTo>
                  <a:lnTo>
                    <a:pt x="321744" y="335273"/>
                  </a:lnTo>
                  <a:lnTo>
                    <a:pt x="331493" y="316203"/>
                  </a:lnTo>
                  <a:lnTo>
                    <a:pt x="341243" y="319909"/>
                  </a:lnTo>
                  <a:lnTo>
                    <a:pt x="350993" y="319053"/>
                  </a:lnTo>
                  <a:lnTo>
                    <a:pt x="360742" y="318366"/>
                  </a:lnTo>
                  <a:lnTo>
                    <a:pt x="370492" y="315814"/>
                  </a:lnTo>
                  <a:lnTo>
                    <a:pt x="380241" y="323473"/>
                  </a:lnTo>
                  <a:lnTo>
                    <a:pt x="389991" y="326769"/>
                  </a:lnTo>
                  <a:lnTo>
                    <a:pt x="399741" y="294364"/>
                  </a:lnTo>
                  <a:lnTo>
                    <a:pt x="409491" y="299991"/>
                  </a:lnTo>
                  <a:lnTo>
                    <a:pt x="419241" y="285235"/>
                  </a:lnTo>
                  <a:lnTo>
                    <a:pt x="428991" y="269686"/>
                  </a:lnTo>
                  <a:lnTo>
                    <a:pt x="438741" y="282784"/>
                  </a:lnTo>
                  <a:lnTo>
                    <a:pt x="448491" y="321684"/>
                  </a:lnTo>
                  <a:lnTo>
                    <a:pt x="458241" y="314577"/>
                  </a:lnTo>
                  <a:lnTo>
                    <a:pt x="467991" y="310630"/>
                  </a:lnTo>
                  <a:lnTo>
                    <a:pt x="477740" y="310110"/>
                  </a:lnTo>
                  <a:lnTo>
                    <a:pt x="487490" y="312390"/>
                  </a:lnTo>
                  <a:lnTo>
                    <a:pt x="497239" y="331714"/>
                  </a:lnTo>
                  <a:lnTo>
                    <a:pt x="506989" y="332800"/>
                  </a:lnTo>
                  <a:lnTo>
                    <a:pt x="516738" y="331441"/>
                  </a:lnTo>
                  <a:lnTo>
                    <a:pt x="526488" y="336841"/>
                  </a:lnTo>
                  <a:lnTo>
                    <a:pt x="536238" y="324172"/>
                  </a:lnTo>
                  <a:lnTo>
                    <a:pt x="545988" y="297531"/>
                  </a:lnTo>
                  <a:lnTo>
                    <a:pt x="555738" y="322907"/>
                  </a:lnTo>
                  <a:lnTo>
                    <a:pt x="565488" y="301718"/>
                  </a:lnTo>
                  <a:lnTo>
                    <a:pt x="575238" y="270318"/>
                  </a:lnTo>
                  <a:lnTo>
                    <a:pt x="584988" y="266737"/>
                  </a:lnTo>
                  <a:lnTo>
                    <a:pt x="594738" y="264101"/>
                  </a:lnTo>
                  <a:lnTo>
                    <a:pt x="604488" y="266701"/>
                  </a:lnTo>
                  <a:lnTo>
                    <a:pt x="614237" y="221387"/>
                  </a:lnTo>
                  <a:lnTo>
                    <a:pt x="623987" y="230845"/>
                  </a:lnTo>
                  <a:lnTo>
                    <a:pt x="633736" y="229741"/>
                  </a:lnTo>
                  <a:lnTo>
                    <a:pt x="643486" y="243843"/>
                  </a:lnTo>
                  <a:lnTo>
                    <a:pt x="653236" y="225444"/>
                  </a:lnTo>
                  <a:lnTo>
                    <a:pt x="662985" y="161217"/>
                  </a:lnTo>
                  <a:lnTo>
                    <a:pt x="672735" y="153069"/>
                  </a:lnTo>
                  <a:lnTo>
                    <a:pt x="682485" y="175190"/>
                  </a:lnTo>
                  <a:lnTo>
                    <a:pt x="692235" y="155443"/>
                  </a:lnTo>
                  <a:lnTo>
                    <a:pt x="701985" y="158539"/>
                  </a:lnTo>
                  <a:lnTo>
                    <a:pt x="711735" y="169495"/>
                  </a:lnTo>
                  <a:lnTo>
                    <a:pt x="721485" y="155246"/>
                  </a:lnTo>
                  <a:lnTo>
                    <a:pt x="731235" y="139525"/>
                  </a:lnTo>
                  <a:lnTo>
                    <a:pt x="740985" y="148839"/>
                  </a:lnTo>
                  <a:lnTo>
                    <a:pt x="750734" y="167514"/>
                  </a:lnTo>
                  <a:lnTo>
                    <a:pt x="760484" y="167114"/>
                  </a:lnTo>
                  <a:lnTo>
                    <a:pt x="770233" y="180819"/>
                  </a:lnTo>
                  <a:lnTo>
                    <a:pt x="779983" y="171243"/>
                  </a:lnTo>
                  <a:lnTo>
                    <a:pt x="789733" y="190951"/>
                  </a:lnTo>
                  <a:lnTo>
                    <a:pt x="799482" y="183080"/>
                  </a:lnTo>
                  <a:lnTo>
                    <a:pt x="809232" y="189564"/>
                  </a:lnTo>
                  <a:lnTo>
                    <a:pt x="818982" y="196160"/>
                  </a:lnTo>
                  <a:lnTo>
                    <a:pt x="828732" y="191930"/>
                  </a:lnTo>
                  <a:lnTo>
                    <a:pt x="838482" y="195098"/>
                  </a:lnTo>
                  <a:lnTo>
                    <a:pt x="848232" y="184014"/>
                  </a:lnTo>
                  <a:lnTo>
                    <a:pt x="857982" y="206373"/>
                  </a:lnTo>
                  <a:lnTo>
                    <a:pt x="867732" y="170243"/>
                  </a:lnTo>
                  <a:lnTo>
                    <a:pt x="877482" y="159497"/>
                  </a:lnTo>
                  <a:lnTo>
                    <a:pt x="887231" y="139870"/>
                  </a:lnTo>
                  <a:lnTo>
                    <a:pt x="896981" y="139311"/>
                  </a:lnTo>
                  <a:lnTo>
                    <a:pt x="906730" y="167210"/>
                  </a:lnTo>
                  <a:lnTo>
                    <a:pt x="916480" y="162082"/>
                  </a:lnTo>
                  <a:lnTo>
                    <a:pt x="926230" y="149197"/>
                  </a:lnTo>
                  <a:lnTo>
                    <a:pt x="935979" y="151715"/>
                  </a:lnTo>
                  <a:lnTo>
                    <a:pt x="945729" y="202024"/>
                  </a:lnTo>
                  <a:lnTo>
                    <a:pt x="955479" y="208145"/>
                  </a:lnTo>
                  <a:lnTo>
                    <a:pt x="965229" y="214288"/>
                  </a:lnTo>
                  <a:lnTo>
                    <a:pt x="974979" y="233257"/>
                  </a:lnTo>
                  <a:lnTo>
                    <a:pt x="984729" y="228841"/>
                  </a:lnTo>
                  <a:lnTo>
                    <a:pt x="994474" y="196419"/>
                  </a:lnTo>
                  <a:lnTo>
                    <a:pt x="1004233" y="218178"/>
                  </a:lnTo>
                  <a:lnTo>
                    <a:pt x="1013977" y="202826"/>
                  </a:lnTo>
                  <a:lnTo>
                    <a:pt x="1023721" y="242704"/>
                  </a:lnTo>
                  <a:lnTo>
                    <a:pt x="1033480" y="208684"/>
                  </a:lnTo>
                  <a:lnTo>
                    <a:pt x="1043224" y="184558"/>
                  </a:lnTo>
                  <a:lnTo>
                    <a:pt x="1052983" y="143485"/>
                  </a:lnTo>
                  <a:lnTo>
                    <a:pt x="1062727" y="130357"/>
                  </a:lnTo>
                  <a:lnTo>
                    <a:pt x="1072471" y="115504"/>
                  </a:lnTo>
                  <a:lnTo>
                    <a:pt x="1082230" y="126905"/>
                  </a:lnTo>
                  <a:lnTo>
                    <a:pt x="1091973" y="136165"/>
                  </a:lnTo>
                  <a:lnTo>
                    <a:pt x="1101732" y="133598"/>
                  </a:lnTo>
                  <a:lnTo>
                    <a:pt x="1111476" y="160076"/>
                  </a:lnTo>
                  <a:lnTo>
                    <a:pt x="1121220" y="112568"/>
                  </a:lnTo>
                  <a:lnTo>
                    <a:pt x="1130979" y="108783"/>
                  </a:lnTo>
                  <a:lnTo>
                    <a:pt x="1140723" y="92581"/>
                  </a:lnTo>
                  <a:lnTo>
                    <a:pt x="1150482" y="113095"/>
                  </a:lnTo>
                  <a:lnTo>
                    <a:pt x="1160226" y="92257"/>
                  </a:lnTo>
                  <a:lnTo>
                    <a:pt x="1169969" y="81287"/>
                  </a:lnTo>
                  <a:lnTo>
                    <a:pt x="1179728" y="76307"/>
                  </a:lnTo>
                  <a:lnTo>
                    <a:pt x="1189472" y="103833"/>
                  </a:lnTo>
                  <a:lnTo>
                    <a:pt x="1199231" y="109692"/>
                  </a:lnTo>
                  <a:lnTo>
                    <a:pt x="1208975" y="85824"/>
                  </a:lnTo>
                  <a:lnTo>
                    <a:pt x="1218719" y="83180"/>
                  </a:lnTo>
                  <a:lnTo>
                    <a:pt x="1228478" y="98444"/>
                  </a:lnTo>
                  <a:lnTo>
                    <a:pt x="1238222" y="105754"/>
                  </a:lnTo>
                  <a:lnTo>
                    <a:pt x="1247966" y="107831"/>
                  </a:lnTo>
                  <a:lnTo>
                    <a:pt x="1257725" y="111800"/>
                  </a:lnTo>
                  <a:lnTo>
                    <a:pt x="1267469" y="122429"/>
                  </a:lnTo>
                  <a:lnTo>
                    <a:pt x="1277227" y="131382"/>
                  </a:lnTo>
                  <a:lnTo>
                    <a:pt x="1286971" y="143887"/>
                  </a:lnTo>
                  <a:lnTo>
                    <a:pt x="1296715" y="140935"/>
                  </a:lnTo>
                  <a:lnTo>
                    <a:pt x="1306474" y="119712"/>
                  </a:lnTo>
                  <a:lnTo>
                    <a:pt x="1316218" y="82902"/>
                  </a:lnTo>
                  <a:lnTo>
                    <a:pt x="1325977" y="75134"/>
                  </a:lnTo>
                  <a:lnTo>
                    <a:pt x="1335721" y="89468"/>
                  </a:lnTo>
                  <a:lnTo>
                    <a:pt x="1345465" y="36991"/>
                  </a:lnTo>
                  <a:lnTo>
                    <a:pt x="1355224" y="54031"/>
                  </a:lnTo>
                  <a:lnTo>
                    <a:pt x="1364967" y="62319"/>
                  </a:lnTo>
                  <a:lnTo>
                    <a:pt x="1374726" y="85572"/>
                  </a:lnTo>
                  <a:lnTo>
                    <a:pt x="1384470" y="124046"/>
                  </a:lnTo>
                  <a:lnTo>
                    <a:pt x="1394214" y="114292"/>
                  </a:lnTo>
                  <a:lnTo>
                    <a:pt x="1403973" y="112666"/>
                  </a:lnTo>
                  <a:lnTo>
                    <a:pt x="1413717" y="111337"/>
                  </a:lnTo>
                  <a:lnTo>
                    <a:pt x="1423476" y="118347"/>
                  </a:lnTo>
                  <a:lnTo>
                    <a:pt x="1433220" y="133721"/>
                  </a:lnTo>
                  <a:lnTo>
                    <a:pt x="1442964" y="89077"/>
                  </a:lnTo>
                  <a:lnTo>
                    <a:pt x="1452722" y="97116"/>
                  </a:lnTo>
                  <a:lnTo>
                    <a:pt x="1462466" y="149502"/>
                  </a:lnTo>
                  <a:lnTo>
                    <a:pt x="1472225" y="127406"/>
                  </a:lnTo>
                  <a:lnTo>
                    <a:pt x="1481969" y="130950"/>
                  </a:lnTo>
                  <a:lnTo>
                    <a:pt x="1491713" y="155918"/>
                  </a:lnTo>
                  <a:lnTo>
                    <a:pt x="1501472" y="151161"/>
                  </a:lnTo>
                  <a:lnTo>
                    <a:pt x="1511216" y="152154"/>
                  </a:lnTo>
                  <a:lnTo>
                    <a:pt x="1520960" y="141382"/>
                  </a:lnTo>
                  <a:lnTo>
                    <a:pt x="1530719" y="101905"/>
                  </a:lnTo>
                  <a:lnTo>
                    <a:pt x="1540463" y="91432"/>
                  </a:lnTo>
                  <a:lnTo>
                    <a:pt x="1550221" y="77713"/>
                  </a:lnTo>
                  <a:lnTo>
                    <a:pt x="1559965" y="90182"/>
                  </a:lnTo>
                  <a:lnTo>
                    <a:pt x="1569709" y="112087"/>
                  </a:lnTo>
                  <a:lnTo>
                    <a:pt x="1579468" y="135095"/>
                  </a:lnTo>
                  <a:lnTo>
                    <a:pt x="1589212" y="150936"/>
                  </a:lnTo>
                  <a:lnTo>
                    <a:pt x="1598971" y="182374"/>
                  </a:lnTo>
                  <a:lnTo>
                    <a:pt x="1608715" y="134954"/>
                  </a:lnTo>
                  <a:lnTo>
                    <a:pt x="1618459" y="114497"/>
                  </a:lnTo>
                  <a:lnTo>
                    <a:pt x="1628218" y="98104"/>
                  </a:lnTo>
                  <a:lnTo>
                    <a:pt x="1637962" y="107918"/>
                  </a:lnTo>
                  <a:lnTo>
                    <a:pt x="1647720" y="98673"/>
                  </a:lnTo>
                  <a:lnTo>
                    <a:pt x="1657464" y="93365"/>
                  </a:lnTo>
                  <a:lnTo>
                    <a:pt x="1667208" y="85669"/>
                  </a:lnTo>
                  <a:lnTo>
                    <a:pt x="1676967" y="66834"/>
                  </a:lnTo>
                  <a:lnTo>
                    <a:pt x="1686711" y="50479"/>
                  </a:lnTo>
                  <a:lnTo>
                    <a:pt x="1696470" y="13162"/>
                  </a:lnTo>
                  <a:lnTo>
                    <a:pt x="1706214" y="7740"/>
                  </a:lnTo>
                  <a:lnTo>
                    <a:pt x="1715958" y="0"/>
                  </a:lnTo>
                  <a:lnTo>
                    <a:pt x="1725716" y="41269"/>
                  </a:lnTo>
                  <a:lnTo>
                    <a:pt x="1735460" y="88341"/>
                  </a:lnTo>
                  <a:lnTo>
                    <a:pt x="1745219" y="122003"/>
                  </a:lnTo>
                  <a:lnTo>
                    <a:pt x="1754963" y="101134"/>
                  </a:lnTo>
                  <a:lnTo>
                    <a:pt x="1764707" y="134337"/>
                  </a:lnTo>
                  <a:lnTo>
                    <a:pt x="1774466" y="134270"/>
                  </a:lnTo>
                  <a:lnTo>
                    <a:pt x="1784210" y="164535"/>
                  </a:lnTo>
                  <a:lnTo>
                    <a:pt x="1793969" y="164327"/>
                  </a:lnTo>
                  <a:lnTo>
                    <a:pt x="1803713" y="145839"/>
                  </a:lnTo>
                  <a:lnTo>
                    <a:pt x="1813457" y="141868"/>
                  </a:lnTo>
                  <a:lnTo>
                    <a:pt x="1823215" y="153737"/>
                  </a:lnTo>
                  <a:lnTo>
                    <a:pt x="1832959" y="158044"/>
                  </a:lnTo>
                  <a:lnTo>
                    <a:pt x="1842703" y="168892"/>
                  </a:lnTo>
                  <a:lnTo>
                    <a:pt x="1852462" y="167730"/>
                  </a:lnTo>
                  <a:lnTo>
                    <a:pt x="1862206" y="182519"/>
                  </a:lnTo>
                  <a:lnTo>
                    <a:pt x="1871965" y="182449"/>
                  </a:lnTo>
                  <a:lnTo>
                    <a:pt x="1881709" y="178296"/>
                  </a:lnTo>
                  <a:lnTo>
                    <a:pt x="1891453" y="173672"/>
                  </a:lnTo>
                  <a:lnTo>
                    <a:pt x="1901212" y="163087"/>
                  </a:lnTo>
                  <a:lnTo>
                    <a:pt x="1910956" y="161241"/>
                  </a:lnTo>
                  <a:lnTo>
                    <a:pt x="1920714" y="157567"/>
                  </a:lnTo>
                  <a:lnTo>
                    <a:pt x="1930458" y="133209"/>
                  </a:lnTo>
                  <a:lnTo>
                    <a:pt x="1940202" y="143178"/>
                  </a:lnTo>
                  <a:lnTo>
                    <a:pt x="1949961" y="155848"/>
                  </a:lnTo>
                  <a:lnTo>
                    <a:pt x="1959705" y="172658"/>
                  </a:lnTo>
                  <a:lnTo>
                    <a:pt x="1969464" y="185991"/>
                  </a:lnTo>
                  <a:lnTo>
                    <a:pt x="1979208" y="179768"/>
                  </a:lnTo>
                  <a:lnTo>
                    <a:pt x="1988952" y="171532"/>
                  </a:lnTo>
                  <a:lnTo>
                    <a:pt x="1998711" y="172503"/>
                  </a:lnTo>
                  <a:lnTo>
                    <a:pt x="2008454" y="144629"/>
                  </a:lnTo>
                  <a:lnTo>
                    <a:pt x="2018213" y="149465"/>
                  </a:lnTo>
                  <a:lnTo>
                    <a:pt x="2027957" y="199001"/>
                  </a:lnTo>
                  <a:lnTo>
                    <a:pt x="2037701" y="176128"/>
                  </a:lnTo>
                  <a:lnTo>
                    <a:pt x="2047460" y="193250"/>
                  </a:lnTo>
                  <a:lnTo>
                    <a:pt x="2057204" y="206227"/>
                  </a:lnTo>
                  <a:lnTo>
                    <a:pt x="2066963" y="208166"/>
                  </a:lnTo>
                  <a:lnTo>
                    <a:pt x="2076707" y="209395"/>
                  </a:lnTo>
                  <a:lnTo>
                    <a:pt x="2086451" y="192353"/>
                  </a:lnTo>
                  <a:lnTo>
                    <a:pt x="2096210" y="178906"/>
                  </a:lnTo>
                  <a:lnTo>
                    <a:pt x="2105954" y="171820"/>
                  </a:lnTo>
                  <a:lnTo>
                    <a:pt x="2115697" y="194716"/>
                  </a:lnTo>
                  <a:lnTo>
                    <a:pt x="2125456" y="230228"/>
                  </a:lnTo>
                  <a:lnTo>
                    <a:pt x="2135200" y="240462"/>
                  </a:lnTo>
                  <a:lnTo>
                    <a:pt x="2144959" y="276930"/>
                  </a:lnTo>
                  <a:lnTo>
                    <a:pt x="2154703" y="251101"/>
                  </a:lnTo>
                  <a:lnTo>
                    <a:pt x="2164447" y="252267"/>
                  </a:lnTo>
                  <a:lnTo>
                    <a:pt x="2174206" y="262092"/>
                  </a:lnTo>
                  <a:lnTo>
                    <a:pt x="2183950" y="262197"/>
                  </a:lnTo>
                  <a:lnTo>
                    <a:pt x="2193709" y="244005"/>
                  </a:lnTo>
                  <a:lnTo>
                    <a:pt x="2203452" y="252027"/>
                  </a:lnTo>
                  <a:lnTo>
                    <a:pt x="2213196" y="204471"/>
                  </a:lnTo>
                  <a:lnTo>
                    <a:pt x="2222955" y="210651"/>
                  </a:lnTo>
                  <a:lnTo>
                    <a:pt x="2232699" y="203526"/>
                  </a:lnTo>
                  <a:lnTo>
                    <a:pt x="2242458" y="183611"/>
                  </a:lnTo>
                  <a:lnTo>
                    <a:pt x="2252202" y="201245"/>
                  </a:lnTo>
                  <a:lnTo>
                    <a:pt x="2261946" y="225277"/>
                  </a:lnTo>
                  <a:lnTo>
                    <a:pt x="2271705" y="235517"/>
                  </a:lnTo>
                  <a:lnTo>
                    <a:pt x="2281449" y="220694"/>
                  </a:lnTo>
                  <a:lnTo>
                    <a:pt x="2291208" y="161244"/>
                  </a:lnTo>
                  <a:lnTo>
                    <a:pt x="2300951" y="161106"/>
                  </a:lnTo>
                  <a:lnTo>
                    <a:pt x="2310695" y="213145"/>
                  </a:lnTo>
                  <a:lnTo>
                    <a:pt x="2320454" y="220112"/>
                  </a:lnTo>
                  <a:lnTo>
                    <a:pt x="2330198" y="203651"/>
                  </a:lnTo>
                  <a:lnTo>
                    <a:pt x="2339957" y="174933"/>
                  </a:lnTo>
                  <a:lnTo>
                    <a:pt x="2349701" y="172322"/>
                  </a:lnTo>
                  <a:lnTo>
                    <a:pt x="2359445" y="142196"/>
                  </a:lnTo>
                  <a:lnTo>
                    <a:pt x="2369204" y="158416"/>
                  </a:lnTo>
                  <a:lnTo>
                    <a:pt x="2378948" y="182642"/>
                  </a:lnTo>
                  <a:lnTo>
                    <a:pt x="2388692" y="204539"/>
                  </a:lnTo>
                  <a:lnTo>
                    <a:pt x="2398450" y="209404"/>
                  </a:lnTo>
                  <a:lnTo>
                    <a:pt x="2408194" y="191616"/>
                  </a:lnTo>
                  <a:lnTo>
                    <a:pt x="2417953" y="192383"/>
                  </a:lnTo>
                  <a:lnTo>
                    <a:pt x="2427697" y="163698"/>
                  </a:lnTo>
                  <a:lnTo>
                    <a:pt x="2437441" y="181787"/>
                  </a:lnTo>
                  <a:lnTo>
                    <a:pt x="2447200" y="163983"/>
                  </a:lnTo>
                  <a:lnTo>
                    <a:pt x="2456944" y="180936"/>
                  </a:lnTo>
                  <a:lnTo>
                    <a:pt x="2466703" y="165100"/>
                  </a:lnTo>
                  <a:lnTo>
                    <a:pt x="2476446" y="166195"/>
                  </a:lnTo>
                  <a:lnTo>
                    <a:pt x="2486190" y="147749"/>
                  </a:lnTo>
                  <a:lnTo>
                    <a:pt x="2495949" y="138598"/>
                  </a:lnTo>
                  <a:lnTo>
                    <a:pt x="2505693" y="136731"/>
                  </a:lnTo>
                  <a:lnTo>
                    <a:pt x="2515452" y="126519"/>
                  </a:lnTo>
                  <a:lnTo>
                    <a:pt x="2525196" y="132744"/>
                  </a:lnTo>
                  <a:lnTo>
                    <a:pt x="2534940" y="138718"/>
                  </a:lnTo>
                  <a:lnTo>
                    <a:pt x="2544699" y="152287"/>
                  </a:lnTo>
                  <a:lnTo>
                    <a:pt x="2554443" y="154064"/>
                  </a:lnTo>
                  <a:lnTo>
                    <a:pt x="2564202" y="136513"/>
                  </a:lnTo>
                  <a:lnTo>
                    <a:pt x="2573946" y="157543"/>
                  </a:lnTo>
                  <a:lnTo>
                    <a:pt x="2583690" y="172913"/>
                  </a:lnTo>
                  <a:lnTo>
                    <a:pt x="2593448" y="161967"/>
                  </a:lnTo>
                  <a:lnTo>
                    <a:pt x="2603192" y="127784"/>
                  </a:lnTo>
                  <a:lnTo>
                    <a:pt x="2612951" y="106917"/>
                  </a:lnTo>
                  <a:lnTo>
                    <a:pt x="2622695" y="131330"/>
                  </a:lnTo>
                  <a:lnTo>
                    <a:pt x="2632439" y="96508"/>
                  </a:lnTo>
                  <a:lnTo>
                    <a:pt x="2642198" y="80431"/>
                  </a:lnTo>
                  <a:lnTo>
                    <a:pt x="2651942" y="116982"/>
                  </a:lnTo>
                  <a:lnTo>
                    <a:pt x="2661685" y="123352"/>
                  </a:lnTo>
                  <a:lnTo>
                    <a:pt x="2671444" y="113566"/>
                  </a:lnTo>
                  <a:lnTo>
                    <a:pt x="2681188" y="127649"/>
                  </a:lnTo>
                  <a:lnTo>
                    <a:pt x="2690947" y="144981"/>
                  </a:lnTo>
                  <a:lnTo>
                    <a:pt x="2700691" y="166968"/>
                  </a:lnTo>
                  <a:lnTo>
                    <a:pt x="2710435" y="195907"/>
                  </a:lnTo>
                  <a:lnTo>
                    <a:pt x="2720194" y="145240"/>
                  </a:lnTo>
                  <a:lnTo>
                    <a:pt x="2729938" y="147492"/>
                  </a:lnTo>
                  <a:lnTo>
                    <a:pt x="2739697" y="191735"/>
                  </a:lnTo>
                  <a:lnTo>
                    <a:pt x="2749441" y="178828"/>
                  </a:lnTo>
                  <a:lnTo>
                    <a:pt x="2759185" y="180212"/>
                  </a:lnTo>
                  <a:lnTo>
                    <a:pt x="2768943" y="181175"/>
                  </a:lnTo>
                  <a:lnTo>
                    <a:pt x="2778687" y="192057"/>
                  </a:lnTo>
                  <a:lnTo>
                    <a:pt x="2788446" y="216755"/>
                  </a:lnTo>
                  <a:lnTo>
                    <a:pt x="2798190" y="212969"/>
                  </a:lnTo>
                  <a:lnTo>
                    <a:pt x="2807934" y="198240"/>
                  </a:lnTo>
                  <a:lnTo>
                    <a:pt x="2817693" y="200254"/>
                  </a:lnTo>
                  <a:lnTo>
                    <a:pt x="2827437" y="197087"/>
                  </a:lnTo>
                  <a:lnTo>
                    <a:pt x="2837196" y="198523"/>
                  </a:lnTo>
                  <a:lnTo>
                    <a:pt x="2846940" y="228367"/>
                  </a:lnTo>
                  <a:lnTo>
                    <a:pt x="2856684" y="238665"/>
                  </a:lnTo>
                  <a:lnTo>
                    <a:pt x="2866442" y="217716"/>
                  </a:lnTo>
                  <a:lnTo>
                    <a:pt x="2876186" y="208939"/>
                  </a:lnTo>
                  <a:lnTo>
                    <a:pt x="2885945" y="193447"/>
                  </a:lnTo>
                  <a:lnTo>
                    <a:pt x="2895689" y="211177"/>
                  </a:lnTo>
                  <a:lnTo>
                    <a:pt x="2905433" y="186595"/>
                  </a:lnTo>
                  <a:lnTo>
                    <a:pt x="2915192" y="19556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6" name="Freeform 1095">
              <a:extLst>
                <a:ext uri="{FF2B5EF4-FFF2-40B4-BE49-F238E27FC236}">
                  <a16:creationId xmlns:a16="http://schemas.microsoft.com/office/drawing/2014/main" id="{C6D64150-ED19-37B5-4E62-DD166AB1B6E2}"/>
                </a:ext>
              </a:extLst>
            </p:cNvPr>
            <p:cNvSpPr/>
            <p:nvPr/>
          </p:nvSpPr>
          <p:spPr>
            <a:xfrm>
              <a:off x="4426652" y="3214474"/>
              <a:ext cx="2915191" cy="413241"/>
            </a:xfrm>
            <a:custGeom>
              <a:avLst/>
              <a:gdLst>
                <a:gd name="connsiteX0" fmla="*/ 0 w 2915191"/>
                <a:gd name="connsiteY0" fmla="*/ 128480 h 413241"/>
                <a:gd name="connsiteX1" fmla="*/ 9750 w 2915191"/>
                <a:gd name="connsiteY1" fmla="*/ 136148 h 413241"/>
                <a:gd name="connsiteX2" fmla="*/ 19500 w 2915191"/>
                <a:gd name="connsiteY2" fmla="*/ 142548 h 413241"/>
                <a:gd name="connsiteX3" fmla="*/ 29250 w 2915191"/>
                <a:gd name="connsiteY3" fmla="*/ 158040 h 413241"/>
                <a:gd name="connsiteX4" fmla="*/ 39000 w 2915191"/>
                <a:gd name="connsiteY4" fmla="*/ 158805 h 413241"/>
                <a:gd name="connsiteX5" fmla="*/ 48749 w 2915191"/>
                <a:gd name="connsiteY5" fmla="*/ 185603 h 413241"/>
                <a:gd name="connsiteX6" fmla="*/ 58499 w 2915191"/>
                <a:gd name="connsiteY6" fmla="*/ 157292 h 413241"/>
                <a:gd name="connsiteX7" fmla="*/ 68249 w 2915191"/>
                <a:gd name="connsiteY7" fmla="*/ 139143 h 413241"/>
                <a:gd name="connsiteX8" fmla="*/ 77998 w 2915191"/>
                <a:gd name="connsiteY8" fmla="*/ 126321 h 413241"/>
                <a:gd name="connsiteX9" fmla="*/ 87748 w 2915191"/>
                <a:gd name="connsiteY9" fmla="*/ 111473 h 413241"/>
                <a:gd name="connsiteX10" fmla="*/ 97497 w 2915191"/>
                <a:gd name="connsiteY10" fmla="*/ 106902 h 413241"/>
                <a:gd name="connsiteX11" fmla="*/ 107247 w 2915191"/>
                <a:gd name="connsiteY11" fmla="*/ 130451 h 413241"/>
                <a:gd name="connsiteX12" fmla="*/ 116997 w 2915191"/>
                <a:gd name="connsiteY12" fmla="*/ 119143 h 413241"/>
                <a:gd name="connsiteX13" fmla="*/ 126747 w 2915191"/>
                <a:gd name="connsiteY13" fmla="*/ 147245 h 413241"/>
                <a:gd name="connsiteX14" fmla="*/ 136497 w 2915191"/>
                <a:gd name="connsiteY14" fmla="*/ 177801 h 413241"/>
                <a:gd name="connsiteX15" fmla="*/ 146247 w 2915191"/>
                <a:gd name="connsiteY15" fmla="*/ 186698 h 413241"/>
                <a:gd name="connsiteX16" fmla="*/ 155997 w 2915191"/>
                <a:gd name="connsiteY16" fmla="*/ 183937 h 413241"/>
                <a:gd name="connsiteX17" fmla="*/ 165747 w 2915191"/>
                <a:gd name="connsiteY17" fmla="*/ 177104 h 413241"/>
                <a:gd name="connsiteX18" fmla="*/ 175497 w 2915191"/>
                <a:gd name="connsiteY18" fmla="*/ 202196 h 413241"/>
                <a:gd name="connsiteX19" fmla="*/ 185247 w 2915191"/>
                <a:gd name="connsiteY19" fmla="*/ 186356 h 413241"/>
                <a:gd name="connsiteX20" fmla="*/ 194996 w 2915191"/>
                <a:gd name="connsiteY20" fmla="*/ 162751 h 413241"/>
                <a:gd name="connsiteX21" fmla="*/ 204746 w 2915191"/>
                <a:gd name="connsiteY21" fmla="*/ 150508 h 413241"/>
                <a:gd name="connsiteX22" fmla="*/ 214495 w 2915191"/>
                <a:gd name="connsiteY22" fmla="*/ 159647 h 413241"/>
                <a:gd name="connsiteX23" fmla="*/ 224245 w 2915191"/>
                <a:gd name="connsiteY23" fmla="*/ 136375 h 413241"/>
                <a:gd name="connsiteX24" fmla="*/ 233995 w 2915191"/>
                <a:gd name="connsiteY24" fmla="*/ 186392 h 413241"/>
                <a:gd name="connsiteX25" fmla="*/ 243744 w 2915191"/>
                <a:gd name="connsiteY25" fmla="*/ 207601 h 413241"/>
                <a:gd name="connsiteX26" fmla="*/ 253494 w 2915191"/>
                <a:gd name="connsiteY26" fmla="*/ 217924 h 413241"/>
                <a:gd name="connsiteX27" fmla="*/ 263244 w 2915191"/>
                <a:gd name="connsiteY27" fmla="*/ 192681 h 413241"/>
                <a:gd name="connsiteX28" fmla="*/ 272994 w 2915191"/>
                <a:gd name="connsiteY28" fmla="*/ 166444 h 413241"/>
                <a:gd name="connsiteX29" fmla="*/ 282744 w 2915191"/>
                <a:gd name="connsiteY29" fmla="*/ 210645 h 413241"/>
                <a:gd name="connsiteX30" fmla="*/ 292494 w 2915191"/>
                <a:gd name="connsiteY30" fmla="*/ 200493 h 413241"/>
                <a:gd name="connsiteX31" fmla="*/ 302244 w 2915191"/>
                <a:gd name="connsiteY31" fmla="*/ 187395 h 413241"/>
                <a:gd name="connsiteX32" fmla="*/ 311994 w 2915191"/>
                <a:gd name="connsiteY32" fmla="*/ 205742 h 413241"/>
                <a:gd name="connsiteX33" fmla="*/ 321744 w 2915191"/>
                <a:gd name="connsiteY33" fmla="*/ 254683 h 413241"/>
                <a:gd name="connsiteX34" fmla="*/ 331493 w 2915191"/>
                <a:gd name="connsiteY34" fmla="*/ 250674 h 413241"/>
                <a:gd name="connsiteX35" fmla="*/ 341243 w 2915191"/>
                <a:gd name="connsiteY35" fmla="*/ 257074 h 413241"/>
                <a:gd name="connsiteX36" fmla="*/ 350993 w 2915191"/>
                <a:gd name="connsiteY36" fmla="*/ 237423 h 413241"/>
                <a:gd name="connsiteX37" fmla="*/ 360742 w 2915191"/>
                <a:gd name="connsiteY37" fmla="*/ 232144 h 413241"/>
                <a:gd name="connsiteX38" fmla="*/ 370492 w 2915191"/>
                <a:gd name="connsiteY38" fmla="*/ 220900 h 413241"/>
                <a:gd name="connsiteX39" fmla="*/ 380241 w 2915191"/>
                <a:gd name="connsiteY39" fmla="*/ 227571 h 413241"/>
                <a:gd name="connsiteX40" fmla="*/ 389991 w 2915191"/>
                <a:gd name="connsiteY40" fmla="*/ 202599 h 413241"/>
                <a:gd name="connsiteX41" fmla="*/ 399741 w 2915191"/>
                <a:gd name="connsiteY41" fmla="*/ 213595 h 413241"/>
                <a:gd name="connsiteX42" fmla="*/ 409491 w 2915191"/>
                <a:gd name="connsiteY42" fmla="*/ 244492 h 413241"/>
                <a:gd name="connsiteX43" fmla="*/ 419241 w 2915191"/>
                <a:gd name="connsiteY43" fmla="*/ 242926 h 413241"/>
                <a:gd name="connsiteX44" fmla="*/ 428991 w 2915191"/>
                <a:gd name="connsiteY44" fmla="*/ 272468 h 413241"/>
                <a:gd name="connsiteX45" fmla="*/ 438741 w 2915191"/>
                <a:gd name="connsiteY45" fmla="*/ 287951 h 413241"/>
                <a:gd name="connsiteX46" fmla="*/ 448491 w 2915191"/>
                <a:gd name="connsiteY46" fmla="*/ 286831 h 413241"/>
                <a:gd name="connsiteX47" fmla="*/ 458241 w 2915191"/>
                <a:gd name="connsiteY47" fmla="*/ 282528 h 413241"/>
                <a:gd name="connsiteX48" fmla="*/ 467991 w 2915191"/>
                <a:gd name="connsiteY48" fmla="*/ 273200 h 413241"/>
                <a:gd name="connsiteX49" fmla="*/ 477740 w 2915191"/>
                <a:gd name="connsiteY49" fmla="*/ 272905 h 413241"/>
                <a:gd name="connsiteX50" fmla="*/ 487490 w 2915191"/>
                <a:gd name="connsiteY50" fmla="*/ 256088 h 413241"/>
                <a:gd name="connsiteX51" fmla="*/ 497239 w 2915191"/>
                <a:gd name="connsiteY51" fmla="*/ 252849 h 413241"/>
                <a:gd name="connsiteX52" fmla="*/ 506989 w 2915191"/>
                <a:gd name="connsiteY52" fmla="*/ 254074 h 413241"/>
                <a:gd name="connsiteX53" fmla="*/ 516738 w 2915191"/>
                <a:gd name="connsiteY53" fmla="*/ 272812 h 413241"/>
                <a:gd name="connsiteX54" fmla="*/ 526488 w 2915191"/>
                <a:gd name="connsiteY54" fmla="*/ 301640 h 413241"/>
                <a:gd name="connsiteX55" fmla="*/ 536238 w 2915191"/>
                <a:gd name="connsiteY55" fmla="*/ 322640 h 413241"/>
                <a:gd name="connsiteX56" fmla="*/ 545988 w 2915191"/>
                <a:gd name="connsiteY56" fmla="*/ 290801 h 413241"/>
                <a:gd name="connsiteX57" fmla="*/ 555738 w 2915191"/>
                <a:gd name="connsiteY57" fmla="*/ 267431 h 413241"/>
                <a:gd name="connsiteX58" fmla="*/ 565488 w 2915191"/>
                <a:gd name="connsiteY58" fmla="*/ 280579 h 413241"/>
                <a:gd name="connsiteX59" fmla="*/ 575238 w 2915191"/>
                <a:gd name="connsiteY59" fmla="*/ 247704 h 413241"/>
                <a:gd name="connsiteX60" fmla="*/ 584988 w 2915191"/>
                <a:gd name="connsiteY60" fmla="*/ 245169 h 413241"/>
                <a:gd name="connsiteX61" fmla="*/ 594738 w 2915191"/>
                <a:gd name="connsiteY61" fmla="*/ 215928 h 413241"/>
                <a:gd name="connsiteX62" fmla="*/ 604488 w 2915191"/>
                <a:gd name="connsiteY62" fmla="*/ 195504 h 413241"/>
                <a:gd name="connsiteX63" fmla="*/ 614237 w 2915191"/>
                <a:gd name="connsiteY63" fmla="*/ 190163 h 413241"/>
                <a:gd name="connsiteX64" fmla="*/ 623987 w 2915191"/>
                <a:gd name="connsiteY64" fmla="*/ 209279 h 413241"/>
                <a:gd name="connsiteX65" fmla="*/ 633736 w 2915191"/>
                <a:gd name="connsiteY65" fmla="*/ 206820 h 413241"/>
                <a:gd name="connsiteX66" fmla="*/ 643486 w 2915191"/>
                <a:gd name="connsiteY66" fmla="*/ 206631 h 413241"/>
                <a:gd name="connsiteX67" fmla="*/ 653236 w 2915191"/>
                <a:gd name="connsiteY67" fmla="*/ 216944 h 413241"/>
                <a:gd name="connsiteX68" fmla="*/ 662985 w 2915191"/>
                <a:gd name="connsiteY68" fmla="*/ 237670 h 413241"/>
                <a:gd name="connsiteX69" fmla="*/ 672735 w 2915191"/>
                <a:gd name="connsiteY69" fmla="*/ 249287 h 413241"/>
                <a:gd name="connsiteX70" fmla="*/ 682485 w 2915191"/>
                <a:gd name="connsiteY70" fmla="*/ 266869 h 413241"/>
                <a:gd name="connsiteX71" fmla="*/ 692235 w 2915191"/>
                <a:gd name="connsiteY71" fmla="*/ 259145 h 413241"/>
                <a:gd name="connsiteX72" fmla="*/ 701985 w 2915191"/>
                <a:gd name="connsiteY72" fmla="*/ 247387 h 413241"/>
                <a:gd name="connsiteX73" fmla="*/ 711735 w 2915191"/>
                <a:gd name="connsiteY73" fmla="*/ 242470 h 413241"/>
                <a:gd name="connsiteX74" fmla="*/ 721485 w 2915191"/>
                <a:gd name="connsiteY74" fmla="*/ 237214 h 413241"/>
                <a:gd name="connsiteX75" fmla="*/ 731235 w 2915191"/>
                <a:gd name="connsiteY75" fmla="*/ 219215 h 413241"/>
                <a:gd name="connsiteX76" fmla="*/ 740985 w 2915191"/>
                <a:gd name="connsiteY76" fmla="*/ 236277 h 413241"/>
                <a:gd name="connsiteX77" fmla="*/ 750734 w 2915191"/>
                <a:gd name="connsiteY77" fmla="*/ 224249 h 413241"/>
                <a:gd name="connsiteX78" fmla="*/ 760484 w 2915191"/>
                <a:gd name="connsiteY78" fmla="*/ 200016 h 413241"/>
                <a:gd name="connsiteX79" fmla="*/ 770233 w 2915191"/>
                <a:gd name="connsiteY79" fmla="*/ 192690 h 413241"/>
                <a:gd name="connsiteX80" fmla="*/ 779983 w 2915191"/>
                <a:gd name="connsiteY80" fmla="*/ 161867 h 413241"/>
                <a:gd name="connsiteX81" fmla="*/ 789733 w 2915191"/>
                <a:gd name="connsiteY81" fmla="*/ 116422 h 413241"/>
                <a:gd name="connsiteX82" fmla="*/ 799482 w 2915191"/>
                <a:gd name="connsiteY82" fmla="*/ 124399 h 413241"/>
                <a:gd name="connsiteX83" fmla="*/ 809232 w 2915191"/>
                <a:gd name="connsiteY83" fmla="*/ 98961 h 413241"/>
                <a:gd name="connsiteX84" fmla="*/ 818982 w 2915191"/>
                <a:gd name="connsiteY84" fmla="*/ 115726 h 413241"/>
                <a:gd name="connsiteX85" fmla="*/ 828732 w 2915191"/>
                <a:gd name="connsiteY85" fmla="*/ 98585 h 413241"/>
                <a:gd name="connsiteX86" fmla="*/ 838482 w 2915191"/>
                <a:gd name="connsiteY86" fmla="*/ 95359 h 413241"/>
                <a:gd name="connsiteX87" fmla="*/ 848232 w 2915191"/>
                <a:gd name="connsiteY87" fmla="*/ 91933 h 413241"/>
                <a:gd name="connsiteX88" fmla="*/ 857982 w 2915191"/>
                <a:gd name="connsiteY88" fmla="*/ 123060 h 413241"/>
                <a:gd name="connsiteX89" fmla="*/ 867732 w 2915191"/>
                <a:gd name="connsiteY89" fmla="*/ 107076 h 413241"/>
                <a:gd name="connsiteX90" fmla="*/ 877482 w 2915191"/>
                <a:gd name="connsiteY90" fmla="*/ 85499 h 413241"/>
                <a:gd name="connsiteX91" fmla="*/ 887231 w 2915191"/>
                <a:gd name="connsiteY91" fmla="*/ 72640 h 413241"/>
                <a:gd name="connsiteX92" fmla="*/ 896981 w 2915191"/>
                <a:gd name="connsiteY92" fmla="*/ 67816 h 413241"/>
                <a:gd name="connsiteX93" fmla="*/ 906730 w 2915191"/>
                <a:gd name="connsiteY93" fmla="*/ 56043 h 413241"/>
                <a:gd name="connsiteX94" fmla="*/ 916480 w 2915191"/>
                <a:gd name="connsiteY94" fmla="*/ 57696 h 413241"/>
                <a:gd name="connsiteX95" fmla="*/ 926230 w 2915191"/>
                <a:gd name="connsiteY95" fmla="*/ 71000 h 413241"/>
                <a:gd name="connsiteX96" fmla="*/ 935979 w 2915191"/>
                <a:gd name="connsiteY96" fmla="*/ 103369 h 413241"/>
                <a:gd name="connsiteX97" fmla="*/ 945729 w 2915191"/>
                <a:gd name="connsiteY97" fmla="*/ 101998 h 413241"/>
                <a:gd name="connsiteX98" fmla="*/ 955479 w 2915191"/>
                <a:gd name="connsiteY98" fmla="*/ 128399 h 413241"/>
                <a:gd name="connsiteX99" fmla="*/ 965229 w 2915191"/>
                <a:gd name="connsiteY99" fmla="*/ 98682 h 413241"/>
                <a:gd name="connsiteX100" fmla="*/ 974979 w 2915191"/>
                <a:gd name="connsiteY100" fmla="*/ 90981 h 413241"/>
                <a:gd name="connsiteX101" fmla="*/ 984729 w 2915191"/>
                <a:gd name="connsiteY101" fmla="*/ 47106 h 413241"/>
                <a:gd name="connsiteX102" fmla="*/ 994474 w 2915191"/>
                <a:gd name="connsiteY102" fmla="*/ 45634 h 413241"/>
                <a:gd name="connsiteX103" fmla="*/ 1004233 w 2915191"/>
                <a:gd name="connsiteY103" fmla="*/ 44524 h 413241"/>
                <a:gd name="connsiteX104" fmla="*/ 1013977 w 2915191"/>
                <a:gd name="connsiteY104" fmla="*/ 38891 h 413241"/>
                <a:gd name="connsiteX105" fmla="*/ 1023721 w 2915191"/>
                <a:gd name="connsiteY105" fmla="*/ 26034 h 413241"/>
                <a:gd name="connsiteX106" fmla="*/ 1033480 w 2915191"/>
                <a:gd name="connsiteY106" fmla="*/ 0 h 413241"/>
                <a:gd name="connsiteX107" fmla="*/ 1043224 w 2915191"/>
                <a:gd name="connsiteY107" fmla="*/ 5045 h 413241"/>
                <a:gd name="connsiteX108" fmla="*/ 1052983 w 2915191"/>
                <a:gd name="connsiteY108" fmla="*/ 30667 h 413241"/>
                <a:gd name="connsiteX109" fmla="*/ 1062727 w 2915191"/>
                <a:gd name="connsiteY109" fmla="*/ 13804 h 413241"/>
                <a:gd name="connsiteX110" fmla="*/ 1072471 w 2915191"/>
                <a:gd name="connsiteY110" fmla="*/ 67101 h 413241"/>
                <a:gd name="connsiteX111" fmla="*/ 1082230 w 2915191"/>
                <a:gd name="connsiteY111" fmla="*/ 118438 h 413241"/>
                <a:gd name="connsiteX112" fmla="*/ 1091973 w 2915191"/>
                <a:gd name="connsiteY112" fmla="*/ 140293 h 413241"/>
                <a:gd name="connsiteX113" fmla="*/ 1101732 w 2915191"/>
                <a:gd name="connsiteY113" fmla="*/ 154650 h 413241"/>
                <a:gd name="connsiteX114" fmla="*/ 1111476 w 2915191"/>
                <a:gd name="connsiteY114" fmla="*/ 133686 h 413241"/>
                <a:gd name="connsiteX115" fmla="*/ 1121220 w 2915191"/>
                <a:gd name="connsiteY115" fmla="*/ 121792 h 413241"/>
                <a:gd name="connsiteX116" fmla="*/ 1130979 w 2915191"/>
                <a:gd name="connsiteY116" fmla="*/ 112699 h 413241"/>
                <a:gd name="connsiteX117" fmla="*/ 1140723 w 2915191"/>
                <a:gd name="connsiteY117" fmla="*/ 113809 h 413241"/>
                <a:gd name="connsiteX118" fmla="*/ 1150482 w 2915191"/>
                <a:gd name="connsiteY118" fmla="*/ 129880 h 413241"/>
                <a:gd name="connsiteX119" fmla="*/ 1160226 w 2915191"/>
                <a:gd name="connsiteY119" fmla="*/ 123767 h 413241"/>
                <a:gd name="connsiteX120" fmla="*/ 1169969 w 2915191"/>
                <a:gd name="connsiteY120" fmla="*/ 104777 h 413241"/>
                <a:gd name="connsiteX121" fmla="*/ 1179728 w 2915191"/>
                <a:gd name="connsiteY121" fmla="*/ 66452 h 413241"/>
                <a:gd name="connsiteX122" fmla="*/ 1189472 w 2915191"/>
                <a:gd name="connsiteY122" fmla="*/ 68586 h 413241"/>
                <a:gd name="connsiteX123" fmla="*/ 1199231 w 2915191"/>
                <a:gd name="connsiteY123" fmla="*/ 109719 h 413241"/>
                <a:gd name="connsiteX124" fmla="*/ 1208975 w 2915191"/>
                <a:gd name="connsiteY124" fmla="*/ 148750 h 413241"/>
                <a:gd name="connsiteX125" fmla="*/ 1218719 w 2915191"/>
                <a:gd name="connsiteY125" fmla="*/ 130234 h 413241"/>
                <a:gd name="connsiteX126" fmla="*/ 1228478 w 2915191"/>
                <a:gd name="connsiteY126" fmla="*/ 144103 h 413241"/>
                <a:gd name="connsiteX127" fmla="*/ 1238222 w 2915191"/>
                <a:gd name="connsiteY127" fmla="*/ 141028 h 413241"/>
                <a:gd name="connsiteX128" fmla="*/ 1247966 w 2915191"/>
                <a:gd name="connsiteY128" fmla="*/ 125277 h 413241"/>
                <a:gd name="connsiteX129" fmla="*/ 1257725 w 2915191"/>
                <a:gd name="connsiteY129" fmla="*/ 120195 h 413241"/>
                <a:gd name="connsiteX130" fmla="*/ 1267469 w 2915191"/>
                <a:gd name="connsiteY130" fmla="*/ 112720 h 413241"/>
                <a:gd name="connsiteX131" fmla="*/ 1277227 w 2915191"/>
                <a:gd name="connsiteY131" fmla="*/ 175224 h 413241"/>
                <a:gd name="connsiteX132" fmla="*/ 1286971 w 2915191"/>
                <a:gd name="connsiteY132" fmla="*/ 158273 h 413241"/>
                <a:gd name="connsiteX133" fmla="*/ 1296715 w 2915191"/>
                <a:gd name="connsiteY133" fmla="*/ 176692 h 413241"/>
                <a:gd name="connsiteX134" fmla="*/ 1306474 w 2915191"/>
                <a:gd name="connsiteY134" fmla="*/ 178159 h 413241"/>
                <a:gd name="connsiteX135" fmla="*/ 1316218 w 2915191"/>
                <a:gd name="connsiteY135" fmla="*/ 173239 h 413241"/>
                <a:gd name="connsiteX136" fmla="*/ 1325977 w 2915191"/>
                <a:gd name="connsiteY136" fmla="*/ 152899 h 413241"/>
                <a:gd name="connsiteX137" fmla="*/ 1335721 w 2915191"/>
                <a:gd name="connsiteY137" fmla="*/ 133996 h 413241"/>
                <a:gd name="connsiteX138" fmla="*/ 1345465 w 2915191"/>
                <a:gd name="connsiteY138" fmla="*/ 146877 h 413241"/>
                <a:gd name="connsiteX139" fmla="*/ 1355224 w 2915191"/>
                <a:gd name="connsiteY139" fmla="*/ 181824 h 413241"/>
                <a:gd name="connsiteX140" fmla="*/ 1364967 w 2915191"/>
                <a:gd name="connsiteY140" fmla="*/ 169239 h 413241"/>
                <a:gd name="connsiteX141" fmla="*/ 1374726 w 2915191"/>
                <a:gd name="connsiteY141" fmla="*/ 156408 h 413241"/>
                <a:gd name="connsiteX142" fmla="*/ 1384470 w 2915191"/>
                <a:gd name="connsiteY142" fmla="*/ 178740 h 413241"/>
                <a:gd name="connsiteX143" fmla="*/ 1394214 w 2915191"/>
                <a:gd name="connsiteY143" fmla="*/ 170216 h 413241"/>
                <a:gd name="connsiteX144" fmla="*/ 1403973 w 2915191"/>
                <a:gd name="connsiteY144" fmla="*/ 157843 h 413241"/>
                <a:gd name="connsiteX145" fmla="*/ 1413717 w 2915191"/>
                <a:gd name="connsiteY145" fmla="*/ 171624 h 413241"/>
                <a:gd name="connsiteX146" fmla="*/ 1423476 w 2915191"/>
                <a:gd name="connsiteY146" fmla="*/ 153608 h 413241"/>
                <a:gd name="connsiteX147" fmla="*/ 1433220 w 2915191"/>
                <a:gd name="connsiteY147" fmla="*/ 154087 h 413241"/>
                <a:gd name="connsiteX148" fmla="*/ 1442964 w 2915191"/>
                <a:gd name="connsiteY148" fmla="*/ 174422 h 413241"/>
                <a:gd name="connsiteX149" fmla="*/ 1452722 w 2915191"/>
                <a:gd name="connsiteY149" fmla="*/ 160507 h 413241"/>
                <a:gd name="connsiteX150" fmla="*/ 1462466 w 2915191"/>
                <a:gd name="connsiteY150" fmla="*/ 191263 h 413241"/>
                <a:gd name="connsiteX151" fmla="*/ 1472225 w 2915191"/>
                <a:gd name="connsiteY151" fmla="*/ 208864 h 413241"/>
                <a:gd name="connsiteX152" fmla="*/ 1481969 w 2915191"/>
                <a:gd name="connsiteY152" fmla="*/ 188216 h 413241"/>
                <a:gd name="connsiteX153" fmla="*/ 1491713 w 2915191"/>
                <a:gd name="connsiteY153" fmla="*/ 227232 h 413241"/>
                <a:gd name="connsiteX154" fmla="*/ 1501472 w 2915191"/>
                <a:gd name="connsiteY154" fmla="*/ 200005 h 413241"/>
                <a:gd name="connsiteX155" fmla="*/ 1511216 w 2915191"/>
                <a:gd name="connsiteY155" fmla="*/ 216572 h 413241"/>
                <a:gd name="connsiteX156" fmla="*/ 1520960 w 2915191"/>
                <a:gd name="connsiteY156" fmla="*/ 234450 h 413241"/>
                <a:gd name="connsiteX157" fmla="*/ 1530719 w 2915191"/>
                <a:gd name="connsiteY157" fmla="*/ 211712 h 413241"/>
                <a:gd name="connsiteX158" fmla="*/ 1540463 w 2915191"/>
                <a:gd name="connsiteY158" fmla="*/ 177523 h 413241"/>
                <a:gd name="connsiteX159" fmla="*/ 1550221 w 2915191"/>
                <a:gd name="connsiteY159" fmla="*/ 159811 h 413241"/>
                <a:gd name="connsiteX160" fmla="*/ 1559965 w 2915191"/>
                <a:gd name="connsiteY160" fmla="*/ 161509 h 413241"/>
                <a:gd name="connsiteX161" fmla="*/ 1569709 w 2915191"/>
                <a:gd name="connsiteY161" fmla="*/ 158188 h 413241"/>
                <a:gd name="connsiteX162" fmla="*/ 1579468 w 2915191"/>
                <a:gd name="connsiteY162" fmla="*/ 157753 h 413241"/>
                <a:gd name="connsiteX163" fmla="*/ 1589212 w 2915191"/>
                <a:gd name="connsiteY163" fmla="*/ 157184 h 413241"/>
                <a:gd name="connsiteX164" fmla="*/ 1598971 w 2915191"/>
                <a:gd name="connsiteY164" fmla="*/ 149310 h 413241"/>
                <a:gd name="connsiteX165" fmla="*/ 1608715 w 2915191"/>
                <a:gd name="connsiteY165" fmla="*/ 165237 h 413241"/>
                <a:gd name="connsiteX166" fmla="*/ 1618459 w 2915191"/>
                <a:gd name="connsiteY166" fmla="*/ 137036 h 413241"/>
                <a:gd name="connsiteX167" fmla="*/ 1628218 w 2915191"/>
                <a:gd name="connsiteY167" fmla="*/ 151944 h 413241"/>
                <a:gd name="connsiteX168" fmla="*/ 1637962 w 2915191"/>
                <a:gd name="connsiteY168" fmla="*/ 205843 h 413241"/>
                <a:gd name="connsiteX169" fmla="*/ 1647720 w 2915191"/>
                <a:gd name="connsiteY169" fmla="*/ 145036 h 413241"/>
                <a:gd name="connsiteX170" fmla="*/ 1657464 w 2915191"/>
                <a:gd name="connsiteY170" fmla="*/ 166368 h 413241"/>
                <a:gd name="connsiteX171" fmla="*/ 1667208 w 2915191"/>
                <a:gd name="connsiteY171" fmla="*/ 176587 h 413241"/>
                <a:gd name="connsiteX172" fmla="*/ 1676967 w 2915191"/>
                <a:gd name="connsiteY172" fmla="*/ 234444 h 413241"/>
                <a:gd name="connsiteX173" fmla="*/ 1686711 w 2915191"/>
                <a:gd name="connsiteY173" fmla="*/ 238527 h 413241"/>
                <a:gd name="connsiteX174" fmla="*/ 1696470 w 2915191"/>
                <a:gd name="connsiteY174" fmla="*/ 276430 h 413241"/>
                <a:gd name="connsiteX175" fmla="*/ 1706214 w 2915191"/>
                <a:gd name="connsiteY175" fmla="*/ 270490 h 413241"/>
                <a:gd name="connsiteX176" fmla="*/ 1715958 w 2915191"/>
                <a:gd name="connsiteY176" fmla="*/ 261382 h 413241"/>
                <a:gd name="connsiteX177" fmla="*/ 1725716 w 2915191"/>
                <a:gd name="connsiteY177" fmla="*/ 270782 h 413241"/>
                <a:gd name="connsiteX178" fmla="*/ 1735460 w 2915191"/>
                <a:gd name="connsiteY178" fmla="*/ 303641 h 413241"/>
                <a:gd name="connsiteX179" fmla="*/ 1745219 w 2915191"/>
                <a:gd name="connsiteY179" fmla="*/ 282175 h 413241"/>
                <a:gd name="connsiteX180" fmla="*/ 1754963 w 2915191"/>
                <a:gd name="connsiteY180" fmla="*/ 281413 h 413241"/>
                <a:gd name="connsiteX181" fmla="*/ 1764707 w 2915191"/>
                <a:gd name="connsiteY181" fmla="*/ 259537 h 413241"/>
                <a:gd name="connsiteX182" fmla="*/ 1774466 w 2915191"/>
                <a:gd name="connsiteY182" fmla="*/ 264968 h 413241"/>
                <a:gd name="connsiteX183" fmla="*/ 1784210 w 2915191"/>
                <a:gd name="connsiteY183" fmla="*/ 249813 h 413241"/>
                <a:gd name="connsiteX184" fmla="*/ 1793969 w 2915191"/>
                <a:gd name="connsiteY184" fmla="*/ 234947 h 413241"/>
                <a:gd name="connsiteX185" fmla="*/ 1803713 w 2915191"/>
                <a:gd name="connsiteY185" fmla="*/ 255194 h 413241"/>
                <a:gd name="connsiteX186" fmla="*/ 1813457 w 2915191"/>
                <a:gd name="connsiteY186" fmla="*/ 268438 h 413241"/>
                <a:gd name="connsiteX187" fmla="*/ 1823215 w 2915191"/>
                <a:gd name="connsiteY187" fmla="*/ 286634 h 413241"/>
                <a:gd name="connsiteX188" fmla="*/ 1832959 w 2915191"/>
                <a:gd name="connsiteY188" fmla="*/ 281083 h 413241"/>
                <a:gd name="connsiteX189" fmla="*/ 1842703 w 2915191"/>
                <a:gd name="connsiteY189" fmla="*/ 287385 h 413241"/>
                <a:gd name="connsiteX190" fmla="*/ 1852462 w 2915191"/>
                <a:gd name="connsiteY190" fmla="*/ 290253 h 413241"/>
                <a:gd name="connsiteX191" fmla="*/ 1862206 w 2915191"/>
                <a:gd name="connsiteY191" fmla="*/ 296405 h 413241"/>
                <a:gd name="connsiteX192" fmla="*/ 1871965 w 2915191"/>
                <a:gd name="connsiteY192" fmla="*/ 308582 h 413241"/>
                <a:gd name="connsiteX193" fmla="*/ 1881709 w 2915191"/>
                <a:gd name="connsiteY193" fmla="*/ 322792 h 413241"/>
                <a:gd name="connsiteX194" fmla="*/ 1891453 w 2915191"/>
                <a:gd name="connsiteY194" fmla="*/ 297010 h 413241"/>
                <a:gd name="connsiteX195" fmla="*/ 1901212 w 2915191"/>
                <a:gd name="connsiteY195" fmla="*/ 320735 h 413241"/>
                <a:gd name="connsiteX196" fmla="*/ 1910956 w 2915191"/>
                <a:gd name="connsiteY196" fmla="*/ 304951 h 413241"/>
                <a:gd name="connsiteX197" fmla="*/ 1920714 w 2915191"/>
                <a:gd name="connsiteY197" fmla="*/ 301076 h 413241"/>
                <a:gd name="connsiteX198" fmla="*/ 1930458 w 2915191"/>
                <a:gd name="connsiteY198" fmla="*/ 296497 h 413241"/>
                <a:gd name="connsiteX199" fmla="*/ 1940202 w 2915191"/>
                <a:gd name="connsiteY199" fmla="*/ 300077 h 413241"/>
                <a:gd name="connsiteX200" fmla="*/ 1949961 w 2915191"/>
                <a:gd name="connsiteY200" fmla="*/ 336988 h 413241"/>
                <a:gd name="connsiteX201" fmla="*/ 1959705 w 2915191"/>
                <a:gd name="connsiteY201" fmla="*/ 347504 h 413241"/>
                <a:gd name="connsiteX202" fmla="*/ 1969464 w 2915191"/>
                <a:gd name="connsiteY202" fmla="*/ 354967 h 413241"/>
                <a:gd name="connsiteX203" fmla="*/ 1979208 w 2915191"/>
                <a:gd name="connsiteY203" fmla="*/ 354238 h 413241"/>
                <a:gd name="connsiteX204" fmla="*/ 1988952 w 2915191"/>
                <a:gd name="connsiteY204" fmla="*/ 355952 h 413241"/>
                <a:gd name="connsiteX205" fmla="*/ 1998711 w 2915191"/>
                <a:gd name="connsiteY205" fmla="*/ 332952 h 413241"/>
                <a:gd name="connsiteX206" fmla="*/ 2008454 w 2915191"/>
                <a:gd name="connsiteY206" fmla="*/ 326848 h 413241"/>
                <a:gd name="connsiteX207" fmla="*/ 2018213 w 2915191"/>
                <a:gd name="connsiteY207" fmla="*/ 321404 h 413241"/>
                <a:gd name="connsiteX208" fmla="*/ 2027957 w 2915191"/>
                <a:gd name="connsiteY208" fmla="*/ 349137 h 413241"/>
                <a:gd name="connsiteX209" fmla="*/ 2037701 w 2915191"/>
                <a:gd name="connsiteY209" fmla="*/ 335743 h 413241"/>
                <a:gd name="connsiteX210" fmla="*/ 2047460 w 2915191"/>
                <a:gd name="connsiteY210" fmla="*/ 329978 h 413241"/>
                <a:gd name="connsiteX211" fmla="*/ 2057204 w 2915191"/>
                <a:gd name="connsiteY211" fmla="*/ 321079 h 413241"/>
                <a:gd name="connsiteX212" fmla="*/ 2066963 w 2915191"/>
                <a:gd name="connsiteY212" fmla="*/ 332374 h 413241"/>
                <a:gd name="connsiteX213" fmla="*/ 2076707 w 2915191"/>
                <a:gd name="connsiteY213" fmla="*/ 348806 h 413241"/>
                <a:gd name="connsiteX214" fmla="*/ 2086451 w 2915191"/>
                <a:gd name="connsiteY214" fmla="*/ 324114 h 413241"/>
                <a:gd name="connsiteX215" fmla="*/ 2096210 w 2915191"/>
                <a:gd name="connsiteY215" fmla="*/ 319221 h 413241"/>
                <a:gd name="connsiteX216" fmla="*/ 2105954 w 2915191"/>
                <a:gd name="connsiteY216" fmla="*/ 289779 h 413241"/>
                <a:gd name="connsiteX217" fmla="*/ 2115697 w 2915191"/>
                <a:gd name="connsiteY217" fmla="*/ 266081 h 413241"/>
                <a:gd name="connsiteX218" fmla="*/ 2125456 w 2915191"/>
                <a:gd name="connsiteY218" fmla="*/ 249506 h 413241"/>
                <a:gd name="connsiteX219" fmla="*/ 2135200 w 2915191"/>
                <a:gd name="connsiteY219" fmla="*/ 275260 h 413241"/>
                <a:gd name="connsiteX220" fmla="*/ 2144959 w 2915191"/>
                <a:gd name="connsiteY220" fmla="*/ 277558 h 413241"/>
                <a:gd name="connsiteX221" fmla="*/ 2154703 w 2915191"/>
                <a:gd name="connsiteY221" fmla="*/ 287859 h 413241"/>
                <a:gd name="connsiteX222" fmla="*/ 2164447 w 2915191"/>
                <a:gd name="connsiteY222" fmla="*/ 324993 h 413241"/>
                <a:gd name="connsiteX223" fmla="*/ 2174206 w 2915191"/>
                <a:gd name="connsiteY223" fmla="*/ 321127 h 413241"/>
                <a:gd name="connsiteX224" fmla="*/ 2183950 w 2915191"/>
                <a:gd name="connsiteY224" fmla="*/ 351646 h 413241"/>
                <a:gd name="connsiteX225" fmla="*/ 2193709 w 2915191"/>
                <a:gd name="connsiteY225" fmla="*/ 362264 h 413241"/>
                <a:gd name="connsiteX226" fmla="*/ 2203452 w 2915191"/>
                <a:gd name="connsiteY226" fmla="*/ 396191 h 413241"/>
                <a:gd name="connsiteX227" fmla="*/ 2213196 w 2915191"/>
                <a:gd name="connsiteY227" fmla="*/ 359061 h 413241"/>
                <a:gd name="connsiteX228" fmla="*/ 2222955 w 2915191"/>
                <a:gd name="connsiteY228" fmla="*/ 377993 h 413241"/>
                <a:gd name="connsiteX229" fmla="*/ 2232699 w 2915191"/>
                <a:gd name="connsiteY229" fmla="*/ 369884 h 413241"/>
                <a:gd name="connsiteX230" fmla="*/ 2242458 w 2915191"/>
                <a:gd name="connsiteY230" fmla="*/ 323034 h 413241"/>
                <a:gd name="connsiteX231" fmla="*/ 2252202 w 2915191"/>
                <a:gd name="connsiteY231" fmla="*/ 328357 h 413241"/>
                <a:gd name="connsiteX232" fmla="*/ 2261946 w 2915191"/>
                <a:gd name="connsiteY232" fmla="*/ 353589 h 413241"/>
                <a:gd name="connsiteX233" fmla="*/ 2271705 w 2915191"/>
                <a:gd name="connsiteY233" fmla="*/ 350512 h 413241"/>
                <a:gd name="connsiteX234" fmla="*/ 2281449 w 2915191"/>
                <a:gd name="connsiteY234" fmla="*/ 331450 h 413241"/>
                <a:gd name="connsiteX235" fmla="*/ 2291208 w 2915191"/>
                <a:gd name="connsiteY235" fmla="*/ 328220 h 413241"/>
                <a:gd name="connsiteX236" fmla="*/ 2300951 w 2915191"/>
                <a:gd name="connsiteY236" fmla="*/ 357166 h 413241"/>
                <a:gd name="connsiteX237" fmla="*/ 2310695 w 2915191"/>
                <a:gd name="connsiteY237" fmla="*/ 370542 h 413241"/>
                <a:gd name="connsiteX238" fmla="*/ 2320454 w 2915191"/>
                <a:gd name="connsiteY238" fmla="*/ 352870 h 413241"/>
                <a:gd name="connsiteX239" fmla="*/ 2330198 w 2915191"/>
                <a:gd name="connsiteY239" fmla="*/ 347271 h 413241"/>
                <a:gd name="connsiteX240" fmla="*/ 2339957 w 2915191"/>
                <a:gd name="connsiteY240" fmla="*/ 324992 h 413241"/>
                <a:gd name="connsiteX241" fmla="*/ 2349701 w 2915191"/>
                <a:gd name="connsiteY241" fmla="*/ 322117 h 413241"/>
                <a:gd name="connsiteX242" fmla="*/ 2359445 w 2915191"/>
                <a:gd name="connsiteY242" fmla="*/ 373406 h 413241"/>
                <a:gd name="connsiteX243" fmla="*/ 2369204 w 2915191"/>
                <a:gd name="connsiteY243" fmla="*/ 359018 h 413241"/>
                <a:gd name="connsiteX244" fmla="*/ 2378948 w 2915191"/>
                <a:gd name="connsiteY244" fmla="*/ 352954 h 413241"/>
                <a:gd name="connsiteX245" fmla="*/ 2388692 w 2915191"/>
                <a:gd name="connsiteY245" fmla="*/ 341202 h 413241"/>
                <a:gd name="connsiteX246" fmla="*/ 2398450 w 2915191"/>
                <a:gd name="connsiteY246" fmla="*/ 319124 h 413241"/>
                <a:gd name="connsiteX247" fmla="*/ 2408194 w 2915191"/>
                <a:gd name="connsiteY247" fmla="*/ 293808 h 413241"/>
                <a:gd name="connsiteX248" fmla="*/ 2417953 w 2915191"/>
                <a:gd name="connsiteY248" fmla="*/ 265968 h 413241"/>
                <a:gd name="connsiteX249" fmla="*/ 2427697 w 2915191"/>
                <a:gd name="connsiteY249" fmla="*/ 291858 h 413241"/>
                <a:gd name="connsiteX250" fmla="*/ 2437441 w 2915191"/>
                <a:gd name="connsiteY250" fmla="*/ 293558 h 413241"/>
                <a:gd name="connsiteX251" fmla="*/ 2447200 w 2915191"/>
                <a:gd name="connsiteY251" fmla="*/ 328375 h 413241"/>
                <a:gd name="connsiteX252" fmla="*/ 2456944 w 2915191"/>
                <a:gd name="connsiteY252" fmla="*/ 304161 h 413241"/>
                <a:gd name="connsiteX253" fmla="*/ 2466703 w 2915191"/>
                <a:gd name="connsiteY253" fmla="*/ 326385 h 413241"/>
                <a:gd name="connsiteX254" fmla="*/ 2476446 w 2915191"/>
                <a:gd name="connsiteY254" fmla="*/ 337583 h 413241"/>
                <a:gd name="connsiteX255" fmla="*/ 2486190 w 2915191"/>
                <a:gd name="connsiteY255" fmla="*/ 322119 h 413241"/>
                <a:gd name="connsiteX256" fmla="*/ 2495949 w 2915191"/>
                <a:gd name="connsiteY256" fmla="*/ 312251 h 413241"/>
                <a:gd name="connsiteX257" fmla="*/ 2505693 w 2915191"/>
                <a:gd name="connsiteY257" fmla="*/ 335001 h 413241"/>
                <a:gd name="connsiteX258" fmla="*/ 2515452 w 2915191"/>
                <a:gd name="connsiteY258" fmla="*/ 357902 h 413241"/>
                <a:gd name="connsiteX259" fmla="*/ 2525196 w 2915191"/>
                <a:gd name="connsiteY259" fmla="*/ 371429 h 413241"/>
                <a:gd name="connsiteX260" fmla="*/ 2534940 w 2915191"/>
                <a:gd name="connsiteY260" fmla="*/ 366297 h 413241"/>
                <a:gd name="connsiteX261" fmla="*/ 2544699 w 2915191"/>
                <a:gd name="connsiteY261" fmla="*/ 378012 h 413241"/>
                <a:gd name="connsiteX262" fmla="*/ 2554443 w 2915191"/>
                <a:gd name="connsiteY262" fmla="*/ 363422 h 413241"/>
                <a:gd name="connsiteX263" fmla="*/ 2564202 w 2915191"/>
                <a:gd name="connsiteY263" fmla="*/ 349593 h 413241"/>
                <a:gd name="connsiteX264" fmla="*/ 2573946 w 2915191"/>
                <a:gd name="connsiteY264" fmla="*/ 347024 h 413241"/>
                <a:gd name="connsiteX265" fmla="*/ 2583690 w 2915191"/>
                <a:gd name="connsiteY265" fmla="*/ 364945 h 413241"/>
                <a:gd name="connsiteX266" fmla="*/ 2593448 w 2915191"/>
                <a:gd name="connsiteY266" fmla="*/ 386740 h 413241"/>
                <a:gd name="connsiteX267" fmla="*/ 2603192 w 2915191"/>
                <a:gd name="connsiteY267" fmla="*/ 372616 h 413241"/>
                <a:gd name="connsiteX268" fmla="*/ 2612951 w 2915191"/>
                <a:gd name="connsiteY268" fmla="*/ 353072 h 413241"/>
                <a:gd name="connsiteX269" fmla="*/ 2622695 w 2915191"/>
                <a:gd name="connsiteY269" fmla="*/ 358274 h 413241"/>
                <a:gd name="connsiteX270" fmla="*/ 2632439 w 2915191"/>
                <a:gd name="connsiteY270" fmla="*/ 363879 h 413241"/>
                <a:gd name="connsiteX271" fmla="*/ 2642198 w 2915191"/>
                <a:gd name="connsiteY271" fmla="*/ 385884 h 413241"/>
                <a:gd name="connsiteX272" fmla="*/ 2651942 w 2915191"/>
                <a:gd name="connsiteY272" fmla="*/ 388413 h 413241"/>
                <a:gd name="connsiteX273" fmla="*/ 2661685 w 2915191"/>
                <a:gd name="connsiteY273" fmla="*/ 382288 h 413241"/>
                <a:gd name="connsiteX274" fmla="*/ 2671444 w 2915191"/>
                <a:gd name="connsiteY274" fmla="*/ 355819 h 413241"/>
                <a:gd name="connsiteX275" fmla="*/ 2681188 w 2915191"/>
                <a:gd name="connsiteY275" fmla="*/ 323627 h 413241"/>
                <a:gd name="connsiteX276" fmla="*/ 2690947 w 2915191"/>
                <a:gd name="connsiteY276" fmla="*/ 359355 h 413241"/>
                <a:gd name="connsiteX277" fmla="*/ 2700691 w 2915191"/>
                <a:gd name="connsiteY277" fmla="*/ 373303 h 413241"/>
                <a:gd name="connsiteX278" fmla="*/ 2710435 w 2915191"/>
                <a:gd name="connsiteY278" fmla="*/ 371514 h 413241"/>
                <a:gd name="connsiteX279" fmla="*/ 2720194 w 2915191"/>
                <a:gd name="connsiteY279" fmla="*/ 348128 h 413241"/>
                <a:gd name="connsiteX280" fmla="*/ 2729938 w 2915191"/>
                <a:gd name="connsiteY280" fmla="*/ 335482 h 413241"/>
                <a:gd name="connsiteX281" fmla="*/ 2739697 w 2915191"/>
                <a:gd name="connsiteY281" fmla="*/ 361849 h 413241"/>
                <a:gd name="connsiteX282" fmla="*/ 2749441 w 2915191"/>
                <a:gd name="connsiteY282" fmla="*/ 360463 h 413241"/>
                <a:gd name="connsiteX283" fmla="*/ 2759185 w 2915191"/>
                <a:gd name="connsiteY283" fmla="*/ 394465 h 413241"/>
                <a:gd name="connsiteX284" fmla="*/ 2768943 w 2915191"/>
                <a:gd name="connsiteY284" fmla="*/ 409581 h 413241"/>
                <a:gd name="connsiteX285" fmla="*/ 2778687 w 2915191"/>
                <a:gd name="connsiteY285" fmla="*/ 403761 h 413241"/>
                <a:gd name="connsiteX286" fmla="*/ 2788446 w 2915191"/>
                <a:gd name="connsiteY286" fmla="*/ 413241 h 413241"/>
                <a:gd name="connsiteX287" fmla="*/ 2798190 w 2915191"/>
                <a:gd name="connsiteY287" fmla="*/ 365293 h 413241"/>
                <a:gd name="connsiteX288" fmla="*/ 2807934 w 2915191"/>
                <a:gd name="connsiteY288" fmla="*/ 368584 h 413241"/>
                <a:gd name="connsiteX289" fmla="*/ 2817693 w 2915191"/>
                <a:gd name="connsiteY289" fmla="*/ 384878 h 413241"/>
                <a:gd name="connsiteX290" fmla="*/ 2827437 w 2915191"/>
                <a:gd name="connsiteY290" fmla="*/ 346933 h 413241"/>
                <a:gd name="connsiteX291" fmla="*/ 2837196 w 2915191"/>
                <a:gd name="connsiteY291" fmla="*/ 341230 h 413241"/>
                <a:gd name="connsiteX292" fmla="*/ 2846940 w 2915191"/>
                <a:gd name="connsiteY292" fmla="*/ 341237 h 413241"/>
                <a:gd name="connsiteX293" fmla="*/ 2856684 w 2915191"/>
                <a:gd name="connsiteY293" fmla="*/ 389047 h 413241"/>
                <a:gd name="connsiteX294" fmla="*/ 2866442 w 2915191"/>
                <a:gd name="connsiteY294" fmla="*/ 368830 h 413241"/>
                <a:gd name="connsiteX295" fmla="*/ 2876186 w 2915191"/>
                <a:gd name="connsiteY295" fmla="*/ 363167 h 413241"/>
                <a:gd name="connsiteX296" fmla="*/ 2885945 w 2915191"/>
                <a:gd name="connsiteY296" fmla="*/ 373360 h 413241"/>
                <a:gd name="connsiteX297" fmla="*/ 2895689 w 2915191"/>
                <a:gd name="connsiteY297" fmla="*/ 360876 h 413241"/>
                <a:gd name="connsiteX298" fmla="*/ 2905433 w 2915191"/>
                <a:gd name="connsiteY298" fmla="*/ 372694 h 413241"/>
                <a:gd name="connsiteX299" fmla="*/ 2915192 w 2915191"/>
                <a:gd name="connsiteY299" fmla="*/ 360189 h 4132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13241">
                  <a:moveTo>
                    <a:pt x="0" y="128480"/>
                  </a:moveTo>
                  <a:lnTo>
                    <a:pt x="9750" y="136148"/>
                  </a:lnTo>
                  <a:lnTo>
                    <a:pt x="19500" y="142548"/>
                  </a:lnTo>
                  <a:lnTo>
                    <a:pt x="29250" y="158040"/>
                  </a:lnTo>
                  <a:lnTo>
                    <a:pt x="39000" y="158805"/>
                  </a:lnTo>
                  <a:lnTo>
                    <a:pt x="48749" y="185603"/>
                  </a:lnTo>
                  <a:lnTo>
                    <a:pt x="58499" y="157292"/>
                  </a:lnTo>
                  <a:lnTo>
                    <a:pt x="68249" y="139143"/>
                  </a:lnTo>
                  <a:lnTo>
                    <a:pt x="77998" y="126321"/>
                  </a:lnTo>
                  <a:lnTo>
                    <a:pt x="87748" y="111473"/>
                  </a:lnTo>
                  <a:lnTo>
                    <a:pt x="97497" y="106902"/>
                  </a:lnTo>
                  <a:lnTo>
                    <a:pt x="107247" y="130451"/>
                  </a:lnTo>
                  <a:lnTo>
                    <a:pt x="116997" y="119143"/>
                  </a:lnTo>
                  <a:lnTo>
                    <a:pt x="126747" y="147245"/>
                  </a:lnTo>
                  <a:lnTo>
                    <a:pt x="136497" y="177801"/>
                  </a:lnTo>
                  <a:lnTo>
                    <a:pt x="146247" y="186698"/>
                  </a:lnTo>
                  <a:lnTo>
                    <a:pt x="155997" y="183937"/>
                  </a:lnTo>
                  <a:lnTo>
                    <a:pt x="165747" y="177104"/>
                  </a:lnTo>
                  <a:lnTo>
                    <a:pt x="175497" y="202196"/>
                  </a:lnTo>
                  <a:lnTo>
                    <a:pt x="185247" y="186356"/>
                  </a:lnTo>
                  <a:lnTo>
                    <a:pt x="194996" y="162751"/>
                  </a:lnTo>
                  <a:lnTo>
                    <a:pt x="204746" y="150508"/>
                  </a:lnTo>
                  <a:lnTo>
                    <a:pt x="214495" y="159647"/>
                  </a:lnTo>
                  <a:lnTo>
                    <a:pt x="224245" y="136375"/>
                  </a:lnTo>
                  <a:lnTo>
                    <a:pt x="233995" y="186392"/>
                  </a:lnTo>
                  <a:lnTo>
                    <a:pt x="243744" y="207601"/>
                  </a:lnTo>
                  <a:lnTo>
                    <a:pt x="253494" y="217924"/>
                  </a:lnTo>
                  <a:lnTo>
                    <a:pt x="263244" y="192681"/>
                  </a:lnTo>
                  <a:lnTo>
                    <a:pt x="272994" y="166444"/>
                  </a:lnTo>
                  <a:lnTo>
                    <a:pt x="282744" y="210645"/>
                  </a:lnTo>
                  <a:lnTo>
                    <a:pt x="292494" y="200493"/>
                  </a:lnTo>
                  <a:lnTo>
                    <a:pt x="302244" y="187395"/>
                  </a:lnTo>
                  <a:lnTo>
                    <a:pt x="311994" y="205742"/>
                  </a:lnTo>
                  <a:lnTo>
                    <a:pt x="321744" y="254683"/>
                  </a:lnTo>
                  <a:lnTo>
                    <a:pt x="331493" y="250674"/>
                  </a:lnTo>
                  <a:lnTo>
                    <a:pt x="341243" y="257074"/>
                  </a:lnTo>
                  <a:lnTo>
                    <a:pt x="350993" y="237423"/>
                  </a:lnTo>
                  <a:lnTo>
                    <a:pt x="360742" y="232144"/>
                  </a:lnTo>
                  <a:lnTo>
                    <a:pt x="370492" y="220900"/>
                  </a:lnTo>
                  <a:lnTo>
                    <a:pt x="380241" y="227571"/>
                  </a:lnTo>
                  <a:lnTo>
                    <a:pt x="389991" y="202599"/>
                  </a:lnTo>
                  <a:lnTo>
                    <a:pt x="399741" y="213595"/>
                  </a:lnTo>
                  <a:lnTo>
                    <a:pt x="409491" y="244492"/>
                  </a:lnTo>
                  <a:lnTo>
                    <a:pt x="419241" y="242926"/>
                  </a:lnTo>
                  <a:lnTo>
                    <a:pt x="428991" y="272468"/>
                  </a:lnTo>
                  <a:lnTo>
                    <a:pt x="438741" y="287951"/>
                  </a:lnTo>
                  <a:lnTo>
                    <a:pt x="448491" y="286831"/>
                  </a:lnTo>
                  <a:lnTo>
                    <a:pt x="458241" y="282528"/>
                  </a:lnTo>
                  <a:lnTo>
                    <a:pt x="467991" y="273200"/>
                  </a:lnTo>
                  <a:lnTo>
                    <a:pt x="477740" y="272905"/>
                  </a:lnTo>
                  <a:lnTo>
                    <a:pt x="487490" y="256088"/>
                  </a:lnTo>
                  <a:lnTo>
                    <a:pt x="497239" y="252849"/>
                  </a:lnTo>
                  <a:lnTo>
                    <a:pt x="506989" y="254074"/>
                  </a:lnTo>
                  <a:lnTo>
                    <a:pt x="516738" y="272812"/>
                  </a:lnTo>
                  <a:lnTo>
                    <a:pt x="526488" y="301640"/>
                  </a:lnTo>
                  <a:lnTo>
                    <a:pt x="536238" y="322640"/>
                  </a:lnTo>
                  <a:lnTo>
                    <a:pt x="545988" y="290801"/>
                  </a:lnTo>
                  <a:lnTo>
                    <a:pt x="555738" y="267431"/>
                  </a:lnTo>
                  <a:lnTo>
                    <a:pt x="565488" y="280579"/>
                  </a:lnTo>
                  <a:lnTo>
                    <a:pt x="575238" y="247704"/>
                  </a:lnTo>
                  <a:lnTo>
                    <a:pt x="584988" y="245169"/>
                  </a:lnTo>
                  <a:lnTo>
                    <a:pt x="594738" y="215928"/>
                  </a:lnTo>
                  <a:lnTo>
                    <a:pt x="604488" y="195504"/>
                  </a:lnTo>
                  <a:lnTo>
                    <a:pt x="614237" y="190163"/>
                  </a:lnTo>
                  <a:lnTo>
                    <a:pt x="623987" y="209279"/>
                  </a:lnTo>
                  <a:lnTo>
                    <a:pt x="633736" y="206820"/>
                  </a:lnTo>
                  <a:lnTo>
                    <a:pt x="643486" y="206631"/>
                  </a:lnTo>
                  <a:lnTo>
                    <a:pt x="653236" y="216944"/>
                  </a:lnTo>
                  <a:lnTo>
                    <a:pt x="662985" y="237670"/>
                  </a:lnTo>
                  <a:lnTo>
                    <a:pt x="672735" y="249287"/>
                  </a:lnTo>
                  <a:lnTo>
                    <a:pt x="682485" y="266869"/>
                  </a:lnTo>
                  <a:lnTo>
                    <a:pt x="692235" y="259145"/>
                  </a:lnTo>
                  <a:lnTo>
                    <a:pt x="701985" y="247387"/>
                  </a:lnTo>
                  <a:lnTo>
                    <a:pt x="711735" y="242470"/>
                  </a:lnTo>
                  <a:lnTo>
                    <a:pt x="721485" y="237214"/>
                  </a:lnTo>
                  <a:lnTo>
                    <a:pt x="731235" y="219215"/>
                  </a:lnTo>
                  <a:lnTo>
                    <a:pt x="740985" y="236277"/>
                  </a:lnTo>
                  <a:lnTo>
                    <a:pt x="750734" y="224249"/>
                  </a:lnTo>
                  <a:lnTo>
                    <a:pt x="760484" y="200016"/>
                  </a:lnTo>
                  <a:lnTo>
                    <a:pt x="770233" y="192690"/>
                  </a:lnTo>
                  <a:lnTo>
                    <a:pt x="779983" y="161867"/>
                  </a:lnTo>
                  <a:lnTo>
                    <a:pt x="789733" y="116422"/>
                  </a:lnTo>
                  <a:lnTo>
                    <a:pt x="799482" y="124399"/>
                  </a:lnTo>
                  <a:lnTo>
                    <a:pt x="809232" y="98961"/>
                  </a:lnTo>
                  <a:lnTo>
                    <a:pt x="818982" y="115726"/>
                  </a:lnTo>
                  <a:lnTo>
                    <a:pt x="828732" y="98585"/>
                  </a:lnTo>
                  <a:lnTo>
                    <a:pt x="838482" y="95359"/>
                  </a:lnTo>
                  <a:lnTo>
                    <a:pt x="848232" y="91933"/>
                  </a:lnTo>
                  <a:lnTo>
                    <a:pt x="857982" y="123060"/>
                  </a:lnTo>
                  <a:lnTo>
                    <a:pt x="867732" y="107076"/>
                  </a:lnTo>
                  <a:lnTo>
                    <a:pt x="877482" y="85499"/>
                  </a:lnTo>
                  <a:lnTo>
                    <a:pt x="887231" y="72640"/>
                  </a:lnTo>
                  <a:lnTo>
                    <a:pt x="896981" y="67816"/>
                  </a:lnTo>
                  <a:lnTo>
                    <a:pt x="906730" y="56043"/>
                  </a:lnTo>
                  <a:lnTo>
                    <a:pt x="916480" y="57696"/>
                  </a:lnTo>
                  <a:lnTo>
                    <a:pt x="926230" y="71000"/>
                  </a:lnTo>
                  <a:lnTo>
                    <a:pt x="935979" y="103369"/>
                  </a:lnTo>
                  <a:lnTo>
                    <a:pt x="945729" y="101998"/>
                  </a:lnTo>
                  <a:lnTo>
                    <a:pt x="955479" y="128399"/>
                  </a:lnTo>
                  <a:lnTo>
                    <a:pt x="965229" y="98682"/>
                  </a:lnTo>
                  <a:lnTo>
                    <a:pt x="974979" y="90981"/>
                  </a:lnTo>
                  <a:lnTo>
                    <a:pt x="984729" y="47106"/>
                  </a:lnTo>
                  <a:lnTo>
                    <a:pt x="994474" y="45634"/>
                  </a:lnTo>
                  <a:lnTo>
                    <a:pt x="1004233" y="44524"/>
                  </a:lnTo>
                  <a:lnTo>
                    <a:pt x="1013977" y="38891"/>
                  </a:lnTo>
                  <a:lnTo>
                    <a:pt x="1023721" y="26034"/>
                  </a:lnTo>
                  <a:lnTo>
                    <a:pt x="1033480" y="0"/>
                  </a:lnTo>
                  <a:lnTo>
                    <a:pt x="1043224" y="5045"/>
                  </a:lnTo>
                  <a:lnTo>
                    <a:pt x="1052983" y="30667"/>
                  </a:lnTo>
                  <a:lnTo>
                    <a:pt x="1062727" y="13804"/>
                  </a:lnTo>
                  <a:lnTo>
                    <a:pt x="1072471" y="67101"/>
                  </a:lnTo>
                  <a:lnTo>
                    <a:pt x="1082230" y="118438"/>
                  </a:lnTo>
                  <a:lnTo>
                    <a:pt x="1091973" y="140293"/>
                  </a:lnTo>
                  <a:lnTo>
                    <a:pt x="1101732" y="154650"/>
                  </a:lnTo>
                  <a:lnTo>
                    <a:pt x="1111476" y="133686"/>
                  </a:lnTo>
                  <a:lnTo>
                    <a:pt x="1121220" y="121792"/>
                  </a:lnTo>
                  <a:lnTo>
                    <a:pt x="1130979" y="112699"/>
                  </a:lnTo>
                  <a:lnTo>
                    <a:pt x="1140723" y="113809"/>
                  </a:lnTo>
                  <a:lnTo>
                    <a:pt x="1150482" y="129880"/>
                  </a:lnTo>
                  <a:lnTo>
                    <a:pt x="1160226" y="123767"/>
                  </a:lnTo>
                  <a:lnTo>
                    <a:pt x="1169969" y="104777"/>
                  </a:lnTo>
                  <a:lnTo>
                    <a:pt x="1179728" y="66452"/>
                  </a:lnTo>
                  <a:lnTo>
                    <a:pt x="1189472" y="68586"/>
                  </a:lnTo>
                  <a:lnTo>
                    <a:pt x="1199231" y="109719"/>
                  </a:lnTo>
                  <a:lnTo>
                    <a:pt x="1208975" y="148750"/>
                  </a:lnTo>
                  <a:lnTo>
                    <a:pt x="1218719" y="130234"/>
                  </a:lnTo>
                  <a:lnTo>
                    <a:pt x="1228478" y="144103"/>
                  </a:lnTo>
                  <a:lnTo>
                    <a:pt x="1238222" y="141028"/>
                  </a:lnTo>
                  <a:lnTo>
                    <a:pt x="1247966" y="125277"/>
                  </a:lnTo>
                  <a:lnTo>
                    <a:pt x="1257725" y="120195"/>
                  </a:lnTo>
                  <a:lnTo>
                    <a:pt x="1267469" y="112720"/>
                  </a:lnTo>
                  <a:lnTo>
                    <a:pt x="1277227" y="175224"/>
                  </a:lnTo>
                  <a:lnTo>
                    <a:pt x="1286971" y="158273"/>
                  </a:lnTo>
                  <a:lnTo>
                    <a:pt x="1296715" y="176692"/>
                  </a:lnTo>
                  <a:lnTo>
                    <a:pt x="1306474" y="178159"/>
                  </a:lnTo>
                  <a:lnTo>
                    <a:pt x="1316218" y="173239"/>
                  </a:lnTo>
                  <a:lnTo>
                    <a:pt x="1325977" y="152899"/>
                  </a:lnTo>
                  <a:lnTo>
                    <a:pt x="1335721" y="133996"/>
                  </a:lnTo>
                  <a:lnTo>
                    <a:pt x="1345465" y="146877"/>
                  </a:lnTo>
                  <a:lnTo>
                    <a:pt x="1355224" y="181824"/>
                  </a:lnTo>
                  <a:lnTo>
                    <a:pt x="1364967" y="169239"/>
                  </a:lnTo>
                  <a:lnTo>
                    <a:pt x="1374726" y="156408"/>
                  </a:lnTo>
                  <a:lnTo>
                    <a:pt x="1384470" y="178740"/>
                  </a:lnTo>
                  <a:lnTo>
                    <a:pt x="1394214" y="170216"/>
                  </a:lnTo>
                  <a:lnTo>
                    <a:pt x="1403973" y="157843"/>
                  </a:lnTo>
                  <a:lnTo>
                    <a:pt x="1413717" y="171624"/>
                  </a:lnTo>
                  <a:lnTo>
                    <a:pt x="1423476" y="153608"/>
                  </a:lnTo>
                  <a:lnTo>
                    <a:pt x="1433220" y="154087"/>
                  </a:lnTo>
                  <a:lnTo>
                    <a:pt x="1442964" y="174422"/>
                  </a:lnTo>
                  <a:lnTo>
                    <a:pt x="1452722" y="160507"/>
                  </a:lnTo>
                  <a:lnTo>
                    <a:pt x="1462466" y="191263"/>
                  </a:lnTo>
                  <a:lnTo>
                    <a:pt x="1472225" y="208864"/>
                  </a:lnTo>
                  <a:lnTo>
                    <a:pt x="1481969" y="188216"/>
                  </a:lnTo>
                  <a:lnTo>
                    <a:pt x="1491713" y="227232"/>
                  </a:lnTo>
                  <a:lnTo>
                    <a:pt x="1501472" y="200005"/>
                  </a:lnTo>
                  <a:lnTo>
                    <a:pt x="1511216" y="216572"/>
                  </a:lnTo>
                  <a:lnTo>
                    <a:pt x="1520960" y="234450"/>
                  </a:lnTo>
                  <a:lnTo>
                    <a:pt x="1530719" y="211712"/>
                  </a:lnTo>
                  <a:lnTo>
                    <a:pt x="1540463" y="177523"/>
                  </a:lnTo>
                  <a:lnTo>
                    <a:pt x="1550221" y="159811"/>
                  </a:lnTo>
                  <a:lnTo>
                    <a:pt x="1559965" y="161509"/>
                  </a:lnTo>
                  <a:lnTo>
                    <a:pt x="1569709" y="158188"/>
                  </a:lnTo>
                  <a:lnTo>
                    <a:pt x="1579468" y="157753"/>
                  </a:lnTo>
                  <a:lnTo>
                    <a:pt x="1589212" y="157184"/>
                  </a:lnTo>
                  <a:lnTo>
                    <a:pt x="1598971" y="149310"/>
                  </a:lnTo>
                  <a:lnTo>
                    <a:pt x="1608715" y="165237"/>
                  </a:lnTo>
                  <a:lnTo>
                    <a:pt x="1618459" y="137036"/>
                  </a:lnTo>
                  <a:lnTo>
                    <a:pt x="1628218" y="151944"/>
                  </a:lnTo>
                  <a:lnTo>
                    <a:pt x="1637962" y="205843"/>
                  </a:lnTo>
                  <a:lnTo>
                    <a:pt x="1647720" y="145036"/>
                  </a:lnTo>
                  <a:lnTo>
                    <a:pt x="1657464" y="166368"/>
                  </a:lnTo>
                  <a:lnTo>
                    <a:pt x="1667208" y="176587"/>
                  </a:lnTo>
                  <a:lnTo>
                    <a:pt x="1676967" y="234444"/>
                  </a:lnTo>
                  <a:lnTo>
                    <a:pt x="1686711" y="238527"/>
                  </a:lnTo>
                  <a:lnTo>
                    <a:pt x="1696470" y="276430"/>
                  </a:lnTo>
                  <a:lnTo>
                    <a:pt x="1706214" y="270490"/>
                  </a:lnTo>
                  <a:lnTo>
                    <a:pt x="1715958" y="261382"/>
                  </a:lnTo>
                  <a:lnTo>
                    <a:pt x="1725716" y="270782"/>
                  </a:lnTo>
                  <a:lnTo>
                    <a:pt x="1735460" y="303641"/>
                  </a:lnTo>
                  <a:lnTo>
                    <a:pt x="1745219" y="282175"/>
                  </a:lnTo>
                  <a:lnTo>
                    <a:pt x="1754963" y="281413"/>
                  </a:lnTo>
                  <a:lnTo>
                    <a:pt x="1764707" y="259537"/>
                  </a:lnTo>
                  <a:lnTo>
                    <a:pt x="1774466" y="264968"/>
                  </a:lnTo>
                  <a:lnTo>
                    <a:pt x="1784210" y="249813"/>
                  </a:lnTo>
                  <a:lnTo>
                    <a:pt x="1793969" y="234947"/>
                  </a:lnTo>
                  <a:lnTo>
                    <a:pt x="1803713" y="255194"/>
                  </a:lnTo>
                  <a:lnTo>
                    <a:pt x="1813457" y="268438"/>
                  </a:lnTo>
                  <a:lnTo>
                    <a:pt x="1823215" y="286634"/>
                  </a:lnTo>
                  <a:lnTo>
                    <a:pt x="1832959" y="281083"/>
                  </a:lnTo>
                  <a:lnTo>
                    <a:pt x="1842703" y="287385"/>
                  </a:lnTo>
                  <a:lnTo>
                    <a:pt x="1852462" y="290253"/>
                  </a:lnTo>
                  <a:lnTo>
                    <a:pt x="1862206" y="296405"/>
                  </a:lnTo>
                  <a:lnTo>
                    <a:pt x="1871965" y="308582"/>
                  </a:lnTo>
                  <a:lnTo>
                    <a:pt x="1881709" y="322792"/>
                  </a:lnTo>
                  <a:lnTo>
                    <a:pt x="1891453" y="297010"/>
                  </a:lnTo>
                  <a:lnTo>
                    <a:pt x="1901212" y="320735"/>
                  </a:lnTo>
                  <a:lnTo>
                    <a:pt x="1910956" y="304951"/>
                  </a:lnTo>
                  <a:lnTo>
                    <a:pt x="1920714" y="301076"/>
                  </a:lnTo>
                  <a:lnTo>
                    <a:pt x="1930458" y="296497"/>
                  </a:lnTo>
                  <a:lnTo>
                    <a:pt x="1940202" y="300077"/>
                  </a:lnTo>
                  <a:lnTo>
                    <a:pt x="1949961" y="336988"/>
                  </a:lnTo>
                  <a:lnTo>
                    <a:pt x="1959705" y="347504"/>
                  </a:lnTo>
                  <a:lnTo>
                    <a:pt x="1969464" y="354967"/>
                  </a:lnTo>
                  <a:lnTo>
                    <a:pt x="1979208" y="354238"/>
                  </a:lnTo>
                  <a:lnTo>
                    <a:pt x="1988952" y="355952"/>
                  </a:lnTo>
                  <a:lnTo>
                    <a:pt x="1998711" y="332952"/>
                  </a:lnTo>
                  <a:lnTo>
                    <a:pt x="2008454" y="326848"/>
                  </a:lnTo>
                  <a:lnTo>
                    <a:pt x="2018213" y="321404"/>
                  </a:lnTo>
                  <a:lnTo>
                    <a:pt x="2027957" y="349137"/>
                  </a:lnTo>
                  <a:lnTo>
                    <a:pt x="2037701" y="335743"/>
                  </a:lnTo>
                  <a:lnTo>
                    <a:pt x="2047460" y="329978"/>
                  </a:lnTo>
                  <a:lnTo>
                    <a:pt x="2057204" y="321079"/>
                  </a:lnTo>
                  <a:lnTo>
                    <a:pt x="2066963" y="332374"/>
                  </a:lnTo>
                  <a:lnTo>
                    <a:pt x="2076707" y="348806"/>
                  </a:lnTo>
                  <a:lnTo>
                    <a:pt x="2086451" y="324114"/>
                  </a:lnTo>
                  <a:lnTo>
                    <a:pt x="2096210" y="319221"/>
                  </a:lnTo>
                  <a:lnTo>
                    <a:pt x="2105954" y="289779"/>
                  </a:lnTo>
                  <a:lnTo>
                    <a:pt x="2115697" y="266081"/>
                  </a:lnTo>
                  <a:lnTo>
                    <a:pt x="2125456" y="249506"/>
                  </a:lnTo>
                  <a:lnTo>
                    <a:pt x="2135200" y="275260"/>
                  </a:lnTo>
                  <a:lnTo>
                    <a:pt x="2144959" y="277558"/>
                  </a:lnTo>
                  <a:lnTo>
                    <a:pt x="2154703" y="287859"/>
                  </a:lnTo>
                  <a:lnTo>
                    <a:pt x="2164447" y="324993"/>
                  </a:lnTo>
                  <a:lnTo>
                    <a:pt x="2174206" y="321127"/>
                  </a:lnTo>
                  <a:lnTo>
                    <a:pt x="2183950" y="351646"/>
                  </a:lnTo>
                  <a:lnTo>
                    <a:pt x="2193709" y="362264"/>
                  </a:lnTo>
                  <a:lnTo>
                    <a:pt x="2203452" y="396191"/>
                  </a:lnTo>
                  <a:lnTo>
                    <a:pt x="2213196" y="359061"/>
                  </a:lnTo>
                  <a:lnTo>
                    <a:pt x="2222955" y="377993"/>
                  </a:lnTo>
                  <a:lnTo>
                    <a:pt x="2232699" y="369884"/>
                  </a:lnTo>
                  <a:lnTo>
                    <a:pt x="2242458" y="323034"/>
                  </a:lnTo>
                  <a:lnTo>
                    <a:pt x="2252202" y="328357"/>
                  </a:lnTo>
                  <a:lnTo>
                    <a:pt x="2261946" y="353589"/>
                  </a:lnTo>
                  <a:lnTo>
                    <a:pt x="2271705" y="350512"/>
                  </a:lnTo>
                  <a:lnTo>
                    <a:pt x="2281449" y="331450"/>
                  </a:lnTo>
                  <a:lnTo>
                    <a:pt x="2291208" y="328220"/>
                  </a:lnTo>
                  <a:lnTo>
                    <a:pt x="2300951" y="357166"/>
                  </a:lnTo>
                  <a:lnTo>
                    <a:pt x="2310695" y="370542"/>
                  </a:lnTo>
                  <a:lnTo>
                    <a:pt x="2320454" y="352870"/>
                  </a:lnTo>
                  <a:lnTo>
                    <a:pt x="2330198" y="347271"/>
                  </a:lnTo>
                  <a:lnTo>
                    <a:pt x="2339957" y="324992"/>
                  </a:lnTo>
                  <a:lnTo>
                    <a:pt x="2349701" y="322117"/>
                  </a:lnTo>
                  <a:lnTo>
                    <a:pt x="2359445" y="373406"/>
                  </a:lnTo>
                  <a:lnTo>
                    <a:pt x="2369204" y="359018"/>
                  </a:lnTo>
                  <a:lnTo>
                    <a:pt x="2378948" y="352954"/>
                  </a:lnTo>
                  <a:lnTo>
                    <a:pt x="2388692" y="341202"/>
                  </a:lnTo>
                  <a:lnTo>
                    <a:pt x="2398450" y="319124"/>
                  </a:lnTo>
                  <a:lnTo>
                    <a:pt x="2408194" y="293808"/>
                  </a:lnTo>
                  <a:lnTo>
                    <a:pt x="2417953" y="265968"/>
                  </a:lnTo>
                  <a:lnTo>
                    <a:pt x="2427697" y="291858"/>
                  </a:lnTo>
                  <a:lnTo>
                    <a:pt x="2437441" y="293558"/>
                  </a:lnTo>
                  <a:lnTo>
                    <a:pt x="2447200" y="328375"/>
                  </a:lnTo>
                  <a:lnTo>
                    <a:pt x="2456944" y="304161"/>
                  </a:lnTo>
                  <a:lnTo>
                    <a:pt x="2466703" y="326385"/>
                  </a:lnTo>
                  <a:lnTo>
                    <a:pt x="2476446" y="337583"/>
                  </a:lnTo>
                  <a:lnTo>
                    <a:pt x="2486190" y="322119"/>
                  </a:lnTo>
                  <a:lnTo>
                    <a:pt x="2495949" y="312251"/>
                  </a:lnTo>
                  <a:lnTo>
                    <a:pt x="2505693" y="335001"/>
                  </a:lnTo>
                  <a:lnTo>
                    <a:pt x="2515452" y="357902"/>
                  </a:lnTo>
                  <a:lnTo>
                    <a:pt x="2525196" y="371429"/>
                  </a:lnTo>
                  <a:lnTo>
                    <a:pt x="2534940" y="366297"/>
                  </a:lnTo>
                  <a:lnTo>
                    <a:pt x="2544699" y="378012"/>
                  </a:lnTo>
                  <a:lnTo>
                    <a:pt x="2554443" y="363422"/>
                  </a:lnTo>
                  <a:lnTo>
                    <a:pt x="2564202" y="349593"/>
                  </a:lnTo>
                  <a:lnTo>
                    <a:pt x="2573946" y="347024"/>
                  </a:lnTo>
                  <a:lnTo>
                    <a:pt x="2583690" y="364945"/>
                  </a:lnTo>
                  <a:lnTo>
                    <a:pt x="2593448" y="386740"/>
                  </a:lnTo>
                  <a:lnTo>
                    <a:pt x="2603192" y="372616"/>
                  </a:lnTo>
                  <a:lnTo>
                    <a:pt x="2612951" y="353072"/>
                  </a:lnTo>
                  <a:lnTo>
                    <a:pt x="2622695" y="358274"/>
                  </a:lnTo>
                  <a:lnTo>
                    <a:pt x="2632439" y="363879"/>
                  </a:lnTo>
                  <a:lnTo>
                    <a:pt x="2642198" y="385884"/>
                  </a:lnTo>
                  <a:lnTo>
                    <a:pt x="2651942" y="388413"/>
                  </a:lnTo>
                  <a:lnTo>
                    <a:pt x="2661685" y="382288"/>
                  </a:lnTo>
                  <a:lnTo>
                    <a:pt x="2671444" y="355819"/>
                  </a:lnTo>
                  <a:lnTo>
                    <a:pt x="2681188" y="323627"/>
                  </a:lnTo>
                  <a:lnTo>
                    <a:pt x="2690947" y="359355"/>
                  </a:lnTo>
                  <a:lnTo>
                    <a:pt x="2700691" y="373303"/>
                  </a:lnTo>
                  <a:lnTo>
                    <a:pt x="2710435" y="371514"/>
                  </a:lnTo>
                  <a:lnTo>
                    <a:pt x="2720194" y="348128"/>
                  </a:lnTo>
                  <a:lnTo>
                    <a:pt x="2729938" y="335482"/>
                  </a:lnTo>
                  <a:lnTo>
                    <a:pt x="2739697" y="361849"/>
                  </a:lnTo>
                  <a:lnTo>
                    <a:pt x="2749441" y="360463"/>
                  </a:lnTo>
                  <a:lnTo>
                    <a:pt x="2759185" y="394465"/>
                  </a:lnTo>
                  <a:lnTo>
                    <a:pt x="2768943" y="409581"/>
                  </a:lnTo>
                  <a:lnTo>
                    <a:pt x="2778687" y="403761"/>
                  </a:lnTo>
                  <a:lnTo>
                    <a:pt x="2788446" y="413241"/>
                  </a:lnTo>
                  <a:lnTo>
                    <a:pt x="2798190" y="365293"/>
                  </a:lnTo>
                  <a:lnTo>
                    <a:pt x="2807934" y="368584"/>
                  </a:lnTo>
                  <a:lnTo>
                    <a:pt x="2817693" y="384878"/>
                  </a:lnTo>
                  <a:lnTo>
                    <a:pt x="2827437" y="346933"/>
                  </a:lnTo>
                  <a:lnTo>
                    <a:pt x="2837196" y="341230"/>
                  </a:lnTo>
                  <a:lnTo>
                    <a:pt x="2846940" y="341237"/>
                  </a:lnTo>
                  <a:lnTo>
                    <a:pt x="2856684" y="389047"/>
                  </a:lnTo>
                  <a:lnTo>
                    <a:pt x="2866442" y="368830"/>
                  </a:lnTo>
                  <a:lnTo>
                    <a:pt x="2876186" y="363167"/>
                  </a:lnTo>
                  <a:lnTo>
                    <a:pt x="2885945" y="373360"/>
                  </a:lnTo>
                  <a:lnTo>
                    <a:pt x="2895689" y="360876"/>
                  </a:lnTo>
                  <a:lnTo>
                    <a:pt x="2905433" y="372694"/>
                  </a:lnTo>
                  <a:lnTo>
                    <a:pt x="2915192" y="36018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7" name="Freeform 1096">
              <a:extLst>
                <a:ext uri="{FF2B5EF4-FFF2-40B4-BE49-F238E27FC236}">
                  <a16:creationId xmlns:a16="http://schemas.microsoft.com/office/drawing/2014/main" id="{BBD57EF9-63C7-771E-A5BC-2A2393B64FAA}"/>
                </a:ext>
              </a:extLst>
            </p:cNvPr>
            <p:cNvSpPr/>
            <p:nvPr/>
          </p:nvSpPr>
          <p:spPr>
            <a:xfrm>
              <a:off x="4426652" y="3523738"/>
              <a:ext cx="2915191" cy="414492"/>
            </a:xfrm>
            <a:custGeom>
              <a:avLst/>
              <a:gdLst>
                <a:gd name="connsiteX0" fmla="*/ 0 w 2915191"/>
                <a:gd name="connsiteY0" fmla="*/ 98734 h 414492"/>
                <a:gd name="connsiteX1" fmla="*/ 9750 w 2915191"/>
                <a:gd name="connsiteY1" fmla="*/ 103664 h 414492"/>
                <a:gd name="connsiteX2" fmla="*/ 19500 w 2915191"/>
                <a:gd name="connsiteY2" fmla="*/ 100251 h 414492"/>
                <a:gd name="connsiteX3" fmla="*/ 29250 w 2915191"/>
                <a:gd name="connsiteY3" fmla="*/ 131668 h 414492"/>
                <a:gd name="connsiteX4" fmla="*/ 39000 w 2915191"/>
                <a:gd name="connsiteY4" fmla="*/ 135977 h 414492"/>
                <a:gd name="connsiteX5" fmla="*/ 48749 w 2915191"/>
                <a:gd name="connsiteY5" fmla="*/ 97184 h 414492"/>
                <a:gd name="connsiteX6" fmla="*/ 58499 w 2915191"/>
                <a:gd name="connsiteY6" fmla="*/ 94589 h 414492"/>
                <a:gd name="connsiteX7" fmla="*/ 68249 w 2915191"/>
                <a:gd name="connsiteY7" fmla="*/ 77320 h 414492"/>
                <a:gd name="connsiteX8" fmla="*/ 77998 w 2915191"/>
                <a:gd name="connsiteY8" fmla="*/ 43200 h 414492"/>
                <a:gd name="connsiteX9" fmla="*/ 87748 w 2915191"/>
                <a:gd name="connsiteY9" fmla="*/ 41388 h 414492"/>
                <a:gd name="connsiteX10" fmla="*/ 97497 w 2915191"/>
                <a:gd name="connsiteY10" fmla="*/ 68890 h 414492"/>
                <a:gd name="connsiteX11" fmla="*/ 107247 w 2915191"/>
                <a:gd name="connsiteY11" fmla="*/ 79547 h 414492"/>
                <a:gd name="connsiteX12" fmla="*/ 116997 w 2915191"/>
                <a:gd name="connsiteY12" fmla="*/ 74391 h 414492"/>
                <a:gd name="connsiteX13" fmla="*/ 126747 w 2915191"/>
                <a:gd name="connsiteY13" fmla="*/ 53909 h 414492"/>
                <a:gd name="connsiteX14" fmla="*/ 136497 w 2915191"/>
                <a:gd name="connsiteY14" fmla="*/ 88135 h 414492"/>
                <a:gd name="connsiteX15" fmla="*/ 146247 w 2915191"/>
                <a:gd name="connsiteY15" fmla="*/ 104890 h 414492"/>
                <a:gd name="connsiteX16" fmla="*/ 155997 w 2915191"/>
                <a:gd name="connsiteY16" fmla="*/ 126504 h 414492"/>
                <a:gd name="connsiteX17" fmla="*/ 165747 w 2915191"/>
                <a:gd name="connsiteY17" fmla="*/ 94477 h 414492"/>
                <a:gd name="connsiteX18" fmla="*/ 175497 w 2915191"/>
                <a:gd name="connsiteY18" fmla="*/ 124365 h 414492"/>
                <a:gd name="connsiteX19" fmla="*/ 185247 w 2915191"/>
                <a:gd name="connsiteY19" fmla="*/ 91121 h 414492"/>
                <a:gd name="connsiteX20" fmla="*/ 194996 w 2915191"/>
                <a:gd name="connsiteY20" fmla="*/ 112359 h 414492"/>
                <a:gd name="connsiteX21" fmla="*/ 204746 w 2915191"/>
                <a:gd name="connsiteY21" fmla="*/ 115601 h 414492"/>
                <a:gd name="connsiteX22" fmla="*/ 214495 w 2915191"/>
                <a:gd name="connsiteY22" fmla="*/ 131984 h 414492"/>
                <a:gd name="connsiteX23" fmla="*/ 224245 w 2915191"/>
                <a:gd name="connsiteY23" fmla="*/ 100644 h 414492"/>
                <a:gd name="connsiteX24" fmla="*/ 233995 w 2915191"/>
                <a:gd name="connsiteY24" fmla="*/ 122233 h 414492"/>
                <a:gd name="connsiteX25" fmla="*/ 243744 w 2915191"/>
                <a:gd name="connsiteY25" fmla="*/ 101487 h 414492"/>
                <a:gd name="connsiteX26" fmla="*/ 253494 w 2915191"/>
                <a:gd name="connsiteY26" fmla="*/ 115528 h 414492"/>
                <a:gd name="connsiteX27" fmla="*/ 263244 w 2915191"/>
                <a:gd name="connsiteY27" fmla="*/ 105164 h 414492"/>
                <a:gd name="connsiteX28" fmla="*/ 272994 w 2915191"/>
                <a:gd name="connsiteY28" fmla="*/ 93694 h 414492"/>
                <a:gd name="connsiteX29" fmla="*/ 282744 w 2915191"/>
                <a:gd name="connsiteY29" fmla="*/ 60155 h 414492"/>
                <a:gd name="connsiteX30" fmla="*/ 292494 w 2915191"/>
                <a:gd name="connsiteY30" fmla="*/ 69136 h 414492"/>
                <a:gd name="connsiteX31" fmla="*/ 302244 w 2915191"/>
                <a:gd name="connsiteY31" fmla="*/ 27819 h 414492"/>
                <a:gd name="connsiteX32" fmla="*/ 311994 w 2915191"/>
                <a:gd name="connsiteY32" fmla="*/ 23487 h 414492"/>
                <a:gd name="connsiteX33" fmla="*/ 321744 w 2915191"/>
                <a:gd name="connsiteY33" fmla="*/ 33238 h 414492"/>
                <a:gd name="connsiteX34" fmla="*/ 331493 w 2915191"/>
                <a:gd name="connsiteY34" fmla="*/ 17325 h 414492"/>
                <a:gd name="connsiteX35" fmla="*/ 341243 w 2915191"/>
                <a:gd name="connsiteY35" fmla="*/ 16143 h 414492"/>
                <a:gd name="connsiteX36" fmla="*/ 350993 w 2915191"/>
                <a:gd name="connsiteY36" fmla="*/ 15142 h 414492"/>
                <a:gd name="connsiteX37" fmla="*/ 360742 w 2915191"/>
                <a:gd name="connsiteY37" fmla="*/ 0 h 414492"/>
                <a:gd name="connsiteX38" fmla="*/ 370492 w 2915191"/>
                <a:gd name="connsiteY38" fmla="*/ 7488 h 414492"/>
                <a:gd name="connsiteX39" fmla="*/ 380241 w 2915191"/>
                <a:gd name="connsiteY39" fmla="*/ 32740 h 414492"/>
                <a:gd name="connsiteX40" fmla="*/ 389991 w 2915191"/>
                <a:gd name="connsiteY40" fmla="*/ 33999 h 414492"/>
                <a:gd name="connsiteX41" fmla="*/ 399741 w 2915191"/>
                <a:gd name="connsiteY41" fmla="*/ 7230 h 414492"/>
                <a:gd name="connsiteX42" fmla="*/ 409491 w 2915191"/>
                <a:gd name="connsiteY42" fmla="*/ 9878 h 414492"/>
                <a:gd name="connsiteX43" fmla="*/ 419241 w 2915191"/>
                <a:gd name="connsiteY43" fmla="*/ 33649 h 414492"/>
                <a:gd name="connsiteX44" fmla="*/ 428991 w 2915191"/>
                <a:gd name="connsiteY44" fmla="*/ 44539 h 414492"/>
                <a:gd name="connsiteX45" fmla="*/ 438741 w 2915191"/>
                <a:gd name="connsiteY45" fmla="*/ 40194 h 414492"/>
                <a:gd name="connsiteX46" fmla="*/ 448491 w 2915191"/>
                <a:gd name="connsiteY46" fmla="*/ 18297 h 414492"/>
                <a:gd name="connsiteX47" fmla="*/ 458241 w 2915191"/>
                <a:gd name="connsiteY47" fmla="*/ 38596 h 414492"/>
                <a:gd name="connsiteX48" fmla="*/ 467991 w 2915191"/>
                <a:gd name="connsiteY48" fmla="*/ 61360 h 414492"/>
                <a:gd name="connsiteX49" fmla="*/ 477740 w 2915191"/>
                <a:gd name="connsiteY49" fmla="*/ 80426 h 414492"/>
                <a:gd name="connsiteX50" fmla="*/ 487490 w 2915191"/>
                <a:gd name="connsiteY50" fmla="*/ 56556 h 414492"/>
                <a:gd name="connsiteX51" fmla="*/ 497239 w 2915191"/>
                <a:gd name="connsiteY51" fmla="*/ 55616 h 414492"/>
                <a:gd name="connsiteX52" fmla="*/ 506989 w 2915191"/>
                <a:gd name="connsiteY52" fmla="*/ 45774 h 414492"/>
                <a:gd name="connsiteX53" fmla="*/ 516738 w 2915191"/>
                <a:gd name="connsiteY53" fmla="*/ 54550 h 414492"/>
                <a:gd name="connsiteX54" fmla="*/ 526488 w 2915191"/>
                <a:gd name="connsiteY54" fmla="*/ 70413 h 414492"/>
                <a:gd name="connsiteX55" fmla="*/ 536238 w 2915191"/>
                <a:gd name="connsiteY55" fmla="*/ 110968 h 414492"/>
                <a:gd name="connsiteX56" fmla="*/ 545988 w 2915191"/>
                <a:gd name="connsiteY56" fmla="*/ 158042 h 414492"/>
                <a:gd name="connsiteX57" fmla="*/ 555738 w 2915191"/>
                <a:gd name="connsiteY57" fmla="*/ 132005 h 414492"/>
                <a:gd name="connsiteX58" fmla="*/ 565488 w 2915191"/>
                <a:gd name="connsiteY58" fmla="*/ 144221 h 414492"/>
                <a:gd name="connsiteX59" fmla="*/ 575238 w 2915191"/>
                <a:gd name="connsiteY59" fmla="*/ 157348 h 414492"/>
                <a:gd name="connsiteX60" fmla="*/ 584988 w 2915191"/>
                <a:gd name="connsiteY60" fmla="*/ 139962 h 414492"/>
                <a:gd name="connsiteX61" fmla="*/ 594738 w 2915191"/>
                <a:gd name="connsiteY61" fmla="*/ 162701 h 414492"/>
                <a:gd name="connsiteX62" fmla="*/ 604488 w 2915191"/>
                <a:gd name="connsiteY62" fmla="*/ 193535 h 414492"/>
                <a:gd name="connsiteX63" fmla="*/ 614237 w 2915191"/>
                <a:gd name="connsiteY63" fmla="*/ 158911 h 414492"/>
                <a:gd name="connsiteX64" fmla="*/ 623987 w 2915191"/>
                <a:gd name="connsiteY64" fmla="*/ 168309 h 414492"/>
                <a:gd name="connsiteX65" fmla="*/ 633736 w 2915191"/>
                <a:gd name="connsiteY65" fmla="*/ 214962 h 414492"/>
                <a:gd name="connsiteX66" fmla="*/ 643486 w 2915191"/>
                <a:gd name="connsiteY66" fmla="*/ 210987 h 414492"/>
                <a:gd name="connsiteX67" fmla="*/ 653236 w 2915191"/>
                <a:gd name="connsiteY67" fmla="*/ 189253 h 414492"/>
                <a:gd name="connsiteX68" fmla="*/ 662985 w 2915191"/>
                <a:gd name="connsiteY68" fmla="*/ 207033 h 414492"/>
                <a:gd name="connsiteX69" fmla="*/ 672735 w 2915191"/>
                <a:gd name="connsiteY69" fmla="*/ 171280 h 414492"/>
                <a:gd name="connsiteX70" fmla="*/ 682485 w 2915191"/>
                <a:gd name="connsiteY70" fmla="*/ 185373 h 414492"/>
                <a:gd name="connsiteX71" fmla="*/ 692235 w 2915191"/>
                <a:gd name="connsiteY71" fmla="*/ 213852 h 414492"/>
                <a:gd name="connsiteX72" fmla="*/ 701985 w 2915191"/>
                <a:gd name="connsiteY72" fmla="*/ 217427 h 414492"/>
                <a:gd name="connsiteX73" fmla="*/ 711735 w 2915191"/>
                <a:gd name="connsiteY73" fmla="*/ 220137 h 414492"/>
                <a:gd name="connsiteX74" fmla="*/ 721485 w 2915191"/>
                <a:gd name="connsiteY74" fmla="*/ 253978 h 414492"/>
                <a:gd name="connsiteX75" fmla="*/ 731235 w 2915191"/>
                <a:gd name="connsiteY75" fmla="*/ 296589 h 414492"/>
                <a:gd name="connsiteX76" fmla="*/ 740985 w 2915191"/>
                <a:gd name="connsiteY76" fmla="*/ 304787 h 414492"/>
                <a:gd name="connsiteX77" fmla="*/ 750734 w 2915191"/>
                <a:gd name="connsiteY77" fmla="*/ 277471 h 414492"/>
                <a:gd name="connsiteX78" fmla="*/ 760484 w 2915191"/>
                <a:gd name="connsiteY78" fmla="*/ 290432 h 414492"/>
                <a:gd name="connsiteX79" fmla="*/ 770233 w 2915191"/>
                <a:gd name="connsiteY79" fmla="*/ 294064 h 414492"/>
                <a:gd name="connsiteX80" fmla="*/ 779983 w 2915191"/>
                <a:gd name="connsiteY80" fmla="*/ 314284 h 414492"/>
                <a:gd name="connsiteX81" fmla="*/ 789733 w 2915191"/>
                <a:gd name="connsiteY81" fmla="*/ 337370 h 414492"/>
                <a:gd name="connsiteX82" fmla="*/ 799482 w 2915191"/>
                <a:gd name="connsiteY82" fmla="*/ 334792 h 414492"/>
                <a:gd name="connsiteX83" fmla="*/ 809232 w 2915191"/>
                <a:gd name="connsiteY83" fmla="*/ 313632 h 414492"/>
                <a:gd name="connsiteX84" fmla="*/ 818982 w 2915191"/>
                <a:gd name="connsiteY84" fmla="*/ 308306 h 414492"/>
                <a:gd name="connsiteX85" fmla="*/ 828732 w 2915191"/>
                <a:gd name="connsiteY85" fmla="*/ 338293 h 414492"/>
                <a:gd name="connsiteX86" fmla="*/ 838482 w 2915191"/>
                <a:gd name="connsiteY86" fmla="*/ 347626 h 414492"/>
                <a:gd name="connsiteX87" fmla="*/ 848232 w 2915191"/>
                <a:gd name="connsiteY87" fmla="*/ 313019 h 414492"/>
                <a:gd name="connsiteX88" fmla="*/ 857982 w 2915191"/>
                <a:gd name="connsiteY88" fmla="*/ 297078 h 414492"/>
                <a:gd name="connsiteX89" fmla="*/ 867732 w 2915191"/>
                <a:gd name="connsiteY89" fmla="*/ 270285 h 414492"/>
                <a:gd name="connsiteX90" fmla="*/ 877482 w 2915191"/>
                <a:gd name="connsiteY90" fmla="*/ 258771 h 414492"/>
                <a:gd name="connsiteX91" fmla="*/ 887231 w 2915191"/>
                <a:gd name="connsiteY91" fmla="*/ 256668 h 414492"/>
                <a:gd name="connsiteX92" fmla="*/ 896981 w 2915191"/>
                <a:gd name="connsiteY92" fmla="*/ 250158 h 414492"/>
                <a:gd name="connsiteX93" fmla="*/ 906730 w 2915191"/>
                <a:gd name="connsiteY93" fmla="*/ 235508 h 414492"/>
                <a:gd name="connsiteX94" fmla="*/ 916480 w 2915191"/>
                <a:gd name="connsiteY94" fmla="*/ 253651 h 414492"/>
                <a:gd name="connsiteX95" fmla="*/ 926230 w 2915191"/>
                <a:gd name="connsiteY95" fmla="*/ 206017 h 414492"/>
                <a:gd name="connsiteX96" fmla="*/ 935979 w 2915191"/>
                <a:gd name="connsiteY96" fmla="*/ 225880 h 414492"/>
                <a:gd name="connsiteX97" fmla="*/ 945729 w 2915191"/>
                <a:gd name="connsiteY97" fmla="*/ 237105 h 414492"/>
                <a:gd name="connsiteX98" fmla="*/ 955479 w 2915191"/>
                <a:gd name="connsiteY98" fmla="*/ 263882 h 414492"/>
                <a:gd name="connsiteX99" fmla="*/ 965229 w 2915191"/>
                <a:gd name="connsiteY99" fmla="*/ 222033 h 414492"/>
                <a:gd name="connsiteX100" fmla="*/ 974979 w 2915191"/>
                <a:gd name="connsiteY100" fmla="*/ 228327 h 414492"/>
                <a:gd name="connsiteX101" fmla="*/ 984729 w 2915191"/>
                <a:gd name="connsiteY101" fmla="*/ 235900 h 414492"/>
                <a:gd name="connsiteX102" fmla="*/ 994474 w 2915191"/>
                <a:gd name="connsiteY102" fmla="*/ 246639 h 414492"/>
                <a:gd name="connsiteX103" fmla="*/ 1004233 w 2915191"/>
                <a:gd name="connsiteY103" fmla="*/ 248914 h 414492"/>
                <a:gd name="connsiteX104" fmla="*/ 1013977 w 2915191"/>
                <a:gd name="connsiteY104" fmla="*/ 252658 h 414492"/>
                <a:gd name="connsiteX105" fmla="*/ 1023721 w 2915191"/>
                <a:gd name="connsiteY105" fmla="*/ 229931 h 414492"/>
                <a:gd name="connsiteX106" fmla="*/ 1033480 w 2915191"/>
                <a:gd name="connsiteY106" fmla="*/ 258691 h 414492"/>
                <a:gd name="connsiteX107" fmla="*/ 1043224 w 2915191"/>
                <a:gd name="connsiteY107" fmla="*/ 257705 h 414492"/>
                <a:gd name="connsiteX108" fmla="*/ 1052983 w 2915191"/>
                <a:gd name="connsiteY108" fmla="*/ 281933 h 414492"/>
                <a:gd name="connsiteX109" fmla="*/ 1062727 w 2915191"/>
                <a:gd name="connsiteY109" fmla="*/ 293690 h 414492"/>
                <a:gd name="connsiteX110" fmla="*/ 1072471 w 2915191"/>
                <a:gd name="connsiteY110" fmla="*/ 311016 h 414492"/>
                <a:gd name="connsiteX111" fmla="*/ 1082230 w 2915191"/>
                <a:gd name="connsiteY111" fmla="*/ 329354 h 414492"/>
                <a:gd name="connsiteX112" fmla="*/ 1091973 w 2915191"/>
                <a:gd name="connsiteY112" fmla="*/ 317908 h 414492"/>
                <a:gd name="connsiteX113" fmla="*/ 1101732 w 2915191"/>
                <a:gd name="connsiteY113" fmla="*/ 295676 h 414492"/>
                <a:gd name="connsiteX114" fmla="*/ 1111476 w 2915191"/>
                <a:gd name="connsiteY114" fmla="*/ 280311 h 414492"/>
                <a:gd name="connsiteX115" fmla="*/ 1121220 w 2915191"/>
                <a:gd name="connsiteY115" fmla="*/ 269338 h 414492"/>
                <a:gd name="connsiteX116" fmla="*/ 1130979 w 2915191"/>
                <a:gd name="connsiteY116" fmla="*/ 279490 h 414492"/>
                <a:gd name="connsiteX117" fmla="*/ 1140723 w 2915191"/>
                <a:gd name="connsiteY117" fmla="*/ 298357 h 414492"/>
                <a:gd name="connsiteX118" fmla="*/ 1150482 w 2915191"/>
                <a:gd name="connsiteY118" fmla="*/ 309480 h 414492"/>
                <a:gd name="connsiteX119" fmla="*/ 1160226 w 2915191"/>
                <a:gd name="connsiteY119" fmla="*/ 300778 h 414492"/>
                <a:gd name="connsiteX120" fmla="*/ 1169969 w 2915191"/>
                <a:gd name="connsiteY120" fmla="*/ 303285 h 414492"/>
                <a:gd name="connsiteX121" fmla="*/ 1179728 w 2915191"/>
                <a:gd name="connsiteY121" fmla="*/ 297764 h 414492"/>
                <a:gd name="connsiteX122" fmla="*/ 1189472 w 2915191"/>
                <a:gd name="connsiteY122" fmla="*/ 271272 h 414492"/>
                <a:gd name="connsiteX123" fmla="*/ 1199231 w 2915191"/>
                <a:gd name="connsiteY123" fmla="*/ 275043 h 414492"/>
                <a:gd name="connsiteX124" fmla="*/ 1208975 w 2915191"/>
                <a:gd name="connsiteY124" fmla="*/ 273328 h 414492"/>
                <a:gd name="connsiteX125" fmla="*/ 1218719 w 2915191"/>
                <a:gd name="connsiteY125" fmla="*/ 267997 h 414492"/>
                <a:gd name="connsiteX126" fmla="*/ 1228478 w 2915191"/>
                <a:gd name="connsiteY126" fmla="*/ 247414 h 414492"/>
                <a:gd name="connsiteX127" fmla="*/ 1238222 w 2915191"/>
                <a:gd name="connsiteY127" fmla="*/ 239519 h 414492"/>
                <a:gd name="connsiteX128" fmla="*/ 1247966 w 2915191"/>
                <a:gd name="connsiteY128" fmla="*/ 259855 h 414492"/>
                <a:gd name="connsiteX129" fmla="*/ 1257725 w 2915191"/>
                <a:gd name="connsiteY129" fmla="*/ 232219 h 414492"/>
                <a:gd name="connsiteX130" fmla="*/ 1267469 w 2915191"/>
                <a:gd name="connsiteY130" fmla="*/ 217503 h 414492"/>
                <a:gd name="connsiteX131" fmla="*/ 1277227 w 2915191"/>
                <a:gd name="connsiteY131" fmla="*/ 225320 h 414492"/>
                <a:gd name="connsiteX132" fmla="*/ 1286971 w 2915191"/>
                <a:gd name="connsiteY132" fmla="*/ 225186 h 414492"/>
                <a:gd name="connsiteX133" fmla="*/ 1296715 w 2915191"/>
                <a:gd name="connsiteY133" fmla="*/ 223841 h 414492"/>
                <a:gd name="connsiteX134" fmla="*/ 1306474 w 2915191"/>
                <a:gd name="connsiteY134" fmla="*/ 251948 h 414492"/>
                <a:gd name="connsiteX135" fmla="*/ 1316218 w 2915191"/>
                <a:gd name="connsiteY135" fmla="*/ 280587 h 414492"/>
                <a:gd name="connsiteX136" fmla="*/ 1325977 w 2915191"/>
                <a:gd name="connsiteY136" fmla="*/ 278021 h 414492"/>
                <a:gd name="connsiteX137" fmla="*/ 1335721 w 2915191"/>
                <a:gd name="connsiteY137" fmla="*/ 256656 h 414492"/>
                <a:gd name="connsiteX138" fmla="*/ 1345465 w 2915191"/>
                <a:gd name="connsiteY138" fmla="*/ 259728 h 414492"/>
                <a:gd name="connsiteX139" fmla="*/ 1355224 w 2915191"/>
                <a:gd name="connsiteY139" fmla="*/ 265351 h 414492"/>
                <a:gd name="connsiteX140" fmla="*/ 1364967 w 2915191"/>
                <a:gd name="connsiteY140" fmla="*/ 233945 h 414492"/>
                <a:gd name="connsiteX141" fmla="*/ 1374726 w 2915191"/>
                <a:gd name="connsiteY141" fmla="*/ 243153 h 414492"/>
                <a:gd name="connsiteX142" fmla="*/ 1384470 w 2915191"/>
                <a:gd name="connsiteY142" fmla="*/ 241109 h 414492"/>
                <a:gd name="connsiteX143" fmla="*/ 1394214 w 2915191"/>
                <a:gd name="connsiteY143" fmla="*/ 217564 h 414492"/>
                <a:gd name="connsiteX144" fmla="*/ 1403973 w 2915191"/>
                <a:gd name="connsiteY144" fmla="*/ 217904 h 414492"/>
                <a:gd name="connsiteX145" fmla="*/ 1413717 w 2915191"/>
                <a:gd name="connsiteY145" fmla="*/ 198180 h 414492"/>
                <a:gd name="connsiteX146" fmla="*/ 1423476 w 2915191"/>
                <a:gd name="connsiteY146" fmla="*/ 208443 h 414492"/>
                <a:gd name="connsiteX147" fmla="*/ 1433220 w 2915191"/>
                <a:gd name="connsiteY147" fmla="*/ 211627 h 414492"/>
                <a:gd name="connsiteX148" fmla="*/ 1442964 w 2915191"/>
                <a:gd name="connsiteY148" fmla="*/ 220968 h 414492"/>
                <a:gd name="connsiteX149" fmla="*/ 1452722 w 2915191"/>
                <a:gd name="connsiteY149" fmla="*/ 231369 h 414492"/>
                <a:gd name="connsiteX150" fmla="*/ 1462466 w 2915191"/>
                <a:gd name="connsiteY150" fmla="*/ 220992 h 414492"/>
                <a:gd name="connsiteX151" fmla="*/ 1472225 w 2915191"/>
                <a:gd name="connsiteY151" fmla="*/ 244041 h 414492"/>
                <a:gd name="connsiteX152" fmla="*/ 1481969 w 2915191"/>
                <a:gd name="connsiteY152" fmla="*/ 240511 h 414492"/>
                <a:gd name="connsiteX153" fmla="*/ 1491713 w 2915191"/>
                <a:gd name="connsiteY153" fmla="*/ 208131 h 414492"/>
                <a:gd name="connsiteX154" fmla="*/ 1501472 w 2915191"/>
                <a:gd name="connsiteY154" fmla="*/ 209296 h 414492"/>
                <a:gd name="connsiteX155" fmla="*/ 1511216 w 2915191"/>
                <a:gd name="connsiteY155" fmla="*/ 176469 h 414492"/>
                <a:gd name="connsiteX156" fmla="*/ 1520960 w 2915191"/>
                <a:gd name="connsiteY156" fmla="*/ 197777 h 414492"/>
                <a:gd name="connsiteX157" fmla="*/ 1530719 w 2915191"/>
                <a:gd name="connsiteY157" fmla="*/ 194265 h 414492"/>
                <a:gd name="connsiteX158" fmla="*/ 1540463 w 2915191"/>
                <a:gd name="connsiteY158" fmla="*/ 176052 h 414492"/>
                <a:gd name="connsiteX159" fmla="*/ 1550221 w 2915191"/>
                <a:gd name="connsiteY159" fmla="*/ 163133 h 414492"/>
                <a:gd name="connsiteX160" fmla="*/ 1559965 w 2915191"/>
                <a:gd name="connsiteY160" fmla="*/ 168862 h 414492"/>
                <a:gd name="connsiteX161" fmla="*/ 1569709 w 2915191"/>
                <a:gd name="connsiteY161" fmla="*/ 182454 h 414492"/>
                <a:gd name="connsiteX162" fmla="*/ 1579468 w 2915191"/>
                <a:gd name="connsiteY162" fmla="*/ 196346 h 414492"/>
                <a:gd name="connsiteX163" fmla="*/ 1589212 w 2915191"/>
                <a:gd name="connsiteY163" fmla="*/ 211448 h 414492"/>
                <a:gd name="connsiteX164" fmla="*/ 1598971 w 2915191"/>
                <a:gd name="connsiteY164" fmla="*/ 222661 h 414492"/>
                <a:gd name="connsiteX165" fmla="*/ 1608715 w 2915191"/>
                <a:gd name="connsiteY165" fmla="*/ 193217 h 414492"/>
                <a:gd name="connsiteX166" fmla="*/ 1618459 w 2915191"/>
                <a:gd name="connsiteY166" fmla="*/ 199155 h 414492"/>
                <a:gd name="connsiteX167" fmla="*/ 1628218 w 2915191"/>
                <a:gd name="connsiteY167" fmla="*/ 200665 h 414492"/>
                <a:gd name="connsiteX168" fmla="*/ 1637962 w 2915191"/>
                <a:gd name="connsiteY168" fmla="*/ 189871 h 414492"/>
                <a:gd name="connsiteX169" fmla="*/ 1647720 w 2915191"/>
                <a:gd name="connsiteY169" fmla="*/ 228376 h 414492"/>
                <a:gd name="connsiteX170" fmla="*/ 1657464 w 2915191"/>
                <a:gd name="connsiteY170" fmla="*/ 240008 h 414492"/>
                <a:gd name="connsiteX171" fmla="*/ 1667208 w 2915191"/>
                <a:gd name="connsiteY171" fmla="*/ 249246 h 414492"/>
                <a:gd name="connsiteX172" fmla="*/ 1676967 w 2915191"/>
                <a:gd name="connsiteY172" fmla="*/ 271948 h 414492"/>
                <a:gd name="connsiteX173" fmla="*/ 1686711 w 2915191"/>
                <a:gd name="connsiteY173" fmla="*/ 281832 h 414492"/>
                <a:gd name="connsiteX174" fmla="*/ 1696470 w 2915191"/>
                <a:gd name="connsiteY174" fmla="*/ 297622 h 414492"/>
                <a:gd name="connsiteX175" fmla="*/ 1706214 w 2915191"/>
                <a:gd name="connsiteY175" fmla="*/ 239269 h 414492"/>
                <a:gd name="connsiteX176" fmla="*/ 1715958 w 2915191"/>
                <a:gd name="connsiteY176" fmla="*/ 218050 h 414492"/>
                <a:gd name="connsiteX177" fmla="*/ 1725716 w 2915191"/>
                <a:gd name="connsiteY177" fmla="*/ 203170 h 414492"/>
                <a:gd name="connsiteX178" fmla="*/ 1735460 w 2915191"/>
                <a:gd name="connsiteY178" fmla="*/ 205467 h 414492"/>
                <a:gd name="connsiteX179" fmla="*/ 1745219 w 2915191"/>
                <a:gd name="connsiteY179" fmla="*/ 190974 h 414492"/>
                <a:gd name="connsiteX180" fmla="*/ 1754963 w 2915191"/>
                <a:gd name="connsiteY180" fmla="*/ 213891 h 414492"/>
                <a:gd name="connsiteX181" fmla="*/ 1764707 w 2915191"/>
                <a:gd name="connsiteY181" fmla="*/ 215684 h 414492"/>
                <a:gd name="connsiteX182" fmla="*/ 1774466 w 2915191"/>
                <a:gd name="connsiteY182" fmla="*/ 196416 h 414492"/>
                <a:gd name="connsiteX183" fmla="*/ 1784210 w 2915191"/>
                <a:gd name="connsiteY183" fmla="*/ 227589 h 414492"/>
                <a:gd name="connsiteX184" fmla="*/ 1793969 w 2915191"/>
                <a:gd name="connsiteY184" fmla="*/ 230247 h 414492"/>
                <a:gd name="connsiteX185" fmla="*/ 1803713 w 2915191"/>
                <a:gd name="connsiteY185" fmla="*/ 237369 h 414492"/>
                <a:gd name="connsiteX186" fmla="*/ 1813457 w 2915191"/>
                <a:gd name="connsiteY186" fmla="*/ 254826 h 414492"/>
                <a:gd name="connsiteX187" fmla="*/ 1823215 w 2915191"/>
                <a:gd name="connsiteY187" fmla="*/ 265328 h 414492"/>
                <a:gd name="connsiteX188" fmla="*/ 1832959 w 2915191"/>
                <a:gd name="connsiteY188" fmla="*/ 270281 h 414492"/>
                <a:gd name="connsiteX189" fmla="*/ 1842703 w 2915191"/>
                <a:gd name="connsiteY189" fmla="*/ 294936 h 414492"/>
                <a:gd name="connsiteX190" fmla="*/ 1852462 w 2915191"/>
                <a:gd name="connsiteY190" fmla="*/ 327696 h 414492"/>
                <a:gd name="connsiteX191" fmla="*/ 1862206 w 2915191"/>
                <a:gd name="connsiteY191" fmla="*/ 337404 h 414492"/>
                <a:gd name="connsiteX192" fmla="*/ 1871965 w 2915191"/>
                <a:gd name="connsiteY192" fmla="*/ 349025 h 414492"/>
                <a:gd name="connsiteX193" fmla="*/ 1881709 w 2915191"/>
                <a:gd name="connsiteY193" fmla="*/ 369916 h 414492"/>
                <a:gd name="connsiteX194" fmla="*/ 1891453 w 2915191"/>
                <a:gd name="connsiteY194" fmla="*/ 347116 h 414492"/>
                <a:gd name="connsiteX195" fmla="*/ 1901212 w 2915191"/>
                <a:gd name="connsiteY195" fmla="*/ 335771 h 414492"/>
                <a:gd name="connsiteX196" fmla="*/ 1910956 w 2915191"/>
                <a:gd name="connsiteY196" fmla="*/ 340068 h 414492"/>
                <a:gd name="connsiteX197" fmla="*/ 1920714 w 2915191"/>
                <a:gd name="connsiteY197" fmla="*/ 346979 h 414492"/>
                <a:gd name="connsiteX198" fmla="*/ 1930458 w 2915191"/>
                <a:gd name="connsiteY198" fmla="*/ 353323 h 414492"/>
                <a:gd name="connsiteX199" fmla="*/ 1940202 w 2915191"/>
                <a:gd name="connsiteY199" fmla="*/ 343316 h 414492"/>
                <a:gd name="connsiteX200" fmla="*/ 1949961 w 2915191"/>
                <a:gd name="connsiteY200" fmla="*/ 353437 h 414492"/>
                <a:gd name="connsiteX201" fmla="*/ 1959705 w 2915191"/>
                <a:gd name="connsiteY201" fmla="*/ 349764 h 414492"/>
                <a:gd name="connsiteX202" fmla="*/ 1969464 w 2915191"/>
                <a:gd name="connsiteY202" fmla="*/ 358834 h 414492"/>
                <a:gd name="connsiteX203" fmla="*/ 1979208 w 2915191"/>
                <a:gd name="connsiteY203" fmla="*/ 365027 h 414492"/>
                <a:gd name="connsiteX204" fmla="*/ 1988952 w 2915191"/>
                <a:gd name="connsiteY204" fmla="*/ 361652 h 414492"/>
                <a:gd name="connsiteX205" fmla="*/ 1998711 w 2915191"/>
                <a:gd name="connsiteY205" fmla="*/ 390335 h 414492"/>
                <a:gd name="connsiteX206" fmla="*/ 2008454 w 2915191"/>
                <a:gd name="connsiteY206" fmla="*/ 391231 h 414492"/>
                <a:gd name="connsiteX207" fmla="*/ 2018213 w 2915191"/>
                <a:gd name="connsiteY207" fmla="*/ 414493 h 414492"/>
                <a:gd name="connsiteX208" fmla="*/ 2027957 w 2915191"/>
                <a:gd name="connsiteY208" fmla="*/ 409555 h 414492"/>
                <a:gd name="connsiteX209" fmla="*/ 2037701 w 2915191"/>
                <a:gd name="connsiteY209" fmla="*/ 377913 h 414492"/>
                <a:gd name="connsiteX210" fmla="*/ 2047460 w 2915191"/>
                <a:gd name="connsiteY210" fmla="*/ 345373 h 414492"/>
                <a:gd name="connsiteX211" fmla="*/ 2057204 w 2915191"/>
                <a:gd name="connsiteY211" fmla="*/ 351963 h 414492"/>
                <a:gd name="connsiteX212" fmla="*/ 2066963 w 2915191"/>
                <a:gd name="connsiteY212" fmla="*/ 358909 h 414492"/>
                <a:gd name="connsiteX213" fmla="*/ 2076707 w 2915191"/>
                <a:gd name="connsiteY213" fmla="*/ 336568 h 414492"/>
                <a:gd name="connsiteX214" fmla="*/ 2086451 w 2915191"/>
                <a:gd name="connsiteY214" fmla="*/ 278063 h 414492"/>
                <a:gd name="connsiteX215" fmla="*/ 2096210 w 2915191"/>
                <a:gd name="connsiteY215" fmla="*/ 248242 h 414492"/>
                <a:gd name="connsiteX216" fmla="*/ 2105954 w 2915191"/>
                <a:gd name="connsiteY216" fmla="*/ 246069 h 414492"/>
                <a:gd name="connsiteX217" fmla="*/ 2115697 w 2915191"/>
                <a:gd name="connsiteY217" fmla="*/ 246806 h 414492"/>
                <a:gd name="connsiteX218" fmla="*/ 2125456 w 2915191"/>
                <a:gd name="connsiteY218" fmla="*/ 254792 h 414492"/>
                <a:gd name="connsiteX219" fmla="*/ 2135200 w 2915191"/>
                <a:gd name="connsiteY219" fmla="*/ 269879 h 414492"/>
                <a:gd name="connsiteX220" fmla="*/ 2144959 w 2915191"/>
                <a:gd name="connsiteY220" fmla="*/ 234322 h 414492"/>
                <a:gd name="connsiteX221" fmla="*/ 2154703 w 2915191"/>
                <a:gd name="connsiteY221" fmla="*/ 215021 h 414492"/>
                <a:gd name="connsiteX222" fmla="*/ 2164447 w 2915191"/>
                <a:gd name="connsiteY222" fmla="*/ 171581 h 414492"/>
                <a:gd name="connsiteX223" fmla="*/ 2174206 w 2915191"/>
                <a:gd name="connsiteY223" fmla="*/ 166988 h 414492"/>
                <a:gd name="connsiteX224" fmla="*/ 2183950 w 2915191"/>
                <a:gd name="connsiteY224" fmla="*/ 168436 h 414492"/>
                <a:gd name="connsiteX225" fmla="*/ 2193709 w 2915191"/>
                <a:gd name="connsiteY225" fmla="*/ 153598 h 414492"/>
                <a:gd name="connsiteX226" fmla="*/ 2203452 w 2915191"/>
                <a:gd name="connsiteY226" fmla="*/ 134651 h 414492"/>
                <a:gd name="connsiteX227" fmla="*/ 2213196 w 2915191"/>
                <a:gd name="connsiteY227" fmla="*/ 116182 h 414492"/>
                <a:gd name="connsiteX228" fmla="*/ 2222955 w 2915191"/>
                <a:gd name="connsiteY228" fmla="*/ 120989 h 414492"/>
                <a:gd name="connsiteX229" fmla="*/ 2232699 w 2915191"/>
                <a:gd name="connsiteY229" fmla="*/ 153512 h 414492"/>
                <a:gd name="connsiteX230" fmla="*/ 2242458 w 2915191"/>
                <a:gd name="connsiteY230" fmla="*/ 154522 h 414492"/>
                <a:gd name="connsiteX231" fmla="*/ 2252202 w 2915191"/>
                <a:gd name="connsiteY231" fmla="*/ 154345 h 414492"/>
                <a:gd name="connsiteX232" fmla="*/ 2261946 w 2915191"/>
                <a:gd name="connsiteY232" fmla="*/ 164917 h 414492"/>
                <a:gd name="connsiteX233" fmla="*/ 2271705 w 2915191"/>
                <a:gd name="connsiteY233" fmla="*/ 184633 h 414492"/>
                <a:gd name="connsiteX234" fmla="*/ 2281449 w 2915191"/>
                <a:gd name="connsiteY234" fmla="*/ 199482 h 414492"/>
                <a:gd name="connsiteX235" fmla="*/ 2291208 w 2915191"/>
                <a:gd name="connsiteY235" fmla="*/ 222336 h 414492"/>
                <a:gd name="connsiteX236" fmla="*/ 2300951 w 2915191"/>
                <a:gd name="connsiteY236" fmla="*/ 222123 h 414492"/>
                <a:gd name="connsiteX237" fmla="*/ 2310695 w 2915191"/>
                <a:gd name="connsiteY237" fmla="*/ 211948 h 414492"/>
                <a:gd name="connsiteX238" fmla="*/ 2320454 w 2915191"/>
                <a:gd name="connsiteY238" fmla="*/ 203078 h 414492"/>
                <a:gd name="connsiteX239" fmla="*/ 2330198 w 2915191"/>
                <a:gd name="connsiteY239" fmla="*/ 199104 h 414492"/>
                <a:gd name="connsiteX240" fmla="*/ 2339957 w 2915191"/>
                <a:gd name="connsiteY240" fmla="*/ 194400 h 414492"/>
                <a:gd name="connsiteX241" fmla="*/ 2349701 w 2915191"/>
                <a:gd name="connsiteY241" fmla="*/ 177638 h 414492"/>
                <a:gd name="connsiteX242" fmla="*/ 2359445 w 2915191"/>
                <a:gd name="connsiteY242" fmla="*/ 188269 h 414492"/>
                <a:gd name="connsiteX243" fmla="*/ 2369204 w 2915191"/>
                <a:gd name="connsiteY243" fmla="*/ 185920 h 414492"/>
                <a:gd name="connsiteX244" fmla="*/ 2378948 w 2915191"/>
                <a:gd name="connsiteY244" fmla="*/ 191795 h 414492"/>
                <a:gd name="connsiteX245" fmla="*/ 2388692 w 2915191"/>
                <a:gd name="connsiteY245" fmla="*/ 226660 h 414492"/>
                <a:gd name="connsiteX246" fmla="*/ 2398450 w 2915191"/>
                <a:gd name="connsiteY246" fmla="*/ 165346 h 414492"/>
                <a:gd name="connsiteX247" fmla="*/ 2408194 w 2915191"/>
                <a:gd name="connsiteY247" fmla="*/ 200649 h 414492"/>
                <a:gd name="connsiteX248" fmla="*/ 2417953 w 2915191"/>
                <a:gd name="connsiteY248" fmla="*/ 238205 h 414492"/>
                <a:gd name="connsiteX249" fmla="*/ 2427697 w 2915191"/>
                <a:gd name="connsiteY249" fmla="*/ 221239 h 414492"/>
                <a:gd name="connsiteX250" fmla="*/ 2437441 w 2915191"/>
                <a:gd name="connsiteY250" fmla="*/ 236092 h 414492"/>
                <a:gd name="connsiteX251" fmla="*/ 2447200 w 2915191"/>
                <a:gd name="connsiteY251" fmla="*/ 232229 h 414492"/>
                <a:gd name="connsiteX252" fmla="*/ 2456944 w 2915191"/>
                <a:gd name="connsiteY252" fmla="*/ 214577 h 414492"/>
                <a:gd name="connsiteX253" fmla="*/ 2466703 w 2915191"/>
                <a:gd name="connsiteY253" fmla="*/ 223954 h 414492"/>
                <a:gd name="connsiteX254" fmla="*/ 2476446 w 2915191"/>
                <a:gd name="connsiteY254" fmla="*/ 227504 h 414492"/>
                <a:gd name="connsiteX255" fmla="*/ 2486190 w 2915191"/>
                <a:gd name="connsiteY255" fmla="*/ 231031 h 414492"/>
                <a:gd name="connsiteX256" fmla="*/ 2495949 w 2915191"/>
                <a:gd name="connsiteY256" fmla="*/ 260299 h 414492"/>
                <a:gd name="connsiteX257" fmla="*/ 2505693 w 2915191"/>
                <a:gd name="connsiteY257" fmla="*/ 248460 h 414492"/>
                <a:gd name="connsiteX258" fmla="*/ 2515452 w 2915191"/>
                <a:gd name="connsiteY258" fmla="*/ 226487 h 414492"/>
                <a:gd name="connsiteX259" fmla="*/ 2525196 w 2915191"/>
                <a:gd name="connsiteY259" fmla="*/ 234955 h 414492"/>
                <a:gd name="connsiteX260" fmla="*/ 2534940 w 2915191"/>
                <a:gd name="connsiteY260" fmla="*/ 206823 h 414492"/>
                <a:gd name="connsiteX261" fmla="*/ 2544699 w 2915191"/>
                <a:gd name="connsiteY261" fmla="*/ 187894 h 414492"/>
                <a:gd name="connsiteX262" fmla="*/ 2554443 w 2915191"/>
                <a:gd name="connsiteY262" fmla="*/ 144316 h 414492"/>
                <a:gd name="connsiteX263" fmla="*/ 2564202 w 2915191"/>
                <a:gd name="connsiteY263" fmla="*/ 135876 h 414492"/>
                <a:gd name="connsiteX264" fmla="*/ 2573946 w 2915191"/>
                <a:gd name="connsiteY264" fmla="*/ 160471 h 414492"/>
                <a:gd name="connsiteX265" fmla="*/ 2583690 w 2915191"/>
                <a:gd name="connsiteY265" fmla="*/ 161416 h 414492"/>
                <a:gd name="connsiteX266" fmla="*/ 2593448 w 2915191"/>
                <a:gd name="connsiteY266" fmla="*/ 142787 h 414492"/>
                <a:gd name="connsiteX267" fmla="*/ 2603192 w 2915191"/>
                <a:gd name="connsiteY267" fmla="*/ 153035 h 414492"/>
                <a:gd name="connsiteX268" fmla="*/ 2612951 w 2915191"/>
                <a:gd name="connsiteY268" fmla="*/ 147755 h 414492"/>
                <a:gd name="connsiteX269" fmla="*/ 2622695 w 2915191"/>
                <a:gd name="connsiteY269" fmla="*/ 144758 h 414492"/>
                <a:gd name="connsiteX270" fmla="*/ 2632439 w 2915191"/>
                <a:gd name="connsiteY270" fmla="*/ 97882 h 414492"/>
                <a:gd name="connsiteX271" fmla="*/ 2642198 w 2915191"/>
                <a:gd name="connsiteY271" fmla="*/ 70496 h 414492"/>
                <a:gd name="connsiteX272" fmla="*/ 2651942 w 2915191"/>
                <a:gd name="connsiteY272" fmla="*/ 81593 h 414492"/>
                <a:gd name="connsiteX273" fmla="*/ 2661685 w 2915191"/>
                <a:gd name="connsiteY273" fmla="*/ 49739 h 414492"/>
                <a:gd name="connsiteX274" fmla="*/ 2671444 w 2915191"/>
                <a:gd name="connsiteY274" fmla="*/ 38688 h 414492"/>
                <a:gd name="connsiteX275" fmla="*/ 2681188 w 2915191"/>
                <a:gd name="connsiteY275" fmla="*/ 45680 h 414492"/>
                <a:gd name="connsiteX276" fmla="*/ 2690947 w 2915191"/>
                <a:gd name="connsiteY276" fmla="*/ 46576 h 414492"/>
                <a:gd name="connsiteX277" fmla="*/ 2700691 w 2915191"/>
                <a:gd name="connsiteY277" fmla="*/ 34986 h 414492"/>
                <a:gd name="connsiteX278" fmla="*/ 2710435 w 2915191"/>
                <a:gd name="connsiteY278" fmla="*/ 58033 h 414492"/>
                <a:gd name="connsiteX279" fmla="*/ 2720194 w 2915191"/>
                <a:gd name="connsiteY279" fmla="*/ 84297 h 414492"/>
                <a:gd name="connsiteX280" fmla="*/ 2729938 w 2915191"/>
                <a:gd name="connsiteY280" fmla="*/ 80025 h 414492"/>
                <a:gd name="connsiteX281" fmla="*/ 2739697 w 2915191"/>
                <a:gd name="connsiteY281" fmla="*/ 53426 h 414492"/>
                <a:gd name="connsiteX282" fmla="*/ 2749441 w 2915191"/>
                <a:gd name="connsiteY282" fmla="*/ 46254 h 414492"/>
                <a:gd name="connsiteX283" fmla="*/ 2759185 w 2915191"/>
                <a:gd name="connsiteY283" fmla="*/ 61463 h 414492"/>
                <a:gd name="connsiteX284" fmla="*/ 2768943 w 2915191"/>
                <a:gd name="connsiteY284" fmla="*/ 55701 h 414492"/>
                <a:gd name="connsiteX285" fmla="*/ 2778687 w 2915191"/>
                <a:gd name="connsiteY285" fmla="*/ 61940 h 414492"/>
                <a:gd name="connsiteX286" fmla="*/ 2788446 w 2915191"/>
                <a:gd name="connsiteY286" fmla="*/ 22353 h 414492"/>
                <a:gd name="connsiteX287" fmla="*/ 2798190 w 2915191"/>
                <a:gd name="connsiteY287" fmla="*/ 55621 h 414492"/>
                <a:gd name="connsiteX288" fmla="*/ 2807934 w 2915191"/>
                <a:gd name="connsiteY288" fmla="*/ 62841 h 414492"/>
                <a:gd name="connsiteX289" fmla="*/ 2817693 w 2915191"/>
                <a:gd name="connsiteY289" fmla="*/ 97073 h 414492"/>
                <a:gd name="connsiteX290" fmla="*/ 2827437 w 2915191"/>
                <a:gd name="connsiteY290" fmla="*/ 79835 h 414492"/>
                <a:gd name="connsiteX291" fmla="*/ 2837196 w 2915191"/>
                <a:gd name="connsiteY291" fmla="*/ 73951 h 414492"/>
                <a:gd name="connsiteX292" fmla="*/ 2846940 w 2915191"/>
                <a:gd name="connsiteY292" fmla="*/ 104989 h 414492"/>
                <a:gd name="connsiteX293" fmla="*/ 2856684 w 2915191"/>
                <a:gd name="connsiteY293" fmla="*/ 119661 h 414492"/>
                <a:gd name="connsiteX294" fmla="*/ 2866442 w 2915191"/>
                <a:gd name="connsiteY294" fmla="*/ 92700 h 414492"/>
                <a:gd name="connsiteX295" fmla="*/ 2876186 w 2915191"/>
                <a:gd name="connsiteY295" fmla="*/ 113973 h 414492"/>
                <a:gd name="connsiteX296" fmla="*/ 2885945 w 2915191"/>
                <a:gd name="connsiteY296" fmla="*/ 102322 h 414492"/>
                <a:gd name="connsiteX297" fmla="*/ 2895689 w 2915191"/>
                <a:gd name="connsiteY297" fmla="*/ 106011 h 414492"/>
                <a:gd name="connsiteX298" fmla="*/ 2905433 w 2915191"/>
                <a:gd name="connsiteY298" fmla="*/ 158625 h 414492"/>
                <a:gd name="connsiteX299" fmla="*/ 2915192 w 2915191"/>
                <a:gd name="connsiteY299" fmla="*/ 155076 h 414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14492">
                  <a:moveTo>
                    <a:pt x="0" y="98734"/>
                  </a:moveTo>
                  <a:lnTo>
                    <a:pt x="9750" y="103664"/>
                  </a:lnTo>
                  <a:lnTo>
                    <a:pt x="19500" y="100251"/>
                  </a:lnTo>
                  <a:lnTo>
                    <a:pt x="29250" y="131668"/>
                  </a:lnTo>
                  <a:lnTo>
                    <a:pt x="39000" y="135977"/>
                  </a:lnTo>
                  <a:lnTo>
                    <a:pt x="48749" y="97184"/>
                  </a:lnTo>
                  <a:lnTo>
                    <a:pt x="58499" y="94589"/>
                  </a:lnTo>
                  <a:lnTo>
                    <a:pt x="68249" y="77320"/>
                  </a:lnTo>
                  <a:lnTo>
                    <a:pt x="77998" y="43200"/>
                  </a:lnTo>
                  <a:lnTo>
                    <a:pt x="87748" y="41388"/>
                  </a:lnTo>
                  <a:lnTo>
                    <a:pt x="97497" y="68890"/>
                  </a:lnTo>
                  <a:lnTo>
                    <a:pt x="107247" y="79547"/>
                  </a:lnTo>
                  <a:lnTo>
                    <a:pt x="116997" y="74391"/>
                  </a:lnTo>
                  <a:lnTo>
                    <a:pt x="126747" y="53909"/>
                  </a:lnTo>
                  <a:lnTo>
                    <a:pt x="136497" y="88135"/>
                  </a:lnTo>
                  <a:lnTo>
                    <a:pt x="146247" y="104890"/>
                  </a:lnTo>
                  <a:lnTo>
                    <a:pt x="155997" y="126504"/>
                  </a:lnTo>
                  <a:lnTo>
                    <a:pt x="165747" y="94477"/>
                  </a:lnTo>
                  <a:lnTo>
                    <a:pt x="175497" y="124365"/>
                  </a:lnTo>
                  <a:lnTo>
                    <a:pt x="185247" y="91121"/>
                  </a:lnTo>
                  <a:lnTo>
                    <a:pt x="194996" y="112359"/>
                  </a:lnTo>
                  <a:lnTo>
                    <a:pt x="204746" y="115601"/>
                  </a:lnTo>
                  <a:lnTo>
                    <a:pt x="214495" y="131984"/>
                  </a:lnTo>
                  <a:lnTo>
                    <a:pt x="224245" y="100644"/>
                  </a:lnTo>
                  <a:lnTo>
                    <a:pt x="233995" y="122233"/>
                  </a:lnTo>
                  <a:lnTo>
                    <a:pt x="243744" y="101487"/>
                  </a:lnTo>
                  <a:lnTo>
                    <a:pt x="253494" y="115528"/>
                  </a:lnTo>
                  <a:lnTo>
                    <a:pt x="263244" y="105164"/>
                  </a:lnTo>
                  <a:lnTo>
                    <a:pt x="272994" y="93694"/>
                  </a:lnTo>
                  <a:lnTo>
                    <a:pt x="282744" y="60155"/>
                  </a:lnTo>
                  <a:lnTo>
                    <a:pt x="292494" y="69136"/>
                  </a:lnTo>
                  <a:lnTo>
                    <a:pt x="302244" y="27819"/>
                  </a:lnTo>
                  <a:lnTo>
                    <a:pt x="311994" y="23487"/>
                  </a:lnTo>
                  <a:lnTo>
                    <a:pt x="321744" y="33238"/>
                  </a:lnTo>
                  <a:lnTo>
                    <a:pt x="331493" y="17325"/>
                  </a:lnTo>
                  <a:lnTo>
                    <a:pt x="341243" y="16143"/>
                  </a:lnTo>
                  <a:lnTo>
                    <a:pt x="350993" y="15142"/>
                  </a:lnTo>
                  <a:lnTo>
                    <a:pt x="360742" y="0"/>
                  </a:lnTo>
                  <a:lnTo>
                    <a:pt x="370492" y="7488"/>
                  </a:lnTo>
                  <a:lnTo>
                    <a:pt x="380241" y="32740"/>
                  </a:lnTo>
                  <a:lnTo>
                    <a:pt x="389991" y="33999"/>
                  </a:lnTo>
                  <a:lnTo>
                    <a:pt x="399741" y="7230"/>
                  </a:lnTo>
                  <a:lnTo>
                    <a:pt x="409491" y="9878"/>
                  </a:lnTo>
                  <a:lnTo>
                    <a:pt x="419241" y="33649"/>
                  </a:lnTo>
                  <a:lnTo>
                    <a:pt x="428991" y="44539"/>
                  </a:lnTo>
                  <a:lnTo>
                    <a:pt x="438741" y="40194"/>
                  </a:lnTo>
                  <a:lnTo>
                    <a:pt x="448491" y="18297"/>
                  </a:lnTo>
                  <a:lnTo>
                    <a:pt x="458241" y="38596"/>
                  </a:lnTo>
                  <a:lnTo>
                    <a:pt x="467991" y="61360"/>
                  </a:lnTo>
                  <a:lnTo>
                    <a:pt x="477740" y="80426"/>
                  </a:lnTo>
                  <a:lnTo>
                    <a:pt x="487490" y="56556"/>
                  </a:lnTo>
                  <a:lnTo>
                    <a:pt x="497239" y="55616"/>
                  </a:lnTo>
                  <a:lnTo>
                    <a:pt x="506989" y="45774"/>
                  </a:lnTo>
                  <a:lnTo>
                    <a:pt x="516738" y="54550"/>
                  </a:lnTo>
                  <a:lnTo>
                    <a:pt x="526488" y="70413"/>
                  </a:lnTo>
                  <a:lnTo>
                    <a:pt x="536238" y="110968"/>
                  </a:lnTo>
                  <a:lnTo>
                    <a:pt x="545988" y="158042"/>
                  </a:lnTo>
                  <a:lnTo>
                    <a:pt x="555738" y="132005"/>
                  </a:lnTo>
                  <a:lnTo>
                    <a:pt x="565488" y="144221"/>
                  </a:lnTo>
                  <a:lnTo>
                    <a:pt x="575238" y="157348"/>
                  </a:lnTo>
                  <a:lnTo>
                    <a:pt x="584988" y="139962"/>
                  </a:lnTo>
                  <a:lnTo>
                    <a:pt x="594738" y="162701"/>
                  </a:lnTo>
                  <a:lnTo>
                    <a:pt x="604488" y="193535"/>
                  </a:lnTo>
                  <a:lnTo>
                    <a:pt x="614237" y="158911"/>
                  </a:lnTo>
                  <a:lnTo>
                    <a:pt x="623987" y="168309"/>
                  </a:lnTo>
                  <a:lnTo>
                    <a:pt x="633736" y="214962"/>
                  </a:lnTo>
                  <a:lnTo>
                    <a:pt x="643486" y="210987"/>
                  </a:lnTo>
                  <a:lnTo>
                    <a:pt x="653236" y="189253"/>
                  </a:lnTo>
                  <a:lnTo>
                    <a:pt x="662985" y="207033"/>
                  </a:lnTo>
                  <a:lnTo>
                    <a:pt x="672735" y="171280"/>
                  </a:lnTo>
                  <a:lnTo>
                    <a:pt x="682485" y="185373"/>
                  </a:lnTo>
                  <a:lnTo>
                    <a:pt x="692235" y="213852"/>
                  </a:lnTo>
                  <a:lnTo>
                    <a:pt x="701985" y="217427"/>
                  </a:lnTo>
                  <a:lnTo>
                    <a:pt x="711735" y="220137"/>
                  </a:lnTo>
                  <a:lnTo>
                    <a:pt x="721485" y="253978"/>
                  </a:lnTo>
                  <a:lnTo>
                    <a:pt x="731235" y="296589"/>
                  </a:lnTo>
                  <a:lnTo>
                    <a:pt x="740985" y="304787"/>
                  </a:lnTo>
                  <a:lnTo>
                    <a:pt x="750734" y="277471"/>
                  </a:lnTo>
                  <a:lnTo>
                    <a:pt x="760484" y="290432"/>
                  </a:lnTo>
                  <a:lnTo>
                    <a:pt x="770233" y="294064"/>
                  </a:lnTo>
                  <a:lnTo>
                    <a:pt x="779983" y="314284"/>
                  </a:lnTo>
                  <a:lnTo>
                    <a:pt x="789733" y="337370"/>
                  </a:lnTo>
                  <a:lnTo>
                    <a:pt x="799482" y="334792"/>
                  </a:lnTo>
                  <a:lnTo>
                    <a:pt x="809232" y="313632"/>
                  </a:lnTo>
                  <a:lnTo>
                    <a:pt x="818982" y="308306"/>
                  </a:lnTo>
                  <a:lnTo>
                    <a:pt x="828732" y="338293"/>
                  </a:lnTo>
                  <a:lnTo>
                    <a:pt x="838482" y="347626"/>
                  </a:lnTo>
                  <a:lnTo>
                    <a:pt x="848232" y="313019"/>
                  </a:lnTo>
                  <a:lnTo>
                    <a:pt x="857982" y="297078"/>
                  </a:lnTo>
                  <a:lnTo>
                    <a:pt x="867732" y="270285"/>
                  </a:lnTo>
                  <a:lnTo>
                    <a:pt x="877482" y="258771"/>
                  </a:lnTo>
                  <a:lnTo>
                    <a:pt x="887231" y="256668"/>
                  </a:lnTo>
                  <a:lnTo>
                    <a:pt x="896981" y="250158"/>
                  </a:lnTo>
                  <a:lnTo>
                    <a:pt x="906730" y="235508"/>
                  </a:lnTo>
                  <a:lnTo>
                    <a:pt x="916480" y="253651"/>
                  </a:lnTo>
                  <a:lnTo>
                    <a:pt x="926230" y="206017"/>
                  </a:lnTo>
                  <a:lnTo>
                    <a:pt x="935979" y="225880"/>
                  </a:lnTo>
                  <a:lnTo>
                    <a:pt x="945729" y="237105"/>
                  </a:lnTo>
                  <a:lnTo>
                    <a:pt x="955479" y="263882"/>
                  </a:lnTo>
                  <a:lnTo>
                    <a:pt x="965229" y="222033"/>
                  </a:lnTo>
                  <a:lnTo>
                    <a:pt x="974979" y="228327"/>
                  </a:lnTo>
                  <a:lnTo>
                    <a:pt x="984729" y="235900"/>
                  </a:lnTo>
                  <a:lnTo>
                    <a:pt x="994474" y="246639"/>
                  </a:lnTo>
                  <a:lnTo>
                    <a:pt x="1004233" y="248914"/>
                  </a:lnTo>
                  <a:lnTo>
                    <a:pt x="1013977" y="252658"/>
                  </a:lnTo>
                  <a:lnTo>
                    <a:pt x="1023721" y="229931"/>
                  </a:lnTo>
                  <a:lnTo>
                    <a:pt x="1033480" y="258691"/>
                  </a:lnTo>
                  <a:lnTo>
                    <a:pt x="1043224" y="257705"/>
                  </a:lnTo>
                  <a:lnTo>
                    <a:pt x="1052983" y="281933"/>
                  </a:lnTo>
                  <a:lnTo>
                    <a:pt x="1062727" y="293690"/>
                  </a:lnTo>
                  <a:lnTo>
                    <a:pt x="1072471" y="311016"/>
                  </a:lnTo>
                  <a:lnTo>
                    <a:pt x="1082230" y="329354"/>
                  </a:lnTo>
                  <a:lnTo>
                    <a:pt x="1091973" y="317908"/>
                  </a:lnTo>
                  <a:lnTo>
                    <a:pt x="1101732" y="295676"/>
                  </a:lnTo>
                  <a:lnTo>
                    <a:pt x="1111476" y="280311"/>
                  </a:lnTo>
                  <a:lnTo>
                    <a:pt x="1121220" y="269338"/>
                  </a:lnTo>
                  <a:lnTo>
                    <a:pt x="1130979" y="279490"/>
                  </a:lnTo>
                  <a:lnTo>
                    <a:pt x="1140723" y="298357"/>
                  </a:lnTo>
                  <a:lnTo>
                    <a:pt x="1150482" y="309480"/>
                  </a:lnTo>
                  <a:lnTo>
                    <a:pt x="1160226" y="300778"/>
                  </a:lnTo>
                  <a:lnTo>
                    <a:pt x="1169969" y="303285"/>
                  </a:lnTo>
                  <a:lnTo>
                    <a:pt x="1179728" y="297764"/>
                  </a:lnTo>
                  <a:lnTo>
                    <a:pt x="1189472" y="271272"/>
                  </a:lnTo>
                  <a:lnTo>
                    <a:pt x="1199231" y="275043"/>
                  </a:lnTo>
                  <a:lnTo>
                    <a:pt x="1208975" y="273328"/>
                  </a:lnTo>
                  <a:lnTo>
                    <a:pt x="1218719" y="267997"/>
                  </a:lnTo>
                  <a:lnTo>
                    <a:pt x="1228478" y="247414"/>
                  </a:lnTo>
                  <a:lnTo>
                    <a:pt x="1238222" y="239519"/>
                  </a:lnTo>
                  <a:lnTo>
                    <a:pt x="1247966" y="259855"/>
                  </a:lnTo>
                  <a:lnTo>
                    <a:pt x="1257725" y="232219"/>
                  </a:lnTo>
                  <a:lnTo>
                    <a:pt x="1267469" y="217503"/>
                  </a:lnTo>
                  <a:lnTo>
                    <a:pt x="1277227" y="225320"/>
                  </a:lnTo>
                  <a:lnTo>
                    <a:pt x="1286971" y="225186"/>
                  </a:lnTo>
                  <a:lnTo>
                    <a:pt x="1296715" y="223841"/>
                  </a:lnTo>
                  <a:lnTo>
                    <a:pt x="1306474" y="251948"/>
                  </a:lnTo>
                  <a:lnTo>
                    <a:pt x="1316218" y="280587"/>
                  </a:lnTo>
                  <a:lnTo>
                    <a:pt x="1325977" y="278021"/>
                  </a:lnTo>
                  <a:lnTo>
                    <a:pt x="1335721" y="256656"/>
                  </a:lnTo>
                  <a:lnTo>
                    <a:pt x="1345465" y="259728"/>
                  </a:lnTo>
                  <a:lnTo>
                    <a:pt x="1355224" y="265351"/>
                  </a:lnTo>
                  <a:lnTo>
                    <a:pt x="1364967" y="233945"/>
                  </a:lnTo>
                  <a:lnTo>
                    <a:pt x="1374726" y="243153"/>
                  </a:lnTo>
                  <a:lnTo>
                    <a:pt x="1384470" y="241109"/>
                  </a:lnTo>
                  <a:lnTo>
                    <a:pt x="1394214" y="217564"/>
                  </a:lnTo>
                  <a:lnTo>
                    <a:pt x="1403973" y="217904"/>
                  </a:lnTo>
                  <a:lnTo>
                    <a:pt x="1413717" y="198180"/>
                  </a:lnTo>
                  <a:lnTo>
                    <a:pt x="1423476" y="208443"/>
                  </a:lnTo>
                  <a:lnTo>
                    <a:pt x="1433220" y="211627"/>
                  </a:lnTo>
                  <a:lnTo>
                    <a:pt x="1442964" y="220968"/>
                  </a:lnTo>
                  <a:lnTo>
                    <a:pt x="1452722" y="231369"/>
                  </a:lnTo>
                  <a:lnTo>
                    <a:pt x="1462466" y="220992"/>
                  </a:lnTo>
                  <a:lnTo>
                    <a:pt x="1472225" y="244041"/>
                  </a:lnTo>
                  <a:lnTo>
                    <a:pt x="1481969" y="240511"/>
                  </a:lnTo>
                  <a:lnTo>
                    <a:pt x="1491713" y="208131"/>
                  </a:lnTo>
                  <a:lnTo>
                    <a:pt x="1501472" y="209296"/>
                  </a:lnTo>
                  <a:lnTo>
                    <a:pt x="1511216" y="176469"/>
                  </a:lnTo>
                  <a:lnTo>
                    <a:pt x="1520960" y="197777"/>
                  </a:lnTo>
                  <a:lnTo>
                    <a:pt x="1530719" y="194265"/>
                  </a:lnTo>
                  <a:lnTo>
                    <a:pt x="1540463" y="176052"/>
                  </a:lnTo>
                  <a:lnTo>
                    <a:pt x="1550221" y="163133"/>
                  </a:lnTo>
                  <a:lnTo>
                    <a:pt x="1559965" y="168862"/>
                  </a:lnTo>
                  <a:lnTo>
                    <a:pt x="1569709" y="182454"/>
                  </a:lnTo>
                  <a:lnTo>
                    <a:pt x="1579468" y="196346"/>
                  </a:lnTo>
                  <a:lnTo>
                    <a:pt x="1589212" y="211448"/>
                  </a:lnTo>
                  <a:lnTo>
                    <a:pt x="1598971" y="222661"/>
                  </a:lnTo>
                  <a:lnTo>
                    <a:pt x="1608715" y="193217"/>
                  </a:lnTo>
                  <a:lnTo>
                    <a:pt x="1618459" y="199155"/>
                  </a:lnTo>
                  <a:lnTo>
                    <a:pt x="1628218" y="200665"/>
                  </a:lnTo>
                  <a:lnTo>
                    <a:pt x="1637962" y="189871"/>
                  </a:lnTo>
                  <a:lnTo>
                    <a:pt x="1647720" y="228376"/>
                  </a:lnTo>
                  <a:lnTo>
                    <a:pt x="1657464" y="240008"/>
                  </a:lnTo>
                  <a:lnTo>
                    <a:pt x="1667208" y="249246"/>
                  </a:lnTo>
                  <a:lnTo>
                    <a:pt x="1676967" y="271948"/>
                  </a:lnTo>
                  <a:lnTo>
                    <a:pt x="1686711" y="281832"/>
                  </a:lnTo>
                  <a:lnTo>
                    <a:pt x="1696470" y="297622"/>
                  </a:lnTo>
                  <a:lnTo>
                    <a:pt x="1706214" y="239269"/>
                  </a:lnTo>
                  <a:lnTo>
                    <a:pt x="1715958" y="218050"/>
                  </a:lnTo>
                  <a:lnTo>
                    <a:pt x="1725716" y="203170"/>
                  </a:lnTo>
                  <a:lnTo>
                    <a:pt x="1735460" y="205467"/>
                  </a:lnTo>
                  <a:lnTo>
                    <a:pt x="1745219" y="190974"/>
                  </a:lnTo>
                  <a:lnTo>
                    <a:pt x="1754963" y="213891"/>
                  </a:lnTo>
                  <a:lnTo>
                    <a:pt x="1764707" y="215684"/>
                  </a:lnTo>
                  <a:lnTo>
                    <a:pt x="1774466" y="196416"/>
                  </a:lnTo>
                  <a:lnTo>
                    <a:pt x="1784210" y="227589"/>
                  </a:lnTo>
                  <a:lnTo>
                    <a:pt x="1793969" y="230247"/>
                  </a:lnTo>
                  <a:lnTo>
                    <a:pt x="1803713" y="237369"/>
                  </a:lnTo>
                  <a:lnTo>
                    <a:pt x="1813457" y="254826"/>
                  </a:lnTo>
                  <a:lnTo>
                    <a:pt x="1823215" y="265328"/>
                  </a:lnTo>
                  <a:lnTo>
                    <a:pt x="1832959" y="270281"/>
                  </a:lnTo>
                  <a:lnTo>
                    <a:pt x="1842703" y="294936"/>
                  </a:lnTo>
                  <a:lnTo>
                    <a:pt x="1852462" y="327696"/>
                  </a:lnTo>
                  <a:lnTo>
                    <a:pt x="1862206" y="337404"/>
                  </a:lnTo>
                  <a:lnTo>
                    <a:pt x="1871965" y="349025"/>
                  </a:lnTo>
                  <a:lnTo>
                    <a:pt x="1881709" y="369916"/>
                  </a:lnTo>
                  <a:lnTo>
                    <a:pt x="1891453" y="347116"/>
                  </a:lnTo>
                  <a:lnTo>
                    <a:pt x="1901212" y="335771"/>
                  </a:lnTo>
                  <a:lnTo>
                    <a:pt x="1910956" y="340068"/>
                  </a:lnTo>
                  <a:lnTo>
                    <a:pt x="1920714" y="346979"/>
                  </a:lnTo>
                  <a:lnTo>
                    <a:pt x="1930458" y="353323"/>
                  </a:lnTo>
                  <a:lnTo>
                    <a:pt x="1940202" y="343316"/>
                  </a:lnTo>
                  <a:lnTo>
                    <a:pt x="1949961" y="353437"/>
                  </a:lnTo>
                  <a:lnTo>
                    <a:pt x="1959705" y="349764"/>
                  </a:lnTo>
                  <a:lnTo>
                    <a:pt x="1969464" y="358834"/>
                  </a:lnTo>
                  <a:lnTo>
                    <a:pt x="1979208" y="365027"/>
                  </a:lnTo>
                  <a:lnTo>
                    <a:pt x="1988952" y="361652"/>
                  </a:lnTo>
                  <a:lnTo>
                    <a:pt x="1998711" y="390335"/>
                  </a:lnTo>
                  <a:lnTo>
                    <a:pt x="2008454" y="391231"/>
                  </a:lnTo>
                  <a:lnTo>
                    <a:pt x="2018213" y="414493"/>
                  </a:lnTo>
                  <a:lnTo>
                    <a:pt x="2027957" y="409555"/>
                  </a:lnTo>
                  <a:lnTo>
                    <a:pt x="2037701" y="377913"/>
                  </a:lnTo>
                  <a:lnTo>
                    <a:pt x="2047460" y="345373"/>
                  </a:lnTo>
                  <a:lnTo>
                    <a:pt x="2057204" y="351963"/>
                  </a:lnTo>
                  <a:lnTo>
                    <a:pt x="2066963" y="358909"/>
                  </a:lnTo>
                  <a:lnTo>
                    <a:pt x="2076707" y="336568"/>
                  </a:lnTo>
                  <a:lnTo>
                    <a:pt x="2086451" y="278063"/>
                  </a:lnTo>
                  <a:lnTo>
                    <a:pt x="2096210" y="248242"/>
                  </a:lnTo>
                  <a:lnTo>
                    <a:pt x="2105954" y="246069"/>
                  </a:lnTo>
                  <a:lnTo>
                    <a:pt x="2115697" y="246806"/>
                  </a:lnTo>
                  <a:lnTo>
                    <a:pt x="2125456" y="254792"/>
                  </a:lnTo>
                  <a:lnTo>
                    <a:pt x="2135200" y="269879"/>
                  </a:lnTo>
                  <a:lnTo>
                    <a:pt x="2144959" y="234322"/>
                  </a:lnTo>
                  <a:lnTo>
                    <a:pt x="2154703" y="215021"/>
                  </a:lnTo>
                  <a:lnTo>
                    <a:pt x="2164447" y="171581"/>
                  </a:lnTo>
                  <a:lnTo>
                    <a:pt x="2174206" y="166988"/>
                  </a:lnTo>
                  <a:lnTo>
                    <a:pt x="2183950" y="168436"/>
                  </a:lnTo>
                  <a:lnTo>
                    <a:pt x="2193709" y="153598"/>
                  </a:lnTo>
                  <a:lnTo>
                    <a:pt x="2203452" y="134651"/>
                  </a:lnTo>
                  <a:lnTo>
                    <a:pt x="2213196" y="116182"/>
                  </a:lnTo>
                  <a:lnTo>
                    <a:pt x="2222955" y="120989"/>
                  </a:lnTo>
                  <a:lnTo>
                    <a:pt x="2232699" y="153512"/>
                  </a:lnTo>
                  <a:lnTo>
                    <a:pt x="2242458" y="154522"/>
                  </a:lnTo>
                  <a:lnTo>
                    <a:pt x="2252202" y="154345"/>
                  </a:lnTo>
                  <a:lnTo>
                    <a:pt x="2261946" y="164917"/>
                  </a:lnTo>
                  <a:lnTo>
                    <a:pt x="2271705" y="184633"/>
                  </a:lnTo>
                  <a:lnTo>
                    <a:pt x="2281449" y="199482"/>
                  </a:lnTo>
                  <a:lnTo>
                    <a:pt x="2291208" y="222336"/>
                  </a:lnTo>
                  <a:lnTo>
                    <a:pt x="2300951" y="222123"/>
                  </a:lnTo>
                  <a:lnTo>
                    <a:pt x="2310695" y="211948"/>
                  </a:lnTo>
                  <a:lnTo>
                    <a:pt x="2320454" y="203078"/>
                  </a:lnTo>
                  <a:lnTo>
                    <a:pt x="2330198" y="199104"/>
                  </a:lnTo>
                  <a:lnTo>
                    <a:pt x="2339957" y="194400"/>
                  </a:lnTo>
                  <a:lnTo>
                    <a:pt x="2349701" y="177638"/>
                  </a:lnTo>
                  <a:lnTo>
                    <a:pt x="2359445" y="188269"/>
                  </a:lnTo>
                  <a:lnTo>
                    <a:pt x="2369204" y="185920"/>
                  </a:lnTo>
                  <a:lnTo>
                    <a:pt x="2378948" y="191795"/>
                  </a:lnTo>
                  <a:lnTo>
                    <a:pt x="2388692" y="226660"/>
                  </a:lnTo>
                  <a:lnTo>
                    <a:pt x="2398450" y="165346"/>
                  </a:lnTo>
                  <a:lnTo>
                    <a:pt x="2408194" y="200649"/>
                  </a:lnTo>
                  <a:lnTo>
                    <a:pt x="2417953" y="238205"/>
                  </a:lnTo>
                  <a:lnTo>
                    <a:pt x="2427697" y="221239"/>
                  </a:lnTo>
                  <a:lnTo>
                    <a:pt x="2437441" y="236092"/>
                  </a:lnTo>
                  <a:lnTo>
                    <a:pt x="2447200" y="232229"/>
                  </a:lnTo>
                  <a:lnTo>
                    <a:pt x="2456944" y="214577"/>
                  </a:lnTo>
                  <a:lnTo>
                    <a:pt x="2466703" y="223954"/>
                  </a:lnTo>
                  <a:lnTo>
                    <a:pt x="2476446" y="227504"/>
                  </a:lnTo>
                  <a:lnTo>
                    <a:pt x="2486190" y="231031"/>
                  </a:lnTo>
                  <a:lnTo>
                    <a:pt x="2495949" y="260299"/>
                  </a:lnTo>
                  <a:lnTo>
                    <a:pt x="2505693" y="248460"/>
                  </a:lnTo>
                  <a:lnTo>
                    <a:pt x="2515452" y="226487"/>
                  </a:lnTo>
                  <a:lnTo>
                    <a:pt x="2525196" y="234955"/>
                  </a:lnTo>
                  <a:lnTo>
                    <a:pt x="2534940" y="206823"/>
                  </a:lnTo>
                  <a:lnTo>
                    <a:pt x="2544699" y="187894"/>
                  </a:lnTo>
                  <a:lnTo>
                    <a:pt x="2554443" y="144316"/>
                  </a:lnTo>
                  <a:lnTo>
                    <a:pt x="2564202" y="135876"/>
                  </a:lnTo>
                  <a:lnTo>
                    <a:pt x="2573946" y="160471"/>
                  </a:lnTo>
                  <a:lnTo>
                    <a:pt x="2583690" y="161416"/>
                  </a:lnTo>
                  <a:lnTo>
                    <a:pt x="2593448" y="142787"/>
                  </a:lnTo>
                  <a:lnTo>
                    <a:pt x="2603192" y="153035"/>
                  </a:lnTo>
                  <a:lnTo>
                    <a:pt x="2612951" y="147755"/>
                  </a:lnTo>
                  <a:lnTo>
                    <a:pt x="2622695" y="144758"/>
                  </a:lnTo>
                  <a:lnTo>
                    <a:pt x="2632439" y="97882"/>
                  </a:lnTo>
                  <a:lnTo>
                    <a:pt x="2642198" y="70496"/>
                  </a:lnTo>
                  <a:lnTo>
                    <a:pt x="2651942" y="81593"/>
                  </a:lnTo>
                  <a:lnTo>
                    <a:pt x="2661685" y="49739"/>
                  </a:lnTo>
                  <a:lnTo>
                    <a:pt x="2671444" y="38688"/>
                  </a:lnTo>
                  <a:lnTo>
                    <a:pt x="2681188" y="45680"/>
                  </a:lnTo>
                  <a:lnTo>
                    <a:pt x="2690947" y="46576"/>
                  </a:lnTo>
                  <a:lnTo>
                    <a:pt x="2700691" y="34986"/>
                  </a:lnTo>
                  <a:lnTo>
                    <a:pt x="2710435" y="58033"/>
                  </a:lnTo>
                  <a:lnTo>
                    <a:pt x="2720194" y="84297"/>
                  </a:lnTo>
                  <a:lnTo>
                    <a:pt x="2729938" y="80025"/>
                  </a:lnTo>
                  <a:lnTo>
                    <a:pt x="2739697" y="53426"/>
                  </a:lnTo>
                  <a:lnTo>
                    <a:pt x="2749441" y="46254"/>
                  </a:lnTo>
                  <a:lnTo>
                    <a:pt x="2759185" y="61463"/>
                  </a:lnTo>
                  <a:lnTo>
                    <a:pt x="2768943" y="55701"/>
                  </a:lnTo>
                  <a:lnTo>
                    <a:pt x="2778687" y="61940"/>
                  </a:lnTo>
                  <a:lnTo>
                    <a:pt x="2788446" y="22353"/>
                  </a:lnTo>
                  <a:lnTo>
                    <a:pt x="2798190" y="55621"/>
                  </a:lnTo>
                  <a:lnTo>
                    <a:pt x="2807934" y="62841"/>
                  </a:lnTo>
                  <a:lnTo>
                    <a:pt x="2817693" y="97073"/>
                  </a:lnTo>
                  <a:lnTo>
                    <a:pt x="2827437" y="79835"/>
                  </a:lnTo>
                  <a:lnTo>
                    <a:pt x="2837196" y="73951"/>
                  </a:lnTo>
                  <a:lnTo>
                    <a:pt x="2846940" y="104989"/>
                  </a:lnTo>
                  <a:lnTo>
                    <a:pt x="2856684" y="119661"/>
                  </a:lnTo>
                  <a:lnTo>
                    <a:pt x="2866442" y="92700"/>
                  </a:lnTo>
                  <a:lnTo>
                    <a:pt x="2876186" y="113973"/>
                  </a:lnTo>
                  <a:lnTo>
                    <a:pt x="2885945" y="102322"/>
                  </a:lnTo>
                  <a:lnTo>
                    <a:pt x="2895689" y="106011"/>
                  </a:lnTo>
                  <a:lnTo>
                    <a:pt x="2905433" y="158625"/>
                  </a:lnTo>
                  <a:lnTo>
                    <a:pt x="2915192" y="15507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8" name="Freeform 1097">
              <a:extLst>
                <a:ext uri="{FF2B5EF4-FFF2-40B4-BE49-F238E27FC236}">
                  <a16:creationId xmlns:a16="http://schemas.microsoft.com/office/drawing/2014/main" id="{FA5CC162-2501-97B2-D9C4-F8445D104688}"/>
                </a:ext>
              </a:extLst>
            </p:cNvPr>
            <p:cNvSpPr/>
            <p:nvPr/>
          </p:nvSpPr>
          <p:spPr>
            <a:xfrm>
              <a:off x="4426652" y="3344187"/>
              <a:ext cx="2915191" cy="709073"/>
            </a:xfrm>
            <a:custGeom>
              <a:avLst/>
              <a:gdLst>
                <a:gd name="connsiteX0" fmla="*/ 0 w 2915191"/>
                <a:gd name="connsiteY0" fmla="*/ 709074 h 709073"/>
                <a:gd name="connsiteX1" fmla="*/ 9750 w 2915191"/>
                <a:gd name="connsiteY1" fmla="*/ 691374 h 709073"/>
                <a:gd name="connsiteX2" fmla="*/ 19500 w 2915191"/>
                <a:gd name="connsiteY2" fmla="*/ 694801 h 709073"/>
                <a:gd name="connsiteX3" fmla="*/ 29250 w 2915191"/>
                <a:gd name="connsiteY3" fmla="*/ 696171 h 709073"/>
                <a:gd name="connsiteX4" fmla="*/ 39000 w 2915191"/>
                <a:gd name="connsiteY4" fmla="*/ 686815 h 709073"/>
                <a:gd name="connsiteX5" fmla="*/ 48749 w 2915191"/>
                <a:gd name="connsiteY5" fmla="*/ 672661 h 709073"/>
                <a:gd name="connsiteX6" fmla="*/ 58499 w 2915191"/>
                <a:gd name="connsiteY6" fmla="*/ 642322 h 709073"/>
                <a:gd name="connsiteX7" fmla="*/ 68249 w 2915191"/>
                <a:gd name="connsiteY7" fmla="*/ 637735 h 709073"/>
                <a:gd name="connsiteX8" fmla="*/ 77998 w 2915191"/>
                <a:gd name="connsiteY8" fmla="*/ 635750 h 709073"/>
                <a:gd name="connsiteX9" fmla="*/ 87748 w 2915191"/>
                <a:gd name="connsiteY9" fmla="*/ 664624 h 709073"/>
                <a:gd name="connsiteX10" fmla="*/ 97497 w 2915191"/>
                <a:gd name="connsiteY10" fmla="*/ 668903 h 709073"/>
                <a:gd name="connsiteX11" fmla="*/ 107247 w 2915191"/>
                <a:gd name="connsiteY11" fmla="*/ 688573 h 709073"/>
                <a:gd name="connsiteX12" fmla="*/ 116997 w 2915191"/>
                <a:gd name="connsiteY12" fmla="*/ 674017 h 709073"/>
                <a:gd name="connsiteX13" fmla="*/ 126747 w 2915191"/>
                <a:gd name="connsiteY13" fmla="*/ 655414 h 709073"/>
                <a:gd name="connsiteX14" fmla="*/ 136497 w 2915191"/>
                <a:gd name="connsiteY14" fmla="*/ 671365 h 709073"/>
                <a:gd name="connsiteX15" fmla="*/ 146247 w 2915191"/>
                <a:gd name="connsiteY15" fmla="*/ 679931 h 709073"/>
                <a:gd name="connsiteX16" fmla="*/ 155997 w 2915191"/>
                <a:gd name="connsiteY16" fmla="*/ 672735 h 709073"/>
                <a:gd name="connsiteX17" fmla="*/ 165747 w 2915191"/>
                <a:gd name="connsiteY17" fmla="*/ 679470 h 709073"/>
                <a:gd name="connsiteX18" fmla="*/ 175497 w 2915191"/>
                <a:gd name="connsiteY18" fmla="*/ 676803 h 709073"/>
                <a:gd name="connsiteX19" fmla="*/ 185247 w 2915191"/>
                <a:gd name="connsiteY19" fmla="*/ 671037 h 709073"/>
                <a:gd name="connsiteX20" fmla="*/ 194996 w 2915191"/>
                <a:gd name="connsiteY20" fmla="*/ 638991 h 709073"/>
                <a:gd name="connsiteX21" fmla="*/ 204746 w 2915191"/>
                <a:gd name="connsiteY21" fmla="*/ 640409 h 709073"/>
                <a:gd name="connsiteX22" fmla="*/ 214495 w 2915191"/>
                <a:gd name="connsiteY22" fmla="*/ 623361 h 709073"/>
                <a:gd name="connsiteX23" fmla="*/ 224245 w 2915191"/>
                <a:gd name="connsiteY23" fmla="*/ 569916 h 709073"/>
                <a:gd name="connsiteX24" fmla="*/ 233995 w 2915191"/>
                <a:gd name="connsiteY24" fmla="*/ 567350 h 709073"/>
                <a:gd name="connsiteX25" fmla="*/ 243744 w 2915191"/>
                <a:gd name="connsiteY25" fmla="*/ 544084 h 709073"/>
                <a:gd name="connsiteX26" fmla="*/ 253494 w 2915191"/>
                <a:gd name="connsiteY26" fmla="*/ 558499 h 709073"/>
                <a:gd name="connsiteX27" fmla="*/ 263244 w 2915191"/>
                <a:gd name="connsiteY27" fmla="*/ 568703 h 709073"/>
                <a:gd name="connsiteX28" fmla="*/ 272994 w 2915191"/>
                <a:gd name="connsiteY28" fmla="*/ 551049 h 709073"/>
                <a:gd name="connsiteX29" fmla="*/ 282744 w 2915191"/>
                <a:gd name="connsiteY29" fmla="*/ 554239 h 709073"/>
                <a:gd name="connsiteX30" fmla="*/ 292494 w 2915191"/>
                <a:gd name="connsiteY30" fmla="*/ 562884 h 709073"/>
                <a:gd name="connsiteX31" fmla="*/ 302244 w 2915191"/>
                <a:gd name="connsiteY31" fmla="*/ 579162 h 709073"/>
                <a:gd name="connsiteX32" fmla="*/ 311994 w 2915191"/>
                <a:gd name="connsiteY32" fmla="*/ 600803 h 709073"/>
                <a:gd name="connsiteX33" fmla="*/ 321744 w 2915191"/>
                <a:gd name="connsiteY33" fmla="*/ 612196 h 709073"/>
                <a:gd name="connsiteX34" fmla="*/ 331493 w 2915191"/>
                <a:gd name="connsiteY34" fmla="*/ 572128 h 709073"/>
                <a:gd name="connsiteX35" fmla="*/ 341243 w 2915191"/>
                <a:gd name="connsiteY35" fmla="*/ 569304 h 709073"/>
                <a:gd name="connsiteX36" fmla="*/ 350993 w 2915191"/>
                <a:gd name="connsiteY36" fmla="*/ 581154 h 709073"/>
                <a:gd name="connsiteX37" fmla="*/ 360742 w 2915191"/>
                <a:gd name="connsiteY37" fmla="*/ 566853 h 709073"/>
                <a:gd name="connsiteX38" fmla="*/ 370492 w 2915191"/>
                <a:gd name="connsiteY38" fmla="*/ 580871 h 709073"/>
                <a:gd name="connsiteX39" fmla="*/ 380241 w 2915191"/>
                <a:gd name="connsiteY39" fmla="*/ 602708 h 709073"/>
                <a:gd name="connsiteX40" fmla="*/ 389991 w 2915191"/>
                <a:gd name="connsiteY40" fmla="*/ 622207 h 709073"/>
                <a:gd name="connsiteX41" fmla="*/ 399741 w 2915191"/>
                <a:gd name="connsiteY41" fmla="*/ 634837 h 709073"/>
                <a:gd name="connsiteX42" fmla="*/ 409491 w 2915191"/>
                <a:gd name="connsiteY42" fmla="*/ 663799 h 709073"/>
                <a:gd name="connsiteX43" fmla="*/ 419241 w 2915191"/>
                <a:gd name="connsiteY43" fmla="*/ 627712 h 709073"/>
                <a:gd name="connsiteX44" fmla="*/ 428991 w 2915191"/>
                <a:gd name="connsiteY44" fmla="*/ 651434 h 709073"/>
                <a:gd name="connsiteX45" fmla="*/ 438741 w 2915191"/>
                <a:gd name="connsiteY45" fmla="*/ 605377 h 709073"/>
                <a:gd name="connsiteX46" fmla="*/ 448491 w 2915191"/>
                <a:gd name="connsiteY46" fmla="*/ 611007 h 709073"/>
                <a:gd name="connsiteX47" fmla="*/ 458241 w 2915191"/>
                <a:gd name="connsiteY47" fmla="*/ 618837 h 709073"/>
                <a:gd name="connsiteX48" fmla="*/ 467991 w 2915191"/>
                <a:gd name="connsiteY48" fmla="*/ 599039 h 709073"/>
                <a:gd name="connsiteX49" fmla="*/ 477740 w 2915191"/>
                <a:gd name="connsiteY49" fmla="*/ 604562 h 709073"/>
                <a:gd name="connsiteX50" fmla="*/ 487490 w 2915191"/>
                <a:gd name="connsiteY50" fmla="*/ 600308 h 709073"/>
                <a:gd name="connsiteX51" fmla="*/ 497239 w 2915191"/>
                <a:gd name="connsiteY51" fmla="*/ 594988 h 709073"/>
                <a:gd name="connsiteX52" fmla="*/ 506989 w 2915191"/>
                <a:gd name="connsiteY52" fmla="*/ 576032 h 709073"/>
                <a:gd name="connsiteX53" fmla="*/ 516738 w 2915191"/>
                <a:gd name="connsiteY53" fmla="*/ 582070 h 709073"/>
                <a:gd name="connsiteX54" fmla="*/ 526488 w 2915191"/>
                <a:gd name="connsiteY54" fmla="*/ 583446 h 709073"/>
                <a:gd name="connsiteX55" fmla="*/ 536238 w 2915191"/>
                <a:gd name="connsiteY55" fmla="*/ 589857 h 709073"/>
                <a:gd name="connsiteX56" fmla="*/ 545988 w 2915191"/>
                <a:gd name="connsiteY56" fmla="*/ 561525 h 709073"/>
                <a:gd name="connsiteX57" fmla="*/ 555738 w 2915191"/>
                <a:gd name="connsiteY57" fmla="*/ 508364 h 709073"/>
                <a:gd name="connsiteX58" fmla="*/ 565488 w 2915191"/>
                <a:gd name="connsiteY58" fmla="*/ 535861 h 709073"/>
                <a:gd name="connsiteX59" fmla="*/ 575238 w 2915191"/>
                <a:gd name="connsiteY59" fmla="*/ 536961 h 709073"/>
                <a:gd name="connsiteX60" fmla="*/ 584988 w 2915191"/>
                <a:gd name="connsiteY60" fmla="*/ 552094 h 709073"/>
                <a:gd name="connsiteX61" fmla="*/ 594738 w 2915191"/>
                <a:gd name="connsiteY61" fmla="*/ 542055 h 709073"/>
                <a:gd name="connsiteX62" fmla="*/ 604488 w 2915191"/>
                <a:gd name="connsiteY62" fmla="*/ 538355 h 709073"/>
                <a:gd name="connsiteX63" fmla="*/ 614237 w 2915191"/>
                <a:gd name="connsiteY63" fmla="*/ 549470 h 709073"/>
                <a:gd name="connsiteX64" fmla="*/ 623987 w 2915191"/>
                <a:gd name="connsiteY64" fmla="*/ 571671 h 709073"/>
                <a:gd name="connsiteX65" fmla="*/ 633736 w 2915191"/>
                <a:gd name="connsiteY65" fmla="*/ 578516 h 709073"/>
                <a:gd name="connsiteX66" fmla="*/ 643486 w 2915191"/>
                <a:gd name="connsiteY66" fmla="*/ 571372 h 709073"/>
                <a:gd name="connsiteX67" fmla="*/ 653236 w 2915191"/>
                <a:gd name="connsiteY67" fmla="*/ 586853 h 709073"/>
                <a:gd name="connsiteX68" fmla="*/ 662985 w 2915191"/>
                <a:gd name="connsiteY68" fmla="*/ 598440 h 709073"/>
                <a:gd name="connsiteX69" fmla="*/ 672735 w 2915191"/>
                <a:gd name="connsiteY69" fmla="*/ 585351 h 709073"/>
                <a:gd name="connsiteX70" fmla="*/ 682485 w 2915191"/>
                <a:gd name="connsiteY70" fmla="*/ 597260 h 709073"/>
                <a:gd name="connsiteX71" fmla="*/ 692235 w 2915191"/>
                <a:gd name="connsiteY71" fmla="*/ 583572 h 709073"/>
                <a:gd name="connsiteX72" fmla="*/ 701985 w 2915191"/>
                <a:gd name="connsiteY72" fmla="*/ 610772 h 709073"/>
                <a:gd name="connsiteX73" fmla="*/ 711735 w 2915191"/>
                <a:gd name="connsiteY73" fmla="*/ 589372 h 709073"/>
                <a:gd name="connsiteX74" fmla="*/ 721485 w 2915191"/>
                <a:gd name="connsiteY74" fmla="*/ 609553 h 709073"/>
                <a:gd name="connsiteX75" fmla="*/ 731235 w 2915191"/>
                <a:gd name="connsiteY75" fmla="*/ 624425 h 709073"/>
                <a:gd name="connsiteX76" fmla="*/ 740985 w 2915191"/>
                <a:gd name="connsiteY76" fmla="*/ 617669 h 709073"/>
                <a:gd name="connsiteX77" fmla="*/ 750734 w 2915191"/>
                <a:gd name="connsiteY77" fmla="*/ 621816 h 709073"/>
                <a:gd name="connsiteX78" fmla="*/ 760484 w 2915191"/>
                <a:gd name="connsiteY78" fmla="*/ 601187 h 709073"/>
                <a:gd name="connsiteX79" fmla="*/ 770233 w 2915191"/>
                <a:gd name="connsiteY79" fmla="*/ 584941 h 709073"/>
                <a:gd name="connsiteX80" fmla="*/ 779983 w 2915191"/>
                <a:gd name="connsiteY80" fmla="*/ 598809 h 709073"/>
                <a:gd name="connsiteX81" fmla="*/ 789733 w 2915191"/>
                <a:gd name="connsiteY81" fmla="*/ 623430 h 709073"/>
                <a:gd name="connsiteX82" fmla="*/ 799482 w 2915191"/>
                <a:gd name="connsiteY82" fmla="*/ 590147 h 709073"/>
                <a:gd name="connsiteX83" fmla="*/ 809232 w 2915191"/>
                <a:gd name="connsiteY83" fmla="*/ 614054 h 709073"/>
                <a:gd name="connsiteX84" fmla="*/ 818982 w 2915191"/>
                <a:gd name="connsiteY84" fmla="*/ 630677 h 709073"/>
                <a:gd name="connsiteX85" fmla="*/ 828732 w 2915191"/>
                <a:gd name="connsiteY85" fmla="*/ 601748 h 709073"/>
                <a:gd name="connsiteX86" fmla="*/ 838482 w 2915191"/>
                <a:gd name="connsiteY86" fmla="*/ 619258 h 709073"/>
                <a:gd name="connsiteX87" fmla="*/ 848232 w 2915191"/>
                <a:gd name="connsiteY87" fmla="*/ 622494 h 709073"/>
                <a:gd name="connsiteX88" fmla="*/ 857982 w 2915191"/>
                <a:gd name="connsiteY88" fmla="*/ 577917 h 709073"/>
                <a:gd name="connsiteX89" fmla="*/ 867732 w 2915191"/>
                <a:gd name="connsiteY89" fmla="*/ 552906 h 709073"/>
                <a:gd name="connsiteX90" fmla="*/ 877482 w 2915191"/>
                <a:gd name="connsiteY90" fmla="*/ 524200 h 709073"/>
                <a:gd name="connsiteX91" fmla="*/ 887231 w 2915191"/>
                <a:gd name="connsiteY91" fmla="*/ 548251 h 709073"/>
                <a:gd name="connsiteX92" fmla="*/ 896981 w 2915191"/>
                <a:gd name="connsiteY92" fmla="*/ 543448 h 709073"/>
                <a:gd name="connsiteX93" fmla="*/ 906730 w 2915191"/>
                <a:gd name="connsiteY93" fmla="*/ 561233 h 709073"/>
                <a:gd name="connsiteX94" fmla="*/ 916480 w 2915191"/>
                <a:gd name="connsiteY94" fmla="*/ 550090 h 709073"/>
                <a:gd name="connsiteX95" fmla="*/ 926230 w 2915191"/>
                <a:gd name="connsiteY95" fmla="*/ 530112 h 709073"/>
                <a:gd name="connsiteX96" fmla="*/ 935979 w 2915191"/>
                <a:gd name="connsiteY96" fmla="*/ 537733 h 709073"/>
                <a:gd name="connsiteX97" fmla="*/ 945729 w 2915191"/>
                <a:gd name="connsiteY97" fmla="*/ 530036 h 709073"/>
                <a:gd name="connsiteX98" fmla="*/ 955479 w 2915191"/>
                <a:gd name="connsiteY98" fmla="*/ 537460 h 709073"/>
                <a:gd name="connsiteX99" fmla="*/ 965229 w 2915191"/>
                <a:gd name="connsiteY99" fmla="*/ 533366 h 709073"/>
                <a:gd name="connsiteX100" fmla="*/ 974979 w 2915191"/>
                <a:gd name="connsiteY100" fmla="*/ 535900 h 709073"/>
                <a:gd name="connsiteX101" fmla="*/ 984729 w 2915191"/>
                <a:gd name="connsiteY101" fmla="*/ 540759 h 709073"/>
                <a:gd name="connsiteX102" fmla="*/ 994474 w 2915191"/>
                <a:gd name="connsiteY102" fmla="*/ 586007 h 709073"/>
                <a:gd name="connsiteX103" fmla="*/ 1004233 w 2915191"/>
                <a:gd name="connsiteY103" fmla="*/ 549506 h 709073"/>
                <a:gd name="connsiteX104" fmla="*/ 1013977 w 2915191"/>
                <a:gd name="connsiteY104" fmla="*/ 568445 h 709073"/>
                <a:gd name="connsiteX105" fmla="*/ 1023721 w 2915191"/>
                <a:gd name="connsiteY105" fmla="*/ 507638 h 709073"/>
                <a:gd name="connsiteX106" fmla="*/ 1033480 w 2915191"/>
                <a:gd name="connsiteY106" fmla="*/ 488800 h 709073"/>
                <a:gd name="connsiteX107" fmla="*/ 1043224 w 2915191"/>
                <a:gd name="connsiteY107" fmla="*/ 476860 h 709073"/>
                <a:gd name="connsiteX108" fmla="*/ 1052983 w 2915191"/>
                <a:gd name="connsiteY108" fmla="*/ 489449 h 709073"/>
                <a:gd name="connsiteX109" fmla="*/ 1062727 w 2915191"/>
                <a:gd name="connsiteY109" fmla="*/ 504259 h 709073"/>
                <a:gd name="connsiteX110" fmla="*/ 1072471 w 2915191"/>
                <a:gd name="connsiteY110" fmla="*/ 522126 h 709073"/>
                <a:gd name="connsiteX111" fmla="*/ 1082230 w 2915191"/>
                <a:gd name="connsiteY111" fmla="*/ 516929 h 709073"/>
                <a:gd name="connsiteX112" fmla="*/ 1091973 w 2915191"/>
                <a:gd name="connsiteY112" fmla="*/ 515734 h 709073"/>
                <a:gd name="connsiteX113" fmla="*/ 1101732 w 2915191"/>
                <a:gd name="connsiteY113" fmla="*/ 549153 h 709073"/>
                <a:gd name="connsiteX114" fmla="*/ 1111476 w 2915191"/>
                <a:gd name="connsiteY114" fmla="*/ 565597 h 709073"/>
                <a:gd name="connsiteX115" fmla="*/ 1121220 w 2915191"/>
                <a:gd name="connsiteY115" fmla="*/ 537104 h 709073"/>
                <a:gd name="connsiteX116" fmla="*/ 1130979 w 2915191"/>
                <a:gd name="connsiteY116" fmla="*/ 524003 h 709073"/>
                <a:gd name="connsiteX117" fmla="*/ 1140723 w 2915191"/>
                <a:gd name="connsiteY117" fmla="*/ 508995 h 709073"/>
                <a:gd name="connsiteX118" fmla="*/ 1150482 w 2915191"/>
                <a:gd name="connsiteY118" fmla="*/ 531103 h 709073"/>
                <a:gd name="connsiteX119" fmla="*/ 1160226 w 2915191"/>
                <a:gd name="connsiteY119" fmla="*/ 547566 h 709073"/>
                <a:gd name="connsiteX120" fmla="*/ 1169969 w 2915191"/>
                <a:gd name="connsiteY120" fmla="*/ 586051 h 709073"/>
                <a:gd name="connsiteX121" fmla="*/ 1179728 w 2915191"/>
                <a:gd name="connsiteY121" fmla="*/ 593821 h 709073"/>
                <a:gd name="connsiteX122" fmla="*/ 1189472 w 2915191"/>
                <a:gd name="connsiteY122" fmla="*/ 628578 h 709073"/>
                <a:gd name="connsiteX123" fmla="*/ 1199231 w 2915191"/>
                <a:gd name="connsiteY123" fmla="*/ 624899 h 709073"/>
                <a:gd name="connsiteX124" fmla="*/ 1208975 w 2915191"/>
                <a:gd name="connsiteY124" fmla="*/ 618107 h 709073"/>
                <a:gd name="connsiteX125" fmla="*/ 1218719 w 2915191"/>
                <a:gd name="connsiteY125" fmla="*/ 632706 h 709073"/>
                <a:gd name="connsiteX126" fmla="*/ 1228478 w 2915191"/>
                <a:gd name="connsiteY126" fmla="*/ 645586 h 709073"/>
                <a:gd name="connsiteX127" fmla="*/ 1238222 w 2915191"/>
                <a:gd name="connsiteY127" fmla="*/ 645655 h 709073"/>
                <a:gd name="connsiteX128" fmla="*/ 1247966 w 2915191"/>
                <a:gd name="connsiteY128" fmla="*/ 651608 h 709073"/>
                <a:gd name="connsiteX129" fmla="*/ 1257725 w 2915191"/>
                <a:gd name="connsiteY129" fmla="*/ 639539 h 709073"/>
                <a:gd name="connsiteX130" fmla="*/ 1267469 w 2915191"/>
                <a:gd name="connsiteY130" fmla="*/ 631096 h 709073"/>
                <a:gd name="connsiteX131" fmla="*/ 1277227 w 2915191"/>
                <a:gd name="connsiteY131" fmla="*/ 607995 h 709073"/>
                <a:gd name="connsiteX132" fmla="*/ 1286971 w 2915191"/>
                <a:gd name="connsiteY132" fmla="*/ 604814 h 709073"/>
                <a:gd name="connsiteX133" fmla="*/ 1296715 w 2915191"/>
                <a:gd name="connsiteY133" fmla="*/ 609321 h 709073"/>
                <a:gd name="connsiteX134" fmla="*/ 1306474 w 2915191"/>
                <a:gd name="connsiteY134" fmla="*/ 601523 h 709073"/>
                <a:gd name="connsiteX135" fmla="*/ 1316218 w 2915191"/>
                <a:gd name="connsiteY135" fmla="*/ 586396 h 709073"/>
                <a:gd name="connsiteX136" fmla="*/ 1325977 w 2915191"/>
                <a:gd name="connsiteY136" fmla="*/ 593222 h 709073"/>
                <a:gd name="connsiteX137" fmla="*/ 1335721 w 2915191"/>
                <a:gd name="connsiteY137" fmla="*/ 572557 h 709073"/>
                <a:gd name="connsiteX138" fmla="*/ 1345465 w 2915191"/>
                <a:gd name="connsiteY138" fmla="*/ 580502 h 709073"/>
                <a:gd name="connsiteX139" fmla="*/ 1355224 w 2915191"/>
                <a:gd name="connsiteY139" fmla="*/ 552185 h 709073"/>
                <a:gd name="connsiteX140" fmla="*/ 1364967 w 2915191"/>
                <a:gd name="connsiteY140" fmla="*/ 540338 h 709073"/>
                <a:gd name="connsiteX141" fmla="*/ 1374726 w 2915191"/>
                <a:gd name="connsiteY141" fmla="*/ 503221 h 709073"/>
                <a:gd name="connsiteX142" fmla="*/ 1384470 w 2915191"/>
                <a:gd name="connsiteY142" fmla="*/ 491234 h 709073"/>
                <a:gd name="connsiteX143" fmla="*/ 1394214 w 2915191"/>
                <a:gd name="connsiteY143" fmla="*/ 492487 h 709073"/>
                <a:gd name="connsiteX144" fmla="*/ 1403973 w 2915191"/>
                <a:gd name="connsiteY144" fmla="*/ 500522 h 709073"/>
                <a:gd name="connsiteX145" fmla="*/ 1413717 w 2915191"/>
                <a:gd name="connsiteY145" fmla="*/ 519834 h 709073"/>
                <a:gd name="connsiteX146" fmla="*/ 1423476 w 2915191"/>
                <a:gd name="connsiteY146" fmla="*/ 525997 h 709073"/>
                <a:gd name="connsiteX147" fmla="*/ 1433220 w 2915191"/>
                <a:gd name="connsiteY147" fmla="*/ 520307 h 709073"/>
                <a:gd name="connsiteX148" fmla="*/ 1442964 w 2915191"/>
                <a:gd name="connsiteY148" fmla="*/ 540254 h 709073"/>
                <a:gd name="connsiteX149" fmla="*/ 1452722 w 2915191"/>
                <a:gd name="connsiteY149" fmla="*/ 556592 h 709073"/>
                <a:gd name="connsiteX150" fmla="*/ 1462466 w 2915191"/>
                <a:gd name="connsiteY150" fmla="*/ 527673 h 709073"/>
                <a:gd name="connsiteX151" fmla="*/ 1472225 w 2915191"/>
                <a:gd name="connsiteY151" fmla="*/ 538071 h 709073"/>
                <a:gd name="connsiteX152" fmla="*/ 1481969 w 2915191"/>
                <a:gd name="connsiteY152" fmla="*/ 534048 h 709073"/>
                <a:gd name="connsiteX153" fmla="*/ 1491713 w 2915191"/>
                <a:gd name="connsiteY153" fmla="*/ 553014 h 709073"/>
                <a:gd name="connsiteX154" fmla="*/ 1501472 w 2915191"/>
                <a:gd name="connsiteY154" fmla="*/ 539692 h 709073"/>
                <a:gd name="connsiteX155" fmla="*/ 1511216 w 2915191"/>
                <a:gd name="connsiteY155" fmla="*/ 513184 h 709073"/>
                <a:gd name="connsiteX156" fmla="*/ 1520960 w 2915191"/>
                <a:gd name="connsiteY156" fmla="*/ 504572 h 709073"/>
                <a:gd name="connsiteX157" fmla="*/ 1530719 w 2915191"/>
                <a:gd name="connsiteY157" fmla="*/ 516221 h 709073"/>
                <a:gd name="connsiteX158" fmla="*/ 1540463 w 2915191"/>
                <a:gd name="connsiteY158" fmla="*/ 536268 h 709073"/>
                <a:gd name="connsiteX159" fmla="*/ 1550221 w 2915191"/>
                <a:gd name="connsiteY159" fmla="*/ 556130 h 709073"/>
                <a:gd name="connsiteX160" fmla="*/ 1559965 w 2915191"/>
                <a:gd name="connsiteY160" fmla="*/ 554107 h 709073"/>
                <a:gd name="connsiteX161" fmla="*/ 1569709 w 2915191"/>
                <a:gd name="connsiteY161" fmla="*/ 554820 h 709073"/>
                <a:gd name="connsiteX162" fmla="*/ 1579468 w 2915191"/>
                <a:gd name="connsiteY162" fmla="*/ 582698 h 709073"/>
                <a:gd name="connsiteX163" fmla="*/ 1589212 w 2915191"/>
                <a:gd name="connsiteY163" fmla="*/ 565924 h 709073"/>
                <a:gd name="connsiteX164" fmla="*/ 1598971 w 2915191"/>
                <a:gd name="connsiteY164" fmla="*/ 589247 h 709073"/>
                <a:gd name="connsiteX165" fmla="*/ 1608715 w 2915191"/>
                <a:gd name="connsiteY165" fmla="*/ 606956 h 709073"/>
                <a:gd name="connsiteX166" fmla="*/ 1618459 w 2915191"/>
                <a:gd name="connsiteY166" fmla="*/ 610003 h 709073"/>
                <a:gd name="connsiteX167" fmla="*/ 1628218 w 2915191"/>
                <a:gd name="connsiteY167" fmla="*/ 599502 h 709073"/>
                <a:gd name="connsiteX168" fmla="*/ 1637962 w 2915191"/>
                <a:gd name="connsiteY168" fmla="*/ 582385 h 709073"/>
                <a:gd name="connsiteX169" fmla="*/ 1647720 w 2915191"/>
                <a:gd name="connsiteY169" fmla="*/ 609774 h 709073"/>
                <a:gd name="connsiteX170" fmla="*/ 1657464 w 2915191"/>
                <a:gd name="connsiteY170" fmla="*/ 610045 h 709073"/>
                <a:gd name="connsiteX171" fmla="*/ 1667208 w 2915191"/>
                <a:gd name="connsiteY171" fmla="*/ 619713 h 709073"/>
                <a:gd name="connsiteX172" fmla="*/ 1676967 w 2915191"/>
                <a:gd name="connsiteY172" fmla="*/ 622701 h 709073"/>
                <a:gd name="connsiteX173" fmla="*/ 1686711 w 2915191"/>
                <a:gd name="connsiteY173" fmla="*/ 591573 h 709073"/>
                <a:gd name="connsiteX174" fmla="*/ 1696470 w 2915191"/>
                <a:gd name="connsiteY174" fmla="*/ 592956 h 709073"/>
                <a:gd name="connsiteX175" fmla="*/ 1706214 w 2915191"/>
                <a:gd name="connsiteY175" fmla="*/ 613133 h 709073"/>
                <a:gd name="connsiteX176" fmla="*/ 1715958 w 2915191"/>
                <a:gd name="connsiteY176" fmla="*/ 631109 h 709073"/>
                <a:gd name="connsiteX177" fmla="*/ 1725716 w 2915191"/>
                <a:gd name="connsiteY177" fmla="*/ 655143 h 709073"/>
                <a:gd name="connsiteX178" fmla="*/ 1735460 w 2915191"/>
                <a:gd name="connsiteY178" fmla="*/ 662099 h 709073"/>
                <a:gd name="connsiteX179" fmla="*/ 1745219 w 2915191"/>
                <a:gd name="connsiteY179" fmla="*/ 662999 h 709073"/>
                <a:gd name="connsiteX180" fmla="*/ 1754963 w 2915191"/>
                <a:gd name="connsiteY180" fmla="*/ 675089 h 709073"/>
                <a:gd name="connsiteX181" fmla="*/ 1764707 w 2915191"/>
                <a:gd name="connsiteY181" fmla="*/ 664286 h 709073"/>
                <a:gd name="connsiteX182" fmla="*/ 1774466 w 2915191"/>
                <a:gd name="connsiteY182" fmla="*/ 698719 h 709073"/>
                <a:gd name="connsiteX183" fmla="*/ 1784210 w 2915191"/>
                <a:gd name="connsiteY183" fmla="*/ 649204 h 709073"/>
                <a:gd name="connsiteX184" fmla="*/ 1793969 w 2915191"/>
                <a:gd name="connsiteY184" fmla="*/ 668546 h 709073"/>
                <a:gd name="connsiteX185" fmla="*/ 1803713 w 2915191"/>
                <a:gd name="connsiteY185" fmla="*/ 645272 h 709073"/>
                <a:gd name="connsiteX186" fmla="*/ 1813457 w 2915191"/>
                <a:gd name="connsiteY186" fmla="*/ 629410 h 709073"/>
                <a:gd name="connsiteX187" fmla="*/ 1823215 w 2915191"/>
                <a:gd name="connsiteY187" fmla="*/ 601132 h 709073"/>
                <a:gd name="connsiteX188" fmla="*/ 1832959 w 2915191"/>
                <a:gd name="connsiteY188" fmla="*/ 597899 h 709073"/>
                <a:gd name="connsiteX189" fmla="*/ 1842703 w 2915191"/>
                <a:gd name="connsiteY189" fmla="*/ 625359 h 709073"/>
                <a:gd name="connsiteX190" fmla="*/ 1852462 w 2915191"/>
                <a:gd name="connsiteY190" fmla="*/ 606368 h 709073"/>
                <a:gd name="connsiteX191" fmla="*/ 1862206 w 2915191"/>
                <a:gd name="connsiteY191" fmla="*/ 602263 h 709073"/>
                <a:gd name="connsiteX192" fmla="*/ 1871965 w 2915191"/>
                <a:gd name="connsiteY192" fmla="*/ 612779 h 709073"/>
                <a:gd name="connsiteX193" fmla="*/ 1881709 w 2915191"/>
                <a:gd name="connsiteY193" fmla="*/ 607972 h 709073"/>
                <a:gd name="connsiteX194" fmla="*/ 1891453 w 2915191"/>
                <a:gd name="connsiteY194" fmla="*/ 585599 h 709073"/>
                <a:gd name="connsiteX195" fmla="*/ 1901212 w 2915191"/>
                <a:gd name="connsiteY195" fmla="*/ 566008 h 709073"/>
                <a:gd name="connsiteX196" fmla="*/ 1910956 w 2915191"/>
                <a:gd name="connsiteY196" fmla="*/ 591934 h 709073"/>
                <a:gd name="connsiteX197" fmla="*/ 1920714 w 2915191"/>
                <a:gd name="connsiteY197" fmla="*/ 559920 h 709073"/>
                <a:gd name="connsiteX198" fmla="*/ 1930458 w 2915191"/>
                <a:gd name="connsiteY198" fmla="*/ 550660 h 709073"/>
                <a:gd name="connsiteX199" fmla="*/ 1940202 w 2915191"/>
                <a:gd name="connsiteY199" fmla="*/ 524657 h 709073"/>
                <a:gd name="connsiteX200" fmla="*/ 1949961 w 2915191"/>
                <a:gd name="connsiteY200" fmla="*/ 516254 h 709073"/>
                <a:gd name="connsiteX201" fmla="*/ 1959705 w 2915191"/>
                <a:gd name="connsiteY201" fmla="*/ 484399 h 709073"/>
                <a:gd name="connsiteX202" fmla="*/ 1969464 w 2915191"/>
                <a:gd name="connsiteY202" fmla="*/ 504630 h 709073"/>
                <a:gd name="connsiteX203" fmla="*/ 1979208 w 2915191"/>
                <a:gd name="connsiteY203" fmla="*/ 524824 h 709073"/>
                <a:gd name="connsiteX204" fmla="*/ 1988952 w 2915191"/>
                <a:gd name="connsiteY204" fmla="*/ 505627 h 709073"/>
                <a:gd name="connsiteX205" fmla="*/ 1998711 w 2915191"/>
                <a:gd name="connsiteY205" fmla="*/ 491309 h 709073"/>
                <a:gd name="connsiteX206" fmla="*/ 2008454 w 2915191"/>
                <a:gd name="connsiteY206" fmla="*/ 496383 h 709073"/>
                <a:gd name="connsiteX207" fmla="*/ 2018213 w 2915191"/>
                <a:gd name="connsiteY207" fmla="*/ 502169 h 709073"/>
                <a:gd name="connsiteX208" fmla="*/ 2027957 w 2915191"/>
                <a:gd name="connsiteY208" fmla="*/ 483089 h 709073"/>
                <a:gd name="connsiteX209" fmla="*/ 2037701 w 2915191"/>
                <a:gd name="connsiteY209" fmla="*/ 451508 h 709073"/>
                <a:gd name="connsiteX210" fmla="*/ 2047460 w 2915191"/>
                <a:gd name="connsiteY210" fmla="*/ 428833 h 709073"/>
                <a:gd name="connsiteX211" fmla="*/ 2057204 w 2915191"/>
                <a:gd name="connsiteY211" fmla="*/ 403940 h 709073"/>
                <a:gd name="connsiteX212" fmla="*/ 2066963 w 2915191"/>
                <a:gd name="connsiteY212" fmla="*/ 389653 h 709073"/>
                <a:gd name="connsiteX213" fmla="*/ 2076707 w 2915191"/>
                <a:gd name="connsiteY213" fmla="*/ 380760 h 709073"/>
                <a:gd name="connsiteX214" fmla="*/ 2086451 w 2915191"/>
                <a:gd name="connsiteY214" fmla="*/ 357033 h 709073"/>
                <a:gd name="connsiteX215" fmla="*/ 2096210 w 2915191"/>
                <a:gd name="connsiteY215" fmla="*/ 337201 h 709073"/>
                <a:gd name="connsiteX216" fmla="*/ 2105954 w 2915191"/>
                <a:gd name="connsiteY216" fmla="*/ 307335 h 709073"/>
                <a:gd name="connsiteX217" fmla="*/ 2115697 w 2915191"/>
                <a:gd name="connsiteY217" fmla="*/ 250979 h 709073"/>
                <a:gd name="connsiteX218" fmla="*/ 2125456 w 2915191"/>
                <a:gd name="connsiteY218" fmla="*/ 222238 h 709073"/>
                <a:gd name="connsiteX219" fmla="*/ 2135200 w 2915191"/>
                <a:gd name="connsiteY219" fmla="*/ 193790 h 709073"/>
                <a:gd name="connsiteX220" fmla="*/ 2144959 w 2915191"/>
                <a:gd name="connsiteY220" fmla="*/ 186340 h 709073"/>
                <a:gd name="connsiteX221" fmla="*/ 2154703 w 2915191"/>
                <a:gd name="connsiteY221" fmla="*/ 189323 h 709073"/>
                <a:gd name="connsiteX222" fmla="*/ 2164447 w 2915191"/>
                <a:gd name="connsiteY222" fmla="*/ 215065 h 709073"/>
                <a:gd name="connsiteX223" fmla="*/ 2174206 w 2915191"/>
                <a:gd name="connsiteY223" fmla="*/ 187441 h 709073"/>
                <a:gd name="connsiteX224" fmla="*/ 2183950 w 2915191"/>
                <a:gd name="connsiteY224" fmla="*/ 176775 h 709073"/>
                <a:gd name="connsiteX225" fmla="*/ 2193709 w 2915191"/>
                <a:gd name="connsiteY225" fmla="*/ 181817 h 709073"/>
                <a:gd name="connsiteX226" fmla="*/ 2203452 w 2915191"/>
                <a:gd name="connsiteY226" fmla="*/ 215149 h 709073"/>
                <a:gd name="connsiteX227" fmla="*/ 2213196 w 2915191"/>
                <a:gd name="connsiteY227" fmla="*/ 188235 h 709073"/>
                <a:gd name="connsiteX228" fmla="*/ 2222955 w 2915191"/>
                <a:gd name="connsiteY228" fmla="*/ 162086 h 709073"/>
                <a:gd name="connsiteX229" fmla="*/ 2232699 w 2915191"/>
                <a:gd name="connsiteY229" fmla="*/ 126106 h 709073"/>
                <a:gd name="connsiteX230" fmla="*/ 2242458 w 2915191"/>
                <a:gd name="connsiteY230" fmla="*/ 138482 h 709073"/>
                <a:gd name="connsiteX231" fmla="*/ 2252202 w 2915191"/>
                <a:gd name="connsiteY231" fmla="*/ 134574 h 709073"/>
                <a:gd name="connsiteX232" fmla="*/ 2261946 w 2915191"/>
                <a:gd name="connsiteY232" fmla="*/ 144936 h 709073"/>
                <a:gd name="connsiteX233" fmla="*/ 2271705 w 2915191"/>
                <a:gd name="connsiteY233" fmla="*/ 140435 h 709073"/>
                <a:gd name="connsiteX234" fmla="*/ 2281449 w 2915191"/>
                <a:gd name="connsiteY234" fmla="*/ 101887 h 709073"/>
                <a:gd name="connsiteX235" fmla="*/ 2291208 w 2915191"/>
                <a:gd name="connsiteY235" fmla="*/ 109725 h 709073"/>
                <a:gd name="connsiteX236" fmla="*/ 2300951 w 2915191"/>
                <a:gd name="connsiteY236" fmla="*/ 120306 h 709073"/>
                <a:gd name="connsiteX237" fmla="*/ 2310695 w 2915191"/>
                <a:gd name="connsiteY237" fmla="*/ 148373 h 709073"/>
                <a:gd name="connsiteX238" fmla="*/ 2320454 w 2915191"/>
                <a:gd name="connsiteY238" fmla="*/ 145958 h 709073"/>
                <a:gd name="connsiteX239" fmla="*/ 2330198 w 2915191"/>
                <a:gd name="connsiteY239" fmla="*/ 169982 h 709073"/>
                <a:gd name="connsiteX240" fmla="*/ 2339957 w 2915191"/>
                <a:gd name="connsiteY240" fmla="*/ 172722 h 709073"/>
                <a:gd name="connsiteX241" fmla="*/ 2349701 w 2915191"/>
                <a:gd name="connsiteY241" fmla="*/ 150493 h 709073"/>
                <a:gd name="connsiteX242" fmla="*/ 2359445 w 2915191"/>
                <a:gd name="connsiteY242" fmla="*/ 164427 h 709073"/>
                <a:gd name="connsiteX243" fmla="*/ 2369204 w 2915191"/>
                <a:gd name="connsiteY243" fmla="*/ 169320 h 709073"/>
                <a:gd name="connsiteX244" fmla="*/ 2378948 w 2915191"/>
                <a:gd name="connsiteY244" fmla="*/ 186949 h 709073"/>
                <a:gd name="connsiteX245" fmla="*/ 2388692 w 2915191"/>
                <a:gd name="connsiteY245" fmla="*/ 140751 h 709073"/>
                <a:gd name="connsiteX246" fmla="*/ 2398450 w 2915191"/>
                <a:gd name="connsiteY246" fmla="*/ 87554 h 709073"/>
                <a:gd name="connsiteX247" fmla="*/ 2408194 w 2915191"/>
                <a:gd name="connsiteY247" fmla="*/ 108117 h 709073"/>
                <a:gd name="connsiteX248" fmla="*/ 2417953 w 2915191"/>
                <a:gd name="connsiteY248" fmla="*/ 99539 h 709073"/>
                <a:gd name="connsiteX249" fmla="*/ 2427697 w 2915191"/>
                <a:gd name="connsiteY249" fmla="*/ 90039 h 709073"/>
                <a:gd name="connsiteX250" fmla="*/ 2437441 w 2915191"/>
                <a:gd name="connsiteY250" fmla="*/ 84461 h 709073"/>
                <a:gd name="connsiteX251" fmla="*/ 2447200 w 2915191"/>
                <a:gd name="connsiteY251" fmla="*/ 78156 h 709073"/>
                <a:gd name="connsiteX252" fmla="*/ 2456944 w 2915191"/>
                <a:gd name="connsiteY252" fmla="*/ 58479 h 709073"/>
                <a:gd name="connsiteX253" fmla="*/ 2466703 w 2915191"/>
                <a:gd name="connsiteY253" fmla="*/ 29195 h 709073"/>
                <a:gd name="connsiteX254" fmla="*/ 2476446 w 2915191"/>
                <a:gd name="connsiteY254" fmla="*/ 1725 h 709073"/>
                <a:gd name="connsiteX255" fmla="*/ 2486190 w 2915191"/>
                <a:gd name="connsiteY255" fmla="*/ 19197 h 709073"/>
                <a:gd name="connsiteX256" fmla="*/ 2495949 w 2915191"/>
                <a:gd name="connsiteY256" fmla="*/ 0 h 709073"/>
                <a:gd name="connsiteX257" fmla="*/ 2505693 w 2915191"/>
                <a:gd name="connsiteY257" fmla="*/ 949 h 709073"/>
                <a:gd name="connsiteX258" fmla="*/ 2515452 w 2915191"/>
                <a:gd name="connsiteY258" fmla="*/ 6307 h 709073"/>
                <a:gd name="connsiteX259" fmla="*/ 2525196 w 2915191"/>
                <a:gd name="connsiteY259" fmla="*/ 19336 h 709073"/>
                <a:gd name="connsiteX260" fmla="*/ 2534940 w 2915191"/>
                <a:gd name="connsiteY260" fmla="*/ 30827 h 709073"/>
                <a:gd name="connsiteX261" fmla="*/ 2544699 w 2915191"/>
                <a:gd name="connsiteY261" fmla="*/ 7105 h 709073"/>
                <a:gd name="connsiteX262" fmla="*/ 2554443 w 2915191"/>
                <a:gd name="connsiteY262" fmla="*/ 15864 h 709073"/>
                <a:gd name="connsiteX263" fmla="*/ 2564202 w 2915191"/>
                <a:gd name="connsiteY263" fmla="*/ 38442 h 709073"/>
                <a:gd name="connsiteX264" fmla="*/ 2573946 w 2915191"/>
                <a:gd name="connsiteY264" fmla="*/ 36573 h 709073"/>
                <a:gd name="connsiteX265" fmla="*/ 2583690 w 2915191"/>
                <a:gd name="connsiteY265" fmla="*/ 46863 h 709073"/>
                <a:gd name="connsiteX266" fmla="*/ 2593448 w 2915191"/>
                <a:gd name="connsiteY266" fmla="*/ 56007 h 709073"/>
                <a:gd name="connsiteX267" fmla="*/ 2603192 w 2915191"/>
                <a:gd name="connsiteY267" fmla="*/ 36997 h 709073"/>
                <a:gd name="connsiteX268" fmla="*/ 2612951 w 2915191"/>
                <a:gd name="connsiteY268" fmla="*/ 62388 h 709073"/>
                <a:gd name="connsiteX269" fmla="*/ 2622695 w 2915191"/>
                <a:gd name="connsiteY269" fmla="*/ 65369 h 709073"/>
                <a:gd name="connsiteX270" fmla="*/ 2632439 w 2915191"/>
                <a:gd name="connsiteY270" fmla="*/ 60646 h 709073"/>
                <a:gd name="connsiteX271" fmla="*/ 2642198 w 2915191"/>
                <a:gd name="connsiteY271" fmla="*/ 70633 h 709073"/>
                <a:gd name="connsiteX272" fmla="*/ 2651942 w 2915191"/>
                <a:gd name="connsiteY272" fmla="*/ 88214 h 709073"/>
                <a:gd name="connsiteX273" fmla="*/ 2661685 w 2915191"/>
                <a:gd name="connsiteY273" fmla="*/ 104734 h 709073"/>
                <a:gd name="connsiteX274" fmla="*/ 2671444 w 2915191"/>
                <a:gd name="connsiteY274" fmla="*/ 106024 h 709073"/>
                <a:gd name="connsiteX275" fmla="*/ 2681188 w 2915191"/>
                <a:gd name="connsiteY275" fmla="*/ 68917 h 709073"/>
                <a:gd name="connsiteX276" fmla="*/ 2690947 w 2915191"/>
                <a:gd name="connsiteY276" fmla="*/ 44178 h 709073"/>
                <a:gd name="connsiteX277" fmla="*/ 2700691 w 2915191"/>
                <a:gd name="connsiteY277" fmla="*/ 12372 h 709073"/>
                <a:gd name="connsiteX278" fmla="*/ 2710435 w 2915191"/>
                <a:gd name="connsiteY278" fmla="*/ 17639 h 709073"/>
                <a:gd name="connsiteX279" fmla="*/ 2720194 w 2915191"/>
                <a:gd name="connsiteY279" fmla="*/ 30303 h 709073"/>
                <a:gd name="connsiteX280" fmla="*/ 2729938 w 2915191"/>
                <a:gd name="connsiteY280" fmla="*/ 25115 h 709073"/>
                <a:gd name="connsiteX281" fmla="*/ 2739697 w 2915191"/>
                <a:gd name="connsiteY281" fmla="*/ 73057 h 709073"/>
                <a:gd name="connsiteX282" fmla="*/ 2749441 w 2915191"/>
                <a:gd name="connsiteY282" fmla="*/ 47881 h 709073"/>
                <a:gd name="connsiteX283" fmla="*/ 2759185 w 2915191"/>
                <a:gd name="connsiteY283" fmla="*/ 63471 h 709073"/>
                <a:gd name="connsiteX284" fmla="*/ 2768943 w 2915191"/>
                <a:gd name="connsiteY284" fmla="*/ 65943 h 709073"/>
                <a:gd name="connsiteX285" fmla="*/ 2778687 w 2915191"/>
                <a:gd name="connsiteY285" fmla="*/ 69042 h 709073"/>
                <a:gd name="connsiteX286" fmla="*/ 2788446 w 2915191"/>
                <a:gd name="connsiteY286" fmla="*/ 86469 h 709073"/>
                <a:gd name="connsiteX287" fmla="*/ 2798190 w 2915191"/>
                <a:gd name="connsiteY287" fmla="*/ 105257 h 709073"/>
                <a:gd name="connsiteX288" fmla="*/ 2807934 w 2915191"/>
                <a:gd name="connsiteY288" fmla="*/ 106407 h 709073"/>
                <a:gd name="connsiteX289" fmla="*/ 2817693 w 2915191"/>
                <a:gd name="connsiteY289" fmla="*/ 76116 h 709073"/>
                <a:gd name="connsiteX290" fmla="*/ 2827437 w 2915191"/>
                <a:gd name="connsiteY290" fmla="*/ 57330 h 709073"/>
                <a:gd name="connsiteX291" fmla="*/ 2837196 w 2915191"/>
                <a:gd name="connsiteY291" fmla="*/ 62690 h 709073"/>
                <a:gd name="connsiteX292" fmla="*/ 2846940 w 2915191"/>
                <a:gd name="connsiteY292" fmla="*/ 36653 h 709073"/>
                <a:gd name="connsiteX293" fmla="*/ 2856684 w 2915191"/>
                <a:gd name="connsiteY293" fmla="*/ 14905 h 709073"/>
                <a:gd name="connsiteX294" fmla="*/ 2866442 w 2915191"/>
                <a:gd name="connsiteY294" fmla="*/ 38369 h 709073"/>
                <a:gd name="connsiteX295" fmla="*/ 2876186 w 2915191"/>
                <a:gd name="connsiteY295" fmla="*/ 42312 h 709073"/>
                <a:gd name="connsiteX296" fmla="*/ 2885945 w 2915191"/>
                <a:gd name="connsiteY296" fmla="*/ 53632 h 709073"/>
                <a:gd name="connsiteX297" fmla="*/ 2895689 w 2915191"/>
                <a:gd name="connsiteY297" fmla="*/ 57742 h 709073"/>
                <a:gd name="connsiteX298" fmla="*/ 2905433 w 2915191"/>
                <a:gd name="connsiteY298" fmla="*/ 46352 h 709073"/>
                <a:gd name="connsiteX299" fmla="*/ 2915192 w 2915191"/>
                <a:gd name="connsiteY299" fmla="*/ 23855 h 709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709073">
                  <a:moveTo>
                    <a:pt x="0" y="709074"/>
                  </a:moveTo>
                  <a:lnTo>
                    <a:pt x="9750" y="691374"/>
                  </a:lnTo>
                  <a:lnTo>
                    <a:pt x="19500" y="694801"/>
                  </a:lnTo>
                  <a:lnTo>
                    <a:pt x="29250" y="696171"/>
                  </a:lnTo>
                  <a:lnTo>
                    <a:pt x="39000" y="686815"/>
                  </a:lnTo>
                  <a:lnTo>
                    <a:pt x="48749" y="672661"/>
                  </a:lnTo>
                  <a:lnTo>
                    <a:pt x="58499" y="642322"/>
                  </a:lnTo>
                  <a:lnTo>
                    <a:pt x="68249" y="637735"/>
                  </a:lnTo>
                  <a:lnTo>
                    <a:pt x="77998" y="635750"/>
                  </a:lnTo>
                  <a:lnTo>
                    <a:pt x="87748" y="664624"/>
                  </a:lnTo>
                  <a:lnTo>
                    <a:pt x="97497" y="668903"/>
                  </a:lnTo>
                  <a:lnTo>
                    <a:pt x="107247" y="688573"/>
                  </a:lnTo>
                  <a:lnTo>
                    <a:pt x="116997" y="674017"/>
                  </a:lnTo>
                  <a:lnTo>
                    <a:pt x="126747" y="655414"/>
                  </a:lnTo>
                  <a:lnTo>
                    <a:pt x="136497" y="671365"/>
                  </a:lnTo>
                  <a:lnTo>
                    <a:pt x="146247" y="679931"/>
                  </a:lnTo>
                  <a:lnTo>
                    <a:pt x="155997" y="672735"/>
                  </a:lnTo>
                  <a:lnTo>
                    <a:pt x="165747" y="679470"/>
                  </a:lnTo>
                  <a:lnTo>
                    <a:pt x="175497" y="676803"/>
                  </a:lnTo>
                  <a:lnTo>
                    <a:pt x="185247" y="671037"/>
                  </a:lnTo>
                  <a:lnTo>
                    <a:pt x="194996" y="638991"/>
                  </a:lnTo>
                  <a:lnTo>
                    <a:pt x="204746" y="640409"/>
                  </a:lnTo>
                  <a:lnTo>
                    <a:pt x="214495" y="623361"/>
                  </a:lnTo>
                  <a:lnTo>
                    <a:pt x="224245" y="569916"/>
                  </a:lnTo>
                  <a:lnTo>
                    <a:pt x="233995" y="567350"/>
                  </a:lnTo>
                  <a:lnTo>
                    <a:pt x="243744" y="544084"/>
                  </a:lnTo>
                  <a:lnTo>
                    <a:pt x="253494" y="558499"/>
                  </a:lnTo>
                  <a:lnTo>
                    <a:pt x="263244" y="568703"/>
                  </a:lnTo>
                  <a:lnTo>
                    <a:pt x="272994" y="551049"/>
                  </a:lnTo>
                  <a:lnTo>
                    <a:pt x="282744" y="554239"/>
                  </a:lnTo>
                  <a:lnTo>
                    <a:pt x="292494" y="562884"/>
                  </a:lnTo>
                  <a:lnTo>
                    <a:pt x="302244" y="579162"/>
                  </a:lnTo>
                  <a:lnTo>
                    <a:pt x="311994" y="600803"/>
                  </a:lnTo>
                  <a:lnTo>
                    <a:pt x="321744" y="612196"/>
                  </a:lnTo>
                  <a:lnTo>
                    <a:pt x="331493" y="572128"/>
                  </a:lnTo>
                  <a:lnTo>
                    <a:pt x="341243" y="569304"/>
                  </a:lnTo>
                  <a:lnTo>
                    <a:pt x="350993" y="581154"/>
                  </a:lnTo>
                  <a:lnTo>
                    <a:pt x="360742" y="566853"/>
                  </a:lnTo>
                  <a:lnTo>
                    <a:pt x="370492" y="580871"/>
                  </a:lnTo>
                  <a:lnTo>
                    <a:pt x="380241" y="602708"/>
                  </a:lnTo>
                  <a:lnTo>
                    <a:pt x="389991" y="622207"/>
                  </a:lnTo>
                  <a:lnTo>
                    <a:pt x="399741" y="634837"/>
                  </a:lnTo>
                  <a:lnTo>
                    <a:pt x="409491" y="663799"/>
                  </a:lnTo>
                  <a:lnTo>
                    <a:pt x="419241" y="627712"/>
                  </a:lnTo>
                  <a:lnTo>
                    <a:pt x="428991" y="651434"/>
                  </a:lnTo>
                  <a:lnTo>
                    <a:pt x="438741" y="605377"/>
                  </a:lnTo>
                  <a:lnTo>
                    <a:pt x="448491" y="611007"/>
                  </a:lnTo>
                  <a:lnTo>
                    <a:pt x="458241" y="618837"/>
                  </a:lnTo>
                  <a:lnTo>
                    <a:pt x="467991" y="599039"/>
                  </a:lnTo>
                  <a:lnTo>
                    <a:pt x="477740" y="604562"/>
                  </a:lnTo>
                  <a:lnTo>
                    <a:pt x="487490" y="600308"/>
                  </a:lnTo>
                  <a:lnTo>
                    <a:pt x="497239" y="594988"/>
                  </a:lnTo>
                  <a:lnTo>
                    <a:pt x="506989" y="576032"/>
                  </a:lnTo>
                  <a:lnTo>
                    <a:pt x="516738" y="582070"/>
                  </a:lnTo>
                  <a:lnTo>
                    <a:pt x="526488" y="583446"/>
                  </a:lnTo>
                  <a:lnTo>
                    <a:pt x="536238" y="589857"/>
                  </a:lnTo>
                  <a:lnTo>
                    <a:pt x="545988" y="561525"/>
                  </a:lnTo>
                  <a:lnTo>
                    <a:pt x="555738" y="508364"/>
                  </a:lnTo>
                  <a:lnTo>
                    <a:pt x="565488" y="535861"/>
                  </a:lnTo>
                  <a:lnTo>
                    <a:pt x="575238" y="536961"/>
                  </a:lnTo>
                  <a:lnTo>
                    <a:pt x="584988" y="552094"/>
                  </a:lnTo>
                  <a:lnTo>
                    <a:pt x="594738" y="542055"/>
                  </a:lnTo>
                  <a:lnTo>
                    <a:pt x="604488" y="538355"/>
                  </a:lnTo>
                  <a:lnTo>
                    <a:pt x="614237" y="549470"/>
                  </a:lnTo>
                  <a:lnTo>
                    <a:pt x="623987" y="571671"/>
                  </a:lnTo>
                  <a:lnTo>
                    <a:pt x="633736" y="578516"/>
                  </a:lnTo>
                  <a:lnTo>
                    <a:pt x="643486" y="571372"/>
                  </a:lnTo>
                  <a:lnTo>
                    <a:pt x="653236" y="586853"/>
                  </a:lnTo>
                  <a:lnTo>
                    <a:pt x="662985" y="598440"/>
                  </a:lnTo>
                  <a:lnTo>
                    <a:pt x="672735" y="585351"/>
                  </a:lnTo>
                  <a:lnTo>
                    <a:pt x="682485" y="597260"/>
                  </a:lnTo>
                  <a:lnTo>
                    <a:pt x="692235" y="583572"/>
                  </a:lnTo>
                  <a:lnTo>
                    <a:pt x="701985" y="610772"/>
                  </a:lnTo>
                  <a:lnTo>
                    <a:pt x="711735" y="589372"/>
                  </a:lnTo>
                  <a:lnTo>
                    <a:pt x="721485" y="609553"/>
                  </a:lnTo>
                  <a:lnTo>
                    <a:pt x="731235" y="624425"/>
                  </a:lnTo>
                  <a:lnTo>
                    <a:pt x="740985" y="617669"/>
                  </a:lnTo>
                  <a:lnTo>
                    <a:pt x="750734" y="621816"/>
                  </a:lnTo>
                  <a:lnTo>
                    <a:pt x="760484" y="601187"/>
                  </a:lnTo>
                  <a:lnTo>
                    <a:pt x="770233" y="584941"/>
                  </a:lnTo>
                  <a:lnTo>
                    <a:pt x="779983" y="598809"/>
                  </a:lnTo>
                  <a:lnTo>
                    <a:pt x="789733" y="623430"/>
                  </a:lnTo>
                  <a:lnTo>
                    <a:pt x="799482" y="590147"/>
                  </a:lnTo>
                  <a:lnTo>
                    <a:pt x="809232" y="614054"/>
                  </a:lnTo>
                  <a:lnTo>
                    <a:pt x="818982" y="630677"/>
                  </a:lnTo>
                  <a:lnTo>
                    <a:pt x="828732" y="601748"/>
                  </a:lnTo>
                  <a:lnTo>
                    <a:pt x="838482" y="619258"/>
                  </a:lnTo>
                  <a:lnTo>
                    <a:pt x="848232" y="622494"/>
                  </a:lnTo>
                  <a:lnTo>
                    <a:pt x="857982" y="577917"/>
                  </a:lnTo>
                  <a:lnTo>
                    <a:pt x="867732" y="552906"/>
                  </a:lnTo>
                  <a:lnTo>
                    <a:pt x="877482" y="524200"/>
                  </a:lnTo>
                  <a:lnTo>
                    <a:pt x="887231" y="548251"/>
                  </a:lnTo>
                  <a:lnTo>
                    <a:pt x="896981" y="543448"/>
                  </a:lnTo>
                  <a:lnTo>
                    <a:pt x="906730" y="561233"/>
                  </a:lnTo>
                  <a:lnTo>
                    <a:pt x="916480" y="550090"/>
                  </a:lnTo>
                  <a:lnTo>
                    <a:pt x="926230" y="530112"/>
                  </a:lnTo>
                  <a:lnTo>
                    <a:pt x="935979" y="537733"/>
                  </a:lnTo>
                  <a:lnTo>
                    <a:pt x="945729" y="530036"/>
                  </a:lnTo>
                  <a:lnTo>
                    <a:pt x="955479" y="537460"/>
                  </a:lnTo>
                  <a:lnTo>
                    <a:pt x="965229" y="533366"/>
                  </a:lnTo>
                  <a:lnTo>
                    <a:pt x="974979" y="535900"/>
                  </a:lnTo>
                  <a:lnTo>
                    <a:pt x="984729" y="540759"/>
                  </a:lnTo>
                  <a:lnTo>
                    <a:pt x="994474" y="586007"/>
                  </a:lnTo>
                  <a:lnTo>
                    <a:pt x="1004233" y="549506"/>
                  </a:lnTo>
                  <a:lnTo>
                    <a:pt x="1013977" y="568445"/>
                  </a:lnTo>
                  <a:lnTo>
                    <a:pt x="1023721" y="507638"/>
                  </a:lnTo>
                  <a:lnTo>
                    <a:pt x="1033480" y="488800"/>
                  </a:lnTo>
                  <a:lnTo>
                    <a:pt x="1043224" y="476860"/>
                  </a:lnTo>
                  <a:lnTo>
                    <a:pt x="1052983" y="489449"/>
                  </a:lnTo>
                  <a:lnTo>
                    <a:pt x="1062727" y="504259"/>
                  </a:lnTo>
                  <a:lnTo>
                    <a:pt x="1072471" y="522126"/>
                  </a:lnTo>
                  <a:lnTo>
                    <a:pt x="1082230" y="516929"/>
                  </a:lnTo>
                  <a:lnTo>
                    <a:pt x="1091973" y="515734"/>
                  </a:lnTo>
                  <a:lnTo>
                    <a:pt x="1101732" y="549153"/>
                  </a:lnTo>
                  <a:lnTo>
                    <a:pt x="1111476" y="565597"/>
                  </a:lnTo>
                  <a:lnTo>
                    <a:pt x="1121220" y="537104"/>
                  </a:lnTo>
                  <a:lnTo>
                    <a:pt x="1130979" y="524003"/>
                  </a:lnTo>
                  <a:lnTo>
                    <a:pt x="1140723" y="508995"/>
                  </a:lnTo>
                  <a:lnTo>
                    <a:pt x="1150482" y="531103"/>
                  </a:lnTo>
                  <a:lnTo>
                    <a:pt x="1160226" y="547566"/>
                  </a:lnTo>
                  <a:lnTo>
                    <a:pt x="1169969" y="586051"/>
                  </a:lnTo>
                  <a:lnTo>
                    <a:pt x="1179728" y="593821"/>
                  </a:lnTo>
                  <a:lnTo>
                    <a:pt x="1189472" y="628578"/>
                  </a:lnTo>
                  <a:lnTo>
                    <a:pt x="1199231" y="624899"/>
                  </a:lnTo>
                  <a:lnTo>
                    <a:pt x="1208975" y="618107"/>
                  </a:lnTo>
                  <a:lnTo>
                    <a:pt x="1218719" y="632706"/>
                  </a:lnTo>
                  <a:lnTo>
                    <a:pt x="1228478" y="645586"/>
                  </a:lnTo>
                  <a:lnTo>
                    <a:pt x="1238222" y="645655"/>
                  </a:lnTo>
                  <a:lnTo>
                    <a:pt x="1247966" y="651608"/>
                  </a:lnTo>
                  <a:lnTo>
                    <a:pt x="1257725" y="639539"/>
                  </a:lnTo>
                  <a:lnTo>
                    <a:pt x="1267469" y="631096"/>
                  </a:lnTo>
                  <a:lnTo>
                    <a:pt x="1277227" y="607995"/>
                  </a:lnTo>
                  <a:lnTo>
                    <a:pt x="1286971" y="604814"/>
                  </a:lnTo>
                  <a:lnTo>
                    <a:pt x="1296715" y="609321"/>
                  </a:lnTo>
                  <a:lnTo>
                    <a:pt x="1306474" y="601523"/>
                  </a:lnTo>
                  <a:lnTo>
                    <a:pt x="1316218" y="586396"/>
                  </a:lnTo>
                  <a:lnTo>
                    <a:pt x="1325977" y="593222"/>
                  </a:lnTo>
                  <a:lnTo>
                    <a:pt x="1335721" y="572557"/>
                  </a:lnTo>
                  <a:lnTo>
                    <a:pt x="1345465" y="580502"/>
                  </a:lnTo>
                  <a:lnTo>
                    <a:pt x="1355224" y="552185"/>
                  </a:lnTo>
                  <a:lnTo>
                    <a:pt x="1364967" y="540338"/>
                  </a:lnTo>
                  <a:lnTo>
                    <a:pt x="1374726" y="503221"/>
                  </a:lnTo>
                  <a:lnTo>
                    <a:pt x="1384470" y="491234"/>
                  </a:lnTo>
                  <a:lnTo>
                    <a:pt x="1394214" y="492487"/>
                  </a:lnTo>
                  <a:lnTo>
                    <a:pt x="1403973" y="500522"/>
                  </a:lnTo>
                  <a:lnTo>
                    <a:pt x="1413717" y="519834"/>
                  </a:lnTo>
                  <a:lnTo>
                    <a:pt x="1423476" y="525997"/>
                  </a:lnTo>
                  <a:lnTo>
                    <a:pt x="1433220" y="520307"/>
                  </a:lnTo>
                  <a:lnTo>
                    <a:pt x="1442964" y="540254"/>
                  </a:lnTo>
                  <a:lnTo>
                    <a:pt x="1452722" y="556592"/>
                  </a:lnTo>
                  <a:lnTo>
                    <a:pt x="1462466" y="527673"/>
                  </a:lnTo>
                  <a:lnTo>
                    <a:pt x="1472225" y="538071"/>
                  </a:lnTo>
                  <a:lnTo>
                    <a:pt x="1481969" y="534048"/>
                  </a:lnTo>
                  <a:lnTo>
                    <a:pt x="1491713" y="553014"/>
                  </a:lnTo>
                  <a:lnTo>
                    <a:pt x="1501472" y="539692"/>
                  </a:lnTo>
                  <a:lnTo>
                    <a:pt x="1511216" y="513184"/>
                  </a:lnTo>
                  <a:lnTo>
                    <a:pt x="1520960" y="504572"/>
                  </a:lnTo>
                  <a:lnTo>
                    <a:pt x="1530719" y="516221"/>
                  </a:lnTo>
                  <a:lnTo>
                    <a:pt x="1540463" y="536268"/>
                  </a:lnTo>
                  <a:lnTo>
                    <a:pt x="1550221" y="556130"/>
                  </a:lnTo>
                  <a:lnTo>
                    <a:pt x="1559965" y="554107"/>
                  </a:lnTo>
                  <a:lnTo>
                    <a:pt x="1569709" y="554820"/>
                  </a:lnTo>
                  <a:lnTo>
                    <a:pt x="1579468" y="582698"/>
                  </a:lnTo>
                  <a:lnTo>
                    <a:pt x="1589212" y="565924"/>
                  </a:lnTo>
                  <a:lnTo>
                    <a:pt x="1598971" y="589247"/>
                  </a:lnTo>
                  <a:lnTo>
                    <a:pt x="1608715" y="606956"/>
                  </a:lnTo>
                  <a:lnTo>
                    <a:pt x="1618459" y="610003"/>
                  </a:lnTo>
                  <a:lnTo>
                    <a:pt x="1628218" y="599502"/>
                  </a:lnTo>
                  <a:lnTo>
                    <a:pt x="1637962" y="582385"/>
                  </a:lnTo>
                  <a:lnTo>
                    <a:pt x="1647720" y="609774"/>
                  </a:lnTo>
                  <a:lnTo>
                    <a:pt x="1657464" y="610045"/>
                  </a:lnTo>
                  <a:lnTo>
                    <a:pt x="1667208" y="619713"/>
                  </a:lnTo>
                  <a:lnTo>
                    <a:pt x="1676967" y="622701"/>
                  </a:lnTo>
                  <a:lnTo>
                    <a:pt x="1686711" y="591573"/>
                  </a:lnTo>
                  <a:lnTo>
                    <a:pt x="1696470" y="592956"/>
                  </a:lnTo>
                  <a:lnTo>
                    <a:pt x="1706214" y="613133"/>
                  </a:lnTo>
                  <a:lnTo>
                    <a:pt x="1715958" y="631109"/>
                  </a:lnTo>
                  <a:lnTo>
                    <a:pt x="1725716" y="655143"/>
                  </a:lnTo>
                  <a:lnTo>
                    <a:pt x="1735460" y="662099"/>
                  </a:lnTo>
                  <a:lnTo>
                    <a:pt x="1745219" y="662999"/>
                  </a:lnTo>
                  <a:lnTo>
                    <a:pt x="1754963" y="675089"/>
                  </a:lnTo>
                  <a:lnTo>
                    <a:pt x="1764707" y="664286"/>
                  </a:lnTo>
                  <a:lnTo>
                    <a:pt x="1774466" y="698719"/>
                  </a:lnTo>
                  <a:lnTo>
                    <a:pt x="1784210" y="649204"/>
                  </a:lnTo>
                  <a:lnTo>
                    <a:pt x="1793969" y="668546"/>
                  </a:lnTo>
                  <a:lnTo>
                    <a:pt x="1803713" y="645272"/>
                  </a:lnTo>
                  <a:lnTo>
                    <a:pt x="1813457" y="629410"/>
                  </a:lnTo>
                  <a:lnTo>
                    <a:pt x="1823215" y="601132"/>
                  </a:lnTo>
                  <a:lnTo>
                    <a:pt x="1832959" y="597899"/>
                  </a:lnTo>
                  <a:lnTo>
                    <a:pt x="1842703" y="625359"/>
                  </a:lnTo>
                  <a:lnTo>
                    <a:pt x="1852462" y="606368"/>
                  </a:lnTo>
                  <a:lnTo>
                    <a:pt x="1862206" y="602263"/>
                  </a:lnTo>
                  <a:lnTo>
                    <a:pt x="1871965" y="612779"/>
                  </a:lnTo>
                  <a:lnTo>
                    <a:pt x="1881709" y="607972"/>
                  </a:lnTo>
                  <a:lnTo>
                    <a:pt x="1891453" y="585599"/>
                  </a:lnTo>
                  <a:lnTo>
                    <a:pt x="1901212" y="566008"/>
                  </a:lnTo>
                  <a:lnTo>
                    <a:pt x="1910956" y="591934"/>
                  </a:lnTo>
                  <a:lnTo>
                    <a:pt x="1920714" y="559920"/>
                  </a:lnTo>
                  <a:lnTo>
                    <a:pt x="1930458" y="550660"/>
                  </a:lnTo>
                  <a:lnTo>
                    <a:pt x="1940202" y="524657"/>
                  </a:lnTo>
                  <a:lnTo>
                    <a:pt x="1949961" y="516254"/>
                  </a:lnTo>
                  <a:lnTo>
                    <a:pt x="1959705" y="484399"/>
                  </a:lnTo>
                  <a:lnTo>
                    <a:pt x="1969464" y="504630"/>
                  </a:lnTo>
                  <a:lnTo>
                    <a:pt x="1979208" y="524824"/>
                  </a:lnTo>
                  <a:lnTo>
                    <a:pt x="1988952" y="505627"/>
                  </a:lnTo>
                  <a:lnTo>
                    <a:pt x="1998711" y="491309"/>
                  </a:lnTo>
                  <a:lnTo>
                    <a:pt x="2008454" y="496383"/>
                  </a:lnTo>
                  <a:lnTo>
                    <a:pt x="2018213" y="502169"/>
                  </a:lnTo>
                  <a:lnTo>
                    <a:pt x="2027957" y="483089"/>
                  </a:lnTo>
                  <a:lnTo>
                    <a:pt x="2037701" y="451508"/>
                  </a:lnTo>
                  <a:lnTo>
                    <a:pt x="2047460" y="428833"/>
                  </a:lnTo>
                  <a:lnTo>
                    <a:pt x="2057204" y="403940"/>
                  </a:lnTo>
                  <a:lnTo>
                    <a:pt x="2066963" y="389653"/>
                  </a:lnTo>
                  <a:lnTo>
                    <a:pt x="2076707" y="380760"/>
                  </a:lnTo>
                  <a:lnTo>
                    <a:pt x="2086451" y="357033"/>
                  </a:lnTo>
                  <a:lnTo>
                    <a:pt x="2096210" y="337201"/>
                  </a:lnTo>
                  <a:lnTo>
                    <a:pt x="2105954" y="307335"/>
                  </a:lnTo>
                  <a:lnTo>
                    <a:pt x="2115697" y="250979"/>
                  </a:lnTo>
                  <a:lnTo>
                    <a:pt x="2125456" y="222238"/>
                  </a:lnTo>
                  <a:lnTo>
                    <a:pt x="2135200" y="193790"/>
                  </a:lnTo>
                  <a:lnTo>
                    <a:pt x="2144959" y="186340"/>
                  </a:lnTo>
                  <a:lnTo>
                    <a:pt x="2154703" y="189323"/>
                  </a:lnTo>
                  <a:lnTo>
                    <a:pt x="2164447" y="215065"/>
                  </a:lnTo>
                  <a:lnTo>
                    <a:pt x="2174206" y="187441"/>
                  </a:lnTo>
                  <a:lnTo>
                    <a:pt x="2183950" y="176775"/>
                  </a:lnTo>
                  <a:lnTo>
                    <a:pt x="2193709" y="181817"/>
                  </a:lnTo>
                  <a:lnTo>
                    <a:pt x="2203452" y="215149"/>
                  </a:lnTo>
                  <a:lnTo>
                    <a:pt x="2213196" y="188235"/>
                  </a:lnTo>
                  <a:lnTo>
                    <a:pt x="2222955" y="162086"/>
                  </a:lnTo>
                  <a:lnTo>
                    <a:pt x="2232699" y="126106"/>
                  </a:lnTo>
                  <a:lnTo>
                    <a:pt x="2242458" y="138482"/>
                  </a:lnTo>
                  <a:lnTo>
                    <a:pt x="2252202" y="134574"/>
                  </a:lnTo>
                  <a:lnTo>
                    <a:pt x="2261946" y="144936"/>
                  </a:lnTo>
                  <a:lnTo>
                    <a:pt x="2271705" y="140435"/>
                  </a:lnTo>
                  <a:lnTo>
                    <a:pt x="2281449" y="101887"/>
                  </a:lnTo>
                  <a:lnTo>
                    <a:pt x="2291208" y="109725"/>
                  </a:lnTo>
                  <a:lnTo>
                    <a:pt x="2300951" y="120306"/>
                  </a:lnTo>
                  <a:lnTo>
                    <a:pt x="2310695" y="148373"/>
                  </a:lnTo>
                  <a:lnTo>
                    <a:pt x="2320454" y="145958"/>
                  </a:lnTo>
                  <a:lnTo>
                    <a:pt x="2330198" y="169982"/>
                  </a:lnTo>
                  <a:lnTo>
                    <a:pt x="2339957" y="172722"/>
                  </a:lnTo>
                  <a:lnTo>
                    <a:pt x="2349701" y="150493"/>
                  </a:lnTo>
                  <a:lnTo>
                    <a:pt x="2359445" y="164427"/>
                  </a:lnTo>
                  <a:lnTo>
                    <a:pt x="2369204" y="169320"/>
                  </a:lnTo>
                  <a:lnTo>
                    <a:pt x="2378948" y="186949"/>
                  </a:lnTo>
                  <a:lnTo>
                    <a:pt x="2388692" y="140751"/>
                  </a:lnTo>
                  <a:lnTo>
                    <a:pt x="2398450" y="87554"/>
                  </a:lnTo>
                  <a:lnTo>
                    <a:pt x="2408194" y="108117"/>
                  </a:lnTo>
                  <a:lnTo>
                    <a:pt x="2417953" y="99539"/>
                  </a:lnTo>
                  <a:lnTo>
                    <a:pt x="2427697" y="90039"/>
                  </a:lnTo>
                  <a:lnTo>
                    <a:pt x="2437441" y="84461"/>
                  </a:lnTo>
                  <a:lnTo>
                    <a:pt x="2447200" y="78156"/>
                  </a:lnTo>
                  <a:lnTo>
                    <a:pt x="2456944" y="58479"/>
                  </a:lnTo>
                  <a:lnTo>
                    <a:pt x="2466703" y="29195"/>
                  </a:lnTo>
                  <a:lnTo>
                    <a:pt x="2476446" y="1725"/>
                  </a:lnTo>
                  <a:lnTo>
                    <a:pt x="2486190" y="19197"/>
                  </a:lnTo>
                  <a:lnTo>
                    <a:pt x="2495949" y="0"/>
                  </a:lnTo>
                  <a:lnTo>
                    <a:pt x="2505693" y="949"/>
                  </a:lnTo>
                  <a:lnTo>
                    <a:pt x="2515452" y="6307"/>
                  </a:lnTo>
                  <a:lnTo>
                    <a:pt x="2525196" y="19336"/>
                  </a:lnTo>
                  <a:lnTo>
                    <a:pt x="2534940" y="30827"/>
                  </a:lnTo>
                  <a:lnTo>
                    <a:pt x="2544699" y="7105"/>
                  </a:lnTo>
                  <a:lnTo>
                    <a:pt x="2554443" y="15864"/>
                  </a:lnTo>
                  <a:lnTo>
                    <a:pt x="2564202" y="38442"/>
                  </a:lnTo>
                  <a:lnTo>
                    <a:pt x="2573946" y="36573"/>
                  </a:lnTo>
                  <a:lnTo>
                    <a:pt x="2583690" y="46863"/>
                  </a:lnTo>
                  <a:lnTo>
                    <a:pt x="2593448" y="56007"/>
                  </a:lnTo>
                  <a:lnTo>
                    <a:pt x="2603192" y="36997"/>
                  </a:lnTo>
                  <a:lnTo>
                    <a:pt x="2612951" y="62388"/>
                  </a:lnTo>
                  <a:lnTo>
                    <a:pt x="2622695" y="65369"/>
                  </a:lnTo>
                  <a:lnTo>
                    <a:pt x="2632439" y="60646"/>
                  </a:lnTo>
                  <a:lnTo>
                    <a:pt x="2642198" y="70633"/>
                  </a:lnTo>
                  <a:lnTo>
                    <a:pt x="2651942" y="88214"/>
                  </a:lnTo>
                  <a:lnTo>
                    <a:pt x="2661685" y="104734"/>
                  </a:lnTo>
                  <a:lnTo>
                    <a:pt x="2671444" y="106024"/>
                  </a:lnTo>
                  <a:lnTo>
                    <a:pt x="2681188" y="68917"/>
                  </a:lnTo>
                  <a:lnTo>
                    <a:pt x="2690947" y="44178"/>
                  </a:lnTo>
                  <a:lnTo>
                    <a:pt x="2700691" y="12372"/>
                  </a:lnTo>
                  <a:lnTo>
                    <a:pt x="2710435" y="17639"/>
                  </a:lnTo>
                  <a:lnTo>
                    <a:pt x="2720194" y="30303"/>
                  </a:lnTo>
                  <a:lnTo>
                    <a:pt x="2729938" y="25115"/>
                  </a:lnTo>
                  <a:lnTo>
                    <a:pt x="2739697" y="73057"/>
                  </a:lnTo>
                  <a:lnTo>
                    <a:pt x="2749441" y="47881"/>
                  </a:lnTo>
                  <a:lnTo>
                    <a:pt x="2759185" y="63471"/>
                  </a:lnTo>
                  <a:lnTo>
                    <a:pt x="2768943" y="65943"/>
                  </a:lnTo>
                  <a:lnTo>
                    <a:pt x="2778687" y="69042"/>
                  </a:lnTo>
                  <a:lnTo>
                    <a:pt x="2788446" y="86469"/>
                  </a:lnTo>
                  <a:lnTo>
                    <a:pt x="2798190" y="105257"/>
                  </a:lnTo>
                  <a:lnTo>
                    <a:pt x="2807934" y="106407"/>
                  </a:lnTo>
                  <a:lnTo>
                    <a:pt x="2817693" y="76116"/>
                  </a:lnTo>
                  <a:lnTo>
                    <a:pt x="2827437" y="57330"/>
                  </a:lnTo>
                  <a:lnTo>
                    <a:pt x="2837196" y="62690"/>
                  </a:lnTo>
                  <a:lnTo>
                    <a:pt x="2846940" y="36653"/>
                  </a:lnTo>
                  <a:lnTo>
                    <a:pt x="2856684" y="14905"/>
                  </a:lnTo>
                  <a:lnTo>
                    <a:pt x="2866442" y="38369"/>
                  </a:lnTo>
                  <a:lnTo>
                    <a:pt x="2876186" y="42312"/>
                  </a:lnTo>
                  <a:lnTo>
                    <a:pt x="2885945" y="53632"/>
                  </a:lnTo>
                  <a:lnTo>
                    <a:pt x="2895689" y="57742"/>
                  </a:lnTo>
                  <a:lnTo>
                    <a:pt x="2905433" y="46352"/>
                  </a:lnTo>
                  <a:lnTo>
                    <a:pt x="2915192" y="2385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9" name="Freeform 1098">
              <a:extLst>
                <a:ext uri="{FF2B5EF4-FFF2-40B4-BE49-F238E27FC236}">
                  <a16:creationId xmlns:a16="http://schemas.microsoft.com/office/drawing/2014/main" id="{5E972F17-DA01-8C31-D70D-ED351D86C01C}"/>
                </a:ext>
              </a:extLst>
            </p:cNvPr>
            <p:cNvSpPr/>
            <p:nvPr/>
          </p:nvSpPr>
          <p:spPr>
            <a:xfrm>
              <a:off x="4426652" y="3246596"/>
              <a:ext cx="2915191" cy="458727"/>
            </a:xfrm>
            <a:custGeom>
              <a:avLst/>
              <a:gdLst>
                <a:gd name="connsiteX0" fmla="*/ 0 w 2915191"/>
                <a:gd name="connsiteY0" fmla="*/ 329452 h 458727"/>
                <a:gd name="connsiteX1" fmla="*/ 9750 w 2915191"/>
                <a:gd name="connsiteY1" fmla="*/ 345183 h 458727"/>
                <a:gd name="connsiteX2" fmla="*/ 19500 w 2915191"/>
                <a:gd name="connsiteY2" fmla="*/ 348274 h 458727"/>
                <a:gd name="connsiteX3" fmla="*/ 29250 w 2915191"/>
                <a:gd name="connsiteY3" fmla="*/ 356349 h 458727"/>
                <a:gd name="connsiteX4" fmla="*/ 39000 w 2915191"/>
                <a:gd name="connsiteY4" fmla="*/ 385483 h 458727"/>
                <a:gd name="connsiteX5" fmla="*/ 48749 w 2915191"/>
                <a:gd name="connsiteY5" fmla="*/ 380995 h 458727"/>
                <a:gd name="connsiteX6" fmla="*/ 58499 w 2915191"/>
                <a:gd name="connsiteY6" fmla="*/ 378763 h 458727"/>
                <a:gd name="connsiteX7" fmla="*/ 68249 w 2915191"/>
                <a:gd name="connsiteY7" fmla="*/ 386906 h 458727"/>
                <a:gd name="connsiteX8" fmla="*/ 77998 w 2915191"/>
                <a:gd name="connsiteY8" fmla="*/ 403558 h 458727"/>
                <a:gd name="connsiteX9" fmla="*/ 87748 w 2915191"/>
                <a:gd name="connsiteY9" fmla="*/ 458728 h 458727"/>
                <a:gd name="connsiteX10" fmla="*/ 97497 w 2915191"/>
                <a:gd name="connsiteY10" fmla="*/ 409391 h 458727"/>
                <a:gd name="connsiteX11" fmla="*/ 107247 w 2915191"/>
                <a:gd name="connsiteY11" fmla="*/ 409874 h 458727"/>
                <a:gd name="connsiteX12" fmla="*/ 116997 w 2915191"/>
                <a:gd name="connsiteY12" fmla="*/ 425178 h 458727"/>
                <a:gd name="connsiteX13" fmla="*/ 126747 w 2915191"/>
                <a:gd name="connsiteY13" fmla="*/ 414928 h 458727"/>
                <a:gd name="connsiteX14" fmla="*/ 136497 w 2915191"/>
                <a:gd name="connsiteY14" fmla="*/ 390303 h 458727"/>
                <a:gd name="connsiteX15" fmla="*/ 146247 w 2915191"/>
                <a:gd name="connsiteY15" fmla="*/ 386778 h 458727"/>
                <a:gd name="connsiteX16" fmla="*/ 155997 w 2915191"/>
                <a:gd name="connsiteY16" fmla="*/ 346586 h 458727"/>
                <a:gd name="connsiteX17" fmla="*/ 165747 w 2915191"/>
                <a:gd name="connsiteY17" fmla="*/ 320815 h 458727"/>
                <a:gd name="connsiteX18" fmla="*/ 175497 w 2915191"/>
                <a:gd name="connsiteY18" fmla="*/ 333079 h 458727"/>
                <a:gd name="connsiteX19" fmla="*/ 185247 w 2915191"/>
                <a:gd name="connsiteY19" fmla="*/ 312779 h 458727"/>
                <a:gd name="connsiteX20" fmla="*/ 194996 w 2915191"/>
                <a:gd name="connsiteY20" fmla="*/ 322299 h 458727"/>
                <a:gd name="connsiteX21" fmla="*/ 204746 w 2915191"/>
                <a:gd name="connsiteY21" fmla="*/ 302473 h 458727"/>
                <a:gd name="connsiteX22" fmla="*/ 214495 w 2915191"/>
                <a:gd name="connsiteY22" fmla="*/ 308200 h 458727"/>
                <a:gd name="connsiteX23" fmla="*/ 224245 w 2915191"/>
                <a:gd name="connsiteY23" fmla="*/ 300584 h 458727"/>
                <a:gd name="connsiteX24" fmla="*/ 233995 w 2915191"/>
                <a:gd name="connsiteY24" fmla="*/ 270080 h 458727"/>
                <a:gd name="connsiteX25" fmla="*/ 243744 w 2915191"/>
                <a:gd name="connsiteY25" fmla="*/ 240915 h 458727"/>
                <a:gd name="connsiteX26" fmla="*/ 253494 w 2915191"/>
                <a:gd name="connsiteY26" fmla="*/ 231812 h 458727"/>
                <a:gd name="connsiteX27" fmla="*/ 263244 w 2915191"/>
                <a:gd name="connsiteY27" fmla="*/ 257502 h 458727"/>
                <a:gd name="connsiteX28" fmla="*/ 272994 w 2915191"/>
                <a:gd name="connsiteY28" fmla="*/ 245456 h 458727"/>
                <a:gd name="connsiteX29" fmla="*/ 282744 w 2915191"/>
                <a:gd name="connsiteY29" fmla="*/ 242569 h 458727"/>
                <a:gd name="connsiteX30" fmla="*/ 292494 w 2915191"/>
                <a:gd name="connsiteY30" fmla="*/ 246306 h 458727"/>
                <a:gd name="connsiteX31" fmla="*/ 302244 w 2915191"/>
                <a:gd name="connsiteY31" fmla="*/ 254890 h 458727"/>
                <a:gd name="connsiteX32" fmla="*/ 311994 w 2915191"/>
                <a:gd name="connsiteY32" fmla="*/ 231122 h 458727"/>
                <a:gd name="connsiteX33" fmla="*/ 321744 w 2915191"/>
                <a:gd name="connsiteY33" fmla="*/ 220347 h 458727"/>
                <a:gd name="connsiteX34" fmla="*/ 331493 w 2915191"/>
                <a:gd name="connsiteY34" fmla="*/ 205186 h 458727"/>
                <a:gd name="connsiteX35" fmla="*/ 341243 w 2915191"/>
                <a:gd name="connsiteY35" fmla="*/ 239735 h 458727"/>
                <a:gd name="connsiteX36" fmla="*/ 350993 w 2915191"/>
                <a:gd name="connsiteY36" fmla="*/ 234845 h 458727"/>
                <a:gd name="connsiteX37" fmla="*/ 360742 w 2915191"/>
                <a:gd name="connsiteY37" fmla="*/ 254984 h 458727"/>
                <a:gd name="connsiteX38" fmla="*/ 370492 w 2915191"/>
                <a:gd name="connsiteY38" fmla="*/ 231484 h 458727"/>
                <a:gd name="connsiteX39" fmla="*/ 380241 w 2915191"/>
                <a:gd name="connsiteY39" fmla="*/ 237625 h 458727"/>
                <a:gd name="connsiteX40" fmla="*/ 389991 w 2915191"/>
                <a:gd name="connsiteY40" fmla="*/ 259928 h 458727"/>
                <a:gd name="connsiteX41" fmla="*/ 399741 w 2915191"/>
                <a:gd name="connsiteY41" fmla="*/ 285441 h 458727"/>
                <a:gd name="connsiteX42" fmla="*/ 409491 w 2915191"/>
                <a:gd name="connsiteY42" fmla="*/ 249695 h 458727"/>
                <a:gd name="connsiteX43" fmla="*/ 419241 w 2915191"/>
                <a:gd name="connsiteY43" fmla="*/ 248382 h 458727"/>
                <a:gd name="connsiteX44" fmla="*/ 428991 w 2915191"/>
                <a:gd name="connsiteY44" fmla="*/ 255999 h 458727"/>
                <a:gd name="connsiteX45" fmla="*/ 438741 w 2915191"/>
                <a:gd name="connsiteY45" fmla="*/ 258877 h 458727"/>
                <a:gd name="connsiteX46" fmla="*/ 448491 w 2915191"/>
                <a:gd name="connsiteY46" fmla="*/ 259126 h 458727"/>
                <a:gd name="connsiteX47" fmla="*/ 458241 w 2915191"/>
                <a:gd name="connsiteY47" fmla="*/ 241145 h 458727"/>
                <a:gd name="connsiteX48" fmla="*/ 467991 w 2915191"/>
                <a:gd name="connsiteY48" fmla="*/ 231277 h 458727"/>
                <a:gd name="connsiteX49" fmla="*/ 477740 w 2915191"/>
                <a:gd name="connsiteY49" fmla="*/ 228720 h 458727"/>
                <a:gd name="connsiteX50" fmla="*/ 487490 w 2915191"/>
                <a:gd name="connsiteY50" fmla="*/ 227329 h 458727"/>
                <a:gd name="connsiteX51" fmla="*/ 497239 w 2915191"/>
                <a:gd name="connsiteY51" fmla="*/ 204317 h 458727"/>
                <a:gd name="connsiteX52" fmla="*/ 506989 w 2915191"/>
                <a:gd name="connsiteY52" fmla="*/ 181266 h 458727"/>
                <a:gd name="connsiteX53" fmla="*/ 516738 w 2915191"/>
                <a:gd name="connsiteY53" fmla="*/ 196473 h 458727"/>
                <a:gd name="connsiteX54" fmla="*/ 526488 w 2915191"/>
                <a:gd name="connsiteY54" fmla="*/ 209702 h 458727"/>
                <a:gd name="connsiteX55" fmla="*/ 536238 w 2915191"/>
                <a:gd name="connsiteY55" fmla="*/ 221972 h 458727"/>
                <a:gd name="connsiteX56" fmla="*/ 545988 w 2915191"/>
                <a:gd name="connsiteY56" fmla="*/ 199545 h 458727"/>
                <a:gd name="connsiteX57" fmla="*/ 555738 w 2915191"/>
                <a:gd name="connsiteY57" fmla="*/ 192636 h 458727"/>
                <a:gd name="connsiteX58" fmla="*/ 565488 w 2915191"/>
                <a:gd name="connsiteY58" fmla="*/ 166265 h 458727"/>
                <a:gd name="connsiteX59" fmla="*/ 575238 w 2915191"/>
                <a:gd name="connsiteY59" fmla="*/ 181580 h 458727"/>
                <a:gd name="connsiteX60" fmla="*/ 584988 w 2915191"/>
                <a:gd name="connsiteY60" fmla="*/ 176960 h 458727"/>
                <a:gd name="connsiteX61" fmla="*/ 594738 w 2915191"/>
                <a:gd name="connsiteY61" fmla="*/ 151256 h 458727"/>
                <a:gd name="connsiteX62" fmla="*/ 604488 w 2915191"/>
                <a:gd name="connsiteY62" fmla="*/ 141613 h 458727"/>
                <a:gd name="connsiteX63" fmla="*/ 614237 w 2915191"/>
                <a:gd name="connsiteY63" fmla="*/ 171963 h 458727"/>
                <a:gd name="connsiteX64" fmla="*/ 623987 w 2915191"/>
                <a:gd name="connsiteY64" fmla="*/ 157789 h 458727"/>
                <a:gd name="connsiteX65" fmla="*/ 633736 w 2915191"/>
                <a:gd name="connsiteY65" fmla="*/ 143318 h 458727"/>
                <a:gd name="connsiteX66" fmla="*/ 643486 w 2915191"/>
                <a:gd name="connsiteY66" fmla="*/ 152843 h 458727"/>
                <a:gd name="connsiteX67" fmla="*/ 653236 w 2915191"/>
                <a:gd name="connsiteY67" fmla="*/ 163311 h 458727"/>
                <a:gd name="connsiteX68" fmla="*/ 662985 w 2915191"/>
                <a:gd name="connsiteY68" fmla="*/ 147953 h 458727"/>
                <a:gd name="connsiteX69" fmla="*/ 672735 w 2915191"/>
                <a:gd name="connsiteY69" fmla="*/ 181698 h 458727"/>
                <a:gd name="connsiteX70" fmla="*/ 682485 w 2915191"/>
                <a:gd name="connsiteY70" fmla="*/ 183538 h 458727"/>
                <a:gd name="connsiteX71" fmla="*/ 692235 w 2915191"/>
                <a:gd name="connsiteY71" fmla="*/ 171429 h 458727"/>
                <a:gd name="connsiteX72" fmla="*/ 701985 w 2915191"/>
                <a:gd name="connsiteY72" fmla="*/ 226478 h 458727"/>
                <a:gd name="connsiteX73" fmla="*/ 711735 w 2915191"/>
                <a:gd name="connsiteY73" fmla="*/ 242381 h 458727"/>
                <a:gd name="connsiteX74" fmla="*/ 721485 w 2915191"/>
                <a:gd name="connsiteY74" fmla="*/ 253286 h 458727"/>
                <a:gd name="connsiteX75" fmla="*/ 731235 w 2915191"/>
                <a:gd name="connsiteY75" fmla="*/ 266243 h 458727"/>
                <a:gd name="connsiteX76" fmla="*/ 740985 w 2915191"/>
                <a:gd name="connsiteY76" fmla="*/ 254187 h 458727"/>
                <a:gd name="connsiteX77" fmla="*/ 750734 w 2915191"/>
                <a:gd name="connsiteY77" fmla="*/ 224689 h 458727"/>
                <a:gd name="connsiteX78" fmla="*/ 760484 w 2915191"/>
                <a:gd name="connsiteY78" fmla="*/ 241749 h 458727"/>
                <a:gd name="connsiteX79" fmla="*/ 770233 w 2915191"/>
                <a:gd name="connsiteY79" fmla="*/ 251525 h 458727"/>
                <a:gd name="connsiteX80" fmla="*/ 779983 w 2915191"/>
                <a:gd name="connsiteY80" fmla="*/ 243183 h 458727"/>
                <a:gd name="connsiteX81" fmla="*/ 789733 w 2915191"/>
                <a:gd name="connsiteY81" fmla="*/ 214219 h 458727"/>
                <a:gd name="connsiteX82" fmla="*/ 799482 w 2915191"/>
                <a:gd name="connsiteY82" fmla="*/ 182033 h 458727"/>
                <a:gd name="connsiteX83" fmla="*/ 809232 w 2915191"/>
                <a:gd name="connsiteY83" fmla="*/ 141938 h 458727"/>
                <a:gd name="connsiteX84" fmla="*/ 818982 w 2915191"/>
                <a:gd name="connsiteY84" fmla="*/ 150024 h 458727"/>
                <a:gd name="connsiteX85" fmla="*/ 828732 w 2915191"/>
                <a:gd name="connsiteY85" fmla="*/ 170336 h 458727"/>
                <a:gd name="connsiteX86" fmla="*/ 838482 w 2915191"/>
                <a:gd name="connsiteY86" fmla="*/ 166098 h 458727"/>
                <a:gd name="connsiteX87" fmla="*/ 848232 w 2915191"/>
                <a:gd name="connsiteY87" fmla="*/ 145049 h 458727"/>
                <a:gd name="connsiteX88" fmla="*/ 857982 w 2915191"/>
                <a:gd name="connsiteY88" fmla="*/ 178624 h 458727"/>
                <a:gd name="connsiteX89" fmla="*/ 867732 w 2915191"/>
                <a:gd name="connsiteY89" fmla="*/ 202348 h 458727"/>
                <a:gd name="connsiteX90" fmla="*/ 877482 w 2915191"/>
                <a:gd name="connsiteY90" fmla="*/ 166337 h 458727"/>
                <a:gd name="connsiteX91" fmla="*/ 887231 w 2915191"/>
                <a:gd name="connsiteY91" fmla="*/ 185735 h 458727"/>
                <a:gd name="connsiteX92" fmla="*/ 896981 w 2915191"/>
                <a:gd name="connsiteY92" fmla="*/ 194097 h 458727"/>
                <a:gd name="connsiteX93" fmla="*/ 906730 w 2915191"/>
                <a:gd name="connsiteY93" fmla="*/ 190598 h 458727"/>
                <a:gd name="connsiteX94" fmla="*/ 916480 w 2915191"/>
                <a:gd name="connsiteY94" fmla="*/ 177308 h 458727"/>
                <a:gd name="connsiteX95" fmla="*/ 926230 w 2915191"/>
                <a:gd name="connsiteY95" fmla="*/ 160702 h 458727"/>
                <a:gd name="connsiteX96" fmla="*/ 935979 w 2915191"/>
                <a:gd name="connsiteY96" fmla="*/ 162602 h 458727"/>
                <a:gd name="connsiteX97" fmla="*/ 945729 w 2915191"/>
                <a:gd name="connsiteY97" fmla="*/ 179872 h 458727"/>
                <a:gd name="connsiteX98" fmla="*/ 955479 w 2915191"/>
                <a:gd name="connsiteY98" fmla="*/ 192304 h 458727"/>
                <a:gd name="connsiteX99" fmla="*/ 965229 w 2915191"/>
                <a:gd name="connsiteY99" fmla="*/ 208352 h 458727"/>
                <a:gd name="connsiteX100" fmla="*/ 974979 w 2915191"/>
                <a:gd name="connsiteY100" fmla="*/ 235781 h 458727"/>
                <a:gd name="connsiteX101" fmla="*/ 984729 w 2915191"/>
                <a:gd name="connsiteY101" fmla="*/ 241988 h 458727"/>
                <a:gd name="connsiteX102" fmla="*/ 994474 w 2915191"/>
                <a:gd name="connsiteY102" fmla="*/ 254582 h 458727"/>
                <a:gd name="connsiteX103" fmla="*/ 1004233 w 2915191"/>
                <a:gd name="connsiteY103" fmla="*/ 259615 h 458727"/>
                <a:gd name="connsiteX104" fmla="*/ 1013977 w 2915191"/>
                <a:gd name="connsiteY104" fmla="*/ 246085 h 458727"/>
                <a:gd name="connsiteX105" fmla="*/ 1023721 w 2915191"/>
                <a:gd name="connsiteY105" fmla="*/ 252791 h 458727"/>
                <a:gd name="connsiteX106" fmla="*/ 1033480 w 2915191"/>
                <a:gd name="connsiteY106" fmla="*/ 263456 h 458727"/>
                <a:gd name="connsiteX107" fmla="*/ 1043224 w 2915191"/>
                <a:gd name="connsiteY107" fmla="*/ 257003 h 458727"/>
                <a:gd name="connsiteX108" fmla="*/ 1052983 w 2915191"/>
                <a:gd name="connsiteY108" fmla="*/ 255732 h 458727"/>
                <a:gd name="connsiteX109" fmla="*/ 1062727 w 2915191"/>
                <a:gd name="connsiteY109" fmla="*/ 289273 h 458727"/>
                <a:gd name="connsiteX110" fmla="*/ 1072471 w 2915191"/>
                <a:gd name="connsiteY110" fmla="*/ 279751 h 458727"/>
                <a:gd name="connsiteX111" fmla="*/ 1082230 w 2915191"/>
                <a:gd name="connsiteY111" fmla="*/ 268830 h 458727"/>
                <a:gd name="connsiteX112" fmla="*/ 1091973 w 2915191"/>
                <a:gd name="connsiteY112" fmla="*/ 256604 h 458727"/>
                <a:gd name="connsiteX113" fmla="*/ 1101732 w 2915191"/>
                <a:gd name="connsiteY113" fmla="*/ 281987 h 458727"/>
                <a:gd name="connsiteX114" fmla="*/ 1111476 w 2915191"/>
                <a:gd name="connsiteY114" fmla="*/ 277474 h 458727"/>
                <a:gd name="connsiteX115" fmla="*/ 1121220 w 2915191"/>
                <a:gd name="connsiteY115" fmla="*/ 282932 h 458727"/>
                <a:gd name="connsiteX116" fmla="*/ 1130979 w 2915191"/>
                <a:gd name="connsiteY116" fmla="*/ 295342 h 458727"/>
                <a:gd name="connsiteX117" fmla="*/ 1140723 w 2915191"/>
                <a:gd name="connsiteY117" fmla="*/ 311027 h 458727"/>
                <a:gd name="connsiteX118" fmla="*/ 1150482 w 2915191"/>
                <a:gd name="connsiteY118" fmla="*/ 307336 h 458727"/>
                <a:gd name="connsiteX119" fmla="*/ 1160226 w 2915191"/>
                <a:gd name="connsiteY119" fmla="*/ 308044 h 458727"/>
                <a:gd name="connsiteX120" fmla="*/ 1169969 w 2915191"/>
                <a:gd name="connsiteY120" fmla="*/ 337560 h 458727"/>
                <a:gd name="connsiteX121" fmla="*/ 1179728 w 2915191"/>
                <a:gd name="connsiteY121" fmla="*/ 347628 h 458727"/>
                <a:gd name="connsiteX122" fmla="*/ 1189472 w 2915191"/>
                <a:gd name="connsiteY122" fmla="*/ 325805 h 458727"/>
                <a:gd name="connsiteX123" fmla="*/ 1199231 w 2915191"/>
                <a:gd name="connsiteY123" fmla="*/ 318469 h 458727"/>
                <a:gd name="connsiteX124" fmla="*/ 1208975 w 2915191"/>
                <a:gd name="connsiteY124" fmla="*/ 314194 h 458727"/>
                <a:gd name="connsiteX125" fmla="*/ 1218719 w 2915191"/>
                <a:gd name="connsiteY125" fmla="*/ 317621 h 458727"/>
                <a:gd name="connsiteX126" fmla="*/ 1228478 w 2915191"/>
                <a:gd name="connsiteY126" fmla="*/ 274225 h 458727"/>
                <a:gd name="connsiteX127" fmla="*/ 1238222 w 2915191"/>
                <a:gd name="connsiteY127" fmla="*/ 260936 h 458727"/>
                <a:gd name="connsiteX128" fmla="*/ 1247966 w 2915191"/>
                <a:gd name="connsiteY128" fmla="*/ 250988 h 458727"/>
                <a:gd name="connsiteX129" fmla="*/ 1257725 w 2915191"/>
                <a:gd name="connsiteY129" fmla="*/ 254436 h 458727"/>
                <a:gd name="connsiteX130" fmla="*/ 1267469 w 2915191"/>
                <a:gd name="connsiteY130" fmla="*/ 214849 h 458727"/>
                <a:gd name="connsiteX131" fmla="*/ 1277227 w 2915191"/>
                <a:gd name="connsiteY131" fmla="*/ 231278 h 458727"/>
                <a:gd name="connsiteX132" fmla="*/ 1286971 w 2915191"/>
                <a:gd name="connsiteY132" fmla="*/ 256589 h 458727"/>
                <a:gd name="connsiteX133" fmla="*/ 1296715 w 2915191"/>
                <a:gd name="connsiteY133" fmla="*/ 273863 h 458727"/>
                <a:gd name="connsiteX134" fmla="*/ 1306474 w 2915191"/>
                <a:gd name="connsiteY134" fmla="*/ 277814 h 458727"/>
                <a:gd name="connsiteX135" fmla="*/ 1316218 w 2915191"/>
                <a:gd name="connsiteY135" fmla="*/ 340220 h 458727"/>
                <a:gd name="connsiteX136" fmla="*/ 1325977 w 2915191"/>
                <a:gd name="connsiteY136" fmla="*/ 313959 h 458727"/>
                <a:gd name="connsiteX137" fmla="*/ 1335721 w 2915191"/>
                <a:gd name="connsiteY137" fmla="*/ 339245 h 458727"/>
                <a:gd name="connsiteX138" fmla="*/ 1345465 w 2915191"/>
                <a:gd name="connsiteY138" fmla="*/ 341690 h 458727"/>
                <a:gd name="connsiteX139" fmla="*/ 1355224 w 2915191"/>
                <a:gd name="connsiteY139" fmla="*/ 358998 h 458727"/>
                <a:gd name="connsiteX140" fmla="*/ 1364967 w 2915191"/>
                <a:gd name="connsiteY140" fmla="*/ 341151 h 458727"/>
                <a:gd name="connsiteX141" fmla="*/ 1374726 w 2915191"/>
                <a:gd name="connsiteY141" fmla="*/ 360800 h 458727"/>
                <a:gd name="connsiteX142" fmla="*/ 1384470 w 2915191"/>
                <a:gd name="connsiteY142" fmla="*/ 316468 h 458727"/>
                <a:gd name="connsiteX143" fmla="*/ 1394214 w 2915191"/>
                <a:gd name="connsiteY143" fmla="*/ 292993 h 458727"/>
                <a:gd name="connsiteX144" fmla="*/ 1403973 w 2915191"/>
                <a:gd name="connsiteY144" fmla="*/ 290587 h 458727"/>
                <a:gd name="connsiteX145" fmla="*/ 1413717 w 2915191"/>
                <a:gd name="connsiteY145" fmla="*/ 265746 h 458727"/>
                <a:gd name="connsiteX146" fmla="*/ 1423476 w 2915191"/>
                <a:gd name="connsiteY146" fmla="*/ 250485 h 458727"/>
                <a:gd name="connsiteX147" fmla="*/ 1433220 w 2915191"/>
                <a:gd name="connsiteY147" fmla="*/ 281537 h 458727"/>
                <a:gd name="connsiteX148" fmla="*/ 1442964 w 2915191"/>
                <a:gd name="connsiteY148" fmla="*/ 298698 h 458727"/>
                <a:gd name="connsiteX149" fmla="*/ 1452722 w 2915191"/>
                <a:gd name="connsiteY149" fmla="*/ 291589 h 458727"/>
                <a:gd name="connsiteX150" fmla="*/ 1462466 w 2915191"/>
                <a:gd name="connsiteY150" fmla="*/ 244223 h 458727"/>
                <a:gd name="connsiteX151" fmla="*/ 1472225 w 2915191"/>
                <a:gd name="connsiteY151" fmla="*/ 241094 h 458727"/>
                <a:gd name="connsiteX152" fmla="*/ 1481969 w 2915191"/>
                <a:gd name="connsiteY152" fmla="*/ 267560 h 458727"/>
                <a:gd name="connsiteX153" fmla="*/ 1491713 w 2915191"/>
                <a:gd name="connsiteY153" fmla="*/ 285256 h 458727"/>
                <a:gd name="connsiteX154" fmla="*/ 1501472 w 2915191"/>
                <a:gd name="connsiteY154" fmla="*/ 267084 h 458727"/>
                <a:gd name="connsiteX155" fmla="*/ 1511216 w 2915191"/>
                <a:gd name="connsiteY155" fmla="*/ 264773 h 458727"/>
                <a:gd name="connsiteX156" fmla="*/ 1520960 w 2915191"/>
                <a:gd name="connsiteY156" fmla="*/ 271856 h 458727"/>
                <a:gd name="connsiteX157" fmla="*/ 1530719 w 2915191"/>
                <a:gd name="connsiteY157" fmla="*/ 272258 h 458727"/>
                <a:gd name="connsiteX158" fmla="*/ 1540463 w 2915191"/>
                <a:gd name="connsiteY158" fmla="*/ 279152 h 458727"/>
                <a:gd name="connsiteX159" fmla="*/ 1550221 w 2915191"/>
                <a:gd name="connsiteY159" fmla="*/ 291421 h 458727"/>
                <a:gd name="connsiteX160" fmla="*/ 1559965 w 2915191"/>
                <a:gd name="connsiteY160" fmla="*/ 298348 h 458727"/>
                <a:gd name="connsiteX161" fmla="*/ 1569709 w 2915191"/>
                <a:gd name="connsiteY161" fmla="*/ 309908 h 458727"/>
                <a:gd name="connsiteX162" fmla="*/ 1579468 w 2915191"/>
                <a:gd name="connsiteY162" fmla="*/ 301120 h 458727"/>
                <a:gd name="connsiteX163" fmla="*/ 1589212 w 2915191"/>
                <a:gd name="connsiteY163" fmla="*/ 272133 h 458727"/>
                <a:gd name="connsiteX164" fmla="*/ 1598971 w 2915191"/>
                <a:gd name="connsiteY164" fmla="*/ 326784 h 458727"/>
                <a:gd name="connsiteX165" fmla="*/ 1608715 w 2915191"/>
                <a:gd name="connsiteY165" fmla="*/ 341014 h 458727"/>
                <a:gd name="connsiteX166" fmla="*/ 1618459 w 2915191"/>
                <a:gd name="connsiteY166" fmla="*/ 334618 h 458727"/>
                <a:gd name="connsiteX167" fmla="*/ 1628218 w 2915191"/>
                <a:gd name="connsiteY167" fmla="*/ 307800 h 458727"/>
                <a:gd name="connsiteX168" fmla="*/ 1637962 w 2915191"/>
                <a:gd name="connsiteY168" fmla="*/ 285418 h 458727"/>
                <a:gd name="connsiteX169" fmla="*/ 1647720 w 2915191"/>
                <a:gd name="connsiteY169" fmla="*/ 297305 h 458727"/>
                <a:gd name="connsiteX170" fmla="*/ 1657464 w 2915191"/>
                <a:gd name="connsiteY170" fmla="*/ 309987 h 458727"/>
                <a:gd name="connsiteX171" fmla="*/ 1667208 w 2915191"/>
                <a:gd name="connsiteY171" fmla="*/ 316541 h 458727"/>
                <a:gd name="connsiteX172" fmla="*/ 1676967 w 2915191"/>
                <a:gd name="connsiteY172" fmla="*/ 346552 h 458727"/>
                <a:gd name="connsiteX173" fmla="*/ 1686711 w 2915191"/>
                <a:gd name="connsiteY173" fmla="*/ 327049 h 458727"/>
                <a:gd name="connsiteX174" fmla="*/ 1696470 w 2915191"/>
                <a:gd name="connsiteY174" fmla="*/ 315300 h 458727"/>
                <a:gd name="connsiteX175" fmla="*/ 1706214 w 2915191"/>
                <a:gd name="connsiteY175" fmla="*/ 307880 h 458727"/>
                <a:gd name="connsiteX176" fmla="*/ 1715958 w 2915191"/>
                <a:gd name="connsiteY176" fmla="*/ 264554 h 458727"/>
                <a:gd name="connsiteX177" fmla="*/ 1725716 w 2915191"/>
                <a:gd name="connsiteY177" fmla="*/ 287741 h 458727"/>
                <a:gd name="connsiteX178" fmla="*/ 1735460 w 2915191"/>
                <a:gd name="connsiteY178" fmla="*/ 253067 h 458727"/>
                <a:gd name="connsiteX179" fmla="*/ 1745219 w 2915191"/>
                <a:gd name="connsiteY179" fmla="*/ 257530 h 458727"/>
                <a:gd name="connsiteX180" fmla="*/ 1754963 w 2915191"/>
                <a:gd name="connsiteY180" fmla="*/ 256109 h 458727"/>
                <a:gd name="connsiteX181" fmla="*/ 1764707 w 2915191"/>
                <a:gd name="connsiteY181" fmla="*/ 242701 h 458727"/>
                <a:gd name="connsiteX182" fmla="*/ 1774466 w 2915191"/>
                <a:gd name="connsiteY182" fmla="*/ 226454 h 458727"/>
                <a:gd name="connsiteX183" fmla="*/ 1784210 w 2915191"/>
                <a:gd name="connsiteY183" fmla="*/ 243639 h 458727"/>
                <a:gd name="connsiteX184" fmla="*/ 1793969 w 2915191"/>
                <a:gd name="connsiteY184" fmla="*/ 246557 h 458727"/>
                <a:gd name="connsiteX185" fmla="*/ 1803713 w 2915191"/>
                <a:gd name="connsiteY185" fmla="*/ 201860 h 458727"/>
                <a:gd name="connsiteX186" fmla="*/ 1813457 w 2915191"/>
                <a:gd name="connsiteY186" fmla="*/ 207649 h 458727"/>
                <a:gd name="connsiteX187" fmla="*/ 1823215 w 2915191"/>
                <a:gd name="connsiteY187" fmla="*/ 185413 h 458727"/>
                <a:gd name="connsiteX188" fmla="*/ 1832959 w 2915191"/>
                <a:gd name="connsiteY188" fmla="*/ 207379 h 458727"/>
                <a:gd name="connsiteX189" fmla="*/ 1842703 w 2915191"/>
                <a:gd name="connsiteY189" fmla="*/ 187583 h 458727"/>
                <a:gd name="connsiteX190" fmla="*/ 1852462 w 2915191"/>
                <a:gd name="connsiteY190" fmla="*/ 155533 h 458727"/>
                <a:gd name="connsiteX191" fmla="*/ 1862206 w 2915191"/>
                <a:gd name="connsiteY191" fmla="*/ 183204 h 458727"/>
                <a:gd name="connsiteX192" fmla="*/ 1871965 w 2915191"/>
                <a:gd name="connsiteY192" fmla="*/ 201084 h 458727"/>
                <a:gd name="connsiteX193" fmla="*/ 1881709 w 2915191"/>
                <a:gd name="connsiteY193" fmla="*/ 212200 h 458727"/>
                <a:gd name="connsiteX194" fmla="*/ 1891453 w 2915191"/>
                <a:gd name="connsiteY194" fmla="*/ 221844 h 458727"/>
                <a:gd name="connsiteX195" fmla="*/ 1901212 w 2915191"/>
                <a:gd name="connsiteY195" fmla="*/ 272258 h 458727"/>
                <a:gd name="connsiteX196" fmla="*/ 1910956 w 2915191"/>
                <a:gd name="connsiteY196" fmla="*/ 274366 h 458727"/>
                <a:gd name="connsiteX197" fmla="*/ 1920714 w 2915191"/>
                <a:gd name="connsiteY197" fmla="*/ 257404 h 458727"/>
                <a:gd name="connsiteX198" fmla="*/ 1930458 w 2915191"/>
                <a:gd name="connsiteY198" fmla="*/ 270099 h 458727"/>
                <a:gd name="connsiteX199" fmla="*/ 1940202 w 2915191"/>
                <a:gd name="connsiteY199" fmla="*/ 294103 h 458727"/>
                <a:gd name="connsiteX200" fmla="*/ 1949961 w 2915191"/>
                <a:gd name="connsiteY200" fmla="*/ 294766 h 458727"/>
                <a:gd name="connsiteX201" fmla="*/ 1959705 w 2915191"/>
                <a:gd name="connsiteY201" fmla="*/ 297808 h 458727"/>
                <a:gd name="connsiteX202" fmla="*/ 1969464 w 2915191"/>
                <a:gd name="connsiteY202" fmla="*/ 292565 h 458727"/>
                <a:gd name="connsiteX203" fmla="*/ 1979208 w 2915191"/>
                <a:gd name="connsiteY203" fmla="*/ 284509 h 458727"/>
                <a:gd name="connsiteX204" fmla="*/ 1988952 w 2915191"/>
                <a:gd name="connsiteY204" fmla="*/ 326043 h 458727"/>
                <a:gd name="connsiteX205" fmla="*/ 1998711 w 2915191"/>
                <a:gd name="connsiteY205" fmla="*/ 329622 h 458727"/>
                <a:gd name="connsiteX206" fmla="*/ 2008454 w 2915191"/>
                <a:gd name="connsiteY206" fmla="*/ 334171 h 458727"/>
                <a:gd name="connsiteX207" fmla="*/ 2018213 w 2915191"/>
                <a:gd name="connsiteY207" fmla="*/ 339268 h 458727"/>
                <a:gd name="connsiteX208" fmla="*/ 2027957 w 2915191"/>
                <a:gd name="connsiteY208" fmla="*/ 326134 h 458727"/>
                <a:gd name="connsiteX209" fmla="*/ 2037701 w 2915191"/>
                <a:gd name="connsiteY209" fmla="*/ 320057 h 458727"/>
                <a:gd name="connsiteX210" fmla="*/ 2047460 w 2915191"/>
                <a:gd name="connsiteY210" fmla="*/ 293508 h 458727"/>
                <a:gd name="connsiteX211" fmla="*/ 2057204 w 2915191"/>
                <a:gd name="connsiteY211" fmla="*/ 275393 h 458727"/>
                <a:gd name="connsiteX212" fmla="*/ 2066963 w 2915191"/>
                <a:gd name="connsiteY212" fmla="*/ 257438 h 458727"/>
                <a:gd name="connsiteX213" fmla="*/ 2076707 w 2915191"/>
                <a:gd name="connsiteY213" fmla="*/ 261184 h 458727"/>
                <a:gd name="connsiteX214" fmla="*/ 2086451 w 2915191"/>
                <a:gd name="connsiteY214" fmla="*/ 302893 h 458727"/>
                <a:gd name="connsiteX215" fmla="*/ 2096210 w 2915191"/>
                <a:gd name="connsiteY215" fmla="*/ 316438 h 458727"/>
                <a:gd name="connsiteX216" fmla="*/ 2105954 w 2915191"/>
                <a:gd name="connsiteY216" fmla="*/ 326720 h 458727"/>
                <a:gd name="connsiteX217" fmla="*/ 2115697 w 2915191"/>
                <a:gd name="connsiteY217" fmla="*/ 337608 h 458727"/>
                <a:gd name="connsiteX218" fmla="*/ 2125456 w 2915191"/>
                <a:gd name="connsiteY218" fmla="*/ 347133 h 458727"/>
                <a:gd name="connsiteX219" fmla="*/ 2135200 w 2915191"/>
                <a:gd name="connsiteY219" fmla="*/ 320827 h 458727"/>
                <a:gd name="connsiteX220" fmla="*/ 2144959 w 2915191"/>
                <a:gd name="connsiteY220" fmla="*/ 321980 h 458727"/>
                <a:gd name="connsiteX221" fmla="*/ 2154703 w 2915191"/>
                <a:gd name="connsiteY221" fmla="*/ 282424 h 458727"/>
                <a:gd name="connsiteX222" fmla="*/ 2164447 w 2915191"/>
                <a:gd name="connsiteY222" fmla="*/ 264363 h 458727"/>
                <a:gd name="connsiteX223" fmla="*/ 2174206 w 2915191"/>
                <a:gd name="connsiteY223" fmla="*/ 235377 h 458727"/>
                <a:gd name="connsiteX224" fmla="*/ 2183950 w 2915191"/>
                <a:gd name="connsiteY224" fmla="*/ 257112 h 458727"/>
                <a:gd name="connsiteX225" fmla="*/ 2193709 w 2915191"/>
                <a:gd name="connsiteY225" fmla="*/ 237256 h 458727"/>
                <a:gd name="connsiteX226" fmla="*/ 2203452 w 2915191"/>
                <a:gd name="connsiteY226" fmla="*/ 222057 h 458727"/>
                <a:gd name="connsiteX227" fmla="*/ 2213196 w 2915191"/>
                <a:gd name="connsiteY227" fmla="*/ 225597 h 458727"/>
                <a:gd name="connsiteX228" fmla="*/ 2222955 w 2915191"/>
                <a:gd name="connsiteY228" fmla="*/ 236801 h 458727"/>
                <a:gd name="connsiteX229" fmla="*/ 2232699 w 2915191"/>
                <a:gd name="connsiteY229" fmla="*/ 213867 h 458727"/>
                <a:gd name="connsiteX230" fmla="*/ 2242458 w 2915191"/>
                <a:gd name="connsiteY230" fmla="*/ 199317 h 458727"/>
                <a:gd name="connsiteX231" fmla="*/ 2252202 w 2915191"/>
                <a:gd name="connsiteY231" fmla="*/ 193651 h 458727"/>
                <a:gd name="connsiteX232" fmla="*/ 2261946 w 2915191"/>
                <a:gd name="connsiteY232" fmla="*/ 209843 h 458727"/>
                <a:gd name="connsiteX233" fmla="*/ 2271705 w 2915191"/>
                <a:gd name="connsiteY233" fmla="*/ 231210 h 458727"/>
                <a:gd name="connsiteX234" fmla="*/ 2281449 w 2915191"/>
                <a:gd name="connsiteY234" fmla="*/ 238989 h 458727"/>
                <a:gd name="connsiteX235" fmla="*/ 2291208 w 2915191"/>
                <a:gd name="connsiteY235" fmla="*/ 213577 h 458727"/>
                <a:gd name="connsiteX236" fmla="*/ 2300951 w 2915191"/>
                <a:gd name="connsiteY236" fmla="*/ 226724 h 458727"/>
                <a:gd name="connsiteX237" fmla="*/ 2310695 w 2915191"/>
                <a:gd name="connsiteY237" fmla="*/ 208869 h 458727"/>
                <a:gd name="connsiteX238" fmla="*/ 2320454 w 2915191"/>
                <a:gd name="connsiteY238" fmla="*/ 188548 h 458727"/>
                <a:gd name="connsiteX239" fmla="*/ 2330198 w 2915191"/>
                <a:gd name="connsiteY239" fmla="*/ 170871 h 458727"/>
                <a:gd name="connsiteX240" fmla="*/ 2339957 w 2915191"/>
                <a:gd name="connsiteY240" fmla="*/ 156225 h 458727"/>
                <a:gd name="connsiteX241" fmla="*/ 2349701 w 2915191"/>
                <a:gd name="connsiteY241" fmla="*/ 145401 h 458727"/>
                <a:gd name="connsiteX242" fmla="*/ 2359445 w 2915191"/>
                <a:gd name="connsiteY242" fmla="*/ 133997 h 458727"/>
                <a:gd name="connsiteX243" fmla="*/ 2369204 w 2915191"/>
                <a:gd name="connsiteY243" fmla="*/ 150563 h 458727"/>
                <a:gd name="connsiteX244" fmla="*/ 2378948 w 2915191"/>
                <a:gd name="connsiteY244" fmla="*/ 145317 h 458727"/>
                <a:gd name="connsiteX245" fmla="*/ 2388692 w 2915191"/>
                <a:gd name="connsiteY245" fmla="*/ 132257 h 458727"/>
                <a:gd name="connsiteX246" fmla="*/ 2398450 w 2915191"/>
                <a:gd name="connsiteY246" fmla="*/ 143625 h 458727"/>
                <a:gd name="connsiteX247" fmla="*/ 2408194 w 2915191"/>
                <a:gd name="connsiteY247" fmla="*/ 141916 h 458727"/>
                <a:gd name="connsiteX248" fmla="*/ 2417953 w 2915191"/>
                <a:gd name="connsiteY248" fmla="*/ 155933 h 458727"/>
                <a:gd name="connsiteX249" fmla="*/ 2427697 w 2915191"/>
                <a:gd name="connsiteY249" fmla="*/ 158254 h 458727"/>
                <a:gd name="connsiteX250" fmla="*/ 2437441 w 2915191"/>
                <a:gd name="connsiteY250" fmla="*/ 172985 h 458727"/>
                <a:gd name="connsiteX251" fmla="*/ 2447200 w 2915191"/>
                <a:gd name="connsiteY251" fmla="*/ 203575 h 458727"/>
                <a:gd name="connsiteX252" fmla="*/ 2456944 w 2915191"/>
                <a:gd name="connsiteY252" fmla="*/ 192918 h 458727"/>
                <a:gd name="connsiteX253" fmla="*/ 2466703 w 2915191"/>
                <a:gd name="connsiteY253" fmla="*/ 199627 h 458727"/>
                <a:gd name="connsiteX254" fmla="*/ 2476446 w 2915191"/>
                <a:gd name="connsiteY254" fmla="*/ 213014 h 458727"/>
                <a:gd name="connsiteX255" fmla="*/ 2486190 w 2915191"/>
                <a:gd name="connsiteY255" fmla="*/ 229805 h 458727"/>
                <a:gd name="connsiteX256" fmla="*/ 2495949 w 2915191"/>
                <a:gd name="connsiteY256" fmla="*/ 238534 h 458727"/>
                <a:gd name="connsiteX257" fmla="*/ 2505693 w 2915191"/>
                <a:gd name="connsiteY257" fmla="*/ 251835 h 458727"/>
                <a:gd name="connsiteX258" fmla="*/ 2515452 w 2915191"/>
                <a:gd name="connsiteY258" fmla="*/ 267113 h 458727"/>
                <a:gd name="connsiteX259" fmla="*/ 2525196 w 2915191"/>
                <a:gd name="connsiteY259" fmla="*/ 258089 h 458727"/>
                <a:gd name="connsiteX260" fmla="*/ 2534940 w 2915191"/>
                <a:gd name="connsiteY260" fmla="*/ 258377 h 458727"/>
                <a:gd name="connsiteX261" fmla="*/ 2544699 w 2915191"/>
                <a:gd name="connsiteY261" fmla="*/ 283325 h 458727"/>
                <a:gd name="connsiteX262" fmla="*/ 2554443 w 2915191"/>
                <a:gd name="connsiteY262" fmla="*/ 290490 h 458727"/>
                <a:gd name="connsiteX263" fmla="*/ 2564202 w 2915191"/>
                <a:gd name="connsiteY263" fmla="*/ 264295 h 458727"/>
                <a:gd name="connsiteX264" fmla="*/ 2573946 w 2915191"/>
                <a:gd name="connsiteY264" fmla="*/ 266833 h 458727"/>
                <a:gd name="connsiteX265" fmla="*/ 2583690 w 2915191"/>
                <a:gd name="connsiteY265" fmla="*/ 273557 h 458727"/>
                <a:gd name="connsiteX266" fmla="*/ 2593448 w 2915191"/>
                <a:gd name="connsiteY266" fmla="*/ 250132 h 458727"/>
                <a:gd name="connsiteX267" fmla="*/ 2603192 w 2915191"/>
                <a:gd name="connsiteY267" fmla="*/ 247746 h 458727"/>
                <a:gd name="connsiteX268" fmla="*/ 2612951 w 2915191"/>
                <a:gd name="connsiteY268" fmla="*/ 244790 h 458727"/>
                <a:gd name="connsiteX269" fmla="*/ 2622695 w 2915191"/>
                <a:gd name="connsiteY269" fmla="*/ 251541 h 458727"/>
                <a:gd name="connsiteX270" fmla="*/ 2632439 w 2915191"/>
                <a:gd name="connsiteY270" fmla="*/ 206124 h 458727"/>
                <a:gd name="connsiteX271" fmla="*/ 2642198 w 2915191"/>
                <a:gd name="connsiteY271" fmla="*/ 178704 h 458727"/>
                <a:gd name="connsiteX272" fmla="*/ 2651942 w 2915191"/>
                <a:gd name="connsiteY272" fmla="*/ 158090 h 458727"/>
                <a:gd name="connsiteX273" fmla="*/ 2661685 w 2915191"/>
                <a:gd name="connsiteY273" fmla="*/ 190895 h 458727"/>
                <a:gd name="connsiteX274" fmla="*/ 2671444 w 2915191"/>
                <a:gd name="connsiteY274" fmla="*/ 171443 h 458727"/>
                <a:gd name="connsiteX275" fmla="*/ 2681188 w 2915191"/>
                <a:gd name="connsiteY275" fmla="*/ 149854 h 458727"/>
                <a:gd name="connsiteX276" fmla="*/ 2690947 w 2915191"/>
                <a:gd name="connsiteY276" fmla="*/ 172097 h 458727"/>
                <a:gd name="connsiteX277" fmla="*/ 2700691 w 2915191"/>
                <a:gd name="connsiteY277" fmla="*/ 182727 h 458727"/>
                <a:gd name="connsiteX278" fmla="*/ 2710435 w 2915191"/>
                <a:gd name="connsiteY278" fmla="*/ 178049 h 458727"/>
                <a:gd name="connsiteX279" fmla="*/ 2720194 w 2915191"/>
                <a:gd name="connsiteY279" fmla="*/ 134195 h 458727"/>
                <a:gd name="connsiteX280" fmla="*/ 2729938 w 2915191"/>
                <a:gd name="connsiteY280" fmla="*/ 156475 h 458727"/>
                <a:gd name="connsiteX281" fmla="*/ 2739697 w 2915191"/>
                <a:gd name="connsiteY281" fmla="*/ 173540 h 458727"/>
                <a:gd name="connsiteX282" fmla="*/ 2749441 w 2915191"/>
                <a:gd name="connsiteY282" fmla="*/ 167186 h 458727"/>
                <a:gd name="connsiteX283" fmla="*/ 2759185 w 2915191"/>
                <a:gd name="connsiteY283" fmla="*/ 148157 h 458727"/>
                <a:gd name="connsiteX284" fmla="*/ 2768943 w 2915191"/>
                <a:gd name="connsiteY284" fmla="*/ 144563 h 458727"/>
                <a:gd name="connsiteX285" fmla="*/ 2778687 w 2915191"/>
                <a:gd name="connsiteY285" fmla="*/ 155957 h 458727"/>
                <a:gd name="connsiteX286" fmla="*/ 2788446 w 2915191"/>
                <a:gd name="connsiteY286" fmla="*/ 155271 h 458727"/>
                <a:gd name="connsiteX287" fmla="*/ 2798190 w 2915191"/>
                <a:gd name="connsiteY287" fmla="*/ 143741 h 458727"/>
                <a:gd name="connsiteX288" fmla="*/ 2807934 w 2915191"/>
                <a:gd name="connsiteY288" fmla="*/ 184290 h 458727"/>
                <a:gd name="connsiteX289" fmla="*/ 2817693 w 2915191"/>
                <a:gd name="connsiteY289" fmla="*/ 165008 h 458727"/>
                <a:gd name="connsiteX290" fmla="*/ 2827437 w 2915191"/>
                <a:gd name="connsiteY290" fmla="*/ 120613 h 458727"/>
                <a:gd name="connsiteX291" fmla="*/ 2837196 w 2915191"/>
                <a:gd name="connsiteY291" fmla="*/ 127523 h 458727"/>
                <a:gd name="connsiteX292" fmla="*/ 2846940 w 2915191"/>
                <a:gd name="connsiteY292" fmla="*/ 112764 h 458727"/>
                <a:gd name="connsiteX293" fmla="*/ 2856684 w 2915191"/>
                <a:gd name="connsiteY293" fmla="*/ 111419 h 458727"/>
                <a:gd name="connsiteX294" fmla="*/ 2866442 w 2915191"/>
                <a:gd name="connsiteY294" fmla="*/ 80943 h 458727"/>
                <a:gd name="connsiteX295" fmla="*/ 2876186 w 2915191"/>
                <a:gd name="connsiteY295" fmla="*/ 54898 h 458727"/>
                <a:gd name="connsiteX296" fmla="*/ 2885945 w 2915191"/>
                <a:gd name="connsiteY296" fmla="*/ 0 h 458727"/>
                <a:gd name="connsiteX297" fmla="*/ 2895689 w 2915191"/>
                <a:gd name="connsiteY297" fmla="*/ 1326 h 458727"/>
                <a:gd name="connsiteX298" fmla="*/ 2905433 w 2915191"/>
                <a:gd name="connsiteY298" fmla="*/ 5596 h 458727"/>
                <a:gd name="connsiteX299" fmla="*/ 2915192 w 2915191"/>
                <a:gd name="connsiteY299" fmla="*/ 22567 h 458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58727">
                  <a:moveTo>
                    <a:pt x="0" y="329452"/>
                  </a:moveTo>
                  <a:lnTo>
                    <a:pt x="9750" y="345183"/>
                  </a:lnTo>
                  <a:lnTo>
                    <a:pt x="19500" y="348274"/>
                  </a:lnTo>
                  <a:lnTo>
                    <a:pt x="29250" y="356349"/>
                  </a:lnTo>
                  <a:lnTo>
                    <a:pt x="39000" y="385483"/>
                  </a:lnTo>
                  <a:lnTo>
                    <a:pt x="48749" y="380995"/>
                  </a:lnTo>
                  <a:lnTo>
                    <a:pt x="58499" y="378763"/>
                  </a:lnTo>
                  <a:lnTo>
                    <a:pt x="68249" y="386906"/>
                  </a:lnTo>
                  <a:lnTo>
                    <a:pt x="77998" y="403558"/>
                  </a:lnTo>
                  <a:lnTo>
                    <a:pt x="87748" y="458728"/>
                  </a:lnTo>
                  <a:lnTo>
                    <a:pt x="97497" y="409391"/>
                  </a:lnTo>
                  <a:lnTo>
                    <a:pt x="107247" y="409874"/>
                  </a:lnTo>
                  <a:lnTo>
                    <a:pt x="116997" y="425178"/>
                  </a:lnTo>
                  <a:lnTo>
                    <a:pt x="126747" y="414928"/>
                  </a:lnTo>
                  <a:lnTo>
                    <a:pt x="136497" y="390303"/>
                  </a:lnTo>
                  <a:lnTo>
                    <a:pt x="146247" y="386778"/>
                  </a:lnTo>
                  <a:lnTo>
                    <a:pt x="155997" y="346586"/>
                  </a:lnTo>
                  <a:lnTo>
                    <a:pt x="165747" y="320815"/>
                  </a:lnTo>
                  <a:lnTo>
                    <a:pt x="175497" y="333079"/>
                  </a:lnTo>
                  <a:lnTo>
                    <a:pt x="185247" y="312779"/>
                  </a:lnTo>
                  <a:lnTo>
                    <a:pt x="194996" y="322299"/>
                  </a:lnTo>
                  <a:lnTo>
                    <a:pt x="204746" y="302473"/>
                  </a:lnTo>
                  <a:lnTo>
                    <a:pt x="214495" y="308200"/>
                  </a:lnTo>
                  <a:lnTo>
                    <a:pt x="224245" y="300584"/>
                  </a:lnTo>
                  <a:lnTo>
                    <a:pt x="233995" y="270080"/>
                  </a:lnTo>
                  <a:lnTo>
                    <a:pt x="243744" y="240915"/>
                  </a:lnTo>
                  <a:lnTo>
                    <a:pt x="253494" y="231812"/>
                  </a:lnTo>
                  <a:lnTo>
                    <a:pt x="263244" y="257502"/>
                  </a:lnTo>
                  <a:lnTo>
                    <a:pt x="272994" y="245456"/>
                  </a:lnTo>
                  <a:lnTo>
                    <a:pt x="282744" y="242569"/>
                  </a:lnTo>
                  <a:lnTo>
                    <a:pt x="292494" y="246306"/>
                  </a:lnTo>
                  <a:lnTo>
                    <a:pt x="302244" y="254890"/>
                  </a:lnTo>
                  <a:lnTo>
                    <a:pt x="311994" y="231122"/>
                  </a:lnTo>
                  <a:lnTo>
                    <a:pt x="321744" y="220347"/>
                  </a:lnTo>
                  <a:lnTo>
                    <a:pt x="331493" y="205186"/>
                  </a:lnTo>
                  <a:lnTo>
                    <a:pt x="341243" y="239735"/>
                  </a:lnTo>
                  <a:lnTo>
                    <a:pt x="350993" y="234845"/>
                  </a:lnTo>
                  <a:lnTo>
                    <a:pt x="360742" y="254984"/>
                  </a:lnTo>
                  <a:lnTo>
                    <a:pt x="370492" y="231484"/>
                  </a:lnTo>
                  <a:lnTo>
                    <a:pt x="380241" y="237625"/>
                  </a:lnTo>
                  <a:lnTo>
                    <a:pt x="389991" y="259928"/>
                  </a:lnTo>
                  <a:lnTo>
                    <a:pt x="399741" y="285441"/>
                  </a:lnTo>
                  <a:lnTo>
                    <a:pt x="409491" y="249695"/>
                  </a:lnTo>
                  <a:lnTo>
                    <a:pt x="419241" y="248382"/>
                  </a:lnTo>
                  <a:lnTo>
                    <a:pt x="428991" y="255999"/>
                  </a:lnTo>
                  <a:lnTo>
                    <a:pt x="438741" y="258877"/>
                  </a:lnTo>
                  <a:lnTo>
                    <a:pt x="448491" y="259126"/>
                  </a:lnTo>
                  <a:lnTo>
                    <a:pt x="458241" y="241145"/>
                  </a:lnTo>
                  <a:lnTo>
                    <a:pt x="467991" y="231277"/>
                  </a:lnTo>
                  <a:lnTo>
                    <a:pt x="477740" y="228720"/>
                  </a:lnTo>
                  <a:lnTo>
                    <a:pt x="487490" y="227329"/>
                  </a:lnTo>
                  <a:lnTo>
                    <a:pt x="497239" y="204317"/>
                  </a:lnTo>
                  <a:lnTo>
                    <a:pt x="506989" y="181266"/>
                  </a:lnTo>
                  <a:lnTo>
                    <a:pt x="516738" y="196473"/>
                  </a:lnTo>
                  <a:lnTo>
                    <a:pt x="526488" y="209702"/>
                  </a:lnTo>
                  <a:lnTo>
                    <a:pt x="536238" y="221972"/>
                  </a:lnTo>
                  <a:lnTo>
                    <a:pt x="545988" y="199545"/>
                  </a:lnTo>
                  <a:lnTo>
                    <a:pt x="555738" y="192636"/>
                  </a:lnTo>
                  <a:lnTo>
                    <a:pt x="565488" y="166265"/>
                  </a:lnTo>
                  <a:lnTo>
                    <a:pt x="575238" y="181580"/>
                  </a:lnTo>
                  <a:lnTo>
                    <a:pt x="584988" y="176960"/>
                  </a:lnTo>
                  <a:lnTo>
                    <a:pt x="594738" y="151256"/>
                  </a:lnTo>
                  <a:lnTo>
                    <a:pt x="604488" y="141613"/>
                  </a:lnTo>
                  <a:lnTo>
                    <a:pt x="614237" y="171963"/>
                  </a:lnTo>
                  <a:lnTo>
                    <a:pt x="623987" y="157789"/>
                  </a:lnTo>
                  <a:lnTo>
                    <a:pt x="633736" y="143318"/>
                  </a:lnTo>
                  <a:lnTo>
                    <a:pt x="643486" y="152843"/>
                  </a:lnTo>
                  <a:lnTo>
                    <a:pt x="653236" y="163311"/>
                  </a:lnTo>
                  <a:lnTo>
                    <a:pt x="662985" y="147953"/>
                  </a:lnTo>
                  <a:lnTo>
                    <a:pt x="672735" y="181698"/>
                  </a:lnTo>
                  <a:lnTo>
                    <a:pt x="682485" y="183538"/>
                  </a:lnTo>
                  <a:lnTo>
                    <a:pt x="692235" y="171429"/>
                  </a:lnTo>
                  <a:lnTo>
                    <a:pt x="701985" y="226478"/>
                  </a:lnTo>
                  <a:lnTo>
                    <a:pt x="711735" y="242381"/>
                  </a:lnTo>
                  <a:lnTo>
                    <a:pt x="721485" y="253286"/>
                  </a:lnTo>
                  <a:lnTo>
                    <a:pt x="731235" y="266243"/>
                  </a:lnTo>
                  <a:lnTo>
                    <a:pt x="740985" y="254187"/>
                  </a:lnTo>
                  <a:lnTo>
                    <a:pt x="750734" y="224689"/>
                  </a:lnTo>
                  <a:lnTo>
                    <a:pt x="760484" y="241749"/>
                  </a:lnTo>
                  <a:lnTo>
                    <a:pt x="770233" y="251525"/>
                  </a:lnTo>
                  <a:lnTo>
                    <a:pt x="779983" y="243183"/>
                  </a:lnTo>
                  <a:lnTo>
                    <a:pt x="789733" y="214219"/>
                  </a:lnTo>
                  <a:lnTo>
                    <a:pt x="799482" y="182033"/>
                  </a:lnTo>
                  <a:lnTo>
                    <a:pt x="809232" y="141938"/>
                  </a:lnTo>
                  <a:lnTo>
                    <a:pt x="818982" y="150024"/>
                  </a:lnTo>
                  <a:lnTo>
                    <a:pt x="828732" y="170336"/>
                  </a:lnTo>
                  <a:lnTo>
                    <a:pt x="838482" y="166098"/>
                  </a:lnTo>
                  <a:lnTo>
                    <a:pt x="848232" y="145049"/>
                  </a:lnTo>
                  <a:lnTo>
                    <a:pt x="857982" y="178624"/>
                  </a:lnTo>
                  <a:lnTo>
                    <a:pt x="867732" y="202348"/>
                  </a:lnTo>
                  <a:lnTo>
                    <a:pt x="877482" y="166337"/>
                  </a:lnTo>
                  <a:lnTo>
                    <a:pt x="887231" y="185735"/>
                  </a:lnTo>
                  <a:lnTo>
                    <a:pt x="896981" y="194097"/>
                  </a:lnTo>
                  <a:lnTo>
                    <a:pt x="906730" y="190598"/>
                  </a:lnTo>
                  <a:lnTo>
                    <a:pt x="916480" y="177308"/>
                  </a:lnTo>
                  <a:lnTo>
                    <a:pt x="926230" y="160702"/>
                  </a:lnTo>
                  <a:lnTo>
                    <a:pt x="935979" y="162602"/>
                  </a:lnTo>
                  <a:lnTo>
                    <a:pt x="945729" y="179872"/>
                  </a:lnTo>
                  <a:lnTo>
                    <a:pt x="955479" y="192304"/>
                  </a:lnTo>
                  <a:lnTo>
                    <a:pt x="965229" y="208352"/>
                  </a:lnTo>
                  <a:lnTo>
                    <a:pt x="974979" y="235781"/>
                  </a:lnTo>
                  <a:lnTo>
                    <a:pt x="984729" y="241988"/>
                  </a:lnTo>
                  <a:lnTo>
                    <a:pt x="994474" y="254582"/>
                  </a:lnTo>
                  <a:lnTo>
                    <a:pt x="1004233" y="259615"/>
                  </a:lnTo>
                  <a:lnTo>
                    <a:pt x="1013977" y="246085"/>
                  </a:lnTo>
                  <a:lnTo>
                    <a:pt x="1023721" y="252791"/>
                  </a:lnTo>
                  <a:lnTo>
                    <a:pt x="1033480" y="263456"/>
                  </a:lnTo>
                  <a:lnTo>
                    <a:pt x="1043224" y="257003"/>
                  </a:lnTo>
                  <a:lnTo>
                    <a:pt x="1052983" y="255732"/>
                  </a:lnTo>
                  <a:lnTo>
                    <a:pt x="1062727" y="289273"/>
                  </a:lnTo>
                  <a:lnTo>
                    <a:pt x="1072471" y="279751"/>
                  </a:lnTo>
                  <a:lnTo>
                    <a:pt x="1082230" y="268830"/>
                  </a:lnTo>
                  <a:lnTo>
                    <a:pt x="1091973" y="256604"/>
                  </a:lnTo>
                  <a:lnTo>
                    <a:pt x="1101732" y="281987"/>
                  </a:lnTo>
                  <a:lnTo>
                    <a:pt x="1111476" y="277474"/>
                  </a:lnTo>
                  <a:lnTo>
                    <a:pt x="1121220" y="282932"/>
                  </a:lnTo>
                  <a:lnTo>
                    <a:pt x="1130979" y="295342"/>
                  </a:lnTo>
                  <a:lnTo>
                    <a:pt x="1140723" y="311027"/>
                  </a:lnTo>
                  <a:lnTo>
                    <a:pt x="1150482" y="307336"/>
                  </a:lnTo>
                  <a:lnTo>
                    <a:pt x="1160226" y="308044"/>
                  </a:lnTo>
                  <a:lnTo>
                    <a:pt x="1169969" y="337560"/>
                  </a:lnTo>
                  <a:lnTo>
                    <a:pt x="1179728" y="347628"/>
                  </a:lnTo>
                  <a:lnTo>
                    <a:pt x="1189472" y="325805"/>
                  </a:lnTo>
                  <a:lnTo>
                    <a:pt x="1199231" y="318469"/>
                  </a:lnTo>
                  <a:lnTo>
                    <a:pt x="1208975" y="314194"/>
                  </a:lnTo>
                  <a:lnTo>
                    <a:pt x="1218719" y="317621"/>
                  </a:lnTo>
                  <a:lnTo>
                    <a:pt x="1228478" y="274225"/>
                  </a:lnTo>
                  <a:lnTo>
                    <a:pt x="1238222" y="260936"/>
                  </a:lnTo>
                  <a:lnTo>
                    <a:pt x="1247966" y="250988"/>
                  </a:lnTo>
                  <a:lnTo>
                    <a:pt x="1257725" y="254436"/>
                  </a:lnTo>
                  <a:lnTo>
                    <a:pt x="1267469" y="214849"/>
                  </a:lnTo>
                  <a:lnTo>
                    <a:pt x="1277227" y="231278"/>
                  </a:lnTo>
                  <a:lnTo>
                    <a:pt x="1286971" y="256589"/>
                  </a:lnTo>
                  <a:lnTo>
                    <a:pt x="1296715" y="273863"/>
                  </a:lnTo>
                  <a:lnTo>
                    <a:pt x="1306474" y="277814"/>
                  </a:lnTo>
                  <a:lnTo>
                    <a:pt x="1316218" y="340220"/>
                  </a:lnTo>
                  <a:lnTo>
                    <a:pt x="1325977" y="313959"/>
                  </a:lnTo>
                  <a:lnTo>
                    <a:pt x="1335721" y="339245"/>
                  </a:lnTo>
                  <a:lnTo>
                    <a:pt x="1345465" y="341690"/>
                  </a:lnTo>
                  <a:lnTo>
                    <a:pt x="1355224" y="358998"/>
                  </a:lnTo>
                  <a:lnTo>
                    <a:pt x="1364967" y="341151"/>
                  </a:lnTo>
                  <a:lnTo>
                    <a:pt x="1374726" y="360800"/>
                  </a:lnTo>
                  <a:lnTo>
                    <a:pt x="1384470" y="316468"/>
                  </a:lnTo>
                  <a:lnTo>
                    <a:pt x="1394214" y="292993"/>
                  </a:lnTo>
                  <a:lnTo>
                    <a:pt x="1403973" y="290587"/>
                  </a:lnTo>
                  <a:lnTo>
                    <a:pt x="1413717" y="265746"/>
                  </a:lnTo>
                  <a:lnTo>
                    <a:pt x="1423476" y="250485"/>
                  </a:lnTo>
                  <a:lnTo>
                    <a:pt x="1433220" y="281537"/>
                  </a:lnTo>
                  <a:lnTo>
                    <a:pt x="1442964" y="298698"/>
                  </a:lnTo>
                  <a:lnTo>
                    <a:pt x="1452722" y="291589"/>
                  </a:lnTo>
                  <a:lnTo>
                    <a:pt x="1462466" y="244223"/>
                  </a:lnTo>
                  <a:lnTo>
                    <a:pt x="1472225" y="241094"/>
                  </a:lnTo>
                  <a:lnTo>
                    <a:pt x="1481969" y="267560"/>
                  </a:lnTo>
                  <a:lnTo>
                    <a:pt x="1491713" y="285256"/>
                  </a:lnTo>
                  <a:lnTo>
                    <a:pt x="1501472" y="267084"/>
                  </a:lnTo>
                  <a:lnTo>
                    <a:pt x="1511216" y="264773"/>
                  </a:lnTo>
                  <a:lnTo>
                    <a:pt x="1520960" y="271856"/>
                  </a:lnTo>
                  <a:lnTo>
                    <a:pt x="1530719" y="272258"/>
                  </a:lnTo>
                  <a:lnTo>
                    <a:pt x="1540463" y="279152"/>
                  </a:lnTo>
                  <a:lnTo>
                    <a:pt x="1550221" y="291421"/>
                  </a:lnTo>
                  <a:lnTo>
                    <a:pt x="1559965" y="298348"/>
                  </a:lnTo>
                  <a:lnTo>
                    <a:pt x="1569709" y="309908"/>
                  </a:lnTo>
                  <a:lnTo>
                    <a:pt x="1579468" y="301120"/>
                  </a:lnTo>
                  <a:lnTo>
                    <a:pt x="1589212" y="272133"/>
                  </a:lnTo>
                  <a:lnTo>
                    <a:pt x="1598971" y="326784"/>
                  </a:lnTo>
                  <a:lnTo>
                    <a:pt x="1608715" y="341014"/>
                  </a:lnTo>
                  <a:lnTo>
                    <a:pt x="1618459" y="334618"/>
                  </a:lnTo>
                  <a:lnTo>
                    <a:pt x="1628218" y="307800"/>
                  </a:lnTo>
                  <a:lnTo>
                    <a:pt x="1637962" y="285418"/>
                  </a:lnTo>
                  <a:lnTo>
                    <a:pt x="1647720" y="297305"/>
                  </a:lnTo>
                  <a:lnTo>
                    <a:pt x="1657464" y="309987"/>
                  </a:lnTo>
                  <a:lnTo>
                    <a:pt x="1667208" y="316541"/>
                  </a:lnTo>
                  <a:lnTo>
                    <a:pt x="1676967" y="346552"/>
                  </a:lnTo>
                  <a:lnTo>
                    <a:pt x="1686711" y="327049"/>
                  </a:lnTo>
                  <a:lnTo>
                    <a:pt x="1696470" y="315300"/>
                  </a:lnTo>
                  <a:lnTo>
                    <a:pt x="1706214" y="307880"/>
                  </a:lnTo>
                  <a:lnTo>
                    <a:pt x="1715958" y="264554"/>
                  </a:lnTo>
                  <a:lnTo>
                    <a:pt x="1725716" y="287741"/>
                  </a:lnTo>
                  <a:lnTo>
                    <a:pt x="1735460" y="253067"/>
                  </a:lnTo>
                  <a:lnTo>
                    <a:pt x="1745219" y="257530"/>
                  </a:lnTo>
                  <a:lnTo>
                    <a:pt x="1754963" y="256109"/>
                  </a:lnTo>
                  <a:lnTo>
                    <a:pt x="1764707" y="242701"/>
                  </a:lnTo>
                  <a:lnTo>
                    <a:pt x="1774466" y="226454"/>
                  </a:lnTo>
                  <a:lnTo>
                    <a:pt x="1784210" y="243639"/>
                  </a:lnTo>
                  <a:lnTo>
                    <a:pt x="1793969" y="246557"/>
                  </a:lnTo>
                  <a:lnTo>
                    <a:pt x="1803713" y="201860"/>
                  </a:lnTo>
                  <a:lnTo>
                    <a:pt x="1813457" y="207649"/>
                  </a:lnTo>
                  <a:lnTo>
                    <a:pt x="1823215" y="185413"/>
                  </a:lnTo>
                  <a:lnTo>
                    <a:pt x="1832959" y="207379"/>
                  </a:lnTo>
                  <a:lnTo>
                    <a:pt x="1842703" y="187583"/>
                  </a:lnTo>
                  <a:lnTo>
                    <a:pt x="1852462" y="155533"/>
                  </a:lnTo>
                  <a:lnTo>
                    <a:pt x="1862206" y="183204"/>
                  </a:lnTo>
                  <a:lnTo>
                    <a:pt x="1871965" y="201084"/>
                  </a:lnTo>
                  <a:lnTo>
                    <a:pt x="1881709" y="212200"/>
                  </a:lnTo>
                  <a:lnTo>
                    <a:pt x="1891453" y="221844"/>
                  </a:lnTo>
                  <a:lnTo>
                    <a:pt x="1901212" y="272258"/>
                  </a:lnTo>
                  <a:lnTo>
                    <a:pt x="1910956" y="274366"/>
                  </a:lnTo>
                  <a:lnTo>
                    <a:pt x="1920714" y="257404"/>
                  </a:lnTo>
                  <a:lnTo>
                    <a:pt x="1930458" y="270099"/>
                  </a:lnTo>
                  <a:lnTo>
                    <a:pt x="1940202" y="294103"/>
                  </a:lnTo>
                  <a:lnTo>
                    <a:pt x="1949961" y="294766"/>
                  </a:lnTo>
                  <a:lnTo>
                    <a:pt x="1959705" y="297808"/>
                  </a:lnTo>
                  <a:lnTo>
                    <a:pt x="1969464" y="292565"/>
                  </a:lnTo>
                  <a:lnTo>
                    <a:pt x="1979208" y="284509"/>
                  </a:lnTo>
                  <a:lnTo>
                    <a:pt x="1988952" y="326043"/>
                  </a:lnTo>
                  <a:lnTo>
                    <a:pt x="1998711" y="329622"/>
                  </a:lnTo>
                  <a:lnTo>
                    <a:pt x="2008454" y="334171"/>
                  </a:lnTo>
                  <a:lnTo>
                    <a:pt x="2018213" y="339268"/>
                  </a:lnTo>
                  <a:lnTo>
                    <a:pt x="2027957" y="326134"/>
                  </a:lnTo>
                  <a:lnTo>
                    <a:pt x="2037701" y="320057"/>
                  </a:lnTo>
                  <a:lnTo>
                    <a:pt x="2047460" y="293508"/>
                  </a:lnTo>
                  <a:lnTo>
                    <a:pt x="2057204" y="275393"/>
                  </a:lnTo>
                  <a:lnTo>
                    <a:pt x="2066963" y="257438"/>
                  </a:lnTo>
                  <a:lnTo>
                    <a:pt x="2076707" y="261184"/>
                  </a:lnTo>
                  <a:lnTo>
                    <a:pt x="2086451" y="302893"/>
                  </a:lnTo>
                  <a:lnTo>
                    <a:pt x="2096210" y="316438"/>
                  </a:lnTo>
                  <a:lnTo>
                    <a:pt x="2105954" y="326720"/>
                  </a:lnTo>
                  <a:lnTo>
                    <a:pt x="2115697" y="337608"/>
                  </a:lnTo>
                  <a:lnTo>
                    <a:pt x="2125456" y="347133"/>
                  </a:lnTo>
                  <a:lnTo>
                    <a:pt x="2135200" y="320827"/>
                  </a:lnTo>
                  <a:lnTo>
                    <a:pt x="2144959" y="321980"/>
                  </a:lnTo>
                  <a:lnTo>
                    <a:pt x="2154703" y="282424"/>
                  </a:lnTo>
                  <a:lnTo>
                    <a:pt x="2164447" y="264363"/>
                  </a:lnTo>
                  <a:lnTo>
                    <a:pt x="2174206" y="235377"/>
                  </a:lnTo>
                  <a:lnTo>
                    <a:pt x="2183950" y="257112"/>
                  </a:lnTo>
                  <a:lnTo>
                    <a:pt x="2193709" y="237256"/>
                  </a:lnTo>
                  <a:lnTo>
                    <a:pt x="2203452" y="222057"/>
                  </a:lnTo>
                  <a:lnTo>
                    <a:pt x="2213196" y="225597"/>
                  </a:lnTo>
                  <a:lnTo>
                    <a:pt x="2222955" y="236801"/>
                  </a:lnTo>
                  <a:lnTo>
                    <a:pt x="2232699" y="213867"/>
                  </a:lnTo>
                  <a:lnTo>
                    <a:pt x="2242458" y="199317"/>
                  </a:lnTo>
                  <a:lnTo>
                    <a:pt x="2252202" y="193651"/>
                  </a:lnTo>
                  <a:lnTo>
                    <a:pt x="2261946" y="209843"/>
                  </a:lnTo>
                  <a:lnTo>
                    <a:pt x="2271705" y="231210"/>
                  </a:lnTo>
                  <a:lnTo>
                    <a:pt x="2281449" y="238989"/>
                  </a:lnTo>
                  <a:lnTo>
                    <a:pt x="2291208" y="213577"/>
                  </a:lnTo>
                  <a:lnTo>
                    <a:pt x="2300951" y="226724"/>
                  </a:lnTo>
                  <a:lnTo>
                    <a:pt x="2310695" y="208869"/>
                  </a:lnTo>
                  <a:lnTo>
                    <a:pt x="2320454" y="188548"/>
                  </a:lnTo>
                  <a:lnTo>
                    <a:pt x="2330198" y="170871"/>
                  </a:lnTo>
                  <a:lnTo>
                    <a:pt x="2339957" y="156225"/>
                  </a:lnTo>
                  <a:lnTo>
                    <a:pt x="2349701" y="145401"/>
                  </a:lnTo>
                  <a:lnTo>
                    <a:pt x="2359445" y="133997"/>
                  </a:lnTo>
                  <a:lnTo>
                    <a:pt x="2369204" y="150563"/>
                  </a:lnTo>
                  <a:lnTo>
                    <a:pt x="2378948" y="145317"/>
                  </a:lnTo>
                  <a:lnTo>
                    <a:pt x="2388692" y="132257"/>
                  </a:lnTo>
                  <a:lnTo>
                    <a:pt x="2398450" y="143625"/>
                  </a:lnTo>
                  <a:lnTo>
                    <a:pt x="2408194" y="141916"/>
                  </a:lnTo>
                  <a:lnTo>
                    <a:pt x="2417953" y="155933"/>
                  </a:lnTo>
                  <a:lnTo>
                    <a:pt x="2427697" y="158254"/>
                  </a:lnTo>
                  <a:lnTo>
                    <a:pt x="2437441" y="172985"/>
                  </a:lnTo>
                  <a:lnTo>
                    <a:pt x="2447200" y="203575"/>
                  </a:lnTo>
                  <a:lnTo>
                    <a:pt x="2456944" y="192918"/>
                  </a:lnTo>
                  <a:lnTo>
                    <a:pt x="2466703" y="199627"/>
                  </a:lnTo>
                  <a:lnTo>
                    <a:pt x="2476446" y="213014"/>
                  </a:lnTo>
                  <a:lnTo>
                    <a:pt x="2486190" y="229805"/>
                  </a:lnTo>
                  <a:lnTo>
                    <a:pt x="2495949" y="238534"/>
                  </a:lnTo>
                  <a:lnTo>
                    <a:pt x="2505693" y="251835"/>
                  </a:lnTo>
                  <a:lnTo>
                    <a:pt x="2515452" y="267113"/>
                  </a:lnTo>
                  <a:lnTo>
                    <a:pt x="2525196" y="258089"/>
                  </a:lnTo>
                  <a:lnTo>
                    <a:pt x="2534940" y="258377"/>
                  </a:lnTo>
                  <a:lnTo>
                    <a:pt x="2544699" y="283325"/>
                  </a:lnTo>
                  <a:lnTo>
                    <a:pt x="2554443" y="290490"/>
                  </a:lnTo>
                  <a:lnTo>
                    <a:pt x="2564202" y="264295"/>
                  </a:lnTo>
                  <a:lnTo>
                    <a:pt x="2573946" y="266833"/>
                  </a:lnTo>
                  <a:lnTo>
                    <a:pt x="2583690" y="273557"/>
                  </a:lnTo>
                  <a:lnTo>
                    <a:pt x="2593448" y="250132"/>
                  </a:lnTo>
                  <a:lnTo>
                    <a:pt x="2603192" y="247746"/>
                  </a:lnTo>
                  <a:lnTo>
                    <a:pt x="2612951" y="244790"/>
                  </a:lnTo>
                  <a:lnTo>
                    <a:pt x="2622695" y="251541"/>
                  </a:lnTo>
                  <a:lnTo>
                    <a:pt x="2632439" y="206124"/>
                  </a:lnTo>
                  <a:lnTo>
                    <a:pt x="2642198" y="178704"/>
                  </a:lnTo>
                  <a:lnTo>
                    <a:pt x="2651942" y="158090"/>
                  </a:lnTo>
                  <a:lnTo>
                    <a:pt x="2661685" y="190895"/>
                  </a:lnTo>
                  <a:lnTo>
                    <a:pt x="2671444" y="171443"/>
                  </a:lnTo>
                  <a:lnTo>
                    <a:pt x="2681188" y="149854"/>
                  </a:lnTo>
                  <a:lnTo>
                    <a:pt x="2690947" y="172097"/>
                  </a:lnTo>
                  <a:lnTo>
                    <a:pt x="2700691" y="182727"/>
                  </a:lnTo>
                  <a:lnTo>
                    <a:pt x="2710435" y="178049"/>
                  </a:lnTo>
                  <a:lnTo>
                    <a:pt x="2720194" y="134195"/>
                  </a:lnTo>
                  <a:lnTo>
                    <a:pt x="2729938" y="156475"/>
                  </a:lnTo>
                  <a:lnTo>
                    <a:pt x="2739697" y="173540"/>
                  </a:lnTo>
                  <a:lnTo>
                    <a:pt x="2749441" y="167186"/>
                  </a:lnTo>
                  <a:lnTo>
                    <a:pt x="2759185" y="148157"/>
                  </a:lnTo>
                  <a:lnTo>
                    <a:pt x="2768943" y="144563"/>
                  </a:lnTo>
                  <a:lnTo>
                    <a:pt x="2778687" y="155957"/>
                  </a:lnTo>
                  <a:lnTo>
                    <a:pt x="2788446" y="155271"/>
                  </a:lnTo>
                  <a:lnTo>
                    <a:pt x="2798190" y="143741"/>
                  </a:lnTo>
                  <a:lnTo>
                    <a:pt x="2807934" y="184290"/>
                  </a:lnTo>
                  <a:lnTo>
                    <a:pt x="2817693" y="165008"/>
                  </a:lnTo>
                  <a:lnTo>
                    <a:pt x="2827437" y="120613"/>
                  </a:lnTo>
                  <a:lnTo>
                    <a:pt x="2837196" y="127523"/>
                  </a:lnTo>
                  <a:lnTo>
                    <a:pt x="2846940" y="112764"/>
                  </a:lnTo>
                  <a:lnTo>
                    <a:pt x="2856684" y="111419"/>
                  </a:lnTo>
                  <a:lnTo>
                    <a:pt x="2866442" y="80943"/>
                  </a:lnTo>
                  <a:lnTo>
                    <a:pt x="2876186" y="54898"/>
                  </a:lnTo>
                  <a:lnTo>
                    <a:pt x="2885945" y="0"/>
                  </a:lnTo>
                  <a:lnTo>
                    <a:pt x="2895689" y="1326"/>
                  </a:lnTo>
                  <a:lnTo>
                    <a:pt x="2905433" y="5596"/>
                  </a:lnTo>
                  <a:lnTo>
                    <a:pt x="2915192" y="2256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0" name="Freeform 1099">
              <a:extLst>
                <a:ext uri="{FF2B5EF4-FFF2-40B4-BE49-F238E27FC236}">
                  <a16:creationId xmlns:a16="http://schemas.microsoft.com/office/drawing/2014/main" id="{B03B525D-48AA-422E-408E-A82FACE826A2}"/>
                </a:ext>
              </a:extLst>
            </p:cNvPr>
            <p:cNvSpPr/>
            <p:nvPr/>
          </p:nvSpPr>
          <p:spPr>
            <a:xfrm>
              <a:off x="4426652" y="3307327"/>
              <a:ext cx="2915191" cy="761384"/>
            </a:xfrm>
            <a:custGeom>
              <a:avLst/>
              <a:gdLst>
                <a:gd name="connsiteX0" fmla="*/ 0 w 2915191"/>
                <a:gd name="connsiteY0" fmla="*/ 0 h 761384"/>
                <a:gd name="connsiteX1" fmla="*/ 9750 w 2915191"/>
                <a:gd name="connsiteY1" fmla="*/ 323 h 761384"/>
                <a:gd name="connsiteX2" fmla="*/ 19500 w 2915191"/>
                <a:gd name="connsiteY2" fmla="*/ 33205 h 761384"/>
                <a:gd name="connsiteX3" fmla="*/ 29250 w 2915191"/>
                <a:gd name="connsiteY3" fmla="*/ 5140 h 761384"/>
                <a:gd name="connsiteX4" fmla="*/ 39000 w 2915191"/>
                <a:gd name="connsiteY4" fmla="*/ 38870 h 761384"/>
                <a:gd name="connsiteX5" fmla="*/ 48749 w 2915191"/>
                <a:gd name="connsiteY5" fmla="*/ 40439 h 761384"/>
                <a:gd name="connsiteX6" fmla="*/ 58499 w 2915191"/>
                <a:gd name="connsiteY6" fmla="*/ 93805 h 761384"/>
                <a:gd name="connsiteX7" fmla="*/ 68249 w 2915191"/>
                <a:gd name="connsiteY7" fmla="*/ 87035 h 761384"/>
                <a:gd name="connsiteX8" fmla="*/ 77998 w 2915191"/>
                <a:gd name="connsiteY8" fmla="*/ 59907 h 761384"/>
                <a:gd name="connsiteX9" fmla="*/ 87748 w 2915191"/>
                <a:gd name="connsiteY9" fmla="*/ 59912 h 761384"/>
                <a:gd name="connsiteX10" fmla="*/ 97497 w 2915191"/>
                <a:gd name="connsiteY10" fmla="*/ 50701 h 761384"/>
                <a:gd name="connsiteX11" fmla="*/ 107247 w 2915191"/>
                <a:gd name="connsiteY11" fmla="*/ 40427 h 761384"/>
                <a:gd name="connsiteX12" fmla="*/ 116997 w 2915191"/>
                <a:gd name="connsiteY12" fmla="*/ 44901 h 761384"/>
                <a:gd name="connsiteX13" fmla="*/ 126747 w 2915191"/>
                <a:gd name="connsiteY13" fmla="*/ 74426 h 761384"/>
                <a:gd name="connsiteX14" fmla="*/ 136497 w 2915191"/>
                <a:gd name="connsiteY14" fmla="*/ 52809 h 761384"/>
                <a:gd name="connsiteX15" fmla="*/ 146247 w 2915191"/>
                <a:gd name="connsiteY15" fmla="*/ 43448 h 761384"/>
                <a:gd name="connsiteX16" fmla="*/ 155997 w 2915191"/>
                <a:gd name="connsiteY16" fmla="*/ 88469 h 761384"/>
                <a:gd name="connsiteX17" fmla="*/ 165747 w 2915191"/>
                <a:gd name="connsiteY17" fmla="*/ 109378 h 761384"/>
                <a:gd name="connsiteX18" fmla="*/ 175497 w 2915191"/>
                <a:gd name="connsiteY18" fmla="*/ 118855 h 761384"/>
                <a:gd name="connsiteX19" fmla="*/ 185247 w 2915191"/>
                <a:gd name="connsiteY19" fmla="*/ 137600 h 761384"/>
                <a:gd name="connsiteX20" fmla="*/ 194996 w 2915191"/>
                <a:gd name="connsiteY20" fmla="*/ 108353 h 761384"/>
                <a:gd name="connsiteX21" fmla="*/ 204746 w 2915191"/>
                <a:gd name="connsiteY21" fmla="*/ 109729 h 761384"/>
                <a:gd name="connsiteX22" fmla="*/ 214495 w 2915191"/>
                <a:gd name="connsiteY22" fmla="*/ 134577 h 761384"/>
                <a:gd name="connsiteX23" fmla="*/ 224245 w 2915191"/>
                <a:gd name="connsiteY23" fmla="*/ 154334 h 761384"/>
                <a:gd name="connsiteX24" fmla="*/ 233995 w 2915191"/>
                <a:gd name="connsiteY24" fmla="*/ 151527 h 761384"/>
                <a:gd name="connsiteX25" fmla="*/ 243744 w 2915191"/>
                <a:gd name="connsiteY25" fmla="*/ 171057 h 761384"/>
                <a:gd name="connsiteX26" fmla="*/ 253494 w 2915191"/>
                <a:gd name="connsiteY26" fmla="*/ 163318 h 761384"/>
                <a:gd name="connsiteX27" fmla="*/ 263244 w 2915191"/>
                <a:gd name="connsiteY27" fmla="*/ 175660 h 761384"/>
                <a:gd name="connsiteX28" fmla="*/ 272994 w 2915191"/>
                <a:gd name="connsiteY28" fmla="*/ 177736 h 761384"/>
                <a:gd name="connsiteX29" fmla="*/ 282744 w 2915191"/>
                <a:gd name="connsiteY29" fmla="*/ 194754 h 761384"/>
                <a:gd name="connsiteX30" fmla="*/ 292494 w 2915191"/>
                <a:gd name="connsiteY30" fmla="*/ 209322 h 761384"/>
                <a:gd name="connsiteX31" fmla="*/ 302244 w 2915191"/>
                <a:gd name="connsiteY31" fmla="*/ 221393 h 761384"/>
                <a:gd name="connsiteX32" fmla="*/ 311994 w 2915191"/>
                <a:gd name="connsiteY32" fmla="*/ 234909 h 761384"/>
                <a:gd name="connsiteX33" fmla="*/ 321744 w 2915191"/>
                <a:gd name="connsiteY33" fmla="*/ 227959 h 761384"/>
                <a:gd name="connsiteX34" fmla="*/ 331493 w 2915191"/>
                <a:gd name="connsiteY34" fmla="*/ 233808 h 761384"/>
                <a:gd name="connsiteX35" fmla="*/ 341243 w 2915191"/>
                <a:gd name="connsiteY35" fmla="*/ 207021 h 761384"/>
                <a:gd name="connsiteX36" fmla="*/ 350993 w 2915191"/>
                <a:gd name="connsiteY36" fmla="*/ 182158 h 761384"/>
                <a:gd name="connsiteX37" fmla="*/ 360742 w 2915191"/>
                <a:gd name="connsiteY37" fmla="*/ 166684 h 761384"/>
                <a:gd name="connsiteX38" fmla="*/ 370492 w 2915191"/>
                <a:gd name="connsiteY38" fmla="*/ 217799 h 761384"/>
                <a:gd name="connsiteX39" fmla="*/ 380241 w 2915191"/>
                <a:gd name="connsiteY39" fmla="*/ 223030 h 761384"/>
                <a:gd name="connsiteX40" fmla="*/ 389991 w 2915191"/>
                <a:gd name="connsiteY40" fmla="*/ 249188 h 761384"/>
                <a:gd name="connsiteX41" fmla="*/ 399741 w 2915191"/>
                <a:gd name="connsiteY41" fmla="*/ 237096 h 761384"/>
                <a:gd name="connsiteX42" fmla="*/ 409491 w 2915191"/>
                <a:gd name="connsiteY42" fmla="*/ 210357 h 761384"/>
                <a:gd name="connsiteX43" fmla="*/ 419241 w 2915191"/>
                <a:gd name="connsiteY43" fmla="*/ 207629 h 761384"/>
                <a:gd name="connsiteX44" fmla="*/ 428991 w 2915191"/>
                <a:gd name="connsiteY44" fmla="*/ 198189 h 761384"/>
                <a:gd name="connsiteX45" fmla="*/ 438741 w 2915191"/>
                <a:gd name="connsiteY45" fmla="*/ 185531 h 761384"/>
                <a:gd name="connsiteX46" fmla="*/ 448491 w 2915191"/>
                <a:gd name="connsiteY46" fmla="*/ 253675 h 761384"/>
                <a:gd name="connsiteX47" fmla="*/ 458241 w 2915191"/>
                <a:gd name="connsiteY47" fmla="*/ 238495 h 761384"/>
                <a:gd name="connsiteX48" fmla="*/ 467991 w 2915191"/>
                <a:gd name="connsiteY48" fmla="*/ 250885 h 761384"/>
                <a:gd name="connsiteX49" fmla="*/ 477740 w 2915191"/>
                <a:gd name="connsiteY49" fmla="*/ 255163 h 761384"/>
                <a:gd name="connsiteX50" fmla="*/ 487490 w 2915191"/>
                <a:gd name="connsiteY50" fmla="*/ 290412 h 761384"/>
                <a:gd name="connsiteX51" fmla="*/ 497239 w 2915191"/>
                <a:gd name="connsiteY51" fmla="*/ 255218 h 761384"/>
                <a:gd name="connsiteX52" fmla="*/ 506989 w 2915191"/>
                <a:gd name="connsiteY52" fmla="*/ 254878 h 761384"/>
                <a:gd name="connsiteX53" fmla="*/ 516738 w 2915191"/>
                <a:gd name="connsiteY53" fmla="*/ 237891 h 761384"/>
                <a:gd name="connsiteX54" fmla="*/ 526488 w 2915191"/>
                <a:gd name="connsiteY54" fmla="*/ 279194 h 761384"/>
                <a:gd name="connsiteX55" fmla="*/ 536238 w 2915191"/>
                <a:gd name="connsiteY55" fmla="*/ 297841 h 761384"/>
                <a:gd name="connsiteX56" fmla="*/ 545988 w 2915191"/>
                <a:gd name="connsiteY56" fmla="*/ 305581 h 761384"/>
                <a:gd name="connsiteX57" fmla="*/ 555738 w 2915191"/>
                <a:gd name="connsiteY57" fmla="*/ 312071 h 761384"/>
                <a:gd name="connsiteX58" fmla="*/ 565488 w 2915191"/>
                <a:gd name="connsiteY58" fmla="*/ 333684 h 761384"/>
                <a:gd name="connsiteX59" fmla="*/ 575238 w 2915191"/>
                <a:gd name="connsiteY59" fmla="*/ 335884 h 761384"/>
                <a:gd name="connsiteX60" fmla="*/ 584988 w 2915191"/>
                <a:gd name="connsiteY60" fmla="*/ 320352 h 761384"/>
                <a:gd name="connsiteX61" fmla="*/ 594738 w 2915191"/>
                <a:gd name="connsiteY61" fmla="*/ 336812 h 761384"/>
                <a:gd name="connsiteX62" fmla="*/ 604488 w 2915191"/>
                <a:gd name="connsiteY62" fmla="*/ 306199 h 761384"/>
                <a:gd name="connsiteX63" fmla="*/ 614237 w 2915191"/>
                <a:gd name="connsiteY63" fmla="*/ 313896 h 761384"/>
                <a:gd name="connsiteX64" fmla="*/ 623987 w 2915191"/>
                <a:gd name="connsiteY64" fmla="*/ 321273 h 761384"/>
                <a:gd name="connsiteX65" fmla="*/ 633736 w 2915191"/>
                <a:gd name="connsiteY65" fmla="*/ 300453 h 761384"/>
                <a:gd name="connsiteX66" fmla="*/ 643486 w 2915191"/>
                <a:gd name="connsiteY66" fmla="*/ 283812 h 761384"/>
                <a:gd name="connsiteX67" fmla="*/ 653236 w 2915191"/>
                <a:gd name="connsiteY67" fmla="*/ 281048 h 761384"/>
                <a:gd name="connsiteX68" fmla="*/ 662985 w 2915191"/>
                <a:gd name="connsiteY68" fmla="*/ 273431 h 761384"/>
                <a:gd name="connsiteX69" fmla="*/ 672735 w 2915191"/>
                <a:gd name="connsiteY69" fmla="*/ 283353 h 761384"/>
                <a:gd name="connsiteX70" fmla="*/ 682485 w 2915191"/>
                <a:gd name="connsiteY70" fmla="*/ 275330 h 761384"/>
                <a:gd name="connsiteX71" fmla="*/ 692235 w 2915191"/>
                <a:gd name="connsiteY71" fmla="*/ 282891 h 761384"/>
                <a:gd name="connsiteX72" fmla="*/ 701985 w 2915191"/>
                <a:gd name="connsiteY72" fmla="*/ 288608 h 761384"/>
                <a:gd name="connsiteX73" fmla="*/ 711735 w 2915191"/>
                <a:gd name="connsiteY73" fmla="*/ 303482 h 761384"/>
                <a:gd name="connsiteX74" fmla="*/ 721485 w 2915191"/>
                <a:gd name="connsiteY74" fmla="*/ 273956 h 761384"/>
                <a:gd name="connsiteX75" fmla="*/ 731235 w 2915191"/>
                <a:gd name="connsiteY75" fmla="*/ 256353 h 761384"/>
                <a:gd name="connsiteX76" fmla="*/ 740985 w 2915191"/>
                <a:gd name="connsiteY76" fmla="*/ 223483 h 761384"/>
                <a:gd name="connsiteX77" fmla="*/ 750734 w 2915191"/>
                <a:gd name="connsiteY77" fmla="*/ 241250 h 761384"/>
                <a:gd name="connsiteX78" fmla="*/ 760484 w 2915191"/>
                <a:gd name="connsiteY78" fmla="*/ 247535 h 761384"/>
                <a:gd name="connsiteX79" fmla="*/ 770233 w 2915191"/>
                <a:gd name="connsiteY79" fmla="*/ 238644 h 761384"/>
                <a:gd name="connsiteX80" fmla="*/ 779983 w 2915191"/>
                <a:gd name="connsiteY80" fmla="*/ 250003 h 761384"/>
                <a:gd name="connsiteX81" fmla="*/ 789733 w 2915191"/>
                <a:gd name="connsiteY81" fmla="*/ 268551 h 761384"/>
                <a:gd name="connsiteX82" fmla="*/ 799482 w 2915191"/>
                <a:gd name="connsiteY82" fmla="*/ 249732 h 761384"/>
                <a:gd name="connsiteX83" fmla="*/ 809232 w 2915191"/>
                <a:gd name="connsiteY83" fmla="*/ 263258 h 761384"/>
                <a:gd name="connsiteX84" fmla="*/ 818982 w 2915191"/>
                <a:gd name="connsiteY84" fmla="*/ 244665 h 761384"/>
                <a:gd name="connsiteX85" fmla="*/ 828732 w 2915191"/>
                <a:gd name="connsiteY85" fmla="*/ 232412 h 761384"/>
                <a:gd name="connsiteX86" fmla="*/ 838482 w 2915191"/>
                <a:gd name="connsiteY86" fmla="*/ 265102 h 761384"/>
                <a:gd name="connsiteX87" fmla="*/ 848232 w 2915191"/>
                <a:gd name="connsiteY87" fmla="*/ 328232 h 761384"/>
                <a:gd name="connsiteX88" fmla="*/ 857982 w 2915191"/>
                <a:gd name="connsiteY88" fmla="*/ 352645 h 761384"/>
                <a:gd name="connsiteX89" fmla="*/ 867732 w 2915191"/>
                <a:gd name="connsiteY89" fmla="*/ 362559 h 761384"/>
                <a:gd name="connsiteX90" fmla="*/ 877482 w 2915191"/>
                <a:gd name="connsiteY90" fmla="*/ 378543 h 761384"/>
                <a:gd name="connsiteX91" fmla="*/ 887231 w 2915191"/>
                <a:gd name="connsiteY91" fmla="*/ 382679 h 761384"/>
                <a:gd name="connsiteX92" fmla="*/ 896981 w 2915191"/>
                <a:gd name="connsiteY92" fmla="*/ 380857 h 761384"/>
                <a:gd name="connsiteX93" fmla="*/ 906730 w 2915191"/>
                <a:gd name="connsiteY93" fmla="*/ 388680 h 761384"/>
                <a:gd name="connsiteX94" fmla="*/ 916480 w 2915191"/>
                <a:gd name="connsiteY94" fmla="*/ 387622 h 761384"/>
                <a:gd name="connsiteX95" fmla="*/ 926230 w 2915191"/>
                <a:gd name="connsiteY95" fmla="*/ 400111 h 761384"/>
                <a:gd name="connsiteX96" fmla="*/ 935979 w 2915191"/>
                <a:gd name="connsiteY96" fmla="*/ 382174 h 761384"/>
                <a:gd name="connsiteX97" fmla="*/ 945729 w 2915191"/>
                <a:gd name="connsiteY97" fmla="*/ 380502 h 761384"/>
                <a:gd name="connsiteX98" fmla="*/ 955479 w 2915191"/>
                <a:gd name="connsiteY98" fmla="*/ 380359 h 761384"/>
                <a:gd name="connsiteX99" fmla="*/ 965229 w 2915191"/>
                <a:gd name="connsiteY99" fmla="*/ 460758 h 761384"/>
                <a:gd name="connsiteX100" fmla="*/ 974979 w 2915191"/>
                <a:gd name="connsiteY100" fmla="*/ 502246 h 761384"/>
                <a:gd name="connsiteX101" fmla="*/ 984729 w 2915191"/>
                <a:gd name="connsiteY101" fmla="*/ 499314 h 761384"/>
                <a:gd name="connsiteX102" fmla="*/ 994474 w 2915191"/>
                <a:gd name="connsiteY102" fmla="*/ 465642 h 761384"/>
                <a:gd name="connsiteX103" fmla="*/ 1004233 w 2915191"/>
                <a:gd name="connsiteY103" fmla="*/ 510822 h 761384"/>
                <a:gd name="connsiteX104" fmla="*/ 1013977 w 2915191"/>
                <a:gd name="connsiteY104" fmla="*/ 528778 h 761384"/>
                <a:gd name="connsiteX105" fmla="*/ 1023721 w 2915191"/>
                <a:gd name="connsiteY105" fmla="*/ 511247 h 761384"/>
                <a:gd name="connsiteX106" fmla="*/ 1033480 w 2915191"/>
                <a:gd name="connsiteY106" fmla="*/ 483527 h 761384"/>
                <a:gd name="connsiteX107" fmla="*/ 1043224 w 2915191"/>
                <a:gd name="connsiteY107" fmla="*/ 493094 h 761384"/>
                <a:gd name="connsiteX108" fmla="*/ 1052983 w 2915191"/>
                <a:gd name="connsiteY108" fmla="*/ 478022 h 761384"/>
                <a:gd name="connsiteX109" fmla="*/ 1062727 w 2915191"/>
                <a:gd name="connsiteY109" fmla="*/ 498241 h 761384"/>
                <a:gd name="connsiteX110" fmla="*/ 1072471 w 2915191"/>
                <a:gd name="connsiteY110" fmla="*/ 506171 h 761384"/>
                <a:gd name="connsiteX111" fmla="*/ 1082230 w 2915191"/>
                <a:gd name="connsiteY111" fmla="*/ 541259 h 761384"/>
                <a:gd name="connsiteX112" fmla="*/ 1091973 w 2915191"/>
                <a:gd name="connsiteY112" fmla="*/ 515441 h 761384"/>
                <a:gd name="connsiteX113" fmla="*/ 1101732 w 2915191"/>
                <a:gd name="connsiteY113" fmla="*/ 517322 h 761384"/>
                <a:gd name="connsiteX114" fmla="*/ 1111476 w 2915191"/>
                <a:gd name="connsiteY114" fmla="*/ 513391 h 761384"/>
                <a:gd name="connsiteX115" fmla="*/ 1121220 w 2915191"/>
                <a:gd name="connsiteY115" fmla="*/ 508553 h 761384"/>
                <a:gd name="connsiteX116" fmla="*/ 1130979 w 2915191"/>
                <a:gd name="connsiteY116" fmla="*/ 506358 h 761384"/>
                <a:gd name="connsiteX117" fmla="*/ 1140723 w 2915191"/>
                <a:gd name="connsiteY117" fmla="*/ 516989 h 761384"/>
                <a:gd name="connsiteX118" fmla="*/ 1150482 w 2915191"/>
                <a:gd name="connsiteY118" fmla="*/ 514273 h 761384"/>
                <a:gd name="connsiteX119" fmla="*/ 1160226 w 2915191"/>
                <a:gd name="connsiteY119" fmla="*/ 494190 h 761384"/>
                <a:gd name="connsiteX120" fmla="*/ 1169969 w 2915191"/>
                <a:gd name="connsiteY120" fmla="*/ 536807 h 761384"/>
                <a:gd name="connsiteX121" fmla="*/ 1179728 w 2915191"/>
                <a:gd name="connsiteY121" fmla="*/ 529130 h 761384"/>
                <a:gd name="connsiteX122" fmla="*/ 1189472 w 2915191"/>
                <a:gd name="connsiteY122" fmla="*/ 525943 h 761384"/>
                <a:gd name="connsiteX123" fmla="*/ 1199231 w 2915191"/>
                <a:gd name="connsiteY123" fmla="*/ 536649 h 761384"/>
                <a:gd name="connsiteX124" fmla="*/ 1208975 w 2915191"/>
                <a:gd name="connsiteY124" fmla="*/ 553932 h 761384"/>
                <a:gd name="connsiteX125" fmla="*/ 1218719 w 2915191"/>
                <a:gd name="connsiteY125" fmla="*/ 561520 h 761384"/>
                <a:gd name="connsiteX126" fmla="*/ 1228478 w 2915191"/>
                <a:gd name="connsiteY126" fmla="*/ 582574 h 761384"/>
                <a:gd name="connsiteX127" fmla="*/ 1238222 w 2915191"/>
                <a:gd name="connsiteY127" fmla="*/ 563514 h 761384"/>
                <a:gd name="connsiteX128" fmla="*/ 1247966 w 2915191"/>
                <a:gd name="connsiteY128" fmla="*/ 571848 h 761384"/>
                <a:gd name="connsiteX129" fmla="*/ 1257725 w 2915191"/>
                <a:gd name="connsiteY129" fmla="*/ 583685 h 761384"/>
                <a:gd name="connsiteX130" fmla="*/ 1267469 w 2915191"/>
                <a:gd name="connsiteY130" fmla="*/ 578420 h 761384"/>
                <a:gd name="connsiteX131" fmla="*/ 1277227 w 2915191"/>
                <a:gd name="connsiteY131" fmla="*/ 557104 h 761384"/>
                <a:gd name="connsiteX132" fmla="*/ 1286971 w 2915191"/>
                <a:gd name="connsiteY132" fmla="*/ 539108 h 761384"/>
                <a:gd name="connsiteX133" fmla="*/ 1296715 w 2915191"/>
                <a:gd name="connsiteY133" fmla="*/ 561663 h 761384"/>
                <a:gd name="connsiteX134" fmla="*/ 1306474 w 2915191"/>
                <a:gd name="connsiteY134" fmla="*/ 589466 h 761384"/>
                <a:gd name="connsiteX135" fmla="*/ 1316218 w 2915191"/>
                <a:gd name="connsiteY135" fmla="*/ 599201 h 761384"/>
                <a:gd name="connsiteX136" fmla="*/ 1325977 w 2915191"/>
                <a:gd name="connsiteY136" fmla="*/ 606420 h 761384"/>
                <a:gd name="connsiteX137" fmla="*/ 1335721 w 2915191"/>
                <a:gd name="connsiteY137" fmla="*/ 614784 h 761384"/>
                <a:gd name="connsiteX138" fmla="*/ 1345465 w 2915191"/>
                <a:gd name="connsiteY138" fmla="*/ 639719 h 761384"/>
                <a:gd name="connsiteX139" fmla="*/ 1355224 w 2915191"/>
                <a:gd name="connsiteY139" fmla="*/ 645482 h 761384"/>
                <a:gd name="connsiteX140" fmla="*/ 1364967 w 2915191"/>
                <a:gd name="connsiteY140" fmla="*/ 637086 h 761384"/>
                <a:gd name="connsiteX141" fmla="*/ 1374726 w 2915191"/>
                <a:gd name="connsiteY141" fmla="*/ 645075 h 761384"/>
                <a:gd name="connsiteX142" fmla="*/ 1384470 w 2915191"/>
                <a:gd name="connsiteY142" fmla="*/ 615388 h 761384"/>
                <a:gd name="connsiteX143" fmla="*/ 1394214 w 2915191"/>
                <a:gd name="connsiteY143" fmla="*/ 621456 h 761384"/>
                <a:gd name="connsiteX144" fmla="*/ 1403973 w 2915191"/>
                <a:gd name="connsiteY144" fmla="*/ 614893 h 761384"/>
                <a:gd name="connsiteX145" fmla="*/ 1413717 w 2915191"/>
                <a:gd name="connsiteY145" fmla="*/ 562811 h 761384"/>
                <a:gd name="connsiteX146" fmla="*/ 1423476 w 2915191"/>
                <a:gd name="connsiteY146" fmla="*/ 573807 h 761384"/>
                <a:gd name="connsiteX147" fmla="*/ 1433220 w 2915191"/>
                <a:gd name="connsiteY147" fmla="*/ 591151 h 761384"/>
                <a:gd name="connsiteX148" fmla="*/ 1442964 w 2915191"/>
                <a:gd name="connsiteY148" fmla="*/ 600556 h 761384"/>
                <a:gd name="connsiteX149" fmla="*/ 1452722 w 2915191"/>
                <a:gd name="connsiteY149" fmla="*/ 621176 h 761384"/>
                <a:gd name="connsiteX150" fmla="*/ 1462466 w 2915191"/>
                <a:gd name="connsiteY150" fmla="*/ 642755 h 761384"/>
                <a:gd name="connsiteX151" fmla="*/ 1472225 w 2915191"/>
                <a:gd name="connsiteY151" fmla="*/ 611591 h 761384"/>
                <a:gd name="connsiteX152" fmla="*/ 1481969 w 2915191"/>
                <a:gd name="connsiteY152" fmla="*/ 603960 h 761384"/>
                <a:gd name="connsiteX153" fmla="*/ 1491713 w 2915191"/>
                <a:gd name="connsiteY153" fmla="*/ 591235 h 761384"/>
                <a:gd name="connsiteX154" fmla="*/ 1501472 w 2915191"/>
                <a:gd name="connsiteY154" fmla="*/ 601885 h 761384"/>
                <a:gd name="connsiteX155" fmla="*/ 1511216 w 2915191"/>
                <a:gd name="connsiteY155" fmla="*/ 581588 h 761384"/>
                <a:gd name="connsiteX156" fmla="*/ 1520960 w 2915191"/>
                <a:gd name="connsiteY156" fmla="*/ 587783 h 761384"/>
                <a:gd name="connsiteX157" fmla="*/ 1530719 w 2915191"/>
                <a:gd name="connsiteY157" fmla="*/ 617828 h 761384"/>
                <a:gd name="connsiteX158" fmla="*/ 1540463 w 2915191"/>
                <a:gd name="connsiteY158" fmla="*/ 607265 h 761384"/>
                <a:gd name="connsiteX159" fmla="*/ 1550221 w 2915191"/>
                <a:gd name="connsiteY159" fmla="*/ 624574 h 761384"/>
                <a:gd name="connsiteX160" fmla="*/ 1559965 w 2915191"/>
                <a:gd name="connsiteY160" fmla="*/ 648615 h 761384"/>
                <a:gd name="connsiteX161" fmla="*/ 1569709 w 2915191"/>
                <a:gd name="connsiteY161" fmla="*/ 619795 h 761384"/>
                <a:gd name="connsiteX162" fmla="*/ 1579468 w 2915191"/>
                <a:gd name="connsiteY162" fmla="*/ 605015 h 761384"/>
                <a:gd name="connsiteX163" fmla="*/ 1589212 w 2915191"/>
                <a:gd name="connsiteY163" fmla="*/ 598710 h 761384"/>
                <a:gd name="connsiteX164" fmla="*/ 1598971 w 2915191"/>
                <a:gd name="connsiteY164" fmla="*/ 607488 h 761384"/>
                <a:gd name="connsiteX165" fmla="*/ 1608715 w 2915191"/>
                <a:gd name="connsiteY165" fmla="*/ 606305 h 761384"/>
                <a:gd name="connsiteX166" fmla="*/ 1618459 w 2915191"/>
                <a:gd name="connsiteY166" fmla="*/ 623330 h 761384"/>
                <a:gd name="connsiteX167" fmla="*/ 1628218 w 2915191"/>
                <a:gd name="connsiteY167" fmla="*/ 639367 h 761384"/>
                <a:gd name="connsiteX168" fmla="*/ 1637962 w 2915191"/>
                <a:gd name="connsiteY168" fmla="*/ 649841 h 761384"/>
                <a:gd name="connsiteX169" fmla="*/ 1647720 w 2915191"/>
                <a:gd name="connsiteY169" fmla="*/ 681940 h 761384"/>
                <a:gd name="connsiteX170" fmla="*/ 1657464 w 2915191"/>
                <a:gd name="connsiteY170" fmla="*/ 671299 h 761384"/>
                <a:gd name="connsiteX171" fmla="*/ 1667208 w 2915191"/>
                <a:gd name="connsiteY171" fmla="*/ 646304 h 761384"/>
                <a:gd name="connsiteX172" fmla="*/ 1676967 w 2915191"/>
                <a:gd name="connsiteY172" fmla="*/ 635479 h 761384"/>
                <a:gd name="connsiteX173" fmla="*/ 1686711 w 2915191"/>
                <a:gd name="connsiteY173" fmla="*/ 591518 h 761384"/>
                <a:gd name="connsiteX174" fmla="*/ 1696470 w 2915191"/>
                <a:gd name="connsiteY174" fmla="*/ 597095 h 761384"/>
                <a:gd name="connsiteX175" fmla="*/ 1706214 w 2915191"/>
                <a:gd name="connsiteY175" fmla="*/ 595146 h 761384"/>
                <a:gd name="connsiteX176" fmla="*/ 1715958 w 2915191"/>
                <a:gd name="connsiteY176" fmla="*/ 583443 h 761384"/>
                <a:gd name="connsiteX177" fmla="*/ 1725716 w 2915191"/>
                <a:gd name="connsiteY177" fmla="*/ 588769 h 761384"/>
                <a:gd name="connsiteX178" fmla="*/ 1735460 w 2915191"/>
                <a:gd name="connsiteY178" fmla="*/ 605889 h 761384"/>
                <a:gd name="connsiteX179" fmla="*/ 1745219 w 2915191"/>
                <a:gd name="connsiteY179" fmla="*/ 626562 h 761384"/>
                <a:gd name="connsiteX180" fmla="*/ 1754963 w 2915191"/>
                <a:gd name="connsiteY180" fmla="*/ 591165 h 761384"/>
                <a:gd name="connsiteX181" fmla="*/ 1764707 w 2915191"/>
                <a:gd name="connsiteY181" fmla="*/ 580166 h 761384"/>
                <a:gd name="connsiteX182" fmla="*/ 1774466 w 2915191"/>
                <a:gd name="connsiteY182" fmla="*/ 590931 h 761384"/>
                <a:gd name="connsiteX183" fmla="*/ 1784210 w 2915191"/>
                <a:gd name="connsiteY183" fmla="*/ 595028 h 761384"/>
                <a:gd name="connsiteX184" fmla="*/ 1793969 w 2915191"/>
                <a:gd name="connsiteY184" fmla="*/ 629835 h 761384"/>
                <a:gd name="connsiteX185" fmla="*/ 1803713 w 2915191"/>
                <a:gd name="connsiteY185" fmla="*/ 640872 h 761384"/>
                <a:gd name="connsiteX186" fmla="*/ 1813457 w 2915191"/>
                <a:gd name="connsiteY186" fmla="*/ 657949 h 761384"/>
                <a:gd name="connsiteX187" fmla="*/ 1823215 w 2915191"/>
                <a:gd name="connsiteY187" fmla="*/ 694778 h 761384"/>
                <a:gd name="connsiteX188" fmla="*/ 1832959 w 2915191"/>
                <a:gd name="connsiteY188" fmla="*/ 705428 h 761384"/>
                <a:gd name="connsiteX189" fmla="*/ 1842703 w 2915191"/>
                <a:gd name="connsiteY189" fmla="*/ 681751 h 761384"/>
                <a:gd name="connsiteX190" fmla="*/ 1852462 w 2915191"/>
                <a:gd name="connsiteY190" fmla="*/ 721306 h 761384"/>
                <a:gd name="connsiteX191" fmla="*/ 1862206 w 2915191"/>
                <a:gd name="connsiteY191" fmla="*/ 665454 h 761384"/>
                <a:gd name="connsiteX192" fmla="*/ 1871965 w 2915191"/>
                <a:gd name="connsiteY192" fmla="*/ 673059 h 761384"/>
                <a:gd name="connsiteX193" fmla="*/ 1881709 w 2915191"/>
                <a:gd name="connsiteY193" fmla="*/ 667042 h 761384"/>
                <a:gd name="connsiteX194" fmla="*/ 1891453 w 2915191"/>
                <a:gd name="connsiteY194" fmla="*/ 707986 h 761384"/>
                <a:gd name="connsiteX195" fmla="*/ 1901212 w 2915191"/>
                <a:gd name="connsiteY195" fmla="*/ 732286 h 761384"/>
                <a:gd name="connsiteX196" fmla="*/ 1910956 w 2915191"/>
                <a:gd name="connsiteY196" fmla="*/ 719444 h 761384"/>
                <a:gd name="connsiteX197" fmla="*/ 1920714 w 2915191"/>
                <a:gd name="connsiteY197" fmla="*/ 723869 h 761384"/>
                <a:gd name="connsiteX198" fmla="*/ 1930458 w 2915191"/>
                <a:gd name="connsiteY198" fmla="*/ 724837 h 761384"/>
                <a:gd name="connsiteX199" fmla="*/ 1940202 w 2915191"/>
                <a:gd name="connsiteY199" fmla="*/ 727981 h 761384"/>
                <a:gd name="connsiteX200" fmla="*/ 1949961 w 2915191"/>
                <a:gd name="connsiteY200" fmla="*/ 724822 h 761384"/>
                <a:gd name="connsiteX201" fmla="*/ 1959705 w 2915191"/>
                <a:gd name="connsiteY201" fmla="*/ 696967 h 761384"/>
                <a:gd name="connsiteX202" fmla="*/ 1969464 w 2915191"/>
                <a:gd name="connsiteY202" fmla="*/ 695577 h 761384"/>
                <a:gd name="connsiteX203" fmla="*/ 1979208 w 2915191"/>
                <a:gd name="connsiteY203" fmla="*/ 675652 h 761384"/>
                <a:gd name="connsiteX204" fmla="*/ 1988952 w 2915191"/>
                <a:gd name="connsiteY204" fmla="*/ 683805 h 761384"/>
                <a:gd name="connsiteX205" fmla="*/ 1998711 w 2915191"/>
                <a:gd name="connsiteY205" fmla="*/ 676467 h 761384"/>
                <a:gd name="connsiteX206" fmla="*/ 2008454 w 2915191"/>
                <a:gd name="connsiteY206" fmla="*/ 662893 h 761384"/>
                <a:gd name="connsiteX207" fmla="*/ 2018213 w 2915191"/>
                <a:gd name="connsiteY207" fmla="*/ 699094 h 761384"/>
                <a:gd name="connsiteX208" fmla="*/ 2027957 w 2915191"/>
                <a:gd name="connsiteY208" fmla="*/ 703895 h 761384"/>
                <a:gd name="connsiteX209" fmla="*/ 2037701 w 2915191"/>
                <a:gd name="connsiteY209" fmla="*/ 696688 h 761384"/>
                <a:gd name="connsiteX210" fmla="*/ 2047460 w 2915191"/>
                <a:gd name="connsiteY210" fmla="*/ 690078 h 761384"/>
                <a:gd name="connsiteX211" fmla="*/ 2057204 w 2915191"/>
                <a:gd name="connsiteY211" fmla="*/ 651370 h 761384"/>
                <a:gd name="connsiteX212" fmla="*/ 2066963 w 2915191"/>
                <a:gd name="connsiteY212" fmla="*/ 679657 h 761384"/>
                <a:gd name="connsiteX213" fmla="*/ 2076707 w 2915191"/>
                <a:gd name="connsiteY213" fmla="*/ 678924 h 761384"/>
                <a:gd name="connsiteX214" fmla="*/ 2086451 w 2915191"/>
                <a:gd name="connsiteY214" fmla="*/ 683050 h 761384"/>
                <a:gd name="connsiteX215" fmla="*/ 2096210 w 2915191"/>
                <a:gd name="connsiteY215" fmla="*/ 679702 h 761384"/>
                <a:gd name="connsiteX216" fmla="*/ 2105954 w 2915191"/>
                <a:gd name="connsiteY216" fmla="*/ 693716 h 761384"/>
                <a:gd name="connsiteX217" fmla="*/ 2115697 w 2915191"/>
                <a:gd name="connsiteY217" fmla="*/ 693832 h 761384"/>
                <a:gd name="connsiteX218" fmla="*/ 2125456 w 2915191"/>
                <a:gd name="connsiteY218" fmla="*/ 708850 h 761384"/>
                <a:gd name="connsiteX219" fmla="*/ 2135200 w 2915191"/>
                <a:gd name="connsiteY219" fmla="*/ 726416 h 761384"/>
                <a:gd name="connsiteX220" fmla="*/ 2144959 w 2915191"/>
                <a:gd name="connsiteY220" fmla="*/ 761384 h 761384"/>
                <a:gd name="connsiteX221" fmla="*/ 2154703 w 2915191"/>
                <a:gd name="connsiteY221" fmla="*/ 700729 h 761384"/>
                <a:gd name="connsiteX222" fmla="*/ 2164447 w 2915191"/>
                <a:gd name="connsiteY222" fmla="*/ 676774 h 761384"/>
                <a:gd name="connsiteX223" fmla="*/ 2174206 w 2915191"/>
                <a:gd name="connsiteY223" fmla="*/ 672199 h 761384"/>
                <a:gd name="connsiteX224" fmla="*/ 2183950 w 2915191"/>
                <a:gd name="connsiteY224" fmla="*/ 680791 h 761384"/>
                <a:gd name="connsiteX225" fmla="*/ 2193709 w 2915191"/>
                <a:gd name="connsiteY225" fmla="*/ 679651 h 761384"/>
                <a:gd name="connsiteX226" fmla="*/ 2203452 w 2915191"/>
                <a:gd name="connsiteY226" fmla="*/ 670059 h 761384"/>
                <a:gd name="connsiteX227" fmla="*/ 2213196 w 2915191"/>
                <a:gd name="connsiteY227" fmla="*/ 658624 h 761384"/>
                <a:gd name="connsiteX228" fmla="*/ 2222955 w 2915191"/>
                <a:gd name="connsiteY228" fmla="*/ 658066 h 761384"/>
                <a:gd name="connsiteX229" fmla="*/ 2232699 w 2915191"/>
                <a:gd name="connsiteY229" fmla="*/ 663624 h 761384"/>
                <a:gd name="connsiteX230" fmla="*/ 2242458 w 2915191"/>
                <a:gd name="connsiteY230" fmla="*/ 688016 h 761384"/>
                <a:gd name="connsiteX231" fmla="*/ 2252202 w 2915191"/>
                <a:gd name="connsiteY231" fmla="*/ 698490 h 761384"/>
                <a:gd name="connsiteX232" fmla="*/ 2261946 w 2915191"/>
                <a:gd name="connsiteY232" fmla="*/ 684353 h 761384"/>
                <a:gd name="connsiteX233" fmla="*/ 2271705 w 2915191"/>
                <a:gd name="connsiteY233" fmla="*/ 682317 h 761384"/>
                <a:gd name="connsiteX234" fmla="*/ 2281449 w 2915191"/>
                <a:gd name="connsiteY234" fmla="*/ 707807 h 761384"/>
                <a:gd name="connsiteX235" fmla="*/ 2291208 w 2915191"/>
                <a:gd name="connsiteY235" fmla="*/ 688685 h 761384"/>
                <a:gd name="connsiteX236" fmla="*/ 2300951 w 2915191"/>
                <a:gd name="connsiteY236" fmla="*/ 680836 h 761384"/>
                <a:gd name="connsiteX237" fmla="*/ 2310695 w 2915191"/>
                <a:gd name="connsiteY237" fmla="*/ 669930 h 761384"/>
                <a:gd name="connsiteX238" fmla="*/ 2320454 w 2915191"/>
                <a:gd name="connsiteY238" fmla="*/ 645989 h 761384"/>
                <a:gd name="connsiteX239" fmla="*/ 2330198 w 2915191"/>
                <a:gd name="connsiteY239" fmla="*/ 633219 h 761384"/>
                <a:gd name="connsiteX240" fmla="*/ 2339957 w 2915191"/>
                <a:gd name="connsiteY240" fmla="*/ 666765 h 761384"/>
                <a:gd name="connsiteX241" fmla="*/ 2349701 w 2915191"/>
                <a:gd name="connsiteY241" fmla="*/ 643347 h 761384"/>
                <a:gd name="connsiteX242" fmla="*/ 2359445 w 2915191"/>
                <a:gd name="connsiteY242" fmla="*/ 638701 h 761384"/>
                <a:gd name="connsiteX243" fmla="*/ 2369204 w 2915191"/>
                <a:gd name="connsiteY243" fmla="*/ 648714 h 761384"/>
                <a:gd name="connsiteX244" fmla="*/ 2378948 w 2915191"/>
                <a:gd name="connsiteY244" fmla="*/ 657909 h 761384"/>
                <a:gd name="connsiteX245" fmla="*/ 2388692 w 2915191"/>
                <a:gd name="connsiteY245" fmla="*/ 670709 h 761384"/>
                <a:gd name="connsiteX246" fmla="*/ 2398450 w 2915191"/>
                <a:gd name="connsiteY246" fmla="*/ 665637 h 761384"/>
                <a:gd name="connsiteX247" fmla="*/ 2408194 w 2915191"/>
                <a:gd name="connsiteY247" fmla="*/ 618703 h 761384"/>
                <a:gd name="connsiteX248" fmla="*/ 2417953 w 2915191"/>
                <a:gd name="connsiteY248" fmla="*/ 597229 h 761384"/>
                <a:gd name="connsiteX249" fmla="*/ 2427697 w 2915191"/>
                <a:gd name="connsiteY249" fmla="*/ 592473 h 761384"/>
                <a:gd name="connsiteX250" fmla="*/ 2437441 w 2915191"/>
                <a:gd name="connsiteY250" fmla="*/ 592710 h 761384"/>
                <a:gd name="connsiteX251" fmla="*/ 2447200 w 2915191"/>
                <a:gd name="connsiteY251" fmla="*/ 626773 h 761384"/>
                <a:gd name="connsiteX252" fmla="*/ 2456944 w 2915191"/>
                <a:gd name="connsiteY252" fmla="*/ 628290 h 761384"/>
                <a:gd name="connsiteX253" fmla="*/ 2466703 w 2915191"/>
                <a:gd name="connsiteY253" fmla="*/ 587266 h 761384"/>
                <a:gd name="connsiteX254" fmla="*/ 2476446 w 2915191"/>
                <a:gd name="connsiteY254" fmla="*/ 597275 h 761384"/>
                <a:gd name="connsiteX255" fmla="*/ 2486190 w 2915191"/>
                <a:gd name="connsiteY255" fmla="*/ 602299 h 761384"/>
                <a:gd name="connsiteX256" fmla="*/ 2495949 w 2915191"/>
                <a:gd name="connsiteY256" fmla="*/ 594386 h 761384"/>
                <a:gd name="connsiteX257" fmla="*/ 2505693 w 2915191"/>
                <a:gd name="connsiteY257" fmla="*/ 611527 h 761384"/>
                <a:gd name="connsiteX258" fmla="*/ 2515452 w 2915191"/>
                <a:gd name="connsiteY258" fmla="*/ 621778 h 761384"/>
                <a:gd name="connsiteX259" fmla="*/ 2525196 w 2915191"/>
                <a:gd name="connsiteY259" fmla="*/ 591495 h 761384"/>
                <a:gd name="connsiteX260" fmla="*/ 2534940 w 2915191"/>
                <a:gd name="connsiteY260" fmla="*/ 583106 h 761384"/>
                <a:gd name="connsiteX261" fmla="*/ 2544699 w 2915191"/>
                <a:gd name="connsiteY261" fmla="*/ 602592 h 761384"/>
                <a:gd name="connsiteX262" fmla="*/ 2554443 w 2915191"/>
                <a:gd name="connsiteY262" fmla="*/ 607957 h 761384"/>
                <a:gd name="connsiteX263" fmla="*/ 2564202 w 2915191"/>
                <a:gd name="connsiteY263" fmla="*/ 601779 h 761384"/>
                <a:gd name="connsiteX264" fmla="*/ 2573946 w 2915191"/>
                <a:gd name="connsiteY264" fmla="*/ 625762 h 761384"/>
                <a:gd name="connsiteX265" fmla="*/ 2583690 w 2915191"/>
                <a:gd name="connsiteY265" fmla="*/ 643439 h 761384"/>
                <a:gd name="connsiteX266" fmla="*/ 2593448 w 2915191"/>
                <a:gd name="connsiteY266" fmla="*/ 638207 h 761384"/>
                <a:gd name="connsiteX267" fmla="*/ 2603192 w 2915191"/>
                <a:gd name="connsiteY267" fmla="*/ 660183 h 761384"/>
                <a:gd name="connsiteX268" fmla="*/ 2612951 w 2915191"/>
                <a:gd name="connsiteY268" fmla="*/ 635051 h 761384"/>
                <a:gd name="connsiteX269" fmla="*/ 2622695 w 2915191"/>
                <a:gd name="connsiteY269" fmla="*/ 641221 h 761384"/>
                <a:gd name="connsiteX270" fmla="*/ 2632439 w 2915191"/>
                <a:gd name="connsiteY270" fmla="*/ 644567 h 761384"/>
                <a:gd name="connsiteX271" fmla="*/ 2642198 w 2915191"/>
                <a:gd name="connsiteY271" fmla="*/ 671205 h 761384"/>
                <a:gd name="connsiteX272" fmla="*/ 2651942 w 2915191"/>
                <a:gd name="connsiteY272" fmla="*/ 658168 h 761384"/>
                <a:gd name="connsiteX273" fmla="*/ 2661685 w 2915191"/>
                <a:gd name="connsiteY273" fmla="*/ 665000 h 761384"/>
                <a:gd name="connsiteX274" fmla="*/ 2671444 w 2915191"/>
                <a:gd name="connsiteY274" fmla="*/ 663338 h 761384"/>
                <a:gd name="connsiteX275" fmla="*/ 2681188 w 2915191"/>
                <a:gd name="connsiteY275" fmla="*/ 649880 h 761384"/>
                <a:gd name="connsiteX276" fmla="*/ 2690947 w 2915191"/>
                <a:gd name="connsiteY276" fmla="*/ 651728 h 761384"/>
                <a:gd name="connsiteX277" fmla="*/ 2700691 w 2915191"/>
                <a:gd name="connsiteY277" fmla="*/ 663562 h 761384"/>
                <a:gd name="connsiteX278" fmla="*/ 2710435 w 2915191"/>
                <a:gd name="connsiteY278" fmla="*/ 682136 h 761384"/>
                <a:gd name="connsiteX279" fmla="*/ 2720194 w 2915191"/>
                <a:gd name="connsiteY279" fmla="*/ 666110 h 761384"/>
                <a:gd name="connsiteX280" fmla="*/ 2729938 w 2915191"/>
                <a:gd name="connsiteY280" fmla="*/ 690259 h 761384"/>
                <a:gd name="connsiteX281" fmla="*/ 2739697 w 2915191"/>
                <a:gd name="connsiteY281" fmla="*/ 664433 h 761384"/>
                <a:gd name="connsiteX282" fmla="*/ 2749441 w 2915191"/>
                <a:gd name="connsiteY282" fmla="*/ 676150 h 761384"/>
                <a:gd name="connsiteX283" fmla="*/ 2759185 w 2915191"/>
                <a:gd name="connsiteY283" fmla="*/ 663443 h 761384"/>
                <a:gd name="connsiteX284" fmla="*/ 2768943 w 2915191"/>
                <a:gd name="connsiteY284" fmla="*/ 687736 h 761384"/>
                <a:gd name="connsiteX285" fmla="*/ 2778687 w 2915191"/>
                <a:gd name="connsiteY285" fmla="*/ 682858 h 761384"/>
                <a:gd name="connsiteX286" fmla="*/ 2788446 w 2915191"/>
                <a:gd name="connsiteY286" fmla="*/ 665983 h 761384"/>
                <a:gd name="connsiteX287" fmla="*/ 2798190 w 2915191"/>
                <a:gd name="connsiteY287" fmla="*/ 649706 h 761384"/>
                <a:gd name="connsiteX288" fmla="*/ 2807934 w 2915191"/>
                <a:gd name="connsiteY288" fmla="*/ 639321 h 761384"/>
                <a:gd name="connsiteX289" fmla="*/ 2817693 w 2915191"/>
                <a:gd name="connsiteY289" fmla="*/ 627710 h 761384"/>
                <a:gd name="connsiteX290" fmla="*/ 2827437 w 2915191"/>
                <a:gd name="connsiteY290" fmla="*/ 663732 h 761384"/>
                <a:gd name="connsiteX291" fmla="*/ 2837196 w 2915191"/>
                <a:gd name="connsiteY291" fmla="*/ 688805 h 761384"/>
                <a:gd name="connsiteX292" fmla="*/ 2846940 w 2915191"/>
                <a:gd name="connsiteY292" fmla="*/ 680897 h 761384"/>
                <a:gd name="connsiteX293" fmla="*/ 2856684 w 2915191"/>
                <a:gd name="connsiteY293" fmla="*/ 703905 h 761384"/>
                <a:gd name="connsiteX294" fmla="*/ 2866442 w 2915191"/>
                <a:gd name="connsiteY294" fmla="*/ 675621 h 761384"/>
                <a:gd name="connsiteX295" fmla="*/ 2876186 w 2915191"/>
                <a:gd name="connsiteY295" fmla="*/ 682604 h 761384"/>
                <a:gd name="connsiteX296" fmla="*/ 2885945 w 2915191"/>
                <a:gd name="connsiteY296" fmla="*/ 686444 h 761384"/>
                <a:gd name="connsiteX297" fmla="*/ 2895689 w 2915191"/>
                <a:gd name="connsiteY297" fmla="*/ 682257 h 761384"/>
                <a:gd name="connsiteX298" fmla="*/ 2905433 w 2915191"/>
                <a:gd name="connsiteY298" fmla="*/ 695973 h 761384"/>
                <a:gd name="connsiteX299" fmla="*/ 2915192 w 2915191"/>
                <a:gd name="connsiteY299" fmla="*/ 708806 h 761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761384">
                  <a:moveTo>
                    <a:pt x="0" y="0"/>
                  </a:moveTo>
                  <a:lnTo>
                    <a:pt x="9750" y="323"/>
                  </a:lnTo>
                  <a:lnTo>
                    <a:pt x="19500" y="33205"/>
                  </a:lnTo>
                  <a:lnTo>
                    <a:pt x="29250" y="5140"/>
                  </a:lnTo>
                  <a:lnTo>
                    <a:pt x="39000" y="38870"/>
                  </a:lnTo>
                  <a:lnTo>
                    <a:pt x="48749" y="40439"/>
                  </a:lnTo>
                  <a:lnTo>
                    <a:pt x="58499" y="93805"/>
                  </a:lnTo>
                  <a:lnTo>
                    <a:pt x="68249" y="87035"/>
                  </a:lnTo>
                  <a:lnTo>
                    <a:pt x="77998" y="59907"/>
                  </a:lnTo>
                  <a:lnTo>
                    <a:pt x="87748" y="59912"/>
                  </a:lnTo>
                  <a:lnTo>
                    <a:pt x="97497" y="50701"/>
                  </a:lnTo>
                  <a:lnTo>
                    <a:pt x="107247" y="40427"/>
                  </a:lnTo>
                  <a:lnTo>
                    <a:pt x="116997" y="44901"/>
                  </a:lnTo>
                  <a:lnTo>
                    <a:pt x="126747" y="74426"/>
                  </a:lnTo>
                  <a:lnTo>
                    <a:pt x="136497" y="52809"/>
                  </a:lnTo>
                  <a:lnTo>
                    <a:pt x="146247" y="43448"/>
                  </a:lnTo>
                  <a:lnTo>
                    <a:pt x="155997" y="88469"/>
                  </a:lnTo>
                  <a:lnTo>
                    <a:pt x="165747" y="109378"/>
                  </a:lnTo>
                  <a:lnTo>
                    <a:pt x="175497" y="118855"/>
                  </a:lnTo>
                  <a:lnTo>
                    <a:pt x="185247" y="137600"/>
                  </a:lnTo>
                  <a:lnTo>
                    <a:pt x="194996" y="108353"/>
                  </a:lnTo>
                  <a:lnTo>
                    <a:pt x="204746" y="109729"/>
                  </a:lnTo>
                  <a:lnTo>
                    <a:pt x="214495" y="134577"/>
                  </a:lnTo>
                  <a:lnTo>
                    <a:pt x="224245" y="154334"/>
                  </a:lnTo>
                  <a:lnTo>
                    <a:pt x="233995" y="151527"/>
                  </a:lnTo>
                  <a:lnTo>
                    <a:pt x="243744" y="171057"/>
                  </a:lnTo>
                  <a:lnTo>
                    <a:pt x="253494" y="163318"/>
                  </a:lnTo>
                  <a:lnTo>
                    <a:pt x="263244" y="175660"/>
                  </a:lnTo>
                  <a:lnTo>
                    <a:pt x="272994" y="177736"/>
                  </a:lnTo>
                  <a:lnTo>
                    <a:pt x="282744" y="194754"/>
                  </a:lnTo>
                  <a:lnTo>
                    <a:pt x="292494" y="209322"/>
                  </a:lnTo>
                  <a:lnTo>
                    <a:pt x="302244" y="221393"/>
                  </a:lnTo>
                  <a:lnTo>
                    <a:pt x="311994" y="234909"/>
                  </a:lnTo>
                  <a:lnTo>
                    <a:pt x="321744" y="227959"/>
                  </a:lnTo>
                  <a:lnTo>
                    <a:pt x="331493" y="233808"/>
                  </a:lnTo>
                  <a:lnTo>
                    <a:pt x="341243" y="207021"/>
                  </a:lnTo>
                  <a:lnTo>
                    <a:pt x="350993" y="182158"/>
                  </a:lnTo>
                  <a:lnTo>
                    <a:pt x="360742" y="166684"/>
                  </a:lnTo>
                  <a:lnTo>
                    <a:pt x="370492" y="217799"/>
                  </a:lnTo>
                  <a:lnTo>
                    <a:pt x="380241" y="223030"/>
                  </a:lnTo>
                  <a:lnTo>
                    <a:pt x="389991" y="249188"/>
                  </a:lnTo>
                  <a:lnTo>
                    <a:pt x="399741" y="237096"/>
                  </a:lnTo>
                  <a:lnTo>
                    <a:pt x="409491" y="210357"/>
                  </a:lnTo>
                  <a:lnTo>
                    <a:pt x="419241" y="207629"/>
                  </a:lnTo>
                  <a:lnTo>
                    <a:pt x="428991" y="198189"/>
                  </a:lnTo>
                  <a:lnTo>
                    <a:pt x="438741" y="185531"/>
                  </a:lnTo>
                  <a:lnTo>
                    <a:pt x="448491" y="253675"/>
                  </a:lnTo>
                  <a:lnTo>
                    <a:pt x="458241" y="238495"/>
                  </a:lnTo>
                  <a:lnTo>
                    <a:pt x="467991" y="250885"/>
                  </a:lnTo>
                  <a:lnTo>
                    <a:pt x="477740" y="255163"/>
                  </a:lnTo>
                  <a:lnTo>
                    <a:pt x="487490" y="290412"/>
                  </a:lnTo>
                  <a:lnTo>
                    <a:pt x="497239" y="255218"/>
                  </a:lnTo>
                  <a:lnTo>
                    <a:pt x="506989" y="254878"/>
                  </a:lnTo>
                  <a:lnTo>
                    <a:pt x="516738" y="237891"/>
                  </a:lnTo>
                  <a:lnTo>
                    <a:pt x="526488" y="279194"/>
                  </a:lnTo>
                  <a:lnTo>
                    <a:pt x="536238" y="297841"/>
                  </a:lnTo>
                  <a:lnTo>
                    <a:pt x="545988" y="305581"/>
                  </a:lnTo>
                  <a:lnTo>
                    <a:pt x="555738" y="312071"/>
                  </a:lnTo>
                  <a:lnTo>
                    <a:pt x="565488" y="333684"/>
                  </a:lnTo>
                  <a:lnTo>
                    <a:pt x="575238" y="335884"/>
                  </a:lnTo>
                  <a:lnTo>
                    <a:pt x="584988" y="320352"/>
                  </a:lnTo>
                  <a:lnTo>
                    <a:pt x="594738" y="336812"/>
                  </a:lnTo>
                  <a:lnTo>
                    <a:pt x="604488" y="306199"/>
                  </a:lnTo>
                  <a:lnTo>
                    <a:pt x="614237" y="313896"/>
                  </a:lnTo>
                  <a:lnTo>
                    <a:pt x="623987" y="321273"/>
                  </a:lnTo>
                  <a:lnTo>
                    <a:pt x="633736" y="300453"/>
                  </a:lnTo>
                  <a:lnTo>
                    <a:pt x="643486" y="283812"/>
                  </a:lnTo>
                  <a:lnTo>
                    <a:pt x="653236" y="281048"/>
                  </a:lnTo>
                  <a:lnTo>
                    <a:pt x="662985" y="273431"/>
                  </a:lnTo>
                  <a:lnTo>
                    <a:pt x="672735" y="283353"/>
                  </a:lnTo>
                  <a:lnTo>
                    <a:pt x="682485" y="275330"/>
                  </a:lnTo>
                  <a:lnTo>
                    <a:pt x="692235" y="282891"/>
                  </a:lnTo>
                  <a:lnTo>
                    <a:pt x="701985" y="288608"/>
                  </a:lnTo>
                  <a:lnTo>
                    <a:pt x="711735" y="303482"/>
                  </a:lnTo>
                  <a:lnTo>
                    <a:pt x="721485" y="273956"/>
                  </a:lnTo>
                  <a:lnTo>
                    <a:pt x="731235" y="256353"/>
                  </a:lnTo>
                  <a:lnTo>
                    <a:pt x="740985" y="223483"/>
                  </a:lnTo>
                  <a:lnTo>
                    <a:pt x="750734" y="241250"/>
                  </a:lnTo>
                  <a:lnTo>
                    <a:pt x="760484" y="247535"/>
                  </a:lnTo>
                  <a:lnTo>
                    <a:pt x="770233" y="238644"/>
                  </a:lnTo>
                  <a:lnTo>
                    <a:pt x="779983" y="250003"/>
                  </a:lnTo>
                  <a:lnTo>
                    <a:pt x="789733" y="268551"/>
                  </a:lnTo>
                  <a:lnTo>
                    <a:pt x="799482" y="249732"/>
                  </a:lnTo>
                  <a:lnTo>
                    <a:pt x="809232" y="263258"/>
                  </a:lnTo>
                  <a:lnTo>
                    <a:pt x="818982" y="244665"/>
                  </a:lnTo>
                  <a:lnTo>
                    <a:pt x="828732" y="232412"/>
                  </a:lnTo>
                  <a:lnTo>
                    <a:pt x="838482" y="265102"/>
                  </a:lnTo>
                  <a:lnTo>
                    <a:pt x="848232" y="328232"/>
                  </a:lnTo>
                  <a:lnTo>
                    <a:pt x="857982" y="352645"/>
                  </a:lnTo>
                  <a:lnTo>
                    <a:pt x="867732" y="362559"/>
                  </a:lnTo>
                  <a:lnTo>
                    <a:pt x="877482" y="378543"/>
                  </a:lnTo>
                  <a:lnTo>
                    <a:pt x="887231" y="382679"/>
                  </a:lnTo>
                  <a:lnTo>
                    <a:pt x="896981" y="380857"/>
                  </a:lnTo>
                  <a:lnTo>
                    <a:pt x="906730" y="388680"/>
                  </a:lnTo>
                  <a:lnTo>
                    <a:pt x="916480" y="387622"/>
                  </a:lnTo>
                  <a:lnTo>
                    <a:pt x="926230" y="400111"/>
                  </a:lnTo>
                  <a:lnTo>
                    <a:pt x="935979" y="382174"/>
                  </a:lnTo>
                  <a:lnTo>
                    <a:pt x="945729" y="380502"/>
                  </a:lnTo>
                  <a:lnTo>
                    <a:pt x="955479" y="380359"/>
                  </a:lnTo>
                  <a:lnTo>
                    <a:pt x="965229" y="460758"/>
                  </a:lnTo>
                  <a:lnTo>
                    <a:pt x="974979" y="502246"/>
                  </a:lnTo>
                  <a:lnTo>
                    <a:pt x="984729" y="499314"/>
                  </a:lnTo>
                  <a:lnTo>
                    <a:pt x="994474" y="465642"/>
                  </a:lnTo>
                  <a:lnTo>
                    <a:pt x="1004233" y="510822"/>
                  </a:lnTo>
                  <a:lnTo>
                    <a:pt x="1013977" y="528778"/>
                  </a:lnTo>
                  <a:lnTo>
                    <a:pt x="1023721" y="511247"/>
                  </a:lnTo>
                  <a:lnTo>
                    <a:pt x="1033480" y="483527"/>
                  </a:lnTo>
                  <a:lnTo>
                    <a:pt x="1043224" y="493094"/>
                  </a:lnTo>
                  <a:lnTo>
                    <a:pt x="1052983" y="478022"/>
                  </a:lnTo>
                  <a:lnTo>
                    <a:pt x="1062727" y="498241"/>
                  </a:lnTo>
                  <a:lnTo>
                    <a:pt x="1072471" y="506171"/>
                  </a:lnTo>
                  <a:lnTo>
                    <a:pt x="1082230" y="541259"/>
                  </a:lnTo>
                  <a:lnTo>
                    <a:pt x="1091973" y="515441"/>
                  </a:lnTo>
                  <a:lnTo>
                    <a:pt x="1101732" y="517322"/>
                  </a:lnTo>
                  <a:lnTo>
                    <a:pt x="1111476" y="513391"/>
                  </a:lnTo>
                  <a:lnTo>
                    <a:pt x="1121220" y="508553"/>
                  </a:lnTo>
                  <a:lnTo>
                    <a:pt x="1130979" y="506358"/>
                  </a:lnTo>
                  <a:lnTo>
                    <a:pt x="1140723" y="516989"/>
                  </a:lnTo>
                  <a:lnTo>
                    <a:pt x="1150482" y="514273"/>
                  </a:lnTo>
                  <a:lnTo>
                    <a:pt x="1160226" y="494190"/>
                  </a:lnTo>
                  <a:lnTo>
                    <a:pt x="1169969" y="536807"/>
                  </a:lnTo>
                  <a:lnTo>
                    <a:pt x="1179728" y="529130"/>
                  </a:lnTo>
                  <a:lnTo>
                    <a:pt x="1189472" y="525943"/>
                  </a:lnTo>
                  <a:lnTo>
                    <a:pt x="1199231" y="536649"/>
                  </a:lnTo>
                  <a:lnTo>
                    <a:pt x="1208975" y="553932"/>
                  </a:lnTo>
                  <a:lnTo>
                    <a:pt x="1218719" y="561520"/>
                  </a:lnTo>
                  <a:lnTo>
                    <a:pt x="1228478" y="582574"/>
                  </a:lnTo>
                  <a:lnTo>
                    <a:pt x="1238222" y="563514"/>
                  </a:lnTo>
                  <a:lnTo>
                    <a:pt x="1247966" y="571848"/>
                  </a:lnTo>
                  <a:lnTo>
                    <a:pt x="1257725" y="583685"/>
                  </a:lnTo>
                  <a:lnTo>
                    <a:pt x="1267469" y="578420"/>
                  </a:lnTo>
                  <a:lnTo>
                    <a:pt x="1277227" y="557104"/>
                  </a:lnTo>
                  <a:lnTo>
                    <a:pt x="1286971" y="539108"/>
                  </a:lnTo>
                  <a:lnTo>
                    <a:pt x="1296715" y="561663"/>
                  </a:lnTo>
                  <a:lnTo>
                    <a:pt x="1306474" y="589466"/>
                  </a:lnTo>
                  <a:lnTo>
                    <a:pt x="1316218" y="599201"/>
                  </a:lnTo>
                  <a:lnTo>
                    <a:pt x="1325977" y="606420"/>
                  </a:lnTo>
                  <a:lnTo>
                    <a:pt x="1335721" y="614784"/>
                  </a:lnTo>
                  <a:lnTo>
                    <a:pt x="1345465" y="639719"/>
                  </a:lnTo>
                  <a:lnTo>
                    <a:pt x="1355224" y="645482"/>
                  </a:lnTo>
                  <a:lnTo>
                    <a:pt x="1364967" y="637086"/>
                  </a:lnTo>
                  <a:lnTo>
                    <a:pt x="1374726" y="645075"/>
                  </a:lnTo>
                  <a:lnTo>
                    <a:pt x="1384470" y="615388"/>
                  </a:lnTo>
                  <a:lnTo>
                    <a:pt x="1394214" y="621456"/>
                  </a:lnTo>
                  <a:lnTo>
                    <a:pt x="1403973" y="614893"/>
                  </a:lnTo>
                  <a:lnTo>
                    <a:pt x="1413717" y="562811"/>
                  </a:lnTo>
                  <a:lnTo>
                    <a:pt x="1423476" y="573807"/>
                  </a:lnTo>
                  <a:lnTo>
                    <a:pt x="1433220" y="591151"/>
                  </a:lnTo>
                  <a:lnTo>
                    <a:pt x="1442964" y="600556"/>
                  </a:lnTo>
                  <a:lnTo>
                    <a:pt x="1452722" y="621176"/>
                  </a:lnTo>
                  <a:lnTo>
                    <a:pt x="1462466" y="642755"/>
                  </a:lnTo>
                  <a:lnTo>
                    <a:pt x="1472225" y="611591"/>
                  </a:lnTo>
                  <a:lnTo>
                    <a:pt x="1481969" y="603960"/>
                  </a:lnTo>
                  <a:lnTo>
                    <a:pt x="1491713" y="591235"/>
                  </a:lnTo>
                  <a:lnTo>
                    <a:pt x="1501472" y="601885"/>
                  </a:lnTo>
                  <a:lnTo>
                    <a:pt x="1511216" y="581588"/>
                  </a:lnTo>
                  <a:lnTo>
                    <a:pt x="1520960" y="587783"/>
                  </a:lnTo>
                  <a:lnTo>
                    <a:pt x="1530719" y="617828"/>
                  </a:lnTo>
                  <a:lnTo>
                    <a:pt x="1540463" y="607265"/>
                  </a:lnTo>
                  <a:lnTo>
                    <a:pt x="1550221" y="624574"/>
                  </a:lnTo>
                  <a:lnTo>
                    <a:pt x="1559965" y="648615"/>
                  </a:lnTo>
                  <a:lnTo>
                    <a:pt x="1569709" y="619795"/>
                  </a:lnTo>
                  <a:lnTo>
                    <a:pt x="1579468" y="605015"/>
                  </a:lnTo>
                  <a:lnTo>
                    <a:pt x="1589212" y="598710"/>
                  </a:lnTo>
                  <a:lnTo>
                    <a:pt x="1598971" y="607488"/>
                  </a:lnTo>
                  <a:lnTo>
                    <a:pt x="1608715" y="606305"/>
                  </a:lnTo>
                  <a:lnTo>
                    <a:pt x="1618459" y="623330"/>
                  </a:lnTo>
                  <a:lnTo>
                    <a:pt x="1628218" y="639367"/>
                  </a:lnTo>
                  <a:lnTo>
                    <a:pt x="1637962" y="649841"/>
                  </a:lnTo>
                  <a:lnTo>
                    <a:pt x="1647720" y="681940"/>
                  </a:lnTo>
                  <a:lnTo>
                    <a:pt x="1657464" y="671299"/>
                  </a:lnTo>
                  <a:lnTo>
                    <a:pt x="1667208" y="646304"/>
                  </a:lnTo>
                  <a:lnTo>
                    <a:pt x="1676967" y="635479"/>
                  </a:lnTo>
                  <a:lnTo>
                    <a:pt x="1686711" y="591518"/>
                  </a:lnTo>
                  <a:lnTo>
                    <a:pt x="1696470" y="597095"/>
                  </a:lnTo>
                  <a:lnTo>
                    <a:pt x="1706214" y="595146"/>
                  </a:lnTo>
                  <a:lnTo>
                    <a:pt x="1715958" y="583443"/>
                  </a:lnTo>
                  <a:lnTo>
                    <a:pt x="1725716" y="588769"/>
                  </a:lnTo>
                  <a:lnTo>
                    <a:pt x="1735460" y="605889"/>
                  </a:lnTo>
                  <a:lnTo>
                    <a:pt x="1745219" y="626562"/>
                  </a:lnTo>
                  <a:lnTo>
                    <a:pt x="1754963" y="591165"/>
                  </a:lnTo>
                  <a:lnTo>
                    <a:pt x="1764707" y="580166"/>
                  </a:lnTo>
                  <a:lnTo>
                    <a:pt x="1774466" y="590931"/>
                  </a:lnTo>
                  <a:lnTo>
                    <a:pt x="1784210" y="595028"/>
                  </a:lnTo>
                  <a:lnTo>
                    <a:pt x="1793969" y="629835"/>
                  </a:lnTo>
                  <a:lnTo>
                    <a:pt x="1803713" y="640872"/>
                  </a:lnTo>
                  <a:lnTo>
                    <a:pt x="1813457" y="657949"/>
                  </a:lnTo>
                  <a:lnTo>
                    <a:pt x="1823215" y="694778"/>
                  </a:lnTo>
                  <a:lnTo>
                    <a:pt x="1832959" y="705428"/>
                  </a:lnTo>
                  <a:lnTo>
                    <a:pt x="1842703" y="681751"/>
                  </a:lnTo>
                  <a:lnTo>
                    <a:pt x="1852462" y="721306"/>
                  </a:lnTo>
                  <a:lnTo>
                    <a:pt x="1862206" y="665454"/>
                  </a:lnTo>
                  <a:lnTo>
                    <a:pt x="1871965" y="673059"/>
                  </a:lnTo>
                  <a:lnTo>
                    <a:pt x="1881709" y="667042"/>
                  </a:lnTo>
                  <a:lnTo>
                    <a:pt x="1891453" y="707986"/>
                  </a:lnTo>
                  <a:lnTo>
                    <a:pt x="1901212" y="732286"/>
                  </a:lnTo>
                  <a:lnTo>
                    <a:pt x="1910956" y="719444"/>
                  </a:lnTo>
                  <a:lnTo>
                    <a:pt x="1920714" y="723869"/>
                  </a:lnTo>
                  <a:lnTo>
                    <a:pt x="1930458" y="724837"/>
                  </a:lnTo>
                  <a:lnTo>
                    <a:pt x="1940202" y="727981"/>
                  </a:lnTo>
                  <a:lnTo>
                    <a:pt x="1949961" y="724822"/>
                  </a:lnTo>
                  <a:lnTo>
                    <a:pt x="1959705" y="696967"/>
                  </a:lnTo>
                  <a:lnTo>
                    <a:pt x="1969464" y="695577"/>
                  </a:lnTo>
                  <a:lnTo>
                    <a:pt x="1979208" y="675652"/>
                  </a:lnTo>
                  <a:lnTo>
                    <a:pt x="1988952" y="683805"/>
                  </a:lnTo>
                  <a:lnTo>
                    <a:pt x="1998711" y="676467"/>
                  </a:lnTo>
                  <a:lnTo>
                    <a:pt x="2008454" y="662893"/>
                  </a:lnTo>
                  <a:lnTo>
                    <a:pt x="2018213" y="699094"/>
                  </a:lnTo>
                  <a:lnTo>
                    <a:pt x="2027957" y="703895"/>
                  </a:lnTo>
                  <a:lnTo>
                    <a:pt x="2037701" y="696688"/>
                  </a:lnTo>
                  <a:lnTo>
                    <a:pt x="2047460" y="690078"/>
                  </a:lnTo>
                  <a:lnTo>
                    <a:pt x="2057204" y="651370"/>
                  </a:lnTo>
                  <a:lnTo>
                    <a:pt x="2066963" y="679657"/>
                  </a:lnTo>
                  <a:lnTo>
                    <a:pt x="2076707" y="678924"/>
                  </a:lnTo>
                  <a:lnTo>
                    <a:pt x="2086451" y="683050"/>
                  </a:lnTo>
                  <a:lnTo>
                    <a:pt x="2096210" y="679702"/>
                  </a:lnTo>
                  <a:lnTo>
                    <a:pt x="2105954" y="693716"/>
                  </a:lnTo>
                  <a:lnTo>
                    <a:pt x="2115697" y="693832"/>
                  </a:lnTo>
                  <a:lnTo>
                    <a:pt x="2125456" y="708850"/>
                  </a:lnTo>
                  <a:lnTo>
                    <a:pt x="2135200" y="726416"/>
                  </a:lnTo>
                  <a:lnTo>
                    <a:pt x="2144959" y="761384"/>
                  </a:lnTo>
                  <a:lnTo>
                    <a:pt x="2154703" y="700729"/>
                  </a:lnTo>
                  <a:lnTo>
                    <a:pt x="2164447" y="676774"/>
                  </a:lnTo>
                  <a:lnTo>
                    <a:pt x="2174206" y="672199"/>
                  </a:lnTo>
                  <a:lnTo>
                    <a:pt x="2183950" y="680791"/>
                  </a:lnTo>
                  <a:lnTo>
                    <a:pt x="2193709" y="679651"/>
                  </a:lnTo>
                  <a:lnTo>
                    <a:pt x="2203452" y="670059"/>
                  </a:lnTo>
                  <a:lnTo>
                    <a:pt x="2213196" y="658624"/>
                  </a:lnTo>
                  <a:lnTo>
                    <a:pt x="2222955" y="658066"/>
                  </a:lnTo>
                  <a:lnTo>
                    <a:pt x="2232699" y="663624"/>
                  </a:lnTo>
                  <a:lnTo>
                    <a:pt x="2242458" y="688016"/>
                  </a:lnTo>
                  <a:lnTo>
                    <a:pt x="2252202" y="698490"/>
                  </a:lnTo>
                  <a:lnTo>
                    <a:pt x="2261946" y="684353"/>
                  </a:lnTo>
                  <a:lnTo>
                    <a:pt x="2271705" y="682317"/>
                  </a:lnTo>
                  <a:lnTo>
                    <a:pt x="2281449" y="707807"/>
                  </a:lnTo>
                  <a:lnTo>
                    <a:pt x="2291208" y="688685"/>
                  </a:lnTo>
                  <a:lnTo>
                    <a:pt x="2300951" y="680836"/>
                  </a:lnTo>
                  <a:lnTo>
                    <a:pt x="2310695" y="669930"/>
                  </a:lnTo>
                  <a:lnTo>
                    <a:pt x="2320454" y="645989"/>
                  </a:lnTo>
                  <a:lnTo>
                    <a:pt x="2330198" y="633219"/>
                  </a:lnTo>
                  <a:lnTo>
                    <a:pt x="2339957" y="666765"/>
                  </a:lnTo>
                  <a:lnTo>
                    <a:pt x="2349701" y="643347"/>
                  </a:lnTo>
                  <a:lnTo>
                    <a:pt x="2359445" y="638701"/>
                  </a:lnTo>
                  <a:lnTo>
                    <a:pt x="2369204" y="648714"/>
                  </a:lnTo>
                  <a:lnTo>
                    <a:pt x="2378948" y="657909"/>
                  </a:lnTo>
                  <a:lnTo>
                    <a:pt x="2388692" y="670709"/>
                  </a:lnTo>
                  <a:lnTo>
                    <a:pt x="2398450" y="665637"/>
                  </a:lnTo>
                  <a:lnTo>
                    <a:pt x="2408194" y="618703"/>
                  </a:lnTo>
                  <a:lnTo>
                    <a:pt x="2417953" y="597229"/>
                  </a:lnTo>
                  <a:lnTo>
                    <a:pt x="2427697" y="592473"/>
                  </a:lnTo>
                  <a:lnTo>
                    <a:pt x="2437441" y="592710"/>
                  </a:lnTo>
                  <a:lnTo>
                    <a:pt x="2447200" y="626773"/>
                  </a:lnTo>
                  <a:lnTo>
                    <a:pt x="2456944" y="628290"/>
                  </a:lnTo>
                  <a:lnTo>
                    <a:pt x="2466703" y="587266"/>
                  </a:lnTo>
                  <a:lnTo>
                    <a:pt x="2476446" y="597275"/>
                  </a:lnTo>
                  <a:lnTo>
                    <a:pt x="2486190" y="602299"/>
                  </a:lnTo>
                  <a:lnTo>
                    <a:pt x="2495949" y="594386"/>
                  </a:lnTo>
                  <a:lnTo>
                    <a:pt x="2505693" y="611527"/>
                  </a:lnTo>
                  <a:lnTo>
                    <a:pt x="2515452" y="621778"/>
                  </a:lnTo>
                  <a:lnTo>
                    <a:pt x="2525196" y="591495"/>
                  </a:lnTo>
                  <a:lnTo>
                    <a:pt x="2534940" y="583106"/>
                  </a:lnTo>
                  <a:lnTo>
                    <a:pt x="2544699" y="602592"/>
                  </a:lnTo>
                  <a:lnTo>
                    <a:pt x="2554443" y="607957"/>
                  </a:lnTo>
                  <a:lnTo>
                    <a:pt x="2564202" y="601779"/>
                  </a:lnTo>
                  <a:lnTo>
                    <a:pt x="2573946" y="625762"/>
                  </a:lnTo>
                  <a:lnTo>
                    <a:pt x="2583690" y="643439"/>
                  </a:lnTo>
                  <a:lnTo>
                    <a:pt x="2593448" y="638207"/>
                  </a:lnTo>
                  <a:lnTo>
                    <a:pt x="2603192" y="660183"/>
                  </a:lnTo>
                  <a:lnTo>
                    <a:pt x="2612951" y="635051"/>
                  </a:lnTo>
                  <a:lnTo>
                    <a:pt x="2622695" y="641221"/>
                  </a:lnTo>
                  <a:lnTo>
                    <a:pt x="2632439" y="644567"/>
                  </a:lnTo>
                  <a:lnTo>
                    <a:pt x="2642198" y="671205"/>
                  </a:lnTo>
                  <a:lnTo>
                    <a:pt x="2651942" y="658168"/>
                  </a:lnTo>
                  <a:lnTo>
                    <a:pt x="2661685" y="665000"/>
                  </a:lnTo>
                  <a:lnTo>
                    <a:pt x="2671444" y="663338"/>
                  </a:lnTo>
                  <a:lnTo>
                    <a:pt x="2681188" y="649880"/>
                  </a:lnTo>
                  <a:lnTo>
                    <a:pt x="2690947" y="651728"/>
                  </a:lnTo>
                  <a:lnTo>
                    <a:pt x="2700691" y="663562"/>
                  </a:lnTo>
                  <a:lnTo>
                    <a:pt x="2710435" y="682136"/>
                  </a:lnTo>
                  <a:lnTo>
                    <a:pt x="2720194" y="666110"/>
                  </a:lnTo>
                  <a:lnTo>
                    <a:pt x="2729938" y="690259"/>
                  </a:lnTo>
                  <a:lnTo>
                    <a:pt x="2739697" y="664433"/>
                  </a:lnTo>
                  <a:lnTo>
                    <a:pt x="2749441" y="676150"/>
                  </a:lnTo>
                  <a:lnTo>
                    <a:pt x="2759185" y="663443"/>
                  </a:lnTo>
                  <a:lnTo>
                    <a:pt x="2768943" y="687736"/>
                  </a:lnTo>
                  <a:lnTo>
                    <a:pt x="2778687" y="682858"/>
                  </a:lnTo>
                  <a:lnTo>
                    <a:pt x="2788446" y="665983"/>
                  </a:lnTo>
                  <a:lnTo>
                    <a:pt x="2798190" y="649706"/>
                  </a:lnTo>
                  <a:lnTo>
                    <a:pt x="2807934" y="639321"/>
                  </a:lnTo>
                  <a:lnTo>
                    <a:pt x="2817693" y="627710"/>
                  </a:lnTo>
                  <a:lnTo>
                    <a:pt x="2827437" y="663732"/>
                  </a:lnTo>
                  <a:lnTo>
                    <a:pt x="2837196" y="688805"/>
                  </a:lnTo>
                  <a:lnTo>
                    <a:pt x="2846940" y="680897"/>
                  </a:lnTo>
                  <a:lnTo>
                    <a:pt x="2856684" y="703905"/>
                  </a:lnTo>
                  <a:lnTo>
                    <a:pt x="2866442" y="675621"/>
                  </a:lnTo>
                  <a:lnTo>
                    <a:pt x="2876186" y="682604"/>
                  </a:lnTo>
                  <a:lnTo>
                    <a:pt x="2885945" y="686444"/>
                  </a:lnTo>
                  <a:lnTo>
                    <a:pt x="2895689" y="682257"/>
                  </a:lnTo>
                  <a:lnTo>
                    <a:pt x="2905433" y="695973"/>
                  </a:lnTo>
                  <a:lnTo>
                    <a:pt x="2915192" y="70880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1" name="Freeform 1100">
              <a:extLst>
                <a:ext uri="{FF2B5EF4-FFF2-40B4-BE49-F238E27FC236}">
                  <a16:creationId xmlns:a16="http://schemas.microsoft.com/office/drawing/2014/main" id="{4DD79076-77DB-3404-3E32-6DC7B2859B3E}"/>
                </a:ext>
              </a:extLst>
            </p:cNvPr>
            <p:cNvSpPr/>
            <p:nvPr/>
          </p:nvSpPr>
          <p:spPr>
            <a:xfrm>
              <a:off x="4426652" y="3392989"/>
              <a:ext cx="2915191" cy="620962"/>
            </a:xfrm>
            <a:custGeom>
              <a:avLst/>
              <a:gdLst>
                <a:gd name="connsiteX0" fmla="*/ 0 w 2915191"/>
                <a:gd name="connsiteY0" fmla="*/ 620963 h 620962"/>
                <a:gd name="connsiteX1" fmla="*/ 9750 w 2915191"/>
                <a:gd name="connsiteY1" fmla="*/ 607208 h 620962"/>
                <a:gd name="connsiteX2" fmla="*/ 19500 w 2915191"/>
                <a:gd name="connsiteY2" fmla="*/ 548911 h 620962"/>
                <a:gd name="connsiteX3" fmla="*/ 29250 w 2915191"/>
                <a:gd name="connsiteY3" fmla="*/ 550747 h 620962"/>
                <a:gd name="connsiteX4" fmla="*/ 39000 w 2915191"/>
                <a:gd name="connsiteY4" fmla="*/ 556964 h 620962"/>
                <a:gd name="connsiteX5" fmla="*/ 48749 w 2915191"/>
                <a:gd name="connsiteY5" fmla="*/ 539570 h 620962"/>
                <a:gd name="connsiteX6" fmla="*/ 58499 w 2915191"/>
                <a:gd name="connsiteY6" fmla="*/ 510876 h 620962"/>
                <a:gd name="connsiteX7" fmla="*/ 68249 w 2915191"/>
                <a:gd name="connsiteY7" fmla="*/ 486553 h 620962"/>
                <a:gd name="connsiteX8" fmla="*/ 77998 w 2915191"/>
                <a:gd name="connsiteY8" fmla="*/ 466392 h 620962"/>
                <a:gd name="connsiteX9" fmla="*/ 87748 w 2915191"/>
                <a:gd name="connsiteY9" fmla="*/ 464611 h 620962"/>
                <a:gd name="connsiteX10" fmla="*/ 97497 w 2915191"/>
                <a:gd name="connsiteY10" fmla="*/ 462290 h 620962"/>
                <a:gd name="connsiteX11" fmla="*/ 107247 w 2915191"/>
                <a:gd name="connsiteY11" fmla="*/ 466654 h 620962"/>
                <a:gd name="connsiteX12" fmla="*/ 116997 w 2915191"/>
                <a:gd name="connsiteY12" fmla="*/ 449870 h 620962"/>
                <a:gd name="connsiteX13" fmla="*/ 126747 w 2915191"/>
                <a:gd name="connsiteY13" fmla="*/ 453158 h 620962"/>
                <a:gd name="connsiteX14" fmla="*/ 136497 w 2915191"/>
                <a:gd name="connsiteY14" fmla="*/ 449163 h 620962"/>
                <a:gd name="connsiteX15" fmla="*/ 146247 w 2915191"/>
                <a:gd name="connsiteY15" fmla="*/ 446968 h 620962"/>
                <a:gd name="connsiteX16" fmla="*/ 155997 w 2915191"/>
                <a:gd name="connsiteY16" fmla="*/ 441728 h 620962"/>
                <a:gd name="connsiteX17" fmla="*/ 165747 w 2915191"/>
                <a:gd name="connsiteY17" fmla="*/ 431655 h 620962"/>
                <a:gd name="connsiteX18" fmla="*/ 175497 w 2915191"/>
                <a:gd name="connsiteY18" fmla="*/ 428559 h 620962"/>
                <a:gd name="connsiteX19" fmla="*/ 185247 w 2915191"/>
                <a:gd name="connsiteY19" fmla="*/ 411465 h 620962"/>
                <a:gd name="connsiteX20" fmla="*/ 194996 w 2915191"/>
                <a:gd name="connsiteY20" fmla="*/ 392691 h 620962"/>
                <a:gd name="connsiteX21" fmla="*/ 204746 w 2915191"/>
                <a:gd name="connsiteY21" fmla="*/ 373240 h 620962"/>
                <a:gd name="connsiteX22" fmla="*/ 214495 w 2915191"/>
                <a:gd name="connsiteY22" fmla="*/ 366391 h 620962"/>
                <a:gd name="connsiteX23" fmla="*/ 224245 w 2915191"/>
                <a:gd name="connsiteY23" fmla="*/ 381135 h 620962"/>
                <a:gd name="connsiteX24" fmla="*/ 233995 w 2915191"/>
                <a:gd name="connsiteY24" fmla="*/ 385507 h 620962"/>
                <a:gd name="connsiteX25" fmla="*/ 243744 w 2915191"/>
                <a:gd name="connsiteY25" fmla="*/ 386362 h 620962"/>
                <a:gd name="connsiteX26" fmla="*/ 253494 w 2915191"/>
                <a:gd name="connsiteY26" fmla="*/ 426050 h 620962"/>
                <a:gd name="connsiteX27" fmla="*/ 263244 w 2915191"/>
                <a:gd name="connsiteY27" fmla="*/ 414117 h 620962"/>
                <a:gd name="connsiteX28" fmla="*/ 272994 w 2915191"/>
                <a:gd name="connsiteY28" fmla="*/ 394759 h 620962"/>
                <a:gd name="connsiteX29" fmla="*/ 282744 w 2915191"/>
                <a:gd name="connsiteY29" fmla="*/ 411842 h 620962"/>
                <a:gd name="connsiteX30" fmla="*/ 292494 w 2915191"/>
                <a:gd name="connsiteY30" fmla="*/ 394813 h 620962"/>
                <a:gd name="connsiteX31" fmla="*/ 302244 w 2915191"/>
                <a:gd name="connsiteY31" fmla="*/ 391308 h 620962"/>
                <a:gd name="connsiteX32" fmla="*/ 311994 w 2915191"/>
                <a:gd name="connsiteY32" fmla="*/ 373108 h 620962"/>
                <a:gd name="connsiteX33" fmla="*/ 321744 w 2915191"/>
                <a:gd name="connsiteY33" fmla="*/ 350946 h 620962"/>
                <a:gd name="connsiteX34" fmla="*/ 331493 w 2915191"/>
                <a:gd name="connsiteY34" fmla="*/ 367653 h 620962"/>
                <a:gd name="connsiteX35" fmla="*/ 341243 w 2915191"/>
                <a:gd name="connsiteY35" fmla="*/ 379045 h 620962"/>
                <a:gd name="connsiteX36" fmla="*/ 350993 w 2915191"/>
                <a:gd name="connsiteY36" fmla="*/ 399549 h 620962"/>
                <a:gd name="connsiteX37" fmla="*/ 360742 w 2915191"/>
                <a:gd name="connsiteY37" fmla="*/ 411651 h 620962"/>
                <a:gd name="connsiteX38" fmla="*/ 370492 w 2915191"/>
                <a:gd name="connsiteY38" fmla="*/ 434919 h 620962"/>
                <a:gd name="connsiteX39" fmla="*/ 380241 w 2915191"/>
                <a:gd name="connsiteY39" fmla="*/ 416519 h 620962"/>
                <a:gd name="connsiteX40" fmla="*/ 389991 w 2915191"/>
                <a:gd name="connsiteY40" fmla="*/ 414108 h 620962"/>
                <a:gd name="connsiteX41" fmla="*/ 399741 w 2915191"/>
                <a:gd name="connsiteY41" fmla="*/ 410829 h 620962"/>
                <a:gd name="connsiteX42" fmla="*/ 409491 w 2915191"/>
                <a:gd name="connsiteY42" fmla="*/ 440761 h 620962"/>
                <a:gd name="connsiteX43" fmla="*/ 419241 w 2915191"/>
                <a:gd name="connsiteY43" fmla="*/ 444373 h 620962"/>
                <a:gd name="connsiteX44" fmla="*/ 428991 w 2915191"/>
                <a:gd name="connsiteY44" fmla="*/ 451207 h 620962"/>
                <a:gd name="connsiteX45" fmla="*/ 438741 w 2915191"/>
                <a:gd name="connsiteY45" fmla="*/ 402262 h 620962"/>
                <a:gd name="connsiteX46" fmla="*/ 448491 w 2915191"/>
                <a:gd name="connsiteY46" fmla="*/ 416351 h 620962"/>
                <a:gd name="connsiteX47" fmla="*/ 458241 w 2915191"/>
                <a:gd name="connsiteY47" fmla="*/ 413541 h 620962"/>
                <a:gd name="connsiteX48" fmla="*/ 467991 w 2915191"/>
                <a:gd name="connsiteY48" fmla="*/ 434717 h 620962"/>
                <a:gd name="connsiteX49" fmla="*/ 477740 w 2915191"/>
                <a:gd name="connsiteY49" fmla="*/ 469066 h 620962"/>
                <a:gd name="connsiteX50" fmla="*/ 487490 w 2915191"/>
                <a:gd name="connsiteY50" fmla="*/ 467517 h 620962"/>
                <a:gd name="connsiteX51" fmla="*/ 497239 w 2915191"/>
                <a:gd name="connsiteY51" fmla="*/ 460213 h 620962"/>
                <a:gd name="connsiteX52" fmla="*/ 506989 w 2915191"/>
                <a:gd name="connsiteY52" fmla="*/ 472035 h 620962"/>
                <a:gd name="connsiteX53" fmla="*/ 516738 w 2915191"/>
                <a:gd name="connsiteY53" fmla="*/ 470240 h 620962"/>
                <a:gd name="connsiteX54" fmla="*/ 526488 w 2915191"/>
                <a:gd name="connsiteY54" fmla="*/ 477801 h 620962"/>
                <a:gd name="connsiteX55" fmla="*/ 536238 w 2915191"/>
                <a:gd name="connsiteY55" fmla="*/ 480617 h 620962"/>
                <a:gd name="connsiteX56" fmla="*/ 545988 w 2915191"/>
                <a:gd name="connsiteY56" fmla="*/ 460846 h 620962"/>
                <a:gd name="connsiteX57" fmla="*/ 555738 w 2915191"/>
                <a:gd name="connsiteY57" fmla="*/ 424034 h 620962"/>
                <a:gd name="connsiteX58" fmla="*/ 565488 w 2915191"/>
                <a:gd name="connsiteY58" fmla="*/ 397094 h 620962"/>
                <a:gd name="connsiteX59" fmla="*/ 575238 w 2915191"/>
                <a:gd name="connsiteY59" fmla="*/ 420275 h 620962"/>
                <a:gd name="connsiteX60" fmla="*/ 584988 w 2915191"/>
                <a:gd name="connsiteY60" fmla="*/ 449203 h 620962"/>
                <a:gd name="connsiteX61" fmla="*/ 594738 w 2915191"/>
                <a:gd name="connsiteY61" fmla="*/ 484634 h 620962"/>
                <a:gd name="connsiteX62" fmla="*/ 604488 w 2915191"/>
                <a:gd name="connsiteY62" fmla="*/ 512988 h 620962"/>
                <a:gd name="connsiteX63" fmla="*/ 614237 w 2915191"/>
                <a:gd name="connsiteY63" fmla="*/ 531627 h 620962"/>
                <a:gd name="connsiteX64" fmla="*/ 623987 w 2915191"/>
                <a:gd name="connsiteY64" fmla="*/ 514748 h 620962"/>
                <a:gd name="connsiteX65" fmla="*/ 633736 w 2915191"/>
                <a:gd name="connsiteY65" fmla="*/ 544449 h 620962"/>
                <a:gd name="connsiteX66" fmla="*/ 643486 w 2915191"/>
                <a:gd name="connsiteY66" fmla="*/ 566638 h 620962"/>
                <a:gd name="connsiteX67" fmla="*/ 653236 w 2915191"/>
                <a:gd name="connsiteY67" fmla="*/ 596931 h 620962"/>
                <a:gd name="connsiteX68" fmla="*/ 662985 w 2915191"/>
                <a:gd name="connsiteY68" fmla="*/ 594620 h 620962"/>
                <a:gd name="connsiteX69" fmla="*/ 672735 w 2915191"/>
                <a:gd name="connsiteY69" fmla="*/ 584140 h 620962"/>
                <a:gd name="connsiteX70" fmla="*/ 682485 w 2915191"/>
                <a:gd name="connsiteY70" fmla="*/ 558268 h 620962"/>
                <a:gd name="connsiteX71" fmla="*/ 692235 w 2915191"/>
                <a:gd name="connsiteY71" fmla="*/ 553607 h 620962"/>
                <a:gd name="connsiteX72" fmla="*/ 701985 w 2915191"/>
                <a:gd name="connsiteY72" fmla="*/ 555154 h 620962"/>
                <a:gd name="connsiteX73" fmla="*/ 711735 w 2915191"/>
                <a:gd name="connsiteY73" fmla="*/ 545976 h 620962"/>
                <a:gd name="connsiteX74" fmla="*/ 721485 w 2915191"/>
                <a:gd name="connsiteY74" fmla="*/ 570749 h 620962"/>
                <a:gd name="connsiteX75" fmla="*/ 731235 w 2915191"/>
                <a:gd name="connsiteY75" fmla="*/ 563535 h 620962"/>
                <a:gd name="connsiteX76" fmla="*/ 740985 w 2915191"/>
                <a:gd name="connsiteY76" fmla="*/ 567191 h 620962"/>
                <a:gd name="connsiteX77" fmla="*/ 750734 w 2915191"/>
                <a:gd name="connsiteY77" fmla="*/ 546521 h 620962"/>
                <a:gd name="connsiteX78" fmla="*/ 760484 w 2915191"/>
                <a:gd name="connsiteY78" fmla="*/ 551493 h 620962"/>
                <a:gd name="connsiteX79" fmla="*/ 770233 w 2915191"/>
                <a:gd name="connsiteY79" fmla="*/ 575370 h 620962"/>
                <a:gd name="connsiteX80" fmla="*/ 779983 w 2915191"/>
                <a:gd name="connsiteY80" fmla="*/ 602317 h 620962"/>
                <a:gd name="connsiteX81" fmla="*/ 789733 w 2915191"/>
                <a:gd name="connsiteY81" fmla="*/ 558543 h 620962"/>
                <a:gd name="connsiteX82" fmla="*/ 799482 w 2915191"/>
                <a:gd name="connsiteY82" fmla="*/ 574165 h 620962"/>
                <a:gd name="connsiteX83" fmla="*/ 809232 w 2915191"/>
                <a:gd name="connsiteY83" fmla="*/ 548719 h 620962"/>
                <a:gd name="connsiteX84" fmla="*/ 818982 w 2915191"/>
                <a:gd name="connsiteY84" fmla="*/ 524428 h 620962"/>
                <a:gd name="connsiteX85" fmla="*/ 828732 w 2915191"/>
                <a:gd name="connsiteY85" fmla="*/ 519015 h 620962"/>
                <a:gd name="connsiteX86" fmla="*/ 838482 w 2915191"/>
                <a:gd name="connsiteY86" fmla="*/ 526557 h 620962"/>
                <a:gd name="connsiteX87" fmla="*/ 848232 w 2915191"/>
                <a:gd name="connsiteY87" fmla="*/ 537601 h 620962"/>
                <a:gd name="connsiteX88" fmla="*/ 857982 w 2915191"/>
                <a:gd name="connsiteY88" fmla="*/ 518608 h 620962"/>
                <a:gd name="connsiteX89" fmla="*/ 867732 w 2915191"/>
                <a:gd name="connsiteY89" fmla="*/ 498109 h 620962"/>
                <a:gd name="connsiteX90" fmla="*/ 877482 w 2915191"/>
                <a:gd name="connsiteY90" fmla="*/ 504848 h 620962"/>
                <a:gd name="connsiteX91" fmla="*/ 887231 w 2915191"/>
                <a:gd name="connsiteY91" fmla="*/ 537701 h 620962"/>
                <a:gd name="connsiteX92" fmla="*/ 896981 w 2915191"/>
                <a:gd name="connsiteY92" fmla="*/ 540203 h 620962"/>
                <a:gd name="connsiteX93" fmla="*/ 906730 w 2915191"/>
                <a:gd name="connsiteY93" fmla="*/ 550915 h 620962"/>
                <a:gd name="connsiteX94" fmla="*/ 916480 w 2915191"/>
                <a:gd name="connsiteY94" fmla="*/ 542639 h 620962"/>
                <a:gd name="connsiteX95" fmla="*/ 926230 w 2915191"/>
                <a:gd name="connsiteY95" fmla="*/ 555392 h 620962"/>
                <a:gd name="connsiteX96" fmla="*/ 935979 w 2915191"/>
                <a:gd name="connsiteY96" fmla="*/ 551767 h 620962"/>
                <a:gd name="connsiteX97" fmla="*/ 945729 w 2915191"/>
                <a:gd name="connsiteY97" fmla="*/ 531341 h 620962"/>
                <a:gd name="connsiteX98" fmla="*/ 955479 w 2915191"/>
                <a:gd name="connsiteY98" fmla="*/ 545131 h 620962"/>
                <a:gd name="connsiteX99" fmla="*/ 965229 w 2915191"/>
                <a:gd name="connsiteY99" fmla="*/ 529143 h 620962"/>
                <a:gd name="connsiteX100" fmla="*/ 974979 w 2915191"/>
                <a:gd name="connsiteY100" fmla="*/ 535420 h 620962"/>
                <a:gd name="connsiteX101" fmla="*/ 984729 w 2915191"/>
                <a:gd name="connsiteY101" fmla="*/ 555154 h 620962"/>
                <a:gd name="connsiteX102" fmla="*/ 994474 w 2915191"/>
                <a:gd name="connsiteY102" fmla="*/ 530997 h 620962"/>
                <a:gd name="connsiteX103" fmla="*/ 1004233 w 2915191"/>
                <a:gd name="connsiteY103" fmla="*/ 502650 h 620962"/>
                <a:gd name="connsiteX104" fmla="*/ 1013977 w 2915191"/>
                <a:gd name="connsiteY104" fmla="*/ 513756 h 620962"/>
                <a:gd name="connsiteX105" fmla="*/ 1023721 w 2915191"/>
                <a:gd name="connsiteY105" fmla="*/ 480075 h 620962"/>
                <a:gd name="connsiteX106" fmla="*/ 1033480 w 2915191"/>
                <a:gd name="connsiteY106" fmla="*/ 496151 h 620962"/>
                <a:gd name="connsiteX107" fmla="*/ 1043224 w 2915191"/>
                <a:gd name="connsiteY107" fmla="*/ 491732 h 620962"/>
                <a:gd name="connsiteX108" fmla="*/ 1052983 w 2915191"/>
                <a:gd name="connsiteY108" fmla="*/ 499406 h 620962"/>
                <a:gd name="connsiteX109" fmla="*/ 1062727 w 2915191"/>
                <a:gd name="connsiteY109" fmla="*/ 500671 h 620962"/>
                <a:gd name="connsiteX110" fmla="*/ 1072471 w 2915191"/>
                <a:gd name="connsiteY110" fmla="*/ 455511 h 620962"/>
                <a:gd name="connsiteX111" fmla="*/ 1082230 w 2915191"/>
                <a:gd name="connsiteY111" fmla="*/ 475105 h 620962"/>
                <a:gd name="connsiteX112" fmla="*/ 1091973 w 2915191"/>
                <a:gd name="connsiteY112" fmla="*/ 468549 h 620962"/>
                <a:gd name="connsiteX113" fmla="*/ 1101732 w 2915191"/>
                <a:gd name="connsiteY113" fmla="*/ 485902 h 620962"/>
                <a:gd name="connsiteX114" fmla="*/ 1111476 w 2915191"/>
                <a:gd name="connsiteY114" fmla="*/ 474609 h 620962"/>
                <a:gd name="connsiteX115" fmla="*/ 1121220 w 2915191"/>
                <a:gd name="connsiteY115" fmla="*/ 472874 h 620962"/>
                <a:gd name="connsiteX116" fmla="*/ 1130979 w 2915191"/>
                <a:gd name="connsiteY116" fmla="*/ 466720 h 620962"/>
                <a:gd name="connsiteX117" fmla="*/ 1140723 w 2915191"/>
                <a:gd name="connsiteY117" fmla="*/ 469324 h 620962"/>
                <a:gd name="connsiteX118" fmla="*/ 1150482 w 2915191"/>
                <a:gd name="connsiteY118" fmla="*/ 455121 h 620962"/>
                <a:gd name="connsiteX119" fmla="*/ 1160226 w 2915191"/>
                <a:gd name="connsiteY119" fmla="*/ 455784 h 620962"/>
                <a:gd name="connsiteX120" fmla="*/ 1169969 w 2915191"/>
                <a:gd name="connsiteY120" fmla="*/ 467459 h 620962"/>
                <a:gd name="connsiteX121" fmla="*/ 1179728 w 2915191"/>
                <a:gd name="connsiteY121" fmla="*/ 475681 h 620962"/>
                <a:gd name="connsiteX122" fmla="*/ 1189472 w 2915191"/>
                <a:gd name="connsiteY122" fmla="*/ 488506 h 620962"/>
                <a:gd name="connsiteX123" fmla="*/ 1199231 w 2915191"/>
                <a:gd name="connsiteY123" fmla="*/ 466769 h 620962"/>
                <a:gd name="connsiteX124" fmla="*/ 1208975 w 2915191"/>
                <a:gd name="connsiteY124" fmla="*/ 450559 h 620962"/>
                <a:gd name="connsiteX125" fmla="*/ 1218719 w 2915191"/>
                <a:gd name="connsiteY125" fmla="*/ 478517 h 620962"/>
                <a:gd name="connsiteX126" fmla="*/ 1228478 w 2915191"/>
                <a:gd name="connsiteY126" fmla="*/ 451251 h 620962"/>
                <a:gd name="connsiteX127" fmla="*/ 1238222 w 2915191"/>
                <a:gd name="connsiteY127" fmla="*/ 420771 h 620962"/>
                <a:gd name="connsiteX128" fmla="*/ 1247966 w 2915191"/>
                <a:gd name="connsiteY128" fmla="*/ 391185 h 620962"/>
                <a:gd name="connsiteX129" fmla="*/ 1257725 w 2915191"/>
                <a:gd name="connsiteY129" fmla="*/ 380936 h 620962"/>
                <a:gd name="connsiteX130" fmla="*/ 1267469 w 2915191"/>
                <a:gd name="connsiteY130" fmla="*/ 428411 h 620962"/>
                <a:gd name="connsiteX131" fmla="*/ 1277227 w 2915191"/>
                <a:gd name="connsiteY131" fmla="*/ 427470 h 620962"/>
                <a:gd name="connsiteX132" fmla="*/ 1286971 w 2915191"/>
                <a:gd name="connsiteY132" fmla="*/ 430485 h 620962"/>
                <a:gd name="connsiteX133" fmla="*/ 1296715 w 2915191"/>
                <a:gd name="connsiteY133" fmla="*/ 444584 h 620962"/>
                <a:gd name="connsiteX134" fmla="*/ 1306474 w 2915191"/>
                <a:gd name="connsiteY134" fmla="*/ 442305 h 620962"/>
                <a:gd name="connsiteX135" fmla="*/ 1316218 w 2915191"/>
                <a:gd name="connsiteY135" fmla="*/ 390975 h 620962"/>
                <a:gd name="connsiteX136" fmla="*/ 1325977 w 2915191"/>
                <a:gd name="connsiteY136" fmla="*/ 357260 h 620962"/>
                <a:gd name="connsiteX137" fmla="*/ 1335721 w 2915191"/>
                <a:gd name="connsiteY137" fmla="*/ 351988 h 620962"/>
                <a:gd name="connsiteX138" fmla="*/ 1345465 w 2915191"/>
                <a:gd name="connsiteY138" fmla="*/ 355131 h 620962"/>
                <a:gd name="connsiteX139" fmla="*/ 1355224 w 2915191"/>
                <a:gd name="connsiteY139" fmla="*/ 357219 h 620962"/>
                <a:gd name="connsiteX140" fmla="*/ 1364967 w 2915191"/>
                <a:gd name="connsiteY140" fmla="*/ 350665 h 620962"/>
                <a:gd name="connsiteX141" fmla="*/ 1374726 w 2915191"/>
                <a:gd name="connsiteY141" fmla="*/ 346386 h 620962"/>
                <a:gd name="connsiteX142" fmla="*/ 1384470 w 2915191"/>
                <a:gd name="connsiteY142" fmla="*/ 324635 h 620962"/>
                <a:gd name="connsiteX143" fmla="*/ 1394214 w 2915191"/>
                <a:gd name="connsiteY143" fmla="*/ 291192 h 620962"/>
                <a:gd name="connsiteX144" fmla="*/ 1403973 w 2915191"/>
                <a:gd name="connsiteY144" fmla="*/ 338509 h 620962"/>
                <a:gd name="connsiteX145" fmla="*/ 1413717 w 2915191"/>
                <a:gd name="connsiteY145" fmla="*/ 330568 h 620962"/>
                <a:gd name="connsiteX146" fmla="*/ 1423476 w 2915191"/>
                <a:gd name="connsiteY146" fmla="*/ 332909 h 620962"/>
                <a:gd name="connsiteX147" fmla="*/ 1433220 w 2915191"/>
                <a:gd name="connsiteY147" fmla="*/ 304885 h 620962"/>
                <a:gd name="connsiteX148" fmla="*/ 1442964 w 2915191"/>
                <a:gd name="connsiteY148" fmla="*/ 353797 h 620962"/>
                <a:gd name="connsiteX149" fmla="*/ 1452722 w 2915191"/>
                <a:gd name="connsiteY149" fmla="*/ 328908 h 620962"/>
                <a:gd name="connsiteX150" fmla="*/ 1462466 w 2915191"/>
                <a:gd name="connsiteY150" fmla="*/ 296408 h 620962"/>
                <a:gd name="connsiteX151" fmla="*/ 1472225 w 2915191"/>
                <a:gd name="connsiteY151" fmla="*/ 293392 h 620962"/>
                <a:gd name="connsiteX152" fmla="*/ 1481969 w 2915191"/>
                <a:gd name="connsiteY152" fmla="*/ 270136 h 620962"/>
                <a:gd name="connsiteX153" fmla="*/ 1491713 w 2915191"/>
                <a:gd name="connsiteY153" fmla="*/ 292348 h 620962"/>
                <a:gd name="connsiteX154" fmla="*/ 1501472 w 2915191"/>
                <a:gd name="connsiteY154" fmla="*/ 305663 h 620962"/>
                <a:gd name="connsiteX155" fmla="*/ 1511216 w 2915191"/>
                <a:gd name="connsiteY155" fmla="*/ 290255 h 620962"/>
                <a:gd name="connsiteX156" fmla="*/ 1520960 w 2915191"/>
                <a:gd name="connsiteY156" fmla="*/ 289179 h 620962"/>
                <a:gd name="connsiteX157" fmla="*/ 1530719 w 2915191"/>
                <a:gd name="connsiteY157" fmla="*/ 328198 h 620962"/>
                <a:gd name="connsiteX158" fmla="*/ 1540463 w 2915191"/>
                <a:gd name="connsiteY158" fmla="*/ 344132 h 620962"/>
                <a:gd name="connsiteX159" fmla="*/ 1550221 w 2915191"/>
                <a:gd name="connsiteY159" fmla="*/ 348956 h 620962"/>
                <a:gd name="connsiteX160" fmla="*/ 1559965 w 2915191"/>
                <a:gd name="connsiteY160" fmla="*/ 381880 h 620962"/>
                <a:gd name="connsiteX161" fmla="*/ 1569709 w 2915191"/>
                <a:gd name="connsiteY161" fmla="*/ 335580 h 620962"/>
                <a:gd name="connsiteX162" fmla="*/ 1579468 w 2915191"/>
                <a:gd name="connsiteY162" fmla="*/ 331809 h 620962"/>
                <a:gd name="connsiteX163" fmla="*/ 1589212 w 2915191"/>
                <a:gd name="connsiteY163" fmla="*/ 341196 h 620962"/>
                <a:gd name="connsiteX164" fmla="*/ 1598971 w 2915191"/>
                <a:gd name="connsiteY164" fmla="*/ 343054 h 620962"/>
                <a:gd name="connsiteX165" fmla="*/ 1608715 w 2915191"/>
                <a:gd name="connsiteY165" fmla="*/ 299453 h 620962"/>
                <a:gd name="connsiteX166" fmla="*/ 1618459 w 2915191"/>
                <a:gd name="connsiteY166" fmla="*/ 265623 h 620962"/>
                <a:gd name="connsiteX167" fmla="*/ 1628218 w 2915191"/>
                <a:gd name="connsiteY167" fmla="*/ 279928 h 620962"/>
                <a:gd name="connsiteX168" fmla="*/ 1637962 w 2915191"/>
                <a:gd name="connsiteY168" fmla="*/ 261155 h 620962"/>
                <a:gd name="connsiteX169" fmla="*/ 1647720 w 2915191"/>
                <a:gd name="connsiteY169" fmla="*/ 218501 h 620962"/>
                <a:gd name="connsiteX170" fmla="*/ 1657464 w 2915191"/>
                <a:gd name="connsiteY170" fmla="*/ 241234 h 620962"/>
                <a:gd name="connsiteX171" fmla="*/ 1667208 w 2915191"/>
                <a:gd name="connsiteY171" fmla="*/ 212403 h 620962"/>
                <a:gd name="connsiteX172" fmla="*/ 1676967 w 2915191"/>
                <a:gd name="connsiteY172" fmla="*/ 193980 h 620962"/>
                <a:gd name="connsiteX173" fmla="*/ 1686711 w 2915191"/>
                <a:gd name="connsiteY173" fmla="*/ 220667 h 620962"/>
                <a:gd name="connsiteX174" fmla="*/ 1696470 w 2915191"/>
                <a:gd name="connsiteY174" fmla="*/ 183129 h 620962"/>
                <a:gd name="connsiteX175" fmla="*/ 1706214 w 2915191"/>
                <a:gd name="connsiteY175" fmla="*/ 182670 h 620962"/>
                <a:gd name="connsiteX176" fmla="*/ 1715958 w 2915191"/>
                <a:gd name="connsiteY176" fmla="*/ 190011 h 620962"/>
                <a:gd name="connsiteX177" fmla="*/ 1725716 w 2915191"/>
                <a:gd name="connsiteY177" fmla="*/ 217665 h 620962"/>
                <a:gd name="connsiteX178" fmla="*/ 1735460 w 2915191"/>
                <a:gd name="connsiteY178" fmla="*/ 233783 h 620962"/>
                <a:gd name="connsiteX179" fmla="*/ 1745219 w 2915191"/>
                <a:gd name="connsiteY179" fmla="*/ 225062 h 620962"/>
                <a:gd name="connsiteX180" fmla="*/ 1754963 w 2915191"/>
                <a:gd name="connsiteY180" fmla="*/ 199512 h 620962"/>
                <a:gd name="connsiteX181" fmla="*/ 1764707 w 2915191"/>
                <a:gd name="connsiteY181" fmla="*/ 179025 h 620962"/>
                <a:gd name="connsiteX182" fmla="*/ 1774466 w 2915191"/>
                <a:gd name="connsiteY182" fmla="*/ 162152 h 620962"/>
                <a:gd name="connsiteX183" fmla="*/ 1784210 w 2915191"/>
                <a:gd name="connsiteY183" fmla="*/ 174843 h 620962"/>
                <a:gd name="connsiteX184" fmla="*/ 1793969 w 2915191"/>
                <a:gd name="connsiteY184" fmla="*/ 155673 h 620962"/>
                <a:gd name="connsiteX185" fmla="*/ 1803713 w 2915191"/>
                <a:gd name="connsiteY185" fmla="*/ 153406 h 620962"/>
                <a:gd name="connsiteX186" fmla="*/ 1813457 w 2915191"/>
                <a:gd name="connsiteY186" fmla="*/ 111522 h 620962"/>
                <a:gd name="connsiteX187" fmla="*/ 1823215 w 2915191"/>
                <a:gd name="connsiteY187" fmla="*/ 115738 h 620962"/>
                <a:gd name="connsiteX188" fmla="*/ 1832959 w 2915191"/>
                <a:gd name="connsiteY188" fmla="*/ 106064 h 620962"/>
                <a:gd name="connsiteX189" fmla="*/ 1842703 w 2915191"/>
                <a:gd name="connsiteY189" fmla="*/ 70484 h 620962"/>
                <a:gd name="connsiteX190" fmla="*/ 1852462 w 2915191"/>
                <a:gd name="connsiteY190" fmla="*/ 38277 h 620962"/>
                <a:gd name="connsiteX191" fmla="*/ 1862206 w 2915191"/>
                <a:gd name="connsiteY191" fmla="*/ 34968 h 620962"/>
                <a:gd name="connsiteX192" fmla="*/ 1871965 w 2915191"/>
                <a:gd name="connsiteY192" fmla="*/ 47660 h 620962"/>
                <a:gd name="connsiteX193" fmla="*/ 1881709 w 2915191"/>
                <a:gd name="connsiteY193" fmla="*/ 70465 h 620962"/>
                <a:gd name="connsiteX194" fmla="*/ 1891453 w 2915191"/>
                <a:gd name="connsiteY194" fmla="*/ 83805 h 620962"/>
                <a:gd name="connsiteX195" fmla="*/ 1901212 w 2915191"/>
                <a:gd name="connsiteY195" fmla="*/ 25002 h 620962"/>
                <a:gd name="connsiteX196" fmla="*/ 1910956 w 2915191"/>
                <a:gd name="connsiteY196" fmla="*/ 8764 h 620962"/>
                <a:gd name="connsiteX197" fmla="*/ 1920714 w 2915191"/>
                <a:gd name="connsiteY197" fmla="*/ 0 h 620962"/>
                <a:gd name="connsiteX198" fmla="*/ 1930458 w 2915191"/>
                <a:gd name="connsiteY198" fmla="*/ 5995 h 620962"/>
                <a:gd name="connsiteX199" fmla="*/ 1940202 w 2915191"/>
                <a:gd name="connsiteY199" fmla="*/ 30394 h 620962"/>
                <a:gd name="connsiteX200" fmla="*/ 1949961 w 2915191"/>
                <a:gd name="connsiteY200" fmla="*/ 53714 h 620962"/>
                <a:gd name="connsiteX201" fmla="*/ 1959705 w 2915191"/>
                <a:gd name="connsiteY201" fmla="*/ 71505 h 620962"/>
                <a:gd name="connsiteX202" fmla="*/ 1969464 w 2915191"/>
                <a:gd name="connsiteY202" fmla="*/ 108255 h 620962"/>
                <a:gd name="connsiteX203" fmla="*/ 1979208 w 2915191"/>
                <a:gd name="connsiteY203" fmla="*/ 113074 h 620962"/>
                <a:gd name="connsiteX204" fmla="*/ 1988952 w 2915191"/>
                <a:gd name="connsiteY204" fmla="*/ 128039 h 620962"/>
                <a:gd name="connsiteX205" fmla="*/ 1998711 w 2915191"/>
                <a:gd name="connsiteY205" fmla="*/ 87479 h 620962"/>
                <a:gd name="connsiteX206" fmla="*/ 2008454 w 2915191"/>
                <a:gd name="connsiteY206" fmla="*/ 97606 h 620962"/>
                <a:gd name="connsiteX207" fmla="*/ 2018213 w 2915191"/>
                <a:gd name="connsiteY207" fmla="*/ 88339 h 620962"/>
                <a:gd name="connsiteX208" fmla="*/ 2027957 w 2915191"/>
                <a:gd name="connsiteY208" fmla="*/ 106519 h 620962"/>
                <a:gd name="connsiteX209" fmla="*/ 2037701 w 2915191"/>
                <a:gd name="connsiteY209" fmla="*/ 86185 h 620962"/>
                <a:gd name="connsiteX210" fmla="*/ 2047460 w 2915191"/>
                <a:gd name="connsiteY210" fmla="*/ 90730 h 620962"/>
                <a:gd name="connsiteX211" fmla="*/ 2057204 w 2915191"/>
                <a:gd name="connsiteY211" fmla="*/ 100827 h 620962"/>
                <a:gd name="connsiteX212" fmla="*/ 2066963 w 2915191"/>
                <a:gd name="connsiteY212" fmla="*/ 123986 h 620962"/>
                <a:gd name="connsiteX213" fmla="*/ 2076707 w 2915191"/>
                <a:gd name="connsiteY213" fmla="*/ 133270 h 620962"/>
                <a:gd name="connsiteX214" fmla="*/ 2086451 w 2915191"/>
                <a:gd name="connsiteY214" fmla="*/ 120579 h 620962"/>
                <a:gd name="connsiteX215" fmla="*/ 2096210 w 2915191"/>
                <a:gd name="connsiteY215" fmla="*/ 147536 h 620962"/>
                <a:gd name="connsiteX216" fmla="*/ 2105954 w 2915191"/>
                <a:gd name="connsiteY216" fmla="*/ 167152 h 620962"/>
                <a:gd name="connsiteX217" fmla="*/ 2115697 w 2915191"/>
                <a:gd name="connsiteY217" fmla="*/ 166317 h 620962"/>
                <a:gd name="connsiteX218" fmla="*/ 2125456 w 2915191"/>
                <a:gd name="connsiteY218" fmla="*/ 160423 h 620962"/>
                <a:gd name="connsiteX219" fmla="*/ 2135200 w 2915191"/>
                <a:gd name="connsiteY219" fmla="*/ 143735 h 620962"/>
                <a:gd name="connsiteX220" fmla="*/ 2144959 w 2915191"/>
                <a:gd name="connsiteY220" fmla="*/ 178581 h 620962"/>
                <a:gd name="connsiteX221" fmla="*/ 2154703 w 2915191"/>
                <a:gd name="connsiteY221" fmla="*/ 146013 h 620962"/>
                <a:gd name="connsiteX222" fmla="*/ 2164447 w 2915191"/>
                <a:gd name="connsiteY222" fmla="*/ 136282 h 620962"/>
                <a:gd name="connsiteX223" fmla="*/ 2174206 w 2915191"/>
                <a:gd name="connsiteY223" fmla="*/ 112969 h 620962"/>
                <a:gd name="connsiteX224" fmla="*/ 2183950 w 2915191"/>
                <a:gd name="connsiteY224" fmla="*/ 114783 h 620962"/>
                <a:gd name="connsiteX225" fmla="*/ 2193709 w 2915191"/>
                <a:gd name="connsiteY225" fmla="*/ 102188 h 620962"/>
                <a:gd name="connsiteX226" fmla="*/ 2203452 w 2915191"/>
                <a:gd name="connsiteY226" fmla="*/ 120491 h 620962"/>
                <a:gd name="connsiteX227" fmla="*/ 2213196 w 2915191"/>
                <a:gd name="connsiteY227" fmla="*/ 131726 h 620962"/>
                <a:gd name="connsiteX228" fmla="*/ 2222955 w 2915191"/>
                <a:gd name="connsiteY228" fmla="*/ 107974 h 620962"/>
                <a:gd name="connsiteX229" fmla="*/ 2232699 w 2915191"/>
                <a:gd name="connsiteY229" fmla="*/ 67889 h 620962"/>
                <a:gd name="connsiteX230" fmla="*/ 2242458 w 2915191"/>
                <a:gd name="connsiteY230" fmla="*/ 85383 h 620962"/>
                <a:gd name="connsiteX231" fmla="*/ 2252202 w 2915191"/>
                <a:gd name="connsiteY231" fmla="*/ 119573 h 620962"/>
                <a:gd name="connsiteX232" fmla="*/ 2261946 w 2915191"/>
                <a:gd name="connsiteY232" fmla="*/ 145916 h 620962"/>
                <a:gd name="connsiteX233" fmla="*/ 2271705 w 2915191"/>
                <a:gd name="connsiteY233" fmla="*/ 160691 h 620962"/>
                <a:gd name="connsiteX234" fmla="*/ 2281449 w 2915191"/>
                <a:gd name="connsiteY234" fmla="*/ 147559 h 620962"/>
                <a:gd name="connsiteX235" fmla="*/ 2291208 w 2915191"/>
                <a:gd name="connsiteY235" fmla="*/ 116221 h 620962"/>
                <a:gd name="connsiteX236" fmla="*/ 2300951 w 2915191"/>
                <a:gd name="connsiteY236" fmla="*/ 113037 h 620962"/>
                <a:gd name="connsiteX237" fmla="*/ 2310695 w 2915191"/>
                <a:gd name="connsiteY237" fmla="*/ 123592 h 620962"/>
                <a:gd name="connsiteX238" fmla="*/ 2320454 w 2915191"/>
                <a:gd name="connsiteY238" fmla="*/ 162262 h 620962"/>
                <a:gd name="connsiteX239" fmla="*/ 2330198 w 2915191"/>
                <a:gd name="connsiteY239" fmla="*/ 166268 h 620962"/>
                <a:gd name="connsiteX240" fmla="*/ 2339957 w 2915191"/>
                <a:gd name="connsiteY240" fmla="*/ 161060 h 620962"/>
                <a:gd name="connsiteX241" fmla="*/ 2349701 w 2915191"/>
                <a:gd name="connsiteY241" fmla="*/ 186410 h 620962"/>
                <a:gd name="connsiteX242" fmla="*/ 2359445 w 2915191"/>
                <a:gd name="connsiteY242" fmla="*/ 208496 h 620962"/>
                <a:gd name="connsiteX243" fmla="*/ 2369204 w 2915191"/>
                <a:gd name="connsiteY243" fmla="*/ 196117 h 620962"/>
                <a:gd name="connsiteX244" fmla="*/ 2378948 w 2915191"/>
                <a:gd name="connsiteY244" fmla="*/ 185074 h 620962"/>
                <a:gd name="connsiteX245" fmla="*/ 2388692 w 2915191"/>
                <a:gd name="connsiteY245" fmla="*/ 193118 h 620962"/>
                <a:gd name="connsiteX246" fmla="*/ 2398450 w 2915191"/>
                <a:gd name="connsiteY246" fmla="*/ 188626 h 620962"/>
                <a:gd name="connsiteX247" fmla="*/ 2408194 w 2915191"/>
                <a:gd name="connsiteY247" fmla="*/ 202263 h 620962"/>
                <a:gd name="connsiteX248" fmla="*/ 2417953 w 2915191"/>
                <a:gd name="connsiteY248" fmla="*/ 228664 h 620962"/>
                <a:gd name="connsiteX249" fmla="*/ 2427697 w 2915191"/>
                <a:gd name="connsiteY249" fmla="*/ 257048 h 620962"/>
                <a:gd name="connsiteX250" fmla="*/ 2437441 w 2915191"/>
                <a:gd name="connsiteY250" fmla="*/ 255518 h 620962"/>
                <a:gd name="connsiteX251" fmla="*/ 2447200 w 2915191"/>
                <a:gd name="connsiteY251" fmla="*/ 229431 h 620962"/>
                <a:gd name="connsiteX252" fmla="*/ 2456944 w 2915191"/>
                <a:gd name="connsiteY252" fmla="*/ 207361 h 620962"/>
                <a:gd name="connsiteX253" fmla="*/ 2466703 w 2915191"/>
                <a:gd name="connsiteY253" fmla="*/ 215539 h 620962"/>
                <a:gd name="connsiteX254" fmla="*/ 2476446 w 2915191"/>
                <a:gd name="connsiteY254" fmla="*/ 181246 h 620962"/>
                <a:gd name="connsiteX255" fmla="*/ 2486190 w 2915191"/>
                <a:gd name="connsiteY255" fmla="*/ 162095 h 620962"/>
                <a:gd name="connsiteX256" fmla="*/ 2495949 w 2915191"/>
                <a:gd name="connsiteY256" fmla="*/ 166512 h 620962"/>
                <a:gd name="connsiteX257" fmla="*/ 2505693 w 2915191"/>
                <a:gd name="connsiteY257" fmla="*/ 196987 h 620962"/>
                <a:gd name="connsiteX258" fmla="*/ 2515452 w 2915191"/>
                <a:gd name="connsiteY258" fmla="*/ 188071 h 620962"/>
                <a:gd name="connsiteX259" fmla="*/ 2525196 w 2915191"/>
                <a:gd name="connsiteY259" fmla="*/ 197508 h 620962"/>
                <a:gd name="connsiteX260" fmla="*/ 2534940 w 2915191"/>
                <a:gd name="connsiteY260" fmla="*/ 191614 h 620962"/>
                <a:gd name="connsiteX261" fmla="*/ 2544699 w 2915191"/>
                <a:gd name="connsiteY261" fmla="*/ 159725 h 620962"/>
                <a:gd name="connsiteX262" fmla="*/ 2554443 w 2915191"/>
                <a:gd name="connsiteY262" fmla="*/ 155825 h 620962"/>
                <a:gd name="connsiteX263" fmla="*/ 2564202 w 2915191"/>
                <a:gd name="connsiteY263" fmla="*/ 197093 h 620962"/>
                <a:gd name="connsiteX264" fmla="*/ 2573946 w 2915191"/>
                <a:gd name="connsiteY264" fmla="*/ 199076 h 620962"/>
                <a:gd name="connsiteX265" fmla="*/ 2583690 w 2915191"/>
                <a:gd name="connsiteY265" fmla="*/ 181040 h 620962"/>
                <a:gd name="connsiteX266" fmla="*/ 2593448 w 2915191"/>
                <a:gd name="connsiteY266" fmla="*/ 211589 h 620962"/>
                <a:gd name="connsiteX267" fmla="*/ 2603192 w 2915191"/>
                <a:gd name="connsiteY267" fmla="*/ 231919 h 620962"/>
                <a:gd name="connsiteX268" fmla="*/ 2612951 w 2915191"/>
                <a:gd name="connsiteY268" fmla="*/ 220328 h 620962"/>
                <a:gd name="connsiteX269" fmla="*/ 2622695 w 2915191"/>
                <a:gd name="connsiteY269" fmla="*/ 240739 h 620962"/>
                <a:gd name="connsiteX270" fmla="*/ 2632439 w 2915191"/>
                <a:gd name="connsiteY270" fmla="*/ 276640 h 620962"/>
                <a:gd name="connsiteX271" fmla="*/ 2642198 w 2915191"/>
                <a:gd name="connsiteY271" fmla="*/ 301229 h 620962"/>
                <a:gd name="connsiteX272" fmla="*/ 2651942 w 2915191"/>
                <a:gd name="connsiteY272" fmla="*/ 241839 h 620962"/>
                <a:gd name="connsiteX273" fmla="*/ 2661685 w 2915191"/>
                <a:gd name="connsiteY273" fmla="*/ 232536 h 620962"/>
                <a:gd name="connsiteX274" fmla="*/ 2671444 w 2915191"/>
                <a:gd name="connsiteY274" fmla="*/ 265217 h 620962"/>
                <a:gd name="connsiteX275" fmla="*/ 2681188 w 2915191"/>
                <a:gd name="connsiteY275" fmla="*/ 267545 h 620962"/>
                <a:gd name="connsiteX276" fmla="*/ 2690947 w 2915191"/>
                <a:gd name="connsiteY276" fmla="*/ 248947 h 620962"/>
                <a:gd name="connsiteX277" fmla="*/ 2700691 w 2915191"/>
                <a:gd name="connsiteY277" fmla="*/ 262898 h 620962"/>
                <a:gd name="connsiteX278" fmla="*/ 2710435 w 2915191"/>
                <a:gd name="connsiteY278" fmla="*/ 270945 h 620962"/>
                <a:gd name="connsiteX279" fmla="*/ 2720194 w 2915191"/>
                <a:gd name="connsiteY279" fmla="*/ 285797 h 620962"/>
                <a:gd name="connsiteX280" fmla="*/ 2729938 w 2915191"/>
                <a:gd name="connsiteY280" fmla="*/ 284582 h 620962"/>
                <a:gd name="connsiteX281" fmla="*/ 2739697 w 2915191"/>
                <a:gd name="connsiteY281" fmla="*/ 311369 h 620962"/>
                <a:gd name="connsiteX282" fmla="*/ 2749441 w 2915191"/>
                <a:gd name="connsiteY282" fmla="*/ 279049 h 620962"/>
                <a:gd name="connsiteX283" fmla="*/ 2759185 w 2915191"/>
                <a:gd name="connsiteY283" fmla="*/ 270628 h 620962"/>
                <a:gd name="connsiteX284" fmla="*/ 2768943 w 2915191"/>
                <a:gd name="connsiteY284" fmla="*/ 253482 h 620962"/>
                <a:gd name="connsiteX285" fmla="*/ 2778687 w 2915191"/>
                <a:gd name="connsiteY285" fmla="*/ 263287 h 620962"/>
                <a:gd name="connsiteX286" fmla="*/ 2788446 w 2915191"/>
                <a:gd name="connsiteY286" fmla="*/ 234893 h 620962"/>
                <a:gd name="connsiteX287" fmla="*/ 2798190 w 2915191"/>
                <a:gd name="connsiteY287" fmla="*/ 235684 h 620962"/>
                <a:gd name="connsiteX288" fmla="*/ 2807934 w 2915191"/>
                <a:gd name="connsiteY288" fmla="*/ 214507 h 620962"/>
                <a:gd name="connsiteX289" fmla="*/ 2817693 w 2915191"/>
                <a:gd name="connsiteY289" fmla="*/ 204763 h 620962"/>
                <a:gd name="connsiteX290" fmla="*/ 2827437 w 2915191"/>
                <a:gd name="connsiteY290" fmla="*/ 194751 h 620962"/>
                <a:gd name="connsiteX291" fmla="*/ 2837196 w 2915191"/>
                <a:gd name="connsiteY291" fmla="*/ 188010 h 620962"/>
                <a:gd name="connsiteX292" fmla="*/ 2846940 w 2915191"/>
                <a:gd name="connsiteY292" fmla="*/ 179338 h 620962"/>
                <a:gd name="connsiteX293" fmla="*/ 2856684 w 2915191"/>
                <a:gd name="connsiteY293" fmla="*/ 211455 h 620962"/>
                <a:gd name="connsiteX294" fmla="*/ 2866442 w 2915191"/>
                <a:gd name="connsiteY294" fmla="*/ 218370 h 620962"/>
                <a:gd name="connsiteX295" fmla="*/ 2876186 w 2915191"/>
                <a:gd name="connsiteY295" fmla="*/ 209469 h 620962"/>
                <a:gd name="connsiteX296" fmla="*/ 2885945 w 2915191"/>
                <a:gd name="connsiteY296" fmla="*/ 205357 h 620962"/>
                <a:gd name="connsiteX297" fmla="*/ 2895689 w 2915191"/>
                <a:gd name="connsiteY297" fmla="*/ 203127 h 620962"/>
                <a:gd name="connsiteX298" fmla="*/ 2905433 w 2915191"/>
                <a:gd name="connsiteY298" fmla="*/ 199891 h 620962"/>
                <a:gd name="connsiteX299" fmla="*/ 2915192 w 2915191"/>
                <a:gd name="connsiteY299" fmla="*/ 146411 h 620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20962">
                  <a:moveTo>
                    <a:pt x="0" y="620963"/>
                  </a:moveTo>
                  <a:lnTo>
                    <a:pt x="9750" y="607208"/>
                  </a:lnTo>
                  <a:lnTo>
                    <a:pt x="19500" y="548911"/>
                  </a:lnTo>
                  <a:lnTo>
                    <a:pt x="29250" y="550747"/>
                  </a:lnTo>
                  <a:lnTo>
                    <a:pt x="39000" y="556964"/>
                  </a:lnTo>
                  <a:lnTo>
                    <a:pt x="48749" y="539570"/>
                  </a:lnTo>
                  <a:lnTo>
                    <a:pt x="58499" y="510876"/>
                  </a:lnTo>
                  <a:lnTo>
                    <a:pt x="68249" y="486553"/>
                  </a:lnTo>
                  <a:lnTo>
                    <a:pt x="77998" y="466392"/>
                  </a:lnTo>
                  <a:lnTo>
                    <a:pt x="87748" y="464611"/>
                  </a:lnTo>
                  <a:lnTo>
                    <a:pt x="97497" y="462290"/>
                  </a:lnTo>
                  <a:lnTo>
                    <a:pt x="107247" y="466654"/>
                  </a:lnTo>
                  <a:lnTo>
                    <a:pt x="116997" y="449870"/>
                  </a:lnTo>
                  <a:lnTo>
                    <a:pt x="126747" y="453158"/>
                  </a:lnTo>
                  <a:lnTo>
                    <a:pt x="136497" y="449163"/>
                  </a:lnTo>
                  <a:lnTo>
                    <a:pt x="146247" y="446968"/>
                  </a:lnTo>
                  <a:lnTo>
                    <a:pt x="155997" y="441728"/>
                  </a:lnTo>
                  <a:lnTo>
                    <a:pt x="165747" y="431655"/>
                  </a:lnTo>
                  <a:lnTo>
                    <a:pt x="175497" y="428559"/>
                  </a:lnTo>
                  <a:lnTo>
                    <a:pt x="185247" y="411465"/>
                  </a:lnTo>
                  <a:lnTo>
                    <a:pt x="194996" y="392691"/>
                  </a:lnTo>
                  <a:lnTo>
                    <a:pt x="204746" y="373240"/>
                  </a:lnTo>
                  <a:lnTo>
                    <a:pt x="214495" y="366391"/>
                  </a:lnTo>
                  <a:lnTo>
                    <a:pt x="224245" y="381135"/>
                  </a:lnTo>
                  <a:lnTo>
                    <a:pt x="233995" y="385507"/>
                  </a:lnTo>
                  <a:lnTo>
                    <a:pt x="243744" y="386362"/>
                  </a:lnTo>
                  <a:lnTo>
                    <a:pt x="253494" y="426050"/>
                  </a:lnTo>
                  <a:lnTo>
                    <a:pt x="263244" y="414117"/>
                  </a:lnTo>
                  <a:lnTo>
                    <a:pt x="272994" y="394759"/>
                  </a:lnTo>
                  <a:lnTo>
                    <a:pt x="282744" y="411842"/>
                  </a:lnTo>
                  <a:lnTo>
                    <a:pt x="292494" y="394813"/>
                  </a:lnTo>
                  <a:lnTo>
                    <a:pt x="302244" y="391308"/>
                  </a:lnTo>
                  <a:lnTo>
                    <a:pt x="311994" y="373108"/>
                  </a:lnTo>
                  <a:lnTo>
                    <a:pt x="321744" y="350946"/>
                  </a:lnTo>
                  <a:lnTo>
                    <a:pt x="331493" y="367653"/>
                  </a:lnTo>
                  <a:lnTo>
                    <a:pt x="341243" y="379045"/>
                  </a:lnTo>
                  <a:lnTo>
                    <a:pt x="350993" y="399549"/>
                  </a:lnTo>
                  <a:lnTo>
                    <a:pt x="360742" y="411651"/>
                  </a:lnTo>
                  <a:lnTo>
                    <a:pt x="370492" y="434919"/>
                  </a:lnTo>
                  <a:lnTo>
                    <a:pt x="380241" y="416519"/>
                  </a:lnTo>
                  <a:lnTo>
                    <a:pt x="389991" y="414108"/>
                  </a:lnTo>
                  <a:lnTo>
                    <a:pt x="399741" y="410829"/>
                  </a:lnTo>
                  <a:lnTo>
                    <a:pt x="409491" y="440761"/>
                  </a:lnTo>
                  <a:lnTo>
                    <a:pt x="419241" y="444373"/>
                  </a:lnTo>
                  <a:lnTo>
                    <a:pt x="428991" y="451207"/>
                  </a:lnTo>
                  <a:lnTo>
                    <a:pt x="438741" y="402262"/>
                  </a:lnTo>
                  <a:lnTo>
                    <a:pt x="448491" y="416351"/>
                  </a:lnTo>
                  <a:lnTo>
                    <a:pt x="458241" y="413541"/>
                  </a:lnTo>
                  <a:lnTo>
                    <a:pt x="467991" y="434717"/>
                  </a:lnTo>
                  <a:lnTo>
                    <a:pt x="477740" y="469066"/>
                  </a:lnTo>
                  <a:lnTo>
                    <a:pt x="487490" y="467517"/>
                  </a:lnTo>
                  <a:lnTo>
                    <a:pt x="497239" y="460213"/>
                  </a:lnTo>
                  <a:lnTo>
                    <a:pt x="506989" y="472035"/>
                  </a:lnTo>
                  <a:lnTo>
                    <a:pt x="516738" y="470240"/>
                  </a:lnTo>
                  <a:lnTo>
                    <a:pt x="526488" y="477801"/>
                  </a:lnTo>
                  <a:lnTo>
                    <a:pt x="536238" y="480617"/>
                  </a:lnTo>
                  <a:lnTo>
                    <a:pt x="545988" y="460846"/>
                  </a:lnTo>
                  <a:lnTo>
                    <a:pt x="555738" y="424034"/>
                  </a:lnTo>
                  <a:lnTo>
                    <a:pt x="565488" y="397094"/>
                  </a:lnTo>
                  <a:lnTo>
                    <a:pt x="575238" y="420275"/>
                  </a:lnTo>
                  <a:lnTo>
                    <a:pt x="584988" y="449203"/>
                  </a:lnTo>
                  <a:lnTo>
                    <a:pt x="594738" y="484634"/>
                  </a:lnTo>
                  <a:lnTo>
                    <a:pt x="604488" y="512988"/>
                  </a:lnTo>
                  <a:lnTo>
                    <a:pt x="614237" y="531627"/>
                  </a:lnTo>
                  <a:lnTo>
                    <a:pt x="623987" y="514748"/>
                  </a:lnTo>
                  <a:lnTo>
                    <a:pt x="633736" y="544449"/>
                  </a:lnTo>
                  <a:lnTo>
                    <a:pt x="643486" y="566638"/>
                  </a:lnTo>
                  <a:lnTo>
                    <a:pt x="653236" y="596931"/>
                  </a:lnTo>
                  <a:lnTo>
                    <a:pt x="662985" y="594620"/>
                  </a:lnTo>
                  <a:lnTo>
                    <a:pt x="672735" y="584140"/>
                  </a:lnTo>
                  <a:lnTo>
                    <a:pt x="682485" y="558268"/>
                  </a:lnTo>
                  <a:lnTo>
                    <a:pt x="692235" y="553607"/>
                  </a:lnTo>
                  <a:lnTo>
                    <a:pt x="701985" y="555154"/>
                  </a:lnTo>
                  <a:lnTo>
                    <a:pt x="711735" y="545976"/>
                  </a:lnTo>
                  <a:lnTo>
                    <a:pt x="721485" y="570749"/>
                  </a:lnTo>
                  <a:lnTo>
                    <a:pt x="731235" y="563535"/>
                  </a:lnTo>
                  <a:lnTo>
                    <a:pt x="740985" y="567191"/>
                  </a:lnTo>
                  <a:lnTo>
                    <a:pt x="750734" y="546521"/>
                  </a:lnTo>
                  <a:lnTo>
                    <a:pt x="760484" y="551493"/>
                  </a:lnTo>
                  <a:lnTo>
                    <a:pt x="770233" y="575370"/>
                  </a:lnTo>
                  <a:lnTo>
                    <a:pt x="779983" y="602317"/>
                  </a:lnTo>
                  <a:lnTo>
                    <a:pt x="789733" y="558543"/>
                  </a:lnTo>
                  <a:lnTo>
                    <a:pt x="799482" y="574165"/>
                  </a:lnTo>
                  <a:lnTo>
                    <a:pt x="809232" y="548719"/>
                  </a:lnTo>
                  <a:lnTo>
                    <a:pt x="818982" y="524428"/>
                  </a:lnTo>
                  <a:lnTo>
                    <a:pt x="828732" y="519015"/>
                  </a:lnTo>
                  <a:lnTo>
                    <a:pt x="838482" y="526557"/>
                  </a:lnTo>
                  <a:lnTo>
                    <a:pt x="848232" y="537601"/>
                  </a:lnTo>
                  <a:lnTo>
                    <a:pt x="857982" y="518608"/>
                  </a:lnTo>
                  <a:lnTo>
                    <a:pt x="867732" y="498109"/>
                  </a:lnTo>
                  <a:lnTo>
                    <a:pt x="877482" y="504848"/>
                  </a:lnTo>
                  <a:lnTo>
                    <a:pt x="887231" y="537701"/>
                  </a:lnTo>
                  <a:lnTo>
                    <a:pt x="896981" y="540203"/>
                  </a:lnTo>
                  <a:lnTo>
                    <a:pt x="906730" y="550915"/>
                  </a:lnTo>
                  <a:lnTo>
                    <a:pt x="916480" y="542639"/>
                  </a:lnTo>
                  <a:lnTo>
                    <a:pt x="926230" y="555392"/>
                  </a:lnTo>
                  <a:lnTo>
                    <a:pt x="935979" y="551767"/>
                  </a:lnTo>
                  <a:lnTo>
                    <a:pt x="945729" y="531341"/>
                  </a:lnTo>
                  <a:lnTo>
                    <a:pt x="955479" y="545131"/>
                  </a:lnTo>
                  <a:lnTo>
                    <a:pt x="965229" y="529143"/>
                  </a:lnTo>
                  <a:lnTo>
                    <a:pt x="974979" y="535420"/>
                  </a:lnTo>
                  <a:lnTo>
                    <a:pt x="984729" y="555154"/>
                  </a:lnTo>
                  <a:lnTo>
                    <a:pt x="994474" y="530997"/>
                  </a:lnTo>
                  <a:lnTo>
                    <a:pt x="1004233" y="502650"/>
                  </a:lnTo>
                  <a:lnTo>
                    <a:pt x="1013977" y="513756"/>
                  </a:lnTo>
                  <a:lnTo>
                    <a:pt x="1023721" y="480075"/>
                  </a:lnTo>
                  <a:lnTo>
                    <a:pt x="1033480" y="496151"/>
                  </a:lnTo>
                  <a:lnTo>
                    <a:pt x="1043224" y="491732"/>
                  </a:lnTo>
                  <a:lnTo>
                    <a:pt x="1052983" y="499406"/>
                  </a:lnTo>
                  <a:lnTo>
                    <a:pt x="1062727" y="500671"/>
                  </a:lnTo>
                  <a:lnTo>
                    <a:pt x="1072471" y="455511"/>
                  </a:lnTo>
                  <a:lnTo>
                    <a:pt x="1082230" y="475105"/>
                  </a:lnTo>
                  <a:lnTo>
                    <a:pt x="1091973" y="468549"/>
                  </a:lnTo>
                  <a:lnTo>
                    <a:pt x="1101732" y="485902"/>
                  </a:lnTo>
                  <a:lnTo>
                    <a:pt x="1111476" y="474609"/>
                  </a:lnTo>
                  <a:lnTo>
                    <a:pt x="1121220" y="472874"/>
                  </a:lnTo>
                  <a:lnTo>
                    <a:pt x="1130979" y="466720"/>
                  </a:lnTo>
                  <a:lnTo>
                    <a:pt x="1140723" y="469324"/>
                  </a:lnTo>
                  <a:lnTo>
                    <a:pt x="1150482" y="455121"/>
                  </a:lnTo>
                  <a:lnTo>
                    <a:pt x="1160226" y="455784"/>
                  </a:lnTo>
                  <a:lnTo>
                    <a:pt x="1169969" y="467459"/>
                  </a:lnTo>
                  <a:lnTo>
                    <a:pt x="1179728" y="475681"/>
                  </a:lnTo>
                  <a:lnTo>
                    <a:pt x="1189472" y="488506"/>
                  </a:lnTo>
                  <a:lnTo>
                    <a:pt x="1199231" y="466769"/>
                  </a:lnTo>
                  <a:lnTo>
                    <a:pt x="1208975" y="450559"/>
                  </a:lnTo>
                  <a:lnTo>
                    <a:pt x="1218719" y="478517"/>
                  </a:lnTo>
                  <a:lnTo>
                    <a:pt x="1228478" y="451251"/>
                  </a:lnTo>
                  <a:lnTo>
                    <a:pt x="1238222" y="420771"/>
                  </a:lnTo>
                  <a:lnTo>
                    <a:pt x="1247966" y="391185"/>
                  </a:lnTo>
                  <a:lnTo>
                    <a:pt x="1257725" y="380936"/>
                  </a:lnTo>
                  <a:lnTo>
                    <a:pt x="1267469" y="428411"/>
                  </a:lnTo>
                  <a:lnTo>
                    <a:pt x="1277227" y="427470"/>
                  </a:lnTo>
                  <a:lnTo>
                    <a:pt x="1286971" y="430485"/>
                  </a:lnTo>
                  <a:lnTo>
                    <a:pt x="1296715" y="444584"/>
                  </a:lnTo>
                  <a:lnTo>
                    <a:pt x="1306474" y="442305"/>
                  </a:lnTo>
                  <a:lnTo>
                    <a:pt x="1316218" y="390975"/>
                  </a:lnTo>
                  <a:lnTo>
                    <a:pt x="1325977" y="357260"/>
                  </a:lnTo>
                  <a:lnTo>
                    <a:pt x="1335721" y="351988"/>
                  </a:lnTo>
                  <a:lnTo>
                    <a:pt x="1345465" y="355131"/>
                  </a:lnTo>
                  <a:lnTo>
                    <a:pt x="1355224" y="357219"/>
                  </a:lnTo>
                  <a:lnTo>
                    <a:pt x="1364967" y="350665"/>
                  </a:lnTo>
                  <a:lnTo>
                    <a:pt x="1374726" y="346386"/>
                  </a:lnTo>
                  <a:lnTo>
                    <a:pt x="1384470" y="324635"/>
                  </a:lnTo>
                  <a:lnTo>
                    <a:pt x="1394214" y="291192"/>
                  </a:lnTo>
                  <a:lnTo>
                    <a:pt x="1403973" y="338509"/>
                  </a:lnTo>
                  <a:lnTo>
                    <a:pt x="1413717" y="330568"/>
                  </a:lnTo>
                  <a:lnTo>
                    <a:pt x="1423476" y="332909"/>
                  </a:lnTo>
                  <a:lnTo>
                    <a:pt x="1433220" y="304885"/>
                  </a:lnTo>
                  <a:lnTo>
                    <a:pt x="1442964" y="353797"/>
                  </a:lnTo>
                  <a:lnTo>
                    <a:pt x="1452722" y="328908"/>
                  </a:lnTo>
                  <a:lnTo>
                    <a:pt x="1462466" y="296408"/>
                  </a:lnTo>
                  <a:lnTo>
                    <a:pt x="1472225" y="293392"/>
                  </a:lnTo>
                  <a:lnTo>
                    <a:pt x="1481969" y="270136"/>
                  </a:lnTo>
                  <a:lnTo>
                    <a:pt x="1491713" y="292348"/>
                  </a:lnTo>
                  <a:lnTo>
                    <a:pt x="1501472" y="305663"/>
                  </a:lnTo>
                  <a:lnTo>
                    <a:pt x="1511216" y="290255"/>
                  </a:lnTo>
                  <a:lnTo>
                    <a:pt x="1520960" y="289179"/>
                  </a:lnTo>
                  <a:lnTo>
                    <a:pt x="1530719" y="328198"/>
                  </a:lnTo>
                  <a:lnTo>
                    <a:pt x="1540463" y="344132"/>
                  </a:lnTo>
                  <a:lnTo>
                    <a:pt x="1550221" y="348956"/>
                  </a:lnTo>
                  <a:lnTo>
                    <a:pt x="1559965" y="381880"/>
                  </a:lnTo>
                  <a:lnTo>
                    <a:pt x="1569709" y="335580"/>
                  </a:lnTo>
                  <a:lnTo>
                    <a:pt x="1579468" y="331809"/>
                  </a:lnTo>
                  <a:lnTo>
                    <a:pt x="1589212" y="341196"/>
                  </a:lnTo>
                  <a:lnTo>
                    <a:pt x="1598971" y="343054"/>
                  </a:lnTo>
                  <a:lnTo>
                    <a:pt x="1608715" y="299453"/>
                  </a:lnTo>
                  <a:lnTo>
                    <a:pt x="1618459" y="265623"/>
                  </a:lnTo>
                  <a:lnTo>
                    <a:pt x="1628218" y="279928"/>
                  </a:lnTo>
                  <a:lnTo>
                    <a:pt x="1637962" y="261155"/>
                  </a:lnTo>
                  <a:lnTo>
                    <a:pt x="1647720" y="218501"/>
                  </a:lnTo>
                  <a:lnTo>
                    <a:pt x="1657464" y="241234"/>
                  </a:lnTo>
                  <a:lnTo>
                    <a:pt x="1667208" y="212403"/>
                  </a:lnTo>
                  <a:lnTo>
                    <a:pt x="1676967" y="193980"/>
                  </a:lnTo>
                  <a:lnTo>
                    <a:pt x="1686711" y="220667"/>
                  </a:lnTo>
                  <a:lnTo>
                    <a:pt x="1696470" y="183129"/>
                  </a:lnTo>
                  <a:lnTo>
                    <a:pt x="1706214" y="182670"/>
                  </a:lnTo>
                  <a:lnTo>
                    <a:pt x="1715958" y="190011"/>
                  </a:lnTo>
                  <a:lnTo>
                    <a:pt x="1725716" y="217665"/>
                  </a:lnTo>
                  <a:lnTo>
                    <a:pt x="1735460" y="233783"/>
                  </a:lnTo>
                  <a:lnTo>
                    <a:pt x="1745219" y="225062"/>
                  </a:lnTo>
                  <a:lnTo>
                    <a:pt x="1754963" y="199512"/>
                  </a:lnTo>
                  <a:lnTo>
                    <a:pt x="1764707" y="179025"/>
                  </a:lnTo>
                  <a:lnTo>
                    <a:pt x="1774466" y="162152"/>
                  </a:lnTo>
                  <a:lnTo>
                    <a:pt x="1784210" y="174843"/>
                  </a:lnTo>
                  <a:lnTo>
                    <a:pt x="1793969" y="155673"/>
                  </a:lnTo>
                  <a:lnTo>
                    <a:pt x="1803713" y="153406"/>
                  </a:lnTo>
                  <a:lnTo>
                    <a:pt x="1813457" y="111522"/>
                  </a:lnTo>
                  <a:lnTo>
                    <a:pt x="1823215" y="115738"/>
                  </a:lnTo>
                  <a:lnTo>
                    <a:pt x="1832959" y="106064"/>
                  </a:lnTo>
                  <a:lnTo>
                    <a:pt x="1842703" y="70484"/>
                  </a:lnTo>
                  <a:lnTo>
                    <a:pt x="1852462" y="38277"/>
                  </a:lnTo>
                  <a:lnTo>
                    <a:pt x="1862206" y="34968"/>
                  </a:lnTo>
                  <a:lnTo>
                    <a:pt x="1871965" y="47660"/>
                  </a:lnTo>
                  <a:lnTo>
                    <a:pt x="1881709" y="70465"/>
                  </a:lnTo>
                  <a:lnTo>
                    <a:pt x="1891453" y="83805"/>
                  </a:lnTo>
                  <a:lnTo>
                    <a:pt x="1901212" y="25002"/>
                  </a:lnTo>
                  <a:lnTo>
                    <a:pt x="1910956" y="8764"/>
                  </a:lnTo>
                  <a:lnTo>
                    <a:pt x="1920714" y="0"/>
                  </a:lnTo>
                  <a:lnTo>
                    <a:pt x="1930458" y="5995"/>
                  </a:lnTo>
                  <a:lnTo>
                    <a:pt x="1940202" y="30394"/>
                  </a:lnTo>
                  <a:lnTo>
                    <a:pt x="1949961" y="53714"/>
                  </a:lnTo>
                  <a:lnTo>
                    <a:pt x="1959705" y="71505"/>
                  </a:lnTo>
                  <a:lnTo>
                    <a:pt x="1969464" y="108255"/>
                  </a:lnTo>
                  <a:lnTo>
                    <a:pt x="1979208" y="113074"/>
                  </a:lnTo>
                  <a:lnTo>
                    <a:pt x="1988952" y="128039"/>
                  </a:lnTo>
                  <a:lnTo>
                    <a:pt x="1998711" y="87479"/>
                  </a:lnTo>
                  <a:lnTo>
                    <a:pt x="2008454" y="97606"/>
                  </a:lnTo>
                  <a:lnTo>
                    <a:pt x="2018213" y="88339"/>
                  </a:lnTo>
                  <a:lnTo>
                    <a:pt x="2027957" y="106519"/>
                  </a:lnTo>
                  <a:lnTo>
                    <a:pt x="2037701" y="86185"/>
                  </a:lnTo>
                  <a:lnTo>
                    <a:pt x="2047460" y="90730"/>
                  </a:lnTo>
                  <a:lnTo>
                    <a:pt x="2057204" y="100827"/>
                  </a:lnTo>
                  <a:lnTo>
                    <a:pt x="2066963" y="123986"/>
                  </a:lnTo>
                  <a:lnTo>
                    <a:pt x="2076707" y="133270"/>
                  </a:lnTo>
                  <a:lnTo>
                    <a:pt x="2086451" y="120579"/>
                  </a:lnTo>
                  <a:lnTo>
                    <a:pt x="2096210" y="147536"/>
                  </a:lnTo>
                  <a:lnTo>
                    <a:pt x="2105954" y="167152"/>
                  </a:lnTo>
                  <a:lnTo>
                    <a:pt x="2115697" y="166317"/>
                  </a:lnTo>
                  <a:lnTo>
                    <a:pt x="2125456" y="160423"/>
                  </a:lnTo>
                  <a:lnTo>
                    <a:pt x="2135200" y="143735"/>
                  </a:lnTo>
                  <a:lnTo>
                    <a:pt x="2144959" y="178581"/>
                  </a:lnTo>
                  <a:lnTo>
                    <a:pt x="2154703" y="146013"/>
                  </a:lnTo>
                  <a:lnTo>
                    <a:pt x="2164447" y="136282"/>
                  </a:lnTo>
                  <a:lnTo>
                    <a:pt x="2174206" y="112969"/>
                  </a:lnTo>
                  <a:lnTo>
                    <a:pt x="2183950" y="114783"/>
                  </a:lnTo>
                  <a:lnTo>
                    <a:pt x="2193709" y="102188"/>
                  </a:lnTo>
                  <a:lnTo>
                    <a:pt x="2203452" y="120491"/>
                  </a:lnTo>
                  <a:lnTo>
                    <a:pt x="2213196" y="131726"/>
                  </a:lnTo>
                  <a:lnTo>
                    <a:pt x="2222955" y="107974"/>
                  </a:lnTo>
                  <a:lnTo>
                    <a:pt x="2232699" y="67889"/>
                  </a:lnTo>
                  <a:lnTo>
                    <a:pt x="2242458" y="85383"/>
                  </a:lnTo>
                  <a:lnTo>
                    <a:pt x="2252202" y="119573"/>
                  </a:lnTo>
                  <a:lnTo>
                    <a:pt x="2261946" y="145916"/>
                  </a:lnTo>
                  <a:lnTo>
                    <a:pt x="2271705" y="160691"/>
                  </a:lnTo>
                  <a:lnTo>
                    <a:pt x="2281449" y="147559"/>
                  </a:lnTo>
                  <a:lnTo>
                    <a:pt x="2291208" y="116221"/>
                  </a:lnTo>
                  <a:lnTo>
                    <a:pt x="2300951" y="113037"/>
                  </a:lnTo>
                  <a:lnTo>
                    <a:pt x="2310695" y="123592"/>
                  </a:lnTo>
                  <a:lnTo>
                    <a:pt x="2320454" y="162262"/>
                  </a:lnTo>
                  <a:lnTo>
                    <a:pt x="2330198" y="166268"/>
                  </a:lnTo>
                  <a:lnTo>
                    <a:pt x="2339957" y="161060"/>
                  </a:lnTo>
                  <a:lnTo>
                    <a:pt x="2349701" y="186410"/>
                  </a:lnTo>
                  <a:lnTo>
                    <a:pt x="2359445" y="208496"/>
                  </a:lnTo>
                  <a:lnTo>
                    <a:pt x="2369204" y="196117"/>
                  </a:lnTo>
                  <a:lnTo>
                    <a:pt x="2378948" y="185074"/>
                  </a:lnTo>
                  <a:lnTo>
                    <a:pt x="2388692" y="193118"/>
                  </a:lnTo>
                  <a:lnTo>
                    <a:pt x="2398450" y="188626"/>
                  </a:lnTo>
                  <a:lnTo>
                    <a:pt x="2408194" y="202263"/>
                  </a:lnTo>
                  <a:lnTo>
                    <a:pt x="2417953" y="228664"/>
                  </a:lnTo>
                  <a:lnTo>
                    <a:pt x="2427697" y="257048"/>
                  </a:lnTo>
                  <a:lnTo>
                    <a:pt x="2437441" y="255518"/>
                  </a:lnTo>
                  <a:lnTo>
                    <a:pt x="2447200" y="229431"/>
                  </a:lnTo>
                  <a:lnTo>
                    <a:pt x="2456944" y="207361"/>
                  </a:lnTo>
                  <a:lnTo>
                    <a:pt x="2466703" y="215539"/>
                  </a:lnTo>
                  <a:lnTo>
                    <a:pt x="2476446" y="181246"/>
                  </a:lnTo>
                  <a:lnTo>
                    <a:pt x="2486190" y="162095"/>
                  </a:lnTo>
                  <a:lnTo>
                    <a:pt x="2495949" y="166512"/>
                  </a:lnTo>
                  <a:lnTo>
                    <a:pt x="2505693" y="196987"/>
                  </a:lnTo>
                  <a:lnTo>
                    <a:pt x="2515452" y="188071"/>
                  </a:lnTo>
                  <a:lnTo>
                    <a:pt x="2525196" y="197508"/>
                  </a:lnTo>
                  <a:lnTo>
                    <a:pt x="2534940" y="191614"/>
                  </a:lnTo>
                  <a:lnTo>
                    <a:pt x="2544699" y="159725"/>
                  </a:lnTo>
                  <a:lnTo>
                    <a:pt x="2554443" y="155825"/>
                  </a:lnTo>
                  <a:lnTo>
                    <a:pt x="2564202" y="197093"/>
                  </a:lnTo>
                  <a:lnTo>
                    <a:pt x="2573946" y="199076"/>
                  </a:lnTo>
                  <a:lnTo>
                    <a:pt x="2583690" y="181040"/>
                  </a:lnTo>
                  <a:lnTo>
                    <a:pt x="2593448" y="211589"/>
                  </a:lnTo>
                  <a:lnTo>
                    <a:pt x="2603192" y="231919"/>
                  </a:lnTo>
                  <a:lnTo>
                    <a:pt x="2612951" y="220328"/>
                  </a:lnTo>
                  <a:lnTo>
                    <a:pt x="2622695" y="240739"/>
                  </a:lnTo>
                  <a:lnTo>
                    <a:pt x="2632439" y="276640"/>
                  </a:lnTo>
                  <a:lnTo>
                    <a:pt x="2642198" y="301229"/>
                  </a:lnTo>
                  <a:lnTo>
                    <a:pt x="2651942" y="241839"/>
                  </a:lnTo>
                  <a:lnTo>
                    <a:pt x="2661685" y="232536"/>
                  </a:lnTo>
                  <a:lnTo>
                    <a:pt x="2671444" y="265217"/>
                  </a:lnTo>
                  <a:lnTo>
                    <a:pt x="2681188" y="267545"/>
                  </a:lnTo>
                  <a:lnTo>
                    <a:pt x="2690947" y="248947"/>
                  </a:lnTo>
                  <a:lnTo>
                    <a:pt x="2700691" y="262898"/>
                  </a:lnTo>
                  <a:lnTo>
                    <a:pt x="2710435" y="270945"/>
                  </a:lnTo>
                  <a:lnTo>
                    <a:pt x="2720194" y="285797"/>
                  </a:lnTo>
                  <a:lnTo>
                    <a:pt x="2729938" y="284582"/>
                  </a:lnTo>
                  <a:lnTo>
                    <a:pt x="2739697" y="311369"/>
                  </a:lnTo>
                  <a:lnTo>
                    <a:pt x="2749441" y="279049"/>
                  </a:lnTo>
                  <a:lnTo>
                    <a:pt x="2759185" y="270628"/>
                  </a:lnTo>
                  <a:lnTo>
                    <a:pt x="2768943" y="253482"/>
                  </a:lnTo>
                  <a:lnTo>
                    <a:pt x="2778687" y="263287"/>
                  </a:lnTo>
                  <a:lnTo>
                    <a:pt x="2788446" y="234893"/>
                  </a:lnTo>
                  <a:lnTo>
                    <a:pt x="2798190" y="235684"/>
                  </a:lnTo>
                  <a:lnTo>
                    <a:pt x="2807934" y="214507"/>
                  </a:lnTo>
                  <a:lnTo>
                    <a:pt x="2817693" y="204763"/>
                  </a:lnTo>
                  <a:lnTo>
                    <a:pt x="2827437" y="194751"/>
                  </a:lnTo>
                  <a:lnTo>
                    <a:pt x="2837196" y="188010"/>
                  </a:lnTo>
                  <a:lnTo>
                    <a:pt x="2846940" y="179338"/>
                  </a:lnTo>
                  <a:lnTo>
                    <a:pt x="2856684" y="211455"/>
                  </a:lnTo>
                  <a:lnTo>
                    <a:pt x="2866442" y="218370"/>
                  </a:lnTo>
                  <a:lnTo>
                    <a:pt x="2876186" y="209469"/>
                  </a:lnTo>
                  <a:lnTo>
                    <a:pt x="2885945" y="205357"/>
                  </a:lnTo>
                  <a:lnTo>
                    <a:pt x="2895689" y="203127"/>
                  </a:lnTo>
                  <a:lnTo>
                    <a:pt x="2905433" y="199891"/>
                  </a:lnTo>
                  <a:lnTo>
                    <a:pt x="2915192" y="14641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2" name="Freeform 1101">
              <a:extLst>
                <a:ext uri="{FF2B5EF4-FFF2-40B4-BE49-F238E27FC236}">
                  <a16:creationId xmlns:a16="http://schemas.microsoft.com/office/drawing/2014/main" id="{8E1B771E-EED4-962B-9BB8-20589B83B578}"/>
                </a:ext>
              </a:extLst>
            </p:cNvPr>
            <p:cNvSpPr/>
            <p:nvPr/>
          </p:nvSpPr>
          <p:spPr>
            <a:xfrm>
              <a:off x="4426652" y="3180647"/>
              <a:ext cx="2915191" cy="447134"/>
            </a:xfrm>
            <a:custGeom>
              <a:avLst/>
              <a:gdLst>
                <a:gd name="connsiteX0" fmla="*/ 0 w 2915191"/>
                <a:gd name="connsiteY0" fmla="*/ 354058 h 447134"/>
                <a:gd name="connsiteX1" fmla="*/ 9750 w 2915191"/>
                <a:gd name="connsiteY1" fmla="*/ 384044 h 447134"/>
                <a:gd name="connsiteX2" fmla="*/ 19500 w 2915191"/>
                <a:gd name="connsiteY2" fmla="*/ 337924 h 447134"/>
                <a:gd name="connsiteX3" fmla="*/ 29250 w 2915191"/>
                <a:gd name="connsiteY3" fmla="*/ 324853 h 447134"/>
                <a:gd name="connsiteX4" fmla="*/ 39000 w 2915191"/>
                <a:gd name="connsiteY4" fmla="*/ 323485 h 447134"/>
                <a:gd name="connsiteX5" fmla="*/ 48749 w 2915191"/>
                <a:gd name="connsiteY5" fmla="*/ 307321 h 447134"/>
                <a:gd name="connsiteX6" fmla="*/ 58499 w 2915191"/>
                <a:gd name="connsiteY6" fmla="*/ 330546 h 447134"/>
                <a:gd name="connsiteX7" fmla="*/ 68249 w 2915191"/>
                <a:gd name="connsiteY7" fmla="*/ 357488 h 447134"/>
                <a:gd name="connsiteX8" fmla="*/ 77998 w 2915191"/>
                <a:gd name="connsiteY8" fmla="*/ 396864 h 447134"/>
                <a:gd name="connsiteX9" fmla="*/ 87748 w 2915191"/>
                <a:gd name="connsiteY9" fmla="*/ 412891 h 447134"/>
                <a:gd name="connsiteX10" fmla="*/ 97497 w 2915191"/>
                <a:gd name="connsiteY10" fmla="*/ 422654 h 447134"/>
                <a:gd name="connsiteX11" fmla="*/ 107247 w 2915191"/>
                <a:gd name="connsiteY11" fmla="*/ 447135 h 447134"/>
                <a:gd name="connsiteX12" fmla="*/ 116997 w 2915191"/>
                <a:gd name="connsiteY12" fmla="*/ 445558 h 447134"/>
                <a:gd name="connsiteX13" fmla="*/ 126747 w 2915191"/>
                <a:gd name="connsiteY13" fmla="*/ 439407 h 447134"/>
                <a:gd name="connsiteX14" fmla="*/ 136497 w 2915191"/>
                <a:gd name="connsiteY14" fmla="*/ 436253 h 447134"/>
                <a:gd name="connsiteX15" fmla="*/ 146247 w 2915191"/>
                <a:gd name="connsiteY15" fmla="*/ 427532 h 447134"/>
                <a:gd name="connsiteX16" fmla="*/ 155997 w 2915191"/>
                <a:gd name="connsiteY16" fmla="*/ 423103 h 447134"/>
                <a:gd name="connsiteX17" fmla="*/ 165747 w 2915191"/>
                <a:gd name="connsiteY17" fmla="*/ 408073 h 447134"/>
                <a:gd name="connsiteX18" fmla="*/ 175497 w 2915191"/>
                <a:gd name="connsiteY18" fmla="*/ 371308 h 447134"/>
                <a:gd name="connsiteX19" fmla="*/ 185247 w 2915191"/>
                <a:gd name="connsiteY19" fmla="*/ 345336 h 447134"/>
                <a:gd name="connsiteX20" fmla="*/ 194996 w 2915191"/>
                <a:gd name="connsiteY20" fmla="*/ 366475 h 447134"/>
                <a:gd name="connsiteX21" fmla="*/ 204746 w 2915191"/>
                <a:gd name="connsiteY21" fmla="*/ 383305 h 447134"/>
                <a:gd name="connsiteX22" fmla="*/ 214495 w 2915191"/>
                <a:gd name="connsiteY22" fmla="*/ 390550 h 447134"/>
                <a:gd name="connsiteX23" fmla="*/ 224245 w 2915191"/>
                <a:gd name="connsiteY23" fmla="*/ 371819 h 447134"/>
                <a:gd name="connsiteX24" fmla="*/ 233995 w 2915191"/>
                <a:gd name="connsiteY24" fmla="*/ 359551 h 447134"/>
                <a:gd name="connsiteX25" fmla="*/ 243744 w 2915191"/>
                <a:gd name="connsiteY25" fmla="*/ 344487 h 447134"/>
                <a:gd name="connsiteX26" fmla="*/ 253494 w 2915191"/>
                <a:gd name="connsiteY26" fmla="*/ 346532 h 447134"/>
                <a:gd name="connsiteX27" fmla="*/ 263244 w 2915191"/>
                <a:gd name="connsiteY27" fmla="*/ 330963 h 447134"/>
                <a:gd name="connsiteX28" fmla="*/ 272994 w 2915191"/>
                <a:gd name="connsiteY28" fmla="*/ 316952 h 447134"/>
                <a:gd name="connsiteX29" fmla="*/ 282744 w 2915191"/>
                <a:gd name="connsiteY29" fmla="*/ 317362 h 447134"/>
                <a:gd name="connsiteX30" fmla="*/ 292494 w 2915191"/>
                <a:gd name="connsiteY30" fmla="*/ 289758 h 447134"/>
                <a:gd name="connsiteX31" fmla="*/ 302244 w 2915191"/>
                <a:gd name="connsiteY31" fmla="*/ 303972 h 447134"/>
                <a:gd name="connsiteX32" fmla="*/ 311994 w 2915191"/>
                <a:gd name="connsiteY32" fmla="*/ 305986 h 447134"/>
                <a:gd name="connsiteX33" fmla="*/ 321744 w 2915191"/>
                <a:gd name="connsiteY33" fmla="*/ 285810 h 447134"/>
                <a:gd name="connsiteX34" fmla="*/ 331493 w 2915191"/>
                <a:gd name="connsiteY34" fmla="*/ 282851 h 447134"/>
                <a:gd name="connsiteX35" fmla="*/ 341243 w 2915191"/>
                <a:gd name="connsiteY35" fmla="*/ 312371 h 447134"/>
                <a:gd name="connsiteX36" fmla="*/ 350993 w 2915191"/>
                <a:gd name="connsiteY36" fmla="*/ 313299 h 447134"/>
                <a:gd name="connsiteX37" fmla="*/ 360742 w 2915191"/>
                <a:gd name="connsiteY37" fmla="*/ 315441 h 447134"/>
                <a:gd name="connsiteX38" fmla="*/ 370492 w 2915191"/>
                <a:gd name="connsiteY38" fmla="*/ 284782 h 447134"/>
                <a:gd name="connsiteX39" fmla="*/ 380241 w 2915191"/>
                <a:gd name="connsiteY39" fmla="*/ 262547 h 447134"/>
                <a:gd name="connsiteX40" fmla="*/ 389991 w 2915191"/>
                <a:gd name="connsiteY40" fmla="*/ 274663 h 447134"/>
                <a:gd name="connsiteX41" fmla="*/ 399741 w 2915191"/>
                <a:gd name="connsiteY41" fmla="*/ 261885 h 447134"/>
                <a:gd name="connsiteX42" fmla="*/ 409491 w 2915191"/>
                <a:gd name="connsiteY42" fmla="*/ 283127 h 447134"/>
                <a:gd name="connsiteX43" fmla="*/ 419241 w 2915191"/>
                <a:gd name="connsiteY43" fmla="*/ 265586 h 447134"/>
                <a:gd name="connsiteX44" fmla="*/ 428991 w 2915191"/>
                <a:gd name="connsiteY44" fmla="*/ 273812 h 447134"/>
                <a:gd name="connsiteX45" fmla="*/ 438741 w 2915191"/>
                <a:gd name="connsiteY45" fmla="*/ 228066 h 447134"/>
                <a:gd name="connsiteX46" fmla="*/ 448491 w 2915191"/>
                <a:gd name="connsiteY46" fmla="*/ 242582 h 447134"/>
                <a:gd name="connsiteX47" fmla="*/ 458241 w 2915191"/>
                <a:gd name="connsiteY47" fmla="*/ 257246 h 447134"/>
                <a:gd name="connsiteX48" fmla="*/ 467991 w 2915191"/>
                <a:gd name="connsiteY48" fmla="*/ 254031 h 447134"/>
                <a:gd name="connsiteX49" fmla="*/ 477740 w 2915191"/>
                <a:gd name="connsiteY49" fmla="*/ 269174 h 447134"/>
                <a:gd name="connsiteX50" fmla="*/ 487490 w 2915191"/>
                <a:gd name="connsiteY50" fmla="*/ 263919 h 447134"/>
                <a:gd name="connsiteX51" fmla="*/ 497239 w 2915191"/>
                <a:gd name="connsiteY51" fmla="*/ 253780 h 447134"/>
                <a:gd name="connsiteX52" fmla="*/ 506989 w 2915191"/>
                <a:gd name="connsiteY52" fmla="*/ 245221 h 447134"/>
                <a:gd name="connsiteX53" fmla="*/ 516738 w 2915191"/>
                <a:gd name="connsiteY53" fmla="*/ 273526 h 447134"/>
                <a:gd name="connsiteX54" fmla="*/ 526488 w 2915191"/>
                <a:gd name="connsiteY54" fmla="*/ 293941 h 447134"/>
                <a:gd name="connsiteX55" fmla="*/ 536238 w 2915191"/>
                <a:gd name="connsiteY55" fmla="*/ 291911 h 447134"/>
                <a:gd name="connsiteX56" fmla="*/ 545988 w 2915191"/>
                <a:gd name="connsiteY56" fmla="*/ 293686 h 447134"/>
                <a:gd name="connsiteX57" fmla="*/ 555738 w 2915191"/>
                <a:gd name="connsiteY57" fmla="*/ 292877 h 447134"/>
                <a:gd name="connsiteX58" fmla="*/ 565488 w 2915191"/>
                <a:gd name="connsiteY58" fmla="*/ 318655 h 447134"/>
                <a:gd name="connsiteX59" fmla="*/ 575238 w 2915191"/>
                <a:gd name="connsiteY59" fmla="*/ 345686 h 447134"/>
                <a:gd name="connsiteX60" fmla="*/ 584988 w 2915191"/>
                <a:gd name="connsiteY60" fmla="*/ 310163 h 447134"/>
                <a:gd name="connsiteX61" fmla="*/ 594738 w 2915191"/>
                <a:gd name="connsiteY61" fmla="*/ 299540 h 447134"/>
                <a:gd name="connsiteX62" fmla="*/ 604488 w 2915191"/>
                <a:gd name="connsiteY62" fmla="*/ 315405 h 447134"/>
                <a:gd name="connsiteX63" fmla="*/ 614237 w 2915191"/>
                <a:gd name="connsiteY63" fmla="*/ 326684 h 447134"/>
                <a:gd name="connsiteX64" fmla="*/ 623987 w 2915191"/>
                <a:gd name="connsiteY64" fmla="*/ 318189 h 447134"/>
                <a:gd name="connsiteX65" fmla="*/ 633736 w 2915191"/>
                <a:gd name="connsiteY65" fmla="*/ 307295 h 447134"/>
                <a:gd name="connsiteX66" fmla="*/ 643486 w 2915191"/>
                <a:gd name="connsiteY66" fmla="*/ 278228 h 447134"/>
                <a:gd name="connsiteX67" fmla="*/ 653236 w 2915191"/>
                <a:gd name="connsiteY67" fmla="*/ 271936 h 447134"/>
                <a:gd name="connsiteX68" fmla="*/ 662985 w 2915191"/>
                <a:gd name="connsiteY68" fmla="*/ 294016 h 447134"/>
                <a:gd name="connsiteX69" fmla="*/ 672735 w 2915191"/>
                <a:gd name="connsiteY69" fmla="*/ 323850 h 447134"/>
                <a:gd name="connsiteX70" fmla="*/ 682485 w 2915191"/>
                <a:gd name="connsiteY70" fmla="*/ 313770 h 447134"/>
                <a:gd name="connsiteX71" fmla="*/ 692235 w 2915191"/>
                <a:gd name="connsiteY71" fmla="*/ 326332 h 447134"/>
                <a:gd name="connsiteX72" fmla="*/ 701985 w 2915191"/>
                <a:gd name="connsiteY72" fmla="*/ 324786 h 447134"/>
                <a:gd name="connsiteX73" fmla="*/ 711735 w 2915191"/>
                <a:gd name="connsiteY73" fmla="*/ 307397 h 447134"/>
                <a:gd name="connsiteX74" fmla="*/ 721485 w 2915191"/>
                <a:gd name="connsiteY74" fmla="*/ 344155 h 447134"/>
                <a:gd name="connsiteX75" fmla="*/ 731235 w 2915191"/>
                <a:gd name="connsiteY75" fmla="*/ 306997 h 447134"/>
                <a:gd name="connsiteX76" fmla="*/ 740985 w 2915191"/>
                <a:gd name="connsiteY76" fmla="*/ 298519 h 447134"/>
                <a:gd name="connsiteX77" fmla="*/ 750734 w 2915191"/>
                <a:gd name="connsiteY77" fmla="*/ 279706 h 447134"/>
                <a:gd name="connsiteX78" fmla="*/ 760484 w 2915191"/>
                <a:gd name="connsiteY78" fmla="*/ 266958 h 447134"/>
                <a:gd name="connsiteX79" fmla="*/ 770233 w 2915191"/>
                <a:gd name="connsiteY79" fmla="*/ 262116 h 447134"/>
                <a:gd name="connsiteX80" fmla="*/ 779983 w 2915191"/>
                <a:gd name="connsiteY80" fmla="*/ 263059 h 447134"/>
                <a:gd name="connsiteX81" fmla="*/ 789733 w 2915191"/>
                <a:gd name="connsiteY81" fmla="*/ 262998 h 447134"/>
                <a:gd name="connsiteX82" fmla="*/ 799482 w 2915191"/>
                <a:gd name="connsiteY82" fmla="*/ 250753 h 447134"/>
                <a:gd name="connsiteX83" fmla="*/ 809232 w 2915191"/>
                <a:gd name="connsiteY83" fmla="*/ 220341 h 447134"/>
                <a:gd name="connsiteX84" fmla="*/ 818982 w 2915191"/>
                <a:gd name="connsiteY84" fmla="*/ 237648 h 447134"/>
                <a:gd name="connsiteX85" fmla="*/ 828732 w 2915191"/>
                <a:gd name="connsiteY85" fmla="*/ 233279 h 447134"/>
                <a:gd name="connsiteX86" fmla="*/ 838482 w 2915191"/>
                <a:gd name="connsiteY86" fmla="*/ 174469 h 447134"/>
                <a:gd name="connsiteX87" fmla="*/ 848232 w 2915191"/>
                <a:gd name="connsiteY87" fmla="*/ 173083 h 447134"/>
                <a:gd name="connsiteX88" fmla="*/ 857982 w 2915191"/>
                <a:gd name="connsiteY88" fmla="*/ 165811 h 447134"/>
                <a:gd name="connsiteX89" fmla="*/ 867732 w 2915191"/>
                <a:gd name="connsiteY89" fmla="*/ 172500 h 447134"/>
                <a:gd name="connsiteX90" fmla="*/ 877482 w 2915191"/>
                <a:gd name="connsiteY90" fmla="*/ 148847 h 447134"/>
                <a:gd name="connsiteX91" fmla="*/ 887231 w 2915191"/>
                <a:gd name="connsiteY91" fmla="*/ 155438 h 447134"/>
                <a:gd name="connsiteX92" fmla="*/ 896981 w 2915191"/>
                <a:gd name="connsiteY92" fmla="*/ 169699 h 447134"/>
                <a:gd name="connsiteX93" fmla="*/ 906730 w 2915191"/>
                <a:gd name="connsiteY93" fmla="*/ 181416 h 447134"/>
                <a:gd name="connsiteX94" fmla="*/ 916480 w 2915191"/>
                <a:gd name="connsiteY94" fmla="*/ 183706 h 447134"/>
                <a:gd name="connsiteX95" fmla="*/ 926230 w 2915191"/>
                <a:gd name="connsiteY95" fmla="*/ 216344 h 447134"/>
                <a:gd name="connsiteX96" fmla="*/ 935979 w 2915191"/>
                <a:gd name="connsiteY96" fmla="*/ 231579 h 447134"/>
                <a:gd name="connsiteX97" fmla="*/ 945729 w 2915191"/>
                <a:gd name="connsiteY97" fmla="*/ 233312 h 447134"/>
                <a:gd name="connsiteX98" fmla="*/ 955479 w 2915191"/>
                <a:gd name="connsiteY98" fmla="*/ 250935 h 447134"/>
                <a:gd name="connsiteX99" fmla="*/ 965229 w 2915191"/>
                <a:gd name="connsiteY99" fmla="*/ 276956 h 447134"/>
                <a:gd name="connsiteX100" fmla="*/ 974979 w 2915191"/>
                <a:gd name="connsiteY100" fmla="*/ 310206 h 447134"/>
                <a:gd name="connsiteX101" fmla="*/ 984729 w 2915191"/>
                <a:gd name="connsiteY101" fmla="*/ 310969 h 447134"/>
                <a:gd name="connsiteX102" fmla="*/ 994474 w 2915191"/>
                <a:gd name="connsiteY102" fmla="*/ 324854 h 447134"/>
                <a:gd name="connsiteX103" fmla="*/ 1004233 w 2915191"/>
                <a:gd name="connsiteY103" fmla="*/ 353597 h 447134"/>
                <a:gd name="connsiteX104" fmla="*/ 1013977 w 2915191"/>
                <a:gd name="connsiteY104" fmla="*/ 317053 h 447134"/>
                <a:gd name="connsiteX105" fmla="*/ 1023721 w 2915191"/>
                <a:gd name="connsiteY105" fmla="*/ 308109 h 447134"/>
                <a:gd name="connsiteX106" fmla="*/ 1033480 w 2915191"/>
                <a:gd name="connsiteY106" fmla="*/ 308056 h 447134"/>
                <a:gd name="connsiteX107" fmla="*/ 1043224 w 2915191"/>
                <a:gd name="connsiteY107" fmla="*/ 293446 h 447134"/>
                <a:gd name="connsiteX108" fmla="*/ 1052983 w 2915191"/>
                <a:gd name="connsiteY108" fmla="*/ 324001 h 447134"/>
                <a:gd name="connsiteX109" fmla="*/ 1062727 w 2915191"/>
                <a:gd name="connsiteY109" fmla="*/ 295941 h 447134"/>
                <a:gd name="connsiteX110" fmla="*/ 1072471 w 2915191"/>
                <a:gd name="connsiteY110" fmla="*/ 308890 h 447134"/>
                <a:gd name="connsiteX111" fmla="*/ 1082230 w 2915191"/>
                <a:gd name="connsiteY111" fmla="*/ 261058 h 447134"/>
                <a:gd name="connsiteX112" fmla="*/ 1091973 w 2915191"/>
                <a:gd name="connsiteY112" fmla="*/ 275898 h 447134"/>
                <a:gd name="connsiteX113" fmla="*/ 1101732 w 2915191"/>
                <a:gd name="connsiteY113" fmla="*/ 287357 h 447134"/>
                <a:gd name="connsiteX114" fmla="*/ 1111476 w 2915191"/>
                <a:gd name="connsiteY114" fmla="*/ 273252 h 447134"/>
                <a:gd name="connsiteX115" fmla="*/ 1121220 w 2915191"/>
                <a:gd name="connsiteY115" fmla="*/ 259540 h 447134"/>
                <a:gd name="connsiteX116" fmla="*/ 1130979 w 2915191"/>
                <a:gd name="connsiteY116" fmla="*/ 237777 h 447134"/>
                <a:gd name="connsiteX117" fmla="*/ 1140723 w 2915191"/>
                <a:gd name="connsiteY117" fmla="*/ 227974 h 447134"/>
                <a:gd name="connsiteX118" fmla="*/ 1150482 w 2915191"/>
                <a:gd name="connsiteY118" fmla="*/ 205546 h 447134"/>
                <a:gd name="connsiteX119" fmla="*/ 1160226 w 2915191"/>
                <a:gd name="connsiteY119" fmla="*/ 209728 h 447134"/>
                <a:gd name="connsiteX120" fmla="*/ 1169969 w 2915191"/>
                <a:gd name="connsiteY120" fmla="*/ 219742 h 447134"/>
                <a:gd name="connsiteX121" fmla="*/ 1179728 w 2915191"/>
                <a:gd name="connsiteY121" fmla="*/ 228762 h 447134"/>
                <a:gd name="connsiteX122" fmla="*/ 1189472 w 2915191"/>
                <a:gd name="connsiteY122" fmla="*/ 222552 h 447134"/>
                <a:gd name="connsiteX123" fmla="*/ 1199231 w 2915191"/>
                <a:gd name="connsiteY123" fmla="*/ 206702 h 447134"/>
                <a:gd name="connsiteX124" fmla="*/ 1208975 w 2915191"/>
                <a:gd name="connsiteY124" fmla="*/ 228135 h 447134"/>
                <a:gd name="connsiteX125" fmla="*/ 1218719 w 2915191"/>
                <a:gd name="connsiteY125" fmla="*/ 204824 h 447134"/>
                <a:gd name="connsiteX126" fmla="*/ 1228478 w 2915191"/>
                <a:gd name="connsiteY126" fmla="*/ 190004 h 447134"/>
                <a:gd name="connsiteX127" fmla="*/ 1238222 w 2915191"/>
                <a:gd name="connsiteY127" fmla="*/ 186660 h 447134"/>
                <a:gd name="connsiteX128" fmla="*/ 1247966 w 2915191"/>
                <a:gd name="connsiteY128" fmla="*/ 178600 h 447134"/>
                <a:gd name="connsiteX129" fmla="*/ 1257725 w 2915191"/>
                <a:gd name="connsiteY129" fmla="*/ 171255 h 447134"/>
                <a:gd name="connsiteX130" fmla="*/ 1267469 w 2915191"/>
                <a:gd name="connsiteY130" fmla="*/ 178630 h 447134"/>
                <a:gd name="connsiteX131" fmla="*/ 1277227 w 2915191"/>
                <a:gd name="connsiteY131" fmla="*/ 163877 h 447134"/>
                <a:gd name="connsiteX132" fmla="*/ 1286971 w 2915191"/>
                <a:gd name="connsiteY132" fmla="*/ 165583 h 447134"/>
                <a:gd name="connsiteX133" fmla="*/ 1296715 w 2915191"/>
                <a:gd name="connsiteY133" fmla="*/ 191114 h 447134"/>
                <a:gd name="connsiteX134" fmla="*/ 1306474 w 2915191"/>
                <a:gd name="connsiteY134" fmla="*/ 151888 h 447134"/>
                <a:gd name="connsiteX135" fmla="*/ 1316218 w 2915191"/>
                <a:gd name="connsiteY135" fmla="*/ 129561 h 447134"/>
                <a:gd name="connsiteX136" fmla="*/ 1325977 w 2915191"/>
                <a:gd name="connsiteY136" fmla="*/ 114120 h 447134"/>
                <a:gd name="connsiteX137" fmla="*/ 1335721 w 2915191"/>
                <a:gd name="connsiteY137" fmla="*/ 155092 h 447134"/>
                <a:gd name="connsiteX138" fmla="*/ 1345465 w 2915191"/>
                <a:gd name="connsiteY138" fmla="*/ 129432 h 447134"/>
                <a:gd name="connsiteX139" fmla="*/ 1355224 w 2915191"/>
                <a:gd name="connsiteY139" fmla="*/ 145913 h 447134"/>
                <a:gd name="connsiteX140" fmla="*/ 1364967 w 2915191"/>
                <a:gd name="connsiteY140" fmla="*/ 120412 h 447134"/>
                <a:gd name="connsiteX141" fmla="*/ 1374726 w 2915191"/>
                <a:gd name="connsiteY141" fmla="*/ 118883 h 447134"/>
                <a:gd name="connsiteX142" fmla="*/ 1384470 w 2915191"/>
                <a:gd name="connsiteY142" fmla="*/ 111428 h 447134"/>
                <a:gd name="connsiteX143" fmla="*/ 1394214 w 2915191"/>
                <a:gd name="connsiteY143" fmla="*/ 79477 h 447134"/>
                <a:gd name="connsiteX144" fmla="*/ 1403973 w 2915191"/>
                <a:gd name="connsiteY144" fmla="*/ 93220 h 447134"/>
                <a:gd name="connsiteX145" fmla="*/ 1413717 w 2915191"/>
                <a:gd name="connsiteY145" fmla="*/ 71882 h 447134"/>
                <a:gd name="connsiteX146" fmla="*/ 1423476 w 2915191"/>
                <a:gd name="connsiteY146" fmla="*/ 60980 h 447134"/>
                <a:gd name="connsiteX147" fmla="*/ 1433220 w 2915191"/>
                <a:gd name="connsiteY147" fmla="*/ 70621 h 447134"/>
                <a:gd name="connsiteX148" fmla="*/ 1442964 w 2915191"/>
                <a:gd name="connsiteY148" fmla="*/ 57497 h 447134"/>
                <a:gd name="connsiteX149" fmla="*/ 1452722 w 2915191"/>
                <a:gd name="connsiteY149" fmla="*/ 88764 h 447134"/>
                <a:gd name="connsiteX150" fmla="*/ 1462466 w 2915191"/>
                <a:gd name="connsiteY150" fmla="*/ 90592 h 447134"/>
                <a:gd name="connsiteX151" fmla="*/ 1472225 w 2915191"/>
                <a:gd name="connsiteY151" fmla="*/ 71925 h 447134"/>
                <a:gd name="connsiteX152" fmla="*/ 1481969 w 2915191"/>
                <a:gd name="connsiteY152" fmla="*/ 61361 h 447134"/>
                <a:gd name="connsiteX153" fmla="*/ 1491713 w 2915191"/>
                <a:gd name="connsiteY153" fmla="*/ 86289 h 447134"/>
                <a:gd name="connsiteX154" fmla="*/ 1501472 w 2915191"/>
                <a:gd name="connsiteY154" fmla="*/ 74197 h 447134"/>
                <a:gd name="connsiteX155" fmla="*/ 1511216 w 2915191"/>
                <a:gd name="connsiteY155" fmla="*/ 105540 h 447134"/>
                <a:gd name="connsiteX156" fmla="*/ 1520960 w 2915191"/>
                <a:gd name="connsiteY156" fmla="*/ 141551 h 447134"/>
                <a:gd name="connsiteX157" fmla="*/ 1530719 w 2915191"/>
                <a:gd name="connsiteY157" fmla="*/ 125685 h 447134"/>
                <a:gd name="connsiteX158" fmla="*/ 1540463 w 2915191"/>
                <a:gd name="connsiteY158" fmla="*/ 112440 h 447134"/>
                <a:gd name="connsiteX159" fmla="*/ 1550221 w 2915191"/>
                <a:gd name="connsiteY159" fmla="*/ 117669 h 447134"/>
                <a:gd name="connsiteX160" fmla="*/ 1559965 w 2915191"/>
                <a:gd name="connsiteY160" fmla="*/ 89428 h 447134"/>
                <a:gd name="connsiteX161" fmla="*/ 1569709 w 2915191"/>
                <a:gd name="connsiteY161" fmla="*/ 68570 h 447134"/>
                <a:gd name="connsiteX162" fmla="*/ 1579468 w 2915191"/>
                <a:gd name="connsiteY162" fmla="*/ 79745 h 447134"/>
                <a:gd name="connsiteX163" fmla="*/ 1589212 w 2915191"/>
                <a:gd name="connsiteY163" fmla="*/ 88560 h 447134"/>
                <a:gd name="connsiteX164" fmla="*/ 1598971 w 2915191"/>
                <a:gd name="connsiteY164" fmla="*/ 80341 h 447134"/>
                <a:gd name="connsiteX165" fmla="*/ 1608715 w 2915191"/>
                <a:gd name="connsiteY165" fmla="*/ 54042 h 447134"/>
                <a:gd name="connsiteX166" fmla="*/ 1618459 w 2915191"/>
                <a:gd name="connsiteY166" fmla="*/ 70673 h 447134"/>
                <a:gd name="connsiteX167" fmla="*/ 1628218 w 2915191"/>
                <a:gd name="connsiteY167" fmla="*/ 79449 h 447134"/>
                <a:gd name="connsiteX168" fmla="*/ 1637962 w 2915191"/>
                <a:gd name="connsiteY168" fmla="*/ 97182 h 447134"/>
                <a:gd name="connsiteX169" fmla="*/ 1647720 w 2915191"/>
                <a:gd name="connsiteY169" fmla="*/ 104123 h 447134"/>
                <a:gd name="connsiteX170" fmla="*/ 1657464 w 2915191"/>
                <a:gd name="connsiteY170" fmla="*/ 135701 h 447134"/>
                <a:gd name="connsiteX171" fmla="*/ 1667208 w 2915191"/>
                <a:gd name="connsiteY171" fmla="*/ 88995 h 447134"/>
                <a:gd name="connsiteX172" fmla="*/ 1676967 w 2915191"/>
                <a:gd name="connsiteY172" fmla="*/ 90590 h 447134"/>
                <a:gd name="connsiteX173" fmla="*/ 1686711 w 2915191"/>
                <a:gd name="connsiteY173" fmla="*/ 104652 h 447134"/>
                <a:gd name="connsiteX174" fmla="*/ 1696470 w 2915191"/>
                <a:gd name="connsiteY174" fmla="*/ 105138 h 447134"/>
                <a:gd name="connsiteX175" fmla="*/ 1706214 w 2915191"/>
                <a:gd name="connsiteY175" fmla="*/ 121602 h 447134"/>
                <a:gd name="connsiteX176" fmla="*/ 1715958 w 2915191"/>
                <a:gd name="connsiteY176" fmla="*/ 108652 h 447134"/>
                <a:gd name="connsiteX177" fmla="*/ 1725716 w 2915191"/>
                <a:gd name="connsiteY177" fmla="*/ 109101 h 447134"/>
                <a:gd name="connsiteX178" fmla="*/ 1735460 w 2915191"/>
                <a:gd name="connsiteY178" fmla="*/ 112741 h 447134"/>
                <a:gd name="connsiteX179" fmla="*/ 1745219 w 2915191"/>
                <a:gd name="connsiteY179" fmla="*/ 117045 h 447134"/>
                <a:gd name="connsiteX180" fmla="*/ 1754963 w 2915191"/>
                <a:gd name="connsiteY180" fmla="*/ 109403 h 447134"/>
                <a:gd name="connsiteX181" fmla="*/ 1764707 w 2915191"/>
                <a:gd name="connsiteY181" fmla="*/ 108949 h 447134"/>
                <a:gd name="connsiteX182" fmla="*/ 1774466 w 2915191"/>
                <a:gd name="connsiteY182" fmla="*/ 72877 h 447134"/>
                <a:gd name="connsiteX183" fmla="*/ 1784210 w 2915191"/>
                <a:gd name="connsiteY183" fmla="*/ 64335 h 447134"/>
                <a:gd name="connsiteX184" fmla="*/ 1793969 w 2915191"/>
                <a:gd name="connsiteY184" fmla="*/ 41944 h 447134"/>
                <a:gd name="connsiteX185" fmla="*/ 1803713 w 2915191"/>
                <a:gd name="connsiteY185" fmla="*/ 7025 h 447134"/>
                <a:gd name="connsiteX186" fmla="*/ 1813457 w 2915191"/>
                <a:gd name="connsiteY186" fmla="*/ 11894 h 447134"/>
                <a:gd name="connsiteX187" fmla="*/ 1823215 w 2915191"/>
                <a:gd name="connsiteY187" fmla="*/ 0 h 447134"/>
                <a:gd name="connsiteX188" fmla="*/ 1832959 w 2915191"/>
                <a:gd name="connsiteY188" fmla="*/ 386 h 447134"/>
                <a:gd name="connsiteX189" fmla="*/ 1842703 w 2915191"/>
                <a:gd name="connsiteY189" fmla="*/ 46862 h 447134"/>
                <a:gd name="connsiteX190" fmla="*/ 1852462 w 2915191"/>
                <a:gd name="connsiteY190" fmla="*/ 63818 h 447134"/>
                <a:gd name="connsiteX191" fmla="*/ 1862206 w 2915191"/>
                <a:gd name="connsiteY191" fmla="*/ 55037 h 447134"/>
                <a:gd name="connsiteX192" fmla="*/ 1871965 w 2915191"/>
                <a:gd name="connsiteY192" fmla="*/ 110182 h 447134"/>
                <a:gd name="connsiteX193" fmla="*/ 1881709 w 2915191"/>
                <a:gd name="connsiteY193" fmla="*/ 134097 h 447134"/>
                <a:gd name="connsiteX194" fmla="*/ 1891453 w 2915191"/>
                <a:gd name="connsiteY194" fmla="*/ 147105 h 447134"/>
                <a:gd name="connsiteX195" fmla="*/ 1901212 w 2915191"/>
                <a:gd name="connsiteY195" fmla="*/ 145065 h 447134"/>
                <a:gd name="connsiteX196" fmla="*/ 1910956 w 2915191"/>
                <a:gd name="connsiteY196" fmla="*/ 168497 h 447134"/>
                <a:gd name="connsiteX197" fmla="*/ 1920714 w 2915191"/>
                <a:gd name="connsiteY197" fmla="*/ 200935 h 447134"/>
                <a:gd name="connsiteX198" fmla="*/ 1930458 w 2915191"/>
                <a:gd name="connsiteY198" fmla="*/ 179372 h 447134"/>
                <a:gd name="connsiteX199" fmla="*/ 1940202 w 2915191"/>
                <a:gd name="connsiteY199" fmla="*/ 179832 h 447134"/>
                <a:gd name="connsiteX200" fmla="*/ 1949961 w 2915191"/>
                <a:gd name="connsiteY200" fmla="*/ 177664 h 447134"/>
                <a:gd name="connsiteX201" fmla="*/ 1959705 w 2915191"/>
                <a:gd name="connsiteY201" fmla="*/ 184953 h 447134"/>
                <a:gd name="connsiteX202" fmla="*/ 1969464 w 2915191"/>
                <a:gd name="connsiteY202" fmla="*/ 198781 h 447134"/>
                <a:gd name="connsiteX203" fmla="*/ 1979208 w 2915191"/>
                <a:gd name="connsiteY203" fmla="*/ 164211 h 447134"/>
                <a:gd name="connsiteX204" fmla="*/ 1988952 w 2915191"/>
                <a:gd name="connsiteY204" fmla="*/ 195861 h 447134"/>
                <a:gd name="connsiteX205" fmla="*/ 1998711 w 2915191"/>
                <a:gd name="connsiteY205" fmla="*/ 207832 h 447134"/>
                <a:gd name="connsiteX206" fmla="*/ 2008454 w 2915191"/>
                <a:gd name="connsiteY206" fmla="*/ 198419 h 447134"/>
                <a:gd name="connsiteX207" fmla="*/ 2018213 w 2915191"/>
                <a:gd name="connsiteY207" fmla="*/ 199070 h 447134"/>
                <a:gd name="connsiteX208" fmla="*/ 2027957 w 2915191"/>
                <a:gd name="connsiteY208" fmla="*/ 194849 h 447134"/>
                <a:gd name="connsiteX209" fmla="*/ 2037701 w 2915191"/>
                <a:gd name="connsiteY209" fmla="*/ 213490 h 447134"/>
                <a:gd name="connsiteX210" fmla="*/ 2047460 w 2915191"/>
                <a:gd name="connsiteY210" fmla="*/ 207160 h 447134"/>
                <a:gd name="connsiteX211" fmla="*/ 2057204 w 2915191"/>
                <a:gd name="connsiteY211" fmla="*/ 222975 h 447134"/>
                <a:gd name="connsiteX212" fmla="*/ 2066963 w 2915191"/>
                <a:gd name="connsiteY212" fmla="*/ 204427 h 447134"/>
                <a:gd name="connsiteX213" fmla="*/ 2076707 w 2915191"/>
                <a:gd name="connsiteY213" fmla="*/ 217400 h 447134"/>
                <a:gd name="connsiteX214" fmla="*/ 2086451 w 2915191"/>
                <a:gd name="connsiteY214" fmla="*/ 237178 h 447134"/>
                <a:gd name="connsiteX215" fmla="*/ 2096210 w 2915191"/>
                <a:gd name="connsiteY215" fmla="*/ 275238 h 447134"/>
                <a:gd name="connsiteX216" fmla="*/ 2105954 w 2915191"/>
                <a:gd name="connsiteY216" fmla="*/ 289933 h 447134"/>
                <a:gd name="connsiteX217" fmla="*/ 2115697 w 2915191"/>
                <a:gd name="connsiteY217" fmla="*/ 298091 h 447134"/>
                <a:gd name="connsiteX218" fmla="*/ 2125456 w 2915191"/>
                <a:gd name="connsiteY218" fmla="*/ 267289 h 447134"/>
                <a:gd name="connsiteX219" fmla="*/ 2135200 w 2915191"/>
                <a:gd name="connsiteY219" fmla="*/ 269970 h 447134"/>
                <a:gd name="connsiteX220" fmla="*/ 2144959 w 2915191"/>
                <a:gd name="connsiteY220" fmla="*/ 241369 h 447134"/>
                <a:gd name="connsiteX221" fmla="*/ 2154703 w 2915191"/>
                <a:gd name="connsiteY221" fmla="*/ 253667 h 447134"/>
                <a:gd name="connsiteX222" fmla="*/ 2164447 w 2915191"/>
                <a:gd name="connsiteY222" fmla="*/ 247322 h 447134"/>
                <a:gd name="connsiteX223" fmla="*/ 2174206 w 2915191"/>
                <a:gd name="connsiteY223" fmla="*/ 203511 h 447134"/>
                <a:gd name="connsiteX224" fmla="*/ 2183950 w 2915191"/>
                <a:gd name="connsiteY224" fmla="*/ 186878 h 447134"/>
                <a:gd name="connsiteX225" fmla="*/ 2193709 w 2915191"/>
                <a:gd name="connsiteY225" fmla="*/ 197604 h 447134"/>
                <a:gd name="connsiteX226" fmla="*/ 2203452 w 2915191"/>
                <a:gd name="connsiteY226" fmla="*/ 188861 h 447134"/>
                <a:gd name="connsiteX227" fmla="*/ 2213196 w 2915191"/>
                <a:gd name="connsiteY227" fmla="*/ 176149 h 447134"/>
                <a:gd name="connsiteX228" fmla="*/ 2222955 w 2915191"/>
                <a:gd name="connsiteY228" fmla="*/ 172563 h 447134"/>
                <a:gd name="connsiteX229" fmla="*/ 2232699 w 2915191"/>
                <a:gd name="connsiteY229" fmla="*/ 124082 h 447134"/>
                <a:gd name="connsiteX230" fmla="*/ 2242458 w 2915191"/>
                <a:gd name="connsiteY230" fmla="*/ 120101 h 447134"/>
                <a:gd name="connsiteX231" fmla="*/ 2252202 w 2915191"/>
                <a:gd name="connsiteY231" fmla="*/ 139666 h 447134"/>
                <a:gd name="connsiteX232" fmla="*/ 2261946 w 2915191"/>
                <a:gd name="connsiteY232" fmla="*/ 101989 h 447134"/>
                <a:gd name="connsiteX233" fmla="*/ 2271705 w 2915191"/>
                <a:gd name="connsiteY233" fmla="*/ 107362 h 447134"/>
                <a:gd name="connsiteX234" fmla="*/ 2281449 w 2915191"/>
                <a:gd name="connsiteY234" fmla="*/ 120333 h 447134"/>
                <a:gd name="connsiteX235" fmla="*/ 2291208 w 2915191"/>
                <a:gd name="connsiteY235" fmla="*/ 113484 h 447134"/>
                <a:gd name="connsiteX236" fmla="*/ 2300951 w 2915191"/>
                <a:gd name="connsiteY236" fmla="*/ 110832 h 447134"/>
                <a:gd name="connsiteX237" fmla="*/ 2310695 w 2915191"/>
                <a:gd name="connsiteY237" fmla="*/ 119652 h 447134"/>
                <a:gd name="connsiteX238" fmla="*/ 2320454 w 2915191"/>
                <a:gd name="connsiteY238" fmla="*/ 99856 h 447134"/>
                <a:gd name="connsiteX239" fmla="*/ 2330198 w 2915191"/>
                <a:gd name="connsiteY239" fmla="*/ 105400 h 447134"/>
                <a:gd name="connsiteX240" fmla="*/ 2339957 w 2915191"/>
                <a:gd name="connsiteY240" fmla="*/ 85312 h 447134"/>
                <a:gd name="connsiteX241" fmla="*/ 2349701 w 2915191"/>
                <a:gd name="connsiteY241" fmla="*/ 73543 h 447134"/>
                <a:gd name="connsiteX242" fmla="*/ 2359445 w 2915191"/>
                <a:gd name="connsiteY242" fmla="*/ 81630 h 447134"/>
                <a:gd name="connsiteX243" fmla="*/ 2369204 w 2915191"/>
                <a:gd name="connsiteY243" fmla="*/ 57345 h 447134"/>
                <a:gd name="connsiteX244" fmla="*/ 2378948 w 2915191"/>
                <a:gd name="connsiteY244" fmla="*/ 44898 h 447134"/>
                <a:gd name="connsiteX245" fmla="*/ 2388692 w 2915191"/>
                <a:gd name="connsiteY245" fmla="*/ 63219 h 447134"/>
                <a:gd name="connsiteX246" fmla="*/ 2398450 w 2915191"/>
                <a:gd name="connsiteY246" fmla="*/ 49590 h 447134"/>
                <a:gd name="connsiteX247" fmla="*/ 2408194 w 2915191"/>
                <a:gd name="connsiteY247" fmla="*/ 11725 h 447134"/>
                <a:gd name="connsiteX248" fmla="*/ 2417953 w 2915191"/>
                <a:gd name="connsiteY248" fmla="*/ 18880 h 447134"/>
                <a:gd name="connsiteX249" fmla="*/ 2427697 w 2915191"/>
                <a:gd name="connsiteY249" fmla="*/ 40568 h 447134"/>
                <a:gd name="connsiteX250" fmla="*/ 2437441 w 2915191"/>
                <a:gd name="connsiteY250" fmla="*/ 37782 h 447134"/>
                <a:gd name="connsiteX251" fmla="*/ 2447200 w 2915191"/>
                <a:gd name="connsiteY251" fmla="*/ 47894 h 447134"/>
                <a:gd name="connsiteX252" fmla="*/ 2456944 w 2915191"/>
                <a:gd name="connsiteY252" fmla="*/ 59164 h 447134"/>
                <a:gd name="connsiteX253" fmla="*/ 2466703 w 2915191"/>
                <a:gd name="connsiteY253" fmla="*/ 79425 h 447134"/>
                <a:gd name="connsiteX254" fmla="*/ 2476446 w 2915191"/>
                <a:gd name="connsiteY254" fmla="*/ 53210 h 447134"/>
                <a:gd name="connsiteX255" fmla="*/ 2486190 w 2915191"/>
                <a:gd name="connsiteY255" fmla="*/ 66853 h 447134"/>
                <a:gd name="connsiteX256" fmla="*/ 2495949 w 2915191"/>
                <a:gd name="connsiteY256" fmla="*/ 71606 h 447134"/>
                <a:gd name="connsiteX257" fmla="*/ 2505693 w 2915191"/>
                <a:gd name="connsiteY257" fmla="*/ 87065 h 447134"/>
                <a:gd name="connsiteX258" fmla="*/ 2515452 w 2915191"/>
                <a:gd name="connsiteY258" fmla="*/ 81402 h 447134"/>
                <a:gd name="connsiteX259" fmla="*/ 2525196 w 2915191"/>
                <a:gd name="connsiteY259" fmla="*/ 115692 h 447134"/>
                <a:gd name="connsiteX260" fmla="*/ 2534940 w 2915191"/>
                <a:gd name="connsiteY260" fmla="*/ 143272 h 447134"/>
                <a:gd name="connsiteX261" fmla="*/ 2544699 w 2915191"/>
                <a:gd name="connsiteY261" fmla="*/ 152075 h 447134"/>
                <a:gd name="connsiteX262" fmla="*/ 2554443 w 2915191"/>
                <a:gd name="connsiteY262" fmla="*/ 185030 h 447134"/>
                <a:gd name="connsiteX263" fmla="*/ 2564202 w 2915191"/>
                <a:gd name="connsiteY263" fmla="*/ 191803 h 447134"/>
                <a:gd name="connsiteX264" fmla="*/ 2573946 w 2915191"/>
                <a:gd name="connsiteY264" fmla="*/ 230901 h 447134"/>
                <a:gd name="connsiteX265" fmla="*/ 2583690 w 2915191"/>
                <a:gd name="connsiteY265" fmla="*/ 254044 h 447134"/>
                <a:gd name="connsiteX266" fmla="*/ 2593448 w 2915191"/>
                <a:gd name="connsiteY266" fmla="*/ 227773 h 447134"/>
                <a:gd name="connsiteX267" fmla="*/ 2603192 w 2915191"/>
                <a:gd name="connsiteY267" fmla="*/ 224012 h 447134"/>
                <a:gd name="connsiteX268" fmla="*/ 2612951 w 2915191"/>
                <a:gd name="connsiteY268" fmla="*/ 234565 h 447134"/>
                <a:gd name="connsiteX269" fmla="*/ 2622695 w 2915191"/>
                <a:gd name="connsiteY269" fmla="*/ 268545 h 447134"/>
                <a:gd name="connsiteX270" fmla="*/ 2632439 w 2915191"/>
                <a:gd name="connsiteY270" fmla="*/ 238968 h 447134"/>
                <a:gd name="connsiteX271" fmla="*/ 2642198 w 2915191"/>
                <a:gd name="connsiteY271" fmla="*/ 236758 h 447134"/>
                <a:gd name="connsiteX272" fmla="*/ 2651942 w 2915191"/>
                <a:gd name="connsiteY272" fmla="*/ 220536 h 447134"/>
                <a:gd name="connsiteX273" fmla="*/ 2661685 w 2915191"/>
                <a:gd name="connsiteY273" fmla="*/ 229321 h 447134"/>
                <a:gd name="connsiteX274" fmla="*/ 2671444 w 2915191"/>
                <a:gd name="connsiteY274" fmla="*/ 225264 h 447134"/>
                <a:gd name="connsiteX275" fmla="*/ 2681188 w 2915191"/>
                <a:gd name="connsiteY275" fmla="*/ 234051 h 447134"/>
                <a:gd name="connsiteX276" fmla="*/ 2690947 w 2915191"/>
                <a:gd name="connsiteY276" fmla="*/ 235122 h 447134"/>
                <a:gd name="connsiteX277" fmla="*/ 2700691 w 2915191"/>
                <a:gd name="connsiteY277" fmla="*/ 266841 h 447134"/>
                <a:gd name="connsiteX278" fmla="*/ 2710435 w 2915191"/>
                <a:gd name="connsiteY278" fmla="*/ 283082 h 447134"/>
                <a:gd name="connsiteX279" fmla="*/ 2720194 w 2915191"/>
                <a:gd name="connsiteY279" fmla="*/ 287412 h 447134"/>
                <a:gd name="connsiteX280" fmla="*/ 2729938 w 2915191"/>
                <a:gd name="connsiteY280" fmla="*/ 316323 h 447134"/>
                <a:gd name="connsiteX281" fmla="*/ 2739697 w 2915191"/>
                <a:gd name="connsiteY281" fmla="*/ 281117 h 447134"/>
                <a:gd name="connsiteX282" fmla="*/ 2749441 w 2915191"/>
                <a:gd name="connsiteY282" fmla="*/ 290529 h 447134"/>
                <a:gd name="connsiteX283" fmla="*/ 2759185 w 2915191"/>
                <a:gd name="connsiteY283" fmla="*/ 310425 h 447134"/>
                <a:gd name="connsiteX284" fmla="*/ 2768943 w 2915191"/>
                <a:gd name="connsiteY284" fmla="*/ 333289 h 447134"/>
                <a:gd name="connsiteX285" fmla="*/ 2778687 w 2915191"/>
                <a:gd name="connsiteY285" fmla="*/ 340774 h 447134"/>
                <a:gd name="connsiteX286" fmla="*/ 2788446 w 2915191"/>
                <a:gd name="connsiteY286" fmla="*/ 344911 h 447134"/>
                <a:gd name="connsiteX287" fmla="*/ 2798190 w 2915191"/>
                <a:gd name="connsiteY287" fmla="*/ 352817 h 447134"/>
                <a:gd name="connsiteX288" fmla="*/ 2807934 w 2915191"/>
                <a:gd name="connsiteY288" fmla="*/ 390163 h 447134"/>
                <a:gd name="connsiteX289" fmla="*/ 2817693 w 2915191"/>
                <a:gd name="connsiteY289" fmla="*/ 388752 h 447134"/>
                <a:gd name="connsiteX290" fmla="*/ 2827437 w 2915191"/>
                <a:gd name="connsiteY290" fmla="*/ 345504 h 447134"/>
                <a:gd name="connsiteX291" fmla="*/ 2837196 w 2915191"/>
                <a:gd name="connsiteY291" fmla="*/ 327223 h 447134"/>
                <a:gd name="connsiteX292" fmla="*/ 2846940 w 2915191"/>
                <a:gd name="connsiteY292" fmla="*/ 340080 h 447134"/>
                <a:gd name="connsiteX293" fmla="*/ 2856684 w 2915191"/>
                <a:gd name="connsiteY293" fmla="*/ 339305 h 447134"/>
                <a:gd name="connsiteX294" fmla="*/ 2866442 w 2915191"/>
                <a:gd name="connsiteY294" fmla="*/ 354739 h 447134"/>
                <a:gd name="connsiteX295" fmla="*/ 2876186 w 2915191"/>
                <a:gd name="connsiteY295" fmla="*/ 368309 h 447134"/>
                <a:gd name="connsiteX296" fmla="*/ 2885945 w 2915191"/>
                <a:gd name="connsiteY296" fmla="*/ 341485 h 447134"/>
                <a:gd name="connsiteX297" fmla="*/ 2895689 w 2915191"/>
                <a:gd name="connsiteY297" fmla="*/ 314857 h 447134"/>
                <a:gd name="connsiteX298" fmla="*/ 2905433 w 2915191"/>
                <a:gd name="connsiteY298" fmla="*/ 313095 h 447134"/>
                <a:gd name="connsiteX299" fmla="*/ 2915192 w 2915191"/>
                <a:gd name="connsiteY299" fmla="*/ 356859 h 447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47134">
                  <a:moveTo>
                    <a:pt x="0" y="354058"/>
                  </a:moveTo>
                  <a:lnTo>
                    <a:pt x="9750" y="384044"/>
                  </a:lnTo>
                  <a:lnTo>
                    <a:pt x="19500" y="337924"/>
                  </a:lnTo>
                  <a:lnTo>
                    <a:pt x="29250" y="324853"/>
                  </a:lnTo>
                  <a:lnTo>
                    <a:pt x="39000" y="323485"/>
                  </a:lnTo>
                  <a:lnTo>
                    <a:pt x="48749" y="307321"/>
                  </a:lnTo>
                  <a:lnTo>
                    <a:pt x="58499" y="330546"/>
                  </a:lnTo>
                  <a:lnTo>
                    <a:pt x="68249" y="357488"/>
                  </a:lnTo>
                  <a:lnTo>
                    <a:pt x="77998" y="396864"/>
                  </a:lnTo>
                  <a:lnTo>
                    <a:pt x="87748" y="412891"/>
                  </a:lnTo>
                  <a:lnTo>
                    <a:pt x="97497" y="422654"/>
                  </a:lnTo>
                  <a:lnTo>
                    <a:pt x="107247" y="447135"/>
                  </a:lnTo>
                  <a:lnTo>
                    <a:pt x="116997" y="445558"/>
                  </a:lnTo>
                  <a:lnTo>
                    <a:pt x="126747" y="439407"/>
                  </a:lnTo>
                  <a:lnTo>
                    <a:pt x="136497" y="436253"/>
                  </a:lnTo>
                  <a:lnTo>
                    <a:pt x="146247" y="427532"/>
                  </a:lnTo>
                  <a:lnTo>
                    <a:pt x="155997" y="423103"/>
                  </a:lnTo>
                  <a:lnTo>
                    <a:pt x="165747" y="408073"/>
                  </a:lnTo>
                  <a:lnTo>
                    <a:pt x="175497" y="371308"/>
                  </a:lnTo>
                  <a:lnTo>
                    <a:pt x="185247" y="345336"/>
                  </a:lnTo>
                  <a:lnTo>
                    <a:pt x="194996" y="366475"/>
                  </a:lnTo>
                  <a:lnTo>
                    <a:pt x="204746" y="383305"/>
                  </a:lnTo>
                  <a:lnTo>
                    <a:pt x="214495" y="390550"/>
                  </a:lnTo>
                  <a:lnTo>
                    <a:pt x="224245" y="371819"/>
                  </a:lnTo>
                  <a:lnTo>
                    <a:pt x="233995" y="359551"/>
                  </a:lnTo>
                  <a:lnTo>
                    <a:pt x="243744" y="344487"/>
                  </a:lnTo>
                  <a:lnTo>
                    <a:pt x="253494" y="346532"/>
                  </a:lnTo>
                  <a:lnTo>
                    <a:pt x="263244" y="330963"/>
                  </a:lnTo>
                  <a:lnTo>
                    <a:pt x="272994" y="316952"/>
                  </a:lnTo>
                  <a:lnTo>
                    <a:pt x="282744" y="317362"/>
                  </a:lnTo>
                  <a:lnTo>
                    <a:pt x="292494" y="289758"/>
                  </a:lnTo>
                  <a:lnTo>
                    <a:pt x="302244" y="303972"/>
                  </a:lnTo>
                  <a:lnTo>
                    <a:pt x="311994" y="305986"/>
                  </a:lnTo>
                  <a:lnTo>
                    <a:pt x="321744" y="285810"/>
                  </a:lnTo>
                  <a:lnTo>
                    <a:pt x="331493" y="282851"/>
                  </a:lnTo>
                  <a:lnTo>
                    <a:pt x="341243" y="312371"/>
                  </a:lnTo>
                  <a:lnTo>
                    <a:pt x="350993" y="313299"/>
                  </a:lnTo>
                  <a:lnTo>
                    <a:pt x="360742" y="315441"/>
                  </a:lnTo>
                  <a:lnTo>
                    <a:pt x="370492" y="284782"/>
                  </a:lnTo>
                  <a:lnTo>
                    <a:pt x="380241" y="262547"/>
                  </a:lnTo>
                  <a:lnTo>
                    <a:pt x="389991" y="274663"/>
                  </a:lnTo>
                  <a:lnTo>
                    <a:pt x="399741" y="261885"/>
                  </a:lnTo>
                  <a:lnTo>
                    <a:pt x="409491" y="283127"/>
                  </a:lnTo>
                  <a:lnTo>
                    <a:pt x="419241" y="265586"/>
                  </a:lnTo>
                  <a:lnTo>
                    <a:pt x="428991" y="273812"/>
                  </a:lnTo>
                  <a:lnTo>
                    <a:pt x="438741" y="228066"/>
                  </a:lnTo>
                  <a:lnTo>
                    <a:pt x="448491" y="242582"/>
                  </a:lnTo>
                  <a:lnTo>
                    <a:pt x="458241" y="257246"/>
                  </a:lnTo>
                  <a:lnTo>
                    <a:pt x="467991" y="254031"/>
                  </a:lnTo>
                  <a:lnTo>
                    <a:pt x="477740" y="269174"/>
                  </a:lnTo>
                  <a:lnTo>
                    <a:pt x="487490" y="263919"/>
                  </a:lnTo>
                  <a:lnTo>
                    <a:pt x="497239" y="253780"/>
                  </a:lnTo>
                  <a:lnTo>
                    <a:pt x="506989" y="245221"/>
                  </a:lnTo>
                  <a:lnTo>
                    <a:pt x="516738" y="273526"/>
                  </a:lnTo>
                  <a:lnTo>
                    <a:pt x="526488" y="293941"/>
                  </a:lnTo>
                  <a:lnTo>
                    <a:pt x="536238" y="291911"/>
                  </a:lnTo>
                  <a:lnTo>
                    <a:pt x="545988" y="293686"/>
                  </a:lnTo>
                  <a:lnTo>
                    <a:pt x="555738" y="292877"/>
                  </a:lnTo>
                  <a:lnTo>
                    <a:pt x="565488" y="318655"/>
                  </a:lnTo>
                  <a:lnTo>
                    <a:pt x="575238" y="345686"/>
                  </a:lnTo>
                  <a:lnTo>
                    <a:pt x="584988" y="310163"/>
                  </a:lnTo>
                  <a:lnTo>
                    <a:pt x="594738" y="299540"/>
                  </a:lnTo>
                  <a:lnTo>
                    <a:pt x="604488" y="315405"/>
                  </a:lnTo>
                  <a:lnTo>
                    <a:pt x="614237" y="326684"/>
                  </a:lnTo>
                  <a:lnTo>
                    <a:pt x="623987" y="318189"/>
                  </a:lnTo>
                  <a:lnTo>
                    <a:pt x="633736" y="307295"/>
                  </a:lnTo>
                  <a:lnTo>
                    <a:pt x="643486" y="278228"/>
                  </a:lnTo>
                  <a:lnTo>
                    <a:pt x="653236" y="271936"/>
                  </a:lnTo>
                  <a:lnTo>
                    <a:pt x="662985" y="294016"/>
                  </a:lnTo>
                  <a:lnTo>
                    <a:pt x="672735" y="323850"/>
                  </a:lnTo>
                  <a:lnTo>
                    <a:pt x="682485" y="313770"/>
                  </a:lnTo>
                  <a:lnTo>
                    <a:pt x="692235" y="326332"/>
                  </a:lnTo>
                  <a:lnTo>
                    <a:pt x="701985" y="324786"/>
                  </a:lnTo>
                  <a:lnTo>
                    <a:pt x="711735" y="307397"/>
                  </a:lnTo>
                  <a:lnTo>
                    <a:pt x="721485" y="344155"/>
                  </a:lnTo>
                  <a:lnTo>
                    <a:pt x="731235" y="306997"/>
                  </a:lnTo>
                  <a:lnTo>
                    <a:pt x="740985" y="298519"/>
                  </a:lnTo>
                  <a:lnTo>
                    <a:pt x="750734" y="279706"/>
                  </a:lnTo>
                  <a:lnTo>
                    <a:pt x="760484" y="266958"/>
                  </a:lnTo>
                  <a:lnTo>
                    <a:pt x="770233" y="262116"/>
                  </a:lnTo>
                  <a:lnTo>
                    <a:pt x="779983" y="263059"/>
                  </a:lnTo>
                  <a:lnTo>
                    <a:pt x="789733" y="262998"/>
                  </a:lnTo>
                  <a:lnTo>
                    <a:pt x="799482" y="250753"/>
                  </a:lnTo>
                  <a:lnTo>
                    <a:pt x="809232" y="220341"/>
                  </a:lnTo>
                  <a:lnTo>
                    <a:pt x="818982" y="237648"/>
                  </a:lnTo>
                  <a:lnTo>
                    <a:pt x="828732" y="233279"/>
                  </a:lnTo>
                  <a:lnTo>
                    <a:pt x="838482" y="174469"/>
                  </a:lnTo>
                  <a:lnTo>
                    <a:pt x="848232" y="173083"/>
                  </a:lnTo>
                  <a:lnTo>
                    <a:pt x="857982" y="165811"/>
                  </a:lnTo>
                  <a:lnTo>
                    <a:pt x="867732" y="172500"/>
                  </a:lnTo>
                  <a:lnTo>
                    <a:pt x="877482" y="148847"/>
                  </a:lnTo>
                  <a:lnTo>
                    <a:pt x="887231" y="155438"/>
                  </a:lnTo>
                  <a:lnTo>
                    <a:pt x="896981" y="169699"/>
                  </a:lnTo>
                  <a:lnTo>
                    <a:pt x="906730" y="181416"/>
                  </a:lnTo>
                  <a:lnTo>
                    <a:pt x="916480" y="183706"/>
                  </a:lnTo>
                  <a:lnTo>
                    <a:pt x="926230" y="216344"/>
                  </a:lnTo>
                  <a:lnTo>
                    <a:pt x="935979" y="231579"/>
                  </a:lnTo>
                  <a:lnTo>
                    <a:pt x="945729" y="233312"/>
                  </a:lnTo>
                  <a:lnTo>
                    <a:pt x="955479" y="250935"/>
                  </a:lnTo>
                  <a:lnTo>
                    <a:pt x="965229" y="276956"/>
                  </a:lnTo>
                  <a:lnTo>
                    <a:pt x="974979" y="310206"/>
                  </a:lnTo>
                  <a:lnTo>
                    <a:pt x="984729" y="310969"/>
                  </a:lnTo>
                  <a:lnTo>
                    <a:pt x="994474" y="324854"/>
                  </a:lnTo>
                  <a:lnTo>
                    <a:pt x="1004233" y="353597"/>
                  </a:lnTo>
                  <a:lnTo>
                    <a:pt x="1013977" y="317053"/>
                  </a:lnTo>
                  <a:lnTo>
                    <a:pt x="1023721" y="308109"/>
                  </a:lnTo>
                  <a:lnTo>
                    <a:pt x="1033480" y="308056"/>
                  </a:lnTo>
                  <a:lnTo>
                    <a:pt x="1043224" y="293446"/>
                  </a:lnTo>
                  <a:lnTo>
                    <a:pt x="1052983" y="324001"/>
                  </a:lnTo>
                  <a:lnTo>
                    <a:pt x="1062727" y="295941"/>
                  </a:lnTo>
                  <a:lnTo>
                    <a:pt x="1072471" y="308890"/>
                  </a:lnTo>
                  <a:lnTo>
                    <a:pt x="1082230" y="261058"/>
                  </a:lnTo>
                  <a:lnTo>
                    <a:pt x="1091973" y="275898"/>
                  </a:lnTo>
                  <a:lnTo>
                    <a:pt x="1101732" y="287357"/>
                  </a:lnTo>
                  <a:lnTo>
                    <a:pt x="1111476" y="273252"/>
                  </a:lnTo>
                  <a:lnTo>
                    <a:pt x="1121220" y="259540"/>
                  </a:lnTo>
                  <a:lnTo>
                    <a:pt x="1130979" y="237777"/>
                  </a:lnTo>
                  <a:lnTo>
                    <a:pt x="1140723" y="227974"/>
                  </a:lnTo>
                  <a:lnTo>
                    <a:pt x="1150482" y="205546"/>
                  </a:lnTo>
                  <a:lnTo>
                    <a:pt x="1160226" y="209728"/>
                  </a:lnTo>
                  <a:lnTo>
                    <a:pt x="1169969" y="219742"/>
                  </a:lnTo>
                  <a:lnTo>
                    <a:pt x="1179728" y="228762"/>
                  </a:lnTo>
                  <a:lnTo>
                    <a:pt x="1189472" y="222552"/>
                  </a:lnTo>
                  <a:lnTo>
                    <a:pt x="1199231" y="206702"/>
                  </a:lnTo>
                  <a:lnTo>
                    <a:pt x="1208975" y="228135"/>
                  </a:lnTo>
                  <a:lnTo>
                    <a:pt x="1218719" y="204824"/>
                  </a:lnTo>
                  <a:lnTo>
                    <a:pt x="1228478" y="190004"/>
                  </a:lnTo>
                  <a:lnTo>
                    <a:pt x="1238222" y="186660"/>
                  </a:lnTo>
                  <a:lnTo>
                    <a:pt x="1247966" y="178600"/>
                  </a:lnTo>
                  <a:lnTo>
                    <a:pt x="1257725" y="171255"/>
                  </a:lnTo>
                  <a:lnTo>
                    <a:pt x="1267469" y="178630"/>
                  </a:lnTo>
                  <a:lnTo>
                    <a:pt x="1277227" y="163877"/>
                  </a:lnTo>
                  <a:lnTo>
                    <a:pt x="1286971" y="165583"/>
                  </a:lnTo>
                  <a:lnTo>
                    <a:pt x="1296715" y="191114"/>
                  </a:lnTo>
                  <a:lnTo>
                    <a:pt x="1306474" y="151888"/>
                  </a:lnTo>
                  <a:lnTo>
                    <a:pt x="1316218" y="129561"/>
                  </a:lnTo>
                  <a:lnTo>
                    <a:pt x="1325977" y="114120"/>
                  </a:lnTo>
                  <a:lnTo>
                    <a:pt x="1335721" y="155092"/>
                  </a:lnTo>
                  <a:lnTo>
                    <a:pt x="1345465" y="129432"/>
                  </a:lnTo>
                  <a:lnTo>
                    <a:pt x="1355224" y="145913"/>
                  </a:lnTo>
                  <a:lnTo>
                    <a:pt x="1364967" y="120412"/>
                  </a:lnTo>
                  <a:lnTo>
                    <a:pt x="1374726" y="118883"/>
                  </a:lnTo>
                  <a:lnTo>
                    <a:pt x="1384470" y="111428"/>
                  </a:lnTo>
                  <a:lnTo>
                    <a:pt x="1394214" y="79477"/>
                  </a:lnTo>
                  <a:lnTo>
                    <a:pt x="1403973" y="93220"/>
                  </a:lnTo>
                  <a:lnTo>
                    <a:pt x="1413717" y="71882"/>
                  </a:lnTo>
                  <a:lnTo>
                    <a:pt x="1423476" y="60980"/>
                  </a:lnTo>
                  <a:lnTo>
                    <a:pt x="1433220" y="70621"/>
                  </a:lnTo>
                  <a:lnTo>
                    <a:pt x="1442964" y="57497"/>
                  </a:lnTo>
                  <a:lnTo>
                    <a:pt x="1452722" y="88764"/>
                  </a:lnTo>
                  <a:lnTo>
                    <a:pt x="1462466" y="90592"/>
                  </a:lnTo>
                  <a:lnTo>
                    <a:pt x="1472225" y="71925"/>
                  </a:lnTo>
                  <a:lnTo>
                    <a:pt x="1481969" y="61361"/>
                  </a:lnTo>
                  <a:lnTo>
                    <a:pt x="1491713" y="86289"/>
                  </a:lnTo>
                  <a:lnTo>
                    <a:pt x="1501472" y="74197"/>
                  </a:lnTo>
                  <a:lnTo>
                    <a:pt x="1511216" y="105540"/>
                  </a:lnTo>
                  <a:lnTo>
                    <a:pt x="1520960" y="141551"/>
                  </a:lnTo>
                  <a:lnTo>
                    <a:pt x="1530719" y="125685"/>
                  </a:lnTo>
                  <a:lnTo>
                    <a:pt x="1540463" y="112440"/>
                  </a:lnTo>
                  <a:lnTo>
                    <a:pt x="1550221" y="117669"/>
                  </a:lnTo>
                  <a:lnTo>
                    <a:pt x="1559965" y="89428"/>
                  </a:lnTo>
                  <a:lnTo>
                    <a:pt x="1569709" y="68570"/>
                  </a:lnTo>
                  <a:lnTo>
                    <a:pt x="1579468" y="79745"/>
                  </a:lnTo>
                  <a:lnTo>
                    <a:pt x="1589212" y="88560"/>
                  </a:lnTo>
                  <a:lnTo>
                    <a:pt x="1598971" y="80341"/>
                  </a:lnTo>
                  <a:lnTo>
                    <a:pt x="1608715" y="54042"/>
                  </a:lnTo>
                  <a:lnTo>
                    <a:pt x="1618459" y="70673"/>
                  </a:lnTo>
                  <a:lnTo>
                    <a:pt x="1628218" y="79449"/>
                  </a:lnTo>
                  <a:lnTo>
                    <a:pt x="1637962" y="97182"/>
                  </a:lnTo>
                  <a:lnTo>
                    <a:pt x="1647720" y="104123"/>
                  </a:lnTo>
                  <a:lnTo>
                    <a:pt x="1657464" y="135701"/>
                  </a:lnTo>
                  <a:lnTo>
                    <a:pt x="1667208" y="88995"/>
                  </a:lnTo>
                  <a:lnTo>
                    <a:pt x="1676967" y="90590"/>
                  </a:lnTo>
                  <a:lnTo>
                    <a:pt x="1686711" y="104652"/>
                  </a:lnTo>
                  <a:lnTo>
                    <a:pt x="1696470" y="105138"/>
                  </a:lnTo>
                  <a:lnTo>
                    <a:pt x="1706214" y="121602"/>
                  </a:lnTo>
                  <a:lnTo>
                    <a:pt x="1715958" y="108652"/>
                  </a:lnTo>
                  <a:lnTo>
                    <a:pt x="1725716" y="109101"/>
                  </a:lnTo>
                  <a:lnTo>
                    <a:pt x="1735460" y="112741"/>
                  </a:lnTo>
                  <a:lnTo>
                    <a:pt x="1745219" y="117045"/>
                  </a:lnTo>
                  <a:lnTo>
                    <a:pt x="1754963" y="109403"/>
                  </a:lnTo>
                  <a:lnTo>
                    <a:pt x="1764707" y="108949"/>
                  </a:lnTo>
                  <a:lnTo>
                    <a:pt x="1774466" y="72877"/>
                  </a:lnTo>
                  <a:lnTo>
                    <a:pt x="1784210" y="64335"/>
                  </a:lnTo>
                  <a:lnTo>
                    <a:pt x="1793969" y="41944"/>
                  </a:lnTo>
                  <a:lnTo>
                    <a:pt x="1803713" y="7025"/>
                  </a:lnTo>
                  <a:lnTo>
                    <a:pt x="1813457" y="11894"/>
                  </a:lnTo>
                  <a:lnTo>
                    <a:pt x="1823215" y="0"/>
                  </a:lnTo>
                  <a:lnTo>
                    <a:pt x="1832959" y="386"/>
                  </a:lnTo>
                  <a:lnTo>
                    <a:pt x="1842703" y="46862"/>
                  </a:lnTo>
                  <a:lnTo>
                    <a:pt x="1852462" y="63818"/>
                  </a:lnTo>
                  <a:lnTo>
                    <a:pt x="1862206" y="55037"/>
                  </a:lnTo>
                  <a:lnTo>
                    <a:pt x="1871965" y="110182"/>
                  </a:lnTo>
                  <a:lnTo>
                    <a:pt x="1881709" y="134097"/>
                  </a:lnTo>
                  <a:lnTo>
                    <a:pt x="1891453" y="147105"/>
                  </a:lnTo>
                  <a:lnTo>
                    <a:pt x="1901212" y="145065"/>
                  </a:lnTo>
                  <a:lnTo>
                    <a:pt x="1910956" y="168497"/>
                  </a:lnTo>
                  <a:lnTo>
                    <a:pt x="1920714" y="200935"/>
                  </a:lnTo>
                  <a:lnTo>
                    <a:pt x="1930458" y="179372"/>
                  </a:lnTo>
                  <a:lnTo>
                    <a:pt x="1940202" y="179832"/>
                  </a:lnTo>
                  <a:lnTo>
                    <a:pt x="1949961" y="177664"/>
                  </a:lnTo>
                  <a:lnTo>
                    <a:pt x="1959705" y="184953"/>
                  </a:lnTo>
                  <a:lnTo>
                    <a:pt x="1969464" y="198781"/>
                  </a:lnTo>
                  <a:lnTo>
                    <a:pt x="1979208" y="164211"/>
                  </a:lnTo>
                  <a:lnTo>
                    <a:pt x="1988952" y="195861"/>
                  </a:lnTo>
                  <a:lnTo>
                    <a:pt x="1998711" y="207832"/>
                  </a:lnTo>
                  <a:lnTo>
                    <a:pt x="2008454" y="198419"/>
                  </a:lnTo>
                  <a:lnTo>
                    <a:pt x="2018213" y="199070"/>
                  </a:lnTo>
                  <a:lnTo>
                    <a:pt x="2027957" y="194849"/>
                  </a:lnTo>
                  <a:lnTo>
                    <a:pt x="2037701" y="213490"/>
                  </a:lnTo>
                  <a:lnTo>
                    <a:pt x="2047460" y="207160"/>
                  </a:lnTo>
                  <a:lnTo>
                    <a:pt x="2057204" y="222975"/>
                  </a:lnTo>
                  <a:lnTo>
                    <a:pt x="2066963" y="204427"/>
                  </a:lnTo>
                  <a:lnTo>
                    <a:pt x="2076707" y="217400"/>
                  </a:lnTo>
                  <a:lnTo>
                    <a:pt x="2086451" y="237178"/>
                  </a:lnTo>
                  <a:lnTo>
                    <a:pt x="2096210" y="275238"/>
                  </a:lnTo>
                  <a:lnTo>
                    <a:pt x="2105954" y="289933"/>
                  </a:lnTo>
                  <a:lnTo>
                    <a:pt x="2115697" y="298091"/>
                  </a:lnTo>
                  <a:lnTo>
                    <a:pt x="2125456" y="267289"/>
                  </a:lnTo>
                  <a:lnTo>
                    <a:pt x="2135200" y="269970"/>
                  </a:lnTo>
                  <a:lnTo>
                    <a:pt x="2144959" y="241369"/>
                  </a:lnTo>
                  <a:lnTo>
                    <a:pt x="2154703" y="253667"/>
                  </a:lnTo>
                  <a:lnTo>
                    <a:pt x="2164447" y="247322"/>
                  </a:lnTo>
                  <a:lnTo>
                    <a:pt x="2174206" y="203511"/>
                  </a:lnTo>
                  <a:lnTo>
                    <a:pt x="2183950" y="186878"/>
                  </a:lnTo>
                  <a:lnTo>
                    <a:pt x="2193709" y="197604"/>
                  </a:lnTo>
                  <a:lnTo>
                    <a:pt x="2203452" y="188861"/>
                  </a:lnTo>
                  <a:lnTo>
                    <a:pt x="2213196" y="176149"/>
                  </a:lnTo>
                  <a:lnTo>
                    <a:pt x="2222955" y="172563"/>
                  </a:lnTo>
                  <a:lnTo>
                    <a:pt x="2232699" y="124082"/>
                  </a:lnTo>
                  <a:lnTo>
                    <a:pt x="2242458" y="120101"/>
                  </a:lnTo>
                  <a:lnTo>
                    <a:pt x="2252202" y="139666"/>
                  </a:lnTo>
                  <a:lnTo>
                    <a:pt x="2261946" y="101989"/>
                  </a:lnTo>
                  <a:lnTo>
                    <a:pt x="2271705" y="107362"/>
                  </a:lnTo>
                  <a:lnTo>
                    <a:pt x="2281449" y="120333"/>
                  </a:lnTo>
                  <a:lnTo>
                    <a:pt x="2291208" y="113484"/>
                  </a:lnTo>
                  <a:lnTo>
                    <a:pt x="2300951" y="110832"/>
                  </a:lnTo>
                  <a:lnTo>
                    <a:pt x="2310695" y="119652"/>
                  </a:lnTo>
                  <a:lnTo>
                    <a:pt x="2320454" y="99856"/>
                  </a:lnTo>
                  <a:lnTo>
                    <a:pt x="2330198" y="105400"/>
                  </a:lnTo>
                  <a:lnTo>
                    <a:pt x="2339957" y="85312"/>
                  </a:lnTo>
                  <a:lnTo>
                    <a:pt x="2349701" y="73543"/>
                  </a:lnTo>
                  <a:lnTo>
                    <a:pt x="2359445" y="81630"/>
                  </a:lnTo>
                  <a:lnTo>
                    <a:pt x="2369204" y="57345"/>
                  </a:lnTo>
                  <a:lnTo>
                    <a:pt x="2378948" y="44898"/>
                  </a:lnTo>
                  <a:lnTo>
                    <a:pt x="2388692" y="63219"/>
                  </a:lnTo>
                  <a:lnTo>
                    <a:pt x="2398450" y="49590"/>
                  </a:lnTo>
                  <a:lnTo>
                    <a:pt x="2408194" y="11725"/>
                  </a:lnTo>
                  <a:lnTo>
                    <a:pt x="2417953" y="18880"/>
                  </a:lnTo>
                  <a:lnTo>
                    <a:pt x="2427697" y="40568"/>
                  </a:lnTo>
                  <a:lnTo>
                    <a:pt x="2437441" y="37782"/>
                  </a:lnTo>
                  <a:lnTo>
                    <a:pt x="2447200" y="47894"/>
                  </a:lnTo>
                  <a:lnTo>
                    <a:pt x="2456944" y="59164"/>
                  </a:lnTo>
                  <a:lnTo>
                    <a:pt x="2466703" y="79425"/>
                  </a:lnTo>
                  <a:lnTo>
                    <a:pt x="2476446" y="53210"/>
                  </a:lnTo>
                  <a:lnTo>
                    <a:pt x="2486190" y="66853"/>
                  </a:lnTo>
                  <a:lnTo>
                    <a:pt x="2495949" y="71606"/>
                  </a:lnTo>
                  <a:lnTo>
                    <a:pt x="2505693" y="87065"/>
                  </a:lnTo>
                  <a:lnTo>
                    <a:pt x="2515452" y="81402"/>
                  </a:lnTo>
                  <a:lnTo>
                    <a:pt x="2525196" y="115692"/>
                  </a:lnTo>
                  <a:lnTo>
                    <a:pt x="2534940" y="143272"/>
                  </a:lnTo>
                  <a:lnTo>
                    <a:pt x="2544699" y="152075"/>
                  </a:lnTo>
                  <a:lnTo>
                    <a:pt x="2554443" y="185030"/>
                  </a:lnTo>
                  <a:lnTo>
                    <a:pt x="2564202" y="191803"/>
                  </a:lnTo>
                  <a:lnTo>
                    <a:pt x="2573946" y="230901"/>
                  </a:lnTo>
                  <a:lnTo>
                    <a:pt x="2583690" y="254044"/>
                  </a:lnTo>
                  <a:lnTo>
                    <a:pt x="2593448" y="227773"/>
                  </a:lnTo>
                  <a:lnTo>
                    <a:pt x="2603192" y="224012"/>
                  </a:lnTo>
                  <a:lnTo>
                    <a:pt x="2612951" y="234565"/>
                  </a:lnTo>
                  <a:lnTo>
                    <a:pt x="2622695" y="268545"/>
                  </a:lnTo>
                  <a:lnTo>
                    <a:pt x="2632439" y="238968"/>
                  </a:lnTo>
                  <a:lnTo>
                    <a:pt x="2642198" y="236758"/>
                  </a:lnTo>
                  <a:lnTo>
                    <a:pt x="2651942" y="220536"/>
                  </a:lnTo>
                  <a:lnTo>
                    <a:pt x="2661685" y="229321"/>
                  </a:lnTo>
                  <a:lnTo>
                    <a:pt x="2671444" y="225264"/>
                  </a:lnTo>
                  <a:lnTo>
                    <a:pt x="2681188" y="234051"/>
                  </a:lnTo>
                  <a:lnTo>
                    <a:pt x="2690947" y="235122"/>
                  </a:lnTo>
                  <a:lnTo>
                    <a:pt x="2700691" y="266841"/>
                  </a:lnTo>
                  <a:lnTo>
                    <a:pt x="2710435" y="283082"/>
                  </a:lnTo>
                  <a:lnTo>
                    <a:pt x="2720194" y="287412"/>
                  </a:lnTo>
                  <a:lnTo>
                    <a:pt x="2729938" y="316323"/>
                  </a:lnTo>
                  <a:lnTo>
                    <a:pt x="2739697" y="281117"/>
                  </a:lnTo>
                  <a:lnTo>
                    <a:pt x="2749441" y="290529"/>
                  </a:lnTo>
                  <a:lnTo>
                    <a:pt x="2759185" y="310425"/>
                  </a:lnTo>
                  <a:lnTo>
                    <a:pt x="2768943" y="333289"/>
                  </a:lnTo>
                  <a:lnTo>
                    <a:pt x="2778687" y="340774"/>
                  </a:lnTo>
                  <a:lnTo>
                    <a:pt x="2788446" y="344911"/>
                  </a:lnTo>
                  <a:lnTo>
                    <a:pt x="2798190" y="352817"/>
                  </a:lnTo>
                  <a:lnTo>
                    <a:pt x="2807934" y="390163"/>
                  </a:lnTo>
                  <a:lnTo>
                    <a:pt x="2817693" y="388752"/>
                  </a:lnTo>
                  <a:lnTo>
                    <a:pt x="2827437" y="345504"/>
                  </a:lnTo>
                  <a:lnTo>
                    <a:pt x="2837196" y="327223"/>
                  </a:lnTo>
                  <a:lnTo>
                    <a:pt x="2846940" y="340080"/>
                  </a:lnTo>
                  <a:lnTo>
                    <a:pt x="2856684" y="339305"/>
                  </a:lnTo>
                  <a:lnTo>
                    <a:pt x="2866442" y="354739"/>
                  </a:lnTo>
                  <a:lnTo>
                    <a:pt x="2876186" y="368309"/>
                  </a:lnTo>
                  <a:lnTo>
                    <a:pt x="2885945" y="341485"/>
                  </a:lnTo>
                  <a:lnTo>
                    <a:pt x="2895689" y="314857"/>
                  </a:lnTo>
                  <a:lnTo>
                    <a:pt x="2905433" y="313095"/>
                  </a:lnTo>
                  <a:lnTo>
                    <a:pt x="2915192" y="35685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3" name="Freeform 1102">
              <a:extLst>
                <a:ext uri="{FF2B5EF4-FFF2-40B4-BE49-F238E27FC236}">
                  <a16:creationId xmlns:a16="http://schemas.microsoft.com/office/drawing/2014/main" id="{5C7A58F6-B142-86F8-5979-CE406E77E322}"/>
                </a:ext>
              </a:extLst>
            </p:cNvPr>
            <p:cNvSpPr/>
            <p:nvPr/>
          </p:nvSpPr>
          <p:spPr>
            <a:xfrm>
              <a:off x="4426652" y="3146972"/>
              <a:ext cx="2915191" cy="432647"/>
            </a:xfrm>
            <a:custGeom>
              <a:avLst/>
              <a:gdLst>
                <a:gd name="connsiteX0" fmla="*/ 0 w 2915191"/>
                <a:gd name="connsiteY0" fmla="*/ 161636 h 432647"/>
                <a:gd name="connsiteX1" fmla="*/ 9750 w 2915191"/>
                <a:gd name="connsiteY1" fmla="*/ 188393 h 432647"/>
                <a:gd name="connsiteX2" fmla="*/ 19500 w 2915191"/>
                <a:gd name="connsiteY2" fmla="*/ 241995 h 432647"/>
                <a:gd name="connsiteX3" fmla="*/ 29250 w 2915191"/>
                <a:gd name="connsiteY3" fmla="*/ 213742 h 432647"/>
                <a:gd name="connsiteX4" fmla="*/ 39000 w 2915191"/>
                <a:gd name="connsiteY4" fmla="*/ 206273 h 432647"/>
                <a:gd name="connsiteX5" fmla="*/ 48749 w 2915191"/>
                <a:gd name="connsiteY5" fmla="*/ 183824 h 432647"/>
                <a:gd name="connsiteX6" fmla="*/ 58499 w 2915191"/>
                <a:gd name="connsiteY6" fmla="*/ 179291 h 432647"/>
                <a:gd name="connsiteX7" fmla="*/ 68249 w 2915191"/>
                <a:gd name="connsiteY7" fmla="*/ 186918 h 432647"/>
                <a:gd name="connsiteX8" fmla="*/ 77998 w 2915191"/>
                <a:gd name="connsiteY8" fmla="*/ 184104 h 432647"/>
                <a:gd name="connsiteX9" fmla="*/ 87748 w 2915191"/>
                <a:gd name="connsiteY9" fmla="*/ 183591 h 432647"/>
                <a:gd name="connsiteX10" fmla="*/ 97497 w 2915191"/>
                <a:gd name="connsiteY10" fmla="*/ 172715 h 432647"/>
                <a:gd name="connsiteX11" fmla="*/ 107247 w 2915191"/>
                <a:gd name="connsiteY11" fmla="*/ 177369 h 432647"/>
                <a:gd name="connsiteX12" fmla="*/ 116997 w 2915191"/>
                <a:gd name="connsiteY12" fmla="*/ 167013 h 432647"/>
                <a:gd name="connsiteX13" fmla="*/ 126747 w 2915191"/>
                <a:gd name="connsiteY13" fmla="*/ 134024 h 432647"/>
                <a:gd name="connsiteX14" fmla="*/ 136497 w 2915191"/>
                <a:gd name="connsiteY14" fmla="*/ 149778 h 432647"/>
                <a:gd name="connsiteX15" fmla="*/ 146247 w 2915191"/>
                <a:gd name="connsiteY15" fmla="*/ 121418 h 432647"/>
                <a:gd name="connsiteX16" fmla="*/ 155997 w 2915191"/>
                <a:gd name="connsiteY16" fmla="*/ 107259 h 432647"/>
                <a:gd name="connsiteX17" fmla="*/ 165747 w 2915191"/>
                <a:gd name="connsiteY17" fmla="*/ 106882 h 432647"/>
                <a:gd name="connsiteX18" fmla="*/ 175497 w 2915191"/>
                <a:gd name="connsiteY18" fmla="*/ 132132 h 432647"/>
                <a:gd name="connsiteX19" fmla="*/ 185247 w 2915191"/>
                <a:gd name="connsiteY19" fmla="*/ 92572 h 432647"/>
                <a:gd name="connsiteX20" fmla="*/ 194996 w 2915191"/>
                <a:gd name="connsiteY20" fmla="*/ 81380 h 432647"/>
                <a:gd name="connsiteX21" fmla="*/ 204746 w 2915191"/>
                <a:gd name="connsiteY21" fmla="*/ 82908 h 432647"/>
                <a:gd name="connsiteX22" fmla="*/ 214495 w 2915191"/>
                <a:gd name="connsiteY22" fmla="*/ 69373 h 432647"/>
                <a:gd name="connsiteX23" fmla="*/ 224245 w 2915191"/>
                <a:gd name="connsiteY23" fmla="*/ 65770 h 432647"/>
                <a:gd name="connsiteX24" fmla="*/ 233995 w 2915191"/>
                <a:gd name="connsiteY24" fmla="*/ 39755 h 432647"/>
                <a:gd name="connsiteX25" fmla="*/ 243744 w 2915191"/>
                <a:gd name="connsiteY25" fmla="*/ 31264 h 432647"/>
                <a:gd name="connsiteX26" fmla="*/ 253494 w 2915191"/>
                <a:gd name="connsiteY26" fmla="*/ 57717 h 432647"/>
                <a:gd name="connsiteX27" fmla="*/ 263244 w 2915191"/>
                <a:gd name="connsiteY27" fmla="*/ 44187 h 432647"/>
                <a:gd name="connsiteX28" fmla="*/ 272994 w 2915191"/>
                <a:gd name="connsiteY28" fmla="*/ 68814 h 432647"/>
                <a:gd name="connsiteX29" fmla="*/ 282744 w 2915191"/>
                <a:gd name="connsiteY29" fmla="*/ 67159 h 432647"/>
                <a:gd name="connsiteX30" fmla="*/ 292494 w 2915191"/>
                <a:gd name="connsiteY30" fmla="*/ 62994 h 432647"/>
                <a:gd name="connsiteX31" fmla="*/ 302244 w 2915191"/>
                <a:gd name="connsiteY31" fmla="*/ 27547 h 432647"/>
                <a:gd name="connsiteX32" fmla="*/ 311994 w 2915191"/>
                <a:gd name="connsiteY32" fmla="*/ 33180 h 432647"/>
                <a:gd name="connsiteX33" fmla="*/ 321744 w 2915191"/>
                <a:gd name="connsiteY33" fmla="*/ 0 h 432647"/>
                <a:gd name="connsiteX34" fmla="*/ 331493 w 2915191"/>
                <a:gd name="connsiteY34" fmla="*/ 12490 h 432647"/>
                <a:gd name="connsiteX35" fmla="*/ 341243 w 2915191"/>
                <a:gd name="connsiteY35" fmla="*/ 2458 h 432647"/>
                <a:gd name="connsiteX36" fmla="*/ 350993 w 2915191"/>
                <a:gd name="connsiteY36" fmla="*/ 9339 h 432647"/>
                <a:gd name="connsiteX37" fmla="*/ 360742 w 2915191"/>
                <a:gd name="connsiteY37" fmla="*/ 31669 h 432647"/>
                <a:gd name="connsiteX38" fmla="*/ 370492 w 2915191"/>
                <a:gd name="connsiteY38" fmla="*/ 43587 h 432647"/>
                <a:gd name="connsiteX39" fmla="*/ 380241 w 2915191"/>
                <a:gd name="connsiteY39" fmla="*/ 34864 h 432647"/>
                <a:gd name="connsiteX40" fmla="*/ 389991 w 2915191"/>
                <a:gd name="connsiteY40" fmla="*/ 38045 h 432647"/>
                <a:gd name="connsiteX41" fmla="*/ 399741 w 2915191"/>
                <a:gd name="connsiteY41" fmla="*/ 50575 h 432647"/>
                <a:gd name="connsiteX42" fmla="*/ 409491 w 2915191"/>
                <a:gd name="connsiteY42" fmla="*/ 55624 h 432647"/>
                <a:gd name="connsiteX43" fmla="*/ 419241 w 2915191"/>
                <a:gd name="connsiteY43" fmla="*/ 64577 h 432647"/>
                <a:gd name="connsiteX44" fmla="*/ 428991 w 2915191"/>
                <a:gd name="connsiteY44" fmla="*/ 73431 h 432647"/>
                <a:gd name="connsiteX45" fmla="*/ 438741 w 2915191"/>
                <a:gd name="connsiteY45" fmla="*/ 87938 h 432647"/>
                <a:gd name="connsiteX46" fmla="*/ 448491 w 2915191"/>
                <a:gd name="connsiteY46" fmla="*/ 105892 h 432647"/>
                <a:gd name="connsiteX47" fmla="*/ 458241 w 2915191"/>
                <a:gd name="connsiteY47" fmla="*/ 120431 h 432647"/>
                <a:gd name="connsiteX48" fmla="*/ 467991 w 2915191"/>
                <a:gd name="connsiteY48" fmla="*/ 165195 h 432647"/>
                <a:gd name="connsiteX49" fmla="*/ 477740 w 2915191"/>
                <a:gd name="connsiteY49" fmla="*/ 188302 h 432647"/>
                <a:gd name="connsiteX50" fmla="*/ 487490 w 2915191"/>
                <a:gd name="connsiteY50" fmla="*/ 194977 h 432647"/>
                <a:gd name="connsiteX51" fmla="*/ 497239 w 2915191"/>
                <a:gd name="connsiteY51" fmla="*/ 176951 h 432647"/>
                <a:gd name="connsiteX52" fmla="*/ 506989 w 2915191"/>
                <a:gd name="connsiteY52" fmla="*/ 184385 h 432647"/>
                <a:gd name="connsiteX53" fmla="*/ 516738 w 2915191"/>
                <a:gd name="connsiteY53" fmla="*/ 205044 h 432647"/>
                <a:gd name="connsiteX54" fmla="*/ 526488 w 2915191"/>
                <a:gd name="connsiteY54" fmla="*/ 221640 h 432647"/>
                <a:gd name="connsiteX55" fmla="*/ 536238 w 2915191"/>
                <a:gd name="connsiteY55" fmla="*/ 203288 h 432647"/>
                <a:gd name="connsiteX56" fmla="*/ 545988 w 2915191"/>
                <a:gd name="connsiteY56" fmla="*/ 196702 h 432647"/>
                <a:gd name="connsiteX57" fmla="*/ 555738 w 2915191"/>
                <a:gd name="connsiteY57" fmla="*/ 170556 h 432647"/>
                <a:gd name="connsiteX58" fmla="*/ 565488 w 2915191"/>
                <a:gd name="connsiteY58" fmla="*/ 168078 h 432647"/>
                <a:gd name="connsiteX59" fmla="*/ 575238 w 2915191"/>
                <a:gd name="connsiteY59" fmla="*/ 185744 h 432647"/>
                <a:gd name="connsiteX60" fmla="*/ 584988 w 2915191"/>
                <a:gd name="connsiteY60" fmla="*/ 162885 h 432647"/>
                <a:gd name="connsiteX61" fmla="*/ 594738 w 2915191"/>
                <a:gd name="connsiteY61" fmla="*/ 165011 h 432647"/>
                <a:gd name="connsiteX62" fmla="*/ 604488 w 2915191"/>
                <a:gd name="connsiteY62" fmla="*/ 180123 h 432647"/>
                <a:gd name="connsiteX63" fmla="*/ 614237 w 2915191"/>
                <a:gd name="connsiteY63" fmla="*/ 209152 h 432647"/>
                <a:gd name="connsiteX64" fmla="*/ 623987 w 2915191"/>
                <a:gd name="connsiteY64" fmla="*/ 219687 h 432647"/>
                <a:gd name="connsiteX65" fmla="*/ 633736 w 2915191"/>
                <a:gd name="connsiteY65" fmla="*/ 192200 h 432647"/>
                <a:gd name="connsiteX66" fmla="*/ 643486 w 2915191"/>
                <a:gd name="connsiteY66" fmla="*/ 200038 h 432647"/>
                <a:gd name="connsiteX67" fmla="*/ 653236 w 2915191"/>
                <a:gd name="connsiteY67" fmla="*/ 196723 h 432647"/>
                <a:gd name="connsiteX68" fmla="*/ 662985 w 2915191"/>
                <a:gd name="connsiteY68" fmla="*/ 184159 h 432647"/>
                <a:gd name="connsiteX69" fmla="*/ 672735 w 2915191"/>
                <a:gd name="connsiteY69" fmla="*/ 183336 h 432647"/>
                <a:gd name="connsiteX70" fmla="*/ 682485 w 2915191"/>
                <a:gd name="connsiteY70" fmla="*/ 170897 h 432647"/>
                <a:gd name="connsiteX71" fmla="*/ 692235 w 2915191"/>
                <a:gd name="connsiteY71" fmla="*/ 205436 h 432647"/>
                <a:gd name="connsiteX72" fmla="*/ 701985 w 2915191"/>
                <a:gd name="connsiteY72" fmla="*/ 226467 h 432647"/>
                <a:gd name="connsiteX73" fmla="*/ 711735 w 2915191"/>
                <a:gd name="connsiteY73" fmla="*/ 214605 h 432647"/>
                <a:gd name="connsiteX74" fmla="*/ 721485 w 2915191"/>
                <a:gd name="connsiteY74" fmla="*/ 243291 h 432647"/>
                <a:gd name="connsiteX75" fmla="*/ 731235 w 2915191"/>
                <a:gd name="connsiteY75" fmla="*/ 213063 h 432647"/>
                <a:gd name="connsiteX76" fmla="*/ 740985 w 2915191"/>
                <a:gd name="connsiteY76" fmla="*/ 203735 h 432647"/>
                <a:gd name="connsiteX77" fmla="*/ 750734 w 2915191"/>
                <a:gd name="connsiteY77" fmla="*/ 211283 h 432647"/>
                <a:gd name="connsiteX78" fmla="*/ 760484 w 2915191"/>
                <a:gd name="connsiteY78" fmla="*/ 205378 h 432647"/>
                <a:gd name="connsiteX79" fmla="*/ 770233 w 2915191"/>
                <a:gd name="connsiteY79" fmla="*/ 185305 h 432647"/>
                <a:gd name="connsiteX80" fmla="*/ 779983 w 2915191"/>
                <a:gd name="connsiteY80" fmla="*/ 173627 h 432647"/>
                <a:gd name="connsiteX81" fmla="*/ 789733 w 2915191"/>
                <a:gd name="connsiteY81" fmla="*/ 181736 h 432647"/>
                <a:gd name="connsiteX82" fmla="*/ 799482 w 2915191"/>
                <a:gd name="connsiteY82" fmla="*/ 170988 h 432647"/>
                <a:gd name="connsiteX83" fmla="*/ 809232 w 2915191"/>
                <a:gd name="connsiteY83" fmla="*/ 172183 h 432647"/>
                <a:gd name="connsiteX84" fmla="*/ 818982 w 2915191"/>
                <a:gd name="connsiteY84" fmla="*/ 154088 h 432647"/>
                <a:gd name="connsiteX85" fmla="*/ 828732 w 2915191"/>
                <a:gd name="connsiteY85" fmla="*/ 181978 h 432647"/>
                <a:gd name="connsiteX86" fmla="*/ 838482 w 2915191"/>
                <a:gd name="connsiteY86" fmla="*/ 182754 h 432647"/>
                <a:gd name="connsiteX87" fmla="*/ 848232 w 2915191"/>
                <a:gd name="connsiteY87" fmla="*/ 174454 h 432647"/>
                <a:gd name="connsiteX88" fmla="*/ 857982 w 2915191"/>
                <a:gd name="connsiteY88" fmla="*/ 198922 h 432647"/>
                <a:gd name="connsiteX89" fmla="*/ 867732 w 2915191"/>
                <a:gd name="connsiteY89" fmla="*/ 192744 h 432647"/>
                <a:gd name="connsiteX90" fmla="*/ 877482 w 2915191"/>
                <a:gd name="connsiteY90" fmla="*/ 229742 h 432647"/>
                <a:gd name="connsiteX91" fmla="*/ 887231 w 2915191"/>
                <a:gd name="connsiteY91" fmla="*/ 248000 h 432647"/>
                <a:gd name="connsiteX92" fmla="*/ 896981 w 2915191"/>
                <a:gd name="connsiteY92" fmla="*/ 251587 h 432647"/>
                <a:gd name="connsiteX93" fmla="*/ 906730 w 2915191"/>
                <a:gd name="connsiteY93" fmla="*/ 247074 h 432647"/>
                <a:gd name="connsiteX94" fmla="*/ 916480 w 2915191"/>
                <a:gd name="connsiteY94" fmla="*/ 227795 h 432647"/>
                <a:gd name="connsiteX95" fmla="*/ 926230 w 2915191"/>
                <a:gd name="connsiteY95" fmla="*/ 238640 h 432647"/>
                <a:gd name="connsiteX96" fmla="*/ 935979 w 2915191"/>
                <a:gd name="connsiteY96" fmla="*/ 227892 h 432647"/>
                <a:gd name="connsiteX97" fmla="*/ 945729 w 2915191"/>
                <a:gd name="connsiteY97" fmla="*/ 227737 h 432647"/>
                <a:gd name="connsiteX98" fmla="*/ 955479 w 2915191"/>
                <a:gd name="connsiteY98" fmla="*/ 217710 h 432647"/>
                <a:gd name="connsiteX99" fmla="*/ 965229 w 2915191"/>
                <a:gd name="connsiteY99" fmla="*/ 229224 h 432647"/>
                <a:gd name="connsiteX100" fmla="*/ 974979 w 2915191"/>
                <a:gd name="connsiteY100" fmla="*/ 254479 h 432647"/>
                <a:gd name="connsiteX101" fmla="*/ 984729 w 2915191"/>
                <a:gd name="connsiteY101" fmla="*/ 212169 h 432647"/>
                <a:gd name="connsiteX102" fmla="*/ 994474 w 2915191"/>
                <a:gd name="connsiteY102" fmla="*/ 185436 h 432647"/>
                <a:gd name="connsiteX103" fmla="*/ 1004233 w 2915191"/>
                <a:gd name="connsiteY103" fmla="*/ 199517 h 432647"/>
                <a:gd name="connsiteX104" fmla="*/ 1013977 w 2915191"/>
                <a:gd name="connsiteY104" fmla="*/ 199941 h 432647"/>
                <a:gd name="connsiteX105" fmla="*/ 1023721 w 2915191"/>
                <a:gd name="connsiteY105" fmla="*/ 221709 h 432647"/>
                <a:gd name="connsiteX106" fmla="*/ 1033480 w 2915191"/>
                <a:gd name="connsiteY106" fmla="*/ 226588 h 432647"/>
                <a:gd name="connsiteX107" fmla="*/ 1043224 w 2915191"/>
                <a:gd name="connsiteY107" fmla="*/ 215955 h 432647"/>
                <a:gd name="connsiteX108" fmla="*/ 1052983 w 2915191"/>
                <a:gd name="connsiteY108" fmla="*/ 210478 h 432647"/>
                <a:gd name="connsiteX109" fmla="*/ 1062727 w 2915191"/>
                <a:gd name="connsiteY109" fmla="*/ 186288 h 432647"/>
                <a:gd name="connsiteX110" fmla="*/ 1072471 w 2915191"/>
                <a:gd name="connsiteY110" fmla="*/ 175632 h 432647"/>
                <a:gd name="connsiteX111" fmla="*/ 1082230 w 2915191"/>
                <a:gd name="connsiteY111" fmla="*/ 139730 h 432647"/>
                <a:gd name="connsiteX112" fmla="*/ 1091973 w 2915191"/>
                <a:gd name="connsiteY112" fmla="*/ 163597 h 432647"/>
                <a:gd name="connsiteX113" fmla="*/ 1101732 w 2915191"/>
                <a:gd name="connsiteY113" fmla="*/ 151518 h 432647"/>
                <a:gd name="connsiteX114" fmla="*/ 1111476 w 2915191"/>
                <a:gd name="connsiteY114" fmla="*/ 148386 h 432647"/>
                <a:gd name="connsiteX115" fmla="*/ 1121220 w 2915191"/>
                <a:gd name="connsiteY115" fmla="*/ 157551 h 432647"/>
                <a:gd name="connsiteX116" fmla="*/ 1130979 w 2915191"/>
                <a:gd name="connsiteY116" fmla="*/ 136277 h 432647"/>
                <a:gd name="connsiteX117" fmla="*/ 1140723 w 2915191"/>
                <a:gd name="connsiteY117" fmla="*/ 130029 h 432647"/>
                <a:gd name="connsiteX118" fmla="*/ 1150482 w 2915191"/>
                <a:gd name="connsiteY118" fmla="*/ 129815 h 432647"/>
                <a:gd name="connsiteX119" fmla="*/ 1160226 w 2915191"/>
                <a:gd name="connsiteY119" fmla="*/ 103314 h 432647"/>
                <a:gd name="connsiteX120" fmla="*/ 1169969 w 2915191"/>
                <a:gd name="connsiteY120" fmla="*/ 101058 h 432647"/>
                <a:gd name="connsiteX121" fmla="*/ 1179728 w 2915191"/>
                <a:gd name="connsiteY121" fmla="*/ 129989 h 432647"/>
                <a:gd name="connsiteX122" fmla="*/ 1189472 w 2915191"/>
                <a:gd name="connsiteY122" fmla="*/ 120808 h 432647"/>
                <a:gd name="connsiteX123" fmla="*/ 1199231 w 2915191"/>
                <a:gd name="connsiteY123" fmla="*/ 145147 h 432647"/>
                <a:gd name="connsiteX124" fmla="*/ 1208975 w 2915191"/>
                <a:gd name="connsiteY124" fmla="*/ 157003 h 432647"/>
                <a:gd name="connsiteX125" fmla="*/ 1218719 w 2915191"/>
                <a:gd name="connsiteY125" fmla="*/ 162232 h 432647"/>
                <a:gd name="connsiteX126" fmla="*/ 1228478 w 2915191"/>
                <a:gd name="connsiteY126" fmla="*/ 150933 h 432647"/>
                <a:gd name="connsiteX127" fmla="*/ 1238222 w 2915191"/>
                <a:gd name="connsiteY127" fmla="*/ 181742 h 432647"/>
                <a:gd name="connsiteX128" fmla="*/ 1247966 w 2915191"/>
                <a:gd name="connsiteY128" fmla="*/ 186547 h 432647"/>
                <a:gd name="connsiteX129" fmla="*/ 1257725 w 2915191"/>
                <a:gd name="connsiteY129" fmla="*/ 191896 h 432647"/>
                <a:gd name="connsiteX130" fmla="*/ 1267469 w 2915191"/>
                <a:gd name="connsiteY130" fmla="*/ 172707 h 432647"/>
                <a:gd name="connsiteX131" fmla="*/ 1277227 w 2915191"/>
                <a:gd name="connsiteY131" fmla="*/ 191106 h 432647"/>
                <a:gd name="connsiteX132" fmla="*/ 1286971 w 2915191"/>
                <a:gd name="connsiteY132" fmla="*/ 215091 h 432647"/>
                <a:gd name="connsiteX133" fmla="*/ 1296715 w 2915191"/>
                <a:gd name="connsiteY133" fmla="*/ 206072 h 432647"/>
                <a:gd name="connsiteX134" fmla="*/ 1306474 w 2915191"/>
                <a:gd name="connsiteY134" fmla="*/ 236368 h 432647"/>
                <a:gd name="connsiteX135" fmla="*/ 1316218 w 2915191"/>
                <a:gd name="connsiteY135" fmla="*/ 257530 h 432647"/>
                <a:gd name="connsiteX136" fmla="*/ 1325977 w 2915191"/>
                <a:gd name="connsiteY136" fmla="*/ 224248 h 432647"/>
                <a:gd name="connsiteX137" fmla="*/ 1335721 w 2915191"/>
                <a:gd name="connsiteY137" fmla="*/ 250090 h 432647"/>
                <a:gd name="connsiteX138" fmla="*/ 1345465 w 2915191"/>
                <a:gd name="connsiteY138" fmla="*/ 270141 h 432647"/>
                <a:gd name="connsiteX139" fmla="*/ 1355224 w 2915191"/>
                <a:gd name="connsiteY139" fmla="*/ 295357 h 432647"/>
                <a:gd name="connsiteX140" fmla="*/ 1364967 w 2915191"/>
                <a:gd name="connsiteY140" fmla="*/ 300384 h 432647"/>
                <a:gd name="connsiteX141" fmla="*/ 1374726 w 2915191"/>
                <a:gd name="connsiteY141" fmla="*/ 292105 h 432647"/>
                <a:gd name="connsiteX142" fmla="*/ 1384470 w 2915191"/>
                <a:gd name="connsiteY142" fmla="*/ 315306 h 432647"/>
                <a:gd name="connsiteX143" fmla="*/ 1394214 w 2915191"/>
                <a:gd name="connsiteY143" fmla="*/ 282217 h 432647"/>
                <a:gd name="connsiteX144" fmla="*/ 1403973 w 2915191"/>
                <a:gd name="connsiteY144" fmla="*/ 280826 h 432647"/>
                <a:gd name="connsiteX145" fmla="*/ 1413717 w 2915191"/>
                <a:gd name="connsiteY145" fmla="*/ 257484 h 432647"/>
                <a:gd name="connsiteX146" fmla="*/ 1423476 w 2915191"/>
                <a:gd name="connsiteY146" fmla="*/ 255446 h 432647"/>
                <a:gd name="connsiteX147" fmla="*/ 1433220 w 2915191"/>
                <a:gd name="connsiteY147" fmla="*/ 274083 h 432647"/>
                <a:gd name="connsiteX148" fmla="*/ 1442964 w 2915191"/>
                <a:gd name="connsiteY148" fmla="*/ 254554 h 432647"/>
                <a:gd name="connsiteX149" fmla="*/ 1452722 w 2915191"/>
                <a:gd name="connsiteY149" fmla="*/ 259020 h 432647"/>
                <a:gd name="connsiteX150" fmla="*/ 1462466 w 2915191"/>
                <a:gd name="connsiteY150" fmla="*/ 301348 h 432647"/>
                <a:gd name="connsiteX151" fmla="*/ 1472225 w 2915191"/>
                <a:gd name="connsiteY151" fmla="*/ 316818 h 432647"/>
                <a:gd name="connsiteX152" fmla="*/ 1481969 w 2915191"/>
                <a:gd name="connsiteY152" fmla="*/ 332466 h 432647"/>
                <a:gd name="connsiteX153" fmla="*/ 1491713 w 2915191"/>
                <a:gd name="connsiteY153" fmla="*/ 335871 h 432647"/>
                <a:gd name="connsiteX154" fmla="*/ 1501472 w 2915191"/>
                <a:gd name="connsiteY154" fmla="*/ 356002 h 432647"/>
                <a:gd name="connsiteX155" fmla="*/ 1511216 w 2915191"/>
                <a:gd name="connsiteY155" fmla="*/ 356202 h 432647"/>
                <a:gd name="connsiteX156" fmla="*/ 1520960 w 2915191"/>
                <a:gd name="connsiteY156" fmla="*/ 354542 h 432647"/>
                <a:gd name="connsiteX157" fmla="*/ 1530719 w 2915191"/>
                <a:gd name="connsiteY157" fmla="*/ 340625 h 432647"/>
                <a:gd name="connsiteX158" fmla="*/ 1540463 w 2915191"/>
                <a:gd name="connsiteY158" fmla="*/ 363607 h 432647"/>
                <a:gd name="connsiteX159" fmla="*/ 1550221 w 2915191"/>
                <a:gd name="connsiteY159" fmla="*/ 387686 h 432647"/>
                <a:gd name="connsiteX160" fmla="*/ 1559965 w 2915191"/>
                <a:gd name="connsiteY160" fmla="*/ 381021 h 432647"/>
                <a:gd name="connsiteX161" fmla="*/ 1569709 w 2915191"/>
                <a:gd name="connsiteY161" fmla="*/ 390635 h 432647"/>
                <a:gd name="connsiteX162" fmla="*/ 1579468 w 2915191"/>
                <a:gd name="connsiteY162" fmla="*/ 381216 h 432647"/>
                <a:gd name="connsiteX163" fmla="*/ 1589212 w 2915191"/>
                <a:gd name="connsiteY163" fmla="*/ 371610 h 432647"/>
                <a:gd name="connsiteX164" fmla="*/ 1598971 w 2915191"/>
                <a:gd name="connsiteY164" fmla="*/ 394319 h 432647"/>
                <a:gd name="connsiteX165" fmla="*/ 1608715 w 2915191"/>
                <a:gd name="connsiteY165" fmla="*/ 393481 h 432647"/>
                <a:gd name="connsiteX166" fmla="*/ 1618459 w 2915191"/>
                <a:gd name="connsiteY166" fmla="*/ 405078 h 432647"/>
                <a:gd name="connsiteX167" fmla="*/ 1628218 w 2915191"/>
                <a:gd name="connsiteY167" fmla="*/ 432647 h 432647"/>
                <a:gd name="connsiteX168" fmla="*/ 1637962 w 2915191"/>
                <a:gd name="connsiteY168" fmla="*/ 417389 h 432647"/>
                <a:gd name="connsiteX169" fmla="*/ 1647720 w 2915191"/>
                <a:gd name="connsiteY169" fmla="*/ 388449 h 432647"/>
                <a:gd name="connsiteX170" fmla="*/ 1657464 w 2915191"/>
                <a:gd name="connsiteY170" fmla="*/ 390918 h 432647"/>
                <a:gd name="connsiteX171" fmla="*/ 1667208 w 2915191"/>
                <a:gd name="connsiteY171" fmla="*/ 393268 h 432647"/>
                <a:gd name="connsiteX172" fmla="*/ 1676967 w 2915191"/>
                <a:gd name="connsiteY172" fmla="*/ 362990 h 432647"/>
                <a:gd name="connsiteX173" fmla="*/ 1686711 w 2915191"/>
                <a:gd name="connsiteY173" fmla="*/ 289931 h 432647"/>
                <a:gd name="connsiteX174" fmla="*/ 1696470 w 2915191"/>
                <a:gd name="connsiteY174" fmla="*/ 296409 h 432647"/>
                <a:gd name="connsiteX175" fmla="*/ 1706214 w 2915191"/>
                <a:gd name="connsiteY175" fmla="*/ 289092 h 432647"/>
                <a:gd name="connsiteX176" fmla="*/ 1715958 w 2915191"/>
                <a:gd name="connsiteY176" fmla="*/ 278255 h 432647"/>
                <a:gd name="connsiteX177" fmla="*/ 1725716 w 2915191"/>
                <a:gd name="connsiteY177" fmla="*/ 264886 h 432647"/>
                <a:gd name="connsiteX178" fmla="*/ 1735460 w 2915191"/>
                <a:gd name="connsiteY178" fmla="*/ 259609 h 432647"/>
                <a:gd name="connsiteX179" fmla="*/ 1745219 w 2915191"/>
                <a:gd name="connsiteY179" fmla="*/ 269317 h 432647"/>
                <a:gd name="connsiteX180" fmla="*/ 1754963 w 2915191"/>
                <a:gd name="connsiteY180" fmla="*/ 261561 h 432647"/>
                <a:gd name="connsiteX181" fmla="*/ 1764707 w 2915191"/>
                <a:gd name="connsiteY181" fmla="*/ 261139 h 432647"/>
                <a:gd name="connsiteX182" fmla="*/ 1774466 w 2915191"/>
                <a:gd name="connsiteY182" fmla="*/ 242792 h 432647"/>
                <a:gd name="connsiteX183" fmla="*/ 1784210 w 2915191"/>
                <a:gd name="connsiteY183" fmla="*/ 229669 h 432647"/>
                <a:gd name="connsiteX184" fmla="*/ 1793969 w 2915191"/>
                <a:gd name="connsiteY184" fmla="*/ 266950 h 432647"/>
                <a:gd name="connsiteX185" fmla="*/ 1803713 w 2915191"/>
                <a:gd name="connsiteY185" fmla="*/ 254811 h 432647"/>
                <a:gd name="connsiteX186" fmla="*/ 1813457 w 2915191"/>
                <a:gd name="connsiteY186" fmla="*/ 278323 h 432647"/>
                <a:gd name="connsiteX187" fmla="*/ 1823215 w 2915191"/>
                <a:gd name="connsiteY187" fmla="*/ 309447 h 432647"/>
                <a:gd name="connsiteX188" fmla="*/ 1832959 w 2915191"/>
                <a:gd name="connsiteY188" fmla="*/ 285856 h 432647"/>
                <a:gd name="connsiteX189" fmla="*/ 1842703 w 2915191"/>
                <a:gd name="connsiteY189" fmla="*/ 276136 h 432647"/>
                <a:gd name="connsiteX190" fmla="*/ 1852462 w 2915191"/>
                <a:gd name="connsiteY190" fmla="*/ 293492 h 432647"/>
                <a:gd name="connsiteX191" fmla="*/ 1862206 w 2915191"/>
                <a:gd name="connsiteY191" fmla="*/ 292531 h 432647"/>
                <a:gd name="connsiteX192" fmla="*/ 1871965 w 2915191"/>
                <a:gd name="connsiteY192" fmla="*/ 295125 h 432647"/>
                <a:gd name="connsiteX193" fmla="*/ 1881709 w 2915191"/>
                <a:gd name="connsiteY193" fmla="*/ 316425 h 432647"/>
                <a:gd name="connsiteX194" fmla="*/ 1891453 w 2915191"/>
                <a:gd name="connsiteY194" fmla="*/ 317603 h 432647"/>
                <a:gd name="connsiteX195" fmla="*/ 1901212 w 2915191"/>
                <a:gd name="connsiteY195" fmla="*/ 325869 h 432647"/>
                <a:gd name="connsiteX196" fmla="*/ 1910956 w 2915191"/>
                <a:gd name="connsiteY196" fmla="*/ 327237 h 432647"/>
                <a:gd name="connsiteX197" fmla="*/ 1920714 w 2915191"/>
                <a:gd name="connsiteY197" fmla="*/ 303018 h 432647"/>
                <a:gd name="connsiteX198" fmla="*/ 1930458 w 2915191"/>
                <a:gd name="connsiteY198" fmla="*/ 286285 h 432647"/>
                <a:gd name="connsiteX199" fmla="*/ 1940202 w 2915191"/>
                <a:gd name="connsiteY199" fmla="*/ 269755 h 432647"/>
                <a:gd name="connsiteX200" fmla="*/ 1949961 w 2915191"/>
                <a:gd name="connsiteY200" fmla="*/ 272336 h 432647"/>
                <a:gd name="connsiteX201" fmla="*/ 1959705 w 2915191"/>
                <a:gd name="connsiteY201" fmla="*/ 280478 h 432647"/>
                <a:gd name="connsiteX202" fmla="*/ 1969464 w 2915191"/>
                <a:gd name="connsiteY202" fmla="*/ 257207 h 432647"/>
                <a:gd name="connsiteX203" fmla="*/ 1979208 w 2915191"/>
                <a:gd name="connsiteY203" fmla="*/ 267122 h 432647"/>
                <a:gd name="connsiteX204" fmla="*/ 1988952 w 2915191"/>
                <a:gd name="connsiteY204" fmla="*/ 264166 h 432647"/>
                <a:gd name="connsiteX205" fmla="*/ 1998711 w 2915191"/>
                <a:gd name="connsiteY205" fmla="*/ 265509 h 432647"/>
                <a:gd name="connsiteX206" fmla="*/ 2008454 w 2915191"/>
                <a:gd name="connsiteY206" fmla="*/ 256504 h 432647"/>
                <a:gd name="connsiteX207" fmla="*/ 2018213 w 2915191"/>
                <a:gd name="connsiteY207" fmla="*/ 226265 h 432647"/>
                <a:gd name="connsiteX208" fmla="*/ 2027957 w 2915191"/>
                <a:gd name="connsiteY208" fmla="*/ 210505 h 432647"/>
                <a:gd name="connsiteX209" fmla="*/ 2037701 w 2915191"/>
                <a:gd name="connsiteY209" fmla="*/ 223836 h 432647"/>
                <a:gd name="connsiteX210" fmla="*/ 2047460 w 2915191"/>
                <a:gd name="connsiteY210" fmla="*/ 227019 h 432647"/>
                <a:gd name="connsiteX211" fmla="*/ 2057204 w 2915191"/>
                <a:gd name="connsiteY211" fmla="*/ 236468 h 432647"/>
                <a:gd name="connsiteX212" fmla="*/ 2066963 w 2915191"/>
                <a:gd name="connsiteY212" fmla="*/ 205899 h 432647"/>
                <a:gd name="connsiteX213" fmla="*/ 2076707 w 2915191"/>
                <a:gd name="connsiteY213" fmla="*/ 205047 h 432647"/>
                <a:gd name="connsiteX214" fmla="*/ 2086451 w 2915191"/>
                <a:gd name="connsiteY214" fmla="*/ 211609 h 432647"/>
                <a:gd name="connsiteX215" fmla="*/ 2096210 w 2915191"/>
                <a:gd name="connsiteY215" fmla="*/ 212084 h 432647"/>
                <a:gd name="connsiteX216" fmla="*/ 2105954 w 2915191"/>
                <a:gd name="connsiteY216" fmla="*/ 202516 h 432647"/>
                <a:gd name="connsiteX217" fmla="*/ 2115697 w 2915191"/>
                <a:gd name="connsiteY217" fmla="*/ 175370 h 432647"/>
                <a:gd name="connsiteX218" fmla="*/ 2125456 w 2915191"/>
                <a:gd name="connsiteY218" fmla="*/ 173819 h 432647"/>
                <a:gd name="connsiteX219" fmla="*/ 2135200 w 2915191"/>
                <a:gd name="connsiteY219" fmla="*/ 162575 h 432647"/>
                <a:gd name="connsiteX220" fmla="*/ 2144959 w 2915191"/>
                <a:gd name="connsiteY220" fmla="*/ 179665 h 432647"/>
                <a:gd name="connsiteX221" fmla="*/ 2154703 w 2915191"/>
                <a:gd name="connsiteY221" fmla="*/ 168724 h 432647"/>
                <a:gd name="connsiteX222" fmla="*/ 2164447 w 2915191"/>
                <a:gd name="connsiteY222" fmla="*/ 160955 h 432647"/>
                <a:gd name="connsiteX223" fmla="*/ 2174206 w 2915191"/>
                <a:gd name="connsiteY223" fmla="*/ 133169 h 432647"/>
                <a:gd name="connsiteX224" fmla="*/ 2183950 w 2915191"/>
                <a:gd name="connsiteY224" fmla="*/ 115987 h 432647"/>
                <a:gd name="connsiteX225" fmla="*/ 2193709 w 2915191"/>
                <a:gd name="connsiteY225" fmla="*/ 121592 h 432647"/>
                <a:gd name="connsiteX226" fmla="*/ 2203452 w 2915191"/>
                <a:gd name="connsiteY226" fmla="*/ 111170 h 432647"/>
                <a:gd name="connsiteX227" fmla="*/ 2213196 w 2915191"/>
                <a:gd name="connsiteY227" fmla="*/ 92615 h 432647"/>
                <a:gd name="connsiteX228" fmla="*/ 2222955 w 2915191"/>
                <a:gd name="connsiteY228" fmla="*/ 100693 h 432647"/>
                <a:gd name="connsiteX229" fmla="*/ 2232699 w 2915191"/>
                <a:gd name="connsiteY229" fmla="*/ 127738 h 432647"/>
                <a:gd name="connsiteX230" fmla="*/ 2242458 w 2915191"/>
                <a:gd name="connsiteY230" fmla="*/ 103171 h 432647"/>
                <a:gd name="connsiteX231" fmla="*/ 2252202 w 2915191"/>
                <a:gd name="connsiteY231" fmla="*/ 67413 h 432647"/>
                <a:gd name="connsiteX232" fmla="*/ 2261946 w 2915191"/>
                <a:gd name="connsiteY232" fmla="*/ 48752 h 432647"/>
                <a:gd name="connsiteX233" fmla="*/ 2271705 w 2915191"/>
                <a:gd name="connsiteY233" fmla="*/ 48021 h 432647"/>
                <a:gd name="connsiteX234" fmla="*/ 2281449 w 2915191"/>
                <a:gd name="connsiteY234" fmla="*/ 80852 h 432647"/>
                <a:gd name="connsiteX235" fmla="*/ 2291208 w 2915191"/>
                <a:gd name="connsiteY235" fmla="*/ 29849 h 432647"/>
                <a:gd name="connsiteX236" fmla="*/ 2300951 w 2915191"/>
                <a:gd name="connsiteY236" fmla="*/ 20616 h 432647"/>
                <a:gd name="connsiteX237" fmla="*/ 2310695 w 2915191"/>
                <a:gd name="connsiteY237" fmla="*/ 25804 h 432647"/>
                <a:gd name="connsiteX238" fmla="*/ 2320454 w 2915191"/>
                <a:gd name="connsiteY238" fmla="*/ 34204 h 432647"/>
                <a:gd name="connsiteX239" fmla="*/ 2330198 w 2915191"/>
                <a:gd name="connsiteY239" fmla="*/ 31847 h 432647"/>
                <a:gd name="connsiteX240" fmla="*/ 2339957 w 2915191"/>
                <a:gd name="connsiteY240" fmla="*/ 46330 h 432647"/>
                <a:gd name="connsiteX241" fmla="*/ 2349701 w 2915191"/>
                <a:gd name="connsiteY241" fmla="*/ 62917 h 432647"/>
                <a:gd name="connsiteX242" fmla="*/ 2359445 w 2915191"/>
                <a:gd name="connsiteY242" fmla="*/ 32003 h 432647"/>
                <a:gd name="connsiteX243" fmla="*/ 2369204 w 2915191"/>
                <a:gd name="connsiteY243" fmla="*/ 53298 h 432647"/>
                <a:gd name="connsiteX244" fmla="*/ 2378948 w 2915191"/>
                <a:gd name="connsiteY244" fmla="*/ 78318 h 432647"/>
                <a:gd name="connsiteX245" fmla="*/ 2388692 w 2915191"/>
                <a:gd name="connsiteY245" fmla="*/ 88715 h 432647"/>
                <a:gd name="connsiteX246" fmla="*/ 2398450 w 2915191"/>
                <a:gd name="connsiteY246" fmla="*/ 59355 h 432647"/>
                <a:gd name="connsiteX247" fmla="*/ 2408194 w 2915191"/>
                <a:gd name="connsiteY247" fmla="*/ 55777 h 432647"/>
                <a:gd name="connsiteX248" fmla="*/ 2417953 w 2915191"/>
                <a:gd name="connsiteY248" fmla="*/ 82992 h 432647"/>
                <a:gd name="connsiteX249" fmla="*/ 2427697 w 2915191"/>
                <a:gd name="connsiteY249" fmla="*/ 92107 h 432647"/>
                <a:gd name="connsiteX250" fmla="*/ 2437441 w 2915191"/>
                <a:gd name="connsiteY250" fmla="*/ 103426 h 432647"/>
                <a:gd name="connsiteX251" fmla="*/ 2447200 w 2915191"/>
                <a:gd name="connsiteY251" fmla="*/ 80562 h 432647"/>
                <a:gd name="connsiteX252" fmla="*/ 2456944 w 2915191"/>
                <a:gd name="connsiteY252" fmla="*/ 51379 h 432647"/>
                <a:gd name="connsiteX253" fmla="*/ 2466703 w 2915191"/>
                <a:gd name="connsiteY253" fmla="*/ 15911 h 432647"/>
                <a:gd name="connsiteX254" fmla="*/ 2476446 w 2915191"/>
                <a:gd name="connsiteY254" fmla="*/ 13446 h 432647"/>
                <a:gd name="connsiteX255" fmla="*/ 2486190 w 2915191"/>
                <a:gd name="connsiteY255" fmla="*/ 8823 h 432647"/>
                <a:gd name="connsiteX256" fmla="*/ 2495949 w 2915191"/>
                <a:gd name="connsiteY256" fmla="*/ 1535 h 432647"/>
                <a:gd name="connsiteX257" fmla="*/ 2505693 w 2915191"/>
                <a:gd name="connsiteY257" fmla="*/ 21426 h 432647"/>
                <a:gd name="connsiteX258" fmla="*/ 2515452 w 2915191"/>
                <a:gd name="connsiteY258" fmla="*/ 47434 h 432647"/>
                <a:gd name="connsiteX259" fmla="*/ 2525196 w 2915191"/>
                <a:gd name="connsiteY259" fmla="*/ 59711 h 432647"/>
                <a:gd name="connsiteX260" fmla="*/ 2534940 w 2915191"/>
                <a:gd name="connsiteY260" fmla="*/ 79836 h 432647"/>
                <a:gd name="connsiteX261" fmla="*/ 2544699 w 2915191"/>
                <a:gd name="connsiteY261" fmla="*/ 91252 h 432647"/>
                <a:gd name="connsiteX262" fmla="*/ 2554443 w 2915191"/>
                <a:gd name="connsiteY262" fmla="*/ 98749 h 432647"/>
                <a:gd name="connsiteX263" fmla="*/ 2564202 w 2915191"/>
                <a:gd name="connsiteY263" fmla="*/ 87535 h 432647"/>
                <a:gd name="connsiteX264" fmla="*/ 2573946 w 2915191"/>
                <a:gd name="connsiteY264" fmla="*/ 94232 h 432647"/>
                <a:gd name="connsiteX265" fmla="*/ 2583690 w 2915191"/>
                <a:gd name="connsiteY265" fmla="*/ 77426 h 432647"/>
                <a:gd name="connsiteX266" fmla="*/ 2593448 w 2915191"/>
                <a:gd name="connsiteY266" fmla="*/ 75970 h 432647"/>
                <a:gd name="connsiteX267" fmla="*/ 2603192 w 2915191"/>
                <a:gd name="connsiteY267" fmla="*/ 73762 h 432647"/>
                <a:gd name="connsiteX268" fmla="*/ 2612951 w 2915191"/>
                <a:gd name="connsiteY268" fmla="*/ 92147 h 432647"/>
                <a:gd name="connsiteX269" fmla="*/ 2622695 w 2915191"/>
                <a:gd name="connsiteY269" fmla="*/ 58094 h 432647"/>
                <a:gd name="connsiteX270" fmla="*/ 2632439 w 2915191"/>
                <a:gd name="connsiteY270" fmla="*/ 92146 h 432647"/>
                <a:gd name="connsiteX271" fmla="*/ 2642198 w 2915191"/>
                <a:gd name="connsiteY271" fmla="*/ 83334 h 432647"/>
                <a:gd name="connsiteX272" fmla="*/ 2651942 w 2915191"/>
                <a:gd name="connsiteY272" fmla="*/ 105607 h 432647"/>
                <a:gd name="connsiteX273" fmla="*/ 2661685 w 2915191"/>
                <a:gd name="connsiteY273" fmla="*/ 91134 h 432647"/>
                <a:gd name="connsiteX274" fmla="*/ 2671444 w 2915191"/>
                <a:gd name="connsiteY274" fmla="*/ 120744 h 432647"/>
                <a:gd name="connsiteX275" fmla="*/ 2681188 w 2915191"/>
                <a:gd name="connsiteY275" fmla="*/ 134092 h 432647"/>
                <a:gd name="connsiteX276" fmla="*/ 2690947 w 2915191"/>
                <a:gd name="connsiteY276" fmla="*/ 102737 h 432647"/>
                <a:gd name="connsiteX277" fmla="*/ 2700691 w 2915191"/>
                <a:gd name="connsiteY277" fmla="*/ 128970 h 432647"/>
                <a:gd name="connsiteX278" fmla="*/ 2710435 w 2915191"/>
                <a:gd name="connsiteY278" fmla="*/ 166785 h 432647"/>
                <a:gd name="connsiteX279" fmla="*/ 2720194 w 2915191"/>
                <a:gd name="connsiteY279" fmla="*/ 140283 h 432647"/>
                <a:gd name="connsiteX280" fmla="*/ 2729938 w 2915191"/>
                <a:gd name="connsiteY280" fmla="*/ 158916 h 432647"/>
                <a:gd name="connsiteX281" fmla="*/ 2739697 w 2915191"/>
                <a:gd name="connsiteY281" fmla="*/ 115610 h 432647"/>
                <a:gd name="connsiteX282" fmla="*/ 2749441 w 2915191"/>
                <a:gd name="connsiteY282" fmla="*/ 107636 h 432647"/>
                <a:gd name="connsiteX283" fmla="*/ 2759185 w 2915191"/>
                <a:gd name="connsiteY283" fmla="*/ 98384 h 432647"/>
                <a:gd name="connsiteX284" fmla="*/ 2768943 w 2915191"/>
                <a:gd name="connsiteY284" fmla="*/ 98984 h 432647"/>
                <a:gd name="connsiteX285" fmla="*/ 2778687 w 2915191"/>
                <a:gd name="connsiteY285" fmla="*/ 121597 h 432647"/>
                <a:gd name="connsiteX286" fmla="*/ 2788446 w 2915191"/>
                <a:gd name="connsiteY286" fmla="*/ 92988 h 432647"/>
                <a:gd name="connsiteX287" fmla="*/ 2798190 w 2915191"/>
                <a:gd name="connsiteY287" fmla="*/ 74832 h 432647"/>
                <a:gd name="connsiteX288" fmla="*/ 2807934 w 2915191"/>
                <a:gd name="connsiteY288" fmla="*/ 84869 h 432647"/>
                <a:gd name="connsiteX289" fmla="*/ 2817693 w 2915191"/>
                <a:gd name="connsiteY289" fmla="*/ 90654 h 432647"/>
                <a:gd name="connsiteX290" fmla="*/ 2827437 w 2915191"/>
                <a:gd name="connsiteY290" fmla="*/ 64307 h 432647"/>
                <a:gd name="connsiteX291" fmla="*/ 2837196 w 2915191"/>
                <a:gd name="connsiteY291" fmla="*/ 78095 h 432647"/>
                <a:gd name="connsiteX292" fmla="*/ 2846940 w 2915191"/>
                <a:gd name="connsiteY292" fmla="*/ 78816 h 432647"/>
                <a:gd name="connsiteX293" fmla="*/ 2856684 w 2915191"/>
                <a:gd name="connsiteY293" fmla="*/ 67577 h 432647"/>
                <a:gd name="connsiteX294" fmla="*/ 2866442 w 2915191"/>
                <a:gd name="connsiteY294" fmla="*/ 83722 h 432647"/>
                <a:gd name="connsiteX295" fmla="*/ 2876186 w 2915191"/>
                <a:gd name="connsiteY295" fmla="*/ 37277 h 432647"/>
                <a:gd name="connsiteX296" fmla="*/ 2885945 w 2915191"/>
                <a:gd name="connsiteY296" fmla="*/ 59334 h 432647"/>
                <a:gd name="connsiteX297" fmla="*/ 2895689 w 2915191"/>
                <a:gd name="connsiteY297" fmla="*/ 89333 h 432647"/>
                <a:gd name="connsiteX298" fmla="*/ 2905433 w 2915191"/>
                <a:gd name="connsiteY298" fmla="*/ 63170 h 432647"/>
                <a:gd name="connsiteX299" fmla="*/ 2915192 w 2915191"/>
                <a:gd name="connsiteY299" fmla="*/ 46154 h 432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32647">
                  <a:moveTo>
                    <a:pt x="0" y="161636"/>
                  </a:moveTo>
                  <a:lnTo>
                    <a:pt x="9750" y="188393"/>
                  </a:lnTo>
                  <a:lnTo>
                    <a:pt x="19500" y="241995"/>
                  </a:lnTo>
                  <a:lnTo>
                    <a:pt x="29250" y="213742"/>
                  </a:lnTo>
                  <a:lnTo>
                    <a:pt x="39000" y="206273"/>
                  </a:lnTo>
                  <a:lnTo>
                    <a:pt x="48749" y="183824"/>
                  </a:lnTo>
                  <a:lnTo>
                    <a:pt x="58499" y="179291"/>
                  </a:lnTo>
                  <a:lnTo>
                    <a:pt x="68249" y="186918"/>
                  </a:lnTo>
                  <a:lnTo>
                    <a:pt x="77998" y="184104"/>
                  </a:lnTo>
                  <a:lnTo>
                    <a:pt x="87748" y="183591"/>
                  </a:lnTo>
                  <a:lnTo>
                    <a:pt x="97497" y="172715"/>
                  </a:lnTo>
                  <a:lnTo>
                    <a:pt x="107247" y="177369"/>
                  </a:lnTo>
                  <a:lnTo>
                    <a:pt x="116997" y="167013"/>
                  </a:lnTo>
                  <a:lnTo>
                    <a:pt x="126747" y="134024"/>
                  </a:lnTo>
                  <a:lnTo>
                    <a:pt x="136497" y="149778"/>
                  </a:lnTo>
                  <a:lnTo>
                    <a:pt x="146247" y="121418"/>
                  </a:lnTo>
                  <a:lnTo>
                    <a:pt x="155997" y="107259"/>
                  </a:lnTo>
                  <a:lnTo>
                    <a:pt x="165747" y="106882"/>
                  </a:lnTo>
                  <a:lnTo>
                    <a:pt x="175497" y="132132"/>
                  </a:lnTo>
                  <a:lnTo>
                    <a:pt x="185247" y="92572"/>
                  </a:lnTo>
                  <a:lnTo>
                    <a:pt x="194996" y="81380"/>
                  </a:lnTo>
                  <a:lnTo>
                    <a:pt x="204746" y="82908"/>
                  </a:lnTo>
                  <a:lnTo>
                    <a:pt x="214495" y="69373"/>
                  </a:lnTo>
                  <a:lnTo>
                    <a:pt x="224245" y="65770"/>
                  </a:lnTo>
                  <a:lnTo>
                    <a:pt x="233995" y="39755"/>
                  </a:lnTo>
                  <a:lnTo>
                    <a:pt x="243744" y="31264"/>
                  </a:lnTo>
                  <a:lnTo>
                    <a:pt x="253494" y="57717"/>
                  </a:lnTo>
                  <a:lnTo>
                    <a:pt x="263244" y="44187"/>
                  </a:lnTo>
                  <a:lnTo>
                    <a:pt x="272994" y="68814"/>
                  </a:lnTo>
                  <a:lnTo>
                    <a:pt x="282744" y="67159"/>
                  </a:lnTo>
                  <a:lnTo>
                    <a:pt x="292494" y="62994"/>
                  </a:lnTo>
                  <a:lnTo>
                    <a:pt x="302244" y="27547"/>
                  </a:lnTo>
                  <a:lnTo>
                    <a:pt x="311994" y="33180"/>
                  </a:lnTo>
                  <a:lnTo>
                    <a:pt x="321744" y="0"/>
                  </a:lnTo>
                  <a:lnTo>
                    <a:pt x="331493" y="12490"/>
                  </a:lnTo>
                  <a:lnTo>
                    <a:pt x="341243" y="2458"/>
                  </a:lnTo>
                  <a:lnTo>
                    <a:pt x="350993" y="9339"/>
                  </a:lnTo>
                  <a:lnTo>
                    <a:pt x="360742" y="31669"/>
                  </a:lnTo>
                  <a:lnTo>
                    <a:pt x="370492" y="43587"/>
                  </a:lnTo>
                  <a:lnTo>
                    <a:pt x="380241" y="34864"/>
                  </a:lnTo>
                  <a:lnTo>
                    <a:pt x="389991" y="38045"/>
                  </a:lnTo>
                  <a:lnTo>
                    <a:pt x="399741" y="50575"/>
                  </a:lnTo>
                  <a:lnTo>
                    <a:pt x="409491" y="55624"/>
                  </a:lnTo>
                  <a:lnTo>
                    <a:pt x="419241" y="64577"/>
                  </a:lnTo>
                  <a:lnTo>
                    <a:pt x="428991" y="73431"/>
                  </a:lnTo>
                  <a:lnTo>
                    <a:pt x="438741" y="87938"/>
                  </a:lnTo>
                  <a:lnTo>
                    <a:pt x="448491" y="105892"/>
                  </a:lnTo>
                  <a:lnTo>
                    <a:pt x="458241" y="120431"/>
                  </a:lnTo>
                  <a:lnTo>
                    <a:pt x="467991" y="165195"/>
                  </a:lnTo>
                  <a:lnTo>
                    <a:pt x="477740" y="188302"/>
                  </a:lnTo>
                  <a:lnTo>
                    <a:pt x="487490" y="194977"/>
                  </a:lnTo>
                  <a:lnTo>
                    <a:pt x="497239" y="176951"/>
                  </a:lnTo>
                  <a:lnTo>
                    <a:pt x="506989" y="184385"/>
                  </a:lnTo>
                  <a:lnTo>
                    <a:pt x="516738" y="205044"/>
                  </a:lnTo>
                  <a:lnTo>
                    <a:pt x="526488" y="221640"/>
                  </a:lnTo>
                  <a:lnTo>
                    <a:pt x="536238" y="203288"/>
                  </a:lnTo>
                  <a:lnTo>
                    <a:pt x="545988" y="196702"/>
                  </a:lnTo>
                  <a:lnTo>
                    <a:pt x="555738" y="170556"/>
                  </a:lnTo>
                  <a:lnTo>
                    <a:pt x="565488" y="168078"/>
                  </a:lnTo>
                  <a:lnTo>
                    <a:pt x="575238" y="185744"/>
                  </a:lnTo>
                  <a:lnTo>
                    <a:pt x="584988" y="162885"/>
                  </a:lnTo>
                  <a:lnTo>
                    <a:pt x="594738" y="165011"/>
                  </a:lnTo>
                  <a:lnTo>
                    <a:pt x="604488" y="180123"/>
                  </a:lnTo>
                  <a:lnTo>
                    <a:pt x="614237" y="209152"/>
                  </a:lnTo>
                  <a:lnTo>
                    <a:pt x="623987" y="219687"/>
                  </a:lnTo>
                  <a:lnTo>
                    <a:pt x="633736" y="192200"/>
                  </a:lnTo>
                  <a:lnTo>
                    <a:pt x="643486" y="200038"/>
                  </a:lnTo>
                  <a:lnTo>
                    <a:pt x="653236" y="196723"/>
                  </a:lnTo>
                  <a:lnTo>
                    <a:pt x="662985" y="184159"/>
                  </a:lnTo>
                  <a:lnTo>
                    <a:pt x="672735" y="183336"/>
                  </a:lnTo>
                  <a:lnTo>
                    <a:pt x="682485" y="170897"/>
                  </a:lnTo>
                  <a:lnTo>
                    <a:pt x="692235" y="205436"/>
                  </a:lnTo>
                  <a:lnTo>
                    <a:pt x="701985" y="226467"/>
                  </a:lnTo>
                  <a:lnTo>
                    <a:pt x="711735" y="214605"/>
                  </a:lnTo>
                  <a:lnTo>
                    <a:pt x="721485" y="243291"/>
                  </a:lnTo>
                  <a:lnTo>
                    <a:pt x="731235" y="213063"/>
                  </a:lnTo>
                  <a:lnTo>
                    <a:pt x="740985" y="203735"/>
                  </a:lnTo>
                  <a:lnTo>
                    <a:pt x="750734" y="211283"/>
                  </a:lnTo>
                  <a:lnTo>
                    <a:pt x="760484" y="205378"/>
                  </a:lnTo>
                  <a:lnTo>
                    <a:pt x="770233" y="185305"/>
                  </a:lnTo>
                  <a:lnTo>
                    <a:pt x="779983" y="173627"/>
                  </a:lnTo>
                  <a:lnTo>
                    <a:pt x="789733" y="181736"/>
                  </a:lnTo>
                  <a:lnTo>
                    <a:pt x="799482" y="170988"/>
                  </a:lnTo>
                  <a:lnTo>
                    <a:pt x="809232" y="172183"/>
                  </a:lnTo>
                  <a:lnTo>
                    <a:pt x="818982" y="154088"/>
                  </a:lnTo>
                  <a:lnTo>
                    <a:pt x="828732" y="181978"/>
                  </a:lnTo>
                  <a:lnTo>
                    <a:pt x="838482" y="182754"/>
                  </a:lnTo>
                  <a:lnTo>
                    <a:pt x="848232" y="174454"/>
                  </a:lnTo>
                  <a:lnTo>
                    <a:pt x="857982" y="198922"/>
                  </a:lnTo>
                  <a:lnTo>
                    <a:pt x="867732" y="192744"/>
                  </a:lnTo>
                  <a:lnTo>
                    <a:pt x="877482" y="229742"/>
                  </a:lnTo>
                  <a:lnTo>
                    <a:pt x="887231" y="248000"/>
                  </a:lnTo>
                  <a:lnTo>
                    <a:pt x="896981" y="251587"/>
                  </a:lnTo>
                  <a:lnTo>
                    <a:pt x="906730" y="247074"/>
                  </a:lnTo>
                  <a:lnTo>
                    <a:pt x="916480" y="227795"/>
                  </a:lnTo>
                  <a:lnTo>
                    <a:pt x="926230" y="238640"/>
                  </a:lnTo>
                  <a:lnTo>
                    <a:pt x="935979" y="227892"/>
                  </a:lnTo>
                  <a:lnTo>
                    <a:pt x="945729" y="227737"/>
                  </a:lnTo>
                  <a:lnTo>
                    <a:pt x="955479" y="217710"/>
                  </a:lnTo>
                  <a:lnTo>
                    <a:pt x="965229" y="229224"/>
                  </a:lnTo>
                  <a:lnTo>
                    <a:pt x="974979" y="254479"/>
                  </a:lnTo>
                  <a:lnTo>
                    <a:pt x="984729" y="212169"/>
                  </a:lnTo>
                  <a:lnTo>
                    <a:pt x="994474" y="185436"/>
                  </a:lnTo>
                  <a:lnTo>
                    <a:pt x="1004233" y="199517"/>
                  </a:lnTo>
                  <a:lnTo>
                    <a:pt x="1013977" y="199941"/>
                  </a:lnTo>
                  <a:lnTo>
                    <a:pt x="1023721" y="221709"/>
                  </a:lnTo>
                  <a:lnTo>
                    <a:pt x="1033480" y="226588"/>
                  </a:lnTo>
                  <a:lnTo>
                    <a:pt x="1043224" y="215955"/>
                  </a:lnTo>
                  <a:lnTo>
                    <a:pt x="1052983" y="210478"/>
                  </a:lnTo>
                  <a:lnTo>
                    <a:pt x="1062727" y="186288"/>
                  </a:lnTo>
                  <a:lnTo>
                    <a:pt x="1072471" y="175632"/>
                  </a:lnTo>
                  <a:lnTo>
                    <a:pt x="1082230" y="139730"/>
                  </a:lnTo>
                  <a:lnTo>
                    <a:pt x="1091973" y="163597"/>
                  </a:lnTo>
                  <a:lnTo>
                    <a:pt x="1101732" y="151518"/>
                  </a:lnTo>
                  <a:lnTo>
                    <a:pt x="1111476" y="148386"/>
                  </a:lnTo>
                  <a:lnTo>
                    <a:pt x="1121220" y="157551"/>
                  </a:lnTo>
                  <a:lnTo>
                    <a:pt x="1130979" y="136277"/>
                  </a:lnTo>
                  <a:lnTo>
                    <a:pt x="1140723" y="130029"/>
                  </a:lnTo>
                  <a:lnTo>
                    <a:pt x="1150482" y="129815"/>
                  </a:lnTo>
                  <a:lnTo>
                    <a:pt x="1160226" y="103314"/>
                  </a:lnTo>
                  <a:lnTo>
                    <a:pt x="1169969" y="101058"/>
                  </a:lnTo>
                  <a:lnTo>
                    <a:pt x="1179728" y="129989"/>
                  </a:lnTo>
                  <a:lnTo>
                    <a:pt x="1189472" y="120808"/>
                  </a:lnTo>
                  <a:lnTo>
                    <a:pt x="1199231" y="145147"/>
                  </a:lnTo>
                  <a:lnTo>
                    <a:pt x="1208975" y="157003"/>
                  </a:lnTo>
                  <a:lnTo>
                    <a:pt x="1218719" y="162232"/>
                  </a:lnTo>
                  <a:lnTo>
                    <a:pt x="1228478" y="150933"/>
                  </a:lnTo>
                  <a:lnTo>
                    <a:pt x="1238222" y="181742"/>
                  </a:lnTo>
                  <a:lnTo>
                    <a:pt x="1247966" y="186547"/>
                  </a:lnTo>
                  <a:lnTo>
                    <a:pt x="1257725" y="191896"/>
                  </a:lnTo>
                  <a:lnTo>
                    <a:pt x="1267469" y="172707"/>
                  </a:lnTo>
                  <a:lnTo>
                    <a:pt x="1277227" y="191106"/>
                  </a:lnTo>
                  <a:lnTo>
                    <a:pt x="1286971" y="215091"/>
                  </a:lnTo>
                  <a:lnTo>
                    <a:pt x="1296715" y="206072"/>
                  </a:lnTo>
                  <a:lnTo>
                    <a:pt x="1306474" y="236368"/>
                  </a:lnTo>
                  <a:lnTo>
                    <a:pt x="1316218" y="257530"/>
                  </a:lnTo>
                  <a:lnTo>
                    <a:pt x="1325977" y="224248"/>
                  </a:lnTo>
                  <a:lnTo>
                    <a:pt x="1335721" y="250090"/>
                  </a:lnTo>
                  <a:lnTo>
                    <a:pt x="1345465" y="270141"/>
                  </a:lnTo>
                  <a:lnTo>
                    <a:pt x="1355224" y="295357"/>
                  </a:lnTo>
                  <a:lnTo>
                    <a:pt x="1364967" y="300384"/>
                  </a:lnTo>
                  <a:lnTo>
                    <a:pt x="1374726" y="292105"/>
                  </a:lnTo>
                  <a:lnTo>
                    <a:pt x="1384470" y="315306"/>
                  </a:lnTo>
                  <a:lnTo>
                    <a:pt x="1394214" y="282217"/>
                  </a:lnTo>
                  <a:lnTo>
                    <a:pt x="1403973" y="280826"/>
                  </a:lnTo>
                  <a:lnTo>
                    <a:pt x="1413717" y="257484"/>
                  </a:lnTo>
                  <a:lnTo>
                    <a:pt x="1423476" y="255446"/>
                  </a:lnTo>
                  <a:lnTo>
                    <a:pt x="1433220" y="274083"/>
                  </a:lnTo>
                  <a:lnTo>
                    <a:pt x="1442964" y="254554"/>
                  </a:lnTo>
                  <a:lnTo>
                    <a:pt x="1452722" y="259020"/>
                  </a:lnTo>
                  <a:lnTo>
                    <a:pt x="1462466" y="301348"/>
                  </a:lnTo>
                  <a:lnTo>
                    <a:pt x="1472225" y="316818"/>
                  </a:lnTo>
                  <a:lnTo>
                    <a:pt x="1481969" y="332466"/>
                  </a:lnTo>
                  <a:lnTo>
                    <a:pt x="1491713" y="335871"/>
                  </a:lnTo>
                  <a:lnTo>
                    <a:pt x="1501472" y="356002"/>
                  </a:lnTo>
                  <a:lnTo>
                    <a:pt x="1511216" y="356202"/>
                  </a:lnTo>
                  <a:lnTo>
                    <a:pt x="1520960" y="354542"/>
                  </a:lnTo>
                  <a:lnTo>
                    <a:pt x="1530719" y="340625"/>
                  </a:lnTo>
                  <a:lnTo>
                    <a:pt x="1540463" y="363607"/>
                  </a:lnTo>
                  <a:lnTo>
                    <a:pt x="1550221" y="387686"/>
                  </a:lnTo>
                  <a:lnTo>
                    <a:pt x="1559965" y="381021"/>
                  </a:lnTo>
                  <a:lnTo>
                    <a:pt x="1569709" y="390635"/>
                  </a:lnTo>
                  <a:lnTo>
                    <a:pt x="1579468" y="381216"/>
                  </a:lnTo>
                  <a:lnTo>
                    <a:pt x="1589212" y="371610"/>
                  </a:lnTo>
                  <a:lnTo>
                    <a:pt x="1598971" y="394319"/>
                  </a:lnTo>
                  <a:lnTo>
                    <a:pt x="1608715" y="393481"/>
                  </a:lnTo>
                  <a:lnTo>
                    <a:pt x="1618459" y="405078"/>
                  </a:lnTo>
                  <a:lnTo>
                    <a:pt x="1628218" y="432647"/>
                  </a:lnTo>
                  <a:lnTo>
                    <a:pt x="1637962" y="417389"/>
                  </a:lnTo>
                  <a:lnTo>
                    <a:pt x="1647720" y="388449"/>
                  </a:lnTo>
                  <a:lnTo>
                    <a:pt x="1657464" y="390918"/>
                  </a:lnTo>
                  <a:lnTo>
                    <a:pt x="1667208" y="393268"/>
                  </a:lnTo>
                  <a:lnTo>
                    <a:pt x="1676967" y="362990"/>
                  </a:lnTo>
                  <a:lnTo>
                    <a:pt x="1686711" y="289931"/>
                  </a:lnTo>
                  <a:lnTo>
                    <a:pt x="1696470" y="296409"/>
                  </a:lnTo>
                  <a:lnTo>
                    <a:pt x="1706214" y="289092"/>
                  </a:lnTo>
                  <a:lnTo>
                    <a:pt x="1715958" y="278255"/>
                  </a:lnTo>
                  <a:lnTo>
                    <a:pt x="1725716" y="264886"/>
                  </a:lnTo>
                  <a:lnTo>
                    <a:pt x="1735460" y="259609"/>
                  </a:lnTo>
                  <a:lnTo>
                    <a:pt x="1745219" y="269317"/>
                  </a:lnTo>
                  <a:lnTo>
                    <a:pt x="1754963" y="261561"/>
                  </a:lnTo>
                  <a:lnTo>
                    <a:pt x="1764707" y="261139"/>
                  </a:lnTo>
                  <a:lnTo>
                    <a:pt x="1774466" y="242792"/>
                  </a:lnTo>
                  <a:lnTo>
                    <a:pt x="1784210" y="229669"/>
                  </a:lnTo>
                  <a:lnTo>
                    <a:pt x="1793969" y="266950"/>
                  </a:lnTo>
                  <a:lnTo>
                    <a:pt x="1803713" y="254811"/>
                  </a:lnTo>
                  <a:lnTo>
                    <a:pt x="1813457" y="278323"/>
                  </a:lnTo>
                  <a:lnTo>
                    <a:pt x="1823215" y="309447"/>
                  </a:lnTo>
                  <a:lnTo>
                    <a:pt x="1832959" y="285856"/>
                  </a:lnTo>
                  <a:lnTo>
                    <a:pt x="1842703" y="276136"/>
                  </a:lnTo>
                  <a:lnTo>
                    <a:pt x="1852462" y="293492"/>
                  </a:lnTo>
                  <a:lnTo>
                    <a:pt x="1862206" y="292531"/>
                  </a:lnTo>
                  <a:lnTo>
                    <a:pt x="1871965" y="295125"/>
                  </a:lnTo>
                  <a:lnTo>
                    <a:pt x="1881709" y="316425"/>
                  </a:lnTo>
                  <a:lnTo>
                    <a:pt x="1891453" y="317603"/>
                  </a:lnTo>
                  <a:lnTo>
                    <a:pt x="1901212" y="325869"/>
                  </a:lnTo>
                  <a:lnTo>
                    <a:pt x="1910956" y="327237"/>
                  </a:lnTo>
                  <a:lnTo>
                    <a:pt x="1920714" y="303018"/>
                  </a:lnTo>
                  <a:lnTo>
                    <a:pt x="1930458" y="286285"/>
                  </a:lnTo>
                  <a:lnTo>
                    <a:pt x="1940202" y="269755"/>
                  </a:lnTo>
                  <a:lnTo>
                    <a:pt x="1949961" y="272336"/>
                  </a:lnTo>
                  <a:lnTo>
                    <a:pt x="1959705" y="280478"/>
                  </a:lnTo>
                  <a:lnTo>
                    <a:pt x="1969464" y="257207"/>
                  </a:lnTo>
                  <a:lnTo>
                    <a:pt x="1979208" y="267122"/>
                  </a:lnTo>
                  <a:lnTo>
                    <a:pt x="1988952" y="264166"/>
                  </a:lnTo>
                  <a:lnTo>
                    <a:pt x="1998711" y="265509"/>
                  </a:lnTo>
                  <a:lnTo>
                    <a:pt x="2008454" y="256504"/>
                  </a:lnTo>
                  <a:lnTo>
                    <a:pt x="2018213" y="226265"/>
                  </a:lnTo>
                  <a:lnTo>
                    <a:pt x="2027957" y="210505"/>
                  </a:lnTo>
                  <a:lnTo>
                    <a:pt x="2037701" y="223836"/>
                  </a:lnTo>
                  <a:lnTo>
                    <a:pt x="2047460" y="227019"/>
                  </a:lnTo>
                  <a:lnTo>
                    <a:pt x="2057204" y="236468"/>
                  </a:lnTo>
                  <a:lnTo>
                    <a:pt x="2066963" y="205899"/>
                  </a:lnTo>
                  <a:lnTo>
                    <a:pt x="2076707" y="205047"/>
                  </a:lnTo>
                  <a:lnTo>
                    <a:pt x="2086451" y="211609"/>
                  </a:lnTo>
                  <a:lnTo>
                    <a:pt x="2096210" y="212084"/>
                  </a:lnTo>
                  <a:lnTo>
                    <a:pt x="2105954" y="202516"/>
                  </a:lnTo>
                  <a:lnTo>
                    <a:pt x="2115697" y="175370"/>
                  </a:lnTo>
                  <a:lnTo>
                    <a:pt x="2125456" y="173819"/>
                  </a:lnTo>
                  <a:lnTo>
                    <a:pt x="2135200" y="162575"/>
                  </a:lnTo>
                  <a:lnTo>
                    <a:pt x="2144959" y="179665"/>
                  </a:lnTo>
                  <a:lnTo>
                    <a:pt x="2154703" y="168724"/>
                  </a:lnTo>
                  <a:lnTo>
                    <a:pt x="2164447" y="160955"/>
                  </a:lnTo>
                  <a:lnTo>
                    <a:pt x="2174206" y="133169"/>
                  </a:lnTo>
                  <a:lnTo>
                    <a:pt x="2183950" y="115987"/>
                  </a:lnTo>
                  <a:lnTo>
                    <a:pt x="2193709" y="121592"/>
                  </a:lnTo>
                  <a:lnTo>
                    <a:pt x="2203452" y="111170"/>
                  </a:lnTo>
                  <a:lnTo>
                    <a:pt x="2213196" y="92615"/>
                  </a:lnTo>
                  <a:lnTo>
                    <a:pt x="2222955" y="100693"/>
                  </a:lnTo>
                  <a:lnTo>
                    <a:pt x="2232699" y="127738"/>
                  </a:lnTo>
                  <a:lnTo>
                    <a:pt x="2242458" y="103171"/>
                  </a:lnTo>
                  <a:lnTo>
                    <a:pt x="2252202" y="67413"/>
                  </a:lnTo>
                  <a:lnTo>
                    <a:pt x="2261946" y="48752"/>
                  </a:lnTo>
                  <a:lnTo>
                    <a:pt x="2271705" y="48021"/>
                  </a:lnTo>
                  <a:lnTo>
                    <a:pt x="2281449" y="80852"/>
                  </a:lnTo>
                  <a:lnTo>
                    <a:pt x="2291208" y="29849"/>
                  </a:lnTo>
                  <a:lnTo>
                    <a:pt x="2300951" y="20616"/>
                  </a:lnTo>
                  <a:lnTo>
                    <a:pt x="2310695" y="25804"/>
                  </a:lnTo>
                  <a:lnTo>
                    <a:pt x="2320454" y="34204"/>
                  </a:lnTo>
                  <a:lnTo>
                    <a:pt x="2330198" y="31847"/>
                  </a:lnTo>
                  <a:lnTo>
                    <a:pt x="2339957" y="46330"/>
                  </a:lnTo>
                  <a:lnTo>
                    <a:pt x="2349701" y="62917"/>
                  </a:lnTo>
                  <a:lnTo>
                    <a:pt x="2359445" y="32003"/>
                  </a:lnTo>
                  <a:lnTo>
                    <a:pt x="2369204" y="53298"/>
                  </a:lnTo>
                  <a:lnTo>
                    <a:pt x="2378948" y="78318"/>
                  </a:lnTo>
                  <a:lnTo>
                    <a:pt x="2388692" y="88715"/>
                  </a:lnTo>
                  <a:lnTo>
                    <a:pt x="2398450" y="59355"/>
                  </a:lnTo>
                  <a:lnTo>
                    <a:pt x="2408194" y="55777"/>
                  </a:lnTo>
                  <a:lnTo>
                    <a:pt x="2417953" y="82992"/>
                  </a:lnTo>
                  <a:lnTo>
                    <a:pt x="2427697" y="92107"/>
                  </a:lnTo>
                  <a:lnTo>
                    <a:pt x="2437441" y="103426"/>
                  </a:lnTo>
                  <a:lnTo>
                    <a:pt x="2447200" y="80562"/>
                  </a:lnTo>
                  <a:lnTo>
                    <a:pt x="2456944" y="51379"/>
                  </a:lnTo>
                  <a:lnTo>
                    <a:pt x="2466703" y="15911"/>
                  </a:lnTo>
                  <a:lnTo>
                    <a:pt x="2476446" y="13446"/>
                  </a:lnTo>
                  <a:lnTo>
                    <a:pt x="2486190" y="8823"/>
                  </a:lnTo>
                  <a:lnTo>
                    <a:pt x="2495949" y="1535"/>
                  </a:lnTo>
                  <a:lnTo>
                    <a:pt x="2505693" y="21426"/>
                  </a:lnTo>
                  <a:lnTo>
                    <a:pt x="2515452" y="47434"/>
                  </a:lnTo>
                  <a:lnTo>
                    <a:pt x="2525196" y="59711"/>
                  </a:lnTo>
                  <a:lnTo>
                    <a:pt x="2534940" y="79836"/>
                  </a:lnTo>
                  <a:lnTo>
                    <a:pt x="2544699" y="91252"/>
                  </a:lnTo>
                  <a:lnTo>
                    <a:pt x="2554443" y="98749"/>
                  </a:lnTo>
                  <a:lnTo>
                    <a:pt x="2564202" y="87535"/>
                  </a:lnTo>
                  <a:lnTo>
                    <a:pt x="2573946" y="94232"/>
                  </a:lnTo>
                  <a:lnTo>
                    <a:pt x="2583690" y="77426"/>
                  </a:lnTo>
                  <a:lnTo>
                    <a:pt x="2593448" y="75970"/>
                  </a:lnTo>
                  <a:lnTo>
                    <a:pt x="2603192" y="73762"/>
                  </a:lnTo>
                  <a:lnTo>
                    <a:pt x="2612951" y="92147"/>
                  </a:lnTo>
                  <a:lnTo>
                    <a:pt x="2622695" y="58094"/>
                  </a:lnTo>
                  <a:lnTo>
                    <a:pt x="2632439" y="92146"/>
                  </a:lnTo>
                  <a:lnTo>
                    <a:pt x="2642198" y="83334"/>
                  </a:lnTo>
                  <a:lnTo>
                    <a:pt x="2651942" y="105607"/>
                  </a:lnTo>
                  <a:lnTo>
                    <a:pt x="2661685" y="91134"/>
                  </a:lnTo>
                  <a:lnTo>
                    <a:pt x="2671444" y="120744"/>
                  </a:lnTo>
                  <a:lnTo>
                    <a:pt x="2681188" y="134092"/>
                  </a:lnTo>
                  <a:lnTo>
                    <a:pt x="2690947" y="102737"/>
                  </a:lnTo>
                  <a:lnTo>
                    <a:pt x="2700691" y="128970"/>
                  </a:lnTo>
                  <a:lnTo>
                    <a:pt x="2710435" y="166785"/>
                  </a:lnTo>
                  <a:lnTo>
                    <a:pt x="2720194" y="140283"/>
                  </a:lnTo>
                  <a:lnTo>
                    <a:pt x="2729938" y="158916"/>
                  </a:lnTo>
                  <a:lnTo>
                    <a:pt x="2739697" y="115610"/>
                  </a:lnTo>
                  <a:lnTo>
                    <a:pt x="2749441" y="107636"/>
                  </a:lnTo>
                  <a:lnTo>
                    <a:pt x="2759185" y="98384"/>
                  </a:lnTo>
                  <a:lnTo>
                    <a:pt x="2768943" y="98984"/>
                  </a:lnTo>
                  <a:lnTo>
                    <a:pt x="2778687" y="121597"/>
                  </a:lnTo>
                  <a:lnTo>
                    <a:pt x="2788446" y="92988"/>
                  </a:lnTo>
                  <a:lnTo>
                    <a:pt x="2798190" y="74832"/>
                  </a:lnTo>
                  <a:lnTo>
                    <a:pt x="2807934" y="84869"/>
                  </a:lnTo>
                  <a:lnTo>
                    <a:pt x="2817693" y="90654"/>
                  </a:lnTo>
                  <a:lnTo>
                    <a:pt x="2827437" y="64307"/>
                  </a:lnTo>
                  <a:lnTo>
                    <a:pt x="2837196" y="78095"/>
                  </a:lnTo>
                  <a:lnTo>
                    <a:pt x="2846940" y="78816"/>
                  </a:lnTo>
                  <a:lnTo>
                    <a:pt x="2856684" y="67577"/>
                  </a:lnTo>
                  <a:lnTo>
                    <a:pt x="2866442" y="83722"/>
                  </a:lnTo>
                  <a:lnTo>
                    <a:pt x="2876186" y="37277"/>
                  </a:lnTo>
                  <a:lnTo>
                    <a:pt x="2885945" y="59334"/>
                  </a:lnTo>
                  <a:lnTo>
                    <a:pt x="2895689" y="89333"/>
                  </a:lnTo>
                  <a:lnTo>
                    <a:pt x="2905433" y="63170"/>
                  </a:lnTo>
                  <a:lnTo>
                    <a:pt x="2915192" y="4615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4" name="Freeform 1103">
              <a:extLst>
                <a:ext uri="{FF2B5EF4-FFF2-40B4-BE49-F238E27FC236}">
                  <a16:creationId xmlns:a16="http://schemas.microsoft.com/office/drawing/2014/main" id="{D2A963F7-0A45-266F-CF64-9ECF164121B5}"/>
                </a:ext>
              </a:extLst>
            </p:cNvPr>
            <p:cNvSpPr/>
            <p:nvPr/>
          </p:nvSpPr>
          <p:spPr>
            <a:xfrm>
              <a:off x="4426652" y="3139151"/>
              <a:ext cx="2915191" cy="576398"/>
            </a:xfrm>
            <a:custGeom>
              <a:avLst/>
              <a:gdLst>
                <a:gd name="connsiteX0" fmla="*/ 0 w 2915191"/>
                <a:gd name="connsiteY0" fmla="*/ 91313 h 576398"/>
                <a:gd name="connsiteX1" fmla="*/ 9750 w 2915191"/>
                <a:gd name="connsiteY1" fmla="*/ 91737 h 576398"/>
                <a:gd name="connsiteX2" fmla="*/ 19500 w 2915191"/>
                <a:gd name="connsiteY2" fmla="*/ 110674 h 576398"/>
                <a:gd name="connsiteX3" fmla="*/ 29250 w 2915191"/>
                <a:gd name="connsiteY3" fmla="*/ 88965 h 576398"/>
                <a:gd name="connsiteX4" fmla="*/ 39000 w 2915191"/>
                <a:gd name="connsiteY4" fmla="*/ 86782 h 576398"/>
                <a:gd name="connsiteX5" fmla="*/ 48749 w 2915191"/>
                <a:gd name="connsiteY5" fmla="*/ 57964 h 576398"/>
                <a:gd name="connsiteX6" fmla="*/ 58499 w 2915191"/>
                <a:gd name="connsiteY6" fmla="*/ 64757 h 576398"/>
                <a:gd name="connsiteX7" fmla="*/ 68249 w 2915191"/>
                <a:gd name="connsiteY7" fmla="*/ 78005 h 576398"/>
                <a:gd name="connsiteX8" fmla="*/ 77998 w 2915191"/>
                <a:gd name="connsiteY8" fmla="*/ 84990 h 576398"/>
                <a:gd name="connsiteX9" fmla="*/ 87748 w 2915191"/>
                <a:gd name="connsiteY9" fmla="*/ 77788 h 576398"/>
                <a:gd name="connsiteX10" fmla="*/ 97497 w 2915191"/>
                <a:gd name="connsiteY10" fmla="*/ 95187 h 576398"/>
                <a:gd name="connsiteX11" fmla="*/ 107247 w 2915191"/>
                <a:gd name="connsiteY11" fmla="*/ 103168 h 576398"/>
                <a:gd name="connsiteX12" fmla="*/ 116997 w 2915191"/>
                <a:gd name="connsiteY12" fmla="*/ 108821 h 576398"/>
                <a:gd name="connsiteX13" fmla="*/ 126747 w 2915191"/>
                <a:gd name="connsiteY13" fmla="*/ 111790 h 576398"/>
                <a:gd name="connsiteX14" fmla="*/ 136497 w 2915191"/>
                <a:gd name="connsiteY14" fmla="*/ 97341 h 576398"/>
                <a:gd name="connsiteX15" fmla="*/ 146247 w 2915191"/>
                <a:gd name="connsiteY15" fmla="*/ 98497 h 576398"/>
                <a:gd name="connsiteX16" fmla="*/ 155997 w 2915191"/>
                <a:gd name="connsiteY16" fmla="*/ 83211 h 576398"/>
                <a:gd name="connsiteX17" fmla="*/ 165747 w 2915191"/>
                <a:gd name="connsiteY17" fmla="*/ 88422 h 576398"/>
                <a:gd name="connsiteX18" fmla="*/ 175497 w 2915191"/>
                <a:gd name="connsiteY18" fmla="*/ 23663 h 576398"/>
                <a:gd name="connsiteX19" fmla="*/ 185247 w 2915191"/>
                <a:gd name="connsiteY19" fmla="*/ 26391 h 576398"/>
                <a:gd name="connsiteX20" fmla="*/ 194996 w 2915191"/>
                <a:gd name="connsiteY20" fmla="*/ 35400 h 576398"/>
                <a:gd name="connsiteX21" fmla="*/ 204746 w 2915191"/>
                <a:gd name="connsiteY21" fmla="*/ 43672 h 576398"/>
                <a:gd name="connsiteX22" fmla="*/ 214495 w 2915191"/>
                <a:gd name="connsiteY22" fmla="*/ 54722 h 576398"/>
                <a:gd name="connsiteX23" fmla="*/ 224245 w 2915191"/>
                <a:gd name="connsiteY23" fmla="*/ 65733 h 576398"/>
                <a:gd name="connsiteX24" fmla="*/ 233995 w 2915191"/>
                <a:gd name="connsiteY24" fmla="*/ 88168 h 576398"/>
                <a:gd name="connsiteX25" fmla="*/ 243744 w 2915191"/>
                <a:gd name="connsiteY25" fmla="*/ 95006 h 576398"/>
                <a:gd name="connsiteX26" fmla="*/ 253494 w 2915191"/>
                <a:gd name="connsiteY26" fmla="*/ 73436 h 576398"/>
                <a:gd name="connsiteX27" fmla="*/ 263244 w 2915191"/>
                <a:gd name="connsiteY27" fmla="*/ 37545 h 576398"/>
                <a:gd name="connsiteX28" fmla="*/ 272994 w 2915191"/>
                <a:gd name="connsiteY28" fmla="*/ 42407 h 576398"/>
                <a:gd name="connsiteX29" fmla="*/ 282744 w 2915191"/>
                <a:gd name="connsiteY29" fmla="*/ 69023 h 576398"/>
                <a:gd name="connsiteX30" fmla="*/ 292494 w 2915191"/>
                <a:gd name="connsiteY30" fmla="*/ 108109 h 576398"/>
                <a:gd name="connsiteX31" fmla="*/ 302244 w 2915191"/>
                <a:gd name="connsiteY31" fmla="*/ 111498 h 576398"/>
                <a:gd name="connsiteX32" fmla="*/ 311994 w 2915191"/>
                <a:gd name="connsiteY32" fmla="*/ 125563 h 576398"/>
                <a:gd name="connsiteX33" fmla="*/ 321744 w 2915191"/>
                <a:gd name="connsiteY33" fmla="*/ 158829 h 576398"/>
                <a:gd name="connsiteX34" fmla="*/ 331493 w 2915191"/>
                <a:gd name="connsiteY34" fmla="*/ 189470 h 576398"/>
                <a:gd name="connsiteX35" fmla="*/ 341243 w 2915191"/>
                <a:gd name="connsiteY35" fmla="*/ 221867 h 576398"/>
                <a:gd name="connsiteX36" fmla="*/ 350993 w 2915191"/>
                <a:gd name="connsiteY36" fmla="*/ 228354 h 576398"/>
                <a:gd name="connsiteX37" fmla="*/ 360742 w 2915191"/>
                <a:gd name="connsiteY37" fmla="*/ 219875 h 576398"/>
                <a:gd name="connsiteX38" fmla="*/ 370492 w 2915191"/>
                <a:gd name="connsiteY38" fmla="*/ 192560 h 576398"/>
                <a:gd name="connsiteX39" fmla="*/ 380241 w 2915191"/>
                <a:gd name="connsiteY39" fmla="*/ 189397 h 576398"/>
                <a:gd name="connsiteX40" fmla="*/ 389991 w 2915191"/>
                <a:gd name="connsiteY40" fmla="*/ 187300 h 576398"/>
                <a:gd name="connsiteX41" fmla="*/ 399741 w 2915191"/>
                <a:gd name="connsiteY41" fmla="*/ 214602 h 576398"/>
                <a:gd name="connsiteX42" fmla="*/ 409491 w 2915191"/>
                <a:gd name="connsiteY42" fmla="*/ 204286 h 576398"/>
                <a:gd name="connsiteX43" fmla="*/ 419241 w 2915191"/>
                <a:gd name="connsiteY43" fmla="*/ 202768 h 576398"/>
                <a:gd name="connsiteX44" fmla="*/ 428991 w 2915191"/>
                <a:gd name="connsiteY44" fmla="*/ 169251 h 576398"/>
                <a:gd name="connsiteX45" fmla="*/ 438741 w 2915191"/>
                <a:gd name="connsiteY45" fmla="*/ 181325 h 576398"/>
                <a:gd name="connsiteX46" fmla="*/ 448491 w 2915191"/>
                <a:gd name="connsiteY46" fmla="*/ 181321 h 576398"/>
                <a:gd name="connsiteX47" fmla="*/ 458241 w 2915191"/>
                <a:gd name="connsiteY47" fmla="*/ 176928 h 576398"/>
                <a:gd name="connsiteX48" fmla="*/ 467991 w 2915191"/>
                <a:gd name="connsiteY48" fmla="*/ 164096 h 576398"/>
                <a:gd name="connsiteX49" fmla="*/ 477740 w 2915191"/>
                <a:gd name="connsiteY49" fmla="*/ 138815 h 576398"/>
                <a:gd name="connsiteX50" fmla="*/ 487490 w 2915191"/>
                <a:gd name="connsiteY50" fmla="*/ 100130 h 576398"/>
                <a:gd name="connsiteX51" fmla="*/ 497239 w 2915191"/>
                <a:gd name="connsiteY51" fmla="*/ 137309 h 576398"/>
                <a:gd name="connsiteX52" fmla="*/ 506989 w 2915191"/>
                <a:gd name="connsiteY52" fmla="*/ 136560 h 576398"/>
                <a:gd name="connsiteX53" fmla="*/ 516738 w 2915191"/>
                <a:gd name="connsiteY53" fmla="*/ 128943 h 576398"/>
                <a:gd name="connsiteX54" fmla="*/ 526488 w 2915191"/>
                <a:gd name="connsiteY54" fmla="*/ 128194 h 576398"/>
                <a:gd name="connsiteX55" fmla="*/ 536238 w 2915191"/>
                <a:gd name="connsiteY55" fmla="*/ 126685 h 576398"/>
                <a:gd name="connsiteX56" fmla="*/ 545988 w 2915191"/>
                <a:gd name="connsiteY56" fmla="*/ 102039 h 576398"/>
                <a:gd name="connsiteX57" fmla="*/ 555738 w 2915191"/>
                <a:gd name="connsiteY57" fmla="*/ 107660 h 576398"/>
                <a:gd name="connsiteX58" fmla="*/ 565488 w 2915191"/>
                <a:gd name="connsiteY58" fmla="*/ 121419 h 576398"/>
                <a:gd name="connsiteX59" fmla="*/ 575238 w 2915191"/>
                <a:gd name="connsiteY59" fmla="*/ 126853 h 576398"/>
                <a:gd name="connsiteX60" fmla="*/ 584988 w 2915191"/>
                <a:gd name="connsiteY60" fmla="*/ 140123 h 576398"/>
                <a:gd name="connsiteX61" fmla="*/ 594738 w 2915191"/>
                <a:gd name="connsiteY61" fmla="*/ 133481 h 576398"/>
                <a:gd name="connsiteX62" fmla="*/ 604488 w 2915191"/>
                <a:gd name="connsiteY62" fmla="*/ 139653 h 576398"/>
                <a:gd name="connsiteX63" fmla="*/ 614237 w 2915191"/>
                <a:gd name="connsiteY63" fmla="*/ 137631 h 576398"/>
                <a:gd name="connsiteX64" fmla="*/ 623987 w 2915191"/>
                <a:gd name="connsiteY64" fmla="*/ 143416 h 576398"/>
                <a:gd name="connsiteX65" fmla="*/ 633736 w 2915191"/>
                <a:gd name="connsiteY65" fmla="*/ 120607 h 576398"/>
                <a:gd name="connsiteX66" fmla="*/ 643486 w 2915191"/>
                <a:gd name="connsiteY66" fmla="*/ 108196 h 576398"/>
                <a:gd name="connsiteX67" fmla="*/ 653236 w 2915191"/>
                <a:gd name="connsiteY67" fmla="*/ 109248 h 576398"/>
                <a:gd name="connsiteX68" fmla="*/ 662985 w 2915191"/>
                <a:gd name="connsiteY68" fmla="*/ 112382 h 576398"/>
                <a:gd name="connsiteX69" fmla="*/ 672735 w 2915191"/>
                <a:gd name="connsiteY69" fmla="*/ 126206 h 576398"/>
                <a:gd name="connsiteX70" fmla="*/ 682485 w 2915191"/>
                <a:gd name="connsiteY70" fmla="*/ 102748 h 576398"/>
                <a:gd name="connsiteX71" fmla="*/ 692235 w 2915191"/>
                <a:gd name="connsiteY71" fmla="*/ 104215 h 576398"/>
                <a:gd name="connsiteX72" fmla="*/ 701985 w 2915191"/>
                <a:gd name="connsiteY72" fmla="*/ 78027 h 576398"/>
                <a:gd name="connsiteX73" fmla="*/ 711735 w 2915191"/>
                <a:gd name="connsiteY73" fmla="*/ 91772 h 576398"/>
                <a:gd name="connsiteX74" fmla="*/ 721485 w 2915191"/>
                <a:gd name="connsiteY74" fmla="*/ 86784 h 576398"/>
                <a:gd name="connsiteX75" fmla="*/ 731235 w 2915191"/>
                <a:gd name="connsiteY75" fmla="*/ 39809 h 576398"/>
                <a:gd name="connsiteX76" fmla="*/ 740985 w 2915191"/>
                <a:gd name="connsiteY76" fmla="*/ 79808 h 576398"/>
                <a:gd name="connsiteX77" fmla="*/ 750734 w 2915191"/>
                <a:gd name="connsiteY77" fmla="*/ 60024 h 576398"/>
                <a:gd name="connsiteX78" fmla="*/ 760484 w 2915191"/>
                <a:gd name="connsiteY78" fmla="*/ 74999 h 576398"/>
                <a:gd name="connsiteX79" fmla="*/ 770233 w 2915191"/>
                <a:gd name="connsiteY79" fmla="*/ 121656 h 576398"/>
                <a:gd name="connsiteX80" fmla="*/ 779983 w 2915191"/>
                <a:gd name="connsiteY80" fmla="*/ 88189 h 576398"/>
                <a:gd name="connsiteX81" fmla="*/ 789733 w 2915191"/>
                <a:gd name="connsiteY81" fmla="*/ 98977 h 576398"/>
                <a:gd name="connsiteX82" fmla="*/ 799482 w 2915191"/>
                <a:gd name="connsiteY82" fmla="*/ 60268 h 576398"/>
                <a:gd name="connsiteX83" fmla="*/ 809232 w 2915191"/>
                <a:gd name="connsiteY83" fmla="*/ 67318 h 576398"/>
                <a:gd name="connsiteX84" fmla="*/ 818982 w 2915191"/>
                <a:gd name="connsiteY84" fmla="*/ 27784 h 576398"/>
                <a:gd name="connsiteX85" fmla="*/ 828732 w 2915191"/>
                <a:gd name="connsiteY85" fmla="*/ 39776 h 576398"/>
                <a:gd name="connsiteX86" fmla="*/ 838482 w 2915191"/>
                <a:gd name="connsiteY86" fmla="*/ 9853 h 576398"/>
                <a:gd name="connsiteX87" fmla="*/ 848232 w 2915191"/>
                <a:gd name="connsiteY87" fmla="*/ 0 h 576398"/>
                <a:gd name="connsiteX88" fmla="*/ 857982 w 2915191"/>
                <a:gd name="connsiteY88" fmla="*/ 48219 h 576398"/>
                <a:gd name="connsiteX89" fmla="*/ 867732 w 2915191"/>
                <a:gd name="connsiteY89" fmla="*/ 43596 h 576398"/>
                <a:gd name="connsiteX90" fmla="*/ 877482 w 2915191"/>
                <a:gd name="connsiteY90" fmla="*/ 81477 h 576398"/>
                <a:gd name="connsiteX91" fmla="*/ 887231 w 2915191"/>
                <a:gd name="connsiteY91" fmla="*/ 73436 h 576398"/>
                <a:gd name="connsiteX92" fmla="*/ 896981 w 2915191"/>
                <a:gd name="connsiteY92" fmla="*/ 87958 h 576398"/>
                <a:gd name="connsiteX93" fmla="*/ 906730 w 2915191"/>
                <a:gd name="connsiteY93" fmla="*/ 53471 h 576398"/>
                <a:gd name="connsiteX94" fmla="*/ 916480 w 2915191"/>
                <a:gd name="connsiteY94" fmla="*/ 74130 h 576398"/>
                <a:gd name="connsiteX95" fmla="*/ 926230 w 2915191"/>
                <a:gd name="connsiteY95" fmla="*/ 101534 h 576398"/>
                <a:gd name="connsiteX96" fmla="*/ 935979 w 2915191"/>
                <a:gd name="connsiteY96" fmla="*/ 126795 h 576398"/>
                <a:gd name="connsiteX97" fmla="*/ 945729 w 2915191"/>
                <a:gd name="connsiteY97" fmla="*/ 130242 h 576398"/>
                <a:gd name="connsiteX98" fmla="*/ 955479 w 2915191"/>
                <a:gd name="connsiteY98" fmla="*/ 106778 h 576398"/>
                <a:gd name="connsiteX99" fmla="*/ 965229 w 2915191"/>
                <a:gd name="connsiteY99" fmla="*/ 124855 h 576398"/>
                <a:gd name="connsiteX100" fmla="*/ 974979 w 2915191"/>
                <a:gd name="connsiteY100" fmla="*/ 114090 h 576398"/>
                <a:gd name="connsiteX101" fmla="*/ 984729 w 2915191"/>
                <a:gd name="connsiteY101" fmla="*/ 81095 h 576398"/>
                <a:gd name="connsiteX102" fmla="*/ 994474 w 2915191"/>
                <a:gd name="connsiteY102" fmla="*/ 66746 h 576398"/>
                <a:gd name="connsiteX103" fmla="*/ 1004233 w 2915191"/>
                <a:gd name="connsiteY103" fmla="*/ 33538 h 576398"/>
                <a:gd name="connsiteX104" fmla="*/ 1013977 w 2915191"/>
                <a:gd name="connsiteY104" fmla="*/ 60856 h 576398"/>
                <a:gd name="connsiteX105" fmla="*/ 1023721 w 2915191"/>
                <a:gd name="connsiteY105" fmla="*/ 68687 h 576398"/>
                <a:gd name="connsiteX106" fmla="*/ 1033480 w 2915191"/>
                <a:gd name="connsiteY106" fmla="*/ 80230 h 576398"/>
                <a:gd name="connsiteX107" fmla="*/ 1043224 w 2915191"/>
                <a:gd name="connsiteY107" fmla="*/ 96078 h 576398"/>
                <a:gd name="connsiteX108" fmla="*/ 1052983 w 2915191"/>
                <a:gd name="connsiteY108" fmla="*/ 90327 h 576398"/>
                <a:gd name="connsiteX109" fmla="*/ 1062727 w 2915191"/>
                <a:gd name="connsiteY109" fmla="*/ 106923 h 576398"/>
                <a:gd name="connsiteX110" fmla="*/ 1072471 w 2915191"/>
                <a:gd name="connsiteY110" fmla="*/ 156935 h 576398"/>
                <a:gd name="connsiteX111" fmla="*/ 1082230 w 2915191"/>
                <a:gd name="connsiteY111" fmla="*/ 171146 h 576398"/>
                <a:gd name="connsiteX112" fmla="*/ 1091973 w 2915191"/>
                <a:gd name="connsiteY112" fmla="*/ 145785 h 576398"/>
                <a:gd name="connsiteX113" fmla="*/ 1101732 w 2915191"/>
                <a:gd name="connsiteY113" fmla="*/ 140144 h 576398"/>
                <a:gd name="connsiteX114" fmla="*/ 1111476 w 2915191"/>
                <a:gd name="connsiteY114" fmla="*/ 150586 h 576398"/>
                <a:gd name="connsiteX115" fmla="*/ 1121220 w 2915191"/>
                <a:gd name="connsiteY115" fmla="*/ 160057 h 576398"/>
                <a:gd name="connsiteX116" fmla="*/ 1130979 w 2915191"/>
                <a:gd name="connsiteY116" fmla="*/ 191655 h 576398"/>
                <a:gd name="connsiteX117" fmla="*/ 1140723 w 2915191"/>
                <a:gd name="connsiteY117" fmla="*/ 215718 h 576398"/>
                <a:gd name="connsiteX118" fmla="*/ 1150482 w 2915191"/>
                <a:gd name="connsiteY118" fmla="*/ 230298 h 576398"/>
                <a:gd name="connsiteX119" fmla="*/ 1160226 w 2915191"/>
                <a:gd name="connsiteY119" fmla="*/ 225298 h 576398"/>
                <a:gd name="connsiteX120" fmla="*/ 1169969 w 2915191"/>
                <a:gd name="connsiteY120" fmla="*/ 213172 h 576398"/>
                <a:gd name="connsiteX121" fmla="*/ 1179728 w 2915191"/>
                <a:gd name="connsiteY121" fmla="*/ 219174 h 576398"/>
                <a:gd name="connsiteX122" fmla="*/ 1189472 w 2915191"/>
                <a:gd name="connsiteY122" fmla="*/ 251489 h 576398"/>
                <a:gd name="connsiteX123" fmla="*/ 1199231 w 2915191"/>
                <a:gd name="connsiteY123" fmla="*/ 230261 h 576398"/>
                <a:gd name="connsiteX124" fmla="*/ 1208975 w 2915191"/>
                <a:gd name="connsiteY124" fmla="*/ 225183 h 576398"/>
                <a:gd name="connsiteX125" fmla="*/ 1218719 w 2915191"/>
                <a:gd name="connsiteY125" fmla="*/ 266662 h 576398"/>
                <a:gd name="connsiteX126" fmla="*/ 1228478 w 2915191"/>
                <a:gd name="connsiteY126" fmla="*/ 264601 h 576398"/>
                <a:gd name="connsiteX127" fmla="*/ 1238222 w 2915191"/>
                <a:gd name="connsiteY127" fmla="*/ 271774 h 576398"/>
                <a:gd name="connsiteX128" fmla="*/ 1247966 w 2915191"/>
                <a:gd name="connsiteY128" fmla="*/ 296596 h 576398"/>
                <a:gd name="connsiteX129" fmla="*/ 1257725 w 2915191"/>
                <a:gd name="connsiteY129" fmla="*/ 303979 h 576398"/>
                <a:gd name="connsiteX130" fmla="*/ 1267469 w 2915191"/>
                <a:gd name="connsiteY130" fmla="*/ 340303 h 576398"/>
                <a:gd name="connsiteX131" fmla="*/ 1277227 w 2915191"/>
                <a:gd name="connsiteY131" fmla="*/ 332825 h 576398"/>
                <a:gd name="connsiteX132" fmla="*/ 1286971 w 2915191"/>
                <a:gd name="connsiteY132" fmla="*/ 372700 h 576398"/>
                <a:gd name="connsiteX133" fmla="*/ 1296715 w 2915191"/>
                <a:gd name="connsiteY133" fmla="*/ 358805 h 576398"/>
                <a:gd name="connsiteX134" fmla="*/ 1306474 w 2915191"/>
                <a:gd name="connsiteY134" fmla="*/ 384792 h 576398"/>
                <a:gd name="connsiteX135" fmla="*/ 1316218 w 2915191"/>
                <a:gd name="connsiteY135" fmla="*/ 409653 h 576398"/>
                <a:gd name="connsiteX136" fmla="*/ 1325977 w 2915191"/>
                <a:gd name="connsiteY136" fmla="*/ 380781 h 576398"/>
                <a:gd name="connsiteX137" fmla="*/ 1335721 w 2915191"/>
                <a:gd name="connsiteY137" fmla="*/ 378887 h 576398"/>
                <a:gd name="connsiteX138" fmla="*/ 1345465 w 2915191"/>
                <a:gd name="connsiteY138" fmla="*/ 374277 h 576398"/>
                <a:gd name="connsiteX139" fmla="*/ 1355224 w 2915191"/>
                <a:gd name="connsiteY139" fmla="*/ 372947 h 576398"/>
                <a:gd name="connsiteX140" fmla="*/ 1364967 w 2915191"/>
                <a:gd name="connsiteY140" fmla="*/ 340072 h 576398"/>
                <a:gd name="connsiteX141" fmla="*/ 1374726 w 2915191"/>
                <a:gd name="connsiteY141" fmla="*/ 320283 h 576398"/>
                <a:gd name="connsiteX142" fmla="*/ 1384470 w 2915191"/>
                <a:gd name="connsiteY142" fmla="*/ 363000 h 576398"/>
                <a:gd name="connsiteX143" fmla="*/ 1394214 w 2915191"/>
                <a:gd name="connsiteY143" fmla="*/ 350634 h 576398"/>
                <a:gd name="connsiteX144" fmla="*/ 1403973 w 2915191"/>
                <a:gd name="connsiteY144" fmla="*/ 353213 h 576398"/>
                <a:gd name="connsiteX145" fmla="*/ 1413717 w 2915191"/>
                <a:gd name="connsiteY145" fmla="*/ 351223 h 576398"/>
                <a:gd name="connsiteX146" fmla="*/ 1423476 w 2915191"/>
                <a:gd name="connsiteY146" fmla="*/ 355928 h 576398"/>
                <a:gd name="connsiteX147" fmla="*/ 1433220 w 2915191"/>
                <a:gd name="connsiteY147" fmla="*/ 378968 h 576398"/>
                <a:gd name="connsiteX148" fmla="*/ 1442964 w 2915191"/>
                <a:gd name="connsiteY148" fmla="*/ 347042 h 576398"/>
                <a:gd name="connsiteX149" fmla="*/ 1452722 w 2915191"/>
                <a:gd name="connsiteY149" fmla="*/ 341626 h 576398"/>
                <a:gd name="connsiteX150" fmla="*/ 1462466 w 2915191"/>
                <a:gd name="connsiteY150" fmla="*/ 322973 h 576398"/>
                <a:gd name="connsiteX151" fmla="*/ 1472225 w 2915191"/>
                <a:gd name="connsiteY151" fmla="*/ 370809 h 576398"/>
                <a:gd name="connsiteX152" fmla="*/ 1481969 w 2915191"/>
                <a:gd name="connsiteY152" fmla="*/ 408333 h 576398"/>
                <a:gd name="connsiteX153" fmla="*/ 1491713 w 2915191"/>
                <a:gd name="connsiteY153" fmla="*/ 404615 h 576398"/>
                <a:gd name="connsiteX154" fmla="*/ 1501472 w 2915191"/>
                <a:gd name="connsiteY154" fmla="*/ 402572 h 576398"/>
                <a:gd name="connsiteX155" fmla="*/ 1511216 w 2915191"/>
                <a:gd name="connsiteY155" fmla="*/ 401005 h 576398"/>
                <a:gd name="connsiteX156" fmla="*/ 1520960 w 2915191"/>
                <a:gd name="connsiteY156" fmla="*/ 392536 h 576398"/>
                <a:gd name="connsiteX157" fmla="*/ 1530719 w 2915191"/>
                <a:gd name="connsiteY157" fmla="*/ 354880 h 576398"/>
                <a:gd name="connsiteX158" fmla="*/ 1540463 w 2915191"/>
                <a:gd name="connsiteY158" fmla="*/ 353577 h 576398"/>
                <a:gd name="connsiteX159" fmla="*/ 1550221 w 2915191"/>
                <a:gd name="connsiteY159" fmla="*/ 404844 h 576398"/>
                <a:gd name="connsiteX160" fmla="*/ 1559965 w 2915191"/>
                <a:gd name="connsiteY160" fmla="*/ 402733 h 576398"/>
                <a:gd name="connsiteX161" fmla="*/ 1569709 w 2915191"/>
                <a:gd name="connsiteY161" fmla="*/ 390435 h 576398"/>
                <a:gd name="connsiteX162" fmla="*/ 1579468 w 2915191"/>
                <a:gd name="connsiteY162" fmla="*/ 349205 h 576398"/>
                <a:gd name="connsiteX163" fmla="*/ 1589212 w 2915191"/>
                <a:gd name="connsiteY163" fmla="*/ 365168 h 576398"/>
                <a:gd name="connsiteX164" fmla="*/ 1598971 w 2915191"/>
                <a:gd name="connsiteY164" fmla="*/ 392089 h 576398"/>
                <a:gd name="connsiteX165" fmla="*/ 1608715 w 2915191"/>
                <a:gd name="connsiteY165" fmla="*/ 411105 h 576398"/>
                <a:gd name="connsiteX166" fmla="*/ 1618459 w 2915191"/>
                <a:gd name="connsiteY166" fmla="*/ 349047 h 576398"/>
                <a:gd name="connsiteX167" fmla="*/ 1628218 w 2915191"/>
                <a:gd name="connsiteY167" fmla="*/ 358243 h 576398"/>
                <a:gd name="connsiteX168" fmla="*/ 1637962 w 2915191"/>
                <a:gd name="connsiteY168" fmla="*/ 321995 h 576398"/>
                <a:gd name="connsiteX169" fmla="*/ 1647720 w 2915191"/>
                <a:gd name="connsiteY169" fmla="*/ 308609 h 576398"/>
                <a:gd name="connsiteX170" fmla="*/ 1657464 w 2915191"/>
                <a:gd name="connsiteY170" fmla="*/ 290433 h 576398"/>
                <a:gd name="connsiteX171" fmla="*/ 1667208 w 2915191"/>
                <a:gd name="connsiteY171" fmla="*/ 304750 h 576398"/>
                <a:gd name="connsiteX172" fmla="*/ 1676967 w 2915191"/>
                <a:gd name="connsiteY172" fmla="*/ 309741 h 576398"/>
                <a:gd name="connsiteX173" fmla="*/ 1686711 w 2915191"/>
                <a:gd name="connsiteY173" fmla="*/ 318929 h 576398"/>
                <a:gd name="connsiteX174" fmla="*/ 1696470 w 2915191"/>
                <a:gd name="connsiteY174" fmla="*/ 274238 h 576398"/>
                <a:gd name="connsiteX175" fmla="*/ 1706214 w 2915191"/>
                <a:gd name="connsiteY175" fmla="*/ 286346 h 576398"/>
                <a:gd name="connsiteX176" fmla="*/ 1715958 w 2915191"/>
                <a:gd name="connsiteY176" fmla="*/ 275458 h 576398"/>
                <a:gd name="connsiteX177" fmla="*/ 1725716 w 2915191"/>
                <a:gd name="connsiteY177" fmla="*/ 295052 h 576398"/>
                <a:gd name="connsiteX178" fmla="*/ 1735460 w 2915191"/>
                <a:gd name="connsiteY178" fmla="*/ 253168 h 576398"/>
                <a:gd name="connsiteX179" fmla="*/ 1745219 w 2915191"/>
                <a:gd name="connsiteY179" fmla="*/ 282290 h 576398"/>
                <a:gd name="connsiteX180" fmla="*/ 1754963 w 2915191"/>
                <a:gd name="connsiteY180" fmla="*/ 290631 h 576398"/>
                <a:gd name="connsiteX181" fmla="*/ 1764707 w 2915191"/>
                <a:gd name="connsiteY181" fmla="*/ 315082 h 576398"/>
                <a:gd name="connsiteX182" fmla="*/ 1774466 w 2915191"/>
                <a:gd name="connsiteY182" fmla="*/ 324188 h 576398"/>
                <a:gd name="connsiteX183" fmla="*/ 1784210 w 2915191"/>
                <a:gd name="connsiteY183" fmla="*/ 333873 h 576398"/>
                <a:gd name="connsiteX184" fmla="*/ 1793969 w 2915191"/>
                <a:gd name="connsiteY184" fmla="*/ 343523 h 576398"/>
                <a:gd name="connsiteX185" fmla="*/ 1803713 w 2915191"/>
                <a:gd name="connsiteY185" fmla="*/ 334813 h 576398"/>
                <a:gd name="connsiteX186" fmla="*/ 1813457 w 2915191"/>
                <a:gd name="connsiteY186" fmla="*/ 299684 h 576398"/>
                <a:gd name="connsiteX187" fmla="*/ 1823215 w 2915191"/>
                <a:gd name="connsiteY187" fmla="*/ 310586 h 576398"/>
                <a:gd name="connsiteX188" fmla="*/ 1832959 w 2915191"/>
                <a:gd name="connsiteY188" fmla="*/ 363927 h 576398"/>
                <a:gd name="connsiteX189" fmla="*/ 1842703 w 2915191"/>
                <a:gd name="connsiteY189" fmla="*/ 380377 h 576398"/>
                <a:gd name="connsiteX190" fmla="*/ 1852462 w 2915191"/>
                <a:gd name="connsiteY190" fmla="*/ 360389 h 576398"/>
                <a:gd name="connsiteX191" fmla="*/ 1862206 w 2915191"/>
                <a:gd name="connsiteY191" fmla="*/ 356394 h 576398"/>
                <a:gd name="connsiteX192" fmla="*/ 1871965 w 2915191"/>
                <a:gd name="connsiteY192" fmla="*/ 375363 h 576398"/>
                <a:gd name="connsiteX193" fmla="*/ 1881709 w 2915191"/>
                <a:gd name="connsiteY193" fmla="*/ 405722 h 576398"/>
                <a:gd name="connsiteX194" fmla="*/ 1891453 w 2915191"/>
                <a:gd name="connsiteY194" fmla="*/ 413424 h 576398"/>
                <a:gd name="connsiteX195" fmla="*/ 1901212 w 2915191"/>
                <a:gd name="connsiteY195" fmla="*/ 392663 h 576398"/>
                <a:gd name="connsiteX196" fmla="*/ 1910956 w 2915191"/>
                <a:gd name="connsiteY196" fmla="*/ 420616 h 576398"/>
                <a:gd name="connsiteX197" fmla="*/ 1920714 w 2915191"/>
                <a:gd name="connsiteY197" fmla="*/ 434964 h 576398"/>
                <a:gd name="connsiteX198" fmla="*/ 1930458 w 2915191"/>
                <a:gd name="connsiteY198" fmla="*/ 399652 h 576398"/>
                <a:gd name="connsiteX199" fmla="*/ 1940202 w 2915191"/>
                <a:gd name="connsiteY199" fmla="*/ 417493 h 576398"/>
                <a:gd name="connsiteX200" fmla="*/ 1949961 w 2915191"/>
                <a:gd name="connsiteY200" fmla="*/ 411301 h 576398"/>
                <a:gd name="connsiteX201" fmla="*/ 1959705 w 2915191"/>
                <a:gd name="connsiteY201" fmla="*/ 447475 h 576398"/>
                <a:gd name="connsiteX202" fmla="*/ 1969464 w 2915191"/>
                <a:gd name="connsiteY202" fmla="*/ 491532 h 576398"/>
                <a:gd name="connsiteX203" fmla="*/ 1979208 w 2915191"/>
                <a:gd name="connsiteY203" fmla="*/ 452522 h 576398"/>
                <a:gd name="connsiteX204" fmla="*/ 1988952 w 2915191"/>
                <a:gd name="connsiteY204" fmla="*/ 448839 h 576398"/>
                <a:gd name="connsiteX205" fmla="*/ 1998711 w 2915191"/>
                <a:gd name="connsiteY205" fmla="*/ 436194 h 576398"/>
                <a:gd name="connsiteX206" fmla="*/ 2008454 w 2915191"/>
                <a:gd name="connsiteY206" fmla="*/ 441917 h 576398"/>
                <a:gd name="connsiteX207" fmla="*/ 2018213 w 2915191"/>
                <a:gd name="connsiteY207" fmla="*/ 448951 h 576398"/>
                <a:gd name="connsiteX208" fmla="*/ 2027957 w 2915191"/>
                <a:gd name="connsiteY208" fmla="*/ 480598 h 576398"/>
                <a:gd name="connsiteX209" fmla="*/ 2037701 w 2915191"/>
                <a:gd name="connsiteY209" fmla="*/ 498420 h 576398"/>
                <a:gd name="connsiteX210" fmla="*/ 2047460 w 2915191"/>
                <a:gd name="connsiteY210" fmla="*/ 502577 h 576398"/>
                <a:gd name="connsiteX211" fmla="*/ 2057204 w 2915191"/>
                <a:gd name="connsiteY211" fmla="*/ 510749 h 576398"/>
                <a:gd name="connsiteX212" fmla="*/ 2066963 w 2915191"/>
                <a:gd name="connsiteY212" fmla="*/ 504907 h 576398"/>
                <a:gd name="connsiteX213" fmla="*/ 2076707 w 2915191"/>
                <a:gd name="connsiteY213" fmla="*/ 488524 h 576398"/>
                <a:gd name="connsiteX214" fmla="*/ 2086451 w 2915191"/>
                <a:gd name="connsiteY214" fmla="*/ 479600 h 576398"/>
                <a:gd name="connsiteX215" fmla="*/ 2096210 w 2915191"/>
                <a:gd name="connsiteY215" fmla="*/ 446528 h 576398"/>
                <a:gd name="connsiteX216" fmla="*/ 2105954 w 2915191"/>
                <a:gd name="connsiteY216" fmla="*/ 478704 h 576398"/>
                <a:gd name="connsiteX217" fmla="*/ 2115697 w 2915191"/>
                <a:gd name="connsiteY217" fmla="*/ 498016 h 576398"/>
                <a:gd name="connsiteX218" fmla="*/ 2125456 w 2915191"/>
                <a:gd name="connsiteY218" fmla="*/ 477783 h 576398"/>
                <a:gd name="connsiteX219" fmla="*/ 2135200 w 2915191"/>
                <a:gd name="connsiteY219" fmla="*/ 478298 h 576398"/>
                <a:gd name="connsiteX220" fmla="*/ 2144959 w 2915191"/>
                <a:gd name="connsiteY220" fmla="*/ 500038 h 576398"/>
                <a:gd name="connsiteX221" fmla="*/ 2154703 w 2915191"/>
                <a:gd name="connsiteY221" fmla="*/ 525919 h 576398"/>
                <a:gd name="connsiteX222" fmla="*/ 2164447 w 2915191"/>
                <a:gd name="connsiteY222" fmla="*/ 527174 h 576398"/>
                <a:gd name="connsiteX223" fmla="*/ 2174206 w 2915191"/>
                <a:gd name="connsiteY223" fmla="*/ 536637 h 576398"/>
                <a:gd name="connsiteX224" fmla="*/ 2183950 w 2915191"/>
                <a:gd name="connsiteY224" fmla="*/ 540669 h 576398"/>
                <a:gd name="connsiteX225" fmla="*/ 2193709 w 2915191"/>
                <a:gd name="connsiteY225" fmla="*/ 544985 h 576398"/>
                <a:gd name="connsiteX226" fmla="*/ 2203452 w 2915191"/>
                <a:gd name="connsiteY226" fmla="*/ 576398 h 576398"/>
                <a:gd name="connsiteX227" fmla="*/ 2213196 w 2915191"/>
                <a:gd name="connsiteY227" fmla="*/ 576358 h 576398"/>
                <a:gd name="connsiteX228" fmla="*/ 2222955 w 2915191"/>
                <a:gd name="connsiteY228" fmla="*/ 561204 h 576398"/>
                <a:gd name="connsiteX229" fmla="*/ 2232699 w 2915191"/>
                <a:gd name="connsiteY229" fmla="*/ 526897 h 576398"/>
                <a:gd name="connsiteX230" fmla="*/ 2242458 w 2915191"/>
                <a:gd name="connsiteY230" fmla="*/ 529118 h 576398"/>
                <a:gd name="connsiteX231" fmla="*/ 2252202 w 2915191"/>
                <a:gd name="connsiteY231" fmla="*/ 495081 h 576398"/>
                <a:gd name="connsiteX232" fmla="*/ 2261946 w 2915191"/>
                <a:gd name="connsiteY232" fmla="*/ 498690 h 576398"/>
                <a:gd name="connsiteX233" fmla="*/ 2271705 w 2915191"/>
                <a:gd name="connsiteY233" fmla="*/ 463497 h 576398"/>
                <a:gd name="connsiteX234" fmla="*/ 2281449 w 2915191"/>
                <a:gd name="connsiteY234" fmla="*/ 458699 h 576398"/>
                <a:gd name="connsiteX235" fmla="*/ 2291208 w 2915191"/>
                <a:gd name="connsiteY235" fmla="*/ 472995 h 576398"/>
                <a:gd name="connsiteX236" fmla="*/ 2300951 w 2915191"/>
                <a:gd name="connsiteY236" fmla="*/ 445830 h 576398"/>
                <a:gd name="connsiteX237" fmla="*/ 2310695 w 2915191"/>
                <a:gd name="connsiteY237" fmla="*/ 490507 h 576398"/>
                <a:gd name="connsiteX238" fmla="*/ 2320454 w 2915191"/>
                <a:gd name="connsiteY238" fmla="*/ 463705 h 576398"/>
                <a:gd name="connsiteX239" fmla="*/ 2330198 w 2915191"/>
                <a:gd name="connsiteY239" fmla="*/ 446804 h 576398"/>
                <a:gd name="connsiteX240" fmla="*/ 2339957 w 2915191"/>
                <a:gd name="connsiteY240" fmla="*/ 446594 h 576398"/>
                <a:gd name="connsiteX241" fmla="*/ 2349701 w 2915191"/>
                <a:gd name="connsiteY241" fmla="*/ 409175 h 576398"/>
                <a:gd name="connsiteX242" fmla="*/ 2359445 w 2915191"/>
                <a:gd name="connsiteY242" fmla="*/ 393366 h 576398"/>
                <a:gd name="connsiteX243" fmla="*/ 2369204 w 2915191"/>
                <a:gd name="connsiteY243" fmla="*/ 380305 h 576398"/>
                <a:gd name="connsiteX244" fmla="*/ 2378948 w 2915191"/>
                <a:gd name="connsiteY244" fmla="*/ 411818 h 576398"/>
                <a:gd name="connsiteX245" fmla="*/ 2388692 w 2915191"/>
                <a:gd name="connsiteY245" fmla="*/ 427772 h 576398"/>
                <a:gd name="connsiteX246" fmla="*/ 2398450 w 2915191"/>
                <a:gd name="connsiteY246" fmla="*/ 446014 h 576398"/>
                <a:gd name="connsiteX247" fmla="*/ 2408194 w 2915191"/>
                <a:gd name="connsiteY247" fmla="*/ 453923 h 576398"/>
                <a:gd name="connsiteX248" fmla="*/ 2417953 w 2915191"/>
                <a:gd name="connsiteY248" fmla="*/ 448425 h 576398"/>
                <a:gd name="connsiteX249" fmla="*/ 2427697 w 2915191"/>
                <a:gd name="connsiteY249" fmla="*/ 457092 h 576398"/>
                <a:gd name="connsiteX250" fmla="*/ 2437441 w 2915191"/>
                <a:gd name="connsiteY250" fmla="*/ 458729 h 576398"/>
                <a:gd name="connsiteX251" fmla="*/ 2447200 w 2915191"/>
                <a:gd name="connsiteY251" fmla="*/ 497246 h 576398"/>
                <a:gd name="connsiteX252" fmla="*/ 2456944 w 2915191"/>
                <a:gd name="connsiteY252" fmla="*/ 464808 h 576398"/>
                <a:gd name="connsiteX253" fmla="*/ 2466703 w 2915191"/>
                <a:gd name="connsiteY253" fmla="*/ 463436 h 576398"/>
                <a:gd name="connsiteX254" fmla="*/ 2476446 w 2915191"/>
                <a:gd name="connsiteY254" fmla="*/ 457101 h 576398"/>
                <a:gd name="connsiteX255" fmla="*/ 2486190 w 2915191"/>
                <a:gd name="connsiteY255" fmla="*/ 459130 h 576398"/>
                <a:gd name="connsiteX256" fmla="*/ 2495949 w 2915191"/>
                <a:gd name="connsiteY256" fmla="*/ 489984 h 576398"/>
                <a:gd name="connsiteX257" fmla="*/ 2505693 w 2915191"/>
                <a:gd name="connsiteY257" fmla="*/ 442343 h 576398"/>
                <a:gd name="connsiteX258" fmla="*/ 2515452 w 2915191"/>
                <a:gd name="connsiteY258" fmla="*/ 426686 h 576398"/>
                <a:gd name="connsiteX259" fmla="*/ 2525196 w 2915191"/>
                <a:gd name="connsiteY259" fmla="*/ 430963 h 576398"/>
                <a:gd name="connsiteX260" fmla="*/ 2534940 w 2915191"/>
                <a:gd name="connsiteY260" fmla="*/ 391025 h 576398"/>
                <a:gd name="connsiteX261" fmla="*/ 2544699 w 2915191"/>
                <a:gd name="connsiteY261" fmla="*/ 411361 h 576398"/>
                <a:gd name="connsiteX262" fmla="*/ 2554443 w 2915191"/>
                <a:gd name="connsiteY262" fmla="*/ 426768 h 576398"/>
                <a:gd name="connsiteX263" fmla="*/ 2564202 w 2915191"/>
                <a:gd name="connsiteY263" fmla="*/ 429924 h 576398"/>
                <a:gd name="connsiteX264" fmla="*/ 2573946 w 2915191"/>
                <a:gd name="connsiteY264" fmla="*/ 456749 h 576398"/>
                <a:gd name="connsiteX265" fmla="*/ 2583690 w 2915191"/>
                <a:gd name="connsiteY265" fmla="*/ 456703 h 576398"/>
                <a:gd name="connsiteX266" fmla="*/ 2593448 w 2915191"/>
                <a:gd name="connsiteY266" fmla="*/ 442845 h 576398"/>
                <a:gd name="connsiteX267" fmla="*/ 2603192 w 2915191"/>
                <a:gd name="connsiteY267" fmla="*/ 421626 h 576398"/>
                <a:gd name="connsiteX268" fmla="*/ 2612951 w 2915191"/>
                <a:gd name="connsiteY268" fmla="*/ 413493 h 576398"/>
                <a:gd name="connsiteX269" fmla="*/ 2622695 w 2915191"/>
                <a:gd name="connsiteY269" fmla="*/ 392998 h 576398"/>
                <a:gd name="connsiteX270" fmla="*/ 2632439 w 2915191"/>
                <a:gd name="connsiteY270" fmla="*/ 392827 h 576398"/>
                <a:gd name="connsiteX271" fmla="*/ 2642198 w 2915191"/>
                <a:gd name="connsiteY271" fmla="*/ 348520 h 576398"/>
                <a:gd name="connsiteX272" fmla="*/ 2651942 w 2915191"/>
                <a:gd name="connsiteY272" fmla="*/ 309394 h 576398"/>
                <a:gd name="connsiteX273" fmla="*/ 2661685 w 2915191"/>
                <a:gd name="connsiteY273" fmla="*/ 296125 h 576398"/>
                <a:gd name="connsiteX274" fmla="*/ 2671444 w 2915191"/>
                <a:gd name="connsiteY274" fmla="*/ 295281 h 576398"/>
                <a:gd name="connsiteX275" fmla="*/ 2681188 w 2915191"/>
                <a:gd name="connsiteY275" fmla="*/ 322810 h 576398"/>
                <a:gd name="connsiteX276" fmla="*/ 2690947 w 2915191"/>
                <a:gd name="connsiteY276" fmla="*/ 331638 h 576398"/>
                <a:gd name="connsiteX277" fmla="*/ 2700691 w 2915191"/>
                <a:gd name="connsiteY277" fmla="*/ 307353 h 576398"/>
                <a:gd name="connsiteX278" fmla="*/ 2710435 w 2915191"/>
                <a:gd name="connsiteY278" fmla="*/ 316271 h 576398"/>
                <a:gd name="connsiteX279" fmla="*/ 2720194 w 2915191"/>
                <a:gd name="connsiteY279" fmla="*/ 309438 h 576398"/>
                <a:gd name="connsiteX280" fmla="*/ 2729938 w 2915191"/>
                <a:gd name="connsiteY280" fmla="*/ 313419 h 576398"/>
                <a:gd name="connsiteX281" fmla="*/ 2739697 w 2915191"/>
                <a:gd name="connsiteY281" fmla="*/ 302531 h 576398"/>
                <a:gd name="connsiteX282" fmla="*/ 2749441 w 2915191"/>
                <a:gd name="connsiteY282" fmla="*/ 304970 h 576398"/>
                <a:gd name="connsiteX283" fmla="*/ 2759185 w 2915191"/>
                <a:gd name="connsiteY283" fmla="*/ 291990 h 576398"/>
                <a:gd name="connsiteX284" fmla="*/ 2768943 w 2915191"/>
                <a:gd name="connsiteY284" fmla="*/ 335591 h 576398"/>
                <a:gd name="connsiteX285" fmla="*/ 2778687 w 2915191"/>
                <a:gd name="connsiteY285" fmla="*/ 319428 h 576398"/>
                <a:gd name="connsiteX286" fmla="*/ 2788446 w 2915191"/>
                <a:gd name="connsiteY286" fmla="*/ 350710 h 576398"/>
                <a:gd name="connsiteX287" fmla="*/ 2798190 w 2915191"/>
                <a:gd name="connsiteY287" fmla="*/ 360278 h 576398"/>
                <a:gd name="connsiteX288" fmla="*/ 2807934 w 2915191"/>
                <a:gd name="connsiteY288" fmla="*/ 374574 h 576398"/>
                <a:gd name="connsiteX289" fmla="*/ 2817693 w 2915191"/>
                <a:gd name="connsiteY289" fmla="*/ 381186 h 576398"/>
                <a:gd name="connsiteX290" fmla="*/ 2827437 w 2915191"/>
                <a:gd name="connsiteY290" fmla="*/ 381076 h 576398"/>
                <a:gd name="connsiteX291" fmla="*/ 2837196 w 2915191"/>
                <a:gd name="connsiteY291" fmla="*/ 389987 h 576398"/>
                <a:gd name="connsiteX292" fmla="*/ 2846940 w 2915191"/>
                <a:gd name="connsiteY292" fmla="*/ 442504 h 576398"/>
                <a:gd name="connsiteX293" fmla="*/ 2856684 w 2915191"/>
                <a:gd name="connsiteY293" fmla="*/ 417487 h 576398"/>
                <a:gd name="connsiteX294" fmla="*/ 2866442 w 2915191"/>
                <a:gd name="connsiteY294" fmla="*/ 398995 h 576398"/>
                <a:gd name="connsiteX295" fmla="*/ 2876186 w 2915191"/>
                <a:gd name="connsiteY295" fmla="*/ 418621 h 576398"/>
                <a:gd name="connsiteX296" fmla="*/ 2885945 w 2915191"/>
                <a:gd name="connsiteY296" fmla="*/ 394197 h 576398"/>
                <a:gd name="connsiteX297" fmla="*/ 2895689 w 2915191"/>
                <a:gd name="connsiteY297" fmla="*/ 380171 h 576398"/>
                <a:gd name="connsiteX298" fmla="*/ 2905433 w 2915191"/>
                <a:gd name="connsiteY298" fmla="*/ 403524 h 576398"/>
                <a:gd name="connsiteX299" fmla="*/ 2915192 w 2915191"/>
                <a:gd name="connsiteY299" fmla="*/ 437787 h 576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76398">
                  <a:moveTo>
                    <a:pt x="0" y="91313"/>
                  </a:moveTo>
                  <a:lnTo>
                    <a:pt x="9750" y="91737"/>
                  </a:lnTo>
                  <a:lnTo>
                    <a:pt x="19500" y="110674"/>
                  </a:lnTo>
                  <a:lnTo>
                    <a:pt x="29250" y="88965"/>
                  </a:lnTo>
                  <a:lnTo>
                    <a:pt x="39000" y="86782"/>
                  </a:lnTo>
                  <a:lnTo>
                    <a:pt x="48749" y="57964"/>
                  </a:lnTo>
                  <a:lnTo>
                    <a:pt x="58499" y="64757"/>
                  </a:lnTo>
                  <a:lnTo>
                    <a:pt x="68249" y="78005"/>
                  </a:lnTo>
                  <a:lnTo>
                    <a:pt x="77998" y="84990"/>
                  </a:lnTo>
                  <a:lnTo>
                    <a:pt x="87748" y="77788"/>
                  </a:lnTo>
                  <a:lnTo>
                    <a:pt x="97497" y="95187"/>
                  </a:lnTo>
                  <a:lnTo>
                    <a:pt x="107247" y="103168"/>
                  </a:lnTo>
                  <a:lnTo>
                    <a:pt x="116997" y="108821"/>
                  </a:lnTo>
                  <a:lnTo>
                    <a:pt x="126747" y="111790"/>
                  </a:lnTo>
                  <a:lnTo>
                    <a:pt x="136497" y="97341"/>
                  </a:lnTo>
                  <a:lnTo>
                    <a:pt x="146247" y="98497"/>
                  </a:lnTo>
                  <a:lnTo>
                    <a:pt x="155997" y="83211"/>
                  </a:lnTo>
                  <a:lnTo>
                    <a:pt x="165747" y="88422"/>
                  </a:lnTo>
                  <a:lnTo>
                    <a:pt x="175497" y="23663"/>
                  </a:lnTo>
                  <a:lnTo>
                    <a:pt x="185247" y="26391"/>
                  </a:lnTo>
                  <a:lnTo>
                    <a:pt x="194996" y="35400"/>
                  </a:lnTo>
                  <a:lnTo>
                    <a:pt x="204746" y="43672"/>
                  </a:lnTo>
                  <a:lnTo>
                    <a:pt x="214495" y="54722"/>
                  </a:lnTo>
                  <a:lnTo>
                    <a:pt x="224245" y="65733"/>
                  </a:lnTo>
                  <a:lnTo>
                    <a:pt x="233995" y="88168"/>
                  </a:lnTo>
                  <a:lnTo>
                    <a:pt x="243744" y="95006"/>
                  </a:lnTo>
                  <a:lnTo>
                    <a:pt x="253494" y="73436"/>
                  </a:lnTo>
                  <a:lnTo>
                    <a:pt x="263244" y="37545"/>
                  </a:lnTo>
                  <a:lnTo>
                    <a:pt x="272994" y="42407"/>
                  </a:lnTo>
                  <a:lnTo>
                    <a:pt x="282744" y="69023"/>
                  </a:lnTo>
                  <a:lnTo>
                    <a:pt x="292494" y="108109"/>
                  </a:lnTo>
                  <a:lnTo>
                    <a:pt x="302244" y="111498"/>
                  </a:lnTo>
                  <a:lnTo>
                    <a:pt x="311994" y="125563"/>
                  </a:lnTo>
                  <a:lnTo>
                    <a:pt x="321744" y="158829"/>
                  </a:lnTo>
                  <a:lnTo>
                    <a:pt x="331493" y="189470"/>
                  </a:lnTo>
                  <a:lnTo>
                    <a:pt x="341243" y="221867"/>
                  </a:lnTo>
                  <a:lnTo>
                    <a:pt x="350993" y="228354"/>
                  </a:lnTo>
                  <a:lnTo>
                    <a:pt x="360742" y="219875"/>
                  </a:lnTo>
                  <a:lnTo>
                    <a:pt x="370492" y="192560"/>
                  </a:lnTo>
                  <a:lnTo>
                    <a:pt x="380241" y="189397"/>
                  </a:lnTo>
                  <a:lnTo>
                    <a:pt x="389991" y="187300"/>
                  </a:lnTo>
                  <a:lnTo>
                    <a:pt x="399741" y="214602"/>
                  </a:lnTo>
                  <a:lnTo>
                    <a:pt x="409491" y="204286"/>
                  </a:lnTo>
                  <a:lnTo>
                    <a:pt x="419241" y="202768"/>
                  </a:lnTo>
                  <a:lnTo>
                    <a:pt x="428991" y="169251"/>
                  </a:lnTo>
                  <a:lnTo>
                    <a:pt x="438741" y="181325"/>
                  </a:lnTo>
                  <a:lnTo>
                    <a:pt x="448491" y="181321"/>
                  </a:lnTo>
                  <a:lnTo>
                    <a:pt x="458241" y="176928"/>
                  </a:lnTo>
                  <a:lnTo>
                    <a:pt x="467991" y="164096"/>
                  </a:lnTo>
                  <a:lnTo>
                    <a:pt x="477740" y="138815"/>
                  </a:lnTo>
                  <a:lnTo>
                    <a:pt x="487490" y="100130"/>
                  </a:lnTo>
                  <a:lnTo>
                    <a:pt x="497239" y="137309"/>
                  </a:lnTo>
                  <a:lnTo>
                    <a:pt x="506989" y="136560"/>
                  </a:lnTo>
                  <a:lnTo>
                    <a:pt x="516738" y="128943"/>
                  </a:lnTo>
                  <a:lnTo>
                    <a:pt x="526488" y="128194"/>
                  </a:lnTo>
                  <a:lnTo>
                    <a:pt x="536238" y="126685"/>
                  </a:lnTo>
                  <a:lnTo>
                    <a:pt x="545988" y="102039"/>
                  </a:lnTo>
                  <a:lnTo>
                    <a:pt x="555738" y="107660"/>
                  </a:lnTo>
                  <a:lnTo>
                    <a:pt x="565488" y="121419"/>
                  </a:lnTo>
                  <a:lnTo>
                    <a:pt x="575238" y="126853"/>
                  </a:lnTo>
                  <a:lnTo>
                    <a:pt x="584988" y="140123"/>
                  </a:lnTo>
                  <a:lnTo>
                    <a:pt x="594738" y="133481"/>
                  </a:lnTo>
                  <a:lnTo>
                    <a:pt x="604488" y="139653"/>
                  </a:lnTo>
                  <a:lnTo>
                    <a:pt x="614237" y="137631"/>
                  </a:lnTo>
                  <a:lnTo>
                    <a:pt x="623987" y="143416"/>
                  </a:lnTo>
                  <a:lnTo>
                    <a:pt x="633736" y="120607"/>
                  </a:lnTo>
                  <a:lnTo>
                    <a:pt x="643486" y="108196"/>
                  </a:lnTo>
                  <a:lnTo>
                    <a:pt x="653236" y="109248"/>
                  </a:lnTo>
                  <a:lnTo>
                    <a:pt x="662985" y="112382"/>
                  </a:lnTo>
                  <a:lnTo>
                    <a:pt x="672735" y="126206"/>
                  </a:lnTo>
                  <a:lnTo>
                    <a:pt x="682485" y="102748"/>
                  </a:lnTo>
                  <a:lnTo>
                    <a:pt x="692235" y="104215"/>
                  </a:lnTo>
                  <a:lnTo>
                    <a:pt x="701985" y="78027"/>
                  </a:lnTo>
                  <a:lnTo>
                    <a:pt x="711735" y="91772"/>
                  </a:lnTo>
                  <a:lnTo>
                    <a:pt x="721485" y="86784"/>
                  </a:lnTo>
                  <a:lnTo>
                    <a:pt x="731235" y="39809"/>
                  </a:lnTo>
                  <a:lnTo>
                    <a:pt x="740985" y="79808"/>
                  </a:lnTo>
                  <a:lnTo>
                    <a:pt x="750734" y="60024"/>
                  </a:lnTo>
                  <a:lnTo>
                    <a:pt x="760484" y="74999"/>
                  </a:lnTo>
                  <a:lnTo>
                    <a:pt x="770233" y="121656"/>
                  </a:lnTo>
                  <a:lnTo>
                    <a:pt x="779983" y="88189"/>
                  </a:lnTo>
                  <a:lnTo>
                    <a:pt x="789733" y="98977"/>
                  </a:lnTo>
                  <a:lnTo>
                    <a:pt x="799482" y="60268"/>
                  </a:lnTo>
                  <a:lnTo>
                    <a:pt x="809232" y="67318"/>
                  </a:lnTo>
                  <a:lnTo>
                    <a:pt x="818982" y="27784"/>
                  </a:lnTo>
                  <a:lnTo>
                    <a:pt x="828732" y="39776"/>
                  </a:lnTo>
                  <a:lnTo>
                    <a:pt x="838482" y="9853"/>
                  </a:lnTo>
                  <a:lnTo>
                    <a:pt x="848232" y="0"/>
                  </a:lnTo>
                  <a:lnTo>
                    <a:pt x="857982" y="48219"/>
                  </a:lnTo>
                  <a:lnTo>
                    <a:pt x="867732" y="43596"/>
                  </a:lnTo>
                  <a:lnTo>
                    <a:pt x="877482" y="81477"/>
                  </a:lnTo>
                  <a:lnTo>
                    <a:pt x="887231" y="73436"/>
                  </a:lnTo>
                  <a:lnTo>
                    <a:pt x="896981" y="87958"/>
                  </a:lnTo>
                  <a:lnTo>
                    <a:pt x="906730" y="53471"/>
                  </a:lnTo>
                  <a:lnTo>
                    <a:pt x="916480" y="74130"/>
                  </a:lnTo>
                  <a:lnTo>
                    <a:pt x="926230" y="101534"/>
                  </a:lnTo>
                  <a:lnTo>
                    <a:pt x="935979" y="126795"/>
                  </a:lnTo>
                  <a:lnTo>
                    <a:pt x="945729" y="130242"/>
                  </a:lnTo>
                  <a:lnTo>
                    <a:pt x="955479" y="106778"/>
                  </a:lnTo>
                  <a:lnTo>
                    <a:pt x="965229" y="124855"/>
                  </a:lnTo>
                  <a:lnTo>
                    <a:pt x="974979" y="114090"/>
                  </a:lnTo>
                  <a:lnTo>
                    <a:pt x="984729" y="81095"/>
                  </a:lnTo>
                  <a:lnTo>
                    <a:pt x="994474" y="66746"/>
                  </a:lnTo>
                  <a:lnTo>
                    <a:pt x="1004233" y="33538"/>
                  </a:lnTo>
                  <a:lnTo>
                    <a:pt x="1013977" y="60856"/>
                  </a:lnTo>
                  <a:lnTo>
                    <a:pt x="1023721" y="68687"/>
                  </a:lnTo>
                  <a:lnTo>
                    <a:pt x="1033480" y="80230"/>
                  </a:lnTo>
                  <a:lnTo>
                    <a:pt x="1043224" y="96078"/>
                  </a:lnTo>
                  <a:lnTo>
                    <a:pt x="1052983" y="90327"/>
                  </a:lnTo>
                  <a:lnTo>
                    <a:pt x="1062727" y="106923"/>
                  </a:lnTo>
                  <a:lnTo>
                    <a:pt x="1072471" y="156935"/>
                  </a:lnTo>
                  <a:lnTo>
                    <a:pt x="1082230" y="171146"/>
                  </a:lnTo>
                  <a:lnTo>
                    <a:pt x="1091973" y="145785"/>
                  </a:lnTo>
                  <a:lnTo>
                    <a:pt x="1101732" y="140144"/>
                  </a:lnTo>
                  <a:lnTo>
                    <a:pt x="1111476" y="150586"/>
                  </a:lnTo>
                  <a:lnTo>
                    <a:pt x="1121220" y="160057"/>
                  </a:lnTo>
                  <a:lnTo>
                    <a:pt x="1130979" y="191655"/>
                  </a:lnTo>
                  <a:lnTo>
                    <a:pt x="1140723" y="215718"/>
                  </a:lnTo>
                  <a:lnTo>
                    <a:pt x="1150482" y="230298"/>
                  </a:lnTo>
                  <a:lnTo>
                    <a:pt x="1160226" y="225298"/>
                  </a:lnTo>
                  <a:lnTo>
                    <a:pt x="1169969" y="213172"/>
                  </a:lnTo>
                  <a:lnTo>
                    <a:pt x="1179728" y="219174"/>
                  </a:lnTo>
                  <a:lnTo>
                    <a:pt x="1189472" y="251489"/>
                  </a:lnTo>
                  <a:lnTo>
                    <a:pt x="1199231" y="230261"/>
                  </a:lnTo>
                  <a:lnTo>
                    <a:pt x="1208975" y="225183"/>
                  </a:lnTo>
                  <a:lnTo>
                    <a:pt x="1218719" y="266662"/>
                  </a:lnTo>
                  <a:lnTo>
                    <a:pt x="1228478" y="264601"/>
                  </a:lnTo>
                  <a:lnTo>
                    <a:pt x="1238222" y="271774"/>
                  </a:lnTo>
                  <a:lnTo>
                    <a:pt x="1247966" y="296596"/>
                  </a:lnTo>
                  <a:lnTo>
                    <a:pt x="1257725" y="303979"/>
                  </a:lnTo>
                  <a:lnTo>
                    <a:pt x="1267469" y="340303"/>
                  </a:lnTo>
                  <a:lnTo>
                    <a:pt x="1277227" y="332825"/>
                  </a:lnTo>
                  <a:lnTo>
                    <a:pt x="1286971" y="372700"/>
                  </a:lnTo>
                  <a:lnTo>
                    <a:pt x="1296715" y="358805"/>
                  </a:lnTo>
                  <a:lnTo>
                    <a:pt x="1306474" y="384792"/>
                  </a:lnTo>
                  <a:lnTo>
                    <a:pt x="1316218" y="409653"/>
                  </a:lnTo>
                  <a:lnTo>
                    <a:pt x="1325977" y="380781"/>
                  </a:lnTo>
                  <a:lnTo>
                    <a:pt x="1335721" y="378887"/>
                  </a:lnTo>
                  <a:lnTo>
                    <a:pt x="1345465" y="374277"/>
                  </a:lnTo>
                  <a:lnTo>
                    <a:pt x="1355224" y="372947"/>
                  </a:lnTo>
                  <a:lnTo>
                    <a:pt x="1364967" y="340072"/>
                  </a:lnTo>
                  <a:lnTo>
                    <a:pt x="1374726" y="320283"/>
                  </a:lnTo>
                  <a:lnTo>
                    <a:pt x="1384470" y="363000"/>
                  </a:lnTo>
                  <a:lnTo>
                    <a:pt x="1394214" y="350634"/>
                  </a:lnTo>
                  <a:lnTo>
                    <a:pt x="1403973" y="353213"/>
                  </a:lnTo>
                  <a:lnTo>
                    <a:pt x="1413717" y="351223"/>
                  </a:lnTo>
                  <a:lnTo>
                    <a:pt x="1423476" y="355928"/>
                  </a:lnTo>
                  <a:lnTo>
                    <a:pt x="1433220" y="378968"/>
                  </a:lnTo>
                  <a:lnTo>
                    <a:pt x="1442964" y="347042"/>
                  </a:lnTo>
                  <a:lnTo>
                    <a:pt x="1452722" y="341626"/>
                  </a:lnTo>
                  <a:lnTo>
                    <a:pt x="1462466" y="322973"/>
                  </a:lnTo>
                  <a:lnTo>
                    <a:pt x="1472225" y="370809"/>
                  </a:lnTo>
                  <a:lnTo>
                    <a:pt x="1481969" y="408333"/>
                  </a:lnTo>
                  <a:lnTo>
                    <a:pt x="1491713" y="404615"/>
                  </a:lnTo>
                  <a:lnTo>
                    <a:pt x="1501472" y="402572"/>
                  </a:lnTo>
                  <a:lnTo>
                    <a:pt x="1511216" y="401005"/>
                  </a:lnTo>
                  <a:lnTo>
                    <a:pt x="1520960" y="392536"/>
                  </a:lnTo>
                  <a:lnTo>
                    <a:pt x="1530719" y="354880"/>
                  </a:lnTo>
                  <a:lnTo>
                    <a:pt x="1540463" y="353577"/>
                  </a:lnTo>
                  <a:lnTo>
                    <a:pt x="1550221" y="404844"/>
                  </a:lnTo>
                  <a:lnTo>
                    <a:pt x="1559965" y="402733"/>
                  </a:lnTo>
                  <a:lnTo>
                    <a:pt x="1569709" y="390435"/>
                  </a:lnTo>
                  <a:lnTo>
                    <a:pt x="1579468" y="349205"/>
                  </a:lnTo>
                  <a:lnTo>
                    <a:pt x="1589212" y="365168"/>
                  </a:lnTo>
                  <a:lnTo>
                    <a:pt x="1598971" y="392089"/>
                  </a:lnTo>
                  <a:lnTo>
                    <a:pt x="1608715" y="411105"/>
                  </a:lnTo>
                  <a:lnTo>
                    <a:pt x="1618459" y="349047"/>
                  </a:lnTo>
                  <a:lnTo>
                    <a:pt x="1628218" y="358243"/>
                  </a:lnTo>
                  <a:lnTo>
                    <a:pt x="1637962" y="321995"/>
                  </a:lnTo>
                  <a:lnTo>
                    <a:pt x="1647720" y="308609"/>
                  </a:lnTo>
                  <a:lnTo>
                    <a:pt x="1657464" y="290433"/>
                  </a:lnTo>
                  <a:lnTo>
                    <a:pt x="1667208" y="304750"/>
                  </a:lnTo>
                  <a:lnTo>
                    <a:pt x="1676967" y="309741"/>
                  </a:lnTo>
                  <a:lnTo>
                    <a:pt x="1686711" y="318929"/>
                  </a:lnTo>
                  <a:lnTo>
                    <a:pt x="1696470" y="274238"/>
                  </a:lnTo>
                  <a:lnTo>
                    <a:pt x="1706214" y="286346"/>
                  </a:lnTo>
                  <a:lnTo>
                    <a:pt x="1715958" y="275458"/>
                  </a:lnTo>
                  <a:lnTo>
                    <a:pt x="1725716" y="295052"/>
                  </a:lnTo>
                  <a:lnTo>
                    <a:pt x="1735460" y="253168"/>
                  </a:lnTo>
                  <a:lnTo>
                    <a:pt x="1745219" y="282290"/>
                  </a:lnTo>
                  <a:lnTo>
                    <a:pt x="1754963" y="290631"/>
                  </a:lnTo>
                  <a:lnTo>
                    <a:pt x="1764707" y="315082"/>
                  </a:lnTo>
                  <a:lnTo>
                    <a:pt x="1774466" y="324188"/>
                  </a:lnTo>
                  <a:lnTo>
                    <a:pt x="1784210" y="333873"/>
                  </a:lnTo>
                  <a:lnTo>
                    <a:pt x="1793969" y="343523"/>
                  </a:lnTo>
                  <a:lnTo>
                    <a:pt x="1803713" y="334813"/>
                  </a:lnTo>
                  <a:lnTo>
                    <a:pt x="1813457" y="299684"/>
                  </a:lnTo>
                  <a:lnTo>
                    <a:pt x="1823215" y="310586"/>
                  </a:lnTo>
                  <a:lnTo>
                    <a:pt x="1832959" y="363927"/>
                  </a:lnTo>
                  <a:lnTo>
                    <a:pt x="1842703" y="380377"/>
                  </a:lnTo>
                  <a:lnTo>
                    <a:pt x="1852462" y="360389"/>
                  </a:lnTo>
                  <a:lnTo>
                    <a:pt x="1862206" y="356394"/>
                  </a:lnTo>
                  <a:lnTo>
                    <a:pt x="1871965" y="375363"/>
                  </a:lnTo>
                  <a:lnTo>
                    <a:pt x="1881709" y="405722"/>
                  </a:lnTo>
                  <a:lnTo>
                    <a:pt x="1891453" y="413424"/>
                  </a:lnTo>
                  <a:lnTo>
                    <a:pt x="1901212" y="392663"/>
                  </a:lnTo>
                  <a:lnTo>
                    <a:pt x="1910956" y="420616"/>
                  </a:lnTo>
                  <a:lnTo>
                    <a:pt x="1920714" y="434964"/>
                  </a:lnTo>
                  <a:lnTo>
                    <a:pt x="1930458" y="399652"/>
                  </a:lnTo>
                  <a:lnTo>
                    <a:pt x="1940202" y="417493"/>
                  </a:lnTo>
                  <a:lnTo>
                    <a:pt x="1949961" y="411301"/>
                  </a:lnTo>
                  <a:lnTo>
                    <a:pt x="1959705" y="447475"/>
                  </a:lnTo>
                  <a:lnTo>
                    <a:pt x="1969464" y="491532"/>
                  </a:lnTo>
                  <a:lnTo>
                    <a:pt x="1979208" y="452522"/>
                  </a:lnTo>
                  <a:lnTo>
                    <a:pt x="1988952" y="448839"/>
                  </a:lnTo>
                  <a:lnTo>
                    <a:pt x="1998711" y="436194"/>
                  </a:lnTo>
                  <a:lnTo>
                    <a:pt x="2008454" y="441917"/>
                  </a:lnTo>
                  <a:lnTo>
                    <a:pt x="2018213" y="448951"/>
                  </a:lnTo>
                  <a:lnTo>
                    <a:pt x="2027957" y="480598"/>
                  </a:lnTo>
                  <a:lnTo>
                    <a:pt x="2037701" y="498420"/>
                  </a:lnTo>
                  <a:lnTo>
                    <a:pt x="2047460" y="502577"/>
                  </a:lnTo>
                  <a:lnTo>
                    <a:pt x="2057204" y="510749"/>
                  </a:lnTo>
                  <a:lnTo>
                    <a:pt x="2066963" y="504907"/>
                  </a:lnTo>
                  <a:lnTo>
                    <a:pt x="2076707" y="488524"/>
                  </a:lnTo>
                  <a:lnTo>
                    <a:pt x="2086451" y="479600"/>
                  </a:lnTo>
                  <a:lnTo>
                    <a:pt x="2096210" y="446528"/>
                  </a:lnTo>
                  <a:lnTo>
                    <a:pt x="2105954" y="478704"/>
                  </a:lnTo>
                  <a:lnTo>
                    <a:pt x="2115697" y="498016"/>
                  </a:lnTo>
                  <a:lnTo>
                    <a:pt x="2125456" y="477783"/>
                  </a:lnTo>
                  <a:lnTo>
                    <a:pt x="2135200" y="478298"/>
                  </a:lnTo>
                  <a:lnTo>
                    <a:pt x="2144959" y="500038"/>
                  </a:lnTo>
                  <a:lnTo>
                    <a:pt x="2154703" y="525919"/>
                  </a:lnTo>
                  <a:lnTo>
                    <a:pt x="2164447" y="527174"/>
                  </a:lnTo>
                  <a:lnTo>
                    <a:pt x="2174206" y="536637"/>
                  </a:lnTo>
                  <a:lnTo>
                    <a:pt x="2183950" y="540669"/>
                  </a:lnTo>
                  <a:lnTo>
                    <a:pt x="2193709" y="544985"/>
                  </a:lnTo>
                  <a:lnTo>
                    <a:pt x="2203452" y="576398"/>
                  </a:lnTo>
                  <a:lnTo>
                    <a:pt x="2213196" y="576358"/>
                  </a:lnTo>
                  <a:lnTo>
                    <a:pt x="2222955" y="561204"/>
                  </a:lnTo>
                  <a:lnTo>
                    <a:pt x="2232699" y="526897"/>
                  </a:lnTo>
                  <a:lnTo>
                    <a:pt x="2242458" y="529118"/>
                  </a:lnTo>
                  <a:lnTo>
                    <a:pt x="2252202" y="495081"/>
                  </a:lnTo>
                  <a:lnTo>
                    <a:pt x="2261946" y="498690"/>
                  </a:lnTo>
                  <a:lnTo>
                    <a:pt x="2271705" y="463497"/>
                  </a:lnTo>
                  <a:lnTo>
                    <a:pt x="2281449" y="458699"/>
                  </a:lnTo>
                  <a:lnTo>
                    <a:pt x="2291208" y="472995"/>
                  </a:lnTo>
                  <a:lnTo>
                    <a:pt x="2300951" y="445830"/>
                  </a:lnTo>
                  <a:lnTo>
                    <a:pt x="2310695" y="490507"/>
                  </a:lnTo>
                  <a:lnTo>
                    <a:pt x="2320454" y="463705"/>
                  </a:lnTo>
                  <a:lnTo>
                    <a:pt x="2330198" y="446804"/>
                  </a:lnTo>
                  <a:lnTo>
                    <a:pt x="2339957" y="446594"/>
                  </a:lnTo>
                  <a:lnTo>
                    <a:pt x="2349701" y="409175"/>
                  </a:lnTo>
                  <a:lnTo>
                    <a:pt x="2359445" y="393366"/>
                  </a:lnTo>
                  <a:lnTo>
                    <a:pt x="2369204" y="380305"/>
                  </a:lnTo>
                  <a:lnTo>
                    <a:pt x="2378948" y="411818"/>
                  </a:lnTo>
                  <a:lnTo>
                    <a:pt x="2388692" y="427772"/>
                  </a:lnTo>
                  <a:lnTo>
                    <a:pt x="2398450" y="446014"/>
                  </a:lnTo>
                  <a:lnTo>
                    <a:pt x="2408194" y="453923"/>
                  </a:lnTo>
                  <a:lnTo>
                    <a:pt x="2417953" y="448425"/>
                  </a:lnTo>
                  <a:lnTo>
                    <a:pt x="2427697" y="457092"/>
                  </a:lnTo>
                  <a:lnTo>
                    <a:pt x="2437441" y="458729"/>
                  </a:lnTo>
                  <a:lnTo>
                    <a:pt x="2447200" y="497246"/>
                  </a:lnTo>
                  <a:lnTo>
                    <a:pt x="2456944" y="464808"/>
                  </a:lnTo>
                  <a:lnTo>
                    <a:pt x="2466703" y="463436"/>
                  </a:lnTo>
                  <a:lnTo>
                    <a:pt x="2476446" y="457101"/>
                  </a:lnTo>
                  <a:lnTo>
                    <a:pt x="2486190" y="459130"/>
                  </a:lnTo>
                  <a:lnTo>
                    <a:pt x="2495949" y="489984"/>
                  </a:lnTo>
                  <a:lnTo>
                    <a:pt x="2505693" y="442343"/>
                  </a:lnTo>
                  <a:lnTo>
                    <a:pt x="2515452" y="426686"/>
                  </a:lnTo>
                  <a:lnTo>
                    <a:pt x="2525196" y="430963"/>
                  </a:lnTo>
                  <a:lnTo>
                    <a:pt x="2534940" y="391025"/>
                  </a:lnTo>
                  <a:lnTo>
                    <a:pt x="2544699" y="411361"/>
                  </a:lnTo>
                  <a:lnTo>
                    <a:pt x="2554443" y="426768"/>
                  </a:lnTo>
                  <a:lnTo>
                    <a:pt x="2564202" y="429924"/>
                  </a:lnTo>
                  <a:lnTo>
                    <a:pt x="2573946" y="456749"/>
                  </a:lnTo>
                  <a:lnTo>
                    <a:pt x="2583690" y="456703"/>
                  </a:lnTo>
                  <a:lnTo>
                    <a:pt x="2593448" y="442845"/>
                  </a:lnTo>
                  <a:lnTo>
                    <a:pt x="2603192" y="421626"/>
                  </a:lnTo>
                  <a:lnTo>
                    <a:pt x="2612951" y="413493"/>
                  </a:lnTo>
                  <a:lnTo>
                    <a:pt x="2622695" y="392998"/>
                  </a:lnTo>
                  <a:lnTo>
                    <a:pt x="2632439" y="392827"/>
                  </a:lnTo>
                  <a:lnTo>
                    <a:pt x="2642198" y="348520"/>
                  </a:lnTo>
                  <a:lnTo>
                    <a:pt x="2651942" y="309394"/>
                  </a:lnTo>
                  <a:lnTo>
                    <a:pt x="2661685" y="296125"/>
                  </a:lnTo>
                  <a:lnTo>
                    <a:pt x="2671444" y="295281"/>
                  </a:lnTo>
                  <a:lnTo>
                    <a:pt x="2681188" y="322810"/>
                  </a:lnTo>
                  <a:lnTo>
                    <a:pt x="2690947" y="331638"/>
                  </a:lnTo>
                  <a:lnTo>
                    <a:pt x="2700691" y="307353"/>
                  </a:lnTo>
                  <a:lnTo>
                    <a:pt x="2710435" y="316271"/>
                  </a:lnTo>
                  <a:lnTo>
                    <a:pt x="2720194" y="309438"/>
                  </a:lnTo>
                  <a:lnTo>
                    <a:pt x="2729938" y="313419"/>
                  </a:lnTo>
                  <a:lnTo>
                    <a:pt x="2739697" y="302531"/>
                  </a:lnTo>
                  <a:lnTo>
                    <a:pt x="2749441" y="304970"/>
                  </a:lnTo>
                  <a:lnTo>
                    <a:pt x="2759185" y="291990"/>
                  </a:lnTo>
                  <a:lnTo>
                    <a:pt x="2768943" y="335591"/>
                  </a:lnTo>
                  <a:lnTo>
                    <a:pt x="2778687" y="319428"/>
                  </a:lnTo>
                  <a:lnTo>
                    <a:pt x="2788446" y="350710"/>
                  </a:lnTo>
                  <a:lnTo>
                    <a:pt x="2798190" y="360278"/>
                  </a:lnTo>
                  <a:lnTo>
                    <a:pt x="2807934" y="374574"/>
                  </a:lnTo>
                  <a:lnTo>
                    <a:pt x="2817693" y="381186"/>
                  </a:lnTo>
                  <a:lnTo>
                    <a:pt x="2827437" y="381076"/>
                  </a:lnTo>
                  <a:lnTo>
                    <a:pt x="2837196" y="389987"/>
                  </a:lnTo>
                  <a:lnTo>
                    <a:pt x="2846940" y="442504"/>
                  </a:lnTo>
                  <a:lnTo>
                    <a:pt x="2856684" y="417487"/>
                  </a:lnTo>
                  <a:lnTo>
                    <a:pt x="2866442" y="398995"/>
                  </a:lnTo>
                  <a:lnTo>
                    <a:pt x="2876186" y="418621"/>
                  </a:lnTo>
                  <a:lnTo>
                    <a:pt x="2885945" y="394197"/>
                  </a:lnTo>
                  <a:lnTo>
                    <a:pt x="2895689" y="380171"/>
                  </a:lnTo>
                  <a:lnTo>
                    <a:pt x="2905433" y="403524"/>
                  </a:lnTo>
                  <a:lnTo>
                    <a:pt x="2915192" y="43778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5" name="Freeform 1104">
              <a:extLst>
                <a:ext uri="{FF2B5EF4-FFF2-40B4-BE49-F238E27FC236}">
                  <a16:creationId xmlns:a16="http://schemas.microsoft.com/office/drawing/2014/main" id="{E8D4D364-7B8F-31F1-4721-8A1AD81EB163}"/>
                </a:ext>
              </a:extLst>
            </p:cNvPr>
            <p:cNvSpPr/>
            <p:nvPr/>
          </p:nvSpPr>
          <p:spPr>
            <a:xfrm>
              <a:off x="4426652" y="3687598"/>
              <a:ext cx="2915191" cy="580714"/>
            </a:xfrm>
            <a:custGeom>
              <a:avLst/>
              <a:gdLst>
                <a:gd name="connsiteX0" fmla="*/ 0 w 2915191"/>
                <a:gd name="connsiteY0" fmla="*/ 386194 h 580714"/>
                <a:gd name="connsiteX1" fmla="*/ 9750 w 2915191"/>
                <a:gd name="connsiteY1" fmla="*/ 403149 h 580714"/>
                <a:gd name="connsiteX2" fmla="*/ 19500 w 2915191"/>
                <a:gd name="connsiteY2" fmla="*/ 395848 h 580714"/>
                <a:gd name="connsiteX3" fmla="*/ 29250 w 2915191"/>
                <a:gd name="connsiteY3" fmla="*/ 396712 h 580714"/>
                <a:gd name="connsiteX4" fmla="*/ 39000 w 2915191"/>
                <a:gd name="connsiteY4" fmla="*/ 410077 h 580714"/>
                <a:gd name="connsiteX5" fmla="*/ 48749 w 2915191"/>
                <a:gd name="connsiteY5" fmla="*/ 422949 h 580714"/>
                <a:gd name="connsiteX6" fmla="*/ 58499 w 2915191"/>
                <a:gd name="connsiteY6" fmla="*/ 426257 h 580714"/>
                <a:gd name="connsiteX7" fmla="*/ 68249 w 2915191"/>
                <a:gd name="connsiteY7" fmla="*/ 395461 h 580714"/>
                <a:gd name="connsiteX8" fmla="*/ 77998 w 2915191"/>
                <a:gd name="connsiteY8" fmla="*/ 373589 h 580714"/>
                <a:gd name="connsiteX9" fmla="*/ 87748 w 2915191"/>
                <a:gd name="connsiteY9" fmla="*/ 343493 h 580714"/>
                <a:gd name="connsiteX10" fmla="*/ 97497 w 2915191"/>
                <a:gd name="connsiteY10" fmla="*/ 358139 h 580714"/>
                <a:gd name="connsiteX11" fmla="*/ 107247 w 2915191"/>
                <a:gd name="connsiteY11" fmla="*/ 339858 h 580714"/>
                <a:gd name="connsiteX12" fmla="*/ 116997 w 2915191"/>
                <a:gd name="connsiteY12" fmla="*/ 346592 h 580714"/>
                <a:gd name="connsiteX13" fmla="*/ 126747 w 2915191"/>
                <a:gd name="connsiteY13" fmla="*/ 286019 h 580714"/>
                <a:gd name="connsiteX14" fmla="*/ 136497 w 2915191"/>
                <a:gd name="connsiteY14" fmla="*/ 282628 h 580714"/>
                <a:gd name="connsiteX15" fmla="*/ 146247 w 2915191"/>
                <a:gd name="connsiteY15" fmla="*/ 271208 h 580714"/>
                <a:gd name="connsiteX16" fmla="*/ 155997 w 2915191"/>
                <a:gd name="connsiteY16" fmla="*/ 270948 h 580714"/>
                <a:gd name="connsiteX17" fmla="*/ 165747 w 2915191"/>
                <a:gd name="connsiteY17" fmla="*/ 305125 h 580714"/>
                <a:gd name="connsiteX18" fmla="*/ 175497 w 2915191"/>
                <a:gd name="connsiteY18" fmla="*/ 301049 h 580714"/>
                <a:gd name="connsiteX19" fmla="*/ 185247 w 2915191"/>
                <a:gd name="connsiteY19" fmla="*/ 265393 h 580714"/>
                <a:gd name="connsiteX20" fmla="*/ 194996 w 2915191"/>
                <a:gd name="connsiteY20" fmla="*/ 273887 h 580714"/>
                <a:gd name="connsiteX21" fmla="*/ 204746 w 2915191"/>
                <a:gd name="connsiteY21" fmla="*/ 290648 h 580714"/>
                <a:gd name="connsiteX22" fmla="*/ 214495 w 2915191"/>
                <a:gd name="connsiteY22" fmla="*/ 307887 h 580714"/>
                <a:gd name="connsiteX23" fmla="*/ 224245 w 2915191"/>
                <a:gd name="connsiteY23" fmla="*/ 277076 h 580714"/>
                <a:gd name="connsiteX24" fmla="*/ 233995 w 2915191"/>
                <a:gd name="connsiteY24" fmla="*/ 281607 h 580714"/>
                <a:gd name="connsiteX25" fmla="*/ 243744 w 2915191"/>
                <a:gd name="connsiteY25" fmla="*/ 261863 h 580714"/>
                <a:gd name="connsiteX26" fmla="*/ 253494 w 2915191"/>
                <a:gd name="connsiteY26" fmla="*/ 270689 h 580714"/>
                <a:gd name="connsiteX27" fmla="*/ 263244 w 2915191"/>
                <a:gd name="connsiteY27" fmla="*/ 258405 h 580714"/>
                <a:gd name="connsiteX28" fmla="*/ 272994 w 2915191"/>
                <a:gd name="connsiteY28" fmla="*/ 219861 h 580714"/>
                <a:gd name="connsiteX29" fmla="*/ 282744 w 2915191"/>
                <a:gd name="connsiteY29" fmla="*/ 243820 h 580714"/>
                <a:gd name="connsiteX30" fmla="*/ 292494 w 2915191"/>
                <a:gd name="connsiteY30" fmla="*/ 247238 h 580714"/>
                <a:gd name="connsiteX31" fmla="*/ 302244 w 2915191"/>
                <a:gd name="connsiteY31" fmla="*/ 248092 h 580714"/>
                <a:gd name="connsiteX32" fmla="*/ 311994 w 2915191"/>
                <a:gd name="connsiteY32" fmla="*/ 253441 h 580714"/>
                <a:gd name="connsiteX33" fmla="*/ 321744 w 2915191"/>
                <a:gd name="connsiteY33" fmla="*/ 315338 h 580714"/>
                <a:gd name="connsiteX34" fmla="*/ 331493 w 2915191"/>
                <a:gd name="connsiteY34" fmla="*/ 346026 h 580714"/>
                <a:gd name="connsiteX35" fmla="*/ 341243 w 2915191"/>
                <a:gd name="connsiteY35" fmla="*/ 345534 h 580714"/>
                <a:gd name="connsiteX36" fmla="*/ 350993 w 2915191"/>
                <a:gd name="connsiteY36" fmla="*/ 368508 h 580714"/>
                <a:gd name="connsiteX37" fmla="*/ 360742 w 2915191"/>
                <a:gd name="connsiteY37" fmla="*/ 372278 h 580714"/>
                <a:gd name="connsiteX38" fmla="*/ 370492 w 2915191"/>
                <a:gd name="connsiteY38" fmla="*/ 371012 h 580714"/>
                <a:gd name="connsiteX39" fmla="*/ 380241 w 2915191"/>
                <a:gd name="connsiteY39" fmla="*/ 370713 h 580714"/>
                <a:gd name="connsiteX40" fmla="*/ 389991 w 2915191"/>
                <a:gd name="connsiteY40" fmla="*/ 347233 h 580714"/>
                <a:gd name="connsiteX41" fmla="*/ 399741 w 2915191"/>
                <a:gd name="connsiteY41" fmla="*/ 350525 h 580714"/>
                <a:gd name="connsiteX42" fmla="*/ 409491 w 2915191"/>
                <a:gd name="connsiteY42" fmla="*/ 343597 h 580714"/>
                <a:gd name="connsiteX43" fmla="*/ 419241 w 2915191"/>
                <a:gd name="connsiteY43" fmla="*/ 334509 h 580714"/>
                <a:gd name="connsiteX44" fmla="*/ 428991 w 2915191"/>
                <a:gd name="connsiteY44" fmla="*/ 322562 h 580714"/>
                <a:gd name="connsiteX45" fmla="*/ 438741 w 2915191"/>
                <a:gd name="connsiteY45" fmla="*/ 316267 h 580714"/>
                <a:gd name="connsiteX46" fmla="*/ 448491 w 2915191"/>
                <a:gd name="connsiteY46" fmla="*/ 309593 h 580714"/>
                <a:gd name="connsiteX47" fmla="*/ 458241 w 2915191"/>
                <a:gd name="connsiteY47" fmla="*/ 312978 h 580714"/>
                <a:gd name="connsiteX48" fmla="*/ 467991 w 2915191"/>
                <a:gd name="connsiteY48" fmla="*/ 293397 h 580714"/>
                <a:gd name="connsiteX49" fmla="*/ 477740 w 2915191"/>
                <a:gd name="connsiteY49" fmla="*/ 279010 h 580714"/>
                <a:gd name="connsiteX50" fmla="*/ 487490 w 2915191"/>
                <a:gd name="connsiteY50" fmla="*/ 288593 h 580714"/>
                <a:gd name="connsiteX51" fmla="*/ 497239 w 2915191"/>
                <a:gd name="connsiteY51" fmla="*/ 299963 h 580714"/>
                <a:gd name="connsiteX52" fmla="*/ 506989 w 2915191"/>
                <a:gd name="connsiteY52" fmla="*/ 298847 h 580714"/>
                <a:gd name="connsiteX53" fmla="*/ 516738 w 2915191"/>
                <a:gd name="connsiteY53" fmla="*/ 271924 h 580714"/>
                <a:gd name="connsiteX54" fmla="*/ 526488 w 2915191"/>
                <a:gd name="connsiteY54" fmla="*/ 279430 h 580714"/>
                <a:gd name="connsiteX55" fmla="*/ 536238 w 2915191"/>
                <a:gd name="connsiteY55" fmla="*/ 281706 h 580714"/>
                <a:gd name="connsiteX56" fmla="*/ 545988 w 2915191"/>
                <a:gd name="connsiteY56" fmla="*/ 268547 h 580714"/>
                <a:gd name="connsiteX57" fmla="*/ 555738 w 2915191"/>
                <a:gd name="connsiteY57" fmla="*/ 269204 h 580714"/>
                <a:gd name="connsiteX58" fmla="*/ 565488 w 2915191"/>
                <a:gd name="connsiteY58" fmla="*/ 293337 h 580714"/>
                <a:gd name="connsiteX59" fmla="*/ 575238 w 2915191"/>
                <a:gd name="connsiteY59" fmla="*/ 283361 h 580714"/>
                <a:gd name="connsiteX60" fmla="*/ 584988 w 2915191"/>
                <a:gd name="connsiteY60" fmla="*/ 265264 h 580714"/>
                <a:gd name="connsiteX61" fmla="*/ 594738 w 2915191"/>
                <a:gd name="connsiteY61" fmla="*/ 257355 h 580714"/>
                <a:gd name="connsiteX62" fmla="*/ 604488 w 2915191"/>
                <a:gd name="connsiteY62" fmla="*/ 273629 h 580714"/>
                <a:gd name="connsiteX63" fmla="*/ 614237 w 2915191"/>
                <a:gd name="connsiteY63" fmla="*/ 269548 h 580714"/>
                <a:gd name="connsiteX64" fmla="*/ 623987 w 2915191"/>
                <a:gd name="connsiteY64" fmla="*/ 254707 h 580714"/>
                <a:gd name="connsiteX65" fmla="*/ 633736 w 2915191"/>
                <a:gd name="connsiteY65" fmla="*/ 254704 h 580714"/>
                <a:gd name="connsiteX66" fmla="*/ 643486 w 2915191"/>
                <a:gd name="connsiteY66" fmla="*/ 247393 h 580714"/>
                <a:gd name="connsiteX67" fmla="*/ 653236 w 2915191"/>
                <a:gd name="connsiteY67" fmla="*/ 258046 h 580714"/>
                <a:gd name="connsiteX68" fmla="*/ 662985 w 2915191"/>
                <a:gd name="connsiteY68" fmla="*/ 254327 h 580714"/>
                <a:gd name="connsiteX69" fmla="*/ 672735 w 2915191"/>
                <a:gd name="connsiteY69" fmla="*/ 258478 h 580714"/>
                <a:gd name="connsiteX70" fmla="*/ 682485 w 2915191"/>
                <a:gd name="connsiteY70" fmla="*/ 309002 h 580714"/>
                <a:gd name="connsiteX71" fmla="*/ 692235 w 2915191"/>
                <a:gd name="connsiteY71" fmla="*/ 325891 h 580714"/>
                <a:gd name="connsiteX72" fmla="*/ 701985 w 2915191"/>
                <a:gd name="connsiteY72" fmla="*/ 355814 h 580714"/>
                <a:gd name="connsiteX73" fmla="*/ 711735 w 2915191"/>
                <a:gd name="connsiteY73" fmla="*/ 346994 h 580714"/>
                <a:gd name="connsiteX74" fmla="*/ 721485 w 2915191"/>
                <a:gd name="connsiteY74" fmla="*/ 326848 h 580714"/>
                <a:gd name="connsiteX75" fmla="*/ 731235 w 2915191"/>
                <a:gd name="connsiteY75" fmla="*/ 330322 h 580714"/>
                <a:gd name="connsiteX76" fmla="*/ 740985 w 2915191"/>
                <a:gd name="connsiteY76" fmla="*/ 361104 h 580714"/>
                <a:gd name="connsiteX77" fmla="*/ 750734 w 2915191"/>
                <a:gd name="connsiteY77" fmla="*/ 366661 h 580714"/>
                <a:gd name="connsiteX78" fmla="*/ 760484 w 2915191"/>
                <a:gd name="connsiteY78" fmla="*/ 389531 h 580714"/>
                <a:gd name="connsiteX79" fmla="*/ 770233 w 2915191"/>
                <a:gd name="connsiteY79" fmla="*/ 381068 h 580714"/>
                <a:gd name="connsiteX80" fmla="*/ 779983 w 2915191"/>
                <a:gd name="connsiteY80" fmla="*/ 424380 h 580714"/>
                <a:gd name="connsiteX81" fmla="*/ 789733 w 2915191"/>
                <a:gd name="connsiteY81" fmla="*/ 436344 h 580714"/>
                <a:gd name="connsiteX82" fmla="*/ 799482 w 2915191"/>
                <a:gd name="connsiteY82" fmla="*/ 440262 h 580714"/>
                <a:gd name="connsiteX83" fmla="*/ 809232 w 2915191"/>
                <a:gd name="connsiteY83" fmla="*/ 431308 h 580714"/>
                <a:gd name="connsiteX84" fmla="*/ 818982 w 2915191"/>
                <a:gd name="connsiteY84" fmla="*/ 380621 h 580714"/>
                <a:gd name="connsiteX85" fmla="*/ 828732 w 2915191"/>
                <a:gd name="connsiteY85" fmla="*/ 407574 h 580714"/>
                <a:gd name="connsiteX86" fmla="*/ 838482 w 2915191"/>
                <a:gd name="connsiteY86" fmla="*/ 433140 h 580714"/>
                <a:gd name="connsiteX87" fmla="*/ 848232 w 2915191"/>
                <a:gd name="connsiteY87" fmla="*/ 422577 h 580714"/>
                <a:gd name="connsiteX88" fmla="*/ 857982 w 2915191"/>
                <a:gd name="connsiteY88" fmla="*/ 404728 h 580714"/>
                <a:gd name="connsiteX89" fmla="*/ 867732 w 2915191"/>
                <a:gd name="connsiteY89" fmla="*/ 409838 h 580714"/>
                <a:gd name="connsiteX90" fmla="*/ 877482 w 2915191"/>
                <a:gd name="connsiteY90" fmla="*/ 426793 h 580714"/>
                <a:gd name="connsiteX91" fmla="*/ 887231 w 2915191"/>
                <a:gd name="connsiteY91" fmla="*/ 387296 h 580714"/>
                <a:gd name="connsiteX92" fmla="*/ 896981 w 2915191"/>
                <a:gd name="connsiteY92" fmla="*/ 424156 h 580714"/>
                <a:gd name="connsiteX93" fmla="*/ 906730 w 2915191"/>
                <a:gd name="connsiteY93" fmla="*/ 428998 h 580714"/>
                <a:gd name="connsiteX94" fmla="*/ 916480 w 2915191"/>
                <a:gd name="connsiteY94" fmla="*/ 450885 h 580714"/>
                <a:gd name="connsiteX95" fmla="*/ 926230 w 2915191"/>
                <a:gd name="connsiteY95" fmla="*/ 453641 h 580714"/>
                <a:gd name="connsiteX96" fmla="*/ 935979 w 2915191"/>
                <a:gd name="connsiteY96" fmla="*/ 445238 h 580714"/>
                <a:gd name="connsiteX97" fmla="*/ 945729 w 2915191"/>
                <a:gd name="connsiteY97" fmla="*/ 406918 h 580714"/>
                <a:gd name="connsiteX98" fmla="*/ 955479 w 2915191"/>
                <a:gd name="connsiteY98" fmla="*/ 441365 h 580714"/>
                <a:gd name="connsiteX99" fmla="*/ 965229 w 2915191"/>
                <a:gd name="connsiteY99" fmla="*/ 475587 h 580714"/>
                <a:gd name="connsiteX100" fmla="*/ 974979 w 2915191"/>
                <a:gd name="connsiteY100" fmla="*/ 462596 h 580714"/>
                <a:gd name="connsiteX101" fmla="*/ 984729 w 2915191"/>
                <a:gd name="connsiteY101" fmla="*/ 467259 h 580714"/>
                <a:gd name="connsiteX102" fmla="*/ 994474 w 2915191"/>
                <a:gd name="connsiteY102" fmla="*/ 491380 h 580714"/>
                <a:gd name="connsiteX103" fmla="*/ 1004233 w 2915191"/>
                <a:gd name="connsiteY103" fmla="*/ 509945 h 580714"/>
                <a:gd name="connsiteX104" fmla="*/ 1013977 w 2915191"/>
                <a:gd name="connsiteY104" fmla="*/ 529090 h 580714"/>
                <a:gd name="connsiteX105" fmla="*/ 1023721 w 2915191"/>
                <a:gd name="connsiteY105" fmla="*/ 544540 h 580714"/>
                <a:gd name="connsiteX106" fmla="*/ 1033480 w 2915191"/>
                <a:gd name="connsiteY106" fmla="*/ 577929 h 580714"/>
                <a:gd name="connsiteX107" fmla="*/ 1043224 w 2915191"/>
                <a:gd name="connsiteY107" fmla="*/ 580715 h 580714"/>
                <a:gd name="connsiteX108" fmla="*/ 1052983 w 2915191"/>
                <a:gd name="connsiteY108" fmla="*/ 528956 h 580714"/>
                <a:gd name="connsiteX109" fmla="*/ 1062727 w 2915191"/>
                <a:gd name="connsiteY109" fmla="*/ 532457 h 580714"/>
                <a:gd name="connsiteX110" fmla="*/ 1072471 w 2915191"/>
                <a:gd name="connsiteY110" fmla="*/ 535154 h 580714"/>
                <a:gd name="connsiteX111" fmla="*/ 1082230 w 2915191"/>
                <a:gd name="connsiteY111" fmla="*/ 529894 h 580714"/>
                <a:gd name="connsiteX112" fmla="*/ 1091973 w 2915191"/>
                <a:gd name="connsiteY112" fmla="*/ 515979 h 580714"/>
                <a:gd name="connsiteX113" fmla="*/ 1101732 w 2915191"/>
                <a:gd name="connsiteY113" fmla="*/ 502033 h 580714"/>
                <a:gd name="connsiteX114" fmla="*/ 1111476 w 2915191"/>
                <a:gd name="connsiteY114" fmla="*/ 518124 h 580714"/>
                <a:gd name="connsiteX115" fmla="*/ 1121220 w 2915191"/>
                <a:gd name="connsiteY115" fmla="*/ 516142 h 580714"/>
                <a:gd name="connsiteX116" fmla="*/ 1130979 w 2915191"/>
                <a:gd name="connsiteY116" fmla="*/ 471162 h 580714"/>
                <a:gd name="connsiteX117" fmla="*/ 1140723 w 2915191"/>
                <a:gd name="connsiteY117" fmla="*/ 493317 h 580714"/>
                <a:gd name="connsiteX118" fmla="*/ 1150482 w 2915191"/>
                <a:gd name="connsiteY118" fmla="*/ 494539 h 580714"/>
                <a:gd name="connsiteX119" fmla="*/ 1160226 w 2915191"/>
                <a:gd name="connsiteY119" fmla="*/ 448173 h 580714"/>
                <a:gd name="connsiteX120" fmla="*/ 1169969 w 2915191"/>
                <a:gd name="connsiteY120" fmla="*/ 430250 h 580714"/>
                <a:gd name="connsiteX121" fmla="*/ 1179728 w 2915191"/>
                <a:gd name="connsiteY121" fmla="*/ 443391 h 580714"/>
                <a:gd name="connsiteX122" fmla="*/ 1189472 w 2915191"/>
                <a:gd name="connsiteY122" fmla="*/ 433259 h 580714"/>
                <a:gd name="connsiteX123" fmla="*/ 1199231 w 2915191"/>
                <a:gd name="connsiteY123" fmla="*/ 403402 h 580714"/>
                <a:gd name="connsiteX124" fmla="*/ 1208975 w 2915191"/>
                <a:gd name="connsiteY124" fmla="*/ 368330 h 580714"/>
                <a:gd name="connsiteX125" fmla="*/ 1218719 w 2915191"/>
                <a:gd name="connsiteY125" fmla="*/ 385970 h 580714"/>
                <a:gd name="connsiteX126" fmla="*/ 1228478 w 2915191"/>
                <a:gd name="connsiteY126" fmla="*/ 429550 h 580714"/>
                <a:gd name="connsiteX127" fmla="*/ 1238222 w 2915191"/>
                <a:gd name="connsiteY127" fmla="*/ 435926 h 580714"/>
                <a:gd name="connsiteX128" fmla="*/ 1247966 w 2915191"/>
                <a:gd name="connsiteY128" fmla="*/ 457232 h 580714"/>
                <a:gd name="connsiteX129" fmla="*/ 1257725 w 2915191"/>
                <a:gd name="connsiteY129" fmla="*/ 440053 h 580714"/>
                <a:gd name="connsiteX130" fmla="*/ 1267469 w 2915191"/>
                <a:gd name="connsiteY130" fmla="*/ 431546 h 580714"/>
                <a:gd name="connsiteX131" fmla="*/ 1277227 w 2915191"/>
                <a:gd name="connsiteY131" fmla="*/ 436060 h 580714"/>
                <a:gd name="connsiteX132" fmla="*/ 1286971 w 2915191"/>
                <a:gd name="connsiteY132" fmla="*/ 454044 h 580714"/>
                <a:gd name="connsiteX133" fmla="*/ 1296715 w 2915191"/>
                <a:gd name="connsiteY133" fmla="*/ 420342 h 580714"/>
                <a:gd name="connsiteX134" fmla="*/ 1306474 w 2915191"/>
                <a:gd name="connsiteY134" fmla="*/ 414517 h 580714"/>
                <a:gd name="connsiteX135" fmla="*/ 1316218 w 2915191"/>
                <a:gd name="connsiteY135" fmla="*/ 459705 h 580714"/>
                <a:gd name="connsiteX136" fmla="*/ 1325977 w 2915191"/>
                <a:gd name="connsiteY136" fmla="*/ 447548 h 580714"/>
                <a:gd name="connsiteX137" fmla="*/ 1335721 w 2915191"/>
                <a:gd name="connsiteY137" fmla="*/ 420908 h 580714"/>
                <a:gd name="connsiteX138" fmla="*/ 1345465 w 2915191"/>
                <a:gd name="connsiteY138" fmla="*/ 452226 h 580714"/>
                <a:gd name="connsiteX139" fmla="*/ 1355224 w 2915191"/>
                <a:gd name="connsiteY139" fmla="*/ 452524 h 580714"/>
                <a:gd name="connsiteX140" fmla="*/ 1364967 w 2915191"/>
                <a:gd name="connsiteY140" fmla="*/ 426063 h 580714"/>
                <a:gd name="connsiteX141" fmla="*/ 1374726 w 2915191"/>
                <a:gd name="connsiteY141" fmla="*/ 461776 h 580714"/>
                <a:gd name="connsiteX142" fmla="*/ 1384470 w 2915191"/>
                <a:gd name="connsiteY142" fmla="*/ 441066 h 580714"/>
                <a:gd name="connsiteX143" fmla="*/ 1394214 w 2915191"/>
                <a:gd name="connsiteY143" fmla="*/ 385016 h 580714"/>
                <a:gd name="connsiteX144" fmla="*/ 1403973 w 2915191"/>
                <a:gd name="connsiteY144" fmla="*/ 358511 h 580714"/>
                <a:gd name="connsiteX145" fmla="*/ 1413717 w 2915191"/>
                <a:gd name="connsiteY145" fmla="*/ 356381 h 580714"/>
                <a:gd name="connsiteX146" fmla="*/ 1423476 w 2915191"/>
                <a:gd name="connsiteY146" fmla="*/ 345668 h 580714"/>
                <a:gd name="connsiteX147" fmla="*/ 1433220 w 2915191"/>
                <a:gd name="connsiteY147" fmla="*/ 375883 h 580714"/>
                <a:gd name="connsiteX148" fmla="*/ 1442964 w 2915191"/>
                <a:gd name="connsiteY148" fmla="*/ 380770 h 580714"/>
                <a:gd name="connsiteX149" fmla="*/ 1452722 w 2915191"/>
                <a:gd name="connsiteY149" fmla="*/ 388846 h 580714"/>
                <a:gd name="connsiteX150" fmla="*/ 1462466 w 2915191"/>
                <a:gd name="connsiteY150" fmla="*/ 386566 h 580714"/>
                <a:gd name="connsiteX151" fmla="*/ 1472225 w 2915191"/>
                <a:gd name="connsiteY151" fmla="*/ 386953 h 580714"/>
                <a:gd name="connsiteX152" fmla="*/ 1481969 w 2915191"/>
                <a:gd name="connsiteY152" fmla="*/ 380517 h 580714"/>
                <a:gd name="connsiteX153" fmla="*/ 1491713 w 2915191"/>
                <a:gd name="connsiteY153" fmla="*/ 397308 h 580714"/>
                <a:gd name="connsiteX154" fmla="*/ 1501472 w 2915191"/>
                <a:gd name="connsiteY154" fmla="*/ 377209 h 580714"/>
                <a:gd name="connsiteX155" fmla="*/ 1511216 w 2915191"/>
                <a:gd name="connsiteY155" fmla="*/ 366870 h 580714"/>
                <a:gd name="connsiteX156" fmla="*/ 1520960 w 2915191"/>
                <a:gd name="connsiteY156" fmla="*/ 353207 h 580714"/>
                <a:gd name="connsiteX157" fmla="*/ 1530719 w 2915191"/>
                <a:gd name="connsiteY157" fmla="*/ 345877 h 580714"/>
                <a:gd name="connsiteX158" fmla="*/ 1540463 w 2915191"/>
                <a:gd name="connsiteY158" fmla="*/ 360999 h 580714"/>
                <a:gd name="connsiteX159" fmla="*/ 1550221 w 2915191"/>
                <a:gd name="connsiteY159" fmla="*/ 360478 h 580714"/>
                <a:gd name="connsiteX160" fmla="*/ 1559965 w 2915191"/>
                <a:gd name="connsiteY160" fmla="*/ 385449 h 580714"/>
                <a:gd name="connsiteX161" fmla="*/ 1569709 w 2915191"/>
                <a:gd name="connsiteY161" fmla="*/ 413369 h 580714"/>
                <a:gd name="connsiteX162" fmla="*/ 1579468 w 2915191"/>
                <a:gd name="connsiteY162" fmla="*/ 396876 h 580714"/>
                <a:gd name="connsiteX163" fmla="*/ 1589212 w 2915191"/>
                <a:gd name="connsiteY163" fmla="*/ 375839 h 580714"/>
                <a:gd name="connsiteX164" fmla="*/ 1598971 w 2915191"/>
                <a:gd name="connsiteY164" fmla="*/ 389605 h 580714"/>
                <a:gd name="connsiteX165" fmla="*/ 1608715 w 2915191"/>
                <a:gd name="connsiteY165" fmla="*/ 386060 h 580714"/>
                <a:gd name="connsiteX166" fmla="*/ 1618459 w 2915191"/>
                <a:gd name="connsiteY166" fmla="*/ 429848 h 580714"/>
                <a:gd name="connsiteX167" fmla="*/ 1628218 w 2915191"/>
                <a:gd name="connsiteY167" fmla="*/ 433364 h 580714"/>
                <a:gd name="connsiteX168" fmla="*/ 1637962 w 2915191"/>
                <a:gd name="connsiteY168" fmla="*/ 430712 h 580714"/>
                <a:gd name="connsiteX169" fmla="*/ 1647720 w 2915191"/>
                <a:gd name="connsiteY169" fmla="*/ 428194 h 580714"/>
                <a:gd name="connsiteX170" fmla="*/ 1657464 w 2915191"/>
                <a:gd name="connsiteY170" fmla="*/ 433036 h 580714"/>
                <a:gd name="connsiteX171" fmla="*/ 1667208 w 2915191"/>
                <a:gd name="connsiteY171" fmla="*/ 439860 h 580714"/>
                <a:gd name="connsiteX172" fmla="*/ 1676967 w 2915191"/>
                <a:gd name="connsiteY172" fmla="*/ 413995 h 580714"/>
                <a:gd name="connsiteX173" fmla="*/ 1686711 w 2915191"/>
                <a:gd name="connsiteY173" fmla="*/ 358943 h 580714"/>
                <a:gd name="connsiteX174" fmla="*/ 1696470 w 2915191"/>
                <a:gd name="connsiteY174" fmla="*/ 374677 h 580714"/>
                <a:gd name="connsiteX175" fmla="*/ 1706214 w 2915191"/>
                <a:gd name="connsiteY175" fmla="*/ 415798 h 580714"/>
                <a:gd name="connsiteX176" fmla="*/ 1715958 w 2915191"/>
                <a:gd name="connsiteY176" fmla="*/ 402657 h 580714"/>
                <a:gd name="connsiteX177" fmla="*/ 1725716 w 2915191"/>
                <a:gd name="connsiteY177" fmla="*/ 383378 h 580714"/>
                <a:gd name="connsiteX178" fmla="*/ 1735460 w 2915191"/>
                <a:gd name="connsiteY178" fmla="*/ 359003 h 580714"/>
                <a:gd name="connsiteX179" fmla="*/ 1745219 w 2915191"/>
                <a:gd name="connsiteY179" fmla="*/ 332513 h 580714"/>
                <a:gd name="connsiteX180" fmla="*/ 1754963 w 2915191"/>
                <a:gd name="connsiteY180" fmla="*/ 316709 h 580714"/>
                <a:gd name="connsiteX181" fmla="*/ 1764707 w 2915191"/>
                <a:gd name="connsiteY181" fmla="*/ 332080 h 580714"/>
                <a:gd name="connsiteX182" fmla="*/ 1774466 w 2915191"/>
                <a:gd name="connsiteY182" fmla="*/ 336863 h 580714"/>
                <a:gd name="connsiteX183" fmla="*/ 1784210 w 2915191"/>
                <a:gd name="connsiteY183" fmla="*/ 302655 h 580714"/>
                <a:gd name="connsiteX184" fmla="*/ 1793969 w 2915191"/>
                <a:gd name="connsiteY184" fmla="*/ 319969 h 580714"/>
                <a:gd name="connsiteX185" fmla="*/ 1803713 w 2915191"/>
                <a:gd name="connsiteY185" fmla="*/ 280256 h 580714"/>
                <a:gd name="connsiteX186" fmla="*/ 1813457 w 2915191"/>
                <a:gd name="connsiteY186" fmla="*/ 269546 h 580714"/>
                <a:gd name="connsiteX187" fmla="*/ 1823215 w 2915191"/>
                <a:gd name="connsiteY187" fmla="*/ 262528 h 580714"/>
                <a:gd name="connsiteX188" fmla="*/ 1832959 w 2915191"/>
                <a:gd name="connsiteY188" fmla="*/ 247819 h 580714"/>
                <a:gd name="connsiteX189" fmla="*/ 1842703 w 2915191"/>
                <a:gd name="connsiteY189" fmla="*/ 234455 h 580714"/>
                <a:gd name="connsiteX190" fmla="*/ 1852462 w 2915191"/>
                <a:gd name="connsiteY190" fmla="*/ 207315 h 580714"/>
                <a:gd name="connsiteX191" fmla="*/ 1862206 w 2915191"/>
                <a:gd name="connsiteY191" fmla="*/ 224955 h 580714"/>
                <a:gd name="connsiteX192" fmla="*/ 1871965 w 2915191"/>
                <a:gd name="connsiteY192" fmla="*/ 223637 h 580714"/>
                <a:gd name="connsiteX193" fmla="*/ 1881709 w 2915191"/>
                <a:gd name="connsiteY193" fmla="*/ 233860 h 580714"/>
                <a:gd name="connsiteX194" fmla="*/ 1891453 w 2915191"/>
                <a:gd name="connsiteY194" fmla="*/ 214189 h 580714"/>
                <a:gd name="connsiteX195" fmla="*/ 1901212 w 2915191"/>
                <a:gd name="connsiteY195" fmla="*/ 213698 h 580714"/>
                <a:gd name="connsiteX196" fmla="*/ 1910956 w 2915191"/>
                <a:gd name="connsiteY196" fmla="*/ 187875 h 580714"/>
                <a:gd name="connsiteX197" fmla="*/ 1920714 w 2915191"/>
                <a:gd name="connsiteY197" fmla="*/ 206700 h 580714"/>
                <a:gd name="connsiteX198" fmla="*/ 1930458 w 2915191"/>
                <a:gd name="connsiteY198" fmla="*/ 227317 h 580714"/>
                <a:gd name="connsiteX199" fmla="*/ 1940202 w 2915191"/>
                <a:gd name="connsiteY199" fmla="*/ 240207 h 580714"/>
                <a:gd name="connsiteX200" fmla="*/ 1949961 w 2915191"/>
                <a:gd name="connsiteY200" fmla="*/ 209517 h 580714"/>
                <a:gd name="connsiteX201" fmla="*/ 1959705 w 2915191"/>
                <a:gd name="connsiteY201" fmla="*/ 216841 h 580714"/>
                <a:gd name="connsiteX202" fmla="*/ 1969464 w 2915191"/>
                <a:gd name="connsiteY202" fmla="*/ 235839 h 580714"/>
                <a:gd name="connsiteX203" fmla="*/ 1979208 w 2915191"/>
                <a:gd name="connsiteY203" fmla="*/ 215119 h 580714"/>
                <a:gd name="connsiteX204" fmla="*/ 1988952 w 2915191"/>
                <a:gd name="connsiteY204" fmla="*/ 204992 h 580714"/>
                <a:gd name="connsiteX205" fmla="*/ 1998711 w 2915191"/>
                <a:gd name="connsiteY205" fmla="*/ 211226 h 580714"/>
                <a:gd name="connsiteX206" fmla="*/ 2008454 w 2915191"/>
                <a:gd name="connsiteY206" fmla="*/ 220934 h 580714"/>
                <a:gd name="connsiteX207" fmla="*/ 2018213 w 2915191"/>
                <a:gd name="connsiteY207" fmla="*/ 203154 h 580714"/>
                <a:gd name="connsiteX208" fmla="*/ 2027957 w 2915191"/>
                <a:gd name="connsiteY208" fmla="*/ 216962 h 580714"/>
                <a:gd name="connsiteX209" fmla="*/ 2037701 w 2915191"/>
                <a:gd name="connsiteY209" fmla="*/ 235189 h 580714"/>
                <a:gd name="connsiteX210" fmla="*/ 2047460 w 2915191"/>
                <a:gd name="connsiteY210" fmla="*/ 181257 h 580714"/>
                <a:gd name="connsiteX211" fmla="*/ 2057204 w 2915191"/>
                <a:gd name="connsiteY211" fmla="*/ 133330 h 580714"/>
                <a:gd name="connsiteX212" fmla="*/ 2066963 w 2915191"/>
                <a:gd name="connsiteY212" fmla="*/ 131437 h 580714"/>
                <a:gd name="connsiteX213" fmla="*/ 2076707 w 2915191"/>
                <a:gd name="connsiteY213" fmla="*/ 103481 h 580714"/>
                <a:gd name="connsiteX214" fmla="*/ 2086451 w 2915191"/>
                <a:gd name="connsiteY214" fmla="*/ 167606 h 580714"/>
                <a:gd name="connsiteX215" fmla="*/ 2096210 w 2915191"/>
                <a:gd name="connsiteY215" fmla="*/ 157651 h 580714"/>
                <a:gd name="connsiteX216" fmla="*/ 2105954 w 2915191"/>
                <a:gd name="connsiteY216" fmla="*/ 164833 h 580714"/>
                <a:gd name="connsiteX217" fmla="*/ 2115697 w 2915191"/>
                <a:gd name="connsiteY217" fmla="*/ 197491 h 580714"/>
                <a:gd name="connsiteX218" fmla="*/ 2125456 w 2915191"/>
                <a:gd name="connsiteY218" fmla="*/ 211208 h 580714"/>
                <a:gd name="connsiteX219" fmla="*/ 2135200 w 2915191"/>
                <a:gd name="connsiteY219" fmla="*/ 219763 h 580714"/>
                <a:gd name="connsiteX220" fmla="*/ 2144959 w 2915191"/>
                <a:gd name="connsiteY220" fmla="*/ 261477 h 580714"/>
                <a:gd name="connsiteX221" fmla="*/ 2154703 w 2915191"/>
                <a:gd name="connsiteY221" fmla="*/ 286610 h 580714"/>
                <a:gd name="connsiteX222" fmla="*/ 2164447 w 2915191"/>
                <a:gd name="connsiteY222" fmla="*/ 245289 h 580714"/>
                <a:gd name="connsiteX223" fmla="*/ 2174206 w 2915191"/>
                <a:gd name="connsiteY223" fmla="*/ 251484 h 580714"/>
                <a:gd name="connsiteX224" fmla="*/ 2183950 w 2915191"/>
                <a:gd name="connsiteY224" fmla="*/ 215068 h 580714"/>
                <a:gd name="connsiteX225" fmla="*/ 2193709 w 2915191"/>
                <a:gd name="connsiteY225" fmla="*/ 226007 h 580714"/>
                <a:gd name="connsiteX226" fmla="*/ 2203452 w 2915191"/>
                <a:gd name="connsiteY226" fmla="*/ 264683 h 580714"/>
                <a:gd name="connsiteX227" fmla="*/ 2213196 w 2915191"/>
                <a:gd name="connsiteY227" fmla="*/ 289893 h 580714"/>
                <a:gd name="connsiteX228" fmla="*/ 2222955 w 2915191"/>
                <a:gd name="connsiteY228" fmla="*/ 219134 h 580714"/>
                <a:gd name="connsiteX229" fmla="*/ 2232699 w 2915191"/>
                <a:gd name="connsiteY229" fmla="*/ 208169 h 580714"/>
                <a:gd name="connsiteX230" fmla="*/ 2242458 w 2915191"/>
                <a:gd name="connsiteY230" fmla="*/ 189017 h 580714"/>
                <a:gd name="connsiteX231" fmla="*/ 2252202 w 2915191"/>
                <a:gd name="connsiteY231" fmla="*/ 222177 h 580714"/>
                <a:gd name="connsiteX232" fmla="*/ 2261946 w 2915191"/>
                <a:gd name="connsiteY232" fmla="*/ 194818 h 580714"/>
                <a:gd name="connsiteX233" fmla="*/ 2271705 w 2915191"/>
                <a:gd name="connsiteY233" fmla="*/ 189971 h 580714"/>
                <a:gd name="connsiteX234" fmla="*/ 2281449 w 2915191"/>
                <a:gd name="connsiteY234" fmla="*/ 209927 h 580714"/>
                <a:gd name="connsiteX235" fmla="*/ 2291208 w 2915191"/>
                <a:gd name="connsiteY235" fmla="*/ 215582 h 580714"/>
                <a:gd name="connsiteX236" fmla="*/ 2300951 w 2915191"/>
                <a:gd name="connsiteY236" fmla="*/ 233720 h 580714"/>
                <a:gd name="connsiteX237" fmla="*/ 2310695 w 2915191"/>
                <a:gd name="connsiteY237" fmla="*/ 275861 h 580714"/>
                <a:gd name="connsiteX238" fmla="*/ 2320454 w 2915191"/>
                <a:gd name="connsiteY238" fmla="*/ 256189 h 580714"/>
                <a:gd name="connsiteX239" fmla="*/ 2330198 w 2915191"/>
                <a:gd name="connsiteY239" fmla="*/ 257107 h 580714"/>
                <a:gd name="connsiteX240" fmla="*/ 2339957 w 2915191"/>
                <a:gd name="connsiteY240" fmla="*/ 260752 h 580714"/>
                <a:gd name="connsiteX241" fmla="*/ 2349701 w 2915191"/>
                <a:gd name="connsiteY241" fmla="*/ 249078 h 580714"/>
                <a:gd name="connsiteX242" fmla="*/ 2359445 w 2915191"/>
                <a:gd name="connsiteY242" fmla="*/ 256121 h 580714"/>
                <a:gd name="connsiteX243" fmla="*/ 2369204 w 2915191"/>
                <a:gd name="connsiteY243" fmla="*/ 232007 h 580714"/>
                <a:gd name="connsiteX244" fmla="*/ 2378948 w 2915191"/>
                <a:gd name="connsiteY244" fmla="*/ 274524 h 580714"/>
                <a:gd name="connsiteX245" fmla="*/ 2388692 w 2915191"/>
                <a:gd name="connsiteY245" fmla="*/ 267632 h 580714"/>
                <a:gd name="connsiteX246" fmla="*/ 2398450 w 2915191"/>
                <a:gd name="connsiteY246" fmla="*/ 274620 h 580714"/>
                <a:gd name="connsiteX247" fmla="*/ 2408194 w 2915191"/>
                <a:gd name="connsiteY247" fmla="*/ 264539 h 580714"/>
                <a:gd name="connsiteX248" fmla="*/ 2417953 w 2915191"/>
                <a:gd name="connsiteY248" fmla="*/ 261410 h 580714"/>
                <a:gd name="connsiteX249" fmla="*/ 2427697 w 2915191"/>
                <a:gd name="connsiteY249" fmla="*/ 286695 h 580714"/>
                <a:gd name="connsiteX250" fmla="*/ 2437441 w 2915191"/>
                <a:gd name="connsiteY250" fmla="*/ 288626 h 580714"/>
                <a:gd name="connsiteX251" fmla="*/ 2447200 w 2915191"/>
                <a:gd name="connsiteY251" fmla="*/ 243260 h 580714"/>
                <a:gd name="connsiteX252" fmla="*/ 2456944 w 2915191"/>
                <a:gd name="connsiteY252" fmla="*/ 215769 h 580714"/>
                <a:gd name="connsiteX253" fmla="*/ 2466703 w 2915191"/>
                <a:gd name="connsiteY253" fmla="*/ 221777 h 580714"/>
                <a:gd name="connsiteX254" fmla="*/ 2476446 w 2915191"/>
                <a:gd name="connsiteY254" fmla="*/ 212860 h 580714"/>
                <a:gd name="connsiteX255" fmla="*/ 2486190 w 2915191"/>
                <a:gd name="connsiteY255" fmla="*/ 194030 h 580714"/>
                <a:gd name="connsiteX256" fmla="*/ 2495949 w 2915191"/>
                <a:gd name="connsiteY256" fmla="*/ 196188 h 580714"/>
                <a:gd name="connsiteX257" fmla="*/ 2505693 w 2915191"/>
                <a:gd name="connsiteY257" fmla="*/ 211931 h 580714"/>
                <a:gd name="connsiteX258" fmla="*/ 2515452 w 2915191"/>
                <a:gd name="connsiteY258" fmla="*/ 177809 h 580714"/>
                <a:gd name="connsiteX259" fmla="*/ 2525196 w 2915191"/>
                <a:gd name="connsiteY259" fmla="*/ 203127 h 580714"/>
                <a:gd name="connsiteX260" fmla="*/ 2534940 w 2915191"/>
                <a:gd name="connsiteY260" fmla="*/ 207565 h 580714"/>
                <a:gd name="connsiteX261" fmla="*/ 2544699 w 2915191"/>
                <a:gd name="connsiteY261" fmla="*/ 214851 h 580714"/>
                <a:gd name="connsiteX262" fmla="*/ 2554443 w 2915191"/>
                <a:gd name="connsiteY262" fmla="*/ 195650 h 580714"/>
                <a:gd name="connsiteX263" fmla="*/ 2564202 w 2915191"/>
                <a:gd name="connsiteY263" fmla="*/ 194989 h 580714"/>
                <a:gd name="connsiteX264" fmla="*/ 2573946 w 2915191"/>
                <a:gd name="connsiteY264" fmla="*/ 159427 h 580714"/>
                <a:gd name="connsiteX265" fmla="*/ 2583690 w 2915191"/>
                <a:gd name="connsiteY265" fmla="*/ 166554 h 580714"/>
                <a:gd name="connsiteX266" fmla="*/ 2593448 w 2915191"/>
                <a:gd name="connsiteY266" fmla="*/ 141415 h 580714"/>
                <a:gd name="connsiteX267" fmla="*/ 2603192 w 2915191"/>
                <a:gd name="connsiteY267" fmla="*/ 129858 h 580714"/>
                <a:gd name="connsiteX268" fmla="*/ 2612951 w 2915191"/>
                <a:gd name="connsiteY268" fmla="*/ 123779 h 580714"/>
                <a:gd name="connsiteX269" fmla="*/ 2622695 w 2915191"/>
                <a:gd name="connsiteY269" fmla="*/ 135007 h 580714"/>
                <a:gd name="connsiteX270" fmla="*/ 2632439 w 2915191"/>
                <a:gd name="connsiteY270" fmla="*/ 122930 h 580714"/>
                <a:gd name="connsiteX271" fmla="*/ 2642198 w 2915191"/>
                <a:gd name="connsiteY271" fmla="*/ 121030 h 580714"/>
                <a:gd name="connsiteX272" fmla="*/ 2651942 w 2915191"/>
                <a:gd name="connsiteY272" fmla="*/ 148661 h 580714"/>
                <a:gd name="connsiteX273" fmla="*/ 2661685 w 2915191"/>
                <a:gd name="connsiteY273" fmla="*/ 125122 h 580714"/>
                <a:gd name="connsiteX274" fmla="*/ 2671444 w 2915191"/>
                <a:gd name="connsiteY274" fmla="*/ 130965 h 580714"/>
                <a:gd name="connsiteX275" fmla="*/ 2681188 w 2915191"/>
                <a:gd name="connsiteY275" fmla="*/ 126597 h 580714"/>
                <a:gd name="connsiteX276" fmla="*/ 2690947 w 2915191"/>
                <a:gd name="connsiteY276" fmla="*/ 111574 h 580714"/>
                <a:gd name="connsiteX277" fmla="*/ 2700691 w 2915191"/>
                <a:gd name="connsiteY277" fmla="*/ 112560 h 580714"/>
                <a:gd name="connsiteX278" fmla="*/ 2710435 w 2915191"/>
                <a:gd name="connsiteY278" fmla="*/ 88726 h 580714"/>
                <a:gd name="connsiteX279" fmla="*/ 2720194 w 2915191"/>
                <a:gd name="connsiteY279" fmla="*/ 90276 h 580714"/>
                <a:gd name="connsiteX280" fmla="*/ 2729938 w 2915191"/>
                <a:gd name="connsiteY280" fmla="*/ 93408 h 580714"/>
                <a:gd name="connsiteX281" fmla="*/ 2739697 w 2915191"/>
                <a:gd name="connsiteY281" fmla="*/ 97795 h 580714"/>
                <a:gd name="connsiteX282" fmla="*/ 2749441 w 2915191"/>
                <a:gd name="connsiteY282" fmla="*/ 100739 h 580714"/>
                <a:gd name="connsiteX283" fmla="*/ 2759185 w 2915191"/>
                <a:gd name="connsiteY283" fmla="*/ 107825 h 580714"/>
                <a:gd name="connsiteX284" fmla="*/ 2768943 w 2915191"/>
                <a:gd name="connsiteY284" fmla="*/ 106392 h 580714"/>
                <a:gd name="connsiteX285" fmla="*/ 2778687 w 2915191"/>
                <a:gd name="connsiteY285" fmla="*/ 127248 h 580714"/>
                <a:gd name="connsiteX286" fmla="*/ 2788446 w 2915191"/>
                <a:gd name="connsiteY286" fmla="*/ 109914 h 580714"/>
                <a:gd name="connsiteX287" fmla="*/ 2798190 w 2915191"/>
                <a:gd name="connsiteY287" fmla="*/ 90452 h 580714"/>
                <a:gd name="connsiteX288" fmla="*/ 2807934 w 2915191"/>
                <a:gd name="connsiteY288" fmla="*/ 103742 h 580714"/>
                <a:gd name="connsiteX289" fmla="*/ 2817693 w 2915191"/>
                <a:gd name="connsiteY289" fmla="*/ 83591 h 580714"/>
                <a:gd name="connsiteX290" fmla="*/ 2827437 w 2915191"/>
                <a:gd name="connsiteY290" fmla="*/ 112067 h 580714"/>
                <a:gd name="connsiteX291" fmla="*/ 2837196 w 2915191"/>
                <a:gd name="connsiteY291" fmla="*/ 104190 h 580714"/>
                <a:gd name="connsiteX292" fmla="*/ 2846940 w 2915191"/>
                <a:gd name="connsiteY292" fmla="*/ 69668 h 580714"/>
                <a:gd name="connsiteX293" fmla="*/ 2856684 w 2915191"/>
                <a:gd name="connsiteY293" fmla="*/ 81304 h 580714"/>
                <a:gd name="connsiteX294" fmla="*/ 2866442 w 2915191"/>
                <a:gd name="connsiteY294" fmla="*/ 57853 h 580714"/>
                <a:gd name="connsiteX295" fmla="*/ 2876186 w 2915191"/>
                <a:gd name="connsiteY295" fmla="*/ 25893 h 580714"/>
                <a:gd name="connsiteX296" fmla="*/ 2885945 w 2915191"/>
                <a:gd name="connsiteY296" fmla="*/ 40408 h 580714"/>
                <a:gd name="connsiteX297" fmla="*/ 2895689 w 2915191"/>
                <a:gd name="connsiteY297" fmla="*/ 52342 h 580714"/>
                <a:gd name="connsiteX298" fmla="*/ 2905433 w 2915191"/>
                <a:gd name="connsiteY298" fmla="*/ 45566 h 580714"/>
                <a:gd name="connsiteX299" fmla="*/ 2915192 w 2915191"/>
                <a:gd name="connsiteY299" fmla="*/ 0 h 580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80714">
                  <a:moveTo>
                    <a:pt x="0" y="386194"/>
                  </a:moveTo>
                  <a:lnTo>
                    <a:pt x="9750" y="403149"/>
                  </a:lnTo>
                  <a:lnTo>
                    <a:pt x="19500" y="395848"/>
                  </a:lnTo>
                  <a:lnTo>
                    <a:pt x="29250" y="396712"/>
                  </a:lnTo>
                  <a:lnTo>
                    <a:pt x="39000" y="410077"/>
                  </a:lnTo>
                  <a:lnTo>
                    <a:pt x="48749" y="422949"/>
                  </a:lnTo>
                  <a:lnTo>
                    <a:pt x="58499" y="426257"/>
                  </a:lnTo>
                  <a:lnTo>
                    <a:pt x="68249" y="395461"/>
                  </a:lnTo>
                  <a:lnTo>
                    <a:pt x="77998" y="373589"/>
                  </a:lnTo>
                  <a:lnTo>
                    <a:pt x="87748" y="343493"/>
                  </a:lnTo>
                  <a:lnTo>
                    <a:pt x="97497" y="358139"/>
                  </a:lnTo>
                  <a:lnTo>
                    <a:pt x="107247" y="339858"/>
                  </a:lnTo>
                  <a:lnTo>
                    <a:pt x="116997" y="346592"/>
                  </a:lnTo>
                  <a:lnTo>
                    <a:pt x="126747" y="286019"/>
                  </a:lnTo>
                  <a:lnTo>
                    <a:pt x="136497" y="282628"/>
                  </a:lnTo>
                  <a:lnTo>
                    <a:pt x="146247" y="271208"/>
                  </a:lnTo>
                  <a:lnTo>
                    <a:pt x="155997" y="270948"/>
                  </a:lnTo>
                  <a:lnTo>
                    <a:pt x="165747" y="305125"/>
                  </a:lnTo>
                  <a:lnTo>
                    <a:pt x="175497" y="301049"/>
                  </a:lnTo>
                  <a:lnTo>
                    <a:pt x="185247" y="265393"/>
                  </a:lnTo>
                  <a:lnTo>
                    <a:pt x="194996" y="273887"/>
                  </a:lnTo>
                  <a:lnTo>
                    <a:pt x="204746" y="290648"/>
                  </a:lnTo>
                  <a:lnTo>
                    <a:pt x="214495" y="307887"/>
                  </a:lnTo>
                  <a:lnTo>
                    <a:pt x="224245" y="277076"/>
                  </a:lnTo>
                  <a:lnTo>
                    <a:pt x="233995" y="281607"/>
                  </a:lnTo>
                  <a:lnTo>
                    <a:pt x="243744" y="261863"/>
                  </a:lnTo>
                  <a:lnTo>
                    <a:pt x="253494" y="270689"/>
                  </a:lnTo>
                  <a:lnTo>
                    <a:pt x="263244" y="258405"/>
                  </a:lnTo>
                  <a:lnTo>
                    <a:pt x="272994" y="219861"/>
                  </a:lnTo>
                  <a:lnTo>
                    <a:pt x="282744" y="243820"/>
                  </a:lnTo>
                  <a:lnTo>
                    <a:pt x="292494" y="247238"/>
                  </a:lnTo>
                  <a:lnTo>
                    <a:pt x="302244" y="248092"/>
                  </a:lnTo>
                  <a:lnTo>
                    <a:pt x="311994" y="253441"/>
                  </a:lnTo>
                  <a:lnTo>
                    <a:pt x="321744" y="315338"/>
                  </a:lnTo>
                  <a:lnTo>
                    <a:pt x="331493" y="346026"/>
                  </a:lnTo>
                  <a:lnTo>
                    <a:pt x="341243" y="345534"/>
                  </a:lnTo>
                  <a:lnTo>
                    <a:pt x="350993" y="368508"/>
                  </a:lnTo>
                  <a:lnTo>
                    <a:pt x="360742" y="372278"/>
                  </a:lnTo>
                  <a:lnTo>
                    <a:pt x="370492" y="371012"/>
                  </a:lnTo>
                  <a:lnTo>
                    <a:pt x="380241" y="370713"/>
                  </a:lnTo>
                  <a:lnTo>
                    <a:pt x="389991" y="347233"/>
                  </a:lnTo>
                  <a:lnTo>
                    <a:pt x="399741" y="350525"/>
                  </a:lnTo>
                  <a:lnTo>
                    <a:pt x="409491" y="343597"/>
                  </a:lnTo>
                  <a:lnTo>
                    <a:pt x="419241" y="334509"/>
                  </a:lnTo>
                  <a:lnTo>
                    <a:pt x="428991" y="322562"/>
                  </a:lnTo>
                  <a:lnTo>
                    <a:pt x="438741" y="316267"/>
                  </a:lnTo>
                  <a:lnTo>
                    <a:pt x="448491" y="309593"/>
                  </a:lnTo>
                  <a:lnTo>
                    <a:pt x="458241" y="312978"/>
                  </a:lnTo>
                  <a:lnTo>
                    <a:pt x="467991" y="293397"/>
                  </a:lnTo>
                  <a:lnTo>
                    <a:pt x="477740" y="279010"/>
                  </a:lnTo>
                  <a:lnTo>
                    <a:pt x="487490" y="288593"/>
                  </a:lnTo>
                  <a:lnTo>
                    <a:pt x="497239" y="299963"/>
                  </a:lnTo>
                  <a:lnTo>
                    <a:pt x="506989" y="298847"/>
                  </a:lnTo>
                  <a:lnTo>
                    <a:pt x="516738" y="271924"/>
                  </a:lnTo>
                  <a:lnTo>
                    <a:pt x="526488" y="279430"/>
                  </a:lnTo>
                  <a:lnTo>
                    <a:pt x="536238" y="281706"/>
                  </a:lnTo>
                  <a:lnTo>
                    <a:pt x="545988" y="268547"/>
                  </a:lnTo>
                  <a:lnTo>
                    <a:pt x="555738" y="269204"/>
                  </a:lnTo>
                  <a:lnTo>
                    <a:pt x="565488" y="293337"/>
                  </a:lnTo>
                  <a:lnTo>
                    <a:pt x="575238" y="283361"/>
                  </a:lnTo>
                  <a:lnTo>
                    <a:pt x="584988" y="265264"/>
                  </a:lnTo>
                  <a:lnTo>
                    <a:pt x="594738" y="257355"/>
                  </a:lnTo>
                  <a:lnTo>
                    <a:pt x="604488" y="273629"/>
                  </a:lnTo>
                  <a:lnTo>
                    <a:pt x="614237" y="269548"/>
                  </a:lnTo>
                  <a:lnTo>
                    <a:pt x="623987" y="254707"/>
                  </a:lnTo>
                  <a:lnTo>
                    <a:pt x="633736" y="254704"/>
                  </a:lnTo>
                  <a:lnTo>
                    <a:pt x="643486" y="247393"/>
                  </a:lnTo>
                  <a:lnTo>
                    <a:pt x="653236" y="258046"/>
                  </a:lnTo>
                  <a:lnTo>
                    <a:pt x="662985" y="254327"/>
                  </a:lnTo>
                  <a:lnTo>
                    <a:pt x="672735" y="258478"/>
                  </a:lnTo>
                  <a:lnTo>
                    <a:pt x="682485" y="309002"/>
                  </a:lnTo>
                  <a:lnTo>
                    <a:pt x="692235" y="325891"/>
                  </a:lnTo>
                  <a:lnTo>
                    <a:pt x="701985" y="355814"/>
                  </a:lnTo>
                  <a:lnTo>
                    <a:pt x="711735" y="346994"/>
                  </a:lnTo>
                  <a:lnTo>
                    <a:pt x="721485" y="326848"/>
                  </a:lnTo>
                  <a:lnTo>
                    <a:pt x="731235" y="330322"/>
                  </a:lnTo>
                  <a:lnTo>
                    <a:pt x="740985" y="361104"/>
                  </a:lnTo>
                  <a:lnTo>
                    <a:pt x="750734" y="366661"/>
                  </a:lnTo>
                  <a:lnTo>
                    <a:pt x="760484" y="389531"/>
                  </a:lnTo>
                  <a:lnTo>
                    <a:pt x="770233" y="381068"/>
                  </a:lnTo>
                  <a:lnTo>
                    <a:pt x="779983" y="424380"/>
                  </a:lnTo>
                  <a:lnTo>
                    <a:pt x="789733" y="436344"/>
                  </a:lnTo>
                  <a:lnTo>
                    <a:pt x="799482" y="440262"/>
                  </a:lnTo>
                  <a:lnTo>
                    <a:pt x="809232" y="431308"/>
                  </a:lnTo>
                  <a:lnTo>
                    <a:pt x="818982" y="380621"/>
                  </a:lnTo>
                  <a:lnTo>
                    <a:pt x="828732" y="407574"/>
                  </a:lnTo>
                  <a:lnTo>
                    <a:pt x="838482" y="433140"/>
                  </a:lnTo>
                  <a:lnTo>
                    <a:pt x="848232" y="422577"/>
                  </a:lnTo>
                  <a:lnTo>
                    <a:pt x="857982" y="404728"/>
                  </a:lnTo>
                  <a:lnTo>
                    <a:pt x="867732" y="409838"/>
                  </a:lnTo>
                  <a:lnTo>
                    <a:pt x="877482" y="426793"/>
                  </a:lnTo>
                  <a:lnTo>
                    <a:pt x="887231" y="387296"/>
                  </a:lnTo>
                  <a:lnTo>
                    <a:pt x="896981" y="424156"/>
                  </a:lnTo>
                  <a:lnTo>
                    <a:pt x="906730" y="428998"/>
                  </a:lnTo>
                  <a:lnTo>
                    <a:pt x="916480" y="450885"/>
                  </a:lnTo>
                  <a:lnTo>
                    <a:pt x="926230" y="453641"/>
                  </a:lnTo>
                  <a:lnTo>
                    <a:pt x="935979" y="445238"/>
                  </a:lnTo>
                  <a:lnTo>
                    <a:pt x="945729" y="406918"/>
                  </a:lnTo>
                  <a:lnTo>
                    <a:pt x="955479" y="441365"/>
                  </a:lnTo>
                  <a:lnTo>
                    <a:pt x="965229" y="475587"/>
                  </a:lnTo>
                  <a:lnTo>
                    <a:pt x="974979" y="462596"/>
                  </a:lnTo>
                  <a:lnTo>
                    <a:pt x="984729" y="467259"/>
                  </a:lnTo>
                  <a:lnTo>
                    <a:pt x="994474" y="491380"/>
                  </a:lnTo>
                  <a:lnTo>
                    <a:pt x="1004233" y="509945"/>
                  </a:lnTo>
                  <a:lnTo>
                    <a:pt x="1013977" y="529090"/>
                  </a:lnTo>
                  <a:lnTo>
                    <a:pt x="1023721" y="544540"/>
                  </a:lnTo>
                  <a:lnTo>
                    <a:pt x="1033480" y="577929"/>
                  </a:lnTo>
                  <a:lnTo>
                    <a:pt x="1043224" y="580715"/>
                  </a:lnTo>
                  <a:lnTo>
                    <a:pt x="1052983" y="528956"/>
                  </a:lnTo>
                  <a:lnTo>
                    <a:pt x="1062727" y="532457"/>
                  </a:lnTo>
                  <a:lnTo>
                    <a:pt x="1072471" y="535154"/>
                  </a:lnTo>
                  <a:lnTo>
                    <a:pt x="1082230" y="529894"/>
                  </a:lnTo>
                  <a:lnTo>
                    <a:pt x="1091973" y="515979"/>
                  </a:lnTo>
                  <a:lnTo>
                    <a:pt x="1101732" y="502033"/>
                  </a:lnTo>
                  <a:lnTo>
                    <a:pt x="1111476" y="518124"/>
                  </a:lnTo>
                  <a:lnTo>
                    <a:pt x="1121220" y="516142"/>
                  </a:lnTo>
                  <a:lnTo>
                    <a:pt x="1130979" y="471162"/>
                  </a:lnTo>
                  <a:lnTo>
                    <a:pt x="1140723" y="493317"/>
                  </a:lnTo>
                  <a:lnTo>
                    <a:pt x="1150482" y="494539"/>
                  </a:lnTo>
                  <a:lnTo>
                    <a:pt x="1160226" y="448173"/>
                  </a:lnTo>
                  <a:lnTo>
                    <a:pt x="1169969" y="430250"/>
                  </a:lnTo>
                  <a:lnTo>
                    <a:pt x="1179728" y="443391"/>
                  </a:lnTo>
                  <a:lnTo>
                    <a:pt x="1189472" y="433259"/>
                  </a:lnTo>
                  <a:lnTo>
                    <a:pt x="1199231" y="403402"/>
                  </a:lnTo>
                  <a:lnTo>
                    <a:pt x="1208975" y="368330"/>
                  </a:lnTo>
                  <a:lnTo>
                    <a:pt x="1218719" y="385970"/>
                  </a:lnTo>
                  <a:lnTo>
                    <a:pt x="1228478" y="429550"/>
                  </a:lnTo>
                  <a:lnTo>
                    <a:pt x="1238222" y="435926"/>
                  </a:lnTo>
                  <a:lnTo>
                    <a:pt x="1247966" y="457232"/>
                  </a:lnTo>
                  <a:lnTo>
                    <a:pt x="1257725" y="440053"/>
                  </a:lnTo>
                  <a:lnTo>
                    <a:pt x="1267469" y="431546"/>
                  </a:lnTo>
                  <a:lnTo>
                    <a:pt x="1277227" y="436060"/>
                  </a:lnTo>
                  <a:lnTo>
                    <a:pt x="1286971" y="454044"/>
                  </a:lnTo>
                  <a:lnTo>
                    <a:pt x="1296715" y="420342"/>
                  </a:lnTo>
                  <a:lnTo>
                    <a:pt x="1306474" y="414517"/>
                  </a:lnTo>
                  <a:lnTo>
                    <a:pt x="1316218" y="459705"/>
                  </a:lnTo>
                  <a:lnTo>
                    <a:pt x="1325977" y="447548"/>
                  </a:lnTo>
                  <a:lnTo>
                    <a:pt x="1335721" y="420908"/>
                  </a:lnTo>
                  <a:lnTo>
                    <a:pt x="1345465" y="452226"/>
                  </a:lnTo>
                  <a:lnTo>
                    <a:pt x="1355224" y="452524"/>
                  </a:lnTo>
                  <a:lnTo>
                    <a:pt x="1364967" y="426063"/>
                  </a:lnTo>
                  <a:lnTo>
                    <a:pt x="1374726" y="461776"/>
                  </a:lnTo>
                  <a:lnTo>
                    <a:pt x="1384470" y="441066"/>
                  </a:lnTo>
                  <a:lnTo>
                    <a:pt x="1394214" y="385016"/>
                  </a:lnTo>
                  <a:lnTo>
                    <a:pt x="1403973" y="358511"/>
                  </a:lnTo>
                  <a:lnTo>
                    <a:pt x="1413717" y="356381"/>
                  </a:lnTo>
                  <a:lnTo>
                    <a:pt x="1423476" y="345668"/>
                  </a:lnTo>
                  <a:lnTo>
                    <a:pt x="1433220" y="375883"/>
                  </a:lnTo>
                  <a:lnTo>
                    <a:pt x="1442964" y="380770"/>
                  </a:lnTo>
                  <a:lnTo>
                    <a:pt x="1452722" y="388846"/>
                  </a:lnTo>
                  <a:lnTo>
                    <a:pt x="1462466" y="386566"/>
                  </a:lnTo>
                  <a:lnTo>
                    <a:pt x="1472225" y="386953"/>
                  </a:lnTo>
                  <a:lnTo>
                    <a:pt x="1481969" y="380517"/>
                  </a:lnTo>
                  <a:lnTo>
                    <a:pt x="1491713" y="397308"/>
                  </a:lnTo>
                  <a:lnTo>
                    <a:pt x="1501472" y="377209"/>
                  </a:lnTo>
                  <a:lnTo>
                    <a:pt x="1511216" y="366870"/>
                  </a:lnTo>
                  <a:lnTo>
                    <a:pt x="1520960" y="353207"/>
                  </a:lnTo>
                  <a:lnTo>
                    <a:pt x="1530719" y="345877"/>
                  </a:lnTo>
                  <a:lnTo>
                    <a:pt x="1540463" y="360999"/>
                  </a:lnTo>
                  <a:lnTo>
                    <a:pt x="1550221" y="360478"/>
                  </a:lnTo>
                  <a:lnTo>
                    <a:pt x="1559965" y="385449"/>
                  </a:lnTo>
                  <a:lnTo>
                    <a:pt x="1569709" y="413369"/>
                  </a:lnTo>
                  <a:lnTo>
                    <a:pt x="1579468" y="396876"/>
                  </a:lnTo>
                  <a:lnTo>
                    <a:pt x="1589212" y="375839"/>
                  </a:lnTo>
                  <a:lnTo>
                    <a:pt x="1598971" y="389605"/>
                  </a:lnTo>
                  <a:lnTo>
                    <a:pt x="1608715" y="386060"/>
                  </a:lnTo>
                  <a:lnTo>
                    <a:pt x="1618459" y="429848"/>
                  </a:lnTo>
                  <a:lnTo>
                    <a:pt x="1628218" y="433364"/>
                  </a:lnTo>
                  <a:lnTo>
                    <a:pt x="1637962" y="430712"/>
                  </a:lnTo>
                  <a:lnTo>
                    <a:pt x="1647720" y="428194"/>
                  </a:lnTo>
                  <a:lnTo>
                    <a:pt x="1657464" y="433036"/>
                  </a:lnTo>
                  <a:lnTo>
                    <a:pt x="1667208" y="439860"/>
                  </a:lnTo>
                  <a:lnTo>
                    <a:pt x="1676967" y="413995"/>
                  </a:lnTo>
                  <a:lnTo>
                    <a:pt x="1686711" y="358943"/>
                  </a:lnTo>
                  <a:lnTo>
                    <a:pt x="1696470" y="374677"/>
                  </a:lnTo>
                  <a:lnTo>
                    <a:pt x="1706214" y="415798"/>
                  </a:lnTo>
                  <a:lnTo>
                    <a:pt x="1715958" y="402657"/>
                  </a:lnTo>
                  <a:lnTo>
                    <a:pt x="1725716" y="383378"/>
                  </a:lnTo>
                  <a:lnTo>
                    <a:pt x="1735460" y="359003"/>
                  </a:lnTo>
                  <a:lnTo>
                    <a:pt x="1745219" y="332513"/>
                  </a:lnTo>
                  <a:lnTo>
                    <a:pt x="1754963" y="316709"/>
                  </a:lnTo>
                  <a:lnTo>
                    <a:pt x="1764707" y="332080"/>
                  </a:lnTo>
                  <a:lnTo>
                    <a:pt x="1774466" y="336863"/>
                  </a:lnTo>
                  <a:lnTo>
                    <a:pt x="1784210" y="302655"/>
                  </a:lnTo>
                  <a:lnTo>
                    <a:pt x="1793969" y="319969"/>
                  </a:lnTo>
                  <a:lnTo>
                    <a:pt x="1803713" y="280256"/>
                  </a:lnTo>
                  <a:lnTo>
                    <a:pt x="1813457" y="269546"/>
                  </a:lnTo>
                  <a:lnTo>
                    <a:pt x="1823215" y="262528"/>
                  </a:lnTo>
                  <a:lnTo>
                    <a:pt x="1832959" y="247819"/>
                  </a:lnTo>
                  <a:lnTo>
                    <a:pt x="1842703" y="234455"/>
                  </a:lnTo>
                  <a:lnTo>
                    <a:pt x="1852462" y="207315"/>
                  </a:lnTo>
                  <a:lnTo>
                    <a:pt x="1862206" y="224955"/>
                  </a:lnTo>
                  <a:lnTo>
                    <a:pt x="1871965" y="223637"/>
                  </a:lnTo>
                  <a:lnTo>
                    <a:pt x="1881709" y="233860"/>
                  </a:lnTo>
                  <a:lnTo>
                    <a:pt x="1891453" y="214189"/>
                  </a:lnTo>
                  <a:lnTo>
                    <a:pt x="1901212" y="213698"/>
                  </a:lnTo>
                  <a:lnTo>
                    <a:pt x="1910956" y="187875"/>
                  </a:lnTo>
                  <a:lnTo>
                    <a:pt x="1920714" y="206700"/>
                  </a:lnTo>
                  <a:lnTo>
                    <a:pt x="1930458" y="227317"/>
                  </a:lnTo>
                  <a:lnTo>
                    <a:pt x="1940202" y="240207"/>
                  </a:lnTo>
                  <a:lnTo>
                    <a:pt x="1949961" y="209517"/>
                  </a:lnTo>
                  <a:lnTo>
                    <a:pt x="1959705" y="216841"/>
                  </a:lnTo>
                  <a:lnTo>
                    <a:pt x="1969464" y="235839"/>
                  </a:lnTo>
                  <a:lnTo>
                    <a:pt x="1979208" y="215119"/>
                  </a:lnTo>
                  <a:lnTo>
                    <a:pt x="1988952" y="204992"/>
                  </a:lnTo>
                  <a:lnTo>
                    <a:pt x="1998711" y="211226"/>
                  </a:lnTo>
                  <a:lnTo>
                    <a:pt x="2008454" y="220934"/>
                  </a:lnTo>
                  <a:lnTo>
                    <a:pt x="2018213" y="203154"/>
                  </a:lnTo>
                  <a:lnTo>
                    <a:pt x="2027957" y="216962"/>
                  </a:lnTo>
                  <a:lnTo>
                    <a:pt x="2037701" y="235189"/>
                  </a:lnTo>
                  <a:lnTo>
                    <a:pt x="2047460" y="181257"/>
                  </a:lnTo>
                  <a:lnTo>
                    <a:pt x="2057204" y="133330"/>
                  </a:lnTo>
                  <a:lnTo>
                    <a:pt x="2066963" y="131437"/>
                  </a:lnTo>
                  <a:lnTo>
                    <a:pt x="2076707" y="103481"/>
                  </a:lnTo>
                  <a:lnTo>
                    <a:pt x="2086451" y="167606"/>
                  </a:lnTo>
                  <a:lnTo>
                    <a:pt x="2096210" y="157651"/>
                  </a:lnTo>
                  <a:lnTo>
                    <a:pt x="2105954" y="164833"/>
                  </a:lnTo>
                  <a:lnTo>
                    <a:pt x="2115697" y="197491"/>
                  </a:lnTo>
                  <a:lnTo>
                    <a:pt x="2125456" y="211208"/>
                  </a:lnTo>
                  <a:lnTo>
                    <a:pt x="2135200" y="219763"/>
                  </a:lnTo>
                  <a:lnTo>
                    <a:pt x="2144959" y="261477"/>
                  </a:lnTo>
                  <a:lnTo>
                    <a:pt x="2154703" y="286610"/>
                  </a:lnTo>
                  <a:lnTo>
                    <a:pt x="2164447" y="245289"/>
                  </a:lnTo>
                  <a:lnTo>
                    <a:pt x="2174206" y="251484"/>
                  </a:lnTo>
                  <a:lnTo>
                    <a:pt x="2183950" y="215068"/>
                  </a:lnTo>
                  <a:lnTo>
                    <a:pt x="2193709" y="226007"/>
                  </a:lnTo>
                  <a:lnTo>
                    <a:pt x="2203452" y="264683"/>
                  </a:lnTo>
                  <a:lnTo>
                    <a:pt x="2213196" y="289893"/>
                  </a:lnTo>
                  <a:lnTo>
                    <a:pt x="2222955" y="219134"/>
                  </a:lnTo>
                  <a:lnTo>
                    <a:pt x="2232699" y="208169"/>
                  </a:lnTo>
                  <a:lnTo>
                    <a:pt x="2242458" y="189017"/>
                  </a:lnTo>
                  <a:lnTo>
                    <a:pt x="2252202" y="222177"/>
                  </a:lnTo>
                  <a:lnTo>
                    <a:pt x="2261946" y="194818"/>
                  </a:lnTo>
                  <a:lnTo>
                    <a:pt x="2271705" y="189971"/>
                  </a:lnTo>
                  <a:lnTo>
                    <a:pt x="2281449" y="209927"/>
                  </a:lnTo>
                  <a:lnTo>
                    <a:pt x="2291208" y="215582"/>
                  </a:lnTo>
                  <a:lnTo>
                    <a:pt x="2300951" y="233720"/>
                  </a:lnTo>
                  <a:lnTo>
                    <a:pt x="2310695" y="275861"/>
                  </a:lnTo>
                  <a:lnTo>
                    <a:pt x="2320454" y="256189"/>
                  </a:lnTo>
                  <a:lnTo>
                    <a:pt x="2330198" y="257107"/>
                  </a:lnTo>
                  <a:lnTo>
                    <a:pt x="2339957" y="260752"/>
                  </a:lnTo>
                  <a:lnTo>
                    <a:pt x="2349701" y="249078"/>
                  </a:lnTo>
                  <a:lnTo>
                    <a:pt x="2359445" y="256121"/>
                  </a:lnTo>
                  <a:lnTo>
                    <a:pt x="2369204" y="232007"/>
                  </a:lnTo>
                  <a:lnTo>
                    <a:pt x="2378948" y="274524"/>
                  </a:lnTo>
                  <a:lnTo>
                    <a:pt x="2388692" y="267632"/>
                  </a:lnTo>
                  <a:lnTo>
                    <a:pt x="2398450" y="274620"/>
                  </a:lnTo>
                  <a:lnTo>
                    <a:pt x="2408194" y="264539"/>
                  </a:lnTo>
                  <a:lnTo>
                    <a:pt x="2417953" y="261410"/>
                  </a:lnTo>
                  <a:lnTo>
                    <a:pt x="2427697" y="286695"/>
                  </a:lnTo>
                  <a:lnTo>
                    <a:pt x="2437441" y="288626"/>
                  </a:lnTo>
                  <a:lnTo>
                    <a:pt x="2447200" y="243260"/>
                  </a:lnTo>
                  <a:lnTo>
                    <a:pt x="2456944" y="215769"/>
                  </a:lnTo>
                  <a:lnTo>
                    <a:pt x="2466703" y="221777"/>
                  </a:lnTo>
                  <a:lnTo>
                    <a:pt x="2476446" y="212860"/>
                  </a:lnTo>
                  <a:lnTo>
                    <a:pt x="2486190" y="194030"/>
                  </a:lnTo>
                  <a:lnTo>
                    <a:pt x="2495949" y="196188"/>
                  </a:lnTo>
                  <a:lnTo>
                    <a:pt x="2505693" y="211931"/>
                  </a:lnTo>
                  <a:lnTo>
                    <a:pt x="2515452" y="177809"/>
                  </a:lnTo>
                  <a:lnTo>
                    <a:pt x="2525196" y="203127"/>
                  </a:lnTo>
                  <a:lnTo>
                    <a:pt x="2534940" y="207565"/>
                  </a:lnTo>
                  <a:lnTo>
                    <a:pt x="2544699" y="214851"/>
                  </a:lnTo>
                  <a:lnTo>
                    <a:pt x="2554443" y="195650"/>
                  </a:lnTo>
                  <a:lnTo>
                    <a:pt x="2564202" y="194989"/>
                  </a:lnTo>
                  <a:lnTo>
                    <a:pt x="2573946" y="159427"/>
                  </a:lnTo>
                  <a:lnTo>
                    <a:pt x="2583690" y="166554"/>
                  </a:lnTo>
                  <a:lnTo>
                    <a:pt x="2593448" y="141415"/>
                  </a:lnTo>
                  <a:lnTo>
                    <a:pt x="2603192" y="129858"/>
                  </a:lnTo>
                  <a:lnTo>
                    <a:pt x="2612951" y="123779"/>
                  </a:lnTo>
                  <a:lnTo>
                    <a:pt x="2622695" y="135007"/>
                  </a:lnTo>
                  <a:lnTo>
                    <a:pt x="2632439" y="122930"/>
                  </a:lnTo>
                  <a:lnTo>
                    <a:pt x="2642198" y="121030"/>
                  </a:lnTo>
                  <a:lnTo>
                    <a:pt x="2651942" y="148661"/>
                  </a:lnTo>
                  <a:lnTo>
                    <a:pt x="2661685" y="125122"/>
                  </a:lnTo>
                  <a:lnTo>
                    <a:pt x="2671444" y="130965"/>
                  </a:lnTo>
                  <a:lnTo>
                    <a:pt x="2681188" y="126597"/>
                  </a:lnTo>
                  <a:lnTo>
                    <a:pt x="2690947" y="111574"/>
                  </a:lnTo>
                  <a:lnTo>
                    <a:pt x="2700691" y="112560"/>
                  </a:lnTo>
                  <a:lnTo>
                    <a:pt x="2710435" y="88726"/>
                  </a:lnTo>
                  <a:lnTo>
                    <a:pt x="2720194" y="90276"/>
                  </a:lnTo>
                  <a:lnTo>
                    <a:pt x="2729938" y="93408"/>
                  </a:lnTo>
                  <a:lnTo>
                    <a:pt x="2739697" y="97795"/>
                  </a:lnTo>
                  <a:lnTo>
                    <a:pt x="2749441" y="100739"/>
                  </a:lnTo>
                  <a:lnTo>
                    <a:pt x="2759185" y="107825"/>
                  </a:lnTo>
                  <a:lnTo>
                    <a:pt x="2768943" y="106392"/>
                  </a:lnTo>
                  <a:lnTo>
                    <a:pt x="2778687" y="127248"/>
                  </a:lnTo>
                  <a:lnTo>
                    <a:pt x="2788446" y="109914"/>
                  </a:lnTo>
                  <a:lnTo>
                    <a:pt x="2798190" y="90452"/>
                  </a:lnTo>
                  <a:lnTo>
                    <a:pt x="2807934" y="103742"/>
                  </a:lnTo>
                  <a:lnTo>
                    <a:pt x="2817693" y="83591"/>
                  </a:lnTo>
                  <a:lnTo>
                    <a:pt x="2827437" y="112067"/>
                  </a:lnTo>
                  <a:lnTo>
                    <a:pt x="2837196" y="104190"/>
                  </a:lnTo>
                  <a:lnTo>
                    <a:pt x="2846940" y="69668"/>
                  </a:lnTo>
                  <a:lnTo>
                    <a:pt x="2856684" y="81304"/>
                  </a:lnTo>
                  <a:lnTo>
                    <a:pt x="2866442" y="57853"/>
                  </a:lnTo>
                  <a:lnTo>
                    <a:pt x="2876186" y="25893"/>
                  </a:lnTo>
                  <a:lnTo>
                    <a:pt x="2885945" y="40408"/>
                  </a:lnTo>
                  <a:lnTo>
                    <a:pt x="2895689" y="52342"/>
                  </a:lnTo>
                  <a:lnTo>
                    <a:pt x="2905433" y="45566"/>
                  </a:lnTo>
                  <a:lnTo>
                    <a:pt x="29151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6" name="Freeform 1105">
              <a:extLst>
                <a:ext uri="{FF2B5EF4-FFF2-40B4-BE49-F238E27FC236}">
                  <a16:creationId xmlns:a16="http://schemas.microsoft.com/office/drawing/2014/main" id="{5FD2C3FD-48FF-D3EB-3A26-8CC0C73AD2E4}"/>
                </a:ext>
              </a:extLst>
            </p:cNvPr>
            <p:cNvSpPr/>
            <p:nvPr/>
          </p:nvSpPr>
          <p:spPr>
            <a:xfrm>
              <a:off x="4426652" y="3489744"/>
              <a:ext cx="2915191" cy="369372"/>
            </a:xfrm>
            <a:custGeom>
              <a:avLst/>
              <a:gdLst>
                <a:gd name="connsiteX0" fmla="*/ 0 w 2915191"/>
                <a:gd name="connsiteY0" fmla="*/ 297215 h 369372"/>
                <a:gd name="connsiteX1" fmla="*/ 9750 w 2915191"/>
                <a:gd name="connsiteY1" fmla="*/ 313726 h 369372"/>
                <a:gd name="connsiteX2" fmla="*/ 19500 w 2915191"/>
                <a:gd name="connsiteY2" fmla="*/ 344099 h 369372"/>
                <a:gd name="connsiteX3" fmla="*/ 29250 w 2915191"/>
                <a:gd name="connsiteY3" fmla="*/ 367249 h 369372"/>
                <a:gd name="connsiteX4" fmla="*/ 39000 w 2915191"/>
                <a:gd name="connsiteY4" fmla="*/ 339907 h 369372"/>
                <a:gd name="connsiteX5" fmla="*/ 48749 w 2915191"/>
                <a:gd name="connsiteY5" fmla="*/ 350578 h 369372"/>
                <a:gd name="connsiteX6" fmla="*/ 58499 w 2915191"/>
                <a:gd name="connsiteY6" fmla="*/ 328530 h 369372"/>
                <a:gd name="connsiteX7" fmla="*/ 68249 w 2915191"/>
                <a:gd name="connsiteY7" fmla="*/ 349763 h 369372"/>
                <a:gd name="connsiteX8" fmla="*/ 77998 w 2915191"/>
                <a:gd name="connsiteY8" fmla="*/ 360715 h 369372"/>
                <a:gd name="connsiteX9" fmla="*/ 87748 w 2915191"/>
                <a:gd name="connsiteY9" fmla="*/ 369373 h 369372"/>
                <a:gd name="connsiteX10" fmla="*/ 97497 w 2915191"/>
                <a:gd name="connsiteY10" fmla="*/ 346690 h 369372"/>
                <a:gd name="connsiteX11" fmla="*/ 107247 w 2915191"/>
                <a:gd name="connsiteY11" fmla="*/ 336668 h 369372"/>
                <a:gd name="connsiteX12" fmla="*/ 116997 w 2915191"/>
                <a:gd name="connsiteY12" fmla="*/ 314494 h 369372"/>
                <a:gd name="connsiteX13" fmla="*/ 126747 w 2915191"/>
                <a:gd name="connsiteY13" fmla="*/ 304352 h 369372"/>
                <a:gd name="connsiteX14" fmla="*/ 136497 w 2915191"/>
                <a:gd name="connsiteY14" fmla="*/ 291855 h 369372"/>
                <a:gd name="connsiteX15" fmla="*/ 146247 w 2915191"/>
                <a:gd name="connsiteY15" fmla="*/ 282136 h 369372"/>
                <a:gd name="connsiteX16" fmla="*/ 155997 w 2915191"/>
                <a:gd name="connsiteY16" fmla="*/ 264865 h 369372"/>
                <a:gd name="connsiteX17" fmla="*/ 165747 w 2915191"/>
                <a:gd name="connsiteY17" fmla="*/ 251262 h 369372"/>
                <a:gd name="connsiteX18" fmla="*/ 175497 w 2915191"/>
                <a:gd name="connsiteY18" fmla="*/ 290874 h 369372"/>
                <a:gd name="connsiteX19" fmla="*/ 185247 w 2915191"/>
                <a:gd name="connsiteY19" fmla="*/ 300133 h 369372"/>
                <a:gd name="connsiteX20" fmla="*/ 194996 w 2915191"/>
                <a:gd name="connsiteY20" fmla="*/ 280373 h 369372"/>
                <a:gd name="connsiteX21" fmla="*/ 204746 w 2915191"/>
                <a:gd name="connsiteY21" fmla="*/ 293263 h 369372"/>
                <a:gd name="connsiteX22" fmla="*/ 214495 w 2915191"/>
                <a:gd name="connsiteY22" fmla="*/ 279912 h 369372"/>
                <a:gd name="connsiteX23" fmla="*/ 224245 w 2915191"/>
                <a:gd name="connsiteY23" fmla="*/ 280499 h 369372"/>
                <a:gd name="connsiteX24" fmla="*/ 233995 w 2915191"/>
                <a:gd name="connsiteY24" fmla="*/ 283624 h 369372"/>
                <a:gd name="connsiteX25" fmla="*/ 243744 w 2915191"/>
                <a:gd name="connsiteY25" fmla="*/ 274311 h 369372"/>
                <a:gd name="connsiteX26" fmla="*/ 253494 w 2915191"/>
                <a:gd name="connsiteY26" fmla="*/ 230460 h 369372"/>
                <a:gd name="connsiteX27" fmla="*/ 263244 w 2915191"/>
                <a:gd name="connsiteY27" fmla="*/ 242894 h 369372"/>
                <a:gd name="connsiteX28" fmla="*/ 272994 w 2915191"/>
                <a:gd name="connsiteY28" fmla="*/ 200087 h 369372"/>
                <a:gd name="connsiteX29" fmla="*/ 282744 w 2915191"/>
                <a:gd name="connsiteY29" fmla="*/ 205511 h 369372"/>
                <a:gd name="connsiteX30" fmla="*/ 292494 w 2915191"/>
                <a:gd name="connsiteY30" fmla="*/ 189356 h 369372"/>
                <a:gd name="connsiteX31" fmla="*/ 302244 w 2915191"/>
                <a:gd name="connsiteY31" fmla="*/ 189584 h 369372"/>
                <a:gd name="connsiteX32" fmla="*/ 311994 w 2915191"/>
                <a:gd name="connsiteY32" fmla="*/ 208453 h 369372"/>
                <a:gd name="connsiteX33" fmla="*/ 321744 w 2915191"/>
                <a:gd name="connsiteY33" fmla="*/ 209070 h 369372"/>
                <a:gd name="connsiteX34" fmla="*/ 331493 w 2915191"/>
                <a:gd name="connsiteY34" fmla="*/ 186943 h 369372"/>
                <a:gd name="connsiteX35" fmla="*/ 341243 w 2915191"/>
                <a:gd name="connsiteY35" fmla="*/ 200689 h 369372"/>
                <a:gd name="connsiteX36" fmla="*/ 350993 w 2915191"/>
                <a:gd name="connsiteY36" fmla="*/ 208370 h 369372"/>
                <a:gd name="connsiteX37" fmla="*/ 360742 w 2915191"/>
                <a:gd name="connsiteY37" fmla="*/ 185819 h 369372"/>
                <a:gd name="connsiteX38" fmla="*/ 370492 w 2915191"/>
                <a:gd name="connsiteY38" fmla="*/ 186695 h 369372"/>
                <a:gd name="connsiteX39" fmla="*/ 380241 w 2915191"/>
                <a:gd name="connsiteY39" fmla="*/ 179163 h 369372"/>
                <a:gd name="connsiteX40" fmla="*/ 389991 w 2915191"/>
                <a:gd name="connsiteY40" fmla="*/ 153717 h 369372"/>
                <a:gd name="connsiteX41" fmla="*/ 399741 w 2915191"/>
                <a:gd name="connsiteY41" fmla="*/ 133431 h 369372"/>
                <a:gd name="connsiteX42" fmla="*/ 409491 w 2915191"/>
                <a:gd name="connsiteY42" fmla="*/ 191105 h 369372"/>
                <a:gd name="connsiteX43" fmla="*/ 419241 w 2915191"/>
                <a:gd name="connsiteY43" fmla="*/ 163108 h 369372"/>
                <a:gd name="connsiteX44" fmla="*/ 428991 w 2915191"/>
                <a:gd name="connsiteY44" fmla="*/ 151861 h 369372"/>
                <a:gd name="connsiteX45" fmla="*/ 438741 w 2915191"/>
                <a:gd name="connsiteY45" fmla="*/ 185410 h 369372"/>
                <a:gd name="connsiteX46" fmla="*/ 448491 w 2915191"/>
                <a:gd name="connsiteY46" fmla="*/ 200202 h 369372"/>
                <a:gd name="connsiteX47" fmla="*/ 458241 w 2915191"/>
                <a:gd name="connsiteY47" fmla="*/ 169300 h 369372"/>
                <a:gd name="connsiteX48" fmla="*/ 467991 w 2915191"/>
                <a:gd name="connsiteY48" fmla="*/ 199082 h 369372"/>
                <a:gd name="connsiteX49" fmla="*/ 477740 w 2915191"/>
                <a:gd name="connsiteY49" fmla="*/ 168047 h 369372"/>
                <a:gd name="connsiteX50" fmla="*/ 487490 w 2915191"/>
                <a:gd name="connsiteY50" fmla="*/ 188763 h 369372"/>
                <a:gd name="connsiteX51" fmla="*/ 497239 w 2915191"/>
                <a:gd name="connsiteY51" fmla="*/ 178173 h 369372"/>
                <a:gd name="connsiteX52" fmla="*/ 506989 w 2915191"/>
                <a:gd name="connsiteY52" fmla="*/ 183547 h 369372"/>
                <a:gd name="connsiteX53" fmla="*/ 516738 w 2915191"/>
                <a:gd name="connsiteY53" fmla="*/ 186513 h 369372"/>
                <a:gd name="connsiteX54" fmla="*/ 526488 w 2915191"/>
                <a:gd name="connsiteY54" fmla="*/ 165005 h 369372"/>
                <a:gd name="connsiteX55" fmla="*/ 536238 w 2915191"/>
                <a:gd name="connsiteY55" fmla="*/ 155040 h 369372"/>
                <a:gd name="connsiteX56" fmla="*/ 545988 w 2915191"/>
                <a:gd name="connsiteY56" fmla="*/ 155912 h 369372"/>
                <a:gd name="connsiteX57" fmla="*/ 555738 w 2915191"/>
                <a:gd name="connsiteY57" fmla="*/ 171253 h 369372"/>
                <a:gd name="connsiteX58" fmla="*/ 565488 w 2915191"/>
                <a:gd name="connsiteY58" fmla="*/ 212532 h 369372"/>
                <a:gd name="connsiteX59" fmla="*/ 575238 w 2915191"/>
                <a:gd name="connsiteY59" fmla="*/ 207653 h 369372"/>
                <a:gd name="connsiteX60" fmla="*/ 584988 w 2915191"/>
                <a:gd name="connsiteY60" fmla="*/ 246553 h 369372"/>
                <a:gd name="connsiteX61" fmla="*/ 594738 w 2915191"/>
                <a:gd name="connsiteY61" fmla="*/ 258593 h 369372"/>
                <a:gd name="connsiteX62" fmla="*/ 604488 w 2915191"/>
                <a:gd name="connsiteY62" fmla="*/ 234966 h 369372"/>
                <a:gd name="connsiteX63" fmla="*/ 614237 w 2915191"/>
                <a:gd name="connsiteY63" fmla="*/ 243332 h 369372"/>
                <a:gd name="connsiteX64" fmla="*/ 623987 w 2915191"/>
                <a:gd name="connsiteY64" fmla="*/ 236980 h 369372"/>
                <a:gd name="connsiteX65" fmla="*/ 633736 w 2915191"/>
                <a:gd name="connsiteY65" fmla="*/ 239556 h 369372"/>
                <a:gd name="connsiteX66" fmla="*/ 643486 w 2915191"/>
                <a:gd name="connsiteY66" fmla="*/ 195998 h 369372"/>
                <a:gd name="connsiteX67" fmla="*/ 653236 w 2915191"/>
                <a:gd name="connsiteY67" fmla="*/ 151654 h 369372"/>
                <a:gd name="connsiteX68" fmla="*/ 662985 w 2915191"/>
                <a:gd name="connsiteY68" fmla="*/ 168636 h 369372"/>
                <a:gd name="connsiteX69" fmla="*/ 672735 w 2915191"/>
                <a:gd name="connsiteY69" fmla="*/ 121033 h 369372"/>
                <a:gd name="connsiteX70" fmla="*/ 682485 w 2915191"/>
                <a:gd name="connsiteY70" fmla="*/ 122622 h 369372"/>
                <a:gd name="connsiteX71" fmla="*/ 692235 w 2915191"/>
                <a:gd name="connsiteY71" fmla="*/ 119888 h 369372"/>
                <a:gd name="connsiteX72" fmla="*/ 701985 w 2915191"/>
                <a:gd name="connsiteY72" fmla="*/ 114065 h 369372"/>
                <a:gd name="connsiteX73" fmla="*/ 711735 w 2915191"/>
                <a:gd name="connsiteY73" fmla="*/ 103797 h 369372"/>
                <a:gd name="connsiteX74" fmla="*/ 721485 w 2915191"/>
                <a:gd name="connsiteY74" fmla="*/ 78081 h 369372"/>
                <a:gd name="connsiteX75" fmla="*/ 731235 w 2915191"/>
                <a:gd name="connsiteY75" fmla="*/ 117040 h 369372"/>
                <a:gd name="connsiteX76" fmla="*/ 740985 w 2915191"/>
                <a:gd name="connsiteY76" fmla="*/ 143188 h 369372"/>
                <a:gd name="connsiteX77" fmla="*/ 750734 w 2915191"/>
                <a:gd name="connsiteY77" fmla="*/ 88698 h 369372"/>
                <a:gd name="connsiteX78" fmla="*/ 760484 w 2915191"/>
                <a:gd name="connsiteY78" fmla="*/ 60862 h 369372"/>
                <a:gd name="connsiteX79" fmla="*/ 770233 w 2915191"/>
                <a:gd name="connsiteY79" fmla="*/ 60724 h 369372"/>
                <a:gd name="connsiteX80" fmla="*/ 779983 w 2915191"/>
                <a:gd name="connsiteY80" fmla="*/ 58096 h 369372"/>
                <a:gd name="connsiteX81" fmla="*/ 789733 w 2915191"/>
                <a:gd name="connsiteY81" fmla="*/ 65824 h 369372"/>
                <a:gd name="connsiteX82" fmla="*/ 799482 w 2915191"/>
                <a:gd name="connsiteY82" fmla="*/ 59247 h 369372"/>
                <a:gd name="connsiteX83" fmla="*/ 809232 w 2915191"/>
                <a:gd name="connsiteY83" fmla="*/ 47257 h 369372"/>
                <a:gd name="connsiteX84" fmla="*/ 818982 w 2915191"/>
                <a:gd name="connsiteY84" fmla="*/ 65223 h 369372"/>
                <a:gd name="connsiteX85" fmla="*/ 828732 w 2915191"/>
                <a:gd name="connsiteY85" fmla="*/ 66303 h 369372"/>
                <a:gd name="connsiteX86" fmla="*/ 838482 w 2915191"/>
                <a:gd name="connsiteY86" fmla="*/ 77050 h 369372"/>
                <a:gd name="connsiteX87" fmla="*/ 848232 w 2915191"/>
                <a:gd name="connsiteY87" fmla="*/ 55263 h 369372"/>
                <a:gd name="connsiteX88" fmla="*/ 857982 w 2915191"/>
                <a:gd name="connsiteY88" fmla="*/ 52605 h 369372"/>
                <a:gd name="connsiteX89" fmla="*/ 867732 w 2915191"/>
                <a:gd name="connsiteY89" fmla="*/ 42696 h 369372"/>
                <a:gd name="connsiteX90" fmla="*/ 877482 w 2915191"/>
                <a:gd name="connsiteY90" fmla="*/ 52555 h 369372"/>
                <a:gd name="connsiteX91" fmla="*/ 887231 w 2915191"/>
                <a:gd name="connsiteY91" fmla="*/ 39040 h 369372"/>
                <a:gd name="connsiteX92" fmla="*/ 896981 w 2915191"/>
                <a:gd name="connsiteY92" fmla="*/ 66074 h 369372"/>
                <a:gd name="connsiteX93" fmla="*/ 906730 w 2915191"/>
                <a:gd name="connsiteY93" fmla="*/ 54024 h 369372"/>
                <a:gd name="connsiteX94" fmla="*/ 916480 w 2915191"/>
                <a:gd name="connsiteY94" fmla="*/ 9821 h 369372"/>
                <a:gd name="connsiteX95" fmla="*/ 926230 w 2915191"/>
                <a:gd name="connsiteY95" fmla="*/ 18792 h 369372"/>
                <a:gd name="connsiteX96" fmla="*/ 935979 w 2915191"/>
                <a:gd name="connsiteY96" fmla="*/ 22871 h 369372"/>
                <a:gd name="connsiteX97" fmla="*/ 945729 w 2915191"/>
                <a:gd name="connsiteY97" fmla="*/ 44567 h 369372"/>
                <a:gd name="connsiteX98" fmla="*/ 955479 w 2915191"/>
                <a:gd name="connsiteY98" fmla="*/ 8343 h 369372"/>
                <a:gd name="connsiteX99" fmla="*/ 965229 w 2915191"/>
                <a:gd name="connsiteY99" fmla="*/ 23019 h 369372"/>
                <a:gd name="connsiteX100" fmla="*/ 974979 w 2915191"/>
                <a:gd name="connsiteY100" fmla="*/ 20051 h 369372"/>
                <a:gd name="connsiteX101" fmla="*/ 984729 w 2915191"/>
                <a:gd name="connsiteY101" fmla="*/ 8722 h 369372"/>
                <a:gd name="connsiteX102" fmla="*/ 994474 w 2915191"/>
                <a:gd name="connsiteY102" fmla="*/ 3500 h 369372"/>
                <a:gd name="connsiteX103" fmla="*/ 1004233 w 2915191"/>
                <a:gd name="connsiteY103" fmla="*/ 0 h 369372"/>
                <a:gd name="connsiteX104" fmla="*/ 1013977 w 2915191"/>
                <a:gd name="connsiteY104" fmla="*/ 56920 h 369372"/>
                <a:gd name="connsiteX105" fmla="*/ 1023721 w 2915191"/>
                <a:gd name="connsiteY105" fmla="*/ 57906 h 369372"/>
                <a:gd name="connsiteX106" fmla="*/ 1033480 w 2915191"/>
                <a:gd name="connsiteY106" fmla="*/ 68754 h 369372"/>
                <a:gd name="connsiteX107" fmla="*/ 1043224 w 2915191"/>
                <a:gd name="connsiteY107" fmla="*/ 77092 h 369372"/>
                <a:gd name="connsiteX108" fmla="*/ 1052983 w 2915191"/>
                <a:gd name="connsiteY108" fmla="*/ 100367 h 369372"/>
                <a:gd name="connsiteX109" fmla="*/ 1062727 w 2915191"/>
                <a:gd name="connsiteY109" fmla="*/ 98409 h 369372"/>
                <a:gd name="connsiteX110" fmla="*/ 1072471 w 2915191"/>
                <a:gd name="connsiteY110" fmla="*/ 76569 h 369372"/>
                <a:gd name="connsiteX111" fmla="*/ 1082230 w 2915191"/>
                <a:gd name="connsiteY111" fmla="*/ 67480 h 369372"/>
                <a:gd name="connsiteX112" fmla="*/ 1091973 w 2915191"/>
                <a:gd name="connsiteY112" fmla="*/ 71012 h 369372"/>
                <a:gd name="connsiteX113" fmla="*/ 1101732 w 2915191"/>
                <a:gd name="connsiteY113" fmla="*/ 101724 h 369372"/>
                <a:gd name="connsiteX114" fmla="*/ 1111476 w 2915191"/>
                <a:gd name="connsiteY114" fmla="*/ 81651 h 369372"/>
                <a:gd name="connsiteX115" fmla="*/ 1121220 w 2915191"/>
                <a:gd name="connsiteY115" fmla="*/ 109774 h 369372"/>
                <a:gd name="connsiteX116" fmla="*/ 1130979 w 2915191"/>
                <a:gd name="connsiteY116" fmla="*/ 80971 h 369372"/>
                <a:gd name="connsiteX117" fmla="*/ 1140723 w 2915191"/>
                <a:gd name="connsiteY117" fmla="*/ 92530 h 369372"/>
                <a:gd name="connsiteX118" fmla="*/ 1150482 w 2915191"/>
                <a:gd name="connsiteY118" fmla="*/ 97907 h 369372"/>
                <a:gd name="connsiteX119" fmla="*/ 1160226 w 2915191"/>
                <a:gd name="connsiteY119" fmla="*/ 76131 h 369372"/>
                <a:gd name="connsiteX120" fmla="*/ 1169969 w 2915191"/>
                <a:gd name="connsiteY120" fmla="*/ 85014 h 369372"/>
                <a:gd name="connsiteX121" fmla="*/ 1179728 w 2915191"/>
                <a:gd name="connsiteY121" fmla="*/ 105299 h 369372"/>
                <a:gd name="connsiteX122" fmla="*/ 1189472 w 2915191"/>
                <a:gd name="connsiteY122" fmla="*/ 72500 h 369372"/>
                <a:gd name="connsiteX123" fmla="*/ 1199231 w 2915191"/>
                <a:gd name="connsiteY123" fmla="*/ 72871 h 369372"/>
                <a:gd name="connsiteX124" fmla="*/ 1208975 w 2915191"/>
                <a:gd name="connsiteY124" fmla="*/ 69493 h 369372"/>
                <a:gd name="connsiteX125" fmla="*/ 1218719 w 2915191"/>
                <a:gd name="connsiteY125" fmla="*/ 138793 h 369372"/>
                <a:gd name="connsiteX126" fmla="*/ 1228478 w 2915191"/>
                <a:gd name="connsiteY126" fmla="*/ 157394 h 369372"/>
                <a:gd name="connsiteX127" fmla="*/ 1238222 w 2915191"/>
                <a:gd name="connsiteY127" fmla="*/ 150158 h 369372"/>
                <a:gd name="connsiteX128" fmla="*/ 1247966 w 2915191"/>
                <a:gd name="connsiteY128" fmla="*/ 135544 h 369372"/>
                <a:gd name="connsiteX129" fmla="*/ 1257725 w 2915191"/>
                <a:gd name="connsiteY129" fmla="*/ 156693 h 369372"/>
                <a:gd name="connsiteX130" fmla="*/ 1267469 w 2915191"/>
                <a:gd name="connsiteY130" fmla="*/ 149309 h 369372"/>
                <a:gd name="connsiteX131" fmla="*/ 1277227 w 2915191"/>
                <a:gd name="connsiteY131" fmla="*/ 158655 h 369372"/>
                <a:gd name="connsiteX132" fmla="*/ 1286971 w 2915191"/>
                <a:gd name="connsiteY132" fmla="*/ 171063 h 369372"/>
                <a:gd name="connsiteX133" fmla="*/ 1296715 w 2915191"/>
                <a:gd name="connsiteY133" fmla="*/ 174062 h 369372"/>
                <a:gd name="connsiteX134" fmla="*/ 1306474 w 2915191"/>
                <a:gd name="connsiteY134" fmla="*/ 159093 h 369372"/>
                <a:gd name="connsiteX135" fmla="*/ 1316218 w 2915191"/>
                <a:gd name="connsiteY135" fmla="*/ 186769 h 369372"/>
                <a:gd name="connsiteX136" fmla="*/ 1325977 w 2915191"/>
                <a:gd name="connsiteY136" fmla="*/ 173998 h 369372"/>
                <a:gd name="connsiteX137" fmla="*/ 1335721 w 2915191"/>
                <a:gd name="connsiteY137" fmla="*/ 179031 h 369372"/>
                <a:gd name="connsiteX138" fmla="*/ 1345465 w 2915191"/>
                <a:gd name="connsiteY138" fmla="*/ 182769 h 369372"/>
                <a:gd name="connsiteX139" fmla="*/ 1355224 w 2915191"/>
                <a:gd name="connsiteY139" fmla="*/ 185157 h 369372"/>
                <a:gd name="connsiteX140" fmla="*/ 1364967 w 2915191"/>
                <a:gd name="connsiteY140" fmla="*/ 186020 h 369372"/>
                <a:gd name="connsiteX141" fmla="*/ 1374726 w 2915191"/>
                <a:gd name="connsiteY141" fmla="*/ 190218 h 369372"/>
                <a:gd name="connsiteX142" fmla="*/ 1384470 w 2915191"/>
                <a:gd name="connsiteY142" fmla="*/ 183748 h 369372"/>
                <a:gd name="connsiteX143" fmla="*/ 1394214 w 2915191"/>
                <a:gd name="connsiteY143" fmla="*/ 165464 h 369372"/>
                <a:gd name="connsiteX144" fmla="*/ 1403973 w 2915191"/>
                <a:gd name="connsiteY144" fmla="*/ 156350 h 369372"/>
                <a:gd name="connsiteX145" fmla="*/ 1413717 w 2915191"/>
                <a:gd name="connsiteY145" fmla="*/ 118894 h 369372"/>
                <a:gd name="connsiteX146" fmla="*/ 1423476 w 2915191"/>
                <a:gd name="connsiteY146" fmla="*/ 114339 h 369372"/>
                <a:gd name="connsiteX147" fmla="*/ 1433220 w 2915191"/>
                <a:gd name="connsiteY147" fmla="*/ 100759 h 369372"/>
                <a:gd name="connsiteX148" fmla="*/ 1442964 w 2915191"/>
                <a:gd name="connsiteY148" fmla="*/ 95683 h 369372"/>
                <a:gd name="connsiteX149" fmla="*/ 1452722 w 2915191"/>
                <a:gd name="connsiteY149" fmla="*/ 125511 h 369372"/>
                <a:gd name="connsiteX150" fmla="*/ 1462466 w 2915191"/>
                <a:gd name="connsiteY150" fmla="*/ 142479 h 369372"/>
                <a:gd name="connsiteX151" fmla="*/ 1472225 w 2915191"/>
                <a:gd name="connsiteY151" fmla="*/ 161498 h 369372"/>
                <a:gd name="connsiteX152" fmla="*/ 1481969 w 2915191"/>
                <a:gd name="connsiteY152" fmla="*/ 192191 h 369372"/>
                <a:gd name="connsiteX153" fmla="*/ 1491713 w 2915191"/>
                <a:gd name="connsiteY153" fmla="*/ 181915 h 369372"/>
                <a:gd name="connsiteX154" fmla="*/ 1501472 w 2915191"/>
                <a:gd name="connsiteY154" fmla="*/ 138961 h 369372"/>
                <a:gd name="connsiteX155" fmla="*/ 1511216 w 2915191"/>
                <a:gd name="connsiteY155" fmla="*/ 138374 h 369372"/>
                <a:gd name="connsiteX156" fmla="*/ 1520960 w 2915191"/>
                <a:gd name="connsiteY156" fmla="*/ 150679 h 369372"/>
                <a:gd name="connsiteX157" fmla="*/ 1530719 w 2915191"/>
                <a:gd name="connsiteY157" fmla="*/ 117921 h 369372"/>
                <a:gd name="connsiteX158" fmla="*/ 1540463 w 2915191"/>
                <a:gd name="connsiteY158" fmla="*/ 91480 h 369372"/>
                <a:gd name="connsiteX159" fmla="*/ 1550221 w 2915191"/>
                <a:gd name="connsiteY159" fmla="*/ 116696 h 369372"/>
                <a:gd name="connsiteX160" fmla="*/ 1559965 w 2915191"/>
                <a:gd name="connsiteY160" fmla="*/ 162755 h 369372"/>
                <a:gd name="connsiteX161" fmla="*/ 1569709 w 2915191"/>
                <a:gd name="connsiteY161" fmla="*/ 162631 h 369372"/>
                <a:gd name="connsiteX162" fmla="*/ 1579468 w 2915191"/>
                <a:gd name="connsiteY162" fmla="*/ 160569 h 369372"/>
                <a:gd name="connsiteX163" fmla="*/ 1589212 w 2915191"/>
                <a:gd name="connsiteY163" fmla="*/ 145928 h 369372"/>
                <a:gd name="connsiteX164" fmla="*/ 1598971 w 2915191"/>
                <a:gd name="connsiteY164" fmla="*/ 174056 h 369372"/>
                <a:gd name="connsiteX165" fmla="*/ 1608715 w 2915191"/>
                <a:gd name="connsiteY165" fmla="*/ 159078 h 369372"/>
                <a:gd name="connsiteX166" fmla="*/ 1618459 w 2915191"/>
                <a:gd name="connsiteY166" fmla="*/ 186918 h 369372"/>
                <a:gd name="connsiteX167" fmla="*/ 1628218 w 2915191"/>
                <a:gd name="connsiteY167" fmla="*/ 202689 h 369372"/>
                <a:gd name="connsiteX168" fmla="*/ 1637962 w 2915191"/>
                <a:gd name="connsiteY168" fmla="*/ 189539 h 369372"/>
                <a:gd name="connsiteX169" fmla="*/ 1647720 w 2915191"/>
                <a:gd name="connsiteY169" fmla="*/ 190488 h 369372"/>
                <a:gd name="connsiteX170" fmla="*/ 1657464 w 2915191"/>
                <a:gd name="connsiteY170" fmla="*/ 221126 h 369372"/>
                <a:gd name="connsiteX171" fmla="*/ 1667208 w 2915191"/>
                <a:gd name="connsiteY171" fmla="*/ 243524 h 369372"/>
                <a:gd name="connsiteX172" fmla="*/ 1676967 w 2915191"/>
                <a:gd name="connsiteY172" fmla="*/ 266315 h 369372"/>
                <a:gd name="connsiteX173" fmla="*/ 1686711 w 2915191"/>
                <a:gd name="connsiteY173" fmla="*/ 296171 h 369372"/>
                <a:gd name="connsiteX174" fmla="*/ 1696470 w 2915191"/>
                <a:gd name="connsiteY174" fmla="*/ 279189 h 369372"/>
                <a:gd name="connsiteX175" fmla="*/ 1706214 w 2915191"/>
                <a:gd name="connsiteY175" fmla="*/ 264983 h 369372"/>
                <a:gd name="connsiteX176" fmla="*/ 1715958 w 2915191"/>
                <a:gd name="connsiteY176" fmla="*/ 252200 h 369372"/>
                <a:gd name="connsiteX177" fmla="*/ 1725716 w 2915191"/>
                <a:gd name="connsiteY177" fmla="*/ 238625 h 369372"/>
                <a:gd name="connsiteX178" fmla="*/ 1735460 w 2915191"/>
                <a:gd name="connsiteY178" fmla="*/ 262468 h 369372"/>
                <a:gd name="connsiteX179" fmla="*/ 1745219 w 2915191"/>
                <a:gd name="connsiteY179" fmla="*/ 264013 h 369372"/>
                <a:gd name="connsiteX180" fmla="*/ 1754963 w 2915191"/>
                <a:gd name="connsiteY180" fmla="*/ 268901 h 369372"/>
                <a:gd name="connsiteX181" fmla="*/ 1764707 w 2915191"/>
                <a:gd name="connsiteY181" fmla="*/ 276291 h 369372"/>
                <a:gd name="connsiteX182" fmla="*/ 1774466 w 2915191"/>
                <a:gd name="connsiteY182" fmla="*/ 290721 h 369372"/>
                <a:gd name="connsiteX183" fmla="*/ 1784210 w 2915191"/>
                <a:gd name="connsiteY183" fmla="*/ 300864 h 369372"/>
                <a:gd name="connsiteX184" fmla="*/ 1793969 w 2915191"/>
                <a:gd name="connsiteY184" fmla="*/ 314209 h 369372"/>
                <a:gd name="connsiteX185" fmla="*/ 1803713 w 2915191"/>
                <a:gd name="connsiteY185" fmla="*/ 311079 h 369372"/>
                <a:gd name="connsiteX186" fmla="*/ 1813457 w 2915191"/>
                <a:gd name="connsiteY186" fmla="*/ 284097 h 369372"/>
                <a:gd name="connsiteX187" fmla="*/ 1823215 w 2915191"/>
                <a:gd name="connsiteY187" fmla="*/ 276229 h 369372"/>
                <a:gd name="connsiteX188" fmla="*/ 1832959 w 2915191"/>
                <a:gd name="connsiteY188" fmla="*/ 244476 h 369372"/>
                <a:gd name="connsiteX189" fmla="*/ 1842703 w 2915191"/>
                <a:gd name="connsiteY189" fmla="*/ 225539 h 369372"/>
                <a:gd name="connsiteX190" fmla="*/ 1852462 w 2915191"/>
                <a:gd name="connsiteY190" fmla="*/ 208557 h 369372"/>
                <a:gd name="connsiteX191" fmla="*/ 1862206 w 2915191"/>
                <a:gd name="connsiteY191" fmla="*/ 228080 h 369372"/>
                <a:gd name="connsiteX192" fmla="*/ 1871965 w 2915191"/>
                <a:gd name="connsiteY192" fmla="*/ 226362 h 369372"/>
                <a:gd name="connsiteX193" fmla="*/ 1881709 w 2915191"/>
                <a:gd name="connsiteY193" fmla="*/ 194225 h 369372"/>
                <a:gd name="connsiteX194" fmla="*/ 1891453 w 2915191"/>
                <a:gd name="connsiteY194" fmla="*/ 175075 h 369372"/>
                <a:gd name="connsiteX195" fmla="*/ 1901212 w 2915191"/>
                <a:gd name="connsiteY195" fmla="*/ 175844 h 369372"/>
                <a:gd name="connsiteX196" fmla="*/ 1910956 w 2915191"/>
                <a:gd name="connsiteY196" fmla="*/ 170651 h 369372"/>
                <a:gd name="connsiteX197" fmla="*/ 1920714 w 2915191"/>
                <a:gd name="connsiteY197" fmla="*/ 173301 h 369372"/>
                <a:gd name="connsiteX198" fmla="*/ 1930458 w 2915191"/>
                <a:gd name="connsiteY198" fmla="*/ 173461 h 369372"/>
                <a:gd name="connsiteX199" fmla="*/ 1940202 w 2915191"/>
                <a:gd name="connsiteY199" fmla="*/ 159641 h 369372"/>
                <a:gd name="connsiteX200" fmla="*/ 1949961 w 2915191"/>
                <a:gd name="connsiteY200" fmla="*/ 142133 h 369372"/>
                <a:gd name="connsiteX201" fmla="*/ 1959705 w 2915191"/>
                <a:gd name="connsiteY201" fmla="*/ 125064 h 369372"/>
                <a:gd name="connsiteX202" fmla="*/ 1969464 w 2915191"/>
                <a:gd name="connsiteY202" fmla="*/ 146050 h 369372"/>
                <a:gd name="connsiteX203" fmla="*/ 1979208 w 2915191"/>
                <a:gd name="connsiteY203" fmla="*/ 156448 h 369372"/>
                <a:gd name="connsiteX204" fmla="*/ 1988952 w 2915191"/>
                <a:gd name="connsiteY204" fmla="*/ 156061 h 369372"/>
                <a:gd name="connsiteX205" fmla="*/ 1998711 w 2915191"/>
                <a:gd name="connsiteY205" fmla="*/ 152116 h 369372"/>
                <a:gd name="connsiteX206" fmla="*/ 2008454 w 2915191"/>
                <a:gd name="connsiteY206" fmla="*/ 177189 h 369372"/>
                <a:gd name="connsiteX207" fmla="*/ 2018213 w 2915191"/>
                <a:gd name="connsiteY207" fmla="*/ 152485 h 369372"/>
                <a:gd name="connsiteX208" fmla="*/ 2027957 w 2915191"/>
                <a:gd name="connsiteY208" fmla="*/ 140143 h 369372"/>
                <a:gd name="connsiteX209" fmla="*/ 2037701 w 2915191"/>
                <a:gd name="connsiteY209" fmla="*/ 134431 h 369372"/>
                <a:gd name="connsiteX210" fmla="*/ 2047460 w 2915191"/>
                <a:gd name="connsiteY210" fmla="*/ 97493 h 369372"/>
                <a:gd name="connsiteX211" fmla="*/ 2057204 w 2915191"/>
                <a:gd name="connsiteY211" fmla="*/ 95802 h 369372"/>
                <a:gd name="connsiteX212" fmla="*/ 2066963 w 2915191"/>
                <a:gd name="connsiteY212" fmla="*/ 109166 h 369372"/>
                <a:gd name="connsiteX213" fmla="*/ 2076707 w 2915191"/>
                <a:gd name="connsiteY213" fmla="*/ 148447 h 369372"/>
                <a:gd name="connsiteX214" fmla="*/ 2086451 w 2915191"/>
                <a:gd name="connsiteY214" fmla="*/ 143741 h 369372"/>
                <a:gd name="connsiteX215" fmla="*/ 2096210 w 2915191"/>
                <a:gd name="connsiteY215" fmla="*/ 153406 h 369372"/>
                <a:gd name="connsiteX216" fmla="*/ 2105954 w 2915191"/>
                <a:gd name="connsiteY216" fmla="*/ 146926 h 369372"/>
                <a:gd name="connsiteX217" fmla="*/ 2115697 w 2915191"/>
                <a:gd name="connsiteY217" fmla="*/ 103895 h 369372"/>
                <a:gd name="connsiteX218" fmla="*/ 2125456 w 2915191"/>
                <a:gd name="connsiteY218" fmla="*/ 86296 h 369372"/>
                <a:gd name="connsiteX219" fmla="*/ 2135200 w 2915191"/>
                <a:gd name="connsiteY219" fmla="*/ 119588 h 369372"/>
                <a:gd name="connsiteX220" fmla="*/ 2144959 w 2915191"/>
                <a:gd name="connsiteY220" fmla="*/ 119289 h 369372"/>
                <a:gd name="connsiteX221" fmla="*/ 2154703 w 2915191"/>
                <a:gd name="connsiteY221" fmla="*/ 108514 h 369372"/>
                <a:gd name="connsiteX222" fmla="*/ 2164447 w 2915191"/>
                <a:gd name="connsiteY222" fmla="*/ 137036 h 369372"/>
                <a:gd name="connsiteX223" fmla="*/ 2174206 w 2915191"/>
                <a:gd name="connsiteY223" fmla="*/ 133134 h 369372"/>
                <a:gd name="connsiteX224" fmla="*/ 2183950 w 2915191"/>
                <a:gd name="connsiteY224" fmla="*/ 158957 h 369372"/>
                <a:gd name="connsiteX225" fmla="*/ 2193709 w 2915191"/>
                <a:gd name="connsiteY225" fmla="*/ 163215 h 369372"/>
                <a:gd name="connsiteX226" fmla="*/ 2203452 w 2915191"/>
                <a:gd name="connsiteY226" fmla="*/ 190397 h 369372"/>
                <a:gd name="connsiteX227" fmla="*/ 2213196 w 2915191"/>
                <a:gd name="connsiteY227" fmla="*/ 188328 h 369372"/>
                <a:gd name="connsiteX228" fmla="*/ 2222955 w 2915191"/>
                <a:gd name="connsiteY228" fmla="*/ 231375 h 369372"/>
                <a:gd name="connsiteX229" fmla="*/ 2232699 w 2915191"/>
                <a:gd name="connsiteY229" fmla="*/ 257842 h 369372"/>
                <a:gd name="connsiteX230" fmla="*/ 2242458 w 2915191"/>
                <a:gd name="connsiteY230" fmla="*/ 212921 h 369372"/>
                <a:gd name="connsiteX231" fmla="*/ 2252202 w 2915191"/>
                <a:gd name="connsiteY231" fmla="*/ 166898 h 369372"/>
                <a:gd name="connsiteX232" fmla="*/ 2261946 w 2915191"/>
                <a:gd name="connsiteY232" fmla="*/ 162704 h 369372"/>
                <a:gd name="connsiteX233" fmla="*/ 2271705 w 2915191"/>
                <a:gd name="connsiteY233" fmla="*/ 188927 h 369372"/>
                <a:gd name="connsiteX234" fmla="*/ 2281449 w 2915191"/>
                <a:gd name="connsiteY234" fmla="*/ 213257 h 369372"/>
                <a:gd name="connsiteX235" fmla="*/ 2291208 w 2915191"/>
                <a:gd name="connsiteY235" fmla="*/ 233232 h 369372"/>
                <a:gd name="connsiteX236" fmla="*/ 2300951 w 2915191"/>
                <a:gd name="connsiteY236" fmla="*/ 199623 h 369372"/>
                <a:gd name="connsiteX237" fmla="*/ 2310695 w 2915191"/>
                <a:gd name="connsiteY237" fmla="*/ 260510 h 369372"/>
                <a:gd name="connsiteX238" fmla="*/ 2320454 w 2915191"/>
                <a:gd name="connsiteY238" fmla="*/ 256593 h 369372"/>
                <a:gd name="connsiteX239" fmla="*/ 2330198 w 2915191"/>
                <a:gd name="connsiteY239" fmla="*/ 237196 h 369372"/>
                <a:gd name="connsiteX240" fmla="*/ 2339957 w 2915191"/>
                <a:gd name="connsiteY240" fmla="*/ 227488 h 369372"/>
                <a:gd name="connsiteX241" fmla="*/ 2349701 w 2915191"/>
                <a:gd name="connsiteY241" fmla="*/ 219922 h 369372"/>
                <a:gd name="connsiteX242" fmla="*/ 2359445 w 2915191"/>
                <a:gd name="connsiteY242" fmla="*/ 188363 h 369372"/>
                <a:gd name="connsiteX243" fmla="*/ 2369204 w 2915191"/>
                <a:gd name="connsiteY243" fmla="*/ 236745 h 369372"/>
                <a:gd name="connsiteX244" fmla="*/ 2378948 w 2915191"/>
                <a:gd name="connsiteY244" fmla="*/ 254139 h 369372"/>
                <a:gd name="connsiteX245" fmla="*/ 2388692 w 2915191"/>
                <a:gd name="connsiteY245" fmla="*/ 278712 h 369372"/>
                <a:gd name="connsiteX246" fmla="*/ 2398450 w 2915191"/>
                <a:gd name="connsiteY246" fmla="*/ 272474 h 369372"/>
                <a:gd name="connsiteX247" fmla="*/ 2408194 w 2915191"/>
                <a:gd name="connsiteY247" fmla="*/ 243811 h 369372"/>
                <a:gd name="connsiteX248" fmla="*/ 2417953 w 2915191"/>
                <a:gd name="connsiteY248" fmla="*/ 243886 h 369372"/>
                <a:gd name="connsiteX249" fmla="*/ 2427697 w 2915191"/>
                <a:gd name="connsiteY249" fmla="*/ 240331 h 369372"/>
                <a:gd name="connsiteX250" fmla="*/ 2437441 w 2915191"/>
                <a:gd name="connsiteY250" fmla="*/ 246508 h 369372"/>
                <a:gd name="connsiteX251" fmla="*/ 2447200 w 2915191"/>
                <a:gd name="connsiteY251" fmla="*/ 239437 h 369372"/>
                <a:gd name="connsiteX252" fmla="*/ 2456944 w 2915191"/>
                <a:gd name="connsiteY252" fmla="*/ 215739 h 369372"/>
                <a:gd name="connsiteX253" fmla="*/ 2466703 w 2915191"/>
                <a:gd name="connsiteY253" fmla="*/ 216378 h 369372"/>
                <a:gd name="connsiteX254" fmla="*/ 2476446 w 2915191"/>
                <a:gd name="connsiteY254" fmla="*/ 208060 h 369372"/>
                <a:gd name="connsiteX255" fmla="*/ 2486190 w 2915191"/>
                <a:gd name="connsiteY255" fmla="*/ 223294 h 369372"/>
                <a:gd name="connsiteX256" fmla="*/ 2495949 w 2915191"/>
                <a:gd name="connsiteY256" fmla="*/ 209484 h 369372"/>
                <a:gd name="connsiteX257" fmla="*/ 2505693 w 2915191"/>
                <a:gd name="connsiteY257" fmla="*/ 177679 h 369372"/>
                <a:gd name="connsiteX258" fmla="*/ 2515452 w 2915191"/>
                <a:gd name="connsiteY258" fmla="*/ 176227 h 369372"/>
                <a:gd name="connsiteX259" fmla="*/ 2525196 w 2915191"/>
                <a:gd name="connsiteY259" fmla="*/ 176407 h 369372"/>
                <a:gd name="connsiteX260" fmla="*/ 2534940 w 2915191"/>
                <a:gd name="connsiteY260" fmla="*/ 161343 h 369372"/>
                <a:gd name="connsiteX261" fmla="*/ 2544699 w 2915191"/>
                <a:gd name="connsiteY261" fmla="*/ 201920 h 369372"/>
                <a:gd name="connsiteX262" fmla="*/ 2554443 w 2915191"/>
                <a:gd name="connsiteY262" fmla="*/ 192185 h 369372"/>
                <a:gd name="connsiteX263" fmla="*/ 2564202 w 2915191"/>
                <a:gd name="connsiteY263" fmla="*/ 174187 h 369372"/>
                <a:gd name="connsiteX264" fmla="*/ 2573946 w 2915191"/>
                <a:gd name="connsiteY264" fmla="*/ 156164 h 369372"/>
                <a:gd name="connsiteX265" fmla="*/ 2583690 w 2915191"/>
                <a:gd name="connsiteY265" fmla="*/ 148260 h 369372"/>
                <a:gd name="connsiteX266" fmla="*/ 2593448 w 2915191"/>
                <a:gd name="connsiteY266" fmla="*/ 158405 h 369372"/>
                <a:gd name="connsiteX267" fmla="*/ 2603192 w 2915191"/>
                <a:gd name="connsiteY267" fmla="*/ 177235 h 369372"/>
                <a:gd name="connsiteX268" fmla="*/ 2612951 w 2915191"/>
                <a:gd name="connsiteY268" fmla="*/ 169051 h 369372"/>
                <a:gd name="connsiteX269" fmla="*/ 2622695 w 2915191"/>
                <a:gd name="connsiteY269" fmla="*/ 172235 h 369372"/>
                <a:gd name="connsiteX270" fmla="*/ 2632439 w 2915191"/>
                <a:gd name="connsiteY270" fmla="*/ 173856 h 369372"/>
                <a:gd name="connsiteX271" fmla="*/ 2642198 w 2915191"/>
                <a:gd name="connsiteY271" fmla="*/ 188164 h 369372"/>
                <a:gd name="connsiteX272" fmla="*/ 2651942 w 2915191"/>
                <a:gd name="connsiteY272" fmla="*/ 196001 h 369372"/>
                <a:gd name="connsiteX273" fmla="*/ 2661685 w 2915191"/>
                <a:gd name="connsiteY273" fmla="*/ 201698 h 369372"/>
                <a:gd name="connsiteX274" fmla="*/ 2671444 w 2915191"/>
                <a:gd name="connsiteY274" fmla="*/ 220179 h 369372"/>
                <a:gd name="connsiteX275" fmla="*/ 2681188 w 2915191"/>
                <a:gd name="connsiteY275" fmla="*/ 202511 h 369372"/>
                <a:gd name="connsiteX276" fmla="*/ 2690947 w 2915191"/>
                <a:gd name="connsiteY276" fmla="*/ 242912 h 369372"/>
                <a:gd name="connsiteX277" fmla="*/ 2700691 w 2915191"/>
                <a:gd name="connsiteY277" fmla="*/ 266376 h 369372"/>
                <a:gd name="connsiteX278" fmla="*/ 2710435 w 2915191"/>
                <a:gd name="connsiteY278" fmla="*/ 287819 h 369372"/>
                <a:gd name="connsiteX279" fmla="*/ 2720194 w 2915191"/>
                <a:gd name="connsiteY279" fmla="*/ 273882 h 369372"/>
                <a:gd name="connsiteX280" fmla="*/ 2729938 w 2915191"/>
                <a:gd name="connsiteY280" fmla="*/ 285448 h 369372"/>
                <a:gd name="connsiteX281" fmla="*/ 2739697 w 2915191"/>
                <a:gd name="connsiteY281" fmla="*/ 303099 h 369372"/>
                <a:gd name="connsiteX282" fmla="*/ 2749441 w 2915191"/>
                <a:gd name="connsiteY282" fmla="*/ 301621 h 369372"/>
                <a:gd name="connsiteX283" fmla="*/ 2759185 w 2915191"/>
                <a:gd name="connsiteY283" fmla="*/ 242289 h 369372"/>
                <a:gd name="connsiteX284" fmla="*/ 2768943 w 2915191"/>
                <a:gd name="connsiteY284" fmla="*/ 201358 h 369372"/>
                <a:gd name="connsiteX285" fmla="*/ 2778687 w 2915191"/>
                <a:gd name="connsiteY285" fmla="*/ 201688 h 369372"/>
                <a:gd name="connsiteX286" fmla="*/ 2788446 w 2915191"/>
                <a:gd name="connsiteY286" fmla="*/ 222755 h 369372"/>
                <a:gd name="connsiteX287" fmla="*/ 2798190 w 2915191"/>
                <a:gd name="connsiteY287" fmla="*/ 228311 h 369372"/>
                <a:gd name="connsiteX288" fmla="*/ 2807934 w 2915191"/>
                <a:gd name="connsiteY288" fmla="*/ 210025 h 369372"/>
                <a:gd name="connsiteX289" fmla="*/ 2817693 w 2915191"/>
                <a:gd name="connsiteY289" fmla="*/ 250479 h 369372"/>
                <a:gd name="connsiteX290" fmla="*/ 2827437 w 2915191"/>
                <a:gd name="connsiteY290" fmla="*/ 234366 h 369372"/>
                <a:gd name="connsiteX291" fmla="*/ 2837196 w 2915191"/>
                <a:gd name="connsiteY291" fmla="*/ 247171 h 369372"/>
                <a:gd name="connsiteX292" fmla="*/ 2846940 w 2915191"/>
                <a:gd name="connsiteY292" fmla="*/ 227728 h 369372"/>
                <a:gd name="connsiteX293" fmla="*/ 2856684 w 2915191"/>
                <a:gd name="connsiteY293" fmla="*/ 258611 h 369372"/>
                <a:gd name="connsiteX294" fmla="*/ 2866442 w 2915191"/>
                <a:gd name="connsiteY294" fmla="*/ 302275 h 369372"/>
                <a:gd name="connsiteX295" fmla="*/ 2876186 w 2915191"/>
                <a:gd name="connsiteY295" fmla="*/ 282610 h 369372"/>
                <a:gd name="connsiteX296" fmla="*/ 2885945 w 2915191"/>
                <a:gd name="connsiteY296" fmla="*/ 318181 h 369372"/>
                <a:gd name="connsiteX297" fmla="*/ 2895689 w 2915191"/>
                <a:gd name="connsiteY297" fmla="*/ 313318 h 369372"/>
                <a:gd name="connsiteX298" fmla="*/ 2905433 w 2915191"/>
                <a:gd name="connsiteY298" fmla="*/ 352112 h 369372"/>
                <a:gd name="connsiteX299" fmla="*/ 2915192 w 2915191"/>
                <a:gd name="connsiteY299" fmla="*/ 339956 h 369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69372">
                  <a:moveTo>
                    <a:pt x="0" y="297215"/>
                  </a:moveTo>
                  <a:lnTo>
                    <a:pt x="9750" y="313726"/>
                  </a:lnTo>
                  <a:lnTo>
                    <a:pt x="19500" y="344099"/>
                  </a:lnTo>
                  <a:lnTo>
                    <a:pt x="29250" y="367249"/>
                  </a:lnTo>
                  <a:lnTo>
                    <a:pt x="39000" y="339907"/>
                  </a:lnTo>
                  <a:lnTo>
                    <a:pt x="48749" y="350578"/>
                  </a:lnTo>
                  <a:lnTo>
                    <a:pt x="58499" y="328530"/>
                  </a:lnTo>
                  <a:lnTo>
                    <a:pt x="68249" y="349763"/>
                  </a:lnTo>
                  <a:lnTo>
                    <a:pt x="77998" y="360715"/>
                  </a:lnTo>
                  <a:lnTo>
                    <a:pt x="87748" y="369373"/>
                  </a:lnTo>
                  <a:lnTo>
                    <a:pt x="97497" y="346690"/>
                  </a:lnTo>
                  <a:lnTo>
                    <a:pt x="107247" y="336668"/>
                  </a:lnTo>
                  <a:lnTo>
                    <a:pt x="116997" y="314494"/>
                  </a:lnTo>
                  <a:lnTo>
                    <a:pt x="126747" y="304352"/>
                  </a:lnTo>
                  <a:lnTo>
                    <a:pt x="136497" y="291855"/>
                  </a:lnTo>
                  <a:lnTo>
                    <a:pt x="146247" y="282136"/>
                  </a:lnTo>
                  <a:lnTo>
                    <a:pt x="155997" y="264865"/>
                  </a:lnTo>
                  <a:lnTo>
                    <a:pt x="165747" y="251262"/>
                  </a:lnTo>
                  <a:lnTo>
                    <a:pt x="175497" y="290874"/>
                  </a:lnTo>
                  <a:lnTo>
                    <a:pt x="185247" y="300133"/>
                  </a:lnTo>
                  <a:lnTo>
                    <a:pt x="194996" y="280373"/>
                  </a:lnTo>
                  <a:lnTo>
                    <a:pt x="204746" y="293263"/>
                  </a:lnTo>
                  <a:lnTo>
                    <a:pt x="214495" y="279912"/>
                  </a:lnTo>
                  <a:lnTo>
                    <a:pt x="224245" y="280499"/>
                  </a:lnTo>
                  <a:lnTo>
                    <a:pt x="233995" y="283624"/>
                  </a:lnTo>
                  <a:lnTo>
                    <a:pt x="243744" y="274311"/>
                  </a:lnTo>
                  <a:lnTo>
                    <a:pt x="253494" y="230460"/>
                  </a:lnTo>
                  <a:lnTo>
                    <a:pt x="263244" y="242894"/>
                  </a:lnTo>
                  <a:lnTo>
                    <a:pt x="272994" y="200087"/>
                  </a:lnTo>
                  <a:lnTo>
                    <a:pt x="282744" y="205511"/>
                  </a:lnTo>
                  <a:lnTo>
                    <a:pt x="292494" y="189356"/>
                  </a:lnTo>
                  <a:lnTo>
                    <a:pt x="302244" y="189584"/>
                  </a:lnTo>
                  <a:lnTo>
                    <a:pt x="311994" y="208453"/>
                  </a:lnTo>
                  <a:lnTo>
                    <a:pt x="321744" y="209070"/>
                  </a:lnTo>
                  <a:lnTo>
                    <a:pt x="331493" y="186943"/>
                  </a:lnTo>
                  <a:lnTo>
                    <a:pt x="341243" y="200689"/>
                  </a:lnTo>
                  <a:lnTo>
                    <a:pt x="350993" y="208370"/>
                  </a:lnTo>
                  <a:lnTo>
                    <a:pt x="360742" y="185819"/>
                  </a:lnTo>
                  <a:lnTo>
                    <a:pt x="370492" y="186695"/>
                  </a:lnTo>
                  <a:lnTo>
                    <a:pt x="380241" y="179163"/>
                  </a:lnTo>
                  <a:lnTo>
                    <a:pt x="389991" y="153717"/>
                  </a:lnTo>
                  <a:lnTo>
                    <a:pt x="399741" y="133431"/>
                  </a:lnTo>
                  <a:lnTo>
                    <a:pt x="409491" y="191105"/>
                  </a:lnTo>
                  <a:lnTo>
                    <a:pt x="419241" y="163108"/>
                  </a:lnTo>
                  <a:lnTo>
                    <a:pt x="428991" y="151861"/>
                  </a:lnTo>
                  <a:lnTo>
                    <a:pt x="438741" y="185410"/>
                  </a:lnTo>
                  <a:lnTo>
                    <a:pt x="448491" y="200202"/>
                  </a:lnTo>
                  <a:lnTo>
                    <a:pt x="458241" y="169300"/>
                  </a:lnTo>
                  <a:lnTo>
                    <a:pt x="467991" y="199082"/>
                  </a:lnTo>
                  <a:lnTo>
                    <a:pt x="477740" y="168047"/>
                  </a:lnTo>
                  <a:lnTo>
                    <a:pt x="487490" y="188763"/>
                  </a:lnTo>
                  <a:lnTo>
                    <a:pt x="497239" y="178173"/>
                  </a:lnTo>
                  <a:lnTo>
                    <a:pt x="506989" y="183547"/>
                  </a:lnTo>
                  <a:lnTo>
                    <a:pt x="516738" y="186513"/>
                  </a:lnTo>
                  <a:lnTo>
                    <a:pt x="526488" y="165005"/>
                  </a:lnTo>
                  <a:lnTo>
                    <a:pt x="536238" y="155040"/>
                  </a:lnTo>
                  <a:lnTo>
                    <a:pt x="545988" y="155912"/>
                  </a:lnTo>
                  <a:lnTo>
                    <a:pt x="555738" y="171253"/>
                  </a:lnTo>
                  <a:lnTo>
                    <a:pt x="565488" y="212532"/>
                  </a:lnTo>
                  <a:lnTo>
                    <a:pt x="575238" y="207653"/>
                  </a:lnTo>
                  <a:lnTo>
                    <a:pt x="584988" y="246553"/>
                  </a:lnTo>
                  <a:lnTo>
                    <a:pt x="594738" y="258593"/>
                  </a:lnTo>
                  <a:lnTo>
                    <a:pt x="604488" y="234966"/>
                  </a:lnTo>
                  <a:lnTo>
                    <a:pt x="614237" y="243332"/>
                  </a:lnTo>
                  <a:lnTo>
                    <a:pt x="623987" y="236980"/>
                  </a:lnTo>
                  <a:lnTo>
                    <a:pt x="633736" y="239556"/>
                  </a:lnTo>
                  <a:lnTo>
                    <a:pt x="643486" y="195998"/>
                  </a:lnTo>
                  <a:lnTo>
                    <a:pt x="653236" y="151654"/>
                  </a:lnTo>
                  <a:lnTo>
                    <a:pt x="662985" y="168636"/>
                  </a:lnTo>
                  <a:lnTo>
                    <a:pt x="672735" y="121033"/>
                  </a:lnTo>
                  <a:lnTo>
                    <a:pt x="682485" y="122622"/>
                  </a:lnTo>
                  <a:lnTo>
                    <a:pt x="692235" y="119888"/>
                  </a:lnTo>
                  <a:lnTo>
                    <a:pt x="701985" y="114065"/>
                  </a:lnTo>
                  <a:lnTo>
                    <a:pt x="711735" y="103797"/>
                  </a:lnTo>
                  <a:lnTo>
                    <a:pt x="721485" y="78081"/>
                  </a:lnTo>
                  <a:lnTo>
                    <a:pt x="731235" y="117040"/>
                  </a:lnTo>
                  <a:lnTo>
                    <a:pt x="740985" y="143188"/>
                  </a:lnTo>
                  <a:lnTo>
                    <a:pt x="750734" y="88698"/>
                  </a:lnTo>
                  <a:lnTo>
                    <a:pt x="760484" y="60862"/>
                  </a:lnTo>
                  <a:lnTo>
                    <a:pt x="770233" y="60724"/>
                  </a:lnTo>
                  <a:lnTo>
                    <a:pt x="779983" y="58096"/>
                  </a:lnTo>
                  <a:lnTo>
                    <a:pt x="789733" y="65824"/>
                  </a:lnTo>
                  <a:lnTo>
                    <a:pt x="799482" y="59247"/>
                  </a:lnTo>
                  <a:lnTo>
                    <a:pt x="809232" y="47257"/>
                  </a:lnTo>
                  <a:lnTo>
                    <a:pt x="818982" y="65223"/>
                  </a:lnTo>
                  <a:lnTo>
                    <a:pt x="828732" y="66303"/>
                  </a:lnTo>
                  <a:lnTo>
                    <a:pt x="838482" y="77050"/>
                  </a:lnTo>
                  <a:lnTo>
                    <a:pt x="848232" y="55263"/>
                  </a:lnTo>
                  <a:lnTo>
                    <a:pt x="857982" y="52605"/>
                  </a:lnTo>
                  <a:lnTo>
                    <a:pt x="867732" y="42696"/>
                  </a:lnTo>
                  <a:lnTo>
                    <a:pt x="877482" y="52555"/>
                  </a:lnTo>
                  <a:lnTo>
                    <a:pt x="887231" y="39040"/>
                  </a:lnTo>
                  <a:lnTo>
                    <a:pt x="896981" y="66074"/>
                  </a:lnTo>
                  <a:lnTo>
                    <a:pt x="906730" y="54024"/>
                  </a:lnTo>
                  <a:lnTo>
                    <a:pt x="916480" y="9821"/>
                  </a:lnTo>
                  <a:lnTo>
                    <a:pt x="926230" y="18792"/>
                  </a:lnTo>
                  <a:lnTo>
                    <a:pt x="935979" y="22871"/>
                  </a:lnTo>
                  <a:lnTo>
                    <a:pt x="945729" y="44567"/>
                  </a:lnTo>
                  <a:lnTo>
                    <a:pt x="955479" y="8343"/>
                  </a:lnTo>
                  <a:lnTo>
                    <a:pt x="965229" y="23019"/>
                  </a:lnTo>
                  <a:lnTo>
                    <a:pt x="974979" y="20051"/>
                  </a:lnTo>
                  <a:lnTo>
                    <a:pt x="984729" y="8722"/>
                  </a:lnTo>
                  <a:lnTo>
                    <a:pt x="994474" y="3500"/>
                  </a:lnTo>
                  <a:lnTo>
                    <a:pt x="1004233" y="0"/>
                  </a:lnTo>
                  <a:lnTo>
                    <a:pt x="1013977" y="56920"/>
                  </a:lnTo>
                  <a:lnTo>
                    <a:pt x="1023721" y="57906"/>
                  </a:lnTo>
                  <a:lnTo>
                    <a:pt x="1033480" y="68754"/>
                  </a:lnTo>
                  <a:lnTo>
                    <a:pt x="1043224" y="77092"/>
                  </a:lnTo>
                  <a:lnTo>
                    <a:pt x="1052983" y="100367"/>
                  </a:lnTo>
                  <a:lnTo>
                    <a:pt x="1062727" y="98409"/>
                  </a:lnTo>
                  <a:lnTo>
                    <a:pt x="1072471" y="76569"/>
                  </a:lnTo>
                  <a:lnTo>
                    <a:pt x="1082230" y="67480"/>
                  </a:lnTo>
                  <a:lnTo>
                    <a:pt x="1091973" y="71012"/>
                  </a:lnTo>
                  <a:lnTo>
                    <a:pt x="1101732" y="101724"/>
                  </a:lnTo>
                  <a:lnTo>
                    <a:pt x="1111476" y="81651"/>
                  </a:lnTo>
                  <a:lnTo>
                    <a:pt x="1121220" y="109774"/>
                  </a:lnTo>
                  <a:lnTo>
                    <a:pt x="1130979" y="80971"/>
                  </a:lnTo>
                  <a:lnTo>
                    <a:pt x="1140723" y="92530"/>
                  </a:lnTo>
                  <a:lnTo>
                    <a:pt x="1150482" y="97907"/>
                  </a:lnTo>
                  <a:lnTo>
                    <a:pt x="1160226" y="76131"/>
                  </a:lnTo>
                  <a:lnTo>
                    <a:pt x="1169969" y="85014"/>
                  </a:lnTo>
                  <a:lnTo>
                    <a:pt x="1179728" y="105299"/>
                  </a:lnTo>
                  <a:lnTo>
                    <a:pt x="1189472" y="72500"/>
                  </a:lnTo>
                  <a:lnTo>
                    <a:pt x="1199231" y="72871"/>
                  </a:lnTo>
                  <a:lnTo>
                    <a:pt x="1208975" y="69493"/>
                  </a:lnTo>
                  <a:lnTo>
                    <a:pt x="1218719" y="138793"/>
                  </a:lnTo>
                  <a:lnTo>
                    <a:pt x="1228478" y="157394"/>
                  </a:lnTo>
                  <a:lnTo>
                    <a:pt x="1238222" y="150158"/>
                  </a:lnTo>
                  <a:lnTo>
                    <a:pt x="1247966" y="135544"/>
                  </a:lnTo>
                  <a:lnTo>
                    <a:pt x="1257725" y="156693"/>
                  </a:lnTo>
                  <a:lnTo>
                    <a:pt x="1267469" y="149309"/>
                  </a:lnTo>
                  <a:lnTo>
                    <a:pt x="1277227" y="158655"/>
                  </a:lnTo>
                  <a:lnTo>
                    <a:pt x="1286971" y="171063"/>
                  </a:lnTo>
                  <a:lnTo>
                    <a:pt x="1296715" y="174062"/>
                  </a:lnTo>
                  <a:lnTo>
                    <a:pt x="1306474" y="159093"/>
                  </a:lnTo>
                  <a:lnTo>
                    <a:pt x="1316218" y="186769"/>
                  </a:lnTo>
                  <a:lnTo>
                    <a:pt x="1325977" y="173998"/>
                  </a:lnTo>
                  <a:lnTo>
                    <a:pt x="1335721" y="179031"/>
                  </a:lnTo>
                  <a:lnTo>
                    <a:pt x="1345465" y="182769"/>
                  </a:lnTo>
                  <a:lnTo>
                    <a:pt x="1355224" y="185157"/>
                  </a:lnTo>
                  <a:lnTo>
                    <a:pt x="1364967" y="186020"/>
                  </a:lnTo>
                  <a:lnTo>
                    <a:pt x="1374726" y="190218"/>
                  </a:lnTo>
                  <a:lnTo>
                    <a:pt x="1384470" y="183748"/>
                  </a:lnTo>
                  <a:lnTo>
                    <a:pt x="1394214" y="165464"/>
                  </a:lnTo>
                  <a:lnTo>
                    <a:pt x="1403973" y="156350"/>
                  </a:lnTo>
                  <a:lnTo>
                    <a:pt x="1413717" y="118894"/>
                  </a:lnTo>
                  <a:lnTo>
                    <a:pt x="1423476" y="114339"/>
                  </a:lnTo>
                  <a:lnTo>
                    <a:pt x="1433220" y="100759"/>
                  </a:lnTo>
                  <a:lnTo>
                    <a:pt x="1442964" y="95683"/>
                  </a:lnTo>
                  <a:lnTo>
                    <a:pt x="1452722" y="125511"/>
                  </a:lnTo>
                  <a:lnTo>
                    <a:pt x="1462466" y="142479"/>
                  </a:lnTo>
                  <a:lnTo>
                    <a:pt x="1472225" y="161498"/>
                  </a:lnTo>
                  <a:lnTo>
                    <a:pt x="1481969" y="192191"/>
                  </a:lnTo>
                  <a:lnTo>
                    <a:pt x="1491713" y="181915"/>
                  </a:lnTo>
                  <a:lnTo>
                    <a:pt x="1501472" y="138961"/>
                  </a:lnTo>
                  <a:lnTo>
                    <a:pt x="1511216" y="138374"/>
                  </a:lnTo>
                  <a:lnTo>
                    <a:pt x="1520960" y="150679"/>
                  </a:lnTo>
                  <a:lnTo>
                    <a:pt x="1530719" y="117921"/>
                  </a:lnTo>
                  <a:lnTo>
                    <a:pt x="1540463" y="91480"/>
                  </a:lnTo>
                  <a:lnTo>
                    <a:pt x="1550221" y="116696"/>
                  </a:lnTo>
                  <a:lnTo>
                    <a:pt x="1559965" y="162755"/>
                  </a:lnTo>
                  <a:lnTo>
                    <a:pt x="1569709" y="162631"/>
                  </a:lnTo>
                  <a:lnTo>
                    <a:pt x="1579468" y="160569"/>
                  </a:lnTo>
                  <a:lnTo>
                    <a:pt x="1589212" y="145928"/>
                  </a:lnTo>
                  <a:lnTo>
                    <a:pt x="1598971" y="174056"/>
                  </a:lnTo>
                  <a:lnTo>
                    <a:pt x="1608715" y="159078"/>
                  </a:lnTo>
                  <a:lnTo>
                    <a:pt x="1618459" y="186918"/>
                  </a:lnTo>
                  <a:lnTo>
                    <a:pt x="1628218" y="202689"/>
                  </a:lnTo>
                  <a:lnTo>
                    <a:pt x="1637962" y="189539"/>
                  </a:lnTo>
                  <a:lnTo>
                    <a:pt x="1647720" y="190488"/>
                  </a:lnTo>
                  <a:lnTo>
                    <a:pt x="1657464" y="221126"/>
                  </a:lnTo>
                  <a:lnTo>
                    <a:pt x="1667208" y="243524"/>
                  </a:lnTo>
                  <a:lnTo>
                    <a:pt x="1676967" y="266315"/>
                  </a:lnTo>
                  <a:lnTo>
                    <a:pt x="1686711" y="296171"/>
                  </a:lnTo>
                  <a:lnTo>
                    <a:pt x="1696470" y="279189"/>
                  </a:lnTo>
                  <a:lnTo>
                    <a:pt x="1706214" y="264983"/>
                  </a:lnTo>
                  <a:lnTo>
                    <a:pt x="1715958" y="252200"/>
                  </a:lnTo>
                  <a:lnTo>
                    <a:pt x="1725716" y="238625"/>
                  </a:lnTo>
                  <a:lnTo>
                    <a:pt x="1735460" y="262468"/>
                  </a:lnTo>
                  <a:lnTo>
                    <a:pt x="1745219" y="264013"/>
                  </a:lnTo>
                  <a:lnTo>
                    <a:pt x="1754963" y="268901"/>
                  </a:lnTo>
                  <a:lnTo>
                    <a:pt x="1764707" y="276291"/>
                  </a:lnTo>
                  <a:lnTo>
                    <a:pt x="1774466" y="290721"/>
                  </a:lnTo>
                  <a:lnTo>
                    <a:pt x="1784210" y="300864"/>
                  </a:lnTo>
                  <a:lnTo>
                    <a:pt x="1793969" y="314209"/>
                  </a:lnTo>
                  <a:lnTo>
                    <a:pt x="1803713" y="311079"/>
                  </a:lnTo>
                  <a:lnTo>
                    <a:pt x="1813457" y="284097"/>
                  </a:lnTo>
                  <a:lnTo>
                    <a:pt x="1823215" y="276229"/>
                  </a:lnTo>
                  <a:lnTo>
                    <a:pt x="1832959" y="244476"/>
                  </a:lnTo>
                  <a:lnTo>
                    <a:pt x="1842703" y="225539"/>
                  </a:lnTo>
                  <a:lnTo>
                    <a:pt x="1852462" y="208557"/>
                  </a:lnTo>
                  <a:lnTo>
                    <a:pt x="1862206" y="228080"/>
                  </a:lnTo>
                  <a:lnTo>
                    <a:pt x="1871965" y="226362"/>
                  </a:lnTo>
                  <a:lnTo>
                    <a:pt x="1881709" y="194225"/>
                  </a:lnTo>
                  <a:lnTo>
                    <a:pt x="1891453" y="175075"/>
                  </a:lnTo>
                  <a:lnTo>
                    <a:pt x="1901212" y="175844"/>
                  </a:lnTo>
                  <a:lnTo>
                    <a:pt x="1910956" y="170651"/>
                  </a:lnTo>
                  <a:lnTo>
                    <a:pt x="1920714" y="173301"/>
                  </a:lnTo>
                  <a:lnTo>
                    <a:pt x="1930458" y="173461"/>
                  </a:lnTo>
                  <a:lnTo>
                    <a:pt x="1940202" y="159641"/>
                  </a:lnTo>
                  <a:lnTo>
                    <a:pt x="1949961" y="142133"/>
                  </a:lnTo>
                  <a:lnTo>
                    <a:pt x="1959705" y="125064"/>
                  </a:lnTo>
                  <a:lnTo>
                    <a:pt x="1969464" y="146050"/>
                  </a:lnTo>
                  <a:lnTo>
                    <a:pt x="1979208" y="156448"/>
                  </a:lnTo>
                  <a:lnTo>
                    <a:pt x="1988952" y="156061"/>
                  </a:lnTo>
                  <a:lnTo>
                    <a:pt x="1998711" y="152116"/>
                  </a:lnTo>
                  <a:lnTo>
                    <a:pt x="2008454" y="177189"/>
                  </a:lnTo>
                  <a:lnTo>
                    <a:pt x="2018213" y="152485"/>
                  </a:lnTo>
                  <a:lnTo>
                    <a:pt x="2027957" y="140143"/>
                  </a:lnTo>
                  <a:lnTo>
                    <a:pt x="2037701" y="134431"/>
                  </a:lnTo>
                  <a:lnTo>
                    <a:pt x="2047460" y="97493"/>
                  </a:lnTo>
                  <a:lnTo>
                    <a:pt x="2057204" y="95802"/>
                  </a:lnTo>
                  <a:lnTo>
                    <a:pt x="2066963" y="109166"/>
                  </a:lnTo>
                  <a:lnTo>
                    <a:pt x="2076707" y="148447"/>
                  </a:lnTo>
                  <a:lnTo>
                    <a:pt x="2086451" y="143741"/>
                  </a:lnTo>
                  <a:lnTo>
                    <a:pt x="2096210" y="153406"/>
                  </a:lnTo>
                  <a:lnTo>
                    <a:pt x="2105954" y="146926"/>
                  </a:lnTo>
                  <a:lnTo>
                    <a:pt x="2115697" y="103895"/>
                  </a:lnTo>
                  <a:lnTo>
                    <a:pt x="2125456" y="86296"/>
                  </a:lnTo>
                  <a:lnTo>
                    <a:pt x="2135200" y="119588"/>
                  </a:lnTo>
                  <a:lnTo>
                    <a:pt x="2144959" y="119289"/>
                  </a:lnTo>
                  <a:lnTo>
                    <a:pt x="2154703" y="108514"/>
                  </a:lnTo>
                  <a:lnTo>
                    <a:pt x="2164447" y="137036"/>
                  </a:lnTo>
                  <a:lnTo>
                    <a:pt x="2174206" y="133134"/>
                  </a:lnTo>
                  <a:lnTo>
                    <a:pt x="2183950" y="158957"/>
                  </a:lnTo>
                  <a:lnTo>
                    <a:pt x="2193709" y="163215"/>
                  </a:lnTo>
                  <a:lnTo>
                    <a:pt x="2203452" y="190397"/>
                  </a:lnTo>
                  <a:lnTo>
                    <a:pt x="2213196" y="188328"/>
                  </a:lnTo>
                  <a:lnTo>
                    <a:pt x="2222955" y="231375"/>
                  </a:lnTo>
                  <a:lnTo>
                    <a:pt x="2232699" y="257842"/>
                  </a:lnTo>
                  <a:lnTo>
                    <a:pt x="2242458" y="212921"/>
                  </a:lnTo>
                  <a:lnTo>
                    <a:pt x="2252202" y="166898"/>
                  </a:lnTo>
                  <a:lnTo>
                    <a:pt x="2261946" y="162704"/>
                  </a:lnTo>
                  <a:lnTo>
                    <a:pt x="2271705" y="188927"/>
                  </a:lnTo>
                  <a:lnTo>
                    <a:pt x="2281449" y="213257"/>
                  </a:lnTo>
                  <a:lnTo>
                    <a:pt x="2291208" y="233232"/>
                  </a:lnTo>
                  <a:lnTo>
                    <a:pt x="2300951" y="199623"/>
                  </a:lnTo>
                  <a:lnTo>
                    <a:pt x="2310695" y="260510"/>
                  </a:lnTo>
                  <a:lnTo>
                    <a:pt x="2320454" y="256593"/>
                  </a:lnTo>
                  <a:lnTo>
                    <a:pt x="2330198" y="237196"/>
                  </a:lnTo>
                  <a:lnTo>
                    <a:pt x="2339957" y="227488"/>
                  </a:lnTo>
                  <a:lnTo>
                    <a:pt x="2349701" y="219922"/>
                  </a:lnTo>
                  <a:lnTo>
                    <a:pt x="2359445" y="188363"/>
                  </a:lnTo>
                  <a:lnTo>
                    <a:pt x="2369204" y="236745"/>
                  </a:lnTo>
                  <a:lnTo>
                    <a:pt x="2378948" y="254139"/>
                  </a:lnTo>
                  <a:lnTo>
                    <a:pt x="2388692" y="278712"/>
                  </a:lnTo>
                  <a:lnTo>
                    <a:pt x="2398450" y="272474"/>
                  </a:lnTo>
                  <a:lnTo>
                    <a:pt x="2408194" y="243811"/>
                  </a:lnTo>
                  <a:lnTo>
                    <a:pt x="2417953" y="243886"/>
                  </a:lnTo>
                  <a:lnTo>
                    <a:pt x="2427697" y="240331"/>
                  </a:lnTo>
                  <a:lnTo>
                    <a:pt x="2437441" y="246508"/>
                  </a:lnTo>
                  <a:lnTo>
                    <a:pt x="2447200" y="239437"/>
                  </a:lnTo>
                  <a:lnTo>
                    <a:pt x="2456944" y="215739"/>
                  </a:lnTo>
                  <a:lnTo>
                    <a:pt x="2466703" y="216378"/>
                  </a:lnTo>
                  <a:lnTo>
                    <a:pt x="2476446" y="208060"/>
                  </a:lnTo>
                  <a:lnTo>
                    <a:pt x="2486190" y="223294"/>
                  </a:lnTo>
                  <a:lnTo>
                    <a:pt x="2495949" y="209484"/>
                  </a:lnTo>
                  <a:lnTo>
                    <a:pt x="2505693" y="177679"/>
                  </a:lnTo>
                  <a:lnTo>
                    <a:pt x="2515452" y="176227"/>
                  </a:lnTo>
                  <a:lnTo>
                    <a:pt x="2525196" y="176407"/>
                  </a:lnTo>
                  <a:lnTo>
                    <a:pt x="2534940" y="161343"/>
                  </a:lnTo>
                  <a:lnTo>
                    <a:pt x="2544699" y="201920"/>
                  </a:lnTo>
                  <a:lnTo>
                    <a:pt x="2554443" y="192185"/>
                  </a:lnTo>
                  <a:lnTo>
                    <a:pt x="2564202" y="174187"/>
                  </a:lnTo>
                  <a:lnTo>
                    <a:pt x="2573946" y="156164"/>
                  </a:lnTo>
                  <a:lnTo>
                    <a:pt x="2583690" y="148260"/>
                  </a:lnTo>
                  <a:lnTo>
                    <a:pt x="2593448" y="158405"/>
                  </a:lnTo>
                  <a:lnTo>
                    <a:pt x="2603192" y="177235"/>
                  </a:lnTo>
                  <a:lnTo>
                    <a:pt x="2612951" y="169051"/>
                  </a:lnTo>
                  <a:lnTo>
                    <a:pt x="2622695" y="172235"/>
                  </a:lnTo>
                  <a:lnTo>
                    <a:pt x="2632439" y="173856"/>
                  </a:lnTo>
                  <a:lnTo>
                    <a:pt x="2642198" y="188164"/>
                  </a:lnTo>
                  <a:lnTo>
                    <a:pt x="2651942" y="196001"/>
                  </a:lnTo>
                  <a:lnTo>
                    <a:pt x="2661685" y="201698"/>
                  </a:lnTo>
                  <a:lnTo>
                    <a:pt x="2671444" y="220179"/>
                  </a:lnTo>
                  <a:lnTo>
                    <a:pt x="2681188" y="202511"/>
                  </a:lnTo>
                  <a:lnTo>
                    <a:pt x="2690947" y="242912"/>
                  </a:lnTo>
                  <a:lnTo>
                    <a:pt x="2700691" y="266376"/>
                  </a:lnTo>
                  <a:lnTo>
                    <a:pt x="2710435" y="287819"/>
                  </a:lnTo>
                  <a:lnTo>
                    <a:pt x="2720194" y="273882"/>
                  </a:lnTo>
                  <a:lnTo>
                    <a:pt x="2729938" y="285448"/>
                  </a:lnTo>
                  <a:lnTo>
                    <a:pt x="2739697" y="303099"/>
                  </a:lnTo>
                  <a:lnTo>
                    <a:pt x="2749441" y="301621"/>
                  </a:lnTo>
                  <a:lnTo>
                    <a:pt x="2759185" y="242289"/>
                  </a:lnTo>
                  <a:lnTo>
                    <a:pt x="2768943" y="201358"/>
                  </a:lnTo>
                  <a:lnTo>
                    <a:pt x="2778687" y="201688"/>
                  </a:lnTo>
                  <a:lnTo>
                    <a:pt x="2788446" y="222755"/>
                  </a:lnTo>
                  <a:lnTo>
                    <a:pt x="2798190" y="228311"/>
                  </a:lnTo>
                  <a:lnTo>
                    <a:pt x="2807934" y="210025"/>
                  </a:lnTo>
                  <a:lnTo>
                    <a:pt x="2817693" y="250479"/>
                  </a:lnTo>
                  <a:lnTo>
                    <a:pt x="2827437" y="234366"/>
                  </a:lnTo>
                  <a:lnTo>
                    <a:pt x="2837196" y="247171"/>
                  </a:lnTo>
                  <a:lnTo>
                    <a:pt x="2846940" y="227728"/>
                  </a:lnTo>
                  <a:lnTo>
                    <a:pt x="2856684" y="258611"/>
                  </a:lnTo>
                  <a:lnTo>
                    <a:pt x="2866442" y="302275"/>
                  </a:lnTo>
                  <a:lnTo>
                    <a:pt x="2876186" y="282610"/>
                  </a:lnTo>
                  <a:lnTo>
                    <a:pt x="2885945" y="318181"/>
                  </a:lnTo>
                  <a:lnTo>
                    <a:pt x="2895689" y="313318"/>
                  </a:lnTo>
                  <a:lnTo>
                    <a:pt x="2905433" y="352112"/>
                  </a:lnTo>
                  <a:lnTo>
                    <a:pt x="2915192" y="33995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7" name="Freeform 1106">
              <a:extLst>
                <a:ext uri="{FF2B5EF4-FFF2-40B4-BE49-F238E27FC236}">
                  <a16:creationId xmlns:a16="http://schemas.microsoft.com/office/drawing/2014/main" id="{DEA85C08-3FA4-941F-199E-0F46371EB273}"/>
                </a:ext>
              </a:extLst>
            </p:cNvPr>
            <p:cNvSpPr/>
            <p:nvPr/>
          </p:nvSpPr>
          <p:spPr>
            <a:xfrm>
              <a:off x="4426652" y="3044114"/>
              <a:ext cx="2915191" cy="634927"/>
            </a:xfrm>
            <a:custGeom>
              <a:avLst/>
              <a:gdLst>
                <a:gd name="connsiteX0" fmla="*/ 0 w 2915191"/>
                <a:gd name="connsiteY0" fmla="*/ 538130 h 634927"/>
                <a:gd name="connsiteX1" fmla="*/ 9750 w 2915191"/>
                <a:gd name="connsiteY1" fmla="*/ 505589 h 634927"/>
                <a:gd name="connsiteX2" fmla="*/ 19500 w 2915191"/>
                <a:gd name="connsiteY2" fmla="*/ 505487 h 634927"/>
                <a:gd name="connsiteX3" fmla="*/ 29250 w 2915191"/>
                <a:gd name="connsiteY3" fmla="*/ 506074 h 634927"/>
                <a:gd name="connsiteX4" fmla="*/ 39000 w 2915191"/>
                <a:gd name="connsiteY4" fmla="*/ 477976 h 634927"/>
                <a:gd name="connsiteX5" fmla="*/ 48749 w 2915191"/>
                <a:gd name="connsiteY5" fmla="*/ 475730 h 634927"/>
                <a:gd name="connsiteX6" fmla="*/ 58499 w 2915191"/>
                <a:gd name="connsiteY6" fmla="*/ 500457 h 634927"/>
                <a:gd name="connsiteX7" fmla="*/ 68249 w 2915191"/>
                <a:gd name="connsiteY7" fmla="*/ 517878 h 634927"/>
                <a:gd name="connsiteX8" fmla="*/ 77998 w 2915191"/>
                <a:gd name="connsiteY8" fmla="*/ 494928 h 634927"/>
                <a:gd name="connsiteX9" fmla="*/ 87748 w 2915191"/>
                <a:gd name="connsiteY9" fmla="*/ 495707 h 634927"/>
                <a:gd name="connsiteX10" fmla="*/ 97497 w 2915191"/>
                <a:gd name="connsiteY10" fmla="*/ 508440 h 634927"/>
                <a:gd name="connsiteX11" fmla="*/ 107247 w 2915191"/>
                <a:gd name="connsiteY11" fmla="*/ 554629 h 634927"/>
                <a:gd name="connsiteX12" fmla="*/ 116997 w 2915191"/>
                <a:gd name="connsiteY12" fmla="*/ 566929 h 634927"/>
                <a:gd name="connsiteX13" fmla="*/ 126747 w 2915191"/>
                <a:gd name="connsiteY13" fmla="*/ 561635 h 634927"/>
                <a:gd name="connsiteX14" fmla="*/ 136497 w 2915191"/>
                <a:gd name="connsiteY14" fmla="*/ 577637 h 634927"/>
                <a:gd name="connsiteX15" fmla="*/ 146247 w 2915191"/>
                <a:gd name="connsiteY15" fmla="*/ 562824 h 634927"/>
                <a:gd name="connsiteX16" fmla="*/ 155997 w 2915191"/>
                <a:gd name="connsiteY16" fmla="*/ 574597 h 634927"/>
                <a:gd name="connsiteX17" fmla="*/ 165747 w 2915191"/>
                <a:gd name="connsiteY17" fmla="*/ 589895 h 634927"/>
                <a:gd name="connsiteX18" fmla="*/ 175497 w 2915191"/>
                <a:gd name="connsiteY18" fmla="*/ 564640 h 634927"/>
                <a:gd name="connsiteX19" fmla="*/ 185247 w 2915191"/>
                <a:gd name="connsiteY19" fmla="*/ 559764 h 634927"/>
                <a:gd name="connsiteX20" fmla="*/ 194996 w 2915191"/>
                <a:gd name="connsiteY20" fmla="*/ 574844 h 634927"/>
                <a:gd name="connsiteX21" fmla="*/ 204746 w 2915191"/>
                <a:gd name="connsiteY21" fmla="*/ 561023 h 634927"/>
                <a:gd name="connsiteX22" fmla="*/ 214495 w 2915191"/>
                <a:gd name="connsiteY22" fmla="*/ 557025 h 634927"/>
                <a:gd name="connsiteX23" fmla="*/ 224245 w 2915191"/>
                <a:gd name="connsiteY23" fmla="*/ 553457 h 634927"/>
                <a:gd name="connsiteX24" fmla="*/ 233995 w 2915191"/>
                <a:gd name="connsiteY24" fmla="*/ 581087 h 634927"/>
                <a:gd name="connsiteX25" fmla="*/ 243744 w 2915191"/>
                <a:gd name="connsiteY25" fmla="*/ 578958 h 634927"/>
                <a:gd name="connsiteX26" fmla="*/ 253494 w 2915191"/>
                <a:gd name="connsiteY26" fmla="*/ 592403 h 634927"/>
                <a:gd name="connsiteX27" fmla="*/ 263244 w 2915191"/>
                <a:gd name="connsiteY27" fmla="*/ 582875 h 634927"/>
                <a:gd name="connsiteX28" fmla="*/ 272994 w 2915191"/>
                <a:gd name="connsiteY28" fmla="*/ 540510 h 634927"/>
                <a:gd name="connsiteX29" fmla="*/ 282744 w 2915191"/>
                <a:gd name="connsiteY29" fmla="*/ 572480 h 634927"/>
                <a:gd name="connsiteX30" fmla="*/ 292494 w 2915191"/>
                <a:gd name="connsiteY30" fmla="*/ 564332 h 634927"/>
                <a:gd name="connsiteX31" fmla="*/ 302244 w 2915191"/>
                <a:gd name="connsiteY31" fmla="*/ 563341 h 634927"/>
                <a:gd name="connsiteX32" fmla="*/ 311994 w 2915191"/>
                <a:gd name="connsiteY32" fmla="*/ 565071 h 634927"/>
                <a:gd name="connsiteX33" fmla="*/ 321744 w 2915191"/>
                <a:gd name="connsiteY33" fmla="*/ 573048 h 634927"/>
                <a:gd name="connsiteX34" fmla="*/ 331493 w 2915191"/>
                <a:gd name="connsiteY34" fmla="*/ 554831 h 634927"/>
                <a:gd name="connsiteX35" fmla="*/ 341243 w 2915191"/>
                <a:gd name="connsiteY35" fmla="*/ 539666 h 634927"/>
                <a:gd name="connsiteX36" fmla="*/ 350993 w 2915191"/>
                <a:gd name="connsiteY36" fmla="*/ 531953 h 634927"/>
                <a:gd name="connsiteX37" fmla="*/ 360742 w 2915191"/>
                <a:gd name="connsiteY37" fmla="*/ 518534 h 634927"/>
                <a:gd name="connsiteX38" fmla="*/ 370492 w 2915191"/>
                <a:gd name="connsiteY38" fmla="*/ 544900 h 634927"/>
                <a:gd name="connsiteX39" fmla="*/ 380241 w 2915191"/>
                <a:gd name="connsiteY39" fmla="*/ 574001 h 634927"/>
                <a:gd name="connsiteX40" fmla="*/ 389991 w 2915191"/>
                <a:gd name="connsiteY40" fmla="*/ 574432 h 634927"/>
                <a:gd name="connsiteX41" fmla="*/ 399741 w 2915191"/>
                <a:gd name="connsiteY41" fmla="*/ 558843 h 634927"/>
                <a:gd name="connsiteX42" fmla="*/ 409491 w 2915191"/>
                <a:gd name="connsiteY42" fmla="*/ 548789 h 634927"/>
                <a:gd name="connsiteX43" fmla="*/ 419241 w 2915191"/>
                <a:gd name="connsiteY43" fmla="*/ 526052 h 634927"/>
                <a:gd name="connsiteX44" fmla="*/ 428991 w 2915191"/>
                <a:gd name="connsiteY44" fmla="*/ 573143 h 634927"/>
                <a:gd name="connsiteX45" fmla="*/ 438741 w 2915191"/>
                <a:gd name="connsiteY45" fmla="*/ 576965 h 634927"/>
                <a:gd name="connsiteX46" fmla="*/ 448491 w 2915191"/>
                <a:gd name="connsiteY46" fmla="*/ 537125 h 634927"/>
                <a:gd name="connsiteX47" fmla="*/ 458241 w 2915191"/>
                <a:gd name="connsiteY47" fmla="*/ 537806 h 634927"/>
                <a:gd name="connsiteX48" fmla="*/ 467991 w 2915191"/>
                <a:gd name="connsiteY48" fmla="*/ 571877 h 634927"/>
                <a:gd name="connsiteX49" fmla="*/ 477740 w 2915191"/>
                <a:gd name="connsiteY49" fmla="*/ 565947 h 634927"/>
                <a:gd name="connsiteX50" fmla="*/ 487490 w 2915191"/>
                <a:gd name="connsiteY50" fmla="*/ 589834 h 634927"/>
                <a:gd name="connsiteX51" fmla="*/ 497239 w 2915191"/>
                <a:gd name="connsiteY51" fmla="*/ 581471 h 634927"/>
                <a:gd name="connsiteX52" fmla="*/ 506989 w 2915191"/>
                <a:gd name="connsiteY52" fmla="*/ 576239 h 634927"/>
                <a:gd name="connsiteX53" fmla="*/ 516738 w 2915191"/>
                <a:gd name="connsiteY53" fmla="*/ 607259 h 634927"/>
                <a:gd name="connsiteX54" fmla="*/ 526488 w 2915191"/>
                <a:gd name="connsiteY54" fmla="*/ 625796 h 634927"/>
                <a:gd name="connsiteX55" fmla="*/ 536238 w 2915191"/>
                <a:gd name="connsiteY55" fmla="*/ 634928 h 634927"/>
                <a:gd name="connsiteX56" fmla="*/ 545988 w 2915191"/>
                <a:gd name="connsiteY56" fmla="*/ 615121 h 634927"/>
                <a:gd name="connsiteX57" fmla="*/ 555738 w 2915191"/>
                <a:gd name="connsiteY57" fmla="*/ 583675 h 634927"/>
                <a:gd name="connsiteX58" fmla="*/ 565488 w 2915191"/>
                <a:gd name="connsiteY58" fmla="*/ 570457 h 634927"/>
                <a:gd name="connsiteX59" fmla="*/ 575238 w 2915191"/>
                <a:gd name="connsiteY59" fmla="*/ 540043 h 634927"/>
                <a:gd name="connsiteX60" fmla="*/ 584988 w 2915191"/>
                <a:gd name="connsiteY60" fmla="*/ 514708 h 634927"/>
                <a:gd name="connsiteX61" fmla="*/ 594738 w 2915191"/>
                <a:gd name="connsiteY61" fmla="*/ 524267 h 634927"/>
                <a:gd name="connsiteX62" fmla="*/ 604488 w 2915191"/>
                <a:gd name="connsiteY62" fmla="*/ 534842 h 634927"/>
                <a:gd name="connsiteX63" fmla="*/ 614237 w 2915191"/>
                <a:gd name="connsiteY63" fmla="*/ 544813 h 634927"/>
                <a:gd name="connsiteX64" fmla="*/ 623987 w 2915191"/>
                <a:gd name="connsiteY64" fmla="*/ 504031 h 634927"/>
                <a:gd name="connsiteX65" fmla="*/ 633736 w 2915191"/>
                <a:gd name="connsiteY65" fmla="*/ 548111 h 634927"/>
                <a:gd name="connsiteX66" fmla="*/ 643486 w 2915191"/>
                <a:gd name="connsiteY66" fmla="*/ 530550 h 634927"/>
                <a:gd name="connsiteX67" fmla="*/ 653236 w 2915191"/>
                <a:gd name="connsiteY67" fmla="*/ 522253 h 634927"/>
                <a:gd name="connsiteX68" fmla="*/ 662985 w 2915191"/>
                <a:gd name="connsiteY68" fmla="*/ 533951 h 634927"/>
                <a:gd name="connsiteX69" fmla="*/ 672735 w 2915191"/>
                <a:gd name="connsiteY69" fmla="*/ 503982 h 634927"/>
                <a:gd name="connsiteX70" fmla="*/ 682485 w 2915191"/>
                <a:gd name="connsiteY70" fmla="*/ 481034 h 634927"/>
                <a:gd name="connsiteX71" fmla="*/ 692235 w 2915191"/>
                <a:gd name="connsiteY71" fmla="*/ 475310 h 634927"/>
                <a:gd name="connsiteX72" fmla="*/ 701985 w 2915191"/>
                <a:gd name="connsiteY72" fmla="*/ 473437 h 634927"/>
                <a:gd name="connsiteX73" fmla="*/ 711735 w 2915191"/>
                <a:gd name="connsiteY73" fmla="*/ 494962 h 634927"/>
                <a:gd name="connsiteX74" fmla="*/ 721485 w 2915191"/>
                <a:gd name="connsiteY74" fmla="*/ 474626 h 634927"/>
                <a:gd name="connsiteX75" fmla="*/ 731235 w 2915191"/>
                <a:gd name="connsiteY75" fmla="*/ 461051 h 634927"/>
                <a:gd name="connsiteX76" fmla="*/ 740985 w 2915191"/>
                <a:gd name="connsiteY76" fmla="*/ 445462 h 634927"/>
                <a:gd name="connsiteX77" fmla="*/ 750734 w 2915191"/>
                <a:gd name="connsiteY77" fmla="*/ 401885 h 634927"/>
                <a:gd name="connsiteX78" fmla="*/ 760484 w 2915191"/>
                <a:gd name="connsiteY78" fmla="*/ 422397 h 634927"/>
                <a:gd name="connsiteX79" fmla="*/ 770233 w 2915191"/>
                <a:gd name="connsiteY79" fmla="*/ 430694 h 634927"/>
                <a:gd name="connsiteX80" fmla="*/ 779983 w 2915191"/>
                <a:gd name="connsiteY80" fmla="*/ 452953 h 634927"/>
                <a:gd name="connsiteX81" fmla="*/ 789733 w 2915191"/>
                <a:gd name="connsiteY81" fmla="*/ 474257 h 634927"/>
                <a:gd name="connsiteX82" fmla="*/ 799482 w 2915191"/>
                <a:gd name="connsiteY82" fmla="*/ 436926 h 634927"/>
                <a:gd name="connsiteX83" fmla="*/ 809232 w 2915191"/>
                <a:gd name="connsiteY83" fmla="*/ 359483 h 634927"/>
                <a:gd name="connsiteX84" fmla="*/ 818982 w 2915191"/>
                <a:gd name="connsiteY84" fmla="*/ 367728 h 634927"/>
                <a:gd name="connsiteX85" fmla="*/ 828732 w 2915191"/>
                <a:gd name="connsiteY85" fmla="*/ 387798 h 634927"/>
                <a:gd name="connsiteX86" fmla="*/ 838482 w 2915191"/>
                <a:gd name="connsiteY86" fmla="*/ 364934 h 634927"/>
                <a:gd name="connsiteX87" fmla="*/ 848232 w 2915191"/>
                <a:gd name="connsiteY87" fmla="*/ 317029 h 634927"/>
                <a:gd name="connsiteX88" fmla="*/ 857982 w 2915191"/>
                <a:gd name="connsiteY88" fmla="*/ 273951 h 634927"/>
                <a:gd name="connsiteX89" fmla="*/ 867732 w 2915191"/>
                <a:gd name="connsiteY89" fmla="*/ 247870 h 634927"/>
                <a:gd name="connsiteX90" fmla="*/ 877482 w 2915191"/>
                <a:gd name="connsiteY90" fmla="*/ 237426 h 634927"/>
                <a:gd name="connsiteX91" fmla="*/ 887231 w 2915191"/>
                <a:gd name="connsiteY91" fmla="*/ 223897 h 634927"/>
                <a:gd name="connsiteX92" fmla="*/ 896981 w 2915191"/>
                <a:gd name="connsiteY92" fmla="*/ 252731 h 634927"/>
                <a:gd name="connsiteX93" fmla="*/ 906730 w 2915191"/>
                <a:gd name="connsiteY93" fmla="*/ 261458 h 634927"/>
                <a:gd name="connsiteX94" fmla="*/ 916480 w 2915191"/>
                <a:gd name="connsiteY94" fmla="*/ 246375 h 634927"/>
                <a:gd name="connsiteX95" fmla="*/ 926230 w 2915191"/>
                <a:gd name="connsiteY95" fmla="*/ 204180 h 634927"/>
                <a:gd name="connsiteX96" fmla="*/ 935979 w 2915191"/>
                <a:gd name="connsiteY96" fmla="*/ 217133 h 634927"/>
                <a:gd name="connsiteX97" fmla="*/ 945729 w 2915191"/>
                <a:gd name="connsiteY97" fmla="*/ 231144 h 634927"/>
                <a:gd name="connsiteX98" fmla="*/ 955479 w 2915191"/>
                <a:gd name="connsiteY98" fmla="*/ 189093 h 634927"/>
                <a:gd name="connsiteX99" fmla="*/ 965229 w 2915191"/>
                <a:gd name="connsiteY99" fmla="*/ 183347 h 634927"/>
                <a:gd name="connsiteX100" fmla="*/ 974979 w 2915191"/>
                <a:gd name="connsiteY100" fmla="*/ 118323 h 634927"/>
                <a:gd name="connsiteX101" fmla="*/ 984729 w 2915191"/>
                <a:gd name="connsiteY101" fmla="*/ 145396 h 634927"/>
                <a:gd name="connsiteX102" fmla="*/ 994474 w 2915191"/>
                <a:gd name="connsiteY102" fmla="*/ 141449 h 634927"/>
                <a:gd name="connsiteX103" fmla="*/ 1004233 w 2915191"/>
                <a:gd name="connsiteY103" fmla="*/ 150945 h 634927"/>
                <a:gd name="connsiteX104" fmla="*/ 1013977 w 2915191"/>
                <a:gd name="connsiteY104" fmla="*/ 151055 h 634927"/>
                <a:gd name="connsiteX105" fmla="*/ 1023721 w 2915191"/>
                <a:gd name="connsiteY105" fmla="*/ 128207 h 634927"/>
                <a:gd name="connsiteX106" fmla="*/ 1033480 w 2915191"/>
                <a:gd name="connsiteY106" fmla="*/ 127023 h 634927"/>
                <a:gd name="connsiteX107" fmla="*/ 1043224 w 2915191"/>
                <a:gd name="connsiteY107" fmla="*/ 155416 h 634927"/>
                <a:gd name="connsiteX108" fmla="*/ 1052983 w 2915191"/>
                <a:gd name="connsiteY108" fmla="*/ 136728 h 634927"/>
                <a:gd name="connsiteX109" fmla="*/ 1062727 w 2915191"/>
                <a:gd name="connsiteY109" fmla="*/ 163105 h 634927"/>
                <a:gd name="connsiteX110" fmla="*/ 1072471 w 2915191"/>
                <a:gd name="connsiteY110" fmla="*/ 144434 h 634927"/>
                <a:gd name="connsiteX111" fmla="*/ 1082230 w 2915191"/>
                <a:gd name="connsiteY111" fmla="*/ 167888 h 634927"/>
                <a:gd name="connsiteX112" fmla="*/ 1091973 w 2915191"/>
                <a:gd name="connsiteY112" fmla="*/ 191045 h 634927"/>
                <a:gd name="connsiteX113" fmla="*/ 1101732 w 2915191"/>
                <a:gd name="connsiteY113" fmla="*/ 171224 h 634927"/>
                <a:gd name="connsiteX114" fmla="*/ 1111476 w 2915191"/>
                <a:gd name="connsiteY114" fmla="*/ 191078 h 634927"/>
                <a:gd name="connsiteX115" fmla="*/ 1121220 w 2915191"/>
                <a:gd name="connsiteY115" fmla="*/ 206379 h 634927"/>
                <a:gd name="connsiteX116" fmla="*/ 1130979 w 2915191"/>
                <a:gd name="connsiteY116" fmla="*/ 236171 h 634927"/>
                <a:gd name="connsiteX117" fmla="*/ 1140723 w 2915191"/>
                <a:gd name="connsiteY117" fmla="*/ 225349 h 634927"/>
                <a:gd name="connsiteX118" fmla="*/ 1150482 w 2915191"/>
                <a:gd name="connsiteY118" fmla="*/ 216144 h 634927"/>
                <a:gd name="connsiteX119" fmla="*/ 1160226 w 2915191"/>
                <a:gd name="connsiteY119" fmla="*/ 244997 h 634927"/>
                <a:gd name="connsiteX120" fmla="*/ 1169969 w 2915191"/>
                <a:gd name="connsiteY120" fmla="*/ 262285 h 634927"/>
                <a:gd name="connsiteX121" fmla="*/ 1179728 w 2915191"/>
                <a:gd name="connsiteY121" fmla="*/ 260311 h 634927"/>
                <a:gd name="connsiteX122" fmla="*/ 1189472 w 2915191"/>
                <a:gd name="connsiteY122" fmla="*/ 268304 h 634927"/>
                <a:gd name="connsiteX123" fmla="*/ 1199231 w 2915191"/>
                <a:gd name="connsiteY123" fmla="*/ 250190 h 634927"/>
                <a:gd name="connsiteX124" fmla="*/ 1208975 w 2915191"/>
                <a:gd name="connsiteY124" fmla="*/ 215052 h 634927"/>
                <a:gd name="connsiteX125" fmla="*/ 1218719 w 2915191"/>
                <a:gd name="connsiteY125" fmla="*/ 164035 h 634927"/>
                <a:gd name="connsiteX126" fmla="*/ 1228478 w 2915191"/>
                <a:gd name="connsiteY126" fmla="*/ 172557 h 634927"/>
                <a:gd name="connsiteX127" fmla="*/ 1238222 w 2915191"/>
                <a:gd name="connsiteY127" fmla="*/ 132872 h 634927"/>
                <a:gd name="connsiteX128" fmla="*/ 1247966 w 2915191"/>
                <a:gd name="connsiteY128" fmla="*/ 152394 h 634927"/>
                <a:gd name="connsiteX129" fmla="*/ 1257725 w 2915191"/>
                <a:gd name="connsiteY129" fmla="*/ 148071 h 634927"/>
                <a:gd name="connsiteX130" fmla="*/ 1267469 w 2915191"/>
                <a:gd name="connsiteY130" fmla="*/ 138343 h 634927"/>
                <a:gd name="connsiteX131" fmla="*/ 1277227 w 2915191"/>
                <a:gd name="connsiteY131" fmla="*/ 152566 h 634927"/>
                <a:gd name="connsiteX132" fmla="*/ 1286971 w 2915191"/>
                <a:gd name="connsiteY132" fmla="*/ 154443 h 634927"/>
                <a:gd name="connsiteX133" fmla="*/ 1296715 w 2915191"/>
                <a:gd name="connsiteY133" fmla="*/ 155793 h 634927"/>
                <a:gd name="connsiteX134" fmla="*/ 1306474 w 2915191"/>
                <a:gd name="connsiteY134" fmla="*/ 142822 h 634927"/>
                <a:gd name="connsiteX135" fmla="*/ 1316218 w 2915191"/>
                <a:gd name="connsiteY135" fmla="*/ 162120 h 634927"/>
                <a:gd name="connsiteX136" fmla="*/ 1325977 w 2915191"/>
                <a:gd name="connsiteY136" fmla="*/ 163856 h 634927"/>
                <a:gd name="connsiteX137" fmla="*/ 1335721 w 2915191"/>
                <a:gd name="connsiteY137" fmla="*/ 139711 h 634927"/>
                <a:gd name="connsiteX138" fmla="*/ 1345465 w 2915191"/>
                <a:gd name="connsiteY138" fmla="*/ 166746 h 634927"/>
                <a:gd name="connsiteX139" fmla="*/ 1355224 w 2915191"/>
                <a:gd name="connsiteY139" fmla="*/ 166861 h 634927"/>
                <a:gd name="connsiteX140" fmla="*/ 1364967 w 2915191"/>
                <a:gd name="connsiteY140" fmla="*/ 194262 h 634927"/>
                <a:gd name="connsiteX141" fmla="*/ 1374726 w 2915191"/>
                <a:gd name="connsiteY141" fmla="*/ 220343 h 634927"/>
                <a:gd name="connsiteX142" fmla="*/ 1384470 w 2915191"/>
                <a:gd name="connsiteY142" fmla="*/ 215176 h 634927"/>
                <a:gd name="connsiteX143" fmla="*/ 1394214 w 2915191"/>
                <a:gd name="connsiteY143" fmla="*/ 205441 h 634927"/>
                <a:gd name="connsiteX144" fmla="*/ 1403973 w 2915191"/>
                <a:gd name="connsiteY144" fmla="*/ 225171 h 634927"/>
                <a:gd name="connsiteX145" fmla="*/ 1413717 w 2915191"/>
                <a:gd name="connsiteY145" fmla="*/ 225880 h 634927"/>
                <a:gd name="connsiteX146" fmla="*/ 1423476 w 2915191"/>
                <a:gd name="connsiteY146" fmla="*/ 234432 h 634927"/>
                <a:gd name="connsiteX147" fmla="*/ 1433220 w 2915191"/>
                <a:gd name="connsiteY147" fmla="*/ 257663 h 634927"/>
                <a:gd name="connsiteX148" fmla="*/ 1442964 w 2915191"/>
                <a:gd name="connsiteY148" fmla="*/ 311168 h 634927"/>
                <a:gd name="connsiteX149" fmla="*/ 1452722 w 2915191"/>
                <a:gd name="connsiteY149" fmla="*/ 296972 h 634927"/>
                <a:gd name="connsiteX150" fmla="*/ 1462466 w 2915191"/>
                <a:gd name="connsiteY150" fmla="*/ 280964 h 634927"/>
                <a:gd name="connsiteX151" fmla="*/ 1472225 w 2915191"/>
                <a:gd name="connsiteY151" fmla="*/ 256441 h 634927"/>
                <a:gd name="connsiteX152" fmla="*/ 1481969 w 2915191"/>
                <a:gd name="connsiteY152" fmla="*/ 257879 h 634927"/>
                <a:gd name="connsiteX153" fmla="*/ 1491713 w 2915191"/>
                <a:gd name="connsiteY153" fmla="*/ 289612 h 634927"/>
                <a:gd name="connsiteX154" fmla="*/ 1501472 w 2915191"/>
                <a:gd name="connsiteY154" fmla="*/ 284502 h 634927"/>
                <a:gd name="connsiteX155" fmla="*/ 1511216 w 2915191"/>
                <a:gd name="connsiteY155" fmla="*/ 306575 h 634927"/>
                <a:gd name="connsiteX156" fmla="*/ 1520960 w 2915191"/>
                <a:gd name="connsiteY156" fmla="*/ 274734 h 634927"/>
                <a:gd name="connsiteX157" fmla="*/ 1530719 w 2915191"/>
                <a:gd name="connsiteY157" fmla="*/ 262213 h 634927"/>
                <a:gd name="connsiteX158" fmla="*/ 1540463 w 2915191"/>
                <a:gd name="connsiteY158" fmla="*/ 234316 h 634927"/>
                <a:gd name="connsiteX159" fmla="*/ 1550221 w 2915191"/>
                <a:gd name="connsiteY159" fmla="*/ 248844 h 634927"/>
                <a:gd name="connsiteX160" fmla="*/ 1559965 w 2915191"/>
                <a:gd name="connsiteY160" fmla="*/ 253724 h 634927"/>
                <a:gd name="connsiteX161" fmla="*/ 1569709 w 2915191"/>
                <a:gd name="connsiteY161" fmla="*/ 245355 h 634927"/>
                <a:gd name="connsiteX162" fmla="*/ 1579468 w 2915191"/>
                <a:gd name="connsiteY162" fmla="*/ 255129 h 634927"/>
                <a:gd name="connsiteX163" fmla="*/ 1589212 w 2915191"/>
                <a:gd name="connsiteY163" fmla="*/ 252539 h 634927"/>
                <a:gd name="connsiteX164" fmla="*/ 1598971 w 2915191"/>
                <a:gd name="connsiteY164" fmla="*/ 261334 h 634927"/>
                <a:gd name="connsiteX165" fmla="*/ 1608715 w 2915191"/>
                <a:gd name="connsiteY165" fmla="*/ 237941 h 634927"/>
                <a:gd name="connsiteX166" fmla="*/ 1618459 w 2915191"/>
                <a:gd name="connsiteY166" fmla="*/ 225951 h 634927"/>
                <a:gd name="connsiteX167" fmla="*/ 1628218 w 2915191"/>
                <a:gd name="connsiteY167" fmla="*/ 218540 h 634927"/>
                <a:gd name="connsiteX168" fmla="*/ 1637962 w 2915191"/>
                <a:gd name="connsiteY168" fmla="*/ 218870 h 634927"/>
                <a:gd name="connsiteX169" fmla="*/ 1647720 w 2915191"/>
                <a:gd name="connsiteY169" fmla="*/ 208931 h 634927"/>
                <a:gd name="connsiteX170" fmla="*/ 1657464 w 2915191"/>
                <a:gd name="connsiteY170" fmla="*/ 191938 h 634927"/>
                <a:gd name="connsiteX171" fmla="*/ 1667208 w 2915191"/>
                <a:gd name="connsiteY171" fmla="*/ 200442 h 634927"/>
                <a:gd name="connsiteX172" fmla="*/ 1676967 w 2915191"/>
                <a:gd name="connsiteY172" fmla="*/ 171508 h 634927"/>
                <a:gd name="connsiteX173" fmla="*/ 1686711 w 2915191"/>
                <a:gd name="connsiteY173" fmla="*/ 184150 h 634927"/>
                <a:gd name="connsiteX174" fmla="*/ 1696470 w 2915191"/>
                <a:gd name="connsiteY174" fmla="*/ 185381 h 634927"/>
                <a:gd name="connsiteX175" fmla="*/ 1706214 w 2915191"/>
                <a:gd name="connsiteY175" fmla="*/ 180668 h 634927"/>
                <a:gd name="connsiteX176" fmla="*/ 1715958 w 2915191"/>
                <a:gd name="connsiteY176" fmla="*/ 190305 h 634927"/>
                <a:gd name="connsiteX177" fmla="*/ 1725716 w 2915191"/>
                <a:gd name="connsiteY177" fmla="*/ 221175 h 634927"/>
                <a:gd name="connsiteX178" fmla="*/ 1735460 w 2915191"/>
                <a:gd name="connsiteY178" fmla="*/ 205196 h 634927"/>
                <a:gd name="connsiteX179" fmla="*/ 1745219 w 2915191"/>
                <a:gd name="connsiteY179" fmla="*/ 220056 h 634927"/>
                <a:gd name="connsiteX180" fmla="*/ 1754963 w 2915191"/>
                <a:gd name="connsiteY180" fmla="*/ 213341 h 634927"/>
                <a:gd name="connsiteX181" fmla="*/ 1764707 w 2915191"/>
                <a:gd name="connsiteY181" fmla="*/ 258040 h 634927"/>
                <a:gd name="connsiteX182" fmla="*/ 1774466 w 2915191"/>
                <a:gd name="connsiteY182" fmla="*/ 275986 h 634927"/>
                <a:gd name="connsiteX183" fmla="*/ 1784210 w 2915191"/>
                <a:gd name="connsiteY183" fmla="*/ 297311 h 634927"/>
                <a:gd name="connsiteX184" fmla="*/ 1793969 w 2915191"/>
                <a:gd name="connsiteY184" fmla="*/ 308032 h 634927"/>
                <a:gd name="connsiteX185" fmla="*/ 1803713 w 2915191"/>
                <a:gd name="connsiteY185" fmla="*/ 283400 h 634927"/>
                <a:gd name="connsiteX186" fmla="*/ 1813457 w 2915191"/>
                <a:gd name="connsiteY186" fmla="*/ 274311 h 634927"/>
                <a:gd name="connsiteX187" fmla="*/ 1823215 w 2915191"/>
                <a:gd name="connsiteY187" fmla="*/ 265479 h 634927"/>
                <a:gd name="connsiteX188" fmla="*/ 1832959 w 2915191"/>
                <a:gd name="connsiteY188" fmla="*/ 253143 h 634927"/>
                <a:gd name="connsiteX189" fmla="*/ 1842703 w 2915191"/>
                <a:gd name="connsiteY189" fmla="*/ 245937 h 634927"/>
                <a:gd name="connsiteX190" fmla="*/ 1852462 w 2915191"/>
                <a:gd name="connsiteY190" fmla="*/ 231465 h 634927"/>
                <a:gd name="connsiteX191" fmla="*/ 1862206 w 2915191"/>
                <a:gd name="connsiteY191" fmla="*/ 271979 h 634927"/>
                <a:gd name="connsiteX192" fmla="*/ 1871965 w 2915191"/>
                <a:gd name="connsiteY192" fmla="*/ 263396 h 634927"/>
                <a:gd name="connsiteX193" fmla="*/ 1881709 w 2915191"/>
                <a:gd name="connsiteY193" fmla="*/ 253767 h 634927"/>
                <a:gd name="connsiteX194" fmla="*/ 1891453 w 2915191"/>
                <a:gd name="connsiteY194" fmla="*/ 219894 h 634927"/>
                <a:gd name="connsiteX195" fmla="*/ 1901212 w 2915191"/>
                <a:gd name="connsiteY195" fmla="*/ 189913 h 634927"/>
                <a:gd name="connsiteX196" fmla="*/ 1910956 w 2915191"/>
                <a:gd name="connsiteY196" fmla="*/ 206022 h 634927"/>
                <a:gd name="connsiteX197" fmla="*/ 1920714 w 2915191"/>
                <a:gd name="connsiteY197" fmla="*/ 225718 h 634927"/>
                <a:gd name="connsiteX198" fmla="*/ 1930458 w 2915191"/>
                <a:gd name="connsiteY198" fmla="*/ 213525 h 634927"/>
                <a:gd name="connsiteX199" fmla="*/ 1940202 w 2915191"/>
                <a:gd name="connsiteY199" fmla="*/ 212966 h 634927"/>
                <a:gd name="connsiteX200" fmla="*/ 1949961 w 2915191"/>
                <a:gd name="connsiteY200" fmla="*/ 219605 h 634927"/>
                <a:gd name="connsiteX201" fmla="*/ 1959705 w 2915191"/>
                <a:gd name="connsiteY201" fmla="*/ 199010 h 634927"/>
                <a:gd name="connsiteX202" fmla="*/ 1969464 w 2915191"/>
                <a:gd name="connsiteY202" fmla="*/ 208784 h 634927"/>
                <a:gd name="connsiteX203" fmla="*/ 1979208 w 2915191"/>
                <a:gd name="connsiteY203" fmla="*/ 203545 h 634927"/>
                <a:gd name="connsiteX204" fmla="*/ 1988952 w 2915191"/>
                <a:gd name="connsiteY204" fmla="*/ 189421 h 634927"/>
                <a:gd name="connsiteX205" fmla="*/ 1998711 w 2915191"/>
                <a:gd name="connsiteY205" fmla="*/ 191318 h 634927"/>
                <a:gd name="connsiteX206" fmla="*/ 2008454 w 2915191"/>
                <a:gd name="connsiteY206" fmla="*/ 157786 h 634927"/>
                <a:gd name="connsiteX207" fmla="*/ 2018213 w 2915191"/>
                <a:gd name="connsiteY207" fmla="*/ 140365 h 634927"/>
                <a:gd name="connsiteX208" fmla="*/ 2027957 w 2915191"/>
                <a:gd name="connsiteY208" fmla="*/ 148595 h 634927"/>
                <a:gd name="connsiteX209" fmla="*/ 2037701 w 2915191"/>
                <a:gd name="connsiteY209" fmla="*/ 154888 h 634927"/>
                <a:gd name="connsiteX210" fmla="*/ 2047460 w 2915191"/>
                <a:gd name="connsiteY210" fmla="*/ 144221 h 634927"/>
                <a:gd name="connsiteX211" fmla="*/ 2057204 w 2915191"/>
                <a:gd name="connsiteY211" fmla="*/ 164248 h 634927"/>
                <a:gd name="connsiteX212" fmla="*/ 2066963 w 2915191"/>
                <a:gd name="connsiteY212" fmla="*/ 137743 h 634927"/>
                <a:gd name="connsiteX213" fmla="*/ 2076707 w 2915191"/>
                <a:gd name="connsiteY213" fmla="*/ 131087 h 634927"/>
                <a:gd name="connsiteX214" fmla="*/ 2086451 w 2915191"/>
                <a:gd name="connsiteY214" fmla="*/ 123954 h 634927"/>
                <a:gd name="connsiteX215" fmla="*/ 2096210 w 2915191"/>
                <a:gd name="connsiteY215" fmla="*/ 102124 h 634927"/>
                <a:gd name="connsiteX216" fmla="*/ 2105954 w 2915191"/>
                <a:gd name="connsiteY216" fmla="*/ 113722 h 634927"/>
                <a:gd name="connsiteX217" fmla="*/ 2115697 w 2915191"/>
                <a:gd name="connsiteY217" fmla="*/ 83704 h 634927"/>
                <a:gd name="connsiteX218" fmla="*/ 2125456 w 2915191"/>
                <a:gd name="connsiteY218" fmla="*/ 112525 h 634927"/>
                <a:gd name="connsiteX219" fmla="*/ 2135200 w 2915191"/>
                <a:gd name="connsiteY219" fmla="*/ 84745 h 634927"/>
                <a:gd name="connsiteX220" fmla="*/ 2144959 w 2915191"/>
                <a:gd name="connsiteY220" fmla="*/ 80714 h 634927"/>
                <a:gd name="connsiteX221" fmla="*/ 2154703 w 2915191"/>
                <a:gd name="connsiteY221" fmla="*/ 80906 h 634927"/>
                <a:gd name="connsiteX222" fmla="*/ 2164447 w 2915191"/>
                <a:gd name="connsiteY222" fmla="*/ 114946 h 634927"/>
                <a:gd name="connsiteX223" fmla="*/ 2174206 w 2915191"/>
                <a:gd name="connsiteY223" fmla="*/ 142635 h 634927"/>
                <a:gd name="connsiteX224" fmla="*/ 2183950 w 2915191"/>
                <a:gd name="connsiteY224" fmla="*/ 146855 h 634927"/>
                <a:gd name="connsiteX225" fmla="*/ 2193709 w 2915191"/>
                <a:gd name="connsiteY225" fmla="*/ 131233 h 634927"/>
                <a:gd name="connsiteX226" fmla="*/ 2203452 w 2915191"/>
                <a:gd name="connsiteY226" fmla="*/ 134341 h 634927"/>
                <a:gd name="connsiteX227" fmla="*/ 2213196 w 2915191"/>
                <a:gd name="connsiteY227" fmla="*/ 146670 h 634927"/>
                <a:gd name="connsiteX228" fmla="*/ 2222955 w 2915191"/>
                <a:gd name="connsiteY228" fmla="*/ 167695 h 634927"/>
                <a:gd name="connsiteX229" fmla="*/ 2232699 w 2915191"/>
                <a:gd name="connsiteY229" fmla="*/ 149261 h 634927"/>
                <a:gd name="connsiteX230" fmla="*/ 2242458 w 2915191"/>
                <a:gd name="connsiteY230" fmla="*/ 146155 h 634927"/>
                <a:gd name="connsiteX231" fmla="*/ 2252202 w 2915191"/>
                <a:gd name="connsiteY231" fmla="*/ 157582 h 634927"/>
                <a:gd name="connsiteX232" fmla="*/ 2261946 w 2915191"/>
                <a:gd name="connsiteY232" fmla="*/ 130098 h 634927"/>
                <a:gd name="connsiteX233" fmla="*/ 2271705 w 2915191"/>
                <a:gd name="connsiteY233" fmla="*/ 143696 h 634927"/>
                <a:gd name="connsiteX234" fmla="*/ 2281449 w 2915191"/>
                <a:gd name="connsiteY234" fmla="*/ 157372 h 634927"/>
                <a:gd name="connsiteX235" fmla="*/ 2291208 w 2915191"/>
                <a:gd name="connsiteY235" fmla="*/ 163405 h 634927"/>
                <a:gd name="connsiteX236" fmla="*/ 2300951 w 2915191"/>
                <a:gd name="connsiteY236" fmla="*/ 128902 h 634927"/>
                <a:gd name="connsiteX237" fmla="*/ 2310695 w 2915191"/>
                <a:gd name="connsiteY237" fmla="*/ 144268 h 634927"/>
                <a:gd name="connsiteX238" fmla="*/ 2320454 w 2915191"/>
                <a:gd name="connsiteY238" fmla="*/ 109339 h 634927"/>
                <a:gd name="connsiteX239" fmla="*/ 2330198 w 2915191"/>
                <a:gd name="connsiteY239" fmla="*/ 79567 h 634927"/>
                <a:gd name="connsiteX240" fmla="*/ 2339957 w 2915191"/>
                <a:gd name="connsiteY240" fmla="*/ 52222 h 634927"/>
                <a:gd name="connsiteX241" fmla="*/ 2349701 w 2915191"/>
                <a:gd name="connsiteY241" fmla="*/ 45302 h 634927"/>
                <a:gd name="connsiteX242" fmla="*/ 2359445 w 2915191"/>
                <a:gd name="connsiteY242" fmla="*/ 49240 h 634927"/>
                <a:gd name="connsiteX243" fmla="*/ 2369204 w 2915191"/>
                <a:gd name="connsiteY243" fmla="*/ 15858 h 634927"/>
                <a:gd name="connsiteX244" fmla="*/ 2378948 w 2915191"/>
                <a:gd name="connsiteY244" fmla="*/ 0 h 634927"/>
                <a:gd name="connsiteX245" fmla="*/ 2388692 w 2915191"/>
                <a:gd name="connsiteY245" fmla="*/ 6384 h 634927"/>
                <a:gd name="connsiteX246" fmla="*/ 2398450 w 2915191"/>
                <a:gd name="connsiteY246" fmla="*/ 36394 h 634927"/>
                <a:gd name="connsiteX247" fmla="*/ 2408194 w 2915191"/>
                <a:gd name="connsiteY247" fmla="*/ 22402 h 634927"/>
                <a:gd name="connsiteX248" fmla="*/ 2417953 w 2915191"/>
                <a:gd name="connsiteY248" fmla="*/ 30708 h 634927"/>
                <a:gd name="connsiteX249" fmla="*/ 2427697 w 2915191"/>
                <a:gd name="connsiteY249" fmla="*/ 82756 h 634927"/>
                <a:gd name="connsiteX250" fmla="*/ 2437441 w 2915191"/>
                <a:gd name="connsiteY250" fmla="*/ 81803 h 634927"/>
                <a:gd name="connsiteX251" fmla="*/ 2447200 w 2915191"/>
                <a:gd name="connsiteY251" fmla="*/ 99588 h 634927"/>
                <a:gd name="connsiteX252" fmla="*/ 2456944 w 2915191"/>
                <a:gd name="connsiteY252" fmla="*/ 99272 h 634927"/>
                <a:gd name="connsiteX253" fmla="*/ 2466703 w 2915191"/>
                <a:gd name="connsiteY253" fmla="*/ 91983 h 634927"/>
                <a:gd name="connsiteX254" fmla="*/ 2476446 w 2915191"/>
                <a:gd name="connsiteY254" fmla="*/ 90854 h 634927"/>
                <a:gd name="connsiteX255" fmla="*/ 2486190 w 2915191"/>
                <a:gd name="connsiteY255" fmla="*/ 112945 h 634927"/>
                <a:gd name="connsiteX256" fmla="*/ 2495949 w 2915191"/>
                <a:gd name="connsiteY256" fmla="*/ 135597 h 634927"/>
                <a:gd name="connsiteX257" fmla="*/ 2505693 w 2915191"/>
                <a:gd name="connsiteY257" fmla="*/ 135570 h 634927"/>
                <a:gd name="connsiteX258" fmla="*/ 2515452 w 2915191"/>
                <a:gd name="connsiteY258" fmla="*/ 138079 h 634927"/>
                <a:gd name="connsiteX259" fmla="*/ 2525196 w 2915191"/>
                <a:gd name="connsiteY259" fmla="*/ 149189 h 634927"/>
                <a:gd name="connsiteX260" fmla="*/ 2534940 w 2915191"/>
                <a:gd name="connsiteY260" fmla="*/ 159294 h 634927"/>
                <a:gd name="connsiteX261" fmla="*/ 2544699 w 2915191"/>
                <a:gd name="connsiteY261" fmla="*/ 179832 h 634927"/>
                <a:gd name="connsiteX262" fmla="*/ 2554443 w 2915191"/>
                <a:gd name="connsiteY262" fmla="*/ 200792 h 634927"/>
                <a:gd name="connsiteX263" fmla="*/ 2564202 w 2915191"/>
                <a:gd name="connsiteY263" fmla="*/ 231743 h 634927"/>
                <a:gd name="connsiteX264" fmla="*/ 2573946 w 2915191"/>
                <a:gd name="connsiteY264" fmla="*/ 224522 h 634927"/>
                <a:gd name="connsiteX265" fmla="*/ 2583690 w 2915191"/>
                <a:gd name="connsiteY265" fmla="*/ 234973 h 634927"/>
                <a:gd name="connsiteX266" fmla="*/ 2593448 w 2915191"/>
                <a:gd name="connsiteY266" fmla="*/ 229759 h 634927"/>
                <a:gd name="connsiteX267" fmla="*/ 2603192 w 2915191"/>
                <a:gd name="connsiteY267" fmla="*/ 208985 h 634927"/>
                <a:gd name="connsiteX268" fmla="*/ 2612951 w 2915191"/>
                <a:gd name="connsiteY268" fmla="*/ 214049 h 634927"/>
                <a:gd name="connsiteX269" fmla="*/ 2622695 w 2915191"/>
                <a:gd name="connsiteY269" fmla="*/ 243075 h 634927"/>
                <a:gd name="connsiteX270" fmla="*/ 2632439 w 2915191"/>
                <a:gd name="connsiteY270" fmla="*/ 236043 h 634927"/>
                <a:gd name="connsiteX271" fmla="*/ 2642198 w 2915191"/>
                <a:gd name="connsiteY271" fmla="*/ 243010 h 634927"/>
                <a:gd name="connsiteX272" fmla="*/ 2651942 w 2915191"/>
                <a:gd name="connsiteY272" fmla="*/ 248302 h 634927"/>
                <a:gd name="connsiteX273" fmla="*/ 2661685 w 2915191"/>
                <a:gd name="connsiteY273" fmla="*/ 233996 h 634927"/>
                <a:gd name="connsiteX274" fmla="*/ 2671444 w 2915191"/>
                <a:gd name="connsiteY274" fmla="*/ 234041 h 634927"/>
                <a:gd name="connsiteX275" fmla="*/ 2681188 w 2915191"/>
                <a:gd name="connsiteY275" fmla="*/ 222540 h 634927"/>
                <a:gd name="connsiteX276" fmla="*/ 2690947 w 2915191"/>
                <a:gd name="connsiteY276" fmla="*/ 231719 h 634927"/>
                <a:gd name="connsiteX277" fmla="*/ 2700691 w 2915191"/>
                <a:gd name="connsiteY277" fmla="*/ 257732 h 634927"/>
                <a:gd name="connsiteX278" fmla="*/ 2710435 w 2915191"/>
                <a:gd name="connsiteY278" fmla="*/ 245324 h 634927"/>
                <a:gd name="connsiteX279" fmla="*/ 2720194 w 2915191"/>
                <a:gd name="connsiteY279" fmla="*/ 242360 h 634927"/>
                <a:gd name="connsiteX280" fmla="*/ 2729938 w 2915191"/>
                <a:gd name="connsiteY280" fmla="*/ 235128 h 634927"/>
                <a:gd name="connsiteX281" fmla="*/ 2739697 w 2915191"/>
                <a:gd name="connsiteY281" fmla="*/ 202902 h 634927"/>
                <a:gd name="connsiteX282" fmla="*/ 2749441 w 2915191"/>
                <a:gd name="connsiteY282" fmla="*/ 220483 h 634927"/>
                <a:gd name="connsiteX283" fmla="*/ 2759185 w 2915191"/>
                <a:gd name="connsiteY283" fmla="*/ 187754 h 634927"/>
                <a:gd name="connsiteX284" fmla="*/ 2768943 w 2915191"/>
                <a:gd name="connsiteY284" fmla="*/ 186701 h 634927"/>
                <a:gd name="connsiteX285" fmla="*/ 2778687 w 2915191"/>
                <a:gd name="connsiteY285" fmla="*/ 231469 h 634927"/>
                <a:gd name="connsiteX286" fmla="*/ 2788446 w 2915191"/>
                <a:gd name="connsiteY286" fmla="*/ 239001 h 634927"/>
                <a:gd name="connsiteX287" fmla="*/ 2798190 w 2915191"/>
                <a:gd name="connsiteY287" fmla="*/ 240155 h 634927"/>
                <a:gd name="connsiteX288" fmla="*/ 2807934 w 2915191"/>
                <a:gd name="connsiteY288" fmla="*/ 237309 h 634927"/>
                <a:gd name="connsiteX289" fmla="*/ 2817693 w 2915191"/>
                <a:gd name="connsiteY289" fmla="*/ 255909 h 634927"/>
                <a:gd name="connsiteX290" fmla="*/ 2827437 w 2915191"/>
                <a:gd name="connsiteY290" fmla="*/ 230054 h 634927"/>
                <a:gd name="connsiteX291" fmla="*/ 2837196 w 2915191"/>
                <a:gd name="connsiteY291" fmla="*/ 271144 h 634927"/>
                <a:gd name="connsiteX292" fmla="*/ 2846940 w 2915191"/>
                <a:gd name="connsiteY292" fmla="*/ 288774 h 634927"/>
                <a:gd name="connsiteX293" fmla="*/ 2856684 w 2915191"/>
                <a:gd name="connsiteY293" fmla="*/ 300270 h 634927"/>
                <a:gd name="connsiteX294" fmla="*/ 2866442 w 2915191"/>
                <a:gd name="connsiteY294" fmla="*/ 314768 h 634927"/>
                <a:gd name="connsiteX295" fmla="*/ 2876186 w 2915191"/>
                <a:gd name="connsiteY295" fmla="*/ 273809 h 634927"/>
                <a:gd name="connsiteX296" fmla="*/ 2885945 w 2915191"/>
                <a:gd name="connsiteY296" fmla="*/ 253703 h 634927"/>
                <a:gd name="connsiteX297" fmla="*/ 2895689 w 2915191"/>
                <a:gd name="connsiteY297" fmla="*/ 287035 h 634927"/>
                <a:gd name="connsiteX298" fmla="*/ 2905433 w 2915191"/>
                <a:gd name="connsiteY298" fmla="*/ 331689 h 634927"/>
                <a:gd name="connsiteX299" fmla="*/ 2915192 w 2915191"/>
                <a:gd name="connsiteY299" fmla="*/ 317399 h 634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34927">
                  <a:moveTo>
                    <a:pt x="0" y="538130"/>
                  </a:moveTo>
                  <a:lnTo>
                    <a:pt x="9750" y="505589"/>
                  </a:lnTo>
                  <a:lnTo>
                    <a:pt x="19500" y="505487"/>
                  </a:lnTo>
                  <a:lnTo>
                    <a:pt x="29250" y="506074"/>
                  </a:lnTo>
                  <a:lnTo>
                    <a:pt x="39000" y="477976"/>
                  </a:lnTo>
                  <a:lnTo>
                    <a:pt x="48749" y="475730"/>
                  </a:lnTo>
                  <a:lnTo>
                    <a:pt x="58499" y="500457"/>
                  </a:lnTo>
                  <a:lnTo>
                    <a:pt x="68249" y="517878"/>
                  </a:lnTo>
                  <a:lnTo>
                    <a:pt x="77998" y="494928"/>
                  </a:lnTo>
                  <a:lnTo>
                    <a:pt x="87748" y="495707"/>
                  </a:lnTo>
                  <a:lnTo>
                    <a:pt x="97497" y="508440"/>
                  </a:lnTo>
                  <a:lnTo>
                    <a:pt x="107247" y="554629"/>
                  </a:lnTo>
                  <a:lnTo>
                    <a:pt x="116997" y="566929"/>
                  </a:lnTo>
                  <a:lnTo>
                    <a:pt x="126747" y="561635"/>
                  </a:lnTo>
                  <a:lnTo>
                    <a:pt x="136497" y="577637"/>
                  </a:lnTo>
                  <a:lnTo>
                    <a:pt x="146247" y="562824"/>
                  </a:lnTo>
                  <a:lnTo>
                    <a:pt x="155997" y="574597"/>
                  </a:lnTo>
                  <a:lnTo>
                    <a:pt x="165747" y="589895"/>
                  </a:lnTo>
                  <a:lnTo>
                    <a:pt x="175497" y="564640"/>
                  </a:lnTo>
                  <a:lnTo>
                    <a:pt x="185247" y="559764"/>
                  </a:lnTo>
                  <a:lnTo>
                    <a:pt x="194996" y="574844"/>
                  </a:lnTo>
                  <a:lnTo>
                    <a:pt x="204746" y="561023"/>
                  </a:lnTo>
                  <a:lnTo>
                    <a:pt x="214495" y="557025"/>
                  </a:lnTo>
                  <a:lnTo>
                    <a:pt x="224245" y="553457"/>
                  </a:lnTo>
                  <a:lnTo>
                    <a:pt x="233995" y="581087"/>
                  </a:lnTo>
                  <a:lnTo>
                    <a:pt x="243744" y="578958"/>
                  </a:lnTo>
                  <a:lnTo>
                    <a:pt x="253494" y="592403"/>
                  </a:lnTo>
                  <a:lnTo>
                    <a:pt x="263244" y="582875"/>
                  </a:lnTo>
                  <a:lnTo>
                    <a:pt x="272994" y="540510"/>
                  </a:lnTo>
                  <a:lnTo>
                    <a:pt x="282744" y="572480"/>
                  </a:lnTo>
                  <a:lnTo>
                    <a:pt x="292494" y="564332"/>
                  </a:lnTo>
                  <a:lnTo>
                    <a:pt x="302244" y="563341"/>
                  </a:lnTo>
                  <a:lnTo>
                    <a:pt x="311994" y="565071"/>
                  </a:lnTo>
                  <a:lnTo>
                    <a:pt x="321744" y="573048"/>
                  </a:lnTo>
                  <a:lnTo>
                    <a:pt x="331493" y="554831"/>
                  </a:lnTo>
                  <a:lnTo>
                    <a:pt x="341243" y="539666"/>
                  </a:lnTo>
                  <a:lnTo>
                    <a:pt x="350993" y="531953"/>
                  </a:lnTo>
                  <a:lnTo>
                    <a:pt x="360742" y="518534"/>
                  </a:lnTo>
                  <a:lnTo>
                    <a:pt x="370492" y="544900"/>
                  </a:lnTo>
                  <a:lnTo>
                    <a:pt x="380241" y="574001"/>
                  </a:lnTo>
                  <a:lnTo>
                    <a:pt x="389991" y="574432"/>
                  </a:lnTo>
                  <a:lnTo>
                    <a:pt x="399741" y="558843"/>
                  </a:lnTo>
                  <a:lnTo>
                    <a:pt x="409491" y="548789"/>
                  </a:lnTo>
                  <a:lnTo>
                    <a:pt x="419241" y="526052"/>
                  </a:lnTo>
                  <a:lnTo>
                    <a:pt x="428991" y="573143"/>
                  </a:lnTo>
                  <a:lnTo>
                    <a:pt x="438741" y="576965"/>
                  </a:lnTo>
                  <a:lnTo>
                    <a:pt x="448491" y="537125"/>
                  </a:lnTo>
                  <a:lnTo>
                    <a:pt x="458241" y="537806"/>
                  </a:lnTo>
                  <a:lnTo>
                    <a:pt x="467991" y="571877"/>
                  </a:lnTo>
                  <a:lnTo>
                    <a:pt x="477740" y="565947"/>
                  </a:lnTo>
                  <a:lnTo>
                    <a:pt x="487490" y="589834"/>
                  </a:lnTo>
                  <a:lnTo>
                    <a:pt x="497239" y="581471"/>
                  </a:lnTo>
                  <a:lnTo>
                    <a:pt x="506989" y="576239"/>
                  </a:lnTo>
                  <a:lnTo>
                    <a:pt x="516738" y="607259"/>
                  </a:lnTo>
                  <a:lnTo>
                    <a:pt x="526488" y="625796"/>
                  </a:lnTo>
                  <a:lnTo>
                    <a:pt x="536238" y="634928"/>
                  </a:lnTo>
                  <a:lnTo>
                    <a:pt x="545988" y="615121"/>
                  </a:lnTo>
                  <a:lnTo>
                    <a:pt x="555738" y="583675"/>
                  </a:lnTo>
                  <a:lnTo>
                    <a:pt x="565488" y="570457"/>
                  </a:lnTo>
                  <a:lnTo>
                    <a:pt x="575238" y="540043"/>
                  </a:lnTo>
                  <a:lnTo>
                    <a:pt x="584988" y="514708"/>
                  </a:lnTo>
                  <a:lnTo>
                    <a:pt x="594738" y="524267"/>
                  </a:lnTo>
                  <a:lnTo>
                    <a:pt x="604488" y="534842"/>
                  </a:lnTo>
                  <a:lnTo>
                    <a:pt x="614237" y="544813"/>
                  </a:lnTo>
                  <a:lnTo>
                    <a:pt x="623987" y="504031"/>
                  </a:lnTo>
                  <a:lnTo>
                    <a:pt x="633736" y="548111"/>
                  </a:lnTo>
                  <a:lnTo>
                    <a:pt x="643486" y="530550"/>
                  </a:lnTo>
                  <a:lnTo>
                    <a:pt x="653236" y="522253"/>
                  </a:lnTo>
                  <a:lnTo>
                    <a:pt x="662985" y="533951"/>
                  </a:lnTo>
                  <a:lnTo>
                    <a:pt x="672735" y="503982"/>
                  </a:lnTo>
                  <a:lnTo>
                    <a:pt x="682485" y="481034"/>
                  </a:lnTo>
                  <a:lnTo>
                    <a:pt x="692235" y="475310"/>
                  </a:lnTo>
                  <a:lnTo>
                    <a:pt x="701985" y="473437"/>
                  </a:lnTo>
                  <a:lnTo>
                    <a:pt x="711735" y="494962"/>
                  </a:lnTo>
                  <a:lnTo>
                    <a:pt x="721485" y="474626"/>
                  </a:lnTo>
                  <a:lnTo>
                    <a:pt x="731235" y="461051"/>
                  </a:lnTo>
                  <a:lnTo>
                    <a:pt x="740985" y="445462"/>
                  </a:lnTo>
                  <a:lnTo>
                    <a:pt x="750734" y="401885"/>
                  </a:lnTo>
                  <a:lnTo>
                    <a:pt x="760484" y="422397"/>
                  </a:lnTo>
                  <a:lnTo>
                    <a:pt x="770233" y="430694"/>
                  </a:lnTo>
                  <a:lnTo>
                    <a:pt x="779983" y="452953"/>
                  </a:lnTo>
                  <a:lnTo>
                    <a:pt x="789733" y="474257"/>
                  </a:lnTo>
                  <a:lnTo>
                    <a:pt x="799482" y="436926"/>
                  </a:lnTo>
                  <a:lnTo>
                    <a:pt x="809232" y="359483"/>
                  </a:lnTo>
                  <a:lnTo>
                    <a:pt x="818982" y="367728"/>
                  </a:lnTo>
                  <a:lnTo>
                    <a:pt x="828732" y="387798"/>
                  </a:lnTo>
                  <a:lnTo>
                    <a:pt x="838482" y="364934"/>
                  </a:lnTo>
                  <a:lnTo>
                    <a:pt x="848232" y="317029"/>
                  </a:lnTo>
                  <a:lnTo>
                    <a:pt x="857982" y="273951"/>
                  </a:lnTo>
                  <a:lnTo>
                    <a:pt x="867732" y="247870"/>
                  </a:lnTo>
                  <a:lnTo>
                    <a:pt x="877482" y="237426"/>
                  </a:lnTo>
                  <a:lnTo>
                    <a:pt x="887231" y="223897"/>
                  </a:lnTo>
                  <a:lnTo>
                    <a:pt x="896981" y="252731"/>
                  </a:lnTo>
                  <a:lnTo>
                    <a:pt x="906730" y="261458"/>
                  </a:lnTo>
                  <a:lnTo>
                    <a:pt x="916480" y="246375"/>
                  </a:lnTo>
                  <a:lnTo>
                    <a:pt x="926230" y="204180"/>
                  </a:lnTo>
                  <a:lnTo>
                    <a:pt x="935979" y="217133"/>
                  </a:lnTo>
                  <a:lnTo>
                    <a:pt x="945729" y="231144"/>
                  </a:lnTo>
                  <a:lnTo>
                    <a:pt x="955479" y="189093"/>
                  </a:lnTo>
                  <a:lnTo>
                    <a:pt x="965229" y="183347"/>
                  </a:lnTo>
                  <a:lnTo>
                    <a:pt x="974979" y="118323"/>
                  </a:lnTo>
                  <a:lnTo>
                    <a:pt x="984729" y="145396"/>
                  </a:lnTo>
                  <a:lnTo>
                    <a:pt x="994474" y="141449"/>
                  </a:lnTo>
                  <a:lnTo>
                    <a:pt x="1004233" y="150945"/>
                  </a:lnTo>
                  <a:lnTo>
                    <a:pt x="1013977" y="151055"/>
                  </a:lnTo>
                  <a:lnTo>
                    <a:pt x="1023721" y="128207"/>
                  </a:lnTo>
                  <a:lnTo>
                    <a:pt x="1033480" y="127023"/>
                  </a:lnTo>
                  <a:lnTo>
                    <a:pt x="1043224" y="155416"/>
                  </a:lnTo>
                  <a:lnTo>
                    <a:pt x="1052983" y="136728"/>
                  </a:lnTo>
                  <a:lnTo>
                    <a:pt x="1062727" y="163105"/>
                  </a:lnTo>
                  <a:lnTo>
                    <a:pt x="1072471" y="144434"/>
                  </a:lnTo>
                  <a:lnTo>
                    <a:pt x="1082230" y="167888"/>
                  </a:lnTo>
                  <a:lnTo>
                    <a:pt x="1091973" y="191045"/>
                  </a:lnTo>
                  <a:lnTo>
                    <a:pt x="1101732" y="171224"/>
                  </a:lnTo>
                  <a:lnTo>
                    <a:pt x="1111476" y="191078"/>
                  </a:lnTo>
                  <a:lnTo>
                    <a:pt x="1121220" y="206379"/>
                  </a:lnTo>
                  <a:lnTo>
                    <a:pt x="1130979" y="236171"/>
                  </a:lnTo>
                  <a:lnTo>
                    <a:pt x="1140723" y="225349"/>
                  </a:lnTo>
                  <a:lnTo>
                    <a:pt x="1150482" y="216144"/>
                  </a:lnTo>
                  <a:lnTo>
                    <a:pt x="1160226" y="244997"/>
                  </a:lnTo>
                  <a:lnTo>
                    <a:pt x="1169969" y="262285"/>
                  </a:lnTo>
                  <a:lnTo>
                    <a:pt x="1179728" y="260311"/>
                  </a:lnTo>
                  <a:lnTo>
                    <a:pt x="1189472" y="268304"/>
                  </a:lnTo>
                  <a:lnTo>
                    <a:pt x="1199231" y="250190"/>
                  </a:lnTo>
                  <a:lnTo>
                    <a:pt x="1208975" y="215052"/>
                  </a:lnTo>
                  <a:lnTo>
                    <a:pt x="1218719" y="164035"/>
                  </a:lnTo>
                  <a:lnTo>
                    <a:pt x="1228478" y="172557"/>
                  </a:lnTo>
                  <a:lnTo>
                    <a:pt x="1238222" y="132872"/>
                  </a:lnTo>
                  <a:lnTo>
                    <a:pt x="1247966" y="152394"/>
                  </a:lnTo>
                  <a:lnTo>
                    <a:pt x="1257725" y="148071"/>
                  </a:lnTo>
                  <a:lnTo>
                    <a:pt x="1267469" y="138343"/>
                  </a:lnTo>
                  <a:lnTo>
                    <a:pt x="1277227" y="152566"/>
                  </a:lnTo>
                  <a:lnTo>
                    <a:pt x="1286971" y="154443"/>
                  </a:lnTo>
                  <a:lnTo>
                    <a:pt x="1296715" y="155793"/>
                  </a:lnTo>
                  <a:lnTo>
                    <a:pt x="1306474" y="142822"/>
                  </a:lnTo>
                  <a:lnTo>
                    <a:pt x="1316218" y="162120"/>
                  </a:lnTo>
                  <a:lnTo>
                    <a:pt x="1325977" y="163856"/>
                  </a:lnTo>
                  <a:lnTo>
                    <a:pt x="1335721" y="139711"/>
                  </a:lnTo>
                  <a:lnTo>
                    <a:pt x="1345465" y="166746"/>
                  </a:lnTo>
                  <a:lnTo>
                    <a:pt x="1355224" y="166861"/>
                  </a:lnTo>
                  <a:lnTo>
                    <a:pt x="1364967" y="194262"/>
                  </a:lnTo>
                  <a:lnTo>
                    <a:pt x="1374726" y="220343"/>
                  </a:lnTo>
                  <a:lnTo>
                    <a:pt x="1384470" y="215176"/>
                  </a:lnTo>
                  <a:lnTo>
                    <a:pt x="1394214" y="205441"/>
                  </a:lnTo>
                  <a:lnTo>
                    <a:pt x="1403973" y="225171"/>
                  </a:lnTo>
                  <a:lnTo>
                    <a:pt x="1413717" y="225880"/>
                  </a:lnTo>
                  <a:lnTo>
                    <a:pt x="1423476" y="234432"/>
                  </a:lnTo>
                  <a:lnTo>
                    <a:pt x="1433220" y="257663"/>
                  </a:lnTo>
                  <a:lnTo>
                    <a:pt x="1442964" y="311168"/>
                  </a:lnTo>
                  <a:lnTo>
                    <a:pt x="1452722" y="296972"/>
                  </a:lnTo>
                  <a:lnTo>
                    <a:pt x="1462466" y="280964"/>
                  </a:lnTo>
                  <a:lnTo>
                    <a:pt x="1472225" y="256441"/>
                  </a:lnTo>
                  <a:lnTo>
                    <a:pt x="1481969" y="257879"/>
                  </a:lnTo>
                  <a:lnTo>
                    <a:pt x="1491713" y="289612"/>
                  </a:lnTo>
                  <a:lnTo>
                    <a:pt x="1501472" y="284502"/>
                  </a:lnTo>
                  <a:lnTo>
                    <a:pt x="1511216" y="306575"/>
                  </a:lnTo>
                  <a:lnTo>
                    <a:pt x="1520960" y="274734"/>
                  </a:lnTo>
                  <a:lnTo>
                    <a:pt x="1530719" y="262213"/>
                  </a:lnTo>
                  <a:lnTo>
                    <a:pt x="1540463" y="234316"/>
                  </a:lnTo>
                  <a:lnTo>
                    <a:pt x="1550221" y="248844"/>
                  </a:lnTo>
                  <a:lnTo>
                    <a:pt x="1559965" y="253724"/>
                  </a:lnTo>
                  <a:lnTo>
                    <a:pt x="1569709" y="245355"/>
                  </a:lnTo>
                  <a:lnTo>
                    <a:pt x="1579468" y="255129"/>
                  </a:lnTo>
                  <a:lnTo>
                    <a:pt x="1589212" y="252539"/>
                  </a:lnTo>
                  <a:lnTo>
                    <a:pt x="1598971" y="261334"/>
                  </a:lnTo>
                  <a:lnTo>
                    <a:pt x="1608715" y="237941"/>
                  </a:lnTo>
                  <a:lnTo>
                    <a:pt x="1618459" y="225951"/>
                  </a:lnTo>
                  <a:lnTo>
                    <a:pt x="1628218" y="218540"/>
                  </a:lnTo>
                  <a:lnTo>
                    <a:pt x="1637962" y="218870"/>
                  </a:lnTo>
                  <a:lnTo>
                    <a:pt x="1647720" y="208931"/>
                  </a:lnTo>
                  <a:lnTo>
                    <a:pt x="1657464" y="191938"/>
                  </a:lnTo>
                  <a:lnTo>
                    <a:pt x="1667208" y="200442"/>
                  </a:lnTo>
                  <a:lnTo>
                    <a:pt x="1676967" y="171508"/>
                  </a:lnTo>
                  <a:lnTo>
                    <a:pt x="1686711" y="184150"/>
                  </a:lnTo>
                  <a:lnTo>
                    <a:pt x="1696470" y="185381"/>
                  </a:lnTo>
                  <a:lnTo>
                    <a:pt x="1706214" y="180668"/>
                  </a:lnTo>
                  <a:lnTo>
                    <a:pt x="1715958" y="190305"/>
                  </a:lnTo>
                  <a:lnTo>
                    <a:pt x="1725716" y="221175"/>
                  </a:lnTo>
                  <a:lnTo>
                    <a:pt x="1735460" y="205196"/>
                  </a:lnTo>
                  <a:lnTo>
                    <a:pt x="1745219" y="220056"/>
                  </a:lnTo>
                  <a:lnTo>
                    <a:pt x="1754963" y="213341"/>
                  </a:lnTo>
                  <a:lnTo>
                    <a:pt x="1764707" y="258040"/>
                  </a:lnTo>
                  <a:lnTo>
                    <a:pt x="1774466" y="275986"/>
                  </a:lnTo>
                  <a:lnTo>
                    <a:pt x="1784210" y="297311"/>
                  </a:lnTo>
                  <a:lnTo>
                    <a:pt x="1793969" y="308032"/>
                  </a:lnTo>
                  <a:lnTo>
                    <a:pt x="1803713" y="283400"/>
                  </a:lnTo>
                  <a:lnTo>
                    <a:pt x="1813457" y="274311"/>
                  </a:lnTo>
                  <a:lnTo>
                    <a:pt x="1823215" y="265479"/>
                  </a:lnTo>
                  <a:lnTo>
                    <a:pt x="1832959" y="253143"/>
                  </a:lnTo>
                  <a:lnTo>
                    <a:pt x="1842703" y="245937"/>
                  </a:lnTo>
                  <a:lnTo>
                    <a:pt x="1852462" y="231465"/>
                  </a:lnTo>
                  <a:lnTo>
                    <a:pt x="1862206" y="271979"/>
                  </a:lnTo>
                  <a:lnTo>
                    <a:pt x="1871965" y="263396"/>
                  </a:lnTo>
                  <a:lnTo>
                    <a:pt x="1881709" y="253767"/>
                  </a:lnTo>
                  <a:lnTo>
                    <a:pt x="1891453" y="219894"/>
                  </a:lnTo>
                  <a:lnTo>
                    <a:pt x="1901212" y="189913"/>
                  </a:lnTo>
                  <a:lnTo>
                    <a:pt x="1910956" y="206022"/>
                  </a:lnTo>
                  <a:lnTo>
                    <a:pt x="1920714" y="225718"/>
                  </a:lnTo>
                  <a:lnTo>
                    <a:pt x="1930458" y="213525"/>
                  </a:lnTo>
                  <a:lnTo>
                    <a:pt x="1940202" y="212966"/>
                  </a:lnTo>
                  <a:lnTo>
                    <a:pt x="1949961" y="219605"/>
                  </a:lnTo>
                  <a:lnTo>
                    <a:pt x="1959705" y="199010"/>
                  </a:lnTo>
                  <a:lnTo>
                    <a:pt x="1969464" y="208784"/>
                  </a:lnTo>
                  <a:lnTo>
                    <a:pt x="1979208" y="203545"/>
                  </a:lnTo>
                  <a:lnTo>
                    <a:pt x="1988952" y="189421"/>
                  </a:lnTo>
                  <a:lnTo>
                    <a:pt x="1998711" y="191318"/>
                  </a:lnTo>
                  <a:lnTo>
                    <a:pt x="2008454" y="157786"/>
                  </a:lnTo>
                  <a:lnTo>
                    <a:pt x="2018213" y="140365"/>
                  </a:lnTo>
                  <a:lnTo>
                    <a:pt x="2027957" y="148595"/>
                  </a:lnTo>
                  <a:lnTo>
                    <a:pt x="2037701" y="154888"/>
                  </a:lnTo>
                  <a:lnTo>
                    <a:pt x="2047460" y="144221"/>
                  </a:lnTo>
                  <a:lnTo>
                    <a:pt x="2057204" y="164248"/>
                  </a:lnTo>
                  <a:lnTo>
                    <a:pt x="2066963" y="137743"/>
                  </a:lnTo>
                  <a:lnTo>
                    <a:pt x="2076707" y="131087"/>
                  </a:lnTo>
                  <a:lnTo>
                    <a:pt x="2086451" y="123954"/>
                  </a:lnTo>
                  <a:lnTo>
                    <a:pt x="2096210" y="102124"/>
                  </a:lnTo>
                  <a:lnTo>
                    <a:pt x="2105954" y="113722"/>
                  </a:lnTo>
                  <a:lnTo>
                    <a:pt x="2115697" y="83704"/>
                  </a:lnTo>
                  <a:lnTo>
                    <a:pt x="2125456" y="112525"/>
                  </a:lnTo>
                  <a:lnTo>
                    <a:pt x="2135200" y="84745"/>
                  </a:lnTo>
                  <a:lnTo>
                    <a:pt x="2144959" y="80714"/>
                  </a:lnTo>
                  <a:lnTo>
                    <a:pt x="2154703" y="80906"/>
                  </a:lnTo>
                  <a:lnTo>
                    <a:pt x="2164447" y="114946"/>
                  </a:lnTo>
                  <a:lnTo>
                    <a:pt x="2174206" y="142635"/>
                  </a:lnTo>
                  <a:lnTo>
                    <a:pt x="2183950" y="146855"/>
                  </a:lnTo>
                  <a:lnTo>
                    <a:pt x="2193709" y="131233"/>
                  </a:lnTo>
                  <a:lnTo>
                    <a:pt x="2203452" y="134341"/>
                  </a:lnTo>
                  <a:lnTo>
                    <a:pt x="2213196" y="146670"/>
                  </a:lnTo>
                  <a:lnTo>
                    <a:pt x="2222955" y="167695"/>
                  </a:lnTo>
                  <a:lnTo>
                    <a:pt x="2232699" y="149261"/>
                  </a:lnTo>
                  <a:lnTo>
                    <a:pt x="2242458" y="146155"/>
                  </a:lnTo>
                  <a:lnTo>
                    <a:pt x="2252202" y="157582"/>
                  </a:lnTo>
                  <a:lnTo>
                    <a:pt x="2261946" y="130098"/>
                  </a:lnTo>
                  <a:lnTo>
                    <a:pt x="2271705" y="143696"/>
                  </a:lnTo>
                  <a:lnTo>
                    <a:pt x="2281449" y="157372"/>
                  </a:lnTo>
                  <a:lnTo>
                    <a:pt x="2291208" y="163405"/>
                  </a:lnTo>
                  <a:lnTo>
                    <a:pt x="2300951" y="128902"/>
                  </a:lnTo>
                  <a:lnTo>
                    <a:pt x="2310695" y="144268"/>
                  </a:lnTo>
                  <a:lnTo>
                    <a:pt x="2320454" y="109339"/>
                  </a:lnTo>
                  <a:lnTo>
                    <a:pt x="2330198" y="79567"/>
                  </a:lnTo>
                  <a:lnTo>
                    <a:pt x="2339957" y="52222"/>
                  </a:lnTo>
                  <a:lnTo>
                    <a:pt x="2349701" y="45302"/>
                  </a:lnTo>
                  <a:lnTo>
                    <a:pt x="2359445" y="49240"/>
                  </a:lnTo>
                  <a:lnTo>
                    <a:pt x="2369204" y="15858"/>
                  </a:lnTo>
                  <a:lnTo>
                    <a:pt x="2378948" y="0"/>
                  </a:lnTo>
                  <a:lnTo>
                    <a:pt x="2388692" y="6384"/>
                  </a:lnTo>
                  <a:lnTo>
                    <a:pt x="2398450" y="36394"/>
                  </a:lnTo>
                  <a:lnTo>
                    <a:pt x="2408194" y="22402"/>
                  </a:lnTo>
                  <a:lnTo>
                    <a:pt x="2417953" y="30708"/>
                  </a:lnTo>
                  <a:lnTo>
                    <a:pt x="2427697" y="82756"/>
                  </a:lnTo>
                  <a:lnTo>
                    <a:pt x="2437441" y="81803"/>
                  </a:lnTo>
                  <a:lnTo>
                    <a:pt x="2447200" y="99588"/>
                  </a:lnTo>
                  <a:lnTo>
                    <a:pt x="2456944" y="99272"/>
                  </a:lnTo>
                  <a:lnTo>
                    <a:pt x="2466703" y="91983"/>
                  </a:lnTo>
                  <a:lnTo>
                    <a:pt x="2476446" y="90854"/>
                  </a:lnTo>
                  <a:lnTo>
                    <a:pt x="2486190" y="112945"/>
                  </a:lnTo>
                  <a:lnTo>
                    <a:pt x="2495949" y="135597"/>
                  </a:lnTo>
                  <a:lnTo>
                    <a:pt x="2505693" y="135570"/>
                  </a:lnTo>
                  <a:lnTo>
                    <a:pt x="2515452" y="138079"/>
                  </a:lnTo>
                  <a:lnTo>
                    <a:pt x="2525196" y="149189"/>
                  </a:lnTo>
                  <a:lnTo>
                    <a:pt x="2534940" y="159294"/>
                  </a:lnTo>
                  <a:lnTo>
                    <a:pt x="2544699" y="179832"/>
                  </a:lnTo>
                  <a:lnTo>
                    <a:pt x="2554443" y="200792"/>
                  </a:lnTo>
                  <a:lnTo>
                    <a:pt x="2564202" y="231743"/>
                  </a:lnTo>
                  <a:lnTo>
                    <a:pt x="2573946" y="224522"/>
                  </a:lnTo>
                  <a:lnTo>
                    <a:pt x="2583690" y="234973"/>
                  </a:lnTo>
                  <a:lnTo>
                    <a:pt x="2593448" y="229759"/>
                  </a:lnTo>
                  <a:lnTo>
                    <a:pt x="2603192" y="208985"/>
                  </a:lnTo>
                  <a:lnTo>
                    <a:pt x="2612951" y="214049"/>
                  </a:lnTo>
                  <a:lnTo>
                    <a:pt x="2622695" y="243075"/>
                  </a:lnTo>
                  <a:lnTo>
                    <a:pt x="2632439" y="236043"/>
                  </a:lnTo>
                  <a:lnTo>
                    <a:pt x="2642198" y="243010"/>
                  </a:lnTo>
                  <a:lnTo>
                    <a:pt x="2651942" y="248302"/>
                  </a:lnTo>
                  <a:lnTo>
                    <a:pt x="2661685" y="233996"/>
                  </a:lnTo>
                  <a:lnTo>
                    <a:pt x="2671444" y="234041"/>
                  </a:lnTo>
                  <a:lnTo>
                    <a:pt x="2681188" y="222540"/>
                  </a:lnTo>
                  <a:lnTo>
                    <a:pt x="2690947" y="231719"/>
                  </a:lnTo>
                  <a:lnTo>
                    <a:pt x="2700691" y="257732"/>
                  </a:lnTo>
                  <a:lnTo>
                    <a:pt x="2710435" y="245324"/>
                  </a:lnTo>
                  <a:lnTo>
                    <a:pt x="2720194" y="242360"/>
                  </a:lnTo>
                  <a:lnTo>
                    <a:pt x="2729938" y="235128"/>
                  </a:lnTo>
                  <a:lnTo>
                    <a:pt x="2739697" y="202902"/>
                  </a:lnTo>
                  <a:lnTo>
                    <a:pt x="2749441" y="220483"/>
                  </a:lnTo>
                  <a:lnTo>
                    <a:pt x="2759185" y="187754"/>
                  </a:lnTo>
                  <a:lnTo>
                    <a:pt x="2768943" y="186701"/>
                  </a:lnTo>
                  <a:lnTo>
                    <a:pt x="2778687" y="231469"/>
                  </a:lnTo>
                  <a:lnTo>
                    <a:pt x="2788446" y="239001"/>
                  </a:lnTo>
                  <a:lnTo>
                    <a:pt x="2798190" y="240155"/>
                  </a:lnTo>
                  <a:lnTo>
                    <a:pt x="2807934" y="237309"/>
                  </a:lnTo>
                  <a:lnTo>
                    <a:pt x="2817693" y="255909"/>
                  </a:lnTo>
                  <a:lnTo>
                    <a:pt x="2827437" y="230054"/>
                  </a:lnTo>
                  <a:lnTo>
                    <a:pt x="2837196" y="271144"/>
                  </a:lnTo>
                  <a:lnTo>
                    <a:pt x="2846940" y="288774"/>
                  </a:lnTo>
                  <a:lnTo>
                    <a:pt x="2856684" y="300270"/>
                  </a:lnTo>
                  <a:lnTo>
                    <a:pt x="2866442" y="314768"/>
                  </a:lnTo>
                  <a:lnTo>
                    <a:pt x="2876186" y="273809"/>
                  </a:lnTo>
                  <a:lnTo>
                    <a:pt x="2885945" y="253703"/>
                  </a:lnTo>
                  <a:lnTo>
                    <a:pt x="2895689" y="287035"/>
                  </a:lnTo>
                  <a:lnTo>
                    <a:pt x="2905433" y="331689"/>
                  </a:lnTo>
                  <a:lnTo>
                    <a:pt x="2915192" y="31739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8" name="Freeform 1107">
              <a:extLst>
                <a:ext uri="{FF2B5EF4-FFF2-40B4-BE49-F238E27FC236}">
                  <a16:creationId xmlns:a16="http://schemas.microsoft.com/office/drawing/2014/main" id="{E81ABD38-C7BC-1A4C-7370-C5C513BDEBF7}"/>
                </a:ext>
              </a:extLst>
            </p:cNvPr>
            <p:cNvSpPr/>
            <p:nvPr/>
          </p:nvSpPr>
          <p:spPr>
            <a:xfrm>
              <a:off x="4426652" y="3259986"/>
              <a:ext cx="2915191" cy="673012"/>
            </a:xfrm>
            <a:custGeom>
              <a:avLst/>
              <a:gdLst>
                <a:gd name="connsiteX0" fmla="*/ 0 w 2915191"/>
                <a:gd name="connsiteY0" fmla="*/ 497179 h 673012"/>
                <a:gd name="connsiteX1" fmla="*/ 9750 w 2915191"/>
                <a:gd name="connsiteY1" fmla="*/ 511784 h 673012"/>
                <a:gd name="connsiteX2" fmla="*/ 19500 w 2915191"/>
                <a:gd name="connsiteY2" fmla="*/ 511330 h 673012"/>
                <a:gd name="connsiteX3" fmla="*/ 29250 w 2915191"/>
                <a:gd name="connsiteY3" fmla="*/ 538080 h 673012"/>
                <a:gd name="connsiteX4" fmla="*/ 39000 w 2915191"/>
                <a:gd name="connsiteY4" fmla="*/ 510011 h 673012"/>
                <a:gd name="connsiteX5" fmla="*/ 48749 w 2915191"/>
                <a:gd name="connsiteY5" fmla="*/ 523888 h 673012"/>
                <a:gd name="connsiteX6" fmla="*/ 58499 w 2915191"/>
                <a:gd name="connsiteY6" fmla="*/ 554025 h 673012"/>
                <a:gd name="connsiteX7" fmla="*/ 68249 w 2915191"/>
                <a:gd name="connsiteY7" fmla="*/ 562709 h 673012"/>
                <a:gd name="connsiteX8" fmla="*/ 77998 w 2915191"/>
                <a:gd name="connsiteY8" fmla="*/ 595387 h 673012"/>
                <a:gd name="connsiteX9" fmla="*/ 87748 w 2915191"/>
                <a:gd name="connsiteY9" fmla="*/ 573501 h 673012"/>
                <a:gd name="connsiteX10" fmla="*/ 97497 w 2915191"/>
                <a:gd name="connsiteY10" fmla="*/ 578918 h 673012"/>
                <a:gd name="connsiteX11" fmla="*/ 107247 w 2915191"/>
                <a:gd name="connsiteY11" fmla="*/ 587899 h 673012"/>
                <a:gd name="connsiteX12" fmla="*/ 116997 w 2915191"/>
                <a:gd name="connsiteY12" fmla="*/ 604076 h 673012"/>
                <a:gd name="connsiteX13" fmla="*/ 126747 w 2915191"/>
                <a:gd name="connsiteY13" fmla="*/ 585271 h 673012"/>
                <a:gd name="connsiteX14" fmla="*/ 136497 w 2915191"/>
                <a:gd name="connsiteY14" fmla="*/ 602126 h 673012"/>
                <a:gd name="connsiteX15" fmla="*/ 146247 w 2915191"/>
                <a:gd name="connsiteY15" fmla="*/ 606296 h 673012"/>
                <a:gd name="connsiteX16" fmla="*/ 155997 w 2915191"/>
                <a:gd name="connsiteY16" fmla="*/ 602551 h 673012"/>
                <a:gd name="connsiteX17" fmla="*/ 165747 w 2915191"/>
                <a:gd name="connsiteY17" fmla="*/ 588988 h 673012"/>
                <a:gd name="connsiteX18" fmla="*/ 175497 w 2915191"/>
                <a:gd name="connsiteY18" fmla="*/ 609270 h 673012"/>
                <a:gd name="connsiteX19" fmla="*/ 185247 w 2915191"/>
                <a:gd name="connsiteY19" fmla="*/ 554051 h 673012"/>
                <a:gd name="connsiteX20" fmla="*/ 194996 w 2915191"/>
                <a:gd name="connsiteY20" fmla="*/ 527670 h 673012"/>
                <a:gd name="connsiteX21" fmla="*/ 204746 w 2915191"/>
                <a:gd name="connsiteY21" fmla="*/ 502543 h 673012"/>
                <a:gd name="connsiteX22" fmla="*/ 214495 w 2915191"/>
                <a:gd name="connsiteY22" fmla="*/ 503018 h 673012"/>
                <a:gd name="connsiteX23" fmla="*/ 224245 w 2915191"/>
                <a:gd name="connsiteY23" fmla="*/ 510587 h 673012"/>
                <a:gd name="connsiteX24" fmla="*/ 233995 w 2915191"/>
                <a:gd name="connsiteY24" fmla="*/ 515025 h 673012"/>
                <a:gd name="connsiteX25" fmla="*/ 243744 w 2915191"/>
                <a:gd name="connsiteY25" fmla="*/ 512501 h 673012"/>
                <a:gd name="connsiteX26" fmla="*/ 253494 w 2915191"/>
                <a:gd name="connsiteY26" fmla="*/ 512601 h 673012"/>
                <a:gd name="connsiteX27" fmla="*/ 263244 w 2915191"/>
                <a:gd name="connsiteY27" fmla="*/ 480377 h 673012"/>
                <a:gd name="connsiteX28" fmla="*/ 272994 w 2915191"/>
                <a:gd name="connsiteY28" fmla="*/ 498672 h 673012"/>
                <a:gd name="connsiteX29" fmla="*/ 282744 w 2915191"/>
                <a:gd name="connsiteY29" fmla="*/ 499329 h 673012"/>
                <a:gd name="connsiteX30" fmla="*/ 292494 w 2915191"/>
                <a:gd name="connsiteY30" fmla="*/ 505843 h 673012"/>
                <a:gd name="connsiteX31" fmla="*/ 302244 w 2915191"/>
                <a:gd name="connsiteY31" fmla="*/ 487498 h 673012"/>
                <a:gd name="connsiteX32" fmla="*/ 311994 w 2915191"/>
                <a:gd name="connsiteY32" fmla="*/ 513690 h 673012"/>
                <a:gd name="connsiteX33" fmla="*/ 321744 w 2915191"/>
                <a:gd name="connsiteY33" fmla="*/ 563995 h 673012"/>
                <a:gd name="connsiteX34" fmla="*/ 331493 w 2915191"/>
                <a:gd name="connsiteY34" fmla="*/ 535460 h 673012"/>
                <a:gd name="connsiteX35" fmla="*/ 341243 w 2915191"/>
                <a:gd name="connsiteY35" fmla="*/ 537663 h 673012"/>
                <a:gd name="connsiteX36" fmla="*/ 350993 w 2915191"/>
                <a:gd name="connsiteY36" fmla="*/ 560170 h 673012"/>
                <a:gd name="connsiteX37" fmla="*/ 360742 w 2915191"/>
                <a:gd name="connsiteY37" fmla="*/ 572711 h 673012"/>
                <a:gd name="connsiteX38" fmla="*/ 370492 w 2915191"/>
                <a:gd name="connsiteY38" fmla="*/ 549342 h 673012"/>
                <a:gd name="connsiteX39" fmla="*/ 380241 w 2915191"/>
                <a:gd name="connsiteY39" fmla="*/ 539754 h 673012"/>
                <a:gd name="connsiteX40" fmla="*/ 389991 w 2915191"/>
                <a:gd name="connsiteY40" fmla="*/ 582084 h 673012"/>
                <a:gd name="connsiteX41" fmla="*/ 399741 w 2915191"/>
                <a:gd name="connsiteY41" fmla="*/ 603696 h 673012"/>
                <a:gd name="connsiteX42" fmla="*/ 409491 w 2915191"/>
                <a:gd name="connsiteY42" fmla="*/ 591983 h 673012"/>
                <a:gd name="connsiteX43" fmla="*/ 419241 w 2915191"/>
                <a:gd name="connsiteY43" fmla="*/ 567242 h 673012"/>
                <a:gd name="connsiteX44" fmla="*/ 428991 w 2915191"/>
                <a:gd name="connsiteY44" fmla="*/ 564633 h 673012"/>
                <a:gd name="connsiteX45" fmla="*/ 438741 w 2915191"/>
                <a:gd name="connsiteY45" fmla="*/ 546390 h 673012"/>
                <a:gd name="connsiteX46" fmla="*/ 448491 w 2915191"/>
                <a:gd name="connsiteY46" fmla="*/ 520527 h 673012"/>
                <a:gd name="connsiteX47" fmla="*/ 458241 w 2915191"/>
                <a:gd name="connsiteY47" fmla="*/ 521302 h 673012"/>
                <a:gd name="connsiteX48" fmla="*/ 467991 w 2915191"/>
                <a:gd name="connsiteY48" fmla="*/ 530305 h 673012"/>
                <a:gd name="connsiteX49" fmla="*/ 477740 w 2915191"/>
                <a:gd name="connsiteY49" fmla="*/ 525666 h 673012"/>
                <a:gd name="connsiteX50" fmla="*/ 487490 w 2915191"/>
                <a:gd name="connsiteY50" fmla="*/ 489826 h 673012"/>
                <a:gd name="connsiteX51" fmla="*/ 497239 w 2915191"/>
                <a:gd name="connsiteY51" fmla="*/ 486066 h 673012"/>
                <a:gd name="connsiteX52" fmla="*/ 506989 w 2915191"/>
                <a:gd name="connsiteY52" fmla="*/ 490598 h 673012"/>
                <a:gd name="connsiteX53" fmla="*/ 516738 w 2915191"/>
                <a:gd name="connsiteY53" fmla="*/ 468175 h 673012"/>
                <a:gd name="connsiteX54" fmla="*/ 526488 w 2915191"/>
                <a:gd name="connsiteY54" fmla="*/ 463169 h 673012"/>
                <a:gd name="connsiteX55" fmla="*/ 536238 w 2915191"/>
                <a:gd name="connsiteY55" fmla="*/ 490320 h 673012"/>
                <a:gd name="connsiteX56" fmla="*/ 545988 w 2915191"/>
                <a:gd name="connsiteY56" fmla="*/ 465727 h 673012"/>
                <a:gd name="connsiteX57" fmla="*/ 555738 w 2915191"/>
                <a:gd name="connsiteY57" fmla="*/ 451570 h 673012"/>
                <a:gd name="connsiteX58" fmla="*/ 565488 w 2915191"/>
                <a:gd name="connsiteY58" fmla="*/ 458059 h 673012"/>
                <a:gd name="connsiteX59" fmla="*/ 575238 w 2915191"/>
                <a:gd name="connsiteY59" fmla="*/ 473096 h 673012"/>
                <a:gd name="connsiteX60" fmla="*/ 584988 w 2915191"/>
                <a:gd name="connsiteY60" fmla="*/ 482974 h 673012"/>
                <a:gd name="connsiteX61" fmla="*/ 594738 w 2915191"/>
                <a:gd name="connsiteY61" fmla="*/ 498839 h 673012"/>
                <a:gd name="connsiteX62" fmla="*/ 604488 w 2915191"/>
                <a:gd name="connsiteY62" fmla="*/ 477393 h 673012"/>
                <a:gd name="connsiteX63" fmla="*/ 614237 w 2915191"/>
                <a:gd name="connsiteY63" fmla="*/ 472496 h 673012"/>
                <a:gd name="connsiteX64" fmla="*/ 623987 w 2915191"/>
                <a:gd name="connsiteY64" fmla="*/ 489919 h 673012"/>
                <a:gd name="connsiteX65" fmla="*/ 633736 w 2915191"/>
                <a:gd name="connsiteY65" fmla="*/ 528821 h 673012"/>
                <a:gd name="connsiteX66" fmla="*/ 643486 w 2915191"/>
                <a:gd name="connsiteY66" fmla="*/ 524507 h 673012"/>
                <a:gd name="connsiteX67" fmla="*/ 653236 w 2915191"/>
                <a:gd name="connsiteY67" fmla="*/ 558883 h 673012"/>
                <a:gd name="connsiteX68" fmla="*/ 662985 w 2915191"/>
                <a:gd name="connsiteY68" fmla="*/ 540194 h 673012"/>
                <a:gd name="connsiteX69" fmla="*/ 672735 w 2915191"/>
                <a:gd name="connsiteY69" fmla="*/ 547284 h 673012"/>
                <a:gd name="connsiteX70" fmla="*/ 682485 w 2915191"/>
                <a:gd name="connsiteY70" fmla="*/ 555568 h 673012"/>
                <a:gd name="connsiteX71" fmla="*/ 692235 w 2915191"/>
                <a:gd name="connsiteY71" fmla="*/ 588681 h 673012"/>
                <a:gd name="connsiteX72" fmla="*/ 701985 w 2915191"/>
                <a:gd name="connsiteY72" fmla="*/ 607978 h 673012"/>
                <a:gd name="connsiteX73" fmla="*/ 711735 w 2915191"/>
                <a:gd name="connsiteY73" fmla="*/ 596691 h 673012"/>
                <a:gd name="connsiteX74" fmla="*/ 721485 w 2915191"/>
                <a:gd name="connsiteY74" fmla="*/ 563500 h 673012"/>
                <a:gd name="connsiteX75" fmla="*/ 731235 w 2915191"/>
                <a:gd name="connsiteY75" fmla="*/ 564923 h 673012"/>
                <a:gd name="connsiteX76" fmla="*/ 740985 w 2915191"/>
                <a:gd name="connsiteY76" fmla="*/ 554862 h 673012"/>
                <a:gd name="connsiteX77" fmla="*/ 750734 w 2915191"/>
                <a:gd name="connsiteY77" fmla="*/ 558284 h 673012"/>
                <a:gd name="connsiteX78" fmla="*/ 760484 w 2915191"/>
                <a:gd name="connsiteY78" fmla="*/ 553357 h 673012"/>
                <a:gd name="connsiteX79" fmla="*/ 770233 w 2915191"/>
                <a:gd name="connsiteY79" fmla="*/ 533190 h 673012"/>
                <a:gd name="connsiteX80" fmla="*/ 779983 w 2915191"/>
                <a:gd name="connsiteY80" fmla="*/ 529481 h 673012"/>
                <a:gd name="connsiteX81" fmla="*/ 789733 w 2915191"/>
                <a:gd name="connsiteY81" fmla="*/ 543196 h 673012"/>
                <a:gd name="connsiteX82" fmla="*/ 799482 w 2915191"/>
                <a:gd name="connsiteY82" fmla="*/ 564639 h 673012"/>
                <a:gd name="connsiteX83" fmla="*/ 809232 w 2915191"/>
                <a:gd name="connsiteY83" fmla="*/ 600091 h 673012"/>
                <a:gd name="connsiteX84" fmla="*/ 818982 w 2915191"/>
                <a:gd name="connsiteY84" fmla="*/ 606450 h 673012"/>
                <a:gd name="connsiteX85" fmla="*/ 828732 w 2915191"/>
                <a:gd name="connsiteY85" fmla="*/ 613902 h 673012"/>
                <a:gd name="connsiteX86" fmla="*/ 838482 w 2915191"/>
                <a:gd name="connsiteY86" fmla="*/ 635053 h 673012"/>
                <a:gd name="connsiteX87" fmla="*/ 848232 w 2915191"/>
                <a:gd name="connsiteY87" fmla="*/ 630768 h 673012"/>
                <a:gd name="connsiteX88" fmla="*/ 857982 w 2915191"/>
                <a:gd name="connsiteY88" fmla="*/ 643643 h 673012"/>
                <a:gd name="connsiteX89" fmla="*/ 867732 w 2915191"/>
                <a:gd name="connsiteY89" fmla="*/ 646325 h 673012"/>
                <a:gd name="connsiteX90" fmla="*/ 877482 w 2915191"/>
                <a:gd name="connsiteY90" fmla="*/ 645880 h 673012"/>
                <a:gd name="connsiteX91" fmla="*/ 887231 w 2915191"/>
                <a:gd name="connsiteY91" fmla="*/ 667114 h 673012"/>
                <a:gd name="connsiteX92" fmla="*/ 896981 w 2915191"/>
                <a:gd name="connsiteY92" fmla="*/ 673012 h 673012"/>
                <a:gd name="connsiteX93" fmla="*/ 906730 w 2915191"/>
                <a:gd name="connsiteY93" fmla="*/ 667004 h 673012"/>
                <a:gd name="connsiteX94" fmla="*/ 916480 w 2915191"/>
                <a:gd name="connsiteY94" fmla="*/ 650694 h 673012"/>
                <a:gd name="connsiteX95" fmla="*/ 926230 w 2915191"/>
                <a:gd name="connsiteY95" fmla="*/ 629370 h 673012"/>
                <a:gd name="connsiteX96" fmla="*/ 935979 w 2915191"/>
                <a:gd name="connsiteY96" fmla="*/ 661375 h 673012"/>
                <a:gd name="connsiteX97" fmla="*/ 945729 w 2915191"/>
                <a:gd name="connsiteY97" fmla="*/ 668295 h 673012"/>
                <a:gd name="connsiteX98" fmla="*/ 955479 w 2915191"/>
                <a:gd name="connsiteY98" fmla="*/ 657727 h 673012"/>
                <a:gd name="connsiteX99" fmla="*/ 965229 w 2915191"/>
                <a:gd name="connsiteY99" fmla="*/ 635838 h 673012"/>
                <a:gd name="connsiteX100" fmla="*/ 974979 w 2915191"/>
                <a:gd name="connsiteY100" fmla="*/ 622822 h 673012"/>
                <a:gd name="connsiteX101" fmla="*/ 984729 w 2915191"/>
                <a:gd name="connsiteY101" fmla="*/ 594571 h 673012"/>
                <a:gd name="connsiteX102" fmla="*/ 994474 w 2915191"/>
                <a:gd name="connsiteY102" fmla="*/ 595451 h 673012"/>
                <a:gd name="connsiteX103" fmla="*/ 1004233 w 2915191"/>
                <a:gd name="connsiteY103" fmla="*/ 621031 h 673012"/>
                <a:gd name="connsiteX104" fmla="*/ 1013977 w 2915191"/>
                <a:gd name="connsiteY104" fmla="*/ 614501 h 673012"/>
                <a:gd name="connsiteX105" fmla="*/ 1023721 w 2915191"/>
                <a:gd name="connsiteY105" fmla="*/ 622937 h 673012"/>
                <a:gd name="connsiteX106" fmla="*/ 1033480 w 2915191"/>
                <a:gd name="connsiteY106" fmla="*/ 614737 h 673012"/>
                <a:gd name="connsiteX107" fmla="*/ 1043224 w 2915191"/>
                <a:gd name="connsiteY107" fmla="*/ 604552 h 673012"/>
                <a:gd name="connsiteX108" fmla="*/ 1052983 w 2915191"/>
                <a:gd name="connsiteY108" fmla="*/ 602723 h 673012"/>
                <a:gd name="connsiteX109" fmla="*/ 1062727 w 2915191"/>
                <a:gd name="connsiteY109" fmla="*/ 582121 h 673012"/>
                <a:gd name="connsiteX110" fmla="*/ 1072471 w 2915191"/>
                <a:gd name="connsiteY110" fmla="*/ 569882 h 673012"/>
                <a:gd name="connsiteX111" fmla="*/ 1082230 w 2915191"/>
                <a:gd name="connsiteY111" fmla="*/ 563915 h 673012"/>
                <a:gd name="connsiteX112" fmla="*/ 1091973 w 2915191"/>
                <a:gd name="connsiteY112" fmla="*/ 548347 h 673012"/>
                <a:gd name="connsiteX113" fmla="*/ 1101732 w 2915191"/>
                <a:gd name="connsiteY113" fmla="*/ 525897 h 673012"/>
                <a:gd name="connsiteX114" fmla="*/ 1111476 w 2915191"/>
                <a:gd name="connsiteY114" fmla="*/ 525714 h 673012"/>
                <a:gd name="connsiteX115" fmla="*/ 1121220 w 2915191"/>
                <a:gd name="connsiteY115" fmla="*/ 500977 h 673012"/>
                <a:gd name="connsiteX116" fmla="*/ 1130979 w 2915191"/>
                <a:gd name="connsiteY116" fmla="*/ 462241 h 673012"/>
                <a:gd name="connsiteX117" fmla="*/ 1140723 w 2915191"/>
                <a:gd name="connsiteY117" fmla="*/ 472768 h 673012"/>
                <a:gd name="connsiteX118" fmla="*/ 1150482 w 2915191"/>
                <a:gd name="connsiteY118" fmla="*/ 470471 h 673012"/>
                <a:gd name="connsiteX119" fmla="*/ 1160226 w 2915191"/>
                <a:gd name="connsiteY119" fmla="*/ 457732 h 673012"/>
                <a:gd name="connsiteX120" fmla="*/ 1169969 w 2915191"/>
                <a:gd name="connsiteY120" fmla="*/ 407001 h 673012"/>
                <a:gd name="connsiteX121" fmla="*/ 1179728 w 2915191"/>
                <a:gd name="connsiteY121" fmla="*/ 373546 h 673012"/>
                <a:gd name="connsiteX122" fmla="*/ 1189472 w 2915191"/>
                <a:gd name="connsiteY122" fmla="*/ 391228 h 673012"/>
                <a:gd name="connsiteX123" fmla="*/ 1199231 w 2915191"/>
                <a:gd name="connsiteY123" fmla="*/ 395957 h 673012"/>
                <a:gd name="connsiteX124" fmla="*/ 1208975 w 2915191"/>
                <a:gd name="connsiteY124" fmla="*/ 376539 h 673012"/>
                <a:gd name="connsiteX125" fmla="*/ 1218719 w 2915191"/>
                <a:gd name="connsiteY125" fmla="*/ 358843 h 673012"/>
                <a:gd name="connsiteX126" fmla="*/ 1228478 w 2915191"/>
                <a:gd name="connsiteY126" fmla="*/ 361414 h 673012"/>
                <a:gd name="connsiteX127" fmla="*/ 1238222 w 2915191"/>
                <a:gd name="connsiteY127" fmla="*/ 342379 h 673012"/>
                <a:gd name="connsiteX128" fmla="*/ 1247966 w 2915191"/>
                <a:gd name="connsiteY128" fmla="*/ 318288 h 673012"/>
                <a:gd name="connsiteX129" fmla="*/ 1257725 w 2915191"/>
                <a:gd name="connsiteY129" fmla="*/ 326484 h 673012"/>
                <a:gd name="connsiteX130" fmla="*/ 1267469 w 2915191"/>
                <a:gd name="connsiteY130" fmla="*/ 305291 h 673012"/>
                <a:gd name="connsiteX131" fmla="*/ 1277227 w 2915191"/>
                <a:gd name="connsiteY131" fmla="*/ 335905 h 673012"/>
                <a:gd name="connsiteX132" fmla="*/ 1286971 w 2915191"/>
                <a:gd name="connsiteY132" fmla="*/ 373900 h 673012"/>
                <a:gd name="connsiteX133" fmla="*/ 1296715 w 2915191"/>
                <a:gd name="connsiteY133" fmla="*/ 342693 h 673012"/>
                <a:gd name="connsiteX134" fmla="*/ 1306474 w 2915191"/>
                <a:gd name="connsiteY134" fmla="*/ 318557 h 673012"/>
                <a:gd name="connsiteX135" fmla="*/ 1316218 w 2915191"/>
                <a:gd name="connsiteY135" fmla="*/ 305198 h 673012"/>
                <a:gd name="connsiteX136" fmla="*/ 1325977 w 2915191"/>
                <a:gd name="connsiteY136" fmla="*/ 344168 h 673012"/>
                <a:gd name="connsiteX137" fmla="*/ 1335721 w 2915191"/>
                <a:gd name="connsiteY137" fmla="*/ 375892 h 673012"/>
                <a:gd name="connsiteX138" fmla="*/ 1345465 w 2915191"/>
                <a:gd name="connsiteY138" fmla="*/ 343886 h 673012"/>
                <a:gd name="connsiteX139" fmla="*/ 1355224 w 2915191"/>
                <a:gd name="connsiteY139" fmla="*/ 353572 h 673012"/>
                <a:gd name="connsiteX140" fmla="*/ 1364967 w 2915191"/>
                <a:gd name="connsiteY140" fmla="*/ 345798 h 673012"/>
                <a:gd name="connsiteX141" fmla="*/ 1374726 w 2915191"/>
                <a:gd name="connsiteY141" fmla="*/ 333453 h 673012"/>
                <a:gd name="connsiteX142" fmla="*/ 1384470 w 2915191"/>
                <a:gd name="connsiteY142" fmla="*/ 342024 h 673012"/>
                <a:gd name="connsiteX143" fmla="*/ 1394214 w 2915191"/>
                <a:gd name="connsiteY143" fmla="*/ 332049 h 673012"/>
                <a:gd name="connsiteX144" fmla="*/ 1403973 w 2915191"/>
                <a:gd name="connsiteY144" fmla="*/ 338931 h 673012"/>
                <a:gd name="connsiteX145" fmla="*/ 1413717 w 2915191"/>
                <a:gd name="connsiteY145" fmla="*/ 344727 h 673012"/>
                <a:gd name="connsiteX146" fmla="*/ 1423476 w 2915191"/>
                <a:gd name="connsiteY146" fmla="*/ 360496 h 673012"/>
                <a:gd name="connsiteX147" fmla="*/ 1433220 w 2915191"/>
                <a:gd name="connsiteY147" fmla="*/ 347513 h 673012"/>
                <a:gd name="connsiteX148" fmla="*/ 1442964 w 2915191"/>
                <a:gd name="connsiteY148" fmla="*/ 339753 h 673012"/>
                <a:gd name="connsiteX149" fmla="*/ 1452722 w 2915191"/>
                <a:gd name="connsiteY149" fmla="*/ 345014 h 673012"/>
                <a:gd name="connsiteX150" fmla="*/ 1462466 w 2915191"/>
                <a:gd name="connsiteY150" fmla="*/ 310161 h 673012"/>
                <a:gd name="connsiteX151" fmla="*/ 1472225 w 2915191"/>
                <a:gd name="connsiteY151" fmla="*/ 334966 h 673012"/>
                <a:gd name="connsiteX152" fmla="*/ 1481969 w 2915191"/>
                <a:gd name="connsiteY152" fmla="*/ 340649 h 673012"/>
                <a:gd name="connsiteX153" fmla="*/ 1491713 w 2915191"/>
                <a:gd name="connsiteY153" fmla="*/ 335072 h 673012"/>
                <a:gd name="connsiteX154" fmla="*/ 1501472 w 2915191"/>
                <a:gd name="connsiteY154" fmla="*/ 318563 h 673012"/>
                <a:gd name="connsiteX155" fmla="*/ 1511216 w 2915191"/>
                <a:gd name="connsiteY155" fmla="*/ 326188 h 673012"/>
                <a:gd name="connsiteX156" fmla="*/ 1520960 w 2915191"/>
                <a:gd name="connsiteY156" fmla="*/ 358697 h 673012"/>
                <a:gd name="connsiteX157" fmla="*/ 1530719 w 2915191"/>
                <a:gd name="connsiteY157" fmla="*/ 339111 h 673012"/>
                <a:gd name="connsiteX158" fmla="*/ 1540463 w 2915191"/>
                <a:gd name="connsiteY158" fmla="*/ 317694 h 673012"/>
                <a:gd name="connsiteX159" fmla="*/ 1550221 w 2915191"/>
                <a:gd name="connsiteY159" fmla="*/ 275025 h 673012"/>
                <a:gd name="connsiteX160" fmla="*/ 1559965 w 2915191"/>
                <a:gd name="connsiteY160" fmla="*/ 276401 h 673012"/>
                <a:gd name="connsiteX161" fmla="*/ 1569709 w 2915191"/>
                <a:gd name="connsiteY161" fmla="*/ 290433 h 673012"/>
                <a:gd name="connsiteX162" fmla="*/ 1579468 w 2915191"/>
                <a:gd name="connsiteY162" fmla="*/ 282614 h 673012"/>
                <a:gd name="connsiteX163" fmla="*/ 1589212 w 2915191"/>
                <a:gd name="connsiteY163" fmla="*/ 283362 h 673012"/>
                <a:gd name="connsiteX164" fmla="*/ 1598971 w 2915191"/>
                <a:gd name="connsiteY164" fmla="*/ 293690 h 673012"/>
                <a:gd name="connsiteX165" fmla="*/ 1608715 w 2915191"/>
                <a:gd name="connsiteY165" fmla="*/ 295585 h 673012"/>
                <a:gd name="connsiteX166" fmla="*/ 1618459 w 2915191"/>
                <a:gd name="connsiteY166" fmla="*/ 278253 h 673012"/>
                <a:gd name="connsiteX167" fmla="*/ 1628218 w 2915191"/>
                <a:gd name="connsiteY167" fmla="*/ 272225 h 673012"/>
                <a:gd name="connsiteX168" fmla="*/ 1637962 w 2915191"/>
                <a:gd name="connsiteY168" fmla="*/ 271848 h 673012"/>
                <a:gd name="connsiteX169" fmla="*/ 1647720 w 2915191"/>
                <a:gd name="connsiteY169" fmla="*/ 253026 h 673012"/>
                <a:gd name="connsiteX170" fmla="*/ 1657464 w 2915191"/>
                <a:gd name="connsiteY170" fmla="*/ 292458 h 673012"/>
                <a:gd name="connsiteX171" fmla="*/ 1667208 w 2915191"/>
                <a:gd name="connsiteY171" fmla="*/ 275905 h 673012"/>
                <a:gd name="connsiteX172" fmla="*/ 1676967 w 2915191"/>
                <a:gd name="connsiteY172" fmla="*/ 292634 h 673012"/>
                <a:gd name="connsiteX173" fmla="*/ 1686711 w 2915191"/>
                <a:gd name="connsiteY173" fmla="*/ 295414 h 673012"/>
                <a:gd name="connsiteX174" fmla="*/ 1696470 w 2915191"/>
                <a:gd name="connsiteY174" fmla="*/ 305425 h 673012"/>
                <a:gd name="connsiteX175" fmla="*/ 1706214 w 2915191"/>
                <a:gd name="connsiteY175" fmla="*/ 286197 h 673012"/>
                <a:gd name="connsiteX176" fmla="*/ 1715958 w 2915191"/>
                <a:gd name="connsiteY176" fmla="*/ 276869 h 673012"/>
                <a:gd name="connsiteX177" fmla="*/ 1725716 w 2915191"/>
                <a:gd name="connsiteY177" fmla="*/ 281357 h 673012"/>
                <a:gd name="connsiteX178" fmla="*/ 1735460 w 2915191"/>
                <a:gd name="connsiteY178" fmla="*/ 317384 h 673012"/>
                <a:gd name="connsiteX179" fmla="*/ 1745219 w 2915191"/>
                <a:gd name="connsiteY179" fmla="*/ 277958 h 673012"/>
                <a:gd name="connsiteX180" fmla="*/ 1754963 w 2915191"/>
                <a:gd name="connsiteY180" fmla="*/ 269630 h 673012"/>
                <a:gd name="connsiteX181" fmla="*/ 1764707 w 2915191"/>
                <a:gd name="connsiteY181" fmla="*/ 255072 h 673012"/>
                <a:gd name="connsiteX182" fmla="*/ 1774466 w 2915191"/>
                <a:gd name="connsiteY182" fmla="*/ 196704 h 673012"/>
                <a:gd name="connsiteX183" fmla="*/ 1784210 w 2915191"/>
                <a:gd name="connsiteY183" fmla="*/ 203517 h 673012"/>
                <a:gd name="connsiteX184" fmla="*/ 1793969 w 2915191"/>
                <a:gd name="connsiteY184" fmla="*/ 209331 h 673012"/>
                <a:gd name="connsiteX185" fmla="*/ 1803713 w 2915191"/>
                <a:gd name="connsiteY185" fmla="*/ 225082 h 673012"/>
                <a:gd name="connsiteX186" fmla="*/ 1813457 w 2915191"/>
                <a:gd name="connsiteY186" fmla="*/ 204827 h 673012"/>
                <a:gd name="connsiteX187" fmla="*/ 1823215 w 2915191"/>
                <a:gd name="connsiteY187" fmla="*/ 176964 h 673012"/>
                <a:gd name="connsiteX188" fmla="*/ 1832959 w 2915191"/>
                <a:gd name="connsiteY188" fmla="*/ 192624 h 673012"/>
                <a:gd name="connsiteX189" fmla="*/ 1842703 w 2915191"/>
                <a:gd name="connsiteY189" fmla="*/ 202525 h 673012"/>
                <a:gd name="connsiteX190" fmla="*/ 1852462 w 2915191"/>
                <a:gd name="connsiteY190" fmla="*/ 196267 h 673012"/>
                <a:gd name="connsiteX191" fmla="*/ 1862206 w 2915191"/>
                <a:gd name="connsiteY191" fmla="*/ 165227 h 673012"/>
                <a:gd name="connsiteX192" fmla="*/ 1871965 w 2915191"/>
                <a:gd name="connsiteY192" fmla="*/ 185689 h 673012"/>
                <a:gd name="connsiteX193" fmla="*/ 1881709 w 2915191"/>
                <a:gd name="connsiteY193" fmla="*/ 162213 h 673012"/>
                <a:gd name="connsiteX194" fmla="*/ 1891453 w 2915191"/>
                <a:gd name="connsiteY194" fmla="*/ 173533 h 673012"/>
                <a:gd name="connsiteX195" fmla="*/ 1901212 w 2915191"/>
                <a:gd name="connsiteY195" fmla="*/ 201631 h 673012"/>
                <a:gd name="connsiteX196" fmla="*/ 1910956 w 2915191"/>
                <a:gd name="connsiteY196" fmla="*/ 196665 h 673012"/>
                <a:gd name="connsiteX197" fmla="*/ 1920714 w 2915191"/>
                <a:gd name="connsiteY197" fmla="*/ 226183 h 673012"/>
                <a:gd name="connsiteX198" fmla="*/ 1930458 w 2915191"/>
                <a:gd name="connsiteY198" fmla="*/ 233841 h 673012"/>
                <a:gd name="connsiteX199" fmla="*/ 1940202 w 2915191"/>
                <a:gd name="connsiteY199" fmla="*/ 248673 h 673012"/>
                <a:gd name="connsiteX200" fmla="*/ 1949961 w 2915191"/>
                <a:gd name="connsiteY200" fmla="*/ 246492 h 673012"/>
                <a:gd name="connsiteX201" fmla="*/ 1959705 w 2915191"/>
                <a:gd name="connsiteY201" fmla="*/ 259887 h 673012"/>
                <a:gd name="connsiteX202" fmla="*/ 1969464 w 2915191"/>
                <a:gd name="connsiteY202" fmla="*/ 258019 h 673012"/>
                <a:gd name="connsiteX203" fmla="*/ 1979208 w 2915191"/>
                <a:gd name="connsiteY203" fmla="*/ 252931 h 673012"/>
                <a:gd name="connsiteX204" fmla="*/ 1988952 w 2915191"/>
                <a:gd name="connsiteY204" fmla="*/ 230289 h 673012"/>
                <a:gd name="connsiteX205" fmla="*/ 1998711 w 2915191"/>
                <a:gd name="connsiteY205" fmla="*/ 200050 h 673012"/>
                <a:gd name="connsiteX206" fmla="*/ 2008454 w 2915191"/>
                <a:gd name="connsiteY206" fmla="*/ 205907 h 673012"/>
                <a:gd name="connsiteX207" fmla="*/ 2018213 w 2915191"/>
                <a:gd name="connsiteY207" fmla="*/ 202306 h 673012"/>
                <a:gd name="connsiteX208" fmla="*/ 2027957 w 2915191"/>
                <a:gd name="connsiteY208" fmla="*/ 236484 h 673012"/>
                <a:gd name="connsiteX209" fmla="*/ 2037701 w 2915191"/>
                <a:gd name="connsiteY209" fmla="*/ 266963 h 673012"/>
                <a:gd name="connsiteX210" fmla="*/ 2047460 w 2915191"/>
                <a:gd name="connsiteY210" fmla="*/ 260327 h 673012"/>
                <a:gd name="connsiteX211" fmla="*/ 2057204 w 2915191"/>
                <a:gd name="connsiteY211" fmla="*/ 259785 h 673012"/>
                <a:gd name="connsiteX212" fmla="*/ 2066963 w 2915191"/>
                <a:gd name="connsiteY212" fmla="*/ 261830 h 673012"/>
                <a:gd name="connsiteX213" fmla="*/ 2076707 w 2915191"/>
                <a:gd name="connsiteY213" fmla="*/ 259832 h 673012"/>
                <a:gd name="connsiteX214" fmla="*/ 2086451 w 2915191"/>
                <a:gd name="connsiteY214" fmla="*/ 278535 h 673012"/>
                <a:gd name="connsiteX215" fmla="*/ 2096210 w 2915191"/>
                <a:gd name="connsiteY215" fmla="*/ 241581 h 673012"/>
                <a:gd name="connsiteX216" fmla="*/ 2105954 w 2915191"/>
                <a:gd name="connsiteY216" fmla="*/ 238506 h 673012"/>
                <a:gd name="connsiteX217" fmla="*/ 2115697 w 2915191"/>
                <a:gd name="connsiteY217" fmla="*/ 229300 h 673012"/>
                <a:gd name="connsiteX218" fmla="*/ 2125456 w 2915191"/>
                <a:gd name="connsiteY218" fmla="*/ 241046 h 673012"/>
                <a:gd name="connsiteX219" fmla="*/ 2135200 w 2915191"/>
                <a:gd name="connsiteY219" fmla="*/ 221765 h 673012"/>
                <a:gd name="connsiteX220" fmla="*/ 2144959 w 2915191"/>
                <a:gd name="connsiteY220" fmla="*/ 215442 h 673012"/>
                <a:gd name="connsiteX221" fmla="*/ 2154703 w 2915191"/>
                <a:gd name="connsiteY221" fmla="*/ 198554 h 673012"/>
                <a:gd name="connsiteX222" fmla="*/ 2164447 w 2915191"/>
                <a:gd name="connsiteY222" fmla="*/ 224146 h 673012"/>
                <a:gd name="connsiteX223" fmla="*/ 2174206 w 2915191"/>
                <a:gd name="connsiteY223" fmla="*/ 170376 h 673012"/>
                <a:gd name="connsiteX224" fmla="*/ 2183950 w 2915191"/>
                <a:gd name="connsiteY224" fmla="*/ 188155 h 673012"/>
                <a:gd name="connsiteX225" fmla="*/ 2193709 w 2915191"/>
                <a:gd name="connsiteY225" fmla="*/ 209612 h 673012"/>
                <a:gd name="connsiteX226" fmla="*/ 2203452 w 2915191"/>
                <a:gd name="connsiteY226" fmla="*/ 178849 h 673012"/>
                <a:gd name="connsiteX227" fmla="*/ 2213196 w 2915191"/>
                <a:gd name="connsiteY227" fmla="*/ 183931 h 673012"/>
                <a:gd name="connsiteX228" fmla="*/ 2222955 w 2915191"/>
                <a:gd name="connsiteY228" fmla="*/ 196959 h 673012"/>
                <a:gd name="connsiteX229" fmla="*/ 2232699 w 2915191"/>
                <a:gd name="connsiteY229" fmla="*/ 212190 h 673012"/>
                <a:gd name="connsiteX230" fmla="*/ 2242458 w 2915191"/>
                <a:gd name="connsiteY230" fmla="*/ 236213 h 673012"/>
                <a:gd name="connsiteX231" fmla="*/ 2252202 w 2915191"/>
                <a:gd name="connsiteY231" fmla="*/ 247347 h 673012"/>
                <a:gd name="connsiteX232" fmla="*/ 2261946 w 2915191"/>
                <a:gd name="connsiteY232" fmla="*/ 223625 h 673012"/>
                <a:gd name="connsiteX233" fmla="*/ 2271705 w 2915191"/>
                <a:gd name="connsiteY233" fmla="*/ 262247 h 673012"/>
                <a:gd name="connsiteX234" fmla="*/ 2281449 w 2915191"/>
                <a:gd name="connsiteY234" fmla="*/ 274213 h 673012"/>
                <a:gd name="connsiteX235" fmla="*/ 2291208 w 2915191"/>
                <a:gd name="connsiteY235" fmla="*/ 288237 h 673012"/>
                <a:gd name="connsiteX236" fmla="*/ 2300951 w 2915191"/>
                <a:gd name="connsiteY236" fmla="*/ 265667 h 673012"/>
                <a:gd name="connsiteX237" fmla="*/ 2310695 w 2915191"/>
                <a:gd name="connsiteY237" fmla="*/ 265364 h 673012"/>
                <a:gd name="connsiteX238" fmla="*/ 2320454 w 2915191"/>
                <a:gd name="connsiteY238" fmla="*/ 267882 h 673012"/>
                <a:gd name="connsiteX239" fmla="*/ 2330198 w 2915191"/>
                <a:gd name="connsiteY239" fmla="*/ 276513 h 673012"/>
                <a:gd name="connsiteX240" fmla="*/ 2339957 w 2915191"/>
                <a:gd name="connsiteY240" fmla="*/ 305465 h 673012"/>
                <a:gd name="connsiteX241" fmla="*/ 2349701 w 2915191"/>
                <a:gd name="connsiteY241" fmla="*/ 306904 h 673012"/>
                <a:gd name="connsiteX242" fmla="*/ 2359445 w 2915191"/>
                <a:gd name="connsiteY242" fmla="*/ 282215 h 673012"/>
                <a:gd name="connsiteX243" fmla="*/ 2369204 w 2915191"/>
                <a:gd name="connsiteY243" fmla="*/ 280378 h 673012"/>
                <a:gd name="connsiteX244" fmla="*/ 2378948 w 2915191"/>
                <a:gd name="connsiteY244" fmla="*/ 311696 h 673012"/>
                <a:gd name="connsiteX245" fmla="*/ 2388692 w 2915191"/>
                <a:gd name="connsiteY245" fmla="*/ 304796 h 673012"/>
                <a:gd name="connsiteX246" fmla="*/ 2398450 w 2915191"/>
                <a:gd name="connsiteY246" fmla="*/ 298403 h 673012"/>
                <a:gd name="connsiteX247" fmla="*/ 2408194 w 2915191"/>
                <a:gd name="connsiteY247" fmla="*/ 285660 h 673012"/>
                <a:gd name="connsiteX248" fmla="*/ 2417953 w 2915191"/>
                <a:gd name="connsiteY248" fmla="*/ 261549 h 673012"/>
                <a:gd name="connsiteX249" fmla="*/ 2427697 w 2915191"/>
                <a:gd name="connsiteY249" fmla="*/ 253239 h 673012"/>
                <a:gd name="connsiteX250" fmla="*/ 2437441 w 2915191"/>
                <a:gd name="connsiteY250" fmla="*/ 252332 h 673012"/>
                <a:gd name="connsiteX251" fmla="*/ 2447200 w 2915191"/>
                <a:gd name="connsiteY251" fmla="*/ 222814 h 673012"/>
                <a:gd name="connsiteX252" fmla="*/ 2456944 w 2915191"/>
                <a:gd name="connsiteY252" fmla="*/ 198536 h 673012"/>
                <a:gd name="connsiteX253" fmla="*/ 2466703 w 2915191"/>
                <a:gd name="connsiteY253" fmla="*/ 194219 h 673012"/>
                <a:gd name="connsiteX254" fmla="*/ 2476446 w 2915191"/>
                <a:gd name="connsiteY254" fmla="*/ 174053 h 673012"/>
                <a:gd name="connsiteX255" fmla="*/ 2486190 w 2915191"/>
                <a:gd name="connsiteY255" fmla="*/ 166122 h 673012"/>
                <a:gd name="connsiteX256" fmla="*/ 2495949 w 2915191"/>
                <a:gd name="connsiteY256" fmla="*/ 154921 h 673012"/>
                <a:gd name="connsiteX257" fmla="*/ 2505693 w 2915191"/>
                <a:gd name="connsiteY257" fmla="*/ 127844 h 673012"/>
                <a:gd name="connsiteX258" fmla="*/ 2515452 w 2915191"/>
                <a:gd name="connsiteY258" fmla="*/ 104773 h 673012"/>
                <a:gd name="connsiteX259" fmla="*/ 2525196 w 2915191"/>
                <a:gd name="connsiteY259" fmla="*/ 113618 h 673012"/>
                <a:gd name="connsiteX260" fmla="*/ 2534940 w 2915191"/>
                <a:gd name="connsiteY260" fmla="*/ 122993 h 673012"/>
                <a:gd name="connsiteX261" fmla="*/ 2544699 w 2915191"/>
                <a:gd name="connsiteY261" fmla="*/ 101782 h 673012"/>
                <a:gd name="connsiteX262" fmla="*/ 2554443 w 2915191"/>
                <a:gd name="connsiteY262" fmla="*/ 125268 h 673012"/>
                <a:gd name="connsiteX263" fmla="*/ 2564202 w 2915191"/>
                <a:gd name="connsiteY263" fmla="*/ 124263 h 673012"/>
                <a:gd name="connsiteX264" fmla="*/ 2573946 w 2915191"/>
                <a:gd name="connsiteY264" fmla="*/ 148698 h 673012"/>
                <a:gd name="connsiteX265" fmla="*/ 2583690 w 2915191"/>
                <a:gd name="connsiteY265" fmla="*/ 120516 h 673012"/>
                <a:gd name="connsiteX266" fmla="*/ 2593448 w 2915191"/>
                <a:gd name="connsiteY266" fmla="*/ 112593 h 673012"/>
                <a:gd name="connsiteX267" fmla="*/ 2603192 w 2915191"/>
                <a:gd name="connsiteY267" fmla="*/ 137968 h 673012"/>
                <a:gd name="connsiteX268" fmla="*/ 2612951 w 2915191"/>
                <a:gd name="connsiteY268" fmla="*/ 151289 h 673012"/>
                <a:gd name="connsiteX269" fmla="*/ 2622695 w 2915191"/>
                <a:gd name="connsiteY269" fmla="*/ 154575 h 673012"/>
                <a:gd name="connsiteX270" fmla="*/ 2632439 w 2915191"/>
                <a:gd name="connsiteY270" fmla="*/ 130652 h 673012"/>
                <a:gd name="connsiteX271" fmla="*/ 2642198 w 2915191"/>
                <a:gd name="connsiteY271" fmla="*/ 84970 h 673012"/>
                <a:gd name="connsiteX272" fmla="*/ 2651942 w 2915191"/>
                <a:gd name="connsiteY272" fmla="*/ 93607 h 673012"/>
                <a:gd name="connsiteX273" fmla="*/ 2661685 w 2915191"/>
                <a:gd name="connsiteY273" fmla="*/ 70259 h 673012"/>
                <a:gd name="connsiteX274" fmla="*/ 2671444 w 2915191"/>
                <a:gd name="connsiteY274" fmla="*/ 74282 h 673012"/>
                <a:gd name="connsiteX275" fmla="*/ 2681188 w 2915191"/>
                <a:gd name="connsiteY275" fmla="*/ 53696 h 673012"/>
                <a:gd name="connsiteX276" fmla="*/ 2690947 w 2915191"/>
                <a:gd name="connsiteY276" fmla="*/ 63136 h 673012"/>
                <a:gd name="connsiteX277" fmla="*/ 2700691 w 2915191"/>
                <a:gd name="connsiteY277" fmla="*/ 80915 h 673012"/>
                <a:gd name="connsiteX278" fmla="*/ 2710435 w 2915191"/>
                <a:gd name="connsiteY278" fmla="*/ 81083 h 673012"/>
                <a:gd name="connsiteX279" fmla="*/ 2720194 w 2915191"/>
                <a:gd name="connsiteY279" fmla="*/ 58723 h 673012"/>
                <a:gd name="connsiteX280" fmla="*/ 2729938 w 2915191"/>
                <a:gd name="connsiteY280" fmla="*/ 58857 h 673012"/>
                <a:gd name="connsiteX281" fmla="*/ 2739697 w 2915191"/>
                <a:gd name="connsiteY281" fmla="*/ 94141 h 673012"/>
                <a:gd name="connsiteX282" fmla="*/ 2749441 w 2915191"/>
                <a:gd name="connsiteY282" fmla="*/ 125022 h 673012"/>
                <a:gd name="connsiteX283" fmla="*/ 2759185 w 2915191"/>
                <a:gd name="connsiteY283" fmla="*/ 97727 h 673012"/>
                <a:gd name="connsiteX284" fmla="*/ 2768943 w 2915191"/>
                <a:gd name="connsiteY284" fmla="*/ 115163 h 673012"/>
                <a:gd name="connsiteX285" fmla="*/ 2778687 w 2915191"/>
                <a:gd name="connsiteY285" fmla="*/ 90635 h 673012"/>
                <a:gd name="connsiteX286" fmla="*/ 2788446 w 2915191"/>
                <a:gd name="connsiteY286" fmla="*/ 86591 h 673012"/>
                <a:gd name="connsiteX287" fmla="*/ 2798190 w 2915191"/>
                <a:gd name="connsiteY287" fmla="*/ 82718 h 673012"/>
                <a:gd name="connsiteX288" fmla="*/ 2807934 w 2915191"/>
                <a:gd name="connsiteY288" fmla="*/ 48119 h 673012"/>
                <a:gd name="connsiteX289" fmla="*/ 2817693 w 2915191"/>
                <a:gd name="connsiteY289" fmla="*/ 63917 h 673012"/>
                <a:gd name="connsiteX290" fmla="*/ 2827437 w 2915191"/>
                <a:gd name="connsiteY290" fmla="*/ 42960 h 673012"/>
                <a:gd name="connsiteX291" fmla="*/ 2837196 w 2915191"/>
                <a:gd name="connsiteY291" fmla="*/ 32255 h 673012"/>
                <a:gd name="connsiteX292" fmla="*/ 2846940 w 2915191"/>
                <a:gd name="connsiteY292" fmla="*/ 23622 h 673012"/>
                <a:gd name="connsiteX293" fmla="*/ 2856684 w 2915191"/>
                <a:gd name="connsiteY293" fmla="*/ 37338 h 673012"/>
                <a:gd name="connsiteX294" fmla="*/ 2866442 w 2915191"/>
                <a:gd name="connsiteY294" fmla="*/ 28266 h 673012"/>
                <a:gd name="connsiteX295" fmla="*/ 2876186 w 2915191"/>
                <a:gd name="connsiteY295" fmla="*/ 10140 h 673012"/>
                <a:gd name="connsiteX296" fmla="*/ 2885945 w 2915191"/>
                <a:gd name="connsiteY296" fmla="*/ 16030 h 673012"/>
                <a:gd name="connsiteX297" fmla="*/ 2895689 w 2915191"/>
                <a:gd name="connsiteY297" fmla="*/ 4203 h 673012"/>
                <a:gd name="connsiteX298" fmla="*/ 2905433 w 2915191"/>
                <a:gd name="connsiteY298" fmla="*/ 5682 h 673012"/>
                <a:gd name="connsiteX299" fmla="*/ 2915192 w 2915191"/>
                <a:gd name="connsiteY299" fmla="*/ 0 h 673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73012">
                  <a:moveTo>
                    <a:pt x="0" y="497179"/>
                  </a:moveTo>
                  <a:lnTo>
                    <a:pt x="9750" y="511784"/>
                  </a:lnTo>
                  <a:lnTo>
                    <a:pt x="19500" y="511330"/>
                  </a:lnTo>
                  <a:lnTo>
                    <a:pt x="29250" y="538080"/>
                  </a:lnTo>
                  <a:lnTo>
                    <a:pt x="39000" y="510011"/>
                  </a:lnTo>
                  <a:lnTo>
                    <a:pt x="48749" y="523888"/>
                  </a:lnTo>
                  <a:lnTo>
                    <a:pt x="58499" y="554025"/>
                  </a:lnTo>
                  <a:lnTo>
                    <a:pt x="68249" y="562709"/>
                  </a:lnTo>
                  <a:lnTo>
                    <a:pt x="77998" y="595387"/>
                  </a:lnTo>
                  <a:lnTo>
                    <a:pt x="87748" y="573501"/>
                  </a:lnTo>
                  <a:lnTo>
                    <a:pt x="97497" y="578918"/>
                  </a:lnTo>
                  <a:lnTo>
                    <a:pt x="107247" y="587899"/>
                  </a:lnTo>
                  <a:lnTo>
                    <a:pt x="116997" y="604076"/>
                  </a:lnTo>
                  <a:lnTo>
                    <a:pt x="126747" y="585271"/>
                  </a:lnTo>
                  <a:lnTo>
                    <a:pt x="136497" y="602126"/>
                  </a:lnTo>
                  <a:lnTo>
                    <a:pt x="146247" y="606296"/>
                  </a:lnTo>
                  <a:lnTo>
                    <a:pt x="155997" y="602551"/>
                  </a:lnTo>
                  <a:lnTo>
                    <a:pt x="165747" y="588988"/>
                  </a:lnTo>
                  <a:lnTo>
                    <a:pt x="175497" y="609270"/>
                  </a:lnTo>
                  <a:lnTo>
                    <a:pt x="185247" y="554051"/>
                  </a:lnTo>
                  <a:lnTo>
                    <a:pt x="194996" y="527670"/>
                  </a:lnTo>
                  <a:lnTo>
                    <a:pt x="204746" y="502543"/>
                  </a:lnTo>
                  <a:lnTo>
                    <a:pt x="214495" y="503018"/>
                  </a:lnTo>
                  <a:lnTo>
                    <a:pt x="224245" y="510587"/>
                  </a:lnTo>
                  <a:lnTo>
                    <a:pt x="233995" y="515025"/>
                  </a:lnTo>
                  <a:lnTo>
                    <a:pt x="243744" y="512501"/>
                  </a:lnTo>
                  <a:lnTo>
                    <a:pt x="253494" y="512601"/>
                  </a:lnTo>
                  <a:lnTo>
                    <a:pt x="263244" y="480377"/>
                  </a:lnTo>
                  <a:lnTo>
                    <a:pt x="272994" y="498672"/>
                  </a:lnTo>
                  <a:lnTo>
                    <a:pt x="282744" y="499329"/>
                  </a:lnTo>
                  <a:lnTo>
                    <a:pt x="292494" y="505843"/>
                  </a:lnTo>
                  <a:lnTo>
                    <a:pt x="302244" y="487498"/>
                  </a:lnTo>
                  <a:lnTo>
                    <a:pt x="311994" y="513690"/>
                  </a:lnTo>
                  <a:lnTo>
                    <a:pt x="321744" y="563995"/>
                  </a:lnTo>
                  <a:lnTo>
                    <a:pt x="331493" y="535460"/>
                  </a:lnTo>
                  <a:lnTo>
                    <a:pt x="341243" y="537663"/>
                  </a:lnTo>
                  <a:lnTo>
                    <a:pt x="350993" y="560170"/>
                  </a:lnTo>
                  <a:lnTo>
                    <a:pt x="360742" y="572711"/>
                  </a:lnTo>
                  <a:lnTo>
                    <a:pt x="370492" y="549342"/>
                  </a:lnTo>
                  <a:lnTo>
                    <a:pt x="380241" y="539754"/>
                  </a:lnTo>
                  <a:lnTo>
                    <a:pt x="389991" y="582084"/>
                  </a:lnTo>
                  <a:lnTo>
                    <a:pt x="399741" y="603696"/>
                  </a:lnTo>
                  <a:lnTo>
                    <a:pt x="409491" y="591983"/>
                  </a:lnTo>
                  <a:lnTo>
                    <a:pt x="419241" y="567242"/>
                  </a:lnTo>
                  <a:lnTo>
                    <a:pt x="428991" y="564633"/>
                  </a:lnTo>
                  <a:lnTo>
                    <a:pt x="438741" y="546390"/>
                  </a:lnTo>
                  <a:lnTo>
                    <a:pt x="448491" y="520527"/>
                  </a:lnTo>
                  <a:lnTo>
                    <a:pt x="458241" y="521302"/>
                  </a:lnTo>
                  <a:lnTo>
                    <a:pt x="467991" y="530305"/>
                  </a:lnTo>
                  <a:lnTo>
                    <a:pt x="477740" y="525666"/>
                  </a:lnTo>
                  <a:lnTo>
                    <a:pt x="487490" y="489826"/>
                  </a:lnTo>
                  <a:lnTo>
                    <a:pt x="497239" y="486066"/>
                  </a:lnTo>
                  <a:lnTo>
                    <a:pt x="506989" y="490598"/>
                  </a:lnTo>
                  <a:lnTo>
                    <a:pt x="516738" y="468175"/>
                  </a:lnTo>
                  <a:lnTo>
                    <a:pt x="526488" y="463169"/>
                  </a:lnTo>
                  <a:lnTo>
                    <a:pt x="536238" y="490320"/>
                  </a:lnTo>
                  <a:lnTo>
                    <a:pt x="545988" y="465727"/>
                  </a:lnTo>
                  <a:lnTo>
                    <a:pt x="555738" y="451570"/>
                  </a:lnTo>
                  <a:lnTo>
                    <a:pt x="565488" y="458059"/>
                  </a:lnTo>
                  <a:lnTo>
                    <a:pt x="575238" y="473096"/>
                  </a:lnTo>
                  <a:lnTo>
                    <a:pt x="584988" y="482974"/>
                  </a:lnTo>
                  <a:lnTo>
                    <a:pt x="594738" y="498839"/>
                  </a:lnTo>
                  <a:lnTo>
                    <a:pt x="604488" y="477393"/>
                  </a:lnTo>
                  <a:lnTo>
                    <a:pt x="614237" y="472496"/>
                  </a:lnTo>
                  <a:lnTo>
                    <a:pt x="623987" y="489919"/>
                  </a:lnTo>
                  <a:lnTo>
                    <a:pt x="633736" y="528821"/>
                  </a:lnTo>
                  <a:lnTo>
                    <a:pt x="643486" y="524507"/>
                  </a:lnTo>
                  <a:lnTo>
                    <a:pt x="653236" y="558883"/>
                  </a:lnTo>
                  <a:lnTo>
                    <a:pt x="662985" y="540194"/>
                  </a:lnTo>
                  <a:lnTo>
                    <a:pt x="672735" y="547284"/>
                  </a:lnTo>
                  <a:lnTo>
                    <a:pt x="682485" y="555568"/>
                  </a:lnTo>
                  <a:lnTo>
                    <a:pt x="692235" y="588681"/>
                  </a:lnTo>
                  <a:lnTo>
                    <a:pt x="701985" y="607978"/>
                  </a:lnTo>
                  <a:lnTo>
                    <a:pt x="711735" y="596691"/>
                  </a:lnTo>
                  <a:lnTo>
                    <a:pt x="721485" y="563500"/>
                  </a:lnTo>
                  <a:lnTo>
                    <a:pt x="731235" y="564923"/>
                  </a:lnTo>
                  <a:lnTo>
                    <a:pt x="740985" y="554862"/>
                  </a:lnTo>
                  <a:lnTo>
                    <a:pt x="750734" y="558284"/>
                  </a:lnTo>
                  <a:lnTo>
                    <a:pt x="760484" y="553357"/>
                  </a:lnTo>
                  <a:lnTo>
                    <a:pt x="770233" y="533190"/>
                  </a:lnTo>
                  <a:lnTo>
                    <a:pt x="779983" y="529481"/>
                  </a:lnTo>
                  <a:lnTo>
                    <a:pt x="789733" y="543196"/>
                  </a:lnTo>
                  <a:lnTo>
                    <a:pt x="799482" y="564639"/>
                  </a:lnTo>
                  <a:lnTo>
                    <a:pt x="809232" y="600091"/>
                  </a:lnTo>
                  <a:lnTo>
                    <a:pt x="818982" y="606450"/>
                  </a:lnTo>
                  <a:lnTo>
                    <a:pt x="828732" y="613902"/>
                  </a:lnTo>
                  <a:lnTo>
                    <a:pt x="838482" y="635053"/>
                  </a:lnTo>
                  <a:lnTo>
                    <a:pt x="848232" y="630768"/>
                  </a:lnTo>
                  <a:lnTo>
                    <a:pt x="857982" y="643643"/>
                  </a:lnTo>
                  <a:lnTo>
                    <a:pt x="867732" y="646325"/>
                  </a:lnTo>
                  <a:lnTo>
                    <a:pt x="877482" y="645880"/>
                  </a:lnTo>
                  <a:lnTo>
                    <a:pt x="887231" y="667114"/>
                  </a:lnTo>
                  <a:lnTo>
                    <a:pt x="896981" y="673012"/>
                  </a:lnTo>
                  <a:lnTo>
                    <a:pt x="906730" y="667004"/>
                  </a:lnTo>
                  <a:lnTo>
                    <a:pt x="916480" y="650694"/>
                  </a:lnTo>
                  <a:lnTo>
                    <a:pt x="926230" y="629370"/>
                  </a:lnTo>
                  <a:lnTo>
                    <a:pt x="935979" y="661375"/>
                  </a:lnTo>
                  <a:lnTo>
                    <a:pt x="945729" y="668295"/>
                  </a:lnTo>
                  <a:lnTo>
                    <a:pt x="955479" y="657727"/>
                  </a:lnTo>
                  <a:lnTo>
                    <a:pt x="965229" y="635838"/>
                  </a:lnTo>
                  <a:lnTo>
                    <a:pt x="974979" y="622822"/>
                  </a:lnTo>
                  <a:lnTo>
                    <a:pt x="984729" y="594571"/>
                  </a:lnTo>
                  <a:lnTo>
                    <a:pt x="994474" y="595451"/>
                  </a:lnTo>
                  <a:lnTo>
                    <a:pt x="1004233" y="621031"/>
                  </a:lnTo>
                  <a:lnTo>
                    <a:pt x="1013977" y="614501"/>
                  </a:lnTo>
                  <a:lnTo>
                    <a:pt x="1023721" y="622937"/>
                  </a:lnTo>
                  <a:lnTo>
                    <a:pt x="1033480" y="614737"/>
                  </a:lnTo>
                  <a:lnTo>
                    <a:pt x="1043224" y="604552"/>
                  </a:lnTo>
                  <a:lnTo>
                    <a:pt x="1052983" y="602723"/>
                  </a:lnTo>
                  <a:lnTo>
                    <a:pt x="1062727" y="582121"/>
                  </a:lnTo>
                  <a:lnTo>
                    <a:pt x="1072471" y="569882"/>
                  </a:lnTo>
                  <a:lnTo>
                    <a:pt x="1082230" y="563915"/>
                  </a:lnTo>
                  <a:lnTo>
                    <a:pt x="1091973" y="548347"/>
                  </a:lnTo>
                  <a:lnTo>
                    <a:pt x="1101732" y="525897"/>
                  </a:lnTo>
                  <a:lnTo>
                    <a:pt x="1111476" y="525714"/>
                  </a:lnTo>
                  <a:lnTo>
                    <a:pt x="1121220" y="500977"/>
                  </a:lnTo>
                  <a:lnTo>
                    <a:pt x="1130979" y="462241"/>
                  </a:lnTo>
                  <a:lnTo>
                    <a:pt x="1140723" y="472768"/>
                  </a:lnTo>
                  <a:lnTo>
                    <a:pt x="1150482" y="470471"/>
                  </a:lnTo>
                  <a:lnTo>
                    <a:pt x="1160226" y="457732"/>
                  </a:lnTo>
                  <a:lnTo>
                    <a:pt x="1169969" y="407001"/>
                  </a:lnTo>
                  <a:lnTo>
                    <a:pt x="1179728" y="373546"/>
                  </a:lnTo>
                  <a:lnTo>
                    <a:pt x="1189472" y="391228"/>
                  </a:lnTo>
                  <a:lnTo>
                    <a:pt x="1199231" y="395957"/>
                  </a:lnTo>
                  <a:lnTo>
                    <a:pt x="1208975" y="376539"/>
                  </a:lnTo>
                  <a:lnTo>
                    <a:pt x="1218719" y="358843"/>
                  </a:lnTo>
                  <a:lnTo>
                    <a:pt x="1228478" y="361414"/>
                  </a:lnTo>
                  <a:lnTo>
                    <a:pt x="1238222" y="342379"/>
                  </a:lnTo>
                  <a:lnTo>
                    <a:pt x="1247966" y="318288"/>
                  </a:lnTo>
                  <a:lnTo>
                    <a:pt x="1257725" y="326484"/>
                  </a:lnTo>
                  <a:lnTo>
                    <a:pt x="1267469" y="305291"/>
                  </a:lnTo>
                  <a:lnTo>
                    <a:pt x="1277227" y="335905"/>
                  </a:lnTo>
                  <a:lnTo>
                    <a:pt x="1286971" y="373900"/>
                  </a:lnTo>
                  <a:lnTo>
                    <a:pt x="1296715" y="342693"/>
                  </a:lnTo>
                  <a:lnTo>
                    <a:pt x="1306474" y="318557"/>
                  </a:lnTo>
                  <a:lnTo>
                    <a:pt x="1316218" y="305198"/>
                  </a:lnTo>
                  <a:lnTo>
                    <a:pt x="1325977" y="344168"/>
                  </a:lnTo>
                  <a:lnTo>
                    <a:pt x="1335721" y="375892"/>
                  </a:lnTo>
                  <a:lnTo>
                    <a:pt x="1345465" y="343886"/>
                  </a:lnTo>
                  <a:lnTo>
                    <a:pt x="1355224" y="353572"/>
                  </a:lnTo>
                  <a:lnTo>
                    <a:pt x="1364967" y="345798"/>
                  </a:lnTo>
                  <a:lnTo>
                    <a:pt x="1374726" y="333453"/>
                  </a:lnTo>
                  <a:lnTo>
                    <a:pt x="1384470" y="342024"/>
                  </a:lnTo>
                  <a:lnTo>
                    <a:pt x="1394214" y="332049"/>
                  </a:lnTo>
                  <a:lnTo>
                    <a:pt x="1403973" y="338931"/>
                  </a:lnTo>
                  <a:lnTo>
                    <a:pt x="1413717" y="344727"/>
                  </a:lnTo>
                  <a:lnTo>
                    <a:pt x="1423476" y="360496"/>
                  </a:lnTo>
                  <a:lnTo>
                    <a:pt x="1433220" y="347513"/>
                  </a:lnTo>
                  <a:lnTo>
                    <a:pt x="1442964" y="339753"/>
                  </a:lnTo>
                  <a:lnTo>
                    <a:pt x="1452722" y="345014"/>
                  </a:lnTo>
                  <a:lnTo>
                    <a:pt x="1462466" y="310161"/>
                  </a:lnTo>
                  <a:lnTo>
                    <a:pt x="1472225" y="334966"/>
                  </a:lnTo>
                  <a:lnTo>
                    <a:pt x="1481969" y="340649"/>
                  </a:lnTo>
                  <a:lnTo>
                    <a:pt x="1491713" y="335072"/>
                  </a:lnTo>
                  <a:lnTo>
                    <a:pt x="1501472" y="318563"/>
                  </a:lnTo>
                  <a:lnTo>
                    <a:pt x="1511216" y="326188"/>
                  </a:lnTo>
                  <a:lnTo>
                    <a:pt x="1520960" y="358697"/>
                  </a:lnTo>
                  <a:lnTo>
                    <a:pt x="1530719" y="339111"/>
                  </a:lnTo>
                  <a:lnTo>
                    <a:pt x="1540463" y="317694"/>
                  </a:lnTo>
                  <a:lnTo>
                    <a:pt x="1550221" y="275025"/>
                  </a:lnTo>
                  <a:lnTo>
                    <a:pt x="1559965" y="276401"/>
                  </a:lnTo>
                  <a:lnTo>
                    <a:pt x="1569709" y="290433"/>
                  </a:lnTo>
                  <a:lnTo>
                    <a:pt x="1579468" y="282614"/>
                  </a:lnTo>
                  <a:lnTo>
                    <a:pt x="1589212" y="283362"/>
                  </a:lnTo>
                  <a:lnTo>
                    <a:pt x="1598971" y="293690"/>
                  </a:lnTo>
                  <a:lnTo>
                    <a:pt x="1608715" y="295585"/>
                  </a:lnTo>
                  <a:lnTo>
                    <a:pt x="1618459" y="278253"/>
                  </a:lnTo>
                  <a:lnTo>
                    <a:pt x="1628218" y="272225"/>
                  </a:lnTo>
                  <a:lnTo>
                    <a:pt x="1637962" y="271848"/>
                  </a:lnTo>
                  <a:lnTo>
                    <a:pt x="1647720" y="253026"/>
                  </a:lnTo>
                  <a:lnTo>
                    <a:pt x="1657464" y="292458"/>
                  </a:lnTo>
                  <a:lnTo>
                    <a:pt x="1667208" y="275905"/>
                  </a:lnTo>
                  <a:lnTo>
                    <a:pt x="1676967" y="292634"/>
                  </a:lnTo>
                  <a:lnTo>
                    <a:pt x="1686711" y="295414"/>
                  </a:lnTo>
                  <a:lnTo>
                    <a:pt x="1696470" y="305425"/>
                  </a:lnTo>
                  <a:lnTo>
                    <a:pt x="1706214" y="286197"/>
                  </a:lnTo>
                  <a:lnTo>
                    <a:pt x="1715958" y="276869"/>
                  </a:lnTo>
                  <a:lnTo>
                    <a:pt x="1725716" y="281357"/>
                  </a:lnTo>
                  <a:lnTo>
                    <a:pt x="1735460" y="317384"/>
                  </a:lnTo>
                  <a:lnTo>
                    <a:pt x="1745219" y="277958"/>
                  </a:lnTo>
                  <a:lnTo>
                    <a:pt x="1754963" y="269630"/>
                  </a:lnTo>
                  <a:lnTo>
                    <a:pt x="1764707" y="255072"/>
                  </a:lnTo>
                  <a:lnTo>
                    <a:pt x="1774466" y="196704"/>
                  </a:lnTo>
                  <a:lnTo>
                    <a:pt x="1784210" y="203517"/>
                  </a:lnTo>
                  <a:lnTo>
                    <a:pt x="1793969" y="209331"/>
                  </a:lnTo>
                  <a:lnTo>
                    <a:pt x="1803713" y="225082"/>
                  </a:lnTo>
                  <a:lnTo>
                    <a:pt x="1813457" y="204827"/>
                  </a:lnTo>
                  <a:lnTo>
                    <a:pt x="1823215" y="176964"/>
                  </a:lnTo>
                  <a:lnTo>
                    <a:pt x="1832959" y="192624"/>
                  </a:lnTo>
                  <a:lnTo>
                    <a:pt x="1842703" y="202525"/>
                  </a:lnTo>
                  <a:lnTo>
                    <a:pt x="1852462" y="196267"/>
                  </a:lnTo>
                  <a:lnTo>
                    <a:pt x="1862206" y="165227"/>
                  </a:lnTo>
                  <a:lnTo>
                    <a:pt x="1871965" y="185689"/>
                  </a:lnTo>
                  <a:lnTo>
                    <a:pt x="1881709" y="162213"/>
                  </a:lnTo>
                  <a:lnTo>
                    <a:pt x="1891453" y="173533"/>
                  </a:lnTo>
                  <a:lnTo>
                    <a:pt x="1901212" y="201631"/>
                  </a:lnTo>
                  <a:lnTo>
                    <a:pt x="1910956" y="196665"/>
                  </a:lnTo>
                  <a:lnTo>
                    <a:pt x="1920714" y="226183"/>
                  </a:lnTo>
                  <a:lnTo>
                    <a:pt x="1930458" y="233841"/>
                  </a:lnTo>
                  <a:lnTo>
                    <a:pt x="1940202" y="248673"/>
                  </a:lnTo>
                  <a:lnTo>
                    <a:pt x="1949961" y="246492"/>
                  </a:lnTo>
                  <a:lnTo>
                    <a:pt x="1959705" y="259887"/>
                  </a:lnTo>
                  <a:lnTo>
                    <a:pt x="1969464" y="258019"/>
                  </a:lnTo>
                  <a:lnTo>
                    <a:pt x="1979208" y="252931"/>
                  </a:lnTo>
                  <a:lnTo>
                    <a:pt x="1988952" y="230289"/>
                  </a:lnTo>
                  <a:lnTo>
                    <a:pt x="1998711" y="200050"/>
                  </a:lnTo>
                  <a:lnTo>
                    <a:pt x="2008454" y="205907"/>
                  </a:lnTo>
                  <a:lnTo>
                    <a:pt x="2018213" y="202306"/>
                  </a:lnTo>
                  <a:lnTo>
                    <a:pt x="2027957" y="236484"/>
                  </a:lnTo>
                  <a:lnTo>
                    <a:pt x="2037701" y="266963"/>
                  </a:lnTo>
                  <a:lnTo>
                    <a:pt x="2047460" y="260327"/>
                  </a:lnTo>
                  <a:lnTo>
                    <a:pt x="2057204" y="259785"/>
                  </a:lnTo>
                  <a:lnTo>
                    <a:pt x="2066963" y="261830"/>
                  </a:lnTo>
                  <a:lnTo>
                    <a:pt x="2076707" y="259832"/>
                  </a:lnTo>
                  <a:lnTo>
                    <a:pt x="2086451" y="278535"/>
                  </a:lnTo>
                  <a:lnTo>
                    <a:pt x="2096210" y="241581"/>
                  </a:lnTo>
                  <a:lnTo>
                    <a:pt x="2105954" y="238506"/>
                  </a:lnTo>
                  <a:lnTo>
                    <a:pt x="2115697" y="229300"/>
                  </a:lnTo>
                  <a:lnTo>
                    <a:pt x="2125456" y="241046"/>
                  </a:lnTo>
                  <a:lnTo>
                    <a:pt x="2135200" y="221765"/>
                  </a:lnTo>
                  <a:lnTo>
                    <a:pt x="2144959" y="215442"/>
                  </a:lnTo>
                  <a:lnTo>
                    <a:pt x="2154703" y="198554"/>
                  </a:lnTo>
                  <a:lnTo>
                    <a:pt x="2164447" y="224146"/>
                  </a:lnTo>
                  <a:lnTo>
                    <a:pt x="2174206" y="170376"/>
                  </a:lnTo>
                  <a:lnTo>
                    <a:pt x="2183950" y="188155"/>
                  </a:lnTo>
                  <a:lnTo>
                    <a:pt x="2193709" y="209612"/>
                  </a:lnTo>
                  <a:lnTo>
                    <a:pt x="2203452" y="178849"/>
                  </a:lnTo>
                  <a:lnTo>
                    <a:pt x="2213196" y="183931"/>
                  </a:lnTo>
                  <a:lnTo>
                    <a:pt x="2222955" y="196959"/>
                  </a:lnTo>
                  <a:lnTo>
                    <a:pt x="2232699" y="212190"/>
                  </a:lnTo>
                  <a:lnTo>
                    <a:pt x="2242458" y="236213"/>
                  </a:lnTo>
                  <a:lnTo>
                    <a:pt x="2252202" y="247347"/>
                  </a:lnTo>
                  <a:lnTo>
                    <a:pt x="2261946" y="223625"/>
                  </a:lnTo>
                  <a:lnTo>
                    <a:pt x="2271705" y="262247"/>
                  </a:lnTo>
                  <a:lnTo>
                    <a:pt x="2281449" y="274213"/>
                  </a:lnTo>
                  <a:lnTo>
                    <a:pt x="2291208" y="288237"/>
                  </a:lnTo>
                  <a:lnTo>
                    <a:pt x="2300951" y="265667"/>
                  </a:lnTo>
                  <a:lnTo>
                    <a:pt x="2310695" y="265364"/>
                  </a:lnTo>
                  <a:lnTo>
                    <a:pt x="2320454" y="267882"/>
                  </a:lnTo>
                  <a:lnTo>
                    <a:pt x="2330198" y="276513"/>
                  </a:lnTo>
                  <a:lnTo>
                    <a:pt x="2339957" y="305465"/>
                  </a:lnTo>
                  <a:lnTo>
                    <a:pt x="2349701" y="306904"/>
                  </a:lnTo>
                  <a:lnTo>
                    <a:pt x="2359445" y="282215"/>
                  </a:lnTo>
                  <a:lnTo>
                    <a:pt x="2369204" y="280378"/>
                  </a:lnTo>
                  <a:lnTo>
                    <a:pt x="2378948" y="311696"/>
                  </a:lnTo>
                  <a:lnTo>
                    <a:pt x="2388692" y="304796"/>
                  </a:lnTo>
                  <a:lnTo>
                    <a:pt x="2398450" y="298403"/>
                  </a:lnTo>
                  <a:lnTo>
                    <a:pt x="2408194" y="285660"/>
                  </a:lnTo>
                  <a:lnTo>
                    <a:pt x="2417953" y="261549"/>
                  </a:lnTo>
                  <a:lnTo>
                    <a:pt x="2427697" y="253239"/>
                  </a:lnTo>
                  <a:lnTo>
                    <a:pt x="2437441" y="252332"/>
                  </a:lnTo>
                  <a:lnTo>
                    <a:pt x="2447200" y="222814"/>
                  </a:lnTo>
                  <a:lnTo>
                    <a:pt x="2456944" y="198536"/>
                  </a:lnTo>
                  <a:lnTo>
                    <a:pt x="2466703" y="194219"/>
                  </a:lnTo>
                  <a:lnTo>
                    <a:pt x="2476446" y="174053"/>
                  </a:lnTo>
                  <a:lnTo>
                    <a:pt x="2486190" y="166122"/>
                  </a:lnTo>
                  <a:lnTo>
                    <a:pt x="2495949" y="154921"/>
                  </a:lnTo>
                  <a:lnTo>
                    <a:pt x="2505693" y="127844"/>
                  </a:lnTo>
                  <a:lnTo>
                    <a:pt x="2515452" y="104773"/>
                  </a:lnTo>
                  <a:lnTo>
                    <a:pt x="2525196" y="113618"/>
                  </a:lnTo>
                  <a:lnTo>
                    <a:pt x="2534940" y="122993"/>
                  </a:lnTo>
                  <a:lnTo>
                    <a:pt x="2544699" y="101782"/>
                  </a:lnTo>
                  <a:lnTo>
                    <a:pt x="2554443" y="125268"/>
                  </a:lnTo>
                  <a:lnTo>
                    <a:pt x="2564202" y="124263"/>
                  </a:lnTo>
                  <a:lnTo>
                    <a:pt x="2573946" y="148698"/>
                  </a:lnTo>
                  <a:lnTo>
                    <a:pt x="2583690" y="120516"/>
                  </a:lnTo>
                  <a:lnTo>
                    <a:pt x="2593448" y="112593"/>
                  </a:lnTo>
                  <a:lnTo>
                    <a:pt x="2603192" y="137968"/>
                  </a:lnTo>
                  <a:lnTo>
                    <a:pt x="2612951" y="151289"/>
                  </a:lnTo>
                  <a:lnTo>
                    <a:pt x="2622695" y="154575"/>
                  </a:lnTo>
                  <a:lnTo>
                    <a:pt x="2632439" y="130652"/>
                  </a:lnTo>
                  <a:lnTo>
                    <a:pt x="2642198" y="84970"/>
                  </a:lnTo>
                  <a:lnTo>
                    <a:pt x="2651942" y="93607"/>
                  </a:lnTo>
                  <a:lnTo>
                    <a:pt x="2661685" y="70259"/>
                  </a:lnTo>
                  <a:lnTo>
                    <a:pt x="2671444" y="74282"/>
                  </a:lnTo>
                  <a:lnTo>
                    <a:pt x="2681188" y="53696"/>
                  </a:lnTo>
                  <a:lnTo>
                    <a:pt x="2690947" y="63136"/>
                  </a:lnTo>
                  <a:lnTo>
                    <a:pt x="2700691" y="80915"/>
                  </a:lnTo>
                  <a:lnTo>
                    <a:pt x="2710435" y="81083"/>
                  </a:lnTo>
                  <a:lnTo>
                    <a:pt x="2720194" y="58723"/>
                  </a:lnTo>
                  <a:lnTo>
                    <a:pt x="2729938" y="58857"/>
                  </a:lnTo>
                  <a:lnTo>
                    <a:pt x="2739697" y="94141"/>
                  </a:lnTo>
                  <a:lnTo>
                    <a:pt x="2749441" y="125022"/>
                  </a:lnTo>
                  <a:lnTo>
                    <a:pt x="2759185" y="97727"/>
                  </a:lnTo>
                  <a:lnTo>
                    <a:pt x="2768943" y="115163"/>
                  </a:lnTo>
                  <a:lnTo>
                    <a:pt x="2778687" y="90635"/>
                  </a:lnTo>
                  <a:lnTo>
                    <a:pt x="2788446" y="86591"/>
                  </a:lnTo>
                  <a:lnTo>
                    <a:pt x="2798190" y="82718"/>
                  </a:lnTo>
                  <a:lnTo>
                    <a:pt x="2807934" y="48119"/>
                  </a:lnTo>
                  <a:lnTo>
                    <a:pt x="2817693" y="63917"/>
                  </a:lnTo>
                  <a:lnTo>
                    <a:pt x="2827437" y="42960"/>
                  </a:lnTo>
                  <a:lnTo>
                    <a:pt x="2837196" y="32255"/>
                  </a:lnTo>
                  <a:lnTo>
                    <a:pt x="2846940" y="23622"/>
                  </a:lnTo>
                  <a:lnTo>
                    <a:pt x="2856684" y="37338"/>
                  </a:lnTo>
                  <a:lnTo>
                    <a:pt x="2866442" y="28266"/>
                  </a:lnTo>
                  <a:lnTo>
                    <a:pt x="2876186" y="10140"/>
                  </a:lnTo>
                  <a:lnTo>
                    <a:pt x="2885945" y="16030"/>
                  </a:lnTo>
                  <a:lnTo>
                    <a:pt x="2895689" y="4203"/>
                  </a:lnTo>
                  <a:lnTo>
                    <a:pt x="2905433" y="5682"/>
                  </a:lnTo>
                  <a:lnTo>
                    <a:pt x="2915192" y="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9" name="Freeform 1108">
              <a:extLst>
                <a:ext uri="{FF2B5EF4-FFF2-40B4-BE49-F238E27FC236}">
                  <a16:creationId xmlns:a16="http://schemas.microsoft.com/office/drawing/2014/main" id="{8902379E-315A-7C98-A541-13D0D75468BB}"/>
                </a:ext>
              </a:extLst>
            </p:cNvPr>
            <p:cNvSpPr/>
            <p:nvPr/>
          </p:nvSpPr>
          <p:spPr>
            <a:xfrm>
              <a:off x="4426652" y="3211746"/>
              <a:ext cx="2915191" cy="471107"/>
            </a:xfrm>
            <a:custGeom>
              <a:avLst/>
              <a:gdLst>
                <a:gd name="connsiteX0" fmla="*/ 0 w 2915191"/>
                <a:gd name="connsiteY0" fmla="*/ 436442 h 471107"/>
                <a:gd name="connsiteX1" fmla="*/ 9750 w 2915191"/>
                <a:gd name="connsiteY1" fmla="*/ 409734 h 471107"/>
                <a:gd name="connsiteX2" fmla="*/ 19500 w 2915191"/>
                <a:gd name="connsiteY2" fmla="*/ 401747 h 471107"/>
                <a:gd name="connsiteX3" fmla="*/ 29250 w 2915191"/>
                <a:gd name="connsiteY3" fmla="*/ 404101 h 471107"/>
                <a:gd name="connsiteX4" fmla="*/ 39000 w 2915191"/>
                <a:gd name="connsiteY4" fmla="*/ 421978 h 471107"/>
                <a:gd name="connsiteX5" fmla="*/ 48749 w 2915191"/>
                <a:gd name="connsiteY5" fmla="*/ 402509 h 471107"/>
                <a:gd name="connsiteX6" fmla="*/ 58499 w 2915191"/>
                <a:gd name="connsiteY6" fmla="*/ 365405 h 471107"/>
                <a:gd name="connsiteX7" fmla="*/ 68249 w 2915191"/>
                <a:gd name="connsiteY7" fmla="*/ 365587 h 471107"/>
                <a:gd name="connsiteX8" fmla="*/ 77998 w 2915191"/>
                <a:gd name="connsiteY8" fmla="*/ 360351 h 471107"/>
                <a:gd name="connsiteX9" fmla="*/ 87748 w 2915191"/>
                <a:gd name="connsiteY9" fmla="*/ 398238 h 471107"/>
                <a:gd name="connsiteX10" fmla="*/ 97497 w 2915191"/>
                <a:gd name="connsiteY10" fmla="*/ 386876 h 471107"/>
                <a:gd name="connsiteX11" fmla="*/ 107247 w 2915191"/>
                <a:gd name="connsiteY11" fmla="*/ 418089 h 471107"/>
                <a:gd name="connsiteX12" fmla="*/ 116997 w 2915191"/>
                <a:gd name="connsiteY12" fmla="*/ 464205 h 471107"/>
                <a:gd name="connsiteX13" fmla="*/ 126747 w 2915191"/>
                <a:gd name="connsiteY13" fmla="*/ 471107 h 471107"/>
                <a:gd name="connsiteX14" fmla="*/ 136497 w 2915191"/>
                <a:gd name="connsiteY14" fmla="*/ 469080 h 471107"/>
                <a:gd name="connsiteX15" fmla="*/ 146247 w 2915191"/>
                <a:gd name="connsiteY15" fmla="*/ 448214 h 471107"/>
                <a:gd name="connsiteX16" fmla="*/ 155997 w 2915191"/>
                <a:gd name="connsiteY16" fmla="*/ 432851 h 471107"/>
                <a:gd name="connsiteX17" fmla="*/ 165747 w 2915191"/>
                <a:gd name="connsiteY17" fmla="*/ 447670 h 471107"/>
                <a:gd name="connsiteX18" fmla="*/ 175497 w 2915191"/>
                <a:gd name="connsiteY18" fmla="*/ 429490 h 471107"/>
                <a:gd name="connsiteX19" fmla="*/ 185247 w 2915191"/>
                <a:gd name="connsiteY19" fmla="*/ 409618 h 471107"/>
                <a:gd name="connsiteX20" fmla="*/ 194996 w 2915191"/>
                <a:gd name="connsiteY20" fmla="*/ 421869 h 471107"/>
                <a:gd name="connsiteX21" fmla="*/ 204746 w 2915191"/>
                <a:gd name="connsiteY21" fmla="*/ 427179 h 471107"/>
                <a:gd name="connsiteX22" fmla="*/ 214495 w 2915191"/>
                <a:gd name="connsiteY22" fmla="*/ 407085 h 471107"/>
                <a:gd name="connsiteX23" fmla="*/ 224245 w 2915191"/>
                <a:gd name="connsiteY23" fmla="*/ 408917 h 471107"/>
                <a:gd name="connsiteX24" fmla="*/ 233995 w 2915191"/>
                <a:gd name="connsiteY24" fmla="*/ 387669 h 471107"/>
                <a:gd name="connsiteX25" fmla="*/ 243744 w 2915191"/>
                <a:gd name="connsiteY25" fmla="*/ 367430 h 471107"/>
                <a:gd name="connsiteX26" fmla="*/ 253494 w 2915191"/>
                <a:gd name="connsiteY26" fmla="*/ 384523 h 471107"/>
                <a:gd name="connsiteX27" fmla="*/ 263244 w 2915191"/>
                <a:gd name="connsiteY27" fmla="*/ 366557 h 471107"/>
                <a:gd name="connsiteX28" fmla="*/ 272994 w 2915191"/>
                <a:gd name="connsiteY28" fmla="*/ 371357 h 471107"/>
                <a:gd name="connsiteX29" fmla="*/ 282744 w 2915191"/>
                <a:gd name="connsiteY29" fmla="*/ 358380 h 471107"/>
                <a:gd name="connsiteX30" fmla="*/ 292494 w 2915191"/>
                <a:gd name="connsiteY30" fmla="*/ 352011 h 471107"/>
                <a:gd name="connsiteX31" fmla="*/ 302244 w 2915191"/>
                <a:gd name="connsiteY31" fmla="*/ 348349 h 471107"/>
                <a:gd name="connsiteX32" fmla="*/ 311994 w 2915191"/>
                <a:gd name="connsiteY32" fmla="*/ 368684 h 471107"/>
                <a:gd name="connsiteX33" fmla="*/ 321744 w 2915191"/>
                <a:gd name="connsiteY33" fmla="*/ 345411 h 471107"/>
                <a:gd name="connsiteX34" fmla="*/ 331493 w 2915191"/>
                <a:gd name="connsiteY34" fmla="*/ 343907 h 471107"/>
                <a:gd name="connsiteX35" fmla="*/ 341243 w 2915191"/>
                <a:gd name="connsiteY35" fmla="*/ 314641 h 471107"/>
                <a:gd name="connsiteX36" fmla="*/ 350993 w 2915191"/>
                <a:gd name="connsiteY36" fmla="*/ 290986 h 471107"/>
                <a:gd name="connsiteX37" fmla="*/ 360742 w 2915191"/>
                <a:gd name="connsiteY37" fmla="*/ 293331 h 471107"/>
                <a:gd name="connsiteX38" fmla="*/ 370492 w 2915191"/>
                <a:gd name="connsiteY38" fmla="*/ 283273 h 471107"/>
                <a:gd name="connsiteX39" fmla="*/ 380241 w 2915191"/>
                <a:gd name="connsiteY39" fmla="*/ 285205 h 471107"/>
                <a:gd name="connsiteX40" fmla="*/ 389991 w 2915191"/>
                <a:gd name="connsiteY40" fmla="*/ 299046 h 471107"/>
                <a:gd name="connsiteX41" fmla="*/ 399741 w 2915191"/>
                <a:gd name="connsiteY41" fmla="*/ 286569 h 471107"/>
                <a:gd name="connsiteX42" fmla="*/ 409491 w 2915191"/>
                <a:gd name="connsiteY42" fmla="*/ 272984 h 471107"/>
                <a:gd name="connsiteX43" fmla="*/ 419241 w 2915191"/>
                <a:gd name="connsiteY43" fmla="*/ 278343 h 471107"/>
                <a:gd name="connsiteX44" fmla="*/ 428991 w 2915191"/>
                <a:gd name="connsiteY44" fmla="*/ 277823 h 471107"/>
                <a:gd name="connsiteX45" fmla="*/ 438741 w 2915191"/>
                <a:gd name="connsiteY45" fmla="*/ 264943 h 471107"/>
                <a:gd name="connsiteX46" fmla="*/ 448491 w 2915191"/>
                <a:gd name="connsiteY46" fmla="*/ 247311 h 471107"/>
                <a:gd name="connsiteX47" fmla="*/ 458241 w 2915191"/>
                <a:gd name="connsiteY47" fmla="*/ 237712 h 471107"/>
                <a:gd name="connsiteX48" fmla="*/ 467991 w 2915191"/>
                <a:gd name="connsiteY48" fmla="*/ 233831 h 471107"/>
                <a:gd name="connsiteX49" fmla="*/ 477740 w 2915191"/>
                <a:gd name="connsiteY49" fmla="*/ 231241 h 471107"/>
                <a:gd name="connsiteX50" fmla="*/ 487490 w 2915191"/>
                <a:gd name="connsiteY50" fmla="*/ 226310 h 471107"/>
                <a:gd name="connsiteX51" fmla="*/ 497239 w 2915191"/>
                <a:gd name="connsiteY51" fmla="*/ 183535 h 471107"/>
                <a:gd name="connsiteX52" fmla="*/ 506989 w 2915191"/>
                <a:gd name="connsiteY52" fmla="*/ 167390 h 471107"/>
                <a:gd name="connsiteX53" fmla="*/ 516738 w 2915191"/>
                <a:gd name="connsiteY53" fmla="*/ 165957 h 471107"/>
                <a:gd name="connsiteX54" fmla="*/ 526488 w 2915191"/>
                <a:gd name="connsiteY54" fmla="*/ 172623 h 471107"/>
                <a:gd name="connsiteX55" fmla="*/ 536238 w 2915191"/>
                <a:gd name="connsiteY55" fmla="*/ 159701 h 471107"/>
                <a:gd name="connsiteX56" fmla="*/ 545988 w 2915191"/>
                <a:gd name="connsiteY56" fmla="*/ 144788 h 471107"/>
                <a:gd name="connsiteX57" fmla="*/ 555738 w 2915191"/>
                <a:gd name="connsiteY57" fmla="*/ 106558 h 471107"/>
                <a:gd name="connsiteX58" fmla="*/ 565488 w 2915191"/>
                <a:gd name="connsiteY58" fmla="*/ 70724 h 471107"/>
                <a:gd name="connsiteX59" fmla="*/ 575238 w 2915191"/>
                <a:gd name="connsiteY59" fmla="*/ 73579 h 471107"/>
                <a:gd name="connsiteX60" fmla="*/ 584988 w 2915191"/>
                <a:gd name="connsiteY60" fmla="*/ 52748 h 471107"/>
                <a:gd name="connsiteX61" fmla="*/ 594738 w 2915191"/>
                <a:gd name="connsiteY61" fmla="*/ 43307 h 471107"/>
                <a:gd name="connsiteX62" fmla="*/ 604488 w 2915191"/>
                <a:gd name="connsiteY62" fmla="*/ 39888 h 471107"/>
                <a:gd name="connsiteX63" fmla="*/ 614237 w 2915191"/>
                <a:gd name="connsiteY63" fmla="*/ 47082 h 471107"/>
                <a:gd name="connsiteX64" fmla="*/ 623987 w 2915191"/>
                <a:gd name="connsiteY64" fmla="*/ 56597 h 471107"/>
                <a:gd name="connsiteX65" fmla="*/ 633736 w 2915191"/>
                <a:gd name="connsiteY65" fmla="*/ 66162 h 471107"/>
                <a:gd name="connsiteX66" fmla="*/ 643486 w 2915191"/>
                <a:gd name="connsiteY66" fmla="*/ 91100 h 471107"/>
                <a:gd name="connsiteX67" fmla="*/ 653236 w 2915191"/>
                <a:gd name="connsiteY67" fmla="*/ 92564 h 471107"/>
                <a:gd name="connsiteX68" fmla="*/ 662985 w 2915191"/>
                <a:gd name="connsiteY68" fmla="*/ 87813 h 471107"/>
                <a:gd name="connsiteX69" fmla="*/ 672735 w 2915191"/>
                <a:gd name="connsiteY69" fmla="*/ 63443 h 471107"/>
                <a:gd name="connsiteX70" fmla="*/ 682485 w 2915191"/>
                <a:gd name="connsiteY70" fmla="*/ 47952 h 471107"/>
                <a:gd name="connsiteX71" fmla="*/ 692235 w 2915191"/>
                <a:gd name="connsiteY71" fmla="*/ 12771 h 471107"/>
                <a:gd name="connsiteX72" fmla="*/ 701985 w 2915191"/>
                <a:gd name="connsiteY72" fmla="*/ 31242 h 471107"/>
                <a:gd name="connsiteX73" fmla="*/ 711735 w 2915191"/>
                <a:gd name="connsiteY73" fmla="*/ 17944 h 471107"/>
                <a:gd name="connsiteX74" fmla="*/ 721485 w 2915191"/>
                <a:gd name="connsiteY74" fmla="*/ 18716 h 471107"/>
                <a:gd name="connsiteX75" fmla="*/ 731235 w 2915191"/>
                <a:gd name="connsiteY75" fmla="*/ 0 h 471107"/>
                <a:gd name="connsiteX76" fmla="*/ 740985 w 2915191"/>
                <a:gd name="connsiteY76" fmla="*/ 5408 h 471107"/>
                <a:gd name="connsiteX77" fmla="*/ 750734 w 2915191"/>
                <a:gd name="connsiteY77" fmla="*/ 54785 h 471107"/>
                <a:gd name="connsiteX78" fmla="*/ 760484 w 2915191"/>
                <a:gd name="connsiteY78" fmla="*/ 45655 h 471107"/>
                <a:gd name="connsiteX79" fmla="*/ 770233 w 2915191"/>
                <a:gd name="connsiteY79" fmla="*/ 36103 h 471107"/>
                <a:gd name="connsiteX80" fmla="*/ 779983 w 2915191"/>
                <a:gd name="connsiteY80" fmla="*/ 45071 h 471107"/>
                <a:gd name="connsiteX81" fmla="*/ 789733 w 2915191"/>
                <a:gd name="connsiteY81" fmla="*/ 77886 h 471107"/>
                <a:gd name="connsiteX82" fmla="*/ 799482 w 2915191"/>
                <a:gd name="connsiteY82" fmla="*/ 66503 h 471107"/>
                <a:gd name="connsiteX83" fmla="*/ 809232 w 2915191"/>
                <a:gd name="connsiteY83" fmla="*/ 90501 h 471107"/>
                <a:gd name="connsiteX84" fmla="*/ 818982 w 2915191"/>
                <a:gd name="connsiteY84" fmla="*/ 60737 h 471107"/>
                <a:gd name="connsiteX85" fmla="*/ 828732 w 2915191"/>
                <a:gd name="connsiteY85" fmla="*/ 72954 h 471107"/>
                <a:gd name="connsiteX86" fmla="*/ 838482 w 2915191"/>
                <a:gd name="connsiteY86" fmla="*/ 100732 h 471107"/>
                <a:gd name="connsiteX87" fmla="*/ 848232 w 2915191"/>
                <a:gd name="connsiteY87" fmla="*/ 109080 h 471107"/>
                <a:gd name="connsiteX88" fmla="*/ 857982 w 2915191"/>
                <a:gd name="connsiteY88" fmla="*/ 125461 h 471107"/>
                <a:gd name="connsiteX89" fmla="*/ 867732 w 2915191"/>
                <a:gd name="connsiteY89" fmla="*/ 110399 h 471107"/>
                <a:gd name="connsiteX90" fmla="*/ 877482 w 2915191"/>
                <a:gd name="connsiteY90" fmla="*/ 119012 h 471107"/>
                <a:gd name="connsiteX91" fmla="*/ 887231 w 2915191"/>
                <a:gd name="connsiteY91" fmla="*/ 121886 h 471107"/>
                <a:gd name="connsiteX92" fmla="*/ 896981 w 2915191"/>
                <a:gd name="connsiteY92" fmla="*/ 125847 h 471107"/>
                <a:gd name="connsiteX93" fmla="*/ 906730 w 2915191"/>
                <a:gd name="connsiteY93" fmla="*/ 141655 h 471107"/>
                <a:gd name="connsiteX94" fmla="*/ 916480 w 2915191"/>
                <a:gd name="connsiteY94" fmla="*/ 157517 h 471107"/>
                <a:gd name="connsiteX95" fmla="*/ 926230 w 2915191"/>
                <a:gd name="connsiteY95" fmla="*/ 143821 h 471107"/>
                <a:gd name="connsiteX96" fmla="*/ 935979 w 2915191"/>
                <a:gd name="connsiteY96" fmla="*/ 140199 h 471107"/>
                <a:gd name="connsiteX97" fmla="*/ 945729 w 2915191"/>
                <a:gd name="connsiteY97" fmla="*/ 145287 h 471107"/>
                <a:gd name="connsiteX98" fmla="*/ 955479 w 2915191"/>
                <a:gd name="connsiteY98" fmla="*/ 189663 h 471107"/>
                <a:gd name="connsiteX99" fmla="*/ 965229 w 2915191"/>
                <a:gd name="connsiteY99" fmla="*/ 212449 h 471107"/>
                <a:gd name="connsiteX100" fmla="*/ 974979 w 2915191"/>
                <a:gd name="connsiteY100" fmla="*/ 239930 h 471107"/>
                <a:gd name="connsiteX101" fmla="*/ 984729 w 2915191"/>
                <a:gd name="connsiteY101" fmla="*/ 267145 h 471107"/>
                <a:gd name="connsiteX102" fmla="*/ 994474 w 2915191"/>
                <a:gd name="connsiteY102" fmla="*/ 253099 h 471107"/>
                <a:gd name="connsiteX103" fmla="*/ 1004233 w 2915191"/>
                <a:gd name="connsiteY103" fmla="*/ 241961 h 471107"/>
                <a:gd name="connsiteX104" fmla="*/ 1013977 w 2915191"/>
                <a:gd name="connsiteY104" fmla="*/ 256534 h 471107"/>
                <a:gd name="connsiteX105" fmla="*/ 1023721 w 2915191"/>
                <a:gd name="connsiteY105" fmla="*/ 303676 h 471107"/>
                <a:gd name="connsiteX106" fmla="*/ 1033480 w 2915191"/>
                <a:gd name="connsiteY106" fmla="*/ 307852 h 471107"/>
                <a:gd name="connsiteX107" fmla="*/ 1043224 w 2915191"/>
                <a:gd name="connsiteY107" fmla="*/ 290027 h 471107"/>
                <a:gd name="connsiteX108" fmla="*/ 1052983 w 2915191"/>
                <a:gd name="connsiteY108" fmla="*/ 298947 h 471107"/>
                <a:gd name="connsiteX109" fmla="*/ 1062727 w 2915191"/>
                <a:gd name="connsiteY109" fmla="*/ 311794 h 471107"/>
                <a:gd name="connsiteX110" fmla="*/ 1072471 w 2915191"/>
                <a:gd name="connsiteY110" fmla="*/ 363023 h 471107"/>
                <a:gd name="connsiteX111" fmla="*/ 1082230 w 2915191"/>
                <a:gd name="connsiteY111" fmla="*/ 316213 h 471107"/>
                <a:gd name="connsiteX112" fmla="*/ 1091973 w 2915191"/>
                <a:gd name="connsiteY112" fmla="*/ 336565 h 471107"/>
                <a:gd name="connsiteX113" fmla="*/ 1101732 w 2915191"/>
                <a:gd name="connsiteY113" fmla="*/ 336593 h 471107"/>
                <a:gd name="connsiteX114" fmla="*/ 1111476 w 2915191"/>
                <a:gd name="connsiteY114" fmla="*/ 350266 h 471107"/>
                <a:gd name="connsiteX115" fmla="*/ 1121220 w 2915191"/>
                <a:gd name="connsiteY115" fmla="*/ 353675 h 471107"/>
                <a:gd name="connsiteX116" fmla="*/ 1130979 w 2915191"/>
                <a:gd name="connsiteY116" fmla="*/ 344670 h 471107"/>
                <a:gd name="connsiteX117" fmla="*/ 1140723 w 2915191"/>
                <a:gd name="connsiteY117" fmla="*/ 347823 h 471107"/>
                <a:gd name="connsiteX118" fmla="*/ 1150482 w 2915191"/>
                <a:gd name="connsiteY118" fmla="*/ 340293 h 471107"/>
                <a:gd name="connsiteX119" fmla="*/ 1160226 w 2915191"/>
                <a:gd name="connsiteY119" fmla="*/ 344231 h 471107"/>
                <a:gd name="connsiteX120" fmla="*/ 1169969 w 2915191"/>
                <a:gd name="connsiteY120" fmla="*/ 341003 h 471107"/>
                <a:gd name="connsiteX121" fmla="*/ 1179728 w 2915191"/>
                <a:gd name="connsiteY121" fmla="*/ 314354 h 471107"/>
                <a:gd name="connsiteX122" fmla="*/ 1189472 w 2915191"/>
                <a:gd name="connsiteY122" fmla="*/ 334545 h 471107"/>
                <a:gd name="connsiteX123" fmla="*/ 1199231 w 2915191"/>
                <a:gd name="connsiteY123" fmla="*/ 328821 h 471107"/>
                <a:gd name="connsiteX124" fmla="*/ 1208975 w 2915191"/>
                <a:gd name="connsiteY124" fmla="*/ 366691 h 471107"/>
                <a:gd name="connsiteX125" fmla="*/ 1218719 w 2915191"/>
                <a:gd name="connsiteY125" fmla="*/ 343982 h 471107"/>
                <a:gd name="connsiteX126" fmla="*/ 1228478 w 2915191"/>
                <a:gd name="connsiteY126" fmla="*/ 321075 h 471107"/>
                <a:gd name="connsiteX127" fmla="*/ 1238222 w 2915191"/>
                <a:gd name="connsiteY127" fmla="*/ 317116 h 471107"/>
                <a:gd name="connsiteX128" fmla="*/ 1247966 w 2915191"/>
                <a:gd name="connsiteY128" fmla="*/ 315520 h 471107"/>
                <a:gd name="connsiteX129" fmla="*/ 1257725 w 2915191"/>
                <a:gd name="connsiteY129" fmla="*/ 345175 h 471107"/>
                <a:gd name="connsiteX130" fmla="*/ 1267469 w 2915191"/>
                <a:gd name="connsiteY130" fmla="*/ 359304 h 471107"/>
                <a:gd name="connsiteX131" fmla="*/ 1277227 w 2915191"/>
                <a:gd name="connsiteY131" fmla="*/ 404709 h 471107"/>
                <a:gd name="connsiteX132" fmla="*/ 1286971 w 2915191"/>
                <a:gd name="connsiteY132" fmla="*/ 385897 h 471107"/>
                <a:gd name="connsiteX133" fmla="*/ 1296715 w 2915191"/>
                <a:gd name="connsiteY133" fmla="*/ 388862 h 471107"/>
                <a:gd name="connsiteX134" fmla="*/ 1306474 w 2915191"/>
                <a:gd name="connsiteY134" fmla="*/ 407158 h 471107"/>
                <a:gd name="connsiteX135" fmla="*/ 1316218 w 2915191"/>
                <a:gd name="connsiteY135" fmla="*/ 413953 h 471107"/>
                <a:gd name="connsiteX136" fmla="*/ 1325977 w 2915191"/>
                <a:gd name="connsiteY136" fmla="*/ 400453 h 471107"/>
                <a:gd name="connsiteX137" fmla="*/ 1335721 w 2915191"/>
                <a:gd name="connsiteY137" fmla="*/ 369905 h 471107"/>
                <a:gd name="connsiteX138" fmla="*/ 1345465 w 2915191"/>
                <a:gd name="connsiteY138" fmla="*/ 357161 h 471107"/>
                <a:gd name="connsiteX139" fmla="*/ 1355224 w 2915191"/>
                <a:gd name="connsiteY139" fmla="*/ 349985 h 471107"/>
                <a:gd name="connsiteX140" fmla="*/ 1364967 w 2915191"/>
                <a:gd name="connsiteY140" fmla="*/ 334168 h 471107"/>
                <a:gd name="connsiteX141" fmla="*/ 1374726 w 2915191"/>
                <a:gd name="connsiteY141" fmla="*/ 336908 h 471107"/>
                <a:gd name="connsiteX142" fmla="*/ 1384470 w 2915191"/>
                <a:gd name="connsiteY142" fmla="*/ 338634 h 471107"/>
                <a:gd name="connsiteX143" fmla="*/ 1394214 w 2915191"/>
                <a:gd name="connsiteY143" fmla="*/ 333189 h 471107"/>
                <a:gd name="connsiteX144" fmla="*/ 1403973 w 2915191"/>
                <a:gd name="connsiteY144" fmla="*/ 322012 h 471107"/>
                <a:gd name="connsiteX145" fmla="*/ 1413717 w 2915191"/>
                <a:gd name="connsiteY145" fmla="*/ 306882 h 471107"/>
                <a:gd name="connsiteX146" fmla="*/ 1423476 w 2915191"/>
                <a:gd name="connsiteY146" fmla="*/ 293595 h 471107"/>
                <a:gd name="connsiteX147" fmla="*/ 1433220 w 2915191"/>
                <a:gd name="connsiteY147" fmla="*/ 326849 h 471107"/>
                <a:gd name="connsiteX148" fmla="*/ 1442964 w 2915191"/>
                <a:gd name="connsiteY148" fmla="*/ 303625 h 471107"/>
                <a:gd name="connsiteX149" fmla="*/ 1452722 w 2915191"/>
                <a:gd name="connsiteY149" fmla="*/ 330710 h 471107"/>
                <a:gd name="connsiteX150" fmla="*/ 1462466 w 2915191"/>
                <a:gd name="connsiteY150" fmla="*/ 327095 h 471107"/>
                <a:gd name="connsiteX151" fmla="*/ 1472225 w 2915191"/>
                <a:gd name="connsiteY151" fmla="*/ 324831 h 471107"/>
                <a:gd name="connsiteX152" fmla="*/ 1481969 w 2915191"/>
                <a:gd name="connsiteY152" fmla="*/ 323476 h 471107"/>
                <a:gd name="connsiteX153" fmla="*/ 1491713 w 2915191"/>
                <a:gd name="connsiteY153" fmla="*/ 299580 h 471107"/>
                <a:gd name="connsiteX154" fmla="*/ 1501472 w 2915191"/>
                <a:gd name="connsiteY154" fmla="*/ 313332 h 471107"/>
                <a:gd name="connsiteX155" fmla="*/ 1511216 w 2915191"/>
                <a:gd name="connsiteY155" fmla="*/ 270437 h 471107"/>
                <a:gd name="connsiteX156" fmla="*/ 1520960 w 2915191"/>
                <a:gd name="connsiteY156" fmla="*/ 281431 h 471107"/>
                <a:gd name="connsiteX157" fmla="*/ 1530719 w 2915191"/>
                <a:gd name="connsiteY157" fmla="*/ 302789 h 471107"/>
                <a:gd name="connsiteX158" fmla="*/ 1540463 w 2915191"/>
                <a:gd name="connsiteY158" fmla="*/ 319433 h 471107"/>
                <a:gd name="connsiteX159" fmla="*/ 1550221 w 2915191"/>
                <a:gd name="connsiteY159" fmla="*/ 330218 h 471107"/>
                <a:gd name="connsiteX160" fmla="*/ 1559965 w 2915191"/>
                <a:gd name="connsiteY160" fmla="*/ 324568 h 471107"/>
                <a:gd name="connsiteX161" fmla="*/ 1569709 w 2915191"/>
                <a:gd name="connsiteY161" fmla="*/ 298701 h 471107"/>
                <a:gd name="connsiteX162" fmla="*/ 1579468 w 2915191"/>
                <a:gd name="connsiteY162" fmla="*/ 333807 h 471107"/>
                <a:gd name="connsiteX163" fmla="*/ 1589212 w 2915191"/>
                <a:gd name="connsiteY163" fmla="*/ 343968 h 471107"/>
                <a:gd name="connsiteX164" fmla="*/ 1598971 w 2915191"/>
                <a:gd name="connsiteY164" fmla="*/ 361050 h 471107"/>
                <a:gd name="connsiteX165" fmla="*/ 1608715 w 2915191"/>
                <a:gd name="connsiteY165" fmla="*/ 390367 h 471107"/>
                <a:gd name="connsiteX166" fmla="*/ 1618459 w 2915191"/>
                <a:gd name="connsiteY166" fmla="*/ 386112 h 471107"/>
                <a:gd name="connsiteX167" fmla="*/ 1628218 w 2915191"/>
                <a:gd name="connsiteY167" fmla="*/ 397407 h 471107"/>
                <a:gd name="connsiteX168" fmla="*/ 1637962 w 2915191"/>
                <a:gd name="connsiteY168" fmla="*/ 359626 h 471107"/>
                <a:gd name="connsiteX169" fmla="*/ 1647720 w 2915191"/>
                <a:gd name="connsiteY169" fmla="*/ 362556 h 471107"/>
                <a:gd name="connsiteX170" fmla="*/ 1657464 w 2915191"/>
                <a:gd name="connsiteY170" fmla="*/ 340521 h 471107"/>
                <a:gd name="connsiteX171" fmla="*/ 1667208 w 2915191"/>
                <a:gd name="connsiteY171" fmla="*/ 318987 h 471107"/>
                <a:gd name="connsiteX172" fmla="*/ 1676967 w 2915191"/>
                <a:gd name="connsiteY172" fmla="*/ 311559 h 471107"/>
                <a:gd name="connsiteX173" fmla="*/ 1686711 w 2915191"/>
                <a:gd name="connsiteY173" fmla="*/ 306742 h 471107"/>
                <a:gd name="connsiteX174" fmla="*/ 1696470 w 2915191"/>
                <a:gd name="connsiteY174" fmla="*/ 296184 h 471107"/>
                <a:gd name="connsiteX175" fmla="*/ 1706214 w 2915191"/>
                <a:gd name="connsiteY175" fmla="*/ 279469 h 471107"/>
                <a:gd name="connsiteX176" fmla="*/ 1715958 w 2915191"/>
                <a:gd name="connsiteY176" fmla="*/ 300164 h 471107"/>
                <a:gd name="connsiteX177" fmla="*/ 1725716 w 2915191"/>
                <a:gd name="connsiteY177" fmla="*/ 307770 h 471107"/>
                <a:gd name="connsiteX178" fmla="*/ 1735460 w 2915191"/>
                <a:gd name="connsiteY178" fmla="*/ 276366 h 471107"/>
                <a:gd name="connsiteX179" fmla="*/ 1745219 w 2915191"/>
                <a:gd name="connsiteY179" fmla="*/ 262671 h 471107"/>
                <a:gd name="connsiteX180" fmla="*/ 1754963 w 2915191"/>
                <a:gd name="connsiteY180" fmla="*/ 272096 h 471107"/>
                <a:gd name="connsiteX181" fmla="*/ 1764707 w 2915191"/>
                <a:gd name="connsiteY181" fmla="*/ 292179 h 471107"/>
                <a:gd name="connsiteX182" fmla="*/ 1774466 w 2915191"/>
                <a:gd name="connsiteY182" fmla="*/ 288017 h 471107"/>
                <a:gd name="connsiteX183" fmla="*/ 1784210 w 2915191"/>
                <a:gd name="connsiteY183" fmla="*/ 286722 h 471107"/>
                <a:gd name="connsiteX184" fmla="*/ 1793969 w 2915191"/>
                <a:gd name="connsiteY184" fmla="*/ 293157 h 471107"/>
                <a:gd name="connsiteX185" fmla="*/ 1803713 w 2915191"/>
                <a:gd name="connsiteY185" fmla="*/ 322034 h 471107"/>
                <a:gd name="connsiteX186" fmla="*/ 1813457 w 2915191"/>
                <a:gd name="connsiteY186" fmla="*/ 354284 h 471107"/>
                <a:gd name="connsiteX187" fmla="*/ 1823215 w 2915191"/>
                <a:gd name="connsiteY187" fmla="*/ 368240 h 471107"/>
                <a:gd name="connsiteX188" fmla="*/ 1832959 w 2915191"/>
                <a:gd name="connsiteY188" fmla="*/ 352790 h 471107"/>
                <a:gd name="connsiteX189" fmla="*/ 1842703 w 2915191"/>
                <a:gd name="connsiteY189" fmla="*/ 330334 h 471107"/>
                <a:gd name="connsiteX190" fmla="*/ 1852462 w 2915191"/>
                <a:gd name="connsiteY190" fmla="*/ 342136 h 471107"/>
                <a:gd name="connsiteX191" fmla="*/ 1862206 w 2915191"/>
                <a:gd name="connsiteY191" fmla="*/ 301029 h 471107"/>
                <a:gd name="connsiteX192" fmla="*/ 1871965 w 2915191"/>
                <a:gd name="connsiteY192" fmla="*/ 291469 h 471107"/>
                <a:gd name="connsiteX193" fmla="*/ 1881709 w 2915191"/>
                <a:gd name="connsiteY193" fmla="*/ 244163 h 471107"/>
                <a:gd name="connsiteX194" fmla="*/ 1891453 w 2915191"/>
                <a:gd name="connsiteY194" fmla="*/ 237384 h 471107"/>
                <a:gd name="connsiteX195" fmla="*/ 1901212 w 2915191"/>
                <a:gd name="connsiteY195" fmla="*/ 224157 h 471107"/>
                <a:gd name="connsiteX196" fmla="*/ 1910956 w 2915191"/>
                <a:gd name="connsiteY196" fmla="*/ 250762 h 471107"/>
                <a:gd name="connsiteX197" fmla="*/ 1920714 w 2915191"/>
                <a:gd name="connsiteY197" fmla="*/ 217595 h 471107"/>
                <a:gd name="connsiteX198" fmla="*/ 1930458 w 2915191"/>
                <a:gd name="connsiteY198" fmla="*/ 180132 h 471107"/>
                <a:gd name="connsiteX199" fmla="*/ 1940202 w 2915191"/>
                <a:gd name="connsiteY199" fmla="*/ 191964 h 471107"/>
                <a:gd name="connsiteX200" fmla="*/ 1949961 w 2915191"/>
                <a:gd name="connsiteY200" fmla="*/ 197309 h 471107"/>
                <a:gd name="connsiteX201" fmla="*/ 1959705 w 2915191"/>
                <a:gd name="connsiteY201" fmla="*/ 162844 h 471107"/>
                <a:gd name="connsiteX202" fmla="*/ 1969464 w 2915191"/>
                <a:gd name="connsiteY202" fmla="*/ 158430 h 471107"/>
                <a:gd name="connsiteX203" fmla="*/ 1979208 w 2915191"/>
                <a:gd name="connsiteY203" fmla="*/ 158919 h 471107"/>
                <a:gd name="connsiteX204" fmla="*/ 1988952 w 2915191"/>
                <a:gd name="connsiteY204" fmla="*/ 165820 h 471107"/>
                <a:gd name="connsiteX205" fmla="*/ 1998711 w 2915191"/>
                <a:gd name="connsiteY205" fmla="*/ 174472 h 471107"/>
                <a:gd name="connsiteX206" fmla="*/ 2008454 w 2915191"/>
                <a:gd name="connsiteY206" fmla="*/ 157747 h 471107"/>
                <a:gd name="connsiteX207" fmla="*/ 2018213 w 2915191"/>
                <a:gd name="connsiteY207" fmla="*/ 172836 h 471107"/>
                <a:gd name="connsiteX208" fmla="*/ 2027957 w 2915191"/>
                <a:gd name="connsiteY208" fmla="*/ 171525 h 471107"/>
                <a:gd name="connsiteX209" fmla="*/ 2037701 w 2915191"/>
                <a:gd name="connsiteY209" fmla="*/ 194329 h 471107"/>
                <a:gd name="connsiteX210" fmla="*/ 2047460 w 2915191"/>
                <a:gd name="connsiteY210" fmla="*/ 191705 h 471107"/>
                <a:gd name="connsiteX211" fmla="*/ 2057204 w 2915191"/>
                <a:gd name="connsiteY211" fmla="*/ 200427 h 471107"/>
                <a:gd name="connsiteX212" fmla="*/ 2066963 w 2915191"/>
                <a:gd name="connsiteY212" fmla="*/ 204576 h 471107"/>
                <a:gd name="connsiteX213" fmla="*/ 2076707 w 2915191"/>
                <a:gd name="connsiteY213" fmla="*/ 226327 h 471107"/>
                <a:gd name="connsiteX214" fmla="*/ 2086451 w 2915191"/>
                <a:gd name="connsiteY214" fmla="*/ 212701 h 471107"/>
                <a:gd name="connsiteX215" fmla="*/ 2096210 w 2915191"/>
                <a:gd name="connsiteY215" fmla="*/ 205183 h 471107"/>
                <a:gd name="connsiteX216" fmla="*/ 2105954 w 2915191"/>
                <a:gd name="connsiteY216" fmla="*/ 213114 h 471107"/>
                <a:gd name="connsiteX217" fmla="*/ 2115697 w 2915191"/>
                <a:gd name="connsiteY217" fmla="*/ 222202 h 471107"/>
                <a:gd name="connsiteX218" fmla="*/ 2125456 w 2915191"/>
                <a:gd name="connsiteY218" fmla="*/ 257608 h 471107"/>
                <a:gd name="connsiteX219" fmla="*/ 2135200 w 2915191"/>
                <a:gd name="connsiteY219" fmla="*/ 234513 h 471107"/>
                <a:gd name="connsiteX220" fmla="*/ 2144959 w 2915191"/>
                <a:gd name="connsiteY220" fmla="*/ 197681 h 471107"/>
                <a:gd name="connsiteX221" fmla="*/ 2154703 w 2915191"/>
                <a:gd name="connsiteY221" fmla="*/ 202075 h 471107"/>
                <a:gd name="connsiteX222" fmla="*/ 2164447 w 2915191"/>
                <a:gd name="connsiteY222" fmla="*/ 217997 h 471107"/>
                <a:gd name="connsiteX223" fmla="*/ 2174206 w 2915191"/>
                <a:gd name="connsiteY223" fmla="*/ 233957 h 471107"/>
                <a:gd name="connsiteX224" fmla="*/ 2183950 w 2915191"/>
                <a:gd name="connsiteY224" fmla="*/ 270279 h 471107"/>
                <a:gd name="connsiteX225" fmla="*/ 2193709 w 2915191"/>
                <a:gd name="connsiteY225" fmla="*/ 270324 h 471107"/>
                <a:gd name="connsiteX226" fmla="*/ 2203452 w 2915191"/>
                <a:gd name="connsiteY226" fmla="*/ 228847 h 471107"/>
                <a:gd name="connsiteX227" fmla="*/ 2213196 w 2915191"/>
                <a:gd name="connsiteY227" fmla="*/ 232546 h 471107"/>
                <a:gd name="connsiteX228" fmla="*/ 2222955 w 2915191"/>
                <a:gd name="connsiteY228" fmla="*/ 215432 h 471107"/>
                <a:gd name="connsiteX229" fmla="*/ 2232699 w 2915191"/>
                <a:gd name="connsiteY229" fmla="*/ 215015 h 471107"/>
                <a:gd name="connsiteX230" fmla="*/ 2242458 w 2915191"/>
                <a:gd name="connsiteY230" fmla="*/ 219890 h 471107"/>
                <a:gd name="connsiteX231" fmla="*/ 2252202 w 2915191"/>
                <a:gd name="connsiteY231" fmla="*/ 226782 h 471107"/>
                <a:gd name="connsiteX232" fmla="*/ 2261946 w 2915191"/>
                <a:gd name="connsiteY232" fmla="*/ 234894 h 471107"/>
                <a:gd name="connsiteX233" fmla="*/ 2271705 w 2915191"/>
                <a:gd name="connsiteY233" fmla="*/ 218199 h 471107"/>
                <a:gd name="connsiteX234" fmla="*/ 2281449 w 2915191"/>
                <a:gd name="connsiteY234" fmla="*/ 209094 h 471107"/>
                <a:gd name="connsiteX235" fmla="*/ 2291208 w 2915191"/>
                <a:gd name="connsiteY235" fmla="*/ 183028 h 471107"/>
                <a:gd name="connsiteX236" fmla="*/ 2300951 w 2915191"/>
                <a:gd name="connsiteY236" fmla="*/ 193554 h 471107"/>
                <a:gd name="connsiteX237" fmla="*/ 2310695 w 2915191"/>
                <a:gd name="connsiteY237" fmla="*/ 187823 h 471107"/>
                <a:gd name="connsiteX238" fmla="*/ 2320454 w 2915191"/>
                <a:gd name="connsiteY238" fmla="*/ 226259 h 471107"/>
                <a:gd name="connsiteX239" fmla="*/ 2330198 w 2915191"/>
                <a:gd name="connsiteY239" fmla="*/ 261079 h 471107"/>
                <a:gd name="connsiteX240" fmla="*/ 2339957 w 2915191"/>
                <a:gd name="connsiteY240" fmla="*/ 259458 h 471107"/>
                <a:gd name="connsiteX241" fmla="*/ 2349701 w 2915191"/>
                <a:gd name="connsiteY241" fmla="*/ 247000 h 471107"/>
                <a:gd name="connsiteX242" fmla="*/ 2359445 w 2915191"/>
                <a:gd name="connsiteY242" fmla="*/ 268188 h 471107"/>
                <a:gd name="connsiteX243" fmla="*/ 2369204 w 2915191"/>
                <a:gd name="connsiteY243" fmla="*/ 292194 h 471107"/>
                <a:gd name="connsiteX244" fmla="*/ 2378948 w 2915191"/>
                <a:gd name="connsiteY244" fmla="*/ 334965 h 471107"/>
                <a:gd name="connsiteX245" fmla="*/ 2388692 w 2915191"/>
                <a:gd name="connsiteY245" fmla="*/ 333684 h 471107"/>
                <a:gd name="connsiteX246" fmla="*/ 2398450 w 2915191"/>
                <a:gd name="connsiteY246" fmla="*/ 305761 h 471107"/>
                <a:gd name="connsiteX247" fmla="*/ 2408194 w 2915191"/>
                <a:gd name="connsiteY247" fmla="*/ 265254 h 471107"/>
                <a:gd name="connsiteX248" fmla="*/ 2417953 w 2915191"/>
                <a:gd name="connsiteY248" fmla="*/ 261076 h 471107"/>
                <a:gd name="connsiteX249" fmla="*/ 2427697 w 2915191"/>
                <a:gd name="connsiteY249" fmla="*/ 256398 h 471107"/>
                <a:gd name="connsiteX250" fmla="*/ 2437441 w 2915191"/>
                <a:gd name="connsiteY250" fmla="*/ 263089 h 471107"/>
                <a:gd name="connsiteX251" fmla="*/ 2447200 w 2915191"/>
                <a:gd name="connsiteY251" fmla="*/ 248201 h 471107"/>
                <a:gd name="connsiteX252" fmla="*/ 2456944 w 2915191"/>
                <a:gd name="connsiteY252" fmla="*/ 271296 h 471107"/>
                <a:gd name="connsiteX253" fmla="*/ 2466703 w 2915191"/>
                <a:gd name="connsiteY253" fmla="*/ 293465 h 471107"/>
                <a:gd name="connsiteX254" fmla="*/ 2476446 w 2915191"/>
                <a:gd name="connsiteY254" fmla="*/ 275530 h 471107"/>
                <a:gd name="connsiteX255" fmla="*/ 2486190 w 2915191"/>
                <a:gd name="connsiteY255" fmla="*/ 255001 h 471107"/>
                <a:gd name="connsiteX256" fmla="*/ 2495949 w 2915191"/>
                <a:gd name="connsiteY256" fmla="*/ 238881 h 471107"/>
                <a:gd name="connsiteX257" fmla="*/ 2505693 w 2915191"/>
                <a:gd name="connsiteY257" fmla="*/ 221949 h 471107"/>
                <a:gd name="connsiteX258" fmla="*/ 2515452 w 2915191"/>
                <a:gd name="connsiteY258" fmla="*/ 189371 h 471107"/>
                <a:gd name="connsiteX259" fmla="*/ 2525196 w 2915191"/>
                <a:gd name="connsiteY259" fmla="*/ 174992 h 471107"/>
                <a:gd name="connsiteX260" fmla="*/ 2534940 w 2915191"/>
                <a:gd name="connsiteY260" fmla="*/ 149450 h 471107"/>
                <a:gd name="connsiteX261" fmla="*/ 2544699 w 2915191"/>
                <a:gd name="connsiteY261" fmla="*/ 151713 h 471107"/>
                <a:gd name="connsiteX262" fmla="*/ 2554443 w 2915191"/>
                <a:gd name="connsiteY262" fmla="*/ 143698 h 471107"/>
                <a:gd name="connsiteX263" fmla="*/ 2564202 w 2915191"/>
                <a:gd name="connsiteY263" fmla="*/ 137179 h 471107"/>
                <a:gd name="connsiteX264" fmla="*/ 2573946 w 2915191"/>
                <a:gd name="connsiteY264" fmla="*/ 130840 h 471107"/>
                <a:gd name="connsiteX265" fmla="*/ 2583690 w 2915191"/>
                <a:gd name="connsiteY265" fmla="*/ 108350 h 471107"/>
                <a:gd name="connsiteX266" fmla="*/ 2593448 w 2915191"/>
                <a:gd name="connsiteY266" fmla="*/ 79841 h 471107"/>
                <a:gd name="connsiteX267" fmla="*/ 2603192 w 2915191"/>
                <a:gd name="connsiteY267" fmla="*/ 73707 h 471107"/>
                <a:gd name="connsiteX268" fmla="*/ 2612951 w 2915191"/>
                <a:gd name="connsiteY268" fmla="*/ 91472 h 471107"/>
                <a:gd name="connsiteX269" fmla="*/ 2622695 w 2915191"/>
                <a:gd name="connsiteY269" fmla="*/ 121842 h 471107"/>
                <a:gd name="connsiteX270" fmla="*/ 2632439 w 2915191"/>
                <a:gd name="connsiteY270" fmla="*/ 134007 h 471107"/>
                <a:gd name="connsiteX271" fmla="*/ 2642198 w 2915191"/>
                <a:gd name="connsiteY271" fmla="*/ 175811 h 471107"/>
                <a:gd name="connsiteX272" fmla="*/ 2651942 w 2915191"/>
                <a:gd name="connsiteY272" fmla="*/ 202586 h 471107"/>
                <a:gd name="connsiteX273" fmla="*/ 2661685 w 2915191"/>
                <a:gd name="connsiteY273" fmla="*/ 220290 h 471107"/>
                <a:gd name="connsiteX274" fmla="*/ 2671444 w 2915191"/>
                <a:gd name="connsiteY274" fmla="*/ 197925 h 471107"/>
                <a:gd name="connsiteX275" fmla="*/ 2681188 w 2915191"/>
                <a:gd name="connsiteY275" fmla="*/ 194958 h 471107"/>
                <a:gd name="connsiteX276" fmla="*/ 2690947 w 2915191"/>
                <a:gd name="connsiteY276" fmla="*/ 225885 h 471107"/>
                <a:gd name="connsiteX277" fmla="*/ 2700691 w 2915191"/>
                <a:gd name="connsiteY277" fmla="*/ 237666 h 471107"/>
                <a:gd name="connsiteX278" fmla="*/ 2710435 w 2915191"/>
                <a:gd name="connsiteY278" fmla="*/ 283087 h 471107"/>
                <a:gd name="connsiteX279" fmla="*/ 2720194 w 2915191"/>
                <a:gd name="connsiteY279" fmla="*/ 244392 h 471107"/>
                <a:gd name="connsiteX280" fmla="*/ 2729938 w 2915191"/>
                <a:gd name="connsiteY280" fmla="*/ 248548 h 471107"/>
                <a:gd name="connsiteX281" fmla="*/ 2739697 w 2915191"/>
                <a:gd name="connsiteY281" fmla="*/ 259248 h 471107"/>
                <a:gd name="connsiteX282" fmla="*/ 2749441 w 2915191"/>
                <a:gd name="connsiteY282" fmla="*/ 265056 h 471107"/>
                <a:gd name="connsiteX283" fmla="*/ 2759185 w 2915191"/>
                <a:gd name="connsiteY283" fmla="*/ 230648 h 471107"/>
                <a:gd name="connsiteX284" fmla="*/ 2768943 w 2915191"/>
                <a:gd name="connsiteY284" fmla="*/ 239333 h 471107"/>
                <a:gd name="connsiteX285" fmla="*/ 2778687 w 2915191"/>
                <a:gd name="connsiteY285" fmla="*/ 212988 h 471107"/>
                <a:gd name="connsiteX286" fmla="*/ 2788446 w 2915191"/>
                <a:gd name="connsiteY286" fmla="*/ 234705 h 471107"/>
                <a:gd name="connsiteX287" fmla="*/ 2798190 w 2915191"/>
                <a:gd name="connsiteY287" fmla="*/ 229975 h 471107"/>
                <a:gd name="connsiteX288" fmla="*/ 2807934 w 2915191"/>
                <a:gd name="connsiteY288" fmla="*/ 228325 h 471107"/>
                <a:gd name="connsiteX289" fmla="*/ 2817693 w 2915191"/>
                <a:gd name="connsiteY289" fmla="*/ 228880 h 471107"/>
                <a:gd name="connsiteX290" fmla="*/ 2827437 w 2915191"/>
                <a:gd name="connsiteY290" fmla="*/ 260661 h 471107"/>
                <a:gd name="connsiteX291" fmla="*/ 2837196 w 2915191"/>
                <a:gd name="connsiteY291" fmla="*/ 263202 h 471107"/>
                <a:gd name="connsiteX292" fmla="*/ 2846940 w 2915191"/>
                <a:gd name="connsiteY292" fmla="*/ 279970 h 471107"/>
                <a:gd name="connsiteX293" fmla="*/ 2856684 w 2915191"/>
                <a:gd name="connsiteY293" fmla="*/ 259783 h 471107"/>
                <a:gd name="connsiteX294" fmla="*/ 2866442 w 2915191"/>
                <a:gd name="connsiteY294" fmla="*/ 253180 h 471107"/>
                <a:gd name="connsiteX295" fmla="*/ 2876186 w 2915191"/>
                <a:gd name="connsiteY295" fmla="*/ 257986 h 471107"/>
                <a:gd name="connsiteX296" fmla="*/ 2885945 w 2915191"/>
                <a:gd name="connsiteY296" fmla="*/ 251417 h 471107"/>
                <a:gd name="connsiteX297" fmla="*/ 2895689 w 2915191"/>
                <a:gd name="connsiteY297" fmla="*/ 267213 h 471107"/>
                <a:gd name="connsiteX298" fmla="*/ 2905433 w 2915191"/>
                <a:gd name="connsiteY298" fmla="*/ 275820 h 471107"/>
                <a:gd name="connsiteX299" fmla="*/ 2915192 w 2915191"/>
                <a:gd name="connsiteY299" fmla="*/ 294995 h 471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71107">
                  <a:moveTo>
                    <a:pt x="0" y="436442"/>
                  </a:moveTo>
                  <a:lnTo>
                    <a:pt x="9750" y="409734"/>
                  </a:lnTo>
                  <a:lnTo>
                    <a:pt x="19500" y="401747"/>
                  </a:lnTo>
                  <a:lnTo>
                    <a:pt x="29250" y="404101"/>
                  </a:lnTo>
                  <a:lnTo>
                    <a:pt x="39000" y="421978"/>
                  </a:lnTo>
                  <a:lnTo>
                    <a:pt x="48749" y="402509"/>
                  </a:lnTo>
                  <a:lnTo>
                    <a:pt x="58499" y="365405"/>
                  </a:lnTo>
                  <a:lnTo>
                    <a:pt x="68249" y="365587"/>
                  </a:lnTo>
                  <a:lnTo>
                    <a:pt x="77998" y="360351"/>
                  </a:lnTo>
                  <a:lnTo>
                    <a:pt x="87748" y="398238"/>
                  </a:lnTo>
                  <a:lnTo>
                    <a:pt x="97497" y="386876"/>
                  </a:lnTo>
                  <a:lnTo>
                    <a:pt x="107247" y="418089"/>
                  </a:lnTo>
                  <a:lnTo>
                    <a:pt x="116997" y="464205"/>
                  </a:lnTo>
                  <a:lnTo>
                    <a:pt x="126747" y="471107"/>
                  </a:lnTo>
                  <a:lnTo>
                    <a:pt x="136497" y="469080"/>
                  </a:lnTo>
                  <a:lnTo>
                    <a:pt x="146247" y="448214"/>
                  </a:lnTo>
                  <a:lnTo>
                    <a:pt x="155997" y="432851"/>
                  </a:lnTo>
                  <a:lnTo>
                    <a:pt x="165747" y="447670"/>
                  </a:lnTo>
                  <a:lnTo>
                    <a:pt x="175497" y="429490"/>
                  </a:lnTo>
                  <a:lnTo>
                    <a:pt x="185247" y="409618"/>
                  </a:lnTo>
                  <a:lnTo>
                    <a:pt x="194996" y="421869"/>
                  </a:lnTo>
                  <a:lnTo>
                    <a:pt x="204746" y="427179"/>
                  </a:lnTo>
                  <a:lnTo>
                    <a:pt x="214495" y="407085"/>
                  </a:lnTo>
                  <a:lnTo>
                    <a:pt x="224245" y="408917"/>
                  </a:lnTo>
                  <a:lnTo>
                    <a:pt x="233995" y="387669"/>
                  </a:lnTo>
                  <a:lnTo>
                    <a:pt x="243744" y="367430"/>
                  </a:lnTo>
                  <a:lnTo>
                    <a:pt x="253494" y="384523"/>
                  </a:lnTo>
                  <a:lnTo>
                    <a:pt x="263244" y="366557"/>
                  </a:lnTo>
                  <a:lnTo>
                    <a:pt x="272994" y="371357"/>
                  </a:lnTo>
                  <a:lnTo>
                    <a:pt x="282744" y="358380"/>
                  </a:lnTo>
                  <a:lnTo>
                    <a:pt x="292494" y="352011"/>
                  </a:lnTo>
                  <a:lnTo>
                    <a:pt x="302244" y="348349"/>
                  </a:lnTo>
                  <a:lnTo>
                    <a:pt x="311994" y="368684"/>
                  </a:lnTo>
                  <a:lnTo>
                    <a:pt x="321744" y="345411"/>
                  </a:lnTo>
                  <a:lnTo>
                    <a:pt x="331493" y="343907"/>
                  </a:lnTo>
                  <a:lnTo>
                    <a:pt x="341243" y="314641"/>
                  </a:lnTo>
                  <a:lnTo>
                    <a:pt x="350993" y="290986"/>
                  </a:lnTo>
                  <a:lnTo>
                    <a:pt x="360742" y="293331"/>
                  </a:lnTo>
                  <a:lnTo>
                    <a:pt x="370492" y="283273"/>
                  </a:lnTo>
                  <a:lnTo>
                    <a:pt x="380241" y="285205"/>
                  </a:lnTo>
                  <a:lnTo>
                    <a:pt x="389991" y="299046"/>
                  </a:lnTo>
                  <a:lnTo>
                    <a:pt x="399741" y="286569"/>
                  </a:lnTo>
                  <a:lnTo>
                    <a:pt x="409491" y="272984"/>
                  </a:lnTo>
                  <a:lnTo>
                    <a:pt x="419241" y="278343"/>
                  </a:lnTo>
                  <a:lnTo>
                    <a:pt x="428991" y="277823"/>
                  </a:lnTo>
                  <a:lnTo>
                    <a:pt x="438741" y="264943"/>
                  </a:lnTo>
                  <a:lnTo>
                    <a:pt x="448491" y="247311"/>
                  </a:lnTo>
                  <a:lnTo>
                    <a:pt x="458241" y="237712"/>
                  </a:lnTo>
                  <a:lnTo>
                    <a:pt x="467991" y="233831"/>
                  </a:lnTo>
                  <a:lnTo>
                    <a:pt x="477740" y="231241"/>
                  </a:lnTo>
                  <a:lnTo>
                    <a:pt x="487490" y="226310"/>
                  </a:lnTo>
                  <a:lnTo>
                    <a:pt x="497239" y="183535"/>
                  </a:lnTo>
                  <a:lnTo>
                    <a:pt x="506989" y="167390"/>
                  </a:lnTo>
                  <a:lnTo>
                    <a:pt x="516738" y="165957"/>
                  </a:lnTo>
                  <a:lnTo>
                    <a:pt x="526488" y="172623"/>
                  </a:lnTo>
                  <a:lnTo>
                    <a:pt x="536238" y="159701"/>
                  </a:lnTo>
                  <a:lnTo>
                    <a:pt x="545988" y="144788"/>
                  </a:lnTo>
                  <a:lnTo>
                    <a:pt x="555738" y="106558"/>
                  </a:lnTo>
                  <a:lnTo>
                    <a:pt x="565488" y="70724"/>
                  </a:lnTo>
                  <a:lnTo>
                    <a:pt x="575238" y="73579"/>
                  </a:lnTo>
                  <a:lnTo>
                    <a:pt x="584988" y="52748"/>
                  </a:lnTo>
                  <a:lnTo>
                    <a:pt x="594738" y="43307"/>
                  </a:lnTo>
                  <a:lnTo>
                    <a:pt x="604488" y="39888"/>
                  </a:lnTo>
                  <a:lnTo>
                    <a:pt x="614237" y="47082"/>
                  </a:lnTo>
                  <a:lnTo>
                    <a:pt x="623987" y="56597"/>
                  </a:lnTo>
                  <a:lnTo>
                    <a:pt x="633736" y="66162"/>
                  </a:lnTo>
                  <a:lnTo>
                    <a:pt x="643486" y="91100"/>
                  </a:lnTo>
                  <a:lnTo>
                    <a:pt x="653236" y="92564"/>
                  </a:lnTo>
                  <a:lnTo>
                    <a:pt x="662985" y="87813"/>
                  </a:lnTo>
                  <a:lnTo>
                    <a:pt x="672735" y="63443"/>
                  </a:lnTo>
                  <a:lnTo>
                    <a:pt x="682485" y="47952"/>
                  </a:lnTo>
                  <a:lnTo>
                    <a:pt x="692235" y="12771"/>
                  </a:lnTo>
                  <a:lnTo>
                    <a:pt x="701985" y="31242"/>
                  </a:lnTo>
                  <a:lnTo>
                    <a:pt x="711735" y="17944"/>
                  </a:lnTo>
                  <a:lnTo>
                    <a:pt x="721485" y="18716"/>
                  </a:lnTo>
                  <a:lnTo>
                    <a:pt x="731235" y="0"/>
                  </a:lnTo>
                  <a:lnTo>
                    <a:pt x="740985" y="5408"/>
                  </a:lnTo>
                  <a:lnTo>
                    <a:pt x="750734" y="54785"/>
                  </a:lnTo>
                  <a:lnTo>
                    <a:pt x="760484" y="45655"/>
                  </a:lnTo>
                  <a:lnTo>
                    <a:pt x="770233" y="36103"/>
                  </a:lnTo>
                  <a:lnTo>
                    <a:pt x="779983" y="45071"/>
                  </a:lnTo>
                  <a:lnTo>
                    <a:pt x="789733" y="77886"/>
                  </a:lnTo>
                  <a:lnTo>
                    <a:pt x="799482" y="66503"/>
                  </a:lnTo>
                  <a:lnTo>
                    <a:pt x="809232" y="90501"/>
                  </a:lnTo>
                  <a:lnTo>
                    <a:pt x="818982" y="60737"/>
                  </a:lnTo>
                  <a:lnTo>
                    <a:pt x="828732" y="72954"/>
                  </a:lnTo>
                  <a:lnTo>
                    <a:pt x="838482" y="100732"/>
                  </a:lnTo>
                  <a:lnTo>
                    <a:pt x="848232" y="109080"/>
                  </a:lnTo>
                  <a:lnTo>
                    <a:pt x="857982" y="125461"/>
                  </a:lnTo>
                  <a:lnTo>
                    <a:pt x="867732" y="110399"/>
                  </a:lnTo>
                  <a:lnTo>
                    <a:pt x="877482" y="119012"/>
                  </a:lnTo>
                  <a:lnTo>
                    <a:pt x="887231" y="121886"/>
                  </a:lnTo>
                  <a:lnTo>
                    <a:pt x="896981" y="125847"/>
                  </a:lnTo>
                  <a:lnTo>
                    <a:pt x="906730" y="141655"/>
                  </a:lnTo>
                  <a:lnTo>
                    <a:pt x="916480" y="157517"/>
                  </a:lnTo>
                  <a:lnTo>
                    <a:pt x="926230" y="143821"/>
                  </a:lnTo>
                  <a:lnTo>
                    <a:pt x="935979" y="140199"/>
                  </a:lnTo>
                  <a:lnTo>
                    <a:pt x="945729" y="145287"/>
                  </a:lnTo>
                  <a:lnTo>
                    <a:pt x="955479" y="189663"/>
                  </a:lnTo>
                  <a:lnTo>
                    <a:pt x="965229" y="212449"/>
                  </a:lnTo>
                  <a:lnTo>
                    <a:pt x="974979" y="239930"/>
                  </a:lnTo>
                  <a:lnTo>
                    <a:pt x="984729" y="267145"/>
                  </a:lnTo>
                  <a:lnTo>
                    <a:pt x="994474" y="253099"/>
                  </a:lnTo>
                  <a:lnTo>
                    <a:pt x="1004233" y="241961"/>
                  </a:lnTo>
                  <a:lnTo>
                    <a:pt x="1013977" y="256534"/>
                  </a:lnTo>
                  <a:lnTo>
                    <a:pt x="1023721" y="303676"/>
                  </a:lnTo>
                  <a:lnTo>
                    <a:pt x="1033480" y="307852"/>
                  </a:lnTo>
                  <a:lnTo>
                    <a:pt x="1043224" y="290027"/>
                  </a:lnTo>
                  <a:lnTo>
                    <a:pt x="1052983" y="298947"/>
                  </a:lnTo>
                  <a:lnTo>
                    <a:pt x="1062727" y="311794"/>
                  </a:lnTo>
                  <a:lnTo>
                    <a:pt x="1072471" y="363023"/>
                  </a:lnTo>
                  <a:lnTo>
                    <a:pt x="1082230" y="316213"/>
                  </a:lnTo>
                  <a:lnTo>
                    <a:pt x="1091973" y="336565"/>
                  </a:lnTo>
                  <a:lnTo>
                    <a:pt x="1101732" y="336593"/>
                  </a:lnTo>
                  <a:lnTo>
                    <a:pt x="1111476" y="350266"/>
                  </a:lnTo>
                  <a:lnTo>
                    <a:pt x="1121220" y="353675"/>
                  </a:lnTo>
                  <a:lnTo>
                    <a:pt x="1130979" y="344670"/>
                  </a:lnTo>
                  <a:lnTo>
                    <a:pt x="1140723" y="347823"/>
                  </a:lnTo>
                  <a:lnTo>
                    <a:pt x="1150482" y="340293"/>
                  </a:lnTo>
                  <a:lnTo>
                    <a:pt x="1160226" y="344231"/>
                  </a:lnTo>
                  <a:lnTo>
                    <a:pt x="1169969" y="341003"/>
                  </a:lnTo>
                  <a:lnTo>
                    <a:pt x="1179728" y="314354"/>
                  </a:lnTo>
                  <a:lnTo>
                    <a:pt x="1189472" y="334545"/>
                  </a:lnTo>
                  <a:lnTo>
                    <a:pt x="1199231" y="328821"/>
                  </a:lnTo>
                  <a:lnTo>
                    <a:pt x="1208975" y="366691"/>
                  </a:lnTo>
                  <a:lnTo>
                    <a:pt x="1218719" y="343982"/>
                  </a:lnTo>
                  <a:lnTo>
                    <a:pt x="1228478" y="321075"/>
                  </a:lnTo>
                  <a:lnTo>
                    <a:pt x="1238222" y="317116"/>
                  </a:lnTo>
                  <a:lnTo>
                    <a:pt x="1247966" y="315520"/>
                  </a:lnTo>
                  <a:lnTo>
                    <a:pt x="1257725" y="345175"/>
                  </a:lnTo>
                  <a:lnTo>
                    <a:pt x="1267469" y="359304"/>
                  </a:lnTo>
                  <a:lnTo>
                    <a:pt x="1277227" y="404709"/>
                  </a:lnTo>
                  <a:lnTo>
                    <a:pt x="1286971" y="385897"/>
                  </a:lnTo>
                  <a:lnTo>
                    <a:pt x="1296715" y="388862"/>
                  </a:lnTo>
                  <a:lnTo>
                    <a:pt x="1306474" y="407158"/>
                  </a:lnTo>
                  <a:lnTo>
                    <a:pt x="1316218" y="413953"/>
                  </a:lnTo>
                  <a:lnTo>
                    <a:pt x="1325977" y="400453"/>
                  </a:lnTo>
                  <a:lnTo>
                    <a:pt x="1335721" y="369905"/>
                  </a:lnTo>
                  <a:lnTo>
                    <a:pt x="1345465" y="357161"/>
                  </a:lnTo>
                  <a:lnTo>
                    <a:pt x="1355224" y="349985"/>
                  </a:lnTo>
                  <a:lnTo>
                    <a:pt x="1364967" y="334168"/>
                  </a:lnTo>
                  <a:lnTo>
                    <a:pt x="1374726" y="336908"/>
                  </a:lnTo>
                  <a:lnTo>
                    <a:pt x="1384470" y="338634"/>
                  </a:lnTo>
                  <a:lnTo>
                    <a:pt x="1394214" y="333189"/>
                  </a:lnTo>
                  <a:lnTo>
                    <a:pt x="1403973" y="322012"/>
                  </a:lnTo>
                  <a:lnTo>
                    <a:pt x="1413717" y="306882"/>
                  </a:lnTo>
                  <a:lnTo>
                    <a:pt x="1423476" y="293595"/>
                  </a:lnTo>
                  <a:lnTo>
                    <a:pt x="1433220" y="326849"/>
                  </a:lnTo>
                  <a:lnTo>
                    <a:pt x="1442964" y="303625"/>
                  </a:lnTo>
                  <a:lnTo>
                    <a:pt x="1452722" y="330710"/>
                  </a:lnTo>
                  <a:lnTo>
                    <a:pt x="1462466" y="327095"/>
                  </a:lnTo>
                  <a:lnTo>
                    <a:pt x="1472225" y="324831"/>
                  </a:lnTo>
                  <a:lnTo>
                    <a:pt x="1481969" y="323476"/>
                  </a:lnTo>
                  <a:lnTo>
                    <a:pt x="1491713" y="299580"/>
                  </a:lnTo>
                  <a:lnTo>
                    <a:pt x="1501472" y="313332"/>
                  </a:lnTo>
                  <a:lnTo>
                    <a:pt x="1511216" y="270437"/>
                  </a:lnTo>
                  <a:lnTo>
                    <a:pt x="1520960" y="281431"/>
                  </a:lnTo>
                  <a:lnTo>
                    <a:pt x="1530719" y="302789"/>
                  </a:lnTo>
                  <a:lnTo>
                    <a:pt x="1540463" y="319433"/>
                  </a:lnTo>
                  <a:lnTo>
                    <a:pt x="1550221" y="330218"/>
                  </a:lnTo>
                  <a:lnTo>
                    <a:pt x="1559965" y="324568"/>
                  </a:lnTo>
                  <a:lnTo>
                    <a:pt x="1569709" y="298701"/>
                  </a:lnTo>
                  <a:lnTo>
                    <a:pt x="1579468" y="333807"/>
                  </a:lnTo>
                  <a:lnTo>
                    <a:pt x="1589212" y="343968"/>
                  </a:lnTo>
                  <a:lnTo>
                    <a:pt x="1598971" y="361050"/>
                  </a:lnTo>
                  <a:lnTo>
                    <a:pt x="1608715" y="390367"/>
                  </a:lnTo>
                  <a:lnTo>
                    <a:pt x="1618459" y="386112"/>
                  </a:lnTo>
                  <a:lnTo>
                    <a:pt x="1628218" y="397407"/>
                  </a:lnTo>
                  <a:lnTo>
                    <a:pt x="1637962" y="359626"/>
                  </a:lnTo>
                  <a:lnTo>
                    <a:pt x="1647720" y="362556"/>
                  </a:lnTo>
                  <a:lnTo>
                    <a:pt x="1657464" y="340521"/>
                  </a:lnTo>
                  <a:lnTo>
                    <a:pt x="1667208" y="318987"/>
                  </a:lnTo>
                  <a:lnTo>
                    <a:pt x="1676967" y="311559"/>
                  </a:lnTo>
                  <a:lnTo>
                    <a:pt x="1686711" y="306742"/>
                  </a:lnTo>
                  <a:lnTo>
                    <a:pt x="1696470" y="296184"/>
                  </a:lnTo>
                  <a:lnTo>
                    <a:pt x="1706214" y="279469"/>
                  </a:lnTo>
                  <a:lnTo>
                    <a:pt x="1715958" y="300164"/>
                  </a:lnTo>
                  <a:lnTo>
                    <a:pt x="1725716" y="307770"/>
                  </a:lnTo>
                  <a:lnTo>
                    <a:pt x="1735460" y="276366"/>
                  </a:lnTo>
                  <a:lnTo>
                    <a:pt x="1745219" y="262671"/>
                  </a:lnTo>
                  <a:lnTo>
                    <a:pt x="1754963" y="272096"/>
                  </a:lnTo>
                  <a:lnTo>
                    <a:pt x="1764707" y="292179"/>
                  </a:lnTo>
                  <a:lnTo>
                    <a:pt x="1774466" y="288017"/>
                  </a:lnTo>
                  <a:lnTo>
                    <a:pt x="1784210" y="286722"/>
                  </a:lnTo>
                  <a:lnTo>
                    <a:pt x="1793969" y="293157"/>
                  </a:lnTo>
                  <a:lnTo>
                    <a:pt x="1803713" y="322034"/>
                  </a:lnTo>
                  <a:lnTo>
                    <a:pt x="1813457" y="354284"/>
                  </a:lnTo>
                  <a:lnTo>
                    <a:pt x="1823215" y="368240"/>
                  </a:lnTo>
                  <a:lnTo>
                    <a:pt x="1832959" y="352790"/>
                  </a:lnTo>
                  <a:lnTo>
                    <a:pt x="1842703" y="330334"/>
                  </a:lnTo>
                  <a:lnTo>
                    <a:pt x="1852462" y="342136"/>
                  </a:lnTo>
                  <a:lnTo>
                    <a:pt x="1862206" y="301029"/>
                  </a:lnTo>
                  <a:lnTo>
                    <a:pt x="1871965" y="291469"/>
                  </a:lnTo>
                  <a:lnTo>
                    <a:pt x="1881709" y="244163"/>
                  </a:lnTo>
                  <a:lnTo>
                    <a:pt x="1891453" y="237384"/>
                  </a:lnTo>
                  <a:lnTo>
                    <a:pt x="1901212" y="224157"/>
                  </a:lnTo>
                  <a:lnTo>
                    <a:pt x="1910956" y="250762"/>
                  </a:lnTo>
                  <a:lnTo>
                    <a:pt x="1920714" y="217595"/>
                  </a:lnTo>
                  <a:lnTo>
                    <a:pt x="1930458" y="180132"/>
                  </a:lnTo>
                  <a:lnTo>
                    <a:pt x="1940202" y="191964"/>
                  </a:lnTo>
                  <a:lnTo>
                    <a:pt x="1949961" y="197309"/>
                  </a:lnTo>
                  <a:lnTo>
                    <a:pt x="1959705" y="162844"/>
                  </a:lnTo>
                  <a:lnTo>
                    <a:pt x="1969464" y="158430"/>
                  </a:lnTo>
                  <a:lnTo>
                    <a:pt x="1979208" y="158919"/>
                  </a:lnTo>
                  <a:lnTo>
                    <a:pt x="1988952" y="165820"/>
                  </a:lnTo>
                  <a:lnTo>
                    <a:pt x="1998711" y="174472"/>
                  </a:lnTo>
                  <a:lnTo>
                    <a:pt x="2008454" y="157747"/>
                  </a:lnTo>
                  <a:lnTo>
                    <a:pt x="2018213" y="172836"/>
                  </a:lnTo>
                  <a:lnTo>
                    <a:pt x="2027957" y="171525"/>
                  </a:lnTo>
                  <a:lnTo>
                    <a:pt x="2037701" y="194329"/>
                  </a:lnTo>
                  <a:lnTo>
                    <a:pt x="2047460" y="191705"/>
                  </a:lnTo>
                  <a:lnTo>
                    <a:pt x="2057204" y="200427"/>
                  </a:lnTo>
                  <a:lnTo>
                    <a:pt x="2066963" y="204576"/>
                  </a:lnTo>
                  <a:lnTo>
                    <a:pt x="2076707" y="226327"/>
                  </a:lnTo>
                  <a:lnTo>
                    <a:pt x="2086451" y="212701"/>
                  </a:lnTo>
                  <a:lnTo>
                    <a:pt x="2096210" y="205183"/>
                  </a:lnTo>
                  <a:lnTo>
                    <a:pt x="2105954" y="213114"/>
                  </a:lnTo>
                  <a:lnTo>
                    <a:pt x="2115697" y="222202"/>
                  </a:lnTo>
                  <a:lnTo>
                    <a:pt x="2125456" y="257608"/>
                  </a:lnTo>
                  <a:lnTo>
                    <a:pt x="2135200" y="234513"/>
                  </a:lnTo>
                  <a:lnTo>
                    <a:pt x="2144959" y="197681"/>
                  </a:lnTo>
                  <a:lnTo>
                    <a:pt x="2154703" y="202075"/>
                  </a:lnTo>
                  <a:lnTo>
                    <a:pt x="2164447" y="217997"/>
                  </a:lnTo>
                  <a:lnTo>
                    <a:pt x="2174206" y="233957"/>
                  </a:lnTo>
                  <a:lnTo>
                    <a:pt x="2183950" y="270279"/>
                  </a:lnTo>
                  <a:lnTo>
                    <a:pt x="2193709" y="270324"/>
                  </a:lnTo>
                  <a:lnTo>
                    <a:pt x="2203452" y="228847"/>
                  </a:lnTo>
                  <a:lnTo>
                    <a:pt x="2213196" y="232546"/>
                  </a:lnTo>
                  <a:lnTo>
                    <a:pt x="2222955" y="215432"/>
                  </a:lnTo>
                  <a:lnTo>
                    <a:pt x="2232699" y="215015"/>
                  </a:lnTo>
                  <a:lnTo>
                    <a:pt x="2242458" y="219890"/>
                  </a:lnTo>
                  <a:lnTo>
                    <a:pt x="2252202" y="226782"/>
                  </a:lnTo>
                  <a:lnTo>
                    <a:pt x="2261946" y="234894"/>
                  </a:lnTo>
                  <a:lnTo>
                    <a:pt x="2271705" y="218199"/>
                  </a:lnTo>
                  <a:lnTo>
                    <a:pt x="2281449" y="209094"/>
                  </a:lnTo>
                  <a:lnTo>
                    <a:pt x="2291208" y="183028"/>
                  </a:lnTo>
                  <a:lnTo>
                    <a:pt x="2300951" y="193554"/>
                  </a:lnTo>
                  <a:lnTo>
                    <a:pt x="2310695" y="187823"/>
                  </a:lnTo>
                  <a:lnTo>
                    <a:pt x="2320454" y="226259"/>
                  </a:lnTo>
                  <a:lnTo>
                    <a:pt x="2330198" y="261079"/>
                  </a:lnTo>
                  <a:lnTo>
                    <a:pt x="2339957" y="259458"/>
                  </a:lnTo>
                  <a:lnTo>
                    <a:pt x="2349701" y="247000"/>
                  </a:lnTo>
                  <a:lnTo>
                    <a:pt x="2359445" y="268188"/>
                  </a:lnTo>
                  <a:lnTo>
                    <a:pt x="2369204" y="292194"/>
                  </a:lnTo>
                  <a:lnTo>
                    <a:pt x="2378948" y="334965"/>
                  </a:lnTo>
                  <a:lnTo>
                    <a:pt x="2388692" y="333684"/>
                  </a:lnTo>
                  <a:lnTo>
                    <a:pt x="2398450" y="305761"/>
                  </a:lnTo>
                  <a:lnTo>
                    <a:pt x="2408194" y="265254"/>
                  </a:lnTo>
                  <a:lnTo>
                    <a:pt x="2417953" y="261076"/>
                  </a:lnTo>
                  <a:lnTo>
                    <a:pt x="2427697" y="256398"/>
                  </a:lnTo>
                  <a:lnTo>
                    <a:pt x="2437441" y="263089"/>
                  </a:lnTo>
                  <a:lnTo>
                    <a:pt x="2447200" y="248201"/>
                  </a:lnTo>
                  <a:lnTo>
                    <a:pt x="2456944" y="271296"/>
                  </a:lnTo>
                  <a:lnTo>
                    <a:pt x="2466703" y="293465"/>
                  </a:lnTo>
                  <a:lnTo>
                    <a:pt x="2476446" y="275530"/>
                  </a:lnTo>
                  <a:lnTo>
                    <a:pt x="2486190" y="255001"/>
                  </a:lnTo>
                  <a:lnTo>
                    <a:pt x="2495949" y="238881"/>
                  </a:lnTo>
                  <a:lnTo>
                    <a:pt x="2505693" y="221949"/>
                  </a:lnTo>
                  <a:lnTo>
                    <a:pt x="2515452" y="189371"/>
                  </a:lnTo>
                  <a:lnTo>
                    <a:pt x="2525196" y="174992"/>
                  </a:lnTo>
                  <a:lnTo>
                    <a:pt x="2534940" y="149450"/>
                  </a:lnTo>
                  <a:lnTo>
                    <a:pt x="2544699" y="151713"/>
                  </a:lnTo>
                  <a:lnTo>
                    <a:pt x="2554443" y="143698"/>
                  </a:lnTo>
                  <a:lnTo>
                    <a:pt x="2564202" y="137179"/>
                  </a:lnTo>
                  <a:lnTo>
                    <a:pt x="2573946" y="130840"/>
                  </a:lnTo>
                  <a:lnTo>
                    <a:pt x="2583690" y="108350"/>
                  </a:lnTo>
                  <a:lnTo>
                    <a:pt x="2593448" y="79841"/>
                  </a:lnTo>
                  <a:lnTo>
                    <a:pt x="2603192" y="73707"/>
                  </a:lnTo>
                  <a:lnTo>
                    <a:pt x="2612951" y="91472"/>
                  </a:lnTo>
                  <a:lnTo>
                    <a:pt x="2622695" y="121842"/>
                  </a:lnTo>
                  <a:lnTo>
                    <a:pt x="2632439" y="134007"/>
                  </a:lnTo>
                  <a:lnTo>
                    <a:pt x="2642198" y="175811"/>
                  </a:lnTo>
                  <a:lnTo>
                    <a:pt x="2651942" y="202586"/>
                  </a:lnTo>
                  <a:lnTo>
                    <a:pt x="2661685" y="220290"/>
                  </a:lnTo>
                  <a:lnTo>
                    <a:pt x="2671444" y="197925"/>
                  </a:lnTo>
                  <a:lnTo>
                    <a:pt x="2681188" y="194958"/>
                  </a:lnTo>
                  <a:lnTo>
                    <a:pt x="2690947" y="225885"/>
                  </a:lnTo>
                  <a:lnTo>
                    <a:pt x="2700691" y="237666"/>
                  </a:lnTo>
                  <a:lnTo>
                    <a:pt x="2710435" y="283087"/>
                  </a:lnTo>
                  <a:lnTo>
                    <a:pt x="2720194" y="244392"/>
                  </a:lnTo>
                  <a:lnTo>
                    <a:pt x="2729938" y="248548"/>
                  </a:lnTo>
                  <a:lnTo>
                    <a:pt x="2739697" y="259248"/>
                  </a:lnTo>
                  <a:lnTo>
                    <a:pt x="2749441" y="265056"/>
                  </a:lnTo>
                  <a:lnTo>
                    <a:pt x="2759185" y="230648"/>
                  </a:lnTo>
                  <a:lnTo>
                    <a:pt x="2768943" y="239333"/>
                  </a:lnTo>
                  <a:lnTo>
                    <a:pt x="2778687" y="212988"/>
                  </a:lnTo>
                  <a:lnTo>
                    <a:pt x="2788446" y="234705"/>
                  </a:lnTo>
                  <a:lnTo>
                    <a:pt x="2798190" y="229975"/>
                  </a:lnTo>
                  <a:lnTo>
                    <a:pt x="2807934" y="228325"/>
                  </a:lnTo>
                  <a:lnTo>
                    <a:pt x="2817693" y="228880"/>
                  </a:lnTo>
                  <a:lnTo>
                    <a:pt x="2827437" y="260661"/>
                  </a:lnTo>
                  <a:lnTo>
                    <a:pt x="2837196" y="263202"/>
                  </a:lnTo>
                  <a:lnTo>
                    <a:pt x="2846940" y="279970"/>
                  </a:lnTo>
                  <a:lnTo>
                    <a:pt x="2856684" y="259783"/>
                  </a:lnTo>
                  <a:lnTo>
                    <a:pt x="2866442" y="253180"/>
                  </a:lnTo>
                  <a:lnTo>
                    <a:pt x="2876186" y="257986"/>
                  </a:lnTo>
                  <a:lnTo>
                    <a:pt x="2885945" y="251417"/>
                  </a:lnTo>
                  <a:lnTo>
                    <a:pt x="2895689" y="267213"/>
                  </a:lnTo>
                  <a:lnTo>
                    <a:pt x="2905433" y="275820"/>
                  </a:lnTo>
                  <a:lnTo>
                    <a:pt x="2915192" y="29499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0" name="Freeform 1109">
              <a:extLst>
                <a:ext uri="{FF2B5EF4-FFF2-40B4-BE49-F238E27FC236}">
                  <a16:creationId xmlns:a16="http://schemas.microsoft.com/office/drawing/2014/main" id="{F61E2727-A3D7-C9E4-6BBC-D4780F6BB61D}"/>
                </a:ext>
              </a:extLst>
            </p:cNvPr>
            <p:cNvSpPr/>
            <p:nvPr/>
          </p:nvSpPr>
          <p:spPr>
            <a:xfrm>
              <a:off x="4426652" y="3392712"/>
              <a:ext cx="2915191" cy="473352"/>
            </a:xfrm>
            <a:custGeom>
              <a:avLst/>
              <a:gdLst>
                <a:gd name="connsiteX0" fmla="*/ 0 w 2915191"/>
                <a:gd name="connsiteY0" fmla="*/ 271904 h 473352"/>
                <a:gd name="connsiteX1" fmla="*/ 9750 w 2915191"/>
                <a:gd name="connsiteY1" fmla="*/ 278477 h 473352"/>
                <a:gd name="connsiteX2" fmla="*/ 19500 w 2915191"/>
                <a:gd name="connsiteY2" fmla="*/ 216728 h 473352"/>
                <a:gd name="connsiteX3" fmla="*/ 29250 w 2915191"/>
                <a:gd name="connsiteY3" fmla="*/ 222206 h 473352"/>
                <a:gd name="connsiteX4" fmla="*/ 39000 w 2915191"/>
                <a:gd name="connsiteY4" fmla="*/ 242463 h 473352"/>
                <a:gd name="connsiteX5" fmla="*/ 48749 w 2915191"/>
                <a:gd name="connsiteY5" fmla="*/ 219969 h 473352"/>
                <a:gd name="connsiteX6" fmla="*/ 58499 w 2915191"/>
                <a:gd name="connsiteY6" fmla="*/ 207857 h 473352"/>
                <a:gd name="connsiteX7" fmla="*/ 68249 w 2915191"/>
                <a:gd name="connsiteY7" fmla="*/ 165419 h 473352"/>
                <a:gd name="connsiteX8" fmla="*/ 77998 w 2915191"/>
                <a:gd name="connsiteY8" fmla="*/ 112170 h 473352"/>
                <a:gd name="connsiteX9" fmla="*/ 87748 w 2915191"/>
                <a:gd name="connsiteY9" fmla="*/ 123058 h 473352"/>
                <a:gd name="connsiteX10" fmla="*/ 97497 w 2915191"/>
                <a:gd name="connsiteY10" fmla="*/ 133480 h 473352"/>
                <a:gd name="connsiteX11" fmla="*/ 107247 w 2915191"/>
                <a:gd name="connsiteY11" fmla="*/ 116836 h 473352"/>
                <a:gd name="connsiteX12" fmla="*/ 116997 w 2915191"/>
                <a:gd name="connsiteY12" fmla="*/ 131716 h 473352"/>
                <a:gd name="connsiteX13" fmla="*/ 126747 w 2915191"/>
                <a:gd name="connsiteY13" fmla="*/ 122181 h 473352"/>
                <a:gd name="connsiteX14" fmla="*/ 136497 w 2915191"/>
                <a:gd name="connsiteY14" fmla="*/ 131351 h 473352"/>
                <a:gd name="connsiteX15" fmla="*/ 146247 w 2915191"/>
                <a:gd name="connsiteY15" fmla="*/ 120853 h 473352"/>
                <a:gd name="connsiteX16" fmla="*/ 155997 w 2915191"/>
                <a:gd name="connsiteY16" fmla="*/ 119037 h 473352"/>
                <a:gd name="connsiteX17" fmla="*/ 165747 w 2915191"/>
                <a:gd name="connsiteY17" fmla="*/ 95017 h 473352"/>
                <a:gd name="connsiteX18" fmla="*/ 175497 w 2915191"/>
                <a:gd name="connsiteY18" fmla="*/ 101549 h 473352"/>
                <a:gd name="connsiteX19" fmla="*/ 185247 w 2915191"/>
                <a:gd name="connsiteY19" fmla="*/ 121299 h 473352"/>
                <a:gd name="connsiteX20" fmla="*/ 194996 w 2915191"/>
                <a:gd name="connsiteY20" fmla="*/ 114818 h 473352"/>
                <a:gd name="connsiteX21" fmla="*/ 204746 w 2915191"/>
                <a:gd name="connsiteY21" fmla="*/ 114761 h 473352"/>
                <a:gd name="connsiteX22" fmla="*/ 214495 w 2915191"/>
                <a:gd name="connsiteY22" fmla="*/ 102127 h 473352"/>
                <a:gd name="connsiteX23" fmla="*/ 224245 w 2915191"/>
                <a:gd name="connsiteY23" fmla="*/ 125478 h 473352"/>
                <a:gd name="connsiteX24" fmla="*/ 233995 w 2915191"/>
                <a:gd name="connsiteY24" fmla="*/ 118860 h 473352"/>
                <a:gd name="connsiteX25" fmla="*/ 243744 w 2915191"/>
                <a:gd name="connsiteY25" fmla="*/ 101706 h 473352"/>
                <a:gd name="connsiteX26" fmla="*/ 253494 w 2915191"/>
                <a:gd name="connsiteY26" fmla="*/ 74465 h 473352"/>
                <a:gd name="connsiteX27" fmla="*/ 263244 w 2915191"/>
                <a:gd name="connsiteY27" fmla="*/ 38033 h 473352"/>
                <a:gd name="connsiteX28" fmla="*/ 272994 w 2915191"/>
                <a:gd name="connsiteY28" fmla="*/ 27212 h 473352"/>
                <a:gd name="connsiteX29" fmla="*/ 282744 w 2915191"/>
                <a:gd name="connsiteY29" fmla="*/ 11968 h 473352"/>
                <a:gd name="connsiteX30" fmla="*/ 292494 w 2915191"/>
                <a:gd name="connsiteY30" fmla="*/ 24682 h 473352"/>
                <a:gd name="connsiteX31" fmla="*/ 302244 w 2915191"/>
                <a:gd name="connsiteY31" fmla="*/ 53881 h 473352"/>
                <a:gd name="connsiteX32" fmla="*/ 311994 w 2915191"/>
                <a:gd name="connsiteY32" fmla="*/ 54833 h 473352"/>
                <a:gd name="connsiteX33" fmla="*/ 321744 w 2915191"/>
                <a:gd name="connsiteY33" fmla="*/ 51994 h 473352"/>
                <a:gd name="connsiteX34" fmla="*/ 331493 w 2915191"/>
                <a:gd name="connsiteY34" fmla="*/ 44265 h 473352"/>
                <a:gd name="connsiteX35" fmla="*/ 341243 w 2915191"/>
                <a:gd name="connsiteY35" fmla="*/ 29850 h 473352"/>
                <a:gd name="connsiteX36" fmla="*/ 350993 w 2915191"/>
                <a:gd name="connsiteY36" fmla="*/ 34572 h 473352"/>
                <a:gd name="connsiteX37" fmla="*/ 360742 w 2915191"/>
                <a:gd name="connsiteY37" fmla="*/ 62568 h 473352"/>
                <a:gd name="connsiteX38" fmla="*/ 370492 w 2915191"/>
                <a:gd name="connsiteY38" fmla="*/ 46600 h 473352"/>
                <a:gd name="connsiteX39" fmla="*/ 380241 w 2915191"/>
                <a:gd name="connsiteY39" fmla="*/ 0 h 473352"/>
                <a:gd name="connsiteX40" fmla="*/ 389991 w 2915191"/>
                <a:gd name="connsiteY40" fmla="*/ 5014 h 473352"/>
                <a:gd name="connsiteX41" fmla="*/ 399741 w 2915191"/>
                <a:gd name="connsiteY41" fmla="*/ 38676 h 473352"/>
                <a:gd name="connsiteX42" fmla="*/ 409491 w 2915191"/>
                <a:gd name="connsiteY42" fmla="*/ 54593 h 473352"/>
                <a:gd name="connsiteX43" fmla="*/ 419241 w 2915191"/>
                <a:gd name="connsiteY43" fmla="*/ 71088 h 473352"/>
                <a:gd name="connsiteX44" fmla="*/ 428991 w 2915191"/>
                <a:gd name="connsiteY44" fmla="*/ 81554 h 473352"/>
                <a:gd name="connsiteX45" fmla="*/ 438741 w 2915191"/>
                <a:gd name="connsiteY45" fmla="*/ 73138 h 473352"/>
                <a:gd name="connsiteX46" fmla="*/ 448491 w 2915191"/>
                <a:gd name="connsiteY46" fmla="*/ 78203 h 473352"/>
                <a:gd name="connsiteX47" fmla="*/ 458241 w 2915191"/>
                <a:gd name="connsiteY47" fmla="*/ 65141 h 473352"/>
                <a:gd name="connsiteX48" fmla="*/ 467991 w 2915191"/>
                <a:gd name="connsiteY48" fmla="*/ 72911 h 473352"/>
                <a:gd name="connsiteX49" fmla="*/ 477740 w 2915191"/>
                <a:gd name="connsiteY49" fmla="*/ 105033 h 473352"/>
                <a:gd name="connsiteX50" fmla="*/ 487490 w 2915191"/>
                <a:gd name="connsiteY50" fmla="*/ 87391 h 473352"/>
                <a:gd name="connsiteX51" fmla="*/ 497239 w 2915191"/>
                <a:gd name="connsiteY51" fmla="*/ 102213 h 473352"/>
                <a:gd name="connsiteX52" fmla="*/ 506989 w 2915191"/>
                <a:gd name="connsiteY52" fmla="*/ 104853 h 473352"/>
                <a:gd name="connsiteX53" fmla="*/ 516738 w 2915191"/>
                <a:gd name="connsiteY53" fmla="*/ 102585 h 473352"/>
                <a:gd name="connsiteX54" fmla="*/ 526488 w 2915191"/>
                <a:gd name="connsiteY54" fmla="*/ 73167 h 473352"/>
                <a:gd name="connsiteX55" fmla="*/ 536238 w 2915191"/>
                <a:gd name="connsiteY55" fmla="*/ 83034 h 473352"/>
                <a:gd name="connsiteX56" fmla="*/ 545988 w 2915191"/>
                <a:gd name="connsiteY56" fmla="*/ 106415 h 473352"/>
                <a:gd name="connsiteX57" fmla="*/ 555738 w 2915191"/>
                <a:gd name="connsiteY57" fmla="*/ 99180 h 473352"/>
                <a:gd name="connsiteX58" fmla="*/ 565488 w 2915191"/>
                <a:gd name="connsiteY58" fmla="*/ 87944 h 473352"/>
                <a:gd name="connsiteX59" fmla="*/ 575238 w 2915191"/>
                <a:gd name="connsiteY59" fmla="*/ 76544 h 473352"/>
                <a:gd name="connsiteX60" fmla="*/ 584988 w 2915191"/>
                <a:gd name="connsiteY60" fmla="*/ 101452 h 473352"/>
                <a:gd name="connsiteX61" fmla="*/ 594738 w 2915191"/>
                <a:gd name="connsiteY61" fmla="*/ 95960 h 473352"/>
                <a:gd name="connsiteX62" fmla="*/ 604488 w 2915191"/>
                <a:gd name="connsiteY62" fmla="*/ 98853 h 473352"/>
                <a:gd name="connsiteX63" fmla="*/ 614237 w 2915191"/>
                <a:gd name="connsiteY63" fmla="*/ 99396 h 473352"/>
                <a:gd name="connsiteX64" fmla="*/ 623987 w 2915191"/>
                <a:gd name="connsiteY64" fmla="*/ 101099 h 473352"/>
                <a:gd name="connsiteX65" fmla="*/ 633736 w 2915191"/>
                <a:gd name="connsiteY65" fmla="*/ 106799 h 473352"/>
                <a:gd name="connsiteX66" fmla="*/ 643486 w 2915191"/>
                <a:gd name="connsiteY66" fmla="*/ 71882 h 473352"/>
                <a:gd name="connsiteX67" fmla="*/ 653236 w 2915191"/>
                <a:gd name="connsiteY67" fmla="*/ 63869 h 473352"/>
                <a:gd name="connsiteX68" fmla="*/ 662985 w 2915191"/>
                <a:gd name="connsiteY68" fmla="*/ 84564 h 473352"/>
                <a:gd name="connsiteX69" fmla="*/ 672735 w 2915191"/>
                <a:gd name="connsiteY69" fmla="*/ 55023 h 473352"/>
                <a:gd name="connsiteX70" fmla="*/ 682485 w 2915191"/>
                <a:gd name="connsiteY70" fmla="*/ 43761 h 473352"/>
                <a:gd name="connsiteX71" fmla="*/ 692235 w 2915191"/>
                <a:gd name="connsiteY71" fmla="*/ 79213 h 473352"/>
                <a:gd name="connsiteX72" fmla="*/ 701985 w 2915191"/>
                <a:gd name="connsiteY72" fmla="*/ 74426 h 473352"/>
                <a:gd name="connsiteX73" fmla="*/ 711735 w 2915191"/>
                <a:gd name="connsiteY73" fmla="*/ 148032 h 473352"/>
                <a:gd name="connsiteX74" fmla="*/ 721485 w 2915191"/>
                <a:gd name="connsiteY74" fmla="*/ 156328 h 473352"/>
                <a:gd name="connsiteX75" fmla="*/ 731235 w 2915191"/>
                <a:gd name="connsiteY75" fmla="*/ 168700 h 473352"/>
                <a:gd name="connsiteX76" fmla="*/ 740985 w 2915191"/>
                <a:gd name="connsiteY76" fmla="*/ 182155 h 473352"/>
                <a:gd name="connsiteX77" fmla="*/ 750734 w 2915191"/>
                <a:gd name="connsiteY77" fmla="*/ 179850 h 473352"/>
                <a:gd name="connsiteX78" fmla="*/ 760484 w 2915191"/>
                <a:gd name="connsiteY78" fmla="*/ 184089 h 473352"/>
                <a:gd name="connsiteX79" fmla="*/ 770233 w 2915191"/>
                <a:gd name="connsiteY79" fmla="*/ 182730 h 473352"/>
                <a:gd name="connsiteX80" fmla="*/ 779983 w 2915191"/>
                <a:gd name="connsiteY80" fmla="*/ 191218 h 473352"/>
                <a:gd name="connsiteX81" fmla="*/ 789733 w 2915191"/>
                <a:gd name="connsiteY81" fmla="*/ 177337 h 473352"/>
                <a:gd name="connsiteX82" fmla="*/ 799482 w 2915191"/>
                <a:gd name="connsiteY82" fmla="*/ 172237 h 473352"/>
                <a:gd name="connsiteX83" fmla="*/ 809232 w 2915191"/>
                <a:gd name="connsiteY83" fmla="*/ 155170 h 473352"/>
                <a:gd name="connsiteX84" fmla="*/ 818982 w 2915191"/>
                <a:gd name="connsiteY84" fmla="*/ 143571 h 473352"/>
                <a:gd name="connsiteX85" fmla="*/ 828732 w 2915191"/>
                <a:gd name="connsiteY85" fmla="*/ 169428 h 473352"/>
                <a:gd name="connsiteX86" fmla="*/ 838482 w 2915191"/>
                <a:gd name="connsiteY86" fmla="*/ 157065 h 473352"/>
                <a:gd name="connsiteX87" fmla="*/ 848232 w 2915191"/>
                <a:gd name="connsiteY87" fmla="*/ 202564 h 473352"/>
                <a:gd name="connsiteX88" fmla="*/ 857982 w 2915191"/>
                <a:gd name="connsiteY88" fmla="*/ 220852 h 473352"/>
                <a:gd name="connsiteX89" fmla="*/ 867732 w 2915191"/>
                <a:gd name="connsiteY89" fmla="*/ 233421 h 473352"/>
                <a:gd name="connsiteX90" fmla="*/ 877482 w 2915191"/>
                <a:gd name="connsiteY90" fmla="*/ 219693 h 473352"/>
                <a:gd name="connsiteX91" fmla="*/ 887231 w 2915191"/>
                <a:gd name="connsiteY91" fmla="*/ 222180 h 473352"/>
                <a:gd name="connsiteX92" fmla="*/ 896981 w 2915191"/>
                <a:gd name="connsiteY92" fmla="*/ 193647 h 473352"/>
                <a:gd name="connsiteX93" fmla="*/ 906730 w 2915191"/>
                <a:gd name="connsiteY93" fmla="*/ 207340 h 473352"/>
                <a:gd name="connsiteX94" fmla="*/ 916480 w 2915191"/>
                <a:gd name="connsiteY94" fmla="*/ 169907 h 473352"/>
                <a:gd name="connsiteX95" fmla="*/ 926230 w 2915191"/>
                <a:gd name="connsiteY95" fmla="*/ 147968 h 473352"/>
                <a:gd name="connsiteX96" fmla="*/ 935979 w 2915191"/>
                <a:gd name="connsiteY96" fmla="*/ 174265 h 473352"/>
                <a:gd name="connsiteX97" fmla="*/ 945729 w 2915191"/>
                <a:gd name="connsiteY97" fmla="*/ 186671 h 473352"/>
                <a:gd name="connsiteX98" fmla="*/ 955479 w 2915191"/>
                <a:gd name="connsiteY98" fmla="*/ 206610 h 473352"/>
                <a:gd name="connsiteX99" fmla="*/ 965229 w 2915191"/>
                <a:gd name="connsiteY99" fmla="*/ 220410 h 473352"/>
                <a:gd name="connsiteX100" fmla="*/ 974979 w 2915191"/>
                <a:gd name="connsiteY100" fmla="*/ 212373 h 473352"/>
                <a:gd name="connsiteX101" fmla="*/ 984729 w 2915191"/>
                <a:gd name="connsiteY101" fmla="*/ 205758 h 473352"/>
                <a:gd name="connsiteX102" fmla="*/ 994474 w 2915191"/>
                <a:gd name="connsiteY102" fmla="*/ 215076 h 473352"/>
                <a:gd name="connsiteX103" fmla="*/ 1004233 w 2915191"/>
                <a:gd name="connsiteY103" fmla="*/ 183819 h 473352"/>
                <a:gd name="connsiteX104" fmla="*/ 1013977 w 2915191"/>
                <a:gd name="connsiteY104" fmla="*/ 166434 h 473352"/>
                <a:gd name="connsiteX105" fmla="*/ 1023721 w 2915191"/>
                <a:gd name="connsiteY105" fmla="*/ 170486 h 473352"/>
                <a:gd name="connsiteX106" fmla="*/ 1033480 w 2915191"/>
                <a:gd name="connsiteY106" fmla="*/ 168990 h 473352"/>
                <a:gd name="connsiteX107" fmla="*/ 1043224 w 2915191"/>
                <a:gd name="connsiteY107" fmla="*/ 155238 h 473352"/>
                <a:gd name="connsiteX108" fmla="*/ 1052983 w 2915191"/>
                <a:gd name="connsiteY108" fmla="*/ 165504 h 473352"/>
                <a:gd name="connsiteX109" fmla="*/ 1062727 w 2915191"/>
                <a:gd name="connsiteY109" fmla="*/ 198444 h 473352"/>
                <a:gd name="connsiteX110" fmla="*/ 1072471 w 2915191"/>
                <a:gd name="connsiteY110" fmla="*/ 193548 h 473352"/>
                <a:gd name="connsiteX111" fmla="*/ 1082230 w 2915191"/>
                <a:gd name="connsiteY111" fmla="*/ 216977 h 473352"/>
                <a:gd name="connsiteX112" fmla="*/ 1091973 w 2915191"/>
                <a:gd name="connsiteY112" fmla="*/ 239220 h 473352"/>
                <a:gd name="connsiteX113" fmla="*/ 1101732 w 2915191"/>
                <a:gd name="connsiteY113" fmla="*/ 230718 h 473352"/>
                <a:gd name="connsiteX114" fmla="*/ 1111476 w 2915191"/>
                <a:gd name="connsiteY114" fmla="*/ 228200 h 473352"/>
                <a:gd name="connsiteX115" fmla="*/ 1121220 w 2915191"/>
                <a:gd name="connsiteY115" fmla="*/ 228433 h 473352"/>
                <a:gd name="connsiteX116" fmla="*/ 1130979 w 2915191"/>
                <a:gd name="connsiteY116" fmla="*/ 260923 h 473352"/>
                <a:gd name="connsiteX117" fmla="*/ 1140723 w 2915191"/>
                <a:gd name="connsiteY117" fmla="*/ 276971 h 473352"/>
                <a:gd name="connsiteX118" fmla="*/ 1150482 w 2915191"/>
                <a:gd name="connsiteY118" fmla="*/ 273271 h 473352"/>
                <a:gd name="connsiteX119" fmla="*/ 1160226 w 2915191"/>
                <a:gd name="connsiteY119" fmla="*/ 267554 h 473352"/>
                <a:gd name="connsiteX120" fmla="*/ 1169969 w 2915191"/>
                <a:gd name="connsiteY120" fmla="*/ 313339 h 473352"/>
                <a:gd name="connsiteX121" fmla="*/ 1179728 w 2915191"/>
                <a:gd name="connsiteY121" fmla="*/ 333563 h 473352"/>
                <a:gd name="connsiteX122" fmla="*/ 1189472 w 2915191"/>
                <a:gd name="connsiteY122" fmla="*/ 349448 h 473352"/>
                <a:gd name="connsiteX123" fmla="*/ 1199231 w 2915191"/>
                <a:gd name="connsiteY123" fmla="*/ 350052 h 473352"/>
                <a:gd name="connsiteX124" fmla="*/ 1208975 w 2915191"/>
                <a:gd name="connsiteY124" fmla="*/ 373364 h 473352"/>
                <a:gd name="connsiteX125" fmla="*/ 1218719 w 2915191"/>
                <a:gd name="connsiteY125" fmla="*/ 371980 h 473352"/>
                <a:gd name="connsiteX126" fmla="*/ 1228478 w 2915191"/>
                <a:gd name="connsiteY126" fmla="*/ 365168 h 473352"/>
                <a:gd name="connsiteX127" fmla="*/ 1238222 w 2915191"/>
                <a:gd name="connsiteY127" fmla="*/ 364073 h 473352"/>
                <a:gd name="connsiteX128" fmla="*/ 1247966 w 2915191"/>
                <a:gd name="connsiteY128" fmla="*/ 339920 h 473352"/>
                <a:gd name="connsiteX129" fmla="*/ 1257725 w 2915191"/>
                <a:gd name="connsiteY129" fmla="*/ 332645 h 473352"/>
                <a:gd name="connsiteX130" fmla="*/ 1267469 w 2915191"/>
                <a:gd name="connsiteY130" fmla="*/ 347875 h 473352"/>
                <a:gd name="connsiteX131" fmla="*/ 1277227 w 2915191"/>
                <a:gd name="connsiteY131" fmla="*/ 331549 h 473352"/>
                <a:gd name="connsiteX132" fmla="*/ 1286971 w 2915191"/>
                <a:gd name="connsiteY132" fmla="*/ 369017 h 473352"/>
                <a:gd name="connsiteX133" fmla="*/ 1296715 w 2915191"/>
                <a:gd name="connsiteY133" fmla="*/ 408509 h 473352"/>
                <a:gd name="connsiteX134" fmla="*/ 1306474 w 2915191"/>
                <a:gd name="connsiteY134" fmla="*/ 422285 h 473352"/>
                <a:gd name="connsiteX135" fmla="*/ 1316218 w 2915191"/>
                <a:gd name="connsiteY135" fmla="*/ 416589 h 473352"/>
                <a:gd name="connsiteX136" fmla="*/ 1325977 w 2915191"/>
                <a:gd name="connsiteY136" fmla="*/ 392786 h 473352"/>
                <a:gd name="connsiteX137" fmla="*/ 1335721 w 2915191"/>
                <a:gd name="connsiteY137" fmla="*/ 412358 h 473352"/>
                <a:gd name="connsiteX138" fmla="*/ 1345465 w 2915191"/>
                <a:gd name="connsiteY138" fmla="*/ 377892 h 473352"/>
                <a:gd name="connsiteX139" fmla="*/ 1355224 w 2915191"/>
                <a:gd name="connsiteY139" fmla="*/ 372671 h 473352"/>
                <a:gd name="connsiteX140" fmla="*/ 1364967 w 2915191"/>
                <a:gd name="connsiteY140" fmla="*/ 327769 h 473352"/>
                <a:gd name="connsiteX141" fmla="*/ 1374726 w 2915191"/>
                <a:gd name="connsiteY141" fmla="*/ 314010 h 473352"/>
                <a:gd name="connsiteX142" fmla="*/ 1384470 w 2915191"/>
                <a:gd name="connsiteY142" fmla="*/ 297650 h 473352"/>
                <a:gd name="connsiteX143" fmla="*/ 1394214 w 2915191"/>
                <a:gd name="connsiteY143" fmla="*/ 324284 h 473352"/>
                <a:gd name="connsiteX144" fmla="*/ 1403973 w 2915191"/>
                <a:gd name="connsiteY144" fmla="*/ 310954 h 473352"/>
                <a:gd name="connsiteX145" fmla="*/ 1413717 w 2915191"/>
                <a:gd name="connsiteY145" fmla="*/ 308840 h 473352"/>
                <a:gd name="connsiteX146" fmla="*/ 1423476 w 2915191"/>
                <a:gd name="connsiteY146" fmla="*/ 288960 h 473352"/>
                <a:gd name="connsiteX147" fmla="*/ 1433220 w 2915191"/>
                <a:gd name="connsiteY147" fmla="*/ 308775 h 473352"/>
                <a:gd name="connsiteX148" fmla="*/ 1442964 w 2915191"/>
                <a:gd name="connsiteY148" fmla="*/ 315720 h 473352"/>
                <a:gd name="connsiteX149" fmla="*/ 1452722 w 2915191"/>
                <a:gd name="connsiteY149" fmla="*/ 321405 h 473352"/>
                <a:gd name="connsiteX150" fmla="*/ 1462466 w 2915191"/>
                <a:gd name="connsiteY150" fmla="*/ 322115 h 473352"/>
                <a:gd name="connsiteX151" fmla="*/ 1472225 w 2915191"/>
                <a:gd name="connsiteY151" fmla="*/ 326659 h 473352"/>
                <a:gd name="connsiteX152" fmla="*/ 1481969 w 2915191"/>
                <a:gd name="connsiteY152" fmla="*/ 320154 h 473352"/>
                <a:gd name="connsiteX153" fmla="*/ 1491713 w 2915191"/>
                <a:gd name="connsiteY153" fmla="*/ 339518 h 473352"/>
                <a:gd name="connsiteX154" fmla="*/ 1501472 w 2915191"/>
                <a:gd name="connsiteY154" fmla="*/ 349207 h 473352"/>
                <a:gd name="connsiteX155" fmla="*/ 1511216 w 2915191"/>
                <a:gd name="connsiteY155" fmla="*/ 350196 h 473352"/>
                <a:gd name="connsiteX156" fmla="*/ 1520960 w 2915191"/>
                <a:gd name="connsiteY156" fmla="*/ 349715 h 473352"/>
                <a:gd name="connsiteX157" fmla="*/ 1530719 w 2915191"/>
                <a:gd name="connsiteY157" fmla="*/ 353167 h 473352"/>
                <a:gd name="connsiteX158" fmla="*/ 1540463 w 2915191"/>
                <a:gd name="connsiteY158" fmla="*/ 334156 h 473352"/>
                <a:gd name="connsiteX159" fmla="*/ 1550221 w 2915191"/>
                <a:gd name="connsiteY159" fmla="*/ 334123 h 473352"/>
                <a:gd name="connsiteX160" fmla="*/ 1559965 w 2915191"/>
                <a:gd name="connsiteY160" fmla="*/ 348241 h 473352"/>
                <a:gd name="connsiteX161" fmla="*/ 1569709 w 2915191"/>
                <a:gd name="connsiteY161" fmla="*/ 345846 h 473352"/>
                <a:gd name="connsiteX162" fmla="*/ 1579468 w 2915191"/>
                <a:gd name="connsiteY162" fmla="*/ 382712 h 473352"/>
                <a:gd name="connsiteX163" fmla="*/ 1589212 w 2915191"/>
                <a:gd name="connsiteY163" fmla="*/ 392514 h 473352"/>
                <a:gd name="connsiteX164" fmla="*/ 1598971 w 2915191"/>
                <a:gd name="connsiteY164" fmla="*/ 415105 h 473352"/>
                <a:gd name="connsiteX165" fmla="*/ 1608715 w 2915191"/>
                <a:gd name="connsiteY165" fmla="*/ 394643 h 473352"/>
                <a:gd name="connsiteX166" fmla="*/ 1618459 w 2915191"/>
                <a:gd name="connsiteY166" fmla="*/ 371882 h 473352"/>
                <a:gd name="connsiteX167" fmla="*/ 1628218 w 2915191"/>
                <a:gd name="connsiteY167" fmla="*/ 356479 h 473352"/>
                <a:gd name="connsiteX168" fmla="*/ 1637962 w 2915191"/>
                <a:gd name="connsiteY168" fmla="*/ 354547 h 473352"/>
                <a:gd name="connsiteX169" fmla="*/ 1647720 w 2915191"/>
                <a:gd name="connsiteY169" fmla="*/ 379380 h 473352"/>
                <a:gd name="connsiteX170" fmla="*/ 1657464 w 2915191"/>
                <a:gd name="connsiteY170" fmla="*/ 360004 h 473352"/>
                <a:gd name="connsiteX171" fmla="*/ 1667208 w 2915191"/>
                <a:gd name="connsiteY171" fmla="*/ 384036 h 473352"/>
                <a:gd name="connsiteX172" fmla="*/ 1676967 w 2915191"/>
                <a:gd name="connsiteY172" fmla="*/ 397231 h 473352"/>
                <a:gd name="connsiteX173" fmla="*/ 1686711 w 2915191"/>
                <a:gd name="connsiteY173" fmla="*/ 378021 h 473352"/>
                <a:gd name="connsiteX174" fmla="*/ 1696470 w 2915191"/>
                <a:gd name="connsiteY174" fmla="*/ 379559 h 473352"/>
                <a:gd name="connsiteX175" fmla="*/ 1706214 w 2915191"/>
                <a:gd name="connsiteY175" fmla="*/ 408609 h 473352"/>
                <a:gd name="connsiteX176" fmla="*/ 1715958 w 2915191"/>
                <a:gd name="connsiteY176" fmla="*/ 414926 h 473352"/>
                <a:gd name="connsiteX177" fmla="*/ 1725716 w 2915191"/>
                <a:gd name="connsiteY177" fmla="*/ 424691 h 473352"/>
                <a:gd name="connsiteX178" fmla="*/ 1735460 w 2915191"/>
                <a:gd name="connsiteY178" fmla="*/ 394320 h 473352"/>
                <a:gd name="connsiteX179" fmla="*/ 1745219 w 2915191"/>
                <a:gd name="connsiteY179" fmla="*/ 350718 h 473352"/>
                <a:gd name="connsiteX180" fmla="*/ 1754963 w 2915191"/>
                <a:gd name="connsiteY180" fmla="*/ 351860 h 473352"/>
                <a:gd name="connsiteX181" fmla="*/ 1764707 w 2915191"/>
                <a:gd name="connsiteY181" fmla="*/ 350381 h 473352"/>
                <a:gd name="connsiteX182" fmla="*/ 1774466 w 2915191"/>
                <a:gd name="connsiteY182" fmla="*/ 359466 h 473352"/>
                <a:gd name="connsiteX183" fmla="*/ 1784210 w 2915191"/>
                <a:gd name="connsiteY183" fmla="*/ 356478 h 473352"/>
                <a:gd name="connsiteX184" fmla="*/ 1793969 w 2915191"/>
                <a:gd name="connsiteY184" fmla="*/ 362892 h 473352"/>
                <a:gd name="connsiteX185" fmla="*/ 1803713 w 2915191"/>
                <a:gd name="connsiteY185" fmla="*/ 383175 h 473352"/>
                <a:gd name="connsiteX186" fmla="*/ 1813457 w 2915191"/>
                <a:gd name="connsiteY186" fmla="*/ 405394 h 473352"/>
                <a:gd name="connsiteX187" fmla="*/ 1823215 w 2915191"/>
                <a:gd name="connsiteY187" fmla="*/ 386840 h 473352"/>
                <a:gd name="connsiteX188" fmla="*/ 1832959 w 2915191"/>
                <a:gd name="connsiteY188" fmla="*/ 381541 h 473352"/>
                <a:gd name="connsiteX189" fmla="*/ 1842703 w 2915191"/>
                <a:gd name="connsiteY189" fmla="*/ 402767 h 473352"/>
                <a:gd name="connsiteX190" fmla="*/ 1852462 w 2915191"/>
                <a:gd name="connsiteY190" fmla="*/ 403156 h 473352"/>
                <a:gd name="connsiteX191" fmla="*/ 1862206 w 2915191"/>
                <a:gd name="connsiteY191" fmla="*/ 388606 h 473352"/>
                <a:gd name="connsiteX192" fmla="*/ 1871965 w 2915191"/>
                <a:gd name="connsiteY192" fmla="*/ 425919 h 473352"/>
                <a:gd name="connsiteX193" fmla="*/ 1881709 w 2915191"/>
                <a:gd name="connsiteY193" fmla="*/ 409619 h 473352"/>
                <a:gd name="connsiteX194" fmla="*/ 1891453 w 2915191"/>
                <a:gd name="connsiteY194" fmla="*/ 429441 h 473352"/>
                <a:gd name="connsiteX195" fmla="*/ 1901212 w 2915191"/>
                <a:gd name="connsiteY195" fmla="*/ 448631 h 473352"/>
                <a:gd name="connsiteX196" fmla="*/ 1910956 w 2915191"/>
                <a:gd name="connsiteY196" fmla="*/ 467320 h 473352"/>
                <a:gd name="connsiteX197" fmla="*/ 1920714 w 2915191"/>
                <a:gd name="connsiteY197" fmla="*/ 473353 h 473352"/>
                <a:gd name="connsiteX198" fmla="*/ 1930458 w 2915191"/>
                <a:gd name="connsiteY198" fmla="*/ 455089 h 473352"/>
                <a:gd name="connsiteX199" fmla="*/ 1940202 w 2915191"/>
                <a:gd name="connsiteY199" fmla="*/ 459953 h 473352"/>
                <a:gd name="connsiteX200" fmla="*/ 1949961 w 2915191"/>
                <a:gd name="connsiteY200" fmla="*/ 430055 h 473352"/>
                <a:gd name="connsiteX201" fmla="*/ 1959705 w 2915191"/>
                <a:gd name="connsiteY201" fmla="*/ 425692 h 473352"/>
                <a:gd name="connsiteX202" fmla="*/ 1969464 w 2915191"/>
                <a:gd name="connsiteY202" fmla="*/ 407036 h 473352"/>
                <a:gd name="connsiteX203" fmla="*/ 1979208 w 2915191"/>
                <a:gd name="connsiteY203" fmla="*/ 394227 h 473352"/>
                <a:gd name="connsiteX204" fmla="*/ 1988952 w 2915191"/>
                <a:gd name="connsiteY204" fmla="*/ 394854 h 473352"/>
                <a:gd name="connsiteX205" fmla="*/ 1998711 w 2915191"/>
                <a:gd name="connsiteY205" fmla="*/ 357215 h 473352"/>
                <a:gd name="connsiteX206" fmla="*/ 2008454 w 2915191"/>
                <a:gd name="connsiteY206" fmla="*/ 359127 h 473352"/>
                <a:gd name="connsiteX207" fmla="*/ 2018213 w 2915191"/>
                <a:gd name="connsiteY207" fmla="*/ 348346 h 473352"/>
                <a:gd name="connsiteX208" fmla="*/ 2027957 w 2915191"/>
                <a:gd name="connsiteY208" fmla="*/ 342157 h 473352"/>
                <a:gd name="connsiteX209" fmla="*/ 2037701 w 2915191"/>
                <a:gd name="connsiteY209" fmla="*/ 338956 h 473352"/>
                <a:gd name="connsiteX210" fmla="*/ 2047460 w 2915191"/>
                <a:gd name="connsiteY210" fmla="*/ 340141 h 473352"/>
                <a:gd name="connsiteX211" fmla="*/ 2057204 w 2915191"/>
                <a:gd name="connsiteY211" fmla="*/ 361357 h 473352"/>
                <a:gd name="connsiteX212" fmla="*/ 2066963 w 2915191"/>
                <a:gd name="connsiteY212" fmla="*/ 346302 h 473352"/>
                <a:gd name="connsiteX213" fmla="*/ 2076707 w 2915191"/>
                <a:gd name="connsiteY213" fmla="*/ 355056 h 473352"/>
                <a:gd name="connsiteX214" fmla="*/ 2086451 w 2915191"/>
                <a:gd name="connsiteY214" fmla="*/ 343113 h 473352"/>
                <a:gd name="connsiteX215" fmla="*/ 2096210 w 2915191"/>
                <a:gd name="connsiteY215" fmla="*/ 359310 h 473352"/>
                <a:gd name="connsiteX216" fmla="*/ 2105954 w 2915191"/>
                <a:gd name="connsiteY216" fmla="*/ 342398 h 473352"/>
                <a:gd name="connsiteX217" fmla="*/ 2115697 w 2915191"/>
                <a:gd name="connsiteY217" fmla="*/ 339967 h 473352"/>
                <a:gd name="connsiteX218" fmla="*/ 2125456 w 2915191"/>
                <a:gd name="connsiteY218" fmla="*/ 355633 h 473352"/>
                <a:gd name="connsiteX219" fmla="*/ 2135200 w 2915191"/>
                <a:gd name="connsiteY219" fmla="*/ 363356 h 473352"/>
                <a:gd name="connsiteX220" fmla="*/ 2144959 w 2915191"/>
                <a:gd name="connsiteY220" fmla="*/ 353317 h 473352"/>
                <a:gd name="connsiteX221" fmla="*/ 2154703 w 2915191"/>
                <a:gd name="connsiteY221" fmla="*/ 308647 h 473352"/>
                <a:gd name="connsiteX222" fmla="*/ 2164447 w 2915191"/>
                <a:gd name="connsiteY222" fmla="*/ 304020 h 473352"/>
                <a:gd name="connsiteX223" fmla="*/ 2174206 w 2915191"/>
                <a:gd name="connsiteY223" fmla="*/ 289387 h 473352"/>
                <a:gd name="connsiteX224" fmla="*/ 2183950 w 2915191"/>
                <a:gd name="connsiteY224" fmla="*/ 294852 h 473352"/>
                <a:gd name="connsiteX225" fmla="*/ 2193709 w 2915191"/>
                <a:gd name="connsiteY225" fmla="*/ 275029 h 473352"/>
                <a:gd name="connsiteX226" fmla="*/ 2203452 w 2915191"/>
                <a:gd name="connsiteY226" fmla="*/ 276449 h 473352"/>
                <a:gd name="connsiteX227" fmla="*/ 2213196 w 2915191"/>
                <a:gd name="connsiteY227" fmla="*/ 235280 h 473352"/>
                <a:gd name="connsiteX228" fmla="*/ 2222955 w 2915191"/>
                <a:gd name="connsiteY228" fmla="*/ 237797 h 473352"/>
                <a:gd name="connsiteX229" fmla="*/ 2232699 w 2915191"/>
                <a:gd name="connsiteY229" fmla="*/ 223035 h 473352"/>
                <a:gd name="connsiteX230" fmla="*/ 2242458 w 2915191"/>
                <a:gd name="connsiteY230" fmla="*/ 226682 h 473352"/>
                <a:gd name="connsiteX231" fmla="*/ 2252202 w 2915191"/>
                <a:gd name="connsiteY231" fmla="*/ 183751 h 473352"/>
                <a:gd name="connsiteX232" fmla="*/ 2261946 w 2915191"/>
                <a:gd name="connsiteY232" fmla="*/ 179226 h 473352"/>
                <a:gd name="connsiteX233" fmla="*/ 2271705 w 2915191"/>
                <a:gd name="connsiteY233" fmla="*/ 137144 h 473352"/>
                <a:gd name="connsiteX234" fmla="*/ 2281449 w 2915191"/>
                <a:gd name="connsiteY234" fmla="*/ 161584 h 473352"/>
                <a:gd name="connsiteX235" fmla="*/ 2291208 w 2915191"/>
                <a:gd name="connsiteY235" fmla="*/ 155441 h 473352"/>
                <a:gd name="connsiteX236" fmla="*/ 2300951 w 2915191"/>
                <a:gd name="connsiteY236" fmla="*/ 132388 h 473352"/>
                <a:gd name="connsiteX237" fmla="*/ 2310695 w 2915191"/>
                <a:gd name="connsiteY237" fmla="*/ 125874 h 473352"/>
                <a:gd name="connsiteX238" fmla="*/ 2320454 w 2915191"/>
                <a:gd name="connsiteY238" fmla="*/ 138076 h 473352"/>
                <a:gd name="connsiteX239" fmla="*/ 2330198 w 2915191"/>
                <a:gd name="connsiteY239" fmla="*/ 111574 h 473352"/>
                <a:gd name="connsiteX240" fmla="*/ 2339957 w 2915191"/>
                <a:gd name="connsiteY240" fmla="*/ 99291 h 473352"/>
                <a:gd name="connsiteX241" fmla="*/ 2349701 w 2915191"/>
                <a:gd name="connsiteY241" fmla="*/ 82134 h 473352"/>
                <a:gd name="connsiteX242" fmla="*/ 2359445 w 2915191"/>
                <a:gd name="connsiteY242" fmla="*/ 65542 h 473352"/>
                <a:gd name="connsiteX243" fmla="*/ 2369204 w 2915191"/>
                <a:gd name="connsiteY243" fmla="*/ 103398 h 473352"/>
                <a:gd name="connsiteX244" fmla="*/ 2378948 w 2915191"/>
                <a:gd name="connsiteY244" fmla="*/ 91751 h 473352"/>
                <a:gd name="connsiteX245" fmla="*/ 2388692 w 2915191"/>
                <a:gd name="connsiteY245" fmla="*/ 69401 h 473352"/>
                <a:gd name="connsiteX246" fmla="*/ 2398450 w 2915191"/>
                <a:gd name="connsiteY246" fmla="*/ 45221 h 473352"/>
                <a:gd name="connsiteX247" fmla="*/ 2408194 w 2915191"/>
                <a:gd name="connsiteY247" fmla="*/ 100744 h 473352"/>
                <a:gd name="connsiteX248" fmla="*/ 2417953 w 2915191"/>
                <a:gd name="connsiteY248" fmla="*/ 135839 h 473352"/>
                <a:gd name="connsiteX249" fmla="*/ 2427697 w 2915191"/>
                <a:gd name="connsiteY249" fmla="*/ 174066 h 473352"/>
                <a:gd name="connsiteX250" fmla="*/ 2437441 w 2915191"/>
                <a:gd name="connsiteY250" fmla="*/ 155289 h 473352"/>
                <a:gd name="connsiteX251" fmla="*/ 2447200 w 2915191"/>
                <a:gd name="connsiteY251" fmla="*/ 110007 h 473352"/>
                <a:gd name="connsiteX252" fmla="*/ 2456944 w 2915191"/>
                <a:gd name="connsiteY252" fmla="*/ 101972 h 473352"/>
                <a:gd name="connsiteX253" fmla="*/ 2466703 w 2915191"/>
                <a:gd name="connsiteY253" fmla="*/ 96437 h 473352"/>
                <a:gd name="connsiteX254" fmla="*/ 2476446 w 2915191"/>
                <a:gd name="connsiteY254" fmla="*/ 114600 h 473352"/>
                <a:gd name="connsiteX255" fmla="*/ 2486190 w 2915191"/>
                <a:gd name="connsiteY255" fmla="*/ 102730 h 473352"/>
                <a:gd name="connsiteX256" fmla="*/ 2495949 w 2915191"/>
                <a:gd name="connsiteY256" fmla="*/ 114082 h 473352"/>
                <a:gd name="connsiteX257" fmla="*/ 2505693 w 2915191"/>
                <a:gd name="connsiteY257" fmla="*/ 111681 h 473352"/>
                <a:gd name="connsiteX258" fmla="*/ 2515452 w 2915191"/>
                <a:gd name="connsiteY258" fmla="*/ 108424 h 473352"/>
                <a:gd name="connsiteX259" fmla="*/ 2525196 w 2915191"/>
                <a:gd name="connsiteY259" fmla="*/ 111409 h 473352"/>
                <a:gd name="connsiteX260" fmla="*/ 2534940 w 2915191"/>
                <a:gd name="connsiteY260" fmla="*/ 112093 h 473352"/>
                <a:gd name="connsiteX261" fmla="*/ 2544699 w 2915191"/>
                <a:gd name="connsiteY261" fmla="*/ 38979 h 473352"/>
                <a:gd name="connsiteX262" fmla="*/ 2554443 w 2915191"/>
                <a:gd name="connsiteY262" fmla="*/ 40233 h 473352"/>
                <a:gd name="connsiteX263" fmla="*/ 2564202 w 2915191"/>
                <a:gd name="connsiteY263" fmla="*/ 59247 h 473352"/>
                <a:gd name="connsiteX264" fmla="*/ 2573946 w 2915191"/>
                <a:gd name="connsiteY264" fmla="*/ 49870 h 473352"/>
                <a:gd name="connsiteX265" fmla="*/ 2583690 w 2915191"/>
                <a:gd name="connsiteY265" fmla="*/ 18087 h 473352"/>
                <a:gd name="connsiteX266" fmla="*/ 2593448 w 2915191"/>
                <a:gd name="connsiteY266" fmla="*/ 6401 h 473352"/>
                <a:gd name="connsiteX267" fmla="*/ 2603192 w 2915191"/>
                <a:gd name="connsiteY267" fmla="*/ 48684 h 473352"/>
                <a:gd name="connsiteX268" fmla="*/ 2612951 w 2915191"/>
                <a:gd name="connsiteY268" fmla="*/ 77828 h 473352"/>
                <a:gd name="connsiteX269" fmla="*/ 2622695 w 2915191"/>
                <a:gd name="connsiteY269" fmla="*/ 43076 h 473352"/>
                <a:gd name="connsiteX270" fmla="*/ 2632439 w 2915191"/>
                <a:gd name="connsiteY270" fmla="*/ 12979 h 473352"/>
                <a:gd name="connsiteX271" fmla="*/ 2642198 w 2915191"/>
                <a:gd name="connsiteY271" fmla="*/ 53556 h 473352"/>
                <a:gd name="connsiteX272" fmla="*/ 2651942 w 2915191"/>
                <a:gd name="connsiteY272" fmla="*/ 64188 h 473352"/>
                <a:gd name="connsiteX273" fmla="*/ 2661685 w 2915191"/>
                <a:gd name="connsiteY273" fmla="*/ 93688 h 473352"/>
                <a:gd name="connsiteX274" fmla="*/ 2671444 w 2915191"/>
                <a:gd name="connsiteY274" fmla="*/ 108295 h 473352"/>
                <a:gd name="connsiteX275" fmla="*/ 2681188 w 2915191"/>
                <a:gd name="connsiteY275" fmla="*/ 122748 h 473352"/>
                <a:gd name="connsiteX276" fmla="*/ 2690947 w 2915191"/>
                <a:gd name="connsiteY276" fmla="*/ 116751 h 473352"/>
                <a:gd name="connsiteX277" fmla="*/ 2700691 w 2915191"/>
                <a:gd name="connsiteY277" fmla="*/ 142811 h 473352"/>
                <a:gd name="connsiteX278" fmla="*/ 2710435 w 2915191"/>
                <a:gd name="connsiteY278" fmla="*/ 123142 h 473352"/>
                <a:gd name="connsiteX279" fmla="*/ 2720194 w 2915191"/>
                <a:gd name="connsiteY279" fmla="*/ 121524 h 473352"/>
                <a:gd name="connsiteX280" fmla="*/ 2729938 w 2915191"/>
                <a:gd name="connsiteY280" fmla="*/ 95365 h 473352"/>
                <a:gd name="connsiteX281" fmla="*/ 2739697 w 2915191"/>
                <a:gd name="connsiteY281" fmla="*/ 60582 h 473352"/>
                <a:gd name="connsiteX282" fmla="*/ 2749441 w 2915191"/>
                <a:gd name="connsiteY282" fmla="*/ 66665 h 473352"/>
                <a:gd name="connsiteX283" fmla="*/ 2759185 w 2915191"/>
                <a:gd name="connsiteY283" fmla="*/ 86024 h 473352"/>
                <a:gd name="connsiteX284" fmla="*/ 2768943 w 2915191"/>
                <a:gd name="connsiteY284" fmla="*/ 72358 h 473352"/>
                <a:gd name="connsiteX285" fmla="*/ 2778687 w 2915191"/>
                <a:gd name="connsiteY285" fmla="*/ 55567 h 473352"/>
                <a:gd name="connsiteX286" fmla="*/ 2788446 w 2915191"/>
                <a:gd name="connsiteY286" fmla="*/ 70712 h 473352"/>
                <a:gd name="connsiteX287" fmla="*/ 2798190 w 2915191"/>
                <a:gd name="connsiteY287" fmla="*/ 85551 h 473352"/>
                <a:gd name="connsiteX288" fmla="*/ 2807934 w 2915191"/>
                <a:gd name="connsiteY288" fmla="*/ 62927 h 473352"/>
                <a:gd name="connsiteX289" fmla="*/ 2817693 w 2915191"/>
                <a:gd name="connsiteY289" fmla="*/ 87073 h 473352"/>
                <a:gd name="connsiteX290" fmla="*/ 2827437 w 2915191"/>
                <a:gd name="connsiteY290" fmla="*/ 89051 h 473352"/>
                <a:gd name="connsiteX291" fmla="*/ 2837196 w 2915191"/>
                <a:gd name="connsiteY291" fmla="*/ 96970 h 473352"/>
                <a:gd name="connsiteX292" fmla="*/ 2846940 w 2915191"/>
                <a:gd name="connsiteY292" fmla="*/ 115633 h 473352"/>
                <a:gd name="connsiteX293" fmla="*/ 2856684 w 2915191"/>
                <a:gd name="connsiteY293" fmla="*/ 101230 h 473352"/>
                <a:gd name="connsiteX294" fmla="*/ 2866442 w 2915191"/>
                <a:gd name="connsiteY294" fmla="*/ 97709 h 473352"/>
                <a:gd name="connsiteX295" fmla="*/ 2876186 w 2915191"/>
                <a:gd name="connsiteY295" fmla="*/ 93856 h 473352"/>
                <a:gd name="connsiteX296" fmla="*/ 2885945 w 2915191"/>
                <a:gd name="connsiteY296" fmla="*/ 84725 h 473352"/>
                <a:gd name="connsiteX297" fmla="*/ 2895689 w 2915191"/>
                <a:gd name="connsiteY297" fmla="*/ 97706 h 473352"/>
                <a:gd name="connsiteX298" fmla="*/ 2905433 w 2915191"/>
                <a:gd name="connsiteY298" fmla="*/ 77536 h 473352"/>
                <a:gd name="connsiteX299" fmla="*/ 2915192 w 2915191"/>
                <a:gd name="connsiteY299" fmla="*/ 64090 h 473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73352">
                  <a:moveTo>
                    <a:pt x="0" y="271904"/>
                  </a:moveTo>
                  <a:lnTo>
                    <a:pt x="9750" y="278477"/>
                  </a:lnTo>
                  <a:lnTo>
                    <a:pt x="19500" y="216728"/>
                  </a:lnTo>
                  <a:lnTo>
                    <a:pt x="29250" y="222206"/>
                  </a:lnTo>
                  <a:lnTo>
                    <a:pt x="39000" y="242463"/>
                  </a:lnTo>
                  <a:lnTo>
                    <a:pt x="48749" y="219969"/>
                  </a:lnTo>
                  <a:lnTo>
                    <a:pt x="58499" y="207857"/>
                  </a:lnTo>
                  <a:lnTo>
                    <a:pt x="68249" y="165419"/>
                  </a:lnTo>
                  <a:lnTo>
                    <a:pt x="77998" y="112170"/>
                  </a:lnTo>
                  <a:lnTo>
                    <a:pt x="87748" y="123058"/>
                  </a:lnTo>
                  <a:lnTo>
                    <a:pt x="97497" y="133480"/>
                  </a:lnTo>
                  <a:lnTo>
                    <a:pt x="107247" y="116836"/>
                  </a:lnTo>
                  <a:lnTo>
                    <a:pt x="116997" y="131716"/>
                  </a:lnTo>
                  <a:lnTo>
                    <a:pt x="126747" y="122181"/>
                  </a:lnTo>
                  <a:lnTo>
                    <a:pt x="136497" y="131351"/>
                  </a:lnTo>
                  <a:lnTo>
                    <a:pt x="146247" y="120853"/>
                  </a:lnTo>
                  <a:lnTo>
                    <a:pt x="155997" y="119037"/>
                  </a:lnTo>
                  <a:lnTo>
                    <a:pt x="165747" y="95017"/>
                  </a:lnTo>
                  <a:lnTo>
                    <a:pt x="175497" y="101549"/>
                  </a:lnTo>
                  <a:lnTo>
                    <a:pt x="185247" y="121299"/>
                  </a:lnTo>
                  <a:lnTo>
                    <a:pt x="194996" y="114818"/>
                  </a:lnTo>
                  <a:lnTo>
                    <a:pt x="204746" y="114761"/>
                  </a:lnTo>
                  <a:lnTo>
                    <a:pt x="214495" y="102127"/>
                  </a:lnTo>
                  <a:lnTo>
                    <a:pt x="224245" y="125478"/>
                  </a:lnTo>
                  <a:lnTo>
                    <a:pt x="233995" y="118860"/>
                  </a:lnTo>
                  <a:lnTo>
                    <a:pt x="243744" y="101706"/>
                  </a:lnTo>
                  <a:lnTo>
                    <a:pt x="253494" y="74465"/>
                  </a:lnTo>
                  <a:lnTo>
                    <a:pt x="263244" y="38033"/>
                  </a:lnTo>
                  <a:lnTo>
                    <a:pt x="272994" y="27212"/>
                  </a:lnTo>
                  <a:lnTo>
                    <a:pt x="282744" y="11968"/>
                  </a:lnTo>
                  <a:lnTo>
                    <a:pt x="292494" y="24682"/>
                  </a:lnTo>
                  <a:lnTo>
                    <a:pt x="302244" y="53881"/>
                  </a:lnTo>
                  <a:lnTo>
                    <a:pt x="311994" y="54833"/>
                  </a:lnTo>
                  <a:lnTo>
                    <a:pt x="321744" y="51994"/>
                  </a:lnTo>
                  <a:lnTo>
                    <a:pt x="331493" y="44265"/>
                  </a:lnTo>
                  <a:lnTo>
                    <a:pt x="341243" y="29850"/>
                  </a:lnTo>
                  <a:lnTo>
                    <a:pt x="350993" y="34572"/>
                  </a:lnTo>
                  <a:lnTo>
                    <a:pt x="360742" y="62568"/>
                  </a:lnTo>
                  <a:lnTo>
                    <a:pt x="370492" y="46600"/>
                  </a:lnTo>
                  <a:lnTo>
                    <a:pt x="380241" y="0"/>
                  </a:lnTo>
                  <a:lnTo>
                    <a:pt x="389991" y="5014"/>
                  </a:lnTo>
                  <a:lnTo>
                    <a:pt x="399741" y="38676"/>
                  </a:lnTo>
                  <a:lnTo>
                    <a:pt x="409491" y="54593"/>
                  </a:lnTo>
                  <a:lnTo>
                    <a:pt x="419241" y="71088"/>
                  </a:lnTo>
                  <a:lnTo>
                    <a:pt x="428991" y="81554"/>
                  </a:lnTo>
                  <a:lnTo>
                    <a:pt x="438741" y="73138"/>
                  </a:lnTo>
                  <a:lnTo>
                    <a:pt x="448491" y="78203"/>
                  </a:lnTo>
                  <a:lnTo>
                    <a:pt x="458241" y="65141"/>
                  </a:lnTo>
                  <a:lnTo>
                    <a:pt x="467991" y="72911"/>
                  </a:lnTo>
                  <a:lnTo>
                    <a:pt x="477740" y="105033"/>
                  </a:lnTo>
                  <a:lnTo>
                    <a:pt x="487490" y="87391"/>
                  </a:lnTo>
                  <a:lnTo>
                    <a:pt x="497239" y="102213"/>
                  </a:lnTo>
                  <a:lnTo>
                    <a:pt x="506989" y="104853"/>
                  </a:lnTo>
                  <a:lnTo>
                    <a:pt x="516738" y="102585"/>
                  </a:lnTo>
                  <a:lnTo>
                    <a:pt x="526488" y="73167"/>
                  </a:lnTo>
                  <a:lnTo>
                    <a:pt x="536238" y="83034"/>
                  </a:lnTo>
                  <a:lnTo>
                    <a:pt x="545988" y="106415"/>
                  </a:lnTo>
                  <a:lnTo>
                    <a:pt x="555738" y="99180"/>
                  </a:lnTo>
                  <a:lnTo>
                    <a:pt x="565488" y="87944"/>
                  </a:lnTo>
                  <a:lnTo>
                    <a:pt x="575238" y="76544"/>
                  </a:lnTo>
                  <a:lnTo>
                    <a:pt x="584988" y="101452"/>
                  </a:lnTo>
                  <a:lnTo>
                    <a:pt x="594738" y="95960"/>
                  </a:lnTo>
                  <a:lnTo>
                    <a:pt x="604488" y="98853"/>
                  </a:lnTo>
                  <a:lnTo>
                    <a:pt x="614237" y="99396"/>
                  </a:lnTo>
                  <a:lnTo>
                    <a:pt x="623987" y="101099"/>
                  </a:lnTo>
                  <a:lnTo>
                    <a:pt x="633736" y="106799"/>
                  </a:lnTo>
                  <a:lnTo>
                    <a:pt x="643486" y="71882"/>
                  </a:lnTo>
                  <a:lnTo>
                    <a:pt x="653236" y="63869"/>
                  </a:lnTo>
                  <a:lnTo>
                    <a:pt x="662985" y="84564"/>
                  </a:lnTo>
                  <a:lnTo>
                    <a:pt x="672735" y="55023"/>
                  </a:lnTo>
                  <a:lnTo>
                    <a:pt x="682485" y="43761"/>
                  </a:lnTo>
                  <a:lnTo>
                    <a:pt x="692235" y="79213"/>
                  </a:lnTo>
                  <a:lnTo>
                    <a:pt x="701985" y="74426"/>
                  </a:lnTo>
                  <a:lnTo>
                    <a:pt x="711735" y="148032"/>
                  </a:lnTo>
                  <a:lnTo>
                    <a:pt x="721485" y="156328"/>
                  </a:lnTo>
                  <a:lnTo>
                    <a:pt x="731235" y="168700"/>
                  </a:lnTo>
                  <a:lnTo>
                    <a:pt x="740985" y="182155"/>
                  </a:lnTo>
                  <a:lnTo>
                    <a:pt x="750734" y="179850"/>
                  </a:lnTo>
                  <a:lnTo>
                    <a:pt x="760484" y="184089"/>
                  </a:lnTo>
                  <a:lnTo>
                    <a:pt x="770233" y="182730"/>
                  </a:lnTo>
                  <a:lnTo>
                    <a:pt x="779983" y="191218"/>
                  </a:lnTo>
                  <a:lnTo>
                    <a:pt x="789733" y="177337"/>
                  </a:lnTo>
                  <a:lnTo>
                    <a:pt x="799482" y="172237"/>
                  </a:lnTo>
                  <a:lnTo>
                    <a:pt x="809232" y="155170"/>
                  </a:lnTo>
                  <a:lnTo>
                    <a:pt x="818982" y="143571"/>
                  </a:lnTo>
                  <a:lnTo>
                    <a:pt x="828732" y="169428"/>
                  </a:lnTo>
                  <a:lnTo>
                    <a:pt x="838482" y="157065"/>
                  </a:lnTo>
                  <a:lnTo>
                    <a:pt x="848232" y="202564"/>
                  </a:lnTo>
                  <a:lnTo>
                    <a:pt x="857982" y="220852"/>
                  </a:lnTo>
                  <a:lnTo>
                    <a:pt x="867732" y="233421"/>
                  </a:lnTo>
                  <a:lnTo>
                    <a:pt x="877482" y="219693"/>
                  </a:lnTo>
                  <a:lnTo>
                    <a:pt x="887231" y="222180"/>
                  </a:lnTo>
                  <a:lnTo>
                    <a:pt x="896981" y="193647"/>
                  </a:lnTo>
                  <a:lnTo>
                    <a:pt x="906730" y="207340"/>
                  </a:lnTo>
                  <a:lnTo>
                    <a:pt x="916480" y="169907"/>
                  </a:lnTo>
                  <a:lnTo>
                    <a:pt x="926230" y="147968"/>
                  </a:lnTo>
                  <a:lnTo>
                    <a:pt x="935979" y="174265"/>
                  </a:lnTo>
                  <a:lnTo>
                    <a:pt x="945729" y="186671"/>
                  </a:lnTo>
                  <a:lnTo>
                    <a:pt x="955479" y="206610"/>
                  </a:lnTo>
                  <a:lnTo>
                    <a:pt x="965229" y="220410"/>
                  </a:lnTo>
                  <a:lnTo>
                    <a:pt x="974979" y="212373"/>
                  </a:lnTo>
                  <a:lnTo>
                    <a:pt x="984729" y="205758"/>
                  </a:lnTo>
                  <a:lnTo>
                    <a:pt x="994474" y="215076"/>
                  </a:lnTo>
                  <a:lnTo>
                    <a:pt x="1004233" y="183819"/>
                  </a:lnTo>
                  <a:lnTo>
                    <a:pt x="1013977" y="166434"/>
                  </a:lnTo>
                  <a:lnTo>
                    <a:pt x="1023721" y="170486"/>
                  </a:lnTo>
                  <a:lnTo>
                    <a:pt x="1033480" y="168990"/>
                  </a:lnTo>
                  <a:lnTo>
                    <a:pt x="1043224" y="155238"/>
                  </a:lnTo>
                  <a:lnTo>
                    <a:pt x="1052983" y="165504"/>
                  </a:lnTo>
                  <a:lnTo>
                    <a:pt x="1062727" y="198444"/>
                  </a:lnTo>
                  <a:lnTo>
                    <a:pt x="1072471" y="193548"/>
                  </a:lnTo>
                  <a:lnTo>
                    <a:pt x="1082230" y="216977"/>
                  </a:lnTo>
                  <a:lnTo>
                    <a:pt x="1091973" y="239220"/>
                  </a:lnTo>
                  <a:lnTo>
                    <a:pt x="1101732" y="230718"/>
                  </a:lnTo>
                  <a:lnTo>
                    <a:pt x="1111476" y="228200"/>
                  </a:lnTo>
                  <a:lnTo>
                    <a:pt x="1121220" y="228433"/>
                  </a:lnTo>
                  <a:lnTo>
                    <a:pt x="1130979" y="260923"/>
                  </a:lnTo>
                  <a:lnTo>
                    <a:pt x="1140723" y="276971"/>
                  </a:lnTo>
                  <a:lnTo>
                    <a:pt x="1150482" y="273271"/>
                  </a:lnTo>
                  <a:lnTo>
                    <a:pt x="1160226" y="267554"/>
                  </a:lnTo>
                  <a:lnTo>
                    <a:pt x="1169969" y="313339"/>
                  </a:lnTo>
                  <a:lnTo>
                    <a:pt x="1179728" y="333563"/>
                  </a:lnTo>
                  <a:lnTo>
                    <a:pt x="1189472" y="349448"/>
                  </a:lnTo>
                  <a:lnTo>
                    <a:pt x="1199231" y="350052"/>
                  </a:lnTo>
                  <a:lnTo>
                    <a:pt x="1208975" y="373364"/>
                  </a:lnTo>
                  <a:lnTo>
                    <a:pt x="1218719" y="371980"/>
                  </a:lnTo>
                  <a:lnTo>
                    <a:pt x="1228478" y="365168"/>
                  </a:lnTo>
                  <a:lnTo>
                    <a:pt x="1238222" y="364073"/>
                  </a:lnTo>
                  <a:lnTo>
                    <a:pt x="1247966" y="339920"/>
                  </a:lnTo>
                  <a:lnTo>
                    <a:pt x="1257725" y="332645"/>
                  </a:lnTo>
                  <a:lnTo>
                    <a:pt x="1267469" y="347875"/>
                  </a:lnTo>
                  <a:lnTo>
                    <a:pt x="1277227" y="331549"/>
                  </a:lnTo>
                  <a:lnTo>
                    <a:pt x="1286971" y="369017"/>
                  </a:lnTo>
                  <a:lnTo>
                    <a:pt x="1296715" y="408509"/>
                  </a:lnTo>
                  <a:lnTo>
                    <a:pt x="1306474" y="422285"/>
                  </a:lnTo>
                  <a:lnTo>
                    <a:pt x="1316218" y="416589"/>
                  </a:lnTo>
                  <a:lnTo>
                    <a:pt x="1325977" y="392786"/>
                  </a:lnTo>
                  <a:lnTo>
                    <a:pt x="1335721" y="412358"/>
                  </a:lnTo>
                  <a:lnTo>
                    <a:pt x="1345465" y="377892"/>
                  </a:lnTo>
                  <a:lnTo>
                    <a:pt x="1355224" y="372671"/>
                  </a:lnTo>
                  <a:lnTo>
                    <a:pt x="1364967" y="327769"/>
                  </a:lnTo>
                  <a:lnTo>
                    <a:pt x="1374726" y="314010"/>
                  </a:lnTo>
                  <a:lnTo>
                    <a:pt x="1384470" y="297650"/>
                  </a:lnTo>
                  <a:lnTo>
                    <a:pt x="1394214" y="324284"/>
                  </a:lnTo>
                  <a:lnTo>
                    <a:pt x="1403973" y="310954"/>
                  </a:lnTo>
                  <a:lnTo>
                    <a:pt x="1413717" y="308840"/>
                  </a:lnTo>
                  <a:lnTo>
                    <a:pt x="1423476" y="288960"/>
                  </a:lnTo>
                  <a:lnTo>
                    <a:pt x="1433220" y="308775"/>
                  </a:lnTo>
                  <a:lnTo>
                    <a:pt x="1442964" y="315720"/>
                  </a:lnTo>
                  <a:lnTo>
                    <a:pt x="1452722" y="321405"/>
                  </a:lnTo>
                  <a:lnTo>
                    <a:pt x="1462466" y="322115"/>
                  </a:lnTo>
                  <a:lnTo>
                    <a:pt x="1472225" y="326659"/>
                  </a:lnTo>
                  <a:lnTo>
                    <a:pt x="1481969" y="320154"/>
                  </a:lnTo>
                  <a:lnTo>
                    <a:pt x="1491713" y="339518"/>
                  </a:lnTo>
                  <a:lnTo>
                    <a:pt x="1501472" y="349207"/>
                  </a:lnTo>
                  <a:lnTo>
                    <a:pt x="1511216" y="350196"/>
                  </a:lnTo>
                  <a:lnTo>
                    <a:pt x="1520960" y="349715"/>
                  </a:lnTo>
                  <a:lnTo>
                    <a:pt x="1530719" y="353167"/>
                  </a:lnTo>
                  <a:lnTo>
                    <a:pt x="1540463" y="334156"/>
                  </a:lnTo>
                  <a:lnTo>
                    <a:pt x="1550221" y="334123"/>
                  </a:lnTo>
                  <a:lnTo>
                    <a:pt x="1559965" y="348241"/>
                  </a:lnTo>
                  <a:lnTo>
                    <a:pt x="1569709" y="345846"/>
                  </a:lnTo>
                  <a:lnTo>
                    <a:pt x="1579468" y="382712"/>
                  </a:lnTo>
                  <a:lnTo>
                    <a:pt x="1589212" y="392514"/>
                  </a:lnTo>
                  <a:lnTo>
                    <a:pt x="1598971" y="415105"/>
                  </a:lnTo>
                  <a:lnTo>
                    <a:pt x="1608715" y="394643"/>
                  </a:lnTo>
                  <a:lnTo>
                    <a:pt x="1618459" y="371882"/>
                  </a:lnTo>
                  <a:lnTo>
                    <a:pt x="1628218" y="356479"/>
                  </a:lnTo>
                  <a:lnTo>
                    <a:pt x="1637962" y="354547"/>
                  </a:lnTo>
                  <a:lnTo>
                    <a:pt x="1647720" y="379380"/>
                  </a:lnTo>
                  <a:lnTo>
                    <a:pt x="1657464" y="360004"/>
                  </a:lnTo>
                  <a:lnTo>
                    <a:pt x="1667208" y="384036"/>
                  </a:lnTo>
                  <a:lnTo>
                    <a:pt x="1676967" y="397231"/>
                  </a:lnTo>
                  <a:lnTo>
                    <a:pt x="1686711" y="378021"/>
                  </a:lnTo>
                  <a:lnTo>
                    <a:pt x="1696470" y="379559"/>
                  </a:lnTo>
                  <a:lnTo>
                    <a:pt x="1706214" y="408609"/>
                  </a:lnTo>
                  <a:lnTo>
                    <a:pt x="1715958" y="414926"/>
                  </a:lnTo>
                  <a:lnTo>
                    <a:pt x="1725716" y="424691"/>
                  </a:lnTo>
                  <a:lnTo>
                    <a:pt x="1735460" y="394320"/>
                  </a:lnTo>
                  <a:lnTo>
                    <a:pt x="1745219" y="350718"/>
                  </a:lnTo>
                  <a:lnTo>
                    <a:pt x="1754963" y="351860"/>
                  </a:lnTo>
                  <a:lnTo>
                    <a:pt x="1764707" y="350381"/>
                  </a:lnTo>
                  <a:lnTo>
                    <a:pt x="1774466" y="359466"/>
                  </a:lnTo>
                  <a:lnTo>
                    <a:pt x="1784210" y="356478"/>
                  </a:lnTo>
                  <a:lnTo>
                    <a:pt x="1793969" y="362892"/>
                  </a:lnTo>
                  <a:lnTo>
                    <a:pt x="1803713" y="383175"/>
                  </a:lnTo>
                  <a:lnTo>
                    <a:pt x="1813457" y="405394"/>
                  </a:lnTo>
                  <a:lnTo>
                    <a:pt x="1823215" y="386840"/>
                  </a:lnTo>
                  <a:lnTo>
                    <a:pt x="1832959" y="381541"/>
                  </a:lnTo>
                  <a:lnTo>
                    <a:pt x="1842703" y="402767"/>
                  </a:lnTo>
                  <a:lnTo>
                    <a:pt x="1852462" y="403156"/>
                  </a:lnTo>
                  <a:lnTo>
                    <a:pt x="1862206" y="388606"/>
                  </a:lnTo>
                  <a:lnTo>
                    <a:pt x="1871965" y="425919"/>
                  </a:lnTo>
                  <a:lnTo>
                    <a:pt x="1881709" y="409619"/>
                  </a:lnTo>
                  <a:lnTo>
                    <a:pt x="1891453" y="429441"/>
                  </a:lnTo>
                  <a:lnTo>
                    <a:pt x="1901212" y="448631"/>
                  </a:lnTo>
                  <a:lnTo>
                    <a:pt x="1910956" y="467320"/>
                  </a:lnTo>
                  <a:lnTo>
                    <a:pt x="1920714" y="473353"/>
                  </a:lnTo>
                  <a:lnTo>
                    <a:pt x="1930458" y="455089"/>
                  </a:lnTo>
                  <a:lnTo>
                    <a:pt x="1940202" y="459953"/>
                  </a:lnTo>
                  <a:lnTo>
                    <a:pt x="1949961" y="430055"/>
                  </a:lnTo>
                  <a:lnTo>
                    <a:pt x="1959705" y="425692"/>
                  </a:lnTo>
                  <a:lnTo>
                    <a:pt x="1969464" y="407036"/>
                  </a:lnTo>
                  <a:lnTo>
                    <a:pt x="1979208" y="394227"/>
                  </a:lnTo>
                  <a:lnTo>
                    <a:pt x="1988952" y="394854"/>
                  </a:lnTo>
                  <a:lnTo>
                    <a:pt x="1998711" y="357215"/>
                  </a:lnTo>
                  <a:lnTo>
                    <a:pt x="2008454" y="359127"/>
                  </a:lnTo>
                  <a:lnTo>
                    <a:pt x="2018213" y="348346"/>
                  </a:lnTo>
                  <a:lnTo>
                    <a:pt x="2027957" y="342157"/>
                  </a:lnTo>
                  <a:lnTo>
                    <a:pt x="2037701" y="338956"/>
                  </a:lnTo>
                  <a:lnTo>
                    <a:pt x="2047460" y="340141"/>
                  </a:lnTo>
                  <a:lnTo>
                    <a:pt x="2057204" y="361357"/>
                  </a:lnTo>
                  <a:lnTo>
                    <a:pt x="2066963" y="346302"/>
                  </a:lnTo>
                  <a:lnTo>
                    <a:pt x="2076707" y="355056"/>
                  </a:lnTo>
                  <a:lnTo>
                    <a:pt x="2086451" y="343113"/>
                  </a:lnTo>
                  <a:lnTo>
                    <a:pt x="2096210" y="359310"/>
                  </a:lnTo>
                  <a:lnTo>
                    <a:pt x="2105954" y="342398"/>
                  </a:lnTo>
                  <a:lnTo>
                    <a:pt x="2115697" y="339967"/>
                  </a:lnTo>
                  <a:lnTo>
                    <a:pt x="2125456" y="355633"/>
                  </a:lnTo>
                  <a:lnTo>
                    <a:pt x="2135200" y="363356"/>
                  </a:lnTo>
                  <a:lnTo>
                    <a:pt x="2144959" y="353317"/>
                  </a:lnTo>
                  <a:lnTo>
                    <a:pt x="2154703" y="308647"/>
                  </a:lnTo>
                  <a:lnTo>
                    <a:pt x="2164447" y="304020"/>
                  </a:lnTo>
                  <a:lnTo>
                    <a:pt x="2174206" y="289387"/>
                  </a:lnTo>
                  <a:lnTo>
                    <a:pt x="2183950" y="294852"/>
                  </a:lnTo>
                  <a:lnTo>
                    <a:pt x="2193709" y="275029"/>
                  </a:lnTo>
                  <a:lnTo>
                    <a:pt x="2203452" y="276449"/>
                  </a:lnTo>
                  <a:lnTo>
                    <a:pt x="2213196" y="235280"/>
                  </a:lnTo>
                  <a:lnTo>
                    <a:pt x="2222955" y="237797"/>
                  </a:lnTo>
                  <a:lnTo>
                    <a:pt x="2232699" y="223035"/>
                  </a:lnTo>
                  <a:lnTo>
                    <a:pt x="2242458" y="226682"/>
                  </a:lnTo>
                  <a:lnTo>
                    <a:pt x="2252202" y="183751"/>
                  </a:lnTo>
                  <a:lnTo>
                    <a:pt x="2261946" y="179226"/>
                  </a:lnTo>
                  <a:lnTo>
                    <a:pt x="2271705" y="137144"/>
                  </a:lnTo>
                  <a:lnTo>
                    <a:pt x="2281449" y="161584"/>
                  </a:lnTo>
                  <a:lnTo>
                    <a:pt x="2291208" y="155441"/>
                  </a:lnTo>
                  <a:lnTo>
                    <a:pt x="2300951" y="132388"/>
                  </a:lnTo>
                  <a:lnTo>
                    <a:pt x="2310695" y="125874"/>
                  </a:lnTo>
                  <a:lnTo>
                    <a:pt x="2320454" y="138076"/>
                  </a:lnTo>
                  <a:lnTo>
                    <a:pt x="2330198" y="111574"/>
                  </a:lnTo>
                  <a:lnTo>
                    <a:pt x="2339957" y="99291"/>
                  </a:lnTo>
                  <a:lnTo>
                    <a:pt x="2349701" y="82134"/>
                  </a:lnTo>
                  <a:lnTo>
                    <a:pt x="2359445" y="65542"/>
                  </a:lnTo>
                  <a:lnTo>
                    <a:pt x="2369204" y="103398"/>
                  </a:lnTo>
                  <a:lnTo>
                    <a:pt x="2378948" y="91751"/>
                  </a:lnTo>
                  <a:lnTo>
                    <a:pt x="2388692" y="69401"/>
                  </a:lnTo>
                  <a:lnTo>
                    <a:pt x="2398450" y="45221"/>
                  </a:lnTo>
                  <a:lnTo>
                    <a:pt x="2408194" y="100744"/>
                  </a:lnTo>
                  <a:lnTo>
                    <a:pt x="2417953" y="135839"/>
                  </a:lnTo>
                  <a:lnTo>
                    <a:pt x="2427697" y="174066"/>
                  </a:lnTo>
                  <a:lnTo>
                    <a:pt x="2437441" y="155289"/>
                  </a:lnTo>
                  <a:lnTo>
                    <a:pt x="2447200" y="110007"/>
                  </a:lnTo>
                  <a:lnTo>
                    <a:pt x="2456944" y="101972"/>
                  </a:lnTo>
                  <a:lnTo>
                    <a:pt x="2466703" y="96437"/>
                  </a:lnTo>
                  <a:lnTo>
                    <a:pt x="2476446" y="114600"/>
                  </a:lnTo>
                  <a:lnTo>
                    <a:pt x="2486190" y="102730"/>
                  </a:lnTo>
                  <a:lnTo>
                    <a:pt x="2495949" y="114082"/>
                  </a:lnTo>
                  <a:lnTo>
                    <a:pt x="2505693" y="111681"/>
                  </a:lnTo>
                  <a:lnTo>
                    <a:pt x="2515452" y="108424"/>
                  </a:lnTo>
                  <a:lnTo>
                    <a:pt x="2525196" y="111409"/>
                  </a:lnTo>
                  <a:lnTo>
                    <a:pt x="2534940" y="112093"/>
                  </a:lnTo>
                  <a:lnTo>
                    <a:pt x="2544699" y="38979"/>
                  </a:lnTo>
                  <a:lnTo>
                    <a:pt x="2554443" y="40233"/>
                  </a:lnTo>
                  <a:lnTo>
                    <a:pt x="2564202" y="59247"/>
                  </a:lnTo>
                  <a:lnTo>
                    <a:pt x="2573946" y="49870"/>
                  </a:lnTo>
                  <a:lnTo>
                    <a:pt x="2583690" y="18087"/>
                  </a:lnTo>
                  <a:lnTo>
                    <a:pt x="2593448" y="6401"/>
                  </a:lnTo>
                  <a:lnTo>
                    <a:pt x="2603192" y="48684"/>
                  </a:lnTo>
                  <a:lnTo>
                    <a:pt x="2612951" y="77828"/>
                  </a:lnTo>
                  <a:lnTo>
                    <a:pt x="2622695" y="43076"/>
                  </a:lnTo>
                  <a:lnTo>
                    <a:pt x="2632439" y="12979"/>
                  </a:lnTo>
                  <a:lnTo>
                    <a:pt x="2642198" y="53556"/>
                  </a:lnTo>
                  <a:lnTo>
                    <a:pt x="2651942" y="64188"/>
                  </a:lnTo>
                  <a:lnTo>
                    <a:pt x="2661685" y="93688"/>
                  </a:lnTo>
                  <a:lnTo>
                    <a:pt x="2671444" y="108295"/>
                  </a:lnTo>
                  <a:lnTo>
                    <a:pt x="2681188" y="122748"/>
                  </a:lnTo>
                  <a:lnTo>
                    <a:pt x="2690947" y="116751"/>
                  </a:lnTo>
                  <a:lnTo>
                    <a:pt x="2700691" y="142811"/>
                  </a:lnTo>
                  <a:lnTo>
                    <a:pt x="2710435" y="123142"/>
                  </a:lnTo>
                  <a:lnTo>
                    <a:pt x="2720194" y="121524"/>
                  </a:lnTo>
                  <a:lnTo>
                    <a:pt x="2729938" y="95365"/>
                  </a:lnTo>
                  <a:lnTo>
                    <a:pt x="2739697" y="60582"/>
                  </a:lnTo>
                  <a:lnTo>
                    <a:pt x="2749441" y="66665"/>
                  </a:lnTo>
                  <a:lnTo>
                    <a:pt x="2759185" y="86024"/>
                  </a:lnTo>
                  <a:lnTo>
                    <a:pt x="2768943" y="72358"/>
                  </a:lnTo>
                  <a:lnTo>
                    <a:pt x="2778687" y="55567"/>
                  </a:lnTo>
                  <a:lnTo>
                    <a:pt x="2788446" y="70712"/>
                  </a:lnTo>
                  <a:lnTo>
                    <a:pt x="2798190" y="85551"/>
                  </a:lnTo>
                  <a:lnTo>
                    <a:pt x="2807934" y="62927"/>
                  </a:lnTo>
                  <a:lnTo>
                    <a:pt x="2817693" y="87073"/>
                  </a:lnTo>
                  <a:lnTo>
                    <a:pt x="2827437" y="89051"/>
                  </a:lnTo>
                  <a:lnTo>
                    <a:pt x="2837196" y="96970"/>
                  </a:lnTo>
                  <a:lnTo>
                    <a:pt x="2846940" y="115633"/>
                  </a:lnTo>
                  <a:lnTo>
                    <a:pt x="2856684" y="101230"/>
                  </a:lnTo>
                  <a:lnTo>
                    <a:pt x="2866442" y="97709"/>
                  </a:lnTo>
                  <a:lnTo>
                    <a:pt x="2876186" y="93856"/>
                  </a:lnTo>
                  <a:lnTo>
                    <a:pt x="2885945" y="84725"/>
                  </a:lnTo>
                  <a:lnTo>
                    <a:pt x="2895689" y="97706"/>
                  </a:lnTo>
                  <a:lnTo>
                    <a:pt x="2905433" y="77536"/>
                  </a:lnTo>
                  <a:lnTo>
                    <a:pt x="2915192" y="6409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1" name="Freeform 1110">
              <a:extLst>
                <a:ext uri="{FF2B5EF4-FFF2-40B4-BE49-F238E27FC236}">
                  <a16:creationId xmlns:a16="http://schemas.microsoft.com/office/drawing/2014/main" id="{3D17BF12-B402-9825-C145-91183D5A223D}"/>
                </a:ext>
              </a:extLst>
            </p:cNvPr>
            <p:cNvSpPr/>
            <p:nvPr/>
          </p:nvSpPr>
          <p:spPr>
            <a:xfrm>
              <a:off x="4426652" y="3752530"/>
              <a:ext cx="2915191" cy="476643"/>
            </a:xfrm>
            <a:custGeom>
              <a:avLst/>
              <a:gdLst>
                <a:gd name="connsiteX0" fmla="*/ 0 w 2915191"/>
                <a:gd name="connsiteY0" fmla="*/ 194591 h 476643"/>
                <a:gd name="connsiteX1" fmla="*/ 9750 w 2915191"/>
                <a:gd name="connsiteY1" fmla="*/ 208265 h 476643"/>
                <a:gd name="connsiteX2" fmla="*/ 19500 w 2915191"/>
                <a:gd name="connsiteY2" fmla="*/ 192997 h 476643"/>
                <a:gd name="connsiteX3" fmla="*/ 29250 w 2915191"/>
                <a:gd name="connsiteY3" fmla="*/ 167974 h 476643"/>
                <a:gd name="connsiteX4" fmla="*/ 39000 w 2915191"/>
                <a:gd name="connsiteY4" fmla="*/ 148495 h 476643"/>
                <a:gd name="connsiteX5" fmla="*/ 48749 w 2915191"/>
                <a:gd name="connsiteY5" fmla="*/ 155131 h 476643"/>
                <a:gd name="connsiteX6" fmla="*/ 58499 w 2915191"/>
                <a:gd name="connsiteY6" fmla="*/ 137430 h 476643"/>
                <a:gd name="connsiteX7" fmla="*/ 68249 w 2915191"/>
                <a:gd name="connsiteY7" fmla="*/ 131223 h 476643"/>
                <a:gd name="connsiteX8" fmla="*/ 77998 w 2915191"/>
                <a:gd name="connsiteY8" fmla="*/ 102492 h 476643"/>
                <a:gd name="connsiteX9" fmla="*/ 87748 w 2915191"/>
                <a:gd name="connsiteY9" fmla="*/ 83084 h 476643"/>
                <a:gd name="connsiteX10" fmla="*/ 97497 w 2915191"/>
                <a:gd name="connsiteY10" fmla="*/ 112791 h 476643"/>
                <a:gd name="connsiteX11" fmla="*/ 107247 w 2915191"/>
                <a:gd name="connsiteY11" fmla="*/ 121090 h 476643"/>
                <a:gd name="connsiteX12" fmla="*/ 116997 w 2915191"/>
                <a:gd name="connsiteY12" fmla="*/ 117182 h 476643"/>
                <a:gd name="connsiteX13" fmla="*/ 126747 w 2915191"/>
                <a:gd name="connsiteY13" fmla="*/ 140377 h 476643"/>
                <a:gd name="connsiteX14" fmla="*/ 136497 w 2915191"/>
                <a:gd name="connsiteY14" fmla="*/ 120196 h 476643"/>
                <a:gd name="connsiteX15" fmla="*/ 146247 w 2915191"/>
                <a:gd name="connsiteY15" fmla="*/ 111228 h 476643"/>
                <a:gd name="connsiteX16" fmla="*/ 155997 w 2915191"/>
                <a:gd name="connsiteY16" fmla="*/ 130873 h 476643"/>
                <a:gd name="connsiteX17" fmla="*/ 165747 w 2915191"/>
                <a:gd name="connsiteY17" fmla="*/ 145822 h 476643"/>
                <a:gd name="connsiteX18" fmla="*/ 175497 w 2915191"/>
                <a:gd name="connsiteY18" fmla="*/ 122787 h 476643"/>
                <a:gd name="connsiteX19" fmla="*/ 185247 w 2915191"/>
                <a:gd name="connsiteY19" fmla="*/ 74264 h 476643"/>
                <a:gd name="connsiteX20" fmla="*/ 194996 w 2915191"/>
                <a:gd name="connsiteY20" fmla="*/ 110242 h 476643"/>
                <a:gd name="connsiteX21" fmla="*/ 204746 w 2915191"/>
                <a:gd name="connsiteY21" fmla="*/ 123954 h 476643"/>
                <a:gd name="connsiteX22" fmla="*/ 214495 w 2915191"/>
                <a:gd name="connsiteY22" fmla="*/ 123831 h 476643"/>
                <a:gd name="connsiteX23" fmla="*/ 224245 w 2915191"/>
                <a:gd name="connsiteY23" fmla="*/ 145025 h 476643"/>
                <a:gd name="connsiteX24" fmla="*/ 233995 w 2915191"/>
                <a:gd name="connsiteY24" fmla="*/ 159820 h 476643"/>
                <a:gd name="connsiteX25" fmla="*/ 243744 w 2915191"/>
                <a:gd name="connsiteY25" fmla="*/ 143814 h 476643"/>
                <a:gd name="connsiteX26" fmla="*/ 253494 w 2915191"/>
                <a:gd name="connsiteY26" fmla="*/ 132599 h 476643"/>
                <a:gd name="connsiteX27" fmla="*/ 263244 w 2915191"/>
                <a:gd name="connsiteY27" fmla="*/ 73373 h 476643"/>
                <a:gd name="connsiteX28" fmla="*/ 272994 w 2915191"/>
                <a:gd name="connsiteY28" fmla="*/ 67248 h 476643"/>
                <a:gd name="connsiteX29" fmla="*/ 282744 w 2915191"/>
                <a:gd name="connsiteY29" fmla="*/ 99056 h 476643"/>
                <a:gd name="connsiteX30" fmla="*/ 292494 w 2915191"/>
                <a:gd name="connsiteY30" fmla="*/ 89057 h 476643"/>
                <a:gd name="connsiteX31" fmla="*/ 302244 w 2915191"/>
                <a:gd name="connsiteY31" fmla="*/ 100903 h 476643"/>
                <a:gd name="connsiteX32" fmla="*/ 311994 w 2915191"/>
                <a:gd name="connsiteY32" fmla="*/ 111990 h 476643"/>
                <a:gd name="connsiteX33" fmla="*/ 321744 w 2915191"/>
                <a:gd name="connsiteY33" fmla="*/ 98886 h 476643"/>
                <a:gd name="connsiteX34" fmla="*/ 331493 w 2915191"/>
                <a:gd name="connsiteY34" fmla="*/ 101200 h 476643"/>
                <a:gd name="connsiteX35" fmla="*/ 341243 w 2915191"/>
                <a:gd name="connsiteY35" fmla="*/ 87479 h 476643"/>
                <a:gd name="connsiteX36" fmla="*/ 350993 w 2915191"/>
                <a:gd name="connsiteY36" fmla="*/ 72589 h 476643"/>
                <a:gd name="connsiteX37" fmla="*/ 360742 w 2915191"/>
                <a:gd name="connsiteY37" fmla="*/ 66259 h 476643"/>
                <a:gd name="connsiteX38" fmla="*/ 370492 w 2915191"/>
                <a:gd name="connsiteY38" fmla="*/ 120655 h 476643"/>
                <a:gd name="connsiteX39" fmla="*/ 380241 w 2915191"/>
                <a:gd name="connsiteY39" fmla="*/ 99264 h 476643"/>
                <a:gd name="connsiteX40" fmla="*/ 389991 w 2915191"/>
                <a:gd name="connsiteY40" fmla="*/ 68961 h 476643"/>
                <a:gd name="connsiteX41" fmla="*/ 399741 w 2915191"/>
                <a:gd name="connsiteY41" fmla="*/ 70420 h 476643"/>
                <a:gd name="connsiteX42" fmla="*/ 409491 w 2915191"/>
                <a:gd name="connsiteY42" fmla="*/ 71903 h 476643"/>
                <a:gd name="connsiteX43" fmla="*/ 419241 w 2915191"/>
                <a:gd name="connsiteY43" fmla="*/ 83430 h 476643"/>
                <a:gd name="connsiteX44" fmla="*/ 428991 w 2915191"/>
                <a:gd name="connsiteY44" fmla="*/ 101711 h 476643"/>
                <a:gd name="connsiteX45" fmla="*/ 438741 w 2915191"/>
                <a:gd name="connsiteY45" fmla="*/ 88518 h 476643"/>
                <a:gd name="connsiteX46" fmla="*/ 448491 w 2915191"/>
                <a:gd name="connsiteY46" fmla="*/ 113751 h 476643"/>
                <a:gd name="connsiteX47" fmla="*/ 458241 w 2915191"/>
                <a:gd name="connsiteY47" fmla="*/ 143564 h 476643"/>
                <a:gd name="connsiteX48" fmla="*/ 467991 w 2915191"/>
                <a:gd name="connsiteY48" fmla="*/ 159629 h 476643"/>
                <a:gd name="connsiteX49" fmla="*/ 477740 w 2915191"/>
                <a:gd name="connsiteY49" fmla="*/ 118562 h 476643"/>
                <a:gd name="connsiteX50" fmla="*/ 487490 w 2915191"/>
                <a:gd name="connsiteY50" fmla="*/ 164005 h 476643"/>
                <a:gd name="connsiteX51" fmla="*/ 497239 w 2915191"/>
                <a:gd name="connsiteY51" fmla="*/ 168583 h 476643"/>
                <a:gd name="connsiteX52" fmla="*/ 506989 w 2915191"/>
                <a:gd name="connsiteY52" fmla="*/ 192677 h 476643"/>
                <a:gd name="connsiteX53" fmla="*/ 516738 w 2915191"/>
                <a:gd name="connsiteY53" fmla="*/ 174941 h 476643"/>
                <a:gd name="connsiteX54" fmla="*/ 526488 w 2915191"/>
                <a:gd name="connsiteY54" fmla="*/ 196136 h 476643"/>
                <a:gd name="connsiteX55" fmla="*/ 536238 w 2915191"/>
                <a:gd name="connsiteY55" fmla="*/ 211800 h 476643"/>
                <a:gd name="connsiteX56" fmla="*/ 545988 w 2915191"/>
                <a:gd name="connsiteY56" fmla="*/ 213100 h 476643"/>
                <a:gd name="connsiteX57" fmla="*/ 555738 w 2915191"/>
                <a:gd name="connsiteY57" fmla="*/ 195111 h 476643"/>
                <a:gd name="connsiteX58" fmla="*/ 565488 w 2915191"/>
                <a:gd name="connsiteY58" fmla="*/ 195424 h 476643"/>
                <a:gd name="connsiteX59" fmla="*/ 575238 w 2915191"/>
                <a:gd name="connsiteY59" fmla="*/ 221932 h 476643"/>
                <a:gd name="connsiteX60" fmla="*/ 584988 w 2915191"/>
                <a:gd name="connsiteY60" fmla="*/ 179995 h 476643"/>
                <a:gd name="connsiteX61" fmla="*/ 594738 w 2915191"/>
                <a:gd name="connsiteY61" fmla="*/ 177177 h 476643"/>
                <a:gd name="connsiteX62" fmla="*/ 604488 w 2915191"/>
                <a:gd name="connsiteY62" fmla="*/ 178046 h 476643"/>
                <a:gd name="connsiteX63" fmla="*/ 614237 w 2915191"/>
                <a:gd name="connsiteY63" fmla="*/ 159068 h 476643"/>
                <a:gd name="connsiteX64" fmla="*/ 623987 w 2915191"/>
                <a:gd name="connsiteY64" fmla="*/ 175070 h 476643"/>
                <a:gd name="connsiteX65" fmla="*/ 633736 w 2915191"/>
                <a:gd name="connsiteY65" fmla="*/ 179780 h 476643"/>
                <a:gd name="connsiteX66" fmla="*/ 643486 w 2915191"/>
                <a:gd name="connsiteY66" fmla="*/ 174621 h 476643"/>
                <a:gd name="connsiteX67" fmla="*/ 653236 w 2915191"/>
                <a:gd name="connsiteY67" fmla="*/ 170456 h 476643"/>
                <a:gd name="connsiteX68" fmla="*/ 662985 w 2915191"/>
                <a:gd name="connsiteY68" fmla="*/ 148871 h 476643"/>
                <a:gd name="connsiteX69" fmla="*/ 672735 w 2915191"/>
                <a:gd name="connsiteY69" fmla="*/ 151836 h 476643"/>
                <a:gd name="connsiteX70" fmla="*/ 682485 w 2915191"/>
                <a:gd name="connsiteY70" fmla="*/ 141178 h 476643"/>
                <a:gd name="connsiteX71" fmla="*/ 692235 w 2915191"/>
                <a:gd name="connsiteY71" fmla="*/ 120195 h 476643"/>
                <a:gd name="connsiteX72" fmla="*/ 701985 w 2915191"/>
                <a:gd name="connsiteY72" fmla="*/ 111596 h 476643"/>
                <a:gd name="connsiteX73" fmla="*/ 711735 w 2915191"/>
                <a:gd name="connsiteY73" fmla="*/ 90288 h 476643"/>
                <a:gd name="connsiteX74" fmla="*/ 721485 w 2915191"/>
                <a:gd name="connsiteY74" fmla="*/ 86583 h 476643"/>
                <a:gd name="connsiteX75" fmla="*/ 731235 w 2915191"/>
                <a:gd name="connsiteY75" fmla="*/ 86158 h 476643"/>
                <a:gd name="connsiteX76" fmla="*/ 740985 w 2915191"/>
                <a:gd name="connsiteY76" fmla="*/ 61515 h 476643"/>
                <a:gd name="connsiteX77" fmla="*/ 750734 w 2915191"/>
                <a:gd name="connsiteY77" fmla="*/ 74374 h 476643"/>
                <a:gd name="connsiteX78" fmla="*/ 760484 w 2915191"/>
                <a:gd name="connsiteY78" fmla="*/ 97518 h 476643"/>
                <a:gd name="connsiteX79" fmla="*/ 770233 w 2915191"/>
                <a:gd name="connsiteY79" fmla="*/ 76955 h 476643"/>
                <a:gd name="connsiteX80" fmla="*/ 779983 w 2915191"/>
                <a:gd name="connsiteY80" fmla="*/ 91547 h 476643"/>
                <a:gd name="connsiteX81" fmla="*/ 789733 w 2915191"/>
                <a:gd name="connsiteY81" fmla="*/ 105032 h 476643"/>
                <a:gd name="connsiteX82" fmla="*/ 799482 w 2915191"/>
                <a:gd name="connsiteY82" fmla="*/ 118156 h 476643"/>
                <a:gd name="connsiteX83" fmla="*/ 809232 w 2915191"/>
                <a:gd name="connsiteY83" fmla="*/ 129365 h 476643"/>
                <a:gd name="connsiteX84" fmla="*/ 818982 w 2915191"/>
                <a:gd name="connsiteY84" fmla="*/ 128042 h 476643"/>
                <a:gd name="connsiteX85" fmla="*/ 828732 w 2915191"/>
                <a:gd name="connsiteY85" fmla="*/ 146447 h 476643"/>
                <a:gd name="connsiteX86" fmla="*/ 838482 w 2915191"/>
                <a:gd name="connsiteY86" fmla="*/ 149690 h 476643"/>
                <a:gd name="connsiteX87" fmla="*/ 848232 w 2915191"/>
                <a:gd name="connsiteY87" fmla="*/ 125122 h 476643"/>
                <a:gd name="connsiteX88" fmla="*/ 857982 w 2915191"/>
                <a:gd name="connsiteY88" fmla="*/ 132844 h 476643"/>
                <a:gd name="connsiteX89" fmla="*/ 867732 w 2915191"/>
                <a:gd name="connsiteY89" fmla="*/ 113752 h 476643"/>
                <a:gd name="connsiteX90" fmla="*/ 877482 w 2915191"/>
                <a:gd name="connsiteY90" fmla="*/ 135229 h 476643"/>
                <a:gd name="connsiteX91" fmla="*/ 887231 w 2915191"/>
                <a:gd name="connsiteY91" fmla="*/ 118706 h 476643"/>
                <a:gd name="connsiteX92" fmla="*/ 896981 w 2915191"/>
                <a:gd name="connsiteY92" fmla="*/ 108454 h 476643"/>
                <a:gd name="connsiteX93" fmla="*/ 906730 w 2915191"/>
                <a:gd name="connsiteY93" fmla="*/ 98542 h 476643"/>
                <a:gd name="connsiteX94" fmla="*/ 916480 w 2915191"/>
                <a:gd name="connsiteY94" fmla="*/ 101957 h 476643"/>
                <a:gd name="connsiteX95" fmla="*/ 926230 w 2915191"/>
                <a:gd name="connsiteY95" fmla="*/ 58380 h 476643"/>
                <a:gd name="connsiteX96" fmla="*/ 935979 w 2915191"/>
                <a:gd name="connsiteY96" fmla="*/ 82889 h 476643"/>
                <a:gd name="connsiteX97" fmla="*/ 945729 w 2915191"/>
                <a:gd name="connsiteY97" fmla="*/ 92974 h 476643"/>
                <a:gd name="connsiteX98" fmla="*/ 955479 w 2915191"/>
                <a:gd name="connsiteY98" fmla="*/ 101255 h 476643"/>
                <a:gd name="connsiteX99" fmla="*/ 965229 w 2915191"/>
                <a:gd name="connsiteY99" fmla="*/ 98068 h 476643"/>
                <a:gd name="connsiteX100" fmla="*/ 974979 w 2915191"/>
                <a:gd name="connsiteY100" fmla="*/ 106215 h 476643"/>
                <a:gd name="connsiteX101" fmla="*/ 984729 w 2915191"/>
                <a:gd name="connsiteY101" fmla="*/ 92819 h 476643"/>
                <a:gd name="connsiteX102" fmla="*/ 994474 w 2915191"/>
                <a:gd name="connsiteY102" fmla="*/ 107136 h 476643"/>
                <a:gd name="connsiteX103" fmla="*/ 1004233 w 2915191"/>
                <a:gd name="connsiteY103" fmla="*/ 86846 h 476643"/>
                <a:gd name="connsiteX104" fmla="*/ 1013977 w 2915191"/>
                <a:gd name="connsiteY104" fmla="*/ 58394 h 476643"/>
                <a:gd name="connsiteX105" fmla="*/ 1023721 w 2915191"/>
                <a:gd name="connsiteY105" fmla="*/ 55167 h 476643"/>
                <a:gd name="connsiteX106" fmla="*/ 1033480 w 2915191"/>
                <a:gd name="connsiteY106" fmla="*/ 84930 h 476643"/>
                <a:gd name="connsiteX107" fmla="*/ 1043224 w 2915191"/>
                <a:gd name="connsiteY107" fmla="*/ 80732 h 476643"/>
                <a:gd name="connsiteX108" fmla="*/ 1052983 w 2915191"/>
                <a:gd name="connsiteY108" fmla="*/ 62853 h 476643"/>
                <a:gd name="connsiteX109" fmla="*/ 1062727 w 2915191"/>
                <a:gd name="connsiteY109" fmla="*/ 39584 h 476643"/>
                <a:gd name="connsiteX110" fmla="*/ 1072471 w 2915191"/>
                <a:gd name="connsiteY110" fmla="*/ 52088 h 476643"/>
                <a:gd name="connsiteX111" fmla="*/ 1082230 w 2915191"/>
                <a:gd name="connsiteY111" fmla="*/ 82949 h 476643"/>
                <a:gd name="connsiteX112" fmla="*/ 1091973 w 2915191"/>
                <a:gd name="connsiteY112" fmla="*/ 75876 h 476643"/>
                <a:gd name="connsiteX113" fmla="*/ 1101732 w 2915191"/>
                <a:gd name="connsiteY113" fmla="*/ 96295 h 476643"/>
                <a:gd name="connsiteX114" fmla="*/ 1111476 w 2915191"/>
                <a:gd name="connsiteY114" fmla="*/ 86711 h 476643"/>
                <a:gd name="connsiteX115" fmla="*/ 1121220 w 2915191"/>
                <a:gd name="connsiteY115" fmla="*/ 113588 h 476643"/>
                <a:gd name="connsiteX116" fmla="*/ 1130979 w 2915191"/>
                <a:gd name="connsiteY116" fmla="*/ 120274 h 476643"/>
                <a:gd name="connsiteX117" fmla="*/ 1140723 w 2915191"/>
                <a:gd name="connsiteY117" fmla="*/ 93008 h 476643"/>
                <a:gd name="connsiteX118" fmla="*/ 1150482 w 2915191"/>
                <a:gd name="connsiteY118" fmla="*/ 107367 h 476643"/>
                <a:gd name="connsiteX119" fmla="*/ 1160226 w 2915191"/>
                <a:gd name="connsiteY119" fmla="*/ 78951 h 476643"/>
                <a:gd name="connsiteX120" fmla="*/ 1169969 w 2915191"/>
                <a:gd name="connsiteY120" fmla="*/ 41471 h 476643"/>
                <a:gd name="connsiteX121" fmla="*/ 1179728 w 2915191"/>
                <a:gd name="connsiteY121" fmla="*/ 74511 h 476643"/>
                <a:gd name="connsiteX122" fmla="*/ 1189472 w 2915191"/>
                <a:gd name="connsiteY122" fmla="*/ 43580 h 476643"/>
                <a:gd name="connsiteX123" fmla="*/ 1199231 w 2915191"/>
                <a:gd name="connsiteY123" fmla="*/ 21750 h 476643"/>
                <a:gd name="connsiteX124" fmla="*/ 1208975 w 2915191"/>
                <a:gd name="connsiteY124" fmla="*/ 20039 h 476643"/>
                <a:gd name="connsiteX125" fmla="*/ 1218719 w 2915191"/>
                <a:gd name="connsiteY125" fmla="*/ 32593 h 476643"/>
                <a:gd name="connsiteX126" fmla="*/ 1228478 w 2915191"/>
                <a:gd name="connsiteY126" fmla="*/ 29448 h 476643"/>
                <a:gd name="connsiteX127" fmla="*/ 1238222 w 2915191"/>
                <a:gd name="connsiteY127" fmla="*/ 27095 h 476643"/>
                <a:gd name="connsiteX128" fmla="*/ 1247966 w 2915191"/>
                <a:gd name="connsiteY128" fmla="*/ 42918 h 476643"/>
                <a:gd name="connsiteX129" fmla="*/ 1257725 w 2915191"/>
                <a:gd name="connsiteY129" fmla="*/ 68947 h 476643"/>
                <a:gd name="connsiteX130" fmla="*/ 1267469 w 2915191"/>
                <a:gd name="connsiteY130" fmla="*/ 78439 h 476643"/>
                <a:gd name="connsiteX131" fmla="*/ 1277227 w 2915191"/>
                <a:gd name="connsiteY131" fmla="*/ 86992 h 476643"/>
                <a:gd name="connsiteX132" fmla="*/ 1286971 w 2915191"/>
                <a:gd name="connsiteY132" fmla="*/ 130941 h 476643"/>
                <a:gd name="connsiteX133" fmla="*/ 1296715 w 2915191"/>
                <a:gd name="connsiteY133" fmla="*/ 149505 h 476643"/>
                <a:gd name="connsiteX134" fmla="*/ 1306474 w 2915191"/>
                <a:gd name="connsiteY134" fmla="*/ 163794 h 476643"/>
                <a:gd name="connsiteX135" fmla="*/ 1316218 w 2915191"/>
                <a:gd name="connsiteY135" fmla="*/ 172182 h 476643"/>
                <a:gd name="connsiteX136" fmla="*/ 1325977 w 2915191"/>
                <a:gd name="connsiteY136" fmla="*/ 183621 h 476643"/>
                <a:gd name="connsiteX137" fmla="*/ 1335721 w 2915191"/>
                <a:gd name="connsiteY137" fmla="*/ 181219 h 476643"/>
                <a:gd name="connsiteX138" fmla="*/ 1345465 w 2915191"/>
                <a:gd name="connsiteY138" fmla="*/ 158160 h 476643"/>
                <a:gd name="connsiteX139" fmla="*/ 1355224 w 2915191"/>
                <a:gd name="connsiteY139" fmla="*/ 177647 h 476643"/>
                <a:gd name="connsiteX140" fmla="*/ 1364967 w 2915191"/>
                <a:gd name="connsiteY140" fmla="*/ 155355 h 476643"/>
                <a:gd name="connsiteX141" fmla="*/ 1374726 w 2915191"/>
                <a:gd name="connsiteY141" fmla="*/ 185320 h 476643"/>
                <a:gd name="connsiteX142" fmla="*/ 1384470 w 2915191"/>
                <a:gd name="connsiteY142" fmla="*/ 152677 h 476643"/>
                <a:gd name="connsiteX143" fmla="*/ 1394214 w 2915191"/>
                <a:gd name="connsiteY143" fmla="*/ 170981 h 476643"/>
                <a:gd name="connsiteX144" fmla="*/ 1403973 w 2915191"/>
                <a:gd name="connsiteY144" fmla="*/ 153406 h 476643"/>
                <a:gd name="connsiteX145" fmla="*/ 1413717 w 2915191"/>
                <a:gd name="connsiteY145" fmla="*/ 177675 h 476643"/>
                <a:gd name="connsiteX146" fmla="*/ 1423476 w 2915191"/>
                <a:gd name="connsiteY146" fmla="*/ 151034 h 476643"/>
                <a:gd name="connsiteX147" fmla="*/ 1433220 w 2915191"/>
                <a:gd name="connsiteY147" fmla="*/ 125698 h 476643"/>
                <a:gd name="connsiteX148" fmla="*/ 1442964 w 2915191"/>
                <a:gd name="connsiteY148" fmla="*/ 157515 h 476643"/>
                <a:gd name="connsiteX149" fmla="*/ 1452722 w 2915191"/>
                <a:gd name="connsiteY149" fmla="*/ 198888 h 476643"/>
                <a:gd name="connsiteX150" fmla="*/ 1462466 w 2915191"/>
                <a:gd name="connsiteY150" fmla="*/ 189975 h 476643"/>
                <a:gd name="connsiteX151" fmla="*/ 1472225 w 2915191"/>
                <a:gd name="connsiteY151" fmla="*/ 151906 h 476643"/>
                <a:gd name="connsiteX152" fmla="*/ 1481969 w 2915191"/>
                <a:gd name="connsiteY152" fmla="*/ 138298 h 476643"/>
                <a:gd name="connsiteX153" fmla="*/ 1491713 w 2915191"/>
                <a:gd name="connsiteY153" fmla="*/ 152274 h 476643"/>
                <a:gd name="connsiteX154" fmla="*/ 1501472 w 2915191"/>
                <a:gd name="connsiteY154" fmla="*/ 163925 h 476643"/>
                <a:gd name="connsiteX155" fmla="*/ 1511216 w 2915191"/>
                <a:gd name="connsiteY155" fmla="*/ 189616 h 476643"/>
                <a:gd name="connsiteX156" fmla="*/ 1520960 w 2915191"/>
                <a:gd name="connsiteY156" fmla="*/ 208313 h 476643"/>
                <a:gd name="connsiteX157" fmla="*/ 1530719 w 2915191"/>
                <a:gd name="connsiteY157" fmla="*/ 216353 h 476643"/>
                <a:gd name="connsiteX158" fmla="*/ 1540463 w 2915191"/>
                <a:gd name="connsiteY158" fmla="*/ 202856 h 476643"/>
                <a:gd name="connsiteX159" fmla="*/ 1550221 w 2915191"/>
                <a:gd name="connsiteY159" fmla="*/ 225475 h 476643"/>
                <a:gd name="connsiteX160" fmla="*/ 1559965 w 2915191"/>
                <a:gd name="connsiteY160" fmla="*/ 223440 h 476643"/>
                <a:gd name="connsiteX161" fmla="*/ 1569709 w 2915191"/>
                <a:gd name="connsiteY161" fmla="*/ 209584 h 476643"/>
                <a:gd name="connsiteX162" fmla="*/ 1579468 w 2915191"/>
                <a:gd name="connsiteY162" fmla="*/ 225776 h 476643"/>
                <a:gd name="connsiteX163" fmla="*/ 1589212 w 2915191"/>
                <a:gd name="connsiteY163" fmla="*/ 219592 h 476643"/>
                <a:gd name="connsiteX164" fmla="*/ 1598971 w 2915191"/>
                <a:gd name="connsiteY164" fmla="*/ 215277 h 476643"/>
                <a:gd name="connsiteX165" fmla="*/ 1608715 w 2915191"/>
                <a:gd name="connsiteY165" fmla="*/ 214676 h 476643"/>
                <a:gd name="connsiteX166" fmla="*/ 1618459 w 2915191"/>
                <a:gd name="connsiteY166" fmla="*/ 214523 h 476643"/>
                <a:gd name="connsiteX167" fmla="*/ 1628218 w 2915191"/>
                <a:gd name="connsiteY167" fmla="*/ 192306 h 476643"/>
                <a:gd name="connsiteX168" fmla="*/ 1637962 w 2915191"/>
                <a:gd name="connsiteY168" fmla="*/ 162000 h 476643"/>
                <a:gd name="connsiteX169" fmla="*/ 1647720 w 2915191"/>
                <a:gd name="connsiteY169" fmla="*/ 154784 h 476643"/>
                <a:gd name="connsiteX170" fmla="*/ 1657464 w 2915191"/>
                <a:gd name="connsiteY170" fmla="*/ 153351 h 476643"/>
                <a:gd name="connsiteX171" fmla="*/ 1667208 w 2915191"/>
                <a:gd name="connsiteY171" fmla="*/ 154713 h 476643"/>
                <a:gd name="connsiteX172" fmla="*/ 1676967 w 2915191"/>
                <a:gd name="connsiteY172" fmla="*/ 142023 h 476643"/>
                <a:gd name="connsiteX173" fmla="*/ 1686711 w 2915191"/>
                <a:gd name="connsiteY173" fmla="*/ 173703 h 476643"/>
                <a:gd name="connsiteX174" fmla="*/ 1696470 w 2915191"/>
                <a:gd name="connsiteY174" fmla="*/ 226544 h 476643"/>
                <a:gd name="connsiteX175" fmla="*/ 1706214 w 2915191"/>
                <a:gd name="connsiteY175" fmla="*/ 234124 h 476643"/>
                <a:gd name="connsiteX176" fmla="*/ 1715958 w 2915191"/>
                <a:gd name="connsiteY176" fmla="*/ 210621 h 476643"/>
                <a:gd name="connsiteX177" fmla="*/ 1725716 w 2915191"/>
                <a:gd name="connsiteY177" fmla="*/ 192225 h 476643"/>
                <a:gd name="connsiteX178" fmla="*/ 1735460 w 2915191"/>
                <a:gd name="connsiteY178" fmla="*/ 182313 h 476643"/>
                <a:gd name="connsiteX179" fmla="*/ 1745219 w 2915191"/>
                <a:gd name="connsiteY179" fmla="*/ 191719 h 476643"/>
                <a:gd name="connsiteX180" fmla="*/ 1754963 w 2915191"/>
                <a:gd name="connsiteY180" fmla="*/ 178396 h 476643"/>
                <a:gd name="connsiteX181" fmla="*/ 1764707 w 2915191"/>
                <a:gd name="connsiteY181" fmla="*/ 181809 h 476643"/>
                <a:gd name="connsiteX182" fmla="*/ 1774466 w 2915191"/>
                <a:gd name="connsiteY182" fmla="*/ 175017 h 476643"/>
                <a:gd name="connsiteX183" fmla="*/ 1784210 w 2915191"/>
                <a:gd name="connsiteY183" fmla="*/ 154349 h 476643"/>
                <a:gd name="connsiteX184" fmla="*/ 1793969 w 2915191"/>
                <a:gd name="connsiteY184" fmla="*/ 162593 h 476643"/>
                <a:gd name="connsiteX185" fmla="*/ 1803713 w 2915191"/>
                <a:gd name="connsiteY185" fmla="*/ 159583 h 476643"/>
                <a:gd name="connsiteX186" fmla="*/ 1813457 w 2915191"/>
                <a:gd name="connsiteY186" fmla="*/ 158346 h 476643"/>
                <a:gd name="connsiteX187" fmla="*/ 1823215 w 2915191"/>
                <a:gd name="connsiteY187" fmla="*/ 158235 h 476643"/>
                <a:gd name="connsiteX188" fmla="*/ 1832959 w 2915191"/>
                <a:gd name="connsiteY188" fmla="*/ 199678 h 476643"/>
                <a:gd name="connsiteX189" fmla="*/ 1842703 w 2915191"/>
                <a:gd name="connsiteY189" fmla="*/ 250111 h 476643"/>
                <a:gd name="connsiteX190" fmla="*/ 1852462 w 2915191"/>
                <a:gd name="connsiteY190" fmla="*/ 259487 h 476643"/>
                <a:gd name="connsiteX191" fmla="*/ 1862206 w 2915191"/>
                <a:gd name="connsiteY191" fmla="*/ 290496 h 476643"/>
                <a:gd name="connsiteX192" fmla="*/ 1871965 w 2915191"/>
                <a:gd name="connsiteY192" fmla="*/ 294578 h 476643"/>
                <a:gd name="connsiteX193" fmla="*/ 1881709 w 2915191"/>
                <a:gd name="connsiteY193" fmla="*/ 317061 h 476643"/>
                <a:gd name="connsiteX194" fmla="*/ 1891453 w 2915191"/>
                <a:gd name="connsiteY194" fmla="*/ 324257 h 476643"/>
                <a:gd name="connsiteX195" fmla="*/ 1901212 w 2915191"/>
                <a:gd name="connsiteY195" fmla="*/ 309462 h 476643"/>
                <a:gd name="connsiteX196" fmla="*/ 1910956 w 2915191"/>
                <a:gd name="connsiteY196" fmla="*/ 348632 h 476643"/>
                <a:gd name="connsiteX197" fmla="*/ 1920714 w 2915191"/>
                <a:gd name="connsiteY197" fmla="*/ 400540 h 476643"/>
                <a:gd name="connsiteX198" fmla="*/ 1930458 w 2915191"/>
                <a:gd name="connsiteY198" fmla="*/ 375688 h 476643"/>
                <a:gd name="connsiteX199" fmla="*/ 1940202 w 2915191"/>
                <a:gd name="connsiteY199" fmla="*/ 301208 h 476643"/>
                <a:gd name="connsiteX200" fmla="*/ 1949961 w 2915191"/>
                <a:gd name="connsiteY200" fmla="*/ 326283 h 476643"/>
                <a:gd name="connsiteX201" fmla="*/ 1959705 w 2915191"/>
                <a:gd name="connsiteY201" fmla="*/ 349228 h 476643"/>
                <a:gd name="connsiteX202" fmla="*/ 1969464 w 2915191"/>
                <a:gd name="connsiteY202" fmla="*/ 338575 h 476643"/>
                <a:gd name="connsiteX203" fmla="*/ 1979208 w 2915191"/>
                <a:gd name="connsiteY203" fmla="*/ 348825 h 476643"/>
                <a:gd name="connsiteX204" fmla="*/ 1988952 w 2915191"/>
                <a:gd name="connsiteY204" fmla="*/ 370563 h 476643"/>
                <a:gd name="connsiteX205" fmla="*/ 1998711 w 2915191"/>
                <a:gd name="connsiteY205" fmla="*/ 388650 h 476643"/>
                <a:gd name="connsiteX206" fmla="*/ 2008454 w 2915191"/>
                <a:gd name="connsiteY206" fmla="*/ 447829 h 476643"/>
                <a:gd name="connsiteX207" fmla="*/ 2018213 w 2915191"/>
                <a:gd name="connsiteY207" fmla="*/ 440082 h 476643"/>
                <a:gd name="connsiteX208" fmla="*/ 2027957 w 2915191"/>
                <a:gd name="connsiteY208" fmla="*/ 476644 h 476643"/>
                <a:gd name="connsiteX209" fmla="*/ 2037701 w 2915191"/>
                <a:gd name="connsiteY209" fmla="*/ 470148 h 476643"/>
                <a:gd name="connsiteX210" fmla="*/ 2047460 w 2915191"/>
                <a:gd name="connsiteY210" fmla="*/ 453491 h 476643"/>
                <a:gd name="connsiteX211" fmla="*/ 2057204 w 2915191"/>
                <a:gd name="connsiteY211" fmla="*/ 461015 h 476643"/>
                <a:gd name="connsiteX212" fmla="*/ 2066963 w 2915191"/>
                <a:gd name="connsiteY212" fmla="*/ 446235 h 476643"/>
                <a:gd name="connsiteX213" fmla="*/ 2076707 w 2915191"/>
                <a:gd name="connsiteY213" fmla="*/ 429980 h 476643"/>
                <a:gd name="connsiteX214" fmla="*/ 2086451 w 2915191"/>
                <a:gd name="connsiteY214" fmla="*/ 403326 h 476643"/>
                <a:gd name="connsiteX215" fmla="*/ 2096210 w 2915191"/>
                <a:gd name="connsiteY215" fmla="*/ 376433 h 476643"/>
                <a:gd name="connsiteX216" fmla="*/ 2105954 w 2915191"/>
                <a:gd name="connsiteY216" fmla="*/ 371248 h 476643"/>
                <a:gd name="connsiteX217" fmla="*/ 2115697 w 2915191"/>
                <a:gd name="connsiteY217" fmla="*/ 354502 h 476643"/>
                <a:gd name="connsiteX218" fmla="*/ 2125456 w 2915191"/>
                <a:gd name="connsiteY218" fmla="*/ 353489 h 476643"/>
                <a:gd name="connsiteX219" fmla="*/ 2135200 w 2915191"/>
                <a:gd name="connsiteY219" fmla="*/ 311086 h 476643"/>
                <a:gd name="connsiteX220" fmla="*/ 2144959 w 2915191"/>
                <a:gd name="connsiteY220" fmla="*/ 320070 h 476643"/>
                <a:gd name="connsiteX221" fmla="*/ 2154703 w 2915191"/>
                <a:gd name="connsiteY221" fmla="*/ 308449 h 476643"/>
                <a:gd name="connsiteX222" fmla="*/ 2164447 w 2915191"/>
                <a:gd name="connsiteY222" fmla="*/ 309909 h 476643"/>
                <a:gd name="connsiteX223" fmla="*/ 2174206 w 2915191"/>
                <a:gd name="connsiteY223" fmla="*/ 288604 h 476643"/>
                <a:gd name="connsiteX224" fmla="*/ 2183950 w 2915191"/>
                <a:gd name="connsiteY224" fmla="*/ 266926 h 476643"/>
                <a:gd name="connsiteX225" fmla="*/ 2193709 w 2915191"/>
                <a:gd name="connsiteY225" fmla="*/ 237999 h 476643"/>
                <a:gd name="connsiteX226" fmla="*/ 2203452 w 2915191"/>
                <a:gd name="connsiteY226" fmla="*/ 226505 h 476643"/>
                <a:gd name="connsiteX227" fmla="*/ 2213196 w 2915191"/>
                <a:gd name="connsiteY227" fmla="*/ 212297 h 476643"/>
                <a:gd name="connsiteX228" fmla="*/ 2222955 w 2915191"/>
                <a:gd name="connsiteY228" fmla="*/ 236605 h 476643"/>
                <a:gd name="connsiteX229" fmla="*/ 2232699 w 2915191"/>
                <a:gd name="connsiteY229" fmla="*/ 277087 h 476643"/>
                <a:gd name="connsiteX230" fmla="*/ 2242458 w 2915191"/>
                <a:gd name="connsiteY230" fmla="*/ 278398 h 476643"/>
                <a:gd name="connsiteX231" fmla="*/ 2252202 w 2915191"/>
                <a:gd name="connsiteY231" fmla="*/ 286935 h 476643"/>
                <a:gd name="connsiteX232" fmla="*/ 2261946 w 2915191"/>
                <a:gd name="connsiteY232" fmla="*/ 306989 h 476643"/>
                <a:gd name="connsiteX233" fmla="*/ 2271705 w 2915191"/>
                <a:gd name="connsiteY233" fmla="*/ 300374 h 476643"/>
                <a:gd name="connsiteX234" fmla="*/ 2281449 w 2915191"/>
                <a:gd name="connsiteY234" fmla="*/ 306319 h 476643"/>
                <a:gd name="connsiteX235" fmla="*/ 2291208 w 2915191"/>
                <a:gd name="connsiteY235" fmla="*/ 267283 h 476643"/>
                <a:gd name="connsiteX236" fmla="*/ 2300951 w 2915191"/>
                <a:gd name="connsiteY236" fmla="*/ 243105 h 476643"/>
                <a:gd name="connsiteX237" fmla="*/ 2310695 w 2915191"/>
                <a:gd name="connsiteY237" fmla="*/ 279739 h 476643"/>
                <a:gd name="connsiteX238" fmla="*/ 2320454 w 2915191"/>
                <a:gd name="connsiteY238" fmla="*/ 294206 h 476643"/>
                <a:gd name="connsiteX239" fmla="*/ 2330198 w 2915191"/>
                <a:gd name="connsiteY239" fmla="*/ 313902 h 476643"/>
                <a:gd name="connsiteX240" fmla="*/ 2339957 w 2915191"/>
                <a:gd name="connsiteY240" fmla="*/ 328220 h 476643"/>
                <a:gd name="connsiteX241" fmla="*/ 2349701 w 2915191"/>
                <a:gd name="connsiteY241" fmla="*/ 352073 h 476643"/>
                <a:gd name="connsiteX242" fmla="*/ 2359445 w 2915191"/>
                <a:gd name="connsiteY242" fmla="*/ 348632 h 476643"/>
                <a:gd name="connsiteX243" fmla="*/ 2369204 w 2915191"/>
                <a:gd name="connsiteY243" fmla="*/ 332958 h 476643"/>
                <a:gd name="connsiteX244" fmla="*/ 2378948 w 2915191"/>
                <a:gd name="connsiteY244" fmla="*/ 338918 h 476643"/>
                <a:gd name="connsiteX245" fmla="*/ 2388692 w 2915191"/>
                <a:gd name="connsiteY245" fmla="*/ 344177 h 476643"/>
                <a:gd name="connsiteX246" fmla="*/ 2398450 w 2915191"/>
                <a:gd name="connsiteY246" fmla="*/ 296962 h 476643"/>
                <a:gd name="connsiteX247" fmla="*/ 2408194 w 2915191"/>
                <a:gd name="connsiteY247" fmla="*/ 310222 h 476643"/>
                <a:gd name="connsiteX248" fmla="*/ 2417953 w 2915191"/>
                <a:gd name="connsiteY248" fmla="*/ 314751 h 476643"/>
                <a:gd name="connsiteX249" fmla="*/ 2427697 w 2915191"/>
                <a:gd name="connsiteY249" fmla="*/ 315169 h 476643"/>
                <a:gd name="connsiteX250" fmla="*/ 2437441 w 2915191"/>
                <a:gd name="connsiteY250" fmla="*/ 287993 h 476643"/>
                <a:gd name="connsiteX251" fmla="*/ 2447200 w 2915191"/>
                <a:gd name="connsiteY251" fmla="*/ 275880 h 476643"/>
                <a:gd name="connsiteX252" fmla="*/ 2456944 w 2915191"/>
                <a:gd name="connsiteY252" fmla="*/ 305663 h 476643"/>
                <a:gd name="connsiteX253" fmla="*/ 2466703 w 2915191"/>
                <a:gd name="connsiteY253" fmla="*/ 302013 h 476643"/>
                <a:gd name="connsiteX254" fmla="*/ 2476446 w 2915191"/>
                <a:gd name="connsiteY254" fmla="*/ 307019 h 476643"/>
                <a:gd name="connsiteX255" fmla="*/ 2486190 w 2915191"/>
                <a:gd name="connsiteY255" fmla="*/ 300135 h 476643"/>
                <a:gd name="connsiteX256" fmla="*/ 2495949 w 2915191"/>
                <a:gd name="connsiteY256" fmla="*/ 336861 h 476643"/>
                <a:gd name="connsiteX257" fmla="*/ 2505693 w 2915191"/>
                <a:gd name="connsiteY257" fmla="*/ 341406 h 476643"/>
                <a:gd name="connsiteX258" fmla="*/ 2515452 w 2915191"/>
                <a:gd name="connsiteY258" fmla="*/ 330261 h 476643"/>
                <a:gd name="connsiteX259" fmla="*/ 2525196 w 2915191"/>
                <a:gd name="connsiteY259" fmla="*/ 302847 h 476643"/>
                <a:gd name="connsiteX260" fmla="*/ 2534940 w 2915191"/>
                <a:gd name="connsiteY260" fmla="*/ 267969 h 476643"/>
                <a:gd name="connsiteX261" fmla="*/ 2544699 w 2915191"/>
                <a:gd name="connsiteY261" fmla="*/ 261647 h 476643"/>
                <a:gd name="connsiteX262" fmla="*/ 2554443 w 2915191"/>
                <a:gd name="connsiteY262" fmla="*/ 268147 h 476643"/>
                <a:gd name="connsiteX263" fmla="*/ 2564202 w 2915191"/>
                <a:gd name="connsiteY263" fmla="*/ 218418 h 476643"/>
                <a:gd name="connsiteX264" fmla="*/ 2573946 w 2915191"/>
                <a:gd name="connsiteY264" fmla="*/ 213164 h 476643"/>
                <a:gd name="connsiteX265" fmla="*/ 2583690 w 2915191"/>
                <a:gd name="connsiteY265" fmla="*/ 226447 h 476643"/>
                <a:gd name="connsiteX266" fmla="*/ 2593448 w 2915191"/>
                <a:gd name="connsiteY266" fmla="*/ 216275 h 476643"/>
                <a:gd name="connsiteX267" fmla="*/ 2603192 w 2915191"/>
                <a:gd name="connsiteY267" fmla="*/ 224902 h 476643"/>
                <a:gd name="connsiteX268" fmla="*/ 2612951 w 2915191"/>
                <a:gd name="connsiteY268" fmla="*/ 208273 h 476643"/>
                <a:gd name="connsiteX269" fmla="*/ 2622695 w 2915191"/>
                <a:gd name="connsiteY269" fmla="*/ 200253 h 476643"/>
                <a:gd name="connsiteX270" fmla="*/ 2632439 w 2915191"/>
                <a:gd name="connsiteY270" fmla="*/ 183417 h 476643"/>
                <a:gd name="connsiteX271" fmla="*/ 2642198 w 2915191"/>
                <a:gd name="connsiteY271" fmla="*/ 194463 h 476643"/>
                <a:gd name="connsiteX272" fmla="*/ 2651942 w 2915191"/>
                <a:gd name="connsiteY272" fmla="*/ 187419 h 476643"/>
                <a:gd name="connsiteX273" fmla="*/ 2661685 w 2915191"/>
                <a:gd name="connsiteY273" fmla="*/ 193130 h 476643"/>
                <a:gd name="connsiteX274" fmla="*/ 2671444 w 2915191"/>
                <a:gd name="connsiteY274" fmla="*/ 200584 h 476643"/>
                <a:gd name="connsiteX275" fmla="*/ 2681188 w 2915191"/>
                <a:gd name="connsiteY275" fmla="*/ 212117 h 476643"/>
                <a:gd name="connsiteX276" fmla="*/ 2690947 w 2915191"/>
                <a:gd name="connsiteY276" fmla="*/ 208656 h 476643"/>
                <a:gd name="connsiteX277" fmla="*/ 2700691 w 2915191"/>
                <a:gd name="connsiteY277" fmla="*/ 202112 h 476643"/>
                <a:gd name="connsiteX278" fmla="*/ 2710435 w 2915191"/>
                <a:gd name="connsiteY278" fmla="*/ 168405 h 476643"/>
                <a:gd name="connsiteX279" fmla="*/ 2720194 w 2915191"/>
                <a:gd name="connsiteY279" fmla="*/ 163408 h 476643"/>
                <a:gd name="connsiteX280" fmla="*/ 2729938 w 2915191"/>
                <a:gd name="connsiteY280" fmla="*/ 168405 h 476643"/>
                <a:gd name="connsiteX281" fmla="*/ 2739697 w 2915191"/>
                <a:gd name="connsiteY281" fmla="*/ 144136 h 476643"/>
                <a:gd name="connsiteX282" fmla="*/ 2749441 w 2915191"/>
                <a:gd name="connsiteY282" fmla="*/ 131493 h 476643"/>
                <a:gd name="connsiteX283" fmla="*/ 2759185 w 2915191"/>
                <a:gd name="connsiteY283" fmla="*/ 117184 h 476643"/>
                <a:gd name="connsiteX284" fmla="*/ 2768943 w 2915191"/>
                <a:gd name="connsiteY284" fmla="*/ 113605 h 476643"/>
                <a:gd name="connsiteX285" fmla="*/ 2778687 w 2915191"/>
                <a:gd name="connsiteY285" fmla="*/ 106407 h 476643"/>
                <a:gd name="connsiteX286" fmla="*/ 2788446 w 2915191"/>
                <a:gd name="connsiteY286" fmla="*/ 88542 h 476643"/>
                <a:gd name="connsiteX287" fmla="*/ 2798190 w 2915191"/>
                <a:gd name="connsiteY287" fmla="*/ 72349 h 476643"/>
                <a:gd name="connsiteX288" fmla="*/ 2807934 w 2915191"/>
                <a:gd name="connsiteY288" fmla="*/ 55324 h 476643"/>
                <a:gd name="connsiteX289" fmla="*/ 2817693 w 2915191"/>
                <a:gd name="connsiteY289" fmla="*/ 31814 h 476643"/>
                <a:gd name="connsiteX290" fmla="*/ 2827437 w 2915191"/>
                <a:gd name="connsiteY290" fmla="*/ 25591 h 476643"/>
                <a:gd name="connsiteX291" fmla="*/ 2837196 w 2915191"/>
                <a:gd name="connsiteY291" fmla="*/ 23105 h 476643"/>
                <a:gd name="connsiteX292" fmla="*/ 2846940 w 2915191"/>
                <a:gd name="connsiteY292" fmla="*/ 16882 h 476643"/>
                <a:gd name="connsiteX293" fmla="*/ 2856684 w 2915191"/>
                <a:gd name="connsiteY293" fmla="*/ 26662 h 476643"/>
                <a:gd name="connsiteX294" fmla="*/ 2866442 w 2915191"/>
                <a:gd name="connsiteY294" fmla="*/ 35598 h 476643"/>
                <a:gd name="connsiteX295" fmla="*/ 2876186 w 2915191"/>
                <a:gd name="connsiteY295" fmla="*/ 0 h 476643"/>
                <a:gd name="connsiteX296" fmla="*/ 2885945 w 2915191"/>
                <a:gd name="connsiteY296" fmla="*/ 4580 h 476643"/>
                <a:gd name="connsiteX297" fmla="*/ 2895689 w 2915191"/>
                <a:gd name="connsiteY297" fmla="*/ 21481 h 476643"/>
                <a:gd name="connsiteX298" fmla="*/ 2905433 w 2915191"/>
                <a:gd name="connsiteY298" fmla="*/ 12880 h 476643"/>
                <a:gd name="connsiteX299" fmla="*/ 2915192 w 2915191"/>
                <a:gd name="connsiteY299" fmla="*/ 17211 h 476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76643">
                  <a:moveTo>
                    <a:pt x="0" y="194591"/>
                  </a:moveTo>
                  <a:lnTo>
                    <a:pt x="9750" y="208265"/>
                  </a:lnTo>
                  <a:lnTo>
                    <a:pt x="19500" y="192997"/>
                  </a:lnTo>
                  <a:lnTo>
                    <a:pt x="29250" y="167974"/>
                  </a:lnTo>
                  <a:lnTo>
                    <a:pt x="39000" y="148495"/>
                  </a:lnTo>
                  <a:lnTo>
                    <a:pt x="48749" y="155131"/>
                  </a:lnTo>
                  <a:lnTo>
                    <a:pt x="58499" y="137430"/>
                  </a:lnTo>
                  <a:lnTo>
                    <a:pt x="68249" y="131223"/>
                  </a:lnTo>
                  <a:lnTo>
                    <a:pt x="77998" y="102492"/>
                  </a:lnTo>
                  <a:lnTo>
                    <a:pt x="87748" y="83084"/>
                  </a:lnTo>
                  <a:lnTo>
                    <a:pt x="97497" y="112791"/>
                  </a:lnTo>
                  <a:lnTo>
                    <a:pt x="107247" y="121090"/>
                  </a:lnTo>
                  <a:lnTo>
                    <a:pt x="116997" y="117182"/>
                  </a:lnTo>
                  <a:lnTo>
                    <a:pt x="126747" y="140377"/>
                  </a:lnTo>
                  <a:lnTo>
                    <a:pt x="136497" y="120196"/>
                  </a:lnTo>
                  <a:lnTo>
                    <a:pt x="146247" y="111228"/>
                  </a:lnTo>
                  <a:lnTo>
                    <a:pt x="155997" y="130873"/>
                  </a:lnTo>
                  <a:lnTo>
                    <a:pt x="165747" y="145822"/>
                  </a:lnTo>
                  <a:lnTo>
                    <a:pt x="175497" y="122787"/>
                  </a:lnTo>
                  <a:lnTo>
                    <a:pt x="185247" y="74264"/>
                  </a:lnTo>
                  <a:lnTo>
                    <a:pt x="194996" y="110242"/>
                  </a:lnTo>
                  <a:lnTo>
                    <a:pt x="204746" y="123954"/>
                  </a:lnTo>
                  <a:lnTo>
                    <a:pt x="214495" y="123831"/>
                  </a:lnTo>
                  <a:lnTo>
                    <a:pt x="224245" y="145025"/>
                  </a:lnTo>
                  <a:lnTo>
                    <a:pt x="233995" y="159820"/>
                  </a:lnTo>
                  <a:lnTo>
                    <a:pt x="243744" y="143814"/>
                  </a:lnTo>
                  <a:lnTo>
                    <a:pt x="253494" y="132599"/>
                  </a:lnTo>
                  <a:lnTo>
                    <a:pt x="263244" y="73373"/>
                  </a:lnTo>
                  <a:lnTo>
                    <a:pt x="272994" y="67248"/>
                  </a:lnTo>
                  <a:lnTo>
                    <a:pt x="282744" y="99056"/>
                  </a:lnTo>
                  <a:lnTo>
                    <a:pt x="292494" y="89057"/>
                  </a:lnTo>
                  <a:lnTo>
                    <a:pt x="302244" y="100903"/>
                  </a:lnTo>
                  <a:lnTo>
                    <a:pt x="311994" y="111990"/>
                  </a:lnTo>
                  <a:lnTo>
                    <a:pt x="321744" y="98886"/>
                  </a:lnTo>
                  <a:lnTo>
                    <a:pt x="331493" y="101200"/>
                  </a:lnTo>
                  <a:lnTo>
                    <a:pt x="341243" y="87479"/>
                  </a:lnTo>
                  <a:lnTo>
                    <a:pt x="350993" y="72589"/>
                  </a:lnTo>
                  <a:lnTo>
                    <a:pt x="360742" y="66259"/>
                  </a:lnTo>
                  <a:lnTo>
                    <a:pt x="370492" y="120655"/>
                  </a:lnTo>
                  <a:lnTo>
                    <a:pt x="380241" y="99264"/>
                  </a:lnTo>
                  <a:lnTo>
                    <a:pt x="389991" y="68961"/>
                  </a:lnTo>
                  <a:lnTo>
                    <a:pt x="399741" y="70420"/>
                  </a:lnTo>
                  <a:lnTo>
                    <a:pt x="409491" y="71903"/>
                  </a:lnTo>
                  <a:lnTo>
                    <a:pt x="419241" y="83430"/>
                  </a:lnTo>
                  <a:lnTo>
                    <a:pt x="428991" y="101711"/>
                  </a:lnTo>
                  <a:lnTo>
                    <a:pt x="438741" y="88518"/>
                  </a:lnTo>
                  <a:lnTo>
                    <a:pt x="448491" y="113751"/>
                  </a:lnTo>
                  <a:lnTo>
                    <a:pt x="458241" y="143564"/>
                  </a:lnTo>
                  <a:lnTo>
                    <a:pt x="467991" y="159629"/>
                  </a:lnTo>
                  <a:lnTo>
                    <a:pt x="477740" y="118562"/>
                  </a:lnTo>
                  <a:lnTo>
                    <a:pt x="487490" y="164005"/>
                  </a:lnTo>
                  <a:lnTo>
                    <a:pt x="497239" y="168583"/>
                  </a:lnTo>
                  <a:lnTo>
                    <a:pt x="506989" y="192677"/>
                  </a:lnTo>
                  <a:lnTo>
                    <a:pt x="516738" y="174941"/>
                  </a:lnTo>
                  <a:lnTo>
                    <a:pt x="526488" y="196136"/>
                  </a:lnTo>
                  <a:lnTo>
                    <a:pt x="536238" y="211800"/>
                  </a:lnTo>
                  <a:lnTo>
                    <a:pt x="545988" y="213100"/>
                  </a:lnTo>
                  <a:lnTo>
                    <a:pt x="555738" y="195111"/>
                  </a:lnTo>
                  <a:lnTo>
                    <a:pt x="565488" y="195424"/>
                  </a:lnTo>
                  <a:lnTo>
                    <a:pt x="575238" y="221932"/>
                  </a:lnTo>
                  <a:lnTo>
                    <a:pt x="584988" y="179995"/>
                  </a:lnTo>
                  <a:lnTo>
                    <a:pt x="594738" y="177177"/>
                  </a:lnTo>
                  <a:lnTo>
                    <a:pt x="604488" y="178046"/>
                  </a:lnTo>
                  <a:lnTo>
                    <a:pt x="614237" y="159068"/>
                  </a:lnTo>
                  <a:lnTo>
                    <a:pt x="623987" y="175070"/>
                  </a:lnTo>
                  <a:lnTo>
                    <a:pt x="633736" y="179780"/>
                  </a:lnTo>
                  <a:lnTo>
                    <a:pt x="643486" y="174621"/>
                  </a:lnTo>
                  <a:lnTo>
                    <a:pt x="653236" y="170456"/>
                  </a:lnTo>
                  <a:lnTo>
                    <a:pt x="662985" y="148871"/>
                  </a:lnTo>
                  <a:lnTo>
                    <a:pt x="672735" y="151836"/>
                  </a:lnTo>
                  <a:lnTo>
                    <a:pt x="682485" y="141178"/>
                  </a:lnTo>
                  <a:lnTo>
                    <a:pt x="692235" y="120195"/>
                  </a:lnTo>
                  <a:lnTo>
                    <a:pt x="701985" y="111596"/>
                  </a:lnTo>
                  <a:lnTo>
                    <a:pt x="711735" y="90288"/>
                  </a:lnTo>
                  <a:lnTo>
                    <a:pt x="721485" y="86583"/>
                  </a:lnTo>
                  <a:lnTo>
                    <a:pt x="731235" y="86158"/>
                  </a:lnTo>
                  <a:lnTo>
                    <a:pt x="740985" y="61515"/>
                  </a:lnTo>
                  <a:lnTo>
                    <a:pt x="750734" y="74374"/>
                  </a:lnTo>
                  <a:lnTo>
                    <a:pt x="760484" y="97518"/>
                  </a:lnTo>
                  <a:lnTo>
                    <a:pt x="770233" y="76955"/>
                  </a:lnTo>
                  <a:lnTo>
                    <a:pt x="779983" y="91547"/>
                  </a:lnTo>
                  <a:lnTo>
                    <a:pt x="789733" y="105032"/>
                  </a:lnTo>
                  <a:lnTo>
                    <a:pt x="799482" y="118156"/>
                  </a:lnTo>
                  <a:lnTo>
                    <a:pt x="809232" y="129365"/>
                  </a:lnTo>
                  <a:lnTo>
                    <a:pt x="818982" y="128042"/>
                  </a:lnTo>
                  <a:lnTo>
                    <a:pt x="828732" y="146447"/>
                  </a:lnTo>
                  <a:lnTo>
                    <a:pt x="838482" y="149690"/>
                  </a:lnTo>
                  <a:lnTo>
                    <a:pt x="848232" y="125122"/>
                  </a:lnTo>
                  <a:lnTo>
                    <a:pt x="857982" y="132844"/>
                  </a:lnTo>
                  <a:lnTo>
                    <a:pt x="867732" y="113752"/>
                  </a:lnTo>
                  <a:lnTo>
                    <a:pt x="877482" y="135229"/>
                  </a:lnTo>
                  <a:lnTo>
                    <a:pt x="887231" y="118706"/>
                  </a:lnTo>
                  <a:lnTo>
                    <a:pt x="896981" y="108454"/>
                  </a:lnTo>
                  <a:lnTo>
                    <a:pt x="906730" y="98542"/>
                  </a:lnTo>
                  <a:lnTo>
                    <a:pt x="916480" y="101957"/>
                  </a:lnTo>
                  <a:lnTo>
                    <a:pt x="926230" y="58380"/>
                  </a:lnTo>
                  <a:lnTo>
                    <a:pt x="935979" y="82889"/>
                  </a:lnTo>
                  <a:lnTo>
                    <a:pt x="945729" y="92974"/>
                  </a:lnTo>
                  <a:lnTo>
                    <a:pt x="955479" y="101255"/>
                  </a:lnTo>
                  <a:lnTo>
                    <a:pt x="965229" y="98068"/>
                  </a:lnTo>
                  <a:lnTo>
                    <a:pt x="974979" y="106215"/>
                  </a:lnTo>
                  <a:lnTo>
                    <a:pt x="984729" y="92819"/>
                  </a:lnTo>
                  <a:lnTo>
                    <a:pt x="994474" y="107136"/>
                  </a:lnTo>
                  <a:lnTo>
                    <a:pt x="1004233" y="86846"/>
                  </a:lnTo>
                  <a:lnTo>
                    <a:pt x="1013977" y="58394"/>
                  </a:lnTo>
                  <a:lnTo>
                    <a:pt x="1023721" y="55167"/>
                  </a:lnTo>
                  <a:lnTo>
                    <a:pt x="1033480" y="84930"/>
                  </a:lnTo>
                  <a:lnTo>
                    <a:pt x="1043224" y="80732"/>
                  </a:lnTo>
                  <a:lnTo>
                    <a:pt x="1052983" y="62853"/>
                  </a:lnTo>
                  <a:lnTo>
                    <a:pt x="1062727" y="39584"/>
                  </a:lnTo>
                  <a:lnTo>
                    <a:pt x="1072471" y="52088"/>
                  </a:lnTo>
                  <a:lnTo>
                    <a:pt x="1082230" y="82949"/>
                  </a:lnTo>
                  <a:lnTo>
                    <a:pt x="1091973" y="75876"/>
                  </a:lnTo>
                  <a:lnTo>
                    <a:pt x="1101732" y="96295"/>
                  </a:lnTo>
                  <a:lnTo>
                    <a:pt x="1111476" y="86711"/>
                  </a:lnTo>
                  <a:lnTo>
                    <a:pt x="1121220" y="113588"/>
                  </a:lnTo>
                  <a:lnTo>
                    <a:pt x="1130979" y="120274"/>
                  </a:lnTo>
                  <a:lnTo>
                    <a:pt x="1140723" y="93008"/>
                  </a:lnTo>
                  <a:lnTo>
                    <a:pt x="1150482" y="107367"/>
                  </a:lnTo>
                  <a:lnTo>
                    <a:pt x="1160226" y="78951"/>
                  </a:lnTo>
                  <a:lnTo>
                    <a:pt x="1169969" y="41471"/>
                  </a:lnTo>
                  <a:lnTo>
                    <a:pt x="1179728" y="74511"/>
                  </a:lnTo>
                  <a:lnTo>
                    <a:pt x="1189472" y="43580"/>
                  </a:lnTo>
                  <a:lnTo>
                    <a:pt x="1199231" y="21750"/>
                  </a:lnTo>
                  <a:lnTo>
                    <a:pt x="1208975" y="20039"/>
                  </a:lnTo>
                  <a:lnTo>
                    <a:pt x="1218719" y="32593"/>
                  </a:lnTo>
                  <a:lnTo>
                    <a:pt x="1228478" y="29448"/>
                  </a:lnTo>
                  <a:lnTo>
                    <a:pt x="1238222" y="27095"/>
                  </a:lnTo>
                  <a:lnTo>
                    <a:pt x="1247966" y="42918"/>
                  </a:lnTo>
                  <a:lnTo>
                    <a:pt x="1257725" y="68947"/>
                  </a:lnTo>
                  <a:lnTo>
                    <a:pt x="1267469" y="78439"/>
                  </a:lnTo>
                  <a:lnTo>
                    <a:pt x="1277227" y="86992"/>
                  </a:lnTo>
                  <a:lnTo>
                    <a:pt x="1286971" y="130941"/>
                  </a:lnTo>
                  <a:lnTo>
                    <a:pt x="1296715" y="149505"/>
                  </a:lnTo>
                  <a:lnTo>
                    <a:pt x="1306474" y="163794"/>
                  </a:lnTo>
                  <a:lnTo>
                    <a:pt x="1316218" y="172182"/>
                  </a:lnTo>
                  <a:lnTo>
                    <a:pt x="1325977" y="183621"/>
                  </a:lnTo>
                  <a:lnTo>
                    <a:pt x="1335721" y="181219"/>
                  </a:lnTo>
                  <a:lnTo>
                    <a:pt x="1345465" y="158160"/>
                  </a:lnTo>
                  <a:lnTo>
                    <a:pt x="1355224" y="177647"/>
                  </a:lnTo>
                  <a:lnTo>
                    <a:pt x="1364967" y="155355"/>
                  </a:lnTo>
                  <a:lnTo>
                    <a:pt x="1374726" y="185320"/>
                  </a:lnTo>
                  <a:lnTo>
                    <a:pt x="1384470" y="152677"/>
                  </a:lnTo>
                  <a:lnTo>
                    <a:pt x="1394214" y="170981"/>
                  </a:lnTo>
                  <a:lnTo>
                    <a:pt x="1403973" y="153406"/>
                  </a:lnTo>
                  <a:lnTo>
                    <a:pt x="1413717" y="177675"/>
                  </a:lnTo>
                  <a:lnTo>
                    <a:pt x="1423476" y="151034"/>
                  </a:lnTo>
                  <a:lnTo>
                    <a:pt x="1433220" y="125698"/>
                  </a:lnTo>
                  <a:lnTo>
                    <a:pt x="1442964" y="157515"/>
                  </a:lnTo>
                  <a:lnTo>
                    <a:pt x="1452722" y="198888"/>
                  </a:lnTo>
                  <a:lnTo>
                    <a:pt x="1462466" y="189975"/>
                  </a:lnTo>
                  <a:lnTo>
                    <a:pt x="1472225" y="151906"/>
                  </a:lnTo>
                  <a:lnTo>
                    <a:pt x="1481969" y="138298"/>
                  </a:lnTo>
                  <a:lnTo>
                    <a:pt x="1491713" y="152274"/>
                  </a:lnTo>
                  <a:lnTo>
                    <a:pt x="1501472" y="163925"/>
                  </a:lnTo>
                  <a:lnTo>
                    <a:pt x="1511216" y="189616"/>
                  </a:lnTo>
                  <a:lnTo>
                    <a:pt x="1520960" y="208313"/>
                  </a:lnTo>
                  <a:lnTo>
                    <a:pt x="1530719" y="216353"/>
                  </a:lnTo>
                  <a:lnTo>
                    <a:pt x="1540463" y="202856"/>
                  </a:lnTo>
                  <a:lnTo>
                    <a:pt x="1550221" y="225475"/>
                  </a:lnTo>
                  <a:lnTo>
                    <a:pt x="1559965" y="223440"/>
                  </a:lnTo>
                  <a:lnTo>
                    <a:pt x="1569709" y="209584"/>
                  </a:lnTo>
                  <a:lnTo>
                    <a:pt x="1579468" y="225776"/>
                  </a:lnTo>
                  <a:lnTo>
                    <a:pt x="1589212" y="219592"/>
                  </a:lnTo>
                  <a:lnTo>
                    <a:pt x="1598971" y="215277"/>
                  </a:lnTo>
                  <a:lnTo>
                    <a:pt x="1608715" y="214676"/>
                  </a:lnTo>
                  <a:lnTo>
                    <a:pt x="1618459" y="214523"/>
                  </a:lnTo>
                  <a:lnTo>
                    <a:pt x="1628218" y="192306"/>
                  </a:lnTo>
                  <a:lnTo>
                    <a:pt x="1637962" y="162000"/>
                  </a:lnTo>
                  <a:lnTo>
                    <a:pt x="1647720" y="154784"/>
                  </a:lnTo>
                  <a:lnTo>
                    <a:pt x="1657464" y="153351"/>
                  </a:lnTo>
                  <a:lnTo>
                    <a:pt x="1667208" y="154713"/>
                  </a:lnTo>
                  <a:lnTo>
                    <a:pt x="1676967" y="142023"/>
                  </a:lnTo>
                  <a:lnTo>
                    <a:pt x="1686711" y="173703"/>
                  </a:lnTo>
                  <a:lnTo>
                    <a:pt x="1696470" y="226544"/>
                  </a:lnTo>
                  <a:lnTo>
                    <a:pt x="1706214" y="234124"/>
                  </a:lnTo>
                  <a:lnTo>
                    <a:pt x="1715958" y="210621"/>
                  </a:lnTo>
                  <a:lnTo>
                    <a:pt x="1725716" y="192225"/>
                  </a:lnTo>
                  <a:lnTo>
                    <a:pt x="1735460" y="182313"/>
                  </a:lnTo>
                  <a:lnTo>
                    <a:pt x="1745219" y="191719"/>
                  </a:lnTo>
                  <a:lnTo>
                    <a:pt x="1754963" y="178396"/>
                  </a:lnTo>
                  <a:lnTo>
                    <a:pt x="1764707" y="181809"/>
                  </a:lnTo>
                  <a:lnTo>
                    <a:pt x="1774466" y="175017"/>
                  </a:lnTo>
                  <a:lnTo>
                    <a:pt x="1784210" y="154349"/>
                  </a:lnTo>
                  <a:lnTo>
                    <a:pt x="1793969" y="162593"/>
                  </a:lnTo>
                  <a:lnTo>
                    <a:pt x="1803713" y="159583"/>
                  </a:lnTo>
                  <a:lnTo>
                    <a:pt x="1813457" y="158346"/>
                  </a:lnTo>
                  <a:lnTo>
                    <a:pt x="1823215" y="158235"/>
                  </a:lnTo>
                  <a:lnTo>
                    <a:pt x="1832959" y="199678"/>
                  </a:lnTo>
                  <a:lnTo>
                    <a:pt x="1842703" y="250111"/>
                  </a:lnTo>
                  <a:lnTo>
                    <a:pt x="1852462" y="259487"/>
                  </a:lnTo>
                  <a:lnTo>
                    <a:pt x="1862206" y="290496"/>
                  </a:lnTo>
                  <a:lnTo>
                    <a:pt x="1871965" y="294578"/>
                  </a:lnTo>
                  <a:lnTo>
                    <a:pt x="1881709" y="317061"/>
                  </a:lnTo>
                  <a:lnTo>
                    <a:pt x="1891453" y="324257"/>
                  </a:lnTo>
                  <a:lnTo>
                    <a:pt x="1901212" y="309462"/>
                  </a:lnTo>
                  <a:lnTo>
                    <a:pt x="1910956" y="348632"/>
                  </a:lnTo>
                  <a:lnTo>
                    <a:pt x="1920714" y="400540"/>
                  </a:lnTo>
                  <a:lnTo>
                    <a:pt x="1930458" y="375688"/>
                  </a:lnTo>
                  <a:lnTo>
                    <a:pt x="1940202" y="301208"/>
                  </a:lnTo>
                  <a:lnTo>
                    <a:pt x="1949961" y="326283"/>
                  </a:lnTo>
                  <a:lnTo>
                    <a:pt x="1959705" y="349228"/>
                  </a:lnTo>
                  <a:lnTo>
                    <a:pt x="1969464" y="338575"/>
                  </a:lnTo>
                  <a:lnTo>
                    <a:pt x="1979208" y="348825"/>
                  </a:lnTo>
                  <a:lnTo>
                    <a:pt x="1988952" y="370563"/>
                  </a:lnTo>
                  <a:lnTo>
                    <a:pt x="1998711" y="388650"/>
                  </a:lnTo>
                  <a:lnTo>
                    <a:pt x="2008454" y="447829"/>
                  </a:lnTo>
                  <a:lnTo>
                    <a:pt x="2018213" y="440082"/>
                  </a:lnTo>
                  <a:lnTo>
                    <a:pt x="2027957" y="476644"/>
                  </a:lnTo>
                  <a:lnTo>
                    <a:pt x="2037701" y="470148"/>
                  </a:lnTo>
                  <a:lnTo>
                    <a:pt x="2047460" y="453491"/>
                  </a:lnTo>
                  <a:lnTo>
                    <a:pt x="2057204" y="461015"/>
                  </a:lnTo>
                  <a:lnTo>
                    <a:pt x="2066963" y="446235"/>
                  </a:lnTo>
                  <a:lnTo>
                    <a:pt x="2076707" y="429980"/>
                  </a:lnTo>
                  <a:lnTo>
                    <a:pt x="2086451" y="403326"/>
                  </a:lnTo>
                  <a:lnTo>
                    <a:pt x="2096210" y="376433"/>
                  </a:lnTo>
                  <a:lnTo>
                    <a:pt x="2105954" y="371248"/>
                  </a:lnTo>
                  <a:lnTo>
                    <a:pt x="2115697" y="354502"/>
                  </a:lnTo>
                  <a:lnTo>
                    <a:pt x="2125456" y="353489"/>
                  </a:lnTo>
                  <a:lnTo>
                    <a:pt x="2135200" y="311086"/>
                  </a:lnTo>
                  <a:lnTo>
                    <a:pt x="2144959" y="320070"/>
                  </a:lnTo>
                  <a:lnTo>
                    <a:pt x="2154703" y="308449"/>
                  </a:lnTo>
                  <a:lnTo>
                    <a:pt x="2164447" y="309909"/>
                  </a:lnTo>
                  <a:lnTo>
                    <a:pt x="2174206" y="288604"/>
                  </a:lnTo>
                  <a:lnTo>
                    <a:pt x="2183950" y="266926"/>
                  </a:lnTo>
                  <a:lnTo>
                    <a:pt x="2193709" y="237999"/>
                  </a:lnTo>
                  <a:lnTo>
                    <a:pt x="2203452" y="226505"/>
                  </a:lnTo>
                  <a:lnTo>
                    <a:pt x="2213196" y="212297"/>
                  </a:lnTo>
                  <a:lnTo>
                    <a:pt x="2222955" y="236605"/>
                  </a:lnTo>
                  <a:lnTo>
                    <a:pt x="2232699" y="277087"/>
                  </a:lnTo>
                  <a:lnTo>
                    <a:pt x="2242458" y="278398"/>
                  </a:lnTo>
                  <a:lnTo>
                    <a:pt x="2252202" y="286935"/>
                  </a:lnTo>
                  <a:lnTo>
                    <a:pt x="2261946" y="306989"/>
                  </a:lnTo>
                  <a:lnTo>
                    <a:pt x="2271705" y="300374"/>
                  </a:lnTo>
                  <a:lnTo>
                    <a:pt x="2281449" y="306319"/>
                  </a:lnTo>
                  <a:lnTo>
                    <a:pt x="2291208" y="267283"/>
                  </a:lnTo>
                  <a:lnTo>
                    <a:pt x="2300951" y="243105"/>
                  </a:lnTo>
                  <a:lnTo>
                    <a:pt x="2310695" y="279739"/>
                  </a:lnTo>
                  <a:lnTo>
                    <a:pt x="2320454" y="294206"/>
                  </a:lnTo>
                  <a:lnTo>
                    <a:pt x="2330198" y="313902"/>
                  </a:lnTo>
                  <a:lnTo>
                    <a:pt x="2339957" y="328220"/>
                  </a:lnTo>
                  <a:lnTo>
                    <a:pt x="2349701" y="352073"/>
                  </a:lnTo>
                  <a:lnTo>
                    <a:pt x="2359445" y="348632"/>
                  </a:lnTo>
                  <a:lnTo>
                    <a:pt x="2369204" y="332958"/>
                  </a:lnTo>
                  <a:lnTo>
                    <a:pt x="2378948" y="338918"/>
                  </a:lnTo>
                  <a:lnTo>
                    <a:pt x="2388692" y="344177"/>
                  </a:lnTo>
                  <a:lnTo>
                    <a:pt x="2398450" y="296962"/>
                  </a:lnTo>
                  <a:lnTo>
                    <a:pt x="2408194" y="310222"/>
                  </a:lnTo>
                  <a:lnTo>
                    <a:pt x="2417953" y="314751"/>
                  </a:lnTo>
                  <a:lnTo>
                    <a:pt x="2427697" y="315169"/>
                  </a:lnTo>
                  <a:lnTo>
                    <a:pt x="2437441" y="287993"/>
                  </a:lnTo>
                  <a:lnTo>
                    <a:pt x="2447200" y="275880"/>
                  </a:lnTo>
                  <a:lnTo>
                    <a:pt x="2456944" y="305663"/>
                  </a:lnTo>
                  <a:lnTo>
                    <a:pt x="2466703" y="302013"/>
                  </a:lnTo>
                  <a:lnTo>
                    <a:pt x="2476446" y="307019"/>
                  </a:lnTo>
                  <a:lnTo>
                    <a:pt x="2486190" y="300135"/>
                  </a:lnTo>
                  <a:lnTo>
                    <a:pt x="2495949" y="336861"/>
                  </a:lnTo>
                  <a:lnTo>
                    <a:pt x="2505693" y="341406"/>
                  </a:lnTo>
                  <a:lnTo>
                    <a:pt x="2515452" y="330261"/>
                  </a:lnTo>
                  <a:lnTo>
                    <a:pt x="2525196" y="302847"/>
                  </a:lnTo>
                  <a:lnTo>
                    <a:pt x="2534940" y="267969"/>
                  </a:lnTo>
                  <a:lnTo>
                    <a:pt x="2544699" y="261647"/>
                  </a:lnTo>
                  <a:lnTo>
                    <a:pt x="2554443" y="268147"/>
                  </a:lnTo>
                  <a:lnTo>
                    <a:pt x="2564202" y="218418"/>
                  </a:lnTo>
                  <a:lnTo>
                    <a:pt x="2573946" y="213164"/>
                  </a:lnTo>
                  <a:lnTo>
                    <a:pt x="2583690" y="226447"/>
                  </a:lnTo>
                  <a:lnTo>
                    <a:pt x="2593448" y="216275"/>
                  </a:lnTo>
                  <a:lnTo>
                    <a:pt x="2603192" y="224902"/>
                  </a:lnTo>
                  <a:lnTo>
                    <a:pt x="2612951" y="208273"/>
                  </a:lnTo>
                  <a:lnTo>
                    <a:pt x="2622695" y="200253"/>
                  </a:lnTo>
                  <a:lnTo>
                    <a:pt x="2632439" y="183417"/>
                  </a:lnTo>
                  <a:lnTo>
                    <a:pt x="2642198" y="194463"/>
                  </a:lnTo>
                  <a:lnTo>
                    <a:pt x="2651942" y="187419"/>
                  </a:lnTo>
                  <a:lnTo>
                    <a:pt x="2661685" y="193130"/>
                  </a:lnTo>
                  <a:lnTo>
                    <a:pt x="2671444" y="200584"/>
                  </a:lnTo>
                  <a:lnTo>
                    <a:pt x="2681188" y="212117"/>
                  </a:lnTo>
                  <a:lnTo>
                    <a:pt x="2690947" y="208656"/>
                  </a:lnTo>
                  <a:lnTo>
                    <a:pt x="2700691" y="202112"/>
                  </a:lnTo>
                  <a:lnTo>
                    <a:pt x="2710435" y="168405"/>
                  </a:lnTo>
                  <a:lnTo>
                    <a:pt x="2720194" y="163408"/>
                  </a:lnTo>
                  <a:lnTo>
                    <a:pt x="2729938" y="168405"/>
                  </a:lnTo>
                  <a:lnTo>
                    <a:pt x="2739697" y="144136"/>
                  </a:lnTo>
                  <a:lnTo>
                    <a:pt x="2749441" y="131493"/>
                  </a:lnTo>
                  <a:lnTo>
                    <a:pt x="2759185" y="117184"/>
                  </a:lnTo>
                  <a:lnTo>
                    <a:pt x="2768943" y="113605"/>
                  </a:lnTo>
                  <a:lnTo>
                    <a:pt x="2778687" y="106407"/>
                  </a:lnTo>
                  <a:lnTo>
                    <a:pt x="2788446" y="88542"/>
                  </a:lnTo>
                  <a:lnTo>
                    <a:pt x="2798190" y="72349"/>
                  </a:lnTo>
                  <a:lnTo>
                    <a:pt x="2807934" y="55324"/>
                  </a:lnTo>
                  <a:lnTo>
                    <a:pt x="2817693" y="31814"/>
                  </a:lnTo>
                  <a:lnTo>
                    <a:pt x="2827437" y="25591"/>
                  </a:lnTo>
                  <a:lnTo>
                    <a:pt x="2837196" y="23105"/>
                  </a:lnTo>
                  <a:lnTo>
                    <a:pt x="2846940" y="16882"/>
                  </a:lnTo>
                  <a:lnTo>
                    <a:pt x="2856684" y="26662"/>
                  </a:lnTo>
                  <a:lnTo>
                    <a:pt x="2866442" y="35598"/>
                  </a:lnTo>
                  <a:lnTo>
                    <a:pt x="2876186" y="0"/>
                  </a:lnTo>
                  <a:lnTo>
                    <a:pt x="2885945" y="4580"/>
                  </a:lnTo>
                  <a:lnTo>
                    <a:pt x="2895689" y="21481"/>
                  </a:lnTo>
                  <a:lnTo>
                    <a:pt x="2905433" y="12880"/>
                  </a:lnTo>
                  <a:lnTo>
                    <a:pt x="2915192" y="1721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2" name="Freeform 1111">
              <a:extLst>
                <a:ext uri="{FF2B5EF4-FFF2-40B4-BE49-F238E27FC236}">
                  <a16:creationId xmlns:a16="http://schemas.microsoft.com/office/drawing/2014/main" id="{3956E461-53EE-F276-CE4D-09F5C842DC02}"/>
                </a:ext>
              </a:extLst>
            </p:cNvPr>
            <p:cNvSpPr/>
            <p:nvPr/>
          </p:nvSpPr>
          <p:spPr>
            <a:xfrm>
              <a:off x="4426652" y="3196468"/>
              <a:ext cx="2915191" cy="655721"/>
            </a:xfrm>
            <a:custGeom>
              <a:avLst/>
              <a:gdLst>
                <a:gd name="connsiteX0" fmla="*/ 0 w 2915191"/>
                <a:gd name="connsiteY0" fmla="*/ 17100 h 655721"/>
                <a:gd name="connsiteX1" fmla="*/ 9750 w 2915191"/>
                <a:gd name="connsiteY1" fmla="*/ 11225 h 655721"/>
                <a:gd name="connsiteX2" fmla="*/ 19500 w 2915191"/>
                <a:gd name="connsiteY2" fmla="*/ 0 h 655721"/>
                <a:gd name="connsiteX3" fmla="*/ 29250 w 2915191"/>
                <a:gd name="connsiteY3" fmla="*/ 35281 h 655721"/>
                <a:gd name="connsiteX4" fmla="*/ 39000 w 2915191"/>
                <a:gd name="connsiteY4" fmla="*/ 29551 h 655721"/>
                <a:gd name="connsiteX5" fmla="*/ 48749 w 2915191"/>
                <a:gd name="connsiteY5" fmla="*/ 3507 h 655721"/>
                <a:gd name="connsiteX6" fmla="*/ 58499 w 2915191"/>
                <a:gd name="connsiteY6" fmla="*/ 3227 h 655721"/>
                <a:gd name="connsiteX7" fmla="*/ 68249 w 2915191"/>
                <a:gd name="connsiteY7" fmla="*/ 8463 h 655721"/>
                <a:gd name="connsiteX8" fmla="*/ 77998 w 2915191"/>
                <a:gd name="connsiteY8" fmla="*/ 67258 h 655721"/>
                <a:gd name="connsiteX9" fmla="*/ 87748 w 2915191"/>
                <a:gd name="connsiteY9" fmla="*/ 84757 h 655721"/>
                <a:gd name="connsiteX10" fmla="*/ 97497 w 2915191"/>
                <a:gd name="connsiteY10" fmla="*/ 75016 h 655721"/>
                <a:gd name="connsiteX11" fmla="*/ 107247 w 2915191"/>
                <a:gd name="connsiteY11" fmla="*/ 84717 h 655721"/>
                <a:gd name="connsiteX12" fmla="*/ 116997 w 2915191"/>
                <a:gd name="connsiteY12" fmla="*/ 74973 h 655721"/>
                <a:gd name="connsiteX13" fmla="*/ 126747 w 2915191"/>
                <a:gd name="connsiteY13" fmla="*/ 88245 h 655721"/>
                <a:gd name="connsiteX14" fmla="*/ 136497 w 2915191"/>
                <a:gd name="connsiteY14" fmla="*/ 82147 h 655721"/>
                <a:gd name="connsiteX15" fmla="*/ 146247 w 2915191"/>
                <a:gd name="connsiteY15" fmla="*/ 104548 h 655721"/>
                <a:gd name="connsiteX16" fmla="*/ 155997 w 2915191"/>
                <a:gd name="connsiteY16" fmla="*/ 129250 h 655721"/>
                <a:gd name="connsiteX17" fmla="*/ 165747 w 2915191"/>
                <a:gd name="connsiteY17" fmla="*/ 137470 h 655721"/>
                <a:gd name="connsiteX18" fmla="*/ 175497 w 2915191"/>
                <a:gd name="connsiteY18" fmla="*/ 140347 h 655721"/>
                <a:gd name="connsiteX19" fmla="*/ 185247 w 2915191"/>
                <a:gd name="connsiteY19" fmla="*/ 153932 h 655721"/>
                <a:gd name="connsiteX20" fmla="*/ 194996 w 2915191"/>
                <a:gd name="connsiteY20" fmla="*/ 147720 h 655721"/>
                <a:gd name="connsiteX21" fmla="*/ 204746 w 2915191"/>
                <a:gd name="connsiteY21" fmla="*/ 164394 h 655721"/>
                <a:gd name="connsiteX22" fmla="*/ 214495 w 2915191"/>
                <a:gd name="connsiteY22" fmla="*/ 163872 h 655721"/>
                <a:gd name="connsiteX23" fmla="*/ 224245 w 2915191"/>
                <a:gd name="connsiteY23" fmla="*/ 149321 h 655721"/>
                <a:gd name="connsiteX24" fmla="*/ 233995 w 2915191"/>
                <a:gd name="connsiteY24" fmla="*/ 186349 h 655721"/>
                <a:gd name="connsiteX25" fmla="*/ 243744 w 2915191"/>
                <a:gd name="connsiteY25" fmla="*/ 213684 h 655721"/>
                <a:gd name="connsiteX26" fmla="*/ 253494 w 2915191"/>
                <a:gd name="connsiteY26" fmla="*/ 202680 h 655721"/>
                <a:gd name="connsiteX27" fmla="*/ 263244 w 2915191"/>
                <a:gd name="connsiteY27" fmla="*/ 216113 h 655721"/>
                <a:gd name="connsiteX28" fmla="*/ 272994 w 2915191"/>
                <a:gd name="connsiteY28" fmla="*/ 189965 h 655721"/>
                <a:gd name="connsiteX29" fmla="*/ 282744 w 2915191"/>
                <a:gd name="connsiteY29" fmla="*/ 216257 h 655721"/>
                <a:gd name="connsiteX30" fmla="*/ 292494 w 2915191"/>
                <a:gd name="connsiteY30" fmla="*/ 221554 h 655721"/>
                <a:gd name="connsiteX31" fmla="*/ 302244 w 2915191"/>
                <a:gd name="connsiteY31" fmla="*/ 221433 h 655721"/>
                <a:gd name="connsiteX32" fmla="*/ 311994 w 2915191"/>
                <a:gd name="connsiteY32" fmla="*/ 215575 h 655721"/>
                <a:gd name="connsiteX33" fmla="*/ 321744 w 2915191"/>
                <a:gd name="connsiteY33" fmla="*/ 214633 h 655721"/>
                <a:gd name="connsiteX34" fmla="*/ 331493 w 2915191"/>
                <a:gd name="connsiteY34" fmla="*/ 161039 h 655721"/>
                <a:gd name="connsiteX35" fmla="*/ 341243 w 2915191"/>
                <a:gd name="connsiteY35" fmla="*/ 169756 h 655721"/>
                <a:gd name="connsiteX36" fmla="*/ 350993 w 2915191"/>
                <a:gd name="connsiteY36" fmla="*/ 189588 h 655721"/>
                <a:gd name="connsiteX37" fmla="*/ 360742 w 2915191"/>
                <a:gd name="connsiteY37" fmla="*/ 216455 h 655721"/>
                <a:gd name="connsiteX38" fmla="*/ 370492 w 2915191"/>
                <a:gd name="connsiteY38" fmla="*/ 226827 h 655721"/>
                <a:gd name="connsiteX39" fmla="*/ 380241 w 2915191"/>
                <a:gd name="connsiteY39" fmla="*/ 230432 h 655721"/>
                <a:gd name="connsiteX40" fmla="*/ 389991 w 2915191"/>
                <a:gd name="connsiteY40" fmla="*/ 241091 h 655721"/>
                <a:gd name="connsiteX41" fmla="*/ 399741 w 2915191"/>
                <a:gd name="connsiteY41" fmla="*/ 245392 h 655721"/>
                <a:gd name="connsiteX42" fmla="*/ 409491 w 2915191"/>
                <a:gd name="connsiteY42" fmla="*/ 276670 h 655721"/>
                <a:gd name="connsiteX43" fmla="*/ 419241 w 2915191"/>
                <a:gd name="connsiteY43" fmla="*/ 265880 h 655721"/>
                <a:gd name="connsiteX44" fmla="*/ 428991 w 2915191"/>
                <a:gd name="connsiteY44" fmla="*/ 268295 h 655721"/>
                <a:gd name="connsiteX45" fmla="*/ 438741 w 2915191"/>
                <a:gd name="connsiteY45" fmla="*/ 277844 h 655721"/>
                <a:gd name="connsiteX46" fmla="*/ 448491 w 2915191"/>
                <a:gd name="connsiteY46" fmla="*/ 306268 h 655721"/>
                <a:gd name="connsiteX47" fmla="*/ 458241 w 2915191"/>
                <a:gd name="connsiteY47" fmla="*/ 294581 h 655721"/>
                <a:gd name="connsiteX48" fmla="*/ 467991 w 2915191"/>
                <a:gd name="connsiteY48" fmla="*/ 298506 h 655721"/>
                <a:gd name="connsiteX49" fmla="*/ 477740 w 2915191"/>
                <a:gd name="connsiteY49" fmla="*/ 280053 h 655721"/>
                <a:gd name="connsiteX50" fmla="*/ 487490 w 2915191"/>
                <a:gd name="connsiteY50" fmla="*/ 283840 h 655721"/>
                <a:gd name="connsiteX51" fmla="*/ 497239 w 2915191"/>
                <a:gd name="connsiteY51" fmla="*/ 291367 h 655721"/>
                <a:gd name="connsiteX52" fmla="*/ 506989 w 2915191"/>
                <a:gd name="connsiteY52" fmla="*/ 276787 h 655721"/>
                <a:gd name="connsiteX53" fmla="*/ 516738 w 2915191"/>
                <a:gd name="connsiteY53" fmla="*/ 252961 h 655721"/>
                <a:gd name="connsiteX54" fmla="*/ 526488 w 2915191"/>
                <a:gd name="connsiteY54" fmla="*/ 256712 h 655721"/>
                <a:gd name="connsiteX55" fmla="*/ 536238 w 2915191"/>
                <a:gd name="connsiteY55" fmla="*/ 271072 h 655721"/>
                <a:gd name="connsiteX56" fmla="*/ 545988 w 2915191"/>
                <a:gd name="connsiteY56" fmla="*/ 281224 h 655721"/>
                <a:gd name="connsiteX57" fmla="*/ 555738 w 2915191"/>
                <a:gd name="connsiteY57" fmla="*/ 283820 h 655721"/>
                <a:gd name="connsiteX58" fmla="*/ 565488 w 2915191"/>
                <a:gd name="connsiteY58" fmla="*/ 302452 h 655721"/>
                <a:gd name="connsiteX59" fmla="*/ 575238 w 2915191"/>
                <a:gd name="connsiteY59" fmla="*/ 273991 h 655721"/>
                <a:gd name="connsiteX60" fmla="*/ 584988 w 2915191"/>
                <a:gd name="connsiteY60" fmla="*/ 286032 h 655721"/>
                <a:gd name="connsiteX61" fmla="*/ 594738 w 2915191"/>
                <a:gd name="connsiteY61" fmla="*/ 314549 h 655721"/>
                <a:gd name="connsiteX62" fmla="*/ 604488 w 2915191"/>
                <a:gd name="connsiteY62" fmla="*/ 332417 h 655721"/>
                <a:gd name="connsiteX63" fmla="*/ 614237 w 2915191"/>
                <a:gd name="connsiteY63" fmla="*/ 352993 h 655721"/>
                <a:gd name="connsiteX64" fmla="*/ 623987 w 2915191"/>
                <a:gd name="connsiteY64" fmla="*/ 362842 h 655721"/>
                <a:gd name="connsiteX65" fmla="*/ 633736 w 2915191"/>
                <a:gd name="connsiteY65" fmla="*/ 318227 h 655721"/>
                <a:gd name="connsiteX66" fmla="*/ 643486 w 2915191"/>
                <a:gd name="connsiteY66" fmla="*/ 294145 h 655721"/>
                <a:gd name="connsiteX67" fmla="*/ 653236 w 2915191"/>
                <a:gd name="connsiteY67" fmla="*/ 261686 h 655721"/>
                <a:gd name="connsiteX68" fmla="*/ 662985 w 2915191"/>
                <a:gd name="connsiteY68" fmla="*/ 251404 h 655721"/>
                <a:gd name="connsiteX69" fmla="*/ 672735 w 2915191"/>
                <a:gd name="connsiteY69" fmla="*/ 243469 h 655721"/>
                <a:gd name="connsiteX70" fmla="*/ 682485 w 2915191"/>
                <a:gd name="connsiteY70" fmla="*/ 218708 h 655721"/>
                <a:gd name="connsiteX71" fmla="*/ 692235 w 2915191"/>
                <a:gd name="connsiteY71" fmla="*/ 218699 h 655721"/>
                <a:gd name="connsiteX72" fmla="*/ 701985 w 2915191"/>
                <a:gd name="connsiteY72" fmla="*/ 185425 h 655721"/>
                <a:gd name="connsiteX73" fmla="*/ 711735 w 2915191"/>
                <a:gd name="connsiteY73" fmla="*/ 174647 h 655721"/>
                <a:gd name="connsiteX74" fmla="*/ 721485 w 2915191"/>
                <a:gd name="connsiteY74" fmla="*/ 188545 h 655721"/>
                <a:gd name="connsiteX75" fmla="*/ 731235 w 2915191"/>
                <a:gd name="connsiteY75" fmla="*/ 166326 h 655721"/>
                <a:gd name="connsiteX76" fmla="*/ 740985 w 2915191"/>
                <a:gd name="connsiteY76" fmla="*/ 164802 h 655721"/>
                <a:gd name="connsiteX77" fmla="*/ 750734 w 2915191"/>
                <a:gd name="connsiteY77" fmla="*/ 199801 h 655721"/>
                <a:gd name="connsiteX78" fmla="*/ 760484 w 2915191"/>
                <a:gd name="connsiteY78" fmla="*/ 202765 h 655721"/>
                <a:gd name="connsiteX79" fmla="*/ 770233 w 2915191"/>
                <a:gd name="connsiteY79" fmla="*/ 208107 h 655721"/>
                <a:gd name="connsiteX80" fmla="*/ 779983 w 2915191"/>
                <a:gd name="connsiteY80" fmla="*/ 211741 h 655721"/>
                <a:gd name="connsiteX81" fmla="*/ 789733 w 2915191"/>
                <a:gd name="connsiteY81" fmla="*/ 193629 h 655721"/>
                <a:gd name="connsiteX82" fmla="*/ 799482 w 2915191"/>
                <a:gd name="connsiteY82" fmla="*/ 189123 h 655721"/>
                <a:gd name="connsiteX83" fmla="*/ 809232 w 2915191"/>
                <a:gd name="connsiteY83" fmla="*/ 216472 h 655721"/>
                <a:gd name="connsiteX84" fmla="*/ 818982 w 2915191"/>
                <a:gd name="connsiteY84" fmla="*/ 222509 h 655721"/>
                <a:gd name="connsiteX85" fmla="*/ 828732 w 2915191"/>
                <a:gd name="connsiteY85" fmla="*/ 207641 h 655721"/>
                <a:gd name="connsiteX86" fmla="*/ 838482 w 2915191"/>
                <a:gd name="connsiteY86" fmla="*/ 209802 h 655721"/>
                <a:gd name="connsiteX87" fmla="*/ 848232 w 2915191"/>
                <a:gd name="connsiteY87" fmla="*/ 199760 h 655721"/>
                <a:gd name="connsiteX88" fmla="*/ 857982 w 2915191"/>
                <a:gd name="connsiteY88" fmla="*/ 225316 h 655721"/>
                <a:gd name="connsiteX89" fmla="*/ 867732 w 2915191"/>
                <a:gd name="connsiteY89" fmla="*/ 201440 h 655721"/>
                <a:gd name="connsiteX90" fmla="*/ 877482 w 2915191"/>
                <a:gd name="connsiteY90" fmla="*/ 206056 h 655721"/>
                <a:gd name="connsiteX91" fmla="*/ 887231 w 2915191"/>
                <a:gd name="connsiteY91" fmla="*/ 168235 h 655721"/>
                <a:gd name="connsiteX92" fmla="*/ 896981 w 2915191"/>
                <a:gd name="connsiteY92" fmla="*/ 166559 h 655721"/>
                <a:gd name="connsiteX93" fmla="*/ 906730 w 2915191"/>
                <a:gd name="connsiteY93" fmla="*/ 149937 h 655721"/>
                <a:gd name="connsiteX94" fmla="*/ 916480 w 2915191"/>
                <a:gd name="connsiteY94" fmla="*/ 158187 h 655721"/>
                <a:gd name="connsiteX95" fmla="*/ 926230 w 2915191"/>
                <a:gd name="connsiteY95" fmla="*/ 188182 h 655721"/>
                <a:gd name="connsiteX96" fmla="*/ 935979 w 2915191"/>
                <a:gd name="connsiteY96" fmla="*/ 225524 h 655721"/>
                <a:gd name="connsiteX97" fmla="*/ 945729 w 2915191"/>
                <a:gd name="connsiteY97" fmla="*/ 223242 h 655721"/>
                <a:gd name="connsiteX98" fmla="*/ 955479 w 2915191"/>
                <a:gd name="connsiteY98" fmla="*/ 229188 h 655721"/>
                <a:gd name="connsiteX99" fmla="*/ 965229 w 2915191"/>
                <a:gd name="connsiteY99" fmla="*/ 224258 h 655721"/>
                <a:gd name="connsiteX100" fmla="*/ 974979 w 2915191"/>
                <a:gd name="connsiteY100" fmla="*/ 207859 h 655721"/>
                <a:gd name="connsiteX101" fmla="*/ 984729 w 2915191"/>
                <a:gd name="connsiteY101" fmla="*/ 205248 h 655721"/>
                <a:gd name="connsiteX102" fmla="*/ 994474 w 2915191"/>
                <a:gd name="connsiteY102" fmla="*/ 202324 h 655721"/>
                <a:gd name="connsiteX103" fmla="*/ 1004233 w 2915191"/>
                <a:gd name="connsiteY103" fmla="*/ 200937 h 655721"/>
                <a:gd name="connsiteX104" fmla="*/ 1013977 w 2915191"/>
                <a:gd name="connsiteY104" fmla="*/ 206856 h 655721"/>
                <a:gd name="connsiteX105" fmla="*/ 1023721 w 2915191"/>
                <a:gd name="connsiteY105" fmla="*/ 197611 h 655721"/>
                <a:gd name="connsiteX106" fmla="*/ 1033480 w 2915191"/>
                <a:gd name="connsiteY106" fmla="*/ 194079 h 655721"/>
                <a:gd name="connsiteX107" fmla="*/ 1043224 w 2915191"/>
                <a:gd name="connsiteY107" fmla="*/ 162102 h 655721"/>
                <a:gd name="connsiteX108" fmla="*/ 1052983 w 2915191"/>
                <a:gd name="connsiteY108" fmla="*/ 183153 h 655721"/>
                <a:gd name="connsiteX109" fmla="*/ 1062727 w 2915191"/>
                <a:gd name="connsiteY109" fmla="*/ 182355 h 655721"/>
                <a:gd name="connsiteX110" fmla="*/ 1072471 w 2915191"/>
                <a:gd name="connsiteY110" fmla="*/ 158652 h 655721"/>
                <a:gd name="connsiteX111" fmla="*/ 1082230 w 2915191"/>
                <a:gd name="connsiteY111" fmla="*/ 128474 h 655721"/>
                <a:gd name="connsiteX112" fmla="*/ 1091973 w 2915191"/>
                <a:gd name="connsiteY112" fmla="*/ 163160 h 655721"/>
                <a:gd name="connsiteX113" fmla="*/ 1101732 w 2915191"/>
                <a:gd name="connsiteY113" fmla="*/ 162828 h 655721"/>
                <a:gd name="connsiteX114" fmla="*/ 1111476 w 2915191"/>
                <a:gd name="connsiteY114" fmla="*/ 186739 h 655721"/>
                <a:gd name="connsiteX115" fmla="*/ 1121220 w 2915191"/>
                <a:gd name="connsiteY115" fmla="*/ 201540 h 655721"/>
                <a:gd name="connsiteX116" fmla="*/ 1130979 w 2915191"/>
                <a:gd name="connsiteY116" fmla="*/ 199871 h 655721"/>
                <a:gd name="connsiteX117" fmla="*/ 1140723 w 2915191"/>
                <a:gd name="connsiteY117" fmla="*/ 226417 h 655721"/>
                <a:gd name="connsiteX118" fmla="*/ 1150482 w 2915191"/>
                <a:gd name="connsiteY118" fmla="*/ 261367 h 655721"/>
                <a:gd name="connsiteX119" fmla="*/ 1160226 w 2915191"/>
                <a:gd name="connsiteY119" fmla="*/ 253295 h 655721"/>
                <a:gd name="connsiteX120" fmla="*/ 1169969 w 2915191"/>
                <a:gd name="connsiteY120" fmla="*/ 269208 h 655721"/>
                <a:gd name="connsiteX121" fmla="*/ 1179728 w 2915191"/>
                <a:gd name="connsiteY121" fmla="*/ 289903 h 655721"/>
                <a:gd name="connsiteX122" fmla="*/ 1189472 w 2915191"/>
                <a:gd name="connsiteY122" fmla="*/ 242454 h 655721"/>
                <a:gd name="connsiteX123" fmla="*/ 1199231 w 2915191"/>
                <a:gd name="connsiteY123" fmla="*/ 251419 h 655721"/>
                <a:gd name="connsiteX124" fmla="*/ 1208975 w 2915191"/>
                <a:gd name="connsiteY124" fmla="*/ 235329 h 655721"/>
                <a:gd name="connsiteX125" fmla="*/ 1218719 w 2915191"/>
                <a:gd name="connsiteY125" fmla="*/ 237587 h 655721"/>
                <a:gd name="connsiteX126" fmla="*/ 1228478 w 2915191"/>
                <a:gd name="connsiteY126" fmla="*/ 280762 h 655721"/>
                <a:gd name="connsiteX127" fmla="*/ 1238222 w 2915191"/>
                <a:gd name="connsiteY127" fmla="*/ 284581 h 655721"/>
                <a:gd name="connsiteX128" fmla="*/ 1247966 w 2915191"/>
                <a:gd name="connsiteY128" fmla="*/ 305696 h 655721"/>
                <a:gd name="connsiteX129" fmla="*/ 1257725 w 2915191"/>
                <a:gd name="connsiteY129" fmla="*/ 305067 h 655721"/>
                <a:gd name="connsiteX130" fmla="*/ 1267469 w 2915191"/>
                <a:gd name="connsiteY130" fmla="*/ 298325 h 655721"/>
                <a:gd name="connsiteX131" fmla="*/ 1277227 w 2915191"/>
                <a:gd name="connsiteY131" fmla="*/ 302266 h 655721"/>
                <a:gd name="connsiteX132" fmla="*/ 1286971 w 2915191"/>
                <a:gd name="connsiteY132" fmla="*/ 317906 h 655721"/>
                <a:gd name="connsiteX133" fmla="*/ 1296715 w 2915191"/>
                <a:gd name="connsiteY133" fmla="*/ 312271 h 655721"/>
                <a:gd name="connsiteX134" fmla="*/ 1306474 w 2915191"/>
                <a:gd name="connsiteY134" fmla="*/ 315872 h 655721"/>
                <a:gd name="connsiteX135" fmla="*/ 1316218 w 2915191"/>
                <a:gd name="connsiteY135" fmla="*/ 296689 h 655721"/>
                <a:gd name="connsiteX136" fmla="*/ 1325977 w 2915191"/>
                <a:gd name="connsiteY136" fmla="*/ 313853 h 655721"/>
                <a:gd name="connsiteX137" fmla="*/ 1335721 w 2915191"/>
                <a:gd name="connsiteY137" fmla="*/ 266085 h 655721"/>
                <a:gd name="connsiteX138" fmla="*/ 1345465 w 2915191"/>
                <a:gd name="connsiteY138" fmla="*/ 280652 h 655721"/>
                <a:gd name="connsiteX139" fmla="*/ 1355224 w 2915191"/>
                <a:gd name="connsiteY139" fmla="*/ 249707 h 655721"/>
                <a:gd name="connsiteX140" fmla="*/ 1364967 w 2915191"/>
                <a:gd name="connsiteY140" fmla="*/ 206078 h 655721"/>
                <a:gd name="connsiteX141" fmla="*/ 1374726 w 2915191"/>
                <a:gd name="connsiteY141" fmla="*/ 232198 h 655721"/>
                <a:gd name="connsiteX142" fmla="*/ 1384470 w 2915191"/>
                <a:gd name="connsiteY142" fmla="*/ 179271 h 655721"/>
                <a:gd name="connsiteX143" fmla="*/ 1394214 w 2915191"/>
                <a:gd name="connsiteY143" fmla="*/ 201010 h 655721"/>
                <a:gd name="connsiteX144" fmla="*/ 1403973 w 2915191"/>
                <a:gd name="connsiteY144" fmla="*/ 180942 h 655721"/>
                <a:gd name="connsiteX145" fmla="*/ 1413717 w 2915191"/>
                <a:gd name="connsiteY145" fmla="*/ 162459 h 655721"/>
                <a:gd name="connsiteX146" fmla="*/ 1423476 w 2915191"/>
                <a:gd name="connsiteY146" fmla="*/ 166363 h 655721"/>
                <a:gd name="connsiteX147" fmla="*/ 1433220 w 2915191"/>
                <a:gd name="connsiteY147" fmla="*/ 187042 h 655721"/>
                <a:gd name="connsiteX148" fmla="*/ 1442964 w 2915191"/>
                <a:gd name="connsiteY148" fmla="*/ 190524 h 655721"/>
                <a:gd name="connsiteX149" fmla="*/ 1452722 w 2915191"/>
                <a:gd name="connsiteY149" fmla="*/ 217254 h 655721"/>
                <a:gd name="connsiteX150" fmla="*/ 1462466 w 2915191"/>
                <a:gd name="connsiteY150" fmla="*/ 246274 h 655721"/>
                <a:gd name="connsiteX151" fmla="*/ 1472225 w 2915191"/>
                <a:gd name="connsiteY151" fmla="*/ 245672 h 655721"/>
                <a:gd name="connsiteX152" fmla="*/ 1481969 w 2915191"/>
                <a:gd name="connsiteY152" fmla="*/ 239750 h 655721"/>
                <a:gd name="connsiteX153" fmla="*/ 1491713 w 2915191"/>
                <a:gd name="connsiteY153" fmla="*/ 282014 h 655721"/>
                <a:gd name="connsiteX154" fmla="*/ 1501472 w 2915191"/>
                <a:gd name="connsiteY154" fmla="*/ 281755 h 655721"/>
                <a:gd name="connsiteX155" fmla="*/ 1511216 w 2915191"/>
                <a:gd name="connsiteY155" fmla="*/ 279637 h 655721"/>
                <a:gd name="connsiteX156" fmla="*/ 1520960 w 2915191"/>
                <a:gd name="connsiteY156" fmla="*/ 228857 h 655721"/>
                <a:gd name="connsiteX157" fmla="*/ 1530719 w 2915191"/>
                <a:gd name="connsiteY157" fmla="*/ 221306 h 655721"/>
                <a:gd name="connsiteX158" fmla="*/ 1540463 w 2915191"/>
                <a:gd name="connsiteY158" fmla="*/ 206957 h 655721"/>
                <a:gd name="connsiteX159" fmla="*/ 1550221 w 2915191"/>
                <a:gd name="connsiteY159" fmla="*/ 166760 h 655721"/>
                <a:gd name="connsiteX160" fmla="*/ 1559965 w 2915191"/>
                <a:gd name="connsiteY160" fmla="*/ 193025 h 655721"/>
                <a:gd name="connsiteX161" fmla="*/ 1569709 w 2915191"/>
                <a:gd name="connsiteY161" fmla="*/ 204536 h 655721"/>
                <a:gd name="connsiteX162" fmla="*/ 1579468 w 2915191"/>
                <a:gd name="connsiteY162" fmla="*/ 209152 h 655721"/>
                <a:gd name="connsiteX163" fmla="*/ 1589212 w 2915191"/>
                <a:gd name="connsiteY163" fmla="*/ 205260 h 655721"/>
                <a:gd name="connsiteX164" fmla="*/ 1598971 w 2915191"/>
                <a:gd name="connsiteY164" fmla="*/ 228054 h 655721"/>
                <a:gd name="connsiteX165" fmla="*/ 1608715 w 2915191"/>
                <a:gd name="connsiteY165" fmla="*/ 252141 h 655721"/>
                <a:gd name="connsiteX166" fmla="*/ 1618459 w 2915191"/>
                <a:gd name="connsiteY166" fmla="*/ 276364 h 655721"/>
                <a:gd name="connsiteX167" fmla="*/ 1628218 w 2915191"/>
                <a:gd name="connsiteY167" fmla="*/ 291698 h 655721"/>
                <a:gd name="connsiteX168" fmla="*/ 1637962 w 2915191"/>
                <a:gd name="connsiteY168" fmla="*/ 280773 h 655721"/>
                <a:gd name="connsiteX169" fmla="*/ 1647720 w 2915191"/>
                <a:gd name="connsiteY169" fmla="*/ 270774 h 655721"/>
                <a:gd name="connsiteX170" fmla="*/ 1657464 w 2915191"/>
                <a:gd name="connsiteY170" fmla="*/ 282839 h 655721"/>
                <a:gd name="connsiteX171" fmla="*/ 1667208 w 2915191"/>
                <a:gd name="connsiteY171" fmla="*/ 293555 h 655721"/>
                <a:gd name="connsiteX172" fmla="*/ 1676967 w 2915191"/>
                <a:gd name="connsiteY172" fmla="*/ 300742 h 655721"/>
                <a:gd name="connsiteX173" fmla="*/ 1686711 w 2915191"/>
                <a:gd name="connsiteY173" fmla="*/ 298091 h 655721"/>
                <a:gd name="connsiteX174" fmla="*/ 1696470 w 2915191"/>
                <a:gd name="connsiteY174" fmla="*/ 307110 h 655721"/>
                <a:gd name="connsiteX175" fmla="*/ 1706214 w 2915191"/>
                <a:gd name="connsiteY175" fmla="*/ 298588 h 655721"/>
                <a:gd name="connsiteX176" fmla="*/ 1715958 w 2915191"/>
                <a:gd name="connsiteY176" fmla="*/ 327559 h 655721"/>
                <a:gd name="connsiteX177" fmla="*/ 1725716 w 2915191"/>
                <a:gd name="connsiteY177" fmla="*/ 371181 h 655721"/>
                <a:gd name="connsiteX178" fmla="*/ 1735460 w 2915191"/>
                <a:gd name="connsiteY178" fmla="*/ 368891 h 655721"/>
                <a:gd name="connsiteX179" fmla="*/ 1745219 w 2915191"/>
                <a:gd name="connsiteY179" fmla="*/ 373371 h 655721"/>
                <a:gd name="connsiteX180" fmla="*/ 1754963 w 2915191"/>
                <a:gd name="connsiteY180" fmla="*/ 340622 h 655721"/>
                <a:gd name="connsiteX181" fmla="*/ 1764707 w 2915191"/>
                <a:gd name="connsiteY181" fmla="*/ 326782 h 655721"/>
                <a:gd name="connsiteX182" fmla="*/ 1774466 w 2915191"/>
                <a:gd name="connsiteY182" fmla="*/ 316506 h 655721"/>
                <a:gd name="connsiteX183" fmla="*/ 1784210 w 2915191"/>
                <a:gd name="connsiteY183" fmla="*/ 277099 h 655721"/>
                <a:gd name="connsiteX184" fmla="*/ 1793969 w 2915191"/>
                <a:gd name="connsiteY184" fmla="*/ 300507 h 655721"/>
                <a:gd name="connsiteX185" fmla="*/ 1803713 w 2915191"/>
                <a:gd name="connsiteY185" fmla="*/ 274260 h 655721"/>
                <a:gd name="connsiteX186" fmla="*/ 1813457 w 2915191"/>
                <a:gd name="connsiteY186" fmla="*/ 296634 h 655721"/>
                <a:gd name="connsiteX187" fmla="*/ 1823215 w 2915191"/>
                <a:gd name="connsiteY187" fmla="*/ 303757 h 655721"/>
                <a:gd name="connsiteX188" fmla="*/ 1832959 w 2915191"/>
                <a:gd name="connsiteY188" fmla="*/ 331608 h 655721"/>
                <a:gd name="connsiteX189" fmla="*/ 1842703 w 2915191"/>
                <a:gd name="connsiteY189" fmla="*/ 287363 h 655721"/>
                <a:gd name="connsiteX190" fmla="*/ 1852462 w 2915191"/>
                <a:gd name="connsiteY190" fmla="*/ 291286 h 655721"/>
                <a:gd name="connsiteX191" fmla="*/ 1862206 w 2915191"/>
                <a:gd name="connsiteY191" fmla="*/ 262498 h 655721"/>
                <a:gd name="connsiteX192" fmla="*/ 1871965 w 2915191"/>
                <a:gd name="connsiteY192" fmla="*/ 266409 h 655721"/>
                <a:gd name="connsiteX193" fmla="*/ 1881709 w 2915191"/>
                <a:gd name="connsiteY193" fmla="*/ 289122 h 655721"/>
                <a:gd name="connsiteX194" fmla="*/ 1891453 w 2915191"/>
                <a:gd name="connsiteY194" fmla="*/ 278708 h 655721"/>
                <a:gd name="connsiteX195" fmla="*/ 1901212 w 2915191"/>
                <a:gd name="connsiteY195" fmla="*/ 281367 h 655721"/>
                <a:gd name="connsiteX196" fmla="*/ 1910956 w 2915191"/>
                <a:gd name="connsiteY196" fmla="*/ 265637 h 655721"/>
                <a:gd name="connsiteX197" fmla="*/ 1920714 w 2915191"/>
                <a:gd name="connsiteY197" fmla="*/ 280879 h 655721"/>
                <a:gd name="connsiteX198" fmla="*/ 1930458 w 2915191"/>
                <a:gd name="connsiteY198" fmla="*/ 265312 h 655721"/>
                <a:gd name="connsiteX199" fmla="*/ 1940202 w 2915191"/>
                <a:gd name="connsiteY199" fmla="*/ 260553 h 655721"/>
                <a:gd name="connsiteX200" fmla="*/ 1949961 w 2915191"/>
                <a:gd name="connsiteY200" fmla="*/ 285900 h 655721"/>
                <a:gd name="connsiteX201" fmla="*/ 1959705 w 2915191"/>
                <a:gd name="connsiteY201" fmla="*/ 268815 h 655721"/>
                <a:gd name="connsiteX202" fmla="*/ 1969464 w 2915191"/>
                <a:gd name="connsiteY202" fmla="*/ 216968 h 655721"/>
                <a:gd name="connsiteX203" fmla="*/ 1979208 w 2915191"/>
                <a:gd name="connsiteY203" fmla="*/ 218564 h 655721"/>
                <a:gd name="connsiteX204" fmla="*/ 1988952 w 2915191"/>
                <a:gd name="connsiteY204" fmla="*/ 235037 h 655721"/>
                <a:gd name="connsiteX205" fmla="*/ 1998711 w 2915191"/>
                <a:gd name="connsiteY205" fmla="*/ 237894 h 655721"/>
                <a:gd name="connsiteX206" fmla="*/ 2008454 w 2915191"/>
                <a:gd name="connsiteY206" fmla="*/ 266453 h 655721"/>
                <a:gd name="connsiteX207" fmla="*/ 2018213 w 2915191"/>
                <a:gd name="connsiteY207" fmla="*/ 272465 h 655721"/>
                <a:gd name="connsiteX208" fmla="*/ 2027957 w 2915191"/>
                <a:gd name="connsiteY208" fmla="*/ 307481 h 655721"/>
                <a:gd name="connsiteX209" fmla="*/ 2037701 w 2915191"/>
                <a:gd name="connsiteY209" fmla="*/ 304645 h 655721"/>
                <a:gd name="connsiteX210" fmla="*/ 2047460 w 2915191"/>
                <a:gd name="connsiteY210" fmla="*/ 297528 h 655721"/>
                <a:gd name="connsiteX211" fmla="*/ 2057204 w 2915191"/>
                <a:gd name="connsiteY211" fmla="*/ 310236 h 655721"/>
                <a:gd name="connsiteX212" fmla="*/ 2066963 w 2915191"/>
                <a:gd name="connsiteY212" fmla="*/ 337007 h 655721"/>
                <a:gd name="connsiteX213" fmla="*/ 2076707 w 2915191"/>
                <a:gd name="connsiteY213" fmla="*/ 311036 h 655721"/>
                <a:gd name="connsiteX214" fmla="*/ 2086451 w 2915191"/>
                <a:gd name="connsiteY214" fmla="*/ 311477 h 655721"/>
                <a:gd name="connsiteX215" fmla="*/ 2096210 w 2915191"/>
                <a:gd name="connsiteY215" fmla="*/ 327922 h 655721"/>
                <a:gd name="connsiteX216" fmla="*/ 2105954 w 2915191"/>
                <a:gd name="connsiteY216" fmla="*/ 299428 h 655721"/>
                <a:gd name="connsiteX217" fmla="*/ 2115697 w 2915191"/>
                <a:gd name="connsiteY217" fmla="*/ 277024 h 655721"/>
                <a:gd name="connsiteX218" fmla="*/ 2125456 w 2915191"/>
                <a:gd name="connsiteY218" fmla="*/ 299481 h 655721"/>
                <a:gd name="connsiteX219" fmla="*/ 2135200 w 2915191"/>
                <a:gd name="connsiteY219" fmla="*/ 308638 h 655721"/>
                <a:gd name="connsiteX220" fmla="*/ 2144959 w 2915191"/>
                <a:gd name="connsiteY220" fmla="*/ 311165 h 655721"/>
                <a:gd name="connsiteX221" fmla="*/ 2154703 w 2915191"/>
                <a:gd name="connsiteY221" fmla="*/ 311201 h 655721"/>
                <a:gd name="connsiteX222" fmla="*/ 2164447 w 2915191"/>
                <a:gd name="connsiteY222" fmla="*/ 310870 h 655721"/>
                <a:gd name="connsiteX223" fmla="*/ 2174206 w 2915191"/>
                <a:gd name="connsiteY223" fmla="*/ 300447 h 655721"/>
                <a:gd name="connsiteX224" fmla="*/ 2183950 w 2915191"/>
                <a:gd name="connsiteY224" fmla="*/ 331181 h 655721"/>
                <a:gd name="connsiteX225" fmla="*/ 2193709 w 2915191"/>
                <a:gd name="connsiteY225" fmla="*/ 362565 h 655721"/>
                <a:gd name="connsiteX226" fmla="*/ 2203452 w 2915191"/>
                <a:gd name="connsiteY226" fmla="*/ 394005 h 655721"/>
                <a:gd name="connsiteX227" fmla="*/ 2213196 w 2915191"/>
                <a:gd name="connsiteY227" fmla="*/ 391539 h 655721"/>
                <a:gd name="connsiteX228" fmla="*/ 2222955 w 2915191"/>
                <a:gd name="connsiteY228" fmla="*/ 365338 h 655721"/>
                <a:gd name="connsiteX229" fmla="*/ 2232699 w 2915191"/>
                <a:gd name="connsiteY229" fmla="*/ 391751 h 655721"/>
                <a:gd name="connsiteX230" fmla="*/ 2242458 w 2915191"/>
                <a:gd name="connsiteY230" fmla="*/ 399215 h 655721"/>
                <a:gd name="connsiteX231" fmla="*/ 2252202 w 2915191"/>
                <a:gd name="connsiteY231" fmla="*/ 422024 h 655721"/>
                <a:gd name="connsiteX232" fmla="*/ 2261946 w 2915191"/>
                <a:gd name="connsiteY232" fmla="*/ 396116 h 655721"/>
                <a:gd name="connsiteX233" fmla="*/ 2271705 w 2915191"/>
                <a:gd name="connsiteY233" fmla="*/ 412483 h 655721"/>
                <a:gd name="connsiteX234" fmla="*/ 2281449 w 2915191"/>
                <a:gd name="connsiteY234" fmla="*/ 431926 h 655721"/>
                <a:gd name="connsiteX235" fmla="*/ 2291208 w 2915191"/>
                <a:gd name="connsiteY235" fmla="*/ 462348 h 655721"/>
                <a:gd name="connsiteX236" fmla="*/ 2300951 w 2915191"/>
                <a:gd name="connsiteY236" fmla="*/ 474828 h 655721"/>
                <a:gd name="connsiteX237" fmla="*/ 2310695 w 2915191"/>
                <a:gd name="connsiteY237" fmla="*/ 491056 h 655721"/>
                <a:gd name="connsiteX238" fmla="*/ 2320454 w 2915191"/>
                <a:gd name="connsiteY238" fmla="*/ 482009 h 655721"/>
                <a:gd name="connsiteX239" fmla="*/ 2330198 w 2915191"/>
                <a:gd name="connsiteY239" fmla="*/ 439746 h 655721"/>
                <a:gd name="connsiteX240" fmla="*/ 2339957 w 2915191"/>
                <a:gd name="connsiteY240" fmla="*/ 453620 h 655721"/>
                <a:gd name="connsiteX241" fmla="*/ 2349701 w 2915191"/>
                <a:gd name="connsiteY241" fmla="*/ 496932 h 655721"/>
                <a:gd name="connsiteX242" fmla="*/ 2359445 w 2915191"/>
                <a:gd name="connsiteY242" fmla="*/ 485613 h 655721"/>
                <a:gd name="connsiteX243" fmla="*/ 2369204 w 2915191"/>
                <a:gd name="connsiteY243" fmla="*/ 490157 h 655721"/>
                <a:gd name="connsiteX244" fmla="*/ 2378948 w 2915191"/>
                <a:gd name="connsiteY244" fmla="*/ 511111 h 655721"/>
                <a:gd name="connsiteX245" fmla="*/ 2388692 w 2915191"/>
                <a:gd name="connsiteY245" fmla="*/ 501345 h 655721"/>
                <a:gd name="connsiteX246" fmla="*/ 2398450 w 2915191"/>
                <a:gd name="connsiteY246" fmla="*/ 516794 h 655721"/>
                <a:gd name="connsiteX247" fmla="*/ 2408194 w 2915191"/>
                <a:gd name="connsiteY247" fmla="*/ 494873 h 655721"/>
                <a:gd name="connsiteX248" fmla="*/ 2417953 w 2915191"/>
                <a:gd name="connsiteY248" fmla="*/ 517765 h 655721"/>
                <a:gd name="connsiteX249" fmla="*/ 2427697 w 2915191"/>
                <a:gd name="connsiteY249" fmla="*/ 527841 h 655721"/>
                <a:gd name="connsiteX250" fmla="*/ 2437441 w 2915191"/>
                <a:gd name="connsiteY250" fmla="*/ 527154 h 655721"/>
                <a:gd name="connsiteX251" fmla="*/ 2447200 w 2915191"/>
                <a:gd name="connsiteY251" fmla="*/ 537208 h 655721"/>
                <a:gd name="connsiteX252" fmla="*/ 2456944 w 2915191"/>
                <a:gd name="connsiteY252" fmla="*/ 560261 h 655721"/>
                <a:gd name="connsiteX253" fmla="*/ 2466703 w 2915191"/>
                <a:gd name="connsiteY253" fmla="*/ 561447 h 655721"/>
                <a:gd name="connsiteX254" fmla="*/ 2476446 w 2915191"/>
                <a:gd name="connsiteY254" fmla="*/ 526844 h 655721"/>
                <a:gd name="connsiteX255" fmla="*/ 2486190 w 2915191"/>
                <a:gd name="connsiteY255" fmla="*/ 565384 h 655721"/>
                <a:gd name="connsiteX256" fmla="*/ 2495949 w 2915191"/>
                <a:gd name="connsiteY256" fmla="*/ 580005 h 655721"/>
                <a:gd name="connsiteX257" fmla="*/ 2505693 w 2915191"/>
                <a:gd name="connsiteY257" fmla="*/ 552381 h 655721"/>
                <a:gd name="connsiteX258" fmla="*/ 2515452 w 2915191"/>
                <a:gd name="connsiteY258" fmla="*/ 557913 h 655721"/>
                <a:gd name="connsiteX259" fmla="*/ 2525196 w 2915191"/>
                <a:gd name="connsiteY259" fmla="*/ 558514 h 655721"/>
                <a:gd name="connsiteX260" fmla="*/ 2534940 w 2915191"/>
                <a:gd name="connsiteY260" fmla="*/ 567845 h 655721"/>
                <a:gd name="connsiteX261" fmla="*/ 2544699 w 2915191"/>
                <a:gd name="connsiteY261" fmla="*/ 592616 h 655721"/>
                <a:gd name="connsiteX262" fmla="*/ 2554443 w 2915191"/>
                <a:gd name="connsiteY262" fmla="*/ 585759 h 655721"/>
                <a:gd name="connsiteX263" fmla="*/ 2564202 w 2915191"/>
                <a:gd name="connsiteY263" fmla="*/ 554236 h 655721"/>
                <a:gd name="connsiteX264" fmla="*/ 2573946 w 2915191"/>
                <a:gd name="connsiteY264" fmla="*/ 548488 h 655721"/>
                <a:gd name="connsiteX265" fmla="*/ 2583690 w 2915191"/>
                <a:gd name="connsiteY265" fmla="*/ 574858 h 655721"/>
                <a:gd name="connsiteX266" fmla="*/ 2593448 w 2915191"/>
                <a:gd name="connsiteY266" fmla="*/ 587163 h 655721"/>
                <a:gd name="connsiteX267" fmla="*/ 2603192 w 2915191"/>
                <a:gd name="connsiteY267" fmla="*/ 547609 h 655721"/>
                <a:gd name="connsiteX268" fmla="*/ 2612951 w 2915191"/>
                <a:gd name="connsiteY268" fmla="*/ 533975 h 655721"/>
                <a:gd name="connsiteX269" fmla="*/ 2622695 w 2915191"/>
                <a:gd name="connsiteY269" fmla="*/ 525709 h 655721"/>
                <a:gd name="connsiteX270" fmla="*/ 2632439 w 2915191"/>
                <a:gd name="connsiteY270" fmla="*/ 493712 h 655721"/>
                <a:gd name="connsiteX271" fmla="*/ 2642198 w 2915191"/>
                <a:gd name="connsiteY271" fmla="*/ 457120 h 655721"/>
                <a:gd name="connsiteX272" fmla="*/ 2651942 w 2915191"/>
                <a:gd name="connsiteY272" fmla="*/ 466870 h 655721"/>
                <a:gd name="connsiteX273" fmla="*/ 2661685 w 2915191"/>
                <a:gd name="connsiteY273" fmla="*/ 493201 h 655721"/>
                <a:gd name="connsiteX274" fmla="*/ 2671444 w 2915191"/>
                <a:gd name="connsiteY274" fmla="*/ 507492 h 655721"/>
                <a:gd name="connsiteX275" fmla="*/ 2681188 w 2915191"/>
                <a:gd name="connsiteY275" fmla="*/ 537858 h 655721"/>
                <a:gd name="connsiteX276" fmla="*/ 2690947 w 2915191"/>
                <a:gd name="connsiteY276" fmla="*/ 536602 h 655721"/>
                <a:gd name="connsiteX277" fmla="*/ 2700691 w 2915191"/>
                <a:gd name="connsiteY277" fmla="*/ 506646 h 655721"/>
                <a:gd name="connsiteX278" fmla="*/ 2710435 w 2915191"/>
                <a:gd name="connsiteY278" fmla="*/ 522577 h 655721"/>
                <a:gd name="connsiteX279" fmla="*/ 2720194 w 2915191"/>
                <a:gd name="connsiteY279" fmla="*/ 530191 h 655721"/>
                <a:gd name="connsiteX280" fmla="*/ 2729938 w 2915191"/>
                <a:gd name="connsiteY280" fmla="*/ 537307 h 655721"/>
                <a:gd name="connsiteX281" fmla="*/ 2739697 w 2915191"/>
                <a:gd name="connsiteY281" fmla="*/ 544114 h 655721"/>
                <a:gd name="connsiteX282" fmla="*/ 2749441 w 2915191"/>
                <a:gd name="connsiteY282" fmla="*/ 531871 h 655721"/>
                <a:gd name="connsiteX283" fmla="*/ 2759185 w 2915191"/>
                <a:gd name="connsiteY283" fmla="*/ 555267 h 655721"/>
                <a:gd name="connsiteX284" fmla="*/ 2768943 w 2915191"/>
                <a:gd name="connsiteY284" fmla="*/ 541468 h 655721"/>
                <a:gd name="connsiteX285" fmla="*/ 2778687 w 2915191"/>
                <a:gd name="connsiteY285" fmla="*/ 524453 h 655721"/>
                <a:gd name="connsiteX286" fmla="*/ 2788446 w 2915191"/>
                <a:gd name="connsiteY286" fmla="*/ 519600 h 655721"/>
                <a:gd name="connsiteX287" fmla="*/ 2798190 w 2915191"/>
                <a:gd name="connsiteY287" fmla="*/ 545909 h 655721"/>
                <a:gd name="connsiteX288" fmla="*/ 2807934 w 2915191"/>
                <a:gd name="connsiteY288" fmla="*/ 514371 h 655721"/>
                <a:gd name="connsiteX289" fmla="*/ 2817693 w 2915191"/>
                <a:gd name="connsiteY289" fmla="*/ 507598 h 655721"/>
                <a:gd name="connsiteX290" fmla="*/ 2827437 w 2915191"/>
                <a:gd name="connsiteY290" fmla="*/ 510166 h 655721"/>
                <a:gd name="connsiteX291" fmla="*/ 2837196 w 2915191"/>
                <a:gd name="connsiteY291" fmla="*/ 557968 h 655721"/>
                <a:gd name="connsiteX292" fmla="*/ 2846940 w 2915191"/>
                <a:gd name="connsiteY292" fmla="*/ 561633 h 655721"/>
                <a:gd name="connsiteX293" fmla="*/ 2856684 w 2915191"/>
                <a:gd name="connsiteY293" fmla="*/ 578560 h 655721"/>
                <a:gd name="connsiteX294" fmla="*/ 2866442 w 2915191"/>
                <a:gd name="connsiteY294" fmla="*/ 618995 h 655721"/>
                <a:gd name="connsiteX295" fmla="*/ 2876186 w 2915191"/>
                <a:gd name="connsiteY295" fmla="*/ 632460 h 655721"/>
                <a:gd name="connsiteX296" fmla="*/ 2885945 w 2915191"/>
                <a:gd name="connsiteY296" fmla="*/ 655722 h 655721"/>
                <a:gd name="connsiteX297" fmla="*/ 2895689 w 2915191"/>
                <a:gd name="connsiteY297" fmla="*/ 647751 h 655721"/>
                <a:gd name="connsiteX298" fmla="*/ 2905433 w 2915191"/>
                <a:gd name="connsiteY298" fmla="*/ 617795 h 655721"/>
                <a:gd name="connsiteX299" fmla="*/ 2915192 w 2915191"/>
                <a:gd name="connsiteY299" fmla="*/ 619223 h 655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55721">
                  <a:moveTo>
                    <a:pt x="0" y="17100"/>
                  </a:moveTo>
                  <a:lnTo>
                    <a:pt x="9750" y="11225"/>
                  </a:lnTo>
                  <a:lnTo>
                    <a:pt x="19500" y="0"/>
                  </a:lnTo>
                  <a:lnTo>
                    <a:pt x="29250" y="35281"/>
                  </a:lnTo>
                  <a:lnTo>
                    <a:pt x="39000" y="29551"/>
                  </a:lnTo>
                  <a:lnTo>
                    <a:pt x="48749" y="3507"/>
                  </a:lnTo>
                  <a:lnTo>
                    <a:pt x="58499" y="3227"/>
                  </a:lnTo>
                  <a:lnTo>
                    <a:pt x="68249" y="8463"/>
                  </a:lnTo>
                  <a:lnTo>
                    <a:pt x="77998" y="67258"/>
                  </a:lnTo>
                  <a:lnTo>
                    <a:pt x="87748" y="84757"/>
                  </a:lnTo>
                  <a:lnTo>
                    <a:pt x="97497" y="75016"/>
                  </a:lnTo>
                  <a:lnTo>
                    <a:pt x="107247" y="84717"/>
                  </a:lnTo>
                  <a:lnTo>
                    <a:pt x="116997" y="74973"/>
                  </a:lnTo>
                  <a:lnTo>
                    <a:pt x="126747" y="88245"/>
                  </a:lnTo>
                  <a:lnTo>
                    <a:pt x="136497" y="82147"/>
                  </a:lnTo>
                  <a:lnTo>
                    <a:pt x="146247" y="104548"/>
                  </a:lnTo>
                  <a:lnTo>
                    <a:pt x="155997" y="129250"/>
                  </a:lnTo>
                  <a:lnTo>
                    <a:pt x="165747" y="137470"/>
                  </a:lnTo>
                  <a:lnTo>
                    <a:pt x="175497" y="140347"/>
                  </a:lnTo>
                  <a:lnTo>
                    <a:pt x="185247" y="153932"/>
                  </a:lnTo>
                  <a:lnTo>
                    <a:pt x="194996" y="147720"/>
                  </a:lnTo>
                  <a:lnTo>
                    <a:pt x="204746" y="164394"/>
                  </a:lnTo>
                  <a:lnTo>
                    <a:pt x="214495" y="163872"/>
                  </a:lnTo>
                  <a:lnTo>
                    <a:pt x="224245" y="149321"/>
                  </a:lnTo>
                  <a:lnTo>
                    <a:pt x="233995" y="186349"/>
                  </a:lnTo>
                  <a:lnTo>
                    <a:pt x="243744" y="213684"/>
                  </a:lnTo>
                  <a:lnTo>
                    <a:pt x="253494" y="202680"/>
                  </a:lnTo>
                  <a:lnTo>
                    <a:pt x="263244" y="216113"/>
                  </a:lnTo>
                  <a:lnTo>
                    <a:pt x="272994" y="189965"/>
                  </a:lnTo>
                  <a:lnTo>
                    <a:pt x="282744" y="216257"/>
                  </a:lnTo>
                  <a:lnTo>
                    <a:pt x="292494" y="221554"/>
                  </a:lnTo>
                  <a:lnTo>
                    <a:pt x="302244" y="221433"/>
                  </a:lnTo>
                  <a:lnTo>
                    <a:pt x="311994" y="215575"/>
                  </a:lnTo>
                  <a:lnTo>
                    <a:pt x="321744" y="214633"/>
                  </a:lnTo>
                  <a:lnTo>
                    <a:pt x="331493" y="161039"/>
                  </a:lnTo>
                  <a:lnTo>
                    <a:pt x="341243" y="169756"/>
                  </a:lnTo>
                  <a:lnTo>
                    <a:pt x="350993" y="189588"/>
                  </a:lnTo>
                  <a:lnTo>
                    <a:pt x="360742" y="216455"/>
                  </a:lnTo>
                  <a:lnTo>
                    <a:pt x="370492" y="226827"/>
                  </a:lnTo>
                  <a:lnTo>
                    <a:pt x="380241" y="230432"/>
                  </a:lnTo>
                  <a:lnTo>
                    <a:pt x="389991" y="241091"/>
                  </a:lnTo>
                  <a:lnTo>
                    <a:pt x="399741" y="245392"/>
                  </a:lnTo>
                  <a:lnTo>
                    <a:pt x="409491" y="276670"/>
                  </a:lnTo>
                  <a:lnTo>
                    <a:pt x="419241" y="265880"/>
                  </a:lnTo>
                  <a:lnTo>
                    <a:pt x="428991" y="268295"/>
                  </a:lnTo>
                  <a:lnTo>
                    <a:pt x="438741" y="277844"/>
                  </a:lnTo>
                  <a:lnTo>
                    <a:pt x="448491" y="306268"/>
                  </a:lnTo>
                  <a:lnTo>
                    <a:pt x="458241" y="294581"/>
                  </a:lnTo>
                  <a:lnTo>
                    <a:pt x="467991" y="298506"/>
                  </a:lnTo>
                  <a:lnTo>
                    <a:pt x="477740" y="280053"/>
                  </a:lnTo>
                  <a:lnTo>
                    <a:pt x="487490" y="283840"/>
                  </a:lnTo>
                  <a:lnTo>
                    <a:pt x="497239" y="291367"/>
                  </a:lnTo>
                  <a:lnTo>
                    <a:pt x="506989" y="276787"/>
                  </a:lnTo>
                  <a:lnTo>
                    <a:pt x="516738" y="252961"/>
                  </a:lnTo>
                  <a:lnTo>
                    <a:pt x="526488" y="256712"/>
                  </a:lnTo>
                  <a:lnTo>
                    <a:pt x="536238" y="271072"/>
                  </a:lnTo>
                  <a:lnTo>
                    <a:pt x="545988" y="281224"/>
                  </a:lnTo>
                  <a:lnTo>
                    <a:pt x="555738" y="283820"/>
                  </a:lnTo>
                  <a:lnTo>
                    <a:pt x="565488" y="302452"/>
                  </a:lnTo>
                  <a:lnTo>
                    <a:pt x="575238" y="273991"/>
                  </a:lnTo>
                  <a:lnTo>
                    <a:pt x="584988" y="286032"/>
                  </a:lnTo>
                  <a:lnTo>
                    <a:pt x="594738" y="314549"/>
                  </a:lnTo>
                  <a:lnTo>
                    <a:pt x="604488" y="332417"/>
                  </a:lnTo>
                  <a:lnTo>
                    <a:pt x="614237" y="352993"/>
                  </a:lnTo>
                  <a:lnTo>
                    <a:pt x="623987" y="362842"/>
                  </a:lnTo>
                  <a:lnTo>
                    <a:pt x="633736" y="318227"/>
                  </a:lnTo>
                  <a:lnTo>
                    <a:pt x="643486" y="294145"/>
                  </a:lnTo>
                  <a:lnTo>
                    <a:pt x="653236" y="261686"/>
                  </a:lnTo>
                  <a:lnTo>
                    <a:pt x="662985" y="251404"/>
                  </a:lnTo>
                  <a:lnTo>
                    <a:pt x="672735" y="243469"/>
                  </a:lnTo>
                  <a:lnTo>
                    <a:pt x="682485" y="218708"/>
                  </a:lnTo>
                  <a:lnTo>
                    <a:pt x="692235" y="218699"/>
                  </a:lnTo>
                  <a:lnTo>
                    <a:pt x="701985" y="185425"/>
                  </a:lnTo>
                  <a:lnTo>
                    <a:pt x="711735" y="174647"/>
                  </a:lnTo>
                  <a:lnTo>
                    <a:pt x="721485" y="188545"/>
                  </a:lnTo>
                  <a:lnTo>
                    <a:pt x="731235" y="166326"/>
                  </a:lnTo>
                  <a:lnTo>
                    <a:pt x="740985" y="164802"/>
                  </a:lnTo>
                  <a:lnTo>
                    <a:pt x="750734" y="199801"/>
                  </a:lnTo>
                  <a:lnTo>
                    <a:pt x="760484" y="202765"/>
                  </a:lnTo>
                  <a:lnTo>
                    <a:pt x="770233" y="208107"/>
                  </a:lnTo>
                  <a:lnTo>
                    <a:pt x="779983" y="211741"/>
                  </a:lnTo>
                  <a:lnTo>
                    <a:pt x="789733" y="193629"/>
                  </a:lnTo>
                  <a:lnTo>
                    <a:pt x="799482" y="189123"/>
                  </a:lnTo>
                  <a:lnTo>
                    <a:pt x="809232" y="216472"/>
                  </a:lnTo>
                  <a:lnTo>
                    <a:pt x="818982" y="222509"/>
                  </a:lnTo>
                  <a:lnTo>
                    <a:pt x="828732" y="207641"/>
                  </a:lnTo>
                  <a:lnTo>
                    <a:pt x="838482" y="209802"/>
                  </a:lnTo>
                  <a:lnTo>
                    <a:pt x="848232" y="199760"/>
                  </a:lnTo>
                  <a:lnTo>
                    <a:pt x="857982" y="225316"/>
                  </a:lnTo>
                  <a:lnTo>
                    <a:pt x="867732" y="201440"/>
                  </a:lnTo>
                  <a:lnTo>
                    <a:pt x="877482" y="206056"/>
                  </a:lnTo>
                  <a:lnTo>
                    <a:pt x="887231" y="168235"/>
                  </a:lnTo>
                  <a:lnTo>
                    <a:pt x="896981" y="166559"/>
                  </a:lnTo>
                  <a:lnTo>
                    <a:pt x="906730" y="149937"/>
                  </a:lnTo>
                  <a:lnTo>
                    <a:pt x="916480" y="158187"/>
                  </a:lnTo>
                  <a:lnTo>
                    <a:pt x="926230" y="188182"/>
                  </a:lnTo>
                  <a:lnTo>
                    <a:pt x="935979" y="225524"/>
                  </a:lnTo>
                  <a:lnTo>
                    <a:pt x="945729" y="223242"/>
                  </a:lnTo>
                  <a:lnTo>
                    <a:pt x="955479" y="229188"/>
                  </a:lnTo>
                  <a:lnTo>
                    <a:pt x="965229" y="224258"/>
                  </a:lnTo>
                  <a:lnTo>
                    <a:pt x="974979" y="207859"/>
                  </a:lnTo>
                  <a:lnTo>
                    <a:pt x="984729" y="205248"/>
                  </a:lnTo>
                  <a:lnTo>
                    <a:pt x="994474" y="202324"/>
                  </a:lnTo>
                  <a:lnTo>
                    <a:pt x="1004233" y="200937"/>
                  </a:lnTo>
                  <a:lnTo>
                    <a:pt x="1013977" y="206856"/>
                  </a:lnTo>
                  <a:lnTo>
                    <a:pt x="1023721" y="197611"/>
                  </a:lnTo>
                  <a:lnTo>
                    <a:pt x="1033480" y="194079"/>
                  </a:lnTo>
                  <a:lnTo>
                    <a:pt x="1043224" y="162102"/>
                  </a:lnTo>
                  <a:lnTo>
                    <a:pt x="1052983" y="183153"/>
                  </a:lnTo>
                  <a:lnTo>
                    <a:pt x="1062727" y="182355"/>
                  </a:lnTo>
                  <a:lnTo>
                    <a:pt x="1072471" y="158652"/>
                  </a:lnTo>
                  <a:lnTo>
                    <a:pt x="1082230" y="128474"/>
                  </a:lnTo>
                  <a:lnTo>
                    <a:pt x="1091973" y="163160"/>
                  </a:lnTo>
                  <a:lnTo>
                    <a:pt x="1101732" y="162828"/>
                  </a:lnTo>
                  <a:lnTo>
                    <a:pt x="1111476" y="186739"/>
                  </a:lnTo>
                  <a:lnTo>
                    <a:pt x="1121220" y="201540"/>
                  </a:lnTo>
                  <a:lnTo>
                    <a:pt x="1130979" y="199871"/>
                  </a:lnTo>
                  <a:lnTo>
                    <a:pt x="1140723" y="226417"/>
                  </a:lnTo>
                  <a:lnTo>
                    <a:pt x="1150482" y="261367"/>
                  </a:lnTo>
                  <a:lnTo>
                    <a:pt x="1160226" y="253295"/>
                  </a:lnTo>
                  <a:lnTo>
                    <a:pt x="1169969" y="269208"/>
                  </a:lnTo>
                  <a:lnTo>
                    <a:pt x="1179728" y="289903"/>
                  </a:lnTo>
                  <a:lnTo>
                    <a:pt x="1189472" y="242454"/>
                  </a:lnTo>
                  <a:lnTo>
                    <a:pt x="1199231" y="251419"/>
                  </a:lnTo>
                  <a:lnTo>
                    <a:pt x="1208975" y="235329"/>
                  </a:lnTo>
                  <a:lnTo>
                    <a:pt x="1218719" y="237587"/>
                  </a:lnTo>
                  <a:lnTo>
                    <a:pt x="1228478" y="280762"/>
                  </a:lnTo>
                  <a:lnTo>
                    <a:pt x="1238222" y="284581"/>
                  </a:lnTo>
                  <a:lnTo>
                    <a:pt x="1247966" y="305696"/>
                  </a:lnTo>
                  <a:lnTo>
                    <a:pt x="1257725" y="305067"/>
                  </a:lnTo>
                  <a:lnTo>
                    <a:pt x="1267469" y="298325"/>
                  </a:lnTo>
                  <a:lnTo>
                    <a:pt x="1277227" y="302266"/>
                  </a:lnTo>
                  <a:lnTo>
                    <a:pt x="1286971" y="317906"/>
                  </a:lnTo>
                  <a:lnTo>
                    <a:pt x="1296715" y="312271"/>
                  </a:lnTo>
                  <a:lnTo>
                    <a:pt x="1306474" y="315872"/>
                  </a:lnTo>
                  <a:lnTo>
                    <a:pt x="1316218" y="296689"/>
                  </a:lnTo>
                  <a:lnTo>
                    <a:pt x="1325977" y="313853"/>
                  </a:lnTo>
                  <a:lnTo>
                    <a:pt x="1335721" y="266085"/>
                  </a:lnTo>
                  <a:lnTo>
                    <a:pt x="1345465" y="280652"/>
                  </a:lnTo>
                  <a:lnTo>
                    <a:pt x="1355224" y="249707"/>
                  </a:lnTo>
                  <a:lnTo>
                    <a:pt x="1364967" y="206078"/>
                  </a:lnTo>
                  <a:lnTo>
                    <a:pt x="1374726" y="232198"/>
                  </a:lnTo>
                  <a:lnTo>
                    <a:pt x="1384470" y="179271"/>
                  </a:lnTo>
                  <a:lnTo>
                    <a:pt x="1394214" y="201010"/>
                  </a:lnTo>
                  <a:lnTo>
                    <a:pt x="1403973" y="180942"/>
                  </a:lnTo>
                  <a:lnTo>
                    <a:pt x="1413717" y="162459"/>
                  </a:lnTo>
                  <a:lnTo>
                    <a:pt x="1423476" y="166363"/>
                  </a:lnTo>
                  <a:lnTo>
                    <a:pt x="1433220" y="187042"/>
                  </a:lnTo>
                  <a:lnTo>
                    <a:pt x="1442964" y="190524"/>
                  </a:lnTo>
                  <a:lnTo>
                    <a:pt x="1452722" y="217254"/>
                  </a:lnTo>
                  <a:lnTo>
                    <a:pt x="1462466" y="246274"/>
                  </a:lnTo>
                  <a:lnTo>
                    <a:pt x="1472225" y="245672"/>
                  </a:lnTo>
                  <a:lnTo>
                    <a:pt x="1481969" y="239750"/>
                  </a:lnTo>
                  <a:lnTo>
                    <a:pt x="1491713" y="282014"/>
                  </a:lnTo>
                  <a:lnTo>
                    <a:pt x="1501472" y="281755"/>
                  </a:lnTo>
                  <a:lnTo>
                    <a:pt x="1511216" y="279637"/>
                  </a:lnTo>
                  <a:lnTo>
                    <a:pt x="1520960" y="228857"/>
                  </a:lnTo>
                  <a:lnTo>
                    <a:pt x="1530719" y="221306"/>
                  </a:lnTo>
                  <a:lnTo>
                    <a:pt x="1540463" y="206957"/>
                  </a:lnTo>
                  <a:lnTo>
                    <a:pt x="1550221" y="166760"/>
                  </a:lnTo>
                  <a:lnTo>
                    <a:pt x="1559965" y="193025"/>
                  </a:lnTo>
                  <a:lnTo>
                    <a:pt x="1569709" y="204536"/>
                  </a:lnTo>
                  <a:lnTo>
                    <a:pt x="1579468" y="209152"/>
                  </a:lnTo>
                  <a:lnTo>
                    <a:pt x="1589212" y="205260"/>
                  </a:lnTo>
                  <a:lnTo>
                    <a:pt x="1598971" y="228054"/>
                  </a:lnTo>
                  <a:lnTo>
                    <a:pt x="1608715" y="252141"/>
                  </a:lnTo>
                  <a:lnTo>
                    <a:pt x="1618459" y="276364"/>
                  </a:lnTo>
                  <a:lnTo>
                    <a:pt x="1628218" y="291698"/>
                  </a:lnTo>
                  <a:lnTo>
                    <a:pt x="1637962" y="280773"/>
                  </a:lnTo>
                  <a:lnTo>
                    <a:pt x="1647720" y="270774"/>
                  </a:lnTo>
                  <a:lnTo>
                    <a:pt x="1657464" y="282839"/>
                  </a:lnTo>
                  <a:lnTo>
                    <a:pt x="1667208" y="293555"/>
                  </a:lnTo>
                  <a:lnTo>
                    <a:pt x="1676967" y="300742"/>
                  </a:lnTo>
                  <a:lnTo>
                    <a:pt x="1686711" y="298091"/>
                  </a:lnTo>
                  <a:lnTo>
                    <a:pt x="1696470" y="307110"/>
                  </a:lnTo>
                  <a:lnTo>
                    <a:pt x="1706214" y="298588"/>
                  </a:lnTo>
                  <a:lnTo>
                    <a:pt x="1715958" y="327559"/>
                  </a:lnTo>
                  <a:lnTo>
                    <a:pt x="1725716" y="371181"/>
                  </a:lnTo>
                  <a:lnTo>
                    <a:pt x="1735460" y="368891"/>
                  </a:lnTo>
                  <a:lnTo>
                    <a:pt x="1745219" y="373371"/>
                  </a:lnTo>
                  <a:lnTo>
                    <a:pt x="1754963" y="340622"/>
                  </a:lnTo>
                  <a:lnTo>
                    <a:pt x="1764707" y="326782"/>
                  </a:lnTo>
                  <a:lnTo>
                    <a:pt x="1774466" y="316506"/>
                  </a:lnTo>
                  <a:lnTo>
                    <a:pt x="1784210" y="277099"/>
                  </a:lnTo>
                  <a:lnTo>
                    <a:pt x="1793969" y="300507"/>
                  </a:lnTo>
                  <a:lnTo>
                    <a:pt x="1803713" y="274260"/>
                  </a:lnTo>
                  <a:lnTo>
                    <a:pt x="1813457" y="296634"/>
                  </a:lnTo>
                  <a:lnTo>
                    <a:pt x="1823215" y="303757"/>
                  </a:lnTo>
                  <a:lnTo>
                    <a:pt x="1832959" y="331608"/>
                  </a:lnTo>
                  <a:lnTo>
                    <a:pt x="1842703" y="287363"/>
                  </a:lnTo>
                  <a:lnTo>
                    <a:pt x="1852462" y="291286"/>
                  </a:lnTo>
                  <a:lnTo>
                    <a:pt x="1862206" y="262498"/>
                  </a:lnTo>
                  <a:lnTo>
                    <a:pt x="1871965" y="266409"/>
                  </a:lnTo>
                  <a:lnTo>
                    <a:pt x="1881709" y="289122"/>
                  </a:lnTo>
                  <a:lnTo>
                    <a:pt x="1891453" y="278708"/>
                  </a:lnTo>
                  <a:lnTo>
                    <a:pt x="1901212" y="281367"/>
                  </a:lnTo>
                  <a:lnTo>
                    <a:pt x="1910956" y="265637"/>
                  </a:lnTo>
                  <a:lnTo>
                    <a:pt x="1920714" y="280879"/>
                  </a:lnTo>
                  <a:lnTo>
                    <a:pt x="1930458" y="265312"/>
                  </a:lnTo>
                  <a:lnTo>
                    <a:pt x="1940202" y="260553"/>
                  </a:lnTo>
                  <a:lnTo>
                    <a:pt x="1949961" y="285900"/>
                  </a:lnTo>
                  <a:lnTo>
                    <a:pt x="1959705" y="268815"/>
                  </a:lnTo>
                  <a:lnTo>
                    <a:pt x="1969464" y="216968"/>
                  </a:lnTo>
                  <a:lnTo>
                    <a:pt x="1979208" y="218564"/>
                  </a:lnTo>
                  <a:lnTo>
                    <a:pt x="1988952" y="235037"/>
                  </a:lnTo>
                  <a:lnTo>
                    <a:pt x="1998711" y="237894"/>
                  </a:lnTo>
                  <a:lnTo>
                    <a:pt x="2008454" y="266453"/>
                  </a:lnTo>
                  <a:lnTo>
                    <a:pt x="2018213" y="272465"/>
                  </a:lnTo>
                  <a:lnTo>
                    <a:pt x="2027957" y="307481"/>
                  </a:lnTo>
                  <a:lnTo>
                    <a:pt x="2037701" y="304645"/>
                  </a:lnTo>
                  <a:lnTo>
                    <a:pt x="2047460" y="297528"/>
                  </a:lnTo>
                  <a:lnTo>
                    <a:pt x="2057204" y="310236"/>
                  </a:lnTo>
                  <a:lnTo>
                    <a:pt x="2066963" y="337007"/>
                  </a:lnTo>
                  <a:lnTo>
                    <a:pt x="2076707" y="311036"/>
                  </a:lnTo>
                  <a:lnTo>
                    <a:pt x="2086451" y="311477"/>
                  </a:lnTo>
                  <a:lnTo>
                    <a:pt x="2096210" y="327922"/>
                  </a:lnTo>
                  <a:lnTo>
                    <a:pt x="2105954" y="299428"/>
                  </a:lnTo>
                  <a:lnTo>
                    <a:pt x="2115697" y="277024"/>
                  </a:lnTo>
                  <a:lnTo>
                    <a:pt x="2125456" y="299481"/>
                  </a:lnTo>
                  <a:lnTo>
                    <a:pt x="2135200" y="308638"/>
                  </a:lnTo>
                  <a:lnTo>
                    <a:pt x="2144959" y="311165"/>
                  </a:lnTo>
                  <a:lnTo>
                    <a:pt x="2154703" y="311201"/>
                  </a:lnTo>
                  <a:lnTo>
                    <a:pt x="2164447" y="310870"/>
                  </a:lnTo>
                  <a:lnTo>
                    <a:pt x="2174206" y="300447"/>
                  </a:lnTo>
                  <a:lnTo>
                    <a:pt x="2183950" y="331181"/>
                  </a:lnTo>
                  <a:lnTo>
                    <a:pt x="2193709" y="362565"/>
                  </a:lnTo>
                  <a:lnTo>
                    <a:pt x="2203452" y="394005"/>
                  </a:lnTo>
                  <a:lnTo>
                    <a:pt x="2213196" y="391539"/>
                  </a:lnTo>
                  <a:lnTo>
                    <a:pt x="2222955" y="365338"/>
                  </a:lnTo>
                  <a:lnTo>
                    <a:pt x="2232699" y="391751"/>
                  </a:lnTo>
                  <a:lnTo>
                    <a:pt x="2242458" y="399215"/>
                  </a:lnTo>
                  <a:lnTo>
                    <a:pt x="2252202" y="422024"/>
                  </a:lnTo>
                  <a:lnTo>
                    <a:pt x="2261946" y="396116"/>
                  </a:lnTo>
                  <a:lnTo>
                    <a:pt x="2271705" y="412483"/>
                  </a:lnTo>
                  <a:lnTo>
                    <a:pt x="2281449" y="431926"/>
                  </a:lnTo>
                  <a:lnTo>
                    <a:pt x="2291208" y="462348"/>
                  </a:lnTo>
                  <a:lnTo>
                    <a:pt x="2300951" y="474828"/>
                  </a:lnTo>
                  <a:lnTo>
                    <a:pt x="2310695" y="491056"/>
                  </a:lnTo>
                  <a:lnTo>
                    <a:pt x="2320454" y="482009"/>
                  </a:lnTo>
                  <a:lnTo>
                    <a:pt x="2330198" y="439746"/>
                  </a:lnTo>
                  <a:lnTo>
                    <a:pt x="2339957" y="453620"/>
                  </a:lnTo>
                  <a:lnTo>
                    <a:pt x="2349701" y="496932"/>
                  </a:lnTo>
                  <a:lnTo>
                    <a:pt x="2359445" y="485613"/>
                  </a:lnTo>
                  <a:lnTo>
                    <a:pt x="2369204" y="490157"/>
                  </a:lnTo>
                  <a:lnTo>
                    <a:pt x="2378948" y="511111"/>
                  </a:lnTo>
                  <a:lnTo>
                    <a:pt x="2388692" y="501345"/>
                  </a:lnTo>
                  <a:lnTo>
                    <a:pt x="2398450" y="516794"/>
                  </a:lnTo>
                  <a:lnTo>
                    <a:pt x="2408194" y="494873"/>
                  </a:lnTo>
                  <a:lnTo>
                    <a:pt x="2417953" y="517765"/>
                  </a:lnTo>
                  <a:lnTo>
                    <a:pt x="2427697" y="527841"/>
                  </a:lnTo>
                  <a:lnTo>
                    <a:pt x="2437441" y="527154"/>
                  </a:lnTo>
                  <a:lnTo>
                    <a:pt x="2447200" y="537208"/>
                  </a:lnTo>
                  <a:lnTo>
                    <a:pt x="2456944" y="560261"/>
                  </a:lnTo>
                  <a:lnTo>
                    <a:pt x="2466703" y="561447"/>
                  </a:lnTo>
                  <a:lnTo>
                    <a:pt x="2476446" y="526844"/>
                  </a:lnTo>
                  <a:lnTo>
                    <a:pt x="2486190" y="565384"/>
                  </a:lnTo>
                  <a:lnTo>
                    <a:pt x="2495949" y="580005"/>
                  </a:lnTo>
                  <a:lnTo>
                    <a:pt x="2505693" y="552381"/>
                  </a:lnTo>
                  <a:lnTo>
                    <a:pt x="2515452" y="557913"/>
                  </a:lnTo>
                  <a:lnTo>
                    <a:pt x="2525196" y="558514"/>
                  </a:lnTo>
                  <a:lnTo>
                    <a:pt x="2534940" y="567845"/>
                  </a:lnTo>
                  <a:lnTo>
                    <a:pt x="2544699" y="592616"/>
                  </a:lnTo>
                  <a:lnTo>
                    <a:pt x="2554443" y="585759"/>
                  </a:lnTo>
                  <a:lnTo>
                    <a:pt x="2564202" y="554236"/>
                  </a:lnTo>
                  <a:lnTo>
                    <a:pt x="2573946" y="548488"/>
                  </a:lnTo>
                  <a:lnTo>
                    <a:pt x="2583690" y="574858"/>
                  </a:lnTo>
                  <a:lnTo>
                    <a:pt x="2593448" y="587163"/>
                  </a:lnTo>
                  <a:lnTo>
                    <a:pt x="2603192" y="547609"/>
                  </a:lnTo>
                  <a:lnTo>
                    <a:pt x="2612951" y="533975"/>
                  </a:lnTo>
                  <a:lnTo>
                    <a:pt x="2622695" y="525709"/>
                  </a:lnTo>
                  <a:lnTo>
                    <a:pt x="2632439" y="493712"/>
                  </a:lnTo>
                  <a:lnTo>
                    <a:pt x="2642198" y="457120"/>
                  </a:lnTo>
                  <a:lnTo>
                    <a:pt x="2651942" y="466870"/>
                  </a:lnTo>
                  <a:lnTo>
                    <a:pt x="2661685" y="493201"/>
                  </a:lnTo>
                  <a:lnTo>
                    <a:pt x="2671444" y="507492"/>
                  </a:lnTo>
                  <a:lnTo>
                    <a:pt x="2681188" y="537858"/>
                  </a:lnTo>
                  <a:lnTo>
                    <a:pt x="2690947" y="536602"/>
                  </a:lnTo>
                  <a:lnTo>
                    <a:pt x="2700691" y="506646"/>
                  </a:lnTo>
                  <a:lnTo>
                    <a:pt x="2710435" y="522577"/>
                  </a:lnTo>
                  <a:lnTo>
                    <a:pt x="2720194" y="530191"/>
                  </a:lnTo>
                  <a:lnTo>
                    <a:pt x="2729938" y="537307"/>
                  </a:lnTo>
                  <a:lnTo>
                    <a:pt x="2739697" y="544114"/>
                  </a:lnTo>
                  <a:lnTo>
                    <a:pt x="2749441" y="531871"/>
                  </a:lnTo>
                  <a:lnTo>
                    <a:pt x="2759185" y="555267"/>
                  </a:lnTo>
                  <a:lnTo>
                    <a:pt x="2768943" y="541468"/>
                  </a:lnTo>
                  <a:lnTo>
                    <a:pt x="2778687" y="524453"/>
                  </a:lnTo>
                  <a:lnTo>
                    <a:pt x="2788446" y="519600"/>
                  </a:lnTo>
                  <a:lnTo>
                    <a:pt x="2798190" y="545909"/>
                  </a:lnTo>
                  <a:lnTo>
                    <a:pt x="2807934" y="514371"/>
                  </a:lnTo>
                  <a:lnTo>
                    <a:pt x="2817693" y="507598"/>
                  </a:lnTo>
                  <a:lnTo>
                    <a:pt x="2827437" y="510166"/>
                  </a:lnTo>
                  <a:lnTo>
                    <a:pt x="2837196" y="557968"/>
                  </a:lnTo>
                  <a:lnTo>
                    <a:pt x="2846940" y="561633"/>
                  </a:lnTo>
                  <a:lnTo>
                    <a:pt x="2856684" y="578560"/>
                  </a:lnTo>
                  <a:lnTo>
                    <a:pt x="2866442" y="618995"/>
                  </a:lnTo>
                  <a:lnTo>
                    <a:pt x="2876186" y="632460"/>
                  </a:lnTo>
                  <a:lnTo>
                    <a:pt x="2885945" y="655722"/>
                  </a:lnTo>
                  <a:lnTo>
                    <a:pt x="2895689" y="647751"/>
                  </a:lnTo>
                  <a:lnTo>
                    <a:pt x="2905433" y="617795"/>
                  </a:lnTo>
                  <a:lnTo>
                    <a:pt x="2915192" y="61922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3" name="Freeform 1112">
              <a:extLst>
                <a:ext uri="{FF2B5EF4-FFF2-40B4-BE49-F238E27FC236}">
                  <a16:creationId xmlns:a16="http://schemas.microsoft.com/office/drawing/2014/main" id="{4BBAD993-2370-EAE2-436E-A34A46A35A4D}"/>
                </a:ext>
              </a:extLst>
            </p:cNvPr>
            <p:cNvSpPr/>
            <p:nvPr/>
          </p:nvSpPr>
          <p:spPr>
            <a:xfrm>
              <a:off x="4426652" y="3435150"/>
              <a:ext cx="2915191" cy="339181"/>
            </a:xfrm>
            <a:custGeom>
              <a:avLst/>
              <a:gdLst>
                <a:gd name="connsiteX0" fmla="*/ 0 w 2915191"/>
                <a:gd name="connsiteY0" fmla="*/ 181583 h 339181"/>
                <a:gd name="connsiteX1" fmla="*/ 9750 w 2915191"/>
                <a:gd name="connsiteY1" fmla="*/ 197169 h 339181"/>
                <a:gd name="connsiteX2" fmla="*/ 19500 w 2915191"/>
                <a:gd name="connsiteY2" fmla="*/ 198219 h 339181"/>
                <a:gd name="connsiteX3" fmla="*/ 29250 w 2915191"/>
                <a:gd name="connsiteY3" fmla="*/ 212029 h 339181"/>
                <a:gd name="connsiteX4" fmla="*/ 39000 w 2915191"/>
                <a:gd name="connsiteY4" fmla="*/ 234227 h 339181"/>
                <a:gd name="connsiteX5" fmla="*/ 48749 w 2915191"/>
                <a:gd name="connsiteY5" fmla="*/ 247448 h 339181"/>
                <a:gd name="connsiteX6" fmla="*/ 58499 w 2915191"/>
                <a:gd name="connsiteY6" fmla="*/ 243116 h 339181"/>
                <a:gd name="connsiteX7" fmla="*/ 68249 w 2915191"/>
                <a:gd name="connsiteY7" fmla="*/ 247781 h 339181"/>
                <a:gd name="connsiteX8" fmla="*/ 77998 w 2915191"/>
                <a:gd name="connsiteY8" fmla="*/ 221308 h 339181"/>
                <a:gd name="connsiteX9" fmla="*/ 87748 w 2915191"/>
                <a:gd name="connsiteY9" fmla="*/ 216937 h 339181"/>
                <a:gd name="connsiteX10" fmla="*/ 97497 w 2915191"/>
                <a:gd name="connsiteY10" fmla="*/ 252894 h 339181"/>
                <a:gd name="connsiteX11" fmla="*/ 107247 w 2915191"/>
                <a:gd name="connsiteY11" fmla="*/ 238802 h 339181"/>
                <a:gd name="connsiteX12" fmla="*/ 116997 w 2915191"/>
                <a:gd name="connsiteY12" fmla="*/ 233972 h 339181"/>
                <a:gd name="connsiteX13" fmla="*/ 126747 w 2915191"/>
                <a:gd name="connsiteY13" fmla="*/ 218559 h 339181"/>
                <a:gd name="connsiteX14" fmla="*/ 136497 w 2915191"/>
                <a:gd name="connsiteY14" fmla="*/ 191939 h 339181"/>
                <a:gd name="connsiteX15" fmla="*/ 146247 w 2915191"/>
                <a:gd name="connsiteY15" fmla="*/ 192493 h 339181"/>
                <a:gd name="connsiteX16" fmla="*/ 155997 w 2915191"/>
                <a:gd name="connsiteY16" fmla="*/ 206273 h 339181"/>
                <a:gd name="connsiteX17" fmla="*/ 165747 w 2915191"/>
                <a:gd name="connsiteY17" fmla="*/ 210844 h 339181"/>
                <a:gd name="connsiteX18" fmla="*/ 175497 w 2915191"/>
                <a:gd name="connsiteY18" fmla="*/ 206703 h 339181"/>
                <a:gd name="connsiteX19" fmla="*/ 185247 w 2915191"/>
                <a:gd name="connsiteY19" fmla="*/ 221570 h 339181"/>
                <a:gd name="connsiteX20" fmla="*/ 194996 w 2915191"/>
                <a:gd name="connsiteY20" fmla="*/ 241539 h 339181"/>
                <a:gd name="connsiteX21" fmla="*/ 204746 w 2915191"/>
                <a:gd name="connsiteY21" fmla="*/ 267632 h 339181"/>
                <a:gd name="connsiteX22" fmla="*/ 214495 w 2915191"/>
                <a:gd name="connsiteY22" fmla="*/ 258962 h 339181"/>
                <a:gd name="connsiteX23" fmla="*/ 224245 w 2915191"/>
                <a:gd name="connsiteY23" fmla="*/ 228530 h 339181"/>
                <a:gd name="connsiteX24" fmla="*/ 233995 w 2915191"/>
                <a:gd name="connsiteY24" fmla="*/ 202386 h 339181"/>
                <a:gd name="connsiteX25" fmla="*/ 243744 w 2915191"/>
                <a:gd name="connsiteY25" fmla="*/ 199646 h 339181"/>
                <a:gd name="connsiteX26" fmla="*/ 253494 w 2915191"/>
                <a:gd name="connsiteY26" fmla="*/ 214654 h 339181"/>
                <a:gd name="connsiteX27" fmla="*/ 263244 w 2915191"/>
                <a:gd name="connsiteY27" fmla="*/ 236907 h 339181"/>
                <a:gd name="connsiteX28" fmla="*/ 272994 w 2915191"/>
                <a:gd name="connsiteY28" fmla="*/ 227539 h 339181"/>
                <a:gd name="connsiteX29" fmla="*/ 282744 w 2915191"/>
                <a:gd name="connsiteY29" fmla="*/ 199642 h 339181"/>
                <a:gd name="connsiteX30" fmla="*/ 292494 w 2915191"/>
                <a:gd name="connsiteY30" fmla="*/ 195986 h 339181"/>
                <a:gd name="connsiteX31" fmla="*/ 302244 w 2915191"/>
                <a:gd name="connsiteY31" fmla="*/ 187742 h 339181"/>
                <a:gd name="connsiteX32" fmla="*/ 311994 w 2915191"/>
                <a:gd name="connsiteY32" fmla="*/ 208736 h 339181"/>
                <a:gd name="connsiteX33" fmla="*/ 321744 w 2915191"/>
                <a:gd name="connsiteY33" fmla="*/ 222793 h 339181"/>
                <a:gd name="connsiteX34" fmla="*/ 331493 w 2915191"/>
                <a:gd name="connsiteY34" fmla="*/ 195497 h 339181"/>
                <a:gd name="connsiteX35" fmla="*/ 341243 w 2915191"/>
                <a:gd name="connsiteY35" fmla="*/ 212065 h 339181"/>
                <a:gd name="connsiteX36" fmla="*/ 350993 w 2915191"/>
                <a:gd name="connsiteY36" fmla="*/ 225010 h 339181"/>
                <a:gd name="connsiteX37" fmla="*/ 360742 w 2915191"/>
                <a:gd name="connsiteY37" fmla="*/ 190807 h 339181"/>
                <a:gd name="connsiteX38" fmla="*/ 370492 w 2915191"/>
                <a:gd name="connsiteY38" fmla="*/ 185549 h 339181"/>
                <a:gd name="connsiteX39" fmla="*/ 380241 w 2915191"/>
                <a:gd name="connsiteY39" fmla="*/ 164109 h 339181"/>
                <a:gd name="connsiteX40" fmla="*/ 389991 w 2915191"/>
                <a:gd name="connsiteY40" fmla="*/ 148841 h 339181"/>
                <a:gd name="connsiteX41" fmla="*/ 399741 w 2915191"/>
                <a:gd name="connsiteY41" fmla="*/ 128306 h 339181"/>
                <a:gd name="connsiteX42" fmla="*/ 409491 w 2915191"/>
                <a:gd name="connsiteY42" fmla="*/ 148698 h 339181"/>
                <a:gd name="connsiteX43" fmla="*/ 419241 w 2915191"/>
                <a:gd name="connsiteY43" fmla="*/ 160553 h 339181"/>
                <a:gd name="connsiteX44" fmla="*/ 428991 w 2915191"/>
                <a:gd name="connsiteY44" fmla="*/ 182395 h 339181"/>
                <a:gd name="connsiteX45" fmla="*/ 438741 w 2915191"/>
                <a:gd name="connsiteY45" fmla="*/ 175799 h 339181"/>
                <a:gd name="connsiteX46" fmla="*/ 448491 w 2915191"/>
                <a:gd name="connsiteY46" fmla="*/ 170377 h 339181"/>
                <a:gd name="connsiteX47" fmla="*/ 458241 w 2915191"/>
                <a:gd name="connsiteY47" fmla="*/ 182901 h 339181"/>
                <a:gd name="connsiteX48" fmla="*/ 467991 w 2915191"/>
                <a:gd name="connsiteY48" fmla="*/ 183700 h 339181"/>
                <a:gd name="connsiteX49" fmla="*/ 477740 w 2915191"/>
                <a:gd name="connsiteY49" fmla="*/ 163181 h 339181"/>
                <a:gd name="connsiteX50" fmla="*/ 487490 w 2915191"/>
                <a:gd name="connsiteY50" fmla="*/ 169862 h 339181"/>
                <a:gd name="connsiteX51" fmla="*/ 497239 w 2915191"/>
                <a:gd name="connsiteY51" fmla="*/ 138136 h 339181"/>
                <a:gd name="connsiteX52" fmla="*/ 506989 w 2915191"/>
                <a:gd name="connsiteY52" fmla="*/ 143427 h 339181"/>
                <a:gd name="connsiteX53" fmla="*/ 516738 w 2915191"/>
                <a:gd name="connsiteY53" fmla="*/ 166837 h 339181"/>
                <a:gd name="connsiteX54" fmla="*/ 526488 w 2915191"/>
                <a:gd name="connsiteY54" fmla="*/ 150445 h 339181"/>
                <a:gd name="connsiteX55" fmla="*/ 536238 w 2915191"/>
                <a:gd name="connsiteY55" fmla="*/ 181769 h 339181"/>
                <a:gd name="connsiteX56" fmla="*/ 545988 w 2915191"/>
                <a:gd name="connsiteY56" fmla="*/ 176675 h 339181"/>
                <a:gd name="connsiteX57" fmla="*/ 555738 w 2915191"/>
                <a:gd name="connsiteY57" fmla="*/ 163665 h 339181"/>
                <a:gd name="connsiteX58" fmla="*/ 565488 w 2915191"/>
                <a:gd name="connsiteY58" fmla="*/ 203921 h 339181"/>
                <a:gd name="connsiteX59" fmla="*/ 575238 w 2915191"/>
                <a:gd name="connsiteY59" fmla="*/ 239224 h 339181"/>
                <a:gd name="connsiteX60" fmla="*/ 584988 w 2915191"/>
                <a:gd name="connsiteY60" fmla="*/ 238957 h 339181"/>
                <a:gd name="connsiteX61" fmla="*/ 594738 w 2915191"/>
                <a:gd name="connsiteY61" fmla="*/ 259901 h 339181"/>
                <a:gd name="connsiteX62" fmla="*/ 604488 w 2915191"/>
                <a:gd name="connsiteY62" fmla="*/ 283484 h 339181"/>
                <a:gd name="connsiteX63" fmla="*/ 614237 w 2915191"/>
                <a:gd name="connsiteY63" fmla="*/ 258882 h 339181"/>
                <a:gd name="connsiteX64" fmla="*/ 623987 w 2915191"/>
                <a:gd name="connsiteY64" fmla="*/ 291689 h 339181"/>
                <a:gd name="connsiteX65" fmla="*/ 633736 w 2915191"/>
                <a:gd name="connsiteY65" fmla="*/ 288450 h 339181"/>
                <a:gd name="connsiteX66" fmla="*/ 643486 w 2915191"/>
                <a:gd name="connsiteY66" fmla="*/ 237850 h 339181"/>
                <a:gd name="connsiteX67" fmla="*/ 653236 w 2915191"/>
                <a:gd name="connsiteY67" fmla="*/ 305151 h 339181"/>
                <a:gd name="connsiteX68" fmla="*/ 662985 w 2915191"/>
                <a:gd name="connsiteY68" fmla="*/ 339181 h 339181"/>
                <a:gd name="connsiteX69" fmla="*/ 672735 w 2915191"/>
                <a:gd name="connsiteY69" fmla="*/ 326557 h 339181"/>
                <a:gd name="connsiteX70" fmla="*/ 682485 w 2915191"/>
                <a:gd name="connsiteY70" fmla="*/ 300341 h 339181"/>
                <a:gd name="connsiteX71" fmla="*/ 692235 w 2915191"/>
                <a:gd name="connsiteY71" fmla="*/ 304325 h 339181"/>
                <a:gd name="connsiteX72" fmla="*/ 701985 w 2915191"/>
                <a:gd name="connsiteY72" fmla="*/ 298711 h 339181"/>
                <a:gd name="connsiteX73" fmla="*/ 711735 w 2915191"/>
                <a:gd name="connsiteY73" fmla="*/ 289286 h 339181"/>
                <a:gd name="connsiteX74" fmla="*/ 721485 w 2915191"/>
                <a:gd name="connsiteY74" fmla="*/ 261011 h 339181"/>
                <a:gd name="connsiteX75" fmla="*/ 731235 w 2915191"/>
                <a:gd name="connsiteY75" fmla="*/ 252389 h 339181"/>
                <a:gd name="connsiteX76" fmla="*/ 740985 w 2915191"/>
                <a:gd name="connsiteY76" fmla="*/ 252989 h 339181"/>
                <a:gd name="connsiteX77" fmla="*/ 750734 w 2915191"/>
                <a:gd name="connsiteY77" fmla="*/ 210681 h 339181"/>
                <a:gd name="connsiteX78" fmla="*/ 760484 w 2915191"/>
                <a:gd name="connsiteY78" fmla="*/ 247039 h 339181"/>
                <a:gd name="connsiteX79" fmla="*/ 770233 w 2915191"/>
                <a:gd name="connsiteY79" fmla="*/ 237792 h 339181"/>
                <a:gd name="connsiteX80" fmla="*/ 779983 w 2915191"/>
                <a:gd name="connsiteY80" fmla="*/ 264672 h 339181"/>
                <a:gd name="connsiteX81" fmla="*/ 789733 w 2915191"/>
                <a:gd name="connsiteY81" fmla="*/ 264944 h 339181"/>
                <a:gd name="connsiteX82" fmla="*/ 799482 w 2915191"/>
                <a:gd name="connsiteY82" fmla="*/ 292477 h 339181"/>
                <a:gd name="connsiteX83" fmla="*/ 809232 w 2915191"/>
                <a:gd name="connsiteY83" fmla="*/ 266388 h 339181"/>
                <a:gd name="connsiteX84" fmla="*/ 818982 w 2915191"/>
                <a:gd name="connsiteY84" fmla="*/ 261669 h 339181"/>
                <a:gd name="connsiteX85" fmla="*/ 828732 w 2915191"/>
                <a:gd name="connsiteY85" fmla="*/ 228765 h 339181"/>
                <a:gd name="connsiteX86" fmla="*/ 838482 w 2915191"/>
                <a:gd name="connsiteY86" fmla="*/ 247113 h 339181"/>
                <a:gd name="connsiteX87" fmla="*/ 848232 w 2915191"/>
                <a:gd name="connsiteY87" fmla="*/ 262711 h 339181"/>
                <a:gd name="connsiteX88" fmla="*/ 857982 w 2915191"/>
                <a:gd name="connsiteY88" fmla="*/ 300265 h 339181"/>
                <a:gd name="connsiteX89" fmla="*/ 867732 w 2915191"/>
                <a:gd name="connsiteY89" fmla="*/ 285746 h 339181"/>
                <a:gd name="connsiteX90" fmla="*/ 877482 w 2915191"/>
                <a:gd name="connsiteY90" fmla="*/ 276114 h 339181"/>
                <a:gd name="connsiteX91" fmla="*/ 887231 w 2915191"/>
                <a:gd name="connsiteY91" fmla="*/ 281601 h 339181"/>
                <a:gd name="connsiteX92" fmla="*/ 896981 w 2915191"/>
                <a:gd name="connsiteY92" fmla="*/ 261066 h 339181"/>
                <a:gd name="connsiteX93" fmla="*/ 906730 w 2915191"/>
                <a:gd name="connsiteY93" fmla="*/ 264384 h 339181"/>
                <a:gd name="connsiteX94" fmla="*/ 916480 w 2915191"/>
                <a:gd name="connsiteY94" fmla="*/ 274770 h 339181"/>
                <a:gd name="connsiteX95" fmla="*/ 926230 w 2915191"/>
                <a:gd name="connsiteY95" fmla="*/ 239068 h 339181"/>
                <a:gd name="connsiteX96" fmla="*/ 935979 w 2915191"/>
                <a:gd name="connsiteY96" fmla="*/ 252955 h 339181"/>
                <a:gd name="connsiteX97" fmla="*/ 945729 w 2915191"/>
                <a:gd name="connsiteY97" fmla="*/ 253971 h 339181"/>
                <a:gd name="connsiteX98" fmla="*/ 955479 w 2915191"/>
                <a:gd name="connsiteY98" fmla="*/ 255959 h 339181"/>
                <a:gd name="connsiteX99" fmla="*/ 965229 w 2915191"/>
                <a:gd name="connsiteY99" fmla="*/ 219242 h 339181"/>
                <a:gd name="connsiteX100" fmla="*/ 974979 w 2915191"/>
                <a:gd name="connsiteY100" fmla="*/ 245207 h 339181"/>
                <a:gd name="connsiteX101" fmla="*/ 984729 w 2915191"/>
                <a:gd name="connsiteY101" fmla="*/ 251633 h 339181"/>
                <a:gd name="connsiteX102" fmla="*/ 994474 w 2915191"/>
                <a:gd name="connsiteY102" fmla="*/ 222200 h 339181"/>
                <a:gd name="connsiteX103" fmla="*/ 1004233 w 2915191"/>
                <a:gd name="connsiteY103" fmla="*/ 223459 h 339181"/>
                <a:gd name="connsiteX104" fmla="*/ 1013977 w 2915191"/>
                <a:gd name="connsiteY104" fmla="*/ 195224 h 339181"/>
                <a:gd name="connsiteX105" fmla="*/ 1023721 w 2915191"/>
                <a:gd name="connsiteY105" fmla="*/ 211846 h 339181"/>
                <a:gd name="connsiteX106" fmla="*/ 1033480 w 2915191"/>
                <a:gd name="connsiteY106" fmla="*/ 205092 h 339181"/>
                <a:gd name="connsiteX107" fmla="*/ 1043224 w 2915191"/>
                <a:gd name="connsiteY107" fmla="*/ 219806 h 339181"/>
                <a:gd name="connsiteX108" fmla="*/ 1052983 w 2915191"/>
                <a:gd name="connsiteY108" fmla="*/ 227080 h 339181"/>
                <a:gd name="connsiteX109" fmla="*/ 1062727 w 2915191"/>
                <a:gd name="connsiteY109" fmla="*/ 185017 h 339181"/>
                <a:gd name="connsiteX110" fmla="*/ 1072471 w 2915191"/>
                <a:gd name="connsiteY110" fmla="*/ 164479 h 339181"/>
                <a:gd name="connsiteX111" fmla="*/ 1082230 w 2915191"/>
                <a:gd name="connsiteY111" fmla="*/ 182761 h 339181"/>
                <a:gd name="connsiteX112" fmla="*/ 1091973 w 2915191"/>
                <a:gd name="connsiteY112" fmla="*/ 202777 h 339181"/>
                <a:gd name="connsiteX113" fmla="*/ 1101732 w 2915191"/>
                <a:gd name="connsiteY113" fmla="*/ 226100 h 339181"/>
                <a:gd name="connsiteX114" fmla="*/ 1111476 w 2915191"/>
                <a:gd name="connsiteY114" fmla="*/ 239796 h 339181"/>
                <a:gd name="connsiteX115" fmla="*/ 1121220 w 2915191"/>
                <a:gd name="connsiteY115" fmla="*/ 238850 h 339181"/>
                <a:gd name="connsiteX116" fmla="*/ 1130979 w 2915191"/>
                <a:gd name="connsiteY116" fmla="*/ 197888 h 339181"/>
                <a:gd name="connsiteX117" fmla="*/ 1140723 w 2915191"/>
                <a:gd name="connsiteY117" fmla="*/ 209311 h 339181"/>
                <a:gd name="connsiteX118" fmla="*/ 1150482 w 2915191"/>
                <a:gd name="connsiteY118" fmla="*/ 207434 h 339181"/>
                <a:gd name="connsiteX119" fmla="*/ 1160226 w 2915191"/>
                <a:gd name="connsiteY119" fmla="*/ 195531 h 339181"/>
                <a:gd name="connsiteX120" fmla="*/ 1169969 w 2915191"/>
                <a:gd name="connsiteY120" fmla="*/ 147105 h 339181"/>
                <a:gd name="connsiteX121" fmla="*/ 1179728 w 2915191"/>
                <a:gd name="connsiteY121" fmla="*/ 175124 h 339181"/>
                <a:gd name="connsiteX122" fmla="*/ 1189472 w 2915191"/>
                <a:gd name="connsiteY122" fmla="*/ 174218 h 339181"/>
                <a:gd name="connsiteX123" fmla="*/ 1199231 w 2915191"/>
                <a:gd name="connsiteY123" fmla="*/ 194073 h 339181"/>
                <a:gd name="connsiteX124" fmla="*/ 1208975 w 2915191"/>
                <a:gd name="connsiteY124" fmla="*/ 215143 h 339181"/>
                <a:gd name="connsiteX125" fmla="*/ 1218719 w 2915191"/>
                <a:gd name="connsiteY125" fmla="*/ 217862 h 339181"/>
                <a:gd name="connsiteX126" fmla="*/ 1228478 w 2915191"/>
                <a:gd name="connsiteY126" fmla="*/ 215800 h 339181"/>
                <a:gd name="connsiteX127" fmla="*/ 1238222 w 2915191"/>
                <a:gd name="connsiteY127" fmla="*/ 196144 h 339181"/>
                <a:gd name="connsiteX128" fmla="*/ 1247966 w 2915191"/>
                <a:gd name="connsiteY128" fmla="*/ 179704 h 339181"/>
                <a:gd name="connsiteX129" fmla="*/ 1257725 w 2915191"/>
                <a:gd name="connsiteY129" fmla="*/ 210216 h 339181"/>
                <a:gd name="connsiteX130" fmla="*/ 1267469 w 2915191"/>
                <a:gd name="connsiteY130" fmla="*/ 235627 h 339181"/>
                <a:gd name="connsiteX131" fmla="*/ 1277227 w 2915191"/>
                <a:gd name="connsiteY131" fmla="*/ 233039 h 339181"/>
                <a:gd name="connsiteX132" fmla="*/ 1286971 w 2915191"/>
                <a:gd name="connsiteY132" fmla="*/ 188457 h 339181"/>
                <a:gd name="connsiteX133" fmla="*/ 1296715 w 2915191"/>
                <a:gd name="connsiteY133" fmla="*/ 187393 h 339181"/>
                <a:gd name="connsiteX134" fmla="*/ 1306474 w 2915191"/>
                <a:gd name="connsiteY134" fmla="*/ 187651 h 339181"/>
                <a:gd name="connsiteX135" fmla="*/ 1316218 w 2915191"/>
                <a:gd name="connsiteY135" fmla="*/ 180418 h 339181"/>
                <a:gd name="connsiteX136" fmla="*/ 1325977 w 2915191"/>
                <a:gd name="connsiteY136" fmla="*/ 187501 h 339181"/>
                <a:gd name="connsiteX137" fmla="*/ 1335721 w 2915191"/>
                <a:gd name="connsiteY137" fmla="*/ 159367 h 339181"/>
                <a:gd name="connsiteX138" fmla="*/ 1345465 w 2915191"/>
                <a:gd name="connsiteY138" fmla="*/ 140004 h 339181"/>
                <a:gd name="connsiteX139" fmla="*/ 1355224 w 2915191"/>
                <a:gd name="connsiteY139" fmla="*/ 161568 h 339181"/>
                <a:gd name="connsiteX140" fmla="*/ 1364967 w 2915191"/>
                <a:gd name="connsiteY140" fmla="*/ 166663 h 339181"/>
                <a:gd name="connsiteX141" fmla="*/ 1374726 w 2915191"/>
                <a:gd name="connsiteY141" fmla="*/ 158777 h 339181"/>
                <a:gd name="connsiteX142" fmla="*/ 1384470 w 2915191"/>
                <a:gd name="connsiteY142" fmla="*/ 149414 h 339181"/>
                <a:gd name="connsiteX143" fmla="*/ 1394214 w 2915191"/>
                <a:gd name="connsiteY143" fmla="*/ 150974 h 339181"/>
                <a:gd name="connsiteX144" fmla="*/ 1403973 w 2915191"/>
                <a:gd name="connsiteY144" fmla="*/ 194107 h 339181"/>
                <a:gd name="connsiteX145" fmla="*/ 1413717 w 2915191"/>
                <a:gd name="connsiteY145" fmla="*/ 161350 h 339181"/>
                <a:gd name="connsiteX146" fmla="*/ 1423476 w 2915191"/>
                <a:gd name="connsiteY146" fmla="*/ 131011 h 339181"/>
                <a:gd name="connsiteX147" fmla="*/ 1433220 w 2915191"/>
                <a:gd name="connsiteY147" fmla="*/ 111082 h 339181"/>
                <a:gd name="connsiteX148" fmla="*/ 1442964 w 2915191"/>
                <a:gd name="connsiteY148" fmla="*/ 97167 h 339181"/>
                <a:gd name="connsiteX149" fmla="*/ 1452722 w 2915191"/>
                <a:gd name="connsiteY149" fmla="*/ 68352 h 339181"/>
                <a:gd name="connsiteX150" fmla="*/ 1462466 w 2915191"/>
                <a:gd name="connsiteY150" fmla="*/ 87734 h 339181"/>
                <a:gd name="connsiteX151" fmla="*/ 1472225 w 2915191"/>
                <a:gd name="connsiteY151" fmla="*/ 53067 h 339181"/>
                <a:gd name="connsiteX152" fmla="*/ 1481969 w 2915191"/>
                <a:gd name="connsiteY152" fmla="*/ 86106 h 339181"/>
                <a:gd name="connsiteX153" fmla="*/ 1491713 w 2915191"/>
                <a:gd name="connsiteY153" fmla="*/ 64490 h 339181"/>
                <a:gd name="connsiteX154" fmla="*/ 1501472 w 2915191"/>
                <a:gd name="connsiteY154" fmla="*/ 101933 h 339181"/>
                <a:gd name="connsiteX155" fmla="*/ 1511216 w 2915191"/>
                <a:gd name="connsiteY155" fmla="*/ 140271 h 339181"/>
                <a:gd name="connsiteX156" fmla="*/ 1520960 w 2915191"/>
                <a:gd name="connsiteY156" fmla="*/ 155879 h 339181"/>
                <a:gd name="connsiteX157" fmla="*/ 1530719 w 2915191"/>
                <a:gd name="connsiteY157" fmla="*/ 169802 h 339181"/>
                <a:gd name="connsiteX158" fmla="*/ 1540463 w 2915191"/>
                <a:gd name="connsiteY158" fmla="*/ 196637 h 339181"/>
                <a:gd name="connsiteX159" fmla="*/ 1550221 w 2915191"/>
                <a:gd name="connsiteY159" fmla="*/ 203060 h 339181"/>
                <a:gd name="connsiteX160" fmla="*/ 1559965 w 2915191"/>
                <a:gd name="connsiteY160" fmla="*/ 217182 h 339181"/>
                <a:gd name="connsiteX161" fmla="*/ 1569709 w 2915191"/>
                <a:gd name="connsiteY161" fmla="*/ 224771 h 339181"/>
                <a:gd name="connsiteX162" fmla="*/ 1579468 w 2915191"/>
                <a:gd name="connsiteY162" fmla="*/ 205770 h 339181"/>
                <a:gd name="connsiteX163" fmla="*/ 1589212 w 2915191"/>
                <a:gd name="connsiteY163" fmla="*/ 250234 h 339181"/>
                <a:gd name="connsiteX164" fmla="*/ 1598971 w 2915191"/>
                <a:gd name="connsiteY164" fmla="*/ 209197 h 339181"/>
                <a:gd name="connsiteX165" fmla="*/ 1608715 w 2915191"/>
                <a:gd name="connsiteY165" fmla="*/ 201692 h 339181"/>
                <a:gd name="connsiteX166" fmla="*/ 1618459 w 2915191"/>
                <a:gd name="connsiteY166" fmla="*/ 194877 h 339181"/>
                <a:gd name="connsiteX167" fmla="*/ 1628218 w 2915191"/>
                <a:gd name="connsiteY167" fmla="*/ 208178 h 339181"/>
                <a:gd name="connsiteX168" fmla="*/ 1637962 w 2915191"/>
                <a:gd name="connsiteY168" fmla="*/ 224416 h 339181"/>
                <a:gd name="connsiteX169" fmla="*/ 1647720 w 2915191"/>
                <a:gd name="connsiteY169" fmla="*/ 235498 h 339181"/>
                <a:gd name="connsiteX170" fmla="*/ 1657464 w 2915191"/>
                <a:gd name="connsiteY170" fmla="*/ 247018 h 339181"/>
                <a:gd name="connsiteX171" fmla="*/ 1667208 w 2915191"/>
                <a:gd name="connsiteY171" fmla="*/ 291025 h 339181"/>
                <a:gd name="connsiteX172" fmla="*/ 1676967 w 2915191"/>
                <a:gd name="connsiteY172" fmla="*/ 274162 h 339181"/>
                <a:gd name="connsiteX173" fmla="*/ 1686711 w 2915191"/>
                <a:gd name="connsiteY173" fmla="*/ 240695 h 339181"/>
                <a:gd name="connsiteX174" fmla="*/ 1696470 w 2915191"/>
                <a:gd name="connsiteY174" fmla="*/ 242628 h 339181"/>
                <a:gd name="connsiteX175" fmla="*/ 1706214 w 2915191"/>
                <a:gd name="connsiteY175" fmla="*/ 238472 h 339181"/>
                <a:gd name="connsiteX176" fmla="*/ 1715958 w 2915191"/>
                <a:gd name="connsiteY176" fmla="*/ 255309 h 339181"/>
                <a:gd name="connsiteX177" fmla="*/ 1725716 w 2915191"/>
                <a:gd name="connsiteY177" fmla="*/ 304726 h 339181"/>
                <a:gd name="connsiteX178" fmla="*/ 1735460 w 2915191"/>
                <a:gd name="connsiteY178" fmla="*/ 286856 h 339181"/>
                <a:gd name="connsiteX179" fmla="*/ 1745219 w 2915191"/>
                <a:gd name="connsiteY179" fmla="*/ 277759 h 339181"/>
                <a:gd name="connsiteX180" fmla="*/ 1754963 w 2915191"/>
                <a:gd name="connsiteY180" fmla="*/ 280526 h 339181"/>
                <a:gd name="connsiteX181" fmla="*/ 1764707 w 2915191"/>
                <a:gd name="connsiteY181" fmla="*/ 288788 h 339181"/>
                <a:gd name="connsiteX182" fmla="*/ 1774466 w 2915191"/>
                <a:gd name="connsiteY182" fmla="*/ 283870 h 339181"/>
                <a:gd name="connsiteX183" fmla="*/ 1784210 w 2915191"/>
                <a:gd name="connsiteY183" fmla="*/ 238273 h 339181"/>
                <a:gd name="connsiteX184" fmla="*/ 1793969 w 2915191"/>
                <a:gd name="connsiteY184" fmla="*/ 241371 h 339181"/>
                <a:gd name="connsiteX185" fmla="*/ 1803713 w 2915191"/>
                <a:gd name="connsiteY185" fmla="*/ 253470 h 339181"/>
                <a:gd name="connsiteX186" fmla="*/ 1813457 w 2915191"/>
                <a:gd name="connsiteY186" fmla="*/ 271327 h 339181"/>
                <a:gd name="connsiteX187" fmla="*/ 1823215 w 2915191"/>
                <a:gd name="connsiteY187" fmla="*/ 280228 h 339181"/>
                <a:gd name="connsiteX188" fmla="*/ 1832959 w 2915191"/>
                <a:gd name="connsiteY188" fmla="*/ 278142 h 339181"/>
                <a:gd name="connsiteX189" fmla="*/ 1842703 w 2915191"/>
                <a:gd name="connsiteY189" fmla="*/ 281901 h 339181"/>
                <a:gd name="connsiteX190" fmla="*/ 1852462 w 2915191"/>
                <a:gd name="connsiteY190" fmla="*/ 273746 h 339181"/>
                <a:gd name="connsiteX191" fmla="*/ 1862206 w 2915191"/>
                <a:gd name="connsiteY191" fmla="*/ 269806 h 339181"/>
                <a:gd name="connsiteX192" fmla="*/ 1871965 w 2915191"/>
                <a:gd name="connsiteY192" fmla="*/ 296083 h 339181"/>
                <a:gd name="connsiteX193" fmla="*/ 1881709 w 2915191"/>
                <a:gd name="connsiteY193" fmla="*/ 296219 h 339181"/>
                <a:gd name="connsiteX194" fmla="*/ 1891453 w 2915191"/>
                <a:gd name="connsiteY194" fmla="*/ 293316 h 339181"/>
                <a:gd name="connsiteX195" fmla="*/ 1901212 w 2915191"/>
                <a:gd name="connsiteY195" fmla="*/ 306606 h 339181"/>
                <a:gd name="connsiteX196" fmla="*/ 1910956 w 2915191"/>
                <a:gd name="connsiteY196" fmla="*/ 337587 h 339181"/>
                <a:gd name="connsiteX197" fmla="*/ 1920714 w 2915191"/>
                <a:gd name="connsiteY197" fmla="*/ 305733 h 339181"/>
                <a:gd name="connsiteX198" fmla="*/ 1930458 w 2915191"/>
                <a:gd name="connsiteY198" fmla="*/ 273927 h 339181"/>
                <a:gd name="connsiteX199" fmla="*/ 1940202 w 2915191"/>
                <a:gd name="connsiteY199" fmla="*/ 281096 h 339181"/>
                <a:gd name="connsiteX200" fmla="*/ 1949961 w 2915191"/>
                <a:gd name="connsiteY200" fmla="*/ 289653 h 339181"/>
                <a:gd name="connsiteX201" fmla="*/ 1959705 w 2915191"/>
                <a:gd name="connsiteY201" fmla="*/ 276314 h 339181"/>
                <a:gd name="connsiteX202" fmla="*/ 1969464 w 2915191"/>
                <a:gd name="connsiteY202" fmla="*/ 275159 h 339181"/>
                <a:gd name="connsiteX203" fmla="*/ 1979208 w 2915191"/>
                <a:gd name="connsiteY203" fmla="*/ 275604 h 339181"/>
                <a:gd name="connsiteX204" fmla="*/ 1988952 w 2915191"/>
                <a:gd name="connsiteY204" fmla="*/ 223169 h 339181"/>
                <a:gd name="connsiteX205" fmla="*/ 1998711 w 2915191"/>
                <a:gd name="connsiteY205" fmla="*/ 220895 h 339181"/>
                <a:gd name="connsiteX206" fmla="*/ 2008454 w 2915191"/>
                <a:gd name="connsiteY206" fmla="*/ 194527 h 339181"/>
                <a:gd name="connsiteX207" fmla="*/ 2018213 w 2915191"/>
                <a:gd name="connsiteY207" fmla="*/ 175109 h 339181"/>
                <a:gd name="connsiteX208" fmla="*/ 2027957 w 2915191"/>
                <a:gd name="connsiteY208" fmla="*/ 179758 h 339181"/>
                <a:gd name="connsiteX209" fmla="*/ 2037701 w 2915191"/>
                <a:gd name="connsiteY209" fmla="*/ 171927 h 339181"/>
                <a:gd name="connsiteX210" fmla="*/ 2047460 w 2915191"/>
                <a:gd name="connsiteY210" fmla="*/ 183664 h 339181"/>
                <a:gd name="connsiteX211" fmla="*/ 2057204 w 2915191"/>
                <a:gd name="connsiteY211" fmla="*/ 169421 h 339181"/>
                <a:gd name="connsiteX212" fmla="*/ 2066963 w 2915191"/>
                <a:gd name="connsiteY212" fmla="*/ 141718 h 339181"/>
                <a:gd name="connsiteX213" fmla="*/ 2076707 w 2915191"/>
                <a:gd name="connsiteY213" fmla="*/ 158565 h 339181"/>
                <a:gd name="connsiteX214" fmla="*/ 2086451 w 2915191"/>
                <a:gd name="connsiteY214" fmla="*/ 164369 h 339181"/>
                <a:gd name="connsiteX215" fmla="*/ 2096210 w 2915191"/>
                <a:gd name="connsiteY215" fmla="*/ 209934 h 339181"/>
                <a:gd name="connsiteX216" fmla="*/ 2105954 w 2915191"/>
                <a:gd name="connsiteY216" fmla="*/ 220785 h 339181"/>
                <a:gd name="connsiteX217" fmla="*/ 2115697 w 2915191"/>
                <a:gd name="connsiteY217" fmla="*/ 203602 h 339181"/>
                <a:gd name="connsiteX218" fmla="*/ 2125456 w 2915191"/>
                <a:gd name="connsiteY218" fmla="*/ 186234 h 339181"/>
                <a:gd name="connsiteX219" fmla="*/ 2135200 w 2915191"/>
                <a:gd name="connsiteY219" fmla="*/ 201789 h 339181"/>
                <a:gd name="connsiteX220" fmla="*/ 2144959 w 2915191"/>
                <a:gd name="connsiteY220" fmla="*/ 198913 h 339181"/>
                <a:gd name="connsiteX221" fmla="*/ 2154703 w 2915191"/>
                <a:gd name="connsiteY221" fmla="*/ 201543 h 339181"/>
                <a:gd name="connsiteX222" fmla="*/ 2164447 w 2915191"/>
                <a:gd name="connsiteY222" fmla="*/ 202376 h 339181"/>
                <a:gd name="connsiteX223" fmla="*/ 2174206 w 2915191"/>
                <a:gd name="connsiteY223" fmla="*/ 172489 h 339181"/>
                <a:gd name="connsiteX224" fmla="*/ 2183950 w 2915191"/>
                <a:gd name="connsiteY224" fmla="*/ 181264 h 339181"/>
                <a:gd name="connsiteX225" fmla="*/ 2193709 w 2915191"/>
                <a:gd name="connsiteY225" fmla="*/ 164978 h 339181"/>
                <a:gd name="connsiteX226" fmla="*/ 2203452 w 2915191"/>
                <a:gd name="connsiteY226" fmla="*/ 155131 h 339181"/>
                <a:gd name="connsiteX227" fmla="*/ 2213196 w 2915191"/>
                <a:gd name="connsiteY227" fmla="*/ 163321 h 339181"/>
                <a:gd name="connsiteX228" fmla="*/ 2222955 w 2915191"/>
                <a:gd name="connsiteY228" fmla="*/ 152238 h 339181"/>
                <a:gd name="connsiteX229" fmla="*/ 2232699 w 2915191"/>
                <a:gd name="connsiteY229" fmla="*/ 141311 h 339181"/>
                <a:gd name="connsiteX230" fmla="*/ 2242458 w 2915191"/>
                <a:gd name="connsiteY230" fmla="*/ 97332 h 339181"/>
                <a:gd name="connsiteX231" fmla="*/ 2252202 w 2915191"/>
                <a:gd name="connsiteY231" fmla="*/ 123644 h 339181"/>
                <a:gd name="connsiteX232" fmla="*/ 2261946 w 2915191"/>
                <a:gd name="connsiteY232" fmla="*/ 111872 h 339181"/>
                <a:gd name="connsiteX233" fmla="*/ 2271705 w 2915191"/>
                <a:gd name="connsiteY233" fmla="*/ 119541 h 339181"/>
                <a:gd name="connsiteX234" fmla="*/ 2281449 w 2915191"/>
                <a:gd name="connsiteY234" fmla="*/ 93955 h 339181"/>
                <a:gd name="connsiteX235" fmla="*/ 2291208 w 2915191"/>
                <a:gd name="connsiteY235" fmla="*/ 76804 h 339181"/>
                <a:gd name="connsiteX236" fmla="*/ 2300951 w 2915191"/>
                <a:gd name="connsiteY236" fmla="*/ 62544 h 339181"/>
                <a:gd name="connsiteX237" fmla="*/ 2310695 w 2915191"/>
                <a:gd name="connsiteY237" fmla="*/ 62614 h 339181"/>
                <a:gd name="connsiteX238" fmla="*/ 2320454 w 2915191"/>
                <a:gd name="connsiteY238" fmla="*/ 36377 h 339181"/>
                <a:gd name="connsiteX239" fmla="*/ 2330198 w 2915191"/>
                <a:gd name="connsiteY239" fmla="*/ 42055 h 339181"/>
                <a:gd name="connsiteX240" fmla="*/ 2339957 w 2915191"/>
                <a:gd name="connsiteY240" fmla="*/ 19130 h 339181"/>
                <a:gd name="connsiteX241" fmla="*/ 2349701 w 2915191"/>
                <a:gd name="connsiteY241" fmla="*/ 15856 h 339181"/>
                <a:gd name="connsiteX242" fmla="*/ 2359445 w 2915191"/>
                <a:gd name="connsiteY242" fmla="*/ 347 h 339181"/>
                <a:gd name="connsiteX243" fmla="*/ 2369204 w 2915191"/>
                <a:gd name="connsiteY243" fmla="*/ 21082 h 339181"/>
                <a:gd name="connsiteX244" fmla="*/ 2378948 w 2915191"/>
                <a:gd name="connsiteY244" fmla="*/ 6401 h 339181"/>
                <a:gd name="connsiteX245" fmla="*/ 2388692 w 2915191"/>
                <a:gd name="connsiteY245" fmla="*/ 0 h 339181"/>
                <a:gd name="connsiteX246" fmla="*/ 2398450 w 2915191"/>
                <a:gd name="connsiteY246" fmla="*/ 46975 h 339181"/>
                <a:gd name="connsiteX247" fmla="*/ 2408194 w 2915191"/>
                <a:gd name="connsiteY247" fmla="*/ 47578 h 339181"/>
                <a:gd name="connsiteX248" fmla="*/ 2417953 w 2915191"/>
                <a:gd name="connsiteY248" fmla="*/ 59109 h 339181"/>
                <a:gd name="connsiteX249" fmla="*/ 2427697 w 2915191"/>
                <a:gd name="connsiteY249" fmla="*/ 68498 h 339181"/>
                <a:gd name="connsiteX250" fmla="*/ 2437441 w 2915191"/>
                <a:gd name="connsiteY250" fmla="*/ 56618 h 339181"/>
                <a:gd name="connsiteX251" fmla="*/ 2447200 w 2915191"/>
                <a:gd name="connsiteY251" fmla="*/ 71706 h 339181"/>
                <a:gd name="connsiteX252" fmla="*/ 2456944 w 2915191"/>
                <a:gd name="connsiteY252" fmla="*/ 98895 h 339181"/>
                <a:gd name="connsiteX253" fmla="*/ 2466703 w 2915191"/>
                <a:gd name="connsiteY253" fmla="*/ 120722 h 339181"/>
                <a:gd name="connsiteX254" fmla="*/ 2476446 w 2915191"/>
                <a:gd name="connsiteY254" fmla="*/ 84297 h 339181"/>
                <a:gd name="connsiteX255" fmla="*/ 2486190 w 2915191"/>
                <a:gd name="connsiteY255" fmla="*/ 120533 h 339181"/>
                <a:gd name="connsiteX256" fmla="*/ 2495949 w 2915191"/>
                <a:gd name="connsiteY256" fmla="*/ 135993 h 339181"/>
                <a:gd name="connsiteX257" fmla="*/ 2505693 w 2915191"/>
                <a:gd name="connsiteY257" fmla="*/ 163496 h 339181"/>
                <a:gd name="connsiteX258" fmla="*/ 2515452 w 2915191"/>
                <a:gd name="connsiteY258" fmla="*/ 149300 h 339181"/>
                <a:gd name="connsiteX259" fmla="*/ 2525196 w 2915191"/>
                <a:gd name="connsiteY259" fmla="*/ 185749 h 339181"/>
                <a:gd name="connsiteX260" fmla="*/ 2534940 w 2915191"/>
                <a:gd name="connsiteY260" fmla="*/ 164205 h 339181"/>
                <a:gd name="connsiteX261" fmla="*/ 2544699 w 2915191"/>
                <a:gd name="connsiteY261" fmla="*/ 167947 h 339181"/>
                <a:gd name="connsiteX262" fmla="*/ 2554443 w 2915191"/>
                <a:gd name="connsiteY262" fmla="*/ 155116 h 339181"/>
                <a:gd name="connsiteX263" fmla="*/ 2564202 w 2915191"/>
                <a:gd name="connsiteY263" fmla="*/ 164948 h 339181"/>
                <a:gd name="connsiteX264" fmla="*/ 2573946 w 2915191"/>
                <a:gd name="connsiteY264" fmla="*/ 200514 h 339181"/>
                <a:gd name="connsiteX265" fmla="*/ 2583690 w 2915191"/>
                <a:gd name="connsiteY265" fmla="*/ 198191 h 339181"/>
                <a:gd name="connsiteX266" fmla="*/ 2593448 w 2915191"/>
                <a:gd name="connsiteY266" fmla="*/ 205600 h 339181"/>
                <a:gd name="connsiteX267" fmla="*/ 2603192 w 2915191"/>
                <a:gd name="connsiteY267" fmla="*/ 192511 h 339181"/>
                <a:gd name="connsiteX268" fmla="*/ 2612951 w 2915191"/>
                <a:gd name="connsiteY268" fmla="*/ 189084 h 339181"/>
                <a:gd name="connsiteX269" fmla="*/ 2622695 w 2915191"/>
                <a:gd name="connsiteY269" fmla="*/ 222311 h 339181"/>
                <a:gd name="connsiteX270" fmla="*/ 2632439 w 2915191"/>
                <a:gd name="connsiteY270" fmla="*/ 214453 h 339181"/>
                <a:gd name="connsiteX271" fmla="*/ 2642198 w 2915191"/>
                <a:gd name="connsiteY271" fmla="*/ 205888 h 339181"/>
                <a:gd name="connsiteX272" fmla="*/ 2651942 w 2915191"/>
                <a:gd name="connsiteY272" fmla="*/ 210926 h 339181"/>
                <a:gd name="connsiteX273" fmla="*/ 2661685 w 2915191"/>
                <a:gd name="connsiteY273" fmla="*/ 221007 h 339181"/>
                <a:gd name="connsiteX274" fmla="*/ 2671444 w 2915191"/>
                <a:gd name="connsiteY274" fmla="*/ 218051 h 339181"/>
                <a:gd name="connsiteX275" fmla="*/ 2681188 w 2915191"/>
                <a:gd name="connsiteY275" fmla="*/ 206838 h 339181"/>
                <a:gd name="connsiteX276" fmla="*/ 2690947 w 2915191"/>
                <a:gd name="connsiteY276" fmla="*/ 207428 h 339181"/>
                <a:gd name="connsiteX277" fmla="*/ 2700691 w 2915191"/>
                <a:gd name="connsiteY277" fmla="*/ 233618 h 339181"/>
                <a:gd name="connsiteX278" fmla="*/ 2710435 w 2915191"/>
                <a:gd name="connsiteY278" fmla="*/ 200417 h 339181"/>
                <a:gd name="connsiteX279" fmla="*/ 2720194 w 2915191"/>
                <a:gd name="connsiteY279" fmla="*/ 187696 h 339181"/>
                <a:gd name="connsiteX280" fmla="*/ 2729938 w 2915191"/>
                <a:gd name="connsiteY280" fmla="*/ 178332 h 339181"/>
                <a:gd name="connsiteX281" fmla="*/ 2739697 w 2915191"/>
                <a:gd name="connsiteY281" fmla="*/ 142606 h 339181"/>
                <a:gd name="connsiteX282" fmla="*/ 2749441 w 2915191"/>
                <a:gd name="connsiteY282" fmla="*/ 138507 h 339181"/>
                <a:gd name="connsiteX283" fmla="*/ 2759185 w 2915191"/>
                <a:gd name="connsiteY283" fmla="*/ 128992 h 339181"/>
                <a:gd name="connsiteX284" fmla="*/ 2768943 w 2915191"/>
                <a:gd name="connsiteY284" fmla="*/ 133760 h 339181"/>
                <a:gd name="connsiteX285" fmla="*/ 2778687 w 2915191"/>
                <a:gd name="connsiteY285" fmla="*/ 147998 h 339181"/>
                <a:gd name="connsiteX286" fmla="*/ 2788446 w 2915191"/>
                <a:gd name="connsiteY286" fmla="*/ 142571 h 339181"/>
                <a:gd name="connsiteX287" fmla="*/ 2798190 w 2915191"/>
                <a:gd name="connsiteY287" fmla="*/ 143887 h 339181"/>
                <a:gd name="connsiteX288" fmla="*/ 2807934 w 2915191"/>
                <a:gd name="connsiteY288" fmla="*/ 131195 h 339181"/>
                <a:gd name="connsiteX289" fmla="*/ 2817693 w 2915191"/>
                <a:gd name="connsiteY289" fmla="*/ 121130 h 339181"/>
                <a:gd name="connsiteX290" fmla="*/ 2827437 w 2915191"/>
                <a:gd name="connsiteY290" fmla="*/ 107261 h 339181"/>
                <a:gd name="connsiteX291" fmla="*/ 2837196 w 2915191"/>
                <a:gd name="connsiteY291" fmla="*/ 136107 h 339181"/>
                <a:gd name="connsiteX292" fmla="*/ 2846940 w 2915191"/>
                <a:gd name="connsiteY292" fmla="*/ 134434 h 339181"/>
                <a:gd name="connsiteX293" fmla="*/ 2856684 w 2915191"/>
                <a:gd name="connsiteY293" fmla="*/ 125743 h 339181"/>
                <a:gd name="connsiteX294" fmla="*/ 2866442 w 2915191"/>
                <a:gd name="connsiteY294" fmla="*/ 174247 h 339181"/>
                <a:gd name="connsiteX295" fmla="*/ 2876186 w 2915191"/>
                <a:gd name="connsiteY295" fmla="*/ 178701 h 339181"/>
                <a:gd name="connsiteX296" fmla="*/ 2885945 w 2915191"/>
                <a:gd name="connsiteY296" fmla="*/ 142130 h 339181"/>
                <a:gd name="connsiteX297" fmla="*/ 2895689 w 2915191"/>
                <a:gd name="connsiteY297" fmla="*/ 144529 h 339181"/>
                <a:gd name="connsiteX298" fmla="*/ 2905433 w 2915191"/>
                <a:gd name="connsiteY298" fmla="*/ 153613 h 339181"/>
                <a:gd name="connsiteX299" fmla="*/ 2915192 w 2915191"/>
                <a:gd name="connsiteY299" fmla="*/ 180750 h 339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39181">
                  <a:moveTo>
                    <a:pt x="0" y="181583"/>
                  </a:moveTo>
                  <a:lnTo>
                    <a:pt x="9750" y="197169"/>
                  </a:lnTo>
                  <a:lnTo>
                    <a:pt x="19500" y="198219"/>
                  </a:lnTo>
                  <a:lnTo>
                    <a:pt x="29250" y="212029"/>
                  </a:lnTo>
                  <a:lnTo>
                    <a:pt x="39000" y="234227"/>
                  </a:lnTo>
                  <a:lnTo>
                    <a:pt x="48749" y="247448"/>
                  </a:lnTo>
                  <a:lnTo>
                    <a:pt x="58499" y="243116"/>
                  </a:lnTo>
                  <a:lnTo>
                    <a:pt x="68249" y="247781"/>
                  </a:lnTo>
                  <a:lnTo>
                    <a:pt x="77998" y="221308"/>
                  </a:lnTo>
                  <a:lnTo>
                    <a:pt x="87748" y="216937"/>
                  </a:lnTo>
                  <a:lnTo>
                    <a:pt x="97497" y="252894"/>
                  </a:lnTo>
                  <a:lnTo>
                    <a:pt x="107247" y="238802"/>
                  </a:lnTo>
                  <a:lnTo>
                    <a:pt x="116997" y="233972"/>
                  </a:lnTo>
                  <a:lnTo>
                    <a:pt x="126747" y="218559"/>
                  </a:lnTo>
                  <a:lnTo>
                    <a:pt x="136497" y="191939"/>
                  </a:lnTo>
                  <a:lnTo>
                    <a:pt x="146247" y="192493"/>
                  </a:lnTo>
                  <a:lnTo>
                    <a:pt x="155997" y="206273"/>
                  </a:lnTo>
                  <a:lnTo>
                    <a:pt x="165747" y="210844"/>
                  </a:lnTo>
                  <a:lnTo>
                    <a:pt x="175497" y="206703"/>
                  </a:lnTo>
                  <a:lnTo>
                    <a:pt x="185247" y="221570"/>
                  </a:lnTo>
                  <a:lnTo>
                    <a:pt x="194996" y="241539"/>
                  </a:lnTo>
                  <a:lnTo>
                    <a:pt x="204746" y="267632"/>
                  </a:lnTo>
                  <a:lnTo>
                    <a:pt x="214495" y="258962"/>
                  </a:lnTo>
                  <a:lnTo>
                    <a:pt x="224245" y="228530"/>
                  </a:lnTo>
                  <a:lnTo>
                    <a:pt x="233995" y="202386"/>
                  </a:lnTo>
                  <a:lnTo>
                    <a:pt x="243744" y="199646"/>
                  </a:lnTo>
                  <a:lnTo>
                    <a:pt x="253494" y="214654"/>
                  </a:lnTo>
                  <a:lnTo>
                    <a:pt x="263244" y="236907"/>
                  </a:lnTo>
                  <a:lnTo>
                    <a:pt x="272994" y="227539"/>
                  </a:lnTo>
                  <a:lnTo>
                    <a:pt x="282744" y="199642"/>
                  </a:lnTo>
                  <a:lnTo>
                    <a:pt x="292494" y="195986"/>
                  </a:lnTo>
                  <a:lnTo>
                    <a:pt x="302244" y="187742"/>
                  </a:lnTo>
                  <a:lnTo>
                    <a:pt x="311994" y="208736"/>
                  </a:lnTo>
                  <a:lnTo>
                    <a:pt x="321744" y="222793"/>
                  </a:lnTo>
                  <a:lnTo>
                    <a:pt x="331493" y="195497"/>
                  </a:lnTo>
                  <a:lnTo>
                    <a:pt x="341243" y="212065"/>
                  </a:lnTo>
                  <a:lnTo>
                    <a:pt x="350993" y="225010"/>
                  </a:lnTo>
                  <a:lnTo>
                    <a:pt x="360742" y="190807"/>
                  </a:lnTo>
                  <a:lnTo>
                    <a:pt x="370492" y="185549"/>
                  </a:lnTo>
                  <a:lnTo>
                    <a:pt x="380241" y="164109"/>
                  </a:lnTo>
                  <a:lnTo>
                    <a:pt x="389991" y="148841"/>
                  </a:lnTo>
                  <a:lnTo>
                    <a:pt x="399741" y="128306"/>
                  </a:lnTo>
                  <a:lnTo>
                    <a:pt x="409491" y="148698"/>
                  </a:lnTo>
                  <a:lnTo>
                    <a:pt x="419241" y="160553"/>
                  </a:lnTo>
                  <a:lnTo>
                    <a:pt x="428991" y="182395"/>
                  </a:lnTo>
                  <a:lnTo>
                    <a:pt x="438741" y="175799"/>
                  </a:lnTo>
                  <a:lnTo>
                    <a:pt x="448491" y="170377"/>
                  </a:lnTo>
                  <a:lnTo>
                    <a:pt x="458241" y="182901"/>
                  </a:lnTo>
                  <a:lnTo>
                    <a:pt x="467991" y="183700"/>
                  </a:lnTo>
                  <a:lnTo>
                    <a:pt x="477740" y="163181"/>
                  </a:lnTo>
                  <a:lnTo>
                    <a:pt x="487490" y="169862"/>
                  </a:lnTo>
                  <a:lnTo>
                    <a:pt x="497239" y="138136"/>
                  </a:lnTo>
                  <a:lnTo>
                    <a:pt x="506989" y="143427"/>
                  </a:lnTo>
                  <a:lnTo>
                    <a:pt x="516738" y="166837"/>
                  </a:lnTo>
                  <a:lnTo>
                    <a:pt x="526488" y="150445"/>
                  </a:lnTo>
                  <a:lnTo>
                    <a:pt x="536238" y="181769"/>
                  </a:lnTo>
                  <a:lnTo>
                    <a:pt x="545988" y="176675"/>
                  </a:lnTo>
                  <a:lnTo>
                    <a:pt x="555738" y="163665"/>
                  </a:lnTo>
                  <a:lnTo>
                    <a:pt x="565488" y="203921"/>
                  </a:lnTo>
                  <a:lnTo>
                    <a:pt x="575238" y="239224"/>
                  </a:lnTo>
                  <a:lnTo>
                    <a:pt x="584988" y="238957"/>
                  </a:lnTo>
                  <a:lnTo>
                    <a:pt x="594738" y="259901"/>
                  </a:lnTo>
                  <a:lnTo>
                    <a:pt x="604488" y="283484"/>
                  </a:lnTo>
                  <a:lnTo>
                    <a:pt x="614237" y="258882"/>
                  </a:lnTo>
                  <a:lnTo>
                    <a:pt x="623987" y="291689"/>
                  </a:lnTo>
                  <a:lnTo>
                    <a:pt x="633736" y="288450"/>
                  </a:lnTo>
                  <a:lnTo>
                    <a:pt x="643486" y="237850"/>
                  </a:lnTo>
                  <a:lnTo>
                    <a:pt x="653236" y="305151"/>
                  </a:lnTo>
                  <a:lnTo>
                    <a:pt x="662985" y="339181"/>
                  </a:lnTo>
                  <a:lnTo>
                    <a:pt x="672735" y="326557"/>
                  </a:lnTo>
                  <a:lnTo>
                    <a:pt x="682485" y="300341"/>
                  </a:lnTo>
                  <a:lnTo>
                    <a:pt x="692235" y="304325"/>
                  </a:lnTo>
                  <a:lnTo>
                    <a:pt x="701985" y="298711"/>
                  </a:lnTo>
                  <a:lnTo>
                    <a:pt x="711735" y="289286"/>
                  </a:lnTo>
                  <a:lnTo>
                    <a:pt x="721485" y="261011"/>
                  </a:lnTo>
                  <a:lnTo>
                    <a:pt x="731235" y="252389"/>
                  </a:lnTo>
                  <a:lnTo>
                    <a:pt x="740985" y="252989"/>
                  </a:lnTo>
                  <a:lnTo>
                    <a:pt x="750734" y="210681"/>
                  </a:lnTo>
                  <a:lnTo>
                    <a:pt x="760484" y="247039"/>
                  </a:lnTo>
                  <a:lnTo>
                    <a:pt x="770233" y="237792"/>
                  </a:lnTo>
                  <a:lnTo>
                    <a:pt x="779983" y="264672"/>
                  </a:lnTo>
                  <a:lnTo>
                    <a:pt x="789733" y="264944"/>
                  </a:lnTo>
                  <a:lnTo>
                    <a:pt x="799482" y="292477"/>
                  </a:lnTo>
                  <a:lnTo>
                    <a:pt x="809232" y="266388"/>
                  </a:lnTo>
                  <a:lnTo>
                    <a:pt x="818982" y="261669"/>
                  </a:lnTo>
                  <a:lnTo>
                    <a:pt x="828732" y="228765"/>
                  </a:lnTo>
                  <a:lnTo>
                    <a:pt x="838482" y="247113"/>
                  </a:lnTo>
                  <a:lnTo>
                    <a:pt x="848232" y="262711"/>
                  </a:lnTo>
                  <a:lnTo>
                    <a:pt x="857982" y="300265"/>
                  </a:lnTo>
                  <a:lnTo>
                    <a:pt x="867732" y="285746"/>
                  </a:lnTo>
                  <a:lnTo>
                    <a:pt x="877482" y="276114"/>
                  </a:lnTo>
                  <a:lnTo>
                    <a:pt x="887231" y="281601"/>
                  </a:lnTo>
                  <a:lnTo>
                    <a:pt x="896981" y="261066"/>
                  </a:lnTo>
                  <a:lnTo>
                    <a:pt x="906730" y="264384"/>
                  </a:lnTo>
                  <a:lnTo>
                    <a:pt x="916480" y="274770"/>
                  </a:lnTo>
                  <a:lnTo>
                    <a:pt x="926230" y="239068"/>
                  </a:lnTo>
                  <a:lnTo>
                    <a:pt x="935979" y="252955"/>
                  </a:lnTo>
                  <a:lnTo>
                    <a:pt x="945729" y="253971"/>
                  </a:lnTo>
                  <a:lnTo>
                    <a:pt x="955479" y="255959"/>
                  </a:lnTo>
                  <a:lnTo>
                    <a:pt x="965229" y="219242"/>
                  </a:lnTo>
                  <a:lnTo>
                    <a:pt x="974979" y="245207"/>
                  </a:lnTo>
                  <a:lnTo>
                    <a:pt x="984729" y="251633"/>
                  </a:lnTo>
                  <a:lnTo>
                    <a:pt x="994474" y="222200"/>
                  </a:lnTo>
                  <a:lnTo>
                    <a:pt x="1004233" y="223459"/>
                  </a:lnTo>
                  <a:lnTo>
                    <a:pt x="1013977" y="195224"/>
                  </a:lnTo>
                  <a:lnTo>
                    <a:pt x="1023721" y="211846"/>
                  </a:lnTo>
                  <a:lnTo>
                    <a:pt x="1033480" y="205092"/>
                  </a:lnTo>
                  <a:lnTo>
                    <a:pt x="1043224" y="219806"/>
                  </a:lnTo>
                  <a:lnTo>
                    <a:pt x="1052983" y="227080"/>
                  </a:lnTo>
                  <a:lnTo>
                    <a:pt x="1062727" y="185017"/>
                  </a:lnTo>
                  <a:lnTo>
                    <a:pt x="1072471" y="164479"/>
                  </a:lnTo>
                  <a:lnTo>
                    <a:pt x="1082230" y="182761"/>
                  </a:lnTo>
                  <a:lnTo>
                    <a:pt x="1091973" y="202777"/>
                  </a:lnTo>
                  <a:lnTo>
                    <a:pt x="1101732" y="226100"/>
                  </a:lnTo>
                  <a:lnTo>
                    <a:pt x="1111476" y="239796"/>
                  </a:lnTo>
                  <a:lnTo>
                    <a:pt x="1121220" y="238850"/>
                  </a:lnTo>
                  <a:lnTo>
                    <a:pt x="1130979" y="197888"/>
                  </a:lnTo>
                  <a:lnTo>
                    <a:pt x="1140723" y="209311"/>
                  </a:lnTo>
                  <a:lnTo>
                    <a:pt x="1150482" y="207434"/>
                  </a:lnTo>
                  <a:lnTo>
                    <a:pt x="1160226" y="195531"/>
                  </a:lnTo>
                  <a:lnTo>
                    <a:pt x="1169969" y="147105"/>
                  </a:lnTo>
                  <a:lnTo>
                    <a:pt x="1179728" y="175124"/>
                  </a:lnTo>
                  <a:lnTo>
                    <a:pt x="1189472" y="174218"/>
                  </a:lnTo>
                  <a:lnTo>
                    <a:pt x="1199231" y="194073"/>
                  </a:lnTo>
                  <a:lnTo>
                    <a:pt x="1208975" y="215143"/>
                  </a:lnTo>
                  <a:lnTo>
                    <a:pt x="1218719" y="217862"/>
                  </a:lnTo>
                  <a:lnTo>
                    <a:pt x="1228478" y="215800"/>
                  </a:lnTo>
                  <a:lnTo>
                    <a:pt x="1238222" y="196144"/>
                  </a:lnTo>
                  <a:lnTo>
                    <a:pt x="1247966" y="179704"/>
                  </a:lnTo>
                  <a:lnTo>
                    <a:pt x="1257725" y="210216"/>
                  </a:lnTo>
                  <a:lnTo>
                    <a:pt x="1267469" y="235627"/>
                  </a:lnTo>
                  <a:lnTo>
                    <a:pt x="1277227" y="233039"/>
                  </a:lnTo>
                  <a:lnTo>
                    <a:pt x="1286971" y="188457"/>
                  </a:lnTo>
                  <a:lnTo>
                    <a:pt x="1296715" y="187393"/>
                  </a:lnTo>
                  <a:lnTo>
                    <a:pt x="1306474" y="187651"/>
                  </a:lnTo>
                  <a:lnTo>
                    <a:pt x="1316218" y="180418"/>
                  </a:lnTo>
                  <a:lnTo>
                    <a:pt x="1325977" y="187501"/>
                  </a:lnTo>
                  <a:lnTo>
                    <a:pt x="1335721" y="159367"/>
                  </a:lnTo>
                  <a:lnTo>
                    <a:pt x="1345465" y="140004"/>
                  </a:lnTo>
                  <a:lnTo>
                    <a:pt x="1355224" y="161568"/>
                  </a:lnTo>
                  <a:lnTo>
                    <a:pt x="1364967" y="166663"/>
                  </a:lnTo>
                  <a:lnTo>
                    <a:pt x="1374726" y="158777"/>
                  </a:lnTo>
                  <a:lnTo>
                    <a:pt x="1384470" y="149414"/>
                  </a:lnTo>
                  <a:lnTo>
                    <a:pt x="1394214" y="150974"/>
                  </a:lnTo>
                  <a:lnTo>
                    <a:pt x="1403973" y="194107"/>
                  </a:lnTo>
                  <a:lnTo>
                    <a:pt x="1413717" y="161350"/>
                  </a:lnTo>
                  <a:lnTo>
                    <a:pt x="1423476" y="131011"/>
                  </a:lnTo>
                  <a:lnTo>
                    <a:pt x="1433220" y="111082"/>
                  </a:lnTo>
                  <a:lnTo>
                    <a:pt x="1442964" y="97167"/>
                  </a:lnTo>
                  <a:lnTo>
                    <a:pt x="1452722" y="68352"/>
                  </a:lnTo>
                  <a:lnTo>
                    <a:pt x="1462466" y="87734"/>
                  </a:lnTo>
                  <a:lnTo>
                    <a:pt x="1472225" y="53067"/>
                  </a:lnTo>
                  <a:lnTo>
                    <a:pt x="1481969" y="86106"/>
                  </a:lnTo>
                  <a:lnTo>
                    <a:pt x="1491713" y="64490"/>
                  </a:lnTo>
                  <a:lnTo>
                    <a:pt x="1501472" y="101933"/>
                  </a:lnTo>
                  <a:lnTo>
                    <a:pt x="1511216" y="140271"/>
                  </a:lnTo>
                  <a:lnTo>
                    <a:pt x="1520960" y="155879"/>
                  </a:lnTo>
                  <a:lnTo>
                    <a:pt x="1530719" y="169802"/>
                  </a:lnTo>
                  <a:lnTo>
                    <a:pt x="1540463" y="196637"/>
                  </a:lnTo>
                  <a:lnTo>
                    <a:pt x="1550221" y="203060"/>
                  </a:lnTo>
                  <a:lnTo>
                    <a:pt x="1559965" y="217182"/>
                  </a:lnTo>
                  <a:lnTo>
                    <a:pt x="1569709" y="224771"/>
                  </a:lnTo>
                  <a:lnTo>
                    <a:pt x="1579468" y="205770"/>
                  </a:lnTo>
                  <a:lnTo>
                    <a:pt x="1589212" y="250234"/>
                  </a:lnTo>
                  <a:lnTo>
                    <a:pt x="1598971" y="209197"/>
                  </a:lnTo>
                  <a:lnTo>
                    <a:pt x="1608715" y="201692"/>
                  </a:lnTo>
                  <a:lnTo>
                    <a:pt x="1618459" y="194877"/>
                  </a:lnTo>
                  <a:lnTo>
                    <a:pt x="1628218" y="208178"/>
                  </a:lnTo>
                  <a:lnTo>
                    <a:pt x="1637962" y="224416"/>
                  </a:lnTo>
                  <a:lnTo>
                    <a:pt x="1647720" y="235498"/>
                  </a:lnTo>
                  <a:lnTo>
                    <a:pt x="1657464" y="247018"/>
                  </a:lnTo>
                  <a:lnTo>
                    <a:pt x="1667208" y="291025"/>
                  </a:lnTo>
                  <a:lnTo>
                    <a:pt x="1676967" y="274162"/>
                  </a:lnTo>
                  <a:lnTo>
                    <a:pt x="1686711" y="240695"/>
                  </a:lnTo>
                  <a:lnTo>
                    <a:pt x="1696470" y="242628"/>
                  </a:lnTo>
                  <a:lnTo>
                    <a:pt x="1706214" y="238472"/>
                  </a:lnTo>
                  <a:lnTo>
                    <a:pt x="1715958" y="255309"/>
                  </a:lnTo>
                  <a:lnTo>
                    <a:pt x="1725716" y="304726"/>
                  </a:lnTo>
                  <a:lnTo>
                    <a:pt x="1735460" y="286856"/>
                  </a:lnTo>
                  <a:lnTo>
                    <a:pt x="1745219" y="277759"/>
                  </a:lnTo>
                  <a:lnTo>
                    <a:pt x="1754963" y="280526"/>
                  </a:lnTo>
                  <a:lnTo>
                    <a:pt x="1764707" y="288788"/>
                  </a:lnTo>
                  <a:lnTo>
                    <a:pt x="1774466" y="283870"/>
                  </a:lnTo>
                  <a:lnTo>
                    <a:pt x="1784210" y="238273"/>
                  </a:lnTo>
                  <a:lnTo>
                    <a:pt x="1793969" y="241371"/>
                  </a:lnTo>
                  <a:lnTo>
                    <a:pt x="1803713" y="253470"/>
                  </a:lnTo>
                  <a:lnTo>
                    <a:pt x="1813457" y="271327"/>
                  </a:lnTo>
                  <a:lnTo>
                    <a:pt x="1823215" y="280228"/>
                  </a:lnTo>
                  <a:lnTo>
                    <a:pt x="1832959" y="278142"/>
                  </a:lnTo>
                  <a:lnTo>
                    <a:pt x="1842703" y="281901"/>
                  </a:lnTo>
                  <a:lnTo>
                    <a:pt x="1852462" y="273746"/>
                  </a:lnTo>
                  <a:lnTo>
                    <a:pt x="1862206" y="269806"/>
                  </a:lnTo>
                  <a:lnTo>
                    <a:pt x="1871965" y="296083"/>
                  </a:lnTo>
                  <a:lnTo>
                    <a:pt x="1881709" y="296219"/>
                  </a:lnTo>
                  <a:lnTo>
                    <a:pt x="1891453" y="293316"/>
                  </a:lnTo>
                  <a:lnTo>
                    <a:pt x="1901212" y="306606"/>
                  </a:lnTo>
                  <a:lnTo>
                    <a:pt x="1910956" y="337587"/>
                  </a:lnTo>
                  <a:lnTo>
                    <a:pt x="1920714" y="305733"/>
                  </a:lnTo>
                  <a:lnTo>
                    <a:pt x="1930458" y="273927"/>
                  </a:lnTo>
                  <a:lnTo>
                    <a:pt x="1940202" y="281096"/>
                  </a:lnTo>
                  <a:lnTo>
                    <a:pt x="1949961" y="289653"/>
                  </a:lnTo>
                  <a:lnTo>
                    <a:pt x="1959705" y="276314"/>
                  </a:lnTo>
                  <a:lnTo>
                    <a:pt x="1969464" y="275159"/>
                  </a:lnTo>
                  <a:lnTo>
                    <a:pt x="1979208" y="275604"/>
                  </a:lnTo>
                  <a:lnTo>
                    <a:pt x="1988952" y="223169"/>
                  </a:lnTo>
                  <a:lnTo>
                    <a:pt x="1998711" y="220895"/>
                  </a:lnTo>
                  <a:lnTo>
                    <a:pt x="2008454" y="194527"/>
                  </a:lnTo>
                  <a:lnTo>
                    <a:pt x="2018213" y="175109"/>
                  </a:lnTo>
                  <a:lnTo>
                    <a:pt x="2027957" y="179758"/>
                  </a:lnTo>
                  <a:lnTo>
                    <a:pt x="2037701" y="171927"/>
                  </a:lnTo>
                  <a:lnTo>
                    <a:pt x="2047460" y="183664"/>
                  </a:lnTo>
                  <a:lnTo>
                    <a:pt x="2057204" y="169421"/>
                  </a:lnTo>
                  <a:lnTo>
                    <a:pt x="2066963" y="141718"/>
                  </a:lnTo>
                  <a:lnTo>
                    <a:pt x="2076707" y="158565"/>
                  </a:lnTo>
                  <a:lnTo>
                    <a:pt x="2086451" y="164369"/>
                  </a:lnTo>
                  <a:lnTo>
                    <a:pt x="2096210" y="209934"/>
                  </a:lnTo>
                  <a:lnTo>
                    <a:pt x="2105954" y="220785"/>
                  </a:lnTo>
                  <a:lnTo>
                    <a:pt x="2115697" y="203602"/>
                  </a:lnTo>
                  <a:lnTo>
                    <a:pt x="2125456" y="186234"/>
                  </a:lnTo>
                  <a:lnTo>
                    <a:pt x="2135200" y="201789"/>
                  </a:lnTo>
                  <a:lnTo>
                    <a:pt x="2144959" y="198913"/>
                  </a:lnTo>
                  <a:lnTo>
                    <a:pt x="2154703" y="201543"/>
                  </a:lnTo>
                  <a:lnTo>
                    <a:pt x="2164447" y="202376"/>
                  </a:lnTo>
                  <a:lnTo>
                    <a:pt x="2174206" y="172489"/>
                  </a:lnTo>
                  <a:lnTo>
                    <a:pt x="2183950" y="181264"/>
                  </a:lnTo>
                  <a:lnTo>
                    <a:pt x="2193709" y="164978"/>
                  </a:lnTo>
                  <a:lnTo>
                    <a:pt x="2203452" y="155131"/>
                  </a:lnTo>
                  <a:lnTo>
                    <a:pt x="2213196" y="163321"/>
                  </a:lnTo>
                  <a:lnTo>
                    <a:pt x="2222955" y="152238"/>
                  </a:lnTo>
                  <a:lnTo>
                    <a:pt x="2232699" y="141311"/>
                  </a:lnTo>
                  <a:lnTo>
                    <a:pt x="2242458" y="97332"/>
                  </a:lnTo>
                  <a:lnTo>
                    <a:pt x="2252202" y="123644"/>
                  </a:lnTo>
                  <a:lnTo>
                    <a:pt x="2261946" y="111872"/>
                  </a:lnTo>
                  <a:lnTo>
                    <a:pt x="2271705" y="119541"/>
                  </a:lnTo>
                  <a:lnTo>
                    <a:pt x="2281449" y="93955"/>
                  </a:lnTo>
                  <a:lnTo>
                    <a:pt x="2291208" y="76804"/>
                  </a:lnTo>
                  <a:lnTo>
                    <a:pt x="2300951" y="62544"/>
                  </a:lnTo>
                  <a:lnTo>
                    <a:pt x="2310695" y="62614"/>
                  </a:lnTo>
                  <a:lnTo>
                    <a:pt x="2320454" y="36377"/>
                  </a:lnTo>
                  <a:lnTo>
                    <a:pt x="2330198" y="42055"/>
                  </a:lnTo>
                  <a:lnTo>
                    <a:pt x="2339957" y="19130"/>
                  </a:lnTo>
                  <a:lnTo>
                    <a:pt x="2349701" y="15856"/>
                  </a:lnTo>
                  <a:lnTo>
                    <a:pt x="2359445" y="347"/>
                  </a:lnTo>
                  <a:lnTo>
                    <a:pt x="2369204" y="21082"/>
                  </a:lnTo>
                  <a:lnTo>
                    <a:pt x="2378948" y="6401"/>
                  </a:lnTo>
                  <a:lnTo>
                    <a:pt x="2388692" y="0"/>
                  </a:lnTo>
                  <a:lnTo>
                    <a:pt x="2398450" y="46975"/>
                  </a:lnTo>
                  <a:lnTo>
                    <a:pt x="2408194" y="47578"/>
                  </a:lnTo>
                  <a:lnTo>
                    <a:pt x="2417953" y="59109"/>
                  </a:lnTo>
                  <a:lnTo>
                    <a:pt x="2427697" y="68498"/>
                  </a:lnTo>
                  <a:lnTo>
                    <a:pt x="2437441" y="56618"/>
                  </a:lnTo>
                  <a:lnTo>
                    <a:pt x="2447200" y="71706"/>
                  </a:lnTo>
                  <a:lnTo>
                    <a:pt x="2456944" y="98895"/>
                  </a:lnTo>
                  <a:lnTo>
                    <a:pt x="2466703" y="120722"/>
                  </a:lnTo>
                  <a:lnTo>
                    <a:pt x="2476446" y="84297"/>
                  </a:lnTo>
                  <a:lnTo>
                    <a:pt x="2486190" y="120533"/>
                  </a:lnTo>
                  <a:lnTo>
                    <a:pt x="2495949" y="135993"/>
                  </a:lnTo>
                  <a:lnTo>
                    <a:pt x="2505693" y="163496"/>
                  </a:lnTo>
                  <a:lnTo>
                    <a:pt x="2515452" y="149300"/>
                  </a:lnTo>
                  <a:lnTo>
                    <a:pt x="2525196" y="185749"/>
                  </a:lnTo>
                  <a:lnTo>
                    <a:pt x="2534940" y="164205"/>
                  </a:lnTo>
                  <a:lnTo>
                    <a:pt x="2544699" y="167947"/>
                  </a:lnTo>
                  <a:lnTo>
                    <a:pt x="2554443" y="155116"/>
                  </a:lnTo>
                  <a:lnTo>
                    <a:pt x="2564202" y="164948"/>
                  </a:lnTo>
                  <a:lnTo>
                    <a:pt x="2573946" y="200514"/>
                  </a:lnTo>
                  <a:lnTo>
                    <a:pt x="2583690" y="198191"/>
                  </a:lnTo>
                  <a:lnTo>
                    <a:pt x="2593448" y="205600"/>
                  </a:lnTo>
                  <a:lnTo>
                    <a:pt x="2603192" y="192511"/>
                  </a:lnTo>
                  <a:lnTo>
                    <a:pt x="2612951" y="189084"/>
                  </a:lnTo>
                  <a:lnTo>
                    <a:pt x="2622695" y="222311"/>
                  </a:lnTo>
                  <a:lnTo>
                    <a:pt x="2632439" y="214453"/>
                  </a:lnTo>
                  <a:lnTo>
                    <a:pt x="2642198" y="205888"/>
                  </a:lnTo>
                  <a:lnTo>
                    <a:pt x="2651942" y="210926"/>
                  </a:lnTo>
                  <a:lnTo>
                    <a:pt x="2661685" y="221007"/>
                  </a:lnTo>
                  <a:lnTo>
                    <a:pt x="2671444" y="218051"/>
                  </a:lnTo>
                  <a:lnTo>
                    <a:pt x="2681188" y="206838"/>
                  </a:lnTo>
                  <a:lnTo>
                    <a:pt x="2690947" y="207428"/>
                  </a:lnTo>
                  <a:lnTo>
                    <a:pt x="2700691" y="233618"/>
                  </a:lnTo>
                  <a:lnTo>
                    <a:pt x="2710435" y="200417"/>
                  </a:lnTo>
                  <a:lnTo>
                    <a:pt x="2720194" y="187696"/>
                  </a:lnTo>
                  <a:lnTo>
                    <a:pt x="2729938" y="178332"/>
                  </a:lnTo>
                  <a:lnTo>
                    <a:pt x="2739697" y="142606"/>
                  </a:lnTo>
                  <a:lnTo>
                    <a:pt x="2749441" y="138507"/>
                  </a:lnTo>
                  <a:lnTo>
                    <a:pt x="2759185" y="128992"/>
                  </a:lnTo>
                  <a:lnTo>
                    <a:pt x="2768943" y="133760"/>
                  </a:lnTo>
                  <a:lnTo>
                    <a:pt x="2778687" y="147998"/>
                  </a:lnTo>
                  <a:lnTo>
                    <a:pt x="2788446" y="142571"/>
                  </a:lnTo>
                  <a:lnTo>
                    <a:pt x="2798190" y="143887"/>
                  </a:lnTo>
                  <a:lnTo>
                    <a:pt x="2807934" y="131195"/>
                  </a:lnTo>
                  <a:lnTo>
                    <a:pt x="2817693" y="121130"/>
                  </a:lnTo>
                  <a:lnTo>
                    <a:pt x="2827437" y="107261"/>
                  </a:lnTo>
                  <a:lnTo>
                    <a:pt x="2837196" y="136107"/>
                  </a:lnTo>
                  <a:lnTo>
                    <a:pt x="2846940" y="134434"/>
                  </a:lnTo>
                  <a:lnTo>
                    <a:pt x="2856684" y="125743"/>
                  </a:lnTo>
                  <a:lnTo>
                    <a:pt x="2866442" y="174247"/>
                  </a:lnTo>
                  <a:lnTo>
                    <a:pt x="2876186" y="178701"/>
                  </a:lnTo>
                  <a:lnTo>
                    <a:pt x="2885945" y="142130"/>
                  </a:lnTo>
                  <a:lnTo>
                    <a:pt x="2895689" y="144529"/>
                  </a:lnTo>
                  <a:lnTo>
                    <a:pt x="2905433" y="153613"/>
                  </a:lnTo>
                  <a:lnTo>
                    <a:pt x="2915192" y="18075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4" name="Freeform 1113">
              <a:extLst>
                <a:ext uri="{FF2B5EF4-FFF2-40B4-BE49-F238E27FC236}">
                  <a16:creationId xmlns:a16="http://schemas.microsoft.com/office/drawing/2014/main" id="{799027C9-4A41-64FF-EAC8-602253C8B6D0}"/>
                </a:ext>
              </a:extLst>
            </p:cNvPr>
            <p:cNvSpPr/>
            <p:nvPr/>
          </p:nvSpPr>
          <p:spPr>
            <a:xfrm>
              <a:off x="4426652" y="3174838"/>
              <a:ext cx="2915191" cy="705480"/>
            </a:xfrm>
            <a:custGeom>
              <a:avLst/>
              <a:gdLst>
                <a:gd name="connsiteX0" fmla="*/ 0 w 2915191"/>
                <a:gd name="connsiteY0" fmla="*/ 72116 h 705480"/>
                <a:gd name="connsiteX1" fmla="*/ 9750 w 2915191"/>
                <a:gd name="connsiteY1" fmla="*/ 86742 h 705480"/>
                <a:gd name="connsiteX2" fmla="*/ 19500 w 2915191"/>
                <a:gd name="connsiteY2" fmla="*/ 56364 h 705480"/>
                <a:gd name="connsiteX3" fmla="*/ 29250 w 2915191"/>
                <a:gd name="connsiteY3" fmla="*/ 60768 h 705480"/>
                <a:gd name="connsiteX4" fmla="*/ 39000 w 2915191"/>
                <a:gd name="connsiteY4" fmla="*/ 18390 h 705480"/>
                <a:gd name="connsiteX5" fmla="*/ 48749 w 2915191"/>
                <a:gd name="connsiteY5" fmla="*/ 59502 h 705480"/>
                <a:gd name="connsiteX6" fmla="*/ 58499 w 2915191"/>
                <a:gd name="connsiteY6" fmla="*/ 39116 h 705480"/>
                <a:gd name="connsiteX7" fmla="*/ 68249 w 2915191"/>
                <a:gd name="connsiteY7" fmla="*/ 0 h 705480"/>
                <a:gd name="connsiteX8" fmla="*/ 77998 w 2915191"/>
                <a:gd name="connsiteY8" fmla="*/ 25300 h 705480"/>
                <a:gd name="connsiteX9" fmla="*/ 87748 w 2915191"/>
                <a:gd name="connsiteY9" fmla="*/ 25637 h 705480"/>
                <a:gd name="connsiteX10" fmla="*/ 97497 w 2915191"/>
                <a:gd name="connsiteY10" fmla="*/ 40236 h 705480"/>
                <a:gd name="connsiteX11" fmla="*/ 107247 w 2915191"/>
                <a:gd name="connsiteY11" fmla="*/ 76120 h 705480"/>
                <a:gd name="connsiteX12" fmla="*/ 116997 w 2915191"/>
                <a:gd name="connsiteY12" fmla="*/ 86839 h 705480"/>
                <a:gd name="connsiteX13" fmla="*/ 126747 w 2915191"/>
                <a:gd name="connsiteY13" fmla="*/ 100929 h 705480"/>
                <a:gd name="connsiteX14" fmla="*/ 136497 w 2915191"/>
                <a:gd name="connsiteY14" fmla="*/ 85362 h 705480"/>
                <a:gd name="connsiteX15" fmla="*/ 146247 w 2915191"/>
                <a:gd name="connsiteY15" fmla="*/ 99568 h 705480"/>
                <a:gd name="connsiteX16" fmla="*/ 155997 w 2915191"/>
                <a:gd name="connsiteY16" fmla="*/ 103168 h 705480"/>
                <a:gd name="connsiteX17" fmla="*/ 165747 w 2915191"/>
                <a:gd name="connsiteY17" fmla="*/ 102696 h 705480"/>
                <a:gd name="connsiteX18" fmla="*/ 175497 w 2915191"/>
                <a:gd name="connsiteY18" fmla="*/ 107837 h 705480"/>
                <a:gd name="connsiteX19" fmla="*/ 185247 w 2915191"/>
                <a:gd name="connsiteY19" fmla="*/ 117648 h 705480"/>
                <a:gd name="connsiteX20" fmla="*/ 194996 w 2915191"/>
                <a:gd name="connsiteY20" fmla="*/ 118997 h 705480"/>
                <a:gd name="connsiteX21" fmla="*/ 204746 w 2915191"/>
                <a:gd name="connsiteY21" fmla="*/ 108904 h 705480"/>
                <a:gd name="connsiteX22" fmla="*/ 214495 w 2915191"/>
                <a:gd name="connsiteY22" fmla="*/ 126413 h 705480"/>
                <a:gd name="connsiteX23" fmla="*/ 224245 w 2915191"/>
                <a:gd name="connsiteY23" fmla="*/ 132793 h 705480"/>
                <a:gd name="connsiteX24" fmla="*/ 233995 w 2915191"/>
                <a:gd name="connsiteY24" fmla="*/ 124742 h 705480"/>
                <a:gd name="connsiteX25" fmla="*/ 243744 w 2915191"/>
                <a:gd name="connsiteY25" fmla="*/ 104679 h 705480"/>
                <a:gd name="connsiteX26" fmla="*/ 253494 w 2915191"/>
                <a:gd name="connsiteY26" fmla="*/ 119318 h 705480"/>
                <a:gd name="connsiteX27" fmla="*/ 263244 w 2915191"/>
                <a:gd name="connsiteY27" fmla="*/ 136622 h 705480"/>
                <a:gd name="connsiteX28" fmla="*/ 272994 w 2915191"/>
                <a:gd name="connsiteY28" fmla="*/ 115540 h 705480"/>
                <a:gd name="connsiteX29" fmla="*/ 282744 w 2915191"/>
                <a:gd name="connsiteY29" fmla="*/ 112087 h 705480"/>
                <a:gd name="connsiteX30" fmla="*/ 292494 w 2915191"/>
                <a:gd name="connsiteY30" fmla="*/ 126536 h 705480"/>
                <a:gd name="connsiteX31" fmla="*/ 302244 w 2915191"/>
                <a:gd name="connsiteY31" fmla="*/ 147121 h 705480"/>
                <a:gd name="connsiteX32" fmla="*/ 311994 w 2915191"/>
                <a:gd name="connsiteY32" fmla="*/ 103639 h 705480"/>
                <a:gd name="connsiteX33" fmla="*/ 321744 w 2915191"/>
                <a:gd name="connsiteY33" fmla="*/ 75051 h 705480"/>
                <a:gd name="connsiteX34" fmla="*/ 331493 w 2915191"/>
                <a:gd name="connsiteY34" fmla="*/ 77665 h 705480"/>
                <a:gd name="connsiteX35" fmla="*/ 341243 w 2915191"/>
                <a:gd name="connsiteY35" fmla="*/ 88479 h 705480"/>
                <a:gd name="connsiteX36" fmla="*/ 350993 w 2915191"/>
                <a:gd name="connsiteY36" fmla="*/ 82388 h 705480"/>
                <a:gd name="connsiteX37" fmla="*/ 360742 w 2915191"/>
                <a:gd name="connsiteY37" fmla="*/ 83458 h 705480"/>
                <a:gd name="connsiteX38" fmla="*/ 370492 w 2915191"/>
                <a:gd name="connsiteY38" fmla="*/ 94319 h 705480"/>
                <a:gd name="connsiteX39" fmla="*/ 380241 w 2915191"/>
                <a:gd name="connsiteY39" fmla="*/ 106821 h 705480"/>
                <a:gd name="connsiteX40" fmla="*/ 389991 w 2915191"/>
                <a:gd name="connsiteY40" fmla="*/ 99962 h 705480"/>
                <a:gd name="connsiteX41" fmla="*/ 399741 w 2915191"/>
                <a:gd name="connsiteY41" fmla="*/ 86375 h 705480"/>
                <a:gd name="connsiteX42" fmla="*/ 409491 w 2915191"/>
                <a:gd name="connsiteY42" fmla="*/ 91164 h 705480"/>
                <a:gd name="connsiteX43" fmla="*/ 419241 w 2915191"/>
                <a:gd name="connsiteY43" fmla="*/ 125777 h 705480"/>
                <a:gd name="connsiteX44" fmla="*/ 428991 w 2915191"/>
                <a:gd name="connsiteY44" fmla="*/ 125639 h 705480"/>
                <a:gd name="connsiteX45" fmla="*/ 438741 w 2915191"/>
                <a:gd name="connsiteY45" fmla="*/ 137449 h 705480"/>
                <a:gd name="connsiteX46" fmla="*/ 448491 w 2915191"/>
                <a:gd name="connsiteY46" fmla="*/ 148795 h 705480"/>
                <a:gd name="connsiteX47" fmla="*/ 458241 w 2915191"/>
                <a:gd name="connsiteY47" fmla="*/ 141932 h 705480"/>
                <a:gd name="connsiteX48" fmla="*/ 467991 w 2915191"/>
                <a:gd name="connsiteY48" fmla="*/ 160584 h 705480"/>
                <a:gd name="connsiteX49" fmla="*/ 477740 w 2915191"/>
                <a:gd name="connsiteY49" fmla="*/ 187705 h 705480"/>
                <a:gd name="connsiteX50" fmla="*/ 487490 w 2915191"/>
                <a:gd name="connsiteY50" fmla="*/ 161933 h 705480"/>
                <a:gd name="connsiteX51" fmla="*/ 497239 w 2915191"/>
                <a:gd name="connsiteY51" fmla="*/ 169202 h 705480"/>
                <a:gd name="connsiteX52" fmla="*/ 506989 w 2915191"/>
                <a:gd name="connsiteY52" fmla="*/ 226108 h 705480"/>
                <a:gd name="connsiteX53" fmla="*/ 516738 w 2915191"/>
                <a:gd name="connsiteY53" fmla="*/ 235776 h 705480"/>
                <a:gd name="connsiteX54" fmla="*/ 526488 w 2915191"/>
                <a:gd name="connsiteY54" fmla="*/ 247620 h 705480"/>
                <a:gd name="connsiteX55" fmla="*/ 536238 w 2915191"/>
                <a:gd name="connsiteY55" fmla="*/ 243777 h 705480"/>
                <a:gd name="connsiteX56" fmla="*/ 545988 w 2915191"/>
                <a:gd name="connsiteY56" fmla="*/ 234580 h 705480"/>
                <a:gd name="connsiteX57" fmla="*/ 555738 w 2915191"/>
                <a:gd name="connsiteY57" fmla="*/ 239997 h 705480"/>
                <a:gd name="connsiteX58" fmla="*/ 565488 w 2915191"/>
                <a:gd name="connsiteY58" fmla="*/ 236946 h 705480"/>
                <a:gd name="connsiteX59" fmla="*/ 575238 w 2915191"/>
                <a:gd name="connsiteY59" fmla="*/ 214936 h 705480"/>
                <a:gd name="connsiteX60" fmla="*/ 584988 w 2915191"/>
                <a:gd name="connsiteY60" fmla="*/ 241478 h 705480"/>
                <a:gd name="connsiteX61" fmla="*/ 594738 w 2915191"/>
                <a:gd name="connsiteY61" fmla="*/ 221098 h 705480"/>
                <a:gd name="connsiteX62" fmla="*/ 604488 w 2915191"/>
                <a:gd name="connsiteY62" fmla="*/ 242152 h 705480"/>
                <a:gd name="connsiteX63" fmla="*/ 614237 w 2915191"/>
                <a:gd name="connsiteY63" fmla="*/ 198830 h 705480"/>
                <a:gd name="connsiteX64" fmla="*/ 623987 w 2915191"/>
                <a:gd name="connsiteY64" fmla="*/ 208981 h 705480"/>
                <a:gd name="connsiteX65" fmla="*/ 633736 w 2915191"/>
                <a:gd name="connsiteY65" fmla="*/ 239592 h 705480"/>
                <a:gd name="connsiteX66" fmla="*/ 643486 w 2915191"/>
                <a:gd name="connsiteY66" fmla="*/ 253012 h 705480"/>
                <a:gd name="connsiteX67" fmla="*/ 653236 w 2915191"/>
                <a:gd name="connsiteY67" fmla="*/ 277093 h 705480"/>
                <a:gd name="connsiteX68" fmla="*/ 662985 w 2915191"/>
                <a:gd name="connsiteY68" fmla="*/ 270247 h 705480"/>
                <a:gd name="connsiteX69" fmla="*/ 672735 w 2915191"/>
                <a:gd name="connsiteY69" fmla="*/ 289608 h 705480"/>
                <a:gd name="connsiteX70" fmla="*/ 682485 w 2915191"/>
                <a:gd name="connsiteY70" fmla="*/ 291758 h 705480"/>
                <a:gd name="connsiteX71" fmla="*/ 692235 w 2915191"/>
                <a:gd name="connsiteY71" fmla="*/ 289636 h 705480"/>
                <a:gd name="connsiteX72" fmla="*/ 701985 w 2915191"/>
                <a:gd name="connsiteY72" fmla="*/ 307493 h 705480"/>
                <a:gd name="connsiteX73" fmla="*/ 711735 w 2915191"/>
                <a:gd name="connsiteY73" fmla="*/ 305665 h 705480"/>
                <a:gd name="connsiteX74" fmla="*/ 721485 w 2915191"/>
                <a:gd name="connsiteY74" fmla="*/ 312782 h 705480"/>
                <a:gd name="connsiteX75" fmla="*/ 731235 w 2915191"/>
                <a:gd name="connsiteY75" fmla="*/ 303452 h 705480"/>
                <a:gd name="connsiteX76" fmla="*/ 740985 w 2915191"/>
                <a:gd name="connsiteY76" fmla="*/ 340095 h 705480"/>
                <a:gd name="connsiteX77" fmla="*/ 750734 w 2915191"/>
                <a:gd name="connsiteY77" fmla="*/ 332356 h 705480"/>
                <a:gd name="connsiteX78" fmla="*/ 760484 w 2915191"/>
                <a:gd name="connsiteY78" fmla="*/ 315742 h 705480"/>
                <a:gd name="connsiteX79" fmla="*/ 770233 w 2915191"/>
                <a:gd name="connsiteY79" fmla="*/ 302728 h 705480"/>
                <a:gd name="connsiteX80" fmla="*/ 779983 w 2915191"/>
                <a:gd name="connsiteY80" fmla="*/ 288933 h 705480"/>
                <a:gd name="connsiteX81" fmla="*/ 789733 w 2915191"/>
                <a:gd name="connsiteY81" fmla="*/ 311204 h 705480"/>
                <a:gd name="connsiteX82" fmla="*/ 799482 w 2915191"/>
                <a:gd name="connsiteY82" fmla="*/ 287284 h 705480"/>
                <a:gd name="connsiteX83" fmla="*/ 809232 w 2915191"/>
                <a:gd name="connsiteY83" fmla="*/ 288890 h 705480"/>
                <a:gd name="connsiteX84" fmla="*/ 818982 w 2915191"/>
                <a:gd name="connsiteY84" fmla="*/ 290493 h 705480"/>
                <a:gd name="connsiteX85" fmla="*/ 828732 w 2915191"/>
                <a:gd name="connsiteY85" fmla="*/ 326195 h 705480"/>
                <a:gd name="connsiteX86" fmla="*/ 838482 w 2915191"/>
                <a:gd name="connsiteY86" fmla="*/ 318777 h 705480"/>
                <a:gd name="connsiteX87" fmla="*/ 848232 w 2915191"/>
                <a:gd name="connsiteY87" fmla="*/ 283925 h 705480"/>
                <a:gd name="connsiteX88" fmla="*/ 857982 w 2915191"/>
                <a:gd name="connsiteY88" fmla="*/ 283416 h 705480"/>
                <a:gd name="connsiteX89" fmla="*/ 867732 w 2915191"/>
                <a:gd name="connsiteY89" fmla="*/ 284730 h 705480"/>
                <a:gd name="connsiteX90" fmla="*/ 877482 w 2915191"/>
                <a:gd name="connsiteY90" fmla="*/ 276255 h 705480"/>
                <a:gd name="connsiteX91" fmla="*/ 887231 w 2915191"/>
                <a:gd name="connsiteY91" fmla="*/ 245441 h 705480"/>
                <a:gd name="connsiteX92" fmla="*/ 896981 w 2915191"/>
                <a:gd name="connsiteY92" fmla="*/ 230416 h 705480"/>
                <a:gd name="connsiteX93" fmla="*/ 906730 w 2915191"/>
                <a:gd name="connsiteY93" fmla="*/ 253789 h 705480"/>
                <a:gd name="connsiteX94" fmla="*/ 916480 w 2915191"/>
                <a:gd name="connsiteY94" fmla="*/ 281333 h 705480"/>
                <a:gd name="connsiteX95" fmla="*/ 926230 w 2915191"/>
                <a:gd name="connsiteY95" fmla="*/ 273362 h 705480"/>
                <a:gd name="connsiteX96" fmla="*/ 935979 w 2915191"/>
                <a:gd name="connsiteY96" fmla="*/ 264505 h 705480"/>
                <a:gd name="connsiteX97" fmla="*/ 945729 w 2915191"/>
                <a:gd name="connsiteY97" fmla="*/ 278240 h 705480"/>
                <a:gd name="connsiteX98" fmla="*/ 955479 w 2915191"/>
                <a:gd name="connsiteY98" fmla="*/ 281992 h 705480"/>
                <a:gd name="connsiteX99" fmla="*/ 965229 w 2915191"/>
                <a:gd name="connsiteY99" fmla="*/ 267846 h 705480"/>
                <a:gd name="connsiteX100" fmla="*/ 974979 w 2915191"/>
                <a:gd name="connsiteY100" fmla="*/ 249991 h 705480"/>
                <a:gd name="connsiteX101" fmla="*/ 984729 w 2915191"/>
                <a:gd name="connsiteY101" fmla="*/ 257796 h 705480"/>
                <a:gd name="connsiteX102" fmla="*/ 994474 w 2915191"/>
                <a:gd name="connsiteY102" fmla="*/ 263952 h 705480"/>
                <a:gd name="connsiteX103" fmla="*/ 1004233 w 2915191"/>
                <a:gd name="connsiteY103" fmla="*/ 309294 h 705480"/>
                <a:gd name="connsiteX104" fmla="*/ 1013977 w 2915191"/>
                <a:gd name="connsiteY104" fmla="*/ 316183 h 705480"/>
                <a:gd name="connsiteX105" fmla="*/ 1023721 w 2915191"/>
                <a:gd name="connsiteY105" fmla="*/ 310742 h 705480"/>
                <a:gd name="connsiteX106" fmla="*/ 1033480 w 2915191"/>
                <a:gd name="connsiteY106" fmla="*/ 323764 h 705480"/>
                <a:gd name="connsiteX107" fmla="*/ 1043224 w 2915191"/>
                <a:gd name="connsiteY107" fmla="*/ 330279 h 705480"/>
                <a:gd name="connsiteX108" fmla="*/ 1052983 w 2915191"/>
                <a:gd name="connsiteY108" fmla="*/ 338536 h 705480"/>
                <a:gd name="connsiteX109" fmla="*/ 1062727 w 2915191"/>
                <a:gd name="connsiteY109" fmla="*/ 371004 h 705480"/>
                <a:gd name="connsiteX110" fmla="*/ 1072471 w 2915191"/>
                <a:gd name="connsiteY110" fmla="*/ 388491 h 705480"/>
                <a:gd name="connsiteX111" fmla="*/ 1082230 w 2915191"/>
                <a:gd name="connsiteY111" fmla="*/ 385204 h 705480"/>
                <a:gd name="connsiteX112" fmla="*/ 1091973 w 2915191"/>
                <a:gd name="connsiteY112" fmla="*/ 369429 h 705480"/>
                <a:gd name="connsiteX113" fmla="*/ 1101732 w 2915191"/>
                <a:gd name="connsiteY113" fmla="*/ 334415 h 705480"/>
                <a:gd name="connsiteX114" fmla="*/ 1111476 w 2915191"/>
                <a:gd name="connsiteY114" fmla="*/ 329711 h 705480"/>
                <a:gd name="connsiteX115" fmla="*/ 1121220 w 2915191"/>
                <a:gd name="connsiteY115" fmla="*/ 303521 h 705480"/>
                <a:gd name="connsiteX116" fmla="*/ 1130979 w 2915191"/>
                <a:gd name="connsiteY116" fmla="*/ 289222 h 705480"/>
                <a:gd name="connsiteX117" fmla="*/ 1140723 w 2915191"/>
                <a:gd name="connsiteY117" fmla="*/ 240849 h 705480"/>
                <a:gd name="connsiteX118" fmla="*/ 1150482 w 2915191"/>
                <a:gd name="connsiteY118" fmla="*/ 228258 h 705480"/>
                <a:gd name="connsiteX119" fmla="*/ 1160226 w 2915191"/>
                <a:gd name="connsiteY119" fmla="*/ 252079 h 705480"/>
                <a:gd name="connsiteX120" fmla="*/ 1169969 w 2915191"/>
                <a:gd name="connsiteY120" fmla="*/ 270525 h 705480"/>
                <a:gd name="connsiteX121" fmla="*/ 1179728 w 2915191"/>
                <a:gd name="connsiteY121" fmla="*/ 284112 h 705480"/>
                <a:gd name="connsiteX122" fmla="*/ 1189472 w 2915191"/>
                <a:gd name="connsiteY122" fmla="*/ 255321 h 705480"/>
                <a:gd name="connsiteX123" fmla="*/ 1199231 w 2915191"/>
                <a:gd name="connsiteY123" fmla="*/ 253709 h 705480"/>
                <a:gd name="connsiteX124" fmla="*/ 1208975 w 2915191"/>
                <a:gd name="connsiteY124" fmla="*/ 259907 h 705480"/>
                <a:gd name="connsiteX125" fmla="*/ 1218719 w 2915191"/>
                <a:gd name="connsiteY125" fmla="*/ 232981 h 705480"/>
                <a:gd name="connsiteX126" fmla="*/ 1228478 w 2915191"/>
                <a:gd name="connsiteY126" fmla="*/ 244869 h 705480"/>
                <a:gd name="connsiteX127" fmla="*/ 1238222 w 2915191"/>
                <a:gd name="connsiteY127" fmla="*/ 290146 h 705480"/>
                <a:gd name="connsiteX128" fmla="*/ 1247966 w 2915191"/>
                <a:gd name="connsiteY128" fmla="*/ 277952 h 705480"/>
                <a:gd name="connsiteX129" fmla="*/ 1257725 w 2915191"/>
                <a:gd name="connsiteY129" fmla="*/ 282549 h 705480"/>
                <a:gd name="connsiteX130" fmla="*/ 1267469 w 2915191"/>
                <a:gd name="connsiteY130" fmla="*/ 314479 h 705480"/>
                <a:gd name="connsiteX131" fmla="*/ 1277227 w 2915191"/>
                <a:gd name="connsiteY131" fmla="*/ 324273 h 705480"/>
                <a:gd name="connsiteX132" fmla="*/ 1286971 w 2915191"/>
                <a:gd name="connsiteY132" fmla="*/ 349901 h 705480"/>
                <a:gd name="connsiteX133" fmla="*/ 1296715 w 2915191"/>
                <a:gd name="connsiteY133" fmla="*/ 339067 h 705480"/>
                <a:gd name="connsiteX134" fmla="*/ 1306474 w 2915191"/>
                <a:gd name="connsiteY134" fmla="*/ 264929 h 705480"/>
                <a:gd name="connsiteX135" fmla="*/ 1316218 w 2915191"/>
                <a:gd name="connsiteY135" fmla="*/ 290269 h 705480"/>
                <a:gd name="connsiteX136" fmla="*/ 1325977 w 2915191"/>
                <a:gd name="connsiteY136" fmla="*/ 298659 h 705480"/>
                <a:gd name="connsiteX137" fmla="*/ 1335721 w 2915191"/>
                <a:gd name="connsiteY137" fmla="*/ 291579 h 705480"/>
                <a:gd name="connsiteX138" fmla="*/ 1345465 w 2915191"/>
                <a:gd name="connsiteY138" fmla="*/ 297670 h 705480"/>
                <a:gd name="connsiteX139" fmla="*/ 1355224 w 2915191"/>
                <a:gd name="connsiteY139" fmla="*/ 312391 h 705480"/>
                <a:gd name="connsiteX140" fmla="*/ 1364967 w 2915191"/>
                <a:gd name="connsiteY140" fmla="*/ 290344 h 705480"/>
                <a:gd name="connsiteX141" fmla="*/ 1374726 w 2915191"/>
                <a:gd name="connsiteY141" fmla="*/ 312792 h 705480"/>
                <a:gd name="connsiteX142" fmla="*/ 1384470 w 2915191"/>
                <a:gd name="connsiteY142" fmla="*/ 295076 h 705480"/>
                <a:gd name="connsiteX143" fmla="*/ 1394214 w 2915191"/>
                <a:gd name="connsiteY143" fmla="*/ 253071 h 705480"/>
                <a:gd name="connsiteX144" fmla="*/ 1403973 w 2915191"/>
                <a:gd name="connsiteY144" fmla="*/ 246000 h 705480"/>
                <a:gd name="connsiteX145" fmla="*/ 1413717 w 2915191"/>
                <a:gd name="connsiteY145" fmla="*/ 222220 h 705480"/>
                <a:gd name="connsiteX146" fmla="*/ 1423476 w 2915191"/>
                <a:gd name="connsiteY146" fmla="*/ 191815 h 705480"/>
                <a:gd name="connsiteX147" fmla="*/ 1433220 w 2915191"/>
                <a:gd name="connsiteY147" fmla="*/ 134207 h 705480"/>
                <a:gd name="connsiteX148" fmla="*/ 1442964 w 2915191"/>
                <a:gd name="connsiteY148" fmla="*/ 138105 h 705480"/>
                <a:gd name="connsiteX149" fmla="*/ 1452722 w 2915191"/>
                <a:gd name="connsiteY149" fmla="*/ 111511 h 705480"/>
                <a:gd name="connsiteX150" fmla="*/ 1462466 w 2915191"/>
                <a:gd name="connsiteY150" fmla="*/ 154945 h 705480"/>
                <a:gd name="connsiteX151" fmla="*/ 1472225 w 2915191"/>
                <a:gd name="connsiteY151" fmla="*/ 167380 h 705480"/>
                <a:gd name="connsiteX152" fmla="*/ 1481969 w 2915191"/>
                <a:gd name="connsiteY152" fmla="*/ 170129 h 705480"/>
                <a:gd name="connsiteX153" fmla="*/ 1491713 w 2915191"/>
                <a:gd name="connsiteY153" fmla="*/ 132039 h 705480"/>
                <a:gd name="connsiteX154" fmla="*/ 1501472 w 2915191"/>
                <a:gd name="connsiteY154" fmla="*/ 149289 h 705480"/>
                <a:gd name="connsiteX155" fmla="*/ 1511216 w 2915191"/>
                <a:gd name="connsiteY155" fmla="*/ 166341 h 705480"/>
                <a:gd name="connsiteX156" fmla="*/ 1520960 w 2915191"/>
                <a:gd name="connsiteY156" fmla="*/ 156179 h 705480"/>
                <a:gd name="connsiteX157" fmla="*/ 1530719 w 2915191"/>
                <a:gd name="connsiteY157" fmla="*/ 166092 h 705480"/>
                <a:gd name="connsiteX158" fmla="*/ 1540463 w 2915191"/>
                <a:gd name="connsiteY158" fmla="*/ 163250 h 705480"/>
                <a:gd name="connsiteX159" fmla="*/ 1550221 w 2915191"/>
                <a:gd name="connsiteY159" fmla="*/ 169839 h 705480"/>
                <a:gd name="connsiteX160" fmla="*/ 1559965 w 2915191"/>
                <a:gd name="connsiteY160" fmla="*/ 163306 h 705480"/>
                <a:gd name="connsiteX161" fmla="*/ 1569709 w 2915191"/>
                <a:gd name="connsiteY161" fmla="*/ 127800 h 705480"/>
                <a:gd name="connsiteX162" fmla="*/ 1579468 w 2915191"/>
                <a:gd name="connsiteY162" fmla="*/ 116401 h 705480"/>
                <a:gd name="connsiteX163" fmla="*/ 1589212 w 2915191"/>
                <a:gd name="connsiteY163" fmla="*/ 157205 h 705480"/>
                <a:gd name="connsiteX164" fmla="*/ 1598971 w 2915191"/>
                <a:gd name="connsiteY164" fmla="*/ 133093 h 705480"/>
                <a:gd name="connsiteX165" fmla="*/ 1608715 w 2915191"/>
                <a:gd name="connsiteY165" fmla="*/ 143991 h 705480"/>
                <a:gd name="connsiteX166" fmla="*/ 1618459 w 2915191"/>
                <a:gd name="connsiteY166" fmla="*/ 156903 h 705480"/>
                <a:gd name="connsiteX167" fmla="*/ 1628218 w 2915191"/>
                <a:gd name="connsiteY167" fmla="*/ 191081 h 705480"/>
                <a:gd name="connsiteX168" fmla="*/ 1637962 w 2915191"/>
                <a:gd name="connsiteY168" fmla="*/ 199281 h 705480"/>
                <a:gd name="connsiteX169" fmla="*/ 1647720 w 2915191"/>
                <a:gd name="connsiteY169" fmla="*/ 230676 h 705480"/>
                <a:gd name="connsiteX170" fmla="*/ 1657464 w 2915191"/>
                <a:gd name="connsiteY170" fmla="*/ 204027 h 705480"/>
                <a:gd name="connsiteX171" fmla="*/ 1667208 w 2915191"/>
                <a:gd name="connsiteY171" fmla="*/ 203769 h 705480"/>
                <a:gd name="connsiteX172" fmla="*/ 1676967 w 2915191"/>
                <a:gd name="connsiteY172" fmla="*/ 228193 h 705480"/>
                <a:gd name="connsiteX173" fmla="*/ 1686711 w 2915191"/>
                <a:gd name="connsiteY173" fmla="*/ 229236 h 705480"/>
                <a:gd name="connsiteX174" fmla="*/ 1696470 w 2915191"/>
                <a:gd name="connsiteY174" fmla="*/ 254187 h 705480"/>
                <a:gd name="connsiteX175" fmla="*/ 1706214 w 2915191"/>
                <a:gd name="connsiteY175" fmla="*/ 264444 h 705480"/>
                <a:gd name="connsiteX176" fmla="*/ 1715958 w 2915191"/>
                <a:gd name="connsiteY176" fmla="*/ 268985 h 705480"/>
                <a:gd name="connsiteX177" fmla="*/ 1725716 w 2915191"/>
                <a:gd name="connsiteY177" fmla="*/ 244540 h 705480"/>
                <a:gd name="connsiteX178" fmla="*/ 1735460 w 2915191"/>
                <a:gd name="connsiteY178" fmla="*/ 272453 h 705480"/>
                <a:gd name="connsiteX179" fmla="*/ 1745219 w 2915191"/>
                <a:gd name="connsiteY179" fmla="*/ 235610 h 705480"/>
                <a:gd name="connsiteX180" fmla="*/ 1754963 w 2915191"/>
                <a:gd name="connsiteY180" fmla="*/ 234741 h 705480"/>
                <a:gd name="connsiteX181" fmla="*/ 1764707 w 2915191"/>
                <a:gd name="connsiteY181" fmla="*/ 231374 h 705480"/>
                <a:gd name="connsiteX182" fmla="*/ 1774466 w 2915191"/>
                <a:gd name="connsiteY182" fmla="*/ 213207 h 705480"/>
                <a:gd name="connsiteX183" fmla="*/ 1784210 w 2915191"/>
                <a:gd name="connsiteY183" fmla="*/ 180072 h 705480"/>
                <a:gd name="connsiteX184" fmla="*/ 1793969 w 2915191"/>
                <a:gd name="connsiteY184" fmla="*/ 160469 h 705480"/>
                <a:gd name="connsiteX185" fmla="*/ 1803713 w 2915191"/>
                <a:gd name="connsiteY185" fmla="*/ 133052 h 705480"/>
                <a:gd name="connsiteX186" fmla="*/ 1813457 w 2915191"/>
                <a:gd name="connsiteY186" fmla="*/ 129483 h 705480"/>
                <a:gd name="connsiteX187" fmla="*/ 1823215 w 2915191"/>
                <a:gd name="connsiteY187" fmla="*/ 118445 h 705480"/>
                <a:gd name="connsiteX188" fmla="*/ 1832959 w 2915191"/>
                <a:gd name="connsiteY188" fmla="*/ 147652 h 705480"/>
                <a:gd name="connsiteX189" fmla="*/ 1842703 w 2915191"/>
                <a:gd name="connsiteY189" fmla="*/ 140710 h 705480"/>
                <a:gd name="connsiteX190" fmla="*/ 1852462 w 2915191"/>
                <a:gd name="connsiteY190" fmla="*/ 131151 h 705480"/>
                <a:gd name="connsiteX191" fmla="*/ 1862206 w 2915191"/>
                <a:gd name="connsiteY191" fmla="*/ 111494 h 705480"/>
                <a:gd name="connsiteX192" fmla="*/ 1871965 w 2915191"/>
                <a:gd name="connsiteY192" fmla="*/ 115500 h 705480"/>
                <a:gd name="connsiteX193" fmla="*/ 1881709 w 2915191"/>
                <a:gd name="connsiteY193" fmla="*/ 154516 h 705480"/>
                <a:gd name="connsiteX194" fmla="*/ 1891453 w 2915191"/>
                <a:gd name="connsiteY194" fmla="*/ 168364 h 705480"/>
                <a:gd name="connsiteX195" fmla="*/ 1901212 w 2915191"/>
                <a:gd name="connsiteY195" fmla="*/ 178961 h 705480"/>
                <a:gd name="connsiteX196" fmla="*/ 1910956 w 2915191"/>
                <a:gd name="connsiteY196" fmla="*/ 172436 h 705480"/>
                <a:gd name="connsiteX197" fmla="*/ 1920714 w 2915191"/>
                <a:gd name="connsiteY197" fmla="*/ 196690 h 705480"/>
                <a:gd name="connsiteX198" fmla="*/ 1930458 w 2915191"/>
                <a:gd name="connsiteY198" fmla="*/ 192462 h 705480"/>
                <a:gd name="connsiteX199" fmla="*/ 1940202 w 2915191"/>
                <a:gd name="connsiteY199" fmla="*/ 221457 h 705480"/>
                <a:gd name="connsiteX200" fmla="*/ 1949961 w 2915191"/>
                <a:gd name="connsiteY200" fmla="*/ 226923 h 705480"/>
                <a:gd name="connsiteX201" fmla="*/ 1959705 w 2915191"/>
                <a:gd name="connsiteY201" fmla="*/ 236842 h 705480"/>
                <a:gd name="connsiteX202" fmla="*/ 1969464 w 2915191"/>
                <a:gd name="connsiteY202" fmla="*/ 275533 h 705480"/>
                <a:gd name="connsiteX203" fmla="*/ 1979208 w 2915191"/>
                <a:gd name="connsiteY203" fmla="*/ 313160 h 705480"/>
                <a:gd name="connsiteX204" fmla="*/ 1988952 w 2915191"/>
                <a:gd name="connsiteY204" fmla="*/ 326028 h 705480"/>
                <a:gd name="connsiteX205" fmla="*/ 1998711 w 2915191"/>
                <a:gd name="connsiteY205" fmla="*/ 322995 h 705480"/>
                <a:gd name="connsiteX206" fmla="*/ 2008454 w 2915191"/>
                <a:gd name="connsiteY206" fmla="*/ 330665 h 705480"/>
                <a:gd name="connsiteX207" fmla="*/ 2018213 w 2915191"/>
                <a:gd name="connsiteY207" fmla="*/ 327460 h 705480"/>
                <a:gd name="connsiteX208" fmla="*/ 2027957 w 2915191"/>
                <a:gd name="connsiteY208" fmla="*/ 328783 h 705480"/>
                <a:gd name="connsiteX209" fmla="*/ 2037701 w 2915191"/>
                <a:gd name="connsiteY209" fmla="*/ 399474 h 705480"/>
                <a:gd name="connsiteX210" fmla="*/ 2047460 w 2915191"/>
                <a:gd name="connsiteY210" fmla="*/ 427954 h 705480"/>
                <a:gd name="connsiteX211" fmla="*/ 2057204 w 2915191"/>
                <a:gd name="connsiteY211" fmla="*/ 444227 h 705480"/>
                <a:gd name="connsiteX212" fmla="*/ 2066963 w 2915191"/>
                <a:gd name="connsiteY212" fmla="*/ 419481 h 705480"/>
                <a:gd name="connsiteX213" fmla="*/ 2076707 w 2915191"/>
                <a:gd name="connsiteY213" fmla="*/ 437281 h 705480"/>
                <a:gd name="connsiteX214" fmla="*/ 2086451 w 2915191"/>
                <a:gd name="connsiteY214" fmla="*/ 445912 h 705480"/>
                <a:gd name="connsiteX215" fmla="*/ 2096210 w 2915191"/>
                <a:gd name="connsiteY215" fmla="*/ 402419 h 705480"/>
                <a:gd name="connsiteX216" fmla="*/ 2105954 w 2915191"/>
                <a:gd name="connsiteY216" fmla="*/ 398625 h 705480"/>
                <a:gd name="connsiteX217" fmla="*/ 2115697 w 2915191"/>
                <a:gd name="connsiteY217" fmla="*/ 397859 h 705480"/>
                <a:gd name="connsiteX218" fmla="*/ 2125456 w 2915191"/>
                <a:gd name="connsiteY218" fmla="*/ 367400 h 705480"/>
                <a:gd name="connsiteX219" fmla="*/ 2135200 w 2915191"/>
                <a:gd name="connsiteY219" fmla="*/ 382947 h 705480"/>
                <a:gd name="connsiteX220" fmla="*/ 2144959 w 2915191"/>
                <a:gd name="connsiteY220" fmla="*/ 369814 h 705480"/>
                <a:gd name="connsiteX221" fmla="*/ 2154703 w 2915191"/>
                <a:gd name="connsiteY221" fmla="*/ 352251 h 705480"/>
                <a:gd name="connsiteX222" fmla="*/ 2164447 w 2915191"/>
                <a:gd name="connsiteY222" fmla="*/ 345156 h 705480"/>
                <a:gd name="connsiteX223" fmla="*/ 2174206 w 2915191"/>
                <a:gd name="connsiteY223" fmla="*/ 335369 h 705480"/>
                <a:gd name="connsiteX224" fmla="*/ 2183950 w 2915191"/>
                <a:gd name="connsiteY224" fmla="*/ 325462 h 705480"/>
                <a:gd name="connsiteX225" fmla="*/ 2193709 w 2915191"/>
                <a:gd name="connsiteY225" fmla="*/ 329478 h 705480"/>
                <a:gd name="connsiteX226" fmla="*/ 2203452 w 2915191"/>
                <a:gd name="connsiteY226" fmla="*/ 339679 h 705480"/>
                <a:gd name="connsiteX227" fmla="*/ 2213196 w 2915191"/>
                <a:gd name="connsiteY227" fmla="*/ 329370 h 705480"/>
                <a:gd name="connsiteX228" fmla="*/ 2222955 w 2915191"/>
                <a:gd name="connsiteY228" fmla="*/ 342984 h 705480"/>
                <a:gd name="connsiteX229" fmla="*/ 2232699 w 2915191"/>
                <a:gd name="connsiteY229" fmla="*/ 276623 h 705480"/>
                <a:gd name="connsiteX230" fmla="*/ 2242458 w 2915191"/>
                <a:gd name="connsiteY230" fmla="*/ 301815 h 705480"/>
                <a:gd name="connsiteX231" fmla="*/ 2252202 w 2915191"/>
                <a:gd name="connsiteY231" fmla="*/ 311012 h 705480"/>
                <a:gd name="connsiteX232" fmla="*/ 2261946 w 2915191"/>
                <a:gd name="connsiteY232" fmla="*/ 312780 h 705480"/>
                <a:gd name="connsiteX233" fmla="*/ 2271705 w 2915191"/>
                <a:gd name="connsiteY233" fmla="*/ 325059 h 705480"/>
                <a:gd name="connsiteX234" fmla="*/ 2281449 w 2915191"/>
                <a:gd name="connsiteY234" fmla="*/ 293330 h 705480"/>
                <a:gd name="connsiteX235" fmla="*/ 2291208 w 2915191"/>
                <a:gd name="connsiteY235" fmla="*/ 282094 h 705480"/>
                <a:gd name="connsiteX236" fmla="*/ 2300951 w 2915191"/>
                <a:gd name="connsiteY236" fmla="*/ 280602 h 705480"/>
                <a:gd name="connsiteX237" fmla="*/ 2310695 w 2915191"/>
                <a:gd name="connsiteY237" fmla="*/ 290327 h 705480"/>
                <a:gd name="connsiteX238" fmla="*/ 2320454 w 2915191"/>
                <a:gd name="connsiteY238" fmla="*/ 292252 h 705480"/>
                <a:gd name="connsiteX239" fmla="*/ 2330198 w 2915191"/>
                <a:gd name="connsiteY239" fmla="*/ 324640 h 705480"/>
                <a:gd name="connsiteX240" fmla="*/ 2339957 w 2915191"/>
                <a:gd name="connsiteY240" fmla="*/ 304628 h 705480"/>
                <a:gd name="connsiteX241" fmla="*/ 2349701 w 2915191"/>
                <a:gd name="connsiteY241" fmla="*/ 313506 h 705480"/>
                <a:gd name="connsiteX242" fmla="*/ 2359445 w 2915191"/>
                <a:gd name="connsiteY242" fmla="*/ 333740 h 705480"/>
                <a:gd name="connsiteX243" fmla="*/ 2369204 w 2915191"/>
                <a:gd name="connsiteY243" fmla="*/ 345177 h 705480"/>
                <a:gd name="connsiteX244" fmla="*/ 2378948 w 2915191"/>
                <a:gd name="connsiteY244" fmla="*/ 381404 h 705480"/>
                <a:gd name="connsiteX245" fmla="*/ 2388692 w 2915191"/>
                <a:gd name="connsiteY245" fmla="*/ 401294 h 705480"/>
                <a:gd name="connsiteX246" fmla="*/ 2398450 w 2915191"/>
                <a:gd name="connsiteY246" fmla="*/ 398625 h 705480"/>
                <a:gd name="connsiteX247" fmla="*/ 2408194 w 2915191"/>
                <a:gd name="connsiteY247" fmla="*/ 408655 h 705480"/>
                <a:gd name="connsiteX248" fmla="*/ 2417953 w 2915191"/>
                <a:gd name="connsiteY248" fmla="*/ 420391 h 705480"/>
                <a:gd name="connsiteX249" fmla="*/ 2427697 w 2915191"/>
                <a:gd name="connsiteY249" fmla="*/ 435576 h 705480"/>
                <a:gd name="connsiteX250" fmla="*/ 2437441 w 2915191"/>
                <a:gd name="connsiteY250" fmla="*/ 445114 h 705480"/>
                <a:gd name="connsiteX251" fmla="*/ 2447200 w 2915191"/>
                <a:gd name="connsiteY251" fmla="*/ 491380 h 705480"/>
                <a:gd name="connsiteX252" fmla="*/ 2456944 w 2915191"/>
                <a:gd name="connsiteY252" fmla="*/ 492113 h 705480"/>
                <a:gd name="connsiteX253" fmla="*/ 2466703 w 2915191"/>
                <a:gd name="connsiteY253" fmla="*/ 507465 h 705480"/>
                <a:gd name="connsiteX254" fmla="*/ 2476446 w 2915191"/>
                <a:gd name="connsiteY254" fmla="*/ 486501 h 705480"/>
                <a:gd name="connsiteX255" fmla="*/ 2486190 w 2915191"/>
                <a:gd name="connsiteY255" fmla="*/ 514378 h 705480"/>
                <a:gd name="connsiteX256" fmla="*/ 2495949 w 2915191"/>
                <a:gd name="connsiteY256" fmla="*/ 534786 h 705480"/>
                <a:gd name="connsiteX257" fmla="*/ 2505693 w 2915191"/>
                <a:gd name="connsiteY257" fmla="*/ 531462 h 705480"/>
                <a:gd name="connsiteX258" fmla="*/ 2515452 w 2915191"/>
                <a:gd name="connsiteY258" fmla="*/ 514004 h 705480"/>
                <a:gd name="connsiteX259" fmla="*/ 2525196 w 2915191"/>
                <a:gd name="connsiteY259" fmla="*/ 505986 h 705480"/>
                <a:gd name="connsiteX260" fmla="*/ 2534940 w 2915191"/>
                <a:gd name="connsiteY260" fmla="*/ 518067 h 705480"/>
                <a:gd name="connsiteX261" fmla="*/ 2544699 w 2915191"/>
                <a:gd name="connsiteY261" fmla="*/ 482661 h 705480"/>
                <a:gd name="connsiteX262" fmla="*/ 2554443 w 2915191"/>
                <a:gd name="connsiteY262" fmla="*/ 518935 h 705480"/>
                <a:gd name="connsiteX263" fmla="*/ 2564202 w 2915191"/>
                <a:gd name="connsiteY263" fmla="*/ 600265 h 705480"/>
                <a:gd name="connsiteX264" fmla="*/ 2573946 w 2915191"/>
                <a:gd name="connsiteY264" fmla="*/ 600998 h 705480"/>
                <a:gd name="connsiteX265" fmla="*/ 2583690 w 2915191"/>
                <a:gd name="connsiteY265" fmla="*/ 641759 h 705480"/>
                <a:gd name="connsiteX266" fmla="*/ 2593448 w 2915191"/>
                <a:gd name="connsiteY266" fmla="*/ 650683 h 705480"/>
                <a:gd name="connsiteX267" fmla="*/ 2603192 w 2915191"/>
                <a:gd name="connsiteY267" fmla="*/ 657906 h 705480"/>
                <a:gd name="connsiteX268" fmla="*/ 2612951 w 2915191"/>
                <a:gd name="connsiteY268" fmla="*/ 654758 h 705480"/>
                <a:gd name="connsiteX269" fmla="*/ 2622695 w 2915191"/>
                <a:gd name="connsiteY269" fmla="*/ 664213 h 705480"/>
                <a:gd name="connsiteX270" fmla="*/ 2632439 w 2915191"/>
                <a:gd name="connsiteY270" fmla="*/ 653109 h 705480"/>
                <a:gd name="connsiteX271" fmla="*/ 2642198 w 2915191"/>
                <a:gd name="connsiteY271" fmla="*/ 665116 h 705480"/>
                <a:gd name="connsiteX272" fmla="*/ 2651942 w 2915191"/>
                <a:gd name="connsiteY272" fmla="*/ 679285 h 705480"/>
                <a:gd name="connsiteX273" fmla="*/ 2661685 w 2915191"/>
                <a:gd name="connsiteY273" fmla="*/ 679218 h 705480"/>
                <a:gd name="connsiteX274" fmla="*/ 2671444 w 2915191"/>
                <a:gd name="connsiteY274" fmla="*/ 676163 h 705480"/>
                <a:gd name="connsiteX275" fmla="*/ 2681188 w 2915191"/>
                <a:gd name="connsiteY275" fmla="*/ 673145 h 705480"/>
                <a:gd name="connsiteX276" fmla="*/ 2690947 w 2915191"/>
                <a:gd name="connsiteY276" fmla="*/ 654208 h 705480"/>
                <a:gd name="connsiteX277" fmla="*/ 2700691 w 2915191"/>
                <a:gd name="connsiteY277" fmla="*/ 639196 h 705480"/>
                <a:gd name="connsiteX278" fmla="*/ 2710435 w 2915191"/>
                <a:gd name="connsiteY278" fmla="*/ 650227 h 705480"/>
                <a:gd name="connsiteX279" fmla="*/ 2720194 w 2915191"/>
                <a:gd name="connsiteY279" fmla="*/ 705480 h 705480"/>
                <a:gd name="connsiteX280" fmla="*/ 2729938 w 2915191"/>
                <a:gd name="connsiteY280" fmla="*/ 700960 h 705480"/>
                <a:gd name="connsiteX281" fmla="*/ 2739697 w 2915191"/>
                <a:gd name="connsiteY281" fmla="*/ 647398 h 705480"/>
                <a:gd name="connsiteX282" fmla="*/ 2749441 w 2915191"/>
                <a:gd name="connsiteY282" fmla="*/ 640708 h 705480"/>
                <a:gd name="connsiteX283" fmla="*/ 2759185 w 2915191"/>
                <a:gd name="connsiteY283" fmla="*/ 650111 h 705480"/>
                <a:gd name="connsiteX284" fmla="*/ 2768943 w 2915191"/>
                <a:gd name="connsiteY284" fmla="*/ 684388 h 705480"/>
                <a:gd name="connsiteX285" fmla="*/ 2778687 w 2915191"/>
                <a:gd name="connsiteY285" fmla="*/ 682920 h 705480"/>
                <a:gd name="connsiteX286" fmla="*/ 2788446 w 2915191"/>
                <a:gd name="connsiteY286" fmla="*/ 654509 h 705480"/>
                <a:gd name="connsiteX287" fmla="*/ 2798190 w 2915191"/>
                <a:gd name="connsiteY287" fmla="*/ 624451 h 705480"/>
                <a:gd name="connsiteX288" fmla="*/ 2807934 w 2915191"/>
                <a:gd name="connsiteY288" fmla="*/ 586016 h 705480"/>
                <a:gd name="connsiteX289" fmla="*/ 2817693 w 2915191"/>
                <a:gd name="connsiteY289" fmla="*/ 587100 h 705480"/>
                <a:gd name="connsiteX290" fmla="*/ 2827437 w 2915191"/>
                <a:gd name="connsiteY290" fmla="*/ 631242 h 705480"/>
                <a:gd name="connsiteX291" fmla="*/ 2837196 w 2915191"/>
                <a:gd name="connsiteY291" fmla="*/ 652181 h 705480"/>
                <a:gd name="connsiteX292" fmla="*/ 2846940 w 2915191"/>
                <a:gd name="connsiteY292" fmla="*/ 608148 h 705480"/>
                <a:gd name="connsiteX293" fmla="*/ 2856684 w 2915191"/>
                <a:gd name="connsiteY293" fmla="*/ 632225 h 705480"/>
                <a:gd name="connsiteX294" fmla="*/ 2866442 w 2915191"/>
                <a:gd name="connsiteY294" fmla="*/ 612745 h 705480"/>
                <a:gd name="connsiteX295" fmla="*/ 2876186 w 2915191"/>
                <a:gd name="connsiteY295" fmla="*/ 632672 h 705480"/>
                <a:gd name="connsiteX296" fmla="*/ 2885945 w 2915191"/>
                <a:gd name="connsiteY296" fmla="*/ 624203 h 705480"/>
                <a:gd name="connsiteX297" fmla="*/ 2895689 w 2915191"/>
                <a:gd name="connsiteY297" fmla="*/ 624135 h 705480"/>
                <a:gd name="connsiteX298" fmla="*/ 2905433 w 2915191"/>
                <a:gd name="connsiteY298" fmla="*/ 601587 h 705480"/>
                <a:gd name="connsiteX299" fmla="*/ 2915192 w 2915191"/>
                <a:gd name="connsiteY299" fmla="*/ 595882 h 705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705480">
                  <a:moveTo>
                    <a:pt x="0" y="72116"/>
                  </a:moveTo>
                  <a:lnTo>
                    <a:pt x="9750" y="86742"/>
                  </a:lnTo>
                  <a:lnTo>
                    <a:pt x="19500" y="56364"/>
                  </a:lnTo>
                  <a:lnTo>
                    <a:pt x="29250" y="60768"/>
                  </a:lnTo>
                  <a:lnTo>
                    <a:pt x="39000" y="18390"/>
                  </a:lnTo>
                  <a:lnTo>
                    <a:pt x="48749" y="59502"/>
                  </a:lnTo>
                  <a:lnTo>
                    <a:pt x="58499" y="39116"/>
                  </a:lnTo>
                  <a:lnTo>
                    <a:pt x="68249" y="0"/>
                  </a:lnTo>
                  <a:lnTo>
                    <a:pt x="77998" y="25300"/>
                  </a:lnTo>
                  <a:lnTo>
                    <a:pt x="87748" y="25637"/>
                  </a:lnTo>
                  <a:lnTo>
                    <a:pt x="97497" y="40236"/>
                  </a:lnTo>
                  <a:lnTo>
                    <a:pt x="107247" y="76120"/>
                  </a:lnTo>
                  <a:lnTo>
                    <a:pt x="116997" y="86839"/>
                  </a:lnTo>
                  <a:lnTo>
                    <a:pt x="126747" y="100929"/>
                  </a:lnTo>
                  <a:lnTo>
                    <a:pt x="136497" y="85362"/>
                  </a:lnTo>
                  <a:lnTo>
                    <a:pt x="146247" y="99568"/>
                  </a:lnTo>
                  <a:lnTo>
                    <a:pt x="155997" y="103168"/>
                  </a:lnTo>
                  <a:lnTo>
                    <a:pt x="165747" y="102696"/>
                  </a:lnTo>
                  <a:lnTo>
                    <a:pt x="175497" y="107837"/>
                  </a:lnTo>
                  <a:lnTo>
                    <a:pt x="185247" y="117648"/>
                  </a:lnTo>
                  <a:lnTo>
                    <a:pt x="194996" y="118997"/>
                  </a:lnTo>
                  <a:lnTo>
                    <a:pt x="204746" y="108904"/>
                  </a:lnTo>
                  <a:lnTo>
                    <a:pt x="214495" y="126413"/>
                  </a:lnTo>
                  <a:lnTo>
                    <a:pt x="224245" y="132793"/>
                  </a:lnTo>
                  <a:lnTo>
                    <a:pt x="233995" y="124742"/>
                  </a:lnTo>
                  <a:lnTo>
                    <a:pt x="243744" y="104679"/>
                  </a:lnTo>
                  <a:lnTo>
                    <a:pt x="253494" y="119318"/>
                  </a:lnTo>
                  <a:lnTo>
                    <a:pt x="263244" y="136622"/>
                  </a:lnTo>
                  <a:lnTo>
                    <a:pt x="272994" y="115540"/>
                  </a:lnTo>
                  <a:lnTo>
                    <a:pt x="282744" y="112087"/>
                  </a:lnTo>
                  <a:lnTo>
                    <a:pt x="292494" y="126536"/>
                  </a:lnTo>
                  <a:lnTo>
                    <a:pt x="302244" y="147121"/>
                  </a:lnTo>
                  <a:lnTo>
                    <a:pt x="311994" y="103639"/>
                  </a:lnTo>
                  <a:lnTo>
                    <a:pt x="321744" y="75051"/>
                  </a:lnTo>
                  <a:lnTo>
                    <a:pt x="331493" y="77665"/>
                  </a:lnTo>
                  <a:lnTo>
                    <a:pt x="341243" y="88479"/>
                  </a:lnTo>
                  <a:lnTo>
                    <a:pt x="350993" y="82388"/>
                  </a:lnTo>
                  <a:lnTo>
                    <a:pt x="360742" y="83458"/>
                  </a:lnTo>
                  <a:lnTo>
                    <a:pt x="370492" y="94319"/>
                  </a:lnTo>
                  <a:lnTo>
                    <a:pt x="380241" y="106821"/>
                  </a:lnTo>
                  <a:lnTo>
                    <a:pt x="389991" y="99962"/>
                  </a:lnTo>
                  <a:lnTo>
                    <a:pt x="399741" y="86375"/>
                  </a:lnTo>
                  <a:lnTo>
                    <a:pt x="409491" y="91164"/>
                  </a:lnTo>
                  <a:lnTo>
                    <a:pt x="419241" y="125777"/>
                  </a:lnTo>
                  <a:lnTo>
                    <a:pt x="428991" y="125639"/>
                  </a:lnTo>
                  <a:lnTo>
                    <a:pt x="438741" y="137449"/>
                  </a:lnTo>
                  <a:lnTo>
                    <a:pt x="448491" y="148795"/>
                  </a:lnTo>
                  <a:lnTo>
                    <a:pt x="458241" y="141932"/>
                  </a:lnTo>
                  <a:lnTo>
                    <a:pt x="467991" y="160584"/>
                  </a:lnTo>
                  <a:lnTo>
                    <a:pt x="477740" y="187705"/>
                  </a:lnTo>
                  <a:lnTo>
                    <a:pt x="487490" y="161933"/>
                  </a:lnTo>
                  <a:lnTo>
                    <a:pt x="497239" y="169202"/>
                  </a:lnTo>
                  <a:lnTo>
                    <a:pt x="506989" y="226108"/>
                  </a:lnTo>
                  <a:lnTo>
                    <a:pt x="516738" y="235776"/>
                  </a:lnTo>
                  <a:lnTo>
                    <a:pt x="526488" y="247620"/>
                  </a:lnTo>
                  <a:lnTo>
                    <a:pt x="536238" y="243777"/>
                  </a:lnTo>
                  <a:lnTo>
                    <a:pt x="545988" y="234580"/>
                  </a:lnTo>
                  <a:lnTo>
                    <a:pt x="555738" y="239997"/>
                  </a:lnTo>
                  <a:lnTo>
                    <a:pt x="565488" y="236946"/>
                  </a:lnTo>
                  <a:lnTo>
                    <a:pt x="575238" y="214936"/>
                  </a:lnTo>
                  <a:lnTo>
                    <a:pt x="584988" y="241478"/>
                  </a:lnTo>
                  <a:lnTo>
                    <a:pt x="594738" y="221098"/>
                  </a:lnTo>
                  <a:lnTo>
                    <a:pt x="604488" y="242152"/>
                  </a:lnTo>
                  <a:lnTo>
                    <a:pt x="614237" y="198830"/>
                  </a:lnTo>
                  <a:lnTo>
                    <a:pt x="623987" y="208981"/>
                  </a:lnTo>
                  <a:lnTo>
                    <a:pt x="633736" y="239592"/>
                  </a:lnTo>
                  <a:lnTo>
                    <a:pt x="643486" y="253012"/>
                  </a:lnTo>
                  <a:lnTo>
                    <a:pt x="653236" y="277093"/>
                  </a:lnTo>
                  <a:lnTo>
                    <a:pt x="662985" y="270247"/>
                  </a:lnTo>
                  <a:lnTo>
                    <a:pt x="672735" y="289608"/>
                  </a:lnTo>
                  <a:lnTo>
                    <a:pt x="682485" y="291758"/>
                  </a:lnTo>
                  <a:lnTo>
                    <a:pt x="692235" y="289636"/>
                  </a:lnTo>
                  <a:lnTo>
                    <a:pt x="701985" y="307493"/>
                  </a:lnTo>
                  <a:lnTo>
                    <a:pt x="711735" y="305665"/>
                  </a:lnTo>
                  <a:lnTo>
                    <a:pt x="721485" y="312782"/>
                  </a:lnTo>
                  <a:lnTo>
                    <a:pt x="731235" y="303452"/>
                  </a:lnTo>
                  <a:lnTo>
                    <a:pt x="740985" y="340095"/>
                  </a:lnTo>
                  <a:lnTo>
                    <a:pt x="750734" y="332356"/>
                  </a:lnTo>
                  <a:lnTo>
                    <a:pt x="760484" y="315742"/>
                  </a:lnTo>
                  <a:lnTo>
                    <a:pt x="770233" y="302728"/>
                  </a:lnTo>
                  <a:lnTo>
                    <a:pt x="779983" y="288933"/>
                  </a:lnTo>
                  <a:lnTo>
                    <a:pt x="789733" y="311204"/>
                  </a:lnTo>
                  <a:lnTo>
                    <a:pt x="799482" y="287284"/>
                  </a:lnTo>
                  <a:lnTo>
                    <a:pt x="809232" y="288890"/>
                  </a:lnTo>
                  <a:lnTo>
                    <a:pt x="818982" y="290493"/>
                  </a:lnTo>
                  <a:lnTo>
                    <a:pt x="828732" y="326195"/>
                  </a:lnTo>
                  <a:lnTo>
                    <a:pt x="838482" y="318777"/>
                  </a:lnTo>
                  <a:lnTo>
                    <a:pt x="848232" y="283925"/>
                  </a:lnTo>
                  <a:lnTo>
                    <a:pt x="857982" y="283416"/>
                  </a:lnTo>
                  <a:lnTo>
                    <a:pt x="867732" y="284730"/>
                  </a:lnTo>
                  <a:lnTo>
                    <a:pt x="877482" y="276255"/>
                  </a:lnTo>
                  <a:lnTo>
                    <a:pt x="887231" y="245441"/>
                  </a:lnTo>
                  <a:lnTo>
                    <a:pt x="896981" y="230416"/>
                  </a:lnTo>
                  <a:lnTo>
                    <a:pt x="906730" y="253789"/>
                  </a:lnTo>
                  <a:lnTo>
                    <a:pt x="916480" y="281333"/>
                  </a:lnTo>
                  <a:lnTo>
                    <a:pt x="926230" y="273362"/>
                  </a:lnTo>
                  <a:lnTo>
                    <a:pt x="935979" y="264505"/>
                  </a:lnTo>
                  <a:lnTo>
                    <a:pt x="945729" y="278240"/>
                  </a:lnTo>
                  <a:lnTo>
                    <a:pt x="955479" y="281992"/>
                  </a:lnTo>
                  <a:lnTo>
                    <a:pt x="965229" y="267846"/>
                  </a:lnTo>
                  <a:lnTo>
                    <a:pt x="974979" y="249991"/>
                  </a:lnTo>
                  <a:lnTo>
                    <a:pt x="984729" y="257796"/>
                  </a:lnTo>
                  <a:lnTo>
                    <a:pt x="994474" y="263952"/>
                  </a:lnTo>
                  <a:lnTo>
                    <a:pt x="1004233" y="309294"/>
                  </a:lnTo>
                  <a:lnTo>
                    <a:pt x="1013977" y="316183"/>
                  </a:lnTo>
                  <a:lnTo>
                    <a:pt x="1023721" y="310742"/>
                  </a:lnTo>
                  <a:lnTo>
                    <a:pt x="1033480" y="323764"/>
                  </a:lnTo>
                  <a:lnTo>
                    <a:pt x="1043224" y="330279"/>
                  </a:lnTo>
                  <a:lnTo>
                    <a:pt x="1052983" y="338536"/>
                  </a:lnTo>
                  <a:lnTo>
                    <a:pt x="1062727" y="371004"/>
                  </a:lnTo>
                  <a:lnTo>
                    <a:pt x="1072471" y="388491"/>
                  </a:lnTo>
                  <a:lnTo>
                    <a:pt x="1082230" y="385204"/>
                  </a:lnTo>
                  <a:lnTo>
                    <a:pt x="1091973" y="369429"/>
                  </a:lnTo>
                  <a:lnTo>
                    <a:pt x="1101732" y="334415"/>
                  </a:lnTo>
                  <a:lnTo>
                    <a:pt x="1111476" y="329711"/>
                  </a:lnTo>
                  <a:lnTo>
                    <a:pt x="1121220" y="303521"/>
                  </a:lnTo>
                  <a:lnTo>
                    <a:pt x="1130979" y="289222"/>
                  </a:lnTo>
                  <a:lnTo>
                    <a:pt x="1140723" y="240849"/>
                  </a:lnTo>
                  <a:lnTo>
                    <a:pt x="1150482" y="228258"/>
                  </a:lnTo>
                  <a:lnTo>
                    <a:pt x="1160226" y="252079"/>
                  </a:lnTo>
                  <a:lnTo>
                    <a:pt x="1169969" y="270525"/>
                  </a:lnTo>
                  <a:lnTo>
                    <a:pt x="1179728" y="284112"/>
                  </a:lnTo>
                  <a:lnTo>
                    <a:pt x="1189472" y="255321"/>
                  </a:lnTo>
                  <a:lnTo>
                    <a:pt x="1199231" y="253709"/>
                  </a:lnTo>
                  <a:lnTo>
                    <a:pt x="1208975" y="259907"/>
                  </a:lnTo>
                  <a:lnTo>
                    <a:pt x="1218719" y="232981"/>
                  </a:lnTo>
                  <a:lnTo>
                    <a:pt x="1228478" y="244869"/>
                  </a:lnTo>
                  <a:lnTo>
                    <a:pt x="1238222" y="290146"/>
                  </a:lnTo>
                  <a:lnTo>
                    <a:pt x="1247966" y="277952"/>
                  </a:lnTo>
                  <a:lnTo>
                    <a:pt x="1257725" y="282549"/>
                  </a:lnTo>
                  <a:lnTo>
                    <a:pt x="1267469" y="314479"/>
                  </a:lnTo>
                  <a:lnTo>
                    <a:pt x="1277227" y="324273"/>
                  </a:lnTo>
                  <a:lnTo>
                    <a:pt x="1286971" y="349901"/>
                  </a:lnTo>
                  <a:lnTo>
                    <a:pt x="1296715" y="339067"/>
                  </a:lnTo>
                  <a:lnTo>
                    <a:pt x="1306474" y="264929"/>
                  </a:lnTo>
                  <a:lnTo>
                    <a:pt x="1316218" y="290269"/>
                  </a:lnTo>
                  <a:lnTo>
                    <a:pt x="1325977" y="298659"/>
                  </a:lnTo>
                  <a:lnTo>
                    <a:pt x="1335721" y="291579"/>
                  </a:lnTo>
                  <a:lnTo>
                    <a:pt x="1345465" y="297670"/>
                  </a:lnTo>
                  <a:lnTo>
                    <a:pt x="1355224" y="312391"/>
                  </a:lnTo>
                  <a:lnTo>
                    <a:pt x="1364967" y="290344"/>
                  </a:lnTo>
                  <a:lnTo>
                    <a:pt x="1374726" y="312792"/>
                  </a:lnTo>
                  <a:lnTo>
                    <a:pt x="1384470" y="295076"/>
                  </a:lnTo>
                  <a:lnTo>
                    <a:pt x="1394214" y="253071"/>
                  </a:lnTo>
                  <a:lnTo>
                    <a:pt x="1403973" y="246000"/>
                  </a:lnTo>
                  <a:lnTo>
                    <a:pt x="1413717" y="222220"/>
                  </a:lnTo>
                  <a:lnTo>
                    <a:pt x="1423476" y="191815"/>
                  </a:lnTo>
                  <a:lnTo>
                    <a:pt x="1433220" y="134207"/>
                  </a:lnTo>
                  <a:lnTo>
                    <a:pt x="1442964" y="138105"/>
                  </a:lnTo>
                  <a:lnTo>
                    <a:pt x="1452722" y="111511"/>
                  </a:lnTo>
                  <a:lnTo>
                    <a:pt x="1462466" y="154945"/>
                  </a:lnTo>
                  <a:lnTo>
                    <a:pt x="1472225" y="167380"/>
                  </a:lnTo>
                  <a:lnTo>
                    <a:pt x="1481969" y="170129"/>
                  </a:lnTo>
                  <a:lnTo>
                    <a:pt x="1491713" y="132039"/>
                  </a:lnTo>
                  <a:lnTo>
                    <a:pt x="1501472" y="149289"/>
                  </a:lnTo>
                  <a:lnTo>
                    <a:pt x="1511216" y="166341"/>
                  </a:lnTo>
                  <a:lnTo>
                    <a:pt x="1520960" y="156179"/>
                  </a:lnTo>
                  <a:lnTo>
                    <a:pt x="1530719" y="166092"/>
                  </a:lnTo>
                  <a:lnTo>
                    <a:pt x="1540463" y="163250"/>
                  </a:lnTo>
                  <a:lnTo>
                    <a:pt x="1550221" y="169839"/>
                  </a:lnTo>
                  <a:lnTo>
                    <a:pt x="1559965" y="163306"/>
                  </a:lnTo>
                  <a:lnTo>
                    <a:pt x="1569709" y="127800"/>
                  </a:lnTo>
                  <a:lnTo>
                    <a:pt x="1579468" y="116401"/>
                  </a:lnTo>
                  <a:lnTo>
                    <a:pt x="1589212" y="157205"/>
                  </a:lnTo>
                  <a:lnTo>
                    <a:pt x="1598971" y="133093"/>
                  </a:lnTo>
                  <a:lnTo>
                    <a:pt x="1608715" y="143991"/>
                  </a:lnTo>
                  <a:lnTo>
                    <a:pt x="1618459" y="156903"/>
                  </a:lnTo>
                  <a:lnTo>
                    <a:pt x="1628218" y="191081"/>
                  </a:lnTo>
                  <a:lnTo>
                    <a:pt x="1637962" y="199281"/>
                  </a:lnTo>
                  <a:lnTo>
                    <a:pt x="1647720" y="230676"/>
                  </a:lnTo>
                  <a:lnTo>
                    <a:pt x="1657464" y="204027"/>
                  </a:lnTo>
                  <a:lnTo>
                    <a:pt x="1667208" y="203769"/>
                  </a:lnTo>
                  <a:lnTo>
                    <a:pt x="1676967" y="228193"/>
                  </a:lnTo>
                  <a:lnTo>
                    <a:pt x="1686711" y="229236"/>
                  </a:lnTo>
                  <a:lnTo>
                    <a:pt x="1696470" y="254187"/>
                  </a:lnTo>
                  <a:lnTo>
                    <a:pt x="1706214" y="264444"/>
                  </a:lnTo>
                  <a:lnTo>
                    <a:pt x="1715958" y="268985"/>
                  </a:lnTo>
                  <a:lnTo>
                    <a:pt x="1725716" y="244540"/>
                  </a:lnTo>
                  <a:lnTo>
                    <a:pt x="1735460" y="272453"/>
                  </a:lnTo>
                  <a:lnTo>
                    <a:pt x="1745219" y="235610"/>
                  </a:lnTo>
                  <a:lnTo>
                    <a:pt x="1754963" y="234741"/>
                  </a:lnTo>
                  <a:lnTo>
                    <a:pt x="1764707" y="231374"/>
                  </a:lnTo>
                  <a:lnTo>
                    <a:pt x="1774466" y="213207"/>
                  </a:lnTo>
                  <a:lnTo>
                    <a:pt x="1784210" y="180072"/>
                  </a:lnTo>
                  <a:lnTo>
                    <a:pt x="1793969" y="160469"/>
                  </a:lnTo>
                  <a:lnTo>
                    <a:pt x="1803713" y="133052"/>
                  </a:lnTo>
                  <a:lnTo>
                    <a:pt x="1813457" y="129483"/>
                  </a:lnTo>
                  <a:lnTo>
                    <a:pt x="1823215" y="118445"/>
                  </a:lnTo>
                  <a:lnTo>
                    <a:pt x="1832959" y="147652"/>
                  </a:lnTo>
                  <a:lnTo>
                    <a:pt x="1842703" y="140710"/>
                  </a:lnTo>
                  <a:lnTo>
                    <a:pt x="1852462" y="131151"/>
                  </a:lnTo>
                  <a:lnTo>
                    <a:pt x="1862206" y="111494"/>
                  </a:lnTo>
                  <a:lnTo>
                    <a:pt x="1871965" y="115500"/>
                  </a:lnTo>
                  <a:lnTo>
                    <a:pt x="1881709" y="154516"/>
                  </a:lnTo>
                  <a:lnTo>
                    <a:pt x="1891453" y="168364"/>
                  </a:lnTo>
                  <a:lnTo>
                    <a:pt x="1901212" y="178961"/>
                  </a:lnTo>
                  <a:lnTo>
                    <a:pt x="1910956" y="172436"/>
                  </a:lnTo>
                  <a:lnTo>
                    <a:pt x="1920714" y="196690"/>
                  </a:lnTo>
                  <a:lnTo>
                    <a:pt x="1930458" y="192462"/>
                  </a:lnTo>
                  <a:lnTo>
                    <a:pt x="1940202" y="221457"/>
                  </a:lnTo>
                  <a:lnTo>
                    <a:pt x="1949961" y="226923"/>
                  </a:lnTo>
                  <a:lnTo>
                    <a:pt x="1959705" y="236842"/>
                  </a:lnTo>
                  <a:lnTo>
                    <a:pt x="1969464" y="275533"/>
                  </a:lnTo>
                  <a:lnTo>
                    <a:pt x="1979208" y="313160"/>
                  </a:lnTo>
                  <a:lnTo>
                    <a:pt x="1988952" y="326028"/>
                  </a:lnTo>
                  <a:lnTo>
                    <a:pt x="1998711" y="322995"/>
                  </a:lnTo>
                  <a:lnTo>
                    <a:pt x="2008454" y="330665"/>
                  </a:lnTo>
                  <a:lnTo>
                    <a:pt x="2018213" y="327460"/>
                  </a:lnTo>
                  <a:lnTo>
                    <a:pt x="2027957" y="328783"/>
                  </a:lnTo>
                  <a:lnTo>
                    <a:pt x="2037701" y="399474"/>
                  </a:lnTo>
                  <a:lnTo>
                    <a:pt x="2047460" y="427954"/>
                  </a:lnTo>
                  <a:lnTo>
                    <a:pt x="2057204" y="444227"/>
                  </a:lnTo>
                  <a:lnTo>
                    <a:pt x="2066963" y="419481"/>
                  </a:lnTo>
                  <a:lnTo>
                    <a:pt x="2076707" y="437281"/>
                  </a:lnTo>
                  <a:lnTo>
                    <a:pt x="2086451" y="445912"/>
                  </a:lnTo>
                  <a:lnTo>
                    <a:pt x="2096210" y="402419"/>
                  </a:lnTo>
                  <a:lnTo>
                    <a:pt x="2105954" y="398625"/>
                  </a:lnTo>
                  <a:lnTo>
                    <a:pt x="2115697" y="397859"/>
                  </a:lnTo>
                  <a:lnTo>
                    <a:pt x="2125456" y="367400"/>
                  </a:lnTo>
                  <a:lnTo>
                    <a:pt x="2135200" y="382947"/>
                  </a:lnTo>
                  <a:lnTo>
                    <a:pt x="2144959" y="369814"/>
                  </a:lnTo>
                  <a:lnTo>
                    <a:pt x="2154703" y="352251"/>
                  </a:lnTo>
                  <a:lnTo>
                    <a:pt x="2164447" y="345156"/>
                  </a:lnTo>
                  <a:lnTo>
                    <a:pt x="2174206" y="335369"/>
                  </a:lnTo>
                  <a:lnTo>
                    <a:pt x="2183950" y="325462"/>
                  </a:lnTo>
                  <a:lnTo>
                    <a:pt x="2193709" y="329478"/>
                  </a:lnTo>
                  <a:lnTo>
                    <a:pt x="2203452" y="339679"/>
                  </a:lnTo>
                  <a:lnTo>
                    <a:pt x="2213196" y="329370"/>
                  </a:lnTo>
                  <a:lnTo>
                    <a:pt x="2222955" y="342984"/>
                  </a:lnTo>
                  <a:lnTo>
                    <a:pt x="2232699" y="276623"/>
                  </a:lnTo>
                  <a:lnTo>
                    <a:pt x="2242458" y="301815"/>
                  </a:lnTo>
                  <a:lnTo>
                    <a:pt x="2252202" y="311012"/>
                  </a:lnTo>
                  <a:lnTo>
                    <a:pt x="2261946" y="312780"/>
                  </a:lnTo>
                  <a:lnTo>
                    <a:pt x="2271705" y="325059"/>
                  </a:lnTo>
                  <a:lnTo>
                    <a:pt x="2281449" y="293330"/>
                  </a:lnTo>
                  <a:lnTo>
                    <a:pt x="2291208" y="282094"/>
                  </a:lnTo>
                  <a:lnTo>
                    <a:pt x="2300951" y="280602"/>
                  </a:lnTo>
                  <a:lnTo>
                    <a:pt x="2310695" y="290327"/>
                  </a:lnTo>
                  <a:lnTo>
                    <a:pt x="2320454" y="292252"/>
                  </a:lnTo>
                  <a:lnTo>
                    <a:pt x="2330198" y="324640"/>
                  </a:lnTo>
                  <a:lnTo>
                    <a:pt x="2339957" y="304628"/>
                  </a:lnTo>
                  <a:lnTo>
                    <a:pt x="2349701" y="313506"/>
                  </a:lnTo>
                  <a:lnTo>
                    <a:pt x="2359445" y="333740"/>
                  </a:lnTo>
                  <a:lnTo>
                    <a:pt x="2369204" y="345177"/>
                  </a:lnTo>
                  <a:lnTo>
                    <a:pt x="2378948" y="381404"/>
                  </a:lnTo>
                  <a:lnTo>
                    <a:pt x="2388692" y="401294"/>
                  </a:lnTo>
                  <a:lnTo>
                    <a:pt x="2398450" y="398625"/>
                  </a:lnTo>
                  <a:lnTo>
                    <a:pt x="2408194" y="408655"/>
                  </a:lnTo>
                  <a:lnTo>
                    <a:pt x="2417953" y="420391"/>
                  </a:lnTo>
                  <a:lnTo>
                    <a:pt x="2427697" y="435576"/>
                  </a:lnTo>
                  <a:lnTo>
                    <a:pt x="2437441" y="445114"/>
                  </a:lnTo>
                  <a:lnTo>
                    <a:pt x="2447200" y="491380"/>
                  </a:lnTo>
                  <a:lnTo>
                    <a:pt x="2456944" y="492113"/>
                  </a:lnTo>
                  <a:lnTo>
                    <a:pt x="2466703" y="507465"/>
                  </a:lnTo>
                  <a:lnTo>
                    <a:pt x="2476446" y="486501"/>
                  </a:lnTo>
                  <a:lnTo>
                    <a:pt x="2486190" y="514378"/>
                  </a:lnTo>
                  <a:lnTo>
                    <a:pt x="2495949" y="534786"/>
                  </a:lnTo>
                  <a:lnTo>
                    <a:pt x="2505693" y="531462"/>
                  </a:lnTo>
                  <a:lnTo>
                    <a:pt x="2515452" y="514004"/>
                  </a:lnTo>
                  <a:lnTo>
                    <a:pt x="2525196" y="505986"/>
                  </a:lnTo>
                  <a:lnTo>
                    <a:pt x="2534940" y="518067"/>
                  </a:lnTo>
                  <a:lnTo>
                    <a:pt x="2544699" y="482661"/>
                  </a:lnTo>
                  <a:lnTo>
                    <a:pt x="2554443" y="518935"/>
                  </a:lnTo>
                  <a:lnTo>
                    <a:pt x="2564202" y="600265"/>
                  </a:lnTo>
                  <a:lnTo>
                    <a:pt x="2573946" y="600998"/>
                  </a:lnTo>
                  <a:lnTo>
                    <a:pt x="2583690" y="641759"/>
                  </a:lnTo>
                  <a:lnTo>
                    <a:pt x="2593448" y="650683"/>
                  </a:lnTo>
                  <a:lnTo>
                    <a:pt x="2603192" y="657906"/>
                  </a:lnTo>
                  <a:lnTo>
                    <a:pt x="2612951" y="654758"/>
                  </a:lnTo>
                  <a:lnTo>
                    <a:pt x="2622695" y="664213"/>
                  </a:lnTo>
                  <a:lnTo>
                    <a:pt x="2632439" y="653109"/>
                  </a:lnTo>
                  <a:lnTo>
                    <a:pt x="2642198" y="665116"/>
                  </a:lnTo>
                  <a:lnTo>
                    <a:pt x="2651942" y="679285"/>
                  </a:lnTo>
                  <a:lnTo>
                    <a:pt x="2661685" y="679218"/>
                  </a:lnTo>
                  <a:lnTo>
                    <a:pt x="2671444" y="676163"/>
                  </a:lnTo>
                  <a:lnTo>
                    <a:pt x="2681188" y="673145"/>
                  </a:lnTo>
                  <a:lnTo>
                    <a:pt x="2690947" y="654208"/>
                  </a:lnTo>
                  <a:lnTo>
                    <a:pt x="2700691" y="639196"/>
                  </a:lnTo>
                  <a:lnTo>
                    <a:pt x="2710435" y="650227"/>
                  </a:lnTo>
                  <a:lnTo>
                    <a:pt x="2720194" y="705480"/>
                  </a:lnTo>
                  <a:lnTo>
                    <a:pt x="2729938" y="700960"/>
                  </a:lnTo>
                  <a:lnTo>
                    <a:pt x="2739697" y="647398"/>
                  </a:lnTo>
                  <a:lnTo>
                    <a:pt x="2749441" y="640708"/>
                  </a:lnTo>
                  <a:lnTo>
                    <a:pt x="2759185" y="650111"/>
                  </a:lnTo>
                  <a:lnTo>
                    <a:pt x="2768943" y="684388"/>
                  </a:lnTo>
                  <a:lnTo>
                    <a:pt x="2778687" y="682920"/>
                  </a:lnTo>
                  <a:lnTo>
                    <a:pt x="2788446" y="654509"/>
                  </a:lnTo>
                  <a:lnTo>
                    <a:pt x="2798190" y="624451"/>
                  </a:lnTo>
                  <a:lnTo>
                    <a:pt x="2807934" y="586016"/>
                  </a:lnTo>
                  <a:lnTo>
                    <a:pt x="2817693" y="587100"/>
                  </a:lnTo>
                  <a:lnTo>
                    <a:pt x="2827437" y="631242"/>
                  </a:lnTo>
                  <a:lnTo>
                    <a:pt x="2837196" y="652181"/>
                  </a:lnTo>
                  <a:lnTo>
                    <a:pt x="2846940" y="608148"/>
                  </a:lnTo>
                  <a:lnTo>
                    <a:pt x="2856684" y="632225"/>
                  </a:lnTo>
                  <a:lnTo>
                    <a:pt x="2866442" y="612745"/>
                  </a:lnTo>
                  <a:lnTo>
                    <a:pt x="2876186" y="632672"/>
                  </a:lnTo>
                  <a:lnTo>
                    <a:pt x="2885945" y="624203"/>
                  </a:lnTo>
                  <a:lnTo>
                    <a:pt x="2895689" y="624135"/>
                  </a:lnTo>
                  <a:lnTo>
                    <a:pt x="2905433" y="601587"/>
                  </a:lnTo>
                  <a:lnTo>
                    <a:pt x="2915192" y="59588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5" name="Freeform 1114">
              <a:extLst>
                <a:ext uri="{FF2B5EF4-FFF2-40B4-BE49-F238E27FC236}">
                  <a16:creationId xmlns:a16="http://schemas.microsoft.com/office/drawing/2014/main" id="{91F5D118-AB3B-F905-074F-C36005240488}"/>
                </a:ext>
              </a:extLst>
            </p:cNvPr>
            <p:cNvSpPr/>
            <p:nvPr/>
          </p:nvSpPr>
          <p:spPr>
            <a:xfrm>
              <a:off x="4426652" y="2956325"/>
              <a:ext cx="2915191" cy="478465"/>
            </a:xfrm>
            <a:custGeom>
              <a:avLst/>
              <a:gdLst>
                <a:gd name="connsiteX0" fmla="*/ 0 w 2915191"/>
                <a:gd name="connsiteY0" fmla="*/ 329329 h 478465"/>
                <a:gd name="connsiteX1" fmla="*/ 9750 w 2915191"/>
                <a:gd name="connsiteY1" fmla="*/ 321577 h 478465"/>
                <a:gd name="connsiteX2" fmla="*/ 19500 w 2915191"/>
                <a:gd name="connsiteY2" fmla="*/ 363371 h 478465"/>
                <a:gd name="connsiteX3" fmla="*/ 29250 w 2915191"/>
                <a:gd name="connsiteY3" fmla="*/ 347723 h 478465"/>
                <a:gd name="connsiteX4" fmla="*/ 39000 w 2915191"/>
                <a:gd name="connsiteY4" fmla="*/ 358282 h 478465"/>
                <a:gd name="connsiteX5" fmla="*/ 48749 w 2915191"/>
                <a:gd name="connsiteY5" fmla="*/ 331057 h 478465"/>
                <a:gd name="connsiteX6" fmla="*/ 58499 w 2915191"/>
                <a:gd name="connsiteY6" fmla="*/ 340297 h 478465"/>
                <a:gd name="connsiteX7" fmla="*/ 68249 w 2915191"/>
                <a:gd name="connsiteY7" fmla="*/ 329774 h 478465"/>
                <a:gd name="connsiteX8" fmla="*/ 77998 w 2915191"/>
                <a:gd name="connsiteY8" fmla="*/ 316492 h 478465"/>
                <a:gd name="connsiteX9" fmla="*/ 87748 w 2915191"/>
                <a:gd name="connsiteY9" fmla="*/ 291597 h 478465"/>
                <a:gd name="connsiteX10" fmla="*/ 97497 w 2915191"/>
                <a:gd name="connsiteY10" fmla="*/ 301713 h 478465"/>
                <a:gd name="connsiteX11" fmla="*/ 107247 w 2915191"/>
                <a:gd name="connsiteY11" fmla="*/ 295247 h 478465"/>
                <a:gd name="connsiteX12" fmla="*/ 116997 w 2915191"/>
                <a:gd name="connsiteY12" fmla="*/ 286688 h 478465"/>
                <a:gd name="connsiteX13" fmla="*/ 126747 w 2915191"/>
                <a:gd name="connsiteY13" fmla="*/ 271832 h 478465"/>
                <a:gd name="connsiteX14" fmla="*/ 136497 w 2915191"/>
                <a:gd name="connsiteY14" fmla="*/ 279377 h 478465"/>
                <a:gd name="connsiteX15" fmla="*/ 146247 w 2915191"/>
                <a:gd name="connsiteY15" fmla="*/ 241471 h 478465"/>
                <a:gd name="connsiteX16" fmla="*/ 155997 w 2915191"/>
                <a:gd name="connsiteY16" fmla="*/ 220097 h 478465"/>
                <a:gd name="connsiteX17" fmla="*/ 165747 w 2915191"/>
                <a:gd name="connsiteY17" fmla="*/ 207716 h 478465"/>
                <a:gd name="connsiteX18" fmla="*/ 175497 w 2915191"/>
                <a:gd name="connsiteY18" fmla="*/ 210539 h 478465"/>
                <a:gd name="connsiteX19" fmla="*/ 185247 w 2915191"/>
                <a:gd name="connsiteY19" fmla="*/ 189324 h 478465"/>
                <a:gd name="connsiteX20" fmla="*/ 194996 w 2915191"/>
                <a:gd name="connsiteY20" fmla="*/ 169038 h 478465"/>
                <a:gd name="connsiteX21" fmla="*/ 204746 w 2915191"/>
                <a:gd name="connsiteY21" fmla="*/ 178241 h 478465"/>
                <a:gd name="connsiteX22" fmla="*/ 214495 w 2915191"/>
                <a:gd name="connsiteY22" fmla="*/ 196617 h 478465"/>
                <a:gd name="connsiteX23" fmla="*/ 224245 w 2915191"/>
                <a:gd name="connsiteY23" fmla="*/ 217999 h 478465"/>
                <a:gd name="connsiteX24" fmla="*/ 233995 w 2915191"/>
                <a:gd name="connsiteY24" fmla="*/ 250981 h 478465"/>
                <a:gd name="connsiteX25" fmla="*/ 243744 w 2915191"/>
                <a:gd name="connsiteY25" fmla="*/ 217887 h 478465"/>
                <a:gd name="connsiteX26" fmla="*/ 253494 w 2915191"/>
                <a:gd name="connsiteY26" fmla="*/ 220289 h 478465"/>
                <a:gd name="connsiteX27" fmla="*/ 263244 w 2915191"/>
                <a:gd name="connsiteY27" fmla="*/ 182390 h 478465"/>
                <a:gd name="connsiteX28" fmla="*/ 272994 w 2915191"/>
                <a:gd name="connsiteY28" fmla="*/ 203897 h 478465"/>
                <a:gd name="connsiteX29" fmla="*/ 282744 w 2915191"/>
                <a:gd name="connsiteY29" fmla="*/ 213714 h 478465"/>
                <a:gd name="connsiteX30" fmla="*/ 292494 w 2915191"/>
                <a:gd name="connsiteY30" fmla="*/ 219288 h 478465"/>
                <a:gd name="connsiteX31" fmla="*/ 302244 w 2915191"/>
                <a:gd name="connsiteY31" fmla="*/ 243382 h 478465"/>
                <a:gd name="connsiteX32" fmla="*/ 311994 w 2915191"/>
                <a:gd name="connsiteY32" fmla="*/ 230392 h 478465"/>
                <a:gd name="connsiteX33" fmla="*/ 321744 w 2915191"/>
                <a:gd name="connsiteY33" fmla="*/ 227919 h 478465"/>
                <a:gd name="connsiteX34" fmla="*/ 331493 w 2915191"/>
                <a:gd name="connsiteY34" fmla="*/ 209916 h 478465"/>
                <a:gd name="connsiteX35" fmla="*/ 341243 w 2915191"/>
                <a:gd name="connsiteY35" fmla="*/ 226485 h 478465"/>
                <a:gd name="connsiteX36" fmla="*/ 350993 w 2915191"/>
                <a:gd name="connsiteY36" fmla="*/ 224267 h 478465"/>
                <a:gd name="connsiteX37" fmla="*/ 360742 w 2915191"/>
                <a:gd name="connsiteY37" fmla="*/ 220703 h 478465"/>
                <a:gd name="connsiteX38" fmla="*/ 370492 w 2915191"/>
                <a:gd name="connsiteY38" fmla="*/ 209369 h 478465"/>
                <a:gd name="connsiteX39" fmla="*/ 380241 w 2915191"/>
                <a:gd name="connsiteY39" fmla="*/ 231126 h 478465"/>
                <a:gd name="connsiteX40" fmla="*/ 389991 w 2915191"/>
                <a:gd name="connsiteY40" fmla="*/ 252201 h 478465"/>
                <a:gd name="connsiteX41" fmla="*/ 399741 w 2915191"/>
                <a:gd name="connsiteY41" fmla="*/ 244632 h 478465"/>
                <a:gd name="connsiteX42" fmla="*/ 409491 w 2915191"/>
                <a:gd name="connsiteY42" fmla="*/ 221928 h 478465"/>
                <a:gd name="connsiteX43" fmla="*/ 419241 w 2915191"/>
                <a:gd name="connsiteY43" fmla="*/ 221517 h 478465"/>
                <a:gd name="connsiteX44" fmla="*/ 428991 w 2915191"/>
                <a:gd name="connsiteY44" fmla="*/ 237055 h 478465"/>
                <a:gd name="connsiteX45" fmla="*/ 438741 w 2915191"/>
                <a:gd name="connsiteY45" fmla="*/ 203966 h 478465"/>
                <a:gd name="connsiteX46" fmla="*/ 448491 w 2915191"/>
                <a:gd name="connsiteY46" fmla="*/ 229312 h 478465"/>
                <a:gd name="connsiteX47" fmla="*/ 458241 w 2915191"/>
                <a:gd name="connsiteY47" fmla="*/ 206676 h 478465"/>
                <a:gd name="connsiteX48" fmla="*/ 467991 w 2915191"/>
                <a:gd name="connsiteY48" fmla="*/ 235720 h 478465"/>
                <a:gd name="connsiteX49" fmla="*/ 477740 w 2915191"/>
                <a:gd name="connsiteY49" fmla="*/ 213055 h 478465"/>
                <a:gd name="connsiteX50" fmla="*/ 487490 w 2915191"/>
                <a:gd name="connsiteY50" fmla="*/ 229488 h 478465"/>
                <a:gd name="connsiteX51" fmla="*/ 497239 w 2915191"/>
                <a:gd name="connsiteY51" fmla="*/ 234380 h 478465"/>
                <a:gd name="connsiteX52" fmla="*/ 506989 w 2915191"/>
                <a:gd name="connsiteY52" fmla="*/ 227491 h 478465"/>
                <a:gd name="connsiteX53" fmla="*/ 516738 w 2915191"/>
                <a:gd name="connsiteY53" fmla="*/ 273535 h 478465"/>
                <a:gd name="connsiteX54" fmla="*/ 526488 w 2915191"/>
                <a:gd name="connsiteY54" fmla="*/ 292509 h 478465"/>
                <a:gd name="connsiteX55" fmla="*/ 536238 w 2915191"/>
                <a:gd name="connsiteY55" fmla="*/ 288392 h 478465"/>
                <a:gd name="connsiteX56" fmla="*/ 545988 w 2915191"/>
                <a:gd name="connsiteY56" fmla="*/ 300712 h 478465"/>
                <a:gd name="connsiteX57" fmla="*/ 555738 w 2915191"/>
                <a:gd name="connsiteY57" fmla="*/ 315934 h 478465"/>
                <a:gd name="connsiteX58" fmla="*/ 565488 w 2915191"/>
                <a:gd name="connsiteY58" fmla="*/ 257632 h 478465"/>
                <a:gd name="connsiteX59" fmla="*/ 575238 w 2915191"/>
                <a:gd name="connsiteY59" fmla="*/ 232926 h 478465"/>
                <a:gd name="connsiteX60" fmla="*/ 584988 w 2915191"/>
                <a:gd name="connsiteY60" fmla="*/ 259658 h 478465"/>
                <a:gd name="connsiteX61" fmla="*/ 594738 w 2915191"/>
                <a:gd name="connsiteY61" fmla="*/ 284830 h 478465"/>
                <a:gd name="connsiteX62" fmla="*/ 604488 w 2915191"/>
                <a:gd name="connsiteY62" fmla="*/ 259859 h 478465"/>
                <a:gd name="connsiteX63" fmla="*/ 614237 w 2915191"/>
                <a:gd name="connsiteY63" fmla="*/ 260574 h 478465"/>
                <a:gd name="connsiteX64" fmla="*/ 623987 w 2915191"/>
                <a:gd name="connsiteY64" fmla="*/ 261230 h 478465"/>
                <a:gd name="connsiteX65" fmla="*/ 633736 w 2915191"/>
                <a:gd name="connsiteY65" fmla="*/ 279746 h 478465"/>
                <a:gd name="connsiteX66" fmla="*/ 643486 w 2915191"/>
                <a:gd name="connsiteY66" fmla="*/ 270144 h 478465"/>
                <a:gd name="connsiteX67" fmla="*/ 653236 w 2915191"/>
                <a:gd name="connsiteY67" fmla="*/ 268457 h 478465"/>
                <a:gd name="connsiteX68" fmla="*/ 662985 w 2915191"/>
                <a:gd name="connsiteY68" fmla="*/ 267006 h 478465"/>
                <a:gd name="connsiteX69" fmla="*/ 672735 w 2915191"/>
                <a:gd name="connsiteY69" fmla="*/ 266850 h 478465"/>
                <a:gd name="connsiteX70" fmla="*/ 682485 w 2915191"/>
                <a:gd name="connsiteY70" fmla="*/ 280265 h 478465"/>
                <a:gd name="connsiteX71" fmla="*/ 692235 w 2915191"/>
                <a:gd name="connsiteY71" fmla="*/ 323804 h 478465"/>
                <a:gd name="connsiteX72" fmla="*/ 701985 w 2915191"/>
                <a:gd name="connsiteY72" fmla="*/ 306030 h 478465"/>
                <a:gd name="connsiteX73" fmla="*/ 711735 w 2915191"/>
                <a:gd name="connsiteY73" fmla="*/ 295576 h 478465"/>
                <a:gd name="connsiteX74" fmla="*/ 721485 w 2915191"/>
                <a:gd name="connsiteY74" fmla="*/ 287239 h 478465"/>
                <a:gd name="connsiteX75" fmla="*/ 731235 w 2915191"/>
                <a:gd name="connsiteY75" fmla="*/ 322556 h 478465"/>
                <a:gd name="connsiteX76" fmla="*/ 740985 w 2915191"/>
                <a:gd name="connsiteY76" fmla="*/ 337726 h 478465"/>
                <a:gd name="connsiteX77" fmla="*/ 750734 w 2915191"/>
                <a:gd name="connsiteY77" fmla="*/ 324640 h 478465"/>
                <a:gd name="connsiteX78" fmla="*/ 760484 w 2915191"/>
                <a:gd name="connsiteY78" fmla="*/ 339856 h 478465"/>
                <a:gd name="connsiteX79" fmla="*/ 770233 w 2915191"/>
                <a:gd name="connsiteY79" fmla="*/ 332924 h 478465"/>
                <a:gd name="connsiteX80" fmla="*/ 779983 w 2915191"/>
                <a:gd name="connsiteY80" fmla="*/ 310827 h 478465"/>
                <a:gd name="connsiteX81" fmla="*/ 789733 w 2915191"/>
                <a:gd name="connsiteY81" fmla="*/ 346969 h 478465"/>
                <a:gd name="connsiteX82" fmla="*/ 799482 w 2915191"/>
                <a:gd name="connsiteY82" fmla="*/ 351033 h 478465"/>
                <a:gd name="connsiteX83" fmla="*/ 809232 w 2915191"/>
                <a:gd name="connsiteY83" fmla="*/ 372773 h 478465"/>
                <a:gd name="connsiteX84" fmla="*/ 818982 w 2915191"/>
                <a:gd name="connsiteY84" fmla="*/ 394899 h 478465"/>
                <a:gd name="connsiteX85" fmla="*/ 828732 w 2915191"/>
                <a:gd name="connsiteY85" fmla="*/ 410586 h 478465"/>
                <a:gd name="connsiteX86" fmla="*/ 838482 w 2915191"/>
                <a:gd name="connsiteY86" fmla="*/ 380571 h 478465"/>
                <a:gd name="connsiteX87" fmla="*/ 848232 w 2915191"/>
                <a:gd name="connsiteY87" fmla="*/ 391721 h 478465"/>
                <a:gd name="connsiteX88" fmla="*/ 857982 w 2915191"/>
                <a:gd name="connsiteY88" fmla="*/ 392868 h 478465"/>
                <a:gd name="connsiteX89" fmla="*/ 867732 w 2915191"/>
                <a:gd name="connsiteY89" fmla="*/ 434402 h 478465"/>
                <a:gd name="connsiteX90" fmla="*/ 877482 w 2915191"/>
                <a:gd name="connsiteY90" fmla="*/ 433660 h 478465"/>
                <a:gd name="connsiteX91" fmla="*/ 887231 w 2915191"/>
                <a:gd name="connsiteY91" fmla="*/ 426318 h 478465"/>
                <a:gd name="connsiteX92" fmla="*/ 896981 w 2915191"/>
                <a:gd name="connsiteY92" fmla="*/ 427412 h 478465"/>
                <a:gd name="connsiteX93" fmla="*/ 906730 w 2915191"/>
                <a:gd name="connsiteY93" fmla="*/ 440822 h 478465"/>
                <a:gd name="connsiteX94" fmla="*/ 916480 w 2915191"/>
                <a:gd name="connsiteY94" fmla="*/ 433142 h 478465"/>
                <a:gd name="connsiteX95" fmla="*/ 926230 w 2915191"/>
                <a:gd name="connsiteY95" fmla="*/ 450384 h 478465"/>
                <a:gd name="connsiteX96" fmla="*/ 935979 w 2915191"/>
                <a:gd name="connsiteY96" fmla="*/ 461360 h 478465"/>
                <a:gd name="connsiteX97" fmla="*/ 945729 w 2915191"/>
                <a:gd name="connsiteY97" fmla="*/ 478466 h 478465"/>
                <a:gd name="connsiteX98" fmla="*/ 955479 w 2915191"/>
                <a:gd name="connsiteY98" fmla="*/ 468218 h 478465"/>
                <a:gd name="connsiteX99" fmla="*/ 965229 w 2915191"/>
                <a:gd name="connsiteY99" fmla="*/ 476106 h 478465"/>
                <a:gd name="connsiteX100" fmla="*/ 974979 w 2915191"/>
                <a:gd name="connsiteY100" fmla="*/ 475869 h 478465"/>
                <a:gd name="connsiteX101" fmla="*/ 984729 w 2915191"/>
                <a:gd name="connsiteY101" fmla="*/ 443161 h 478465"/>
                <a:gd name="connsiteX102" fmla="*/ 994474 w 2915191"/>
                <a:gd name="connsiteY102" fmla="*/ 447787 h 478465"/>
                <a:gd name="connsiteX103" fmla="*/ 1004233 w 2915191"/>
                <a:gd name="connsiteY103" fmla="*/ 437218 h 478465"/>
                <a:gd name="connsiteX104" fmla="*/ 1013977 w 2915191"/>
                <a:gd name="connsiteY104" fmla="*/ 411124 h 478465"/>
                <a:gd name="connsiteX105" fmla="*/ 1023721 w 2915191"/>
                <a:gd name="connsiteY105" fmla="*/ 421479 h 478465"/>
                <a:gd name="connsiteX106" fmla="*/ 1033480 w 2915191"/>
                <a:gd name="connsiteY106" fmla="*/ 373893 h 478465"/>
                <a:gd name="connsiteX107" fmla="*/ 1043224 w 2915191"/>
                <a:gd name="connsiteY107" fmla="*/ 367990 h 478465"/>
                <a:gd name="connsiteX108" fmla="*/ 1052983 w 2915191"/>
                <a:gd name="connsiteY108" fmla="*/ 359435 h 478465"/>
                <a:gd name="connsiteX109" fmla="*/ 1062727 w 2915191"/>
                <a:gd name="connsiteY109" fmla="*/ 336614 h 478465"/>
                <a:gd name="connsiteX110" fmla="*/ 1072471 w 2915191"/>
                <a:gd name="connsiteY110" fmla="*/ 297737 h 478465"/>
                <a:gd name="connsiteX111" fmla="*/ 1082230 w 2915191"/>
                <a:gd name="connsiteY111" fmla="*/ 273216 h 478465"/>
                <a:gd name="connsiteX112" fmla="*/ 1091973 w 2915191"/>
                <a:gd name="connsiteY112" fmla="*/ 307685 h 478465"/>
                <a:gd name="connsiteX113" fmla="*/ 1101732 w 2915191"/>
                <a:gd name="connsiteY113" fmla="*/ 291768 h 478465"/>
                <a:gd name="connsiteX114" fmla="*/ 1111476 w 2915191"/>
                <a:gd name="connsiteY114" fmla="*/ 286734 h 478465"/>
                <a:gd name="connsiteX115" fmla="*/ 1121220 w 2915191"/>
                <a:gd name="connsiteY115" fmla="*/ 270233 h 478465"/>
                <a:gd name="connsiteX116" fmla="*/ 1130979 w 2915191"/>
                <a:gd name="connsiteY116" fmla="*/ 291421 h 478465"/>
                <a:gd name="connsiteX117" fmla="*/ 1140723 w 2915191"/>
                <a:gd name="connsiteY117" fmla="*/ 336970 h 478465"/>
                <a:gd name="connsiteX118" fmla="*/ 1150482 w 2915191"/>
                <a:gd name="connsiteY118" fmla="*/ 328409 h 478465"/>
                <a:gd name="connsiteX119" fmla="*/ 1160226 w 2915191"/>
                <a:gd name="connsiteY119" fmla="*/ 306170 h 478465"/>
                <a:gd name="connsiteX120" fmla="*/ 1169969 w 2915191"/>
                <a:gd name="connsiteY120" fmla="*/ 270516 h 478465"/>
                <a:gd name="connsiteX121" fmla="*/ 1179728 w 2915191"/>
                <a:gd name="connsiteY121" fmla="*/ 257939 h 478465"/>
                <a:gd name="connsiteX122" fmla="*/ 1189472 w 2915191"/>
                <a:gd name="connsiteY122" fmla="*/ 259582 h 478465"/>
                <a:gd name="connsiteX123" fmla="*/ 1199231 w 2915191"/>
                <a:gd name="connsiteY123" fmla="*/ 237511 h 478465"/>
                <a:gd name="connsiteX124" fmla="*/ 1208975 w 2915191"/>
                <a:gd name="connsiteY124" fmla="*/ 221134 h 478465"/>
                <a:gd name="connsiteX125" fmla="*/ 1218719 w 2915191"/>
                <a:gd name="connsiteY125" fmla="*/ 193618 h 478465"/>
                <a:gd name="connsiteX126" fmla="*/ 1228478 w 2915191"/>
                <a:gd name="connsiteY126" fmla="*/ 213948 h 478465"/>
                <a:gd name="connsiteX127" fmla="*/ 1238222 w 2915191"/>
                <a:gd name="connsiteY127" fmla="*/ 192048 h 478465"/>
                <a:gd name="connsiteX128" fmla="*/ 1247966 w 2915191"/>
                <a:gd name="connsiteY128" fmla="*/ 173926 h 478465"/>
                <a:gd name="connsiteX129" fmla="*/ 1257725 w 2915191"/>
                <a:gd name="connsiteY129" fmla="*/ 168585 h 478465"/>
                <a:gd name="connsiteX130" fmla="*/ 1267469 w 2915191"/>
                <a:gd name="connsiteY130" fmla="*/ 144806 h 478465"/>
                <a:gd name="connsiteX131" fmla="*/ 1277227 w 2915191"/>
                <a:gd name="connsiteY131" fmla="*/ 124490 h 478465"/>
                <a:gd name="connsiteX132" fmla="*/ 1286971 w 2915191"/>
                <a:gd name="connsiteY132" fmla="*/ 111359 h 478465"/>
                <a:gd name="connsiteX133" fmla="*/ 1296715 w 2915191"/>
                <a:gd name="connsiteY133" fmla="*/ 84662 h 478465"/>
                <a:gd name="connsiteX134" fmla="*/ 1306474 w 2915191"/>
                <a:gd name="connsiteY134" fmla="*/ 66089 h 478465"/>
                <a:gd name="connsiteX135" fmla="*/ 1316218 w 2915191"/>
                <a:gd name="connsiteY135" fmla="*/ 83789 h 478465"/>
                <a:gd name="connsiteX136" fmla="*/ 1325977 w 2915191"/>
                <a:gd name="connsiteY136" fmla="*/ 90772 h 478465"/>
                <a:gd name="connsiteX137" fmla="*/ 1335721 w 2915191"/>
                <a:gd name="connsiteY137" fmla="*/ 106996 h 478465"/>
                <a:gd name="connsiteX138" fmla="*/ 1345465 w 2915191"/>
                <a:gd name="connsiteY138" fmla="*/ 89428 h 478465"/>
                <a:gd name="connsiteX139" fmla="*/ 1355224 w 2915191"/>
                <a:gd name="connsiteY139" fmla="*/ 143678 h 478465"/>
                <a:gd name="connsiteX140" fmla="*/ 1364967 w 2915191"/>
                <a:gd name="connsiteY140" fmla="*/ 153799 h 478465"/>
                <a:gd name="connsiteX141" fmla="*/ 1374726 w 2915191"/>
                <a:gd name="connsiteY141" fmla="*/ 134299 h 478465"/>
                <a:gd name="connsiteX142" fmla="*/ 1384470 w 2915191"/>
                <a:gd name="connsiteY142" fmla="*/ 175084 h 478465"/>
                <a:gd name="connsiteX143" fmla="*/ 1394214 w 2915191"/>
                <a:gd name="connsiteY143" fmla="*/ 167667 h 478465"/>
                <a:gd name="connsiteX144" fmla="*/ 1403973 w 2915191"/>
                <a:gd name="connsiteY144" fmla="*/ 167050 h 478465"/>
                <a:gd name="connsiteX145" fmla="*/ 1413717 w 2915191"/>
                <a:gd name="connsiteY145" fmla="*/ 150849 h 478465"/>
                <a:gd name="connsiteX146" fmla="*/ 1423476 w 2915191"/>
                <a:gd name="connsiteY146" fmla="*/ 145828 h 478465"/>
                <a:gd name="connsiteX147" fmla="*/ 1433220 w 2915191"/>
                <a:gd name="connsiteY147" fmla="*/ 161495 h 478465"/>
                <a:gd name="connsiteX148" fmla="*/ 1442964 w 2915191"/>
                <a:gd name="connsiteY148" fmla="*/ 148953 h 478465"/>
                <a:gd name="connsiteX149" fmla="*/ 1452722 w 2915191"/>
                <a:gd name="connsiteY149" fmla="*/ 132881 h 478465"/>
                <a:gd name="connsiteX150" fmla="*/ 1462466 w 2915191"/>
                <a:gd name="connsiteY150" fmla="*/ 92551 h 478465"/>
                <a:gd name="connsiteX151" fmla="*/ 1472225 w 2915191"/>
                <a:gd name="connsiteY151" fmla="*/ 104878 h 478465"/>
                <a:gd name="connsiteX152" fmla="*/ 1481969 w 2915191"/>
                <a:gd name="connsiteY152" fmla="*/ 103360 h 478465"/>
                <a:gd name="connsiteX153" fmla="*/ 1491713 w 2915191"/>
                <a:gd name="connsiteY153" fmla="*/ 123967 h 478465"/>
                <a:gd name="connsiteX154" fmla="*/ 1501472 w 2915191"/>
                <a:gd name="connsiteY154" fmla="*/ 121653 h 478465"/>
                <a:gd name="connsiteX155" fmla="*/ 1511216 w 2915191"/>
                <a:gd name="connsiteY155" fmla="*/ 82359 h 478465"/>
                <a:gd name="connsiteX156" fmla="*/ 1520960 w 2915191"/>
                <a:gd name="connsiteY156" fmla="*/ 43907 h 478465"/>
                <a:gd name="connsiteX157" fmla="*/ 1530719 w 2915191"/>
                <a:gd name="connsiteY157" fmla="*/ 69738 h 478465"/>
                <a:gd name="connsiteX158" fmla="*/ 1540463 w 2915191"/>
                <a:gd name="connsiteY158" fmla="*/ 85315 h 478465"/>
                <a:gd name="connsiteX159" fmla="*/ 1550221 w 2915191"/>
                <a:gd name="connsiteY159" fmla="*/ 124694 h 478465"/>
                <a:gd name="connsiteX160" fmla="*/ 1559965 w 2915191"/>
                <a:gd name="connsiteY160" fmla="*/ 146295 h 478465"/>
                <a:gd name="connsiteX161" fmla="*/ 1569709 w 2915191"/>
                <a:gd name="connsiteY161" fmla="*/ 163029 h 478465"/>
                <a:gd name="connsiteX162" fmla="*/ 1579468 w 2915191"/>
                <a:gd name="connsiteY162" fmla="*/ 141512 h 478465"/>
                <a:gd name="connsiteX163" fmla="*/ 1589212 w 2915191"/>
                <a:gd name="connsiteY163" fmla="*/ 131516 h 478465"/>
                <a:gd name="connsiteX164" fmla="*/ 1598971 w 2915191"/>
                <a:gd name="connsiteY164" fmla="*/ 145785 h 478465"/>
                <a:gd name="connsiteX165" fmla="*/ 1608715 w 2915191"/>
                <a:gd name="connsiteY165" fmla="*/ 143056 h 478465"/>
                <a:gd name="connsiteX166" fmla="*/ 1618459 w 2915191"/>
                <a:gd name="connsiteY166" fmla="*/ 139644 h 478465"/>
                <a:gd name="connsiteX167" fmla="*/ 1628218 w 2915191"/>
                <a:gd name="connsiteY167" fmla="*/ 144654 h 478465"/>
                <a:gd name="connsiteX168" fmla="*/ 1637962 w 2915191"/>
                <a:gd name="connsiteY168" fmla="*/ 105379 h 478465"/>
                <a:gd name="connsiteX169" fmla="*/ 1647720 w 2915191"/>
                <a:gd name="connsiteY169" fmla="*/ 111345 h 478465"/>
                <a:gd name="connsiteX170" fmla="*/ 1657464 w 2915191"/>
                <a:gd name="connsiteY170" fmla="*/ 104948 h 478465"/>
                <a:gd name="connsiteX171" fmla="*/ 1667208 w 2915191"/>
                <a:gd name="connsiteY171" fmla="*/ 139446 h 478465"/>
                <a:gd name="connsiteX172" fmla="*/ 1676967 w 2915191"/>
                <a:gd name="connsiteY172" fmla="*/ 152729 h 478465"/>
                <a:gd name="connsiteX173" fmla="*/ 1686711 w 2915191"/>
                <a:gd name="connsiteY173" fmla="*/ 178627 h 478465"/>
                <a:gd name="connsiteX174" fmla="*/ 1696470 w 2915191"/>
                <a:gd name="connsiteY174" fmla="*/ 177307 h 478465"/>
                <a:gd name="connsiteX175" fmla="*/ 1706214 w 2915191"/>
                <a:gd name="connsiteY175" fmla="*/ 169123 h 478465"/>
                <a:gd name="connsiteX176" fmla="*/ 1715958 w 2915191"/>
                <a:gd name="connsiteY176" fmla="*/ 144399 h 478465"/>
                <a:gd name="connsiteX177" fmla="*/ 1725716 w 2915191"/>
                <a:gd name="connsiteY177" fmla="*/ 133703 h 478465"/>
                <a:gd name="connsiteX178" fmla="*/ 1735460 w 2915191"/>
                <a:gd name="connsiteY178" fmla="*/ 148598 h 478465"/>
                <a:gd name="connsiteX179" fmla="*/ 1745219 w 2915191"/>
                <a:gd name="connsiteY179" fmla="*/ 185659 h 478465"/>
                <a:gd name="connsiteX180" fmla="*/ 1754963 w 2915191"/>
                <a:gd name="connsiteY180" fmla="*/ 172269 h 478465"/>
                <a:gd name="connsiteX181" fmla="*/ 1764707 w 2915191"/>
                <a:gd name="connsiteY181" fmla="*/ 171979 h 478465"/>
                <a:gd name="connsiteX182" fmla="*/ 1774466 w 2915191"/>
                <a:gd name="connsiteY182" fmla="*/ 145265 h 478465"/>
                <a:gd name="connsiteX183" fmla="*/ 1784210 w 2915191"/>
                <a:gd name="connsiteY183" fmla="*/ 157664 h 478465"/>
                <a:gd name="connsiteX184" fmla="*/ 1793969 w 2915191"/>
                <a:gd name="connsiteY184" fmla="*/ 124740 h 478465"/>
                <a:gd name="connsiteX185" fmla="*/ 1803713 w 2915191"/>
                <a:gd name="connsiteY185" fmla="*/ 129037 h 478465"/>
                <a:gd name="connsiteX186" fmla="*/ 1813457 w 2915191"/>
                <a:gd name="connsiteY186" fmla="*/ 113630 h 478465"/>
                <a:gd name="connsiteX187" fmla="*/ 1823215 w 2915191"/>
                <a:gd name="connsiteY187" fmla="*/ 124034 h 478465"/>
                <a:gd name="connsiteX188" fmla="*/ 1832959 w 2915191"/>
                <a:gd name="connsiteY188" fmla="*/ 95637 h 478465"/>
                <a:gd name="connsiteX189" fmla="*/ 1842703 w 2915191"/>
                <a:gd name="connsiteY189" fmla="*/ 114744 h 478465"/>
                <a:gd name="connsiteX190" fmla="*/ 1852462 w 2915191"/>
                <a:gd name="connsiteY190" fmla="*/ 113821 h 478465"/>
                <a:gd name="connsiteX191" fmla="*/ 1862206 w 2915191"/>
                <a:gd name="connsiteY191" fmla="*/ 119362 h 478465"/>
                <a:gd name="connsiteX192" fmla="*/ 1871965 w 2915191"/>
                <a:gd name="connsiteY192" fmla="*/ 136402 h 478465"/>
                <a:gd name="connsiteX193" fmla="*/ 1881709 w 2915191"/>
                <a:gd name="connsiteY193" fmla="*/ 125819 h 478465"/>
                <a:gd name="connsiteX194" fmla="*/ 1891453 w 2915191"/>
                <a:gd name="connsiteY194" fmla="*/ 109107 h 478465"/>
                <a:gd name="connsiteX195" fmla="*/ 1901212 w 2915191"/>
                <a:gd name="connsiteY195" fmla="*/ 88892 h 478465"/>
                <a:gd name="connsiteX196" fmla="*/ 1910956 w 2915191"/>
                <a:gd name="connsiteY196" fmla="*/ 112721 h 478465"/>
                <a:gd name="connsiteX197" fmla="*/ 1920714 w 2915191"/>
                <a:gd name="connsiteY197" fmla="*/ 115302 h 478465"/>
                <a:gd name="connsiteX198" fmla="*/ 1930458 w 2915191"/>
                <a:gd name="connsiteY198" fmla="*/ 97083 h 478465"/>
                <a:gd name="connsiteX199" fmla="*/ 1940202 w 2915191"/>
                <a:gd name="connsiteY199" fmla="*/ 92226 h 478465"/>
                <a:gd name="connsiteX200" fmla="*/ 1949961 w 2915191"/>
                <a:gd name="connsiteY200" fmla="*/ 99446 h 478465"/>
                <a:gd name="connsiteX201" fmla="*/ 1959705 w 2915191"/>
                <a:gd name="connsiteY201" fmla="*/ 108302 h 478465"/>
                <a:gd name="connsiteX202" fmla="*/ 1969464 w 2915191"/>
                <a:gd name="connsiteY202" fmla="*/ 133048 h 478465"/>
                <a:gd name="connsiteX203" fmla="*/ 1979208 w 2915191"/>
                <a:gd name="connsiteY203" fmla="*/ 112368 h 478465"/>
                <a:gd name="connsiteX204" fmla="*/ 1988952 w 2915191"/>
                <a:gd name="connsiteY204" fmla="*/ 99537 h 478465"/>
                <a:gd name="connsiteX205" fmla="*/ 1998711 w 2915191"/>
                <a:gd name="connsiteY205" fmla="*/ 87363 h 478465"/>
                <a:gd name="connsiteX206" fmla="*/ 2008454 w 2915191"/>
                <a:gd name="connsiteY206" fmla="*/ 106766 h 478465"/>
                <a:gd name="connsiteX207" fmla="*/ 2018213 w 2915191"/>
                <a:gd name="connsiteY207" fmla="*/ 132418 h 478465"/>
                <a:gd name="connsiteX208" fmla="*/ 2027957 w 2915191"/>
                <a:gd name="connsiteY208" fmla="*/ 135676 h 478465"/>
                <a:gd name="connsiteX209" fmla="*/ 2037701 w 2915191"/>
                <a:gd name="connsiteY209" fmla="*/ 145331 h 478465"/>
                <a:gd name="connsiteX210" fmla="*/ 2047460 w 2915191"/>
                <a:gd name="connsiteY210" fmla="*/ 118699 h 478465"/>
                <a:gd name="connsiteX211" fmla="*/ 2057204 w 2915191"/>
                <a:gd name="connsiteY211" fmla="*/ 112222 h 478465"/>
                <a:gd name="connsiteX212" fmla="*/ 2066963 w 2915191"/>
                <a:gd name="connsiteY212" fmla="*/ 92883 h 478465"/>
                <a:gd name="connsiteX213" fmla="*/ 2076707 w 2915191"/>
                <a:gd name="connsiteY213" fmla="*/ 79680 h 478465"/>
                <a:gd name="connsiteX214" fmla="*/ 2086451 w 2915191"/>
                <a:gd name="connsiteY214" fmla="*/ 70356 h 478465"/>
                <a:gd name="connsiteX215" fmla="*/ 2096210 w 2915191"/>
                <a:gd name="connsiteY215" fmla="*/ 57488 h 478465"/>
                <a:gd name="connsiteX216" fmla="*/ 2105954 w 2915191"/>
                <a:gd name="connsiteY216" fmla="*/ 24439 h 478465"/>
                <a:gd name="connsiteX217" fmla="*/ 2115697 w 2915191"/>
                <a:gd name="connsiteY217" fmla="*/ 0 h 478465"/>
                <a:gd name="connsiteX218" fmla="*/ 2125456 w 2915191"/>
                <a:gd name="connsiteY218" fmla="*/ 32448 h 478465"/>
                <a:gd name="connsiteX219" fmla="*/ 2135200 w 2915191"/>
                <a:gd name="connsiteY219" fmla="*/ 16751 h 478465"/>
                <a:gd name="connsiteX220" fmla="*/ 2144959 w 2915191"/>
                <a:gd name="connsiteY220" fmla="*/ 40917 h 478465"/>
                <a:gd name="connsiteX221" fmla="*/ 2154703 w 2915191"/>
                <a:gd name="connsiteY221" fmla="*/ 11226 h 478465"/>
                <a:gd name="connsiteX222" fmla="*/ 2164447 w 2915191"/>
                <a:gd name="connsiteY222" fmla="*/ 5931 h 478465"/>
                <a:gd name="connsiteX223" fmla="*/ 2174206 w 2915191"/>
                <a:gd name="connsiteY223" fmla="*/ 40078 h 478465"/>
                <a:gd name="connsiteX224" fmla="*/ 2183950 w 2915191"/>
                <a:gd name="connsiteY224" fmla="*/ 53355 h 478465"/>
                <a:gd name="connsiteX225" fmla="*/ 2193709 w 2915191"/>
                <a:gd name="connsiteY225" fmla="*/ 26064 h 478465"/>
                <a:gd name="connsiteX226" fmla="*/ 2203452 w 2915191"/>
                <a:gd name="connsiteY226" fmla="*/ 47455 h 478465"/>
                <a:gd name="connsiteX227" fmla="*/ 2213196 w 2915191"/>
                <a:gd name="connsiteY227" fmla="*/ 80112 h 478465"/>
                <a:gd name="connsiteX228" fmla="*/ 2222955 w 2915191"/>
                <a:gd name="connsiteY228" fmla="*/ 71529 h 478465"/>
                <a:gd name="connsiteX229" fmla="*/ 2232699 w 2915191"/>
                <a:gd name="connsiteY229" fmla="*/ 108256 h 478465"/>
                <a:gd name="connsiteX230" fmla="*/ 2242458 w 2915191"/>
                <a:gd name="connsiteY230" fmla="*/ 103289 h 478465"/>
                <a:gd name="connsiteX231" fmla="*/ 2252202 w 2915191"/>
                <a:gd name="connsiteY231" fmla="*/ 99466 h 478465"/>
                <a:gd name="connsiteX232" fmla="*/ 2261946 w 2915191"/>
                <a:gd name="connsiteY232" fmla="*/ 116321 h 478465"/>
                <a:gd name="connsiteX233" fmla="*/ 2271705 w 2915191"/>
                <a:gd name="connsiteY233" fmla="*/ 139791 h 478465"/>
                <a:gd name="connsiteX234" fmla="*/ 2281449 w 2915191"/>
                <a:gd name="connsiteY234" fmla="*/ 110832 h 478465"/>
                <a:gd name="connsiteX235" fmla="*/ 2291208 w 2915191"/>
                <a:gd name="connsiteY235" fmla="*/ 114320 h 478465"/>
                <a:gd name="connsiteX236" fmla="*/ 2300951 w 2915191"/>
                <a:gd name="connsiteY236" fmla="*/ 119479 h 478465"/>
                <a:gd name="connsiteX237" fmla="*/ 2310695 w 2915191"/>
                <a:gd name="connsiteY237" fmla="*/ 123450 h 478465"/>
                <a:gd name="connsiteX238" fmla="*/ 2320454 w 2915191"/>
                <a:gd name="connsiteY238" fmla="*/ 105728 h 478465"/>
                <a:gd name="connsiteX239" fmla="*/ 2330198 w 2915191"/>
                <a:gd name="connsiteY239" fmla="*/ 128091 h 478465"/>
                <a:gd name="connsiteX240" fmla="*/ 2339957 w 2915191"/>
                <a:gd name="connsiteY240" fmla="*/ 119616 h 478465"/>
                <a:gd name="connsiteX241" fmla="*/ 2349701 w 2915191"/>
                <a:gd name="connsiteY241" fmla="*/ 110471 h 478465"/>
                <a:gd name="connsiteX242" fmla="*/ 2359445 w 2915191"/>
                <a:gd name="connsiteY242" fmla="*/ 153114 h 478465"/>
                <a:gd name="connsiteX243" fmla="*/ 2369204 w 2915191"/>
                <a:gd name="connsiteY243" fmla="*/ 130326 h 478465"/>
                <a:gd name="connsiteX244" fmla="*/ 2378948 w 2915191"/>
                <a:gd name="connsiteY244" fmla="*/ 167335 h 478465"/>
                <a:gd name="connsiteX245" fmla="*/ 2388692 w 2915191"/>
                <a:gd name="connsiteY245" fmla="*/ 151319 h 478465"/>
                <a:gd name="connsiteX246" fmla="*/ 2398450 w 2915191"/>
                <a:gd name="connsiteY246" fmla="*/ 136947 h 478465"/>
                <a:gd name="connsiteX247" fmla="*/ 2408194 w 2915191"/>
                <a:gd name="connsiteY247" fmla="*/ 135631 h 478465"/>
                <a:gd name="connsiteX248" fmla="*/ 2417953 w 2915191"/>
                <a:gd name="connsiteY248" fmla="*/ 154358 h 478465"/>
                <a:gd name="connsiteX249" fmla="*/ 2427697 w 2915191"/>
                <a:gd name="connsiteY249" fmla="*/ 143973 h 478465"/>
                <a:gd name="connsiteX250" fmla="*/ 2437441 w 2915191"/>
                <a:gd name="connsiteY250" fmla="*/ 149616 h 478465"/>
                <a:gd name="connsiteX251" fmla="*/ 2447200 w 2915191"/>
                <a:gd name="connsiteY251" fmla="*/ 136896 h 478465"/>
                <a:gd name="connsiteX252" fmla="*/ 2456944 w 2915191"/>
                <a:gd name="connsiteY252" fmla="*/ 130035 h 478465"/>
                <a:gd name="connsiteX253" fmla="*/ 2466703 w 2915191"/>
                <a:gd name="connsiteY253" fmla="*/ 180516 h 478465"/>
                <a:gd name="connsiteX254" fmla="*/ 2476446 w 2915191"/>
                <a:gd name="connsiteY254" fmla="*/ 175041 h 478465"/>
                <a:gd name="connsiteX255" fmla="*/ 2486190 w 2915191"/>
                <a:gd name="connsiteY255" fmla="*/ 194974 h 478465"/>
                <a:gd name="connsiteX256" fmla="*/ 2495949 w 2915191"/>
                <a:gd name="connsiteY256" fmla="*/ 190762 h 478465"/>
                <a:gd name="connsiteX257" fmla="*/ 2505693 w 2915191"/>
                <a:gd name="connsiteY257" fmla="*/ 172579 h 478465"/>
                <a:gd name="connsiteX258" fmla="*/ 2515452 w 2915191"/>
                <a:gd name="connsiteY258" fmla="*/ 195875 h 478465"/>
                <a:gd name="connsiteX259" fmla="*/ 2525196 w 2915191"/>
                <a:gd name="connsiteY259" fmla="*/ 208513 h 478465"/>
                <a:gd name="connsiteX260" fmla="*/ 2534940 w 2915191"/>
                <a:gd name="connsiteY260" fmla="*/ 222178 h 478465"/>
                <a:gd name="connsiteX261" fmla="*/ 2544699 w 2915191"/>
                <a:gd name="connsiteY261" fmla="*/ 184786 h 478465"/>
                <a:gd name="connsiteX262" fmla="*/ 2554443 w 2915191"/>
                <a:gd name="connsiteY262" fmla="*/ 201612 h 478465"/>
                <a:gd name="connsiteX263" fmla="*/ 2564202 w 2915191"/>
                <a:gd name="connsiteY263" fmla="*/ 186656 h 478465"/>
                <a:gd name="connsiteX264" fmla="*/ 2573946 w 2915191"/>
                <a:gd name="connsiteY264" fmla="*/ 180868 h 478465"/>
                <a:gd name="connsiteX265" fmla="*/ 2583690 w 2915191"/>
                <a:gd name="connsiteY265" fmla="*/ 183920 h 478465"/>
                <a:gd name="connsiteX266" fmla="*/ 2593448 w 2915191"/>
                <a:gd name="connsiteY266" fmla="*/ 212257 h 478465"/>
                <a:gd name="connsiteX267" fmla="*/ 2603192 w 2915191"/>
                <a:gd name="connsiteY267" fmla="*/ 204773 h 478465"/>
                <a:gd name="connsiteX268" fmla="*/ 2612951 w 2915191"/>
                <a:gd name="connsiteY268" fmla="*/ 239500 h 478465"/>
                <a:gd name="connsiteX269" fmla="*/ 2622695 w 2915191"/>
                <a:gd name="connsiteY269" fmla="*/ 257107 h 478465"/>
                <a:gd name="connsiteX270" fmla="*/ 2632439 w 2915191"/>
                <a:gd name="connsiteY270" fmla="*/ 264707 h 478465"/>
                <a:gd name="connsiteX271" fmla="*/ 2642198 w 2915191"/>
                <a:gd name="connsiteY271" fmla="*/ 303410 h 478465"/>
                <a:gd name="connsiteX272" fmla="*/ 2651942 w 2915191"/>
                <a:gd name="connsiteY272" fmla="*/ 312479 h 478465"/>
                <a:gd name="connsiteX273" fmla="*/ 2661685 w 2915191"/>
                <a:gd name="connsiteY273" fmla="*/ 289748 h 478465"/>
                <a:gd name="connsiteX274" fmla="*/ 2671444 w 2915191"/>
                <a:gd name="connsiteY274" fmla="*/ 289544 h 478465"/>
                <a:gd name="connsiteX275" fmla="*/ 2681188 w 2915191"/>
                <a:gd name="connsiteY275" fmla="*/ 276655 h 478465"/>
                <a:gd name="connsiteX276" fmla="*/ 2690947 w 2915191"/>
                <a:gd name="connsiteY276" fmla="*/ 311304 h 478465"/>
                <a:gd name="connsiteX277" fmla="*/ 2700691 w 2915191"/>
                <a:gd name="connsiteY277" fmla="*/ 324638 h 478465"/>
                <a:gd name="connsiteX278" fmla="*/ 2710435 w 2915191"/>
                <a:gd name="connsiteY278" fmla="*/ 317459 h 478465"/>
                <a:gd name="connsiteX279" fmla="*/ 2720194 w 2915191"/>
                <a:gd name="connsiteY279" fmla="*/ 311831 h 478465"/>
                <a:gd name="connsiteX280" fmla="*/ 2729938 w 2915191"/>
                <a:gd name="connsiteY280" fmla="*/ 337760 h 478465"/>
                <a:gd name="connsiteX281" fmla="*/ 2739697 w 2915191"/>
                <a:gd name="connsiteY281" fmla="*/ 345570 h 478465"/>
                <a:gd name="connsiteX282" fmla="*/ 2749441 w 2915191"/>
                <a:gd name="connsiteY282" fmla="*/ 355110 h 478465"/>
                <a:gd name="connsiteX283" fmla="*/ 2759185 w 2915191"/>
                <a:gd name="connsiteY283" fmla="*/ 346668 h 478465"/>
                <a:gd name="connsiteX284" fmla="*/ 2768943 w 2915191"/>
                <a:gd name="connsiteY284" fmla="*/ 323895 h 478465"/>
                <a:gd name="connsiteX285" fmla="*/ 2778687 w 2915191"/>
                <a:gd name="connsiteY285" fmla="*/ 306780 h 478465"/>
                <a:gd name="connsiteX286" fmla="*/ 2788446 w 2915191"/>
                <a:gd name="connsiteY286" fmla="*/ 281871 h 478465"/>
                <a:gd name="connsiteX287" fmla="*/ 2798190 w 2915191"/>
                <a:gd name="connsiteY287" fmla="*/ 292498 h 478465"/>
                <a:gd name="connsiteX288" fmla="*/ 2807934 w 2915191"/>
                <a:gd name="connsiteY288" fmla="*/ 295521 h 478465"/>
                <a:gd name="connsiteX289" fmla="*/ 2817693 w 2915191"/>
                <a:gd name="connsiteY289" fmla="*/ 326024 h 478465"/>
                <a:gd name="connsiteX290" fmla="*/ 2827437 w 2915191"/>
                <a:gd name="connsiteY290" fmla="*/ 364447 h 478465"/>
                <a:gd name="connsiteX291" fmla="*/ 2837196 w 2915191"/>
                <a:gd name="connsiteY291" fmla="*/ 354684 h 478465"/>
                <a:gd name="connsiteX292" fmla="*/ 2846940 w 2915191"/>
                <a:gd name="connsiteY292" fmla="*/ 373522 h 478465"/>
                <a:gd name="connsiteX293" fmla="*/ 2856684 w 2915191"/>
                <a:gd name="connsiteY293" fmla="*/ 391267 h 478465"/>
                <a:gd name="connsiteX294" fmla="*/ 2866442 w 2915191"/>
                <a:gd name="connsiteY294" fmla="*/ 369441 h 478465"/>
                <a:gd name="connsiteX295" fmla="*/ 2876186 w 2915191"/>
                <a:gd name="connsiteY295" fmla="*/ 359204 h 478465"/>
                <a:gd name="connsiteX296" fmla="*/ 2885945 w 2915191"/>
                <a:gd name="connsiteY296" fmla="*/ 348207 h 478465"/>
                <a:gd name="connsiteX297" fmla="*/ 2895689 w 2915191"/>
                <a:gd name="connsiteY297" fmla="*/ 356261 h 478465"/>
                <a:gd name="connsiteX298" fmla="*/ 2905433 w 2915191"/>
                <a:gd name="connsiteY298" fmla="*/ 391730 h 478465"/>
                <a:gd name="connsiteX299" fmla="*/ 2915192 w 2915191"/>
                <a:gd name="connsiteY299" fmla="*/ 399187 h 478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78465">
                  <a:moveTo>
                    <a:pt x="0" y="329329"/>
                  </a:moveTo>
                  <a:lnTo>
                    <a:pt x="9750" y="321577"/>
                  </a:lnTo>
                  <a:lnTo>
                    <a:pt x="19500" y="363371"/>
                  </a:lnTo>
                  <a:lnTo>
                    <a:pt x="29250" y="347723"/>
                  </a:lnTo>
                  <a:lnTo>
                    <a:pt x="39000" y="358282"/>
                  </a:lnTo>
                  <a:lnTo>
                    <a:pt x="48749" y="331057"/>
                  </a:lnTo>
                  <a:lnTo>
                    <a:pt x="58499" y="340297"/>
                  </a:lnTo>
                  <a:lnTo>
                    <a:pt x="68249" y="329774"/>
                  </a:lnTo>
                  <a:lnTo>
                    <a:pt x="77998" y="316492"/>
                  </a:lnTo>
                  <a:lnTo>
                    <a:pt x="87748" y="291597"/>
                  </a:lnTo>
                  <a:lnTo>
                    <a:pt x="97497" y="301713"/>
                  </a:lnTo>
                  <a:lnTo>
                    <a:pt x="107247" y="295247"/>
                  </a:lnTo>
                  <a:lnTo>
                    <a:pt x="116997" y="286688"/>
                  </a:lnTo>
                  <a:lnTo>
                    <a:pt x="126747" y="271832"/>
                  </a:lnTo>
                  <a:lnTo>
                    <a:pt x="136497" y="279377"/>
                  </a:lnTo>
                  <a:lnTo>
                    <a:pt x="146247" y="241471"/>
                  </a:lnTo>
                  <a:lnTo>
                    <a:pt x="155997" y="220097"/>
                  </a:lnTo>
                  <a:lnTo>
                    <a:pt x="165747" y="207716"/>
                  </a:lnTo>
                  <a:lnTo>
                    <a:pt x="175497" y="210539"/>
                  </a:lnTo>
                  <a:lnTo>
                    <a:pt x="185247" y="189324"/>
                  </a:lnTo>
                  <a:lnTo>
                    <a:pt x="194996" y="169038"/>
                  </a:lnTo>
                  <a:lnTo>
                    <a:pt x="204746" y="178241"/>
                  </a:lnTo>
                  <a:lnTo>
                    <a:pt x="214495" y="196617"/>
                  </a:lnTo>
                  <a:lnTo>
                    <a:pt x="224245" y="217999"/>
                  </a:lnTo>
                  <a:lnTo>
                    <a:pt x="233995" y="250981"/>
                  </a:lnTo>
                  <a:lnTo>
                    <a:pt x="243744" y="217887"/>
                  </a:lnTo>
                  <a:lnTo>
                    <a:pt x="253494" y="220289"/>
                  </a:lnTo>
                  <a:lnTo>
                    <a:pt x="263244" y="182390"/>
                  </a:lnTo>
                  <a:lnTo>
                    <a:pt x="272994" y="203897"/>
                  </a:lnTo>
                  <a:lnTo>
                    <a:pt x="282744" y="213714"/>
                  </a:lnTo>
                  <a:lnTo>
                    <a:pt x="292494" y="219288"/>
                  </a:lnTo>
                  <a:lnTo>
                    <a:pt x="302244" y="243382"/>
                  </a:lnTo>
                  <a:lnTo>
                    <a:pt x="311994" y="230392"/>
                  </a:lnTo>
                  <a:lnTo>
                    <a:pt x="321744" y="227919"/>
                  </a:lnTo>
                  <a:lnTo>
                    <a:pt x="331493" y="209916"/>
                  </a:lnTo>
                  <a:lnTo>
                    <a:pt x="341243" y="226485"/>
                  </a:lnTo>
                  <a:lnTo>
                    <a:pt x="350993" y="224267"/>
                  </a:lnTo>
                  <a:lnTo>
                    <a:pt x="360742" y="220703"/>
                  </a:lnTo>
                  <a:lnTo>
                    <a:pt x="370492" y="209369"/>
                  </a:lnTo>
                  <a:lnTo>
                    <a:pt x="380241" y="231126"/>
                  </a:lnTo>
                  <a:lnTo>
                    <a:pt x="389991" y="252201"/>
                  </a:lnTo>
                  <a:lnTo>
                    <a:pt x="399741" y="244632"/>
                  </a:lnTo>
                  <a:lnTo>
                    <a:pt x="409491" y="221928"/>
                  </a:lnTo>
                  <a:lnTo>
                    <a:pt x="419241" y="221517"/>
                  </a:lnTo>
                  <a:lnTo>
                    <a:pt x="428991" y="237055"/>
                  </a:lnTo>
                  <a:lnTo>
                    <a:pt x="438741" y="203966"/>
                  </a:lnTo>
                  <a:lnTo>
                    <a:pt x="448491" y="229312"/>
                  </a:lnTo>
                  <a:lnTo>
                    <a:pt x="458241" y="206676"/>
                  </a:lnTo>
                  <a:lnTo>
                    <a:pt x="467991" y="235720"/>
                  </a:lnTo>
                  <a:lnTo>
                    <a:pt x="477740" y="213055"/>
                  </a:lnTo>
                  <a:lnTo>
                    <a:pt x="487490" y="229488"/>
                  </a:lnTo>
                  <a:lnTo>
                    <a:pt x="497239" y="234380"/>
                  </a:lnTo>
                  <a:lnTo>
                    <a:pt x="506989" y="227491"/>
                  </a:lnTo>
                  <a:lnTo>
                    <a:pt x="516738" y="273535"/>
                  </a:lnTo>
                  <a:lnTo>
                    <a:pt x="526488" y="292509"/>
                  </a:lnTo>
                  <a:lnTo>
                    <a:pt x="536238" y="288392"/>
                  </a:lnTo>
                  <a:lnTo>
                    <a:pt x="545988" y="300712"/>
                  </a:lnTo>
                  <a:lnTo>
                    <a:pt x="555738" y="315934"/>
                  </a:lnTo>
                  <a:lnTo>
                    <a:pt x="565488" y="257632"/>
                  </a:lnTo>
                  <a:lnTo>
                    <a:pt x="575238" y="232926"/>
                  </a:lnTo>
                  <a:lnTo>
                    <a:pt x="584988" y="259658"/>
                  </a:lnTo>
                  <a:lnTo>
                    <a:pt x="594738" y="284830"/>
                  </a:lnTo>
                  <a:lnTo>
                    <a:pt x="604488" y="259859"/>
                  </a:lnTo>
                  <a:lnTo>
                    <a:pt x="614237" y="260574"/>
                  </a:lnTo>
                  <a:lnTo>
                    <a:pt x="623987" y="261230"/>
                  </a:lnTo>
                  <a:lnTo>
                    <a:pt x="633736" y="279746"/>
                  </a:lnTo>
                  <a:lnTo>
                    <a:pt x="643486" y="270144"/>
                  </a:lnTo>
                  <a:lnTo>
                    <a:pt x="653236" y="268457"/>
                  </a:lnTo>
                  <a:lnTo>
                    <a:pt x="662985" y="267006"/>
                  </a:lnTo>
                  <a:lnTo>
                    <a:pt x="672735" y="266850"/>
                  </a:lnTo>
                  <a:lnTo>
                    <a:pt x="682485" y="280265"/>
                  </a:lnTo>
                  <a:lnTo>
                    <a:pt x="692235" y="323804"/>
                  </a:lnTo>
                  <a:lnTo>
                    <a:pt x="701985" y="306030"/>
                  </a:lnTo>
                  <a:lnTo>
                    <a:pt x="711735" y="295576"/>
                  </a:lnTo>
                  <a:lnTo>
                    <a:pt x="721485" y="287239"/>
                  </a:lnTo>
                  <a:lnTo>
                    <a:pt x="731235" y="322556"/>
                  </a:lnTo>
                  <a:lnTo>
                    <a:pt x="740985" y="337726"/>
                  </a:lnTo>
                  <a:lnTo>
                    <a:pt x="750734" y="324640"/>
                  </a:lnTo>
                  <a:lnTo>
                    <a:pt x="760484" y="339856"/>
                  </a:lnTo>
                  <a:lnTo>
                    <a:pt x="770233" y="332924"/>
                  </a:lnTo>
                  <a:lnTo>
                    <a:pt x="779983" y="310827"/>
                  </a:lnTo>
                  <a:lnTo>
                    <a:pt x="789733" y="346969"/>
                  </a:lnTo>
                  <a:lnTo>
                    <a:pt x="799482" y="351033"/>
                  </a:lnTo>
                  <a:lnTo>
                    <a:pt x="809232" y="372773"/>
                  </a:lnTo>
                  <a:lnTo>
                    <a:pt x="818982" y="394899"/>
                  </a:lnTo>
                  <a:lnTo>
                    <a:pt x="828732" y="410586"/>
                  </a:lnTo>
                  <a:lnTo>
                    <a:pt x="838482" y="380571"/>
                  </a:lnTo>
                  <a:lnTo>
                    <a:pt x="848232" y="391721"/>
                  </a:lnTo>
                  <a:lnTo>
                    <a:pt x="857982" y="392868"/>
                  </a:lnTo>
                  <a:lnTo>
                    <a:pt x="867732" y="434402"/>
                  </a:lnTo>
                  <a:lnTo>
                    <a:pt x="877482" y="433660"/>
                  </a:lnTo>
                  <a:lnTo>
                    <a:pt x="887231" y="426318"/>
                  </a:lnTo>
                  <a:lnTo>
                    <a:pt x="896981" y="427412"/>
                  </a:lnTo>
                  <a:lnTo>
                    <a:pt x="906730" y="440822"/>
                  </a:lnTo>
                  <a:lnTo>
                    <a:pt x="916480" y="433142"/>
                  </a:lnTo>
                  <a:lnTo>
                    <a:pt x="926230" y="450384"/>
                  </a:lnTo>
                  <a:lnTo>
                    <a:pt x="935979" y="461360"/>
                  </a:lnTo>
                  <a:lnTo>
                    <a:pt x="945729" y="478466"/>
                  </a:lnTo>
                  <a:lnTo>
                    <a:pt x="955479" y="468218"/>
                  </a:lnTo>
                  <a:lnTo>
                    <a:pt x="965229" y="476106"/>
                  </a:lnTo>
                  <a:lnTo>
                    <a:pt x="974979" y="475869"/>
                  </a:lnTo>
                  <a:lnTo>
                    <a:pt x="984729" y="443161"/>
                  </a:lnTo>
                  <a:lnTo>
                    <a:pt x="994474" y="447787"/>
                  </a:lnTo>
                  <a:lnTo>
                    <a:pt x="1004233" y="437218"/>
                  </a:lnTo>
                  <a:lnTo>
                    <a:pt x="1013977" y="411124"/>
                  </a:lnTo>
                  <a:lnTo>
                    <a:pt x="1023721" y="421479"/>
                  </a:lnTo>
                  <a:lnTo>
                    <a:pt x="1033480" y="373893"/>
                  </a:lnTo>
                  <a:lnTo>
                    <a:pt x="1043224" y="367990"/>
                  </a:lnTo>
                  <a:lnTo>
                    <a:pt x="1052983" y="359435"/>
                  </a:lnTo>
                  <a:lnTo>
                    <a:pt x="1062727" y="336614"/>
                  </a:lnTo>
                  <a:lnTo>
                    <a:pt x="1072471" y="297737"/>
                  </a:lnTo>
                  <a:lnTo>
                    <a:pt x="1082230" y="273216"/>
                  </a:lnTo>
                  <a:lnTo>
                    <a:pt x="1091973" y="307685"/>
                  </a:lnTo>
                  <a:lnTo>
                    <a:pt x="1101732" y="291768"/>
                  </a:lnTo>
                  <a:lnTo>
                    <a:pt x="1111476" y="286734"/>
                  </a:lnTo>
                  <a:lnTo>
                    <a:pt x="1121220" y="270233"/>
                  </a:lnTo>
                  <a:lnTo>
                    <a:pt x="1130979" y="291421"/>
                  </a:lnTo>
                  <a:lnTo>
                    <a:pt x="1140723" y="336970"/>
                  </a:lnTo>
                  <a:lnTo>
                    <a:pt x="1150482" y="328409"/>
                  </a:lnTo>
                  <a:lnTo>
                    <a:pt x="1160226" y="306170"/>
                  </a:lnTo>
                  <a:lnTo>
                    <a:pt x="1169969" y="270516"/>
                  </a:lnTo>
                  <a:lnTo>
                    <a:pt x="1179728" y="257939"/>
                  </a:lnTo>
                  <a:lnTo>
                    <a:pt x="1189472" y="259582"/>
                  </a:lnTo>
                  <a:lnTo>
                    <a:pt x="1199231" y="237511"/>
                  </a:lnTo>
                  <a:lnTo>
                    <a:pt x="1208975" y="221134"/>
                  </a:lnTo>
                  <a:lnTo>
                    <a:pt x="1218719" y="193618"/>
                  </a:lnTo>
                  <a:lnTo>
                    <a:pt x="1228478" y="213948"/>
                  </a:lnTo>
                  <a:lnTo>
                    <a:pt x="1238222" y="192048"/>
                  </a:lnTo>
                  <a:lnTo>
                    <a:pt x="1247966" y="173926"/>
                  </a:lnTo>
                  <a:lnTo>
                    <a:pt x="1257725" y="168585"/>
                  </a:lnTo>
                  <a:lnTo>
                    <a:pt x="1267469" y="144806"/>
                  </a:lnTo>
                  <a:lnTo>
                    <a:pt x="1277227" y="124490"/>
                  </a:lnTo>
                  <a:lnTo>
                    <a:pt x="1286971" y="111359"/>
                  </a:lnTo>
                  <a:lnTo>
                    <a:pt x="1296715" y="84662"/>
                  </a:lnTo>
                  <a:lnTo>
                    <a:pt x="1306474" y="66089"/>
                  </a:lnTo>
                  <a:lnTo>
                    <a:pt x="1316218" y="83789"/>
                  </a:lnTo>
                  <a:lnTo>
                    <a:pt x="1325977" y="90772"/>
                  </a:lnTo>
                  <a:lnTo>
                    <a:pt x="1335721" y="106996"/>
                  </a:lnTo>
                  <a:lnTo>
                    <a:pt x="1345465" y="89428"/>
                  </a:lnTo>
                  <a:lnTo>
                    <a:pt x="1355224" y="143678"/>
                  </a:lnTo>
                  <a:lnTo>
                    <a:pt x="1364967" y="153799"/>
                  </a:lnTo>
                  <a:lnTo>
                    <a:pt x="1374726" y="134299"/>
                  </a:lnTo>
                  <a:lnTo>
                    <a:pt x="1384470" y="175084"/>
                  </a:lnTo>
                  <a:lnTo>
                    <a:pt x="1394214" y="167667"/>
                  </a:lnTo>
                  <a:lnTo>
                    <a:pt x="1403973" y="167050"/>
                  </a:lnTo>
                  <a:lnTo>
                    <a:pt x="1413717" y="150849"/>
                  </a:lnTo>
                  <a:lnTo>
                    <a:pt x="1423476" y="145828"/>
                  </a:lnTo>
                  <a:lnTo>
                    <a:pt x="1433220" y="161495"/>
                  </a:lnTo>
                  <a:lnTo>
                    <a:pt x="1442964" y="148953"/>
                  </a:lnTo>
                  <a:lnTo>
                    <a:pt x="1452722" y="132881"/>
                  </a:lnTo>
                  <a:lnTo>
                    <a:pt x="1462466" y="92551"/>
                  </a:lnTo>
                  <a:lnTo>
                    <a:pt x="1472225" y="104878"/>
                  </a:lnTo>
                  <a:lnTo>
                    <a:pt x="1481969" y="103360"/>
                  </a:lnTo>
                  <a:lnTo>
                    <a:pt x="1491713" y="123967"/>
                  </a:lnTo>
                  <a:lnTo>
                    <a:pt x="1501472" y="121653"/>
                  </a:lnTo>
                  <a:lnTo>
                    <a:pt x="1511216" y="82359"/>
                  </a:lnTo>
                  <a:lnTo>
                    <a:pt x="1520960" y="43907"/>
                  </a:lnTo>
                  <a:lnTo>
                    <a:pt x="1530719" y="69738"/>
                  </a:lnTo>
                  <a:lnTo>
                    <a:pt x="1540463" y="85315"/>
                  </a:lnTo>
                  <a:lnTo>
                    <a:pt x="1550221" y="124694"/>
                  </a:lnTo>
                  <a:lnTo>
                    <a:pt x="1559965" y="146295"/>
                  </a:lnTo>
                  <a:lnTo>
                    <a:pt x="1569709" y="163029"/>
                  </a:lnTo>
                  <a:lnTo>
                    <a:pt x="1579468" y="141512"/>
                  </a:lnTo>
                  <a:lnTo>
                    <a:pt x="1589212" y="131516"/>
                  </a:lnTo>
                  <a:lnTo>
                    <a:pt x="1598971" y="145785"/>
                  </a:lnTo>
                  <a:lnTo>
                    <a:pt x="1608715" y="143056"/>
                  </a:lnTo>
                  <a:lnTo>
                    <a:pt x="1618459" y="139644"/>
                  </a:lnTo>
                  <a:lnTo>
                    <a:pt x="1628218" y="144654"/>
                  </a:lnTo>
                  <a:lnTo>
                    <a:pt x="1637962" y="105379"/>
                  </a:lnTo>
                  <a:lnTo>
                    <a:pt x="1647720" y="111345"/>
                  </a:lnTo>
                  <a:lnTo>
                    <a:pt x="1657464" y="104948"/>
                  </a:lnTo>
                  <a:lnTo>
                    <a:pt x="1667208" y="139446"/>
                  </a:lnTo>
                  <a:lnTo>
                    <a:pt x="1676967" y="152729"/>
                  </a:lnTo>
                  <a:lnTo>
                    <a:pt x="1686711" y="178627"/>
                  </a:lnTo>
                  <a:lnTo>
                    <a:pt x="1696470" y="177307"/>
                  </a:lnTo>
                  <a:lnTo>
                    <a:pt x="1706214" y="169123"/>
                  </a:lnTo>
                  <a:lnTo>
                    <a:pt x="1715958" y="144399"/>
                  </a:lnTo>
                  <a:lnTo>
                    <a:pt x="1725716" y="133703"/>
                  </a:lnTo>
                  <a:lnTo>
                    <a:pt x="1735460" y="148598"/>
                  </a:lnTo>
                  <a:lnTo>
                    <a:pt x="1745219" y="185659"/>
                  </a:lnTo>
                  <a:lnTo>
                    <a:pt x="1754963" y="172269"/>
                  </a:lnTo>
                  <a:lnTo>
                    <a:pt x="1764707" y="171979"/>
                  </a:lnTo>
                  <a:lnTo>
                    <a:pt x="1774466" y="145265"/>
                  </a:lnTo>
                  <a:lnTo>
                    <a:pt x="1784210" y="157664"/>
                  </a:lnTo>
                  <a:lnTo>
                    <a:pt x="1793969" y="124740"/>
                  </a:lnTo>
                  <a:lnTo>
                    <a:pt x="1803713" y="129037"/>
                  </a:lnTo>
                  <a:lnTo>
                    <a:pt x="1813457" y="113630"/>
                  </a:lnTo>
                  <a:lnTo>
                    <a:pt x="1823215" y="124034"/>
                  </a:lnTo>
                  <a:lnTo>
                    <a:pt x="1832959" y="95637"/>
                  </a:lnTo>
                  <a:lnTo>
                    <a:pt x="1842703" y="114744"/>
                  </a:lnTo>
                  <a:lnTo>
                    <a:pt x="1852462" y="113821"/>
                  </a:lnTo>
                  <a:lnTo>
                    <a:pt x="1862206" y="119362"/>
                  </a:lnTo>
                  <a:lnTo>
                    <a:pt x="1871965" y="136402"/>
                  </a:lnTo>
                  <a:lnTo>
                    <a:pt x="1881709" y="125819"/>
                  </a:lnTo>
                  <a:lnTo>
                    <a:pt x="1891453" y="109107"/>
                  </a:lnTo>
                  <a:lnTo>
                    <a:pt x="1901212" y="88892"/>
                  </a:lnTo>
                  <a:lnTo>
                    <a:pt x="1910956" y="112721"/>
                  </a:lnTo>
                  <a:lnTo>
                    <a:pt x="1920714" y="115302"/>
                  </a:lnTo>
                  <a:lnTo>
                    <a:pt x="1930458" y="97083"/>
                  </a:lnTo>
                  <a:lnTo>
                    <a:pt x="1940202" y="92226"/>
                  </a:lnTo>
                  <a:lnTo>
                    <a:pt x="1949961" y="99446"/>
                  </a:lnTo>
                  <a:lnTo>
                    <a:pt x="1959705" y="108302"/>
                  </a:lnTo>
                  <a:lnTo>
                    <a:pt x="1969464" y="133048"/>
                  </a:lnTo>
                  <a:lnTo>
                    <a:pt x="1979208" y="112368"/>
                  </a:lnTo>
                  <a:lnTo>
                    <a:pt x="1988952" y="99537"/>
                  </a:lnTo>
                  <a:lnTo>
                    <a:pt x="1998711" y="87363"/>
                  </a:lnTo>
                  <a:lnTo>
                    <a:pt x="2008454" y="106766"/>
                  </a:lnTo>
                  <a:lnTo>
                    <a:pt x="2018213" y="132418"/>
                  </a:lnTo>
                  <a:lnTo>
                    <a:pt x="2027957" y="135676"/>
                  </a:lnTo>
                  <a:lnTo>
                    <a:pt x="2037701" y="145331"/>
                  </a:lnTo>
                  <a:lnTo>
                    <a:pt x="2047460" y="118699"/>
                  </a:lnTo>
                  <a:lnTo>
                    <a:pt x="2057204" y="112222"/>
                  </a:lnTo>
                  <a:lnTo>
                    <a:pt x="2066963" y="92883"/>
                  </a:lnTo>
                  <a:lnTo>
                    <a:pt x="2076707" y="79680"/>
                  </a:lnTo>
                  <a:lnTo>
                    <a:pt x="2086451" y="70356"/>
                  </a:lnTo>
                  <a:lnTo>
                    <a:pt x="2096210" y="57488"/>
                  </a:lnTo>
                  <a:lnTo>
                    <a:pt x="2105954" y="24439"/>
                  </a:lnTo>
                  <a:lnTo>
                    <a:pt x="2115697" y="0"/>
                  </a:lnTo>
                  <a:lnTo>
                    <a:pt x="2125456" y="32448"/>
                  </a:lnTo>
                  <a:lnTo>
                    <a:pt x="2135200" y="16751"/>
                  </a:lnTo>
                  <a:lnTo>
                    <a:pt x="2144959" y="40917"/>
                  </a:lnTo>
                  <a:lnTo>
                    <a:pt x="2154703" y="11226"/>
                  </a:lnTo>
                  <a:lnTo>
                    <a:pt x="2164447" y="5931"/>
                  </a:lnTo>
                  <a:lnTo>
                    <a:pt x="2174206" y="40078"/>
                  </a:lnTo>
                  <a:lnTo>
                    <a:pt x="2183950" y="53355"/>
                  </a:lnTo>
                  <a:lnTo>
                    <a:pt x="2193709" y="26064"/>
                  </a:lnTo>
                  <a:lnTo>
                    <a:pt x="2203452" y="47455"/>
                  </a:lnTo>
                  <a:lnTo>
                    <a:pt x="2213196" y="80112"/>
                  </a:lnTo>
                  <a:lnTo>
                    <a:pt x="2222955" y="71529"/>
                  </a:lnTo>
                  <a:lnTo>
                    <a:pt x="2232699" y="108256"/>
                  </a:lnTo>
                  <a:lnTo>
                    <a:pt x="2242458" y="103289"/>
                  </a:lnTo>
                  <a:lnTo>
                    <a:pt x="2252202" y="99466"/>
                  </a:lnTo>
                  <a:lnTo>
                    <a:pt x="2261946" y="116321"/>
                  </a:lnTo>
                  <a:lnTo>
                    <a:pt x="2271705" y="139791"/>
                  </a:lnTo>
                  <a:lnTo>
                    <a:pt x="2281449" y="110832"/>
                  </a:lnTo>
                  <a:lnTo>
                    <a:pt x="2291208" y="114320"/>
                  </a:lnTo>
                  <a:lnTo>
                    <a:pt x="2300951" y="119479"/>
                  </a:lnTo>
                  <a:lnTo>
                    <a:pt x="2310695" y="123450"/>
                  </a:lnTo>
                  <a:lnTo>
                    <a:pt x="2320454" y="105728"/>
                  </a:lnTo>
                  <a:lnTo>
                    <a:pt x="2330198" y="128091"/>
                  </a:lnTo>
                  <a:lnTo>
                    <a:pt x="2339957" y="119616"/>
                  </a:lnTo>
                  <a:lnTo>
                    <a:pt x="2349701" y="110471"/>
                  </a:lnTo>
                  <a:lnTo>
                    <a:pt x="2359445" y="153114"/>
                  </a:lnTo>
                  <a:lnTo>
                    <a:pt x="2369204" y="130326"/>
                  </a:lnTo>
                  <a:lnTo>
                    <a:pt x="2378948" y="167335"/>
                  </a:lnTo>
                  <a:lnTo>
                    <a:pt x="2388692" y="151319"/>
                  </a:lnTo>
                  <a:lnTo>
                    <a:pt x="2398450" y="136947"/>
                  </a:lnTo>
                  <a:lnTo>
                    <a:pt x="2408194" y="135631"/>
                  </a:lnTo>
                  <a:lnTo>
                    <a:pt x="2417953" y="154358"/>
                  </a:lnTo>
                  <a:lnTo>
                    <a:pt x="2427697" y="143973"/>
                  </a:lnTo>
                  <a:lnTo>
                    <a:pt x="2437441" y="149616"/>
                  </a:lnTo>
                  <a:lnTo>
                    <a:pt x="2447200" y="136896"/>
                  </a:lnTo>
                  <a:lnTo>
                    <a:pt x="2456944" y="130035"/>
                  </a:lnTo>
                  <a:lnTo>
                    <a:pt x="2466703" y="180516"/>
                  </a:lnTo>
                  <a:lnTo>
                    <a:pt x="2476446" y="175041"/>
                  </a:lnTo>
                  <a:lnTo>
                    <a:pt x="2486190" y="194974"/>
                  </a:lnTo>
                  <a:lnTo>
                    <a:pt x="2495949" y="190762"/>
                  </a:lnTo>
                  <a:lnTo>
                    <a:pt x="2505693" y="172579"/>
                  </a:lnTo>
                  <a:lnTo>
                    <a:pt x="2515452" y="195875"/>
                  </a:lnTo>
                  <a:lnTo>
                    <a:pt x="2525196" y="208513"/>
                  </a:lnTo>
                  <a:lnTo>
                    <a:pt x="2534940" y="222178"/>
                  </a:lnTo>
                  <a:lnTo>
                    <a:pt x="2544699" y="184786"/>
                  </a:lnTo>
                  <a:lnTo>
                    <a:pt x="2554443" y="201612"/>
                  </a:lnTo>
                  <a:lnTo>
                    <a:pt x="2564202" y="186656"/>
                  </a:lnTo>
                  <a:lnTo>
                    <a:pt x="2573946" y="180868"/>
                  </a:lnTo>
                  <a:lnTo>
                    <a:pt x="2583690" y="183920"/>
                  </a:lnTo>
                  <a:lnTo>
                    <a:pt x="2593448" y="212257"/>
                  </a:lnTo>
                  <a:lnTo>
                    <a:pt x="2603192" y="204773"/>
                  </a:lnTo>
                  <a:lnTo>
                    <a:pt x="2612951" y="239500"/>
                  </a:lnTo>
                  <a:lnTo>
                    <a:pt x="2622695" y="257107"/>
                  </a:lnTo>
                  <a:lnTo>
                    <a:pt x="2632439" y="264707"/>
                  </a:lnTo>
                  <a:lnTo>
                    <a:pt x="2642198" y="303410"/>
                  </a:lnTo>
                  <a:lnTo>
                    <a:pt x="2651942" y="312479"/>
                  </a:lnTo>
                  <a:lnTo>
                    <a:pt x="2661685" y="289748"/>
                  </a:lnTo>
                  <a:lnTo>
                    <a:pt x="2671444" y="289544"/>
                  </a:lnTo>
                  <a:lnTo>
                    <a:pt x="2681188" y="276655"/>
                  </a:lnTo>
                  <a:lnTo>
                    <a:pt x="2690947" y="311304"/>
                  </a:lnTo>
                  <a:lnTo>
                    <a:pt x="2700691" y="324638"/>
                  </a:lnTo>
                  <a:lnTo>
                    <a:pt x="2710435" y="317459"/>
                  </a:lnTo>
                  <a:lnTo>
                    <a:pt x="2720194" y="311831"/>
                  </a:lnTo>
                  <a:lnTo>
                    <a:pt x="2729938" y="337760"/>
                  </a:lnTo>
                  <a:lnTo>
                    <a:pt x="2739697" y="345570"/>
                  </a:lnTo>
                  <a:lnTo>
                    <a:pt x="2749441" y="355110"/>
                  </a:lnTo>
                  <a:lnTo>
                    <a:pt x="2759185" y="346668"/>
                  </a:lnTo>
                  <a:lnTo>
                    <a:pt x="2768943" y="323895"/>
                  </a:lnTo>
                  <a:lnTo>
                    <a:pt x="2778687" y="306780"/>
                  </a:lnTo>
                  <a:lnTo>
                    <a:pt x="2788446" y="281871"/>
                  </a:lnTo>
                  <a:lnTo>
                    <a:pt x="2798190" y="292498"/>
                  </a:lnTo>
                  <a:lnTo>
                    <a:pt x="2807934" y="295521"/>
                  </a:lnTo>
                  <a:lnTo>
                    <a:pt x="2817693" y="326024"/>
                  </a:lnTo>
                  <a:lnTo>
                    <a:pt x="2827437" y="364447"/>
                  </a:lnTo>
                  <a:lnTo>
                    <a:pt x="2837196" y="354684"/>
                  </a:lnTo>
                  <a:lnTo>
                    <a:pt x="2846940" y="373522"/>
                  </a:lnTo>
                  <a:lnTo>
                    <a:pt x="2856684" y="391267"/>
                  </a:lnTo>
                  <a:lnTo>
                    <a:pt x="2866442" y="369441"/>
                  </a:lnTo>
                  <a:lnTo>
                    <a:pt x="2876186" y="359204"/>
                  </a:lnTo>
                  <a:lnTo>
                    <a:pt x="2885945" y="348207"/>
                  </a:lnTo>
                  <a:lnTo>
                    <a:pt x="2895689" y="356261"/>
                  </a:lnTo>
                  <a:lnTo>
                    <a:pt x="2905433" y="391730"/>
                  </a:lnTo>
                  <a:lnTo>
                    <a:pt x="2915192" y="39918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6" name="Freeform 1115">
              <a:extLst>
                <a:ext uri="{FF2B5EF4-FFF2-40B4-BE49-F238E27FC236}">
                  <a16:creationId xmlns:a16="http://schemas.microsoft.com/office/drawing/2014/main" id="{51E62E05-6C98-C295-6F70-AC8B4B4469A3}"/>
                </a:ext>
              </a:extLst>
            </p:cNvPr>
            <p:cNvSpPr/>
            <p:nvPr/>
          </p:nvSpPr>
          <p:spPr>
            <a:xfrm>
              <a:off x="4426652" y="2909293"/>
              <a:ext cx="2915191" cy="589534"/>
            </a:xfrm>
            <a:custGeom>
              <a:avLst/>
              <a:gdLst>
                <a:gd name="connsiteX0" fmla="*/ 0 w 2915191"/>
                <a:gd name="connsiteY0" fmla="*/ 23782 h 589534"/>
                <a:gd name="connsiteX1" fmla="*/ 9750 w 2915191"/>
                <a:gd name="connsiteY1" fmla="*/ 20003 h 589534"/>
                <a:gd name="connsiteX2" fmla="*/ 19500 w 2915191"/>
                <a:gd name="connsiteY2" fmla="*/ 13242 h 589534"/>
                <a:gd name="connsiteX3" fmla="*/ 29250 w 2915191"/>
                <a:gd name="connsiteY3" fmla="*/ 0 h 589534"/>
                <a:gd name="connsiteX4" fmla="*/ 39000 w 2915191"/>
                <a:gd name="connsiteY4" fmla="*/ 33316 h 589534"/>
                <a:gd name="connsiteX5" fmla="*/ 48749 w 2915191"/>
                <a:gd name="connsiteY5" fmla="*/ 35734 h 589534"/>
                <a:gd name="connsiteX6" fmla="*/ 58499 w 2915191"/>
                <a:gd name="connsiteY6" fmla="*/ 57139 h 589534"/>
                <a:gd name="connsiteX7" fmla="*/ 68249 w 2915191"/>
                <a:gd name="connsiteY7" fmla="*/ 47681 h 589534"/>
                <a:gd name="connsiteX8" fmla="*/ 77998 w 2915191"/>
                <a:gd name="connsiteY8" fmla="*/ 60368 h 589534"/>
                <a:gd name="connsiteX9" fmla="*/ 87748 w 2915191"/>
                <a:gd name="connsiteY9" fmla="*/ 110536 h 589534"/>
                <a:gd name="connsiteX10" fmla="*/ 97497 w 2915191"/>
                <a:gd name="connsiteY10" fmla="*/ 80109 h 589534"/>
                <a:gd name="connsiteX11" fmla="*/ 107247 w 2915191"/>
                <a:gd name="connsiteY11" fmla="*/ 86682 h 589534"/>
                <a:gd name="connsiteX12" fmla="*/ 116997 w 2915191"/>
                <a:gd name="connsiteY12" fmla="*/ 75513 h 589534"/>
                <a:gd name="connsiteX13" fmla="*/ 126747 w 2915191"/>
                <a:gd name="connsiteY13" fmla="*/ 86845 h 589534"/>
                <a:gd name="connsiteX14" fmla="*/ 136497 w 2915191"/>
                <a:gd name="connsiteY14" fmla="*/ 81086 h 589534"/>
                <a:gd name="connsiteX15" fmla="*/ 146247 w 2915191"/>
                <a:gd name="connsiteY15" fmla="*/ 68967 h 589534"/>
                <a:gd name="connsiteX16" fmla="*/ 155997 w 2915191"/>
                <a:gd name="connsiteY16" fmla="*/ 96966 h 589534"/>
                <a:gd name="connsiteX17" fmla="*/ 165747 w 2915191"/>
                <a:gd name="connsiteY17" fmla="*/ 72184 h 589534"/>
                <a:gd name="connsiteX18" fmla="*/ 175497 w 2915191"/>
                <a:gd name="connsiteY18" fmla="*/ 43696 h 589534"/>
                <a:gd name="connsiteX19" fmla="*/ 185247 w 2915191"/>
                <a:gd name="connsiteY19" fmla="*/ 49135 h 589534"/>
                <a:gd name="connsiteX20" fmla="*/ 194996 w 2915191"/>
                <a:gd name="connsiteY20" fmla="*/ 37839 h 589534"/>
                <a:gd name="connsiteX21" fmla="*/ 204746 w 2915191"/>
                <a:gd name="connsiteY21" fmla="*/ 57510 h 589534"/>
                <a:gd name="connsiteX22" fmla="*/ 214495 w 2915191"/>
                <a:gd name="connsiteY22" fmla="*/ 51927 h 589534"/>
                <a:gd name="connsiteX23" fmla="*/ 224245 w 2915191"/>
                <a:gd name="connsiteY23" fmla="*/ 36374 h 589534"/>
                <a:gd name="connsiteX24" fmla="*/ 233995 w 2915191"/>
                <a:gd name="connsiteY24" fmla="*/ 52486 h 589534"/>
                <a:gd name="connsiteX25" fmla="*/ 243744 w 2915191"/>
                <a:gd name="connsiteY25" fmla="*/ 57071 h 589534"/>
                <a:gd name="connsiteX26" fmla="*/ 253494 w 2915191"/>
                <a:gd name="connsiteY26" fmla="*/ 48183 h 589534"/>
                <a:gd name="connsiteX27" fmla="*/ 263244 w 2915191"/>
                <a:gd name="connsiteY27" fmla="*/ 76052 h 589534"/>
                <a:gd name="connsiteX28" fmla="*/ 272994 w 2915191"/>
                <a:gd name="connsiteY28" fmla="*/ 107888 h 589534"/>
                <a:gd name="connsiteX29" fmla="*/ 282744 w 2915191"/>
                <a:gd name="connsiteY29" fmla="*/ 131022 h 589534"/>
                <a:gd name="connsiteX30" fmla="*/ 292494 w 2915191"/>
                <a:gd name="connsiteY30" fmla="*/ 147561 h 589534"/>
                <a:gd name="connsiteX31" fmla="*/ 302244 w 2915191"/>
                <a:gd name="connsiteY31" fmla="*/ 134362 h 589534"/>
                <a:gd name="connsiteX32" fmla="*/ 311994 w 2915191"/>
                <a:gd name="connsiteY32" fmla="*/ 155568 h 589534"/>
                <a:gd name="connsiteX33" fmla="*/ 321744 w 2915191"/>
                <a:gd name="connsiteY33" fmla="*/ 170781 h 589534"/>
                <a:gd name="connsiteX34" fmla="*/ 331493 w 2915191"/>
                <a:gd name="connsiteY34" fmla="*/ 147063 h 589534"/>
                <a:gd name="connsiteX35" fmla="*/ 341243 w 2915191"/>
                <a:gd name="connsiteY35" fmla="*/ 137142 h 589534"/>
                <a:gd name="connsiteX36" fmla="*/ 350993 w 2915191"/>
                <a:gd name="connsiteY36" fmla="*/ 142731 h 589534"/>
                <a:gd name="connsiteX37" fmla="*/ 360742 w 2915191"/>
                <a:gd name="connsiteY37" fmla="*/ 187124 h 589534"/>
                <a:gd name="connsiteX38" fmla="*/ 370492 w 2915191"/>
                <a:gd name="connsiteY38" fmla="*/ 177667 h 589534"/>
                <a:gd name="connsiteX39" fmla="*/ 380241 w 2915191"/>
                <a:gd name="connsiteY39" fmla="*/ 203426 h 589534"/>
                <a:gd name="connsiteX40" fmla="*/ 389991 w 2915191"/>
                <a:gd name="connsiteY40" fmla="*/ 175951 h 589534"/>
                <a:gd name="connsiteX41" fmla="*/ 399741 w 2915191"/>
                <a:gd name="connsiteY41" fmla="*/ 198662 h 589534"/>
                <a:gd name="connsiteX42" fmla="*/ 409491 w 2915191"/>
                <a:gd name="connsiteY42" fmla="*/ 219830 h 589534"/>
                <a:gd name="connsiteX43" fmla="*/ 419241 w 2915191"/>
                <a:gd name="connsiteY43" fmla="*/ 187723 h 589534"/>
                <a:gd name="connsiteX44" fmla="*/ 428991 w 2915191"/>
                <a:gd name="connsiteY44" fmla="*/ 168175 h 589534"/>
                <a:gd name="connsiteX45" fmla="*/ 438741 w 2915191"/>
                <a:gd name="connsiteY45" fmla="*/ 205536 h 589534"/>
                <a:gd name="connsiteX46" fmla="*/ 448491 w 2915191"/>
                <a:gd name="connsiteY46" fmla="*/ 220341 h 589534"/>
                <a:gd name="connsiteX47" fmla="*/ 458241 w 2915191"/>
                <a:gd name="connsiteY47" fmla="*/ 226396 h 589534"/>
                <a:gd name="connsiteX48" fmla="*/ 467991 w 2915191"/>
                <a:gd name="connsiteY48" fmla="*/ 219204 h 589534"/>
                <a:gd name="connsiteX49" fmla="*/ 477740 w 2915191"/>
                <a:gd name="connsiteY49" fmla="*/ 217769 h 589534"/>
                <a:gd name="connsiteX50" fmla="*/ 487490 w 2915191"/>
                <a:gd name="connsiteY50" fmla="*/ 174559 h 589534"/>
                <a:gd name="connsiteX51" fmla="*/ 497239 w 2915191"/>
                <a:gd name="connsiteY51" fmla="*/ 164039 h 589534"/>
                <a:gd name="connsiteX52" fmla="*/ 506989 w 2915191"/>
                <a:gd name="connsiteY52" fmla="*/ 168198 h 589534"/>
                <a:gd name="connsiteX53" fmla="*/ 516738 w 2915191"/>
                <a:gd name="connsiteY53" fmla="*/ 181769 h 589534"/>
                <a:gd name="connsiteX54" fmla="*/ 526488 w 2915191"/>
                <a:gd name="connsiteY54" fmla="*/ 198222 h 589534"/>
                <a:gd name="connsiteX55" fmla="*/ 536238 w 2915191"/>
                <a:gd name="connsiteY55" fmla="*/ 200935 h 589534"/>
                <a:gd name="connsiteX56" fmla="*/ 545988 w 2915191"/>
                <a:gd name="connsiteY56" fmla="*/ 172261 h 589534"/>
                <a:gd name="connsiteX57" fmla="*/ 555738 w 2915191"/>
                <a:gd name="connsiteY57" fmla="*/ 216703 h 589534"/>
                <a:gd name="connsiteX58" fmla="*/ 565488 w 2915191"/>
                <a:gd name="connsiteY58" fmla="*/ 238689 h 589534"/>
                <a:gd name="connsiteX59" fmla="*/ 575238 w 2915191"/>
                <a:gd name="connsiteY59" fmla="*/ 271290 h 589534"/>
                <a:gd name="connsiteX60" fmla="*/ 584988 w 2915191"/>
                <a:gd name="connsiteY60" fmla="*/ 280749 h 589534"/>
                <a:gd name="connsiteX61" fmla="*/ 594738 w 2915191"/>
                <a:gd name="connsiteY61" fmla="*/ 286297 h 589534"/>
                <a:gd name="connsiteX62" fmla="*/ 604488 w 2915191"/>
                <a:gd name="connsiteY62" fmla="*/ 288304 h 589534"/>
                <a:gd name="connsiteX63" fmla="*/ 614237 w 2915191"/>
                <a:gd name="connsiteY63" fmla="*/ 299179 h 589534"/>
                <a:gd name="connsiteX64" fmla="*/ 623987 w 2915191"/>
                <a:gd name="connsiteY64" fmla="*/ 316086 h 589534"/>
                <a:gd name="connsiteX65" fmla="*/ 633736 w 2915191"/>
                <a:gd name="connsiteY65" fmla="*/ 333730 h 589534"/>
                <a:gd name="connsiteX66" fmla="*/ 643486 w 2915191"/>
                <a:gd name="connsiteY66" fmla="*/ 347687 h 589534"/>
                <a:gd name="connsiteX67" fmla="*/ 653236 w 2915191"/>
                <a:gd name="connsiteY67" fmla="*/ 353031 h 589534"/>
                <a:gd name="connsiteX68" fmla="*/ 662985 w 2915191"/>
                <a:gd name="connsiteY68" fmla="*/ 336379 h 589534"/>
                <a:gd name="connsiteX69" fmla="*/ 672735 w 2915191"/>
                <a:gd name="connsiteY69" fmla="*/ 344751 h 589534"/>
                <a:gd name="connsiteX70" fmla="*/ 682485 w 2915191"/>
                <a:gd name="connsiteY70" fmla="*/ 359939 h 589534"/>
                <a:gd name="connsiteX71" fmla="*/ 692235 w 2915191"/>
                <a:gd name="connsiteY71" fmla="*/ 374747 h 589534"/>
                <a:gd name="connsiteX72" fmla="*/ 701985 w 2915191"/>
                <a:gd name="connsiteY72" fmla="*/ 397813 h 589534"/>
                <a:gd name="connsiteX73" fmla="*/ 711735 w 2915191"/>
                <a:gd name="connsiteY73" fmla="*/ 384643 h 589534"/>
                <a:gd name="connsiteX74" fmla="*/ 721485 w 2915191"/>
                <a:gd name="connsiteY74" fmla="*/ 348551 h 589534"/>
                <a:gd name="connsiteX75" fmla="*/ 731235 w 2915191"/>
                <a:gd name="connsiteY75" fmla="*/ 323864 h 589534"/>
                <a:gd name="connsiteX76" fmla="*/ 740985 w 2915191"/>
                <a:gd name="connsiteY76" fmla="*/ 299283 h 589534"/>
                <a:gd name="connsiteX77" fmla="*/ 750734 w 2915191"/>
                <a:gd name="connsiteY77" fmla="*/ 308543 h 589534"/>
                <a:gd name="connsiteX78" fmla="*/ 760484 w 2915191"/>
                <a:gd name="connsiteY78" fmla="*/ 301625 h 589534"/>
                <a:gd name="connsiteX79" fmla="*/ 770233 w 2915191"/>
                <a:gd name="connsiteY79" fmla="*/ 268089 h 589534"/>
                <a:gd name="connsiteX80" fmla="*/ 779983 w 2915191"/>
                <a:gd name="connsiteY80" fmla="*/ 243479 h 589534"/>
                <a:gd name="connsiteX81" fmla="*/ 789733 w 2915191"/>
                <a:gd name="connsiteY81" fmla="*/ 235391 h 589534"/>
                <a:gd name="connsiteX82" fmla="*/ 799482 w 2915191"/>
                <a:gd name="connsiteY82" fmla="*/ 213668 h 589534"/>
                <a:gd name="connsiteX83" fmla="*/ 809232 w 2915191"/>
                <a:gd name="connsiteY83" fmla="*/ 221107 h 589534"/>
                <a:gd name="connsiteX84" fmla="*/ 818982 w 2915191"/>
                <a:gd name="connsiteY84" fmla="*/ 202278 h 589534"/>
                <a:gd name="connsiteX85" fmla="*/ 828732 w 2915191"/>
                <a:gd name="connsiteY85" fmla="*/ 224891 h 589534"/>
                <a:gd name="connsiteX86" fmla="*/ 838482 w 2915191"/>
                <a:gd name="connsiteY86" fmla="*/ 211262 h 589534"/>
                <a:gd name="connsiteX87" fmla="*/ 848232 w 2915191"/>
                <a:gd name="connsiteY87" fmla="*/ 221129 h 589534"/>
                <a:gd name="connsiteX88" fmla="*/ 857982 w 2915191"/>
                <a:gd name="connsiteY88" fmla="*/ 247375 h 589534"/>
                <a:gd name="connsiteX89" fmla="*/ 867732 w 2915191"/>
                <a:gd name="connsiteY89" fmla="*/ 249798 h 589534"/>
                <a:gd name="connsiteX90" fmla="*/ 877482 w 2915191"/>
                <a:gd name="connsiteY90" fmla="*/ 254361 h 589534"/>
                <a:gd name="connsiteX91" fmla="*/ 887231 w 2915191"/>
                <a:gd name="connsiteY91" fmla="*/ 271303 h 589534"/>
                <a:gd name="connsiteX92" fmla="*/ 896981 w 2915191"/>
                <a:gd name="connsiteY92" fmla="*/ 327167 h 589534"/>
                <a:gd name="connsiteX93" fmla="*/ 906730 w 2915191"/>
                <a:gd name="connsiteY93" fmla="*/ 344247 h 589534"/>
                <a:gd name="connsiteX94" fmla="*/ 916480 w 2915191"/>
                <a:gd name="connsiteY94" fmla="*/ 372320 h 589534"/>
                <a:gd name="connsiteX95" fmla="*/ 926230 w 2915191"/>
                <a:gd name="connsiteY95" fmla="*/ 401873 h 589534"/>
                <a:gd name="connsiteX96" fmla="*/ 935979 w 2915191"/>
                <a:gd name="connsiteY96" fmla="*/ 414093 h 589534"/>
                <a:gd name="connsiteX97" fmla="*/ 945729 w 2915191"/>
                <a:gd name="connsiteY97" fmla="*/ 435907 h 589534"/>
                <a:gd name="connsiteX98" fmla="*/ 955479 w 2915191"/>
                <a:gd name="connsiteY98" fmla="*/ 463221 h 589534"/>
                <a:gd name="connsiteX99" fmla="*/ 965229 w 2915191"/>
                <a:gd name="connsiteY99" fmla="*/ 481388 h 589534"/>
                <a:gd name="connsiteX100" fmla="*/ 974979 w 2915191"/>
                <a:gd name="connsiteY100" fmla="*/ 510518 h 589534"/>
                <a:gd name="connsiteX101" fmla="*/ 984729 w 2915191"/>
                <a:gd name="connsiteY101" fmla="*/ 511129 h 589534"/>
                <a:gd name="connsiteX102" fmla="*/ 994474 w 2915191"/>
                <a:gd name="connsiteY102" fmla="*/ 505351 h 589534"/>
                <a:gd name="connsiteX103" fmla="*/ 1004233 w 2915191"/>
                <a:gd name="connsiteY103" fmla="*/ 530118 h 589534"/>
                <a:gd name="connsiteX104" fmla="*/ 1013977 w 2915191"/>
                <a:gd name="connsiteY104" fmla="*/ 524863 h 589534"/>
                <a:gd name="connsiteX105" fmla="*/ 1023721 w 2915191"/>
                <a:gd name="connsiteY105" fmla="*/ 515418 h 589534"/>
                <a:gd name="connsiteX106" fmla="*/ 1033480 w 2915191"/>
                <a:gd name="connsiteY106" fmla="*/ 535075 h 589534"/>
                <a:gd name="connsiteX107" fmla="*/ 1043224 w 2915191"/>
                <a:gd name="connsiteY107" fmla="*/ 536944 h 589534"/>
                <a:gd name="connsiteX108" fmla="*/ 1052983 w 2915191"/>
                <a:gd name="connsiteY108" fmla="*/ 566139 h 589534"/>
                <a:gd name="connsiteX109" fmla="*/ 1062727 w 2915191"/>
                <a:gd name="connsiteY109" fmla="*/ 561902 h 589534"/>
                <a:gd name="connsiteX110" fmla="*/ 1072471 w 2915191"/>
                <a:gd name="connsiteY110" fmla="*/ 568521 h 589534"/>
                <a:gd name="connsiteX111" fmla="*/ 1082230 w 2915191"/>
                <a:gd name="connsiteY111" fmla="*/ 589535 h 589534"/>
                <a:gd name="connsiteX112" fmla="*/ 1091973 w 2915191"/>
                <a:gd name="connsiteY112" fmla="*/ 566081 h 589534"/>
                <a:gd name="connsiteX113" fmla="*/ 1101732 w 2915191"/>
                <a:gd name="connsiteY113" fmla="*/ 510987 h 589534"/>
                <a:gd name="connsiteX114" fmla="*/ 1111476 w 2915191"/>
                <a:gd name="connsiteY114" fmla="*/ 541743 h 589534"/>
                <a:gd name="connsiteX115" fmla="*/ 1121220 w 2915191"/>
                <a:gd name="connsiteY115" fmla="*/ 577032 h 589534"/>
                <a:gd name="connsiteX116" fmla="*/ 1130979 w 2915191"/>
                <a:gd name="connsiteY116" fmla="*/ 576182 h 589534"/>
                <a:gd name="connsiteX117" fmla="*/ 1140723 w 2915191"/>
                <a:gd name="connsiteY117" fmla="*/ 566187 h 589534"/>
                <a:gd name="connsiteX118" fmla="*/ 1150482 w 2915191"/>
                <a:gd name="connsiteY118" fmla="*/ 542546 h 589534"/>
                <a:gd name="connsiteX119" fmla="*/ 1160226 w 2915191"/>
                <a:gd name="connsiteY119" fmla="*/ 538326 h 589534"/>
                <a:gd name="connsiteX120" fmla="*/ 1169969 w 2915191"/>
                <a:gd name="connsiteY120" fmla="*/ 544786 h 589534"/>
                <a:gd name="connsiteX121" fmla="*/ 1179728 w 2915191"/>
                <a:gd name="connsiteY121" fmla="*/ 543157 h 589534"/>
                <a:gd name="connsiteX122" fmla="*/ 1189472 w 2915191"/>
                <a:gd name="connsiteY122" fmla="*/ 524581 h 589534"/>
                <a:gd name="connsiteX123" fmla="*/ 1199231 w 2915191"/>
                <a:gd name="connsiteY123" fmla="*/ 519352 h 589534"/>
                <a:gd name="connsiteX124" fmla="*/ 1208975 w 2915191"/>
                <a:gd name="connsiteY124" fmla="*/ 535666 h 589534"/>
                <a:gd name="connsiteX125" fmla="*/ 1218719 w 2915191"/>
                <a:gd name="connsiteY125" fmla="*/ 544982 h 589534"/>
                <a:gd name="connsiteX126" fmla="*/ 1228478 w 2915191"/>
                <a:gd name="connsiteY126" fmla="*/ 530094 h 589534"/>
                <a:gd name="connsiteX127" fmla="*/ 1238222 w 2915191"/>
                <a:gd name="connsiteY127" fmla="*/ 500183 h 589534"/>
                <a:gd name="connsiteX128" fmla="*/ 1247966 w 2915191"/>
                <a:gd name="connsiteY128" fmla="*/ 494530 h 589534"/>
                <a:gd name="connsiteX129" fmla="*/ 1257725 w 2915191"/>
                <a:gd name="connsiteY129" fmla="*/ 492736 h 589534"/>
                <a:gd name="connsiteX130" fmla="*/ 1267469 w 2915191"/>
                <a:gd name="connsiteY130" fmla="*/ 490349 h 589534"/>
                <a:gd name="connsiteX131" fmla="*/ 1277227 w 2915191"/>
                <a:gd name="connsiteY131" fmla="*/ 497739 h 589534"/>
                <a:gd name="connsiteX132" fmla="*/ 1286971 w 2915191"/>
                <a:gd name="connsiteY132" fmla="*/ 512540 h 589534"/>
                <a:gd name="connsiteX133" fmla="*/ 1296715 w 2915191"/>
                <a:gd name="connsiteY133" fmla="*/ 498654 h 589534"/>
                <a:gd name="connsiteX134" fmla="*/ 1306474 w 2915191"/>
                <a:gd name="connsiteY134" fmla="*/ 501534 h 589534"/>
                <a:gd name="connsiteX135" fmla="*/ 1316218 w 2915191"/>
                <a:gd name="connsiteY135" fmla="*/ 499579 h 589534"/>
                <a:gd name="connsiteX136" fmla="*/ 1325977 w 2915191"/>
                <a:gd name="connsiteY136" fmla="*/ 492921 h 589534"/>
                <a:gd name="connsiteX137" fmla="*/ 1335721 w 2915191"/>
                <a:gd name="connsiteY137" fmla="*/ 530007 h 589534"/>
                <a:gd name="connsiteX138" fmla="*/ 1345465 w 2915191"/>
                <a:gd name="connsiteY138" fmla="*/ 539996 h 589534"/>
                <a:gd name="connsiteX139" fmla="*/ 1355224 w 2915191"/>
                <a:gd name="connsiteY139" fmla="*/ 535466 h 589534"/>
                <a:gd name="connsiteX140" fmla="*/ 1364967 w 2915191"/>
                <a:gd name="connsiteY140" fmla="*/ 549525 h 589534"/>
                <a:gd name="connsiteX141" fmla="*/ 1374726 w 2915191"/>
                <a:gd name="connsiteY141" fmla="*/ 573222 h 589534"/>
                <a:gd name="connsiteX142" fmla="*/ 1384470 w 2915191"/>
                <a:gd name="connsiteY142" fmla="*/ 542929 h 589534"/>
                <a:gd name="connsiteX143" fmla="*/ 1394214 w 2915191"/>
                <a:gd name="connsiteY143" fmla="*/ 507181 h 589534"/>
                <a:gd name="connsiteX144" fmla="*/ 1403973 w 2915191"/>
                <a:gd name="connsiteY144" fmla="*/ 475222 h 589534"/>
                <a:gd name="connsiteX145" fmla="*/ 1413717 w 2915191"/>
                <a:gd name="connsiteY145" fmla="*/ 482766 h 589534"/>
                <a:gd name="connsiteX146" fmla="*/ 1423476 w 2915191"/>
                <a:gd name="connsiteY146" fmla="*/ 494438 h 589534"/>
                <a:gd name="connsiteX147" fmla="*/ 1433220 w 2915191"/>
                <a:gd name="connsiteY147" fmla="*/ 516420 h 589534"/>
                <a:gd name="connsiteX148" fmla="*/ 1442964 w 2915191"/>
                <a:gd name="connsiteY148" fmla="*/ 493617 h 589534"/>
                <a:gd name="connsiteX149" fmla="*/ 1452722 w 2915191"/>
                <a:gd name="connsiteY149" fmla="*/ 482529 h 589534"/>
                <a:gd name="connsiteX150" fmla="*/ 1462466 w 2915191"/>
                <a:gd name="connsiteY150" fmla="*/ 505989 h 589534"/>
                <a:gd name="connsiteX151" fmla="*/ 1472225 w 2915191"/>
                <a:gd name="connsiteY151" fmla="*/ 520377 h 589534"/>
                <a:gd name="connsiteX152" fmla="*/ 1481969 w 2915191"/>
                <a:gd name="connsiteY152" fmla="*/ 492292 h 589534"/>
                <a:gd name="connsiteX153" fmla="*/ 1491713 w 2915191"/>
                <a:gd name="connsiteY153" fmla="*/ 470681 h 589534"/>
                <a:gd name="connsiteX154" fmla="*/ 1501472 w 2915191"/>
                <a:gd name="connsiteY154" fmla="*/ 475078 h 589534"/>
                <a:gd name="connsiteX155" fmla="*/ 1511216 w 2915191"/>
                <a:gd name="connsiteY155" fmla="*/ 444031 h 589534"/>
                <a:gd name="connsiteX156" fmla="*/ 1520960 w 2915191"/>
                <a:gd name="connsiteY156" fmla="*/ 438310 h 589534"/>
                <a:gd name="connsiteX157" fmla="*/ 1530719 w 2915191"/>
                <a:gd name="connsiteY157" fmla="*/ 438811 h 589534"/>
                <a:gd name="connsiteX158" fmla="*/ 1540463 w 2915191"/>
                <a:gd name="connsiteY158" fmla="*/ 468147 h 589534"/>
                <a:gd name="connsiteX159" fmla="*/ 1550221 w 2915191"/>
                <a:gd name="connsiteY159" fmla="*/ 413995 h 589534"/>
                <a:gd name="connsiteX160" fmla="*/ 1559965 w 2915191"/>
                <a:gd name="connsiteY160" fmla="*/ 390858 h 589534"/>
                <a:gd name="connsiteX161" fmla="*/ 1569709 w 2915191"/>
                <a:gd name="connsiteY161" fmla="*/ 371129 h 589534"/>
                <a:gd name="connsiteX162" fmla="*/ 1579468 w 2915191"/>
                <a:gd name="connsiteY162" fmla="*/ 375453 h 589534"/>
                <a:gd name="connsiteX163" fmla="*/ 1589212 w 2915191"/>
                <a:gd name="connsiteY163" fmla="*/ 396833 h 589534"/>
                <a:gd name="connsiteX164" fmla="*/ 1598971 w 2915191"/>
                <a:gd name="connsiteY164" fmla="*/ 412539 h 589534"/>
                <a:gd name="connsiteX165" fmla="*/ 1608715 w 2915191"/>
                <a:gd name="connsiteY165" fmla="*/ 436288 h 589534"/>
                <a:gd name="connsiteX166" fmla="*/ 1618459 w 2915191"/>
                <a:gd name="connsiteY166" fmla="*/ 406394 h 589534"/>
                <a:gd name="connsiteX167" fmla="*/ 1628218 w 2915191"/>
                <a:gd name="connsiteY167" fmla="*/ 429438 h 589534"/>
                <a:gd name="connsiteX168" fmla="*/ 1637962 w 2915191"/>
                <a:gd name="connsiteY168" fmla="*/ 413925 h 589534"/>
                <a:gd name="connsiteX169" fmla="*/ 1647720 w 2915191"/>
                <a:gd name="connsiteY169" fmla="*/ 425409 h 589534"/>
                <a:gd name="connsiteX170" fmla="*/ 1657464 w 2915191"/>
                <a:gd name="connsiteY170" fmla="*/ 409910 h 589534"/>
                <a:gd name="connsiteX171" fmla="*/ 1667208 w 2915191"/>
                <a:gd name="connsiteY171" fmla="*/ 375438 h 589534"/>
                <a:gd name="connsiteX172" fmla="*/ 1676967 w 2915191"/>
                <a:gd name="connsiteY172" fmla="*/ 367297 h 589534"/>
                <a:gd name="connsiteX173" fmla="*/ 1686711 w 2915191"/>
                <a:gd name="connsiteY173" fmla="*/ 361659 h 589534"/>
                <a:gd name="connsiteX174" fmla="*/ 1696470 w 2915191"/>
                <a:gd name="connsiteY174" fmla="*/ 370831 h 589534"/>
                <a:gd name="connsiteX175" fmla="*/ 1706214 w 2915191"/>
                <a:gd name="connsiteY175" fmla="*/ 400041 h 589534"/>
                <a:gd name="connsiteX176" fmla="*/ 1715958 w 2915191"/>
                <a:gd name="connsiteY176" fmla="*/ 393466 h 589534"/>
                <a:gd name="connsiteX177" fmla="*/ 1725716 w 2915191"/>
                <a:gd name="connsiteY177" fmla="*/ 388911 h 589534"/>
                <a:gd name="connsiteX178" fmla="*/ 1735460 w 2915191"/>
                <a:gd name="connsiteY178" fmla="*/ 407085 h 589534"/>
                <a:gd name="connsiteX179" fmla="*/ 1745219 w 2915191"/>
                <a:gd name="connsiteY179" fmla="*/ 385684 h 589534"/>
                <a:gd name="connsiteX180" fmla="*/ 1754963 w 2915191"/>
                <a:gd name="connsiteY180" fmla="*/ 400450 h 589534"/>
                <a:gd name="connsiteX181" fmla="*/ 1764707 w 2915191"/>
                <a:gd name="connsiteY181" fmla="*/ 408201 h 589534"/>
                <a:gd name="connsiteX182" fmla="*/ 1774466 w 2915191"/>
                <a:gd name="connsiteY182" fmla="*/ 399702 h 589534"/>
                <a:gd name="connsiteX183" fmla="*/ 1784210 w 2915191"/>
                <a:gd name="connsiteY183" fmla="*/ 375800 h 589534"/>
                <a:gd name="connsiteX184" fmla="*/ 1793969 w 2915191"/>
                <a:gd name="connsiteY184" fmla="*/ 396876 h 589534"/>
                <a:gd name="connsiteX185" fmla="*/ 1803713 w 2915191"/>
                <a:gd name="connsiteY185" fmla="*/ 378369 h 589534"/>
                <a:gd name="connsiteX186" fmla="*/ 1813457 w 2915191"/>
                <a:gd name="connsiteY186" fmla="*/ 369586 h 589534"/>
                <a:gd name="connsiteX187" fmla="*/ 1823215 w 2915191"/>
                <a:gd name="connsiteY187" fmla="*/ 383188 h 589534"/>
                <a:gd name="connsiteX188" fmla="*/ 1832959 w 2915191"/>
                <a:gd name="connsiteY188" fmla="*/ 358003 h 589534"/>
                <a:gd name="connsiteX189" fmla="*/ 1842703 w 2915191"/>
                <a:gd name="connsiteY189" fmla="*/ 340716 h 589534"/>
                <a:gd name="connsiteX190" fmla="*/ 1852462 w 2915191"/>
                <a:gd name="connsiteY190" fmla="*/ 320675 h 589534"/>
                <a:gd name="connsiteX191" fmla="*/ 1862206 w 2915191"/>
                <a:gd name="connsiteY191" fmla="*/ 333581 h 589534"/>
                <a:gd name="connsiteX192" fmla="*/ 1871965 w 2915191"/>
                <a:gd name="connsiteY192" fmla="*/ 346141 h 589534"/>
                <a:gd name="connsiteX193" fmla="*/ 1881709 w 2915191"/>
                <a:gd name="connsiteY193" fmla="*/ 355815 h 589534"/>
                <a:gd name="connsiteX194" fmla="*/ 1891453 w 2915191"/>
                <a:gd name="connsiteY194" fmla="*/ 371084 h 589534"/>
                <a:gd name="connsiteX195" fmla="*/ 1901212 w 2915191"/>
                <a:gd name="connsiteY195" fmla="*/ 384197 h 589534"/>
                <a:gd name="connsiteX196" fmla="*/ 1910956 w 2915191"/>
                <a:gd name="connsiteY196" fmla="*/ 345512 h 589534"/>
                <a:gd name="connsiteX197" fmla="*/ 1920714 w 2915191"/>
                <a:gd name="connsiteY197" fmla="*/ 358659 h 589534"/>
                <a:gd name="connsiteX198" fmla="*/ 1930458 w 2915191"/>
                <a:gd name="connsiteY198" fmla="*/ 350275 h 589534"/>
                <a:gd name="connsiteX199" fmla="*/ 1940202 w 2915191"/>
                <a:gd name="connsiteY199" fmla="*/ 325331 h 589534"/>
                <a:gd name="connsiteX200" fmla="*/ 1949961 w 2915191"/>
                <a:gd name="connsiteY200" fmla="*/ 290374 h 589534"/>
                <a:gd name="connsiteX201" fmla="*/ 1959705 w 2915191"/>
                <a:gd name="connsiteY201" fmla="*/ 308266 h 589534"/>
                <a:gd name="connsiteX202" fmla="*/ 1969464 w 2915191"/>
                <a:gd name="connsiteY202" fmla="*/ 325023 h 589534"/>
                <a:gd name="connsiteX203" fmla="*/ 1979208 w 2915191"/>
                <a:gd name="connsiteY203" fmla="*/ 318265 h 589534"/>
                <a:gd name="connsiteX204" fmla="*/ 1988952 w 2915191"/>
                <a:gd name="connsiteY204" fmla="*/ 322885 h 589534"/>
                <a:gd name="connsiteX205" fmla="*/ 1998711 w 2915191"/>
                <a:gd name="connsiteY205" fmla="*/ 346316 h 589534"/>
                <a:gd name="connsiteX206" fmla="*/ 2008454 w 2915191"/>
                <a:gd name="connsiteY206" fmla="*/ 338489 h 589534"/>
                <a:gd name="connsiteX207" fmla="*/ 2018213 w 2915191"/>
                <a:gd name="connsiteY207" fmla="*/ 372318 h 589534"/>
                <a:gd name="connsiteX208" fmla="*/ 2027957 w 2915191"/>
                <a:gd name="connsiteY208" fmla="*/ 365280 h 589534"/>
                <a:gd name="connsiteX209" fmla="*/ 2037701 w 2915191"/>
                <a:gd name="connsiteY209" fmla="*/ 384860 h 589534"/>
                <a:gd name="connsiteX210" fmla="*/ 2047460 w 2915191"/>
                <a:gd name="connsiteY210" fmla="*/ 345613 h 589534"/>
                <a:gd name="connsiteX211" fmla="*/ 2057204 w 2915191"/>
                <a:gd name="connsiteY211" fmla="*/ 307001 h 589534"/>
                <a:gd name="connsiteX212" fmla="*/ 2066963 w 2915191"/>
                <a:gd name="connsiteY212" fmla="*/ 309589 h 589534"/>
                <a:gd name="connsiteX213" fmla="*/ 2076707 w 2915191"/>
                <a:gd name="connsiteY213" fmla="*/ 345133 h 589534"/>
                <a:gd name="connsiteX214" fmla="*/ 2086451 w 2915191"/>
                <a:gd name="connsiteY214" fmla="*/ 312438 h 589534"/>
                <a:gd name="connsiteX215" fmla="*/ 2096210 w 2915191"/>
                <a:gd name="connsiteY215" fmla="*/ 294702 h 589534"/>
                <a:gd name="connsiteX216" fmla="*/ 2105954 w 2915191"/>
                <a:gd name="connsiteY216" fmla="*/ 303378 h 589534"/>
                <a:gd name="connsiteX217" fmla="*/ 2115697 w 2915191"/>
                <a:gd name="connsiteY217" fmla="*/ 280670 h 589534"/>
                <a:gd name="connsiteX218" fmla="*/ 2125456 w 2915191"/>
                <a:gd name="connsiteY218" fmla="*/ 267318 h 589534"/>
                <a:gd name="connsiteX219" fmla="*/ 2135200 w 2915191"/>
                <a:gd name="connsiteY219" fmla="*/ 273895 h 589534"/>
                <a:gd name="connsiteX220" fmla="*/ 2144959 w 2915191"/>
                <a:gd name="connsiteY220" fmla="*/ 281294 h 589534"/>
                <a:gd name="connsiteX221" fmla="*/ 2154703 w 2915191"/>
                <a:gd name="connsiteY221" fmla="*/ 244704 h 589534"/>
                <a:gd name="connsiteX222" fmla="*/ 2164447 w 2915191"/>
                <a:gd name="connsiteY222" fmla="*/ 252138 h 589534"/>
                <a:gd name="connsiteX223" fmla="*/ 2174206 w 2915191"/>
                <a:gd name="connsiteY223" fmla="*/ 261806 h 589534"/>
                <a:gd name="connsiteX224" fmla="*/ 2183950 w 2915191"/>
                <a:gd name="connsiteY224" fmla="*/ 275525 h 589534"/>
                <a:gd name="connsiteX225" fmla="*/ 2193709 w 2915191"/>
                <a:gd name="connsiteY225" fmla="*/ 255310 h 589534"/>
                <a:gd name="connsiteX226" fmla="*/ 2203452 w 2915191"/>
                <a:gd name="connsiteY226" fmla="*/ 218078 h 589534"/>
                <a:gd name="connsiteX227" fmla="*/ 2213196 w 2915191"/>
                <a:gd name="connsiteY227" fmla="*/ 194865 h 589534"/>
                <a:gd name="connsiteX228" fmla="*/ 2222955 w 2915191"/>
                <a:gd name="connsiteY228" fmla="*/ 191784 h 589534"/>
                <a:gd name="connsiteX229" fmla="*/ 2232699 w 2915191"/>
                <a:gd name="connsiteY229" fmla="*/ 206029 h 589534"/>
                <a:gd name="connsiteX230" fmla="*/ 2242458 w 2915191"/>
                <a:gd name="connsiteY230" fmla="*/ 197477 h 589534"/>
                <a:gd name="connsiteX231" fmla="*/ 2252202 w 2915191"/>
                <a:gd name="connsiteY231" fmla="*/ 185673 h 589534"/>
                <a:gd name="connsiteX232" fmla="*/ 2261946 w 2915191"/>
                <a:gd name="connsiteY232" fmla="*/ 183651 h 589534"/>
                <a:gd name="connsiteX233" fmla="*/ 2271705 w 2915191"/>
                <a:gd name="connsiteY233" fmla="*/ 190153 h 589534"/>
                <a:gd name="connsiteX234" fmla="*/ 2281449 w 2915191"/>
                <a:gd name="connsiteY234" fmla="*/ 168586 h 589534"/>
                <a:gd name="connsiteX235" fmla="*/ 2291208 w 2915191"/>
                <a:gd name="connsiteY235" fmla="*/ 171982 h 589534"/>
                <a:gd name="connsiteX236" fmla="*/ 2300951 w 2915191"/>
                <a:gd name="connsiteY236" fmla="*/ 169546 h 589534"/>
                <a:gd name="connsiteX237" fmla="*/ 2310695 w 2915191"/>
                <a:gd name="connsiteY237" fmla="*/ 166054 h 589534"/>
                <a:gd name="connsiteX238" fmla="*/ 2320454 w 2915191"/>
                <a:gd name="connsiteY238" fmla="*/ 182690 h 589534"/>
                <a:gd name="connsiteX239" fmla="*/ 2330198 w 2915191"/>
                <a:gd name="connsiteY239" fmla="*/ 195217 h 589534"/>
                <a:gd name="connsiteX240" fmla="*/ 2339957 w 2915191"/>
                <a:gd name="connsiteY240" fmla="*/ 174327 h 589534"/>
                <a:gd name="connsiteX241" fmla="*/ 2349701 w 2915191"/>
                <a:gd name="connsiteY241" fmla="*/ 180093 h 589534"/>
                <a:gd name="connsiteX242" fmla="*/ 2359445 w 2915191"/>
                <a:gd name="connsiteY242" fmla="*/ 183402 h 589534"/>
                <a:gd name="connsiteX243" fmla="*/ 2369204 w 2915191"/>
                <a:gd name="connsiteY243" fmla="*/ 192741 h 589534"/>
                <a:gd name="connsiteX244" fmla="*/ 2378948 w 2915191"/>
                <a:gd name="connsiteY244" fmla="*/ 177913 h 589534"/>
                <a:gd name="connsiteX245" fmla="*/ 2388692 w 2915191"/>
                <a:gd name="connsiteY245" fmla="*/ 171283 h 589534"/>
                <a:gd name="connsiteX246" fmla="*/ 2398450 w 2915191"/>
                <a:gd name="connsiteY246" fmla="*/ 184789 h 589534"/>
                <a:gd name="connsiteX247" fmla="*/ 2408194 w 2915191"/>
                <a:gd name="connsiteY247" fmla="*/ 190621 h 589534"/>
                <a:gd name="connsiteX248" fmla="*/ 2417953 w 2915191"/>
                <a:gd name="connsiteY248" fmla="*/ 180665 h 589534"/>
                <a:gd name="connsiteX249" fmla="*/ 2427697 w 2915191"/>
                <a:gd name="connsiteY249" fmla="*/ 177363 h 589534"/>
                <a:gd name="connsiteX250" fmla="*/ 2437441 w 2915191"/>
                <a:gd name="connsiteY250" fmla="*/ 212431 h 589534"/>
                <a:gd name="connsiteX251" fmla="*/ 2447200 w 2915191"/>
                <a:gd name="connsiteY251" fmla="*/ 215658 h 589534"/>
                <a:gd name="connsiteX252" fmla="*/ 2456944 w 2915191"/>
                <a:gd name="connsiteY252" fmla="*/ 226809 h 589534"/>
                <a:gd name="connsiteX253" fmla="*/ 2466703 w 2915191"/>
                <a:gd name="connsiteY253" fmla="*/ 229878 h 589534"/>
                <a:gd name="connsiteX254" fmla="*/ 2476446 w 2915191"/>
                <a:gd name="connsiteY254" fmla="*/ 218915 h 589534"/>
                <a:gd name="connsiteX255" fmla="*/ 2486190 w 2915191"/>
                <a:gd name="connsiteY255" fmla="*/ 235115 h 589534"/>
                <a:gd name="connsiteX256" fmla="*/ 2495949 w 2915191"/>
                <a:gd name="connsiteY256" fmla="*/ 228947 h 589534"/>
                <a:gd name="connsiteX257" fmla="*/ 2505693 w 2915191"/>
                <a:gd name="connsiteY257" fmla="*/ 225277 h 589534"/>
                <a:gd name="connsiteX258" fmla="*/ 2515452 w 2915191"/>
                <a:gd name="connsiteY258" fmla="*/ 195326 h 589534"/>
                <a:gd name="connsiteX259" fmla="*/ 2525196 w 2915191"/>
                <a:gd name="connsiteY259" fmla="*/ 201904 h 589534"/>
                <a:gd name="connsiteX260" fmla="*/ 2534940 w 2915191"/>
                <a:gd name="connsiteY260" fmla="*/ 196822 h 589534"/>
                <a:gd name="connsiteX261" fmla="*/ 2544699 w 2915191"/>
                <a:gd name="connsiteY261" fmla="*/ 204657 h 589534"/>
                <a:gd name="connsiteX262" fmla="*/ 2554443 w 2915191"/>
                <a:gd name="connsiteY262" fmla="*/ 162691 h 589534"/>
                <a:gd name="connsiteX263" fmla="*/ 2564202 w 2915191"/>
                <a:gd name="connsiteY263" fmla="*/ 186048 h 589534"/>
                <a:gd name="connsiteX264" fmla="*/ 2573946 w 2915191"/>
                <a:gd name="connsiteY264" fmla="*/ 184832 h 589534"/>
                <a:gd name="connsiteX265" fmla="*/ 2583690 w 2915191"/>
                <a:gd name="connsiteY265" fmla="*/ 164351 h 589534"/>
                <a:gd name="connsiteX266" fmla="*/ 2593448 w 2915191"/>
                <a:gd name="connsiteY266" fmla="*/ 174927 h 589534"/>
                <a:gd name="connsiteX267" fmla="*/ 2603192 w 2915191"/>
                <a:gd name="connsiteY267" fmla="*/ 173575 h 589534"/>
                <a:gd name="connsiteX268" fmla="*/ 2612951 w 2915191"/>
                <a:gd name="connsiteY268" fmla="*/ 124572 h 589534"/>
                <a:gd name="connsiteX269" fmla="*/ 2622695 w 2915191"/>
                <a:gd name="connsiteY269" fmla="*/ 105214 h 589534"/>
                <a:gd name="connsiteX270" fmla="*/ 2632439 w 2915191"/>
                <a:gd name="connsiteY270" fmla="*/ 105291 h 589534"/>
                <a:gd name="connsiteX271" fmla="*/ 2642198 w 2915191"/>
                <a:gd name="connsiteY271" fmla="*/ 134892 h 589534"/>
                <a:gd name="connsiteX272" fmla="*/ 2651942 w 2915191"/>
                <a:gd name="connsiteY272" fmla="*/ 150505 h 589534"/>
                <a:gd name="connsiteX273" fmla="*/ 2661685 w 2915191"/>
                <a:gd name="connsiteY273" fmla="*/ 137510 h 589534"/>
                <a:gd name="connsiteX274" fmla="*/ 2671444 w 2915191"/>
                <a:gd name="connsiteY274" fmla="*/ 132678 h 589534"/>
                <a:gd name="connsiteX275" fmla="*/ 2681188 w 2915191"/>
                <a:gd name="connsiteY275" fmla="*/ 136439 h 589534"/>
                <a:gd name="connsiteX276" fmla="*/ 2690947 w 2915191"/>
                <a:gd name="connsiteY276" fmla="*/ 148719 h 589534"/>
                <a:gd name="connsiteX277" fmla="*/ 2700691 w 2915191"/>
                <a:gd name="connsiteY277" fmla="*/ 115726 h 589534"/>
                <a:gd name="connsiteX278" fmla="*/ 2710435 w 2915191"/>
                <a:gd name="connsiteY278" fmla="*/ 117459 h 589534"/>
                <a:gd name="connsiteX279" fmla="*/ 2720194 w 2915191"/>
                <a:gd name="connsiteY279" fmla="*/ 133526 h 589534"/>
                <a:gd name="connsiteX280" fmla="*/ 2729938 w 2915191"/>
                <a:gd name="connsiteY280" fmla="*/ 145402 h 589534"/>
                <a:gd name="connsiteX281" fmla="*/ 2739697 w 2915191"/>
                <a:gd name="connsiteY281" fmla="*/ 146464 h 589534"/>
                <a:gd name="connsiteX282" fmla="*/ 2749441 w 2915191"/>
                <a:gd name="connsiteY282" fmla="*/ 113903 h 589534"/>
                <a:gd name="connsiteX283" fmla="*/ 2759185 w 2915191"/>
                <a:gd name="connsiteY283" fmla="*/ 82880 h 589534"/>
                <a:gd name="connsiteX284" fmla="*/ 2768943 w 2915191"/>
                <a:gd name="connsiteY284" fmla="*/ 72098 h 589534"/>
                <a:gd name="connsiteX285" fmla="*/ 2778687 w 2915191"/>
                <a:gd name="connsiteY285" fmla="*/ 71926 h 589534"/>
                <a:gd name="connsiteX286" fmla="*/ 2788446 w 2915191"/>
                <a:gd name="connsiteY286" fmla="*/ 90555 h 589534"/>
                <a:gd name="connsiteX287" fmla="*/ 2798190 w 2915191"/>
                <a:gd name="connsiteY287" fmla="*/ 103453 h 589534"/>
                <a:gd name="connsiteX288" fmla="*/ 2807934 w 2915191"/>
                <a:gd name="connsiteY288" fmla="*/ 135420 h 589534"/>
                <a:gd name="connsiteX289" fmla="*/ 2817693 w 2915191"/>
                <a:gd name="connsiteY289" fmla="*/ 112031 h 589534"/>
                <a:gd name="connsiteX290" fmla="*/ 2827437 w 2915191"/>
                <a:gd name="connsiteY290" fmla="*/ 129179 h 589534"/>
                <a:gd name="connsiteX291" fmla="*/ 2837196 w 2915191"/>
                <a:gd name="connsiteY291" fmla="*/ 165443 h 589534"/>
                <a:gd name="connsiteX292" fmla="*/ 2846940 w 2915191"/>
                <a:gd name="connsiteY292" fmla="*/ 195867 h 589534"/>
                <a:gd name="connsiteX293" fmla="*/ 2856684 w 2915191"/>
                <a:gd name="connsiteY293" fmla="*/ 181733 h 589534"/>
                <a:gd name="connsiteX294" fmla="*/ 2866442 w 2915191"/>
                <a:gd name="connsiteY294" fmla="*/ 183628 h 589534"/>
                <a:gd name="connsiteX295" fmla="*/ 2876186 w 2915191"/>
                <a:gd name="connsiteY295" fmla="*/ 181699 h 589534"/>
                <a:gd name="connsiteX296" fmla="*/ 2885945 w 2915191"/>
                <a:gd name="connsiteY296" fmla="*/ 206081 h 589534"/>
                <a:gd name="connsiteX297" fmla="*/ 2895689 w 2915191"/>
                <a:gd name="connsiteY297" fmla="*/ 216673 h 589534"/>
                <a:gd name="connsiteX298" fmla="*/ 2905433 w 2915191"/>
                <a:gd name="connsiteY298" fmla="*/ 228223 h 589534"/>
                <a:gd name="connsiteX299" fmla="*/ 2915192 w 2915191"/>
                <a:gd name="connsiteY299" fmla="*/ 238247 h 589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89534">
                  <a:moveTo>
                    <a:pt x="0" y="23782"/>
                  </a:moveTo>
                  <a:lnTo>
                    <a:pt x="9750" y="20003"/>
                  </a:lnTo>
                  <a:lnTo>
                    <a:pt x="19500" y="13242"/>
                  </a:lnTo>
                  <a:lnTo>
                    <a:pt x="29250" y="0"/>
                  </a:lnTo>
                  <a:lnTo>
                    <a:pt x="39000" y="33316"/>
                  </a:lnTo>
                  <a:lnTo>
                    <a:pt x="48749" y="35734"/>
                  </a:lnTo>
                  <a:lnTo>
                    <a:pt x="58499" y="57139"/>
                  </a:lnTo>
                  <a:lnTo>
                    <a:pt x="68249" y="47681"/>
                  </a:lnTo>
                  <a:lnTo>
                    <a:pt x="77998" y="60368"/>
                  </a:lnTo>
                  <a:lnTo>
                    <a:pt x="87748" y="110536"/>
                  </a:lnTo>
                  <a:lnTo>
                    <a:pt x="97497" y="80109"/>
                  </a:lnTo>
                  <a:lnTo>
                    <a:pt x="107247" y="86682"/>
                  </a:lnTo>
                  <a:lnTo>
                    <a:pt x="116997" y="75513"/>
                  </a:lnTo>
                  <a:lnTo>
                    <a:pt x="126747" y="86845"/>
                  </a:lnTo>
                  <a:lnTo>
                    <a:pt x="136497" y="81086"/>
                  </a:lnTo>
                  <a:lnTo>
                    <a:pt x="146247" y="68967"/>
                  </a:lnTo>
                  <a:lnTo>
                    <a:pt x="155997" y="96966"/>
                  </a:lnTo>
                  <a:lnTo>
                    <a:pt x="165747" y="72184"/>
                  </a:lnTo>
                  <a:lnTo>
                    <a:pt x="175497" y="43696"/>
                  </a:lnTo>
                  <a:lnTo>
                    <a:pt x="185247" y="49135"/>
                  </a:lnTo>
                  <a:lnTo>
                    <a:pt x="194996" y="37839"/>
                  </a:lnTo>
                  <a:lnTo>
                    <a:pt x="204746" y="57510"/>
                  </a:lnTo>
                  <a:lnTo>
                    <a:pt x="214495" y="51927"/>
                  </a:lnTo>
                  <a:lnTo>
                    <a:pt x="224245" y="36374"/>
                  </a:lnTo>
                  <a:lnTo>
                    <a:pt x="233995" y="52486"/>
                  </a:lnTo>
                  <a:lnTo>
                    <a:pt x="243744" y="57071"/>
                  </a:lnTo>
                  <a:lnTo>
                    <a:pt x="253494" y="48183"/>
                  </a:lnTo>
                  <a:lnTo>
                    <a:pt x="263244" y="76052"/>
                  </a:lnTo>
                  <a:lnTo>
                    <a:pt x="272994" y="107888"/>
                  </a:lnTo>
                  <a:lnTo>
                    <a:pt x="282744" y="131022"/>
                  </a:lnTo>
                  <a:lnTo>
                    <a:pt x="292494" y="147561"/>
                  </a:lnTo>
                  <a:lnTo>
                    <a:pt x="302244" y="134362"/>
                  </a:lnTo>
                  <a:lnTo>
                    <a:pt x="311994" y="155568"/>
                  </a:lnTo>
                  <a:lnTo>
                    <a:pt x="321744" y="170781"/>
                  </a:lnTo>
                  <a:lnTo>
                    <a:pt x="331493" y="147063"/>
                  </a:lnTo>
                  <a:lnTo>
                    <a:pt x="341243" y="137142"/>
                  </a:lnTo>
                  <a:lnTo>
                    <a:pt x="350993" y="142731"/>
                  </a:lnTo>
                  <a:lnTo>
                    <a:pt x="360742" y="187124"/>
                  </a:lnTo>
                  <a:lnTo>
                    <a:pt x="370492" y="177667"/>
                  </a:lnTo>
                  <a:lnTo>
                    <a:pt x="380241" y="203426"/>
                  </a:lnTo>
                  <a:lnTo>
                    <a:pt x="389991" y="175951"/>
                  </a:lnTo>
                  <a:lnTo>
                    <a:pt x="399741" y="198662"/>
                  </a:lnTo>
                  <a:lnTo>
                    <a:pt x="409491" y="219830"/>
                  </a:lnTo>
                  <a:lnTo>
                    <a:pt x="419241" y="187723"/>
                  </a:lnTo>
                  <a:lnTo>
                    <a:pt x="428991" y="168175"/>
                  </a:lnTo>
                  <a:lnTo>
                    <a:pt x="438741" y="205536"/>
                  </a:lnTo>
                  <a:lnTo>
                    <a:pt x="448491" y="220341"/>
                  </a:lnTo>
                  <a:lnTo>
                    <a:pt x="458241" y="226396"/>
                  </a:lnTo>
                  <a:lnTo>
                    <a:pt x="467991" y="219204"/>
                  </a:lnTo>
                  <a:lnTo>
                    <a:pt x="477740" y="217769"/>
                  </a:lnTo>
                  <a:lnTo>
                    <a:pt x="487490" y="174559"/>
                  </a:lnTo>
                  <a:lnTo>
                    <a:pt x="497239" y="164039"/>
                  </a:lnTo>
                  <a:lnTo>
                    <a:pt x="506989" y="168198"/>
                  </a:lnTo>
                  <a:lnTo>
                    <a:pt x="516738" y="181769"/>
                  </a:lnTo>
                  <a:lnTo>
                    <a:pt x="526488" y="198222"/>
                  </a:lnTo>
                  <a:lnTo>
                    <a:pt x="536238" y="200935"/>
                  </a:lnTo>
                  <a:lnTo>
                    <a:pt x="545988" y="172261"/>
                  </a:lnTo>
                  <a:lnTo>
                    <a:pt x="555738" y="216703"/>
                  </a:lnTo>
                  <a:lnTo>
                    <a:pt x="565488" y="238689"/>
                  </a:lnTo>
                  <a:lnTo>
                    <a:pt x="575238" y="271290"/>
                  </a:lnTo>
                  <a:lnTo>
                    <a:pt x="584988" y="280749"/>
                  </a:lnTo>
                  <a:lnTo>
                    <a:pt x="594738" y="286297"/>
                  </a:lnTo>
                  <a:lnTo>
                    <a:pt x="604488" y="288304"/>
                  </a:lnTo>
                  <a:lnTo>
                    <a:pt x="614237" y="299179"/>
                  </a:lnTo>
                  <a:lnTo>
                    <a:pt x="623987" y="316086"/>
                  </a:lnTo>
                  <a:lnTo>
                    <a:pt x="633736" y="333730"/>
                  </a:lnTo>
                  <a:lnTo>
                    <a:pt x="643486" y="347687"/>
                  </a:lnTo>
                  <a:lnTo>
                    <a:pt x="653236" y="353031"/>
                  </a:lnTo>
                  <a:lnTo>
                    <a:pt x="662985" y="336379"/>
                  </a:lnTo>
                  <a:lnTo>
                    <a:pt x="672735" y="344751"/>
                  </a:lnTo>
                  <a:lnTo>
                    <a:pt x="682485" y="359939"/>
                  </a:lnTo>
                  <a:lnTo>
                    <a:pt x="692235" y="374747"/>
                  </a:lnTo>
                  <a:lnTo>
                    <a:pt x="701985" y="397813"/>
                  </a:lnTo>
                  <a:lnTo>
                    <a:pt x="711735" y="384643"/>
                  </a:lnTo>
                  <a:lnTo>
                    <a:pt x="721485" y="348551"/>
                  </a:lnTo>
                  <a:lnTo>
                    <a:pt x="731235" y="323864"/>
                  </a:lnTo>
                  <a:lnTo>
                    <a:pt x="740985" y="299283"/>
                  </a:lnTo>
                  <a:lnTo>
                    <a:pt x="750734" y="308543"/>
                  </a:lnTo>
                  <a:lnTo>
                    <a:pt x="760484" y="301625"/>
                  </a:lnTo>
                  <a:lnTo>
                    <a:pt x="770233" y="268089"/>
                  </a:lnTo>
                  <a:lnTo>
                    <a:pt x="779983" y="243479"/>
                  </a:lnTo>
                  <a:lnTo>
                    <a:pt x="789733" y="235391"/>
                  </a:lnTo>
                  <a:lnTo>
                    <a:pt x="799482" y="213668"/>
                  </a:lnTo>
                  <a:lnTo>
                    <a:pt x="809232" y="221107"/>
                  </a:lnTo>
                  <a:lnTo>
                    <a:pt x="818982" y="202278"/>
                  </a:lnTo>
                  <a:lnTo>
                    <a:pt x="828732" y="224891"/>
                  </a:lnTo>
                  <a:lnTo>
                    <a:pt x="838482" y="211262"/>
                  </a:lnTo>
                  <a:lnTo>
                    <a:pt x="848232" y="221129"/>
                  </a:lnTo>
                  <a:lnTo>
                    <a:pt x="857982" y="247375"/>
                  </a:lnTo>
                  <a:lnTo>
                    <a:pt x="867732" y="249798"/>
                  </a:lnTo>
                  <a:lnTo>
                    <a:pt x="877482" y="254361"/>
                  </a:lnTo>
                  <a:lnTo>
                    <a:pt x="887231" y="271303"/>
                  </a:lnTo>
                  <a:lnTo>
                    <a:pt x="896981" y="327167"/>
                  </a:lnTo>
                  <a:lnTo>
                    <a:pt x="906730" y="344247"/>
                  </a:lnTo>
                  <a:lnTo>
                    <a:pt x="916480" y="372320"/>
                  </a:lnTo>
                  <a:lnTo>
                    <a:pt x="926230" y="401873"/>
                  </a:lnTo>
                  <a:lnTo>
                    <a:pt x="935979" y="414093"/>
                  </a:lnTo>
                  <a:lnTo>
                    <a:pt x="945729" y="435907"/>
                  </a:lnTo>
                  <a:lnTo>
                    <a:pt x="955479" y="463221"/>
                  </a:lnTo>
                  <a:lnTo>
                    <a:pt x="965229" y="481388"/>
                  </a:lnTo>
                  <a:lnTo>
                    <a:pt x="974979" y="510518"/>
                  </a:lnTo>
                  <a:lnTo>
                    <a:pt x="984729" y="511129"/>
                  </a:lnTo>
                  <a:lnTo>
                    <a:pt x="994474" y="505351"/>
                  </a:lnTo>
                  <a:lnTo>
                    <a:pt x="1004233" y="530118"/>
                  </a:lnTo>
                  <a:lnTo>
                    <a:pt x="1013977" y="524863"/>
                  </a:lnTo>
                  <a:lnTo>
                    <a:pt x="1023721" y="515418"/>
                  </a:lnTo>
                  <a:lnTo>
                    <a:pt x="1033480" y="535075"/>
                  </a:lnTo>
                  <a:lnTo>
                    <a:pt x="1043224" y="536944"/>
                  </a:lnTo>
                  <a:lnTo>
                    <a:pt x="1052983" y="566139"/>
                  </a:lnTo>
                  <a:lnTo>
                    <a:pt x="1062727" y="561902"/>
                  </a:lnTo>
                  <a:lnTo>
                    <a:pt x="1072471" y="568521"/>
                  </a:lnTo>
                  <a:lnTo>
                    <a:pt x="1082230" y="589535"/>
                  </a:lnTo>
                  <a:lnTo>
                    <a:pt x="1091973" y="566081"/>
                  </a:lnTo>
                  <a:lnTo>
                    <a:pt x="1101732" y="510987"/>
                  </a:lnTo>
                  <a:lnTo>
                    <a:pt x="1111476" y="541743"/>
                  </a:lnTo>
                  <a:lnTo>
                    <a:pt x="1121220" y="577032"/>
                  </a:lnTo>
                  <a:lnTo>
                    <a:pt x="1130979" y="576182"/>
                  </a:lnTo>
                  <a:lnTo>
                    <a:pt x="1140723" y="566187"/>
                  </a:lnTo>
                  <a:lnTo>
                    <a:pt x="1150482" y="542546"/>
                  </a:lnTo>
                  <a:lnTo>
                    <a:pt x="1160226" y="538326"/>
                  </a:lnTo>
                  <a:lnTo>
                    <a:pt x="1169969" y="544786"/>
                  </a:lnTo>
                  <a:lnTo>
                    <a:pt x="1179728" y="543157"/>
                  </a:lnTo>
                  <a:lnTo>
                    <a:pt x="1189472" y="524581"/>
                  </a:lnTo>
                  <a:lnTo>
                    <a:pt x="1199231" y="519352"/>
                  </a:lnTo>
                  <a:lnTo>
                    <a:pt x="1208975" y="535666"/>
                  </a:lnTo>
                  <a:lnTo>
                    <a:pt x="1218719" y="544982"/>
                  </a:lnTo>
                  <a:lnTo>
                    <a:pt x="1228478" y="530094"/>
                  </a:lnTo>
                  <a:lnTo>
                    <a:pt x="1238222" y="500183"/>
                  </a:lnTo>
                  <a:lnTo>
                    <a:pt x="1247966" y="494530"/>
                  </a:lnTo>
                  <a:lnTo>
                    <a:pt x="1257725" y="492736"/>
                  </a:lnTo>
                  <a:lnTo>
                    <a:pt x="1267469" y="490349"/>
                  </a:lnTo>
                  <a:lnTo>
                    <a:pt x="1277227" y="497739"/>
                  </a:lnTo>
                  <a:lnTo>
                    <a:pt x="1286971" y="512540"/>
                  </a:lnTo>
                  <a:lnTo>
                    <a:pt x="1296715" y="498654"/>
                  </a:lnTo>
                  <a:lnTo>
                    <a:pt x="1306474" y="501534"/>
                  </a:lnTo>
                  <a:lnTo>
                    <a:pt x="1316218" y="499579"/>
                  </a:lnTo>
                  <a:lnTo>
                    <a:pt x="1325977" y="492921"/>
                  </a:lnTo>
                  <a:lnTo>
                    <a:pt x="1335721" y="530007"/>
                  </a:lnTo>
                  <a:lnTo>
                    <a:pt x="1345465" y="539996"/>
                  </a:lnTo>
                  <a:lnTo>
                    <a:pt x="1355224" y="535466"/>
                  </a:lnTo>
                  <a:lnTo>
                    <a:pt x="1364967" y="549525"/>
                  </a:lnTo>
                  <a:lnTo>
                    <a:pt x="1374726" y="573222"/>
                  </a:lnTo>
                  <a:lnTo>
                    <a:pt x="1384470" y="542929"/>
                  </a:lnTo>
                  <a:lnTo>
                    <a:pt x="1394214" y="507181"/>
                  </a:lnTo>
                  <a:lnTo>
                    <a:pt x="1403973" y="475222"/>
                  </a:lnTo>
                  <a:lnTo>
                    <a:pt x="1413717" y="482766"/>
                  </a:lnTo>
                  <a:lnTo>
                    <a:pt x="1423476" y="494438"/>
                  </a:lnTo>
                  <a:lnTo>
                    <a:pt x="1433220" y="516420"/>
                  </a:lnTo>
                  <a:lnTo>
                    <a:pt x="1442964" y="493617"/>
                  </a:lnTo>
                  <a:lnTo>
                    <a:pt x="1452722" y="482529"/>
                  </a:lnTo>
                  <a:lnTo>
                    <a:pt x="1462466" y="505989"/>
                  </a:lnTo>
                  <a:lnTo>
                    <a:pt x="1472225" y="520377"/>
                  </a:lnTo>
                  <a:lnTo>
                    <a:pt x="1481969" y="492292"/>
                  </a:lnTo>
                  <a:lnTo>
                    <a:pt x="1491713" y="470681"/>
                  </a:lnTo>
                  <a:lnTo>
                    <a:pt x="1501472" y="475078"/>
                  </a:lnTo>
                  <a:lnTo>
                    <a:pt x="1511216" y="444031"/>
                  </a:lnTo>
                  <a:lnTo>
                    <a:pt x="1520960" y="438310"/>
                  </a:lnTo>
                  <a:lnTo>
                    <a:pt x="1530719" y="438811"/>
                  </a:lnTo>
                  <a:lnTo>
                    <a:pt x="1540463" y="468147"/>
                  </a:lnTo>
                  <a:lnTo>
                    <a:pt x="1550221" y="413995"/>
                  </a:lnTo>
                  <a:lnTo>
                    <a:pt x="1559965" y="390858"/>
                  </a:lnTo>
                  <a:lnTo>
                    <a:pt x="1569709" y="371129"/>
                  </a:lnTo>
                  <a:lnTo>
                    <a:pt x="1579468" y="375453"/>
                  </a:lnTo>
                  <a:lnTo>
                    <a:pt x="1589212" y="396833"/>
                  </a:lnTo>
                  <a:lnTo>
                    <a:pt x="1598971" y="412539"/>
                  </a:lnTo>
                  <a:lnTo>
                    <a:pt x="1608715" y="436288"/>
                  </a:lnTo>
                  <a:lnTo>
                    <a:pt x="1618459" y="406394"/>
                  </a:lnTo>
                  <a:lnTo>
                    <a:pt x="1628218" y="429438"/>
                  </a:lnTo>
                  <a:lnTo>
                    <a:pt x="1637962" y="413925"/>
                  </a:lnTo>
                  <a:lnTo>
                    <a:pt x="1647720" y="425409"/>
                  </a:lnTo>
                  <a:lnTo>
                    <a:pt x="1657464" y="409910"/>
                  </a:lnTo>
                  <a:lnTo>
                    <a:pt x="1667208" y="375438"/>
                  </a:lnTo>
                  <a:lnTo>
                    <a:pt x="1676967" y="367297"/>
                  </a:lnTo>
                  <a:lnTo>
                    <a:pt x="1686711" y="361659"/>
                  </a:lnTo>
                  <a:lnTo>
                    <a:pt x="1696470" y="370831"/>
                  </a:lnTo>
                  <a:lnTo>
                    <a:pt x="1706214" y="400041"/>
                  </a:lnTo>
                  <a:lnTo>
                    <a:pt x="1715958" y="393466"/>
                  </a:lnTo>
                  <a:lnTo>
                    <a:pt x="1725716" y="388911"/>
                  </a:lnTo>
                  <a:lnTo>
                    <a:pt x="1735460" y="407085"/>
                  </a:lnTo>
                  <a:lnTo>
                    <a:pt x="1745219" y="385684"/>
                  </a:lnTo>
                  <a:lnTo>
                    <a:pt x="1754963" y="400450"/>
                  </a:lnTo>
                  <a:lnTo>
                    <a:pt x="1764707" y="408201"/>
                  </a:lnTo>
                  <a:lnTo>
                    <a:pt x="1774466" y="399702"/>
                  </a:lnTo>
                  <a:lnTo>
                    <a:pt x="1784210" y="375800"/>
                  </a:lnTo>
                  <a:lnTo>
                    <a:pt x="1793969" y="396876"/>
                  </a:lnTo>
                  <a:lnTo>
                    <a:pt x="1803713" y="378369"/>
                  </a:lnTo>
                  <a:lnTo>
                    <a:pt x="1813457" y="369586"/>
                  </a:lnTo>
                  <a:lnTo>
                    <a:pt x="1823215" y="383188"/>
                  </a:lnTo>
                  <a:lnTo>
                    <a:pt x="1832959" y="358003"/>
                  </a:lnTo>
                  <a:lnTo>
                    <a:pt x="1842703" y="340716"/>
                  </a:lnTo>
                  <a:lnTo>
                    <a:pt x="1852462" y="320675"/>
                  </a:lnTo>
                  <a:lnTo>
                    <a:pt x="1862206" y="333581"/>
                  </a:lnTo>
                  <a:lnTo>
                    <a:pt x="1871965" y="346141"/>
                  </a:lnTo>
                  <a:lnTo>
                    <a:pt x="1881709" y="355815"/>
                  </a:lnTo>
                  <a:lnTo>
                    <a:pt x="1891453" y="371084"/>
                  </a:lnTo>
                  <a:lnTo>
                    <a:pt x="1901212" y="384197"/>
                  </a:lnTo>
                  <a:lnTo>
                    <a:pt x="1910956" y="345512"/>
                  </a:lnTo>
                  <a:lnTo>
                    <a:pt x="1920714" y="358659"/>
                  </a:lnTo>
                  <a:lnTo>
                    <a:pt x="1930458" y="350275"/>
                  </a:lnTo>
                  <a:lnTo>
                    <a:pt x="1940202" y="325331"/>
                  </a:lnTo>
                  <a:lnTo>
                    <a:pt x="1949961" y="290374"/>
                  </a:lnTo>
                  <a:lnTo>
                    <a:pt x="1959705" y="308266"/>
                  </a:lnTo>
                  <a:lnTo>
                    <a:pt x="1969464" y="325023"/>
                  </a:lnTo>
                  <a:lnTo>
                    <a:pt x="1979208" y="318265"/>
                  </a:lnTo>
                  <a:lnTo>
                    <a:pt x="1988952" y="322885"/>
                  </a:lnTo>
                  <a:lnTo>
                    <a:pt x="1998711" y="346316"/>
                  </a:lnTo>
                  <a:lnTo>
                    <a:pt x="2008454" y="338489"/>
                  </a:lnTo>
                  <a:lnTo>
                    <a:pt x="2018213" y="372318"/>
                  </a:lnTo>
                  <a:lnTo>
                    <a:pt x="2027957" y="365280"/>
                  </a:lnTo>
                  <a:lnTo>
                    <a:pt x="2037701" y="384860"/>
                  </a:lnTo>
                  <a:lnTo>
                    <a:pt x="2047460" y="345613"/>
                  </a:lnTo>
                  <a:lnTo>
                    <a:pt x="2057204" y="307001"/>
                  </a:lnTo>
                  <a:lnTo>
                    <a:pt x="2066963" y="309589"/>
                  </a:lnTo>
                  <a:lnTo>
                    <a:pt x="2076707" y="345133"/>
                  </a:lnTo>
                  <a:lnTo>
                    <a:pt x="2086451" y="312438"/>
                  </a:lnTo>
                  <a:lnTo>
                    <a:pt x="2096210" y="294702"/>
                  </a:lnTo>
                  <a:lnTo>
                    <a:pt x="2105954" y="303378"/>
                  </a:lnTo>
                  <a:lnTo>
                    <a:pt x="2115697" y="280670"/>
                  </a:lnTo>
                  <a:lnTo>
                    <a:pt x="2125456" y="267318"/>
                  </a:lnTo>
                  <a:lnTo>
                    <a:pt x="2135200" y="273895"/>
                  </a:lnTo>
                  <a:lnTo>
                    <a:pt x="2144959" y="281294"/>
                  </a:lnTo>
                  <a:lnTo>
                    <a:pt x="2154703" y="244704"/>
                  </a:lnTo>
                  <a:lnTo>
                    <a:pt x="2164447" y="252138"/>
                  </a:lnTo>
                  <a:lnTo>
                    <a:pt x="2174206" y="261806"/>
                  </a:lnTo>
                  <a:lnTo>
                    <a:pt x="2183950" y="275525"/>
                  </a:lnTo>
                  <a:lnTo>
                    <a:pt x="2193709" y="255310"/>
                  </a:lnTo>
                  <a:lnTo>
                    <a:pt x="2203452" y="218078"/>
                  </a:lnTo>
                  <a:lnTo>
                    <a:pt x="2213196" y="194865"/>
                  </a:lnTo>
                  <a:lnTo>
                    <a:pt x="2222955" y="191784"/>
                  </a:lnTo>
                  <a:lnTo>
                    <a:pt x="2232699" y="206029"/>
                  </a:lnTo>
                  <a:lnTo>
                    <a:pt x="2242458" y="197477"/>
                  </a:lnTo>
                  <a:lnTo>
                    <a:pt x="2252202" y="185673"/>
                  </a:lnTo>
                  <a:lnTo>
                    <a:pt x="2261946" y="183651"/>
                  </a:lnTo>
                  <a:lnTo>
                    <a:pt x="2271705" y="190153"/>
                  </a:lnTo>
                  <a:lnTo>
                    <a:pt x="2281449" y="168586"/>
                  </a:lnTo>
                  <a:lnTo>
                    <a:pt x="2291208" y="171982"/>
                  </a:lnTo>
                  <a:lnTo>
                    <a:pt x="2300951" y="169546"/>
                  </a:lnTo>
                  <a:lnTo>
                    <a:pt x="2310695" y="166054"/>
                  </a:lnTo>
                  <a:lnTo>
                    <a:pt x="2320454" y="182690"/>
                  </a:lnTo>
                  <a:lnTo>
                    <a:pt x="2330198" y="195217"/>
                  </a:lnTo>
                  <a:lnTo>
                    <a:pt x="2339957" y="174327"/>
                  </a:lnTo>
                  <a:lnTo>
                    <a:pt x="2349701" y="180093"/>
                  </a:lnTo>
                  <a:lnTo>
                    <a:pt x="2359445" y="183402"/>
                  </a:lnTo>
                  <a:lnTo>
                    <a:pt x="2369204" y="192741"/>
                  </a:lnTo>
                  <a:lnTo>
                    <a:pt x="2378948" y="177913"/>
                  </a:lnTo>
                  <a:lnTo>
                    <a:pt x="2388692" y="171283"/>
                  </a:lnTo>
                  <a:lnTo>
                    <a:pt x="2398450" y="184789"/>
                  </a:lnTo>
                  <a:lnTo>
                    <a:pt x="2408194" y="190621"/>
                  </a:lnTo>
                  <a:lnTo>
                    <a:pt x="2417953" y="180665"/>
                  </a:lnTo>
                  <a:lnTo>
                    <a:pt x="2427697" y="177363"/>
                  </a:lnTo>
                  <a:lnTo>
                    <a:pt x="2437441" y="212431"/>
                  </a:lnTo>
                  <a:lnTo>
                    <a:pt x="2447200" y="215658"/>
                  </a:lnTo>
                  <a:lnTo>
                    <a:pt x="2456944" y="226809"/>
                  </a:lnTo>
                  <a:lnTo>
                    <a:pt x="2466703" y="229878"/>
                  </a:lnTo>
                  <a:lnTo>
                    <a:pt x="2476446" y="218915"/>
                  </a:lnTo>
                  <a:lnTo>
                    <a:pt x="2486190" y="235115"/>
                  </a:lnTo>
                  <a:lnTo>
                    <a:pt x="2495949" y="228947"/>
                  </a:lnTo>
                  <a:lnTo>
                    <a:pt x="2505693" y="225277"/>
                  </a:lnTo>
                  <a:lnTo>
                    <a:pt x="2515452" y="195326"/>
                  </a:lnTo>
                  <a:lnTo>
                    <a:pt x="2525196" y="201904"/>
                  </a:lnTo>
                  <a:lnTo>
                    <a:pt x="2534940" y="196822"/>
                  </a:lnTo>
                  <a:lnTo>
                    <a:pt x="2544699" y="204657"/>
                  </a:lnTo>
                  <a:lnTo>
                    <a:pt x="2554443" y="162691"/>
                  </a:lnTo>
                  <a:lnTo>
                    <a:pt x="2564202" y="186048"/>
                  </a:lnTo>
                  <a:lnTo>
                    <a:pt x="2573946" y="184832"/>
                  </a:lnTo>
                  <a:lnTo>
                    <a:pt x="2583690" y="164351"/>
                  </a:lnTo>
                  <a:lnTo>
                    <a:pt x="2593448" y="174927"/>
                  </a:lnTo>
                  <a:lnTo>
                    <a:pt x="2603192" y="173575"/>
                  </a:lnTo>
                  <a:lnTo>
                    <a:pt x="2612951" y="124572"/>
                  </a:lnTo>
                  <a:lnTo>
                    <a:pt x="2622695" y="105214"/>
                  </a:lnTo>
                  <a:lnTo>
                    <a:pt x="2632439" y="105291"/>
                  </a:lnTo>
                  <a:lnTo>
                    <a:pt x="2642198" y="134892"/>
                  </a:lnTo>
                  <a:lnTo>
                    <a:pt x="2651942" y="150505"/>
                  </a:lnTo>
                  <a:lnTo>
                    <a:pt x="2661685" y="137510"/>
                  </a:lnTo>
                  <a:lnTo>
                    <a:pt x="2671444" y="132678"/>
                  </a:lnTo>
                  <a:lnTo>
                    <a:pt x="2681188" y="136439"/>
                  </a:lnTo>
                  <a:lnTo>
                    <a:pt x="2690947" y="148719"/>
                  </a:lnTo>
                  <a:lnTo>
                    <a:pt x="2700691" y="115726"/>
                  </a:lnTo>
                  <a:lnTo>
                    <a:pt x="2710435" y="117459"/>
                  </a:lnTo>
                  <a:lnTo>
                    <a:pt x="2720194" y="133526"/>
                  </a:lnTo>
                  <a:lnTo>
                    <a:pt x="2729938" y="145402"/>
                  </a:lnTo>
                  <a:lnTo>
                    <a:pt x="2739697" y="146464"/>
                  </a:lnTo>
                  <a:lnTo>
                    <a:pt x="2749441" y="113903"/>
                  </a:lnTo>
                  <a:lnTo>
                    <a:pt x="2759185" y="82880"/>
                  </a:lnTo>
                  <a:lnTo>
                    <a:pt x="2768943" y="72098"/>
                  </a:lnTo>
                  <a:lnTo>
                    <a:pt x="2778687" y="71926"/>
                  </a:lnTo>
                  <a:lnTo>
                    <a:pt x="2788446" y="90555"/>
                  </a:lnTo>
                  <a:lnTo>
                    <a:pt x="2798190" y="103453"/>
                  </a:lnTo>
                  <a:lnTo>
                    <a:pt x="2807934" y="135420"/>
                  </a:lnTo>
                  <a:lnTo>
                    <a:pt x="2817693" y="112031"/>
                  </a:lnTo>
                  <a:lnTo>
                    <a:pt x="2827437" y="129179"/>
                  </a:lnTo>
                  <a:lnTo>
                    <a:pt x="2837196" y="165443"/>
                  </a:lnTo>
                  <a:lnTo>
                    <a:pt x="2846940" y="195867"/>
                  </a:lnTo>
                  <a:lnTo>
                    <a:pt x="2856684" y="181733"/>
                  </a:lnTo>
                  <a:lnTo>
                    <a:pt x="2866442" y="183628"/>
                  </a:lnTo>
                  <a:lnTo>
                    <a:pt x="2876186" y="181699"/>
                  </a:lnTo>
                  <a:lnTo>
                    <a:pt x="2885945" y="206081"/>
                  </a:lnTo>
                  <a:lnTo>
                    <a:pt x="2895689" y="216673"/>
                  </a:lnTo>
                  <a:lnTo>
                    <a:pt x="2905433" y="228223"/>
                  </a:lnTo>
                  <a:lnTo>
                    <a:pt x="2915192" y="23824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7" name="Freeform 1116">
              <a:extLst>
                <a:ext uri="{FF2B5EF4-FFF2-40B4-BE49-F238E27FC236}">
                  <a16:creationId xmlns:a16="http://schemas.microsoft.com/office/drawing/2014/main" id="{76163A6A-CE37-4BDF-275A-1A980E8C412F}"/>
                </a:ext>
              </a:extLst>
            </p:cNvPr>
            <p:cNvSpPr/>
            <p:nvPr/>
          </p:nvSpPr>
          <p:spPr>
            <a:xfrm>
              <a:off x="4426652" y="2975978"/>
              <a:ext cx="2915191" cy="439585"/>
            </a:xfrm>
            <a:custGeom>
              <a:avLst/>
              <a:gdLst>
                <a:gd name="connsiteX0" fmla="*/ 0 w 2915191"/>
                <a:gd name="connsiteY0" fmla="*/ 387409 h 439585"/>
                <a:gd name="connsiteX1" fmla="*/ 9750 w 2915191"/>
                <a:gd name="connsiteY1" fmla="*/ 397331 h 439585"/>
                <a:gd name="connsiteX2" fmla="*/ 19500 w 2915191"/>
                <a:gd name="connsiteY2" fmla="*/ 397718 h 439585"/>
                <a:gd name="connsiteX3" fmla="*/ 29250 w 2915191"/>
                <a:gd name="connsiteY3" fmla="*/ 368578 h 439585"/>
                <a:gd name="connsiteX4" fmla="*/ 39000 w 2915191"/>
                <a:gd name="connsiteY4" fmla="*/ 366080 h 439585"/>
                <a:gd name="connsiteX5" fmla="*/ 48749 w 2915191"/>
                <a:gd name="connsiteY5" fmla="*/ 374261 h 439585"/>
                <a:gd name="connsiteX6" fmla="*/ 58499 w 2915191"/>
                <a:gd name="connsiteY6" fmla="*/ 361189 h 439585"/>
                <a:gd name="connsiteX7" fmla="*/ 68249 w 2915191"/>
                <a:gd name="connsiteY7" fmla="*/ 355189 h 439585"/>
                <a:gd name="connsiteX8" fmla="*/ 77998 w 2915191"/>
                <a:gd name="connsiteY8" fmla="*/ 366944 h 439585"/>
                <a:gd name="connsiteX9" fmla="*/ 87748 w 2915191"/>
                <a:gd name="connsiteY9" fmla="*/ 358428 h 439585"/>
                <a:gd name="connsiteX10" fmla="*/ 97497 w 2915191"/>
                <a:gd name="connsiteY10" fmla="*/ 350311 h 439585"/>
                <a:gd name="connsiteX11" fmla="*/ 107247 w 2915191"/>
                <a:gd name="connsiteY11" fmla="*/ 356601 h 439585"/>
                <a:gd name="connsiteX12" fmla="*/ 116997 w 2915191"/>
                <a:gd name="connsiteY12" fmla="*/ 353072 h 439585"/>
                <a:gd name="connsiteX13" fmla="*/ 126747 w 2915191"/>
                <a:gd name="connsiteY13" fmla="*/ 346030 h 439585"/>
                <a:gd name="connsiteX14" fmla="*/ 136497 w 2915191"/>
                <a:gd name="connsiteY14" fmla="*/ 352084 h 439585"/>
                <a:gd name="connsiteX15" fmla="*/ 146247 w 2915191"/>
                <a:gd name="connsiteY15" fmla="*/ 349292 h 439585"/>
                <a:gd name="connsiteX16" fmla="*/ 155997 w 2915191"/>
                <a:gd name="connsiteY16" fmla="*/ 370976 h 439585"/>
                <a:gd name="connsiteX17" fmla="*/ 165747 w 2915191"/>
                <a:gd name="connsiteY17" fmla="*/ 376786 h 439585"/>
                <a:gd name="connsiteX18" fmla="*/ 175497 w 2915191"/>
                <a:gd name="connsiteY18" fmla="*/ 340571 h 439585"/>
                <a:gd name="connsiteX19" fmla="*/ 185247 w 2915191"/>
                <a:gd name="connsiteY19" fmla="*/ 323156 h 439585"/>
                <a:gd name="connsiteX20" fmla="*/ 194996 w 2915191"/>
                <a:gd name="connsiteY20" fmla="*/ 274193 h 439585"/>
                <a:gd name="connsiteX21" fmla="*/ 204746 w 2915191"/>
                <a:gd name="connsiteY21" fmla="*/ 325288 h 439585"/>
                <a:gd name="connsiteX22" fmla="*/ 214495 w 2915191"/>
                <a:gd name="connsiteY22" fmla="*/ 311024 h 439585"/>
                <a:gd name="connsiteX23" fmla="*/ 224245 w 2915191"/>
                <a:gd name="connsiteY23" fmla="*/ 271290 h 439585"/>
                <a:gd name="connsiteX24" fmla="*/ 233995 w 2915191"/>
                <a:gd name="connsiteY24" fmla="*/ 256514 h 439585"/>
                <a:gd name="connsiteX25" fmla="*/ 243744 w 2915191"/>
                <a:gd name="connsiteY25" fmla="*/ 242540 h 439585"/>
                <a:gd name="connsiteX26" fmla="*/ 253494 w 2915191"/>
                <a:gd name="connsiteY26" fmla="*/ 213300 h 439585"/>
                <a:gd name="connsiteX27" fmla="*/ 263244 w 2915191"/>
                <a:gd name="connsiteY27" fmla="*/ 219790 h 439585"/>
                <a:gd name="connsiteX28" fmla="*/ 272994 w 2915191"/>
                <a:gd name="connsiteY28" fmla="*/ 193289 h 439585"/>
                <a:gd name="connsiteX29" fmla="*/ 282744 w 2915191"/>
                <a:gd name="connsiteY29" fmla="*/ 187444 h 439585"/>
                <a:gd name="connsiteX30" fmla="*/ 292494 w 2915191"/>
                <a:gd name="connsiteY30" fmla="*/ 209508 h 439585"/>
                <a:gd name="connsiteX31" fmla="*/ 302244 w 2915191"/>
                <a:gd name="connsiteY31" fmla="*/ 204204 h 439585"/>
                <a:gd name="connsiteX32" fmla="*/ 311994 w 2915191"/>
                <a:gd name="connsiteY32" fmla="*/ 198201 h 439585"/>
                <a:gd name="connsiteX33" fmla="*/ 321744 w 2915191"/>
                <a:gd name="connsiteY33" fmla="*/ 189494 h 439585"/>
                <a:gd name="connsiteX34" fmla="*/ 331493 w 2915191"/>
                <a:gd name="connsiteY34" fmla="*/ 196522 h 439585"/>
                <a:gd name="connsiteX35" fmla="*/ 341243 w 2915191"/>
                <a:gd name="connsiteY35" fmla="*/ 221231 h 439585"/>
                <a:gd name="connsiteX36" fmla="*/ 350993 w 2915191"/>
                <a:gd name="connsiteY36" fmla="*/ 223774 h 439585"/>
                <a:gd name="connsiteX37" fmla="*/ 360742 w 2915191"/>
                <a:gd name="connsiteY37" fmla="*/ 191939 h 439585"/>
                <a:gd name="connsiteX38" fmla="*/ 370492 w 2915191"/>
                <a:gd name="connsiteY38" fmla="*/ 192024 h 439585"/>
                <a:gd name="connsiteX39" fmla="*/ 380241 w 2915191"/>
                <a:gd name="connsiteY39" fmla="*/ 173046 h 439585"/>
                <a:gd name="connsiteX40" fmla="*/ 389991 w 2915191"/>
                <a:gd name="connsiteY40" fmla="*/ 214778 h 439585"/>
                <a:gd name="connsiteX41" fmla="*/ 399741 w 2915191"/>
                <a:gd name="connsiteY41" fmla="*/ 200294 h 439585"/>
                <a:gd name="connsiteX42" fmla="*/ 409491 w 2915191"/>
                <a:gd name="connsiteY42" fmla="*/ 189053 h 439585"/>
                <a:gd name="connsiteX43" fmla="*/ 419241 w 2915191"/>
                <a:gd name="connsiteY43" fmla="*/ 202427 h 439585"/>
                <a:gd name="connsiteX44" fmla="*/ 428991 w 2915191"/>
                <a:gd name="connsiteY44" fmla="*/ 179509 h 439585"/>
                <a:gd name="connsiteX45" fmla="*/ 438741 w 2915191"/>
                <a:gd name="connsiteY45" fmla="*/ 147860 h 439585"/>
                <a:gd name="connsiteX46" fmla="*/ 448491 w 2915191"/>
                <a:gd name="connsiteY46" fmla="*/ 113480 h 439585"/>
                <a:gd name="connsiteX47" fmla="*/ 458241 w 2915191"/>
                <a:gd name="connsiteY47" fmla="*/ 140597 h 439585"/>
                <a:gd name="connsiteX48" fmla="*/ 467991 w 2915191"/>
                <a:gd name="connsiteY48" fmla="*/ 156712 h 439585"/>
                <a:gd name="connsiteX49" fmla="*/ 477740 w 2915191"/>
                <a:gd name="connsiteY49" fmla="*/ 134849 h 439585"/>
                <a:gd name="connsiteX50" fmla="*/ 487490 w 2915191"/>
                <a:gd name="connsiteY50" fmla="*/ 112011 h 439585"/>
                <a:gd name="connsiteX51" fmla="*/ 497239 w 2915191"/>
                <a:gd name="connsiteY51" fmla="*/ 123395 h 439585"/>
                <a:gd name="connsiteX52" fmla="*/ 506989 w 2915191"/>
                <a:gd name="connsiteY52" fmla="*/ 144046 h 439585"/>
                <a:gd name="connsiteX53" fmla="*/ 516738 w 2915191"/>
                <a:gd name="connsiteY53" fmla="*/ 147899 h 439585"/>
                <a:gd name="connsiteX54" fmla="*/ 526488 w 2915191"/>
                <a:gd name="connsiteY54" fmla="*/ 121121 h 439585"/>
                <a:gd name="connsiteX55" fmla="*/ 536238 w 2915191"/>
                <a:gd name="connsiteY55" fmla="*/ 85505 h 439585"/>
                <a:gd name="connsiteX56" fmla="*/ 545988 w 2915191"/>
                <a:gd name="connsiteY56" fmla="*/ 65395 h 439585"/>
                <a:gd name="connsiteX57" fmla="*/ 555738 w 2915191"/>
                <a:gd name="connsiteY57" fmla="*/ 63057 h 439585"/>
                <a:gd name="connsiteX58" fmla="*/ 565488 w 2915191"/>
                <a:gd name="connsiteY58" fmla="*/ 62042 h 439585"/>
                <a:gd name="connsiteX59" fmla="*/ 575238 w 2915191"/>
                <a:gd name="connsiteY59" fmla="*/ 61780 h 439585"/>
                <a:gd name="connsiteX60" fmla="*/ 584988 w 2915191"/>
                <a:gd name="connsiteY60" fmla="*/ 57781 h 439585"/>
                <a:gd name="connsiteX61" fmla="*/ 594738 w 2915191"/>
                <a:gd name="connsiteY61" fmla="*/ 83735 h 439585"/>
                <a:gd name="connsiteX62" fmla="*/ 604488 w 2915191"/>
                <a:gd name="connsiteY62" fmla="*/ 78804 h 439585"/>
                <a:gd name="connsiteX63" fmla="*/ 614237 w 2915191"/>
                <a:gd name="connsiteY63" fmla="*/ 68540 h 439585"/>
                <a:gd name="connsiteX64" fmla="*/ 623987 w 2915191"/>
                <a:gd name="connsiteY64" fmla="*/ 80605 h 439585"/>
                <a:gd name="connsiteX65" fmla="*/ 633736 w 2915191"/>
                <a:gd name="connsiteY65" fmla="*/ 107468 h 439585"/>
                <a:gd name="connsiteX66" fmla="*/ 643486 w 2915191"/>
                <a:gd name="connsiteY66" fmla="*/ 96538 h 439585"/>
                <a:gd name="connsiteX67" fmla="*/ 653236 w 2915191"/>
                <a:gd name="connsiteY67" fmla="*/ 123839 h 439585"/>
                <a:gd name="connsiteX68" fmla="*/ 662985 w 2915191"/>
                <a:gd name="connsiteY68" fmla="*/ 103053 h 439585"/>
                <a:gd name="connsiteX69" fmla="*/ 672735 w 2915191"/>
                <a:gd name="connsiteY69" fmla="*/ 58096 h 439585"/>
                <a:gd name="connsiteX70" fmla="*/ 682485 w 2915191"/>
                <a:gd name="connsiteY70" fmla="*/ 95623 h 439585"/>
                <a:gd name="connsiteX71" fmla="*/ 692235 w 2915191"/>
                <a:gd name="connsiteY71" fmla="*/ 114524 h 439585"/>
                <a:gd name="connsiteX72" fmla="*/ 701985 w 2915191"/>
                <a:gd name="connsiteY72" fmla="*/ 79170 h 439585"/>
                <a:gd name="connsiteX73" fmla="*/ 711735 w 2915191"/>
                <a:gd name="connsiteY73" fmla="*/ 71703 h 439585"/>
                <a:gd name="connsiteX74" fmla="*/ 721485 w 2915191"/>
                <a:gd name="connsiteY74" fmla="*/ 71737 h 439585"/>
                <a:gd name="connsiteX75" fmla="*/ 731235 w 2915191"/>
                <a:gd name="connsiteY75" fmla="*/ 89735 h 439585"/>
                <a:gd name="connsiteX76" fmla="*/ 740985 w 2915191"/>
                <a:gd name="connsiteY76" fmla="*/ 89553 h 439585"/>
                <a:gd name="connsiteX77" fmla="*/ 750734 w 2915191"/>
                <a:gd name="connsiteY77" fmla="*/ 73999 h 439585"/>
                <a:gd name="connsiteX78" fmla="*/ 760484 w 2915191"/>
                <a:gd name="connsiteY78" fmla="*/ 65329 h 439585"/>
                <a:gd name="connsiteX79" fmla="*/ 770233 w 2915191"/>
                <a:gd name="connsiteY79" fmla="*/ 58751 h 439585"/>
                <a:gd name="connsiteX80" fmla="*/ 779983 w 2915191"/>
                <a:gd name="connsiteY80" fmla="*/ 66515 h 439585"/>
                <a:gd name="connsiteX81" fmla="*/ 789733 w 2915191"/>
                <a:gd name="connsiteY81" fmla="*/ 90020 h 439585"/>
                <a:gd name="connsiteX82" fmla="*/ 799482 w 2915191"/>
                <a:gd name="connsiteY82" fmla="*/ 89453 h 439585"/>
                <a:gd name="connsiteX83" fmla="*/ 809232 w 2915191"/>
                <a:gd name="connsiteY83" fmla="*/ 38395 h 439585"/>
                <a:gd name="connsiteX84" fmla="*/ 818982 w 2915191"/>
                <a:gd name="connsiteY84" fmla="*/ 48197 h 439585"/>
                <a:gd name="connsiteX85" fmla="*/ 828732 w 2915191"/>
                <a:gd name="connsiteY85" fmla="*/ 45646 h 439585"/>
                <a:gd name="connsiteX86" fmla="*/ 838482 w 2915191"/>
                <a:gd name="connsiteY86" fmla="*/ 56174 h 439585"/>
                <a:gd name="connsiteX87" fmla="*/ 848232 w 2915191"/>
                <a:gd name="connsiteY87" fmla="*/ 59395 h 439585"/>
                <a:gd name="connsiteX88" fmla="*/ 857982 w 2915191"/>
                <a:gd name="connsiteY88" fmla="*/ 77402 h 439585"/>
                <a:gd name="connsiteX89" fmla="*/ 867732 w 2915191"/>
                <a:gd name="connsiteY89" fmla="*/ 67938 h 439585"/>
                <a:gd name="connsiteX90" fmla="*/ 877482 w 2915191"/>
                <a:gd name="connsiteY90" fmla="*/ 91477 h 439585"/>
                <a:gd name="connsiteX91" fmla="*/ 887231 w 2915191"/>
                <a:gd name="connsiteY91" fmla="*/ 39333 h 439585"/>
                <a:gd name="connsiteX92" fmla="*/ 896981 w 2915191"/>
                <a:gd name="connsiteY92" fmla="*/ 67166 h 439585"/>
                <a:gd name="connsiteX93" fmla="*/ 906730 w 2915191"/>
                <a:gd name="connsiteY93" fmla="*/ 83986 h 439585"/>
                <a:gd name="connsiteX94" fmla="*/ 916480 w 2915191"/>
                <a:gd name="connsiteY94" fmla="*/ 99817 h 439585"/>
                <a:gd name="connsiteX95" fmla="*/ 926230 w 2915191"/>
                <a:gd name="connsiteY95" fmla="*/ 83597 h 439585"/>
                <a:gd name="connsiteX96" fmla="*/ 935979 w 2915191"/>
                <a:gd name="connsiteY96" fmla="*/ 121614 h 439585"/>
                <a:gd name="connsiteX97" fmla="*/ 945729 w 2915191"/>
                <a:gd name="connsiteY97" fmla="*/ 89957 h 439585"/>
                <a:gd name="connsiteX98" fmla="*/ 955479 w 2915191"/>
                <a:gd name="connsiteY98" fmla="*/ 96349 h 439585"/>
                <a:gd name="connsiteX99" fmla="*/ 965229 w 2915191"/>
                <a:gd name="connsiteY99" fmla="*/ 94421 h 439585"/>
                <a:gd name="connsiteX100" fmla="*/ 974979 w 2915191"/>
                <a:gd name="connsiteY100" fmla="*/ 119019 h 439585"/>
                <a:gd name="connsiteX101" fmla="*/ 984729 w 2915191"/>
                <a:gd name="connsiteY101" fmla="*/ 104510 h 439585"/>
                <a:gd name="connsiteX102" fmla="*/ 994474 w 2915191"/>
                <a:gd name="connsiteY102" fmla="*/ 106289 h 439585"/>
                <a:gd name="connsiteX103" fmla="*/ 1004233 w 2915191"/>
                <a:gd name="connsiteY103" fmla="*/ 59407 h 439585"/>
                <a:gd name="connsiteX104" fmla="*/ 1013977 w 2915191"/>
                <a:gd name="connsiteY104" fmla="*/ 74118 h 439585"/>
                <a:gd name="connsiteX105" fmla="*/ 1023721 w 2915191"/>
                <a:gd name="connsiteY105" fmla="*/ 69337 h 439585"/>
                <a:gd name="connsiteX106" fmla="*/ 1033480 w 2915191"/>
                <a:gd name="connsiteY106" fmla="*/ 77476 h 439585"/>
                <a:gd name="connsiteX107" fmla="*/ 1043224 w 2915191"/>
                <a:gd name="connsiteY107" fmla="*/ 34502 h 439585"/>
                <a:gd name="connsiteX108" fmla="*/ 1052983 w 2915191"/>
                <a:gd name="connsiteY108" fmla="*/ 83856 h 439585"/>
                <a:gd name="connsiteX109" fmla="*/ 1062727 w 2915191"/>
                <a:gd name="connsiteY109" fmla="*/ 79488 h 439585"/>
                <a:gd name="connsiteX110" fmla="*/ 1072471 w 2915191"/>
                <a:gd name="connsiteY110" fmla="*/ 97466 h 439585"/>
                <a:gd name="connsiteX111" fmla="*/ 1082230 w 2915191"/>
                <a:gd name="connsiteY111" fmla="*/ 113454 h 439585"/>
                <a:gd name="connsiteX112" fmla="*/ 1091973 w 2915191"/>
                <a:gd name="connsiteY112" fmla="*/ 117887 h 439585"/>
                <a:gd name="connsiteX113" fmla="*/ 1101732 w 2915191"/>
                <a:gd name="connsiteY113" fmla="*/ 107723 h 439585"/>
                <a:gd name="connsiteX114" fmla="*/ 1111476 w 2915191"/>
                <a:gd name="connsiteY114" fmla="*/ 63239 h 439585"/>
                <a:gd name="connsiteX115" fmla="*/ 1121220 w 2915191"/>
                <a:gd name="connsiteY115" fmla="*/ 95193 h 439585"/>
                <a:gd name="connsiteX116" fmla="*/ 1130979 w 2915191"/>
                <a:gd name="connsiteY116" fmla="*/ 83571 h 439585"/>
                <a:gd name="connsiteX117" fmla="*/ 1140723 w 2915191"/>
                <a:gd name="connsiteY117" fmla="*/ 70395 h 439585"/>
                <a:gd name="connsiteX118" fmla="*/ 1150482 w 2915191"/>
                <a:gd name="connsiteY118" fmla="*/ 57546 h 439585"/>
                <a:gd name="connsiteX119" fmla="*/ 1160226 w 2915191"/>
                <a:gd name="connsiteY119" fmla="*/ 51066 h 439585"/>
                <a:gd name="connsiteX120" fmla="*/ 1169969 w 2915191"/>
                <a:gd name="connsiteY120" fmla="*/ 19962 h 439585"/>
                <a:gd name="connsiteX121" fmla="*/ 1179728 w 2915191"/>
                <a:gd name="connsiteY121" fmla="*/ 0 h 439585"/>
                <a:gd name="connsiteX122" fmla="*/ 1189472 w 2915191"/>
                <a:gd name="connsiteY122" fmla="*/ 19270 h 439585"/>
                <a:gd name="connsiteX123" fmla="*/ 1199231 w 2915191"/>
                <a:gd name="connsiteY123" fmla="*/ 45074 h 439585"/>
                <a:gd name="connsiteX124" fmla="*/ 1208975 w 2915191"/>
                <a:gd name="connsiteY124" fmla="*/ 69821 h 439585"/>
                <a:gd name="connsiteX125" fmla="*/ 1218719 w 2915191"/>
                <a:gd name="connsiteY125" fmla="*/ 72624 h 439585"/>
                <a:gd name="connsiteX126" fmla="*/ 1228478 w 2915191"/>
                <a:gd name="connsiteY126" fmla="*/ 105267 h 439585"/>
                <a:gd name="connsiteX127" fmla="*/ 1238222 w 2915191"/>
                <a:gd name="connsiteY127" fmla="*/ 64791 h 439585"/>
                <a:gd name="connsiteX128" fmla="*/ 1247966 w 2915191"/>
                <a:gd name="connsiteY128" fmla="*/ 89330 h 439585"/>
                <a:gd name="connsiteX129" fmla="*/ 1257725 w 2915191"/>
                <a:gd name="connsiteY129" fmla="*/ 48593 h 439585"/>
                <a:gd name="connsiteX130" fmla="*/ 1267469 w 2915191"/>
                <a:gd name="connsiteY130" fmla="*/ 80338 h 439585"/>
                <a:gd name="connsiteX131" fmla="*/ 1277227 w 2915191"/>
                <a:gd name="connsiteY131" fmla="*/ 72685 h 439585"/>
                <a:gd name="connsiteX132" fmla="*/ 1286971 w 2915191"/>
                <a:gd name="connsiteY132" fmla="*/ 80008 h 439585"/>
                <a:gd name="connsiteX133" fmla="*/ 1296715 w 2915191"/>
                <a:gd name="connsiteY133" fmla="*/ 58161 h 439585"/>
                <a:gd name="connsiteX134" fmla="*/ 1306474 w 2915191"/>
                <a:gd name="connsiteY134" fmla="*/ 94741 h 439585"/>
                <a:gd name="connsiteX135" fmla="*/ 1316218 w 2915191"/>
                <a:gd name="connsiteY135" fmla="*/ 97427 h 439585"/>
                <a:gd name="connsiteX136" fmla="*/ 1325977 w 2915191"/>
                <a:gd name="connsiteY136" fmla="*/ 79678 h 439585"/>
                <a:gd name="connsiteX137" fmla="*/ 1335721 w 2915191"/>
                <a:gd name="connsiteY137" fmla="*/ 65581 h 439585"/>
                <a:gd name="connsiteX138" fmla="*/ 1345465 w 2915191"/>
                <a:gd name="connsiteY138" fmla="*/ 71251 h 439585"/>
                <a:gd name="connsiteX139" fmla="*/ 1355224 w 2915191"/>
                <a:gd name="connsiteY139" fmla="*/ 103344 h 439585"/>
                <a:gd name="connsiteX140" fmla="*/ 1364967 w 2915191"/>
                <a:gd name="connsiteY140" fmla="*/ 99743 h 439585"/>
                <a:gd name="connsiteX141" fmla="*/ 1374726 w 2915191"/>
                <a:gd name="connsiteY141" fmla="*/ 146938 h 439585"/>
                <a:gd name="connsiteX142" fmla="*/ 1384470 w 2915191"/>
                <a:gd name="connsiteY142" fmla="*/ 145124 h 439585"/>
                <a:gd name="connsiteX143" fmla="*/ 1394214 w 2915191"/>
                <a:gd name="connsiteY143" fmla="*/ 127234 h 439585"/>
                <a:gd name="connsiteX144" fmla="*/ 1403973 w 2915191"/>
                <a:gd name="connsiteY144" fmla="*/ 154522 h 439585"/>
                <a:gd name="connsiteX145" fmla="*/ 1413717 w 2915191"/>
                <a:gd name="connsiteY145" fmla="*/ 148251 h 439585"/>
                <a:gd name="connsiteX146" fmla="*/ 1423476 w 2915191"/>
                <a:gd name="connsiteY146" fmla="*/ 123805 h 439585"/>
                <a:gd name="connsiteX147" fmla="*/ 1433220 w 2915191"/>
                <a:gd name="connsiteY147" fmla="*/ 109865 h 439585"/>
                <a:gd name="connsiteX148" fmla="*/ 1442964 w 2915191"/>
                <a:gd name="connsiteY148" fmla="*/ 120804 h 439585"/>
                <a:gd name="connsiteX149" fmla="*/ 1452722 w 2915191"/>
                <a:gd name="connsiteY149" fmla="*/ 125814 h 439585"/>
                <a:gd name="connsiteX150" fmla="*/ 1462466 w 2915191"/>
                <a:gd name="connsiteY150" fmla="*/ 94039 h 439585"/>
                <a:gd name="connsiteX151" fmla="*/ 1472225 w 2915191"/>
                <a:gd name="connsiteY151" fmla="*/ 95374 h 439585"/>
                <a:gd name="connsiteX152" fmla="*/ 1481969 w 2915191"/>
                <a:gd name="connsiteY152" fmla="*/ 66887 h 439585"/>
                <a:gd name="connsiteX153" fmla="*/ 1491713 w 2915191"/>
                <a:gd name="connsiteY153" fmla="*/ 88649 h 439585"/>
                <a:gd name="connsiteX154" fmla="*/ 1501472 w 2915191"/>
                <a:gd name="connsiteY154" fmla="*/ 103932 h 439585"/>
                <a:gd name="connsiteX155" fmla="*/ 1511216 w 2915191"/>
                <a:gd name="connsiteY155" fmla="*/ 93245 h 439585"/>
                <a:gd name="connsiteX156" fmla="*/ 1520960 w 2915191"/>
                <a:gd name="connsiteY156" fmla="*/ 82651 h 439585"/>
                <a:gd name="connsiteX157" fmla="*/ 1530719 w 2915191"/>
                <a:gd name="connsiteY157" fmla="*/ 102375 h 439585"/>
                <a:gd name="connsiteX158" fmla="*/ 1540463 w 2915191"/>
                <a:gd name="connsiteY158" fmla="*/ 99144 h 439585"/>
                <a:gd name="connsiteX159" fmla="*/ 1550221 w 2915191"/>
                <a:gd name="connsiteY159" fmla="*/ 116984 h 439585"/>
                <a:gd name="connsiteX160" fmla="*/ 1559965 w 2915191"/>
                <a:gd name="connsiteY160" fmla="*/ 97168 h 439585"/>
                <a:gd name="connsiteX161" fmla="*/ 1569709 w 2915191"/>
                <a:gd name="connsiteY161" fmla="*/ 110564 h 439585"/>
                <a:gd name="connsiteX162" fmla="*/ 1579468 w 2915191"/>
                <a:gd name="connsiteY162" fmla="*/ 127067 h 439585"/>
                <a:gd name="connsiteX163" fmla="*/ 1589212 w 2915191"/>
                <a:gd name="connsiteY163" fmla="*/ 112988 h 439585"/>
                <a:gd name="connsiteX164" fmla="*/ 1598971 w 2915191"/>
                <a:gd name="connsiteY164" fmla="*/ 107562 h 439585"/>
                <a:gd name="connsiteX165" fmla="*/ 1608715 w 2915191"/>
                <a:gd name="connsiteY165" fmla="*/ 148850 h 439585"/>
                <a:gd name="connsiteX166" fmla="*/ 1618459 w 2915191"/>
                <a:gd name="connsiteY166" fmla="*/ 157867 h 439585"/>
                <a:gd name="connsiteX167" fmla="*/ 1628218 w 2915191"/>
                <a:gd name="connsiteY167" fmla="*/ 178530 h 439585"/>
                <a:gd name="connsiteX168" fmla="*/ 1637962 w 2915191"/>
                <a:gd name="connsiteY168" fmla="*/ 158129 h 439585"/>
                <a:gd name="connsiteX169" fmla="*/ 1647720 w 2915191"/>
                <a:gd name="connsiteY169" fmla="*/ 155435 h 439585"/>
                <a:gd name="connsiteX170" fmla="*/ 1657464 w 2915191"/>
                <a:gd name="connsiteY170" fmla="*/ 149017 h 439585"/>
                <a:gd name="connsiteX171" fmla="*/ 1667208 w 2915191"/>
                <a:gd name="connsiteY171" fmla="*/ 145308 h 439585"/>
                <a:gd name="connsiteX172" fmla="*/ 1676967 w 2915191"/>
                <a:gd name="connsiteY172" fmla="*/ 138492 h 439585"/>
                <a:gd name="connsiteX173" fmla="*/ 1686711 w 2915191"/>
                <a:gd name="connsiteY173" fmla="*/ 114609 h 439585"/>
                <a:gd name="connsiteX174" fmla="*/ 1696470 w 2915191"/>
                <a:gd name="connsiteY174" fmla="*/ 142029 h 439585"/>
                <a:gd name="connsiteX175" fmla="*/ 1706214 w 2915191"/>
                <a:gd name="connsiteY175" fmla="*/ 140290 h 439585"/>
                <a:gd name="connsiteX176" fmla="*/ 1715958 w 2915191"/>
                <a:gd name="connsiteY176" fmla="*/ 129225 h 439585"/>
                <a:gd name="connsiteX177" fmla="*/ 1725716 w 2915191"/>
                <a:gd name="connsiteY177" fmla="*/ 120130 h 439585"/>
                <a:gd name="connsiteX178" fmla="*/ 1735460 w 2915191"/>
                <a:gd name="connsiteY178" fmla="*/ 157366 h 439585"/>
                <a:gd name="connsiteX179" fmla="*/ 1745219 w 2915191"/>
                <a:gd name="connsiteY179" fmla="*/ 149496 h 439585"/>
                <a:gd name="connsiteX180" fmla="*/ 1754963 w 2915191"/>
                <a:gd name="connsiteY180" fmla="*/ 168780 h 439585"/>
                <a:gd name="connsiteX181" fmla="*/ 1764707 w 2915191"/>
                <a:gd name="connsiteY181" fmla="*/ 182219 h 439585"/>
                <a:gd name="connsiteX182" fmla="*/ 1774466 w 2915191"/>
                <a:gd name="connsiteY182" fmla="*/ 195761 h 439585"/>
                <a:gd name="connsiteX183" fmla="*/ 1784210 w 2915191"/>
                <a:gd name="connsiteY183" fmla="*/ 185036 h 439585"/>
                <a:gd name="connsiteX184" fmla="*/ 1793969 w 2915191"/>
                <a:gd name="connsiteY184" fmla="*/ 213923 h 439585"/>
                <a:gd name="connsiteX185" fmla="*/ 1803713 w 2915191"/>
                <a:gd name="connsiteY185" fmla="*/ 198809 h 439585"/>
                <a:gd name="connsiteX186" fmla="*/ 1813457 w 2915191"/>
                <a:gd name="connsiteY186" fmla="*/ 231085 h 439585"/>
                <a:gd name="connsiteX187" fmla="*/ 1823215 w 2915191"/>
                <a:gd name="connsiteY187" fmla="*/ 226771 h 439585"/>
                <a:gd name="connsiteX188" fmla="*/ 1832959 w 2915191"/>
                <a:gd name="connsiteY188" fmla="*/ 246134 h 439585"/>
                <a:gd name="connsiteX189" fmla="*/ 1842703 w 2915191"/>
                <a:gd name="connsiteY189" fmla="*/ 223637 h 439585"/>
                <a:gd name="connsiteX190" fmla="*/ 1852462 w 2915191"/>
                <a:gd name="connsiteY190" fmla="*/ 212041 h 439585"/>
                <a:gd name="connsiteX191" fmla="*/ 1862206 w 2915191"/>
                <a:gd name="connsiteY191" fmla="*/ 207881 h 439585"/>
                <a:gd name="connsiteX192" fmla="*/ 1871965 w 2915191"/>
                <a:gd name="connsiteY192" fmla="*/ 221740 h 439585"/>
                <a:gd name="connsiteX193" fmla="*/ 1881709 w 2915191"/>
                <a:gd name="connsiteY193" fmla="*/ 178648 h 439585"/>
                <a:gd name="connsiteX194" fmla="*/ 1891453 w 2915191"/>
                <a:gd name="connsiteY194" fmla="*/ 213429 h 439585"/>
                <a:gd name="connsiteX195" fmla="*/ 1901212 w 2915191"/>
                <a:gd name="connsiteY195" fmla="*/ 210360 h 439585"/>
                <a:gd name="connsiteX196" fmla="*/ 1910956 w 2915191"/>
                <a:gd name="connsiteY196" fmla="*/ 201400 h 439585"/>
                <a:gd name="connsiteX197" fmla="*/ 1920714 w 2915191"/>
                <a:gd name="connsiteY197" fmla="*/ 205037 h 439585"/>
                <a:gd name="connsiteX198" fmla="*/ 1930458 w 2915191"/>
                <a:gd name="connsiteY198" fmla="*/ 231634 h 439585"/>
                <a:gd name="connsiteX199" fmla="*/ 1940202 w 2915191"/>
                <a:gd name="connsiteY199" fmla="*/ 213100 h 439585"/>
                <a:gd name="connsiteX200" fmla="*/ 1949961 w 2915191"/>
                <a:gd name="connsiteY200" fmla="*/ 231798 h 439585"/>
                <a:gd name="connsiteX201" fmla="*/ 1959705 w 2915191"/>
                <a:gd name="connsiteY201" fmla="*/ 240434 h 439585"/>
                <a:gd name="connsiteX202" fmla="*/ 1969464 w 2915191"/>
                <a:gd name="connsiteY202" fmla="*/ 222756 h 439585"/>
                <a:gd name="connsiteX203" fmla="*/ 1979208 w 2915191"/>
                <a:gd name="connsiteY203" fmla="*/ 229100 h 439585"/>
                <a:gd name="connsiteX204" fmla="*/ 1988952 w 2915191"/>
                <a:gd name="connsiteY204" fmla="*/ 213082 h 439585"/>
                <a:gd name="connsiteX205" fmla="*/ 1998711 w 2915191"/>
                <a:gd name="connsiteY205" fmla="*/ 225900 h 439585"/>
                <a:gd name="connsiteX206" fmla="*/ 2008454 w 2915191"/>
                <a:gd name="connsiteY206" fmla="*/ 211434 h 439585"/>
                <a:gd name="connsiteX207" fmla="*/ 2018213 w 2915191"/>
                <a:gd name="connsiteY207" fmla="*/ 218870 h 439585"/>
                <a:gd name="connsiteX208" fmla="*/ 2027957 w 2915191"/>
                <a:gd name="connsiteY208" fmla="*/ 244339 h 439585"/>
                <a:gd name="connsiteX209" fmla="*/ 2037701 w 2915191"/>
                <a:gd name="connsiteY209" fmla="*/ 256744 h 439585"/>
                <a:gd name="connsiteX210" fmla="*/ 2047460 w 2915191"/>
                <a:gd name="connsiteY210" fmla="*/ 227741 h 439585"/>
                <a:gd name="connsiteX211" fmla="*/ 2057204 w 2915191"/>
                <a:gd name="connsiteY211" fmla="*/ 273478 h 439585"/>
                <a:gd name="connsiteX212" fmla="*/ 2066963 w 2915191"/>
                <a:gd name="connsiteY212" fmla="*/ 261072 h 439585"/>
                <a:gd name="connsiteX213" fmla="*/ 2076707 w 2915191"/>
                <a:gd name="connsiteY213" fmla="*/ 266377 h 439585"/>
                <a:gd name="connsiteX214" fmla="*/ 2086451 w 2915191"/>
                <a:gd name="connsiteY214" fmla="*/ 294958 h 439585"/>
                <a:gd name="connsiteX215" fmla="*/ 2096210 w 2915191"/>
                <a:gd name="connsiteY215" fmla="*/ 329048 h 439585"/>
                <a:gd name="connsiteX216" fmla="*/ 2105954 w 2915191"/>
                <a:gd name="connsiteY216" fmla="*/ 339059 h 439585"/>
                <a:gd name="connsiteX217" fmla="*/ 2115697 w 2915191"/>
                <a:gd name="connsiteY217" fmla="*/ 306171 h 439585"/>
                <a:gd name="connsiteX218" fmla="*/ 2125456 w 2915191"/>
                <a:gd name="connsiteY218" fmla="*/ 292473 h 439585"/>
                <a:gd name="connsiteX219" fmla="*/ 2135200 w 2915191"/>
                <a:gd name="connsiteY219" fmla="*/ 278653 h 439585"/>
                <a:gd name="connsiteX220" fmla="*/ 2144959 w 2915191"/>
                <a:gd name="connsiteY220" fmla="*/ 287962 h 439585"/>
                <a:gd name="connsiteX221" fmla="*/ 2154703 w 2915191"/>
                <a:gd name="connsiteY221" fmla="*/ 264731 h 439585"/>
                <a:gd name="connsiteX222" fmla="*/ 2164447 w 2915191"/>
                <a:gd name="connsiteY222" fmla="*/ 265148 h 439585"/>
                <a:gd name="connsiteX223" fmla="*/ 2174206 w 2915191"/>
                <a:gd name="connsiteY223" fmla="*/ 271228 h 439585"/>
                <a:gd name="connsiteX224" fmla="*/ 2183950 w 2915191"/>
                <a:gd name="connsiteY224" fmla="*/ 267680 h 439585"/>
                <a:gd name="connsiteX225" fmla="*/ 2193709 w 2915191"/>
                <a:gd name="connsiteY225" fmla="*/ 259807 h 439585"/>
                <a:gd name="connsiteX226" fmla="*/ 2203452 w 2915191"/>
                <a:gd name="connsiteY226" fmla="*/ 254069 h 439585"/>
                <a:gd name="connsiteX227" fmla="*/ 2213196 w 2915191"/>
                <a:gd name="connsiteY227" fmla="*/ 208246 h 439585"/>
                <a:gd name="connsiteX228" fmla="*/ 2222955 w 2915191"/>
                <a:gd name="connsiteY228" fmla="*/ 198334 h 439585"/>
                <a:gd name="connsiteX229" fmla="*/ 2232699 w 2915191"/>
                <a:gd name="connsiteY229" fmla="*/ 196182 h 439585"/>
                <a:gd name="connsiteX230" fmla="*/ 2242458 w 2915191"/>
                <a:gd name="connsiteY230" fmla="*/ 189232 h 439585"/>
                <a:gd name="connsiteX231" fmla="*/ 2252202 w 2915191"/>
                <a:gd name="connsiteY231" fmla="*/ 178983 h 439585"/>
                <a:gd name="connsiteX232" fmla="*/ 2261946 w 2915191"/>
                <a:gd name="connsiteY232" fmla="*/ 224091 h 439585"/>
                <a:gd name="connsiteX233" fmla="*/ 2271705 w 2915191"/>
                <a:gd name="connsiteY233" fmla="*/ 242643 h 439585"/>
                <a:gd name="connsiteX234" fmla="*/ 2281449 w 2915191"/>
                <a:gd name="connsiteY234" fmla="*/ 219837 h 439585"/>
                <a:gd name="connsiteX235" fmla="*/ 2291208 w 2915191"/>
                <a:gd name="connsiteY235" fmla="*/ 215900 h 439585"/>
                <a:gd name="connsiteX236" fmla="*/ 2300951 w 2915191"/>
                <a:gd name="connsiteY236" fmla="*/ 152825 h 439585"/>
                <a:gd name="connsiteX237" fmla="*/ 2310695 w 2915191"/>
                <a:gd name="connsiteY237" fmla="*/ 156347 h 439585"/>
                <a:gd name="connsiteX238" fmla="*/ 2320454 w 2915191"/>
                <a:gd name="connsiteY238" fmla="*/ 170726 h 439585"/>
                <a:gd name="connsiteX239" fmla="*/ 2330198 w 2915191"/>
                <a:gd name="connsiteY239" fmla="*/ 160808 h 439585"/>
                <a:gd name="connsiteX240" fmla="*/ 2339957 w 2915191"/>
                <a:gd name="connsiteY240" fmla="*/ 179020 h 439585"/>
                <a:gd name="connsiteX241" fmla="*/ 2349701 w 2915191"/>
                <a:gd name="connsiteY241" fmla="*/ 182423 h 439585"/>
                <a:gd name="connsiteX242" fmla="*/ 2359445 w 2915191"/>
                <a:gd name="connsiteY242" fmla="*/ 171273 h 439585"/>
                <a:gd name="connsiteX243" fmla="*/ 2369204 w 2915191"/>
                <a:gd name="connsiteY243" fmla="*/ 214748 h 439585"/>
                <a:gd name="connsiteX244" fmla="*/ 2378948 w 2915191"/>
                <a:gd name="connsiteY244" fmla="*/ 231724 h 439585"/>
                <a:gd name="connsiteX245" fmla="*/ 2388692 w 2915191"/>
                <a:gd name="connsiteY245" fmla="*/ 260074 h 439585"/>
                <a:gd name="connsiteX246" fmla="*/ 2398450 w 2915191"/>
                <a:gd name="connsiteY246" fmla="*/ 242864 h 439585"/>
                <a:gd name="connsiteX247" fmla="*/ 2408194 w 2915191"/>
                <a:gd name="connsiteY247" fmla="*/ 256224 h 439585"/>
                <a:gd name="connsiteX248" fmla="*/ 2417953 w 2915191"/>
                <a:gd name="connsiteY248" fmla="*/ 190568 h 439585"/>
                <a:gd name="connsiteX249" fmla="*/ 2427697 w 2915191"/>
                <a:gd name="connsiteY249" fmla="*/ 205797 h 439585"/>
                <a:gd name="connsiteX250" fmla="*/ 2437441 w 2915191"/>
                <a:gd name="connsiteY250" fmla="*/ 225450 h 439585"/>
                <a:gd name="connsiteX251" fmla="*/ 2447200 w 2915191"/>
                <a:gd name="connsiteY251" fmla="*/ 176995 h 439585"/>
                <a:gd name="connsiteX252" fmla="*/ 2456944 w 2915191"/>
                <a:gd name="connsiteY252" fmla="*/ 185756 h 439585"/>
                <a:gd name="connsiteX253" fmla="*/ 2466703 w 2915191"/>
                <a:gd name="connsiteY253" fmla="*/ 201848 h 439585"/>
                <a:gd name="connsiteX254" fmla="*/ 2476446 w 2915191"/>
                <a:gd name="connsiteY254" fmla="*/ 207327 h 439585"/>
                <a:gd name="connsiteX255" fmla="*/ 2486190 w 2915191"/>
                <a:gd name="connsiteY255" fmla="*/ 204900 h 439585"/>
                <a:gd name="connsiteX256" fmla="*/ 2495949 w 2915191"/>
                <a:gd name="connsiteY256" fmla="*/ 202984 h 439585"/>
                <a:gd name="connsiteX257" fmla="*/ 2505693 w 2915191"/>
                <a:gd name="connsiteY257" fmla="*/ 207316 h 439585"/>
                <a:gd name="connsiteX258" fmla="*/ 2515452 w 2915191"/>
                <a:gd name="connsiteY258" fmla="*/ 208268 h 439585"/>
                <a:gd name="connsiteX259" fmla="*/ 2525196 w 2915191"/>
                <a:gd name="connsiteY259" fmla="*/ 233850 h 439585"/>
                <a:gd name="connsiteX260" fmla="*/ 2534940 w 2915191"/>
                <a:gd name="connsiteY260" fmla="*/ 266576 h 439585"/>
                <a:gd name="connsiteX261" fmla="*/ 2544699 w 2915191"/>
                <a:gd name="connsiteY261" fmla="*/ 261777 h 439585"/>
                <a:gd name="connsiteX262" fmla="*/ 2554443 w 2915191"/>
                <a:gd name="connsiteY262" fmla="*/ 277939 h 439585"/>
                <a:gd name="connsiteX263" fmla="*/ 2564202 w 2915191"/>
                <a:gd name="connsiteY263" fmla="*/ 295416 h 439585"/>
                <a:gd name="connsiteX264" fmla="*/ 2573946 w 2915191"/>
                <a:gd name="connsiteY264" fmla="*/ 316973 h 439585"/>
                <a:gd name="connsiteX265" fmla="*/ 2583690 w 2915191"/>
                <a:gd name="connsiteY265" fmla="*/ 351278 h 439585"/>
                <a:gd name="connsiteX266" fmla="*/ 2593448 w 2915191"/>
                <a:gd name="connsiteY266" fmla="*/ 382795 h 439585"/>
                <a:gd name="connsiteX267" fmla="*/ 2603192 w 2915191"/>
                <a:gd name="connsiteY267" fmla="*/ 350899 h 439585"/>
                <a:gd name="connsiteX268" fmla="*/ 2612951 w 2915191"/>
                <a:gd name="connsiteY268" fmla="*/ 370445 h 439585"/>
                <a:gd name="connsiteX269" fmla="*/ 2622695 w 2915191"/>
                <a:gd name="connsiteY269" fmla="*/ 342200 h 439585"/>
                <a:gd name="connsiteX270" fmla="*/ 2632439 w 2915191"/>
                <a:gd name="connsiteY270" fmla="*/ 370667 h 439585"/>
                <a:gd name="connsiteX271" fmla="*/ 2642198 w 2915191"/>
                <a:gd name="connsiteY271" fmla="*/ 376451 h 439585"/>
                <a:gd name="connsiteX272" fmla="*/ 2651942 w 2915191"/>
                <a:gd name="connsiteY272" fmla="*/ 389789 h 439585"/>
                <a:gd name="connsiteX273" fmla="*/ 2661685 w 2915191"/>
                <a:gd name="connsiteY273" fmla="*/ 437929 h 439585"/>
                <a:gd name="connsiteX274" fmla="*/ 2671444 w 2915191"/>
                <a:gd name="connsiteY274" fmla="*/ 402112 h 439585"/>
                <a:gd name="connsiteX275" fmla="*/ 2681188 w 2915191"/>
                <a:gd name="connsiteY275" fmla="*/ 399391 h 439585"/>
                <a:gd name="connsiteX276" fmla="*/ 2690947 w 2915191"/>
                <a:gd name="connsiteY276" fmla="*/ 402655 h 439585"/>
                <a:gd name="connsiteX277" fmla="*/ 2700691 w 2915191"/>
                <a:gd name="connsiteY277" fmla="*/ 397989 h 439585"/>
                <a:gd name="connsiteX278" fmla="*/ 2710435 w 2915191"/>
                <a:gd name="connsiteY278" fmla="*/ 423538 h 439585"/>
                <a:gd name="connsiteX279" fmla="*/ 2720194 w 2915191"/>
                <a:gd name="connsiteY279" fmla="*/ 406373 h 439585"/>
                <a:gd name="connsiteX280" fmla="*/ 2729938 w 2915191"/>
                <a:gd name="connsiteY280" fmla="*/ 389729 h 439585"/>
                <a:gd name="connsiteX281" fmla="*/ 2739697 w 2915191"/>
                <a:gd name="connsiteY281" fmla="*/ 417879 h 439585"/>
                <a:gd name="connsiteX282" fmla="*/ 2749441 w 2915191"/>
                <a:gd name="connsiteY282" fmla="*/ 418971 h 439585"/>
                <a:gd name="connsiteX283" fmla="*/ 2759185 w 2915191"/>
                <a:gd name="connsiteY283" fmla="*/ 402706 h 439585"/>
                <a:gd name="connsiteX284" fmla="*/ 2768943 w 2915191"/>
                <a:gd name="connsiteY284" fmla="*/ 402185 h 439585"/>
                <a:gd name="connsiteX285" fmla="*/ 2778687 w 2915191"/>
                <a:gd name="connsiteY285" fmla="*/ 424508 h 439585"/>
                <a:gd name="connsiteX286" fmla="*/ 2788446 w 2915191"/>
                <a:gd name="connsiteY286" fmla="*/ 426041 h 439585"/>
                <a:gd name="connsiteX287" fmla="*/ 2798190 w 2915191"/>
                <a:gd name="connsiteY287" fmla="*/ 399238 h 439585"/>
                <a:gd name="connsiteX288" fmla="*/ 2807934 w 2915191"/>
                <a:gd name="connsiteY288" fmla="*/ 388300 h 439585"/>
                <a:gd name="connsiteX289" fmla="*/ 2817693 w 2915191"/>
                <a:gd name="connsiteY289" fmla="*/ 414548 h 439585"/>
                <a:gd name="connsiteX290" fmla="*/ 2827437 w 2915191"/>
                <a:gd name="connsiteY290" fmla="*/ 439585 h 439585"/>
                <a:gd name="connsiteX291" fmla="*/ 2837196 w 2915191"/>
                <a:gd name="connsiteY291" fmla="*/ 433863 h 439585"/>
                <a:gd name="connsiteX292" fmla="*/ 2846940 w 2915191"/>
                <a:gd name="connsiteY292" fmla="*/ 434822 h 439585"/>
                <a:gd name="connsiteX293" fmla="*/ 2856684 w 2915191"/>
                <a:gd name="connsiteY293" fmla="*/ 425344 h 439585"/>
                <a:gd name="connsiteX294" fmla="*/ 2866442 w 2915191"/>
                <a:gd name="connsiteY294" fmla="*/ 413852 h 439585"/>
                <a:gd name="connsiteX295" fmla="*/ 2876186 w 2915191"/>
                <a:gd name="connsiteY295" fmla="*/ 406598 h 439585"/>
                <a:gd name="connsiteX296" fmla="*/ 2885945 w 2915191"/>
                <a:gd name="connsiteY296" fmla="*/ 427780 h 439585"/>
                <a:gd name="connsiteX297" fmla="*/ 2895689 w 2915191"/>
                <a:gd name="connsiteY297" fmla="*/ 424536 h 439585"/>
                <a:gd name="connsiteX298" fmla="*/ 2905433 w 2915191"/>
                <a:gd name="connsiteY298" fmla="*/ 401982 h 439585"/>
                <a:gd name="connsiteX299" fmla="*/ 2915192 w 2915191"/>
                <a:gd name="connsiteY299" fmla="*/ 378914 h 43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39585">
                  <a:moveTo>
                    <a:pt x="0" y="387409"/>
                  </a:moveTo>
                  <a:lnTo>
                    <a:pt x="9750" y="397331"/>
                  </a:lnTo>
                  <a:lnTo>
                    <a:pt x="19500" y="397718"/>
                  </a:lnTo>
                  <a:lnTo>
                    <a:pt x="29250" y="368578"/>
                  </a:lnTo>
                  <a:lnTo>
                    <a:pt x="39000" y="366080"/>
                  </a:lnTo>
                  <a:lnTo>
                    <a:pt x="48749" y="374261"/>
                  </a:lnTo>
                  <a:lnTo>
                    <a:pt x="58499" y="361189"/>
                  </a:lnTo>
                  <a:lnTo>
                    <a:pt x="68249" y="355189"/>
                  </a:lnTo>
                  <a:lnTo>
                    <a:pt x="77998" y="366944"/>
                  </a:lnTo>
                  <a:lnTo>
                    <a:pt x="87748" y="358428"/>
                  </a:lnTo>
                  <a:lnTo>
                    <a:pt x="97497" y="350311"/>
                  </a:lnTo>
                  <a:lnTo>
                    <a:pt x="107247" y="356601"/>
                  </a:lnTo>
                  <a:lnTo>
                    <a:pt x="116997" y="353072"/>
                  </a:lnTo>
                  <a:lnTo>
                    <a:pt x="126747" y="346030"/>
                  </a:lnTo>
                  <a:lnTo>
                    <a:pt x="136497" y="352084"/>
                  </a:lnTo>
                  <a:lnTo>
                    <a:pt x="146247" y="349292"/>
                  </a:lnTo>
                  <a:lnTo>
                    <a:pt x="155997" y="370976"/>
                  </a:lnTo>
                  <a:lnTo>
                    <a:pt x="165747" y="376786"/>
                  </a:lnTo>
                  <a:lnTo>
                    <a:pt x="175497" y="340571"/>
                  </a:lnTo>
                  <a:lnTo>
                    <a:pt x="185247" y="323156"/>
                  </a:lnTo>
                  <a:lnTo>
                    <a:pt x="194996" y="274193"/>
                  </a:lnTo>
                  <a:lnTo>
                    <a:pt x="204746" y="325288"/>
                  </a:lnTo>
                  <a:lnTo>
                    <a:pt x="214495" y="311024"/>
                  </a:lnTo>
                  <a:lnTo>
                    <a:pt x="224245" y="271290"/>
                  </a:lnTo>
                  <a:lnTo>
                    <a:pt x="233995" y="256514"/>
                  </a:lnTo>
                  <a:lnTo>
                    <a:pt x="243744" y="242540"/>
                  </a:lnTo>
                  <a:lnTo>
                    <a:pt x="253494" y="213300"/>
                  </a:lnTo>
                  <a:lnTo>
                    <a:pt x="263244" y="219790"/>
                  </a:lnTo>
                  <a:lnTo>
                    <a:pt x="272994" y="193289"/>
                  </a:lnTo>
                  <a:lnTo>
                    <a:pt x="282744" y="187444"/>
                  </a:lnTo>
                  <a:lnTo>
                    <a:pt x="292494" y="209508"/>
                  </a:lnTo>
                  <a:lnTo>
                    <a:pt x="302244" y="204204"/>
                  </a:lnTo>
                  <a:lnTo>
                    <a:pt x="311994" y="198201"/>
                  </a:lnTo>
                  <a:lnTo>
                    <a:pt x="321744" y="189494"/>
                  </a:lnTo>
                  <a:lnTo>
                    <a:pt x="331493" y="196522"/>
                  </a:lnTo>
                  <a:lnTo>
                    <a:pt x="341243" y="221231"/>
                  </a:lnTo>
                  <a:lnTo>
                    <a:pt x="350993" y="223774"/>
                  </a:lnTo>
                  <a:lnTo>
                    <a:pt x="360742" y="191939"/>
                  </a:lnTo>
                  <a:lnTo>
                    <a:pt x="370492" y="192024"/>
                  </a:lnTo>
                  <a:lnTo>
                    <a:pt x="380241" y="173046"/>
                  </a:lnTo>
                  <a:lnTo>
                    <a:pt x="389991" y="214778"/>
                  </a:lnTo>
                  <a:lnTo>
                    <a:pt x="399741" y="200294"/>
                  </a:lnTo>
                  <a:lnTo>
                    <a:pt x="409491" y="189053"/>
                  </a:lnTo>
                  <a:lnTo>
                    <a:pt x="419241" y="202427"/>
                  </a:lnTo>
                  <a:lnTo>
                    <a:pt x="428991" y="179509"/>
                  </a:lnTo>
                  <a:lnTo>
                    <a:pt x="438741" y="147860"/>
                  </a:lnTo>
                  <a:lnTo>
                    <a:pt x="448491" y="113480"/>
                  </a:lnTo>
                  <a:lnTo>
                    <a:pt x="458241" y="140597"/>
                  </a:lnTo>
                  <a:lnTo>
                    <a:pt x="467991" y="156712"/>
                  </a:lnTo>
                  <a:lnTo>
                    <a:pt x="477740" y="134849"/>
                  </a:lnTo>
                  <a:lnTo>
                    <a:pt x="487490" y="112011"/>
                  </a:lnTo>
                  <a:lnTo>
                    <a:pt x="497239" y="123395"/>
                  </a:lnTo>
                  <a:lnTo>
                    <a:pt x="506989" y="144046"/>
                  </a:lnTo>
                  <a:lnTo>
                    <a:pt x="516738" y="147899"/>
                  </a:lnTo>
                  <a:lnTo>
                    <a:pt x="526488" y="121121"/>
                  </a:lnTo>
                  <a:lnTo>
                    <a:pt x="536238" y="85505"/>
                  </a:lnTo>
                  <a:lnTo>
                    <a:pt x="545988" y="65395"/>
                  </a:lnTo>
                  <a:lnTo>
                    <a:pt x="555738" y="63057"/>
                  </a:lnTo>
                  <a:lnTo>
                    <a:pt x="565488" y="62042"/>
                  </a:lnTo>
                  <a:lnTo>
                    <a:pt x="575238" y="61780"/>
                  </a:lnTo>
                  <a:lnTo>
                    <a:pt x="584988" y="57781"/>
                  </a:lnTo>
                  <a:lnTo>
                    <a:pt x="594738" y="83735"/>
                  </a:lnTo>
                  <a:lnTo>
                    <a:pt x="604488" y="78804"/>
                  </a:lnTo>
                  <a:lnTo>
                    <a:pt x="614237" y="68540"/>
                  </a:lnTo>
                  <a:lnTo>
                    <a:pt x="623987" y="80605"/>
                  </a:lnTo>
                  <a:lnTo>
                    <a:pt x="633736" y="107468"/>
                  </a:lnTo>
                  <a:lnTo>
                    <a:pt x="643486" y="96538"/>
                  </a:lnTo>
                  <a:lnTo>
                    <a:pt x="653236" y="123839"/>
                  </a:lnTo>
                  <a:lnTo>
                    <a:pt x="662985" y="103053"/>
                  </a:lnTo>
                  <a:lnTo>
                    <a:pt x="672735" y="58096"/>
                  </a:lnTo>
                  <a:lnTo>
                    <a:pt x="682485" y="95623"/>
                  </a:lnTo>
                  <a:lnTo>
                    <a:pt x="692235" y="114524"/>
                  </a:lnTo>
                  <a:lnTo>
                    <a:pt x="701985" y="79170"/>
                  </a:lnTo>
                  <a:lnTo>
                    <a:pt x="711735" y="71703"/>
                  </a:lnTo>
                  <a:lnTo>
                    <a:pt x="721485" y="71737"/>
                  </a:lnTo>
                  <a:lnTo>
                    <a:pt x="731235" y="89735"/>
                  </a:lnTo>
                  <a:lnTo>
                    <a:pt x="740985" y="89553"/>
                  </a:lnTo>
                  <a:lnTo>
                    <a:pt x="750734" y="73999"/>
                  </a:lnTo>
                  <a:lnTo>
                    <a:pt x="760484" y="65329"/>
                  </a:lnTo>
                  <a:lnTo>
                    <a:pt x="770233" y="58751"/>
                  </a:lnTo>
                  <a:lnTo>
                    <a:pt x="779983" y="66515"/>
                  </a:lnTo>
                  <a:lnTo>
                    <a:pt x="789733" y="90020"/>
                  </a:lnTo>
                  <a:lnTo>
                    <a:pt x="799482" y="89453"/>
                  </a:lnTo>
                  <a:lnTo>
                    <a:pt x="809232" y="38395"/>
                  </a:lnTo>
                  <a:lnTo>
                    <a:pt x="818982" y="48197"/>
                  </a:lnTo>
                  <a:lnTo>
                    <a:pt x="828732" y="45646"/>
                  </a:lnTo>
                  <a:lnTo>
                    <a:pt x="838482" y="56174"/>
                  </a:lnTo>
                  <a:lnTo>
                    <a:pt x="848232" y="59395"/>
                  </a:lnTo>
                  <a:lnTo>
                    <a:pt x="857982" y="77402"/>
                  </a:lnTo>
                  <a:lnTo>
                    <a:pt x="867732" y="67938"/>
                  </a:lnTo>
                  <a:lnTo>
                    <a:pt x="877482" y="91477"/>
                  </a:lnTo>
                  <a:lnTo>
                    <a:pt x="887231" y="39333"/>
                  </a:lnTo>
                  <a:lnTo>
                    <a:pt x="896981" y="67166"/>
                  </a:lnTo>
                  <a:lnTo>
                    <a:pt x="906730" y="83986"/>
                  </a:lnTo>
                  <a:lnTo>
                    <a:pt x="916480" y="99817"/>
                  </a:lnTo>
                  <a:lnTo>
                    <a:pt x="926230" y="83597"/>
                  </a:lnTo>
                  <a:lnTo>
                    <a:pt x="935979" y="121614"/>
                  </a:lnTo>
                  <a:lnTo>
                    <a:pt x="945729" y="89957"/>
                  </a:lnTo>
                  <a:lnTo>
                    <a:pt x="955479" y="96349"/>
                  </a:lnTo>
                  <a:lnTo>
                    <a:pt x="965229" y="94421"/>
                  </a:lnTo>
                  <a:lnTo>
                    <a:pt x="974979" y="119019"/>
                  </a:lnTo>
                  <a:lnTo>
                    <a:pt x="984729" y="104510"/>
                  </a:lnTo>
                  <a:lnTo>
                    <a:pt x="994474" y="106289"/>
                  </a:lnTo>
                  <a:lnTo>
                    <a:pt x="1004233" y="59407"/>
                  </a:lnTo>
                  <a:lnTo>
                    <a:pt x="1013977" y="74118"/>
                  </a:lnTo>
                  <a:lnTo>
                    <a:pt x="1023721" y="69337"/>
                  </a:lnTo>
                  <a:lnTo>
                    <a:pt x="1033480" y="77476"/>
                  </a:lnTo>
                  <a:lnTo>
                    <a:pt x="1043224" y="34502"/>
                  </a:lnTo>
                  <a:lnTo>
                    <a:pt x="1052983" y="83856"/>
                  </a:lnTo>
                  <a:lnTo>
                    <a:pt x="1062727" y="79488"/>
                  </a:lnTo>
                  <a:lnTo>
                    <a:pt x="1072471" y="97466"/>
                  </a:lnTo>
                  <a:lnTo>
                    <a:pt x="1082230" y="113454"/>
                  </a:lnTo>
                  <a:lnTo>
                    <a:pt x="1091973" y="117887"/>
                  </a:lnTo>
                  <a:lnTo>
                    <a:pt x="1101732" y="107723"/>
                  </a:lnTo>
                  <a:lnTo>
                    <a:pt x="1111476" y="63239"/>
                  </a:lnTo>
                  <a:lnTo>
                    <a:pt x="1121220" y="95193"/>
                  </a:lnTo>
                  <a:lnTo>
                    <a:pt x="1130979" y="83571"/>
                  </a:lnTo>
                  <a:lnTo>
                    <a:pt x="1140723" y="70395"/>
                  </a:lnTo>
                  <a:lnTo>
                    <a:pt x="1150482" y="57546"/>
                  </a:lnTo>
                  <a:lnTo>
                    <a:pt x="1160226" y="51066"/>
                  </a:lnTo>
                  <a:lnTo>
                    <a:pt x="1169969" y="19962"/>
                  </a:lnTo>
                  <a:lnTo>
                    <a:pt x="1179728" y="0"/>
                  </a:lnTo>
                  <a:lnTo>
                    <a:pt x="1189472" y="19270"/>
                  </a:lnTo>
                  <a:lnTo>
                    <a:pt x="1199231" y="45074"/>
                  </a:lnTo>
                  <a:lnTo>
                    <a:pt x="1208975" y="69821"/>
                  </a:lnTo>
                  <a:lnTo>
                    <a:pt x="1218719" y="72624"/>
                  </a:lnTo>
                  <a:lnTo>
                    <a:pt x="1228478" y="105267"/>
                  </a:lnTo>
                  <a:lnTo>
                    <a:pt x="1238222" y="64791"/>
                  </a:lnTo>
                  <a:lnTo>
                    <a:pt x="1247966" y="89330"/>
                  </a:lnTo>
                  <a:lnTo>
                    <a:pt x="1257725" y="48593"/>
                  </a:lnTo>
                  <a:lnTo>
                    <a:pt x="1267469" y="80338"/>
                  </a:lnTo>
                  <a:lnTo>
                    <a:pt x="1277227" y="72685"/>
                  </a:lnTo>
                  <a:lnTo>
                    <a:pt x="1286971" y="80008"/>
                  </a:lnTo>
                  <a:lnTo>
                    <a:pt x="1296715" y="58161"/>
                  </a:lnTo>
                  <a:lnTo>
                    <a:pt x="1306474" y="94741"/>
                  </a:lnTo>
                  <a:lnTo>
                    <a:pt x="1316218" y="97427"/>
                  </a:lnTo>
                  <a:lnTo>
                    <a:pt x="1325977" y="79678"/>
                  </a:lnTo>
                  <a:lnTo>
                    <a:pt x="1335721" y="65581"/>
                  </a:lnTo>
                  <a:lnTo>
                    <a:pt x="1345465" y="71251"/>
                  </a:lnTo>
                  <a:lnTo>
                    <a:pt x="1355224" y="103344"/>
                  </a:lnTo>
                  <a:lnTo>
                    <a:pt x="1364967" y="99743"/>
                  </a:lnTo>
                  <a:lnTo>
                    <a:pt x="1374726" y="146938"/>
                  </a:lnTo>
                  <a:lnTo>
                    <a:pt x="1384470" y="145124"/>
                  </a:lnTo>
                  <a:lnTo>
                    <a:pt x="1394214" y="127234"/>
                  </a:lnTo>
                  <a:lnTo>
                    <a:pt x="1403973" y="154522"/>
                  </a:lnTo>
                  <a:lnTo>
                    <a:pt x="1413717" y="148251"/>
                  </a:lnTo>
                  <a:lnTo>
                    <a:pt x="1423476" y="123805"/>
                  </a:lnTo>
                  <a:lnTo>
                    <a:pt x="1433220" y="109865"/>
                  </a:lnTo>
                  <a:lnTo>
                    <a:pt x="1442964" y="120804"/>
                  </a:lnTo>
                  <a:lnTo>
                    <a:pt x="1452722" y="125814"/>
                  </a:lnTo>
                  <a:lnTo>
                    <a:pt x="1462466" y="94039"/>
                  </a:lnTo>
                  <a:lnTo>
                    <a:pt x="1472225" y="95374"/>
                  </a:lnTo>
                  <a:lnTo>
                    <a:pt x="1481969" y="66887"/>
                  </a:lnTo>
                  <a:lnTo>
                    <a:pt x="1491713" y="88649"/>
                  </a:lnTo>
                  <a:lnTo>
                    <a:pt x="1501472" y="103932"/>
                  </a:lnTo>
                  <a:lnTo>
                    <a:pt x="1511216" y="93245"/>
                  </a:lnTo>
                  <a:lnTo>
                    <a:pt x="1520960" y="82651"/>
                  </a:lnTo>
                  <a:lnTo>
                    <a:pt x="1530719" y="102375"/>
                  </a:lnTo>
                  <a:lnTo>
                    <a:pt x="1540463" y="99144"/>
                  </a:lnTo>
                  <a:lnTo>
                    <a:pt x="1550221" y="116984"/>
                  </a:lnTo>
                  <a:lnTo>
                    <a:pt x="1559965" y="97168"/>
                  </a:lnTo>
                  <a:lnTo>
                    <a:pt x="1569709" y="110564"/>
                  </a:lnTo>
                  <a:lnTo>
                    <a:pt x="1579468" y="127067"/>
                  </a:lnTo>
                  <a:lnTo>
                    <a:pt x="1589212" y="112988"/>
                  </a:lnTo>
                  <a:lnTo>
                    <a:pt x="1598971" y="107562"/>
                  </a:lnTo>
                  <a:lnTo>
                    <a:pt x="1608715" y="148850"/>
                  </a:lnTo>
                  <a:lnTo>
                    <a:pt x="1618459" y="157867"/>
                  </a:lnTo>
                  <a:lnTo>
                    <a:pt x="1628218" y="178530"/>
                  </a:lnTo>
                  <a:lnTo>
                    <a:pt x="1637962" y="158129"/>
                  </a:lnTo>
                  <a:lnTo>
                    <a:pt x="1647720" y="155435"/>
                  </a:lnTo>
                  <a:lnTo>
                    <a:pt x="1657464" y="149017"/>
                  </a:lnTo>
                  <a:lnTo>
                    <a:pt x="1667208" y="145308"/>
                  </a:lnTo>
                  <a:lnTo>
                    <a:pt x="1676967" y="138492"/>
                  </a:lnTo>
                  <a:lnTo>
                    <a:pt x="1686711" y="114609"/>
                  </a:lnTo>
                  <a:lnTo>
                    <a:pt x="1696470" y="142029"/>
                  </a:lnTo>
                  <a:lnTo>
                    <a:pt x="1706214" y="140290"/>
                  </a:lnTo>
                  <a:lnTo>
                    <a:pt x="1715958" y="129225"/>
                  </a:lnTo>
                  <a:lnTo>
                    <a:pt x="1725716" y="120130"/>
                  </a:lnTo>
                  <a:lnTo>
                    <a:pt x="1735460" y="157366"/>
                  </a:lnTo>
                  <a:lnTo>
                    <a:pt x="1745219" y="149496"/>
                  </a:lnTo>
                  <a:lnTo>
                    <a:pt x="1754963" y="168780"/>
                  </a:lnTo>
                  <a:lnTo>
                    <a:pt x="1764707" y="182219"/>
                  </a:lnTo>
                  <a:lnTo>
                    <a:pt x="1774466" y="195761"/>
                  </a:lnTo>
                  <a:lnTo>
                    <a:pt x="1784210" y="185036"/>
                  </a:lnTo>
                  <a:lnTo>
                    <a:pt x="1793969" y="213923"/>
                  </a:lnTo>
                  <a:lnTo>
                    <a:pt x="1803713" y="198809"/>
                  </a:lnTo>
                  <a:lnTo>
                    <a:pt x="1813457" y="231085"/>
                  </a:lnTo>
                  <a:lnTo>
                    <a:pt x="1823215" y="226771"/>
                  </a:lnTo>
                  <a:lnTo>
                    <a:pt x="1832959" y="246134"/>
                  </a:lnTo>
                  <a:lnTo>
                    <a:pt x="1842703" y="223637"/>
                  </a:lnTo>
                  <a:lnTo>
                    <a:pt x="1852462" y="212041"/>
                  </a:lnTo>
                  <a:lnTo>
                    <a:pt x="1862206" y="207881"/>
                  </a:lnTo>
                  <a:lnTo>
                    <a:pt x="1871965" y="221740"/>
                  </a:lnTo>
                  <a:lnTo>
                    <a:pt x="1881709" y="178648"/>
                  </a:lnTo>
                  <a:lnTo>
                    <a:pt x="1891453" y="213429"/>
                  </a:lnTo>
                  <a:lnTo>
                    <a:pt x="1901212" y="210360"/>
                  </a:lnTo>
                  <a:lnTo>
                    <a:pt x="1910956" y="201400"/>
                  </a:lnTo>
                  <a:lnTo>
                    <a:pt x="1920714" y="205037"/>
                  </a:lnTo>
                  <a:lnTo>
                    <a:pt x="1930458" y="231634"/>
                  </a:lnTo>
                  <a:lnTo>
                    <a:pt x="1940202" y="213100"/>
                  </a:lnTo>
                  <a:lnTo>
                    <a:pt x="1949961" y="231798"/>
                  </a:lnTo>
                  <a:lnTo>
                    <a:pt x="1959705" y="240434"/>
                  </a:lnTo>
                  <a:lnTo>
                    <a:pt x="1969464" y="222756"/>
                  </a:lnTo>
                  <a:lnTo>
                    <a:pt x="1979208" y="229100"/>
                  </a:lnTo>
                  <a:lnTo>
                    <a:pt x="1988952" y="213082"/>
                  </a:lnTo>
                  <a:lnTo>
                    <a:pt x="1998711" y="225900"/>
                  </a:lnTo>
                  <a:lnTo>
                    <a:pt x="2008454" y="211434"/>
                  </a:lnTo>
                  <a:lnTo>
                    <a:pt x="2018213" y="218870"/>
                  </a:lnTo>
                  <a:lnTo>
                    <a:pt x="2027957" y="244339"/>
                  </a:lnTo>
                  <a:lnTo>
                    <a:pt x="2037701" y="256744"/>
                  </a:lnTo>
                  <a:lnTo>
                    <a:pt x="2047460" y="227741"/>
                  </a:lnTo>
                  <a:lnTo>
                    <a:pt x="2057204" y="273478"/>
                  </a:lnTo>
                  <a:lnTo>
                    <a:pt x="2066963" y="261072"/>
                  </a:lnTo>
                  <a:lnTo>
                    <a:pt x="2076707" y="266377"/>
                  </a:lnTo>
                  <a:lnTo>
                    <a:pt x="2086451" y="294958"/>
                  </a:lnTo>
                  <a:lnTo>
                    <a:pt x="2096210" y="329048"/>
                  </a:lnTo>
                  <a:lnTo>
                    <a:pt x="2105954" y="339059"/>
                  </a:lnTo>
                  <a:lnTo>
                    <a:pt x="2115697" y="306171"/>
                  </a:lnTo>
                  <a:lnTo>
                    <a:pt x="2125456" y="292473"/>
                  </a:lnTo>
                  <a:lnTo>
                    <a:pt x="2135200" y="278653"/>
                  </a:lnTo>
                  <a:lnTo>
                    <a:pt x="2144959" y="287962"/>
                  </a:lnTo>
                  <a:lnTo>
                    <a:pt x="2154703" y="264731"/>
                  </a:lnTo>
                  <a:lnTo>
                    <a:pt x="2164447" y="265148"/>
                  </a:lnTo>
                  <a:lnTo>
                    <a:pt x="2174206" y="271228"/>
                  </a:lnTo>
                  <a:lnTo>
                    <a:pt x="2183950" y="267680"/>
                  </a:lnTo>
                  <a:lnTo>
                    <a:pt x="2193709" y="259807"/>
                  </a:lnTo>
                  <a:lnTo>
                    <a:pt x="2203452" y="254069"/>
                  </a:lnTo>
                  <a:lnTo>
                    <a:pt x="2213196" y="208246"/>
                  </a:lnTo>
                  <a:lnTo>
                    <a:pt x="2222955" y="198334"/>
                  </a:lnTo>
                  <a:lnTo>
                    <a:pt x="2232699" y="196182"/>
                  </a:lnTo>
                  <a:lnTo>
                    <a:pt x="2242458" y="189232"/>
                  </a:lnTo>
                  <a:lnTo>
                    <a:pt x="2252202" y="178983"/>
                  </a:lnTo>
                  <a:lnTo>
                    <a:pt x="2261946" y="224091"/>
                  </a:lnTo>
                  <a:lnTo>
                    <a:pt x="2271705" y="242643"/>
                  </a:lnTo>
                  <a:lnTo>
                    <a:pt x="2281449" y="219837"/>
                  </a:lnTo>
                  <a:lnTo>
                    <a:pt x="2291208" y="215900"/>
                  </a:lnTo>
                  <a:lnTo>
                    <a:pt x="2300951" y="152825"/>
                  </a:lnTo>
                  <a:lnTo>
                    <a:pt x="2310695" y="156347"/>
                  </a:lnTo>
                  <a:lnTo>
                    <a:pt x="2320454" y="170726"/>
                  </a:lnTo>
                  <a:lnTo>
                    <a:pt x="2330198" y="160808"/>
                  </a:lnTo>
                  <a:lnTo>
                    <a:pt x="2339957" y="179020"/>
                  </a:lnTo>
                  <a:lnTo>
                    <a:pt x="2349701" y="182423"/>
                  </a:lnTo>
                  <a:lnTo>
                    <a:pt x="2359445" y="171273"/>
                  </a:lnTo>
                  <a:lnTo>
                    <a:pt x="2369204" y="214748"/>
                  </a:lnTo>
                  <a:lnTo>
                    <a:pt x="2378948" y="231724"/>
                  </a:lnTo>
                  <a:lnTo>
                    <a:pt x="2388692" y="260074"/>
                  </a:lnTo>
                  <a:lnTo>
                    <a:pt x="2398450" y="242864"/>
                  </a:lnTo>
                  <a:lnTo>
                    <a:pt x="2408194" y="256224"/>
                  </a:lnTo>
                  <a:lnTo>
                    <a:pt x="2417953" y="190568"/>
                  </a:lnTo>
                  <a:lnTo>
                    <a:pt x="2427697" y="205797"/>
                  </a:lnTo>
                  <a:lnTo>
                    <a:pt x="2437441" y="225450"/>
                  </a:lnTo>
                  <a:lnTo>
                    <a:pt x="2447200" y="176995"/>
                  </a:lnTo>
                  <a:lnTo>
                    <a:pt x="2456944" y="185756"/>
                  </a:lnTo>
                  <a:lnTo>
                    <a:pt x="2466703" y="201848"/>
                  </a:lnTo>
                  <a:lnTo>
                    <a:pt x="2476446" y="207327"/>
                  </a:lnTo>
                  <a:lnTo>
                    <a:pt x="2486190" y="204900"/>
                  </a:lnTo>
                  <a:lnTo>
                    <a:pt x="2495949" y="202984"/>
                  </a:lnTo>
                  <a:lnTo>
                    <a:pt x="2505693" y="207316"/>
                  </a:lnTo>
                  <a:lnTo>
                    <a:pt x="2515452" y="208268"/>
                  </a:lnTo>
                  <a:lnTo>
                    <a:pt x="2525196" y="233850"/>
                  </a:lnTo>
                  <a:lnTo>
                    <a:pt x="2534940" y="266576"/>
                  </a:lnTo>
                  <a:lnTo>
                    <a:pt x="2544699" y="261777"/>
                  </a:lnTo>
                  <a:lnTo>
                    <a:pt x="2554443" y="277939"/>
                  </a:lnTo>
                  <a:lnTo>
                    <a:pt x="2564202" y="295416"/>
                  </a:lnTo>
                  <a:lnTo>
                    <a:pt x="2573946" y="316973"/>
                  </a:lnTo>
                  <a:lnTo>
                    <a:pt x="2583690" y="351278"/>
                  </a:lnTo>
                  <a:lnTo>
                    <a:pt x="2593448" y="382795"/>
                  </a:lnTo>
                  <a:lnTo>
                    <a:pt x="2603192" y="350899"/>
                  </a:lnTo>
                  <a:lnTo>
                    <a:pt x="2612951" y="370445"/>
                  </a:lnTo>
                  <a:lnTo>
                    <a:pt x="2622695" y="342200"/>
                  </a:lnTo>
                  <a:lnTo>
                    <a:pt x="2632439" y="370667"/>
                  </a:lnTo>
                  <a:lnTo>
                    <a:pt x="2642198" y="376451"/>
                  </a:lnTo>
                  <a:lnTo>
                    <a:pt x="2651942" y="389789"/>
                  </a:lnTo>
                  <a:lnTo>
                    <a:pt x="2661685" y="437929"/>
                  </a:lnTo>
                  <a:lnTo>
                    <a:pt x="2671444" y="402112"/>
                  </a:lnTo>
                  <a:lnTo>
                    <a:pt x="2681188" y="399391"/>
                  </a:lnTo>
                  <a:lnTo>
                    <a:pt x="2690947" y="402655"/>
                  </a:lnTo>
                  <a:lnTo>
                    <a:pt x="2700691" y="397989"/>
                  </a:lnTo>
                  <a:lnTo>
                    <a:pt x="2710435" y="423538"/>
                  </a:lnTo>
                  <a:lnTo>
                    <a:pt x="2720194" y="406373"/>
                  </a:lnTo>
                  <a:lnTo>
                    <a:pt x="2729938" y="389729"/>
                  </a:lnTo>
                  <a:lnTo>
                    <a:pt x="2739697" y="417879"/>
                  </a:lnTo>
                  <a:lnTo>
                    <a:pt x="2749441" y="418971"/>
                  </a:lnTo>
                  <a:lnTo>
                    <a:pt x="2759185" y="402706"/>
                  </a:lnTo>
                  <a:lnTo>
                    <a:pt x="2768943" y="402185"/>
                  </a:lnTo>
                  <a:lnTo>
                    <a:pt x="2778687" y="424508"/>
                  </a:lnTo>
                  <a:lnTo>
                    <a:pt x="2788446" y="426041"/>
                  </a:lnTo>
                  <a:lnTo>
                    <a:pt x="2798190" y="399238"/>
                  </a:lnTo>
                  <a:lnTo>
                    <a:pt x="2807934" y="388300"/>
                  </a:lnTo>
                  <a:lnTo>
                    <a:pt x="2817693" y="414548"/>
                  </a:lnTo>
                  <a:lnTo>
                    <a:pt x="2827437" y="439585"/>
                  </a:lnTo>
                  <a:lnTo>
                    <a:pt x="2837196" y="433863"/>
                  </a:lnTo>
                  <a:lnTo>
                    <a:pt x="2846940" y="434822"/>
                  </a:lnTo>
                  <a:lnTo>
                    <a:pt x="2856684" y="425344"/>
                  </a:lnTo>
                  <a:lnTo>
                    <a:pt x="2866442" y="413852"/>
                  </a:lnTo>
                  <a:lnTo>
                    <a:pt x="2876186" y="406598"/>
                  </a:lnTo>
                  <a:lnTo>
                    <a:pt x="2885945" y="427780"/>
                  </a:lnTo>
                  <a:lnTo>
                    <a:pt x="2895689" y="424536"/>
                  </a:lnTo>
                  <a:lnTo>
                    <a:pt x="2905433" y="401982"/>
                  </a:lnTo>
                  <a:lnTo>
                    <a:pt x="2915192" y="37891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8" name="Freeform 1117">
              <a:extLst>
                <a:ext uri="{FF2B5EF4-FFF2-40B4-BE49-F238E27FC236}">
                  <a16:creationId xmlns:a16="http://schemas.microsoft.com/office/drawing/2014/main" id="{74C9D538-A20F-FD31-6912-333B3B07C6F0}"/>
                </a:ext>
              </a:extLst>
            </p:cNvPr>
            <p:cNvSpPr/>
            <p:nvPr/>
          </p:nvSpPr>
          <p:spPr>
            <a:xfrm>
              <a:off x="4426652" y="3408329"/>
              <a:ext cx="2915191" cy="397352"/>
            </a:xfrm>
            <a:custGeom>
              <a:avLst/>
              <a:gdLst>
                <a:gd name="connsiteX0" fmla="*/ 0 w 2915191"/>
                <a:gd name="connsiteY0" fmla="*/ 161392 h 397352"/>
                <a:gd name="connsiteX1" fmla="*/ 9750 w 2915191"/>
                <a:gd name="connsiteY1" fmla="*/ 154908 h 397352"/>
                <a:gd name="connsiteX2" fmla="*/ 19500 w 2915191"/>
                <a:gd name="connsiteY2" fmla="*/ 163965 h 397352"/>
                <a:gd name="connsiteX3" fmla="*/ 29250 w 2915191"/>
                <a:gd name="connsiteY3" fmla="*/ 189950 h 397352"/>
                <a:gd name="connsiteX4" fmla="*/ 39000 w 2915191"/>
                <a:gd name="connsiteY4" fmla="*/ 188094 h 397352"/>
                <a:gd name="connsiteX5" fmla="*/ 48749 w 2915191"/>
                <a:gd name="connsiteY5" fmla="*/ 186868 h 397352"/>
                <a:gd name="connsiteX6" fmla="*/ 58499 w 2915191"/>
                <a:gd name="connsiteY6" fmla="*/ 144700 h 397352"/>
                <a:gd name="connsiteX7" fmla="*/ 68249 w 2915191"/>
                <a:gd name="connsiteY7" fmla="*/ 126440 h 397352"/>
                <a:gd name="connsiteX8" fmla="*/ 77998 w 2915191"/>
                <a:gd name="connsiteY8" fmla="*/ 133434 h 397352"/>
                <a:gd name="connsiteX9" fmla="*/ 87748 w 2915191"/>
                <a:gd name="connsiteY9" fmla="*/ 123934 h 397352"/>
                <a:gd name="connsiteX10" fmla="*/ 97497 w 2915191"/>
                <a:gd name="connsiteY10" fmla="*/ 96428 h 397352"/>
                <a:gd name="connsiteX11" fmla="*/ 107247 w 2915191"/>
                <a:gd name="connsiteY11" fmla="*/ 117918 h 397352"/>
                <a:gd name="connsiteX12" fmla="*/ 116997 w 2915191"/>
                <a:gd name="connsiteY12" fmla="*/ 66385 h 397352"/>
                <a:gd name="connsiteX13" fmla="*/ 126747 w 2915191"/>
                <a:gd name="connsiteY13" fmla="*/ 88490 h 397352"/>
                <a:gd name="connsiteX14" fmla="*/ 136497 w 2915191"/>
                <a:gd name="connsiteY14" fmla="*/ 85420 h 397352"/>
                <a:gd name="connsiteX15" fmla="*/ 146247 w 2915191"/>
                <a:gd name="connsiteY15" fmla="*/ 50248 h 397352"/>
                <a:gd name="connsiteX16" fmla="*/ 155997 w 2915191"/>
                <a:gd name="connsiteY16" fmla="*/ 73522 h 397352"/>
                <a:gd name="connsiteX17" fmla="*/ 165747 w 2915191"/>
                <a:gd name="connsiteY17" fmla="*/ 48799 h 397352"/>
                <a:gd name="connsiteX18" fmla="*/ 175497 w 2915191"/>
                <a:gd name="connsiteY18" fmla="*/ 56504 h 397352"/>
                <a:gd name="connsiteX19" fmla="*/ 185247 w 2915191"/>
                <a:gd name="connsiteY19" fmla="*/ 66210 h 397352"/>
                <a:gd name="connsiteX20" fmla="*/ 194996 w 2915191"/>
                <a:gd name="connsiteY20" fmla="*/ 45877 h 397352"/>
                <a:gd name="connsiteX21" fmla="*/ 204746 w 2915191"/>
                <a:gd name="connsiteY21" fmla="*/ 51670 h 397352"/>
                <a:gd name="connsiteX22" fmla="*/ 214495 w 2915191"/>
                <a:gd name="connsiteY22" fmla="*/ 40206 h 397352"/>
                <a:gd name="connsiteX23" fmla="*/ 224245 w 2915191"/>
                <a:gd name="connsiteY23" fmla="*/ 49952 h 397352"/>
                <a:gd name="connsiteX24" fmla="*/ 233995 w 2915191"/>
                <a:gd name="connsiteY24" fmla="*/ 10254 h 397352"/>
                <a:gd name="connsiteX25" fmla="*/ 243744 w 2915191"/>
                <a:gd name="connsiteY25" fmla="*/ 13104 h 397352"/>
                <a:gd name="connsiteX26" fmla="*/ 253494 w 2915191"/>
                <a:gd name="connsiteY26" fmla="*/ 0 h 397352"/>
                <a:gd name="connsiteX27" fmla="*/ 263244 w 2915191"/>
                <a:gd name="connsiteY27" fmla="*/ 18092 h 397352"/>
                <a:gd name="connsiteX28" fmla="*/ 272994 w 2915191"/>
                <a:gd name="connsiteY28" fmla="*/ 33529 h 397352"/>
                <a:gd name="connsiteX29" fmla="*/ 282744 w 2915191"/>
                <a:gd name="connsiteY29" fmla="*/ 35492 h 397352"/>
                <a:gd name="connsiteX30" fmla="*/ 292494 w 2915191"/>
                <a:gd name="connsiteY30" fmla="*/ 24439 h 397352"/>
                <a:gd name="connsiteX31" fmla="*/ 302244 w 2915191"/>
                <a:gd name="connsiteY31" fmla="*/ 27140 h 397352"/>
                <a:gd name="connsiteX32" fmla="*/ 311994 w 2915191"/>
                <a:gd name="connsiteY32" fmla="*/ 47264 h 397352"/>
                <a:gd name="connsiteX33" fmla="*/ 321744 w 2915191"/>
                <a:gd name="connsiteY33" fmla="*/ 39289 h 397352"/>
                <a:gd name="connsiteX34" fmla="*/ 331493 w 2915191"/>
                <a:gd name="connsiteY34" fmla="*/ 8843 h 397352"/>
                <a:gd name="connsiteX35" fmla="*/ 341243 w 2915191"/>
                <a:gd name="connsiteY35" fmla="*/ 14440 h 397352"/>
                <a:gd name="connsiteX36" fmla="*/ 350993 w 2915191"/>
                <a:gd name="connsiteY36" fmla="*/ 19096 h 397352"/>
                <a:gd name="connsiteX37" fmla="*/ 360742 w 2915191"/>
                <a:gd name="connsiteY37" fmla="*/ 28052 h 397352"/>
                <a:gd name="connsiteX38" fmla="*/ 370492 w 2915191"/>
                <a:gd name="connsiteY38" fmla="*/ 41006 h 397352"/>
                <a:gd name="connsiteX39" fmla="*/ 380241 w 2915191"/>
                <a:gd name="connsiteY39" fmla="*/ 36175 h 397352"/>
                <a:gd name="connsiteX40" fmla="*/ 389991 w 2915191"/>
                <a:gd name="connsiteY40" fmla="*/ 51522 h 397352"/>
                <a:gd name="connsiteX41" fmla="*/ 399741 w 2915191"/>
                <a:gd name="connsiteY41" fmla="*/ 72154 h 397352"/>
                <a:gd name="connsiteX42" fmla="*/ 409491 w 2915191"/>
                <a:gd name="connsiteY42" fmla="*/ 77658 h 397352"/>
                <a:gd name="connsiteX43" fmla="*/ 419241 w 2915191"/>
                <a:gd name="connsiteY43" fmla="*/ 84613 h 397352"/>
                <a:gd name="connsiteX44" fmla="*/ 428991 w 2915191"/>
                <a:gd name="connsiteY44" fmla="*/ 109998 h 397352"/>
                <a:gd name="connsiteX45" fmla="*/ 438741 w 2915191"/>
                <a:gd name="connsiteY45" fmla="*/ 83410 h 397352"/>
                <a:gd name="connsiteX46" fmla="*/ 448491 w 2915191"/>
                <a:gd name="connsiteY46" fmla="*/ 96419 h 397352"/>
                <a:gd name="connsiteX47" fmla="*/ 458241 w 2915191"/>
                <a:gd name="connsiteY47" fmla="*/ 125448 h 397352"/>
                <a:gd name="connsiteX48" fmla="*/ 467991 w 2915191"/>
                <a:gd name="connsiteY48" fmla="*/ 86302 h 397352"/>
                <a:gd name="connsiteX49" fmla="*/ 477740 w 2915191"/>
                <a:gd name="connsiteY49" fmla="*/ 58492 h 397352"/>
                <a:gd name="connsiteX50" fmla="*/ 487490 w 2915191"/>
                <a:gd name="connsiteY50" fmla="*/ 44013 h 397352"/>
                <a:gd name="connsiteX51" fmla="*/ 497239 w 2915191"/>
                <a:gd name="connsiteY51" fmla="*/ 29317 h 397352"/>
                <a:gd name="connsiteX52" fmla="*/ 506989 w 2915191"/>
                <a:gd name="connsiteY52" fmla="*/ 11171 h 397352"/>
                <a:gd name="connsiteX53" fmla="*/ 516738 w 2915191"/>
                <a:gd name="connsiteY53" fmla="*/ 17877 h 397352"/>
                <a:gd name="connsiteX54" fmla="*/ 526488 w 2915191"/>
                <a:gd name="connsiteY54" fmla="*/ 31237 h 397352"/>
                <a:gd name="connsiteX55" fmla="*/ 536238 w 2915191"/>
                <a:gd name="connsiteY55" fmla="*/ 61615 h 397352"/>
                <a:gd name="connsiteX56" fmla="*/ 545988 w 2915191"/>
                <a:gd name="connsiteY56" fmla="*/ 101471 h 397352"/>
                <a:gd name="connsiteX57" fmla="*/ 555738 w 2915191"/>
                <a:gd name="connsiteY57" fmla="*/ 105196 h 397352"/>
                <a:gd name="connsiteX58" fmla="*/ 565488 w 2915191"/>
                <a:gd name="connsiteY58" fmla="*/ 117918 h 397352"/>
                <a:gd name="connsiteX59" fmla="*/ 575238 w 2915191"/>
                <a:gd name="connsiteY59" fmla="*/ 128519 h 397352"/>
                <a:gd name="connsiteX60" fmla="*/ 584988 w 2915191"/>
                <a:gd name="connsiteY60" fmla="*/ 152266 h 397352"/>
                <a:gd name="connsiteX61" fmla="*/ 594738 w 2915191"/>
                <a:gd name="connsiteY61" fmla="*/ 158883 h 397352"/>
                <a:gd name="connsiteX62" fmla="*/ 604488 w 2915191"/>
                <a:gd name="connsiteY62" fmla="*/ 143361 h 397352"/>
                <a:gd name="connsiteX63" fmla="*/ 614237 w 2915191"/>
                <a:gd name="connsiteY63" fmla="*/ 123611 h 397352"/>
                <a:gd name="connsiteX64" fmla="*/ 623987 w 2915191"/>
                <a:gd name="connsiteY64" fmla="*/ 178813 h 397352"/>
                <a:gd name="connsiteX65" fmla="*/ 633736 w 2915191"/>
                <a:gd name="connsiteY65" fmla="*/ 178357 h 397352"/>
                <a:gd name="connsiteX66" fmla="*/ 643486 w 2915191"/>
                <a:gd name="connsiteY66" fmla="*/ 186120 h 397352"/>
                <a:gd name="connsiteX67" fmla="*/ 653236 w 2915191"/>
                <a:gd name="connsiteY67" fmla="*/ 165861 h 397352"/>
                <a:gd name="connsiteX68" fmla="*/ 662985 w 2915191"/>
                <a:gd name="connsiteY68" fmla="*/ 166082 h 397352"/>
                <a:gd name="connsiteX69" fmla="*/ 672735 w 2915191"/>
                <a:gd name="connsiteY69" fmla="*/ 201260 h 397352"/>
                <a:gd name="connsiteX70" fmla="*/ 682485 w 2915191"/>
                <a:gd name="connsiteY70" fmla="*/ 200731 h 397352"/>
                <a:gd name="connsiteX71" fmla="*/ 692235 w 2915191"/>
                <a:gd name="connsiteY71" fmla="*/ 199463 h 397352"/>
                <a:gd name="connsiteX72" fmla="*/ 701985 w 2915191"/>
                <a:gd name="connsiteY72" fmla="*/ 195028 h 397352"/>
                <a:gd name="connsiteX73" fmla="*/ 711735 w 2915191"/>
                <a:gd name="connsiteY73" fmla="*/ 206935 h 397352"/>
                <a:gd name="connsiteX74" fmla="*/ 721485 w 2915191"/>
                <a:gd name="connsiteY74" fmla="*/ 186182 h 397352"/>
                <a:gd name="connsiteX75" fmla="*/ 731235 w 2915191"/>
                <a:gd name="connsiteY75" fmla="*/ 197491 h 397352"/>
                <a:gd name="connsiteX76" fmla="*/ 740985 w 2915191"/>
                <a:gd name="connsiteY76" fmla="*/ 172553 h 397352"/>
                <a:gd name="connsiteX77" fmla="*/ 750734 w 2915191"/>
                <a:gd name="connsiteY77" fmla="*/ 181181 h 397352"/>
                <a:gd name="connsiteX78" fmla="*/ 760484 w 2915191"/>
                <a:gd name="connsiteY78" fmla="*/ 176175 h 397352"/>
                <a:gd name="connsiteX79" fmla="*/ 770233 w 2915191"/>
                <a:gd name="connsiteY79" fmla="*/ 169635 h 397352"/>
                <a:gd name="connsiteX80" fmla="*/ 779983 w 2915191"/>
                <a:gd name="connsiteY80" fmla="*/ 153832 h 397352"/>
                <a:gd name="connsiteX81" fmla="*/ 789733 w 2915191"/>
                <a:gd name="connsiteY81" fmla="*/ 158130 h 397352"/>
                <a:gd name="connsiteX82" fmla="*/ 799482 w 2915191"/>
                <a:gd name="connsiteY82" fmla="*/ 173458 h 397352"/>
                <a:gd name="connsiteX83" fmla="*/ 809232 w 2915191"/>
                <a:gd name="connsiteY83" fmla="*/ 150741 h 397352"/>
                <a:gd name="connsiteX84" fmla="*/ 818982 w 2915191"/>
                <a:gd name="connsiteY84" fmla="*/ 154340 h 397352"/>
                <a:gd name="connsiteX85" fmla="*/ 828732 w 2915191"/>
                <a:gd name="connsiteY85" fmla="*/ 167560 h 397352"/>
                <a:gd name="connsiteX86" fmla="*/ 838482 w 2915191"/>
                <a:gd name="connsiteY86" fmla="*/ 185893 h 397352"/>
                <a:gd name="connsiteX87" fmla="*/ 848232 w 2915191"/>
                <a:gd name="connsiteY87" fmla="*/ 169541 h 397352"/>
                <a:gd name="connsiteX88" fmla="*/ 857982 w 2915191"/>
                <a:gd name="connsiteY88" fmla="*/ 160389 h 397352"/>
                <a:gd name="connsiteX89" fmla="*/ 867732 w 2915191"/>
                <a:gd name="connsiteY89" fmla="*/ 166535 h 397352"/>
                <a:gd name="connsiteX90" fmla="*/ 877482 w 2915191"/>
                <a:gd name="connsiteY90" fmla="*/ 147436 h 397352"/>
                <a:gd name="connsiteX91" fmla="*/ 887231 w 2915191"/>
                <a:gd name="connsiteY91" fmla="*/ 181139 h 397352"/>
                <a:gd name="connsiteX92" fmla="*/ 896981 w 2915191"/>
                <a:gd name="connsiteY92" fmla="*/ 201030 h 397352"/>
                <a:gd name="connsiteX93" fmla="*/ 906730 w 2915191"/>
                <a:gd name="connsiteY93" fmla="*/ 205405 h 397352"/>
                <a:gd name="connsiteX94" fmla="*/ 916480 w 2915191"/>
                <a:gd name="connsiteY94" fmla="*/ 186422 h 397352"/>
                <a:gd name="connsiteX95" fmla="*/ 926230 w 2915191"/>
                <a:gd name="connsiteY95" fmla="*/ 239525 h 397352"/>
                <a:gd name="connsiteX96" fmla="*/ 935979 w 2915191"/>
                <a:gd name="connsiteY96" fmla="*/ 241508 h 397352"/>
                <a:gd name="connsiteX97" fmla="*/ 945729 w 2915191"/>
                <a:gd name="connsiteY97" fmla="*/ 256333 h 397352"/>
                <a:gd name="connsiteX98" fmla="*/ 955479 w 2915191"/>
                <a:gd name="connsiteY98" fmla="*/ 217710 h 397352"/>
                <a:gd name="connsiteX99" fmla="*/ 965229 w 2915191"/>
                <a:gd name="connsiteY99" fmla="*/ 220818 h 397352"/>
                <a:gd name="connsiteX100" fmla="*/ 974979 w 2915191"/>
                <a:gd name="connsiteY100" fmla="*/ 211288 h 397352"/>
                <a:gd name="connsiteX101" fmla="*/ 984729 w 2915191"/>
                <a:gd name="connsiteY101" fmla="*/ 185774 h 397352"/>
                <a:gd name="connsiteX102" fmla="*/ 994474 w 2915191"/>
                <a:gd name="connsiteY102" fmla="*/ 211945 h 397352"/>
                <a:gd name="connsiteX103" fmla="*/ 1004233 w 2915191"/>
                <a:gd name="connsiteY103" fmla="*/ 195440 h 397352"/>
                <a:gd name="connsiteX104" fmla="*/ 1013977 w 2915191"/>
                <a:gd name="connsiteY104" fmla="*/ 174297 h 397352"/>
                <a:gd name="connsiteX105" fmla="*/ 1023721 w 2915191"/>
                <a:gd name="connsiteY105" fmla="*/ 179512 h 397352"/>
                <a:gd name="connsiteX106" fmla="*/ 1033480 w 2915191"/>
                <a:gd name="connsiteY106" fmla="*/ 186292 h 397352"/>
                <a:gd name="connsiteX107" fmla="*/ 1043224 w 2915191"/>
                <a:gd name="connsiteY107" fmla="*/ 179372 h 397352"/>
                <a:gd name="connsiteX108" fmla="*/ 1052983 w 2915191"/>
                <a:gd name="connsiteY108" fmla="*/ 198057 h 397352"/>
                <a:gd name="connsiteX109" fmla="*/ 1062727 w 2915191"/>
                <a:gd name="connsiteY109" fmla="*/ 227648 h 397352"/>
                <a:gd name="connsiteX110" fmla="*/ 1072471 w 2915191"/>
                <a:gd name="connsiteY110" fmla="*/ 188974 h 397352"/>
                <a:gd name="connsiteX111" fmla="*/ 1082230 w 2915191"/>
                <a:gd name="connsiteY111" fmla="*/ 193247 h 397352"/>
                <a:gd name="connsiteX112" fmla="*/ 1091973 w 2915191"/>
                <a:gd name="connsiteY112" fmla="*/ 175018 h 397352"/>
                <a:gd name="connsiteX113" fmla="*/ 1101732 w 2915191"/>
                <a:gd name="connsiteY113" fmla="*/ 152539 h 397352"/>
                <a:gd name="connsiteX114" fmla="*/ 1111476 w 2915191"/>
                <a:gd name="connsiteY114" fmla="*/ 165400 h 397352"/>
                <a:gd name="connsiteX115" fmla="*/ 1121220 w 2915191"/>
                <a:gd name="connsiteY115" fmla="*/ 175129 h 397352"/>
                <a:gd name="connsiteX116" fmla="*/ 1130979 w 2915191"/>
                <a:gd name="connsiteY116" fmla="*/ 186939 h 397352"/>
                <a:gd name="connsiteX117" fmla="*/ 1140723 w 2915191"/>
                <a:gd name="connsiteY117" fmla="*/ 176842 h 397352"/>
                <a:gd name="connsiteX118" fmla="*/ 1150482 w 2915191"/>
                <a:gd name="connsiteY118" fmla="*/ 170692 h 397352"/>
                <a:gd name="connsiteX119" fmla="*/ 1160226 w 2915191"/>
                <a:gd name="connsiteY119" fmla="*/ 161083 h 397352"/>
                <a:gd name="connsiteX120" fmla="*/ 1169969 w 2915191"/>
                <a:gd name="connsiteY120" fmla="*/ 151549 h 397352"/>
                <a:gd name="connsiteX121" fmla="*/ 1179728 w 2915191"/>
                <a:gd name="connsiteY121" fmla="*/ 162816 h 397352"/>
                <a:gd name="connsiteX122" fmla="*/ 1189472 w 2915191"/>
                <a:gd name="connsiteY122" fmla="*/ 163717 h 397352"/>
                <a:gd name="connsiteX123" fmla="*/ 1199231 w 2915191"/>
                <a:gd name="connsiteY123" fmla="*/ 159106 h 397352"/>
                <a:gd name="connsiteX124" fmla="*/ 1208975 w 2915191"/>
                <a:gd name="connsiteY124" fmla="*/ 139903 h 397352"/>
                <a:gd name="connsiteX125" fmla="*/ 1218719 w 2915191"/>
                <a:gd name="connsiteY125" fmla="*/ 164227 h 397352"/>
                <a:gd name="connsiteX126" fmla="*/ 1228478 w 2915191"/>
                <a:gd name="connsiteY126" fmla="*/ 146335 h 397352"/>
                <a:gd name="connsiteX127" fmla="*/ 1238222 w 2915191"/>
                <a:gd name="connsiteY127" fmla="*/ 148807 h 397352"/>
                <a:gd name="connsiteX128" fmla="*/ 1247966 w 2915191"/>
                <a:gd name="connsiteY128" fmla="*/ 188684 h 397352"/>
                <a:gd name="connsiteX129" fmla="*/ 1257725 w 2915191"/>
                <a:gd name="connsiteY129" fmla="*/ 230106 h 397352"/>
                <a:gd name="connsiteX130" fmla="*/ 1267469 w 2915191"/>
                <a:gd name="connsiteY130" fmla="*/ 248752 h 397352"/>
                <a:gd name="connsiteX131" fmla="*/ 1277227 w 2915191"/>
                <a:gd name="connsiteY131" fmla="*/ 226302 h 397352"/>
                <a:gd name="connsiteX132" fmla="*/ 1286971 w 2915191"/>
                <a:gd name="connsiteY132" fmla="*/ 246691 h 397352"/>
                <a:gd name="connsiteX133" fmla="*/ 1296715 w 2915191"/>
                <a:gd name="connsiteY133" fmla="*/ 223074 h 397352"/>
                <a:gd name="connsiteX134" fmla="*/ 1306474 w 2915191"/>
                <a:gd name="connsiteY134" fmla="*/ 212689 h 397352"/>
                <a:gd name="connsiteX135" fmla="*/ 1316218 w 2915191"/>
                <a:gd name="connsiteY135" fmla="*/ 234626 h 397352"/>
                <a:gd name="connsiteX136" fmla="*/ 1325977 w 2915191"/>
                <a:gd name="connsiteY136" fmla="*/ 275499 h 397352"/>
                <a:gd name="connsiteX137" fmla="*/ 1335721 w 2915191"/>
                <a:gd name="connsiteY137" fmla="*/ 310975 h 397352"/>
                <a:gd name="connsiteX138" fmla="*/ 1345465 w 2915191"/>
                <a:gd name="connsiteY138" fmla="*/ 359809 h 397352"/>
                <a:gd name="connsiteX139" fmla="*/ 1355224 w 2915191"/>
                <a:gd name="connsiteY139" fmla="*/ 368847 h 397352"/>
                <a:gd name="connsiteX140" fmla="*/ 1364967 w 2915191"/>
                <a:gd name="connsiteY140" fmla="*/ 354965 h 397352"/>
                <a:gd name="connsiteX141" fmla="*/ 1374726 w 2915191"/>
                <a:gd name="connsiteY141" fmla="*/ 350868 h 397352"/>
                <a:gd name="connsiteX142" fmla="*/ 1384470 w 2915191"/>
                <a:gd name="connsiteY142" fmla="*/ 314094 h 397352"/>
                <a:gd name="connsiteX143" fmla="*/ 1394214 w 2915191"/>
                <a:gd name="connsiteY143" fmla="*/ 357461 h 397352"/>
                <a:gd name="connsiteX144" fmla="*/ 1403973 w 2915191"/>
                <a:gd name="connsiteY144" fmla="*/ 351261 h 397352"/>
                <a:gd name="connsiteX145" fmla="*/ 1413717 w 2915191"/>
                <a:gd name="connsiteY145" fmla="*/ 376642 h 397352"/>
                <a:gd name="connsiteX146" fmla="*/ 1423476 w 2915191"/>
                <a:gd name="connsiteY146" fmla="*/ 397353 h 397352"/>
                <a:gd name="connsiteX147" fmla="*/ 1433220 w 2915191"/>
                <a:gd name="connsiteY147" fmla="*/ 383884 h 397352"/>
                <a:gd name="connsiteX148" fmla="*/ 1442964 w 2915191"/>
                <a:gd name="connsiteY148" fmla="*/ 361506 h 397352"/>
                <a:gd name="connsiteX149" fmla="*/ 1452722 w 2915191"/>
                <a:gd name="connsiteY149" fmla="*/ 346577 h 397352"/>
                <a:gd name="connsiteX150" fmla="*/ 1462466 w 2915191"/>
                <a:gd name="connsiteY150" fmla="*/ 311384 h 397352"/>
                <a:gd name="connsiteX151" fmla="*/ 1472225 w 2915191"/>
                <a:gd name="connsiteY151" fmla="*/ 329080 h 397352"/>
                <a:gd name="connsiteX152" fmla="*/ 1481969 w 2915191"/>
                <a:gd name="connsiteY152" fmla="*/ 289212 h 397352"/>
                <a:gd name="connsiteX153" fmla="*/ 1491713 w 2915191"/>
                <a:gd name="connsiteY153" fmla="*/ 290365 h 397352"/>
                <a:gd name="connsiteX154" fmla="*/ 1501472 w 2915191"/>
                <a:gd name="connsiteY154" fmla="*/ 304374 h 397352"/>
                <a:gd name="connsiteX155" fmla="*/ 1511216 w 2915191"/>
                <a:gd name="connsiteY155" fmla="*/ 293248 h 397352"/>
                <a:gd name="connsiteX156" fmla="*/ 1520960 w 2915191"/>
                <a:gd name="connsiteY156" fmla="*/ 298133 h 397352"/>
                <a:gd name="connsiteX157" fmla="*/ 1530719 w 2915191"/>
                <a:gd name="connsiteY157" fmla="*/ 318364 h 397352"/>
                <a:gd name="connsiteX158" fmla="*/ 1540463 w 2915191"/>
                <a:gd name="connsiteY158" fmla="*/ 317032 h 397352"/>
                <a:gd name="connsiteX159" fmla="*/ 1550221 w 2915191"/>
                <a:gd name="connsiteY159" fmla="*/ 278070 h 397352"/>
                <a:gd name="connsiteX160" fmla="*/ 1559965 w 2915191"/>
                <a:gd name="connsiteY160" fmla="*/ 277663 h 397352"/>
                <a:gd name="connsiteX161" fmla="*/ 1569709 w 2915191"/>
                <a:gd name="connsiteY161" fmla="*/ 309629 h 397352"/>
                <a:gd name="connsiteX162" fmla="*/ 1579468 w 2915191"/>
                <a:gd name="connsiteY162" fmla="*/ 315824 h 397352"/>
                <a:gd name="connsiteX163" fmla="*/ 1589212 w 2915191"/>
                <a:gd name="connsiteY163" fmla="*/ 305809 h 397352"/>
                <a:gd name="connsiteX164" fmla="*/ 1598971 w 2915191"/>
                <a:gd name="connsiteY164" fmla="*/ 301634 h 397352"/>
                <a:gd name="connsiteX165" fmla="*/ 1608715 w 2915191"/>
                <a:gd name="connsiteY165" fmla="*/ 287305 h 397352"/>
                <a:gd name="connsiteX166" fmla="*/ 1618459 w 2915191"/>
                <a:gd name="connsiteY166" fmla="*/ 297217 h 397352"/>
                <a:gd name="connsiteX167" fmla="*/ 1628218 w 2915191"/>
                <a:gd name="connsiteY167" fmla="*/ 329539 h 397352"/>
                <a:gd name="connsiteX168" fmla="*/ 1637962 w 2915191"/>
                <a:gd name="connsiteY168" fmla="*/ 305757 h 397352"/>
                <a:gd name="connsiteX169" fmla="*/ 1647720 w 2915191"/>
                <a:gd name="connsiteY169" fmla="*/ 310936 h 397352"/>
                <a:gd name="connsiteX170" fmla="*/ 1657464 w 2915191"/>
                <a:gd name="connsiteY170" fmla="*/ 340837 h 397352"/>
                <a:gd name="connsiteX171" fmla="*/ 1667208 w 2915191"/>
                <a:gd name="connsiteY171" fmla="*/ 356369 h 397352"/>
                <a:gd name="connsiteX172" fmla="*/ 1676967 w 2915191"/>
                <a:gd name="connsiteY172" fmla="*/ 339554 h 397352"/>
                <a:gd name="connsiteX173" fmla="*/ 1686711 w 2915191"/>
                <a:gd name="connsiteY173" fmla="*/ 339259 h 397352"/>
                <a:gd name="connsiteX174" fmla="*/ 1696470 w 2915191"/>
                <a:gd name="connsiteY174" fmla="*/ 332961 h 397352"/>
                <a:gd name="connsiteX175" fmla="*/ 1706214 w 2915191"/>
                <a:gd name="connsiteY175" fmla="*/ 301649 h 397352"/>
                <a:gd name="connsiteX176" fmla="*/ 1715958 w 2915191"/>
                <a:gd name="connsiteY176" fmla="*/ 284699 h 397352"/>
                <a:gd name="connsiteX177" fmla="*/ 1725716 w 2915191"/>
                <a:gd name="connsiteY177" fmla="*/ 255261 h 397352"/>
                <a:gd name="connsiteX178" fmla="*/ 1735460 w 2915191"/>
                <a:gd name="connsiteY178" fmla="*/ 278230 h 397352"/>
                <a:gd name="connsiteX179" fmla="*/ 1745219 w 2915191"/>
                <a:gd name="connsiteY179" fmla="*/ 297211 h 397352"/>
                <a:gd name="connsiteX180" fmla="*/ 1754963 w 2915191"/>
                <a:gd name="connsiteY180" fmla="*/ 294964 h 397352"/>
                <a:gd name="connsiteX181" fmla="*/ 1764707 w 2915191"/>
                <a:gd name="connsiteY181" fmla="*/ 288908 h 397352"/>
                <a:gd name="connsiteX182" fmla="*/ 1774466 w 2915191"/>
                <a:gd name="connsiteY182" fmla="*/ 300013 h 397352"/>
                <a:gd name="connsiteX183" fmla="*/ 1784210 w 2915191"/>
                <a:gd name="connsiteY183" fmla="*/ 277139 h 397352"/>
                <a:gd name="connsiteX184" fmla="*/ 1793969 w 2915191"/>
                <a:gd name="connsiteY184" fmla="*/ 285015 h 397352"/>
                <a:gd name="connsiteX185" fmla="*/ 1803713 w 2915191"/>
                <a:gd name="connsiteY185" fmla="*/ 253341 h 397352"/>
                <a:gd name="connsiteX186" fmla="*/ 1813457 w 2915191"/>
                <a:gd name="connsiteY186" fmla="*/ 251827 h 397352"/>
                <a:gd name="connsiteX187" fmla="*/ 1823215 w 2915191"/>
                <a:gd name="connsiteY187" fmla="*/ 212425 h 397352"/>
                <a:gd name="connsiteX188" fmla="*/ 1832959 w 2915191"/>
                <a:gd name="connsiteY188" fmla="*/ 204255 h 397352"/>
                <a:gd name="connsiteX189" fmla="*/ 1842703 w 2915191"/>
                <a:gd name="connsiteY189" fmla="*/ 208978 h 397352"/>
                <a:gd name="connsiteX190" fmla="*/ 1852462 w 2915191"/>
                <a:gd name="connsiteY190" fmla="*/ 196388 h 397352"/>
                <a:gd name="connsiteX191" fmla="*/ 1862206 w 2915191"/>
                <a:gd name="connsiteY191" fmla="*/ 178015 h 397352"/>
                <a:gd name="connsiteX192" fmla="*/ 1871965 w 2915191"/>
                <a:gd name="connsiteY192" fmla="*/ 142632 h 397352"/>
                <a:gd name="connsiteX193" fmla="*/ 1881709 w 2915191"/>
                <a:gd name="connsiteY193" fmla="*/ 126477 h 397352"/>
                <a:gd name="connsiteX194" fmla="*/ 1891453 w 2915191"/>
                <a:gd name="connsiteY194" fmla="*/ 146450 h 397352"/>
                <a:gd name="connsiteX195" fmla="*/ 1901212 w 2915191"/>
                <a:gd name="connsiteY195" fmla="*/ 138620 h 397352"/>
                <a:gd name="connsiteX196" fmla="*/ 1910956 w 2915191"/>
                <a:gd name="connsiteY196" fmla="*/ 129585 h 397352"/>
                <a:gd name="connsiteX197" fmla="*/ 1920714 w 2915191"/>
                <a:gd name="connsiteY197" fmla="*/ 142567 h 397352"/>
                <a:gd name="connsiteX198" fmla="*/ 1930458 w 2915191"/>
                <a:gd name="connsiteY198" fmla="*/ 176577 h 397352"/>
                <a:gd name="connsiteX199" fmla="*/ 1940202 w 2915191"/>
                <a:gd name="connsiteY199" fmla="*/ 192759 h 397352"/>
                <a:gd name="connsiteX200" fmla="*/ 1949961 w 2915191"/>
                <a:gd name="connsiteY200" fmla="*/ 162515 h 397352"/>
                <a:gd name="connsiteX201" fmla="*/ 1959705 w 2915191"/>
                <a:gd name="connsiteY201" fmla="*/ 140173 h 397352"/>
                <a:gd name="connsiteX202" fmla="*/ 1969464 w 2915191"/>
                <a:gd name="connsiteY202" fmla="*/ 151438 h 397352"/>
                <a:gd name="connsiteX203" fmla="*/ 1979208 w 2915191"/>
                <a:gd name="connsiteY203" fmla="*/ 177825 h 397352"/>
                <a:gd name="connsiteX204" fmla="*/ 1988952 w 2915191"/>
                <a:gd name="connsiteY204" fmla="*/ 208338 h 397352"/>
                <a:gd name="connsiteX205" fmla="*/ 1998711 w 2915191"/>
                <a:gd name="connsiteY205" fmla="*/ 205578 h 397352"/>
                <a:gd name="connsiteX206" fmla="*/ 2008454 w 2915191"/>
                <a:gd name="connsiteY206" fmla="*/ 189368 h 397352"/>
                <a:gd name="connsiteX207" fmla="*/ 2018213 w 2915191"/>
                <a:gd name="connsiteY207" fmla="*/ 238636 h 397352"/>
                <a:gd name="connsiteX208" fmla="*/ 2027957 w 2915191"/>
                <a:gd name="connsiteY208" fmla="*/ 261952 h 397352"/>
                <a:gd name="connsiteX209" fmla="*/ 2037701 w 2915191"/>
                <a:gd name="connsiteY209" fmla="*/ 242801 h 397352"/>
                <a:gd name="connsiteX210" fmla="*/ 2047460 w 2915191"/>
                <a:gd name="connsiteY210" fmla="*/ 232298 h 397352"/>
                <a:gd name="connsiteX211" fmla="*/ 2057204 w 2915191"/>
                <a:gd name="connsiteY211" fmla="*/ 239562 h 397352"/>
                <a:gd name="connsiteX212" fmla="*/ 2066963 w 2915191"/>
                <a:gd name="connsiteY212" fmla="*/ 263618 h 397352"/>
                <a:gd name="connsiteX213" fmla="*/ 2076707 w 2915191"/>
                <a:gd name="connsiteY213" fmla="*/ 306472 h 397352"/>
                <a:gd name="connsiteX214" fmla="*/ 2086451 w 2915191"/>
                <a:gd name="connsiteY214" fmla="*/ 315414 h 397352"/>
                <a:gd name="connsiteX215" fmla="*/ 2096210 w 2915191"/>
                <a:gd name="connsiteY215" fmla="*/ 314979 h 397352"/>
                <a:gd name="connsiteX216" fmla="*/ 2105954 w 2915191"/>
                <a:gd name="connsiteY216" fmla="*/ 311706 h 397352"/>
                <a:gd name="connsiteX217" fmla="*/ 2115697 w 2915191"/>
                <a:gd name="connsiteY217" fmla="*/ 297138 h 397352"/>
                <a:gd name="connsiteX218" fmla="*/ 2125456 w 2915191"/>
                <a:gd name="connsiteY218" fmla="*/ 297652 h 397352"/>
                <a:gd name="connsiteX219" fmla="*/ 2135200 w 2915191"/>
                <a:gd name="connsiteY219" fmla="*/ 316429 h 397352"/>
                <a:gd name="connsiteX220" fmla="*/ 2144959 w 2915191"/>
                <a:gd name="connsiteY220" fmla="*/ 332505 h 397352"/>
                <a:gd name="connsiteX221" fmla="*/ 2154703 w 2915191"/>
                <a:gd name="connsiteY221" fmla="*/ 328251 h 397352"/>
                <a:gd name="connsiteX222" fmla="*/ 2164447 w 2915191"/>
                <a:gd name="connsiteY222" fmla="*/ 341938 h 397352"/>
                <a:gd name="connsiteX223" fmla="*/ 2174206 w 2915191"/>
                <a:gd name="connsiteY223" fmla="*/ 323342 h 397352"/>
                <a:gd name="connsiteX224" fmla="*/ 2183950 w 2915191"/>
                <a:gd name="connsiteY224" fmla="*/ 309364 h 397352"/>
                <a:gd name="connsiteX225" fmla="*/ 2193709 w 2915191"/>
                <a:gd name="connsiteY225" fmla="*/ 311156 h 397352"/>
                <a:gd name="connsiteX226" fmla="*/ 2203452 w 2915191"/>
                <a:gd name="connsiteY226" fmla="*/ 286183 h 397352"/>
                <a:gd name="connsiteX227" fmla="*/ 2213196 w 2915191"/>
                <a:gd name="connsiteY227" fmla="*/ 276662 h 397352"/>
                <a:gd name="connsiteX228" fmla="*/ 2222955 w 2915191"/>
                <a:gd name="connsiteY228" fmla="*/ 260394 h 397352"/>
                <a:gd name="connsiteX229" fmla="*/ 2232699 w 2915191"/>
                <a:gd name="connsiteY229" fmla="*/ 232849 h 397352"/>
                <a:gd name="connsiteX230" fmla="*/ 2242458 w 2915191"/>
                <a:gd name="connsiteY230" fmla="*/ 219277 h 397352"/>
                <a:gd name="connsiteX231" fmla="*/ 2252202 w 2915191"/>
                <a:gd name="connsiteY231" fmla="*/ 233467 h 397352"/>
                <a:gd name="connsiteX232" fmla="*/ 2261946 w 2915191"/>
                <a:gd name="connsiteY232" fmla="*/ 250768 h 397352"/>
                <a:gd name="connsiteX233" fmla="*/ 2271705 w 2915191"/>
                <a:gd name="connsiteY233" fmla="*/ 234072 h 397352"/>
                <a:gd name="connsiteX234" fmla="*/ 2281449 w 2915191"/>
                <a:gd name="connsiteY234" fmla="*/ 193115 h 397352"/>
                <a:gd name="connsiteX235" fmla="*/ 2291208 w 2915191"/>
                <a:gd name="connsiteY235" fmla="*/ 189064 h 397352"/>
                <a:gd name="connsiteX236" fmla="*/ 2300951 w 2915191"/>
                <a:gd name="connsiteY236" fmla="*/ 197400 h 397352"/>
                <a:gd name="connsiteX237" fmla="*/ 2310695 w 2915191"/>
                <a:gd name="connsiteY237" fmla="*/ 169932 h 397352"/>
                <a:gd name="connsiteX238" fmla="*/ 2320454 w 2915191"/>
                <a:gd name="connsiteY238" fmla="*/ 149780 h 397352"/>
                <a:gd name="connsiteX239" fmla="*/ 2330198 w 2915191"/>
                <a:gd name="connsiteY239" fmla="*/ 144827 h 397352"/>
                <a:gd name="connsiteX240" fmla="*/ 2339957 w 2915191"/>
                <a:gd name="connsiteY240" fmla="*/ 145489 h 397352"/>
                <a:gd name="connsiteX241" fmla="*/ 2349701 w 2915191"/>
                <a:gd name="connsiteY241" fmla="*/ 116824 h 397352"/>
                <a:gd name="connsiteX242" fmla="*/ 2359445 w 2915191"/>
                <a:gd name="connsiteY242" fmla="*/ 158399 h 397352"/>
                <a:gd name="connsiteX243" fmla="*/ 2369204 w 2915191"/>
                <a:gd name="connsiteY243" fmla="*/ 152622 h 397352"/>
                <a:gd name="connsiteX244" fmla="*/ 2378948 w 2915191"/>
                <a:gd name="connsiteY244" fmla="*/ 158188 h 397352"/>
                <a:gd name="connsiteX245" fmla="*/ 2388692 w 2915191"/>
                <a:gd name="connsiteY245" fmla="*/ 173350 h 397352"/>
                <a:gd name="connsiteX246" fmla="*/ 2398450 w 2915191"/>
                <a:gd name="connsiteY246" fmla="*/ 153707 h 397352"/>
                <a:gd name="connsiteX247" fmla="*/ 2408194 w 2915191"/>
                <a:gd name="connsiteY247" fmla="*/ 126686 h 397352"/>
                <a:gd name="connsiteX248" fmla="*/ 2417953 w 2915191"/>
                <a:gd name="connsiteY248" fmla="*/ 130538 h 397352"/>
                <a:gd name="connsiteX249" fmla="*/ 2427697 w 2915191"/>
                <a:gd name="connsiteY249" fmla="*/ 149423 h 397352"/>
                <a:gd name="connsiteX250" fmla="*/ 2437441 w 2915191"/>
                <a:gd name="connsiteY250" fmla="*/ 153381 h 397352"/>
                <a:gd name="connsiteX251" fmla="*/ 2447200 w 2915191"/>
                <a:gd name="connsiteY251" fmla="*/ 176306 h 397352"/>
                <a:gd name="connsiteX252" fmla="*/ 2456944 w 2915191"/>
                <a:gd name="connsiteY252" fmla="*/ 158703 h 397352"/>
                <a:gd name="connsiteX253" fmla="*/ 2466703 w 2915191"/>
                <a:gd name="connsiteY253" fmla="*/ 175154 h 397352"/>
                <a:gd name="connsiteX254" fmla="*/ 2476446 w 2915191"/>
                <a:gd name="connsiteY254" fmla="*/ 190090 h 397352"/>
                <a:gd name="connsiteX255" fmla="*/ 2486190 w 2915191"/>
                <a:gd name="connsiteY255" fmla="*/ 225483 h 397352"/>
                <a:gd name="connsiteX256" fmla="*/ 2495949 w 2915191"/>
                <a:gd name="connsiteY256" fmla="*/ 238431 h 397352"/>
                <a:gd name="connsiteX257" fmla="*/ 2505693 w 2915191"/>
                <a:gd name="connsiteY257" fmla="*/ 227783 h 397352"/>
                <a:gd name="connsiteX258" fmla="*/ 2515452 w 2915191"/>
                <a:gd name="connsiteY258" fmla="*/ 224152 h 397352"/>
                <a:gd name="connsiteX259" fmla="*/ 2525196 w 2915191"/>
                <a:gd name="connsiteY259" fmla="*/ 232201 h 397352"/>
                <a:gd name="connsiteX260" fmla="*/ 2534940 w 2915191"/>
                <a:gd name="connsiteY260" fmla="*/ 241906 h 397352"/>
                <a:gd name="connsiteX261" fmla="*/ 2544699 w 2915191"/>
                <a:gd name="connsiteY261" fmla="*/ 211023 h 397352"/>
                <a:gd name="connsiteX262" fmla="*/ 2554443 w 2915191"/>
                <a:gd name="connsiteY262" fmla="*/ 223200 h 397352"/>
                <a:gd name="connsiteX263" fmla="*/ 2564202 w 2915191"/>
                <a:gd name="connsiteY263" fmla="*/ 200759 h 397352"/>
                <a:gd name="connsiteX264" fmla="*/ 2573946 w 2915191"/>
                <a:gd name="connsiteY264" fmla="*/ 188191 h 397352"/>
                <a:gd name="connsiteX265" fmla="*/ 2583690 w 2915191"/>
                <a:gd name="connsiteY265" fmla="*/ 209954 h 397352"/>
                <a:gd name="connsiteX266" fmla="*/ 2593448 w 2915191"/>
                <a:gd name="connsiteY266" fmla="*/ 173481 h 397352"/>
                <a:gd name="connsiteX267" fmla="*/ 2603192 w 2915191"/>
                <a:gd name="connsiteY267" fmla="*/ 151979 h 397352"/>
                <a:gd name="connsiteX268" fmla="*/ 2612951 w 2915191"/>
                <a:gd name="connsiteY268" fmla="*/ 162909 h 397352"/>
                <a:gd name="connsiteX269" fmla="*/ 2622695 w 2915191"/>
                <a:gd name="connsiteY269" fmla="*/ 176976 h 397352"/>
                <a:gd name="connsiteX270" fmla="*/ 2632439 w 2915191"/>
                <a:gd name="connsiteY270" fmla="*/ 185305 h 397352"/>
                <a:gd name="connsiteX271" fmla="*/ 2642198 w 2915191"/>
                <a:gd name="connsiteY271" fmla="*/ 182812 h 397352"/>
                <a:gd name="connsiteX272" fmla="*/ 2651942 w 2915191"/>
                <a:gd name="connsiteY272" fmla="*/ 189484 h 397352"/>
                <a:gd name="connsiteX273" fmla="*/ 2661685 w 2915191"/>
                <a:gd name="connsiteY273" fmla="*/ 187422 h 397352"/>
                <a:gd name="connsiteX274" fmla="*/ 2671444 w 2915191"/>
                <a:gd name="connsiteY274" fmla="*/ 187593 h 397352"/>
                <a:gd name="connsiteX275" fmla="*/ 2681188 w 2915191"/>
                <a:gd name="connsiteY275" fmla="*/ 206691 h 397352"/>
                <a:gd name="connsiteX276" fmla="*/ 2690947 w 2915191"/>
                <a:gd name="connsiteY276" fmla="*/ 218613 h 397352"/>
                <a:gd name="connsiteX277" fmla="*/ 2700691 w 2915191"/>
                <a:gd name="connsiteY277" fmla="*/ 203948 h 397352"/>
                <a:gd name="connsiteX278" fmla="*/ 2710435 w 2915191"/>
                <a:gd name="connsiteY278" fmla="*/ 175823 h 397352"/>
                <a:gd name="connsiteX279" fmla="*/ 2720194 w 2915191"/>
                <a:gd name="connsiteY279" fmla="*/ 140563 h 397352"/>
                <a:gd name="connsiteX280" fmla="*/ 2729938 w 2915191"/>
                <a:gd name="connsiteY280" fmla="*/ 139379 h 397352"/>
                <a:gd name="connsiteX281" fmla="*/ 2739697 w 2915191"/>
                <a:gd name="connsiteY281" fmla="*/ 143626 h 397352"/>
                <a:gd name="connsiteX282" fmla="*/ 2749441 w 2915191"/>
                <a:gd name="connsiteY282" fmla="*/ 150510 h 397352"/>
                <a:gd name="connsiteX283" fmla="*/ 2759185 w 2915191"/>
                <a:gd name="connsiteY283" fmla="*/ 141250 h 397352"/>
                <a:gd name="connsiteX284" fmla="*/ 2768943 w 2915191"/>
                <a:gd name="connsiteY284" fmla="*/ 144203 h 397352"/>
                <a:gd name="connsiteX285" fmla="*/ 2778687 w 2915191"/>
                <a:gd name="connsiteY285" fmla="*/ 147908 h 397352"/>
                <a:gd name="connsiteX286" fmla="*/ 2788446 w 2915191"/>
                <a:gd name="connsiteY286" fmla="*/ 122911 h 397352"/>
                <a:gd name="connsiteX287" fmla="*/ 2798190 w 2915191"/>
                <a:gd name="connsiteY287" fmla="*/ 126515 h 397352"/>
                <a:gd name="connsiteX288" fmla="*/ 2807934 w 2915191"/>
                <a:gd name="connsiteY288" fmla="*/ 123271 h 397352"/>
                <a:gd name="connsiteX289" fmla="*/ 2817693 w 2915191"/>
                <a:gd name="connsiteY289" fmla="*/ 142275 h 397352"/>
                <a:gd name="connsiteX290" fmla="*/ 2827437 w 2915191"/>
                <a:gd name="connsiteY290" fmla="*/ 149666 h 397352"/>
                <a:gd name="connsiteX291" fmla="*/ 2837196 w 2915191"/>
                <a:gd name="connsiteY291" fmla="*/ 144919 h 397352"/>
                <a:gd name="connsiteX292" fmla="*/ 2846940 w 2915191"/>
                <a:gd name="connsiteY292" fmla="*/ 150994 h 397352"/>
                <a:gd name="connsiteX293" fmla="*/ 2856684 w 2915191"/>
                <a:gd name="connsiteY293" fmla="*/ 116559 h 397352"/>
                <a:gd name="connsiteX294" fmla="*/ 2866442 w 2915191"/>
                <a:gd name="connsiteY294" fmla="*/ 127215 h 397352"/>
                <a:gd name="connsiteX295" fmla="*/ 2876186 w 2915191"/>
                <a:gd name="connsiteY295" fmla="*/ 126960 h 397352"/>
                <a:gd name="connsiteX296" fmla="*/ 2885945 w 2915191"/>
                <a:gd name="connsiteY296" fmla="*/ 106014 h 397352"/>
                <a:gd name="connsiteX297" fmla="*/ 2895689 w 2915191"/>
                <a:gd name="connsiteY297" fmla="*/ 90254 h 397352"/>
                <a:gd name="connsiteX298" fmla="*/ 2905433 w 2915191"/>
                <a:gd name="connsiteY298" fmla="*/ 50013 h 397352"/>
                <a:gd name="connsiteX299" fmla="*/ 2915192 w 2915191"/>
                <a:gd name="connsiteY299" fmla="*/ 49500 h 397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97352">
                  <a:moveTo>
                    <a:pt x="0" y="161392"/>
                  </a:moveTo>
                  <a:lnTo>
                    <a:pt x="9750" y="154908"/>
                  </a:lnTo>
                  <a:lnTo>
                    <a:pt x="19500" y="163965"/>
                  </a:lnTo>
                  <a:lnTo>
                    <a:pt x="29250" y="189950"/>
                  </a:lnTo>
                  <a:lnTo>
                    <a:pt x="39000" y="188094"/>
                  </a:lnTo>
                  <a:lnTo>
                    <a:pt x="48749" y="186868"/>
                  </a:lnTo>
                  <a:lnTo>
                    <a:pt x="58499" y="144700"/>
                  </a:lnTo>
                  <a:lnTo>
                    <a:pt x="68249" y="126440"/>
                  </a:lnTo>
                  <a:lnTo>
                    <a:pt x="77998" y="133434"/>
                  </a:lnTo>
                  <a:lnTo>
                    <a:pt x="87748" y="123934"/>
                  </a:lnTo>
                  <a:lnTo>
                    <a:pt x="97497" y="96428"/>
                  </a:lnTo>
                  <a:lnTo>
                    <a:pt x="107247" y="117918"/>
                  </a:lnTo>
                  <a:lnTo>
                    <a:pt x="116997" y="66385"/>
                  </a:lnTo>
                  <a:lnTo>
                    <a:pt x="126747" y="88490"/>
                  </a:lnTo>
                  <a:lnTo>
                    <a:pt x="136497" y="85420"/>
                  </a:lnTo>
                  <a:lnTo>
                    <a:pt x="146247" y="50248"/>
                  </a:lnTo>
                  <a:lnTo>
                    <a:pt x="155997" y="73522"/>
                  </a:lnTo>
                  <a:lnTo>
                    <a:pt x="165747" y="48799"/>
                  </a:lnTo>
                  <a:lnTo>
                    <a:pt x="175497" y="56504"/>
                  </a:lnTo>
                  <a:lnTo>
                    <a:pt x="185247" y="66210"/>
                  </a:lnTo>
                  <a:lnTo>
                    <a:pt x="194996" y="45877"/>
                  </a:lnTo>
                  <a:lnTo>
                    <a:pt x="204746" y="51670"/>
                  </a:lnTo>
                  <a:lnTo>
                    <a:pt x="214495" y="40206"/>
                  </a:lnTo>
                  <a:lnTo>
                    <a:pt x="224245" y="49952"/>
                  </a:lnTo>
                  <a:lnTo>
                    <a:pt x="233995" y="10254"/>
                  </a:lnTo>
                  <a:lnTo>
                    <a:pt x="243744" y="13104"/>
                  </a:lnTo>
                  <a:lnTo>
                    <a:pt x="253494" y="0"/>
                  </a:lnTo>
                  <a:lnTo>
                    <a:pt x="263244" y="18092"/>
                  </a:lnTo>
                  <a:lnTo>
                    <a:pt x="272994" y="33529"/>
                  </a:lnTo>
                  <a:lnTo>
                    <a:pt x="282744" y="35492"/>
                  </a:lnTo>
                  <a:lnTo>
                    <a:pt x="292494" y="24439"/>
                  </a:lnTo>
                  <a:lnTo>
                    <a:pt x="302244" y="27140"/>
                  </a:lnTo>
                  <a:lnTo>
                    <a:pt x="311994" y="47264"/>
                  </a:lnTo>
                  <a:lnTo>
                    <a:pt x="321744" y="39289"/>
                  </a:lnTo>
                  <a:lnTo>
                    <a:pt x="331493" y="8843"/>
                  </a:lnTo>
                  <a:lnTo>
                    <a:pt x="341243" y="14440"/>
                  </a:lnTo>
                  <a:lnTo>
                    <a:pt x="350993" y="19096"/>
                  </a:lnTo>
                  <a:lnTo>
                    <a:pt x="360742" y="28052"/>
                  </a:lnTo>
                  <a:lnTo>
                    <a:pt x="370492" y="41006"/>
                  </a:lnTo>
                  <a:lnTo>
                    <a:pt x="380241" y="36175"/>
                  </a:lnTo>
                  <a:lnTo>
                    <a:pt x="389991" y="51522"/>
                  </a:lnTo>
                  <a:lnTo>
                    <a:pt x="399741" y="72154"/>
                  </a:lnTo>
                  <a:lnTo>
                    <a:pt x="409491" y="77658"/>
                  </a:lnTo>
                  <a:lnTo>
                    <a:pt x="419241" y="84613"/>
                  </a:lnTo>
                  <a:lnTo>
                    <a:pt x="428991" y="109998"/>
                  </a:lnTo>
                  <a:lnTo>
                    <a:pt x="438741" y="83410"/>
                  </a:lnTo>
                  <a:lnTo>
                    <a:pt x="448491" y="96419"/>
                  </a:lnTo>
                  <a:lnTo>
                    <a:pt x="458241" y="125448"/>
                  </a:lnTo>
                  <a:lnTo>
                    <a:pt x="467991" y="86302"/>
                  </a:lnTo>
                  <a:lnTo>
                    <a:pt x="477740" y="58492"/>
                  </a:lnTo>
                  <a:lnTo>
                    <a:pt x="487490" y="44013"/>
                  </a:lnTo>
                  <a:lnTo>
                    <a:pt x="497239" y="29317"/>
                  </a:lnTo>
                  <a:lnTo>
                    <a:pt x="506989" y="11171"/>
                  </a:lnTo>
                  <a:lnTo>
                    <a:pt x="516738" y="17877"/>
                  </a:lnTo>
                  <a:lnTo>
                    <a:pt x="526488" y="31237"/>
                  </a:lnTo>
                  <a:lnTo>
                    <a:pt x="536238" y="61615"/>
                  </a:lnTo>
                  <a:lnTo>
                    <a:pt x="545988" y="101471"/>
                  </a:lnTo>
                  <a:lnTo>
                    <a:pt x="555738" y="105196"/>
                  </a:lnTo>
                  <a:lnTo>
                    <a:pt x="565488" y="117918"/>
                  </a:lnTo>
                  <a:lnTo>
                    <a:pt x="575238" y="128519"/>
                  </a:lnTo>
                  <a:lnTo>
                    <a:pt x="584988" y="152266"/>
                  </a:lnTo>
                  <a:lnTo>
                    <a:pt x="594738" y="158883"/>
                  </a:lnTo>
                  <a:lnTo>
                    <a:pt x="604488" y="143361"/>
                  </a:lnTo>
                  <a:lnTo>
                    <a:pt x="614237" y="123611"/>
                  </a:lnTo>
                  <a:lnTo>
                    <a:pt x="623987" y="178813"/>
                  </a:lnTo>
                  <a:lnTo>
                    <a:pt x="633736" y="178357"/>
                  </a:lnTo>
                  <a:lnTo>
                    <a:pt x="643486" y="186120"/>
                  </a:lnTo>
                  <a:lnTo>
                    <a:pt x="653236" y="165861"/>
                  </a:lnTo>
                  <a:lnTo>
                    <a:pt x="662985" y="166082"/>
                  </a:lnTo>
                  <a:lnTo>
                    <a:pt x="672735" y="201260"/>
                  </a:lnTo>
                  <a:lnTo>
                    <a:pt x="682485" y="200731"/>
                  </a:lnTo>
                  <a:lnTo>
                    <a:pt x="692235" y="199463"/>
                  </a:lnTo>
                  <a:lnTo>
                    <a:pt x="701985" y="195028"/>
                  </a:lnTo>
                  <a:lnTo>
                    <a:pt x="711735" y="206935"/>
                  </a:lnTo>
                  <a:lnTo>
                    <a:pt x="721485" y="186182"/>
                  </a:lnTo>
                  <a:lnTo>
                    <a:pt x="731235" y="197491"/>
                  </a:lnTo>
                  <a:lnTo>
                    <a:pt x="740985" y="172553"/>
                  </a:lnTo>
                  <a:lnTo>
                    <a:pt x="750734" y="181181"/>
                  </a:lnTo>
                  <a:lnTo>
                    <a:pt x="760484" y="176175"/>
                  </a:lnTo>
                  <a:lnTo>
                    <a:pt x="770233" y="169635"/>
                  </a:lnTo>
                  <a:lnTo>
                    <a:pt x="779983" y="153832"/>
                  </a:lnTo>
                  <a:lnTo>
                    <a:pt x="789733" y="158130"/>
                  </a:lnTo>
                  <a:lnTo>
                    <a:pt x="799482" y="173458"/>
                  </a:lnTo>
                  <a:lnTo>
                    <a:pt x="809232" y="150741"/>
                  </a:lnTo>
                  <a:lnTo>
                    <a:pt x="818982" y="154340"/>
                  </a:lnTo>
                  <a:lnTo>
                    <a:pt x="828732" y="167560"/>
                  </a:lnTo>
                  <a:lnTo>
                    <a:pt x="838482" y="185893"/>
                  </a:lnTo>
                  <a:lnTo>
                    <a:pt x="848232" y="169541"/>
                  </a:lnTo>
                  <a:lnTo>
                    <a:pt x="857982" y="160389"/>
                  </a:lnTo>
                  <a:lnTo>
                    <a:pt x="867732" y="166535"/>
                  </a:lnTo>
                  <a:lnTo>
                    <a:pt x="877482" y="147436"/>
                  </a:lnTo>
                  <a:lnTo>
                    <a:pt x="887231" y="181139"/>
                  </a:lnTo>
                  <a:lnTo>
                    <a:pt x="896981" y="201030"/>
                  </a:lnTo>
                  <a:lnTo>
                    <a:pt x="906730" y="205405"/>
                  </a:lnTo>
                  <a:lnTo>
                    <a:pt x="916480" y="186422"/>
                  </a:lnTo>
                  <a:lnTo>
                    <a:pt x="926230" y="239525"/>
                  </a:lnTo>
                  <a:lnTo>
                    <a:pt x="935979" y="241508"/>
                  </a:lnTo>
                  <a:lnTo>
                    <a:pt x="945729" y="256333"/>
                  </a:lnTo>
                  <a:lnTo>
                    <a:pt x="955479" y="217710"/>
                  </a:lnTo>
                  <a:lnTo>
                    <a:pt x="965229" y="220818"/>
                  </a:lnTo>
                  <a:lnTo>
                    <a:pt x="974979" y="211288"/>
                  </a:lnTo>
                  <a:lnTo>
                    <a:pt x="984729" y="185774"/>
                  </a:lnTo>
                  <a:lnTo>
                    <a:pt x="994474" y="211945"/>
                  </a:lnTo>
                  <a:lnTo>
                    <a:pt x="1004233" y="195440"/>
                  </a:lnTo>
                  <a:lnTo>
                    <a:pt x="1013977" y="174297"/>
                  </a:lnTo>
                  <a:lnTo>
                    <a:pt x="1023721" y="179512"/>
                  </a:lnTo>
                  <a:lnTo>
                    <a:pt x="1033480" y="186292"/>
                  </a:lnTo>
                  <a:lnTo>
                    <a:pt x="1043224" y="179372"/>
                  </a:lnTo>
                  <a:lnTo>
                    <a:pt x="1052983" y="198057"/>
                  </a:lnTo>
                  <a:lnTo>
                    <a:pt x="1062727" y="227648"/>
                  </a:lnTo>
                  <a:lnTo>
                    <a:pt x="1072471" y="188974"/>
                  </a:lnTo>
                  <a:lnTo>
                    <a:pt x="1082230" y="193247"/>
                  </a:lnTo>
                  <a:lnTo>
                    <a:pt x="1091973" y="175018"/>
                  </a:lnTo>
                  <a:lnTo>
                    <a:pt x="1101732" y="152539"/>
                  </a:lnTo>
                  <a:lnTo>
                    <a:pt x="1111476" y="165400"/>
                  </a:lnTo>
                  <a:lnTo>
                    <a:pt x="1121220" y="175129"/>
                  </a:lnTo>
                  <a:lnTo>
                    <a:pt x="1130979" y="186939"/>
                  </a:lnTo>
                  <a:lnTo>
                    <a:pt x="1140723" y="176842"/>
                  </a:lnTo>
                  <a:lnTo>
                    <a:pt x="1150482" y="170692"/>
                  </a:lnTo>
                  <a:lnTo>
                    <a:pt x="1160226" y="161083"/>
                  </a:lnTo>
                  <a:lnTo>
                    <a:pt x="1169969" y="151549"/>
                  </a:lnTo>
                  <a:lnTo>
                    <a:pt x="1179728" y="162816"/>
                  </a:lnTo>
                  <a:lnTo>
                    <a:pt x="1189472" y="163717"/>
                  </a:lnTo>
                  <a:lnTo>
                    <a:pt x="1199231" y="159106"/>
                  </a:lnTo>
                  <a:lnTo>
                    <a:pt x="1208975" y="139903"/>
                  </a:lnTo>
                  <a:lnTo>
                    <a:pt x="1218719" y="164227"/>
                  </a:lnTo>
                  <a:lnTo>
                    <a:pt x="1228478" y="146335"/>
                  </a:lnTo>
                  <a:lnTo>
                    <a:pt x="1238222" y="148807"/>
                  </a:lnTo>
                  <a:lnTo>
                    <a:pt x="1247966" y="188684"/>
                  </a:lnTo>
                  <a:lnTo>
                    <a:pt x="1257725" y="230106"/>
                  </a:lnTo>
                  <a:lnTo>
                    <a:pt x="1267469" y="248752"/>
                  </a:lnTo>
                  <a:lnTo>
                    <a:pt x="1277227" y="226302"/>
                  </a:lnTo>
                  <a:lnTo>
                    <a:pt x="1286971" y="246691"/>
                  </a:lnTo>
                  <a:lnTo>
                    <a:pt x="1296715" y="223074"/>
                  </a:lnTo>
                  <a:lnTo>
                    <a:pt x="1306474" y="212689"/>
                  </a:lnTo>
                  <a:lnTo>
                    <a:pt x="1316218" y="234626"/>
                  </a:lnTo>
                  <a:lnTo>
                    <a:pt x="1325977" y="275499"/>
                  </a:lnTo>
                  <a:lnTo>
                    <a:pt x="1335721" y="310975"/>
                  </a:lnTo>
                  <a:lnTo>
                    <a:pt x="1345465" y="359809"/>
                  </a:lnTo>
                  <a:lnTo>
                    <a:pt x="1355224" y="368847"/>
                  </a:lnTo>
                  <a:lnTo>
                    <a:pt x="1364967" y="354965"/>
                  </a:lnTo>
                  <a:lnTo>
                    <a:pt x="1374726" y="350868"/>
                  </a:lnTo>
                  <a:lnTo>
                    <a:pt x="1384470" y="314094"/>
                  </a:lnTo>
                  <a:lnTo>
                    <a:pt x="1394214" y="357461"/>
                  </a:lnTo>
                  <a:lnTo>
                    <a:pt x="1403973" y="351261"/>
                  </a:lnTo>
                  <a:lnTo>
                    <a:pt x="1413717" y="376642"/>
                  </a:lnTo>
                  <a:lnTo>
                    <a:pt x="1423476" y="397353"/>
                  </a:lnTo>
                  <a:lnTo>
                    <a:pt x="1433220" y="383884"/>
                  </a:lnTo>
                  <a:lnTo>
                    <a:pt x="1442964" y="361506"/>
                  </a:lnTo>
                  <a:lnTo>
                    <a:pt x="1452722" y="346577"/>
                  </a:lnTo>
                  <a:lnTo>
                    <a:pt x="1462466" y="311384"/>
                  </a:lnTo>
                  <a:lnTo>
                    <a:pt x="1472225" y="329080"/>
                  </a:lnTo>
                  <a:lnTo>
                    <a:pt x="1481969" y="289212"/>
                  </a:lnTo>
                  <a:lnTo>
                    <a:pt x="1491713" y="290365"/>
                  </a:lnTo>
                  <a:lnTo>
                    <a:pt x="1501472" y="304374"/>
                  </a:lnTo>
                  <a:lnTo>
                    <a:pt x="1511216" y="293248"/>
                  </a:lnTo>
                  <a:lnTo>
                    <a:pt x="1520960" y="298133"/>
                  </a:lnTo>
                  <a:lnTo>
                    <a:pt x="1530719" y="318364"/>
                  </a:lnTo>
                  <a:lnTo>
                    <a:pt x="1540463" y="317032"/>
                  </a:lnTo>
                  <a:lnTo>
                    <a:pt x="1550221" y="278070"/>
                  </a:lnTo>
                  <a:lnTo>
                    <a:pt x="1559965" y="277663"/>
                  </a:lnTo>
                  <a:lnTo>
                    <a:pt x="1569709" y="309629"/>
                  </a:lnTo>
                  <a:lnTo>
                    <a:pt x="1579468" y="315824"/>
                  </a:lnTo>
                  <a:lnTo>
                    <a:pt x="1589212" y="305809"/>
                  </a:lnTo>
                  <a:lnTo>
                    <a:pt x="1598971" y="301634"/>
                  </a:lnTo>
                  <a:lnTo>
                    <a:pt x="1608715" y="287305"/>
                  </a:lnTo>
                  <a:lnTo>
                    <a:pt x="1618459" y="297217"/>
                  </a:lnTo>
                  <a:lnTo>
                    <a:pt x="1628218" y="329539"/>
                  </a:lnTo>
                  <a:lnTo>
                    <a:pt x="1637962" y="305757"/>
                  </a:lnTo>
                  <a:lnTo>
                    <a:pt x="1647720" y="310936"/>
                  </a:lnTo>
                  <a:lnTo>
                    <a:pt x="1657464" y="340837"/>
                  </a:lnTo>
                  <a:lnTo>
                    <a:pt x="1667208" y="356369"/>
                  </a:lnTo>
                  <a:lnTo>
                    <a:pt x="1676967" y="339554"/>
                  </a:lnTo>
                  <a:lnTo>
                    <a:pt x="1686711" y="339259"/>
                  </a:lnTo>
                  <a:lnTo>
                    <a:pt x="1696470" y="332961"/>
                  </a:lnTo>
                  <a:lnTo>
                    <a:pt x="1706214" y="301649"/>
                  </a:lnTo>
                  <a:lnTo>
                    <a:pt x="1715958" y="284699"/>
                  </a:lnTo>
                  <a:lnTo>
                    <a:pt x="1725716" y="255261"/>
                  </a:lnTo>
                  <a:lnTo>
                    <a:pt x="1735460" y="278230"/>
                  </a:lnTo>
                  <a:lnTo>
                    <a:pt x="1745219" y="297211"/>
                  </a:lnTo>
                  <a:lnTo>
                    <a:pt x="1754963" y="294964"/>
                  </a:lnTo>
                  <a:lnTo>
                    <a:pt x="1764707" y="288908"/>
                  </a:lnTo>
                  <a:lnTo>
                    <a:pt x="1774466" y="300013"/>
                  </a:lnTo>
                  <a:lnTo>
                    <a:pt x="1784210" y="277139"/>
                  </a:lnTo>
                  <a:lnTo>
                    <a:pt x="1793969" y="285015"/>
                  </a:lnTo>
                  <a:lnTo>
                    <a:pt x="1803713" y="253341"/>
                  </a:lnTo>
                  <a:lnTo>
                    <a:pt x="1813457" y="251827"/>
                  </a:lnTo>
                  <a:lnTo>
                    <a:pt x="1823215" y="212425"/>
                  </a:lnTo>
                  <a:lnTo>
                    <a:pt x="1832959" y="204255"/>
                  </a:lnTo>
                  <a:lnTo>
                    <a:pt x="1842703" y="208978"/>
                  </a:lnTo>
                  <a:lnTo>
                    <a:pt x="1852462" y="196388"/>
                  </a:lnTo>
                  <a:lnTo>
                    <a:pt x="1862206" y="178015"/>
                  </a:lnTo>
                  <a:lnTo>
                    <a:pt x="1871965" y="142632"/>
                  </a:lnTo>
                  <a:lnTo>
                    <a:pt x="1881709" y="126477"/>
                  </a:lnTo>
                  <a:lnTo>
                    <a:pt x="1891453" y="146450"/>
                  </a:lnTo>
                  <a:lnTo>
                    <a:pt x="1901212" y="138620"/>
                  </a:lnTo>
                  <a:lnTo>
                    <a:pt x="1910956" y="129585"/>
                  </a:lnTo>
                  <a:lnTo>
                    <a:pt x="1920714" y="142567"/>
                  </a:lnTo>
                  <a:lnTo>
                    <a:pt x="1930458" y="176577"/>
                  </a:lnTo>
                  <a:lnTo>
                    <a:pt x="1940202" y="192759"/>
                  </a:lnTo>
                  <a:lnTo>
                    <a:pt x="1949961" y="162515"/>
                  </a:lnTo>
                  <a:lnTo>
                    <a:pt x="1959705" y="140173"/>
                  </a:lnTo>
                  <a:lnTo>
                    <a:pt x="1969464" y="151438"/>
                  </a:lnTo>
                  <a:lnTo>
                    <a:pt x="1979208" y="177825"/>
                  </a:lnTo>
                  <a:lnTo>
                    <a:pt x="1988952" y="208338"/>
                  </a:lnTo>
                  <a:lnTo>
                    <a:pt x="1998711" y="205578"/>
                  </a:lnTo>
                  <a:lnTo>
                    <a:pt x="2008454" y="189368"/>
                  </a:lnTo>
                  <a:lnTo>
                    <a:pt x="2018213" y="238636"/>
                  </a:lnTo>
                  <a:lnTo>
                    <a:pt x="2027957" y="261952"/>
                  </a:lnTo>
                  <a:lnTo>
                    <a:pt x="2037701" y="242801"/>
                  </a:lnTo>
                  <a:lnTo>
                    <a:pt x="2047460" y="232298"/>
                  </a:lnTo>
                  <a:lnTo>
                    <a:pt x="2057204" y="239562"/>
                  </a:lnTo>
                  <a:lnTo>
                    <a:pt x="2066963" y="263618"/>
                  </a:lnTo>
                  <a:lnTo>
                    <a:pt x="2076707" y="306472"/>
                  </a:lnTo>
                  <a:lnTo>
                    <a:pt x="2086451" y="315414"/>
                  </a:lnTo>
                  <a:lnTo>
                    <a:pt x="2096210" y="314979"/>
                  </a:lnTo>
                  <a:lnTo>
                    <a:pt x="2105954" y="311706"/>
                  </a:lnTo>
                  <a:lnTo>
                    <a:pt x="2115697" y="297138"/>
                  </a:lnTo>
                  <a:lnTo>
                    <a:pt x="2125456" y="297652"/>
                  </a:lnTo>
                  <a:lnTo>
                    <a:pt x="2135200" y="316429"/>
                  </a:lnTo>
                  <a:lnTo>
                    <a:pt x="2144959" y="332505"/>
                  </a:lnTo>
                  <a:lnTo>
                    <a:pt x="2154703" y="328251"/>
                  </a:lnTo>
                  <a:lnTo>
                    <a:pt x="2164447" y="341938"/>
                  </a:lnTo>
                  <a:lnTo>
                    <a:pt x="2174206" y="323342"/>
                  </a:lnTo>
                  <a:lnTo>
                    <a:pt x="2183950" y="309364"/>
                  </a:lnTo>
                  <a:lnTo>
                    <a:pt x="2193709" y="311156"/>
                  </a:lnTo>
                  <a:lnTo>
                    <a:pt x="2203452" y="286183"/>
                  </a:lnTo>
                  <a:lnTo>
                    <a:pt x="2213196" y="276662"/>
                  </a:lnTo>
                  <a:lnTo>
                    <a:pt x="2222955" y="260394"/>
                  </a:lnTo>
                  <a:lnTo>
                    <a:pt x="2232699" y="232849"/>
                  </a:lnTo>
                  <a:lnTo>
                    <a:pt x="2242458" y="219277"/>
                  </a:lnTo>
                  <a:lnTo>
                    <a:pt x="2252202" y="233467"/>
                  </a:lnTo>
                  <a:lnTo>
                    <a:pt x="2261946" y="250768"/>
                  </a:lnTo>
                  <a:lnTo>
                    <a:pt x="2271705" y="234072"/>
                  </a:lnTo>
                  <a:lnTo>
                    <a:pt x="2281449" y="193115"/>
                  </a:lnTo>
                  <a:lnTo>
                    <a:pt x="2291208" y="189064"/>
                  </a:lnTo>
                  <a:lnTo>
                    <a:pt x="2300951" y="197400"/>
                  </a:lnTo>
                  <a:lnTo>
                    <a:pt x="2310695" y="169932"/>
                  </a:lnTo>
                  <a:lnTo>
                    <a:pt x="2320454" y="149780"/>
                  </a:lnTo>
                  <a:lnTo>
                    <a:pt x="2330198" y="144827"/>
                  </a:lnTo>
                  <a:lnTo>
                    <a:pt x="2339957" y="145489"/>
                  </a:lnTo>
                  <a:lnTo>
                    <a:pt x="2349701" y="116824"/>
                  </a:lnTo>
                  <a:lnTo>
                    <a:pt x="2359445" y="158399"/>
                  </a:lnTo>
                  <a:lnTo>
                    <a:pt x="2369204" y="152622"/>
                  </a:lnTo>
                  <a:lnTo>
                    <a:pt x="2378948" y="158188"/>
                  </a:lnTo>
                  <a:lnTo>
                    <a:pt x="2388692" y="173350"/>
                  </a:lnTo>
                  <a:lnTo>
                    <a:pt x="2398450" y="153707"/>
                  </a:lnTo>
                  <a:lnTo>
                    <a:pt x="2408194" y="126686"/>
                  </a:lnTo>
                  <a:lnTo>
                    <a:pt x="2417953" y="130538"/>
                  </a:lnTo>
                  <a:lnTo>
                    <a:pt x="2427697" y="149423"/>
                  </a:lnTo>
                  <a:lnTo>
                    <a:pt x="2437441" y="153381"/>
                  </a:lnTo>
                  <a:lnTo>
                    <a:pt x="2447200" y="176306"/>
                  </a:lnTo>
                  <a:lnTo>
                    <a:pt x="2456944" y="158703"/>
                  </a:lnTo>
                  <a:lnTo>
                    <a:pt x="2466703" y="175154"/>
                  </a:lnTo>
                  <a:lnTo>
                    <a:pt x="2476446" y="190090"/>
                  </a:lnTo>
                  <a:lnTo>
                    <a:pt x="2486190" y="225483"/>
                  </a:lnTo>
                  <a:lnTo>
                    <a:pt x="2495949" y="238431"/>
                  </a:lnTo>
                  <a:lnTo>
                    <a:pt x="2505693" y="227783"/>
                  </a:lnTo>
                  <a:lnTo>
                    <a:pt x="2515452" y="224152"/>
                  </a:lnTo>
                  <a:lnTo>
                    <a:pt x="2525196" y="232201"/>
                  </a:lnTo>
                  <a:lnTo>
                    <a:pt x="2534940" y="241906"/>
                  </a:lnTo>
                  <a:lnTo>
                    <a:pt x="2544699" y="211023"/>
                  </a:lnTo>
                  <a:lnTo>
                    <a:pt x="2554443" y="223200"/>
                  </a:lnTo>
                  <a:lnTo>
                    <a:pt x="2564202" y="200759"/>
                  </a:lnTo>
                  <a:lnTo>
                    <a:pt x="2573946" y="188191"/>
                  </a:lnTo>
                  <a:lnTo>
                    <a:pt x="2583690" y="209954"/>
                  </a:lnTo>
                  <a:lnTo>
                    <a:pt x="2593448" y="173481"/>
                  </a:lnTo>
                  <a:lnTo>
                    <a:pt x="2603192" y="151979"/>
                  </a:lnTo>
                  <a:lnTo>
                    <a:pt x="2612951" y="162909"/>
                  </a:lnTo>
                  <a:lnTo>
                    <a:pt x="2622695" y="176976"/>
                  </a:lnTo>
                  <a:lnTo>
                    <a:pt x="2632439" y="185305"/>
                  </a:lnTo>
                  <a:lnTo>
                    <a:pt x="2642198" y="182812"/>
                  </a:lnTo>
                  <a:lnTo>
                    <a:pt x="2651942" y="189484"/>
                  </a:lnTo>
                  <a:lnTo>
                    <a:pt x="2661685" y="187422"/>
                  </a:lnTo>
                  <a:lnTo>
                    <a:pt x="2671444" y="187593"/>
                  </a:lnTo>
                  <a:lnTo>
                    <a:pt x="2681188" y="206691"/>
                  </a:lnTo>
                  <a:lnTo>
                    <a:pt x="2690947" y="218613"/>
                  </a:lnTo>
                  <a:lnTo>
                    <a:pt x="2700691" y="203948"/>
                  </a:lnTo>
                  <a:lnTo>
                    <a:pt x="2710435" y="175823"/>
                  </a:lnTo>
                  <a:lnTo>
                    <a:pt x="2720194" y="140563"/>
                  </a:lnTo>
                  <a:lnTo>
                    <a:pt x="2729938" y="139379"/>
                  </a:lnTo>
                  <a:lnTo>
                    <a:pt x="2739697" y="143626"/>
                  </a:lnTo>
                  <a:lnTo>
                    <a:pt x="2749441" y="150510"/>
                  </a:lnTo>
                  <a:lnTo>
                    <a:pt x="2759185" y="141250"/>
                  </a:lnTo>
                  <a:lnTo>
                    <a:pt x="2768943" y="144203"/>
                  </a:lnTo>
                  <a:lnTo>
                    <a:pt x="2778687" y="147908"/>
                  </a:lnTo>
                  <a:lnTo>
                    <a:pt x="2788446" y="122911"/>
                  </a:lnTo>
                  <a:lnTo>
                    <a:pt x="2798190" y="126515"/>
                  </a:lnTo>
                  <a:lnTo>
                    <a:pt x="2807934" y="123271"/>
                  </a:lnTo>
                  <a:lnTo>
                    <a:pt x="2817693" y="142275"/>
                  </a:lnTo>
                  <a:lnTo>
                    <a:pt x="2827437" y="149666"/>
                  </a:lnTo>
                  <a:lnTo>
                    <a:pt x="2837196" y="144919"/>
                  </a:lnTo>
                  <a:lnTo>
                    <a:pt x="2846940" y="150994"/>
                  </a:lnTo>
                  <a:lnTo>
                    <a:pt x="2856684" y="116559"/>
                  </a:lnTo>
                  <a:lnTo>
                    <a:pt x="2866442" y="127215"/>
                  </a:lnTo>
                  <a:lnTo>
                    <a:pt x="2876186" y="126960"/>
                  </a:lnTo>
                  <a:lnTo>
                    <a:pt x="2885945" y="106014"/>
                  </a:lnTo>
                  <a:lnTo>
                    <a:pt x="2895689" y="90254"/>
                  </a:lnTo>
                  <a:lnTo>
                    <a:pt x="2905433" y="50013"/>
                  </a:lnTo>
                  <a:lnTo>
                    <a:pt x="2915192" y="4950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9" name="Freeform 1118">
              <a:extLst>
                <a:ext uri="{FF2B5EF4-FFF2-40B4-BE49-F238E27FC236}">
                  <a16:creationId xmlns:a16="http://schemas.microsoft.com/office/drawing/2014/main" id="{414C8144-7ADB-51BB-8FC5-233FE66769B3}"/>
                </a:ext>
              </a:extLst>
            </p:cNvPr>
            <p:cNvSpPr/>
            <p:nvPr/>
          </p:nvSpPr>
          <p:spPr>
            <a:xfrm>
              <a:off x="4426652" y="3455743"/>
              <a:ext cx="2915191" cy="628954"/>
            </a:xfrm>
            <a:custGeom>
              <a:avLst/>
              <a:gdLst>
                <a:gd name="connsiteX0" fmla="*/ 0 w 2915191"/>
                <a:gd name="connsiteY0" fmla="*/ 395645 h 628954"/>
                <a:gd name="connsiteX1" fmla="*/ 9750 w 2915191"/>
                <a:gd name="connsiteY1" fmla="*/ 371995 h 628954"/>
                <a:gd name="connsiteX2" fmla="*/ 19500 w 2915191"/>
                <a:gd name="connsiteY2" fmla="*/ 412925 h 628954"/>
                <a:gd name="connsiteX3" fmla="*/ 29250 w 2915191"/>
                <a:gd name="connsiteY3" fmla="*/ 408473 h 628954"/>
                <a:gd name="connsiteX4" fmla="*/ 39000 w 2915191"/>
                <a:gd name="connsiteY4" fmla="*/ 395817 h 628954"/>
                <a:gd name="connsiteX5" fmla="*/ 48749 w 2915191"/>
                <a:gd name="connsiteY5" fmla="*/ 419213 h 628954"/>
                <a:gd name="connsiteX6" fmla="*/ 58499 w 2915191"/>
                <a:gd name="connsiteY6" fmla="*/ 427400 h 628954"/>
                <a:gd name="connsiteX7" fmla="*/ 68249 w 2915191"/>
                <a:gd name="connsiteY7" fmla="*/ 438757 h 628954"/>
                <a:gd name="connsiteX8" fmla="*/ 77998 w 2915191"/>
                <a:gd name="connsiteY8" fmla="*/ 428878 h 628954"/>
                <a:gd name="connsiteX9" fmla="*/ 87748 w 2915191"/>
                <a:gd name="connsiteY9" fmla="*/ 442583 h 628954"/>
                <a:gd name="connsiteX10" fmla="*/ 97497 w 2915191"/>
                <a:gd name="connsiteY10" fmla="*/ 460884 h 628954"/>
                <a:gd name="connsiteX11" fmla="*/ 107247 w 2915191"/>
                <a:gd name="connsiteY11" fmla="*/ 439371 h 628954"/>
                <a:gd name="connsiteX12" fmla="*/ 116997 w 2915191"/>
                <a:gd name="connsiteY12" fmla="*/ 474774 h 628954"/>
                <a:gd name="connsiteX13" fmla="*/ 126747 w 2915191"/>
                <a:gd name="connsiteY13" fmla="*/ 491455 h 628954"/>
                <a:gd name="connsiteX14" fmla="*/ 136497 w 2915191"/>
                <a:gd name="connsiteY14" fmla="*/ 481475 h 628954"/>
                <a:gd name="connsiteX15" fmla="*/ 146247 w 2915191"/>
                <a:gd name="connsiteY15" fmla="*/ 511638 h 628954"/>
                <a:gd name="connsiteX16" fmla="*/ 155997 w 2915191"/>
                <a:gd name="connsiteY16" fmla="*/ 538832 h 628954"/>
                <a:gd name="connsiteX17" fmla="*/ 165747 w 2915191"/>
                <a:gd name="connsiteY17" fmla="*/ 523955 h 628954"/>
                <a:gd name="connsiteX18" fmla="*/ 175497 w 2915191"/>
                <a:gd name="connsiteY18" fmla="*/ 484698 h 628954"/>
                <a:gd name="connsiteX19" fmla="*/ 185247 w 2915191"/>
                <a:gd name="connsiteY19" fmla="*/ 502476 h 628954"/>
                <a:gd name="connsiteX20" fmla="*/ 194996 w 2915191"/>
                <a:gd name="connsiteY20" fmla="*/ 489631 h 628954"/>
                <a:gd name="connsiteX21" fmla="*/ 204746 w 2915191"/>
                <a:gd name="connsiteY21" fmla="*/ 476933 h 628954"/>
                <a:gd name="connsiteX22" fmla="*/ 214495 w 2915191"/>
                <a:gd name="connsiteY22" fmla="*/ 482626 h 628954"/>
                <a:gd name="connsiteX23" fmla="*/ 224245 w 2915191"/>
                <a:gd name="connsiteY23" fmla="*/ 499634 h 628954"/>
                <a:gd name="connsiteX24" fmla="*/ 233995 w 2915191"/>
                <a:gd name="connsiteY24" fmla="*/ 482560 h 628954"/>
                <a:gd name="connsiteX25" fmla="*/ 243744 w 2915191"/>
                <a:gd name="connsiteY25" fmla="*/ 510265 h 628954"/>
                <a:gd name="connsiteX26" fmla="*/ 253494 w 2915191"/>
                <a:gd name="connsiteY26" fmla="*/ 493913 h 628954"/>
                <a:gd name="connsiteX27" fmla="*/ 263244 w 2915191"/>
                <a:gd name="connsiteY27" fmla="*/ 517693 h 628954"/>
                <a:gd name="connsiteX28" fmla="*/ 272994 w 2915191"/>
                <a:gd name="connsiteY28" fmla="*/ 545866 h 628954"/>
                <a:gd name="connsiteX29" fmla="*/ 282744 w 2915191"/>
                <a:gd name="connsiteY29" fmla="*/ 526821 h 628954"/>
                <a:gd name="connsiteX30" fmla="*/ 292494 w 2915191"/>
                <a:gd name="connsiteY30" fmla="*/ 558120 h 628954"/>
                <a:gd name="connsiteX31" fmla="*/ 302244 w 2915191"/>
                <a:gd name="connsiteY31" fmla="*/ 565023 h 628954"/>
                <a:gd name="connsiteX32" fmla="*/ 311994 w 2915191"/>
                <a:gd name="connsiteY32" fmla="*/ 535752 h 628954"/>
                <a:gd name="connsiteX33" fmla="*/ 321744 w 2915191"/>
                <a:gd name="connsiteY33" fmla="*/ 555065 h 628954"/>
                <a:gd name="connsiteX34" fmla="*/ 331493 w 2915191"/>
                <a:gd name="connsiteY34" fmla="*/ 559808 h 628954"/>
                <a:gd name="connsiteX35" fmla="*/ 341243 w 2915191"/>
                <a:gd name="connsiteY35" fmla="*/ 568420 h 628954"/>
                <a:gd name="connsiteX36" fmla="*/ 350993 w 2915191"/>
                <a:gd name="connsiteY36" fmla="*/ 595387 h 628954"/>
                <a:gd name="connsiteX37" fmla="*/ 360742 w 2915191"/>
                <a:gd name="connsiteY37" fmla="*/ 588355 h 628954"/>
                <a:gd name="connsiteX38" fmla="*/ 370492 w 2915191"/>
                <a:gd name="connsiteY38" fmla="*/ 598948 h 628954"/>
                <a:gd name="connsiteX39" fmla="*/ 380241 w 2915191"/>
                <a:gd name="connsiteY39" fmla="*/ 593569 h 628954"/>
                <a:gd name="connsiteX40" fmla="*/ 389991 w 2915191"/>
                <a:gd name="connsiteY40" fmla="*/ 601421 h 628954"/>
                <a:gd name="connsiteX41" fmla="*/ 399741 w 2915191"/>
                <a:gd name="connsiteY41" fmla="*/ 590247 h 628954"/>
                <a:gd name="connsiteX42" fmla="*/ 409491 w 2915191"/>
                <a:gd name="connsiteY42" fmla="*/ 574633 h 628954"/>
                <a:gd name="connsiteX43" fmla="*/ 419241 w 2915191"/>
                <a:gd name="connsiteY43" fmla="*/ 587267 h 628954"/>
                <a:gd name="connsiteX44" fmla="*/ 428991 w 2915191"/>
                <a:gd name="connsiteY44" fmla="*/ 594463 h 628954"/>
                <a:gd name="connsiteX45" fmla="*/ 438741 w 2915191"/>
                <a:gd name="connsiteY45" fmla="*/ 598680 h 628954"/>
                <a:gd name="connsiteX46" fmla="*/ 448491 w 2915191"/>
                <a:gd name="connsiteY46" fmla="*/ 591648 h 628954"/>
                <a:gd name="connsiteX47" fmla="*/ 458241 w 2915191"/>
                <a:gd name="connsiteY47" fmla="*/ 583021 h 628954"/>
                <a:gd name="connsiteX48" fmla="*/ 467991 w 2915191"/>
                <a:gd name="connsiteY48" fmla="*/ 586716 h 628954"/>
                <a:gd name="connsiteX49" fmla="*/ 477740 w 2915191"/>
                <a:gd name="connsiteY49" fmla="*/ 552031 h 628954"/>
                <a:gd name="connsiteX50" fmla="*/ 487490 w 2915191"/>
                <a:gd name="connsiteY50" fmla="*/ 591916 h 628954"/>
                <a:gd name="connsiteX51" fmla="*/ 497239 w 2915191"/>
                <a:gd name="connsiteY51" fmla="*/ 603239 h 628954"/>
                <a:gd name="connsiteX52" fmla="*/ 506989 w 2915191"/>
                <a:gd name="connsiteY52" fmla="*/ 605086 h 628954"/>
                <a:gd name="connsiteX53" fmla="*/ 516738 w 2915191"/>
                <a:gd name="connsiteY53" fmla="*/ 602241 h 628954"/>
                <a:gd name="connsiteX54" fmla="*/ 526488 w 2915191"/>
                <a:gd name="connsiteY54" fmla="*/ 558981 h 628954"/>
                <a:gd name="connsiteX55" fmla="*/ 536238 w 2915191"/>
                <a:gd name="connsiteY55" fmla="*/ 553987 h 628954"/>
                <a:gd name="connsiteX56" fmla="*/ 545988 w 2915191"/>
                <a:gd name="connsiteY56" fmla="*/ 501013 h 628954"/>
                <a:gd name="connsiteX57" fmla="*/ 555738 w 2915191"/>
                <a:gd name="connsiteY57" fmla="*/ 531260 h 628954"/>
                <a:gd name="connsiteX58" fmla="*/ 565488 w 2915191"/>
                <a:gd name="connsiteY58" fmla="*/ 584824 h 628954"/>
                <a:gd name="connsiteX59" fmla="*/ 575238 w 2915191"/>
                <a:gd name="connsiteY59" fmla="*/ 599067 h 628954"/>
                <a:gd name="connsiteX60" fmla="*/ 584988 w 2915191"/>
                <a:gd name="connsiteY60" fmla="*/ 577270 h 628954"/>
                <a:gd name="connsiteX61" fmla="*/ 594738 w 2915191"/>
                <a:gd name="connsiteY61" fmla="*/ 569090 h 628954"/>
                <a:gd name="connsiteX62" fmla="*/ 604488 w 2915191"/>
                <a:gd name="connsiteY62" fmla="*/ 608588 h 628954"/>
                <a:gd name="connsiteX63" fmla="*/ 614237 w 2915191"/>
                <a:gd name="connsiteY63" fmla="*/ 628954 h 628954"/>
                <a:gd name="connsiteX64" fmla="*/ 623987 w 2915191"/>
                <a:gd name="connsiteY64" fmla="*/ 596192 h 628954"/>
                <a:gd name="connsiteX65" fmla="*/ 633736 w 2915191"/>
                <a:gd name="connsiteY65" fmla="*/ 548217 h 628954"/>
                <a:gd name="connsiteX66" fmla="*/ 643486 w 2915191"/>
                <a:gd name="connsiteY66" fmla="*/ 542572 h 628954"/>
                <a:gd name="connsiteX67" fmla="*/ 653236 w 2915191"/>
                <a:gd name="connsiteY67" fmla="*/ 515533 h 628954"/>
                <a:gd name="connsiteX68" fmla="*/ 662985 w 2915191"/>
                <a:gd name="connsiteY68" fmla="*/ 549092 h 628954"/>
                <a:gd name="connsiteX69" fmla="*/ 672735 w 2915191"/>
                <a:gd name="connsiteY69" fmla="*/ 552453 h 628954"/>
                <a:gd name="connsiteX70" fmla="*/ 682485 w 2915191"/>
                <a:gd name="connsiteY70" fmla="*/ 555124 h 628954"/>
                <a:gd name="connsiteX71" fmla="*/ 692235 w 2915191"/>
                <a:gd name="connsiteY71" fmla="*/ 603298 h 628954"/>
                <a:gd name="connsiteX72" fmla="*/ 701985 w 2915191"/>
                <a:gd name="connsiteY72" fmla="*/ 612894 h 628954"/>
                <a:gd name="connsiteX73" fmla="*/ 711735 w 2915191"/>
                <a:gd name="connsiteY73" fmla="*/ 603641 h 628954"/>
                <a:gd name="connsiteX74" fmla="*/ 721485 w 2915191"/>
                <a:gd name="connsiteY74" fmla="*/ 597086 h 628954"/>
                <a:gd name="connsiteX75" fmla="*/ 731235 w 2915191"/>
                <a:gd name="connsiteY75" fmla="*/ 549611 h 628954"/>
                <a:gd name="connsiteX76" fmla="*/ 740985 w 2915191"/>
                <a:gd name="connsiteY76" fmla="*/ 527671 h 628954"/>
                <a:gd name="connsiteX77" fmla="*/ 750734 w 2915191"/>
                <a:gd name="connsiteY77" fmla="*/ 497797 h 628954"/>
                <a:gd name="connsiteX78" fmla="*/ 760484 w 2915191"/>
                <a:gd name="connsiteY78" fmla="*/ 465657 h 628954"/>
                <a:gd name="connsiteX79" fmla="*/ 770233 w 2915191"/>
                <a:gd name="connsiteY79" fmla="*/ 457993 h 628954"/>
                <a:gd name="connsiteX80" fmla="*/ 779983 w 2915191"/>
                <a:gd name="connsiteY80" fmla="*/ 438131 h 628954"/>
                <a:gd name="connsiteX81" fmla="*/ 789733 w 2915191"/>
                <a:gd name="connsiteY81" fmla="*/ 453751 h 628954"/>
                <a:gd name="connsiteX82" fmla="*/ 799482 w 2915191"/>
                <a:gd name="connsiteY82" fmla="*/ 432915 h 628954"/>
                <a:gd name="connsiteX83" fmla="*/ 809232 w 2915191"/>
                <a:gd name="connsiteY83" fmla="*/ 420054 h 628954"/>
                <a:gd name="connsiteX84" fmla="*/ 818982 w 2915191"/>
                <a:gd name="connsiteY84" fmla="*/ 422280 h 628954"/>
                <a:gd name="connsiteX85" fmla="*/ 828732 w 2915191"/>
                <a:gd name="connsiteY85" fmla="*/ 405553 h 628954"/>
                <a:gd name="connsiteX86" fmla="*/ 838482 w 2915191"/>
                <a:gd name="connsiteY86" fmla="*/ 389364 h 628954"/>
                <a:gd name="connsiteX87" fmla="*/ 848232 w 2915191"/>
                <a:gd name="connsiteY87" fmla="*/ 395555 h 628954"/>
                <a:gd name="connsiteX88" fmla="*/ 857982 w 2915191"/>
                <a:gd name="connsiteY88" fmla="*/ 374902 h 628954"/>
                <a:gd name="connsiteX89" fmla="*/ 867732 w 2915191"/>
                <a:gd name="connsiteY89" fmla="*/ 392833 h 628954"/>
                <a:gd name="connsiteX90" fmla="*/ 877482 w 2915191"/>
                <a:gd name="connsiteY90" fmla="*/ 425314 h 628954"/>
                <a:gd name="connsiteX91" fmla="*/ 887231 w 2915191"/>
                <a:gd name="connsiteY91" fmla="*/ 449857 h 628954"/>
                <a:gd name="connsiteX92" fmla="*/ 896981 w 2915191"/>
                <a:gd name="connsiteY92" fmla="*/ 441244 h 628954"/>
                <a:gd name="connsiteX93" fmla="*/ 906730 w 2915191"/>
                <a:gd name="connsiteY93" fmla="*/ 444119 h 628954"/>
                <a:gd name="connsiteX94" fmla="*/ 916480 w 2915191"/>
                <a:gd name="connsiteY94" fmla="*/ 451713 h 628954"/>
                <a:gd name="connsiteX95" fmla="*/ 926230 w 2915191"/>
                <a:gd name="connsiteY95" fmla="*/ 429107 h 628954"/>
                <a:gd name="connsiteX96" fmla="*/ 935979 w 2915191"/>
                <a:gd name="connsiteY96" fmla="*/ 453845 h 628954"/>
                <a:gd name="connsiteX97" fmla="*/ 945729 w 2915191"/>
                <a:gd name="connsiteY97" fmla="*/ 440763 h 628954"/>
                <a:gd name="connsiteX98" fmla="*/ 955479 w 2915191"/>
                <a:gd name="connsiteY98" fmla="*/ 423030 h 628954"/>
                <a:gd name="connsiteX99" fmla="*/ 965229 w 2915191"/>
                <a:gd name="connsiteY99" fmla="*/ 446213 h 628954"/>
                <a:gd name="connsiteX100" fmla="*/ 974979 w 2915191"/>
                <a:gd name="connsiteY100" fmla="*/ 437375 h 628954"/>
                <a:gd name="connsiteX101" fmla="*/ 984729 w 2915191"/>
                <a:gd name="connsiteY101" fmla="*/ 421428 h 628954"/>
                <a:gd name="connsiteX102" fmla="*/ 994474 w 2915191"/>
                <a:gd name="connsiteY102" fmla="*/ 390048 h 628954"/>
                <a:gd name="connsiteX103" fmla="*/ 1004233 w 2915191"/>
                <a:gd name="connsiteY103" fmla="*/ 393518 h 628954"/>
                <a:gd name="connsiteX104" fmla="*/ 1013977 w 2915191"/>
                <a:gd name="connsiteY104" fmla="*/ 396139 h 628954"/>
                <a:gd name="connsiteX105" fmla="*/ 1023721 w 2915191"/>
                <a:gd name="connsiteY105" fmla="*/ 372723 h 628954"/>
                <a:gd name="connsiteX106" fmla="*/ 1033480 w 2915191"/>
                <a:gd name="connsiteY106" fmla="*/ 345893 h 628954"/>
                <a:gd name="connsiteX107" fmla="*/ 1043224 w 2915191"/>
                <a:gd name="connsiteY107" fmla="*/ 373243 h 628954"/>
                <a:gd name="connsiteX108" fmla="*/ 1052983 w 2915191"/>
                <a:gd name="connsiteY108" fmla="*/ 354542 h 628954"/>
                <a:gd name="connsiteX109" fmla="*/ 1062727 w 2915191"/>
                <a:gd name="connsiteY109" fmla="*/ 332752 h 628954"/>
                <a:gd name="connsiteX110" fmla="*/ 1072471 w 2915191"/>
                <a:gd name="connsiteY110" fmla="*/ 346424 h 628954"/>
                <a:gd name="connsiteX111" fmla="*/ 1082230 w 2915191"/>
                <a:gd name="connsiteY111" fmla="*/ 350804 h 628954"/>
                <a:gd name="connsiteX112" fmla="*/ 1091973 w 2915191"/>
                <a:gd name="connsiteY112" fmla="*/ 325970 h 628954"/>
                <a:gd name="connsiteX113" fmla="*/ 1101732 w 2915191"/>
                <a:gd name="connsiteY113" fmla="*/ 302658 h 628954"/>
                <a:gd name="connsiteX114" fmla="*/ 1111476 w 2915191"/>
                <a:gd name="connsiteY114" fmla="*/ 294146 h 628954"/>
                <a:gd name="connsiteX115" fmla="*/ 1121220 w 2915191"/>
                <a:gd name="connsiteY115" fmla="*/ 312725 h 628954"/>
                <a:gd name="connsiteX116" fmla="*/ 1130979 w 2915191"/>
                <a:gd name="connsiteY116" fmla="*/ 287467 h 628954"/>
                <a:gd name="connsiteX117" fmla="*/ 1140723 w 2915191"/>
                <a:gd name="connsiteY117" fmla="*/ 284422 h 628954"/>
                <a:gd name="connsiteX118" fmla="*/ 1150482 w 2915191"/>
                <a:gd name="connsiteY118" fmla="*/ 268967 h 628954"/>
                <a:gd name="connsiteX119" fmla="*/ 1160226 w 2915191"/>
                <a:gd name="connsiteY119" fmla="*/ 206798 h 628954"/>
                <a:gd name="connsiteX120" fmla="*/ 1169969 w 2915191"/>
                <a:gd name="connsiteY120" fmla="*/ 250400 h 628954"/>
                <a:gd name="connsiteX121" fmla="*/ 1179728 w 2915191"/>
                <a:gd name="connsiteY121" fmla="*/ 222415 h 628954"/>
                <a:gd name="connsiteX122" fmla="*/ 1189472 w 2915191"/>
                <a:gd name="connsiteY122" fmla="*/ 206999 h 628954"/>
                <a:gd name="connsiteX123" fmla="*/ 1199231 w 2915191"/>
                <a:gd name="connsiteY123" fmla="*/ 176286 h 628954"/>
                <a:gd name="connsiteX124" fmla="*/ 1208975 w 2915191"/>
                <a:gd name="connsiteY124" fmla="*/ 174171 h 628954"/>
                <a:gd name="connsiteX125" fmla="*/ 1218719 w 2915191"/>
                <a:gd name="connsiteY125" fmla="*/ 146937 h 628954"/>
                <a:gd name="connsiteX126" fmla="*/ 1228478 w 2915191"/>
                <a:gd name="connsiteY126" fmla="*/ 131746 h 628954"/>
                <a:gd name="connsiteX127" fmla="*/ 1238222 w 2915191"/>
                <a:gd name="connsiteY127" fmla="*/ 129314 h 628954"/>
                <a:gd name="connsiteX128" fmla="*/ 1247966 w 2915191"/>
                <a:gd name="connsiteY128" fmla="*/ 138121 h 628954"/>
                <a:gd name="connsiteX129" fmla="*/ 1257725 w 2915191"/>
                <a:gd name="connsiteY129" fmla="*/ 141520 h 628954"/>
                <a:gd name="connsiteX130" fmla="*/ 1267469 w 2915191"/>
                <a:gd name="connsiteY130" fmla="*/ 130792 h 628954"/>
                <a:gd name="connsiteX131" fmla="*/ 1277227 w 2915191"/>
                <a:gd name="connsiteY131" fmla="*/ 115600 h 628954"/>
                <a:gd name="connsiteX132" fmla="*/ 1286971 w 2915191"/>
                <a:gd name="connsiteY132" fmla="*/ 133023 h 628954"/>
                <a:gd name="connsiteX133" fmla="*/ 1296715 w 2915191"/>
                <a:gd name="connsiteY133" fmla="*/ 164990 h 628954"/>
                <a:gd name="connsiteX134" fmla="*/ 1306474 w 2915191"/>
                <a:gd name="connsiteY134" fmla="*/ 151245 h 628954"/>
                <a:gd name="connsiteX135" fmla="*/ 1316218 w 2915191"/>
                <a:gd name="connsiteY135" fmla="*/ 157244 h 628954"/>
                <a:gd name="connsiteX136" fmla="*/ 1325977 w 2915191"/>
                <a:gd name="connsiteY136" fmla="*/ 171504 h 628954"/>
                <a:gd name="connsiteX137" fmla="*/ 1335721 w 2915191"/>
                <a:gd name="connsiteY137" fmla="*/ 188082 h 628954"/>
                <a:gd name="connsiteX138" fmla="*/ 1345465 w 2915191"/>
                <a:gd name="connsiteY138" fmla="*/ 217317 h 628954"/>
                <a:gd name="connsiteX139" fmla="*/ 1355224 w 2915191"/>
                <a:gd name="connsiteY139" fmla="*/ 224213 h 628954"/>
                <a:gd name="connsiteX140" fmla="*/ 1364967 w 2915191"/>
                <a:gd name="connsiteY140" fmla="*/ 226622 h 628954"/>
                <a:gd name="connsiteX141" fmla="*/ 1374726 w 2915191"/>
                <a:gd name="connsiteY141" fmla="*/ 226941 h 628954"/>
                <a:gd name="connsiteX142" fmla="*/ 1384470 w 2915191"/>
                <a:gd name="connsiteY142" fmla="*/ 213751 h 628954"/>
                <a:gd name="connsiteX143" fmla="*/ 1394214 w 2915191"/>
                <a:gd name="connsiteY143" fmla="*/ 223891 h 628954"/>
                <a:gd name="connsiteX144" fmla="*/ 1403973 w 2915191"/>
                <a:gd name="connsiteY144" fmla="*/ 174007 h 628954"/>
                <a:gd name="connsiteX145" fmla="*/ 1413717 w 2915191"/>
                <a:gd name="connsiteY145" fmla="*/ 149112 h 628954"/>
                <a:gd name="connsiteX146" fmla="*/ 1423476 w 2915191"/>
                <a:gd name="connsiteY146" fmla="*/ 146447 h 628954"/>
                <a:gd name="connsiteX147" fmla="*/ 1433220 w 2915191"/>
                <a:gd name="connsiteY147" fmla="*/ 139346 h 628954"/>
                <a:gd name="connsiteX148" fmla="*/ 1442964 w 2915191"/>
                <a:gd name="connsiteY148" fmla="*/ 135004 h 628954"/>
                <a:gd name="connsiteX149" fmla="*/ 1452722 w 2915191"/>
                <a:gd name="connsiteY149" fmla="*/ 131031 h 628954"/>
                <a:gd name="connsiteX150" fmla="*/ 1462466 w 2915191"/>
                <a:gd name="connsiteY150" fmla="*/ 102240 h 628954"/>
                <a:gd name="connsiteX151" fmla="*/ 1472225 w 2915191"/>
                <a:gd name="connsiteY151" fmla="*/ 81870 h 628954"/>
                <a:gd name="connsiteX152" fmla="*/ 1481969 w 2915191"/>
                <a:gd name="connsiteY152" fmla="*/ 54065 h 628954"/>
                <a:gd name="connsiteX153" fmla="*/ 1491713 w 2915191"/>
                <a:gd name="connsiteY153" fmla="*/ 55172 h 628954"/>
                <a:gd name="connsiteX154" fmla="*/ 1501472 w 2915191"/>
                <a:gd name="connsiteY154" fmla="*/ 29554 h 628954"/>
                <a:gd name="connsiteX155" fmla="*/ 1511216 w 2915191"/>
                <a:gd name="connsiteY155" fmla="*/ 18598 h 628954"/>
                <a:gd name="connsiteX156" fmla="*/ 1520960 w 2915191"/>
                <a:gd name="connsiteY156" fmla="*/ 0 h 628954"/>
                <a:gd name="connsiteX157" fmla="*/ 1530719 w 2915191"/>
                <a:gd name="connsiteY157" fmla="*/ 267 h 628954"/>
                <a:gd name="connsiteX158" fmla="*/ 1540463 w 2915191"/>
                <a:gd name="connsiteY158" fmla="*/ 48024 h 628954"/>
                <a:gd name="connsiteX159" fmla="*/ 1550221 w 2915191"/>
                <a:gd name="connsiteY159" fmla="*/ 47169 h 628954"/>
                <a:gd name="connsiteX160" fmla="*/ 1559965 w 2915191"/>
                <a:gd name="connsiteY160" fmla="*/ 52754 h 628954"/>
                <a:gd name="connsiteX161" fmla="*/ 1569709 w 2915191"/>
                <a:gd name="connsiteY161" fmla="*/ 90336 h 628954"/>
                <a:gd name="connsiteX162" fmla="*/ 1579468 w 2915191"/>
                <a:gd name="connsiteY162" fmla="*/ 65767 h 628954"/>
                <a:gd name="connsiteX163" fmla="*/ 1589212 w 2915191"/>
                <a:gd name="connsiteY163" fmla="*/ 90574 h 628954"/>
                <a:gd name="connsiteX164" fmla="*/ 1598971 w 2915191"/>
                <a:gd name="connsiteY164" fmla="*/ 77318 h 628954"/>
                <a:gd name="connsiteX165" fmla="*/ 1608715 w 2915191"/>
                <a:gd name="connsiteY165" fmla="*/ 97118 h 628954"/>
                <a:gd name="connsiteX166" fmla="*/ 1618459 w 2915191"/>
                <a:gd name="connsiteY166" fmla="*/ 72123 h 628954"/>
                <a:gd name="connsiteX167" fmla="*/ 1628218 w 2915191"/>
                <a:gd name="connsiteY167" fmla="*/ 93314 h 628954"/>
                <a:gd name="connsiteX168" fmla="*/ 1637962 w 2915191"/>
                <a:gd name="connsiteY168" fmla="*/ 92117 h 628954"/>
                <a:gd name="connsiteX169" fmla="*/ 1647720 w 2915191"/>
                <a:gd name="connsiteY169" fmla="*/ 68097 h 628954"/>
                <a:gd name="connsiteX170" fmla="*/ 1657464 w 2915191"/>
                <a:gd name="connsiteY170" fmla="*/ 82844 h 628954"/>
                <a:gd name="connsiteX171" fmla="*/ 1667208 w 2915191"/>
                <a:gd name="connsiteY171" fmla="*/ 93567 h 628954"/>
                <a:gd name="connsiteX172" fmla="*/ 1676967 w 2915191"/>
                <a:gd name="connsiteY172" fmla="*/ 57255 h 628954"/>
                <a:gd name="connsiteX173" fmla="*/ 1686711 w 2915191"/>
                <a:gd name="connsiteY173" fmla="*/ 73038 h 628954"/>
                <a:gd name="connsiteX174" fmla="*/ 1696470 w 2915191"/>
                <a:gd name="connsiteY174" fmla="*/ 86276 h 628954"/>
                <a:gd name="connsiteX175" fmla="*/ 1706214 w 2915191"/>
                <a:gd name="connsiteY175" fmla="*/ 78120 h 628954"/>
                <a:gd name="connsiteX176" fmla="*/ 1715958 w 2915191"/>
                <a:gd name="connsiteY176" fmla="*/ 100193 h 628954"/>
                <a:gd name="connsiteX177" fmla="*/ 1725716 w 2915191"/>
                <a:gd name="connsiteY177" fmla="*/ 111261 h 628954"/>
                <a:gd name="connsiteX178" fmla="*/ 1735460 w 2915191"/>
                <a:gd name="connsiteY178" fmla="*/ 133537 h 628954"/>
                <a:gd name="connsiteX179" fmla="*/ 1745219 w 2915191"/>
                <a:gd name="connsiteY179" fmla="*/ 168467 h 628954"/>
                <a:gd name="connsiteX180" fmla="*/ 1754963 w 2915191"/>
                <a:gd name="connsiteY180" fmla="*/ 168542 h 628954"/>
                <a:gd name="connsiteX181" fmla="*/ 1764707 w 2915191"/>
                <a:gd name="connsiteY181" fmla="*/ 139644 h 628954"/>
                <a:gd name="connsiteX182" fmla="*/ 1774466 w 2915191"/>
                <a:gd name="connsiteY182" fmla="*/ 145585 h 628954"/>
                <a:gd name="connsiteX183" fmla="*/ 1784210 w 2915191"/>
                <a:gd name="connsiteY183" fmla="*/ 147823 h 628954"/>
                <a:gd name="connsiteX184" fmla="*/ 1793969 w 2915191"/>
                <a:gd name="connsiteY184" fmla="*/ 137795 h 628954"/>
                <a:gd name="connsiteX185" fmla="*/ 1803713 w 2915191"/>
                <a:gd name="connsiteY185" fmla="*/ 153260 h 628954"/>
                <a:gd name="connsiteX186" fmla="*/ 1813457 w 2915191"/>
                <a:gd name="connsiteY186" fmla="*/ 110106 h 628954"/>
                <a:gd name="connsiteX187" fmla="*/ 1823215 w 2915191"/>
                <a:gd name="connsiteY187" fmla="*/ 124603 h 628954"/>
                <a:gd name="connsiteX188" fmla="*/ 1832959 w 2915191"/>
                <a:gd name="connsiteY188" fmla="*/ 138108 h 628954"/>
                <a:gd name="connsiteX189" fmla="*/ 1842703 w 2915191"/>
                <a:gd name="connsiteY189" fmla="*/ 167852 h 628954"/>
                <a:gd name="connsiteX190" fmla="*/ 1852462 w 2915191"/>
                <a:gd name="connsiteY190" fmla="*/ 193508 h 628954"/>
                <a:gd name="connsiteX191" fmla="*/ 1862206 w 2915191"/>
                <a:gd name="connsiteY191" fmla="*/ 232847 h 628954"/>
                <a:gd name="connsiteX192" fmla="*/ 1871965 w 2915191"/>
                <a:gd name="connsiteY192" fmla="*/ 294022 h 628954"/>
                <a:gd name="connsiteX193" fmla="*/ 1881709 w 2915191"/>
                <a:gd name="connsiteY193" fmla="*/ 295115 h 628954"/>
                <a:gd name="connsiteX194" fmla="*/ 1891453 w 2915191"/>
                <a:gd name="connsiteY194" fmla="*/ 301903 h 628954"/>
                <a:gd name="connsiteX195" fmla="*/ 1901212 w 2915191"/>
                <a:gd name="connsiteY195" fmla="*/ 294066 h 628954"/>
                <a:gd name="connsiteX196" fmla="*/ 1910956 w 2915191"/>
                <a:gd name="connsiteY196" fmla="*/ 263480 h 628954"/>
                <a:gd name="connsiteX197" fmla="*/ 1920714 w 2915191"/>
                <a:gd name="connsiteY197" fmla="*/ 234076 h 628954"/>
                <a:gd name="connsiteX198" fmla="*/ 1930458 w 2915191"/>
                <a:gd name="connsiteY198" fmla="*/ 210733 h 628954"/>
                <a:gd name="connsiteX199" fmla="*/ 1940202 w 2915191"/>
                <a:gd name="connsiteY199" fmla="*/ 254933 h 628954"/>
                <a:gd name="connsiteX200" fmla="*/ 1949961 w 2915191"/>
                <a:gd name="connsiteY200" fmla="*/ 270311 h 628954"/>
                <a:gd name="connsiteX201" fmla="*/ 1959705 w 2915191"/>
                <a:gd name="connsiteY201" fmla="*/ 257927 h 628954"/>
                <a:gd name="connsiteX202" fmla="*/ 1969464 w 2915191"/>
                <a:gd name="connsiteY202" fmla="*/ 260029 h 628954"/>
                <a:gd name="connsiteX203" fmla="*/ 1979208 w 2915191"/>
                <a:gd name="connsiteY203" fmla="*/ 287755 h 628954"/>
                <a:gd name="connsiteX204" fmla="*/ 1988952 w 2915191"/>
                <a:gd name="connsiteY204" fmla="*/ 296084 h 628954"/>
                <a:gd name="connsiteX205" fmla="*/ 1998711 w 2915191"/>
                <a:gd name="connsiteY205" fmla="*/ 305559 h 628954"/>
                <a:gd name="connsiteX206" fmla="*/ 2008454 w 2915191"/>
                <a:gd name="connsiteY206" fmla="*/ 332104 h 628954"/>
                <a:gd name="connsiteX207" fmla="*/ 2018213 w 2915191"/>
                <a:gd name="connsiteY207" fmla="*/ 332626 h 628954"/>
                <a:gd name="connsiteX208" fmla="*/ 2027957 w 2915191"/>
                <a:gd name="connsiteY208" fmla="*/ 299228 h 628954"/>
                <a:gd name="connsiteX209" fmla="*/ 2037701 w 2915191"/>
                <a:gd name="connsiteY209" fmla="*/ 281452 h 628954"/>
                <a:gd name="connsiteX210" fmla="*/ 2047460 w 2915191"/>
                <a:gd name="connsiteY210" fmla="*/ 283005 h 628954"/>
                <a:gd name="connsiteX211" fmla="*/ 2057204 w 2915191"/>
                <a:gd name="connsiteY211" fmla="*/ 283242 h 628954"/>
                <a:gd name="connsiteX212" fmla="*/ 2066963 w 2915191"/>
                <a:gd name="connsiteY212" fmla="*/ 280955 h 628954"/>
                <a:gd name="connsiteX213" fmla="*/ 2076707 w 2915191"/>
                <a:gd name="connsiteY213" fmla="*/ 296554 h 628954"/>
                <a:gd name="connsiteX214" fmla="*/ 2086451 w 2915191"/>
                <a:gd name="connsiteY214" fmla="*/ 325030 h 628954"/>
                <a:gd name="connsiteX215" fmla="*/ 2096210 w 2915191"/>
                <a:gd name="connsiteY215" fmla="*/ 300690 h 628954"/>
                <a:gd name="connsiteX216" fmla="*/ 2105954 w 2915191"/>
                <a:gd name="connsiteY216" fmla="*/ 300872 h 628954"/>
                <a:gd name="connsiteX217" fmla="*/ 2115697 w 2915191"/>
                <a:gd name="connsiteY217" fmla="*/ 314938 h 628954"/>
                <a:gd name="connsiteX218" fmla="*/ 2125456 w 2915191"/>
                <a:gd name="connsiteY218" fmla="*/ 304622 h 628954"/>
                <a:gd name="connsiteX219" fmla="*/ 2135200 w 2915191"/>
                <a:gd name="connsiteY219" fmla="*/ 289243 h 628954"/>
                <a:gd name="connsiteX220" fmla="*/ 2144959 w 2915191"/>
                <a:gd name="connsiteY220" fmla="*/ 283924 h 628954"/>
                <a:gd name="connsiteX221" fmla="*/ 2154703 w 2915191"/>
                <a:gd name="connsiteY221" fmla="*/ 305639 h 628954"/>
                <a:gd name="connsiteX222" fmla="*/ 2164447 w 2915191"/>
                <a:gd name="connsiteY222" fmla="*/ 286501 h 628954"/>
                <a:gd name="connsiteX223" fmla="*/ 2174206 w 2915191"/>
                <a:gd name="connsiteY223" fmla="*/ 220134 h 628954"/>
                <a:gd name="connsiteX224" fmla="*/ 2183950 w 2915191"/>
                <a:gd name="connsiteY224" fmla="*/ 206743 h 628954"/>
                <a:gd name="connsiteX225" fmla="*/ 2193709 w 2915191"/>
                <a:gd name="connsiteY225" fmla="*/ 225034 h 628954"/>
                <a:gd name="connsiteX226" fmla="*/ 2203452 w 2915191"/>
                <a:gd name="connsiteY226" fmla="*/ 215514 h 628954"/>
                <a:gd name="connsiteX227" fmla="*/ 2213196 w 2915191"/>
                <a:gd name="connsiteY227" fmla="*/ 215006 h 628954"/>
                <a:gd name="connsiteX228" fmla="*/ 2222955 w 2915191"/>
                <a:gd name="connsiteY228" fmla="*/ 216329 h 628954"/>
                <a:gd name="connsiteX229" fmla="*/ 2232699 w 2915191"/>
                <a:gd name="connsiteY229" fmla="*/ 218590 h 628954"/>
                <a:gd name="connsiteX230" fmla="*/ 2242458 w 2915191"/>
                <a:gd name="connsiteY230" fmla="*/ 217941 h 628954"/>
                <a:gd name="connsiteX231" fmla="*/ 2252202 w 2915191"/>
                <a:gd name="connsiteY231" fmla="*/ 223807 h 628954"/>
                <a:gd name="connsiteX232" fmla="*/ 2261946 w 2915191"/>
                <a:gd name="connsiteY232" fmla="*/ 209654 h 628954"/>
                <a:gd name="connsiteX233" fmla="*/ 2271705 w 2915191"/>
                <a:gd name="connsiteY233" fmla="*/ 236560 h 628954"/>
                <a:gd name="connsiteX234" fmla="*/ 2281449 w 2915191"/>
                <a:gd name="connsiteY234" fmla="*/ 240905 h 628954"/>
                <a:gd name="connsiteX235" fmla="*/ 2291208 w 2915191"/>
                <a:gd name="connsiteY235" fmla="*/ 237301 h 628954"/>
                <a:gd name="connsiteX236" fmla="*/ 2300951 w 2915191"/>
                <a:gd name="connsiteY236" fmla="*/ 295410 h 628954"/>
                <a:gd name="connsiteX237" fmla="*/ 2310695 w 2915191"/>
                <a:gd name="connsiteY237" fmla="*/ 290909 h 628954"/>
                <a:gd name="connsiteX238" fmla="*/ 2320454 w 2915191"/>
                <a:gd name="connsiteY238" fmla="*/ 297020 h 628954"/>
                <a:gd name="connsiteX239" fmla="*/ 2330198 w 2915191"/>
                <a:gd name="connsiteY239" fmla="*/ 289109 h 628954"/>
                <a:gd name="connsiteX240" fmla="*/ 2339957 w 2915191"/>
                <a:gd name="connsiteY240" fmla="*/ 293085 h 628954"/>
                <a:gd name="connsiteX241" fmla="*/ 2349701 w 2915191"/>
                <a:gd name="connsiteY241" fmla="*/ 307132 h 628954"/>
                <a:gd name="connsiteX242" fmla="*/ 2359445 w 2915191"/>
                <a:gd name="connsiteY242" fmla="*/ 291445 h 628954"/>
                <a:gd name="connsiteX243" fmla="*/ 2369204 w 2915191"/>
                <a:gd name="connsiteY243" fmla="*/ 285803 h 628954"/>
                <a:gd name="connsiteX244" fmla="*/ 2378948 w 2915191"/>
                <a:gd name="connsiteY244" fmla="*/ 272754 h 628954"/>
                <a:gd name="connsiteX245" fmla="*/ 2388692 w 2915191"/>
                <a:gd name="connsiteY245" fmla="*/ 283018 h 628954"/>
                <a:gd name="connsiteX246" fmla="*/ 2398450 w 2915191"/>
                <a:gd name="connsiteY246" fmla="*/ 280683 h 628954"/>
                <a:gd name="connsiteX247" fmla="*/ 2408194 w 2915191"/>
                <a:gd name="connsiteY247" fmla="*/ 263824 h 628954"/>
                <a:gd name="connsiteX248" fmla="*/ 2417953 w 2915191"/>
                <a:gd name="connsiteY248" fmla="*/ 303939 h 628954"/>
                <a:gd name="connsiteX249" fmla="*/ 2427697 w 2915191"/>
                <a:gd name="connsiteY249" fmla="*/ 289612 h 628954"/>
                <a:gd name="connsiteX250" fmla="*/ 2437441 w 2915191"/>
                <a:gd name="connsiteY250" fmla="*/ 308574 h 628954"/>
                <a:gd name="connsiteX251" fmla="*/ 2447200 w 2915191"/>
                <a:gd name="connsiteY251" fmla="*/ 287227 h 628954"/>
                <a:gd name="connsiteX252" fmla="*/ 2456944 w 2915191"/>
                <a:gd name="connsiteY252" fmla="*/ 294431 h 628954"/>
                <a:gd name="connsiteX253" fmla="*/ 2466703 w 2915191"/>
                <a:gd name="connsiteY253" fmla="*/ 331857 h 628954"/>
                <a:gd name="connsiteX254" fmla="*/ 2476446 w 2915191"/>
                <a:gd name="connsiteY254" fmla="*/ 318916 h 628954"/>
                <a:gd name="connsiteX255" fmla="*/ 2486190 w 2915191"/>
                <a:gd name="connsiteY255" fmla="*/ 285271 h 628954"/>
                <a:gd name="connsiteX256" fmla="*/ 2495949 w 2915191"/>
                <a:gd name="connsiteY256" fmla="*/ 281352 h 628954"/>
                <a:gd name="connsiteX257" fmla="*/ 2505693 w 2915191"/>
                <a:gd name="connsiteY257" fmla="*/ 295107 h 628954"/>
                <a:gd name="connsiteX258" fmla="*/ 2515452 w 2915191"/>
                <a:gd name="connsiteY258" fmla="*/ 328242 h 628954"/>
                <a:gd name="connsiteX259" fmla="*/ 2525196 w 2915191"/>
                <a:gd name="connsiteY259" fmla="*/ 369767 h 628954"/>
                <a:gd name="connsiteX260" fmla="*/ 2534940 w 2915191"/>
                <a:gd name="connsiteY260" fmla="*/ 380790 h 628954"/>
                <a:gd name="connsiteX261" fmla="*/ 2544699 w 2915191"/>
                <a:gd name="connsiteY261" fmla="*/ 346451 h 628954"/>
                <a:gd name="connsiteX262" fmla="*/ 2554443 w 2915191"/>
                <a:gd name="connsiteY262" fmla="*/ 375393 h 628954"/>
                <a:gd name="connsiteX263" fmla="*/ 2564202 w 2915191"/>
                <a:gd name="connsiteY263" fmla="*/ 378652 h 628954"/>
                <a:gd name="connsiteX264" fmla="*/ 2573946 w 2915191"/>
                <a:gd name="connsiteY264" fmla="*/ 378926 h 628954"/>
                <a:gd name="connsiteX265" fmla="*/ 2583690 w 2915191"/>
                <a:gd name="connsiteY265" fmla="*/ 403058 h 628954"/>
                <a:gd name="connsiteX266" fmla="*/ 2593448 w 2915191"/>
                <a:gd name="connsiteY266" fmla="*/ 392448 h 628954"/>
                <a:gd name="connsiteX267" fmla="*/ 2603192 w 2915191"/>
                <a:gd name="connsiteY267" fmla="*/ 398618 h 628954"/>
                <a:gd name="connsiteX268" fmla="*/ 2612951 w 2915191"/>
                <a:gd name="connsiteY268" fmla="*/ 351024 h 628954"/>
                <a:gd name="connsiteX269" fmla="*/ 2622695 w 2915191"/>
                <a:gd name="connsiteY269" fmla="*/ 351702 h 628954"/>
                <a:gd name="connsiteX270" fmla="*/ 2632439 w 2915191"/>
                <a:gd name="connsiteY270" fmla="*/ 369638 h 628954"/>
                <a:gd name="connsiteX271" fmla="*/ 2642198 w 2915191"/>
                <a:gd name="connsiteY271" fmla="*/ 391107 h 628954"/>
                <a:gd name="connsiteX272" fmla="*/ 2651942 w 2915191"/>
                <a:gd name="connsiteY272" fmla="*/ 373380 h 628954"/>
                <a:gd name="connsiteX273" fmla="*/ 2661685 w 2915191"/>
                <a:gd name="connsiteY273" fmla="*/ 365111 h 628954"/>
                <a:gd name="connsiteX274" fmla="*/ 2671444 w 2915191"/>
                <a:gd name="connsiteY274" fmla="*/ 377396 h 628954"/>
                <a:gd name="connsiteX275" fmla="*/ 2681188 w 2915191"/>
                <a:gd name="connsiteY275" fmla="*/ 399114 h 628954"/>
                <a:gd name="connsiteX276" fmla="*/ 2690947 w 2915191"/>
                <a:gd name="connsiteY276" fmla="*/ 408506 h 628954"/>
                <a:gd name="connsiteX277" fmla="*/ 2700691 w 2915191"/>
                <a:gd name="connsiteY277" fmla="*/ 406905 h 628954"/>
                <a:gd name="connsiteX278" fmla="*/ 2710435 w 2915191"/>
                <a:gd name="connsiteY278" fmla="*/ 432807 h 628954"/>
                <a:gd name="connsiteX279" fmla="*/ 2720194 w 2915191"/>
                <a:gd name="connsiteY279" fmla="*/ 462002 h 628954"/>
                <a:gd name="connsiteX280" fmla="*/ 2729938 w 2915191"/>
                <a:gd name="connsiteY280" fmla="*/ 429456 h 628954"/>
                <a:gd name="connsiteX281" fmla="*/ 2739697 w 2915191"/>
                <a:gd name="connsiteY281" fmla="*/ 409323 h 628954"/>
                <a:gd name="connsiteX282" fmla="*/ 2749441 w 2915191"/>
                <a:gd name="connsiteY282" fmla="*/ 424490 h 628954"/>
                <a:gd name="connsiteX283" fmla="*/ 2759185 w 2915191"/>
                <a:gd name="connsiteY283" fmla="*/ 426527 h 628954"/>
                <a:gd name="connsiteX284" fmla="*/ 2768943 w 2915191"/>
                <a:gd name="connsiteY284" fmla="*/ 419378 h 628954"/>
                <a:gd name="connsiteX285" fmla="*/ 2778687 w 2915191"/>
                <a:gd name="connsiteY285" fmla="*/ 399276 h 628954"/>
                <a:gd name="connsiteX286" fmla="*/ 2788446 w 2915191"/>
                <a:gd name="connsiteY286" fmla="*/ 415160 h 628954"/>
                <a:gd name="connsiteX287" fmla="*/ 2798190 w 2915191"/>
                <a:gd name="connsiteY287" fmla="*/ 383628 h 628954"/>
                <a:gd name="connsiteX288" fmla="*/ 2807934 w 2915191"/>
                <a:gd name="connsiteY288" fmla="*/ 329163 h 628954"/>
                <a:gd name="connsiteX289" fmla="*/ 2817693 w 2915191"/>
                <a:gd name="connsiteY289" fmla="*/ 314500 h 628954"/>
                <a:gd name="connsiteX290" fmla="*/ 2827437 w 2915191"/>
                <a:gd name="connsiteY290" fmla="*/ 265355 h 628954"/>
                <a:gd name="connsiteX291" fmla="*/ 2837196 w 2915191"/>
                <a:gd name="connsiteY291" fmla="*/ 261130 h 628954"/>
                <a:gd name="connsiteX292" fmla="*/ 2846940 w 2915191"/>
                <a:gd name="connsiteY292" fmla="*/ 297114 h 628954"/>
                <a:gd name="connsiteX293" fmla="*/ 2856684 w 2915191"/>
                <a:gd name="connsiteY293" fmla="*/ 293397 h 628954"/>
                <a:gd name="connsiteX294" fmla="*/ 2866442 w 2915191"/>
                <a:gd name="connsiteY294" fmla="*/ 308810 h 628954"/>
                <a:gd name="connsiteX295" fmla="*/ 2876186 w 2915191"/>
                <a:gd name="connsiteY295" fmla="*/ 310756 h 628954"/>
                <a:gd name="connsiteX296" fmla="*/ 2885945 w 2915191"/>
                <a:gd name="connsiteY296" fmla="*/ 335169 h 628954"/>
                <a:gd name="connsiteX297" fmla="*/ 2895689 w 2915191"/>
                <a:gd name="connsiteY297" fmla="*/ 336942 h 628954"/>
                <a:gd name="connsiteX298" fmla="*/ 2905433 w 2915191"/>
                <a:gd name="connsiteY298" fmla="*/ 333617 h 628954"/>
                <a:gd name="connsiteX299" fmla="*/ 2915192 w 2915191"/>
                <a:gd name="connsiteY299" fmla="*/ 322071 h 628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28954">
                  <a:moveTo>
                    <a:pt x="0" y="395645"/>
                  </a:moveTo>
                  <a:lnTo>
                    <a:pt x="9750" y="371995"/>
                  </a:lnTo>
                  <a:lnTo>
                    <a:pt x="19500" y="412925"/>
                  </a:lnTo>
                  <a:lnTo>
                    <a:pt x="29250" y="408473"/>
                  </a:lnTo>
                  <a:lnTo>
                    <a:pt x="39000" y="395817"/>
                  </a:lnTo>
                  <a:lnTo>
                    <a:pt x="48749" y="419213"/>
                  </a:lnTo>
                  <a:lnTo>
                    <a:pt x="58499" y="427400"/>
                  </a:lnTo>
                  <a:lnTo>
                    <a:pt x="68249" y="438757"/>
                  </a:lnTo>
                  <a:lnTo>
                    <a:pt x="77998" y="428878"/>
                  </a:lnTo>
                  <a:lnTo>
                    <a:pt x="87748" y="442583"/>
                  </a:lnTo>
                  <a:lnTo>
                    <a:pt x="97497" y="460884"/>
                  </a:lnTo>
                  <a:lnTo>
                    <a:pt x="107247" y="439371"/>
                  </a:lnTo>
                  <a:lnTo>
                    <a:pt x="116997" y="474774"/>
                  </a:lnTo>
                  <a:lnTo>
                    <a:pt x="126747" y="491455"/>
                  </a:lnTo>
                  <a:lnTo>
                    <a:pt x="136497" y="481475"/>
                  </a:lnTo>
                  <a:lnTo>
                    <a:pt x="146247" y="511638"/>
                  </a:lnTo>
                  <a:lnTo>
                    <a:pt x="155997" y="538832"/>
                  </a:lnTo>
                  <a:lnTo>
                    <a:pt x="165747" y="523955"/>
                  </a:lnTo>
                  <a:lnTo>
                    <a:pt x="175497" y="484698"/>
                  </a:lnTo>
                  <a:lnTo>
                    <a:pt x="185247" y="502476"/>
                  </a:lnTo>
                  <a:lnTo>
                    <a:pt x="194996" y="489631"/>
                  </a:lnTo>
                  <a:lnTo>
                    <a:pt x="204746" y="476933"/>
                  </a:lnTo>
                  <a:lnTo>
                    <a:pt x="214495" y="482626"/>
                  </a:lnTo>
                  <a:lnTo>
                    <a:pt x="224245" y="499634"/>
                  </a:lnTo>
                  <a:lnTo>
                    <a:pt x="233995" y="482560"/>
                  </a:lnTo>
                  <a:lnTo>
                    <a:pt x="243744" y="510265"/>
                  </a:lnTo>
                  <a:lnTo>
                    <a:pt x="253494" y="493913"/>
                  </a:lnTo>
                  <a:lnTo>
                    <a:pt x="263244" y="517693"/>
                  </a:lnTo>
                  <a:lnTo>
                    <a:pt x="272994" y="545866"/>
                  </a:lnTo>
                  <a:lnTo>
                    <a:pt x="282744" y="526821"/>
                  </a:lnTo>
                  <a:lnTo>
                    <a:pt x="292494" y="558120"/>
                  </a:lnTo>
                  <a:lnTo>
                    <a:pt x="302244" y="565023"/>
                  </a:lnTo>
                  <a:lnTo>
                    <a:pt x="311994" y="535752"/>
                  </a:lnTo>
                  <a:lnTo>
                    <a:pt x="321744" y="555065"/>
                  </a:lnTo>
                  <a:lnTo>
                    <a:pt x="331493" y="559808"/>
                  </a:lnTo>
                  <a:lnTo>
                    <a:pt x="341243" y="568420"/>
                  </a:lnTo>
                  <a:lnTo>
                    <a:pt x="350993" y="595387"/>
                  </a:lnTo>
                  <a:lnTo>
                    <a:pt x="360742" y="588355"/>
                  </a:lnTo>
                  <a:lnTo>
                    <a:pt x="370492" y="598948"/>
                  </a:lnTo>
                  <a:lnTo>
                    <a:pt x="380241" y="593569"/>
                  </a:lnTo>
                  <a:lnTo>
                    <a:pt x="389991" y="601421"/>
                  </a:lnTo>
                  <a:lnTo>
                    <a:pt x="399741" y="590247"/>
                  </a:lnTo>
                  <a:lnTo>
                    <a:pt x="409491" y="574633"/>
                  </a:lnTo>
                  <a:lnTo>
                    <a:pt x="419241" y="587267"/>
                  </a:lnTo>
                  <a:lnTo>
                    <a:pt x="428991" y="594463"/>
                  </a:lnTo>
                  <a:lnTo>
                    <a:pt x="438741" y="598680"/>
                  </a:lnTo>
                  <a:lnTo>
                    <a:pt x="448491" y="591648"/>
                  </a:lnTo>
                  <a:lnTo>
                    <a:pt x="458241" y="583021"/>
                  </a:lnTo>
                  <a:lnTo>
                    <a:pt x="467991" y="586716"/>
                  </a:lnTo>
                  <a:lnTo>
                    <a:pt x="477740" y="552031"/>
                  </a:lnTo>
                  <a:lnTo>
                    <a:pt x="487490" y="591916"/>
                  </a:lnTo>
                  <a:lnTo>
                    <a:pt x="497239" y="603239"/>
                  </a:lnTo>
                  <a:lnTo>
                    <a:pt x="506989" y="605086"/>
                  </a:lnTo>
                  <a:lnTo>
                    <a:pt x="516738" y="602241"/>
                  </a:lnTo>
                  <a:lnTo>
                    <a:pt x="526488" y="558981"/>
                  </a:lnTo>
                  <a:lnTo>
                    <a:pt x="536238" y="553987"/>
                  </a:lnTo>
                  <a:lnTo>
                    <a:pt x="545988" y="501013"/>
                  </a:lnTo>
                  <a:lnTo>
                    <a:pt x="555738" y="531260"/>
                  </a:lnTo>
                  <a:lnTo>
                    <a:pt x="565488" y="584824"/>
                  </a:lnTo>
                  <a:lnTo>
                    <a:pt x="575238" y="599067"/>
                  </a:lnTo>
                  <a:lnTo>
                    <a:pt x="584988" y="577270"/>
                  </a:lnTo>
                  <a:lnTo>
                    <a:pt x="594738" y="569090"/>
                  </a:lnTo>
                  <a:lnTo>
                    <a:pt x="604488" y="608588"/>
                  </a:lnTo>
                  <a:lnTo>
                    <a:pt x="614237" y="628954"/>
                  </a:lnTo>
                  <a:lnTo>
                    <a:pt x="623987" y="596192"/>
                  </a:lnTo>
                  <a:lnTo>
                    <a:pt x="633736" y="548217"/>
                  </a:lnTo>
                  <a:lnTo>
                    <a:pt x="643486" y="542572"/>
                  </a:lnTo>
                  <a:lnTo>
                    <a:pt x="653236" y="515533"/>
                  </a:lnTo>
                  <a:lnTo>
                    <a:pt x="662985" y="549092"/>
                  </a:lnTo>
                  <a:lnTo>
                    <a:pt x="672735" y="552453"/>
                  </a:lnTo>
                  <a:lnTo>
                    <a:pt x="682485" y="555124"/>
                  </a:lnTo>
                  <a:lnTo>
                    <a:pt x="692235" y="603298"/>
                  </a:lnTo>
                  <a:lnTo>
                    <a:pt x="701985" y="612894"/>
                  </a:lnTo>
                  <a:lnTo>
                    <a:pt x="711735" y="603641"/>
                  </a:lnTo>
                  <a:lnTo>
                    <a:pt x="721485" y="597086"/>
                  </a:lnTo>
                  <a:lnTo>
                    <a:pt x="731235" y="549611"/>
                  </a:lnTo>
                  <a:lnTo>
                    <a:pt x="740985" y="527671"/>
                  </a:lnTo>
                  <a:lnTo>
                    <a:pt x="750734" y="497797"/>
                  </a:lnTo>
                  <a:lnTo>
                    <a:pt x="760484" y="465657"/>
                  </a:lnTo>
                  <a:lnTo>
                    <a:pt x="770233" y="457993"/>
                  </a:lnTo>
                  <a:lnTo>
                    <a:pt x="779983" y="438131"/>
                  </a:lnTo>
                  <a:lnTo>
                    <a:pt x="789733" y="453751"/>
                  </a:lnTo>
                  <a:lnTo>
                    <a:pt x="799482" y="432915"/>
                  </a:lnTo>
                  <a:lnTo>
                    <a:pt x="809232" y="420054"/>
                  </a:lnTo>
                  <a:lnTo>
                    <a:pt x="818982" y="422280"/>
                  </a:lnTo>
                  <a:lnTo>
                    <a:pt x="828732" y="405553"/>
                  </a:lnTo>
                  <a:lnTo>
                    <a:pt x="838482" y="389364"/>
                  </a:lnTo>
                  <a:lnTo>
                    <a:pt x="848232" y="395555"/>
                  </a:lnTo>
                  <a:lnTo>
                    <a:pt x="857982" y="374902"/>
                  </a:lnTo>
                  <a:lnTo>
                    <a:pt x="867732" y="392833"/>
                  </a:lnTo>
                  <a:lnTo>
                    <a:pt x="877482" y="425314"/>
                  </a:lnTo>
                  <a:lnTo>
                    <a:pt x="887231" y="449857"/>
                  </a:lnTo>
                  <a:lnTo>
                    <a:pt x="896981" y="441244"/>
                  </a:lnTo>
                  <a:lnTo>
                    <a:pt x="906730" y="444119"/>
                  </a:lnTo>
                  <a:lnTo>
                    <a:pt x="916480" y="451713"/>
                  </a:lnTo>
                  <a:lnTo>
                    <a:pt x="926230" y="429107"/>
                  </a:lnTo>
                  <a:lnTo>
                    <a:pt x="935979" y="453845"/>
                  </a:lnTo>
                  <a:lnTo>
                    <a:pt x="945729" y="440763"/>
                  </a:lnTo>
                  <a:lnTo>
                    <a:pt x="955479" y="423030"/>
                  </a:lnTo>
                  <a:lnTo>
                    <a:pt x="965229" y="446213"/>
                  </a:lnTo>
                  <a:lnTo>
                    <a:pt x="974979" y="437375"/>
                  </a:lnTo>
                  <a:lnTo>
                    <a:pt x="984729" y="421428"/>
                  </a:lnTo>
                  <a:lnTo>
                    <a:pt x="994474" y="390048"/>
                  </a:lnTo>
                  <a:lnTo>
                    <a:pt x="1004233" y="393518"/>
                  </a:lnTo>
                  <a:lnTo>
                    <a:pt x="1013977" y="396139"/>
                  </a:lnTo>
                  <a:lnTo>
                    <a:pt x="1023721" y="372723"/>
                  </a:lnTo>
                  <a:lnTo>
                    <a:pt x="1033480" y="345893"/>
                  </a:lnTo>
                  <a:lnTo>
                    <a:pt x="1043224" y="373243"/>
                  </a:lnTo>
                  <a:lnTo>
                    <a:pt x="1052983" y="354542"/>
                  </a:lnTo>
                  <a:lnTo>
                    <a:pt x="1062727" y="332752"/>
                  </a:lnTo>
                  <a:lnTo>
                    <a:pt x="1072471" y="346424"/>
                  </a:lnTo>
                  <a:lnTo>
                    <a:pt x="1082230" y="350804"/>
                  </a:lnTo>
                  <a:lnTo>
                    <a:pt x="1091973" y="325970"/>
                  </a:lnTo>
                  <a:lnTo>
                    <a:pt x="1101732" y="302658"/>
                  </a:lnTo>
                  <a:lnTo>
                    <a:pt x="1111476" y="294146"/>
                  </a:lnTo>
                  <a:lnTo>
                    <a:pt x="1121220" y="312725"/>
                  </a:lnTo>
                  <a:lnTo>
                    <a:pt x="1130979" y="287467"/>
                  </a:lnTo>
                  <a:lnTo>
                    <a:pt x="1140723" y="284422"/>
                  </a:lnTo>
                  <a:lnTo>
                    <a:pt x="1150482" y="268967"/>
                  </a:lnTo>
                  <a:lnTo>
                    <a:pt x="1160226" y="206798"/>
                  </a:lnTo>
                  <a:lnTo>
                    <a:pt x="1169969" y="250400"/>
                  </a:lnTo>
                  <a:lnTo>
                    <a:pt x="1179728" y="222415"/>
                  </a:lnTo>
                  <a:lnTo>
                    <a:pt x="1189472" y="206999"/>
                  </a:lnTo>
                  <a:lnTo>
                    <a:pt x="1199231" y="176286"/>
                  </a:lnTo>
                  <a:lnTo>
                    <a:pt x="1208975" y="174171"/>
                  </a:lnTo>
                  <a:lnTo>
                    <a:pt x="1218719" y="146937"/>
                  </a:lnTo>
                  <a:lnTo>
                    <a:pt x="1228478" y="131746"/>
                  </a:lnTo>
                  <a:lnTo>
                    <a:pt x="1238222" y="129314"/>
                  </a:lnTo>
                  <a:lnTo>
                    <a:pt x="1247966" y="138121"/>
                  </a:lnTo>
                  <a:lnTo>
                    <a:pt x="1257725" y="141520"/>
                  </a:lnTo>
                  <a:lnTo>
                    <a:pt x="1267469" y="130792"/>
                  </a:lnTo>
                  <a:lnTo>
                    <a:pt x="1277227" y="115600"/>
                  </a:lnTo>
                  <a:lnTo>
                    <a:pt x="1286971" y="133023"/>
                  </a:lnTo>
                  <a:lnTo>
                    <a:pt x="1296715" y="164990"/>
                  </a:lnTo>
                  <a:lnTo>
                    <a:pt x="1306474" y="151245"/>
                  </a:lnTo>
                  <a:lnTo>
                    <a:pt x="1316218" y="157244"/>
                  </a:lnTo>
                  <a:lnTo>
                    <a:pt x="1325977" y="171504"/>
                  </a:lnTo>
                  <a:lnTo>
                    <a:pt x="1335721" y="188082"/>
                  </a:lnTo>
                  <a:lnTo>
                    <a:pt x="1345465" y="217317"/>
                  </a:lnTo>
                  <a:lnTo>
                    <a:pt x="1355224" y="224213"/>
                  </a:lnTo>
                  <a:lnTo>
                    <a:pt x="1364967" y="226622"/>
                  </a:lnTo>
                  <a:lnTo>
                    <a:pt x="1374726" y="226941"/>
                  </a:lnTo>
                  <a:lnTo>
                    <a:pt x="1384470" y="213751"/>
                  </a:lnTo>
                  <a:lnTo>
                    <a:pt x="1394214" y="223891"/>
                  </a:lnTo>
                  <a:lnTo>
                    <a:pt x="1403973" y="174007"/>
                  </a:lnTo>
                  <a:lnTo>
                    <a:pt x="1413717" y="149112"/>
                  </a:lnTo>
                  <a:lnTo>
                    <a:pt x="1423476" y="146447"/>
                  </a:lnTo>
                  <a:lnTo>
                    <a:pt x="1433220" y="139346"/>
                  </a:lnTo>
                  <a:lnTo>
                    <a:pt x="1442964" y="135004"/>
                  </a:lnTo>
                  <a:lnTo>
                    <a:pt x="1452722" y="131031"/>
                  </a:lnTo>
                  <a:lnTo>
                    <a:pt x="1462466" y="102240"/>
                  </a:lnTo>
                  <a:lnTo>
                    <a:pt x="1472225" y="81870"/>
                  </a:lnTo>
                  <a:lnTo>
                    <a:pt x="1481969" y="54065"/>
                  </a:lnTo>
                  <a:lnTo>
                    <a:pt x="1491713" y="55172"/>
                  </a:lnTo>
                  <a:lnTo>
                    <a:pt x="1501472" y="29554"/>
                  </a:lnTo>
                  <a:lnTo>
                    <a:pt x="1511216" y="18598"/>
                  </a:lnTo>
                  <a:lnTo>
                    <a:pt x="1520960" y="0"/>
                  </a:lnTo>
                  <a:lnTo>
                    <a:pt x="1530719" y="267"/>
                  </a:lnTo>
                  <a:lnTo>
                    <a:pt x="1540463" y="48024"/>
                  </a:lnTo>
                  <a:lnTo>
                    <a:pt x="1550221" y="47169"/>
                  </a:lnTo>
                  <a:lnTo>
                    <a:pt x="1559965" y="52754"/>
                  </a:lnTo>
                  <a:lnTo>
                    <a:pt x="1569709" y="90336"/>
                  </a:lnTo>
                  <a:lnTo>
                    <a:pt x="1579468" y="65767"/>
                  </a:lnTo>
                  <a:lnTo>
                    <a:pt x="1589212" y="90574"/>
                  </a:lnTo>
                  <a:lnTo>
                    <a:pt x="1598971" y="77318"/>
                  </a:lnTo>
                  <a:lnTo>
                    <a:pt x="1608715" y="97118"/>
                  </a:lnTo>
                  <a:lnTo>
                    <a:pt x="1618459" y="72123"/>
                  </a:lnTo>
                  <a:lnTo>
                    <a:pt x="1628218" y="93314"/>
                  </a:lnTo>
                  <a:lnTo>
                    <a:pt x="1637962" y="92117"/>
                  </a:lnTo>
                  <a:lnTo>
                    <a:pt x="1647720" y="68097"/>
                  </a:lnTo>
                  <a:lnTo>
                    <a:pt x="1657464" y="82844"/>
                  </a:lnTo>
                  <a:lnTo>
                    <a:pt x="1667208" y="93567"/>
                  </a:lnTo>
                  <a:lnTo>
                    <a:pt x="1676967" y="57255"/>
                  </a:lnTo>
                  <a:lnTo>
                    <a:pt x="1686711" y="73038"/>
                  </a:lnTo>
                  <a:lnTo>
                    <a:pt x="1696470" y="86276"/>
                  </a:lnTo>
                  <a:lnTo>
                    <a:pt x="1706214" y="78120"/>
                  </a:lnTo>
                  <a:lnTo>
                    <a:pt x="1715958" y="100193"/>
                  </a:lnTo>
                  <a:lnTo>
                    <a:pt x="1725716" y="111261"/>
                  </a:lnTo>
                  <a:lnTo>
                    <a:pt x="1735460" y="133537"/>
                  </a:lnTo>
                  <a:lnTo>
                    <a:pt x="1745219" y="168467"/>
                  </a:lnTo>
                  <a:lnTo>
                    <a:pt x="1754963" y="168542"/>
                  </a:lnTo>
                  <a:lnTo>
                    <a:pt x="1764707" y="139644"/>
                  </a:lnTo>
                  <a:lnTo>
                    <a:pt x="1774466" y="145585"/>
                  </a:lnTo>
                  <a:lnTo>
                    <a:pt x="1784210" y="147823"/>
                  </a:lnTo>
                  <a:lnTo>
                    <a:pt x="1793969" y="137795"/>
                  </a:lnTo>
                  <a:lnTo>
                    <a:pt x="1803713" y="153260"/>
                  </a:lnTo>
                  <a:lnTo>
                    <a:pt x="1813457" y="110106"/>
                  </a:lnTo>
                  <a:lnTo>
                    <a:pt x="1823215" y="124603"/>
                  </a:lnTo>
                  <a:lnTo>
                    <a:pt x="1832959" y="138108"/>
                  </a:lnTo>
                  <a:lnTo>
                    <a:pt x="1842703" y="167852"/>
                  </a:lnTo>
                  <a:lnTo>
                    <a:pt x="1852462" y="193508"/>
                  </a:lnTo>
                  <a:lnTo>
                    <a:pt x="1862206" y="232847"/>
                  </a:lnTo>
                  <a:lnTo>
                    <a:pt x="1871965" y="294022"/>
                  </a:lnTo>
                  <a:lnTo>
                    <a:pt x="1881709" y="295115"/>
                  </a:lnTo>
                  <a:lnTo>
                    <a:pt x="1891453" y="301903"/>
                  </a:lnTo>
                  <a:lnTo>
                    <a:pt x="1901212" y="294066"/>
                  </a:lnTo>
                  <a:lnTo>
                    <a:pt x="1910956" y="263480"/>
                  </a:lnTo>
                  <a:lnTo>
                    <a:pt x="1920714" y="234076"/>
                  </a:lnTo>
                  <a:lnTo>
                    <a:pt x="1930458" y="210733"/>
                  </a:lnTo>
                  <a:lnTo>
                    <a:pt x="1940202" y="254933"/>
                  </a:lnTo>
                  <a:lnTo>
                    <a:pt x="1949961" y="270311"/>
                  </a:lnTo>
                  <a:lnTo>
                    <a:pt x="1959705" y="257927"/>
                  </a:lnTo>
                  <a:lnTo>
                    <a:pt x="1969464" y="260029"/>
                  </a:lnTo>
                  <a:lnTo>
                    <a:pt x="1979208" y="287755"/>
                  </a:lnTo>
                  <a:lnTo>
                    <a:pt x="1988952" y="296084"/>
                  </a:lnTo>
                  <a:lnTo>
                    <a:pt x="1998711" y="305559"/>
                  </a:lnTo>
                  <a:lnTo>
                    <a:pt x="2008454" y="332104"/>
                  </a:lnTo>
                  <a:lnTo>
                    <a:pt x="2018213" y="332626"/>
                  </a:lnTo>
                  <a:lnTo>
                    <a:pt x="2027957" y="299228"/>
                  </a:lnTo>
                  <a:lnTo>
                    <a:pt x="2037701" y="281452"/>
                  </a:lnTo>
                  <a:lnTo>
                    <a:pt x="2047460" y="283005"/>
                  </a:lnTo>
                  <a:lnTo>
                    <a:pt x="2057204" y="283242"/>
                  </a:lnTo>
                  <a:lnTo>
                    <a:pt x="2066963" y="280955"/>
                  </a:lnTo>
                  <a:lnTo>
                    <a:pt x="2076707" y="296554"/>
                  </a:lnTo>
                  <a:lnTo>
                    <a:pt x="2086451" y="325030"/>
                  </a:lnTo>
                  <a:lnTo>
                    <a:pt x="2096210" y="300690"/>
                  </a:lnTo>
                  <a:lnTo>
                    <a:pt x="2105954" y="300872"/>
                  </a:lnTo>
                  <a:lnTo>
                    <a:pt x="2115697" y="314938"/>
                  </a:lnTo>
                  <a:lnTo>
                    <a:pt x="2125456" y="304622"/>
                  </a:lnTo>
                  <a:lnTo>
                    <a:pt x="2135200" y="289243"/>
                  </a:lnTo>
                  <a:lnTo>
                    <a:pt x="2144959" y="283924"/>
                  </a:lnTo>
                  <a:lnTo>
                    <a:pt x="2154703" y="305639"/>
                  </a:lnTo>
                  <a:lnTo>
                    <a:pt x="2164447" y="286501"/>
                  </a:lnTo>
                  <a:lnTo>
                    <a:pt x="2174206" y="220134"/>
                  </a:lnTo>
                  <a:lnTo>
                    <a:pt x="2183950" y="206743"/>
                  </a:lnTo>
                  <a:lnTo>
                    <a:pt x="2193709" y="225034"/>
                  </a:lnTo>
                  <a:lnTo>
                    <a:pt x="2203452" y="215514"/>
                  </a:lnTo>
                  <a:lnTo>
                    <a:pt x="2213196" y="215006"/>
                  </a:lnTo>
                  <a:lnTo>
                    <a:pt x="2222955" y="216329"/>
                  </a:lnTo>
                  <a:lnTo>
                    <a:pt x="2232699" y="218590"/>
                  </a:lnTo>
                  <a:lnTo>
                    <a:pt x="2242458" y="217941"/>
                  </a:lnTo>
                  <a:lnTo>
                    <a:pt x="2252202" y="223807"/>
                  </a:lnTo>
                  <a:lnTo>
                    <a:pt x="2261946" y="209654"/>
                  </a:lnTo>
                  <a:lnTo>
                    <a:pt x="2271705" y="236560"/>
                  </a:lnTo>
                  <a:lnTo>
                    <a:pt x="2281449" y="240905"/>
                  </a:lnTo>
                  <a:lnTo>
                    <a:pt x="2291208" y="237301"/>
                  </a:lnTo>
                  <a:lnTo>
                    <a:pt x="2300951" y="295410"/>
                  </a:lnTo>
                  <a:lnTo>
                    <a:pt x="2310695" y="290909"/>
                  </a:lnTo>
                  <a:lnTo>
                    <a:pt x="2320454" y="297020"/>
                  </a:lnTo>
                  <a:lnTo>
                    <a:pt x="2330198" y="289109"/>
                  </a:lnTo>
                  <a:lnTo>
                    <a:pt x="2339957" y="293085"/>
                  </a:lnTo>
                  <a:lnTo>
                    <a:pt x="2349701" y="307132"/>
                  </a:lnTo>
                  <a:lnTo>
                    <a:pt x="2359445" y="291445"/>
                  </a:lnTo>
                  <a:lnTo>
                    <a:pt x="2369204" y="285803"/>
                  </a:lnTo>
                  <a:lnTo>
                    <a:pt x="2378948" y="272754"/>
                  </a:lnTo>
                  <a:lnTo>
                    <a:pt x="2388692" y="283018"/>
                  </a:lnTo>
                  <a:lnTo>
                    <a:pt x="2398450" y="280683"/>
                  </a:lnTo>
                  <a:lnTo>
                    <a:pt x="2408194" y="263824"/>
                  </a:lnTo>
                  <a:lnTo>
                    <a:pt x="2417953" y="303939"/>
                  </a:lnTo>
                  <a:lnTo>
                    <a:pt x="2427697" y="289612"/>
                  </a:lnTo>
                  <a:lnTo>
                    <a:pt x="2437441" y="308574"/>
                  </a:lnTo>
                  <a:lnTo>
                    <a:pt x="2447200" y="287227"/>
                  </a:lnTo>
                  <a:lnTo>
                    <a:pt x="2456944" y="294431"/>
                  </a:lnTo>
                  <a:lnTo>
                    <a:pt x="2466703" y="331857"/>
                  </a:lnTo>
                  <a:lnTo>
                    <a:pt x="2476446" y="318916"/>
                  </a:lnTo>
                  <a:lnTo>
                    <a:pt x="2486190" y="285271"/>
                  </a:lnTo>
                  <a:lnTo>
                    <a:pt x="2495949" y="281352"/>
                  </a:lnTo>
                  <a:lnTo>
                    <a:pt x="2505693" y="295107"/>
                  </a:lnTo>
                  <a:lnTo>
                    <a:pt x="2515452" y="328242"/>
                  </a:lnTo>
                  <a:lnTo>
                    <a:pt x="2525196" y="369767"/>
                  </a:lnTo>
                  <a:lnTo>
                    <a:pt x="2534940" y="380790"/>
                  </a:lnTo>
                  <a:lnTo>
                    <a:pt x="2544699" y="346451"/>
                  </a:lnTo>
                  <a:lnTo>
                    <a:pt x="2554443" y="375393"/>
                  </a:lnTo>
                  <a:lnTo>
                    <a:pt x="2564202" y="378652"/>
                  </a:lnTo>
                  <a:lnTo>
                    <a:pt x="2573946" y="378926"/>
                  </a:lnTo>
                  <a:lnTo>
                    <a:pt x="2583690" y="403058"/>
                  </a:lnTo>
                  <a:lnTo>
                    <a:pt x="2593448" y="392448"/>
                  </a:lnTo>
                  <a:lnTo>
                    <a:pt x="2603192" y="398618"/>
                  </a:lnTo>
                  <a:lnTo>
                    <a:pt x="2612951" y="351024"/>
                  </a:lnTo>
                  <a:lnTo>
                    <a:pt x="2622695" y="351702"/>
                  </a:lnTo>
                  <a:lnTo>
                    <a:pt x="2632439" y="369638"/>
                  </a:lnTo>
                  <a:lnTo>
                    <a:pt x="2642198" y="391107"/>
                  </a:lnTo>
                  <a:lnTo>
                    <a:pt x="2651942" y="373380"/>
                  </a:lnTo>
                  <a:lnTo>
                    <a:pt x="2661685" y="365111"/>
                  </a:lnTo>
                  <a:lnTo>
                    <a:pt x="2671444" y="377396"/>
                  </a:lnTo>
                  <a:lnTo>
                    <a:pt x="2681188" y="399114"/>
                  </a:lnTo>
                  <a:lnTo>
                    <a:pt x="2690947" y="408506"/>
                  </a:lnTo>
                  <a:lnTo>
                    <a:pt x="2700691" y="406905"/>
                  </a:lnTo>
                  <a:lnTo>
                    <a:pt x="2710435" y="432807"/>
                  </a:lnTo>
                  <a:lnTo>
                    <a:pt x="2720194" y="462002"/>
                  </a:lnTo>
                  <a:lnTo>
                    <a:pt x="2729938" y="429456"/>
                  </a:lnTo>
                  <a:lnTo>
                    <a:pt x="2739697" y="409323"/>
                  </a:lnTo>
                  <a:lnTo>
                    <a:pt x="2749441" y="424490"/>
                  </a:lnTo>
                  <a:lnTo>
                    <a:pt x="2759185" y="426527"/>
                  </a:lnTo>
                  <a:lnTo>
                    <a:pt x="2768943" y="419378"/>
                  </a:lnTo>
                  <a:lnTo>
                    <a:pt x="2778687" y="399276"/>
                  </a:lnTo>
                  <a:lnTo>
                    <a:pt x="2788446" y="415160"/>
                  </a:lnTo>
                  <a:lnTo>
                    <a:pt x="2798190" y="383628"/>
                  </a:lnTo>
                  <a:lnTo>
                    <a:pt x="2807934" y="329163"/>
                  </a:lnTo>
                  <a:lnTo>
                    <a:pt x="2817693" y="314500"/>
                  </a:lnTo>
                  <a:lnTo>
                    <a:pt x="2827437" y="265355"/>
                  </a:lnTo>
                  <a:lnTo>
                    <a:pt x="2837196" y="261130"/>
                  </a:lnTo>
                  <a:lnTo>
                    <a:pt x="2846940" y="297114"/>
                  </a:lnTo>
                  <a:lnTo>
                    <a:pt x="2856684" y="293397"/>
                  </a:lnTo>
                  <a:lnTo>
                    <a:pt x="2866442" y="308810"/>
                  </a:lnTo>
                  <a:lnTo>
                    <a:pt x="2876186" y="310756"/>
                  </a:lnTo>
                  <a:lnTo>
                    <a:pt x="2885945" y="335169"/>
                  </a:lnTo>
                  <a:lnTo>
                    <a:pt x="2895689" y="336942"/>
                  </a:lnTo>
                  <a:lnTo>
                    <a:pt x="2905433" y="333617"/>
                  </a:lnTo>
                  <a:lnTo>
                    <a:pt x="2915192" y="32207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0" name="Freeform 1119">
              <a:extLst>
                <a:ext uri="{FF2B5EF4-FFF2-40B4-BE49-F238E27FC236}">
                  <a16:creationId xmlns:a16="http://schemas.microsoft.com/office/drawing/2014/main" id="{79F4AF44-34A2-6858-FC19-1F12453F1EB1}"/>
                </a:ext>
              </a:extLst>
            </p:cNvPr>
            <p:cNvSpPr/>
            <p:nvPr/>
          </p:nvSpPr>
          <p:spPr>
            <a:xfrm>
              <a:off x="4426652" y="2884807"/>
              <a:ext cx="2915191" cy="422018"/>
            </a:xfrm>
            <a:custGeom>
              <a:avLst/>
              <a:gdLst>
                <a:gd name="connsiteX0" fmla="*/ 0 w 2915191"/>
                <a:gd name="connsiteY0" fmla="*/ 115948 h 422018"/>
                <a:gd name="connsiteX1" fmla="*/ 9750 w 2915191"/>
                <a:gd name="connsiteY1" fmla="*/ 101112 h 422018"/>
                <a:gd name="connsiteX2" fmla="*/ 19500 w 2915191"/>
                <a:gd name="connsiteY2" fmla="*/ 85291 h 422018"/>
                <a:gd name="connsiteX3" fmla="*/ 29250 w 2915191"/>
                <a:gd name="connsiteY3" fmla="*/ 96525 h 422018"/>
                <a:gd name="connsiteX4" fmla="*/ 39000 w 2915191"/>
                <a:gd name="connsiteY4" fmla="*/ 140380 h 422018"/>
                <a:gd name="connsiteX5" fmla="*/ 48749 w 2915191"/>
                <a:gd name="connsiteY5" fmla="*/ 164373 h 422018"/>
                <a:gd name="connsiteX6" fmla="*/ 58499 w 2915191"/>
                <a:gd name="connsiteY6" fmla="*/ 157356 h 422018"/>
                <a:gd name="connsiteX7" fmla="*/ 68249 w 2915191"/>
                <a:gd name="connsiteY7" fmla="*/ 157005 h 422018"/>
                <a:gd name="connsiteX8" fmla="*/ 77998 w 2915191"/>
                <a:gd name="connsiteY8" fmla="*/ 174348 h 422018"/>
                <a:gd name="connsiteX9" fmla="*/ 87748 w 2915191"/>
                <a:gd name="connsiteY9" fmla="*/ 150037 h 422018"/>
                <a:gd name="connsiteX10" fmla="*/ 97497 w 2915191"/>
                <a:gd name="connsiteY10" fmla="*/ 96753 h 422018"/>
                <a:gd name="connsiteX11" fmla="*/ 107247 w 2915191"/>
                <a:gd name="connsiteY11" fmla="*/ 58258 h 422018"/>
                <a:gd name="connsiteX12" fmla="*/ 116997 w 2915191"/>
                <a:gd name="connsiteY12" fmla="*/ 39776 h 422018"/>
                <a:gd name="connsiteX13" fmla="*/ 126747 w 2915191"/>
                <a:gd name="connsiteY13" fmla="*/ 66074 h 422018"/>
                <a:gd name="connsiteX14" fmla="*/ 136497 w 2915191"/>
                <a:gd name="connsiteY14" fmla="*/ 81623 h 422018"/>
                <a:gd name="connsiteX15" fmla="*/ 146247 w 2915191"/>
                <a:gd name="connsiteY15" fmla="*/ 60295 h 422018"/>
                <a:gd name="connsiteX16" fmla="*/ 155997 w 2915191"/>
                <a:gd name="connsiteY16" fmla="*/ 33982 h 422018"/>
                <a:gd name="connsiteX17" fmla="*/ 165747 w 2915191"/>
                <a:gd name="connsiteY17" fmla="*/ 29501 h 422018"/>
                <a:gd name="connsiteX18" fmla="*/ 175497 w 2915191"/>
                <a:gd name="connsiteY18" fmla="*/ 54690 h 422018"/>
                <a:gd name="connsiteX19" fmla="*/ 185247 w 2915191"/>
                <a:gd name="connsiteY19" fmla="*/ 87044 h 422018"/>
                <a:gd name="connsiteX20" fmla="*/ 194996 w 2915191"/>
                <a:gd name="connsiteY20" fmla="*/ 74318 h 422018"/>
                <a:gd name="connsiteX21" fmla="*/ 204746 w 2915191"/>
                <a:gd name="connsiteY21" fmla="*/ 86432 h 422018"/>
                <a:gd name="connsiteX22" fmla="*/ 214495 w 2915191"/>
                <a:gd name="connsiteY22" fmla="*/ 81013 h 422018"/>
                <a:gd name="connsiteX23" fmla="*/ 224245 w 2915191"/>
                <a:gd name="connsiteY23" fmla="*/ 65447 h 422018"/>
                <a:gd name="connsiteX24" fmla="*/ 233995 w 2915191"/>
                <a:gd name="connsiteY24" fmla="*/ 89801 h 422018"/>
                <a:gd name="connsiteX25" fmla="*/ 243744 w 2915191"/>
                <a:gd name="connsiteY25" fmla="*/ 86971 h 422018"/>
                <a:gd name="connsiteX26" fmla="*/ 253494 w 2915191"/>
                <a:gd name="connsiteY26" fmla="*/ 94705 h 422018"/>
                <a:gd name="connsiteX27" fmla="*/ 263244 w 2915191"/>
                <a:gd name="connsiteY27" fmla="*/ 70465 h 422018"/>
                <a:gd name="connsiteX28" fmla="*/ 272994 w 2915191"/>
                <a:gd name="connsiteY28" fmla="*/ 65605 h 422018"/>
                <a:gd name="connsiteX29" fmla="*/ 282744 w 2915191"/>
                <a:gd name="connsiteY29" fmla="*/ 83017 h 422018"/>
                <a:gd name="connsiteX30" fmla="*/ 292494 w 2915191"/>
                <a:gd name="connsiteY30" fmla="*/ 108676 h 422018"/>
                <a:gd name="connsiteX31" fmla="*/ 302244 w 2915191"/>
                <a:gd name="connsiteY31" fmla="*/ 113560 h 422018"/>
                <a:gd name="connsiteX32" fmla="*/ 311994 w 2915191"/>
                <a:gd name="connsiteY32" fmla="*/ 105114 h 422018"/>
                <a:gd name="connsiteX33" fmla="*/ 321744 w 2915191"/>
                <a:gd name="connsiteY33" fmla="*/ 79219 h 422018"/>
                <a:gd name="connsiteX34" fmla="*/ 331493 w 2915191"/>
                <a:gd name="connsiteY34" fmla="*/ 64672 h 422018"/>
                <a:gd name="connsiteX35" fmla="*/ 341243 w 2915191"/>
                <a:gd name="connsiteY35" fmla="*/ 103286 h 422018"/>
                <a:gd name="connsiteX36" fmla="*/ 350993 w 2915191"/>
                <a:gd name="connsiteY36" fmla="*/ 96884 h 422018"/>
                <a:gd name="connsiteX37" fmla="*/ 360742 w 2915191"/>
                <a:gd name="connsiteY37" fmla="*/ 63048 h 422018"/>
                <a:gd name="connsiteX38" fmla="*/ 370492 w 2915191"/>
                <a:gd name="connsiteY38" fmla="*/ 42642 h 422018"/>
                <a:gd name="connsiteX39" fmla="*/ 380241 w 2915191"/>
                <a:gd name="connsiteY39" fmla="*/ 15388 h 422018"/>
                <a:gd name="connsiteX40" fmla="*/ 389991 w 2915191"/>
                <a:gd name="connsiteY40" fmla="*/ 12368 h 422018"/>
                <a:gd name="connsiteX41" fmla="*/ 399741 w 2915191"/>
                <a:gd name="connsiteY41" fmla="*/ 11019 h 422018"/>
                <a:gd name="connsiteX42" fmla="*/ 409491 w 2915191"/>
                <a:gd name="connsiteY42" fmla="*/ 15690 h 422018"/>
                <a:gd name="connsiteX43" fmla="*/ 419241 w 2915191"/>
                <a:gd name="connsiteY43" fmla="*/ 35962 h 422018"/>
                <a:gd name="connsiteX44" fmla="*/ 428991 w 2915191"/>
                <a:gd name="connsiteY44" fmla="*/ 22107 h 422018"/>
                <a:gd name="connsiteX45" fmla="*/ 438741 w 2915191"/>
                <a:gd name="connsiteY45" fmla="*/ 3075 h 422018"/>
                <a:gd name="connsiteX46" fmla="*/ 448491 w 2915191"/>
                <a:gd name="connsiteY46" fmla="*/ 0 h 422018"/>
                <a:gd name="connsiteX47" fmla="*/ 458241 w 2915191"/>
                <a:gd name="connsiteY47" fmla="*/ 12819 h 422018"/>
                <a:gd name="connsiteX48" fmla="*/ 467991 w 2915191"/>
                <a:gd name="connsiteY48" fmla="*/ 22196 h 422018"/>
                <a:gd name="connsiteX49" fmla="*/ 477740 w 2915191"/>
                <a:gd name="connsiteY49" fmla="*/ 22612 h 422018"/>
                <a:gd name="connsiteX50" fmla="*/ 487490 w 2915191"/>
                <a:gd name="connsiteY50" fmla="*/ 25920 h 422018"/>
                <a:gd name="connsiteX51" fmla="*/ 497239 w 2915191"/>
                <a:gd name="connsiteY51" fmla="*/ 53753 h 422018"/>
                <a:gd name="connsiteX52" fmla="*/ 506989 w 2915191"/>
                <a:gd name="connsiteY52" fmla="*/ 74884 h 422018"/>
                <a:gd name="connsiteX53" fmla="*/ 516738 w 2915191"/>
                <a:gd name="connsiteY53" fmla="*/ 93351 h 422018"/>
                <a:gd name="connsiteX54" fmla="*/ 526488 w 2915191"/>
                <a:gd name="connsiteY54" fmla="*/ 98153 h 422018"/>
                <a:gd name="connsiteX55" fmla="*/ 536238 w 2915191"/>
                <a:gd name="connsiteY55" fmla="*/ 98093 h 422018"/>
                <a:gd name="connsiteX56" fmla="*/ 545988 w 2915191"/>
                <a:gd name="connsiteY56" fmla="*/ 83014 h 422018"/>
                <a:gd name="connsiteX57" fmla="*/ 555738 w 2915191"/>
                <a:gd name="connsiteY57" fmla="*/ 68471 h 422018"/>
                <a:gd name="connsiteX58" fmla="*/ 565488 w 2915191"/>
                <a:gd name="connsiteY58" fmla="*/ 28900 h 422018"/>
                <a:gd name="connsiteX59" fmla="*/ 575238 w 2915191"/>
                <a:gd name="connsiteY59" fmla="*/ 27654 h 422018"/>
                <a:gd name="connsiteX60" fmla="*/ 584988 w 2915191"/>
                <a:gd name="connsiteY60" fmla="*/ 36248 h 422018"/>
                <a:gd name="connsiteX61" fmla="*/ 594738 w 2915191"/>
                <a:gd name="connsiteY61" fmla="*/ 53796 h 422018"/>
                <a:gd name="connsiteX62" fmla="*/ 604488 w 2915191"/>
                <a:gd name="connsiteY62" fmla="*/ 58650 h 422018"/>
                <a:gd name="connsiteX63" fmla="*/ 614237 w 2915191"/>
                <a:gd name="connsiteY63" fmla="*/ 49955 h 422018"/>
                <a:gd name="connsiteX64" fmla="*/ 623987 w 2915191"/>
                <a:gd name="connsiteY64" fmla="*/ 72445 h 422018"/>
                <a:gd name="connsiteX65" fmla="*/ 633736 w 2915191"/>
                <a:gd name="connsiteY65" fmla="*/ 94297 h 422018"/>
                <a:gd name="connsiteX66" fmla="*/ 643486 w 2915191"/>
                <a:gd name="connsiteY66" fmla="*/ 105738 h 422018"/>
                <a:gd name="connsiteX67" fmla="*/ 653236 w 2915191"/>
                <a:gd name="connsiteY67" fmla="*/ 150854 h 422018"/>
                <a:gd name="connsiteX68" fmla="*/ 662985 w 2915191"/>
                <a:gd name="connsiteY68" fmla="*/ 159936 h 422018"/>
                <a:gd name="connsiteX69" fmla="*/ 672735 w 2915191"/>
                <a:gd name="connsiteY69" fmla="*/ 161079 h 422018"/>
                <a:gd name="connsiteX70" fmla="*/ 682485 w 2915191"/>
                <a:gd name="connsiteY70" fmla="*/ 188287 h 422018"/>
                <a:gd name="connsiteX71" fmla="*/ 692235 w 2915191"/>
                <a:gd name="connsiteY71" fmla="*/ 187075 h 422018"/>
                <a:gd name="connsiteX72" fmla="*/ 701985 w 2915191"/>
                <a:gd name="connsiteY72" fmla="*/ 190081 h 422018"/>
                <a:gd name="connsiteX73" fmla="*/ 711735 w 2915191"/>
                <a:gd name="connsiteY73" fmla="*/ 195481 h 422018"/>
                <a:gd name="connsiteX74" fmla="*/ 721485 w 2915191"/>
                <a:gd name="connsiteY74" fmla="*/ 227019 h 422018"/>
                <a:gd name="connsiteX75" fmla="*/ 731235 w 2915191"/>
                <a:gd name="connsiteY75" fmla="*/ 208966 h 422018"/>
                <a:gd name="connsiteX76" fmla="*/ 740985 w 2915191"/>
                <a:gd name="connsiteY76" fmla="*/ 186836 h 422018"/>
                <a:gd name="connsiteX77" fmla="*/ 750734 w 2915191"/>
                <a:gd name="connsiteY77" fmla="*/ 168601 h 422018"/>
                <a:gd name="connsiteX78" fmla="*/ 760484 w 2915191"/>
                <a:gd name="connsiteY78" fmla="*/ 208724 h 422018"/>
                <a:gd name="connsiteX79" fmla="*/ 770233 w 2915191"/>
                <a:gd name="connsiteY79" fmla="*/ 227332 h 422018"/>
                <a:gd name="connsiteX80" fmla="*/ 779983 w 2915191"/>
                <a:gd name="connsiteY80" fmla="*/ 219095 h 422018"/>
                <a:gd name="connsiteX81" fmla="*/ 789733 w 2915191"/>
                <a:gd name="connsiteY81" fmla="*/ 216405 h 422018"/>
                <a:gd name="connsiteX82" fmla="*/ 799482 w 2915191"/>
                <a:gd name="connsiteY82" fmla="*/ 224769 h 422018"/>
                <a:gd name="connsiteX83" fmla="*/ 809232 w 2915191"/>
                <a:gd name="connsiteY83" fmla="*/ 223646 h 422018"/>
                <a:gd name="connsiteX84" fmla="*/ 818982 w 2915191"/>
                <a:gd name="connsiteY84" fmla="*/ 209299 h 422018"/>
                <a:gd name="connsiteX85" fmla="*/ 828732 w 2915191"/>
                <a:gd name="connsiteY85" fmla="*/ 216275 h 422018"/>
                <a:gd name="connsiteX86" fmla="*/ 838482 w 2915191"/>
                <a:gd name="connsiteY86" fmla="*/ 228756 h 422018"/>
                <a:gd name="connsiteX87" fmla="*/ 848232 w 2915191"/>
                <a:gd name="connsiteY87" fmla="*/ 210216 h 422018"/>
                <a:gd name="connsiteX88" fmla="*/ 857982 w 2915191"/>
                <a:gd name="connsiteY88" fmla="*/ 256388 h 422018"/>
                <a:gd name="connsiteX89" fmla="*/ 867732 w 2915191"/>
                <a:gd name="connsiteY89" fmla="*/ 253509 h 422018"/>
                <a:gd name="connsiteX90" fmla="*/ 877482 w 2915191"/>
                <a:gd name="connsiteY90" fmla="*/ 239823 h 422018"/>
                <a:gd name="connsiteX91" fmla="*/ 887231 w 2915191"/>
                <a:gd name="connsiteY91" fmla="*/ 235133 h 422018"/>
                <a:gd name="connsiteX92" fmla="*/ 896981 w 2915191"/>
                <a:gd name="connsiteY92" fmla="*/ 212689 h 422018"/>
                <a:gd name="connsiteX93" fmla="*/ 906730 w 2915191"/>
                <a:gd name="connsiteY93" fmla="*/ 182423 h 422018"/>
                <a:gd name="connsiteX94" fmla="*/ 916480 w 2915191"/>
                <a:gd name="connsiteY94" fmla="*/ 153102 h 422018"/>
                <a:gd name="connsiteX95" fmla="*/ 926230 w 2915191"/>
                <a:gd name="connsiteY95" fmla="*/ 181143 h 422018"/>
                <a:gd name="connsiteX96" fmla="*/ 935979 w 2915191"/>
                <a:gd name="connsiteY96" fmla="*/ 202574 h 422018"/>
                <a:gd name="connsiteX97" fmla="*/ 945729 w 2915191"/>
                <a:gd name="connsiteY97" fmla="*/ 207675 h 422018"/>
                <a:gd name="connsiteX98" fmla="*/ 955479 w 2915191"/>
                <a:gd name="connsiteY98" fmla="*/ 199393 h 422018"/>
                <a:gd name="connsiteX99" fmla="*/ 965229 w 2915191"/>
                <a:gd name="connsiteY99" fmla="*/ 197714 h 422018"/>
                <a:gd name="connsiteX100" fmla="*/ 974979 w 2915191"/>
                <a:gd name="connsiteY100" fmla="*/ 206919 h 422018"/>
                <a:gd name="connsiteX101" fmla="*/ 984729 w 2915191"/>
                <a:gd name="connsiteY101" fmla="*/ 199624 h 422018"/>
                <a:gd name="connsiteX102" fmla="*/ 994474 w 2915191"/>
                <a:gd name="connsiteY102" fmla="*/ 193065 h 422018"/>
                <a:gd name="connsiteX103" fmla="*/ 1004233 w 2915191"/>
                <a:gd name="connsiteY103" fmla="*/ 184943 h 422018"/>
                <a:gd name="connsiteX104" fmla="*/ 1013977 w 2915191"/>
                <a:gd name="connsiteY104" fmla="*/ 188706 h 422018"/>
                <a:gd name="connsiteX105" fmla="*/ 1023721 w 2915191"/>
                <a:gd name="connsiteY105" fmla="*/ 194667 h 422018"/>
                <a:gd name="connsiteX106" fmla="*/ 1033480 w 2915191"/>
                <a:gd name="connsiteY106" fmla="*/ 202172 h 422018"/>
                <a:gd name="connsiteX107" fmla="*/ 1043224 w 2915191"/>
                <a:gd name="connsiteY107" fmla="*/ 208402 h 422018"/>
                <a:gd name="connsiteX108" fmla="*/ 1052983 w 2915191"/>
                <a:gd name="connsiteY108" fmla="*/ 202315 h 422018"/>
                <a:gd name="connsiteX109" fmla="*/ 1062727 w 2915191"/>
                <a:gd name="connsiteY109" fmla="*/ 194217 h 422018"/>
                <a:gd name="connsiteX110" fmla="*/ 1072471 w 2915191"/>
                <a:gd name="connsiteY110" fmla="*/ 210174 h 422018"/>
                <a:gd name="connsiteX111" fmla="*/ 1082230 w 2915191"/>
                <a:gd name="connsiteY111" fmla="*/ 216627 h 422018"/>
                <a:gd name="connsiteX112" fmla="*/ 1091973 w 2915191"/>
                <a:gd name="connsiteY112" fmla="*/ 219332 h 422018"/>
                <a:gd name="connsiteX113" fmla="*/ 1101732 w 2915191"/>
                <a:gd name="connsiteY113" fmla="*/ 210216 h 422018"/>
                <a:gd name="connsiteX114" fmla="*/ 1111476 w 2915191"/>
                <a:gd name="connsiteY114" fmla="*/ 187271 h 422018"/>
                <a:gd name="connsiteX115" fmla="*/ 1121220 w 2915191"/>
                <a:gd name="connsiteY115" fmla="*/ 215341 h 422018"/>
                <a:gd name="connsiteX116" fmla="*/ 1130979 w 2915191"/>
                <a:gd name="connsiteY116" fmla="*/ 214565 h 422018"/>
                <a:gd name="connsiteX117" fmla="*/ 1140723 w 2915191"/>
                <a:gd name="connsiteY117" fmla="*/ 202701 h 422018"/>
                <a:gd name="connsiteX118" fmla="*/ 1150482 w 2915191"/>
                <a:gd name="connsiteY118" fmla="*/ 164728 h 422018"/>
                <a:gd name="connsiteX119" fmla="*/ 1160226 w 2915191"/>
                <a:gd name="connsiteY119" fmla="*/ 174585 h 422018"/>
                <a:gd name="connsiteX120" fmla="*/ 1169969 w 2915191"/>
                <a:gd name="connsiteY120" fmla="*/ 184852 h 422018"/>
                <a:gd name="connsiteX121" fmla="*/ 1179728 w 2915191"/>
                <a:gd name="connsiteY121" fmla="*/ 195896 h 422018"/>
                <a:gd name="connsiteX122" fmla="*/ 1189472 w 2915191"/>
                <a:gd name="connsiteY122" fmla="*/ 213699 h 422018"/>
                <a:gd name="connsiteX123" fmla="*/ 1199231 w 2915191"/>
                <a:gd name="connsiteY123" fmla="*/ 214726 h 422018"/>
                <a:gd name="connsiteX124" fmla="*/ 1208975 w 2915191"/>
                <a:gd name="connsiteY124" fmla="*/ 191491 h 422018"/>
                <a:gd name="connsiteX125" fmla="*/ 1218719 w 2915191"/>
                <a:gd name="connsiteY125" fmla="*/ 164205 h 422018"/>
                <a:gd name="connsiteX126" fmla="*/ 1228478 w 2915191"/>
                <a:gd name="connsiteY126" fmla="*/ 176924 h 422018"/>
                <a:gd name="connsiteX127" fmla="*/ 1238222 w 2915191"/>
                <a:gd name="connsiteY127" fmla="*/ 178506 h 422018"/>
                <a:gd name="connsiteX128" fmla="*/ 1247966 w 2915191"/>
                <a:gd name="connsiteY128" fmla="*/ 173676 h 422018"/>
                <a:gd name="connsiteX129" fmla="*/ 1257725 w 2915191"/>
                <a:gd name="connsiteY129" fmla="*/ 164596 h 422018"/>
                <a:gd name="connsiteX130" fmla="*/ 1267469 w 2915191"/>
                <a:gd name="connsiteY130" fmla="*/ 138185 h 422018"/>
                <a:gd name="connsiteX131" fmla="*/ 1277227 w 2915191"/>
                <a:gd name="connsiteY131" fmla="*/ 136786 h 422018"/>
                <a:gd name="connsiteX132" fmla="*/ 1286971 w 2915191"/>
                <a:gd name="connsiteY132" fmla="*/ 148357 h 422018"/>
                <a:gd name="connsiteX133" fmla="*/ 1296715 w 2915191"/>
                <a:gd name="connsiteY133" fmla="*/ 172399 h 422018"/>
                <a:gd name="connsiteX134" fmla="*/ 1306474 w 2915191"/>
                <a:gd name="connsiteY134" fmla="*/ 132768 h 422018"/>
                <a:gd name="connsiteX135" fmla="*/ 1316218 w 2915191"/>
                <a:gd name="connsiteY135" fmla="*/ 142837 h 422018"/>
                <a:gd name="connsiteX136" fmla="*/ 1325977 w 2915191"/>
                <a:gd name="connsiteY136" fmla="*/ 117450 h 422018"/>
                <a:gd name="connsiteX137" fmla="*/ 1335721 w 2915191"/>
                <a:gd name="connsiteY137" fmla="*/ 133966 h 422018"/>
                <a:gd name="connsiteX138" fmla="*/ 1345465 w 2915191"/>
                <a:gd name="connsiteY138" fmla="*/ 93449 h 422018"/>
                <a:gd name="connsiteX139" fmla="*/ 1355224 w 2915191"/>
                <a:gd name="connsiteY139" fmla="*/ 117689 h 422018"/>
                <a:gd name="connsiteX140" fmla="*/ 1364967 w 2915191"/>
                <a:gd name="connsiteY140" fmla="*/ 93412 h 422018"/>
                <a:gd name="connsiteX141" fmla="*/ 1374726 w 2915191"/>
                <a:gd name="connsiteY141" fmla="*/ 119262 h 422018"/>
                <a:gd name="connsiteX142" fmla="*/ 1384470 w 2915191"/>
                <a:gd name="connsiteY142" fmla="*/ 95955 h 422018"/>
                <a:gd name="connsiteX143" fmla="*/ 1394214 w 2915191"/>
                <a:gd name="connsiteY143" fmla="*/ 87591 h 422018"/>
                <a:gd name="connsiteX144" fmla="*/ 1403973 w 2915191"/>
                <a:gd name="connsiteY144" fmla="*/ 91810 h 422018"/>
                <a:gd name="connsiteX145" fmla="*/ 1413717 w 2915191"/>
                <a:gd name="connsiteY145" fmla="*/ 59903 h 422018"/>
                <a:gd name="connsiteX146" fmla="*/ 1423476 w 2915191"/>
                <a:gd name="connsiteY146" fmla="*/ 60204 h 422018"/>
                <a:gd name="connsiteX147" fmla="*/ 1433220 w 2915191"/>
                <a:gd name="connsiteY147" fmla="*/ 50625 h 422018"/>
                <a:gd name="connsiteX148" fmla="*/ 1442964 w 2915191"/>
                <a:gd name="connsiteY148" fmla="*/ 11080 h 422018"/>
                <a:gd name="connsiteX149" fmla="*/ 1452722 w 2915191"/>
                <a:gd name="connsiteY149" fmla="*/ 15233 h 422018"/>
                <a:gd name="connsiteX150" fmla="*/ 1462466 w 2915191"/>
                <a:gd name="connsiteY150" fmla="*/ 23369 h 422018"/>
                <a:gd name="connsiteX151" fmla="*/ 1472225 w 2915191"/>
                <a:gd name="connsiteY151" fmla="*/ 30875 h 422018"/>
                <a:gd name="connsiteX152" fmla="*/ 1481969 w 2915191"/>
                <a:gd name="connsiteY152" fmla="*/ 27106 h 422018"/>
                <a:gd name="connsiteX153" fmla="*/ 1491713 w 2915191"/>
                <a:gd name="connsiteY153" fmla="*/ 42674 h 422018"/>
                <a:gd name="connsiteX154" fmla="*/ 1501472 w 2915191"/>
                <a:gd name="connsiteY154" fmla="*/ 59937 h 422018"/>
                <a:gd name="connsiteX155" fmla="*/ 1511216 w 2915191"/>
                <a:gd name="connsiteY155" fmla="*/ 82619 h 422018"/>
                <a:gd name="connsiteX156" fmla="*/ 1520960 w 2915191"/>
                <a:gd name="connsiteY156" fmla="*/ 73558 h 422018"/>
                <a:gd name="connsiteX157" fmla="*/ 1530719 w 2915191"/>
                <a:gd name="connsiteY157" fmla="*/ 68617 h 422018"/>
                <a:gd name="connsiteX158" fmla="*/ 1540463 w 2915191"/>
                <a:gd name="connsiteY158" fmla="*/ 73127 h 422018"/>
                <a:gd name="connsiteX159" fmla="*/ 1550221 w 2915191"/>
                <a:gd name="connsiteY159" fmla="*/ 112072 h 422018"/>
                <a:gd name="connsiteX160" fmla="*/ 1559965 w 2915191"/>
                <a:gd name="connsiteY160" fmla="*/ 110309 h 422018"/>
                <a:gd name="connsiteX161" fmla="*/ 1569709 w 2915191"/>
                <a:gd name="connsiteY161" fmla="*/ 116944 h 422018"/>
                <a:gd name="connsiteX162" fmla="*/ 1579468 w 2915191"/>
                <a:gd name="connsiteY162" fmla="*/ 95568 h 422018"/>
                <a:gd name="connsiteX163" fmla="*/ 1589212 w 2915191"/>
                <a:gd name="connsiteY163" fmla="*/ 113876 h 422018"/>
                <a:gd name="connsiteX164" fmla="*/ 1598971 w 2915191"/>
                <a:gd name="connsiteY164" fmla="*/ 91819 h 422018"/>
                <a:gd name="connsiteX165" fmla="*/ 1608715 w 2915191"/>
                <a:gd name="connsiteY165" fmla="*/ 93579 h 422018"/>
                <a:gd name="connsiteX166" fmla="*/ 1618459 w 2915191"/>
                <a:gd name="connsiteY166" fmla="*/ 74684 h 422018"/>
                <a:gd name="connsiteX167" fmla="*/ 1628218 w 2915191"/>
                <a:gd name="connsiteY167" fmla="*/ 102575 h 422018"/>
                <a:gd name="connsiteX168" fmla="*/ 1637962 w 2915191"/>
                <a:gd name="connsiteY168" fmla="*/ 89027 h 422018"/>
                <a:gd name="connsiteX169" fmla="*/ 1647720 w 2915191"/>
                <a:gd name="connsiteY169" fmla="*/ 82122 h 422018"/>
                <a:gd name="connsiteX170" fmla="*/ 1657464 w 2915191"/>
                <a:gd name="connsiteY170" fmla="*/ 101709 h 422018"/>
                <a:gd name="connsiteX171" fmla="*/ 1667208 w 2915191"/>
                <a:gd name="connsiteY171" fmla="*/ 99694 h 422018"/>
                <a:gd name="connsiteX172" fmla="*/ 1676967 w 2915191"/>
                <a:gd name="connsiteY172" fmla="*/ 88630 h 422018"/>
                <a:gd name="connsiteX173" fmla="*/ 1686711 w 2915191"/>
                <a:gd name="connsiteY173" fmla="*/ 109166 h 422018"/>
                <a:gd name="connsiteX174" fmla="*/ 1696470 w 2915191"/>
                <a:gd name="connsiteY174" fmla="*/ 116117 h 422018"/>
                <a:gd name="connsiteX175" fmla="*/ 1706214 w 2915191"/>
                <a:gd name="connsiteY175" fmla="*/ 118666 h 422018"/>
                <a:gd name="connsiteX176" fmla="*/ 1715958 w 2915191"/>
                <a:gd name="connsiteY176" fmla="*/ 152874 h 422018"/>
                <a:gd name="connsiteX177" fmla="*/ 1725716 w 2915191"/>
                <a:gd name="connsiteY177" fmla="*/ 139390 h 422018"/>
                <a:gd name="connsiteX178" fmla="*/ 1735460 w 2915191"/>
                <a:gd name="connsiteY178" fmla="*/ 126631 h 422018"/>
                <a:gd name="connsiteX179" fmla="*/ 1745219 w 2915191"/>
                <a:gd name="connsiteY179" fmla="*/ 145383 h 422018"/>
                <a:gd name="connsiteX180" fmla="*/ 1754963 w 2915191"/>
                <a:gd name="connsiteY180" fmla="*/ 111701 h 422018"/>
                <a:gd name="connsiteX181" fmla="*/ 1764707 w 2915191"/>
                <a:gd name="connsiteY181" fmla="*/ 132483 h 422018"/>
                <a:gd name="connsiteX182" fmla="*/ 1774466 w 2915191"/>
                <a:gd name="connsiteY182" fmla="*/ 152099 h 422018"/>
                <a:gd name="connsiteX183" fmla="*/ 1784210 w 2915191"/>
                <a:gd name="connsiteY183" fmla="*/ 168038 h 422018"/>
                <a:gd name="connsiteX184" fmla="*/ 1793969 w 2915191"/>
                <a:gd name="connsiteY184" fmla="*/ 191882 h 422018"/>
                <a:gd name="connsiteX185" fmla="*/ 1803713 w 2915191"/>
                <a:gd name="connsiteY185" fmla="*/ 209115 h 422018"/>
                <a:gd name="connsiteX186" fmla="*/ 1813457 w 2915191"/>
                <a:gd name="connsiteY186" fmla="*/ 210523 h 422018"/>
                <a:gd name="connsiteX187" fmla="*/ 1823215 w 2915191"/>
                <a:gd name="connsiteY187" fmla="*/ 172320 h 422018"/>
                <a:gd name="connsiteX188" fmla="*/ 1832959 w 2915191"/>
                <a:gd name="connsiteY188" fmla="*/ 177377 h 422018"/>
                <a:gd name="connsiteX189" fmla="*/ 1842703 w 2915191"/>
                <a:gd name="connsiteY189" fmla="*/ 217010 h 422018"/>
                <a:gd name="connsiteX190" fmla="*/ 1852462 w 2915191"/>
                <a:gd name="connsiteY190" fmla="*/ 209553 h 422018"/>
                <a:gd name="connsiteX191" fmla="*/ 1862206 w 2915191"/>
                <a:gd name="connsiteY191" fmla="*/ 237162 h 422018"/>
                <a:gd name="connsiteX192" fmla="*/ 1871965 w 2915191"/>
                <a:gd name="connsiteY192" fmla="*/ 240143 h 422018"/>
                <a:gd name="connsiteX193" fmla="*/ 1881709 w 2915191"/>
                <a:gd name="connsiteY193" fmla="*/ 268749 h 422018"/>
                <a:gd name="connsiteX194" fmla="*/ 1891453 w 2915191"/>
                <a:gd name="connsiteY194" fmla="*/ 255638 h 422018"/>
                <a:gd name="connsiteX195" fmla="*/ 1901212 w 2915191"/>
                <a:gd name="connsiteY195" fmla="*/ 259601 h 422018"/>
                <a:gd name="connsiteX196" fmla="*/ 1910956 w 2915191"/>
                <a:gd name="connsiteY196" fmla="*/ 262951 h 422018"/>
                <a:gd name="connsiteX197" fmla="*/ 1920714 w 2915191"/>
                <a:gd name="connsiteY197" fmla="*/ 281239 h 422018"/>
                <a:gd name="connsiteX198" fmla="*/ 1930458 w 2915191"/>
                <a:gd name="connsiteY198" fmla="*/ 291038 h 422018"/>
                <a:gd name="connsiteX199" fmla="*/ 1940202 w 2915191"/>
                <a:gd name="connsiteY199" fmla="*/ 314911 h 422018"/>
                <a:gd name="connsiteX200" fmla="*/ 1949961 w 2915191"/>
                <a:gd name="connsiteY200" fmla="*/ 272465 h 422018"/>
                <a:gd name="connsiteX201" fmla="*/ 1959705 w 2915191"/>
                <a:gd name="connsiteY201" fmla="*/ 260083 h 422018"/>
                <a:gd name="connsiteX202" fmla="*/ 1969464 w 2915191"/>
                <a:gd name="connsiteY202" fmla="*/ 260016 h 422018"/>
                <a:gd name="connsiteX203" fmla="*/ 1979208 w 2915191"/>
                <a:gd name="connsiteY203" fmla="*/ 306617 h 422018"/>
                <a:gd name="connsiteX204" fmla="*/ 1988952 w 2915191"/>
                <a:gd name="connsiteY204" fmla="*/ 284332 h 422018"/>
                <a:gd name="connsiteX205" fmla="*/ 1998711 w 2915191"/>
                <a:gd name="connsiteY205" fmla="*/ 307269 h 422018"/>
                <a:gd name="connsiteX206" fmla="*/ 2008454 w 2915191"/>
                <a:gd name="connsiteY206" fmla="*/ 354101 h 422018"/>
                <a:gd name="connsiteX207" fmla="*/ 2018213 w 2915191"/>
                <a:gd name="connsiteY207" fmla="*/ 355664 h 422018"/>
                <a:gd name="connsiteX208" fmla="*/ 2027957 w 2915191"/>
                <a:gd name="connsiteY208" fmla="*/ 319162 h 422018"/>
                <a:gd name="connsiteX209" fmla="*/ 2037701 w 2915191"/>
                <a:gd name="connsiteY209" fmla="*/ 337282 h 422018"/>
                <a:gd name="connsiteX210" fmla="*/ 2047460 w 2915191"/>
                <a:gd name="connsiteY210" fmla="*/ 297624 h 422018"/>
                <a:gd name="connsiteX211" fmla="*/ 2057204 w 2915191"/>
                <a:gd name="connsiteY211" fmla="*/ 313412 h 422018"/>
                <a:gd name="connsiteX212" fmla="*/ 2066963 w 2915191"/>
                <a:gd name="connsiteY212" fmla="*/ 327380 h 422018"/>
                <a:gd name="connsiteX213" fmla="*/ 2076707 w 2915191"/>
                <a:gd name="connsiteY213" fmla="*/ 338019 h 422018"/>
                <a:gd name="connsiteX214" fmla="*/ 2086451 w 2915191"/>
                <a:gd name="connsiteY214" fmla="*/ 329145 h 422018"/>
                <a:gd name="connsiteX215" fmla="*/ 2096210 w 2915191"/>
                <a:gd name="connsiteY215" fmla="*/ 358405 h 422018"/>
                <a:gd name="connsiteX216" fmla="*/ 2105954 w 2915191"/>
                <a:gd name="connsiteY216" fmla="*/ 381021 h 422018"/>
                <a:gd name="connsiteX217" fmla="*/ 2115697 w 2915191"/>
                <a:gd name="connsiteY217" fmla="*/ 395830 h 422018"/>
                <a:gd name="connsiteX218" fmla="*/ 2125456 w 2915191"/>
                <a:gd name="connsiteY218" fmla="*/ 382108 h 422018"/>
                <a:gd name="connsiteX219" fmla="*/ 2135200 w 2915191"/>
                <a:gd name="connsiteY219" fmla="*/ 369081 h 422018"/>
                <a:gd name="connsiteX220" fmla="*/ 2144959 w 2915191"/>
                <a:gd name="connsiteY220" fmla="*/ 340738 h 422018"/>
                <a:gd name="connsiteX221" fmla="*/ 2154703 w 2915191"/>
                <a:gd name="connsiteY221" fmla="*/ 319427 h 422018"/>
                <a:gd name="connsiteX222" fmla="*/ 2164447 w 2915191"/>
                <a:gd name="connsiteY222" fmla="*/ 345275 h 422018"/>
                <a:gd name="connsiteX223" fmla="*/ 2174206 w 2915191"/>
                <a:gd name="connsiteY223" fmla="*/ 361074 h 422018"/>
                <a:gd name="connsiteX224" fmla="*/ 2183950 w 2915191"/>
                <a:gd name="connsiteY224" fmla="*/ 350469 h 422018"/>
                <a:gd name="connsiteX225" fmla="*/ 2193709 w 2915191"/>
                <a:gd name="connsiteY225" fmla="*/ 365368 h 422018"/>
                <a:gd name="connsiteX226" fmla="*/ 2203452 w 2915191"/>
                <a:gd name="connsiteY226" fmla="*/ 335710 h 422018"/>
                <a:gd name="connsiteX227" fmla="*/ 2213196 w 2915191"/>
                <a:gd name="connsiteY227" fmla="*/ 361655 h 422018"/>
                <a:gd name="connsiteX228" fmla="*/ 2222955 w 2915191"/>
                <a:gd name="connsiteY228" fmla="*/ 371607 h 422018"/>
                <a:gd name="connsiteX229" fmla="*/ 2232699 w 2915191"/>
                <a:gd name="connsiteY229" fmla="*/ 361095 h 422018"/>
                <a:gd name="connsiteX230" fmla="*/ 2242458 w 2915191"/>
                <a:gd name="connsiteY230" fmla="*/ 372393 h 422018"/>
                <a:gd name="connsiteX231" fmla="*/ 2252202 w 2915191"/>
                <a:gd name="connsiteY231" fmla="*/ 330069 h 422018"/>
                <a:gd name="connsiteX232" fmla="*/ 2261946 w 2915191"/>
                <a:gd name="connsiteY232" fmla="*/ 338614 h 422018"/>
                <a:gd name="connsiteX233" fmla="*/ 2271705 w 2915191"/>
                <a:gd name="connsiteY233" fmla="*/ 376067 h 422018"/>
                <a:gd name="connsiteX234" fmla="*/ 2281449 w 2915191"/>
                <a:gd name="connsiteY234" fmla="*/ 361671 h 422018"/>
                <a:gd name="connsiteX235" fmla="*/ 2291208 w 2915191"/>
                <a:gd name="connsiteY235" fmla="*/ 389310 h 422018"/>
                <a:gd name="connsiteX236" fmla="*/ 2300951 w 2915191"/>
                <a:gd name="connsiteY236" fmla="*/ 403569 h 422018"/>
                <a:gd name="connsiteX237" fmla="*/ 2310695 w 2915191"/>
                <a:gd name="connsiteY237" fmla="*/ 388960 h 422018"/>
                <a:gd name="connsiteX238" fmla="*/ 2320454 w 2915191"/>
                <a:gd name="connsiteY238" fmla="*/ 376247 h 422018"/>
                <a:gd name="connsiteX239" fmla="*/ 2330198 w 2915191"/>
                <a:gd name="connsiteY239" fmla="*/ 375241 h 422018"/>
                <a:gd name="connsiteX240" fmla="*/ 2339957 w 2915191"/>
                <a:gd name="connsiteY240" fmla="*/ 406796 h 422018"/>
                <a:gd name="connsiteX241" fmla="*/ 2349701 w 2915191"/>
                <a:gd name="connsiteY241" fmla="*/ 389705 h 422018"/>
                <a:gd name="connsiteX242" fmla="*/ 2359445 w 2915191"/>
                <a:gd name="connsiteY242" fmla="*/ 379537 h 422018"/>
                <a:gd name="connsiteX243" fmla="*/ 2369204 w 2915191"/>
                <a:gd name="connsiteY243" fmla="*/ 377148 h 422018"/>
                <a:gd name="connsiteX244" fmla="*/ 2378948 w 2915191"/>
                <a:gd name="connsiteY244" fmla="*/ 367510 h 422018"/>
                <a:gd name="connsiteX245" fmla="*/ 2388692 w 2915191"/>
                <a:gd name="connsiteY245" fmla="*/ 366308 h 422018"/>
                <a:gd name="connsiteX246" fmla="*/ 2398450 w 2915191"/>
                <a:gd name="connsiteY246" fmla="*/ 392277 h 422018"/>
                <a:gd name="connsiteX247" fmla="*/ 2408194 w 2915191"/>
                <a:gd name="connsiteY247" fmla="*/ 371275 h 422018"/>
                <a:gd name="connsiteX248" fmla="*/ 2417953 w 2915191"/>
                <a:gd name="connsiteY248" fmla="*/ 366974 h 422018"/>
                <a:gd name="connsiteX249" fmla="*/ 2427697 w 2915191"/>
                <a:gd name="connsiteY249" fmla="*/ 340349 h 422018"/>
                <a:gd name="connsiteX250" fmla="*/ 2437441 w 2915191"/>
                <a:gd name="connsiteY250" fmla="*/ 342173 h 422018"/>
                <a:gd name="connsiteX251" fmla="*/ 2447200 w 2915191"/>
                <a:gd name="connsiteY251" fmla="*/ 344146 h 422018"/>
                <a:gd name="connsiteX252" fmla="*/ 2456944 w 2915191"/>
                <a:gd name="connsiteY252" fmla="*/ 347613 h 422018"/>
                <a:gd name="connsiteX253" fmla="*/ 2466703 w 2915191"/>
                <a:gd name="connsiteY253" fmla="*/ 310535 h 422018"/>
                <a:gd name="connsiteX254" fmla="*/ 2476446 w 2915191"/>
                <a:gd name="connsiteY254" fmla="*/ 338648 h 422018"/>
                <a:gd name="connsiteX255" fmla="*/ 2486190 w 2915191"/>
                <a:gd name="connsiteY255" fmla="*/ 345859 h 422018"/>
                <a:gd name="connsiteX256" fmla="*/ 2495949 w 2915191"/>
                <a:gd name="connsiteY256" fmla="*/ 333807 h 422018"/>
                <a:gd name="connsiteX257" fmla="*/ 2505693 w 2915191"/>
                <a:gd name="connsiteY257" fmla="*/ 320556 h 422018"/>
                <a:gd name="connsiteX258" fmla="*/ 2515452 w 2915191"/>
                <a:gd name="connsiteY258" fmla="*/ 305678 h 422018"/>
                <a:gd name="connsiteX259" fmla="*/ 2525196 w 2915191"/>
                <a:gd name="connsiteY259" fmla="*/ 322076 h 422018"/>
                <a:gd name="connsiteX260" fmla="*/ 2534940 w 2915191"/>
                <a:gd name="connsiteY260" fmla="*/ 357319 h 422018"/>
                <a:gd name="connsiteX261" fmla="*/ 2544699 w 2915191"/>
                <a:gd name="connsiteY261" fmla="*/ 386089 h 422018"/>
                <a:gd name="connsiteX262" fmla="*/ 2554443 w 2915191"/>
                <a:gd name="connsiteY262" fmla="*/ 392086 h 422018"/>
                <a:gd name="connsiteX263" fmla="*/ 2564202 w 2915191"/>
                <a:gd name="connsiteY263" fmla="*/ 405452 h 422018"/>
                <a:gd name="connsiteX264" fmla="*/ 2573946 w 2915191"/>
                <a:gd name="connsiteY264" fmla="*/ 410568 h 422018"/>
                <a:gd name="connsiteX265" fmla="*/ 2583690 w 2915191"/>
                <a:gd name="connsiteY265" fmla="*/ 410363 h 422018"/>
                <a:gd name="connsiteX266" fmla="*/ 2593448 w 2915191"/>
                <a:gd name="connsiteY266" fmla="*/ 422018 h 422018"/>
                <a:gd name="connsiteX267" fmla="*/ 2603192 w 2915191"/>
                <a:gd name="connsiteY267" fmla="*/ 415983 h 422018"/>
                <a:gd name="connsiteX268" fmla="*/ 2612951 w 2915191"/>
                <a:gd name="connsiteY268" fmla="*/ 394696 h 422018"/>
                <a:gd name="connsiteX269" fmla="*/ 2622695 w 2915191"/>
                <a:gd name="connsiteY269" fmla="*/ 377449 h 422018"/>
                <a:gd name="connsiteX270" fmla="*/ 2632439 w 2915191"/>
                <a:gd name="connsiteY270" fmla="*/ 364922 h 422018"/>
                <a:gd name="connsiteX271" fmla="*/ 2642198 w 2915191"/>
                <a:gd name="connsiteY271" fmla="*/ 349177 h 422018"/>
                <a:gd name="connsiteX272" fmla="*/ 2651942 w 2915191"/>
                <a:gd name="connsiteY272" fmla="*/ 322323 h 422018"/>
                <a:gd name="connsiteX273" fmla="*/ 2661685 w 2915191"/>
                <a:gd name="connsiteY273" fmla="*/ 313586 h 422018"/>
                <a:gd name="connsiteX274" fmla="*/ 2671444 w 2915191"/>
                <a:gd name="connsiteY274" fmla="*/ 338818 h 422018"/>
                <a:gd name="connsiteX275" fmla="*/ 2681188 w 2915191"/>
                <a:gd name="connsiteY275" fmla="*/ 319030 h 422018"/>
                <a:gd name="connsiteX276" fmla="*/ 2690947 w 2915191"/>
                <a:gd name="connsiteY276" fmla="*/ 331097 h 422018"/>
                <a:gd name="connsiteX277" fmla="*/ 2700691 w 2915191"/>
                <a:gd name="connsiteY277" fmla="*/ 327462 h 422018"/>
                <a:gd name="connsiteX278" fmla="*/ 2710435 w 2915191"/>
                <a:gd name="connsiteY278" fmla="*/ 329294 h 422018"/>
                <a:gd name="connsiteX279" fmla="*/ 2720194 w 2915191"/>
                <a:gd name="connsiteY279" fmla="*/ 320143 h 422018"/>
                <a:gd name="connsiteX280" fmla="*/ 2729938 w 2915191"/>
                <a:gd name="connsiteY280" fmla="*/ 354830 h 422018"/>
                <a:gd name="connsiteX281" fmla="*/ 2739697 w 2915191"/>
                <a:gd name="connsiteY281" fmla="*/ 320507 h 422018"/>
                <a:gd name="connsiteX282" fmla="*/ 2749441 w 2915191"/>
                <a:gd name="connsiteY282" fmla="*/ 332021 h 422018"/>
                <a:gd name="connsiteX283" fmla="*/ 2759185 w 2915191"/>
                <a:gd name="connsiteY283" fmla="*/ 330035 h 422018"/>
                <a:gd name="connsiteX284" fmla="*/ 2768943 w 2915191"/>
                <a:gd name="connsiteY284" fmla="*/ 361942 h 422018"/>
                <a:gd name="connsiteX285" fmla="*/ 2778687 w 2915191"/>
                <a:gd name="connsiteY285" fmla="*/ 353243 h 422018"/>
                <a:gd name="connsiteX286" fmla="*/ 2788446 w 2915191"/>
                <a:gd name="connsiteY286" fmla="*/ 367637 h 422018"/>
                <a:gd name="connsiteX287" fmla="*/ 2798190 w 2915191"/>
                <a:gd name="connsiteY287" fmla="*/ 354039 h 422018"/>
                <a:gd name="connsiteX288" fmla="*/ 2807934 w 2915191"/>
                <a:gd name="connsiteY288" fmla="*/ 328892 h 422018"/>
                <a:gd name="connsiteX289" fmla="*/ 2817693 w 2915191"/>
                <a:gd name="connsiteY289" fmla="*/ 349357 h 422018"/>
                <a:gd name="connsiteX290" fmla="*/ 2827437 w 2915191"/>
                <a:gd name="connsiteY290" fmla="*/ 344703 h 422018"/>
                <a:gd name="connsiteX291" fmla="*/ 2837196 w 2915191"/>
                <a:gd name="connsiteY291" fmla="*/ 321665 h 422018"/>
                <a:gd name="connsiteX292" fmla="*/ 2846940 w 2915191"/>
                <a:gd name="connsiteY292" fmla="*/ 324683 h 422018"/>
                <a:gd name="connsiteX293" fmla="*/ 2856684 w 2915191"/>
                <a:gd name="connsiteY293" fmla="*/ 331431 h 422018"/>
                <a:gd name="connsiteX294" fmla="*/ 2866442 w 2915191"/>
                <a:gd name="connsiteY294" fmla="*/ 326078 h 422018"/>
                <a:gd name="connsiteX295" fmla="*/ 2876186 w 2915191"/>
                <a:gd name="connsiteY295" fmla="*/ 359974 h 422018"/>
                <a:gd name="connsiteX296" fmla="*/ 2885945 w 2915191"/>
                <a:gd name="connsiteY296" fmla="*/ 368009 h 422018"/>
                <a:gd name="connsiteX297" fmla="*/ 2895689 w 2915191"/>
                <a:gd name="connsiteY297" fmla="*/ 354979 h 422018"/>
                <a:gd name="connsiteX298" fmla="*/ 2905433 w 2915191"/>
                <a:gd name="connsiteY298" fmla="*/ 339441 h 422018"/>
                <a:gd name="connsiteX299" fmla="*/ 2915192 w 2915191"/>
                <a:gd name="connsiteY299" fmla="*/ 334138 h 422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22018">
                  <a:moveTo>
                    <a:pt x="0" y="115948"/>
                  </a:moveTo>
                  <a:lnTo>
                    <a:pt x="9750" y="101112"/>
                  </a:lnTo>
                  <a:lnTo>
                    <a:pt x="19500" y="85291"/>
                  </a:lnTo>
                  <a:lnTo>
                    <a:pt x="29250" y="96525"/>
                  </a:lnTo>
                  <a:lnTo>
                    <a:pt x="39000" y="140380"/>
                  </a:lnTo>
                  <a:lnTo>
                    <a:pt x="48749" y="164373"/>
                  </a:lnTo>
                  <a:lnTo>
                    <a:pt x="58499" y="157356"/>
                  </a:lnTo>
                  <a:lnTo>
                    <a:pt x="68249" y="157005"/>
                  </a:lnTo>
                  <a:lnTo>
                    <a:pt x="77998" y="174348"/>
                  </a:lnTo>
                  <a:lnTo>
                    <a:pt x="87748" y="150037"/>
                  </a:lnTo>
                  <a:lnTo>
                    <a:pt x="97497" y="96753"/>
                  </a:lnTo>
                  <a:lnTo>
                    <a:pt x="107247" y="58258"/>
                  </a:lnTo>
                  <a:lnTo>
                    <a:pt x="116997" y="39776"/>
                  </a:lnTo>
                  <a:lnTo>
                    <a:pt x="126747" y="66074"/>
                  </a:lnTo>
                  <a:lnTo>
                    <a:pt x="136497" y="81623"/>
                  </a:lnTo>
                  <a:lnTo>
                    <a:pt x="146247" y="60295"/>
                  </a:lnTo>
                  <a:lnTo>
                    <a:pt x="155997" y="33982"/>
                  </a:lnTo>
                  <a:lnTo>
                    <a:pt x="165747" y="29501"/>
                  </a:lnTo>
                  <a:lnTo>
                    <a:pt x="175497" y="54690"/>
                  </a:lnTo>
                  <a:lnTo>
                    <a:pt x="185247" y="87044"/>
                  </a:lnTo>
                  <a:lnTo>
                    <a:pt x="194996" y="74318"/>
                  </a:lnTo>
                  <a:lnTo>
                    <a:pt x="204746" y="86432"/>
                  </a:lnTo>
                  <a:lnTo>
                    <a:pt x="214495" y="81013"/>
                  </a:lnTo>
                  <a:lnTo>
                    <a:pt x="224245" y="65447"/>
                  </a:lnTo>
                  <a:lnTo>
                    <a:pt x="233995" y="89801"/>
                  </a:lnTo>
                  <a:lnTo>
                    <a:pt x="243744" y="86971"/>
                  </a:lnTo>
                  <a:lnTo>
                    <a:pt x="253494" y="94705"/>
                  </a:lnTo>
                  <a:lnTo>
                    <a:pt x="263244" y="70465"/>
                  </a:lnTo>
                  <a:lnTo>
                    <a:pt x="272994" y="65605"/>
                  </a:lnTo>
                  <a:lnTo>
                    <a:pt x="282744" y="83017"/>
                  </a:lnTo>
                  <a:lnTo>
                    <a:pt x="292494" y="108676"/>
                  </a:lnTo>
                  <a:lnTo>
                    <a:pt x="302244" y="113560"/>
                  </a:lnTo>
                  <a:lnTo>
                    <a:pt x="311994" y="105114"/>
                  </a:lnTo>
                  <a:lnTo>
                    <a:pt x="321744" y="79219"/>
                  </a:lnTo>
                  <a:lnTo>
                    <a:pt x="331493" y="64672"/>
                  </a:lnTo>
                  <a:lnTo>
                    <a:pt x="341243" y="103286"/>
                  </a:lnTo>
                  <a:lnTo>
                    <a:pt x="350993" y="96884"/>
                  </a:lnTo>
                  <a:lnTo>
                    <a:pt x="360742" y="63048"/>
                  </a:lnTo>
                  <a:lnTo>
                    <a:pt x="370492" y="42642"/>
                  </a:lnTo>
                  <a:lnTo>
                    <a:pt x="380241" y="15388"/>
                  </a:lnTo>
                  <a:lnTo>
                    <a:pt x="389991" y="12368"/>
                  </a:lnTo>
                  <a:lnTo>
                    <a:pt x="399741" y="11019"/>
                  </a:lnTo>
                  <a:lnTo>
                    <a:pt x="409491" y="15690"/>
                  </a:lnTo>
                  <a:lnTo>
                    <a:pt x="419241" y="35962"/>
                  </a:lnTo>
                  <a:lnTo>
                    <a:pt x="428991" y="22107"/>
                  </a:lnTo>
                  <a:lnTo>
                    <a:pt x="438741" y="3075"/>
                  </a:lnTo>
                  <a:lnTo>
                    <a:pt x="448491" y="0"/>
                  </a:lnTo>
                  <a:lnTo>
                    <a:pt x="458241" y="12819"/>
                  </a:lnTo>
                  <a:lnTo>
                    <a:pt x="467991" y="22196"/>
                  </a:lnTo>
                  <a:lnTo>
                    <a:pt x="477740" y="22612"/>
                  </a:lnTo>
                  <a:lnTo>
                    <a:pt x="487490" y="25920"/>
                  </a:lnTo>
                  <a:lnTo>
                    <a:pt x="497239" y="53753"/>
                  </a:lnTo>
                  <a:lnTo>
                    <a:pt x="506989" y="74884"/>
                  </a:lnTo>
                  <a:lnTo>
                    <a:pt x="516738" y="93351"/>
                  </a:lnTo>
                  <a:lnTo>
                    <a:pt x="526488" y="98153"/>
                  </a:lnTo>
                  <a:lnTo>
                    <a:pt x="536238" y="98093"/>
                  </a:lnTo>
                  <a:lnTo>
                    <a:pt x="545988" y="83014"/>
                  </a:lnTo>
                  <a:lnTo>
                    <a:pt x="555738" y="68471"/>
                  </a:lnTo>
                  <a:lnTo>
                    <a:pt x="565488" y="28900"/>
                  </a:lnTo>
                  <a:lnTo>
                    <a:pt x="575238" y="27654"/>
                  </a:lnTo>
                  <a:lnTo>
                    <a:pt x="584988" y="36248"/>
                  </a:lnTo>
                  <a:lnTo>
                    <a:pt x="594738" y="53796"/>
                  </a:lnTo>
                  <a:lnTo>
                    <a:pt x="604488" y="58650"/>
                  </a:lnTo>
                  <a:lnTo>
                    <a:pt x="614237" y="49955"/>
                  </a:lnTo>
                  <a:lnTo>
                    <a:pt x="623987" y="72445"/>
                  </a:lnTo>
                  <a:lnTo>
                    <a:pt x="633736" y="94297"/>
                  </a:lnTo>
                  <a:lnTo>
                    <a:pt x="643486" y="105738"/>
                  </a:lnTo>
                  <a:lnTo>
                    <a:pt x="653236" y="150854"/>
                  </a:lnTo>
                  <a:lnTo>
                    <a:pt x="662985" y="159936"/>
                  </a:lnTo>
                  <a:lnTo>
                    <a:pt x="672735" y="161079"/>
                  </a:lnTo>
                  <a:lnTo>
                    <a:pt x="682485" y="188287"/>
                  </a:lnTo>
                  <a:lnTo>
                    <a:pt x="692235" y="187075"/>
                  </a:lnTo>
                  <a:lnTo>
                    <a:pt x="701985" y="190081"/>
                  </a:lnTo>
                  <a:lnTo>
                    <a:pt x="711735" y="195481"/>
                  </a:lnTo>
                  <a:lnTo>
                    <a:pt x="721485" y="227019"/>
                  </a:lnTo>
                  <a:lnTo>
                    <a:pt x="731235" y="208966"/>
                  </a:lnTo>
                  <a:lnTo>
                    <a:pt x="740985" y="186836"/>
                  </a:lnTo>
                  <a:lnTo>
                    <a:pt x="750734" y="168601"/>
                  </a:lnTo>
                  <a:lnTo>
                    <a:pt x="760484" y="208724"/>
                  </a:lnTo>
                  <a:lnTo>
                    <a:pt x="770233" y="227332"/>
                  </a:lnTo>
                  <a:lnTo>
                    <a:pt x="779983" y="219095"/>
                  </a:lnTo>
                  <a:lnTo>
                    <a:pt x="789733" y="216405"/>
                  </a:lnTo>
                  <a:lnTo>
                    <a:pt x="799482" y="224769"/>
                  </a:lnTo>
                  <a:lnTo>
                    <a:pt x="809232" y="223646"/>
                  </a:lnTo>
                  <a:lnTo>
                    <a:pt x="818982" y="209299"/>
                  </a:lnTo>
                  <a:lnTo>
                    <a:pt x="828732" y="216275"/>
                  </a:lnTo>
                  <a:lnTo>
                    <a:pt x="838482" y="228756"/>
                  </a:lnTo>
                  <a:lnTo>
                    <a:pt x="848232" y="210216"/>
                  </a:lnTo>
                  <a:lnTo>
                    <a:pt x="857982" y="256388"/>
                  </a:lnTo>
                  <a:lnTo>
                    <a:pt x="867732" y="253509"/>
                  </a:lnTo>
                  <a:lnTo>
                    <a:pt x="877482" y="239823"/>
                  </a:lnTo>
                  <a:lnTo>
                    <a:pt x="887231" y="235133"/>
                  </a:lnTo>
                  <a:lnTo>
                    <a:pt x="896981" y="212689"/>
                  </a:lnTo>
                  <a:lnTo>
                    <a:pt x="906730" y="182423"/>
                  </a:lnTo>
                  <a:lnTo>
                    <a:pt x="916480" y="153102"/>
                  </a:lnTo>
                  <a:lnTo>
                    <a:pt x="926230" y="181143"/>
                  </a:lnTo>
                  <a:lnTo>
                    <a:pt x="935979" y="202574"/>
                  </a:lnTo>
                  <a:lnTo>
                    <a:pt x="945729" y="207675"/>
                  </a:lnTo>
                  <a:lnTo>
                    <a:pt x="955479" y="199393"/>
                  </a:lnTo>
                  <a:lnTo>
                    <a:pt x="965229" y="197714"/>
                  </a:lnTo>
                  <a:lnTo>
                    <a:pt x="974979" y="206919"/>
                  </a:lnTo>
                  <a:lnTo>
                    <a:pt x="984729" y="199624"/>
                  </a:lnTo>
                  <a:lnTo>
                    <a:pt x="994474" y="193065"/>
                  </a:lnTo>
                  <a:lnTo>
                    <a:pt x="1004233" y="184943"/>
                  </a:lnTo>
                  <a:lnTo>
                    <a:pt x="1013977" y="188706"/>
                  </a:lnTo>
                  <a:lnTo>
                    <a:pt x="1023721" y="194667"/>
                  </a:lnTo>
                  <a:lnTo>
                    <a:pt x="1033480" y="202172"/>
                  </a:lnTo>
                  <a:lnTo>
                    <a:pt x="1043224" y="208402"/>
                  </a:lnTo>
                  <a:lnTo>
                    <a:pt x="1052983" y="202315"/>
                  </a:lnTo>
                  <a:lnTo>
                    <a:pt x="1062727" y="194217"/>
                  </a:lnTo>
                  <a:lnTo>
                    <a:pt x="1072471" y="210174"/>
                  </a:lnTo>
                  <a:lnTo>
                    <a:pt x="1082230" y="216627"/>
                  </a:lnTo>
                  <a:lnTo>
                    <a:pt x="1091973" y="219332"/>
                  </a:lnTo>
                  <a:lnTo>
                    <a:pt x="1101732" y="210216"/>
                  </a:lnTo>
                  <a:lnTo>
                    <a:pt x="1111476" y="187271"/>
                  </a:lnTo>
                  <a:lnTo>
                    <a:pt x="1121220" y="215341"/>
                  </a:lnTo>
                  <a:lnTo>
                    <a:pt x="1130979" y="214565"/>
                  </a:lnTo>
                  <a:lnTo>
                    <a:pt x="1140723" y="202701"/>
                  </a:lnTo>
                  <a:lnTo>
                    <a:pt x="1150482" y="164728"/>
                  </a:lnTo>
                  <a:lnTo>
                    <a:pt x="1160226" y="174585"/>
                  </a:lnTo>
                  <a:lnTo>
                    <a:pt x="1169969" y="184852"/>
                  </a:lnTo>
                  <a:lnTo>
                    <a:pt x="1179728" y="195896"/>
                  </a:lnTo>
                  <a:lnTo>
                    <a:pt x="1189472" y="213699"/>
                  </a:lnTo>
                  <a:lnTo>
                    <a:pt x="1199231" y="214726"/>
                  </a:lnTo>
                  <a:lnTo>
                    <a:pt x="1208975" y="191491"/>
                  </a:lnTo>
                  <a:lnTo>
                    <a:pt x="1218719" y="164205"/>
                  </a:lnTo>
                  <a:lnTo>
                    <a:pt x="1228478" y="176924"/>
                  </a:lnTo>
                  <a:lnTo>
                    <a:pt x="1238222" y="178506"/>
                  </a:lnTo>
                  <a:lnTo>
                    <a:pt x="1247966" y="173676"/>
                  </a:lnTo>
                  <a:lnTo>
                    <a:pt x="1257725" y="164596"/>
                  </a:lnTo>
                  <a:lnTo>
                    <a:pt x="1267469" y="138185"/>
                  </a:lnTo>
                  <a:lnTo>
                    <a:pt x="1277227" y="136786"/>
                  </a:lnTo>
                  <a:lnTo>
                    <a:pt x="1286971" y="148357"/>
                  </a:lnTo>
                  <a:lnTo>
                    <a:pt x="1296715" y="172399"/>
                  </a:lnTo>
                  <a:lnTo>
                    <a:pt x="1306474" y="132768"/>
                  </a:lnTo>
                  <a:lnTo>
                    <a:pt x="1316218" y="142837"/>
                  </a:lnTo>
                  <a:lnTo>
                    <a:pt x="1325977" y="117450"/>
                  </a:lnTo>
                  <a:lnTo>
                    <a:pt x="1335721" y="133966"/>
                  </a:lnTo>
                  <a:lnTo>
                    <a:pt x="1345465" y="93449"/>
                  </a:lnTo>
                  <a:lnTo>
                    <a:pt x="1355224" y="117689"/>
                  </a:lnTo>
                  <a:lnTo>
                    <a:pt x="1364967" y="93412"/>
                  </a:lnTo>
                  <a:lnTo>
                    <a:pt x="1374726" y="119262"/>
                  </a:lnTo>
                  <a:lnTo>
                    <a:pt x="1384470" y="95955"/>
                  </a:lnTo>
                  <a:lnTo>
                    <a:pt x="1394214" y="87591"/>
                  </a:lnTo>
                  <a:lnTo>
                    <a:pt x="1403973" y="91810"/>
                  </a:lnTo>
                  <a:lnTo>
                    <a:pt x="1413717" y="59903"/>
                  </a:lnTo>
                  <a:lnTo>
                    <a:pt x="1423476" y="60204"/>
                  </a:lnTo>
                  <a:lnTo>
                    <a:pt x="1433220" y="50625"/>
                  </a:lnTo>
                  <a:lnTo>
                    <a:pt x="1442964" y="11080"/>
                  </a:lnTo>
                  <a:lnTo>
                    <a:pt x="1452722" y="15233"/>
                  </a:lnTo>
                  <a:lnTo>
                    <a:pt x="1462466" y="23369"/>
                  </a:lnTo>
                  <a:lnTo>
                    <a:pt x="1472225" y="30875"/>
                  </a:lnTo>
                  <a:lnTo>
                    <a:pt x="1481969" y="27106"/>
                  </a:lnTo>
                  <a:lnTo>
                    <a:pt x="1491713" y="42674"/>
                  </a:lnTo>
                  <a:lnTo>
                    <a:pt x="1501472" y="59937"/>
                  </a:lnTo>
                  <a:lnTo>
                    <a:pt x="1511216" y="82619"/>
                  </a:lnTo>
                  <a:lnTo>
                    <a:pt x="1520960" y="73558"/>
                  </a:lnTo>
                  <a:lnTo>
                    <a:pt x="1530719" y="68617"/>
                  </a:lnTo>
                  <a:lnTo>
                    <a:pt x="1540463" y="73127"/>
                  </a:lnTo>
                  <a:lnTo>
                    <a:pt x="1550221" y="112072"/>
                  </a:lnTo>
                  <a:lnTo>
                    <a:pt x="1559965" y="110309"/>
                  </a:lnTo>
                  <a:lnTo>
                    <a:pt x="1569709" y="116944"/>
                  </a:lnTo>
                  <a:lnTo>
                    <a:pt x="1579468" y="95568"/>
                  </a:lnTo>
                  <a:lnTo>
                    <a:pt x="1589212" y="113876"/>
                  </a:lnTo>
                  <a:lnTo>
                    <a:pt x="1598971" y="91819"/>
                  </a:lnTo>
                  <a:lnTo>
                    <a:pt x="1608715" y="93579"/>
                  </a:lnTo>
                  <a:lnTo>
                    <a:pt x="1618459" y="74684"/>
                  </a:lnTo>
                  <a:lnTo>
                    <a:pt x="1628218" y="102575"/>
                  </a:lnTo>
                  <a:lnTo>
                    <a:pt x="1637962" y="89027"/>
                  </a:lnTo>
                  <a:lnTo>
                    <a:pt x="1647720" y="82122"/>
                  </a:lnTo>
                  <a:lnTo>
                    <a:pt x="1657464" y="101709"/>
                  </a:lnTo>
                  <a:lnTo>
                    <a:pt x="1667208" y="99694"/>
                  </a:lnTo>
                  <a:lnTo>
                    <a:pt x="1676967" y="88630"/>
                  </a:lnTo>
                  <a:lnTo>
                    <a:pt x="1686711" y="109166"/>
                  </a:lnTo>
                  <a:lnTo>
                    <a:pt x="1696470" y="116117"/>
                  </a:lnTo>
                  <a:lnTo>
                    <a:pt x="1706214" y="118666"/>
                  </a:lnTo>
                  <a:lnTo>
                    <a:pt x="1715958" y="152874"/>
                  </a:lnTo>
                  <a:lnTo>
                    <a:pt x="1725716" y="139390"/>
                  </a:lnTo>
                  <a:lnTo>
                    <a:pt x="1735460" y="126631"/>
                  </a:lnTo>
                  <a:lnTo>
                    <a:pt x="1745219" y="145383"/>
                  </a:lnTo>
                  <a:lnTo>
                    <a:pt x="1754963" y="111701"/>
                  </a:lnTo>
                  <a:lnTo>
                    <a:pt x="1764707" y="132483"/>
                  </a:lnTo>
                  <a:lnTo>
                    <a:pt x="1774466" y="152099"/>
                  </a:lnTo>
                  <a:lnTo>
                    <a:pt x="1784210" y="168038"/>
                  </a:lnTo>
                  <a:lnTo>
                    <a:pt x="1793969" y="191882"/>
                  </a:lnTo>
                  <a:lnTo>
                    <a:pt x="1803713" y="209115"/>
                  </a:lnTo>
                  <a:lnTo>
                    <a:pt x="1813457" y="210523"/>
                  </a:lnTo>
                  <a:lnTo>
                    <a:pt x="1823215" y="172320"/>
                  </a:lnTo>
                  <a:lnTo>
                    <a:pt x="1832959" y="177377"/>
                  </a:lnTo>
                  <a:lnTo>
                    <a:pt x="1842703" y="217010"/>
                  </a:lnTo>
                  <a:lnTo>
                    <a:pt x="1852462" y="209553"/>
                  </a:lnTo>
                  <a:lnTo>
                    <a:pt x="1862206" y="237162"/>
                  </a:lnTo>
                  <a:lnTo>
                    <a:pt x="1871965" y="240143"/>
                  </a:lnTo>
                  <a:lnTo>
                    <a:pt x="1881709" y="268749"/>
                  </a:lnTo>
                  <a:lnTo>
                    <a:pt x="1891453" y="255638"/>
                  </a:lnTo>
                  <a:lnTo>
                    <a:pt x="1901212" y="259601"/>
                  </a:lnTo>
                  <a:lnTo>
                    <a:pt x="1910956" y="262951"/>
                  </a:lnTo>
                  <a:lnTo>
                    <a:pt x="1920714" y="281239"/>
                  </a:lnTo>
                  <a:lnTo>
                    <a:pt x="1930458" y="291038"/>
                  </a:lnTo>
                  <a:lnTo>
                    <a:pt x="1940202" y="314911"/>
                  </a:lnTo>
                  <a:lnTo>
                    <a:pt x="1949961" y="272465"/>
                  </a:lnTo>
                  <a:lnTo>
                    <a:pt x="1959705" y="260083"/>
                  </a:lnTo>
                  <a:lnTo>
                    <a:pt x="1969464" y="260016"/>
                  </a:lnTo>
                  <a:lnTo>
                    <a:pt x="1979208" y="306617"/>
                  </a:lnTo>
                  <a:lnTo>
                    <a:pt x="1988952" y="284332"/>
                  </a:lnTo>
                  <a:lnTo>
                    <a:pt x="1998711" y="307269"/>
                  </a:lnTo>
                  <a:lnTo>
                    <a:pt x="2008454" y="354101"/>
                  </a:lnTo>
                  <a:lnTo>
                    <a:pt x="2018213" y="355664"/>
                  </a:lnTo>
                  <a:lnTo>
                    <a:pt x="2027957" y="319162"/>
                  </a:lnTo>
                  <a:lnTo>
                    <a:pt x="2037701" y="337282"/>
                  </a:lnTo>
                  <a:lnTo>
                    <a:pt x="2047460" y="297624"/>
                  </a:lnTo>
                  <a:lnTo>
                    <a:pt x="2057204" y="313412"/>
                  </a:lnTo>
                  <a:lnTo>
                    <a:pt x="2066963" y="327380"/>
                  </a:lnTo>
                  <a:lnTo>
                    <a:pt x="2076707" y="338019"/>
                  </a:lnTo>
                  <a:lnTo>
                    <a:pt x="2086451" y="329145"/>
                  </a:lnTo>
                  <a:lnTo>
                    <a:pt x="2096210" y="358405"/>
                  </a:lnTo>
                  <a:lnTo>
                    <a:pt x="2105954" y="381021"/>
                  </a:lnTo>
                  <a:lnTo>
                    <a:pt x="2115697" y="395830"/>
                  </a:lnTo>
                  <a:lnTo>
                    <a:pt x="2125456" y="382108"/>
                  </a:lnTo>
                  <a:lnTo>
                    <a:pt x="2135200" y="369081"/>
                  </a:lnTo>
                  <a:lnTo>
                    <a:pt x="2144959" y="340738"/>
                  </a:lnTo>
                  <a:lnTo>
                    <a:pt x="2154703" y="319427"/>
                  </a:lnTo>
                  <a:lnTo>
                    <a:pt x="2164447" y="345275"/>
                  </a:lnTo>
                  <a:lnTo>
                    <a:pt x="2174206" y="361074"/>
                  </a:lnTo>
                  <a:lnTo>
                    <a:pt x="2183950" y="350469"/>
                  </a:lnTo>
                  <a:lnTo>
                    <a:pt x="2193709" y="365368"/>
                  </a:lnTo>
                  <a:lnTo>
                    <a:pt x="2203452" y="335710"/>
                  </a:lnTo>
                  <a:lnTo>
                    <a:pt x="2213196" y="361655"/>
                  </a:lnTo>
                  <a:lnTo>
                    <a:pt x="2222955" y="371607"/>
                  </a:lnTo>
                  <a:lnTo>
                    <a:pt x="2232699" y="361095"/>
                  </a:lnTo>
                  <a:lnTo>
                    <a:pt x="2242458" y="372393"/>
                  </a:lnTo>
                  <a:lnTo>
                    <a:pt x="2252202" y="330069"/>
                  </a:lnTo>
                  <a:lnTo>
                    <a:pt x="2261946" y="338614"/>
                  </a:lnTo>
                  <a:lnTo>
                    <a:pt x="2271705" y="376067"/>
                  </a:lnTo>
                  <a:lnTo>
                    <a:pt x="2281449" y="361671"/>
                  </a:lnTo>
                  <a:lnTo>
                    <a:pt x="2291208" y="389310"/>
                  </a:lnTo>
                  <a:lnTo>
                    <a:pt x="2300951" y="403569"/>
                  </a:lnTo>
                  <a:lnTo>
                    <a:pt x="2310695" y="388960"/>
                  </a:lnTo>
                  <a:lnTo>
                    <a:pt x="2320454" y="376247"/>
                  </a:lnTo>
                  <a:lnTo>
                    <a:pt x="2330198" y="375241"/>
                  </a:lnTo>
                  <a:lnTo>
                    <a:pt x="2339957" y="406796"/>
                  </a:lnTo>
                  <a:lnTo>
                    <a:pt x="2349701" y="389705"/>
                  </a:lnTo>
                  <a:lnTo>
                    <a:pt x="2359445" y="379537"/>
                  </a:lnTo>
                  <a:lnTo>
                    <a:pt x="2369204" y="377148"/>
                  </a:lnTo>
                  <a:lnTo>
                    <a:pt x="2378948" y="367510"/>
                  </a:lnTo>
                  <a:lnTo>
                    <a:pt x="2388692" y="366308"/>
                  </a:lnTo>
                  <a:lnTo>
                    <a:pt x="2398450" y="392277"/>
                  </a:lnTo>
                  <a:lnTo>
                    <a:pt x="2408194" y="371275"/>
                  </a:lnTo>
                  <a:lnTo>
                    <a:pt x="2417953" y="366974"/>
                  </a:lnTo>
                  <a:lnTo>
                    <a:pt x="2427697" y="340349"/>
                  </a:lnTo>
                  <a:lnTo>
                    <a:pt x="2437441" y="342173"/>
                  </a:lnTo>
                  <a:lnTo>
                    <a:pt x="2447200" y="344146"/>
                  </a:lnTo>
                  <a:lnTo>
                    <a:pt x="2456944" y="347613"/>
                  </a:lnTo>
                  <a:lnTo>
                    <a:pt x="2466703" y="310535"/>
                  </a:lnTo>
                  <a:lnTo>
                    <a:pt x="2476446" y="338648"/>
                  </a:lnTo>
                  <a:lnTo>
                    <a:pt x="2486190" y="345859"/>
                  </a:lnTo>
                  <a:lnTo>
                    <a:pt x="2495949" y="333807"/>
                  </a:lnTo>
                  <a:lnTo>
                    <a:pt x="2505693" y="320556"/>
                  </a:lnTo>
                  <a:lnTo>
                    <a:pt x="2515452" y="305678"/>
                  </a:lnTo>
                  <a:lnTo>
                    <a:pt x="2525196" y="322076"/>
                  </a:lnTo>
                  <a:lnTo>
                    <a:pt x="2534940" y="357319"/>
                  </a:lnTo>
                  <a:lnTo>
                    <a:pt x="2544699" y="386089"/>
                  </a:lnTo>
                  <a:lnTo>
                    <a:pt x="2554443" y="392086"/>
                  </a:lnTo>
                  <a:lnTo>
                    <a:pt x="2564202" y="405452"/>
                  </a:lnTo>
                  <a:lnTo>
                    <a:pt x="2573946" y="410568"/>
                  </a:lnTo>
                  <a:lnTo>
                    <a:pt x="2583690" y="410363"/>
                  </a:lnTo>
                  <a:lnTo>
                    <a:pt x="2593448" y="422018"/>
                  </a:lnTo>
                  <a:lnTo>
                    <a:pt x="2603192" y="415983"/>
                  </a:lnTo>
                  <a:lnTo>
                    <a:pt x="2612951" y="394696"/>
                  </a:lnTo>
                  <a:lnTo>
                    <a:pt x="2622695" y="377449"/>
                  </a:lnTo>
                  <a:lnTo>
                    <a:pt x="2632439" y="364922"/>
                  </a:lnTo>
                  <a:lnTo>
                    <a:pt x="2642198" y="349177"/>
                  </a:lnTo>
                  <a:lnTo>
                    <a:pt x="2651942" y="322323"/>
                  </a:lnTo>
                  <a:lnTo>
                    <a:pt x="2661685" y="313586"/>
                  </a:lnTo>
                  <a:lnTo>
                    <a:pt x="2671444" y="338818"/>
                  </a:lnTo>
                  <a:lnTo>
                    <a:pt x="2681188" y="319030"/>
                  </a:lnTo>
                  <a:lnTo>
                    <a:pt x="2690947" y="331097"/>
                  </a:lnTo>
                  <a:lnTo>
                    <a:pt x="2700691" y="327462"/>
                  </a:lnTo>
                  <a:lnTo>
                    <a:pt x="2710435" y="329294"/>
                  </a:lnTo>
                  <a:lnTo>
                    <a:pt x="2720194" y="320143"/>
                  </a:lnTo>
                  <a:lnTo>
                    <a:pt x="2729938" y="354830"/>
                  </a:lnTo>
                  <a:lnTo>
                    <a:pt x="2739697" y="320507"/>
                  </a:lnTo>
                  <a:lnTo>
                    <a:pt x="2749441" y="332021"/>
                  </a:lnTo>
                  <a:lnTo>
                    <a:pt x="2759185" y="330035"/>
                  </a:lnTo>
                  <a:lnTo>
                    <a:pt x="2768943" y="361942"/>
                  </a:lnTo>
                  <a:lnTo>
                    <a:pt x="2778687" y="353243"/>
                  </a:lnTo>
                  <a:lnTo>
                    <a:pt x="2788446" y="367637"/>
                  </a:lnTo>
                  <a:lnTo>
                    <a:pt x="2798190" y="354039"/>
                  </a:lnTo>
                  <a:lnTo>
                    <a:pt x="2807934" y="328892"/>
                  </a:lnTo>
                  <a:lnTo>
                    <a:pt x="2817693" y="349357"/>
                  </a:lnTo>
                  <a:lnTo>
                    <a:pt x="2827437" y="344703"/>
                  </a:lnTo>
                  <a:lnTo>
                    <a:pt x="2837196" y="321665"/>
                  </a:lnTo>
                  <a:lnTo>
                    <a:pt x="2846940" y="324683"/>
                  </a:lnTo>
                  <a:lnTo>
                    <a:pt x="2856684" y="331431"/>
                  </a:lnTo>
                  <a:lnTo>
                    <a:pt x="2866442" y="326078"/>
                  </a:lnTo>
                  <a:lnTo>
                    <a:pt x="2876186" y="359974"/>
                  </a:lnTo>
                  <a:lnTo>
                    <a:pt x="2885945" y="368009"/>
                  </a:lnTo>
                  <a:lnTo>
                    <a:pt x="2895689" y="354979"/>
                  </a:lnTo>
                  <a:lnTo>
                    <a:pt x="2905433" y="339441"/>
                  </a:lnTo>
                  <a:lnTo>
                    <a:pt x="2915192" y="33413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1" name="Freeform 1120">
              <a:extLst>
                <a:ext uri="{FF2B5EF4-FFF2-40B4-BE49-F238E27FC236}">
                  <a16:creationId xmlns:a16="http://schemas.microsoft.com/office/drawing/2014/main" id="{7EAD8172-9377-1994-004D-C63E7F151A79}"/>
                </a:ext>
              </a:extLst>
            </p:cNvPr>
            <p:cNvSpPr/>
            <p:nvPr/>
          </p:nvSpPr>
          <p:spPr>
            <a:xfrm>
              <a:off x="4426652" y="3346589"/>
              <a:ext cx="2915191" cy="348268"/>
            </a:xfrm>
            <a:custGeom>
              <a:avLst/>
              <a:gdLst>
                <a:gd name="connsiteX0" fmla="*/ 0 w 2915191"/>
                <a:gd name="connsiteY0" fmla="*/ 321511 h 348268"/>
                <a:gd name="connsiteX1" fmla="*/ 9750 w 2915191"/>
                <a:gd name="connsiteY1" fmla="*/ 319513 h 348268"/>
                <a:gd name="connsiteX2" fmla="*/ 19500 w 2915191"/>
                <a:gd name="connsiteY2" fmla="*/ 314567 h 348268"/>
                <a:gd name="connsiteX3" fmla="*/ 29250 w 2915191"/>
                <a:gd name="connsiteY3" fmla="*/ 299407 h 348268"/>
                <a:gd name="connsiteX4" fmla="*/ 39000 w 2915191"/>
                <a:gd name="connsiteY4" fmla="*/ 309054 h 348268"/>
                <a:gd name="connsiteX5" fmla="*/ 48749 w 2915191"/>
                <a:gd name="connsiteY5" fmla="*/ 336428 h 348268"/>
                <a:gd name="connsiteX6" fmla="*/ 58499 w 2915191"/>
                <a:gd name="connsiteY6" fmla="*/ 328332 h 348268"/>
                <a:gd name="connsiteX7" fmla="*/ 68249 w 2915191"/>
                <a:gd name="connsiteY7" fmla="*/ 291981 h 348268"/>
                <a:gd name="connsiteX8" fmla="*/ 77998 w 2915191"/>
                <a:gd name="connsiteY8" fmla="*/ 315195 h 348268"/>
                <a:gd name="connsiteX9" fmla="*/ 87748 w 2915191"/>
                <a:gd name="connsiteY9" fmla="*/ 348268 h 348268"/>
                <a:gd name="connsiteX10" fmla="*/ 97497 w 2915191"/>
                <a:gd name="connsiteY10" fmla="*/ 347420 h 348268"/>
                <a:gd name="connsiteX11" fmla="*/ 107247 w 2915191"/>
                <a:gd name="connsiteY11" fmla="*/ 330996 h 348268"/>
                <a:gd name="connsiteX12" fmla="*/ 116997 w 2915191"/>
                <a:gd name="connsiteY12" fmla="*/ 334348 h 348268"/>
                <a:gd name="connsiteX13" fmla="*/ 126747 w 2915191"/>
                <a:gd name="connsiteY13" fmla="*/ 309236 h 348268"/>
                <a:gd name="connsiteX14" fmla="*/ 136497 w 2915191"/>
                <a:gd name="connsiteY14" fmla="*/ 317812 h 348268"/>
                <a:gd name="connsiteX15" fmla="*/ 146247 w 2915191"/>
                <a:gd name="connsiteY15" fmla="*/ 311727 h 348268"/>
                <a:gd name="connsiteX16" fmla="*/ 155997 w 2915191"/>
                <a:gd name="connsiteY16" fmla="*/ 325121 h 348268"/>
                <a:gd name="connsiteX17" fmla="*/ 165747 w 2915191"/>
                <a:gd name="connsiteY17" fmla="*/ 307429 h 348268"/>
                <a:gd name="connsiteX18" fmla="*/ 175497 w 2915191"/>
                <a:gd name="connsiteY18" fmla="*/ 281708 h 348268"/>
                <a:gd name="connsiteX19" fmla="*/ 185247 w 2915191"/>
                <a:gd name="connsiteY19" fmla="*/ 288417 h 348268"/>
                <a:gd name="connsiteX20" fmla="*/ 194996 w 2915191"/>
                <a:gd name="connsiteY20" fmla="*/ 263071 h 348268"/>
                <a:gd name="connsiteX21" fmla="*/ 204746 w 2915191"/>
                <a:gd name="connsiteY21" fmla="*/ 269138 h 348268"/>
                <a:gd name="connsiteX22" fmla="*/ 214495 w 2915191"/>
                <a:gd name="connsiteY22" fmla="*/ 290168 h 348268"/>
                <a:gd name="connsiteX23" fmla="*/ 224245 w 2915191"/>
                <a:gd name="connsiteY23" fmla="*/ 294377 h 348268"/>
                <a:gd name="connsiteX24" fmla="*/ 233995 w 2915191"/>
                <a:gd name="connsiteY24" fmla="*/ 283200 h 348268"/>
                <a:gd name="connsiteX25" fmla="*/ 243744 w 2915191"/>
                <a:gd name="connsiteY25" fmla="*/ 258585 h 348268"/>
                <a:gd name="connsiteX26" fmla="*/ 253494 w 2915191"/>
                <a:gd name="connsiteY26" fmla="*/ 229821 h 348268"/>
                <a:gd name="connsiteX27" fmla="*/ 263244 w 2915191"/>
                <a:gd name="connsiteY27" fmla="*/ 223771 h 348268"/>
                <a:gd name="connsiteX28" fmla="*/ 272994 w 2915191"/>
                <a:gd name="connsiteY28" fmla="*/ 232914 h 348268"/>
                <a:gd name="connsiteX29" fmla="*/ 282744 w 2915191"/>
                <a:gd name="connsiteY29" fmla="*/ 214235 h 348268"/>
                <a:gd name="connsiteX30" fmla="*/ 292494 w 2915191"/>
                <a:gd name="connsiteY30" fmla="*/ 225831 h 348268"/>
                <a:gd name="connsiteX31" fmla="*/ 302244 w 2915191"/>
                <a:gd name="connsiteY31" fmla="*/ 259610 h 348268"/>
                <a:gd name="connsiteX32" fmla="*/ 311994 w 2915191"/>
                <a:gd name="connsiteY32" fmla="*/ 281357 h 348268"/>
                <a:gd name="connsiteX33" fmla="*/ 321744 w 2915191"/>
                <a:gd name="connsiteY33" fmla="*/ 294282 h 348268"/>
                <a:gd name="connsiteX34" fmla="*/ 331493 w 2915191"/>
                <a:gd name="connsiteY34" fmla="*/ 275671 h 348268"/>
                <a:gd name="connsiteX35" fmla="*/ 341243 w 2915191"/>
                <a:gd name="connsiteY35" fmla="*/ 289612 h 348268"/>
                <a:gd name="connsiteX36" fmla="*/ 350993 w 2915191"/>
                <a:gd name="connsiteY36" fmla="*/ 316313 h 348268"/>
                <a:gd name="connsiteX37" fmla="*/ 360742 w 2915191"/>
                <a:gd name="connsiteY37" fmla="*/ 311693 h 348268"/>
                <a:gd name="connsiteX38" fmla="*/ 370492 w 2915191"/>
                <a:gd name="connsiteY38" fmla="*/ 298747 h 348268"/>
                <a:gd name="connsiteX39" fmla="*/ 380241 w 2915191"/>
                <a:gd name="connsiteY39" fmla="*/ 314048 h 348268"/>
                <a:gd name="connsiteX40" fmla="*/ 389991 w 2915191"/>
                <a:gd name="connsiteY40" fmla="*/ 307102 h 348268"/>
                <a:gd name="connsiteX41" fmla="*/ 399741 w 2915191"/>
                <a:gd name="connsiteY41" fmla="*/ 259767 h 348268"/>
                <a:gd name="connsiteX42" fmla="*/ 409491 w 2915191"/>
                <a:gd name="connsiteY42" fmla="*/ 207635 h 348268"/>
                <a:gd name="connsiteX43" fmla="*/ 419241 w 2915191"/>
                <a:gd name="connsiteY43" fmla="*/ 241721 h 348268"/>
                <a:gd name="connsiteX44" fmla="*/ 428991 w 2915191"/>
                <a:gd name="connsiteY44" fmla="*/ 242183 h 348268"/>
                <a:gd name="connsiteX45" fmla="*/ 438741 w 2915191"/>
                <a:gd name="connsiteY45" fmla="*/ 217132 h 348268"/>
                <a:gd name="connsiteX46" fmla="*/ 448491 w 2915191"/>
                <a:gd name="connsiteY46" fmla="*/ 222023 h 348268"/>
                <a:gd name="connsiteX47" fmla="*/ 458241 w 2915191"/>
                <a:gd name="connsiteY47" fmla="*/ 221777 h 348268"/>
                <a:gd name="connsiteX48" fmla="*/ 467991 w 2915191"/>
                <a:gd name="connsiteY48" fmla="*/ 217303 h 348268"/>
                <a:gd name="connsiteX49" fmla="*/ 477740 w 2915191"/>
                <a:gd name="connsiteY49" fmla="*/ 207546 h 348268"/>
                <a:gd name="connsiteX50" fmla="*/ 487490 w 2915191"/>
                <a:gd name="connsiteY50" fmla="*/ 116237 h 348268"/>
                <a:gd name="connsiteX51" fmla="*/ 497239 w 2915191"/>
                <a:gd name="connsiteY51" fmla="*/ 151040 h 348268"/>
                <a:gd name="connsiteX52" fmla="*/ 506989 w 2915191"/>
                <a:gd name="connsiteY52" fmla="*/ 128612 h 348268"/>
                <a:gd name="connsiteX53" fmla="*/ 516738 w 2915191"/>
                <a:gd name="connsiteY53" fmla="*/ 141552 h 348268"/>
                <a:gd name="connsiteX54" fmla="*/ 526488 w 2915191"/>
                <a:gd name="connsiteY54" fmla="*/ 151672 h 348268"/>
                <a:gd name="connsiteX55" fmla="*/ 536238 w 2915191"/>
                <a:gd name="connsiteY55" fmla="*/ 132565 h 348268"/>
                <a:gd name="connsiteX56" fmla="*/ 545988 w 2915191"/>
                <a:gd name="connsiteY56" fmla="*/ 117090 h 348268"/>
                <a:gd name="connsiteX57" fmla="*/ 555738 w 2915191"/>
                <a:gd name="connsiteY57" fmla="*/ 111005 h 348268"/>
                <a:gd name="connsiteX58" fmla="*/ 565488 w 2915191"/>
                <a:gd name="connsiteY58" fmla="*/ 131857 h 348268"/>
                <a:gd name="connsiteX59" fmla="*/ 575238 w 2915191"/>
                <a:gd name="connsiteY59" fmla="*/ 115804 h 348268"/>
                <a:gd name="connsiteX60" fmla="*/ 584988 w 2915191"/>
                <a:gd name="connsiteY60" fmla="*/ 98151 h 348268"/>
                <a:gd name="connsiteX61" fmla="*/ 594738 w 2915191"/>
                <a:gd name="connsiteY61" fmla="*/ 80563 h 348268"/>
                <a:gd name="connsiteX62" fmla="*/ 604488 w 2915191"/>
                <a:gd name="connsiteY62" fmla="*/ 90406 h 348268"/>
                <a:gd name="connsiteX63" fmla="*/ 614237 w 2915191"/>
                <a:gd name="connsiteY63" fmla="*/ 75170 h 348268"/>
                <a:gd name="connsiteX64" fmla="*/ 623987 w 2915191"/>
                <a:gd name="connsiteY64" fmla="*/ 80316 h 348268"/>
                <a:gd name="connsiteX65" fmla="*/ 633736 w 2915191"/>
                <a:gd name="connsiteY65" fmla="*/ 86778 h 348268"/>
                <a:gd name="connsiteX66" fmla="*/ 643486 w 2915191"/>
                <a:gd name="connsiteY66" fmla="*/ 39235 h 348268"/>
                <a:gd name="connsiteX67" fmla="*/ 653236 w 2915191"/>
                <a:gd name="connsiteY67" fmla="*/ 41979 h 348268"/>
                <a:gd name="connsiteX68" fmla="*/ 662985 w 2915191"/>
                <a:gd name="connsiteY68" fmla="*/ 58718 h 348268"/>
                <a:gd name="connsiteX69" fmla="*/ 672735 w 2915191"/>
                <a:gd name="connsiteY69" fmla="*/ 77691 h 348268"/>
                <a:gd name="connsiteX70" fmla="*/ 682485 w 2915191"/>
                <a:gd name="connsiteY70" fmla="*/ 53455 h 348268"/>
                <a:gd name="connsiteX71" fmla="*/ 692235 w 2915191"/>
                <a:gd name="connsiteY71" fmla="*/ 47595 h 348268"/>
                <a:gd name="connsiteX72" fmla="*/ 701985 w 2915191"/>
                <a:gd name="connsiteY72" fmla="*/ 73452 h 348268"/>
                <a:gd name="connsiteX73" fmla="*/ 711735 w 2915191"/>
                <a:gd name="connsiteY73" fmla="*/ 57799 h 348268"/>
                <a:gd name="connsiteX74" fmla="*/ 721485 w 2915191"/>
                <a:gd name="connsiteY74" fmla="*/ 45279 h 348268"/>
                <a:gd name="connsiteX75" fmla="*/ 731235 w 2915191"/>
                <a:gd name="connsiteY75" fmla="*/ 18944 h 348268"/>
                <a:gd name="connsiteX76" fmla="*/ 740985 w 2915191"/>
                <a:gd name="connsiteY76" fmla="*/ 32395 h 348268"/>
                <a:gd name="connsiteX77" fmla="*/ 750734 w 2915191"/>
                <a:gd name="connsiteY77" fmla="*/ 31748 h 348268"/>
                <a:gd name="connsiteX78" fmla="*/ 760484 w 2915191"/>
                <a:gd name="connsiteY78" fmla="*/ 23201 h 348268"/>
                <a:gd name="connsiteX79" fmla="*/ 770233 w 2915191"/>
                <a:gd name="connsiteY79" fmla="*/ 40728 h 348268"/>
                <a:gd name="connsiteX80" fmla="*/ 779983 w 2915191"/>
                <a:gd name="connsiteY80" fmla="*/ 48891 h 348268"/>
                <a:gd name="connsiteX81" fmla="*/ 789733 w 2915191"/>
                <a:gd name="connsiteY81" fmla="*/ 73588 h 348268"/>
                <a:gd name="connsiteX82" fmla="*/ 799482 w 2915191"/>
                <a:gd name="connsiteY82" fmla="*/ 103678 h 348268"/>
                <a:gd name="connsiteX83" fmla="*/ 809232 w 2915191"/>
                <a:gd name="connsiteY83" fmla="*/ 89795 h 348268"/>
                <a:gd name="connsiteX84" fmla="*/ 818982 w 2915191"/>
                <a:gd name="connsiteY84" fmla="*/ 113997 h 348268"/>
                <a:gd name="connsiteX85" fmla="*/ 828732 w 2915191"/>
                <a:gd name="connsiteY85" fmla="*/ 114692 h 348268"/>
                <a:gd name="connsiteX86" fmla="*/ 838482 w 2915191"/>
                <a:gd name="connsiteY86" fmla="*/ 127377 h 348268"/>
                <a:gd name="connsiteX87" fmla="*/ 848232 w 2915191"/>
                <a:gd name="connsiteY87" fmla="*/ 153348 h 348268"/>
                <a:gd name="connsiteX88" fmla="*/ 857982 w 2915191"/>
                <a:gd name="connsiteY88" fmla="*/ 149465 h 348268"/>
                <a:gd name="connsiteX89" fmla="*/ 867732 w 2915191"/>
                <a:gd name="connsiteY89" fmla="*/ 132036 h 348268"/>
                <a:gd name="connsiteX90" fmla="*/ 877482 w 2915191"/>
                <a:gd name="connsiteY90" fmla="*/ 118615 h 348268"/>
                <a:gd name="connsiteX91" fmla="*/ 887231 w 2915191"/>
                <a:gd name="connsiteY91" fmla="*/ 119320 h 348268"/>
                <a:gd name="connsiteX92" fmla="*/ 896981 w 2915191"/>
                <a:gd name="connsiteY92" fmla="*/ 127315 h 348268"/>
                <a:gd name="connsiteX93" fmla="*/ 906730 w 2915191"/>
                <a:gd name="connsiteY93" fmla="*/ 143507 h 348268"/>
                <a:gd name="connsiteX94" fmla="*/ 916480 w 2915191"/>
                <a:gd name="connsiteY94" fmla="*/ 128788 h 348268"/>
                <a:gd name="connsiteX95" fmla="*/ 926230 w 2915191"/>
                <a:gd name="connsiteY95" fmla="*/ 128522 h 348268"/>
                <a:gd name="connsiteX96" fmla="*/ 935979 w 2915191"/>
                <a:gd name="connsiteY96" fmla="*/ 96395 h 348268"/>
                <a:gd name="connsiteX97" fmla="*/ 945729 w 2915191"/>
                <a:gd name="connsiteY97" fmla="*/ 79562 h 348268"/>
                <a:gd name="connsiteX98" fmla="*/ 955479 w 2915191"/>
                <a:gd name="connsiteY98" fmla="*/ 65143 h 348268"/>
                <a:gd name="connsiteX99" fmla="*/ 965229 w 2915191"/>
                <a:gd name="connsiteY99" fmla="*/ 53550 h 348268"/>
                <a:gd name="connsiteX100" fmla="*/ 974979 w 2915191"/>
                <a:gd name="connsiteY100" fmla="*/ 61171 h 348268"/>
                <a:gd name="connsiteX101" fmla="*/ 984729 w 2915191"/>
                <a:gd name="connsiteY101" fmla="*/ 77117 h 348268"/>
                <a:gd name="connsiteX102" fmla="*/ 994474 w 2915191"/>
                <a:gd name="connsiteY102" fmla="*/ 70506 h 348268"/>
                <a:gd name="connsiteX103" fmla="*/ 1004233 w 2915191"/>
                <a:gd name="connsiteY103" fmla="*/ 71882 h 348268"/>
                <a:gd name="connsiteX104" fmla="*/ 1013977 w 2915191"/>
                <a:gd name="connsiteY104" fmla="*/ 89944 h 348268"/>
                <a:gd name="connsiteX105" fmla="*/ 1023721 w 2915191"/>
                <a:gd name="connsiteY105" fmla="*/ 81953 h 348268"/>
                <a:gd name="connsiteX106" fmla="*/ 1033480 w 2915191"/>
                <a:gd name="connsiteY106" fmla="*/ 77649 h 348268"/>
                <a:gd name="connsiteX107" fmla="*/ 1043224 w 2915191"/>
                <a:gd name="connsiteY107" fmla="*/ 96110 h 348268"/>
                <a:gd name="connsiteX108" fmla="*/ 1052983 w 2915191"/>
                <a:gd name="connsiteY108" fmla="*/ 71052 h 348268"/>
                <a:gd name="connsiteX109" fmla="*/ 1062727 w 2915191"/>
                <a:gd name="connsiteY109" fmla="*/ 74027 h 348268"/>
                <a:gd name="connsiteX110" fmla="*/ 1072471 w 2915191"/>
                <a:gd name="connsiteY110" fmla="*/ 98329 h 348268"/>
                <a:gd name="connsiteX111" fmla="*/ 1082230 w 2915191"/>
                <a:gd name="connsiteY111" fmla="*/ 114859 h 348268"/>
                <a:gd name="connsiteX112" fmla="*/ 1091973 w 2915191"/>
                <a:gd name="connsiteY112" fmla="*/ 96192 h 348268"/>
                <a:gd name="connsiteX113" fmla="*/ 1101732 w 2915191"/>
                <a:gd name="connsiteY113" fmla="*/ 118000 h 348268"/>
                <a:gd name="connsiteX114" fmla="*/ 1111476 w 2915191"/>
                <a:gd name="connsiteY114" fmla="*/ 75985 h 348268"/>
                <a:gd name="connsiteX115" fmla="*/ 1121220 w 2915191"/>
                <a:gd name="connsiteY115" fmla="*/ 103962 h 348268"/>
                <a:gd name="connsiteX116" fmla="*/ 1130979 w 2915191"/>
                <a:gd name="connsiteY116" fmla="*/ 103290 h 348268"/>
                <a:gd name="connsiteX117" fmla="*/ 1140723 w 2915191"/>
                <a:gd name="connsiteY117" fmla="*/ 82946 h 348268"/>
                <a:gd name="connsiteX118" fmla="*/ 1150482 w 2915191"/>
                <a:gd name="connsiteY118" fmla="*/ 107836 h 348268"/>
                <a:gd name="connsiteX119" fmla="*/ 1160226 w 2915191"/>
                <a:gd name="connsiteY119" fmla="*/ 91982 h 348268"/>
                <a:gd name="connsiteX120" fmla="*/ 1169969 w 2915191"/>
                <a:gd name="connsiteY120" fmla="*/ 113663 h 348268"/>
                <a:gd name="connsiteX121" fmla="*/ 1179728 w 2915191"/>
                <a:gd name="connsiteY121" fmla="*/ 129636 h 348268"/>
                <a:gd name="connsiteX122" fmla="*/ 1189472 w 2915191"/>
                <a:gd name="connsiteY122" fmla="*/ 142917 h 348268"/>
                <a:gd name="connsiteX123" fmla="*/ 1199231 w 2915191"/>
                <a:gd name="connsiteY123" fmla="*/ 118483 h 348268"/>
                <a:gd name="connsiteX124" fmla="*/ 1208975 w 2915191"/>
                <a:gd name="connsiteY124" fmla="*/ 111720 h 348268"/>
                <a:gd name="connsiteX125" fmla="*/ 1218719 w 2915191"/>
                <a:gd name="connsiteY125" fmla="*/ 103004 h 348268"/>
                <a:gd name="connsiteX126" fmla="*/ 1228478 w 2915191"/>
                <a:gd name="connsiteY126" fmla="*/ 134045 h 348268"/>
                <a:gd name="connsiteX127" fmla="*/ 1238222 w 2915191"/>
                <a:gd name="connsiteY127" fmla="*/ 100558 h 348268"/>
                <a:gd name="connsiteX128" fmla="*/ 1247966 w 2915191"/>
                <a:gd name="connsiteY128" fmla="*/ 107791 h 348268"/>
                <a:gd name="connsiteX129" fmla="*/ 1257725 w 2915191"/>
                <a:gd name="connsiteY129" fmla="*/ 129280 h 348268"/>
                <a:gd name="connsiteX130" fmla="*/ 1267469 w 2915191"/>
                <a:gd name="connsiteY130" fmla="*/ 125248 h 348268"/>
                <a:gd name="connsiteX131" fmla="*/ 1277227 w 2915191"/>
                <a:gd name="connsiteY131" fmla="*/ 132383 h 348268"/>
                <a:gd name="connsiteX132" fmla="*/ 1286971 w 2915191"/>
                <a:gd name="connsiteY132" fmla="*/ 120376 h 348268"/>
                <a:gd name="connsiteX133" fmla="*/ 1296715 w 2915191"/>
                <a:gd name="connsiteY133" fmla="*/ 96009 h 348268"/>
                <a:gd name="connsiteX134" fmla="*/ 1306474 w 2915191"/>
                <a:gd name="connsiteY134" fmla="*/ 86290 h 348268"/>
                <a:gd name="connsiteX135" fmla="*/ 1316218 w 2915191"/>
                <a:gd name="connsiteY135" fmla="*/ 113289 h 348268"/>
                <a:gd name="connsiteX136" fmla="*/ 1325977 w 2915191"/>
                <a:gd name="connsiteY136" fmla="*/ 131610 h 348268"/>
                <a:gd name="connsiteX137" fmla="*/ 1335721 w 2915191"/>
                <a:gd name="connsiteY137" fmla="*/ 130201 h 348268"/>
                <a:gd name="connsiteX138" fmla="*/ 1345465 w 2915191"/>
                <a:gd name="connsiteY138" fmla="*/ 121445 h 348268"/>
                <a:gd name="connsiteX139" fmla="*/ 1355224 w 2915191"/>
                <a:gd name="connsiteY139" fmla="*/ 93743 h 348268"/>
                <a:gd name="connsiteX140" fmla="*/ 1364967 w 2915191"/>
                <a:gd name="connsiteY140" fmla="*/ 109341 h 348268"/>
                <a:gd name="connsiteX141" fmla="*/ 1374726 w 2915191"/>
                <a:gd name="connsiteY141" fmla="*/ 105914 h 348268"/>
                <a:gd name="connsiteX142" fmla="*/ 1384470 w 2915191"/>
                <a:gd name="connsiteY142" fmla="*/ 138468 h 348268"/>
                <a:gd name="connsiteX143" fmla="*/ 1394214 w 2915191"/>
                <a:gd name="connsiteY143" fmla="*/ 145252 h 348268"/>
                <a:gd name="connsiteX144" fmla="*/ 1403973 w 2915191"/>
                <a:gd name="connsiteY144" fmla="*/ 133155 h 348268"/>
                <a:gd name="connsiteX145" fmla="*/ 1413717 w 2915191"/>
                <a:gd name="connsiteY145" fmla="*/ 172786 h 348268"/>
                <a:gd name="connsiteX146" fmla="*/ 1423476 w 2915191"/>
                <a:gd name="connsiteY146" fmla="*/ 153442 h 348268"/>
                <a:gd name="connsiteX147" fmla="*/ 1433220 w 2915191"/>
                <a:gd name="connsiteY147" fmla="*/ 176137 h 348268"/>
                <a:gd name="connsiteX148" fmla="*/ 1442964 w 2915191"/>
                <a:gd name="connsiteY148" fmla="*/ 151543 h 348268"/>
                <a:gd name="connsiteX149" fmla="*/ 1452722 w 2915191"/>
                <a:gd name="connsiteY149" fmla="*/ 102913 h 348268"/>
                <a:gd name="connsiteX150" fmla="*/ 1462466 w 2915191"/>
                <a:gd name="connsiteY150" fmla="*/ 138347 h 348268"/>
                <a:gd name="connsiteX151" fmla="*/ 1472225 w 2915191"/>
                <a:gd name="connsiteY151" fmla="*/ 139946 h 348268"/>
                <a:gd name="connsiteX152" fmla="*/ 1481969 w 2915191"/>
                <a:gd name="connsiteY152" fmla="*/ 123592 h 348268"/>
                <a:gd name="connsiteX153" fmla="*/ 1491713 w 2915191"/>
                <a:gd name="connsiteY153" fmla="*/ 110734 h 348268"/>
                <a:gd name="connsiteX154" fmla="*/ 1501472 w 2915191"/>
                <a:gd name="connsiteY154" fmla="*/ 134012 h 348268"/>
                <a:gd name="connsiteX155" fmla="*/ 1511216 w 2915191"/>
                <a:gd name="connsiteY155" fmla="*/ 131017 h 348268"/>
                <a:gd name="connsiteX156" fmla="*/ 1520960 w 2915191"/>
                <a:gd name="connsiteY156" fmla="*/ 132370 h 348268"/>
                <a:gd name="connsiteX157" fmla="*/ 1530719 w 2915191"/>
                <a:gd name="connsiteY157" fmla="*/ 148748 h 348268"/>
                <a:gd name="connsiteX158" fmla="*/ 1540463 w 2915191"/>
                <a:gd name="connsiteY158" fmla="*/ 160396 h 348268"/>
                <a:gd name="connsiteX159" fmla="*/ 1550221 w 2915191"/>
                <a:gd name="connsiteY159" fmla="*/ 131135 h 348268"/>
                <a:gd name="connsiteX160" fmla="*/ 1559965 w 2915191"/>
                <a:gd name="connsiteY160" fmla="*/ 183210 h 348268"/>
                <a:gd name="connsiteX161" fmla="*/ 1569709 w 2915191"/>
                <a:gd name="connsiteY161" fmla="*/ 165078 h 348268"/>
                <a:gd name="connsiteX162" fmla="*/ 1579468 w 2915191"/>
                <a:gd name="connsiteY162" fmla="*/ 176244 h 348268"/>
                <a:gd name="connsiteX163" fmla="*/ 1589212 w 2915191"/>
                <a:gd name="connsiteY163" fmla="*/ 166591 h 348268"/>
                <a:gd name="connsiteX164" fmla="*/ 1598971 w 2915191"/>
                <a:gd name="connsiteY164" fmla="*/ 181367 h 348268"/>
                <a:gd name="connsiteX165" fmla="*/ 1608715 w 2915191"/>
                <a:gd name="connsiteY165" fmla="*/ 141408 h 348268"/>
                <a:gd name="connsiteX166" fmla="*/ 1618459 w 2915191"/>
                <a:gd name="connsiteY166" fmla="*/ 138903 h 348268"/>
                <a:gd name="connsiteX167" fmla="*/ 1628218 w 2915191"/>
                <a:gd name="connsiteY167" fmla="*/ 152299 h 348268"/>
                <a:gd name="connsiteX168" fmla="*/ 1637962 w 2915191"/>
                <a:gd name="connsiteY168" fmla="*/ 125095 h 348268"/>
                <a:gd name="connsiteX169" fmla="*/ 1647720 w 2915191"/>
                <a:gd name="connsiteY169" fmla="*/ 134282 h 348268"/>
                <a:gd name="connsiteX170" fmla="*/ 1657464 w 2915191"/>
                <a:gd name="connsiteY170" fmla="*/ 73091 h 348268"/>
                <a:gd name="connsiteX171" fmla="*/ 1667208 w 2915191"/>
                <a:gd name="connsiteY171" fmla="*/ 56035 h 348268"/>
                <a:gd name="connsiteX172" fmla="*/ 1676967 w 2915191"/>
                <a:gd name="connsiteY172" fmla="*/ 78731 h 348268"/>
                <a:gd name="connsiteX173" fmla="*/ 1686711 w 2915191"/>
                <a:gd name="connsiteY173" fmla="*/ 45203 h 348268"/>
                <a:gd name="connsiteX174" fmla="*/ 1696470 w 2915191"/>
                <a:gd name="connsiteY174" fmla="*/ 43109 h 348268"/>
                <a:gd name="connsiteX175" fmla="*/ 1706214 w 2915191"/>
                <a:gd name="connsiteY175" fmla="*/ 70529 h 348268"/>
                <a:gd name="connsiteX176" fmla="*/ 1715958 w 2915191"/>
                <a:gd name="connsiteY176" fmla="*/ 65174 h 348268"/>
                <a:gd name="connsiteX177" fmla="*/ 1725716 w 2915191"/>
                <a:gd name="connsiteY177" fmla="*/ 58566 h 348268"/>
                <a:gd name="connsiteX178" fmla="*/ 1735460 w 2915191"/>
                <a:gd name="connsiteY178" fmla="*/ 84477 h 348268"/>
                <a:gd name="connsiteX179" fmla="*/ 1745219 w 2915191"/>
                <a:gd name="connsiteY179" fmla="*/ 58203 h 348268"/>
                <a:gd name="connsiteX180" fmla="*/ 1754963 w 2915191"/>
                <a:gd name="connsiteY180" fmla="*/ 13540 h 348268"/>
                <a:gd name="connsiteX181" fmla="*/ 1764707 w 2915191"/>
                <a:gd name="connsiteY181" fmla="*/ 40138 h 348268"/>
                <a:gd name="connsiteX182" fmla="*/ 1774466 w 2915191"/>
                <a:gd name="connsiteY182" fmla="*/ 67963 h 348268"/>
                <a:gd name="connsiteX183" fmla="*/ 1784210 w 2915191"/>
                <a:gd name="connsiteY183" fmla="*/ 52586 h 348268"/>
                <a:gd name="connsiteX184" fmla="*/ 1793969 w 2915191"/>
                <a:gd name="connsiteY184" fmla="*/ 51413 h 348268"/>
                <a:gd name="connsiteX185" fmla="*/ 1803713 w 2915191"/>
                <a:gd name="connsiteY185" fmla="*/ 40363 h 348268"/>
                <a:gd name="connsiteX186" fmla="*/ 1813457 w 2915191"/>
                <a:gd name="connsiteY186" fmla="*/ 51449 h 348268"/>
                <a:gd name="connsiteX187" fmla="*/ 1823215 w 2915191"/>
                <a:gd name="connsiteY187" fmla="*/ 57960 h 348268"/>
                <a:gd name="connsiteX188" fmla="*/ 1832959 w 2915191"/>
                <a:gd name="connsiteY188" fmla="*/ 50730 h 348268"/>
                <a:gd name="connsiteX189" fmla="*/ 1842703 w 2915191"/>
                <a:gd name="connsiteY189" fmla="*/ 45369 h 348268"/>
                <a:gd name="connsiteX190" fmla="*/ 1852462 w 2915191"/>
                <a:gd name="connsiteY190" fmla="*/ 42473 h 348268"/>
                <a:gd name="connsiteX191" fmla="*/ 1862206 w 2915191"/>
                <a:gd name="connsiteY191" fmla="*/ 25163 h 348268"/>
                <a:gd name="connsiteX192" fmla="*/ 1871965 w 2915191"/>
                <a:gd name="connsiteY192" fmla="*/ 28751 h 348268"/>
                <a:gd name="connsiteX193" fmla="*/ 1881709 w 2915191"/>
                <a:gd name="connsiteY193" fmla="*/ 41397 h 348268"/>
                <a:gd name="connsiteX194" fmla="*/ 1891453 w 2915191"/>
                <a:gd name="connsiteY194" fmla="*/ 32513 h 348268"/>
                <a:gd name="connsiteX195" fmla="*/ 1901212 w 2915191"/>
                <a:gd name="connsiteY195" fmla="*/ 8913 h 348268"/>
                <a:gd name="connsiteX196" fmla="*/ 1910956 w 2915191"/>
                <a:gd name="connsiteY196" fmla="*/ 29712 h 348268"/>
                <a:gd name="connsiteX197" fmla="*/ 1920714 w 2915191"/>
                <a:gd name="connsiteY197" fmla="*/ 73127 h 348268"/>
                <a:gd name="connsiteX198" fmla="*/ 1930458 w 2915191"/>
                <a:gd name="connsiteY198" fmla="*/ 68290 h 348268"/>
                <a:gd name="connsiteX199" fmla="*/ 1940202 w 2915191"/>
                <a:gd name="connsiteY199" fmla="*/ 74495 h 348268"/>
                <a:gd name="connsiteX200" fmla="*/ 1949961 w 2915191"/>
                <a:gd name="connsiteY200" fmla="*/ 57045 h 348268"/>
                <a:gd name="connsiteX201" fmla="*/ 1959705 w 2915191"/>
                <a:gd name="connsiteY201" fmla="*/ 90572 h 348268"/>
                <a:gd name="connsiteX202" fmla="*/ 1969464 w 2915191"/>
                <a:gd name="connsiteY202" fmla="*/ 88159 h 348268"/>
                <a:gd name="connsiteX203" fmla="*/ 1979208 w 2915191"/>
                <a:gd name="connsiteY203" fmla="*/ 99136 h 348268"/>
                <a:gd name="connsiteX204" fmla="*/ 1988952 w 2915191"/>
                <a:gd name="connsiteY204" fmla="*/ 88326 h 348268"/>
                <a:gd name="connsiteX205" fmla="*/ 1998711 w 2915191"/>
                <a:gd name="connsiteY205" fmla="*/ 90218 h 348268"/>
                <a:gd name="connsiteX206" fmla="*/ 2008454 w 2915191"/>
                <a:gd name="connsiteY206" fmla="*/ 75016 h 348268"/>
                <a:gd name="connsiteX207" fmla="*/ 2018213 w 2915191"/>
                <a:gd name="connsiteY207" fmla="*/ 33319 h 348268"/>
                <a:gd name="connsiteX208" fmla="*/ 2027957 w 2915191"/>
                <a:gd name="connsiteY208" fmla="*/ 25573 h 348268"/>
                <a:gd name="connsiteX209" fmla="*/ 2037701 w 2915191"/>
                <a:gd name="connsiteY209" fmla="*/ 3677 h 348268"/>
                <a:gd name="connsiteX210" fmla="*/ 2047460 w 2915191"/>
                <a:gd name="connsiteY210" fmla="*/ 27125 h 348268"/>
                <a:gd name="connsiteX211" fmla="*/ 2057204 w 2915191"/>
                <a:gd name="connsiteY211" fmla="*/ 0 h 348268"/>
                <a:gd name="connsiteX212" fmla="*/ 2066963 w 2915191"/>
                <a:gd name="connsiteY212" fmla="*/ 2533 h 348268"/>
                <a:gd name="connsiteX213" fmla="*/ 2076707 w 2915191"/>
                <a:gd name="connsiteY213" fmla="*/ 2540 h 348268"/>
                <a:gd name="connsiteX214" fmla="*/ 2086451 w 2915191"/>
                <a:gd name="connsiteY214" fmla="*/ 13785 h 348268"/>
                <a:gd name="connsiteX215" fmla="*/ 2096210 w 2915191"/>
                <a:gd name="connsiteY215" fmla="*/ 7533 h 348268"/>
                <a:gd name="connsiteX216" fmla="*/ 2105954 w 2915191"/>
                <a:gd name="connsiteY216" fmla="*/ 32378 h 348268"/>
                <a:gd name="connsiteX217" fmla="*/ 2115697 w 2915191"/>
                <a:gd name="connsiteY217" fmla="*/ 77804 h 348268"/>
                <a:gd name="connsiteX218" fmla="*/ 2125456 w 2915191"/>
                <a:gd name="connsiteY218" fmla="*/ 57257 h 348268"/>
                <a:gd name="connsiteX219" fmla="*/ 2135200 w 2915191"/>
                <a:gd name="connsiteY219" fmla="*/ 64069 h 348268"/>
                <a:gd name="connsiteX220" fmla="*/ 2144959 w 2915191"/>
                <a:gd name="connsiteY220" fmla="*/ 44289 h 348268"/>
                <a:gd name="connsiteX221" fmla="*/ 2154703 w 2915191"/>
                <a:gd name="connsiteY221" fmla="*/ 80198 h 348268"/>
                <a:gd name="connsiteX222" fmla="*/ 2164447 w 2915191"/>
                <a:gd name="connsiteY222" fmla="*/ 62668 h 348268"/>
                <a:gd name="connsiteX223" fmla="*/ 2174206 w 2915191"/>
                <a:gd name="connsiteY223" fmla="*/ 68114 h 348268"/>
                <a:gd name="connsiteX224" fmla="*/ 2183950 w 2915191"/>
                <a:gd name="connsiteY224" fmla="*/ 56327 h 348268"/>
                <a:gd name="connsiteX225" fmla="*/ 2193709 w 2915191"/>
                <a:gd name="connsiteY225" fmla="*/ 93554 h 348268"/>
                <a:gd name="connsiteX226" fmla="*/ 2203452 w 2915191"/>
                <a:gd name="connsiteY226" fmla="*/ 72446 h 348268"/>
                <a:gd name="connsiteX227" fmla="*/ 2213196 w 2915191"/>
                <a:gd name="connsiteY227" fmla="*/ 86243 h 348268"/>
                <a:gd name="connsiteX228" fmla="*/ 2222955 w 2915191"/>
                <a:gd name="connsiteY228" fmla="*/ 86895 h 348268"/>
                <a:gd name="connsiteX229" fmla="*/ 2232699 w 2915191"/>
                <a:gd name="connsiteY229" fmla="*/ 83008 h 348268"/>
                <a:gd name="connsiteX230" fmla="*/ 2242458 w 2915191"/>
                <a:gd name="connsiteY230" fmla="*/ 53726 h 348268"/>
                <a:gd name="connsiteX231" fmla="*/ 2252202 w 2915191"/>
                <a:gd name="connsiteY231" fmla="*/ 58756 h 348268"/>
                <a:gd name="connsiteX232" fmla="*/ 2261946 w 2915191"/>
                <a:gd name="connsiteY232" fmla="*/ 72546 h 348268"/>
                <a:gd name="connsiteX233" fmla="*/ 2271705 w 2915191"/>
                <a:gd name="connsiteY233" fmla="*/ 104583 h 348268"/>
                <a:gd name="connsiteX234" fmla="*/ 2281449 w 2915191"/>
                <a:gd name="connsiteY234" fmla="*/ 115752 h 348268"/>
                <a:gd name="connsiteX235" fmla="*/ 2291208 w 2915191"/>
                <a:gd name="connsiteY235" fmla="*/ 107286 h 348268"/>
                <a:gd name="connsiteX236" fmla="*/ 2300951 w 2915191"/>
                <a:gd name="connsiteY236" fmla="*/ 97798 h 348268"/>
                <a:gd name="connsiteX237" fmla="*/ 2310695 w 2915191"/>
                <a:gd name="connsiteY237" fmla="*/ 114558 h 348268"/>
                <a:gd name="connsiteX238" fmla="*/ 2320454 w 2915191"/>
                <a:gd name="connsiteY238" fmla="*/ 157549 h 348268"/>
                <a:gd name="connsiteX239" fmla="*/ 2330198 w 2915191"/>
                <a:gd name="connsiteY239" fmla="*/ 176206 h 348268"/>
                <a:gd name="connsiteX240" fmla="*/ 2339957 w 2915191"/>
                <a:gd name="connsiteY240" fmla="*/ 159765 h 348268"/>
                <a:gd name="connsiteX241" fmla="*/ 2349701 w 2915191"/>
                <a:gd name="connsiteY241" fmla="*/ 156483 h 348268"/>
                <a:gd name="connsiteX242" fmla="*/ 2359445 w 2915191"/>
                <a:gd name="connsiteY242" fmla="*/ 157536 h 348268"/>
                <a:gd name="connsiteX243" fmla="*/ 2369204 w 2915191"/>
                <a:gd name="connsiteY243" fmla="*/ 205743 h 348268"/>
                <a:gd name="connsiteX244" fmla="*/ 2378948 w 2915191"/>
                <a:gd name="connsiteY244" fmla="*/ 216724 h 348268"/>
                <a:gd name="connsiteX245" fmla="*/ 2388692 w 2915191"/>
                <a:gd name="connsiteY245" fmla="*/ 168875 h 348268"/>
                <a:gd name="connsiteX246" fmla="*/ 2398450 w 2915191"/>
                <a:gd name="connsiteY246" fmla="*/ 175404 h 348268"/>
                <a:gd name="connsiteX247" fmla="*/ 2408194 w 2915191"/>
                <a:gd name="connsiteY247" fmla="*/ 211408 h 348268"/>
                <a:gd name="connsiteX248" fmla="*/ 2417953 w 2915191"/>
                <a:gd name="connsiteY248" fmla="*/ 204062 h 348268"/>
                <a:gd name="connsiteX249" fmla="*/ 2427697 w 2915191"/>
                <a:gd name="connsiteY249" fmla="*/ 186441 h 348268"/>
                <a:gd name="connsiteX250" fmla="*/ 2437441 w 2915191"/>
                <a:gd name="connsiteY250" fmla="*/ 180850 h 348268"/>
                <a:gd name="connsiteX251" fmla="*/ 2447200 w 2915191"/>
                <a:gd name="connsiteY251" fmla="*/ 188249 h 348268"/>
                <a:gd name="connsiteX252" fmla="*/ 2456944 w 2915191"/>
                <a:gd name="connsiteY252" fmla="*/ 199265 h 348268"/>
                <a:gd name="connsiteX253" fmla="*/ 2466703 w 2915191"/>
                <a:gd name="connsiteY253" fmla="*/ 205257 h 348268"/>
                <a:gd name="connsiteX254" fmla="*/ 2476446 w 2915191"/>
                <a:gd name="connsiteY254" fmla="*/ 226183 h 348268"/>
                <a:gd name="connsiteX255" fmla="*/ 2486190 w 2915191"/>
                <a:gd name="connsiteY255" fmla="*/ 211004 h 348268"/>
                <a:gd name="connsiteX256" fmla="*/ 2495949 w 2915191"/>
                <a:gd name="connsiteY256" fmla="*/ 185029 h 348268"/>
                <a:gd name="connsiteX257" fmla="*/ 2505693 w 2915191"/>
                <a:gd name="connsiteY257" fmla="*/ 198250 h 348268"/>
                <a:gd name="connsiteX258" fmla="*/ 2515452 w 2915191"/>
                <a:gd name="connsiteY258" fmla="*/ 179005 h 348268"/>
                <a:gd name="connsiteX259" fmla="*/ 2525196 w 2915191"/>
                <a:gd name="connsiteY259" fmla="*/ 189789 h 348268"/>
                <a:gd name="connsiteX260" fmla="*/ 2534940 w 2915191"/>
                <a:gd name="connsiteY260" fmla="*/ 183527 h 348268"/>
                <a:gd name="connsiteX261" fmla="*/ 2544699 w 2915191"/>
                <a:gd name="connsiteY261" fmla="*/ 184159 h 348268"/>
                <a:gd name="connsiteX262" fmla="*/ 2554443 w 2915191"/>
                <a:gd name="connsiteY262" fmla="*/ 195203 h 348268"/>
                <a:gd name="connsiteX263" fmla="*/ 2564202 w 2915191"/>
                <a:gd name="connsiteY263" fmla="*/ 151071 h 348268"/>
                <a:gd name="connsiteX264" fmla="*/ 2573946 w 2915191"/>
                <a:gd name="connsiteY264" fmla="*/ 154377 h 348268"/>
                <a:gd name="connsiteX265" fmla="*/ 2583690 w 2915191"/>
                <a:gd name="connsiteY265" fmla="*/ 177785 h 348268"/>
                <a:gd name="connsiteX266" fmla="*/ 2593448 w 2915191"/>
                <a:gd name="connsiteY266" fmla="*/ 142881 h 348268"/>
                <a:gd name="connsiteX267" fmla="*/ 2603192 w 2915191"/>
                <a:gd name="connsiteY267" fmla="*/ 171146 h 348268"/>
                <a:gd name="connsiteX268" fmla="*/ 2612951 w 2915191"/>
                <a:gd name="connsiteY268" fmla="*/ 182207 h 348268"/>
                <a:gd name="connsiteX269" fmla="*/ 2622695 w 2915191"/>
                <a:gd name="connsiteY269" fmla="*/ 197945 h 348268"/>
                <a:gd name="connsiteX270" fmla="*/ 2632439 w 2915191"/>
                <a:gd name="connsiteY270" fmla="*/ 180647 h 348268"/>
                <a:gd name="connsiteX271" fmla="*/ 2642198 w 2915191"/>
                <a:gd name="connsiteY271" fmla="*/ 172424 h 348268"/>
                <a:gd name="connsiteX272" fmla="*/ 2651942 w 2915191"/>
                <a:gd name="connsiteY272" fmla="*/ 161237 h 348268"/>
                <a:gd name="connsiteX273" fmla="*/ 2661685 w 2915191"/>
                <a:gd name="connsiteY273" fmla="*/ 166356 h 348268"/>
                <a:gd name="connsiteX274" fmla="*/ 2671444 w 2915191"/>
                <a:gd name="connsiteY274" fmla="*/ 178214 h 348268"/>
                <a:gd name="connsiteX275" fmla="*/ 2681188 w 2915191"/>
                <a:gd name="connsiteY275" fmla="*/ 138605 h 348268"/>
                <a:gd name="connsiteX276" fmla="*/ 2690947 w 2915191"/>
                <a:gd name="connsiteY276" fmla="*/ 117922 h 348268"/>
                <a:gd name="connsiteX277" fmla="*/ 2700691 w 2915191"/>
                <a:gd name="connsiteY277" fmla="*/ 157570 h 348268"/>
                <a:gd name="connsiteX278" fmla="*/ 2710435 w 2915191"/>
                <a:gd name="connsiteY278" fmla="*/ 152978 h 348268"/>
                <a:gd name="connsiteX279" fmla="*/ 2720194 w 2915191"/>
                <a:gd name="connsiteY279" fmla="*/ 160422 h 348268"/>
                <a:gd name="connsiteX280" fmla="*/ 2729938 w 2915191"/>
                <a:gd name="connsiteY280" fmla="*/ 162357 h 348268"/>
                <a:gd name="connsiteX281" fmla="*/ 2739697 w 2915191"/>
                <a:gd name="connsiteY281" fmla="*/ 127628 h 348268"/>
                <a:gd name="connsiteX282" fmla="*/ 2749441 w 2915191"/>
                <a:gd name="connsiteY282" fmla="*/ 129278 h 348268"/>
                <a:gd name="connsiteX283" fmla="*/ 2759185 w 2915191"/>
                <a:gd name="connsiteY283" fmla="*/ 142567 h 348268"/>
                <a:gd name="connsiteX284" fmla="*/ 2768943 w 2915191"/>
                <a:gd name="connsiteY284" fmla="*/ 137236 h 348268"/>
                <a:gd name="connsiteX285" fmla="*/ 2778687 w 2915191"/>
                <a:gd name="connsiteY285" fmla="*/ 153181 h 348268"/>
                <a:gd name="connsiteX286" fmla="*/ 2788446 w 2915191"/>
                <a:gd name="connsiteY286" fmla="*/ 106668 h 348268"/>
                <a:gd name="connsiteX287" fmla="*/ 2798190 w 2915191"/>
                <a:gd name="connsiteY287" fmla="*/ 110252 h 348268"/>
                <a:gd name="connsiteX288" fmla="*/ 2807934 w 2915191"/>
                <a:gd name="connsiteY288" fmla="*/ 113261 h 348268"/>
                <a:gd name="connsiteX289" fmla="*/ 2817693 w 2915191"/>
                <a:gd name="connsiteY289" fmla="*/ 86696 h 348268"/>
                <a:gd name="connsiteX290" fmla="*/ 2827437 w 2915191"/>
                <a:gd name="connsiteY290" fmla="*/ 103926 h 348268"/>
                <a:gd name="connsiteX291" fmla="*/ 2837196 w 2915191"/>
                <a:gd name="connsiteY291" fmla="*/ 64277 h 348268"/>
                <a:gd name="connsiteX292" fmla="*/ 2846940 w 2915191"/>
                <a:gd name="connsiteY292" fmla="*/ 49314 h 348268"/>
                <a:gd name="connsiteX293" fmla="*/ 2856684 w 2915191"/>
                <a:gd name="connsiteY293" fmla="*/ 72360 h 348268"/>
                <a:gd name="connsiteX294" fmla="*/ 2866442 w 2915191"/>
                <a:gd name="connsiteY294" fmla="*/ 65932 h 348268"/>
                <a:gd name="connsiteX295" fmla="*/ 2876186 w 2915191"/>
                <a:gd name="connsiteY295" fmla="*/ 108982 h 348268"/>
                <a:gd name="connsiteX296" fmla="*/ 2885945 w 2915191"/>
                <a:gd name="connsiteY296" fmla="*/ 99318 h 348268"/>
                <a:gd name="connsiteX297" fmla="*/ 2895689 w 2915191"/>
                <a:gd name="connsiteY297" fmla="*/ 84707 h 348268"/>
                <a:gd name="connsiteX298" fmla="*/ 2905433 w 2915191"/>
                <a:gd name="connsiteY298" fmla="*/ 67927 h 348268"/>
                <a:gd name="connsiteX299" fmla="*/ 2915192 w 2915191"/>
                <a:gd name="connsiteY299" fmla="*/ 31134 h 348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48268">
                  <a:moveTo>
                    <a:pt x="0" y="321511"/>
                  </a:moveTo>
                  <a:lnTo>
                    <a:pt x="9750" y="319513"/>
                  </a:lnTo>
                  <a:lnTo>
                    <a:pt x="19500" y="314567"/>
                  </a:lnTo>
                  <a:lnTo>
                    <a:pt x="29250" y="299407"/>
                  </a:lnTo>
                  <a:lnTo>
                    <a:pt x="39000" y="309054"/>
                  </a:lnTo>
                  <a:lnTo>
                    <a:pt x="48749" y="336428"/>
                  </a:lnTo>
                  <a:lnTo>
                    <a:pt x="58499" y="328332"/>
                  </a:lnTo>
                  <a:lnTo>
                    <a:pt x="68249" y="291981"/>
                  </a:lnTo>
                  <a:lnTo>
                    <a:pt x="77998" y="315195"/>
                  </a:lnTo>
                  <a:lnTo>
                    <a:pt x="87748" y="348268"/>
                  </a:lnTo>
                  <a:lnTo>
                    <a:pt x="97497" y="347420"/>
                  </a:lnTo>
                  <a:lnTo>
                    <a:pt x="107247" y="330996"/>
                  </a:lnTo>
                  <a:lnTo>
                    <a:pt x="116997" y="334348"/>
                  </a:lnTo>
                  <a:lnTo>
                    <a:pt x="126747" y="309236"/>
                  </a:lnTo>
                  <a:lnTo>
                    <a:pt x="136497" y="317812"/>
                  </a:lnTo>
                  <a:lnTo>
                    <a:pt x="146247" y="311727"/>
                  </a:lnTo>
                  <a:lnTo>
                    <a:pt x="155997" y="325121"/>
                  </a:lnTo>
                  <a:lnTo>
                    <a:pt x="165747" y="307429"/>
                  </a:lnTo>
                  <a:lnTo>
                    <a:pt x="175497" y="281708"/>
                  </a:lnTo>
                  <a:lnTo>
                    <a:pt x="185247" y="288417"/>
                  </a:lnTo>
                  <a:lnTo>
                    <a:pt x="194996" y="263071"/>
                  </a:lnTo>
                  <a:lnTo>
                    <a:pt x="204746" y="269138"/>
                  </a:lnTo>
                  <a:lnTo>
                    <a:pt x="214495" y="290168"/>
                  </a:lnTo>
                  <a:lnTo>
                    <a:pt x="224245" y="294377"/>
                  </a:lnTo>
                  <a:lnTo>
                    <a:pt x="233995" y="283200"/>
                  </a:lnTo>
                  <a:lnTo>
                    <a:pt x="243744" y="258585"/>
                  </a:lnTo>
                  <a:lnTo>
                    <a:pt x="253494" y="229821"/>
                  </a:lnTo>
                  <a:lnTo>
                    <a:pt x="263244" y="223771"/>
                  </a:lnTo>
                  <a:lnTo>
                    <a:pt x="272994" y="232914"/>
                  </a:lnTo>
                  <a:lnTo>
                    <a:pt x="282744" y="214235"/>
                  </a:lnTo>
                  <a:lnTo>
                    <a:pt x="292494" y="225831"/>
                  </a:lnTo>
                  <a:lnTo>
                    <a:pt x="302244" y="259610"/>
                  </a:lnTo>
                  <a:lnTo>
                    <a:pt x="311994" y="281357"/>
                  </a:lnTo>
                  <a:lnTo>
                    <a:pt x="321744" y="294282"/>
                  </a:lnTo>
                  <a:lnTo>
                    <a:pt x="331493" y="275671"/>
                  </a:lnTo>
                  <a:lnTo>
                    <a:pt x="341243" y="289612"/>
                  </a:lnTo>
                  <a:lnTo>
                    <a:pt x="350993" y="316313"/>
                  </a:lnTo>
                  <a:lnTo>
                    <a:pt x="360742" y="311693"/>
                  </a:lnTo>
                  <a:lnTo>
                    <a:pt x="370492" y="298747"/>
                  </a:lnTo>
                  <a:lnTo>
                    <a:pt x="380241" y="314048"/>
                  </a:lnTo>
                  <a:lnTo>
                    <a:pt x="389991" y="307102"/>
                  </a:lnTo>
                  <a:lnTo>
                    <a:pt x="399741" y="259767"/>
                  </a:lnTo>
                  <a:lnTo>
                    <a:pt x="409491" y="207635"/>
                  </a:lnTo>
                  <a:lnTo>
                    <a:pt x="419241" y="241721"/>
                  </a:lnTo>
                  <a:lnTo>
                    <a:pt x="428991" y="242183"/>
                  </a:lnTo>
                  <a:lnTo>
                    <a:pt x="438741" y="217132"/>
                  </a:lnTo>
                  <a:lnTo>
                    <a:pt x="448491" y="222023"/>
                  </a:lnTo>
                  <a:lnTo>
                    <a:pt x="458241" y="221777"/>
                  </a:lnTo>
                  <a:lnTo>
                    <a:pt x="467991" y="217303"/>
                  </a:lnTo>
                  <a:lnTo>
                    <a:pt x="477740" y="207546"/>
                  </a:lnTo>
                  <a:lnTo>
                    <a:pt x="487490" y="116237"/>
                  </a:lnTo>
                  <a:lnTo>
                    <a:pt x="497239" y="151040"/>
                  </a:lnTo>
                  <a:lnTo>
                    <a:pt x="506989" y="128612"/>
                  </a:lnTo>
                  <a:lnTo>
                    <a:pt x="516738" y="141552"/>
                  </a:lnTo>
                  <a:lnTo>
                    <a:pt x="526488" y="151672"/>
                  </a:lnTo>
                  <a:lnTo>
                    <a:pt x="536238" y="132565"/>
                  </a:lnTo>
                  <a:lnTo>
                    <a:pt x="545988" y="117090"/>
                  </a:lnTo>
                  <a:lnTo>
                    <a:pt x="555738" y="111005"/>
                  </a:lnTo>
                  <a:lnTo>
                    <a:pt x="565488" y="131857"/>
                  </a:lnTo>
                  <a:lnTo>
                    <a:pt x="575238" y="115804"/>
                  </a:lnTo>
                  <a:lnTo>
                    <a:pt x="584988" y="98151"/>
                  </a:lnTo>
                  <a:lnTo>
                    <a:pt x="594738" y="80563"/>
                  </a:lnTo>
                  <a:lnTo>
                    <a:pt x="604488" y="90406"/>
                  </a:lnTo>
                  <a:lnTo>
                    <a:pt x="614237" y="75170"/>
                  </a:lnTo>
                  <a:lnTo>
                    <a:pt x="623987" y="80316"/>
                  </a:lnTo>
                  <a:lnTo>
                    <a:pt x="633736" y="86778"/>
                  </a:lnTo>
                  <a:lnTo>
                    <a:pt x="643486" y="39235"/>
                  </a:lnTo>
                  <a:lnTo>
                    <a:pt x="653236" y="41979"/>
                  </a:lnTo>
                  <a:lnTo>
                    <a:pt x="662985" y="58718"/>
                  </a:lnTo>
                  <a:lnTo>
                    <a:pt x="672735" y="77691"/>
                  </a:lnTo>
                  <a:lnTo>
                    <a:pt x="682485" y="53455"/>
                  </a:lnTo>
                  <a:lnTo>
                    <a:pt x="692235" y="47595"/>
                  </a:lnTo>
                  <a:lnTo>
                    <a:pt x="701985" y="73452"/>
                  </a:lnTo>
                  <a:lnTo>
                    <a:pt x="711735" y="57799"/>
                  </a:lnTo>
                  <a:lnTo>
                    <a:pt x="721485" y="45279"/>
                  </a:lnTo>
                  <a:lnTo>
                    <a:pt x="731235" y="18944"/>
                  </a:lnTo>
                  <a:lnTo>
                    <a:pt x="740985" y="32395"/>
                  </a:lnTo>
                  <a:lnTo>
                    <a:pt x="750734" y="31748"/>
                  </a:lnTo>
                  <a:lnTo>
                    <a:pt x="760484" y="23201"/>
                  </a:lnTo>
                  <a:lnTo>
                    <a:pt x="770233" y="40728"/>
                  </a:lnTo>
                  <a:lnTo>
                    <a:pt x="779983" y="48891"/>
                  </a:lnTo>
                  <a:lnTo>
                    <a:pt x="789733" y="73588"/>
                  </a:lnTo>
                  <a:lnTo>
                    <a:pt x="799482" y="103678"/>
                  </a:lnTo>
                  <a:lnTo>
                    <a:pt x="809232" y="89795"/>
                  </a:lnTo>
                  <a:lnTo>
                    <a:pt x="818982" y="113997"/>
                  </a:lnTo>
                  <a:lnTo>
                    <a:pt x="828732" y="114692"/>
                  </a:lnTo>
                  <a:lnTo>
                    <a:pt x="838482" y="127377"/>
                  </a:lnTo>
                  <a:lnTo>
                    <a:pt x="848232" y="153348"/>
                  </a:lnTo>
                  <a:lnTo>
                    <a:pt x="857982" y="149465"/>
                  </a:lnTo>
                  <a:lnTo>
                    <a:pt x="867732" y="132036"/>
                  </a:lnTo>
                  <a:lnTo>
                    <a:pt x="877482" y="118615"/>
                  </a:lnTo>
                  <a:lnTo>
                    <a:pt x="887231" y="119320"/>
                  </a:lnTo>
                  <a:lnTo>
                    <a:pt x="896981" y="127315"/>
                  </a:lnTo>
                  <a:lnTo>
                    <a:pt x="906730" y="143507"/>
                  </a:lnTo>
                  <a:lnTo>
                    <a:pt x="916480" y="128788"/>
                  </a:lnTo>
                  <a:lnTo>
                    <a:pt x="926230" y="128522"/>
                  </a:lnTo>
                  <a:lnTo>
                    <a:pt x="935979" y="96395"/>
                  </a:lnTo>
                  <a:lnTo>
                    <a:pt x="945729" y="79562"/>
                  </a:lnTo>
                  <a:lnTo>
                    <a:pt x="955479" y="65143"/>
                  </a:lnTo>
                  <a:lnTo>
                    <a:pt x="965229" y="53550"/>
                  </a:lnTo>
                  <a:lnTo>
                    <a:pt x="974979" y="61171"/>
                  </a:lnTo>
                  <a:lnTo>
                    <a:pt x="984729" y="77117"/>
                  </a:lnTo>
                  <a:lnTo>
                    <a:pt x="994474" y="70506"/>
                  </a:lnTo>
                  <a:lnTo>
                    <a:pt x="1004233" y="71882"/>
                  </a:lnTo>
                  <a:lnTo>
                    <a:pt x="1013977" y="89944"/>
                  </a:lnTo>
                  <a:lnTo>
                    <a:pt x="1023721" y="81953"/>
                  </a:lnTo>
                  <a:lnTo>
                    <a:pt x="1033480" y="77649"/>
                  </a:lnTo>
                  <a:lnTo>
                    <a:pt x="1043224" y="96110"/>
                  </a:lnTo>
                  <a:lnTo>
                    <a:pt x="1052983" y="71052"/>
                  </a:lnTo>
                  <a:lnTo>
                    <a:pt x="1062727" y="74027"/>
                  </a:lnTo>
                  <a:lnTo>
                    <a:pt x="1072471" y="98329"/>
                  </a:lnTo>
                  <a:lnTo>
                    <a:pt x="1082230" y="114859"/>
                  </a:lnTo>
                  <a:lnTo>
                    <a:pt x="1091973" y="96192"/>
                  </a:lnTo>
                  <a:lnTo>
                    <a:pt x="1101732" y="118000"/>
                  </a:lnTo>
                  <a:lnTo>
                    <a:pt x="1111476" y="75985"/>
                  </a:lnTo>
                  <a:lnTo>
                    <a:pt x="1121220" y="103962"/>
                  </a:lnTo>
                  <a:lnTo>
                    <a:pt x="1130979" y="103290"/>
                  </a:lnTo>
                  <a:lnTo>
                    <a:pt x="1140723" y="82946"/>
                  </a:lnTo>
                  <a:lnTo>
                    <a:pt x="1150482" y="107836"/>
                  </a:lnTo>
                  <a:lnTo>
                    <a:pt x="1160226" y="91982"/>
                  </a:lnTo>
                  <a:lnTo>
                    <a:pt x="1169969" y="113663"/>
                  </a:lnTo>
                  <a:lnTo>
                    <a:pt x="1179728" y="129636"/>
                  </a:lnTo>
                  <a:lnTo>
                    <a:pt x="1189472" y="142917"/>
                  </a:lnTo>
                  <a:lnTo>
                    <a:pt x="1199231" y="118483"/>
                  </a:lnTo>
                  <a:lnTo>
                    <a:pt x="1208975" y="111720"/>
                  </a:lnTo>
                  <a:lnTo>
                    <a:pt x="1218719" y="103004"/>
                  </a:lnTo>
                  <a:lnTo>
                    <a:pt x="1228478" y="134045"/>
                  </a:lnTo>
                  <a:lnTo>
                    <a:pt x="1238222" y="100558"/>
                  </a:lnTo>
                  <a:lnTo>
                    <a:pt x="1247966" y="107791"/>
                  </a:lnTo>
                  <a:lnTo>
                    <a:pt x="1257725" y="129280"/>
                  </a:lnTo>
                  <a:lnTo>
                    <a:pt x="1267469" y="125248"/>
                  </a:lnTo>
                  <a:lnTo>
                    <a:pt x="1277227" y="132383"/>
                  </a:lnTo>
                  <a:lnTo>
                    <a:pt x="1286971" y="120376"/>
                  </a:lnTo>
                  <a:lnTo>
                    <a:pt x="1296715" y="96009"/>
                  </a:lnTo>
                  <a:lnTo>
                    <a:pt x="1306474" y="86290"/>
                  </a:lnTo>
                  <a:lnTo>
                    <a:pt x="1316218" y="113289"/>
                  </a:lnTo>
                  <a:lnTo>
                    <a:pt x="1325977" y="131610"/>
                  </a:lnTo>
                  <a:lnTo>
                    <a:pt x="1335721" y="130201"/>
                  </a:lnTo>
                  <a:lnTo>
                    <a:pt x="1345465" y="121445"/>
                  </a:lnTo>
                  <a:lnTo>
                    <a:pt x="1355224" y="93743"/>
                  </a:lnTo>
                  <a:lnTo>
                    <a:pt x="1364967" y="109341"/>
                  </a:lnTo>
                  <a:lnTo>
                    <a:pt x="1374726" y="105914"/>
                  </a:lnTo>
                  <a:lnTo>
                    <a:pt x="1384470" y="138468"/>
                  </a:lnTo>
                  <a:lnTo>
                    <a:pt x="1394214" y="145252"/>
                  </a:lnTo>
                  <a:lnTo>
                    <a:pt x="1403973" y="133155"/>
                  </a:lnTo>
                  <a:lnTo>
                    <a:pt x="1413717" y="172786"/>
                  </a:lnTo>
                  <a:lnTo>
                    <a:pt x="1423476" y="153442"/>
                  </a:lnTo>
                  <a:lnTo>
                    <a:pt x="1433220" y="176137"/>
                  </a:lnTo>
                  <a:lnTo>
                    <a:pt x="1442964" y="151543"/>
                  </a:lnTo>
                  <a:lnTo>
                    <a:pt x="1452722" y="102913"/>
                  </a:lnTo>
                  <a:lnTo>
                    <a:pt x="1462466" y="138347"/>
                  </a:lnTo>
                  <a:lnTo>
                    <a:pt x="1472225" y="139946"/>
                  </a:lnTo>
                  <a:lnTo>
                    <a:pt x="1481969" y="123592"/>
                  </a:lnTo>
                  <a:lnTo>
                    <a:pt x="1491713" y="110734"/>
                  </a:lnTo>
                  <a:lnTo>
                    <a:pt x="1501472" y="134012"/>
                  </a:lnTo>
                  <a:lnTo>
                    <a:pt x="1511216" y="131017"/>
                  </a:lnTo>
                  <a:lnTo>
                    <a:pt x="1520960" y="132370"/>
                  </a:lnTo>
                  <a:lnTo>
                    <a:pt x="1530719" y="148748"/>
                  </a:lnTo>
                  <a:lnTo>
                    <a:pt x="1540463" y="160396"/>
                  </a:lnTo>
                  <a:lnTo>
                    <a:pt x="1550221" y="131135"/>
                  </a:lnTo>
                  <a:lnTo>
                    <a:pt x="1559965" y="183210"/>
                  </a:lnTo>
                  <a:lnTo>
                    <a:pt x="1569709" y="165078"/>
                  </a:lnTo>
                  <a:lnTo>
                    <a:pt x="1579468" y="176244"/>
                  </a:lnTo>
                  <a:lnTo>
                    <a:pt x="1589212" y="166591"/>
                  </a:lnTo>
                  <a:lnTo>
                    <a:pt x="1598971" y="181367"/>
                  </a:lnTo>
                  <a:lnTo>
                    <a:pt x="1608715" y="141408"/>
                  </a:lnTo>
                  <a:lnTo>
                    <a:pt x="1618459" y="138903"/>
                  </a:lnTo>
                  <a:lnTo>
                    <a:pt x="1628218" y="152299"/>
                  </a:lnTo>
                  <a:lnTo>
                    <a:pt x="1637962" y="125095"/>
                  </a:lnTo>
                  <a:lnTo>
                    <a:pt x="1647720" y="134282"/>
                  </a:lnTo>
                  <a:lnTo>
                    <a:pt x="1657464" y="73091"/>
                  </a:lnTo>
                  <a:lnTo>
                    <a:pt x="1667208" y="56035"/>
                  </a:lnTo>
                  <a:lnTo>
                    <a:pt x="1676967" y="78731"/>
                  </a:lnTo>
                  <a:lnTo>
                    <a:pt x="1686711" y="45203"/>
                  </a:lnTo>
                  <a:lnTo>
                    <a:pt x="1696470" y="43109"/>
                  </a:lnTo>
                  <a:lnTo>
                    <a:pt x="1706214" y="70529"/>
                  </a:lnTo>
                  <a:lnTo>
                    <a:pt x="1715958" y="65174"/>
                  </a:lnTo>
                  <a:lnTo>
                    <a:pt x="1725716" y="58566"/>
                  </a:lnTo>
                  <a:lnTo>
                    <a:pt x="1735460" y="84477"/>
                  </a:lnTo>
                  <a:lnTo>
                    <a:pt x="1745219" y="58203"/>
                  </a:lnTo>
                  <a:lnTo>
                    <a:pt x="1754963" y="13540"/>
                  </a:lnTo>
                  <a:lnTo>
                    <a:pt x="1764707" y="40138"/>
                  </a:lnTo>
                  <a:lnTo>
                    <a:pt x="1774466" y="67963"/>
                  </a:lnTo>
                  <a:lnTo>
                    <a:pt x="1784210" y="52586"/>
                  </a:lnTo>
                  <a:lnTo>
                    <a:pt x="1793969" y="51413"/>
                  </a:lnTo>
                  <a:lnTo>
                    <a:pt x="1803713" y="40363"/>
                  </a:lnTo>
                  <a:lnTo>
                    <a:pt x="1813457" y="51449"/>
                  </a:lnTo>
                  <a:lnTo>
                    <a:pt x="1823215" y="57960"/>
                  </a:lnTo>
                  <a:lnTo>
                    <a:pt x="1832959" y="50730"/>
                  </a:lnTo>
                  <a:lnTo>
                    <a:pt x="1842703" y="45369"/>
                  </a:lnTo>
                  <a:lnTo>
                    <a:pt x="1852462" y="42473"/>
                  </a:lnTo>
                  <a:lnTo>
                    <a:pt x="1862206" y="25163"/>
                  </a:lnTo>
                  <a:lnTo>
                    <a:pt x="1871965" y="28751"/>
                  </a:lnTo>
                  <a:lnTo>
                    <a:pt x="1881709" y="41397"/>
                  </a:lnTo>
                  <a:lnTo>
                    <a:pt x="1891453" y="32513"/>
                  </a:lnTo>
                  <a:lnTo>
                    <a:pt x="1901212" y="8913"/>
                  </a:lnTo>
                  <a:lnTo>
                    <a:pt x="1910956" y="29712"/>
                  </a:lnTo>
                  <a:lnTo>
                    <a:pt x="1920714" y="73127"/>
                  </a:lnTo>
                  <a:lnTo>
                    <a:pt x="1930458" y="68290"/>
                  </a:lnTo>
                  <a:lnTo>
                    <a:pt x="1940202" y="74495"/>
                  </a:lnTo>
                  <a:lnTo>
                    <a:pt x="1949961" y="57045"/>
                  </a:lnTo>
                  <a:lnTo>
                    <a:pt x="1959705" y="90572"/>
                  </a:lnTo>
                  <a:lnTo>
                    <a:pt x="1969464" y="88159"/>
                  </a:lnTo>
                  <a:lnTo>
                    <a:pt x="1979208" y="99136"/>
                  </a:lnTo>
                  <a:lnTo>
                    <a:pt x="1988952" y="88326"/>
                  </a:lnTo>
                  <a:lnTo>
                    <a:pt x="1998711" y="90218"/>
                  </a:lnTo>
                  <a:lnTo>
                    <a:pt x="2008454" y="75016"/>
                  </a:lnTo>
                  <a:lnTo>
                    <a:pt x="2018213" y="33319"/>
                  </a:lnTo>
                  <a:lnTo>
                    <a:pt x="2027957" y="25573"/>
                  </a:lnTo>
                  <a:lnTo>
                    <a:pt x="2037701" y="3677"/>
                  </a:lnTo>
                  <a:lnTo>
                    <a:pt x="2047460" y="27125"/>
                  </a:lnTo>
                  <a:lnTo>
                    <a:pt x="2057204" y="0"/>
                  </a:lnTo>
                  <a:lnTo>
                    <a:pt x="2066963" y="2533"/>
                  </a:lnTo>
                  <a:lnTo>
                    <a:pt x="2076707" y="2540"/>
                  </a:lnTo>
                  <a:lnTo>
                    <a:pt x="2086451" y="13785"/>
                  </a:lnTo>
                  <a:lnTo>
                    <a:pt x="2096210" y="7533"/>
                  </a:lnTo>
                  <a:lnTo>
                    <a:pt x="2105954" y="32378"/>
                  </a:lnTo>
                  <a:lnTo>
                    <a:pt x="2115697" y="77804"/>
                  </a:lnTo>
                  <a:lnTo>
                    <a:pt x="2125456" y="57257"/>
                  </a:lnTo>
                  <a:lnTo>
                    <a:pt x="2135200" y="64069"/>
                  </a:lnTo>
                  <a:lnTo>
                    <a:pt x="2144959" y="44289"/>
                  </a:lnTo>
                  <a:lnTo>
                    <a:pt x="2154703" y="80198"/>
                  </a:lnTo>
                  <a:lnTo>
                    <a:pt x="2164447" y="62668"/>
                  </a:lnTo>
                  <a:lnTo>
                    <a:pt x="2174206" y="68114"/>
                  </a:lnTo>
                  <a:lnTo>
                    <a:pt x="2183950" y="56327"/>
                  </a:lnTo>
                  <a:lnTo>
                    <a:pt x="2193709" y="93554"/>
                  </a:lnTo>
                  <a:lnTo>
                    <a:pt x="2203452" y="72446"/>
                  </a:lnTo>
                  <a:lnTo>
                    <a:pt x="2213196" y="86243"/>
                  </a:lnTo>
                  <a:lnTo>
                    <a:pt x="2222955" y="86895"/>
                  </a:lnTo>
                  <a:lnTo>
                    <a:pt x="2232699" y="83008"/>
                  </a:lnTo>
                  <a:lnTo>
                    <a:pt x="2242458" y="53726"/>
                  </a:lnTo>
                  <a:lnTo>
                    <a:pt x="2252202" y="58756"/>
                  </a:lnTo>
                  <a:lnTo>
                    <a:pt x="2261946" y="72546"/>
                  </a:lnTo>
                  <a:lnTo>
                    <a:pt x="2271705" y="104583"/>
                  </a:lnTo>
                  <a:lnTo>
                    <a:pt x="2281449" y="115752"/>
                  </a:lnTo>
                  <a:lnTo>
                    <a:pt x="2291208" y="107286"/>
                  </a:lnTo>
                  <a:lnTo>
                    <a:pt x="2300951" y="97798"/>
                  </a:lnTo>
                  <a:lnTo>
                    <a:pt x="2310695" y="114558"/>
                  </a:lnTo>
                  <a:lnTo>
                    <a:pt x="2320454" y="157549"/>
                  </a:lnTo>
                  <a:lnTo>
                    <a:pt x="2330198" y="176206"/>
                  </a:lnTo>
                  <a:lnTo>
                    <a:pt x="2339957" y="159765"/>
                  </a:lnTo>
                  <a:lnTo>
                    <a:pt x="2349701" y="156483"/>
                  </a:lnTo>
                  <a:lnTo>
                    <a:pt x="2359445" y="157536"/>
                  </a:lnTo>
                  <a:lnTo>
                    <a:pt x="2369204" y="205743"/>
                  </a:lnTo>
                  <a:lnTo>
                    <a:pt x="2378948" y="216724"/>
                  </a:lnTo>
                  <a:lnTo>
                    <a:pt x="2388692" y="168875"/>
                  </a:lnTo>
                  <a:lnTo>
                    <a:pt x="2398450" y="175404"/>
                  </a:lnTo>
                  <a:lnTo>
                    <a:pt x="2408194" y="211408"/>
                  </a:lnTo>
                  <a:lnTo>
                    <a:pt x="2417953" y="204062"/>
                  </a:lnTo>
                  <a:lnTo>
                    <a:pt x="2427697" y="186441"/>
                  </a:lnTo>
                  <a:lnTo>
                    <a:pt x="2437441" y="180850"/>
                  </a:lnTo>
                  <a:lnTo>
                    <a:pt x="2447200" y="188249"/>
                  </a:lnTo>
                  <a:lnTo>
                    <a:pt x="2456944" y="199265"/>
                  </a:lnTo>
                  <a:lnTo>
                    <a:pt x="2466703" y="205257"/>
                  </a:lnTo>
                  <a:lnTo>
                    <a:pt x="2476446" y="226183"/>
                  </a:lnTo>
                  <a:lnTo>
                    <a:pt x="2486190" y="211004"/>
                  </a:lnTo>
                  <a:lnTo>
                    <a:pt x="2495949" y="185029"/>
                  </a:lnTo>
                  <a:lnTo>
                    <a:pt x="2505693" y="198250"/>
                  </a:lnTo>
                  <a:lnTo>
                    <a:pt x="2515452" y="179005"/>
                  </a:lnTo>
                  <a:lnTo>
                    <a:pt x="2525196" y="189789"/>
                  </a:lnTo>
                  <a:lnTo>
                    <a:pt x="2534940" y="183527"/>
                  </a:lnTo>
                  <a:lnTo>
                    <a:pt x="2544699" y="184159"/>
                  </a:lnTo>
                  <a:lnTo>
                    <a:pt x="2554443" y="195203"/>
                  </a:lnTo>
                  <a:lnTo>
                    <a:pt x="2564202" y="151071"/>
                  </a:lnTo>
                  <a:lnTo>
                    <a:pt x="2573946" y="154377"/>
                  </a:lnTo>
                  <a:lnTo>
                    <a:pt x="2583690" y="177785"/>
                  </a:lnTo>
                  <a:lnTo>
                    <a:pt x="2593448" y="142881"/>
                  </a:lnTo>
                  <a:lnTo>
                    <a:pt x="2603192" y="171146"/>
                  </a:lnTo>
                  <a:lnTo>
                    <a:pt x="2612951" y="182207"/>
                  </a:lnTo>
                  <a:lnTo>
                    <a:pt x="2622695" y="197945"/>
                  </a:lnTo>
                  <a:lnTo>
                    <a:pt x="2632439" y="180647"/>
                  </a:lnTo>
                  <a:lnTo>
                    <a:pt x="2642198" y="172424"/>
                  </a:lnTo>
                  <a:lnTo>
                    <a:pt x="2651942" y="161237"/>
                  </a:lnTo>
                  <a:lnTo>
                    <a:pt x="2661685" y="166356"/>
                  </a:lnTo>
                  <a:lnTo>
                    <a:pt x="2671444" y="178214"/>
                  </a:lnTo>
                  <a:lnTo>
                    <a:pt x="2681188" y="138605"/>
                  </a:lnTo>
                  <a:lnTo>
                    <a:pt x="2690947" y="117922"/>
                  </a:lnTo>
                  <a:lnTo>
                    <a:pt x="2700691" y="157570"/>
                  </a:lnTo>
                  <a:lnTo>
                    <a:pt x="2710435" y="152978"/>
                  </a:lnTo>
                  <a:lnTo>
                    <a:pt x="2720194" y="160422"/>
                  </a:lnTo>
                  <a:lnTo>
                    <a:pt x="2729938" y="162357"/>
                  </a:lnTo>
                  <a:lnTo>
                    <a:pt x="2739697" y="127628"/>
                  </a:lnTo>
                  <a:lnTo>
                    <a:pt x="2749441" y="129278"/>
                  </a:lnTo>
                  <a:lnTo>
                    <a:pt x="2759185" y="142567"/>
                  </a:lnTo>
                  <a:lnTo>
                    <a:pt x="2768943" y="137236"/>
                  </a:lnTo>
                  <a:lnTo>
                    <a:pt x="2778687" y="153181"/>
                  </a:lnTo>
                  <a:lnTo>
                    <a:pt x="2788446" y="106668"/>
                  </a:lnTo>
                  <a:lnTo>
                    <a:pt x="2798190" y="110252"/>
                  </a:lnTo>
                  <a:lnTo>
                    <a:pt x="2807934" y="113261"/>
                  </a:lnTo>
                  <a:lnTo>
                    <a:pt x="2817693" y="86696"/>
                  </a:lnTo>
                  <a:lnTo>
                    <a:pt x="2827437" y="103926"/>
                  </a:lnTo>
                  <a:lnTo>
                    <a:pt x="2837196" y="64277"/>
                  </a:lnTo>
                  <a:lnTo>
                    <a:pt x="2846940" y="49314"/>
                  </a:lnTo>
                  <a:lnTo>
                    <a:pt x="2856684" y="72360"/>
                  </a:lnTo>
                  <a:lnTo>
                    <a:pt x="2866442" y="65932"/>
                  </a:lnTo>
                  <a:lnTo>
                    <a:pt x="2876186" y="108982"/>
                  </a:lnTo>
                  <a:lnTo>
                    <a:pt x="2885945" y="99318"/>
                  </a:lnTo>
                  <a:lnTo>
                    <a:pt x="2895689" y="84707"/>
                  </a:lnTo>
                  <a:lnTo>
                    <a:pt x="2905433" y="67927"/>
                  </a:lnTo>
                  <a:lnTo>
                    <a:pt x="2915192" y="3113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2" name="Freeform 1121">
              <a:extLst>
                <a:ext uri="{FF2B5EF4-FFF2-40B4-BE49-F238E27FC236}">
                  <a16:creationId xmlns:a16="http://schemas.microsoft.com/office/drawing/2014/main" id="{99F8CE60-DB0C-DEDE-95B8-CF667A12EB58}"/>
                </a:ext>
              </a:extLst>
            </p:cNvPr>
            <p:cNvSpPr/>
            <p:nvPr/>
          </p:nvSpPr>
          <p:spPr>
            <a:xfrm>
              <a:off x="4426652" y="3292516"/>
              <a:ext cx="2915191" cy="417843"/>
            </a:xfrm>
            <a:custGeom>
              <a:avLst/>
              <a:gdLst>
                <a:gd name="connsiteX0" fmla="*/ 0 w 2915191"/>
                <a:gd name="connsiteY0" fmla="*/ 404668 h 417843"/>
                <a:gd name="connsiteX1" fmla="*/ 9750 w 2915191"/>
                <a:gd name="connsiteY1" fmla="*/ 367913 h 417843"/>
                <a:gd name="connsiteX2" fmla="*/ 19500 w 2915191"/>
                <a:gd name="connsiteY2" fmla="*/ 357498 h 417843"/>
                <a:gd name="connsiteX3" fmla="*/ 29250 w 2915191"/>
                <a:gd name="connsiteY3" fmla="*/ 371506 h 417843"/>
                <a:gd name="connsiteX4" fmla="*/ 39000 w 2915191"/>
                <a:gd name="connsiteY4" fmla="*/ 373045 h 417843"/>
                <a:gd name="connsiteX5" fmla="*/ 48749 w 2915191"/>
                <a:gd name="connsiteY5" fmla="*/ 366624 h 417843"/>
                <a:gd name="connsiteX6" fmla="*/ 58499 w 2915191"/>
                <a:gd name="connsiteY6" fmla="*/ 379493 h 417843"/>
                <a:gd name="connsiteX7" fmla="*/ 68249 w 2915191"/>
                <a:gd name="connsiteY7" fmla="*/ 359289 h 417843"/>
                <a:gd name="connsiteX8" fmla="*/ 77998 w 2915191"/>
                <a:gd name="connsiteY8" fmla="*/ 364457 h 417843"/>
                <a:gd name="connsiteX9" fmla="*/ 87748 w 2915191"/>
                <a:gd name="connsiteY9" fmla="*/ 355377 h 417843"/>
                <a:gd name="connsiteX10" fmla="*/ 97497 w 2915191"/>
                <a:gd name="connsiteY10" fmla="*/ 360646 h 417843"/>
                <a:gd name="connsiteX11" fmla="*/ 107247 w 2915191"/>
                <a:gd name="connsiteY11" fmla="*/ 382424 h 417843"/>
                <a:gd name="connsiteX12" fmla="*/ 116997 w 2915191"/>
                <a:gd name="connsiteY12" fmla="*/ 392581 h 417843"/>
                <a:gd name="connsiteX13" fmla="*/ 126747 w 2915191"/>
                <a:gd name="connsiteY13" fmla="*/ 399175 h 417843"/>
                <a:gd name="connsiteX14" fmla="*/ 136497 w 2915191"/>
                <a:gd name="connsiteY14" fmla="*/ 390954 h 417843"/>
                <a:gd name="connsiteX15" fmla="*/ 146247 w 2915191"/>
                <a:gd name="connsiteY15" fmla="*/ 392293 h 417843"/>
                <a:gd name="connsiteX16" fmla="*/ 155997 w 2915191"/>
                <a:gd name="connsiteY16" fmla="*/ 417844 h 417843"/>
                <a:gd name="connsiteX17" fmla="*/ 165747 w 2915191"/>
                <a:gd name="connsiteY17" fmla="*/ 414220 h 417843"/>
                <a:gd name="connsiteX18" fmla="*/ 175497 w 2915191"/>
                <a:gd name="connsiteY18" fmla="*/ 363856 h 417843"/>
                <a:gd name="connsiteX19" fmla="*/ 185247 w 2915191"/>
                <a:gd name="connsiteY19" fmla="*/ 356968 h 417843"/>
                <a:gd name="connsiteX20" fmla="*/ 194996 w 2915191"/>
                <a:gd name="connsiteY20" fmla="*/ 367983 h 417843"/>
                <a:gd name="connsiteX21" fmla="*/ 204746 w 2915191"/>
                <a:gd name="connsiteY21" fmla="*/ 355184 h 417843"/>
                <a:gd name="connsiteX22" fmla="*/ 214495 w 2915191"/>
                <a:gd name="connsiteY22" fmla="*/ 341346 h 417843"/>
                <a:gd name="connsiteX23" fmla="*/ 224245 w 2915191"/>
                <a:gd name="connsiteY23" fmla="*/ 313346 h 417843"/>
                <a:gd name="connsiteX24" fmla="*/ 233995 w 2915191"/>
                <a:gd name="connsiteY24" fmla="*/ 288803 h 417843"/>
                <a:gd name="connsiteX25" fmla="*/ 243744 w 2915191"/>
                <a:gd name="connsiteY25" fmla="*/ 304112 h 417843"/>
                <a:gd name="connsiteX26" fmla="*/ 253494 w 2915191"/>
                <a:gd name="connsiteY26" fmla="*/ 319035 h 417843"/>
                <a:gd name="connsiteX27" fmla="*/ 263244 w 2915191"/>
                <a:gd name="connsiteY27" fmla="*/ 309976 h 417843"/>
                <a:gd name="connsiteX28" fmla="*/ 272994 w 2915191"/>
                <a:gd name="connsiteY28" fmla="*/ 318732 h 417843"/>
                <a:gd name="connsiteX29" fmla="*/ 282744 w 2915191"/>
                <a:gd name="connsiteY29" fmla="*/ 309875 h 417843"/>
                <a:gd name="connsiteX30" fmla="*/ 292494 w 2915191"/>
                <a:gd name="connsiteY30" fmla="*/ 286391 h 417843"/>
                <a:gd name="connsiteX31" fmla="*/ 302244 w 2915191"/>
                <a:gd name="connsiteY31" fmla="*/ 233911 h 417843"/>
                <a:gd name="connsiteX32" fmla="*/ 311994 w 2915191"/>
                <a:gd name="connsiteY32" fmla="*/ 238363 h 417843"/>
                <a:gd name="connsiteX33" fmla="*/ 321744 w 2915191"/>
                <a:gd name="connsiteY33" fmla="*/ 241955 h 417843"/>
                <a:gd name="connsiteX34" fmla="*/ 331493 w 2915191"/>
                <a:gd name="connsiteY34" fmla="*/ 198243 h 417843"/>
                <a:gd name="connsiteX35" fmla="*/ 341243 w 2915191"/>
                <a:gd name="connsiteY35" fmla="*/ 182058 h 417843"/>
                <a:gd name="connsiteX36" fmla="*/ 350993 w 2915191"/>
                <a:gd name="connsiteY36" fmla="*/ 201920 h 417843"/>
                <a:gd name="connsiteX37" fmla="*/ 360742 w 2915191"/>
                <a:gd name="connsiteY37" fmla="*/ 203505 h 417843"/>
                <a:gd name="connsiteX38" fmla="*/ 370492 w 2915191"/>
                <a:gd name="connsiteY38" fmla="*/ 204158 h 417843"/>
                <a:gd name="connsiteX39" fmla="*/ 380241 w 2915191"/>
                <a:gd name="connsiteY39" fmla="*/ 230961 h 417843"/>
                <a:gd name="connsiteX40" fmla="*/ 389991 w 2915191"/>
                <a:gd name="connsiteY40" fmla="*/ 213735 h 417843"/>
                <a:gd name="connsiteX41" fmla="*/ 399741 w 2915191"/>
                <a:gd name="connsiteY41" fmla="*/ 185045 h 417843"/>
                <a:gd name="connsiteX42" fmla="*/ 409491 w 2915191"/>
                <a:gd name="connsiteY42" fmla="*/ 219438 h 417843"/>
                <a:gd name="connsiteX43" fmla="*/ 419241 w 2915191"/>
                <a:gd name="connsiteY43" fmla="*/ 199000 h 417843"/>
                <a:gd name="connsiteX44" fmla="*/ 428991 w 2915191"/>
                <a:gd name="connsiteY44" fmla="*/ 205563 h 417843"/>
                <a:gd name="connsiteX45" fmla="*/ 438741 w 2915191"/>
                <a:gd name="connsiteY45" fmla="*/ 215110 h 417843"/>
                <a:gd name="connsiteX46" fmla="*/ 448491 w 2915191"/>
                <a:gd name="connsiteY46" fmla="*/ 218002 h 417843"/>
                <a:gd name="connsiteX47" fmla="*/ 458241 w 2915191"/>
                <a:gd name="connsiteY47" fmla="*/ 163449 h 417843"/>
                <a:gd name="connsiteX48" fmla="*/ 467991 w 2915191"/>
                <a:gd name="connsiteY48" fmla="*/ 151228 h 417843"/>
                <a:gd name="connsiteX49" fmla="*/ 477740 w 2915191"/>
                <a:gd name="connsiteY49" fmla="*/ 165477 h 417843"/>
                <a:gd name="connsiteX50" fmla="*/ 487490 w 2915191"/>
                <a:gd name="connsiteY50" fmla="*/ 137887 h 417843"/>
                <a:gd name="connsiteX51" fmla="*/ 497239 w 2915191"/>
                <a:gd name="connsiteY51" fmla="*/ 115260 h 417843"/>
                <a:gd name="connsiteX52" fmla="*/ 506989 w 2915191"/>
                <a:gd name="connsiteY52" fmla="*/ 83478 h 417843"/>
                <a:gd name="connsiteX53" fmla="*/ 516738 w 2915191"/>
                <a:gd name="connsiteY53" fmla="*/ 96916 h 417843"/>
                <a:gd name="connsiteX54" fmla="*/ 526488 w 2915191"/>
                <a:gd name="connsiteY54" fmla="*/ 105182 h 417843"/>
                <a:gd name="connsiteX55" fmla="*/ 536238 w 2915191"/>
                <a:gd name="connsiteY55" fmla="*/ 127921 h 417843"/>
                <a:gd name="connsiteX56" fmla="*/ 545988 w 2915191"/>
                <a:gd name="connsiteY56" fmla="*/ 103250 h 417843"/>
                <a:gd name="connsiteX57" fmla="*/ 555738 w 2915191"/>
                <a:gd name="connsiteY57" fmla="*/ 111464 h 417843"/>
                <a:gd name="connsiteX58" fmla="*/ 565488 w 2915191"/>
                <a:gd name="connsiteY58" fmla="*/ 103509 h 417843"/>
                <a:gd name="connsiteX59" fmla="*/ 575238 w 2915191"/>
                <a:gd name="connsiteY59" fmla="*/ 71168 h 417843"/>
                <a:gd name="connsiteX60" fmla="*/ 584988 w 2915191"/>
                <a:gd name="connsiteY60" fmla="*/ 90631 h 417843"/>
                <a:gd name="connsiteX61" fmla="*/ 594738 w 2915191"/>
                <a:gd name="connsiteY61" fmla="*/ 133130 h 417843"/>
                <a:gd name="connsiteX62" fmla="*/ 604488 w 2915191"/>
                <a:gd name="connsiteY62" fmla="*/ 111112 h 417843"/>
                <a:gd name="connsiteX63" fmla="*/ 614237 w 2915191"/>
                <a:gd name="connsiteY63" fmla="*/ 145299 h 417843"/>
                <a:gd name="connsiteX64" fmla="*/ 623987 w 2915191"/>
                <a:gd name="connsiteY64" fmla="*/ 152093 h 417843"/>
                <a:gd name="connsiteX65" fmla="*/ 633736 w 2915191"/>
                <a:gd name="connsiteY65" fmla="*/ 157570 h 417843"/>
                <a:gd name="connsiteX66" fmla="*/ 643486 w 2915191"/>
                <a:gd name="connsiteY66" fmla="*/ 165336 h 417843"/>
                <a:gd name="connsiteX67" fmla="*/ 653236 w 2915191"/>
                <a:gd name="connsiteY67" fmla="*/ 125491 h 417843"/>
                <a:gd name="connsiteX68" fmla="*/ 662985 w 2915191"/>
                <a:gd name="connsiteY68" fmla="*/ 132705 h 417843"/>
                <a:gd name="connsiteX69" fmla="*/ 672735 w 2915191"/>
                <a:gd name="connsiteY69" fmla="*/ 121920 h 417843"/>
                <a:gd name="connsiteX70" fmla="*/ 682485 w 2915191"/>
                <a:gd name="connsiteY70" fmla="*/ 175364 h 417843"/>
                <a:gd name="connsiteX71" fmla="*/ 692235 w 2915191"/>
                <a:gd name="connsiteY71" fmla="*/ 159073 h 417843"/>
                <a:gd name="connsiteX72" fmla="*/ 701985 w 2915191"/>
                <a:gd name="connsiteY72" fmla="*/ 165541 h 417843"/>
                <a:gd name="connsiteX73" fmla="*/ 711735 w 2915191"/>
                <a:gd name="connsiteY73" fmla="*/ 143681 h 417843"/>
                <a:gd name="connsiteX74" fmla="*/ 721485 w 2915191"/>
                <a:gd name="connsiteY74" fmla="*/ 172349 h 417843"/>
                <a:gd name="connsiteX75" fmla="*/ 731235 w 2915191"/>
                <a:gd name="connsiteY75" fmla="*/ 178892 h 417843"/>
                <a:gd name="connsiteX76" fmla="*/ 740985 w 2915191"/>
                <a:gd name="connsiteY76" fmla="*/ 172530 h 417843"/>
                <a:gd name="connsiteX77" fmla="*/ 750734 w 2915191"/>
                <a:gd name="connsiteY77" fmla="*/ 186920 h 417843"/>
                <a:gd name="connsiteX78" fmla="*/ 760484 w 2915191"/>
                <a:gd name="connsiteY78" fmla="*/ 163601 h 417843"/>
                <a:gd name="connsiteX79" fmla="*/ 770233 w 2915191"/>
                <a:gd name="connsiteY79" fmla="*/ 137047 h 417843"/>
                <a:gd name="connsiteX80" fmla="*/ 779983 w 2915191"/>
                <a:gd name="connsiteY80" fmla="*/ 163951 h 417843"/>
                <a:gd name="connsiteX81" fmla="*/ 789733 w 2915191"/>
                <a:gd name="connsiteY81" fmla="*/ 166508 h 417843"/>
                <a:gd name="connsiteX82" fmla="*/ 799482 w 2915191"/>
                <a:gd name="connsiteY82" fmla="*/ 185784 h 417843"/>
                <a:gd name="connsiteX83" fmla="*/ 809232 w 2915191"/>
                <a:gd name="connsiteY83" fmla="*/ 212702 h 417843"/>
                <a:gd name="connsiteX84" fmla="*/ 818982 w 2915191"/>
                <a:gd name="connsiteY84" fmla="*/ 264660 h 417843"/>
                <a:gd name="connsiteX85" fmla="*/ 828732 w 2915191"/>
                <a:gd name="connsiteY85" fmla="*/ 289086 h 417843"/>
                <a:gd name="connsiteX86" fmla="*/ 838482 w 2915191"/>
                <a:gd name="connsiteY86" fmla="*/ 287154 h 417843"/>
                <a:gd name="connsiteX87" fmla="*/ 848232 w 2915191"/>
                <a:gd name="connsiteY87" fmla="*/ 298370 h 417843"/>
                <a:gd name="connsiteX88" fmla="*/ 857982 w 2915191"/>
                <a:gd name="connsiteY88" fmla="*/ 286050 h 417843"/>
                <a:gd name="connsiteX89" fmla="*/ 867732 w 2915191"/>
                <a:gd name="connsiteY89" fmla="*/ 269178 h 417843"/>
                <a:gd name="connsiteX90" fmla="*/ 877482 w 2915191"/>
                <a:gd name="connsiteY90" fmla="*/ 282029 h 417843"/>
                <a:gd name="connsiteX91" fmla="*/ 887231 w 2915191"/>
                <a:gd name="connsiteY91" fmla="*/ 261313 h 417843"/>
                <a:gd name="connsiteX92" fmla="*/ 896981 w 2915191"/>
                <a:gd name="connsiteY92" fmla="*/ 273103 h 417843"/>
                <a:gd name="connsiteX93" fmla="*/ 906730 w 2915191"/>
                <a:gd name="connsiteY93" fmla="*/ 263392 h 417843"/>
                <a:gd name="connsiteX94" fmla="*/ 916480 w 2915191"/>
                <a:gd name="connsiteY94" fmla="*/ 270373 h 417843"/>
                <a:gd name="connsiteX95" fmla="*/ 926230 w 2915191"/>
                <a:gd name="connsiteY95" fmla="*/ 268048 h 417843"/>
                <a:gd name="connsiteX96" fmla="*/ 935979 w 2915191"/>
                <a:gd name="connsiteY96" fmla="*/ 272915 h 417843"/>
                <a:gd name="connsiteX97" fmla="*/ 945729 w 2915191"/>
                <a:gd name="connsiteY97" fmla="*/ 286281 h 417843"/>
                <a:gd name="connsiteX98" fmla="*/ 955479 w 2915191"/>
                <a:gd name="connsiteY98" fmla="*/ 300879 h 417843"/>
                <a:gd name="connsiteX99" fmla="*/ 965229 w 2915191"/>
                <a:gd name="connsiteY99" fmla="*/ 249162 h 417843"/>
                <a:gd name="connsiteX100" fmla="*/ 974979 w 2915191"/>
                <a:gd name="connsiteY100" fmla="*/ 220536 h 417843"/>
                <a:gd name="connsiteX101" fmla="*/ 984729 w 2915191"/>
                <a:gd name="connsiteY101" fmla="*/ 220857 h 417843"/>
                <a:gd name="connsiteX102" fmla="*/ 994474 w 2915191"/>
                <a:gd name="connsiteY102" fmla="*/ 202169 h 417843"/>
                <a:gd name="connsiteX103" fmla="*/ 1004233 w 2915191"/>
                <a:gd name="connsiteY103" fmla="*/ 215012 h 417843"/>
                <a:gd name="connsiteX104" fmla="*/ 1013977 w 2915191"/>
                <a:gd name="connsiteY104" fmla="*/ 198609 h 417843"/>
                <a:gd name="connsiteX105" fmla="*/ 1023721 w 2915191"/>
                <a:gd name="connsiteY105" fmla="*/ 219012 h 417843"/>
                <a:gd name="connsiteX106" fmla="*/ 1033480 w 2915191"/>
                <a:gd name="connsiteY106" fmla="*/ 254798 h 417843"/>
                <a:gd name="connsiteX107" fmla="*/ 1043224 w 2915191"/>
                <a:gd name="connsiteY107" fmla="*/ 218893 h 417843"/>
                <a:gd name="connsiteX108" fmla="*/ 1052983 w 2915191"/>
                <a:gd name="connsiteY108" fmla="*/ 215007 h 417843"/>
                <a:gd name="connsiteX109" fmla="*/ 1062727 w 2915191"/>
                <a:gd name="connsiteY109" fmla="*/ 225930 h 417843"/>
                <a:gd name="connsiteX110" fmla="*/ 1072471 w 2915191"/>
                <a:gd name="connsiteY110" fmla="*/ 214513 h 417843"/>
                <a:gd name="connsiteX111" fmla="*/ 1082230 w 2915191"/>
                <a:gd name="connsiteY111" fmla="*/ 235899 h 417843"/>
                <a:gd name="connsiteX112" fmla="*/ 1091973 w 2915191"/>
                <a:gd name="connsiteY112" fmla="*/ 213747 h 417843"/>
                <a:gd name="connsiteX113" fmla="*/ 1101732 w 2915191"/>
                <a:gd name="connsiteY113" fmla="*/ 214036 h 417843"/>
                <a:gd name="connsiteX114" fmla="*/ 1111476 w 2915191"/>
                <a:gd name="connsiteY114" fmla="*/ 227667 h 417843"/>
                <a:gd name="connsiteX115" fmla="*/ 1121220 w 2915191"/>
                <a:gd name="connsiteY115" fmla="*/ 237447 h 417843"/>
                <a:gd name="connsiteX116" fmla="*/ 1130979 w 2915191"/>
                <a:gd name="connsiteY116" fmla="*/ 243668 h 417843"/>
                <a:gd name="connsiteX117" fmla="*/ 1140723 w 2915191"/>
                <a:gd name="connsiteY117" fmla="*/ 238052 h 417843"/>
                <a:gd name="connsiteX118" fmla="*/ 1150482 w 2915191"/>
                <a:gd name="connsiteY118" fmla="*/ 254750 h 417843"/>
                <a:gd name="connsiteX119" fmla="*/ 1160226 w 2915191"/>
                <a:gd name="connsiteY119" fmla="*/ 278054 h 417843"/>
                <a:gd name="connsiteX120" fmla="*/ 1169969 w 2915191"/>
                <a:gd name="connsiteY120" fmla="*/ 269599 h 417843"/>
                <a:gd name="connsiteX121" fmla="*/ 1179728 w 2915191"/>
                <a:gd name="connsiteY121" fmla="*/ 251627 h 417843"/>
                <a:gd name="connsiteX122" fmla="*/ 1189472 w 2915191"/>
                <a:gd name="connsiteY122" fmla="*/ 258845 h 417843"/>
                <a:gd name="connsiteX123" fmla="*/ 1199231 w 2915191"/>
                <a:gd name="connsiteY123" fmla="*/ 276857 h 417843"/>
                <a:gd name="connsiteX124" fmla="*/ 1208975 w 2915191"/>
                <a:gd name="connsiteY124" fmla="*/ 219581 h 417843"/>
                <a:gd name="connsiteX125" fmla="*/ 1218719 w 2915191"/>
                <a:gd name="connsiteY125" fmla="*/ 237479 h 417843"/>
                <a:gd name="connsiteX126" fmla="*/ 1228478 w 2915191"/>
                <a:gd name="connsiteY126" fmla="*/ 274159 h 417843"/>
                <a:gd name="connsiteX127" fmla="*/ 1238222 w 2915191"/>
                <a:gd name="connsiteY127" fmla="*/ 257967 h 417843"/>
                <a:gd name="connsiteX128" fmla="*/ 1247966 w 2915191"/>
                <a:gd name="connsiteY128" fmla="*/ 269412 h 417843"/>
                <a:gd name="connsiteX129" fmla="*/ 1257725 w 2915191"/>
                <a:gd name="connsiteY129" fmla="*/ 288412 h 417843"/>
                <a:gd name="connsiteX130" fmla="*/ 1267469 w 2915191"/>
                <a:gd name="connsiteY130" fmla="*/ 291217 h 417843"/>
                <a:gd name="connsiteX131" fmla="*/ 1277227 w 2915191"/>
                <a:gd name="connsiteY131" fmla="*/ 302682 h 417843"/>
                <a:gd name="connsiteX132" fmla="*/ 1286971 w 2915191"/>
                <a:gd name="connsiteY132" fmla="*/ 287509 h 417843"/>
                <a:gd name="connsiteX133" fmla="*/ 1296715 w 2915191"/>
                <a:gd name="connsiteY133" fmla="*/ 267085 h 417843"/>
                <a:gd name="connsiteX134" fmla="*/ 1306474 w 2915191"/>
                <a:gd name="connsiteY134" fmla="*/ 274874 h 417843"/>
                <a:gd name="connsiteX135" fmla="*/ 1316218 w 2915191"/>
                <a:gd name="connsiteY135" fmla="*/ 264810 h 417843"/>
                <a:gd name="connsiteX136" fmla="*/ 1325977 w 2915191"/>
                <a:gd name="connsiteY136" fmla="*/ 253964 h 417843"/>
                <a:gd name="connsiteX137" fmla="*/ 1335721 w 2915191"/>
                <a:gd name="connsiteY137" fmla="*/ 187632 h 417843"/>
                <a:gd name="connsiteX138" fmla="*/ 1345465 w 2915191"/>
                <a:gd name="connsiteY138" fmla="*/ 155864 h 417843"/>
                <a:gd name="connsiteX139" fmla="*/ 1355224 w 2915191"/>
                <a:gd name="connsiteY139" fmla="*/ 144994 h 417843"/>
                <a:gd name="connsiteX140" fmla="*/ 1364967 w 2915191"/>
                <a:gd name="connsiteY140" fmla="*/ 118079 h 417843"/>
                <a:gd name="connsiteX141" fmla="*/ 1374726 w 2915191"/>
                <a:gd name="connsiteY141" fmla="*/ 126038 h 417843"/>
                <a:gd name="connsiteX142" fmla="*/ 1384470 w 2915191"/>
                <a:gd name="connsiteY142" fmla="*/ 133166 h 417843"/>
                <a:gd name="connsiteX143" fmla="*/ 1394214 w 2915191"/>
                <a:gd name="connsiteY143" fmla="*/ 131996 h 417843"/>
                <a:gd name="connsiteX144" fmla="*/ 1403973 w 2915191"/>
                <a:gd name="connsiteY144" fmla="*/ 138619 h 417843"/>
                <a:gd name="connsiteX145" fmla="*/ 1413717 w 2915191"/>
                <a:gd name="connsiteY145" fmla="*/ 119219 h 417843"/>
                <a:gd name="connsiteX146" fmla="*/ 1423476 w 2915191"/>
                <a:gd name="connsiteY146" fmla="*/ 136770 h 417843"/>
                <a:gd name="connsiteX147" fmla="*/ 1433220 w 2915191"/>
                <a:gd name="connsiteY147" fmla="*/ 117896 h 417843"/>
                <a:gd name="connsiteX148" fmla="*/ 1442964 w 2915191"/>
                <a:gd name="connsiteY148" fmla="*/ 120998 h 417843"/>
                <a:gd name="connsiteX149" fmla="*/ 1452722 w 2915191"/>
                <a:gd name="connsiteY149" fmla="*/ 121860 h 417843"/>
                <a:gd name="connsiteX150" fmla="*/ 1462466 w 2915191"/>
                <a:gd name="connsiteY150" fmla="*/ 120360 h 417843"/>
                <a:gd name="connsiteX151" fmla="*/ 1472225 w 2915191"/>
                <a:gd name="connsiteY151" fmla="*/ 127847 h 417843"/>
                <a:gd name="connsiteX152" fmla="*/ 1481969 w 2915191"/>
                <a:gd name="connsiteY152" fmla="*/ 95731 h 417843"/>
                <a:gd name="connsiteX153" fmla="*/ 1491713 w 2915191"/>
                <a:gd name="connsiteY153" fmla="*/ 63108 h 417843"/>
                <a:gd name="connsiteX154" fmla="*/ 1501472 w 2915191"/>
                <a:gd name="connsiteY154" fmla="*/ 92789 h 417843"/>
                <a:gd name="connsiteX155" fmla="*/ 1511216 w 2915191"/>
                <a:gd name="connsiteY155" fmla="*/ 59094 h 417843"/>
                <a:gd name="connsiteX156" fmla="*/ 1520960 w 2915191"/>
                <a:gd name="connsiteY156" fmla="*/ 44733 h 417843"/>
                <a:gd name="connsiteX157" fmla="*/ 1530719 w 2915191"/>
                <a:gd name="connsiteY157" fmla="*/ 24227 h 417843"/>
                <a:gd name="connsiteX158" fmla="*/ 1540463 w 2915191"/>
                <a:gd name="connsiteY158" fmla="*/ 23640 h 417843"/>
                <a:gd name="connsiteX159" fmla="*/ 1550221 w 2915191"/>
                <a:gd name="connsiteY159" fmla="*/ 38191 h 417843"/>
                <a:gd name="connsiteX160" fmla="*/ 1559965 w 2915191"/>
                <a:gd name="connsiteY160" fmla="*/ 12564 h 417843"/>
                <a:gd name="connsiteX161" fmla="*/ 1569709 w 2915191"/>
                <a:gd name="connsiteY161" fmla="*/ 26885 h 417843"/>
                <a:gd name="connsiteX162" fmla="*/ 1579468 w 2915191"/>
                <a:gd name="connsiteY162" fmla="*/ 1378 h 417843"/>
                <a:gd name="connsiteX163" fmla="*/ 1589212 w 2915191"/>
                <a:gd name="connsiteY163" fmla="*/ 4327 h 417843"/>
                <a:gd name="connsiteX164" fmla="*/ 1598971 w 2915191"/>
                <a:gd name="connsiteY164" fmla="*/ 9699 h 417843"/>
                <a:gd name="connsiteX165" fmla="*/ 1608715 w 2915191"/>
                <a:gd name="connsiteY165" fmla="*/ 19105 h 417843"/>
                <a:gd name="connsiteX166" fmla="*/ 1618459 w 2915191"/>
                <a:gd name="connsiteY166" fmla="*/ 42003 h 417843"/>
                <a:gd name="connsiteX167" fmla="*/ 1628218 w 2915191"/>
                <a:gd name="connsiteY167" fmla="*/ 59568 h 417843"/>
                <a:gd name="connsiteX168" fmla="*/ 1637962 w 2915191"/>
                <a:gd name="connsiteY168" fmla="*/ 68149 h 417843"/>
                <a:gd name="connsiteX169" fmla="*/ 1647720 w 2915191"/>
                <a:gd name="connsiteY169" fmla="*/ 87177 h 417843"/>
                <a:gd name="connsiteX170" fmla="*/ 1657464 w 2915191"/>
                <a:gd name="connsiteY170" fmla="*/ 62886 h 417843"/>
                <a:gd name="connsiteX171" fmla="*/ 1667208 w 2915191"/>
                <a:gd name="connsiteY171" fmla="*/ 85124 h 417843"/>
                <a:gd name="connsiteX172" fmla="*/ 1676967 w 2915191"/>
                <a:gd name="connsiteY172" fmla="*/ 72190 h 417843"/>
                <a:gd name="connsiteX173" fmla="*/ 1686711 w 2915191"/>
                <a:gd name="connsiteY173" fmla="*/ 54627 h 417843"/>
                <a:gd name="connsiteX174" fmla="*/ 1696470 w 2915191"/>
                <a:gd name="connsiteY174" fmla="*/ 67045 h 417843"/>
                <a:gd name="connsiteX175" fmla="*/ 1706214 w 2915191"/>
                <a:gd name="connsiteY175" fmla="*/ 60125 h 417843"/>
                <a:gd name="connsiteX176" fmla="*/ 1715958 w 2915191"/>
                <a:gd name="connsiteY176" fmla="*/ 15425 h 417843"/>
                <a:gd name="connsiteX177" fmla="*/ 1725716 w 2915191"/>
                <a:gd name="connsiteY177" fmla="*/ 27207 h 417843"/>
                <a:gd name="connsiteX178" fmla="*/ 1735460 w 2915191"/>
                <a:gd name="connsiteY178" fmla="*/ 15832 h 417843"/>
                <a:gd name="connsiteX179" fmla="*/ 1745219 w 2915191"/>
                <a:gd name="connsiteY179" fmla="*/ 30658 h 417843"/>
                <a:gd name="connsiteX180" fmla="*/ 1754963 w 2915191"/>
                <a:gd name="connsiteY180" fmla="*/ 16368 h 417843"/>
                <a:gd name="connsiteX181" fmla="*/ 1764707 w 2915191"/>
                <a:gd name="connsiteY181" fmla="*/ 47537 h 417843"/>
                <a:gd name="connsiteX182" fmla="*/ 1774466 w 2915191"/>
                <a:gd name="connsiteY182" fmla="*/ 64097 h 417843"/>
                <a:gd name="connsiteX183" fmla="*/ 1784210 w 2915191"/>
                <a:gd name="connsiteY183" fmla="*/ 48916 h 417843"/>
                <a:gd name="connsiteX184" fmla="*/ 1793969 w 2915191"/>
                <a:gd name="connsiteY184" fmla="*/ 75344 h 417843"/>
                <a:gd name="connsiteX185" fmla="*/ 1803713 w 2915191"/>
                <a:gd name="connsiteY185" fmla="*/ 78597 h 417843"/>
                <a:gd name="connsiteX186" fmla="*/ 1813457 w 2915191"/>
                <a:gd name="connsiteY186" fmla="*/ 90835 h 417843"/>
                <a:gd name="connsiteX187" fmla="*/ 1823215 w 2915191"/>
                <a:gd name="connsiteY187" fmla="*/ 86728 h 417843"/>
                <a:gd name="connsiteX188" fmla="*/ 1832959 w 2915191"/>
                <a:gd name="connsiteY188" fmla="*/ 108813 h 417843"/>
                <a:gd name="connsiteX189" fmla="*/ 1842703 w 2915191"/>
                <a:gd name="connsiteY189" fmla="*/ 128720 h 417843"/>
                <a:gd name="connsiteX190" fmla="*/ 1852462 w 2915191"/>
                <a:gd name="connsiteY190" fmla="*/ 152022 h 417843"/>
                <a:gd name="connsiteX191" fmla="*/ 1862206 w 2915191"/>
                <a:gd name="connsiteY191" fmla="*/ 154102 h 417843"/>
                <a:gd name="connsiteX192" fmla="*/ 1871965 w 2915191"/>
                <a:gd name="connsiteY192" fmla="*/ 116383 h 417843"/>
                <a:gd name="connsiteX193" fmla="*/ 1881709 w 2915191"/>
                <a:gd name="connsiteY193" fmla="*/ 132257 h 417843"/>
                <a:gd name="connsiteX194" fmla="*/ 1891453 w 2915191"/>
                <a:gd name="connsiteY194" fmla="*/ 124786 h 417843"/>
                <a:gd name="connsiteX195" fmla="*/ 1901212 w 2915191"/>
                <a:gd name="connsiteY195" fmla="*/ 107219 h 417843"/>
                <a:gd name="connsiteX196" fmla="*/ 1910956 w 2915191"/>
                <a:gd name="connsiteY196" fmla="*/ 116541 h 417843"/>
                <a:gd name="connsiteX197" fmla="*/ 1920714 w 2915191"/>
                <a:gd name="connsiteY197" fmla="*/ 71618 h 417843"/>
                <a:gd name="connsiteX198" fmla="*/ 1930458 w 2915191"/>
                <a:gd name="connsiteY198" fmla="*/ 78615 h 417843"/>
                <a:gd name="connsiteX199" fmla="*/ 1940202 w 2915191"/>
                <a:gd name="connsiteY199" fmla="*/ 133017 h 417843"/>
                <a:gd name="connsiteX200" fmla="*/ 1949961 w 2915191"/>
                <a:gd name="connsiteY200" fmla="*/ 161250 h 417843"/>
                <a:gd name="connsiteX201" fmla="*/ 1959705 w 2915191"/>
                <a:gd name="connsiteY201" fmla="*/ 148409 h 417843"/>
                <a:gd name="connsiteX202" fmla="*/ 1969464 w 2915191"/>
                <a:gd name="connsiteY202" fmla="*/ 125639 h 417843"/>
                <a:gd name="connsiteX203" fmla="*/ 1979208 w 2915191"/>
                <a:gd name="connsiteY203" fmla="*/ 111149 h 417843"/>
                <a:gd name="connsiteX204" fmla="*/ 1988952 w 2915191"/>
                <a:gd name="connsiteY204" fmla="*/ 118526 h 417843"/>
                <a:gd name="connsiteX205" fmla="*/ 1998711 w 2915191"/>
                <a:gd name="connsiteY205" fmla="*/ 106663 h 417843"/>
                <a:gd name="connsiteX206" fmla="*/ 2008454 w 2915191"/>
                <a:gd name="connsiteY206" fmla="*/ 140742 h 417843"/>
                <a:gd name="connsiteX207" fmla="*/ 2018213 w 2915191"/>
                <a:gd name="connsiteY207" fmla="*/ 132647 h 417843"/>
                <a:gd name="connsiteX208" fmla="*/ 2027957 w 2915191"/>
                <a:gd name="connsiteY208" fmla="*/ 139157 h 417843"/>
                <a:gd name="connsiteX209" fmla="*/ 2037701 w 2915191"/>
                <a:gd name="connsiteY209" fmla="*/ 171121 h 417843"/>
                <a:gd name="connsiteX210" fmla="*/ 2047460 w 2915191"/>
                <a:gd name="connsiteY210" fmla="*/ 152956 h 417843"/>
                <a:gd name="connsiteX211" fmla="*/ 2057204 w 2915191"/>
                <a:gd name="connsiteY211" fmla="*/ 126522 h 417843"/>
                <a:gd name="connsiteX212" fmla="*/ 2066963 w 2915191"/>
                <a:gd name="connsiteY212" fmla="*/ 127646 h 417843"/>
                <a:gd name="connsiteX213" fmla="*/ 2076707 w 2915191"/>
                <a:gd name="connsiteY213" fmla="*/ 140033 h 417843"/>
                <a:gd name="connsiteX214" fmla="*/ 2086451 w 2915191"/>
                <a:gd name="connsiteY214" fmla="*/ 94696 h 417843"/>
                <a:gd name="connsiteX215" fmla="*/ 2096210 w 2915191"/>
                <a:gd name="connsiteY215" fmla="*/ 101377 h 417843"/>
                <a:gd name="connsiteX216" fmla="*/ 2105954 w 2915191"/>
                <a:gd name="connsiteY216" fmla="*/ 83542 h 417843"/>
                <a:gd name="connsiteX217" fmla="*/ 2115697 w 2915191"/>
                <a:gd name="connsiteY217" fmla="*/ 68352 h 417843"/>
                <a:gd name="connsiteX218" fmla="*/ 2125456 w 2915191"/>
                <a:gd name="connsiteY218" fmla="*/ 46184 h 417843"/>
                <a:gd name="connsiteX219" fmla="*/ 2135200 w 2915191"/>
                <a:gd name="connsiteY219" fmla="*/ 50759 h 417843"/>
                <a:gd name="connsiteX220" fmla="*/ 2144959 w 2915191"/>
                <a:gd name="connsiteY220" fmla="*/ 0 h 417843"/>
                <a:gd name="connsiteX221" fmla="*/ 2154703 w 2915191"/>
                <a:gd name="connsiteY221" fmla="*/ 18126 h 417843"/>
                <a:gd name="connsiteX222" fmla="*/ 2164447 w 2915191"/>
                <a:gd name="connsiteY222" fmla="*/ 35436 h 417843"/>
                <a:gd name="connsiteX223" fmla="*/ 2174206 w 2915191"/>
                <a:gd name="connsiteY223" fmla="*/ 22015 h 417843"/>
                <a:gd name="connsiteX224" fmla="*/ 2183950 w 2915191"/>
                <a:gd name="connsiteY224" fmla="*/ 50490 h 417843"/>
                <a:gd name="connsiteX225" fmla="*/ 2193709 w 2915191"/>
                <a:gd name="connsiteY225" fmla="*/ 58204 h 417843"/>
                <a:gd name="connsiteX226" fmla="*/ 2203452 w 2915191"/>
                <a:gd name="connsiteY226" fmla="*/ 59577 h 417843"/>
                <a:gd name="connsiteX227" fmla="*/ 2213196 w 2915191"/>
                <a:gd name="connsiteY227" fmla="*/ 62865 h 417843"/>
                <a:gd name="connsiteX228" fmla="*/ 2222955 w 2915191"/>
                <a:gd name="connsiteY228" fmla="*/ 58146 h 417843"/>
                <a:gd name="connsiteX229" fmla="*/ 2232699 w 2915191"/>
                <a:gd name="connsiteY229" fmla="*/ 29583 h 417843"/>
                <a:gd name="connsiteX230" fmla="*/ 2242458 w 2915191"/>
                <a:gd name="connsiteY230" fmla="*/ 20795 h 417843"/>
                <a:gd name="connsiteX231" fmla="*/ 2252202 w 2915191"/>
                <a:gd name="connsiteY231" fmla="*/ 20736 h 417843"/>
                <a:gd name="connsiteX232" fmla="*/ 2261946 w 2915191"/>
                <a:gd name="connsiteY232" fmla="*/ 39178 h 417843"/>
                <a:gd name="connsiteX233" fmla="*/ 2271705 w 2915191"/>
                <a:gd name="connsiteY233" fmla="*/ 19591 h 417843"/>
                <a:gd name="connsiteX234" fmla="*/ 2281449 w 2915191"/>
                <a:gd name="connsiteY234" fmla="*/ 40257 h 417843"/>
                <a:gd name="connsiteX235" fmla="*/ 2291208 w 2915191"/>
                <a:gd name="connsiteY235" fmla="*/ 22699 h 417843"/>
                <a:gd name="connsiteX236" fmla="*/ 2300951 w 2915191"/>
                <a:gd name="connsiteY236" fmla="*/ 46209 h 417843"/>
                <a:gd name="connsiteX237" fmla="*/ 2310695 w 2915191"/>
                <a:gd name="connsiteY237" fmla="*/ 58021 h 417843"/>
                <a:gd name="connsiteX238" fmla="*/ 2320454 w 2915191"/>
                <a:gd name="connsiteY238" fmla="*/ 64642 h 417843"/>
                <a:gd name="connsiteX239" fmla="*/ 2330198 w 2915191"/>
                <a:gd name="connsiteY239" fmla="*/ 59809 h 417843"/>
                <a:gd name="connsiteX240" fmla="*/ 2339957 w 2915191"/>
                <a:gd name="connsiteY240" fmla="*/ 72992 h 417843"/>
                <a:gd name="connsiteX241" fmla="*/ 2349701 w 2915191"/>
                <a:gd name="connsiteY241" fmla="*/ 90708 h 417843"/>
                <a:gd name="connsiteX242" fmla="*/ 2359445 w 2915191"/>
                <a:gd name="connsiteY242" fmla="*/ 119731 h 417843"/>
                <a:gd name="connsiteX243" fmla="*/ 2369204 w 2915191"/>
                <a:gd name="connsiteY243" fmla="*/ 137071 h 417843"/>
                <a:gd name="connsiteX244" fmla="*/ 2378948 w 2915191"/>
                <a:gd name="connsiteY244" fmla="*/ 129486 h 417843"/>
                <a:gd name="connsiteX245" fmla="*/ 2388692 w 2915191"/>
                <a:gd name="connsiteY245" fmla="*/ 117611 h 417843"/>
                <a:gd name="connsiteX246" fmla="*/ 2398450 w 2915191"/>
                <a:gd name="connsiteY246" fmla="*/ 135094 h 417843"/>
                <a:gd name="connsiteX247" fmla="*/ 2408194 w 2915191"/>
                <a:gd name="connsiteY247" fmla="*/ 148372 h 417843"/>
                <a:gd name="connsiteX248" fmla="*/ 2417953 w 2915191"/>
                <a:gd name="connsiteY248" fmla="*/ 163062 h 417843"/>
                <a:gd name="connsiteX249" fmla="*/ 2427697 w 2915191"/>
                <a:gd name="connsiteY249" fmla="*/ 167398 h 417843"/>
                <a:gd name="connsiteX250" fmla="*/ 2437441 w 2915191"/>
                <a:gd name="connsiteY250" fmla="*/ 185601 h 417843"/>
                <a:gd name="connsiteX251" fmla="*/ 2447200 w 2915191"/>
                <a:gd name="connsiteY251" fmla="*/ 165644 h 417843"/>
                <a:gd name="connsiteX252" fmla="*/ 2456944 w 2915191"/>
                <a:gd name="connsiteY252" fmla="*/ 184137 h 417843"/>
                <a:gd name="connsiteX253" fmla="*/ 2466703 w 2915191"/>
                <a:gd name="connsiteY253" fmla="*/ 206288 h 417843"/>
                <a:gd name="connsiteX254" fmla="*/ 2476446 w 2915191"/>
                <a:gd name="connsiteY254" fmla="*/ 203685 h 417843"/>
                <a:gd name="connsiteX255" fmla="*/ 2486190 w 2915191"/>
                <a:gd name="connsiteY255" fmla="*/ 204757 h 417843"/>
                <a:gd name="connsiteX256" fmla="*/ 2495949 w 2915191"/>
                <a:gd name="connsiteY256" fmla="*/ 196822 h 417843"/>
                <a:gd name="connsiteX257" fmla="*/ 2505693 w 2915191"/>
                <a:gd name="connsiteY257" fmla="*/ 207626 h 417843"/>
                <a:gd name="connsiteX258" fmla="*/ 2515452 w 2915191"/>
                <a:gd name="connsiteY258" fmla="*/ 249351 h 417843"/>
                <a:gd name="connsiteX259" fmla="*/ 2525196 w 2915191"/>
                <a:gd name="connsiteY259" fmla="*/ 215106 h 417843"/>
                <a:gd name="connsiteX260" fmla="*/ 2534940 w 2915191"/>
                <a:gd name="connsiteY260" fmla="*/ 230328 h 417843"/>
                <a:gd name="connsiteX261" fmla="*/ 2544699 w 2915191"/>
                <a:gd name="connsiteY261" fmla="*/ 207507 h 417843"/>
                <a:gd name="connsiteX262" fmla="*/ 2554443 w 2915191"/>
                <a:gd name="connsiteY262" fmla="*/ 221536 h 417843"/>
                <a:gd name="connsiteX263" fmla="*/ 2564202 w 2915191"/>
                <a:gd name="connsiteY263" fmla="*/ 194298 h 417843"/>
                <a:gd name="connsiteX264" fmla="*/ 2573946 w 2915191"/>
                <a:gd name="connsiteY264" fmla="*/ 150617 h 417843"/>
                <a:gd name="connsiteX265" fmla="*/ 2583690 w 2915191"/>
                <a:gd name="connsiteY265" fmla="*/ 147086 h 417843"/>
                <a:gd name="connsiteX266" fmla="*/ 2593448 w 2915191"/>
                <a:gd name="connsiteY266" fmla="*/ 183803 h 417843"/>
                <a:gd name="connsiteX267" fmla="*/ 2603192 w 2915191"/>
                <a:gd name="connsiteY267" fmla="*/ 157175 h 417843"/>
                <a:gd name="connsiteX268" fmla="*/ 2612951 w 2915191"/>
                <a:gd name="connsiteY268" fmla="*/ 157514 h 417843"/>
                <a:gd name="connsiteX269" fmla="*/ 2622695 w 2915191"/>
                <a:gd name="connsiteY269" fmla="*/ 140825 h 417843"/>
                <a:gd name="connsiteX270" fmla="*/ 2632439 w 2915191"/>
                <a:gd name="connsiteY270" fmla="*/ 153103 h 417843"/>
                <a:gd name="connsiteX271" fmla="*/ 2642198 w 2915191"/>
                <a:gd name="connsiteY271" fmla="*/ 134185 h 417843"/>
                <a:gd name="connsiteX272" fmla="*/ 2651942 w 2915191"/>
                <a:gd name="connsiteY272" fmla="*/ 158250 h 417843"/>
                <a:gd name="connsiteX273" fmla="*/ 2661685 w 2915191"/>
                <a:gd name="connsiteY273" fmla="*/ 198241 h 417843"/>
                <a:gd name="connsiteX274" fmla="*/ 2671444 w 2915191"/>
                <a:gd name="connsiteY274" fmla="*/ 179105 h 417843"/>
                <a:gd name="connsiteX275" fmla="*/ 2681188 w 2915191"/>
                <a:gd name="connsiteY275" fmla="*/ 182019 h 417843"/>
                <a:gd name="connsiteX276" fmla="*/ 2690947 w 2915191"/>
                <a:gd name="connsiteY276" fmla="*/ 173225 h 417843"/>
                <a:gd name="connsiteX277" fmla="*/ 2700691 w 2915191"/>
                <a:gd name="connsiteY277" fmla="*/ 146305 h 417843"/>
                <a:gd name="connsiteX278" fmla="*/ 2710435 w 2915191"/>
                <a:gd name="connsiteY278" fmla="*/ 160507 h 417843"/>
                <a:gd name="connsiteX279" fmla="*/ 2720194 w 2915191"/>
                <a:gd name="connsiteY279" fmla="*/ 182863 h 417843"/>
                <a:gd name="connsiteX280" fmla="*/ 2729938 w 2915191"/>
                <a:gd name="connsiteY280" fmla="*/ 191102 h 417843"/>
                <a:gd name="connsiteX281" fmla="*/ 2739697 w 2915191"/>
                <a:gd name="connsiteY281" fmla="*/ 192930 h 417843"/>
                <a:gd name="connsiteX282" fmla="*/ 2749441 w 2915191"/>
                <a:gd name="connsiteY282" fmla="*/ 180680 h 417843"/>
                <a:gd name="connsiteX283" fmla="*/ 2759185 w 2915191"/>
                <a:gd name="connsiteY283" fmla="*/ 183110 h 417843"/>
                <a:gd name="connsiteX284" fmla="*/ 2768943 w 2915191"/>
                <a:gd name="connsiteY284" fmla="*/ 191999 h 417843"/>
                <a:gd name="connsiteX285" fmla="*/ 2778687 w 2915191"/>
                <a:gd name="connsiteY285" fmla="*/ 191473 h 417843"/>
                <a:gd name="connsiteX286" fmla="*/ 2788446 w 2915191"/>
                <a:gd name="connsiteY286" fmla="*/ 197899 h 417843"/>
                <a:gd name="connsiteX287" fmla="*/ 2798190 w 2915191"/>
                <a:gd name="connsiteY287" fmla="*/ 155052 h 417843"/>
                <a:gd name="connsiteX288" fmla="*/ 2807934 w 2915191"/>
                <a:gd name="connsiteY288" fmla="*/ 182824 h 417843"/>
                <a:gd name="connsiteX289" fmla="*/ 2817693 w 2915191"/>
                <a:gd name="connsiteY289" fmla="*/ 198109 h 417843"/>
                <a:gd name="connsiteX290" fmla="*/ 2827437 w 2915191"/>
                <a:gd name="connsiteY290" fmla="*/ 205914 h 417843"/>
                <a:gd name="connsiteX291" fmla="*/ 2837196 w 2915191"/>
                <a:gd name="connsiteY291" fmla="*/ 222756 h 417843"/>
                <a:gd name="connsiteX292" fmla="*/ 2846940 w 2915191"/>
                <a:gd name="connsiteY292" fmla="*/ 226696 h 417843"/>
                <a:gd name="connsiteX293" fmla="*/ 2856684 w 2915191"/>
                <a:gd name="connsiteY293" fmla="*/ 188830 h 417843"/>
                <a:gd name="connsiteX294" fmla="*/ 2866442 w 2915191"/>
                <a:gd name="connsiteY294" fmla="*/ 191672 h 417843"/>
                <a:gd name="connsiteX295" fmla="*/ 2876186 w 2915191"/>
                <a:gd name="connsiteY295" fmla="*/ 189603 h 417843"/>
                <a:gd name="connsiteX296" fmla="*/ 2885945 w 2915191"/>
                <a:gd name="connsiteY296" fmla="*/ 156818 h 417843"/>
                <a:gd name="connsiteX297" fmla="*/ 2895689 w 2915191"/>
                <a:gd name="connsiteY297" fmla="*/ 172542 h 417843"/>
                <a:gd name="connsiteX298" fmla="*/ 2905433 w 2915191"/>
                <a:gd name="connsiteY298" fmla="*/ 158169 h 417843"/>
                <a:gd name="connsiteX299" fmla="*/ 2915192 w 2915191"/>
                <a:gd name="connsiteY299" fmla="*/ 129147 h 417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17843">
                  <a:moveTo>
                    <a:pt x="0" y="404668"/>
                  </a:moveTo>
                  <a:lnTo>
                    <a:pt x="9750" y="367913"/>
                  </a:lnTo>
                  <a:lnTo>
                    <a:pt x="19500" y="357498"/>
                  </a:lnTo>
                  <a:lnTo>
                    <a:pt x="29250" y="371506"/>
                  </a:lnTo>
                  <a:lnTo>
                    <a:pt x="39000" y="373045"/>
                  </a:lnTo>
                  <a:lnTo>
                    <a:pt x="48749" y="366624"/>
                  </a:lnTo>
                  <a:lnTo>
                    <a:pt x="58499" y="379493"/>
                  </a:lnTo>
                  <a:lnTo>
                    <a:pt x="68249" y="359289"/>
                  </a:lnTo>
                  <a:lnTo>
                    <a:pt x="77998" y="364457"/>
                  </a:lnTo>
                  <a:lnTo>
                    <a:pt x="87748" y="355377"/>
                  </a:lnTo>
                  <a:lnTo>
                    <a:pt x="97497" y="360646"/>
                  </a:lnTo>
                  <a:lnTo>
                    <a:pt x="107247" y="382424"/>
                  </a:lnTo>
                  <a:lnTo>
                    <a:pt x="116997" y="392581"/>
                  </a:lnTo>
                  <a:lnTo>
                    <a:pt x="126747" y="399175"/>
                  </a:lnTo>
                  <a:lnTo>
                    <a:pt x="136497" y="390954"/>
                  </a:lnTo>
                  <a:lnTo>
                    <a:pt x="146247" y="392293"/>
                  </a:lnTo>
                  <a:lnTo>
                    <a:pt x="155997" y="417844"/>
                  </a:lnTo>
                  <a:lnTo>
                    <a:pt x="165747" y="414220"/>
                  </a:lnTo>
                  <a:lnTo>
                    <a:pt x="175497" y="363856"/>
                  </a:lnTo>
                  <a:lnTo>
                    <a:pt x="185247" y="356968"/>
                  </a:lnTo>
                  <a:lnTo>
                    <a:pt x="194996" y="367983"/>
                  </a:lnTo>
                  <a:lnTo>
                    <a:pt x="204746" y="355184"/>
                  </a:lnTo>
                  <a:lnTo>
                    <a:pt x="214495" y="341346"/>
                  </a:lnTo>
                  <a:lnTo>
                    <a:pt x="224245" y="313346"/>
                  </a:lnTo>
                  <a:lnTo>
                    <a:pt x="233995" y="288803"/>
                  </a:lnTo>
                  <a:lnTo>
                    <a:pt x="243744" y="304112"/>
                  </a:lnTo>
                  <a:lnTo>
                    <a:pt x="253494" y="319035"/>
                  </a:lnTo>
                  <a:lnTo>
                    <a:pt x="263244" y="309976"/>
                  </a:lnTo>
                  <a:lnTo>
                    <a:pt x="272994" y="318732"/>
                  </a:lnTo>
                  <a:lnTo>
                    <a:pt x="282744" y="309875"/>
                  </a:lnTo>
                  <a:lnTo>
                    <a:pt x="292494" y="286391"/>
                  </a:lnTo>
                  <a:lnTo>
                    <a:pt x="302244" y="233911"/>
                  </a:lnTo>
                  <a:lnTo>
                    <a:pt x="311994" y="238363"/>
                  </a:lnTo>
                  <a:lnTo>
                    <a:pt x="321744" y="241955"/>
                  </a:lnTo>
                  <a:lnTo>
                    <a:pt x="331493" y="198243"/>
                  </a:lnTo>
                  <a:lnTo>
                    <a:pt x="341243" y="182058"/>
                  </a:lnTo>
                  <a:lnTo>
                    <a:pt x="350993" y="201920"/>
                  </a:lnTo>
                  <a:lnTo>
                    <a:pt x="360742" y="203505"/>
                  </a:lnTo>
                  <a:lnTo>
                    <a:pt x="370492" y="204158"/>
                  </a:lnTo>
                  <a:lnTo>
                    <a:pt x="380241" y="230961"/>
                  </a:lnTo>
                  <a:lnTo>
                    <a:pt x="389991" y="213735"/>
                  </a:lnTo>
                  <a:lnTo>
                    <a:pt x="399741" y="185045"/>
                  </a:lnTo>
                  <a:lnTo>
                    <a:pt x="409491" y="219438"/>
                  </a:lnTo>
                  <a:lnTo>
                    <a:pt x="419241" y="199000"/>
                  </a:lnTo>
                  <a:lnTo>
                    <a:pt x="428991" y="205563"/>
                  </a:lnTo>
                  <a:lnTo>
                    <a:pt x="438741" y="215110"/>
                  </a:lnTo>
                  <a:lnTo>
                    <a:pt x="448491" y="218002"/>
                  </a:lnTo>
                  <a:lnTo>
                    <a:pt x="458241" y="163449"/>
                  </a:lnTo>
                  <a:lnTo>
                    <a:pt x="467991" y="151228"/>
                  </a:lnTo>
                  <a:lnTo>
                    <a:pt x="477740" y="165477"/>
                  </a:lnTo>
                  <a:lnTo>
                    <a:pt x="487490" y="137887"/>
                  </a:lnTo>
                  <a:lnTo>
                    <a:pt x="497239" y="115260"/>
                  </a:lnTo>
                  <a:lnTo>
                    <a:pt x="506989" y="83478"/>
                  </a:lnTo>
                  <a:lnTo>
                    <a:pt x="516738" y="96916"/>
                  </a:lnTo>
                  <a:lnTo>
                    <a:pt x="526488" y="105182"/>
                  </a:lnTo>
                  <a:lnTo>
                    <a:pt x="536238" y="127921"/>
                  </a:lnTo>
                  <a:lnTo>
                    <a:pt x="545988" y="103250"/>
                  </a:lnTo>
                  <a:lnTo>
                    <a:pt x="555738" y="111464"/>
                  </a:lnTo>
                  <a:lnTo>
                    <a:pt x="565488" y="103509"/>
                  </a:lnTo>
                  <a:lnTo>
                    <a:pt x="575238" y="71168"/>
                  </a:lnTo>
                  <a:lnTo>
                    <a:pt x="584988" y="90631"/>
                  </a:lnTo>
                  <a:lnTo>
                    <a:pt x="594738" y="133130"/>
                  </a:lnTo>
                  <a:lnTo>
                    <a:pt x="604488" y="111112"/>
                  </a:lnTo>
                  <a:lnTo>
                    <a:pt x="614237" y="145299"/>
                  </a:lnTo>
                  <a:lnTo>
                    <a:pt x="623987" y="152093"/>
                  </a:lnTo>
                  <a:lnTo>
                    <a:pt x="633736" y="157570"/>
                  </a:lnTo>
                  <a:lnTo>
                    <a:pt x="643486" y="165336"/>
                  </a:lnTo>
                  <a:lnTo>
                    <a:pt x="653236" y="125491"/>
                  </a:lnTo>
                  <a:lnTo>
                    <a:pt x="662985" y="132705"/>
                  </a:lnTo>
                  <a:lnTo>
                    <a:pt x="672735" y="121920"/>
                  </a:lnTo>
                  <a:lnTo>
                    <a:pt x="682485" y="175364"/>
                  </a:lnTo>
                  <a:lnTo>
                    <a:pt x="692235" y="159073"/>
                  </a:lnTo>
                  <a:lnTo>
                    <a:pt x="701985" y="165541"/>
                  </a:lnTo>
                  <a:lnTo>
                    <a:pt x="711735" y="143681"/>
                  </a:lnTo>
                  <a:lnTo>
                    <a:pt x="721485" y="172349"/>
                  </a:lnTo>
                  <a:lnTo>
                    <a:pt x="731235" y="178892"/>
                  </a:lnTo>
                  <a:lnTo>
                    <a:pt x="740985" y="172530"/>
                  </a:lnTo>
                  <a:lnTo>
                    <a:pt x="750734" y="186920"/>
                  </a:lnTo>
                  <a:lnTo>
                    <a:pt x="760484" y="163601"/>
                  </a:lnTo>
                  <a:lnTo>
                    <a:pt x="770233" y="137047"/>
                  </a:lnTo>
                  <a:lnTo>
                    <a:pt x="779983" y="163951"/>
                  </a:lnTo>
                  <a:lnTo>
                    <a:pt x="789733" y="166508"/>
                  </a:lnTo>
                  <a:lnTo>
                    <a:pt x="799482" y="185784"/>
                  </a:lnTo>
                  <a:lnTo>
                    <a:pt x="809232" y="212702"/>
                  </a:lnTo>
                  <a:lnTo>
                    <a:pt x="818982" y="264660"/>
                  </a:lnTo>
                  <a:lnTo>
                    <a:pt x="828732" y="289086"/>
                  </a:lnTo>
                  <a:lnTo>
                    <a:pt x="838482" y="287154"/>
                  </a:lnTo>
                  <a:lnTo>
                    <a:pt x="848232" y="298370"/>
                  </a:lnTo>
                  <a:lnTo>
                    <a:pt x="857982" y="286050"/>
                  </a:lnTo>
                  <a:lnTo>
                    <a:pt x="867732" y="269178"/>
                  </a:lnTo>
                  <a:lnTo>
                    <a:pt x="877482" y="282029"/>
                  </a:lnTo>
                  <a:lnTo>
                    <a:pt x="887231" y="261313"/>
                  </a:lnTo>
                  <a:lnTo>
                    <a:pt x="896981" y="273103"/>
                  </a:lnTo>
                  <a:lnTo>
                    <a:pt x="906730" y="263392"/>
                  </a:lnTo>
                  <a:lnTo>
                    <a:pt x="916480" y="270373"/>
                  </a:lnTo>
                  <a:lnTo>
                    <a:pt x="926230" y="268048"/>
                  </a:lnTo>
                  <a:lnTo>
                    <a:pt x="935979" y="272915"/>
                  </a:lnTo>
                  <a:lnTo>
                    <a:pt x="945729" y="286281"/>
                  </a:lnTo>
                  <a:lnTo>
                    <a:pt x="955479" y="300879"/>
                  </a:lnTo>
                  <a:lnTo>
                    <a:pt x="965229" y="249162"/>
                  </a:lnTo>
                  <a:lnTo>
                    <a:pt x="974979" y="220536"/>
                  </a:lnTo>
                  <a:lnTo>
                    <a:pt x="984729" y="220857"/>
                  </a:lnTo>
                  <a:lnTo>
                    <a:pt x="994474" y="202169"/>
                  </a:lnTo>
                  <a:lnTo>
                    <a:pt x="1004233" y="215012"/>
                  </a:lnTo>
                  <a:lnTo>
                    <a:pt x="1013977" y="198609"/>
                  </a:lnTo>
                  <a:lnTo>
                    <a:pt x="1023721" y="219012"/>
                  </a:lnTo>
                  <a:lnTo>
                    <a:pt x="1033480" y="254798"/>
                  </a:lnTo>
                  <a:lnTo>
                    <a:pt x="1043224" y="218893"/>
                  </a:lnTo>
                  <a:lnTo>
                    <a:pt x="1052983" y="215007"/>
                  </a:lnTo>
                  <a:lnTo>
                    <a:pt x="1062727" y="225930"/>
                  </a:lnTo>
                  <a:lnTo>
                    <a:pt x="1072471" y="214513"/>
                  </a:lnTo>
                  <a:lnTo>
                    <a:pt x="1082230" y="235899"/>
                  </a:lnTo>
                  <a:lnTo>
                    <a:pt x="1091973" y="213747"/>
                  </a:lnTo>
                  <a:lnTo>
                    <a:pt x="1101732" y="214036"/>
                  </a:lnTo>
                  <a:lnTo>
                    <a:pt x="1111476" y="227667"/>
                  </a:lnTo>
                  <a:lnTo>
                    <a:pt x="1121220" y="237447"/>
                  </a:lnTo>
                  <a:lnTo>
                    <a:pt x="1130979" y="243668"/>
                  </a:lnTo>
                  <a:lnTo>
                    <a:pt x="1140723" y="238052"/>
                  </a:lnTo>
                  <a:lnTo>
                    <a:pt x="1150482" y="254750"/>
                  </a:lnTo>
                  <a:lnTo>
                    <a:pt x="1160226" y="278054"/>
                  </a:lnTo>
                  <a:lnTo>
                    <a:pt x="1169969" y="269599"/>
                  </a:lnTo>
                  <a:lnTo>
                    <a:pt x="1179728" y="251627"/>
                  </a:lnTo>
                  <a:lnTo>
                    <a:pt x="1189472" y="258845"/>
                  </a:lnTo>
                  <a:lnTo>
                    <a:pt x="1199231" y="276857"/>
                  </a:lnTo>
                  <a:lnTo>
                    <a:pt x="1208975" y="219581"/>
                  </a:lnTo>
                  <a:lnTo>
                    <a:pt x="1218719" y="237479"/>
                  </a:lnTo>
                  <a:lnTo>
                    <a:pt x="1228478" y="274159"/>
                  </a:lnTo>
                  <a:lnTo>
                    <a:pt x="1238222" y="257967"/>
                  </a:lnTo>
                  <a:lnTo>
                    <a:pt x="1247966" y="269412"/>
                  </a:lnTo>
                  <a:lnTo>
                    <a:pt x="1257725" y="288412"/>
                  </a:lnTo>
                  <a:lnTo>
                    <a:pt x="1267469" y="291217"/>
                  </a:lnTo>
                  <a:lnTo>
                    <a:pt x="1277227" y="302682"/>
                  </a:lnTo>
                  <a:lnTo>
                    <a:pt x="1286971" y="287509"/>
                  </a:lnTo>
                  <a:lnTo>
                    <a:pt x="1296715" y="267085"/>
                  </a:lnTo>
                  <a:lnTo>
                    <a:pt x="1306474" y="274874"/>
                  </a:lnTo>
                  <a:lnTo>
                    <a:pt x="1316218" y="264810"/>
                  </a:lnTo>
                  <a:lnTo>
                    <a:pt x="1325977" y="253964"/>
                  </a:lnTo>
                  <a:lnTo>
                    <a:pt x="1335721" y="187632"/>
                  </a:lnTo>
                  <a:lnTo>
                    <a:pt x="1345465" y="155864"/>
                  </a:lnTo>
                  <a:lnTo>
                    <a:pt x="1355224" y="144994"/>
                  </a:lnTo>
                  <a:lnTo>
                    <a:pt x="1364967" y="118079"/>
                  </a:lnTo>
                  <a:lnTo>
                    <a:pt x="1374726" y="126038"/>
                  </a:lnTo>
                  <a:lnTo>
                    <a:pt x="1384470" y="133166"/>
                  </a:lnTo>
                  <a:lnTo>
                    <a:pt x="1394214" y="131996"/>
                  </a:lnTo>
                  <a:lnTo>
                    <a:pt x="1403973" y="138619"/>
                  </a:lnTo>
                  <a:lnTo>
                    <a:pt x="1413717" y="119219"/>
                  </a:lnTo>
                  <a:lnTo>
                    <a:pt x="1423476" y="136770"/>
                  </a:lnTo>
                  <a:lnTo>
                    <a:pt x="1433220" y="117896"/>
                  </a:lnTo>
                  <a:lnTo>
                    <a:pt x="1442964" y="120998"/>
                  </a:lnTo>
                  <a:lnTo>
                    <a:pt x="1452722" y="121860"/>
                  </a:lnTo>
                  <a:lnTo>
                    <a:pt x="1462466" y="120360"/>
                  </a:lnTo>
                  <a:lnTo>
                    <a:pt x="1472225" y="127847"/>
                  </a:lnTo>
                  <a:lnTo>
                    <a:pt x="1481969" y="95731"/>
                  </a:lnTo>
                  <a:lnTo>
                    <a:pt x="1491713" y="63108"/>
                  </a:lnTo>
                  <a:lnTo>
                    <a:pt x="1501472" y="92789"/>
                  </a:lnTo>
                  <a:lnTo>
                    <a:pt x="1511216" y="59094"/>
                  </a:lnTo>
                  <a:lnTo>
                    <a:pt x="1520960" y="44733"/>
                  </a:lnTo>
                  <a:lnTo>
                    <a:pt x="1530719" y="24227"/>
                  </a:lnTo>
                  <a:lnTo>
                    <a:pt x="1540463" y="23640"/>
                  </a:lnTo>
                  <a:lnTo>
                    <a:pt x="1550221" y="38191"/>
                  </a:lnTo>
                  <a:lnTo>
                    <a:pt x="1559965" y="12564"/>
                  </a:lnTo>
                  <a:lnTo>
                    <a:pt x="1569709" y="26885"/>
                  </a:lnTo>
                  <a:lnTo>
                    <a:pt x="1579468" y="1378"/>
                  </a:lnTo>
                  <a:lnTo>
                    <a:pt x="1589212" y="4327"/>
                  </a:lnTo>
                  <a:lnTo>
                    <a:pt x="1598971" y="9699"/>
                  </a:lnTo>
                  <a:lnTo>
                    <a:pt x="1608715" y="19105"/>
                  </a:lnTo>
                  <a:lnTo>
                    <a:pt x="1618459" y="42003"/>
                  </a:lnTo>
                  <a:lnTo>
                    <a:pt x="1628218" y="59568"/>
                  </a:lnTo>
                  <a:lnTo>
                    <a:pt x="1637962" y="68149"/>
                  </a:lnTo>
                  <a:lnTo>
                    <a:pt x="1647720" y="87177"/>
                  </a:lnTo>
                  <a:lnTo>
                    <a:pt x="1657464" y="62886"/>
                  </a:lnTo>
                  <a:lnTo>
                    <a:pt x="1667208" y="85124"/>
                  </a:lnTo>
                  <a:lnTo>
                    <a:pt x="1676967" y="72190"/>
                  </a:lnTo>
                  <a:lnTo>
                    <a:pt x="1686711" y="54627"/>
                  </a:lnTo>
                  <a:lnTo>
                    <a:pt x="1696470" y="67045"/>
                  </a:lnTo>
                  <a:lnTo>
                    <a:pt x="1706214" y="60125"/>
                  </a:lnTo>
                  <a:lnTo>
                    <a:pt x="1715958" y="15425"/>
                  </a:lnTo>
                  <a:lnTo>
                    <a:pt x="1725716" y="27207"/>
                  </a:lnTo>
                  <a:lnTo>
                    <a:pt x="1735460" y="15832"/>
                  </a:lnTo>
                  <a:lnTo>
                    <a:pt x="1745219" y="30658"/>
                  </a:lnTo>
                  <a:lnTo>
                    <a:pt x="1754963" y="16368"/>
                  </a:lnTo>
                  <a:lnTo>
                    <a:pt x="1764707" y="47537"/>
                  </a:lnTo>
                  <a:lnTo>
                    <a:pt x="1774466" y="64097"/>
                  </a:lnTo>
                  <a:lnTo>
                    <a:pt x="1784210" y="48916"/>
                  </a:lnTo>
                  <a:lnTo>
                    <a:pt x="1793969" y="75344"/>
                  </a:lnTo>
                  <a:lnTo>
                    <a:pt x="1803713" y="78597"/>
                  </a:lnTo>
                  <a:lnTo>
                    <a:pt x="1813457" y="90835"/>
                  </a:lnTo>
                  <a:lnTo>
                    <a:pt x="1823215" y="86728"/>
                  </a:lnTo>
                  <a:lnTo>
                    <a:pt x="1832959" y="108813"/>
                  </a:lnTo>
                  <a:lnTo>
                    <a:pt x="1842703" y="128720"/>
                  </a:lnTo>
                  <a:lnTo>
                    <a:pt x="1852462" y="152022"/>
                  </a:lnTo>
                  <a:lnTo>
                    <a:pt x="1862206" y="154102"/>
                  </a:lnTo>
                  <a:lnTo>
                    <a:pt x="1871965" y="116383"/>
                  </a:lnTo>
                  <a:lnTo>
                    <a:pt x="1881709" y="132257"/>
                  </a:lnTo>
                  <a:lnTo>
                    <a:pt x="1891453" y="124786"/>
                  </a:lnTo>
                  <a:lnTo>
                    <a:pt x="1901212" y="107219"/>
                  </a:lnTo>
                  <a:lnTo>
                    <a:pt x="1910956" y="116541"/>
                  </a:lnTo>
                  <a:lnTo>
                    <a:pt x="1920714" y="71618"/>
                  </a:lnTo>
                  <a:lnTo>
                    <a:pt x="1930458" y="78615"/>
                  </a:lnTo>
                  <a:lnTo>
                    <a:pt x="1940202" y="133017"/>
                  </a:lnTo>
                  <a:lnTo>
                    <a:pt x="1949961" y="161250"/>
                  </a:lnTo>
                  <a:lnTo>
                    <a:pt x="1959705" y="148409"/>
                  </a:lnTo>
                  <a:lnTo>
                    <a:pt x="1969464" y="125639"/>
                  </a:lnTo>
                  <a:lnTo>
                    <a:pt x="1979208" y="111149"/>
                  </a:lnTo>
                  <a:lnTo>
                    <a:pt x="1988952" y="118526"/>
                  </a:lnTo>
                  <a:lnTo>
                    <a:pt x="1998711" y="106663"/>
                  </a:lnTo>
                  <a:lnTo>
                    <a:pt x="2008454" y="140742"/>
                  </a:lnTo>
                  <a:lnTo>
                    <a:pt x="2018213" y="132647"/>
                  </a:lnTo>
                  <a:lnTo>
                    <a:pt x="2027957" y="139157"/>
                  </a:lnTo>
                  <a:lnTo>
                    <a:pt x="2037701" y="171121"/>
                  </a:lnTo>
                  <a:lnTo>
                    <a:pt x="2047460" y="152956"/>
                  </a:lnTo>
                  <a:lnTo>
                    <a:pt x="2057204" y="126522"/>
                  </a:lnTo>
                  <a:lnTo>
                    <a:pt x="2066963" y="127646"/>
                  </a:lnTo>
                  <a:lnTo>
                    <a:pt x="2076707" y="140033"/>
                  </a:lnTo>
                  <a:lnTo>
                    <a:pt x="2086451" y="94696"/>
                  </a:lnTo>
                  <a:lnTo>
                    <a:pt x="2096210" y="101377"/>
                  </a:lnTo>
                  <a:lnTo>
                    <a:pt x="2105954" y="83542"/>
                  </a:lnTo>
                  <a:lnTo>
                    <a:pt x="2115697" y="68352"/>
                  </a:lnTo>
                  <a:lnTo>
                    <a:pt x="2125456" y="46184"/>
                  </a:lnTo>
                  <a:lnTo>
                    <a:pt x="2135200" y="50759"/>
                  </a:lnTo>
                  <a:lnTo>
                    <a:pt x="2144959" y="0"/>
                  </a:lnTo>
                  <a:lnTo>
                    <a:pt x="2154703" y="18126"/>
                  </a:lnTo>
                  <a:lnTo>
                    <a:pt x="2164447" y="35436"/>
                  </a:lnTo>
                  <a:lnTo>
                    <a:pt x="2174206" y="22015"/>
                  </a:lnTo>
                  <a:lnTo>
                    <a:pt x="2183950" y="50490"/>
                  </a:lnTo>
                  <a:lnTo>
                    <a:pt x="2193709" y="58204"/>
                  </a:lnTo>
                  <a:lnTo>
                    <a:pt x="2203452" y="59577"/>
                  </a:lnTo>
                  <a:lnTo>
                    <a:pt x="2213196" y="62865"/>
                  </a:lnTo>
                  <a:lnTo>
                    <a:pt x="2222955" y="58146"/>
                  </a:lnTo>
                  <a:lnTo>
                    <a:pt x="2232699" y="29583"/>
                  </a:lnTo>
                  <a:lnTo>
                    <a:pt x="2242458" y="20795"/>
                  </a:lnTo>
                  <a:lnTo>
                    <a:pt x="2252202" y="20736"/>
                  </a:lnTo>
                  <a:lnTo>
                    <a:pt x="2261946" y="39178"/>
                  </a:lnTo>
                  <a:lnTo>
                    <a:pt x="2271705" y="19591"/>
                  </a:lnTo>
                  <a:lnTo>
                    <a:pt x="2281449" y="40257"/>
                  </a:lnTo>
                  <a:lnTo>
                    <a:pt x="2291208" y="22699"/>
                  </a:lnTo>
                  <a:lnTo>
                    <a:pt x="2300951" y="46209"/>
                  </a:lnTo>
                  <a:lnTo>
                    <a:pt x="2310695" y="58021"/>
                  </a:lnTo>
                  <a:lnTo>
                    <a:pt x="2320454" y="64642"/>
                  </a:lnTo>
                  <a:lnTo>
                    <a:pt x="2330198" y="59809"/>
                  </a:lnTo>
                  <a:lnTo>
                    <a:pt x="2339957" y="72992"/>
                  </a:lnTo>
                  <a:lnTo>
                    <a:pt x="2349701" y="90708"/>
                  </a:lnTo>
                  <a:lnTo>
                    <a:pt x="2359445" y="119731"/>
                  </a:lnTo>
                  <a:lnTo>
                    <a:pt x="2369204" y="137071"/>
                  </a:lnTo>
                  <a:lnTo>
                    <a:pt x="2378948" y="129486"/>
                  </a:lnTo>
                  <a:lnTo>
                    <a:pt x="2388692" y="117611"/>
                  </a:lnTo>
                  <a:lnTo>
                    <a:pt x="2398450" y="135094"/>
                  </a:lnTo>
                  <a:lnTo>
                    <a:pt x="2408194" y="148372"/>
                  </a:lnTo>
                  <a:lnTo>
                    <a:pt x="2417953" y="163062"/>
                  </a:lnTo>
                  <a:lnTo>
                    <a:pt x="2427697" y="167398"/>
                  </a:lnTo>
                  <a:lnTo>
                    <a:pt x="2437441" y="185601"/>
                  </a:lnTo>
                  <a:lnTo>
                    <a:pt x="2447200" y="165644"/>
                  </a:lnTo>
                  <a:lnTo>
                    <a:pt x="2456944" y="184137"/>
                  </a:lnTo>
                  <a:lnTo>
                    <a:pt x="2466703" y="206288"/>
                  </a:lnTo>
                  <a:lnTo>
                    <a:pt x="2476446" y="203685"/>
                  </a:lnTo>
                  <a:lnTo>
                    <a:pt x="2486190" y="204757"/>
                  </a:lnTo>
                  <a:lnTo>
                    <a:pt x="2495949" y="196822"/>
                  </a:lnTo>
                  <a:lnTo>
                    <a:pt x="2505693" y="207626"/>
                  </a:lnTo>
                  <a:lnTo>
                    <a:pt x="2515452" y="249351"/>
                  </a:lnTo>
                  <a:lnTo>
                    <a:pt x="2525196" y="215106"/>
                  </a:lnTo>
                  <a:lnTo>
                    <a:pt x="2534940" y="230328"/>
                  </a:lnTo>
                  <a:lnTo>
                    <a:pt x="2544699" y="207507"/>
                  </a:lnTo>
                  <a:lnTo>
                    <a:pt x="2554443" y="221536"/>
                  </a:lnTo>
                  <a:lnTo>
                    <a:pt x="2564202" y="194298"/>
                  </a:lnTo>
                  <a:lnTo>
                    <a:pt x="2573946" y="150617"/>
                  </a:lnTo>
                  <a:lnTo>
                    <a:pt x="2583690" y="147086"/>
                  </a:lnTo>
                  <a:lnTo>
                    <a:pt x="2593448" y="183803"/>
                  </a:lnTo>
                  <a:lnTo>
                    <a:pt x="2603192" y="157175"/>
                  </a:lnTo>
                  <a:lnTo>
                    <a:pt x="2612951" y="157514"/>
                  </a:lnTo>
                  <a:lnTo>
                    <a:pt x="2622695" y="140825"/>
                  </a:lnTo>
                  <a:lnTo>
                    <a:pt x="2632439" y="153103"/>
                  </a:lnTo>
                  <a:lnTo>
                    <a:pt x="2642198" y="134185"/>
                  </a:lnTo>
                  <a:lnTo>
                    <a:pt x="2651942" y="158250"/>
                  </a:lnTo>
                  <a:lnTo>
                    <a:pt x="2661685" y="198241"/>
                  </a:lnTo>
                  <a:lnTo>
                    <a:pt x="2671444" y="179105"/>
                  </a:lnTo>
                  <a:lnTo>
                    <a:pt x="2681188" y="182019"/>
                  </a:lnTo>
                  <a:lnTo>
                    <a:pt x="2690947" y="173225"/>
                  </a:lnTo>
                  <a:lnTo>
                    <a:pt x="2700691" y="146305"/>
                  </a:lnTo>
                  <a:lnTo>
                    <a:pt x="2710435" y="160507"/>
                  </a:lnTo>
                  <a:lnTo>
                    <a:pt x="2720194" y="182863"/>
                  </a:lnTo>
                  <a:lnTo>
                    <a:pt x="2729938" y="191102"/>
                  </a:lnTo>
                  <a:lnTo>
                    <a:pt x="2739697" y="192930"/>
                  </a:lnTo>
                  <a:lnTo>
                    <a:pt x="2749441" y="180680"/>
                  </a:lnTo>
                  <a:lnTo>
                    <a:pt x="2759185" y="183110"/>
                  </a:lnTo>
                  <a:lnTo>
                    <a:pt x="2768943" y="191999"/>
                  </a:lnTo>
                  <a:lnTo>
                    <a:pt x="2778687" y="191473"/>
                  </a:lnTo>
                  <a:lnTo>
                    <a:pt x="2788446" y="197899"/>
                  </a:lnTo>
                  <a:lnTo>
                    <a:pt x="2798190" y="155052"/>
                  </a:lnTo>
                  <a:lnTo>
                    <a:pt x="2807934" y="182824"/>
                  </a:lnTo>
                  <a:lnTo>
                    <a:pt x="2817693" y="198109"/>
                  </a:lnTo>
                  <a:lnTo>
                    <a:pt x="2827437" y="205914"/>
                  </a:lnTo>
                  <a:lnTo>
                    <a:pt x="2837196" y="222756"/>
                  </a:lnTo>
                  <a:lnTo>
                    <a:pt x="2846940" y="226696"/>
                  </a:lnTo>
                  <a:lnTo>
                    <a:pt x="2856684" y="188830"/>
                  </a:lnTo>
                  <a:lnTo>
                    <a:pt x="2866442" y="191672"/>
                  </a:lnTo>
                  <a:lnTo>
                    <a:pt x="2876186" y="189603"/>
                  </a:lnTo>
                  <a:lnTo>
                    <a:pt x="2885945" y="156818"/>
                  </a:lnTo>
                  <a:lnTo>
                    <a:pt x="2895689" y="172542"/>
                  </a:lnTo>
                  <a:lnTo>
                    <a:pt x="2905433" y="158169"/>
                  </a:lnTo>
                  <a:lnTo>
                    <a:pt x="2915192" y="12914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3" name="Freeform 1122">
              <a:extLst>
                <a:ext uri="{FF2B5EF4-FFF2-40B4-BE49-F238E27FC236}">
                  <a16:creationId xmlns:a16="http://schemas.microsoft.com/office/drawing/2014/main" id="{AC962A17-5C0E-7A4C-6F8C-A1421E062D45}"/>
                </a:ext>
              </a:extLst>
            </p:cNvPr>
            <p:cNvSpPr/>
            <p:nvPr/>
          </p:nvSpPr>
          <p:spPr>
            <a:xfrm>
              <a:off x="4426652" y="3347376"/>
              <a:ext cx="2915191" cy="459702"/>
            </a:xfrm>
            <a:custGeom>
              <a:avLst/>
              <a:gdLst>
                <a:gd name="connsiteX0" fmla="*/ 0 w 2915191"/>
                <a:gd name="connsiteY0" fmla="*/ 444104 h 459702"/>
                <a:gd name="connsiteX1" fmla="*/ 9750 w 2915191"/>
                <a:gd name="connsiteY1" fmla="*/ 443519 h 459702"/>
                <a:gd name="connsiteX2" fmla="*/ 19500 w 2915191"/>
                <a:gd name="connsiteY2" fmla="*/ 456904 h 459702"/>
                <a:gd name="connsiteX3" fmla="*/ 29250 w 2915191"/>
                <a:gd name="connsiteY3" fmla="*/ 441978 h 459702"/>
                <a:gd name="connsiteX4" fmla="*/ 39000 w 2915191"/>
                <a:gd name="connsiteY4" fmla="*/ 443014 h 459702"/>
                <a:gd name="connsiteX5" fmla="*/ 48749 w 2915191"/>
                <a:gd name="connsiteY5" fmla="*/ 440749 h 459702"/>
                <a:gd name="connsiteX6" fmla="*/ 58499 w 2915191"/>
                <a:gd name="connsiteY6" fmla="*/ 438331 h 459702"/>
                <a:gd name="connsiteX7" fmla="*/ 68249 w 2915191"/>
                <a:gd name="connsiteY7" fmla="*/ 459702 h 459702"/>
                <a:gd name="connsiteX8" fmla="*/ 77998 w 2915191"/>
                <a:gd name="connsiteY8" fmla="*/ 440821 h 459702"/>
                <a:gd name="connsiteX9" fmla="*/ 87748 w 2915191"/>
                <a:gd name="connsiteY9" fmla="*/ 427139 h 459702"/>
                <a:gd name="connsiteX10" fmla="*/ 97497 w 2915191"/>
                <a:gd name="connsiteY10" fmla="*/ 404114 h 459702"/>
                <a:gd name="connsiteX11" fmla="*/ 107247 w 2915191"/>
                <a:gd name="connsiteY11" fmla="*/ 382719 h 459702"/>
                <a:gd name="connsiteX12" fmla="*/ 116997 w 2915191"/>
                <a:gd name="connsiteY12" fmla="*/ 359508 h 459702"/>
                <a:gd name="connsiteX13" fmla="*/ 126747 w 2915191"/>
                <a:gd name="connsiteY13" fmla="*/ 381850 h 459702"/>
                <a:gd name="connsiteX14" fmla="*/ 136497 w 2915191"/>
                <a:gd name="connsiteY14" fmla="*/ 343269 h 459702"/>
                <a:gd name="connsiteX15" fmla="*/ 146247 w 2915191"/>
                <a:gd name="connsiteY15" fmla="*/ 360447 h 459702"/>
                <a:gd name="connsiteX16" fmla="*/ 155997 w 2915191"/>
                <a:gd name="connsiteY16" fmla="*/ 348195 h 459702"/>
                <a:gd name="connsiteX17" fmla="*/ 165747 w 2915191"/>
                <a:gd name="connsiteY17" fmla="*/ 344998 h 459702"/>
                <a:gd name="connsiteX18" fmla="*/ 175497 w 2915191"/>
                <a:gd name="connsiteY18" fmla="*/ 283395 h 459702"/>
                <a:gd name="connsiteX19" fmla="*/ 185247 w 2915191"/>
                <a:gd name="connsiteY19" fmla="*/ 285064 h 459702"/>
                <a:gd name="connsiteX20" fmla="*/ 194996 w 2915191"/>
                <a:gd name="connsiteY20" fmla="*/ 308720 h 459702"/>
                <a:gd name="connsiteX21" fmla="*/ 204746 w 2915191"/>
                <a:gd name="connsiteY21" fmla="*/ 309258 h 459702"/>
                <a:gd name="connsiteX22" fmla="*/ 214495 w 2915191"/>
                <a:gd name="connsiteY22" fmla="*/ 296093 h 459702"/>
                <a:gd name="connsiteX23" fmla="*/ 224245 w 2915191"/>
                <a:gd name="connsiteY23" fmla="*/ 313841 h 459702"/>
                <a:gd name="connsiteX24" fmla="*/ 233995 w 2915191"/>
                <a:gd name="connsiteY24" fmla="*/ 302199 h 459702"/>
                <a:gd name="connsiteX25" fmla="*/ 243744 w 2915191"/>
                <a:gd name="connsiteY25" fmla="*/ 287953 h 459702"/>
                <a:gd name="connsiteX26" fmla="*/ 253494 w 2915191"/>
                <a:gd name="connsiteY26" fmla="*/ 234899 h 459702"/>
                <a:gd name="connsiteX27" fmla="*/ 263244 w 2915191"/>
                <a:gd name="connsiteY27" fmla="*/ 209569 h 459702"/>
                <a:gd name="connsiteX28" fmla="*/ 272994 w 2915191"/>
                <a:gd name="connsiteY28" fmla="*/ 220369 h 459702"/>
                <a:gd name="connsiteX29" fmla="*/ 282744 w 2915191"/>
                <a:gd name="connsiteY29" fmla="*/ 217485 h 459702"/>
                <a:gd name="connsiteX30" fmla="*/ 292494 w 2915191"/>
                <a:gd name="connsiteY30" fmla="*/ 230951 h 459702"/>
                <a:gd name="connsiteX31" fmla="*/ 302244 w 2915191"/>
                <a:gd name="connsiteY31" fmla="*/ 204028 h 459702"/>
                <a:gd name="connsiteX32" fmla="*/ 311994 w 2915191"/>
                <a:gd name="connsiteY32" fmla="*/ 182143 h 459702"/>
                <a:gd name="connsiteX33" fmla="*/ 321744 w 2915191"/>
                <a:gd name="connsiteY33" fmla="*/ 194703 h 459702"/>
                <a:gd name="connsiteX34" fmla="*/ 331493 w 2915191"/>
                <a:gd name="connsiteY34" fmla="*/ 181097 h 459702"/>
                <a:gd name="connsiteX35" fmla="*/ 341243 w 2915191"/>
                <a:gd name="connsiteY35" fmla="*/ 182387 h 459702"/>
                <a:gd name="connsiteX36" fmla="*/ 350993 w 2915191"/>
                <a:gd name="connsiteY36" fmla="*/ 192791 h 459702"/>
                <a:gd name="connsiteX37" fmla="*/ 360742 w 2915191"/>
                <a:gd name="connsiteY37" fmla="*/ 208079 h 459702"/>
                <a:gd name="connsiteX38" fmla="*/ 370492 w 2915191"/>
                <a:gd name="connsiteY38" fmla="*/ 231575 h 459702"/>
                <a:gd name="connsiteX39" fmla="*/ 380241 w 2915191"/>
                <a:gd name="connsiteY39" fmla="*/ 193794 h 459702"/>
                <a:gd name="connsiteX40" fmla="*/ 389991 w 2915191"/>
                <a:gd name="connsiteY40" fmla="*/ 161402 h 459702"/>
                <a:gd name="connsiteX41" fmla="*/ 399741 w 2915191"/>
                <a:gd name="connsiteY41" fmla="*/ 145947 h 459702"/>
                <a:gd name="connsiteX42" fmla="*/ 409491 w 2915191"/>
                <a:gd name="connsiteY42" fmla="*/ 151271 h 459702"/>
                <a:gd name="connsiteX43" fmla="*/ 419241 w 2915191"/>
                <a:gd name="connsiteY43" fmla="*/ 150094 h 459702"/>
                <a:gd name="connsiteX44" fmla="*/ 428991 w 2915191"/>
                <a:gd name="connsiteY44" fmla="*/ 147488 h 459702"/>
                <a:gd name="connsiteX45" fmla="*/ 438741 w 2915191"/>
                <a:gd name="connsiteY45" fmla="*/ 126750 h 459702"/>
                <a:gd name="connsiteX46" fmla="*/ 448491 w 2915191"/>
                <a:gd name="connsiteY46" fmla="*/ 165256 h 459702"/>
                <a:gd name="connsiteX47" fmla="*/ 458241 w 2915191"/>
                <a:gd name="connsiteY47" fmla="*/ 206343 h 459702"/>
                <a:gd name="connsiteX48" fmla="*/ 467991 w 2915191"/>
                <a:gd name="connsiteY48" fmla="*/ 216604 h 459702"/>
                <a:gd name="connsiteX49" fmla="*/ 477740 w 2915191"/>
                <a:gd name="connsiteY49" fmla="*/ 219021 h 459702"/>
                <a:gd name="connsiteX50" fmla="*/ 487490 w 2915191"/>
                <a:gd name="connsiteY50" fmla="*/ 217625 h 459702"/>
                <a:gd name="connsiteX51" fmla="*/ 497239 w 2915191"/>
                <a:gd name="connsiteY51" fmla="*/ 220252 h 459702"/>
                <a:gd name="connsiteX52" fmla="*/ 506989 w 2915191"/>
                <a:gd name="connsiteY52" fmla="*/ 230620 h 459702"/>
                <a:gd name="connsiteX53" fmla="*/ 516738 w 2915191"/>
                <a:gd name="connsiteY53" fmla="*/ 251490 h 459702"/>
                <a:gd name="connsiteX54" fmla="*/ 526488 w 2915191"/>
                <a:gd name="connsiteY54" fmla="*/ 249795 h 459702"/>
                <a:gd name="connsiteX55" fmla="*/ 536238 w 2915191"/>
                <a:gd name="connsiteY55" fmla="*/ 254563 h 459702"/>
                <a:gd name="connsiteX56" fmla="*/ 545988 w 2915191"/>
                <a:gd name="connsiteY56" fmla="*/ 230216 h 459702"/>
                <a:gd name="connsiteX57" fmla="*/ 555738 w 2915191"/>
                <a:gd name="connsiteY57" fmla="*/ 221818 h 459702"/>
                <a:gd name="connsiteX58" fmla="*/ 565488 w 2915191"/>
                <a:gd name="connsiteY58" fmla="*/ 217464 h 459702"/>
                <a:gd name="connsiteX59" fmla="*/ 575238 w 2915191"/>
                <a:gd name="connsiteY59" fmla="*/ 202581 h 459702"/>
                <a:gd name="connsiteX60" fmla="*/ 584988 w 2915191"/>
                <a:gd name="connsiteY60" fmla="*/ 189731 h 459702"/>
                <a:gd name="connsiteX61" fmla="*/ 594738 w 2915191"/>
                <a:gd name="connsiteY61" fmla="*/ 200962 h 459702"/>
                <a:gd name="connsiteX62" fmla="*/ 604488 w 2915191"/>
                <a:gd name="connsiteY62" fmla="*/ 218307 h 459702"/>
                <a:gd name="connsiteX63" fmla="*/ 614237 w 2915191"/>
                <a:gd name="connsiteY63" fmla="*/ 203016 h 459702"/>
                <a:gd name="connsiteX64" fmla="*/ 623987 w 2915191"/>
                <a:gd name="connsiteY64" fmla="*/ 178000 h 459702"/>
                <a:gd name="connsiteX65" fmla="*/ 633736 w 2915191"/>
                <a:gd name="connsiteY65" fmla="*/ 204180 h 459702"/>
                <a:gd name="connsiteX66" fmla="*/ 643486 w 2915191"/>
                <a:gd name="connsiteY66" fmla="*/ 211494 h 459702"/>
                <a:gd name="connsiteX67" fmla="*/ 653236 w 2915191"/>
                <a:gd name="connsiteY67" fmla="*/ 244035 h 459702"/>
                <a:gd name="connsiteX68" fmla="*/ 662985 w 2915191"/>
                <a:gd name="connsiteY68" fmla="*/ 289274 h 459702"/>
                <a:gd name="connsiteX69" fmla="*/ 672735 w 2915191"/>
                <a:gd name="connsiteY69" fmla="*/ 285526 h 459702"/>
                <a:gd name="connsiteX70" fmla="*/ 682485 w 2915191"/>
                <a:gd name="connsiteY70" fmla="*/ 281057 h 459702"/>
                <a:gd name="connsiteX71" fmla="*/ 692235 w 2915191"/>
                <a:gd name="connsiteY71" fmla="*/ 286869 h 459702"/>
                <a:gd name="connsiteX72" fmla="*/ 701985 w 2915191"/>
                <a:gd name="connsiteY72" fmla="*/ 300988 h 459702"/>
                <a:gd name="connsiteX73" fmla="*/ 711735 w 2915191"/>
                <a:gd name="connsiteY73" fmla="*/ 276692 h 459702"/>
                <a:gd name="connsiteX74" fmla="*/ 721485 w 2915191"/>
                <a:gd name="connsiteY74" fmla="*/ 279401 h 459702"/>
                <a:gd name="connsiteX75" fmla="*/ 731235 w 2915191"/>
                <a:gd name="connsiteY75" fmla="*/ 292200 h 459702"/>
                <a:gd name="connsiteX76" fmla="*/ 740985 w 2915191"/>
                <a:gd name="connsiteY76" fmla="*/ 276805 h 459702"/>
                <a:gd name="connsiteX77" fmla="*/ 750734 w 2915191"/>
                <a:gd name="connsiteY77" fmla="*/ 256161 h 459702"/>
                <a:gd name="connsiteX78" fmla="*/ 760484 w 2915191"/>
                <a:gd name="connsiteY78" fmla="*/ 191798 h 459702"/>
                <a:gd name="connsiteX79" fmla="*/ 770233 w 2915191"/>
                <a:gd name="connsiteY79" fmla="*/ 199073 h 459702"/>
                <a:gd name="connsiteX80" fmla="*/ 779983 w 2915191"/>
                <a:gd name="connsiteY80" fmla="*/ 192282 h 459702"/>
                <a:gd name="connsiteX81" fmla="*/ 789733 w 2915191"/>
                <a:gd name="connsiteY81" fmla="*/ 202926 h 459702"/>
                <a:gd name="connsiteX82" fmla="*/ 799482 w 2915191"/>
                <a:gd name="connsiteY82" fmla="*/ 183946 h 459702"/>
                <a:gd name="connsiteX83" fmla="*/ 809232 w 2915191"/>
                <a:gd name="connsiteY83" fmla="*/ 202286 h 459702"/>
                <a:gd name="connsiteX84" fmla="*/ 818982 w 2915191"/>
                <a:gd name="connsiteY84" fmla="*/ 174504 h 459702"/>
                <a:gd name="connsiteX85" fmla="*/ 828732 w 2915191"/>
                <a:gd name="connsiteY85" fmla="*/ 146774 h 459702"/>
                <a:gd name="connsiteX86" fmla="*/ 838482 w 2915191"/>
                <a:gd name="connsiteY86" fmla="*/ 163965 h 459702"/>
                <a:gd name="connsiteX87" fmla="*/ 848232 w 2915191"/>
                <a:gd name="connsiteY87" fmla="*/ 142168 h 459702"/>
                <a:gd name="connsiteX88" fmla="*/ 857982 w 2915191"/>
                <a:gd name="connsiteY88" fmla="*/ 152717 h 459702"/>
                <a:gd name="connsiteX89" fmla="*/ 867732 w 2915191"/>
                <a:gd name="connsiteY89" fmla="*/ 176699 h 459702"/>
                <a:gd name="connsiteX90" fmla="*/ 877482 w 2915191"/>
                <a:gd name="connsiteY90" fmla="*/ 159172 h 459702"/>
                <a:gd name="connsiteX91" fmla="*/ 887231 w 2915191"/>
                <a:gd name="connsiteY91" fmla="*/ 211785 h 459702"/>
                <a:gd name="connsiteX92" fmla="*/ 896981 w 2915191"/>
                <a:gd name="connsiteY92" fmla="*/ 214656 h 459702"/>
                <a:gd name="connsiteX93" fmla="*/ 906730 w 2915191"/>
                <a:gd name="connsiteY93" fmla="*/ 240684 h 459702"/>
                <a:gd name="connsiteX94" fmla="*/ 916480 w 2915191"/>
                <a:gd name="connsiteY94" fmla="*/ 233200 h 459702"/>
                <a:gd name="connsiteX95" fmla="*/ 926230 w 2915191"/>
                <a:gd name="connsiteY95" fmla="*/ 254345 h 459702"/>
                <a:gd name="connsiteX96" fmla="*/ 935979 w 2915191"/>
                <a:gd name="connsiteY96" fmla="*/ 239459 h 459702"/>
                <a:gd name="connsiteX97" fmla="*/ 945729 w 2915191"/>
                <a:gd name="connsiteY97" fmla="*/ 215159 h 459702"/>
                <a:gd name="connsiteX98" fmla="*/ 955479 w 2915191"/>
                <a:gd name="connsiteY98" fmla="*/ 232998 h 459702"/>
                <a:gd name="connsiteX99" fmla="*/ 965229 w 2915191"/>
                <a:gd name="connsiteY99" fmla="*/ 196521 h 459702"/>
                <a:gd name="connsiteX100" fmla="*/ 974979 w 2915191"/>
                <a:gd name="connsiteY100" fmla="*/ 204679 h 459702"/>
                <a:gd name="connsiteX101" fmla="*/ 984729 w 2915191"/>
                <a:gd name="connsiteY101" fmla="*/ 192168 h 459702"/>
                <a:gd name="connsiteX102" fmla="*/ 994474 w 2915191"/>
                <a:gd name="connsiteY102" fmla="*/ 193086 h 459702"/>
                <a:gd name="connsiteX103" fmla="*/ 1004233 w 2915191"/>
                <a:gd name="connsiteY103" fmla="*/ 181757 h 459702"/>
                <a:gd name="connsiteX104" fmla="*/ 1013977 w 2915191"/>
                <a:gd name="connsiteY104" fmla="*/ 204027 h 459702"/>
                <a:gd name="connsiteX105" fmla="*/ 1023721 w 2915191"/>
                <a:gd name="connsiteY105" fmla="*/ 208192 h 459702"/>
                <a:gd name="connsiteX106" fmla="*/ 1033480 w 2915191"/>
                <a:gd name="connsiteY106" fmla="*/ 207534 h 459702"/>
                <a:gd name="connsiteX107" fmla="*/ 1043224 w 2915191"/>
                <a:gd name="connsiteY107" fmla="*/ 174521 h 459702"/>
                <a:gd name="connsiteX108" fmla="*/ 1052983 w 2915191"/>
                <a:gd name="connsiteY108" fmla="*/ 200119 h 459702"/>
                <a:gd name="connsiteX109" fmla="*/ 1062727 w 2915191"/>
                <a:gd name="connsiteY109" fmla="*/ 200877 h 459702"/>
                <a:gd name="connsiteX110" fmla="*/ 1072471 w 2915191"/>
                <a:gd name="connsiteY110" fmla="*/ 189610 h 459702"/>
                <a:gd name="connsiteX111" fmla="*/ 1082230 w 2915191"/>
                <a:gd name="connsiteY111" fmla="*/ 164076 h 459702"/>
                <a:gd name="connsiteX112" fmla="*/ 1091973 w 2915191"/>
                <a:gd name="connsiteY112" fmla="*/ 111675 h 459702"/>
                <a:gd name="connsiteX113" fmla="*/ 1101732 w 2915191"/>
                <a:gd name="connsiteY113" fmla="*/ 106380 h 459702"/>
                <a:gd name="connsiteX114" fmla="*/ 1111476 w 2915191"/>
                <a:gd name="connsiteY114" fmla="*/ 120023 h 459702"/>
                <a:gd name="connsiteX115" fmla="*/ 1121220 w 2915191"/>
                <a:gd name="connsiteY115" fmla="*/ 98676 h 459702"/>
                <a:gd name="connsiteX116" fmla="*/ 1130979 w 2915191"/>
                <a:gd name="connsiteY116" fmla="*/ 107961 h 459702"/>
                <a:gd name="connsiteX117" fmla="*/ 1140723 w 2915191"/>
                <a:gd name="connsiteY117" fmla="*/ 82357 h 459702"/>
                <a:gd name="connsiteX118" fmla="*/ 1150482 w 2915191"/>
                <a:gd name="connsiteY118" fmla="*/ 91353 h 459702"/>
                <a:gd name="connsiteX119" fmla="*/ 1160226 w 2915191"/>
                <a:gd name="connsiteY119" fmla="*/ 81407 h 459702"/>
                <a:gd name="connsiteX120" fmla="*/ 1169969 w 2915191"/>
                <a:gd name="connsiteY120" fmla="*/ 118229 h 459702"/>
                <a:gd name="connsiteX121" fmla="*/ 1179728 w 2915191"/>
                <a:gd name="connsiteY121" fmla="*/ 109597 h 459702"/>
                <a:gd name="connsiteX122" fmla="*/ 1189472 w 2915191"/>
                <a:gd name="connsiteY122" fmla="*/ 95704 h 459702"/>
                <a:gd name="connsiteX123" fmla="*/ 1199231 w 2915191"/>
                <a:gd name="connsiteY123" fmla="*/ 116823 h 459702"/>
                <a:gd name="connsiteX124" fmla="*/ 1208975 w 2915191"/>
                <a:gd name="connsiteY124" fmla="*/ 100848 h 459702"/>
                <a:gd name="connsiteX125" fmla="*/ 1218719 w 2915191"/>
                <a:gd name="connsiteY125" fmla="*/ 108734 h 459702"/>
                <a:gd name="connsiteX126" fmla="*/ 1228478 w 2915191"/>
                <a:gd name="connsiteY126" fmla="*/ 107442 h 459702"/>
                <a:gd name="connsiteX127" fmla="*/ 1238222 w 2915191"/>
                <a:gd name="connsiteY127" fmla="*/ 123670 h 459702"/>
                <a:gd name="connsiteX128" fmla="*/ 1247966 w 2915191"/>
                <a:gd name="connsiteY128" fmla="*/ 122803 h 459702"/>
                <a:gd name="connsiteX129" fmla="*/ 1257725 w 2915191"/>
                <a:gd name="connsiteY129" fmla="*/ 122695 h 459702"/>
                <a:gd name="connsiteX130" fmla="*/ 1267469 w 2915191"/>
                <a:gd name="connsiteY130" fmla="*/ 112258 h 459702"/>
                <a:gd name="connsiteX131" fmla="*/ 1277227 w 2915191"/>
                <a:gd name="connsiteY131" fmla="*/ 142842 h 459702"/>
                <a:gd name="connsiteX132" fmla="*/ 1286971 w 2915191"/>
                <a:gd name="connsiteY132" fmla="*/ 142594 h 459702"/>
                <a:gd name="connsiteX133" fmla="*/ 1296715 w 2915191"/>
                <a:gd name="connsiteY133" fmla="*/ 142096 h 459702"/>
                <a:gd name="connsiteX134" fmla="*/ 1306474 w 2915191"/>
                <a:gd name="connsiteY134" fmla="*/ 157359 h 459702"/>
                <a:gd name="connsiteX135" fmla="*/ 1316218 w 2915191"/>
                <a:gd name="connsiteY135" fmla="*/ 175952 h 459702"/>
                <a:gd name="connsiteX136" fmla="*/ 1325977 w 2915191"/>
                <a:gd name="connsiteY136" fmla="*/ 134001 h 459702"/>
                <a:gd name="connsiteX137" fmla="*/ 1335721 w 2915191"/>
                <a:gd name="connsiteY137" fmla="*/ 136640 h 459702"/>
                <a:gd name="connsiteX138" fmla="*/ 1345465 w 2915191"/>
                <a:gd name="connsiteY138" fmla="*/ 141129 h 459702"/>
                <a:gd name="connsiteX139" fmla="*/ 1355224 w 2915191"/>
                <a:gd name="connsiteY139" fmla="*/ 116853 h 459702"/>
                <a:gd name="connsiteX140" fmla="*/ 1364967 w 2915191"/>
                <a:gd name="connsiteY140" fmla="*/ 109646 h 459702"/>
                <a:gd name="connsiteX141" fmla="*/ 1374726 w 2915191"/>
                <a:gd name="connsiteY141" fmla="*/ 120239 h 459702"/>
                <a:gd name="connsiteX142" fmla="*/ 1384470 w 2915191"/>
                <a:gd name="connsiteY142" fmla="*/ 102529 h 459702"/>
                <a:gd name="connsiteX143" fmla="*/ 1394214 w 2915191"/>
                <a:gd name="connsiteY143" fmla="*/ 126366 h 459702"/>
                <a:gd name="connsiteX144" fmla="*/ 1403973 w 2915191"/>
                <a:gd name="connsiteY144" fmla="*/ 129110 h 459702"/>
                <a:gd name="connsiteX145" fmla="*/ 1413717 w 2915191"/>
                <a:gd name="connsiteY145" fmla="*/ 107815 h 459702"/>
                <a:gd name="connsiteX146" fmla="*/ 1423476 w 2915191"/>
                <a:gd name="connsiteY146" fmla="*/ 98801 h 459702"/>
                <a:gd name="connsiteX147" fmla="*/ 1433220 w 2915191"/>
                <a:gd name="connsiteY147" fmla="*/ 136029 h 459702"/>
                <a:gd name="connsiteX148" fmla="*/ 1442964 w 2915191"/>
                <a:gd name="connsiteY148" fmla="*/ 128533 h 459702"/>
                <a:gd name="connsiteX149" fmla="*/ 1452722 w 2915191"/>
                <a:gd name="connsiteY149" fmla="*/ 146400 h 459702"/>
                <a:gd name="connsiteX150" fmla="*/ 1462466 w 2915191"/>
                <a:gd name="connsiteY150" fmla="*/ 149344 h 459702"/>
                <a:gd name="connsiteX151" fmla="*/ 1472225 w 2915191"/>
                <a:gd name="connsiteY151" fmla="*/ 164754 h 459702"/>
                <a:gd name="connsiteX152" fmla="*/ 1481969 w 2915191"/>
                <a:gd name="connsiteY152" fmla="*/ 146375 h 459702"/>
                <a:gd name="connsiteX153" fmla="*/ 1491713 w 2915191"/>
                <a:gd name="connsiteY153" fmla="*/ 159653 h 459702"/>
                <a:gd name="connsiteX154" fmla="*/ 1501472 w 2915191"/>
                <a:gd name="connsiteY154" fmla="*/ 156550 h 459702"/>
                <a:gd name="connsiteX155" fmla="*/ 1511216 w 2915191"/>
                <a:gd name="connsiteY155" fmla="*/ 170493 h 459702"/>
                <a:gd name="connsiteX156" fmla="*/ 1520960 w 2915191"/>
                <a:gd name="connsiteY156" fmla="*/ 133270 h 459702"/>
                <a:gd name="connsiteX157" fmla="*/ 1530719 w 2915191"/>
                <a:gd name="connsiteY157" fmla="*/ 150331 h 459702"/>
                <a:gd name="connsiteX158" fmla="*/ 1540463 w 2915191"/>
                <a:gd name="connsiteY158" fmla="*/ 158436 h 459702"/>
                <a:gd name="connsiteX159" fmla="*/ 1550221 w 2915191"/>
                <a:gd name="connsiteY159" fmla="*/ 133160 h 459702"/>
                <a:gd name="connsiteX160" fmla="*/ 1559965 w 2915191"/>
                <a:gd name="connsiteY160" fmla="*/ 91825 h 459702"/>
                <a:gd name="connsiteX161" fmla="*/ 1569709 w 2915191"/>
                <a:gd name="connsiteY161" fmla="*/ 124877 h 459702"/>
                <a:gd name="connsiteX162" fmla="*/ 1579468 w 2915191"/>
                <a:gd name="connsiteY162" fmla="*/ 123328 h 459702"/>
                <a:gd name="connsiteX163" fmla="*/ 1589212 w 2915191"/>
                <a:gd name="connsiteY163" fmla="*/ 134700 h 459702"/>
                <a:gd name="connsiteX164" fmla="*/ 1598971 w 2915191"/>
                <a:gd name="connsiteY164" fmla="*/ 164945 h 459702"/>
                <a:gd name="connsiteX165" fmla="*/ 1608715 w 2915191"/>
                <a:gd name="connsiteY165" fmla="*/ 162217 h 459702"/>
                <a:gd name="connsiteX166" fmla="*/ 1618459 w 2915191"/>
                <a:gd name="connsiteY166" fmla="*/ 177420 h 459702"/>
                <a:gd name="connsiteX167" fmla="*/ 1628218 w 2915191"/>
                <a:gd name="connsiteY167" fmla="*/ 178867 h 459702"/>
                <a:gd name="connsiteX168" fmla="*/ 1637962 w 2915191"/>
                <a:gd name="connsiteY168" fmla="*/ 218266 h 459702"/>
                <a:gd name="connsiteX169" fmla="*/ 1647720 w 2915191"/>
                <a:gd name="connsiteY169" fmla="*/ 202939 h 459702"/>
                <a:gd name="connsiteX170" fmla="*/ 1657464 w 2915191"/>
                <a:gd name="connsiteY170" fmla="*/ 197181 h 459702"/>
                <a:gd name="connsiteX171" fmla="*/ 1667208 w 2915191"/>
                <a:gd name="connsiteY171" fmla="*/ 196074 h 459702"/>
                <a:gd name="connsiteX172" fmla="*/ 1676967 w 2915191"/>
                <a:gd name="connsiteY172" fmla="*/ 190971 h 459702"/>
                <a:gd name="connsiteX173" fmla="*/ 1686711 w 2915191"/>
                <a:gd name="connsiteY173" fmla="*/ 173467 h 459702"/>
                <a:gd name="connsiteX174" fmla="*/ 1696470 w 2915191"/>
                <a:gd name="connsiteY174" fmla="*/ 185244 h 459702"/>
                <a:gd name="connsiteX175" fmla="*/ 1706214 w 2915191"/>
                <a:gd name="connsiteY175" fmla="*/ 184732 h 459702"/>
                <a:gd name="connsiteX176" fmla="*/ 1715958 w 2915191"/>
                <a:gd name="connsiteY176" fmla="*/ 189078 h 459702"/>
                <a:gd name="connsiteX177" fmla="*/ 1725716 w 2915191"/>
                <a:gd name="connsiteY177" fmla="*/ 204475 h 459702"/>
                <a:gd name="connsiteX178" fmla="*/ 1735460 w 2915191"/>
                <a:gd name="connsiteY178" fmla="*/ 177182 h 459702"/>
                <a:gd name="connsiteX179" fmla="*/ 1745219 w 2915191"/>
                <a:gd name="connsiteY179" fmla="*/ 180085 h 459702"/>
                <a:gd name="connsiteX180" fmla="*/ 1754963 w 2915191"/>
                <a:gd name="connsiteY180" fmla="*/ 210503 h 459702"/>
                <a:gd name="connsiteX181" fmla="*/ 1764707 w 2915191"/>
                <a:gd name="connsiteY181" fmla="*/ 202053 h 459702"/>
                <a:gd name="connsiteX182" fmla="*/ 1774466 w 2915191"/>
                <a:gd name="connsiteY182" fmla="*/ 229267 h 459702"/>
                <a:gd name="connsiteX183" fmla="*/ 1784210 w 2915191"/>
                <a:gd name="connsiteY183" fmla="*/ 255431 h 459702"/>
                <a:gd name="connsiteX184" fmla="*/ 1793969 w 2915191"/>
                <a:gd name="connsiteY184" fmla="*/ 280204 h 459702"/>
                <a:gd name="connsiteX185" fmla="*/ 1803713 w 2915191"/>
                <a:gd name="connsiteY185" fmla="*/ 301160 h 459702"/>
                <a:gd name="connsiteX186" fmla="*/ 1813457 w 2915191"/>
                <a:gd name="connsiteY186" fmla="*/ 353517 h 459702"/>
                <a:gd name="connsiteX187" fmla="*/ 1823215 w 2915191"/>
                <a:gd name="connsiteY187" fmla="*/ 372641 h 459702"/>
                <a:gd name="connsiteX188" fmla="*/ 1832959 w 2915191"/>
                <a:gd name="connsiteY188" fmla="*/ 353691 h 459702"/>
                <a:gd name="connsiteX189" fmla="*/ 1842703 w 2915191"/>
                <a:gd name="connsiteY189" fmla="*/ 341595 h 459702"/>
                <a:gd name="connsiteX190" fmla="*/ 1852462 w 2915191"/>
                <a:gd name="connsiteY190" fmla="*/ 327921 h 459702"/>
                <a:gd name="connsiteX191" fmla="*/ 1862206 w 2915191"/>
                <a:gd name="connsiteY191" fmla="*/ 307004 h 459702"/>
                <a:gd name="connsiteX192" fmla="*/ 1871965 w 2915191"/>
                <a:gd name="connsiteY192" fmla="*/ 288978 h 459702"/>
                <a:gd name="connsiteX193" fmla="*/ 1881709 w 2915191"/>
                <a:gd name="connsiteY193" fmla="*/ 321270 h 459702"/>
                <a:gd name="connsiteX194" fmla="*/ 1891453 w 2915191"/>
                <a:gd name="connsiteY194" fmla="*/ 271556 h 459702"/>
                <a:gd name="connsiteX195" fmla="*/ 1901212 w 2915191"/>
                <a:gd name="connsiteY195" fmla="*/ 237862 h 459702"/>
                <a:gd name="connsiteX196" fmla="*/ 1910956 w 2915191"/>
                <a:gd name="connsiteY196" fmla="*/ 236258 h 459702"/>
                <a:gd name="connsiteX197" fmla="*/ 1920714 w 2915191"/>
                <a:gd name="connsiteY197" fmla="*/ 217817 h 459702"/>
                <a:gd name="connsiteX198" fmla="*/ 1930458 w 2915191"/>
                <a:gd name="connsiteY198" fmla="*/ 221183 h 459702"/>
                <a:gd name="connsiteX199" fmla="*/ 1940202 w 2915191"/>
                <a:gd name="connsiteY199" fmla="*/ 200326 h 459702"/>
                <a:gd name="connsiteX200" fmla="*/ 1949961 w 2915191"/>
                <a:gd name="connsiteY200" fmla="*/ 202093 h 459702"/>
                <a:gd name="connsiteX201" fmla="*/ 1959705 w 2915191"/>
                <a:gd name="connsiteY201" fmla="*/ 176686 h 459702"/>
                <a:gd name="connsiteX202" fmla="*/ 1969464 w 2915191"/>
                <a:gd name="connsiteY202" fmla="*/ 180920 h 459702"/>
                <a:gd name="connsiteX203" fmla="*/ 1979208 w 2915191"/>
                <a:gd name="connsiteY203" fmla="*/ 227695 h 459702"/>
                <a:gd name="connsiteX204" fmla="*/ 1988952 w 2915191"/>
                <a:gd name="connsiteY204" fmla="*/ 238409 h 459702"/>
                <a:gd name="connsiteX205" fmla="*/ 1998711 w 2915191"/>
                <a:gd name="connsiteY205" fmla="*/ 220125 h 459702"/>
                <a:gd name="connsiteX206" fmla="*/ 2008454 w 2915191"/>
                <a:gd name="connsiteY206" fmla="*/ 201278 h 459702"/>
                <a:gd name="connsiteX207" fmla="*/ 2018213 w 2915191"/>
                <a:gd name="connsiteY207" fmla="*/ 200539 h 459702"/>
                <a:gd name="connsiteX208" fmla="*/ 2027957 w 2915191"/>
                <a:gd name="connsiteY208" fmla="*/ 188061 h 459702"/>
                <a:gd name="connsiteX209" fmla="*/ 2037701 w 2915191"/>
                <a:gd name="connsiteY209" fmla="*/ 188697 h 459702"/>
                <a:gd name="connsiteX210" fmla="*/ 2047460 w 2915191"/>
                <a:gd name="connsiteY210" fmla="*/ 175334 h 459702"/>
                <a:gd name="connsiteX211" fmla="*/ 2057204 w 2915191"/>
                <a:gd name="connsiteY211" fmla="*/ 178944 h 459702"/>
                <a:gd name="connsiteX212" fmla="*/ 2066963 w 2915191"/>
                <a:gd name="connsiteY212" fmla="*/ 207225 h 459702"/>
                <a:gd name="connsiteX213" fmla="*/ 2076707 w 2915191"/>
                <a:gd name="connsiteY213" fmla="*/ 233822 h 459702"/>
                <a:gd name="connsiteX214" fmla="*/ 2086451 w 2915191"/>
                <a:gd name="connsiteY214" fmla="*/ 238069 h 459702"/>
                <a:gd name="connsiteX215" fmla="*/ 2096210 w 2915191"/>
                <a:gd name="connsiteY215" fmla="*/ 222336 h 459702"/>
                <a:gd name="connsiteX216" fmla="*/ 2105954 w 2915191"/>
                <a:gd name="connsiteY216" fmla="*/ 199260 h 459702"/>
                <a:gd name="connsiteX217" fmla="*/ 2115697 w 2915191"/>
                <a:gd name="connsiteY217" fmla="*/ 186912 h 459702"/>
                <a:gd name="connsiteX218" fmla="*/ 2125456 w 2915191"/>
                <a:gd name="connsiteY218" fmla="*/ 158716 h 459702"/>
                <a:gd name="connsiteX219" fmla="*/ 2135200 w 2915191"/>
                <a:gd name="connsiteY219" fmla="*/ 154343 h 459702"/>
                <a:gd name="connsiteX220" fmla="*/ 2144959 w 2915191"/>
                <a:gd name="connsiteY220" fmla="*/ 166755 h 459702"/>
                <a:gd name="connsiteX221" fmla="*/ 2154703 w 2915191"/>
                <a:gd name="connsiteY221" fmla="*/ 97515 h 459702"/>
                <a:gd name="connsiteX222" fmla="*/ 2164447 w 2915191"/>
                <a:gd name="connsiteY222" fmla="*/ 68136 h 459702"/>
                <a:gd name="connsiteX223" fmla="*/ 2174206 w 2915191"/>
                <a:gd name="connsiteY223" fmla="*/ 38128 h 459702"/>
                <a:gd name="connsiteX224" fmla="*/ 2183950 w 2915191"/>
                <a:gd name="connsiteY224" fmla="*/ 24968 h 459702"/>
                <a:gd name="connsiteX225" fmla="*/ 2193709 w 2915191"/>
                <a:gd name="connsiteY225" fmla="*/ 2433 h 459702"/>
                <a:gd name="connsiteX226" fmla="*/ 2203452 w 2915191"/>
                <a:gd name="connsiteY226" fmla="*/ 0 h 459702"/>
                <a:gd name="connsiteX227" fmla="*/ 2213196 w 2915191"/>
                <a:gd name="connsiteY227" fmla="*/ 31093 h 459702"/>
                <a:gd name="connsiteX228" fmla="*/ 2222955 w 2915191"/>
                <a:gd name="connsiteY228" fmla="*/ 67914 h 459702"/>
                <a:gd name="connsiteX229" fmla="*/ 2232699 w 2915191"/>
                <a:gd name="connsiteY229" fmla="*/ 95321 h 459702"/>
                <a:gd name="connsiteX230" fmla="*/ 2242458 w 2915191"/>
                <a:gd name="connsiteY230" fmla="*/ 84509 h 459702"/>
                <a:gd name="connsiteX231" fmla="*/ 2252202 w 2915191"/>
                <a:gd name="connsiteY231" fmla="*/ 105212 h 459702"/>
                <a:gd name="connsiteX232" fmla="*/ 2261946 w 2915191"/>
                <a:gd name="connsiteY232" fmla="*/ 68882 h 459702"/>
                <a:gd name="connsiteX233" fmla="*/ 2271705 w 2915191"/>
                <a:gd name="connsiteY233" fmla="*/ 55241 h 459702"/>
                <a:gd name="connsiteX234" fmla="*/ 2281449 w 2915191"/>
                <a:gd name="connsiteY234" fmla="*/ 48571 h 459702"/>
                <a:gd name="connsiteX235" fmla="*/ 2291208 w 2915191"/>
                <a:gd name="connsiteY235" fmla="*/ 32681 h 459702"/>
                <a:gd name="connsiteX236" fmla="*/ 2300951 w 2915191"/>
                <a:gd name="connsiteY236" fmla="*/ 53942 h 459702"/>
                <a:gd name="connsiteX237" fmla="*/ 2310695 w 2915191"/>
                <a:gd name="connsiteY237" fmla="*/ 62430 h 459702"/>
                <a:gd name="connsiteX238" fmla="*/ 2320454 w 2915191"/>
                <a:gd name="connsiteY238" fmla="*/ 75965 h 459702"/>
                <a:gd name="connsiteX239" fmla="*/ 2330198 w 2915191"/>
                <a:gd name="connsiteY239" fmla="*/ 71222 h 459702"/>
                <a:gd name="connsiteX240" fmla="*/ 2339957 w 2915191"/>
                <a:gd name="connsiteY240" fmla="*/ 66980 h 459702"/>
                <a:gd name="connsiteX241" fmla="*/ 2349701 w 2915191"/>
                <a:gd name="connsiteY241" fmla="*/ 58644 h 459702"/>
                <a:gd name="connsiteX242" fmla="*/ 2359445 w 2915191"/>
                <a:gd name="connsiteY242" fmla="*/ 58121 h 459702"/>
                <a:gd name="connsiteX243" fmla="*/ 2369204 w 2915191"/>
                <a:gd name="connsiteY243" fmla="*/ 70624 h 459702"/>
                <a:gd name="connsiteX244" fmla="*/ 2378948 w 2915191"/>
                <a:gd name="connsiteY244" fmla="*/ 54852 h 459702"/>
                <a:gd name="connsiteX245" fmla="*/ 2388692 w 2915191"/>
                <a:gd name="connsiteY245" fmla="*/ 48077 h 459702"/>
                <a:gd name="connsiteX246" fmla="*/ 2398450 w 2915191"/>
                <a:gd name="connsiteY246" fmla="*/ 54581 h 459702"/>
                <a:gd name="connsiteX247" fmla="*/ 2408194 w 2915191"/>
                <a:gd name="connsiteY247" fmla="*/ 78097 h 459702"/>
                <a:gd name="connsiteX248" fmla="*/ 2417953 w 2915191"/>
                <a:gd name="connsiteY248" fmla="*/ 57033 h 459702"/>
                <a:gd name="connsiteX249" fmla="*/ 2427697 w 2915191"/>
                <a:gd name="connsiteY249" fmla="*/ 60289 h 459702"/>
                <a:gd name="connsiteX250" fmla="*/ 2437441 w 2915191"/>
                <a:gd name="connsiteY250" fmla="*/ 56486 h 459702"/>
                <a:gd name="connsiteX251" fmla="*/ 2447200 w 2915191"/>
                <a:gd name="connsiteY251" fmla="*/ 44678 h 459702"/>
                <a:gd name="connsiteX252" fmla="*/ 2456944 w 2915191"/>
                <a:gd name="connsiteY252" fmla="*/ 52476 h 459702"/>
                <a:gd name="connsiteX253" fmla="*/ 2466703 w 2915191"/>
                <a:gd name="connsiteY253" fmla="*/ 34652 h 459702"/>
                <a:gd name="connsiteX254" fmla="*/ 2476446 w 2915191"/>
                <a:gd name="connsiteY254" fmla="*/ 12171 h 459702"/>
                <a:gd name="connsiteX255" fmla="*/ 2486190 w 2915191"/>
                <a:gd name="connsiteY255" fmla="*/ 55700 h 459702"/>
                <a:gd name="connsiteX256" fmla="*/ 2495949 w 2915191"/>
                <a:gd name="connsiteY256" fmla="*/ 89364 h 459702"/>
                <a:gd name="connsiteX257" fmla="*/ 2505693 w 2915191"/>
                <a:gd name="connsiteY257" fmla="*/ 71241 h 459702"/>
                <a:gd name="connsiteX258" fmla="*/ 2515452 w 2915191"/>
                <a:gd name="connsiteY258" fmla="*/ 85346 h 459702"/>
                <a:gd name="connsiteX259" fmla="*/ 2525196 w 2915191"/>
                <a:gd name="connsiteY259" fmla="*/ 90769 h 459702"/>
                <a:gd name="connsiteX260" fmla="*/ 2534940 w 2915191"/>
                <a:gd name="connsiteY260" fmla="*/ 134472 h 459702"/>
                <a:gd name="connsiteX261" fmla="*/ 2544699 w 2915191"/>
                <a:gd name="connsiteY261" fmla="*/ 161535 h 459702"/>
                <a:gd name="connsiteX262" fmla="*/ 2554443 w 2915191"/>
                <a:gd name="connsiteY262" fmla="*/ 146871 h 459702"/>
                <a:gd name="connsiteX263" fmla="*/ 2564202 w 2915191"/>
                <a:gd name="connsiteY263" fmla="*/ 151959 h 459702"/>
                <a:gd name="connsiteX264" fmla="*/ 2573946 w 2915191"/>
                <a:gd name="connsiteY264" fmla="*/ 150825 h 459702"/>
                <a:gd name="connsiteX265" fmla="*/ 2583690 w 2915191"/>
                <a:gd name="connsiteY265" fmla="*/ 174394 h 459702"/>
                <a:gd name="connsiteX266" fmla="*/ 2593448 w 2915191"/>
                <a:gd name="connsiteY266" fmla="*/ 178621 h 459702"/>
                <a:gd name="connsiteX267" fmla="*/ 2603192 w 2915191"/>
                <a:gd name="connsiteY267" fmla="*/ 182638 h 459702"/>
                <a:gd name="connsiteX268" fmla="*/ 2612951 w 2915191"/>
                <a:gd name="connsiteY268" fmla="*/ 177313 h 459702"/>
                <a:gd name="connsiteX269" fmla="*/ 2622695 w 2915191"/>
                <a:gd name="connsiteY269" fmla="*/ 166922 h 459702"/>
                <a:gd name="connsiteX270" fmla="*/ 2632439 w 2915191"/>
                <a:gd name="connsiteY270" fmla="*/ 189044 h 459702"/>
                <a:gd name="connsiteX271" fmla="*/ 2642198 w 2915191"/>
                <a:gd name="connsiteY271" fmla="*/ 173387 h 459702"/>
                <a:gd name="connsiteX272" fmla="*/ 2651942 w 2915191"/>
                <a:gd name="connsiteY272" fmla="*/ 152020 h 459702"/>
                <a:gd name="connsiteX273" fmla="*/ 2661685 w 2915191"/>
                <a:gd name="connsiteY273" fmla="*/ 140427 h 459702"/>
                <a:gd name="connsiteX274" fmla="*/ 2671444 w 2915191"/>
                <a:gd name="connsiteY274" fmla="*/ 132033 h 459702"/>
                <a:gd name="connsiteX275" fmla="*/ 2681188 w 2915191"/>
                <a:gd name="connsiteY275" fmla="*/ 139438 h 459702"/>
                <a:gd name="connsiteX276" fmla="*/ 2690947 w 2915191"/>
                <a:gd name="connsiteY276" fmla="*/ 124885 h 459702"/>
                <a:gd name="connsiteX277" fmla="*/ 2700691 w 2915191"/>
                <a:gd name="connsiteY277" fmla="*/ 101131 h 459702"/>
                <a:gd name="connsiteX278" fmla="*/ 2710435 w 2915191"/>
                <a:gd name="connsiteY278" fmla="*/ 122808 h 459702"/>
                <a:gd name="connsiteX279" fmla="*/ 2720194 w 2915191"/>
                <a:gd name="connsiteY279" fmla="*/ 109807 h 459702"/>
                <a:gd name="connsiteX280" fmla="*/ 2729938 w 2915191"/>
                <a:gd name="connsiteY280" fmla="*/ 128425 h 459702"/>
                <a:gd name="connsiteX281" fmla="*/ 2739697 w 2915191"/>
                <a:gd name="connsiteY281" fmla="*/ 102377 h 459702"/>
                <a:gd name="connsiteX282" fmla="*/ 2749441 w 2915191"/>
                <a:gd name="connsiteY282" fmla="*/ 82305 h 459702"/>
                <a:gd name="connsiteX283" fmla="*/ 2759185 w 2915191"/>
                <a:gd name="connsiteY283" fmla="*/ 74057 h 459702"/>
                <a:gd name="connsiteX284" fmla="*/ 2768943 w 2915191"/>
                <a:gd name="connsiteY284" fmla="*/ 79330 h 459702"/>
                <a:gd name="connsiteX285" fmla="*/ 2778687 w 2915191"/>
                <a:gd name="connsiteY285" fmla="*/ 79257 h 459702"/>
                <a:gd name="connsiteX286" fmla="*/ 2788446 w 2915191"/>
                <a:gd name="connsiteY286" fmla="*/ 79114 h 459702"/>
                <a:gd name="connsiteX287" fmla="*/ 2798190 w 2915191"/>
                <a:gd name="connsiteY287" fmla="*/ 61563 h 459702"/>
                <a:gd name="connsiteX288" fmla="*/ 2807934 w 2915191"/>
                <a:gd name="connsiteY288" fmla="*/ 45193 h 459702"/>
                <a:gd name="connsiteX289" fmla="*/ 2817693 w 2915191"/>
                <a:gd name="connsiteY289" fmla="*/ 55885 h 459702"/>
                <a:gd name="connsiteX290" fmla="*/ 2827437 w 2915191"/>
                <a:gd name="connsiteY290" fmla="*/ 41291 h 459702"/>
                <a:gd name="connsiteX291" fmla="*/ 2837196 w 2915191"/>
                <a:gd name="connsiteY291" fmla="*/ 12706 h 459702"/>
                <a:gd name="connsiteX292" fmla="*/ 2846940 w 2915191"/>
                <a:gd name="connsiteY292" fmla="*/ 18470 h 459702"/>
                <a:gd name="connsiteX293" fmla="*/ 2856684 w 2915191"/>
                <a:gd name="connsiteY293" fmla="*/ 45031 h 459702"/>
                <a:gd name="connsiteX294" fmla="*/ 2866442 w 2915191"/>
                <a:gd name="connsiteY294" fmla="*/ 57558 h 459702"/>
                <a:gd name="connsiteX295" fmla="*/ 2876186 w 2915191"/>
                <a:gd name="connsiteY295" fmla="*/ 72659 h 459702"/>
                <a:gd name="connsiteX296" fmla="*/ 2885945 w 2915191"/>
                <a:gd name="connsiteY296" fmla="*/ 73377 h 459702"/>
                <a:gd name="connsiteX297" fmla="*/ 2895689 w 2915191"/>
                <a:gd name="connsiteY297" fmla="*/ 72744 h 459702"/>
                <a:gd name="connsiteX298" fmla="*/ 2905433 w 2915191"/>
                <a:gd name="connsiteY298" fmla="*/ 86809 h 459702"/>
                <a:gd name="connsiteX299" fmla="*/ 2915192 w 2915191"/>
                <a:gd name="connsiteY299" fmla="*/ 92174 h 459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59702">
                  <a:moveTo>
                    <a:pt x="0" y="444104"/>
                  </a:moveTo>
                  <a:lnTo>
                    <a:pt x="9750" y="443519"/>
                  </a:lnTo>
                  <a:lnTo>
                    <a:pt x="19500" y="456904"/>
                  </a:lnTo>
                  <a:lnTo>
                    <a:pt x="29250" y="441978"/>
                  </a:lnTo>
                  <a:lnTo>
                    <a:pt x="39000" y="443014"/>
                  </a:lnTo>
                  <a:lnTo>
                    <a:pt x="48749" y="440749"/>
                  </a:lnTo>
                  <a:lnTo>
                    <a:pt x="58499" y="438331"/>
                  </a:lnTo>
                  <a:lnTo>
                    <a:pt x="68249" y="459702"/>
                  </a:lnTo>
                  <a:lnTo>
                    <a:pt x="77998" y="440821"/>
                  </a:lnTo>
                  <a:lnTo>
                    <a:pt x="87748" y="427139"/>
                  </a:lnTo>
                  <a:lnTo>
                    <a:pt x="97497" y="404114"/>
                  </a:lnTo>
                  <a:lnTo>
                    <a:pt x="107247" y="382719"/>
                  </a:lnTo>
                  <a:lnTo>
                    <a:pt x="116997" y="359508"/>
                  </a:lnTo>
                  <a:lnTo>
                    <a:pt x="126747" y="381850"/>
                  </a:lnTo>
                  <a:lnTo>
                    <a:pt x="136497" y="343269"/>
                  </a:lnTo>
                  <a:lnTo>
                    <a:pt x="146247" y="360447"/>
                  </a:lnTo>
                  <a:lnTo>
                    <a:pt x="155997" y="348195"/>
                  </a:lnTo>
                  <a:lnTo>
                    <a:pt x="165747" y="344998"/>
                  </a:lnTo>
                  <a:lnTo>
                    <a:pt x="175497" y="283395"/>
                  </a:lnTo>
                  <a:lnTo>
                    <a:pt x="185247" y="285064"/>
                  </a:lnTo>
                  <a:lnTo>
                    <a:pt x="194996" y="308720"/>
                  </a:lnTo>
                  <a:lnTo>
                    <a:pt x="204746" y="309258"/>
                  </a:lnTo>
                  <a:lnTo>
                    <a:pt x="214495" y="296093"/>
                  </a:lnTo>
                  <a:lnTo>
                    <a:pt x="224245" y="313841"/>
                  </a:lnTo>
                  <a:lnTo>
                    <a:pt x="233995" y="302199"/>
                  </a:lnTo>
                  <a:lnTo>
                    <a:pt x="243744" y="287953"/>
                  </a:lnTo>
                  <a:lnTo>
                    <a:pt x="253494" y="234899"/>
                  </a:lnTo>
                  <a:lnTo>
                    <a:pt x="263244" y="209569"/>
                  </a:lnTo>
                  <a:lnTo>
                    <a:pt x="272994" y="220369"/>
                  </a:lnTo>
                  <a:lnTo>
                    <a:pt x="282744" y="217485"/>
                  </a:lnTo>
                  <a:lnTo>
                    <a:pt x="292494" y="230951"/>
                  </a:lnTo>
                  <a:lnTo>
                    <a:pt x="302244" y="204028"/>
                  </a:lnTo>
                  <a:lnTo>
                    <a:pt x="311994" y="182143"/>
                  </a:lnTo>
                  <a:lnTo>
                    <a:pt x="321744" y="194703"/>
                  </a:lnTo>
                  <a:lnTo>
                    <a:pt x="331493" y="181097"/>
                  </a:lnTo>
                  <a:lnTo>
                    <a:pt x="341243" y="182387"/>
                  </a:lnTo>
                  <a:lnTo>
                    <a:pt x="350993" y="192791"/>
                  </a:lnTo>
                  <a:lnTo>
                    <a:pt x="360742" y="208079"/>
                  </a:lnTo>
                  <a:lnTo>
                    <a:pt x="370492" y="231575"/>
                  </a:lnTo>
                  <a:lnTo>
                    <a:pt x="380241" y="193794"/>
                  </a:lnTo>
                  <a:lnTo>
                    <a:pt x="389991" y="161402"/>
                  </a:lnTo>
                  <a:lnTo>
                    <a:pt x="399741" y="145947"/>
                  </a:lnTo>
                  <a:lnTo>
                    <a:pt x="409491" y="151271"/>
                  </a:lnTo>
                  <a:lnTo>
                    <a:pt x="419241" y="150094"/>
                  </a:lnTo>
                  <a:lnTo>
                    <a:pt x="428991" y="147488"/>
                  </a:lnTo>
                  <a:lnTo>
                    <a:pt x="438741" y="126750"/>
                  </a:lnTo>
                  <a:lnTo>
                    <a:pt x="448491" y="165256"/>
                  </a:lnTo>
                  <a:lnTo>
                    <a:pt x="458241" y="206343"/>
                  </a:lnTo>
                  <a:lnTo>
                    <a:pt x="467991" y="216604"/>
                  </a:lnTo>
                  <a:lnTo>
                    <a:pt x="477740" y="219021"/>
                  </a:lnTo>
                  <a:lnTo>
                    <a:pt x="487490" y="217625"/>
                  </a:lnTo>
                  <a:lnTo>
                    <a:pt x="497239" y="220252"/>
                  </a:lnTo>
                  <a:lnTo>
                    <a:pt x="506989" y="230620"/>
                  </a:lnTo>
                  <a:lnTo>
                    <a:pt x="516738" y="251490"/>
                  </a:lnTo>
                  <a:lnTo>
                    <a:pt x="526488" y="249795"/>
                  </a:lnTo>
                  <a:lnTo>
                    <a:pt x="536238" y="254563"/>
                  </a:lnTo>
                  <a:lnTo>
                    <a:pt x="545988" y="230216"/>
                  </a:lnTo>
                  <a:lnTo>
                    <a:pt x="555738" y="221818"/>
                  </a:lnTo>
                  <a:lnTo>
                    <a:pt x="565488" y="217464"/>
                  </a:lnTo>
                  <a:lnTo>
                    <a:pt x="575238" y="202581"/>
                  </a:lnTo>
                  <a:lnTo>
                    <a:pt x="584988" y="189731"/>
                  </a:lnTo>
                  <a:lnTo>
                    <a:pt x="594738" y="200962"/>
                  </a:lnTo>
                  <a:lnTo>
                    <a:pt x="604488" y="218307"/>
                  </a:lnTo>
                  <a:lnTo>
                    <a:pt x="614237" y="203016"/>
                  </a:lnTo>
                  <a:lnTo>
                    <a:pt x="623987" y="178000"/>
                  </a:lnTo>
                  <a:lnTo>
                    <a:pt x="633736" y="204180"/>
                  </a:lnTo>
                  <a:lnTo>
                    <a:pt x="643486" y="211494"/>
                  </a:lnTo>
                  <a:lnTo>
                    <a:pt x="653236" y="244035"/>
                  </a:lnTo>
                  <a:lnTo>
                    <a:pt x="662985" y="289274"/>
                  </a:lnTo>
                  <a:lnTo>
                    <a:pt x="672735" y="285526"/>
                  </a:lnTo>
                  <a:lnTo>
                    <a:pt x="682485" y="281057"/>
                  </a:lnTo>
                  <a:lnTo>
                    <a:pt x="692235" y="286869"/>
                  </a:lnTo>
                  <a:lnTo>
                    <a:pt x="701985" y="300988"/>
                  </a:lnTo>
                  <a:lnTo>
                    <a:pt x="711735" y="276692"/>
                  </a:lnTo>
                  <a:lnTo>
                    <a:pt x="721485" y="279401"/>
                  </a:lnTo>
                  <a:lnTo>
                    <a:pt x="731235" y="292200"/>
                  </a:lnTo>
                  <a:lnTo>
                    <a:pt x="740985" y="276805"/>
                  </a:lnTo>
                  <a:lnTo>
                    <a:pt x="750734" y="256161"/>
                  </a:lnTo>
                  <a:lnTo>
                    <a:pt x="760484" y="191798"/>
                  </a:lnTo>
                  <a:lnTo>
                    <a:pt x="770233" y="199073"/>
                  </a:lnTo>
                  <a:lnTo>
                    <a:pt x="779983" y="192282"/>
                  </a:lnTo>
                  <a:lnTo>
                    <a:pt x="789733" y="202926"/>
                  </a:lnTo>
                  <a:lnTo>
                    <a:pt x="799482" y="183946"/>
                  </a:lnTo>
                  <a:lnTo>
                    <a:pt x="809232" y="202286"/>
                  </a:lnTo>
                  <a:lnTo>
                    <a:pt x="818982" y="174504"/>
                  </a:lnTo>
                  <a:lnTo>
                    <a:pt x="828732" y="146774"/>
                  </a:lnTo>
                  <a:lnTo>
                    <a:pt x="838482" y="163965"/>
                  </a:lnTo>
                  <a:lnTo>
                    <a:pt x="848232" y="142168"/>
                  </a:lnTo>
                  <a:lnTo>
                    <a:pt x="857982" y="152717"/>
                  </a:lnTo>
                  <a:lnTo>
                    <a:pt x="867732" y="176699"/>
                  </a:lnTo>
                  <a:lnTo>
                    <a:pt x="877482" y="159172"/>
                  </a:lnTo>
                  <a:lnTo>
                    <a:pt x="887231" y="211785"/>
                  </a:lnTo>
                  <a:lnTo>
                    <a:pt x="896981" y="214656"/>
                  </a:lnTo>
                  <a:lnTo>
                    <a:pt x="906730" y="240684"/>
                  </a:lnTo>
                  <a:lnTo>
                    <a:pt x="916480" y="233200"/>
                  </a:lnTo>
                  <a:lnTo>
                    <a:pt x="926230" y="254345"/>
                  </a:lnTo>
                  <a:lnTo>
                    <a:pt x="935979" y="239459"/>
                  </a:lnTo>
                  <a:lnTo>
                    <a:pt x="945729" y="215159"/>
                  </a:lnTo>
                  <a:lnTo>
                    <a:pt x="955479" y="232998"/>
                  </a:lnTo>
                  <a:lnTo>
                    <a:pt x="965229" y="196521"/>
                  </a:lnTo>
                  <a:lnTo>
                    <a:pt x="974979" y="204679"/>
                  </a:lnTo>
                  <a:lnTo>
                    <a:pt x="984729" y="192168"/>
                  </a:lnTo>
                  <a:lnTo>
                    <a:pt x="994474" y="193086"/>
                  </a:lnTo>
                  <a:lnTo>
                    <a:pt x="1004233" y="181757"/>
                  </a:lnTo>
                  <a:lnTo>
                    <a:pt x="1013977" y="204027"/>
                  </a:lnTo>
                  <a:lnTo>
                    <a:pt x="1023721" y="208192"/>
                  </a:lnTo>
                  <a:lnTo>
                    <a:pt x="1033480" y="207534"/>
                  </a:lnTo>
                  <a:lnTo>
                    <a:pt x="1043224" y="174521"/>
                  </a:lnTo>
                  <a:lnTo>
                    <a:pt x="1052983" y="200119"/>
                  </a:lnTo>
                  <a:lnTo>
                    <a:pt x="1062727" y="200877"/>
                  </a:lnTo>
                  <a:lnTo>
                    <a:pt x="1072471" y="189610"/>
                  </a:lnTo>
                  <a:lnTo>
                    <a:pt x="1082230" y="164076"/>
                  </a:lnTo>
                  <a:lnTo>
                    <a:pt x="1091973" y="111675"/>
                  </a:lnTo>
                  <a:lnTo>
                    <a:pt x="1101732" y="106380"/>
                  </a:lnTo>
                  <a:lnTo>
                    <a:pt x="1111476" y="120023"/>
                  </a:lnTo>
                  <a:lnTo>
                    <a:pt x="1121220" y="98676"/>
                  </a:lnTo>
                  <a:lnTo>
                    <a:pt x="1130979" y="107961"/>
                  </a:lnTo>
                  <a:lnTo>
                    <a:pt x="1140723" y="82357"/>
                  </a:lnTo>
                  <a:lnTo>
                    <a:pt x="1150482" y="91353"/>
                  </a:lnTo>
                  <a:lnTo>
                    <a:pt x="1160226" y="81407"/>
                  </a:lnTo>
                  <a:lnTo>
                    <a:pt x="1169969" y="118229"/>
                  </a:lnTo>
                  <a:lnTo>
                    <a:pt x="1179728" y="109597"/>
                  </a:lnTo>
                  <a:lnTo>
                    <a:pt x="1189472" y="95704"/>
                  </a:lnTo>
                  <a:lnTo>
                    <a:pt x="1199231" y="116823"/>
                  </a:lnTo>
                  <a:lnTo>
                    <a:pt x="1208975" y="100848"/>
                  </a:lnTo>
                  <a:lnTo>
                    <a:pt x="1218719" y="108734"/>
                  </a:lnTo>
                  <a:lnTo>
                    <a:pt x="1228478" y="107442"/>
                  </a:lnTo>
                  <a:lnTo>
                    <a:pt x="1238222" y="123670"/>
                  </a:lnTo>
                  <a:lnTo>
                    <a:pt x="1247966" y="122803"/>
                  </a:lnTo>
                  <a:lnTo>
                    <a:pt x="1257725" y="122695"/>
                  </a:lnTo>
                  <a:lnTo>
                    <a:pt x="1267469" y="112258"/>
                  </a:lnTo>
                  <a:lnTo>
                    <a:pt x="1277227" y="142842"/>
                  </a:lnTo>
                  <a:lnTo>
                    <a:pt x="1286971" y="142594"/>
                  </a:lnTo>
                  <a:lnTo>
                    <a:pt x="1296715" y="142096"/>
                  </a:lnTo>
                  <a:lnTo>
                    <a:pt x="1306474" y="157359"/>
                  </a:lnTo>
                  <a:lnTo>
                    <a:pt x="1316218" y="175952"/>
                  </a:lnTo>
                  <a:lnTo>
                    <a:pt x="1325977" y="134001"/>
                  </a:lnTo>
                  <a:lnTo>
                    <a:pt x="1335721" y="136640"/>
                  </a:lnTo>
                  <a:lnTo>
                    <a:pt x="1345465" y="141129"/>
                  </a:lnTo>
                  <a:lnTo>
                    <a:pt x="1355224" y="116853"/>
                  </a:lnTo>
                  <a:lnTo>
                    <a:pt x="1364967" y="109646"/>
                  </a:lnTo>
                  <a:lnTo>
                    <a:pt x="1374726" y="120239"/>
                  </a:lnTo>
                  <a:lnTo>
                    <a:pt x="1384470" y="102529"/>
                  </a:lnTo>
                  <a:lnTo>
                    <a:pt x="1394214" y="126366"/>
                  </a:lnTo>
                  <a:lnTo>
                    <a:pt x="1403973" y="129110"/>
                  </a:lnTo>
                  <a:lnTo>
                    <a:pt x="1413717" y="107815"/>
                  </a:lnTo>
                  <a:lnTo>
                    <a:pt x="1423476" y="98801"/>
                  </a:lnTo>
                  <a:lnTo>
                    <a:pt x="1433220" y="136029"/>
                  </a:lnTo>
                  <a:lnTo>
                    <a:pt x="1442964" y="128533"/>
                  </a:lnTo>
                  <a:lnTo>
                    <a:pt x="1452722" y="146400"/>
                  </a:lnTo>
                  <a:lnTo>
                    <a:pt x="1462466" y="149344"/>
                  </a:lnTo>
                  <a:lnTo>
                    <a:pt x="1472225" y="164754"/>
                  </a:lnTo>
                  <a:lnTo>
                    <a:pt x="1481969" y="146375"/>
                  </a:lnTo>
                  <a:lnTo>
                    <a:pt x="1491713" y="159653"/>
                  </a:lnTo>
                  <a:lnTo>
                    <a:pt x="1501472" y="156550"/>
                  </a:lnTo>
                  <a:lnTo>
                    <a:pt x="1511216" y="170493"/>
                  </a:lnTo>
                  <a:lnTo>
                    <a:pt x="1520960" y="133270"/>
                  </a:lnTo>
                  <a:lnTo>
                    <a:pt x="1530719" y="150331"/>
                  </a:lnTo>
                  <a:lnTo>
                    <a:pt x="1540463" y="158436"/>
                  </a:lnTo>
                  <a:lnTo>
                    <a:pt x="1550221" y="133160"/>
                  </a:lnTo>
                  <a:lnTo>
                    <a:pt x="1559965" y="91825"/>
                  </a:lnTo>
                  <a:lnTo>
                    <a:pt x="1569709" y="124877"/>
                  </a:lnTo>
                  <a:lnTo>
                    <a:pt x="1579468" y="123328"/>
                  </a:lnTo>
                  <a:lnTo>
                    <a:pt x="1589212" y="134700"/>
                  </a:lnTo>
                  <a:lnTo>
                    <a:pt x="1598971" y="164945"/>
                  </a:lnTo>
                  <a:lnTo>
                    <a:pt x="1608715" y="162217"/>
                  </a:lnTo>
                  <a:lnTo>
                    <a:pt x="1618459" y="177420"/>
                  </a:lnTo>
                  <a:lnTo>
                    <a:pt x="1628218" y="178867"/>
                  </a:lnTo>
                  <a:lnTo>
                    <a:pt x="1637962" y="218266"/>
                  </a:lnTo>
                  <a:lnTo>
                    <a:pt x="1647720" y="202939"/>
                  </a:lnTo>
                  <a:lnTo>
                    <a:pt x="1657464" y="197181"/>
                  </a:lnTo>
                  <a:lnTo>
                    <a:pt x="1667208" y="196074"/>
                  </a:lnTo>
                  <a:lnTo>
                    <a:pt x="1676967" y="190971"/>
                  </a:lnTo>
                  <a:lnTo>
                    <a:pt x="1686711" y="173467"/>
                  </a:lnTo>
                  <a:lnTo>
                    <a:pt x="1696470" y="185244"/>
                  </a:lnTo>
                  <a:lnTo>
                    <a:pt x="1706214" y="184732"/>
                  </a:lnTo>
                  <a:lnTo>
                    <a:pt x="1715958" y="189078"/>
                  </a:lnTo>
                  <a:lnTo>
                    <a:pt x="1725716" y="204475"/>
                  </a:lnTo>
                  <a:lnTo>
                    <a:pt x="1735460" y="177182"/>
                  </a:lnTo>
                  <a:lnTo>
                    <a:pt x="1745219" y="180085"/>
                  </a:lnTo>
                  <a:lnTo>
                    <a:pt x="1754963" y="210503"/>
                  </a:lnTo>
                  <a:lnTo>
                    <a:pt x="1764707" y="202053"/>
                  </a:lnTo>
                  <a:lnTo>
                    <a:pt x="1774466" y="229267"/>
                  </a:lnTo>
                  <a:lnTo>
                    <a:pt x="1784210" y="255431"/>
                  </a:lnTo>
                  <a:lnTo>
                    <a:pt x="1793969" y="280204"/>
                  </a:lnTo>
                  <a:lnTo>
                    <a:pt x="1803713" y="301160"/>
                  </a:lnTo>
                  <a:lnTo>
                    <a:pt x="1813457" y="353517"/>
                  </a:lnTo>
                  <a:lnTo>
                    <a:pt x="1823215" y="372641"/>
                  </a:lnTo>
                  <a:lnTo>
                    <a:pt x="1832959" y="353691"/>
                  </a:lnTo>
                  <a:lnTo>
                    <a:pt x="1842703" y="341595"/>
                  </a:lnTo>
                  <a:lnTo>
                    <a:pt x="1852462" y="327921"/>
                  </a:lnTo>
                  <a:lnTo>
                    <a:pt x="1862206" y="307004"/>
                  </a:lnTo>
                  <a:lnTo>
                    <a:pt x="1871965" y="288978"/>
                  </a:lnTo>
                  <a:lnTo>
                    <a:pt x="1881709" y="321270"/>
                  </a:lnTo>
                  <a:lnTo>
                    <a:pt x="1891453" y="271556"/>
                  </a:lnTo>
                  <a:lnTo>
                    <a:pt x="1901212" y="237862"/>
                  </a:lnTo>
                  <a:lnTo>
                    <a:pt x="1910956" y="236258"/>
                  </a:lnTo>
                  <a:lnTo>
                    <a:pt x="1920714" y="217817"/>
                  </a:lnTo>
                  <a:lnTo>
                    <a:pt x="1930458" y="221183"/>
                  </a:lnTo>
                  <a:lnTo>
                    <a:pt x="1940202" y="200326"/>
                  </a:lnTo>
                  <a:lnTo>
                    <a:pt x="1949961" y="202093"/>
                  </a:lnTo>
                  <a:lnTo>
                    <a:pt x="1959705" y="176686"/>
                  </a:lnTo>
                  <a:lnTo>
                    <a:pt x="1969464" y="180920"/>
                  </a:lnTo>
                  <a:lnTo>
                    <a:pt x="1979208" y="227695"/>
                  </a:lnTo>
                  <a:lnTo>
                    <a:pt x="1988952" y="238409"/>
                  </a:lnTo>
                  <a:lnTo>
                    <a:pt x="1998711" y="220125"/>
                  </a:lnTo>
                  <a:lnTo>
                    <a:pt x="2008454" y="201278"/>
                  </a:lnTo>
                  <a:lnTo>
                    <a:pt x="2018213" y="200539"/>
                  </a:lnTo>
                  <a:lnTo>
                    <a:pt x="2027957" y="188061"/>
                  </a:lnTo>
                  <a:lnTo>
                    <a:pt x="2037701" y="188697"/>
                  </a:lnTo>
                  <a:lnTo>
                    <a:pt x="2047460" y="175334"/>
                  </a:lnTo>
                  <a:lnTo>
                    <a:pt x="2057204" y="178944"/>
                  </a:lnTo>
                  <a:lnTo>
                    <a:pt x="2066963" y="207225"/>
                  </a:lnTo>
                  <a:lnTo>
                    <a:pt x="2076707" y="233822"/>
                  </a:lnTo>
                  <a:lnTo>
                    <a:pt x="2086451" y="238069"/>
                  </a:lnTo>
                  <a:lnTo>
                    <a:pt x="2096210" y="222336"/>
                  </a:lnTo>
                  <a:lnTo>
                    <a:pt x="2105954" y="199260"/>
                  </a:lnTo>
                  <a:lnTo>
                    <a:pt x="2115697" y="186912"/>
                  </a:lnTo>
                  <a:lnTo>
                    <a:pt x="2125456" y="158716"/>
                  </a:lnTo>
                  <a:lnTo>
                    <a:pt x="2135200" y="154343"/>
                  </a:lnTo>
                  <a:lnTo>
                    <a:pt x="2144959" y="166755"/>
                  </a:lnTo>
                  <a:lnTo>
                    <a:pt x="2154703" y="97515"/>
                  </a:lnTo>
                  <a:lnTo>
                    <a:pt x="2164447" y="68136"/>
                  </a:lnTo>
                  <a:lnTo>
                    <a:pt x="2174206" y="38128"/>
                  </a:lnTo>
                  <a:lnTo>
                    <a:pt x="2183950" y="24968"/>
                  </a:lnTo>
                  <a:lnTo>
                    <a:pt x="2193709" y="2433"/>
                  </a:lnTo>
                  <a:lnTo>
                    <a:pt x="2203452" y="0"/>
                  </a:lnTo>
                  <a:lnTo>
                    <a:pt x="2213196" y="31093"/>
                  </a:lnTo>
                  <a:lnTo>
                    <a:pt x="2222955" y="67914"/>
                  </a:lnTo>
                  <a:lnTo>
                    <a:pt x="2232699" y="95321"/>
                  </a:lnTo>
                  <a:lnTo>
                    <a:pt x="2242458" y="84509"/>
                  </a:lnTo>
                  <a:lnTo>
                    <a:pt x="2252202" y="105212"/>
                  </a:lnTo>
                  <a:lnTo>
                    <a:pt x="2261946" y="68882"/>
                  </a:lnTo>
                  <a:lnTo>
                    <a:pt x="2271705" y="55241"/>
                  </a:lnTo>
                  <a:lnTo>
                    <a:pt x="2281449" y="48571"/>
                  </a:lnTo>
                  <a:lnTo>
                    <a:pt x="2291208" y="32681"/>
                  </a:lnTo>
                  <a:lnTo>
                    <a:pt x="2300951" y="53942"/>
                  </a:lnTo>
                  <a:lnTo>
                    <a:pt x="2310695" y="62430"/>
                  </a:lnTo>
                  <a:lnTo>
                    <a:pt x="2320454" y="75965"/>
                  </a:lnTo>
                  <a:lnTo>
                    <a:pt x="2330198" y="71222"/>
                  </a:lnTo>
                  <a:lnTo>
                    <a:pt x="2339957" y="66980"/>
                  </a:lnTo>
                  <a:lnTo>
                    <a:pt x="2349701" y="58644"/>
                  </a:lnTo>
                  <a:lnTo>
                    <a:pt x="2359445" y="58121"/>
                  </a:lnTo>
                  <a:lnTo>
                    <a:pt x="2369204" y="70624"/>
                  </a:lnTo>
                  <a:lnTo>
                    <a:pt x="2378948" y="54852"/>
                  </a:lnTo>
                  <a:lnTo>
                    <a:pt x="2388692" y="48077"/>
                  </a:lnTo>
                  <a:lnTo>
                    <a:pt x="2398450" y="54581"/>
                  </a:lnTo>
                  <a:lnTo>
                    <a:pt x="2408194" y="78097"/>
                  </a:lnTo>
                  <a:lnTo>
                    <a:pt x="2417953" y="57033"/>
                  </a:lnTo>
                  <a:lnTo>
                    <a:pt x="2427697" y="60289"/>
                  </a:lnTo>
                  <a:lnTo>
                    <a:pt x="2437441" y="56486"/>
                  </a:lnTo>
                  <a:lnTo>
                    <a:pt x="2447200" y="44678"/>
                  </a:lnTo>
                  <a:lnTo>
                    <a:pt x="2456944" y="52476"/>
                  </a:lnTo>
                  <a:lnTo>
                    <a:pt x="2466703" y="34652"/>
                  </a:lnTo>
                  <a:lnTo>
                    <a:pt x="2476446" y="12171"/>
                  </a:lnTo>
                  <a:lnTo>
                    <a:pt x="2486190" y="55700"/>
                  </a:lnTo>
                  <a:lnTo>
                    <a:pt x="2495949" y="89364"/>
                  </a:lnTo>
                  <a:lnTo>
                    <a:pt x="2505693" y="71241"/>
                  </a:lnTo>
                  <a:lnTo>
                    <a:pt x="2515452" y="85346"/>
                  </a:lnTo>
                  <a:lnTo>
                    <a:pt x="2525196" y="90769"/>
                  </a:lnTo>
                  <a:lnTo>
                    <a:pt x="2534940" y="134472"/>
                  </a:lnTo>
                  <a:lnTo>
                    <a:pt x="2544699" y="161535"/>
                  </a:lnTo>
                  <a:lnTo>
                    <a:pt x="2554443" y="146871"/>
                  </a:lnTo>
                  <a:lnTo>
                    <a:pt x="2564202" y="151959"/>
                  </a:lnTo>
                  <a:lnTo>
                    <a:pt x="2573946" y="150825"/>
                  </a:lnTo>
                  <a:lnTo>
                    <a:pt x="2583690" y="174394"/>
                  </a:lnTo>
                  <a:lnTo>
                    <a:pt x="2593448" y="178621"/>
                  </a:lnTo>
                  <a:lnTo>
                    <a:pt x="2603192" y="182638"/>
                  </a:lnTo>
                  <a:lnTo>
                    <a:pt x="2612951" y="177313"/>
                  </a:lnTo>
                  <a:lnTo>
                    <a:pt x="2622695" y="166922"/>
                  </a:lnTo>
                  <a:lnTo>
                    <a:pt x="2632439" y="189044"/>
                  </a:lnTo>
                  <a:lnTo>
                    <a:pt x="2642198" y="173387"/>
                  </a:lnTo>
                  <a:lnTo>
                    <a:pt x="2651942" y="152020"/>
                  </a:lnTo>
                  <a:lnTo>
                    <a:pt x="2661685" y="140427"/>
                  </a:lnTo>
                  <a:lnTo>
                    <a:pt x="2671444" y="132033"/>
                  </a:lnTo>
                  <a:lnTo>
                    <a:pt x="2681188" y="139438"/>
                  </a:lnTo>
                  <a:lnTo>
                    <a:pt x="2690947" y="124885"/>
                  </a:lnTo>
                  <a:lnTo>
                    <a:pt x="2700691" y="101131"/>
                  </a:lnTo>
                  <a:lnTo>
                    <a:pt x="2710435" y="122808"/>
                  </a:lnTo>
                  <a:lnTo>
                    <a:pt x="2720194" y="109807"/>
                  </a:lnTo>
                  <a:lnTo>
                    <a:pt x="2729938" y="128425"/>
                  </a:lnTo>
                  <a:lnTo>
                    <a:pt x="2739697" y="102377"/>
                  </a:lnTo>
                  <a:lnTo>
                    <a:pt x="2749441" y="82305"/>
                  </a:lnTo>
                  <a:lnTo>
                    <a:pt x="2759185" y="74057"/>
                  </a:lnTo>
                  <a:lnTo>
                    <a:pt x="2768943" y="79330"/>
                  </a:lnTo>
                  <a:lnTo>
                    <a:pt x="2778687" y="79257"/>
                  </a:lnTo>
                  <a:lnTo>
                    <a:pt x="2788446" y="79114"/>
                  </a:lnTo>
                  <a:lnTo>
                    <a:pt x="2798190" y="61563"/>
                  </a:lnTo>
                  <a:lnTo>
                    <a:pt x="2807934" y="45193"/>
                  </a:lnTo>
                  <a:lnTo>
                    <a:pt x="2817693" y="55885"/>
                  </a:lnTo>
                  <a:lnTo>
                    <a:pt x="2827437" y="41291"/>
                  </a:lnTo>
                  <a:lnTo>
                    <a:pt x="2837196" y="12706"/>
                  </a:lnTo>
                  <a:lnTo>
                    <a:pt x="2846940" y="18470"/>
                  </a:lnTo>
                  <a:lnTo>
                    <a:pt x="2856684" y="45031"/>
                  </a:lnTo>
                  <a:lnTo>
                    <a:pt x="2866442" y="57558"/>
                  </a:lnTo>
                  <a:lnTo>
                    <a:pt x="2876186" y="72659"/>
                  </a:lnTo>
                  <a:lnTo>
                    <a:pt x="2885945" y="73377"/>
                  </a:lnTo>
                  <a:lnTo>
                    <a:pt x="2895689" y="72744"/>
                  </a:lnTo>
                  <a:lnTo>
                    <a:pt x="2905433" y="86809"/>
                  </a:lnTo>
                  <a:lnTo>
                    <a:pt x="2915192" y="9217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4" name="Freeform 1123">
              <a:extLst>
                <a:ext uri="{FF2B5EF4-FFF2-40B4-BE49-F238E27FC236}">
                  <a16:creationId xmlns:a16="http://schemas.microsoft.com/office/drawing/2014/main" id="{CA76ECF8-7590-245F-D1D0-19D5D46E270C}"/>
                </a:ext>
              </a:extLst>
            </p:cNvPr>
            <p:cNvSpPr/>
            <p:nvPr/>
          </p:nvSpPr>
          <p:spPr>
            <a:xfrm>
              <a:off x="4426652" y="3145943"/>
              <a:ext cx="2915191" cy="430866"/>
            </a:xfrm>
            <a:custGeom>
              <a:avLst/>
              <a:gdLst>
                <a:gd name="connsiteX0" fmla="*/ 0 w 2915191"/>
                <a:gd name="connsiteY0" fmla="*/ 164740 h 430866"/>
                <a:gd name="connsiteX1" fmla="*/ 9750 w 2915191"/>
                <a:gd name="connsiteY1" fmla="*/ 192167 h 430866"/>
                <a:gd name="connsiteX2" fmla="*/ 19500 w 2915191"/>
                <a:gd name="connsiteY2" fmla="*/ 188861 h 430866"/>
                <a:gd name="connsiteX3" fmla="*/ 29250 w 2915191"/>
                <a:gd name="connsiteY3" fmla="*/ 190206 h 430866"/>
                <a:gd name="connsiteX4" fmla="*/ 39000 w 2915191"/>
                <a:gd name="connsiteY4" fmla="*/ 200259 h 430866"/>
                <a:gd name="connsiteX5" fmla="*/ 48749 w 2915191"/>
                <a:gd name="connsiteY5" fmla="*/ 191625 h 430866"/>
                <a:gd name="connsiteX6" fmla="*/ 58499 w 2915191"/>
                <a:gd name="connsiteY6" fmla="*/ 152877 h 430866"/>
                <a:gd name="connsiteX7" fmla="*/ 68249 w 2915191"/>
                <a:gd name="connsiteY7" fmla="*/ 144826 h 430866"/>
                <a:gd name="connsiteX8" fmla="*/ 77998 w 2915191"/>
                <a:gd name="connsiteY8" fmla="*/ 179735 h 430866"/>
                <a:gd name="connsiteX9" fmla="*/ 87748 w 2915191"/>
                <a:gd name="connsiteY9" fmla="*/ 196950 h 430866"/>
                <a:gd name="connsiteX10" fmla="*/ 97497 w 2915191"/>
                <a:gd name="connsiteY10" fmla="*/ 188295 h 430866"/>
                <a:gd name="connsiteX11" fmla="*/ 107247 w 2915191"/>
                <a:gd name="connsiteY11" fmla="*/ 198241 h 430866"/>
                <a:gd name="connsiteX12" fmla="*/ 116997 w 2915191"/>
                <a:gd name="connsiteY12" fmla="*/ 186634 h 430866"/>
                <a:gd name="connsiteX13" fmla="*/ 126747 w 2915191"/>
                <a:gd name="connsiteY13" fmla="*/ 184773 h 430866"/>
                <a:gd name="connsiteX14" fmla="*/ 136497 w 2915191"/>
                <a:gd name="connsiteY14" fmla="*/ 199928 h 430866"/>
                <a:gd name="connsiteX15" fmla="*/ 146247 w 2915191"/>
                <a:gd name="connsiteY15" fmla="*/ 189494 h 430866"/>
                <a:gd name="connsiteX16" fmla="*/ 155997 w 2915191"/>
                <a:gd name="connsiteY16" fmla="*/ 200102 h 430866"/>
                <a:gd name="connsiteX17" fmla="*/ 165747 w 2915191"/>
                <a:gd name="connsiteY17" fmla="*/ 124775 h 430866"/>
                <a:gd name="connsiteX18" fmla="*/ 175497 w 2915191"/>
                <a:gd name="connsiteY18" fmla="*/ 117711 h 430866"/>
                <a:gd name="connsiteX19" fmla="*/ 185247 w 2915191"/>
                <a:gd name="connsiteY19" fmla="*/ 123206 h 430866"/>
                <a:gd name="connsiteX20" fmla="*/ 194996 w 2915191"/>
                <a:gd name="connsiteY20" fmla="*/ 114082 h 430866"/>
                <a:gd name="connsiteX21" fmla="*/ 204746 w 2915191"/>
                <a:gd name="connsiteY21" fmla="*/ 160794 h 430866"/>
                <a:gd name="connsiteX22" fmla="*/ 214495 w 2915191"/>
                <a:gd name="connsiteY22" fmla="*/ 160014 h 430866"/>
                <a:gd name="connsiteX23" fmla="*/ 224245 w 2915191"/>
                <a:gd name="connsiteY23" fmla="*/ 149489 h 430866"/>
                <a:gd name="connsiteX24" fmla="*/ 233995 w 2915191"/>
                <a:gd name="connsiteY24" fmla="*/ 125701 h 430866"/>
                <a:gd name="connsiteX25" fmla="*/ 243744 w 2915191"/>
                <a:gd name="connsiteY25" fmla="*/ 81795 h 430866"/>
                <a:gd name="connsiteX26" fmla="*/ 253494 w 2915191"/>
                <a:gd name="connsiteY26" fmla="*/ 78643 h 430866"/>
                <a:gd name="connsiteX27" fmla="*/ 263244 w 2915191"/>
                <a:gd name="connsiteY27" fmla="*/ 53057 h 430866"/>
                <a:gd name="connsiteX28" fmla="*/ 272994 w 2915191"/>
                <a:gd name="connsiteY28" fmla="*/ 40361 h 430866"/>
                <a:gd name="connsiteX29" fmla="*/ 282744 w 2915191"/>
                <a:gd name="connsiteY29" fmla="*/ 58282 h 430866"/>
                <a:gd name="connsiteX30" fmla="*/ 292494 w 2915191"/>
                <a:gd name="connsiteY30" fmla="*/ 67351 h 430866"/>
                <a:gd name="connsiteX31" fmla="*/ 302244 w 2915191"/>
                <a:gd name="connsiteY31" fmla="*/ 60161 h 430866"/>
                <a:gd name="connsiteX32" fmla="*/ 311994 w 2915191"/>
                <a:gd name="connsiteY32" fmla="*/ 83419 h 430866"/>
                <a:gd name="connsiteX33" fmla="*/ 321744 w 2915191"/>
                <a:gd name="connsiteY33" fmla="*/ 67735 h 430866"/>
                <a:gd name="connsiteX34" fmla="*/ 331493 w 2915191"/>
                <a:gd name="connsiteY34" fmla="*/ 35896 h 430866"/>
                <a:gd name="connsiteX35" fmla="*/ 341243 w 2915191"/>
                <a:gd name="connsiteY35" fmla="*/ 46436 h 430866"/>
                <a:gd name="connsiteX36" fmla="*/ 350993 w 2915191"/>
                <a:gd name="connsiteY36" fmla="*/ 55715 h 430866"/>
                <a:gd name="connsiteX37" fmla="*/ 360742 w 2915191"/>
                <a:gd name="connsiteY37" fmla="*/ 65037 h 430866"/>
                <a:gd name="connsiteX38" fmla="*/ 370492 w 2915191"/>
                <a:gd name="connsiteY38" fmla="*/ 71608 h 430866"/>
                <a:gd name="connsiteX39" fmla="*/ 380241 w 2915191"/>
                <a:gd name="connsiteY39" fmla="*/ 103576 h 430866"/>
                <a:gd name="connsiteX40" fmla="*/ 389991 w 2915191"/>
                <a:gd name="connsiteY40" fmla="*/ 105039 h 430866"/>
                <a:gd name="connsiteX41" fmla="*/ 399741 w 2915191"/>
                <a:gd name="connsiteY41" fmla="*/ 113401 h 430866"/>
                <a:gd name="connsiteX42" fmla="*/ 409491 w 2915191"/>
                <a:gd name="connsiteY42" fmla="*/ 92345 h 430866"/>
                <a:gd name="connsiteX43" fmla="*/ 419241 w 2915191"/>
                <a:gd name="connsiteY43" fmla="*/ 89838 h 430866"/>
                <a:gd name="connsiteX44" fmla="*/ 428991 w 2915191"/>
                <a:gd name="connsiteY44" fmla="*/ 33348 h 430866"/>
                <a:gd name="connsiteX45" fmla="*/ 438741 w 2915191"/>
                <a:gd name="connsiteY45" fmla="*/ 20534 h 430866"/>
                <a:gd name="connsiteX46" fmla="*/ 448491 w 2915191"/>
                <a:gd name="connsiteY46" fmla="*/ 0 h 430866"/>
                <a:gd name="connsiteX47" fmla="*/ 458241 w 2915191"/>
                <a:gd name="connsiteY47" fmla="*/ 41644 h 430866"/>
                <a:gd name="connsiteX48" fmla="*/ 467991 w 2915191"/>
                <a:gd name="connsiteY48" fmla="*/ 81816 h 430866"/>
                <a:gd name="connsiteX49" fmla="*/ 477740 w 2915191"/>
                <a:gd name="connsiteY49" fmla="*/ 73010 h 430866"/>
                <a:gd name="connsiteX50" fmla="*/ 487490 w 2915191"/>
                <a:gd name="connsiteY50" fmla="*/ 88059 h 430866"/>
                <a:gd name="connsiteX51" fmla="*/ 497239 w 2915191"/>
                <a:gd name="connsiteY51" fmla="*/ 73172 h 430866"/>
                <a:gd name="connsiteX52" fmla="*/ 506989 w 2915191"/>
                <a:gd name="connsiteY52" fmla="*/ 54186 h 430866"/>
                <a:gd name="connsiteX53" fmla="*/ 516738 w 2915191"/>
                <a:gd name="connsiteY53" fmla="*/ 71922 h 430866"/>
                <a:gd name="connsiteX54" fmla="*/ 526488 w 2915191"/>
                <a:gd name="connsiteY54" fmla="*/ 79970 h 430866"/>
                <a:gd name="connsiteX55" fmla="*/ 536238 w 2915191"/>
                <a:gd name="connsiteY55" fmla="*/ 95748 h 430866"/>
                <a:gd name="connsiteX56" fmla="*/ 545988 w 2915191"/>
                <a:gd name="connsiteY56" fmla="*/ 100739 h 430866"/>
                <a:gd name="connsiteX57" fmla="*/ 555738 w 2915191"/>
                <a:gd name="connsiteY57" fmla="*/ 111805 h 430866"/>
                <a:gd name="connsiteX58" fmla="*/ 565488 w 2915191"/>
                <a:gd name="connsiteY58" fmla="*/ 148336 h 430866"/>
                <a:gd name="connsiteX59" fmla="*/ 575238 w 2915191"/>
                <a:gd name="connsiteY59" fmla="*/ 144104 h 430866"/>
                <a:gd name="connsiteX60" fmla="*/ 584988 w 2915191"/>
                <a:gd name="connsiteY60" fmla="*/ 127933 h 430866"/>
                <a:gd name="connsiteX61" fmla="*/ 594738 w 2915191"/>
                <a:gd name="connsiteY61" fmla="*/ 125177 h 430866"/>
                <a:gd name="connsiteX62" fmla="*/ 604488 w 2915191"/>
                <a:gd name="connsiteY62" fmla="*/ 127692 h 430866"/>
                <a:gd name="connsiteX63" fmla="*/ 614237 w 2915191"/>
                <a:gd name="connsiteY63" fmla="*/ 144989 h 430866"/>
                <a:gd name="connsiteX64" fmla="*/ 623987 w 2915191"/>
                <a:gd name="connsiteY64" fmla="*/ 122121 h 430866"/>
                <a:gd name="connsiteX65" fmla="*/ 633736 w 2915191"/>
                <a:gd name="connsiteY65" fmla="*/ 104217 h 430866"/>
                <a:gd name="connsiteX66" fmla="*/ 643486 w 2915191"/>
                <a:gd name="connsiteY66" fmla="*/ 115101 h 430866"/>
                <a:gd name="connsiteX67" fmla="*/ 653236 w 2915191"/>
                <a:gd name="connsiteY67" fmla="*/ 100263 h 430866"/>
                <a:gd name="connsiteX68" fmla="*/ 662985 w 2915191"/>
                <a:gd name="connsiteY68" fmla="*/ 120020 h 430866"/>
                <a:gd name="connsiteX69" fmla="*/ 672735 w 2915191"/>
                <a:gd name="connsiteY69" fmla="*/ 126656 h 430866"/>
                <a:gd name="connsiteX70" fmla="*/ 682485 w 2915191"/>
                <a:gd name="connsiteY70" fmla="*/ 153089 h 430866"/>
                <a:gd name="connsiteX71" fmla="*/ 692235 w 2915191"/>
                <a:gd name="connsiteY71" fmla="*/ 148635 h 430866"/>
                <a:gd name="connsiteX72" fmla="*/ 701985 w 2915191"/>
                <a:gd name="connsiteY72" fmla="*/ 166721 h 430866"/>
                <a:gd name="connsiteX73" fmla="*/ 711735 w 2915191"/>
                <a:gd name="connsiteY73" fmla="*/ 168622 h 430866"/>
                <a:gd name="connsiteX74" fmla="*/ 721485 w 2915191"/>
                <a:gd name="connsiteY74" fmla="*/ 171811 h 430866"/>
                <a:gd name="connsiteX75" fmla="*/ 731235 w 2915191"/>
                <a:gd name="connsiteY75" fmla="*/ 211339 h 430866"/>
                <a:gd name="connsiteX76" fmla="*/ 740985 w 2915191"/>
                <a:gd name="connsiteY76" fmla="*/ 212507 h 430866"/>
                <a:gd name="connsiteX77" fmla="*/ 750734 w 2915191"/>
                <a:gd name="connsiteY77" fmla="*/ 205928 h 430866"/>
                <a:gd name="connsiteX78" fmla="*/ 760484 w 2915191"/>
                <a:gd name="connsiteY78" fmla="*/ 195235 h 430866"/>
                <a:gd name="connsiteX79" fmla="*/ 770233 w 2915191"/>
                <a:gd name="connsiteY79" fmla="*/ 214852 h 430866"/>
                <a:gd name="connsiteX80" fmla="*/ 779983 w 2915191"/>
                <a:gd name="connsiteY80" fmla="*/ 218596 h 430866"/>
                <a:gd name="connsiteX81" fmla="*/ 789733 w 2915191"/>
                <a:gd name="connsiteY81" fmla="*/ 176091 h 430866"/>
                <a:gd name="connsiteX82" fmla="*/ 799482 w 2915191"/>
                <a:gd name="connsiteY82" fmla="*/ 166805 h 430866"/>
                <a:gd name="connsiteX83" fmla="*/ 809232 w 2915191"/>
                <a:gd name="connsiteY83" fmla="*/ 162165 h 430866"/>
                <a:gd name="connsiteX84" fmla="*/ 818982 w 2915191"/>
                <a:gd name="connsiteY84" fmla="*/ 124909 h 430866"/>
                <a:gd name="connsiteX85" fmla="*/ 828732 w 2915191"/>
                <a:gd name="connsiteY85" fmla="*/ 158336 h 430866"/>
                <a:gd name="connsiteX86" fmla="*/ 838482 w 2915191"/>
                <a:gd name="connsiteY86" fmla="*/ 137978 h 430866"/>
                <a:gd name="connsiteX87" fmla="*/ 848232 w 2915191"/>
                <a:gd name="connsiteY87" fmla="*/ 148337 h 430866"/>
                <a:gd name="connsiteX88" fmla="*/ 857982 w 2915191"/>
                <a:gd name="connsiteY88" fmla="*/ 161527 h 430866"/>
                <a:gd name="connsiteX89" fmla="*/ 867732 w 2915191"/>
                <a:gd name="connsiteY89" fmla="*/ 176942 h 430866"/>
                <a:gd name="connsiteX90" fmla="*/ 877482 w 2915191"/>
                <a:gd name="connsiteY90" fmla="*/ 169151 h 430866"/>
                <a:gd name="connsiteX91" fmla="*/ 887231 w 2915191"/>
                <a:gd name="connsiteY91" fmla="*/ 203542 h 430866"/>
                <a:gd name="connsiteX92" fmla="*/ 896981 w 2915191"/>
                <a:gd name="connsiteY92" fmla="*/ 204591 h 430866"/>
                <a:gd name="connsiteX93" fmla="*/ 906730 w 2915191"/>
                <a:gd name="connsiteY93" fmla="*/ 211889 h 430866"/>
                <a:gd name="connsiteX94" fmla="*/ 916480 w 2915191"/>
                <a:gd name="connsiteY94" fmla="*/ 215702 h 430866"/>
                <a:gd name="connsiteX95" fmla="*/ 926230 w 2915191"/>
                <a:gd name="connsiteY95" fmla="*/ 216610 h 430866"/>
                <a:gd name="connsiteX96" fmla="*/ 935979 w 2915191"/>
                <a:gd name="connsiteY96" fmla="*/ 189859 h 430866"/>
                <a:gd name="connsiteX97" fmla="*/ 945729 w 2915191"/>
                <a:gd name="connsiteY97" fmla="*/ 223602 h 430866"/>
                <a:gd name="connsiteX98" fmla="*/ 955479 w 2915191"/>
                <a:gd name="connsiteY98" fmla="*/ 213355 h 430866"/>
                <a:gd name="connsiteX99" fmla="*/ 965229 w 2915191"/>
                <a:gd name="connsiteY99" fmla="*/ 207202 h 430866"/>
                <a:gd name="connsiteX100" fmla="*/ 974979 w 2915191"/>
                <a:gd name="connsiteY100" fmla="*/ 178444 h 430866"/>
                <a:gd name="connsiteX101" fmla="*/ 984729 w 2915191"/>
                <a:gd name="connsiteY101" fmla="*/ 185132 h 430866"/>
                <a:gd name="connsiteX102" fmla="*/ 994474 w 2915191"/>
                <a:gd name="connsiteY102" fmla="*/ 213173 h 430866"/>
                <a:gd name="connsiteX103" fmla="*/ 1004233 w 2915191"/>
                <a:gd name="connsiteY103" fmla="*/ 171022 h 430866"/>
                <a:gd name="connsiteX104" fmla="*/ 1013977 w 2915191"/>
                <a:gd name="connsiteY104" fmla="*/ 124485 h 430866"/>
                <a:gd name="connsiteX105" fmla="*/ 1023721 w 2915191"/>
                <a:gd name="connsiteY105" fmla="*/ 166717 h 430866"/>
                <a:gd name="connsiteX106" fmla="*/ 1033480 w 2915191"/>
                <a:gd name="connsiteY106" fmla="*/ 177702 h 430866"/>
                <a:gd name="connsiteX107" fmla="*/ 1043224 w 2915191"/>
                <a:gd name="connsiteY107" fmla="*/ 162278 h 430866"/>
                <a:gd name="connsiteX108" fmla="*/ 1052983 w 2915191"/>
                <a:gd name="connsiteY108" fmla="*/ 157216 h 430866"/>
                <a:gd name="connsiteX109" fmla="*/ 1062727 w 2915191"/>
                <a:gd name="connsiteY109" fmla="*/ 151563 h 430866"/>
                <a:gd name="connsiteX110" fmla="*/ 1072471 w 2915191"/>
                <a:gd name="connsiteY110" fmla="*/ 149943 h 430866"/>
                <a:gd name="connsiteX111" fmla="*/ 1082230 w 2915191"/>
                <a:gd name="connsiteY111" fmla="*/ 169655 h 430866"/>
                <a:gd name="connsiteX112" fmla="*/ 1091973 w 2915191"/>
                <a:gd name="connsiteY112" fmla="*/ 181967 h 430866"/>
                <a:gd name="connsiteX113" fmla="*/ 1101732 w 2915191"/>
                <a:gd name="connsiteY113" fmla="*/ 194876 h 430866"/>
                <a:gd name="connsiteX114" fmla="*/ 1111476 w 2915191"/>
                <a:gd name="connsiteY114" fmla="*/ 221747 h 430866"/>
                <a:gd name="connsiteX115" fmla="*/ 1121220 w 2915191"/>
                <a:gd name="connsiteY115" fmla="*/ 253599 h 430866"/>
                <a:gd name="connsiteX116" fmla="*/ 1130979 w 2915191"/>
                <a:gd name="connsiteY116" fmla="*/ 224982 h 430866"/>
                <a:gd name="connsiteX117" fmla="*/ 1140723 w 2915191"/>
                <a:gd name="connsiteY117" fmla="*/ 234552 h 430866"/>
                <a:gd name="connsiteX118" fmla="*/ 1150482 w 2915191"/>
                <a:gd name="connsiteY118" fmla="*/ 218568 h 430866"/>
                <a:gd name="connsiteX119" fmla="*/ 1160226 w 2915191"/>
                <a:gd name="connsiteY119" fmla="*/ 231185 h 430866"/>
                <a:gd name="connsiteX120" fmla="*/ 1169969 w 2915191"/>
                <a:gd name="connsiteY120" fmla="*/ 224909 h 430866"/>
                <a:gd name="connsiteX121" fmla="*/ 1179728 w 2915191"/>
                <a:gd name="connsiteY121" fmla="*/ 169913 h 430866"/>
                <a:gd name="connsiteX122" fmla="*/ 1189472 w 2915191"/>
                <a:gd name="connsiteY122" fmla="*/ 194639 h 430866"/>
                <a:gd name="connsiteX123" fmla="*/ 1199231 w 2915191"/>
                <a:gd name="connsiteY123" fmla="*/ 181815 h 430866"/>
                <a:gd name="connsiteX124" fmla="*/ 1208975 w 2915191"/>
                <a:gd name="connsiteY124" fmla="*/ 205642 h 430866"/>
                <a:gd name="connsiteX125" fmla="*/ 1218719 w 2915191"/>
                <a:gd name="connsiteY125" fmla="*/ 169664 h 430866"/>
                <a:gd name="connsiteX126" fmla="*/ 1228478 w 2915191"/>
                <a:gd name="connsiteY126" fmla="*/ 185352 h 430866"/>
                <a:gd name="connsiteX127" fmla="*/ 1238222 w 2915191"/>
                <a:gd name="connsiteY127" fmla="*/ 172116 h 430866"/>
                <a:gd name="connsiteX128" fmla="*/ 1247966 w 2915191"/>
                <a:gd name="connsiteY128" fmla="*/ 180991 h 430866"/>
                <a:gd name="connsiteX129" fmla="*/ 1257725 w 2915191"/>
                <a:gd name="connsiteY129" fmla="*/ 176788 h 430866"/>
                <a:gd name="connsiteX130" fmla="*/ 1267469 w 2915191"/>
                <a:gd name="connsiteY130" fmla="*/ 156916 h 430866"/>
                <a:gd name="connsiteX131" fmla="*/ 1277227 w 2915191"/>
                <a:gd name="connsiteY131" fmla="*/ 168010 h 430866"/>
                <a:gd name="connsiteX132" fmla="*/ 1286971 w 2915191"/>
                <a:gd name="connsiteY132" fmla="*/ 180960 h 430866"/>
                <a:gd name="connsiteX133" fmla="*/ 1296715 w 2915191"/>
                <a:gd name="connsiteY133" fmla="*/ 184162 h 430866"/>
                <a:gd name="connsiteX134" fmla="*/ 1306474 w 2915191"/>
                <a:gd name="connsiteY134" fmla="*/ 204149 h 430866"/>
                <a:gd name="connsiteX135" fmla="*/ 1316218 w 2915191"/>
                <a:gd name="connsiteY135" fmla="*/ 208136 h 430866"/>
                <a:gd name="connsiteX136" fmla="*/ 1325977 w 2915191"/>
                <a:gd name="connsiteY136" fmla="*/ 235382 h 430866"/>
                <a:gd name="connsiteX137" fmla="*/ 1335721 w 2915191"/>
                <a:gd name="connsiteY137" fmla="*/ 239728 h 430866"/>
                <a:gd name="connsiteX138" fmla="*/ 1345465 w 2915191"/>
                <a:gd name="connsiteY138" fmla="*/ 279757 h 430866"/>
                <a:gd name="connsiteX139" fmla="*/ 1355224 w 2915191"/>
                <a:gd name="connsiteY139" fmla="*/ 284718 h 430866"/>
                <a:gd name="connsiteX140" fmla="*/ 1364967 w 2915191"/>
                <a:gd name="connsiteY140" fmla="*/ 264478 h 430866"/>
                <a:gd name="connsiteX141" fmla="*/ 1374726 w 2915191"/>
                <a:gd name="connsiteY141" fmla="*/ 230910 h 430866"/>
                <a:gd name="connsiteX142" fmla="*/ 1384470 w 2915191"/>
                <a:gd name="connsiteY142" fmla="*/ 241612 h 430866"/>
                <a:gd name="connsiteX143" fmla="*/ 1394214 w 2915191"/>
                <a:gd name="connsiteY143" fmla="*/ 212769 h 430866"/>
                <a:gd name="connsiteX144" fmla="*/ 1403973 w 2915191"/>
                <a:gd name="connsiteY144" fmla="*/ 207739 h 430866"/>
                <a:gd name="connsiteX145" fmla="*/ 1413717 w 2915191"/>
                <a:gd name="connsiteY145" fmla="*/ 219736 h 430866"/>
                <a:gd name="connsiteX146" fmla="*/ 1423476 w 2915191"/>
                <a:gd name="connsiteY146" fmla="*/ 214444 h 430866"/>
                <a:gd name="connsiteX147" fmla="*/ 1433220 w 2915191"/>
                <a:gd name="connsiteY147" fmla="*/ 211650 h 430866"/>
                <a:gd name="connsiteX148" fmla="*/ 1442964 w 2915191"/>
                <a:gd name="connsiteY148" fmla="*/ 246542 h 430866"/>
                <a:gd name="connsiteX149" fmla="*/ 1452722 w 2915191"/>
                <a:gd name="connsiteY149" fmla="*/ 234507 h 430866"/>
                <a:gd name="connsiteX150" fmla="*/ 1462466 w 2915191"/>
                <a:gd name="connsiteY150" fmla="*/ 215369 h 430866"/>
                <a:gd name="connsiteX151" fmla="*/ 1472225 w 2915191"/>
                <a:gd name="connsiteY151" fmla="*/ 197990 h 430866"/>
                <a:gd name="connsiteX152" fmla="*/ 1481969 w 2915191"/>
                <a:gd name="connsiteY152" fmla="*/ 233741 h 430866"/>
                <a:gd name="connsiteX153" fmla="*/ 1491713 w 2915191"/>
                <a:gd name="connsiteY153" fmla="*/ 228184 h 430866"/>
                <a:gd name="connsiteX154" fmla="*/ 1501472 w 2915191"/>
                <a:gd name="connsiteY154" fmla="*/ 215345 h 430866"/>
                <a:gd name="connsiteX155" fmla="*/ 1511216 w 2915191"/>
                <a:gd name="connsiteY155" fmla="*/ 196869 h 430866"/>
                <a:gd name="connsiteX156" fmla="*/ 1520960 w 2915191"/>
                <a:gd name="connsiteY156" fmla="*/ 164400 h 430866"/>
                <a:gd name="connsiteX157" fmla="*/ 1530719 w 2915191"/>
                <a:gd name="connsiteY157" fmla="*/ 186620 h 430866"/>
                <a:gd name="connsiteX158" fmla="*/ 1540463 w 2915191"/>
                <a:gd name="connsiteY158" fmla="*/ 159518 h 430866"/>
                <a:gd name="connsiteX159" fmla="*/ 1550221 w 2915191"/>
                <a:gd name="connsiteY159" fmla="*/ 154538 h 430866"/>
                <a:gd name="connsiteX160" fmla="*/ 1559965 w 2915191"/>
                <a:gd name="connsiteY160" fmla="*/ 169205 h 430866"/>
                <a:gd name="connsiteX161" fmla="*/ 1569709 w 2915191"/>
                <a:gd name="connsiteY161" fmla="*/ 183256 h 430866"/>
                <a:gd name="connsiteX162" fmla="*/ 1579468 w 2915191"/>
                <a:gd name="connsiteY162" fmla="*/ 149720 h 430866"/>
                <a:gd name="connsiteX163" fmla="*/ 1589212 w 2915191"/>
                <a:gd name="connsiteY163" fmla="*/ 157116 h 430866"/>
                <a:gd name="connsiteX164" fmla="*/ 1598971 w 2915191"/>
                <a:gd name="connsiteY164" fmla="*/ 166238 h 430866"/>
                <a:gd name="connsiteX165" fmla="*/ 1608715 w 2915191"/>
                <a:gd name="connsiteY165" fmla="*/ 151392 h 430866"/>
                <a:gd name="connsiteX166" fmla="*/ 1618459 w 2915191"/>
                <a:gd name="connsiteY166" fmla="*/ 159361 h 430866"/>
                <a:gd name="connsiteX167" fmla="*/ 1628218 w 2915191"/>
                <a:gd name="connsiteY167" fmla="*/ 154140 h 430866"/>
                <a:gd name="connsiteX168" fmla="*/ 1637962 w 2915191"/>
                <a:gd name="connsiteY168" fmla="*/ 159210 h 430866"/>
                <a:gd name="connsiteX169" fmla="*/ 1647720 w 2915191"/>
                <a:gd name="connsiteY169" fmla="*/ 139717 h 430866"/>
                <a:gd name="connsiteX170" fmla="*/ 1657464 w 2915191"/>
                <a:gd name="connsiteY170" fmla="*/ 84774 h 430866"/>
                <a:gd name="connsiteX171" fmla="*/ 1667208 w 2915191"/>
                <a:gd name="connsiteY171" fmla="*/ 91471 h 430866"/>
                <a:gd name="connsiteX172" fmla="*/ 1676967 w 2915191"/>
                <a:gd name="connsiteY172" fmla="*/ 82265 h 430866"/>
                <a:gd name="connsiteX173" fmla="*/ 1686711 w 2915191"/>
                <a:gd name="connsiteY173" fmla="*/ 87049 h 430866"/>
                <a:gd name="connsiteX174" fmla="*/ 1696470 w 2915191"/>
                <a:gd name="connsiteY174" fmla="*/ 72722 h 430866"/>
                <a:gd name="connsiteX175" fmla="*/ 1706214 w 2915191"/>
                <a:gd name="connsiteY175" fmla="*/ 103335 h 430866"/>
                <a:gd name="connsiteX176" fmla="*/ 1715958 w 2915191"/>
                <a:gd name="connsiteY176" fmla="*/ 80596 h 430866"/>
                <a:gd name="connsiteX177" fmla="*/ 1725716 w 2915191"/>
                <a:gd name="connsiteY177" fmla="*/ 95039 h 430866"/>
                <a:gd name="connsiteX178" fmla="*/ 1735460 w 2915191"/>
                <a:gd name="connsiteY178" fmla="*/ 88592 h 430866"/>
                <a:gd name="connsiteX179" fmla="*/ 1745219 w 2915191"/>
                <a:gd name="connsiteY179" fmla="*/ 52103 h 430866"/>
                <a:gd name="connsiteX180" fmla="*/ 1754963 w 2915191"/>
                <a:gd name="connsiteY180" fmla="*/ 41348 h 430866"/>
                <a:gd name="connsiteX181" fmla="*/ 1764707 w 2915191"/>
                <a:gd name="connsiteY181" fmla="*/ 48730 h 430866"/>
                <a:gd name="connsiteX182" fmla="*/ 1774466 w 2915191"/>
                <a:gd name="connsiteY182" fmla="*/ 30024 h 430866"/>
                <a:gd name="connsiteX183" fmla="*/ 1784210 w 2915191"/>
                <a:gd name="connsiteY183" fmla="*/ 44181 h 430866"/>
                <a:gd name="connsiteX184" fmla="*/ 1793969 w 2915191"/>
                <a:gd name="connsiteY184" fmla="*/ 65721 h 430866"/>
                <a:gd name="connsiteX185" fmla="*/ 1803713 w 2915191"/>
                <a:gd name="connsiteY185" fmla="*/ 77026 h 430866"/>
                <a:gd name="connsiteX186" fmla="*/ 1813457 w 2915191"/>
                <a:gd name="connsiteY186" fmla="*/ 63131 h 430866"/>
                <a:gd name="connsiteX187" fmla="*/ 1823215 w 2915191"/>
                <a:gd name="connsiteY187" fmla="*/ 58417 h 430866"/>
                <a:gd name="connsiteX188" fmla="*/ 1832959 w 2915191"/>
                <a:gd name="connsiteY188" fmla="*/ 54332 h 430866"/>
                <a:gd name="connsiteX189" fmla="*/ 1842703 w 2915191"/>
                <a:gd name="connsiteY189" fmla="*/ 80617 h 430866"/>
                <a:gd name="connsiteX190" fmla="*/ 1852462 w 2915191"/>
                <a:gd name="connsiteY190" fmla="*/ 100990 h 430866"/>
                <a:gd name="connsiteX191" fmla="*/ 1862206 w 2915191"/>
                <a:gd name="connsiteY191" fmla="*/ 127039 h 430866"/>
                <a:gd name="connsiteX192" fmla="*/ 1871965 w 2915191"/>
                <a:gd name="connsiteY192" fmla="*/ 153074 h 430866"/>
                <a:gd name="connsiteX193" fmla="*/ 1881709 w 2915191"/>
                <a:gd name="connsiteY193" fmla="*/ 163014 h 430866"/>
                <a:gd name="connsiteX194" fmla="*/ 1891453 w 2915191"/>
                <a:gd name="connsiteY194" fmla="*/ 172870 h 430866"/>
                <a:gd name="connsiteX195" fmla="*/ 1901212 w 2915191"/>
                <a:gd name="connsiteY195" fmla="*/ 168283 h 430866"/>
                <a:gd name="connsiteX196" fmla="*/ 1910956 w 2915191"/>
                <a:gd name="connsiteY196" fmla="*/ 126988 h 430866"/>
                <a:gd name="connsiteX197" fmla="*/ 1920714 w 2915191"/>
                <a:gd name="connsiteY197" fmla="*/ 122115 h 430866"/>
                <a:gd name="connsiteX198" fmla="*/ 1930458 w 2915191"/>
                <a:gd name="connsiteY198" fmla="*/ 124837 h 430866"/>
                <a:gd name="connsiteX199" fmla="*/ 1940202 w 2915191"/>
                <a:gd name="connsiteY199" fmla="*/ 136223 h 430866"/>
                <a:gd name="connsiteX200" fmla="*/ 1949961 w 2915191"/>
                <a:gd name="connsiteY200" fmla="*/ 150757 h 430866"/>
                <a:gd name="connsiteX201" fmla="*/ 1959705 w 2915191"/>
                <a:gd name="connsiteY201" fmla="*/ 141518 h 430866"/>
                <a:gd name="connsiteX202" fmla="*/ 1969464 w 2915191"/>
                <a:gd name="connsiteY202" fmla="*/ 144641 h 430866"/>
                <a:gd name="connsiteX203" fmla="*/ 1979208 w 2915191"/>
                <a:gd name="connsiteY203" fmla="*/ 143047 h 430866"/>
                <a:gd name="connsiteX204" fmla="*/ 1988952 w 2915191"/>
                <a:gd name="connsiteY204" fmla="*/ 128268 h 430866"/>
                <a:gd name="connsiteX205" fmla="*/ 1998711 w 2915191"/>
                <a:gd name="connsiteY205" fmla="*/ 116982 h 430866"/>
                <a:gd name="connsiteX206" fmla="*/ 2008454 w 2915191"/>
                <a:gd name="connsiteY206" fmla="*/ 125978 h 430866"/>
                <a:gd name="connsiteX207" fmla="*/ 2018213 w 2915191"/>
                <a:gd name="connsiteY207" fmla="*/ 108561 h 430866"/>
                <a:gd name="connsiteX208" fmla="*/ 2027957 w 2915191"/>
                <a:gd name="connsiteY208" fmla="*/ 107092 h 430866"/>
                <a:gd name="connsiteX209" fmla="*/ 2037701 w 2915191"/>
                <a:gd name="connsiteY209" fmla="*/ 141895 h 430866"/>
                <a:gd name="connsiteX210" fmla="*/ 2047460 w 2915191"/>
                <a:gd name="connsiteY210" fmla="*/ 178417 h 430866"/>
                <a:gd name="connsiteX211" fmla="*/ 2057204 w 2915191"/>
                <a:gd name="connsiteY211" fmla="*/ 212097 h 430866"/>
                <a:gd name="connsiteX212" fmla="*/ 2066963 w 2915191"/>
                <a:gd name="connsiteY212" fmla="*/ 221834 h 430866"/>
                <a:gd name="connsiteX213" fmla="*/ 2076707 w 2915191"/>
                <a:gd name="connsiteY213" fmla="*/ 208808 h 430866"/>
                <a:gd name="connsiteX214" fmla="*/ 2086451 w 2915191"/>
                <a:gd name="connsiteY214" fmla="*/ 219545 h 430866"/>
                <a:gd name="connsiteX215" fmla="*/ 2096210 w 2915191"/>
                <a:gd name="connsiteY215" fmla="*/ 216013 h 430866"/>
                <a:gd name="connsiteX216" fmla="*/ 2105954 w 2915191"/>
                <a:gd name="connsiteY216" fmla="*/ 260147 h 430866"/>
                <a:gd name="connsiteX217" fmla="*/ 2115697 w 2915191"/>
                <a:gd name="connsiteY217" fmla="*/ 233110 h 430866"/>
                <a:gd name="connsiteX218" fmla="*/ 2125456 w 2915191"/>
                <a:gd name="connsiteY218" fmla="*/ 265004 h 430866"/>
                <a:gd name="connsiteX219" fmla="*/ 2135200 w 2915191"/>
                <a:gd name="connsiteY219" fmla="*/ 215477 h 430866"/>
                <a:gd name="connsiteX220" fmla="*/ 2144959 w 2915191"/>
                <a:gd name="connsiteY220" fmla="*/ 202814 h 430866"/>
                <a:gd name="connsiteX221" fmla="*/ 2154703 w 2915191"/>
                <a:gd name="connsiteY221" fmla="*/ 221427 h 430866"/>
                <a:gd name="connsiteX222" fmla="*/ 2164447 w 2915191"/>
                <a:gd name="connsiteY222" fmla="*/ 267389 h 430866"/>
                <a:gd name="connsiteX223" fmla="*/ 2174206 w 2915191"/>
                <a:gd name="connsiteY223" fmla="*/ 283924 h 430866"/>
                <a:gd name="connsiteX224" fmla="*/ 2183950 w 2915191"/>
                <a:gd name="connsiteY224" fmla="*/ 305690 h 430866"/>
                <a:gd name="connsiteX225" fmla="*/ 2193709 w 2915191"/>
                <a:gd name="connsiteY225" fmla="*/ 339225 h 430866"/>
                <a:gd name="connsiteX226" fmla="*/ 2203452 w 2915191"/>
                <a:gd name="connsiteY226" fmla="*/ 324926 h 430866"/>
                <a:gd name="connsiteX227" fmla="*/ 2213196 w 2915191"/>
                <a:gd name="connsiteY227" fmla="*/ 336614 h 430866"/>
                <a:gd name="connsiteX228" fmla="*/ 2222955 w 2915191"/>
                <a:gd name="connsiteY228" fmla="*/ 352081 h 430866"/>
                <a:gd name="connsiteX229" fmla="*/ 2232699 w 2915191"/>
                <a:gd name="connsiteY229" fmla="*/ 372044 h 430866"/>
                <a:gd name="connsiteX230" fmla="*/ 2242458 w 2915191"/>
                <a:gd name="connsiteY230" fmla="*/ 356144 h 430866"/>
                <a:gd name="connsiteX231" fmla="*/ 2252202 w 2915191"/>
                <a:gd name="connsiteY231" fmla="*/ 362430 h 430866"/>
                <a:gd name="connsiteX232" fmla="*/ 2261946 w 2915191"/>
                <a:gd name="connsiteY232" fmla="*/ 343125 h 430866"/>
                <a:gd name="connsiteX233" fmla="*/ 2271705 w 2915191"/>
                <a:gd name="connsiteY233" fmla="*/ 352292 h 430866"/>
                <a:gd name="connsiteX234" fmla="*/ 2281449 w 2915191"/>
                <a:gd name="connsiteY234" fmla="*/ 389456 h 430866"/>
                <a:gd name="connsiteX235" fmla="*/ 2291208 w 2915191"/>
                <a:gd name="connsiteY235" fmla="*/ 381109 h 430866"/>
                <a:gd name="connsiteX236" fmla="*/ 2300951 w 2915191"/>
                <a:gd name="connsiteY236" fmla="*/ 369426 h 430866"/>
                <a:gd name="connsiteX237" fmla="*/ 2310695 w 2915191"/>
                <a:gd name="connsiteY237" fmla="*/ 363555 h 430866"/>
                <a:gd name="connsiteX238" fmla="*/ 2320454 w 2915191"/>
                <a:gd name="connsiteY238" fmla="*/ 318101 h 430866"/>
                <a:gd name="connsiteX239" fmla="*/ 2330198 w 2915191"/>
                <a:gd name="connsiteY239" fmla="*/ 335747 h 430866"/>
                <a:gd name="connsiteX240" fmla="*/ 2339957 w 2915191"/>
                <a:gd name="connsiteY240" fmla="*/ 364437 h 430866"/>
                <a:gd name="connsiteX241" fmla="*/ 2349701 w 2915191"/>
                <a:gd name="connsiteY241" fmla="*/ 392289 h 430866"/>
                <a:gd name="connsiteX242" fmla="*/ 2359445 w 2915191"/>
                <a:gd name="connsiteY242" fmla="*/ 408350 h 430866"/>
                <a:gd name="connsiteX243" fmla="*/ 2369204 w 2915191"/>
                <a:gd name="connsiteY243" fmla="*/ 399677 h 430866"/>
                <a:gd name="connsiteX244" fmla="*/ 2378948 w 2915191"/>
                <a:gd name="connsiteY244" fmla="*/ 402730 h 430866"/>
                <a:gd name="connsiteX245" fmla="*/ 2388692 w 2915191"/>
                <a:gd name="connsiteY245" fmla="*/ 413584 h 430866"/>
                <a:gd name="connsiteX246" fmla="*/ 2398450 w 2915191"/>
                <a:gd name="connsiteY246" fmla="*/ 430867 h 430866"/>
                <a:gd name="connsiteX247" fmla="*/ 2408194 w 2915191"/>
                <a:gd name="connsiteY247" fmla="*/ 394914 h 430866"/>
                <a:gd name="connsiteX248" fmla="*/ 2417953 w 2915191"/>
                <a:gd name="connsiteY248" fmla="*/ 357461 h 430866"/>
                <a:gd name="connsiteX249" fmla="*/ 2427697 w 2915191"/>
                <a:gd name="connsiteY249" fmla="*/ 321620 h 430866"/>
                <a:gd name="connsiteX250" fmla="*/ 2437441 w 2915191"/>
                <a:gd name="connsiteY250" fmla="*/ 322581 h 430866"/>
                <a:gd name="connsiteX251" fmla="*/ 2447200 w 2915191"/>
                <a:gd name="connsiteY251" fmla="*/ 313019 h 430866"/>
                <a:gd name="connsiteX252" fmla="*/ 2456944 w 2915191"/>
                <a:gd name="connsiteY252" fmla="*/ 318284 h 430866"/>
                <a:gd name="connsiteX253" fmla="*/ 2466703 w 2915191"/>
                <a:gd name="connsiteY253" fmla="*/ 336231 h 430866"/>
                <a:gd name="connsiteX254" fmla="*/ 2476446 w 2915191"/>
                <a:gd name="connsiteY254" fmla="*/ 354331 h 430866"/>
                <a:gd name="connsiteX255" fmla="*/ 2486190 w 2915191"/>
                <a:gd name="connsiteY255" fmla="*/ 344414 h 430866"/>
                <a:gd name="connsiteX256" fmla="*/ 2495949 w 2915191"/>
                <a:gd name="connsiteY256" fmla="*/ 323530 h 430866"/>
                <a:gd name="connsiteX257" fmla="*/ 2505693 w 2915191"/>
                <a:gd name="connsiteY257" fmla="*/ 348456 h 430866"/>
                <a:gd name="connsiteX258" fmla="*/ 2515452 w 2915191"/>
                <a:gd name="connsiteY258" fmla="*/ 319516 h 430866"/>
                <a:gd name="connsiteX259" fmla="*/ 2525196 w 2915191"/>
                <a:gd name="connsiteY259" fmla="*/ 352733 h 430866"/>
                <a:gd name="connsiteX260" fmla="*/ 2534940 w 2915191"/>
                <a:gd name="connsiteY260" fmla="*/ 389355 h 430866"/>
                <a:gd name="connsiteX261" fmla="*/ 2544699 w 2915191"/>
                <a:gd name="connsiteY261" fmla="*/ 362185 h 430866"/>
                <a:gd name="connsiteX262" fmla="*/ 2554443 w 2915191"/>
                <a:gd name="connsiteY262" fmla="*/ 359956 h 430866"/>
                <a:gd name="connsiteX263" fmla="*/ 2564202 w 2915191"/>
                <a:gd name="connsiteY263" fmla="*/ 373360 h 430866"/>
                <a:gd name="connsiteX264" fmla="*/ 2573946 w 2915191"/>
                <a:gd name="connsiteY264" fmla="*/ 368392 h 430866"/>
                <a:gd name="connsiteX265" fmla="*/ 2583690 w 2915191"/>
                <a:gd name="connsiteY265" fmla="*/ 377725 h 430866"/>
                <a:gd name="connsiteX266" fmla="*/ 2593448 w 2915191"/>
                <a:gd name="connsiteY266" fmla="*/ 401976 h 430866"/>
                <a:gd name="connsiteX267" fmla="*/ 2603192 w 2915191"/>
                <a:gd name="connsiteY267" fmla="*/ 412286 h 430866"/>
                <a:gd name="connsiteX268" fmla="*/ 2612951 w 2915191"/>
                <a:gd name="connsiteY268" fmla="*/ 375127 h 430866"/>
                <a:gd name="connsiteX269" fmla="*/ 2622695 w 2915191"/>
                <a:gd name="connsiteY269" fmla="*/ 364256 h 430866"/>
                <a:gd name="connsiteX270" fmla="*/ 2632439 w 2915191"/>
                <a:gd name="connsiteY270" fmla="*/ 353139 h 430866"/>
                <a:gd name="connsiteX271" fmla="*/ 2642198 w 2915191"/>
                <a:gd name="connsiteY271" fmla="*/ 368921 h 430866"/>
                <a:gd name="connsiteX272" fmla="*/ 2651942 w 2915191"/>
                <a:gd name="connsiteY272" fmla="*/ 330567 h 430866"/>
                <a:gd name="connsiteX273" fmla="*/ 2661685 w 2915191"/>
                <a:gd name="connsiteY273" fmla="*/ 337554 h 430866"/>
                <a:gd name="connsiteX274" fmla="*/ 2671444 w 2915191"/>
                <a:gd name="connsiteY274" fmla="*/ 379835 h 430866"/>
                <a:gd name="connsiteX275" fmla="*/ 2681188 w 2915191"/>
                <a:gd name="connsiteY275" fmla="*/ 369477 h 430866"/>
                <a:gd name="connsiteX276" fmla="*/ 2690947 w 2915191"/>
                <a:gd name="connsiteY276" fmla="*/ 412688 h 430866"/>
                <a:gd name="connsiteX277" fmla="*/ 2700691 w 2915191"/>
                <a:gd name="connsiteY277" fmla="*/ 383424 h 430866"/>
                <a:gd name="connsiteX278" fmla="*/ 2710435 w 2915191"/>
                <a:gd name="connsiteY278" fmla="*/ 365097 h 430866"/>
                <a:gd name="connsiteX279" fmla="*/ 2720194 w 2915191"/>
                <a:gd name="connsiteY279" fmla="*/ 362652 h 430866"/>
                <a:gd name="connsiteX280" fmla="*/ 2729938 w 2915191"/>
                <a:gd name="connsiteY280" fmla="*/ 346261 h 430866"/>
                <a:gd name="connsiteX281" fmla="*/ 2739697 w 2915191"/>
                <a:gd name="connsiteY281" fmla="*/ 355336 h 430866"/>
                <a:gd name="connsiteX282" fmla="*/ 2749441 w 2915191"/>
                <a:gd name="connsiteY282" fmla="*/ 339762 h 430866"/>
                <a:gd name="connsiteX283" fmla="*/ 2759185 w 2915191"/>
                <a:gd name="connsiteY283" fmla="*/ 339277 h 430866"/>
                <a:gd name="connsiteX284" fmla="*/ 2768943 w 2915191"/>
                <a:gd name="connsiteY284" fmla="*/ 365369 h 430866"/>
                <a:gd name="connsiteX285" fmla="*/ 2778687 w 2915191"/>
                <a:gd name="connsiteY285" fmla="*/ 348490 h 430866"/>
                <a:gd name="connsiteX286" fmla="*/ 2788446 w 2915191"/>
                <a:gd name="connsiteY286" fmla="*/ 349438 h 430866"/>
                <a:gd name="connsiteX287" fmla="*/ 2798190 w 2915191"/>
                <a:gd name="connsiteY287" fmla="*/ 338198 h 430866"/>
                <a:gd name="connsiteX288" fmla="*/ 2807934 w 2915191"/>
                <a:gd name="connsiteY288" fmla="*/ 312923 h 430866"/>
                <a:gd name="connsiteX289" fmla="*/ 2817693 w 2915191"/>
                <a:gd name="connsiteY289" fmla="*/ 315176 h 430866"/>
                <a:gd name="connsiteX290" fmla="*/ 2827437 w 2915191"/>
                <a:gd name="connsiteY290" fmla="*/ 340504 h 430866"/>
                <a:gd name="connsiteX291" fmla="*/ 2837196 w 2915191"/>
                <a:gd name="connsiteY291" fmla="*/ 366250 h 430866"/>
                <a:gd name="connsiteX292" fmla="*/ 2846940 w 2915191"/>
                <a:gd name="connsiteY292" fmla="*/ 358450 h 430866"/>
                <a:gd name="connsiteX293" fmla="*/ 2856684 w 2915191"/>
                <a:gd name="connsiteY293" fmla="*/ 350449 h 430866"/>
                <a:gd name="connsiteX294" fmla="*/ 2866442 w 2915191"/>
                <a:gd name="connsiteY294" fmla="*/ 337709 h 430866"/>
                <a:gd name="connsiteX295" fmla="*/ 2876186 w 2915191"/>
                <a:gd name="connsiteY295" fmla="*/ 322183 h 430866"/>
                <a:gd name="connsiteX296" fmla="*/ 2885945 w 2915191"/>
                <a:gd name="connsiteY296" fmla="*/ 326602 h 430866"/>
                <a:gd name="connsiteX297" fmla="*/ 2895689 w 2915191"/>
                <a:gd name="connsiteY297" fmla="*/ 328183 h 430866"/>
                <a:gd name="connsiteX298" fmla="*/ 2905433 w 2915191"/>
                <a:gd name="connsiteY298" fmla="*/ 339761 h 430866"/>
                <a:gd name="connsiteX299" fmla="*/ 2915192 w 2915191"/>
                <a:gd name="connsiteY299" fmla="*/ 325321 h 4308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30866">
                  <a:moveTo>
                    <a:pt x="0" y="164740"/>
                  </a:moveTo>
                  <a:lnTo>
                    <a:pt x="9750" y="192167"/>
                  </a:lnTo>
                  <a:lnTo>
                    <a:pt x="19500" y="188861"/>
                  </a:lnTo>
                  <a:lnTo>
                    <a:pt x="29250" y="190206"/>
                  </a:lnTo>
                  <a:lnTo>
                    <a:pt x="39000" y="200259"/>
                  </a:lnTo>
                  <a:lnTo>
                    <a:pt x="48749" y="191625"/>
                  </a:lnTo>
                  <a:lnTo>
                    <a:pt x="58499" y="152877"/>
                  </a:lnTo>
                  <a:lnTo>
                    <a:pt x="68249" y="144826"/>
                  </a:lnTo>
                  <a:lnTo>
                    <a:pt x="77998" y="179735"/>
                  </a:lnTo>
                  <a:lnTo>
                    <a:pt x="87748" y="196950"/>
                  </a:lnTo>
                  <a:lnTo>
                    <a:pt x="97497" y="188295"/>
                  </a:lnTo>
                  <a:lnTo>
                    <a:pt x="107247" y="198241"/>
                  </a:lnTo>
                  <a:lnTo>
                    <a:pt x="116997" y="186634"/>
                  </a:lnTo>
                  <a:lnTo>
                    <a:pt x="126747" y="184773"/>
                  </a:lnTo>
                  <a:lnTo>
                    <a:pt x="136497" y="199928"/>
                  </a:lnTo>
                  <a:lnTo>
                    <a:pt x="146247" y="189494"/>
                  </a:lnTo>
                  <a:lnTo>
                    <a:pt x="155997" y="200102"/>
                  </a:lnTo>
                  <a:lnTo>
                    <a:pt x="165747" y="124775"/>
                  </a:lnTo>
                  <a:lnTo>
                    <a:pt x="175497" y="117711"/>
                  </a:lnTo>
                  <a:lnTo>
                    <a:pt x="185247" y="123206"/>
                  </a:lnTo>
                  <a:lnTo>
                    <a:pt x="194996" y="114082"/>
                  </a:lnTo>
                  <a:lnTo>
                    <a:pt x="204746" y="160794"/>
                  </a:lnTo>
                  <a:lnTo>
                    <a:pt x="214495" y="160014"/>
                  </a:lnTo>
                  <a:lnTo>
                    <a:pt x="224245" y="149489"/>
                  </a:lnTo>
                  <a:lnTo>
                    <a:pt x="233995" y="125701"/>
                  </a:lnTo>
                  <a:lnTo>
                    <a:pt x="243744" y="81795"/>
                  </a:lnTo>
                  <a:lnTo>
                    <a:pt x="253494" y="78643"/>
                  </a:lnTo>
                  <a:lnTo>
                    <a:pt x="263244" y="53057"/>
                  </a:lnTo>
                  <a:lnTo>
                    <a:pt x="272994" y="40361"/>
                  </a:lnTo>
                  <a:lnTo>
                    <a:pt x="282744" y="58282"/>
                  </a:lnTo>
                  <a:lnTo>
                    <a:pt x="292494" y="67351"/>
                  </a:lnTo>
                  <a:lnTo>
                    <a:pt x="302244" y="60161"/>
                  </a:lnTo>
                  <a:lnTo>
                    <a:pt x="311994" y="83419"/>
                  </a:lnTo>
                  <a:lnTo>
                    <a:pt x="321744" y="67735"/>
                  </a:lnTo>
                  <a:lnTo>
                    <a:pt x="331493" y="35896"/>
                  </a:lnTo>
                  <a:lnTo>
                    <a:pt x="341243" y="46436"/>
                  </a:lnTo>
                  <a:lnTo>
                    <a:pt x="350993" y="55715"/>
                  </a:lnTo>
                  <a:lnTo>
                    <a:pt x="360742" y="65037"/>
                  </a:lnTo>
                  <a:lnTo>
                    <a:pt x="370492" y="71608"/>
                  </a:lnTo>
                  <a:lnTo>
                    <a:pt x="380241" y="103576"/>
                  </a:lnTo>
                  <a:lnTo>
                    <a:pt x="389991" y="105039"/>
                  </a:lnTo>
                  <a:lnTo>
                    <a:pt x="399741" y="113401"/>
                  </a:lnTo>
                  <a:lnTo>
                    <a:pt x="409491" y="92345"/>
                  </a:lnTo>
                  <a:lnTo>
                    <a:pt x="419241" y="89838"/>
                  </a:lnTo>
                  <a:lnTo>
                    <a:pt x="428991" y="33348"/>
                  </a:lnTo>
                  <a:lnTo>
                    <a:pt x="438741" y="20534"/>
                  </a:lnTo>
                  <a:lnTo>
                    <a:pt x="448491" y="0"/>
                  </a:lnTo>
                  <a:lnTo>
                    <a:pt x="458241" y="41644"/>
                  </a:lnTo>
                  <a:lnTo>
                    <a:pt x="467991" y="81816"/>
                  </a:lnTo>
                  <a:lnTo>
                    <a:pt x="477740" y="73010"/>
                  </a:lnTo>
                  <a:lnTo>
                    <a:pt x="487490" y="88059"/>
                  </a:lnTo>
                  <a:lnTo>
                    <a:pt x="497239" y="73172"/>
                  </a:lnTo>
                  <a:lnTo>
                    <a:pt x="506989" y="54186"/>
                  </a:lnTo>
                  <a:lnTo>
                    <a:pt x="516738" y="71922"/>
                  </a:lnTo>
                  <a:lnTo>
                    <a:pt x="526488" y="79970"/>
                  </a:lnTo>
                  <a:lnTo>
                    <a:pt x="536238" y="95748"/>
                  </a:lnTo>
                  <a:lnTo>
                    <a:pt x="545988" y="100739"/>
                  </a:lnTo>
                  <a:lnTo>
                    <a:pt x="555738" y="111805"/>
                  </a:lnTo>
                  <a:lnTo>
                    <a:pt x="565488" y="148336"/>
                  </a:lnTo>
                  <a:lnTo>
                    <a:pt x="575238" y="144104"/>
                  </a:lnTo>
                  <a:lnTo>
                    <a:pt x="584988" y="127933"/>
                  </a:lnTo>
                  <a:lnTo>
                    <a:pt x="594738" y="125177"/>
                  </a:lnTo>
                  <a:lnTo>
                    <a:pt x="604488" y="127692"/>
                  </a:lnTo>
                  <a:lnTo>
                    <a:pt x="614237" y="144989"/>
                  </a:lnTo>
                  <a:lnTo>
                    <a:pt x="623987" y="122121"/>
                  </a:lnTo>
                  <a:lnTo>
                    <a:pt x="633736" y="104217"/>
                  </a:lnTo>
                  <a:lnTo>
                    <a:pt x="643486" y="115101"/>
                  </a:lnTo>
                  <a:lnTo>
                    <a:pt x="653236" y="100263"/>
                  </a:lnTo>
                  <a:lnTo>
                    <a:pt x="662985" y="120020"/>
                  </a:lnTo>
                  <a:lnTo>
                    <a:pt x="672735" y="126656"/>
                  </a:lnTo>
                  <a:lnTo>
                    <a:pt x="682485" y="153089"/>
                  </a:lnTo>
                  <a:lnTo>
                    <a:pt x="692235" y="148635"/>
                  </a:lnTo>
                  <a:lnTo>
                    <a:pt x="701985" y="166721"/>
                  </a:lnTo>
                  <a:lnTo>
                    <a:pt x="711735" y="168622"/>
                  </a:lnTo>
                  <a:lnTo>
                    <a:pt x="721485" y="171811"/>
                  </a:lnTo>
                  <a:lnTo>
                    <a:pt x="731235" y="211339"/>
                  </a:lnTo>
                  <a:lnTo>
                    <a:pt x="740985" y="212507"/>
                  </a:lnTo>
                  <a:lnTo>
                    <a:pt x="750734" y="205928"/>
                  </a:lnTo>
                  <a:lnTo>
                    <a:pt x="760484" y="195235"/>
                  </a:lnTo>
                  <a:lnTo>
                    <a:pt x="770233" y="214852"/>
                  </a:lnTo>
                  <a:lnTo>
                    <a:pt x="779983" y="218596"/>
                  </a:lnTo>
                  <a:lnTo>
                    <a:pt x="789733" y="176091"/>
                  </a:lnTo>
                  <a:lnTo>
                    <a:pt x="799482" y="166805"/>
                  </a:lnTo>
                  <a:lnTo>
                    <a:pt x="809232" y="162165"/>
                  </a:lnTo>
                  <a:lnTo>
                    <a:pt x="818982" y="124909"/>
                  </a:lnTo>
                  <a:lnTo>
                    <a:pt x="828732" y="158336"/>
                  </a:lnTo>
                  <a:lnTo>
                    <a:pt x="838482" y="137978"/>
                  </a:lnTo>
                  <a:lnTo>
                    <a:pt x="848232" y="148337"/>
                  </a:lnTo>
                  <a:lnTo>
                    <a:pt x="857982" y="161527"/>
                  </a:lnTo>
                  <a:lnTo>
                    <a:pt x="867732" y="176942"/>
                  </a:lnTo>
                  <a:lnTo>
                    <a:pt x="877482" y="169151"/>
                  </a:lnTo>
                  <a:lnTo>
                    <a:pt x="887231" y="203542"/>
                  </a:lnTo>
                  <a:lnTo>
                    <a:pt x="896981" y="204591"/>
                  </a:lnTo>
                  <a:lnTo>
                    <a:pt x="906730" y="211889"/>
                  </a:lnTo>
                  <a:lnTo>
                    <a:pt x="916480" y="215702"/>
                  </a:lnTo>
                  <a:lnTo>
                    <a:pt x="926230" y="216610"/>
                  </a:lnTo>
                  <a:lnTo>
                    <a:pt x="935979" y="189859"/>
                  </a:lnTo>
                  <a:lnTo>
                    <a:pt x="945729" y="223602"/>
                  </a:lnTo>
                  <a:lnTo>
                    <a:pt x="955479" y="213355"/>
                  </a:lnTo>
                  <a:lnTo>
                    <a:pt x="965229" y="207202"/>
                  </a:lnTo>
                  <a:lnTo>
                    <a:pt x="974979" y="178444"/>
                  </a:lnTo>
                  <a:lnTo>
                    <a:pt x="984729" y="185132"/>
                  </a:lnTo>
                  <a:lnTo>
                    <a:pt x="994474" y="213173"/>
                  </a:lnTo>
                  <a:lnTo>
                    <a:pt x="1004233" y="171022"/>
                  </a:lnTo>
                  <a:lnTo>
                    <a:pt x="1013977" y="124485"/>
                  </a:lnTo>
                  <a:lnTo>
                    <a:pt x="1023721" y="166717"/>
                  </a:lnTo>
                  <a:lnTo>
                    <a:pt x="1033480" y="177702"/>
                  </a:lnTo>
                  <a:lnTo>
                    <a:pt x="1043224" y="162278"/>
                  </a:lnTo>
                  <a:lnTo>
                    <a:pt x="1052983" y="157216"/>
                  </a:lnTo>
                  <a:lnTo>
                    <a:pt x="1062727" y="151563"/>
                  </a:lnTo>
                  <a:lnTo>
                    <a:pt x="1072471" y="149943"/>
                  </a:lnTo>
                  <a:lnTo>
                    <a:pt x="1082230" y="169655"/>
                  </a:lnTo>
                  <a:lnTo>
                    <a:pt x="1091973" y="181967"/>
                  </a:lnTo>
                  <a:lnTo>
                    <a:pt x="1101732" y="194876"/>
                  </a:lnTo>
                  <a:lnTo>
                    <a:pt x="1111476" y="221747"/>
                  </a:lnTo>
                  <a:lnTo>
                    <a:pt x="1121220" y="253599"/>
                  </a:lnTo>
                  <a:lnTo>
                    <a:pt x="1130979" y="224982"/>
                  </a:lnTo>
                  <a:lnTo>
                    <a:pt x="1140723" y="234552"/>
                  </a:lnTo>
                  <a:lnTo>
                    <a:pt x="1150482" y="218568"/>
                  </a:lnTo>
                  <a:lnTo>
                    <a:pt x="1160226" y="231185"/>
                  </a:lnTo>
                  <a:lnTo>
                    <a:pt x="1169969" y="224909"/>
                  </a:lnTo>
                  <a:lnTo>
                    <a:pt x="1179728" y="169913"/>
                  </a:lnTo>
                  <a:lnTo>
                    <a:pt x="1189472" y="194639"/>
                  </a:lnTo>
                  <a:lnTo>
                    <a:pt x="1199231" y="181815"/>
                  </a:lnTo>
                  <a:lnTo>
                    <a:pt x="1208975" y="205642"/>
                  </a:lnTo>
                  <a:lnTo>
                    <a:pt x="1218719" y="169664"/>
                  </a:lnTo>
                  <a:lnTo>
                    <a:pt x="1228478" y="185352"/>
                  </a:lnTo>
                  <a:lnTo>
                    <a:pt x="1238222" y="172116"/>
                  </a:lnTo>
                  <a:lnTo>
                    <a:pt x="1247966" y="180991"/>
                  </a:lnTo>
                  <a:lnTo>
                    <a:pt x="1257725" y="176788"/>
                  </a:lnTo>
                  <a:lnTo>
                    <a:pt x="1267469" y="156916"/>
                  </a:lnTo>
                  <a:lnTo>
                    <a:pt x="1277227" y="168010"/>
                  </a:lnTo>
                  <a:lnTo>
                    <a:pt x="1286971" y="180960"/>
                  </a:lnTo>
                  <a:lnTo>
                    <a:pt x="1296715" y="184162"/>
                  </a:lnTo>
                  <a:lnTo>
                    <a:pt x="1306474" y="204149"/>
                  </a:lnTo>
                  <a:lnTo>
                    <a:pt x="1316218" y="208136"/>
                  </a:lnTo>
                  <a:lnTo>
                    <a:pt x="1325977" y="235382"/>
                  </a:lnTo>
                  <a:lnTo>
                    <a:pt x="1335721" y="239728"/>
                  </a:lnTo>
                  <a:lnTo>
                    <a:pt x="1345465" y="279757"/>
                  </a:lnTo>
                  <a:lnTo>
                    <a:pt x="1355224" y="284718"/>
                  </a:lnTo>
                  <a:lnTo>
                    <a:pt x="1364967" y="264478"/>
                  </a:lnTo>
                  <a:lnTo>
                    <a:pt x="1374726" y="230910"/>
                  </a:lnTo>
                  <a:lnTo>
                    <a:pt x="1384470" y="241612"/>
                  </a:lnTo>
                  <a:lnTo>
                    <a:pt x="1394214" y="212769"/>
                  </a:lnTo>
                  <a:lnTo>
                    <a:pt x="1403973" y="207739"/>
                  </a:lnTo>
                  <a:lnTo>
                    <a:pt x="1413717" y="219736"/>
                  </a:lnTo>
                  <a:lnTo>
                    <a:pt x="1423476" y="214444"/>
                  </a:lnTo>
                  <a:lnTo>
                    <a:pt x="1433220" y="211650"/>
                  </a:lnTo>
                  <a:lnTo>
                    <a:pt x="1442964" y="246542"/>
                  </a:lnTo>
                  <a:lnTo>
                    <a:pt x="1452722" y="234507"/>
                  </a:lnTo>
                  <a:lnTo>
                    <a:pt x="1462466" y="215369"/>
                  </a:lnTo>
                  <a:lnTo>
                    <a:pt x="1472225" y="197990"/>
                  </a:lnTo>
                  <a:lnTo>
                    <a:pt x="1481969" y="233741"/>
                  </a:lnTo>
                  <a:lnTo>
                    <a:pt x="1491713" y="228184"/>
                  </a:lnTo>
                  <a:lnTo>
                    <a:pt x="1501472" y="215345"/>
                  </a:lnTo>
                  <a:lnTo>
                    <a:pt x="1511216" y="196869"/>
                  </a:lnTo>
                  <a:lnTo>
                    <a:pt x="1520960" y="164400"/>
                  </a:lnTo>
                  <a:lnTo>
                    <a:pt x="1530719" y="186620"/>
                  </a:lnTo>
                  <a:lnTo>
                    <a:pt x="1540463" y="159518"/>
                  </a:lnTo>
                  <a:lnTo>
                    <a:pt x="1550221" y="154538"/>
                  </a:lnTo>
                  <a:lnTo>
                    <a:pt x="1559965" y="169205"/>
                  </a:lnTo>
                  <a:lnTo>
                    <a:pt x="1569709" y="183256"/>
                  </a:lnTo>
                  <a:lnTo>
                    <a:pt x="1579468" y="149720"/>
                  </a:lnTo>
                  <a:lnTo>
                    <a:pt x="1589212" y="157116"/>
                  </a:lnTo>
                  <a:lnTo>
                    <a:pt x="1598971" y="166238"/>
                  </a:lnTo>
                  <a:lnTo>
                    <a:pt x="1608715" y="151392"/>
                  </a:lnTo>
                  <a:lnTo>
                    <a:pt x="1618459" y="159361"/>
                  </a:lnTo>
                  <a:lnTo>
                    <a:pt x="1628218" y="154140"/>
                  </a:lnTo>
                  <a:lnTo>
                    <a:pt x="1637962" y="159210"/>
                  </a:lnTo>
                  <a:lnTo>
                    <a:pt x="1647720" y="139717"/>
                  </a:lnTo>
                  <a:lnTo>
                    <a:pt x="1657464" y="84774"/>
                  </a:lnTo>
                  <a:lnTo>
                    <a:pt x="1667208" y="91471"/>
                  </a:lnTo>
                  <a:lnTo>
                    <a:pt x="1676967" y="82265"/>
                  </a:lnTo>
                  <a:lnTo>
                    <a:pt x="1686711" y="87049"/>
                  </a:lnTo>
                  <a:lnTo>
                    <a:pt x="1696470" y="72722"/>
                  </a:lnTo>
                  <a:lnTo>
                    <a:pt x="1706214" y="103335"/>
                  </a:lnTo>
                  <a:lnTo>
                    <a:pt x="1715958" y="80596"/>
                  </a:lnTo>
                  <a:lnTo>
                    <a:pt x="1725716" y="95039"/>
                  </a:lnTo>
                  <a:lnTo>
                    <a:pt x="1735460" y="88592"/>
                  </a:lnTo>
                  <a:lnTo>
                    <a:pt x="1745219" y="52103"/>
                  </a:lnTo>
                  <a:lnTo>
                    <a:pt x="1754963" y="41348"/>
                  </a:lnTo>
                  <a:lnTo>
                    <a:pt x="1764707" y="48730"/>
                  </a:lnTo>
                  <a:lnTo>
                    <a:pt x="1774466" y="30024"/>
                  </a:lnTo>
                  <a:lnTo>
                    <a:pt x="1784210" y="44181"/>
                  </a:lnTo>
                  <a:lnTo>
                    <a:pt x="1793969" y="65721"/>
                  </a:lnTo>
                  <a:lnTo>
                    <a:pt x="1803713" y="77026"/>
                  </a:lnTo>
                  <a:lnTo>
                    <a:pt x="1813457" y="63131"/>
                  </a:lnTo>
                  <a:lnTo>
                    <a:pt x="1823215" y="58417"/>
                  </a:lnTo>
                  <a:lnTo>
                    <a:pt x="1832959" y="54332"/>
                  </a:lnTo>
                  <a:lnTo>
                    <a:pt x="1842703" y="80617"/>
                  </a:lnTo>
                  <a:lnTo>
                    <a:pt x="1852462" y="100990"/>
                  </a:lnTo>
                  <a:lnTo>
                    <a:pt x="1862206" y="127039"/>
                  </a:lnTo>
                  <a:lnTo>
                    <a:pt x="1871965" y="153074"/>
                  </a:lnTo>
                  <a:lnTo>
                    <a:pt x="1881709" y="163014"/>
                  </a:lnTo>
                  <a:lnTo>
                    <a:pt x="1891453" y="172870"/>
                  </a:lnTo>
                  <a:lnTo>
                    <a:pt x="1901212" y="168283"/>
                  </a:lnTo>
                  <a:lnTo>
                    <a:pt x="1910956" y="126988"/>
                  </a:lnTo>
                  <a:lnTo>
                    <a:pt x="1920714" y="122115"/>
                  </a:lnTo>
                  <a:lnTo>
                    <a:pt x="1930458" y="124837"/>
                  </a:lnTo>
                  <a:lnTo>
                    <a:pt x="1940202" y="136223"/>
                  </a:lnTo>
                  <a:lnTo>
                    <a:pt x="1949961" y="150757"/>
                  </a:lnTo>
                  <a:lnTo>
                    <a:pt x="1959705" y="141518"/>
                  </a:lnTo>
                  <a:lnTo>
                    <a:pt x="1969464" y="144641"/>
                  </a:lnTo>
                  <a:lnTo>
                    <a:pt x="1979208" y="143047"/>
                  </a:lnTo>
                  <a:lnTo>
                    <a:pt x="1988952" y="128268"/>
                  </a:lnTo>
                  <a:lnTo>
                    <a:pt x="1998711" y="116982"/>
                  </a:lnTo>
                  <a:lnTo>
                    <a:pt x="2008454" y="125978"/>
                  </a:lnTo>
                  <a:lnTo>
                    <a:pt x="2018213" y="108561"/>
                  </a:lnTo>
                  <a:lnTo>
                    <a:pt x="2027957" y="107092"/>
                  </a:lnTo>
                  <a:lnTo>
                    <a:pt x="2037701" y="141895"/>
                  </a:lnTo>
                  <a:lnTo>
                    <a:pt x="2047460" y="178417"/>
                  </a:lnTo>
                  <a:lnTo>
                    <a:pt x="2057204" y="212097"/>
                  </a:lnTo>
                  <a:lnTo>
                    <a:pt x="2066963" y="221834"/>
                  </a:lnTo>
                  <a:lnTo>
                    <a:pt x="2076707" y="208808"/>
                  </a:lnTo>
                  <a:lnTo>
                    <a:pt x="2086451" y="219545"/>
                  </a:lnTo>
                  <a:lnTo>
                    <a:pt x="2096210" y="216013"/>
                  </a:lnTo>
                  <a:lnTo>
                    <a:pt x="2105954" y="260147"/>
                  </a:lnTo>
                  <a:lnTo>
                    <a:pt x="2115697" y="233110"/>
                  </a:lnTo>
                  <a:lnTo>
                    <a:pt x="2125456" y="265004"/>
                  </a:lnTo>
                  <a:lnTo>
                    <a:pt x="2135200" y="215477"/>
                  </a:lnTo>
                  <a:lnTo>
                    <a:pt x="2144959" y="202814"/>
                  </a:lnTo>
                  <a:lnTo>
                    <a:pt x="2154703" y="221427"/>
                  </a:lnTo>
                  <a:lnTo>
                    <a:pt x="2164447" y="267389"/>
                  </a:lnTo>
                  <a:lnTo>
                    <a:pt x="2174206" y="283924"/>
                  </a:lnTo>
                  <a:lnTo>
                    <a:pt x="2183950" y="305690"/>
                  </a:lnTo>
                  <a:lnTo>
                    <a:pt x="2193709" y="339225"/>
                  </a:lnTo>
                  <a:lnTo>
                    <a:pt x="2203452" y="324926"/>
                  </a:lnTo>
                  <a:lnTo>
                    <a:pt x="2213196" y="336614"/>
                  </a:lnTo>
                  <a:lnTo>
                    <a:pt x="2222955" y="352081"/>
                  </a:lnTo>
                  <a:lnTo>
                    <a:pt x="2232699" y="372044"/>
                  </a:lnTo>
                  <a:lnTo>
                    <a:pt x="2242458" y="356144"/>
                  </a:lnTo>
                  <a:lnTo>
                    <a:pt x="2252202" y="362430"/>
                  </a:lnTo>
                  <a:lnTo>
                    <a:pt x="2261946" y="343125"/>
                  </a:lnTo>
                  <a:lnTo>
                    <a:pt x="2271705" y="352292"/>
                  </a:lnTo>
                  <a:lnTo>
                    <a:pt x="2281449" y="389456"/>
                  </a:lnTo>
                  <a:lnTo>
                    <a:pt x="2291208" y="381109"/>
                  </a:lnTo>
                  <a:lnTo>
                    <a:pt x="2300951" y="369426"/>
                  </a:lnTo>
                  <a:lnTo>
                    <a:pt x="2310695" y="363555"/>
                  </a:lnTo>
                  <a:lnTo>
                    <a:pt x="2320454" y="318101"/>
                  </a:lnTo>
                  <a:lnTo>
                    <a:pt x="2330198" y="335747"/>
                  </a:lnTo>
                  <a:lnTo>
                    <a:pt x="2339957" y="364437"/>
                  </a:lnTo>
                  <a:lnTo>
                    <a:pt x="2349701" y="392289"/>
                  </a:lnTo>
                  <a:lnTo>
                    <a:pt x="2359445" y="408350"/>
                  </a:lnTo>
                  <a:lnTo>
                    <a:pt x="2369204" y="399677"/>
                  </a:lnTo>
                  <a:lnTo>
                    <a:pt x="2378948" y="402730"/>
                  </a:lnTo>
                  <a:lnTo>
                    <a:pt x="2388692" y="413584"/>
                  </a:lnTo>
                  <a:lnTo>
                    <a:pt x="2398450" y="430867"/>
                  </a:lnTo>
                  <a:lnTo>
                    <a:pt x="2408194" y="394914"/>
                  </a:lnTo>
                  <a:lnTo>
                    <a:pt x="2417953" y="357461"/>
                  </a:lnTo>
                  <a:lnTo>
                    <a:pt x="2427697" y="321620"/>
                  </a:lnTo>
                  <a:lnTo>
                    <a:pt x="2437441" y="322581"/>
                  </a:lnTo>
                  <a:lnTo>
                    <a:pt x="2447200" y="313019"/>
                  </a:lnTo>
                  <a:lnTo>
                    <a:pt x="2456944" y="318284"/>
                  </a:lnTo>
                  <a:lnTo>
                    <a:pt x="2466703" y="336231"/>
                  </a:lnTo>
                  <a:lnTo>
                    <a:pt x="2476446" y="354331"/>
                  </a:lnTo>
                  <a:lnTo>
                    <a:pt x="2486190" y="344414"/>
                  </a:lnTo>
                  <a:lnTo>
                    <a:pt x="2495949" y="323530"/>
                  </a:lnTo>
                  <a:lnTo>
                    <a:pt x="2505693" y="348456"/>
                  </a:lnTo>
                  <a:lnTo>
                    <a:pt x="2515452" y="319516"/>
                  </a:lnTo>
                  <a:lnTo>
                    <a:pt x="2525196" y="352733"/>
                  </a:lnTo>
                  <a:lnTo>
                    <a:pt x="2534940" y="389355"/>
                  </a:lnTo>
                  <a:lnTo>
                    <a:pt x="2544699" y="362185"/>
                  </a:lnTo>
                  <a:lnTo>
                    <a:pt x="2554443" y="359956"/>
                  </a:lnTo>
                  <a:lnTo>
                    <a:pt x="2564202" y="373360"/>
                  </a:lnTo>
                  <a:lnTo>
                    <a:pt x="2573946" y="368392"/>
                  </a:lnTo>
                  <a:lnTo>
                    <a:pt x="2583690" y="377725"/>
                  </a:lnTo>
                  <a:lnTo>
                    <a:pt x="2593448" y="401976"/>
                  </a:lnTo>
                  <a:lnTo>
                    <a:pt x="2603192" y="412286"/>
                  </a:lnTo>
                  <a:lnTo>
                    <a:pt x="2612951" y="375127"/>
                  </a:lnTo>
                  <a:lnTo>
                    <a:pt x="2622695" y="364256"/>
                  </a:lnTo>
                  <a:lnTo>
                    <a:pt x="2632439" y="353139"/>
                  </a:lnTo>
                  <a:lnTo>
                    <a:pt x="2642198" y="368921"/>
                  </a:lnTo>
                  <a:lnTo>
                    <a:pt x="2651942" y="330567"/>
                  </a:lnTo>
                  <a:lnTo>
                    <a:pt x="2661685" y="337554"/>
                  </a:lnTo>
                  <a:lnTo>
                    <a:pt x="2671444" y="379835"/>
                  </a:lnTo>
                  <a:lnTo>
                    <a:pt x="2681188" y="369477"/>
                  </a:lnTo>
                  <a:lnTo>
                    <a:pt x="2690947" y="412688"/>
                  </a:lnTo>
                  <a:lnTo>
                    <a:pt x="2700691" y="383424"/>
                  </a:lnTo>
                  <a:lnTo>
                    <a:pt x="2710435" y="365097"/>
                  </a:lnTo>
                  <a:lnTo>
                    <a:pt x="2720194" y="362652"/>
                  </a:lnTo>
                  <a:lnTo>
                    <a:pt x="2729938" y="346261"/>
                  </a:lnTo>
                  <a:lnTo>
                    <a:pt x="2739697" y="355336"/>
                  </a:lnTo>
                  <a:lnTo>
                    <a:pt x="2749441" y="339762"/>
                  </a:lnTo>
                  <a:lnTo>
                    <a:pt x="2759185" y="339277"/>
                  </a:lnTo>
                  <a:lnTo>
                    <a:pt x="2768943" y="365369"/>
                  </a:lnTo>
                  <a:lnTo>
                    <a:pt x="2778687" y="348490"/>
                  </a:lnTo>
                  <a:lnTo>
                    <a:pt x="2788446" y="349438"/>
                  </a:lnTo>
                  <a:lnTo>
                    <a:pt x="2798190" y="338198"/>
                  </a:lnTo>
                  <a:lnTo>
                    <a:pt x="2807934" y="312923"/>
                  </a:lnTo>
                  <a:lnTo>
                    <a:pt x="2817693" y="315176"/>
                  </a:lnTo>
                  <a:lnTo>
                    <a:pt x="2827437" y="340504"/>
                  </a:lnTo>
                  <a:lnTo>
                    <a:pt x="2837196" y="366250"/>
                  </a:lnTo>
                  <a:lnTo>
                    <a:pt x="2846940" y="358450"/>
                  </a:lnTo>
                  <a:lnTo>
                    <a:pt x="2856684" y="350449"/>
                  </a:lnTo>
                  <a:lnTo>
                    <a:pt x="2866442" y="337709"/>
                  </a:lnTo>
                  <a:lnTo>
                    <a:pt x="2876186" y="322183"/>
                  </a:lnTo>
                  <a:lnTo>
                    <a:pt x="2885945" y="326602"/>
                  </a:lnTo>
                  <a:lnTo>
                    <a:pt x="2895689" y="328183"/>
                  </a:lnTo>
                  <a:lnTo>
                    <a:pt x="2905433" y="339761"/>
                  </a:lnTo>
                  <a:lnTo>
                    <a:pt x="2915192" y="32532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5" name="Freeform 1124">
              <a:extLst>
                <a:ext uri="{FF2B5EF4-FFF2-40B4-BE49-F238E27FC236}">
                  <a16:creationId xmlns:a16="http://schemas.microsoft.com/office/drawing/2014/main" id="{35F9FABF-0867-762E-582E-62FC42750F43}"/>
                </a:ext>
              </a:extLst>
            </p:cNvPr>
            <p:cNvSpPr/>
            <p:nvPr/>
          </p:nvSpPr>
          <p:spPr>
            <a:xfrm>
              <a:off x="4426652" y="3576299"/>
              <a:ext cx="2915191" cy="517919"/>
            </a:xfrm>
            <a:custGeom>
              <a:avLst/>
              <a:gdLst>
                <a:gd name="connsiteX0" fmla="*/ 0 w 2915191"/>
                <a:gd name="connsiteY0" fmla="*/ 424116 h 517919"/>
                <a:gd name="connsiteX1" fmla="*/ 9750 w 2915191"/>
                <a:gd name="connsiteY1" fmla="*/ 425948 h 517919"/>
                <a:gd name="connsiteX2" fmla="*/ 19500 w 2915191"/>
                <a:gd name="connsiteY2" fmla="*/ 412368 h 517919"/>
                <a:gd name="connsiteX3" fmla="*/ 29250 w 2915191"/>
                <a:gd name="connsiteY3" fmla="*/ 432467 h 517919"/>
                <a:gd name="connsiteX4" fmla="*/ 39000 w 2915191"/>
                <a:gd name="connsiteY4" fmla="*/ 415260 h 517919"/>
                <a:gd name="connsiteX5" fmla="*/ 48749 w 2915191"/>
                <a:gd name="connsiteY5" fmla="*/ 444021 h 517919"/>
                <a:gd name="connsiteX6" fmla="*/ 58499 w 2915191"/>
                <a:gd name="connsiteY6" fmla="*/ 428973 h 517919"/>
                <a:gd name="connsiteX7" fmla="*/ 68249 w 2915191"/>
                <a:gd name="connsiteY7" fmla="*/ 422617 h 517919"/>
                <a:gd name="connsiteX8" fmla="*/ 77998 w 2915191"/>
                <a:gd name="connsiteY8" fmla="*/ 389445 h 517919"/>
                <a:gd name="connsiteX9" fmla="*/ 87748 w 2915191"/>
                <a:gd name="connsiteY9" fmla="*/ 419184 h 517919"/>
                <a:gd name="connsiteX10" fmla="*/ 97497 w 2915191"/>
                <a:gd name="connsiteY10" fmla="*/ 401906 h 517919"/>
                <a:gd name="connsiteX11" fmla="*/ 107247 w 2915191"/>
                <a:gd name="connsiteY11" fmla="*/ 365293 h 517919"/>
                <a:gd name="connsiteX12" fmla="*/ 116997 w 2915191"/>
                <a:gd name="connsiteY12" fmla="*/ 361403 h 517919"/>
                <a:gd name="connsiteX13" fmla="*/ 126747 w 2915191"/>
                <a:gd name="connsiteY13" fmla="*/ 375968 h 517919"/>
                <a:gd name="connsiteX14" fmla="*/ 136497 w 2915191"/>
                <a:gd name="connsiteY14" fmla="*/ 364632 h 517919"/>
                <a:gd name="connsiteX15" fmla="*/ 146247 w 2915191"/>
                <a:gd name="connsiteY15" fmla="*/ 370152 h 517919"/>
                <a:gd name="connsiteX16" fmla="*/ 155997 w 2915191"/>
                <a:gd name="connsiteY16" fmla="*/ 389997 h 517919"/>
                <a:gd name="connsiteX17" fmla="*/ 165747 w 2915191"/>
                <a:gd name="connsiteY17" fmla="*/ 335480 h 517919"/>
                <a:gd name="connsiteX18" fmla="*/ 175497 w 2915191"/>
                <a:gd name="connsiteY18" fmla="*/ 313925 h 517919"/>
                <a:gd name="connsiteX19" fmla="*/ 185247 w 2915191"/>
                <a:gd name="connsiteY19" fmla="*/ 334954 h 517919"/>
                <a:gd name="connsiteX20" fmla="*/ 194996 w 2915191"/>
                <a:gd name="connsiteY20" fmla="*/ 340634 h 517919"/>
                <a:gd name="connsiteX21" fmla="*/ 204746 w 2915191"/>
                <a:gd name="connsiteY21" fmla="*/ 357348 h 517919"/>
                <a:gd name="connsiteX22" fmla="*/ 214495 w 2915191"/>
                <a:gd name="connsiteY22" fmla="*/ 310014 h 517919"/>
                <a:gd name="connsiteX23" fmla="*/ 224245 w 2915191"/>
                <a:gd name="connsiteY23" fmla="*/ 320142 h 517919"/>
                <a:gd name="connsiteX24" fmla="*/ 233995 w 2915191"/>
                <a:gd name="connsiteY24" fmla="*/ 319276 h 517919"/>
                <a:gd name="connsiteX25" fmla="*/ 243744 w 2915191"/>
                <a:gd name="connsiteY25" fmla="*/ 302838 h 517919"/>
                <a:gd name="connsiteX26" fmla="*/ 253494 w 2915191"/>
                <a:gd name="connsiteY26" fmla="*/ 290472 h 517919"/>
                <a:gd name="connsiteX27" fmla="*/ 263244 w 2915191"/>
                <a:gd name="connsiteY27" fmla="*/ 287139 h 517919"/>
                <a:gd name="connsiteX28" fmla="*/ 272994 w 2915191"/>
                <a:gd name="connsiteY28" fmla="*/ 315009 h 517919"/>
                <a:gd name="connsiteX29" fmla="*/ 282744 w 2915191"/>
                <a:gd name="connsiteY29" fmla="*/ 341260 h 517919"/>
                <a:gd name="connsiteX30" fmla="*/ 292494 w 2915191"/>
                <a:gd name="connsiteY30" fmla="*/ 305215 h 517919"/>
                <a:gd name="connsiteX31" fmla="*/ 302244 w 2915191"/>
                <a:gd name="connsiteY31" fmla="*/ 335868 h 517919"/>
                <a:gd name="connsiteX32" fmla="*/ 311994 w 2915191"/>
                <a:gd name="connsiteY32" fmla="*/ 341301 h 517919"/>
                <a:gd name="connsiteX33" fmla="*/ 321744 w 2915191"/>
                <a:gd name="connsiteY33" fmla="*/ 313180 h 517919"/>
                <a:gd name="connsiteX34" fmla="*/ 331493 w 2915191"/>
                <a:gd name="connsiteY34" fmla="*/ 317633 h 517919"/>
                <a:gd name="connsiteX35" fmla="*/ 341243 w 2915191"/>
                <a:gd name="connsiteY35" fmla="*/ 310665 h 517919"/>
                <a:gd name="connsiteX36" fmla="*/ 350993 w 2915191"/>
                <a:gd name="connsiteY36" fmla="*/ 346258 h 517919"/>
                <a:gd name="connsiteX37" fmla="*/ 360742 w 2915191"/>
                <a:gd name="connsiteY37" fmla="*/ 331252 h 517919"/>
                <a:gd name="connsiteX38" fmla="*/ 370492 w 2915191"/>
                <a:gd name="connsiteY38" fmla="*/ 322438 h 517919"/>
                <a:gd name="connsiteX39" fmla="*/ 380241 w 2915191"/>
                <a:gd name="connsiteY39" fmla="*/ 302032 h 517919"/>
                <a:gd name="connsiteX40" fmla="*/ 389991 w 2915191"/>
                <a:gd name="connsiteY40" fmla="*/ 333092 h 517919"/>
                <a:gd name="connsiteX41" fmla="*/ 399741 w 2915191"/>
                <a:gd name="connsiteY41" fmla="*/ 325069 h 517919"/>
                <a:gd name="connsiteX42" fmla="*/ 409491 w 2915191"/>
                <a:gd name="connsiteY42" fmla="*/ 322995 h 517919"/>
                <a:gd name="connsiteX43" fmla="*/ 419241 w 2915191"/>
                <a:gd name="connsiteY43" fmla="*/ 317652 h 517919"/>
                <a:gd name="connsiteX44" fmla="*/ 428991 w 2915191"/>
                <a:gd name="connsiteY44" fmla="*/ 308470 h 517919"/>
                <a:gd name="connsiteX45" fmla="*/ 438741 w 2915191"/>
                <a:gd name="connsiteY45" fmla="*/ 312747 h 517919"/>
                <a:gd name="connsiteX46" fmla="*/ 448491 w 2915191"/>
                <a:gd name="connsiteY46" fmla="*/ 320854 h 517919"/>
                <a:gd name="connsiteX47" fmla="*/ 458241 w 2915191"/>
                <a:gd name="connsiteY47" fmla="*/ 330530 h 517919"/>
                <a:gd name="connsiteX48" fmla="*/ 467991 w 2915191"/>
                <a:gd name="connsiteY48" fmla="*/ 324425 h 517919"/>
                <a:gd name="connsiteX49" fmla="*/ 477740 w 2915191"/>
                <a:gd name="connsiteY49" fmla="*/ 346422 h 517919"/>
                <a:gd name="connsiteX50" fmla="*/ 487490 w 2915191"/>
                <a:gd name="connsiteY50" fmla="*/ 375374 h 517919"/>
                <a:gd name="connsiteX51" fmla="*/ 497239 w 2915191"/>
                <a:gd name="connsiteY51" fmla="*/ 393381 h 517919"/>
                <a:gd name="connsiteX52" fmla="*/ 506989 w 2915191"/>
                <a:gd name="connsiteY52" fmla="*/ 419011 h 517919"/>
                <a:gd name="connsiteX53" fmla="*/ 516738 w 2915191"/>
                <a:gd name="connsiteY53" fmla="*/ 375420 h 517919"/>
                <a:gd name="connsiteX54" fmla="*/ 526488 w 2915191"/>
                <a:gd name="connsiteY54" fmla="*/ 370122 h 517919"/>
                <a:gd name="connsiteX55" fmla="*/ 536238 w 2915191"/>
                <a:gd name="connsiteY55" fmla="*/ 357713 h 517919"/>
                <a:gd name="connsiteX56" fmla="*/ 545988 w 2915191"/>
                <a:gd name="connsiteY56" fmla="*/ 345472 h 517919"/>
                <a:gd name="connsiteX57" fmla="*/ 555738 w 2915191"/>
                <a:gd name="connsiteY57" fmla="*/ 346567 h 517919"/>
                <a:gd name="connsiteX58" fmla="*/ 565488 w 2915191"/>
                <a:gd name="connsiteY58" fmla="*/ 331639 h 517919"/>
                <a:gd name="connsiteX59" fmla="*/ 575238 w 2915191"/>
                <a:gd name="connsiteY59" fmla="*/ 313768 h 517919"/>
                <a:gd name="connsiteX60" fmla="*/ 584988 w 2915191"/>
                <a:gd name="connsiteY60" fmla="*/ 337644 h 517919"/>
                <a:gd name="connsiteX61" fmla="*/ 594738 w 2915191"/>
                <a:gd name="connsiteY61" fmla="*/ 315310 h 517919"/>
                <a:gd name="connsiteX62" fmla="*/ 604488 w 2915191"/>
                <a:gd name="connsiteY62" fmla="*/ 316651 h 517919"/>
                <a:gd name="connsiteX63" fmla="*/ 614237 w 2915191"/>
                <a:gd name="connsiteY63" fmla="*/ 287620 h 517919"/>
                <a:gd name="connsiteX64" fmla="*/ 623987 w 2915191"/>
                <a:gd name="connsiteY64" fmla="*/ 264642 h 517919"/>
                <a:gd name="connsiteX65" fmla="*/ 633736 w 2915191"/>
                <a:gd name="connsiteY65" fmla="*/ 238793 h 517919"/>
                <a:gd name="connsiteX66" fmla="*/ 643486 w 2915191"/>
                <a:gd name="connsiteY66" fmla="*/ 234932 h 517919"/>
                <a:gd name="connsiteX67" fmla="*/ 653236 w 2915191"/>
                <a:gd name="connsiteY67" fmla="*/ 251995 h 517919"/>
                <a:gd name="connsiteX68" fmla="*/ 662985 w 2915191"/>
                <a:gd name="connsiteY68" fmla="*/ 244664 h 517919"/>
                <a:gd name="connsiteX69" fmla="*/ 672735 w 2915191"/>
                <a:gd name="connsiteY69" fmla="*/ 243452 h 517919"/>
                <a:gd name="connsiteX70" fmla="*/ 682485 w 2915191"/>
                <a:gd name="connsiteY70" fmla="*/ 234769 h 517919"/>
                <a:gd name="connsiteX71" fmla="*/ 692235 w 2915191"/>
                <a:gd name="connsiteY71" fmla="*/ 250133 h 517919"/>
                <a:gd name="connsiteX72" fmla="*/ 701985 w 2915191"/>
                <a:gd name="connsiteY72" fmla="*/ 232834 h 517919"/>
                <a:gd name="connsiteX73" fmla="*/ 711735 w 2915191"/>
                <a:gd name="connsiteY73" fmla="*/ 214329 h 517919"/>
                <a:gd name="connsiteX74" fmla="*/ 721485 w 2915191"/>
                <a:gd name="connsiteY74" fmla="*/ 208546 h 517919"/>
                <a:gd name="connsiteX75" fmla="*/ 731235 w 2915191"/>
                <a:gd name="connsiteY75" fmla="*/ 242237 h 517919"/>
                <a:gd name="connsiteX76" fmla="*/ 740985 w 2915191"/>
                <a:gd name="connsiteY76" fmla="*/ 228102 h 517919"/>
                <a:gd name="connsiteX77" fmla="*/ 750734 w 2915191"/>
                <a:gd name="connsiteY77" fmla="*/ 226760 h 517919"/>
                <a:gd name="connsiteX78" fmla="*/ 760484 w 2915191"/>
                <a:gd name="connsiteY78" fmla="*/ 202210 h 517919"/>
                <a:gd name="connsiteX79" fmla="*/ 770233 w 2915191"/>
                <a:gd name="connsiteY79" fmla="*/ 187480 h 517919"/>
                <a:gd name="connsiteX80" fmla="*/ 779983 w 2915191"/>
                <a:gd name="connsiteY80" fmla="*/ 198882 h 517919"/>
                <a:gd name="connsiteX81" fmla="*/ 789733 w 2915191"/>
                <a:gd name="connsiteY81" fmla="*/ 228340 h 517919"/>
                <a:gd name="connsiteX82" fmla="*/ 799482 w 2915191"/>
                <a:gd name="connsiteY82" fmla="*/ 206545 h 517919"/>
                <a:gd name="connsiteX83" fmla="*/ 809232 w 2915191"/>
                <a:gd name="connsiteY83" fmla="*/ 218692 h 517919"/>
                <a:gd name="connsiteX84" fmla="*/ 818982 w 2915191"/>
                <a:gd name="connsiteY84" fmla="*/ 208030 h 517919"/>
                <a:gd name="connsiteX85" fmla="*/ 828732 w 2915191"/>
                <a:gd name="connsiteY85" fmla="*/ 204570 h 517919"/>
                <a:gd name="connsiteX86" fmla="*/ 838482 w 2915191"/>
                <a:gd name="connsiteY86" fmla="*/ 221464 h 517919"/>
                <a:gd name="connsiteX87" fmla="*/ 848232 w 2915191"/>
                <a:gd name="connsiteY87" fmla="*/ 239562 h 517919"/>
                <a:gd name="connsiteX88" fmla="*/ 857982 w 2915191"/>
                <a:gd name="connsiteY88" fmla="*/ 258262 h 517919"/>
                <a:gd name="connsiteX89" fmla="*/ 867732 w 2915191"/>
                <a:gd name="connsiteY89" fmla="*/ 236629 h 517919"/>
                <a:gd name="connsiteX90" fmla="*/ 877482 w 2915191"/>
                <a:gd name="connsiteY90" fmla="*/ 240998 h 517919"/>
                <a:gd name="connsiteX91" fmla="*/ 887231 w 2915191"/>
                <a:gd name="connsiteY91" fmla="*/ 267651 h 517919"/>
                <a:gd name="connsiteX92" fmla="*/ 896981 w 2915191"/>
                <a:gd name="connsiteY92" fmla="*/ 289641 h 517919"/>
                <a:gd name="connsiteX93" fmla="*/ 906730 w 2915191"/>
                <a:gd name="connsiteY93" fmla="*/ 318528 h 517919"/>
                <a:gd name="connsiteX94" fmla="*/ 916480 w 2915191"/>
                <a:gd name="connsiteY94" fmla="*/ 333210 h 517919"/>
                <a:gd name="connsiteX95" fmla="*/ 926230 w 2915191"/>
                <a:gd name="connsiteY95" fmla="*/ 325464 h 517919"/>
                <a:gd name="connsiteX96" fmla="*/ 935979 w 2915191"/>
                <a:gd name="connsiteY96" fmla="*/ 299866 h 517919"/>
                <a:gd name="connsiteX97" fmla="*/ 945729 w 2915191"/>
                <a:gd name="connsiteY97" fmla="*/ 307645 h 517919"/>
                <a:gd name="connsiteX98" fmla="*/ 955479 w 2915191"/>
                <a:gd name="connsiteY98" fmla="*/ 314722 h 517919"/>
                <a:gd name="connsiteX99" fmla="*/ 965229 w 2915191"/>
                <a:gd name="connsiteY99" fmla="*/ 318729 h 517919"/>
                <a:gd name="connsiteX100" fmla="*/ 974979 w 2915191"/>
                <a:gd name="connsiteY100" fmla="*/ 295521 h 517919"/>
                <a:gd name="connsiteX101" fmla="*/ 984729 w 2915191"/>
                <a:gd name="connsiteY101" fmla="*/ 339707 h 517919"/>
                <a:gd name="connsiteX102" fmla="*/ 994474 w 2915191"/>
                <a:gd name="connsiteY102" fmla="*/ 352760 h 517919"/>
                <a:gd name="connsiteX103" fmla="*/ 1004233 w 2915191"/>
                <a:gd name="connsiteY103" fmla="*/ 393875 h 517919"/>
                <a:gd name="connsiteX104" fmla="*/ 1013977 w 2915191"/>
                <a:gd name="connsiteY104" fmla="*/ 422662 h 517919"/>
                <a:gd name="connsiteX105" fmla="*/ 1023721 w 2915191"/>
                <a:gd name="connsiteY105" fmla="*/ 437124 h 517919"/>
                <a:gd name="connsiteX106" fmla="*/ 1033480 w 2915191"/>
                <a:gd name="connsiteY106" fmla="*/ 438651 h 517919"/>
                <a:gd name="connsiteX107" fmla="*/ 1043224 w 2915191"/>
                <a:gd name="connsiteY107" fmla="*/ 459680 h 517919"/>
                <a:gd name="connsiteX108" fmla="*/ 1052983 w 2915191"/>
                <a:gd name="connsiteY108" fmla="*/ 466936 h 517919"/>
                <a:gd name="connsiteX109" fmla="*/ 1062727 w 2915191"/>
                <a:gd name="connsiteY109" fmla="*/ 460142 h 517919"/>
                <a:gd name="connsiteX110" fmla="*/ 1072471 w 2915191"/>
                <a:gd name="connsiteY110" fmla="*/ 468291 h 517919"/>
                <a:gd name="connsiteX111" fmla="*/ 1082230 w 2915191"/>
                <a:gd name="connsiteY111" fmla="*/ 470914 h 517919"/>
                <a:gd name="connsiteX112" fmla="*/ 1091973 w 2915191"/>
                <a:gd name="connsiteY112" fmla="*/ 456849 h 517919"/>
                <a:gd name="connsiteX113" fmla="*/ 1101732 w 2915191"/>
                <a:gd name="connsiteY113" fmla="*/ 447686 h 517919"/>
                <a:gd name="connsiteX114" fmla="*/ 1111476 w 2915191"/>
                <a:gd name="connsiteY114" fmla="*/ 429107 h 517919"/>
                <a:gd name="connsiteX115" fmla="*/ 1121220 w 2915191"/>
                <a:gd name="connsiteY115" fmla="*/ 420631 h 517919"/>
                <a:gd name="connsiteX116" fmla="*/ 1130979 w 2915191"/>
                <a:gd name="connsiteY116" fmla="*/ 397073 h 517919"/>
                <a:gd name="connsiteX117" fmla="*/ 1140723 w 2915191"/>
                <a:gd name="connsiteY117" fmla="*/ 423226 h 517919"/>
                <a:gd name="connsiteX118" fmla="*/ 1150482 w 2915191"/>
                <a:gd name="connsiteY118" fmla="*/ 378451 h 517919"/>
                <a:gd name="connsiteX119" fmla="*/ 1160226 w 2915191"/>
                <a:gd name="connsiteY119" fmla="*/ 394994 h 517919"/>
                <a:gd name="connsiteX120" fmla="*/ 1169969 w 2915191"/>
                <a:gd name="connsiteY120" fmla="*/ 402228 h 517919"/>
                <a:gd name="connsiteX121" fmla="*/ 1179728 w 2915191"/>
                <a:gd name="connsiteY121" fmla="*/ 397620 h 517919"/>
                <a:gd name="connsiteX122" fmla="*/ 1189472 w 2915191"/>
                <a:gd name="connsiteY122" fmla="*/ 420990 h 517919"/>
                <a:gd name="connsiteX123" fmla="*/ 1199231 w 2915191"/>
                <a:gd name="connsiteY123" fmla="*/ 402445 h 517919"/>
                <a:gd name="connsiteX124" fmla="*/ 1208975 w 2915191"/>
                <a:gd name="connsiteY124" fmla="*/ 389123 h 517919"/>
                <a:gd name="connsiteX125" fmla="*/ 1218719 w 2915191"/>
                <a:gd name="connsiteY125" fmla="*/ 419254 h 517919"/>
                <a:gd name="connsiteX126" fmla="*/ 1228478 w 2915191"/>
                <a:gd name="connsiteY126" fmla="*/ 445407 h 517919"/>
                <a:gd name="connsiteX127" fmla="*/ 1238222 w 2915191"/>
                <a:gd name="connsiteY127" fmla="*/ 446718 h 517919"/>
                <a:gd name="connsiteX128" fmla="*/ 1247966 w 2915191"/>
                <a:gd name="connsiteY128" fmla="*/ 446062 h 517919"/>
                <a:gd name="connsiteX129" fmla="*/ 1257725 w 2915191"/>
                <a:gd name="connsiteY129" fmla="*/ 431537 h 517919"/>
                <a:gd name="connsiteX130" fmla="*/ 1267469 w 2915191"/>
                <a:gd name="connsiteY130" fmla="*/ 435663 h 517919"/>
                <a:gd name="connsiteX131" fmla="*/ 1277227 w 2915191"/>
                <a:gd name="connsiteY131" fmla="*/ 436545 h 517919"/>
                <a:gd name="connsiteX132" fmla="*/ 1286971 w 2915191"/>
                <a:gd name="connsiteY132" fmla="*/ 406045 h 517919"/>
                <a:gd name="connsiteX133" fmla="*/ 1296715 w 2915191"/>
                <a:gd name="connsiteY133" fmla="*/ 386992 h 517919"/>
                <a:gd name="connsiteX134" fmla="*/ 1306474 w 2915191"/>
                <a:gd name="connsiteY134" fmla="*/ 376822 h 517919"/>
                <a:gd name="connsiteX135" fmla="*/ 1316218 w 2915191"/>
                <a:gd name="connsiteY135" fmla="*/ 339598 h 517919"/>
                <a:gd name="connsiteX136" fmla="*/ 1325977 w 2915191"/>
                <a:gd name="connsiteY136" fmla="*/ 355768 h 517919"/>
                <a:gd name="connsiteX137" fmla="*/ 1335721 w 2915191"/>
                <a:gd name="connsiteY137" fmla="*/ 346306 h 517919"/>
                <a:gd name="connsiteX138" fmla="*/ 1345465 w 2915191"/>
                <a:gd name="connsiteY138" fmla="*/ 330062 h 517919"/>
                <a:gd name="connsiteX139" fmla="*/ 1355224 w 2915191"/>
                <a:gd name="connsiteY139" fmla="*/ 368067 h 517919"/>
                <a:gd name="connsiteX140" fmla="*/ 1364967 w 2915191"/>
                <a:gd name="connsiteY140" fmla="*/ 394093 h 517919"/>
                <a:gd name="connsiteX141" fmla="*/ 1374726 w 2915191"/>
                <a:gd name="connsiteY141" fmla="*/ 378577 h 517919"/>
                <a:gd name="connsiteX142" fmla="*/ 1384470 w 2915191"/>
                <a:gd name="connsiteY142" fmla="*/ 414210 h 517919"/>
                <a:gd name="connsiteX143" fmla="*/ 1394214 w 2915191"/>
                <a:gd name="connsiteY143" fmla="*/ 427181 h 517919"/>
                <a:gd name="connsiteX144" fmla="*/ 1403973 w 2915191"/>
                <a:gd name="connsiteY144" fmla="*/ 419998 h 517919"/>
                <a:gd name="connsiteX145" fmla="*/ 1413717 w 2915191"/>
                <a:gd name="connsiteY145" fmla="*/ 439209 h 517919"/>
                <a:gd name="connsiteX146" fmla="*/ 1423476 w 2915191"/>
                <a:gd name="connsiteY146" fmla="*/ 430217 h 517919"/>
                <a:gd name="connsiteX147" fmla="*/ 1433220 w 2915191"/>
                <a:gd name="connsiteY147" fmla="*/ 426489 h 517919"/>
                <a:gd name="connsiteX148" fmla="*/ 1442964 w 2915191"/>
                <a:gd name="connsiteY148" fmla="*/ 425646 h 517919"/>
                <a:gd name="connsiteX149" fmla="*/ 1452722 w 2915191"/>
                <a:gd name="connsiteY149" fmla="*/ 435040 h 517919"/>
                <a:gd name="connsiteX150" fmla="*/ 1462466 w 2915191"/>
                <a:gd name="connsiteY150" fmla="*/ 420472 h 517919"/>
                <a:gd name="connsiteX151" fmla="*/ 1472225 w 2915191"/>
                <a:gd name="connsiteY151" fmla="*/ 412300 h 517919"/>
                <a:gd name="connsiteX152" fmla="*/ 1481969 w 2915191"/>
                <a:gd name="connsiteY152" fmla="*/ 435788 h 517919"/>
                <a:gd name="connsiteX153" fmla="*/ 1491713 w 2915191"/>
                <a:gd name="connsiteY153" fmla="*/ 459978 h 517919"/>
                <a:gd name="connsiteX154" fmla="*/ 1501472 w 2915191"/>
                <a:gd name="connsiteY154" fmla="*/ 455285 h 517919"/>
                <a:gd name="connsiteX155" fmla="*/ 1511216 w 2915191"/>
                <a:gd name="connsiteY155" fmla="*/ 482654 h 517919"/>
                <a:gd name="connsiteX156" fmla="*/ 1520960 w 2915191"/>
                <a:gd name="connsiteY156" fmla="*/ 501874 h 517919"/>
                <a:gd name="connsiteX157" fmla="*/ 1530719 w 2915191"/>
                <a:gd name="connsiteY157" fmla="*/ 500369 h 517919"/>
                <a:gd name="connsiteX158" fmla="*/ 1540463 w 2915191"/>
                <a:gd name="connsiteY158" fmla="*/ 517920 h 517919"/>
                <a:gd name="connsiteX159" fmla="*/ 1550221 w 2915191"/>
                <a:gd name="connsiteY159" fmla="*/ 513748 h 517919"/>
                <a:gd name="connsiteX160" fmla="*/ 1559965 w 2915191"/>
                <a:gd name="connsiteY160" fmla="*/ 506418 h 517919"/>
                <a:gd name="connsiteX161" fmla="*/ 1569709 w 2915191"/>
                <a:gd name="connsiteY161" fmla="*/ 479034 h 517919"/>
                <a:gd name="connsiteX162" fmla="*/ 1579468 w 2915191"/>
                <a:gd name="connsiteY162" fmla="*/ 473968 h 517919"/>
                <a:gd name="connsiteX163" fmla="*/ 1589212 w 2915191"/>
                <a:gd name="connsiteY163" fmla="*/ 462555 h 517919"/>
                <a:gd name="connsiteX164" fmla="*/ 1598971 w 2915191"/>
                <a:gd name="connsiteY164" fmla="*/ 441503 h 517919"/>
                <a:gd name="connsiteX165" fmla="*/ 1608715 w 2915191"/>
                <a:gd name="connsiteY165" fmla="*/ 438823 h 517919"/>
                <a:gd name="connsiteX166" fmla="*/ 1618459 w 2915191"/>
                <a:gd name="connsiteY166" fmla="*/ 441160 h 517919"/>
                <a:gd name="connsiteX167" fmla="*/ 1628218 w 2915191"/>
                <a:gd name="connsiteY167" fmla="*/ 439462 h 517919"/>
                <a:gd name="connsiteX168" fmla="*/ 1637962 w 2915191"/>
                <a:gd name="connsiteY168" fmla="*/ 448580 h 517919"/>
                <a:gd name="connsiteX169" fmla="*/ 1647720 w 2915191"/>
                <a:gd name="connsiteY169" fmla="*/ 450174 h 517919"/>
                <a:gd name="connsiteX170" fmla="*/ 1657464 w 2915191"/>
                <a:gd name="connsiteY170" fmla="*/ 431799 h 517919"/>
                <a:gd name="connsiteX171" fmla="*/ 1667208 w 2915191"/>
                <a:gd name="connsiteY171" fmla="*/ 425162 h 517919"/>
                <a:gd name="connsiteX172" fmla="*/ 1676967 w 2915191"/>
                <a:gd name="connsiteY172" fmla="*/ 408375 h 517919"/>
                <a:gd name="connsiteX173" fmla="*/ 1686711 w 2915191"/>
                <a:gd name="connsiteY173" fmla="*/ 397748 h 517919"/>
                <a:gd name="connsiteX174" fmla="*/ 1696470 w 2915191"/>
                <a:gd name="connsiteY174" fmla="*/ 362561 h 517919"/>
                <a:gd name="connsiteX175" fmla="*/ 1706214 w 2915191"/>
                <a:gd name="connsiteY175" fmla="*/ 360549 h 517919"/>
                <a:gd name="connsiteX176" fmla="*/ 1715958 w 2915191"/>
                <a:gd name="connsiteY176" fmla="*/ 374169 h 517919"/>
                <a:gd name="connsiteX177" fmla="*/ 1725716 w 2915191"/>
                <a:gd name="connsiteY177" fmla="*/ 349864 h 517919"/>
                <a:gd name="connsiteX178" fmla="*/ 1735460 w 2915191"/>
                <a:gd name="connsiteY178" fmla="*/ 344070 h 517919"/>
                <a:gd name="connsiteX179" fmla="*/ 1745219 w 2915191"/>
                <a:gd name="connsiteY179" fmla="*/ 387682 h 517919"/>
                <a:gd name="connsiteX180" fmla="*/ 1754963 w 2915191"/>
                <a:gd name="connsiteY180" fmla="*/ 375761 h 517919"/>
                <a:gd name="connsiteX181" fmla="*/ 1764707 w 2915191"/>
                <a:gd name="connsiteY181" fmla="*/ 361801 h 517919"/>
                <a:gd name="connsiteX182" fmla="*/ 1774466 w 2915191"/>
                <a:gd name="connsiteY182" fmla="*/ 401078 h 517919"/>
                <a:gd name="connsiteX183" fmla="*/ 1784210 w 2915191"/>
                <a:gd name="connsiteY183" fmla="*/ 367764 h 517919"/>
                <a:gd name="connsiteX184" fmla="*/ 1793969 w 2915191"/>
                <a:gd name="connsiteY184" fmla="*/ 353721 h 517919"/>
                <a:gd name="connsiteX185" fmla="*/ 1803713 w 2915191"/>
                <a:gd name="connsiteY185" fmla="*/ 370186 h 517919"/>
                <a:gd name="connsiteX186" fmla="*/ 1813457 w 2915191"/>
                <a:gd name="connsiteY186" fmla="*/ 366558 h 517919"/>
                <a:gd name="connsiteX187" fmla="*/ 1823215 w 2915191"/>
                <a:gd name="connsiteY187" fmla="*/ 334035 h 517919"/>
                <a:gd name="connsiteX188" fmla="*/ 1832959 w 2915191"/>
                <a:gd name="connsiteY188" fmla="*/ 310612 h 517919"/>
                <a:gd name="connsiteX189" fmla="*/ 1842703 w 2915191"/>
                <a:gd name="connsiteY189" fmla="*/ 339911 h 517919"/>
                <a:gd name="connsiteX190" fmla="*/ 1852462 w 2915191"/>
                <a:gd name="connsiteY190" fmla="*/ 326630 h 517919"/>
                <a:gd name="connsiteX191" fmla="*/ 1862206 w 2915191"/>
                <a:gd name="connsiteY191" fmla="*/ 327131 h 517919"/>
                <a:gd name="connsiteX192" fmla="*/ 1871965 w 2915191"/>
                <a:gd name="connsiteY192" fmla="*/ 309602 h 517919"/>
                <a:gd name="connsiteX193" fmla="*/ 1881709 w 2915191"/>
                <a:gd name="connsiteY193" fmla="*/ 271944 h 517919"/>
                <a:gd name="connsiteX194" fmla="*/ 1891453 w 2915191"/>
                <a:gd name="connsiteY194" fmla="*/ 285083 h 517919"/>
                <a:gd name="connsiteX195" fmla="*/ 1901212 w 2915191"/>
                <a:gd name="connsiteY195" fmla="*/ 265048 h 517919"/>
                <a:gd name="connsiteX196" fmla="*/ 1910956 w 2915191"/>
                <a:gd name="connsiteY196" fmla="*/ 277026 h 517919"/>
                <a:gd name="connsiteX197" fmla="*/ 1920714 w 2915191"/>
                <a:gd name="connsiteY197" fmla="*/ 283836 h 517919"/>
                <a:gd name="connsiteX198" fmla="*/ 1930458 w 2915191"/>
                <a:gd name="connsiteY198" fmla="*/ 236596 h 517919"/>
                <a:gd name="connsiteX199" fmla="*/ 1940202 w 2915191"/>
                <a:gd name="connsiteY199" fmla="*/ 251161 h 517919"/>
                <a:gd name="connsiteX200" fmla="*/ 1949961 w 2915191"/>
                <a:gd name="connsiteY200" fmla="*/ 232178 h 517919"/>
                <a:gd name="connsiteX201" fmla="*/ 1959705 w 2915191"/>
                <a:gd name="connsiteY201" fmla="*/ 240307 h 517919"/>
                <a:gd name="connsiteX202" fmla="*/ 1969464 w 2915191"/>
                <a:gd name="connsiteY202" fmla="*/ 214209 h 517919"/>
                <a:gd name="connsiteX203" fmla="*/ 1979208 w 2915191"/>
                <a:gd name="connsiteY203" fmla="*/ 227774 h 517919"/>
                <a:gd name="connsiteX204" fmla="*/ 1988952 w 2915191"/>
                <a:gd name="connsiteY204" fmla="*/ 247861 h 517919"/>
                <a:gd name="connsiteX205" fmla="*/ 1998711 w 2915191"/>
                <a:gd name="connsiteY205" fmla="*/ 264096 h 517919"/>
                <a:gd name="connsiteX206" fmla="*/ 2008454 w 2915191"/>
                <a:gd name="connsiteY206" fmla="*/ 275087 h 517919"/>
                <a:gd name="connsiteX207" fmla="*/ 2018213 w 2915191"/>
                <a:gd name="connsiteY207" fmla="*/ 261574 h 517919"/>
                <a:gd name="connsiteX208" fmla="*/ 2027957 w 2915191"/>
                <a:gd name="connsiteY208" fmla="*/ 252162 h 517919"/>
                <a:gd name="connsiteX209" fmla="*/ 2037701 w 2915191"/>
                <a:gd name="connsiteY209" fmla="*/ 267739 h 517919"/>
                <a:gd name="connsiteX210" fmla="*/ 2047460 w 2915191"/>
                <a:gd name="connsiteY210" fmla="*/ 278557 h 517919"/>
                <a:gd name="connsiteX211" fmla="*/ 2057204 w 2915191"/>
                <a:gd name="connsiteY211" fmla="*/ 291813 h 517919"/>
                <a:gd name="connsiteX212" fmla="*/ 2066963 w 2915191"/>
                <a:gd name="connsiteY212" fmla="*/ 304303 h 517919"/>
                <a:gd name="connsiteX213" fmla="*/ 2076707 w 2915191"/>
                <a:gd name="connsiteY213" fmla="*/ 288701 h 517919"/>
                <a:gd name="connsiteX214" fmla="*/ 2086451 w 2915191"/>
                <a:gd name="connsiteY214" fmla="*/ 272270 h 517919"/>
                <a:gd name="connsiteX215" fmla="*/ 2096210 w 2915191"/>
                <a:gd name="connsiteY215" fmla="*/ 253169 h 517919"/>
                <a:gd name="connsiteX216" fmla="*/ 2105954 w 2915191"/>
                <a:gd name="connsiteY216" fmla="*/ 336340 h 517919"/>
                <a:gd name="connsiteX217" fmla="*/ 2115697 w 2915191"/>
                <a:gd name="connsiteY217" fmla="*/ 348408 h 517919"/>
                <a:gd name="connsiteX218" fmla="*/ 2125456 w 2915191"/>
                <a:gd name="connsiteY218" fmla="*/ 372953 h 517919"/>
                <a:gd name="connsiteX219" fmla="*/ 2135200 w 2915191"/>
                <a:gd name="connsiteY219" fmla="*/ 402544 h 517919"/>
                <a:gd name="connsiteX220" fmla="*/ 2144959 w 2915191"/>
                <a:gd name="connsiteY220" fmla="*/ 378933 h 517919"/>
                <a:gd name="connsiteX221" fmla="*/ 2154703 w 2915191"/>
                <a:gd name="connsiteY221" fmla="*/ 397685 h 517919"/>
                <a:gd name="connsiteX222" fmla="*/ 2164447 w 2915191"/>
                <a:gd name="connsiteY222" fmla="*/ 437103 h 517919"/>
                <a:gd name="connsiteX223" fmla="*/ 2174206 w 2915191"/>
                <a:gd name="connsiteY223" fmla="*/ 419907 h 517919"/>
                <a:gd name="connsiteX224" fmla="*/ 2183950 w 2915191"/>
                <a:gd name="connsiteY224" fmla="*/ 426667 h 517919"/>
                <a:gd name="connsiteX225" fmla="*/ 2193709 w 2915191"/>
                <a:gd name="connsiteY225" fmla="*/ 466757 h 517919"/>
                <a:gd name="connsiteX226" fmla="*/ 2203452 w 2915191"/>
                <a:gd name="connsiteY226" fmla="*/ 467576 h 517919"/>
                <a:gd name="connsiteX227" fmla="*/ 2213196 w 2915191"/>
                <a:gd name="connsiteY227" fmla="*/ 459710 h 517919"/>
                <a:gd name="connsiteX228" fmla="*/ 2222955 w 2915191"/>
                <a:gd name="connsiteY228" fmla="*/ 467874 h 517919"/>
                <a:gd name="connsiteX229" fmla="*/ 2232699 w 2915191"/>
                <a:gd name="connsiteY229" fmla="*/ 449951 h 517919"/>
                <a:gd name="connsiteX230" fmla="*/ 2242458 w 2915191"/>
                <a:gd name="connsiteY230" fmla="*/ 446792 h 517919"/>
                <a:gd name="connsiteX231" fmla="*/ 2252202 w 2915191"/>
                <a:gd name="connsiteY231" fmla="*/ 447582 h 517919"/>
                <a:gd name="connsiteX232" fmla="*/ 2261946 w 2915191"/>
                <a:gd name="connsiteY232" fmla="*/ 435490 h 517919"/>
                <a:gd name="connsiteX233" fmla="*/ 2271705 w 2915191"/>
                <a:gd name="connsiteY233" fmla="*/ 438486 h 517919"/>
                <a:gd name="connsiteX234" fmla="*/ 2281449 w 2915191"/>
                <a:gd name="connsiteY234" fmla="*/ 448520 h 517919"/>
                <a:gd name="connsiteX235" fmla="*/ 2291208 w 2915191"/>
                <a:gd name="connsiteY235" fmla="*/ 459531 h 517919"/>
                <a:gd name="connsiteX236" fmla="*/ 2300951 w 2915191"/>
                <a:gd name="connsiteY236" fmla="*/ 432616 h 517919"/>
                <a:gd name="connsiteX237" fmla="*/ 2310695 w 2915191"/>
                <a:gd name="connsiteY237" fmla="*/ 417164 h 517919"/>
                <a:gd name="connsiteX238" fmla="*/ 2320454 w 2915191"/>
                <a:gd name="connsiteY238" fmla="*/ 426902 h 517919"/>
                <a:gd name="connsiteX239" fmla="*/ 2330198 w 2915191"/>
                <a:gd name="connsiteY239" fmla="*/ 446360 h 517919"/>
                <a:gd name="connsiteX240" fmla="*/ 2339957 w 2915191"/>
                <a:gd name="connsiteY240" fmla="*/ 446613 h 517919"/>
                <a:gd name="connsiteX241" fmla="*/ 2349701 w 2915191"/>
                <a:gd name="connsiteY241" fmla="*/ 417447 h 517919"/>
                <a:gd name="connsiteX242" fmla="*/ 2359445 w 2915191"/>
                <a:gd name="connsiteY242" fmla="*/ 401517 h 517919"/>
                <a:gd name="connsiteX243" fmla="*/ 2369204 w 2915191"/>
                <a:gd name="connsiteY243" fmla="*/ 418031 h 517919"/>
                <a:gd name="connsiteX244" fmla="*/ 2378948 w 2915191"/>
                <a:gd name="connsiteY244" fmla="*/ 413342 h 517919"/>
                <a:gd name="connsiteX245" fmla="*/ 2388692 w 2915191"/>
                <a:gd name="connsiteY245" fmla="*/ 390511 h 517919"/>
                <a:gd name="connsiteX246" fmla="*/ 2398450 w 2915191"/>
                <a:gd name="connsiteY246" fmla="*/ 346771 h 517919"/>
                <a:gd name="connsiteX247" fmla="*/ 2408194 w 2915191"/>
                <a:gd name="connsiteY247" fmla="*/ 339226 h 517919"/>
                <a:gd name="connsiteX248" fmla="*/ 2417953 w 2915191"/>
                <a:gd name="connsiteY248" fmla="*/ 326242 h 517919"/>
                <a:gd name="connsiteX249" fmla="*/ 2427697 w 2915191"/>
                <a:gd name="connsiteY249" fmla="*/ 359283 h 517919"/>
                <a:gd name="connsiteX250" fmla="*/ 2437441 w 2915191"/>
                <a:gd name="connsiteY250" fmla="*/ 324530 h 517919"/>
                <a:gd name="connsiteX251" fmla="*/ 2447200 w 2915191"/>
                <a:gd name="connsiteY251" fmla="*/ 316273 h 517919"/>
                <a:gd name="connsiteX252" fmla="*/ 2456944 w 2915191"/>
                <a:gd name="connsiteY252" fmla="*/ 335573 h 517919"/>
                <a:gd name="connsiteX253" fmla="*/ 2466703 w 2915191"/>
                <a:gd name="connsiteY253" fmla="*/ 319539 h 517919"/>
                <a:gd name="connsiteX254" fmla="*/ 2476446 w 2915191"/>
                <a:gd name="connsiteY254" fmla="*/ 313174 h 517919"/>
                <a:gd name="connsiteX255" fmla="*/ 2486190 w 2915191"/>
                <a:gd name="connsiteY255" fmla="*/ 269351 h 517919"/>
                <a:gd name="connsiteX256" fmla="*/ 2495949 w 2915191"/>
                <a:gd name="connsiteY256" fmla="*/ 264899 h 517919"/>
                <a:gd name="connsiteX257" fmla="*/ 2505693 w 2915191"/>
                <a:gd name="connsiteY257" fmla="*/ 222394 h 517919"/>
                <a:gd name="connsiteX258" fmla="*/ 2515452 w 2915191"/>
                <a:gd name="connsiteY258" fmla="*/ 209970 h 517919"/>
                <a:gd name="connsiteX259" fmla="*/ 2525196 w 2915191"/>
                <a:gd name="connsiteY259" fmla="*/ 227142 h 517919"/>
                <a:gd name="connsiteX260" fmla="*/ 2534940 w 2915191"/>
                <a:gd name="connsiteY260" fmla="*/ 220605 h 517919"/>
                <a:gd name="connsiteX261" fmla="*/ 2544699 w 2915191"/>
                <a:gd name="connsiteY261" fmla="*/ 250473 h 517919"/>
                <a:gd name="connsiteX262" fmla="*/ 2554443 w 2915191"/>
                <a:gd name="connsiteY262" fmla="*/ 229400 h 517919"/>
                <a:gd name="connsiteX263" fmla="*/ 2564202 w 2915191"/>
                <a:gd name="connsiteY263" fmla="*/ 221458 h 517919"/>
                <a:gd name="connsiteX264" fmla="*/ 2573946 w 2915191"/>
                <a:gd name="connsiteY264" fmla="*/ 213198 h 517919"/>
                <a:gd name="connsiteX265" fmla="*/ 2583690 w 2915191"/>
                <a:gd name="connsiteY265" fmla="*/ 189868 h 517919"/>
                <a:gd name="connsiteX266" fmla="*/ 2593448 w 2915191"/>
                <a:gd name="connsiteY266" fmla="*/ 180047 h 517919"/>
                <a:gd name="connsiteX267" fmla="*/ 2603192 w 2915191"/>
                <a:gd name="connsiteY267" fmla="*/ 180567 h 517919"/>
                <a:gd name="connsiteX268" fmla="*/ 2612951 w 2915191"/>
                <a:gd name="connsiteY268" fmla="*/ 160207 h 517919"/>
                <a:gd name="connsiteX269" fmla="*/ 2622695 w 2915191"/>
                <a:gd name="connsiteY269" fmla="*/ 157397 h 517919"/>
                <a:gd name="connsiteX270" fmla="*/ 2632439 w 2915191"/>
                <a:gd name="connsiteY270" fmla="*/ 137111 h 517919"/>
                <a:gd name="connsiteX271" fmla="*/ 2642198 w 2915191"/>
                <a:gd name="connsiteY271" fmla="*/ 114728 h 517919"/>
                <a:gd name="connsiteX272" fmla="*/ 2651942 w 2915191"/>
                <a:gd name="connsiteY272" fmla="*/ 103074 h 517919"/>
                <a:gd name="connsiteX273" fmla="*/ 2661685 w 2915191"/>
                <a:gd name="connsiteY273" fmla="*/ 109432 h 517919"/>
                <a:gd name="connsiteX274" fmla="*/ 2671444 w 2915191"/>
                <a:gd name="connsiteY274" fmla="*/ 107392 h 517919"/>
                <a:gd name="connsiteX275" fmla="*/ 2681188 w 2915191"/>
                <a:gd name="connsiteY275" fmla="*/ 92834 h 517919"/>
                <a:gd name="connsiteX276" fmla="*/ 2690947 w 2915191"/>
                <a:gd name="connsiteY276" fmla="*/ 69151 h 517919"/>
                <a:gd name="connsiteX277" fmla="*/ 2700691 w 2915191"/>
                <a:gd name="connsiteY277" fmla="*/ 37645 h 517919"/>
                <a:gd name="connsiteX278" fmla="*/ 2710435 w 2915191"/>
                <a:gd name="connsiteY278" fmla="*/ 31502 h 517919"/>
                <a:gd name="connsiteX279" fmla="*/ 2720194 w 2915191"/>
                <a:gd name="connsiteY279" fmla="*/ 22828 h 517919"/>
                <a:gd name="connsiteX280" fmla="*/ 2729938 w 2915191"/>
                <a:gd name="connsiteY280" fmla="*/ 0 h 517919"/>
                <a:gd name="connsiteX281" fmla="*/ 2739697 w 2915191"/>
                <a:gd name="connsiteY281" fmla="*/ 28928 h 517919"/>
                <a:gd name="connsiteX282" fmla="*/ 2749441 w 2915191"/>
                <a:gd name="connsiteY282" fmla="*/ 26225 h 517919"/>
                <a:gd name="connsiteX283" fmla="*/ 2759185 w 2915191"/>
                <a:gd name="connsiteY283" fmla="*/ 23902 h 517919"/>
                <a:gd name="connsiteX284" fmla="*/ 2768943 w 2915191"/>
                <a:gd name="connsiteY284" fmla="*/ 23795 h 517919"/>
                <a:gd name="connsiteX285" fmla="*/ 2778687 w 2915191"/>
                <a:gd name="connsiteY285" fmla="*/ 47808 h 517919"/>
                <a:gd name="connsiteX286" fmla="*/ 2788446 w 2915191"/>
                <a:gd name="connsiteY286" fmla="*/ 37341 h 517919"/>
                <a:gd name="connsiteX287" fmla="*/ 2798190 w 2915191"/>
                <a:gd name="connsiteY287" fmla="*/ 80545 h 517919"/>
                <a:gd name="connsiteX288" fmla="*/ 2807934 w 2915191"/>
                <a:gd name="connsiteY288" fmla="*/ 96069 h 517919"/>
                <a:gd name="connsiteX289" fmla="*/ 2817693 w 2915191"/>
                <a:gd name="connsiteY289" fmla="*/ 106772 h 517919"/>
                <a:gd name="connsiteX290" fmla="*/ 2827437 w 2915191"/>
                <a:gd name="connsiteY290" fmla="*/ 87265 h 517919"/>
                <a:gd name="connsiteX291" fmla="*/ 2837196 w 2915191"/>
                <a:gd name="connsiteY291" fmla="*/ 83823 h 517919"/>
                <a:gd name="connsiteX292" fmla="*/ 2846940 w 2915191"/>
                <a:gd name="connsiteY292" fmla="*/ 101158 h 517919"/>
                <a:gd name="connsiteX293" fmla="*/ 2856684 w 2915191"/>
                <a:gd name="connsiteY293" fmla="*/ 138006 h 517919"/>
                <a:gd name="connsiteX294" fmla="*/ 2866442 w 2915191"/>
                <a:gd name="connsiteY294" fmla="*/ 161849 h 517919"/>
                <a:gd name="connsiteX295" fmla="*/ 2876186 w 2915191"/>
                <a:gd name="connsiteY295" fmla="*/ 172508 h 517919"/>
                <a:gd name="connsiteX296" fmla="*/ 2885945 w 2915191"/>
                <a:gd name="connsiteY296" fmla="*/ 174880 h 517919"/>
                <a:gd name="connsiteX297" fmla="*/ 2895689 w 2915191"/>
                <a:gd name="connsiteY297" fmla="*/ 219595 h 517919"/>
                <a:gd name="connsiteX298" fmla="*/ 2905433 w 2915191"/>
                <a:gd name="connsiteY298" fmla="*/ 231632 h 517919"/>
                <a:gd name="connsiteX299" fmla="*/ 2915192 w 2915191"/>
                <a:gd name="connsiteY299" fmla="*/ 185612 h 517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17919">
                  <a:moveTo>
                    <a:pt x="0" y="424116"/>
                  </a:moveTo>
                  <a:lnTo>
                    <a:pt x="9750" y="425948"/>
                  </a:lnTo>
                  <a:lnTo>
                    <a:pt x="19500" y="412368"/>
                  </a:lnTo>
                  <a:lnTo>
                    <a:pt x="29250" y="432467"/>
                  </a:lnTo>
                  <a:lnTo>
                    <a:pt x="39000" y="415260"/>
                  </a:lnTo>
                  <a:lnTo>
                    <a:pt x="48749" y="444021"/>
                  </a:lnTo>
                  <a:lnTo>
                    <a:pt x="58499" y="428973"/>
                  </a:lnTo>
                  <a:lnTo>
                    <a:pt x="68249" y="422617"/>
                  </a:lnTo>
                  <a:lnTo>
                    <a:pt x="77998" y="389445"/>
                  </a:lnTo>
                  <a:lnTo>
                    <a:pt x="87748" y="419184"/>
                  </a:lnTo>
                  <a:lnTo>
                    <a:pt x="97497" y="401906"/>
                  </a:lnTo>
                  <a:lnTo>
                    <a:pt x="107247" y="365293"/>
                  </a:lnTo>
                  <a:lnTo>
                    <a:pt x="116997" y="361403"/>
                  </a:lnTo>
                  <a:lnTo>
                    <a:pt x="126747" y="375968"/>
                  </a:lnTo>
                  <a:lnTo>
                    <a:pt x="136497" y="364632"/>
                  </a:lnTo>
                  <a:lnTo>
                    <a:pt x="146247" y="370152"/>
                  </a:lnTo>
                  <a:lnTo>
                    <a:pt x="155997" y="389997"/>
                  </a:lnTo>
                  <a:lnTo>
                    <a:pt x="165747" y="335480"/>
                  </a:lnTo>
                  <a:lnTo>
                    <a:pt x="175497" y="313925"/>
                  </a:lnTo>
                  <a:lnTo>
                    <a:pt x="185247" y="334954"/>
                  </a:lnTo>
                  <a:lnTo>
                    <a:pt x="194996" y="340634"/>
                  </a:lnTo>
                  <a:lnTo>
                    <a:pt x="204746" y="357348"/>
                  </a:lnTo>
                  <a:lnTo>
                    <a:pt x="214495" y="310014"/>
                  </a:lnTo>
                  <a:lnTo>
                    <a:pt x="224245" y="320142"/>
                  </a:lnTo>
                  <a:lnTo>
                    <a:pt x="233995" y="319276"/>
                  </a:lnTo>
                  <a:lnTo>
                    <a:pt x="243744" y="302838"/>
                  </a:lnTo>
                  <a:lnTo>
                    <a:pt x="253494" y="290472"/>
                  </a:lnTo>
                  <a:lnTo>
                    <a:pt x="263244" y="287139"/>
                  </a:lnTo>
                  <a:lnTo>
                    <a:pt x="272994" y="315009"/>
                  </a:lnTo>
                  <a:lnTo>
                    <a:pt x="282744" y="341260"/>
                  </a:lnTo>
                  <a:lnTo>
                    <a:pt x="292494" y="305215"/>
                  </a:lnTo>
                  <a:lnTo>
                    <a:pt x="302244" y="335868"/>
                  </a:lnTo>
                  <a:lnTo>
                    <a:pt x="311994" y="341301"/>
                  </a:lnTo>
                  <a:lnTo>
                    <a:pt x="321744" y="313180"/>
                  </a:lnTo>
                  <a:lnTo>
                    <a:pt x="331493" y="317633"/>
                  </a:lnTo>
                  <a:lnTo>
                    <a:pt x="341243" y="310665"/>
                  </a:lnTo>
                  <a:lnTo>
                    <a:pt x="350993" y="346258"/>
                  </a:lnTo>
                  <a:lnTo>
                    <a:pt x="360742" y="331252"/>
                  </a:lnTo>
                  <a:lnTo>
                    <a:pt x="370492" y="322438"/>
                  </a:lnTo>
                  <a:lnTo>
                    <a:pt x="380241" y="302032"/>
                  </a:lnTo>
                  <a:lnTo>
                    <a:pt x="389991" y="333092"/>
                  </a:lnTo>
                  <a:lnTo>
                    <a:pt x="399741" y="325069"/>
                  </a:lnTo>
                  <a:lnTo>
                    <a:pt x="409491" y="322995"/>
                  </a:lnTo>
                  <a:lnTo>
                    <a:pt x="419241" y="317652"/>
                  </a:lnTo>
                  <a:lnTo>
                    <a:pt x="428991" y="308470"/>
                  </a:lnTo>
                  <a:lnTo>
                    <a:pt x="438741" y="312747"/>
                  </a:lnTo>
                  <a:lnTo>
                    <a:pt x="448491" y="320854"/>
                  </a:lnTo>
                  <a:lnTo>
                    <a:pt x="458241" y="330530"/>
                  </a:lnTo>
                  <a:lnTo>
                    <a:pt x="467991" y="324425"/>
                  </a:lnTo>
                  <a:lnTo>
                    <a:pt x="477740" y="346422"/>
                  </a:lnTo>
                  <a:lnTo>
                    <a:pt x="487490" y="375374"/>
                  </a:lnTo>
                  <a:lnTo>
                    <a:pt x="497239" y="393381"/>
                  </a:lnTo>
                  <a:lnTo>
                    <a:pt x="506989" y="419011"/>
                  </a:lnTo>
                  <a:lnTo>
                    <a:pt x="516738" y="375420"/>
                  </a:lnTo>
                  <a:lnTo>
                    <a:pt x="526488" y="370122"/>
                  </a:lnTo>
                  <a:lnTo>
                    <a:pt x="536238" y="357713"/>
                  </a:lnTo>
                  <a:lnTo>
                    <a:pt x="545988" y="345472"/>
                  </a:lnTo>
                  <a:lnTo>
                    <a:pt x="555738" y="346567"/>
                  </a:lnTo>
                  <a:lnTo>
                    <a:pt x="565488" y="331639"/>
                  </a:lnTo>
                  <a:lnTo>
                    <a:pt x="575238" y="313768"/>
                  </a:lnTo>
                  <a:lnTo>
                    <a:pt x="584988" y="337644"/>
                  </a:lnTo>
                  <a:lnTo>
                    <a:pt x="594738" y="315310"/>
                  </a:lnTo>
                  <a:lnTo>
                    <a:pt x="604488" y="316651"/>
                  </a:lnTo>
                  <a:lnTo>
                    <a:pt x="614237" y="287620"/>
                  </a:lnTo>
                  <a:lnTo>
                    <a:pt x="623987" y="264642"/>
                  </a:lnTo>
                  <a:lnTo>
                    <a:pt x="633736" y="238793"/>
                  </a:lnTo>
                  <a:lnTo>
                    <a:pt x="643486" y="234932"/>
                  </a:lnTo>
                  <a:lnTo>
                    <a:pt x="653236" y="251995"/>
                  </a:lnTo>
                  <a:lnTo>
                    <a:pt x="662985" y="244664"/>
                  </a:lnTo>
                  <a:lnTo>
                    <a:pt x="672735" y="243452"/>
                  </a:lnTo>
                  <a:lnTo>
                    <a:pt x="682485" y="234769"/>
                  </a:lnTo>
                  <a:lnTo>
                    <a:pt x="692235" y="250133"/>
                  </a:lnTo>
                  <a:lnTo>
                    <a:pt x="701985" y="232834"/>
                  </a:lnTo>
                  <a:lnTo>
                    <a:pt x="711735" y="214329"/>
                  </a:lnTo>
                  <a:lnTo>
                    <a:pt x="721485" y="208546"/>
                  </a:lnTo>
                  <a:lnTo>
                    <a:pt x="731235" y="242237"/>
                  </a:lnTo>
                  <a:lnTo>
                    <a:pt x="740985" y="228102"/>
                  </a:lnTo>
                  <a:lnTo>
                    <a:pt x="750734" y="226760"/>
                  </a:lnTo>
                  <a:lnTo>
                    <a:pt x="760484" y="202210"/>
                  </a:lnTo>
                  <a:lnTo>
                    <a:pt x="770233" y="187480"/>
                  </a:lnTo>
                  <a:lnTo>
                    <a:pt x="779983" y="198882"/>
                  </a:lnTo>
                  <a:lnTo>
                    <a:pt x="789733" y="228340"/>
                  </a:lnTo>
                  <a:lnTo>
                    <a:pt x="799482" y="206545"/>
                  </a:lnTo>
                  <a:lnTo>
                    <a:pt x="809232" y="218692"/>
                  </a:lnTo>
                  <a:lnTo>
                    <a:pt x="818982" y="208030"/>
                  </a:lnTo>
                  <a:lnTo>
                    <a:pt x="828732" y="204570"/>
                  </a:lnTo>
                  <a:lnTo>
                    <a:pt x="838482" y="221464"/>
                  </a:lnTo>
                  <a:lnTo>
                    <a:pt x="848232" y="239562"/>
                  </a:lnTo>
                  <a:lnTo>
                    <a:pt x="857982" y="258262"/>
                  </a:lnTo>
                  <a:lnTo>
                    <a:pt x="867732" y="236629"/>
                  </a:lnTo>
                  <a:lnTo>
                    <a:pt x="877482" y="240998"/>
                  </a:lnTo>
                  <a:lnTo>
                    <a:pt x="887231" y="267651"/>
                  </a:lnTo>
                  <a:lnTo>
                    <a:pt x="896981" y="289641"/>
                  </a:lnTo>
                  <a:lnTo>
                    <a:pt x="906730" y="318528"/>
                  </a:lnTo>
                  <a:lnTo>
                    <a:pt x="916480" y="333210"/>
                  </a:lnTo>
                  <a:lnTo>
                    <a:pt x="926230" y="325464"/>
                  </a:lnTo>
                  <a:lnTo>
                    <a:pt x="935979" y="299866"/>
                  </a:lnTo>
                  <a:lnTo>
                    <a:pt x="945729" y="307645"/>
                  </a:lnTo>
                  <a:lnTo>
                    <a:pt x="955479" y="314722"/>
                  </a:lnTo>
                  <a:lnTo>
                    <a:pt x="965229" y="318729"/>
                  </a:lnTo>
                  <a:lnTo>
                    <a:pt x="974979" y="295521"/>
                  </a:lnTo>
                  <a:lnTo>
                    <a:pt x="984729" y="339707"/>
                  </a:lnTo>
                  <a:lnTo>
                    <a:pt x="994474" y="352760"/>
                  </a:lnTo>
                  <a:lnTo>
                    <a:pt x="1004233" y="393875"/>
                  </a:lnTo>
                  <a:lnTo>
                    <a:pt x="1013977" y="422662"/>
                  </a:lnTo>
                  <a:lnTo>
                    <a:pt x="1023721" y="437124"/>
                  </a:lnTo>
                  <a:lnTo>
                    <a:pt x="1033480" y="438651"/>
                  </a:lnTo>
                  <a:lnTo>
                    <a:pt x="1043224" y="459680"/>
                  </a:lnTo>
                  <a:lnTo>
                    <a:pt x="1052983" y="466936"/>
                  </a:lnTo>
                  <a:lnTo>
                    <a:pt x="1062727" y="460142"/>
                  </a:lnTo>
                  <a:lnTo>
                    <a:pt x="1072471" y="468291"/>
                  </a:lnTo>
                  <a:lnTo>
                    <a:pt x="1082230" y="470914"/>
                  </a:lnTo>
                  <a:lnTo>
                    <a:pt x="1091973" y="456849"/>
                  </a:lnTo>
                  <a:lnTo>
                    <a:pt x="1101732" y="447686"/>
                  </a:lnTo>
                  <a:lnTo>
                    <a:pt x="1111476" y="429107"/>
                  </a:lnTo>
                  <a:lnTo>
                    <a:pt x="1121220" y="420631"/>
                  </a:lnTo>
                  <a:lnTo>
                    <a:pt x="1130979" y="397073"/>
                  </a:lnTo>
                  <a:lnTo>
                    <a:pt x="1140723" y="423226"/>
                  </a:lnTo>
                  <a:lnTo>
                    <a:pt x="1150482" y="378451"/>
                  </a:lnTo>
                  <a:lnTo>
                    <a:pt x="1160226" y="394994"/>
                  </a:lnTo>
                  <a:lnTo>
                    <a:pt x="1169969" y="402228"/>
                  </a:lnTo>
                  <a:lnTo>
                    <a:pt x="1179728" y="397620"/>
                  </a:lnTo>
                  <a:lnTo>
                    <a:pt x="1189472" y="420990"/>
                  </a:lnTo>
                  <a:lnTo>
                    <a:pt x="1199231" y="402445"/>
                  </a:lnTo>
                  <a:lnTo>
                    <a:pt x="1208975" y="389123"/>
                  </a:lnTo>
                  <a:lnTo>
                    <a:pt x="1218719" y="419254"/>
                  </a:lnTo>
                  <a:lnTo>
                    <a:pt x="1228478" y="445407"/>
                  </a:lnTo>
                  <a:lnTo>
                    <a:pt x="1238222" y="446718"/>
                  </a:lnTo>
                  <a:lnTo>
                    <a:pt x="1247966" y="446062"/>
                  </a:lnTo>
                  <a:lnTo>
                    <a:pt x="1257725" y="431537"/>
                  </a:lnTo>
                  <a:lnTo>
                    <a:pt x="1267469" y="435663"/>
                  </a:lnTo>
                  <a:lnTo>
                    <a:pt x="1277227" y="436545"/>
                  </a:lnTo>
                  <a:lnTo>
                    <a:pt x="1286971" y="406045"/>
                  </a:lnTo>
                  <a:lnTo>
                    <a:pt x="1296715" y="386992"/>
                  </a:lnTo>
                  <a:lnTo>
                    <a:pt x="1306474" y="376822"/>
                  </a:lnTo>
                  <a:lnTo>
                    <a:pt x="1316218" y="339598"/>
                  </a:lnTo>
                  <a:lnTo>
                    <a:pt x="1325977" y="355768"/>
                  </a:lnTo>
                  <a:lnTo>
                    <a:pt x="1335721" y="346306"/>
                  </a:lnTo>
                  <a:lnTo>
                    <a:pt x="1345465" y="330062"/>
                  </a:lnTo>
                  <a:lnTo>
                    <a:pt x="1355224" y="368067"/>
                  </a:lnTo>
                  <a:lnTo>
                    <a:pt x="1364967" y="394093"/>
                  </a:lnTo>
                  <a:lnTo>
                    <a:pt x="1374726" y="378577"/>
                  </a:lnTo>
                  <a:lnTo>
                    <a:pt x="1384470" y="414210"/>
                  </a:lnTo>
                  <a:lnTo>
                    <a:pt x="1394214" y="427181"/>
                  </a:lnTo>
                  <a:lnTo>
                    <a:pt x="1403973" y="419998"/>
                  </a:lnTo>
                  <a:lnTo>
                    <a:pt x="1413717" y="439209"/>
                  </a:lnTo>
                  <a:lnTo>
                    <a:pt x="1423476" y="430217"/>
                  </a:lnTo>
                  <a:lnTo>
                    <a:pt x="1433220" y="426489"/>
                  </a:lnTo>
                  <a:lnTo>
                    <a:pt x="1442964" y="425646"/>
                  </a:lnTo>
                  <a:lnTo>
                    <a:pt x="1452722" y="435040"/>
                  </a:lnTo>
                  <a:lnTo>
                    <a:pt x="1462466" y="420472"/>
                  </a:lnTo>
                  <a:lnTo>
                    <a:pt x="1472225" y="412300"/>
                  </a:lnTo>
                  <a:lnTo>
                    <a:pt x="1481969" y="435788"/>
                  </a:lnTo>
                  <a:lnTo>
                    <a:pt x="1491713" y="459978"/>
                  </a:lnTo>
                  <a:lnTo>
                    <a:pt x="1501472" y="455285"/>
                  </a:lnTo>
                  <a:lnTo>
                    <a:pt x="1511216" y="482654"/>
                  </a:lnTo>
                  <a:lnTo>
                    <a:pt x="1520960" y="501874"/>
                  </a:lnTo>
                  <a:lnTo>
                    <a:pt x="1530719" y="500369"/>
                  </a:lnTo>
                  <a:lnTo>
                    <a:pt x="1540463" y="517920"/>
                  </a:lnTo>
                  <a:lnTo>
                    <a:pt x="1550221" y="513748"/>
                  </a:lnTo>
                  <a:lnTo>
                    <a:pt x="1559965" y="506418"/>
                  </a:lnTo>
                  <a:lnTo>
                    <a:pt x="1569709" y="479034"/>
                  </a:lnTo>
                  <a:lnTo>
                    <a:pt x="1579468" y="473968"/>
                  </a:lnTo>
                  <a:lnTo>
                    <a:pt x="1589212" y="462555"/>
                  </a:lnTo>
                  <a:lnTo>
                    <a:pt x="1598971" y="441503"/>
                  </a:lnTo>
                  <a:lnTo>
                    <a:pt x="1608715" y="438823"/>
                  </a:lnTo>
                  <a:lnTo>
                    <a:pt x="1618459" y="441160"/>
                  </a:lnTo>
                  <a:lnTo>
                    <a:pt x="1628218" y="439462"/>
                  </a:lnTo>
                  <a:lnTo>
                    <a:pt x="1637962" y="448580"/>
                  </a:lnTo>
                  <a:lnTo>
                    <a:pt x="1647720" y="450174"/>
                  </a:lnTo>
                  <a:lnTo>
                    <a:pt x="1657464" y="431799"/>
                  </a:lnTo>
                  <a:lnTo>
                    <a:pt x="1667208" y="425162"/>
                  </a:lnTo>
                  <a:lnTo>
                    <a:pt x="1676967" y="408375"/>
                  </a:lnTo>
                  <a:lnTo>
                    <a:pt x="1686711" y="397748"/>
                  </a:lnTo>
                  <a:lnTo>
                    <a:pt x="1696470" y="362561"/>
                  </a:lnTo>
                  <a:lnTo>
                    <a:pt x="1706214" y="360549"/>
                  </a:lnTo>
                  <a:lnTo>
                    <a:pt x="1715958" y="374169"/>
                  </a:lnTo>
                  <a:lnTo>
                    <a:pt x="1725716" y="349864"/>
                  </a:lnTo>
                  <a:lnTo>
                    <a:pt x="1735460" y="344070"/>
                  </a:lnTo>
                  <a:lnTo>
                    <a:pt x="1745219" y="387682"/>
                  </a:lnTo>
                  <a:lnTo>
                    <a:pt x="1754963" y="375761"/>
                  </a:lnTo>
                  <a:lnTo>
                    <a:pt x="1764707" y="361801"/>
                  </a:lnTo>
                  <a:lnTo>
                    <a:pt x="1774466" y="401078"/>
                  </a:lnTo>
                  <a:lnTo>
                    <a:pt x="1784210" y="367764"/>
                  </a:lnTo>
                  <a:lnTo>
                    <a:pt x="1793969" y="353721"/>
                  </a:lnTo>
                  <a:lnTo>
                    <a:pt x="1803713" y="370186"/>
                  </a:lnTo>
                  <a:lnTo>
                    <a:pt x="1813457" y="366558"/>
                  </a:lnTo>
                  <a:lnTo>
                    <a:pt x="1823215" y="334035"/>
                  </a:lnTo>
                  <a:lnTo>
                    <a:pt x="1832959" y="310612"/>
                  </a:lnTo>
                  <a:lnTo>
                    <a:pt x="1842703" y="339911"/>
                  </a:lnTo>
                  <a:lnTo>
                    <a:pt x="1852462" y="326630"/>
                  </a:lnTo>
                  <a:lnTo>
                    <a:pt x="1862206" y="327131"/>
                  </a:lnTo>
                  <a:lnTo>
                    <a:pt x="1871965" y="309602"/>
                  </a:lnTo>
                  <a:lnTo>
                    <a:pt x="1881709" y="271944"/>
                  </a:lnTo>
                  <a:lnTo>
                    <a:pt x="1891453" y="285083"/>
                  </a:lnTo>
                  <a:lnTo>
                    <a:pt x="1901212" y="265048"/>
                  </a:lnTo>
                  <a:lnTo>
                    <a:pt x="1910956" y="277026"/>
                  </a:lnTo>
                  <a:lnTo>
                    <a:pt x="1920714" y="283836"/>
                  </a:lnTo>
                  <a:lnTo>
                    <a:pt x="1930458" y="236596"/>
                  </a:lnTo>
                  <a:lnTo>
                    <a:pt x="1940202" y="251161"/>
                  </a:lnTo>
                  <a:lnTo>
                    <a:pt x="1949961" y="232178"/>
                  </a:lnTo>
                  <a:lnTo>
                    <a:pt x="1959705" y="240307"/>
                  </a:lnTo>
                  <a:lnTo>
                    <a:pt x="1969464" y="214209"/>
                  </a:lnTo>
                  <a:lnTo>
                    <a:pt x="1979208" y="227774"/>
                  </a:lnTo>
                  <a:lnTo>
                    <a:pt x="1988952" y="247861"/>
                  </a:lnTo>
                  <a:lnTo>
                    <a:pt x="1998711" y="264096"/>
                  </a:lnTo>
                  <a:lnTo>
                    <a:pt x="2008454" y="275087"/>
                  </a:lnTo>
                  <a:lnTo>
                    <a:pt x="2018213" y="261574"/>
                  </a:lnTo>
                  <a:lnTo>
                    <a:pt x="2027957" y="252162"/>
                  </a:lnTo>
                  <a:lnTo>
                    <a:pt x="2037701" y="267739"/>
                  </a:lnTo>
                  <a:lnTo>
                    <a:pt x="2047460" y="278557"/>
                  </a:lnTo>
                  <a:lnTo>
                    <a:pt x="2057204" y="291813"/>
                  </a:lnTo>
                  <a:lnTo>
                    <a:pt x="2066963" y="304303"/>
                  </a:lnTo>
                  <a:lnTo>
                    <a:pt x="2076707" y="288701"/>
                  </a:lnTo>
                  <a:lnTo>
                    <a:pt x="2086451" y="272270"/>
                  </a:lnTo>
                  <a:lnTo>
                    <a:pt x="2096210" y="253169"/>
                  </a:lnTo>
                  <a:lnTo>
                    <a:pt x="2105954" y="336340"/>
                  </a:lnTo>
                  <a:lnTo>
                    <a:pt x="2115697" y="348408"/>
                  </a:lnTo>
                  <a:lnTo>
                    <a:pt x="2125456" y="372953"/>
                  </a:lnTo>
                  <a:lnTo>
                    <a:pt x="2135200" y="402544"/>
                  </a:lnTo>
                  <a:lnTo>
                    <a:pt x="2144959" y="378933"/>
                  </a:lnTo>
                  <a:lnTo>
                    <a:pt x="2154703" y="397685"/>
                  </a:lnTo>
                  <a:lnTo>
                    <a:pt x="2164447" y="437103"/>
                  </a:lnTo>
                  <a:lnTo>
                    <a:pt x="2174206" y="419907"/>
                  </a:lnTo>
                  <a:lnTo>
                    <a:pt x="2183950" y="426667"/>
                  </a:lnTo>
                  <a:lnTo>
                    <a:pt x="2193709" y="466757"/>
                  </a:lnTo>
                  <a:lnTo>
                    <a:pt x="2203452" y="467576"/>
                  </a:lnTo>
                  <a:lnTo>
                    <a:pt x="2213196" y="459710"/>
                  </a:lnTo>
                  <a:lnTo>
                    <a:pt x="2222955" y="467874"/>
                  </a:lnTo>
                  <a:lnTo>
                    <a:pt x="2232699" y="449951"/>
                  </a:lnTo>
                  <a:lnTo>
                    <a:pt x="2242458" y="446792"/>
                  </a:lnTo>
                  <a:lnTo>
                    <a:pt x="2252202" y="447582"/>
                  </a:lnTo>
                  <a:lnTo>
                    <a:pt x="2261946" y="435490"/>
                  </a:lnTo>
                  <a:lnTo>
                    <a:pt x="2271705" y="438486"/>
                  </a:lnTo>
                  <a:lnTo>
                    <a:pt x="2281449" y="448520"/>
                  </a:lnTo>
                  <a:lnTo>
                    <a:pt x="2291208" y="459531"/>
                  </a:lnTo>
                  <a:lnTo>
                    <a:pt x="2300951" y="432616"/>
                  </a:lnTo>
                  <a:lnTo>
                    <a:pt x="2310695" y="417164"/>
                  </a:lnTo>
                  <a:lnTo>
                    <a:pt x="2320454" y="426902"/>
                  </a:lnTo>
                  <a:lnTo>
                    <a:pt x="2330198" y="446360"/>
                  </a:lnTo>
                  <a:lnTo>
                    <a:pt x="2339957" y="446613"/>
                  </a:lnTo>
                  <a:lnTo>
                    <a:pt x="2349701" y="417447"/>
                  </a:lnTo>
                  <a:lnTo>
                    <a:pt x="2359445" y="401517"/>
                  </a:lnTo>
                  <a:lnTo>
                    <a:pt x="2369204" y="418031"/>
                  </a:lnTo>
                  <a:lnTo>
                    <a:pt x="2378948" y="413342"/>
                  </a:lnTo>
                  <a:lnTo>
                    <a:pt x="2388692" y="390511"/>
                  </a:lnTo>
                  <a:lnTo>
                    <a:pt x="2398450" y="346771"/>
                  </a:lnTo>
                  <a:lnTo>
                    <a:pt x="2408194" y="339226"/>
                  </a:lnTo>
                  <a:lnTo>
                    <a:pt x="2417953" y="326242"/>
                  </a:lnTo>
                  <a:lnTo>
                    <a:pt x="2427697" y="359283"/>
                  </a:lnTo>
                  <a:lnTo>
                    <a:pt x="2437441" y="324530"/>
                  </a:lnTo>
                  <a:lnTo>
                    <a:pt x="2447200" y="316273"/>
                  </a:lnTo>
                  <a:lnTo>
                    <a:pt x="2456944" y="335573"/>
                  </a:lnTo>
                  <a:lnTo>
                    <a:pt x="2466703" y="319539"/>
                  </a:lnTo>
                  <a:lnTo>
                    <a:pt x="2476446" y="313174"/>
                  </a:lnTo>
                  <a:lnTo>
                    <a:pt x="2486190" y="269351"/>
                  </a:lnTo>
                  <a:lnTo>
                    <a:pt x="2495949" y="264899"/>
                  </a:lnTo>
                  <a:lnTo>
                    <a:pt x="2505693" y="222394"/>
                  </a:lnTo>
                  <a:lnTo>
                    <a:pt x="2515452" y="209970"/>
                  </a:lnTo>
                  <a:lnTo>
                    <a:pt x="2525196" y="227142"/>
                  </a:lnTo>
                  <a:lnTo>
                    <a:pt x="2534940" y="220605"/>
                  </a:lnTo>
                  <a:lnTo>
                    <a:pt x="2544699" y="250473"/>
                  </a:lnTo>
                  <a:lnTo>
                    <a:pt x="2554443" y="229400"/>
                  </a:lnTo>
                  <a:lnTo>
                    <a:pt x="2564202" y="221458"/>
                  </a:lnTo>
                  <a:lnTo>
                    <a:pt x="2573946" y="213198"/>
                  </a:lnTo>
                  <a:lnTo>
                    <a:pt x="2583690" y="189868"/>
                  </a:lnTo>
                  <a:lnTo>
                    <a:pt x="2593448" y="180047"/>
                  </a:lnTo>
                  <a:lnTo>
                    <a:pt x="2603192" y="180567"/>
                  </a:lnTo>
                  <a:lnTo>
                    <a:pt x="2612951" y="160207"/>
                  </a:lnTo>
                  <a:lnTo>
                    <a:pt x="2622695" y="157397"/>
                  </a:lnTo>
                  <a:lnTo>
                    <a:pt x="2632439" y="137111"/>
                  </a:lnTo>
                  <a:lnTo>
                    <a:pt x="2642198" y="114728"/>
                  </a:lnTo>
                  <a:lnTo>
                    <a:pt x="2651942" y="103074"/>
                  </a:lnTo>
                  <a:lnTo>
                    <a:pt x="2661685" y="109432"/>
                  </a:lnTo>
                  <a:lnTo>
                    <a:pt x="2671444" y="107392"/>
                  </a:lnTo>
                  <a:lnTo>
                    <a:pt x="2681188" y="92834"/>
                  </a:lnTo>
                  <a:lnTo>
                    <a:pt x="2690947" y="69151"/>
                  </a:lnTo>
                  <a:lnTo>
                    <a:pt x="2700691" y="37645"/>
                  </a:lnTo>
                  <a:lnTo>
                    <a:pt x="2710435" y="31502"/>
                  </a:lnTo>
                  <a:lnTo>
                    <a:pt x="2720194" y="22828"/>
                  </a:lnTo>
                  <a:lnTo>
                    <a:pt x="2729938" y="0"/>
                  </a:lnTo>
                  <a:lnTo>
                    <a:pt x="2739697" y="28928"/>
                  </a:lnTo>
                  <a:lnTo>
                    <a:pt x="2749441" y="26225"/>
                  </a:lnTo>
                  <a:lnTo>
                    <a:pt x="2759185" y="23902"/>
                  </a:lnTo>
                  <a:lnTo>
                    <a:pt x="2768943" y="23795"/>
                  </a:lnTo>
                  <a:lnTo>
                    <a:pt x="2778687" y="47808"/>
                  </a:lnTo>
                  <a:lnTo>
                    <a:pt x="2788446" y="37341"/>
                  </a:lnTo>
                  <a:lnTo>
                    <a:pt x="2798190" y="80545"/>
                  </a:lnTo>
                  <a:lnTo>
                    <a:pt x="2807934" y="96069"/>
                  </a:lnTo>
                  <a:lnTo>
                    <a:pt x="2817693" y="106772"/>
                  </a:lnTo>
                  <a:lnTo>
                    <a:pt x="2827437" y="87265"/>
                  </a:lnTo>
                  <a:lnTo>
                    <a:pt x="2837196" y="83823"/>
                  </a:lnTo>
                  <a:lnTo>
                    <a:pt x="2846940" y="101158"/>
                  </a:lnTo>
                  <a:lnTo>
                    <a:pt x="2856684" y="138006"/>
                  </a:lnTo>
                  <a:lnTo>
                    <a:pt x="2866442" y="161849"/>
                  </a:lnTo>
                  <a:lnTo>
                    <a:pt x="2876186" y="172508"/>
                  </a:lnTo>
                  <a:lnTo>
                    <a:pt x="2885945" y="174880"/>
                  </a:lnTo>
                  <a:lnTo>
                    <a:pt x="2895689" y="219595"/>
                  </a:lnTo>
                  <a:lnTo>
                    <a:pt x="2905433" y="231632"/>
                  </a:lnTo>
                  <a:lnTo>
                    <a:pt x="2915192" y="18561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6" name="Freeform 1125">
              <a:extLst>
                <a:ext uri="{FF2B5EF4-FFF2-40B4-BE49-F238E27FC236}">
                  <a16:creationId xmlns:a16="http://schemas.microsoft.com/office/drawing/2014/main" id="{B972CB30-9533-68EA-BD3E-6692A330BAA3}"/>
                </a:ext>
              </a:extLst>
            </p:cNvPr>
            <p:cNvSpPr/>
            <p:nvPr/>
          </p:nvSpPr>
          <p:spPr>
            <a:xfrm>
              <a:off x="4426652" y="3432975"/>
              <a:ext cx="2915191" cy="358654"/>
            </a:xfrm>
            <a:custGeom>
              <a:avLst/>
              <a:gdLst>
                <a:gd name="connsiteX0" fmla="*/ 0 w 2915191"/>
                <a:gd name="connsiteY0" fmla="*/ 260093 h 358654"/>
                <a:gd name="connsiteX1" fmla="*/ 9750 w 2915191"/>
                <a:gd name="connsiteY1" fmla="*/ 275992 h 358654"/>
                <a:gd name="connsiteX2" fmla="*/ 19500 w 2915191"/>
                <a:gd name="connsiteY2" fmla="*/ 263374 h 358654"/>
                <a:gd name="connsiteX3" fmla="*/ 29250 w 2915191"/>
                <a:gd name="connsiteY3" fmla="*/ 270863 h 358654"/>
                <a:gd name="connsiteX4" fmla="*/ 39000 w 2915191"/>
                <a:gd name="connsiteY4" fmla="*/ 297525 h 358654"/>
                <a:gd name="connsiteX5" fmla="*/ 48749 w 2915191"/>
                <a:gd name="connsiteY5" fmla="*/ 318963 h 358654"/>
                <a:gd name="connsiteX6" fmla="*/ 58499 w 2915191"/>
                <a:gd name="connsiteY6" fmla="*/ 342995 h 358654"/>
                <a:gd name="connsiteX7" fmla="*/ 68249 w 2915191"/>
                <a:gd name="connsiteY7" fmla="*/ 349518 h 358654"/>
                <a:gd name="connsiteX8" fmla="*/ 77998 w 2915191"/>
                <a:gd name="connsiteY8" fmla="*/ 357876 h 358654"/>
                <a:gd name="connsiteX9" fmla="*/ 87748 w 2915191"/>
                <a:gd name="connsiteY9" fmla="*/ 358654 h 358654"/>
                <a:gd name="connsiteX10" fmla="*/ 97497 w 2915191"/>
                <a:gd name="connsiteY10" fmla="*/ 330739 h 358654"/>
                <a:gd name="connsiteX11" fmla="*/ 107247 w 2915191"/>
                <a:gd name="connsiteY11" fmla="*/ 290596 h 358654"/>
                <a:gd name="connsiteX12" fmla="*/ 116997 w 2915191"/>
                <a:gd name="connsiteY12" fmla="*/ 278355 h 358654"/>
                <a:gd name="connsiteX13" fmla="*/ 126747 w 2915191"/>
                <a:gd name="connsiteY13" fmla="*/ 267995 h 358654"/>
                <a:gd name="connsiteX14" fmla="*/ 136497 w 2915191"/>
                <a:gd name="connsiteY14" fmla="*/ 245826 h 358654"/>
                <a:gd name="connsiteX15" fmla="*/ 146247 w 2915191"/>
                <a:gd name="connsiteY15" fmla="*/ 240094 h 358654"/>
                <a:gd name="connsiteX16" fmla="*/ 155997 w 2915191"/>
                <a:gd name="connsiteY16" fmla="*/ 217173 h 358654"/>
                <a:gd name="connsiteX17" fmla="*/ 165747 w 2915191"/>
                <a:gd name="connsiteY17" fmla="*/ 185652 h 358654"/>
                <a:gd name="connsiteX18" fmla="*/ 175497 w 2915191"/>
                <a:gd name="connsiteY18" fmla="*/ 171679 h 358654"/>
                <a:gd name="connsiteX19" fmla="*/ 185247 w 2915191"/>
                <a:gd name="connsiteY19" fmla="*/ 181613 h 358654"/>
                <a:gd name="connsiteX20" fmla="*/ 194996 w 2915191"/>
                <a:gd name="connsiteY20" fmla="*/ 199381 h 358654"/>
                <a:gd name="connsiteX21" fmla="*/ 204746 w 2915191"/>
                <a:gd name="connsiteY21" fmla="*/ 217853 h 358654"/>
                <a:gd name="connsiteX22" fmla="*/ 214495 w 2915191"/>
                <a:gd name="connsiteY22" fmla="*/ 172798 h 358654"/>
                <a:gd name="connsiteX23" fmla="*/ 224245 w 2915191"/>
                <a:gd name="connsiteY23" fmla="*/ 184682 h 358654"/>
                <a:gd name="connsiteX24" fmla="*/ 233995 w 2915191"/>
                <a:gd name="connsiteY24" fmla="*/ 188497 h 358654"/>
                <a:gd name="connsiteX25" fmla="*/ 243744 w 2915191"/>
                <a:gd name="connsiteY25" fmla="*/ 196945 h 358654"/>
                <a:gd name="connsiteX26" fmla="*/ 253494 w 2915191"/>
                <a:gd name="connsiteY26" fmla="*/ 208927 h 358654"/>
                <a:gd name="connsiteX27" fmla="*/ 263244 w 2915191"/>
                <a:gd name="connsiteY27" fmla="*/ 185288 h 358654"/>
                <a:gd name="connsiteX28" fmla="*/ 272994 w 2915191"/>
                <a:gd name="connsiteY28" fmla="*/ 200934 h 358654"/>
                <a:gd name="connsiteX29" fmla="*/ 282744 w 2915191"/>
                <a:gd name="connsiteY29" fmla="*/ 202254 h 358654"/>
                <a:gd name="connsiteX30" fmla="*/ 292494 w 2915191"/>
                <a:gd name="connsiteY30" fmla="*/ 201190 h 358654"/>
                <a:gd name="connsiteX31" fmla="*/ 302244 w 2915191"/>
                <a:gd name="connsiteY31" fmla="*/ 222394 h 358654"/>
                <a:gd name="connsiteX32" fmla="*/ 311994 w 2915191"/>
                <a:gd name="connsiteY32" fmla="*/ 212690 h 358654"/>
                <a:gd name="connsiteX33" fmla="*/ 321744 w 2915191"/>
                <a:gd name="connsiteY33" fmla="*/ 202185 h 358654"/>
                <a:gd name="connsiteX34" fmla="*/ 331493 w 2915191"/>
                <a:gd name="connsiteY34" fmla="*/ 215135 h 358654"/>
                <a:gd name="connsiteX35" fmla="*/ 341243 w 2915191"/>
                <a:gd name="connsiteY35" fmla="*/ 217074 h 358654"/>
                <a:gd name="connsiteX36" fmla="*/ 350993 w 2915191"/>
                <a:gd name="connsiteY36" fmla="*/ 230751 h 358654"/>
                <a:gd name="connsiteX37" fmla="*/ 360742 w 2915191"/>
                <a:gd name="connsiteY37" fmla="*/ 202938 h 358654"/>
                <a:gd name="connsiteX38" fmla="*/ 370492 w 2915191"/>
                <a:gd name="connsiteY38" fmla="*/ 204906 h 358654"/>
                <a:gd name="connsiteX39" fmla="*/ 380241 w 2915191"/>
                <a:gd name="connsiteY39" fmla="*/ 165076 h 358654"/>
                <a:gd name="connsiteX40" fmla="*/ 389991 w 2915191"/>
                <a:gd name="connsiteY40" fmla="*/ 202172 h 358654"/>
                <a:gd name="connsiteX41" fmla="*/ 399741 w 2915191"/>
                <a:gd name="connsiteY41" fmla="*/ 165899 h 358654"/>
                <a:gd name="connsiteX42" fmla="*/ 409491 w 2915191"/>
                <a:gd name="connsiteY42" fmla="*/ 172859 h 358654"/>
                <a:gd name="connsiteX43" fmla="*/ 419241 w 2915191"/>
                <a:gd name="connsiteY43" fmla="*/ 178321 h 358654"/>
                <a:gd name="connsiteX44" fmla="*/ 428991 w 2915191"/>
                <a:gd name="connsiteY44" fmla="*/ 168342 h 358654"/>
                <a:gd name="connsiteX45" fmla="*/ 438741 w 2915191"/>
                <a:gd name="connsiteY45" fmla="*/ 169050 h 358654"/>
                <a:gd name="connsiteX46" fmla="*/ 448491 w 2915191"/>
                <a:gd name="connsiteY46" fmla="*/ 180531 h 358654"/>
                <a:gd name="connsiteX47" fmla="*/ 458241 w 2915191"/>
                <a:gd name="connsiteY47" fmla="*/ 156347 h 358654"/>
                <a:gd name="connsiteX48" fmla="*/ 467991 w 2915191"/>
                <a:gd name="connsiteY48" fmla="*/ 155039 h 358654"/>
                <a:gd name="connsiteX49" fmla="*/ 477740 w 2915191"/>
                <a:gd name="connsiteY49" fmla="*/ 154446 h 358654"/>
                <a:gd name="connsiteX50" fmla="*/ 487490 w 2915191"/>
                <a:gd name="connsiteY50" fmla="*/ 149121 h 358654"/>
                <a:gd name="connsiteX51" fmla="*/ 497239 w 2915191"/>
                <a:gd name="connsiteY51" fmla="*/ 131106 h 358654"/>
                <a:gd name="connsiteX52" fmla="*/ 506989 w 2915191"/>
                <a:gd name="connsiteY52" fmla="*/ 151499 h 358654"/>
                <a:gd name="connsiteX53" fmla="*/ 516738 w 2915191"/>
                <a:gd name="connsiteY53" fmla="*/ 178621 h 358654"/>
                <a:gd name="connsiteX54" fmla="*/ 526488 w 2915191"/>
                <a:gd name="connsiteY54" fmla="*/ 208927 h 358654"/>
                <a:gd name="connsiteX55" fmla="*/ 536238 w 2915191"/>
                <a:gd name="connsiteY55" fmla="*/ 175750 h 358654"/>
                <a:gd name="connsiteX56" fmla="*/ 545988 w 2915191"/>
                <a:gd name="connsiteY56" fmla="*/ 164345 h 358654"/>
                <a:gd name="connsiteX57" fmla="*/ 555738 w 2915191"/>
                <a:gd name="connsiteY57" fmla="*/ 125078 h 358654"/>
                <a:gd name="connsiteX58" fmla="*/ 565488 w 2915191"/>
                <a:gd name="connsiteY58" fmla="*/ 123010 h 358654"/>
                <a:gd name="connsiteX59" fmla="*/ 575238 w 2915191"/>
                <a:gd name="connsiteY59" fmla="*/ 109502 h 358654"/>
                <a:gd name="connsiteX60" fmla="*/ 584988 w 2915191"/>
                <a:gd name="connsiteY60" fmla="*/ 111952 h 358654"/>
                <a:gd name="connsiteX61" fmla="*/ 594738 w 2915191"/>
                <a:gd name="connsiteY61" fmla="*/ 126257 h 358654"/>
                <a:gd name="connsiteX62" fmla="*/ 604488 w 2915191"/>
                <a:gd name="connsiteY62" fmla="*/ 136636 h 358654"/>
                <a:gd name="connsiteX63" fmla="*/ 614237 w 2915191"/>
                <a:gd name="connsiteY63" fmla="*/ 135138 h 358654"/>
                <a:gd name="connsiteX64" fmla="*/ 623987 w 2915191"/>
                <a:gd name="connsiteY64" fmla="*/ 105966 h 358654"/>
                <a:gd name="connsiteX65" fmla="*/ 633736 w 2915191"/>
                <a:gd name="connsiteY65" fmla="*/ 92392 h 358654"/>
                <a:gd name="connsiteX66" fmla="*/ 643486 w 2915191"/>
                <a:gd name="connsiteY66" fmla="*/ 73647 h 358654"/>
                <a:gd name="connsiteX67" fmla="*/ 653236 w 2915191"/>
                <a:gd name="connsiteY67" fmla="*/ 61265 h 358654"/>
                <a:gd name="connsiteX68" fmla="*/ 662985 w 2915191"/>
                <a:gd name="connsiteY68" fmla="*/ 33408 h 358654"/>
                <a:gd name="connsiteX69" fmla="*/ 672735 w 2915191"/>
                <a:gd name="connsiteY69" fmla="*/ 0 h 358654"/>
                <a:gd name="connsiteX70" fmla="*/ 682485 w 2915191"/>
                <a:gd name="connsiteY70" fmla="*/ 4423 h 358654"/>
                <a:gd name="connsiteX71" fmla="*/ 692235 w 2915191"/>
                <a:gd name="connsiteY71" fmla="*/ 25772 h 358654"/>
                <a:gd name="connsiteX72" fmla="*/ 701985 w 2915191"/>
                <a:gd name="connsiteY72" fmla="*/ 684 h 358654"/>
                <a:gd name="connsiteX73" fmla="*/ 711735 w 2915191"/>
                <a:gd name="connsiteY73" fmla="*/ 15070 h 358654"/>
                <a:gd name="connsiteX74" fmla="*/ 721485 w 2915191"/>
                <a:gd name="connsiteY74" fmla="*/ 39828 h 358654"/>
                <a:gd name="connsiteX75" fmla="*/ 731235 w 2915191"/>
                <a:gd name="connsiteY75" fmla="*/ 73927 h 358654"/>
                <a:gd name="connsiteX76" fmla="*/ 740985 w 2915191"/>
                <a:gd name="connsiteY76" fmla="*/ 64977 h 358654"/>
                <a:gd name="connsiteX77" fmla="*/ 750734 w 2915191"/>
                <a:gd name="connsiteY77" fmla="*/ 20857 h 358654"/>
                <a:gd name="connsiteX78" fmla="*/ 760484 w 2915191"/>
                <a:gd name="connsiteY78" fmla="*/ 45910 h 358654"/>
                <a:gd name="connsiteX79" fmla="*/ 770233 w 2915191"/>
                <a:gd name="connsiteY79" fmla="*/ 17763 h 358654"/>
                <a:gd name="connsiteX80" fmla="*/ 779983 w 2915191"/>
                <a:gd name="connsiteY80" fmla="*/ 47499 h 358654"/>
                <a:gd name="connsiteX81" fmla="*/ 789733 w 2915191"/>
                <a:gd name="connsiteY81" fmla="*/ 42545 h 358654"/>
                <a:gd name="connsiteX82" fmla="*/ 799482 w 2915191"/>
                <a:gd name="connsiteY82" fmla="*/ 28658 h 358654"/>
                <a:gd name="connsiteX83" fmla="*/ 809232 w 2915191"/>
                <a:gd name="connsiteY83" fmla="*/ 41279 h 358654"/>
                <a:gd name="connsiteX84" fmla="*/ 818982 w 2915191"/>
                <a:gd name="connsiteY84" fmla="*/ 63449 h 358654"/>
                <a:gd name="connsiteX85" fmla="*/ 828732 w 2915191"/>
                <a:gd name="connsiteY85" fmla="*/ 84309 h 358654"/>
                <a:gd name="connsiteX86" fmla="*/ 838482 w 2915191"/>
                <a:gd name="connsiteY86" fmla="*/ 128128 h 358654"/>
                <a:gd name="connsiteX87" fmla="*/ 848232 w 2915191"/>
                <a:gd name="connsiteY87" fmla="*/ 134122 h 358654"/>
                <a:gd name="connsiteX88" fmla="*/ 857982 w 2915191"/>
                <a:gd name="connsiteY88" fmla="*/ 152332 h 358654"/>
                <a:gd name="connsiteX89" fmla="*/ 867732 w 2915191"/>
                <a:gd name="connsiteY89" fmla="*/ 135064 h 358654"/>
                <a:gd name="connsiteX90" fmla="*/ 877482 w 2915191"/>
                <a:gd name="connsiteY90" fmla="*/ 131528 h 358654"/>
                <a:gd name="connsiteX91" fmla="*/ 887231 w 2915191"/>
                <a:gd name="connsiteY91" fmla="*/ 123061 h 358654"/>
                <a:gd name="connsiteX92" fmla="*/ 896981 w 2915191"/>
                <a:gd name="connsiteY92" fmla="*/ 111228 h 358654"/>
                <a:gd name="connsiteX93" fmla="*/ 906730 w 2915191"/>
                <a:gd name="connsiteY93" fmla="*/ 112644 h 358654"/>
                <a:gd name="connsiteX94" fmla="*/ 916480 w 2915191"/>
                <a:gd name="connsiteY94" fmla="*/ 66831 h 358654"/>
                <a:gd name="connsiteX95" fmla="*/ 926230 w 2915191"/>
                <a:gd name="connsiteY95" fmla="*/ 72171 h 358654"/>
                <a:gd name="connsiteX96" fmla="*/ 935979 w 2915191"/>
                <a:gd name="connsiteY96" fmla="*/ 80811 h 358654"/>
                <a:gd name="connsiteX97" fmla="*/ 945729 w 2915191"/>
                <a:gd name="connsiteY97" fmla="*/ 81718 h 358654"/>
                <a:gd name="connsiteX98" fmla="*/ 955479 w 2915191"/>
                <a:gd name="connsiteY98" fmla="*/ 104071 h 358654"/>
                <a:gd name="connsiteX99" fmla="*/ 965229 w 2915191"/>
                <a:gd name="connsiteY99" fmla="*/ 92290 h 358654"/>
                <a:gd name="connsiteX100" fmla="*/ 974979 w 2915191"/>
                <a:gd name="connsiteY100" fmla="*/ 88686 h 358654"/>
                <a:gd name="connsiteX101" fmla="*/ 984729 w 2915191"/>
                <a:gd name="connsiteY101" fmla="*/ 86764 h 358654"/>
                <a:gd name="connsiteX102" fmla="*/ 994474 w 2915191"/>
                <a:gd name="connsiteY102" fmla="*/ 76406 h 358654"/>
                <a:gd name="connsiteX103" fmla="*/ 1004233 w 2915191"/>
                <a:gd name="connsiteY103" fmla="*/ 116589 h 358654"/>
                <a:gd name="connsiteX104" fmla="*/ 1013977 w 2915191"/>
                <a:gd name="connsiteY104" fmla="*/ 114646 h 358654"/>
                <a:gd name="connsiteX105" fmla="*/ 1023721 w 2915191"/>
                <a:gd name="connsiteY105" fmla="*/ 124263 h 358654"/>
                <a:gd name="connsiteX106" fmla="*/ 1033480 w 2915191"/>
                <a:gd name="connsiteY106" fmla="*/ 102633 h 358654"/>
                <a:gd name="connsiteX107" fmla="*/ 1043224 w 2915191"/>
                <a:gd name="connsiteY107" fmla="*/ 87384 h 358654"/>
                <a:gd name="connsiteX108" fmla="*/ 1052983 w 2915191"/>
                <a:gd name="connsiteY108" fmla="*/ 63878 h 358654"/>
                <a:gd name="connsiteX109" fmla="*/ 1062727 w 2915191"/>
                <a:gd name="connsiteY109" fmla="*/ 67573 h 358654"/>
                <a:gd name="connsiteX110" fmla="*/ 1072471 w 2915191"/>
                <a:gd name="connsiteY110" fmla="*/ 23573 h 358654"/>
                <a:gd name="connsiteX111" fmla="*/ 1082230 w 2915191"/>
                <a:gd name="connsiteY111" fmla="*/ 53438 h 358654"/>
                <a:gd name="connsiteX112" fmla="*/ 1091973 w 2915191"/>
                <a:gd name="connsiteY112" fmla="*/ 44935 h 358654"/>
                <a:gd name="connsiteX113" fmla="*/ 1101732 w 2915191"/>
                <a:gd name="connsiteY113" fmla="*/ 46810 h 358654"/>
                <a:gd name="connsiteX114" fmla="*/ 1111476 w 2915191"/>
                <a:gd name="connsiteY114" fmla="*/ 16434 h 358654"/>
                <a:gd name="connsiteX115" fmla="*/ 1121220 w 2915191"/>
                <a:gd name="connsiteY115" fmla="*/ 28107 h 358654"/>
                <a:gd name="connsiteX116" fmla="*/ 1130979 w 2915191"/>
                <a:gd name="connsiteY116" fmla="*/ 20346 h 358654"/>
                <a:gd name="connsiteX117" fmla="*/ 1140723 w 2915191"/>
                <a:gd name="connsiteY117" fmla="*/ 5928 h 358654"/>
                <a:gd name="connsiteX118" fmla="*/ 1150482 w 2915191"/>
                <a:gd name="connsiteY118" fmla="*/ 14145 h 358654"/>
                <a:gd name="connsiteX119" fmla="*/ 1160226 w 2915191"/>
                <a:gd name="connsiteY119" fmla="*/ 7579 h 358654"/>
                <a:gd name="connsiteX120" fmla="*/ 1169969 w 2915191"/>
                <a:gd name="connsiteY120" fmla="*/ 25525 h 358654"/>
                <a:gd name="connsiteX121" fmla="*/ 1179728 w 2915191"/>
                <a:gd name="connsiteY121" fmla="*/ 14497 h 358654"/>
                <a:gd name="connsiteX122" fmla="*/ 1189472 w 2915191"/>
                <a:gd name="connsiteY122" fmla="*/ 44350 h 358654"/>
                <a:gd name="connsiteX123" fmla="*/ 1199231 w 2915191"/>
                <a:gd name="connsiteY123" fmla="*/ 68315 h 358654"/>
                <a:gd name="connsiteX124" fmla="*/ 1208975 w 2915191"/>
                <a:gd name="connsiteY124" fmla="*/ 80763 h 358654"/>
                <a:gd name="connsiteX125" fmla="*/ 1218719 w 2915191"/>
                <a:gd name="connsiteY125" fmla="*/ 68468 h 358654"/>
                <a:gd name="connsiteX126" fmla="*/ 1228478 w 2915191"/>
                <a:gd name="connsiteY126" fmla="*/ 81062 h 358654"/>
                <a:gd name="connsiteX127" fmla="*/ 1238222 w 2915191"/>
                <a:gd name="connsiteY127" fmla="*/ 88944 h 358654"/>
                <a:gd name="connsiteX128" fmla="*/ 1247966 w 2915191"/>
                <a:gd name="connsiteY128" fmla="*/ 63020 h 358654"/>
                <a:gd name="connsiteX129" fmla="*/ 1257725 w 2915191"/>
                <a:gd name="connsiteY129" fmla="*/ 57567 h 358654"/>
                <a:gd name="connsiteX130" fmla="*/ 1267469 w 2915191"/>
                <a:gd name="connsiteY130" fmla="*/ 34530 h 358654"/>
                <a:gd name="connsiteX131" fmla="*/ 1277227 w 2915191"/>
                <a:gd name="connsiteY131" fmla="*/ 21601 h 358654"/>
                <a:gd name="connsiteX132" fmla="*/ 1286971 w 2915191"/>
                <a:gd name="connsiteY132" fmla="*/ 25714 h 358654"/>
                <a:gd name="connsiteX133" fmla="*/ 1296715 w 2915191"/>
                <a:gd name="connsiteY133" fmla="*/ 47380 h 358654"/>
                <a:gd name="connsiteX134" fmla="*/ 1306474 w 2915191"/>
                <a:gd name="connsiteY134" fmla="*/ 47790 h 358654"/>
                <a:gd name="connsiteX135" fmla="*/ 1316218 w 2915191"/>
                <a:gd name="connsiteY135" fmla="*/ 60807 h 358654"/>
                <a:gd name="connsiteX136" fmla="*/ 1325977 w 2915191"/>
                <a:gd name="connsiteY136" fmla="*/ 49758 h 358654"/>
                <a:gd name="connsiteX137" fmla="*/ 1335721 w 2915191"/>
                <a:gd name="connsiteY137" fmla="*/ 42922 h 358654"/>
                <a:gd name="connsiteX138" fmla="*/ 1345465 w 2915191"/>
                <a:gd name="connsiteY138" fmla="*/ 47975 h 358654"/>
                <a:gd name="connsiteX139" fmla="*/ 1355224 w 2915191"/>
                <a:gd name="connsiteY139" fmla="*/ 68263 h 358654"/>
                <a:gd name="connsiteX140" fmla="*/ 1364967 w 2915191"/>
                <a:gd name="connsiteY140" fmla="*/ 33330 h 358654"/>
                <a:gd name="connsiteX141" fmla="*/ 1374726 w 2915191"/>
                <a:gd name="connsiteY141" fmla="*/ 35224 h 358654"/>
                <a:gd name="connsiteX142" fmla="*/ 1384470 w 2915191"/>
                <a:gd name="connsiteY142" fmla="*/ 53958 h 358654"/>
                <a:gd name="connsiteX143" fmla="*/ 1394214 w 2915191"/>
                <a:gd name="connsiteY143" fmla="*/ 29487 h 358654"/>
                <a:gd name="connsiteX144" fmla="*/ 1403973 w 2915191"/>
                <a:gd name="connsiteY144" fmla="*/ 40180 h 358654"/>
                <a:gd name="connsiteX145" fmla="*/ 1413717 w 2915191"/>
                <a:gd name="connsiteY145" fmla="*/ 50926 h 358654"/>
                <a:gd name="connsiteX146" fmla="*/ 1423476 w 2915191"/>
                <a:gd name="connsiteY146" fmla="*/ 50852 h 358654"/>
                <a:gd name="connsiteX147" fmla="*/ 1433220 w 2915191"/>
                <a:gd name="connsiteY147" fmla="*/ 50873 h 358654"/>
                <a:gd name="connsiteX148" fmla="*/ 1442964 w 2915191"/>
                <a:gd name="connsiteY148" fmla="*/ 68157 h 358654"/>
                <a:gd name="connsiteX149" fmla="*/ 1452722 w 2915191"/>
                <a:gd name="connsiteY149" fmla="*/ 125099 h 358654"/>
                <a:gd name="connsiteX150" fmla="*/ 1462466 w 2915191"/>
                <a:gd name="connsiteY150" fmla="*/ 116447 h 358654"/>
                <a:gd name="connsiteX151" fmla="*/ 1472225 w 2915191"/>
                <a:gd name="connsiteY151" fmla="*/ 125238 h 358654"/>
                <a:gd name="connsiteX152" fmla="*/ 1481969 w 2915191"/>
                <a:gd name="connsiteY152" fmla="*/ 88738 h 358654"/>
                <a:gd name="connsiteX153" fmla="*/ 1491713 w 2915191"/>
                <a:gd name="connsiteY153" fmla="*/ 69006 h 358654"/>
                <a:gd name="connsiteX154" fmla="*/ 1501472 w 2915191"/>
                <a:gd name="connsiteY154" fmla="*/ 66481 h 358654"/>
                <a:gd name="connsiteX155" fmla="*/ 1511216 w 2915191"/>
                <a:gd name="connsiteY155" fmla="*/ 65441 h 358654"/>
                <a:gd name="connsiteX156" fmla="*/ 1520960 w 2915191"/>
                <a:gd name="connsiteY156" fmla="*/ 82373 h 358654"/>
                <a:gd name="connsiteX157" fmla="*/ 1530719 w 2915191"/>
                <a:gd name="connsiteY157" fmla="*/ 72816 h 358654"/>
                <a:gd name="connsiteX158" fmla="*/ 1540463 w 2915191"/>
                <a:gd name="connsiteY158" fmla="*/ 82816 h 358654"/>
                <a:gd name="connsiteX159" fmla="*/ 1550221 w 2915191"/>
                <a:gd name="connsiteY159" fmla="*/ 133645 h 358654"/>
                <a:gd name="connsiteX160" fmla="*/ 1559965 w 2915191"/>
                <a:gd name="connsiteY160" fmla="*/ 137884 h 358654"/>
                <a:gd name="connsiteX161" fmla="*/ 1569709 w 2915191"/>
                <a:gd name="connsiteY161" fmla="*/ 153982 h 358654"/>
                <a:gd name="connsiteX162" fmla="*/ 1579468 w 2915191"/>
                <a:gd name="connsiteY162" fmla="*/ 170137 h 358654"/>
                <a:gd name="connsiteX163" fmla="*/ 1589212 w 2915191"/>
                <a:gd name="connsiteY163" fmla="*/ 182246 h 358654"/>
                <a:gd name="connsiteX164" fmla="*/ 1598971 w 2915191"/>
                <a:gd name="connsiteY164" fmla="*/ 134860 h 358654"/>
                <a:gd name="connsiteX165" fmla="*/ 1608715 w 2915191"/>
                <a:gd name="connsiteY165" fmla="*/ 139377 h 358654"/>
                <a:gd name="connsiteX166" fmla="*/ 1618459 w 2915191"/>
                <a:gd name="connsiteY166" fmla="*/ 165782 h 358654"/>
                <a:gd name="connsiteX167" fmla="*/ 1628218 w 2915191"/>
                <a:gd name="connsiteY167" fmla="*/ 141695 h 358654"/>
                <a:gd name="connsiteX168" fmla="*/ 1637962 w 2915191"/>
                <a:gd name="connsiteY168" fmla="*/ 108931 h 358654"/>
                <a:gd name="connsiteX169" fmla="*/ 1647720 w 2915191"/>
                <a:gd name="connsiteY169" fmla="*/ 98254 h 358654"/>
                <a:gd name="connsiteX170" fmla="*/ 1657464 w 2915191"/>
                <a:gd name="connsiteY170" fmla="*/ 90940 h 358654"/>
                <a:gd name="connsiteX171" fmla="*/ 1667208 w 2915191"/>
                <a:gd name="connsiteY171" fmla="*/ 114257 h 358654"/>
                <a:gd name="connsiteX172" fmla="*/ 1676967 w 2915191"/>
                <a:gd name="connsiteY172" fmla="*/ 104259 h 358654"/>
                <a:gd name="connsiteX173" fmla="*/ 1686711 w 2915191"/>
                <a:gd name="connsiteY173" fmla="*/ 89552 h 358654"/>
                <a:gd name="connsiteX174" fmla="*/ 1696470 w 2915191"/>
                <a:gd name="connsiteY174" fmla="*/ 105625 h 358654"/>
                <a:gd name="connsiteX175" fmla="*/ 1706214 w 2915191"/>
                <a:gd name="connsiteY175" fmla="*/ 97451 h 358654"/>
                <a:gd name="connsiteX176" fmla="*/ 1715958 w 2915191"/>
                <a:gd name="connsiteY176" fmla="*/ 93476 h 358654"/>
                <a:gd name="connsiteX177" fmla="*/ 1725716 w 2915191"/>
                <a:gd name="connsiteY177" fmla="*/ 87183 h 358654"/>
                <a:gd name="connsiteX178" fmla="*/ 1735460 w 2915191"/>
                <a:gd name="connsiteY178" fmla="*/ 73512 h 358654"/>
                <a:gd name="connsiteX179" fmla="*/ 1745219 w 2915191"/>
                <a:gd name="connsiteY179" fmla="*/ 58106 h 358654"/>
                <a:gd name="connsiteX180" fmla="*/ 1754963 w 2915191"/>
                <a:gd name="connsiteY180" fmla="*/ 39889 h 358654"/>
                <a:gd name="connsiteX181" fmla="*/ 1764707 w 2915191"/>
                <a:gd name="connsiteY181" fmla="*/ 56567 h 358654"/>
                <a:gd name="connsiteX182" fmla="*/ 1774466 w 2915191"/>
                <a:gd name="connsiteY182" fmla="*/ 92424 h 358654"/>
                <a:gd name="connsiteX183" fmla="*/ 1784210 w 2915191"/>
                <a:gd name="connsiteY183" fmla="*/ 84018 h 358654"/>
                <a:gd name="connsiteX184" fmla="*/ 1793969 w 2915191"/>
                <a:gd name="connsiteY184" fmla="*/ 78096 h 358654"/>
                <a:gd name="connsiteX185" fmla="*/ 1803713 w 2915191"/>
                <a:gd name="connsiteY185" fmla="*/ 77375 h 358654"/>
                <a:gd name="connsiteX186" fmla="*/ 1813457 w 2915191"/>
                <a:gd name="connsiteY186" fmla="*/ 106973 h 358654"/>
                <a:gd name="connsiteX187" fmla="*/ 1823215 w 2915191"/>
                <a:gd name="connsiteY187" fmla="*/ 122993 h 358654"/>
                <a:gd name="connsiteX188" fmla="*/ 1832959 w 2915191"/>
                <a:gd name="connsiteY188" fmla="*/ 92763 h 358654"/>
                <a:gd name="connsiteX189" fmla="*/ 1842703 w 2915191"/>
                <a:gd name="connsiteY189" fmla="*/ 84427 h 358654"/>
                <a:gd name="connsiteX190" fmla="*/ 1852462 w 2915191"/>
                <a:gd name="connsiteY190" fmla="*/ 71926 h 358654"/>
                <a:gd name="connsiteX191" fmla="*/ 1862206 w 2915191"/>
                <a:gd name="connsiteY191" fmla="*/ 66284 h 358654"/>
                <a:gd name="connsiteX192" fmla="*/ 1871965 w 2915191"/>
                <a:gd name="connsiteY192" fmla="*/ 60748 h 358654"/>
                <a:gd name="connsiteX193" fmla="*/ 1881709 w 2915191"/>
                <a:gd name="connsiteY193" fmla="*/ 68458 h 358654"/>
                <a:gd name="connsiteX194" fmla="*/ 1891453 w 2915191"/>
                <a:gd name="connsiteY194" fmla="*/ 68681 h 358654"/>
                <a:gd name="connsiteX195" fmla="*/ 1901212 w 2915191"/>
                <a:gd name="connsiteY195" fmla="*/ 55785 h 358654"/>
                <a:gd name="connsiteX196" fmla="*/ 1910956 w 2915191"/>
                <a:gd name="connsiteY196" fmla="*/ 115318 h 358654"/>
                <a:gd name="connsiteX197" fmla="*/ 1920714 w 2915191"/>
                <a:gd name="connsiteY197" fmla="*/ 103883 h 358654"/>
                <a:gd name="connsiteX198" fmla="*/ 1930458 w 2915191"/>
                <a:gd name="connsiteY198" fmla="*/ 66609 h 358654"/>
                <a:gd name="connsiteX199" fmla="*/ 1940202 w 2915191"/>
                <a:gd name="connsiteY199" fmla="*/ 80453 h 358654"/>
                <a:gd name="connsiteX200" fmla="*/ 1949961 w 2915191"/>
                <a:gd name="connsiteY200" fmla="*/ 72022 h 358654"/>
                <a:gd name="connsiteX201" fmla="*/ 1959705 w 2915191"/>
                <a:gd name="connsiteY201" fmla="*/ 102688 h 358654"/>
                <a:gd name="connsiteX202" fmla="*/ 1969464 w 2915191"/>
                <a:gd name="connsiteY202" fmla="*/ 94713 h 358654"/>
                <a:gd name="connsiteX203" fmla="*/ 1979208 w 2915191"/>
                <a:gd name="connsiteY203" fmla="*/ 76454 h 358654"/>
                <a:gd name="connsiteX204" fmla="*/ 1988952 w 2915191"/>
                <a:gd name="connsiteY204" fmla="*/ 83448 h 358654"/>
                <a:gd name="connsiteX205" fmla="*/ 1998711 w 2915191"/>
                <a:gd name="connsiteY205" fmla="*/ 63917 h 358654"/>
                <a:gd name="connsiteX206" fmla="*/ 2008454 w 2915191"/>
                <a:gd name="connsiteY206" fmla="*/ 96603 h 358654"/>
                <a:gd name="connsiteX207" fmla="*/ 2018213 w 2915191"/>
                <a:gd name="connsiteY207" fmla="*/ 61212 h 358654"/>
                <a:gd name="connsiteX208" fmla="*/ 2027957 w 2915191"/>
                <a:gd name="connsiteY208" fmla="*/ 73990 h 358654"/>
                <a:gd name="connsiteX209" fmla="*/ 2037701 w 2915191"/>
                <a:gd name="connsiteY209" fmla="*/ 85435 h 358654"/>
                <a:gd name="connsiteX210" fmla="*/ 2047460 w 2915191"/>
                <a:gd name="connsiteY210" fmla="*/ 98777 h 358654"/>
                <a:gd name="connsiteX211" fmla="*/ 2057204 w 2915191"/>
                <a:gd name="connsiteY211" fmla="*/ 88700 h 358654"/>
                <a:gd name="connsiteX212" fmla="*/ 2066963 w 2915191"/>
                <a:gd name="connsiteY212" fmla="*/ 55642 h 358654"/>
                <a:gd name="connsiteX213" fmla="*/ 2076707 w 2915191"/>
                <a:gd name="connsiteY213" fmla="*/ 108228 h 358654"/>
                <a:gd name="connsiteX214" fmla="*/ 2086451 w 2915191"/>
                <a:gd name="connsiteY214" fmla="*/ 87396 h 358654"/>
                <a:gd name="connsiteX215" fmla="*/ 2096210 w 2915191"/>
                <a:gd name="connsiteY215" fmla="*/ 113629 h 358654"/>
                <a:gd name="connsiteX216" fmla="*/ 2105954 w 2915191"/>
                <a:gd name="connsiteY216" fmla="*/ 112443 h 358654"/>
                <a:gd name="connsiteX217" fmla="*/ 2115697 w 2915191"/>
                <a:gd name="connsiteY217" fmla="*/ 116206 h 358654"/>
                <a:gd name="connsiteX218" fmla="*/ 2125456 w 2915191"/>
                <a:gd name="connsiteY218" fmla="*/ 115510 h 358654"/>
                <a:gd name="connsiteX219" fmla="*/ 2135200 w 2915191"/>
                <a:gd name="connsiteY219" fmla="*/ 127739 h 358654"/>
                <a:gd name="connsiteX220" fmla="*/ 2144959 w 2915191"/>
                <a:gd name="connsiteY220" fmla="*/ 147242 h 358654"/>
                <a:gd name="connsiteX221" fmla="*/ 2154703 w 2915191"/>
                <a:gd name="connsiteY221" fmla="*/ 106550 h 358654"/>
                <a:gd name="connsiteX222" fmla="*/ 2164447 w 2915191"/>
                <a:gd name="connsiteY222" fmla="*/ 113144 h 358654"/>
                <a:gd name="connsiteX223" fmla="*/ 2174206 w 2915191"/>
                <a:gd name="connsiteY223" fmla="*/ 92743 h 358654"/>
                <a:gd name="connsiteX224" fmla="*/ 2183950 w 2915191"/>
                <a:gd name="connsiteY224" fmla="*/ 105847 h 358654"/>
                <a:gd name="connsiteX225" fmla="*/ 2193709 w 2915191"/>
                <a:gd name="connsiteY225" fmla="*/ 118569 h 358654"/>
                <a:gd name="connsiteX226" fmla="*/ 2203452 w 2915191"/>
                <a:gd name="connsiteY226" fmla="*/ 111158 h 358654"/>
                <a:gd name="connsiteX227" fmla="*/ 2213196 w 2915191"/>
                <a:gd name="connsiteY227" fmla="*/ 118985 h 358654"/>
                <a:gd name="connsiteX228" fmla="*/ 2222955 w 2915191"/>
                <a:gd name="connsiteY228" fmla="*/ 133379 h 358654"/>
                <a:gd name="connsiteX229" fmla="*/ 2232699 w 2915191"/>
                <a:gd name="connsiteY229" fmla="*/ 152420 h 358654"/>
                <a:gd name="connsiteX230" fmla="*/ 2242458 w 2915191"/>
                <a:gd name="connsiteY230" fmla="*/ 174017 h 358654"/>
                <a:gd name="connsiteX231" fmla="*/ 2252202 w 2915191"/>
                <a:gd name="connsiteY231" fmla="*/ 172828 h 358654"/>
                <a:gd name="connsiteX232" fmla="*/ 2261946 w 2915191"/>
                <a:gd name="connsiteY232" fmla="*/ 197094 h 358654"/>
                <a:gd name="connsiteX233" fmla="*/ 2271705 w 2915191"/>
                <a:gd name="connsiteY233" fmla="*/ 200543 h 358654"/>
                <a:gd name="connsiteX234" fmla="*/ 2281449 w 2915191"/>
                <a:gd name="connsiteY234" fmla="*/ 205117 h 358654"/>
                <a:gd name="connsiteX235" fmla="*/ 2291208 w 2915191"/>
                <a:gd name="connsiteY235" fmla="*/ 227187 h 358654"/>
                <a:gd name="connsiteX236" fmla="*/ 2300951 w 2915191"/>
                <a:gd name="connsiteY236" fmla="*/ 237668 h 358654"/>
                <a:gd name="connsiteX237" fmla="*/ 2310695 w 2915191"/>
                <a:gd name="connsiteY237" fmla="*/ 246358 h 358654"/>
                <a:gd name="connsiteX238" fmla="*/ 2320454 w 2915191"/>
                <a:gd name="connsiteY238" fmla="*/ 238841 h 358654"/>
                <a:gd name="connsiteX239" fmla="*/ 2330198 w 2915191"/>
                <a:gd name="connsiteY239" fmla="*/ 217914 h 358654"/>
                <a:gd name="connsiteX240" fmla="*/ 2339957 w 2915191"/>
                <a:gd name="connsiteY240" fmla="*/ 228294 h 358654"/>
                <a:gd name="connsiteX241" fmla="*/ 2349701 w 2915191"/>
                <a:gd name="connsiteY241" fmla="*/ 187136 h 358654"/>
                <a:gd name="connsiteX242" fmla="*/ 2359445 w 2915191"/>
                <a:gd name="connsiteY242" fmla="*/ 203215 h 358654"/>
                <a:gd name="connsiteX243" fmla="*/ 2369204 w 2915191"/>
                <a:gd name="connsiteY243" fmla="*/ 212230 h 358654"/>
                <a:gd name="connsiteX244" fmla="*/ 2378948 w 2915191"/>
                <a:gd name="connsiteY244" fmla="*/ 200619 h 358654"/>
                <a:gd name="connsiteX245" fmla="*/ 2388692 w 2915191"/>
                <a:gd name="connsiteY245" fmla="*/ 197341 h 358654"/>
                <a:gd name="connsiteX246" fmla="*/ 2398450 w 2915191"/>
                <a:gd name="connsiteY246" fmla="*/ 181805 h 358654"/>
                <a:gd name="connsiteX247" fmla="*/ 2408194 w 2915191"/>
                <a:gd name="connsiteY247" fmla="*/ 193635 h 358654"/>
                <a:gd name="connsiteX248" fmla="*/ 2417953 w 2915191"/>
                <a:gd name="connsiteY248" fmla="*/ 202295 h 358654"/>
                <a:gd name="connsiteX249" fmla="*/ 2427697 w 2915191"/>
                <a:gd name="connsiteY249" fmla="*/ 215432 h 358654"/>
                <a:gd name="connsiteX250" fmla="*/ 2437441 w 2915191"/>
                <a:gd name="connsiteY250" fmla="*/ 217284 h 358654"/>
                <a:gd name="connsiteX251" fmla="*/ 2447200 w 2915191"/>
                <a:gd name="connsiteY251" fmla="*/ 205756 h 358654"/>
                <a:gd name="connsiteX252" fmla="*/ 2456944 w 2915191"/>
                <a:gd name="connsiteY252" fmla="*/ 209183 h 358654"/>
                <a:gd name="connsiteX253" fmla="*/ 2466703 w 2915191"/>
                <a:gd name="connsiteY253" fmla="*/ 226847 h 358654"/>
                <a:gd name="connsiteX254" fmla="*/ 2476446 w 2915191"/>
                <a:gd name="connsiteY254" fmla="*/ 204146 h 358654"/>
                <a:gd name="connsiteX255" fmla="*/ 2486190 w 2915191"/>
                <a:gd name="connsiteY255" fmla="*/ 218908 h 358654"/>
                <a:gd name="connsiteX256" fmla="*/ 2495949 w 2915191"/>
                <a:gd name="connsiteY256" fmla="*/ 180576 h 358654"/>
                <a:gd name="connsiteX257" fmla="*/ 2505693 w 2915191"/>
                <a:gd name="connsiteY257" fmla="*/ 188728 h 358654"/>
                <a:gd name="connsiteX258" fmla="*/ 2515452 w 2915191"/>
                <a:gd name="connsiteY258" fmla="*/ 184864 h 358654"/>
                <a:gd name="connsiteX259" fmla="*/ 2525196 w 2915191"/>
                <a:gd name="connsiteY259" fmla="*/ 224580 h 358654"/>
                <a:gd name="connsiteX260" fmla="*/ 2534940 w 2915191"/>
                <a:gd name="connsiteY260" fmla="*/ 183697 h 358654"/>
                <a:gd name="connsiteX261" fmla="*/ 2544699 w 2915191"/>
                <a:gd name="connsiteY261" fmla="*/ 180345 h 358654"/>
                <a:gd name="connsiteX262" fmla="*/ 2554443 w 2915191"/>
                <a:gd name="connsiteY262" fmla="*/ 210546 h 358654"/>
                <a:gd name="connsiteX263" fmla="*/ 2564202 w 2915191"/>
                <a:gd name="connsiteY263" fmla="*/ 188323 h 358654"/>
                <a:gd name="connsiteX264" fmla="*/ 2573946 w 2915191"/>
                <a:gd name="connsiteY264" fmla="*/ 201266 h 358654"/>
                <a:gd name="connsiteX265" fmla="*/ 2583690 w 2915191"/>
                <a:gd name="connsiteY265" fmla="*/ 164935 h 358654"/>
                <a:gd name="connsiteX266" fmla="*/ 2593448 w 2915191"/>
                <a:gd name="connsiteY266" fmla="*/ 140097 h 358654"/>
                <a:gd name="connsiteX267" fmla="*/ 2603192 w 2915191"/>
                <a:gd name="connsiteY267" fmla="*/ 142886 h 358654"/>
                <a:gd name="connsiteX268" fmla="*/ 2612951 w 2915191"/>
                <a:gd name="connsiteY268" fmla="*/ 143677 h 358654"/>
                <a:gd name="connsiteX269" fmla="*/ 2622695 w 2915191"/>
                <a:gd name="connsiteY269" fmla="*/ 150609 h 358654"/>
                <a:gd name="connsiteX270" fmla="*/ 2632439 w 2915191"/>
                <a:gd name="connsiteY270" fmla="*/ 170373 h 358654"/>
                <a:gd name="connsiteX271" fmla="*/ 2642198 w 2915191"/>
                <a:gd name="connsiteY271" fmla="*/ 163531 h 358654"/>
                <a:gd name="connsiteX272" fmla="*/ 2651942 w 2915191"/>
                <a:gd name="connsiteY272" fmla="*/ 162391 h 358654"/>
                <a:gd name="connsiteX273" fmla="*/ 2661685 w 2915191"/>
                <a:gd name="connsiteY273" fmla="*/ 161834 h 358654"/>
                <a:gd name="connsiteX274" fmla="*/ 2671444 w 2915191"/>
                <a:gd name="connsiteY274" fmla="*/ 162967 h 358654"/>
                <a:gd name="connsiteX275" fmla="*/ 2681188 w 2915191"/>
                <a:gd name="connsiteY275" fmla="*/ 201923 h 358654"/>
                <a:gd name="connsiteX276" fmla="*/ 2690947 w 2915191"/>
                <a:gd name="connsiteY276" fmla="*/ 178627 h 358654"/>
                <a:gd name="connsiteX277" fmla="*/ 2700691 w 2915191"/>
                <a:gd name="connsiteY277" fmla="*/ 208161 h 358654"/>
                <a:gd name="connsiteX278" fmla="*/ 2710435 w 2915191"/>
                <a:gd name="connsiteY278" fmla="*/ 209526 h 358654"/>
                <a:gd name="connsiteX279" fmla="*/ 2720194 w 2915191"/>
                <a:gd name="connsiteY279" fmla="*/ 188539 h 358654"/>
                <a:gd name="connsiteX280" fmla="*/ 2729938 w 2915191"/>
                <a:gd name="connsiteY280" fmla="*/ 188046 h 358654"/>
                <a:gd name="connsiteX281" fmla="*/ 2739697 w 2915191"/>
                <a:gd name="connsiteY281" fmla="*/ 169033 h 358654"/>
                <a:gd name="connsiteX282" fmla="*/ 2749441 w 2915191"/>
                <a:gd name="connsiteY282" fmla="*/ 147708 h 358654"/>
                <a:gd name="connsiteX283" fmla="*/ 2759185 w 2915191"/>
                <a:gd name="connsiteY283" fmla="*/ 137936 h 358654"/>
                <a:gd name="connsiteX284" fmla="*/ 2768943 w 2915191"/>
                <a:gd name="connsiteY284" fmla="*/ 166840 h 358654"/>
                <a:gd name="connsiteX285" fmla="*/ 2778687 w 2915191"/>
                <a:gd name="connsiteY285" fmla="*/ 154195 h 358654"/>
                <a:gd name="connsiteX286" fmla="*/ 2788446 w 2915191"/>
                <a:gd name="connsiteY286" fmla="*/ 132144 h 358654"/>
                <a:gd name="connsiteX287" fmla="*/ 2798190 w 2915191"/>
                <a:gd name="connsiteY287" fmla="*/ 106724 h 358654"/>
                <a:gd name="connsiteX288" fmla="*/ 2807934 w 2915191"/>
                <a:gd name="connsiteY288" fmla="*/ 130084 h 358654"/>
                <a:gd name="connsiteX289" fmla="*/ 2817693 w 2915191"/>
                <a:gd name="connsiteY289" fmla="*/ 136169 h 358654"/>
                <a:gd name="connsiteX290" fmla="*/ 2827437 w 2915191"/>
                <a:gd name="connsiteY290" fmla="*/ 107627 h 358654"/>
                <a:gd name="connsiteX291" fmla="*/ 2837196 w 2915191"/>
                <a:gd name="connsiteY291" fmla="*/ 105373 h 358654"/>
                <a:gd name="connsiteX292" fmla="*/ 2846940 w 2915191"/>
                <a:gd name="connsiteY292" fmla="*/ 112107 h 358654"/>
                <a:gd name="connsiteX293" fmla="*/ 2856684 w 2915191"/>
                <a:gd name="connsiteY293" fmla="*/ 99770 h 358654"/>
                <a:gd name="connsiteX294" fmla="*/ 2866442 w 2915191"/>
                <a:gd name="connsiteY294" fmla="*/ 100525 h 358654"/>
                <a:gd name="connsiteX295" fmla="*/ 2876186 w 2915191"/>
                <a:gd name="connsiteY295" fmla="*/ 125646 h 358654"/>
                <a:gd name="connsiteX296" fmla="*/ 2885945 w 2915191"/>
                <a:gd name="connsiteY296" fmla="*/ 108123 h 358654"/>
                <a:gd name="connsiteX297" fmla="*/ 2895689 w 2915191"/>
                <a:gd name="connsiteY297" fmla="*/ 82719 h 358654"/>
                <a:gd name="connsiteX298" fmla="*/ 2905433 w 2915191"/>
                <a:gd name="connsiteY298" fmla="*/ 112113 h 358654"/>
                <a:gd name="connsiteX299" fmla="*/ 2915192 w 2915191"/>
                <a:gd name="connsiteY299" fmla="*/ 128028 h 358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58654">
                  <a:moveTo>
                    <a:pt x="0" y="260093"/>
                  </a:moveTo>
                  <a:lnTo>
                    <a:pt x="9750" y="275992"/>
                  </a:lnTo>
                  <a:lnTo>
                    <a:pt x="19500" y="263374"/>
                  </a:lnTo>
                  <a:lnTo>
                    <a:pt x="29250" y="270863"/>
                  </a:lnTo>
                  <a:lnTo>
                    <a:pt x="39000" y="297525"/>
                  </a:lnTo>
                  <a:lnTo>
                    <a:pt x="48749" y="318963"/>
                  </a:lnTo>
                  <a:lnTo>
                    <a:pt x="58499" y="342995"/>
                  </a:lnTo>
                  <a:lnTo>
                    <a:pt x="68249" y="349518"/>
                  </a:lnTo>
                  <a:lnTo>
                    <a:pt x="77998" y="357876"/>
                  </a:lnTo>
                  <a:lnTo>
                    <a:pt x="87748" y="358654"/>
                  </a:lnTo>
                  <a:lnTo>
                    <a:pt x="97497" y="330739"/>
                  </a:lnTo>
                  <a:lnTo>
                    <a:pt x="107247" y="290596"/>
                  </a:lnTo>
                  <a:lnTo>
                    <a:pt x="116997" y="278355"/>
                  </a:lnTo>
                  <a:lnTo>
                    <a:pt x="126747" y="267995"/>
                  </a:lnTo>
                  <a:lnTo>
                    <a:pt x="136497" y="245826"/>
                  </a:lnTo>
                  <a:lnTo>
                    <a:pt x="146247" y="240094"/>
                  </a:lnTo>
                  <a:lnTo>
                    <a:pt x="155997" y="217173"/>
                  </a:lnTo>
                  <a:lnTo>
                    <a:pt x="165747" y="185652"/>
                  </a:lnTo>
                  <a:lnTo>
                    <a:pt x="175497" y="171679"/>
                  </a:lnTo>
                  <a:lnTo>
                    <a:pt x="185247" y="181613"/>
                  </a:lnTo>
                  <a:lnTo>
                    <a:pt x="194996" y="199381"/>
                  </a:lnTo>
                  <a:lnTo>
                    <a:pt x="204746" y="217853"/>
                  </a:lnTo>
                  <a:lnTo>
                    <a:pt x="214495" y="172798"/>
                  </a:lnTo>
                  <a:lnTo>
                    <a:pt x="224245" y="184682"/>
                  </a:lnTo>
                  <a:lnTo>
                    <a:pt x="233995" y="188497"/>
                  </a:lnTo>
                  <a:lnTo>
                    <a:pt x="243744" y="196945"/>
                  </a:lnTo>
                  <a:lnTo>
                    <a:pt x="253494" y="208927"/>
                  </a:lnTo>
                  <a:lnTo>
                    <a:pt x="263244" y="185288"/>
                  </a:lnTo>
                  <a:lnTo>
                    <a:pt x="272994" y="200934"/>
                  </a:lnTo>
                  <a:lnTo>
                    <a:pt x="282744" y="202254"/>
                  </a:lnTo>
                  <a:lnTo>
                    <a:pt x="292494" y="201190"/>
                  </a:lnTo>
                  <a:lnTo>
                    <a:pt x="302244" y="222394"/>
                  </a:lnTo>
                  <a:lnTo>
                    <a:pt x="311994" y="212690"/>
                  </a:lnTo>
                  <a:lnTo>
                    <a:pt x="321744" y="202185"/>
                  </a:lnTo>
                  <a:lnTo>
                    <a:pt x="331493" y="215135"/>
                  </a:lnTo>
                  <a:lnTo>
                    <a:pt x="341243" y="217074"/>
                  </a:lnTo>
                  <a:lnTo>
                    <a:pt x="350993" y="230751"/>
                  </a:lnTo>
                  <a:lnTo>
                    <a:pt x="360742" y="202938"/>
                  </a:lnTo>
                  <a:lnTo>
                    <a:pt x="370492" y="204906"/>
                  </a:lnTo>
                  <a:lnTo>
                    <a:pt x="380241" y="165076"/>
                  </a:lnTo>
                  <a:lnTo>
                    <a:pt x="389991" y="202172"/>
                  </a:lnTo>
                  <a:lnTo>
                    <a:pt x="399741" y="165899"/>
                  </a:lnTo>
                  <a:lnTo>
                    <a:pt x="409491" y="172859"/>
                  </a:lnTo>
                  <a:lnTo>
                    <a:pt x="419241" y="178321"/>
                  </a:lnTo>
                  <a:lnTo>
                    <a:pt x="428991" y="168342"/>
                  </a:lnTo>
                  <a:lnTo>
                    <a:pt x="438741" y="169050"/>
                  </a:lnTo>
                  <a:lnTo>
                    <a:pt x="448491" y="180531"/>
                  </a:lnTo>
                  <a:lnTo>
                    <a:pt x="458241" y="156347"/>
                  </a:lnTo>
                  <a:lnTo>
                    <a:pt x="467991" y="155039"/>
                  </a:lnTo>
                  <a:lnTo>
                    <a:pt x="477740" y="154446"/>
                  </a:lnTo>
                  <a:lnTo>
                    <a:pt x="487490" y="149121"/>
                  </a:lnTo>
                  <a:lnTo>
                    <a:pt x="497239" y="131106"/>
                  </a:lnTo>
                  <a:lnTo>
                    <a:pt x="506989" y="151499"/>
                  </a:lnTo>
                  <a:lnTo>
                    <a:pt x="516738" y="178621"/>
                  </a:lnTo>
                  <a:lnTo>
                    <a:pt x="526488" y="208927"/>
                  </a:lnTo>
                  <a:lnTo>
                    <a:pt x="536238" y="175750"/>
                  </a:lnTo>
                  <a:lnTo>
                    <a:pt x="545988" y="164345"/>
                  </a:lnTo>
                  <a:lnTo>
                    <a:pt x="555738" y="125078"/>
                  </a:lnTo>
                  <a:lnTo>
                    <a:pt x="565488" y="123010"/>
                  </a:lnTo>
                  <a:lnTo>
                    <a:pt x="575238" y="109502"/>
                  </a:lnTo>
                  <a:lnTo>
                    <a:pt x="584988" y="111952"/>
                  </a:lnTo>
                  <a:lnTo>
                    <a:pt x="594738" y="126257"/>
                  </a:lnTo>
                  <a:lnTo>
                    <a:pt x="604488" y="136636"/>
                  </a:lnTo>
                  <a:lnTo>
                    <a:pt x="614237" y="135138"/>
                  </a:lnTo>
                  <a:lnTo>
                    <a:pt x="623987" y="105966"/>
                  </a:lnTo>
                  <a:lnTo>
                    <a:pt x="633736" y="92392"/>
                  </a:lnTo>
                  <a:lnTo>
                    <a:pt x="643486" y="73647"/>
                  </a:lnTo>
                  <a:lnTo>
                    <a:pt x="653236" y="61265"/>
                  </a:lnTo>
                  <a:lnTo>
                    <a:pt x="662985" y="33408"/>
                  </a:lnTo>
                  <a:lnTo>
                    <a:pt x="672735" y="0"/>
                  </a:lnTo>
                  <a:lnTo>
                    <a:pt x="682485" y="4423"/>
                  </a:lnTo>
                  <a:lnTo>
                    <a:pt x="692235" y="25772"/>
                  </a:lnTo>
                  <a:lnTo>
                    <a:pt x="701985" y="684"/>
                  </a:lnTo>
                  <a:lnTo>
                    <a:pt x="711735" y="15070"/>
                  </a:lnTo>
                  <a:lnTo>
                    <a:pt x="721485" y="39828"/>
                  </a:lnTo>
                  <a:lnTo>
                    <a:pt x="731235" y="73927"/>
                  </a:lnTo>
                  <a:lnTo>
                    <a:pt x="740985" y="64977"/>
                  </a:lnTo>
                  <a:lnTo>
                    <a:pt x="750734" y="20857"/>
                  </a:lnTo>
                  <a:lnTo>
                    <a:pt x="760484" y="45910"/>
                  </a:lnTo>
                  <a:lnTo>
                    <a:pt x="770233" y="17763"/>
                  </a:lnTo>
                  <a:lnTo>
                    <a:pt x="779983" y="47499"/>
                  </a:lnTo>
                  <a:lnTo>
                    <a:pt x="789733" y="42545"/>
                  </a:lnTo>
                  <a:lnTo>
                    <a:pt x="799482" y="28658"/>
                  </a:lnTo>
                  <a:lnTo>
                    <a:pt x="809232" y="41279"/>
                  </a:lnTo>
                  <a:lnTo>
                    <a:pt x="818982" y="63449"/>
                  </a:lnTo>
                  <a:lnTo>
                    <a:pt x="828732" y="84309"/>
                  </a:lnTo>
                  <a:lnTo>
                    <a:pt x="838482" y="128128"/>
                  </a:lnTo>
                  <a:lnTo>
                    <a:pt x="848232" y="134122"/>
                  </a:lnTo>
                  <a:lnTo>
                    <a:pt x="857982" y="152332"/>
                  </a:lnTo>
                  <a:lnTo>
                    <a:pt x="867732" y="135064"/>
                  </a:lnTo>
                  <a:lnTo>
                    <a:pt x="877482" y="131528"/>
                  </a:lnTo>
                  <a:lnTo>
                    <a:pt x="887231" y="123061"/>
                  </a:lnTo>
                  <a:lnTo>
                    <a:pt x="896981" y="111228"/>
                  </a:lnTo>
                  <a:lnTo>
                    <a:pt x="906730" y="112644"/>
                  </a:lnTo>
                  <a:lnTo>
                    <a:pt x="916480" y="66831"/>
                  </a:lnTo>
                  <a:lnTo>
                    <a:pt x="926230" y="72171"/>
                  </a:lnTo>
                  <a:lnTo>
                    <a:pt x="935979" y="80811"/>
                  </a:lnTo>
                  <a:lnTo>
                    <a:pt x="945729" y="81718"/>
                  </a:lnTo>
                  <a:lnTo>
                    <a:pt x="955479" y="104071"/>
                  </a:lnTo>
                  <a:lnTo>
                    <a:pt x="965229" y="92290"/>
                  </a:lnTo>
                  <a:lnTo>
                    <a:pt x="974979" y="88686"/>
                  </a:lnTo>
                  <a:lnTo>
                    <a:pt x="984729" y="86764"/>
                  </a:lnTo>
                  <a:lnTo>
                    <a:pt x="994474" y="76406"/>
                  </a:lnTo>
                  <a:lnTo>
                    <a:pt x="1004233" y="116589"/>
                  </a:lnTo>
                  <a:lnTo>
                    <a:pt x="1013977" y="114646"/>
                  </a:lnTo>
                  <a:lnTo>
                    <a:pt x="1023721" y="124263"/>
                  </a:lnTo>
                  <a:lnTo>
                    <a:pt x="1033480" y="102633"/>
                  </a:lnTo>
                  <a:lnTo>
                    <a:pt x="1043224" y="87384"/>
                  </a:lnTo>
                  <a:lnTo>
                    <a:pt x="1052983" y="63878"/>
                  </a:lnTo>
                  <a:lnTo>
                    <a:pt x="1062727" y="67573"/>
                  </a:lnTo>
                  <a:lnTo>
                    <a:pt x="1072471" y="23573"/>
                  </a:lnTo>
                  <a:lnTo>
                    <a:pt x="1082230" y="53438"/>
                  </a:lnTo>
                  <a:lnTo>
                    <a:pt x="1091973" y="44935"/>
                  </a:lnTo>
                  <a:lnTo>
                    <a:pt x="1101732" y="46810"/>
                  </a:lnTo>
                  <a:lnTo>
                    <a:pt x="1111476" y="16434"/>
                  </a:lnTo>
                  <a:lnTo>
                    <a:pt x="1121220" y="28107"/>
                  </a:lnTo>
                  <a:lnTo>
                    <a:pt x="1130979" y="20346"/>
                  </a:lnTo>
                  <a:lnTo>
                    <a:pt x="1140723" y="5928"/>
                  </a:lnTo>
                  <a:lnTo>
                    <a:pt x="1150482" y="14145"/>
                  </a:lnTo>
                  <a:lnTo>
                    <a:pt x="1160226" y="7579"/>
                  </a:lnTo>
                  <a:lnTo>
                    <a:pt x="1169969" y="25525"/>
                  </a:lnTo>
                  <a:lnTo>
                    <a:pt x="1179728" y="14497"/>
                  </a:lnTo>
                  <a:lnTo>
                    <a:pt x="1189472" y="44350"/>
                  </a:lnTo>
                  <a:lnTo>
                    <a:pt x="1199231" y="68315"/>
                  </a:lnTo>
                  <a:lnTo>
                    <a:pt x="1208975" y="80763"/>
                  </a:lnTo>
                  <a:lnTo>
                    <a:pt x="1218719" y="68468"/>
                  </a:lnTo>
                  <a:lnTo>
                    <a:pt x="1228478" y="81062"/>
                  </a:lnTo>
                  <a:lnTo>
                    <a:pt x="1238222" y="88944"/>
                  </a:lnTo>
                  <a:lnTo>
                    <a:pt x="1247966" y="63020"/>
                  </a:lnTo>
                  <a:lnTo>
                    <a:pt x="1257725" y="57567"/>
                  </a:lnTo>
                  <a:lnTo>
                    <a:pt x="1267469" y="34530"/>
                  </a:lnTo>
                  <a:lnTo>
                    <a:pt x="1277227" y="21601"/>
                  </a:lnTo>
                  <a:lnTo>
                    <a:pt x="1286971" y="25714"/>
                  </a:lnTo>
                  <a:lnTo>
                    <a:pt x="1296715" y="47380"/>
                  </a:lnTo>
                  <a:lnTo>
                    <a:pt x="1306474" y="47790"/>
                  </a:lnTo>
                  <a:lnTo>
                    <a:pt x="1316218" y="60807"/>
                  </a:lnTo>
                  <a:lnTo>
                    <a:pt x="1325977" y="49758"/>
                  </a:lnTo>
                  <a:lnTo>
                    <a:pt x="1335721" y="42922"/>
                  </a:lnTo>
                  <a:lnTo>
                    <a:pt x="1345465" y="47975"/>
                  </a:lnTo>
                  <a:lnTo>
                    <a:pt x="1355224" y="68263"/>
                  </a:lnTo>
                  <a:lnTo>
                    <a:pt x="1364967" y="33330"/>
                  </a:lnTo>
                  <a:lnTo>
                    <a:pt x="1374726" y="35224"/>
                  </a:lnTo>
                  <a:lnTo>
                    <a:pt x="1384470" y="53958"/>
                  </a:lnTo>
                  <a:lnTo>
                    <a:pt x="1394214" y="29487"/>
                  </a:lnTo>
                  <a:lnTo>
                    <a:pt x="1403973" y="40180"/>
                  </a:lnTo>
                  <a:lnTo>
                    <a:pt x="1413717" y="50926"/>
                  </a:lnTo>
                  <a:lnTo>
                    <a:pt x="1423476" y="50852"/>
                  </a:lnTo>
                  <a:lnTo>
                    <a:pt x="1433220" y="50873"/>
                  </a:lnTo>
                  <a:lnTo>
                    <a:pt x="1442964" y="68157"/>
                  </a:lnTo>
                  <a:lnTo>
                    <a:pt x="1452722" y="125099"/>
                  </a:lnTo>
                  <a:lnTo>
                    <a:pt x="1462466" y="116447"/>
                  </a:lnTo>
                  <a:lnTo>
                    <a:pt x="1472225" y="125238"/>
                  </a:lnTo>
                  <a:lnTo>
                    <a:pt x="1481969" y="88738"/>
                  </a:lnTo>
                  <a:lnTo>
                    <a:pt x="1491713" y="69006"/>
                  </a:lnTo>
                  <a:lnTo>
                    <a:pt x="1501472" y="66481"/>
                  </a:lnTo>
                  <a:lnTo>
                    <a:pt x="1511216" y="65441"/>
                  </a:lnTo>
                  <a:lnTo>
                    <a:pt x="1520960" y="82373"/>
                  </a:lnTo>
                  <a:lnTo>
                    <a:pt x="1530719" y="72816"/>
                  </a:lnTo>
                  <a:lnTo>
                    <a:pt x="1540463" y="82816"/>
                  </a:lnTo>
                  <a:lnTo>
                    <a:pt x="1550221" y="133645"/>
                  </a:lnTo>
                  <a:lnTo>
                    <a:pt x="1559965" y="137884"/>
                  </a:lnTo>
                  <a:lnTo>
                    <a:pt x="1569709" y="153982"/>
                  </a:lnTo>
                  <a:lnTo>
                    <a:pt x="1579468" y="170137"/>
                  </a:lnTo>
                  <a:lnTo>
                    <a:pt x="1589212" y="182246"/>
                  </a:lnTo>
                  <a:lnTo>
                    <a:pt x="1598971" y="134860"/>
                  </a:lnTo>
                  <a:lnTo>
                    <a:pt x="1608715" y="139377"/>
                  </a:lnTo>
                  <a:lnTo>
                    <a:pt x="1618459" y="165782"/>
                  </a:lnTo>
                  <a:lnTo>
                    <a:pt x="1628218" y="141695"/>
                  </a:lnTo>
                  <a:lnTo>
                    <a:pt x="1637962" y="108931"/>
                  </a:lnTo>
                  <a:lnTo>
                    <a:pt x="1647720" y="98254"/>
                  </a:lnTo>
                  <a:lnTo>
                    <a:pt x="1657464" y="90940"/>
                  </a:lnTo>
                  <a:lnTo>
                    <a:pt x="1667208" y="114257"/>
                  </a:lnTo>
                  <a:lnTo>
                    <a:pt x="1676967" y="104259"/>
                  </a:lnTo>
                  <a:lnTo>
                    <a:pt x="1686711" y="89552"/>
                  </a:lnTo>
                  <a:lnTo>
                    <a:pt x="1696470" y="105625"/>
                  </a:lnTo>
                  <a:lnTo>
                    <a:pt x="1706214" y="97451"/>
                  </a:lnTo>
                  <a:lnTo>
                    <a:pt x="1715958" y="93476"/>
                  </a:lnTo>
                  <a:lnTo>
                    <a:pt x="1725716" y="87183"/>
                  </a:lnTo>
                  <a:lnTo>
                    <a:pt x="1735460" y="73512"/>
                  </a:lnTo>
                  <a:lnTo>
                    <a:pt x="1745219" y="58106"/>
                  </a:lnTo>
                  <a:lnTo>
                    <a:pt x="1754963" y="39889"/>
                  </a:lnTo>
                  <a:lnTo>
                    <a:pt x="1764707" y="56567"/>
                  </a:lnTo>
                  <a:lnTo>
                    <a:pt x="1774466" y="92424"/>
                  </a:lnTo>
                  <a:lnTo>
                    <a:pt x="1784210" y="84018"/>
                  </a:lnTo>
                  <a:lnTo>
                    <a:pt x="1793969" y="78096"/>
                  </a:lnTo>
                  <a:lnTo>
                    <a:pt x="1803713" y="77375"/>
                  </a:lnTo>
                  <a:lnTo>
                    <a:pt x="1813457" y="106973"/>
                  </a:lnTo>
                  <a:lnTo>
                    <a:pt x="1823215" y="122993"/>
                  </a:lnTo>
                  <a:lnTo>
                    <a:pt x="1832959" y="92763"/>
                  </a:lnTo>
                  <a:lnTo>
                    <a:pt x="1842703" y="84427"/>
                  </a:lnTo>
                  <a:lnTo>
                    <a:pt x="1852462" y="71926"/>
                  </a:lnTo>
                  <a:lnTo>
                    <a:pt x="1862206" y="66284"/>
                  </a:lnTo>
                  <a:lnTo>
                    <a:pt x="1871965" y="60748"/>
                  </a:lnTo>
                  <a:lnTo>
                    <a:pt x="1881709" y="68458"/>
                  </a:lnTo>
                  <a:lnTo>
                    <a:pt x="1891453" y="68681"/>
                  </a:lnTo>
                  <a:lnTo>
                    <a:pt x="1901212" y="55785"/>
                  </a:lnTo>
                  <a:lnTo>
                    <a:pt x="1910956" y="115318"/>
                  </a:lnTo>
                  <a:lnTo>
                    <a:pt x="1920714" y="103883"/>
                  </a:lnTo>
                  <a:lnTo>
                    <a:pt x="1930458" y="66609"/>
                  </a:lnTo>
                  <a:lnTo>
                    <a:pt x="1940202" y="80453"/>
                  </a:lnTo>
                  <a:lnTo>
                    <a:pt x="1949961" y="72022"/>
                  </a:lnTo>
                  <a:lnTo>
                    <a:pt x="1959705" y="102688"/>
                  </a:lnTo>
                  <a:lnTo>
                    <a:pt x="1969464" y="94713"/>
                  </a:lnTo>
                  <a:lnTo>
                    <a:pt x="1979208" y="76454"/>
                  </a:lnTo>
                  <a:lnTo>
                    <a:pt x="1988952" y="83448"/>
                  </a:lnTo>
                  <a:lnTo>
                    <a:pt x="1998711" y="63917"/>
                  </a:lnTo>
                  <a:lnTo>
                    <a:pt x="2008454" y="96603"/>
                  </a:lnTo>
                  <a:lnTo>
                    <a:pt x="2018213" y="61212"/>
                  </a:lnTo>
                  <a:lnTo>
                    <a:pt x="2027957" y="73990"/>
                  </a:lnTo>
                  <a:lnTo>
                    <a:pt x="2037701" y="85435"/>
                  </a:lnTo>
                  <a:lnTo>
                    <a:pt x="2047460" y="98777"/>
                  </a:lnTo>
                  <a:lnTo>
                    <a:pt x="2057204" y="88700"/>
                  </a:lnTo>
                  <a:lnTo>
                    <a:pt x="2066963" y="55642"/>
                  </a:lnTo>
                  <a:lnTo>
                    <a:pt x="2076707" y="108228"/>
                  </a:lnTo>
                  <a:lnTo>
                    <a:pt x="2086451" y="87396"/>
                  </a:lnTo>
                  <a:lnTo>
                    <a:pt x="2096210" y="113629"/>
                  </a:lnTo>
                  <a:lnTo>
                    <a:pt x="2105954" y="112443"/>
                  </a:lnTo>
                  <a:lnTo>
                    <a:pt x="2115697" y="116206"/>
                  </a:lnTo>
                  <a:lnTo>
                    <a:pt x="2125456" y="115510"/>
                  </a:lnTo>
                  <a:lnTo>
                    <a:pt x="2135200" y="127739"/>
                  </a:lnTo>
                  <a:lnTo>
                    <a:pt x="2144959" y="147242"/>
                  </a:lnTo>
                  <a:lnTo>
                    <a:pt x="2154703" y="106550"/>
                  </a:lnTo>
                  <a:lnTo>
                    <a:pt x="2164447" y="113144"/>
                  </a:lnTo>
                  <a:lnTo>
                    <a:pt x="2174206" y="92743"/>
                  </a:lnTo>
                  <a:lnTo>
                    <a:pt x="2183950" y="105847"/>
                  </a:lnTo>
                  <a:lnTo>
                    <a:pt x="2193709" y="118569"/>
                  </a:lnTo>
                  <a:lnTo>
                    <a:pt x="2203452" y="111158"/>
                  </a:lnTo>
                  <a:lnTo>
                    <a:pt x="2213196" y="118985"/>
                  </a:lnTo>
                  <a:lnTo>
                    <a:pt x="2222955" y="133379"/>
                  </a:lnTo>
                  <a:lnTo>
                    <a:pt x="2232699" y="152420"/>
                  </a:lnTo>
                  <a:lnTo>
                    <a:pt x="2242458" y="174017"/>
                  </a:lnTo>
                  <a:lnTo>
                    <a:pt x="2252202" y="172828"/>
                  </a:lnTo>
                  <a:lnTo>
                    <a:pt x="2261946" y="197094"/>
                  </a:lnTo>
                  <a:lnTo>
                    <a:pt x="2271705" y="200543"/>
                  </a:lnTo>
                  <a:lnTo>
                    <a:pt x="2281449" y="205117"/>
                  </a:lnTo>
                  <a:lnTo>
                    <a:pt x="2291208" y="227187"/>
                  </a:lnTo>
                  <a:lnTo>
                    <a:pt x="2300951" y="237668"/>
                  </a:lnTo>
                  <a:lnTo>
                    <a:pt x="2310695" y="246358"/>
                  </a:lnTo>
                  <a:lnTo>
                    <a:pt x="2320454" y="238841"/>
                  </a:lnTo>
                  <a:lnTo>
                    <a:pt x="2330198" y="217914"/>
                  </a:lnTo>
                  <a:lnTo>
                    <a:pt x="2339957" y="228294"/>
                  </a:lnTo>
                  <a:lnTo>
                    <a:pt x="2349701" y="187136"/>
                  </a:lnTo>
                  <a:lnTo>
                    <a:pt x="2359445" y="203215"/>
                  </a:lnTo>
                  <a:lnTo>
                    <a:pt x="2369204" y="212230"/>
                  </a:lnTo>
                  <a:lnTo>
                    <a:pt x="2378948" y="200619"/>
                  </a:lnTo>
                  <a:lnTo>
                    <a:pt x="2388692" y="197341"/>
                  </a:lnTo>
                  <a:lnTo>
                    <a:pt x="2398450" y="181805"/>
                  </a:lnTo>
                  <a:lnTo>
                    <a:pt x="2408194" y="193635"/>
                  </a:lnTo>
                  <a:lnTo>
                    <a:pt x="2417953" y="202295"/>
                  </a:lnTo>
                  <a:lnTo>
                    <a:pt x="2427697" y="215432"/>
                  </a:lnTo>
                  <a:lnTo>
                    <a:pt x="2437441" y="217284"/>
                  </a:lnTo>
                  <a:lnTo>
                    <a:pt x="2447200" y="205756"/>
                  </a:lnTo>
                  <a:lnTo>
                    <a:pt x="2456944" y="209183"/>
                  </a:lnTo>
                  <a:lnTo>
                    <a:pt x="2466703" y="226847"/>
                  </a:lnTo>
                  <a:lnTo>
                    <a:pt x="2476446" y="204146"/>
                  </a:lnTo>
                  <a:lnTo>
                    <a:pt x="2486190" y="218908"/>
                  </a:lnTo>
                  <a:lnTo>
                    <a:pt x="2495949" y="180576"/>
                  </a:lnTo>
                  <a:lnTo>
                    <a:pt x="2505693" y="188728"/>
                  </a:lnTo>
                  <a:lnTo>
                    <a:pt x="2515452" y="184864"/>
                  </a:lnTo>
                  <a:lnTo>
                    <a:pt x="2525196" y="224580"/>
                  </a:lnTo>
                  <a:lnTo>
                    <a:pt x="2534940" y="183697"/>
                  </a:lnTo>
                  <a:lnTo>
                    <a:pt x="2544699" y="180345"/>
                  </a:lnTo>
                  <a:lnTo>
                    <a:pt x="2554443" y="210546"/>
                  </a:lnTo>
                  <a:lnTo>
                    <a:pt x="2564202" y="188323"/>
                  </a:lnTo>
                  <a:lnTo>
                    <a:pt x="2573946" y="201266"/>
                  </a:lnTo>
                  <a:lnTo>
                    <a:pt x="2583690" y="164935"/>
                  </a:lnTo>
                  <a:lnTo>
                    <a:pt x="2593448" y="140097"/>
                  </a:lnTo>
                  <a:lnTo>
                    <a:pt x="2603192" y="142886"/>
                  </a:lnTo>
                  <a:lnTo>
                    <a:pt x="2612951" y="143677"/>
                  </a:lnTo>
                  <a:lnTo>
                    <a:pt x="2622695" y="150609"/>
                  </a:lnTo>
                  <a:lnTo>
                    <a:pt x="2632439" y="170373"/>
                  </a:lnTo>
                  <a:lnTo>
                    <a:pt x="2642198" y="163531"/>
                  </a:lnTo>
                  <a:lnTo>
                    <a:pt x="2651942" y="162391"/>
                  </a:lnTo>
                  <a:lnTo>
                    <a:pt x="2661685" y="161834"/>
                  </a:lnTo>
                  <a:lnTo>
                    <a:pt x="2671444" y="162967"/>
                  </a:lnTo>
                  <a:lnTo>
                    <a:pt x="2681188" y="201923"/>
                  </a:lnTo>
                  <a:lnTo>
                    <a:pt x="2690947" y="178627"/>
                  </a:lnTo>
                  <a:lnTo>
                    <a:pt x="2700691" y="208161"/>
                  </a:lnTo>
                  <a:lnTo>
                    <a:pt x="2710435" y="209526"/>
                  </a:lnTo>
                  <a:lnTo>
                    <a:pt x="2720194" y="188539"/>
                  </a:lnTo>
                  <a:lnTo>
                    <a:pt x="2729938" y="188046"/>
                  </a:lnTo>
                  <a:lnTo>
                    <a:pt x="2739697" y="169033"/>
                  </a:lnTo>
                  <a:lnTo>
                    <a:pt x="2749441" y="147708"/>
                  </a:lnTo>
                  <a:lnTo>
                    <a:pt x="2759185" y="137936"/>
                  </a:lnTo>
                  <a:lnTo>
                    <a:pt x="2768943" y="166840"/>
                  </a:lnTo>
                  <a:lnTo>
                    <a:pt x="2778687" y="154195"/>
                  </a:lnTo>
                  <a:lnTo>
                    <a:pt x="2788446" y="132144"/>
                  </a:lnTo>
                  <a:lnTo>
                    <a:pt x="2798190" y="106724"/>
                  </a:lnTo>
                  <a:lnTo>
                    <a:pt x="2807934" y="130084"/>
                  </a:lnTo>
                  <a:lnTo>
                    <a:pt x="2817693" y="136169"/>
                  </a:lnTo>
                  <a:lnTo>
                    <a:pt x="2827437" y="107627"/>
                  </a:lnTo>
                  <a:lnTo>
                    <a:pt x="2837196" y="105373"/>
                  </a:lnTo>
                  <a:lnTo>
                    <a:pt x="2846940" y="112107"/>
                  </a:lnTo>
                  <a:lnTo>
                    <a:pt x="2856684" y="99770"/>
                  </a:lnTo>
                  <a:lnTo>
                    <a:pt x="2866442" y="100525"/>
                  </a:lnTo>
                  <a:lnTo>
                    <a:pt x="2876186" y="125646"/>
                  </a:lnTo>
                  <a:lnTo>
                    <a:pt x="2885945" y="108123"/>
                  </a:lnTo>
                  <a:lnTo>
                    <a:pt x="2895689" y="82719"/>
                  </a:lnTo>
                  <a:lnTo>
                    <a:pt x="2905433" y="112113"/>
                  </a:lnTo>
                  <a:lnTo>
                    <a:pt x="2915192" y="12802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7" name="Freeform 1126">
              <a:extLst>
                <a:ext uri="{FF2B5EF4-FFF2-40B4-BE49-F238E27FC236}">
                  <a16:creationId xmlns:a16="http://schemas.microsoft.com/office/drawing/2014/main" id="{6ABFF23C-B95E-AD34-8FD8-BBD6B48D8CED}"/>
                </a:ext>
              </a:extLst>
            </p:cNvPr>
            <p:cNvSpPr/>
            <p:nvPr/>
          </p:nvSpPr>
          <p:spPr>
            <a:xfrm>
              <a:off x="4426652" y="3091878"/>
              <a:ext cx="2915191" cy="698885"/>
            </a:xfrm>
            <a:custGeom>
              <a:avLst/>
              <a:gdLst>
                <a:gd name="connsiteX0" fmla="*/ 0 w 2915191"/>
                <a:gd name="connsiteY0" fmla="*/ 496725 h 698885"/>
                <a:gd name="connsiteX1" fmla="*/ 9750 w 2915191"/>
                <a:gd name="connsiteY1" fmla="*/ 510649 h 698885"/>
                <a:gd name="connsiteX2" fmla="*/ 19500 w 2915191"/>
                <a:gd name="connsiteY2" fmla="*/ 516922 h 698885"/>
                <a:gd name="connsiteX3" fmla="*/ 29250 w 2915191"/>
                <a:gd name="connsiteY3" fmla="*/ 515564 h 698885"/>
                <a:gd name="connsiteX4" fmla="*/ 39000 w 2915191"/>
                <a:gd name="connsiteY4" fmla="*/ 510205 h 698885"/>
                <a:gd name="connsiteX5" fmla="*/ 48749 w 2915191"/>
                <a:gd name="connsiteY5" fmla="*/ 455863 h 698885"/>
                <a:gd name="connsiteX6" fmla="*/ 58499 w 2915191"/>
                <a:gd name="connsiteY6" fmla="*/ 488536 h 698885"/>
                <a:gd name="connsiteX7" fmla="*/ 68249 w 2915191"/>
                <a:gd name="connsiteY7" fmla="*/ 463653 h 698885"/>
                <a:gd name="connsiteX8" fmla="*/ 77998 w 2915191"/>
                <a:gd name="connsiteY8" fmla="*/ 484233 h 698885"/>
                <a:gd name="connsiteX9" fmla="*/ 87748 w 2915191"/>
                <a:gd name="connsiteY9" fmla="*/ 499481 h 698885"/>
                <a:gd name="connsiteX10" fmla="*/ 97497 w 2915191"/>
                <a:gd name="connsiteY10" fmla="*/ 510898 h 698885"/>
                <a:gd name="connsiteX11" fmla="*/ 107247 w 2915191"/>
                <a:gd name="connsiteY11" fmla="*/ 506299 h 698885"/>
                <a:gd name="connsiteX12" fmla="*/ 116997 w 2915191"/>
                <a:gd name="connsiteY12" fmla="*/ 528950 h 698885"/>
                <a:gd name="connsiteX13" fmla="*/ 126747 w 2915191"/>
                <a:gd name="connsiteY13" fmla="*/ 521593 h 698885"/>
                <a:gd name="connsiteX14" fmla="*/ 136497 w 2915191"/>
                <a:gd name="connsiteY14" fmla="*/ 509964 h 698885"/>
                <a:gd name="connsiteX15" fmla="*/ 146247 w 2915191"/>
                <a:gd name="connsiteY15" fmla="*/ 468257 h 698885"/>
                <a:gd name="connsiteX16" fmla="*/ 155997 w 2915191"/>
                <a:gd name="connsiteY16" fmla="*/ 455679 h 698885"/>
                <a:gd name="connsiteX17" fmla="*/ 165747 w 2915191"/>
                <a:gd name="connsiteY17" fmla="*/ 465799 h 698885"/>
                <a:gd name="connsiteX18" fmla="*/ 175497 w 2915191"/>
                <a:gd name="connsiteY18" fmla="*/ 493137 h 698885"/>
                <a:gd name="connsiteX19" fmla="*/ 185247 w 2915191"/>
                <a:gd name="connsiteY19" fmla="*/ 494658 h 698885"/>
                <a:gd name="connsiteX20" fmla="*/ 194996 w 2915191"/>
                <a:gd name="connsiteY20" fmla="*/ 520071 h 698885"/>
                <a:gd name="connsiteX21" fmla="*/ 204746 w 2915191"/>
                <a:gd name="connsiteY21" fmla="*/ 528683 h 698885"/>
                <a:gd name="connsiteX22" fmla="*/ 214495 w 2915191"/>
                <a:gd name="connsiteY22" fmla="*/ 487533 h 698885"/>
                <a:gd name="connsiteX23" fmla="*/ 224245 w 2915191"/>
                <a:gd name="connsiteY23" fmla="*/ 481006 h 698885"/>
                <a:gd name="connsiteX24" fmla="*/ 233995 w 2915191"/>
                <a:gd name="connsiteY24" fmla="*/ 495826 h 698885"/>
                <a:gd name="connsiteX25" fmla="*/ 243744 w 2915191"/>
                <a:gd name="connsiteY25" fmla="*/ 515833 h 698885"/>
                <a:gd name="connsiteX26" fmla="*/ 253494 w 2915191"/>
                <a:gd name="connsiteY26" fmla="*/ 485379 h 698885"/>
                <a:gd name="connsiteX27" fmla="*/ 263244 w 2915191"/>
                <a:gd name="connsiteY27" fmla="*/ 496863 h 698885"/>
                <a:gd name="connsiteX28" fmla="*/ 272994 w 2915191"/>
                <a:gd name="connsiteY28" fmla="*/ 522036 h 698885"/>
                <a:gd name="connsiteX29" fmla="*/ 282744 w 2915191"/>
                <a:gd name="connsiteY29" fmla="*/ 504831 h 698885"/>
                <a:gd name="connsiteX30" fmla="*/ 292494 w 2915191"/>
                <a:gd name="connsiteY30" fmla="*/ 551584 h 698885"/>
                <a:gd name="connsiteX31" fmla="*/ 302244 w 2915191"/>
                <a:gd name="connsiteY31" fmla="*/ 548218 h 698885"/>
                <a:gd name="connsiteX32" fmla="*/ 311994 w 2915191"/>
                <a:gd name="connsiteY32" fmla="*/ 554670 h 698885"/>
                <a:gd name="connsiteX33" fmla="*/ 321744 w 2915191"/>
                <a:gd name="connsiteY33" fmla="*/ 595138 h 698885"/>
                <a:gd name="connsiteX34" fmla="*/ 331493 w 2915191"/>
                <a:gd name="connsiteY34" fmla="*/ 613951 h 698885"/>
                <a:gd name="connsiteX35" fmla="*/ 341243 w 2915191"/>
                <a:gd name="connsiteY35" fmla="*/ 588374 h 698885"/>
                <a:gd name="connsiteX36" fmla="*/ 350993 w 2915191"/>
                <a:gd name="connsiteY36" fmla="*/ 565570 h 698885"/>
                <a:gd name="connsiteX37" fmla="*/ 360742 w 2915191"/>
                <a:gd name="connsiteY37" fmla="*/ 556732 h 698885"/>
                <a:gd name="connsiteX38" fmla="*/ 370492 w 2915191"/>
                <a:gd name="connsiteY38" fmla="*/ 580384 h 698885"/>
                <a:gd name="connsiteX39" fmla="*/ 380241 w 2915191"/>
                <a:gd name="connsiteY39" fmla="*/ 585709 h 698885"/>
                <a:gd name="connsiteX40" fmla="*/ 389991 w 2915191"/>
                <a:gd name="connsiteY40" fmla="*/ 602402 h 698885"/>
                <a:gd name="connsiteX41" fmla="*/ 399741 w 2915191"/>
                <a:gd name="connsiteY41" fmla="*/ 597866 h 698885"/>
                <a:gd name="connsiteX42" fmla="*/ 409491 w 2915191"/>
                <a:gd name="connsiteY42" fmla="*/ 579450 h 698885"/>
                <a:gd name="connsiteX43" fmla="*/ 419241 w 2915191"/>
                <a:gd name="connsiteY43" fmla="*/ 584353 h 698885"/>
                <a:gd name="connsiteX44" fmla="*/ 428991 w 2915191"/>
                <a:gd name="connsiteY44" fmla="*/ 581741 h 698885"/>
                <a:gd name="connsiteX45" fmla="*/ 438741 w 2915191"/>
                <a:gd name="connsiteY45" fmla="*/ 591884 h 698885"/>
                <a:gd name="connsiteX46" fmla="*/ 448491 w 2915191"/>
                <a:gd name="connsiteY46" fmla="*/ 551630 h 698885"/>
                <a:gd name="connsiteX47" fmla="*/ 458241 w 2915191"/>
                <a:gd name="connsiteY47" fmla="*/ 524651 h 698885"/>
                <a:gd name="connsiteX48" fmla="*/ 467991 w 2915191"/>
                <a:gd name="connsiteY48" fmla="*/ 546702 h 698885"/>
                <a:gd name="connsiteX49" fmla="*/ 477740 w 2915191"/>
                <a:gd name="connsiteY49" fmla="*/ 531395 h 698885"/>
                <a:gd name="connsiteX50" fmla="*/ 487490 w 2915191"/>
                <a:gd name="connsiteY50" fmla="*/ 476167 h 698885"/>
                <a:gd name="connsiteX51" fmla="*/ 497239 w 2915191"/>
                <a:gd name="connsiteY51" fmla="*/ 457892 h 698885"/>
                <a:gd name="connsiteX52" fmla="*/ 506989 w 2915191"/>
                <a:gd name="connsiteY52" fmla="*/ 475066 h 698885"/>
                <a:gd name="connsiteX53" fmla="*/ 516738 w 2915191"/>
                <a:gd name="connsiteY53" fmla="*/ 503112 h 698885"/>
                <a:gd name="connsiteX54" fmla="*/ 526488 w 2915191"/>
                <a:gd name="connsiteY54" fmla="*/ 481005 h 698885"/>
                <a:gd name="connsiteX55" fmla="*/ 536238 w 2915191"/>
                <a:gd name="connsiteY55" fmla="*/ 456266 h 698885"/>
                <a:gd name="connsiteX56" fmla="*/ 545988 w 2915191"/>
                <a:gd name="connsiteY56" fmla="*/ 467116 h 698885"/>
                <a:gd name="connsiteX57" fmla="*/ 555738 w 2915191"/>
                <a:gd name="connsiteY57" fmla="*/ 506905 h 698885"/>
                <a:gd name="connsiteX58" fmla="*/ 565488 w 2915191"/>
                <a:gd name="connsiteY58" fmla="*/ 500983 h 698885"/>
                <a:gd name="connsiteX59" fmla="*/ 575238 w 2915191"/>
                <a:gd name="connsiteY59" fmla="*/ 483737 h 698885"/>
                <a:gd name="connsiteX60" fmla="*/ 584988 w 2915191"/>
                <a:gd name="connsiteY60" fmla="*/ 454161 h 698885"/>
                <a:gd name="connsiteX61" fmla="*/ 594738 w 2915191"/>
                <a:gd name="connsiteY61" fmla="*/ 480667 h 698885"/>
                <a:gd name="connsiteX62" fmla="*/ 604488 w 2915191"/>
                <a:gd name="connsiteY62" fmla="*/ 478467 h 698885"/>
                <a:gd name="connsiteX63" fmla="*/ 614237 w 2915191"/>
                <a:gd name="connsiteY63" fmla="*/ 489776 h 698885"/>
                <a:gd name="connsiteX64" fmla="*/ 623987 w 2915191"/>
                <a:gd name="connsiteY64" fmla="*/ 509276 h 698885"/>
                <a:gd name="connsiteX65" fmla="*/ 633736 w 2915191"/>
                <a:gd name="connsiteY65" fmla="*/ 508259 h 698885"/>
                <a:gd name="connsiteX66" fmla="*/ 643486 w 2915191"/>
                <a:gd name="connsiteY66" fmla="*/ 561349 h 698885"/>
                <a:gd name="connsiteX67" fmla="*/ 653236 w 2915191"/>
                <a:gd name="connsiteY67" fmla="*/ 556052 h 698885"/>
                <a:gd name="connsiteX68" fmla="*/ 662985 w 2915191"/>
                <a:gd name="connsiteY68" fmla="*/ 536739 h 698885"/>
                <a:gd name="connsiteX69" fmla="*/ 672735 w 2915191"/>
                <a:gd name="connsiteY69" fmla="*/ 564427 h 698885"/>
                <a:gd name="connsiteX70" fmla="*/ 682485 w 2915191"/>
                <a:gd name="connsiteY70" fmla="*/ 574627 h 698885"/>
                <a:gd name="connsiteX71" fmla="*/ 692235 w 2915191"/>
                <a:gd name="connsiteY71" fmla="*/ 577416 h 698885"/>
                <a:gd name="connsiteX72" fmla="*/ 701985 w 2915191"/>
                <a:gd name="connsiteY72" fmla="*/ 646882 h 698885"/>
                <a:gd name="connsiteX73" fmla="*/ 711735 w 2915191"/>
                <a:gd name="connsiteY73" fmla="*/ 676466 h 698885"/>
                <a:gd name="connsiteX74" fmla="*/ 721485 w 2915191"/>
                <a:gd name="connsiteY74" fmla="*/ 698886 h 698885"/>
                <a:gd name="connsiteX75" fmla="*/ 731235 w 2915191"/>
                <a:gd name="connsiteY75" fmla="*/ 688108 h 698885"/>
                <a:gd name="connsiteX76" fmla="*/ 740985 w 2915191"/>
                <a:gd name="connsiteY76" fmla="*/ 693503 h 698885"/>
                <a:gd name="connsiteX77" fmla="*/ 750734 w 2915191"/>
                <a:gd name="connsiteY77" fmla="*/ 692616 h 698885"/>
                <a:gd name="connsiteX78" fmla="*/ 760484 w 2915191"/>
                <a:gd name="connsiteY78" fmla="*/ 695134 h 698885"/>
                <a:gd name="connsiteX79" fmla="*/ 770233 w 2915191"/>
                <a:gd name="connsiteY79" fmla="*/ 661434 h 698885"/>
                <a:gd name="connsiteX80" fmla="*/ 779983 w 2915191"/>
                <a:gd name="connsiteY80" fmla="*/ 649517 h 698885"/>
                <a:gd name="connsiteX81" fmla="*/ 789733 w 2915191"/>
                <a:gd name="connsiteY81" fmla="*/ 634469 h 698885"/>
                <a:gd name="connsiteX82" fmla="*/ 799482 w 2915191"/>
                <a:gd name="connsiteY82" fmla="*/ 636452 h 698885"/>
                <a:gd name="connsiteX83" fmla="*/ 809232 w 2915191"/>
                <a:gd name="connsiteY83" fmla="*/ 631875 h 698885"/>
                <a:gd name="connsiteX84" fmla="*/ 818982 w 2915191"/>
                <a:gd name="connsiteY84" fmla="*/ 626501 h 698885"/>
                <a:gd name="connsiteX85" fmla="*/ 828732 w 2915191"/>
                <a:gd name="connsiteY85" fmla="*/ 594997 h 698885"/>
                <a:gd name="connsiteX86" fmla="*/ 838482 w 2915191"/>
                <a:gd name="connsiteY86" fmla="*/ 606429 h 698885"/>
                <a:gd name="connsiteX87" fmla="*/ 848232 w 2915191"/>
                <a:gd name="connsiteY87" fmla="*/ 622862 h 698885"/>
                <a:gd name="connsiteX88" fmla="*/ 857982 w 2915191"/>
                <a:gd name="connsiteY88" fmla="*/ 596542 h 698885"/>
                <a:gd name="connsiteX89" fmla="*/ 867732 w 2915191"/>
                <a:gd name="connsiteY89" fmla="*/ 604026 h 698885"/>
                <a:gd name="connsiteX90" fmla="*/ 877482 w 2915191"/>
                <a:gd name="connsiteY90" fmla="*/ 607826 h 698885"/>
                <a:gd name="connsiteX91" fmla="*/ 887231 w 2915191"/>
                <a:gd name="connsiteY91" fmla="*/ 581697 h 698885"/>
                <a:gd name="connsiteX92" fmla="*/ 896981 w 2915191"/>
                <a:gd name="connsiteY92" fmla="*/ 566380 h 698885"/>
                <a:gd name="connsiteX93" fmla="*/ 906730 w 2915191"/>
                <a:gd name="connsiteY93" fmla="*/ 597801 h 698885"/>
                <a:gd name="connsiteX94" fmla="*/ 916480 w 2915191"/>
                <a:gd name="connsiteY94" fmla="*/ 632945 h 698885"/>
                <a:gd name="connsiteX95" fmla="*/ 926230 w 2915191"/>
                <a:gd name="connsiteY95" fmla="*/ 632098 h 698885"/>
                <a:gd name="connsiteX96" fmla="*/ 935979 w 2915191"/>
                <a:gd name="connsiteY96" fmla="*/ 620389 h 698885"/>
                <a:gd name="connsiteX97" fmla="*/ 945729 w 2915191"/>
                <a:gd name="connsiteY97" fmla="*/ 606937 h 698885"/>
                <a:gd name="connsiteX98" fmla="*/ 955479 w 2915191"/>
                <a:gd name="connsiteY98" fmla="*/ 612230 h 698885"/>
                <a:gd name="connsiteX99" fmla="*/ 965229 w 2915191"/>
                <a:gd name="connsiteY99" fmla="*/ 594355 h 698885"/>
                <a:gd name="connsiteX100" fmla="*/ 974979 w 2915191"/>
                <a:gd name="connsiteY100" fmla="*/ 601819 h 698885"/>
                <a:gd name="connsiteX101" fmla="*/ 984729 w 2915191"/>
                <a:gd name="connsiteY101" fmla="*/ 592175 h 698885"/>
                <a:gd name="connsiteX102" fmla="*/ 994474 w 2915191"/>
                <a:gd name="connsiteY102" fmla="*/ 579390 h 698885"/>
                <a:gd name="connsiteX103" fmla="*/ 1004233 w 2915191"/>
                <a:gd name="connsiteY103" fmla="*/ 572316 h 698885"/>
                <a:gd name="connsiteX104" fmla="*/ 1013977 w 2915191"/>
                <a:gd name="connsiteY104" fmla="*/ 580292 h 698885"/>
                <a:gd name="connsiteX105" fmla="*/ 1023721 w 2915191"/>
                <a:gd name="connsiteY105" fmla="*/ 578901 h 698885"/>
                <a:gd name="connsiteX106" fmla="*/ 1033480 w 2915191"/>
                <a:gd name="connsiteY106" fmla="*/ 536107 h 698885"/>
                <a:gd name="connsiteX107" fmla="*/ 1043224 w 2915191"/>
                <a:gd name="connsiteY107" fmla="*/ 530945 h 698885"/>
                <a:gd name="connsiteX108" fmla="*/ 1052983 w 2915191"/>
                <a:gd name="connsiteY108" fmla="*/ 530222 h 698885"/>
                <a:gd name="connsiteX109" fmla="*/ 1062727 w 2915191"/>
                <a:gd name="connsiteY109" fmla="*/ 582480 h 698885"/>
                <a:gd name="connsiteX110" fmla="*/ 1072471 w 2915191"/>
                <a:gd name="connsiteY110" fmla="*/ 620200 h 698885"/>
                <a:gd name="connsiteX111" fmla="*/ 1082230 w 2915191"/>
                <a:gd name="connsiteY111" fmla="*/ 601153 h 698885"/>
                <a:gd name="connsiteX112" fmla="*/ 1091973 w 2915191"/>
                <a:gd name="connsiteY112" fmla="*/ 603080 h 698885"/>
                <a:gd name="connsiteX113" fmla="*/ 1101732 w 2915191"/>
                <a:gd name="connsiteY113" fmla="*/ 592017 h 698885"/>
                <a:gd name="connsiteX114" fmla="*/ 1111476 w 2915191"/>
                <a:gd name="connsiteY114" fmla="*/ 570023 h 698885"/>
                <a:gd name="connsiteX115" fmla="*/ 1121220 w 2915191"/>
                <a:gd name="connsiteY115" fmla="*/ 548268 h 698885"/>
                <a:gd name="connsiteX116" fmla="*/ 1130979 w 2915191"/>
                <a:gd name="connsiteY116" fmla="*/ 480439 h 698885"/>
                <a:gd name="connsiteX117" fmla="*/ 1140723 w 2915191"/>
                <a:gd name="connsiteY117" fmla="*/ 489299 h 698885"/>
                <a:gd name="connsiteX118" fmla="*/ 1150482 w 2915191"/>
                <a:gd name="connsiteY118" fmla="*/ 449797 h 698885"/>
                <a:gd name="connsiteX119" fmla="*/ 1160226 w 2915191"/>
                <a:gd name="connsiteY119" fmla="*/ 459939 h 698885"/>
                <a:gd name="connsiteX120" fmla="*/ 1169969 w 2915191"/>
                <a:gd name="connsiteY120" fmla="*/ 492152 h 698885"/>
                <a:gd name="connsiteX121" fmla="*/ 1179728 w 2915191"/>
                <a:gd name="connsiteY121" fmla="*/ 470787 h 698885"/>
                <a:gd name="connsiteX122" fmla="*/ 1189472 w 2915191"/>
                <a:gd name="connsiteY122" fmla="*/ 465033 h 698885"/>
                <a:gd name="connsiteX123" fmla="*/ 1199231 w 2915191"/>
                <a:gd name="connsiteY123" fmla="*/ 466551 h 698885"/>
                <a:gd name="connsiteX124" fmla="*/ 1208975 w 2915191"/>
                <a:gd name="connsiteY124" fmla="*/ 455279 h 698885"/>
                <a:gd name="connsiteX125" fmla="*/ 1218719 w 2915191"/>
                <a:gd name="connsiteY125" fmla="*/ 468008 h 698885"/>
                <a:gd name="connsiteX126" fmla="*/ 1228478 w 2915191"/>
                <a:gd name="connsiteY126" fmla="*/ 448224 h 698885"/>
                <a:gd name="connsiteX127" fmla="*/ 1238222 w 2915191"/>
                <a:gd name="connsiteY127" fmla="*/ 442781 h 698885"/>
                <a:gd name="connsiteX128" fmla="*/ 1247966 w 2915191"/>
                <a:gd name="connsiteY128" fmla="*/ 449225 h 698885"/>
                <a:gd name="connsiteX129" fmla="*/ 1257725 w 2915191"/>
                <a:gd name="connsiteY129" fmla="*/ 486182 h 698885"/>
                <a:gd name="connsiteX130" fmla="*/ 1267469 w 2915191"/>
                <a:gd name="connsiteY130" fmla="*/ 488926 h 698885"/>
                <a:gd name="connsiteX131" fmla="*/ 1277227 w 2915191"/>
                <a:gd name="connsiteY131" fmla="*/ 514235 h 698885"/>
                <a:gd name="connsiteX132" fmla="*/ 1286971 w 2915191"/>
                <a:gd name="connsiteY132" fmla="*/ 497268 h 698885"/>
                <a:gd name="connsiteX133" fmla="*/ 1296715 w 2915191"/>
                <a:gd name="connsiteY133" fmla="*/ 458206 h 698885"/>
                <a:gd name="connsiteX134" fmla="*/ 1306474 w 2915191"/>
                <a:gd name="connsiteY134" fmla="*/ 460447 h 698885"/>
                <a:gd name="connsiteX135" fmla="*/ 1316218 w 2915191"/>
                <a:gd name="connsiteY135" fmla="*/ 442099 h 698885"/>
                <a:gd name="connsiteX136" fmla="*/ 1325977 w 2915191"/>
                <a:gd name="connsiteY136" fmla="*/ 423298 h 698885"/>
                <a:gd name="connsiteX137" fmla="*/ 1335721 w 2915191"/>
                <a:gd name="connsiteY137" fmla="*/ 422541 h 698885"/>
                <a:gd name="connsiteX138" fmla="*/ 1345465 w 2915191"/>
                <a:gd name="connsiteY138" fmla="*/ 416380 h 698885"/>
                <a:gd name="connsiteX139" fmla="*/ 1355224 w 2915191"/>
                <a:gd name="connsiteY139" fmla="*/ 365076 h 698885"/>
                <a:gd name="connsiteX140" fmla="*/ 1364967 w 2915191"/>
                <a:gd name="connsiteY140" fmla="*/ 373757 h 698885"/>
                <a:gd name="connsiteX141" fmla="*/ 1374726 w 2915191"/>
                <a:gd name="connsiteY141" fmla="*/ 384800 h 698885"/>
                <a:gd name="connsiteX142" fmla="*/ 1384470 w 2915191"/>
                <a:gd name="connsiteY142" fmla="*/ 364854 h 698885"/>
                <a:gd name="connsiteX143" fmla="*/ 1394214 w 2915191"/>
                <a:gd name="connsiteY143" fmla="*/ 299195 h 698885"/>
                <a:gd name="connsiteX144" fmla="*/ 1403973 w 2915191"/>
                <a:gd name="connsiteY144" fmla="*/ 287054 h 698885"/>
                <a:gd name="connsiteX145" fmla="*/ 1413717 w 2915191"/>
                <a:gd name="connsiteY145" fmla="*/ 294750 h 698885"/>
                <a:gd name="connsiteX146" fmla="*/ 1423476 w 2915191"/>
                <a:gd name="connsiteY146" fmla="*/ 315237 h 698885"/>
                <a:gd name="connsiteX147" fmla="*/ 1433220 w 2915191"/>
                <a:gd name="connsiteY147" fmla="*/ 321516 h 698885"/>
                <a:gd name="connsiteX148" fmla="*/ 1442964 w 2915191"/>
                <a:gd name="connsiteY148" fmla="*/ 312877 h 698885"/>
                <a:gd name="connsiteX149" fmla="*/ 1452722 w 2915191"/>
                <a:gd name="connsiteY149" fmla="*/ 338442 h 698885"/>
                <a:gd name="connsiteX150" fmla="*/ 1462466 w 2915191"/>
                <a:gd name="connsiteY150" fmla="*/ 354909 h 698885"/>
                <a:gd name="connsiteX151" fmla="*/ 1472225 w 2915191"/>
                <a:gd name="connsiteY151" fmla="*/ 353568 h 698885"/>
                <a:gd name="connsiteX152" fmla="*/ 1481969 w 2915191"/>
                <a:gd name="connsiteY152" fmla="*/ 358613 h 698885"/>
                <a:gd name="connsiteX153" fmla="*/ 1491713 w 2915191"/>
                <a:gd name="connsiteY153" fmla="*/ 379835 h 698885"/>
                <a:gd name="connsiteX154" fmla="*/ 1501472 w 2915191"/>
                <a:gd name="connsiteY154" fmla="*/ 414028 h 698885"/>
                <a:gd name="connsiteX155" fmla="*/ 1511216 w 2915191"/>
                <a:gd name="connsiteY155" fmla="*/ 392913 h 698885"/>
                <a:gd name="connsiteX156" fmla="*/ 1520960 w 2915191"/>
                <a:gd name="connsiteY156" fmla="*/ 396325 h 698885"/>
                <a:gd name="connsiteX157" fmla="*/ 1530719 w 2915191"/>
                <a:gd name="connsiteY157" fmla="*/ 387500 h 698885"/>
                <a:gd name="connsiteX158" fmla="*/ 1540463 w 2915191"/>
                <a:gd name="connsiteY158" fmla="*/ 423359 h 698885"/>
                <a:gd name="connsiteX159" fmla="*/ 1550221 w 2915191"/>
                <a:gd name="connsiteY159" fmla="*/ 430163 h 698885"/>
                <a:gd name="connsiteX160" fmla="*/ 1559965 w 2915191"/>
                <a:gd name="connsiteY160" fmla="*/ 410004 h 698885"/>
                <a:gd name="connsiteX161" fmla="*/ 1569709 w 2915191"/>
                <a:gd name="connsiteY161" fmla="*/ 415311 h 698885"/>
                <a:gd name="connsiteX162" fmla="*/ 1579468 w 2915191"/>
                <a:gd name="connsiteY162" fmla="*/ 399555 h 698885"/>
                <a:gd name="connsiteX163" fmla="*/ 1589212 w 2915191"/>
                <a:gd name="connsiteY163" fmla="*/ 408588 h 698885"/>
                <a:gd name="connsiteX164" fmla="*/ 1598971 w 2915191"/>
                <a:gd name="connsiteY164" fmla="*/ 396790 h 698885"/>
                <a:gd name="connsiteX165" fmla="*/ 1608715 w 2915191"/>
                <a:gd name="connsiteY165" fmla="*/ 390090 h 698885"/>
                <a:gd name="connsiteX166" fmla="*/ 1618459 w 2915191"/>
                <a:gd name="connsiteY166" fmla="*/ 392602 h 698885"/>
                <a:gd name="connsiteX167" fmla="*/ 1628218 w 2915191"/>
                <a:gd name="connsiteY167" fmla="*/ 379762 h 698885"/>
                <a:gd name="connsiteX168" fmla="*/ 1637962 w 2915191"/>
                <a:gd name="connsiteY168" fmla="*/ 373787 h 698885"/>
                <a:gd name="connsiteX169" fmla="*/ 1647720 w 2915191"/>
                <a:gd name="connsiteY169" fmla="*/ 354775 h 698885"/>
                <a:gd name="connsiteX170" fmla="*/ 1657464 w 2915191"/>
                <a:gd name="connsiteY170" fmla="*/ 352917 h 698885"/>
                <a:gd name="connsiteX171" fmla="*/ 1667208 w 2915191"/>
                <a:gd name="connsiteY171" fmla="*/ 409102 h 698885"/>
                <a:gd name="connsiteX172" fmla="*/ 1676967 w 2915191"/>
                <a:gd name="connsiteY172" fmla="*/ 417267 h 698885"/>
                <a:gd name="connsiteX173" fmla="*/ 1686711 w 2915191"/>
                <a:gd name="connsiteY173" fmla="*/ 389449 h 698885"/>
                <a:gd name="connsiteX174" fmla="*/ 1696470 w 2915191"/>
                <a:gd name="connsiteY174" fmla="*/ 407630 h 698885"/>
                <a:gd name="connsiteX175" fmla="*/ 1706214 w 2915191"/>
                <a:gd name="connsiteY175" fmla="*/ 407405 h 698885"/>
                <a:gd name="connsiteX176" fmla="*/ 1715958 w 2915191"/>
                <a:gd name="connsiteY176" fmla="*/ 413040 h 698885"/>
                <a:gd name="connsiteX177" fmla="*/ 1725716 w 2915191"/>
                <a:gd name="connsiteY177" fmla="*/ 398004 h 698885"/>
                <a:gd name="connsiteX178" fmla="*/ 1735460 w 2915191"/>
                <a:gd name="connsiteY178" fmla="*/ 371916 h 698885"/>
                <a:gd name="connsiteX179" fmla="*/ 1745219 w 2915191"/>
                <a:gd name="connsiteY179" fmla="*/ 377925 h 698885"/>
                <a:gd name="connsiteX180" fmla="*/ 1754963 w 2915191"/>
                <a:gd name="connsiteY180" fmla="*/ 402368 h 698885"/>
                <a:gd name="connsiteX181" fmla="*/ 1764707 w 2915191"/>
                <a:gd name="connsiteY181" fmla="*/ 401371 h 698885"/>
                <a:gd name="connsiteX182" fmla="*/ 1774466 w 2915191"/>
                <a:gd name="connsiteY182" fmla="*/ 417806 h 698885"/>
                <a:gd name="connsiteX183" fmla="*/ 1784210 w 2915191"/>
                <a:gd name="connsiteY183" fmla="*/ 402843 h 698885"/>
                <a:gd name="connsiteX184" fmla="*/ 1793969 w 2915191"/>
                <a:gd name="connsiteY184" fmla="*/ 406973 h 698885"/>
                <a:gd name="connsiteX185" fmla="*/ 1803713 w 2915191"/>
                <a:gd name="connsiteY185" fmla="*/ 379969 h 698885"/>
                <a:gd name="connsiteX186" fmla="*/ 1813457 w 2915191"/>
                <a:gd name="connsiteY186" fmla="*/ 391445 h 698885"/>
                <a:gd name="connsiteX187" fmla="*/ 1823215 w 2915191"/>
                <a:gd name="connsiteY187" fmla="*/ 347647 h 698885"/>
                <a:gd name="connsiteX188" fmla="*/ 1832959 w 2915191"/>
                <a:gd name="connsiteY188" fmla="*/ 336376 h 698885"/>
                <a:gd name="connsiteX189" fmla="*/ 1842703 w 2915191"/>
                <a:gd name="connsiteY189" fmla="*/ 342380 h 698885"/>
                <a:gd name="connsiteX190" fmla="*/ 1852462 w 2915191"/>
                <a:gd name="connsiteY190" fmla="*/ 336949 h 698885"/>
                <a:gd name="connsiteX191" fmla="*/ 1862206 w 2915191"/>
                <a:gd name="connsiteY191" fmla="*/ 337237 h 698885"/>
                <a:gd name="connsiteX192" fmla="*/ 1871965 w 2915191"/>
                <a:gd name="connsiteY192" fmla="*/ 349652 h 698885"/>
                <a:gd name="connsiteX193" fmla="*/ 1881709 w 2915191"/>
                <a:gd name="connsiteY193" fmla="*/ 325975 h 698885"/>
                <a:gd name="connsiteX194" fmla="*/ 1891453 w 2915191"/>
                <a:gd name="connsiteY194" fmla="*/ 325589 h 698885"/>
                <a:gd name="connsiteX195" fmla="*/ 1901212 w 2915191"/>
                <a:gd name="connsiteY195" fmla="*/ 366659 h 698885"/>
                <a:gd name="connsiteX196" fmla="*/ 1910956 w 2915191"/>
                <a:gd name="connsiteY196" fmla="*/ 358291 h 698885"/>
                <a:gd name="connsiteX197" fmla="*/ 1920714 w 2915191"/>
                <a:gd name="connsiteY197" fmla="*/ 332332 h 698885"/>
                <a:gd name="connsiteX198" fmla="*/ 1930458 w 2915191"/>
                <a:gd name="connsiteY198" fmla="*/ 330738 h 698885"/>
                <a:gd name="connsiteX199" fmla="*/ 1940202 w 2915191"/>
                <a:gd name="connsiteY199" fmla="*/ 321595 h 698885"/>
                <a:gd name="connsiteX200" fmla="*/ 1949961 w 2915191"/>
                <a:gd name="connsiteY200" fmla="*/ 307767 h 698885"/>
                <a:gd name="connsiteX201" fmla="*/ 1959705 w 2915191"/>
                <a:gd name="connsiteY201" fmla="*/ 304286 h 698885"/>
                <a:gd name="connsiteX202" fmla="*/ 1969464 w 2915191"/>
                <a:gd name="connsiteY202" fmla="*/ 327773 h 698885"/>
                <a:gd name="connsiteX203" fmla="*/ 1979208 w 2915191"/>
                <a:gd name="connsiteY203" fmla="*/ 336273 h 698885"/>
                <a:gd name="connsiteX204" fmla="*/ 1988952 w 2915191"/>
                <a:gd name="connsiteY204" fmla="*/ 333952 h 698885"/>
                <a:gd name="connsiteX205" fmla="*/ 1998711 w 2915191"/>
                <a:gd name="connsiteY205" fmla="*/ 304014 h 698885"/>
                <a:gd name="connsiteX206" fmla="*/ 2008454 w 2915191"/>
                <a:gd name="connsiteY206" fmla="*/ 280561 h 698885"/>
                <a:gd name="connsiteX207" fmla="*/ 2018213 w 2915191"/>
                <a:gd name="connsiteY207" fmla="*/ 314827 h 698885"/>
                <a:gd name="connsiteX208" fmla="*/ 2027957 w 2915191"/>
                <a:gd name="connsiteY208" fmla="*/ 340311 h 698885"/>
                <a:gd name="connsiteX209" fmla="*/ 2037701 w 2915191"/>
                <a:gd name="connsiteY209" fmla="*/ 325425 h 698885"/>
                <a:gd name="connsiteX210" fmla="*/ 2047460 w 2915191"/>
                <a:gd name="connsiteY210" fmla="*/ 343730 h 698885"/>
                <a:gd name="connsiteX211" fmla="*/ 2057204 w 2915191"/>
                <a:gd name="connsiteY211" fmla="*/ 389361 h 698885"/>
                <a:gd name="connsiteX212" fmla="*/ 2066963 w 2915191"/>
                <a:gd name="connsiteY212" fmla="*/ 338463 h 698885"/>
                <a:gd name="connsiteX213" fmla="*/ 2076707 w 2915191"/>
                <a:gd name="connsiteY213" fmla="*/ 334600 h 698885"/>
                <a:gd name="connsiteX214" fmla="*/ 2086451 w 2915191"/>
                <a:gd name="connsiteY214" fmla="*/ 307950 h 698885"/>
                <a:gd name="connsiteX215" fmla="*/ 2096210 w 2915191"/>
                <a:gd name="connsiteY215" fmla="*/ 307026 h 698885"/>
                <a:gd name="connsiteX216" fmla="*/ 2105954 w 2915191"/>
                <a:gd name="connsiteY216" fmla="*/ 303306 h 698885"/>
                <a:gd name="connsiteX217" fmla="*/ 2115697 w 2915191"/>
                <a:gd name="connsiteY217" fmla="*/ 318706 h 698885"/>
                <a:gd name="connsiteX218" fmla="*/ 2125456 w 2915191"/>
                <a:gd name="connsiteY218" fmla="*/ 331565 h 698885"/>
                <a:gd name="connsiteX219" fmla="*/ 2135200 w 2915191"/>
                <a:gd name="connsiteY219" fmla="*/ 352777 h 698885"/>
                <a:gd name="connsiteX220" fmla="*/ 2144959 w 2915191"/>
                <a:gd name="connsiteY220" fmla="*/ 337329 h 698885"/>
                <a:gd name="connsiteX221" fmla="*/ 2154703 w 2915191"/>
                <a:gd name="connsiteY221" fmla="*/ 305155 h 698885"/>
                <a:gd name="connsiteX222" fmla="*/ 2164447 w 2915191"/>
                <a:gd name="connsiteY222" fmla="*/ 293812 h 698885"/>
                <a:gd name="connsiteX223" fmla="*/ 2174206 w 2915191"/>
                <a:gd name="connsiteY223" fmla="*/ 263956 h 698885"/>
                <a:gd name="connsiteX224" fmla="*/ 2183950 w 2915191"/>
                <a:gd name="connsiteY224" fmla="*/ 261547 h 698885"/>
                <a:gd name="connsiteX225" fmla="*/ 2193709 w 2915191"/>
                <a:gd name="connsiteY225" fmla="*/ 288997 h 698885"/>
                <a:gd name="connsiteX226" fmla="*/ 2203452 w 2915191"/>
                <a:gd name="connsiteY226" fmla="*/ 278264 h 698885"/>
                <a:gd name="connsiteX227" fmla="*/ 2213196 w 2915191"/>
                <a:gd name="connsiteY227" fmla="*/ 273738 h 698885"/>
                <a:gd name="connsiteX228" fmla="*/ 2222955 w 2915191"/>
                <a:gd name="connsiteY228" fmla="*/ 275236 h 698885"/>
                <a:gd name="connsiteX229" fmla="*/ 2232699 w 2915191"/>
                <a:gd name="connsiteY229" fmla="*/ 278277 h 698885"/>
                <a:gd name="connsiteX230" fmla="*/ 2242458 w 2915191"/>
                <a:gd name="connsiteY230" fmla="*/ 293823 h 698885"/>
                <a:gd name="connsiteX231" fmla="*/ 2252202 w 2915191"/>
                <a:gd name="connsiteY231" fmla="*/ 322694 h 698885"/>
                <a:gd name="connsiteX232" fmla="*/ 2261946 w 2915191"/>
                <a:gd name="connsiteY232" fmla="*/ 340385 h 698885"/>
                <a:gd name="connsiteX233" fmla="*/ 2271705 w 2915191"/>
                <a:gd name="connsiteY233" fmla="*/ 364742 h 698885"/>
                <a:gd name="connsiteX234" fmla="*/ 2281449 w 2915191"/>
                <a:gd name="connsiteY234" fmla="*/ 377504 h 698885"/>
                <a:gd name="connsiteX235" fmla="*/ 2291208 w 2915191"/>
                <a:gd name="connsiteY235" fmla="*/ 364432 h 698885"/>
                <a:gd name="connsiteX236" fmla="*/ 2300951 w 2915191"/>
                <a:gd name="connsiteY236" fmla="*/ 334557 h 698885"/>
                <a:gd name="connsiteX237" fmla="*/ 2310695 w 2915191"/>
                <a:gd name="connsiteY237" fmla="*/ 313934 h 698885"/>
                <a:gd name="connsiteX238" fmla="*/ 2320454 w 2915191"/>
                <a:gd name="connsiteY238" fmla="*/ 321741 h 698885"/>
                <a:gd name="connsiteX239" fmla="*/ 2330198 w 2915191"/>
                <a:gd name="connsiteY239" fmla="*/ 327858 h 698885"/>
                <a:gd name="connsiteX240" fmla="*/ 2339957 w 2915191"/>
                <a:gd name="connsiteY240" fmla="*/ 305706 h 698885"/>
                <a:gd name="connsiteX241" fmla="*/ 2349701 w 2915191"/>
                <a:gd name="connsiteY241" fmla="*/ 315173 h 698885"/>
                <a:gd name="connsiteX242" fmla="*/ 2359445 w 2915191"/>
                <a:gd name="connsiteY242" fmla="*/ 302673 h 698885"/>
                <a:gd name="connsiteX243" fmla="*/ 2369204 w 2915191"/>
                <a:gd name="connsiteY243" fmla="*/ 282914 h 698885"/>
                <a:gd name="connsiteX244" fmla="*/ 2378948 w 2915191"/>
                <a:gd name="connsiteY244" fmla="*/ 281324 h 698885"/>
                <a:gd name="connsiteX245" fmla="*/ 2388692 w 2915191"/>
                <a:gd name="connsiteY245" fmla="*/ 292728 h 698885"/>
                <a:gd name="connsiteX246" fmla="*/ 2398450 w 2915191"/>
                <a:gd name="connsiteY246" fmla="*/ 267437 h 698885"/>
                <a:gd name="connsiteX247" fmla="*/ 2408194 w 2915191"/>
                <a:gd name="connsiteY247" fmla="*/ 284551 h 698885"/>
                <a:gd name="connsiteX248" fmla="*/ 2417953 w 2915191"/>
                <a:gd name="connsiteY248" fmla="*/ 261856 h 698885"/>
                <a:gd name="connsiteX249" fmla="*/ 2427697 w 2915191"/>
                <a:gd name="connsiteY249" fmla="*/ 230896 h 698885"/>
                <a:gd name="connsiteX250" fmla="*/ 2437441 w 2915191"/>
                <a:gd name="connsiteY250" fmla="*/ 211111 h 698885"/>
                <a:gd name="connsiteX251" fmla="*/ 2447200 w 2915191"/>
                <a:gd name="connsiteY251" fmla="*/ 173454 h 698885"/>
                <a:gd name="connsiteX252" fmla="*/ 2456944 w 2915191"/>
                <a:gd name="connsiteY252" fmla="*/ 178739 h 698885"/>
                <a:gd name="connsiteX253" fmla="*/ 2466703 w 2915191"/>
                <a:gd name="connsiteY253" fmla="*/ 168721 h 698885"/>
                <a:gd name="connsiteX254" fmla="*/ 2476446 w 2915191"/>
                <a:gd name="connsiteY254" fmla="*/ 178457 h 698885"/>
                <a:gd name="connsiteX255" fmla="*/ 2486190 w 2915191"/>
                <a:gd name="connsiteY255" fmla="*/ 192514 h 698885"/>
                <a:gd name="connsiteX256" fmla="*/ 2495949 w 2915191"/>
                <a:gd name="connsiteY256" fmla="*/ 203435 h 698885"/>
                <a:gd name="connsiteX257" fmla="*/ 2505693 w 2915191"/>
                <a:gd name="connsiteY257" fmla="*/ 184993 h 698885"/>
                <a:gd name="connsiteX258" fmla="*/ 2515452 w 2915191"/>
                <a:gd name="connsiteY258" fmla="*/ 167269 h 698885"/>
                <a:gd name="connsiteX259" fmla="*/ 2525196 w 2915191"/>
                <a:gd name="connsiteY259" fmla="*/ 164886 h 698885"/>
                <a:gd name="connsiteX260" fmla="*/ 2534940 w 2915191"/>
                <a:gd name="connsiteY260" fmla="*/ 184373 h 698885"/>
                <a:gd name="connsiteX261" fmla="*/ 2544699 w 2915191"/>
                <a:gd name="connsiteY261" fmla="*/ 209697 h 698885"/>
                <a:gd name="connsiteX262" fmla="*/ 2554443 w 2915191"/>
                <a:gd name="connsiteY262" fmla="*/ 208858 h 698885"/>
                <a:gd name="connsiteX263" fmla="*/ 2564202 w 2915191"/>
                <a:gd name="connsiteY263" fmla="*/ 239748 h 698885"/>
                <a:gd name="connsiteX264" fmla="*/ 2573946 w 2915191"/>
                <a:gd name="connsiteY264" fmla="*/ 219054 h 698885"/>
                <a:gd name="connsiteX265" fmla="*/ 2583690 w 2915191"/>
                <a:gd name="connsiteY265" fmla="*/ 214043 h 698885"/>
                <a:gd name="connsiteX266" fmla="*/ 2593448 w 2915191"/>
                <a:gd name="connsiteY266" fmla="*/ 213134 h 698885"/>
                <a:gd name="connsiteX267" fmla="*/ 2603192 w 2915191"/>
                <a:gd name="connsiteY267" fmla="*/ 202278 h 698885"/>
                <a:gd name="connsiteX268" fmla="*/ 2612951 w 2915191"/>
                <a:gd name="connsiteY268" fmla="*/ 208027 h 698885"/>
                <a:gd name="connsiteX269" fmla="*/ 2622695 w 2915191"/>
                <a:gd name="connsiteY269" fmla="*/ 186552 h 698885"/>
                <a:gd name="connsiteX270" fmla="*/ 2632439 w 2915191"/>
                <a:gd name="connsiteY270" fmla="*/ 158583 h 698885"/>
                <a:gd name="connsiteX271" fmla="*/ 2642198 w 2915191"/>
                <a:gd name="connsiteY271" fmla="*/ 156572 h 698885"/>
                <a:gd name="connsiteX272" fmla="*/ 2651942 w 2915191"/>
                <a:gd name="connsiteY272" fmla="*/ 152260 h 698885"/>
                <a:gd name="connsiteX273" fmla="*/ 2661685 w 2915191"/>
                <a:gd name="connsiteY273" fmla="*/ 143120 h 698885"/>
                <a:gd name="connsiteX274" fmla="*/ 2671444 w 2915191"/>
                <a:gd name="connsiteY274" fmla="*/ 91243 h 698885"/>
                <a:gd name="connsiteX275" fmla="*/ 2681188 w 2915191"/>
                <a:gd name="connsiteY275" fmla="*/ 56393 h 698885"/>
                <a:gd name="connsiteX276" fmla="*/ 2690947 w 2915191"/>
                <a:gd name="connsiteY276" fmla="*/ 46991 h 698885"/>
                <a:gd name="connsiteX277" fmla="*/ 2700691 w 2915191"/>
                <a:gd name="connsiteY277" fmla="*/ 55192 h 698885"/>
                <a:gd name="connsiteX278" fmla="*/ 2710435 w 2915191"/>
                <a:gd name="connsiteY278" fmla="*/ 48094 h 698885"/>
                <a:gd name="connsiteX279" fmla="*/ 2720194 w 2915191"/>
                <a:gd name="connsiteY279" fmla="*/ 57021 h 698885"/>
                <a:gd name="connsiteX280" fmla="*/ 2729938 w 2915191"/>
                <a:gd name="connsiteY280" fmla="*/ 59514 h 698885"/>
                <a:gd name="connsiteX281" fmla="*/ 2739697 w 2915191"/>
                <a:gd name="connsiteY281" fmla="*/ 45844 h 698885"/>
                <a:gd name="connsiteX282" fmla="*/ 2749441 w 2915191"/>
                <a:gd name="connsiteY282" fmla="*/ 58832 h 698885"/>
                <a:gd name="connsiteX283" fmla="*/ 2759185 w 2915191"/>
                <a:gd name="connsiteY283" fmla="*/ 36264 h 698885"/>
                <a:gd name="connsiteX284" fmla="*/ 2768943 w 2915191"/>
                <a:gd name="connsiteY284" fmla="*/ 72579 h 698885"/>
                <a:gd name="connsiteX285" fmla="*/ 2778687 w 2915191"/>
                <a:gd name="connsiteY285" fmla="*/ 56139 h 698885"/>
                <a:gd name="connsiteX286" fmla="*/ 2788446 w 2915191"/>
                <a:gd name="connsiteY286" fmla="*/ 26878 h 698885"/>
                <a:gd name="connsiteX287" fmla="*/ 2798190 w 2915191"/>
                <a:gd name="connsiteY287" fmla="*/ 28129 h 698885"/>
                <a:gd name="connsiteX288" fmla="*/ 2807934 w 2915191"/>
                <a:gd name="connsiteY288" fmla="*/ 0 h 698885"/>
                <a:gd name="connsiteX289" fmla="*/ 2817693 w 2915191"/>
                <a:gd name="connsiteY289" fmla="*/ 43511 h 698885"/>
                <a:gd name="connsiteX290" fmla="*/ 2827437 w 2915191"/>
                <a:gd name="connsiteY290" fmla="*/ 45738 h 698885"/>
                <a:gd name="connsiteX291" fmla="*/ 2837196 w 2915191"/>
                <a:gd name="connsiteY291" fmla="*/ 42951 h 698885"/>
                <a:gd name="connsiteX292" fmla="*/ 2846940 w 2915191"/>
                <a:gd name="connsiteY292" fmla="*/ 30735 h 698885"/>
                <a:gd name="connsiteX293" fmla="*/ 2856684 w 2915191"/>
                <a:gd name="connsiteY293" fmla="*/ 96259 h 698885"/>
                <a:gd name="connsiteX294" fmla="*/ 2866442 w 2915191"/>
                <a:gd name="connsiteY294" fmla="*/ 130168 h 698885"/>
                <a:gd name="connsiteX295" fmla="*/ 2876186 w 2915191"/>
                <a:gd name="connsiteY295" fmla="*/ 148234 h 698885"/>
                <a:gd name="connsiteX296" fmla="*/ 2885945 w 2915191"/>
                <a:gd name="connsiteY296" fmla="*/ 167439 h 698885"/>
                <a:gd name="connsiteX297" fmla="*/ 2895689 w 2915191"/>
                <a:gd name="connsiteY297" fmla="*/ 186060 h 698885"/>
                <a:gd name="connsiteX298" fmla="*/ 2905433 w 2915191"/>
                <a:gd name="connsiteY298" fmla="*/ 228872 h 698885"/>
                <a:gd name="connsiteX299" fmla="*/ 2915192 w 2915191"/>
                <a:gd name="connsiteY299" fmla="*/ 223734 h 698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98885">
                  <a:moveTo>
                    <a:pt x="0" y="496725"/>
                  </a:moveTo>
                  <a:lnTo>
                    <a:pt x="9750" y="510649"/>
                  </a:lnTo>
                  <a:lnTo>
                    <a:pt x="19500" y="516922"/>
                  </a:lnTo>
                  <a:lnTo>
                    <a:pt x="29250" y="515564"/>
                  </a:lnTo>
                  <a:lnTo>
                    <a:pt x="39000" y="510205"/>
                  </a:lnTo>
                  <a:lnTo>
                    <a:pt x="48749" y="455863"/>
                  </a:lnTo>
                  <a:lnTo>
                    <a:pt x="58499" y="488536"/>
                  </a:lnTo>
                  <a:lnTo>
                    <a:pt x="68249" y="463653"/>
                  </a:lnTo>
                  <a:lnTo>
                    <a:pt x="77998" y="484233"/>
                  </a:lnTo>
                  <a:lnTo>
                    <a:pt x="87748" y="499481"/>
                  </a:lnTo>
                  <a:lnTo>
                    <a:pt x="97497" y="510898"/>
                  </a:lnTo>
                  <a:lnTo>
                    <a:pt x="107247" y="506299"/>
                  </a:lnTo>
                  <a:lnTo>
                    <a:pt x="116997" y="528950"/>
                  </a:lnTo>
                  <a:lnTo>
                    <a:pt x="126747" y="521593"/>
                  </a:lnTo>
                  <a:lnTo>
                    <a:pt x="136497" y="509964"/>
                  </a:lnTo>
                  <a:lnTo>
                    <a:pt x="146247" y="468257"/>
                  </a:lnTo>
                  <a:lnTo>
                    <a:pt x="155997" y="455679"/>
                  </a:lnTo>
                  <a:lnTo>
                    <a:pt x="165747" y="465799"/>
                  </a:lnTo>
                  <a:lnTo>
                    <a:pt x="175497" y="493137"/>
                  </a:lnTo>
                  <a:lnTo>
                    <a:pt x="185247" y="494658"/>
                  </a:lnTo>
                  <a:lnTo>
                    <a:pt x="194996" y="520071"/>
                  </a:lnTo>
                  <a:lnTo>
                    <a:pt x="204746" y="528683"/>
                  </a:lnTo>
                  <a:lnTo>
                    <a:pt x="214495" y="487533"/>
                  </a:lnTo>
                  <a:lnTo>
                    <a:pt x="224245" y="481006"/>
                  </a:lnTo>
                  <a:lnTo>
                    <a:pt x="233995" y="495826"/>
                  </a:lnTo>
                  <a:lnTo>
                    <a:pt x="243744" y="515833"/>
                  </a:lnTo>
                  <a:lnTo>
                    <a:pt x="253494" y="485379"/>
                  </a:lnTo>
                  <a:lnTo>
                    <a:pt x="263244" y="496863"/>
                  </a:lnTo>
                  <a:lnTo>
                    <a:pt x="272994" y="522036"/>
                  </a:lnTo>
                  <a:lnTo>
                    <a:pt x="282744" y="504831"/>
                  </a:lnTo>
                  <a:lnTo>
                    <a:pt x="292494" y="551584"/>
                  </a:lnTo>
                  <a:lnTo>
                    <a:pt x="302244" y="548218"/>
                  </a:lnTo>
                  <a:lnTo>
                    <a:pt x="311994" y="554670"/>
                  </a:lnTo>
                  <a:lnTo>
                    <a:pt x="321744" y="595138"/>
                  </a:lnTo>
                  <a:lnTo>
                    <a:pt x="331493" y="613951"/>
                  </a:lnTo>
                  <a:lnTo>
                    <a:pt x="341243" y="588374"/>
                  </a:lnTo>
                  <a:lnTo>
                    <a:pt x="350993" y="565570"/>
                  </a:lnTo>
                  <a:lnTo>
                    <a:pt x="360742" y="556732"/>
                  </a:lnTo>
                  <a:lnTo>
                    <a:pt x="370492" y="580384"/>
                  </a:lnTo>
                  <a:lnTo>
                    <a:pt x="380241" y="585709"/>
                  </a:lnTo>
                  <a:lnTo>
                    <a:pt x="389991" y="602402"/>
                  </a:lnTo>
                  <a:lnTo>
                    <a:pt x="399741" y="597866"/>
                  </a:lnTo>
                  <a:lnTo>
                    <a:pt x="409491" y="579450"/>
                  </a:lnTo>
                  <a:lnTo>
                    <a:pt x="419241" y="584353"/>
                  </a:lnTo>
                  <a:lnTo>
                    <a:pt x="428991" y="581741"/>
                  </a:lnTo>
                  <a:lnTo>
                    <a:pt x="438741" y="591884"/>
                  </a:lnTo>
                  <a:lnTo>
                    <a:pt x="448491" y="551630"/>
                  </a:lnTo>
                  <a:lnTo>
                    <a:pt x="458241" y="524651"/>
                  </a:lnTo>
                  <a:lnTo>
                    <a:pt x="467991" y="546702"/>
                  </a:lnTo>
                  <a:lnTo>
                    <a:pt x="477740" y="531395"/>
                  </a:lnTo>
                  <a:lnTo>
                    <a:pt x="487490" y="476167"/>
                  </a:lnTo>
                  <a:lnTo>
                    <a:pt x="497239" y="457892"/>
                  </a:lnTo>
                  <a:lnTo>
                    <a:pt x="506989" y="475066"/>
                  </a:lnTo>
                  <a:lnTo>
                    <a:pt x="516738" y="503112"/>
                  </a:lnTo>
                  <a:lnTo>
                    <a:pt x="526488" y="481005"/>
                  </a:lnTo>
                  <a:lnTo>
                    <a:pt x="536238" y="456266"/>
                  </a:lnTo>
                  <a:lnTo>
                    <a:pt x="545988" y="467116"/>
                  </a:lnTo>
                  <a:lnTo>
                    <a:pt x="555738" y="506905"/>
                  </a:lnTo>
                  <a:lnTo>
                    <a:pt x="565488" y="500983"/>
                  </a:lnTo>
                  <a:lnTo>
                    <a:pt x="575238" y="483737"/>
                  </a:lnTo>
                  <a:lnTo>
                    <a:pt x="584988" y="454161"/>
                  </a:lnTo>
                  <a:lnTo>
                    <a:pt x="594738" y="480667"/>
                  </a:lnTo>
                  <a:lnTo>
                    <a:pt x="604488" y="478467"/>
                  </a:lnTo>
                  <a:lnTo>
                    <a:pt x="614237" y="489776"/>
                  </a:lnTo>
                  <a:lnTo>
                    <a:pt x="623987" y="509276"/>
                  </a:lnTo>
                  <a:lnTo>
                    <a:pt x="633736" y="508259"/>
                  </a:lnTo>
                  <a:lnTo>
                    <a:pt x="643486" y="561349"/>
                  </a:lnTo>
                  <a:lnTo>
                    <a:pt x="653236" y="556052"/>
                  </a:lnTo>
                  <a:lnTo>
                    <a:pt x="662985" y="536739"/>
                  </a:lnTo>
                  <a:lnTo>
                    <a:pt x="672735" y="564427"/>
                  </a:lnTo>
                  <a:lnTo>
                    <a:pt x="682485" y="574627"/>
                  </a:lnTo>
                  <a:lnTo>
                    <a:pt x="692235" y="577416"/>
                  </a:lnTo>
                  <a:lnTo>
                    <a:pt x="701985" y="646882"/>
                  </a:lnTo>
                  <a:lnTo>
                    <a:pt x="711735" y="676466"/>
                  </a:lnTo>
                  <a:lnTo>
                    <a:pt x="721485" y="698886"/>
                  </a:lnTo>
                  <a:lnTo>
                    <a:pt x="731235" y="688108"/>
                  </a:lnTo>
                  <a:lnTo>
                    <a:pt x="740985" y="693503"/>
                  </a:lnTo>
                  <a:lnTo>
                    <a:pt x="750734" y="692616"/>
                  </a:lnTo>
                  <a:lnTo>
                    <a:pt x="760484" y="695134"/>
                  </a:lnTo>
                  <a:lnTo>
                    <a:pt x="770233" y="661434"/>
                  </a:lnTo>
                  <a:lnTo>
                    <a:pt x="779983" y="649517"/>
                  </a:lnTo>
                  <a:lnTo>
                    <a:pt x="789733" y="634469"/>
                  </a:lnTo>
                  <a:lnTo>
                    <a:pt x="799482" y="636452"/>
                  </a:lnTo>
                  <a:lnTo>
                    <a:pt x="809232" y="631875"/>
                  </a:lnTo>
                  <a:lnTo>
                    <a:pt x="818982" y="626501"/>
                  </a:lnTo>
                  <a:lnTo>
                    <a:pt x="828732" y="594997"/>
                  </a:lnTo>
                  <a:lnTo>
                    <a:pt x="838482" y="606429"/>
                  </a:lnTo>
                  <a:lnTo>
                    <a:pt x="848232" y="622862"/>
                  </a:lnTo>
                  <a:lnTo>
                    <a:pt x="857982" y="596542"/>
                  </a:lnTo>
                  <a:lnTo>
                    <a:pt x="867732" y="604026"/>
                  </a:lnTo>
                  <a:lnTo>
                    <a:pt x="877482" y="607826"/>
                  </a:lnTo>
                  <a:lnTo>
                    <a:pt x="887231" y="581697"/>
                  </a:lnTo>
                  <a:lnTo>
                    <a:pt x="896981" y="566380"/>
                  </a:lnTo>
                  <a:lnTo>
                    <a:pt x="906730" y="597801"/>
                  </a:lnTo>
                  <a:lnTo>
                    <a:pt x="916480" y="632945"/>
                  </a:lnTo>
                  <a:lnTo>
                    <a:pt x="926230" y="632098"/>
                  </a:lnTo>
                  <a:lnTo>
                    <a:pt x="935979" y="620389"/>
                  </a:lnTo>
                  <a:lnTo>
                    <a:pt x="945729" y="606937"/>
                  </a:lnTo>
                  <a:lnTo>
                    <a:pt x="955479" y="612230"/>
                  </a:lnTo>
                  <a:lnTo>
                    <a:pt x="965229" y="594355"/>
                  </a:lnTo>
                  <a:lnTo>
                    <a:pt x="974979" y="601819"/>
                  </a:lnTo>
                  <a:lnTo>
                    <a:pt x="984729" y="592175"/>
                  </a:lnTo>
                  <a:lnTo>
                    <a:pt x="994474" y="579390"/>
                  </a:lnTo>
                  <a:lnTo>
                    <a:pt x="1004233" y="572316"/>
                  </a:lnTo>
                  <a:lnTo>
                    <a:pt x="1013977" y="580292"/>
                  </a:lnTo>
                  <a:lnTo>
                    <a:pt x="1023721" y="578901"/>
                  </a:lnTo>
                  <a:lnTo>
                    <a:pt x="1033480" y="536107"/>
                  </a:lnTo>
                  <a:lnTo>
                    <a:pt x="1043224" y="530945"/>
                  </a:lnTo>
                  <a:lnTo>
                    <a:pt x="1052983" y="530222"/>
                  </a:lnTo>
                  <a:lnTo>
                    <a:pt x="1062727" y="582480"/>
                  </a:lnTo>
                  <a:lnTo>
                    <a:pt x="1072471" y="620200"/>
                  </a:lnTo>
                  <a:lnTo>
                    <a:pt x="1082230" y="601153"/>
                  </a:lnTo>
                  <a:lnTo>
                    <a:pt x="1091973" y="603080"/>
                  </a:lnTo>
                  <a:lnTo>
                    <a:pt x="1101732" y="592017"/>
                  </a:lnTo>
                  <a:lnTo>
                    <a:pt x="1111476" y="570023"/>
                  </a:lnTo>
                  <a:lnTo>
                    <a:pt x="1121220" y="548268"/>
                  </a:lnTo>
                  <a:lnTo>
                    <a:pt x="1130979" y="480439"/>
                  </a:lnTo>
                  <a:lnTo>
                    <a:pt x="1140723" y="489299"/>
                  </a:lnTo>
                  <a:lnTo>
                    <a:pt x="1150482" y="449797"/>
                  </a:lnTo>
                  <a:lnTo>
                    <a:pt x="1160226" y="459939"/>
                  </a:lnTo>
                  <a:lnTo>
                    <a:pt x="1169969" y="492152"/>
                  </a:lnTo>
                  <a:lnTo>
                    <a:pt x="1179728" y="470787"/>
                  </a:lnTo>
                  <a:lnTo>
                    <a:pt x="1189472" y="465033"/>
                  </a:lnTo>
                  <a:lnTo>
                    <a:pt x="1199231" y="466551"/>
                  </a:lnTo>
                  <a:lnTo>
                    <a:pt x="1208975" y="455279"/>
                  </a:lnTo>
                  <a:lnTo>
                    <a:pt x="1218719" y="468008"/>
                  </a:lnTo>
                  <a:lnTo>
                    <a:pt x="1228478" y="448224"/>
                  </a:lnTo>
                  <a:lnTo>
                    <a:pt x="1238222" y="442781"/>
                  </a:lnTo>
                  <a:lnTo>
                    <a:pt x="1247966" y="449225"/>
                  </a:lnTo>
                  <a:lnTo>
                    <a:pt x="1257725" y="486182"/>
                  </a:lnTo>
                  <a:lnTo>
                    <a:pt x="1267469" y="488926"/>
                  </a:lnTo>
                  <a:lnTo>
                    <a:pt x="1277227" y="514235"/>
                  </a:lnTo>
                  <a:lnTo>
                    <a:pt x="1286971" y="497268"/>
                  </a:lnTo>
                  <a:lnTo>
                    <a:pt x="1296715" y="458206"/>
                  </a:lnTo>
                  <a:lnTo>
                    <a:pt x="1306474" y="460447"/>
                  </a:lnTo>
                  <a:lnTo>
                    <a:pt x="1316218" y="442099"/>
                  </a:lnTo>
                  <a:lnTo>
                    <a:pt x="1325977" y="423298"/>
                  </a:lnTo>
                  <a:lnTo>
                    <a:pt x="1335721" y="422541"/>
                  </a:lnTo>
                  <a:lnTo>
                    <a:pt x="1345465" y="416380"/>
                  </a:lnTo>
                  <a:lnTo>
                    <a:pt x="1355224" y="365076"/>
                  </a:lnTo>
                  <a:lnTo>
                    <a:pt x="1364967" y="373757"/>
                  </a:lnTo>
                  <a:lnTo>
                    <a:pt x="1374726" y="384800"/>
                  </a:lnTo>
                  <a:lnTo>
                    <a:pt x="1384470" y="364854"/>
                  </a:lnTo>
                  <a:lnTo>
                    <a:pt x="1394214" y="299195"/>
                  </a:lnTo>
                  <a:lnTo>
                    <a:pt x="1403973" y="287054"/>
                  </a:lnTo>
                  <a:lnTo>
                    <a:pt x="1413717" y="294750"/>
                  </a:lnTo>
                  <a:lnTo>
                    <a:pt x="1423476" y="315237"/>
                  </a:lnTo>
                  <a:lnTo>
                    <a:pt x="1433220" y="321516"/>
                  </a:lnTo>
                  <a:lnTo>
                    <a:pt x="1442964" y="312877"/>
                  </a:lnTo>
                  <a:lnTo>
                    <a:pt x="1452722" y="338442"/>
                  </a:lnTo>
                  <a:lnTo>
                    <a:pt x="1462466" y="354909"/>
                  </a:lnTo>
                  <a:lnTo>
                    <a:pt x="1472225" y="353568"/>
                  </a:lnTo>
                  <a:lnTo>
                    <a:pt x="1481969" y="358613"/>
                  </a:lnTo>
                  <a:lnTo>
                    <a:pt x="1491713" y="379835"/>
                  </a:lnTo>
                  <a:lnTo>
                    <a:pt x="1501472" y="414028"/>
                  </a:lnTo>
                  <a:lnTo>
                    <a:pt x="1511216" y="392913"/>
                  </a:lnTo>
                  <a:lnTo>
                    <a:pt x="1520960" y="396325"/>
                  </a:lnTo>
                  <a:lnTo>
                    <a:pt x="1530719" y="387500"/>
                  </a:lnTo>
                  <a:lnTo>
                    <a:pt x="1540463" y="423359"/>
                  </a:lnTo>
                  <a:lnTo>
                    <a:pt x="1550221" y="430163"/>
                  </a:lnTo>
                  <a:lnTo>
                    <a:pt x="1559965" y="410004"/>
                  </a:lnTo>
                  <a:lnTo>
                    <a:pt x="1569709" y="415311"/>
                  </a:lnTo>
                  <a:lnTo>
                    <a:pt x="1579468" y="399555"/>
                  </a:lnTo>
                  <a:lnTo>
                    <a:pt x="1589212" y="408588"/>
                  </a:lnTo>
                  <a:lnTo>
                    <a:pt x="1598971" y="396790"/>
                  </a:lnTo>
                  <a:lnTo>
                    <a:pt x="1608715" y="390090"/>
                  </a:lnTo>
                  <a:lnTo>
                    <a:pt x="1618459" y="392602"/>
                  </a:lnTo>
                  <a:lnTo>
                    <a:pt x="1628218" y="379762"/>
                  </a:lnTo>
                  <a:lnTo>
                    <a:pt x="1637962" y="373787"/>
                  </a:lnTo>
                  <a:lnTo>
                    <a:pt x="1647720" y="354775"/>
                  </a:lnTo>
                  <a:lnTo>
                    <a:pt x="1657464" y="352917"/>
                  </a:lnTo>
                  <a:lnTo>
                    <a:pt x="1667208" y="409102"/>
                  </a:lnTo>
                  <a:lnTo>
                    <a:pt x="1676967" y="417267"/>
                  </a:lnTo>
                  <a:lnTo>
                    <a:pt x="1686711" y="389449"/>
                  </a:lnTo>
                  <a:lnTo>
                    <a:pt x="1696470" y="407630"/>
                  </a:lnTo>
                  <a:lnTo>
                    <a:pt x="1706214" y="407405"/>
                  </a:lnTo>
                  <a:lnTo>
                    <a:pt x="1715958" y="413040"/>
                  </a:lnTo>
                  <a:lnTo>
                    <a:pt x="1725716" y="398004"/>
                  </a:lnTo>
                  <a:lnTo>
                    <a:pt x="1735460" y="371916"/>
                  </a:lnTo>
                  <a:lnTo>
                    <a:pt x="1745219" y="377925"/>
                  </a:lnTo>
                  <a:lnTo>
                    <a:pt x="1754963" y="402368"/>
                  </a:lnTo>
                  <a:lnTo>
                    <a:pt x="1764707" y="401371"/>
                  </a:lnTo>
                  <a:lnTo>
                    <a:pt x="1774466" y="417806"/>
                  </a:lnTo>
                  <a:lnTo>
                    <a:pt x="1784210" y="402843"/>
                  </a:lnTo>
                  <a:lnTo>
                    <a:pt x="1793969" y="406973"/>
                  </a:lnTo>
                  <a:lnTo>
                    <a:pt x="1803713" y="379969"/>
                  </a:lnTo>
                  <a:lnTo>
                    <a:pt x="1813457" y="391445"/>
                  </a:lnTo>
                  <a:lnTo>
                    <a:pt x="1823215" y="347647"/>
                  </a:lnTo>
                  <a:lnTo>
                    <a:pt x="1832959" y="336376"/>
                  </a:lnTo>
                  <a:lnTo>
                    <a:pt x="1842703" y="342380"/>
                  </a:lnTo>
                  <a:lnTo>
                    <a:pt x="1852462" y="336949"/>
                  </a:lnTo>
                  <a:lnTo>
                    <a:pt x="1862206" y="337237"/>
                  </a:lnTo>
                  <a:lnTo>
                    <a:pt x="1871965" y="349652"/>
                  </a:lnTo>
                  <a:lnTo>
                    <a:pt x="1881709" y="325975"/>
                  </a:lnTo>
                  <a:lnTo>
                    <a:pt x="1891453" y="325589"/>
                  </a:lnTo>
                  <a:lnTo>
                    <a:pt x="1901212" y="366659"/>
                  </a:lnTo>
                  <a:lnTo>
                    <a:pt x="1910956" y="358291"/>
                  </a:lnTo>
                  <a:lnTo>
                    <a:pt x="1920714" y="332332"/>
                  </a:lnTo>
                  <a:lnTo>
                    <a:pt x="1930458" y="330738"/>
                  </a:lnTo>
                  <a:lnTo>
                    <a:pt x="1940202" y="321595"/>
                  </a:lnTo>
                  <a:lnTo>
                    <a:pt x="1949961" y="307767"/>
                  </a:lnTo>
                  <a:lnTo>
                    <a:pt x="1959705" y="304286"/>
                  </a:lnTo>
                  <a:lnTo>
                    <a:pt x="1969464" y="327773"/>
                  </a:lnTo>
                  <a:lnTo>
                    <a:pt x="1979208" y="336273"/>
                  </a:lnTo>
                  <a:lnTo>
                    <a:pt x="1988952" y="333952"/>
                  </a:lnTo>
                  <a:lnTo>
                    <a:pt x="1998711" y="304014"/>
                  </a:lnTo>
                  <a:lnTo>
                    <a:pt x="2008454" y="280561"/>
                  </a:lnTo>
                  <a:lnTo>
                    <a:pt x="2018213" y="314827"/>
                  </a:lnTo>
                  <a:lnTo>
                    <a:pt x="2027957" y="340311"/>
                  </a:lnTo>
                  <a:lnTo>
                    <a:pt x="2037701" y="325425"/>
                  </a:lnTo>
                  <a:lnTo>
                    <a:pt x="2047460" y="343730"/>
                  </a:lnTo>
                  <a:lnTo>
                    <a:pt x="2057204" y="389361"/>
                  </a:lnTo>
                  <a:lnTo>
                    <a:pt x="2066963" y="338463"/>
                  </a:lnTo>
                  <a:lnTo>
                    <a:pt x="2076707" y="334600"/>
                  </a:lnTo>
                  <a:lnTo>
                    <a:pt x="2086451" y="307950"/>
                  </a:lnTo>
                  <a:lnTo>
                    <a:pt x="2096210" y="307026"/>
                  </a:lnTo>
                  <a:lnTo>
                    <a:pt x="2105954" y="303306"/>
                  </a:lnTo>
                  <a:lnTo>
                    <a:pt x="2115697" y="318706"/>
                  </a:lnTo>
                  <a:lnTo>
                    <a:pt x="2125456" y="331565"/>
                  </a:lnTo>
                  <a:lnTo>
                    <a:pt x="2135200" y="352777"/>
                  </a:lnTo>
                  <a:lnTo>
                    <a:pt x="2144959" y="337329"/>
                  </a:lnTo>
                  <a:lnTo>
                    <a:pt x="2154703" y="305155"/>
                  </a:lnTo>
                  <a:lnTo>
                    <a:pt x="2164447" y="293812"/>
                  </a:lnTo>
                  <a:lnTo>
                    <a:pt x="2174206" y="263956"/>
                  </a:lnTo>
                  <a:lnTo>
                    <a:pt x="2183950" y="261547"/>
                  </a:lnTo>
                  <a:lnTo>
                    <a:pt x="2193709" y="288997"/>
                  </a:lnTo>
                  <a:lnTo>
                    <a:pt x="2203452" y="278264"/>
                  </a:lnTo>
                  <a:lnTo>
                    <a:pt x="2213196" y="273738"/>
                  </a:lnTo>
                  <a:lnTo>
                    <a:pt x="2222955" y="275236"/>
                  </a:lnTo>
                  <a:lnTo>
                    <a:pt x="2232699" y="278277"/>
                  </a:lnTo>
                  <a:lnTo>
                    <a:pt x="2242458" y="293823"/>
                  </a:lnTo>
                  <a:lnTo>
                    <a:pt x="2252202" y="322694"/>
                  </a:lnTo>
                  <a:lnTo>
                    <a:pt x="2261946" y="340385"/>
                  </a:lnTo>
                  <a:lnTo>
                    <a:pt x="2271705" y="364742"/>
                  </a:lnTo>
                  <a:lnTo>
                    <a:pt x="2281449" y="377504"/>
                  </a:lnTo>
                  <a:lnTo>
                    <a:pt x="2291208" y="364432"/>
                  </a:lnTo>
                  <a:lnTo>
                    <a:pt x="2300951" y="334557"/>
                  </a:lnTo>
                  <a:lnTo>
                    <a:pt x="2310695" y="313934"/>
                  </a:lnTo>
                  <a:lnTo>
                    <a:pt x="2320454" y="321741"/>
                  </a:lnTo>
                  <a:lnTo>
                    <a:pt x="2330198" y="327858"/>
                  </a:lnTo>
                  <a:lnTo>
                    <a:pt x="2339957" y="305706"/>
                  </a:lnTo>
                  <a:lnTo>
                    <a:pt x="2349701" y="315173"/>
                  </a:lnTo>
                  <a:lnTo>
                    <a:pt x="2359445" y="302673"/>
                  </a:lnTo>
                  <a:lnTo>
                    <a:pt x="2369204" y="282914"/>
                  </a:lnTo>
                  <a:lnTo>
                    <a:pt x="2378948" y="281324"/>
                  </a:lnTo>
                  <a:lnTo>
                    <a:pt x="2388692" y="292728"/>
                  </a:lnTo>
                  <a:lnTo>
                    <a:pt x="2398450" y="267437"/>
                  </a:lnTo>
                  <a:lnTo>
                    <a:pt x="2408194" y="284551"/>
                  </a:lnTo>
                  <a:lnTo>
                    <a:pt x="2417953" y="261856"/>
                  </a:lnTo>
                  <a:lnTo>
                    <a:pt x="2427697" y="230896"/>
                  </a:lnTo>
                  <a:lnTo>
                    <a:pt x="2437441" y="211111"/>
                  </a:lnTo>
                  <a:lnTo>
                    <a:pt x="2447200" y="173454"/>
                  </a:lnTo>
                  <a:lnTo>
                    <a:pt x="2456944" y="178739"/>
                  </a:lnTo>
                  <a:lnTo>
                    <a:pt x="2466703" y="168721"/>
                  </a:lnTo>
                  <a:lnTo>
                    <a:pt x="2476446" y="178457"/>
                  </a:lnTo>
                  <a:lnTo>
                    <a:pt x="2486190" y="192514"/>
                  </a:lnTo>
                  <a:lnTo>
                    <a:pt x="2495949" y="203435"/>
                  </a:lnTo>
                  <a:lnTo>
                    <a:pt x="2505693" y="184993"/>
                  </a:lnTo>
                  <a:lnTo>
                    <a:pt x="2515452" y="167269"/>
                  </a:lnTo>
                  <a:lnTo>
                    <a:pt x="2525196" y="164886"/>
                  </a:lnTo>
                  <a:lnTo>
                    <a:pt x="2534940" y="184373"/>
                  </a:lnTo>
                  <a:lnTo>
                    <a:pt x="2544699" y="209697"/>
                  </a:lnTo>
                  <a:lnTo>
                    <a:pt x="2554443" y="208858"/>
                  </a:lnTo>
                  <a:lnTo>
                    <a:pt x="2564202" y="239748"/>
                  </a:lnTo>
                  <a:lnTo>
                    <a:pt x="2573946" y="219054"/>
                  </a:lnTo>
                  <a:lnTo>
                    <a:pt x="2583690" y="214043"/>
                  </a:lnTo>
                  <a:lnTo>
                    <a:pt x="2593448" y="213134"/>
                  </a:lnTo>
                  <a:lnTo>
                    <a:pt x="2603192" y="202278"/>
                  </a:lnTo>
                  <a:lnTo>
                    <a:pt x="2612951" y="208027"/>
                  </a:lnTo>
                  <a:lnTo>
                    <a:pt x="2622695" y="186552"/>
                  </a:lnTo>
                  <a:lnTo>
                    <a:pt x="2632439" y="158583"/>
                  </a:lnTo>
                  <a:lnTo>
                    <a:pt x="2642198" y="156572"/>
                  </a:lnTo>
                  <a:lnTo>
                    <a:pt x="2651942" y="152260"/>
                  </a:lnTo>
                  <a:lnTo>
                    <a:pt x="2661685" y="143120"/>
                  </a:lnTo>
                  <a:lnTo>
                    <a:pt x="2671444" y="91243"/>
                  </a:lnTo>
                  <a:lnTo>
                    <a:pt x="2681188" y="56393"/>
                  </a:lnTo>
                  <a:lnTo>
                    <a:pt x="2690947" y="46991"/>
                  </a:lnTo>
                  <a:lnTo>
                    <a:pt x="2700691" y="55192"/>
                  </a:lnTo>
                  <a:lnTo>
                    <a:pt x="2710435" y="48094"/>
                  </a:lnTo>
                  <a:lnTo>
                    <a:pt x="2720194" y="57021"/>
                  </a:lnTo>
                  <a:lnTo>
                    <a:pt x="2729938" y="59514"/>
                  </a:lnTo>
                  <a:lnTo>
                    <a:pt x="2739697" y="45844"/>
                  </a:lnTo>
                  <a:lnTo>
                    <a:pt x="2749441" y="58832"/>
                  </a:lnTo>
                  <a:lnTo>
                    <a:pt x="2759185" y="36264"/>
                  </a:lnTo>
                  <a:lnTo>
                    <a:pt x="2768943" y="72579"/>
                  </a:lnTo>
                  <a:lnTo>
                    <a:pt x="2778687" y="56139"/>
                  </a:lnTo>
                  <a:lnTo>
                    <a:pt x="2788446" y="26878"/>
                  </a:lnTo>
                  <a:lnTo>
                    <a:pt x="2798190" y="28129"/>
                  </a:lnTo>
                  <a:lnTo>
                    <a:pt x="2807934" y="0"/>
                  </a:lnTo>
                  <a:lnTo>
                    <a:pt x="2817693" y="43511"/>
                  </a:lnTo>
                  <a:lnTo>
                    <a:pt x="2827437" y="45738"/>
                  </a:lnTo>
                  <a:lnTo>
                    <a:pt x="2837196" y="42951"/>
                  </a:lnTo>
                  <a:lnTo>
                    <a:pt x="2846940" y="30735"/>
                  </a:lnTo>
                  <a:lnTo>
                    <a:pt x="2856684" y="96259"/>
                  </a:lnTo>
                  <a:lnTo>
                    <a:pt x="2866442" y="130168"/>
                  </a:lnTo>
                  <a:lnTo>
                    <a:pt x="2876186" y="148234"/>
                  </a:lnTo>
                  <a:lnTo>
                    <a:pt x="2885945" y="167439"/>
                  </a:lnTo>
                  <a:lnTo>
                    <a:pt x="2895689" y="186060"/>
                  </a:lnTo>
                  <a:lnTo>
                    <a:pt x="2905433" y="228872"/>
                  </a:lnTo>
                  <a:lnTo>
                    <a:pt x="2915192" y="22373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8" name="Freeform 1127">
              <a:extLst>
                <a:ext uri="{FF2B5EF4-FFF2-40B4-BE49-F238E27FC236}">
                  <a16:creationId xmlns:a16="http://schemas.microsoft.com/office/drawing/2014/main" id="{9E9F3154-5393-9427-C04E-F97EA6051BE6}"/>
                </a:ext>
              </a:extLst>
            </p:cNvPr>
            <p:cNvSpPr/>
            <p:nvPr/>
          </p:nvSpPr>
          <p:spPr>
            <a:xfrm>
              <a:off x="4426652" y="3399293"/>
              <a:ext cx="2915191" cy="296501"/>
            </a:xfrm>
            <a:custGeom>
              <a:avLst/>
              <a:gdLst>
                <a:gd name="connsiteX0" fmla="*/ 0 w 2915191"/>
                <a:gd name="connsiteY0" fmla="*/ 133700 h 296501"/>
                <a:gd name="connsiteX1" fmla="*/ 9750 w 2915191"/>
                <a:gd name="connsiteY1" fmla="*/ 133265 h 296501"/>
                <a:gd name="connsiteX2" fmla="*/ 19500 w 2915191"/>
                <a:gd name="connsiteY2" fmla="*/ 123070 h 296501"/>
                <a:gd name="connsiteX3" fmla="*/ 29250 w 2915191"/>
                <a:gd name="connsiteY3" fmla="*/ 129152 h 296501"/>
                <a:gd name="connsiteX4" fmla="*/ 39000 w 2915191"/>
                <a:gd name="connsiteY4" fmla="*/ 154114 h 296501"/>
                <a:gd name="connsiteX5" fmla="*/ 48749 w 2915191"/>
                <a:gd name="connsiteY5" fmla="*/ 158650 h 296501"/>
                <a:gd name="connsiteX6" fmla="*/ 58499 w 2915191"/>
                <a:gd name="connsiteY6" fmla="*/ 154148 h 296501"/>
                <a:gd name="connsiteX7" fmla="*/ 68249 w 2915191"/>
                <a:gd name="connsiteY7" fmla="*/ 172611 h 296501"/>
                <a:gd name="connsiteX8" fmla="*/ 77998 w 2915191"/>
                <a:gd name="connsiteY8" fmla="*/ 191465 h 296501"/>
                <a:gd name="connsiteX9" fmla="*/ 87748 w 2915191"/>
                <a:gd name="connsiteY9" fmla="*/ 206014 h 296501"/>
                <a:gd name="connsiteX10" fmla="*/ 97497 w 2915191"/>
                <a:gd name="connsiteY10" fmla="*/ 227968 h 296501"/>
                <a:gd name="connsiteX11" fmla="*/ 107247 w 2915191"/>
                <a:gd name="connsiteY11" fmla="*/ 242616 h 296501"/>
                <a:gd name="connsiteX12" fmla="*/ 116997 w 2915191"/>
                <a:gd name="connsiteY12" fmla="*/ 257137 h 296501"/>
                <a:gd name="connsiteX13" fmla="*/ 126747 w 2915191"/>
                <a:gd name="connsiteY13" fmla="*/ 245200 h 296501"/>
                <a:gd name="connsiteX14" fmla="*/ 136497 w 2915191"/>
                <a:gd name="connsiteY14" fmla="*/ 256310 h 296501"/>
                <a:gd name="connsiteX15" fmla="*/ 146247 w 2915191"/>
                <a:gd name="connsiteY15" fmla="*/ 254410 h 296501"/>
                <a:gd name="connsiteX16" fmla="*/ 155997 w 2915191"/>
                <a:gd name="connsiteY16" fmla="*/ 245893 h 296501"/>
                <a:gd name="connsiteX17" fmla="*/ 165747 w 2915191"/>
                <a:gd name="connsiteY17" fmla="*/ 244144 h 296501"/>
                <a:gd name="connsiteX18" fmla="*/ 175497 w 2915191"/>
                <a:gd name="connsiteY18" fmla="*/ 263667 h 296501"/>
                <a:gd name="connsiteX19" fmla="*/ 185247 w 2915191"/>
                <a:gd name="connsiteY19" fmla="*/ 231777 h 296501"/>
                <a:gd name="connsiteX20" fmla="*/ 194996 w 2915191"/>
                <a:gd name="connsiteY20" fmla="*/ 249956 h 296501"/>
                <a:gd name="connsiteX21" fmla="*/ 204746 w 2915191"/>
                <a:gd name="connsiteY21" fmla="*/ 265183 h 296501"/>
                <a:gd name="connsiteX22" fmla="*/ 214495 w 2915191"/>
                <a:gd name="connsiteY22" fmla="*/ 232195 h 296501"/>
                <a:gd name="connsiteX23" fmla="*/ 224245 w 2915191"/>
                <a:gd name="connsiteY23" fmla="*/ 221999 h 296501"/>
                <a:gd name="connsiteX24" fmla="*/ 233995 w 2915191"/>
                <a:gd name="connsiteY24" fmla="*/ 224620 h 296501"/>
                <a:gd name="connsiteX25" fmla="*/ 243744 w 2915191"/>
                <a:gd name="connsiteY25" fmla="*/ 232957 h 296501"/>
                <a:gd name="connsiteX26" fmla="*/ 253494 w 2915191"/>
                <a:gd name="connsiteY26" fmla="*/ 191655 h 296501"/>
                <a:gd name="connsiteX27" fmla="*/ 263244 w 2915191"/>
                <a:gd name="connsiteY27" fmla="*/ 186309 h 296501"/>
                <a:gd name="connsiteX28" fmla="*/ 272994 w 2915191"/>
                <a:gd name="connsiteY28" fmla="*/ 186917 h 296501"/>
                <a:gd name="connsiteX29" fmla="*/ 282744 w 2915191"/>
                <a:gd name="connsiteY29" fmla="*/ 166875 h 296501"/>
                <a:gd name="connsiteX30" fmla="*/ 292494 w 2915191"/>
                <a:gd name="connsiteY30" fmla="*/ 161645 h 296501"/>
                <a:gd name="connsiteX31" fmla="*/ 302244 w 2915191"/>
                <a:gd name="connsiteY31" fmla="*/ 150000 h 296501"/>
                <a:gd name="connsiteX32" fmla="*/ 311994 w 2915191"/>
                <a:gd name="connsiteY32" fmla="*/ 173932 h 296501"/>
                <a:gd name="connsiteX33" fmla="*/ 321744 w 2915191"/>
                <a:gd name="connsiteY33" fmla="*/ 163524 h 296501"/>
                <a:gd name="connsiteX34" fmla="*/ 331493 w 2915191"/>
                <a:gd name="connsiteY34" fmla="*/ 179552 h 296501"/>
                <a:gd name="connsiteX35" fmla="*/ 341243 w 2915191"/>
                <a:gd name="connsiteY35" fmla="*/ 179828 h 296501"/>
                <a:gd name="connsiteX36" fmla="*/ 350993 w 2915191"/>
                <a:gd name="connsiteY36" fmla="*/ 177098 h 296501"/>
                <a:gd name="connsiteX37" fmla="*/ 360742 w 2915191"/>
                <a:gd name="connsiteY37" fmla="*/ 127154 h 296501"/>
                <a:gd name="connsiteX38" fmla="*/ 370492 w 2915191"/>
                <a:gd name="connsiteY38" fmla="*/ 122207 h 296501"/>
                <a:gd name="connsiteX39" fmla="*/ 380241 w 2915191"/>
                <a:gd name="connsiteY39" fmla="*/ 130448 h 296501"/>
                <a:gd name="connsiteX40" fmla="*/ 389991 w 2915191"/>
                <a:gd name="connsiteY40" fmla="*/ 143313 h 296501"/>
                <a:gd name="connsiteX41" fmla="*/ 399741 w 2915191"/>
                <a:gd name="connsiteY41" fmla="*/ 131245 h 296501"/>
                <a:gd name="connsiteX42" fmla="*/ 409491 w 2915191"/>
                <a:gd name="connsiteY42" fmla="*/ 176901 h 296501"/>
                <a:gd name="connsiteX43" fmla="*/ 419241 w 2915191"/>
                <a:gd name="connsiteY43" fmla="*/ 198687 h 296501"/>
                <a:gd name="connsiteX44" fmla="*/ 428991 w 2915191"/>
                <a:gd name="connsiteY44" fmla="*/ 191294 h 296501"/>
                <a:gd name="connsiteX45" fmla="*/ 438741 w 2915191"/>
                <a:gd name="connsiteY45" fmla="*/ 197188 h 296501"/>
                <a:gd name="connsiteX46" fmla="*/ 448491 w 2915191"/>
                <a:gd name="connsiteY46" fmla="*/ 181656 h 296501"/>
                <a:gd name="connsiteX47" fmla="*/ 458241 w 2915191"/>
                <a:gd name="connsiteY47" fmla="*/ 148742 h 296501"/>
                <a:gd name="connsiteX48" fmla="*/ 467991 w 2915191"/>
                <a:gd name="connsiteY48" fmla="*/ 189639 h 296501"/>
                <a:gd name="connsiteX49" fmla="*/ 477740 w 2915191"/>
                <a:gd name="connsiteY49" fmla="*/ 161851 h 296501"/>
                <a:gd name="connsiteX50" fmla="*/ 487490 w 2915191"/>
                <a:gd name="connsiteY50" fmla="*/ 196990 h 296501"/>
                <a:gd name="connsiteX51" fmla="*/ 497239 w 2915191"/>
                <a:gd name="connsiteY51" fmla="*/ 164637 h 296501"/>
                <a:gd name="connsiteX52" fmla="*/ 506989 w 2915191"/>
                <a:gd name="connsiteY52" fmla="*/ 189744 h 296501"/>
                <a:gd name="connsiteX53" fmla="*/ 516738 w 2915191"/>
                <a:gd name="connsiteY53" fmla="*/ 157774 h 296501"/>
                <a:gd name="connsiteX54" fmla="*/ 526488 w 2915191"/>
                <a:gd name="connsiteY54" fmla="*/ 156274 h 296501"/>
                <a:gd name="connsiteX55" fmla="*/ 536238 w 2915191"/>
                <a:gd name="connsiteY55" fmla="*/ 144535 h 296501"/>
                <a:gd name="connsiteX56" fmla="*/ 545988 w 2915191"/>
                <a:gd name="connsiteY56" fmla="*/ 148328 h 296501"/>
                <a:gd name="connsiteX57" fmla="*/ 555738 w 2915191"/>
                <a:gd name="connsiteY57" fmla="*/ 174777 h 296501"/>
                <a:gd name="connsiteX58" fmla="*/ 565488 w 2915191"/>
                <a:gd name="connsiteY58" fmla="*/ 188022 h 296501"/>
                <a:gd name="connsiteX59" fmla="*/ 575238 w 2915191"/>
                <a:gd name="connsiteY59" fmla="*/ 181481 h 296501"/>
                <a:gd name="connsiteX60" fmla="*/ 584988 w 2915191"/>
                <a:gd name="connsiteY60" fmla="*/ 175392 h 296501"/>
                <a:gd name="connsiteX61" fmla="*/ 594738 w 2915191"/>
                <a:gd name="connsiteY61" fmla="*/ 180591 h 296501"/>
                <a:gd name="connsiteX62" fmla="*/ 604488 w 2915191"/>
                <a:gd name="connsiteY62" fmla="*/ 183338 h 296501"/>
                <a:gd name="connsiteX63" fmla="*/ 614237 w 2915191"/>
                <a:gd name="connsiteY63" fmla="*/ 140111 h 296501"/>
                <a:gd name="connsiteX64" fmla="*/ 623987 w 2915191"/>
                <a:gd name="connsiteY64" fmla="*/ 116681 h 296501"/>
                <a:gd name="connsiteX65" fmla="*/ 633736 w 2915191"/>
                <a:gd name="connsiteY65" fmla="*/ 114652 h 296501"/>
                <a:gd name="connsiteX66" fmla="*/ 643486 w 2915191"/>
                <a:gd name="connsiteY66" fmla="*/ 119183 h 296501"/>
                <a:gd name="connsiteX67" fmla="*/ 653236 w 2915191"/>
                <a:gd name="connsiteY67" fmla="*/ 115792 h 296501"/>
                <a:gd name="connsiteX68" fmla="*/ 662985 w 2915191"/>
                <a:gd name="connsiteY68" fmla="*/ 105004 h 296501"/>
                <a:gd name="connsiteX69" fmla="*/ 672735 w 2915191"/>
                <a:gd name="connsiteY69" fmla="*/ 74258 h 296501"/>
                <a:gd name="connsiteX70" fmla="*/ 682485 w 2915191"/>
                <a:gd name="connsiteY70" fmla="*/ 76682 h 296501"/>
                <a:gd name="connsiteX71" fmla="*/ 692235 w 2915191"/>
                <a:gd name="connsiteY71" fmla="*/ 137422 h 296501"/>
                <a:gd name="connsiteX72" fmla="*/ 701985 w 2915191"/>
                <a:gd name="connsiteY72" fmla="*/ 148784 h 296501"/>
                <a:gd name="connsiteX73" fmla="*/ 711735 w 2915191"/>
                <a:gd name="connsiteY73" fmla="*/ 158781 h 296501"/>
                <a:gd name="connsiteX74" fmla="*/ 721485 w 2915191"/>
                <a:gd name="connsiteY74" fmla="*/ 165465 h 296501"/>
                <a:gd name="connsiteX75" fmla="*/ 731235 w 2915191"/>
                <a:gd name="connsiteY75" fmla="*/ 154327 h 296501"/>
                <a:gd name="connsiteX76" fmla="*/ 740985 w 2915191"/>
                <a:gd name="connsiteY76" fmla="*/ 162257 h 296501"/>
                <a:gd name="connsiteX77" fmla="*/ 750734 w 2915191"/>
                <a:gd name="connsiteY77" fmla="*/ 165699 h 296501"/>
                <a:gd name="connsiteX78" fmla="*/ 760484 w 2915191"/>
                <a:gd name="connsiteY78" fmla="*/ 220547 h 296501"/>
                <a:gd name="connsiteX79" fmla="*/ 770233 w 2915191"/>
                <a:gd name="connsiteY79" fmla="*/ 214441 h 296501"/>
                <a:gd name="connsiteX80" fmla="*/ 779983 w 2915191"/>
                <a:gd name="connsiteY80" fmla="*/ 181726 h 296501"/>
                <a:gd name="connsiteX81" fmla="*/ 789733 w 2915191"/>
                <a:gd name="connsiteY81" fmla="*/ 182655 h 296501"/>
                <a:gd name="connsiteX82" fmla="*/ 799482 w 2915191"/>
                <a:gd name="connsiteY82" fmla="*/ 153196 h 296501"/>
                <a:gd name="connsiteX83" fmla="*/ 809232 w 2915191"/>
                <a:gd name="connsiteY83" fmla="*/ 166672 h 296501"/>
                <a:gd name="connsiteX84" fmla="*/ 818982 w 2915191"/>
                <a:gd name="connsiteY84" fmla="*/ 162612 h 296501"/>
                <a:gd name="connsiteX85" fmla="*/ 828732 w 2915191"/>
                <a:gd name="connsiteY85" fmla="*/ 132088 h 296501"/>
                <a:gd name="connsiteX86" fmla="*/ 838482 w 2915191"/>
                <a:gd name="connsiteY86" fmla="*/ 83393 h 296501"/>
                <a:gd name="connsiteX87" fmla="*/ 848232 w 2915191"/>
                <a:gd name="connsiteY87" fmla="*/ 93749 h 296501"/>
                <a:gd name="connsiteX88" fmla="*/ 857982 w 2915191"/>
                <a:gd name="connsiteY88" fmla="*/ 109290 h 296501"/>
                <a:gd name="connsiteX89" fmla="*/ 867732 w 2915191"/>
                <a:gd name="connsiteY89" fmla="*/ 98204 h 296501"/>
                <a:gd name="connsiteX90" fmla="*/ 877482 w 2915191"/>
                <a:gd name="connsiteY90" fmla="*/ 92608 h 296501"/>
                <a:gd name="connsiteX91" fmla="*/ 887231 w 2915191"/>
                <a:gd name="connsiteY91" fmla="*/ 97405 h 296501"/>
                <a:gd name="connsiteX92" fmla="*/ 896981 w 2915191"/>
                <a:gd name="connsiteY92" fmla="*/ 67376 h 296501"/>
                <a:gd name="connsiteX93" fmla="*/ 906730 w 2915191"/>
                <a:gd name="connsiteY93" fmla="*/ 72568 h 296501"/>
                <a:gd name="connsiteX94" fmla="*/ 916480 w 2915191"/>
                <a:gd name="connsiteY94" fmla="*/ 88138 h 296501"/>
                <a:gd name="connsiteX95" fmla="*/ 926230 w 2915191"/>
                <a:gd name="connsiteY95" fmla="*/ 61668 h 296501"/>
                <a:gd name="connsiteX96" fmla="*/ 935979 w 2915191"/>
                <a:gd name="connsiteY96" fmla="*/ 78769 h 296501"/>
                <a:gd name="connsiteX97" fmla="*/ 945729 w 2915191"/>
                <a:gd name="connsiteY97" fmla="*/ 94874 h 296501"/>
                <a:gd name="connsiteX98" fmla="*/ 955479 w 2915191"/>
                <a:gd name="connsiteY98" fmla="*/ 94318 h 296501"/>
                <a:gd name="connsiteX99" fmla="*/ 965229 w 2915191"/>
                <a:gd name="connsiteY99" fmla="*/ 72348 h 296501"/>
                <a:gd name="connsiteX100" fmla="*/ 974979 w 2915191"/>
                <a:gd name="connsiteY100" fmla="*/ 90481 h 296501"/>
                <a:gd name="connsiteX101" fmla="*/ 984729 w 2915191"/>
                <a:gd name="connsiteY101" fmla="*/ 109317 h 296501"/>
                <a:gd name="connsiteX102" fmla="*/ 994474 w 2915191"/>
                <a:gd name="connsiteY102" fmla="*/ 110229 h 296501"/>
                <a:gd name="connsiteX103" fmla="*/ 1004233 w 2915191"/>
                <a:gd name="connsiteY103" fmla="*/ 119964 h 296501"/>
                <a:gd name="connsiteX104" fmla="*/ 1013977 w 2915191"/>
                <a:gd name="connsiteY104" fmla="*/ 130402 h 296501"/>
                <a:gd name="connsiteX105" fmla="*/ 1023721 w 2915191"/>
                <a:gd name="connsiteY105" fmla="*/ 121906 h 296501"/>
                <a:gd name="connsiteX106" fmla="*/ 1033480 w 2915191"/>
                <a:gd name="connsiteY106" fmla="*/ 113116 h 296501"/>
                <a:gd name="connsiteX107" fmla="*/ 1043224 w 2915191"/>
                <a:gd name="connsiteY107" fmla="*/ 142081 h 296501"/>
                <a:gd name="connsiteX108" fmla="*/ 1052983 w 2915191"/>
                <a:gd name="connsiteY108" fmla="*/ 131193 h 296501"/>
                <a:gd name="connsiteX109" fmla="*/ 1062727 w 2915191"/>
                <a:gd name="connsiteY109" fmla="*/ 166365 h 296501"/>
                <a:gd name="connsiteX110" fmla="*/ 1072471 w 2915191"/>
                <a:gd name="connsiteY110" fmla="*/ 149373 h 296501"/>
                <a:gd name="connsiteX111" fmla="*/ 1082230 w 2915191"/>
                <a:gd name="connsiteY111" fmla="*/ 159815 h 296501"/>
                <a:gd name="connsiteX112" fmla="*/ 1091973 w 2915191"/>
                <a:gd name="connsiteY112" fmla="*/ 184859 h 296501"/>
                <a:gd name="connsiteX113" fmla="*/ 1101732 w 2915191"/>
                <a:gd name="connsiteY113" fmla="*/ 181385 h 296501"/>
                <a:gd name="connsiteX114" fmla="*/ 1111476 w 2915191"/>
                <a:gd name="connsiteY114" fmla="*/ 160551 h 296501"/>
                <a:gd name="connsiteX115" fmla="*/ 1121220 w 2915191"/>
                <a:gd name="connsiteY115" fmla="*/ 190509 h 296501"/>
                <a:gd name="connsiteX116" fmla="*/ 1130979 w 2915191"/>
                <a:gd name="connsiteY116" fmla="*/ 226636 h 296501"/>
                <a:gd name="connsiteX117" fmla="*/ 1140723 w 2915191"/>
                <a:gd name="connsiteY117" fmla="*/ 224417 h 296501"/>
                <a:gd name="connsiteX118" fmla="*/ 1150482 w 2915191"/>
                <a:gd name="connsiteY118" fmla="*/ 253548 h 296501"/>
                <a:gd name="connsiteX119" fmla="*/ 1160226 w 2915191"/>
                <a:gd name="connsiteY119" fmla="*/ 241679 h 296501"/>
                <a:gd name="connsiteX120" fmla="*/ 1169969 w 2915191"/>
                <a:gd name="connsiteY120" fmla="*/ 242663 h 296501"/>
                <a:gd name="connsiteX121" fmla="*/ 1179728 w 2915191"/>
                <a:gd name="connsiteY121" fmla="*/ 223967 h 296501"/>
                <a:gd name="connsiteX122" fmla="*/ 1189472 w 2915191"/>
                <a:gd name="connsiteY122" fmla="*/ 216448 h 296501"/>
                <a:gd name="connsiteX123" fmla="*/ 1199231 w 2915191"/>
                <a:gd name="connsiteY123" fmla="*/ 179089 h 296501"/>
                <a:gd name="connsiteX124" fmla="*/ 1208975 w 2915191"/>
                <a:gd name="connsiteY124" fmla="*/ 140167 h 296501"/>
                <a:gd name="connsiteX125" fmla="*/ 1218719 w 2915191"/>
                <a:gd name="connsiteY125" fmla="*/ 155486 h 296501"/>
                <a:gd name="connsiteX126" fmla="*/ 1228478 w 2915191"/>
                <a:gd name="connsiteY126" fmla="*/ 129807 h 296501"/>
                <a:gd name="connsiteX127" fmla="*/ 1238222 w 2915191"/>
                <a:gd name="connsiteY127" fmla="*/ 120494 h 296501"/>
                <a:gd name="connsiteX128" fmla="*/ 1247966 w 2915191"/>
                <a:gd name="connsiteY128" fmla="*/ 124511 h 296501"/>
                <a:gd name="connsiteX129" fmla="*/ 1257725 w 2915191"/>
                <a:gd name="connsiteY129" fmla="*/ 128352 h 296501"/>
                <a:gd name="connsiteX130" fmla="*/ 1267469 w 2915191"/>
                <a:gd name="connsiteY130" fmla="*/ 102369 h 296501"/>
                <a:gd name="connsiteX131" fmla="*/ 1277227 w 2915191"/>
                <a:gd name="connsiteY131" fmla="*/ 78690 h 296501"/>
                <a:gd name="connsiteX132" fmla="*/ 1286971 w 2915191"/>
                <a:gd name="connsiteY132" fmla="*/ 92304 h 296501"/>
                <a:gd name="connsiteX133" fmla="*/ 1296715 w 2915191"/>
                <a:gd name="connsiteY133" fmla="*/ 127465 h 296501"/>
                <a:gd name="connsiteX134" fmla="*/ 1306474 w 2915191"/>
                <a:gd name="connsiteY134" fmla="*/ 127570 h 296501"/>
                <a:gd name="connsiteX135" fmla="*/ 1316218 w 2915191"/>
                <a:gd name="connsiteY135" fmla="*/ 136189 h 296501"/>
                <a:gd name="connsiteX136" fmla="*/ 1325977 w 2915191"/>
                <a:gd name="connsiteY136" fmla="*/ 96437 h 296501"/>
                <a:gd name="connsiteX137" fmla="*/ 1335721 w 2915191"/>
                <a:gd name="connsiteY137" fmla="*/ 87964 h 296501"/>
                <a:gd name="connsiteX138" fmla="*/ 1345465 w 2915191"/>
                <a:gd name="connsiteY138" fmla="*/ 101490 h 296501"/>
                <a:gd name="connsiteX139" fmla="*/ 1355224 w 2915191"/>
                <a:gd name="connsiteY139" fmla="*/ 103624 h 296501"/>
                <a:gd name="connsiteX140" fmla="*/ 1364967 w 2915191"/>
                <a:gd name="connsiteY140" fmla="*/ 114490 h 296501"/>
                <a:gd name="connsiteX141" fmla="*/ 1374726 w 2915191"/>
                <a:gd name="connsiteY141" fmla="*/ 140482 h 296501"/>
                <a:gd name="connsiteX142" fmla="*/ 1384470 w 2915191"/>
                <a:gd name="connsiteY142" fmla="*/ 140053 h 296501"/>
                <a:gd name="connsiteX143" fmla="*/ 1394214 w 2915191"/>
                <a:gd name="connsiteY143" fmla="*/ 153388 h 296501"/>
                <a:gd name="connsiteX144" fmla="*/ 1403973 w 2915191"/>
                <a:gd name="connsiteY144" fmla="*/ 184299 h 296501"/>
                <a:gd name="connsiteX145" fmla="*/ 1413717 w 2915191"/>
                <a:gd name="connsiteY145" fmla="*/ 181051 h 296501"/>
                <a:gd name="connsiteX146" fmla="*/ 1423476 w 2915191"/>
                <a:gd name="connsiteY146" fmla="*/ 178685 h 296501"/>
                <a:gd name="connsiteX147" fmla="*/ 1433220 w 2915191"/>
                <a:gd name="connsiteY147" fmla="*/ 179339 h 296501"/>
                <a:gd name="connsiteX148" fmla="*/ 1442964 w 2915191"/>
                <a:gd name="connsiteY148" fmla="*/ 166635 h 296501"/>
                <a:gd name="connsiteX149" fmla="*/ 1452722 w 2915191"/>
                <a:gd name="connsiteY149" fmla="*/ 164442 h 296501"/>
                <a:gd name="connsiteX150" fmla="*/ 1462466 w 2915191"/>
                <a:gd name="connsiteY150" fmla="*/ 178709 h 296501"/>
                <a:gd name="connsiteX151" fmla="*/ 1472225 w 2915191"/>
                <a:gd name="connsiteY151" fmla="*/ 184144 h 296501"/>
                <a:gd name="connsiteX152" fmla="*/ 1481969 w 2915191"/>
                <a:gd name="connsiteY152" fmla="*/ 227805 h 296501"/>
                <a:gd name="connsiteX153" fmla="*/ 1491713 w 2915191"/>
                <a:gd name="connsiteY153" fmla="*/ 227709 h 296501"/>
                <a:gd name="connsiteX154" fmla="*/ 1501472 w 2915191"/>
                <a:gd name="connsiteY154" fmla="*/ 233622 h 296501"/>
                <a:gd name="connsiteX155" fmla="*/ 1511216 w 2915191"/>
                <a:gd name="connsiteY155" fmla="*/ 289380 h 296501"/>
                <a:gd name="connsiteX156" fmla="*/ 1520960 w 2915191"/>
                <a:gd name="connsiteY156" fmla="*/ 291606 h 296501"/>
                <a:gd name="connsiteX157" fmla="*/ 1530719 w 2915191"/>
                <a:gd name="connsiteY157" fmla="*/ 294364 h 296501"/>
                <a:gd name="connsiteX158" fmla="*/ 1540463 w 2915191"/>
                <a:gd name="connsiteY158" fmla="*/ 296502 h 296501"/>
                <a:gd name="connsiteX159" fmla="*/ 1550221 w 2915191"/>
                <a:gd name="connsiteY159" fmla="*/ 262331 h 296501"/>
                <a:gd name="connsiteX160" fmla="*/ 1559965 w 2915191"/>
                <a:gd name="connsiteY160" fmla="*/ 249471 h 296501"/>
                <a:gd name="connsiteX161" fmla="*/ 1569709 w 2915191"/>
                <a:gd name="connsiteY161" fmla="*/ 248551 h 296501"/>
                <a:gd name="connsiteX162" fmla="*/ 1579468 w 2915191"/>
                <a:gd name="connsiteY162" fmla="*/ 250513 h 296501"/>
                <a:gd name="connsiteX163" fmla="*/ 1589212 w 2915191"/>
                <a:gd name="connsiteY163" fmla="*/ 263307 h 296501"/>
                <a:gd name="connsiteX164" fmla="*/ 1598971 w 2915191"/>
                <a:gd name="connsiteY164" fmla="*/ 245757 h 296501"/>
                <a:gd name="connsiteX165" fmla="*/ 1608715 w 2915191"/>
                <a:gd name="connsiteY165" fmla="*/ 239123 h 296501"/>
                <a:gd name="connsiteX166" fmla="*/ 1618459 w 2915191"/>
                <a:gd name="connsiteY166" fmla="*/ 229876 h 296501"/>
                <a:gd name="connsiteX167" fmla="*/ 1628218 w 2915191"/>
                <a:gd name="connsiteY167" fmla="*/ 193906 h 296501"/>
                <a:gd name="connsiteX168" fmla="*/ 1637962 w 2915191"/>
                <a:gd name="connsiteY168" fmla="*/ 196081 h 296501"/>
                <a:gd name="connsiteX169" fmla="*/ 1647720 w 2915191"/>
                <a:gd name="connsiteY169" fmla="*/ 183324 h 296501"/>
                <a:gd name="connsiteX170" fmla="*/ 1657464 w 2915191"/>
                <a:gd name="connsiteY170" fmla="*/ 172816 h 296501"/>
                <a:gd name="connsiteX171" fmla="*/ 1667208 w 2915191"/>
                <a:gd name="connsiteY171" fmla="*/ 187171 h 296501"/>
                <a:gd name="connsiteX172" fmla="*/ 1676967 w 2915191"/>
                <a:gd name="connsiteY172" fmla="*/ 226517 h 296501"/>
                <a:gd name="connsiteX173" fmla="*/ 1686711 w 2915191"/>
                <a:gd name="connsiteY173" fmla="*/ 219724 h 296501"/>
                <a:gd name="connsiteX174" fmla="*/ 1696470 w 2915191"/>
                <a:gd name="connsiteY174" fmla="*/ 197616 h 296501"/>
                <a:gd name="connsiteX175" fmla="*/ 1706214 w 2915191"/>
                <a:gd name="connsiteY175" fmla="*/ 223179 h 296501"/>
                <a:gd name="connsiteX176" fmla="*/ 1715958 w 2915191"/>
                <a:gd name="connsiteY176" fmla="*/ 223945 h 296501"/>
                <a:gd name="connsiteX177" fmla="*/ 1725716 w 2915191"/>
                <a:gd name="connsiteY177" fmla="*/ 225724 h 296501"/>
                <a:gd name="connsiteX178" fmla="*/ 1735460 w 2915191"/>
                <a:gd name="connsiteY178" fmla="*/ 220195 h 296501"/>
                <a:gd name="connsiteX179" fmla="*/ 1745219 w 2915191"/>
                <a:gd name="connsiteY179" fmla="*/ 182953 h 296501"/>
                <a:gd name="connsiteX180" fmla="*/ 1754963 w 2915191"/>
                <a:gd name="connsiteY180" fmla="*/ 180564 h 296501"/>
                <a:gd name="connsiteX181" fmla="*/ 1764707 w 2915191"/>
                <a:gd name="connsiteY181" fmla="*/ 214550 h 296501"/>
                <a:gd name="connsiteX182" fmla="*/ 1774466 w 2915191"/>
                <a:gd name="connsiteY182" fmla="*/ 198998 h 296501"/>
                <a:gd name="connsiteX183" fmla="*/ 1784210 w 2915191"/>
                <a:gd name="connsiteY183" fmla="*/ 183262 h 296501"/>
                <a:gd name="connsiteX184" fmla="*/ 1793969 w 2915191"/>
                <a:gd name="connsiteY184" fmla="*/ 196619 h 296501"/>
                <a:gd name="connsiteX185" fmla="*/ 1803713 w 2915191"/>
                <a:gd name="connsiteY185" fmla="*/ 184126 h 296501"/>
                <a:gd name="connsiteX186" fmla="*/ 1813457 w 2915191"/>
                <a:gd name="connsiteY186" fmla="*/ 211017 h 296501"/>
                <a:gd name="connsiteX187" fmla="*/ 1823215 w 2915191"/>
                <a:gd name="connsiteY187" fmla="*/ 163881 h 296501"/>
                <a:gd name="connsiteX188" fmla="*/ 1832959 w 2915191"/>
                <a:gd name="connsiteY188" fmla="*/ 206312 h 296501"/>
                <a:gd name="connsiteX189" fmla="*/ 1842703 w 2915191"/>
                <a:gd name="connsiteY189" fmla="*/ 260361 h 296501"/>
                <a:gd name="connsiteX190" fmla="*/ 1852462 w 2915191"/>
                <a:gd name="connsiteY190" fmla="*/ 283322 h 296501"/>
                <a:gd name="connsiteX191" fmla="*/ 1862206 w 2915191"/>
                <a:gd name="connsiteY191" fmla="*/ 233282 h 296501"/>
                <a:gd name="connsiteX192" fmla="*/ 1871965 w 2915191"/>
                <a:gd name="connsiteY192" fmla="*/ 223848 h 296501"/>
                <a:gd name="connsiteX193" fmla="*/ 1881709 w 2915191"/>
                <a:gd name="connsiteY193" fmla="*/ 219365 h 296501"/>
                <a:gd name="connsiteX194" fmla="*/ 1891453 w 2915191"/>
                <a:gd name="connsiteY194" fmla="*/ 216433 h 296501"/>
                <a:gd name="connsiteX195" fmla="*/ 1901212 w 2915191"/>
                <a:gd name="connsiteY195" fmla="*/ 208042 h 296501"/>
                <a:gd name="connsiteX196" fmla="*/ 1910956 w 2915191"/>
                <a:gd name="connsiteY196" fmla="*/ 234492 h 296501"/>
                <a:gd name="connsiteX197" fmla="*/ 1920714 w 2915191"/>
                <a:gd name="connsiteY197" fmla="*/ 223123 h 296501"/>
                <a:gd name="connsiteX198" fmla="*/ 1930458 w 2915191"/>
                <a:gd name="connsiteY198" fmla="*/ 202665 h 296501"/>
                <a:gd name="connsiteX199" fmla="*/ 1940202 w 2915191"/>
                <a:gd name="connsiteY199" fmla="*/ 213398 h 296501"/>
                <a:gd name="connsiteX200" fmla="*/ 1949961 w 2915191"/>
                <a:gd name="connsiteY200" fmla="*/ 193702 h 296501"/>
                <a:gd name="connsiteX201" fmla="*/ 1959705 w 2915191"/>
                <a:gd name="connsiteY201" fmla="*/ 196421 h 296501"/>
                <a:gd name="connsiteX202" fmla="*/ 1969464 w 2915191"/>
                <a:gd name="connsiteY202" fmla="*/ 192934 h 296501"/>
                <a:gd name="connsiteX203" fmla="*/ 1979208 w 2915191"/>
                <a:gd name="connsiteY203" fmla="*/ 181443 h 296501"/>
                <a:gd name="connsiteX204" fmla="*/ 1988952 w 2915191"/>
                <a:gd name="connsiteY204" fmla="*/ 183602 h 296501"/>
                <a:gd name="connsiteX205" fmla="*/ 1998711 w 2915191"/>
                <a:gd name="connsiteY205" fmla="*/ 179400 h 296501"/>
                <a:gd name="connsiteX206" fmla="*/ 2008454 w 2915191"/>
                <a:gd name="connsiteY206" fmla="*/ 209520 h 296501"/>
                <a:gd name="connsiteX207" fmla="*/ 2018213 w 2915191"/>
                <a:gd name="connsiteY207" fmla="*/ 187337 h 296501"/>
                <a:gd name="connsiteX208" fmla="*/ 2027957 w 2915191"/>
                <a:gd name="connsiteY208" fmla="*/ 189515 h 296501"/>
                <a:gd name="connsiteX209" fmla="*/ 2037701 w 2915191"/>
                <a:gd name="connsiteY209" fmla="*/ 184859 h 296501"/>
                <a:gd name="connsiteX210" fmla="*/ 2047460 w 2915191"/>
                <a:gd name="connsiteY210" fmla="*/ 215889 h 296501"/>
                <a:gd name="connsiteX211" fmla="*/ 2057204 w 2915191"/>
                <a:gd name="connsiteY211" fmla="*/ 224489 h 296501"/>
                <a:gd name="connsiteX212" fmla="*/ 2066963 w 2915191"/>
                <a:gd name="connsiteY212" fmla="*/ 240900 h 296501"/>
                <a:gd name="connsiteX213" fmla="*/ 2076707 w 2915191"/>
                <a:gd name="connsiteY213" fmla="*/ 244026 h 296501"/>
                <a:gd name="connsiteX214" fmla="*/ 2086451 w 2915191"/>
                <a:gd name="connsiteY214" fmla="*/ 232058 h 296501"/>
                <a:gd name="connsiteX215" fmla="*/ 2096210 w 2915191"/>
                <a:gd name="connsiteY215" fmla="*/ 272952 h 296501"/>
                <a:gd name="connsiteX216" fmla="*/ 2105954 w 2915191"/>
                <a:gd name="connsiteY216" fmla="*/ 282826 h 296501"/>
                <a:gd name="connsiteX217" fmla="*/ 2115697 w 2915191"/>
                <a:gd name="connsiteY217" fmla="*/ 247624 h 296501"/>
                <a:gd name="connsiteX218" fmla="*/ 2125456 w 2915191"/>
                <a:gd name="connsiteY218" fmla="*/ 212512 h 296501"/>
                <a:gd name="connsiteX219" fmla="*/ 2135200 w 2915191"/>
                <a:gd name="connsiteY219" fmla="*/ 224069 h 296501"/>
                <a:gd name="connsiteX220" fmla="*/ 2144959 w 2915191"/>
                <a:gd name="connsiteY220" fmla="*/ 227858 h 296501"/>
                <a:gd name="connsiteX221" fmla="*/ 2154703 w 2915191"/>
                <a:gd name="connsiteY221" fmla="*/ 239808 h 296501"/>
                <a:gd name="connsiteX222" fmla="*/ 2164447 w 2915191"/>
                <a:gd name="connsiteY222" fmla="*/ 239038 h 296501"/>
                <a:gd name="connsiteX223" fmla="*/ 2174206 w 2915191"/>
                <a:gd name="connsiteY223" fmla="*/ 231684 h 296501"/>
                <a:gd name="connsiteX224" fmla="*/ 2183950 w 2915191"/>
                <a:gd name="connsiteY224" fmla="*/ 206416 h 296501"/>
                <a:gd name="connsiteX225" fmla="*/ 2193709 w 2915191"/>
                <a:gd name="connsiteY225" fmla="*/ 168302 h 296501"/>
                <a:gd name="connsiteX226" fmla="*/ 2203452 w 2915191"/>
                <a:gd name="connsiteY226" fmla="*/ 184351 h 296501"/>
                <a:gd name="connsiteX227" fmla="*/ 2213196 w 2915191"/>
                <a:gd name="connsiteY227" fmla="*/ 176697 h 296501"/>
                <a:gd name="connsiteX228" fmla="*/ 2222955 w 2915191"/>
                <a:gd name="connsiteY228" fmla="*/ 235919 h 296501"/>
                <a:gd name="connsiteX229" fmla="*/ 2232699 w 2915191"/>
                <a:gd name="connsiteY229" fmla="*/ 223436 h 296501"/>
                <a:gd name="connsiteX230" fmla="*/ 2242458 w 2915191"/>
                <a:gd name="connsiteY230" fmla="*/ 193413 h 296501"/>
                <a:gd name="connsiteX231" fmla="*/ 2252202 w 2915191"/>
                <a:gd name="connsiteY231" fmla="*/ 199703 h 296501"/>
                <a:gd name="connsiteX232" fmla="*/ 2261946 w 2915191"/>
                <a:gd name="connsiteY232" fmla="*/ 192784 h 296501"/>
                <a:gd name="connsiteX233" fmla="*/ 2271705 w 2915191"/>
                <a:gd name="connsiteY233" fmla="*/ 205689 h 296501"/>
                <a:gd name="connsiteX234" fmla="*/ 2281449 w 2915191"/>
                <a:gd name="connsiteY234" fmla="*/ 191751 h 296501"/>
                <a:gd name="connsiteX235" fmla="*/ 2291208 w 2915191"/>
                <a:gd name="connsiteY235" fmla="*/ 173014 h 296501"/>
                <a:gd name="connsiteX236" fmla="*/ 2300951 w 2915191"/>
                <a:gd name="connsiteY236" fmla="*/ 191072 h 296501"/>
                <a:gd name="connsiteX237" fmla="*/ 2310695 w 2915191"/>
                <a:gd name="connsiteY237" fmla="*/ 194202 h 296501"/>
                <a:gd name="connsiteX238" fmla="*/ 2320454 w 2915191"/>
                <a:gd name="connsiteY238" fmla="*/ 201600 h 296501"/>
                <a:gd name="connsiteX239" fmla="*/ 2330198 w 2915191"/>
                <a:gd name="connsiteY239" fmla="*/ 211317 h 296501"/>
                <a:gd name="connsiteX240" fmla="*/ 2339957 w 2915191"/>
                <a:gd name="connsiteY240" fmla="*/ 211716 h 296501"/>
                <a:gd name="connsiteX241" fmla="*/ 2349701 w 2915191"/>
                <a:gd name="connsiteY241" fmla="*/ 194995 h 296501"/>
                <a:gd name="connsiteX242" fmla="*/ 2359445 w 2915191"/>
                <a:gd name="connsiteY242" fmla="*/ 213917 h 296501"/>
                <a:gd name="connsiteX243" fmla="*/ 2369204 w 2915191"/>
                <a:gd name="connsiteY243" fmla="*/ 225964 h 296501"/>
                <a:gd name="connsiteX244" fmla="*/ 2378948 w 2915191"/>
                <a:gd name="connsiteY244" fmla="*/ 199609 h 296501"/>
                <a:gd name="connsiteX245" fmla="*/ 2388692 w 2915191"/>
                <a:gd name="connsiteY245" fmla="*/ 164433 h 296501"/>
                <a:gd name="connsiteX246" fmla="*/ 2398450 w 2915191"/>
                <a:gd name="connsiteY246" fmla="*/ 179843 h 296501"/>
                <a:gd name="connsiteX247" fmla="*/ 2408194 w 2915191"/>
                <a:gd name="connsiteY247" fmla="*/ 175991 h 296501"/>
                <a:gd name="connsiteX248" fmla="*/ 2417953 w 2915191"/>
                <a:gd name="connsiteY248" fmla="*/ 191873 h 296501"/>
                <a:gd name="connsiteX249" fmla="*/ 2427697 w 2915191"/>
                <a:gd name="connsiteY249" fmla="*/ 217366 h 296501"/>
                <a:gd name="connsiteX250" fmla="*/ 2437441 w 2915191"/>
                <a:gd name="connsiteY250" fmla="*/ 214717 h 296501"/>
                <a:gd name="connsiteX251" fmla="*/ 2447200 w 2915191"/>
                <a:gd name="connsiteY251" fmla="*/ 180185 h 296501"/>
                <a:gd name="connsiteX252" fmla="*/ 2456944 w 2915191"/>
                <a:gd name="connsiteY252" fmla="*/ 217941 h 296501"/>
                <a:gd name="connsiteX253" fmla="*/ 2466703 w 2915191"/>
                <a:gd name="connsiteY253" fmla="*/ 201629 h 296501"/>
                <a:gd name="connsiteX254" fmla="*/ 2476446 w 2915191"/>
                <a:gd name="connsiteY254" fmla="*/ 187113 h 296501"/>
                <a:gd name="connsiteX255" fmla="*/ 2486190 w 2915191"/>
                <a:gd name="connsiteY255" fmla="*/ 190756 h 296501"/>
                <a:gd name="connsiteX256" fmla="*/ 2495949 w 2915191"/>
                <a:gd name="connsiteY256" fmla="*/ 218100 h 296501"/>
                <a:gd name="connsiteX257" fmla="*/ 2505693 w 2915191"/>
                <a:gd name="connsiteY257" fmla="*/ 207272 h 296501"/>
                <a:gd name="connsiteX258" fmla="*/ 2515452 w 2915191"/>
                <a:gd name="connsiteY258" fmla="*/ 177703 h 296501"/>
                <a:gd name="connsiteX259" fmla="*/ 2525196 w 2915191"/>
                <a:gd name="connsiteY259" fmla="*/ 170389 h 296501"/>
                <a:gd name="connsiteX260" fmla="*/ 2534940 w 2915191"/>
                <a:gd name="connsiteY260" fmla="*/ 186514 h 296501"/>
                <a:gd name="connsiteX261" fmla="*/ 2544699 w 2915191"/>
                <a:gd name="connsiteY261" fmla="*/ 192636 h 296501"/>
                <a:gd name="connsiteX262" fmla="*/ 2554443 w 2915191"/>
                <a:gd name="connsiteY262" fmla="*/ 189117 h 296501"/>
                <a:gd name="connsiteX263" fmla="*/ 2564202 w 2915191"/>
                <a:gd name="connsiteY263" fmla="*/ 191610 h 296501"/>
                <a:gd name="connsiteX264" fmla="*/ 2573946 w 2915191"/>
                <a:gd name="connsiteY264" fmla="*/ 199071 h 296501"/>
                <a:gd name="connsiteX265" fmla="*/ 2583690 w 2915191"/>
                <a:gd name="connsiteY265" fmla="*/ 209773 h 296501"/>
                <a:gd name="connsiteX266" fmla="*/ 2593448 w 2915191"/>
                <a:gd name="connsiteY266" fmla="*/ 207869 h 296501"/>
                <a:gd name="connsiteX267" fmla="*/ 2603192 w 2915191"/>
                <a:gd name="connsiteY267" fmla="*/ 213295 h 296501"/>
                <a:gd name="connsiteX268" fmla="*/ 2612951 w 2915191"/>
                <a:gd name="connsiteY268" fmla="*/ 185287 h 296501"/>
                <a:gd name="connsiteX269" fmla="*/ 2622695 w 2915191"/>
                <a:gd name="connsiteY269" fmla="*/ 162636 h 296501"/>
                <a:gd name="connsiteX270" fmla="*/ 2632439 w 2915191"/>
                <a:gd name="connsiteY270" fmla="*/ 170897 h 296501"/>
                <a:gd name="connsiteX271" fmla="*/ 2642198 w 2915191"/>
                <a:gd name="connsiteY271" fmla="*/ 180722 h 296501"/>
                <a:gd name="connsiteX272" fmla="*/ 2651942 w 2915191"/>
                <a:gd name="connsiteY272" fmla="*/ 169544 h 296501"/>
                <a:gd name="connsiteX273" fmla="*/ 2661685 w 2915191"/>
                <a:gd name="connsiteY273" fmla="*/ 125604 h 296501"/>
                <a:gd name="connsiteX274" fmla="*/ 2671444 w 2915191"/>
                <a:gd name="connsiteY274" fmla="*/ 116526 h 296501"/>
                <a:gd name="connsiteX275" fmla="*/ 2681188 w 2915191"/>
                <a:gd name="connsiteY275" fmla="*/ 102527 h 296501"/>
                <a:gd name="connsiteX276" fmla="*/ 2690947 w 2915191"/>
                <a:gd name="connsiteY276" fmla="*/ 95592 h 296501"/>
                <a:gd name="connsiteX277" fmla="*/ 2700691 w 2915191"/>
                <a:gd name="connsiteY277" fmla="*/ 98671 h 296501"/>
                <a:gd name="connsiteX278" fmla="*/ 2710435 w 2915191"/>
                <a:gd name="connsiteY278" fmla="*/ 102496 h 296501"/>
                <a:gd name="connsiteX279" fmla="*/ 2720194 w 2915191"/>
                <a:gd name="connsiteY279" fmla="*/ 97386 h 296501"/>
                <a:gd name="connsiteX280" fmla="*/ 2729938 w 2915191"/>
                <a:gd name="connsiteY280" fmla="*/ 107605 h 296501"/>
                <a:gd name="connsiteX281" fmla="*/ 2739697 w 2915191"/>
                <a:gd name="connsiteY281" fmla="*/ 111510 h 296501"/>
                <a:gd name="connsiteX282" fmla="*/ 2749441 w 2915191"/>
                <a:gd name="connsiteY282" fmla="*/ 138073 h 296501"/>
                <a:gd name="connsiteX283" fmla="*/ 2759185 w 2915191"/>
                <a:gd name="connsiteY283" fmla="*/ 153232 h 296501"/>
                <a:gd name="connsiteX284" fmla="*/ 2768943 w 2915191"/>
                <a:gd name="connsiteY284" fmla="*/ 142744 h 296501"/>
                <a:gd name="connsiteX285" fmla="*/ 2778687 w 2915191"/>
                <a:gd name="connsiteY285" fmla="*/ 121811 h 296501"/>
                <a:gd name="connsiteX286" fmla="*/ 2788446 w 2915191"/>
                <a:gd name="connsiteY286" fmla="*/ 90635 h 296501"/>
                <a:gd name="connsiteX287" fmla="*/ 2798190 w 2915191"/>
                <a:gd name="connsiteY287" fmla="*/ 65663 h 296501"/>
                <a:gd name="connsiteX288" fmla="*/ 2807934 w 2915191"/>
                <a:gd name="connsiteY288" fmla="*/ 53988 h 296501"/>
                <a:gd name="connsiteX289" fmla="*/ 2817693 w 2915191"/>
                <a:gd name="connsiteY289" fmla="*/ 41325 h 296501"/>
                <a:gd name="connsiteX290" fmla="*/ 2827437 w 2915191"/>
                <a:gd name="connsiteY290" fmla="*/ 43641 h 296501"/>
                <a:gd name="connsiteX291" fmla="*/ 2837196 w 2915191"/>
                <a:gd name="connsiteY291" fmla="*/ 26422 h 296501"/>
                <a:gd name="connsiteX292" fmla="*/ 2846940 w 2915191"/>
                <a:gd name="connsiteY292" fmla="*/ 0 h 296501"/>
                <a:gd name="connsiteX293" fmla="*/ 2856684 w 2915191"/>
                <a:gd name="connsiteY293" fmla="*/ 45860 h 296501"/>
                <a:gd name="connsiteX294" fmla="*/ 2866442 w 2915191"/>
                <a:gd name="connsiteY294" fmla="*/ 47754 h 296501"/>
                <a:gd name="connsiteX295" fmla="*/ 2876186 w 2915191"/>
                <a:gd name="connsiteY295" fmla="*/ 57638 h 296501"/>
                <a:gd name="connsiteX296" fmla="*/ 2885945 w 2915191"/>
                <a:gd name="connsiteY296" fmla="*/ 39789 h 296501"/>
                <a:gd name="connsiteX297" fmla="*/ 2895689 w 2915191"/>
                <a:gd name="connsiteY297" fmla="*/ 59748 h 296501"/>
                <a:gd name="connsiteX298" fmla="*/ 2905433 w 2915191"/>
                <a:gd name="connsiteY298" fmla="*/ 49342 h 296501"/>
                <a:gd name="connsiteX299" fmla="*/ 2915192 w 2915191"/>
                <a:gd name="connsiteY299" fmla="*/ 51710 h 296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296501">
                  <a:moveTo>
                    <a:pt x="0" y="133700"/>
                  </a:moveTo>
                  <a:lnTo>
                    <a:pt x="9750" y="133265"/>
                  </a:lnTo>
                  <a:lnTo>
                    <a:pt x="19500" y="123070"/>
                  </a:lnTo>
                  <a:lnTo>
                    <a:pt x="29250" y="129152"/>
                  </a:lnTo>
                  <a:lnTo>
                    <a:pt x="39000" y="154114"/>
                  </a:lnTo>
                  <a:lnTo>
                    <a:pt x="48749" y="158650"/>
                  </a:lnTo>
                  <a:lnTo>
                    <a:pt x="58499" y="154148"/>
                  </a:lnTo>
                  <a:lnTo>
                    <a:pt x="68249" y="172611"/>
                  </a:lnTo>
                  <a:lnTo>
                    <a:pt x="77998" y="191465"/>
                  </a:lnTo>
                  <a:lnTo>
                    <a:pt x="87748" y="206014"/>
                  </a:lnTo>
                  <a:lnTo>
                    <a:pt x="97497" y="227968"/>
                  </a:lnTo>
                  <a:lnTo>
                    <a:pt x="107247" y="242616"/>
                  </a:lnTo>
                  <a:lnTo>
                    <a:pt x="116997" y="257137"/>
                  </a:lnTo>
                  <a:lnTo>
                    <a:pt x="126747" y="245200"/>
                  </a:lnTo>
                  <a:lnTo>
                    <a:pt x="136497" y="256310"/>
                  </a:lnTo>
                  <a:lnTo>
                    <a:pt x="146247" y="254410"/>
                  </a:lnTo>
                  <a:lnTo>
                    <a:pt x="155997" y="245893"/>
                  </a:lnTo>
                  <a:lnTo>
                    <a:pt x="165747" y="244144"/>
                  </a:lnTo>
                  <a:lnTo>
                    <a:pt x="175497" y="263667"/>
                  </a:lnTo>
                  <a:lnTo>
                    <a:pt x="185247" y="231777"/>
                  </a:lnTo>
                  <a:lnTo>
                    <a:pt x="194996" y="249956"/>
                  </a:lnTo>
                  <a:lnTo>
                    <a:pt x="204746" y="265183"/>
                  </a:lnTo>
                  <a:lnTo>
                    <a:pt x="214495" y="232195"/>
                  </a:lnTo>
                  <a:lnTo>
                    <a:pt x="224245" y="221999"/>
                  </a:lnTo>
                  <a:lnTo>
                    <a:pt x="233995" y="224620"/>
                  </a:lnTo>
                  <a:lnTo>
                    <a:pt x="243744" y="232957"/>
                  </a:lnTo>
                  <a:lnTo>
                    <a:pt x="253494" y="191655"/>
                  </a:lnTo>
                  <a:lnTo>
                    <a:pt x="263244" y="186309"/>
                  </a:lnTo>
                  <a:lnTo>
                    <a:pt x="272994" y="186917"/>
                  </a:lnTo>
                  <a:lnTo>
                    <a:pt x="282744" y="166875"/>
                  </a:lnTo>
                  <a:lnTo>
                    <a:pt x="292494" y="161645"/>
                  </a:lnTo>
                  <a:lnTo>
                    <a:pt x="302244" y="150000"/>
                  </a:lnTo>
                  <a:lnTo>
                    <a:pt x="311994" y="173932"/>
                  </a:lnTo>
                  <a:lnTo>
                    <a:pt x="321744" y="163524"/>
                  </a:lnTo>
                  <a:lnTo>
                    <a:pt x="331493" y="179552"/>
                  </a:lnTo>
                  <a:lnTo>
                    <a:pt x="341243" y="179828"/>
                  </a:lnTo>
                  <a:lnTo>
                    <a:pt x="350993" y="177098"/>
                  </a:lnTo>
                  <a:lnTo>
                    <a:pt x="360742" y="127154"/>
                  </a:lnTo>
                  <a:lnTo>
                    <a:pt x="370492" y="122207"/>
                  </a:lnTo>
                  <a:lnTo>
                    <a:pt x="380241" y="130448"/>
                  </a:lnTo>
                  <a:lnTo>
                    <a:pt x="389991" y="143313"/>
                  </a:lnTo>
                  <a:lnTo>
                    <a:pt x="399741" y="131245"/>
                  </a:lnTo>
                  <a:lnTo>
                    <a:pt x="409491" y="176901"/>
                  </a:lnTo>
                  <a:lnTo>
                    <a:pt x="419241" y="198687"/>
                  </a:lnTo>
                  <a:lnTo>
                    <a:pt x="428991" y="191294"/>
                  </a:lnTo>
                  <a:lnTo>
                    <a:pt x="438741" y="197188"/>
                  </a:lnTo>
                  <a:lnTo>
                    <a:pt x="448491" y="181656"/>
                  </a:lnTo>
                  <a:lnTo>
                    <a:pt x="458241" y="148742"/>
                  </a:lnTo>
                  <a:lnTo>
                    <a:pt x="467991" y="189639"/>
                  </a:lnTo>
                  <a:lnTo>
                    <a:pt x="477740" y="161851"/>
                  </a:lnTo>
                  <a:lnTo>
                    <a:pt x="487490" y="196990"/>
                  </a:lnTo>
                  <a:lnTo>
                    <a:pt x="497239" y="164637"/>
                  </a:lnTo>
                  <a:lnTo>
                    <a:pt x="506989" y="189744"/>
                  </a:lnTo>
                  <a:lnTo>
                    <a:pt x="516738" y="157774"/>
                  </a:lnTo>
                  <a:lnTo>
                    <a:pt x="526488" y="156274"/>
                  </a:lnTo>
                  <a:lnTo>
                    <a:pt x="536238" y="144535"/>
                  </a:lnTo>
                  <a:lnTo>
                    <a:pt x="545988" y="148328"/>
                  </a:lnTo>
                  <a:lnTo>
                    <a:pt x="555738" y="174777"/>
                  </a:lnTo>
                  <a:lnTo>
                    <a:pt x="565488" y="188022"/>
                  </a:lnTo>
                  <a:lnTo>
                    <a:pt x="575238" y="181481"/>
                  </a:lnTo>
                  <a:lnTo>
                    <a:pt x="584988" y="175392"/>
                  </a:lnTo>
                  <a:lnTo>
                    <a:pt x="594738" y="180591"/>
                  </a:lnTo>
                  <a:lnTo>
                    <a:pt x="604488" y="183338"/>
                  </a:lnTo>
                  <a:lnTo>
                    <a:pt x="614237" y="140111"/>
                  </a:lnTo>
                  <a:lnTo>
                    <a:pt x="623987" y="116681"/>
                  </a:lnTo>
                  <a:lnTo>
                    <a:pt x="633736" y="114652"/>
                  </a:lnTo>
                  <a:lnTo>
                    <a:pt x="643486" y="119183"/>
                  </a:lnTo>
                  <a:lnTo>
                    <a:pt x="653236" y="115792"/>
                  </a:lnTo>
                  <a:lnTo>
                    <a:pt x="662985" y="105004"/>
                  </a:lnTo>
                  <a:lnTo>
                    <a:pt x="672735" y="74258"/>
                  </a:lnTo>
                  <a:lnTo>
                    <a:pt x="682485" y="76682"/>
                  </a:lnTo>
                  <a:lnTo>
                    <a:pt x="692235" y="137422"/>
                  </a:lnTo>
                  <a:lnTo>
                    <a:pt x="701985" y="148784"/>
                  </a:lnTo>
                  <a:lnTo>
                    <a:pt x="711735" y="158781"/>
                  </a:lnTo>
                  <a:lnTo>
                    <a:pt x="721485" y="165465"/>
                  </a:lnTo>
                  <a:lnTo>
                    <a:pt x="731235" y="154327"/>
                  </a:lnTo>
                  <a:lnTo>
                    <a:pt x="740985" y="162257"/>
                  </a:lnTo>
                  <a:lnTo>
                    <a:pt x="750734" y="165699"/>
                  </a:lnTo>
                  <a:lnTo>
                    <a:pt x="760484" y="220547"/>
                  </a:lnTo>
                  <a:lnTo>
                    <a:pt x="770233" y="214441"/>
                  </a:lnTo>
                  <a:lnTo>
                    <a:pt x="779983" y="181726"/>
                  </a:lnTo>
                  <a:lnTo>
                    <a:pt x="789733" y="182655"/>
                  </a:lnTo>
                  <a:lnTo>
                    <a:pt x="799482" y="153196"/>
                  </a:lnTo>
                  <a:lnTo>
                    <a:pt x="809232" y="166672"/>
                  </a:lnTo>
                  <a:lnTo>
                    <a:pt x="818982" y="162612"/>
                  </a:lnTo>
                  <a:lnTo>
                    <a:pt x="828732" y="132088"/>
                  </a:lnTo>
                  <a:lnTo>
                    <a:pt x="838482" y="83393"/>
                  </a:lnTo>
                  <a:lnTo>
                    <a:pt x="848232" y="93749"/>
                  </a:lnTo>
                  <a:lnTo>
                    <a:pt x="857982" y="109290"/>
                  </a:lnTo>
                  <a:lnTo>
                    <a:pt x="867732" y="98204"/>
                  </a:lnTo>
                  <a:lnTo>
                    <a:pt x="877482" y="92608"/>
                  </a:lnTo>
                  <a:lnTo>
                    <a:pt x="887231" y="97405"/>
                  </a:lnTo>
                  <a:lnTo>
                    <a:pt x="896981" y="67376"/>
                  </a:lnTo>
                  <a:lnTo>
                    <a:pt x="906730" y="72568"/>
                  </a:lnTo>
                  <a:lnTo>
                    <a:pt x="916480" y="88138"/>
                  </a:lnTo>
                  <a:lnTo>
                    <a:pt x="926230" y="61668"/>
                  </a:lnTo>
                  <a:lnTo>
                    <a:pt x="935979" y="78769"/>
                  </a:lnTo>
                  <a:lnTo>
                    <a:pt x="945729" y="94874"/>
                  </a:lnTo>
                  <a:lnTo>
                    <a:pt x="955479" y="94318"/>
                  </a:lnTo>
                  <a:lnTo>
                    <a:pt x="965229" y="72348"/>
                  </a:lnTo>
                  <a:lnTo>
                    <a:pt x="974979" y="90481"/>
                  </a:lnTo>
                  <a:lnTo>
                    <a:pt x="984729" y="109317"/>
                  </a:lnTo>
                  <a:lnTo>
                    <a:pt x="994474" y="110229"/>
                  </a:lnTo>
                  <a:lnTo>
                    <a:pt x="1004233" y="119964"/>
                  </a:lnTo>
                  <a:lnTo>
                    <a:pt x="1013977" y="130402"/>
                  </a:lnTo>
                  <a:lnTo>
                    <a:pt x="1023721" y="121906"/>
                  </a:lnTo>
                  <a:lnTo>
                    <a:pt x="1033480" y="113116"/>
                  </a:lnTo>
                  <a:lnTo>
                    <a:pt x="1043224" y="142081"/>
                  </a:lnTo>
                  <a:lnTo>
                    <a:pt x="1052983" y="131193"/>
                  </a:lnTo>
                  <a:lnTo>
                    <a:pt x="1062727" y="166365"/>
                  </a:lnTo>
                  <a:lnTo>
                    <a:pt x="1072471" y="149373"/>
                  </a:lnTo>
                  <a:lnTo>
                    <a:pt x="1082230" y="159815"/>
                  </a:lnTo>
                  <a:lnTo>
                    <a:pt x="1091973" y="184859"/>
                  </a:lnTo>
                  <a:lnTo>
                    <a:pt x="1101732" y="181385"/>
                  </a:lnTo>
                  <a:lnTo>
                    <a:pt x="1111476" y="160551"/>
                  </a:lnTo>
                  <a:lnTo>
                    <a:pt x="1121220" y="190509"/>
                  </a:lnTo>
                  <a:lnTo>
                    <a:pt x="1130979" y="226636"/>
                  </a:lnTo>
                  <a:lnTo>
                    <a:pt x="1140723" y="224417"/>
                  </a:lnTo>
                  <a:lnTo>
                    <a:pt x="1150482" y="253548"/>
                  </a:lnTo>
                  <a:lnTo>
                    <a:pt x="1160226" y="241679"/>
                  </a:lnTo>
                  <a:lnTo>
                    <a:pt x="1169969" y="242663"/>
                  </a:lnTo>
                  <a:lnTo>
                    <a:pt x="1179728" y="223967"/>
                  </a:lnTo>
                  <a:lnTo>
                    <a:pt x="1189472" y="216448"/>
                  </a:lnTo>
                  <a:lnTo>
                    <a:pt x="1199231" y="179089"/>
                  </a:lnTo>
                  <a:lnTo>
                    <a:pt x="1208975" y="140167"/>
                  </a:lnTo>
                  <a:lnTo>
                    <a:pt x="1218719" y="155486"/>
                  </a:lnTo>
                  <a:lnTo>
                    <a:pt x="1228478" y="129807"/>
                  </a:lnTo>
                  <a:lnTo>
                    <a:pt x="1238222" y="120494"/>
                  </a:lnTo>
                  <a:lnTo>
                    <a:pt x="1247966" y="124511"/>
                  </a:lnTo>
                  <a:lnTo>
                    <a:pt x="1257725" y="128352"/>
                  </a:lnTo>
                  <a:lnTo>
                    <a:pt x="1267469" y="102369"/>
                  </a:lnTo>
                  <a:lnTo>
                    <a:pt x="1277227" y="78690"/>
                  </a:lnTo>
                  <a:lnTo>
                    <a:pt x="1286971" y="92304"/>
                  </a:lnTo>
                  <a:lnTo>
                    <a:pt x="1296715" y="127465"/>
                  </a:lnTo>
                  <a:lnTo>
                    <a:pt x="1306474" y="127570"/>
                  </a:lnTo>
                  <a:lnTo>
                    <a:pt x="1316218" y="136189"/>
                  </a:lnTo>
                  <a:lnTo>
                    <a:pt x="1325977" y="96437"/>
                  </a:lnTo>
                  <a:lnTo>
                    <a:pt x="1335721" y="87964"/>
                  </a:lnTo>
                  <a:lnTo>
                    <a:pt x="1345465" y="101490"/>
                  </a:lnTo>
                  <a:lnTo>
                    <a:pt x="1355224" y="103624"/>
                  </a:lnTo>
                  <a:lnTo>
                    <a:pt x="1364967" y="114490"/>
                  </a:lnTo>
                  <a:lnTo>
                    <a:pt x="1374726" y="140482"/>
                  </a:lnTo>
                  <a:lnTo>
                    <a:pt x="1384470" y="140053"/>
                  </a:lnTo>
                  <a:lnTo>
                    <a:pt x="1394214" y="153388"/>
                  </a:lnTo>
                  <a:lnTo>
                    <a:pt x="1403973" y="184299"/>
                  </a:lnTo>
                  <a:lnTo>
                    <a:pt x="1413717" y="181051"/>
                  </a:lnTo>
                  <a:lnTo>
                    <a:pt x="1423476" y="178685"/>
                  </a:lnTo>
                  <a:lnTo>
                    <a:pt x="1433220" y="179339"/>
                  </a:lnTo>
                  <a:lnTo>
                    <a:pt x="1442964" y="166635"/>
                  </a:lnTo>
                  <a:lnTo>
                    <a:pt x="1452722" y="164442"/>
                  </a:lnTo>
                  <a:lnTo>
                    <a:pt x="1462466" y="178709"/>
                  </a:lnTo>
                  <a:lnTo>
                    <a:pt x="1472225" y="184144"/>
                  </a:lnTo>
                  <a:lnTo>
                    <a:pt x="1481969" y="227805"/>
                  </a:lnTo>
                  <a:lnTo>
                    <a:pt x="1491713" y="227709"/>
                  </a:lnTo>
                  <a:lnTo>
                    <a:pt x="1501472" y="233622"/>
                  </a:lnTo>
                  <a:lnTo>
                    <a:pt x="1511216" y="289380"/>
                  </a:lnTo>
                  <a:lnTo>
                    <a:pt x="1520960" y="291606"/>
                  </a:lnTo>
                  <a:lnTo>
                    <a:pt x="1530719" y="294364"/>
                  </a:lnTo>
                  <a:lnTo>
                    <a:pt x="1540463" y="296502"/>
                  </a:lnTo>
                  <a:lnTo>
                    <a:pt x="1550221" y="262331"/>
                  </a:lnTo>
                  <a:lnTo>
                    <a:pt x="1559965" y="249471"/>
                  </a:lnTo>
                  <a:lnTo>
                    <a:pt x="1569709" y="248551"/>
                  </a:lnTo>
                  <a:lnTo>
                    <a:pt x="1579468" y="250513"/>
                  </a:lnTo>
                  <a:lnTo>
                    <a:pt x="1589212" y="263307"/>
                  </a:lnTo>
                  <a:lnTo>
                    <a:pt x="1598971" y="245757"/>
                  </a:lnTo>
                  <a:lnTo>
                    <a:pt x="1608715" y="239123"/>
                  </a:lnTo>
                  <a:lnTo>
                    <a:pt x="1618459" y="229876"/>
                  </a:lnTo>
                  <a:lnTo>
                    <a:pt x="1628218" y="193906"/>
                  </a:lnTo>
                  <a:lnTo>
                    <a:pt x="1637962" y="196081"/>
                  </a:lnTo>
                  <a:lnTo>
                    <a:pt x="1647720" y="183324"/>
                  </a:lnTo>
                  <a:lnTo>
                    <a:pt x="1657464" y="172816"/>
                  </a:lnTo>
                  <a:lnTo>
                    <a:pt x="1667208" y="187171"/>
                  </a:lnTo>
                  <a:lnTo>
                    <a:pt x="1676967" y="226517"/>
                  </a:lnTo>
                  <a:lnTo>
                    <a:pt x="1686711" y="219724"/>
                  </a:lnTo>
                  <a:lnTo>
                    <a:pt x="1696470" y="197616"/>
                  </a:lnTo>
                  <a:lnTo>
                    <a:pt x="1706214" y="223179"/>
                  </a:lnTo>
                  <a:lnTo>
                    <a:pt x="1715958" y="223945"/>
                  </a:lnTo>
                  <a:lnTo>
                    <a:pt x="1725716" y="225724"/>
                  </a:lnTo>
                  <a:lnTo>
                    <a:pt x="1735460" y="220195"/>
                  </a:lnTo>
                  <a:lnTo>
                    <a:pt x="1745219" y="182953"/>
                  </a:lnTo>
                  <a:lnTo>
                    <a:pt x="1754963" y="180564"/>
                  </a:lnTo>
                  <a:lnTo>
                    <a:pt x="1764707" y="214550"/>
                  </a:lnTo>
                  <a:lnTo>
                    <a:pt x="1774466" y="198998"/>
                  </a:lnTo>
                  <a:lnTo>
                    <a:pt x="1784210" y="183262"/>
                  </a:lnTo>
                  <a:lnTo>
                    <a:pt x="1793969" y="196619"/>
                  </a:lnTo>
                  <a:lnTo>
                    <a:pt x="1803713" y="184126"/>
                  </a:lnTo>
                  <a:lnTo>
                    <a:pt x="1813457" y="211017"/>
                  </a:lnTo>
                  <a:lnTo>
                    <a:pt x="1823215" y="163881"/>
                  </a:lnTo>
                  <a:lnTo>
                    <a:pt x="1832959" y="206312"/>
                  </a:lnTo>
                  <a:lnTo>
                    <a:pt x="1842703" y="260361"/>
                  </a:lnTo>
                  <a:lnTo>
                    <a:pt x="1852462" y="283322"/>
                  </a:lnTo>
                  <a:lnTo>
                    <a:pt x="1862206" y="233282"/>
                  </a:lnTo>
                  <a:lnTo>
                    <a:pt x="1871965" y="223848"/>
                  </a:lnTo>
                  <a:lnTo>
                    <a:pt x="1881709" y="219365"/>
                  </a:lnTo>
                  <a:lnTo>
                    <a:pt x="1891453" y="216433"/>
                  </a:lnTo>
                  <a:lnTo>
                    <a:pt x="1901212" y="208042"/>
                  </a:lnTo>
                  <a:lnTo>
                    <a:pt x="1910956" y="234492"/>
                  </a:lnTo>
                  <a:lnTo>
                    <a:pt x="1920714" y="223123"/>
                  </a:lnTo>
                  <a:lnTo>
                    <a:pt x="1930458" y="202665"/>
                  </a:lnTo>
                  <a:lnTo>
                    <a:pt x="1940202" y="213398"/>
                  </a:lnTo>
                  <a:lnTo>
                    <a:pt x="1949961" y="193702"/>
                  </a:lnTo>
                  <a:lnTo>
                    <a:pt x="1959705" y="196421"/>
                  </a:lnTo>
                  <a:lnTo>
                    <a:pt x="1969464" y="192934"/>
                  </a:lnTo>
                  <a:lnTo>
                    <a:pt x="1979208" y="181443"/>
                  </a:lnTo>
                  <a:lnTo>
                    <a:pt x="1988952" y="183602"/>
                  </a:lnTo>
                  <a:lnTo>
                    <a:pt x="1998711" y="179400"/>
                  </a:lnTo>
                  <a:lnTo>
                    <a:pt x="2008454" y="209520"/>
                  </a:lnTo>
                  <a:lnTo>
                    <a:pt x="2018213" y="187337"/>
                  </a:lnTo>
                  <a:lnTo>
                    <a:pt x="2027957" y="189515"/>
                  </a:lnTo>
                  <a:lnTo>
                    <a:pt x="2037701" y="184859"/>
                  </a:lnTo>
                  <a:lnTo>
                    <a:pt x="2047460" y="215889"/>
                  </a:lnTo>
                  <a:lnTo>
                    <a:pt x="2057204" y="224489"/>
                  </a:lnTo>
                  <a:lnTo>
                    <a:pt x="2066963" y="240900"/>
                  </a:lnTo>
                  <a:lnTo>
                    <a:pt x="2076707" y="244026"/>
                  </a:lnTo>
                  <a:lnTo>
                    <a:pt x="2086451" y="232058"/>
                  </a:lnTo>
                  <a:lnTo>
                    <a:pt x="2096210" y="272952"/>
                  </a:lnTo>
                  <a:lnTo>
                    <a:pt x="2105954" y="282826"/>
                  </a:lnTo>
                  <a:lnTo>
                    <a:pt x="2115697" y="247624"/>
                  </a:lnTo>
                  <a:lnTo>
                    <a:pt x="2125456" y="212512"/>
                  </a:lnTo>
                  <a:lnTo>
                    <a:pt x="2135200" y="224069"/>
                  </a:lnTo>
                  <a:lnTo>
                    <a:pt x="2144959" y="227858"/>
                  </a:lnTo>
                  <a:lnTo>
                    <a:pt x="2154703" y="239808"/>
                  </a:lnTo>
                  <a:lnTo>
                    <a:pt x="2164447" y="239038"/>
                  </a:lnTo>
                  <a:lnTo>
                    <a:pt x="2174206" y="231684"/>
                  </a:lnTo>
                  <a:lnTo>
                    <a:pt x="2183950" y="206416"/>
                  </a:lnTo>
                  <a:lnTo>
                    <a:pt x="2193709" y="168302"/>
                  </a:lnTo>
                  <a:lnTo>
                    <a:pt x="2203452" y="184351"/>
                  </a:lnTo>
                  <a:lnTo>
                    <a:pt x="2213196" y="176697"/>
                  </a:lnTo>
                  <a:lnTo>
                    <a:pt x="2222955" y="235919"/>
                  </a:lnTo>
                  <a:lnTo>
                    <a:pt x="2232699" y="223436"/>
                  </a:lnTo>
                  <a:lnTo>
                    <a:pt x="2242458" y="193413"/>
                  </a:lnTo>
                  <a:lnTo>
                    <a:pt x="2252202" y="199703"/>
                  </a:lnTo>
                  <a:lnTo>
                    <a:pt x="2261946" y="192784"/>
                  </a:lnTo>
                  <a:lnTo>
                    <a:pt x="2271705" y="205689"/>
                  </a:lnTo>
                  <a:lnTo>
                    <a:pt x="2281449" y="191751"/>
                  </a:lnTo>
                  <a:lnTo>
                    <a:pt x="2291208" y="173014"/>
                  </a:lnTo>
                  <a:lnTo>
                    <a:pt x="2300951" y="191072"/>
                  </a:lnTo>
                  <a:lnTo>
                    <a:pt x="2310695" y="194202"/>
                  </a:lnTo>
                  <a:lnTo>
                    <a:pt x="2320454" y="201600"/>
                  </a:lnTo>
                  <a:lnTo>
                    <a:pt x="2330198" y="211317"/>
                  </a:lnTo>
                  <a:lnTo>
                    <a:pt x="2339957" y="211716"/>
                  </a:lnTo>
                  <a:lnTo>
                    <a:pt x="2349701" y="194995"/>
                  </a:lnTo>
                  <a:lnTo>
                    <a:pt x="2359445" y="213917"/>
                  </a:lnTo>
                  <a:lnTo>
                    <a:pt x="2369204" y="225964"/>
                  </a:lnTo>
                  <a:lnTo>
                    <a:pt x="2378948" y="199609"/>
                  </a:lnTo>
                  <a:lnTo>
                    <a:pt x="2388692" y="164433"/>
                  </a:lnTo>
                  <a:lnTo>
                    <a:pt x="2398450" y="179843"/>
                  </a:lnTo>
                  <a:lnTo>
                    <a:pt x="2408194" y="175991"/>
                  </a:lnTo>
                  <a:lnTo>
                    <a:pt x="2417953" y="191873"/>
                  </a:lnTo>
                  <a:lnTo>
                    <a:pt x="2427697" y="217366"/>
                  </a:lnTo>
                  <a:lnTo>
                    <a:pt x="2437441" y="214717"/>
                  </a:lnTo>
                  <a:lnTo>
                    <a:pt x="2447200" y="180185"/>
                  </a:lnTo>
                  <a:lnTo>
                    <a:pt x="2456944" y="217941"/>
                  </a:lnTo>
                  <a:lnTo>
                    <a:pt x="2466703" y="201629"/>
                  </a:lnTo>
                  <a:lnTo>
                    <a:pt x="2476446" y="187113"/>
                  </a:lnTo>
                  <a:lnTo>
                    <a:pt x="2486190" y="190756"/>
                  </a:lnTo>
                  <a:lnTo>
                    <a:pt x="2495949" y="218100"/>
                  </a:lnTo>
                  <a:lnTo>
                    <a:pt x="2505693" y="207272"/>
                  </a:lnTo>
                  <a:lnTo>
                    <a:pt x="2515452" y="177703"/>
                  </a:lnTo>
                  <a:lnTo>
                    <a:pt x="2525196" y="170389"/>
                  </a:lnTo>
                  <a:lnTo>
                    <a:pt x="2534940" y="186514"/>
                  </a:lnTo>
                  <a:lnTo>
                    <a:pt x="2544699" y="192636"/>
                  </a:lnTo>
                  <a:lnTo>
                    <a:pt x="2554443" y="189117"/>
                  </a:lnTo>
                  <a:lnTo>
                    <a:pt x="2564202" y="191610"/>
                  </a:lnTo>
                  <a:lnTo>
                    <a:pt x="2573946" y="199071"/>
                  </a:lnTo>
                  <a:lnTo>
                    <a:pt x="2583690" y="209773"/>
                  </a:lnTo>
                  <a:lnTo>
                    <a:pt x="2593448" y="207869"/>
                  </a:lnTo>
                  <a:lnTo>
                    <a:pt x="2603192" y="213295"/>
                  </a:lnTo>
                  <a:lnTo>
                    <a:pt x="2612951" y="185287"/>
                  </a:lnTo>
                  <a:lnTo>
                    <a:pt x="2622695" y="162636"/>
                  </a:lnTo>
                  <a:lnTo>
                    <a:pt x="2632439" y="170897"/>
                  </a:lnTo>
                  <a:lnTo>
                    <a:pt x="2642198" y="180722"/>
                  </a:lnTo>
                  <a:lnTo>
                    <a:pt x="2651942" y="169544"/>
                  </a:lnTo>
                  <a:lnTo>
                    <a:pt x="2661685" y="125604"/>
                  </a:lnTo>
                  <a:lnTo>
                    <a:pt x="2671444" y="116526"/>
                  </a:lnTo>
                  <a:lnTo>
                    <a:pt x="2681188" y="102527"/>
                  </a:lnTo>
                  <a:lnTo>
                    <a:pt x="2690947" y="95592"/>
                  </a:lnTo>
                  <a:lnTo>
                    <a:pt x="2700691" y="98671"/>
                  </a:lnTo>
                  <a:lnTo>
                    <a:pt x="2710435" y="102496"/>
                  </a:lnTo>
                  <a:lnTo>
                    <a:pt x="2720194" y="97386"/>
                  </a:lnTo>
                  <a:lnTo>
                    <a:pt x="2729938" y="107605"/>
                  </a:lnTo>
                  <a:lnTo>
                    <a:pt x="2739697" y="111510"/>
                  </a:lnTo>
                  <a:lnTo>
                    <a:pt x="2749441" y="138073"/>
                  </a:lnTo>
                  <a:lnTo>
                    <a:pt x="2759185" y="153232"/>
                  </a:lnTo>
                  <a:lnTo>
                    <a:pt x="2768943" y="142744"/>
                  </a:lnTo>
                  <a:lnTo>
                    <a:pt x="2778687" y="121811"/>
                  </a:lnTo>
                  <a:lnTo>
                    <a:pt x="2788446" y="90635"/>
                  </a:lnTo>
                  <a:lnTo>
                    <a:pt x="2798190" y="65663"/>
                  </a:lnTo>
                  <a:lnTo>
                    <a:pt x="2807934" y="53988"/>
                  </a:lnTo>
                  <a:lnTo>
                    <a:pt x="2817693" y="41325"/>
                  </a:lnTo>
                  <a:lnTo>
                    <a:pt x="2827437" y="43641"/>
                  </a:lnTo>
                  <a:lnTo>
                    <a:pt x="2837196" y="26422"/>
                  </a:lnTo>
                  <a:lnTo>
                    <a:pt x="2846940" y="0"/>
                  </a:lnTo>
                  <a:lnTo>
                    <a:pt x="2856684" y="45860"/>
                  </a:lnTo>
                  <a:lnTo>
                    <a:pt x="2866442" y="47754"/>
                  </a:lnTo>
                  <a:lnTo>
                    <a:pt x="2876186" y="57638"/>
                  </a:lnTo>
                  <a:lnTo>
                    <a:pt x="2885945" y="39789"/>
                  </a:lnTo>
                  <a:lnTo>
                    <a:pt x="2895689" y="59748"/>
                  </a:lnTo>
                  <a:lnTo>
                    <a:pt x="2905433" y="49342"/>
                  </a:lnTo>
                  <a:lnTo>
                    <a:pt x="2915192" y="5171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9" name="Freeform 1128">
              <a:extLst>
                <a:ext uri="{FF2B5EF4-FFF2-40B4-BE49-F238E27FC236}">
                  <a16:creationId xmlns:a16="http://schemas.microsoft.com/office/drawing/2014/main" id="{3A0AC5DE-F4FE-A5F7-10B9-99D73061BC1F}"/>
                </a:ext>
              </a:extLst>
            </p:cNvPr>
            <p:cNvSpPr/>
            <p:nvPr/>
          </p:nvSpPr>
          <p:spPr>
            <a:xfrm>
              <a:off x="4426652" y="3362005"/>
              <a:ext cx="2915191" cy="376492"/>
            </a:xfrm>
            <a:custGeom>
              <a:avLst/>
              <a:gdLst>
                <a:gd name="connsiteX0" fmla="*/ 0 w 2915191"/>
                <a:gd name="connsiteY0" fmla="*/ 35835 h 376492"/>
                <a:gd name="connsiteX1" fmla="*/ 9750 w 2915191"/>
                <a:gd name="connsiteY1" fmla="*/ 0 h 376492"/>
                <a:gd name="connsiteX2" fmla="*/ 19500 w 2915191"/>
                <a:gd name="connsiteY2" fmla="*/ 8717 h 376492"/>
                <a:gd name="connsiteX3" fmla="*/ 29250 w 2915191"/>
                <a:gd name="connsiteY3" fmla="*/ 24038 h 376492"/>
                <a:gd name="connsiteX4" fmla="*/ 39000 w 2915191"/>
                <a:gd name="connsiteY4" fmla="*/ 24354 h 376492"/>
                <a:gd name="connsiteX5" fmla="*/ 48749 w 2915191"/>
                <a:gd name="connsiteY5" fmla="*/ 26884 h 376492"/>
                <a:gd name="connsiteX6" fmla="*/ 58499 w 2915191"/>
                <a:gd name="connsiteY6" fmla="*/ 18746 h 376492"/>
                <a:gd name="connsiteX7" fmla="*/ 68249 w 2915191"/>
                <a:gd name="connsiteY7" fmla="*/ 42551 h 376492"/>
                <a:gd name="connsiteX8" fmla="*/ 77998 w 2915191"/>
                <a:gd name="connsiteY8" fmla="*/ 62285 h 376492"/>
                <a:gd name="connsiteX9" fmla="*/ 87748 w 2915191"/>
                <a:gd name="connsiteY9" fmla="*/ 77502 h 376492"/>
                <a:gd name="connsiteX10" fmla="*/ 97497 w 2915191"/>
                <a:gd name="connsiteY10" fmla="*/ 83089 h 376492"/>
                <a:gd name="connsiteX11" fmla="*/ 107247 w 2915191"/>
                <a:gd name="connsiteY11" fmla="*/ 107912 h 376492"/>
                <a:gd name="connsiteX12" fmla="*/ 116997 w 2915191"/>
                <a:gd name="connsiteY12" fmla="*/ 118079 h 376492"/>
                <a:gd name="connsiteX13" fmla="*/ 126747 w 2915191"/>
                <a:gd name="connsiteY13" fmla="*/ 117103 h 376492"/>
                <a:gd name="connsiteX14" fmla="*/ 136497 w 2915191"/>
                <a:gd name="connsiteY14" fmla="*/ 126297 h 376492"/>
                <a:gd name="connsiteX15" fmla="*/ 146247 w 2915191"/>
                <a:gd name="connsiteY15" fmla="*/ 130007 h 376492"/>
                <a:gd name="connsiteX16" fmla="*/ 155997 w 2915191"/>
                <a:gd name="connsiteY16" fmla="*/ 148671 h 376492"/>
                <a:gd name="connsiteX17" fmla="*/ 165747 w 2915191"/>
                <a:gd name="connsiteY17" fmla="*/ 178905 h 376492"/>
                <a:gd name="connsiteX18" fmla="*/ 175497 w 2915191"/>
                <a:gd name="connsiteY18" fmla="*/ 174400 h 376492"/>
                <a:gd name="connsiteX19" fmla="*/ 185247 w 2915191"/>
                <a:gd name="connsiteY19" fmla="*/ 168338 h 376492"/>
                <a:gd name="connsiteX20" fmla="*/ 194996 w 2915191"/>
                <a:gd name="connsiteY20" fmla="*/ 235478 h 376492"/>
                <a:gd name="connsiteX21" fmla="*/ 204746 w 2915191"/>
                <a:gd name="connsiteY21" fmla="*/ 250900 h 376492"/>
                <a:gd name="connsiteX22" fmla="*/ 214495 w 2915191"/>
                <a:gd name="connsiteY22" fmla="*/ 283104 h 376492"/>
                <a:gd name="connsiteX23" fmla="*/ 224245 w 2915191"/>
                <a:gd name="connsiteY23" fmla="*/ 282118 h 376492"/>
                <a:gd name="connsiteX24" fmla="*/ 233995 w 2915191"/>
                <a:gd name="connsiteY24" fmla="*/ 282543 h 376492"/>
                <a:gd name="connsiteX25" fmla="*/ 243744 w 2915191"/>
                <a:gd name="connsiteY25" fmla="*/ 284770 h 376492"/>
                <a:gd name="connsiteX26" fmla="*/ 253494 w 2915191"/>
                <a:gd name="connsiteY26" fmla="*/ 295073 h 376492"/>
                <a:gd name="connsiteX27" fmla="*/ 263244 w 2915191"/>
                <a:gd name="connsiteY27" fmla="*/ 300986 h 376492"/>
                <a:gd name="connsiteX28" fmla="*/ 272994 w 2915191"/>
                <a:gd name="connsiteY28" fmla="*/ 310915 h 376492"/>
                <a:gd name="connsiteX29" fmla="*/ 282744 w 2915191"/>
                <a:gd name="connsiteY29" fmla="*/ 294167 h 376492"/>
                <a:gd name="connsiteX30" fmla="*/ 292494 w 2915191"/>
                <a:gd name="connsiteY30" fmla="*/ 286612 h 376492"/>
                <a:gd name="connsiteX31" fmla="*/ 302244 w 2915191"/>
                <a:gd name="connsiteY31" fmla="*/ 293765 h 376492"/>
                <a:gd name="connsiteX32" fmla="*/ 311994 w 2915191"/>
                <a:gd name="connsiteY32" fmla="*/ 267115 h 376492"/>
                <a:gd name="connsiteX33" fmla="*/ 321744 w 2915191"/>
                <a:gd name="connsiteY33" fmla="*/ 259029 h 376492"/>
                <a:gd name="connsiteX34" fmla="*/ 331493 w 2915191"/>
                <a:gd name="connsiteY34" fmla="*/ 256637 h 376492"/>
                <a:gd name="connsiteX35" fmla="*/ 341243 w 2915191"/>
                <a:gd name="connsiteY35" fmla="*/ 239738 h 376492"/>
                <a:gd name="connsiteX36" fmla="*/ 350993 w 2915191"/>
                <a:gd name="connsiteY36" fmla="*/ 255312 h 376492"/>
                <a:gd name="connsiteX37" fmla="*/ 360742 w 2915191"/>
                <a:gd name="connsiteY37" fmla="*/ 225754 h 376492"/>
                <a:gd name="connsiteX38" fmla="*/ 370492 w 2915191"/>
                <a:gd name="connsiteY38" fmla="*/ 215097 h 376492"/>
                <a:gd name="connsiteX39" fmla="*/ 380241 w 2915191"/>
                <a:gd name="connsiteY39" fmla="*/ 225454 h 376492"/>
                <a:gd name="connsiteX40" fmla="*/ 389991 w 2915191"/>
                <a:gd name="connsiteY40" fmla="*/ 197236 h 376492"/>
                <a:gd name="connsiteX41" fmla="*/ 399741 w 2915191"/>
                <a:gd name="connsiteY41" fmla="*/ 193195 h 376492"/>
                <a:gd name="connsiteX42" fmla="*/ 409491 w 2915191"/>
                <a:gd name="connsiteY42" fmla="*/ 169442 h 376492"/>
                <a:gd name="connsiteX43" fmla="*/ 419241 w 2915191"/>
                <a:gd name="connsiteY43" fmla="*/ 132924 h 376492"/>
                <a:gd name="connsiteX44" fmla="*/ 428991 w 2915191"/>
                <a:gd name="connsiteY44" fmla="*/ 109166 h 376492"/>
                <a:gd name="connsiteX45" fmla="*/ 438741 w 2915191"/>
                <a:gd name="connsiteY45" fmla="*/ 100328 h 376492"/>
                <a:gd name="connsiteX46" fmla="*/ 448491 w 2915191"/>
                <a:gd name="connsiteY46" fmla="*/ 124342 h 376492"/>
                <a:gd name="connsiteX47" fmla="*/ 458241 w 2915191"/>
                <a:gd name="connsiteY47" fmla="*/ 104117 h 376492"/>
                <a:gd name="connsiteX48" fmla="*/ 467991 w 2915191"/>
                <a:gd name="connsiteY48" fmla="*/ 79677 h 376492"/>
                <a:gd name="connsiteX49" fmla="*/ 477740 w 2915191"/>
                <a:gd name="connsiteY49" fmla="*/ 119420 h 376492"/>
                <a:gd name="connsiteX50" fmla="*/ 487490 w 2915191"/>
                <a:gd name="connsiteY50" fmla="*/ 157445 h 376492"/>
                <a:gd name="connsiteX51" fmla="*/ 497239 w 2915191"/>
                <a:gd name="connsiteY51" fmla="*/ 169007 h 376492"/>
                <a:gd name="connsiteX52" fmla="*/ 506989 w 2915191"/>
                <a:gd name="connsiteY52" fmla="*/ 165893 h 376492"/>
                <a:gd name="connsiteX53" fmla="*/ 516738 w 2915191"/>
                <a:gd name="connsiteY53" fmla="*/ 146436 h 376492"/>
                <a:gd name="connsiteX54" fmla="*/ 526488 w 2915191"/>
                <a:gd name="connsiteY54" fmla="*/ 136698 h 376492"/>
                <a:gd name="connsiteX55" fmla="*/ 536238 w 2915191"/>
                <a:gd name="connsiteY55" fmla="*/ 131591 h 376492"/>
                <a:gd name="connsiteX56" fmla="*/ 545988 w 2915191"/>
                <a:gd name="connsiteY56" fmla="*/ 118874 h 376492"/>
                <a:gd name="connsiteX57" fmla="*/ 555738 w 2915191"/>
                <a:gd name="connsiteY57" fmla="*/ 80128 h 376492"/>
                <a:gd name="connsiteX58" fmla="*/ 565488 w 2915191"/>
                <a:gd name="connsiteY58" fmla="*/ 79038 h 376492"/>
                <a:gd name="connsiteX59" fmla="*/ 575238 w 2915191"/>
                <a:gd name="connsiteY59" fmla="*/ 91109 h 376492"/>
                <a:gd name="connsiteX60" fmla="*/ 584988 w 2915191"/>
                <a:gd name="connsiteY60" fmla="*/ 87961 h 376492"/>
                <a:gd name="connsiteX61" fmla="*/ 594738 w 2915191"/>
                <a:gd name="connsiteY61" fmla="*/ 117848 h 376492"/>
                <a:gd name="connsiteX62" fmla="*/ 604488 w 2915191"/>
                <a:gd name="connsiteY62" fmla="*/ 86702 h 376492"/>
                <a:gd name="connsiteX63" fmla="*/ 614237 w 2915191"/>
                <a:gd name="connsiteY63" fmla="*/ 72346 h 376492"/>
                <a:gd name="connsiteX64" fmla="*/ 623987 w 2915191"/>
                <a:gd name="connsiteY64" fmla="*/ 103619 h 376492"/>
                <a:gd name="connsiteX65" fmla="*/ 633736 w 2915191"/>
                <a:gd name="connsiteY65" fmla="*/ 113612 h 376492"/>
                <a:gd name="connsiteX66" fmla="*/ 643486 w 2915191"/>
                <a:gd name="connsiteY66" fmla="*/ 125221 h 376492"/>
                <a:gd name="connsiteX67" fmla="*/ 653236 w 2915191"/>
                <a:gd name="connsiteY67" fmla="*/ 125798 h 376492"/>
                <a:gd name="connsiteX68" fmla="*/ 662985 w 2915191"/>
                <a:gd name="connsiteY68" fmla="*/ 86986 h 376492"/>
                <a:gd name="connsiteX69" fmla="*/ 672735 w 2915191"/>
                <a:gd name="connsiteY69" fmla="*/ 83177 h 376492"/>
                <a:gd name="connsiteX70" fmla="*/ 682485 w 2915191"/>
                <a:gd name="connsiteY70" fmla="*/ 78865 h 376492"/>
                <a:gd name="connsiteX71" fmla="*/ 692235 w 2915191"/>
                <a:gd name="connsiteY71" fmla="*/ 99443 h 376492"/>
                <a:gd name="connsiteX72" fmla="*/ 701985 w 2915191"/>
                <a:gd name="connsiteY72" fmla="*/ 137872 h 376492"/>
                <a:gd name="connsiteX73" fmla="*/ 711735 w 2915191"/>
                <a:gd name="connsiteY73" fmla="*/ 152335 h 376492"/>
                <a:gd name="connsiteX74" fmla="*/ 721485 w 2915191"/>
                <a:gd name="connsiteY74" fmla="*/ 146765 h 376492"/>
                <a:gd name="connsiteX75" fmla="*/ 731235 w 2915191"/>
                <a:gd name="connsiteY75" fmla="*/ 145866 h 376492"/>
                <a:gd name="connsiteX76" fmla="*/ 740985 w 2915191"/>
                <a:gd name="connsiteY76" fmla="*/ 163403 h 376492"/>
                <a:gd name="connsiteX77" fmla="*/ 750734 w 2915191"/>
                <a:gd name="connsiteY77" fmla="*/ 142351 h 376492"/>
                <a:gd name="connsiteX78" fmla="*/ 760484 w 2915191"/>
                <a:gd name="connsiteY78" fmla="*/ 155261 h 376492"/>
                <a:gd name="connsiteX79" fmla="*/ 770233 w 2915191"/>
                <a:gd name="connsiteY79" fmla="*/ 162536 h 376492"/>
                <a:gd name="connsiteX80" fmla="*/ 779983 w 2915191"/>
                <a:gd name="connsiteY80" fmla="*/ 119631 h 376492"/>
                <a:gd name="connsiteX81" fmla="*/ 789733 w 2915191"/>
                <a:gd name="connsiteY81" fmla="*/ 125262 h 376492"/>
                <a:gd name="connsiteX82" fmla="*/ 799482 w 2915191"/>
                <a:gd name="connsiteY82" fmla="*/ 143841 h 376492"/>
                <a:gd name="connsiteX83" fmla="*/ 809232 w 2915191"/>
                <a:gd name="connsiteY83" fmla="*/ 170802 h 376492"/>
                <a:gd name="connsiteX84" fmla="*/ 818982 w 2915191"/>
                <a:gd name="connsiteY84" fmla="*/ 183910 h 376492"/>
                <a:gd name="connsiteX85" fmla="*/ 828732 w 2915191"/>
                <a:gd name="connsiteY85" fmla="*/ 166015 h 376492"/>
                <a:gd name="connsiteX86" fmla="*/ 838482 w 2915191"/>
                <a:gd name="connsiteY86" fmla="*/ 176751 h 376492"/>
                <a:gd name="connsiteX87" fmla="*/ 848232 w 2915191"/>
                <a:gd name="connsiteY87" fmla="*/ 168081 h 376492"/>
                <a:gd name="connsiteX88" fmla="*/ 857982 w 2915191"/>
                <a:gd name="connsiteY88" fmla="*/ 174686 h 376492"/>
                <a:gd name="connsiteX89" fmla="*/ 867732 w 2915191"/>
                <a:gd name="connsiteY89" fmla="*/ 187632 h 376492"/>
                <a:gd name="connsiteX90" fmla="*/ 877482 w 2915191"/>
                <a:gd name="connsiteY90" fmla="*/ 203020 h 376492"/>
                <a:gd name="connsiteX91" fmla="*/ 887231 w 2915191"/>
                <a:gd name="connsiteY91" fmla="*/ 220077 h 376492"/>
                <a:gd name="connsiteX92" fmla="*/ 896981 w 2915191"/>
                <a:gd name="connsiteY92" fmla="*/ 245279 h 376492"/>
                <a:gd name="connsiteX93" fmla="*/ 906730 w 2915191"/>
                <a:gd name="connsiteY93" fmla="*/ 236119 h 376492"/>
                <a:gd name="connsiteX94" fmla="*/ 916480 w 2915191"/>
                <a:gd name="connsiteY94" fmla="*/ 224900 h 376492"/>
                <a:gd name="connsiteX95" fmla="*/ 926230 w 2915191"/>
                <a:gd name="connsiteY95" fmla="*/ 236338 h 376492"/>
                <a:gd name="connsiteX96" fmla="*/ 935979 w 2915191"/>
                <a:gd name="connsiteY96" fmla="*/ 217638 h 376492"/>
                <a:gd name="connsiteX97" fmla="*/ 945729 w 2915191"/>
                <a:gd name="connsiteY97" fmla="*/ 238624 h 376492"/>
                <a:gd name="connsiteX98" fmla="*/ 955479 w 2915191"/>
                <a:gd name="connsiteY98" fmla="*/ 227092 h 376492"/>
                <a:gd name="connsiteX99" fmla="*/ 965229 w 2915191"/>
                <a:gd name="connsiteY99" fmla="*/ 259941 h 376492"/>
                <a:gd name="connsiteX100" fmla="*/ 974979 w 2915191"/>
                <a:gd name="connsiteY100" fmla="*/ 272216 h 376492"/>
                <a:gd name="connsiteX101" fmla="*/ 984729 w 2915191"/>
                <a:gd name="connsiteY101" fmla="*/ 290219 h 376492"/>
                <a:gd name="connsiteX102" fmla="*/ 994474 w 2915191"/>
                <a:gd name="connsiteY102" fmla="*/ 308783 h 376492"/>
                <a:gd name="connsiteX103" fmla="*/ 1004233 w 2915191"/>
                <a:gd name="connsiteY103" fmla="*/ 315972 h 376492"/>
                <a:gd name="connsiteX104" fmla="*/ 1013977 w 2915191"/>
                <a:gd name="connsiteY104" fmla="*/ 346754 h 376492"/>
                <a:gd name="connsiteX105" fmla="*/ 1023721 w 2915191"/>
                <a:gd name="connsiteY105" fmla="*/ 355059 h 376492"/>
                <a:gd name="connsiteX106" fmla="*/ 1033480 w 2915191"/>
                <a:gd name="connsiteY106" fmla="*/ 352008 h 376492"/>
                <a:gd name="connsiteX107" fmla="*/ 1043224 w 2915191"/>
                <a:gd name="connsiteY107" fmla="*/ 331313 h 376492"/>
                <a:gd name="connsiteX108" fmla="*/ 1052983 w 2915191"/>
                <a:gd name="connsiteY108" fmla="*/ 312464 h 376492"/>
                <a:gd name="connsiteX109" fmla="*/ 1062727 w 2915191"/>
                <a:gd name="connsiteY109" fmla="*/ 295200 h 376492"/>
                <a:gd name="connsiteX110" fmla="*/ 1072471 w 2915191"/>
                <a:gd name="connsiteY110" fmla="*/ 290789 h 376492"/>
                <a:gd name="connsiteX111" fmla="*/ 1082230 w 2915191"/>
                <a:gd name="connsiteY111" fmla="*/ 284867 h 376492"/>
                <a:gd name="connsiteX112" fmla="*/ 1091973 w 2915191"/>
                <a:gd name="connsiteY112" fmla="*/ 288653 h 376492"/>
                <a:gd name="connsiteX113" fmla="*/ 1101732 w 2915191"/>
                <a:gd name="connsiteY113" fmla="*/ 294428 h 376492"/>
                <a:gd name="connsiteX114" fmla="*/ 1111476 w 2915191"/>
                <a:gd name="connsiteY114" fmla="*/ 291896 h 376492"/>
                <a:gd name="connsiteX115" fmla="*/ 1121220 w 2915191"/>
                <a:gd name="connsiteY115" fmla="*/ 284051 h 376492"/>
                <a:gd name="connsiteX116" fmla="*/ 1130979 w 2915191"/>
                <a:gd name="connsiteY116" fmla="*/ 309076 h 376492"/>
                <a:gd name="connsiteX117" fmla="*/ 1140723 w 2915191"/>
                <a:gd name="connsiteY117" fmla="*/ 321262 h 376492"/>
                <a:gd name="connsiteX118" fmla="*/ 1150482 w 2915191"/>
                <a:gd name="connsiteY118" fmla="*/ 295897 h 376492"/>
                <a:gd name="connsiteX119" fmla="*/ 1160226 w 2915191"/>
                <a:gd name="connsiteY119" fmla="*/ 313114 h 376492"/>
                <a:gd name="connsiteX120" fmla="*/ 1169969 w 2915191"/>
                <a:gd name="connsiteY120" fmla="*/ 355895 h 376492"/>
                <a:gd name="connsiteX121" fmla="*/ 1179728 w 2915191"/>
                <a:gd name="connsiteY121" fmla="*/ 357817 h 376492"/>
                <a:gd name="connsiteX122" fmla="*/ 1189472 w 2915191"/>
                <a:gd name="connsiteY122" fmla="*/ 361937 h 376492"/>
                <a:gd name="connsiteX123" fmla="*/ 1199231 w 2915191"/>
                <a:gd name="connsiteY123" fmla="*/ 336058 h 376492"/>
                <a:gd name="connsiteX124" fmla="*/ 1208975 w 2915191"/>
                <a:gd name="connsiteY124" fmla="*/ 324981 h 376492"/>
                <a:gd name="connsiteX125" fmla="*/ 1218719 w 2915191"/>
                <a:gd name="connsiteY125" fmla="*/ 308959 h 376492"/>
                <a:gd name="connsiteX126" fmla="*/ 1228478 w 2915191"/>
                <a:gd name="connsiteY126" fmla="*/ 295638 h 376492"/>
                <a:gd name="connsiteX127" fmla="*/ 1238222 w 2915191"/>
                <a:gd name="connsiteY127" fmla="*/ 296721 h 376492"/>
                <a:gd name="connsiteX128" fmla="*/ 1247966 w 2915191"/>
                <a:gd name="connsiteY128" fmla="*/ 302457 h 376492"/>
                <a:gd name="connsiteX129" fmla="*/ 1257725 w 2915191"/>
                <a:gd name="connsiteY129" fmla="*/ 340118 h 376492"/>
                <a:gd name="connsiteX130" fmla="*/ 1267469 w 2915191"/>
                <a:gd name="connsiteY130" fmla="*/ 315984 h 376492"/>
                <a:gd name="connsiteX131" fmla="*/ 1277227 w 2915191"/>
                <a:gd name="connsiteY131" fmla="*/ 326665 h 376492"/>
                <a:gd name="connsiteX132" fmla="*/ 1286971 w 2915191"/>
                <a:gd name="connsiteY132" fmla="*/ 322132 h 376492"/>
                <a:gd name="connsiteX133" fmla="*/ 1296715 w 2915191"/>
                <a:gd name="connsiteY133" fmla="*/ 335428 h 376492"/>
                <a:gd name="connsiteX134" fmla="*/ 1306474 w 2915191"/>
                <a:gd name="connsiteY134" fmla="*/ 326782 h 376492"/>
                <a:gd name="connsiteX135" fmla="*/ 1316218 w 2915191"/>
                <a:gd name="connsiteY135" fmla="*/ 312204 h 376492"/>
                <a:gd name="connsiteX136" fmla="*/ 1325977 w 2915191"/>
                <a:gd name="connsiteY136" fmla="*/ 302834 h 376492"/>
                <a:gd name="connsiteX137" fmla="*/ 1335721 w 2915191"/>
                <a:gd name="connsiteY137" fmla="*/ 310475 h 376492"/>
                <a:gd name="connsiteX138" fmla="*/ 1345465 w 2915191"/>
                <a:gd name="connsiteY138" fmla="*/ 276436 h 376492"/>
                <a:gd name="connsiteX139" fmla="*/ 1355224 w 2915191"/>
                <a:gd name="connsiteY139" fmla="*/ 264178 h 376492"/>
                <a:gd name="connsiteX140" fmla="*/ 1364967 w 2915191"/>
                <a:gd name="connsiteY140" fmla="*/ 260871 h 376492"/>
                <a:gd name="connsiteX141" fmla="*/ 1374726 w 2915191"/>
                <a:gd name="connsiteY141" fmla="*/ 253874 h 376492"/>
                <a:gd name="connsiteX142" fmla="*/ 1384470 w 2915191"/>
                <a:gd name="connsiteY142" fmla="*/ 268113 h 376492"/>
                <a:gd name="connsiteX143" fmla="*/ 1394214 w 2915191"/>
                <a:gd name="connsiteY143" fmla="*/ 246964 h 376492"/>
                <a:gd name="connsiteX144" fmla="*/ 1403973 w 2915191"/>
                <a:gd name="connsiteY144" fmla="*/ 240057 h 376492"/>
                <a:gd name="connsiteX145" fmla="*/ 1413717 w 2915191"/>
                <a:gd name="connsiteY145" fmla="*/ 230308 h 376492"/>
                <a:gd name="connsiteX146" fmla="*/ 1423476 w 2915191"/>
                <a:gd name="connsiteY146" fmla="*/ 236797 h 376492"/>
                <a:gd name="connsiteX147" fmla="*/ 1433220 w 2915191"/>
                <a:gd name="connsiteY147" fmla="*/ 199360 h 376492"/>
                <a:gd name="connsiteX148" fmla="*/ 1442964 w 2915191"/>
                <a:gd name="connsiteY148" fmla="*/ 190729 h 376492"/>
                <a:gd name="connsiteX149" fmla="*/ 1452722 w 2915191"/>
                <a:gd name="connsiteY149" fmla="*/ 186711 h 376492"/>
                <a:gd name="connsiteX150" fmla="*/ 1462466 w 2915191"/>
                <a:gd name="connsiteY150" fmla="*/ 153384 h 376492"/>
                <a:gd name="connsiteX151" fmla="*/ 1472225 w 2915191"/>
                <a:gd name="connsiteY151" fmla="*/ 156214 h 376492"/>
                <a:gd name="connsiteX152" fmla="*/ 1481969 w 2915191"/>
                <a:gd name="connsiteY152" fmla="*/ 178366 h 376492"/>
                <a:gd name="connsiteX153" fmla="*/ 1491713 w 2915191"/>
                <a:gd name="connsiteY153" fmla="*/ 204040 h 376492"/>
                <a:gd name="connsiteX154" fmla="*/ 1501472 w 2915191"/>
                <a:gd name="connsiteY154" fmla="*/ 227934 h 376492"/>
                <a:gd name="connsiteX155" fmla="*/ 1511216 w 2915191"/>
                <a:gd name="connsiteY155" fmla="*/ 218315 h 376492"/>
                <a:gd name="connsiteX156" fmla="*/ 1520960 w 2915191"/>
                <a:gd name="connsiteY156" fmla="*/ 214550 h 376492"/>
                <a:gd name="connsiteX157" fmla="*/ 1530719 w 2915191"/>
                <a:gd name="connsiteY157" fmla="*/ 225517 h 376492"/>
                <a:gd name="connsiteX158" fmla="*/ 1540463 w 2915191"/>
                <a:gd name="connsiteY158" fmla="*/ 223468 h 376492"/>
                <a:gd name="connsiteX159" fmla="*/ 1550221 w 2915191"/>
                <a:gd name="connsiteY159" fmla="*/ 231620 h 376492"/>
                <a:gd name="connsiteX160" fmla="*/ 1559965 w 2915191"/>
                <a:gd name="connsiteY160" fmla="*/ 259515 h 376492"/>
                <a:gd name="connsiteX161" fmla="*/ 1569709 w 2915191"/>
                <a:gd name="connsiteY161" fmla="*/ 292282 h 376492"/>
                <a:gd name="connsiteX162" fmla="*/ 1579468 w 2915191"/>
                <a:gd name="connsiteY162" fmla="*/ 301110 h 376492"/>
                <a:gd name="connsiteX163" fmla="*/ 1589212 w 2915191"/>
                <a:gd name="connsiteY163" fmla="*/ 317015 h 376492"/>
                <a:gd name="connsiteX164" fmla="*/ 1598971 w 2915191"/>
                <a:gd name="connsiteY164" fmla="*/ 333168 h 376492"/>
                <a:gd name="connsiteX165" fmla="*/ 1608715 w 2915191"/>
                <a:gd name="connsiteY165" fmla="*/ 315185 h 376492"/>
                <a:gd name="connsiteX166" fmla="*/ 1618459 w 2915191"/>
                <a:gd name="connsiteY166" fmla="*/ 313874 h 376492"/>
                <a:gd name="connsiteX167" fmla="*/ 1628218 w 2915191"/>
                <a:gd name="connsiteY167" fmla="*/ 295244 h 376492"/>
                <a:gd name="connsiteX168" fmla="*/ 1637962 w 2915191"/>
                <a:gd name="connsiteY168" fmla="*/ 303354 h 376492"/>
                <a:gd name="connsiteX169" fmla="*/ 1647720 w 2915191"/>
                <a:gd name="connsiteY169" fmla="*/ 291363 h 376492"/>
                <a:gd name="connsiteX170" fmla="*/ 1657464 w 2915191"/>
                <a:gd name="connsiteY170" fmla="*/ 284030 h 376492"/>
                <a:gd name="connsiteX171" fmla="*/ 1667208 w 2915191"/>
                <a:gd name="connsiteY171" fmla="*/ 284271 h 376492"/>
                <a:gd name="connsiteX172" fmla="*/ 1676967 w 2915191"/>
                <a:gd name="connsiteY172" fmla="*/ 275761 h 376492"/>
                <a:gd name="connsiteX173" fmla="*/ 1686711 w 2915191"/>
                <a:gd name="connsiteY173" fmla="*/ 275245 h 376492"/>
                <a:gd name="connsiteX174" fmla="*/ 1696470 w 2915191"/>
                <a:gd name="connsiteY174" fmla="*/ 280774 h 376492"/>
                <a:gd name="connsiteX175" fmla="*/ 1706214 w 2915191"/>
                <a:gd name="connsiteY175" fmla="*/ 303392 h 376492"/>
                <a:gd name="connsiteX176" fmla="*/ 1715958 w 2915191"/>
                <a:gd name="connsiteY176" fmla="*/ 331648 h 376492"/>
                <a:gd name="connsiteX177" fmla="*/ 1725716 w 2915191"/>
                <a:gd name="connsiteY177" fmla="*/ 307192 h 376492"/>
                <a:gd name="connsiteX178" fmla="*/ 1735460 w 2915191"/>
                <a:gd name="connsiteY178" fmla="*/ 284804 h 376492"/>
                <a:gd name="connsiteX179" fmla="*/ 1745219 w 2915191"/>
                <a:gd name="connsiteY179" fmla="*/ 283264 h 376492"/>
                <a:gd name="connsiteX180" fmla="*/ 1754963 w 2915191"/>
                <a:gd name="connsiteY180" fmla="*/ 284390 h 376492"/>
                <a:gd name="connsiteX181" fmla="*/ 1764707 w 2915191"/>
                <a:gd name="connsiteY181" fmla="*/ 262361 h 376492"/>
                <a:gd name="connsiteX182" fmla="*/ 1774466 w 2915191"/>
                <a:gd name="connsiteY182" fmla="*/ 282903 h 376492"/>
                <a:gd name="connsiteX183" fmla="*/ 1784210 w 2915191"/>
                <a:gd name="connsiteY183" fmla="*/ 300384 h 376492"/>
                <a:gd name="connsiteX184" fmla="*/ 1793969 w 2915191"/>
                <a:gd name="connsiteY184" fmla="*/ 309872 h 376492"/>
                <a:gd name="connsiteX185" fmla="*/ 1803713 w 2915191"/>
                <a:gd name="connsiteY185" fmla="*/ 345038 h 376492"/>
                <a:gd name="connsiteX186" fmla="*/ 1813457 w 2915191"/>
                <a:gd name="connsiteY186" fmla="*/ 356032 h 376492"/>
                <a:gd name="connsiteX187" fmla="*/ 1823215 w 2915191"/>
                <a:gd name="connsiteY187" fmla="*/ 349558 h 376492"/>
                <a:gd name="connsiteX188" fmla="*/ 1832959 w 2915191"/>
                <a:gd name="connsiteY188" fmla="*/ 342370 h 376492"/>
                <a:gd name="connsiteX189" fmla="*/ 1842703 w 2915191"/>
                <a:gd name="connsiteY189" fmla="*/ 347085 h 376492"/>
                <a:gd name="connsiteX190" fmla="*/ 1852462 w 2915191"/>
                <a:gd name="connsiteY190" fmla="*/ 342437 h 376492"/>
                <a:gd name="connsiteX191" fmla="*/ 1862206 w 2915191"/>
                <a:gd name="connsiteY191" fmla="*/ 369233 h 376492"/>
                <a:gd name="connsiteX192" fmla="*/ 1871965 w 2915191"/>
                <a:gd name="connsiteY192" fmla="*/ 342514 h 376492"/>
                <a:gd name="connsiteX193" fmla="*/ 1881709 w 2915191"/>
                <a:gd name="connsiteY193" fmla="*/ 354304 h 376492"/>
                <a:gd name="connsiteX194" fmla="*/ 1891453 w 2915191"/>
                <a:gd name="connsiteY194" fmla="*/ 376493 h 376492"/>
                <a:gd name="connsiteX195" fmla="*/ 1901212 w 2915191"/>
                <a:gd name="connsiteY195" fmla="*/ 355436 h 376492"/>
                <a:gd name="connsiteX196" fmla="*/ 1910956 w 2915191"/>
                <a:gd name="connsiteY196" fmla="*/ 346461 h 376492"/>
                <a:gd name="connsiteX197" fmla="*/ 1920714 w 2915191"/>
                <a:gd name="connsiteY197" fmla="*/ 317590 h 376492"/>
                <a:gd name="connsiteX198" fmla="*/ 1930458 w 2915191"/>
                <a:gd name="connsiteY198" fmla="*/ 342910 h 376492"/>
                <a:gd name="connsiteX199" fmla="*/ 1940202 w 2915191"/>
                <a:gd name="connsiteY199" fmla="*/ 332481 h 376492"/>
                <a:gd name="connsiteX200" fmla="*/ 1949961 w 2915191"/>
                <a:gd name="connsiteY200" fmla="*/ 315930 h 376492"/>
                <a:gd name="connsiteX201" fmla="*/ 1959705 w 2915191"/>
                <a:gd name="connsiteY201" fmla="*/ 316724 h 376492"/>
                <a:gd name="connsiteX202" fmla="*/ 1969464 w 2915191"/>
                <a:gd name="connsiteY202" fmla="*/ 344956 h 376492"/>
                <a:gd name="connsiteX203" fmla="*/ 1979208 w 2915191"/>
                <a:gd name="connsiteY203" fmla="*/ 338050 h 376492"/>
                <a:gd name="connsiteX204" fmla="*/ 1988952 w 2915191"/>
                <a:gd name="connsiteY204" fmla="*/ 330643 h 376492"/>
                <a:gd name="connsiteX205" fmla="*/ 1998711 w 2915191"/>
                <a:gd name="connsiteY205" fmla="*/ 321246 h 376492"/>
                <a:gd name="connsiteX206" fmla="*/ 2008454 w 2915191"/>
                <a:gd name="connsiteY206" fmla="*/ 304108 h 376492"/>
                <a:gd name="connsiteX207" fmla="*/ 2018213 w 2915191"/>
                <a:gd name="connsiteY207" fmla="*/ 279731 h 376492"/>
                <a:gd name="connsiteX208" fmla="*/ 2027957 w 2915191"/>
                <a:gd name="connsiteY208" fmla="*/ 292841 h 376492"/>
                <a:gd name="connsiteX209" fmla="*/ 2037701 w 2915191"/>
                <a:gd name="connsiteY209" fmla="*/ 274654 h 376492"/>
                <a:gd name="connsiteX210" fmla="*/ 2047460 w 2915191"/>
                <a:gd name="connsiteY210" fmla="*/ 272359 h 376492"/>
                <a:gd name="connsiteX211" fmla="*/ 2057204 w 2915191"/>
                <a:gd name="connsiteY211" fmla="*/ 267011 h 376492"/>
                <a:gd name="connsiteX212" fmla="*/ 2066963 w 2915191"/>
                <a:gd name="connsiteY212" fmla="*/ 281789 h 376492"/>
                <a:gd name="connsiteX213" fmla="*/ 2076707 w 2915191"/>
                <a:gd name="connsiteY213" fmla="*/ 267994 h 376492"/>
                <a:gd name="connsiteX214" fmla="*/ 2086451 w 2915191"/>
                <a:gd name="connsiteY214" fmla="*/ 296996 h 376492"/>
                <a:gd name="connsiteX215" fmla="*/ 2096210 w 2915191"/>
                <a:gd name="connsiteY215" fmla="*/ 320486 h 376492"/>
                <a:gd name="connsiteX216" fmla="*/ 2105954 w 2915191"/>
                <a:gd name="connsiteY216" fmla="*/ 263879 h 376492"/>
                <a:gd name="connsiteX217" fmla="*/ 2115697 w 2915191"/>
                <a:gd name="connsiteY217" fmla="*/ 256139 h 376492"/>
                <a:gd name="connsiteX218" fmla="*/ 2125456 w 2915191"/>
                <a:gd name="connsiteY218" fmla="*/ 257933 h 376492"/>
                <a:gd name="connsiteX219" fmla="*/ 2135200 w 2915191"/>
                <a:gd name="connsiteY219" fmla="*/ 259457 h 376492"/>
                <a:gd name="connsiteX220" fmla="*/ 2144959 w 2915191"/>
                <a:gd name="connsiteY220" fmla="*/ 281701 h 376492"/>
                <a:gd name="connsiteX221" fmla="*/ 2154703 w 2915191"/>
                <a:gd name="connsiteY221" fmla="*/ 304887 h 376492"/>
                <a:gd name="connsiteX222" fmla="*/ 2164447 w 2915191"/>
                <a:gd name="connsiteY222" fmla="*/ 296794 h 376492"/>
                <a:gd name="connsiteX223" fmla="*/ 2174206 w 2915191"/>
                <a:gd name="connsiteY223" fmla="*/ 324051 h 376492"/>
                <a:gd name="connsiteX224" fmla="*/ 2183950 w 2915191"/>
                <a:gd name="connsiteY224" fmla="*/ 310614 h 376492"/>
                <a:gd name="connsiteX225" fmla="*/ 2193709 w 2915191"/>
                <a:gd name="connsiteY225" fmla="*/ 279697 h 376492"/>
                <a:gd name="connsiteX226" fmla="*/ 2203452 w 2915191"/>
                <a:gd name="connsiteY226" fmla="*/ 288894 h 376492"/>
                <a:gd name="connsiteX227" fmla="*/ 2213196 w 2915191"/>
                <a:gd name="connsiteY227" fmla="*/ 288087 h 376492"/>
                <a:gd name="connsiteX228" fmla="*/ 2222955 w 2915191"/>
                <a:gd name="connsiteY228" fmla="*/ 276527 h 376492"/>
                <a:gd name="connsiteX229" fmla="*/ 2232699 w 2915191"/>
                <a:gd name="connsiteY229" fmla="*/ 278182 h 376492"/>
                <a:gd name="connsiteX230" fmla="*/ 2242458 w 2915191"/>
                <a:gd name="connsiteY230" fmla="*/ 293181 h 376492"/>
                <a:gd name="connsiteX231" fmla="*/ 2252202 w 2915191"/>
                <a:gd name="connsiteY231" fmla="*/ 287723 h 376492"/>
                <a:gd name="connsiteX232" fmla="*/ 2261946 w 2915191"/>
                <a:gd name="connsiteY232" fmla="*/ 307528 h 376492"/>
                <a:gd name="connsiteX233" fmla="*/ 2271705 w 2915191"/>
                <a:gd name="connsiteY233" fmla="*/ 274061 h 376492"/>
                <a:gd name="connsiteX234" fmla="*/ 2281449 w 2915191"/>
                <a:gd name="connsiteY234" fmla="*/ 256701 h 376492"/>
                <a:gd name="connsiteX235" fmla="*/ 2291208 w 2915191"/>
                <a:gd name="connsiteY235" fmla="*/ 253907 h 376492"/>
                <a:gd name="connsiteX236" fmla="*/ 2300951 w 2915191"/>
                <a:gd name="connsiteY236" fmla="*/ 277191 h 376492"/>
                <a:gd name="connsiteX237" fmla="*/ 2310695 w 2915191"/>
                <a:gd name="connsiteY237" fmla="*/ 285047 h 376492"/>
                <a:gd name="connsiteX238" fmla="*/ 2320454 w 2915191"/>
                <a:gd name="connsiteY238" fmla="*/ 287294 h 376492"/>
                <a:gd name="connsiteX239" fmla="*/ 2330198 w 2915191"/>
                <a:gd name="connsiteY239" fmla="*/ 255583 h 376492"/>
                <a:gd name="connsiteX240" fmla="*/ 2339957 w 2915191"/>
                <a:gd name="connsiteY240" fmla="*/ 259487 h 376492"/>
                <a:gd name="connsiteX241" fmla="*/ 2349701 w 2915191"/>
                <a:gd name="connsiteY241" fmla="*/ 254119 h 376492"/>
                <a:gd name="connsiteX242" fmla="*/ 2359445 w 2915191"/>
                <a:gd name="connsiteY242" fmla="*/ 255765 h 376492"/>
                <a:gd name="connsiteX243" fmla="*/ 2369204 w 2915191"/>
                <a:gd name="connsiteY243" fmla="*/ 237523 h 376492"/>
                <a:gd name="connsiteX244" fmla="*/ 2378948 w 2915191"/>
                <a:gd name="connsiteY244" fmla="*/ 219554 h 376492"/>
                <a:gd name="connsiteX245" fmla="*/ 2388692 w 2915191"/>
                <a:gd name="connsiteY245" fmla="*/ 189494 h 376492"/>
                <a:gd name="connsiteX246" fmla="*/ 2398450 w 2915191"/>
                <a:gd name="connsiteY246" fmla="*/ 192909 h 376492"/>
                <a:gd name="connsiteX247" fmla="*/ 2408194 w 2915191"/>
                <a:gd name="connsiteY247" fmla="*/ 193720 h 376492"/>
                <a:gd name="connsiteX248" fmla="*/ 2417953 w 2915191"/>
                <a:gd name="connsiteY248" fmla="*/ 214268 h 376492"/>
                <a:gd name="connsiteX249" fmla="*/ 2427697 w 2915191"/>
                <a:gd name="connsiteY249" fmla="*/ 198232 h 376492"/>
                <a:gd name="connsiteX250" fmla="*/ 2437441 w 2915191"/>
                <a:gd name="connsiteY250" fmla="*/ 188795 h 376492"/>
                <a:gd name="connsiteX251" fmla="*/ 2447200 w 2915191"/>
                <a:gd name="connsiteY251" fmla="*/ 177280 h 376492"/>
                <a:gd name="connsiteX252" fmla="*/ 2456944 w 2915191"/>
                <a:gd name="connsiteY252" fmla="*/ 204626 h 376492"/>
                <a:gd name="connsiteX253" fmla="*/ 2466703 w 2915191"/>
                <a:gd name="connsiteY253" fmla="*/ 245602 h 376492"/>
                <a:gd name="connsiteX254" fmla="*/ 2476446 w 2915191"/>
                <a:gd name="connsiteY254" fmla="*/ 255607 h 376492"/>
                <a:gd name="connsiteX255" fmla="*/ 2486190 w 2915191"/>
                <a:gd name="connsiteY255" fmla="*/ 246818 h 376492"/>
                <a:gd name="connsiteX256" fmla="*/ 2495949 w 2915191"/>
                <a:gd name="connsiteY256" fmla="*/ 254881 h 376492"/>
                <a:gd name="connsiteX257" fmla="*/ 2505693 w 2915191"/>
                <a:gd name="connsiteY257" fmla="*/ 269712 h 376492"/>
                <a:gd name="connsiteX258" fmla="*/ 2515452 w 2915191"/>
                <a:gd name="connsiteY258" fmla="*/ 302688 h 376492"/>
                <a:gd name="connsiteX259" fmla="*/ 2525196 w 2915191"/>
                <a:gd name="connsiteY259" fmla="*/ 315078 h 376492"/>
                <a:gd name="connsiteX260" fmla="*/ 2534940 w 2915191"/>
                <a:gd name="connsiteY260" fmla="*/ 278015 h 376492"/>
                <a:gd name="connsiteX261" fmla="*/ 2544699 w 2915191"/>
                <a:gd name="connsiteY261" fmla="*/ 298139 h 376492"/>
                <a:gd name="connsiteX262" fmla="*/ 2554443 w 2915191"/>
                <a:gd name="connsiteY262" fmla="*/ 280420 h 376492"/>
                <a:gd name="connsiteX263" fmla="*/ 2564202 w 2915191"/>
                <a:gd name="connsiteY263" fmla="*/ 288826 h 376492"/>
                <a:gd name="connsiteX264" fmla="*/ 2573946 w 2915191"/>
                <a:gd name="connsiteY264" fmla="*/ 253868 h 376492"/>
                <a:gd name="connsiteX265" fmla="*/ 2583690 w 2915191"/>
                <a:gd name="connsiteY265" fmla="*/ 266219 h 376492"/>
                <a:gd name="connsiteX266" fmla="*/ 2593448 w 2915191"/>
                <a:gd name="connsiteY266" fmla="*/ 260032 h 376492"/>
                <a:gd name="connsiteX267" fmla="*/ 2603192 w 2915191"/>
                <a:gd name="connsiteY267" fmla="*/ 269442 h 376492"/>
                <a:gd name="connsiteX268" fmla="*/ 2612951 w 2915191"/>
                <a:gd name="connsiteY268" fmla="*/ 253232 h 376492"/>
                <a:gd name="connsiteX269" fmla="*/ 2622695 w 2915191"/>
                <a:gd name="connsiteY269" fmla="*/ 238925 h 376492"/>
                <a:gd name="connsiteX270" fmla="*/ 2632439 w 2915191"/>
                <a:gd name="connsiteY270" fmla="*/ 247977 h 376492"/>
                <a:gd name="connsiteX271" fmla="*/ 2642198 w 2915191"/>
                <a:gd name="connsiteY271" fmla="*/ 248114 h 376492"/>
                <a:gd name="connsiteX272" fmla="*/ 2651942 w 2915191"/>
                <a:gd name="connsiteY272" fmla="*/ 286813 h 376492"/>
                <a:gd name="connsiteX273" fmla="*/ 2661685 w 2915191"/>
                <a:gd name="connsiteY273" fmla="*/ 259800 h 376492"/>
                <a:gd name="connsiteX274" fmla="*/ 2671444 w 2915191"/>
                <a:gd name="connsiteY274" fmla="*/ 243333 h 376492"/>
                <a:gd name="connsiteX275" fmla="*/ 2681188 w 2915191"/>
                <a:gd name="connsiteY275" fmla="*/ 219239 h 376492"/>
                <a:gd name="connsiteX276" fmla="*/ 2690947 w 2915191"/>
                <a:gd name="connsiteY276" fmla="*/ 208027 h 376492"/>
                <a:gd name="connsiteX277" fmla="*/ 2700691 w 2915191"/>
                <a:gd name="connsiteY277" fmla="*/ 176872 h 376492"/>
                <a:gd name="connsiteX278" fmla="*/ 2710435 w 2915191"/>
                <a:gd name="connsiteY278" fmla="*/ 132993 h 376492"/>
                <a:gd name="connsiteX279" fmla="*/ 2720194 w 2915191"/>
                <a:gd name="connsiteY279" fmla="*/ 135782 h 376492"/>
                <a:gd name="connsiteX280" fmla="*/ 2729938 w 2915191"/>
                <a:gd name="connsiteY280" fmla="*/ 128772 h 376492"/>
                <a:gd name="connsiteX281" fmla="*/ 2739697 w 2915191"/>
                <a:gd name="connsiteY281" fmla="*/ 133450 h 376492"/>
                <a:gd name="connsiteX282" fmla="*/ 2749441 w 2915191"/>
                <a:gd name="connsiteY282" fmla="*/ 139149 h 376492"/>
                <a:gd name="connsiteX283" fmla="*/ 2759185 w 2915191"/>
                <a:gd name="connsiteY283" fmla="*/ 118001 h 376492"/>
                <a:gd name="connsiteX284" fmla="*/ 2768943 w 2915191"/>
                <a:gd name="connsiteY284" fmla="*/ 106143 h 376492"/>
                <a:gd name="connsiteX285" fmla="*/ 2778687 w 2915191"/>
                <a:gd name="connsiteY285" fmla="*/ 147756 h 376492"/>
                <a:gd name="connsiteX286" fmla="*/ 2788446 w 2915191"/>
                <a:gd name="connsiteY286" fmla="*/ 148291 h 376492"/>
                <a:gd name="connsiteX287" fmla="*/ 2798190 w 2915191"/>
                <a:gd name="connsiteY287" fmla="*/ 156430 h 376492"/>
                <a:gd name="connsiteX288" fmla="*/ 2807934 w 2915191"/>
                <a:gd name="connsiteY288" fmla="*/ 167421 h 376492"/>
                <a:gd name="connsiteX289" fmla="*/ 2817693 w 2915191"/>
                <a:gd name="connsiteY289" fmla="*/ 154689 h 376492"/>
                <a:gd name="connsiteX290" fmla="*/ 2827437 w 2915191"/>
                <a:gd name="connsiteY290" fmla="*/ 161934 h 376492"/>
                <a:gd name="connsiteX291" fmla="*/ 2837196 w 2915191"/>
                <a:gd name="connsiteY291" fmla="*/ 189323 h 376492"/>
                <a:gd name="connsiteX292" fmla="*/ 2846940 w 2915191"/>
                <a:gd name="connsiteY292" fmla="*/ 173360 h 376492"/>
                <a:gd name="connsiteX293" fmla="*/ 2856684 w 2915191"/>
                <a:gd name="connsiteY293" fmla="*/ 170537 h 376492"/>
                <a:gd name="connsiteX294" fmla="*/ 2866442 w 2915191"/>
                <a:gd name="connsiteY294" fmla="*/ 162091 h 376492"/>
                <a:gd name="connsiteX295" fmla="*/ 2876186 w 2915191"/>
                <a:gd name="connsiteY295" fmla="*/ 175547 h 376492"/>
                <a:gd name="connsiteX296" fmla="*/ 2885945 w 2915191"/>
                <a:gd name="connsiteY296" fmla="*/ 191480 h 376492"/>
                <a:gd name="connsiteX297" fmla="*/ 2895689 w 2915191"/>
                <a:gd name="connsiteY297" fmla="*/ 200160 h 376492"/>
                <a:gd name="connsiteX298" fmla="*/ 2905433 w 2915191"/>
                <a:gd name="connsiteY298" fmla="*/ 205788 h 376492"/>
                <a:gd name="connsiteX299" fmla="*/ 2915192 w 2915191"/>
                <a:gd name="connsiteY299" fmla="*/ 190239 h 376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76492">
                  <a:moveTo>
                    <a:pt x="0" y="35835"/>
                  </a:moveTo>
                  <a:lnTo>
                    <a:pt x="9750" y="0"/>
                  </a:lnTo>
                  <a:lnTo>
                    <a:pt x="19500" y="8717"/>
                  </a:lnTo>
                  <a:lnTo>
                    <a:pt x="29250" y="24038"/>
                  </a:lnTo>
                  <a:lnTo>
                    <a:pt x="39000" y="24354"/>
                  </a:lnTo>
                  <a:lnTo>
                    <a:pt x="48749" y="26884"/>
                  </a:lnTo>
                  <a:lnTo>
                    <a:pt x="58499" y="18746"/>
                  </a:lnTo>
                  <a:lnTo>
                    <a:pt x="68249" y="42551"/>
                  </a:lnTo>
                  <a:lnTo>
                    <a:pt x="77998" y="62285"/>
                  </a:lnTo>
                  <a:lnTo>
                    <a:pt x="87748" y="77502"/>
                  </a:lnTo>
                  <a:lnTo>
                    <a:pt x="97497" y="83089"/>
                  </a:lnTo>
                  <a:lnTo>
                    <a:pt x="107247" y="107912"/>
                  </a:lnTo>
                  <a:lnTo>
                    <a:pt x="116997" y="118079"/>
                  </a:lnTo>
                  <a:lnTo>
                    <a:pt x="126747" y="117103"/>
                  </a:lnTo>
                  <a:lnTo>
                    <a:pt x="136497" y="126297"/>
                  </a:lnTo>
                  <a:lnTo>
                    <a:pt x="146247" y="130007"/>
                  </a:lnTo>
                  <a:lnTo>
                    <a:pt x="155997" y="148671"/>
                  </a:lnTo>
                  <a:lnTo>
                    <a:pt x="165747" y="178905"/>
                  </a:lnTo>
                  <a:lnTo>
                    <a:pt x="175497" y="174400"/>
                  </a:lnTo>
                  <a:lnTo>
                    <a:pt x="185247" y="168338"/>
                  </a:lnTo>
                  <a:lnTo>
                    <a:pt x="194996" y="235478"/>
                  </a:lnTo>
                  <a:lnTo>
                    <a:pt x="204746" y="250900"/>
                  </a:lnTo>
                  <a:lnTo>
                    <a:pt x="214495" y="283104"/>
                  </a:lnTo>
                  <a:lnTo>
                    <a:pt x="224245" y="282118"/>
                  </a:lnTo>
                  <a:lnTo>
                    <a:pt x="233995" y="282543"/>
                  </a:lnTo>
                  <a:lnTo>
                    <a:pt x="243744" y="284770"/>
                  </a:lnTo>
                  <a:lnTo>
                    <a:pt x="253494" y="295073"/>
                  </a:lnTo>
                  <a:lnTo>
                    <a:pt x="263244" y="300986"/>
                  </a:lnTo>
                  <a:lnTo>
                    <a:pt x="272994" y="310915"/>
                  </a:lnTo>
                  <a:lnTo>
                    <a:pt x="282744" y="294167"/>
                  </a:lnTo>
                  <a:lnTo>
                    <a:pt x="292494" y="286612"/>
                  </a:lnTo>
                  <a:lnTo>
                    <a:pt x="302244" y="293765"/>
                  </a:lnTo>
                  <a:lnTo>
                    <a:pt x="311994" y="267115"/>
                  </a:lnTo>
                  <a:lnTo>
                    <a:pt x="321744" y="259029"/>
                  </a:lnTo>
                  <a:lnTo>
                    <a:pt x="331493" y="256637"/>
                  </a:lnTo>
                  <a:lnTo>
                    <a:pt x="341243" y="239738"/>
                  </a:lnTo>
                  <a:lnTo>
                    <a:pt x="350993" y="255312"/>
                  </a:lnTo>
                  <a:lnTo>
                    <a:pt x="360742" y="225754"/>
                  </a:lnTo>
                  <a:lnTo>
                    <a:pt x="370492" y="215097"/>
                  </a:lnTo>
                  <a:lnTo>
                    <a:pt x="380241" y="225454"/>
                  </a:lnTo>
                  <a:lnTo>
                    <a:pt x="389991" y="197236"/>
                  </a:lnTo>
                  <a:lnTo>
                    <a:pt x="399741" y="193195"/>
                  </a:lnTo>
                  <a:lnTo>
                    <a:pt x="409491" y="169442"/>
                  </a:lnTo>
                  <a:lnTo>
                    <a:pt x="419241" y="132924"/>
                  </a:lnTo>
                  <a:lnTo>
                    <a:pt x="428991" y="109166"/>
                  </a:lnTo>
                  <a:lnTo>
                    <a:pt x="438741" y="100328"/>
                  </a:lnTo>
                  <a:lnTo>
                    <a:pt x="448491" y="124342"/>
                  </a:lnTo>
                  <a:lnTo>
                    <a:pt x="458241" y="104117"/>
                  </a:lnTo>
                  <a:lnTo>
                    <a:pt x="467991" y="79677"/>
                  </a:lnTo>
                  <a:lnTo>
                    <a:pt x="477740" y="119420"/>
                  </a:lnTo>
                  <a:lnTo>
                    <a:pt x="487490" y="157445"/>
                  </a:lnTo>
                  <a:lnTo>
                    <a:pt x="497239" y="169007"/>
                  </a:lnTo>
                  <a:lnTo>
                    <a:pt x="506989" y="165893"/>
                  </a:lnTo>
                  <a:lnTo>
                    <a:pt x="516738" y="146436"/>
                  </a:lnTo>
                  <a:lnTo>
                    <a:pt x="526488" y="136698"/>
                  </a:lnTo>
                  <a:lnTo>
                    <a:pt x="536238" y="131591"/>
                  </a:lnTo>
                  <a:lnTo>
                    <a:pt x="545988" y="118874"/>
                  </a:lnTo>
                  <a:lnTo>
                    <a:pt x="555738" y="80128"/>
                  </a:lnTo>
                  <a:lnTo>
                    <a:pt x="565488" y="79038"/>
                  </a:lnTo>
                  <a:lnTo>
                    <a:pt x="575238" y="91109"/>
                  </a:lnTo>
                  <a:lnTo>
                    <a:pt x="584988" y="87961"/>
                  </a:lnTo>
                  <a:lnTo>
                    <a:pt x="594738" y="117848"/>
                  </a:lnTo>
                  <a:lnTo>
                    <a:pt x="604488" y="86702"/>
                  </a:lnTo>
                  <a:lnTo>
                    <a:pt x="614237" y="72346"/>
                  </a:lnTo>
                  <a:lnTo>
                    <a:pt x="623987" y="103619"/>
                  </a:lnTo>
                  <a:lnTo>
                    <a:pt x="633736" y="113612"/>
                  </a:lnTo>
                  <a:lnTo>
                    <a:pt x="643486" y="125221"/>
                  </a:lnTo>
                  <a:lnTo>
                    <a:pt x="653236" y="125798"/>
                  </a:lnTo>
                  <a:lnTo>
                    <a:pt x="662985" y="86986"/>
                  </a:lnTo>
                  <a:lnTo>
                    <a:pt x="672735" y="83177"/>
                  </a:lnTo>
                  <a:lnTo>
                    <a:pt x="682485" y="78865"/>
                  </a:lnTo>
                  <a:lnTo>
                    <a:pt x="692235" y="99443"/>
                  </a:lnTo>
                  <a:lnTo>
                    <a:pt x="701985" y="137872"/>
                  </a:lnTo>
                  <a:lnTo>
                    <a:pt x="711735" y="152335"/>
                  </a:lnTo>
                  <a:lnTo>
                    <a:pt x="721485" y="146765"/>
                  </a:lnTo>
                  <a:lnTo>
                    <a:pt x="731235" y="145866"/>
                  </a:lnTo>
                  <a:lnTo>
                    <a:pt x="740985" y="163403"/>
                  </a:lnTo>
                  <a:lnTo>
                    <a:pt x="750734" y="142351"/>
                  </a:lnTo>
                  <a:lnTo>
                    <a:pt x="760484" y="155261"/>
                  </a:lnTo>
                  <a:lnTo>
                    <a:pt x="770233" y="162536"/>
                  </a:lnTo>
                  <a:lnTo>
                    <a:pt x="779983" y="119631"/>
                  </a:lnTo>
                  <a:lnTo>
                    <a:pt x="789733" y="125262"/>
                  </a:lnTo>
                  <a:lnTo>
                    <a:pt x="799482" y="143841"/>
                  </a:lnTo>
                  <a:lnTo>
                    <a:pt x="809232" y="170802"/>
                  </a:lnTo>
                  <a:lnTo>
                    <a:pt x="818982" y="183910"/>
                  </a:lnTo>
                  <a:lnTo>
                    <a:pt x="828732" y="166015"/>
                  </a:lnTo>
                  <a:lnTo>
                    <a:pt x="838482" y="176751"/>
                  </a:lnTo>
                  <a:lnTo>
                    <a:pt x="848232" y="168081"/>
                  </a:lnTo>
                  <a:lnTo>
                    <a:pt x="857982" y="174686"/>
                  </a:lnTo>
                  <a:lnTo>
                    <a:pt x="867732" y="187632"/>
                  </a:lnTo>
                  <a:lnTo>
                    <a:pt x="877482" y="203020"/>
                  </a:lnTo>
                  <a:lnTo>
                    <a:pt x="887231" y="220077"/>
                  </a:lnTo>
                  <a:lnTo>
                    <a:pt x="896981" y="245279"/>
                  </a:lnTo>
                  <a:lnTo>
                    <a:pt x="906730" y="236119"/>
                  </a:lnTo>
                  <a:lnTo>
                    <a:pt x="916480" y="224900"/>
                  </a:lnTo>
                  <a:lnTo>
                    <a:pt x="926230" y="236338"/>
                  </a:lnTo>
                  <a:lnTo>
                    <a:pt x="935979" y="217638"/>
                  </a:lnTo>
                  <a:lnTo>
                    <a:pt x="945729" y="238624"/>
                  </a:lnTo>
                  <a:lnTo>
                    <a:pt x="955479" y="227092"/>
                  </a:lnTo>
                  <a:lnTo>
                    <a:pt x="965229" y="259941"/>
                  </a:lnTo>
                  <a:lnTo>
                    <a:pt x="974979" y="272216"/>
                  </a:lnTo>
                  <a:lnTo>
                    <a:pt x="984729" y="290219"/>
                  </a:lnTo>
                  <a:lnTo>
                    <a:pt x="994474" y="308783"/>
                  </a:lnTo>
                  <a:lnTo>
                    <a:pt x="1004233" y="315972"/>
                  </a:lnTo>
                  <a:lnTo>
                    <a:pt x="1013977" y="346754"/>
                  </a:lnTo>
                  <a:lnTo>
                    <a:pt x="1023721" y="355059"/>
                  </a:lnTo>
                  <a:lnTo>
                    <a:pt x="1033480" y="352008"/>
                  </a:lnTo>
                  <a:lnTo>
                    <a:pt x="1043224" y="331313"/>
                  </a:lnTo>
                  <a:lnTo>
                    <a:pt x="1052983" y="312464"/>
                  </a:lnTo>
                  <a:lnTo>
                    <a:pt x="1062727" y="295200"/>
                  </a:lnTo>
                  <a:lnTo>
                    <a:pt x="1072471" y="290789"/>
                  </a:lnTo>
                  <a:lnTo>
                    <a:pt x="1082230" y="284867"/>
                  </a:lnTo>
                  <a:lnTo>
                    <a:pt x="1091973" y="288653"/>
                  </a:lnTo>
                  <a:lnTo>
                    <a:pt x="1101732" y="294428"/>
                  </a:lnTo>
                  <a:lnTo>
                    <a:pt x="1111476" y="291896"/>
                  </a:lnTo>
                  <a:lnTo>
                    <a:pt x="1121220" y="284051"/>
                  </a:lnTo>
                  <a:lnTo>
                    <a:pt x="1130979" y="309076"/>
                  </a:lnTo>
                  <a:lnTo>
                    <a:pt x="1140723" y="321262"/>
                  </a:lnTo>
                  <a:lnTo>
                    <a:pt x="1150482" y="295897"/>
                  </a:lnTo>
                  <a:lnTo>
                    <a:pt x="1160226" y="313114"/>
                  </a:lnTo>
                  <a:lnTo>
                    <a:pt x="1169969" y="355895"/>
                  </a:lnTo>
                  <a:lnTo>
                    <a:pt x="1179728" y="357817"/>
                  </a:lnTo>
                  <a:lnTo>
                    <a:pt x="1189472" y="361937"/>
                  </a:lnTo>
                  <a:lnTo>
                    <a:pt x="1199231" y="336058"/>
                  </a:lnTo>
                  <a:lnTo>
                    <a:pt x="1208975" y="324981"/>
                  </a:lnTo>
                  <a:lnTo>
                    <a:pt x="1218719" y="308959"/>
                  </a:lnTo>
                  <a:lnTo>
                    <a:pt x="1228478" y="295638"/>
                  </a:lnTo>
                  <a:lnTo>
                    <a:pt x="1238222" y="296721"/>
                  </a:lnTo>
                  <a:lnTo>
                    <a:pt x="1247966" y="302457"/>
                  </a:lnTo>
                  <a:lnTo>
                    <a:pt x="1257725" y="340118"/>
                  </a:lnTo>
                  <a:lnTo>
                    <a:pt x="1267469" y="315984"/>
                  </a:lnTo>
                  <a:lnTo>
                    <a:pt x="1277227" y="326665"/>
                  </a:lnTo>
                  <a:lnTo>
                    <a:pt x="1286971" y="322132"/>
                  </a:lnTo>
                  <a:lnTo>
                    <a:pt x="1296715" y="335428"/>
                  </a:lnTo>
                  <a:lnTo>
                    <a:pt x="1306474" y="326782"/>
                  </a:lnTo>
                  <a:lnTo>
                    <a:pt x="1316218" y="312204"/>
                  </a:lnTo>
                  <a:lnTo>
                    <a:pt x="1325977" y="302834"/>
                  </a:lnTo>
                  <a:lnTo>
                    <a:pt x="1335721" y="310475"/>
                  </a:lnTo>
                  <a:lnTo>
                    <a:pt x="1345465" y="276436"/>
                  </a:lnTo>
                  <a:lnTo>
                    <a:pt x="1355224" y="264178"/>
                  </a:lnTo>
                  <a:lnTo>
                    <a:pt x="1364967" y="260871"/>
                  </a:lnTo>
                  <a:lnTo>
                    <a:pt x="1374726" y="253874"/>
                  </a:lnTo>
                  <a:lnTo>
                    <a:pt x="1384470" y="268113"/>
                  </a:lnTo>
                  <a:lnTo>
                    <a:pt x="1394214" y="246964"/>
                  </a:lnTo>
                  <a:lnTo>
                    <a:pt x="1403973" y="240057"/>
                  </a:lnTo>
                  <a:lnTo>
                    <a:pt x="1413717" y="230308"/>
                  </a:lnTo>
                  <a:lnTo>
                    <a:pt x="1423476" y="236797"/>
                  </a:lnTo>
                  <a:lnTo>
                    <a:pt x="1433220" y="199360"/>
                  </a:lnTo>
                  <a:lnTo>
                    <a:pt x="1442964" y="190729"/>
                  </a:lnTo>
                  <a:lnTo>
                    <a:pt x="1452722" y="186711"/>
                  </a:lnTo>
                  <a:lnTo>
                    <a:pt x="1462466" y="153384"/>
                  </a:lnTo>
                  <a:lnTo>
                    <a:pt x="1472225" y="156214"/>
                  </a:lnTo>
                  <a:lnTo>
                    <a:pt x="1481969" y="178366"/>
                  </a:lnTo>
                  <a:lnTo>
                    <a:pt x="1491713" y="204040"/>
                  </a:lnTo>
                  <a:lnTo>
                    <a:pt x="1501472" y="227934"/>
                  </a:lnTo>
                  <a:lnTo>
                    <a:pt x="1511216" y="218315"/>
                  </a:lnTo>
                  <a:lnTo>
                    <a:pt x="1520960" y="214550"/>
                  </a:lnTo>
                  <a:lnTo>
                    <a:pt x="1530719" y="225517"/>
                  </a:lnTo>
                  <a:lnTo>
                    <a:pt x="1540463" y="223468"/>
                  </a:lnTo>
                  <a:lnTo>
                    <a:pt x="1550221" y="231620"/>
                  </a:lnTo>
                  <a:lnTo>
                    <a:pt x="1559965" y="259515"/>
                  </a:lnTo>
                  <a:lnTo>
                    <a:pt x="1569709" y="292282"/>
                  </a:lnTo>
                  <a:lnTo>
                    <a:pt x="1579468" y="301110"/>
                  </a:lnTo>
                  <a:lnTo>
                    <a:pt x="1589212" y="317015"/>
                  </a:lnTo>
                  <a:lnTo>
                    <a:pt x="1598971" y="333168"/>
                  </a:lnTo>
                  <a:lnTo>
                    <a:pt x="1608715" y="315185"/>
                  </a:lnTo>
                  <a:lnTo>
                    <a:pt x="1618459" y="313874"/>
                  </a:lnTo>
                  <a:lnTo>
                    <a:pt x="1628218" y="295244"/>
                  </a:lnTo>
                  <a:lnTo>
                    <a:pt x="1637962" y="303354"/>
                  </a:lnTo>
                  <a:lnTo>
                    <a:pt x="1647720" y="291363"/>
                  </a:lnTo>
                  <a:lnTo>
                    <a:pt x="1657464" y="284030"/>
                  </a:lnTo>
                  <a:lnTo>
                    <a:pt x="1667208" y="284271"/>
                  </a:lnTo>
                  <a:lnTo>
                    <a:pt x="1676967" y="275761"/>
                  </a:lnTo>
                  <a:lnTo>
                    <a:pt x="1686711" y="275245"/>
                  </a:lnTo>
                  <a:lnTo>
                    <a:pt x="1696470" y="280774"/>
                  </a:lnTo>
                  <a:lnTo>
                    <a:pt x="1706214" y="303392"/>
                  </a:lnTo>
                  <a:lnTo>
                    <a:pt x="1715958" y="331648"/>
                  </a:lnTo>
                  <a:lnTo>
                    <a:pt x="1725716" y="307192"/>
                  </a:lnTo>
                  <a:lnTo>
                    <a:pt x="1735460" y="284804"/>
                  </a:lnTo>
                  <a:lnTo>
                    <a:pt x="1745219" y="283264"/>
                  </a:lnTo>
                  <a:lnTo>
                    <a:pt x="1754963" y="284390"/>
                  </a:lnTo>
                  <a:lnTo>
                    <a:pt x="1764707" y="262361"/>
                  </a:lnTo>
                  <a:lnTo>
                    <a:pt x="1774466" y="282903"/>
                  </a:lnTo>
                  <a:lnTo>
                    <a:pt x="1784210" y="300384"/>
                  </a:lnTo>
                  <a:lnTo>
                    <a:pt x="1793969" y="309872"/>
                  </a:lnTo>
                  <a:lnTo>
                    <a:pt x="1803713" y="345038"/>
                  </a:lnTo>
                  <a:lnTo>
                    <a:pt x="1813457" y="356032"/>
                  </a:lnTo>
                  <a:lnTo>
                    <a:pt x="1823215" y="349558"/>
                  </a:lnTo>
                  <a:lnTo>
                    <a:pt x="1832959" y="342370"/>
                  </a:lnTo>
                  <a:lnTo>
                    <a:pt x="1842703" y="347085"/>
                  </a:lnTo>
                  <a:lnTo>
                    <a:pt x="1852462" y="342437"/>
                  </a:lnTo>
                  <a:lnTo>
                    <a:pt x="1862206" y="369233"/>
                  </a:lnTo>
                  <a:lnTo>
                    <a:pt x="1871965" y="342514"/>
                  </a:lnTo>
                  <a:lnTo>
                    <a:pt x="1881709" y="354304"/>
                  </a:lnTo>
                  <a:lnTo>
                    <a:pt x="1891453" y="376493"/>
                  </a:lnTo>
                  <a:lnTo>
                    <a:pt x="1901212" y="355436"/>
                  </a:lnTo>
                  <a:lnTo>
                    <a:pt x="1910956" y="346461"/>
                  </a:lnTo>
                  <a:lnTo>
                    <a:pt x="1920714" y="317590"/>
                  </a:lnTo>
                  <a:lnTo>
                    <a:pt x="1930458" y="342910"/>
                  </a:lnTo>
                  <a:lnTo>
                    <a:pt x="1940202" y="332481"/>
                  </a:lnTo>
                  <a:lnTo>
                    <a:pt x="1949961" y="315930"/>
                  </a:lnTo>
                  <a:lnTo>
                    <a:pt x="1959705" y="316724"/>
                  </a:lnTo>
                  <a:lnTo>
                    <a:pt x="1969464" y="344956"/>
                  </a:lnTo>
                  <a:lnTo>
                    <a:pt x="1979208" y="338050"/>
                  </a:lnTo>
                  <a:lnTo>
                    <a:pt x="1988952" y="330643"/>
                  </a:lnTo>
                  <a:lnTo>
                    <a:pt x="1998711" y="321246"/>
                  </a:lnTo>
                  <a:lnTo>
                    <a:pt x="2008454" y="304108"/>
                  </a:lnTo>
                  <a:lnTo>
                    <a:pt x="2018213" y="279731"/>
                  </a:lnTo>
                  <a:lnTo>
                    <a:pt x="2027957" y="292841"/>
                  </a:lnTo>
                  <a:lnTo>
                    <a:pt x="2037701" y="274654"/>
                  </a:lnTo>
                  <a:lnTo>
                    <a:pt x="2047460" y="272359"/>
                  </a:lnTo>
                  <a:lnTo>
                    <a:pt x="2057204" y="267011"/>
                  </a:lnTo>
                  <a:lnTo>
                    <a:pt x="2066963" y="281789"/>
                  </a:lnTo>
                  <a:lnTo>
                    <a:pt x="2076707" y="267994"/>
                  </a:lnTo>
                  <a:lnTo>
                    <a:pt x="2086451" y="296996"/>
                  </a:lnTo>
                  <a:lnTo>
                    <a:pt x="2096210" y="320486"/>
                  </a:lnTo>
                  <a:lnTo>
                    <a:pt x="2105954" y="263879"/>
                  </a:lnTo>
                  <a:lnTo>
                    <a:pt x="2115697" y="256139"/>
                  </a:lnTo>
                  <a:lnTo>
                    <a:pt x="2125456" y="257933"/>
                  </a:lnTo>
                  <a:lnTo>
                    <a:pt x="2135200" y="259457"/>
                  </a:lnTo>
                  <a:lnTo>
                    <a:pt x="2144959" y="281701"/>
                  </a:lnTo>
                  <a:lnTo>
                    <a:pt x="2154703" y="304887"/>
                  </a:lnTo>
                  <a:lnTo>
                    <a:pt x="2164447" y="296794"/>
                  </a:lnTo>
                  <a:lnTo>
                    <a:pt x="2174206" y="324051"/>
                  </a:lnTo>
                  <a:lnTo>
                    <a:pt x="2183950" y="310614"/>
                  </a:lnTo>
                  <a:lnTo>
                    <a:pt x="2193709" y="279697"/>
                  </a:lnTo>
                  <a:lnTo>
                    <a:pt x="2203452" y="288894"/>
                  </a:lnTo>
                  <a:lnTo>
                    <a:pt x="2213196" y="288087"/>
                  </a:lnTo>
                  <a:lnTo>
                    <a:pt x="2222955" y="276527"/>
                  </a:lnTo>
                  <a:lnTo>
                    <a:pt x="2232699" y="278182"/>
                  </a:lnTo>
                  <a:lnTo>
                    <a:pt x="2242458" y="293181"/>
                  </a:lnTo>
                  <a:lnTo>
                    <a:pt x="2252202" y="287723"/>
                  </a:lnTo>
                  <a:lnTo>
                    <a:pt x="2261946" y="307528"/>
                  </a:lnTo>
                  <a:lnTo>
                    <a:pt x="2271705" y="274061"/>
                  </a:lnTo>
                  <a:lnTo>
                    <a:pt x="2281449" y="256701"/>
                  </a:lnTo>
                  <a:lnTo>
                    <a:pt x="2291208" y="253907"/>
                  </a:lnTo>
                  <a:lnTo>
                    <a:pt x="2300951" y="277191"/>
                  </a:lnTo>
                  <a:lnTo>
                    <a:pt x="2310695" y="285047"/>
                  </a:lnTo>
                  <a:lnTo>
                    <a:pt x="2320454" y="287294"/>
                  </a:lnTo>
                  <a:lnTo>
                    <a:pt x="2330198" y="255583"/>
                  </a:lnTo>
                  <a:lnTo>
                    <a:pt x="2339957" y="259487"/>
                  </a:lnTo>
                  <a:lnTo>
                    <a:pt x="2349701" y="254119"/>
                  </a:lnTo>
                  <a:lnTo>
                    <a:pt x="2359445" y="255765"/>
                  </a:lnTo>
                  <a:lnTo>
                    <a:pt x="2369204" y="237523"/>
                  </a:lnTo>
                  <a:lnTo>
                    <a:pt x="2378948" y="219554"/>
                  </a:lnTo>
                  <a:lnTo>
                    <a:pt x="2388692" y="189494"/>
                  </a:lnTo>
                  <a:lnTo>
                    <a:pt x="2398450" y="192909"/>
                  </a:lnTo>
                  <a:lnTo>
                    <a:pt x="2408194" y="193720"/>
                  </a:lnTo>
                  <a:lnTo>
                    <a:pt x="2417953" y="214268"/>
                  </a:lnTo>
                  <a:lnTo>
                    <a:pt x="2427697" y="198232"/>
                  </a:lnTo>
                  <a:lnTo>
                    <a:pt x="2437441" y="188795"/>
                  </a:lnTo>
                  <a:lnTo>
                    <a:pt x="2447200" y="177280"/>
                  </a:lnTo>
                  <a:lnTo>
                    <a:pt x="2456944" y="204626"/>
                  </a:lnTo>
                  <a:lnTo>
                    <a:pt x="2466703" y="245602"/>
                  </a:lnTo>
                  <a:lnTo>
                    <a:pt x="2476446" y="255607"/>
                  </a:lnTo>
                  <a:lnTo>
                    <a:pt x="2486190" y="246818"/>
                  </a:lnTo>
                  <a:lnTo>
                    <a:pt x="2495949" y="254881"/>
                  </a:lnTo>
                  <a:lnTo>
                    <a:pt x="2505693" y="269712"/>
                  </a:lnTo>
                  <a:lnTo>
                    <a:pt x="2515452" y="302688"/>
                  </a:lnTo>
                  <a:lnTo>
                    <a:pt x="2525196" y="315078"/>
                  </a:lnTo>
                  <a:lnTo>
                    <a:pt x="2534940" y="278015"/>
                  </a:lnTo>
                  <a:lnTo>
                    <a:pt x="2544699" y="298139"/>
                  </a:lnTo>
                  <a:lnTo>
                    <a:pt x="2554443" y="280420"/>
                  </a:lnTo>
                  <a:lnTo>
                    <a:pt x="2564202" y="288826"/>
                  </a:lnTo>
                  <a:lnTo>
                    <a:pt x="2573946" y="253868"/>
                  </a:lnTo>
                  <a:lnTo>
                    <a:pt x="2583690" y="266219"/>
                  </a:lnTo>
                  <a:lnTo>
                    <a:pt x="2593448" y="260032"/>
                  </a:lnTo>
                  <a:lnTo>
                    <a:pt x="2603192" y="269442"/>
                  </a:lnTo>
                  <a:lnTo>
                    <a:pt x="2612951" y="253232"/>
                  </a:lnTo>
                  <a:lnTo>
                    <a:pt x="2622695" y="238925"/>
                  </a:lnTo>
                  <a:lnTo>
                    <a:pt x="2632439" y="247977"/>
                  </a:lnTo>
                  <a:lnTo>
                    <a:pt x="2642198" y="248114"/>
                  </a:lnTo>
                  <a:lnTo>
                    <a:pt x="2651942" y="286813"/>
                  </a:lnTo>
                  <a:lnTo>
                    <a:pt x="2661685" y="259800"/>
                  </a:lnTo>
                  <a:lnTo>
                    <a:pt x="2671444" y="243333"/>
                  </a:lnTo>
                  <a:lnTo>
                    <a:pt x="2681188" y="219239"/>
                  </a:lnTo>
                  <a:lnTo>
                    <a:pt x="2690947" y="208027"/>
                  </a:lnTo>
                  <a:lnTo>
                    <a:pt x="2700691" y="176872"/>
                  </a:lnTo>
                  <a:lnTo>
                    <a:pt x="2710435" y="132993"/>
                  </a:lnTo>
                  <a:lnTo>
                    <a:pt x="2720194" y="135782"/>
                  </a:lnTo>
                  <a:lnTo>
                    <a:pt x="2729938" y="128772"/>
                  </a:lnTo>
                  <a:lnTo>
                    <a:pt x="2739697" y="133450"/>
                  </a:lnTo>
                  <a:lnTo>
                    <a:pt x="2749441" y="139149"/>
                  </a:lnTo>
                  <a:lnTo>
                    <a:pt x="2759185" y="118001"/>
                  </a:lnTo>
                  <a:lnTo>
                    <a:pt x="2768943" y="106143"/>
                  </a:lnTo>
                  <a:lnTo>
                    <a:pt x="2778687" y="147756"/>
                  </a:lnTo>
                  <a:lnTo>
                    <a:pt x="2788446" y="148291"/>
                  </a:lnTo>
                  <a:lnTo>
                    <a:pt x="2798190" y="156430"/>
                  </a:lnTo>
                  <a:lnTo>
                    <a:pt x="2807934" y="167421"/>
                  </a:lnTo>
                  <a:lnTo>
                    <a:pt x="2817693" y="154689"/>
                  </a:lnTo>
                  <a:lnTo>
                    <a:pt x="2827437" y="161934"/>
                  </a:lnTo>
                  <a:lnTo>
                    <a:pt x="2837196" y="189323"/>
                  </a:lnTo>
                  <a:lnTo>
                    <a:pt x="2846940" y="173360"/>
                  </a:lnTo>
                  <a:lnTo>
                    <a:pt x="2856684" y="170537"/>
                  </a:lnTo>
                  <a:lnTo>
                    <a:pt x="2866442" y="162091"/>
                  </a:lnTo>
                  <a:lnTo>
                    <a:pt x="2876186" y="175547"/>
                  </a:lnTo>
                  <a:lnTo>
                    <a:pt x="2885945" y="191480"/>
                  </a:lnTo>
                  <a:lnTo>
                    <a:pt x="2895689" y="200160"/>
                  </a:lnTo>
                  <a:lnTo>
                    <a:pt x="2905433" y="205788"/>
                  </a:lnTo>
                  <a:lnTo>
                    <a:pt x="2915192" y="19023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0" name="Freeform 1129">
              <a:extLst>
                <a:ext uri="{FF2B5EF4-FFF2-40B4-BE49-F238E27FC236}">
                  <a16:creationId xmlns:a16="http://schemas.microsoft.com/office/drawing/2014/main" id="{0F4DAE7E-9367-FE58-B9DA-F65F68DF71CF}"/>
                </a:ext>
              </a:extLst>
            </p:cNvPr>
            <p:cNvSpPr/>
            <p:nvPr/>
          </p:nvSpPr>
          <p:spPr>
            <a:xfrm>
              <a:off x="4426652" y="3497715"/>
              <a:ext cx="2915191" cy="318365"/>
            </a:xfrm>
            <a:custGeom>
              <a:avLst/>
              <a:gdLst>
                <a:gd name="connsiteX0" fmla="*/ 0 w 2915191"/>
                <a:gd name="connsiteY0" fmla="*/ 215138 h 318365"/>
                <a:gd name="connsiteX1" fmla="*/ 9750 w 2915191"/>
                <a:gd name="connsiteY1" fmla="*/ 205296 h 318365"/>
                <a:gd name="connsiteX2" fmla="*/ 19500 w 2915191"/>
                <a:gd name="connsiteY2" fmla="*/ 210658 h 318365"/>
                <a:gd name="connsiteX3" fmla="*/ 29250 w 2915191"/>
                <a:gd name="connsiteY3" fmla="*/ 201288 h 318365"/>
                <a:gd name="connsiteX4" fmla="*/ 39000 w 2915191"/>
                <a:gd name="connsiteY4" fmla="*/ 194558 h 318365"/>
                <a:gd name="connsiteX5" fmla="*/ 48749 w 2915191"/>
                <a:gd name="connsiteY5" fmla="*/ 197762 h 318365"/>
                <a:gd name="connsiteX6" fmla="*/ 58499 w 2915191"/>
                <a:gd name="connsiteY6" fmla="*/ 143410 h 318365"/>
                <a:gd name="connsiteX7" fmla="*/ 68249 w 2915191"/>
                <a:gd name="connsiteY7" fmla="*/ 147899 h 318365"/>
                <a:gd name="connsiteX8" fmla="*/ 77998 w 2915191"/>
                <a:gd name="connsiteY8" fmla="*/ 154833 h 318365"/>
                <a:gd name="connsiteX9" fmla="*/ 87748 w 2915191"/>
                <a:gd name="connsiteY9" fmla="*/ 169595 h 318365"/>
                <a:gd name="connsiteX10" fmla="*/ 97497 w 2915191"/>
                <a:gd name="connsiteY10" fmla="*/ 170769 h 318365"/>
                <a:gd name="connsiteX11" fmla="*/ 107247 w 2915191"/>
                <a:gd name="connsiteY11" fmla="*/ 165301 h 318365"/>
                <a:gd name="connsiteX12" fmla="*/ 116997 w 2915191"/>
                <a:gd name="connsiteY12" fmla="*/ 145088 h 318365"/>
                <a:gd name="connsiteX13" fmla="*/ 126747 w 2915191"/>
                <a:gd name="connsiteY13" fmla="*/ 147136 h 318365"/>
                <a:gd name="connsiteX14" fmla="*/ 136497 w 2915191"/>
                <a:gd name="connsiteY14" fmla="*/ 173707 h 318365"/>
                <a:gd name="connsiteX15" fmla="*/ 146247 w 2915191"/>
                <a:gd name="connsiteY15" fmla="*/ 165088 h 318365"/>
                <a:gd name="connsiteX16" fmla="*/ 155997 w 2915191"/>
                <a:gd name="connsiteY16" fmla="*/ 171016 h 318365"/>
                <a:gd name="connsiteX17" fmla="*/ 165747 w 2915191"/>
                <a:gd name="connsiteY17" fmla="*/ 161201 h 318365"/>
                <a:gd name="connsiteX18" fmla="*/ 175497 w 2915191"/>
                <a:gd name="connsiteY18" fmla="*/ 191601 h 318365"/>
                <a:gd name="connsiteX19" fmla="*/ 185247 w 2915191"/>
                <a:gd name="connsiteY19" fmla="*/ 181939 h 318365"/>
                <a:gd name="connsiteX20" fmla="*/ 194996 w 2915191"/>
                <a:gd name="connsiteY20" fmla="*/ 180434 h 318365"/>
                <a:gd name="connsiteX21" fmla="*/ 204746 w 2915191"/>
                <a:gd name="connsiteY21" fmla="*/ 175677 h 318365"/>
                <a:gd name="connsiteX22" fmla="*/ 214495 w 2915191"/>
                <a:gd name="connsiteY22" fmla="*/ 148506 h 318365"/>
                <a:gd name="connsiteX23" fmla="*/ 224245 w 2915191"/>
                <a:gd name="connsiteY23" fmla="*/ 172655 h 318365"/>
                <a:gd name="connsiteX24" fmla="*/ 233995 w 2915191"/>
                <a:gd name="connsiteY24" fmla="*/ 167992 h 318365"/>
                <a:gd name="connsiteX25" fmla="*/ 243744 w 2915191"/>
                <a:gd name="connsiteY25" fmla="*/ 159242 h 318365"/>
                <a:gd name="connsiteX26" fmla="*/ 253494 w 2915191"/>
                <a:gd name="connsiteY26" fmla="*/ 177869 h 318365"/>
                <a:gd name="connsiteX27" fmla="*/ 263244 w 2915191"/>
                <a:gd name="connsiteY27" fmla="*/ 158984 h 318365"/>
                <a:gd name="connsiteX28" fmla="*/ 272994 w 2915191"/>
                <a:gd name="connsiteY28" fmla="*/ 176984 h 318365"/>
                <a:gd name="connsiteX29" fmla="*/ 282744 w 2915191"/>
                <a:gd name="connsiteY29" fmla="*/ 160802 h 318365"/>
                <a:gd name="connsiteX30" fmla="*/ 292494 w 2915191"/>
                <a:gd name="connsiteY30" fmla="*/ 129690 h 318365"/>
                <a:gd name="connsiteX31" fmla="*/ 302244 w 2915191"/>
                <a:gd name="connsiteY31" fmla="*/ 162946 h 318365"/>
                <a:gd name="connsiteX32" fmla="*/ 311994 w 2915191"/>
                <a:gd name="connsiteY32" fmla="*/ 140006 h 318365"/>
                <a:gd name="connsiteX33" fmla="*/ 321744 w 2915191"/>
                <a:gd name="connsiteY33" fmla="*/ 137674 h 318365"/>
                <a:gd name="connsiteX34" fmla="*/ 331493 w 2915191"/>
                <a:gd name="connsiteY34" fmla="*/ 125658 h 318365"/>
                <a:gd name="connsiteX35" fmla="*/ 341243 w 2915191"/>
                <a:gd name="connsiteY35" fmla="*/ 145469 h 318365"/>
                <a:gd name="connsiteX36" fmla="*/ 350993 w 2915191"/>
                <a:gd name="connsiteY36" fmla="*/ 143017 h 318365"/>
                <a:gd name="connsiteX37" fmla="*/ 360742 w 2915191"/>
                <a:gd name="connsiteY37" fmla="*/ 148173 h 318365"/>
                <a:gd name="connsiteX38" fmla="*/ 370492 w 2915191"/>
                <a:gd name="connsiteY38" fmla="*/ 167952 h 318365"/>
                <a:gd name="connsiteX39" fmla="*/ 380241 w 2915191"/>
                <a:gd name="connsiteY39" fmla="*/ 144583 h 318365"/>
                <a:gd name="connsiteX40" fmla="*/ 389991 w 2915191"/>
                <a:gd name="connsiteY40" fmla="*/ 126735 h 318365"/>
                <a:gd name="connsiteX41" fmla="*/ 399741 w 2915191"/>
                <a:gd name="connsiteY41" fmla="*/ 115209 h 318365"/>
                <a:gd name="connsiteX42" fmla="*/ 409491 w 2915191"/>
                <a:gd name="connsiteY42" fmla="*/ 103213 h 318365"/>
                <a:gd name="connsiteX43" fmla="*/ 419241 w 2915191"/>
                <a:gd name="connsiteY43" fmla="*/ 97633 h 318365"/>
                <a:gd name="connsiteX44" fmla="*/ 428991 w 2915191"/>
                <a:gd name="connsiteY44" fmla="*/ 133481 h 318365"/>
                <a:gd name="connsiteX45" fmla="*/ 438741 w 2915191"/>
                <a:gd name="connsiteY45" fmla="*/ 158544 h 318365"/>
                <a:gd name="connsiteX46" fmla="*/ 448491 w 2915191"/>
                <a:gd name="connsiteY46" fmla="*/ 201309 h 318365"/>
                <a:gd name="connsiteX47" fmla="*/ 458241 w 2915191"/>
                <a:gd name="connsiteY47" fmla="*/ 209828 h 318365"/>
                <a:gd name="connsiteX48" fmla="*/ 467991 w 2915191"/>
                <a:gd name="connsiteY48" fmla="*/ 199101 h 318365"/>
                <a:gd name="connsiteX49" fmla="*/ 477740 w 2915191"/>
                <a:gd name="connsiteY49" fmla="*/ 217540 h 318365"/>
                <a:gd name="connsiteX50" fmla="*/ 487490 w 2915191"/>
                <a:gd name="connsiteY50" fmla="*/ 229124 h 318365"/>
                <a:gd name="connsiteX51" fmla="*/ 497239 w 2915191"/>
                <a:gd name="connsiteY51" fmla="*/ 225001 h 318365"/>
                <a:gd name="connsiteX52" fmla="*/ 506989 w 2915191"/>
                <a:gd name="connsiteY52" fmla="*/ 245942 h 318365"/>
                <a:gd name="connsiteX53" fmla="*/ 516738 w 2915191"/>
                <a:gd name="connsiteY53" fmla="*/ 252667 h 318365"/>
                <a:gd name="connsiteX54" fmla="*/ 526488 w 2915191"/>
                <a:gd name="connsiteY54" fmla="*/ 231496 h 318365"/>
                <a:gd name="connsiteX55" fmla="*/ 536238 w 2915191"/>
                <a:gd name="connsiteY55" fmla="*/ 231424 h 318365"/>
                <a:gd name="connsiteX56" fmla="*/ 545988 w 2915191"/>
                <a:gd name="connsiteY56" fmla="*/ 207072 h 318365"/>
                <a:gd name="connsiteX57" fmla="*/ 555738 w 2915191"/>
                <a:gd name="connsiteY57" fmla="*/ 218459 h 318365"/>
                <a:gd name="connsiteX58" fmla="*/ 565488 w 2915191"/>
                <a:gd name="connsiteY58" fmla="*/ 208814 h 318365"/>
                <a:gd name="connsiteX59" fmla="*/ 575238 w 2915191"/>
                <a:gd name="connsiteY59" fmla="*/ 174542 h 318365"/>
                <a:gd name="connsiteX60" fmla="*/ 584988 w 2915191"/>
                <a:gd name="connsiteY60" fmla="*/ 187712 h 318365"/>
                <a:gd name="connsiteX61" fmla="*/ 594738 w 2915191"/>
                <a:gd name="connsiteY61" fmla="*/ 181447 h 318365"/>
                <a:gd name="connsiteX62" fmla="*/ 604488 w 2915191"/>
                <a:gd name="connsiteY62" fmla="*/ 185364 h 318365"/>
                <a:gd name="connsiteX63" fmla="*/ 614237 w 2915191"/>
                <a:gd name="connsiteY63" fmla="*/ 166720 h 318365"/>
                <a:gd name="connsiteX64" fmla="*/ 623987 w 2915191"/>
                <a:gd name="connsiteY64" fmla="*/ 184032 h 318365"/>
                <a:gd name="connsiteX65" fmla="*/ 633736 w 2915191"/>
                <a:gd name="connsiteY65" fmla="*/ 182091 h 318365"/>
                <a:gd name="connsiteX66" fmla="*/ 643486 w 2915191"/>
                <a:gd name="connsiteY66" fmla="*/ 203551 h 318365"/>
                <a:gd name="connsiteX67" fmla="*/ 653236 w 2915191"/>
                <a:gd name="connsiteY67" fmla="*/ 237889 h 318365"/>
                <a:gd name="connsiteX68" fmla="*/ 662985 w 2915191"/>
                <a:gd name="connsiteY68" fmla="*/ 258430 h 318365"/>
                <a:gd name="connsiteX69" fmla="*/ 672735 w 2915191"/>
                <a:gd name="connsiteY69" fmla="*/ 274736 h 318365"/>
                <a:gd name="connsiteX70" fmla="*/ 682485 w 2915191"/>
                <a:gd name="connsiteY70" fmla="*/ 240435 h 318365"/>
                <a:gd name="connsiteX71" fmla="*/ 692235 w 2915191"/>
                <a:gd name="connsiteY71" fmla="*/ 258774 h 318365"/>
                <a:gd name="connsiteX72" fmla="*/ 701985 w 2915191"/>
                <a:gd name="connsiteY72" fmla="*/ 248430 h 318365"/>
                <a:gd name="connsiteX73" fmla="*/ 711735 w 2915191"/>
                <a:gd name="connsiteY73" fmla="*/ 253636 h 318365"/>
                <a:gd name="connsiteX74" fmla="*/ 721485 w 2915191"/>
                <a:gd name="connsiteY74" fmla="*/ 231651 h 318365"/>
                <a:gd name="connsiteX75" fmla="*/ 731235 w 2915191"/>
                <a:gd name="connsiteY75" fmla="*/ 264640 h 318365"/>
                <a:gd name="connsiteX76" fmla="*/ 740985 w 2915191"/>
                <a:gd name="connsiteY76" fmla="*/ 273316 h 318365"/>
                <a:gd name="connsiteX77" fmla="*/ 750734 w 2915191"/>
                <a:gd name="connsiteY77" fmla="*/ 289462 h 318365"/>
                <a:gd name="connsiteX78" fmla="*/ 760484 w 2915191"/>
                <a:gd name="connsiteY78" fmla="*/ 318366 h 318365"/>
                <a:gd name="connsiteX79" fmla="*/ 770233 w 2915191"/>
                <a:gd name="connsiteY79" fmla="*/ 281513 h 318365"/>
                <a:gd name="connsiteX80" fmla="*/ 779983 w 2915191"/>
                <a:gd name="connsiteY80" fmla="*/ 278565 h 318365"/>
                <a:gd name="connsiteX81" fmla="*/ 789733 w 2915191"/>
                <a:gd name="connsiteY81" fmla="*/ 273003 h 318365"/>
                <a:gd name="connsiteX82" fmla="*/ 799482 w 2915191"/>
                <a:gd name="connsiteY82" fmla="*/ 311883 h 318365"/>
                <a:gd name="connsiteX83" fmla="*/ 809232 w 2915191"/>
                <a:gd name="connsiteY83" fmla="*/ 297253 h 318365"/>
                <a:gd name="connsiteX84" fmla="*/ 818982 w 2915191"/>
                <a:gd name="connsiteY84" fmla="*/ 265668 h 318365"/>
                <a:gd name="connsiteX85" fmla="*/ 828732 w 2915191"/>
                <a:gd name="connsiteY85" fmla="*/ 238035 h 318365"/>
                <a:gd name="connsiteX86" fmla="*/ 838482 w 2915191"/>
                <a:gd name="connsiteY86" fmla="*/ 230042 h 318365"/>
                <a:gd name="connsiteX87" fmla="*/ 848232 w 2915191"/>
                <a:gd name="connsiteY87" fmla="*/ 215934 h 318365"/>
                <a:gd name="connsiteX88" fmla="*/ 857982 w 2915191"/>
                <a:gd name="connsiteY88" fmla="*/ 191859 h 318365"/>
                <a:gd name="connsiteX89" fmla="*/ 867732 w 2915191"/>
                <a:gd name="connsiteY89" fmla="*/ 200025 h 318365"/>
                <a:gd name="connsiteX90" fmla="*/ 877482 w 2915191"/>
                <a:gd name="connsiteY90" fmla="*/ 186295 h 318365"/>
                <a:gd name="connsiteX91" fmla="*/ 887231 w 2915191"/>
                <a:gd name="connsiteY91" fmla="*/ 170255 h 318365"/>
                <a:gd name="connsiteX92" fmla="*/ 896981 w 2915191"/>
                <a:gd name="connsiteY92" fmla="*/ 177806 h 318365"/>
                <a:gd name="connsiteX93" fmla="*/ 906730 w 2915191"/>
                <a:gd name="connsiteY93" fmla="*/ 206002 h 318365"/>
                <a:gd name="connsiteX94" fmla="*/ 916480 w 2915191"/>
                <a:gd name="connsiteY94" fmla="*/ 185369 h 318365"/>
                <a:gd name="connsiteX95" fmla="*/ 926230 w 2915191"/>
                <a:gd name="connsiteY95" fmla="*/ 171426 h 318365"/>
                <a:gd name="connsiteX96" fmla="*/ 935979 w 2915191"/>
                <a:gd name="connsiteY96" fmla="*/ 193091 h 318365"/>
                <a:gd name="connsiteX97" fmla="*/ 945729 w 2915191"/>
                <a:gd name="connsiteY97" fmla="*/ 185251 h 318365"/>
                <a:gd name="connsiteX98" fmla="*/ 955479 w 2915191"/>
                <a:gd name="connsiteY98" fmla="*/ 214730 h 318365"/>
                <a:gd name="connsiteX99" fmla="*/ 965229 w 2915191"/>
                <a:gd name="connsiteY99" fmla="*/ 221236 h 318365"/>
                <a:gd name="connsiteX100" fmla="*/ 974979 w 2915191"/>
                <a:gd name="connsiteY100" fmla="*/ 204095 h 318365"/>
                <a:gd name="connsiteX101" fmla="*/ 984729 w 2915191"/>
                <a:gd name="connsiteY101" fmla="*/ 226904 h 318365"/>
                <a:gd name="connsiteX102" fmla="*/ 994474 w 2915191"/>
                <a:gd name="connsiteY102" fmla="*/ 210290 h 318365"/>
                <a:gd name="connsiteX103" fmla="*/ 1004233 w 2915191"/>
                <a:gd name="connsiteY103" fmla="*/ 202053 h 318365"/>
                <a:gd name="connsiteX104" fmla="*/ 1013977 w 2915191"/>
                <a:gd name="connsiteY104" fmla="*/ 200594 h 318365"/>
                <a:gd name="connsiteX105" fmla="*/ 1023721 w 2915191"/>
                <a:gd name="connsiteY105" fmla="*/ 176681 h 318365"/>
                <a:gd name="connsiteX106" fmla="*/ 1033480 w 2915191"/>
                <a:gd name="connsiteY106" fmla="*/ 158862 h 318365"/>
                <a:gd name="connsiteX107" fmla="*/ 1043224 w 2915191"/>
                <a:gd name="connsiteY107" fmla="*/ 138307 h 318365"/>
                <a:gd name="connsiteX108" fmla="*/ 1052983 w 2915191"/>
                <a:gd name="connsiteY108" fmla="*/ 121315 h 318365"/>
                <a:gd name="connsiteX109" fmla="*/ 1062727 w 2915191"/>
                <a:gd name="connsiteY109" fmla="*/ 90420 h 318365"/>
                <a:gd name="connsiteX110" fmla="*/ 1072471 w 2915191"/>
                <a:gd name="connsiteY110" fmla="*/ 64849 h 318365"/>
                <a:gd name="connsiteX111" fmla="*/ 1082230 w 2915191"/>
                <a:gd name="connsiteY111" fmla="*/ 72577 h 318365"/>
                <a:gd name="connsiteX112" fmla="*/ 1091973 w 2915191"/>
                <a:gd name="connsiteY112" fmla="*/ 87512 h 318365"/>
                <a:gd name="connsiteX113" fmla="*/ 1101732 w 2915191"/>
                <a:gd name="connsiteY113" fmla="*/ 96037 h 318365"/>
                <a:gd name="connsiteX114" fmla="*/ 1111476 w 2915191"/>
                <a:gd name="connsiteY114" fmla="*/ 104107 h 318365"/>
                <a:gd name="connsiteX115" fmla="*/ 1121220 w 2915191"/>
                <a:gd name="connsiteY115" fmla="*/ 112532 h 318365"/>
                <a:gd name="connsiteX116" fmla="*/ 1130979 w 2915191"/>
                <a:gd name="connsiteY116" fmla="*/ 108752 h 318365"/>
                <a:gd name="connsiteX117" fmla="*/ 1140723 w 2915191"/>
                <a:gd name="connsiteY117" fmla="*/ 115105 h 318365"/>
                <a:gd name="connsiteX118" fmla="*/ 1150482 w 2915191"/>
                <a:gd name="connsiteY118" fmla="*/ 113913 h 318365"/>
                <a:gd name="connsiteX119" fmla="*/ 1160226 w 2915191"/>
                <a:gd name="connsiteY119" fmla="*/ 97563 h 318365"/>
                <a:gd name="connsiteX120" fmla="*/ 1169969 w 2915191"/>
                <a:gd name="connsiteY120" fmla="*/ 107076 h 318365"/>
                <a:gd name="connsiteX121" fmla="*/ 1179728 w 2915191"/>
                <a:gd name="connsiteY121" fmla="*/ 96653 h 318365"/>
                <a:gd name="connsiteX122" fmla="*/ 1189472 w 2915191"/>
                <a:gd name="connsiteY122" fmla="*/ 77440 h 318365"/>
                <a:gd name="connsiteX123" fmla="*/ 1199231 w 2915191"/>
                <a:gd name="connsiteY123" fmla="*/ 76698 h 318365"/>
                <a:gd name="connsiteX124" fmla="*/ 1208975 w 2915191"/>
                <a:gd name="connsiteY124" fmla="*/ 57403 h 318365"/>
                <a:gd name="connsiteX125" fmla="*/ 1218719 w 2915191"/>
                <a:gd name="connsiteY125" fmla="*/ 87932 h 318365"/>
                <a:gd name="connsiteX126" fmla="*/ 1228478 w 2915191"/>
                <a:gd name="connsiteY126" fmla="*/ 117899 h 318365"/>
                <a:gd name="connsiteX127" fmla="*/ 1238222 w 2915191"/>
                <a:gd name="connsiteY127" fmla="*/ 95254 h 318365"/>
                <a:gd name="connsiteX128" fmla="*/ 1247966 w 2915191"/>
                <a:gd name="connsiteY128" fmla="*/ 104808 h 318365"/>
                <a:gd name="connsiteX129" fmla="*/ 1257725 w 2915191"/>
                <a:gd name="connsiteY129" fmla="*/ 100075 h 318365"/>
                <a:gd name="connsiteX130" fmla="*/ 1267469 w 2915191"/>
                <a:gd name="connsiteY130" fmla="*/ 96250 h 318365"/>
                <a:gd name="connsiteX131" fmla="*/ 1277227 w 2915191"/>
                <a:gd name="connsiteY131" fmla="*/ 87691 h 318365"/>
                <a:gd name="connsiteX132" fmla="*/ 1286971 w 2915191"/>
                <a:gd name="connsiteY132" fmla="*/ 55896 h 318365"/>
                <a:gd name="connsiteX133" fmla="*/ 1296715 w 2915191"/>
                <a:gd name="connsiteY133" fmla="*/ 57407 h 318365"/>
                <a:gd name="connsiteX134" fmla="*/ 1306474 w 2915191"/>
                <a:gd name="connsiteY134" fmla="*/ 43535 h 318365"/>
                <a:gd name="connsiteX135" fmla="*/ 1316218 w 2915191"/>
                <a:gd name="connsiteY135" fmla="*/ 4020 h 318365"/>
                <a:gd name="connsiteX136" fmla="*/ 1325977 w 2915191"/>
                <a:gd name="connsiteY136" fmla="*/ 19464 h 318365"/>
                <a:gd name="connsiteX137" fmla="*/ 1335721 w 2915191"/>
                <a:gd name="connsiteY137" fmla="*/ 20181 h 318365"/>
                <a:gd name="connsiteX138" fmla="*/ 1345465 w 2915191"/>
                <a:gd name="connsiteY138" fmla="*/ 18937 h 318365"/>
                <a:gd name="connsiteX139" fmla="*/ 1355224 w 2915191"/>
                <a:gd name="connsiteY139" fmla="*/ 0 h 318365"/>
                <a:gd name="connsiteX140" fmla="*/ 1364967 w 2915191"/>
                <a:gd name="connsiteY140" fmla="*/ 10316 h 318365"/>
                <a:gd name="connsiteX141" fmla="*/ 1374726 w 2915191"/>
                <a:gd name="connsiteY141" fmla="*/ 27927 h 318365"/>
                <a:gd name="connsiteX142" fmla="*/ 1384470 w 2915191"/>
                <a:gd name="connsiteY142" fmla="*/ 26072 h 318365"/>
                <a:gd name="connsiteX143" fmla="*/ 1394214 w 2915191"/>
                <a:gd name="connsiteY143" fmla="*/ 21316 h 318365"/>
                <a:gd name="connsiteX144" fmla="*/ 1403973 w 2915191"/>
                <a:gd name="connsiteY144" fmla="*/ 42918 h 318365"/>
                <a:gd name="connsiteX145" fmla="*/ 1413717 w 2915191"/>
                <a:gd name="connsiteY145" fmla="*/ 26475 h 318365"/>
                <a:gd name="connsiteX146" fmla="*/ 1423476 w 2915191"/>
                <a:gd name="connsiteY146" fmla="*/ 37349 h 318365"/>
                <a:gd name="connsiteX147" fmla="*/ 1433220 w 2915191"/>
                <a:gd name="connsiteY147" fmla="*/ 30881 h 318365"/>
                <a:gd name="connsiteX148" fmla="*/ 1442964 w 2915191"/>
                <a:gd name="connsiteY148" fmla="*/ 40144 h 318365"/>
                <a:gd name="connsiteX149" fmla="*/ 1452722 w 2915191"/>
                <a:gd name="connsiteY149" fmla="*/ 37478 h 318365"/>
                <a:gd name="connsiteX150" fmla="*/ 1462466 w 2915191"/>
                <a:gd name="connsiteY150" fmla="*/ 78397 h 318365"/>
                <a:gd name="connsiteX151" fmla="*/ 1472225 w 2915191"/>
                <a:gd name="connsiteY151" fmla="*/ 82204 h 318365"/>
                <a:gd name="connsiteX152" fmla="*/ 1481969 w 2915191"/>
                <a:gd name="connsiteY152" fmla="*/ 81477 h 318365"/>
                <a:gd name="connsiteX153" fmla="*/ 1491713 w 2915191"/>
                <a:gd name="connsiteY153" fmla="*/ 52856 h 318365"/>
                <a:gd name="connsiteX154" fmla="*/ 1501472 w 2915191"/>
                <a:gd name="connsiteY154" fmla="*/ 63471 h 318365"/>
                <a:gd name="connsiteX155" fmla="*/ 1511216 w 2915191"/>
                <a:gd name="connsiteY155" fmla="*/ 85656 h 318365"/>
                <a:gd name="connsiteX156" fmla="*/ 1520960 w 2915191"/>
                <a:gd name="connsiteY156" fmla="*/ 99229 h 318365"/>
                <a:gd name="connsiteX157" fmla="*/ 1530719 w 2915191"/>
                <a:gd name="connsiteY157" fmla="*/ 139940 h 318365"/>
                <a:gd name="connsiteX158" fmla="*/ 1540463 w 2915191"/>
                <a:gd name="connsiteY158" fmla="*/ 128875 h 318365"/>
                <a:gd name="connsiteX159" fmla="*/ 1550221 w 2915191"/>
                <a:gd name="connsiteY159" fmla="*/ 131068 h 318365"/>
                <a:gd name="connsiteX160" fmla="*/ 1559965 w 2915191"/>
                <a:gd name="connsiteY160" fmla="*/ 175903 h 318365"/>
                <a:gd name="connsiteX161" fmla="*/ 1569709 w 2915191"/>
                <a:gd name="connsiteY161" fmla="*/ 177290 h 318365"/>
                <a:gd name="connsiteX162" fmla="*/ 1579468 w 2915191"/>
                <a:gd name="connsiteY162" fmla="*/ 205989 h 318365"/>
                <a:gd name="connsiteX163" fmla="*/ 1589212 w 2915191"/>
                <a:gd name="connsiteY163" fmla="*/ 190296 h 318365"/>
                <a:gd name="connsiteX164" fmla="*/ 1598971 w 2915191"/>
                <a:gd name="connsiteY164" fmla="*/ 194853 h 318365"/>
                <a:gd name="connsiteX165" fmla="*/ 1608715 w 2915191"/>
                <a:gd name="connsiteY165" fmla="*/ 192328 h 318365"/>
                <a:gd name="connsiteX166" fmla="*/ 1618459 w 2915191"/>
                <a:gd name="connsiteY166" fmla="*/ 173046 h 318365"/>
                <a:gd name="connsiteX167" fmla="*/ 1628218 w 2915191"/>
                <a:gd name="connsiteY167" fmla="*/ 197066 h 318365"/>
                <a:gd name="connsiteX168" fmla="*/ 1637962 w 2915191"/>
                <a:gd name="connsiteY168" fmla="*/ 231600 h 318365"/>
                <a:gd name="connsiteX169" fmla="*/ 1647720 w 2915191"/>
                <a:gd name="connsiteY169" fmla="*/ 241958 h 318365"/>
                <a:gd name="connsiteX170" fmla="*/ 1657464 w 2915191"/>
                <a:gd name="connsiteY170" fmla="*/ 213526 h 318365"/>
                <a:gd name="connsiteX171" fmla="*/ 1667208 w 2915191"/>
                <a:gd name="connsiteY171" fmla="*/ 251319 h 318365"/>
                <a:gd name="connsiteX172" fmla="*/ 1676967 w 2915191"/>
                <a:gd name="connsiteY172" fmla="*/ 225670 h 318365"/>
                <a:gd name="connsiteX173" fmla="*/ 1686711 w 2915191"/>
                <a:gd name="connsiteY173" fmla="*/ 221579 h 318365"/>
                <a:gd name="connsiteX174" fmla="*/ 1696470 w 2915191"/>
                <a:gd name="connsiteY174" fmla="*/ 241046 h 318365"/>
                <a:gd name="connsiteX175" fmla="*/ 1706214 w 2915191"/>
                <a:gd name="connsiteY175" fmla="*/ 261471 h 318365"/>
                <a:gd name="connsiteX176" fmla="*/ 1715958 w 2915191"/>
                <a:gd name="connsiteY176" fmla="*/ 238031 h 318365"/>
                <a:gd name="connsiteX177" fmla="*/ 1725716 w 2915191"/>
                <a:gd name="connsiteY177" fmla="*/ 222424 h 318365"/>
                <a:gd name="connsiteX178" fmla="*/ 1735460 w 2915191"/>
                <a:gd name="connsiteY178" fmla="*/ 202881 h 318365"/>
                <a:gd name="connsiteX179" fmla="*/ 1745219 w 2915191"/>
                <a:gd name="connsiteY179" fmla="*/ 213842 h 318365"/>
                <a:gd name="connsiteX180" fmla="*/ 1754963 w 2915191"/>
                <a:gd name="connsiteY180" fmla="*/ 240621 h 318365"/>
                <a:gd name="connsiteX181" fmla="*/ 1764707 w 2915191"/>
                <a:gd name="connsiteY181" fmla="*/ 249179 h 318365"/>
                <a:gd name="connsiteX182" fmla="*/ 1774466 w 2915191"/>
                <a:gd name="connsiteY182" fmla="*/ 226621 h 318365"/>
                <a:gd name="connsiteX183" fmla="*/ 1784210 w 2915191"/>
                <a:gd name="connsiteY183" fmla="*/ 236623 h 318365"/>
                <a:gd name="connsiteX184" fmla="*/ 1793969 w 2915191"/>
                <a:gd name="connsiteY184" fmla="*/ 229759 h 318365"/>
                <a:gd name="connsiteX185" fmla="*/ 1803713 w 2915191"/>
                <a:gd name="connsiteY185" fmla="*/ 233966 h 318365"/>
                <a:gd name="connsiteX186" fmla="*/ 1813457 w 2915191"/>
                <a:gd name="connsiteY186" fmla="*/ 209453 h 318365"/>
                <a:gd name="connsiteX187" fmla="*/ 1823215 w 2915191"/>
                <a:gd name="connsiteY187" fmla="*/ 204287 h 318365"/>
                <a:gd name="connsiteX188" fmla="*/ 1832959 w 2915191"/>
                <a:gd name="connsiteY188" fmla="*/ 192076 h 318365"/>
                <a:gd name="connsiteX189" fmla="*/ 1842703 w 2915191"/>
                <a:gd name="connsiteY189" fmla="*/ 188569 h 318365"/>
                <a:gd name="connsiteX190" fmla="*/ 1852462 w 2915191"/>
                <a:gd name="connsiteY190" fmla="*/ 192688 h 318365"/>
                <a:gd name="connsiteX191" fmla="*/ 1862206 w 2915191"/>
                <a:gd name="connsiteY191" fmla="*/ 202401 h 318365"/>
                <a:gd name="connsiteX192" fmla="*/ 1871965 w 2915191"/>
                <a:gd name="connsiteY192" fmla="*/ 230685 h 318365"/>
                <a:gd name="connsiteX193" fmla="*/ 1881709 w 2915191"/>
                <a:gd name="connsiteY193" fmla="*/ 233436 h 318365"/>
                <a:gd name="connsiteX194" fmla="*/ 1891453 w 2915191"/>
                <a:gd name="connsiteY194" fmla="*/ 226947 h 318365"/>
                <a:gd name="connsiteX195" fmla="*/ 1901212 w 2915191"/>
                <a:gd name="connsiteY195" fmla="*/ 188663 h 318365"/>
                <a:gd name="connsiteX196" fmla="*/ 1910956 w 2915191"/>
                <a:gd name="connsiteY196" fmla="*/ 174747 h 318365"/>
                <a:gd name="connsiteX197" fmla="*/ 1920714 w 2915191"/>
                <a:gd name="connsiteY197" fmla="*/ 155253 h 318365"/>
                <a:gd name="connsiteX198" fmla="*/ 1930458 w 2915191"/>
                <a:gd name="connsiteY198" fmla="*/ 155693 h 318365"/>
                <a:gd name="connsiteX199" fmla="*/ 1940202 w 2915191"/>
                <a:gd name="connsiteY199" fmla="*/ 139903 h 318365"/>
                <a:gd name="connsiteX200" fmla="*/ 1949961 w 2915191"/>
                <a:gd name="connsiteY200" fmla="*/ 128070 h 318365"/>
                <a:gd name="connsiteX201" fmla="*/ 1959705 w 2915191"/>
                <a:gd name="connsiteY201" fmla="*/ 90745 h 318365"/>
                <a:gd name="connsiteX202" fmla="*/ 1969464 w 2915191"/>
                <a:gd name="connsiteY202" fmla="*/ 117954 h 318365"/>
                <a:gd name="connsiteX203" fmla="*/ 1979208 w 2915191"/>
                <a:gd name="connsiteY203" fmla="*/ 152133 h 318365"/>
                <a:gd name="connsiteX204" fmla="*/ 1988952 w 2915191"/>
                <a:gd name="connsiteY204" fmla="*/ 149812 h 318365"/>
                <a:gd name="connsiteX205" fmla="*/ 1998711 w 2915191"/>
                <a:gd name="connsiteY205" fmla="*/ 152725 h 318365"/>
                <a:gd name="connsiteX206" fmla="*/ 2008454 w 2915191"/>
                <a:gd name="connsiteY206" fmla="*/ 143556 h 318365"/>
                <a:gd name="connsiteX207" fmla="*/ 2018213 w 2915191"/>
                <a:gd name="connsiteY207" fmla="*/ 180620 h 318365"/>
                <a:gd name="connsiteX208" fmla="*/ 2027957 w 2915191"/>
                <a:gd name="connsiteY208" fmla="*/ 204183 h 318365"/>
                <a:gd name="connsiteX209" fmla="*/ 2037701 w 2915191"/>
                <a:gd name="connsiteY209" fmla="*/ 181800 h 318365"/>
                <a:gd name="connsiteX210" fmla="*/ 2047460 w 2915191"/>
                <a:gd name="connsiteY210" fmla="*/ 157037 h 318365"/>
                <a:gd name="connsiteX211" fmla="*/ 2057204 w 2915191"/>
                <a:gd name="connsiteY211" fmla="*/ 164401 h 318365"/>
                <a:gd name="connsiteX212" fmla="*/ 2066963 w 2915191"/>
                <a:gd name="connsiteY212" fmla="*/ 144280 h 318365"/>
                <a:gd name="connsiteX213" fmla="*/ 2076707 w 2915191"/>
                <a:gd name="connsiteY213" fmla="*/ 147996 h 318365"/>
                <a:gd name="connsiteX214" fmla="*/ 2086451 w 2915191"/>
                <a:gd name="connsiteY214" fmla="*/ 144374 h 318365"/>
                <a:gd name="connsiteX215" fmla="*/ 2096210 w 2915191"/>
                <a:gd name="connsiteY215" fmla="*/ 158911 h 318365"/>
                <a:gd name="connsiteX216" fmla="*/ 2105954 w 2915191"/>
                <a:gd name="connsiteY216" fmla="*/ 137795 h 318365"/>
                <a:gd name="connsiteX217" fmla="*/ 2115697 w 2915191"/>
                <a:gd name="connsiteY217" fmla="*/ 105605 h 318365"/>
                <a:gd name="connsiteX218" fmla="*/ 2125456 w 2915191"/>
                <a:gd name="connsiteY218" fmla="*/ 99151 h 318365"/>
                <a:gd name="connsiteX219" fmla="*/ 2135200 w 2915191"/>
                <a:gd name="connsiteY219" fmla="*/ 86074 h 318365"/>
                <a:gd name="connsiteX220" fmla="*/ 2144959 w 2915191"/>
                <a:gd name="connsiteY220" fmla="*/ 102627 h 318365"/>
                <a:gd name="connsiteX221" fmla="*/ 2154703 w 2915191"/>
                <a:gd name="connsiteY221" fmla="*/ 126227 h 318365"/>
                <a:gd name="connsiteX222" fmla="*/ 2164447 w 2915191"/>
                <a:gd name="connsiteY222" fmla="*/ 86161 h 318365"/>
                <a:gd name="connsiteX223" fmla="*/ 2174206 w 2915191"/>
                <a:gd name="connsiteY223" fmla="*/ 101176 h 318365"/>
                <a:gd name="connsiteX224" fmla="*/ 2183950 w 2915191"/>
                <a:gd name="connsiteY224" fmla="*/ 73030 h 318365"/>
                <a:gd name="connsiteX225" fmla="*/ 2193709 w 2915191"/>
                <a:gd name="connsiteY225" fmla="*/ 76391 h 318365"/>
                <a:gd name="connsiteX226" fmla="*/ 2203452 w 2915191"/>
                <a:gd name="connsiteY226" fmla="*/ 87835 h 318365"/>
                <a:gd name="connsiteX227" fmla="*/ 2213196 w 2915191"/>
                <a:gd name="connsiteY227" fmla="*/ 80527 h 318365"/>
                <a:gd name="connsiteX228" fmla="*/ 2222955 w 2915191"/>
                <a:gd name="connsiteY228" fmla="*/ 88384 h 318365"/>
                <a:gd name="connsiteX229" fmla="*/ 2232699 w 2915191"/>
                <a:gd name="connsiteY229" fmla="*/ 115443 h 318365"/>
                <a:gd name="connsiteX230" fmla="*/ 2242458 w 2915191"/>
                <a:gd name="connsiteY230" fmla="*/ 95561 h 318365"/>
                <a:gd name="connsiteX231" fmla="*/ 2252202 w 2915191"/>
                <a:gd name="connsiteY231" fmla="*/ 101997 h 318365"/>
                <a:gd name="connsiteX232" fmla="*/ 2261946 w 2915191"/>
                <a:gd name="connsiteY232" fmla="*/ 124818 h 318365"/>
                <a:gd name="connsiteX233" fmla="*/ 2271705 w 2915191"/>
                <a:gd name="connsiteY233" fmla="*/ 122698 h 318365"/>
                <a:gd name="connsiteX234" fmla="*/ 2281449 w 2915191"/>
                <a:gd name="connsiteY234" fmla="*/ 142443 h 318365"/>
                <a:gd name="connsiteX235" fmla="*/ 2291208 w 2915191"/>
                <a:gd name="connsiteY235" fmla="*/ 133043 h 318365"/>
                <a:gd name="connsiteX236" fmla="*/ 2300951 w 2915191"/>
                <a:gd name="connsiteY236" fmla="*/ 127505 h 318365"/>
                <a:gd name="connsiteX237" fmla="*/ 2310695 w 2915191"/>
                <a:gd name="connsiteY237" fmla="*/ 138371 h 318365"/>
                <a:gd name="connsiteX238" fmla="*/ 2320454 w 2915191"/>
                <a:gd name="connsiteY238" fmla="*/ 132170 h 318365"/>
                <a:gd name="connsiteX239" fmla="*/ 2330198 w 2915191"/>
                <a:gd name="connsiteY239" fmla="*/ 165215 h 318365"/>
                <a:gd name="connsiteX240" fmla="*/ 2339957 w 2915191"/>
                <a:gd name="connsiteY240" fmla="*/ 185720 h 318365"/>
                <a:gd name="connsiteX241" fmla="*/ 2349701 w 2915191"/>
                <a:gd name="connsiteY241" fmla="*/ 181364 h 318365"/>
                <a:gd name="connsiteX242" fmla="*/ 2359445 w 2915191"/>
                <a:gd name="connsiteY242" fmla="*/ 179577 h 318365"/>
                <a:gd name="connsiteX243" fmla="*/ 2369204 w 2915191"/>
                <a:gd name="connsiteY243" fmla="*/ 180529 h 318365"/>
                <a:gd name="connsiteX244" fmla="*/ 2378948 w 2915191"/>
                <a:gd name="connsiteY244" fmla="*/ 213458 h 318365"/>
                <a:gd name="connsiteX245" fmla="*/ 2388692 w 2915191"/>
                <a:gd name="connsiteY245" fmla="*/ 222116 h 318365"/>
                <a:gd name="connsiteX246" fmla="*/ 2398450 w 2915191"/>
                <a:gd name="connsiteY246" fmla="*/ 217373 h 318365"/>
                <a:gd name="connsiteX247" fmla="*/ 2408194 w 2915191"/>
                <a:gd name="connsiteY247" fmla="*/ 230986 h 318365"/>
                <a:gd name="connsiteX248" fmla="*/ 2417953 w 2915191"/>
                <a:gd name="connsiteY248" fmla="*/ 224049 h 318365"/>
                <a:gd name="connsiteX249" fmla="*/ 2427697 w 2915191"/>
                <a:gd name="connsiteY249" fmla="*/ 213942 h 318365"/>
                <a:gd name="connsiteX250" fmla="*/ 2437441 w 2915191"/>
                <a:gd name="connsiteY250" fmla="*/ 218945 h 318365"/>
                <a:gd name="connsiteX251" fmla="*/ 2447200 w 2915191"/>
                <a:gd name="connsiteY251" fmla="*/ 218623 h 318365"/>
                <a:gd name="connsiteX252" fmla="*/ 2456944 w 2915191"/>
                <a:gd name="connsiteY252" fmla="*/ 271203 h 318365"/>
                <a:gd name="connsiteX253" fmla="*/ 2466703 w 2915191"/>
                <a:gd name="connsiteY253" fmla="*/ 229139 h 318365"/>
                <a:gd name="connsiteX254" fmla="*/ 2476446 w 2915191"/>
                <a:gd name="connsiteY254" fmla="*/ 223459 h 318365"/>
                <a:gd name="connsiteX255" fmla="*/ 2486190 w 2915191"/>
                <a:gd name="connsiteY255" fmla="*/ 195276 h 318365"/>
                <a:gd name="connsiteX256" fmla="*/ 2495949 w 2915191"/>
                <a:gd name="connsiteY256" fmla="*/ 180766 h 318365"/>
                <a:gd name="connsiteX257" fmla="*/ 2505693 w 2915191"/>
                <a:gd name="connsiteY257" fmla="*/ 166913 h 318365"/>
                <a:gd name="connsiteX258" fmla="*/ 2515452 w 2915191"/>
                <a:gd name="connsiteY258" fmla="*/ 157651 h 318365"/>
                <a:gd name="connsiteX259" fmla="*/ 2525196 w 2915191"/>
                <a:gd name="connsiteY259" fmla="*/ 119256 h 318365"/>
                <a:gd name="connsiteX260" fmla="*/ 2534940 w 2915191"/>
                <a:gd name="connsiteY260" fmla="*/ 135146 h 318365"/>
                <a:gd name="connsiteX261" fmla="*/ 2544699 w 2915191"/>
                <a:gd name="connsiteY261" fmla="*/ 159851 h 318365"/>
                <a:gd name="connsiteX262" fmla="*/ 2554443 w 2915191"/>
                <a:gd name="connsiteY262" fmla="*/ 160139 h 318365"/>
                <a:gd name="connsiteX263" fmla="*/ 2564202 w 2915191"/>
                <a:gd name="connsiteY263" fmla="*/ 189724 h 318365"/>
                <a:gd name="connsiteX264" fmla="*/ 2573946 w 2915191"/>
                <a:gd name="connsiteY264" fmla="*/ 155234 h 318365"/>
                <a:gd name="connsiteX265" fmla="*/ 2583690 w 2915191"/>
                <a:gd name="connsiteY265" fmla="*/ 170751 h 318365"/>
                <a:gd name="connsiteX266" fmla="*/ 2593448 w 2915191"/>
                <a:gd name="connsiteY266" fmla="*/ 191753 h 318365"/>
                <a:gd name="connsiteX267" fmla="*/ 2603192 w 2915191"/>
                <a:gd name="connsiteY267" fmla="*/ 213307 h 318365"/>
                <a:gd name="connsiteX268" fmla="*/ 2612951 w 2915191"/>
                <a:gd name="connsiteY268" fmla="*/ 246331 h 318365"/>
                <a:gd name="connsiteX269" fmla="*/ 2622695 w 2915191"/>
                <a:gd name="connsiteY269" fmla="*/ 233795 h 318365"/>
                <a:gd name="connsiteX270" fmla="*/ 2632439 w 2915191"/>
                <a:gd name="connsiteY270" fmla="*/ 214758 h 318365"/>
                <a:gd name="connsiteX271" fmla="*/ 2642198 w 2915191"/>
                <a:gd name="connsiteY271" fmla="*/ 194664 h 318365"/>
                <a:gd name="connsiteX272" fmla="*/ 2651942 w 2915191"/>
                <a:gd name="connsiteY272" fmla="*/ 176438 h 318365"/>
                <a:gd name="connsiteX273" fmla="*/ 2661685 w 2915191"/>
                <a:gd name="connsiteY273" fmla="*/ 161865 h 318365"/>
                <a:gd name="connsiteX274" fmla="*/ 2671444 w 2915191"/>
                <a:gd name="connsiteY274" fmla="*/ 193988 h 318365"/>
                <a:gd name="connsiteX275" fmla="*/ 2681188 w 2915191"/>
                <a:gd name="connsiteY275" fmla="*/ 191139 h 318365"/>
                <a:gd name="connsiteX276" fmla="*/ 2690947 w 2915191"/>
                <a:gd name="connsiteY276" fmla="*/ 184846 h 318365"/>
                <a:gd name="connsiteX277" fmla="*/ 2700691 w 2915191"/>
                <a:gd name="connsiteY277" fmla="*/ 172900 h 318365"/>
                <a:gd name="connsiteX278" fmla="*/ 2710435 w 2915191"/>
                <a:gd name="connsiteY278" fmla="*/ 155764 h 318365"/>
                <a:gd name="connsiteX279" fmla="*/ 2720194 w 2915191"/>
                <a:gd name="connsiteY279" fmla="*/ 173098 h 318365"/>
                <a:gd name="connsiteX280" fmla="*/ 2729938 w 2915191"/>
                <a:gd name="connsiteY280" fmla="*/ 141351 h 318365"/>
                <a:gd name="connsiteX281" fmla="*/ 2739697 w 2915191"/>
                <a:gd name="connsiteY281" fmla="*/ 156929 h 318365"/>
                <a:gd name="connsiteX282" fmla="*/ 2749441 w 2915191"/>
                <a:gd name="connsiteY282" fmla="*/ 143899 h 318365"/>
                <a:gd name="connsiteX283" fmla="*/ 2759185 w 2915191"/>
                <a:gd name="connsiteY283" fmla="*/ 150310 h 318365"/>
                <a:gd name="connsiteX284" fmla="*/ 2768943 w 2915191"/>
                <a:gd name="connsiteY284" fmla="*/ 141868 h 318365"/>
                <a:gd name="connsiteX285" fmla="*/ 2778687 w 2915191"/>
                <a:gd name="connsiteY285" fmla="*/ 144113 h 318365"/>
                <a:gd name="connsiteX286" fmla="*/ 2788446 w 2915191"/>
                <a:gd name="connsiteY286" fmla="*/ 142698 h 318365"/>
                <a:gd name="connsiteX287" fmla="*/ 2798190 w 2915191"/>
                <a:gd name="connsiteY287" fmla="*/ 157116 h 318365"/>
                <a:gd name="connsiteX288" fmla="*/ 2807934 w 2915191"/>
                <a:gd name="connsiteY288" fmla="*/ 136294 h 318365"/>
                <a:gd name="connsiteX289" fmla="*/ 2817693 w 2915191"/>
                <a:gd name="connsiteY289" fmla="*/ 149487 h 318365"/>
                <a:gd name="connsiteX290" fmla="*/ 2827437 w 2915191"/>
                <a:gd name="connsiteY290" fmla="*/ 148021 h 318365"/>
                <a:gd name="connsiteX291" fmla="*/ 2837196 w 2915191"/>
                <a:gd name="connsiteY291" fmla="*/ 133082 h 318365"/>
                <a:gd name="connsiteX292" fmla="*/ 2846940 w 2915191"/>
                <a:gd name="connsiteY292" fmla="*/ 134654 h 318365"/>
                <a:gd name="connsiteX293" fmla="*/ 2856684 w 2915191"/>
                <a:gd name="connsiteY293" fmla="*/ 122093 h 318365"/>
                <a:gd name="connsiteX294" fmla="*/ 2866442 w 2915191"/>
                <a:gd name="connsiteY294" fmla="*/ 127790 h 318365"/>
                <a:gd name="connsiteX295" fmla="*/ 2876186 w 2915191"/>
                <a:gd name="connsiteY295" fmla="*/ 126577 h 318365"/>
                <a:gd name="connsiteX296" fmla="*/ 2885945 w 2915191"/>
                <a:gd name="connsiteY296" fmla="*/ 137288 h 318365"/>
                <a:gd name="connsiteX297" fmla="*/ 2895689 w 2915191"/>
                <a:gd name="connsiteY297" fmla="*/ 120013 h 318365"/>
                <a:gd name="connsiteX298" fmla="*/ 2905433 w 2915191"/>
                <a:gd name="connsiteY298" fmla="*/ 113006 h 318365"/>
                <a:gd name="connsiteX299" fmla="*/ 2915192 w 2915191"/>
                <a:gd name="connsiteY299" fmla="*/ 97870 h 318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18365">
                  <a:moveTo>
                    <a:pt x="0" y="215138"/>
                  </a:moveTo>
                  <a:lnTo>
                    <a:pt x="9750" y="205296"/>
                  </a:lnTo>
                  <a:lnTo>
                    <a:pt x="19500" y="210658"/>
                  </a:lnTo>
                  <a:lnTo>
                    <a:pt x="29250" y="201288"/>
                  </a:lnTo>
                  <a:lnTo>
                    <a:pt x="39000" y="194558"/>
                  </a:lnTo>
                  <a:lnTo>
                    <a:pt x="48749" y="197762"/>
                  </a:lnTo>
                  <a:lnTo>
                    <a:pt x="58499" y="143410"/>
                  </a:lnTo>
                  <a:lnTo>
                    <a:pt x="68249" y="147899"/>
                  </a:lnTo>
                  <a:lnTo>
                    <a:pt x="77998" y="154833"/>
                  </a:lnTo>
                  <a:lnTo>
                    <a:pt x="87748" y="169595"/>
                  </a:lnTo>
                  <a:lnTo>
                    <a:pt x="97497" y="170769"/>
                  </a:lnTo>
                  <a:lnTo>
                    <a:pt x="107247" y="165301"/>
                  </a:lnTo>
                  <a:lnTo>
                    <a:pt x="116997" y="145088"/>
                  </a:lnTo>
                  <a:lnTo>
                    <a:pt x="126747" y="147136"/>
                  </a:lnTo>
                  <a:lnTo>
                    <a:pt x="136497" y="173707"/>
                  </a:lnTo>
                  <a:lnTo>
                    <a:pt x="146247" y="165088"/>
                  </a:lnTo>
                  <a:lnTo>
                    <a:pt x="155997" y="171016"/>
                  </a:lnTo>
                  <a:lnTo>
                    <a:pt x="165747" y="161201"/>
                  </a:lnTo>
                  <a:lnTo>
                    <a:pt x="175497" y="191601"/>
                  </a:lnTo>
                  <a:lnTo>
                    <a:pt x="185247" y="181939"/>
                  </a:lnTo>
                  <a:lnTo>
                    <a:pt x="194996" y="180434"/>
                  </a:lnTo>
                  <a:lnTo>
                    <a:pt x="204746" y="175677"/>
                  </a:lnTo>
                  <a:lnTo>
                    <a:pt x="214495" y="148506"/>
                  </a:lnTo>
                  <a:lnTo>
                    <a:pt x="224245" y="172655"/>
                  </a:lnTo>
                  <a:lnTo>
                    <a:pt x="233995" y="167992"/>
                  </a:lnTo>
                  <a:lnTo>
                    <a:pt x="243744" y="159242"/>
                  </a:lnTo>
                  <a:lnTo>
                    <a:pt x="253494" y="177869"/>
                  </a:lnTo>
                  <a:lnTo>
                    <a:pt x="263244" y="158984"/>
                  </a:lnTo>
                  <a:lnTo>
                    <a:pt x="272994" y="176984"/>
                  </a:lnTo>
                  <a:lnTo>
                    <a:pt x="282744" y="160802"/>
                  </a:lnTo>
                  <a:lnTo>
                    <a:pt x="292494" y="129690"/>
                  </a:lnTo>
                  <a:lnTo>
                    <a:pt x="302244" y="162946"/>
                  </a:lnTo>
                  <a:lnTo>
                    <a:pt x="311994" y="140006"/>
                  </a:lnTo>
                  <a:lnTo>
                    <a:pt x="321744" y="137674"/>
                  </a:lnTo>
                  <a:lnTo>
                    <a:pt x="331493" y="125658"/>
                  </a:lnTo>
                  <a:lnTo>
                    <a:pt x="341243" y="145469"/>
                  </a:lnTo>
                  <a:lnTo>
                    <a:pt x="350993" y="143017"/>
                  </a:lnTo>
                  <a:lnTo>
                    <a:pt x="360742" y="148173"/>
                  </a:lnTo>
                  <a:lnTo>
                    <a:pt x="370492" y="167952"/>
                  </a:lnTo>
                  <a:lnTo>
                    <a:pt x="380241" y="144583"/>
                  </a:lnTo>
                  <a:lnTo>
                    <a:pt x="389991" y="126735"/>
                  </a:lnTo>
                  <a:lnTo>
                    <a:pt x="399741" y="115209"/>
                  </a:lnTo>
                  <a:lnTo>
                    <a:pt x="409491" y="103213"/>
                  </a:lnTo>
                  <a:lnTo>
                    <a:pt x="419241" y="97633"/>
                  </a:lnTo>
                  <a:lnTo>
                    <a:pt x="428991" y="133481"/>
                  </a:lnTo>
                  <a:lnTo>
                    <a:pt x="438741" y="158544"/>
                  </a:lnTo>
                  <a:lnTo>
                    <a:pt x="448491" y="201309"/>
                  </a:lnTo>
                  <a:lnTo>
                    <a:pt x="458241" y="209828"/>
                  </a:lnTo>
                  <a:lnTo>
                    <a:pt x="467991" y="199101"/>
                  </a:lnTo>
                  <a:lnTo>
                    <a:pt x="477740" y="217540"/>
                  </a:lnTo>
                  <a:lnTo>
                    <a:pt x="487490" y="229124"/>
                  </a:lnTo>
                  <a:lnTo>
                    <a:pt x="497239" y="225001"/>
                  </a:lnTo>
                  <a:lnTo>
                    <a:pt x="506989" y="245942"/>
                  </a:lnTo>
                  <a:lnTo>
                    <a:pt x="516738" y="252667"/>
                  </a:lnTo>
                  <a:lnTo>
                    <a:pt x="526488" y="231496"/>
                  </a:lnTo>
                  <a:lnTo>
                    <a:pt x="536238" y="231424"/>
                  </a:lnTo>
                  <a:lnTo>
                    <a:pt x="545988" y="207072"/>
                  </a:lnTo>
                  <a:lnTo>
                    <a:pt x="555738" y="218459"/>
                  </a:lnTo>
                  <a:lnTo>
                    <a:pt x="565488" y="208814"/>
                  </a:lnTo>
                  <a:lnTo>
                    <a:pt x="575238" y="174542"/>
                  </a:lnTo>
                  <a:lnTo>
                    <a:pt x="584988" y="187712"/>
                  </a:lnTo>
                  <a:lnTo>
                    <a:pt x="594738" y="181447"/>
                  </a:lnTo>
                  <a:lnTo>
                    <a:pt x="604488" y="185364"/>
                  </a:lnTo>
                  <a:lnTo>
                    <a:pt x="614237" y="166720"/>
                  </a:lnTo>
                  <a:lnTo>
                    <a:pt x="623987" y="184032"/>
                  </a:lnTo>
                  <a:lnTo>
                    <a:pt x="633736" y="182091"/>
                  </a:lnTo>
                  <a:lnTo>
                    <a:pt x="643486" y="203551"/>
                  </a:lnTo>
                  <a:lnTo>
                    <a:pt x="653236" y="237889"/>
                  </a:lnTo>
                  <a:lnTo>
                    <a:pt x="662985" y="258430"/>
                  </a:lnTo>
                  <a:lnTo>
                    <a:pt x="672735" y="274736"/>
                  </a:lnTo>
                  <a:lnTo>
                    <a:pt x="682485" y="240435"/>
                  </a:lnTo>
                  <a:lnTo>
                    <a:pt x="692235" y="258774"/>
                  </a:lnTo>
                  <a:lnTo>
                    <a:pt x="701985" y="248430"/>
                  </a:lnTo>
                  <a:lnTo>
                    <a:pt x="711735" y="253636"/>
                  </a:lnTo>
                  <a:lnTo>
                    <a:pt x="721485" y="231651"/>
                  </a:lnTo>
                  <a:lnTo>
                    <a:pt x="731235" y="264640"/>
                  </a:lnTo>
                  <a:lnTo>
                    <a:pt x="740985" y="273316"/>
                  </a:lnTo>
                  <a:lnTo>
                    <a:pt x="750734" y="289462"/>
                  </a:lnTo>
                  <a:lnTo>
                    <a:pt x="760484" y="318366"/>
                  </a:lnTo>
                  <a:lnTo>
                    <a:pt x="770233" y="281513"/>
                  </a:lnTo>
                  <a:lnTo>
                    <a:pt x="779983" y="278565"/>
                  </a:lnTo>
                  <a:lnTo>
                    <a:pt x="789733" y="273003"/>
                  </a:lnTo>
                  <a:lnTo>
                    <a:pt x="799482" y="311883"/>
                  </a:lnTo>
                  <a:lnTo>
                    <a:pt x="809232" y="297253"/>
                  </a:lnTo>
                  <a:lnTo>
                    <a:pt x="818982" y="265668"/>
                  </a:lnTo>
                  <a:lnTo>
                    <a:pt x="828732" y="238035"/>
                  </a:lnTo>
                  <a:lnTo>
                    <a:pt x="838482" y="230042"/>
                  </a:lnTo>
                  <a:lnTo>
                    <a:pt x="848232" y="215934"/>
                  </a:lnTo>
                  <a:lnTo>
                    <a:pt x="857982" y="191859"/>
                  </a:lnTo>
                  <a:lnTo>
                    <a:pt x="867732" y="200025"/>
                  </a:lnTo>
                  <a:lnTo>
                    <a:pt x="877482" y="186295"/>
                  </a:lnTo>
                  <a:lnTo>
                    <a:pt x="887231" y="170255"/>
                  </a:lnTo>
                  <a:lnTo>
                    <a:pt x="896981" y="177806"/>
                  </a:lnTo>
                  <a:lnTo>
                    <a:pt x="906730" y="206002"/>
                  </a:lnTo>
                  <a:lnTo>
                    <a:pt x="916480" y="185369"/>
                  </a:lnTo>
                  <a:lnTo>
                    <a:pt x="926230" y="171426"/>
                  </a:lnTo>
                  <a:lnTo>
                    <a:pt x="935979" y="193091"/>
                  </a:lnTo>
                  <a:lnTo>
                    <a:pt x="945729" y="185251"/>
                  </a:lnTo>
                  <a:lnTo>
                    <a:pt x="955479" y="214730"/>
                  </a:lnTo>
                  <a:lnTo>
                    <a:pt x="965229" y="221236"/>
                  </a:lnTo>
                  <a:lnTo>
                    <a:pt x="974979" y="204095"/>
                  </a:lnTo>
                  <a:lnTo>
                    <a:pt x="984729" y="226904"/>
                  </a:lnTo>
                  <a:lnTo>
                    <a:pt x="994474" y="210290"/>
                  </a:lnTo>
                  <a:lnTo>
                    <a:pt x="1004233" y="202053"/>
                  </a:lnTo>
                  <a:lnTo>
                    <a:pt x="1013977" y="200594"/>
                  </a:lnTo>
                  <a:lnTo>
                    <a:pt x="1023721" y="176681"/>
                  </a:lnTo>
                  <a:lnTo>
                    <a:pt x="1033480" y="158862"/>
                  </a:lnTo>
                  <a:lnTo>
                    <a:pt x="1043224" y="138307"/>
                  </a:lnTo>
                  <a:lnTo>
                    <a:pt x="1052983" y="121315"/>
                  </a:lnTo>
                  <a:lnTo>
                    <a:pt x="1062727" y="90420"/>
                  </a:lnTo>
                  <a:lnTo>
                    <a:pt x="1072471" y="64849"/>
                  </a:lnTo>
                  <a:lnTo>
                    <a:pt x="1082230" y="72577"/>
                  </a:lnTo>
                  <a:lnTo>
                    <a:pt x="1091973" y="87512"/>
                  </a:lnTo>
                  <a:lnTo>
                    <a:pt x="1101732" y="96037"/>
                  </a:lnTo>
                  <a:lnTo>
                    <a:pt x="1111476" y="104107"/>
                  </a:lnTo>
                  <a:lnTo>
                    <a:pt x="1121220" y="112532"/>
                  </a:lnTo>
                  <a:lnTo>
                    <a:pt x="1130979" y="108752"/>
                  </a:lnTo>
                  <a:lnTo>
                    <a:pt x="1140723" y="115105"/>
                  </a:lnTo>
                  <a:lnTo>
                    <a:pt x="1150482" y="113913"/>
                  </a:lnTo>
                  <a:lnTo>
                    <a:pt x="1160226" y="97563"/>
                  </a:lnTo>
                  <a:lnTo>
                    <a:pt x="1169969" y="107076"/>
                  </a:lnTo>
                  <a:lnTo>
                    <a:pt x="1179728" y="96653"/>
                  </a:lnTo>
                  <a:lnTo>
                    <a:pt x="1189472" y="77440"/>
                  </a:lnTo>
                  <a:lnTo>
                    <a:pt x="1199231" y="76698"/>
                  </a:lnTo>
                  <a:lnTo>
                    <a:pt x="1208975" y="57403"/>
                  </a:lnTo>
                  <a:lnTo>
                    <a:pt x="1218719" y="87932"/>
                  </a:lnTo>
                  <a:lnTo>
                    <a:pt x="1228478" y="117899"/>
                  </a:lnTo>
                  <a:lnTo>
                    <a:pt x="1238222" y="95254"/>
                  </a:lnTo>
                  <a:lnTo>
                    <a:pt x="1247966" y="104808"/>
                  </a:lnTo>
                  <a:lnTo>
                    <a:pt x="1257725" y="100075"/>
                  </a:lnTo>
                  <a:lnTo>
                    <a:pt x="1267469" y="96250"/>
                  </a:lnTo>
                  <a:lnTo>
                    <a:pt x="1277227" y="87691"/>
                  </a:lnTo>
                  <a:lnTo>
                    <a:pt x="1286971" y="55896"/>
                  </a:lnTo>
                  <a:lnTo>
                    <a:pt x="1296715" y="57407"/>
                  </a:lnTo>
                  <a:lnTo>
                    <a:pt x="1306474" y="43535"/>
                  </a:lnTo>
                  <a:lnTo>
                    <a:pt x="1316218" y="4020"/>
                  </a:lnTo>
                  <a:lnTo>
                    <a:pt x="1325977" y="19464"/>
                  </a:lnTo>
                  <a:lnTo>
                    <a:pt x="1335721" y="20181"/>
                  </a:lnTo>
                  <a:lnTo>
                    <a:pt x="1345465" y="18937"/>
                  </a:lnTo>
                  <a:lnTo>
                    <a:pt x="1355224" y="0"/>
                  </a:lnTo>
                  <a:lnTo>
                    <a:pt x="1364967" y="10316"/>
                  </a:lnTo>
                  <a:lnTo>
                    <a:pt x="1374726" y="27927"/>
                  </a:lnTo>
                  <a:lnTo>
                    <a:pt x="1384470" y="26072"/>
                  </a:lnTo>
                  <a:lnTo>
                    <a:pt x="1394214" y="21316"/>
                  </a:lnTo>
                  <a:lnTo>
                    <a:pt x="1403973" y="42918"/>
                  </a:lnTo>
                  <a:lnTo>
                    <a:pt x="1413717" y="26475"/>
                  </a:lnTo>
                  <a:lnTo>
                    <a:pt x="1423476" y="37349"/>
                  </a:lnTo>
                  <a:lnTo>
                    <a:pt x="1433220" y="30881"/>
                  </a:lnTo>
                  <a:lnTo>
                    <a:pt x="1442964" y="40144"/>
                  </a:lnTo>
                  <a:lnTo>
                    <a:pt x="1452722" y="37478"/>
                  </a:lnTo>
                  <a:lnTo>
                    <a:pt x="1462466" y="78397"/>
                  </a:lnTo>
                  <a:lnTo>
                    <a:pt x="1472225" y="82204"/>
                  </a:lnTo>
                  <a:lnTo>
                    <a:pt x="1481969" y="81477"/>
                  </a:lnTo>
                  <a:lnTo>
                    <a:pt x="1491713" y="52856"/>
                  </a:lnTo>
                  <a:lnTo>
                    <a:pt x="1501472" y="63471"/>
                  </a:lnTo>
                  <a:lnTo>
                    <a:pt x="1511216" y="85656"/>
                  </a:lnTo>
                  <a:lnTo>
                    <a:pt x="1520960" y="99229"/>
                  </a:lnTo>
                  <a:lnTo>
                    <a:pt x="1530719" y="139940"/>
                  </a:lnTo>
                  <a:lnTo>
                    <a:pt x="1540463" y="128875"/>
                  </a:lnTo>
                  <a:lnTo>
                    <a:pt x="1550221" y="131068"/>
                  </a:lnTo>
                  <a:lnTo>
                    <a:pt x="1559965" y="175903"/>
                  </a:lnTo>
                  <a:lnTo>
                    <a:pt x="1569709" y="177290"/>
                  </a:lnTo>
                  <a:lnTo>
                    <a:pt x="1579468" y="205989"/>
                  </a:lnTo>
                  <a:lnTo>
                    <a:pt x="1589212" y="190296"/>
                  </a:lnTo>
                  <a:lnTo>
                    <a:pt x="1598971" y="194853"/>
                  </a:lnTo>
                  <a:lnTo>
                    <a:pt x="1608715" y="192328"/>
                  </a:lnTo>
                  <a:lnTo>
                    <a:pt x="1618459" y="173046"/>
                  </a:lnTo>
                  <a:lnTo>
                    <a:pt x="1628218" y="197066"/>
                  </a:lnTo>
                  <a:lnTo>
                    <a:pt x="1637962" y="231600"/>
                  </a:lnTo>
                  <a:lnTo>
                    <a:pt x="1647720" y="241958"/>
                  </a:lnTo>
                  <a:lnTo>
                    <a:pt x="1657464" y="213526"/>
                  </a:lnTo>
                  <a:lnTo>
                    <a:pt x="1667208" y="251319"/>
                  </a:lnTo>
                  <a:lnTo>
                    <a:pt x="1676967" y="225670"/>
                  </a:lnTo>
                  <a:lnTo>
                    <a:pt x="1686711" y="221579"/>
                  </a:lnTo>
                  <a:lnTo>
                    <a:pt x="1696470" y="241046"/>
                  </a:lnTo>
                  <a:lnTo>
                    <a:pt x="1706214" y="261471"/>
                  </a:lnTo>
                  <a:lnTo>
                    <a:pt x="1715958" y="238031"/>
                  </a:lnTo>
                  <a:lnTo>
                    <a:pt x="1725716" y="222424"/>
                  </a:lnTo>
                  <a:lnTo>
                    <a:pt x="1735460" y="202881"/>
                  </a:lnTo>
                  <a:lnTo>
                    <a:pt x="1745219" y="213842"/>
                  </a:lnTo>
                  <a:lnTo>
                    <a:pt x="1754963" y="240621"/>
                  </a:lnTo>
                  <a:lnTo>
                    <a:pt x="1764707" y="249179"/>
                  </a:lnTo>
                  <a:lnTo>
                    <a:pt x="1774466" y="226621"/>
                  </a:lnTo>
                  <a:lnTo>
                    <a:pt x="1784210" y="236623"/>
                  </a:lnTo>
                  <a:lnTo>
                    <a:pt x="1793969" y="229759"/>
                  </a:lnTo>
                  <a:lnTo>
                    <a:pt x="1803713" y="233966"/>
                  </a:lnTo>
                  <a:lnTo>
                    <a:pt x="1813457" y="209453"/>
                  </a:lnTo>
                  <a:lnTo>
                    <a:pt x="1823215" y="204287"/>
                  </a:lnTo>
                  <a:lnTo>
                    <a:pt x="1832959" y="192076"/>
                  </a:lnTo>
                  <a:lnTo>
                    <a:pt x="1842703" y="188569"/>
                  </a:lnTo>
                  <a:lnTo>
                    <a:pt x="1852462" y="192688"/>
                  </a:lnTo>
                  <a:lnTo>
                    <a:pt x="1862206" y="202401"/>
                  </a:lnTo>
                  <a:lnTo>
                    <a:pt x="1871965" y="230685"/>
                  </a:lnTo>
                  <a:lnTo>
                    <a:pt x="1881709" y="233436"/>
                  </a:lnTo>
                  <a:lnTo>
                    <a:pt x="1891453" y="226947"/>
                  </a:lnTo>
                  <a:lnTo>
                    <a:pt x="1901212" y="188663"/>
                  </a:lnTo>
                  <a:lnTo>
                    <a:pt x="1910956" y="174747"/>
                  </a:lnTo>
                  <a:lnTo>
                    <a:pt x="1920714" y="155253"/>
                  </a:lnTo>
                  <a:lnTo>
                    <a:pt x="1930458" y="155693"/>
                  </a:lnTo>
                  <a:lnTo>
                    <a:pt x="1940202" y="139903"/>
                  </a:lnTo>
                  <a:lnTo>
                    <a:pt x="1949961" y="128070"/>
                  </a:lnTo>
                  <a:lnTo>
                    <a:pt x="1959705" y="90745"/>
                  </a:lnTo>
                  <a:lnTo>
                    <a:pt x="1969464" y="117954"/>
                  </a:lnTo>
                  <a:lnTo>
                    <a:pt x="1979208" y="152133"/>
                  </a:lnTo>
                  <a:lnTo>
                    <a:pt x="1988952" y="149812"/>
                  </a:lnTo>
                  <a:lnTo>
                    <a:pt x="1998711" y="152725"/>
                  </a:lnTo>
                  <a:lnTo>
                    <a:pt x="2008454" y="143556"/>
                  </a:lnTo>
                  <a:lnTo>
                    <a:pt x="2018213" y="180620"/>
                  </a:lnTo>
                  <a:lnTo>
                    <a:pt x="2027957" y="204183"/>
                  </a:lnTo>
                  <a:lnTo>
                    <a:pt x="2037701" y="181800"/>
                  </a:lnTo>
                  <a:lnTo>
                    <a:pt x="2047460" y="157037"/>
                  </a:lnTo>
                  <a:lnTo>
                    <a:pt x="2057204" y="164401"/>
                  </a:lnTo>
                  <a:lnTo>
                    <a:pt x="2066963" y="144280"/>
                  </a:lnTo>
                  <a:lnTo>
                    <a:pt x="2076707" y="147996"/>
                  </a:lnTo>
                  <a:lnTo>
                    <a:pt x="2086451" y="144374"/>
                  </a:lnTo>
                  <a:lnTo>
                    <a:pt x="2096210" y="158911"/>
                  </a:lnTo>
                  <a:lnTo>
                    <a:pt x="2105954" y="137795"/>
                  </a:lnTo>
                  <a:lnTo>
                    <a:pt x="2115697" y="105605"/>
                  </a:lnTo>
                  <a:lnTo>
                    <a:pt x="2125456" y="99151"/>
                  </a:lnTo>
                  <a:lnTo>
                    <a:pt x="2135200" y="86074"/>
                  </a:lnTo>
                  <a:lnTo>
                    <a:pt x="2144959" y="102627"/>
                  </a:lnTo>
                  <a:lnTo>
                    <a:pt x="2154703" y="126227"/>
                  </a:lnTo>
                  <a:lnTo>
                    <a:pt x="2164447" y="86161"/>
                  </a:lnTo>
                  <a:lnTo>
                    <a:pt x="2174206" y="101176"/>
                  </a:lnTo>
                  <a:lnTo>
                    <a:pt x="2183950" y="73030"/>
                  </a:lnTo>
                  <a:lnTo>
                    <a:pt x="2193709" y="76391"/>
                  </a:lnTo>
                  <a:lnTo>
                    <a:pt x="2203452" y="87835"/>
                  </a:lnTo>
                  <a:lnTo>
                    <a:pt x="2213196" y="80527"/>
                  </a:lnTo>
                  <a:lnTo>
                    <a:pt x="2222955" y="88384"/>
                  </a:lnTo>
                  <a:lnTo>
                    <a:pt x="2232699" y="115443"/>
                  </a:lnTo>
                  <a:lnTo>
                    <a:pt x="2242458" y="95561"/>
                  </a:lnTo>
                  <a:lnTo>
                    <a:pt x="2252202" y="101997"/>
                  </a:lnTo>
                  <a:lnTo>
                    <a:pt x="2261946" y="124818"/>
                  </a:lnTo>
                  <a:lnTo>
                    <a:pt x="2271705" y="122698"/>
                  </a:lnTo>
                  <a:lnTo>
                    <a:pt x="2281449" y="142443"/>
                  </a:lnTo>
                  <a:lnTo>
                    <a:pt x="2291208" y="133043"/>
                  </a:lnTo>
                  <a:lnTo>
                    <a:pt x="2300951" y="127505"/>
                  </a:lnTo>
                  <a:lnTo>
                    <a:pt x="2310695" y="138371"/>
                  </a:lnTo>
                  <a:lnTo>
                    <a:pt x="2320454" y="132170"/>
                  </a:lnTo>
                  <a:lnTo>
                    <a:pt x="2330198" y="165215"/>
                  </a:lnTo>
                  <a:lnTo>
                    <a:pt x="2339957" y="185720"/>
                  </a:lnTo>
                  <a:lnTo>
                    <a:pt x="2349701" y="181364"/>
                  </a:lnTo>
                  <a:lnTo>
                    <a:pt x="2359445" y="179577"/>
                  </a:lnTo>
                  <a:lnTo>
                    <a:pt x="2369204" y="180529"/>
                  </a:lnTo>
                  <a:lnTo>
                    <a:pt x="2378948" y="213458"/>
                  </a:lnTo>
                  <a:lnTo>
                    <a:pt x="2388692" y="222116"/>
                  </a:lnTo>
                  <a:lnTo>
                    <a:pt x="2398450" y="217373"/>
                  </a:lnTo>
                  <a:lnTo>
                    <a:pt x="2408194" y="230986"/>
                  </a:lnTo>
                  <a:lnTo>
                    <a:pt x="2417953" y="224049"/>
                  </a:lnTo>
                  <a:lnTo>
                    <a:pt x="2427697" y="213942"/>
                  </a:lnTo>
                  <a:lnTo>
                    <a:pt x="2437441" y="218945"/>
                  </a:lnTo>
                  <a:lnTo>
                    <a:pt x="2447200" y="218623"/>
                  </a:lnTo>
                  <a:lnTo>
                    <a:pt x="2456944" y="271203"/>
                  </a:lnTo>
                  <a:lnTo>
                    <a:pt x="2466703" y="229139"/>
                  </a:lnTo>
                  <a:lnTo>
                    <a:pt x="2476446" y="223459"/>
                  </a:lnTo>
                  <a:lnTo>
                    <a:pt x="2486190" y="195276"/>
                  </a:lnTo>
                  <a:lnTo>
                    <a:pt x="2495949" y="180766"/>
                  </a:lnTo>
                  <a:lnTo>
                    <a:pt x="2505693" y="166913"/>
                  </a:lnTo>
                  <a:lnTo>
                    <a:pt x="2515452" y="157651"/>
                  </a:lnTo>
                  <a:lnTo>
                    <a:pt x="2525196" y="119256"/>
                  </a:lnTo>
                  <a:lnTo>
                    <a:pt x="2534940" y="135146"/>
                  </a:lnTo>
                  <a:lnTo>
                    <a:pt x="2544699" y="159851"/>
                  </a:lnTo>
                  <a:lnTo>
                    <a:pt x="2554443" y="160139"/>
                  </a:lnTo>
                  <a:lnTo>
                    <a:pt x="2564202" y="189724"/>
                  </a:lnTo>
                  <a:lnTo>
                    <a:pt x="2573946" y="155234"/>
                  </a:lnTo>
                  <a:lnTo>
                    <a:pt x="2583690" y="170751"/>
                  </a:lnTo>
                  <a:lnTo>
                    <a:pt x="2593448" y="191753"/>
                  </a:lnTo>
                  <a:lnTo>
                    <a:pt x="2603192" y="213307"/>
                  </a:lnTo>
                  <a:lnTo>
                    <a:pt x="2612951" y="246331"/>
                  </a:lnTo>
                  <a:lnTo>
                    <a:pt x="2622695" y="233795"/>
                  </a:lnTo>
                  <a:lnTo>
                    <a:pt x="2632439" y="214758"/>
                  </a:lnTo>
                  <a:lnTo>
                    <a:pt x="2642198" y="194664"/>
                  </a:lnTo>
                  <a:lnTo>
                    <a:pt x="2651942" y="176438"/>
                  </a:lnTo>
                  <a:lnTo>
                    <a:pt x="2661685" y="161865"/>
                  </a:lnTo>
                  <a:lnTo>
                    <a:pt x="2671444" y="193988"/>
                  </a:lnTo>
                  <a:lnTo>
                    <a:pt x="2681188" y="191139"/>
                  </a:lnTo>
                  <a:lnTo>
                    <a:pt x="2690947" y="184846"/>
                  </a:lnTo>
                  <a:lnTo>
                    <a:pt x="2700691" y="172900"/>
                  </a:lnTo>
                  <a:lnTo>
                    <a:pt x="2710435" y="155764"/>
                  </a:lnTo>
                  <a:lnTo>
                    <a:pt x="2720194" y="173098"/>
                  </a:lnTo>
                  <a:lnTo>
                    <a:pt x="2729938" y="141351"/>
                  </a:lnTo>
                  <a:lnTo>
                    <a:pt x="2739697" y="156929"/>
                  </a:lnTo>
                  <a:lnTo>
                    <a:pt x="2749441" y="143899"/>
                  </a:lnTo>
                  <a:lnTo>
                    <a:pt x="2759185" y="150310"/>
                  </a:lnTo>
                  <a:lnTo>
                    <a:pt x="2768943" y="141868"/>
                  </a:lnTo>
                  <a:lnTo>
                    <a:pt x="2778687" y="144113"/>
                  </a:lnTo>
                  <a:lnTo>
                    <a:pt x="2788446" y="142698"/>
                  </a:lnTo>
                  <a:lnTo>
                    <a:pt x="2798190" y="157116"/>
                  </a:lnTo>
                  <a:lnTo>
                    <a:pt x="2807934" y="136294"/>
                  </a:lnTo>
                  <a:lnTo>
                    <a:pt x="2817693" y="149487"/>
                  </a:lnTo>
                  <a:lnTo>
                    <a:pt x="2827437" y="148021"/>
                  </a:lnTo>
                  <a:lnTo>
                    <a:pt x="2837196" y="133082"/>
                  </a:lnTo>
                  <a:lnTo>
                    <a:pt x="2846940" y="134654"/>
                  </a:lnTo>
                  <a:lnTo>
                    <a:pt x="2856684" y="122093"/>
                  </a:lnTo>
                  <a:lnTo>
                    <a:pt x="2866442" y="127790"/>
                  </a:lnTo>
                  <a:lnTo>
                    <a:pt x="2876186" y="126577"/>
                  </a:lnTo>
                  <a:lnTo>
                    <a:pt x="2885945" y="137288"/>
                  </a:lnTo>
                  <a:lnTo>
                    <a:pt x="2895689" y="120013"/>
                  </a:lnTo>
                  <a:lnTo>
                    <a:pt x="2905433" y="113006"/>
                  </a:lnTo>
                  <a:lnTo>
                    <a:pt x="2915192" y="9787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1" name="Freeform 1130">
              <a:extLst>
                <a:ext uri="{FF2B5EF4-FFF2-40B4-BE49-F238E27FC236}">
                  <a16:creationId xmlns:a16="http://schemas.microsoft.com/office/drawing/2014/main" id="{311BE9C5-B79E-30C6-E372-DB53F9C21D67}"/>
                </a:ext>
              </a:extLst>
            </p:cNvPr>
            <p:cNvSpPr/>
            <p:nvPr/>
          </p:nvSpPr>
          <p:spPr>
            <a:xfrm>
              <a:off x="4426652" y="3488174"/>
              <a:ext cx="2915191" cy="613061"/>
            </a:xfrm>
            <a:custGeom>
              <a:avLst/>
              <a:gdLst>
                <a:gd name="connsiteX0" fmla="*/ 0 w 2915191"/>
                <a:gd name="connsiteY0" fmla="*/ 85480 h 613061"/>
                <a:gd name="connsiteX1" fmla="*/ 9750 w 2915191"/>
                <a:gd name="connsiteY1" fmla="*/ 86578 h 613061"/>
                <a:gd name="connsiteX2" fmla="*/ 19500 w 2915191"/>
                <a:gd name="connsiteY2" fmla="*/ 77892 h 613061"/>
                <a:gd name="connsiteX3" fmla="*/ 29250 w 2915191"/>
                <a:gd name="connsiteY3" fmla="*/ 64176 h 613061"/>
                <a:gd name="connsiteX4" fmla="*/ 39000 w 2915191"/>
                <a:gd name="connsiteY4" fmla="*/ 68954 h 613061"/>
                <a:gd name="connsiteX5" fmla="*/ 48749 w 2915191"/>
                <a:gd name="connsiteY5" fmla="*/ 75115 h 613061"/>
                <a:gd name="connsiteX6" fmla="*/ 58499 w 2915191"/>
                <a:gd name="connsiteY6" fmla="*/ 86571 h 613061"/>
                <a:gd name="connsiteX7" fmla="*/ 68249 w 2915191"/>
                <a:gd name="connsiteY7" fmla="*/ 54535 h 613061"/>
                <a:gd name="connsiteX8" fmla="*/ 77998 w 2915191"/>
                <a:gd name="connsiteY8" fmla="*/ 48319 h 613061"/>
                <a:gd name="connsiteX9" fmla="*/ 87748 w 2915191"/>
                <a:gd name="connsiteY9" fmla="*/ 67828 h 613061"/>
                <a:gd name="connsiteX10" fmla="*/ 97497 w 2915191"/>
                <a:gd name="connsiteY10" fmla="*/ 38928 h 613061"/>
                <a:gd name="connsiteX11" fmla="*/ 107247 w 2915191"/>
                <a:gd name="connsiteY11" fmla="*/ 0 h 613061"/>
                <a:gd name="connsiteX12" fmla="*/ 116997 w 2915191"/>
                <a:gd name="connsiteY12" fmla="*/ 21838 h 613061"/>
                <a:gd name="connsiteX13" fmla="*/ 126747 w 2915191"/>
                <a:gd name="connsiteY13" fmla="*/ 31602 h 613061"/>
                <a:gd name="connsiteX14" fmla="*/ 136497 w 2915191"/>
                <a:gd name="connsiteY14" fmla="*/ 34248 h 613061"/>
                <a:gd name="connsiteX15" fmla="*/ 146247 w 2915191"/>
                <a:gd name="connsiteY15" fmla="*/ 22276 h 613061"/>
                <a:gd name="connsiteX16" fmla="*/ 155997 w 2915191"/>
                <a:gd name="connsiteY16" fmla="*/ 54156 h 613061"/>
                <a:gd name="connsiteX17" fmla="*/ 165747 w 2915191"/>
                <a:gd name="connsiteY17" fmla="*/ 55226 h 613061"/>
                <a:gd name="connsiteX18" fmla="*/ 175497 w 2915191"/>
                <a:gd name="connsiteY18" fmla="*/ 65681 h 613061"/>
                <a:gd name="connsiteX19" fmla="*/ 185247 w 2915191"/>
                <a:gd name="connsiteY19" fmla="*/ 42259 h 613061"/>
                <a:gd name="connsiteX20" fmla="*/ 194996 w 2915191"/>
                <a:gd name="connsiteY20" fmla="*/ 32152 h 613061"/>
                <a:gd name="connsiteX21" fmla="*/ 204746 w 2915191"/>
                <a:gd name="connsiteY21" fmla="*/ 10058 h 613061"/>
                <a:gd name="connsiteX22" fmla="*/ 214495 w 2915191"/>
                <a:gd name="connsiteY22" fmla="*/ 26711 h 613061"/>
                <a:gd name="connsiteX23" fmla="*/ 224245 w 2915191"/>
                <a:gd name="connsiteY23" fmla="*/ 66381 h 613061"/>
                <a:gd name="connsiteX24" fmla="*/ 233995 w 2915191"/>
                <a:gd name="connsiteY24" fmla="*/ 73440 h 613061"/>
                <a:gd name="connsiteX25" fmla="*/ 243744 w 2915191"/>
                <a:gd name="connsiteY25" fmla="*/ 87134 h 613061"/>
                <a:gd name="connsiteX26" fmla="*/ 253494 w 2915191"/>
                <a:gd name="connsiteY26" fmla="*/ 72509 h 613061"/>
                <a:gd name="connsiteX27" fmla="*/ 263244 w 2915191"/>
                <a:gd name="connsiteY27" fmla="*/ 102250 h 613061"/>
                <a:gd name="connsiteX28" fmla="*/ 272994 w 2915191"/>
                <a:gd name="connsiteY28" fmla="*/ 101706 h 613061"/>
                <a:gd name="connsiteX29" fmla="*/ 282744 w 2915191"/>
                <a:gd name="connsiteY29" fmla="*/ 98476 h 613061"/>
                <a:gd name="connsiteX30" fmla="*/ 292494 w 2915191"/>
                <a:gd name="connsiteY30" fmla="*/ 105701 h 613061"/>
                <a:gd name="connsiteX31" fmla="*/ 302244 w 2915191"/>
                <a:gd name="connsiteY31" fmla="*/ 120087 h 613061"/>
                <a:gd name="connsiteX32" fmla="*/ 311994 w 2915191"/>
                <a:gd name="connsiteY32" fmla="*/ 85487 h 613061"/>
                <a:gd name="connsiteX33" fmla="*/ 321744 w 2915191"/>
                <a:gd name="connsiteY33" fmla="*/ 95997 h 613061"/>
                <a:gd name="connsiteX34" fmla="*/ 331493 w 2915191"/>
                <a:gd name="connsiteY34" fmla="*/ 74785 h 613061"/>
                <a:gd name="connsiteX35" fmla="*/ 341243 w 2915191"/>
                <a:gd name="connsiteY35" fmla="*/ 66119 h 613061"/>
                <a:gd name="connsiteX36" fmla="*/ 350993 w 2915191"/>
                <a:gd name="connsiteY36" fmla="*/ 62147 h 613061"/>
                <a:gd name="connsiteX37" fmla="*/ 360742 w 2915191"/>
                <a:gd name="connsiteY37" fmla="*/ 74964 h 613061"/>
                <a:gd name="connsiteX38" fmla="*/ 370492 w 2915191"/>
                <a:gd name="connsiteY38" fmla="*/ 102974 h 613061"/>
                <a:gd name="connsiteX39" fmla="*/ 380241 w 2915191"/>
                <a:gd name="connsiteY39" fmla="*/ 137224 h 613061"/>
                <a:gd name="connsiteX40" fmla="*/ 389991 w 2915191"/>
                <a:gd name="connsiteY40" fmla="*/ 154687 h 613061"/>
                <a:gd name="connsiteX41" fmla="*/ 399741 w 2915191"/>
                <a:gd name="connsiteY41" fmla="*/ 126221 h 613061"/>
                <a:gd name="connsiteX42" fmla="*/ 409491 w 2915191"/>
                <a:gd name="connsiteY42" fmla="*/ 123557 h 613061"/>
                <a:gd name="connsiteX43" fmla="*/ 419241 w 2915191"/>
                <a:gd name="connsiteY43" fmla="*/ 129679 h 613061"/>
                <a:gd name="connsiteX44" fmla="*/ 428991 w 2915191"/>
                <a:gd name="connsiteY44" fmla="*/ 126986 h 613061"/>
                <a:gd name="connsiteX45" fmla="*/ 438741 w 2915191"/>
                <a:gd name="connsiteY45" fmla="*/ 143403 h 613061"/>
                <a:gd name="connsiteX46" fmla="*/ 448491 w 2915191"/>
                <a:gd name="connsiteY46" fmla="*/ 155499 h 613061"/>
                <a:gd name="connsiteX47" fmla="*/ 458241 w 2915191"/>
                <a:gd name="connsiteY47" fmla="*/ 147463 h 613061"/>
                <a:gd name="connsiteX48" fmla="*/ 467991 w 2915191"/>
                <a:gd name="connsiteY48" fmla="*/ 155681 h 613061"/>
                <a:gd name="connsiteX49" fmla="*/ 477740 w 2915191"/>
                <a:gd name="connsiteY49" fmla="*/ 175601 h 613061"/>
                <a:gd name="connsiteX50" fmla="*/ 487490 w 2915191"/>
                <a:gd name="connsiteY50" fmla="*/ 153483 h 613061"/>
                <a:gd name="connsiteX51" fmla="*/ 497239 w 2915191"/>
                <a:gd name="connsiteY51" fmla="*/ 188636 h 613061"/>
                <a:gd name="connsiteX52" fmla="*/ 506989 w 2915191"/>
                <a:gd name="connsiteY52" fmla="*/ 195500 h 613061"/>
                <a:gd name="connsiteX53" fmla="*/ 516738 w 2915191"/>
                <a:gd name="connsiteY53" fmla="*/ 187197 h 613061"/>
                <a:gd name="connsiteX54" fmla="*/ 526488 w 2915191"/>
                <a:gd name="connsiteY54" fmla="*/ 175027 h 613061"/>
                <a:gd name="connsiteX55" fmla="*/ 536238 w 2915191"/>
                <a:gd name="connsiteY55" fmla="*/ 183935 h 613061"/>
                <a:gd name="connsiteX56" fmla="*/ 545988 w 2915191"/>
                <a:gd name="connsiteY56" fmla="*/ 208623 h 613061"/>
                <a:gd name="connsiteX57" fmla="*/ 555738 w 2915191"/>
                <a:gd name="connsiteY57" fmla="*/ 215128 h 613061"/>
                <a:gd name="connsiteX58" fmla="*/ 565488 w 2915191"/>
                <a:gd name="connsiteY58" fmla="*/ 237268 h 613061"/>
                <a:gd name="connsiteX59" fmla="*/ 575238 w 2915191"/>
                <a:gd name="connsiteY59" fmla="*/ 254141 h 613061"/>
                <a:gd name="connsiteX60" fmla="*/ 584988 w 2915191"/>
                <a:gd name="connsiteY60" fmla="*/ 288863 h 613061"/>
                <a:gd name="connsiteX61" fmla="*/ 594738 w 2915191"/>
                <a:gd name="connsiteY61" fmla="*/ 317529 h 613061"/>
                <a:gd name="connsiteX62" fmla="*/ 604488 w 2915191"/>
                <a:gd name="connsiteY62" fmla="*/ 302077 h 613061"/>
                <a:gd name="connsiteX63" fmla="*/ 614237 w 2915191"/>
                <a:gd name="connsiteY63" fmla="*/ 309224 h 613061"/>
                <a:gd name="connsiteX64" fmla="*/ 623987 w 2915191"/>
                <a:gd name="connsiteY64" fmla="*/ 298196 h 613061"/>
                <a:gd name="connsiteX65" fmla="*/ 633736 w 2915191"/>
                <a:gd name="connsiteY65" fmla="*/ 304570 h 613061"/>
                <a:gd name="connsiteX66" fmla="*/ 643486 w 2915191"/>
                <a:gd name="connsiteY66" fmla="*/ 287427 h 613061"/>
                <a:gd name="connsiteX67" fmla="*/ 653236 w 2915191"/>
                <a:gd name="connsiteY67" fmla="*/ 292671 h 613061"/>
                <a:gd name="connsiteX68" fmla="*/ 662985 w 2915191"/>
                <a:gd name="connsiteY68" fmla="*/ 282747 h 613061"/>
                <a:gd name="connsiteX69" fmla="*/ 672735 w 2915191"/>
                <a:gd name="connsiteY69" fmla="*/ 274459 h 613061"/>
                <a:gd name="connsiteX70" fmla="*/ 682485 w 2915191"/>
                <a:gd name="connsiteY70" fmla="*/ 238878 h 613061"/>
                <a:gd name="connsiteX71" fmla="*/ 692235 w 2915191"/>
                <a:gd name="connsiteY71" fmla="*/ 246481 h 613061"/>
                <a:gd name="connsiteX72" fmla="*/ 701985 w 2915191"/>
                <a:gd name="connsiteY72" fmla="*/ 254819 h 613061"/>
                <a:gd name="connsiteX73" fmla="*/ 711735 w 2915191"/>
                <a:gd name="connsiteY73" fmla="*/ 247944 h 613061"/>
                <a:gd name="connsiteX74" fmla="*/ 721485 w 2915191"/>
                <a:gd name="connsiteY74" fmla="*/ 234453 h 613061"/>
                <a:gd name="connsiteX75" fmla="*/ 731235 w 2915191"/>
                <a:gd name="connsiteY75" fmla="*/ 226716 h 613061"/>
                <a:gd name="connsiteX76" fmla="*/ 740985 w 2915191"/>
                <a:gd name="connsiteY76" fmla="*/ 172535 h 613061"/>
                <a:gd name="connsiteX77" fmla="*/ 750734 w 2915191"/>
                <a:gd name="connsiteY77" fmla="*/ 180288 h 613061"/>
                <a:gd name="connsiteX78" fmla="*/ 760484 w 2915191"/>
                <a:gd name="connsiteY78" fmla="*/ 199150 h 613061"/>
                <a:gd name="connsiteX79" fmla="*/ 770233 w 2915191"/>
                <a:gd name="connsiteY79" fmla="*/ 170942 h 613061"/>
                <a:gd name="connsiteX80" fmla="*/ 779983 w 2915191"/>
                <a:gd name="connsiteY80" fmla="*/ 185604 h 613061"/>
                <a:gd name="connsiteX81" fmla="*/ 789733 w 2915191"/>
                <a:gd name="connsiteY81" fmla="*/ 210780 h 613061"/>
                <a:gd name="connsiteX82" fmla="*/ 799482 w 2915191"/>
                <a:gd name="connsiteY82" fmla="*/ 212530 h 613061"/>
                <a:gd name="connsiteX83" fmla="*/ 809232 w 2915191"/>
                <a:gd name="connsiteY83" fmla="*/ 188381 h 613061"/>
                <a:gd name="connsiteX84" fmla="*/ 818982 w 2915191"/>
                <a:gd name="connsiteY84" fmla="*/ 146460 h 613061"/>
                <a:gd name="connsiteX85" fmla="*/ 828732 w 2915191"/>
                <a:gd name="connsiteY85" fmla="*/ 162466 h 613061"/>
                <a:gd name="connsiteX86" fmla="*/ 838482 w 2915191"/>
                <a:gd name="connsiteY86" fmla="*/ 166963 h 613061"/>
                <a:gd name="connsiteX87" fmla="*/ 848232 w 2915191"/>
                <a:gd name="connsiteY87" fmla="*/ 165206 h 613061"/>
                <a:gd name="connsiteX88" fmla="*/ 857982 w 2915191"/>
                <a:gd name="connsiteY88" fmla="*/ 175701 h 613061"/>
                <a:gd name="connsiteX89" fmla="*/ 867732 w 2915191"/>
                <a:gd name="connsiteY89" fmla="*/ 182595 h 613061"/>
                <a:gd name="connsiteX90" fmla="*/ 877482 w 2915191"/>
                <a:gd name="connsiteY90" fmla="*/ 171395 h 613061"/>
                <a:gd name="connsiteX91" fmla="*/ 887231 w 2915191"/>
                <a:gd name="connsiteY91" fmla="*/ 193715 h 613061"/>
                <a:gd name="connsiteX92" fmla="*/ 896981 w 2915191"/>
                <a:gd name="connsiteY92" fmla="*/ 224251 h 613061"/>
                <a:gd name="connsiteX93" fmla="*/ 906730 w 2915191"/>
                <a:gd name="connsiteY93" fmla="*/ 216548 h 613061"/>
                <a:gd name="connsiteX94" fmla="*/ 916480 w 2915191"/>
                <a:gd name="connsiteY94" fmla="*/ 182827 h 613061"/>
                <a:gd name="connsiteX95" fmla="*/ 926230 w 2915191"/>
                <a:gd name="connsiteY95" fmla="*/ 157980 h 613061"/>
                <a:gd name="connsiteX96" fmla="*/ 935979 w 2915191"/>
                <a:gd name="connsiteY96" fmla="*/ 178895 h 613061"/>
                <a:gd name="connsiteX97" fmla="*/ 945729 w 2915191"/>
                <a:gd name="connsiteY97" fmla="*/ 166718 h 613061"/>
                <a:gd name="connsiteX98" fmla="*/ 955479 w 2915191"/>
                <a:gd name="connsiteY98" fmla="*/ 148400 h 613061"/>
                <a:gd name="connsiteX99" fmla="*/ 965229 w 2915191"/>
                <a:gd name="connsiteY99" fmla="*/ 164257 h 613061"/>
                <a:gd name="connsiteX100" fmla="*/ 974979 w 2915191"/>
                <a:gd name="connsiteY100" fmla="*/ 202877 h 613061"/>
                <a:gd name="connsiteX101" fmla="*/ 984729 w 2915191"/>
                <a:gd name="connsiteY101" fmla="*/ 270855 h 613061"/>
                <a:gd name="connsiteX102" fmla="*/ 994474 w 2915191"/>
                <a:gd name="connsiteY102" fmla="*/ 267759 h 613061"/>
                <a:gd name="connsiteX103" fmla="*/ 1004233 w 2915191"/>
                <a:gd name="connsiteY103" fmla="*/ 302849 h 613061"/>
                <a:gd name="connsiteX104" fmla="*/ 1013977 w 2915191"/>
                <a:gd name="connsiteY104" fmla="*/ 327876 h 613061"/>
                <a:gd name="connsiteX105" fmla="*/ 1023721 w 2915191"/>
                <a:gd name="connsiteY105" fmla="*/ 355673 h 613061"/>
                <a:gd name="connsiteX106" fmla="*/ 1033480 w 2915191"/>
                <a:gd name="connsiteY106" fmla="*/ 353887 h 613061"/>
                <a:gd name="connsiteX107" fmla="*/ 1043224 w 2915191"/>
                <a:gd name="connsiteY107" fmla="*/ 387868 h 613061"/>
                <a:gd name="connsiteX108" fmla="*/ 1052983 w 2915191"/>
                <a:gd name="connsiteY108" fmla="*/ 381459 h 613061"/>
                <a:gd name="connsiteX109" fmla="*/ 1062727 w 2915191"/>
                <a:gd name="connsiteY109" fmla="*/ 404129 h 613061"/>
                <a:gd name="connsiteX110" fmla="*/ 1072471 w 2915191"/>
                <a:gd name="connsiteY110" fmla="*/ 396632 h 613061"/>
                <a:gd name="connsiteX111" fmla="*/ 1082230 w 2915191"/>
                <a:gd name="connsiteY111" fmla="*/ 387999 h 613061"/>
                <a:gd name="connsiteX112" fmla="*/ 1091973 w 2915191"/>
                <a:gd name="connsiteY112" fmla="*/ 385563 h 613061"/>
                <a:gd name="connsiteX113" fmla="*/ 1101732 w 2915191"/>
                <a:gd name="connsiteY113" fmla="*/ 350733 h 613061"/>
                <a:gd name="connsiteX114" fmla="*/ 1111476 w 2915191"/>
                <a:gd name="connsiteY114" fmla="*/ 354766 h 613061"/>
                <a:gd name="connsiteX115" fmla="*/ 1121220 w 2915191"/>
                <a:gd name="connsiteY115" fmla="*/ 374231 h 613061"/>
                <a:gd name="connsiteX116" fmla="*/ 1130979 w 2915191"/>
                <a:gd name="connsiteY116" fmla="*/ 370649 h 613061"/>
                <a:gd name="connsiteX117" fmla="*/ 1140723 w 2915191"/>
                <a:gd name="connsiteY117" fmla="*/ 355752 h 613061"/>
                <a:gd name="connsiteX118" fmla="*/ 1150482 w 2915191"/>
                <a:gd name="connsiteY118" fmla="*/ 369785 h 613061"/>
                <a:gd name="connsiteX119" fmla="*/ 1160226 w 2915191"/>
                <a:gd name="connsiteY119" fmla="*/ 371372 h 613061"/>
                <a:gd name="connsiteX120" fmla="*/ 1169969 w 2915191"/>
                <a:gd name="connsiteY120" fmla="*/ 374995 h 613061"/>
                <a:gd name="connsiteX121" fmla="*/ 1179728 w 2915191"/>
                <a:gd name="connsiteY121" fmla="*/ 400364 h 613061"/>
                <a:gd name="connsiteX122" fmla="*/ 1189472 w 2915191"/>
                <a:gd name="connsiteY122" fmla="*/ 371938 h 613061"/>
                <a:gd name="connsiteX123" fmla="*/ 1199231 w 2915191"/>
                <a:gd name="connsiteY123" fmla="*/ 394772 h 613061"/>
                <a:gd name="connsiteX124" fmla="*/ 1208975 w 2915191"/>
                <a:gd name="connsiteY124" fmla="*/ 425578 h 613061"/>
                <a:gd name="connsiteX125" fmla="*/ 1218719 w 2915191"/>
                <a:gd name="connsiteY125" fmla="*/ 395978 h 613061"/>
                <a:gd name="connsiteX126" fmla="*/ 1228478 w 2915191"/>
                <a:gd name="connsiteY126" fmla="*/ 432272 h 613061"/>
                <a:gd name="connsiteX127" fmla="*/ 1238222 w 2915191"/>
                <a:gd name="connsiteY127" fmla="*/ 461055 h 613061"/>
                <a:gd name="connsiteX128" fmla="*/ 1247966 w 2915191"/>
                <a:gd name="connsiteY128" fmla="*/ 470126 h 613061"/>
                <a:gd name="connsiteX129" fmla="*/ 1257725 w 2915191"/>
                <a:gd name="connsiteY129" fmla="*/ 474074 h 613061"/>
                <a:gd name="connsiteX130" fmla="*/ 1267469 w 2915191"/>
                <a:gd name="connsiteY130" fmla="*/ 489333 h 613061"/>
                <a:gd name="connsiteX131" fmla="*/ 1277227 w 2915191"/>
                <a:gd name="connsiteY131" fmla="*/ 506890 h 613061"/>
                <a:gd name="connsiteX132" fmla="*/ 1286971 w 2915191"/>
                <a:gd name="connsiteY132" fmla="*/ 487967 h 613061"/>
                <a:gd name="connsiteX133" fmla="*/ 1296715 w 2915191"/>
                <a:gd name="connsiteY133" fmla="*/ 467180 h 613061"/>
                <a:gd name="connsiteX134" fmla="*/ 1306474 w 2915191"/>
                <a:gd name="connsiteY134" fmla="*/ 443199 h 613061"/>
                <a:gd name="connsiteX135" fmla="*/ 1316218 w 2915191"/>
                <a:gd name="connsiteY135" fmla="*/ 444858 h 613061"/>
                <a:gd name="connsiteX136" fmla="*/ 1325977 w 2915191"/>
                <a:gd name="connsiteY136" fmla="*/ 422195 h 613061"/>
                <a:gd name="connsiteX137" fmla="*/ 1335721 w 2915191"/>
                <a:gd name="connsiteY137" fmla="*/ 439533 h 613061"/>
                <a:gd name="connsiteX138" fmla="*/ 1345465 w 2915191"/>
                <a:gd name="connsiteY138" fmla="*/ 467310 h 613061"/>
                <a:gd name="connsiteX139" fmla="*/ 1355224 w 2915191"/>
                <a:gd name="connsiteY139" fmla="*/ 459655 h 613061"/>
                <a:gd name="connsiteX140" fmla="*/ 1364967 w 2915191"/>
                <a:gd name="connsiteY140" fmla="*/ 484758 h 613061"/>
                <a:gd name="connsiteX141" fmla="*/ 1374726 w 2915191"/>
                <a:gd name="connsiteY141" fmla="*/ 495108 h 613061"/>
                <a:gd name="connsiteX142" fmla="*/ 1384470 w 2915191"/>
                <a:gd name="connsiteY142" fmla="*/ 454361 h 613061"/>
                <a:gd name="connsiteX143" fmla="*/ 1394214 w 2915191"/>
                <a:gd name="connsiteY143" fmla="*/ 461365 h 613061"/>
                <a:gd name="connsiteX144" fmla="*/ 1403973 w 2915191"/>
                <a:gd name="connsiteY144" fmla="*/ 437318 h 613061"/>
                <a:gd name="connsiteX145" fmla="*/ 1413717 w 2915191"/>
                <a:gd name="connsiteY145" fmla="*/ 433085 h 613061"/>
                <a:gd name="connsiteX146" fmla="*/ 1423476 w 2915191"/>
                <a:gd name="connsiteY146" fmla="*/ 440082 h 613061"/>
                <a:gd name="connsiteX147" fmla="*/ 1433220 w 2915191"/>
                <a:gd name="connsiteY147" fmla="*/ 426096 h 613061"/>
                <a:gd name="connsiteX148" fmla="*/ 1442964 w 2915191"/>
                <a:gd name="connsiteY148" fmla="*/ 460008 h 613061"/>
                <a:gd name="connsiteX149" fmla="*/ 1452722 w 2915191"/>
                <a:gd name="connsiteY149" fmla="*/ 483123 h 613061"/>
                <a:gd name="connsiteX150" fmla="*/ 1462466 w 2915191"/>
                <a:gd name="connsiteY150" fmla="*/ 444128 h 613061"/>
                <a:gd name="connsiteX151" fmla="*/ 1472225 w 2915191"/>
                <a:gd name="connsiteY151" fmla="*/ 469063 h 613061"/>
                <a:gd name="connsiteX152" fmla="*/ 1481969 w 2915191"/>
                <a:gd name="connsiteY152" fmla="*/ 483672 h 613061"/>
                <a:gd name="connsiteX153" fmla="*/ 1491713 w 2915191"/>
                <a:gd name="connsiteY153" fmla="*/ 495796 h 613061"/>
                <a:gd name="connsiteX154" fmla="*/ 1501472 w 2915191"/>
                <a:gd name="connsiteY154" fmla="*/ 545406 h 613061"/>
                <a:gd name="connsiteX155" fmla="*/ 1511216 w 2915191"/>
                <a:gd name="connsiteY155" fmla="*/ 523191 h 613061"/>
                <a:gd name="connsiteX156" fmla="*/ 1520960 w 2915191"/>
                <a:gd name="connsiteY156" fmla="*/ 541383 h 613061"/>
                <a:gd name="connsiteX157" fmla="*/ 1530719 w 2915191"/>
                <a:gd name="connsiteY157" fmla="*/ 555760 h 613061"/>
                <a:gd name="connsiteX158" fmla="*/ 1540463 w 2915191"/>
                <a:gd name="connsiteY158" fmla="*/ 570734 h 613061"/>
                <a:gd name="connsiteX159" fmla="*/ 1550221 w 2915191"/>
                <a:gd name="connsiteY159" fmla="*/ 578705 h 613061"/>
                <a:gd name="connsiteX160" fmla="*/ 1559965 w 2915191"/>
                <a:gd name="connsiteY160" fmla="*/ 600234 h 613061"/>
                <a:gd name="connsiteX161" fmla="*/ 1569709 w 2915191"/>
                <a:gd name="connsiteY161" fmla="*/ 582713 h 613061"/>
                <a:gd name="connsiteX162" fmla="*/ 1579468 w 2915191"/>
                <a:gd name="connsiteY162" fmla="*/ 559679 h 613061"/>
                <a:gd name="connsiteX163" fmla="*/ 1589212 w 2915191"/>
                <a:gd name="connsiteY163" fmla="*/ 550114 h 613061"/>
                <a:gd name="connsiteX164" fmla="*/ 1598971 w 2915191"/>
                <a:gd name="connsiteY164" fmla="*/ 530909 h 613061"/>
                <a:gd name="connsiteX165" fmla="*/ 1608715 w 2915191"/>
                <a:gd name="connsiteY165" fmla="*/ 565698 h 613061"/>
                <a:gd name="connsiteX166" fmla="*/ 1618459 w 2915191"/>
                <a:gd name="connsiteY166" fmla="*/ 593291 h 613061"/>
                <a:gd name="connsiteX167" fmla="*/ 1628218 w 2915191"/>
                <a:gd name="connsiteY167" fmla="*/ 538865 h 613061"/>
                <a:gd name="connsiteX168" fmla="*/ 1637962 w 2915191"/>
                <a:gd name="connsiteY168" fmla="*/ 521797 h 613061"/>
                <a:gd name="connsiteX169" fmla="*/ 1647720 w 2915191"/>
                <a:gd name="connsiteY169" fmla="*/ 553332 h 613061"/>
                <a:gd name="connsiteX170" fmla="*/ 1657464 w 2915191"/>
                <a:gd name="connsiteY170" fmla="*/ 535855 h 613061"/>
                <a:gd name="connsiteX171" fmla="*/ 1667208 w 2915191"/>
                <a:gd name="connsiteY171" fmla="*/ 533635 h 613061"/>
                <a:gd name="connsiteX172" fmla="*/ 1676967 w 2915191"/>
                <a:gd name="connsiteY172" fmla="*/ 507059 h 613061"/>
                <a:gd name="connsiteX173" fmla="*/ 1686711 w 2915191"/>
                <a:gd name="connsiteY173" fmla="*/ 471894 h 613061"/>
                <a:gd name="connsiteX174" fmla="*/ 1696470 w 2915191"/>
                <a:gd name="connsiteY174" fmla="*/ 466167 h 613061"/>
                <a:gd name="connsiteX175" fmla="*/ 1706214 w 2915191"/>
                <a:gd name="connsiteY175" fmla="*/ 505230 h 613061"/>
                <a:gd name="connsiteX176" fmla="*/ 1715958 w 2915191"/>
                <a:gd name="connsiteY176" fmla="*/ 478701 h 613061"/>
                <a:gd name="connsiteX177" fmla="*/ 1725716 w 2915191"/>
                <a:gd name="connsiteY177" fmla="*/ 473670 h 613061"/>
                <a:gd name="connsiteX178" fmla="*/ 1735460 w 2915191"/>
                <a:gd name="connsiteY178" fmla="*/ 473554 h 613061"/>
                <a:gd name="connsiteX179" fmla="*/ 1745219 w 2915191"/>
                <a:gd name="connsiteY179" fmla="*/ 458464 h 613061"/>
                <a:gd name="connsiteX180" fmla="*/ 1754963 w 2915191"/>
                <a:gd name="connsiteY180" fmla="*/ 498280 h 613061"/>
                <a:gd name="connsiteX181" fmla="*/ 1764707 w 2915191"/>
                <a:gd name="connsiteY181" fmla="*/ 517355 h 613061"/>
                <a:gd name="connsiteX182" fmla="*/ 1774466 w 2915191"/>
                <a:gd name="connsiteY182" fmla="*/ 528599 h 613061"/>
                <a:gd name="connsiteX183" fmla="*/ 1784210 w 2915191"/>
                <a:gd name="connsiteY183" fmla="*/ 546121 h 613061"/>
                <a:gd name="connsiteX184" fmla="*/ 1793969 w 2915191"/>
                <a:gd name="connsiteY184" fmla="*/ 495576 h 613061"/>
                <a:gd name="connsiteX185" fmla="*/ 1803713 w 2915191"/>
                <a:gd name="connsiteY185" fmla="*/ 502602 h 613061"/>
                <a:gd name="connsiteX186" fmla="*/ 1813457 w 2915191"/>
                <a:gd name="connsiteY186" fmla="*/ 471355 h 613061"/>
                <a:gd name="connsiteX187" fmla="*/ 1823215 w 2915191"/>
                <a:gd name="connsiteY187" fmla="*/ 446810 h 613061"/>
                <a:gd name="connsiteX188" fmla="*/ 1832959 w 2915191"/>
                <a:gd name="connsiteY188" fmla="*/ 447305 h 613061"/>
                <a:gd name="connsiteX189" fmla="*/ 1842703 w 2915191"/>
                <a:gd name="connsiteY189" fmla="*/ 462228 h 613061"/>
                <a:gd name="connsiteX190" fmla="*/ 1852462 w 2915191"/>
                <a:gd name="connsiteY190" fmla="*/ 467844 h 613061"/>
                <a:gd name="connsiteX191" fmla="*/ 1862206 w 2915191"/>
                <a:gd name="connsiteY191" fmla="*/ 471262 h 613061"/>
                <a:gd name="connsiteX192" fmla="*/ 1871965 w 2915191"/>
                <a:gd name="connsiteY192" fmla="*/ 501644 h 613061"/>
                <a:gd name="connsiteX193" fmla="*/ 1881709 w 2915191"/>
                <a:gd name="connsiteY193" fmla="*/ 480555 h 613061"/>
                <a:gd name="connsiteX194" fmla="*/ 1891453 w 2915191"/>
                <a:gd name="connsiteY194" fmla="*/ 444569 h 613061"/>
                <a:gd name="connsiteX195" fmla="*/ 1901212 w 2915191"/>
                <a:gd name="connsiteY195" fmla="*/ 465845 h 613061"/>
                <a:gd name="connsiteX196" fmla="*/ 1910956 w 2915191"/>
                <a:gd name="connsiteY196" fmla="*/ 475689 h 613061"/>
                <a:gd name="connsiteX197" fmla="*/ 1920714 w 2915191"/>
                <a:gd name="connsiteY197" fmla="*/ 513799 h 613061"/>
                <a:gd name="connsiteX198" fmla="*/ 1930458 w 2915191"/>
                <a:gd name="connsiteY198" fmla="*/ 506938 h 613061"/>
                <a:gd name="connsiteX199" fmla="*/ 1940202 w 2915191"/>
                <a:gd name="connsiteY199" fmla="*/ 539386 h 613061"/>
                <a:gd name="connsiteX200" fmla="*/ 1949961 w 2915191"/>
                <a:gd name="connsiteY200" fmla="*/ 578526 h 613061"/>
                <a:gd name="connsiteX201" fmla="*/ 1959705 w 2915191"/>
                <a:gd name="connsiteY201" fmla="*/ 584501 h 613061"/>
                <a:gd name="connsiteX202" fmla="*/ 1969464 w 2915191"/>
                <a:gd name="connsiteY202" fmla="*/ 609620 h 613061"/>
                <a:gd name="connsiteX203" fmla="*/ 1979208 w 2915191"/>
                <a:gd name="connsiteY203" fmla="*/ 613062 h 613061"/>
                <a:gd name="connsiteX204" fmla="*/ 1988952 w 2915191"/>
                <a:gd name="connsiteY204" fmla="*/ 575457 h 613061"/>
                <a:gd name="connsiteX205" fmla="*/ 1998711 w 2915191"/>
                <a:gd name="connsiteY205" fmla="*/ 593723 h 613061"/>
                <a:gd name="connsiteX206" fmla="*/ 2008454 w 2915191"/>
                <a:gd name="connsiteY206" fmla="*/ 590088 h 613061"/>
                <a:gd name="connsiteX207" fmla="*/ 2018213 w 2915191"/>
                <a:gd name="connsiteY207" fmla="*/ 554762 h 613061"/>
                <a:gd name="connsiteX208" fmla="*/ 2027957 w 2915191"/>
                <a:gd name="connsiteY208" fmla="*/ 566205 h 613061"/>
                <a:gd name="connsiteX209" fmla="*/ 2037701 w 2915191"/>
                <a:gd name="connsiteY209" fmla="*/ 562748 h 613061"/>
                <a:gd name="connsiteX210" fmla="*/ 2047460 w 2915191"/>
                <a:gd name="connsiteY210" fmla="*/ 588732 h 613061"/>
                <a:gd name="connsiteX211" fmla="*/ 2057204 w 2915191"/>
                <a:gd name="connsiteY211" fmla="*/ 572164 h 613061"/>
                <a:gd name="connsiteX212" fmla="*/ 2066963 w 2915191"/>
                <a:gd name="connsiteY212" fmla="*/ 566592 h 613061"/>
                <a:gd name="connsiteX213" fmla="*/ 2076707 w 2915191"/>
                <a:gd name="connsiteY213" fmla="*/ 532056 h 613061"/>
                <a:gd name="connsiteX214" fmla="*/ 2086451 w 2915191"/>
                <a:gd name="connsiteY214" fmla="*/ 509253 h 613061"/>
                <a:gd name="connsiteX215" fmla="*/ 2096210 w 2915191"/>
                <a:gd name="connsiteY215" fmla="*/ 488189 h 613061"/>
                <a:gd name="connsiteX216" fmla="*/ 2105954 w 2915191"/>
                <a:gd name="connsiteY216" fmla="*/ 478935 h 613061"/>
                <a:gd name="connsiteX217" fmla="*/ 2115697 w 2915191"/>
                <a:gd name="connsiteY217" fmla="*/ 453535 h 613061"/>
                <a:gd name="connsiteX218" fmla="*/ 2125456 w 2915191"/>
                <a:gd name="connsiteY218" fmla="*/ 437827 h 613061"/>
                <a:gd name="connsiteX219" fmla="*/ 2135200 w 2915191"/>
                <a:gd name="connsiteY219" fmla="*/ 418170 h 613061"/>
                <a:gd name="connsiteX220" fmla="*/ 2144959 w 2915191"/>
                <a:gd name="connsiteY220" fmla="*/ 461375 h 613061"/>
                <a:gd name="connsiteX221" fmla="*/ 2154703 w 2915191"/>
                <a:gd name="connsiteY221" fmla="*/ 499624 h 613061"/>
                <a:gd name="connsiteX222" fmla="*/ 2164447 w 2915191"/>
                <a:gd name="connsiteY222" fmla="*/ 504268 h 613061"/>
                <a:gd name="connsiteX223" fmla="*/ 2174206 w 2915191"/>
                <a:gd name="connsiteY223" fmla="*/ 483883 h 613061"/>
                <a:gd name="connsiteX224" fmla="*/ 2183950 w 2915191"/>
                <a:gd name="connsiteY224" fmla="*/ 476301 h 613061"/>
                <a:gd name="connsiteX225" fmla="*/ 2193709 w 2915191"/>
                <a:gd name="connsiteY225" fmla="*/ 479837 h 613061"/>
                <a:gd name="connsiteX226" fmla="*/ 2203452 w 2915191"/>
                <a:gd name="connsiteY226" fmla="*/ 463732 h 613061"/>
                <a:gd name="connsiteX227" fmla="*/ 2213196 w 2915191"/>
                <a:gd name="connsiteY227" fmla="*/ 464957 h 613061"/>
                <a:gd name="connsiteX228" fmla="*/ 2222955 w 2915191"/>
                <a:gd name="connsiteY228" fmla="*/ 448225 h 613061"/>
                <a:gd name="connsiteX229" fmla="*/ 2232699 w 2915191"/>
                <a:gd name="connsiteY229" fmla="*/ 460703 h 613061"/>
                <a:gd name="connsiteX230" fmla="*/ 2242458 w 2915191"/>
                <a:gd name="connsiteY230" fmla="*/ 476566 h 613061"/>
                <a:gd name="connsiteX231" fmla="*/ 2252202 w 2915191"/>
                <a:gd name="connsiteY231" fmla="*/ 461588 h 613061"/>
                <a:gd name="connsiteX232" fmla="*/ 2261946 w 2915191"/>
                <a:gd name="connsiteY232" fmla="*/ 471021 h 613061"/>
                <a:gd name="connsiteX233" fmla="*/ 2271705 w 2915191"/>
                <a:gd name="connsiteY233" fmla="*/ 453655 h 613061"/>
                <a:gd name="connsiteX234" fmla="*/ 2281449 w 2915191"/>
                <a:gd name="connsiteY234" fmla="*/ 440718 h 613061"/>
                <a:gd name="connsiteX235" fmla="*/ 2291208 w 2915191"/>
                <a:gd name="connsiteY235" fmla="*/ 469264 h 613061"/>
                <a:gd name="connsiteX236" fmla="*/ 2300951 w 2915191"/>
                <a:gd name="connsiteY236" fmla="*/ 478667 h 613061"/>
                <a:gd name="connsiteX237" fmla="*/ 2310695 w 2915191"/>
                <a:gd name="connsiteY237" fmla="*/ 458677 h 613061"/>
                <a:gd name="connsiteX238" fmla="*/ 2320454 w 2915191"/>
                <a:gd name="connsiteY238" fmla="*/ 459278 h 613061"/>
                <a:gd name="connsiteX239" fmla="*/ 2330198 w 2915191"/>
                <a:gd name="connsiteY239" fmla="*/ 443574 h 613061"/>
                <a:gd name="connsiteX240" fmla="*/ 2339957 w 2915191"/>
                <a:gd name="connsiteY240" fmla="*/ 453787 h 613061"/>
                <a:gd name="connsiteX241" fmla="*/ 2349701 w 2915191"/>
                <a:gd name="connsiteY241" fmla="*/ 453740 h 613061"/>
                <a:gd name="connsiteX242" fmla="*/ 2359445 w 2915191"/>
                <a:gd name="connsiteY242" fmla="*/ 462116 h 613061"/>
                <a:gd name="connsiteX243" fmla="*/ 2369204 w 2915191"/>
                <a:gd name="connsiteY243" fmla="*/ 484432 h 613061"/>
                <a:gd name="connsiteX244" fmla="*/ 2378948 w 2915191"/>
                <a:gd name="connsiteY244" fmla="*/ 471474 h 613061"/>
                <a:gd name="connsiteX245" fmla="*/ 2388692 w 2915191"/>
                <a:gd name="connsiteY245" fmla="*/ 473831 h 613061"/>
                <a:gd name="connsiteX246" fmla="*/ 2398450 w 2915191"/>
                <a:gd name="connsiteY246" fmla="*/ 485862 h 613061"/>
                <a:gd name="connsiteX247" fmla="*/ 2408194 w 2915191"/>
                <a:gd name="connsiteY247" fmla="*/ 467561 h 613061"/>
                <a:gd name="connsiteX248" fmla="*/ 2417953 w 2915191"/>
                <a:gd name="connsiteY248" fmla="*/ 482772 h 613061"/>
                <a:gd name="connsiteX249" fmla="*/ 2427697 w 2915191"/>
                <a:gd name="connsiteY249" fmla="*/ 496887 h 613061"/>
                <a:gd name="connsiteX250" fmla="*/ 2437441 w 2915191"/>
                <a:gd name="connsiteY250" fmla="*/ 483552 h 613061"/>
                <a:gd name="connsiteX251" fmla="*/ 2447200 w 2915191"/>
                <a:gd name="connsiteY251" fmla="*/ 464097 h 613061"/>
                <a:gd name="connsiteX252" fmla="*/ 2456944 w 2915191"/>
                <a:gd name="connsiteY252" fmla="*/ 425363 h 613061"/>
                <a:gd name="connsiteX253" fmla="*/ 2466703 w 2915191"/>
                <a:gd name="connsiteY253" fmla="*/ 420478 h 613061"/>
                <a:gd name="connsiteX254" fmla="*/ 2476446 w 2915191"/>
                <a:gd name="connsiteY254" fmla="*/ 399306 h 613061"/>
                <a:gd name="connsiteX255" fmla="*/ 2486190 w 2915191"/>
                <a:gd name="connsiteY255" fmla="*/ 409686 h 613061"/>
                <a:gd name="connsiteX256" fmla="*/ 2495949 w 2915191"/>
                <a:gd name="connsiteY256" fmla="*/ 399062 h 613061"/>
                <a:gd name="connsiteX257" fmla="*/ 2505693 w 2915191"/>
                <a:gd name="connsiteY257" fmla="*/ 414455 h 613061"/>
                <a:gd name="connsiteX258" fmla="*/ 2515452 w 2915191"/>
                <a:gd name="connsiteY258" fmla="*/ 400786 h 613061"/>
                <a:gd name="connsiteX259" fmla="*/ 2525196 w 2915191"/>
                <a:gd name="connsiteY259" fmla="*/ 438042 h 613061"/>
                <a:gd name="connsiteX260" fmla="*/ 2534940 w 2915191"/>
                <a:gd name="connsiteY260" fmla="*/ 427491 h 613061"/>
                <a:gd name="connsiteX261" fmla="*/ 2544699 w 2915191"/>
                <a:gd name="connsiteY261" fmla="*/ 426221 h 613061"/>
                <a:gd name="connsiteX262" fmla="*/ 2554443 w 2915191"/>
                <a:gd name="connsiteY262" fmla="*/ 428197 h 613061"/>
                <a:gd name="connsiteX263" fmla="*/ 2564202 w 2915191"/>
                <a:gd name="connsiteY263" fmla="*/ 409496 h 613061"/>
                <a:gd name="connsiteX264" fmla="*/ 2573946 w 2915191"/>
                <a:gd name="connsiteY264" fmla="*/ 442376 h 613061"/>
                <a:gd name="connsiteX265" fmla="*/ 2583690 w 2915191"/>
                <a:gd name="connsiteY265" fmla="*/ 454712 h 613061"/>
                <a:gd name="connsiteX266" fmla="*/ 2593448 w 2915191"/>
                <a:gd name="connsiteY266" fmla="*/ 467786 h 613061"/>
                <a:gd name="connsiteX267" fmla="*/ 2603192 w 2915191"/>
                <a:gd name="connsiteY267" fmla="*/ 475903 h 613061"/>
                <a:gd name="connsiteX268" fmla="*/ 2612951 w 2915191"/>
                <a:gd name="connsiteY268" fmla="*/ 478524 h 613061"/>
                <a:gd name="connsiteX269" fmla="*/ 2622695 w 2915191"/>
                <a:gd name="connsiteY269" fmla="*/ 468807 h 613061"/>
                <a:gd name="connsiteX270" fmla="*/ 2632439 w 2915191"/>
                <a:gd name="connsiteY270" fmla="*/ 460371 h 613061"/>
                <a:gd name="connsiteX271" fmla="*/ 2642198 w 2915191"/>
                <a:gd name="connsiteY271" fmla="*/ 473591 h 613061"/>
                <a:gd name="connsiteX272" fmla="*/ 2651942 w 2915191"/>
                <a:gd name="connsiteY272" fmla="*/ 452212 h 613061"/>
                <a:gd name="connsiteX273" fmla="*/ 2661685 w 2915191"/>
                <a:gd name="connsiteY273" fmla="*/ 455425 h 613061"/>
                <a:gd name="connsiteX274" fmla="*/ 2671444 w 2915191"/>
                <a:gd name="connsiteY274" fmla="*/ 415293 h 613061"/>
                <a:gd name="connsiteX275" fmla="*/ 2681188 w 2915191"/>
                <a:gd name="connsiteY275" fmla="*/ 429763 h 613061"/>
                <a:gd name="connsiteX276" fmla="*/ 2690947 w 2915191"/>
                <a:gd name="connsiteY276" fmla="*/ 449206 h 613061"/>
                <a:gd name="connsiteX277" fmla="*/ 2700691 w 2915191"/>
                <a:gd name="connsiteY277" fmla="*/ 466985 h 613061"/>
                <a:gd name="connsiteX278" fmla="*/ 2710435 w 2915191"/>
                <a:gd name="connsiteY278" fmla="*/ 487656 h 613061"/>
                <a:gd name="connsiteX279" fmla="*/ 2720194 w 2915191"/>
                <a:gd name="connsiteY279" fmla="*/ 433899 h 613061"/>
                <a:gd name="connsiteX280" fmla="*/ 2729938 w 2915191"/>
                <a:gd name="connsiteY280" fmla="*/ 456614 h 613061"/>
                <a:gd name="connsiteX281" fmla="*/ 2739697 w 2915191"/>
                <a:gd name="connsiteY281" fmla="*/ 466322 h 613061"/>
                <a:gd name="connsiteX282" fmla="*/ 2749441 w 2915191"/>
                <a:gd name="connsiteY282" fmla="*/ 491392 h 613061"/>
                <a:gd name="connsiteX283" fmla="*/ 2759185 w 2915191"/>
                <a:gd name="connsiteY283" fmla="*/ 472304 h 613061"/>
                <a:gd name="connsiteX284" fmla="*/ 2768943 w 2915191"/>
                <a:gd name="connsiteY284" fmla="*/ 466585 h 613061"/>
                <a:gd name="connsiteX285" fmla="*/ 2778687 w 2915191"/>
                <a:gd name="connsiteY285" fmla="*/ 451073 h 613061"/>
                <a:gd name="connsiteX286" fmla="*/ 2788446 w 2915191"/>
                <a:gd name="connsiteY286" fmla="*/ 430862 h 613061"/>
                <a:gd name="connsiteX287" fmla="*/ 2798190 w 2915191"/>
                <a:gd name="connsiteY287" fmla="*/ 404832 h 613061"/>
                <a:gd name="connsiteX288" fmla="*/ 2807934 w 2915191"/>
                <a:gd name="connsiteY288" fmla="*/ 392056 h 613061"/>
                <a:gd name="connsiteX289" fmla="*/ 2817693 w 2915191"/>
                <a:gd name="connsiteY289" fmla="*/ 386036 h 613061"/>
                <a:gd name="connsiteX290" fmla="*/ 2827437 w 2915191"/>
                <a:gd name="connsiteY290" fmla="*/ 372068 h 613061"/>
                <a:gd name="connsiteX291" fmla="*/ 2837196 w 2915191"/>
                <a:gd name="connsiteY291" fmla="*/ 329221 h 613061"/>
                <a:gd name="connsiteX292" fmla="*/ 2846940 w 2915191"/>
                <a:gd name="connsiteY292" fmla="*/ 357225 h 613061"/>
                <a:gd name="connsiteX293" fmla="*/ 2856684 w 2915191"/>
                <a:gd name="connsiteY293" fmla="*/ 346829 h 613061"/>
                <a:gd name="connsiteX294" fmla="*/ 2866442 w 2915191"/>
                <a:gd name="connsiteY294" fmla="*/ 353516 h 613061"/>
                <a:gd name="connsiteX295" fmla="*/ 2876186 w 2915191"/>
                <a:gd name="connsiteY295" fmla="*/ 357124 h 613061"/>
                <a:gd name="connsiteX296" fmla="*/ 2885945 w 2915191"/>
                <a:gd name="connsiteY296" fmla="*/ 375025 h 613061"/>
                <a:gd name="connsiteX297" fmla="*/ 2895689 w 2915191"/>
                <a:gd name="connsiteY297" fmla="*/ 362360 h 613061"/>
                <a:gd name="connsiteX298" fmla="*/ 2905433 w 2915191"/>
                <a:gd name="connsiteY298" fmla="*/ 350247 h 613061"/>
                <a:gd name="connsiteX299" fmla="*/ 2915192 w 2915191"/>
                <a:gd name="connsiteY299" fmla="*/ 336261 h 613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13061">
                  <a:moveTo>
                    <a:pt x="0" y="85480"/>
                  </a:moveTo>
                  <a:lnTo>
                    <a:pt x="9750" y="86578"/>
                  </a:lnTo>
                  <a:lnTo>
                    <a:pt x="19500" y="77892"/>
                  </a:lnTo>
                  <a:lnTo>
                    <a:pt x="29250" y="64176"/>
                  </a:lnTo>
                  <a:lnTo>
                    <a:pt x="39000" y="68954"/>
                  </a:lnTo>
                  <a:lnTo>
                    <a:pt x="48749" y="75115"/>
                  </a:lnTo>
                  <a:lnTo>
                    <a:pt x="58499" y="86571"/>
                  </a:lnTo>
                  <a:lnTo>
                    <a:pt x="68249" y="54535"/>
                  </a:lnTo>
                  <a:lnTo>
                    <a:pt x="77998" y="48319"/>
                  </a:lnTo>
                  <a:lnTo>
                    <a:pt x="87748" y="67828"/>
                  </a:lnTo>
                  <a:lnTo>
                    <a:pt x="97497" y="38928"/>
                  </a:lnTo>
                  <a:lnTo>
                    <a:pt x="107247" y="0"/>
                  </a:lnTo>
                  <a:lnTo>
                    <a:pt x="116997" y="21838"/>
                  </a:lnTo>
                  <a:lnTo>
                    <a:pt x="126747" y="31602"/>
                  </a:lnTo>
                  <a:lnTo>
                    <a:pt x="136497" y="34248"/>
                  </a:lnTo>
                  <a:lnTo>
                    <a:pt x="146247" y="22276"/>
                  </a:lnTo>
                  <a:lnTo>
                    <a:pt x="155997" y="54156"/>
                  </a:lnTo>
                  <a:lnTo>
                    <a:pt x="165747" y="55226"/>
                  </a:lnTo>
                  <a:lnTo>
                    <a:pt x="175497" y="65681"/>
                  </a:lnTo>
                  <a:lnTo>
                    <a:pt x="185247" y="42259"/>
                  </a:lnTo>
                  <a:lnTo>
                    <a:pt x="194996" y="32152"/>
                  </a:lnTo>
                  <a:lnTo>
                    <a:pt x="204746" y="10058"/>
                  </a:lnTo>
                  <a:lnTo>
                    <a:pt x="214495" y="26711"/>
                  </a:lnTo>
                  <a:lnTo>
                    <a:pt x="224245" y="66381"/>
                  </a:lnTo>
                  <a:lnTo>
                    <a:pt x="233995" y="73440"/>
                  </a:lnTo>
                  <a:lnTo>
                    <a:pt x="243744" y="87134"/>
                  </a:lnTo>
                  <a:lnTo>
                    <a:pt x="253494" y="72509"/>
                  </a:lnTo>
                  <a:lnTo>
                    <a:pt x="263244" y="102250"/>
                  </a:lnTo>
                  <a:lnTo>
                    <a:pt x="272994" y="101706"/>
                  </a:lnTo>
                  <a:lnTo>
                    <a:pt x="282744" y="98476"/>
                  </a:lnTo>
                  <a:lnTo>
                    <a:pt x="292494" y="105701"/>
                  </a:lnTo>
                  <a:lnTo>
                    <a:pt x="302244" y="120087"/>
                  </a:lnTo>
                  <a:lnTo>
                    <a:pt x="311994" y="85487"/>
                  </a:lnTo>
                  <a:lnTo>
                    <a:pt x="321744" y="95997"/>
                  </a:lnTo>
                  <a:lnTo>
                    <a:pt x="331493" y="74785"/>
                  </a:lnTo>
                  <a:lnTo>
                    <a:pt x="341243" y="66119"/>
                  </a:lnTo>
                  <a:lnTo>
                    <a:pt x="350993" y="62147"/>
                  </a:lnTo>
                  <a:lnTo>
                    <a:pt x="360742" y="74964"/>
                  </a:lnTo>
                  <a:lnTo>
                    <a:pt x="370492" y="102974"/>
                  </a:lnTo>
                  <a:lnTo>
                    <a:pt x="380241" y="137224"/>
                  </a:lnTo>
                  <a:lnTo>
                    <a:pt x="389991" y="154687"/>
                  </a:lnTo>
                  <a:lnTo>
                    <a:pt x="399741" y="126221"/>
                  </a:lnTo>
                  <a:lnTo>
                    <a:pt x="409491" y="123557"/>
                  </a:lnTo>
                  <a:lnTo>
                    <a:pt x="419241" y="129679"/>
                  </a:lnTo>
                  <a:lnTo>
                    <a:pt x="428991" y="126986"/>
                  </a:lnTo>
                  <a:lnTo>
                    <a:pt x="438741" y="143403"/>
                  </a:lnTo>
                  <a:lnTo>
                    <a:pt x="448491" y="155499"/>
                  </a:lnTo>
                  <a:lnTo>
                    <a:pt x="458241" y="147463"/>
                  </a:lnTo>
                  <a:lnTo>
                    <a:pt x="467991" y="155681"/>
                  </a:lnTo>
                  <a:lnTo>
                    <a:pt x="477740" y="175601"/>
                  </a:lnTo>
                  <a:lnTo>
                    <a:pt x="487490" y="153483"/>
                  </a:lnTo>
                  <a:lnTo>
                    <a:pt x="497239" y="188636"/>
                  </a:lnTo>
                  <a:lnTo>
                    <a:pt x="506989" y="195500"/>
                  </a:lnTo>
                  <a:lnTo>
                    <a:pt x="516738" y="187197"/>
                  </a:lnTo>
                  <a:lnTo>
                    <a:pt x="526488" y="175027"/>
                  </a:lnTo>
                  <a:lnTo>
                    <a:pt x="536238" y="183935"/>
                  </a:lnTo>
                  <a:lnTo>
                    <a:pt x="545988" y="208623"/>
                  </a:lnTo>
                  <a:lnTo>
                    <a:pt x="555738" y="215128"/>
                  </a:lnTo>
                  <a:lnTo>
                    <a:pt x="565488" y="237268"/>
                  </a:lnTo>
                  <a:lnTo>
                    <a:pt x="575238" y="254141"/>
                  </a:lnTo>
                  <a:lnTo>
                    <a:pt x="584988" y="288863"/>
                  </a:lnTo>
                  <a:lnTo>
                    <a:pt x="594738" y="317529"/>
                  </a:lnTo>
                  <a:lnTo>
                    <a:pt x="604488" y="302077"/>
                  </a:lnTo>
                  <a:lnTo>
                    <a:pt x="614237" y="309224"/>
                  </a:lnTo>
                  <a:lnTo>
                    <a:pt x="623987" y="298196"/>
                  </a:lnTo>
                  <a:lnTo>
                    <a:pt x="633736" y="304570"/>
                  </a:lnTo>
                  <a:lnTo>
                    <a:pt x="643486" y="287427"/>
                  </a:lnTo>
                  <a:lnTo>
                    <a:pt x="653236" y="292671"/>
                  </a:lnTo>
                  <a:lnTo>
                    <a:pt x="662985" y="282747"/>
                  </a:lnTo>
                  <a:lnTo>
                    <a:pt x="672735" y="274459"/>
                  </a:lnTo>
                  <a:lnTo>
                    <a:pt x="682485" y="238878"/>
                  </a:lnTo>
                  <a:lnTo>
                    <a:pt x="692235" y="246481"/>
                  </a:lnTo>
                  <a:lnTo>
                    <a:pt x="701985" y="254819"/>
                  </a:lnTo>
                  <a:lnTo>
                    <a:pt x="711735" y="247944"/>
                  </a:lnTo>
                  <a:lnTo>
                    <a:pt x="721485" y="234453"/>
                  </a:lnTo>
                  <a:lnTo>
                    <a:pt x="731235" y="226716"/>
                  </a:lnTo>
                  <a:lnTo>
                    <a:pt x="740985" y="172535"/>
                  </a:lnTo>
                  <a:lnTo>
                    <a:pt x="750734" y="180288"/>
                  </a:lnTo>
                  <a:lnTo>
                    <a:pt x="760484" y="199150"/>
                  </a:lnTo>
                  <a:lnTo>
                    <a:pt x="770233" y="170942"/>
                  </a:lnTo>
                  <a:lnTo>
                    <a:pt x="779983" y="185604"/>
                  </a:lnTo>
                  <a:lnTo>
                    <a:pt x="789733" y="210780"/>
                  </a:lnTo>
                  <a:lnTo>
                    <a:pt x="799482" y="212530"/>
                  </a:lnTo>
                  <a:lnTo>
                    <a:pt x="809232" y="188381"/>
                  </a:lnTo>
                  <a:lnTo>
                    <a:pt x="818982" y="146460"/>
                  </a:lnTo>
                  <a:lnTo>
                    <a:pt x="828732" y="162466"/>
                  </a:lnTo>
                  <a:lnTo>
                    <a:pt x="838482" y="166963"/>
                  </a:lnTo>
                  <a:lnTo>
                    <a:pt x="848232" y="165206"/>
                  </a:lnTo>
                  <a:lnTo>
                    <a:pt x="857982" y="175701"/>
                  </a:lnTo>
                  <a:lnTo>
                    <a:pt x="867732" y="182595"/>
                  </a:lnTo>
                  <a:lnTo>
                    <a:pt x="877482" y="171395"/>
                  </a:lnTo>
                  <a:lnTo>
                    <a:pt x="887231" y="193715"/>
                  </a:lnTo>
                  <a:lnTo>
                    <a:pt x="896981" y="224251"/>
                  </a:lnTo>
                  <a:lnTo>
                    <a:pt x="906730" y="216548"/>
                  </a:lnTo>
                  <a:lnTo>
                    <a:pt x="916480" y="182827"/>
                  </a:lnTo>
                  <a:lnTo>
                    <a:pt x="926230" y="157980"/>
                  </a:lnTo>
                  <a:lnTo>
                    <a:pt x="935979" y="178895"/>
                  </a:lnTo>
                  <a:lnTo>
                    <a:pt x="945729" y="166718"/>
                  </a:lnTo>
                  <a:lnTo>
                    <a:pt x="955479" y="148400"/>
                  </a:lnTo>
                  <a:lnTo>
                    <a:pt x="965229" y="164257"/>
                  </a:lnTo>
                  <a:lnTo>
                    <a:pt x="974979" y="202877"/>
                  </a:lnTo>
                  <a:lnTo>
                    <a:pt x="984729" y="270855"/>
                  </a:lnTo>
                  <a:lnTo>
                    <a:pt x="994474" y="267759"/>
                  </a:lnTo>
                  <a:lnTo>
                    <a:pt x="1004233" y="302849"/>
                  </a:lnTo>
                  <a:lnTo>
                    <a:pt x="1013977" y="327876"/>
                  </a:lnTo>
                  <a:lnTo>
                    <a:pt x="1023721" y="355673"/>
                  </a:lnTo>
                  <a:lnTo>
                    <a:pt x="1033480" y="353887"/>
                  </a:lnTo>
                  <a:lnTo>
                    <a:pt x="1043224" y="387868"/>
                  </a:lnTo>
                  <a:lnTo>
                    <a:pt x="1052983" y="381459"/>
                  </a:lnTo>
                  <a:lnTo>
                    <a:pt x="1062727" y="404129"/>
                  </a:lnTo>
                  <a:lnTo>
                    <a:pt x="1072471" y="396632"/>
                  </a:lnTo>
                  <a:lnTo>
                    <a:pt x="1082230" y="387999"/>
                  </a:lnTo>
                  <a:lnTo>
                    <a:pt x="1091973" y="385563"/>
                  </a:lnTo>
                  <a:lnTo>
                    <a:pt x="1101732" y="350733"/>
                  </a:lnTo>
                  <a:lnTo>
                    <a:pt x="1111476" y="354766"/>
                  </a:lnTo>
                  <a:lnTo>
                    <a:pt x="1121220" y="374231"/>
                  </a:lnTo>
                  <a:lnTo>
                    <a:pt x="1130979" y="370649"/>
                  </a:lnTo>
                  <a:lnTo>
                    <a:pt x="1140723" y="355752"/>
                  </a:lnTo>
                  <a:lnTo>
                    <a:pt x="1150482" y="369785"/>
                  </a:lnTo>
                  <a:lnTo>
                    <a:pt x="1160226" y="371372"/>
                  </a:lnTo>
                  <a:lnTo>
                    <a:pt x="1169969" y="374995"/>
                  </a:lnTo>
                  <a:lnTo>
                    <a:pt x="1179728" y="400364"/>
                  </a:lnTo>
                  <a:lnTo>
                    <a:pt x="1189472" y="371938"/>
                  </a:lnTo>
                  <a:lnTo>
                    <a:pt x="1199231" y="394772"/>
                  </a:lnTo>
                  <a:lnTo>
                    <a:pt x="1208975" y="425578"/>
                  </a:lnTo>
                  <a:lnTo>
                    <a:pt x="1218719" y="395978"/>
                  </a:lnTo>
                  <a:lnTo>
                    <a:pt x="1228478" y="432272"/>
                  </a:lnTo>
                  <a:lnTo>
                    <a:pt x="1238222" y="461055"/>
                  </a:lnTo>
                  <a:lnTo>
                    <a:pt x="1247966" y="470126"/>
                  </a:lnTo>
                  <a:lnTo>
                    <a:pt x="1257725" y="474074"/>
                  </a:lnTo>
                  <a:lnTo>
                    <a:pt x="1267469" y="489333"/>
                  </a:lnTo>
                  <a:lnTo>
                    <a:pt x="1277227" y="506890"/>
                  </a:lnTo>
                  <a:lnTo>
                    <a:pt x="1286971" y="487967"/>
                  </a:lnTo>
                  <a:lnTo>
                    <a:pt x="1296715" y="467180"/>
                  </a:lnTo>
                  <a:lnTo>
                    <a:pt x="1306474" y="443199"/>
                  </a:lnTo>
                  <a:lnTo>
                    <a:pt x="1316218" y="444858"/>
                  </a:lnTo>
                  <a:lnTo>
                    <a:pt x="1325977" y="422195"/>
                  </a:lnTo>
                  <a:lnTo>
                    <a:pt x="1335721" y="439533"/>
                  </a:lnTo>
                  <a:lnTo>
                    <a:pt x="1345465" y="467310"/>
                  </a:lnTo>
                  <a:lnTo>
                    <a:pt x="1355224" y="459655"/>
                  </a:lnTo>
                  <a:lnTo>
                    <a:pt x="1364967" y="484758"/>
                  </a:lnTo>
                  <a:lnTo>
                    <a:pt x="1374726" y="495108"/>
                  </a:lnTo>
                  <a:lnTo>
                    <a:pt x="1384470" y="454361"/>
                  </a:lnTo>
                  <a:lnTo>
                    <a:pt x="1394214" y="461365"/>
                  </a:lnTo>
                  <a:lnTo>
                    <a:pt x="1403973" y="437318"/>
                  </a:lnTo>
                  <a:lnTo>
                    <a:pt x="1413717" y="433085"/>
                  </a:lnTo>
                  <a:lnTo>
                    <a:pt x="1423476" y="440082"/>
                  </a:lnTo>
                  <a:lnTo>
                    <a:pt x="1433220" y="426096"/>
                  </a:lnTo>
                  <a:lnTo>
                    <a:pt x="1442964" y="460008"/>
                  </a:lnTo>
                  <a:lnTo>
                    <a:pt x="1452722" y="483123"/>
                  </a:lnTo>
                  <a:lnTo>
                    <a:pt x="1462466" y="444128"/>
                  </a:lnTo>
                  <a:lnTo>
                    <a:pt x="1472225" y="469063"/>
                  </a:lnTo>
                  <a:lnTo>
                    <a:pt x="1481969" y="483672"/>
                  </a:lnTo>
                  <a:lnTo>
                    <a:pt x="1491713" y="495796"/>
                  </a:lnTo>
                  <a:lnTo>
                    <a:pt x="1501472" y="545406"/>
                  </a:lnTo>
                  <a:lnTo>
                    <a:pt x="1511216" y="523191"/>
                  </a:lnTo>
                  <a:lnTo>
                    <a:pt x="1520960" y="541383"/>
                  </a:lnTo>
                  <a:lnTo>
                    <a:pt x="1530719" y="555760"/>
                  </a:lnTo>
                  <a:lnTo>
                    <a:pt x="1540463" y="570734"/>
                  </a:lnTo>
                  <a:lnTo>
                    <a:pt x="1550221" y="578705"/>
                  </a:lnTo>
                  <a:lnTo>
                    <a:pt x="1559965" y="600234"/>
                  </a:lnTo>
                  <a:lnTo>
                    <a:pt x="1569709" y="582713"/>
                  </a:lnTo>
                  <a:lnTo>
                    <a:pt x="1579468" y="559679"/>
                  </a:lnTo>
                  <a:lnTo>
                    <a:pt x="1589212" y="550114"/>
                  </a:lnTo>
                  <a:lnTo>
                    <a:pt x="1598971" y="530909"/>
                  </a:lnTo>
                  <a:lnTo>
                    <a:pt x="1608715" y="565698"/>
                  </a:lnTo>
                  <a:lnTo>
                    <a:pt x="1618459" y="593291"/>
                  </a:lnTo>
                  <a:lnTo>
                    <a:pt x="1628218" y="538865"/>
                  </a:lnTo>
                  <a:lnTo>
                    <a:pt x="1637962" y="521797"/>
                  </a:lnTo>
                  <a:lnTo>
                    <a:pt x="1647720" y="553332"/>
                  </a:lnTo>
                  <a:lnTo>
                    <a:pt x="1657464" y="535855"/>
                  </a:lnTo>
                  <a:lnTo>
                    <a:pt x="1667208" y="533635"/>
                  </a:lnTo>
                  <a:lnTo>
                    <a:pt x="1676967" y="507059"/>
                  </a:lnTo>
                  <a:lnTo>
                    <a:pt x="1686711" y="471894"/>
                  </a:lnTo>
                  <a:lnTo>
                    <a:pt x="1696470" y="466167"/>
                  </a:lnTo>
                  <a:lnTo>
                    <a:pt x="1706214" y="505230"/>
                  </a:lnTo>
                  <a:lnTo>
                    <a:pt x="1715958" y="478701"/>
                  </a:lnTo>
                  <a:lnTo>
                    <a:pt x="1725716" y="473670"/>
                  </a:lnTo>
                  <a:lnTo>
                    <a:pt x="1735460" y="473554"/>
                  </a:lnTo>
                  <a:lnTo>
                    <a:pt x="1745219" y="458464"/>
                  </a:lnTo>
                  <a:lnTo>
                    <a:pt x="1754963" y="498280"/>
                  </a:lnTo>
                  <a:lnTo>
                    <a:pt x="1764707" y="517355"/>
                  </a:lnTo>
                  <a:lnTo>
                    <a:pt x="1774466" y="528599"/>
                  </a:lnTo>
                  <a:lnTo>
                    <a:pt x="1784210" y="546121"/>
                  </a:lnTo>
                  <a:lnTo>
                    <a:pt x="1793969" y="495576"/>
                  </a:lnTo>
                  <a:lnTo>
                    <a:pt x="1803713" y="502602"/>
                  </a:lnTo>
                  <a:lnTo>
                    <a:pt x="1813457" y="471355"/>
                  </a:lnTo>
                  <a:lnTo>
                    <a:pt x="1823215" y="446810"/>
                  </a:lnTo>
                  <a:lnTo>
                    <a:pt x="1832959" y="447305"/>
                  </a:lnTo>
                  <a:lnTo>
                    <a:pt x="1842703" y="462228"/>
                  </a:lnTo>
                  <a:lnTo>
                    <a:pt x="1852462" y="467844"/>
                  </a:lnTo>
                  <a:lnTo>
                    <a:pt x="1862206" y="471262"/>
                  </a:lnTo>
                  <a:lnTo>
                    <a:pt x="1871965" y="501644"/>
                  </a:lnTo>
                  <a:lnTo>
                    <a:pt x="1881709" y="480555"/>
                  </a:lnTo>
                  <a:lnTo>
                    <a:pt x="1891453" y="444569"/>
                  </a:lnTo>
                  <a:lnTo>
                    <a:pt x="1901212" y="465845"/>
                  </a:lnTo>
                  <a:lnTo>
                    <a:pt x="1910956" y="475689"/>
                  </a:lnTo>
                  <a:lnTo>
                    <a:pt x="1920714" y="513799"/>
                  </a:lnTo>
                  <a:lnTo>
                    <a:pt x="1930458" y="506938"/>
                  </a:lnTo>
                  <a:lnTo>
                    <a:pt x="1940202" y="539386"/>
                  </a:lnTo>
                  <a:lnTo>
                    <a:pt x="1949961" y="578526"/>
                  </a:lnTo>
                  <a:lnTo>
                    <a:pt x="1959705" y="584501"/>
                  </a:lnTo>
                  <a:lnTo>
                    <a:pt x="1969464" y="609620"/>
                  </a:lnTo>
                  <a:lnTo>
                    <a:pt x="1979208" y="613062"/>
                  </a:lnTo>
                  <a:lnTo>
                    <a:pt x="1988952" y="575457"/>
                  </a:lnTo>
                  <a:lnTo>
                    <a:pt x="1998711" y="593723"/>
                  </a:lnTo>
                  <a:lnTo>
                    <a:pt x="2008454" y="590088"/>
                  </a:lnTo>
                  <a:lnTo>
                    <a:pt x="2018213" y="554762"/>
                  </a:lnTo>
                  <a:lnTo>
                    <a:pt x="2027957" y="566205"/>
                  </a:lnTo>
                  <a:lnTo>
                    <a:pt x="2037701" y="562748"/>
                  </a:lnTo>
                  <a:lnTo>
                    <a:pt x="2047460" y="588732"/>
                  </a:lnTo>
                  <a:lnTo>
                    <a:pt x="2057204" y="572164"/>
                  </a:lnTo>
                  <a:lnTo>
                    <a:pt x="2066963" y="566592"/>
                  </a:lnTo>
                  <a:lnTo>
                    <a:pt x="2076707" y="532056"/>
                  </a:lnTo>
                  <a:lnTo>
                    <a:pt x="2086451" y="509253"/>
                  </a:lnTo>
                  <a:lnTo>
                    <a:pt x="2096210" y="488189"/>
                  </a:lnTo>
                  <a:lnTo>
                    <a:pt x="2105954" y="478935"/>
                  </a:lnTo>
                  <a:lnTo>
                    <a:pt x="2115697" y="453535"/>
                  </a:lnTo>
                  <a:lnTo>
                    <a:pt x="2125456" y="437827"/>
                  </a:lnTo>
                  <a:lnTo>
                    <a:pt x="2135200" y="418170"/>
                  </a:lnTo>
                  <a:lnTo>
                    <a:pt x="2144959" y="461375"/>
                  </a:lnTo>
                  <a:lnTo>
                    <a:pt x="2154703" y="499624"/>
                  </a:lnTo>
                  <a:lnTo>
                    <a:pt x="2164447" y="504268"/>
                  </a:lnTo>
                  <a:lnTo>
                    <a:pt x="2174206" y="483883"/>
                  </a:lnTo>
                  <a:lnTo>
                    <a:pt x="2183950" y="476301"/>
                  </a:lnTo>
                  <a:lnTo>
                    <a:pt x="2193709" y="479837"/>
                  </a:lnTo>
                  <a:lnTo>
                    <a:pt x="2203452" y="463732"/>
                  </a:lnTo>
                  <a:lnTo>
                    <a:pt x="2213196" y="464957"/>
                  </a:lnTo>
                  <a:lnTo>
                    <a:pt x="2222955" y="448225"/>
                  </a:lnTo>
                  <a:lnTo>
                    <a:pt x="2232699" y="460703"/>
                  </a:lnTo>
                  <a:lnTo>
                    <a:pt x="2242458" y="476566"/>
                  </a:lnTo>
                  <a:lnTo>
                    <a:pt x="2252202" y="461588"/>
                  </a:lnTo>
                  <a:lnTo>
                    <a:pt x="2261946" y="471021"/>
                  </a:lnTo>
                  <a:lnTo>
                    <a:pt x="2271705" y="453655"/>
                  </a:lnTo>
                  <a:lnTo>
                    <a:pt x="2281449" y="440718"/>
                  </a:lnTo>
                  <a:lnTo>
                    <a:pt x="2291208" y="469264"/>
                  </a:lnTo>
                  <a:lnTo>
                    <a:pt x="2300951" y="478667"/>
                  </a:lnTo>
                  <a:lnTo>
                    <a:pt x="2310695" y="458677"/>
                  </a:lnTo>
                  <a:lnTo>
                    <a:pt x="2320454" y="459278"/>
                  </a:lnTo>
                  <a:lnTo>
                    <a:pt x="2330198" y="443574"/>
                  </a:lnTo>
                  <a:lnTo>
                    <a:pt x="2339957" y="453787"/>
                  </a:lnTo>
                  <a:lnTo>
                    <a:pt x="2349701" y="453740"/>
                  </a:lnTo>
                  <a:lnTo>
                    <a:pt x="2359445" y="462116"/>
                  </a:lnTo>
                  <a:lnTo>
                    <a:pt x="2369204" y="484432"/>
                  </a:lnTo>
                  <a:lnTo>
                    <a:pt x="2378948" y="471474"/>
                  </a:lnTo>
                  <a:lnTo>
                    <a:pt x="2388692" y="473831"/>
                  </a:lnTo>
                  <a:lnTo>
                    <a:pt x="2398450" y="485862"/>
                  </a:lnTo>
                  <a:lnTo>
                    <a:pt x="2408194" y="467561"/>
                  </a:lnTo>
                  <a:lnTo>
                    <a:pt x="2417953" y="482772"/>
                  </a:lnTo>
                  <a:lnTo>
                    <a:pt x="2427697" y="496887"/>
                  </a:lnTo>
                  <a:lnTo>
                    <a:pt x="2437441" y="483552"/>
                  </a:lnTo>
                  <a:lnTo>
                    <a:pt x="2447200" y="464097"/>
                  </a:lnTo>
                  <a:lnTo>
                    <a:pt x="2456944" y="425363"/>
                  </a:lnTo>
                  <a:lnTo>
                    <a:pt x="2466703" y="420478"/>
                  </a:lnTo>
                  <a:lnTo>
                    <a:pt x="2476446" y="399306"/>
                  </a:lnTo>
                  <a:lnTo>
                    <a:pt x="2486190" y="409686"/>
                  </a:lnTo>
                  <a:lnTo>
                    <a:pt x="2495949" y="399062"/>
                  </a:lnTo>
                  <a:lnTo>
                    <a:pt x="2505693" y="414455"/>
                  </a:lnTo>
                  <a:lnTo>
                    <a:pt x="2515452" y="400786"/>
                  </a:lnTo>
                  <a:lnTo>
                    <a:pt x="2525196" y="438042"/>
                  </a:lnTo>
                  <a:lnTo>
                    <a:pt x="2534940" y="427491"/>
                  </a:lnTo>
                  <a:lnTo>
                    <a:pt x="2544699" y="426221"/>
                  </a:lnTo>
                  <a:lnTo>
                    <a:pt x="2554443" y="428197"/>
                  </a:lnTo>
                  <a:lnTo>
                    <a:pt x="2564202" y="409496"/>
                  </a:lnTo>
                  <a:lnTo>
                    <a:pt x="2573946" y="442376"/>
                  </a:lnTo>
                  <a:lnTo>
                    <a:pt x="2583690" y="454712"/>
                  </a:lnTo>
                  <a:lnTo>
                    <a:pt x="2593448" y="467786"/>
                  </a:lnTo>
                  <a:lnTo>
                    <a:pt x="2603192" y="475903"/>
                  </a:lnTo>
                  <a:lnTo>
                    <a:pt x="2612951" y="478524"/>
                  </a:lnTo>
                  <a:lnTo>
                    <a:pt x="2622695" y="468807"/>
                  </a:lnTo>
                  <a:lnTo>
                    <a:pt x="2632439" y="460371"/>
                  </a:lnTo>
                  <a:lnTo>
                    <a:pt x="2642198" y="473591"/>
                  </a:lnTo>
                  <a:lnTo>
                    <a:pt x="2651942" y="452212"/>
                  </a:lnTo>
                  <a:lnTo>
                    <a:pt x="2661685" y="455425"/>
                  </a:lnTo>
                  <a:lnTo>
                    <a:pt x="2671444" y="415293"/>
                  </a:lnTo>
                  <a:lnTo>
                    <a:pt x="2681188" y="429763"/>
                  </a:lnTo>
                  <a:lnTo>
                    <a:pt x="2690947" y="449206"/>
                  </a:lnTo>
                  <a:lnTo>
                    <a:pt x="2700691" y="466985"/>
                  </a:lnTo>
                  <a:lnTo>
                    <a:pt x="2710435" y="487656"/>
                  </a:lnTo>
                  <a:lnTo>
                    <a:pt x="2720194" y="433899"/>
                  </a:lnTo>
                  <a:lnTo>
                    <a:pt x="2729938" y="456614"/>
                  </a:lnTo>
                  <a:lnTo>
                    <a:pt x="2739697" y="466322"/>
                  </a:lnTo>
                  <a:lnTo>
                    <a:pt x="2749441" y="491392"/>
                  </a:lnTo>
                  <a:lnTo>
                    <a:pt x="2759185" y="472304"/>
                  </a:lnTo>
                  <a:lnTo>
                    <a:pt x="2768943" y="466585"/>
                  </a:lnTo>
                  <a:lnTo>
                    <a:pt x="2778687" y="451073"/>
                  </a:lnTo>
                  <a:lnTo>
                    <a:pt x="2788446" y="430862"/>
                  </a:lnTo>
                  <a:lnTo>
                    <a:pt x="2798190" y="404832"/>
                  </a:lnTo>
                  <a:lnTo>
                    <a:pt x="2807934" y="392056"/>
                  </a:lnTo>
                  <a:lnTo>
                    <a:pt x="2817693" y="386036"/>
                  </a:lnTo>
                  <a:lnTo>
                    <a:pt x="2827437" y="372068"/>
                  </a:lnTo>
                  <a:lnTo>
                    <a:pt x="2837196" y="329221"/>
                  </a:lnTo>
                  <a:lnTo>
                    <a:pt x="2846940" y="357225"/>
                  </a:lnTo>
                  <a:lnTo>
                    <a:pt x="2856684" y="346829"/>
                  </a:lnTo>
                  <a:lnTo>
                    <a:pt x="2866442" y="353516"/>
                  </a:lnTo>
                  <a:lnTo>
                    <a:pt x="2876186" y="357124"/>
                  </a:lnTo>
                  <a:lnTo>
                    <a:pt x="2885945" y="375025"/>
                  </a:lnTo>
                  <a:lnTo>
                    <a:pt x="2895689" y="362360"/>
                  </a:lnTo>
                  <a:lnTo>
                    <a:pt x="2905433" y="350247"/>
                  </a:lnTo>
                  <a:lnTo>
                    <a:pt x="2915192" y="33626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2" name="Freeform 1131">
              <a:extLst>
                <a:ext uri="{FF2B5EF4-FFF2-40B4-BE49-F238E27FC236}">
                  <a16:creationId xmlns:a16="http://schemas.microsoft.com/office/drawing/2014/main" id="{2E923016-31EE-346E-92DF-66963BC2C4A4}"/>
                </a:ext>
              </a:extLst>
            </p:cNvPr>
            <p:cNvSpPr/>
            <p:nvPr/>
          </p:nvSpPr>
          <p:spPr>
            <a:xfrm>
              <a:off x="4426652" y="2935735"/>
              <a:ext cx="2915191" cy="596273"/>
            </a:xfrm>
            <a:custGeom>
              <a:avLst/>
              <a:gdLst>
                <a:gd name="connsiteX0" fmla="*/ 0 w 2915191"/>
                <a:gd name="connsiteY0" fmla="*/ 521794 h 596273"/>
                <a:gd name="connsiteX1" fmla="*/ 9750 w 2915191"/>
                <a:gd name="connsiteY1" fmla="*/ 571421 h 596273"/>
                <a:gd name="connsiteX2" fmla="*/ 19500 w 2915191"/>
                <a:gd name="connsiteY2" fmla="*/ 583516 h 596273"/>
                <a:gd name="connsiteX3" fmla="*/ 29250 w 2915191"/>
                <a:gd name="connsiteY3" fmla="*/ 529438 h 596273"/>
                <a:gd name="connsiteX4" fmla="*/ 39000 w 2915191"/>
                <a:gd name="connsiteY4" fmla="*/ 519601 h 596273"/>
                <a:gd name="connsiteX5" fmla="*/ 48749 w 2915191"/>
                <a:gd name="connsiteY5" fmla="*/ 545483 h 596273"/>
                <a:gd name="connsiteX6" fmla="*/ 58499 w 2915191"/>
                <a:gd name="connsiteY6" fmla="*/ 548804 h 596273"/>
                <a:gd name="connsiteX7" fmla="*/ 68249 w 2915191"/>
                <a:gd name="connsiteY7" fmla="*/ 507228 h 596273"/>
                <a:gd name="connsiteX8" fmla="*/ 77998 w 2915191"/>
                <a:gd name="connsiteY8" fmla="*/ 518087 h 596273"/>
                <a:gd name="connsiteX9" fmla="*/ 87748 w 2915191"/>
                <a:gd name="connsiteY9" fmla="*/ 523921 h 596273"/>
                <a:gd name="connsiteX10" fmla="*/ 97497 w 2915191"/>
                <a:gd name="connsiteY10" fmla="*/ 548746 h 596273"/>
                <a:gd name="connsiteX11" fmla="*/ 107247 w 2915191"/>
                <a:gd name="connsiteY11" fmla="*/ 517077 h 596273"/>
                <a:gd name="connsiteX12" fmla="*/ 116997 w 2915191"/>
                <a:gd name="connsiteY12" fmla="*/ 532363 h 596273"/>
                <a:gd name="connsiteX13" fmla="*/ 126747 w 2915191"/>
                <a:gd name="connsiteY13" fmla="*/ 554880 h 596273"/>
                <a:gd name="connsiteX14" fmla="*/ 136497 w 2915191"/>
                <a:gd name="connsiteY14" fmla="*/ 553369 h 596273"/>
                <a:gd name="connsiteX15" fmla="*/ 146247 w 2915191"/>
                <a:gd name="connsiteY15" fmla="*/ 534999 h 596273"/>
                <a:gd name="connsiteX16" fmla="*/ 155997 w 2915191"/>
                <a:gd name="connsiteY16" fmla="*/ 506521 h 596273"/>
                <a:gd name="connsiteX17" fmla="*/ 165747 w 2915191"/>
                <a:gd name="connsiteY17" fmla="*/ 545172 h 596273"/>
                <a:gd name="connsiteX18" fmla="*/ 175497 w 2915191"/>
                <a:gd name="connsiteY18" fmla="*/ 552821 h 596273"/>
                <a:gd name="connsiteX19" fmla="*/ 185247 w 2915191"/>
                <a:gd name="connsiteY19" fmla="*/ 571608 h 596273"/>
                <a:gd name="connsiteX20" fmla="*/ 194996 w 2915191"/>
                <a:gd name="connsiteY20" fmla="*/ 565671 h 596273"/>
                <a:gd name="connsiteX21" fmla="*/ 204746 w 2915191"/>
                <a:gd name="connsiteY21" fmla="*/ 571458 h 596273"/>
                <a:gd name="connsiteX22" fmla="*/ 214495 w 2915191"/>
                <a:gd name="connsiteY22" fmla="*/ 574238 h 596273"/>
                <a:gd name="connsiteX23" fmla="*/ 224245 w 2915191"/>
                <a:gd name="connsiteY23" fmla="*/ 551423 h 596273"/>
                <a:gd name="connsiteX24" fmla="*/ 233995 w 2915191"/>
                <a:gd name="connsiteY24" fmla="*/ 554191 h 596273"/>
                <a:gd name="connsiteX25" fmla="*/ 243744 w 2915191"/>
                <a:gd name="connsiteY25" fmla="*/ 540332 h 596273"/>
                <a:gd name="connsiteX26" fmla="*/ 253494 w 2915191"/>
                <a:gd name="connsiteY26" fmla="*/ 541058 h 596273"/>
                <a:gd name="connsiteX27" fmla="*/ 263244 w 2915191"/>
                <a:gd name="connsiteY27" fmla="*/ 543163 h 596273"/>
                <a:gd name="connsiteX28" fmla="*/ 272994 w 2915191"/>
                <a:gd name="connsiteY28" fmla="*/ 558536 h 596273"/>
                <a:gd name="connsiteX29" fmla="*/ 282744 w 2915191"/>
                <a:gd name="connsiteY29" fmla="*/ 562231 h 596273"/>
                <a:gd name="connsiteX30" fmla="*/ 292494 w 2915191"/>
                <a:gd name="connsiteY30" fmla="*/ 547179 h 596273"/>
                <a:gd name="connsiteX31" fmla="*/ 302244 w 2915191"/>
                <a:gd name="connsiteY31" fmla="*/ 541647 h 596273"/>
                <a:gd name="connsiteX32" fmla="*/ 311994 w 2915191"/>
                <a:gd name="connsiteY32" fmla="*/ 562782 h 596273"/>
                <a:gd name="connsiteX33" fmla="*/ 321744 w 2915191"/>
                <a:gd name="connsiteY33" fmla="*/ 555474 h 596273"/>
                <a:gd name="connsiteX34" fmla="*/ 331493 w 2915191"/>
                <a:gd name="connsiteY34" fmla="*/ 580591 h 596273"/>
                <a:gd name="connsiteX35" fmla="*/ 341243 w 2915191"/>
                <a:gd name="connsiteY35" fmla="*/ 596274 h 596273"/>
                <a:gd name="connsiteX36" fmla="*/ 350993 w 2915191"/>
                <a:gd name="connsiteY36" fmla="*/ 578913 h 596273"/>
                <a:gd name="connsiteX37" fmla="*/ 360742 w 2915191"/>
                <a:gd name="connsiteY37" fmla="*/ 562355 h 596273"/>
                <a:gd name="connsiteX38" fmla="*/ 370492 w 2915191"/>
                <a:gd name="connsiteY38" fmla="*/ 551729 h 596273"/>
                <a:gd name="connsiteX39" fmla="*/ 380241 w 2915191"/>
                <a:gd name="connsiteY39" fmla="*/ 561190 h 596273"/>
                <a:gd name="connsiteX40" fmla="*/ 389991 w 2915191"/>
                <a:gd name="connsiteY40" fmla="*/ 576132 h 596273"/>
                <a:gd name="connsiteX41" fmla="*/ 399741 w 2915191"/>
                <a:gd name="connsiteY41" fmla="*/ 564041 h 596273"/>
                <a:gd name="connsiteX42" fmla="*/ 409491 w 2915191"/>
                <a:gd name="connsiteY42" fmla="*/ 564905 h 596273"/>
                <a:gd name="connsiteX43" fmla="*/ 419241 w 2915191"/>
                <a:gd name="connsiteY43" fmla="*/ 575554 h 596273"/>
                <a:gd name="connsiteX44" fmla="*/ 428991 w 2915191"/>
                <a:gd name="connsiteY44" fmla="*/ 551084 h 596273"/>
                <a:gd name="connsiteX45" fmla="*/ 438741 w 2915191"/>
                <a:gd name="connsiteY45" fmla="*/ 524426 h 596273"/>
                <a:gd name="connsiteX46" fmla="*/ 448491 w 2915191"/>
                <a:gd name="connsiteY46" fmla="*/ 529324 h 596273"/>
                <a:gd name="connsiteX47" fmla="*/ 458241 w 2915191"/>
                <a:gd name="connsiteY47" fmla="*/ 560489 h 596273"/>
                <a:gd name="connsiteX48" fmla="*/ 467991 w 2915191"/>
                <a:gd name="connsiteY48" fmla="*/ 574383 h 596273"/>
                <a:gd name="connsiteX49" fmla="*/ 477740 w 2915191"/>
                <a:gd name="connsiteY49" fmla="*/ 562670 h 596273"/>
                <a:gd name="connsiteX50" fmla="*/ 487490 w 2915191"/>
                <a:gd name="connsiteY50" fmla="*/ 538409 h 596273"/>
                <a:gd name="connsiteX51" fmla="*/ 497239 w 2915191"/>
                <a:gd name="connsiteY51" fmla="*/ 550748 h 596273"/>
                <a:gd name="connsiteX52" fmla="*/ 506989 w 2915191"/>
                <a:gd name="connsiteY52" fmla="*/ 525119 h 596273"/>
                <a:gd name="connsiteX53" fmla="*/ 516738 w 2915191"/>
                <a:gd name="connsiteY53" fmla="*/ 461585 h 596273"/>
                <a:gd name="connsiteX54" fmla="*/ 526488 w 2915191"/>
                <a:gd name="connsiteY54" fmla="*/ 444064 h 596273"/>
                <a:gd name="connsiteX55" fmla="*/ 536238 w 2915191"/>
                <a:gd name="connsiteY55" fmla="*/ 483192 h 596273"/>
                <a:gd name="connsiteX56" fmla="*/ 545988 w 2915191"/>
                <a:gd name="connsiteY56" fmla="*/ 500227 h 596273"/>
                <a:gd name="connsiteX57" fmla="*/ 555738 w 2915191"/>
                <a:gd name="connsiteY57" fmla="*/ 520842 h 596273"/>
                <a:gd name="connsiteX58" fmla="*/ 565488 w 2915191"/>
                <a:gd name="connsiteY58" fmla="*/ 504302 h 596273"/>
                <a:gd name="connsiteX59" fmla="*/ 575238 w 2915191"/>
                <a:gd name="connsiteY59" fmla="*/ 490360 h 596273"/>
                <a:gd name="connsiteX60" fmla="*/ 584988 w 2915191"/>
                <a:gd name="connsiteY60" fmla="*/ 540882 h 596273"/>
                <a:gd name="connsiteX61" fmla="*/ 594738 w 2915191"/>
                <a:gd name="connsiteY61" fmla="*/ 542240 h 596273"/>
                <a:gd name="connsiteX62" fmla="*/ 604488 w 2915191"/>
                <a:gd name="connsiteY62" fmla="*/ 536725 h 596273"/>
                <a:gd name="connsiteX63" fmla="*/ 614237 w 2915191"/>
                <a:gd name="connsiteY63" fmla="*/ 511370 h 596273"/>
                <a:gd name="connsiteX64" fmla="*/ 623987 w 2915191"/>
                <a:gd name="connsiteY64" fmla="*/ 523067 h 596273"/>
                <a:gd name="connsiteX65" fmla="*/ 633736 w 2915191"/>
                <a:gd name="connsiteY65" fmla="*/ 526584 h 596273"/>
                <a:gd name="connsiteX66" fmla="*/ 643486 w 2915191"/>
                <a:gd name="connsiteY66" fmla="*/ 482721 h 596273"/>
                <a:gd name="connsiteX67" fmla="*/ 653236 w 2915191"/>
                <a:gd name="connsiteY67" fmla="*/ 487681 h 596273"/>
                <a:gd name="connsiteX68" fmla="*/ 662985 w 2915191"/>
                <a:gd name="connsiteY68" fmla="*/ 484345 h 596273"/>
                <a:gd name="connsiteX69" fmla="*/ 672735 w 2915191"/>
                <a:gd name="connsiteY69" fmla="*/ 492143 h 596273"/>
                <a:gd name="connsiteX70" fmla="*/ 682485 w 2915191"/>
                <a:gd name="connsiteY70" fmla="*/ 477594 h 596273"/>
                <a:gd name="connsiteX71" fmla="*/ 692235 w 2915191"/>
                <a:gd name="connsiteY71" fmla="*/ 451956 h 596273"/>
                <a:gd name="connsiteX72" fmla="*/ 701985 w 2915191"/>
                <a:gd name="connsiteY72" fmla="*/ 446449 h 596273"/>
                <a:gd name="connsiteX73" fmla="*/ 711735 w 2915191"/>
                <a:gd name="connsiteY73" fmla="*/ 445387 h 596273"/>
                <a:gd name="connsiteX74" fmla="*/ 721485 w 2915191"/>
                <a:gd name="connsiteY74" fmla="*/ 466097 h 596273"/>
                <a:gd name="connsiteX75" fmla="*/ 731235 w 2915191"/>
                <a:gd name="connsiteY75" fmla="*/ 459039 h 596273"/>
                <a:gd name="connsiteX76" fmla="*/ 740985 w 2915191"/>
                <a:gd name="connsiteY76" fmla="*/ 448872 h 596273"/>
                <a:gd name="connsiteX77" fmla="*/ 750734 w 2915191"/>
                <a:gd name="connsiteY77" fmla="*/ 435313 h 596273"/>
                <a:gd name="connsiteX78" fmla="*/ 760484 w 2915191"/>
                <a:gd name="connsiteY78" fmla="*/ 409120 h 596273"/>
                <a:gd name="connsiteX79" fmla="*/ 770233 w 2915191"/>
                <a:gd name="connsiteY79" fmla="*/ 399923 h 596273"/>
                <a:gd name="connsiteX80" fmla="*/ 779983 w 2915191"/>
                <a:gd name="connsiteY80" fmla="*/ 378675 h 596273"/>
                <a:gd name="connsiteX81" fmla="*/ 789733 w 2915191"/>
                <a:gd name="connsiteY81" fmla="*/ 390343 h 596273"/>
                <a:gd name="connsiteX82" fmla="*/ 799482 w 2915191"/>
                <a:gd name="connsiteY82" fmla="*/ 378771 h 596273"/>
                <a:gd name="connsiteX83" fmla="*/ 809232 w 2915191"/>
                <a:gd name="connsiteY83" fmla="*/ 402284 h 596273"/>
                <a:gd name="connsiteX84" fmla="*/ 818982 w 2915191"/>
                <a:gd name="connsiteY84" fmla="*/ 402536 h 596273"/>
                <a:gd name="connsiteX85" fmla="*/ 828732 w 2915191"/>
                <a:gd name="connsiteY85" fmla="*/ 396066 h 596273"/>
                <a:gd name="connsiteX86" fmla="*/ 838482 w 2915191"/>
                <a:gd name="connsiteY86" fmla="*/ 346538 h 596273"/>
                <a:gd name="connsiteX87" fmla="*/ 848232 w 2915191"/>
                <a:gd name="connsiteY87" fmla="*/ 344123 h 596273"/>
                <a:gd name="connsiteX88" fmla="*/ 857982 w 2915191"/>
                <a:gd name="connsiteY88" fmla="*/ 333454 h 596273"/>
                <a:gd name="connsiteX89" fmla="*/ 867732 w 2915191"/>
                <a:gd name="connsiteY89" fmla="*/ 323551 h 596273"/>
                <a:gd name="connsiteX90" fmla="*/ 877482 w 2915191"/>
                <a:gd name="connsiteY90" fmla="*/ 310817 h 596273"/>
                <a:gd name="connsiteX91" fmla="*/ 887231 w 2915191"/>
                <a:gd name="connsiteY91" fmla="*/ 339156 h 596273"/>
                <a:gd name="connsiteX92" fmla="*/ 896981 w 2915191"/>
                <a:gd name="connsiteY92" fmla="*/ 324993 h 596273"/>
                <a:gd name="connsiteX93" fmla="*/ 906730 w 2915191"/>
                <a:gd name="connsiteY93" fmla="*/ 336343 h 596273"/>
                <a:gd name="connsiteX94" fmla="*/ 916480 w 2915191"/>
                <a:gd name="connsiteY94" fmla="*/ 342332 h 596273"/>
                <a:gd name="connsiteX95" fmla="*/ 926230 w 2915191"/>
                <a:gd name="connsiteY95" fmla="*/ 349210 h 596273"/>
                <a:gd name="connsiteX96" fmla="*/ 935979 w 2915191"/>
                <a:gd name="connsiteY96" fmla="*/ 324197 h 596273"/>
                <a:gd name="connsiteX97" fmla="*/ 945729 w 2915191"/>
                <a:gd name="connsiteY97" fmla="*/ 344044 h 596273"/>
                <a:gd name="connsiteX98" fmla="*/ 955479 w 2915191"/>
                <a:gd name="connsiteY98" fmla="*/ 370791 h 596273"/>
                <a:gd name="connsiteX99" fmla="*/ 965229 w 2915191"/>
                <a:gd name="connsiteY99" fmla="*/ 356534 h 596273"/>
                <a:gd name="connsiteX100" fmla="*/ 974979 w 2915191"/>
                <a:gd name="connsiteY100" fmla="*/ 345735 h 596273"/>
                <a:gd name="connsiteX101" fmla="*/ 984729 w 2915191"/>
                <a:gd name="connsiteY101" fmla="*/ 336368 h 596273"/>
                <a:gd name="connsiteX102" fmla="*/ 994474 w 2915191"/>
                <a:gd name="connsiteY102" fmla="*/ 345644 h 596273"/>
                <a:gd name="connsiteX103" fmla="*/ 1004233 w 2915191"/>
                <a:gd name="connsiteY103" fmla="*/ 333834 h 596273"/>
                <a:gd name="connsiteX104" fmla="*/ 1013977 w 2915191"/>
                <a:gd name="connsiteY104" fmla="*/ 360974 h 596273"/>
                <a:gd name="connsiteX105" fmla="*/ 1023721 w 2915191"/>
                <a:gd name="connsiteY105" fmla="*/ 411905 h 596273"/>
                <a:gd name="connsiteX106" fmla="*/ 1033480 w 2915191"/>
                <a:gd name="connsiteY106" fmla="*/ 409557 h 596273"/>
                <a:gd name="connsiteX107" fmla="*/ 1043224 w 2915191"/>
                <a:gd name="connsiteY107" fmla="*/ 405170 h 596273"/>
                <a:gd name="connsiteX108" fmla="*/ 1052983 w 2915191"/>
                <a:gd name="connsiteY108" fmla="*/ 446755 h 596273"/>
                <a:gd name="connsiteX109" fmla="*/ 1062727 w 2915191"/>
                <a:gd name="connsiteY109" fmla="*/ 440901 h 596273"/>
                <a:gd name="connsiteX110" fmla="*/ 1072471 w 2915191"/>
                <a:gd name="connsiteY110" fmla="*/ 420218 h 596273"/>
                <a:gd name="connsiteX111" fmla="*/ 1082230 w 2915191"/>
                <a:gd name="connsiteY111" fmla="*/ 442847 h 596273"/>
                <a:gd name="connsiteX112" fmla="*/ 1091973 w 2915191"/>
                <a:gd name="connsiteY112" fmla="*/ 414974 h 596273"/>
                <a:gd name="connsiteX113" fmla="*/ 1101732 w 2915191"/>
                <a:gd name="connsiteY113" fmla="*/ 415567 h 596273"/>
                <a:gd name="connsiteX114" fmla="*/ 1111476 w 2915191"/>
                <a:gd name="connsiteY114" fmla="*/ 414336 h 596273"/>
                <a:gd name="connsiteX115" fmla="*/ 1121220 w 2915191"/>
                <a:gd name="connsiteY115" fmla="*/ 403950 h 596273"/>
                <a:gd name="connsiteX116" fmla="*/ 1130979 w 2915191"/>
                <a:gd name="connsiteY116" fmla="*/ 392538 h 596273"/>
                <a:gd name="connsiteX117" fmla="*/ 1140723 w 2915191"/>
                <a:gd name="connsiteY117" fmla="*/ 411419 h 596273"/>
                <a:gd name="connsiteX118" fmla="*/ 1150482 w 2915191"/>
                <a:gd name="connsiteY118" fmla="*/ 369168 h 596273"/>
                <a:gd name="connsiteX119" fmla="*/ 1160226 w 2915191"/>
                <a:gd name="connsiteY119" fmla="*/ 355804 h 596273"/>
                <a:gd name="connsiteX120" fmla="*/ 1169969 w 2915191"/>
                <a:gd name="connsiteY120" fmla="*/ 345351 h 596273"/>
                <a:gd name="connsiteX121" fmla="*/ 1179728 w 2915191"/>
                <a:gd name="connsiteY121" fmla="*/ 345752 h 596273"/>
                <a:gd name="connsiteX122" fmla="*/ 1189472 w 2915191"/>
                <a:gd name="connsiteY122" fmla="*/ 347201 h 596273"/>
                <a:gd name="connsiteX123" fmla="*/ 1199231 w 2915191"/>
                <a:gd name="connsiteY123" fmla="*/ 336261 h 596273"/>
                <a:gd name="connsiteX124" fmla="*/ 1208975 w 2915191"/>
                <a:gd name="connsiteY124" fmla="*/ 362261 h 596273"/>
                <a:gd name="connsiteX125" fmla="*/ 1218719 w 2915191"/>
                <a:gd name="connsiteY125" fmla="*/ 349773 h 596273"/>
                <a:gd name="connsiteX126" fmla="*/ 1228478 w 2915191"/>
                <a:gd name="connsiteY126" fmla="*/ 315949 h 596273"/>
                <a:gd name="connsiteX127" fmla="*/ 1238222 w 2915191"/>
                <a:gd name="connsiteY127" fmla="*/ 282029 h 596273"/>
                <a:gd name="connsiteX128" fmla="*/ 1247966 w 2915191"/>
                <a:gd name="connsiteY128" fmla="*/ 325613 h 596273"/>
                <a:gd name="connsiteX129" fmla="*/ 1257725 w 2915191"/>
                <a:gd name="connsiteY129" fmla="*/ 314507 h 596273"/>
                <a:gd name="connsiteX130" fmla="*/ 1267469 w 2915191"/>
                <a:gd name="connsiteY130" fmla="*/ 313346 h 596273"/>
                <a:gd name="connsiteX131" fmla="*/ 1277227 w 2915191"/>
                <a:gd name="connsiteY131" fmla="*/ 347221 h 596273"/>
                <a:gd name="connsiteX132" fmla="*/ 1286971 w 2915191"/>
                <a:gd name="connsiteY132" fmla="*/ 381302 h 596273"/>
                <a:gd name="connsiteX133" fmla="*/ 1296715 w 2915191"/>
                <a:gd name="connsiteY133" fmla="*/ 373322 h 596273"/>
                <a:gd name="connsiteX134" fmla="*/ 1306474 w 2915191"/>
                <a:gd name="connsiteY134" fmla="*/ 369477 h 596273"/>
                <a:gd name="connsiteX135" fmla="*/ 1316218 w 2915191"/>
                <a:gd name="connsiteY135" fmla="*/ 357369 h 596273"/>
                <a:gd name="connsiteX136" fmla="*/ 1325977 w 2915191"/>
                <a:gd name="connsiteY136" fmla="*/ 331754 h 596273"/>
                <a:gd name="connsiteX137" fmla="*/ 1335721 w 2915191"/>
                <a:gd name="connsiteY137" fmla="*/ 349591 h 596273"/>
                <a:gd name="connsiteX138" fmla="*/ 1345465 w 2915191"/>
                <a:gd name="connsiteY138" fmla="*/ 332696 h 596273"/>
                <a:gd name="connsiteX139" fmla="*/ 1355224 w 2915191"/>
                <a:gd name="connsiteY139" fmla="*/ 296666 h 596273"/>
                <a:gd name="connsiteX140" fmla="*/ 1364967 w 2915191"/>
                <a:gd name="connsiteY140" fmla="*/ 290004 h 596273"/>
                <a:gd name="connsiteX141" fmla="*/ 1374726 w 2915191"/>
                <a:gd name="connsiteY141" fmla="*/ 249650 h 596273"/>
                <a:gd name="connsiteX142" fmla="*/ 1384470 w 2915191"/>
                <a:gd name="connsiteY142" fmla="*/ 240735 h 596273"/>
                <a:gd name="connsiteX143" fmla="*/ 1394214 w 2915191"/>
                <a:gd name="connsiteY143" fmla="*/ 247129 h 596273"/>
                <a:gd name="connsiteX144" fmla="*/ 1403973 w 2915191"/>
                <a:gd name="connsiteY144" fmla="*/ 247128 h 596273"/>
                <a:gd name="connsiteX145" fmla="*/ 1413717 w 2915191"/>
                <a:gd name="connsiteY145" fmla="*/ 225995 h 596273"/>
                <a:gd name="connsiteX146" fmla="*/ 1423476 w 2915191"/>
                <a:gd name="connsiteY146" fmla="*/ 222057 h 596273"/>
                <a:gd name="connsiteX147" fmla="*/ 1433220 w 2915191"/>
                <a:gd name="connsiteY147" fmla="*/ 235209 h 596273"/>
                <a:gd name="connsiteX148" fmla="*/ 1442964 w 2915191"/>
                <a:gd name="connsiteY148" fmla="*/ 279900 h 596273"/>
                <a:gd name="connsiteX149" fmla="*/ 1452722 w 2915191"/>
                <a:gd name="connsiteY149" fmla="*/ 291104 h 596273"/>
                <a:gd name="connsiteX150" fmla="*/ 1462466 w 2915191"/>
                <a:gd name="connsiteY150" fmla="*/ 310498 h 596273"/>
                <a:gd name="connsiteX151" fmla="*/ 1472225 w 2915191"/>
                <a:gd name="connsiteY151" fmla="*/ 293923 h 596273"/>
                <a:gd name="connsiteX152" fmla="*/ 1481969 w 2915191"/>
                <a:gd name="connsiteY152" fmla="*/ 260868 h 596273"/>
                <a:gd name="connsiteX153" fmla="*/ 1491713 w 2915191"/>
                <a:gd name="connsiteY153" fmla="*/ 236813 h 596273"/>
                <a:gd name="connsiteX154" fmla="*/ 1501472 w 2915191"/>
                <a:gd name="connsiteY154" fmla="*/ 221822 h 596273"/>
                <a:gd name="connsiteX155" fmla="*/ 1511216 w 2915191"/>
                <a:gd name="connsiteY155" fmla="*/ 198550 h 596273"/>
                <a:gd name="connsiteX156" fmla="*/ 1520960 w 2915191"/>
                <a:gd name="connsiteY156" fmla="*/ 216359 h 596273"/>
                <a:gd name="connsiteX157" fmla="*/ 1530719 w 2915191"/>
                <a:gd name="connsiteY157" fmla="*/ 207412 h 596273"/>
                <a:gd name="connsiteX158" fmla="*/ 1540463 w 2915191"/>
                <a:gd name="connsiteY158" fmla="*/ 234581 h 596273"/>
                <a:gd name="connsiteX159" fmla="*/ 1550221 w 2915191"/>
                <a:gd name="connsiteY159" fmla="*/ 222688 h 596273"/>
                <a:gd name="connsiteX160" fmla="*/ 1559965 w 2915191"/>
                <a:gd name="connsiteY160" fmla="*/ 284012 h 596273"/>
                <a:gd name="connsiteX161" fmla="*/ 1569709 w 2915191"/>
                <a:gd name="connsiteY161" fmla="*/ 285673 h 596273"/>
                <a:gd name="connsiteX162" fmla="*/ 1579468 w 2915191"/>
                <a:gd name="connsiteY162" fmla="*/ 251578 h 596273"/>
                <a:gd name="connsiteX163" fmla="*/ 1589212 w 2915191"/>
                <a:gd name="connsiteY163" fmla="*/ 233819 h 596273"/>
                <a:gd name="connsiteX164" fmla="*/ 1598971 w 2915191"/>
                <a:gd name="connsiteY164" fmla="*/ 210987 h 596273"/>
                <a:gd name="connsiteX165" fmla="*/ 1608715 w 2915191"/>
                <a:gd name="connsiteY165" fmla="*/ 192291 h 596273"/>
                <a:gd name="connsiteX166" fmla="*/ 1618459 w 2915191"/>
                <a:gd name="connsiteY166" fmla="*/ 186148 h 596273"/>
                <a:gd name="connsiteX167" fmla="*/ 1628218 w 2915191"/>
                <a:gd name="connsiteY167" fmla="*/ 201342 h 596273"/>
                <a:gd name="connsiteX168" fmla="*/ 1637962 w 2915191"/>
                <a:gd name="connsiteY168" fmla="*/ 171626 h 596273"/>
                <a:gd name="connsiteX169" fmla="*/ 1647720 w 2915191"/>
                <a:gd name="connsiteY169" fmla="*/ 136838 h 596273"/>
                <a:gd name="connsiteX170" fmla="*/ 1657464 w 2915191"/>
                <a:gd name="connsiteY170" fmla="*/ 131367 h 596273"/>
                <a:gd name="connsiteX171" fmla="*/ 1667208 w 2915191"/>
                <a:gd name="connsiteY171" fmla="*/ 114783 h 596273"/>
                <a:gd name="connsiteX172" fmla="*/ 1676967 w 2915191"/>
                <a:gd name="connsiteY172" fmla="*/ 116458 h 596273"/>
                <a:gd name="connsiteX173" fmla="*/ 1686711 w 2915191"/>
                <a:gd name="connsiteY173" fmla="*/ 145411 h 596273"/>
                <a:gd name="connsiteX174" fmla="*/ 1696470 w 2915191"/>
                <a:gd name="connsiteY174" fmla="*/ 114986 h 596273"/>
                <a:gd name="connsiteX175" fmla="*/ 1706214 w 2915191"/>
                <a:gd name="connsiteY175" fmla="*/ 112998 h 596273"/>
                <a:gd name="connsiteX176" fmla="*/ 1715958 w 2915191"/>
                <a:gd name="connsiteY176" fmla="*/ 107355 h 596273"/>
                <a:gd name="connsiteX177" fmla="*/ 1725716 w 2915191"/>
                <a:gd name="connsiteY177" fmla="*/ 47300 h 596273"/>
                <a:gd name="connsiteX178" fmla="*/ 1735460 w 2915191"/>
                <a:gd name="connsiteY178" fmla="*/ 47415 h 596273"/>
                <a:gd name="connsiteX179" fmla="*/ 1745219 w 2915191"/>
                <a:gd name="connsiteY179" fmla="*/ 21043 h 596273"/>
                <a:gd name="connsiteX180" fmla="*/ 1754963 w 2915191"/>
                <a:gd name="connsiteY180" fmla="*/ 26324 h 596273"/>
                <a:gd name="connsiteX181" fmla="*/ 1764707 w 2915191"/>
                <a:gd name="connsiteY181" fmla="*/ 21183 h 596273"/>
                <a:gd name="connsiteX182" fmla="*/ 1774466 w 2915191"/>
                <a:gd name="connsiteY182" fmla="*/ 6690 h 596273"/>
                <a:gd name="connsiteX183" fmla="*/ 1784210 w 2915191"/>
                <a:gd name="connsiteY183" fmla="*/ 0 h 596273"/>
                <a:gd name="connsiteX184" fmla="*/ 1793969 w 2915191"/>
                <a:gd name="connsiteY184" fmla="*/ 15124 h 596273"/>
                <a:gd name="connsiteX185" fmla="*/ 1803713 w 2915191"/>
                <a:gd name="connsiteY185" fmla="*/ 36014 h 596273"/>
                <a:gd name="connsiteX186" fmla="*/ 1813457 w 2915191"/>
                <a:gd name="connsiteY186" fmla="*/ 66767 h 596273"/>
                <a:gd name="connsiteX187" fmla="*/ 1823215 w 2915191"/>
                <a:gd name="connsiteY187" fmla="*/ 37066 h 596273"/>
                <a:gd name="connsiteX188" fmla="*/ 1832959 w 2915191"/>
                <a:gd name="connsiteY188" fmla="*/ 35612 h 596273"/>
                <a:gd name="connsiteX189" fmla="*/ 1842703 w 2915191"/>
                <a:gd name="connsiteY189" fmla="*/ 36455 h 596273"/>
                <a:gd name="connsiteX190" fmla="*/ 1852462 w 2915191"/>
                <a:gd name="connsiteY190" fmla="*/ 39752 h 596273"/>
                <a:gd name="connsiteX191" fmla="*/ 1862206 w 2915191"/>
                <a:gd name="connsiteY191" fmla="*/ 22128 h 596273"/>
                <a:gd name="connsiteX192" fmla="*/ 1871965 w 2915191"/>
                <a:gd name="connsiteY192" fmla="*/ 52154 h 596273"/>
                <a:gd name="connsiteX193" fmla="*/ 1881709 w 2915191"/>
                <a:gd name="connsiteY193" fmla="*/ 45914 h 596273"/>
                <a:gd name="connsiteX194" fmla="*/ 1891453 w 2915191"/>
                <a:gd name="connsiteY194" fmla="*/ 11244 h 596273"/>
                <a:gd name="connsiteX195" fmla="*/ 1901212 w 2915191"/>
                <a:gd name="connsiteY195" fmla="*/ 24436 h 596273"/>
                <a:gd name="connsiteX196" fmla="*/ 1910956 w 2915191"/>
                <a:gd name="connsiteY196" fmla="*/ 69280 h 596273"/>
                <a:gd name="connsiteX197" fmla="*/ 1920714 w 2915191"/>
                <a:gd name="connsiteY197" fmla="*/ 73422 h 596273"/>
                <a:gd name="connsiteX198" fmla="*/ 1930458 w 2915191"/>
                <a:gd name="connsiteY198" fmla="*/ 55956 h 596273"/>
                <a:gd name="connsiteX199" fmla="*/ 1940202 w 2915191"/>
                <a:gd name="connsiteY199" fmla="*/ 51711 h 596273"/>
                <a:gd name="connsiteX200" fmla="*/ 1949961 w 2915191"/>
                <a:gd name="connsiteY200" fmla="*/ 46714 h 596273"/>
                <a:gd name="connsiteX201" fmla="*/ 1959705 w 2915191"/>
                <a:gd name="connsiteY201" fmla="*/ 49560 h 596273"/>
                <a:gd name="connsiteX202" fmla="*/ 1969464 w 2915191"/>
                <a:gd name="connsiteY202" fmla="*/ 39399 h 596273"/>
                <a:gd name="connsiteX203" fmla="*/ 1979208 w 2915191"/>
                <a:gd name="connsiteY203" fmla="*/ 40221 h 596273"/>
                <a:gd name="connsiteX204" fmla="*/ 1988952 w 2915191"/>
                <a:gd name="connsiteY204" fmla="*/ 45077 h 596273"/>
                <a:gd name="connsiteX205" fmla="*/ 1998711 w 2915191"/>
                <a:gd name="connsiteY205" fmla="*/ 49463 h 596273"/>
                <a:gd name="connsiteX206" fmla="*/ 2008454 w 2915191"/>
                <a:gd name="connsiteY206" fmla="*/ 59846 h 596273"/>
                <a:gd name="connsiteX207" fmla="*/ 2018213 w 2915191"/>
                <a:gd name="connsiteY207" fmla="*/ 29454 h 596273"/>
                <a:gd name="connsiteX208" fmla="*/ 2027957 w 2915191"/>
                <a:gd name="connsiteY208" fmla="*/ 26094 h 596273"/>
                <a:gd name="connsiteX209" fmla="*/ 2037701 w 2915191"/>
                <a:gd name="connsiteY209" fmla="*/ 19026 h 596273"/>
                <a:gd name="connsiteX210" fmla="*/ 2047460 w 2915191"/>
                <a:gd name="connsiteY210" fmla="*/ 40814 h 596273"/>
                <a:gd name="connsiteX211" fmla="*/ 2057204 w 2915191"/>
                <a:gd name="connsiteY211" fmla="*/ 59241 h 596273"/>
                <a:gd name="connsiteX212" fmla="*/ 2066963 w 2915191"/>
                <a:gd name="connsiteY212" fmla="*/ 32910 h 596273"/>
                <a:gd name="connsiteX213" fmla="*/ 2076707 w 2915191"/>
                <a:gd name="connsiteY213" fmla="*/ 54553 h 596273"/>
                <a:gd name="connsiteX214" fmla="*/ 2086451 w 2915191"/>
                <a:gd name="connsiteY214" fmla="*/ 60496 h 596273"/>
                <a:gd name="connsiteX215" fmla="*/ 2096210 w 2915191"/>
                <a:gd name="connsiteY215" fmla="*/ 84744 h 596273"/>
                <a:gd name="connsiteX216" fmla="*/ 2105954 w 2915191"/>
                <a:gd name="connsiteY216" fmla="*/ 60344 h 596273"/>
                <a:gd name="connsiteX217" fmla="*/ 2115697 w 2915191"/>
                <a:gd name="connsiteY217" fmla="*/ 40938 h 596273"/>
                <a:gd name="connsiteX218" fmla="*/ 2125456 w 2915191"/>
                <a:gd name="connsiteY218" fmla="*/ 77236 h 596273"/>
                <a:gd name="connsiteX219" fmla="*/ 2135200 w 2915191"/>
                <a:gd name="connsiteY219" fmla="*/ 82745 h 596273"/>
                <a:gd name="connsiteX220" fmla="*/ 2144959 w 2915191"/>
                <a:gd name="connsiteY220" fmla="*/ 51682 h 596273"/>
                <a:gd name="connsiteX221" fmla="*/ 2154703 w 2915191"/>
                <a:gd name="connsiteY221" fmla="*/ 77844 h 596273"/>
                <a:gd name="connsiteX222" fmla="*/ 2164447 w 2915191"/>
                <a:gd name="connsiteY222" fmla="*/ 78162 h 596273"/>
                <a:gd name="connsiteX223" fmla="*/ 2174206 w 2915191"/>
                <a:gd name="connsiteY223" fmla="*/ 87602 h 596273"/>
                <a:gd name="connsiteX224" fmla="*/ 2183950 w 2915191"/>
                <a:gd name="connsiteY224" fmla="*/ 77302 h 596273"/>
                <a:gd name="connsiteX225" fmla="*/ 2193709 w 2915191"/>
                <a:gd name="connsiteY225" fmla="*/ 91940 h 596273"/>
                <a:gd name="connsiteX226" fmla="*/ 2203452 w 2915191"/>
                <a:gd name="connsiteY226" fmla="*/ 65185 h 596273"/>
                <a:gd name="connsiteX227" fmla="*/ 2213196 w 2915191"/>
                <a:gd name="connsiteY227" fmla="*/ 82090 h 596273"/>
                <a:gd name="connsiteX228" fmla="*/ 2222955 w 2915191"/>
                <a:gd name="connsiteY228" fmla="*/ 65053 h 596273"/>
                <a:gd name="connsiteX229" fmla="*/ 2232699 w 2915191"/>
                <a:gd name="connsiteY229" fmla="*/ 111966 h 596273"/>
                <a:gd name="connsiteX230" fmla="*/ 2242458 w 2915191"/>
                <a:gd name="connsiteY230" fmla="*/ 121357 h 596273"/>
                <a:gd name="connsiteX231" fmla="*/ 2252202 w 2915191"/>
                <a:gd name="connsiteY231" fmla="*/ 91898 h 596273"/>
                <a:gd name="connsiteX232" fmla="*/ 2261946 w 2915191"/>
                <a:gd name="connsiteY232" fmla="*/ 132818 h 596273"/>
                <a:gd name="connsiteX233" fmla="*/ 2271705 w 2915191"/>
                <a:gd name="connsiteY233" fmla="*/ 135816 h 596273"/>
                <a:gd name="connsiteX234" fmla="*/ 2281449 w 2915191"/>
                <a:gd name="connsiteY234" fmla="*/ 119117 h 596273"/>
                <a:gd name="connsiteX235" fmla="*/ 2291208 w 2915191"/>
                <a:gd name="connsiteY235" fmla="*/ 118013 h 596273"/>
                <a:gd name="connsiteX236" fmla="*/ 2300951 w 2915191"/>
                <a:gd name="connsiteY236" fmla="*/ 142893 h 596273"/>
                <a:gd name="connsiteX237" fmla="*/ 2310695 w 2915191"/>
                <a:gd name="connsiteY237" fmla="*/ 112559 h 596273"/>
                <a:gd name="connsiteX238" fmla="*/ 2320454 w 2915191"/>
                <a:gd name="connsiteY238" fmla="*/ 123426 h 596273"/>
                <a:gd name="connsiteX239" fmla="*/ 2330198 w 2915191"/>
                <a:gd name="connsiteY239" fmla="*/ 92909 h 596273"/>
                <a:gd name="connsiteX240" fmla="*/ 2339957 w 2915191"/>
                <a:gd name="connsiteY240" fmla="*/ 112678 h 596273"/>
                <a:gd name="connsiteX241" fmla="*/ 2349701 w 2915191"/>
                <a:gd name="connsiteY241" fmla="*/ 120433 h 596273"/>
                <a:gd name="connsiteX242" fmla="*/ 2359445 w 2915191"/>
                <a:gd name="connsiteY242" fmla="*/ 108587 h 596273"/>
                <a:gd name="connsiteX243" fmla="*/ 2369204 w 2915191"/>
                <a:gd name="connsiteY243" fmla="*/ 124643 h 596273"/>
                <a:gd name="connsiteX244" fmla="*/ 2378948 w 2915191"/>
                <a:gd name="connsiteY244" fmla="*/ 138778 h 596273"/>
                <a:gd name="connsiteX245" fmla="*/ 2388692 w 2915191"/>
                <a:gd name="connsiteY245" fmla="*/ 145447 h 596273"/>
                <a:gd name="connsiteX246" fmla="*/ 2398450 w 2915191"/>
                <a:gd name="connsiteY246" fmla="*/ 148002 h 596273"/>
                <a:gd name="connsiteX247" fmla="*/ 2408194 w 2915191"/>
                <a:gd name="connsiteY247" fmla="*/ 121401 h 596273"/>
                <a:gd name="connsiteX248" fmla="*/ 2417953 w 2915191"/>
                <a:gd name="connsiteY248" fmla="*/ 123374 h 596273"/>
                <a:gd name="connsiteX249" fmla="*/ 2427697 w 2915191"/>
                <a:gd name="connsiteY249" fmla="*/ 117846 h 596273"/>
                <a:gd name="connsiteX250" fmla="*/ 2437441 w 2915191"/>
                <a:gd name="connsiteY250" fmla="*/ 159860 h 596273"/>
                <a:gd name="connsiteX251" fmla="*/ 2447200 w 2915191"/>
                <a:gd name="connsiteY251" fmla="*/ 168208 h 596273"/>
                <a:gd name="connsiteX252" fmla="*/ 2456944 w 2915191"/>
                <a:gd name="connsiteY252" fmla="*/ 198133 h 596273"/>
                <a:gd name="connsiteX253" fmla="*/ 2466703 w 2915191"/>
                <a:gd name="connsiteY253" fmla="*/ 210235 h 596273"/>
                <a:gd name="connsiteX254" fmla="*/ 2476446 w 2915191"/>
                <a:gd name="connsiteY254" fmla="*/ 208280 h 596273"/>
                <a:gd name="connsiteX255" fmla="*/ 2486190 w 2915191"/>
                <a:gd name="connsiteY255" fmla="*/ 213021 h 596273"/>
                <a:gd name="connsiteX256" fmla="*/ 2495949 w 2915191"/>
                <a:gd name="connsiteY256" fmla="*/ 229812 h 596273"/>
                <a:gd name="connsiteX257" fmla="*/ 2505693 w 2915191"/>
                <a:gd name="connsiteY257" fmla="*/ 244327 h 596273"/>
                <a:gd name="connsiteX258" fmla="*/ 2515452 w 2915191"/>
                <a:gd name="connsiteY258" fmla="*/ 266757 h 596273"/>
                <a:gd name="connsiteX259" fmla="*/ 2525196 w 2915191"/>
                <a:gd name="connsiteY259" fmla="*/ 283882 h 596273"/>
                <a:gd name="connsiteX260" fmla="*/ 2534940 w 2915191"/>
                <a:gd name="connsiteY260" fmla="*/ 236532 h 596273"/>
                <a:gd name="connsiteX261" fmla="*/ 2544699 w 2915191"/>
                <a:gd name="connsiteY261" fmla="*/ 240577 h 596273"/>
                <a:gd name="connsiteX262" fmla="*/ 2554443 w 2915191"/>
                <a:gd name="connsiteY262" fmla="*/ 245480 h 596273"/>
                <a:gd name="connsiteX263" fmla="*/ 2564202 w 2915191"/>
                <a:gd name="connsiteY263" fmla="*/ 278876 h 596273"/>
                <a:gd name="connsiteX264" fmla="*/ 2573946 w 2915191"/>
                <a:gd name="connsiteY264" fmla="*/ 276080 h 596273"/>
                <a:gd name="connsiteX265" fmla="*/ 2583690 w 2915191"/>
                <a:gd name="connsiteY265" fmla="*/ 285326 h 596273"/>
                <a:gd name="connsiteX266" fmla="*/ 2593448 w 2915191"/>
                <a:gd name="connsiteY266" fmla="*/ 286440 h 596273"/>
                <a:gd name="connsiteX267" fmla="*/ 2603192 w 2915191"/>
                <a:gd name="connsiteY267" fmla="*/ 266638 h 596273"/>
                <a:gd name="connsiteX268" fmla="*/ 2612951 w 2915191"/>
                <a:gd name="connsiteY268" fmla="*/ 274275 h 596273"/>
                <a:gd name="connsiteX269" fmla="*/ 2622695 w 2915191"/>
                <a:gd name="connsiteY269" fmla="*/ 252797 h 596273"/>
                <a:gd name="connsiteX270" fmla="*/ 2632439 w 2915191"/>
                <a:gd name="connsiteY270" fmla="*/ 257089 h 596273"/>
                <a:gd name="connsiteX271" fmla="*/ 2642198 w 2915191"/>
                <a:gd name="connsiteY271" fmla="*/ 260929 h 596273"/>
                <a:gd name="connsiteX272" fmla="*/ 2651942 w 2915191"/>
                <a:gd name="connsiteY272" fmla="*/ 259913 h 596273"/>
                <a:gd name="connsiteX273" fmla="*/ 2661685 w 2915191"/>
                <a:gd name="connsiteY273" fmla="*/ 256029 h 596273"/>
                <a:gd name="connsiteX274" fmla="*/ 2671444 w 2915191"/>
                <a:gd name="connsiteY274" fmla="*/ 230337 h 596273"/>
                <a:gd name="connsiteX275" fmla="*/ 2681188 w 2915191"/>
                <a:gd name="connsiteY275" fmla="*/ 253470 h 596273"/>
                <a:gd name="connsiteX276" fmla="*/ 2690947 w 2915191"/>
                <a:gd name="connsiteY276" fmla="*/ 242843 h 596273"/>
                <a:gd name="connsiteX277" fmla="*/ 2700691 w 2915191"/>
                <a:gd name="connsiteY277" fmla="*/ 236688 h 596273"/>
                <a:gd name="connsiteX278" fmla="*/ 2710435 w 2915191"/>
                <a:gd name="connsiteY278" fmla="*/ 257116 h 596273"/>
                <a:gd name="connsiteX279" fmla="*/ 2720194 w 2915191"/>
                <a:gd name="connsiteY279" fmla="*/ 251903 h 596273"/>
                <a:gd name="connsiteX280" fmla="*/ 2729938 w 2915191"/>
                <a:gd name="connsiteY280" fmla="*/ 227430 h 596273"/>
                <a:gd name="connsiteX281" fmla="*/ 2739697 w 2915191"/>
                <a:gd name="connsiteY281" fmla="*/ 255699 h 596273"/>
                <a:gd name="connsiteX282" fmla="*/ 2749441 w 2915191"/>
                <a:gd name="connsiteY282" fmla="*/ 276401 h 596273"/>
                <a:gd name="connsiteX283" fmla="*/ 2759185 w 2915191"/>
                <a:gd name="connsiteY283" fmla="*/ 282157 h 596273"/>
                <a:gd name="connsiteX284" fmla="*/ 2768943 w 2915191"/>
                <a:gd name="connsiteY284" fmla="*/ 262025 h 596273"/>
                <a:gd name="connsiteX285" fmla="*/ 2778687 w 2915191"/>
                <a:gd name="connsiteY285" fmla="*/ 244038 h 596273"/>
                <a:gd name="connsiteX286" fmla="*/ 2788446 w 2915191"/>
                <a:gd name="connsiteY286" fmla="*/ 231016 h 596273"/>
                <a:gd name="connsiteX287" fmla="*/ 2798190 w 2915191"/>
                <a:gd name="connsiteY287" fmla="*/ 218266 h 596273"/>
                <a:gd name="connsiteX288" fmla="*/ 2807934 w 2915191"/>
                <a:gd name="connsiteY288" fmla="*/ 224443 h 596273"/>
                <a:gd name="connsiteX289" fmla="*/ 2817693 w 2915191"/>
                <a:gd name="connsiteY289" fmla="*/ 236880 h 596273"/>
                <a:gd name="connsiteX290" fmla="*/ 2827437 w 2915191"/>
                <a:gd name="connsiteY290" fmla="*/ 248381 h 596273"/>
                <a:gd name="connsiteX291" fmla="*/ 2837196 w 2915191"/>
                <a:gd name="connsiteY291" fmla="*/ 223030 h 596273"/>
                <a:gd name="connsiteX292" fmla="*/ 2846940 w 2915191"/>
                <a:gd name="connsiteY292" fmla="*/ 227111 h 596273"/>
                <a:gd name="connsiteX293" fmla="*/ 2856684 w 2915191"/>
                <a:gd name="connsiteY293" fmla="*/ 208571 h 596273"/>
                <a:gd name="connsiteX294" fmla="*/ 2866442 w 2915191"/>
                <a:gd name="connsiteY294" fmla="*/ 184196 h 596273"/>
                <a:gd name="connsiteX295" fmla="*/ 2876186 w 2915191"/>
                <a:gd name="connsiteY295" fmla="*/ 161399 h 596273"/>
                <a:gd name="connsiteX296" fmla="*/ 2885945 w 2915191"/>
                <a:gd name="connsiteY296" fmla="*/ 181653 h 596273"/>
                <a:gd name="connsiteX297" fmla="*/ 2895689 w 2915191"/>
                <a:gd name="connsiteY297" fmla="*/ 178788 h 596273"/>
                <a:gd name="connsiteX298" fmla="*/ 2905433 w 2915191"/>
                <a:gd name="connsiteY298" fmla="*/ 210745 h 596273"/>
                <a:gd name="connsiteX299" fmla="*/ 2915192 w 2915191"/>
                <a:gd name="connsiteY299" fmla="*/ 187259 h 5962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96273">
                  <a:moveTo>
                    <a:pt x="0" y="521794"/>
                  </a:moveTo>
                  <a:lnTo>
                    <a:pt x="9750" y="571421"/>
                  </a:lnTo>
                  <a:lnTo>
                    <a:pt x="19500" y="583516"/>
                  </a:lnTo>
                  <a:lnTo>
                    <a:pt x="29250" y="529438"/>
                  </a:lnTo>
                  <a:lnTo>
                    <a:pt x="39000" y="519601"/>
                  </a:lnTo>
                  <a:lnTo>
                    <a:pt x="48749" y="545483"/>
                  </a:lnTo>
                  <a:lnTo>
                    <a:pt x="58499" y="548804"/>
                  </a:lnTo>
                  <a:lnTo>
                    <a:pt x="68249" y="507228"/>
                  </a:lnTo>
                  <a:lnTo>
                    <a:pt x="77998" y="518087"/>
                  </a:lnTo>
                  <a:lnTo>
                    <a:pt x="87748" y="523921"/>
                  </a:lnTo>
                  <a:lnTo>
                    <a:pt x="97497" y="548746"/>
                  </a:lnTo>
                  <a:lnTo>
                    <a:pt x="107247" y="517077"/>
                  </a:lnTo>
                  <a:lnTo>
                    <a:pt x="116997" y="532363"/>
                  </a:lnTo>
                  <a:lnTo>
                    <a:pt x="126747" y="554880"/>
                  </a:lnTo>
                  <a:lnTo>
                    <a:pt x="136497" y="553369"/>
                  </a:lnTo>
                  <a:lnTo>
                    <a:pt x="146247" y="534999"/>
                  </a:lnTo>
                  <a:lnTo>
                    <a:pt x="155997" y="506521"/>
                  </a:lnTo>
                  <a:lnTo>
                    <a:pt x="165747" y="545172"/>
                  </a:lnTo>
                  <a:lnTo>
                    <a:pt x="175497" y="552821"/>
                  </a:lnTo>
                  <a:lnTo>
                    <a:pt x="185247" y="571608"/>
                  </a:lnTo>
                  <a:lnTo>
                    <a:pt x="194996" y="565671"/>
                  </a:lnTo>
                  <a:lnTo>
                    <a:pt x="204746" y="571458"/>
                  </a:lnTo>
                  <a:lnTo>
                    <a:pt x="214495" y="574238"/>
                  </a:lnTo>
                  <a:lnTo>
                    <a:pt x="224245" y="551423"/>
                  </a:lnTo>
                  <a:lnTo>
                    <a:pt x="233995" y="554191"/>
                  </a:lnTo>
                  <a:lnTo>
                    <a:pt x="243744" y="540332"/>
                  </a:lnTo>
                  <a:lnTo>
                    <a:pt x="253494" y="541058"/>
                  </a:lnTo>
                  <a:lnTo>
                    <a:pt x="263244" y="543163"/>
                  </a:lnTo>
                  <a:lnTo>
                    <a:pt x="272994" y="558536"/>
                  </a:lnTo>
                  <a:lnTo>
                    <a:pt x="282744" y="562231"/>
                  </a:lnTo>
                  <a:lnTo>
                    <a:pt x="292494" y="547179"/>
                  </a:lnTo>
                  <a:lnTo>
                    <a:pt x="302244" y="541647"/>
                  </a:lnTo>
                  <a:lnTo>
                    <a:pt x="311994" y="562782"/>
                  </a:lnTo>
                  <a:lnTo>
                    <a:pt x="321744" y="555474"/>
                  </a:lnTo>
                  <a:lnTo>
                    <a:pt x="331493" y="580591"/>
                  </a:lnTo>
                  <a:lnTo>
                    <a:pt x="341243" y="596274"/>
                  </a:lnTo>
                  <a:lnTo>
                    <a:pt x="350993" y="578913"/>
                  </a:lnTo>
                  <a:lnTo>
                    <a:pt x="360742" y="562355"/>
                  </a:lnTo>
                  <a:lnTo>
                    <a:pt x="370492" y="551729"/>
                  </a:lnTo>
                  <a:lnTo>
                    <a:pt x="380241" y="561190"/>
                  </a:lnTo>
                  <a:lnTo>
                    <a:pt x="389991" y="576132"/>
                  </a:lnTo>
                  <a:lnTo>
                    <a:pt x="399741" y="564041"/>
                  </a:lnTo>
                  <a:lnTo>
                    <a:pt x="409491" y="564905"/>
                  </a:lnTo>
                  <a:lnTo>
                    <a:pt x="419241" y="575554"/>
                  </a:lnTo>
                  <a:lnTo>
                    <a:pt x="428991" y="551084"/>
                  </a:lnTo>
                  <a:lnTo>
                    <a:pt x="438741" y="524426"/>
                  </a:lnTo>
                  <a:lnTo>
                    <a:pt x="448491" y="529324"/>
                  </a:lnTo>
                  <a:lnTo>
                    <a:pt x="458241" y="560489"/>
                  </a:lnTo>
                  <a:lnTo>
                    <a:pt x="467991" y="574383"/>
                  </a:lnTo>
                  <a:lnTo>
                    <a:pt x="477740" y="562670"/>
                  </a:lnTo>
                  <a:lnTo>
                    <a:pt x="487490" y="538409"/>
                  </a:lnTo>
                  <a:lnTo>
                    <a:pt x="497239" y="550748"/>
                  </a:lnTo>
                  <a:lnTo>
                    <a:pt x="506989" y="525119"/>
                  </a:lnTo>
                  <a:lnTo>
                    <a:pt x="516738" y="461585"/>
                  </a:lnTo>
                  <a:lnTo>
                    <a:pt x="526488" y="444064"/>
                  </a:lnTo>
                  <a:lnTo>
                    <a:pt x="536238" y="483192"/>
                  </a:lnTo>
                  <a:lnTo>
                    <a:pt x="545988" y="500227"/>
                  </a:lnTo>
                  <a:lnTo>
                    <a:pt x="555738" y="520842"/>
                  </a:lnTo>
                  <a:lnTo>
                    <a:pt x="565488" y="504302"/>
                  </a:lnTo>
                  <a:lnTo>
                    <a:pt x="575238" y="490360"/>
                  </a:lnTo>
                  <a:lnTo>
                    <a:pt x="584988" y="540882"/>
                  </a:lnTo>
                  <a:lnTo>
                    <a:pt x="594738" y="542240"/>
                  </a:lnTo>
                  <a:lnTo>
                    <a:pt x="604488" y="536725"/>
                  </a:lnTo>
                  <a:lnTo>
                    <a:pt x="614237" y="511370"/>
                  </a:lnTo>
                  <a:lnTo>
                    <a:pt x="623987" y="523067"/>
                  </a:lnTo>
                  <a:lnTo>
                    <a:pt x="633736" y="526584"/>
                  </a:lnTo>
                  <a:lnTo>
                    <a:pt x="643486" y="482721"/>
                  </a:lnTo>
                  <a:lnTo>
                    <a:pt x="653236" y="487681"/>
                  </a:lnTo>
                  <a:lnTo>
                    <a:pt x="662985" y="484345"/>
                  </a:lnTo>
                  <a:lnTo>
                    <a:pt x="672735" y="492143"/>
                  </a:lnTo>
                  <a:lnTo>
                    <a:pt x="682485" y="477594"/>
                  </a:lnTo>
                  <a:lnTo>
                    <a:pt x="692235" y="451956"/>
                  </a:lnTo>
                  <a:lnTo>
                    <a:pt x="701985" y="446449"/>
                  </a:lnTo>
                  <a:lnTo>
                    <a:pt x="711735" y="445387"/>
                  </a:lnTo>
                  <a:lnTo>
                    <a:pt x="721485" y="466097"/>
                  </a:lnTo>
                  <a:lnTo>
                    <a:pt x="731235" y="459039"/>
                  </a:lnTo>
                  <a:lnTo>
                    <a:pt x="740985" y="448872"/>
                  </a:lnTo>
                  <a:lnTo>
                    <a:pt x="750734" y="435313"/>
                  </a:lnTo>
                  <a:lnTo>
                    <a:pt x="760484" y="409120"/>
                  </a:lnTo>
                  <a:lnTo>
                    <a:pt x="770233" y="399923"/>
                  </a:lnTo>
                  <a:lnTo>
                    <a:pt x="779983" y="378675"/>
                  </a:lnTo>
                  <a:lnTo>
                    <a:pt x="789733" y="390343"/>
                  </a:lnTo>
                  <a:lnTo>
                    <a:pt x="799482" y="378771"/>
                  </a:lnTo>
                  <a:lnTo>
                    <a:pt x="809232" y="402284"/>
                  </a:lnTo>
                  <a:lnTo>
                    <a:pt x="818982" y="402536"/>
                  </a:lnTo>
                  <a:lnTo>
                    <a:pt x="828732" y="396066"/>
                  </a:lnTo>
                  <a:lnTo>
                    <a:pt x="838482" y="346538"/>
                  </a:lnTo>
                  <a:lnTo>
                    <a:pt x="848232" y="344123"/>
                  </a:lnTo>
                  <a:lnTo>
                    <a:pt x="857982" y="333454"/>
                  </a:lnTo>
                  <a:lnTo>
                    <a:pt x="867732" y="323551"/>
                  </a:lnTo>
                  <a:lnTo>
                    <a:pt x="877482" y="310817"/>
                  </a:lnTo>
                  <a:lnTo>
                    <a:pt x="887231" y="339156"/>
                  </a:lnTo>
                  <a:lnTo>
                    <a:pt x="896981" y="324993"/>
                  </a:lnTo>
                  <a:lnTo>
                    <a:pt x="906730" y="336343"/>
                  </a:lnTo>
                  <a:lnTo>
                    <a:pt x="916480" y="342332"/>
                  </a:lnTo>
                  <a:lnTo>
                    <a:pt x="926230" y="349210"/>
                  </a:lnTo>
                  <a:lnTo>
                    <a:pt x="935979" y="324197"/>
                  </a:lnTo>
                  <a:lnTo>
                    <a:pt x="945729" y="344044"/>
                  </a:lnTo>
                  <a:lnTo>
                    <a:pt x="955479" y="370791"/>
                  </a:lnTo>
                  <a:lnTo>
                    <a:pt x="965229" y="356534"/>
                  </a:lnTo>
                  <a:lnTo>
                    <a:pt x="974979" y="345735"/>
                  </a:lnTo>
                  <a:lnTo>
                    <a:pt x="984729" y="336368"/>
                  </a:lnTo>
                  <a:lnTo>
                    <a:pt x="994474" y="345644"/>
                  </a:lnTo>
                  <a:lnTo>
                    <a:pt x="1004233" y="333834"/>
                  </a:lnTo>
                  <a:lnTo>
                    <a:pt x="1013977" y="360974"/>
                  </a:lnTo>
                  <a:lnTo>
                    <a:pt x="1023721" y="411905"/>
                  </a:lnTo>
                  <a:lnTo>
                    <a:pt x="1033480" y="409557"/>
                  </a:lnTo>
                  <a:lnTo>
                    <a:pt x="1043224" y="405170"/>
                  </a:lnTo>
                  <a:lnTo>
                    <a:pt x="1052983" y="446755"/>
                  </a:lnTo>
                  <a:lnTo>
                    <a:pt x="1062727" y="440901"/>
                  </a:lnTo>
                  <a:lnTo>
                    <a:pt x="1072471" y="420218"/>
                  </a:lnTo>
                  <a:lnTo>
                    <a:pt x="1082230" y="442847"/>
                  </a:lnTo>
                  <a:lnTo>
                    <a:pt x="1091973" y="414974"/>
                  </a:lnTo>
                  <a:lnTo>
                    <a:pt x="1101732" y="415567"/>
                  </a:lnTo>
                  <a:lnTo>
                    <a:pt x="1111476" y="414336"/>
                  </a:lnTo>
                  <a:lnTo>
                    <a:pt x="1121220" y="403950"/>
                  </a:lnTo>
                  <a:lnTo>
                    <a:pt x="1130979" y="392538"/>
                  </a:lnTo>
                  <a:lnTo>
                    <a:pt x="1140723" y="411419"/>
                  </a:lnTo>
                  <a:lnTo>
                    <a:pt x="1150482" y="369168"/>
                  </a:lnTo>
                  <a:lnTo>
                    <a:pt x="1160226" y="355804"/>
                  </a:lnTo>
                  <a:lnTo>
                    <a:pt x="1169969" y="345351"/>
                  </a:lnTo>
                  <a:lnTo>
                    <a:pt x="1179728" y="345752"/>
                  </a:lnTo>
                  <a:lnTo>
                    <a:pt x="1189472" y="347201"/>
                  </a:lnTo>
                  <a:lnTo>
                    <a:pt x="1199231" y="336261"/>
                  </a:lnTo>
                  <a:lnTo>
                    <a:pt x="1208975" y="362261"/>
                  </a:lnTo>
                  <a:lnTo>
                    <a:pt x="1218719" y="349773"/>
                  </a:lnTo>
                  <a:lnTo>
                    <a:pt x="1228478" y="315949"/>
                  </a:lnTo>
                  <a:lnTo>
                    <a:pt x="1238222" y="282029"/>
                  </a:lnTo>
                  <a:lnTo>
                    <a:pt x="1247966" y="325613"/>
                  </a:lnTo>
                  <a:lnTo>
                    <a:pt x="1257725" y="314507"/>
                  </a:lnTo>
                  <a:lnTo>
                    <a:pt x="1267469" y="313346"/>
                  </a:lnTo>
                  <a:lnTo>
                    <a:pt x="1277227" y="347221"/>
                  </a:lnTo>
                  <a:lnTo>
                    <a:pt x="1286971" y="381302"/>
                  </a:lnTo>
                  <a:lnTo>
                    <a:pt x="1296715" y="373322"/>
                  </a:lnTo>
                  <a:lnTo>
                    <a:pt x="1306474" y="369477"/>
                  </a:lnTo>
                  <a:lnTo>
                    <a:pt x="1316218" y="357369"/>
                  </a:lnTo>
                  <a:lnTo>
                    <a:pt x="1325977" y="331754"/>
                  </a:lnTo>
                  <a:lnTo>
                    <a:pt x="1335721" y="349591"/>
                  </a:lnTo>
                  <a:lnTo>
                    <a:pt x="1345465" y="332696"/>
                  </a:lnTo>
                  <a:lnTo>
                    <a:pt x="1355224" y="296666"/>
                  </a:lnTo>
                  <a:lnTo>
                    <a:pt x="1364967" y="290004"/>
                  </a:lnTo>
                  <a:lnTo>
                    <a:pt x="1374726" y="249650"/>
                  </a:lnTo>
                  <a:lnTo>
                    <a:pt x="1384470" y="240735"/>
                  </a:lnTo>
                  <a:lnTo>
                    <a:pt x="1394214" y="247129"/>
                  </a:lnTo>
                  <a:lnTo>
                    <a:pt x="1403973" y="247128"/>
                  </a:lnTo>
                  <a:lnTo>
                    <a:pt x="1413717" y="225995"/>
                  </a:lnTo>
                  <a:lnTo>
                    <a:pt x="1423476" y="222057"/>
                  </a:lnTo>
                  <a:lnTo>
                    <a:pt x="1433220" y="235209"/>
                  </a:lnTo>
                  <a:lnTo>
                    <a:pt x="1442964" y="279900"/>
                  </a:lnTo>
                  <a:lnTo>
                    <a:pt x="1452722" y="291104"/>
                  </a:lnTo>
                  <a:lnTo>
                    <a:pt x="1462466" y="310498"/>
                  </a:lnTo>
                  <a:lnTo>
                    <a:pt x="1472225" y="293923"/>
                  </a:lnTo>
                  <a:lnTo>
                    <a:pt x="1481969" y="260868"/>
                  </a:lnTo>
                  <a:lnTo>
                    <a:pt x="1491713" y="236813"/>
                  </a:lnTo>
                  <a:lnTo>
                    <a:pt x="1501472" y="221822"/>
                  </a:lnTo>
                  <a:lnTo>
                    <a:pt x="1511216" y="198550"/>
                  </a:lnTo>
                  <a:lnTo>
                    <a:pt x="1520960" y="216359"/>
                  </a:lnTo>
                  <a:lnTo>
                    <a:pt x="1530719" y="207412"/>
                  </a:lnTo>
                  <a:lnTo>
                    <a:pt x="1540463" y="234581"/>
                  </a:lnTo>
                  <a:lnTo>
                    <a:pt x="1550221" y="222688"/>
                  </a:lnTo>
                  <a:lnTo>
                    <a:pt x="1559965" y="284012"/>
                  </a:lnTo>
                  <a:lnTo>
                    <a:pt x="1569709" y="285673"/>
                  </a:lnTo>
                  <a:lnTo>
                    <a:pt x="1579468" y="251578"/>
                  </a:lnTo>
                  <a:lnTo>
                    <a:pt x="1589212" y="233819"/>
                  </a:lnTo>
                  <a:lnTo>
                    <a:pt x="1598971" y="210987"/>
                  </a:lnTo>
                  <a:lnTo>
                    <a:pt x="1608715" y="192291"/>
                  </a:lnTo>
                  <a:lnTo>
                    <a:pt x="1618459" y="186148"/>
                  </a:lnTo>
                  <a:lnTo>
                    <a:pt x="1628218" y="201342"/>
                  </a:lnTo>
                  <a:lnTo>
                    <a:pt x="1637962" y="171626"/>
                  </a:lnTo>
                  <a:lnTo>
                    <a:pt x="1647720" y="136838"/>
                  </a:lnTo>
                  <a:lnTo>
                    <a:pt x="1657464" y="131367"/>
                  </a:lnTo>
                  <a:lnTo>
                    <a:pt x="1667208" y="114783"/>
                  </a:lnTo>
                  <a:lnTo>
                    <a:pt x="1676967" y="116458"/>
                  </a:lnTo>
                  <a:lnTo>
                    <a:pt x="1686711" y="145411"/>
                  </a:lnTo>
                  <a:lnTo>
                    <a:pt x="1696470" y="114986"/>
                  </a:lnTo>
                  <a:lnTo>
                    <a:pt x="1706214" y="112998"/>
                  </a:lnTo>
                  <a:lnTo>
                    <a:pt x="1715958" y="107355"/>
                  </a:lnTo>
                  <a:lnTo>
                    <a:pt x="1725716" y="47300"/>
                  </a:lnTo>
                  <a:lnTo>
                    <a:pt x="1735460" y="47415"/>
                  </a:lnTo>
                  <a:lnTo>
                    <a:pt x="1745219" y="21043"/>
                  </a:lnTo>
                  <a:lnTo>
                    <a:pt x="1754963" y="26324"/>
                  </a:lnTo>
                  <a:lnTo>
                    <a:pt x="1764707" y="21183"/>
                  </a:lnTo>
                  <a:lnTo>
                    <a:pt x="1774466" y="6690"/>
                  </a:lnTo>
                  <a:lnTo>
                    <a:pt x="1784210" y="0"/>
                  </a:lnTo>
                  <a:lnTo>
                    <a:pt x="1793969" y="15124"/>
                  </a:lnTo>
                  <a:lnTo>
                    <a:pt x="1803713" y="36014"/>
                  </a:lnTo>
                  <a:lnTo>
                    <a:pt x="1813457" y="66767"/>
                  </a:lnTo>
                  <a:lnTo>
                    <a:pt x="1823215" y="37066"/>
                  </a:lnTo>
                  <a:lnTo>
                    <a:pt x="1832959" y="35612"/>
                  </a:lnTo>
                  <a:lnTo>
                    <a:pt x="1842703" y="36455"/>
                  </a:lnTo>
                  <a:lnTo>
                    <a:pt x="1852462" y="39752"/>
                  </a:lnTo>
                  <a:lnTo>
                    <a:pt x="1862206" y="22128"/>
                  </a:lnTo>
                  <a:lnTo>
                    <a:pt x="1871965" y="52154"/>
                  </a:lnTo>
                  <a:lnTo>
                    <a:pt x="1881709" y="45914"/>
                  </a:lnTo>
                  <a:lnTo>
                    <a:pt x="1891453" y="11244"/>
                  </a:lnTo>
                  <a:lnTo>
                    <a:pt x="1901212" y="24436"/>
                  </a:lnTo>
                  <a:lnTo>
                    <a:pt x="1910956" y="69280"/>
                  </a:lnTo>
                  <a:lnTo>
                    <a:pt x="1920714" y="73422"/>
                  </a:lnTo>
                  <a:lnTo>
                    <a:pt x="1930458" y="55956"/>
                  </a:lnTo>
                  <a:lnTo>
                    <a:pt x="1940202" y="51711"/>
                  </a:lnTo>
                  <a:lnTo>
                    <a:pt x="1949961" y="46714"/>
                  </a:lnTo>
                  <a:lnTo>
                    <a:pt x="1959705" y="49560"/>
                  </a:lnTo>
                  <a:lnTo>
                    <a:pt x="1969464" y="39399"/>
                  </a:lnTo>
                  <a:lnTo>
                    <a:pt x="1979208" y="40221"/>
                  </a:lnTo>
                  <a:lnTo>
                    <a:pt x="1988952" y="45077"/>
                  </a:lnTo>
                  <a:lnTo>
                    <a:pt x="1998711" y="49463"/>
                  </a:lnTo>
                  <a:lnTo>
                    <a:pt x="2008454" y="59846"/>
                  </a:lnTo>
                  <a:lnTo>
                    <a:pt x="2018213" y="29454"/>
                  </a:lnTo>
                  <a:lnTo>
                    <a:pt x="2027957" y="26094"/>
                  </a:lnTo>
                  <a:lnTo>
                    <a:pt x="2037701" y="19026"/>
                  </a:lnTo>
                  <a:lnTo>
                    <a:pt x="2047460" y="40814"/>
                  </a:lnTo>
                  <a:lnTo>
                    <a:pt x="2057204" y="59241"/>
                  </a:lnTo>
                  <a:lnTo>
                    <a:pt x="2066963" y="32910"/>
                  </a:lnTo>
                  <a:lnTo>
                    <a:pt x="2076707" y="54553"/>
                  </a:lnTo>
                  <a:lnTo>
                    <a:pt x="2086451" y="60496"/>
                  </a:lnTo>
                  <a:lnTo>
                    <a:pt x="2096210" y="84744"/>
                  </a:lnTo>
                  <a:lnTo>
                    <a:pt x="2105954" y="60344"/>
                  </a:lnTo>
                  <a:lnTo>
                    <a:pt x="2115697" y="40938"/>
                  </a:lnTo>
                  <a:lnTo>
                    <a:pt x="2125456" y="77236"/>
                  </a:lnTo>
                  <a:lnTo>
                    <a:pt x="2135200" y="82745"/>
                  </a:lnTo>
                  <a:lnTo>
                    <a:pt x="2144959" y="51682"/>
                  </a:lnTo>
                  <a:lnTo>
                    <a:pt x="2154703" y="77844"/>
                  </a:lnTo>
                  <a:lnTo>
                    <a:pt x="2164447" y="78162"/>
                  </a:lnTo>
                  <a:lnTo>
                    <a:pt x="2174206" y="87602"/>
                  </a:lnTo>
                  <a:lnTo>
                    <a:pt x="2183950" y="77302"/>
                  </a:lnTo>
                  <a:lnTo>
                    <a:pt x="2193709" y="91940"/>
                  </a:lnTo>
                  <a:lnTo>
                    <a:pt x="2203452" y="65185"/>
                  </a:lnTo>
                  <a:lnTo>
                    <a:pt x="2213196" y="82090"/>
                  </a:lnTo>
                  <a:lnTo>
                    <a:pt x="2222955" y="65053"/>
                  </a:lnTo>
                  <a:lnTo>
                    <a:pt x="2232699" y="111966"/>
                  </a:lnTo>
                  <a:lnTo>
                    <a:pt x="2242458" y="121357"/>
                  </a:lnTo>
                  <a:lnTo>
                    <a:pt x="2252202" y="91898"/>
                  </a:lnTo>
                  <a:lnTo>
                    <a:pt x="2261946" y="132818"/>
                  </a:lnTo>
                  <a:lnTo>
                    <a:pt x="2271705" y="135816"/>
                  </a:lnTo>
                  <a:lnTo>
                    <a:pt x="2281449" y="119117"/>
                  </a:lnTo>
                  <a:lnTo>
                    <a:pt x="2291208" y="118013"/>
                  </a:lnTo>
                  <a:lnTo>
                    <a:pt x="2300951" y="142893"/>
                  </a:lnTo>
                  <a:lnTo>
                    <a:pt x="2310695" y="112559"/>
                  </a:lnTo>
                  <a:lnTo>
                    <a:pt x="2320454" y="123426"/>
                  </a:lnTo>
                  <a:lnTo>
                    <a:pt x="2330198" y="92909"/>
                  </a:lnTo>
                  <a:lnTo>
                    <a:pt x="2339957" y="112678"/>
                  </a:lnTo>
                  <a:lnTo>
                    <a:pt x="2349701" y="120433"/>
                  </a:lnTo>
                  <a:lnTo>
                    <a:pt x="2359445" y="108587"/>
                  </a:lnTo>
                  <a:lnTo>
                    <a:pt x="2369204" y="124643"/>
                  </a:lnTo>
                  <a:lnTo>
                    <a:pt x="2378948" y="138778"/>
                  </a:lnTo>
                  <a:lnTo>
                    <a:pt x="2388692" y="145447"/>
                  </a:lnTo>
                  <a:lnTo>
                    <a:pt x="2398450" y="148002"/>
                  </a:lnTo>
                  <a:lnTo>
                    <a:pt x="2408194" y="121401"/>
                  </a:lnTo>
                  <a:lnTo>
                    <a:pt x="2417953" y="123374"/>
                  </a:lnTo>
                  <a:lnTo>
                    <a:pt x="2427697" y="117846"/>
                  </a:lnTo>
                  <a:lnTo>
                    <a:pt x="2437441" y="159860"/>
                  </a:lnTo>
                  <a:lnTo>
                    <a:pt x="2447200" y="168208"/>
                  </a:lnTo>
                  <a:lnTo>
                    <a:pt x="2456944" y="198133"/>
                  </a:lnTo>
                  <a:lnTo>
                    <a:pt x="2466703" y="210235"/>
                  </a:lnTo>
                  <a:lnTo>
                    <a:pt x="2476446" y="208280"/>
                  </a:lnTo>
                  <a:lnTo>
                    <a:pt x="2486190" y="213021"/>
                  </a:lnTo>
                  <a:lnTo>
                    <a:pt x="2495949" y="229812"/>
                  </a:lnTo>
                  <a:lnTo>
                    <a:pt x="2505693" y="244327"/>
                  </a:lnTo>
                  <a:lnTo>
                    <a:pt x="2515452" y="266757"/>
                  </a:lnTo>
                  <a:lnTo>
                    <a:pt x="2525196" y="283882"/>
                  </a:lnTo>
                  <a:lnTo>
                    <a:pt x="2534940" y="236532"/>
                  </a:lnTo>
                  <a:lnTo>
                    <a:pt x="2544699" y="240577"/>
                  </a:lnTo>
                  <a:lnTo>
                    <a:pt x="2554443" y="245480"/>
                  </a:lnTo>
                  <a:lnTo>
                    <a:pt x="2564202" y="278876"/>
                  </a:lnTo>
                  <a:lnTo>
                    <a:pt x="2573946" y="276080"/>
                  </a:lnTo>
                  <a:lnTo>
                    <a:pt x="2583690" y="285326"/>
                  </a:lnTo>
                  <a:lnTo>
                    <a:pt x="2593448" y="286440"/>
                  </a:lnTo>
                  <a:lnTo>
                    <a:pt x="2603192" y="266638"/>
                  </a:lnTo>
                  <a:lnTo>
                    <a:pt x="2612951" y="274275"/>
                  </a:lnTo>
                  <a:lnTo>
                    <a:pt x="2622695" y="252797"/>
                  </a:lnTo>
                  <a:lnTo>
                    <a:pt x="2632439" y="257089"/>
                  </a:lnTo>
                  <a:lnTo>
                    <a:pt x="2642198" y="260929"/>
                  </a:lnTo>
                  <a:lnTo>
                    <a:pt x="2651942" y="259913"/>
                  </a:lnTo>
                  <a:lnTo>
                    <a:pt x="2661685" y="256029"/>
                  </a:lnTo>
                  <a:lnTo>
                    <a:pt x="2671444" y="230337"/>
                  </a:lnTo>
                  <a:lnTo>
                    <a:pt x="2681188" y="253470"/>
                  </a:lnTo>
                  <a:lnTo>
                    <a:pt x="2690947" y="242843"/>
                  </a:lnTo>
                  <a:lnTo>
                    <a:pt x="2700691" y="236688"/>
                  </a:lnTo>
                  <a:lnTo>
                    <a:pt x="2710435" y="257116"/>
                  </a:lnTo>
                  <a:lnTo>
                    <a:pt x="2720194" y="251903"/>
                  </a:lnTo>
                  <a:lnTo>
                    <a:pt x="2729938" y="227430"/>
                  </a:lnTo>
                  <a:lnTo>
                    <a:pt x="2739697" y="255699"/>
                  </a:lnTo>
                  <a:lnTo>
                    <a:pt x="2749441" y="276401"/>
                  </a:lnTo>
                  <a:lnTo>
                    <a:pt x="2759185" y="282157"/>
                  </a:lnTo>
                  <a:lnTo>
                    <a:pt x="2768943" y="262025"/>
                  </a:lnTo>
                  <a:lnTo>
                    <a:pt x="2778687" y="244038"/>
                  </a:lnTo>
                  <a:lnTo>
                    <a:pt x="2788446" y="231016"/>
                  </a:lnTo>
                  <a:lnTo>
                    <a:pt x="2798190" y="218266"/>
                  </a:lnTo>
                  <a:lnTo>
                    <a:pt x="2807934" y="224443"/>
                  </a:lnTo>
                  <a:lnTo>
                    <a:pt x="2817693" y="236880"/>
                  </a:lnTo>
                  <a:lnTo>
                    <a:pt x="2827437" y="248381"/>
                  </a:lnTo>
                  <a:lnTo>
                    <a:pt x="2837196" y="223030"/>
                  </a:lnTo>
                  <a:lnTo>
                    <a:pt x="2846940" y="227111"/>
                  </a:lnTo>
                  <a:lnTo>
                    <a:pt x="2856684" y="208571"/>
                  </a:lnTo>
                  <a:lnTo>
                    <a:pt x="2866442" y="184196"/>
                  </a:lnTo>
                  <a:lnTo>
                    <a:pt x="2876186" y="161399"/>
                  </a:lnTo>
                  <a:lnTo>
                    <a:pt x="2885945" y="181653"/>
                  </a:lnTo>
                  <a:lnTo>
                    <a:pt x="2895689" y="178788"/>
                  </a:lnTo>
                  <a:lnTo>
                    <a:pt x="2905433" y="210745"/>
                  </a:lnTo>
                  <a:lnTo>
                    <a:pt x="2915192" y="18725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3" name="Freeform 1132">
              <a:extLst>
                <a:ext uri="{FF2B5EF4-FFF2-40B4-BE49-F238E27FC236}">
                  <a16:creationId xmlns:a16="http://schemas.microsoft.com/office/drawing/2014/main" id="{981677C5-A522-FBD8-3BFA-72A8975C96E1}"/>
                </a:ext>
              </a:extLst>
            </p:cNvPr>
            <p:cNvSpPr/>
            <p:nvPr/>
          </p:nvSpPr>
          <p:spPr>
            <a:xfrm>
              <a:off x="4426652" y="3604237"/>
              <a:ext cx="2915191" cy="476885"/>
            </a:xfrm>
            <a:custGeom>
              <a:avLst/>
              <a:gdLst>
                <a:gd name="connsiteX0" fmla="*/ 0 w 2915191"/>
                <a:gd name="connsiteY0" fmla="*/ 352474 h 476885"/>
                <a:gd name="connsiteX1" fmla="*/ 9750 w 2915191"/>
                <a:gd name="connsiteY1" fmla="*/ 349548 h 476885"/>
                <a:gd name="connsiteX2" fmla="*/ 19500 w 2915191"/>
                <a:gd name="connsiteY2" fmla="*/ 361543 h 476885"/>
                <a:gd name="connsiteX3" fmla="*/ 29250 w 2915191"/>
                <a:gd name="connsiteY3" fmla="*/ 350180 h 476885"/>
                <a:gd name="connsiteX4" fmla="*/ 39000 w 2915191"/>
                <a:gd name="connsiteY4" fmla="*/ 346163 h 476885"/>
                <a:gd name="connsiteX5" fmla="*/ 48749 w 2915191"/>
                <a:gd name="connsiteY5" fmla="*/ 346434 h 476885"/>
                <a:gd name="connsiteX6" fmla="*/ 58499 w 2915191"/>
                <a:gd name="connsiteY6" fmla="*/ 347568 h 476885"/>
                <a:gd name="connsiteX7" fmla="*/ 68249 w 2915191"/>
                <a:gd name="connsiteY7" fmla="*/ 333617 h 476885"/>
                <a:gd name="connsiteX8" fmla="*/ 77998 w 2915191"/>
                <a:gd name="connsiteY8" fmla="*/ 336824 h 476885"/>
                <a:gd name="connsiteX9" fmla="*/ 87748 w 2915191"/>
                <a:gd name="connsiteY9" fmla="*/ 362164 h 476885"/>
                <a:gd name="connsiteX10" fmla="*/ 97497 w 2915191"/>
                <a:gd name="connsiteY10" fmla="*/ 385268 h 476885"/>
                <a:gd name="connsiteX11" fmla="*/ 107247 w 2915191"/>
                <a:gd name="connsiteY11" fmla="*/ 398640 h 476885"/>
                <a:gd name="connsiteX12" fmla="*/ 116997 w 2915191"/>
                <a:gd name="connsiteY12" fmla="*/ 386149 h 476885"/>
                <a:gd name="connsiteX13" fmla="*/ 126747 w 2915191"/>
                <a:gd name="connsiteY13" fmla="*/ 414429 h 476885"/>
                <a:gd name="connsiteX14" fmla="*/ 136497 w 2915191"/>
                <a:gd name="connsiteY14" fmla="*/ 446998 h 476885"/>
                <a:gd name="connsiteX15" fmla="*/ 146247 w 2915191"/>
                <a:gd name="connsiteY15" fmla="*/ 440561 h 476885"/>
                <a:gd name="connsiteX16" fmla="*/ 155997 w 2915191"/>
                <a:gd name="connsiteY16" fmla="*/ 456593 h 476885"/>
                <a:gd name="connsiteX17" fmla="*/ 165747 w 2915191"/>
                <a:gd name="connsiteY17" fmla="*/ 467841 h 476885"/>
                <a:gd name="connsiteX18" fmla="*/ 175497 w 2915191"/>
                <a:gd name="connsiteY18" fmla="*/ 476885 h 476885"/>
                <a:gd name="connsiteX19" fmla="*/ 185247 w 2915191"/>
                <a:gd name="connsiteY19" fmla="*/ 458410 h 476885"/>
                <a:gd name="connsiteX20" fmla="*/ 194996 w 2915191"/>
                <a:gd name="connsiteY20" fmla="*/ 441068 h 476885"/>
                <a:gd name="connsiteX21" fmla="*/ 204746 w 2915191"/>
                <a:gd name="connsiteY21" fmla="*/ 424172 h 476885"/>
                <a:gd name="connsiteX22" fmla="*/ 214495 w 2915191"/>
                <a:gd name="connsiteY22" fmla="*/ 415203 h 476885"/>
                <a:gd name="connsiteX23" fmla="*/ 224245 w 2915191"/>
                <a:gd name="connsiteY23" fmla="*/ 422951 h 476885"/>
                <a:gd name="connsiteX24" fmla="*/ 233995 w 2915191"/>
                <a:gd name="connsiteY24" fmla="*/ 434304 h 476885"/>
                <a:gd name="connsiteX25" fmla="*/ 243744 w 2915191"/>
                <a:gd name="connsiteY25" fmla="*/ 446461 h 476885"/>
                <a:gd name="connsiteX26" fmla="*/ 253494 w 2915191"/>
                <a:gd name="connsiteY26" fmla="*/ 456473 h 476885"/>
                <a:gd name="connsiteX27" fmla="*/ 263244 w 2915191"/>
                <a:gd name="connsiteY27" fmla="*/ 431965 h 476885"/>
                <a:gd name="connsiteX28" fmla="*/ 272994 w 2915191"/>
                <a:gd name="connsiteY28" fmla="*/ 426050 h 476885"/>
                <a:gd name="connsiteX29" fmla="*/ 282744 w 2915191"/>
                <a:gd name="connsiteY29" fmla="*/ 393597 h 476885"/>
                <a:gd name="connsiteX30" fmla="*/ 292494 w 2915191"/>
                <a:gd name="connsiteY30" fmla="*/ 406084 h 476885"/>
                <a:gd name="connsiteX31" fmla="*/ 302244 w 2915191"/>
                <a:gd name="connsiteY31" fmla="*/ 424247 h 476885"/>
                <a:gd name="connsiteX32" fmla="*/ 311994 w 2915191"/>
                <a:gd name="connsiteY32" fmla="*/ 403576 h 476885"/>
                <a:gd name="connsiteX33" fmla="*/ 321744 w 2915191"/>
                <a:gd name="connsiteY33" fmla="*/ 381134 h 476885"/>
                <a:gd name="connsiteX34" fmla="*/ 331493 w 2915191"/>
                <a:gd name="connsiteY34" fmla="*/ 391121 h 476885"/>
                <a:gd name="connsiteX35" fmla="*/ 341243 w 2915191"/>
                <a:gd name="connsiteY35" fmla="*/ 398429 h 476885"/>
                <a:gd name="connsiteX36" fmla="*/ 350993 w 2915191"/>
                <a:gd name="connsiteY36" fmla="*/ 395231 h 476885"/>
                <a:gd name="connsiteX37" fmla="*/ 360742 w 2915191"/>
                <a:gd name="connsiteY37" fmla="*/ 386545 h 476885"/>
                <a:gd name="connsiteX38" fmla="*/ 370492 w 2915191"/>
                <a:gd name="connsiteY38" fmla="*/ 368063 h 476885"/>
                <a:gd name="connsiteX39" fmla="*/ 380241 w 2915191"/>
                <a:gd name="connsiteY39" fmla="*/ 367267 h 476885"/>
                <a:gd name="connsiteX40" fmla="*/ 389991 w 2915191"/>
                <a:gd name="connsiteY40" fmla="*/ 376937 h 476885"/>
                <a:gd name="connsiteX41" fmla="*/ 399741 w 2915191"/>
                <a:gd name="connsiteY41" fmla="*/ 389632 h 476885"/>
                <a:gd name="connsiteX42" fmla="*/ 409491 w 2915191"/>
                <a:gd name="connsiteY42" fmla="*/ 447668 h 476885"/>
                <a:gd name="connsiteX43" fmla="*/ 419241 w 2915191"/>
                <a:gd name="connsiteY43" fmla="*/ 452823 h 476885"/>
                <a:gd name="connsiteX44" fmla="*/ 428991 w 2915191"/>
                <a:gd name="connsiteY44" fmla="*/ 451318 h 476885"/>
                <a:gd name="connsiteX45" fmla="*/ 438741 w 2915191"/>
                <a:gd name="connsiteY45" fmla="*/ 447758 h 476885"/>
                <a:gd name="connsiteX46" fmla="*/ 448491 w 2915191"/>
                <a:gd name="connsiteY46" fmla="*/ 441932 h 476885"/>
                <a:gd name="connsiteX47" fmla="*/ 458241 w 2915191"/>
                <a:gd name="connsiteY47" fmla="*/ 423845 h 476885"/>
                <a:gd name="connsiteX48" fmla="*/ 467991 w 2915191"/>
                <a:gd name="connsiteY48" fmla="*/ 453270 h 476885"/>
                <a:gd name="connsiteX49" fmla="*/ 477740 w 2915191"/>
                <a:gd name="connsiteY49" fmla="*/ 448696 h 476885"/>
                <a:gd name="connsiteX50" fmla="*/ 487490 w 2915191"/>
                <a:gd name="connsiteY50" fmla="*/ 430043 h 476885"/>
                <a:gd name="connsiteX51" fmla="*/ 497239 w 2915191"/>
                <a:gd name="connsiteY51" fmla="*/ 426497 h 476885"/>
                <a:gd name="connsiteX52" fmla="*/ 506989 w 2915191"/>
                <a:gd name="connsiteY52" fmla="*/ 458291 h 476885"/>
                <a:gd name="connsiteX53" fmla="*/ 516738 w 2915191"/>
                <a:gd name="connsiteY53" fmla="*/ 437209 h 476885"/>
                <a:gd name="connsiteX54" fmla="*/ 526488 w 2915191"/>
                <a:gd name="connsiteY54" fmla="*/ 426035 h 476885"/>
                <a:gd name="connsiteX55" fmla="*/ 536238 w 2915191"/>
                <a:gd name="connsiteY55" fmla="*/ 426720 h 476885"/>
                <a:gd name="connsiteX56" fmla="*/ 545988 w 2915191"/>
                <a:gd name="connsiteY56" fmla="*/ 393542 h 476885"/>
                <a:gd name="connsiteX57" fmla="*/ 555738 w 2915191"/>
                <a:gd name="connsiteY57" fmla="*/ 351895 h 476885"/>
                <a:gd name="connsiteX58" fmla="*/ 565488 w 2915191"/>
                <a:gd name="connsiteY58" fmla="*/ 380076 h 476885"/>
                <a:gd name="connsiteX59" fmla="*/ 575238 w 2915191"/>
                <a:gd name="connsiteY59" fmla="*/ 387099 h 476885"/>
                <a:gd name="connsiteX60" fmla="*/ 584988 w 2915191"/>
                <a:gd name="connsiteY60" fmla="*/ 387481 h 476885"/>
                <a:gd name="connsiteX61" fmla="*/ 594738 w 2915191"/>
                <a:gd name="connsiteY61" fmla="*/ 352668 h 476885"/>
                <a:gd name="connsiteX62" fmla="*/ 604488 w 2915191"/>
                <a:gd name="connsiteY62" fmla="*/ 338235 h 476885"/>
                <a:gd name="connsiteX63" fmla="*/ 614237 w 2915191"/>
                <a:gd name="connsiteY63" fmla="*/ 321396 h 476885"/>
                <a:gd name="connsiteX64" fmla="*/ 623987 w 2915191"/>
                <a:gd name="connsiteY64" fmla="*/ 316496 h 476885"/>
                <a:gd name="connsiteX65" fmla="*/ 633736 w 2915191"/>
                <a:gd name="connsiteY65" fmla="*/ 309298 h 476885"/>
                <a:gd name="connsiteX66" fmla="*/ 643486 w 2915191"/>
                <a:gd name="connsiteY66" fmla="*/ 320544 h 476885"/>
                <a:gd name="connsiteX67" fmla="*/ 653236 w 2915191"/>
                <a:gd name="connsiteY67" fmla="*/ 356635 h 476885"/>
                <a:gd name="connsiteX68" fmla="*/ 662985 w 2915191"/>
                <a:gd name="connsiteY68" fmla="*/ 364311 h 476885"/>
                <a:gd name="connsiteX69" fmla="*/ 672735 w 2915191"/>
                <a:gd name="connsiteY69" fmla="*/ 369930 h 476885"/>
                <a:gd name="connsiteX70" fmla="*/ 682485 w 2915191"/>
                <a:gd name="connsiteY70" fmla="*/ 331099 h 476885"/>
                <a:gd name="connsiteX71" fmla="*/ 692235 w 2915191"/>
                <a:gd name="connsiteY71" fmla="*/ 359499 h 476885"/>
                <a:gd name="connsiteX72" fmla="*/ 701985 w 2915191"/>
                <a:gd name="connsiteY72" fmla="*/ 349622 h 476885"/>
                <a:gd name="connsiteX73" fmla="*/ 711735 w 2915191"/>
                <a:gd name="connsiteY73" fmla="*/ 340884 h 476885"/>
                <a:gd name="connsiteX74" fmla="*/ 721485 w 2915191"/>
                <a:gd name="connsiteY74" fmla="*/ 311635 h 476885"/>
                <a:gd name="connsiteX75" fmla="*/ 731235 w 2915191"/>
                <a:gd name="connsiteY75" fmla="*/ 306161 h 476885"/>
                <a:gd name="connsiteX76" fmla="*/ 740985 w 2915191"/>
                <a:gd name="connsiteY76" fmla="*/ 352836 h 476885"/>
                <a:gd name="connsiteX77" fmla="*/ 750734 w 2915191"/>
                <a:gd name="connsiteY77" fmla="*/ 349767 h 476885"/>
                <a:gd name="connsiteX78" fmla="*/ 760484 w 2915191"/>
                <a:gd name="connsiteY78" fmla="*/ 330731 h 476885"/>
                <a:gd name="connsiteX79" fmla="*/ 770233 w 2915191"/>
                <a:gd name="connsiteY79" fmla="*/ 318759 h 476885"/>
                <a:gd name="connsiteX80" fmla="*/ 779983 w 2915191"/>
                <a:gd name="connsiteY80" fmla="*/ 340609 h 476885"/>
                <a:gd name="connsiteX81" fmla="*/ 789733 w 2915191"/>
                <a:gd name="connsiteY81" fmla="*/ 348353 h 476885"/>
                <a:gd name="connsiteX82" fmla="*/ 799482 w 2915191"/>
                <a:gd name="connsiteY82" fmla="*/ 357547 h 476885"/>
                <a:gd name="connsiteX83" fmla="*/ 809232 w 2915191"/>
                <a:gd name="connsiteY83" fmla="*/ 332813 h 476885"/>
                <a:gd name="connsiteX84" fmla="*/ 818982 w 2915191"/>
                <a:gd name="connsiteY84" fmla="*/ 327421 h 476885"/>
                <a:gd name="connsiteX85" fmla="*/ 828732 w 2915191"/>
                <a:gd name="connsiteY85" fmla="*/ 301073 h 476885"/>
                <a:gd name="connsiteX86" fmla="*/ 838482 w 2915191"/>
                <a:gd name="connsiteY86" fmla="*/ 271999 h 476885"/>
                <a:gd name="connsiteX87" fmla="*/ 848232 w 2915191"/>
                <a:gd name="connsiteY87" fmla="*/ 258296 h 476885"/>
                <a:gd name="connsiteX88" fmla="*/ 857982 w 2915191"/>
                <a:gd name="connsiteY88" fmla="*/ 278022 h 476885"/>
                <a:gd name="connsiteX89" fmla="*/ 867732 w 2915191"/>
                <a:gd name="connsiteY89" fmla="*/ 281729 h 476885"/>
                <a:gd name="connsiteX90" fmla="*/ 877482 w 2915191"/>
                <a:gd name="connsiteY90" fmla="*/ 324075 h 476885"/>
                <a:gd name="connsiteX91" fmla="*/ 887231 w 2915191"/>
                <a:gd name="connsiteY91" fmla="*/ 344645 h 476885"/>
                <a:gd name="connsiteX92" fmla="*/ 896981 w 2915191"/>
                <a:gd name="connsiteY92" fmla="*/ 324667 h 476885"/>
                <a:gd name="connsiteX93" fmla="*/ 906730 w 2915191"/>
                <a:gd name="connsiteY93" fmla="*/ 331175 h 476885"/>
                <a:gd name="connsiteX94" fmla="*/ 916480 w 2915191"/>
                <a:gd name="connsiteY94" fmla="*/ 318928 h 476885"/>
                <a:gd name="connsiteX95" fmla="*/ 926230 w 2915191"/>
                <a:gd name="connsiteY95" fmla="*/ 314607 h 476885"/>
                <a:gd name="connsiteX96" fmla="*/ 935979 w 2915191"/>
                <a:gd name="connsiteY96" fmla="*/ 319053 h 476885"/>
                <a:gd name="connsiteX97" fmla="*/ 945729 w 2915191"/>
                <a:gd name="connsiteY97" fmla="*/ 323674 h 476885"/>
                <a:gd name="connsiteX98" fmla="*/ 955479 w 2915191"/>
                <a:gd name="connsiteY98" fmla="*/ 318379 h 476885"/>
                <a:gd name="connsiteX99" fmla="*/ 965229 w 2915191"/>
                <a:gd name="connsiteY99" fmla="*/ 297607 h 476885"/>
                <a:gd name="connsiteX100" fmla="*/ 974979 w 2915191"/>
                <a:gd name="connsiteY100" fmla="*/ 308674 h 476885"/>
                <a:gd name="connsiteX101" fmla="*/ 984729 w 2915191"/>
                <a:gd name="connsiteY101" fmla="*/ 330702 h 476885"/>
                <a:gd name="connsiteX102" fmla="*/ 994474 w 2915191"/>
                <a:gd name="connsiteY102" fmla="*/ 328613 h 476885"/>
                <a:gd name="connsiteX103" fmla="*/ 1004233 w 2915191"/>
                <a:gd name="connsiteY103" fmla="*/ 335962 h 476885"/>
                <a:gd name="connsiteX104" fmla="*/ 1013977 w 2915191"/>
                <a:gd name="connsiteY104" fmla="*/ 328935 h 476885"/>
                <a:gd name="connsiteX105" fmla="*/ 1023721 w 2915191"/>
                <a:gd name="connsiteY105" fmla="*/ 325564 h 476885"/>
                <a:gd name="connsiteX106" fmla="*/ 1033480 w 2915191"/>
                <a:gd name="connsiteY106" fmla="*/ 333158 h 476885"/>
                <a:gd name="connsiteX107" fmla="*/ 1043224 w 2915191"/>
                <a:gd name="connsiteY107" fmla="*/ 345704 h 476885"/>
                <a:gd name="connsiteX108" fmla="*/ 1052983 w 2915191"/>
                <a:gd name="connsiteY108" fmla="*/ 352042 h 476885"/>
                <a:gd name="connsiteX109" fmla="*/ 1062727 w 2915191"/>
                <a:gd name="connsiteY109" fmla="*/ 346437 h 476885"/>
                <a:gd name="connsiteX110" fmla="*/ 1072471 w 2915191"/>
                <a:gd name="connsiteY110" fmla="*/ 337982 h 476885"/>
                <a:gd name="connsiteX111" fmla="*/ 1082230 w 2915191"/>
                <a:gd name="connsiteY111" fmla="*/ 358860 h 476885"/>
                <a:gd name="connsiteX112" fmla="*/ 1091973 w 2915191"/>
                <a:gd name="connsiteY112" fmla="*/ 323911 h 476885"/>
                <a:gd name="connsiteX113" fmla="*/ 1101732 w 2915191"/>
                <a:gd name="connsiteY113" fmla="*/ 309051 h 476885"/>
                <a:gd name="connsiteX114" fmla="*/ 1111476 w 2915191"/>
                <a:gd name="connsiteY114" fmla="*/ 271640 h 476885"/>
                <a:gd name="connsiteX115" fmla="*/ 1121220 w 2915191"/>
                <a:gd name="connsiteY115" fmla="*/ 270403 h 476885"/>
                <a:gd name="connsiteX116" fmla="*/ 1130979 w 2915191"/>
                <a:gd name="connsiteY116" fmla="*/ 253901 h 476885"/>
                <a:gd name="connsiteX117" fmla="*/ 1140723 w 2915191"/>
                <a:gd name="connsiteY117" fmla="*/ 254069 h 476885"/>
                <a:gd name="connsiteX118" fmla="*/ 1150482 w 2915191"/>
                <a:gd name="connsiteY118" fmla="*/ 253736 h 476885"/>
                <a:gd name="connsiteX119" fmla="*/ 1160226 w 2915191"/>
                <a:gd name="connsiteY119" fmla="*/ 264525 h 476885"/>
                <a:gd name="connsiteX120" fmla="*/ 1169969 w 2915191"/>
                <a:gd name="connsiteY120" fmla="*/ 287860 h 476885"/>
                <a:gd name="connsiteX121" fmla="*/ 1179728 w 2915191"/>
                <a:gd name="connsiteY121" fmla="*/ 290834 h 476885"/>
                <a:gd name="connsiteX122" fmla="*/ 1189472 w 2915191"/>
                <a:gd name="connsiteY122" fmla="*/ 309935 h 476885"/>
                <a:gd name="connsiteX123" fmla="*/ 1199231 w 2915191"/>
                <a:gd name="connsiteY123" fmla="*/ 335525 h 476885"/>
                <a:gd name="connsiteX124" fmla="*/ 1208975 w 2915191"/>
                <a:gd name="connsiteY124" fmla="*/ 306752 h 476885"/>
                <a:gd name="connsiteX125" fmla="*/ 1218719 w 2915191"/>
                <a:gd name="connsiteY125" fmla="*/ 274442 h 476885"/>
                <a:gd name="connsiteX126" fmla="*/ 1228478 w 2915191"/>
                <a:gd name="connsiteY126" fmla="*/ 251189 h 476885"/>
                <a:gd name="connsiteX127" fmla="*/ 1238222 w 2915191"/>
                <a:gd name="connsiteY127" fmla="*/ 256543 h 476885"/>
                <a:gd name="connsiteX128" fmla="*/ 1247966 w 2915191"/>
                <a:gd name="connsiteY128" fmla="*/ 222492 h 476885"/>
                <a:gd name="connsiteX129" fmla="*/ 1257725 w 2915191"/>
                <a:gd name="connsiteY129" fmla="*/ 230867 h 476885"/>
                <a:gd name="connsiteX130" fmla="*/ 1267469 w 2915191"/>
                <a:gd name="connsiteY130" fmla="*/ 240726 h 476885"/>
                <a:gd name="connsiteX131" fmla="*/ 1277227 w 2915191"/>
                <a:gd name="connsiteY131" fmla="*/ 251508 h 476885"/>
                <a:gd name="connsiteX132" fmla="*/ 1286971 w 2915191"/>
                <a:gd name="connsiteY132" fmla="*/ 265658 h 476885"/>
                <a:gd name="connsiteX133" fmla="*/ 1296715 w 2915191"/>
                <a:gd name="connsiteY133" fmla="*/ 272619 h 476885"/>
                <a:gd name="connsiteX134" fmla="*/ 1306474 w 2915191"/>
                <a:gd name="connsiteY134" fmla="*/ 260385 h 476885"/>
                <a:gd name="connsiteX135" fmla="*/ 1316218 w 2915191"/>
                <a:gd name="connsiteY135" fmla="*/ 252012 h 476885"/>
                <a:gd name="connsiteX136" fmla="*/ 1325977 w 2915191"/>
                <a:gd name="connsiteY136" fmla="*/ 245133 h 476885"/>
                <a:gd name="connsiteX137" fmla="*/ 1335721 w 2915191"/>
                <a:gd name="connsiteY137" fmla="*/ 246387 h 476885"/>
                <a:gd name="connsiteX138" fmla="*/ 1345465 w 2915191"/>
                <a:gd name="connsiteY138" fmla="*/ 242055 h 476885"/>
                <a:gd name="connsiteX139" fmla="*/ 1355224 w 2915191"/>
                <a:gd name="connsiteY139" fmla="*/ 254567 h 476885"/>
                <a:gd name="connsiteX140" fmla="*/ 1364967 w 2915191"/>
                <a:gd name="connsiteY140" fmla="*/ 223579 h 476885"/>
                <a:gd name="connsiteX141" fmla="*/ 1374726 w 2915191"/>
                <a:gd name="connsiteY141" fmla="*/ 210885 h 476885"/>
                <a:gd name="connsiteX142" fmla="*/ 1384470 w 2915191"/>
                <a:gd name="connsiteY142" fmla="*/ 201592 h 476885"/>
                <a:gd name="connsiteX143" fmla="*/ 1394214 w 2915191"/>
                <a:gd name="connsiteY143" fmla="*/ 203148 h 476885"/>
                <a:gd name="connsiteX144" fmla="*/ 1403973 w 2915191"/>
                <a:gd name="connsiteY144" fmla="*/ 211405 h 476885"/>
                <a:gd name="connsiteX145" fmla="*/ 1413717 w 2915191"/>
                <a:gd name="connsiteY145" fmla="*/ 210360 h 476885"/>
                <a:gd name="connsiteX146" fmla="*/ 1423476 w 2915191"/>
                <a:gd name="connsiteY146" fmla="*/ 205347 h 476885"/>
                <a:gd name="connsiteX147" fmla="*/ 1433220 w 2915191"/>
                <a:gd name="connsiteY147" fmla="*/ 220329 h 476885"/>
                <a:gd name="connsiteX148" fmla="*/ 1442964 w 2915191"/>
                <a:gd name="connsiteY148" fmla="*/ 199634 h 476885"/>
                <a:gd name="connsiteX149" fmla="*/ 1452722 w 2915191"/>
                <a:gd name="connsiteY149" fmla="*/ 215932 h 476885"/>
                <a:gd name="connsiteX150" fmla="*/ 1462466 w 2915191"/>
                <a:gd name="connsiteY150" fmla="*/ 201366 h 476885"/>
                <a:gd name="connsiteX151" fmla="*/ 1472225 w 2915191"/>
                <a:gd name="connsiteY151" fmla="*/ 190616 h 476885"/>
                <a:gd name="connsiteX152" fmla="*/ 1481969 w 2915191"/>
                <a:gd name="connsiteY152" fmla="*/ 175161 h 476885"/>
                <a:gd name="connsiteX153" fmla="*/ 1491713 w 2915191"/>
                <a:gd name="connsiteY153" fmla="*/ 184362 h 476885"/>
                <a:gd name="connsiteX154" fmla="*/ 1501472 w 2915191"/>
                <a:gd name="connsiteY154" fmla="*/ 139112 h 476885"/>
                <a:gd name="connsiteX155" fmla="*/ 1511216 w 2915191"/>
                <a:gd name="connsiteY155" fmla="*/ 112671 h 476885"/>
                <a:gd name="connsiteX156" fmla="*/ 1520960 w 2915191"/>
                <a:gd name="connsiteY156" fmla="*/ 108803 h 476885"/>
                <a:gd name="connsiteX157" fmla="*/ 1530719 w 2915191"/>
                <a:gd name="connsiteY157" fmla="*/ 84647 h 476885"/>
                <a:gd name="connsiteX158" fmla="*/ 1540463 w 2915191"/>
                <a:gd name="connsiteY158" fmla="*/ 43192 h 476885"/>
                <a:gd name="connsiteX159" fmla="*/ 1550221 w 2915191"/>
                <a:gd name="connsiteY159" fmla="*/ 32676 h 476885"/>
                <a:gd name="connsiteX160" fmla="*/ 1559965 w 2915191"/>
                <a:gd name="connsiteY160" fmla="*/ 18698 h 476885"/>
                <a:gd name="connsiteX161" fmla="*/ 1569709 w 2915191"/>
                <a:gd name="connsiteY161" fmla="*/ 22070 h 476885"/>
                <a:gd name="connsiteX162" fmla="*/ 1579468 w 2915191"/>
                <a:gd name="connsiteY162" fmla="*/ 1451 h 476885"/>
                <a:gd name="connsiteX163" fmla="*/ 1589212 w 2915191"/>
                <a:gd name="connsiteY163" fmla="*/ 3545 h 476885"/>
                <a:gd name="connsiteX164" fmla="*/ 1598971 w 2915191"/>
                <a:gd name="connsiteY164" fmla="*/ 37230 h 476885"/>
                <a:gd name="connsiteX165" fmla="*/ 1608715 w 2915191"/>
                <a:gd name="connsiteY165" fmla="*/ 2662 h 476885"/>
                <a:gd name="connsiteX166" fmla="*/ 1618459 w 2915191"/>
                <a:gd name="connsiteY166" fmla="*/ 17722 h 476885"/>
                <a:gd name="connsiteX167" fmla="*/ 1628218 w 2915191"/>
                <a:gd name="connsiteY167" fmla="*/ 44126 h 476885"/>
                <a:gd name="connsiteX168" fmla="*/ 1637962 w 2915191"/>
                <a:gd name="connsiteY168" fmla="*/ 0 h 476885"/>
                <a:gd name="connsiteX169" fmla="*/ 1647720 w 2915191"/>
                <a:gd name="connsiteY169" fmla="*/ 28868 h 476885"/>
                <a:gd name="connsiteX170" fmla="*/ 1657464 w 2915191"/>
                <a:gd name="connsiteY170" fmla="*/ 31218 h 476885"/>
                <a:gd name="connsiteX171" fmla="*/ 1667208 w 2915191"/>
                <a:gd name="connsiteY171" fmla="*/ 41713 h 476885"/>
                <a:gd name="connsiteX172" fmla="*/ 1676967 w 2915191"/>
                <a:gd name="connsiteY172" fmla="*/ 53459 h 476885"/>
                <a:gd name="connsiteX173" fmla="*/ 1686711 w 2915191"/>
                <a:gd name="connsiteY173" fmla="*/ 60946 h 476885"/>
                <a:gd name="connsiteX174" fmla="*/ 1696470 w 2915191"/>
                <a:gd name="connsiteY174" fmla="*/ 110345 h 476885"/>
                <a:gd name="connsiteX175" fmla="*/ 1706214 w 2915191"/>
                <a:gd name="connsiteY175" fmla="*/ 105790 h 476885"/>
                <a:gd name="connsiteX176" fmla="*/ 1715958 w 2915191"/>
                <a:gd name="connsiteY176" fmla="*/ 105528 h 476885"/>
                <a:gd name="connsiteX177" fmla="*/ 1725716 w 2915191"/>
                <a:gd name="connsiteY177" fmla="*/ 110965 h 476885"/>
                <a:gd name="connsiteX178" fmla="*/ 1735460 w 2915191"/>
                <a:gd name="connsiteY178" fmla="*/ 110168 h 476885"/>
                <a:gd name="connsiteX179" fmla="*/ 1745219 w 2915191"/>
                <a:gd name="connsiteY179" fmla="*/ 116206 h 476885"/>
                <a:gd name="connsiteX180" fmla="*/ 1754963 w 2915191"/>
                <a:gd name="connsiteY180" fmla="*/ 92438 h 476885"/>
                <a:gd name="connsiteX181" fmla="*/ 1764707 w 2915191"/>
                <a:gd name="connsiteY181" fmla="*/ 101186 h 476885"/>
                <a:gd name="connsiteX182" fmla="*/ 1774466 w 2915191"/>
                <a:gd name="connsiteY182" fmla="*/ 116456 h 476885"/>
                <a:gd name="connsiteX183" fmla="*/ 1784210 w 2915191"/>
                <a:gd name="connsiteY183" fmla="*/ 132708 h 476885"/>
                <a:gd name="connsiteX184" fmla="*/ 1793969 w 2915191"/>
                <a:gd name="connsiteY184" fmla="*/ 135444 h 476885"/>
                <a:gd name="connsiteX185" fmla="*/ 1803713 w 2915191"/>
                <a:gd name="connsiteY185" fmla="*/ 128960 h 476885"/>
                <a:gd name="connsiteX186" fmla="*/ 1813457 w 2915191"/>
                <a:gd name="connsiteY186" fmla="*/ 90438 h 476885"/>
                <a:gd name="connsiteX187" fmla="*/ 1823215 w 2915191"/>
                <a:gd name="connsiteY187" fmla="*/ 59353 h 476885"/>
                <a:gd name="connsiteX188" fmla="*/ 1832959 w 2915191"/>
                <a:gd name="connsiteY188" fmla="*/ 63382 h 476885"/>
                <a:gd name="connsiteX189" fmla="*/ 1842703 w 2915191"/>
                <a:gd name="connsiteY189" fmla="*/ 43857 h 476885"/>
                <a:gd name="connsiteX190" fmla="*/ 1852462 w 2915191"/>
                <a:gd name="connsiteY190" fmla="*/ 36067 h 476885"/>
                <a:gd name="connsiteX191" fmla="*/ 1862206 w 2915191"/>
                <a:gd name="connsiteY191" fmla="*/ 43359 h 476885"/>
                <a:gd name="connsiteX192" fmla="*/ 1871965 w 2915191"/>
                <a:gd name="connsiteY192" fmla="*/ 58951 h 476885"/>
                <a:gd name="connsiteX193" fmla="*/ 1881709 w 2915191"/>
                <a:gd name="connsiteY193" fmla="*/ 65903 h 476885"/>
                <a:gd name="connsiteX194" fmla="*/ 1891453 w 2915191"/>
                <a:gd name="connsiteY194" fmla="*/ 53830 h 476885"/>
                <a:gd name="connsiteX195" fmla="*/ 1901212 w 2915191"/>
                <a:gd name="connsiteY195" fmla="*/ 77814 h 476885"/>
                <a:gd name="connsiteX196" fmla="*/ 1910956 w 2915191"/>
                <a:gd name="connsiteY196" fmla="*/ 44503 h 476885"/>
                <a:gd name="connsiteX197" fmla="*/ 1920714 w 2915191"/>
                <a:gd name="connsiteY197" fmla="*/ 48727 h 476885"/>
                <a:gd name="connsiteX198" fmla="*/ 1930458 w 2915191"/>
                <a:gd name="connsiteY198" fmla="*/ 45580 h 476885"/>
                <a:gd name="connsiteX199" fmla="*/ 1940202 w 2915191"/>
                <a:gd name="connsiteY199" fmla="*/ 69927 h 476885"/>
                <a:gd name="connsiteX200" fmla="*/ 1949961 w 2915191"/>
                <a:gd name="connsiteY200" fmla="*/ 67303 h 476885"/>
                <a:gd name="connsiteX201" fmla="*/ 1959705 w 2915191"/>
                <a:gd name="connsiteY201" fmla="*/ 92917 h 476885"/>
                <a:gd name="connsiteX202" fmla="*/ 1969464 w 2915191"/>
                <a:gd name="connsiteY202" fmla="*/ 132103 h 476885"/>
                <a:gd name="connsiteX203" fmla="*/ 1979208 w 2915191"/>
                <a:gd name="connsiteY203" fmla="*/ 110929 h 476885"/>
                <a:gd name="connsiteX204" fmla="*/ 1988952 w 2915191"/>
                <a:gd name="connsiteY204" fmla="*/ 112607 h 476885"/>
                <a:gd name="connsiteX205" fmla="*/ 1998711 w 2915191"/>
                <a:gd name="connsiteY205" fmla="*/ 79377 h 476885"/>
                <a:gd name="connsiteX206" fmla="*/ 2008454 w 2915191"/>
                <a:gd name="connsiteY206" fmla="*/ 119652 h 476885"/>
                <a:gd name="connsiteX207" fmla="*/ 2018213 w 2915191"/>
                <a:gd name="connsiteY207" fmla="*/ 89345 h 476885"/>
                <a:gd name="connsiteX208" fmla="*/ 2027957 w 2915191"/>
                <a:gd name="connsiteY208" fmla="*/ 107702 h 476885"/>
                <a:gd name="connsiteX209" fmla="*/ 2037701 w 2915191"/>
                <a:gd name="connsiteY209" fmla="*/ 90285 h 476885"/>
                <a:gd name="connsiteX210" fmla="*/ 2047460 w 2915191"/>
                <a:gd name="connsiteY210" fmla="*/ 69983 h 476885"/>
                <a:gd name="connsiteX211" fmla="*/ 2057204 w 2915191"/>
                <a:gd name="connsiteY211" fmla="*/ 103840 h 476885"/>
                <a:gd name="connsiteX212" fmla="*/ 2066963 w 2915191"/>
                <a:gd name="connsiteY212" fmla="*/ 94334 h 476885"/>
                <a:gd name="connsiteX213" fmla="*/ 2076707 w 2915191"/>
                <a:gd name="connsiteY213" fmla="*/ 93150 h 476885"/>
                <a:gd name="connsiteX214" fmla="*/ 2086451 w 2915191"/>
                <a:gd name="connsiteY214" fmla="*/ 81524 h 476885"/>
                <a:gd name="connsiteX215" fmla="*/ 2096210 w 2915191"/>
                <a:gd name="connsiteY215" fmla="*/ 96020 h 476885"/>
                <a:gd name="connsiteX216" fmla="*/ 2105954 w 2915191"/>
                <a:gd name="connsiteY216" fmla="*/ 97553 h 476885"/>
                <a:gd name="connsiteX217" fmla="*/ 2115697 w 2915191"/>
                <a:gd name="connsiteY217" fmla="*/ 89868 h 476885"/>
                <a:gd name="connsiteX218" fmla="*/ 2125456 w 2915191"/>
                <a:gd name="connsiteY218" fmla="*/ 58097 h 476885"/>
                <a:gd name="connsiteX219" fmla="*/ 2135200 w 2915191"/>
                <a:gd name="connsiteY219" fmla="*/ 58066 h 476885"/>
                <a:gd name="connsiteX220" fmla="*/ 2144959 w 2915191"/>
                <a:gd name="connsiteY220" fmla="*/ 87040 h 476885"/>
                <a:gd name="connsiteX221" fmla="*/ 2154703 w 2915191"/>
                <a:gd name="connsiteY221" fmla="*/ 83790 h 476885"/>
                <a:gd name="connsiteX222" fmla="*/ 2164447 w 2915191"/>
                <a:gd name="connsiteY222" fmla="*/ 67203 h 476885"/>
                <a:gd name="connsiteX223" fmla="*/ 2174206 w 2915191"/>
                <a:gd name="connsiteY223" fmla="*/ 24457 h 476885"/>
                <a:gd name="connsiteX224" fmla="*/ 2183950 w 2915191"/>
                <a:gd name="connsiteY224" fmla="*/ 41455 h 476885"/>
                <a:gd name="connsiteX225" fmla="*/ 2193709 w 2915191"/>
                <a:gd name="connsiteY225" fmla="*/ 76539 h 476885"/>
                <a:gd name="connsiteX226" fmla="*/ 2203452 w 2915191"/>
                <a:gd name="connsiteY226" fmla="*/ 102396 h 476885"/>
                <a:gd name="connsiteX227" fmla="*/ 2213196 w 2915191"/>
                <a:gd name="connsiteY227" fmla="*/ 99422 h 476885"/>
                <a:gd name="connsiteX228" fmla="*/ 2222955 w 2915191"/>
                <a:gd name="connsiteY228" fmla="*/ 112778 h 476885"/>
                <a:gd name="connsiteX229" fmla="*/ 2232699 w 2915191"/>
                <a:gd name="connsiteY229" fmla="*/ 115866 h 476885"/>
                <a:gd name="connsiteX230" fmla="*/ 2242458 w 2915191"/>
                <a:gd name="connsiteY230" fmla="*/ 103465 h 476885"/>
                <a:gd name="connsiteX231" fmla="*/ 2252202 w 2915191"/>
                <a:gd name="connsiteY231" fmla="*/ 115556 h 476885"/>
                <a:gd name="connsiteX232" fmla="*/ 2261946 w 2915191"/>
                <a:gd name="connsiteY232" fmla="*/ 123073 h 476885"/>
                <a:gd name="connsiteX233" fmla="*/ 2271705 w 2915191"/>
                <a:gd name="connsiteY233" fmla="*/ 121547 h 476885"/>
                <a:gd name="connsiteX234" fmla="*/ 2281449 w 2915191"/>
                <a:gd name="connsiteY234" fmla="*/ 102527 h 476885"/>
                <a:gd name="connsiteX235" fmla="*/ 2291208 w 2915191"/>
                <a:gd name="connsiteY235" fmla="*/ 119809 h 476885"/>
                <a:gd name="connsiteX236" fmla="*/ 2300951 w 2915191"/>
                <a:gd name="connsiteY236" fmla="*/ 124743 h 476885"/>
                <a:gd name="connsiteX237" fmla="*/ 2310695 w 2915191"/>
                <a:gd name="connsiteY237" fmla="*/ 92497 h 476885"/>
                <a:gd name="connsiteX238" fmla="*/ 2320454 w 2915191"/>
                <a:gd name="connsiteY238" fmla="*/ 102441 h 476885"/>
                <a:gd name="connsiteX239" fmla="*/ 2330198 w 2915191"/>
                <a:gd name="connsiteY239" fmla="*/ 95328 h 476885"/>
                <a:gd name="connsiteX240" fmla="*/ 2339957 w 2915191"/>
                <a:gd name="connsiteY240" fmla="*/ 91997 h 476885"/>
                <a:gd name="connsiteX241" fmla="*/ 2349701 w 2915191"/>
                <a:gd name="connsiteY241" fmla="*/ 106374 h 476885"/>
                <a:gd name="connsiteX242" fmla="*/ 2359445 w 2915191"/>
                <a:gd name="connsiteY242" fmla="*/ 137345 h 476885"/>
                <a:gd name="connsiteX243" fmla="*/ 2369204 w 2915191"/>
                <a:gd name="connsiteY243" fmla="*/ 159523 h 476885"/>
                <a:gd name="connsiteX244" fmla="*/ 2378948 w 2915191"/>
                <a:gd name="connsiteY244" fmla="*/ 179914 h 476885"/>
                <a:gd name="connsiteX245" fmla="*/ 2388692 w 2915191"/>
                <a:gd name="connsiteY245" fmla="*/ 174312 h 476885"/>
                <a:gd name="connsiteX246" fmla="*/ 2398450 w 2915191"/>
                <a:gd name="connsiteY246" fmla="*/ 187376 h 476885"/>
                <a:gd name="connsiteX247" fmla="*/ 2408194 w 2915191"/>
                <a:gd name="connsiteY247" fmla="*/ 206096 h 476885"/>
                <a:gd name="connsiteX248" fmla="*/ 2417953 w 2915191"/>
                <a:gd name="connsiteY248" fmla="*/ 170523 h 476885"/>
                <a:gd name="connsiteX249" fmla="*/ 2427697 w 2915191"/>
                <a:gd name="connsiteY249" fmla="*/ 180914 h 476885"/>
                <a:gd name="connsiteX250" fmla="*/ 2437441 w 2915191"/>
                <a:gd name="connsiteY250" fmla="*/ 155657 h 476885"/>
                <a:gd name="connsiteX251" fmla="*/ 2447200 w 2915191"/>
                <a:gd name="connsiteY251" fmla="*/ 147466 h 476885"/>
                <a:gd name="connsiteX252" fmla="*/ 2456944 w 2915191"/>
                <a:gd name="connsiteY252" fmla="*/ 121181 h 476885"/>
                <a:gd name="connsiteX253" fmla="*/ 2466703 w 2915191"/>
                <a:gd name="connsiteY253" fmla="*/ 125663 h 476885"/>
                <a:gd name="connsiteX254" fmla="*/ 2476446 w 2915191"/>
                <a:gd name="connsiteY254" fmla="*/ 114616 h 476885"/>
                <a:gd name="connsiteX255" fmla="*/ 2486190 w 2915191"/>
                <a:gd name="connsiteY255" fmla="*/ 128621 h 476885"/>
                <a:gd name="connsiteX256" fmla="*/ 2495949 w 2915191"/>
                <a:gd name="connsiteY256" fmla="*/ 99165 h 476885"/>
                <a:gd name="connsiteX257" fmla="*/ 2505693 w 2915191"/>
                <a:gd name="connsiteY257" fmla="*/ 75717 h 476885"/>
                <a:gd name="connsiteX258" fmla="*/ 2515452 w 2915191"/>
                <a:gd name="connsiteY258" fmla="*/ 63097 h 476885"/>
                <a:gd name="connsiteX259" fmla="*/ 2525196 w 2915191"/>
                <a:gd name="connsiteY259" fmla="*/ 106376 h 476885"/>
                <a:gd name="connsiteX260" fmla="*/ 2534940 w 2915191"/>
                <a:gd name="connsiteY260" fmla="*/ 120457 h 476885"/>
                <a:gd name="connsiteX261" fmla="*/ 2544699 w 2915191"/>
                <a:gd name="connsiteY261" fmla="*/ 117398 h 476885"/>
                <a:gd name="connsiteX262" fmla="*/ 2554443 w 2915191"/>
                <a:gd name="connsiteY262" fmla="*/ 96522 h 476885"/>
                <a:gd name="connsiteX263" fmla="*/ 2564202 w 2915191"/>
                <a:gd name="connsiteY263" fmla="*/ 76406 h 476885"/>
                <a:gd name="connsiteX264" fmla="*/ 2573946 w 2915191"/>
                <a:gd name="connsiteY264" fmla="*/ 87926 h 476885"/>
                <a:gd name="connsiteX265" fmla="*/ 2583690 w 2915191"/>
                <a:gd name="connsiteY265" fmla="*/ 90611 h 476885"/>
                <a:gd name="connsiteX266" fmla="*/ 2593448 w 2915191"/>
                <a:gd name="connsiteY266" fmla="*/ 54885 h 476885"/>
                <a:gd name="connsiteX267" fmla="*/ 2603192 w 2915191"/>
                <a:gd name="connsiteY267" fmla="*/ 52172 h 476885"/>
                <a:gd name="connsiteX268" fmla="*/ 2612951 w 2915191"/>
                <a:gd name="connsiteY268" fmla="*/ 39034 h 476885"/>
                <a:gd name="connsiteX269" fmla="*/ 2622695 w 2915191"/>
                <a:gd name="connsiteY269" fmla="*/ 36866 h 476885"/>
                <a:gd name="connsiteX270" fmla="*/ 2632439 w 2915191"/>
                <a:gd name="connsiteY270" fmla="*/ 7330 h 476885"/>
                <a:gd name="connsiteX271" fmla="*/ 2642198 w 2915191"/>
                <a:gd name="connsiteY271" fmla="*/ 19971 h 476885"/>
                <a:gd name="connsiteX272" fmla="*/ 2651942 w 2915191"/>
                <a:gd name="connsiteY272" fmla="*/ 12365 h 476885"/>
                <a:gd name="connsiteX273" fmla="*/ 2661685 w 2915191"/>
                <a:gd name="connsiteY273" fmla="*/ 12703 h 476885"/>
                <a:gd name="connsiteX274" fmla="*/ 2671444 w 2915191"/>
                <a:gd name="connsiteY274" fmla="*/ 39362 h 476885"/>
                <a:gd name="connsiteX275" fmla="*/ 2681188 w 2915191"/>
                <a:gd name="connsiteY275" fmla="*/ 36638 h 476885"/>
                <a:gd name="connsiteX276" fmla="*/ 2690947 w 2915191"/>
                <a:gd name="connsiteY276" fmla="*/ 59554 h 476885"/>
                <a:gd name="connsiteX277" fmla="*/ 2700691 w 2915191"/>
                <a:gd name="connsiteY277" fmla="*/ 89595 h 476885"/>
                <a:gd name="connsiteX278" fmla="*/ 2710435 w 2915191"/>
                <a:gd name="connsiteY278" fmla="*/ 91148 h 476885"/>
                <a:gd name="connsiteX279" fmla="*/ 2720194 w 2915191"/>
                <a:gd name="connsiteY279" fmla="*/ 91218 h 476885"/>
                <a:gd name="connsiteX280" fmla="*/ 2729938 w 2915191"/>
                <a:gd name="connsiteY280" fmla="*/ 113192 h 476885"/>
                <a:gd name="connsiteX281" fmla="*/ 2739697 w 2915191"/>
                <a:gd name="connsiteY281" fmla="*/ 109515 h 476885"/>
                <a:gd name="connsiteX282" fmla="*/ 2749441 w 2915191"/>
                <a:gd name="connsiteY282" fmla="*/ 112773 h 476885"/>
                <a:gd name="connsiteX283" fmla="*/ 2759185 w 2915191"/>
                <a:gd name="connsiteY283" fmla="*/ 109153 h 476885"/>
                <a:gd name="connsiteX284" fmla="*/ 2768943 w 2915191"/>
                <a:gd name="connsiteY284" fmla="*/ 131445 h 476885"/>
                <a:gd name="connsiteX285" fmla="*/ 2778687 w 2915191"/>
                <a:gd name="connsiteY285" fmla="*/ 121439 h 476885"/>
                <a:gd name="connsiteX286" fmla="*/ 2788446 w 2915191"/>
                <a:gd name="connsiteY286" fmla="*/ 116158 h 476885"/>
                <a:gd name="connsiteX287" fmla="*/ 2798190 w 2915191"/>
                <a:gd name="connsiteY287" fmla="*/ 113393 h 476885"/>
                <a:gd name="connsiteX288" fmla="*/ 2807934 w 2915191"/>
                <a:gd name="connsiteY288" fmla="*/ 123839 h 476885"/>
                <a:gd name="connsiteX289" fmla="*/ 2817693 w 2915191"/>
                <a:gd name="connsiteY289" fmla="*/ 124983 h 476885"/>
                <a:gd name="connsiteX290" fmla="*/ 2827437 w 2915191"/>
                <a:gd name="connsiteY290" fmla="*/ 120564 h 476885"/>
                <a:gd name="connsiteX291" fmla="*/ 2837196 w 2915191"/>
                <a:gd name="connsiteY291" fmla="*/ 103977 h 476885"/>
                <a:gd name="connsiteX292" fmla="*/ 2846940 w 2915191"/>
                <a:gd name="connsiteY292" fmla="*/ 117392 h 476885"/>
                <a:gd name="connsiteX293" fmla="*/ 2856684 w 2915191"/>
                <a:gd name="connsiteY293" fmla="*/ 122187 h 476885"/>
                <a:gd name="connsiteX294" fmla="*/ 2866442 w 2915191"/>
                <a:gd name="connsiteY294" fmla="*/ 103985 h 476885"/>
                <a:gd name="connsiteX295" fmla="*/ 2876186 w 2915191"/>
                <a:gd name="connsiteY295" fmla="*/ 69307 h 476885"/>
                <a:gd name="connsiteX296" fmla="*/ 2885945 w 2915191"/>
                <a:gd name="connsiteY296" fmla="*/ 84175 h 476885"/>
                <a:gd name="connsiteX297" fmla="*/ 2895689 w 2915191"/>
                <a:gd name="connsiteY297" fmla="*/ 105603 h 476885"/>
                <a:gd name="connsiteX298" fmla="*/ 2905433 w 2915191"/>
                <a:gd name="connsiteY298" fmla="*/ 105930 h 476885"/>
                <a:gd name="connsiteX299" fmla="*/ 2915192 w 2915191"/>
                <a:gd name="connsiteY299" fmla="*/ 119336 h 476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76885">
                  <a:moveTo>
                    <a:pt x="0" y="352474"/>
                  </a:moveTo>
                  <a:lnTo>
                    <a:pt x="9750" y="349548"/>
                  </a:lnTo>
                  <a:lnTo>
                    <a:pt x="19500" y="361543"/>
                  </a:lnTo>
                  <a:lnTo>
                    <a:pt x="29250" y="350180"/>
                  </a:lnTo>
                  <a:lnTo>
                    <a:pt x="39000" y="346163"/>
                  </a:lnTo>
                  <a:lnTo>
                    <a:pt x="48749" y="346434"/>
                  </a:lnTo>
                  <a:lnTo>
                    <a:pt x="58499" y="347568"/>
                  </a:lnTo>
                  <a:lnTo>
                    <a:pt x="68249" y="333617"/>
                  </a:lnTo>
                  <a:lnTo>
                    <a:pt x="77998" y="336824"/>
                  </a:lnTo>
                  <a:lnTo>
                    <a:pt x="87748" y="362164"/>
                  </a:lnTo>
                  <a:lnTo>
                    <a:pt x="97497" y="385268"/>
                  </a:lnTo>
                  <a:lnTo>
                    <a:pt x="107247" y="398640"/>
                  </a:lnTo>
                  <a:lnTo>
                    <a:pt x="116997" y="386149"/>
                  </a:lnTo>
                  <a:lnTo>
                    <a:pt x="126747" y="414429"/>
                  </a:lnTo>
                  <a:lnTo>
                    <a:pt x="136497" y="446998"/>
                  </a:lnTo>
                  <a:lnTo>
                    <a:pt x="146247" y="440561"/>
                  </a:lnTo>
                  <a:lnTo>
                    <a:pt x="155997" y="456593"/>
                  </a:lnTo>
                  <a:lnTo>
                    <a:pt x="165747" y="467841"/>
                  </a:lnTo>
                  <a:lnTo>
                    <a:pt x="175497" y="476885"/>
                  </a:lnTo>
                  <a:lnTo>
                    <a:pt x="185247" y="458410"/>
                  </a:lnTo>
                  <a:lnTo>
                    <a:pt x="194996" y="441068"/>
                  </a:lnTo>
                  <a:lnTo>
                    <a:pt x="204746" y="424172"/>
                  </a:lnTo>
                  <a:lnTo>
                    <a:pt x="214495" y="415203"/>
                  </a:lnTo>
                  <a:lnTo>
                    <a:pt x="224245" y="422951"/>
                  </a:lnTo>
                  <a:lnTo>
                    <a:pt x="233995" y="434304"/>
                  </a:lnTo>
                  <a:lnTo>
                    <a:pt x="243744" y="446461"/>
                  </a:lnTo>
                  <a:lnTo>
                    <a:pt x="253494" y="456473"/>
                  </a:lnTo>
                  <a:lnTo>
                    <a:pt x="263244" y="431965"/>
                  </a:lnTo>
                  <a:lnTo>
                    <a:pt x="272994" y="426050"/>
                  </a:lnTo>
                  <a:lnTo>
                    <a:pt x="282744" y="393597"/>
                  </a:lnTo>
                  <a:lnTo>
                    <a:pt x="292494" y="406084"/>
                  </a:lnTo>
                  <a:lnTo>
                    <a:pt x="302244" y="424247"/>
                  </a:lnTo>
                  <a:lnTo>
                    <a:pt x="311994" y="403576"/>
                  </a:lnTo>
                  <a:lnTo>
                    <a:pt x="321744" y="381134"/>
                  </a:lnTo>
                  <a:lnTo>
                    <a:pt x="331493" y="391121"/>
                  </a:lnTo>
                  <a:lnTo>
                    <a:pt x="341243" y="398429"/>
                  </a:lnTo>
                  <a:lnTo>
                    <a:pt x="350993" y="395231"/>
                  </a:lnTo>
                  <a:lnTo>
                    <a:pt x="360742" y="386545"/>
                  </a:lnTo>
                  <a:lnTo>
                    <a:pt x="370492" y="368063"/>
                  </a:lnTo>
                  <a:lnTo>
                    <a:pt x="380241" y="367267"/>
                  </a:lnTo>
                  <a:lnTo>
                    <a:pt x="389991" y="376937"/>
                  </a:lnTo>
                  <a:lnTo>
                    <a:pt x="399741" y="389632"/>
                  </a:lnTo>
                  <a:lnTo>
                    <a:pt x="409491" y="447668"/>
                  </a:lnTo>
                  <a:lnTo>
                    <a:pt x="419241" y="452823"/>
                  </a:lnTo>
                  <a:lnTo>
                    <a:pt x="428991" y="451318"/>
                  </a:lnTo>
                  <a:lnTo>
                    <a:pt x="438741" y="447758"/>
                  </a:lnTo>
                  <a:lnTo>
                    <a:pt x="448491" y="441932"/>
                  </a:lnTo>
                  <a:lnTo>
                    <a:pt x="458241" y="423845"/>
                  </a:lnTo>
                  <a:lnTo>
                    <a:pt x="467991" y="453270"/>
                  </a:lnTo>
                  <a:lnTo>
                    <a:pt x="477740" y="448696"/>
                  </a:lnTo>
                  <a:lnTo>
                    <a:pt x="487490" y="430043"/>
                  </a:lnTo>
                  <a:lnTo>
                    <a:pt x="497239" y="426497"/>
                  </a:lnTo>
                  <a:lnTo>
                    <a:pt x="506989" y="458291"/>
                  </a:lnTo>
                  <a:lnTo>
                    <a:pt x="516738" y="437209"/>
                  </a:lnTo>
                  <a:lnTo>
                    <a:pt x="526488" y="426035"/>
                  </a:lnTo>
                  <a:lnTo>
                    <a:pt x="536238" y="426720"/>
                  </a:lnTo>
                  <a:lnTo>
                    <a:pt x="545988" y="393542"/>
                  </a:lnTo>
                  <a:lnTo>
                    <a:pt x="555738" y="351895"/>
                  </a:lnTo>
                  <a:lnTo>
                    <a:pt x="565488" y="380076"/>
                  </a:lnTo>
                  <a:lnTo>
                    <a:pt x="575238" y="387099"/>
                  </a:lnTo>
                  <a:lnTo>
                    <a:pt x="584988" y="387481"/>
                  </a:lnTo>
                  <a:lnTo>
                    <a:pt x="594738" y="352668"/>
                  </a:lnTo>
                  <a:lnTo>
                    <a:pt x="604488" y="338235"/>
                  </a:lnTo>
                  <a:lnTo>
                    <a:pt x="614237" y="321396"/>
                  </a:lnTo>
                  <a:lnTo>
                    <a:pt x="623987" y="316496"/>
                  </a:lnTo>
                  <a:lnTo>
                    <a:pt x="633736" y="309298"/>
                  </a:lnTo>
                  <a:lnTo>
                    <a:pt x="643486" y="320544"/>
                  </a:lnTo>
                  <a:lnTo>
                    <a:pt x="653236" y="356635"/>
                  </a:lnTo>
                  <a:lnTo>
                    <a:pt x="662985" y="364311"/>
                  </a:lnTo>
                  <a:lnTo>
                    <a:pt x="672735" y="369930"/>
                  </a:lnTo>
                  <a:lnTo>
                    <a:pt x="682485" y="331099"/>
                  </a:lnTo>
                  <a:lnTo>
                    <a:pt x="692235" y="359499"/>
                  </a:lnTo>
                  <a:lnTo>
                    <a:pt x="701985" y="349622"/>
                  </a:lnTo>
                  <a:lnTo>
                    <a:pt x="711735" y="340884"/>
                  </a:lnTo>
                  <a:lnTo>
                    <a:pt x="721485" y="311635"/>
                  </a:lnTo>
                  <a:lnTo>
                    <a:pt x="731235" y="306161"/>
                  </a:lnTo>
                  <a:lnTo>
                    <a:pt x="740985" y="352836"/>
                  </a:lnTo>
                  <a:lnTo>
                    <a:pt x="750734" y="349767"/>
                  </a:lnTo>
                  <a:lnTo>
                    <a:pt x="760484" y="330731"/>
                  </a:lnTo>
                  <a:lnTo>
                    <a:pt x="770233" y="318759"/>
                  </a:lnTo>
                  <a:lnTo>
                    <a:pt x="779983" y="340609"/>
                  </a:lnTo>
                  <a:lnTo>
                    <a:pt x="789733" y="348353"/>
                  </a:lnTo>
                  <a:lnTo>
                    <a:pt x="799482" y="357547"/>
                  </a:lnTo>
                  <a:lnTo>
                    <a:pt x="809232" y="332813"/>
                  </a:lnTo>
                  <a:lnTo>
                    <a:pt x="818982" y="327421"/>
                  </a:lnTo>
                  <a:lnTo>
                    <a:pt x="828732" y="301073"/>
                  </a:lnTo>
                  <a:lnTo>
                    <a:pt x="838482" y="271999"/>
                  </a:lnTo>
                  <a:lnTo>
                    <a:pt x="848232" y="258296"/>
                  </a:lnTo>
                  <a:lnTo>
                    <a:pt x="857982" y="278022"/>
                  </a:lnTo>
                  <a:lnTo>
                    <a:pt x="867732" y="281729"/>
                  </a:lnTo>
                  <a:lnTo>
                    <a:pt x="877482" y="324075"/>
                  </a:lnTo>
                  <a:lnTo>
                    <a:pt x="887231" y="344645"/>
                  </a:lnTo>
                  <a:lnTo>
                    <a:pt x="896981" y="324667"/>
                  </a:lnTo>
                  <a:lnTo>
                    <a:pt x="906730" y="331175"/>
                  </a:lnTo>
                  <a:lnTo>
                    <a:pt x="916480" y="318928"/>
                  </a:lnTo>
                  <a:lnTo>
                    <a:pt x="926230" y="314607"/>
                  </a:lnTo>
                  <a:lnTo>
                    <a:pt x="935979" y="319053"/>
                  </a:lnTo>
                  <a:lnTo>
                    <a:pt x="945729" y="323674"/>
                  </a:lnTo>
                  <a:lnTo>
                    <a:pt x="955479" y="318379"/>
                  </a:lnTo>
                  <a:lnTo>
                    <a:pt x="965229" y="297607"/>
                  </a:lnTo>
                  <a:lnTo>
                    <a:pt x="974979" y="308674"/>
                  </a:lnTo>
                  <a:lnTo>
                    <a:pt x="984729" y="330702"/>
                  </a:lnTo>
                  <a:lnTo>
                    <a:pt x="994474" y="328613"/>
                  </a:lnTo>
                  <a:lnTo>
                    <a:pt x="1004233" y="335962"/>
                  </a:lnTo>
                  <a:lnTo>
                    <a:pt x="1013977" y="328935"/>
                  </a:lnTo>
                  <a:lnTo>
                    <a:pt x="1023721" y="325564"/>
                  </a:lnTo>
                  <a:lnTo>
                    <a:pt x="1033480" y="333158"/>
                  </a:lnTo>
                  <a:lnTo>
                    <a:pt x="1043224" y="345704"/>
                  </a:lnTo>
                  <a:lnTo>
                    <a:pt x="1052983" y="352042"/>
                  </a:lnTo>
                  <a:lnTo>
                    <a:pt x="1062727" y="346437"/>
                  </a:lnTo>
                  <a:lnTo>
                    <a:pt x="1072471" y="337982"/>
                  </a:lnTo>
                  <a:lnTo>
                    <a:pt x="1082230" y="358860"/>
                  </a:lnTo>
                  <a:lnTo>
                    <a:pt x="1091973" y="323911"/>
                  </a:lnTo>
                  <a:lnTo>
                    <a:pt x="1101732" y="309051"/>
                  </a:lnTo>
                  <a:lnTo>
                    <a:pt x="1111476" y="271640"/>
                  </a:lnTo>
                  <a:lnTo>
                    <a:pt x="1121220" y="270403"/>
                  </a:lnTo>
                  <a:lnTo>
                    <a:pt x="1130979" y="253901"/>
                  </a:lnTo>
                  <a:lnTo>
                    <a:pt x="1140723" y="254069"/>
                  </a:lnTo>
                  <a:lnTo>
                    <a:pt x="1150482" y="253736"/>
                  </a:lnTo>
                  <a:lnTo>
                    <a:pt x="1160226" y="264525"/>
                  </a:lnTo>
                  <a:lnTo>
                    <a:pt x="1169969" y="287860"/>
                  </a:lnTo>
                  <a:lnTo>
                    <a:pt x="1179728" y="290834"/>
                  </a:lnTo>
                  <a:lnTo>
                    <a:pt x="1189472" y="309935"/>
                  </a:lnTo>
                  <a:lnTo>
                    <a:pt x="1199231" y="335525"/>
                  </a:lnTo>
                  <a:lnTo>
                    <a:pt x="1208975" y="306752"/>
                  </a:lnTo>
                  <a:lnTo>
                    <a:pt x="1218719" y="274442"/>
                  </a:lnTo>
                  <a:lnTo>
                    <a:pt x="1228478" y="251189"/>
                  </a:lnTo>
                  <a:lnTo>
                    <a:pt x="1238222" y="256543"/>
                  </a:lnTo>
                  <a:lnTo>
                    <a:pt x="1247966" y="222492"/>
                  </a:lnTo>
                  <a:lnTo>
                    <a:pt x="1257725" y="230867"/>
                  </a:lnTo>
                  <a:lnTo>
                    <a:pt x="1267469" y="240726"/>
                  </a:lnTo>
                  <a:lnTo>
                    <a:pt x="1277227" y="251508"/>
                  </a:lnTo>
                  <a:lnTo>
                    <a:pt x="1286971" y="265658"/>
                  </a:lnTo>
                  <a:lnTo>
                    <a:pt x="1296715" y="272619"/>
                  </a:lnTo>
                  <a:lnTo>
                    <a:pt x="1306474" y="260385"/>
                  </a:lnTo>
                  <a:lnTo>
                    <a:pt x="1316218" y="252012"/>
                  </a:lnTo>
                  <a:lnTo>
                    <a:pt x="1325977" y="245133"/>
                  </a:lnTo>
                  <a:lnTo>
                    <a:pt x="1335721" y="246387"/>
                  </a:lnTo>
                  <a:lnTo>
                    <a:pt x="1345465" y="242055"/>
                  </a:lnTo>
                  <a:lnTo>
                    <a:pt x="1355224" y="254567"/>
                  </a:lnTo>
                  <a:lnTo>
                    <a:pt x="1364967" y="223579"/>
                  </a:lnTo>
                  <a:lnTo>
                    <a:pt x="1374726" y="210885"/>
                  </a:lnTo>
                  <a:lnTo>
                    <a:pt x="1384470" y="201592"/>
                  </a:lnTo>
                  <a:lnTo>
                    <a:pt x="1394214" y="203148"/>
                  </a:lnTo>
                  <a:lnTo>
                    <a:pt x="1403973" y="211405"/>
                  </a:lnTo>
                  <a:lnTo>
                    <a:pt x="1413717" y="210360"/>
                  </a:lnTo>
                  <a:lnTo>
                    <a:pt x="1423476" y="205347"/>
                  </a:lnTo>
                  <a:lnTo>
                    <a:pt x="1433220" y="220329"/>
                  </a:lnTo>
                  <a:lnTo>
                    <a:pt x="1442964" y="199634"/>
                  </a:lnTo>
                  <a:lnTo>
                    <a:pt x="1452722" y="215932"/>
                  </a:lnTo>
                  <a:lnTo>
                    <a:pt x="1462466" y="201366"/>
                  </a:lnTo>
                  <a:lnTo>
                    <a:pt x="1472225" y="190616"/>
                  </a:lnTo>
                  <a:lnTo>
                    <a:pt x="1481969" y="175161"/>
                  </a:lnTo>
                  <a:lnTo>
                    <a:pt x="1491713" y="184362"/>
                  </a:lnTo>
                  <a:lnTo>
                    <a:pt x="1501472" y="139112"/>
                  </a:lnTo>
                  <a:lnTo>
                    <a:pt x="1511216" y="112671"/>
                  </a:lnTo>
                  <a:lnTo>
                    <a:pt x="1520960" y="108803"/>
                  </a:lnTo>
                  <a:lnTo>
                    <a:pt x="1530719" y="84647"/>
                  </a:lnTo>
                  <a:lnTo>
                    <a:pt x="1540463" y="43192"/>
                  </a:lnTo>
                  <a:lnTo>
                    <a:pt x="1550221" y="32676"/>
                  </a:lnTo>
                  <a:lnTo>
                    <a:pt x="1559965" y="18698"/>
                  </a:lnTo>
                  <a:lnTo>
                    <a:pt x="1569709" y="22070"/>
                  </a:lnTo>
                  <a:lnTo>
                    <a:pt x="1579468" y="1451"/>
                  </a:lnTo>
                  <a:lnTo>
                    <a:pt x="1589212" y="3545"/>
                  </a:lnTo>
                  <a:lnTo>
                    <a:pt x="1598971" y="37230"/>
                  </a:lnTo>
                  <a:lnTo>
                    <a:pt x="1608715" y="2662"/>
                  </a:lnTo>
                  <a:lnTo>
                    <a:pt x="1618459" y="17722"/>
                  </a:lnTo>
                  <a:lnTo>
                    <a:pt x="1628218" y="44126"/>
                  </a:lnTo>
                  <a:lnTo>
                    <a:pt x="1637962" y="0"/>
                  </a:lnTo>
                  <a:lnTo>
                    <a:pt x="1647720" y="28868"/>
                  </a:lnTo>
                  <a:lnTo>
                    <a:pt x="1657464" y="31218"/>
                  </a:lnTo>
                  <a:lnTo>
                    <a:pt x="1667208" y="41713"/>
                  </a:lnTo>
                  <a:lnTo>
                    <a:pt x="1676967" y="53459"/>
                  </a:lnTo>
                  <a:lnTo>
                    <a:pt x="1686711" y="60946"/>
                  </a:lnTo>
                  <a:lnTo>
                    <a:pt x="1696470" y="110345"/>
                  </a:lnTo>
                  <a:lnTo>
                    <a:pt x="1706214" y="105790"/>
                  </a:lnTo>
                  <a:lnTo>
                    <a:pt x="1715958" y="105528"/>
                  </a:lnTo>
                  <a:lnTo>
                    <a:pt x="1725716" y="110965"/>
                  </a:lnTo>
                  <a:lnTo>
                    <a:pt x="1735460" y="110168"/>
                  </a:lnTo>
                  <a:lnTo>
                    <a:pt x="1745219" y="116206"/>
                  </a:lnTo>
                  <a:lnTo>
                    <a:pt x="1754963" y="92438"/>
                  </a:lnTo>
                  <a:lnTo>
                    <a:pt x="1764707" y="101186"/>
                  </a:lnTo>
                  <a:lnTo>
                    <a:pt x="1774466" y="116456"/>
                  </a:lnTo>
                  <a:lnTo>
                    <a:pt x="1784210" y="132708"/>
                  </a:lnTo>
                  <a:lnTo>
                    <a:pt x="1793969" y="135444"/>
                  </a:lnTo>
                  <a:lnTo>
                    <a:pt x="1803713" y="128960"/>
                  </a:lnTo>
                  <a:lnTo>
                    <a:pt x="1813457" y="90438"/>
                  </a:lnTo>
                  <a:lnTo>
                    <a:pt x="1823215" y="59353"/>
                  </a:lnTo>
                  <a:lnTo>
                    <a:pt x="1832959" y="63382"/>
                  </a:lnTo>
                  <a:lnTo>
                    <a:pt x="1842703" y="43857"/>
                  </a:lnTo>
                  <a:lnTo>
                    <a:pt x="1852462" y="36067"/>
                  </a:lnTo>
                  <a:lnTo>
                    <a:pt x="1862206" y="43359"/>
                  </a:lnTo>
                  <a:lnTo>
                    <a:pt x="1871965" y="58951"/>
                  </a:lnTo>
                  <a:lnTo>
                    <a:pt x="1881709" y="65903"/>
                  </a:lnTo>
                  <a:lnTo>
                    <a:pt x="1891453" y="53830"/>
                  </a:lnTo>
                  <a:lnTo>
                    <a:pt x="1901212" y="77814"/>
                  </a:lnTo>
                  <a:lnTo>
                    <a:pt x="1910956" y="44503"/>
                  </a:lnTo>
                  <a:lnTo>
                    <a:pt x="1920714" y="48727"/>
                  </a:lnTo>
                  <a:lnTo>
                    <a:pt x="1930458" y="45580"/>
                  </a:lnTo>
                  <a:lnTo>
                    <a:pt x="1940202" y="69927"/>
                  </a:lnTo>
                  <a:lnTo>
                    <a:pt x="1949961" y="67303"/>
                  </a:lnTo>
                  <a:lnTo>
                    <a:pt x="1959705" y="92917"/>
                  </a:lnTo>
                  <a:lnTo>
                    <a:pt x="1969464" y="132103"/>
                  </a:lnTo>
                  <a:lnTo>
                    <a:pt x="1979208" y="110929"/>
                  </a:lnTo>
                  <a:lnTo>
                    <a:pt x="1988952" y="112607"/>
                  </a:lnTo>
                  <a:lnTo>
                    <a:pt x="1998711" y="79377"/>
                  </a:lnTo>
                  <a:lnTo>
                    <a:pt x="2008454" y="119652"/>
                  </a:lnTo>
                  <a:lnTo>
                    <a:pt x="2018213" y="89345"/>
                  </a:lnTo>
                  <a:lnTo>
                    <a:pt x="2027957" y="107702"/>
                  </a:lnTo>
                  <a:lnTo>
                    <a:pt x="2037701" y="90285"/>
                  </a:lnTo>
                  <a:lnTo>
                    <a:pt x="2047460" y="69983"/>
                  </a:lnTo>
                  <a:lnTo>
                    <a:pt x="2057204" y="103840"/>
                  </a:lnTo>
                  <a:lnTo>
                    <a:pt x="2066963" y="94334"/>
                  </a:lnTo>
                  <a:lnTo>
                    <a:pt x="2076707" y="93150"/>
                  </a:lnTo>
                  <a:lnTo>
                    <a:pt x="2086451" y="81524"/>
                  </a:lnTo>
                  <a:lnTo>
                    <a:pt x="2096210" y="96020"/>
                  </a:lnTo>
                  <a:lnTo>
                    <a:pt x="2105954" y="97553"/>
                  </a:lnTo>
                  <a:lnTo>
                    <a:pt x="2115697" y="89868"/>
                  </a:lnTo>
                  <a:lnTo>
                    <a:pt x="2125456" y="58097"/>
                  </a:lnTo>
                  <a:lnTo>
                    <a:pt x="2135200" y="58066"/>
                  </a:lnTo>
                  <a:lnTo>
                    <a:pt x="2144959" y="87040"/>
                  </a:lnTo>
                  <a:lnTo>
                    <a:pt x="2154703" y="83790"/>
                  </a:lnTo>
                  <a:lnTo>
                    <a:pt x="2164447" y="67203"/>
                  </a:lnTo>
                  <a:lnTo>
                    <a:pt x="2174206" y="24457"/>
                  </a:lnTo>
                  <a:lnTo>
                    <a:pt x="2183950" y="41455"/>
                  </a:lnTo>
                  <a:lnTo>
                    <a:pt x="2193709" y="76539"/>
                  </a:lnTo>
                  <a:lnTo>
                    <a:pt x="2203452" y="102396"/>
                  </a:lnTo>
                  <a:lnTo>
                    <a:pt x="2213196" y="99422"/>
                  </a:lnTo>
                  <a:lnTo>
                    <a:pt x="2222955" y="112778"/>
                  </a:lnTo>
                  <a:lnTo>
                    <a:pt x="2232699" y="115866"/>
                  </a:lnTo>
                  <a:lnTo>
                    <a:pt x="2242458" y="103465"/>
                  </a:lnTo>
                  <a:lnTo>
                    <a:pt x="2252202" y="115556"/>
                  </a:lnTo>
                  <a:lnTo>
                    <a:pt x="2261946" y="123073"/>
                  </a:lnTo>
                  <a:lnTo>
                    <a:pt x="2271705" y="121547"/>
                  </a:lnTo>
                  <a:lnTo>
                    <a:pt x="2281449" y="102527"/>
                  </a:lnTo>
                  <a:lnTo>
                    <a:pt x="2291208" y="119809"/>
                  </a:lnTo>
                  <a:lnTo>
                    <a:pt x="2300951" y="124743"/>
                  </a:lnTo>
                  <a:lnTo>
                    <a:pt x="2310695" y="92497"/>
                  </a:lnTo>
                  <a:lnTo>
                    <a:pt x="2320454" y="102441"/>
                  </a:lnTo>
                  <a:lnTo>
                    <a:pt x="2330198" y="95328"/>
                  </a:lnTo>
                  <a:lnTo>
                    <a:pt x="2339957" y="91997"/>
                  </a:lnTo>
                  <a:lnTo>
                    <a:pt x="2349701" y="106374"/>
                  </a:lnTo>
                  <a:lnTo>
                    <a:pt x="2359445" y="137345"/>
                  </a:lnTo>
                  <a:lnTo>
                    <a:pt x="2369204" y="159523"/>
                  </a:lnTo>
                  <a:lnTo>
                    <a:pt x="2378948" y="179914"/>
                  </a:lnTo>
                  <a:lnTo>
                    <a:pt x="2388692" y="174312"/>
                  </a:lnTo>
                  <a:lnTo>
                    <a:pt x="2398450" y="187376"/>
                  </a:lnTo>
                  <a:lnTo>
                    <a:pt x="2408194" y="206096"/>
                  </a:lnTo>
                  <a:lnTo>
                    <a:pt x="2417953" y="170523"/>
                  </a:lnTo>
                  <a:lnTo>
                    <a:pt x="2427697" y="180914"/>
                  </a:lnTo>
                  <a:lnTo>
                    <a:pt x="2437441" y="155657"/>
                  </a:lnTo>
                  <a:lnTo>
                    <a:pt x="2447200" y="147466"/>
                  </a:lnTo>
                  <a:lnTo>
                    <a:pt x="2456944" y="121181"/>
                  </a:lnTo>
                  <a:lnTo>
                    <a:pt x="2466703" y="125663"/>
                  </a:lnTo>
                  <a:lnTo>
                    <a:pt x="2476446" y="114616"/>
                  </a:lnTo>
                  <a:lnTo>
                    <a:pt x="2486190" y="128621"/>
                  </a:lnTo>
                  <a:lnTo>
                    <a:pt x="2495949" y="99165"/>
                  </a:lnTo>
                  <a:lnTo>
                    <a:pt x="2505693" y="75717"/>
                  </a:lnTo>
                  <a:lnTo>
                    <a:pt x="2515452" y="63097"/>
                  </a:lnTo>
                  <a:lnTo>
                    <a:pt x="2525196" y="106376"/>
                  </a:lnTo>
                  <a:lnTo>
                    <a:pt x="2534940" y="120457"/>
                  </a:lnTo>
                  <a:lnTo>
                    <a:pt x="2544699" y="117398"/>
                  </a:lnTo>
                  <a:lnTo>
                    <a:pt x="2554443" y="96522"/>
                  </a:lnTo>
                  <a:lnTo>
                    <a:pt x="2564202" y="76406"/>
                  </a:lnTo>
                  <a:lnTo>
                    <a:pt x="2573946" y="87926"/>
                  </a:lnTo>
                  <a:lnTo>
                    <a:pt x="2583690" y="90611"/>
                  </a:lnTo>
                  <a:lnTo>
                    <a:pt x="2593448" y="54885"/>
                  </a:lnTo>
                  <a:lnTo>
                    <a:pt x="2603192" y="52172"/>
                  </a:lnTo>
                  <a:lnTo>
                    <a:pt x="2612951" y="39034"/>
                  </a:lnTo>
                  <a:lnTo>
                    <a:pt x="2622695" y="36866"/>
                  </a:lnTo>
                  <a:lnTo>
                    <a:pt x="2632439" y="7330"/>
                  </a:lnTo>
                  <a:lnTo>
                    <a:pt x="2642198" y="19971"/>
                  </a:lnTo>
                  <a:lnTo>
                    <a:pt x="2651942" y="12365"/>
                  </a:lnTo>
                  <a:lnTo>
                    <a:pt x="2661685" y="12703"/>
                  </a:lnTo>
                  <a:lnTo>
                    <a:pt x="2671444" y="39362"/>
                  </a:lnTo>
                  <a:lnTo>
                    <a:pt x="2681188" y="36638"/>
                  </a:lnTo>
                  <a:lnTo>
                    <a:pt x="2690947" y="59554"/>
                  </a:lnTo>
                  <a:lnTo>
                    <a:pt x="2700691" y="89595"/>
                  </a:lnTo>
                  <a:lnTo>
                    <a:pt x="2710435" y="91148"/>
                  </a:lnTo>
                  <a:lnTo>
                    <a:pt x="2720194" y="91218"/>
                  </a:lnTo>
                  <a:lnTo>
                    <a:pt x="2729938" y="113192"/>
                  </a:lnTo>
                  <a:lnTo>
                    <a:pt x="2739697" y="109515"/>
                  </a:lnTo>
                  <a:lnTo>
                    <a:pt x="2749441" y="112773"/>
                  </a:lnTo>
                  <a:lnTo>
                    <a:pt x="2759185" y="109153"/>
                  </a:lnTo>
                  <a:lnTo>
                    <a:pt x="2768943" y="131445"/>
                  </a:lnTo>
                  <a:lnTo>
                    <a:pt x="2778687" y="121439"/>
                  </a:lnTo>
                  <a:lnTo>
                    <a:pt x="2788446" y="116158"/>
                  </a:lnTo>
                  <a:lnTo>
                    <a:pt x="2798190" y="113393"/>
                  </a:lnTo>
                  <a:lnTo>
                    <a:pt x="2807934" y="123839"/>
                  </a:lnTo>
                  <a:lnTo>
                    <a:pt x="2817693" y="124983"/>
                  </a:lnTo>
                  <a:lnTo>
                    <a:pt x="2827437" y="120564"/>
                  </a:lnTo>
                  <a:lnTo>
                    <a:pt x="2837196" y="103977"/>
                  </a:lnTo>
                  <a:lnTo>
                    <a:pt x="2846940" y="117392"/>
                  </a:lnTo>
                  <a:lnTo>
                    <a:pt x="2856684" y="122187"/>
                  </a:lnTo>
                  <a:lnTo>
                    <a:pt x="2866442" y="103985"/>
                  </a:lnTo>
                  <a:lnTo>
                    <a:pt x="2876186" y="69307"/>
                  </a:lnTo>
                  <a:lnTo>
                    <a:pt x="2885945" y="84175"/>
                  </a:lnTo>
                  <a:lnTo>
                    <a:pt x="2895689" y="105603"/>
                  </a:lnTo>
                  <a:lnTo>
                    <a:pt x="2905433" y="105930"/>
                  </a:lnTo>
                  <a:lnTo>
                    <a:pt x="2915192" y="11933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4" name="Freeform 1133">
              <a:extLst>
                <a:ext uri="{FF2B5EF4-FFF2-40B4-BE49-F238E27FC236}">
                  <a16:creationId xmlns:a16="http://schemas.microsoft.com/office/drawing/2014/main" id="{3C2A1A7E-1A04-8CE0-572A-C5BA59CA2593}"/>
                </a:ext>
              </a:extLst>
            </p:cNvPr>
            <p:cNvSpPr/>
            <p:nvPr/>
          </p:nvSpPr>
          <p:spPr>
            <a:xfrm>
              <a:off x="4426652" y="3076418"/>
              <a:ext cx="2915191" cy="705520"/>
            </a:xfrm>
            <a:custGeom>
              <a:avLst/>
              <a:gdLst>
                <a:gd name="connsiteX0" fmla="*/ 0 w 2915191"/>
                <a:gd name="connsiteY0" fmla="*/ 697651 h 705520"/>
                <a:gd name="connsiteX1" fmla="*/ 9750 w 2915191"/>
                <a:gd name="connsiteY1" fmla="*/ 705520 h 705520"/>
                <a:gd name="connsiteX2" fmla="*/ 19500 w 2915191"/>
                <a:gd name="connsiteY2" fmla="*/ 676426 h 705520"/>
                <a:gd name="connsiteX3" fmla="*/ 29250 w 2915191"/>
                <a:gd name="connsiteY3" fmla="*/ 657404 h 705520"/>
                <a:gd name="connsiteX4" fmla="*/ 39000 w 2915191"/>
                <a:gd name="connsiteY4" fmla="*/ 682551 h 705520"/>
                <a:gd name="connsiteX5" fmla="*/ 48749 w 2915191"/>
                <a:gd name="connsiteY5" fmla="*/ 672518 h 705520"/>
                <a:gd name="connsiteX6" fmla="*/ 58499 w 2915191"/>
                <a:gd name="connsiteY6" fmla="*/ 665612 h 705520"/>
                <a:gd name="connsiteX7" fmla="*/ 68249 w 2915191"/>
                <a:gd name="connsiteY7" fmla="*/ 685931 h 705520"/>
                <a:gd name="connsiteX8" fmla="*/ 77998 w 2915191"/>
                <a:gd name="connsiteY8" fmla="*/ 673650 h 705520"/>
                <a:gd name="connsiteX9" fmla="*/ 87748 w 2915191"/>
                <a:gd name="connsiteY9" fmla="*/ 659028 h 705520"/>
                <a:gd name="connsiteX10" fmla="*/ 97497 w 2915191"/>
                <a:gd name="connsiteY10" fmla="*/ 644466 h 705520"/>
                <a:gd name="connsiteX11" fmla="*/ 107247 w 2915191"/>
                <a:gd name="connsiteY11" fmla="*/ 639433 h 705520"/>
                <a:gd name="connsiteX12" fmla="*/ 116997 w 2915191"/>
                <a:gd name="connsiteY12" fmla="*/ 670457 h 705520"/>
                <a:gd name="connsiteX13" fmla="*/ 126747 w 2915191"/>
                <a:gd name="connsiteY13" fmla="*/ 650481 h 705520"/>
                <a:gd name="connsiteX14" fmla="*/ 136497 w 2915191"/>
                <a:gd name="connsiteY14" fmla="*/ 648977 h 705520"/>
                <a:gd name="connsiteX15" fmla="*/ 146247 w 2915191"/>
                <a:gd name="connsiteY15" fmla="*/ 684564 h 705520"/>
                <a:gd name="connsiteX16" fmla="*/ 155997 w 2915191"/>
                <a:gd name="connsiteY16" fmla="*/ 633089 h 705520"/>
                <a:gd name="connsiteX17" fmla="*/ 165747 w 2915191"/>
                <a:gd name="connsiteY17" fmla="*/ 630018 h 705520"/>
                <a:gd name="connsiteX18" fmla="*/ 175497 w 2915191"/>
                <a:gd name="connsiteY18" fmla="*/ 616751 h 705520"/>
                <a:gd name="connsiteX19" fmla="*/ 185247 w 2915191"/>
                <a:gd name="connsiteY19" fmla="*/ 610994 h 705520"/>
                <a:gd name="connsiteX20" fmla="*/ 194996 w 2915191"/>
                <a:gd name="connsiteY20" fmla="*/ 637510 h 705520"/>
                <a:gd name="connsiteX21" fmla="*/ 204746 w 2915191"/>
                <a:gd name="connsiteY21" fmla="*/ 625915 h 705520"/>
                <a:gd name="connsiteX22" fmla="*/ 214495 w 2915191"/>
                <a:gd name="connsiteY22" fmla="*/ 614388 h 705520"/>
                <a:gd name="connsiteX23" fmla="*/ 224245 w 2915191"/>
                <a:gd name="connsiteY23" fmla="*/ 631808 h 705520"/>
                <a:gd name="connsiteX24" fmla="*/ 233995 w 2915191"/>
                <a:gd name="connsiteY24" fmla="*/ 615164 h 705520"/>
                <a:gd name="connsiteX25" fmla="*/ 243744 w 2915191"/>
                <a:gd name="connsiteY25" fmla="*/ 607528 h 705520"/>
                <a:gd name="connsiteX26" fmla="*/ 253494 w 2915191"/>
                <a:gd name="connsiteY26" fmla="*/ 606965 h 705520"/>
                <a:gd name="connsiteX27" fmla="*/ 263244 w 2915191"/>
                <a:gd name="connsiteY27" fmla="*/ 591238 h 705520"/>
                <a:gd name="connsiteX28" fmla="*/ 272994 w 2915191"/>
                <a:gd name="connsiteY28" fmla="*/ 570394 h 705520"/>
                <a:gd name="connsiteX29" fmla="*/ 282744 w 2915191"/>
                <a:gd name="connsiteY29" fmla="*/ 585248 h 705520"/>
                <a:gd name="connsiteX30" fmla="*/ 292494 w 2915191"/>
                <a:gd name="connsiteY30" fmla="*/ 573752 h 705520"/>
                <a:gd name="connsiteX31" fmla="*/ 302244 w 2915191"/>
                <a:gd name="connsiteY31" fmla="*/ 572493 h 705520"/>
                <a:gd name="connsiteX32" fmla="*/ 311994 w 2915191"/>
                <a:gd name="connsiteY32" fmla="*/ 557216 h 705520"/>
                <a:gd name="connsiteX33" fmla="*/ 321744 w 2915191"/>
                <a:gd name="connsiteY33" fmla="*/ 556417 h 705520"/>
                <a:gd name="connsiteX34" fmla="*/ 331493 w 2915191"/>
                <a:gd name="connsiteY34" fmla="*/ 546027 h 705520"/>
                <a:gd name="connsiteX35" fmla="*/ 341243 w 2915191"/>
                <a:gd name="connsiteY35" fmla="*/ 579281 h 705520"/>
                <a:gd name="connsiteX36" fmla="*/ 350993 w 2915191"/>
                <a:gd name="connsiteY36" fmla="*/ 594036 h 705520"/>
                <a:gd name="connsiteX37" fmla="*/ 360742 w 2915191"/>
                <a:gd name="connsiteY37" fmla="*/ 571456 h 705520"/>
                <a:gd name="connsiteX38" fmla="*/ 370492 w 2915191"/>
                <a:gd name="connsiteY38" fmla="*/ 541865 h 705520"/>
                <a:gd name="connsiteX39" fmla="*/ 380241 w 2915191"/>
                <a:gd name="connsiteY39" fmla="*/ 537922 h 705520"/>
                <a:gd name="connsiteX40" fmla="*/ 389991 w 2915191"/>
                <a:gd name="connsiteY40" fmla="*/ 558891 h 705520"/>
                <a:gd name="connsiteX41" fmla="*/ 399741 w 2915191"/>
                <a:gd name="connsiteY41" fmla="*/ 577571 h 705520"/>
                <a:gd name="connsiteX42" fmla="*/ 409491 w 2915191"/>
                <a:gd name="connsiteY42" fmla="*/ 599840 h 705520"/>
                <a:gd name="connsiteX43" fmla="*/ 419241 w 2915191"/>
                <a:gd name="connsiteY43" fmla="*/ 591947 h 705520"/>
                <a:gd name="connsiteX44" fmla="*/ 428991 w 2915191"/>
                <a:gd name="connsiteY44" fmla="*/ 627454 h 705520"/>
                <a:gd name="connsiteX45" fmla="*/ 438741 w 2915191"/>
                <a:gd name="connsiteY45" fmla="*/ 646485 h 705520"/>
                <a:gd name="connsiteX46" fmla="*/ 448491 w 2915191"/>
                <a:gd name="connsiteY46" fmla="*/ 640053 h 705520"/>
                <a:gd name="connsiteX47" fmla="*/ 458241 w 2915191"/>
                <a:gd name="connsiteY47" fmla="*/ 613083 h 705520"/>
                <a:gd name="connsiteX48" fmla="*/ 467991 w 2915191"/>
                <a:gd name="connsiteY48" fmla="*/ 629933 h 705520"/>
                <a:gd name="connsiteX49" fmla="*/ 477740 w 2915191"/>
                <a:gd name="connsiteY49" fmla="*/ 637730 h 705520"/>
                <a:gd name="connsiteX50" fmla="*/ 487490 w 2915191"/>
                <a:gd name="connsiteY50" fmla="*/ 667315 h 705520"/>
                <a:gd name="connsiteX51" fmla="*/ 497239 w 2915191"/>
                <a:gd name="connsiteY51" fmla="*/ 627168 h 705520"/>
                <a:gd name="connsiteX52" fmla="*/ 506989 w 2915191"/>
                <a:gd name="connsiteY52" fmla="*/ 620842 h 705520"/>
                <a:gd name="connsiteX53" fmla="*/ 516738 w 2915191"/>
                <a:gd name="connsiteY53" fmla="*/ 650308 h 705520"/>
                <a:gd name="connsiteX54" fmla="*/ 526488 w 2915191"/>
                <a:gd name="connsiteY54" fmla="*/ 650905 h 705520"/>
                <a:gd name="connsiteX55" fmla="*/ 536238 w 2915191"/>
                <a:gd name="connsiteY55" fmla="*/ 628461 h 705520"/>
                <a:gd name="connsiteX56" fmla="*/ 545988 w 2915191"/>
                <a:gd name="connsiteY56" fmla="*/ 605131 h 705520"/>
                <a:gd name="connsiteX57" fmla="*/ 555738 w 2915191"/>
                <a:gd name="connsiteY57" fmla="*/ 623330 h 705520"/>
                <a:gd name="connsiteX58" fmla="*/ 565488 w 2915191"/>
                <a:gd name="connsiteY58" fmla="*/ 621659 h 705520"/>
                <a:gd name="connsiteX59" fmla="*/ 575238 w 2915191"/>
                <a:gd name="connsiteY59" fmla="*/ 619509 h 705520"/>
                <a:gd name="connsiteX60" fmla="*/ 584988 w 2915191"/>
                <a:gd name="connsiteY60" fmla="*/ 602787 h 705520"/>
                <a:gd name="connsiteX61" fmla="*/ 594738 w 2915191"/>
                <a:gd name="connsiteY61" fmla="*/ 599361 h 705520"/>
                <a:gd name="connsiteX62" fmla="*/ 604488 w 2915191"/>
                <a:gd name="connsiteY62" fmla="*/ 597039 h 705520"/>
                <a:gd name="connsiteX63" fmla="*/ 614237 w 2915191"/>
                <a:gd name="connsiteY63" fmla="*/ 591896 h 705520"/>
                <a:gd name="connsiteX64" fmla="*/ 623987 w 2915191"/>
                <a:gd name="connsiteY64" fmla="*/ 627873 h 705520"/>
                <a:gd name="connsiteX65" fmla="*/ 633736 w 2915191"/>
                <a:gd name="connsiteY65" fmla="*/ 624033 h 705520"/>
                <a:gd name="connsiteX66" fmla="*/ 643486 w 2915191"/>
                <a:gd name="connsiteY66" fmla="*/ 623490 h 705520"/>
                <a:gd name="connsiteX67" fmla="*/ 653236 w 2915191"/>
                <a:gd name="connsiteY67" fmla="*/ 624184 h 705520"/>
                <a:gd name="connsiteX68" fmla="*/ 662985 w 2915191"/>
                <a:gd name="connsiteY68" fmla="*/ 643804 h 705520"/>
                <a:gd name="connsiteX69" fmla="*/ 672735 w 2915191"/>
                <a:gd name="connsiteY69" fmla="*/ 656357 h 705520"/>
                <a:gd name="connsiteX70" fmla="*/ 682485 w 2915191"/>
                <a:gd name="connsiteY70" fmla="*/ 627687 h 705520"/>
                <a:gd name="connsiteX71" fmla="*/ 692235 w 2915191"/>
                <a:gd name="connsiteY71" fmla="*/ 660890 h 705520"/>
                <a:gd name="connsiteX72" fmla="*/ 701985 w 2915191"/>
                <a:gd name="connsiteY72" fmla="*/ 645768 h 705520"/>
                <a:gd name="connsiteX73" fmla="*/ 711735 w 2915191"/>
                <a:gd name="connsiteY73" fmla="*/ 653641 h 705520"/>
                <a:gd name="connsiteX74" fmla="*/ 721485 w 2915191"/>
                <a:gd name="connsiteY74" fmla="*/ 645889 h 705520"/>
                <a:gd name="connsiteX75" fmla="*/ 731235 w 2915191"/>
                <a:gd name="connsiteY75" fmla="*/ 617868 h 705520"/>
                <a:gd name="connsiteX76" fmla="*/ 740985 w 2915191"/>
                <a:gd name="connsiteY76" fmla="*/ 573334 h 705520"/>
                <a:gd name="connsiteX77" fmla="*/ 750734 w 2915191"/>
                <a:gd name="connsiteY77" fmla="*/ 546027 h 705520"/>
                <a:gd name="connsiteX78" fmla="*/ 760484 w 2915191"/>
                <a:gd name="connsiteY78" fmla="*/ 555248 h 705520"/>
                <a:gd name="connsiteX79" fmla="*/ 770233 w 2915191"/>
                <a:gd name="connsiteY79" fmla="*/ 555011 h 705520"/>
                <a:gd name="connsiteX80" fmla="*/ 779983 w 2915191"/>
                <a:gd name="connsiteY80" fmla="*/ 543564 h 705520"/>
                <a:gd name="connsiteX81" fmla="*/ 789733 w 2915191"/>
                <a:gd name="connsiteY81" fmla="*/ 527670 h 705520"/>
                <a:gd name="connsiteX82" fmla="*/ 799482 w 2915191"/>
                <a:gd name="connsiteY82" fmla="*/ 547712 h 705520"/>
                <a:gd name="connsiteX83" fmla="*/ 809232 w 2915191"/>
                <a:gd name="connsiteY83" fmla="*/ 567247 h 705520"/>
                <a:gd name="connsiteX84" fmla="*/ 818982 w 2915191"/>
                <a:gd name="connsiteY84" fmla="*/ 562325 h 705520"/>
                <a:gd name="connsiteX85" fmla="*/ 828732 w 2915191"/>
                <a:gd name="connsiteY85" fmla="*/ 571120 h 705520"/>
                <a:gd name="connsiteX86" fmla="*/ 838482 w 2915191"/>
                <a:gd name="connsiteY86" fmla="*/ 556556 h 705520"/>
                <a:gd name="connsiteX87" fmla="*/ 848232 w 2915191"/>
                <a:gd name="connsiteY87" fmla="*/ 561121 h 705520"/>
                <a:gd name="connsiteX88" fmla="*/ 857982 w 2915191"/>
                <a:gd name="connsiteY88" fmla="*/ 562356 h 705520"/>
                <a:gd name="connsiteX89" fmla="*/ 867732 w 2915191"/>
                <a:gd name="connsiteY89" fmla="*/ 568402 h 705520"/>
                <a:gd name="connsiteX90" fmla="*/ 877482 w 2915191"/>
                <a:gd name="connsiteY90" fmla="*/ 601545 h 705520"/>
                <a:gd name="connsiteX91" fmla="*/ 887231 w 2915191"/>
                <a:gd name="connsiteY91" fmla="*/ 588173 h 705520"/>
                <a:gd name="connsiteX92" fmla="*/ 896981 w 2915191"/>
                <a:gd name="connsiteY92" fmla="*/ 576215 h 705520"/>
                <a:gd name="connsiteX93" fmla="*/ 906730 w 2915191"/>
                <a:gd name="connsiteY93" fmla="*/ 566744 h 705520"/>
                <a:gd name="connsiteX94" fmla="*/ 916480 w 2915191"/>
                <a:gd name="connsiteY94" fmla="*/ 590295 h 705520"/>
                <a:gd name="connsiteX95" fmla="*/ 926230 w 2915191"/>
                <a:gd name="connsiteY95" fmla="*/ 584843 h 705520"/>
                <a:gd name="connsiteX96" fmla="*/ 935979 w 2915191"/>
                <a:gd name="connsiteY96" fmla="*/ 606156 h 705520"/>
                <a:gd name="connsiteX97" fmla="*/ 945729 w 2915191"/>
                <a:gd name="connsiteY97" fmla="*/ 578465 h 705520"/>
                <a:gd name="connsiteX98" fmla="*/ 955479 w 2915191"/>
                <a:gd name="connsiteY98" fmla="*/ 583919 h 705520"/>
                <a:gd name="connsiteX99" fmla="*/ 965229 w 2915191"/>
                <a:gd name="connsiteY99" fmla="*/ 600253 h 705520"/>
                <a:gd name="connsiteX100" fmla="*/ 974979 w 2915191"/>
                <a:gd name="connsiteY100" fmla="*/ 584867 h 705520"/>
                <a:gd name="connsiteX101" fmla="*/ 984729 w 2915191"/>
                <a:gd name="connsiteY101" fmla="*/ 567419 h 705520"/>
                <a:gd name="connsiteX102" fmla="*/ 994474 w 2915191"/>
                <a:gd name="connsiteY102" fmla="*/ 609251 h 705520"/>
                <a:gd name="connsiteX103" fmla="*/ 1004233 w 2915191"/>
                <a:gd name="connsiteY103" fmla="*/ 623202 h 705520"/>
                <a:gd name="connsiteX104" fmla="*/ 1013977 w 2915191"/>
                <a:gd name="connsiteY104" fmla="*/ 605228 h 705520"/>
                <a:gd name="connsiteX105" fmla="*/ 1023721 w 2915191"/>
                <a:gd name="connsiteY105" fmla="*/ 632925 h 705520"/>
                <a:gd name="connsiteX106" fmla="*/ 1033480 w 2915191"/>
                <a:gd name="connsiteY106" fmla="*/ 643198 h 705520"/>
                <a:gd name="connsiteX107" fmla="*/ 1043224 w 2915191"/>
                <a:gd name="connsiteY107" fmla="*/ 641751 h 705520"/>
                <a:gd name="connsiteX108" fmla="*/ 1052983 w 2915191"/>
                <a:gd name="connsiteY108" fmla="*/ 608622 h 705520"/>
                <a:gd name="connsiteX109" fmla="*/ 1062727 w 2915191"/>
                <a:gd name="connsiteY109" fmla="*/ 637131 h 705520"/>
                <a:gd name="connsiteX110" fmla="*/ 1072471 w 2915191"/>
                <a:gd name="connsiteY110" fmla="*/ 631320 h 705520"/>
                <a:gd name="connsiteX111" fmla="*/ 1082230 w 2915191"/>
                <a:gd name="connsiteY111" fmla="*/ 614833 h 705520"/>
                <a:gd name="connsiteX112" fmla="*/ 1091973 w 2915191"/>
                <a:gd name="connsiteY112" fmla="*/ 578630 h 705520"/>
                <a:gd name="connsiteX113" fmla="*/ 1101732 w 2915191"/>
                <a:gd name="connsiteY113" fmla="*/ 557505 h 705520"/>
                <a:gd name="connsiteX114" fmla="*/ 1111476 w 2915191"/>
                <a:gd name="connsiteY114" fmla="*/ 576398 h 705520"/>
                <a:gd name="connsiteX115" fmla="*/ 1121220 w 2915191"/>
                <a:gd name="connsiteY115" fmla="*/ 547387 h 705520"/>
                <a:gd name="connsiteX116" fmla="*/ 1130979 w 2915191"/>
                <a:gd name="connsiteY116" fmla="*/ 557110 h 705520"/>
                <a:gd name="connsiteX117" fmla="*/ 1140723 w 2915191"/>
                <a:gd name="connsiteY117" fmla="*/ 560607 h 705520"/>
                <a:gd name="connsiteX118" fmla="*/ 1150482 w 2915191"/>
                <a:gd name="connsiteY118" fmla="*/ 556642 h 705520"/>
                <a:gd name="connsiteX119" fmla="*/ 1160226 w 2915191"/>
                <a:gd name="connsiteY119" fmla="*/ 536386 h 705520"/>
                <a:gd name="connsiteX120" fmla="*/ 1169969 w 2915191"/>
                <a:gd name="connsiteY120" fmla="*/ 540861 h 705520"/>
                <a:gd name="connsiteX121" fmla="*/ 1179728 w 2915191"/>
                <a:gd name="connsiteY121" fmla="*/ 528993 h 705520"/>
                <a:gd name="connsiteX122" fmla="*/ 1189472 w 2915191"/>
                <a:gd name="connsiteY122" fmla="*/ 523465 h 705520"/>
                <a:gd name="connsiteX123" fmla="*/ 1199231 w 2915191"/>
                <a:gd name="connsiteY123" fmla="*/ 525201 h 705520"/>
                <a:gd name="connsiteX124" fmla="*/ 1208975 w 2915191"/>
                <a:gd name="connsiteY124" fmla="*/ 519511 h 705520"/>
                <a:gd name="connsiteX125" fmla="*/ 1218719 w 2915191"/>
                <a:gd name="connsiteY125" fmla="*/ 527385 h 705520"/>
                <a:gd name="connsiteX126" fmla="*/ 1228478 w 2915191"/>
                <a:gd name="connsiteY126" fmla="*/ 522606 h 705520"/>
                <a:gd name="connsiteX127" fmla="*/ 1238222 w 2915191"/>
                <a:gd name="connsiteY127" fmla="*/ 516509 h 705520"/>
                <a:gd name="connsiteX128" fmla="*/ 1247966 w 2915191"/>
                <a:gd name="connsiteY128" fmla="*/ 516265 h 705520"/>
                <a:gd name="connsiteX129" fmla="*/ 1257725 w 2915191"/>
                <a:gd name="connsiteY129" fmla="*/ 516491 h 705520"/>
                <a:gd name="connsiteX130" fmla="*/ 1267469 w 2915191"/>
                <a:gd name="connsiteY130" fmla="*/ 495673 h 705520"/>
                <a:gd name="connsiteX131" fmla="*/ 1277227 w 2915191"/>
                <a:gd name="connsiteY131" fmla="*/ 480361 h 705520"/>
                <a:gd name="connsiteX132" fmla="*/ 1286971 w 2915191"/>
                <a:gd name="connsiteY132" fmla="*/ 457449 h 705520"/>
                <a:gd name="connsiteX133" fmla="*/ 1296715 w 2915191"/>
                <a:gd name="connsiteY133" fmla="*/ 451716 h 705520"/>
                <a:gd name="connsiteX134" fmla="*/ 1306474 w 2915191"/>
                <a:gd name="connsiteY134" fmla="*/ 471228 h 705520"/>
                <a:gd name="connsiteX135" fmla="*/ 1316218 w 2915191"/>
                <a:gd name="connsiteY135" fmla="*/ 472998 h 705520"/>
                <a:gd name="connsiteX136" fmla="*/ 1325977 w 2915191"/>
                <a:gd name="connsiteY136" fmla="*/ 440892 h 705520"/>
                <a:gd name="connsiteX137" fmla="*/ 1335721 w 2915191"/>
                <a:gd name="connsiteY137" fmla="*/ 442357 h 705520"/>
                <a:gd name="connsiteX138" fmla="*/ 1345465 w 2915191"/>
                <a:gd name="connsiteY138" fmla="*/ 413466 h 705520"/>
                <a:gd name="connsiteX139" fmla="*/ 1355224 w 2915191"/>
                <a:gd name="connsiteY139" fmla="*/ 400897 h 705520"/>
                <a:gd name="connsiteX140" fmla="*/ 1364967 w 2915191"/>
                <a:gd name="connsiteY140" fmla="*/ 406437 h 705520"/>
                <a:gd name="connsiteX141" fmla="*/ 1374726 w 2915191"/>
                <a:gd name="connsiteY141" fmla="*/ 393355 h 705520"/>
                <a:gd name="connsiteX142" fmla="*/ 1384470 w 2915191"/>
                <a:gd name="connsiteY142" fmla="*/ 405255 h 705520"/>
                <a:gd name="connsiteX143" fmla="*/ 1394214 w 2915191"/>
                <a:gd name="connsiteY143" fmla="*/ 393394 h 705520"/>
                <a:gd name="connsiteX144" fmla="*/ 1403973 w 2915191"/>
                <a:gd name="connsiteY144" fmla="*/ 390565 h 705520"/>
                <a:gd name="connsiteX145" fmla="*/ 1413717 w 2915191"/>
                <a:gd name="connsiteY145" fmla="*/ 366126 h 705520"/>
                <a:gd name="connsiteX146" fmla="*/ 1423476 w 2915191"/>
                <a:gd name="connsiteY146" fmla="*/ 365290 h 705520"/>
                <a:gd name="connsiteX147" fmla="*/ 1433220 w 2915191"/>
                <a:gd name="connsiteY147" fmla="*/ 328569 h 705520"/>
                <a:gd name="connsiteX148" fmla="*/ 1442964 w 2915191"/>
                <a:gd name="connsiteY148" fmla="*/ 333360 h 705520"/>
                <a:gd name="connsiteX149" fmla="*/ 1452722 w 2915191"/>
                <a:gd name="connsiteY149" fmla="*/ 305909 h 705520"/>
                <a:gd name="connsiteX150" fmla="*/ 1462466 w 2915191"/>
                <a:gd name="connsiteY150" fmla="*/ 326422 h 705520"/>
                <a:gd name="connsiteX151" fmla="*/ 1472225 w 2915191"/>
                <a:gd name="connsiteY151" fmla="*/ 331590 h 705520"/>
                <a:gd name="connsiteX152" fmla="*/ 1481969 w 2915191"/>
                <a:gd name="connsiteY152" fmla="*/ 345050 h 705520"/>
                <a:gd name="connsiteX153" fmla="*/ 1491713 w 2915191"/>
                <a:gd name="connsiteY153" fmla="*/ 314713 h 705520"/>
                <a:gd name="connsiteX154" fmla="*/ 1501472 w 2915191"/>
                <a:gd name="connsiteY154" fmla="*/ 320833 h 705520"/>
                <a:gd name="connsiteX155" fmla="*/ 1511216 w 2915191"/>
                <a:gd name="connsiteY155" fmla="*/ 314248 h 705520"/>
                <a:gd name="connsiteX156" fmla="*/ 1520960 w 2915191"/>
                <a:gd name="connsiteY156" fmla="*/ 347723 h 705520"/>
                <a:gd name="connsiteX157" fmla="*/ 1530719 w 2915191"/>
                <a:gd name="connsiteY157" fmla="*/ 337043 h 705520"/>
                <a:gd name="connsiteX158" fmla="*/ 1540463 w 2915191"/>
                <a:gd name="connsiteY158" fmla="*/ 332226 h 705520"/>
                <a:gd name="connsiteX159" fmla="*/ 1550221 w 2915191"/>
                <a:gd name="connsiteY159" fmla="*/ 363812 h 705520"/>
                <a:gd name="connsiteX160" fmla="*/ 1559965 w 2915191"/>
                <a:gd name="connsiteY160" fmla="*/ 367300 h 705520"/>
                <a:gd name="connsiteX161" fmla="*/ 1569709 w 2915191"/>
                <a:gd name="connsiteY161" fmla="*/ 353821 h 705520"/>
                <a:gd name="connsiteX162" fmla="*/ 1579468 w 2915191"/>
                <a:gd name="connsiteY162" fmla="*/ 297515 h 705520"/>
                <a:gd name="connsiteX163" fmla="*/ 1589212 w 2915191"/>
                <a:gd name="connsiteY163" fmla="*/ 314354 h 705520"/>
                <a:gd name="connsiteX164" fmla="*/ 1598971 w 2915191"/>
                <a:gd name="connsiteY164" fmla="*/ 345936 h 705520"/>
                <a:gd name="connsiteX165" fmla="*/ 1608715 w 2915191"/>
                <a:gd name="connsiteY165" fmla="*/ 317611 h 705520"/>
                <a:gd name="connsiteX166" fmla="*/ 1618459 w 2915191"/>
                <a:gd name="connsiteY166" fmla="*/ 334321 h 705520"/>
                <a:gd name="connsiteX167" fmla="*/ 1628218 w 2915191"/>
                <a:gd name="connsiteY167" fmla="*/ 289472 h 705520"/>
                <a:gd name="connsiteX168" fmla="*/ 1637962 w 2915191"/>
                <a:gd name="connsiteY168" fmla="*/ 282757 h 705520"/>
                <a:gd name="connsiteX169" fmla="*/ 1647720 w 2915191"/>
                <a:gd name="connsiteY169" fmla="*/ 271354 h 705520"/>
                <a:gd name="connsiteX170" fmla="*/ 1657464 w 2915191"/>
                <a:gd name="connsiteY170" fmla="*/ 277741 h 705520"/>
                <a:gd name="connsiteX171" fmla="*/ 1667208 w 2915191"/>
                <a:gd name="connsiteY171" fmla="*/ 239638 h 705520"/>
                <a:gd name="connsiteX172" fmla="*/ 1676967 w 2915191"/>
                <a:gd name="connsiteY172" fmla="*/ 219234 h 705520"/>
                <a:gd name="connsiteX173" fmla="*/ 1686711 w 2915191"/>
                <a:gd name="connsiteY173" fmla="*/ 230368 h 705520"/>
                <a:gd name="connsiteX174" fmla="*/ 1696470 w 2915191"/>
                <a:gd name="connsiteY174" fmla="*/ 189381 h 705520"/>
                <a:gd name="connsiteX175" fmla="*/ 1706214 w 2915191"/>
                <a:gd name="connsiteY175" fmla="*/ 180012 h 705520"/>
                <a:gd name="connsiteX176" fmla="*/ 1715958 w 2915191"/>
                <a:gd name="connsiteY176" fmla="*/ 148740 h 705520"/>
                <a:gd name="connsiteX177" fmla="*/ 1725716 w 2915191"/>
                <a:gd name="connsiteY177" fmla="*/ 174634 h 705520"/>
                <a:gd name="connsiteX178" fmla="*/ 1735460 w 2915191"/>
                <a:gd name="connsiteY178" fmla="*/ 186867 h 705520"/>
                <a:gd name="connsiteX179" fmla="*/ 1745219 w 2915191"/>
                <a:gd name="connsiteY179" fmla="*/ 166952 h 705520"/>
                <a:gd name="connsiteX180" fmla="*/ 1754963 w 2915191"/>
                <a:gd name="connsiteY180" fmla="*/ 178397 h 705520"/>
                <a:gd name="connsiteX181" fmla="*/ 1764707 w 2915191"/>
                <a:gd name="connsiteY181" fmla="*/ 137476 h 705520"/>
                <a:gd name="connsiteX182" fmla="*/ 1774466 w 2915191"/>
                <a:gd name="connsiteY182" fmla="*/ 114686 h 705520"/>
                <a:gd name="connsiteX183" fmla="*/ 1784210 w 2915191"/>
                <a:gd name="connsiteY183" fmla="*/ 100532 h 705520"/>
                <a:gd name="connsiteX184" fmla="*/ 1793969 w 2915191"/>
                <a:gd name="connsiteY184" fmla="*/ 85155 h 705520"/>
                <a:gd name="connsiteX185" fmla="*/ 1803713 w 2915191"/>
                <a:gd name="connsiteY185" fmla="*/ 65055 h 705520"/>
                <a:gd name="connsiteX186" fmla="*/ 1813457 w 2915191"/>
                <a:gd name="connsiteY186" fmla="*/ 73239 h 705520"/>
                <a:gd name="connsiteX187" fmla="*/ 1823215 w 2915191"/>
                <a:gd name="connsiteY187" fmla="*/ 76672 h 705520"/>
                <a:gd name="connsiteX188" fmla="*/ 1832959 w 2915191"/>
                <a:gd name="connsiteY188" fmla="*/ 106800 h 705520"/>
                <a:gd name="connsiteX189" fmla="*/ 1842703 w 2915191"/>
                <a:gd name="connsiteY189" fmla="*/ 125406 h 705520"/>
                <a:gd name="connsiteX190" fmla="*/ 1852462 w 2915191"/>
                <a:gd name="connsiteY190" fmla="*/ 148173 h 705520"/>
                <a:gd name="connsiteX191" fmla="*/ 1862206 w 2915191"/>
                <a:gd name="connsiteY191" fmla="*/ 131555 h 705520"/>
                <a:gd name="connsiteX192" fmla="*/ 1871965 w 2915191"/>
                <a:gd name="connsiteY192" fmla="*/ 80368 h 705520"/>
                <a:gd name="connsiteX193" fmla="*/ 1881709 w 2915191"/>
                <a:gd name="connsiteY193" fmla="*/ 65989 h 705520"/>
                <a:gd name="connsiteX194" fmla="*/ 1891453 w 2915191"/>
                <a:gd name="connsiteY194" fmla="*/ 98016 h 705520"/>
                <a:gd name="connsiteX195" fmla="*/ 1901212 w 2915191"/>
                <a:gd name="connsiteY195" fmla="*/ 105678 h 705520"/>
                <a:gd name="connsiteX196" fmla="*/ 1910956 w 2915191"/>
                <a:gd name="connsiteY196" fmla="*/ 110159 h 705520"/>
                <a:gd name="connsiteX197" fmla="*/ 1920714 w 2915191"/>
                <a:gd name="connsiteY197" fmla="*/ 110942 h 705520"/>
                <a:gd name="connsiteX198" fmla="*/ 1930458 w 2915191"/>
                <a:gd name="connsiteY198" fmla="*/ 93917 h 705520"/>
                <a:gd name="connsiteX199" fmla="*/ 1940202 w 2915191"/>
                <a:gd name="connsiteY199" fmla="*/ 89147 h 705520"/>
                <a:gd name="connsiteX200" fmla="*/ 1949961 w 2915191"/>
                <a:gd name="connsiteY200" fmla="*/ 107010 h 705520"/>
                <a:gd name="connsiteX201" fmla="*/ 1959705 w 2915191"/>
                <a:gd name="connsiteY201" fmla="*/ 98110 h 705520"/>
                <a:gd name="connsiteX202" fmla="*/ 1969464 w 2915191"/>
                <a:gd name="connsiteY202" fmla="*/ 109695 h 705520"/>
                <a:gd name="connsiteX203" fmla="*/ 1979208 w 2915191"/>
                <a:gd name="connsiteY203" fmla="*/ 82248 h 705520"/>
                <a:gd name="connsiteX204" fmla="*/ 1988952 w 2915191"/>
                <a:gd name="connsiteY204" fmla="*/ 89151 h 705520"/>
                <a:gd name="connsiteX205" fmla="*/ 1998711 w 2915191"/>
                <a:gd name="connsiteY205" fmla="*/ 66619 h 705520"/>
                <a:gd name="connsiteX206" fmla="*/ 2008454 w 2915191"/>
                <a:gd name="connsiteY206" fmla="*/ 91779 h 705520"/>
                <a:gd name="connsiteX207" fmla="*/ 2018213 w 2915191"/>
                <a:gd name="connsiteY207" fmla="*/ 103911 h 705520"/>
                <a:gd name="connsiteX208" fmla="*/ 2027957 w 2915191"/>
                <a:gd name="connsiteY208" fmla="*/ 113058 h 705520"/>
                <a:gd name="connsiteX209" fmla="*/ 2037701 w 2915191"/>
                <a:gd name="connsiteY209" fmla="*/ 84522 h 705520"/>
                <a:gd name="connsiteX210" fmla="*/ 2047460 w 2915191"/>
                <a:gd name="connsiteY210" fmla="*/ 60582 h 705520"/>
                <a:gd name="connsiteX211" fmla="*/ 2057204 w 2915191"/>
                <a:gd name="connsiteY211" fmla="*/ 40270 h 705520"/>
                <a:gd name="connsiteX212" fmla="*/ 2066963 w 2915191"/>
                <a:gd name="connsiteY212" fmla="*/ 24665 h 705520"/>
                <a:gd name="connsiteX213" fmla="*/ 2076707 w 2915191"/>
                <a:gd name="connsiteY213" fmla="*/ 28846 h 705520"/>
                <a:gd name="connsiteX214" fmla="*/ 2086451 w 2915191"/>
                <a:gd name="connsiteY214" fmla="*/ 32939 h 705520"/>
                <a:gd name="connsiteX215" fmla="*/ 2096210 w 2915191"/>
                <a:gd name="connsiteY215" fmla="*/ 45063 h 705520"/>
                <a:gd name="connsiteX216" fmla="*/ 2105954 w 2915191"/>
                <a:gd name="connsiteY216" fmla="*/ 72509 h 705520"/>
                <a:gd name="connsiteX217" fmla="*/ 2115697 w 2915191"/>
                <a:gd name="connsiteY217" fmla="*/ 87512 h 705520"/>
                <a:gd name="connsiteX218" fmla="*/ 2125456 w 2915191"/>
                <a:gd name="connsiteY218" fmla="*/ 102229 h 705520"/>
                <a:gd name="connsiteX219" fmla="*/ 2135200 w 2915191"/>
                <a:gd name="connsiteY219" fmla="*/ 94390 h 705520"/>
                <a:gd name="connsiteX220" fmla="*/ 2144959 w 2915191"/>
                <a:gd name="connsiteY220" fmla="*/ 76782 h 705520"/>
                <a:gd name="connsiteX221" fmla="*/ 2154703 w 2915191"/>
                <a:gd name="connsiteY221" fmla="*/ 99457 h 705520"/>
                <a:gd name="connsiteX222" fmla="*/ 2164447 w 2915191"/>
                <a:gd name="connsiteY222" fmla="*/ 108390 h 705520"/>
                <a:gd name="connsiteX223" fmla="*/ 2174206 w 2915191"/>
                <a:gd name="connsiteY223" fmla="*/ 101894 h 705520"/>
                <a:gd name="connsiteX224" fmla="*/ 2183950 w 2915191"/>
                <a:gd name="connsiteY224" fmla="*/ 101113 h 705520"/>
                <a:gd name="connsiteX225" fmla="*/ 2193709 w 2915191"/>
                <a:gd name="connsiteY225" fmla="*/ 88895 h 705520"/>
                <a:gd name="connsiteX226" fmla="*/ 2203452 w 2915191"/>
                <a:gd name="connsiteY226" fmla="*/ 92384 h 705520"/>
                <a:gd name="connsiteX227" fmla="*/ 2213196 w 2915191"/>
                <a:gd name="connsiteY227" fmla="*/ 67699 h 705520"/>
                <a:gd name="connsiteX228" fmla="*/ 2222955 w 2915191"/>
                <a:gd name="connsiteY228" fmla="*/ 73147 h 705520"/>
                <a:gd name="connsiteX229" fmla="*/ 2232699 w 2915191"/>
                <a:gd name="connsiteY229" fmla="*/ 61539 h 705520"/>
                <a:gd name="connsiteX230" fmla="*/ 2242458 w 2915191"/>
                <a:gd name="connsiteY230" fmla="*/ 47260 h 705520"/>
                <a:gd name="connsiteX231" fmla="*/ 2252202 w 2915191"/>
                <a:gd name="connsiteY231" fmla="*/ 63006 h 705520"/>
                <a:gd name="connsiteX232" fmla="*/ 2261946 w 2915191"/>
                <a:gd name="connsiteY232" fmla="*/ 51448 h 705520"/>
                <a:gd name="connsiteX233" fmla="*/ 2271705 w 2915191"/>
                <a:gd name="connsiteY233" fmla="*/ 46871 h 705520"/>
                <a:gd name="connsiteX234" fmla="*/ 2281449 w 2915191"/>
                <a:gd name="connsiteY234" fmla="*/ 51586 h 705520"/>
                <a:gd name="connsiteX235" fmla="*/ 2291208 w 2915191"/>
                <a:gd name="connsiteY235" fmla="*/ 30994 h 705520"/>
                <a:gd name="connsiteX236" fmla="*/ 2300951 w 2915191"/>
                <a:gd name="connsiteY236" fmla="*/ 0 h 705520"/>
                <a:gd name="connsiteX237" fmla="*/ 2310695 w 2915191"/>
                <a:gd name="connsiteY237" fmla="*/ 662 h 705520"/>
                <a:gd name="connsiteX238" fmla="*/ 2320454 w 2915191"/>
                <a:gd name="connsiteY238" fmla="*/ 10933 h 705520"/>
                <a:gd name="connsiteX239" fmla="*/ 2330198 w 2915191"/>
                <a:gd name="connsiteY239" fmla="*/ 22331 h 705520"/>
                <a:gd name="connsiteX240" fmla="*/ 2339957 w 2915191"/>
                <a:gd name="connsiteY240" fmla="*/ 30440 h 705520"/>
                <a:gd name="connsiteX241" fmla="*/ 2349701 w 2915191"/>
                <a:gd name="connsiteY241" fmla="*/ 39865 h 705520"/>
                <a:gd name="connsiteX242" fmla="*/ 2359445 w 2915191"/>
                <a:gd name="connsiteY242" fmla="*/ 55232 h 705520"/>
                <a:gd name="connsiteX243" fmla="*/ 2369204 w 2915191"/>
                <a:gd name="connsiteY243" fmla="*/ 64831 h 705520"/>
                <a:gd name="connsiteX244" fmla="*/ 2378948 w 2915191"/>
                <a:gd name="connsiteY244" fmla="*/ 26286 h 705520"/>
                <a:gd name="connsiteX245" fmla="*/ 2388692 w 2915191"/>
                <a:gd name="connsiteY245" fmla="*/ 29046 h 705520"/>
                <a:gd name="connsiteX246" fmla="*/ 2398450 w 2915191"/>
                <a:gd name="connsiteY246" fmla="*/ 32729 h 705520"/>
                <a:gd name="connsiteX247" fmla="*/ 2408194 w 2915191"/>
                <a:gd name="connsiteY247" fmla="*/ 28940 h 705520"/>
                <a:gd name="connsiteX248" fmla="*/ 2417953 w 2915191"/>
                <a:gd name="connsiteY248" fmla="*/ 14850 h 705520"/>
                <a:gd name="connsiteX249" fmla="*/ 2427697 w 2915191"/>
                <a:gd name="connsiteY249" fmla="*/ 15245 h 705520"/>
                <a:gd name="connsiteX250" fmla="*/ 2437441 w 2915191"/>
                <a:gd name="connsiteY250" fmla="*/ 13758 h 705520"/>
                <a:gd name="connsiteX251" fmla="*/ 2447200 w 2915191"/>
                <a:gd name="connsiteY251" fmla="*/ 19670 h 705520"/>
                <a:gd name="connsiteX252" fmla="*/ 2456944 w 2915191"/>
                <a:gd name="connsiteY252" fmla="*/ 44259 h 705520"/>
                <a:gd name="connsiteX253" fmla="*/ 2466703 w 2915191"/>
                <a:gd name="connsiteY253" fmla="*/ 38788 h 705520"/>
                <a:gd name="connsiteX254" fmla="*/ 2476446 w 2915191"/>
                <a:gd name="connsiteY254" fmla="*/ 56706 h 705520"/>
                <a:gd name="connsiteX255" fmla="*/ 2486190 w 2915191"/>
                <a:gd name="connsiteY255" fmla="*/ 68957 h 705520"/>
                <a:gd name="connsiteX256" fmla="*/ 2495949 w 2915191"/>
                <a:gd name="connsiteY256" fmla="*/ 60248 h 705520"/>
                <a:gd name="connsiteX257" fmla="*/ 2505693 w 2915191"/>
                <a:gd name="connsiteY257" fmla="*/ 51837 h 705520"/>
                <a:gd name="connsiteX258" fmla="*/ 2515452 w 2915191"/>
                <a:gd name="connsiteY258" fmla="*/ 81299 h 705520"/>
                <a:gd name="connsiteX259" fmla="*/ 2525196 w 2915191"/>
                <a:gd name="connsiteY259" fmla="*/ 104321 h 705520"/>
                <a:gd name="connsiteX260" fmla="*/ 2534940 w 2915191"/>
                <a:gd name="connsiteY260" fmla="*/ 118740 h 705520"/>
                <a:gd name="connsiteX261" fmla="*/ 2544699 w 2915191"/>
                <a:gd name="connsiteY261" fmla="*/ 103610 h 705520"/>
                <a:gd name="connsiteX262" fmla="*/ 2554443 w 2915191"/>
                <a:gd name="connsiteY262" fmla="*/ 170796 h 705520"/>
                <a:gd name="connsiteX263" fmla="*/ 2564202 w 2915191"/>
                <a:gd name="connsiteY263" fmla="*/ 186638 h 705520"/>
                <a:gd name="connsiteX264" fmla="*/ 2573946 w 2915191"/>
                <a:gd name="connsiteY264" fmla="*/ 216429 h 705520"/>
                <a:gd name="connsiteX265" fmla="*/ 2583690 w 2915191"/>
                <a:gd name="connsiteY265" fmla="*/ 187250 h 705520"/>
                <a:gd name="connsiteX266" fmla="*/ 2593448 w 2915191"/>
                <a:gd name="connsiteY266" fmla="*/ 203328 h 705520"/>
                <a:gd name="connsiteX267" fmla="*/ 2603192 w 2915191"/>
                <a:gd name="connsiteY267" fmla="*/ 225717 h 705520"/>
                <a:gd name="connsiteX268" fmla="*/ 2612951 w 2915191"/>
                <a:gd name="connsiteY268" fmla="*/ 222844 h 705520"/>
                <a:gd name="connsiteX269" fmla="*/ 2622695 w 2915191"/>
                <a:gd name="connsiteY269" fmla="*/ 202207 h 705520"/>
                <a:gd name="connsiteX270" fmla="*/ 2632439 w 2915191"/>
                <a:gd name="connsiteY270" fmla="*/ 230018 h 705520"/>
                <a:gd name="connsiteX271" fmla="*/ 2642198 w 2915191"/>
                <a:gd name="connsiteY271" fmla="*/ 202225 h 705520"/>
                <a:gd name="connsiteX272" fmla="*/ 2651942 w 2915191"/>
                <a:gd name="connsiteY272" fmla="*/ 195671 h 705520"/>
                <a:gd name="connsiteX273" fmla="*/ 2661685 w 2915191"/>
                <a:gd name="connsiteY273" fmla="*/ 182504 h 705520"/>
                <a:gd name="connsiteX274" fmla="*/ 2671444 w 2915191"/>
                <a:gd name="connsiteY274" fmla="*/ 182584 h 705520"/>
                <a:gd name="connsiteX275" fmla="*/ 2681188 w 2915191"/>
                <a:gd name="connsiteY275" fmla="*/ 204900 h 705520"/>
                <a:gd name="connsiteX276" fmla="*/ 2690947 w 2915191"/>
                <a:gd name="connsiteY276" fmla="*/ 184022 h 705520"/>
                <a:gd name="connsiteX277" fmla="*/ 2700691 w 2915191"/>
                <a:gd name="connsiteY277" fmla="*/ 217488 h 705520"/>
                <a:gd name="connsiteX278" fmla="*/ 2710435 w 2915191"/>
                <a:gd name="connsiteY278" fmla="*/ 218534 h 705520"/>
                <a:gd name="connsiteX279" fmla="*/ 2720194 w 2915191"/>
                <a:gd name="connsiteY279" fmla="*/ 230466 h 705520"/>
                <a:gd name="connsiteX280" fmla="*/ 2729938 w 2915191"/>
                <a:gd name="connsiteY280" fmla="*/ 228667 h 705520"/>
                <a:gd name="connsiteX281" fmla="*/ 2739697 w 2915191"/>
                <a:gd name="connsiteY281" fmla="*/ 223115 h 705520"/>
                <a:gd name="connsiteX282" fmla="*/ 2749441 w 2915191"/>
                <a:gd name="connsiteY282" fmla="*/ 231666 h 705520"/>
                <a:gd name="connsiteX283" fmla="*/ 2759185 w 2915191"/>
                <a:gd name="connsiteY283" fmla="*/ 241265 h 705520"/>
                <a:gd name="connsiteX284" fmla="*/ 2768943 w 2915191"/>
                <a:gd name="connsiteY284" fmla="*/ 243645 h 705520"/>
                <a:gd name="connsiteX285" fmla="*/ 2778687 w 2915191"/>
                <a:gd name="connsiteY285" fmla="*/ 238592 h 705520"/>
                <a:gd name="connsiteX286" fmla="*/ 2788446 w 2915191"/>
                <a:gd name="connsiteY286" fmla="*/ 254068 h 705520"/>
                <a:gd name="connsiteX287" fmla="*/ 2798190 w 2915191"/>
                <a:gd name="connsiteY287" fmla="*/ 275195 h 705520"/>
                <a:gd name="connsiteX288" fmla="*/ 2807934 w 2915191"/>
                <a:gd name="connsiteY288" fmla="*/ 241365 h 705520"/>
                <a:gd name="connsiteX289" fmla="*/ 2817693 w 2915191"/>
                <a:gd name="connsiteY289" fmla="*/ 225395 h 705520"/>
                <a:gd name="connsiteX290" fmla="*/ 2827437 w 2915191"/>
                <a:gd name="connsiteY290" fmla="*/ 232536 h 705520"/>
                <a:gd name="connsiteX291" fmla="*/ 2837196 w 2915191"/>
                <a:gd name="connsiteY291" fmla="*/ 233342 h 705520"/>
                <a:gd name="connsiteX292" fmla="*/ 2846940 w 2915191"/>
                <a:gd name="connsiteY292" fmla="*/ 213115 h 705520"/>
                <a:gd name="connsiteX293" fmla="*/ 2856684 w 2915191"/>
                <a:gd name="connsiteY293" fmla="*/ 231189 h 705520"/>
                <a:gd name="connsiteX294" fmla="*/ 2866442 w 2915191"/>
                <a:gd name="connsiteY294" fmla="*/ 229122 h 705520"/>
                <a:gd name="connsiteX295" fmla="*/ 2876186 w 2915191"/>
                <a:gd name="connsiteY295" fmla="*/ 245915 h 705520"/>
                <a:gd name="connsiteX296" fmla="*/ 2885945 w 2915191"/>
                <a:gd name="connsiteY296" fmla="*/ 230945 h 705520"/>
                <a:gd name="connsiteX297" fmla="*/ 2895689 w 2915191"/>
                <a:gd name="connsiteY297" fmla="*/ 196439 h 705520"/>
                <a:gd name="connsiteX298" fmla="*/ 2905433 w 2915191"/>
                <a:gd name="connsiteY298" fmla="*/ 195056 h 705520"/>
                <a:gd name="connsiteX299" fmla="*/ 2915192 w 2915191"/>
                <a:gd name="connsiteY299" fmla="*/ 190112 h 705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705520">
                  <a:moveTo>
                    <a:pt x="0" y="697651"/>
                  </a:moveTo>
                  <a:lnTo>
                    <a:pt x="9750" y="705520"/>
                  </a:lnTo>
                  <a:lnTo>
                    <a:pt x="19500" y="676426"/>
                  </a:lnTo>
                  <a:lnTo>
                    <a:pt x="29250" y="657404"/>
                  </a:lnTo>
                  <a:lnTo>
                    <a:pt x="39000" y="682551"/>
                  </a:lnTo>
                  <a:lnTo>
                    <a:pt x="48749" y="672518"/>
                  </a:lnTo>
                  <a:lnTo>
                    <a:pt x="58499" y="665612"/>
                  </a:lnTo>
                  <a:lnTo>
                    <a:pt x="68249" y="685931"/>
                  </a:lnTo>
                  <a:lnTo>
                    <a:pt x="77998" y="673650"/>
                  </a:lnTo>
                  <a:lnTo>
                    <a:pt x="87748" y="659028"/>
                  </a:lnTo>
                  <a:lnTo>
                    <a:pt x="97497" y="644466"/>
                  </a:lnTo>
                  <a:lnTo>
                    <a:pt x="107247" y="639433"/>
                  </a:lnTo>
                  <a:lnTo>
                    <a:pt x="116997" y="670457"/>
                  </a:lnTo>
                  <a:lnTo>
                    <a:pt x="126747" y="650481"/>
                  </a:lnTo>
                  <a:lnTo>
                    <a:pt x="136497" y="648977"/>
                  </a:lnTo>
                  <a:lnTo>
                    <a:pt x="146247" y="684564"/>
                  </a:lnTo>
                  <a:lnTo>
                    <a:pt x="155997" y="633089"/>
                  </a:lnTo>
                  <a:lnTo>
                    <a:pt x="165747" y="630018"/>
                  </a:lnTo>
                  <a:lnTo>
                    <a:pt x="175497" y="616751"/>
                  </a:lnTo>
                  <a:lnTo>
                    <a:pt x="185247" y="610994"/>
                  </a:lnTo>
                  <a:lnTo>
                    <a:pt x="194996" y="637510"/>
                  </a:lnTo>
                  <a:lnTo>
                    <a:pt x="204746" y="625915"/>
                  </a:lnTo>
                  <a:lnTo>
                    <a:pt x="214495" y="614388"/>
                  </a:lnTo>
                  <a:lnTo>
                    <a:pt x="224245" y="631808"/>
                  </a:lnTo>
                  <a:lnTo>
                    <a:pt x="233995" y="615164"/>
                  </a:lnTo>
                  <a:lnTo>
                    <a:pt x="243744" y="607528"/>
                  </a:lnTo>
                  <a:lnTo>
                    <a:pt x="253494" y="606965"/>
                  </a:lnTo>
                  <a:lnTo>
                    <a:pt x="263244" y="591238"/>
                  </a:lnTo>
                  <a:lnTo>
                    <a:pt x="272994" y="570394"/>
                  </a:lnTo>
                  <a:lnTo>
                    <a:pt x="282744" y="585248"/>
                  </a:lnTo>
                  <a:lnTo>
                    <a:pt x="292494" y="573752"/>
                  </a:lnTo>
                  <a:lnTo>
                    <a:pt x="302244" y="572493"/>
                  </a:lnTo>
                  <a:lnTo>
                    <a:pt x="311994" y="557216"/>
                  </a:lnTo>
                  <a:lnTo>
                    <a:pt x="321744" y="556417"/>
                  </a:lnTo>
                  <a:lnTo>
                    <a:pt x="331493" y="546027"/>
                  </a:lnTo>
                  <a:lnTo>
                    <a:pt x="341243" y="579281"/>
                  </a:lnTo>
                  <a:lnTo>
                    <a:pt x="350993" y="594036"/>
                  </a:lnTo>
                  <a:lnTo>
                    <a:pt x="360742" y="571456"/>
                  </a:lnTo>
                  <a:lnTo>
                    <a:pt x="370492" y="541865"/>
                  </a:lnTo>
                  <a:lnTo>
                    <a:pt x="380241" y="537922"/>
                  </a:lnTo>
                  <a:lnTo>
                    <a:pt x="389991" y="558891"/>
                  </a:lnTo>
                  <a:lnTo>
                    <a:pt x="399741" y="577571"/>
                  </a:lnTo>
                  <a:lnTo>
                    <a:pt x="409491" y="599840"/>
                  </a:lnTo>
                  <a:lnTo>
                    <a:pt x="419241" y="591947"/>
                  </a:lnTo>
                  <a:lnTo>
                    <a:pt x="428991" y="627454"/>
                  </a:lnTo>
                  <a:lnTo>
                    <a:pt x="438741" y="646485"/>
                  </a:lnTo>
                  <a:lnTo>
                    <a:pt x="448491" y="640053"/>
                  </a:lnTo>
                  <a:lnTo>
                    <a:pt x="458241" y="613083"/>
                  </a:lnTo>
                  <a:lnTo>
                    <a:pt x="467991" y="629933"/>
                  </a:lnTo>
                  <a:lnTo>
                    <a:pt x="477740" y="637730"/>
                  </a:lnTo>
                  <a:lnTo>
                    <a:pt x="487490" y="667315"/>
                  </a:lnTo>
                  <a:lnTo>
                    <a:pt x="497239" y="627168"/>
                  </a:lnTo>
                  <a:lnTo>
                    <a:pt x="506989" y="620842"/>
                  </a:lnTo>
                  <a:lnTo>
                    <a:pt x="516738" y="650308"/>
                  </a:lnTo>
                  <a:lnTo>
                    <a:pt x="526488" y="650905"/>
                  </a:lnTo>
                  <a:lnTo>
                    <a:pt x="536238" y="628461"/>
                  </a:lnTo>
                  <a:lnTo>
                    <a:pt x="545988" y="605131"/>
                  </a:lnTo>
                  <a:lnTo>
                    <a:pt x="555738" y="623330"/>
                  </a:lnTo>
                  <a:lnTo>
                    <a:pt x="565488" y="621659"/>
                  </a:lnTo>
                  <a:lnTo>
                    <a:pt x="575238" y="619509"/>
                  </a:lnTo>
                  <a:lnTo>
                    <a:pt x="584988" y="602787"/>
                  </a:lnTo>
                  <a:lnTo>
                    <a:pt x="594738" y="599361"/>
                  </a:lnTo>
                  <a:lnTo>
                    <a:pt x="604488" y="597039"/>
                  </a:lnTo>
                  <a:lnTo>
                    <a:pt x="614237" y="591896"/>
                  </a:lnTo>
                  <a:lnTo>
                    <a:pt x="623987" y="627873"/>
                  </a:lnTo>
                  <a:lnTo>
                    <a:pt x="633736" y="624033"/>
                  </a:lnTo>
                  <a:lnTo>
                    <a:pt x="643486" y="623490"/>
                  </a:lnTo>
                  <a:lnTo>
                    <a:pt x="653236" y="624184"/>
                  </a:lnTo>
                  <a:lnTo>
                    <a:pt x="662985" y="643804"/>
                  </a:lnTo>
                  <a:lnTo>
                    <a:pt x="672735" y="656357"/>
                  </a:lnTo>
                  <a:lnTo>
                    <a:pt x="682485" y="627687"/>
                  </a:lnTo>
                  <a:lnTo>
                    <a:pt x="692235" y="660890"/>
                  </a:lnTo>
                  <a:lnTo>
                    <a:pt x="701985" y="645768"/>
                  </a:lnTo>
                  <a:lnTo>
                    <a:pt x="711735" y="653641"/>
                  </a:lnTo>
                  <a:lnTo>
                    <a:pt x="721485" y="645889"/>
                  </a:lnTo>
                  <a:lnTo>
                    <a:pt x="731235" y="617868"/>
                  </a:lnTo>
                  <a:lnTo>
                    <a:pt x="740985" y="573334"/>
                  </a:lnTo>
                  <a:lnTo>
                    <a:pt x="750734" y="546027"/>
                  </a:lnTo>
                  <a:lnTo>
                    <a:pt x="760484" y="555248"/>
                  </a:lnTo>
                  <a:lnTo>
                    <a:pt x="770233" y="555011"/>
                  </a:lnTo>
                  <a:lnTo>
                    <a:pt x="779983" y="543564"/>
                  </a:lnTo>
                  <a:lnTo>
                    <a:pt x="789733" y="527670"/>
                  </a:lnTo>
                  <a:lnTo>
                    <a:pt x="799482" y="547712"/>
                  </a:lnTo>
                  <a:lnTo>
                    <a:pt x="809232" y="567247"/>
                  </a:lnTo>
                  <a:lnTo>
                    <a:pt x="818982" y="562325"/>
                  </a:lnTo>
                  <a:lnTo>
                    <a:pt x="828732" y="571120"/>
                  </a:lnTo>
                  <a:lnTo>
                    <a:pt x="838482" y="556556"/>
                  </a:lnTo>
                  <a:lnTo>
                    <a:pt x="848232" y="561121"/>
                  </a:lnTo>
                  <a:lnTo>
                    <a:pt x="857982" y="562356"/>
                  </a:lnTo>
                  <a:lnTo>
                    <a:pt x="867732" y="568402"/>
                  </a:lnTo>
                  <a:lnTo>
                    <a:pt x="877482" y="601545"/>
                  </a:lnTo>
                  <a:lnTo>
                    <a:pt x="887231" y="588173"/>
                  </a:lnTo>
                  <a:lnTo>
                    <a:pt x="896981" y="576215"/>
                  </a:lnTo>
                  <a:lnTo>
                    <a:pt x="906730" y="566744"/>
                  </a:lnTo>
                  <a:lnTo>
                    <a:pt x="916480" y="590295"/>
                  </a:lnTo>
                  <a:lnTo>
                    <a:pt x="926230" y="584843"/>
                  </a:lnTo>
                  <a:lnTo>
                    <a:pt x="935979" y="606156"/>
                  </a:lnTo>
                  <a:lnTo>
                    <a:pt x="945729" y="578465"/>
                  </a:lnTo>
                  <a:lnTo>
                    <a:pt x="955479" y="583919"/>
                  </a:lnTo>
                  <a:lnTo>
                    <a:pt x="965229" y="600253"/>
                  </a:lnTo>
                  <a:lnTo>
                    <a:pt x="974979" y="584867"/>
                  </a:lnTo>
                  <a:lnTo>
                    <a:pt x="984729" y="567419"/>
                  </a:lnTo>
                  <a:lnTo>
                    <a:pt x="994474" y="609251"/>
                  </a:lnTo>
                  <a:lnTo>
                    <a:pt x="1004233" y="623202"/>
                  </a:lnTo>
                  <a:lnTo>
                    <a:pt x="1013977" y="605228"/>
                  </a:lnTo>
                  <a:lnTo>
                    <a:pt x="1023721" y="632925"/>
                  </a:lnTo>
                  <a:lnTo>
                    <a:pt x="1033480" y="643198"/>
                  </a:lnTo>
                  <a:lnTo>
                    <a:pt x="1043224" y="641751"/>
                  </a:lnTo>
                  <a:lnTo>
                    <a:pt x="1052983" y="608622"/>
                  </a:lnTo>
                  <a:lnTo>
                    <a:pt x="1062727" y="637131"/>
                  </a:lnTo>
                  <a:lnTo>
                    <a:pt x="1072471" y="631320"/>
                  </a:lnTo>
                  <a:lnTo>
                    <a:pt x="1082230" y="614833"/>
                  </a:lnTo>
                  <a:lnTo>
                    <a:pt x="1091973" y="578630"/>
                  </a:lnTo>
                  <a:lnTo>
                    <a:pt x="1101732" y="557505"/>
                  </a:lnTo>
                  <a:lnTo>
                    <a:pt x="1111476" y="576398"/>
                  </a:lnTo>
                  <a:lnTo>
                    <a:pt x="1121220" y="547387"/>
                  </a:lnTo>
                  <a:lnTo>
                    <a:pt x="1130979" y="557110"/>
                  </a:lnTo>
                  <a:lnTo>
                    <a:pt x="1140723" y="560607"/>
                  </a:lnTo>
                  <a:lnTo>
                    <a:pt x="1150482" y="556642"/>
                  </a:lnTo>
                  <a:lnTo>
                    <a:pt x="1160226" y="536386"/>
                  </a:lnTo>
                  <a:lnTo>
                    <a:pt x="1169969" y="540861"/>
                  </a:lnTo>
                  <a:lnTo>
                    <a:pt x="1179728" y="528993"/>
                  </a:lnTo>
                  <a:lnTo>
                    <a:pt x="1189472" y="523465"/>
                  </a:lnTo>
                  <a:lnTo>
                    <a:pt x="1199231" y="525201"/>
                  </a:lnTo>
                  <a:lnTo>
                    <a:pt x="1208975" y="519511"/>
                  </a:lnTo>
                  <a:lnTo>
                    <a:pt x="1218719" y="527385"/>
                  </a:lnTo>
                  <a:lnTo>
                    <a:pt x="1228478" y="522606"/>
                  </a:lnTo>
                  <a:lnTo>
                    <a:pt x="1238222" y="516509"/>
                  </a:lnTo>
                  <a:lnTo>
                    <a:pt x="1247966" y="516265"/>
                  </a:lnTo>
                  <a:lnTo>
                    <a:pt x="1257725" y="516491"/>
                  </a:lnTo>
                  <a:lnTo>
                    <a:pt x="1267469" y="495673"/>
                  </a:lnTo>
                  <a:lnTo>
                    <a:pt x="1277227" y="480361"/>
                  </a:lnTo>
                  <a:lnTo>
                    <a:pt x="1286971" y="457449"/>
                  </a:lnTo>
                  <a:lnTo>
                    <a:pt x="1296715" y="451716"/>
                  </a:lnTo>
                  <a:lnTo>
                    <a:pt x="1306474" y="471228"/>
                  </a:lnTo>
                  <a:lnTo>
                    <a:pt x="1316218" y="472998"/>
                  </a:lnTo>
                  <a:lnTo>
                    <a:pt x="1325977" y="440892"/>
                  </a:lnTo>
                  <a:lnTo>
                    <a:pt x="1335721" y="442357"/>
                  </a:lnTo>
                  <a:lnTo>
                    <a:pt x="1345465" y="413466"/>
                  </a:lnTo>
                  <a:lnTo>
                    <a:pt x="1355224" y="400897"/>
                  </a:lnTo>
                  <a:lnTo>
                    <a:pt x="1364967" y="406437"/>
                  </a:lnTo>
                  <a:lnTo>
                    <a:pt x="1374726" y="393355"/>
                  </a:lnTo>
                  <a:lnTo>
                    <a:pt x="1384470" y="405255"/>
                  </a:lnTo>
                  <a:lnTo>
                    <a:pt x="1394214" y="393394"/>
                  </a:lnTo>
                  <a:lnTo>
                    <a:pt x="1403973" y="390565"/>
                  </a:lnTo>
                  <a:lnTo>
                    <a:pt x="1413717" y="366126"/>
                  </a:lnTo>
                  <a:lnTo>
                    <a:pt x="1423476" y="365290"/>
                  </a:lnTo>
                  <a:lnTo>
                    <a:pt x="1433220" y="328569"/>
                  </a:lnTo>
                  <a:lnTo>
                    <a:pt x="1442964" y="333360"/>
                  </a:lnTo>
                  <a:lnTo>
                    <a:pt x="1452722" y="305909"/>
                  </a:lnTo>
                  <a:lnTo>
                    <a:pt x="1462466" y="326422"/>
                  </a:lnTo>
                  <a:lnTo>
                    <a:pt x="1472225" y="331590"/>
                  </a:lnTo>
                  <a:lnTo>
                    <a:pt x="1481969" y="345050"/>
                  </a:lnTo>
                  <a:lnTo>
                    <a:pt x="1491713" y="314713"/>
                  </a:lnTo>
                  <a:lnTo>
                    <a:pt x="1501472" y="320833"/>
                  </a:lnTo>
                  <a:lnTo>
                    <a:pt x="1511216" y="314248"/>
                  </a:lnTo>
                  <a:lnTo>
                    <a:pt x="1520960" y="347723"/>
                  </a:lnTo>
                  <a:lnTo>
                    <a:pt x="1530719" y="337043"/>
                  </a:lnTo>
                  <a:lnTo>
                    <a:pt x="1540463" y="332226"/>
                  </a:lnTo>
                  <a:lnTo>
                    <a:pt x="1550221" y="363812"/>
                  </a:lnTo>
                  <a:lnTo>
                    <a:pt x="1559965" y="367300"/>
                  </a:lnTo>
                  <a:lnTo>
                    <a:pt x="1569709" y="353821"/>
                  </a:lnTo>
                  <a:lnTo>
                    <a:pt x="1579468" y="297515"/>
                  </a:lnTo>
                  <a:lnTo>
                    <a:pt x="1589212" y="314354"/>
                  </a:lnTo>
                  <a:lnTo>
                    <a:pt x="1598971" y="345936"/>
                  </a:lnTo>
                  <a:lnTo>
                    <a:pt x="1608715" y="317611"/>
                  </a:lnTo>
                  <a:lnTo>
                    <a:pt x="1618459" y="334321"/>
                  </a:lnTo>
                  <a:lnTo>
                    <a:pt x="1628218" y="289472"/>
                  </a:lnTo>
                  <a:lnTo>
                    <a:pt x="1637962" y="282757"/>
                  </a:lnTo>
                  <a:lnTo>
                    <a:pt x="1647720" y="271354"/>
                  </a:lnTo>
                  <a:lnTo>
                    <a:pt x="1657464" y="277741"/>
                  </a:lnTo>
                  <a:lnTo>
                    <a:pt x="1667208" y="239638"/>
                  </a:lnTo>
                  <a:lnTo>
                    <a:pt x="1676967" y="219234"/>
                  </a:lnTo>
                  <a:lnTo>
                    <a:pt x="1686711" y="230368"/>
                  </a:lnTo>
                  <a:lnTo>
                    <a:pt x="1696470" y="189381"/>
                  </a:lnTo>
                  <a:lnTo>
                    <a:pt x="1706214" y="180012"/>
                  </a:lnTo>
                  <a:lnTo>
                    <a:pt x="1715958" y="148740"/>
                  </a:lnTo>
                  <a:lnTo>
                    <a:pt x="1725716" y="174634"/>
                  </a:lnTo>
                  <a:lnTo>
                    <a:pt x="1735460" y="186867"/>
                  </a:lnTo>
                  <a:lnTo>
                    <a:pt x="1745219" y="166952"/>
                  </a:lnTo>
                  <a:lnTo>
                    <a:pt x="1754963" y="178397"/>
                  </a:lnTo>
                  <a:lnTo>
                    <a:pt x="1764707" y="137476"/>
                  </a:lnTo>
                  <a:lnTo>
                    <a:pt x="1774466" y="114686"/>
                  </a:lnTo>
                  <a:lnTo>
                    <a:pt x="1784210" y="100532"/>
                  </a:lnTo>
                  <a:lnTo>
                    <a:pt x="1793969" y="85155"/>
                  </a:lnTo>
                  <a:lnTo>
                    <a:pt x="1803713" y="65055"/>
                  </a:lnTo>
                  <a:lnTo>
                    <a:pt x="1813457" y="73239"/>
                  </a:lnTo>
                  <a:lnTo>
                    <a:pt x="1823215" y="76672"/>
                  </a:lnTo>
                  <a:lnTo>
                    <a:pt x="1832959" y="106800"/>
                  </a:lnTo>
                  <a:lnTo>
                    <a:pt x="1842703" y="125406"/>
                  </a:lnTo>
                  <a:lnTo>
                    <a:pt x="1852462" y="148173"/>
                  </a:lnTo>
                  <a:lnTo>
                    <a:pt x="1862206" y="131555"/>
                  </a:lnTo>
                  <a:lnTo>
                    <a:pt x="1871965" y="80368"/>
                  </a:lnTo>
                  <a:lnTo>
                    <a:pt x="1881709" y="65989"/>
                  </a:lnTo>
                  <a:lnTo>
                    <a:pt x="1891453" y="98016"/>
                  </a:lnTo>
                  <a:lnTo>
                    <a:pt x="1901212" y="105678"/>
                  </a:lnTo>
                  <a:lnTo>
                    <a:pt x="1910956" y="110159"/>
                  </a:lnTo>
                  <a:lnTo>
                    <a:pt x="1920714" y="110942"/>
                  </a:lnTo>
                  <a:lnTo>
                    <a:pt x="1930458" y="93917"/>
                  </a:lnTo>
                  <a:lnTo>
                    <a:pt x="1940202" y="89147"/>
                  </a:lnTo>
                  <a:lnTo>
                    <a:pt x="1949961" y="107010"/>
                  </a:lnTo>
                  <a:lnTo>
                    <a:pt x="1959705" y="98110"/>
                  </a:lnTo>
                  <a:lnTo>
                    <a:pt x="1969464" y="109695"/>
                  </a:lnTo>
                  <a:lnTo>
                    <a:pt x="1979208" y="82248"/>
                  </a:lnTo>
                  <a:lnTo>
                    <a:pt x="1988952" y="89151"/>
                  </a:lnTo>
                  <a:lnTo>
                    <a:pt x="1998711" y="66619"/>
                  </a:lnTo>
                  <a:lnTo>
                    <a:pt x="2008454" y="91779"/>
                  </a:lnTo>
                  <a:lnTo>
                    <a:pt x="2018213" y="103911"/>
                  </a:lnTo>
                  <a:lnTo>
                    <a:pt x="2027957" y="113058"/>
                  </a:lnTo>
                  <a:lnTo>
                    <a:pt x="2037701" y="84522"/>
                  </a:lnTo>
                  <a:lnTo>
                    <a:pt x="2047460" y="60582"/>
                  </a:lnTo>
                  <a:lnTo>
                    <a:pt x="2057204" y="40270"/>
                  </a:lnTo>
                  <a:lnTo>
                    <a:pt x="2066963" y="24665"/>
                  </a:lnTo>
                  <a:lnTo>
                    <a:pt x="2076707" y="28846"/>
                  </a:lnTo>
                  <a:lnTo>
                    <a:pt x="2086451" y="32939"/>
                  </a:lnTo>
                  <a:lnTo>
                    <a:pt x="2096210" y="45063"/>
                  </a:lnTo>
                  <a:lnTo>
                    <a:pt x="2105954" y="72509"/>
                  </a:lnTo>
                  <a:lnTo>
                    <a:pt x="2115697" y="87512"/>
                  </a:lnTo>
                  <a:lnTo>
                    <a:pt x="2125456" y="102229"/>
                  </a:lnTo>
                  <a:lnTo>
                    <a:pt x="2135200" y="94390"/>
                  </a:lnTo>
                  <a:lnTo>
                    <a:pt x="2144959" y="76782"/>
                  </a:lnTo>
                  <a:lnTo>
                    <a:pt x="2154703" y="99457"/>
                  </a:lnTo>
                  <a:lnTo>
                    <a:pt x="2164447" y="108390"/>
                  </a:lnTo>
                  <a:lnTo>
                    <a:pt x="2174206" y="101894"/>
                  </a:lnTo>
                  <a:lnTo>
                    <a:pt x="2183950" y="101113"/>
                  </a:lnTo>
                  <a:lnTo>
                    <a:pt x="2193709" y="88895"/>
                  </a:lnTo>
                  <a:lnTo>
                    <a:pt x="2203452" y="92384"/>
                  </a:lnTo>
                  <a:lnTo>
                    <a:pt x="2213196" y="67699"/>
                  </a:lnTo>
                  <a:lnTo>
                    <a:pt x="2222955" y="73147"/>
                  </a:lnTo>
                  <a:lnTo>
                    <a:pt x="2232699" y="61539"/>
                  </a:lnTo>
                  <a:lnTo>
                    <a:pt x="2242458" y="47260"/>
                  </a:lnTo>
                  <a:lnTo>
                    <a:pt x="2252202" y="63006"/>
                  </a:lnTo>
                  <a:lnTo>
                    <a:pt x="2261946" y="51448"/>
                  </a:lnTo>
                  <a:lnTo>
                    <a:pt x="2271705" y="46871"/>
                  </a:lnTo>
                  <a:lnTo>
                    <a:pt x="2281449" y="51586"/>
                  </a:lnTo>
                  <a:lnTo>
                    <a:pt x="2291208" y="30994"/>
                  </a:lnTo>
                  <a:lnTo>
                    <a:pt x="2300951" y="0"/>
                  </a:lnTo>
                  <a:lnTo>
                    <a:pt x="2310695" y="662"/>
                  </a:lnTo>
                  <a:lnTo>
                    <a:pt x="2320454" y="10933"/>
                  </a:lnTo>
                  <a:lnTo>
                    <a:pt x="2330198" y="22331"/>
                  </a:lnTo>
                  <a:lnTo>
                    <a:pt x="2339957" y="30440"/>
                  </a:lnTo>
                  <a:lnTo>
                    <a:pt x="2349701" y="39865"/>
                  </a:lnTo>
                  <a:lnTo>
                    <a:pt x="2359445" y="55232"/>
                  </a:lnTo>
                  <a:lnTo>
                    <a:pt x="2369204" y="64831"/>
                  </a:lnTo>
                  <a:lnTo>
                    <a:pt x="2378948" y="26286"/>
                  </a:lnTo>
                  <a:lnTo>
                    <a:pt x="2388692" y="29046"/>
                  </a:lnTo>
                  <a:lnTo>
                    <a:pt x="2398450" y="32729"/>
                  </a:lnTo>
                  <a:lnTo>
                    <a:pt x="2408194" y="28940"/>
                  </a:lnTo>
                  <a:lnTo>
                    <a:pt x="2417953" y="14850"/>
                  </a:lnTo>
                  <a:lnTo>
                    <a:pt x="2427697" y="15245"/>
                  </a:lnTo>
                  <a:lnTo>
                    <a:pt x="2437441" y="13758"/>
                  </a:lnTo>
                  <a:lnTo>
                    <a:pt x="2447200" y="19670"/>
                  </a:lnTo>
                  <a:lnTo>
                    <a:pt x="2456944" y="44259"/>
                  </a:lnTo>
                  <a:lnTo>
                    <a:pt x="2466703" y="38788"/>
                  </a:lnTo>
                  <a:lnTo>
                    <a:pt x="2476446" y="56706"/>
                  </a:lnTo>
                  <a:lnTo>
                    <a:pt x="2486190" y="68957"/>
                  </a:lnTo>
                  <a:lnTo>
                    <a:pt x="2495949" y="60248"/>
                  </a:lnTo>
                  <a:lnTo>
                    <a:pt x="2505693" y="51837"/>
                  </a:lnTo>
                  <a:lnTo>
                    <a:pt x="2515452" y="81299"/>
                  </a:lnTo>
                  <a:lnTo>
                    <a:pt x="2525196" y="104321"/>
                  </a:lnTo>
                  <a:lnTo>
                    <a:pt x="2534940" y="118740"/>
                  </a:lnTo>
                  <a:lnTo>
                    <a:pt x="2544699" y="103610"/>
                  </a:lnTo>
                  <a:lnTo>
                    <a:pt x="2554443" y="170796"/>
                  </a:lnTo>
                  <a:lnTo>
                    <a:pt x="2564202" y="186638"/>
                  </a:lnTo>
                  <a:lnTo>
                    <a:pt x="2573946" y="216429"/>
                  </a:lnTo>
                  <a:lnTo>
                    <a:pt x="2583690" y="187250"/>
                  </a:lnTo>
                  <a:lnTo>
                    <a:pt x="2593448" y="203328"/>
                  </a:lnTo>
                  <a:lnTo>
                    <a:pt x="2603192" y="225717"/>
                  </a:lnTo>
                  <a:lnTo>
                    <a:pt x="2612951" y="222844"/>
                  </a:lnTo>
                  <a:lnTo>
                    <a:pt x="2622695" y="202207"/>
                  </a:lnTo>
                  <a:lnTo>
                    <a:pt x="2632439" y="230018"/>
                  </a:lnTo>
                  <a:lnTo>
                    <a:pt x="2642198" y="202225"/>
                  </a:lnTo>
                  <a:lnTo>
                    <a:pt x="2651942" y="195671"/>
                  </a:lnTo>
                  <a:lnTo>
                    <a:pt x="2661685" y="182504"/>
                  </a:lnTo>
                  <a:lnTo>
                    <a:pt x="2671444" y="182584"/>
                  </a:lnTo>
                  <a:lnTo>
                    <a:pt x="2681188" y="204900"/>
                  </a:lnTo>
                  <a:lnTo>
                    <a:pt x="2690947" y="184022"/>
                  </a:lnTo>
                  <a:lnTo>
                    <a:pt x="2700691" y="217488"/>
                  </a:lnTo>
                  <a:lnTo>
                    <a:pt x="2710435" y="218534"/>
                  </a:lnTo>
                  <a:lnTo>
                    <a:pt x="2720194" y="230466"/>
                  </a:lnTo>
                  <a:lnTo>
                    <a:pt x="2729938" y="228667"/>
                  </a:lnTo>
                  <a:lnTo>
                    <a:pt x="2739697" y="223115"/>
                  </a:lnTo>
                  <a:lnTo>
                    <a:pt x="2749441" y="231666"/>
                  </a:lnTo>
                  <a:lnTo>
                    <a:pt x="2759185" y="241265"/>
                  </a:lnTo>
                  <a:lnTo>
                    <a:pt x="2768943" y="243645"/>
                  </a:lnTo>
                  <a:lnTo>
                    <a:pt x="2778687" y="238592"/>
                  </a:lnTo>
                  <a:lnTo>
                    <a:pt x="2788446" y="254068"/>
                  </a:lnTo>
                  <a:lnTo>
                    <a:pt x="2798190" y="275195"/>
                  </a:lnTo>
                  <a:lnTo>
                    <a:pt x="2807934" y="241365"/>
                  </a:lnTo>
                  <a:lnTo>
                    <a:pt x="2817693" y="225395"/>
                  </a:lnTo>
                  <a:lnTo>
                    <a:pt x="2827437" y="232536"/>
                  </a:lnTo>
                  <a:lnTo>
                    <a:pt x="2837196" y="233342"/>
                  </a:lnTo>
                  <a:lnTo>
                    <a:pt x="2846940" y="213115"/>
                  </a:lnTo>
                  <a:lnTo>
                    <a:pt x="2856684" y="231189"/>
                  </a:lnTo>
                  <a:lnTo>
                    <a:pt x="2866442" y="229122"/>
                  </a:lnTo>
                  <a:lnTo>
                    <a:pt x="2876186" y="245915"/>
                  </a:lnTo>
                  <a:lnTo>
                    <a:pt x="2885945" y="230945"/>
                  </a:lnTo>
                  <a:lnTo>
                    <a:pt x="2895689" y="196439"/>
                  </a:lnTo>
                  <a:lnTo>
                    <a:pt x="2905433" y="195056"/>
                  </a:lnTo>
                  <a:lnTo>
                    <a:pt x="2915192" y="19011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5" name="Freeform 1134">
              <a:extLst>
                <a:ext uri="{FF2B5EF4-FFF2-40B4-BE49-F238E27FC236}">
                  <a16:creationId xmlns:a16="http://schemas.microsoft.com/office/drawing/2014/main" id="{774EC508-08D1-43D1-1B1E-32C75291D361}"/>
                </a:ext>
              </a:extLst>
            </p:cNvPr>
            <p:cNvSpPr/>
            <p:nvPr/>
          </p:nvSpPr>
          <p:spPr>
            <a:xfrm>
              <a:off x="4426652" y="3558467"/>
              <a:ext cx="2915191" cy="411144"/>
            </a:xfrm>
            <a:custGeom>
              <a:avLst/>
              <a:gdLst>
                <a:gd name="connsiteX0" fmla="*/ 0 w 2915191"/>
                <a:gd name="connsiteY0" fmla="*/ 188821 h 411144"/>
                <a:gd name="connsiteX1" fmla="*/ 9750 w 2915191"/>
                <a:gd name="connsiteY1" fmla="*/ 186590 h 411144"/>
                <a:gd name="connsiteX2" fmla="*/ 19500 w 2915191"/>
                <a:gd name="connsiteY2" fmla="*/ 177448 h 411144"/>
                <a:gd name="connsiteX3" fmla="*/ 29250 w 2915191"/>
                <a:gd name="connsiteY3" fmla="*/ 136841 h 411144"/>
                <a:gd name="connsiteX4" fmla="*/ 39000 w 2915191"/>
                <a:gd name="connsiteY4" fmla="*/ 148851 h 411144"/>
                <a:gd name="connsiteX5" fmla="*/ 48749 w 2915191"/>
                <a:gd name="connsiteY5" fmla="*/ 107365 h 411144"/>
                <a:gd name="connsiteX6" fmla="*/ 58499 w 2915191"/>
                <a:gd name="connsiteY6" fmla="*/ 125767 h 411144"/>
                <a:gd name="connsiteX7" fmla="*/ 68249 w 2915191"/>
                <a:gd name="connsiteY7" fmla="*/ 150952 h 411144"/>
                <a:gd name="connsiteX8" fmla="*/ 77998 w 2915191"/>
                <a:gd name="connsiteY8" fmla="*/ 141002 h 411144"/>
                <a:gd name="connsiteX9" fmla="*/ 87748 w 2915191"/>
                <a:gd name="connsiteY9" fmla="*/ 134793 h 411144"/>
                <a:gd name="connsiteX10" fmla="*/ 97497 w 2915191"/>
                <a:gd name="connsiteY10" fmla="*/ 147990 h 411144"/>
                <a:gd name="connsiteX11" fmla="*/ 107247 w 2915191"/>
                <a:gd name="connsiteY11" fmla="*/ 127111 h 411144"/>
                <a:gd name="connsiteX12" fmla="*/ 116997 w 2915191"/>
                <a:gd name="connsiteY12" fmla="*/ 79860 h 411144"/>
                <a:gd name="connsiteX13" fmla="*/ 126747 w 2915191"/>
                <a:gd name="connsiteY13" fmla="*/ 114926 h 411144"/>
                <a:gd name="connsiteX14" fmla="*/ 136497 w 2915191"/>
                <a:gd name="connsiteY14" fmla="*/ 139735 h 411144"/>
                <a:gd name="connsiteX15" fmla="*/ 146247 w 2915191"/>
                <a:gd name="connsiteY15" fmla="*/ 153598 h 411144"/>
                <a:gd name="connsiteX16" fmla="*/ 155997 w 2915191"/>
                <a:gd name="connsiteY16" fmla="*/ 166271 h 411144"/>
                <a:gd name="connsiteX17" fmla="*/ 165747 w 2915191"/>
                <a:gd name="connsiteY17" fmla="*/ 166943 h 411144"/>
                <a:gd name="connsiteX18" fmla="*/ 175497 w 2915191"/>
                <a:gd name="connsiteY18" fmla="*/ 136843 h 411144"/>
                <a:gd name="connsiteX19" fmla="*/ 185247 w 2915191"/>
                <a:gd name="connsiteY19" fmla="*/ 115133 h 411144"/>
                <a:gd name="connsiteX20" fmla="*/ 194996 w 2915191"/>
                <a:gd name="connsiteY20" fmla="*/ 108444 h 411144"/>
                <a:gd name="connsiteX21" fmla="*/ 204746 w 2915191"/>
                <a:gd name="connsiteY21" fmla="*/ 107064 h 411144"/>
                <a:gd name="connsiteX22" fmla="*/ 214495 w 2915191"/>
                <a:gd name="connsiteY22" fmla="*/ 118097 h 411144"/>
                <a:gd name="connsiteX23" fmla="*/ 224245 w 2915191"/>
                <a:gd name="connsiteY23" fmla="*/ 140792 h 411144"/>
                <a:gd name="connsiteX24" fmla="*/ 233995 w 2915191"/>
                <a:gd name="connsiteY24" fmla="*/ 156374 h 411144"/>
                <a:gd name="connsiteX25" fmla="*/ 243744 w 2915191"/>
                <a:gd name="connsiteY25" fmla="*/ 159851 h 411144"/>
                <a:gd name="connsiteX26" fmla="*/ 253494 w 2915191"/>
                <a:gd name="connsiteY26" fmla="*/ 138696 h 411144"/>
                <a:gd name="connsiteX27" fmla="*/ 263244 w 2915191"/>
                <a:gd name="connsiteY27" fmla="*/ 92867 h 411144"/>
                <a:gd name="connsiteX28" fmla="*/ 272994 w 2915191"/>
                <a:gd name="connsiteY28" fmla="*/ 70877 h 411144"/>
                <a:gd name="connsiteX29" fmla="*/ 282744 w 2915191"/>
                <a:gd name="connsiteY29" fmla="*/ 68897 h 411144"/>
                <a:gd name="connsiteX30" fmla="*/ 292494 w 2915191"/>
                <a:gd name="connsiteY30" fmla="*/ 57734 h 411144"/>
                <a:gd name="connsiteX31" fmla="*/ 302244 w 2915191"/>
                <a:gd name="connsiteY31" fmla="*/ 89728 h 411144"/>
                <a:gd name="connsiteX32" fmla="*/ 311994 w 2915191"/>
                <a:gd name="connsiteY32" fmla="*/ 106866 h 411144"/>
                <a:gd name="connsiteX33" fmla="*/ 321744 w 2915191"/>
                <a:gd name="connsiteY33" fmla="*/ 113390 h 411144"/>
                <a:gd name="connsiteX34" fmla="*/ 331493 w 2915191"/>
                <a:gd name="connsiteY34" fmla="*/ 111936 h 411144"/>
                <a:gd name="connsiteX35" fmla="*/ 341243 w 2915191"/>
                <a:gd name="connsiteY35" fmla="*/ 143464 h 411144"/>
                <a:gd name="connsiteX36" fmla="*/ 350993 w 2915191"/>
                <a:gd name="connsiteY36" fmla="*/ 127458 h 411144"/>
                <a:gd name="connsiteX37" fmla="*/ 360742 w 2915191"/>
                <a:gd name="connsiteY37" fmla="*/ 129304 h 411144"/>
                <a:gd name="connsiteX38" fmla="*/ 370492 w 2915191"/>
                <a:gd name="connsiteY38" fmla="*/ 117580 h 411144"/>
                <a:gd name="connsiteX39" fmla="*/ 380241 w 2915191"/>
                <a:gd name="connsiteY39" fmla="*/ 93083 h 411144"/>
                <a:gd name="connsiteX40" fmla="*/ 389991 w 2915191"/>
                <a:gd name="connsiteY40" fmla="*/ 98064 h 411144"/>
                <a:gd name="connsiteX41" fmla="*/ 399741 w 2915191"/>
                <a:gd name="connsiteY41" fmla="*/ 101116 h 411144"/>
                <a:gd name="connsiteX42" fmla="*/ 409491 w 2915191"/>
                <a:gd name="connsiteY42" fmla="*/ 87467 h 411144"/>
                <a:gd name="connsiteX43" fmla="*/ 419241 w 2915191"/>
                <a:gd name="connsiteY43" fmla="*/ 106124 h 411144"/>
                <a:gd name="connsiteX44" fmla="*/ 428991 w 2915191"/>
                <a:gd name="connsiteY44" fmla="*/ 123352 h 411144"/>
                <a:gd name="connsiteX45" fmla="*/ 438741 w 2915191"/>
                <a:gd name="connsiteY45" fmla="*/ 158051 h 411144"/>
                <a:gd name="connsiteX46" fmla="*/ 448491 w 2915191"/>
                <a:gd name="connsiteY46" fmla="*/ 150280 h 411144"/>
                <a:gd name="connsiteX47" fmla="*/ 458241 w 2915191"/>
                <a:gd name="connsiteY47" fmla="*/ 144073 h 411144"/>
                <a:gd name="connsiteX48" fmla="*/ 467991 w 2915191"/>
                <a:gd name="connsiteY48" fmla="*/ 136685 h 411144"/>
                <a:gd name="connsiteX49" fmla="*/ 477740 w 2915191"/>
                <a:gd name="connsiteY49" fmla="*/ 104445 h 411144"/>
                <a:gd name="connsiteX50" fmla="*/ 487490 w 2915191"/>
                <a:gd name="connsiteY50" fmla="*/ 87202 h 411144"/>
                <a:gd name="connsiteX51" fmla="*/ 497239 w 2915191"/>
                <a:gd name="connsiteY51" fmla="*/ 135479 h 411144"/>
                <a:gd name="connsiteX52" fmla="*/ 506989 w 2915191"/>
                <a:gd name="connsiteY52" fmla="*/ 165604 h 411144"/>
                <a:gd name="connsiteX53" fmla="*/ 516738 w 2915191"/>
                <a:gd name="connsiteY53" fmla="*/ 162070 h 411144"/>
                <a:gd name="connsiteX54" fmla="*/ 526488 w 2915191"/>
                <a:gd name="connsiteY54" fmla="*/ 155612 h 411144"/>
                <a:gd name="connsiteX55" fmla="*/ 536238 w 2915191"/>
                <a:gd name="connsiteY55" fmla="*/ 153002 h 411144"/>
                <a:gd name="connsiteX56" fmla="*/ 545988 w 2915191"/>
                <a:gd name="connsiteY56" fmla="*/ 149549 h 411144"/>
                <a:gd name="connsiteX57" fmla="*/ 555738 w 2915191"/>
                <a:gd name="connsiteY57" fmla="*/ 162293 h 411144"/>
                <a:gd name="connsiteX58" fmla="*/ 565488 w 2915191"/>
                <a:gd name="connsiteY58" fmla="*/ 171244 h 411144"/>
                <a:gd name="connsiteX59" fmla="*/ 575238 w 2915191"/>
                <a:gd name="connsiteY59" fmla="*/ 174247 h 411144"/>
                <a:gd name="connsiteX60" fmla="*/ 584988 w 2915191"/>
                <a:gd name="connsiteY60" fmla="*/ 139892 h 411144"/>
                <a:gd name="connsiteX61" fmla="*/ 594738 w 2915191"/>
                <a:gd name="connsiteY61" fmla="*/ 140377 h 411144"/>
                <a:gd name="connsiteX62" fmla="*/ 604488 w 2915191"/>
                <a:gd name="connsiteY62" fmla="*/ 141384 h 411144"/>
                <a:gd name="connsiteX63" fmla="*/ 614237 w 2915191"/>
                <a:gd name="connsiteY63" fmla="*/ 136636 h 411144"/>
                <a:gd name="connsiteX64" fmla="*/ 623987 w 2915191"/>
                <a:gd name="connsiteY64" fmla="*/ 142586 h 411144"/>
                <a:gd name="connsiteX65" fmla="*/ 633736 w 2915191"/>
                <a:gd name="connsiteY65" fmla="*/ 151403 h 411144"/>
                <a:gd name="connsiteX66" fmla="*/ 643486 w 2915191"/>
                <a:gd name="connsiteY66" fmla="*/ 134338 h 411144"/>
                <a:gd name="connsiteX67" fmla="*/ 653236 w 2915191"/>
                <a:gd name="connsiteY67" fmla="*/ 126667 h 411144"/>
                <a:gd name="connsiteX68" fmla="*/ 662985 w 2915191"/>
                <a:gd name="connsiteY68" fmla="*/ 154870 h 411144"/>
                <a:gd name="connsiteX69" fmla="*/ 672735 w 2915191"/>
                <a:gd name="connsiteY69" fmla="*/ 201717 h 411144"/>
                <a:gd name="connsiteX70" fmla="*/ 682485 w 2915191"/>
                <a:gd name="connsiteY70" fmla="*/ 221786 h 411144"/>
                <a:gd name="connsiteX71" fmla="*/ 692235 w 2915191"/>
                <a:gd name="connsiteY71" fmla="*/ 181659 h 411144"/>
                <a:gd name="connsiteX72" fmla="*/ 701985 w 2915191"/>
                <a:gd name="connsiteY72" fmla="*/ 196109 h 411144"/>
                <a:gd name="connsiteX73" fmla="*/ 711735 w 2915191"/>
                <a:gd name="connsiteY73" fmla="*/ 188903 h 411144"/>
                <a:gd name="connsiteX74" fmla="*/ 721485 w 2915191"/>
                <a:gd name="connsiteY74" fmla="*/ 192045 h 411144"/>
                <a:gd name="connsiteX75" fmla="*/ 731235 w 2915191"/>
                <a:gd name="connsiteY75" fmla="*/ 190738 h 411144"/>
                <a:gd name="connsiteX76" fmla="*/ 740985 w 2915191"/>
                <a:gd name="connsiteY76" fmla="*/ 203495 h 411144"/>
                <a:gd name="connsiteX77" fmla="*/ 750734 w 2915191"/>
                <a:gd name="connsiteY77" fmla="*/ 195467 h 411144"/>
                <a:gd name="connsiteX78" fmla="*/ 760484 w 2915191"/>
                <a:gd name="connsiteY78" fmla="*/ 186352 h 411144"/>
                <a:gd name="connsiteX79" fmla="*/ 770233 w 2915191"/>
                <a:gd name="connsiteY79" fmla="*/ 166949 h 411144"/>
                <a:gd name="connsiteX80" fmla="*/ 779983 w 2915191"/>
                <a:gd name="connsiteY80" fmla="*/ 145523 h 411144"/>
                <a:gd name="connsiteX81" fmla="*/ 789733 w 2915191"/>
                <a:gd name="connsiteY81" fmla="*/ 163694 h 411144"/>
                <a:gd name="connsiteX82" fmla="*/ 799482 w 2915191"/>
                <a:gd name="connsiteY82" fmla="*/ 155609 h 411144"/>
                <a:gd name="connsiteX83" fmla="*/ 809232 w 2915191"/>
                <a:gd name="connsiteY83" fmla="*/ 170555 h 411144"/>
                <a:gd name="connsiteX84" fmla="*/ 818982 w 2915191"/>
                <a:gd name="connsiteY84" fmla="*/ 169199 h 411144"/>
                <a:gd name="connsiteX85" fmla="*/ 828732 w 2915191"/>
                <a:gd name="connsiteY85" fmla="*/ 172207 h 411144"/>
                <a:gd name="connsiteX86" fmla="*/ 838482 w 2915191"/>
                <a:gd name="connsiteY86" fmla="*/ 174387 h 411144"/>
                <a:gd name="connsiteX87" fmla="*/ 848232 w 2915191"/>
                <a:gd name="connsiteY87" fmla="*/ 158486 h 411144"/>
                <a:gd name="connsiteX88" fmla="*/ 857982 w 2915191"/>
                <a:gd name="connsiteY88" fmla="*/ 141716 h 411144"/>
                <a:gd name="connsiteX89" fmla="*/ 867732 w 2915191"/>
                <a:gd name="connsiteY89" fmla="*/ 123721 h 411144"/>
                <a:gd name="connsiteX90" fmla="*/ 877482 w 2915191"/>
                <a:gd name="connsiteY90" fmla="*/ 95309 h 411144"/>
                <a:gd name="connsiteX91" fmla="*/ 887231 w 2915191"/>
                <a:gd name="connsiteY91" fmla="*/ 108797 h 411144"/>
                <a:gd name="connsiteX92" fmla="*/ 896981 w 2915191"/>
                <a:gd name="connsiteY92" fmla="*/ 153269 h 411144"/>
                <a:gd name="connsiteX93" fmla="*/ 906730 w 2915191"/>
                <a:gd name="connsiteY93" fmla="*/ 152454 h 411144"/>
                <a:gd name="connsiteX94" fmla="*/ 916480 w 2915191"/>
                <a:gd name="connsiteY94" fmla="*/ 134520 h 411144"/>
                <a:gd name="connsiteX95" fmla="*/ 926230 w 2915191"/>
                <a:gd name="connsiteY95" fmla="*/ 126513 h 411144"/>
                <a:gd name="connsiteX96" fmla="*/ 935979 w 2915191"/>
                <a:gd name="connsiteY96" fmla="*/ 144255 h 411144"/>
                <a:gd name="connsiteX97" fmla="*/ 945729 w 2915191"/>
                <a:gd name="connsiteY97" fmla="*/ 131381 h 411144"/>
                <a:gd name="connsiteX98" fmla="*/ 955479 w 2915191"/>
                <a:gd name="connsiteY98" fmla="*/ 145743 h 411144"/>
                <a:gd name="connsiteX99" fmla="*/ 965229 w 2915191"/>
                <a:gd name="connsiteY99" fmla="*/ 165973 h 411144"/>
                <a:gd name="connsiteX100" fmla="*/ 974979 w 2915191"/>
                <a:gd name="connsiteY100" fmla="*/ 157780 h 411144"/>
                <a:gd name="connsiteX101" fmla="*/ 984729 w 2915191"/>
                <a:gd name="connsiteY101" fmla="*/ 164625 h 411144"/>
                <a:gd name="connsiteX102" fmla="*/ 994474 w 2915191"/>
                <a:gd name="connsiteY102" fmla="*/ 181467 h 411144"/>
                <a:gd name="connsiteX103" fmla="*/ 1004233 w 2915191"/>
                <a:gd name="connsiteY103" fmla="*/ 197154 h 411144"/>
                <a:gd name="connsiteX104" fmla="*/ 1013977 w 2915191"/>
                <a:gd name="connsiteY104" fmla="*/ 216910 h 411144"/>
                <a:gd name="connsiteX105" fmla="*/ 1023721 w 2915191"/>
                <a:gd name="connsiteY105" fmla="*/ 211865 h 411144"/>
                <a:gd name="connsiteX106" fmla="*/ 1033480 w 2915191"/>
                <a:gd name="connsiteY106" fmla="*/ 232904 h 411144"/>
                <a:gd name="connsiteX107" fmla="*/ 1043224 w 2915191"/>
                <a:gd name="connsiteY107" fmla="*/ 244010 h 411144"/>
                <a:gd name="connsiteX108" fmla="*/ 1052983 w 2915191"/>
                <a:gd name="connsiteY108" fmla="*/ 269281 h 411144"/>
                <a:gd name="connsiteX109" fmla="*/ 1062727 w 2915191"/>
                <a:gd name="connsiteY109" fmla="*/ 269469 h 411144"/>
                <a:gd name="connsiteX110" fmla="*/ 1072471 w 2915191"/>
                <a:gd name="connsiteY110" fmla="*/ 272663 h 411144"/>
                <a:gd name="connsiteX111" fmla="*/ 1082230 w 2915191"/>
                <a:gd name="connsiteY111" fmla="*/ 276975 h 411144"/>
                <a:gd name="connsiteX112" fmla="*/ 1091973 w 2915191"/>
                <a:gd name="connsiteY112" fmla="*/ 299775 h 411144"/>
                <a:gd name="connsiteX113" fmla="*/ 1101732 w 2915191"/>
                <a:gd name="connsiteY113" fmla="*/ 285166 h 411144"/>
                <a:gd name="connsiteX114" fmla="*/ 1111476 w 2915191"/>
                <a:gd name="connsiteY114" fmla="*/ 271856 h 411144"/>
                <a:gd name="connsiteX115" fmla="*/ 1121220 w 2915191"/>
                <a:gd name="connsiteY115" fmla="*/ 279965 h 411144"/>
                <a:gd name="connsiteX116" fmla="*/ 1130979 w 2915191"/>
                <a:gd name="connsiteY116" fmla="*/ 251855 h 411144"/>
                <a:gd name="connsiteX117" fmla="*/ 1140723 w 2915191"/>
                <a:gd name="connsiteY117" fmla="*/ 248724 h 411144"/>
                <a:gd name="connsiteX118" fmla="*/ 1150482 w 2915191"/>
                <a:gd name="connsiteY118" fmla="*/ 251787 h 411144"/>
                <a:gd name="connsiteX119" fmla="*/ 1160226 w 2915191"/>
                <a:gd name="connsiteY119" fmla="*/ 264342 h 411144"/>
                <a:gd name="connsiteX120" fmla="*/ 1169969 w 2915191"/>
                <a:gd name="connsiteY120" fmla="*/ 257517 h 411144"/>
                <a:gd name="connsiteX121" fmla="*/ 1179728 w 2915191"/>
                <a:gd name="connsiteY121" fmla="*/ 232229 h 411144"/>
                <a:gd name="connsiteX122" fmla="*/ 1189472 w 2915191"/>
                <a:gd name="connsiteY122" fmla="*/ 249847 h 411144"/>
                <a:gd name="connsiteX123" fmla="*/ 1199231 w 2915191"/>
                <a:gd name="connsiteY123" fmla="*/ 271775 h 411144"/>
                <a:gd name="connsiteX124" fmla="*/ 1208975 w 2915191"/>
                <a:gd name="connsiteY124" fmla="*/ 230724 h 411144"/>
                <a:gd name="connsiteX125" fmla="*/ 1218719 w 2915191"/>
                <a:gd name="connsiteY125" fmla="*/ 242946 h 411144"/>
                <a:gd name="connsiteX126" fmla="*/ 1228478 w 2915191"/>
                <a:gd name="connsiteY126" fmla="*/ 259412 h 411144"/>
                <a:gd name="connsiteX127" fmla="*/ 1238222 w 2915191"/>
                <a:gd name="connsiteY127" fmla="*/ 245812 h 411144"/>
                <a:gd name="connsiteX128" fmla="*/ 1247966 w 2915191"/>
                <a:gd name="connsiteY128" fmla="*/ 256864 h 411144"/>
                <a:gd name="connsiteX129" fmla="*/ 1257725 w 2915191"/>
                <a:gd name="connsiteY129" fmla="*/ 241787 h 411144"/>
                <a:gd name="connsiteX130" fmla="*/ 1267469 w 2915191"/>
                <a:gd name="connsiteY130" fmla="*/ 268869 h 411144"/>
                <a:gd name="connsiteX131" fmla="*/ 1277227 w 2915191"/>
                <a:gd name="connsiteY131" fmla="*/ 272888 h 411144"/>
                <a:gd name="connsiteX132" fmla="*/ 1286971 w 2915191"/>
                <a:gd name="connsiteY132" fmla="*/ 257863 h 411144"/>
                <a:gd name="connsiteX133" fmla="*/ 1296715 w 2915191"/>
                <a:gd name="connsiteY133" fmla="*/ 274514 h 411144"/>
                <a:gd name="connsiteX134" fmla="*/ 1306474 w 2915191"/>
                <a:gd name="connsiteY134" fmla="*/ 244775 h 411144"/>
                <a:gd name="connsiteX135" fmla="*/ 1316218 w 2915191"/>
                <a:gd name="connsiteY135" fmla="*/ 251860 h 411144"/>
                <a:gd name="connsiteX136" fmla="*/ 1325977 w 2915191"/>
                <a:gd name="connsiteY136" fmla="*/ 224648 h 411144"/>
                <a:gd name="connsiteX137" fmla="*/ 1335721 w 2915191"/>
                <a:gd name="connsiteY137" fmla="*/ 228360 h 411144"/>
                <a:gd name="connsiteX138" fmla="*/ 1345465 w 2915191"/>
                <a:gd name="connsiteY138" fmla="*/ 211411 h 411144"/>
                <a:gd name="connsiteX139" fmla="*/ 1355224 w 2915191"/>
                <a:gd name="connsiteY139" fmla="*/ 203286 h 411144"/>
                <a:gd name="connsiteX140" fmla="*/ 1364967 w 2915191"/>
                <a:gd name="connsiteY140" fmla="*/ 214913 h 411144"/>
                <a:gd name="connsiteX141" fmla="*/ 1374726 w 2915191"/>
                <a:gd name="connsiteY141" fmla="*/ 222518 h 411144"/>
                <a:gd name="connsiteX142" fmla="*/ 1384470 w 2915191"/>
                <a:gd name="connsiteY142" fmla="*/ 212786 h 411144"/>
                <a:gd name="connsiteX143" fmla="*/ 1394214 w 2915191"/>
                <a:gd name="connsiteY143" fmla="*/ 198675 h 411144"/>
                <a:gd name="connsiteX144" fmla="*/ 1403973 w 2915191"/>
                <a:gd name="connsiteY144" fmla="*/ 190042 h 411144"/>
                <a:gd name="connsiteX145" fmla="*/ 1413717 w 2915191"/>
                <a:gd name="connsiteY145" fmla="*/ 163825 h 411144"/>
                <a:gd name="connsiteX146" fmla="*/ 1423476 w 2915191"/>
                <a:gd name="connsiteY146" fmla="*/ 183810 h 411144"/>
                <a:gd name="connsiteX147" fmla="*/ 1433220 w 2915191"/>
                <a:gd name="connsiteY147" fmla="*/ 222705 h 411144"/>
                <a:gd name="connsiteX148" fmla="*/ 1442964 w 2915191"/>
                <a:gd name="connsiteY148" fmla="*/ 214915 h 411144"/>
                <a:gd name="connsiteX149" fmla="*/ 1452722 w 2915191"/>
                <a:gd name="connsiteY149" fmla="*/ 189578 h 411144"/>
                <a:gd name="connsiteX150" fmla="*/ 1462466 w 2915191"/>
                <a:gd name="connsiteY150" fmla="*/ 163923 h 411144"/>
                <a:gd name="connsiteX151" fmla="*/ 1472225 w 2915191"/>
                <a:gd name="connsiteY151" fmla="*/ 157928 h 411144"/>
                <a:gd name="connsiteX152" fmla="*/ 1481969 w 2915191"/>
                <a:gd name="connsiteY152" fmla="*/ 160499 h 411144"/>
                <a:gd name="connsiteX153" fmla="*/ 1491713 w 2915191"/>
                <a:gd name="connsiteY153" fmla="*/ 150223 h 411144"/>
                <a:gd name="connsiteX154" fmla="*/ 1501472 w 2915191"/>
                <a:gd name="connsiteY154" fmla="*/ 166551 h 411144"/>
                <a:gd name="connsiteX155" fmla="*/ 1511216 w 2915191"/>
                <a:gd name="connsiteY155" fmla="*/ 153787 h 411144"/>
                <a:gd name="connsiteX156" fmla="*/ 1520960 w 2915191"/>
                <a:gd name="connsiteY156" fmla="*/ 178478 h 411144"/>
                <a:gd name="connsiteX157" fmla="*/ 1530719 w 2915191"/>
                <a:gd name="connsiteY157" fmla="*/ 170613 h 411144"/>
                <a:gd name="connsiteX158" fmla="*/ 1540463 w 2915191"/>
                <a:gd name="connsiteY158" fmla="*/ 147400 h 411144"/>
                <a:gd name="connsiteX159" fmla="*/ 1550221 w 2915191"/>
                <a:gd name="connsiteY159" fmla="*/ 107285 h 411144"/>
                <a:gd name="connsiteX160" fmla="*/ 1559965 w 2915191"/>
                <a:gd name="connsiteY160" fmla="*/ 113795 h 411144"/>
                <a:gd name="connsiteX161" fmla="*/ 1569709 w 2915191"/>
                <a:gd name="connsiteY161" fmla="*/ 80453 h 411144"/>
                <a:gd name="connsiteX162" fmla="*/ 1579468 w 2915191"/>
                <a:gd name="connsiteY162" fmla="*/ 19728 h 411144"/>
                <a:gd name="connsiteX163" fmla="*/ 1589212 w 2915191"/>
                <a:gd name="connsiteY163" fmla="*/ 21822 h 411144"/>
                <a:gd name="connsiteX164" fmla="*/ 1598971 w 2915191"/>
                <a:gd name="connsiteY164" fmla="*/ 0 h 411144"/>
                <a:gd name="connsiteX165" fmla="*/ 1608715 w 2915191"/>
                <a:gd name="connsiteY165" fmla="*/ 4306 h 411144"/>
                <a:gd name="connsiteX166" fmla="*/ 1618459 w 2915191"/>
                <a:gd name="connsiteY166" fmla="*/ 20410 h 411144"/>
                <a:gd name="connsiteX167" fmla="*/ 1628218 w 2915191"/>
                <a:gd name="connsiteY167" fmla="*/ 48106 h 411144"/>
                <a:gd name="connsiteX168" fmla="*/ 1637962 w 2915191"/>
                <a:gd name="connsiteY168" fmla="*/ 71305 h 411144"/>
                <a:gd name="connsiteX169" fmla="*/ 1647720 w 2915191"/>
                <a:gd name="connsiteY169" fmla="*/ 91343 h 411144"/>
                <a:gd name="connsiteX170" fmla="*/ 1657464 w 2915191"/>
                <a:gd name="connsiteY170" fmla="*/ 74523 h 411144"/>
                <a:gd name="connsiteX171" fmla="*/ 1667208 w 2915191"/>
                <a:gd name="connsiteY171" fmla="*/ 45351 h 411144"/>
                <a:gd name="connsiteX172" fmla="*/ 1676967 w 2915191"/>
                <a:gd name="connsiteY172" fmla="*/ 57312 h 411144"/>
                <a:gd name="connsiteX173" fmla="*/ 1686711 w 2915191"/>
                <a:gd name="connsiteY173" fmla="*/ 55472 h 411144"/>
                <a:gd name="connsiteX174" fmla="*/ 1696470 w 2915191"/>
                <a:gd name="connsiteY174" fmla="*/ 45522 h 411144"/>
                <a:gd name="connsiteX175" fmla="*/ 1706214 w 2915191"/>
                <a:gd name="connsiteY175" fmla="*/ 59606 h 411144"/>
                <a:gd name="connsiteX176" fmla="*/ 1715958 w 2915191"/>
                <a:gd name="connsiteY176" fmla="*/ 104844 h 411144"/>
                <a:gd name="connsiteX177" fmla="*/ 1725716 w 2915191"/>
                <a:gd name="connsiteY177" fmla="*/ 118414 h 411144"/>
                <a:gd name="connsiteX178" fmla="*/ 1735460 w 2915191"/>
                <a:gd name="connsiteY178" fmla="*/ 74803 h 411144"/>
                <a:gd name="connsiteX179" fmla="*/ 1745219 w 2915191"/>
                <a:gd name="connsiteY179" fmla="*/ 65338 h 411144"/>
                <a:gd name="connsiteX180" fmla="*/ 1754963 w 2915191"/>
                <a:gd name="connsiteY180" fmla="*/ 63187 h 411144"/>
                <a:gd name="connsiteX181" fmla="*/ 1764707 w 2915191"/>
                <a:gd name="connsiteY181" fmla="*/ 67778 h 411144"/>
                <a:gd name="connsiteX182" fmla="*/ 1774466 w 2915191"/>
                <a:gd name="connsiteY182" fmla="*/ 76776 h 411144"/>
                <a:gd name="connsiteX183" fmla="*/ 1784210 w 2915191"/>
                <a:gd name="connsiteY183" fmla="*/ 78953 h 411144"/>
                <a:gd name="connsiteX184" fmla="*/ 1793969 w 2915191"/>
                <a:gd name="connsiteY184" fmla="*/ 103743 h 411144"/>
                <a:gd name="connsiteX185" fmla="*/ 1803713 w 2915191"/>
                <a:gd name="connsiteY185" fmla="*/ 126263 h 411144"/>
                <a:gd name="connsiteX186" fmla="*/ 1813457 w 2915191"/>
                <a:gd name="connsiteY186" fmla="*/ 125992 h 411144"/>
                <a:gd name="connsiteX187" fmla="*/ 1823215 w 2915191"/>
                <a:gd name="connsiteY187" fmla="*/ 168427 h 411144"/>
                <a:gd name="connsiteX188" fmla="*/ 1832959 w 2915191"/>
                <a:gd name="connsiteY188" fmla="*/ 151034 h 411144"/>
                <a:gd name="connsiteX189" fmla="*/ 1842703 w 2915191"/>
                <a:gd name="connsiteY189" fmla="*/ 167605 h 411144"/>
                <a:gd name="connsiteX190" fmla="*/ 1852462 w 2915191"/>
                <a:gd name="connsiteY190" fmla="*/ 165330 h 411144"/>
                <a:gd name="connsiteX191" fmla="*/ 1862206 w 2915191"/>
                <a:gd name="connsiteY191" fmla="*/ 180190 h 411144"/>
                <a:gd name="connsiteX192" fmla="*/ 1871965 w 2915191"/>
                <a:gd name="connsiteY192" fmla="*/ 167521 h 411144"/>
                <a:gd name="connsiteX193" fmla="*/ 1881709 w 2915191"/>
                <a:gd name="connsiteY193" fmla="*/ 144758 h 411144"/>
                <a:gd name="connsiteX194" fmla="*/ 1891453 w 2915191"/>
                <a:gd name="connsiteY194" fmla="*/ 164476 h 411144"/>
                <a:gd name="connsiteX195" fmla="*/ 1901212 w 2915191"/>
                <a:gd name="connsiteY195" fmla="*/ 184697 h 411144"/>
                <a:gd name="connsiteX196" fmla="*/ 1910956 w 2915191"/>
                <a:gd name="connsiteY196" fmla="*/ 183560 h 411144"/>
                <a:gd name="connsiteX197" fmla="*/ 1920714 w 2915191"/>
                <a:gd name="connsiteY197" fmla="*/ 180686 h 411144"/>
                <a:gd name="connsiteX198" fmla="*/ 1930458 w 2915191"/>
                <a:gd name="connsiteY198" fmla="*/ 176358 h 411144"/>
                <a:gd name="connsiteX199" fmla="*/ 1940202 w 2915191"/>
                <a:gd name="connsiteY199" fmla="*/ 181440 h 411144"/>
                <a:gd name="connsiteX200" fmla="*/ 1949961 w 2915191"/>
                <a:gd name="connsiteY200" fmla="*/ 180728 h 411144"/>
                <a:gd name="connsiteX201" fmla="*/ 1959705 w 2915191"/>
                <a:gd name="connsiteY201" fmla="*/ 186049 h 411144"/>
                <a:gd name="connsiteX202" fmla="*/ 1969464 w 2915191"/>
                <a:gd name="connsiteY202" fmla="*/ 186926 h 411144"/>
                <a:gd name="connsiteX203" fmla="*/ 1979208 w 2915191"/>
                <a:gd name="connsiteY203" fmla="*/ 170434 h 411144"/>
                <a:gd name="connsiteX204" fmla="*/ 1988952 w 2915191"/>
                <a:gd name="connsiteY204" fmla="*/ 201430 h 411144"/>
                <a:gd name="connsiteX205" fmla="*/ 1998711 w 2915191"/>
                <a:gd name="connsiteY205" fmla="*/ 228278 h 411144"/>
                <a:gd name="connsiteX206" fmla="*/ 2008454 w 2915191"/>
                <a:gd name="connsiteY206" fmla="*/ 250301 h 411144"/>
                <a:gd name="connsiteX207" fmla="*/ 2018213 w 2915191"/>
                <a:gd name="connsiteY207" fmla="*/ 246934 h 411144"/>
                <a:gd name="connsiteX208" fmla="*/ 2027957 w 2915191"/>
                <a:gd name="connsiteY208" fmla="*/ 256514 h 411144"/>
                <a:gd name="connsiteX209" fmla="*/ 2037701 w 2915191"/>
                <a:gd name="connsiteY209" fmla="*/ 247941 h 411144"/>
                <a:gd name="connsiteX210" fmla="*/ 2047460 w 2915191"/>
                <a:gd name="connsiteY210" fmla="*/ 260476 h 411144"/>
                <a:gd name="connsiteX211" fmla="*/ 2057204 w 2915191"/>
                <a:gd name="connsiteY211" fmla="*/ 249656 h 411144"/>
                <a:gd name="connsiteX212" fmla="*/ 2066963 w 2915191"/>
                <a:gd name="connsiteY212" fmla="*/ 262004 h 411144"/>
                <a:gd name="connsiteX213" fmla="*/ 2076707 w 2915191"/>
                <a:gd name="connsiteY213" fmla="*/ 273088 h 411144"/>
                <a:gd name="connsiteX214" fmla="*/ 2086451 w 2915191"/>
                <a:gd name="connsiteY214" fmla="*/ 276831 h 411144"/>
                <a:gd name="connsiteX215" fmla="*/ 2096210 w 2915191"/>
                <a:gd name="connsiteY215" fmla="*/ 281275 h 411144"/>
                <a:gd name="connsiteX216" fmla="*/ 2105954 w 2915191"/>
                <a:gd name="connsiteY216" fmla="*/ 274409 h 411144"/>
                <a:gd name="connsiteX217" fmla="*/ 2115697 w 2915191"/>
                <a:gd name="connsiteY217" fmla="*/ 265719 h 411144"/>
                <a:gd name="connsiteX218" fmla="*/ 2125456 w 2915191"/>
                <a:gd name="connsiteY218" fmla="*/ 304569 h 411144"/>
                <a:gd name="connsiteX219" fmla="*/ 2135200 w 2915191"/>
                <a:gd name="connsiteY219" fmla="*/ 285713 h 411144"/>
                <a:gd name="connsiteX220" fmla="*/ 2144959 w 2915191"/>
                <a:gd name="connsiteY220" fmla="*/ 283538 h 411144"/>
                <a:gd name="connsiteX221" fmla="*/ 2154703 w 2915191"/>
                <a:gd name="connsiteY221" fmla="*/ 284557 h 411144"/>
                <a:gd name="connsiteX222" fmla="*/ 2164447 w 2915191"/>
                <a:gd name="connsiteY222" fmla="*/ 278949 h 411144"/>
                <a:gd name="connsiteX223" fmla="*/ 2174206 w 2915191"/>
                <a:gd name="connsiteY223" fmla="*/ 323953 h 411144"/>
                <a:gd name="connsiteX224" fmla="*/ 2183950 w 2915191"/>
                <a:gd name="connsiteY224" fmla="*/ 329591 h 411144"/>
                <a:gd name="connsiteX225" fmla="*/ 2193709 w 2915191"/>
                <a:gd name="connsiteY225" fmla="*/ 336750 h 411144"/>
                <a:gd name="connsiteX226" fmla="*/ 2203452 w 2915191"/>
                <a:gd name="connsiteY226" fmla="*/ 347134 h 411144"/>
                <a:gd name="connsiteX227" fmla="*/ 2213196 w 2915191"/>
                <a:gd name="connsiteY227" fmla="*/ 362510 h 411144"/>
                <a:gd name="connsiteX228" fmla="*/ 2222955 w 2915191"/>
                <a:gd name="connsiteY228" fmla="*/ 370499 h 411144"/>
                <a:gd name="connsiteX229" fmla="*/ 2232699 w 2915191"/>
                <a:gd name="connsiteY229" fmla="*/ 356618 h 411144"/>
                <a:gd name="connsiteX230" fmla="*/ 2242458 w 2915191"/>
                <a:gd name="connsiteY230" fmla="*/ 381158 h 411144"/>
                <a:gd name="connsiteX231" fmla="*/ 2252202 w 2915191"/>
                <a:gd name="connsiteY231" fmla="*/ 400114 h 411144"/>
                <a:gd name="connsiteX232" fmla="*/ 2261946 w 2915191"/>
                <a:gd name="connsiteY232" fmla="*/ 395549 h 411144"/>
                <a:gd name="connsiteX233" fmla="*/ 2271705 w 2915191"/>
                <a:gd name="connsiteY233" fmla="*/ 385031 h 411144"/>
                <a:gd name="connsiteX234" fmla="*/ 2281449 w 2915191"/>
                <a:gd name="connsiteY234" fmla="*/ 408941 h 411144"/>
                <a:gd name="connsiteX235" fmla="*/ 2291208 w 2915191"/>
                <a:gd name="connsiteY235" fmla="*/ 411145 h 411144"/>
                <a:gd name="connsiteX236" fmla="*/ 2300951 w 2915191"/>
                <a:gd name="connsiteY236" fmla="*/ 395109 h 411144"/>
                <a:gd name="connsiteX237" fmla="*/ 2310695 w 2915191"/>
                <a:gd name="connsiteY237" fmla="*/ 354584 h 411144"/>
                <a:gd name="connsiteX238" fmla="*/ 2320454 w 2915191"/>
                <a:gd name="connsiteY238" fmla="*/ 340115 h 411144"/>
                <a:gd name="connsiteX239" fmla="*/ 2330198 w 2915191"/>
                <a:gd name="connsiteY239" fmla="*/ 330036 h 411144"/>
                <a:gd name="connsiteX240" fmla="*/ 2339957 w 2915191"/>
                <a:gd name="connsiteY240" fmla="*/ 324525 h 411144"/>
                <a:gd name="connsiteX241" fmla="*/ 2349701 w 2915191"/>
                <a:gd name="connsiteY241" fmla="*/ 296993 h 411144"/>
                <a:gd name="connsiteX242" fmla="*/ 2359445 w 2915191"/>
                <a:gd name="connsiteY242" fmla="*/ 302936 h 411144"/>
                <a:gd name="connsiteX243" fmla="*/ 2369204 w 2915191"/>
                <a:gd name="connsiteY243" fmla="*/ 293200 h 411144"/>
                <a:gd name="connsiteX244" fmla="*/ 2378948 w 2915191"/>
                <a:gd name="connsiteY244" fmla="*/ 304081 h 411144"/>
                <a:gd name="connsiteX245" fmla="*/ 2388692 w 2915191"/>
                <a:gd name="connsiteY245" fmla="*/ 295408 h 411144"/>
                <a:gd name="connsiteX246" fmla="*/ 2398450 w 2915191"/>
                <a:gd name="connsiteY246" fmla="*/ 314944 h 411144"/>
                <a:gd name="connsiteX247" fmla="*/ 2408194 w 2915191"/>
                <a:gd name="connsiteY247" fmla="*/ 322167 h 411144"/>
                <a:gd name="connsiteX248" fmla="*/ 2417953 w 2915191"/>
                <a:gd name="connsiteY248" fmla="*/ 301649 h 411144"/>
                <a:gd name="connsiteX249" fmla="*/ 2427697 w 2915191"/>
                <a:gd name="connsiteY249" fmla="*/ 298453 h 411144"/>
                <a:gd name="connsiteX250" fmla="*/ 2437441 w 2915191"/>
                <a:gd name="connsiteY250" fmla="*/ 273022 h 411144"/>
                <a:gd name="connsiteX251" fmla="*/ 2447200 w 2915191"/>
                <a:gd name="connsiteY251" fmla="*/ 263442 h 411144"/>
                <a:gd name="connsiteX252" fmla="*/ 2456944 w 2915191"/>
                <a:gd name="connsiteY252" fmla="*/ 251760 h 411144"/>
                <a:gd name="connsiteX253" fmla="*/ 2466703 w 2915191"/>
                <a:gd name="connsiteY253" fmla="*/ 243770 h 411144"/>
                <a:gd name="connsiteX254" fmla="*/ 2476446 w 2915191"/>
                <a:gd name="connsiteY254" fmla="*/ 246162 h 411144"/>
                <a:gd name="connsiteX255" fmla="*/ 2486190 w 2915191"/>
                <a:gd name="connsiteY255" fmla="*/ 213718 h 411144"/>
                <a:gd name="connsiteX256" fmla="*/ 2495949 w 2915191"/>
                <a:gd name="connsiteY256" fmla="*/ 219665 h 411144"/>
                <a:gd name="connsiteX257" fmla="*/ 2505693 w 2915191"/>
                <a:gd name="connsiteY257" fmla="*/ 175833 h 411144"/>
                <a:gd name="connsiteX258" fmla="*/ 2515452 w 2915191"/>
                <a:gd name="connsiteY258" fmla="*/ 172946 h 411144"/>
                <a:gd name="connsiteX259" fmla="*/ 2525196 w 2915191"/>
                <a:gd name="connsiteY259" fmla="*/ 151341 h 411144"/>
                <a:gd name="connsiteX260" fmla="*/ 2534940 w 2915191"/>
                <a:gd name="connsiteY260" fmla="*/ 190723 h 411144"/>
                <a:gd name="connsiteX261" fmla="*/ 2544699 w 2915191"/>
                <a:gd name="connsiteY261" fmla="*/ 189543 h 411144"/>
                <a:gd name="connsiteX262" fmla="*/ 2554443 w 2915191"/>
                <a:gd name="connsiteY262" fmla="*/ 180568 h 411144"/>
                <a:gd name="connsiteX263" fmla="*/ 2564202 w 2915191"/>
                <a:gd name="connsiteY263" fmla="*/ 220003 h 411144"/>
                <a:gd name="connsiteX264" fmla="*/ 2573946 w 2915191"/>
                <a:gd name="connsiteY264" fmla="*/ 251486 h 411144"/>
                <a:gd name="connsiteX265" fmla="*/ 2583690 w 2915191"/>
                <a:gd name="connsiteY265" fmla="*/ 271611 h 411144"/>
                <a:gd name="connsiteX266" fmla="*/ 2593448 w 2915191"/>
                <a:gd name="connsiteY266" fmla="*/ 277029 h 411144"/>
                <a:gd name="connsiteX267" fmla="*/ 2603192 w 2915191"/>
                <a:gd name="connsiteY267" fmla="*/ 263636 h 411144"/>
                <a:gd name="connsiteX268" fmla="*/ 2612951 w 2915191"/>
                <a:gd name="connsiteY268" fmla="*/ 267539 h 411144"/>
                <a:gd name="connsiteX269" fmla="*/ 2622695 w 2915191"/>
                <a:gd name="connsiteY269" fmla="*/ 248613 h 411144"/>
                <a:gd name="connsiteX270" fmla="*/ 2632439 w 2915191"/>
                <a:gd name="connsiteY270" fmla="*/ 243963 h 411144"/>
                <a:gd name="connsiteX271" fmla="*/ 2642198 w 2915191"/>
                <a:gd name="connsiteY271" fmla="*/ 212692 h 411144"/>
                <a:gd name="connsiteX272" fmla="*/ 2651942 w 2915191"/>
                <a:gd name="connsiteY272" fmla="*/ 198547 h 411144"/>
                <a:gd name="connsiteX273" fmla="*/ 2661685 w 2915191"/>
                <a:gd name="connsiteY273" fmla="*/ 179122 h 411144"/>
                <a:gd name="connsiteX274" fmla="*/ 2671444 w 2915191"/>
                <a:gd name="connsiteY274" fmla="*/ 198170 h 411144"/>
                <a:gd name="connsiteX275" fmla="*/ 2681188 w 2915191"/>
                <a:gd name="connsiteY275" fmla="*/ 206999 h 411144"/>
                <a:gd name="connsiteX276" fmla="*/ 2690947 w 2915191"/>
                <a:gd name="connsiteY276" fmla="*/ 197666 h 411144"/>
                <a:gd name="connsiteX277" fmla="*/ 2700691 w 2915191"/>
                <a:gd name="connsiteY277" fmla="*/ 178390 h 411144"/>
                <a:gd name="connsiteX278" fmla="*/ 2710435 w 2915191"/>
                <a:gd name="connsiteY278" fmla="*/ 163163 h 411144"/>
                <a:gd name="connsiteX279" fmla="*/ 2720194 w 2915191"/>
                <a:gd name="connsiteY279" fmla="*/ 147494 h 411144"/>
                <a:gd name="connsiteX280" fmla="*/ 2729938 w 2915191"/>
                <a:gd name="connsiteY280" fmla="*/ 195351 h 411144"/>
                <a:gd name="connsiteX281" fmla="*/ 2739697 w 2915191"/>
                <a:gd name="connsiteY281" fmla="*/ 202286 h 411144"/>
                <a:gd name="connsiteX282" fmla="*/ 2749441 w 2915191"/>
                <a:gd name="connsiteY282" fmla="*/ 182177 h 411144"/>
                <a:gd name="connsiteX283" fmla="*/ 2759185 w 2915191"/>
                <a:gd name="connsiteY283" fmla="*/ 163576 h 411144"/>
                <a:gd name="connsiteX284" fmla="*/ 2768943 w 2915191"/>
                <a:gd name="connsiteY284" fmla="*/ 158121 h 411144"/>
                <a:gd name="connsiteX285" fmla="*/ 2778687 w 2915191"/>
                <a:gd name="connsiteY285" fmla="*/ 173926 h 411144"/>
                <a:gd name="connsiteX286" fmla="*/ 2788446 w 2915191"/>
                <a:gd name="connsiteY286" fmla="*/ 177219 h 411144"/>
                <a:gd name="connsiteX287" fmla="*/ 2798190 w 2915191"/>
                <a:gd name="connsiteY287" fmla="*/ 137018 h 411144"/>
                <a:gd name="connsiteX288" fmla="*/ 2807934 w 2915191"/>
                <a:gd name="connsiteY288" fmla="*/ 168476 h 411144"/>
                <a:gd name="connsiteX289" fmla="*/ 2817693 w 2915191"/>
                <a:gd name="connsiteY289" fmla="*/ 194043 h 411144"/>
                <a:gd name="connsiteX290" fmla="*/ 2827437 w 2915191"/>
                <a:gd name="connsiteY290" fmla="*/ 161010 h 411144"/>
                <a:gd name="connsiteX291" fmla="*/ 2837196 w 2915191"/>
                <a:gd name="connsiteY291" fmla="*/ 178925 h 411144"/>
                <a:gd name="connsiteX292" fmla="*/ 2846940 w 2915191"/>
                <a:gd name="connsiteY292" fmla="*/ 195761 h 411144"/>
                <a:gd name="connsiteX293" fmla="*/ 2856684 w 2915191"/>
                <a:gd name="connsiteY293" fmla="*/ 208563 h 411144"/>
                <a:gd name="connsiteX294" fmla="*/ 2866442 w 2915191"/>
                <a:gd name="connsiteY294" fmla="*/ 212571 h 411144"/>
                <a:gd name="connsiteX295" fmla="*/ 2876186 w 2915191"/>
                <a:gd name="connsiteY295" fmla="*/ 231792 h 411144"/>
                <a:gd name="connsiteX296" fmla="*/ 2885945 w 2915191"/>
                <a:gd name="connsiteY296" fmla="*/ 205832 h 411144"/>
                <a:gd name="connsiteX297" fmla="*/ 2895689 w 2915191"/>
                <a:gd name="connsiteY297" fmla="*/ 263384 h 411144"/>
                <a:gd name="connsiteX298" fmla="*/ 2905433 w 2915191"/>
                <a:gd name="connsiteY298" fmla="*/ 280800 h 411144"/>
                <a:gd name="connsiteX299" fmla="*/ 2915192 w 2915191"/>
                <a:gd name="connsiteY299" fmla="*/ 249980 h 411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11144">
                  <a:moveTo>
                    <a:pt x="0" y="188821"/>
                  </a:moveTo>
                  <a:lnTo>
                    <a:pt x="9750" y="186590"/>
                  </a:lnTo>
                  <a:lnTo>
                    <a:pt x="19500" y="177448"/>
                  </a:lnTo>
                  <a:lnTo>
                    <a:pt x="29250" y="136841"/>
                  </a:lnTo>
                  <a:lnTo>
                    <a:pt x="39000" y="148851"/>
                  </a:lnTo>
                  <a:lnTo>
                    <a:pt x="48749" y="107365"/>
                  </a:lnTo>
                  <a:lnTo>
                    <a:pt x="58499" y="125767"/>
                  </a:lnTo>
                  <a:lnTo>
                    <a:pt x="68249" y="150952"/>
                  </a:lnTo>
                  <a:lnTo>
                    <a:pt x="77998" y="141002"/>
                  </a:lnTo>
                  <a:lnTo>
                    <a:pt x="87748" y="134793"/>
                  </a:lnTo>
                  <a:lnTo>
                    <a:pt x="97497" y="147990"/>
                  </a:lnTo>
                  <a:lnTo>
                    <a:pt x="107247" y="127111"/>
                  </a:lnTo>
                  <a:lnTo>
                    <a:pt x="116997" y="79860"/>
                  </a:lnTo>
                  <a:lnTo>
                    <a:pt x="126747" y="114926"/>
                  </a:lnTo>
                  <a:lnTo>
                    <a:pt x="136497" y="139735"/>
                  </a:lnTo>
                  <a:lnTo>
                    <a:pt x="146247" y="153598"/>
                  </a:lnTo>
                  <a:lnTo>
                    <a:pt x="155997" y="166271"/>
                  </a:lnTo>
                  <a:lnTo>
                    <a:pt x="165747" y="166943"/>
                  </a:lnTo>
                  <a:lnTo>
                    <a:pt x="175497" y="136843"/>
                  </a:lnTo>
                  <a:lnTo>
                    <a:pt x="185247" y="115133"/>
                  </a:lnTo>
                  <a:lnTo>
                    <a:pt x="194996" y="108444"/>
                  </a:lnTo>
                  <a:lnTo>
                    <a:pt x="204746" y="107064"/>
                  </a:lnTo>
                  <a:lnTo>
                    <a:pt x="214495" y="118097"/>
                  </a:lnTo>
                  <a:lnTo>
                    <a:pt x="224245" y="140792"/>
                  </a:lnTo>
                  <a:lnTo>
                    <a:pt x="233995" y="156374"/>
                  </a:lnTo>
                  <a:lnTo>
                    <a:pt x="243744" y="159851"/>
                  </a:lnTo>
                  <a:lnTo>
                    <a:pt x="253494" y="138696"/>
                  </a:lnTo>
                  <a:lnTo>
                    <a:pt x="263244" y="92867"/>
                  </a:lnTo>
                  <a:lnTo>
                    <a:pt x="272994" y="70877"/>
                  </a:lnTo>
                  <a:lnTo>
                    <a:pt x="282744" y="68897"/>
                  </a:lnTo>
                  <a:lnTo>
                    <a:pt x="292494" y="57734"/>
                  </a:lnTo>
                  <a:lnTo>
                    <a:pt x="302244" y="89728"/>
                  </a:lnTo>
                  <a:lnTo>
                    <a:pt x="311994" y="106866"/>
                  </a:lnTo>
                  <a:lnTo>
                    <a:pt x="321744" y="113390"/>
                  </a:lnTo>
                  <a:lnTo>
                    <a:pt x="331493" y="111936"/>
                  </a:lnTo>
                  <a:lnTo>
                    <a:pt x="341243" y="143464"/>
                  </a:lnTo>
                  <a:lnTo>
                    <a:pt x="350993" y="127458"/>
                  </a:lnTo>
                  <a:lnTo>
                    <a:pt x="360742" y="129304"/>
                  </a:lnTo>
                  <a:lnTo>
                    <a:pt x="370492" y="117580"/>
                  </a:lnTo>
                  <a:lnTo>
                    <a:pt x="380241" y="93083"/>
                  </a:lnTo>
                  <a:lnTo>
                    <a:pt x="389991" y="98064"/>
                  </a:lnTo>
                  <a:lnTo>
                    <a:pt x="399741" y="101116"/>
                  </a:lnTo>
                  <a:lnTo>
                    <a:pt x="409491" y="87467"/>
                  </a:lnTo>
                  <a:lnTo>
                    <a:pt x="419241" y="106124"/>
                  </a:lnTo>
                  <a:lnTo>
                    <a:pt x="428991" y="123352"/>
                  </a:lnTo>
                  <a:lnTo>
                    <a:pt x="438741" y="158051"/>
                  </a:lnTo>
                  <a:lnTo>
                    <a:pt x="448491" y="150280"/>
                  </a:lnTo>
                  <a:lnTo>
                    <a:pt x="458241" y="144073"/>
                  </a:lnTo>
                  <a:lnTo>
                    <a:pt x="467991" y="136685"/>
                  </a:lnTo>
                  <a:lnTo>
                    <a:pt x="477740" y="104445"/>
                  </a:lnTo>
                  <a:lnTo>
                    <a:pt x="487490" y="87202"/>
                  </a:lnTo>
                  <a:lnTo>
                    <a:pt x="497239" y="135479"/>
                  </a:lnTo>
                  <a:lnTo>
                    <a:pt x="506989" y="165604"/>
                  </a:lnTo>
                  <a:lnTo>
                    <a:pt x="516738" y="162070"/>
                  </a:lnTo>
                  <a:lnTo>
                    <a:pt x="526488" y="155612"/>
                  </a:lnTo>
                  <a:lnTo>
                    <a:pt x="536238" y="153002"/>
                  </a:lnTo>
                  <a:lnTo>
                    <a:pt x="545988" y="149549"/>
                  </a:lnTo>
                  <a:lnTo>
                    <a:pt x="555738" y="162293"/>
                  </a:lnTo>
                  <a:lnTo>
                    <a:pt x="565488" y="171244"/>
                  </a:lnTo>
                  <a:lnTo>
                    <a:pt x="575238" y="174247"/>
                  </a:lnTo>
                  <a:lnTo>
                    <a:pt x="584988" y="139892"/>
                  </a:lnTo>
                  <a:lnTo>
                    <a:pt x="594738" y="140377"/>
                  </a:lnTo>
                  <a:lnTo>
                    <a:pt x="604488" y="141384"/>
                  </a:lnTo>
                  <a:lnTo>
                    <a:pt x="614237" y="136636"/>
                  </a:lnTo>
                  <a:lnTo>
                    <a:pt x="623987" y="142586"/>
                  </a:lnTo>
                  <a:lnTo>
                    <a:pt x="633736" y="151403"/>
                  </a:lnTo>
                  <a:lnTo>
                    <a:pt x="643486" y="134338"/>
                  </a:lnTo>
                  <a:lnTo>
                    <a:pt x="653236" y="126667"/>
                  </a:lnTo>
                  <a:lnTo>
                    <a:pt x="662985" y="154870"/>
                  </a:lnTo>
                  <a:lnTo>
                    <a:pt x="672735" y="201717"/>
                  </a:lnTo>
                  <a:lnTo>
                    <a:pt x="682485" y="221786"/>
                  </a:lnTo>
                  <a:lnTo>
                    <a:pt x="692235" y="181659"/>
                  </a:lnTo>
                  <a:lnTo>
                    <a:pt x="701985" y="196109"/>
                  </a:lnTo>
                  <a:lnTo>
                    <a:pt x="711735" y="188903"/>
                  </a:lnTo>
                  <a:lnTo>
                    <a:pt x="721485" y="192045"/>
                  </a:lnTo>
                  <a:lnTo>
                    <a:pt x="731235" y="190738"/>
                  </a:lnTo>
                  <a:lnTo>
                    <a:pt x="740985" y="203495"/>
                  </a:lnTo>
                  <a:lnTo>
                    <a:pt x="750734" y="195467"/>
                  </a:lnTo>
                  <a:lnTo>
                    <a:pt x="760484" y="186352"/>
                  </a:lnTo>
                  <a:lnTo>
                    <a:pt x="770233" y="166949"/>
                  </a:lnTo>
                  <a:lnTo>
                    <a:pt x="779983" y="145523"/>
                  </a:lnTo>
                  <a:lnTo>
                    <a:pt x="789733" y="163694"/>
                  </a:lnTo>
                  <a:lnTo>
                    <a:pt x="799482" y="155609"/>
                  </a:lnTo>
                  <a:lnTo>
                    <a:pt x="809232" y="170555"/>
                  </a:lnTo>
                  <a:lnTo>
                    <a:pt x="818982" y="169199"/>
                  </a:lnTo>
                  <a:lnTo>
                    <a:pt x="828732" y="172207"/>
                  </a:lnTo>
                  <a:lnTo>
                    <a:pt x="838482" y="174387"/>
                  </a:lnTo>
                  <a:lnTo>
                    <a:pt x="848232" y="158486"/>
                  </a:lnTo>
                  <a:lnTo>
                    <a:pt x="857982" y="141716"/>
                  </a:lnTo>
                  <a:lnTo>
                    <a:pt x="867732" y="123721"/>
                  </a:lnTo>
                  <a:lnTo>
                    <a:pt x="877482" y="95309"/>
                  </a:lnTo>
                  <a:lnTo>
                    <a:pt x="887231" y="108797"/>
                  </a:lnTo>
                  <a:lnTo>
                    <a:pt x="896981" y="153269"/>
                  </a:lnTo>
                  <a:lnTo>
                    <a:pt x="906730" y="152454"/>
                  </a:lnTo>
                  <a:lnTo>
                    <a:pt x="916480" y="134520"/>
                  </a:lnTo>
                  <a:lnTo>
                    <a:pt x="926230" y="126513"/>
                  </a:lnTo>
                  <a:lnTo>
                    <a:pt x="935979" y="144255"/>
                  </a:lnTo>
                  <a:lnTo>
                    <a:pt x="945729" y="131381"/>
                  </a:lnTo>
                  <a:lnTo>
                    <a:pt x="955479" y="145743"/>
                  </a:lnTo>
                  <a:lnTo>
                    <a:pt x="965229" y="165973"/>
                  </a:lnTo>
                  <a:lnTo>
                    <a:pt x="974979" y="157780"/>
                  </a:lnTo>
                  <a:lnTo>
                    <a:pt x="984729" y="164625"/>
                  </a:lnTo>
                  <a:lnTo>
                    <a:pt x="994474" y="181467"/>
                  </a:lnTo>
                  <a:lnTo>
                    <a:pt x="1004233" y="197154"/>
                  </a:lnTo>
                  <a:lnTo>
                    <a:pt x="1013977" y="216910"/>
                  </a:lnTo>
                  <a:lnTo>
                    <a:pt x="1023721" y="211865"/>
                  </a:lnTo>
                  <a:lnTo>
                    <a:pt x="1033480" y="232904"/>
                  </a:lnTo>
                  <a:lnTo>
                    <a:pt x="1043224" y="244010"/>
                  </a:lnTo>
                  <a:lnTo>
                    <a:pt x="1052983" y="269281"/>
                  </a:lnTo>
                  <a:lnTo>
                    <a:pt x="1062727" y="269469"/>
                  </a:lnTo>
                  <a:lnTo>
                    <a:pt x="1072471" y="272663"/>
                  </a:lnTo>
                  <a:lnTo>
                    <a:pt x="1082230" y="276975"/>
                  </a:lnTo>
                  <a:lnTo>
                    <a:pt x="1091973" y="299775"/>
                  </a:lnTo>
                  <a:lnTo>
                    <a:pt x="1101732" y="285166"/>
                  </a:lnTo>
                  <a:lnTo>
                    <a:pt x="1111476" y="271856"/>
                  </a:lnTo>
                  <a:lnTo>
                    <a:pt x="1121220" y="279965"/>
                  </a:lnTo>
                  <a:lnTo>
                    <a:pt x="1130979" y="251855"/>
                  </a:lnTo>
                  <a:lnTo>
                    <a:pt x="1140723" y="248724"/>
                  </a:lnTo>
                  <a:lnTo>
                    <a:pt x="1150482" y="251787"/>
                  </a:lnTo>
                  <a:lnTo>
                    <a:pt x="1160226" y="264342"/>
                  </a:lnTo>
                  <a:lnTo>
                    <a:pt x="1169969" y="257517"/>
                  </a:lnTo>
                  <a:lnTo>
                    <a:pt x="1179728" y="232229"/>
                  </a:lnTo>
                  <a:lnTo>
                    <a:pt x="1189472" y="249847"/>
                  </a:lnTo>
                  <a:lnTo>
                    <a:pt x="1199231" y="271775"/>
                  </a:lnTo>
                  <a:lnTo>
                    <a:pt x="1208975" y="230724"/>
                  </a:lnTo>
                  <a:lnTo>
                    <a:pt x="1218719" y="242946"/>
                  </a:lnTo>
                  <a:lnTo>
                    <a:pt x="1228478" y="259412"/>
                  </a:lnTo>
                  <a:lnTo>
                    <a:pt x="1238222" y="245812"/>
                  </a:lnTo>
                  <a:lnTo>
                    <a:pt x="1247966" y="256864"/>
                  </a:lnTo>
                  <a:lnTo>
                    <a:pt x="1257725" y="241787"/>
                  </a:lnTo>
                  <a:lnTo>
                    <a:pt x="1267469" y="268869"/>
                  </a:lnTo>
                  <a:lnTo>
                    <a:pt x="1277227" y="272888"/>
                  </a:lnTo>
                  <a:lnTo>
                    <a:pt x="1286971" y="257863"/>
                  </a:lnTo>
                  <a:lnTo>
                    <a:pt x="1296715" y="274514"/>
                  </a:lnTo>
                  <a:lnTo>
                    <a:pt x="1306474" y="244775"/>
                  </a:lnTo>
                  <a:lnTo>
                    <a:pt x="1316218" y="251860"/>
                  </a:lnTo>
                  <a:lnTo>
                    <a:pt x="1325977" y="224648"/>
                  </a:lnTo>
                  <a:lnTo>
                    <a:pt x="1335721" y="228360"/>
                  </a:lnTo>
                  <a:lnTo>
                    <a:pt x="1345465" y="211411"/>
                  </a:lnTo>
                  <a:lnTo>
                    <a:pt x="1355224" y="203286"/>
                  </a:lnTo>
                  <a:lnTo>
                    <a:pt x="1364967" y="214913"/>
                  </a:lnTo>
                  <a:lnTo>
                    <a:pt x="1374726" y="222518"/>
                  </a:lnTo>
                  <a:lnTo>
                    <a:pt x="1384470" y="212786"/>
                  </a:lnTo>
                  <a:lnTo>
                    <a:pt x="1394214" y="198675"/>
                  </a:lnTo>
                  <a:lnTo>
                    <a:pt x="1403973" y="190042"/>
                  </a:lnTo>
                  <a:lnTo>
                    <a:pt x="1413717" y="163825"/>
                  </a:lnTo>
                  <a:lnTo>
                    <a:pt x="1423476" y="183810"/>
                  </a:lnTo>
                  <a:lnTo>
                    <a:pt x="1433220" y="222705"/>
                  </a:lnTo>
                  <a:lnTo>
                    <a:pt x="1442964" y="214915"/>
                  </a:lnTo>
                  <a:lnTo>
                    <a:pt x="1452722" y="189578"/>
                  </a:lnTo>
                  <a:lnTo>
                    <a:pt x="1462466" y="163923"/>
                  </a:lnTo>
                  <a:lnTo>
                    <a:pt x="1472225" y="157928"/>
                  </a:lnTo>
                  <a:lnTo>
                    <a:pt x="1481969" y="160499"/>
                  </a:lnTo>
                  <a:lnTo>
                    <a:pt x="1491713" y="150223"/>
                  </a:lnTo>
                  <a:lnTo>
                    <a:pt x="1501472" y="166551"/>
                  </a:lnTo>
                  <a:lnTo>
                    <a:pt x="1511216" y="153787"/>
                  </a:lnTo>
                  <a:lnTo>
                    <a:pt x="1520960" y="178478"/>
                  </a:lnTo>
                  <a:lnTo>
                    <a:pt x="1530719" y="170613"/>
                  </a:lnTo>
                  <a:lnTo>
                    <a:pt x="1540463" y="147400"/>
                  </a:lnTo>
                  <a:lnTo>
                    <a:pt x="1550221" y="107285"/>
                  </a:lnTo>
                  <a:lnTo>
                    <a:pt x="1559965" y="113795"/>
                  </a:lnTo>
                  <a:lnTo>
                    <a:pt x="1569709" y="80453"/>
                  </a:lnTo>
                  <a:lnTo>
                    <a:pt x="1579468" y="19728"/>
                  </a:lnTo>
                  <a:lnTo>
                    <a:pt x="1589212" y="21822"/>
                  </a:lnTo>
                  <a:lnTo>
                    <a:pt x="1598971" y="0"/>
                  </a:lnTo>
                  <a:lnTo>
                    <a:pt x="1608715" y="4306"/>
                  </a:lnTo>
                  <a:lnTo>
                    <a:pt x="1618459" y="20410"/>
                  </a:lnTo>
                  <a:lnTo>
                    <a:pt x="1628218" y="48106"/>
                  </a:lnTo>
                  <a:lnTo>
                    <a:pt x="1637962" y="71305"/>
                  </a:lnTo>
                  <a:lnTo>
                    <a:pt x="1647720" y="91343"/>
                  </a:lnTo>
                  <a:lnTo>
                    <a:pt x="1657464" y="74523"/>
                  </a:lnTo>
                  <a:lnTo>
                    <a:pt x="1667208" y="45351"/>
                  </a:lnTo>
                  <a:lnTo>
                    <a:pt x="1676967" y="57312"/>
                  </a:lnTo>
                  <a:lnTo>
                    <a:pt x="1686711" y="55472"/>
                  </a:lnTo>
                  <a:lnTo>
                    <a:pt x="1696470" y="45522"/>
                  </a:lnTo>
                  <a:lnTo>
                    <a:pt x="1706214" y="59606"/>
                  </a:lnTo>
                  <a:lnTo>
                    <a:pt x="1715958" y="104844"/>
                  </a:lnTo>
                  <a:lnTo>
                    <a:pt x="1725716" y="118414"/>
                  </a:lnTo>
                  <a:lnTo>
                    <a:pt x="1735460" y="74803"/>
                  </a:lnTo>
                  <a:lnTo>
                    <a:pt x="1745219" y="65338"/>
                  </a:lnTo>
                  <a:lnTo>
                    <a:pt x="1754963" y="63187"/>
                  </a:lnTo>
                  <a:lnTo>
                    <a:pt x="1764707" y="67778"/>
                  </a:lnTo>
                  <a:lnTo>
                    <a:pt x="1774466" y="76776"/>
                  </a:lnTo>
                  <a:lnTo>
                    <a:pt x="1784210" y="78953"/>
                  </a:lnTo>
                  <a:lnTo>
                    <a:pt x="1793969" y="103743"/>
                  </a:lnTo>
                  <a:lnTo>
                    <a:pt x="1803713" y="126263"/>
                  </a:lnTo>
                  <a:lnTo>
                    <a:pt x="1813457" y="125992"/>
                  </a:lnTo>
                  <a:lnTo>
                    <a:pt x="1823215" y="168427"/>
                  </a:lnTo>
                  <a:lnTo>
                    <a:pt x="1832959" y="151034"/>
                  </a:lnTo>
                  <a:lnTo>
                    <a:pt x="1842703" y="167605"/>
                  </a:lnTo>
                  <a:lnTo>
                    <a:pt x="1852462" y="165330"/>
                  </a:lnTo>
                  <a:lnTo>
                    <a:pt x="1862206" y="180190"/>
                  </a:lnTo>
                  <a:lnTo>
                    <a:pt x="1871965" y="167521"/>
                  </a:lnTo>
                  <a:lnTo>
                    <a:pt x="1881709" y="144758"/>
                  </a:lnTo>
                  <a:lnTo>
                    <a:pt x="1891453" y="164476"/>
                  </a:lnTo>
                  <a:lnTo>
                    <a:pt x="1901212" y="184697"/>
                  </a:lnTo>
                  <a:lnTo>
                    <a:pt x="1910956" y="183560"/>
                  </a:lnTo>
                  <a:lnTo>
                    <a:pt x="1920714" y="180686"/>
                  </a:lnTo>
                  <a:lnTo>
                    <a:pt x="1930458" y="176358"/>
                  </a:lnTo>
                  <a:lnTo>
                    <a:pt x="1940202" y="181440"/>
                  </a:lnTo>
                  <a:lnTo>
                    <a:pt x="1949961" y="180728"/>
                  </a:lnTo>
                  <a:lnTo>
                    <a:pt x="1959705" y="186049"/>
                  </a:lnTo>
                  <a:lnTo>
                    <a:pt x="1969464" y="186926"/>
                  </a:lnTo>
                  <a:lnTo>
                    <a:pt x="1979208" y="170434"/>
                  </a:lnTo>
                  <a:lnTo>
                    <a:pt x="1988952" y="201430"/>
                  </a:lnTo>
                  <a:lnTo>
                    <a:pt x="1998711" y="228278"/>
                  </a:lnTo>
                  <a:lnTo>
                    <a:pt x="2008454" y="250301"/>
                  </a:lnTo>
                  <a:lnTo>
                    <a:pt x="2018213" y="246934"/>
                  </a:lnTo>
                  <a:lnTo>
                    <a:pt x="2027957" y="256514"/>
                  </a:lnTo>
                  <a:lnTo>
                    <a:pt x="2037701" y="247941"/>
                  </a:lnTo>
                  <a:lnTo>
                    <a:pt x="2047460" y="260476"/>
                  </a:lnTo>
                  <a:lnTo>
                    <a:pt x="2057204" y="249656"/>
                  </a:lnTo>
                  <a:lnTo>
                    <a:pt x="2066963" y="262004"/>
                  </a:lnTo>
                  <a:lnTo>
                    <a:pt x="2076707" y="273088"/>
                  </a:lnTo>
                  <a:lnTo>
                    <a:pt x="2086451" y="276831"/>
                  </a:lnTo>
                  <a:lnTo>
                    <a:pt x="2096210" y="281275"/>
                  </a:lnTo>
                  <a:lnTo>
                    <a:pt x="2105954" y="274409"/>
                  </a:lnTo>
                  <a:lnTo>
                    <a:pt x="2115697" y="265719"/>
                  </a:lnTo>
                  <a:lnTo>
                    <a:pt x="2125456" y="304569"/>
                  </a:lnTo>
                  <a:lnTo>
                    <a:pt x="2135200" y="285713"/>
                  </a:lnTo>
                  <a:lnTo>
                    <a:pt x="2144959" y="283538"/>
                  </a:lnTo>
                  <a:lnTo>
                    <a:pt x="2154703" y="284557"/>
                  </a:lnTo>
                  <a:lnTo>
                    <a:pt x="2164447" y="278949"/>
                  </a:lnTo>
                  <a:lnTo>
                    <a:pt x="2174206" y="323953"/>
                  </a:lnTo>
                  <a:lnTo>
                    <a:pt x="2183950" y="329591"/>
                  </a:lnTo>
                  <a:lnTo>
                    <a:pt x="2193709" y="336750"/>
                  </a:lnTo>
                  <a:lnTo>
                    <a:pt x="2203452" y="347134"/>
                  </a:lnTo>
                  <a:lnTo>
                    <a:pt x="2213196" y="362510"/>
                  </a:lnTo>
                  <a:lnTo>
                    <a:pt x="2222955" y="370499"/>
                  </a:lnTo>
                  <a:lnTo>
                    <a:pt x="2232699" y="356618"/>
                  </a:lnTo>
                  <a:lnTo>
                    <a:pt x="2242458" y="381158"/>
                  </a:lnTo>
                  <a:lnTo>
                    <a:pt x="2252202" y="400114"/>
                  </a:lnTo>
                  <a:lnTo>
                    <a:pt x="2261946" y="395549"/>
                  </a:lnTo>
                  <a:lnTo>
                    <a:pt x="2271705" y="385031"/>
                  </a:lnTo>
                  <a:lnTo>
                    <a:pt x="2281449" y="408941"/>
                  </a:lnTo>
                  <a:lnTo>
                    <a:pt x="2291208" y="411145"/>
                  </a:lnTo>
                  <a:lnTo>
                    <a:pt x="2300951" y="395109"/>
                  </a:lnTo>
                  <a:lnTo>
                    <a:pt x="2310695" y="354584"/>
                  </a:lnTo>
                  <a:lnTo>
                    <a:pt x="2320454" y="340115"/>
                  </a:lnTo>
                  <a:lnTo>
                    <a:pt x="2330198" y="330036"/>
                  </a:lnTo>
                  <a:lnTo>
                    <a:pt x="2339957" y="324525"/>
                  </a:lnTo>
                  <a:lnTo>
                    <a:pt x="2349701" y="296993"/>
                  </a:lnTo>
                  <a:lnTo>
                    <a:pt x="2359445" y="302936"/>
                  </a:lnTo>
                  <a:lnTo>
                    <a:pt x="2369204" y="293200"/>
                  </a:lnTo>
                  <a:lnTo>
                    <a:pt x="2378948" y="304081"/>
                  </a:lnTo>
                  <a:lnTo>
                    <a:pt x="2388692" y="295408"/>
                  </a:lnTo>
                  <a:lnTo>
                    <a:pt x="2398450" y="314944"/>
                  </a:lnTo>
                  <a:lnTo>
                    <a:pt x="2408194" y="322167"/>
                  </a:lnTo>
                  <a:lnTo>
                    <a:pt x="2417953" y="301649"/>
                  </a:lnTo>
                  <a:lnTo>
                    <a:pt x="2427697" y="298453"/>
                  </a:lnTo>
                  <a:lnTo>
                    <a:pt x="2437441" y="273022"/>
                  </a:lnTo>
                  <a:lnTo>
                    <a:pt x="2447200" y="263442"/>
                  </a:lnTo>
                  <a:lnTo>
                    <a:pt x="2456944" y="251760"/>
                  </a:lnTo>
                  <a:lnTo>
                    <a:pt x="2466703" y="243770"/>
                  </a:lnTo>
                  <a:lnTo>
                    <a:pt x="2476446" y="246162"/>
                  </a:lnTo>
                  <a:lnTo>
                    <a:pt x="2486190" y="213718"/>
                  </a:lnTo>
                  <a:lnTo>
                    <a:pt x="2495949" y="219665"/>
                  </a:lnTo>
                  <a:lnTo>
                    <a:pt x="2505693" y="175833"/>
                  </a:lnTo>
                  <a:lnTo>
                    <a:pt x="2515452" y="172946"/>
                  </a:lnTo>
                  <a:lnTo>
                    <a:pt x="2525196" y="151341"/>
                  </a:lnTo>
                  <a:lnTo>
                    <a:pt x="2534940" y="190723"/>
                  </a:lnTo>
                  <a:lnTo>
                    <a:pt x="2544699" y="189543"/>
                  </a:lnTo>
                  <a:lnTo>
                    <a:pt x="2554443" y="180568"/>
                  </a:lnTo>
                  <a:lnTo>
                    <a:pt x="2564202" y="220003"/>
                  </a:lnTo>
                  <a:lnTo>
                    <a:pt x="2573946" y="251486"/>
                  </a:lnTo>
                  <a:lnTo>
                    <a:pt x="2583690" y="271611"/>
                  </a:lnTo>
                  <a:lnTo>
                    <a:pt x="2593448" y="277029"/>
                  </a:lnTo>
                  <a:lnTo>
                    <a:pt x="2603192" y="263636"/>
                  </a:lnTo>
                  <a:lnTo>
                    <a:pt x="2612951" y="267539"/>
                  </a:lnTo>
                  <a:lnTo>
                    <a:pt x="2622695" y="248613"/>
                  </a:lnTo>
                  <a:lnTo>
                    <a:pt x="2632439" y="243963"/>
                  </a:lnTo>
                  <a:lnTo>
                    <a:pt x="2642198" y="212692"/>
                  </a:lnTo>
                  <a:lnTo>
                    <a:pt x="2651942" y="198547"/>
                  </a:lnTo>
                  <a:lnTo>
                    <a:pt x="2661685" y="179122"/>
                  </a:lnTo>
                  <a:lnTo>
                    <a:pt x="2671444" y="198170"/>
                  </a:lnTo>
                  <a:lnTo>
                    <a:pt x="2681188" y="206999"/>
                  </a:lnTo>
                  <a:lnTo>
                    <a:pt x="2690947" y="197666"/>
                  </a:lnTo>
                  <a:lnTo>
                    <a:pt x="2700691" y="178390"/>
                  </a:lnTo>
                  <a:lnTo>
                    <a:pt x="2710435" y="163163"/>
                  </a:lnTo>
                  <a:lnTo>
                    <a:pt x="2720194" y="147494"/>
                  </a:lnTo>
                  <a:lnTo>
                    <a:pt x="2729938" y="195351"/>
                  </a:lnTo>
                  <a:lnTo>
                    <a:pt x="2739697" y="202286"/>
                  </a:lnTo>
                  <a:lnTo>
                    <a:pt x="2749441" y="182177"/>
                  </a:lnTo>
                  <a:lnTo>
                    <a:pt x="2759185" y="163576"/>
                  </a:lnTo>
                  <a:lnTo>
                    <a:pt x="2768943" y="158121"/>
                  </a:lnTo>
                  <a:lnTo>
                    <a:pt x="2778687" y="173926"/>
                  </a:lnTo>
                  <a:lnTo>
                    <a:pt x="2788446" y="177219"/>
                  </a:lnTo>
                  <a:lnTo>
                    <a:pt x="2798190" y="137018"/>
                  </a:lnTo>
                  <a:lnTo>
                    <a:pt x="2807934" y="168476"/>
                  </a:lnTo>
                  <a:lnTo>
                    <a:pt x="2817693" y="194043"/>
                  </a:lnTo>
                  <a:lnTo>
                    <a:pt x="2827437" y="161010"/>
                  </a:lnTo>
                  <a:lnTo>
                    <a:pt x="2837196" y="178925"/>
                  </a:lnTo>
                  <a:lnTo>
                    <a:pt x="2846940" y="195761"/>
                  </a:lnTo>
                  <a:lnTo>
                    <a:pt x="2856684" y="208563"/>
                  </a:lnTo>
                  <a:lnTo>
                    <a:pt x="2866442" y="212571"/>
                  </a:lnTo>
                  <a:lnTo>
                    <a:pt x="2876186" y="231792"/>
                  </a:lnTo>
                  <a:lnTo>
                    <a:pt x="2885945" y="205832"/>
                  </a:lnTo>
                  <a:lnTo>
                    <a:pt x="2895689" y="263384"/>
                  </a:lnTo>
                  <a:lnTo>
                    <a:pt x="2905433" y="280800"/>
                  </a:lnTo>
                  <a:lnTo>
                    <a:pt x="2915192" y="24998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6" name="Freeform 1135">
              <a:extLst>
                <a:ext uri="{FF2B5EF4-FFF2-40B4-BE49-F238E27FC236}">
                  <a16:creationId xmlns:a16="http://schemas.microsoft.com/office/drawing/2014/main" id="{A9D0FEAF-02EB-7894-7D5E-CD5946A6E2B5}"/>
                </a:ext>
              </a:extLst>
            </p:cNvPr>
            <p:cNvSpPr/>
            <p:nvPr/>
          </p:nvSpPr>
          <p:spPr>
            <a:xfrm>
              <a:off x="4426652" y="3431747"/>
              <a:ext cx="2915191" cy="649941"/>
            </a:xfrm>
            <a:custGeom>
              <a:avLst/>
              <a:gdLst>
                <a:gd name="connsiteX0" fmla="*/ 0 w 2915191"/>
                <a:gd name="connsiteY0" fmla="*/ 476754 h 649941"/>
                <a:gd name="connsiteX1" fmla="*/ 9750 w 2915191"/>
                <a:gd name="connsiteY1" fmla="*/ 501860 h 649941"/>
                <a:gd name="connsiteX2" fmla="*/ 19500 w 2915191"/>
                <a:gd name="connsiteY2" fmla="*/ 490483 h 649941"/>
                <a:gd name="connsiteX3" fmla="*/ 29250 w 2915191"/>
                <a:gd name="connsiteY3" fmla="*/ 492061 h 649941"/>
                <a:gd name="connsiteX4" fmla="*/ 39000 w 2915191"/>
                <a:gd name="connsiteY4" fmla="*/ 468391 h 649941"/>
                <a:gd name="connsiteX5" fmla="*/ 48749 w 2915191"/>
                <a:gd name="connsiteY5" fmla="*/ 445590 h 649941"/>
                <a:gd name="connsiteX6" fmla="*/ 58499 w 2915191"/>
                <a:gd name="connsiteY6" fmla="*/ 430546 h 649941"/>
                <a:gd name="connsiteX7" fmla="*/ 68249 w 2915191"/>
                <a:gd name="connsiteY7" fmla="*/ 441344 h 649941"/>
                <a:gd name="connsiteX8" fmla="*/ 77998 w 2915191"/>
                <a:gd name="connsiteY8" fmla="*/ 435216 h 649941"/>
                <a:gd name="connsiteX9" fmla="*/ 87748 w 2915191"/>
                <a:gd name="connsiteY9" fmla="*/ 410586 h 649941"/>
                <a:gd name="connsiteX10" fmla="*/ 97497 w 2915191"/>
                <a:gd name="connsiteY10" fmla="*/ 460846 h 649941"/>
                <a:gd name="connsiteX11" fmla="*/ 107247 w 2915191"/>
                <a:gd name="connsiteY11" fmla="*/ 461058 h 649941"/>
                <a:gd name="connsiteX12" fmla="*/ 116997 w 2915191"/>
                <a:gd name="connsiteY12" fmla="*/ 476708 h 649941"/>
                <a:gd name="connsiteX13" fmla="*/ 126747 w 2915191"/>
                <a:gd name="connsiteY13" fmla="*/ 511284 h 649941"/>
                <a:gd name="connsiteX14" fmla="*/ 136497 w 2915191"/>
                <a:gd name="connsiteY14" fmla="*/ 510990 h 649941"/>
                <a:gd name="connsiteX15" fmla="*/ 146247 w 2915191"/>
                <a:gd name="connsiteY15" fmla="*/ 526874 h 649941"/>
                <a:gd name="connsiteX16" fmla="*/ 155997 w 2915191"/>
                <a:gd name="connsiteY16" fmla="*/ 501501 h 649941"/>
                <a:gd name="connsiteX17" fmla="*/ 165747 w 2915191"/>
                <a:gd name="connsiteY17" fmla="*/ 511393 h 649941"/>
                <a:gd name="connsiteX18" fmla="*/ 175497 w 2915191"/>
                <a:gd name="connsiteY18" fmla="*/ 480666 h 649941"/>
                <a:gd name="connsiteX19" fmla="*/ 185247 w 2915191"/>
                <a:gd name="connsiteY19" fmla="*/ 478688 h 649941"/>
                <a:gd name="connsiteX20" fmla="*/ 194996 w 2915191"/>
                <a:gd name="connsiteY20" fmla="*/ 489001 h 649941"/>
                <a:gd name="connsiteX21" fmla="*/ 204746 w 2915191"/>
                <a:gd name="connsiteY21" fmla="*/ 477579 h 649941"/>
                <a:gd name="connsiteX22" fmla="*/ 214495 w 2915191"/>
                <a:gd name="connsiteY22" fmla="*/ 496948 h 649941"/>
                <a:gd name="connsiteX23" fmla="*/ 224245 w 2915191"/>
                <a:gd name="connsiteY23" fmla="*/ 515745 h 649941"/>
                <a:gd name="connsiteX24" fmla="*/ 233995 w 2915191"/>
                <a:gd name="connsiteY24" fmla="*/ 525568 h 649941"/>
                <a:gd name="connsiteX25" fmla="*/ 243744 w 2915191"/>
                <a:gd name="connsiteY25" fmla="*/ 510242 h 649941"/>
                <a:gd name="connsiteX26" fmla="*/ 253494 w 2915191"/>
                <a:gd name="connsiteY26" fmla="*/ 496990 h 649941"/>
                <a:gd name="connsiteX27" fmla="*/ 263244 w 2915191"/>
                <a:gd name="connsiteY27" fmla="*/ 544693 h 649941"/>
                <a:gd name="connsiteX28" fmla="*/ 272994 w 2915191"/>
                <a:gd name="connsiteY28" fmla="*/ 511096 h 649941"/>
                <a:gd name="connsiteX29" fmla="*/ 282744 w 2915191"/>
                <a:gd name="connsiteY29" fmla="*/ 538933 h 649941"/>
                <a:gd name="connsiteX30" fmla="*/ 292494 w 2915191"/>
                <a:gd name="connsiteY30" fmla="*/ 540684 h 649941"/>
                <a:gd name="connsiteX31" fmla="*/ 302244 w 2915191"/>
                <a:gd name="connsiteY31" fmla="*/ 563483 h 649941"/>
                <a:gd name="connsiteX32" fmla="*/ 311994 w 2915191"/>
                <a:gd name="connsiteY32" fmla="*/ 543110 h 649941"/>
                <a:gd name="connsiteX33" fmla="*/ 321744 w 2915191"/>
                <a:gd name="connsiteY33" fmla="*/ 537195 h 649941"/>
                <a:gd name="connsiteX34" fmla="*/ 331493 w 2915191"/>
                <a:gd name="connsiteY34" fmla="*/ 508554 h 649941"/>
                <a:gd name="connsiteX35" fmla="*/ 341243 w 2915191"/>
                <a:gd name="connsiteY35" fmla="*/ 491211 h 649941"/>
                <a:gd name="connsiteX36" fmla="*/ 350993 w 2915191"/>
                <a:gd name="connsiteY36" fmla="*/ 471478 h 649941"/>
                <a:gd name="connsiteX37" fmla="*/ 360742 w 2915191"/>
                <a:gd name="connsiteY37" fmla="*/ 516239 h 649941"/>
                <a:gd name="connsiteX38" fmla="*/ 370492 w 2915191"/>
                <a:gd name="connsiteY38" fmla="*/ 498933 h 649941"/>
                <a:gd name="connsiteX39" fmla="*/ 380241 w 2915191"/>
                <a:gd name="connsiteY39" fmla="*/ 490795 h 649941"/>
                <a:gd name="connsiteX40" fmla="*/ 389991 w 2915191"/>
                <a:gd name="connsiteY40" fmla="*/ 458655 h 649941"/>
                <a:gd name="connsiteX41" fmla="*/ 399741 w 2915191"/>
                <a:gd name="connsiteY41" fmla="*/ 438374 h 649941"/>
                <a:gd name="connsiteX42" fmla="*/ 409491 w 2915191"/>
                <a:gd name="connsiteY42" fmla="*/ 444179 h 649941"/>
                <a:gd name="connsiteX43" fmla="*/ 419241 w 2915191"/>
                <a:gd name="connsiteY43" fmla="*/ 443148 h 649941"/>
                <a:gd name="connsiteX44" fmla="*/ 428991 w 2915191"/>
                <a:gd name="connsiteY44" fmla="*/ 428931 h 649941"/>
                <a:gd name="connsiteX45" fmla="*/ 438741 w 2915191"/>
                <a:gd name="connsiteY45" fmla="*/ 454327 h 649941"/>
                <a:gd name="connsiteX46" fmla="*/ 448491 w 2915191"/>
                <a:gd name="connsiteY46" fmla="*/ 415531 h 649941"/>
                <a:gd name="connsiteX47" fmla="*/ 458241 w 2915191"/>
                <a:gd name="connsiteY47" fmla="*/ 476186 h 649941"/>
                <a:gd name="connsiteX48" fmla="*/ 467991 w 2915191"/>
                <a:gd name="connsiteY48" fmla="*/ 474339 h 649941"/>
                <a:gd name="connsiteX49" fmla="*/ 477740 w 2915191"/>
                <a:gd name="connsiteY49" fmla="*/ 491208 h 649941"/>
                <a:gd name="connsiteX50" fmla="*/ 487490 w 2915191"/>
                <a:gd name="connsiteY50" fmla="*/ 436087 h 649941"/>
                <a:gd name="connsiteX51" fmla="*/ 497239 w 2915191"/>
                <a:gd name="connsiteY51" fmla="*/ 466426 h 649941"/>
                <a:gd name="connsiteX52" fmla="*/ 506989 w 2915191"/>
                <a:gd name="connsiteY52" fmla="*/ 417766 h 649941"/>
                <a:gd name="connsiteX53" fmla="*/ 516738 w 2915191"/>
                <a:gd name="connsiteY53" fmla="*/ 413573 h 649941"/>
                <a:gd name="connsiteX54" fmla="*/ 526488 w 2915191"/>
                <a:gd name="connsiteY54" fmla="*/ 440316 h 649941"/>
                <a:gd name="connsiteX55" fmla="*/ 536238 w 2915191"/>
                <a:gd name="connsiteY55" fmla="*/ 440433 h 649941"/>
                <a:gd name="connsiteX56" fmla="*/ 545988 w 2915191"/>
                <a:gd name="connsiteY56" fmla="*/ 470754 h 649941"/>
                <a:gd name="connsiteX57" fmla="*/ 555738 w 2915191"/>
                <a:gd name="connsiteY57" fmla="*/ 476633 h 649941"/>
                <a:gd name="connsiteX58" fmla="*/ 565488 w 2915191"/>
                <a:gd name="connsiteY58" fmla="*/ 497639 h 649941"/>
                <a:gd name="connsiteX59" fmla="*/ 575238 w 2915191"/>
                <a:gd name="connsiteY59" fmla="*/ 531922 h 649941"/>
                <a:gd name="connsiteX60" fmla="*/ 584988 w 2915191"/>
                <a:gd name="connsiteY60" fmla="*/ 519221 h 649941"/>
                <a:gd name="connsiteX61" fmla="*/ 594738 w 2915191"/>
                <a:gd name="connsiteY61" fmla="*/ 537987 h 649941"/>
                <a:gd name="connsiteX62" fmla="*/ 604488 w 2915191"/>
                <a:gd name="connsiteY62" fmla="*/ 523222 h 649941"/>
                <a:gd name="connsiteX63" fmla="*/ 614237 w 2915191"/>
                <a:gd name="connsiteY63" fmla="*/ 543956 h 649941"/>
                <a:gd name="connsiteX64" fmla="*/ 623987 w 2915191"/>
                <a:gd name="connsiteY64" fmla="*/ 542092 h 649941"/>
                <a:gd name="connsiteX65" fmla="*/ 633736 w 2915191"/>
                <a:gd name="connsiteY65" fmla="*/ 539406 h 649941"/>
                <a:gd name="connsiteX66" fmla="*/ 643486 w 2915191"/>
                <a:gd name="connsiteY66" fmla="*/ 589794 h 649941"/>
                <a:gd name="connsiteX67" fmla="*/ 653236 w 2915191"/>
                <a:gd name="connsiteY67" fmla="*/ 583581 h 649941"/>
                <a:gd name="connsiteX68" fmla="*/ 662985 w 2915191"/>
                <a:gd name="connsiteY68" fmla="*/ 579977 h 649941"/>
                <a:gd name="connsiteX69" fmla="*/ 672735 w 2915191"/>
                <a:gd name="connsiteY69" fmla="*/ 584490 h 649941"/>
                <a:gd name="connsiteX70" fmla="*/ 682485 w 2915191"/>
                <a:gd name="connsiteY70" fmla="*/ 602458 h 649941"/>
                <a:gd name="connsiteX71" fmla="*/ 692235 w 2915191"/>
                <a:gd name="connsiteY71" fmla="*/ 609759 h 649941"/>
                <a:gd name="connsiteX72" fmla="*/ 701985 w 2915191"/>
                <a:gd name="connsiteY72" fmla="*/ 589973 h 649941"/>
                <a:gd name="connsiteX73" fmla="*/ 711735 w 2915191"/>
                <a:gd name="connsiteY73" fmla="*/ 579326 h 649941"/>
                <a:gd name="connsiteX74" fmla="*/ 721485 w 2915191"/>
                <a:gd name="connsiteY74" fmla="*/ 596350 h 649941"/>
                <a:gd name="connsiteX75" fmla="*/ 731235 w 2915191"/>
                <a:gd name="connsiteY75" fmla="*/ 560936 h 649941"/>
                <a:gd name="connsiteX76" fmla="*/ 740985 w 2915191"/>
                <a:gd name="connsiteY76" fmla="*/ 535219 h 649941"/>
                <a:gd name="connsiteX77" fmla="*/ 750734 w 2915191"/>
                <a:gd name="connsiteY77" fmla="*/ 529227 h 649941"/>
                <a:gd name="connsiteX78" fmla="*/ 760484 w 2915191"/>
                <a:gd name="connsiteY78" fmla="*/ 537140 h 649941"/>
                <a:gd name="connsiteX79" fmla="*/ 770233 w 2915191"/>
                <a:gd name="connsiteY79" fmla="*/ 554837 h 649941"/>
                <a:gd name="connsiteX80" fmla="*/ 779983 w 2915191"/>
                <a:gd name="connsiteY80" fmla="*/ 556598 h 649941"/>
                <a:gd name="connsiteX81" fmla="*/ 789733 w 2915191"/>
                <a:gd name="connsiteY81" fmla="*/ 523628 h 649941"/>
                <a:gd name="connsiteX82" fmla="*/ 799482 w 2915191"/>
                <a:gd name="connsiteY82" fmla="*/ 515852 h 649941"/>
                <a:gd name="connsiteX83" fmla="*/ 809232 w 2915191"/>
                <a:gd name="connsiteY83" fmla="*/ 505107 h 649941"/>
                <a:gd name="connsiteX84" fmla="*/ 818982 w 2915191"/>
                <a:gd name="connsiteY84" fmla="*/ 507801 h 649941"/>
                <a:gd name="connsiteX85" fmla="*/ 828732 w 2915191"/>
                <a:gd name="connsiteY85" fmla="*/ 508513 h 649941"/>
                <a:gd name="connsiteX86" fmla="*/ 838482 w 2915191"/>
                <a:gd name="connsiteY86" fmla="*/ 502155 h 649941"/>
                <a:gd name="connsiteX87" fmla="*/ 848232 w 2915191"/>
                <a:gd name="connsiteY87" fmla="*/ 553508 h 649941"/>
                <a:gd name="connsiteX88" fmla="*/ 857982 w 2915191"/>
                <a:gd name="connsiteY88" fmla="*/ 508191 h 649941"/>
                <a:gd name="connsiteX89" fmla="*/ 867732 w 2915191"/>
                <a:gd name="connsiteY89" fmla="*/ 535978 h 649941"/>
                <a:gd name="connsiteX90" fmla="*/ 877482 w 2915191"/>
                <a:gd name="connsiteY90" fmla="*/ 612798 h 649941"/>
                <a:gd name="connsiteX91" fmla="*/ 887231 w 2915191"/>
                <a:gd name="connsiteY91" fmla="*/ 636011 h 649941"/>
                <a:gd name="connsiteX92" fmla="*/ 896981 w 2915191"/>
                <a:gd name="connsiteY92" fmla="*/ 649941 h 649941"/>
                <a:gd name="connsiteX93" fmla="*/ 906730 w 2915191"/>
                <a:gd name="connsiteY93" fmla="*/ 649390 h 649941"/>
                <a:gd name="connsiteX94" fmla="*/ 916480 w 2915191"/>
                <a:gd name="connsiteY94" fmla="*/ 631913 h 649941"/>
                <a:gd name="connsiteX95" fmla="*/ 926230 w 2915191"/>
                <a:gd name="connsiteY95" fmla="*/ 588990 h 649941"/>
                <a:gd name="connsiteX96" fmla="*/ 935979 w 2915191"/>
                <a:gd name="connsiteY96" fmla="*/ 610384 h 649941"/>
                <a:gd name="connsiteX97" fmla="*/ 945729 w 2915191"/>
                <a:gd name="connsiteY97" fmla="*/ 600879 h 649941"/>
                <a:gd name="connsiteX98" fmla="*/ 955479 w 2915191"/>
                <a:gd name="connsiteY98" fmla="*/ 595053 h 649941"/>
                <a:gd name="connsiteX99" fmla="*/ 965229 w 2915191"/>
                <a:gd name="connsiteY99" fmla="*/ 613886 h 649941"/>
                <a:gd name="connsiteX100" fmla="*/ 974979 w 2915191"/>
                <a:gd name="connsiteY100" fmla="*/ 588721 h 649941"/>
                <a:gd name="connsiteX101" fmla="*/ 984729 w 2915191"/>
                <a:gd name="connsiteY101" fmla="*/ 618594 h 649941"/>
                <a:gd name="connsiteX102" fmla="*/ 994474 w 2915191"/>
                <a:gd name="connsiteY102" fmla="*/ 613975 h 649941"/>
                <a:gd name="connsiteX103" fmla="*/ 1004233 w 2915191"/>
                <a:gd name="connsiteY103" fmla="*/ 607092 h 649941"/>
                <a:gd name="connsiteX104" fmla="*/ 1013977 w 2915191"/>
                <a:gd name="connsiteY104" fmla="*/ 586203 h 649941"/>
                <a:gd name="connsiteX105" fmla="*/ 1023721 w 2915191"/>
                <a:gd name="connsiteY105" fmla="*/ 567782 h 649941"/>
                <a:gd name="connsiteX106" fmla="*/ 1033480 w 2915191"/>
                <a:gd name="connsiteY106" fmla="*/ 549926 h 649941"/>
                <a:gd name="connsiteX107" fmla="*/ 1043224 w 2915191"/>
                <a:gd name="connsiteY107" fmla="*/ 538899 h 649941"/>
                <a:gd name="connsiteX108" fmla="*/ 1052983 w 2915191"/>
                <a:gd name="connsiteY108" fmla="*/ 501244 h 649941"/>
                <a:gd name="connsiteX109" fmla="*/ 1062727 w 2915191"/>
                <a:gd name="connsiteY109" fmla="*/ 504617 h 649941"/>
                <a:gd name="connsiteX110" fmla="*/ 1072471 w 2915191"/>
                <a:gd name="connsiteY110" fmla="*/ 508006 h 649941"/>
                <a:gd name="connsiteX111" fmla="*/ 1082230 w 2915191"/>
                <a:gd name="connsiteY111" fmla="*/ 506279 h 649941"/>
                <a:gd name="connsiteX112" fmla="*/ 1091973 w 2915191"/>
                <a:gd name="connsiteY112" fmla="*/ 468066 h 649941"/>
                <a:gd name="connsiteX113" fmla="*/ 1101732 w 2915191"/>
                <a:gd name="connsiteY113" fmla="*/ 457919 h 649941"/>
                <a:gd name="connsiteX114" fmla="*/ 1111476 w 2915191"/>
                <a:gd name="connsiteY114" fmla="*/ 473426 h 649941"/>
                <a:gd name="connsiteX115" fmla="*/ 1121220 w 2915191"/>
                <a:gd name="connsiteY115" fmla="*/ 465447 h 649941"/>
                <a:gd name="connsiteX116" fmla="*/ 1130979 w 2915191"/>
                <a:gd name="connsiteY116" fmla="*/ 447241 h 649941"/>
                <a:gd name="connsiteX117" fmla="*/ 1140723 w 2915191"/>
                <a:gd name="connsiteY117" fmla="*/ 411722 h 649941"/>
                <a:gd name="connsiteX118" fmla="*/ 1150482 w 2915191"/>
                <a:gd name="connsiteY118" fmla="*/ 396426 h 649941"/>
                <a:gd name="connsiteX119" fmla="*/ 1160226 w 2915191"/>
                <a:gd name="connsiteY119" fmla="*/ 363239 h 649941"/>
                <a:gd name="connsiteX120" fmla="*/ 1169969 w 2915191"/>
                <a:gd name="connsiteY120" fmla="*/ 379423 h 649941"/>
                <a:gd name="connsiteX121" fmla="*/ 1179728 w 2915191"/>
                <a:gd name="connsiteY121" fmla="*/ 375207 h 649941"/>
                <a:gd name="connsiteX122" fmla="*/ 1189472 w 2915191"/>
                <a:gd name="connsiteY122" fmla="*/ 349228 h 649941"/>
                <a:gd name="connsiteX123" fmla="*/ 1199231 w 2915191"/>
                <a:gd name="connsiteY123" fmla="*/ 395342 h 649941"/>
                <a:gd name="connsiteX124" fmla="*/ 1208975 w 2915191"/>
                <a:gd name="connsiteY124" fmla="*/ 358109 h 649941"/>
                <a:gd name="connsiteX125" fmla="*/ 1218719 w 2915191"/>
                <a:gd name="connsiteY125" fmla="*/ 356948 h 649941"/>
                <a:gd name="connsiteX126" fmla="*/ 1228478 w 2915191"/>
                <a:gd name="connsiteY126" fmla="*/ 367385 h 649941"/>
                <a:gd name="connsiteX127" fmla="*/ 1238222 w 2915191"/>
                <a:gd name="connsiteY127" fmla="*/ 369055 h 649941"/>
                <a:gd name="connsiteX128" fmla="*/ 1247966 w 2915191"/>
                <a:gd name="connsiteY128" fmla="*/ 373194 h 649941"/>
                <a:gd name="connsiteX129" fmla="*/ 1257725 w 2915191"/>
                <a:gd name="connsiteY129" fmla="*/ 412376 h 649941"/>
                <a:gd name="connsiteX130" fmla="*/ 1267469 w 2915191"/>
                <a:gd name="connsiteY130" fmla="*/ 387004 h 649941"/>
                <a:gd name="connsiteX131" fmla="*/ 1277227 w 2915191"/>
                <a:gd name="connsiteY131" fmla="*/ 373360 h 649941"/>
                <a:gd name="connsiteX132" fmla="*/ 1286971 w 2915191"/>
                <a:gd name="connsiteY132" fmla="*/ 353958 h 649941"/>
                <a:gd name="connsiteX133" fmla="*/ 1296715 w 2915191"/>
                <a:gd name="connsiteY133" fmla="*/ 291227 h 649941"/>
                <a:gd name="connsiteX134" fmla="*/ 1306474 w 2915191"/>
                <a:gd name="connsiteY134" fmla="*/ 283787 h 649941"/>
                <a:gd name="connsiteX135" fmla="*/ 1316218 w 2915191"/>
                <a:gd name="connsiteY135" fmla="*/ 311860 h 649941"/>
                <a:gd name="connsiteX136" fmla="*/ 1325977 w 2915191"/>
                <a:gd name="connsiteY136" fmla="*/ 331495 h 649941"/>
                <a:gd name="connsiteX137" fmla="*/ 1335721 w 2915191"/>
                <a:gd name="connsiteY137" fmla="*/ 328152 h 649941"/>
                <a:gd name="connsiteX138" fmla="*/ 1345465 w 2915191"/>
                <a:gd name="connsiteY138" fmla="*/ 362892 h 649941"/>
                <a:gd name="connsiteX139" fmla="*/ 1355224 w 2915191"/>
                <a:gd name="connsiteY139" fmla="*/ 347712 h 649941"/>
                <a:gd name="connsiteX140" fmla="*/ 1364967 w 2915191"/>
                <a:gd name="connsiteY140" fmla="*/ 351317 h 649941"/>
                <a:gd name="connsiteX141" fmla="*/ 1374726 w 2915191"/>
                <a:gd name="connsiteY141" fmla="*/ 359791 h 649941"/>
                <a:gd name="connsiteX142" fmla="*/ 1384470 w 2915191"/>
                <a:gd name="connsiteY142" fmla="*/ 338456 h 649941"/>
                <a:gd name="connsiteX143" fmla="*/ 1394214 w 2915191"/>
                <a:gd name="connsiteY143" fmla="*/ 357211 h 649941"/>
                <a:gd name="connsiteX144" fmla="*/ 1403973 w 2915191"/>
                <a:gd name="connsiteY144" fmla="*/ 336233 h 649941"/>
                <a:gd name="connsiteX145" fmla="*/ 1413717 w 2915191"/>
                <a:gd name="connsiteY145" fmla="*/ 336285 h 649941"/>
                <a:gd name="connsiteX146" fmla="*/ 1423476 w 2915191"/>
                <a:gd name="connsiteY146" fmla="*/ 351242 h 649941"/>
                <a:gd name="connsiteX147" fmla="*/ 1433220 w 2915191"/>
                <a:gd name="connsiteY147" fmla="*/ 353726 h 649941"/>
                <a:gd name="connsiteX148" fmla="*/ 1442964 w 2915191"/>
                <a:gd name="connsiteY148" fmla="*/ 397089 h 649941"/>
                <a:gd name="connsiteX149" fmla="*/ 1452722 w 2915191"/>
                <a:gd name="connsiteY149" fmla="*/ 378586 h 649941"/>
                <a:gd name="connsiteX150" fmla="*/ 1462466 w 2915191"/>
                <a:gd name="connsiteY150" fmla="*/ 384759 h 649941"/>
                <a:gd name="connsiteX151" fmla="*/ 1472225 w 2915191"/>
                <a:gd name="connsiteY151" fmla="*/ 357590 h 649941"/>
                <a:gd name="connsiteX152" fmla="*/ 1481969 w 2915191"/>
                <a:gd name="connsiteY152" fmla="*/ 328025 h 649941"/>
                <a:gd name="connsiteX153" fmla="*/ 1491713 w 2915191"/>
                <a:gd name="connsiteY153" fmla="*/ 334426 h 649941"/>
                <a:gd name="connsiteX154" fmla="*/ 1501472 w 2915191"/>
                <a:gd name="connsiteY154" fmla="*/ 353836 h 649941"/>
                <a:gd name="connsiteX155" fmla="*/ 1511216 w 2915191"/>
                <a:gd name="connsiteY155" fmla="*/ 355573 h 649941"/>
                <a:gd name="connsiteX156" fmla="*/ 1520960 w 2915191"/>
                <a:gd name="connsiteY156" fmla="*/ 357510 h 649941"/>
                <a:gd name="connsiteX157" fmla="*/ 1530719 w 2915191"/>
                <a:gd name="connsiteY157" fmla="*/ 374125 h 649941"/>
                <a:gd name="connsiteX158" fmla="*/ 1540463 w 2915191"/>
                <a:gd name="connsiteY158" fmla="*/ 375742 h 649941"/>
                <a:gd name="connsiteX159" fmla="*/ 1550221 w 2915191"/>
                <a:gd name="connsiteY159" fmla="*/ 368212 h 649941"/>
                <a:gd name="connsiteX160" fmla="*/ 1559965 w 2915191"/>
                <a:gd name="connsiteY160" fmla="*/ 385008 h 649941"/>
                <a:gd name="connsiteX161" fmla="*/ 1569709 w 2915191"/>
                <a:gd name="connsiteY161" fmla="*/ 360760 h 649941"/>
                <a:gd name="connsiteX162" fmla="*/ 1579468 w 2915191"/>
                <a:gd name="connsiteY162" fmla="*/ 379638 h 649941"/>
                <a:gd name="connsiteX163" fmla="*/ 1589212 w 2915191"/>
                <a:gd name="connsiteY163" fmla="*/ 380118 h 649941"/>
                <a:gd name="connsiteX164" fmla="*/ 1598971 w 2915191"/>
                <a:gd name="connsiteY164" fmla="*/ 388966 h 649941"/>
                <a:gd name="connsiteX165" fmla="*/ 1608715 w 2915191"/>
                <a:gd name="connsiteY165" fmla="*/ 359435 h 649941"/>
                <a:gd name="connsiteX166" fmla="*/ 1618459 w 2915191"/>
                <a:gd name="connsiteY166" fmla="*/ 359714 h 649941"/>
                <a:gd name="connsiteX167" fmla="*/ 1628218 w 2915191"/>
                <a:gd name="connsiteY167" fmla="*/ 320976 h 649941"/>
                <a:gd name="connsiteX168" fmla="*/ 1637962 w 2915191"/>
                <a:gd name="connsiteY168" fmla="*/ 320784 h 649941"/>
                <a:gd name="connsiteX169" fmla="*/ 1647720 w 2915191"/>
                <a:gd name="connsiteY169" fmla="*/ 326550 h 649941"/>
                <a:gd name="connsiteX170" fmla="*/ 1657464 w 2915191"/>
                <a:gd name="connsiteY170" fmla="*/ 324716 h 649941"/>
                <a:gd name="connsiteX171" fmla="*/ 1667208 w 2915191"/>
                <a:gd name="connsiteY171" fmla="*/ 321921 h 649941"/>
                <a:gd name="connsiteX172" fmla="*/ 1676967 w 2915191"/>
                <a:gd name="connsiteY172" fmla="*/ 314324 h 649941"/>
                <a:gd name="connsiteX173" fmla="*/ 1686711 w 2915191"/>
                <a:gd name="connsiteY173" fmla="*/ 311371 h 649941"/>
                <a:gd name="connsiteX174" fmla="*/ 1696470 w 2915191"/>
                <a:gd name="connsiteY174" fmla="*/ 308783 h 649941"/>
                <a:gd name="connsiteX175" fmla="*/ 1706214 w 2915191"/>
                <a:gd name="connsiteY175" fmla="*/ 366914 h 649941"/>
                <a:gd name="connsiteX176" fmla="*/ 1715958 w 2915191"/>
                <a:gd name="connsiteY176" fmla="*/ 378398 h 649941"/>
                <a:gd name="connsiteX177" fmla="*/ 1725716 w 2915191"/>
                <a:gd name="connsiteY177" fmla="*/ 394559 h 649941"/>
                <a:gd name="connsiteX178" fmla="*/ 1735460 w 2915191"/>
                <a:gd name="connsiteY178" fmla="*/ 416936 h 649941"/>
                <a:gd name="connsiteX179" fmla="*/ 1745219 w 2915191"/>
                <a:gd name="connsiteY179" fmla="*/ 403981 h 649941"/>
                <a:gd name="connsiteX180" fmla="*/ 1754963 w 2915191"/>
                <a:gd name="connsiteY180" fmla="*/ 440167 h 649941"/>
                <a:gd name="connsiteX181" fmla="*/ 1764707 w 2915191"/>
                <a:gd name="connsiteY181" fmla="*/ 426769 h 649941"/>
                <a:gd name="connsiteX182" fmla="*/ 1774466 w 2915191"/>
                <a:gd name="connsiteY182" fmla="*/ 407328 h 649941"/>
                <a:gd name="connsiteX183" fmla="*/ 1784210 w 2915191"/>
                <a:gd name="connsiteY183" fmla="*/ 409659 h 649941"/>
                <a:gd name="connsiteX184" fmla="*/ 1793969 w 2915191"/>
                <a:gd name="connsiteY184" fmla="*/ 402986 h 649941"/>
                <a:gd name="connsiteX185" fmla="*/ 1803713 w 2915191"/>
                <a:gd name="connsiteY185" fmla="*/ 363318 h 649941"/>
                <a:gd name="connsiteX186" fmla="*/ 1813457 w 2915191"/>
                <a:gd name="connsiteY186" fmla="*/ 345212 h 649941"/>
                <a:gd name="connsiteX187" fmla="*/ 1823215 w 2915191"/>
                <a:gd name="connsiteY187" fmla="*/ 346692 h 649941"/>
                <a:gd name="connsiteX188" fmla="*/ 1832959 w 2915191"/>
                <a:gd name="connsiteY188" fmla="*/ 324814 h 649941"/>
                <a:gd name="connsiteX189" fmla="*/ 1842703 w 2915191"/>
                <a:gd name="connsiteY189" fmla="*/ 323692 h 649941"/>
                <a:gd name="connsiteX190" fmla="*/ 1852462 w 2915191"/>
                <a:gd name="connsiteY190" fmla="*/ 310246 h 649941"/>
                <a:gd name="connsiteX191" fmla="*/ 1862206 w 2915191"/>
                <a:gd name="connsiteY191" fmla="*/ 326349 h 649941"/>
                <a:gd name="connsiteX192" fmla="*/ 1871965 w 2915191"/>
                <a:gd name="connsiteY192" fmla="*/ 306345 h 649941"/>
                <a:gd name="connsiteX193" fmla="*/ 1881709 w 2915191"/>
                <a:gd name="connsiteY193" fmla="*/ 274958 h 649941"/>
                <a:gd name="connsiteX194" fmla="*/ 1891453 w 2915191"/>
                <a:gd name="connsiteY194" fmla="*/ 255696 h 649941"/>
                <a:gd name="connsiteX195" fmla="*/ 1901212 w 2915191"/>
                <a:gd name="connsiteY195" fmla="*/ 244386 h 649941"/>
                <a:gd name="connsiteX196" fmla="*/ 1910956 w 2915191"/>
                <a:gd name="connsiteY196" fmla="*/ 244538 h 649941"/>
                <a:gd name="connsiteX197" fmla="*/ 1920714 w 2915191"/>
                <a:gd name="connsiteY197" fmla="*/ 217886 h 649941"/>
                <a:gd name="connsiteX198" fmla="*/ 1930458 w 2915191"/>
                <a:gd name="connsiteY198" fmla="*/ 218386 h 649941"/>
                <a:gd name="connsiteX199" fmla="*/ 1940202 w 2915191"/>
                <a:gd name="connsiteY199" fmla="*/ 217954 h 649941"/>
                <a:gd name="connsiteX200" fmla="*/ 1949961 w 2915191"/>
                <a:gd name="connsiteY200" fmla="*/ 213301 h 649941"/>
                <a:gd name="connsiteX201" fmla="*/ 1959705 w 2915191"/>
                <a:gd name="connsiteY201" fmla="*/ 181343 h 649941"/>
                <a:gd name="connsiteX202" fmla="*/ 1969464 w 2915191"/>
                <a:gd name="connsiteY202" fmla="*/ 152560 h 649941"/>
                <a:gd name="connsiteX203" fmla="*/ 1979208 w 2915191"/>
                <a:gd name="connsiteY203" fmla="*/ 159781 h 649941"/>
                <a:gd name="connsiteX204" fmla="*/ 1988952 w 2915191"/>
                <a:gd name="connsiteY204" fmla="*/ 144860 h 649941"/>
                <a:gd name="connsiteX205" fmla="*/ 1998711 w 2915191"/>
                <a:gd name="connsiteY205" fmla="*/ 162977 h 649941"/>
                <a:gd name="connsiteX206" fmla="*/ 2008454 w 2915191"/>
                <a:gd name="connsiteY206" fmla="*/ 109689 h 649941"/>
                <a:gd name="connsiteX207" fmla="*/ 2018213 w 2915191"/>
                <a:gd name="connsiteY207" fmla="*/ 118314 h 649941"/>
                <a:gd name="connsiteX208" fmla="*/ 2027957 w 2915191"/>
                <a:gd name="connsiteY208" fmla="*/ 112143 h 649941"/>
                <a:gd name="connsiteX209" fmla="*/ 2037701 w 2915191"/>
                <a:gd name="connsiteY209" fmla="*/ 127412 h 649941"/>
                <a:gd name="connsiteX210" fmla="*/ 2047460 w 2915191"/>
                <a:gd name="connsiteY210" fmla="*/ 108421 h 649941"/>
                <a:gd name="connsiteX211" fmla="*/ 2057204 w 2915191"/>
                <a:gd name="connsiteY211" fmla="*/ 94465 h 649941"/>
                <a:gd name="connsiteX212" fmla="*/ 2066963 w 2915191"/>
                <a:gd name="connsiteY212" fmla="*/ 105284 h 649941"/>
                <a:gd name="connsiteX213" fmla="*/ 2076707 w 2915191"/>
                <a:gd name="connsiteY213" fmla="*/ 101383 h 649941"/>
                <a:gd name="connsiteX214" fmla="*/ 2086451 w 2915191"/>
                <a:gd name="connsiteY214" fmla="*/ 116285 h 649941"/>
                <a:gd name="connsiteX215" fmla="*/ 2096210 w 2915191"/>
                <a:gd name="connsiteY215" fmla="*/ 132030 h 649941"/>
                <a:gd name="connsiteX216" fmla="*/ 2105954 w 2915191"/>
                <a:gd name="connsiteY216" fmla="*/ 81308 h 649941"/>
                <a:gd name="connsiteX217" fmla="*/ 2115697 w 2915191"/>
                <a:gd name="connsiteY217" fmla="*/ 104589 h 649941"/>
                <a:gd name="connsiteX218" fmla="*/ 2125456 w 2915191"/>
                <a:gd name="connsiteY218" fmla="*/ 84368 h 649941"/>
                <a:gd name="connsiteX219" fmla="*/ 2135200 w 2915191"/>
                <a:gd name="connsiteY219" fmla="*/ 88592 h 649941"/>
                <a:gd name="connsiteX220" fmla="*/ 2144959 w 2915191"/>
                <a:gd name="connsiteY220" fmla="*/ 114260 h 649941"/>
                <a:gd name="connsiteX221" fmla="*/ 2154703 w 2915191"/>
                <a:gd name="connsiteY221" fmla="*/ 128367 h 649941"/>
                <a:gd name="connsiteX222" fmla="*/ 2164447 w 2915191"/>
                <a:gd name="connsiteY222" fmla="*/ 107684 h 649941"/>
                <a:gd name="connsiteX223" fmla="*/ 2174206 w 2915191"/>
                <a:gd name="connsiteY223" fmla="*/ 68379 h 649941"/>
                <a:gd name="connsiteX224" fmla="*/ 2183950 w 2915191"/>
                <a:gd name="connsiteY224" fmla="*/ 57228 h 649941"/>
                <a:gd name="connsiteX225" fmla="*/ 2193709 w 2915191"/>
                <a:gd name="connsiteY225" fmla="*/ 77031 h 649941"/>
                <a:gd name="connsiteX226" fmla="*/ 2203452 w 2915191"/>
                <a:gd name="connsiteY226" fmla="*/ 76004 h 649941"/>
                <a:gd name="connsiteX227" fmla="*/ 2213196 w 2915191"/>
                <a:gd name="connsiteY227" fmla="*/ 78868 h 649941"/>
                <a:gd name="connsiteX228" fmla="*/ 2222955 w 2915191"/>
                <a:gd name="connsiteY228" fmla="*/ 60797 h 649941"/>
                <a:gd name="connsiteX229" fmla="*/ 2232699 w 2915191"/>
                <a:gd name="connsiteY229" fmla="*/ 56332 h 649941"/>
                <a:gd name="connsiteX230" fmla="*/ 2242458 w 2915191"/>
                <a:gd name="connsiteY230" fmla="*/ 68196 h 649941"/>
                <a:gd name="connsiteX231" fmla="*/ 2252202 w 2915191"/>
                <a:gd name="connsiteY231" fmla="*/ 61581 h 649941"/>
                <a:gd name="connsiteX232" fmla="*/ 2261946 w 2915191"/>
                <a:gd name="connsiteY232" fmla="*/ 48446 h 649941"/>
                <a:gd name="connsiteX233" fmla="*/ 2271705 w 2915191"/>
                <a:gd name="connsiteY233" fmla="*/ 46324 h 649941"/>
                <a:gd name="connsiteX234" fmla="*/ 2281449 w 2915191"/>
                <a:gd name="connsiteY234" fmla="*/ 54809 h 649941"/>
                <a:gd name="connsiteX235" fmla="*/ 2291208 w 2915191"/>
                <a:gd name="connsiteY235" fmla="*/ 71870 h 649941"/>
                <a:gd name="connsiteX236" fmla="*/ 2300951 w 2915191"/>
                <a:gd name="connsiteY236" fmla="*/ 83318 h 649941"/>
                <a:gd name="connsiteX237" fmla="*/ 2310695 w 2915191"/>
                <a:gd name="connsiteY237" fmla="*/ 61530 h 649941"/>
                <a:gd name="connsiteX238" fmla="*/ 2320454 w 2915191"/>
                <a:gd name="connsiteY238" fmla="*/ 73324 h 649941"/>
                <a:gd name="connsiteX239" fmla="*/ 2330198 w 2915191"/>
                <a:gd name="connsiteY239" fmla="*/ 50627 h 649941"/>
                <a:gd name="connsiteX240" fmla="*/ 2339957 w 2915191"/>
                <a:gd name="connsiteY240" fmla="*/ 62518 h 649941"/>
                <a:gd name="connsiteX241" fmla="*/ 2349701 w 2915191"/>
                <a:gd name="connsiteY241" fmla="*/ 41884 h 649941"/>
                <a:gd name="connsiteX242" fmla="*/ 2359445 w 2915191"/>
                <a:gd name="connsiteY242" fmla="*/ 43806 h 649941"/>
                <a:gd name="connsiteX243" fmla="*/ 2369204 w 2915191"/>
                <a:gd name="connsiteY243" fmla="*/ 59173 h 649941"/>
                <a:gd name="connsiteX244" fmla="*/ 2378948 w 2915191"/>
                <a:gd name="connsiteY244" fmla="*/ 57357 h 649941"/>
                <a:gd name="connsiteX245" fmla="*/ 2388692 w 2915191"/>
                <a:gd name="connsiteY245" fmla="*/ 21705 h 649941"/>
                <a:gd name="connsiteX246" fmla="*/ 2398450 w 2915191"/>
                <a:gd name="connsiteY246" fmla="*/ 38809 h 649941"/>
                <a:gd name="connsiteX247" fmla="*/ 2408194 w 2915191"/>
                <a:gd name="connsiteY247" fmla="*/ 54693 h 649941"/>
                <a:gd name="connsiteX248" fmla="*/ 2417953 w 2915191"/>
                <a:gd name="connsiteY248" fmla="*/ 39268 h 649941"/>
                <a:gd name="connsiteX249" fmla="*/ 2427697 w 2915191"/>
                <a:gd name="connsiteY249" fmla="*/ 29615 h 649941"/>
                <a:gd name="connsiteX250" fmla="*/ 2437441 w 2915191"/>
                <a:gd name="connsiteY250" fmla="*/ 31881 h 649941"/>
                <a:gd name="connsiteX251" fmla="*/ 2447200 w 2915191"/>
                <a:gd name="connsiteY251" fmla="*/ 37425 h 649941"/>
                <a:gd name="connsiteX252" fmla="*/ 2456944 w 2915191"/>
                <a:gd name="connsiteY252" fmla="*/ 39402 h 649941"/>
                <a:gd name="connsiteX253" fmla="*/ 2466703 w 2915191"/>
                <a:gd name="connsiteY253" fmla="*/ 44079 h 649941"/>
                <a:gd name="connsiteX254" fmla="*/ 2476446 w 2915191"/>
                <a:gd name="connsiteY254" fmla="*/ 31348 h 649941"/>
                <a:gd name="connsiteX255" fmla="*/ 2486190 w 2915191"/>
                <a:gd name="connsiteY255" fmla="*/ 47856 h 649941"/>
                <a:gd name="connsiteX256" fmla="*/ 2495949 w 2915191"/>
                <a:gd name="connsiteY256" fmla="*/ 60612 h 649941"/>
                <a:gd name="connsiteX257" fmla="*/ 2505693 w 2915191"/>
                <a:gd name="connsiteY257" fmla="*/ 23922 h 649941"/>
                <a:gd name="connsiteX258" fmla="*/ 2515452 w 2915191"/>
                <a:gd name="connsiteY258" fmla="*/ 9507 h 649941"/>
                <a:gd name="connsiteX259" fmla="*/ 2525196 w 2915191"/>
                <a:gd name="connsiteY259" fmla="*/ 11195 h 649941"/>
                <a:gd name="connsiteX260" fmla="*/ 2534940 w 2915191"/>
                <a:gd name="connsiteY260" fmla="*/ 8506 h 649941"/>
                <a:gd name="connsiteX261" fmla="*/ 2544699 w 2915191"/>
                <a:gd name="connsiteY261" fmla="*/ 7262 h 649941"/>
                <a:gd name="connsiteX262" fmla="*/ 2554443 w 2915191"/>
                <a:gd name="connsiteY262" fmla="*/ 0 h 649941"/>
                <a:gd name="connsiteX263" fmla="*/ 2564202 w 2915191"/>
                <a:gd name="connsiteY263" fmla="*/ 18913 h 649941"/>
                <a:gd name="connsiteX264" fmla="*/ 2573946 w 2915191"/>
                <a:gd name="connsiteY264" fmla="*/ 22262 h 649941"/>
                <a:gd name="connsiteX265" fmla="*/ 2583690 w 2915191"/>
                <a:gd name="connsiteY265" fmla="*/ 34561 h 649941"/>
                <a:gd name="connsiteX266" fmla="*/ 2593448 w 2915191"/>
                <a:gd name="connsiteY266" fmla="*/ 21723 h 649941"/>
                <a:gd name="connsiteX267" fmla="*/ 2603192 w 2915191"/>
                <a:gd name="connsiteY267" fmla="*/ 43028 h 649941"/>
                <a:gd name="connsiteX268" fmla="*/ 2612951 w 2915191"/>
                <a:gd name="connsiteY268" fmla="*/ 46778 h 649941"/>
                <a:gd name="connsiteX269" fmla="*/ 2622695 w 2915191"/>
                <a:gd name="connsiteY269" fmla="*/ 17722 h 649941"/>
                <a:gd name="connsiteX270" fmla="*/ 2632439 w 2915191"/>
                <a:gd name="connsiteY270" fmla="*/ 32243 h 649941"/>
                <a:gd name="connsiteX271" fmla="*/ 2642198 w 2915191"/>
                <a:gd name="connsiteY271" fmla="*/ 37204 h 649941"/>
                <a:gd name="connsiteX272" fmla="*/ 2651942 w 2915191"/>
                <a:gd name="connsiteY272" fmla="*/ 30611 h 649941"/>
                <a:gd name="connsiteX273" fmla="*/ 2661685 w 2915191"/>
                <a:gd name="connsiteY273" fmla="*/ 61497 h 649941"/>
                <a:gd name="connsiteX274" fmla="*/ 2671444 w 2915191"/>
                <a:gd name="connsiteY274" fmla="*/ 74082 h 649941"/>
                <a:gd name="connsiteX275" fmla="*/ 2681188 w 2915191"/>
                <a:gd name="connsiteY275" fmla="*/ 105203 h 649941"/>
                <a:gd name="connsiteX276" fmla="*/ 2690947 w 2915191"/>
                <a:gd name="connsiteY276" fmla="*/ 129670 h 649941"/>
                <a:gd name="connsiteX277" fmla="*/ 2700691 w 2915191"/>
                <a:gd name="connsiteY277" fmla="*/ 168853 h 649941"/>
                <a:gd name="connsiteX278" fmla="*/ 2710435 w 2915191"/>
                <a:gd name="connsiteY278" fmla="*/ 172213 h 649941"/>
                <a:gd name="connsiteX279" fmla="*/ 2720194 w 2915191"/>
                <a:gd name="connsiteY279" fmla="*/ 169710 h 649941"/>
                <a:gd name="connsiteX280" fmla="*/ 2729938 w 2915191"/>
                <a:gd name="connsiteY280" fmla="*/ 180500 h 649941"/>
                <a:gd name="connsiteX281" fmla="*/ 2739697 w 2915191"/>
                <a:gd name="connsiteY281" fmla="*/ 200452 h 649941"/>
                <a:gd name="connsiteX282" fmla="*/ 2749441 w 2915191"/>
                <a:gd name="connsiteY282" fmla="*/ 202601 h 649941"/>
                <a:gd name="connsiteX283" fmla="*/ 2759185 w 2915191"/>
                <a:gd name="connsiteY283" fmla="*/ 199417 h 649941"/>
                <a:gd name="connsiteX284" fmla="*/ 2768943 w 2915191"/>
                <a:gd name="connsiteY284" fmla="*/ 209964 h 649941"/>
                <a:gd name="connsiteX285" fmla="*/ 2778687 w 2915191"/>
                <a:gd name="connsiteY285" fmla="*/ 192760 h 649941"/>
                <a:gd name="connsiteX286" fmla="*/ 2788446 w 2915191"/>
                <a:gd name="connsiteY286" fmla="*/ 181431 h 649941"/>
                <a:gd name="connsiteX287" fmla="*/ 2798190 w 2915191"/>
                <a:gd name="connsiteY287" fmla="*/ 143629 h 649941"/>
                <a:gd name="connsiteX288" fmla="*/ 2807934 w 2915191"/>
                <a:gd name="connsiteY288" fmla="*/ 157056 h 649941"/>
                <a:gd name="connsiteX289" fmla="*/ 2817693 w 2915191"/>
                <a:gd name="connsiteY289" fmla="*/ 163195 h 649941"/>
                <a:gd name="connsiteX290" fmla="*/ 2827437 w 2915191"/>
                <a:gd name="connsiteY290" fmla="*/ 178821 h 649941"/>
                <a:gd name="connsiteX291" fmla="*/ 2837196 w 2915191"/>
                <a:gd name="connsiteY291" fmla="*/ 187738 h 649941"/>
                <a:gd name="connsiteX292" fmla="*/ 2846940 w 2915191"/>
                <a:gd name="connsiteY292" fmla="*/ 157959 h 649941"/>
                <a:gd name="connsiteX293" fmla="*/ 2856684 w 2915191"/>
                <a:gd name="connsiteY293" fmla="*/ 158923 h 649941"/>
                <a:gd name="connsiteX294" fmla="*/ 2866442 w 2915191"/>
                <a:gd name="connsiteY294" fmla="*/ 178123 h 649941"/>
                <a:gd name="connsiteX295" fmla="*/ 2876186 w 2915191"/>
                <a:gd name="connsiteY295" fmla="*/ 207492 h 649941"/>
                <a:gd name="connsiteX296" fmla="*/ 2885945 w 2915191"/>
                <a:gd name="connsiteY296" fmla="*/ 195026 h 649941"/>
                <a:gd name="connsiteX297" fmla="*/ 2895689 w 2915191"/>
                <a:gd name="connsiteY297" fmla="*/ 185604 h 649941"/>
                <a:gd name="connsiteX298" fmla="*/ 2905433 w 2915191"/>
                <a:gd name="connsiteY298" fmla="*/ 188152 h 649941"/>
                <a:gd name="connsiteX299" fmla="*/ 2915192 w 2915191"/>
                <a:gd name="connsiteY299" fmla="*/ 211408 h 649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49941">
                  <a:moveTo>
                    <a:pt x="0" y="476754"/>
                  </a:moveTo>
                  <a:lnTo>
                    <a:pt x="9750" y="501860"/>
                  </a:lnTo>
                  <a:lnTo>
                    <a:pt x="19500" y="490483"/>
                  </a:lnTo>
                  <a:lnTo>
                    <a:pt x="29250" y="492061"/>
                  </a:lnTo>
                  <a:lnTo>
                    <a:pt x="39000" y="468391"/>
                  </a:lnTo>
                  <a:lnTo>
                    <a:pt x="48749" y="445590"/>
                  </a:lnTo>
                  <a:lnTo>
                    <a:pt x="58499" y="430546"/>
                  </a:lnTo>
                  <a:lnTo>
                    <a:pt x="68249" y="441344"/>
                  </a:lnTo>
                  <a:lnTo>
                    <a:pt x="77998" y="435216"/>
                  </a:lnTo>
                  <a:lnTo>
                    <a:pt x="87748" y="410586"/>
                  </a:lnTo>
                  <a:lnTo>
                    <a:pt x="97497" y="460846"/>
                  </a:lnTo>
                  <a:lnTo>
                    <a:pt x="107247" y="461058"/>
                  </a:lnTo>
                  <a:lnTo>
                    <a:pt x="116997" y="476708"/>
                  </a:lnTo>
                  <a:lnTo>
                    <a:pt x="126747" y="511284"/>
                  </a:lnTo>
                  <a:lnTo>
                    <a:pt x="136497" y="510990"/>
                  </a:lnTo>
                  <a:lnTo>
                    <a:pt x="146247" y="526874"/>
                  </a:lnTo>
                  <a:lnTo>
                    <a:pt x="155997" y="501501"/>
                  </a:lnTo>
                  <a:lnTo>
                    <a:pt x="165747" y="511393"/>
                  </a:lnTo>
                  <a:lnTo>
                    <a:pt x="175497" y="480666"/>
                  </a:lnTo>
                  <a:lnTo>
                    <a:pt x="185247" y="478688"/>
                  </a:lnTo>
                  <a:lnTo>
                    <a:pt x="194996" y="489001"/>
                  </a:lnTo>
                  <a:lnTo>
                    <a:pt x="204746" y="477579"/>
                  </a:lnTo>
                  <a:lnTo>
                    <a:pt x="214495" y="496948"/>
                  </a:lnTo>
                  <a:lnTo>
                    <a:pt x="224245" y="515745"/>
                  </a:lnTo>
                  <a:lnTo>
                    <a:pt x="233995" y="525568"/>
                  </a:lnTo>
                  <a:lnTo>
                    <a:pt x="243744" y="510242"/>
                  </a:lnTo>
                  <a:lnTo>
                    <a:pt x="253494" y="496990"/>
                  </a:lnTo>
                  <a:lnTo>
                    <a:pt x="263244" y="544693"/>
                  </a:lnTo>
                  <a:lnTo>
                    <a:pt x="272994" y="511096"/>
                  </a:lnTo>
                  <a:lnTo>
                    <a:pt x="282744" y="538933"/>
                  </a:lnTo>
                  <a:lnTo>
                    <a:pt x="292494" y="540684"/>
                  </a:lnTo>
                  <a:lnTo>
                    <a:pt x="302244" y="563483"/>
                  </a:lnTo>
                  <a:lnTo>
                    <a:pt x="311994" y="543110"/>
                  </a:lnTo>
                  <a:lnTo>
                    <a:pt x="321744" y="537195"/>
                  </a:lnTo>
                  <a:lnTo>
                    <a:pt x="331493" y="508554"/>
                  </a:lnTo>
                  <a:lnTo>
                    <a:pt x="341243" y="491211"/>
                  </a:lnTo>
                  <a:lnTo>
                    <a:pt x="350993" y="471478"/>
                  </a:lnTo>
                  <a:lnTo>
                    <a:pt x="360742" y="516239"/>
                  </a:lnTo>
                  <a:lnTo>
                    <a:pt x="370492" y="498933"/>
                  </a:lnTo>
                  <a:lnTo>
                    <a:pt x="380241" y="490795"/>
                  </a:lnTo>
                  <a:lnTo>
                    <a:pt x="389991" y="458655"/>
                  </a:lnTo>
                  <a:lnTo>
                    <a:pt x="399741" y="438374"/>
                  </a:lnTo>
                  <a:lnTo>
                    <a:pt x="409491" y="444179"/>
                  </a:lnTo>
                  <a:lnTo>
                    <a:pt x="419241" y="443148"/>
                  </a:lnTo>
                  <a:lnTo>
                    <a:pt x="428991" y="428931"/>
                  </a:lnTo>
                  <a:lnTo>
                    <a:pt x="438741" y="454327"/>
                  </a:lnTo>
                  <a:lnTo>
                    <a:pt x="448491" y="415531"/>
                  </a:lnTo>
                  <a:lnTo>
                    <a:pt x="458241" y="476186"/>
                  </a:lnTo>
                  <a:lnTo>
                    <a:pt x="467991" y="474339"/>
                  </a:lnTo>
                  <a:lnTo>
                    <a:pt x="477740" y="491208"/>
                  </a:lnTo>
                  <a:lnTo>
                    <a:pt x="487490" y="436087"/>
                  </a:lnTo>
                  <a:lnTo>
                    <a:pt x="497239" y="466426"/>
                  </a:lnTo>
                  <a:lnTo>
                    <a:pt x="506989" y="417766"/>
                  </a:lnTo>
                  <a:lnTo>
                    <a:pt x="516738" y="413573"/>
                  </a:lnTo>
                  <a:lnTo>
                    <a:pt x="526488" y="440316"/>
                  </a:lnTo>
                  <a:lnTo>
                    <a:pt x="536238" y="440433"/>
                  </a:lnTo>
                  <a:lnTo>
                    <a:pt x="545988" y="470754"/>
                  </a:lnTo>
                  <a:lnTo>
                    <a:pt x="555738" y="476633"/>
                  </a:lnTo>
                  <a:lnTo>
                    <a:pt x="565488" y="497639"/>
                  </a:lnTo>
                  <a:lnTo>
                    <a:pt x="575238" y="531922"/>
                  </a:lnTo>
                  <a:lnTo>
                    <a:pt x="584988" y="519221"/>
                  </a:lnTo>
                  <a:lnTo>
                    <a:pt x="594738" y="537987"/>
                  </a:lnTo>
                  <a:lnTo>
                    <a:pt x="604488" y="523222"/>
                  </a:lnTo>
                  <a:lnTo>
                    <a:pt x="614237" y="543956"/>
                  </a:lnTo>
                  <a:lnTo>
                    <a:pt x="623987" y="542092"/>
                  </a:lnTo>
                  <a:lnTo>
                    <a:pt x="633736" y="539406"/>
                  </a:lnTo>
                  <a:lnTo>
                    <a:pt x="643486" y="589794"/>
                  </a:lnTo>
                  <a:lnTo>
                    <a:pt x="653236" y="583581"/>
                  </a:lnTo>
                  <a:lnTo>
                    <a:pt x="662985" y="579977"/>
                  </a:lnTo>
                  <a:lnTo>
                    <a:pt x="672735" y="584490"/>
                  </a:lnTo>
                  <a:lnTo>
                    <a:pt x="682485" y="602458"/>
                  </a:lnTo>
                  <a:lnTo>
                    <a:pt x="692235" y="609759"/>
                  </a:lnTo>
                  <a:lnTo>
                    <a:pt x="701985" y="589973"/>
                  </a:lnTo>
                  <a:lnTo>
                    <a:pt x="711735" y="579326"/>
                  </a:lnTo>
                  <a:lnTo>
                    <a:pt x="721485" y="596350"/>
                  </a:lnTo>
                  <a:lnTo>
                    <a:pt x="731235" y="560936"/>
                  </a:lnTo>
                  <a:lnTo>
                    <a:pt x="740985" y="535219"/>
                  </a:lnTo>
                  <a:lnTo>
                    <a:pt x="750734" y="529227"/>
                  </a:lnTo>
                  <a:lnTo>
                    <a:pt x="760484" y="537140"/>
                  </a:lnTo>
                  <a:lnTo>
                    <a:pt x="770233" y="554837"/>
                  </a:lnTo>
                  <a:lnTo>
                    <a:pt x="779983" y="556598"/>
                  </a:lnTo>
                  <a:lnTo>
                    <a:pt x="789733" y="523628"/>
                  </a:lnTo>
                  <a:lnTo>
                    <a:pt x="799482" y="515852"/>
                  </a:lnTo>
                  <a:lnTo>
                    <a:pt x="809232" y="505107"/>
                  </a:lnTo>
                  <a:lnTo>
                    <a:pt x="818982" y="507801"/>
                  </a:lnTo>
                  <a:lnTo>
                    <a:pt x="828732" y="508513"/>
                  </a:lnTo>
                  <a:lnTo>
                    <a:pt x="838482" y="502155"/>
                  </a:lnTo>
                  <a:lnTo>
                    <a:pt x="848232" y="553508"/>
                  </a:lnTo>
                  <a:lnTo>
                    <a:pt x="857982" y="508191"/>
                  </a:lnTo>
                  <a:lnTo>
                    <a:pt x="867732" y="535978"/>
                  </a:lnTo>
                  <a:lnTo>
                    <a:pt x="877482" y="612798"/>
                  </a:lnTo>
                  <a:lnTo>
                    <a:pt x="887231" y="636011"/>
                  </a:lnTo>
                  <a:lnTo>
                    <a:pt x="896981" y="649941"/>
                  </a:lnTo>
                  <a:lnTo>
                    <a:pt x="906730" y="649390"/>
                  </a:lnTo>
                  <a:lnTo>
                    <a:pt x="916480" y="631913"/>
                  </a:lnTo>
                  <a:lnTo>
                    <a:pt x="926230" y="588990"/>
                  </a:lnTo>
                  <a:lnTo>
                    <a:pt x="935979" y="610384"/>
                  </a:lnTo>
                  <a:lnTo>
                    <a:pt x="945729" y="600879"/>
                  </a:lnTo>
                  <a:lnTo>
                    <a:pt x="955479" y="595053"/>
                  </a:lnTo>
                  <a:lnTo>
                    <a:pt x="965229" y="613886"/>
                  </a:lnTo>
                  <a:lnTo>
                    <a:pt x="974979" y="588721"/>
                  </a:lnTo>
                  <a:lnTo>
                    <a:pt x="984729" y="618594"/>
                  </a:lnTo>
                  <a:lnTo>
                    <a:pt x="994474" y="613975"/>
                  </a:lnTo>
                  <a:lnTo>
                    <a:pt x="1004233" y="607092"/>
                  </a:lnTo>
                  <a:lnTo>
                    <a:pt x="1013977" y="586203"/>
                  </a:lnTo>
                  <a:lnTo>
                    <a:pt x="1023721" y="567782"/>
                  </a:lnTo>
                  <a:lnTo>
                    <a:pt x="1033480" y="549926"/>
                  </a:lnTo>
                  <a:lnTo>
                    <a:pt x="1043224" y="538899"/>
                  </a:lnTo>
                  <a:lnTo>
                    <a:pt x="1052983" y="501244"/>
                  </a:lnTo>
                  <a:lnTo>
                    <a:pt x="1062727" y="504617"/>
                  </a:lnTo>
                  <a:lnTo>
                    <a:pt x="1072471" y="508006"/>
                  </a:lnTo>
                  <a:lnTo>
                    <a:pt x="1082230" y="506279"/>
                  </a:lnTo>
                  <a:lnTo>
                    <a:pt x="1091973" y="468066"/>
                  </a:lnTo>
                  <a:lnTo>
                    <a:pt x="1101732" y="457919"/>
                  </a:lnTo>
                  <a:lnTo>
                    <a:pt x="1111476" y="473426"/>
                  </a:lnTo>
                  <a:lnTo>
                    <a:pt x="1121220" y="465447"/>
                  </a:lnTo>
                  <a:lnTo>
                    <a:pt x="1130979" y="447241"/>
                  </a:lnTo>
                  <a:lnTo>
                    <a:pt x="1140723" y="411722"/>
                  </a:lnTo>
                  <a:lnTo>
                    <a:pt x="1150482" y="396426"/>
                  </a:lnTo>
                  <a:lnTo>
                    <a:pt x="1160226" y="363239"/>
                  </a:lnTo>
                  <a:lnTo>
                    <a:pt x="1169969" y="379423"/>
                  </a:lnTo>
                  <a:lnTo>
                    <a:pt x="1179728" y="375207"/>
                  </a:lnTo>
                  <a:lnTo>
                    <a:pt x="1189472" y="349228"/>
                  </a:lnTo>
                  <a:lnTo>
                    <a:pt x="1199231" y="395342"/>
                  </a:lnTo>
                  <a:lnTo>
                    <a:pt x="1208975" y="358109"/>
                  </a:lnTo>
                  <a:lnTo>
                    <a:pt x="1218719" y="356948"/>
                  </a:lnTo>
                  <a:lnTo>
                    <a:pt x="1228478" y="367385"/>
                  </a:lnTo>
                  <a:lnTo>
                    <a:pt x="1238222" y="369055"/>
                  </a:lnTo>
                  <a:lnTo>
                    <a:pt x="1247966" y="373194"/>
                  </a:lnTo>
                  <a:lnTo>
                    <a:pt x="1257725" y="412376"/>
                  </a:lnTo>
                  <a:lnTo>
                    <a:pt x="1267469" y="387004"/>
                  </a:lnTo>
                  <a:lnTo>
                    <a:pt x="1277227" y="373360"/>
                  </a:lnTo>
                  <a:lnTo>
                    <a:pt x="1286971" y="353958"/>
                  </a:lnTo>
                  <a:lnTo>
                    <a:pt x="1296715" y="291227"/>
                  </a:lnTo>
                  <a:lnTo>
                    <a:pt x="1306474" y="283787"/>
                  </a:lnTo>
                  <a:lnTo>
                    <a:pt x="1316218" y="311860"/>
                  </a:lnTo>
                  <a:lnTo>
                    <a:pt x="1325977" y="331495"/>
                  </a:lnTo>
                  <a:lnTo>
                    <a:pt x="1335721" y="328152"/>
                  </a:lnTo>
                  <a:lnTo>
                    <a:pt x="1345465" y="362892"/>
                  </a:lnTo>
                  <a:lnTo>
                    <a:pt x="1355224" y="347712"/>
                  </a:lnTo>
                  <a:lnTo>
                    <a:pt x="1364967" y="351317"/>
                  </a:lnTo>
                  <a:lnTo>
                    <a:pt x="1374726" y="359791"/>
                  </a:lnTo>
                  <a:lnTo>
                    <a:pt x="1384470" y="338456"/>
                  </a:lnTo>
                  <a:lnTo>
                    <a:pt x="1394214" y="357211"/>
                  </a:lnTo>
                  <a:lnTo>
                    <a:pt x="1403973" y="336233"/>
                  </a:lnTo>
                  <a:lnTo>
                    <a:pt x="1413717" y="336285"/>
                  </a:lnTo>
                  <a:lnTo>
                    <a:pt x="1423476" y="351242"/>
                  </a:lnTo>
                  <a:lnTo>
                    <a:pt x="1433220" y="353726"/>
                  </a:lnTo>
                  <a:lnTo>
                    <a:pt x="1442964" y="397089"/>
                  </a:lnTo>
                  <a:lnTo>
                    <a:pt x="1452722" y="378586"/>
                  </a:lnTo>
                  <a:lnTo>
                    <a:pt x="1462466" y="384759"/>
                  </a:lnTo>
                  <a:lnTo>
                    <a:pt x="1472225" y="357590"/>
                  </a:lnTo>
                  <a:lnTo>
                    <a:pt x="1481969" y="328025"/>
                  </a:lnTo>
                  <a:lnTo>
                    <a:pt x="1491713" y="334426"/>
                  </a:lnTo>
                  <a:lnTo>
                    <a:pt x="1501472" y="353836"/>
                  </a:lnTo>
                  <a:lnTo>
                    <a:pt x="1511216" y="355573"/>
                  </a:lnTo>
                  <a:lnTo>
                    <a:pt x="1520960" y="357510"/>
                  </a:lnTo>
                  <a:lnTo>
                    <a:pt x="1530719" y="374125"/>
                  </a:lnTo>
                  <a:lnTo>
                    <a:pt x="1540463" y="375742"/>
                  </a:lnTo>
                  <a:lnTo>
                    <a:pt x="1550221" y="368212"/>
                  </a:lnTo>
                  <a:lnTo>
                    <a:pt x="1559965" y="385008"/>
                  </a:lnTo>
                  <a:lnTo>
                    <a:pt x="1569709" y="360760"/>
                  </a:lnTo>
                  <a:lnTo>
                    <a:pt x="1579468" y="379638"/>
                  </a:lnTo>
                  <a:lnTo>
                    <a:pt x="1589212" y="380118"/>
                  </a:lnTo>
                  <a:lnTo>
                    <a:pt x="1598971" y="388966"/>
                  </a:lnTo>
                  <a:lnTo>
                    <a:pt x="1608715" y="359435"/>
                  </a:lnTo>
                  <a:lnTo>
                    <a:pt x="1618459" y="359714"/>
                  </a:lnTo>
                  <a:lnTo>
                    <a:pt x="1628218" y="320976"/>
                  </a:lnTo>
                  <a:lnTo>
                    <a:pt x="1637962" y="320784"/>
                  </a:lnTo>
                  <a:lnTo>
                    <a:pt x="1647720" y="326550"/>
                  </a:lnTo>
                  <a:lnTo>
                    <a:pt x="1657464" y="324716"/>
                  </a:lnTo>
                  <a:lnTo>
                    <a:pt x="1667208" y="321921"/>
                  </a:lnTo>
                  <a:lnTo>
                    <a:pt x="1676967" y="314324"/>
                  </a:lnTo>
                  <a:lnTo>
                    <a:pt x="1686711" y="311371"/>
                  </a:lnTo>
                  <a:lnTo>
                    <a:pt x="1696470" y="308783"/>
                  </a:lnTo>
                  <a:lnTo>
                    <a:pt x="1706214" y="366914"/>
                  </a:lnTo>
                  <a:lnTo>
                    <a:pt x="1715958" y="378398"/>
                  </a:lnTo>
                  <a:lnTo>
                    <a:pt x="1725716" y="394559"/>
                  </a:lnTo>
                  <a:lnTo>
                    <a:pt x="1735460" y="416936"/>
                  </a:lnTo>
                  <a:lnTo>
                    <a:pt x="1745219" y="403981"/>
                  </a:lnTo>
                  <a:lnTo>
                    <a:pt x="1754963" y="440167"/>
                  </a:lnTo>
                  <a:lnTo>
                    <a:pt x="1764707" y="426769"/>
                  </a:lnTo>
                  <a:lnTo>
                    <a:pt x="1774466" y="407328"/>
                  </a:lnTo>
                  <a:lnTo>
                    <a:pt x="1784210" y="409659"/>
                  </a:lnTo>
                  <a:lnTo>
                    <a:pt x="1793969" y="402986"/>
                  </a:lnTo>
                  <a:lnTo>
                    <a:pt x="1803713" y="363318"/>
                  </a:lnTo>
                  <a:lnTo>
                    <a:pt x="1813457" y="345212"/>
                  </a:lnTo>
                  <a:lnTo>
                    <a:pt x="1823215" y="346692"/>
                  </a:lnTo>
                  <a:lnTo>
                    <a:pt x="1832959" y="324814"/>
                  </a:lnTo>
                  <a:lnTo>
                    <a:pt x="1842703" y="323692"/>
                  </a:lnTo>
                  <a:lnTo>
                    <a:pt x="1852462" y="310246"/>
                  </a:lnTo>
                  <a:lnTo>
                    <a:pt x="1862206" y="326349"/>
                  </a:lnTo>
                  <a:lnTo>
                    <a:pt x="1871965" y="306345"/>
                  </a:lnTo>
                  <a:lnTo>
                    <a:pt x="1881709" y="274958"/>
                  </a:lnTo>
                  <a:lnTo>
                    <a:pt x="1891453" y="255696"/>
                  </a:lnTo>
                  <a:lnTo>
                    <a:pt x="1901212" y="244386"/>
                  </a:lnTo>
                  <a:lnTo>
                    <a:pt x="1910956" y="244538"/>
                  </a:lnTo>
                  <a:lnTo>
                    <a:pt x="1920714" y="217886"/>
                  </a:lnTo>
                  <a:lnTo>
                    <a:pt x="1930458" y="218386"/>
                  </a:lnTo>
                  <a:lnTo>
                    <a:pt x="1940202" y="217954"/>
                  </a:lnTo>
                  <a:lnTo>
                    <a:pt x="1949961" y="213301"/>
                  </a:lnTo>
                  <a:lnTo>
                    <a:pt x="1959705" y="181343"/>
                  </a:lnTo>
                  <a:lnTo>
                    <a:pt x="1969464" y="152560"/>
                  </a:lnTo>
                  <a:lnTo>
                    <a:pt x="1979208" y="159781"/>
                  </a:lnTo>
                  <a:lnTo>
                    <a:pt x="1988952" y="144860"/>
                  </a:lnTo>
                  <a:lnTo>
                    <a:pt x="1998711" y="162977"/>
                  </a:lnTo>
                  <a:lnTo>
                    <a:pt x="2008454" y="109689"/>
                  </a:lnTo>
                  <a:lnTo>
                    <a:pt x="2018213" y="118314"/>
                  </a:lnTo>
                  <a:lnTo>
                    <a:pt x="2027957" y="112143"/>
                  </a:lnTo>
                  <a:lnTo>
                    <a:pt x="2037701" y="127412"/>
                  </a:lnTo>
                  <a:lnTo>
                    <a:pt x="2047460" y="108421"/>
                  </a:lnTo>
                  <a:lnTo>
                    <a:pt x="2057204" y="94465"/>
                  </a:lnTo>
                  <a:lnTo>
                    <a:pt x="2066963" y="105284"/>
                  </a:lnTo>
                  <a:lnTo>
                    <a:pt x="2076707" y="101383"/>
                  </a:lnTo>
                  <a:lnTo>
                    <a:pt x="2086451" y="116285"/>
                  </a:lnTo>
                  <a:lnTo>
                    <a:pt x="2096210" y="132030"/>
                  </a:lnTo>
                  <a:lnTo>
                    <a:pt x="2105954" y="81308"/>
                  </a:lnTo>
                  <a:lnTo>
                    <a:pt x="2115697" y="104589"/>
                  </a:lnTo>
                  <a:lnTo>
                    <a:pt x="2125456" y="84368"/>
                  </a:lnTo>
                  <a:lnTo>
                    <a:pt x="2135200" y="88592"/>
                  </a:lnTo>
                  <a:lnTo>
                    <a:pt x="2144959" y="114260"/>
                  </a:lnTo>
                  <a:lnTo>
                    <a:pt x="2154703" y="128367"/>
                  </a:lnTo>
                  <a:lnTo>
                    <a:pt x="2164447" y="107684"/>
                  </a:lnTo>
                  <a:lnTo>
                    <a:pt x="2174206" y="68379"/>
                  </a:lnTo>
                  <a:lnTo>
                    <a:pt x="2183950" y="57228"/>
                  </a:lnTo>
                  <a:lnTo>
                    <a:pt x="2193709" y="77031"/>
                  </a:lnTo>
                  <a:lnTo>
                    <a:pt x="2203452" y="76004"/>
                  </a:lnTo>
                  <a:lnTo>
                    <a:pt x="2213196" y="78868"/>
                  </a:lnTo>
                  <a:lnTo>
                    <a:pt x="2222955" y="60797"/>
                  </a:lnTo>
                  <a:lnTo>
                    <a:pt x="2232699" y="56332"/>
                  </a:lnTo>
                  <a:lnTo>
                    <a:pt x="2242458" y="68196"/>
                  </a:lnTo>
                  <a:lnTo>
                    <a:pt x="2252202" y="61581"/>
                  </a:lnTo>
                  <a:lnTo>
                    <a:pt x="2261946" y="48446"/>
                  </a:lnTo>
                  <a:lnTo>
                    <a:pt x="2271705" y="46324"/>
                  </a:lnTo>
                  <a:lnTo>
                    <a:pt x="2281449" y="54809"/>
                  </a:lnTo>
                  <a:lnTo>
                    <a:pt x="2291208" y="71870"/>
                  </a:lnTo>
                  <a:lnTo>
                    <a:pt x="2300951" y="83318"/>
                  </a:lnTo>
                  <a:lnTo>
                    <a:pt x="2310695" y="61530"/>
                  </a:lnTo>
                  <a:lnTo>
                    <a:pt x="2320454" y="73324"/>
                  </a:lnTo>
                  <a:lnTo>
                    <a:pt x="2330198" y="50627"/>
                  </a:lnTo>
                  <a:lnTo>
                    <a:pt x="2339957" y="62518"/>
                  </a:lnTo>
                  <a:lnTo>
                    <a:pt x="2349701" y="41884"/>
                  </a:lnTo>
                  <a:lnTo>
                    <a:pt x="2359445" y="43806"/>
                  </a:lnTo>
                  <a:lnTo>
                    <a:pt x="2369204" y="59173"/>
                  </a:lnTo>
                  <a:lnTo>
                    <a:pt x="2378948" y="57357"/>
                  </a:lnTo>
                  <a:lnTo>
                    <a:pt x="2388692" y="21705"/>
                  </a:lnTo>
                  <a:lnTo>
                    <a:pt x="2398450" y="38809"/>
                  </a:lnTo>
                  <a:lnTo>
                    <a:pt x="2408194" y="54693"/>
                  </a:lnTo>
                  <a:lnTo>
                    <a:pt x="2417953" y="39268"/>
                  </a:lnTo>
                  <a:lnTo>
                    <a:pt x="2427697" y="29615"/>
                  </a:lnTo>
                  <a:lnTo>
                    <a:pt x="2437441" y="31881"/>
                  </a:lnTo>
                  <a:lnTo>
                    <a:pt x="2447200" y="37425"/>
                  </a:lnTo>
                  <a:lnTo>
                    <a:pt x="2456944" y="39402"/>
                  </a:lnTo>
                  <a:lnTo>
                    <a:pt x="2466703" y="44079"/>
                  </a:lnTo>
                  <a:lnTo>
                    <a:pt x="2476446" y="31348"/>
                  </a:lnTo>
                  <a:lnTo>
                    <a:pt x="2486190" y="47856"/>
                  </a:lnTo>
                  <a:lnTo>
                    <a:pt x="2495949" y="60612"/>
                  </a:lnTo>
                  <a:lnTo>
                    <a:pt x="2505693" y="23922"/>
                  </a:lnTo>
                  <a:lnTo>
                    <a:pt x="2515452" y="9507"/>
                  </a:lnTo>
                  <a:lnTo>
                    <a:pt x="2525196" y="11195"/>
                  </a:lnTo>
                  <a:lnTo>
                    <a:pt x="2534940" y="8506"/>
                  </a:lnTo>
                  <a:lnTo>
                    <a:pt x="2544699" y="7262"/>
                  </a:lnTo>
                  <a:lnTo>
                    <a:pt x="2554443" y="0"/>
                  </a:lnTo>
                  <a:lnTo>
                    <a:pt x="2564202" y="18913"/>
                  </a:lnTo>
                  <a:lnTo>
                    <a:pt x="2573946" y="22262"/>
                  </a:lnTo>
                  <a:lnTo>
                    <a:pt x="2583690" y="34561"/>
                  </a:lnTo>
                  <a:lnTo>
                    <a:pt x="2593448" y="21723"/>
                  </a:lnTo>
                  <a:lnTo>
                    <a:pt x="2603192" y="43028"/>
                  </a:lnTo>
                  <a:lnTo>
                    <a:pt x="2612951" y="46778"/>
                  </a:lnTo>
                  <a:lnTo>
                    <a:pt x="2622695" y="17722"/>
                  </a:lnTo>
                  <a:lnTo>
                    <a:pt x="2632439" y="32243"/>
                  </a:lnTo>
                  <a:lnTo>
                    <a:pt x="2642198" y="37204"/>
                  </a:lnTo>
                  <a:lnTo>
                    <a:pt x="2651942" y="30611"/>
                  </a:lnTo>
                  <a:lnTo>
                    <a:pt x="2661685" y="61497"/>
                  </a:lnTo>
                  <a:lnTo>
                    <a:pt x="2671444" y="74082"/>
                  </a:lnTo>
                  <a:lnTo>
                    <a:pt x="2681188" y="105203"/>
                  </a:lnTo>
                  <a:lnTo>
                    <a:pt x="2690947" y="129670"/>
                  </a:lnTo>
                  <a:lnTo>
                    <a:pt x="2700691" y="168853"/>
                  </a:lnTo>
                  <a:lnTo>
                    <a:pt x="2710435" y="172213"/>
                  </a:lnTo>
                  <a:lnTo>
                    <a:pt x="2720194" y="169710"/>
                  </a:lnTo>
                  <a:lnTo>
                    <a:pt x="2729938" y="180500"/>
                  </a:lnTo>
                  <a:lnTo>
                    <a:pt x="2739697" y="200452"/>
                  </a:lnTo>
                  <a:lnTo>
                    <a:pt x="2749441" y="202601"/>
                  </a:lnTo>
                  <a:lnTo>
                    <a:pt x="2759185" y="199417"/>
                  </a:lnTo>
                  <a:lnTo>
                    <a:pt x="2768943" y="209964"/>
                  </a:lnTo>
                  <a:lnTo>
                    <a:pt x="2778687" y="192760"/>
                  </a:lnTo>
                  <a:lnTo>
                    <a:pt x="2788446" y="181431"/>
                  </a:lnTo>
                  <a:lnTo>
                    <a:pt x="2798190" y="143629"/>
                  </a:lnTo>
                  <a:lnTo>
                    <a:pt x="2807934" y="157056"/>
                  </a:lnTo>
                  <a:lnTo>
                    <a:pt x="2817693" y="163195"/>
                  </a:lnTo>
                  <a:lnTo>
                    <a:pt x="2827437" y="178821"/>
                  </a:lnTo>
                  <a:lnTo>
                    <a:pt x="2837196" y="187738"/>
                  </a:lnTo>
                  <a:lnTo>
                    <a:pt x="2846940" y="157959"/>
                  </a:lnTo>
                  <a:lnTo>
                    <a:pt x="2856684" y="158923"/>
                  </a:lnTo>
                  <a:lnTo>
                    <a:pt x="2866442" y="178123"/>
                  </a:lnTo>
                  <a:lnTo>
                    <a:pt x="2876186" y="207492"/>
                  </a:lnTo>
                  <a:lnTo>
                    <a:pt x="2885945" y="195026"/>
                  </a:lnTo>
                  <a:lnTo>
                    <a:pt x="2895689" y="185604"/>
                  </a:lnTo>
                  <a:lnTo>
                    <a:pt x="2905433" y="188152"/>
                  </a:lnTo>
                  <a:lnTo>
                    <a:pt x="2915192" y="21140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7" name="Freeform 1136">
              <a:extLst>
                <a:ext uri="{FF2B5EF4-FFF2-40B4-BE49-F238E27FC236}">
                  <a16:creationId xmlns:a16="http://schemas.microsoft.com/office/drawing/2014/main" id="{BA11FA03-8EA8-115E-1D43-DDE9C4710A22}"/>
                </a:ext>
              </a:extLst>
            </p:cNvPr>
            <p:cNvSpPr/>
            <p:nvPr/>
          </p:nvSpPr>
          <p:spPr>
            <a:xfrm>
              <a:off x="4426652" y="3668826"/>
              <a:ext cx="2915191" cy="230414"/>
            </a:xfrm>
            <a:custGeom>
              <a:avLst/>
              <a:gdLst>
                <a:gd name="connsiteX0" fmla="*/ 0 w 2915191"/>
                <a:gd name="connsiteY0" fmla="*/ 2212 h 230414"/>
                <a:gd name="connsiteX1" fmla="*/ 9750 w 2915191"/>
                <a:gd name="connsiteY1" fmla="*/ 39433 h 230414"/>
                <a:gd name="connsiteX2" fmla="*/ 19500 w 2915191"/>
                <a:gd name="connsiteY2" fmla="*/ 20097 h 230414"/>
                <a:gd name="connsiteX3" fmla="*/ 29250 w 2915191"/>
                <a:gd name="connsiteY3" fmla="*/ 50163 h 230414"/>
                <a:gd name="connsiteX4" fmla="*/ 39000 w 2915191"/>
                <a:gd name="connsiteY4" fmla="*/ 31932 h 230414"/>
                <a:gd name="connsiteX5" fmla="*/ 48749 w 2915191"/>
                <a:gd name="connsiteY5" fmla="*/ 30799 h 230414"/>
                <a:gd name="connsiteX6" fmla="*/ 58499 w 2915191"/>
                <a:gd name="connsiteY6" fmla="*/ 26006 h 230414"/>
                <a:gd name="connsiteX7" fmla="*/ 68249 w 2915191"/>
                <a:gd name="connsiteY7" fmla="*/ 45998 h 230414"/>
                <a:gd name="connsiteX8" fmla="*/ 77998 w 2915191"/>
                <a:gd name="connsiteY8" fmla="*/ 25518 h 230414"/>
                <a:gd name="connsiteX9" fmla="*/ 87748 w 2915191"/>
                <a:gd name="connsiteY9" fmla="*/ 31546 h 230414"/>
                <a:gd name="connsiteX10" fmla="*/ 97497 w 2915191"/>
                <a:gd name="connsiteY10" fmla="*/ 41163 h 230414"/>
                <a:gd name="connsiteX11" fmla="*/ 107247 w 2915191"/>
                <a:gd name="connsiteY11" fmla="*/ 37127 h 230414"/>
                <a:gd name="connsiteX12" fmla="*/ 116997 w 2915191"/>
                <a:gd name="connsiteY12" fmla="*/ 68349 h 230414"/>
                <a:gd name="connsiteX13" fmla="*/ 126747 w 2915191"/>
                <a:gd name="connsiteY13" fmla="*/ 78099 h 230414"/>
                <a:gd name="connsiteX14" fmla="*/ 136497 w 2915191"/>
                <a:gd name="connsiteY14" fmla="*/ 75618 h 230414"/>
                <a:gd name="connsiteX15" fmla="*/ 146247 w 2915191"/>
                <a:gd name="connsiteY15" fmla="*/ 83805 h 230414"/>
                <a:gd name="connsiteX16" fmla="*/ 155997 w 2915191"/>
                <a:gd name="connsiteY16" fmla="*/ 128854 h 230414"/>
                <a:gd name="connsiteX17" fmla="*/ 165747 w 2915191"/>
                <a:gd name="connsiteY17" fmla="*/ 113159 h 230414"/>
                <a:gd name="connsiteX18" fmla="*/ 175497 w 2915191"/>
                <a:gd name="connsiteY18" fmla="*/ 127237 h 230414"/>
                <a:gd name="connsiteX19" fmla="*/ 185247 w 2915191"/>
                <a:gd name="connsiteY19" fmla="*/ 113223 h 230414"/>
                <a:gd name="connsiteX20" fmla="*/ 194996 w 2915191"/>
                <a:gd name="connsiteY20" fmla="*/ 74826 h 230414"/>
                <a:gd name="connsiteX21" fmla="*/ 204746 w 2915191"/>
                <a:gd name="connsiteY21" fmla="*/ 88652 h 230414"/>
                <a:gd name="connsiteX22" fmla="*/ 214495 w 2915191"/>
                <a:gd name="connsiteY22" fmla="*/ 125685 h 230414"/>
                <a:gd name="connsiteX23" fmla="*/ 224245 w 2915191"/>
                <a:gd name="connsiteY23" fmla="*/ 118466 h 230414"/>
                <a:gd name="connsiteX24" fmla="*/ 233995 w 2915191"/>
                <a:gd name="connsiteY24" fmla="*/ 125154 h 230414"/>
                <a:gd name="connsiteX25" fmla="*/ 243744 w 2915191"/>
                <a:gd name="connsiteY25" fmla="*/ 103786 h 230414"/>
                <a:gd name="connsiteX26" fmla="*/ 253494 w 2915191"/>
                <a:gd name="connsiteY26" fmla="*/ 125631 h 230414"/>
                <a:gd name="connsiteX27" fmla="*/ 263244 w 2915191"/>
                <a:gd name="connsiteY27" fmla="*/ 128247 h 230414"/>
                <a:gd name="connsiteX28" fmla="*/ 272994 w 2915191"/>
                <a:gd name="connsiteY28" fmla="*/ 168914 h 230414"/>
                <a:gd name="connsiteX29" fmla="*/ 282744 w 2915191"/>
                <a:gd name="connsiteY29" fmla="*/ 167015 h 230414"/>
                <a:gd name="connsiteX30" fmla="*/ 292494 w 2915191"/>
                <a:gd name="connsiteY30" fmla="*/ 169273 h 230414"/>
                <a:gd name="connsiteX31" fmla="*/ 302244 w 2915191"/>
                <a:gd name="connsiteY31" fmla="*/ 173481 h 230414"/>
                <a:gd name="connsiteX32" fmla="*/ 311994 w 2915191"/>
                <a:gd name="connsiteY32" fmla="*/ 163040 h 230414"/>
                <a:gd name="connsiteX33" fmla="*/ 321744 w 2915191"/>
                <a:gd name="connsiteY33" fmla="*/ 208236 h 230414"/>
                <a:gd name="connsiteX34" fmla="*/ 331493 w 2915191"/>
                <a:gd name="connsiteY34" fmla="*/ 217281 h 230414"/>
                <a:gd name="connsiteX35" fmla="*/ 341243 w 2915191"/>
                <a:gd name="connsiteY35" fmla="*/ 187808 h 230414"/>
                <a:gd name="connsiteX36" fmla="*/ 350993 w 2915191"/>
                <a:gd name="connsiteY36" fmla="*/ 191514 h 230414"/>
                <a:gd name="connsiteX37" fmla="*/ 360742 w 2915191"/>
                <a:gd name="connsiteY37" fmla="*/ 172712 h 230414"/>
                <a:gd name="connsiteX38" fmla="*/ 370492 w 2915191"/>
                <a:gd name="connsiteY38" fmla="*/ 148903 h 230414"/>
                <a:gd name="connsiteX39" fmla="*/ 380241 w 2915191"/>
                <a:gd name="connsiteY39" fmla="*/ 145363 h 230414"/>
                <a:gd name="connsiteX40" fmla="*/ 389991 w 2915191"/>
                <a:gd name="connsiteY40" fmla="*/ 129126 h 230414"/>
                <a:gd name="connsiteX41" fmla="*/ 399741 w 2915191"/>
                <a:gd name="connsiteY41" fmla="*/ 123182 h 230414"/>
                <a:gd name="connsiteX42" fmla="*/ 409491 w 2915191"/>
                <a:gd name="connsiteY42" fmla="*/ 120266 h 230414"/>
                <a:gd name="connsiteX43" fmla="*/ 419241 w 2915191"/>
                <a:gd name="connsiteY43" fmla="*/ 116698 h 230414"/>
                <a:gd name="connsiteX44" fmla="*/ 428991 w 2915191"/>
                <a:gd name="connsiteY44" fmla="*/ 117137 h 230414"/>
                <a:gd name="connsiteX45" fmla="*/ 438741 w 2915191"/>
                <a:gd name="connsiteY45" fmla="*/ 127467 h 230414"/>
                <a:gd name="connsiteX46" fmla="*/ 448491 w 2915191"/>
                <a:gd name="connsiteY46" fmla="*/ 166419 h 230414"/>
                <a:gd name="connsiteX47" fmla="*/ 458241 w 2915191"/>
                <a:gd name="connsiteY47" fmla="*/ 175284 h 230414"/>
                <a:gd name="connsiteX48" fmla="*/ 467991 w 2915191"/>
                <a:gd name="connsiteY48" fmla="*/ 157122 h 230414"/>
                <a:gd name="connsiteX49" fmla="*/ 477740 w 2915191"/>
                <a:gd name="connsiteY49" fmla="*/ 122560 h 230414"/>
                <a:gd name="connsiteX50" fmla="*/ 487490 w 2915191"/>
                <a:gd name="connsiteY50" fmla="*/ 110649 h 230414"/>
                <a:gd name="connsiteX51" fmla="*/ 497239 w 2915191"/>
                <a:gd name="connsiteY51" fmla="*/ 92447 h 230414"/>
                <a:gd name="connsiteX52" fmla="*/ 506989 w 2915191"/>
                <a:gd name="connsiteY52" fmla="*/ 81205 h 230414"/>
                <a:gd name="connsiteX53" fmla="*/ 516738 w 2915191"/>
                <a:gd name="connsiteY53" fmla="*/ 62953 h 230414"/>
                <a:gd name="connsiteX54" fmla="*/ 526488 w 2915191"/>
                <a:gd name="connsiteY54" fmla="*/ 61326 h 230414"/>
                <a:gd name="connsiteX55" fmla="*/ 536238 w 2915191"/>
                <a:gd name="connsiteY55" fmla="*/ 73817 h 230414"/>
                <a:gd name="connsiteX56" fmla="*/ 545988 w 2915191"/>
                <a:gd name="connsiteY56" fmla="*/ 71019 h 230414"/>
                <a:gd name="connsiteX57" fmla="*/ 555738 w 2915191"/>
                <a:gd name="connsiteY57" fmla="*/ 59655 h 230414"/>
                <a:gd name="connsiteX58" fmla="*/ 565488 w 2915191"/>
                <a:gd name="connsiteY58" fmla="*/ 74081 h 230414"/>
                <a:gd name="connsiteX59" fmla="*/ 575238 w 2915191"/>
                <a:gd name="connsiteY59" fmla="*/ 48213 h 230414"/>
                <a:gd name="connsiteX60" fmla="*/ 584988 w 2915191"/>
                <a:gd name="connsiteY60" fmla="*/ 71569 h 230414"/>
                <a:gd name="connsiteX61" fmla="*/ 594738 w 2915191"/>
                <a:gd name="connsiteY61" fmla="*/ 96042 h 230414"/>
                <a:gd name="connsiteX62" fmla="*/ 604488 w 2915191"/>
                <a:gd name="connsiteY62" fmla="*/ 62610 h 230414"/>
                <a:gd name="connsiteX63" fmla="*/ 614237 w 2915191"/>
                <a:gd name="connsiteY63" fmla="*/ 45093 h 230414"/>
                <a:gd name="connsiteX64" fmla="*/ 623987 w 2915191"/>
                <a:gd name="connsiteY64" fmla="*/ 50642 h 230414"/>
                <a:gd name="connsiteX65" fmla="*/ 633736 w 2915191"/>
                <a:gd name="connsiteY65" fmla="*/ 64152 h 230414"/>
                <a:gd name="connsiteX66" fmla="*/ 643486 w 2915191"/>
                <a:gd name="connsiteY66" fmla="*/ 32749 h 230414"/>
                <a:gd name="connsiteX67" fmla="*/ 653236 w 2915191"/>
                <a:gd name="connsiteY67" fmla="*/ 40947 h 230414"/>
                <a:gd name="connsiteX68" fmla="*/ 662985 w 2915191"/>
                <a:gd name="connsiteY68" fmla="*/ 33111 h 230414"/>
                <a:gd name="connsiteX69" fmla="*/ 672735 w 2915191"/>
                <a:gd name="connsiteY69" fmla="*/ 61859 h 230414"/>
                <a:gd name="connsiteX70" fmla="*/ 682485 w 2915191"/>
                <a:gd name="connsiteY70" fmla="*/ 47145 h 230414"/>
                <a:gd name="connsiteX71" fmla="*/ 692235 w 2915191"/>
                <a:gd name="connsiteY71" fmla="*/ 70873 h 230414"/>
                <a:gd name="connsiteX72" fmla="*/ 701985 w 2915191"/>
                <a:gd name="connsiteY72" fmla="*/ 47818 h 230414"/>
                <a:gd name="connsiteX73" fmla="*/ 711735 w 2915191"/>
                <a:gd name="connsiteY73" fmla="*/ 67154 h 230414"/>
                <a:gd name="connsiteX74" fmla="*/ 721485 w 2915191"/>
                <a:gd name="connsiteY74" fmla="*/ 80614 h 230414"/>
                <a:gd name="connsiteX75" fmla="*/ 731235 w 2915191"/>
                <a:gd name="connsiteY75" fmla="*/ 62154 h 230414"/>
                <a:gd name="connsiteX76" fmla="*/ 740985 w 2915191"/>
                <a:gd name="connsiteY76" fmla="*/ 69568 h 230414"/>
                <a:gd name="connsiteX77" fmla="*/ 750734 w 2915191"/>
                <a:gd name="connsiteY77" fmla="*/ 80355 h 230414"/>
                <a:gd name="connsiteX78" fmla="*/ 760484 w 2915191"/>
                <a:gd name="connsiteY78" fmla="*/ 88396 h 230414"/>
                <a:gd name="connsiteX79" fmla="*/ 770233 w 2915191"/>
                <a:gd name="connsiteY79" fmla="*/ 100580 h 230414"/>
                <a:gd name="connsiteX80" fmla="*/ 779983 w 2915191"/>
                <a:gd name="connsiteY80" fmla="*/ 122937 h 230414"/>
                <a:gd name="connsiteX81" fmla="*/ 789733 w 2915191"/>
                <a:gd name="connsiteY81" fmla="*/ 105869 h 230414"/>
                <a:gd name="connsiteX82" fmla="*/ 799482 w 2915191"/>
                <a:gd name="connsiteY82" fmla="*/ 129749 h 230414"/>
                <a:gd name="connsiteX83" fmla="*/ 809232 w 2915191"/>
                <a:gd name="connsiteY83" fmla="*/ 148214 h 230414"/>
                <a:gd name="connsiteX84" fmla="*/ 818982 w 2915191"/>
                <a:gd name="connsiteY84" fmla="*/ 143568 h 230414"/>
                <a:gd name="connsiteX85" fmla="*/ 828732 w 2915191"/>
                <a:gd name="connsiteY85" fmla="*/ 165560 h 230414"/>
                <a:gd name="connsiteX86" fmla="*/ 838482 w 2915191"/>
                <a:gd name="connsiteY86" fmla="*/ 160890 h 230414"/>
                <a:gd name="connsiteX87" fmla="*/ 848232 w 2915191"/>
                <a:gd name="connsiteY87" fmla="*/ 172472 h 230414"/>
                <a:gd name="connsiteX88" fmla="*/ 857982 w 2915191"/>
                <a:gd name="connsiteY88" fmla="*/ 190540 h 230414"/>
                <a:gd name="connsiteX89" fmla="*/ 867732 w 2915191"/>
                <a:gd name="connsiteY89" fmla="*/ 179044 h 230414"/>
                <a:gd name="connsiteX90" fmla="*/ 877482 w 2915191"/>
                <a:gd name="connsiteY90" fmla="*/ 153486 h 230414"/>
                <a:gd name="connsiteX91" fmla="*/ 887231 w 2915191"/>
                <a:gd name="connsiteY91" fmla="*/ 156494 h 230414"/>
                <a:gd name="connsiteX92" fmla="*/ 896981 w 2915191"/>
                <a:gd name="connsiteY92" fmla="*/ 158695 h 230414"/>
                <a:gd name="connsiteX93" fmla="*/ 906730 w 2915191"/>
                <a:gd name="connsiteY93" fmla="*/ 99087 h 230414"/>
                <a:gd name="connsiteX94" fmla="*/ 916480 w 2915191"/>
                <a:gd name="connsiteY94" fmla="*/ 89455 h 230414"/>
                <a:gd name="connsiteX95" fmla="*/ 926230 w 2915191"/>
                <a:gd name="connsiteY95" fmla="*/ 105786 h 230414"/>
                <a:gd name="connsiteX96" fmla="*/ 935979 w 2915191"/>
                <a:gd name="connsiteY96" fmla="*/ 115695 h 230414"/>
                <a:gd name="connsiteX97" fmla="*/ 945729 w 2915191"/>
                <a:gd name="connsiteY97" fmla="*/ 108181 h 230414"/>
                <a:gd name="connsiteX98" fmla="*/ 955479 w 2915191"/>
                <a:gd name="connsiteY98" fmla="*/ 80443 h 230414"/>
                <a:gd name="connsiteX99" fmla="*/ 965229 w 2915191"/>
                <a:gd name="connsiteY99" fmla="*/ 102055 h 230414"/>
                <a:gd name="connsiteX100" fmla="*/ 974979 w 2915191"/>
                <a:gd name="connsiteY100" fmla="*/ 64334 h 230414"/>
                <a:gd name="connsiteX101" fmla="*/ 984729 w 2915191"/>
                <a:gd name="connsiteY101" fmla="*/ 47030 h 230414"/>
                <a:gd name="connsiteX102" fmla="*/ 994474 w 2915191"/>
                <a:gd name="connsiteY102" fmla="*/ 20649 h 230414"/>
                <a:gd name="connsiteX103" fmla="*/ 1004233 w 2915191"/>
                <a:gd name="connsiteY103" fmla="*/ 17114 h 230414"/>
                <a:gd name="connsiteX104" fmla="*/ 1013977 w 2915191"/>
                <a:gd name="connsiteY104" fmla="*/ 12672 h 230414"/>
                <a:gd name="connsiteX105" fmla="*/ 1023721 w 2915191"/>
                <a:gd name="connsiteY105" fmla="*/ 37028 h 230414"/>
                <a:gd name="connsiteX106" fmla="*/ 1033480 w 2915191"/>
                <a:gd name="connsiteY106" fmla="*/ 35953 h 230414"/>
                <a:gd name="connsiteX107" fmla="*/ 1043224 w 2915191"/>
                <a:gd name="connsiteY107" fmla="*/ 72145 h 230414"/>
                <a:gd name="connsiteX108" fmla="*/ 1052983 w 2915191"/>
                <a:gd name="connsiteY108" fmla="*/ 58501 h 230414"/>
                <a:gd name="connsiteX109" fmla="*/ 1062727 w 2915191"/>
                <a:gd name="connsiteY109" fmla="*/ 40203 h 230414"/>
                <a:gd name="connsiteX110" fmla="*/ 1072471 w 2915191"/>
                <a:gd name="connsiteY110" fmla="*/ 46737 h 230414"/>
                <a:gd name="connsiteX111" fmla="*/ 1082230 w 2915191"/>
                <a:gd name="connsiteY111" fmla="*/ 22545 h 230414"/>
                <a:gd name="connsiteX112" fmla="*/ 1091973 w 2915191"/>
                <a:gd name="connsiteY112" fmla="*/ 22059 h 230414"/>
                <a:gd name="connsiteX113" fmla="*/ 1101732 w 2915191"/>
                <a:gd name="connsiteY113" fmla="*/ 49401 h 230414"/>
                <a:gd name="connsiteX114" fmla="*/ 1111476 w 2915191"/>
                <a:gd name="connsiteY114" fmla="*/ 53478 h 230414"/>
                <a:gd name="connsiteX115" fmla="*/ 1121220 w 2915191"/>
                <a:gd name="connsiteY115" fmla="*/ 54596 h 230414"/>
                <a:gd name="connsiteX116" fmla="*/ 1130979 w 2915191"/>
                <a:gd name="connsiteY116" fmla="*/ 66412 h 230414"/>
                <a:gd name="connsiteX117" fmla="*/ 1140723 w 2915191"/>
                <a:gd name="connsiteY117" fmla="*/ 49566 h 230414"/>
                <a:gd name="connsiteX118" fmla="*/ 1150482 w 2915191"/>
                <a:gd name="connsiteY118" fmla="*/ 60140 h 230414"/>
                <a:gd name="connsiteX119" fmla="*/ 1160226 w 2915191"/>
                <a:gd name="connsiteY119" fmla="*/ 36014 h 230414"/>
                <a:gd name="connsiteX120" fmla="*/ 1169969 w 2915191"/>
                <a:gd name="connsiteY120" fmla="*/ 60654 h 230414"/>
                <a:gd name="connsiteX121" fmla="*/ 1179728 w 2915191"/>
                <a:gd name="connsiteY121" fmla="*/ 65074 h 230414"/>
                <a:gd name="connsiteX122" fmla="*/ 1189472 w 2915191"/>
                <a:gd name="connsiteY122" fmla="*/ 54891 h 230414"/>
                <a:gd name="connsiteX123" fmla="*/ 1199231 w 2915191"/>
                <a:gd name="connsiteY123" fmla="*/ 35022 h 230414"/>
                <a:gd name="connsiteX124" fmla="*/ 1208975 w 2915191"/>
                <a:gd name="connsiteY124" fmla="*/ 64422 h 230414"/>
                <a:gd name="connsiteX125" fmla="*/ 1218719 w 2915191"/>
                <a:gd name="connsiteY125" fmla="*/ 61075 h 230414"/>
                <a:gd name="connsiteX126" fmla="*/ 1228478 w 2915191"/>
                <a:gd name="connsiteY126" fmla="*/ 76111 h 230414"/>
                <a:gd name="connsiteX127" fmla="*/ 1238222 w 2915191"/>
                <a:gd name="connsiteY127" fmla="*/ 48635 h 230414"/>
                <a:gd name="connsiteX128" fmla="*/ 1247966 w 2915191"/>
                <a:gd name="connsiteY128" fmla="*/ 86623 h 230414"/>
                <a:gd name="connsiteX129" fmla="*/ 1257725 w 2915191"/>
                <a:gd name="connsiteY129" fmla="*/ 100501 h 230414"/>
                <a:gd name="connsiteX130" fmla="*/ 1267469 w 2915191"/>
                <a:gd name="connsiteY130" fmla="*/ 81241 h 230414"/>
                <a:gd name="connsiteX131" fmla="*/ 1277227 w 2915191"/>
                <a:gd name="connsiteY131" fmla="*/ 81168 h 230414"/>
                <a:gd name="connsiteX132" fmla="*/ 1286971 w 2915191"/>
                <a:gd name="connsiteY132" fmla="*/ 34356 h 230414"/>
                <a:gd name="connsiteX133" fmla="*/ 1296715 w 2915191"/>
                <a:gd name="connsiteY133" fmla="*/ 17180 h 230414"/>
                <a:gd name="connsiteX134" fmla="*/ 1306474 w 2915191"/>
                <a:gd name="connsiteY134" fmla="*/ 16118 h 230414"/>
                <a:gd name="connsiteX135" fmla="*/ 1316218 w 2915191"/>
                <a:gd name="connsiteY135" fmla="*/ 25568 h 230414"/>
                <a:gd name="connsiteX136" fmla="*/ 1325977 w 2915191"/>
                <a:gd name="connsiteY136" fmla="*/ 43283 h 230414"/>
                <a:gd name="connsiteX137" fmla="*/ 1335721 w 2915191"/>
                <a:gd name="connsiteY137" fmla="*/ 49958 h 230414"/>
                <a:gd name="connsiteX138" fmla="*/ 1345465 w 2915191"/>
                <a:gd name="connsiteY138" fmla="*/ 78829 h 230414"/>
                <a:gd name="connsiteX139" fmla="*/ 1355224 w 2915191"/>
                <a:gd name="connsiteY139" fmla="*/ 114460 h 230414"/>
                <a:gd name="connsiteX140" fmla="*/ 1364967 w 2915191"/>
                <a:gd name="connsiteY140" fmla="*/ 109747 h 230414"/>
                <a:gd name="connsiteX141" fmla="*/ 1374726 w 2915191"/>
                <a:gd name="connsiteY141" fmla="*/ 111245 h 230414"/>
                <a:gd name="connsiteX142" fmla="*/ 1384470 w 2915191"/>
                <a:gd name="connsiteY142" fmla="*/ 89705 h 230414"/>
                <a:gd name="connsiteX143" fmla="*/ 1394214 w 2915191"/>
                <a:gd name="connsiteY143" fmla="*/ 83035 h 230414"/>
                <a:gd name="connsiteX144" fmla="*/ 1403973 w 2915191"/>
                <a:gd name="connsiteY144" fmla="*/ 97845 h 230414"/>
                <a:gd name="connsiteX145" fmla="*/ 1413717 w 2915191"/>
                <a:gd name="connsiteY145" fmla="*/ 101435 h 230414"/>
                <a:gd name="connsiteX146" fmla="*/ 1423476 w 2915191"/>
                <a:gd name="connsiteY146" fmla="*/ 83837 h 230414"/>
                <a:gd name="connsiteX147" fmla="*/ 1433220 w 2915191"/>
                <a:gd name="connsiteY147" fmla="*/ 83407 h 230414"/>
                <a:gd name="connsiteX148" fmla="*/ 1442964 w 2915191"/>
                <a:gd name="connsiteY148" fmla="*/ 69733 h 230414"/>
                <a:gd name="connsiteX149" fmla="*/ 1452722 w 2915191"/>
                <a:gd name="connsiteY149" fmla="*/ 79823 h 230414"/>
                <a:gd name="connsiteX150" fmla="*/ 1462466 w 2915191"/>
                <a:gd name="connsiteY150" fmla="*/ 38919 h 230414"/>
                <a:gd name="connsiteX151" fmla="*/ 1472225 w 2915191"/>
                <a:gd name="connsiteY151" fmla="*/ 39718 h 230414"/>
                <a:gd name="connsiteX152" fmla="*/ 1481969 w 2915191"/>
                <a:gd name="connsiteY152" fmla="*/ 75514 h 230414"/>
                <a:gd name="connsiteX153" fmla="*/ 1491713 w 2915191"/>
                <a:gd name="connsiteY153" fmla="*/ 81092 h 230414"/>
                <a:gd name="connsiteX154" fmla="*/ 1501472 w 2915191"/>
                <a:gd name="connsiteY154" fmla="*/ 55457 h 230414"/>
                <a:gd name="connsiteX155" fmla="*/ 1511216 w 2915191"/>
                <a:gd name="connsiteY155" fmla="*/ 56613 h 230414"/>
                <a:gd name="connsiteX156" fmla="*/ 1520960 w 2915191"/>
                <a:gd name="connsiteY156" fmla="*/ 22792 h 230414"/>
                <a:gd name="connsiteX157" fmla="*/ 1530719 w 2915191"/>
                <a:gd name="connsiteY157" fmla="*/ 58499 h 230414"/>
                <a:gd name="connsiteX158" fmla="*/ 1540463 w 2915191"/>
                <a:gd name="connsiteY158" fmla="*/ 70666 h 230414"/>
                <a:gd name="connsiteX159" fmla="*/ 1550221 w 2915191"/>
                <a:gd name="connsiteY159" fmla="*/ 93524 h 230414"/>
                <a:gd name="connsiteX160" fmla="*/ 1559965 w 2915191"/>
                <a:gd name="connsiteY160" fmla="*/ 123083 h 230414"/>
                <a:gd name="connsiteX161" fmla="*/ 1569709 w 2915191"/>
                <a:gd name="connsiteY161" fmla="*/ 116330 h 230414"/>
                <a:gd name="connsiteX162" fmla="*/ 1579468 w 2915191"/>
                <a:gd name="connsiteY162" fmla="*/ 147147 h 230414"/>
                <a:gd name="connsiteX163" fmla="*/ 1589212 w 2915191"/>
                <a:gd name="connsiteY163" fmla="*/ 157040 h 230414"/>
                <a:gd name="connsiteX164" fmla="*/ 1598971 w 2915191"/>
                <a:gd name="connsiteY164" fmla="*/ 180069 h 230414"/>
                <a:gd name="connsiteX165" fmla="*/ 1608715 w 2915191"/>
                <a:gd name="connsiteY165" fmla="*/ 140208 h 230414"/>
                <a:gd name="connsiteX166" fmla="*/ 1618459 w 2915191"/>
                <a:gd name="connsiteY166" fmla="*/ 132865 h 230414"/>
                <a:gd name="connsiteX167" fmla="*/ 1628218 w 2915191"/>
                <a:gd name="connsiteY167" fmla="*/ 126257 h 230414"/>
                <a:gd name="connsiteX168" fmla="*/ 1637962 w 2915191"/>
                <a:gd name="connsiteY168" fmla="*/ 80714 h 230414"/>
                <a:gd name="connsiteX169" fmla="*/ 1647720 w 2915191"/>
                <a:gd name="connsiteY169" fmla="*/ 67396 h 230414"/>
                <a:gd name="connsiteX170" fmla="*/ 1657464 w 2915191"/>
                <a:gd name="connsiteY170" fmla="*/ 94985 h 230414"/>
                <a:gd name="connsiteX171" fmla="*/ 1667208 w 2915191"/>
                <a:gd name="connsiteY171" fmla="*/ 118012 h 230414"/>
                <a:gd name="connsiteX172" fmla="*/ 1676967 w 2915191"/>
                <a:gd name="connsiteY172" fmla="*/ 108070 h 230414"/>
                <a:gd name="connsiteX173" fmla="*/ 1686711 w 2915191"/>
                <a:gd name="connsiteY173" fmla="*/ 101924 h 230414"/>
                <a:gd name="connsiteX174" fmla="*/ 1696470 w 2915191"/>
                <a:gd name="connsiteY174" fmla="*/ 77384 h 230414"/>
                <a:gd name="connsiteX175" fmla="*/ 1706214 w 2915191"/>
                <a:gd name="connsiteY175" fmla="*/ 64344 h 230414"/>
                <a:gd name="connsiteX176" fmla="*/ 1715958 w 2915191"/>
                <a:gd name="connsiteY176" fmla="*/ 40947 h 230414"/>
                <a:gd name="connsiteX177" fmla="*/ 1725716 w 2915191"/>
                <a:gd name="connsiteY177" fmla="*/ 34140 h 230414"/>
                <a:gd name="connsiteX178" fmla="*/ 1735460 w 2915191"/>
                <a:gd name="connsiteY178" fmla="*/ 31331 h 230414"/>
                <a:gd name="connsiteX179" fmla="*/ 1745219 w 2915191"/>
                <a:gd name="connsiteY179" fmla="*/ 56625 h 230414"/>
                <a:gd name="connsiteX180" fmla="*/ 1754963 w 2915191"/>
                <a:gd name="connsiteY180" fmla="*/ 95602 h 230414"/>
                <a:gd name="connsiteX181" fmla="*/ 1764707 w 2915191"/>
                <a:gd name="connsiteY181" fmla="*/ 90739 h 230414"/>
                <a:gd name="connsiteX182" fmla="*/ 1774466 w 2915191"/>
                <a:gd name="connsiteY182" fmla="*/ 89215 h 230414"/>
                <a:gd name="connsiteX183" fmla="*/ 1784210 w 2915191"/>
                <a:gd name="connsiteY183" fmla="*/ 96983 h 230414"/>
                <a:gd name="connsiteX184" fmla="*/ 1793969 w 2915191"/>
                <a:gd name="connsiteY184" fmla="*/ 85790 h 230414"/>
                <a:gd name="connsiteX185" fmla="*/ 1803713 w 2915191"/>
                <a:gd name="connsiteY185" fmla="*/ 91977 h 230414"/>
                <a:gd name="connsiteX186" fmla="*/ 1813457 w 2915191"/>
                <a:gd name="connsiteY186" fmla="*/ 70155 h 230414"/>
                <a:gd name="connsiteX187" fmla="*/ 1823215 w 2915191"/>
                <a:gd name="connsiteY187" fmla="*/ 57452 h 230414"/>
                <a:gd name="connsiteX188" fmla="*/ 1832959 w 2915191"/>
                <a:gd name="connsiteY188" fmla="*/ 51397 h 230414"/>
                <a:gd name="connsiteX189" fmla="*/ 1842703 w 2915191"/>
                <a:gd name="connsiteY189" fmla="*/ 46628 h 230414"/>
                <a:gd name="connsiteX190" fmla="*/ 1852462 w 2915191"/>
                <a:gd name="connsiteY190" fmla="*/ 6375 h 230414"/>
                <a:gd name="connsiteX191" fmla="*/ 1862206 w 2915191"/>
                <a:gd name="connsiteY191" fmla="*/ 0 h 230414"/>
                <a:gd name="connsiteX192" fmla="*/ 1871965 w 2915191"/>
                <a:gd name="connsiteY192" fmla="*/ 4221 h 230414"/>
                <a:gd name="connsiteX193" fmla="*/ 1881709 w 2915191"/>
                <a:gd name="connsiteY193" fmla="*/ 21493 h 230414"/>
                <a:gd name="connsiteX194" fmla="*/ 1891453 w 2915191"/>
                <a:gd name="connsiteY194" fmla="*/ 28409 h 230414"/>
                <a:gd name="connsiteX195" fmla="*/ 1901212 w 2915191"/>
                <a:gd name="connsiteY195" fmla="*/ 33384 h 230414"/>
                <a:gd name="connsiteX196" fmla="*/ 1910956 w 2915191"/>
                <a:gd name="connsiteY196" fmla="*/ 76517 h 230414"/>
                <a:gd name="connsiteX197" fmla="*/ 1920714 w 2915191"/>
                <a:gd name="connsiteY197" fmla="*/ 82092 h 230414"/>
                <a:gd name="connsiteX198" fmla="*/ 1930458 w 2915191"/>
                <a:gd name="connsiteY198" fmla="*/ 53715 h 230414"/>
                <a:gd name="connsiteX199" fmla="*/ 1940202 w 2915191"/>
                <a:gd name="connsiteY199" fmla="*/ 54283 h 230414"/>
                <a:gd name="connsiteX200" fmla="*/ 1949961 w 2915191"/>
                <a:gd name="connsiteY200" fmla="*/ 100357 h 230414"/>
                <a:gd name="connsiteX201" fmla="*/ 1959705 w 2915191"/>
                <a:gd name="connsiteY201" fmla="*/ 51019 h 230414"/>
                <a:gd name="connsiteX202" fmla="*/ 1969464 w 2915191"/>
                <a:gd name="connsiteY202" fmla="*/ 74465 h 230414"/>
                <a:gd name="connsiteX203" fmla="*/ 1979208 w 2915191"/>
                <a:gd name="connsiteY203" fmla="*/ 43927 h 230414"/>
                <a:gd name="connsiteX204" fmla="*/ 1988952 w 2915191"/>
                <a:gd name="connsiteY204" fmla="*/ 67747 h 230414"/>
                <a:gd name="connsiteX205" fmla="*/ 1998711 w 2915191"/>
                <a:gd name="connsiteY205" fmla="*/ 58355 h 230414"/>
                <a:gd name="connsiteX206" fmla="*/ 2008454 w 2915191"/>
                <a:gd name="connsiteY206" fmla="*/ 60803 h 230414"/>
                <a:gd name="connsiteX207" fmla="*/ 2018213 w 2915191"/>
                <a:gd name="connsiteY207" fmla="*/ 72701 h 230414"/>
                <a:gd name="connsiteX208" fmla="*/ 2027957 w 2915191"/>
                <a:gd name="connsiteY208" fmla="*/ 72011 h 230414"/>
                <a:gd name="connsiteX209" fmla="*/ 2037701 w 2915191"/>
                <a:gd name="connsiteY209" fmla="*/ 79818 h 230414"/>
                <a:gd name="connsiteX210" fmla="*/ 2047460 w 2915191"/>
                <a:gd name="connsiteY210" fmla="*/ 77740 h 230414"/>
                <a:gd name="connsiteX211" fmla="*/ 2057204 w 2915191"/>
                <a:gd name="connsiteY211" fmla="*/ 58744 h 230414"/>
                <a:gd name="connsiteX212" fmla="*/ 2066963 w 2915191"/>
                <a:gd name="connsiteY212" fmla="*/ 72263 h 230414"/>
                <a:gd name="connsiteX213" fmla="*/ 2076707 w 2915191"/>
                <a:gd name="connsiteY213" fmla="*/ 73223 h 230414"/>
                <a:gd name="connsiteX214" fmla="*/ 2086451 w 2915191"/>
                <a:gd name="connsiteY214" fmla="*/ 83548 h 230414"/>
                <a:gd name="connsiteX215" fmla="*/ 2096210 w 2915191"/>
                <a:gd name="connsiteY215" fmla="*/ 96255 h 230414"/>
                <a:gd name="connsiteX216" fmla="*/ 2105954 w 2915191"/>
                <a:gd name="connsiteY216" fmla="*/ 78613 h 230414"/>
                <a:gd name="connsiteX217" fmla="*/ 2115697 w 2915191"/>
                <a:gd name="connsiteY217" fmla="*/ 92763 h 230414"/>
                <a:gd name="connsiteX218" fmla="*/ 2125456 w 2915191"/>
                <a:gd name="connsiteY218" fmla="*/ 129262 h 230414"/>
                <a:gd name="connsiteX219" fmla="*/ 2135200 w 2915191"/>
                <a:gd name="connsiteY219" fmla="*/ 162981 h 230414"/>
                <a:gd name="connsiteX220" fmla="*/ 2144959 w 2915191"/>
                <a:gd name="connsiteY220" fmla="*/ 184168 h 230414"/>
                <a:gd name="connsiteX221" fmla="*/ 2154703 w 2915191"/>
                <a:gd name="connsiteY221" fmla="*/ 173542 h 230414"/>
                <a:gd name="connsiteX222" fmla="*/ 2164447 w 2915191"/>
                <a:gd name="connsiteY222" fmla="*/ 155669 h 230414"/>
                <a:gd name="connsiteX223" fmla="*/ 2174206 w 2915191"/>
                <a:gd name="connsiteY223" fmla="*/ 109613 h 230414"/>
                <a:gd name="connsiteX224" fmla="*/ 2183950 w 2915191"/>
                <a:gd name="connsiteY224" fmla="*/ 124989 h 230414"/>
                <a:gd name="connsiteX225" fmla="*/ 2193709 w 2915191"/>
                <a:gd name="connsiteY225" fmla="*/ 94754 h 230414"/>
                <a:gd name="connsiteX226" fmla="*/ 2203452 w 2915191"/>
                <a:gd name="connsiteY226" fmla="*/ 106254 h 230414"/>
                <a:gd name="connsiteX227" fmla="*/ 2213196 w 2915191"/>
                <a:gd name="connsiteY227" fmla="*/ 103780 h 230414"/>
                <a:gd name="connsiteX228" fmla="*/ 2222955 w 2915191"/>
                <a:gd name="connsiteY228" fmla="*/ 152881 h 230414"/>
                <a:gd name="connsiteX229" fmla="*/ 2232699 w 2915191"/>
                <a:gd name="connsiteY229" fmla="*/ 166608 h 230414"/>
                <a:gd name="connsiteX230" fmla="*/ 2242458 w 2915191"/>
                <a:gd name="connsiteY230" fmla="*/ 145582 h 230414"/>
                <a:gd name="connsiteX231" fmla="*/ 2252202 w 2915191"/>
                <a:gd name="connsiteY231" fmla="*/ 175076 h 230414"/>
                <a:gd name="connsiteX232" fmla="*/ 2261946 w 2915191"/>
                <a:gd name="connsiteY232" fmla="*/ 173306 h 230414"/>
                <a:gd name="connsiteX233" fmla="*/ 2271705 w 2915191"/>
                <a:gd name="connsiteY233" fmla="*/ 160158 h 230414"/>
                <a:gd name="connsiteX234" fmla="*/ 2281449 w 2915191"/>
                <a:gd name="connsiteY234" fmla="*/ 178497 h 230414"/>
                <a:gd name="connsiteX235" fmla="*/ 2291208 w 2915191"/>
                <a:gd name="connsiteY235" fmla="*/ 189835 h 230414"/>
                <a:gd name="connsiteX236" fmla="*/ 2300951 w 2915191"/>
                <a:gd name="connsiteY236" fmla="*/ 200119 h 230414"/>
                <a:gd name="connsiteX237" fmla="*/ 2310695 w 2915191"/>
                <a:gd name="connsiteY237" fmla="*/ 214766 h 230414"/>
                <a:gd name="connsiteX238" fmla="*/ 2320454 w 2915191"/>
                <a:gd name="connsiteY238" fmla="*/ 230414 h 230414"/>
                <a:gd name="connsiteX239" fmla="*/ 2330198 w 2915191"/>
                <a:gd name="connsiteY239" fmla="*/ 230374 h 230414"/>
                <a:gd name="connsiteX240" fmla="*/ 2339957 w 2915191"/>
                <a:gd name="connsiteY240" fmla="*/ 205733 h 230414"/>
                <a:gd name="connsiteX241" fmla="*/ 2349701 w 2915191"/>
                <a:gd name="connsiteY241" fmla="*/ 190376 h 230414"/>
                <a:gd name="connsiteX242" fmla="*/ 2359445 w 2915191"/>
                <a:gd name="connsiteY242" fmla="*/ 190629 h 230414"/>
                <a:gd name="connsiteX243" fmla="*/ 2369204 w 2915191"/>
                <a:gd name="connsiteY243" fmla="*/ 177614 h 230414"/>
                <a:gd name="connsiteX244" fmla="*/ 2378948 w 2915191"/>
                <a:gd name="connsiteY244" fmla="*/ 172754 h 230414"/>
                <a:gd name="connsiteX245" fmla="*/ 2388692 w 2915191"/>
                <a:gd name="connsiteY245" fmla="*/ 142473 h 230414"/>
                <a:gd name="connsiteX246" fmla="*/ 2398450 w 2915191"/>
                <a:gd name="connsiteY246" fmla="*/ 151518 h 230414"/>
                <a:gd name="connsiteX247" fmla="*/ 2408194 w 2915191"/>
                <a:gd name="connsiteY247" fmla="*/ 123510 h 230414"/>
                <a:gd name="connsiteX248" fmla="*/ 2417953 w 2915191"/>
                <a:gd name="connsiteY248" fmla="*/ 106736 h 230414"/>
                <a:gd name="connsiteX249" fmla="*/ 2427697 w 2915191"/>
                <a:gd name="connsiteY249" fmla="*/ 87234 h 230414"/>
                <a:gd name="connsiteX250" fmla="*/ 2437441 w 2915191"/>
                <a:gd name="connsiteY250" fmla="*/ 100815 h 230414"/>
                <a:gd name="connsiteX251" fmla="*/ 2447200 w 2915191"/>
                <a:gd name="connsiteY251" fmla="*/ 99320 h 230414"/>
                <a:gd name="connsiteX252" fmla="*/ 2456944 w 2915191"/>
                <a:gd name="connsiteY252" fmla="*/ 107063 h 230414"/>
                <a:gd name="connsiteX253" fmla="*/ 2466703 w 2915191"/>
                <a:gd name="connsiteY253" fmla="*/ 109957 h 230414"/>
                <a:gd name="connsiteX254" fmla="*/ 2476446 w 2915191"/>
                <a:gd name="connsiteY254" fmla="*/ 106997 h 230414"/>
                <a:gd name="connsiteX255" fmla="*/ 2486190 w 2915191"/>
                <a:gd name="connsiteY255" fmla="*/ 71941 h 230414"/>
                <a:gd name="connsiteX256" fmla="*/ 2495949 w 2915191"/>
                <a:gd name="connsiteY256" fmla="*/ 71466 h 230414"/>
                <a:gd name="connsiteX257" fmla="*/ 2505693 w 2915191"/>
                <a:gd name="connsiteY257" fmla="*/ 58465 h 230414"/>
                <a:gd name="connsiteX258" fmla="*/ 2515452 w 2915191"/>
                <a:gd name="connsiteY258" fmla="*/ 42808 h 230414"/>
                <a:gd name="connsiteX259" fmla="*/ 2525196 w 2915191"/>
                <a:gd name="connsiteY259" fmla="*/ 47684 h 230414"/>
                <a:gd name="connsiteX260" fmla="*/ 2534940 w 2915191"/>
                <a:gd name="connsiteY260" fmla="*/ 36044 h 230414"/>
                <a:gd name="connsiteX261" fmla="*/ 2544699 w 2915191"/>
                <a:gd name="connsiteY261" fmla="*/ 49280 h 230414"/>
                <a:gd name="connsiteX262" fmla="*/ 2554443 w 2915191"/>
                <a:gd name="connsiteY262" fmla="*/ 37282 h 230414"/>
                <a:gd name="connsiteX263" fmla="*/ 2564202 w 2915191"/>
                <a:gd name="connsiteY263" fmla="*/ 64313 h 230414"/>
                <a:gd name="connsiteX264" fmla="*/ 2573946 w 2915191"/>
                <a:gd name="connsiteY264" fmla="*/ 98126 h 230414"/>
                <a:gd name="connsiteX265" fmla="*/ 2583690 w 2915191"/>
                <a:gd name="connsiteY265" fmla="*/ 139529 h 230414"/>
                <a:gd name="connsiteX266" fmla="*/ 2593448 w 2915191"/>
                <a:gd name="connsiteY266" fmla="*/ 112571 h 230414"/>
                <a:gd name="connsiteX267" fmla="*/ 2603192 w 2915191"/>
                <a:gd name="connsiteY267" fmla="*/ 73226 h 230414"/>
                <a:gd name="connsiteX268" fmla="*/ 2612951 w 2915191"/>
                <a:gd name="connsiteY268" fmla="*/ 66081 h 230414"/>
                <a:gd name="connsiteX269" fmla="*/ 2622695 w 2915191"/>
                <a:gd name="connsiteY269" fmla="*/ 61752 h 230414"/>
                <a:gd name="connsiteX270" fmla="*/ 2632439 w 2915191"/>
                <a:gd name="connsiteY270" fmla="*/ 38646 h 230414"/>
                <a:gd name="connsiteX271" fmla="*/ 2642198 w 2915191"/>
                <a:gd name="connsiteY271" fmla="*/ 9620 h 230414"/>
                <a:gd name="connsiteX272" fmla="*/ 2651942 w 2915191"/>
                <a:gd name="connsiteY272" fmla="*/ 28581 h 230414"/>
                <a:gd name="connsiteX273" fmla="*/ 2661685 w 2915191"/>
                <a:gd name="connsiteY273" fmla="*/ 45567 h 230414"/>
                <a:gd name="connsiteX274" fmla="*/ 2671444 w 2915191"/>
                <a:gd name="connsiteY274" fmla="*/ 41479 h 230414"/>
                <a:gd name="connsiteX275" fmla="*/ 2681188 w 2915191"/>
                <a:gd name="connsiteY275" fmla="*/ 53438 h 230414"/>
                <a:gd name="connsiteX276" fmla="*/ 2690947 w 2915191"/>
                <a:gd name="connsiteY276" fmla="*/ 37453 h 230414"/>
                <a:gd name="connsiteX277" fmla="*/ 2700691 w 2915191"/>
                <a:gd name="connsiteY277" fmla="*/ 50311 h 230414"/>
                <a:gd name="connsiteX278" fmla="*/ 2710435 w 2915191"/>
                <a:gd name="connsiteY278" fmla="*/ 71862 h 230414"/>
                <a:gd name="connsiteX279" fmla="*/ 2720194 w 2915191"/>
                <a:gd name="connsiteY279" fmla="*/ 34814 h 230414"/>
                <a:gd name="connsiteX280" fmla="*/ 2729938 w 2915191"/>
                <a:gd name="connsiteY280" fmla="*/ 9309 h 230414"/>
                <a:gd name="connsiteX281" fmla="*/ 2739697 w 2915191"/>
                <a:gd name="connsiteY281" fmla="*/ 15565 h 230414"/>
                <a:gd name="connsiteX282" fmla="*/ 2749441 w 2915191"/>
                <a:gd name="connsiteY282" fmla="*/ 41147 h 230414"/>
                <a:gd name="connsiteX283" fmla="*/ 2759185 w 2915191"/>
                <a:gd name="connsiteY283" fmla="*/ 71736 h 230414"/>
                <a:gd name="connsiteX284" fmla="*/ 2768943 w 2915191"/>
                <a:gd name="connsiteY284" fmla="*/ 71555 h 230414"/>
                <a:gd name="connsiteX285" fmla="*/ 2778687 w 2915191"/>
                <a:gd name="connsiteY285" fmla="*/ 80526 h 230414"/>
                <a:gd name="connsiteX286" fmla="*/ 2788446 w 2915191"/>
                <a:gd name="connsiteY286" fmla="*/ 80285 h 230414"/>
                <a:gd name="connsiteX287" fmla="*/ 2798190 w 2915191"/>
                <a:gd name="connsiteY287" fmla="*/ 55733 h 230414"/>
                <a:gd name="connsiteX288" fmla="*/ 2807934 w 2915191"/>
                <a:gd name="connsiteY288" fmla="*/ 53377 h 230414"/>
                <a:gd name="connsiteX289" fmla="*/ 2817693 w 2915191"/>
                <a:gd name="connsiteY289" fmla="*/ 69942 h 230414"/>
                <a:gd name="connsiteX290" fmla="*/ 2827437 w 2915191"/>
                <a:gd name="connsiteY290" fmla="*/ 56093 h 230414"/>
                <a:gd name="connsiteX291" fmla="*/ 2837196 w 2915191"/>
                <a:gd name="connsiteY291" fmla="*/ 68617 h 230414"/>
                <a:gd name="connsiteX292" fmla="*/ 2846940 w 2915191"/>
                <a:gd name="connsiteY292" fmla="*/ 58693 h 230414"/>
                <a:gd name="connsiteX293" fmla="*/ 2856684 w 2915191"/>
                <a:gd name="connsiteY293" fmla="*/ 64493 h 230414"/>
                <a:gd name="connsiteX294" fmla="*/ 2866442 w 2915191"/>
                <a:gd name="connsiteY294" fmla="*/ 80505 h 230414"/>
                <a:gd name="connsiteX295" fmla="*/ 2876186 w 2915191"/>
                <a:gd name="connsiteY295" fmla="*/ 70480 h 230414"/>
                <a:gd name="connsiteX296" fmla="*/ 2885945 w 2915191"/>
                <a:gd name="connsiteY296" fmla="*/ 73960 h 230414"/>
                <a:gd name="connsiteX297" fmla="*/ 2895689 w 2915191"/>
                <a:gd name="connsiteY297" fmla="*/ 93887 h 230414"/>
                <a:gd name="connsiteX298" fmla="*/ 2905433 w 2915191"/>
                <a:gd name="connsiteY298" fmla="*/ 68711 h 230414"/>
                <a:gd name="connsiteX299" fmla="*/ 2915192 w 2915191"/>
                <a:gd name="connsiteY299" fmla="*/ 74870 h 230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230414">
                  <a:moveTo>
                    <a:pt x="0" y="2212"/>
                  </a:moveTo>
                  <a:lnTo>
                    <a:pt x="9750" y="39433"/>
                  </a:lnTo>
                  <a:lnTo>
                    <a:pt x="19500" y="20097"/>
                  </a:lnTo>
                  <a:lnTo>
                    <a:pt x="29250" y="50163"/>
                  </a:lnTo>
                  <a:lnTo>
                    <a:pt x="39000" y="31932"/>
                  </a:lnTo>
                  <a:lnTo>
                    <a:pt x="48749" y="30799"/>
                  </a:lnTo>
                  <a:lnTo>
                    <a:pt x="58499" y="26006"/>
                  </a:lnTo>
                  <a:lnTo>
                    <a:pt x="68249" y="45998"/>
                  </a:lnTo>
                  <a:lnTo>
                    <a:pt x="77998" y="25518"/>
                  </a:lnTo>
                  <a:lnTo>
                    <a:pt x="87748" y="31546"/>
                  </a:lnTo>
                  <a:lnTo>
                    <a:pt x="97497" y="41163"/>
                  </a:lnTo>
                  <a:lnTo>
                    <a:pt x="107247" y="37127"/>
                  </a:lnTo>
                  <a:lnTo>
                    <a:pt x="116997" y="68349"/>
                  </a:lnTo>
                  <a:lnTo>
                    <a:pt x="126747" y="78099"/>
                  </a:lnTo>
                  <a:lnTo>
                    <a:pt x="136497" y="75618"/>
                  </a:lnTo>
                  <a:lnTo>
                    <a:pt x="146247" y="83805"/>
                  </a:lnTo>
                  <a:lnTo>
                    <a:pt x="155997" y="128854"/>
                  </a:lnTo>
                  <a:lnTo>
                    <a:pt x="165747" y="113159"/>
                  </a:lnTo>
                  <a:lnTo>
                    <a:pt x="175497" y="127237"/>
                  </a:lnTo>
                  <a:lnTo>
                    <a:pt x="185247" y="113223"/>
                  </a:lnTo>
                  <a:lnTo>
                    <a:pt x="194996" y="74826"/>
                  </a:lnTo>
                  <a:lnTo>
                    <a:pt x="204746" y="88652"/>
                  </a:lnTo>
                  <a:lnTo>
                    <a:pt x="214495" y="125685"/>
                  </a:lnTo>
                  <a:lnTo>
                    <a:pt x="224245" y="118466"/>
                  </a:lnTo>
                  <a:lnTo>
                    <a:pt x="233995" y="125154"/>
                  </a:lnTo>
                  <a:lnTo>
                    <a:pt x="243744" y="103786"/>
                  </a:lnTo>
                  <a:lnTo>
                    <a:pt x="253494" y="125631"/>
                  </a:lnTo>
                  <a:lnTo>
                    <a:pt x="263244" y="128247"/>
                  </a:lnTo>
                  <a:lnTo>
                    <a:pt x="272994" y="168914"/>
                  </a:lnTo>
                  <a:lnTo>
                    <a:pt x="282744" y="167015"/>
                  </a:lnTo>
                  <a:lnTo>
                    <a:pt x="292494" y="169273"/>
                  </a:lnTo>
                  <a:lnTo>
                    <a:pt x="302244" y="173481"/>
                  </a:lnTo>
                  <a:lnTo>
                    <a:pt x="311994" y="163040"/>
                  </a:lnTo>
                  <a:lnTo>
                    <a:pt x="321744" y="208236"/>
                  </a:lnTo>
                  <a:lnTo>
                    <a:pt x="331493" y="217281"/>
                  </a:lnTo>
                  <a:lnTo>
                    <a:pt x="341243" y="187808"/>
                  </a:lnTo>
                  <a:lnTo>
                    <a:pt x="350993" y="191514"/>
                  </a:lnTo>
                  <a:lnTo>
                    <a:pt x="360742" y="172712"/>
                  </a:lnTo>
                  <a:lnTo>
                    <a:pt x="370492" y="148903"/>
                  </a:lnTo>
                  <a:lnTo>
                    <a:pt x="380241" y="145363"/>
                  </a:lnTo>
                  <a:lnTo>
                    <a:pt x="389991" y="129126"/>
                  </a:lnTo>
                  <a:lnTo>
                    <a:pt x="399741" y="123182"/>
                  </a:lnTo>
                  <a:lnTo>
                    <a:pt x="409491" y="120266"/>
                  </a:lnTo>
                  <a:lnTo>
                    <a:pt x="419241" y="116698"/>
                  </a:lnTo>
                  <a:lnTo>
                    <a:pt x="428991" y="117137"/>
                  </a:lnTo>
                  <a:lnTo>
                    <a:pt x="438741" y="127467"/>
                  </a:lnTo>
                  <a:lnTo>
                    <a:pt x="448491" y="166419"/>
                  </a:lnTo>
                  <a:lnTo>
                    <a:pt x="458241" y="175284"/>
                  </a:lnTo>
                  <a:lnTo>
                    <a:pt x="467991" y="157122"/>
                  </a:lnTo>
                  <a:lnTo>
                    <a:pt x="477740" y="122560"/>
                  </a:lnTo>
                  <a:lnTo>
                    <a:pt x="487490" y="110649"/>
                  </a:lnTo>
                  <a:lnTo>
                    <a:pt x="497239" y="92447"/>
                  </a:lnTo>
                  <a:lnTo>
                    <a:pt x="506989" y="81205"/>
                  </a:lnTo>
                  <a:lnTo>
                    <a:pt x="516738" y="62953"/>
                  </a:lnTo>
                  <a:lnTo>
                    <a:pt x="526488" y="61326"/>
                  </a:lnTo>
                  <a:lnTo>
                    <a:pt x="536238" y="73817"/>
                  </a:lnTo>
                  <a:lnTo>
                    <a:pt x="545988" y="71019"/>
                  </a:lnTo>
                  <a:lnTo>
                    <a:pt x="555738" y="59655"/>
                  </a:lnTo>
                  <a:lnTo>
                    <a:pt x="565488" y="74081"/>
                  </a:lnTo>
                  <a:lnTo>
                    <a:pt x="575238" y="48213"/>
                  </a:lnTo>
                  <a:lnTo>
                    <a:pt x="584988" y="71569"/>
                  </a:lnTo>
                  <a:lnTo>
                    <a:pt x="594738" y="96042"/>
                  </a:lnTo>
                  <a:lnTo>
                    <a:pt x="604488" y="62610"/>
                  </a:lnTo>
                  <a:lnTo>
                    <a:pt x="614237" y="45093"/>
                  </a:lnTo>
                  <a:lnTo>
                    <a:pt x="623987" y="50642"/>
                  </a:lnTo>
                  <a:lnTo>
                    <a:pt x="633736" y="64152"/>
                  </a:lnTo>
                  <a:lnTo>
                    <a:pt x="643486" y="32749"/>
                  </a:lnTo>
                  <a:lnTo>
                    <a:pt x="653236" y="40947"/>
                  </a:lnTo>
                  <a:lnTo>
                    <a:pt x="662985" y="33111"/>
                  </a:lnTo>
                  <a:lnTo>
                    <a:pt x="672735" y="61859"/>
                  </a:lnTo>
                  <a:lnTo>
                    <a:pt x="682485" y="47145"/>
                  </a:lnTo>
                  <a:lnTo>
                    <a:pt x="692235" y="70873"/>
                  </a:lnTo>
                  <a:lnTo>
                    <a:pt x="701985" y="47818"/>
                  </a:lnTo>
                  <a:lnTo>
                    <a:pt x="711735" y="67154"/>
                  </a:lnTo>
                  <a:lnTo>
                    <a:pt x="721485" y="80614"/>
                  </a:lnTo>
                  <a:lnTo>
                    <a:pt x="731235" y="62154"/>
                  </a:lnTo>
                  <a:lnTo>
                    <a:pt x="740985" y="69568"/>
                  </a:lnTo>
                  <a:lnTo>
                    <a:pt x="750734" y="80355"/>
                  </a:lnTo>
                  <a:lnTo>
                    <a:pt x="760484" y="88396"/>
                  </a:lnTo>
                  <a:lnTo>
                    <a:pt x="770233" y="100580"/>
                  </a:lnTo>
                  <a:lnTo>
                    <a:pt x="779983" y="122937"/>
                  </a:lnTo>
                  <a:lnTo>
                    <a:pt x="789733" y="105869"/>
                  </a:lnTo>
                  <a:lnTo>
                    <a:pt x="799482" y="129749"/>
                  </a:lnTo>
                  <a:lnTo>
                    <a:pt x="809232" y="148214"/>
                  </a:lnTo>
                  <a:lnTo>
                    <a:pt x="818982" y="143568"/>
                  </a:lnTo>
                  <a:lnTo>
                    <a:pt x="828732" y="165560"/>
                  </a:lnTo>
                  <a:lnTo>
                    <a:pt x="838482" y="160890"/>
                  </a:lnTo>
                  <a:lnTo>
                    <a:pt x="848232" y="172472"/>
                  </a:lnTo>
                  <a:lnTo>
                    <a:pt x="857982" y="190540"/>
                  </a:lnTo>
                  <a:lnTo>
                    <a:pt x="867732" y="179044"/>
                  </a:lnTo>
                  <a:lnTo>
                    <a:pt x="877482" y="153486"/>
                  </a:lnTo>
                  <a:lnTo>
                    <a:pt x="887231" y="156494"/>
                  </a:lnTo>
                  <a:lnTo>
                    <a:pt x="896981" y="158695"/>
                  </a:lnTo>
                  <a:lnTo>
                    <a:pt x="906730" y="99087"/>
                  </a:lnTo>
                  <a:lnTo>
                    <a:pt x="916480" y="89455"/>
                  </a:lnTo>
                  <a:lnTo>
                    <a:pt x="926230" y="105786"/>
                  </a:lnTo>
                  <a:lnTo>
                    <a:pt x="935979" y="115695"/>
                  </a:lnTo>
                  <a:lnTo>
                    <a:pt x="945729" y="108181"/>
                  </a:lnTo>
                  <a:lnTo>
                    <a:pt x="955479" y="80443"/>
                  </a:lnTo>
                  <a:lnTo>
                    <a:pt x="965229" y="102055"/>
                  </a:lnTo>
                  <a:lnTo>
                    <a:pt x="974979" y="64334"/>
                  </a:lnTo>
                  <a:lnTo>
                    <a:pt x="984729" y="47030"/>
                  </a:lnTo>
                  <a:lnTo>
                    <a:pt x="994474" y="20649"/>
                  </a:lnTo>
                  <a:lnTo>
                    <a:pt x="1004233" y="17114"/>
                  </a:lnTo>
                  <a:lnTo>
                    <a:pt x="1013977" y="12672"/>
                  </a:lnTo>
                  <a:lnTo>
                    <a:pt x="1023721" y="37028"/>
                  </a:lnTo>
                  <a:lnTo>
                    <a:pt x="1033480" y="35953"/>
                  </a:lnTo>
                  <a:lnTo>
                    <a:pt x="1043224" y="72145"/>
                  </a:lnTo>
                  <a:lnTo>
                    <a:pt x="1052983" y="58501"/>
                  </a:lnTo>
                  <a:lnTo>
                    <a:pt x="1062727" y="40203"/>
                  </a:lnTo>
                  <a:lnTo>
                    <a:pt x="1072471" y="46737"/>
                  </a:lnTo>
                  <a:lnTo>
                    <a:pt x="1082230" y="22545"/>
                  </a:lnTo>
                  <a:lnTo>
                    <a:pt x="1091973" y="22059"/>
                  </a:lnTo>
                  <a:lnTo>
                    <a:pt x="1101732" y="49401"/>
                  </a:lnTo>
                  <a:lnTo>
                    <a:pt x="1111476" y="53478"/>
                  </a:lnTo>
                  <a:lnTo>
                    <a:pt x="1121220" y="54596"/>
                  </a:lnTo>
                  <a:lnTo>
                    <a:pt x="1130979" y="66412"/>
                  </a:lnTo>
                  <a:lnTo>
                    <a:pt x="1140723" y="49566"/>
                  </a:lnTo>
                  <a:lnTo>
                    <a:pt x="1150482" y="60140"/>
                  </a:lnTo>
                  <a:lnTo>
                    <a:pt x="1160226" y="36014"/>
                  </a:lnTo>
                  <a:lnTo>
                    <a:pt x="1169969" y="60654"/>
                  </a:lnTo>
                  <a:lnTo>
                    <a:pt x="1179728" y="65074"/>
                  </a:lnTo>
                  <a:lnTo>
                    <a:pt x="1189472" y="54891"/>
                  </a:lnTo>
                  <a:lnTo>
                    <a:pt x="1199231" y="35022"/>
                  </a:lnTo>
                  <a:lnTo>
                    <a:pt x="1208975" y="64422"/>
                  </a:lnTo>
                  <a:lnTo>
                    <a:pt x="1218719" y="61075"/>
                  </a:lnTo>
                  <a:lnTo>
                    <a:pt x="1228478" y="76111"/>
                  </a:lnTo>
                  <a:lnTo>
                    <a:pt x="1238222" y="48635"/>
                  </a:lnTo>
                  <a:lnTo>
                    <a:pt x="1247966" y="86623"/>
                  </a:lnTo>
                  <a:lnTo>
                    <a:pt x="1257725" y="100501"/>
                  </a:lnTo>
                  <a:lnTo>
                    <a:pt x="1267469" y="81241"/>
                  </a:lnTo>
                  <a:lnTo>
                    <a:pt x="1277227" y="81168"/>
                  </a:lnTo>
                  <a:lnTo>
                    <a:pt x="1286971" y="34356"/>
                  </a:lnTo>
                  <a:lnTo>
                    <a:pt x="1296715" y="17180"/>
                  </a:lnTo>
                  <a:lnTo>
                    <a:pt x="1306474" y="16118"/>
                  </a:lnTo>
                  <a:lnTo>
                    <a:pt x="1316218" y="25568"/>
                  </a:lnTo>
                  <a:lnTo>
                    <a:pt x="1325977" y="43283"/>
                  </a:lnTo>
                  <a:lnTo>
                    <a:pt x="1335721" y="49958"/>
                  </a:lnTo>
                  <a:lnTo>
                    <a:pt x="1345465" y="78829"/>
                  </a:lnTo>
                  <a:lnTo>
                    <a:pt x="1355224" y="114460"/>
                  </a:lnTo>
                  <a:lnTo>
                    <a:pt x="1364967" y="109747"/>
                  </a:lnTo>
                  <a:lnTo>
                    <a:pt x="1374726" y="111245"/>
                  </a:lnTo>
                  <a:lnTo>
                    <a:pt x="1384470" y="89705"/>
                  </a:lnTo>
                  <a:lnTo>
                    <a:pt x="1394214" y="83035"/>
                  </a:lnTo>
                  <a:lnTo>
                    <a:pt x="1403973" y="97845"/>
                  </a:lnTo>
                  <a:lnTo>
                    <a:pt x="1413717" y="101435"/>
                  </a:lnTo>
                  <a:lnTo>
                    <a:pt x="1423476" y="83837"/>
                  </a:lnTo>
                  <a:lnTo>
                    <a:pt x="1433220" y="83407"/>
                  </a:lnTo>
                  <a:lnTo>
                    <a:pt x="1442964" y="69733"/>
                  </a:lnTo>
                  <a:lnTo>
                    <a:pt x="1452722" y="79823"/>
                  </a:lnTo>
                  <a:lnTo>
                    <a:pt x="1462466" y="38919"/>
                  </a:lnTo>
                  <a:lnTo>
                    <a:pt x="1472225" y="39718"/>
                  </a:lnTo>
                  <a:lnTo>
                    <a:pt x="1481969" y="75514"/>
                  </a:lnTo>
                  <a:lnTo>
                    <a:pt x="1491713" y="81092"/>
                  </a:lnTo>
                  <a:lnTo>
                    <a:pt x="1501472" y="55457"/>
                  </a:lnTo>
                  <a:lnTo>
                    <a:pt x="1511216" y="56613"/>
                  </a:lnTo>
                  <a:lnTo>
                    <a:pt x="1520960" y="22792"/>
                  </a:lnTo>
                  <a:lnTo>
                    <a:pt x="1530719" y="58499"/>
                  </a:lnTo>
                  <a:lnTo>
                    <a:pt x="1540463" y="70666"/>
                  </a:lnTo>
                  <a:lnTo>
                    <a:pt x="1550221" y="93524"/>
                  </a:lnTo>
                  <a:lnTo>
                    <a:pt x="1559965" y="123083"/>
                  </a:lnTo>
                  <a:lnTo>
                    <a:pt x="1569709" y="116330"/>
                  </a:lnTo>
                  <a:lnTo>
                    <a:pt x="1579468" y="147147"/>
                  </a:lnTo>
                  <a:lnTo>
                    <a:pt x="1589212" y="157040"/>
                  </a:lnTo>
                  <a:lnTo>
                    <a:pt x="1598971" y="180069"/>
                  </a:lnTo>
                  <a:lnTo>
                    <a:pt x="1608715" y="140208"/>
                  </a:lnTo>
                  <a:lnTo>
                    <a:pt x="1618459" y="132865"/>
                  </a:lnTo>
                  <a:lnTo>
                    <a:pt x="1628218" y="126257"/>
                  </a:lnTo>
                  <a:lnTo>
                    <a:pt x="1637962" y="80714"/>
                  </a:lnTo>
                  <a:lnTo>
                    <a:pt x="1647720" y="67396"/>
                  </a:lnTo>
                  <a:lnTo>
                    <a:pt x="1657464" y="94985"/>
                  </a:lnTo>
                  <a:lnTo>
                    <a:pt x="1667208" y="118012"/>
                  </a:lnTo>
                  <a:lnTo>
                    <a:pt x="1676967" y="108070"/>
                  </a:lnTo>
                  <a:lnTo>
                    <a:pt x="1686711" y="101924"/>
                  </a:lnTo>
                  <a:lnTo>
                    <a:pt x="1696470" y="77384"/>
                  </a:lnTo>
                  <a:lnTo>
                    <a:pt x="1706214" y="64344"/>
                  </a:lnTo>
                  <a:lnTo>
                    <a:pt x="1715958" y="40947"/>
                  </a:lnTo>
                  <a:lnTo>
                    <a:pt x="1725716" y="34140"/>
                  </a:lnTo>
                  <a:lnTo>
                    <a:pt x="1735460" y="31331"/>
                  </a:lnTo>
                  <a:lnTo>
                    <a:pt x="1745219" y="56625"/>
                  </a:lnTo>
                  <a:lnTo>
                    <a:pt x="1754963" y="95602"/>
                  </a:lnTo>
                  <a:lnTo>
                    <a:pt x="1764707" y="90739"/>
                  </a:lnTo>
                  <a:lnTo>
                    <a:pt x="1774466" y="89215"/>
                  </a:lnTo>
                  <a:lnTo>
                    <a:pt x="1784210" y="96983"/>
                  </a:lnTo>
                  <a:lnTo>
                    <a:pt x="1793969" y="85790"/>
                  </a:lnTo>
                  <a:lnTo>
                    <a:pt x="1803713" y="91977"/>
                  </a:lnTo>
                  <a:lnTo>
                    <a:pt x="1813457" y="70155"/>
                  </a:lnTo>
                  <a:lnTo>
                    <a:pt x="1823215" y="57452"/>
                  </a:lnTo>
                  <a:lnTo>
                    <a:pt x="1832959" y="51397"/>
                  </a:lnTo>
                  <a:lnTo>
                    <a:pt x="1842703" y="46628"/>
                  </a:lnTo>
                  <a:lnTo>
                    <a:pt x="1852462" y="6375"/>
                  </a:lnTo>
                  <a:lnTo>
                    <a:pt x="1862206" y="0"/>
                  </a:lnTo>
                  <a:lnTo>
                    <a:pt x="1871965" y="4221"/>
                  </a:lnTo>
                  <a:lnTo>
                    <a:pt x="1881709" y="21493"/>
                  </a:lnTo>
                  <a:lnTo>
                    <a:pt x="1891453" y="28409"/>
                  </a:lnTo>
                  <a:lnTo>
                    <a:pt x="1901212" y="33384"/>
                  </a:lnTo>
                  <a:lnTo>
                    <a:pt x="1910956" y="76517"/>
                  </a:lnTo>
                  <a:lnTo>
                    <a:pt x="1920714" y="82092"/>
                  </a:lnTo>
                  <a:lnTo>
                    <a:pt x="1930458" y="53715"/>
                  </a:lnTo>
                  <a:lnTo>
                    <a:pt x="1940202" y="54283"/>
                  </a:lnTo>
                  <a:lnTo>
                    <a:pt x="1949961" y="100357"/>
                  </a:lnTo>
                  <a:lnTo>
                    <a:pt x="1959705" y="51019"/>
                  </a:lnTo>
                  <a:lnTo>
                    <a:pt x="1969464" y="74465"/>
                  </a:lnTo>
                  <a:lnTo>
                    <a:pt x="1979208" y="43927"/>
                  </a:lnTo>
                  <a:lnTo>
                    <a:pt x="1988952" y="67747"/>
                  </a:lnTo>
                  <a:lnTo>
                    <a:pt x="1998711" y="58355"/>
                  </a:lnTo>
                  <a:lnTo>
                    <a:pt x="2008454" y="60803"/>
                  </a:lnTo>
                  <a:lnTo>
                    <a:pt x="2018213" y="72701"/>
                  </a:lnTo>
                  <a:lnTo>
                    <a:pt x="2027957" y="72011"/>
                  </a:lnTo>
                  <a:lnTo>
                    <a:pt x="2037701" y="79818"/>
                  </a:lnTo>
                  <a:lnTo>
                    <a:pt x="2047460" y="77740"/>
                  </a:lnTo>
                  <a:lnTo>
                    <a:pt x="2057204" y="58744"/>
                  </a:lnTo>
                  <a:lnTo>
                    <a:pt x="2066963" y="72263"/>
                  </a:lnTo>
                  <a:lnTo>
                    <a:pt x="2076707" y="73223"/>
                  </a:lnTo>
                  <a:lnTo>
                    <a:pt x="2086451" y="83548"/>
                  </a:lnTo>
                  <a:lnTo>
                    <a:pt x="2096210" y="96255"/>
                  </a:lnTo>
                  <a:lnTo>
                    <a:pt x="2105954" y="78613"/>
                  </a:lnTo>
                  <a:lnTo>
                    <a:pt x="2115697" y="92763"/>
                  </a:lnTo>
                  <a:lnTo>
                    <a:pt x="2125456" y="129262"/>
                  </a:lnTo>
                  <a:lnTo>
                    <a:pt x="2135200" y="162981"/>
                  </a:lnTo>
                  <a:lnTo>
                    <a:pt x="2144959" y="184168"/>
                  </a:lnTo>
                  <a:lnTo>
                    <a:pt x="2154703" y="173542"/>
                  </a:lnTo>
                  <a:lnTo>
                    <a:pt x="2164447" y="155669"/>
                  </a:lnTo>
                  <a:lnTo>
                    <a:pt x="2174206" y="109613"/>
                  </a:lnTo>
                  <a:lnTo>
                    <a:pt x="2183950" y="124989"/>
                  </a:lnTo>
                  <a:lnTo>
                    <a:pt x="2193709" y="94754"/>
                  </a:lnTo>
                  <a:lnTo>
                    <a:pt x="2203452" y="106254"/>
                  </a:lnTo>
                  <a:lnTo>
                    <a:pt x="2213196" y="103780"/>
                  </a:lnTo>
                  <a:lnTo>
                    <a:pt x="2222955" y="152881"/>
                  </a:lnTo>
                  <a:lnTo>
                    <a:pt x="2232699" y="166608"/>
                  </a:lnTo>
                  <a:lnTo>
                    <a:pt x="2242458" y="145582"/>
                  </a:lnTo>
                  <a:lnTo>
                    <a:pt x="2252202" y="175076"/>
                  </a:lnTo>
                  <a:lnTo>
                    <a:pt x="2261946" y="173306"/>
                  </a:lnTo>
                  <a:lnTo>
                    <a:pt x="2271705" y="160158"/>
                  </a:lnTo>
                  <a:lnTo>
                    <a:pt x="2281449" y="178497"/>
                  </a:lnTo>
                  <a:lnTo>
                    <a:pt x="2291208" y="189835"/>
                  </a:lnTo>
                  <a:lnTo>
                    <a:pt x="2300951" y="200119"/>
                  </a:lnTo>
                  <a:lnTo>
                    <a:pt x="2310695" y="214766"/>
                  </a:lnTo>
                  <a:lnTo>
                    <a:pt x="2320454" y="230414"/>
                  </a:lnTo>
                  <a:lnTo>
                    <a:pt x="2330198" y="230374"/>
                  </a:lnTo>
                  <a:lnTo>
                    <a:pt x="2339957" y="205733"/>
                  </a:lnTo>
                  <a:lnTo>
                    <a:pt x="2349701" y="190376"/>
                  </a:lnTo>
                  <a:lnTo>
                    <a:pt x="2359445" y="190629"/>
                  </a:lnTo>
                  <a:lnTo>
                    <a:pt x="2369204" y="177614"/>
                  </a:lnTo>
                  <a:lnTo>
                    <a:pt x="2378948" y="172754"/>
                  </a:lnTo>
                  <a:lnTo>
                    <a:pt x="2388692" y="142473"/>
                  </a:lnTo>
                  <a:lnTo>
                    <a:pt x="2398450" y="151518"/>
                  </a:lnTo>
                  <a:lnTo>
                    <a:pt x="2408194" y="123510"/>
                  </a:lnTo>
                  <a:lnTo>
                    <a:pt x="2417953" y="106736"/>
                  </a:lnTo>
                  <a:lnTo>
                    <a:pt x="2427697" y="87234"/>
                  </a:lnTo>
                  <a:lnTo>
                    <a:pt x="2437441" y="100815"/>
                  </a:lnTo>
                  <a:lnTo>
                    <a:pt x="2447200" y="99320"/>
                  </a:lnTo>
                  <a:lnTo>
                    <a:pt x="2456944" y="107063"/>
                  </a:lnTo>
                  <a:lnTo>
                    <a:pt x="2466703" y="109957"/>
                  </a:lnTo>
                  <a:lnTo>
                    <a:pt x="2476446" y="106997"/>
                  </a:lnTo>
                  <a:lnTo>
                    <a:pt x="2486190" y="71941"/>
                  </a:lnTo>
                  <a:lnTo>
                    <a:pt x="2495949" y="71466"/>
                  </a:lnTo>
                  <a:lnTo>
                    <a:pt x="2505693" y="58465"/>
                  </a:lnTo>
                  <a:lnTo>
                    <a:pt x="2515452" y="42808"/>
                  </a:lnTo>
                  <a:lnTo>
                    <a:pt x="2525196" y="47684"/>
                  </a:lnTo>
                  <a:lnTo>
                    <a:pt x="2534940" y="36044"/>
                  </a:lnTo>
                  <a:lnTo>
                    <a:pt x="2544699" y="49280"/>
                  </a:lnTo>
                  <a:lnTo>
                    <a:pt x="2554443" y="37282"/>
                  </a:lnTo>
                  <a:lnTo>
                    <a:pt x="2564202" y="64313"/>
                  </a:lnTo>
                  <a:lnTo>
                    <a:pt x="2573946" y="98126"/>
                  </a:lnTo>
                  <a:lnTo>
                    <a:pt x="2583690" y="139529"/>
                  </a:lnTo>
                  <a:lnTo>
                    <a:pt x="2593448" y="112571"/>
                  </a:lnTo>
                  <a:lnTo>
                    <a:pt x="2603192" y="73226"/>
                  </a:lnTo>
                  <a:lnTo>
                    <a:pt x="2612951" y="66081"/>
                  </a:lnTo>
                  <a:lnTo>
                    <a:pt x="2622695" y="61752"/>
                  </a:lnTo>
                  <a:lnTo>
                    <a:pt x="2632439" y="38646"/>
                  </a:lnTo>
                  <a:lnTo>
                    <a:pt x="2642198" y="9620"/>
                  </a:lnTo>
                  <a:lnTo>
                    <a:pt x="2651942" y="28581"/>
                  </a:lnTo>
                  <a:lnTo>
                    <a:pt x="2661685" y="45567"/>
                  </a:lnTo>
                  <a:lnTo>
                    <a:pt x="2671444" y="41479"/>
                  </a:lnTo>
                  <a:lnTo>
                    <a:pt x="2681188" y="53438"/>
                  </a:lnTo>
                  <a:lnTo>
                    <a:pt x="2690947" y="37453"/>
                  </a:lnTo>
                  <a:lnTo>
                    <a:pt x="2700691" y="50311"/>
                  </a:lnTo>
                  <a:lnTo>
                    <a:pt x="2710435" y="71862"/>
                  </a:lnTo>
                  <a:lnTo>
                    <a:pt x="2720194" y="34814"/>
                  </a:lnTo>
                  <a:lnTo>
                    <a:pt x="2729938" y="9309"/>
                  </a:lnTo>
                  <a:lnTo>
                    <a:pt x="2739697" y="15565"/>
                  </a:lnTo>
                  <a:lnTo>
                    <a:pt x="2749441" y="41147"/>
                  </a:lnTo>
                  <a:lnTo>
                    <a:pt x="2759185" y="71736"/>
                  </a:lnTo>
                  <a:lnTo>
                    <a:pt x="2768943" y="71555"/>
                  </a:lnTo>
                  <a:lnTo>
                    <a:pt x="2778687" y="80526"/>
                  </a:lnTo>
                  <a:lnTo>
                    <a:pt x="2788446" y="80285"/>
                  </a:lnTo>
                  <a:lnTo>
                    <a:pt x="2798190" y="55733"/>
                  </a:lnTo>
                  <a:lnTo>
                    <a:pt x="2807934" y="53377"/>
                  </a:lnTo>
                  <a:lnTo>
                    <a:pt x="2817693" y="69942"/>
                  </a:lnTo>
                  <a:lnTo>
                    <a:pt x="2827437" y="56093"/>
                  </a:lnTo>
                  <a:lnTo>
                    <a:pt x="2837196" y="68617"/>
                  </a:lnTo>
                  <a:lnTo>
                    <a:pt x="2846940" y="58693"/>
                  </a:lnTo>
                  <a:lnTo>
                    <a:pt x="2856684" y="64493"/>
                  </a:lnTo>
                  <a:lnTo>
                    <a:pt x="2866442" y="80505"/>
                  </a:lnTo>
                  <a:lnTo>
                    <a:pt x="2876186" y="70480"/>
                  </a:lnTo>
                  <a:lnTo>
                    <a:pt x="2885945" y="73960"/>
                  </a:lnTo>
                  <a:lnTo>
                    <a:pt x="2895689" y="93887"/>
                  </a:lnTo>
                  <a:lnTo>
                    <a:pt x="2905433" y="68711"/>
                  </a:lnTo>
                  <a:lnTo>
                    <a:pt x="2915192" y="7487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8" name="Freeform 1137">
              <a:extLst>
                <a:ext uri="{FF2B5EF4-FFF2-40B4-BE49-F238E27FC236}">
                  <a16:creationId xmlns:a16="http://schemas.microsoft.com/office/drawing/2014/main" id="{2C8F9D61-C340-627D-5ADA-ED7103CDA0A4}"/>
                </a:ext>
              </a:extLst>
            </p:cNvPr>
            <p:cNvSpPr/>
            <p:nvPr/>
          </p:nvSpPr>
          <p:spPr>
            <a:xfrm>
              <a:off x="4426652" y="3222591"/>
              <a:ext cx="2915191" cy="461534"/>
            </a:xfrm>
            <a:custGeom>
              <a:avLst/>
              <a:gdLst>
                <a:gd name="connsiteX0" fmla="*/ 0 w 2915191"/>
                <a:gd name="connsiteY0" fmla="*/ 20327 h 461534"/>
                <a:gd name="connsiteX1" fmla="*/ 9750 w 2915191"/>
                <a:gd name="connsiteY1" fmla="*/ 18 h 461534"/>
                <a:gd name="connsiteX2" fmla="*/ 19500 w 2915191"/>
                <a:gd name="connsiteY2" fmla="*/ 50794 h 461534"/>
                <a:gd name="connsiteX3" fmla="*/ 29250 w 2915191"/>
                <a:gd name="connsiteY3" fmla="*/ 16510 h 461534"/>
                <a:gd name="connsiteX4" fmla="*/ 39000 w 2915191"/>
                <a:gd name="connsiteY4" fmla="*/ 42803 h 461534"/>
                <a:gd name="connsiteX5" fmla="*/ 48749 w 2915191"/>
                <a:gd name="connsiteY5" fmla="*/ 0 h 461534"/>
                <a:gd name="connsiteX6" fmla="*/ 58499 w 2915191"/>
                <a:gd name="connsiteY6" fmla="*/ 46334 h 461534"/>
                <a:gd name="connsiteX7" fmla="*/ 68249 w 2915191"/>
                <a:gd name="connsiteY7" fmla="*/ 54959 h 461534"/>
                <a:gd name="connsiteX8" fmla="*/ 77998 w 2915191"/>
                <a:gd name="connsiteY8" fmla="*/ 86577 h 461534"/>
                <a:gd name="connsiteX9" fmla="*/ 87748 w 2915191"/>
                <a:gd name="connsiteY9" fmla="*/ 115157 h 461534"/>
                <a:gd name="connsiteX10" fmla="*/ 97497 w 2915191"/>
                <a:gd name="connsiteY10" fmla="*/ 103301 h 461534"/>
                <a:gd name="connsiteX11" fmla="*/ 107247 w 2915191"/>
                <a:gd name="connsiteY11" fmla="*/ 105239 h 461534"/>
                <a:gd name="connsiteX12" fmla="*/ 116997 w 2915191"/>
                <a:gd name="connsiteY12" fmla="*/ 97435 h 461534"/>
                <a:gd name="connsiteX13" fmla="*/ 126747 w 2915191"/>
                <a:gd name="connsiteY13" fmla="*/ 102073 h 461534"/>
                <a:gd name="connsiteX14" fmla="*/ 136497 w 2915191"/>
                <a:gd name="connsiteY14" fmla="*/ 140257 h 461534"/>
                <a:gd name="connsiteX15" fmla="*/ 146247 w 2915191"/>
                <a:gd name="connsiteY15" fmla="*/ 155399 h 461534"/>
                <a:gd name="connsiteX16" fmla="*/ 155997 w 2915191"/>
                <a:gd name="connsiteY16" fmla="*/ 136816 h 461534"/>
                <a:gd name="connsiteX17" fmla="*/ 165747 w 2915191"/>
                <a:gd name="connsiteY17" fmla="*/ 152271 h 461534"/>
                <a:gd name="connsiteX18" fmla="*/ 175497 w 2915191"/>
                <a:gd name="connsiteY18" fmla="*/ 148164 h 461534"/>
                <a:gd name="connsiteX19" fmla="*/ 185247 w 2915191"/>
                <a:gd name="connsiteY19" fmla="*/ 165486 h 461534"/>
                <a:gd name="connsiteX20" fmla="*/ 194996 w 2915191"/>
                <a:gd name="connsiteY20" fmla="*/ 177725 h 461534"/>
                <a:gd name="connsiteX21" fmla="*/ 204746 w 2915191"/>
                <a:gd name="connsiteY21" fmla="*/ 164451 h 461534"/>
                <a:gd name="connsiteX22" fmla="*/ 214495 w 2915191"/>
                <a:gd name="connsiteY22" fmla="*/ 171706 h 461534"/>
                <a:gd name="connsiteX23" fmla="*/ 224245 w 2915191"/>
                <a:gd name="connsiteY23" fmla="*/ 193511 h 461534"/>
                <a:gd name="connsiteX24" fmla="*/ 233995 w 2915191"/>
                <a:gd name="connsiteY24" fmla="*/ 193219 h 461534"/>
                <a:gd name="connsiteX25" fmla="*/ 243744 w 2915191"/>
                <a:gd name="connsiteY25" fmla="*/ 160936 h 461534"/>
                <a:gd name="connsiteX26" fmla="*/ 253494 w 2915191"/>
                <a:gd name="connsiteY26" fmla="*/ 158947 h 461534"/>
                <a:gd name="connsiteX27" fmla="*/ 263244 w 2915191"/>
                <a:gd name="connsiteY27" fmla="*/ 179662 h 461534"/>
                <a:gd name="connsiteX28" fmla="*/ 272994 w 2915191"/>
                <a:gd name="connsiteY28" fmla="*/ 200192 h 461534"/>
                <a:gd name="connsiteX29" fmla="*/ 282744 w 2915191"/>
                <a:gd name="connsiteY29" fmla="*/ 176697 h 461534"/>
                <a:gd name="connsiteX30" fmla="*/ 292494 w 2915191"/>
                <a:gd name="connsiteY30" fmla="*/ 185467 h 461534"/>
                <a:gd name="connsiteX31" fmla="*/ 302244 w 2915191"/>
                <a:gd name="connsiteY31" fmla="*/ 167895 h 461534"/>
                <a:gd name="connsiteX32" fmla="*/ 311994 w 2915191"/>
                <a:gd name="connsiteY32" fmla="*/ 192663 h 461534"/>
                <a:gd name="connsiteX33" fmla="*/ 321744 w 2915191"/>
                <a:gd name="connsiteY33" fmla="*/ 185127 h 461534"/>
                <a:gd name="connsiteX34" fmla="*/ 331493 w 2915191"/>
                <a:gd name="connsiteY34" fmla="*/ 190688 h 461534"/>
                <a:gd name="connsiteX35" fmla="*/ 341243 w 2915191"/>
                <a:gd name="connsiteY35" fmla="*/ 178797 h 461534"/>
                <a:gd name="connsiteX36" fmla="*/ 350993 w 2915191"/>
                <a:gd name="connsiteY36" fmla="*/ 165675 h 461534"/>
                <a:gd name="connsiteX37" fmla="*/ 360742 w 2915191"/>
                <a:gd name="connsiteY37" fmla="*/ 123063 h 461534"/>
                <a:gd name="connsiteX38" fmla="*/ 370492 w 2915191"/>
                <a:gd name="connsiteY38" fmla="*/ 130089 h 461534"/>
                <a:gd name="connsiteX39" fmla="*/ 380241 w 2915191"/>
                <a:gd name="connsiteY39" fmla="*/ 102994 h 461534"/>
                <a:gd name="connsiteX40" fmla="*/ 389991 w 2915191"/>
                <a:gd name="connsiteY40" fmla="*/ 122456 h 461534"/>
                <a:gd name="connsiteX41" fmla="*/ 399741 w 2915191"/>
                <a:gd name="connsiteY41" fmla="*/ 127148 h 461534"/>
                <a:gd name="connsiteX42" fmla="*/ 409491 w 2915191"/>
                <a:gd name="connsiteY42" fmla="*/ 156219 h 461534"/>
                <a:gd name="connsiteX43" fmla="*/ 419241 w 2915191"/>
                <a:gd name="connsiteY43" fmla="*/ 210980 h 461534"/>
                <a:gd name="connsiteX44" fmla="*/ 428991 w 2915191"/>
                <a:gd name="connsiteY44" fmla="*/ 187615 h 461534"/>
                <a:gd name="connsiteX45" fmla="*/ 438741 w 2915191"/>
                <a:gd name="connsiteY45" fmla="*/ 187161 h 461534"/>
                <a:gd name="connsiteX46" fmla="*/ 448491 w 2915191"/>
                <a:gd name="connsiteY46" fmla="*/ 184195 h 461534"/>
                <a:gd name="connsiteX47" fmla="*/ 458241 w 2915191"/>
                <a:gd name="connsiteY47" fmla="*/ 160061 h 461534"/>
                <a:gd name="connsiteX48" fmla="*/ 467991 w 2915191"/>
                <a:gd name="connsiteY48" fmla="*/ 194834 h 461534"/>
                <a:gd name="connsiteX49" fmla="*/ 477740 w 2915191"/>
                <a:gd name="connsiteY49" fmla="*/ 257046 h 461534"/>
                <a:gd name="connsiteX50" fmla="*/ 487490 w 2915191"/>
                <a:gd name="connsiteY50" fmla="*/ 261151 h 461534"/>
                <a:gd name="connsiteX51" fmla="*/ 497239 w 2915191"/>
                <a:gd name="connsiteY51" fmla="*/ 289250 h 461534"/>
                <a:gd name="connsiteX52" fmla="*/ 506989 w 2915191"/>
                <a:gd name="connsiteY52" fmla="*/ 284232 h 461534"/>
                <a:gd name="connsiteX53" fmla="*/ 516738 w 2915191"/>
                <a:gd name="connsiteY53" fmla="*/ 289589 h 461534"/>
                <a:gd name="connsiteX54" fmla="*/ 526488 w 2915191"/>
                <a:gd name="connsiteY54" fmla="*/ 274591 h 461534"/>
                <a:gd name="connsiteX55" fmla="*/ 536238 w 2915191"/>
                <a:gd name="connsiteY55" fmla="*/ 252645 h 461534"/>
                <a:gd name="connsiteX56" fmla="*/ 545988 w 2915191"/>
                <a:gd name="connsiteY56" fmla="*/ 247196 h 461534"/>
                <a:gd name="connsiteX57" fmla="*/ 555738 w 2915191"/>
                <a:gd name="connsiteY57" fmla="*/ 253239 h 461534"/>
                <a:gd name="connsiteX58" fmla="*/ 565488 w 2915191"/>
                <a:gd name="connsiteY58" fmla="*/ 258327 h 461534"/>
                <a:gd name="connsiteX59" fmla="*/ 575238 w 2915191"/>
                <a:gd name="connsiteY59" fmla="*/ 265297 h 461534"/>
                <a:gd name="connsiteX60" fmla="*/ 584988 w 2915191"/>
                <a:gd name="connsiteY60" fmla="*/ 259221 h 461534"/>
                <a:gd name="connsiteX61" fmla="*/ 594738 w 2915191"/>
                <a:gd name="connsiteY61" fmla="*/ 238691 h 461534"/>
                <a:gd name="connsiteX62" fmla="*/ 604488 w 2915191"/>
                <a:gd name="connsiteY62" fmla="*/ 218354 h 461534"/>
                <a:gd name="connsiteX63" fmla="*/ 614237 w 2915191"/>
                <a:gd name="connsiteY63" fmla="*/ 242450 h 461534"/>
                <a:gd name="connsiteX64" fmla="*/ 623987 w 2915191"/>
                <a:gd name="connsiteY64" fmla="*/ 251523 h 461534"/>
                <a:gd name="connsiteX65" fmla="*/ 633736 w 2915191"/>
                <a:gd name="connsiteY65" fmla="*/ 238795 h 461534"/>
                <a:gd name="connsiteX66" fmla="*/ 643486 w 2915191"/>
                <a:gd name="connsiteY66" fmla="*/ 213023 h 461534"/>
                <a:gd name="connsiteX67" fmla="*/ 653236 w 2915191"/>
                <a:gd name="connsiteY67" fmla="*/ 257437 h 461534"/>
                <a:gd name="connsiteX68" fmla="*/ 662985 w 2915191"/>
                <a:gd name="connsiteY68" fmla="*/ 221399 h 461534"/>
                <a:gd name="connsiteX69" fmla="*/ 672735 w 2915191"/>
                <a:gd name="connsiteY69" fmla="*/ 249416 h 461534"/>
                <a:gd name="connsiteX70" fmla="*/ 682485 w 2915191"/>
                <a:gd name="connsiteY70" fmla="*/ 239230 h 461534"/>
                <a:gd name="connsiteX71" fmla="*/ 692235 w 2915191"/>
                <a:gd name="connsiteY71" fmla="*/ 193486 h 461534"/>
                <a:gd name="connsiteX72" fmla="*/ 701985 w 2915191"/>
                <a:gd name="connsiteY72" fmla="*/ 212705 h 461534"/>
                <a:gd name="connsiteX73" fmla="*/ 711735 w 2915191"/>
                <a:gd name="connsiteY73" fmla="*/ 226763 h 461534"/>
                <a:gd name="connsiteX74" fmla="*/ 721485 w 2915191"/>
                <a:gd name="connsiteY74" fmla="*/ 229152 h 461534"/>
                <a:gd name="connsiteX75" fmla="*/ 731235 w 2915191"/>
                <a:gd name="connsiteY75" fmla="*/ 210928 h 461534"/>
                <a:gd name="connsiteX76" fmla="*/ 740985 w 2915191"/>
                <a:gd name="connsiteY76" fmla="*/ 220675 h 461534"/>
                <a:gd name="connsiteX77" fmla="*/ 750734 w 2915191"/>
                <a:gd name="connsiteY77" fmla="*/ 261981 h 461534"/>
                <a:gd name="connsiteX78" fmla="*/ 760484 w 2915191"/>
                <a:gd name="connsiteY78" fmla="*/ 232259 h 461534"/>
                <a:gd name="connsiteX79" fmla="*/ 770233 w 2915191"/>
                <a:gd name="connsiteY79" fmla="*/ 215407 h 461534"/>
                <a:gd name="connsiteX80" fmla="*/ 779983 w 2915191"/>
                <a:gd name="connsiteY80" fmla="*/ 241927 h 461534"/>
                <a:gd name="connsiteX81" fmla="*/ 789733 w 2915191"/>
                <a:gd name="connsiteY81" fmla="*/ 270493 h 461534"/>
                <a:gd name="connsiteX82" fmla="*/ 799482 w 2915191"/>
                <a:gd name="connsiteY82" fmla="*/ 271856 h 461534"/>
                <a:gd name="connsiteX83" fmla="*/ 809232 w 2915191"/>
                <a:gd name="connsiteY83" fmla="*/ 291811 h 461534"/>
                <a:gd name="connsiteX84" fmla="*/ 818982 w 2915191"/>
                <a:gd name="connsiteY84" fmla="*/ 275257 h 461534"/>
                <a:gd name="connsiteX85" fmla="*/ 828732 w 2915191"/>
                <a:gd name="connsiteY85" fmla="*/ 299557 h 461534"/>
                <a:gd name="connsiteX86" fmla="*/ 838482 w 2915191"/>
                <a:gd name="connsiteY86" fmla="*/ 255260 h 461534"/>
                <a:gd name="connsiteX87" fmla="*/ 848232 w 2915191"/>
                <a:gd name="connsiteY87" fmla="*/ 241994 h 461534"/>
                <a:gd name="connsiteX88" fmla="*/ 857982 w 2915191"/>
                <a:gd name="connsiteY88" fmla="*/ 230457 h 461534"/>
                <a:gd name="connsiteX89" fmla="*/ 867732 w 2915191"/>
                <a:gd name="connsiteY89" fmla="*/ 254936 h 461534"/>
                <a:gd name="connsiteX90" fmla="*/ 877482 w 2915191"/>
                <a:gd name="connsiteY90" fmla="*/ 283809 h 461534"/>
                <a:gd name="connsiteX91" fmla="*/ 887231 w 2915191"/>
                <a:gd name="connsiteY91" fmla="*/ 291935 h 461534"/>
                <a:gd name="connsiteX92" fmla="*/ 896981 w 2915191"/>
                <a:gd name="connsiteY92" fmla="*/ 315821 h 461534"/>
                <a:gd name="connsiteX93" fmla="*/ 906730 w 2915191"/>
                <a:gd name="connsiteY93" fmla="*/ 318837 h 461534"/>
                <a:gd name="connsiteX94" fmla="*/ 916480 w 2915191"/>
                <a:gd name="connsiteY94" fmla="*/ 313628 h 461534"/>
                <a:gd name="connsiteX95" fmla="*/ 926230 w 2915191"/>
                <a:gd name="connsiteY95" fmla="*/ 307393 h 461534"/>
                <a:gd name="connsiteX96" fmla="*/ 935979 w 2915191"/>
                <a:gd name="connsiteY96" fmla="*/ 308856 h 461534"/>
                <a:gd name="connsiteX97" fmla="*/ 945729 w 2915191"/>
                <a:gd name="connsiteY97" fmla="*/ 285724 h 461534"/>
                <a:gd name="connsiteX98" fmla="*/ 955479 w 2915191"/>
                <a:gd name="connsiteY98" fmla="*/ 271521 h 461534"/>
                <a:gd name="connsiteX99" fmla="*/ 965229 w 2915191"/>
                <a:gd name="connsiteY99" fmla="*/ 260941 h 461534"/>
                <a:gd name="connsiteX100" fmla="*/ 974979 w 2915191"/>
                <a:gd name="connsiteY100" fmla="*/ 282969 h 461534"/>
                <a:gd name="connsiteX101" fmla="*/ 984729 w 2915191"/>
                <a:gd name="connsiteY101" fmla="*/ 320023 h 461534"/>
                <a:gd name="connsiteX102" fmla="*/ 994474 w 2915191"/>
                <a:gd name="connsiteY102" fmla="*/ 359414 h 461534"/>
                <a:gd name="connsiteX103" fmla="*/ 1004233 w 2915191"/>
                <a:gd name="connsiteY103" fmla="*/ 371885 h 461534"/>
                <a:gd name="connsiteX104" fmla="*/ 1013977 w 2915191"/>
                <a:gd name="connsiteY104" fmla="*/ 378699 h 461534"/>
                <a:gd name="connsiteX105" fmla="*/ 1023721 w 2915191"/>
                <a:gd name="connsiteY105" fmla="*/ 386886 h 461534"/>
                <a:gd name="connsiteX106" fmla="*/ 1033480 w 2915191"/>
                <a:gd name="connsiteY106" fmla="*/ 352356 h 461534"/>
                <a:gd name="connsiteX107" fmla="*/ 1043224 w 2915191"/>
                <a:gd name="connsiteY107" fmla="*/ 357225 h 461534"/>
                <a:gd name="connsiteX108" fmla="*/ 1052983 w 2915191"/>
                <a:gd name="connsiteY108" fmla="*/ 351619 h 461534"/>
                <a:gd name="connsiteX109" fmla="*/ 1062727 w 2915191"/>
                <a:gd name="connsiteY109" fmla="*/ 339581 h 461534"/>
                <a:gd name="connsiteX110" fmla="*/ 1072471 w 2915191"/>
                <a:gd name="connsiteY110" fmla="*/ 323327 h 461534"/>
                <a:gd name="connsiteX111" fmla="*/ 1082230 w 2915191"/>
                <a:gd name="connsiteY111" fmla="*/ 293446 h 461534"/>
                <a:gd name="connsiteX112" fmla="*/ 1091973 w 2915191"/>
                <a:gd name="connsiteY112" fmla="*/ 280116 h 461534"/>
                <a:gd name="connsiteX113" fmla="*/ 1101732 w 2915191"/>
                <a:gd name="connsiteY113" fmla="*/ 317873 h 461534"/>
                <a:gd name="connsiteX114" fmla="*/ 1111476 w 2915191"/>
                <a:gd name="connsiteY114" fmla="*/ 347969 h 461534"/>
                <a:gd name="connsiteX115" fmla="*/ 1121220 w 2915191"/>
                <a:gd name="connsiteY115" fmla="*/ 366579 h 461534"/>
                <a:gd name="connsiteX116" fmla="*/ 1130979 w 2915191"/>
                <a:gd name="connsiteY116" fmla="*/ 363163 h 461534"/>
                <a:gd name="connsiteX117" fmla="*/ 1140723 w 2915191"/>
                <a:gd name="connsiteY117" fmla="*/ 377002 h 461534"/>
                <a:gd name="connsiteX118" fmla="*/ 1150482 w 2915191"/>
                <a:gd name="connsiteY118" fmla="*/ 361725 h 461534"/>
                <a:gd name="connsiteX119" fmla="*/ 1160226 w 2915191"/>
                <a:gd name="connsiteY119" fmla="*/ 375210 h 461534"/>
                <a:gd name="connsiteX120" fmla="*/ 1169969 w 2915191"/>
                <a:gd name="connsiteY120" fmla="*/ 379434 h 461534"/>
                <a:gd name="connsiteX121" fmla="*/ 1179728 w 2915191"/>
                <a:gd name="connsiteY121" fmla="*/ 398554 h 461534"/>
                <a:gd name="connsiteX122" fmla="*/ 1189472 w 2915191"/>
                <a:gd name="connsiteY122" fmla="*/ 409466 h 461534"/>
                <a:gd name="connsiteX123" fmla="*/ 1199231 w 2915191"/>
                <a:gd name="connsiteY123" fmla="*/ 423401 h 461534"/>
                <a:gd name="connsiteX124" fmla="*/ 1208975 w 2915191"/>
                <a:gd name="connsiteY124" fmla="*/ 394546 h 461534"/>
                <a:gd name="connsiteX125" fmla="*/ 1218719 w 2915191"/>
                <a:gd name="connsiteY125" fmla="*/ 424828 h 461534"/>
                <a:gd name="connsiteX126" fmla="*/ 1228478 w 2915191"/>
                <a:gd name="connsiteY126" fmla="*/ 403581 h 461534"/>
                <a:gd name="connsiteX127" fmla="*/ 1238222 w 2915191"/>
                <a:gd name="connsiteY127" fmla="*/ 400540 h 461534"/>
                <a:gd name="connsiteX128" fmla="*/ 1247966 w 2915191"/>
                <a:gd name="connsiteY128" fmla="*/ 389532 h 461534"/>
                <a:gd name="connsiteX129" fmla="*/ 1257725 w 2915191"/>
                <a:gd name="connsiteY129" fmla="*/ 396449 h 461534"/>
                <a:gd name="connsiteX130" fmla="*/ 1267469 w 2915191"/>
                <a:gd name="connsiteY130" fmla="*/ 401683 h 461534"/>
                <a:gd name="connsiteX131" fmla="*/ 1277227 w 2915191"/>
                <a:gd name="connsiteY131" fmla="*/ 382995 h 461534"/>
                <a:gd name="connsiteX132" fmla="*/ 1286971 w 2915191"/>
                <a:gd name="connsiteY132" fmla="*/ 371673 h 461534"/>
                <a:gd name="connsiteX133" fmla="*/ 1296715 w 2915191"/>
                <a:gd name="connsiteY133" fmla="*/ 359793 h 461534"/>
                <a:gd name="connsiteX134" fmla="*/ 1306474 w 2915191"/>
                <a:gd name="connsiteY134" fmla="*/ 359301 h 461534"/>
                <a:gd name="connsiteX135" fmla="*/ 1316218 w 2915191"/>
                <a:gd name="connsiteY135" fmla="*/ 352459 h 461534"/>
                <a:gd name="connsiteX136" fmla="*/ 1325977 w 2915191"/>
                <a:gd name="connsiteY136" fmla="*/ 371867 h 461534"/>
                <a:gd name="connsiteX137" fmla="*/ 1335721 w 2915191"/>
                <a:gd name="connsiteY137" fmla="*/ 372783 h 461534"/>
                <a:gd name="connsiteX138" fmla="*/ 1345465 w 2915191"/>
                <a:gd name="connsiteY138" fmla="*/ 365719 h 461534"/>
                <a:gd name="connsiteX139" fmla="*/ 1355224 w 2915191"/>
                <a:gd name="connsiteY139" fmla="*/ 341905 h 461534"/>
                <a:gd name="connsiteX140" fmla="*/ 1364967 w 2915191"/>
                <a:gd name="connsiteY140" fmla="*/ 363742 h 461534"/>
                <a:gd name="connsiteX141" fmla="*/ 1374726 w 2915191"/>
                <a:gd name="connsiteY141" fmla="*/ 379024 h 461534"/>
                <a:gd name="connsiteX142" fmla="*/ 1384470 w 2915191"/>
                <a:gd name="connsiteY142" fmla="*/ 361866 h 461534"/>
                <a:gd name="connsiteX143" fmla="*/ 1394214 w 2915191"/>
                <a:gd name="connsiteY143" fmla="*/ 363407 h 461534"/>
                <a:gd name="connsiteX144" fmla="*/ 1403973 w 2915191"/>
                <a:gd name="connsiteY144" fmla="*/ 372886 h 461534"/>
                <a:gd name="connsiteX145" fmla="*/ 1413717 w 2915191"/>
                <a:gd name="connsiteY145" fmla="*/ 367632 h 461534"/>
                <a:gd name="connsiteX146" fmla="*/ 1423476 w 2915191"/>
                <a:gd name="connsiteY146" fmla="*/ 351075 h 461534"/>
                <a:gd name="connsiteX147" fmla="*/ 1433220 w 2915191"/>
                <a:gd name="connsiteY147" fmla="*/ 361360 h 461534"/>
                <a:gd name="connsiteX148" fmla="*/ 1442964 w 2915191"/>
                <a:gd name="connsiteY148" fmla="*/ 377865 h 461534"/>
                <a:gd name="connsiteX149" fmla="*/ 1452722 w 2915191"/>
                <a:gd name="connsiteY149" fmla="*/ 380408 h 461534"/>
                <a:gd name="connsiteX150" fmla="*/ 1462466 w 2915191"/>
                <a:gd name="connsiteY150" fmla="*/ 399133 h 461534"/>
                <a:gd name="connsiteX151" fmla="*/ 1472225 w 2915191"/>
                <a:gd name="connsiteY151" fmla="*/ 395072 h 461534"/>
                <a:gd name="connsiteX152" fmla="*/ 1481969 w 2915191"/>
                <a:gd name="connsiteY152" fmla="*/ 389729 h 461534"/>
                <a:gd name="connsiteX153" fmla="*/ 1491713 w 2915191"/>
                <a:gd name="connsiteY153" fmla="*/ 352158 h 461534"/>
                <a:gd name="connsiteX154" fmla="*/ 1501472 w 2915191"/>
                <a:gd name="connsiteY154" fmla="*/ 338128 h 461534"/>
                <a:gd name="connsiteX155" fmla="*/ 1511216 w 2915191"/>
                <a:gd name="connsiteY155" fmla="*/ 381009 h 461534"/>
                <a:gd name="connsiteX156" fmla="*/ 1520960 w 2915191"/>
                <a:gd name="connsiteY156" fmla="*/ 394093 h 461534"/>
                <a:gd name="connsiteX157" fmla="*/ 1530719 w 2915191"/>
                <a:gd name="connsiteY157" fmla="*/ 438666 h 461534"/>
                <a:gd name="connsiteX158" fmla="*/ 1540463 w 2915191"/>
                <a:gd name="connsiteY158" fmla="*/ 461535 h 461534"/>
                <a:gd name="connsiteX159" fmla="*/ 1550221 w 2915191"/>
                <a:gd name="connsiteY159" fmla="*/ 414719 h 461534"/>
                <a:gd name="connsiteX160" fmla="*/ 1559965 w 2915191"/>
                <a:gd name="connsiteY160" fmla="*/ 396569 h 461534"/>
                <a:gd name="connsiteX161" fmla="*/ 1569709 w 2915191"/>
                <a:gd name="connsiteY161" fmla="*/ 374732 h 461534"/>
                <a:gd name="connsiteX162" fmla="*/ 1579468 w 2915191"/>
                <a:gd name="connsiteY162" fmla="*/ 378206 h 461534"/>
                <a:gd name="connsiteX163" fmla="*/ 1589212 w 2915191"/>
                <a:gd name="connsiteY163" fmla="*/ 344444 h 461534"/>
                <a:gd name="connsiteX164" fmla="*/ 1598971 w 2915191"/>
                <a:gd name="connsiteY164" fmla="*/ 326758 h 461534"/>
                <a:gd name="connsiteX165" fmla="*/ 1608715 w 2915191"/>
                <a:gd name="connsiteY165" fmla="*/ 314443 h 461534"/>
                <a:gd name="connsiteX166" fmla="*/ 1618459 w 2915191"/>
                <a:gd name="connsiteY166" fmla="*/ 275777 h 461534"/>
                <a:gd name="connsiteX167" fmla="*/ 1628218 w 2915191"/>
                <a:gd name="connsiteY167" fmla="*/ 297787 h 461534"/>
                <a:gd name="connsiteX168" fmla="*/ 1637962 w 2915191"/>
                <a:gd name="connsiteY168" fmla="*/ 334029 h 461534"/>
                <a:gd name="connsiteX169" fmla="*/ 1647720 w 2915191"/>
                <a:gd name="connsiteY169" fmla="*/ 350472 h 461534"/>
                <a:gd name="connsiteX170" fmla="*/ 1657464 w 2915191"/>
                <a:gd name="connsiteY170" fmla="*/ 332828 h 461534"/>
                <a:gd name="connsiteX171" fmla="*/ 1667208 w 2915191"/>
                <a:gd name="connsiteY171" fmla="*/ 340001 h 461534"/>
                <a:gd name="connsiteX172" fmla="*/ 1676967 w 2915191"/>
                <a:gd name="connsiteY172" fmla="*/ 352124 h 461534"/>
                <a:gd name="connsiteX173" fmla="*/ 1686711 w 2915191"/>
                <a:gd name="connsiteY173" fmla="*/ 366184 h 461534"/>
                <a:gd name="connsiteX174" fmla="*/ 1696470 w 2915191"/>
                <a:gd name="connsiteY174" fmla="*/ 336932 h 461534"/>
                <a:gd name="connsiteX175" fmla="*/ 1706214 w 2915191"/>
                <a:gd name="connsiteY175" fmla="*/ 306421 h 461534"/>
                <a:gd name="connsiteX176" fmla="*/ 1715958 w 2915191"/>
                <a:gd name="connsiteY176" fmla="*/ 327557 h 461534"/>
                <a:gd name="connsiteX177" fmla="*/ 1725716 w 2915191"/>
                <a:gd name="connsiteY177" fmla="*/ 306560 h 461534"/>
                <a:gd name="connsiteX178" fmla="*/ 1735460 w 2915191"/>
                <a:gd name="connsiteY178" fmla="*/ 277835 h 461534"/>
                <a:gd name="connsiteX179" fmla="*/ 1745219 w 2915191"/>
                <a:gd name="connsiteY179" fmla="*/ 272096 h 461534"/>
                <a:gd name="connsiteX180" fmla="*/ 1754963 w 2915191"/>
                <a:gd name="connsiteY180" fmla="*/ 263480 h 461534"/>
                <a:gd name="connsiteX181" fmla="*/ 1764707 w 2915191"/>
                <a:gd name="connsiteY181" fmla="*/ 245721 h 461534"/>
                <a:gd name="connsiteX182" fmla="*/ 1774466 w 2915191"/>
                <a:gd name="connsiteY182" fmla="*/ 241816 h 461534"/>
                <a:gd name="connsiteX183" fmla="*/ 1784210 w 2915191"/>
                <a:gd name="connsiteY183" fmla="*/ 243943 h 461534"/>
                <a:gd name="connsiteX184" fmla="*/ 1793969 w 2915191"/>
                <a:gd name="connsiteY184" fmla="*/ 215442 h 461534"/>
                <a:gd name="connsiteX185" fmla="*/ 1803713 w 2915191"/>
                <a:gd name="connsiteY185" fmla="*/ 210320 h 461534"/>
                <a:gd name="connsiteX186" fmla="*/ 1813457 w 2915191"/>
                <a:gd name="connsiteY186" fmla="*/ 222010 h 461534"/>
                <a:gd name="connsiteX187" fmla="*/ 1823215 w 2915191"/>
                <a:gd name="connsiteY187" fmla="*/ 203592 h 461534"/>
                <a:gd name="connsiteX188" fmla="*/ 1832959 w 2915191"/>
                <a:gd name="connsiteY188" fmla="*/ 220220 h 461534"/>
                <a:gd name="connsiteX189" fmla="*/ 1842703 w 2915191"/>
                <a:gd name="connsiteY189" fmla="*/ 206945 h 461534"/>
                <a:gd name="connsiteX190" fmla="*/ 1852462 w 2915191"/>
                <a:gd name="connsiteY190" fmla="*/ 213540 h 461534"/>
                <a:gd name="connsiteX191" fmla="*/ 1862206 w 2915191"/>
                <a:gd name="connsiteY191" fmla="*/ 200621 h 461534"/>
                <a:gd name="connsiteX192" fmla="*/ 1871965 w 2915191"/>
                <a:gd name="connsiteY192" fmla="*/ 233722 h 461534"/>
                <a:gd name="connsiteX193" fmla="*/ 1881709 w 2915191"/>
                <a:gd name="connsiteY193" fmla="*/ 218018 h 461534"/>
                <a:gd name="connsiteX194" fmla="*/ 1891453 w 2915191"/>
                <a:gd name="connsiteY194" fmla="*/ 219812 h 461534"/>
                <a:gd name="connsiteX195" fmla="*/ 1901212 w 2915191"/>
                <a:gd name="connsiteY195" fmla="*/ 234640 h 461534"/>
                <a:gd name="connsiteX196" fmla="*/ 1910956 w 2915191"/>
                <a:gd name="connsiteY196" fmla="*/ 223431 h 461534"/>
                <a:gd name="connsiteX197" fmla="*/ 1920714 w 2915191"/>
                <a:gd name="connsiteY197" fmla="*/ 244869 h 461534"/>
                <a:gd name="connsiteX198" fmla="*/ 1930458 w 2915191"/>
                <a:gd name="connsiteY198" fmla="*/ 244878 h 461534"/>
                <a:gd name="connsiteX199" fmla="*/ 1940202 w 2915191"/>
                <a:gd name="connsiteY199" fmla="*/ 226472 h 461534"/>
                <a:gd name="connsiteX200" fmla="*/ 1949961 w 2915191"/>
                <a:gd name="connsiteY200" fmla="*/ 275479 h 461534"/>
                <a:gd name="connsiteX201" fmla="*/ 1959705 w 2915191"/>
                <a:gd name="connsiteY201" fmla="*/ 240115 h 461534"/>
                <a:gd name="connsiteX202" fmla="*/ 1969464 w 2915191"/>
                <a:gd name="connsiteY202" fmla="*/ 214960 h 461534"/>
                <a:gd name="connsiteX203" fmla="*/ 1979208 w 2915191"/>
                <a:gd name="connsiteY203" fmla="*/ 216691 h 461534"/>
                <a:gd name="connsiteX204" fmla="*/ 1988952 w 2915191"/>
                <a:gd name="connsiteY204" fmla="*/ 249020 h 461534"/>
                <a:gd name="connsiteX205" fmla="*/ 1998711 w 2915191"/>
                <a:gd name="connsiteY205" fmla="*/ 248050 h 461534"/>
                <a:gd name="connsiteX206" fmla="*/ 2008454 w 2915191"/>
                <a:gd name="connsiteY206" fmla="*/ 204928 h 461534"/>
                <a:gd name="connsiteX207" fmla="*/ 2018213 w 2915191"/>
                <a:gd name="connsiteY207" fmla="*/ 223053 h 461534"/>
                <a:gd name="connsiteX208" fmla="*/ 2027957 w 2915191"/>
                <a:gd name="connsiteY208" fmla="*/ 242338 h 461534"/>
                <a:gd name="connsiteX209" fmla="*/ 2037701 w 2915191"/>
                <a:gd name="connsiteY209" fmla="*/ 261753 h 461534"/>
                <a:gd name="connsiteX210" fmla="*/ 2047460 w 2915191"/>
                <a:gd name="connsiteY210" fmla="*/ 313119 h 461534"/>
                <a:gd name="connsiteX211" fmla="*/ 2057204 w 2915191"/>
                <a:gd name="connsiteY211" fmla="*/ 303457 h 461534"/>
                <a:gd name="connsiteX212" fmla="*/ 2066963 w 2915191"/>
                <a:gd name="connsiteY212" fmla="*/ 310368 h 461534"/>
                <a:gd name="connsiteX213" fmla="*/ 2076707 w 2915191"/>
                <a:gd name="connsiteY213" fmla="*/ 320444 h 461534"/>
                <a:gd name="connsiteX214" fmla="*/ 2086451 w 2915191"/>
                <a:gd name="connsiteY214" fmla="*/ 321967 h 461534"/>
                <a:gd name="connsiteX215" fmla="*/ 2096210 w 2915191"/>
                <a:gd name="connsiteY215" fmla="*/ 313296 h 461534"/>
                <a:gd name="connsiteX216" fmla="*/ 2105954 w 2915191"/>
                <a:gd name="connsiteY216" fmla="*/ 345850 h 461534"/>
                <a:gd name="connsiteX217" fmla="*/ 2115697 w 2915191"/>
                <a:gd name="connsiteY217" fmla="*/ 324504 h 461534"/>
                <a:gd name="connsiteX218" fmla="*/ 2125456 w 2915191"/>
                <a:gd name="connsiteY218" fmla="*/ 328067 h 461534"/>
                <a:gd name="connsiteX219" fmla="*/ 2135200 w 2915191"/>
                <a:gd name="connsiteY219" fmla="*/ 311062 h 461534"/>
                <a:gd name="connsiteX220" fmla="*/ 2144959 w 2915191"/>
                <a:gd name="connsiteY220" fmla="*/ 305249 h 461534"/>
                <a:gd name="connsiteX221" fmla="*/ 2154703 w 2915191"/>
                <a:gd name="connsiteY221" fmla="*/ 281046 h 461534"/>
                <a:gd name="connsiteX222" fmla="*/ 2164447 w 2915191"/>
                <a:gd name="connsiteY222" fmla="*/ 258533 h 461534"/>
                <a:gd name="connsiteX223" fmla="*/ 2174206 w 2915191"/>
                <a:gd name="connsiteY223" fmla="*/ 249463 h 461534"/>
                <a:gd name="connsiteX224" fmla="*/ 2183950 w 2915191"/>
                <a:gd name="connsiteY224" fmla="*/ 226819 h 461534"/>
                <a:gd name="connsiteX225" fmla="*/ 2193709 w 2915191"/>
                <a:gd name="connsiteY225" fmla="*/ 193807 h 461534"/>
                <a:gd name="connsiteX226" fmla="*/ 2203452 w 2915191"/>
                <a:gd name="connsiteY226" fmla="*/ 206656 h 461534"/>
                <a:gd name="connsiteX227" fmla="*/ 2213196 w 2915191"/>
                <a:gd name="connsiteY227" fmla="*/ 223769 h 461534"/>
                <a:gd name="connsiteX228" fmla="*/ 2222955 w 2915191"/>
                <a:gd name="connsiteY228" fmla="*/ 224273 h 461534"/>
                <a:gd name="connsiteX229" fmla="*/ 2232699 w 2915191"/>
                <a:gd name="connsiteY229" fmla="*/ 193037 h 461534"/>
                <a:gd name="connsiteX230" fmla="*/ 2242458 w 2915191"/>
                <a:gd name="connsiteY230" fmla="*/ 234690 h 461534"/>
                <a:gd name="connsiteX231" fmla="*/ 2252202 w 2915191"/>
                <a:gd name="connsiteY231" fmla="*/ 240972 h 461534"/>
                <a:gd name="connsiteX232" fmla="*/ 2261946 w 2915191"/>
                <a:gd name="connsiteY232" fmla="*/ 206552 h 461534"/>
                <a:gd name="connsiteX233" fmla="*/ 2271705 w 2915191"/>
                <a:gd name="connsiteY233" fmla="*/ 203964 h 461534"/>
                <a:gd name="connsiteX234" fmla="*/ 2281449 w 2915191"/>
                <a:gd name="connsiteY234" fmla="*/ 198443 h 461534"/>
                <a:gd name="connsiteX235" fmla="*/ 2291208 w 2915191"/>
                <a:gd name="connsiteY235" fmla="*/ 183886 h 461534"/>
                <a:gd name="connsiteX236" fmla="*/ 2300951 w 2915191"/>
                <a:gd name="connsiteY236" fmla="*/ 143062 h 461534"/>
                <a:gd name="connsiteX237" fmla="*/ 2310695 w 2915191"/>
                <a:gd name="connsiteY237" fmla="*/ 162555 h 461534"/>
                <a:gd name="connsiteX238" fmla="*/ 2320454 w 2915191"/>
                <a:gd name="connsiteY238" fmla="*/ 183336 h 461534"/>
                <a:gd name="connsiteX239" fmla="*/ 2330198 w 2915191"/>
                <a:gd name="connsiteY239" fmla="*/ 176617 h 461534"/>
                <a:gd name="connsiteX240" fmla="*/ 2339957 w 2915191"/>
                <a:gd name="connsiteY240" fmla="*/ 165169 h 461534"/>
                <a:gd name="connsiteX241" fmla="*/ 2349701 w 2915191"/>
                <a:gd name="connsiteY241" fmla="*/ 149617 h 461534"/>
                <a:gd name="connsiteX242" fmla="*/ 2359445 w 2915191"/>
                <a:gd name="connsiteY242" fmla="*/ 178670 h 461534"/>
                <a:gd name="connsiteX243" fmla="*/ 2369204 w 2915191"/>
                <a:gd name="connsiteY243" fmla="*/ 156137 h 461534"/>
                <a:gd name="connsiteX244" fmla="*/ 2378948 w 2915191"/>
                <a:gd name="connsiteY244" fmla="*/ 117976 h 461534"/>
                <a:gd name="connsiteX245" fmla="*/ 2388692 w 2915191"/>
                <a:gd name="connsiteY245" fmla="*/ 143921 h 461534"/>
                <a:gd name="connsiteX246" fmla="*/ 2398450 w 2915191"/>
                <a:gd name="connsiteY246" fmla="*/ 157253 h 461534"/>
                <a:gd name="connsiteX247" fmla="*/ 2408194 w 2915191"/>
                <a:gd name="connsiteY247" fmla="*/ 140015 h 461534"/>
                <a:gd name="connsiteX248" fmla="*/ 2417953 w 2915191"/>
                <a:gd name="connsiteY248" fmla="*/ 144318 h 461534"/>
                <a:gd name="connsiteX249" fmla="*/ 2427697 w 2915191"/>
                <a:gd name="connsiteY249" fmla="*/ 151782 h 461534"/>
                <a:gd name="connsiteX250" fmla="*/ 2437441 w 2915191"/>
                <a:gd name="connsiteY250" fmla="*/ 162231 h 461534"/>
                <a:gd name="connsiteX251" fmla="*/ 2447200 w 2915191"/>
                <a:gd name="connsiteY251" fmla="*/ 187613 h 461534"/>
                <a:gd name="connsiteX252" fmla="*/ 2456944 w 2915191"/>
                <a:gd name="connsiteY252" fmla="*/ 195948 h 461534"/>
                <a:gd name="connsiteX253" fmla="*/ 2466703 w 2915191"/>
                <a:gd name="connsiteY253" fmla="*/ 213625 h 461534"/>
                <a:gd name="connsiteX254" fmla="*/ 2476446 w 2915191"/>
                <a:gd name="connsiteY254" fmla="*/ 206178 h 461534"/>
                <a:gd name="connsiteX255" fmla="*/ 2486190 w 2915191"/>
                <a:gd name="connsiteY255" fmla="*/ 199143 h 461534"/>
                <a:gd name="connsiteX256" fmla="*/ 2495949 w 2915191"/>
                <a:gd name="connsiteY256" fmla="*/ 198924 h 461534"/>
                <a:gd name="connsiteX257" fmla="*/ 2505693 w 2915191"/>
                <a:gd name="connsiteY257" fmla="*/ 229619 h 461534"/>
                <a:gd name="connsiteX258" fmla="*/ 2515452 w 2915191"/>
                <a:gd name="connsiteY258" fmla="*/ 204143 h 461534"/>
                <a:gd name="connsiteX259" fmla="*/ 2525196 w 2915191"/>
                <a:gd name="connsiteY259" fmla="*/ 165207 h 461534"/>
                <a:gd name="connsiteX260" fmla="*/ 2534940 w 2915191"/>
                <a:gd name="connsiteY260" fmla="*/ 176128 h 461534"/>
                <a:gd name="connsiteX261" fmla="*/ 2544699 w 2915191"/>
                <a:gd name="connsiteY261" fmla="*/ 151566 h 461534"/>
                <a:gd name="connsiteX262" fmla="*/ 2554443 w 2915191"/>
                <a:gd name="connsiteY262" fmla="*/ 134194 h 461534"/>
                <a:gd name="connsiteX263" fmla="*/ 2564202 w 2915191"/>
                <a:gd name="connsiteY263" fmla="*/ 164060 h 461534"/>
                <a:gd name="connsiteX264" fmla="*/ 2573946 w 2915191"/>
                <a:gd name="connsiteY264" fmla="*/ 169112 h 461534"/>
                <a:gd name="connsiteX265" fmla="*/ 2583690 w 2915191"/>
                <a:gd name="connsiteY265" fmla="*/ 184382 h 461534"/>
                <a:gd name="connsiteX266" fmla="*/ 2593448 w 2915191"/>
                <a:gd name="connsiteY266" fmla="*/ 217211 h 461534"/>
                <a:gd name="connsiteX267" fmla="*/ 2603192 w 2915191"/>
                <a:gd name="connsiteY267" fmla="*/ 242815 h 461534"/>
                <a:gd name="connsiteX268" fmla="*/ 2612951 w 2915191"/>
                <a:gd name="connsiteY268" fmla="*/ 232889 h 461534"/>
                <a:gd name="connsiteX269" fmla="*/ 2622695 w 2915191"/>
                <a:gd name="connsiteY269" fmla="*/ 199478 h 461534"/>
                <a:gd name="connsiteX270" fmla="*/ 2632439 w 2915191"/>
                <a:gd name="connsiteY270" fmla="*/ 201163 h 461534"/>
                <a:gd name="connsiteX271" fmla="*/ 2642198 w 2915191"/>
                <a:gd name="connsiteY271" fmla="*/ 188646 h 461534"/>
                <a:gd name="connsiteX272" fmla="*/ 2651942 w 2915191"/>
                <a:gd name="connsiteY272" fmla="*/ 181246 h 461534"/>
                <a:gd name="connsiteX273" fmla="*/ 2661685 w 2915191"/>
                <a:gd name="connsiteY273" fmla="*/ 156337 h 461534"/>
                <a:gd name="connsiteX274" fmla="*/ 2671444 w 2915191"/>
                <a:gd name="connsiteY274" fmla="*/ 169555 h 461534"/>
                <a:gd name="connsiteX275" fmla="*/ 2681188 w 2915191"/>
                <a:gd name="connsiteY275" fmla="*/ 176367 h 461534"/>
                <a:gd name="connsiteX276" fmla="*/ 2690947 w 2915191"/>
                <a:gd name="connsiteY276" fmla="*/ 178974 h 461534"/>
                <a:gd name="connsiteX277" fmla="*/ 2700691 w 2915191"/>
                <a:gd name="connsiteY277" fmla="*/ 153455 h 461534"/>
                <a:gd name="connsiteX278" fmla="*/ 2710435 w 2915191"/>
                <a:gd name="connsiteY278" fmla="*/ 155352 h 461534"/>
                <a:gd name="connsiteX279" fmla="*/ 2720194 w 2915191"/>
                <a:gd name="connsiteY279" fmla="*/ 170778 h 461534"/>
                <a:gd name="connsiteX280" fmla="*/ 2729938 w 2915191"/>
                <a:gd name="connsiteY280" fmla="*/ 163951 h 461534"/>
                <a:gd name="connsiteX281" fmla="*/ 2739697 w 2915191"/>
                <a:gd name="connsiteY281" fmla="*/ 188013 h 461534"/>
                <a:gd name="connsiteX282" fmla="*/ 2749441 w 2915191"/>
                <a:gd name="connsiteY282" fmla="*/ 160988 h 461534"/>
                <a:gd name="connsiteX283" fmla="*/ 2759185 w 2915191"/>
                <a:gd name="connsiteY283" fmla="*/ 185840 h 461534"/>
                <a:gd name="connsiteX284" fmla="*/ 2768943 w 2915191"/>
                <a:gd name="connsiteY284" fmla="*/ 241383 h 461534"/>
                <a:gd name="connsiteX285" fmla="*/ 2778687 w 2915191"/>
                <a:gd name="connsiteY285" fmla="*/ 240212 h 461534"/>
                <a:gd name="connsiteX286" fmla="*/ 2788446 w 2915191"/>
                <a:gd name="connsiteY286" fmla="*/ 243831 h 461534"/>
                <a:gd name="connsiteX287" fmla="*/ 2798190 w 2915191"/>
                <a:gd name="connsiteY287" fmla="*/ 235811 h 461534"/>
                <a:gd name="connsiteX288" fmla="*/ 2807934 w 2915191"/>
                <a:gd name="connsiteY288" fmla="*/ 215354 h 461534"/>
                <a:gd name="connsiteX289" fmla="*/ 2817693 w 2915191"/>
                <a:gd name="connsiteY289" fmla="*/ 223048 h 461534"/>
                <a:gd name="connsiteX290" fmla="*/ 2827437 w 2915191"/>
                <a:gd name="connsiteY290" fmla="*/ 193866 h 461534"/>
                <a:gd name="connsiteX291" fmla="*/ 2837196 w 2915191"/>
                <a:gd name="connsiteY291" fmla="*/ 217899 h 461534"/>
                <a:gd name="connsiteX292" fmla="*/ 2846940 w 2915191"/>
                <a:gd name="connsiteY292" fmla="*/ 227798 h 461534"/>
                <a:gd name="connsiteX293" fmla="*/ 2856684 w 2915191"/>
                <a:gd name="connsiteY293" fmla="*/ 248102 h 461534"/>
                <a:gd name="connsiteX294" fmla="*/ 2866442 w 2915191"/>
                <a:gd name="connsiteY294" fmla="*/ 249801 h 461534"/>
                <a:gd name="connsiteX295" fmla="*/ 2876186 w 2915191"/>
                <a:gd name="connsiteY295" fmla="*/ 251501 h 461534"/>
                <a:gd name="connsiteX296" fmla="*/ 2885945 w 2915191"/>
                <a:gd name="connsiteY296" fmla="*/ 254573 h 461534"/>
                <a:gd name="connsiteX297" fmla="*/ 2895689 w 2915191"/>
                <a:gd name="connsiteY297" fmla="*/ 204465 h 461534"/>
                <a:gd name="connsiteX298" fmla="*/ 2905433 w 2915191"/>
                <a:gd name="connsiteY298" fmla="*/ 233187 h 461534"/>
                <a:gd name="connsiteX299" fmla="*/ 2915192 w 2915191"/>
                <a:gd name="connsiteY299" fmla="*/ 217372 h 461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61534">
                  <a:moveTo>
                    <a:pt x="0" y="20327"/>
                  </a:moveTo>
                  <a:lnTo>
                    <a:pt x="9750" y="18"/>
                  </a:lnTo>
                  <a:lnTo>
                    <a:pt x="19500" y="50794"/>
                  </a:lnTo>
                  <a:lnTo>
                    <a:pt x="29250" y="16510"/>
                  </a:lnTo>
                  <a:lnTo>
                    <a:pt x="39000" y="42803"/>
                  </a:lnTo>
                  <a:lnTo>
                    <a:pt x="48749" y="0"/>
                  </a:lnTo>
                  <a:lnTo>
                    <a:pt x="58499" y="46334"/>
                  </a:lnTo>
                  <a:lnTo>
                    <a:pt x="68249" y="54959"/>
                  </a:lnTo>
                  <a:lnTo>
                    <a:pt x="77998" y="86577"/>
                  </a:lnTo>
                  <a:lnTo>
                    <a:pt x="87748" y="115157"/>
                  </a:lnTo>
                  <a:lnTo>
                    <a:pt x="97497" y="103301"/>
                  </a:lnTo>
                  <a:lnTo>
                    <a:pt x="107247" y="105239"/>
                  </a:lnTo>
                  <a:lnTo>
                    <a:pt x="116997" y="97435"/>
                  </a:lnTo>
                  <a:lnTo>
                    <a:pt x="126747" y="102073"/>
                  </a:lnTo>
                  <a:lnTo>
                    <a:pt x="136497" y="140257"/>
                  </a:lnTo>
                  <a:lnTo>
                    <a:pt x="146247" y="155399"/>
                  </a:lnTo>
                  <a:lnTo>
                    <a:pt x="155997" y="136816"/>
                  </a:lnTo>
                  <a:lnTo>
                    <a:pt x="165747" y="152271"/>
                  </a:lnTo>
                  <a:lnTo>
                    <a:pt x="175497" y="148164"/>
                  </a:lnTo>
                  <a:lnTo>
                    <a:pt x="185247" y="165486"/>
                  </a:lnTo>
                  <a:lnTo>
                    <a:pt x="194996" y="177725"/>
                  </a:lnTo>
                  <a:lnTo>
                    <a:pt x="204746" y="164451"/>
                  </a:lnTo>
                  <a:lnTo>
                    <a:pt x="214495" y="171706"/>
                  </a:lnTo>
                  <a:lnTo>
                    <a:pt x="224245" y="193511"/>
                  </a:lnTo>
                  <a:lnTo>
                    <a:pt x="233995" y="193219"/>
                  </a:lnTo>
                  <a:lnTo>
                    <a:pt x="243744" y="160936"/>
                  </a:lnTo>
                  <a:lnTo>
                    <a:pt x="253494" y="158947"/>
                  </a:lnTo>
                  <a:lnTo>
                    <a:pt x="263244" y="179662"/>
                  </a:lnTo>
                  <a:lnTo>
                    <a:pt x="272994" y="200192"/>
                  </a:lnTo>
                  <a:lnTo>
                    <a:pt x="282744" y="176697"/>
                  </a:lnTo>
                  <a:lnTo>
                    <a:pt x="292494" y="185467"/>
                  </a:lnTo>
                  <a:lnTo>
                    <a:pt x="302244" y="167895"/>
                  </a:lnTo>
                  <a:lnTo>
                    <a:pt x="311994" y="192663"/>
                  </a:lnTo>
                  <a:lnTo>
                    <a:pt x="321744" y="185127"/>
                  </a:lnTo>
                  <a:lnTo>
                    <a:pt x="331493" y="190688"/>
                  </a:lnTo>
                  <a:lnTo>
                    <a:pt x="341243" y="178797"/>
                  </a:lnTo>
                  <a:lnTo>
                    <a:pt x="350993" y="165675"/>
                  </a:lnTo>
                  <a:lnTo>
                    <a:pt x="360742" y="123063"/>
                  </a:lnTo>
                  <a:lnTo>
                    <a:pt x="370492" y="130089"/>
                  </a:lnTo>
                  <a:lnTo>
                    <a:pt x="380241" y="102994"/>
                  </a:lnTo>
                  <a:lnTo>
                    <a:pt x="389991" y="122456"/>
                  </a:lnTo>
                  <a:lnTo>
                    <a:pt x="399741" y="127148"/>
                  </a:lnTo>
                  <a:lnTo>
                    <a:pt x="409491" y="156219"/>
                  </a:lnTo>
                  <a:lnTo>
                    <a:pt x="419241" y="210980"/>
                  </a:lnTo>
                  <a:lnTo>
                    <a:pt x="428991" y="187615"/>
                  </a:lnTo>
                  <a:lnTo>
                    <a:pt x="438741" y="187161"/>
                  </a:lnTo>
                  <a:lnTo>
                    <a:pt x="448491" y="184195"/>
                  </a:lnTo>
                  <a:lnTo>
                    <a:pt x="458241" y="160061"/>
                  </a:lnTo>
                  <a:lnTo>
                    <a:pt x="467991" y="194834"/>
                  </a:lnTo>
                  <a:lnTo>
                    <a:pt x="477740" y="257046"/>
                  </a:lnTo>
                  <a:lnTo>
                    <a:pt x="487490" y="261151"/>
                  </a:lnTo>
                  <a:lnTo>
                    <a:pt x="497239" y="289250"/>
                  </a:lnTo>
                  <a:lnTo>
                    <a:pt x="506989" y="284232"/>
                  </a:lnTo>
                  <a:lnTo>
                    <a:pt x="516738" y="289589"/>
                  </a:lnTo>
                  <a:lnTo>
                    <a:pt x="526488" y="274591"/>
                  </a:lnTo>
                  <a:lnTo>
                    <a:pt x="536238" y="252645"/>
                  </a:lnTo>
                  <a:lnTo>
                    <a:pt x="545988" y="247196"/>
                  </a:lnTo>
                  <a:lnTo>
                    <a:pt x="555738" y="253239"/>
                  </a:lnTo>
                  <a:lnTo>
                    <a:pt x="565488" y="258327"/>
                  </a:lnTo>
                  <a:lnTo>
                    <a:pt x="575238" y="265297"/>
                  </a:lnTo>
                  <a:lnTo>
                    <a:pt x="584988" y="259221"/>
                  </a:lnTo>
                  <a:lnTo>
                    <a:pt x="594738" y="238691"/>
                  </a:lnTo>
                  <a:lnTo>
                    <a:pt x="604488" y="218354"/>
                  </a:lnTo>
                  <a:lnTo>
                    <a:pt x="614237" y="242450"/>
                  </a:lnTo>
                  <a:lnTo>
                    <a:pt x="623987" y="251523"/>
                  </a:lnTo>
                  <a:lnTo>
                    <a:pt x="633736" y="238795"/>
                  </a:lnTo>
                  <a:lnTo>
                    <a:pt x="643486" y="213023"/>
                  </a:lnTo>
                  <a:lnTo>
                    <a:pt x="653236" y="257437"/>
                  </a:lnTo>
                  <a:lnTo>
                    <a:pt x="662985" y="221399"/>
                  </a:lnTo>
                  <a:lnTo>
                    <a:pt x="672735" y="249416"/>
                  </a:lnTo>
                  <a:lnTo>
                    <a:pt x="682485" y="239230"/>
                  </a:lnTo>
                  <a:lnTo>
                    <a:pt x="692235" y="193486"/>
                  </a:lnTo>
                  <a:lnTo>
                    <a:pt x="701985" y="212705"/>
                  </a:lnTo>
                  <a:lnTo>
                    <a:pt x="711735" y="226763"/>
                  </a:lnTo>
                  <a:lnTo>
                    <a:pt x="721485" y="229152"/>
                  </a:lnTo>
                  <a:lnTo>
                    <a:pt x="731235" y="210928"/>
                  </a:lnTo>
                  <a:lnTo>
                    <a:pt x="740985" y="220675"/>
                  </a:lnTo>
                  <a:lnTo>
                    <a:pt x="750734" y="261981"/>
                  </a:lnTo>
                  <a:lnTo>
                    <a:pt x="760484" y="232259"/>
                  </a:lnTo>
                  <a:lnTo>
                    <a:pt x="770233" y="215407"/>
                  </a:lnTo>
                  <a:lnTo>
                    <a:pt x="779983" y="241927"/>
                  </a:lnTo>
                  <a:lnTo>
                    <a:pt x="789733" y="270493"/>
                  </a:lnTo>
                  <a:lnTo>
                    <a:pt x="799482" y="271856"/>
                  </a:lnTo>
                  <a:lnTo>
                    <a:pt x="809232" y="291811"/>
                  </a:lnTo>
                  <a:lnTo>
                    <a:pt x="818982" y="275257"/>
                  </a:lnTo>
                  <a:lnTo>
                    <a:pt x="828732" y="299557"/>
                  </a:lnTo>
                  <a:lnTo>
                    <a:pt x="838482" y="255260"/>
                  </a:lnTo>
                  <a:lnTo>
                    <a:pt x="848232" y="241994"/>
                  </a:lnTo>
                  <a:lnTo>
                    <a:pt x="857982" y="230457"/>
                  </a:lnTo>
                  <a:lnTo>
                    <a:pt x="867732" y="254936"/>
                  </a:lnTo>
                  <a:lnTo>
                    <a:pt x="877482" y="283809"/>
                  </a:lnTo>
                  <a:lnTo>
                    <a:pt x="887231" y="291935"/>
                  </a:lnTo>
                  <a:lnTo>
                    <a:pt x="896981" y="315821"/>
                  </a:lnTo>
                  <a:lnTo>
                    <a:pt x="906730" y="318837"/>
                  </a:lnTo>
                  <a:lnTo>
                    <a:pt x="916480" y="313628"/>
                  </a:lnTo>
                  <a:lnTo>
                    <a:pt x="926230" y="307393"/>
                  </a:lnTo>
                  <a:lnTo>
                    <a:pt x="935979" y="308856"/>
                  </a:lnTo>
                  <a:lnTo>
                    <a:pt x="945729" y="285724"/>
                  </a:lnTo>
                  <a:lnTo>
                    <a:pt x="955479" y="271521"/>
                  </a:lnTo>
                  <a:lnTo>
                    <a:pt x="965229" y="260941"/>
                  </a:lnTo>
                  <a:lnTo>
                    <a:pt x="974979" y="282969"/>
                  </a:lnTo>
                  <a:lnTo>
                    <a:pt x="984729" y="320023"/>
                  </a:lnTo>
                  <a:lnTo>
                    <a:pt x="994474" y="359414"/>
                  </a:lnTo>
                  <a:lnTo>
                    <a:pt x="1004233" y="371885"/>
                  </a:lnTo>
                  <a:lnTo>
                    <a:pt x="1013977" y="378699"/>
                  </a:lnTo>
                  <a:lnTo>
                    <a:pt x="1023721" y="386886"/>
                  </a:lnTo>
                  <a:lnTo>
                    <a:pt x="1033480" y="352356"/>
                  </a:lnTo>
                  <a:lnTo>
                    <a:pt x="1043224" y="357225"/>
                  </a:lnTo>
                  <a:lnTo>
                    <a:pt x="1052983" y="351619"/>
                  </a:lnTo>
                  <a:lnTo>
                    <a:pt x="1062727" y="339581"/>
                  </a:lnTo>
                  <a:lnTo>
                    <a:pt x="1072471" y="323327"/>
                  </a:lnTo>
                  <a:lnTo>
                    <a:pt x="1082230" y="293446"/>
                  </a:lnTo>
                  <a:lnTo>
                    <a:pt x="1091973" y="280116"/>
                  </a:lnTo>
                  <a:lnTo>
                    <a:pt x="1101732" y="317873"/>
                  </a:lnTo>
                  <a:lnTo>
                    <a:pt x="1111476" y="347969"/>
                  </a:lnTo>
                  <a:lnTo>
                    <a:pt x="1121220" y="366579"/>
                  </a:lnTo>
                  <a:lnTo>
                    <a:pt x="1130979" y="363163"/>
                  </a:lnTo>
                  <a:lnTo>
                    <a:pt x="1140723" y="377002"/>
                  </a:lnTo>
                  <a:lnTo>
                    <a:pt x="1150482" y="361725"/>
                  </a:lnTo>
                  <a:lnTo>
                    <a:pt x="1160226" y="375210"/>
                  </a:lnTo>
                  <a:lnTo>
                    <a:pt x="1169969" y="379434"/>
                  </a:lnTo>
                  <a:lnTo>
                    <a:pt x="1179728" y="398554"/>
                  </a:lnTo>
                  <a:lnTo>
                    <a:pt x="1189472" y="409466"/>
                  </a:lnTo>
                  <a:lnTo>
                    <a:pt x="1199231" y="423401"/>
                  </a:lnTo>
                  <a:lnTo>
                    <a:pt x="1208975" y="394546"/>
                  </a:lnTo>
                  <a:lnTo>
                    <a:pt x="1218719" y="424828"/>
                  </a:lnTo>
                  <a:lnTo>
                    <a:pt x="1228478" y="403581"/>
                  </a:lnTo>
                  <a:lnTo>
                    <a:pt x="1238222" y="400540"/>
                  </a:lnTo>
                  <a:lnTo>
                    <a:pt x="1247966" y="389532"/>
                  </a:lnTo>
                  <a:lnTo>
                    <a:pt x="1257725" y="396449"/>
                  </a:lnTo>
                  <a:lnTo>
                    <a:pt x="1267469" y="401683"/>
                  </a:lnTo>
                  <a:lnTo>
                    <a:pt x="1277227" y="382995"/>
                  </a:lnTo>
                  <a:lnTo>
                    <a:pt x="1286971" y="371673"/>
                  </a:lnTo>
                  <a:lnTo>
                    <a:pt x="1296715" y="359793"/>
                  </a:lnTo>
                  <a:lnTo>
                    <a:pt x="1306474" y="359301"/>
                  </a:lnTo>
                  <a:lnTo>
                    <a:pt x="1316218" y="352459"/>
                  </a:lnTo>
                  <a:lnTo>
                    <a:pt x="1325977" y="371867"/>
                  </a:lnTo>
                  <a:lnTo>
                    <a:pt x="1335721" y="372783"/>
                  </a:lnTo>
                  <a:lnTo>
                    <a:pt x="1345465" y="365719"/>
                  </a:lnTo>
                  <a:lnTo>
                    <a:pt x="1355224" y="341905"/>
                  </a:lnTo>
                  <a:lnTo>
                    <a:pt x="1364967" y="363742"/>
                  </a:lnTo>
                  <a:lnTo>
                    <a:pt x="1374726" y="379024"/>
                  </a:lnTo>
                  <a:lnTo>
                    <a:pt x="1384470" y="361866"/>
                  </a:lnTo>
                  <a:lnTo>
                    <a:pt x="1394214" y="363407"/>
                  </a:lnTo>
                  <a:lnTo>
                    <a:pt x="1403973" y="372886"/>
                  </a:lnTo>
                  <a:lnTo>
                    <a:pt x="1413717" y="367632"/>
                  </a:lnTo>
                  <a:lnTo>
                    <a:pt x="1423476" y="351075"/>
                  </a:lnTo>
                  <a:lnTo>
                    <a:pt x="1433220" y="361360"/>
                  </a:lnTo>
                  <a:lnTo>
                    <a:pt x="1442964" y="377865"/>
                  </a:lnTo>
                  <a:lnTo>
                    <a:pt x="1452722" y="380408"/>
                  </a:lnTo>
                  <a:lnTo>
                    <a:pt x="1462466" y="399133"/>
                  </a:lnTo>
                  <a:lnTo>
                    <a:pt x="1472225" y="395072"/>
                  </a:lnTo>
                  <a:lnTo>
                    <a:pt x="1481969" y="389729"/>
                  </a:lnTo>
                  <a:lnTo>
                    <a:pt x="1491713" y="352158"/>
                  </a:lnTo>
                  <a:lnTo>
                    <a:pt x="1501472" y="338128"/>
                  </a:lnTo>
                  <a:lnTo>
                    <a:pt x="1511216" y="381009"/>
                  </a:lnTo>
                  <a:lnTo>
                    <a:pt x="1520960" y="394093"/>
                  </a:lnTo>
                  <a:lnTo>
                    <a:pt x="1530719" y="438666"/>
                  </a:lnTo>
                  <a:lnTo>
                    <a:pt x="1540463" y="461535"/>
                  </a:lnTo>
                  <a:lnTo>
                    <a:pt x="1550221" y="414719"/>
                  </a:lnTo>
                  <a:lnTo>
                    <a:pt x="1559965" y="396569"/>
                  </a:lnTo>
                  <a:lnTo>
                    <a:pt x="1569709" y="374732"/>
                  </a:lnTo>
                  <a:lnTo>
                    <a:pt x="1579468" y="378206"/>
                  </a:lnTo>
                  <a:lnTo>
                    <a:pt x="1589212" y="344444"/>
                  </a:lnTo>
                  <a:lnTo>
                    <a:pt x="1598971" y="326758"/>
                  </a:lnTo>
                  <a:lnTo>
                    <a:pt x="1608715" y="314443"/>
                  </a:lnTo>
                  <a:lnTo>
                    <a:pt x="1618459" y="275777"/>
                  </a:lnTo>
                  <a:lnTo>
                    <a:pt x="1628218" y="297787"/>
                  </a:lnTo>
                  <a:lnTo>
                    <a:pt x="1637962" y="334029"/>
                  </a:lnTo>
                  <a:lnTo>
                    <a:pt x="1647720" y="350472"/>
                  </a:lnTo>
                  <a:lnTo>
                    <a:pt x="1657464" y="332828"/>
                  </a:lnTo>
                  <a:lnTo>
                    <a:pt x="1667208" y="340001"/>
                  </a:lnTo>
                  <a:lnTo>
                    <a:pt x="1676967" y="352124"/>
                  </a:lnTo>
                  <a:lnTo>
                    <a:pt x="1686711" y="366184"/>
                  </a:lnTo>
                  <a:lnTo>
                    <a:pt x="1696470" y="336932"/>
                  </a:lnTo>
                  <a:lnTo>
                    <a:pt x="1706214" y="306421"/>
                  </a:lnTo>
                  <a:lnTo>
                    <a:pt x="1715958" y="327557"/>
                  </a:lnTo>
                  <a:lnTo>
                    <a:pt x="1725716" y="306560"/>
                  </a:lnTo>
                  <a:lnTo>
                    <a:pt x="1735460" y="277835"/>
                  </a:lnTo>
                  <a:lnTo>
                    <a:pt x="1745219" y="272096"/>
                  </a:lnTo>
                  <a:lnTo>
                    <a:pt x="1754963" y="263480"/>
                  </a:lnTo>
                  <a:lnTo>
                    <a:pt x="1764707" y="245721"/>
                  </a:lnTo>
                  <a:lnTo>
                    <a:pt x="1774466" y="241816"/>
                  </a:lnTo>
                  <a:lnTo>
                    <a:pt x="1784210" y="243943"/>
                  </a:lnTo>
                  <a:lnTo>
                    <a:pt x="1793969" y="215442"/>
                  </a:lnTo>
                  <a:lnTo>
                    <a:pt x="1803713" y="210320"/>
                  </a:lnTo>
                  <a:lnTo>
                    <a:pt x="1813457" y="222010"/>
                  </a:lnTo>
                  <a:lnTo>
                    <a:pt x="1823215" y="203592"/>
                  </a:lnTo>
                  <a:lnTo>
                    <a:pt x="1832959" y="220220"/>
                  </a:lnTo>
                  <a:lnTo>
                    <a:pt x="1842703" y="206945"/>
                  </a:lnTo>
                  <a:lnTo>
                    <a:pt x="1852462" y="213540"/>
                  </a:lnTo>
                  <a:lnTo>
                    <a:pt x="1862206" y="200621"/>
                  </a:lnTo>
                  <a:lnTo>
                    <a:pt x="1871965" y="233722"/>
                  </a:lnTo>
                  <a:lnTo>
                    <a:pt x="1881709" y="218018"/>
                  </a:lnTo>
                  <a:lnTo>
                    <a:pt x="1891453" y="219812"/>
                  </a:lnTo>
                  <a:lnTo>
                    <a:pt x="1901212" y="234640"/>
                  </a:lnTo>
                  <a:lnTo>
                    <a:pt x="1910956" y="223431"/>
                  </a:lnTo>
                  <a:lnTo>
                    <a:pt x="1920714" y="244869"/>
                  </a:lnTo>
                  <a:lnTo>
                    <a:pt x="1930458" y="244878"/>
                  </a:lnTo>
                  <a:lnTo>
                    <a:pt x="1940202" y="226472"/>
                  </a:lnTo>
                  <a:lnTo>
                    <a:pt x="1949961" y="275479"/>
                  </a:lnTo>
                  <a:lnTo>
                    <a:pt x="1959705" y="240115"/>
                  </a:lnTo>
                  <a:lnTo>
                    <a:pt x="1969464" y="214960"/>
                  </a:lnTo>
                  <a:lnTo>
                    <a:pt x="1979208" y="216691"/>
                  </a:lnTo>
                  <a:lnTo>
                    <a:pt x="1988952" y="249020"/>
                  </a:lnTo>
                  <a:lnTo>
                    <a:pt x="1998711" y="248050"/>
                  </a:lnTo>
                  <a:lnTo>
                    <a:pt x="2008454" y="204928"/>
                  </a:lnTo>
                  <a:lnTo>
                    <a:pt x="2018213" y="223053"/>
                  </a:lnTo>
                  <a:lnTo>
                    <a:pt x="2027957" y="242338"/>
                  </a:lnTo>
                  <a:lnTo>
                    <a:pt x="2037701" y="261753"/>
                  </a:lnTo>
                  <a:lnTo>
                    <a:pt x="2047460" y="313119"/>
                  </a:lnTo>
                  <a:lnTo>
                    <a:pt x="2057204" y="303457"/>
                  </a:lnTo>
                  <a:lnTo>
                    <a:pt x="2066963" y="310368"/>
                  </a:lnTo>
                  <a:lnTo>
                    <a:pt x="2076707" y="320444"/>
                  </a:lnTo>
                  <a:lnTo>
                    <a:pt x="2086451" y="321967"/>
                  </a:lnTo>
                  <a:lnTo>
                    <a:pt x="2096210" y="313296"/>
                  </a:lnTo>
                  <a:lnTo>
                    <a:pt x="2105954" y="345850"/>
                  </a:lnTo>
                  <a:lnTo>
                    <a:pt x="2115697" y="324504"/>
                  </a:lnTo>
                  <a:lnTo>
                    <a:pt x="2125456" y="328067"/>
                  </a:lnTo>
                  <a:lnTo>
                    <a:pt x="2135200" y="311062"/>
                  </a:lnTo>
                  <a:lnTo>
                    <a:pt x="2144959" y="305249"/>
                  </a:lnTo>
                  <a:lnTo>
                    <a:pt x="2154703" y="281046"/>
                  </a:lnTo>
                  <a:lnTo>
                    <a:pt x="2164447" y="258533"/>
                  </a:lnTo>
                  <a:lnTo>
                    <a:pt x="2174206" y="249463"/>
                  </a:lnTo>
                  <a:lnTo>
                    <a:pt x="2183950" y="226819"/>
                  </a:lnTo>
                  <a:lnTo>
                    <a:pt x="2193709" y="193807"/>
                  </a:lnTo>
                  <a:lnTo>
                    <a:pt x="2203452" y="206656"/>
                  </a:lnTo>
                  <a:lnTo>
                    <a:pt x="2213196" y="223769"/>
                  </a:lnTo>
                  <a:lnTo>
                    <a:pt x="2222955" y="224273"/>
                  </a:lnTo>
                  <a:lnTo>
                    <a:pt x="2232699" y="193037"/>
                  </a:lnTo>
                  <a:lnTo>
                    <a:pt x="2242458" y="234690"/>
                  </a:lnTo>
                  <a:lnTo>
                    <a:pt x="2252202" y="240972"/>
                  </a:lnTo>
                  <a:lnTo>
                    <a:pt x="2261946" y="206552"/>
                  </a:lnTo>
                  <a:lnTo>
                    <a:pt x="2271705" y="203964"/>
                  </a:lnTo>
                  <a:lnTo>
                    <a:pt x="2281449" y="198443"/>
                  </a:lnTo>
                  <a:lnTo>
                    <a:pt x="2291208" y="183886"/>
                  </a:lnTo>
                  <a:lnTo>
                    <a:pt x="2300951" y="143062"/>
                  </a:lnTo>
                  <a:lnTo>
                    <a:pt x="2310695" y="162555"/>
                  </a:lnTo>
                  <a:lnTo>
                    <a:pt x="2320454" y="183336"/>
                  </a:lnTo>
                  <a:lnTo>
                    <a:pt x="2330198" y="176617"/>
                  </a:lnTo>
                  <a:lnTo>
                    <a:pt x="2339957" y="165169"/>
                  </a:lnTo>
                  <a:lnTo>
                    <a:pt x="2349701" y="149617"/>
                  </a:lnTo>
                  <a:lnTo>
                    <a:pt x="2359445" y="178670"/>
                  </a:lnTo>
                  <a:lnTo>
                    <a:pt x="2369204" y="156137"/>
                  </a:lnTo>
                  <a:lnTo>
                    <a:pt x="2378948" y="117976"/>
                  </a:lnTo>
                  <a:lnTo>
                    <a:pt x="2388692" y="143921"/>
                  </a:lnTo>
                  <a:lnTo>
                    <a:pt x="2398450" y="157253"/>
                  </a:lnTo>
                  <a:lnTo>
                    <a:pt x="2408194" y="140015"/>
                  </a:lnTo>
                  <a:lnTo>
                    <a:pt x="2417953" y="144318"/>
                  </a:lnTo>
                  <a:lnTo>
                    <a:pt x="2427697" y="151782"/>
                  </a:lnTo>
                  <a:lnTo>
                    <a:pt x="2437441" y="162231"/>
                  </a:lnTo>
                  <a:lnTo>
                    <a:pt x="2447200" y="187613"/>
                  </a:lnTo>
                  <a:lnTo>
                    <a:pt x="2456944" y="195948"/>
                  </a:lnTo>
                  <a:lnTo>
                    <a:pt x="2466703" y="213625"/>
                  </a:lnTo>
                  <a:lnTo>
                    <a:pt x="2476446" y="206178"/>
                  </a:lnTo>
                  <a:lnTo>
                    <a:pt x="2486190" y="199143"/>
                  </a:lnTo>
                  <a:lnTo>
                    <a:pt x="2495949" y="198924"/>
                  </a:lnTo>
                  <a:lnTo>
                    <a:pt x="2505693" y="229619"/>
                  </a:lnTo>
                  <a:lnTo>
                    <a:pt x="2515452" y="204143"/>
                  </a:lnTo>
                  <a:lnTo>
                    <a:pt x="2525196" y="165207"/>
                  </a:lnTo>
                  <a:lnTo>
                    <a:pt x="2534940" y="176128"/>
                  </a:lnTo>
                  <a:lnTo>
                    <a:pt x="2544699" y="151566"/>
                  </a:lnTo>
                  <a:lnTo>
                    <a:pt x="2554443" y="134194"/>
                  </a:lnTo>
                  <a:lnTo>
                    <a:pt x="2564202" y="164060"/>
                  </a:lnTo>
                  <a:lnTo>
                    <a:pt x="2573946" y="169112"/>
                  </a:lnTo>
                  <a:lnTo>
                    <a:pt x="2583690" y="184382"/>
                  </a:lnTo>
                  <a:lnTo>
                    <a:pt x="2593448" y="217211"/>
                  </a:lnTo>
                  <a:lnTo>
                    <a:pt x="2603192" y="242815"/>
                  </a:lnTo>
                  <a:lnTo>
                    <a:pt x="2612951" y="232889"/>
                  </a:lnTo>
                  <a:lnTo>
                    <a:pt x="2622695" y="199478"/>
                  </a:lnTo>
                  <a:lnTo>
                    <a:pt x="2632439" y="201163"/>
                  </a:lnTo>
                  <a:lnTo>
                    <a:pt x="2642198" y="188646"/>
                  </a:lnTo>
                  <a:lnTo>
                    <a:pt x="2651942" y="181246"/>
                  </a:lnTo>
                  <a:lnTo>
                    <a:pt x="2661685" y="156337"/>
                  </a:lnTo>
                  <a:lnTo>
                    <a:pt x="2671444" y="169555"/>
                  </a:lnTo>
                  <a:lnTo>
                    <a:pt x="2681188" y="176367"/>
                  </a:lnTo>
                  <a:lnTo>
                    <a:pt x="2690947" y="178974"/>
                  </a:lnTo>
                  <a:lnTo>
                    <a:pt x="2700691" y="153455"/>
                  </a:lnTo>
                  <a:lnTo>
                    <a:pt x="2710435" y="155352"/>
                  </a:lnTo>
                  <a:lnTo>
                    <a:pt x="2720194" y="170778"/>
                  </a:lnTo>
                  <a:lnTo>
                    <a:pt x="2729938" y="163951"/>
                  </a:lnTo>
                  <a:lnTo>
                    <a:pt x="2739697" y="188013"/>
                  </a:lnTo>
                  <a:lnTo>
                    <a:pt x="2749441" y="160988"/>
                  </a:lnTo>
                  <a:lnTo>
                    <a:pt x="2759185" y="185840"/>
                  </a:lnTo>
                  <a:lnTo>
                    <a:pt x="2768943" y="241383"/>
                  </a:lnTo>
                  <a:lnTo>
                    <a:pt x="2778687" y="240212"/>
                  </a:lnTo>
                  <a:lnTo>
                    <a:pt x="2788446" y="243831"/>
                  </a:lnTo>
                  <a:lnTo>
                    <a:pt x="2798190" y="235811"/>
                  </a:lnTo>
                  <a:lnTo>
                    <a:pt x="2807934" y="215354"/>
                  </a:lnTo>
                  <a:lnTo>
                    <a:pt x="2817693" y="223048"/>
                  </a:lnTo>
                  <a:lnTo>
                    <a:pt x="2827437" y="193866"/>
                  </a:lnTo>
                  <a:lnTo>
                    <a:pt x="2837196" y="217899"/>
                  </a:lnTo>
                  <a:lnTo>
                    <a:pt x="2846940" y="227798"/>
                  </a:lnTo>
                  <a:lnTo>
                    <a:pt x="2856684" y="248102"/>
                  </a:lnTo>
                  <a:lnTo>
                    <a:pt x="2866442" y="249801"/>
                  </a:lnTo>
                  <a:lnTo>
                    <a:pt x="2876186" y="251501"/>
                  </a:lnTo>
                  <a:lnTo>
                    <a:pt x="2885945" y="254573"/>
                  </a:lnTo>
                  <a:lnTo>
                    <a:pt x="2895689" y="204465"/>
                  </a:lnTo>
                  <a:lnTo>
                    <a:pt x="2905433" y="233187"/>
                  </a:lnTo>
                  <a:lnTo>
                    <a:pt x="2915192" y="21737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9" name="Freeform 1138">
              <a:extLst>
                <a:ext uri="{FF2B5EF4-FFF2-40B4-BE49-F238E27FC236}">
                  <a16:creationId xmlns:a16="http://schemas.microsoft.com/office/drawing/2014/main" id="{85290897-817D-DDEB-9F17-7471E3584E60}"/>
                </a:ext>
              </a:extLst>
            </p:cNvPr>
            <p:cNvSpPr/>
            <p:nvPr/>
          </p:nvSpPr>
          <p:spPr>
            <a:xfrm>
              <a:off x="4426652" y="3325485"/>
              <a:ext cx="2915191" cy="743420"/>
            </a:xfrm>
            <a:custGeom>
              <a:avLst/>
              <a:gdLst>
                <a:gd name="connsiteX0" fmla="*/ 0 w 2915191"/>
                <a:gd name="connsiteY0" fmla="*/ 204018 h 743420"/>
                <a:gd name="connsiteX1" fmla="*/ 9750 w 2915191"/>
                <a:gd name="connsiteY1" fmla="*/ 221490 h 743420"/>
                <a:gd name="connsiteX2" fmla="*/ 19500 w 2915191"/>
                <a:gd name="connsiteY2" fmla="*/ 236557 h 743420"/>
                <a:gd name="connsiteX3" fmla="*/ 29250 w 2915191"/>
                <a:gd name="connsiteY3" fmla="*/ 249458 h 743420"/>
                <a:gd name="connsiteX4" fmla="*/ 39000 w 2915191"/>
                <a:gd name="connsiteY4" fmla="*/ 243583 h 743420"/>
                <a:gd name="connsiteX5" fmla="*/ 48749 w 2915191"/>
                <a:gd name="connsiteY5" fmla="*/ 244872 h 743420"/>
                <a:gd name="connsiteX6" fmla="*/ 58499 w 2915191"/>
                <a:gd name="connsiteY6" fmla="*/ 244930 h 743420"/>
                <a:gd name="connsiteX7" fmla="*/ 68249 w 2915191"/>
                <a:gd name="connsiteY7" fmla="*/ 226980 h 743420"/>
                <a:gd name="connsiteX8" fmla="*/ 77998 w 2915191"/>
                <a:gd name="connsiteY8" fmla="*/ 254872 h 743420"/>
                <a:gd name="connsiteX9" fmla="*/ 87748 w 2915191"/>
                <a:gd name="connsiteY9" fmla="*/ 263630 h 743420"/>
                <a:gd name="connsiteX10" fmla="*/ 97497 w 2915191"/>
                <a:gd name="connsiteY10" fmla="*/ 238929 h 743420"/>
                <a:gd name="connsiteX11" fmla="*/ 107247 w 2915191"/>
                <a:gd name="connsiteY11" fmla="*/ 170660 h 743420"/>
                <a:gd name="connsiteX12" fmla="*/ 116997 w 2915191"/>
                <a:gd name="connsiteY12" fmla="*/ 158019 h 743420"/>
                <a:gd name="connsiteX13" fmla="*/ 126747 w 2915191"/>
                <a:gd name="connsiteY13" fmla="*/ 171957 h 743420"/>
                <a:gd name="connsiteX14" fmla="*/ 136497 w 2915191"/>
                <a:gd name="connsiteY14" fmla="*/ 175133 h 743420"/>
                <a:gd name="connsiteX15" fmla="*/ 146247 w 2915191"/>
                <a:gd name="connsiteY15" fmla="*/ 117559 h 743420"/>
                <a:gd name="connsiteX16" fmla="*/ 155997 w 2915191"/>
                <a:gd name="connsiteY16" fmla="*/ 102492 h 743420"/>
                <a:gd name="connsiteX17" fmla="*/ 165747 w 2915191"/>
                <a:gd name="connsiteY17" fmla="*/ 74952 h 743420"/>
                <a:gd name="connsiteX18" fmla="*/ 175497 w 2915191"/>
                <a:gd name="connsiteY18" fmla="*/ 62544 h 743420"/>
                <a:gd name="connsiteX19" fmla="*/ 185247 w 2915191"/>
                <a:gd name="connsiteY19" fmla="*/ 55011 h 743420"/>
                <a:gd name="connsiteX20" fmla="*/ 194996 w 2915191"/>
                <a:gd name="connsiteY20" fmla="*/ 97909 h 743420"/>
                <a:gd name="connsiteX21" fmla="*/ 204746 w 2915191"/>
                <a:gd name="connsiteY21" fmla="*/ 84120 h 743420"/>
                <a:gd name="connsiteX22" fmla="*/ 214495 w 2915191"/>
                <a:gd name="connsiteY22" fmla="*/ 53848 h 743420"/>
                <a:gd name="connsiteX23" fmla="*/ 224245 w 2915191"/>
                <a:gd name="connsiteY23" fmla="*/ 43767 h 743420"/>
                <a:gd name="connsiteX24" fmla="*/ 233995 w 2915191"/>
                <a:gd name="connsiteY24" fmla="*/ 68516 h 743420"/>
                <a:gd name="connsiteX25" fmla="*/ 243744 w 2915191"/>
                <a:gd name="connsiteY25" fmla="*/ 56892 h 743420"/>
                <a:gd name="connsiteX26" fmla="*/ 253494 w 2915191"/>
                <a:gd name="connsiteY26" fmla="*/ 59587 h 743420"/>
                <a:gd name="connsiteX27" fmla="*/ 263244 w 2915191"/>
                <a:gd name="connsiteY27" fmla="*/ 55655 h 743420"/>
                <a:gd name="connsiteX28" fmla="*/ 272994 w 2915191"/>
                <a:gd name="connsiteY28" fmla="*/ 33710 h 743420"/>
                <a:gd name="connsiteX29" fmla="*/ 282744 w 2915191"/>
                <a:gd name="connsiteY29" fmla="*/ 18573 h 743420"/>
                <a:gd name="connsiteX30" fmla="*/ 292494 w 2915191"/>
                <a:gd name="connsiteY30" fmla="*/ 8594 h 743420"/>
                <a:gd name="connsiteX31" fmla="*/ 302244 w 2915191"/>
                <a:gd name="connsiteY31" fmla="*/ 30532 h 743420"/>
                <a:gd name="connsiteX32" fmla="*/ 311994 w 2915191"/>
                <a:gd name="connsiteY32" fmla="*/ 33570 h 743420"/>
                <a:gd name="connsiteX33" fmla="*/ 321744 w 2915191"/>
                <a:gd name="connsiteY33" fmla="*/ 25416 h 743420"/>
                <a:gd name="connsiteX34" fmla="*/ 331493 w 2915191"/>
                <a:gd name="connsiteY34" fmla="*/ 25085 h 743420"/>
                <a:gd name="connsiteX35" fmla="*/ 341243 w 2915191"/>
                <a:gd name="connsiteY35" fmla="*/ 50436 h 743420"/>
                <a:gd name="connsiteX36" fmla="*/ 350993 w 2915191"/>
                <a:gd name="connsiteY36" fmla="*/ 65256 h 743420"/>
                <a:gd name="connsiteX37" fmla="*/ 360742 w 2915191"/>
                <a:gd name="connsiteY37" fmla="*/ 57100 h 743420"/>
                <a:gd name="connsiteX38" fmla="*/ 370492 w 2915191"/>
                <a:gd name="connsiteY38" fmla="*/ 71016 h 743420"/>
                <a:gd name="connsiteX39" fmla="*/ 380241 w 2915191"/>
                <a:gd name="connsiteY39" fmla="*/ 79841 h 743420"/>
                <a:gd name="connsiteX40" fmla="*/ 389991 w 2915191"/>
                <a:gd name="connsiteY40" fmla="*/ 91408 h 743420"/>
                <a:gd name="connsiteX41" fmla="*/ 399741 w 2915191"/>
                <a:gd name="connsiteY41" fmla="*/ 65737 h 743420"/>
                <a:gd name="connsiteX42" fmla="*/ 409491 w 2915191"/>
                <a:gd name="connsiteY42" fmla="*/ 54113 h 743420"/>
                <a:gd name="connsiteX43" fmla="*/ 419241 w 2915191"/>
                <a:gd name="connsiteY43" fmla="*/ 40759 h 743420"/>
                <a:gd name="connsiteX44" fmla="*/ 428991 w 2915191"/>
                <a:gd name="connsiteY44" fmla="*/ 7646 h 743420"/>
                <a:gd name="connsiteX45" fmla="*/ 438741 w 2915191"/>
                <a:gd name="connsiteY45" fmla="*/ 12996 h 743420"/>
                <a:gd name="connsiteX46" fmla="*/ 448491 w 2915191"/>
                <a:gd name="connsiteY46" fmla="*/ 0 h 743420"/>
                <a:gd name="connsiteX47" fmla="*/ 458241 w 2915191"/>
                <a:gd name="connsiteY47" fmla="*/ 18803 h 743420"/>
                <a:gd name="connsiteX48" fmla="*/ 467991 w 2915191"/>
                <a:gd name="connsiteY48" fmla="*/ 20418 h 743420"/>
                <a:gd name="connsiteX49" fmla="*/ 477740 w 2915191"/>
                <a:gd name="connsiteY49" fmla="*/ 33521 h 743420"/>
                <a:gd name="connsiteX50" fmla="*/ 487490 w 2915191"/>
                <a:gd name="connsiteY50" fmla="*/ 48688 h 743420"/>
                <a:gd name="connsiteX51" fmla="*/ 497239 w 2915191"/>
                <a:gd name="connsiteY51" fmla="*/ 70678 h 743420"/>
                <a:gd name="connsiteX52" fmla="*/ 506989 w 2915191"/>
                <a:gd name="connsiteY52" fmla="*/ 112957 h 743420"/>
                <a:gd name="connsiteX53" fmla="*/ 516738 w 2915191"/>
                <a:gd name="connsiteY53" fmla="*/ 122027 h 743420"/>
                <a:gd name="connsiteX54" fmla="*/ 526488 w 2915191"/>
                <a:gd name="connsiteY54" fmla="*/ 106301 h 743420"/>
                <a:gd name="connsiteX55" fmla="*/ 536238 w 2915191"/>
                <a:gd name="connsiteY55" fmla="*/ 123976 h 743420"/>
                <a:gd name="connsiteX56" fmla="*/ 545988 w 2915191"/>
                <a:gd name="connsiteY56" fmla="*/ 93274 h 743420"/>
                <a:gd name="connsiteX57" fmla="*/ 555738 w 2915191"/>
                <a:gd name="connsiteY57" fmla="*/ 91468 h 743420"/>
                <a:gd name="connsiteX58" fmla="*/ 565488 w 2915191"/>
                <a:gd name="connsiteY58" fmla="*/ 74462 h 743420"/>
                <a:gd name="connsiteX59" fmla="*/ 575238 w 2915191"/>
                <a:gd name="connsiteY59" fmla="*/ 75386 h 743420"/>
                <a:gd name="connsiteX60" fmla="*/ 584988 w 2915191"/>
                <a:gd name="connsiteY60" fmla="*/ 96645 h 743420"/>
                <a:gd name="connsiteX61" fmla="*/ 594738 w 2915191"/>
                <a:gd name="connsiteY61" fmla="*/ 116868 h 743420"/>
                <a:gd name="connsiteX62" fmla="*/ 604488 w 2915191"/>
                <a:gd name="connsiteY62" fmla="*/ 143765 h 743420"/>
                <a:gd name="connsiteX63" fmla="*/ 614237 w 2915191"/>
                <a:gd name="connsiteY63" fmla="*/ 167041 h 743420"/>
                <a:gd name="connsiteX64" fmla="*/ 623987 w 2915191"/>
                <a:gd name="connsiteY64" fmla="*/ 144112 h 743420"/>
                <a:gd name="connsiteX65" fmla="*/ 633736 w 2915191"/>
                <a:gd name="connsiteY65" fmla="*/ 143750 h 743420"/>
                <a:gd name="connsiteX66" fmla="*/ 643486 w 2915191"/>
                <a:gd name="connsiteY66" fmla="*/ 119835 h 743420"/>
                <a:gd name="connsiteX67" fmla="*/ 653236 w 2915191"/>
                <a:gd name="connsiteY67" fmla="*/ 103555 h 743420"/>
                <a:gd name="connsiteX68" fmla="*/ 662985 w 2915191"/>
                <a:gd name="connsiteY68" fmla="*/ 116756 h 743420"/>
                <a:gd name="connsiteX69" fmla="*/ 672735 w 2915191"/>
                <a:gd name="connsiteY69" fmla="*/ 121462 h 743420"/>
                <a:gd name="connsiteX70" fmla="*/ 682485 w 2915191"/>
                <a:gd name="connsiteY70" fmla="*/ 153062 h 743420"/>
                <a:gd name="connsiteX71" fmla="*/ 692235 w 2915191"/>
                <a:gd name="connsiteY71" fmla="*/ 143117 h 743420"/>
                <a:gd name="connsiteX72" fmla="*/ 701985 w 2915191"/>
                <a:gd name="connsiteY72" fmla="*/ 162834 h 743420"/>
                <a:gd name="connsiteX73" fmla="*/ 711735 w 2915191"/>
                <a:gd name="connsiteY73" fmla="*/ 169026 h 743420"/>
                <a:gd name="connsiteX74" fmla="*/ 721485 w 2915191"/>
                <a:gd name="connsiteY74" fmla="*/ 187149 h 743420"/>
                <a:gd name="connsiteX75" fmla="*/ 731235 w 2915191"/>
                <a:gd name="connsiteY75" fmla="*/ 201327 h 743420"/>
                <a:gd name="connsiteX76" fmla="*/ 740985 w 2915191"/>
                <a:gd name="connsiteY76" fmla="*/ 216759 h 743420"/>
                <a:gd name="connsiteX77" fmla="*/ 750734 w 2915191"/>
                <a:gd name="connsiteY77" fmla="*/ 221952 h 743420"/>
                <a:gd name="connsiteX78" fmla="*/ 760484 w 2915191"/>
                <a:gd name="connsiteY78" fmla="*/ 241708 h 743420"/>
                <a:gd name="connsiteX79" fmla="*/ 770233 w 2915191"/>
                <a:gd name="connsiteY79" fmla="*/ 217528 h 743420"/>
                <a:gd name="connsiteX80" fmla="*/ 779983 w 2915191"/>
                <a:gd name="connsiteY80" fmla="*/ 200180 h 743420"/>
                <a:gd name="connsiteX81" fmla="*/ 789733 w 2915191"/>
                <a:gd name="connsiteY81" fmla="*/ 212456 h 743420"/>
                <a:gd name="connsiteX82" fmla="*/ 799482 w 2915191"/>
                <a:gd name="connsiteY82" fmla="*/ 208913 h 743420"/>
                <a:gd name="connsiteX83" fmla="*/ 809232 w 2915191"/>
                <a:gd name="connsiteY83" fmla="*/ 187027 h 743420"/>
                <a:gd name="connsiteX84" fmla="*/ 818982 w 2915191"/>
                <a:gd name="connsiteY84" fmla="*/ 203770 h 743420"/>
                <a:gd name="connsiteX85" fmla="*/ 828732 w 2915191"/>
                <a:gd name="connsiteY85" fmla="*/ 230215 h 743420"/>
                <a:gd name="connsiteX86" fmla="*/ 838482 w 2915191"/>
                <a:gd name="connsiteY86" fmla="*/ 212054 h 743420"/>
                <a:gd name="connsiteX87" fmla="*/ 848232 w 2915191"/>
                <a:gd name="connsiteY87" fmla="*/ 226637 h 743420"/>
                <a:gd name="connsiteX88" fmla="*/ 857982 w 2915191"/>
                <a:gd name="connsiteY88" fmla="*/ 203514 h 743420"/>
                <a:gd name="connsiteX89" fmla="*/ 867732 w 2915191"/>
                <a:gd name="connsiteY89" fmla="*/ 244284 h 743420"/>
                <a:gd name="connsiteX90" fmla="*/ 877482 w 2915191"/>
                <a:gd name="connsiteY90" fmla="*/ 205630 h 743420"/>
                <a:gd name="connsiteX91" fmla="*/ 887231 w 2915191"/>
                <a:gd name="connsiteY91" fmla="*/ 232096 h 743420"/>
                <a:gd name="connsiteX92" fmla="*/ 896981 w 2915191"/>
                <a:gd name="connsiteY92" fmla="*/ 189379 h 743420"/>
                <a:gd name="connsiteX93" fmla="*/ 906730 w 2915191"/>
                <a:gd name="connsiteY93" fmla="*/ 152491 h 743420"/>
                <a:gd name="connsiteX94" fmla="*/ 916480 w 2915191"/>
                <a:gd name="connsiteY94" fmla="*/ 161045 h 743420"/>
                <a:gd name="connsiteX95" fmla="*/ 926230 w 2915191"/>
                <a:gd name="connsiteY95" fmla="*/ 160140 h 743420"/>
                <a:gd name="connsiteX96" fmla="*/ 935979 w 2915191"/>
                <a:gd name="connsiteY96" fmla="*/ 129834 h 743420"/>
                <a:gd name="connsiteX97" fmla="*/ 945729 w 2915191"/>
                <a:gd name="connsiteY97" fmla="*/ 143251 h 743420"/>
                <a:gd name="connsiteX98" fmla="*/ 955479 w 2915191"/>
                <a:gd name="connsiteY98" fmla="*/ 134854 h 743420"/>
                <a:gd name="connsiteX99" fmla="*/ 965229 w 2915191"/>
                <a:gd name="connsiteY99" fmla="*/ 129201 h 743420"/>
                <a:gd name="connsiteX100" fmla="*/ 974979 w 2915191"/>
                <a:gd name="connsiteY100" fmla="*/ 155086 h 743420"/>
                <a:gd name="connsiteX101" fmla="*/ 984729 w 2915191"/>
                <a:gd name="connsiteY101" fmla="*/ 171758 h 743420"/>
                <a:gd name="connsiteX102" fmla="*/ 994474 w 2915191"/>
                <a:gd name="connsiteY102" fmla="*/ 185939 h 743420"/>
                <a:gd name="connsiteX103" fmla="*/ 1004233 w 2915191"/>
                <a:gd name="connsiteY103" fmla="*/ 198463 h 743420"/>
                <a:gd name="connsiteX104" fmla="*/ 1013977 w 2915191"/>
                <a:gd name="connsiteY104" fmla="*/ 188025 h 743420"/>
                <a:gd name="connsiteX105" fmla="*/ 1023721 w 2915191"/>
                <a:gd name="connsiteY105" fmla="*/ 190513 h 743420"/>
                <a:gd name="connsiteX106" fmla="*/ 1033480 w 2915191"/>
                <a:gd name="connsiteY106" fmla="*/ 217124 h 743420"/>
                <a:gd name="connsiteX107" fmla="*/ 1043224 w 2915191"/>
                <a:gd name="connsiteY107" fmla="*/ 219753 h 743420"/>
                <a:gd name="connsiteX108" fmla="*/ 1052983 w 2915191"/>
                <a:gd name="connsiteY108" fmla="*/ 188493 h 743420"/>
                <a:gd name="connsiteX109" fmla="*/ 1062727 w 2915191"/>
                <a:gd name="connsiteY109" fmla="*/ 209253 h 743420"/>
                <a:gd name="connsiteX110" fmla="*/ 1072471 w 2915191"/>
                <a:gd name="connsiteY110" fmla="*/ 205342 h 743420"/>
                <a:gd name="connsiteX111" fmla="*/ 1082230 w 2915191"/>
                <a:gd name="connsiteY111" fmla="*/ 203347 h 743420"/>
                <a:gd name="connsiteX112" fmla="*/ 1091973 w 2915191"/>
                <a:gd name="connsiteY112" fmla="*/ 196765 h 743420"/>
                <a:gd name="connsiteX113" fmla="*/ 1101732 w 2915191"/>
                <a:gd name="connsiteY113" fmla="*/ 171030 h 743420"/>
                <a:gd name="connsiteX114" fmla="*/ 1111476 w 2915191"/>
                <a:gd name="connsiteY114" fmla="*/ 147044 h 743420"/>
                <a:gd name="connsiteX115" fmla="*/ 1121220 w 2915191"/>
                <a:gd name="connsiteY115" fmla="*/ 154841 h 743420"/>
                <a:gd name="connsiteX116" fmla="*/ 1130979 w 2915191"/>
                <a:gd name="connsiteY116" fmla="*/ 157186 h 743420"/>
                <a:gd name="connsiteX117" fmla="*/ 1140723 w 2915191"/>
                <a:gd name="connsiteY117" fmla="*/ 127987 h 743420"/>
                <a:gd name="connsiteX118" fmla="*/ 1150482 w 2915191"/>
                <a:gd name="connsiteY118" fmla="*/ 137622 h 743420"/>
                <a:gd name="connsiteX119" fmla="*/ 1160226 w 2915191"/>
                <a:gd name="connsiteY119" fmla="*/ 121900 h 743420"/>
                <a:gd name="connsiteX120" fmla="*/ 1169969 w 2915191"/>
                <a:gd name="connsiteY120" fmla="*/ 145992 h 743420"/>
                <a:gd name="connsiteX121" fmla="*/ 1179728 w 2915191"/>
                <a:gd name="connsiteY121" fmla="*/ 150505 h 743420"/>
                <a:gd name="connsiteX122" fmla="*/ 1189472 w 2915191"/>
                <a:gd name="connsiteY122" fmla="*/ 137523 h 743420"/>
                <a:gd name="connsiteX123" fmla="*/ 1199231 w 2915191"/>
                <a:gd name="connsiteY123" fmla="*/ 165534 h 743420"/>
                <a:gd name="connsiteX124" fmla="*/ 1208975 w 2915191"/>
                <a:gd name="connsiteY124" fmla="*/ 183727 h 743420"/>
                <a:gd name="connsiteX125" fmla="*/ 1218719 w 2915191"/>
                <a:gd name="connsiteY125" fmla="*/ 133380 h 743420"/>
                <a:gd name="connsiteX126" fmla="*/ 1228478 w 2915191"/>
                <a:gd name="connsiteY126" fmla="*/ 165455 h 743420"/>
                <a:gd name="connsiteX127" fmla="*/ 1238222 w 2915191"/>
                <a:gd name="connsiteY127" fmla="*/ 130984 h 743420"/>
                <a:gd name="connsiteX128" fmla="*/ 1247966 w 2915191"/>
                <a:gd name="connsiteY128" fmla="*/ 121057 h 743420"/>
                <a:gd name="connsiteX129" fmla="*/ 1257725 w 2915191"/>
                <a:gd name="connsiteY129" fmla="*/ 140170 h 743420"/>
                <a:gd name="connsiteX130" fmla="*/ 1267469 w 2915191"/>
                <a:gd name="connsiteY130" fmla="*/ 138204 h 743420"/>
                <a:gd name="connsiteX131" fmla="*/ 1277227 w 2915191"/>
                <a:gd name="connsiteY131" fmla="*/ 148626 h 743420"/>
                <a:gd name="connsiteX132" fmla="*/ 1286971 w 2915191"/>
                <a:gd name="connsiteY132" fmla="*/ 161915 h 743420"/>
                <a:gd name="connsiteX133" fmla="*/ 1296715 w 2915191"/>
                <a:gd name="connsiteY133" fmla="*/ 147056 h 743420"/>
                <a:gd name="connsiteX134" fmla="*/ 1306474 w 2915191"/>
                <a:gd name="connsiteY134" fmla="*/ 167505 h 743420"/>
                <a:gd name="connsiteX135" fmla="*/ 1316218 w 2915191"/>
                <a:gd name="connsiteY135" fmla="*/ 171127 h 743420"/>
                <a:gd name="connsiteX136" fmla="*/ 1325977 w 2915191"/>
                <a:gd name="connsiteY136" fmla="*/ 180938 h 743420"/>
                <a:gd name="connsiteX137" fmla="*/ 1335721 w 2915191"/>
                <a:gd name="connsiteY137" fmla="*/ 172269 h 743420"/>
                <a:gd name="connsiteX138" fmla="*/ 1345465 w 2915191"/>
                <a:gd name="connsiteY138" fmla="*/ 143760 h 743420"/>
                <a:gd name="connsiteX139" fmla="*/ 1355224 w 2915191"/>
                <a:gd name="connsiteY139" fmla="*/ 158921 h 743420"/>
                <a:gd name="connsiteX140" fmla="*/ 1364967 w 2915191"/>
                <a:gd name="connsiteY140" fmla="*/ 131118 h 743420"/>
                <a:gd name="connsiteX141" fmla="*/ 1374726 w 2915191"/>
                <a:gd name="connsiteY141" fmla="*/ 88250 h 743420"/>
                <a:gd name="connsiteX142" fmla="*/ 1384470 w 2915191"/>
                <a:gd name="connsiteY142" fmla="*/ 100666 h 743420"/>
                <a:gd name="connsiteX143" fmla="*/ 1394214 w 2915191"/>
                <a:gd name="connsiteY143" fmla="*/ 88609 h 743420"/>
                <a:gd name="connsiteX144" fmla="*/ 1403973 w 2915191"/>
                <a:gd name="connsiteY144" fmla="*/ 95864 h 743420"/>
                <a:gd name="connsiteX145" fmla="*/ 1413717 w 2915191"/>
                <a:gd name="connsiteY145" fmla="*/ 117581 h 743420"/>
                <a:gd name="connsiteX146" fmla="*/ 1423476 w 2915191"/>
                <a:gd name="connsiteY146" fmla="*/ 37964 h 743420"/>
                <a:gd name="connsiteX147" fmla="*/ 1433220 w 2915191"/>
                <a:gd name="connsiteY147" fmla="*/ 31845 h 743420"/>
                <a:gd name="connsiteX148" fmla="*/ 1442964 w 2915191"/>
                <a:gd name="connsiteY148" fmla="*/ 32639 h 743420"/>
                <a:gd name="connsiteX149" fmla="*/ 1452722 w 2915191"/>
                <a:gd name="connsiteY149" fmla="*/ 39622 h 743420"/>
                <a:gd name="connsiteX150" fmla="*/ 1462466 w 2915191"/>
                <a:gd name="connsiteY150" fmla="*/ 50001 h 743420"/>
                <a:gd name="connsiteX151" fmla="*/ 1472225 w 2915191"/>
                <a:gd name="connsiteY151" fmla="*/ 54576 h 743420"/>
                <a:gd name="connsiteX152" fmla="*/ 1481969 w 2915191"/>
                <a:gd name="connsiteY152" fmla="*/ 40361 h 743420"/>
                <a:gd name="connsiteX153" fmla="*/ 1491713 w 2915191"/>
                <a:gd name="connsiteY153" fmla="*/ 47876 h 743420"/>
                <a:gd name="connsiteX154" fmla="*/ 1501472 w 2915191"/>
                <a:gd name="connsiteY154" fmla="*/ 55926 h 743420"/>
                <a:gd name="connsiteX155" fmla="*/ 1511216 w 2915191"/>
                <a:gd name="connsiteY155" fmla="*/ 91805 h 743420"/>
                <a:gd name="connsiteX156" fmla="*/ 1520960 w 2915191"/>
                <a:gd name="connsiteY156" fmla="*/ 91039 h 743420"/>
                <a:gd name="connsiteX157" fmla="*/ 1530719 w 2915191"/>
                <a:gd name="connsiteY157" fmla="*/ 131603 h 743420"/>
                <a:gd name="connsiteX158" fmla="*/ 1540463 w 2915191"/>
                <a:gd name="connsiteY158" fmla="*/ 142117 h 743420"/>
                <a:gd name="connsiteX159" fmla="*/ 1550221 w 2915191"/>
                <a:gd name="connsiteY159" fmla="*/ 143111 h 743420"/>
                <a:gd name="connsiteX160" fmla="*/ 1559965 w 2915191"/>
                <a:gd name="connsiteY160" fmla="*/ 140259 h 743420"/>
                <a:gd name="connsiteX161" fmla="*/ 1569709 w 2915191"/>
                <a:gd name="connsiteY161" fmla="*/ 90064 h 743420"/>
                <a:gd name="connsiteX162" fmla="*/ 1579468 w 2915191"/>
                <a:gd name="connsiteY162" fmla="*/ 98569 h 743420"/>
                <a:gd name="connsiteX163" fmla="*/ 1589212 w 2915191"/>
                <a:gd name="connsiteY163" fmla="*/ 101292 h 743420"/>
                <a:gd name="connsiteX164" fmla="*/ 1598971 w 2915191"/>
                <a:gd name="connsiteY164" fmla="*/ 108627 h 743420"/>
                <a:gd name="connsiteX165" fmla="*/ 1608715 w 2915191"/>
                <a:gd name="connsiteY165" fmla="*/ 116364 h 743420"/>
                <a:gd name="connsiteX166" fmla="*/ 1618459 w 2915191"/>
                <a:gd name="connsiteY166" fmla="*/ 130269 h 743420"/>
                <a:gd name="connsiteX167" fmla="*/ 1628218 w 2915191"/>
                <a:gd name="connsiteY167" fmla="*/ 157925 h 743420"/>
                <a:gd name="connsiteX168" fmla="*/ 1637962 w 2915191"/>
                <a:gd name="connsiteY168" fmla="*/ 173016 h 743420"/>
                <a:gd name="connsiteX169" fmla="*/ 1647720 w 2915191"/>
                <a:gd name="connsiteY169" fmla="*/ 202634 h 743420"/>
                <a:gd name="connsiteX170" fmla="*/ 1657464 w 2915191"/>
                <a:gd name="connsiteY170" fmla="*/ 177809 h 743420"/>
                <a:gd name="connsiteX171" fmla="*/ 1667208 w 2915191"/>
                <a:gd name="connsiteY171" fmla="*/ 177725 h 743420"/>
                <a:gd name="connsiteX172" fmla="*/ 1676967 w 2915191"/>
                <a:gd name="connsiteY172" fmla="*/ 185203 h 743420"/>
                <a:gd name="connsiteX173" fmla="*/ 1686711 w 2915191"/>
                <a:gd name="connsiteY173" fmla="*/ 188420 h 743420"/>
                <a:gd name="connsiteX174" fmla="*/ 1696470 w 2915191"/>
                <a:gd name="connsiteY174" fmla="*/ 226782 h 743420"/>
                <a:gd name="connsiteX175" fmla="*/ 1706214 w 2915191"/>
                <a:gd name="connsiteY175" fmla="*/ 206410 h 743420"/>
                <a:gd name="connsiteX176" fmla="*/ 1715958 w 2915191"/>
                <a:gd name="connsiteY176" fmla="*/ 206889 h 743420"/>
                <a:gd name="connsiteX177" fmla="*/ 1725716 w 2915191"/>
                <a:gd name="connsiteY177" fmla="*/ 237774 h 743420"/>
                <a:gd name="connsiteX178" fmla="*/ 1735460 w 2915191"/>
                <a:gd name="connsiteY178" fmla="*/ 277011 h 743420"/>
                <a:gd name="connsiteX179" fmla="*/ 1745219 w 2915191"/>
                <a:gd name="connsiteY179" fmla="*/ 269385 h 743420"/>
                <a:gd name="connsiteX180" fmla="*/ 1754963 w 2915191"/>
                <a:gd name="connsiteY180" fmla="*/ 278042 h 743420"/>
                <a:gd name="connsiteX181" fmla="*/ 1764707 w 2915191"/>
                <a:gd name="connsiteY181" fmla="*/ 286861 h 743420"/>
                <a:gd name="connsiteX182" fmla="*/ 1774466 w 2915191"/>
                <a:gd name="connsiteY182" fmla="*/ 294082 h 743420"/>
                <a:gd name="connsiteX183" fmla="*/ 1784210 w 2915191"/>
                <a:gd name="connsiteY183" fmla="*/ 262200 h 743420"/>
                <a:gd name="connsiteX184" fmla="*/ 1793969 w 2915191"/>
                <a:gd name="connsiteY184" fmla="*/ 276847 h 743420"/>
                <a:gd name="connsiteX185" fmla="*/ 1803713 w 2915191"/>
                <a:gd name="connsiteY185" fmla="*/ 303312 h 743420"/>
                <a:gd name="connsiteX186" fmla="*/ 1813457 w 2915191"/>
                <a:gd name="connsiteY186" fmla="*/ 296864 h 743420"/>
                <a:gd name="connsiteX187" fmla="*/ 1823215 w 2915191"/>
                <a:gd name="connsiteY187" fmla="*/ 268326 h 743420"/>
                <a:gd name="connsiteX188" fmla="*/ 1832959 w 2915191"/>
                <a:gd name="connsiteY188" fmla="*/ 269619 h 743420"/>
                <a:gd name="connsiteX189" fmla="*/ 1842703 w 2915191"/>
                <a:gd name="connsiteY189" fmla="*/ 273815 h 743420"/>
                <a:gd name="connsiteX190" fmla="*/ 1852462 w 2915191"/>
                <a:gd name="connsiteY190" fmla="*/ 280449 h 743420"/>
                <a:gd name="connsiteX191" fmla="*/ 1862206 w 2915191"/>
                <a:gd name="connsiteY191" fmla="*/ 278618 h 743420"/>
                <a:gd name="connsiteX192" fmla="*/ 1871965 w 2915191"/>
                <a:gd name="connsiteY192" fmla="*/ 312301 h 743420"/>
                <a:gd name="connsiteX193" fmla="*/ 1881709 w 2915191"/>
                <a:gd name="connsiteY193" fmla="*/ 307108 h 743420"/>
                <a:gd name="connsiteX194" fmla="*/ 1891453 w 2915191"/>
                <a:gd name="connsiteY194" fmla="*/ 364055 h 743420"/>
                <a:gd name="connsiteX195" fmla="*/ 1901212 w 2915191"/>
                <a:gd name="connsiteY195" fmla="*/ 350808 h 743420"/>
                <a:gd name="connsiteX196" fmla="*/ 1910956 w 2915191"/>
                <a:gd name="connsiteY196" fmla="*/ 359968 h 743420"/>
                <a:gd name="connsiteX197" fmla="*/ 1920714 w 2915191"/>
                <a:gd name="connsiteY197" fmla="*/ 367546 h 743420"/>
                <a:gd name="connsiteX198" fmla="*/ 1930458 w 2915191"/>
                <a:gd name="connsiteY198" fmla="*/ 355657 h 743420"/>
                <a:gd name="connsiteX199" fmla="*/ 1940202 w 2915191"/>
                <a:gd name="connsiteY199" fmla="*/ 392268 h 743420"/>
                <a:gd name="connsiteX200" fmla="*/ 1949961 w 2915191"/>
                <a:gd name="connsiteY200" fmla="*/ 389203 h 743420"/>
                <a:gd name="connsiteX201" fmla="*/ 1959705 w 2915191"/>
                <a:gd name="connsiteY201" fmla="*/ 405065 h 743420"/>
                <a:gd name="connsiteX202" fmla="*/ 1969464 w 2915191"/>
                <a:gd name="connsiteY202" fmla="*/ 433878 h 743420"/>
                <a:gd name="connsiteX203" fmla="*/ 1979208 w 2915191"/>
                <a:gd name="connsiteY203" fmla="*/ 406082 h 743420"/>
                <a:gd name="connsiteX204" fmla="*/ 1988952 w 2915191"/>
                <a:gd name="connsiteY204" fmla="*/ 413777 h 743420"/>
                <a:gd name="connsiteX205" fmla="*/ 1998711 w 2915191"/>
                <a:gd name="connsiteY205" fmla="*/ 420147 h 743420"/>
                <a:gd name="connsiteX206" fmla="*/ 2008454 w 2915191"/>
                <a:gd name="connsiteY206" fmla="*/ 440593 h 743420"/>
                <a:gd name="connsiteX207" fmla="*/ 2018213 w 2915191"/>
                <a:gd name="connsiteY207" fmla="*/ 466222 h 743420"/>
                <a:gd name="connsiteX208" fmla="*/ 2027957 w 2915191"/>
                <a:gd name="connsiteY208" fmla="*/ 514946 h 743420"/>
                <a:gd name="connsiteX209" fmla="*/ 2037701 w 2915191"/>
                <a:gd name="connsiteY209" fmla="*/ 532557 h 743420"/>
                <a:gd name="connsiteX210" fmla="*/ 2047460 w 2915191"/>
                <a:gd name="connsiteY210" fmla="*/ 580274 h 743420"/>
                <a:gd name="connsiteX211" fmla="*/ 2057204 w 2915191"/>
                <a:gd name="connsiteY211" fmla="*/ 594849 h 743420"/>
                <a:gd name="connsiteX212" fmla="*/ 2066963 w 2915191"/>
                <a:gd name="connsiteY212" fmla="*/ 630558 h 743420"/>
                <a:gd name="connsiteX213" fmla="*/ 2076707 w 2915191"/>
                <a:gd name="connsiteY213" fmla="*/ 623183 h 743420"/>
                <a:gd name="connsiteX214" fmla="*/ 2086451 w 2915191"/>
                <a:gd name="connsiteY214" fmla="*/ 645394 h 743420"/>
                <a:gd name="connsiteX215" fmla="*/ 2096210 w 2915191"/>
                <a:gd name="connsiteY215" fmla="*/ 646811 h 743420"/>
                <a:gd name="connsiteX216" fmla="*/ 2105954 w 2915191"/>
                <a:gd name="connsiteY216" fmla="*/ 640537 h 743420"/>
                <a:gd name="connsiteX217" fmla="*/ 2115697 w 2915191"/>
                <a:gd name="connsiteY217" fmla="*/ 649748 h 743420"/>
                <a:gd name="connsiteX218" fmla="*/ 2125456 w 2915191"/>
                <a:gd name="connsiteY218" fmla="*/ 614672 h 743420"/>
                <a:gd name="connsiteX219" fmla="*/ 2135200 w 2915191"/>
                <a:gd name="connsiteY219" fmla="*/ 642980 h 743420"/>
                <a:gd name="connsiteX220" fmla="*/ 2144959 w 2915191"/>
                <a:gd name="connsiteY220" fmla="*/ 663289 h 743420"/>
                <a:gd name="connsiteX221" fmla="*/ 2154703 w 2915191"/>
                <a:gd name="connsiteY221" fmla="*/ 684345 h 743420"/>
                <a:gd name="connsiteX222" fmla="*/ 2164447 w 2915191"/>
                <a:gd name="connsiteY222" fmla="*/ 725124 h 743420"/>
                <a:gd name="connsiteX223" fmla="*/ 2174206 w 2915191"/>
                <a:gd name="connsiteY223" fmla="*/ 714442 h 743420"/>
                <a:gd name="connsiteX224" fmla="*/ 2183950 w 2915191"/>
                <a:gd name="connsiteY224" fmla="*/ 691661 h 743420"/>
                <a:gd name="connsiteX225" fmla="*/ 2193709 w 2915191"/>
                <a:gd name="connsiteY225" fmla="*/ 678388 h 743420"/>
                <a:gd name="connsiteX226" fmla="*/ 2203452 w 2915191"/>
                <a:gd name="connsiteY226" fmla="*/ 691974 h 743420"/>
                <a:gd name="connsiteX227" fmla="*/ 2213196 w 2915191"/>
                <a:gd name="connsiteY227" fmla="*/ 676461 h 743420"/>
                <a:gd name="connsiteX228" fmla="*/ 2222955 w 2915191"/>
                <a:gd name="connsiteY228" fmla="*/ 669089 h 743420"/>
                <a:gd name="connsiteX229" fmla="*/ 2232699 w 2915191"/>
                <a:gd name="connsiteY229" fmla="*/ 683361 h 743420"/>
                <a:gd name="connsiteX230" fmla="*/ 2242458 w 2915191"/>
                <a:gd name="connsiteY230" fmla="*/ 721534 h 743420"/>
                <a:gd name="connsiteX231" fmla="*/ 2252202 w 2915191"/>
                <a:gd name="connsiteY231" fmla="*/ 726585 h 743420"/>
                <a:gd name="connsiteX232" fmla="*/ 2261946 w 2915191"/>
                <a:gd name="connsiteY232" fmla="*/ 732753 h 743420"/>
                <a:gd name="connsiteX233" fmla="*/ 2271705 w 2915191"/>
                <a:gd name="connsiteY233" fmla="*/ 727389 h 743420"/>
                <a:gd name="connsiteX234" fmla="*/ 2281449 w 2915191"/>
                <a:gd name="connsiteY234" fmla="*/ 730339 h 743420"/>
                <a:gd name="connsiteX235" fmla="*/ 2291208 w 2915191"/>
                <a:gd name="connsiteY235" fmla="*/ 743420 h 743420"/>
                <a:gd name="connsiteX236" fmla="*/ 2300951 w 2915191"/>
                <a:gd name="connsiteY236" fmla="*/ 731918 h 743420"/>
                <a:gd name="connsiteX237" fmla="*/ 2310695 w 2915191"/>
                <a:gd name="connsiteY237" fmla="*/ 739711 h 743420"/>
                <a:gd name="connsiteX238" fmla="*/ 2320454 w 2915191"/>
                <a:gd name="connsiteY238" fmla="*/ 727300 h 743420"/>
                <a:gd name="connsiteX239" fmla="*/ 2330198 w 2915191"/>
                <a:gd name="connsiteY239" fmla="*/ 697502 h 743420"/>
                <a:gd name="connsiteX240" fmla="*/ 2339957 w 2915191"/>
                <a:gd name="connsiteY240" fmla="*/ 720848 h 743420"/>
                <a:gd name="connsiteX241" fmla="*/ 2349701 w 2915191"/>
                <a:gd name="connsiteY241" fmla="*/ 720342 h 743420"/>
                <a:gd name="connsiteX242" fmla="*/ 2359445 w 2915191"/>
                <a:gd name="connsiteY242" fmla="*/ 728566 h 743420"/>
                <a:gd name="connsiteX243" fmla="*/ 2369204 w 2915191"/>
                <a:gd name="connsiteY243" fmla="*/ 733974 h 743420"/>
                <a:gd name="connsiteX244" fmla="*/ 2378948 w 2915191"/>
                <a:gd name="connsiteY244" fmla="*/ 722651 h 743420"/>
                <a:gd name="connsiteX245" fmla="*/ 2388692 w 2915191"/>
                <a:gd name="connsiteY245" fmla="*/ 695759 h 743420"/>
                <a:gd name="connsiteX246" fmla="*/ 2398450 w 2915191"/>
                <a:gd name="connsiteY246" fmla="*/ 719403 h 743420"/>
                <a:gd name="connsiteX247" fmla="*/ 2408194 w 2915191"/>
                <a:gd name="connsiteY247" fmla="*/ 727627 h 743420"/>
                <a:gd name="connsiteX248" fmla="*/ 2417953 w 2915191"/>
                <a:gd name="connsiteY248" fmla="*/ 713012 h 743420"/>
                <a:gd name="connsiteX249" fmla="*/ 2427697 w 2915191"/>
                <a:gd name="connsiteY249" fmla="*/ 719820 h 743420"/>
                <a:gd name="connsiteX250" fmla="*/ 2437441 w 2915191"/>
                <a:gd name="connsiteY250" fmla="*/ 720729 h 743420"/>
                <a:gd name="connsiteX251" fmla="*/ 2447200 w 2915191"/>
                <a:gd name="connsiteY251" fmla="*/ 678206 h 743420"/>
                <a:gd name="connsiteX252" fmla="*/ 2456944 w 2915191"/>
                <a:gd name="connsiteY252" fmla="*/ 683367 h 743420"/>
                <a:gd name="connsiteX253" fmla="*/ 2466703 w 2915191"/>
                <a:gd name="connsiteY253" fmla="*/ 680137 h 743420"/>
                <a:gd name="connsiteX254" fmla="*/ 2476446 w 2915191"/>
                <a:gd name="connsiteY254" fmla="*/ 694865 h 743420"/>
                <a:gd name="connsiteX255" fmla="*/ 2486190 w 2915191"/>
                <a:gd name="connsiteY255" fmla="*/ 681216 h 743420"/>
                <a:gd name="connsiteX256" fmla="*/ 2495949 w 2915191"/>
                <a:gd name="connsiteY256" fmla="*/ 660342 h 743420"/>
                <a:gd name="connsiteX257" fmla="*/ 2505693 w 2915191"/>
                <a:gd name="connsiteY257" fmla="*/ 667792 h 743420"/>
                <a:gd name="connsiteX258" fmla="*/ 2515452 w 2915191"/>
                <a:gd name="connsiteY258" fmla="*/ 720923 h 743420"/>
                <a:gd name="connsiteX259" fmla="*/ 2525196 w 2915191"/>
                <a:gd name="connsiteY259" fmla="*/ 720536 h 743420"/>
                <a:gd name="connsiteX260" fmla="*/ 2534940 w 2915191"/>
                <a:gd name="connsiteY260" fmla="*/ 743137 h 743420"/>
                <a:gd name="connsiteX261" fmla="*/ 2544699 w 2915191"/>
                <a:gd name="connsiteY261" fmla="*/ 726018 h 743420"/>
                <a:gd name="connsiteX262" fmla="*/ 2554443 w 2915191"/>
                <a:gd name="connsiteY262" fmla="*/ 731486 h 743420"/>
                <a:gd name="connsiteX263" fmla="*/ 2564202 w 2915191"/>
                <a:gd name="connsiteY263" fmla="*/ 708750 h 743420"/>
                <a:gd name="connsiteX264" fmla="*/ 2573946 w 2915191"/>
                <a:gd name="connsiteY264" fmla="*/ 708527 h 743420"/>
                <a:gd name="connsiteX265" fmla="*/ 2583690 w 2915191"/>
                <a:gd name="connsiteY265" fmla="*/ 676612 h 743420"/>
                <a:gd name="connsiteX266" fmla="*/ 2593448 w 2915191"/>
                <a:gd name="connsiteY266" fmla="*/ 662075 h 743420"/>
                <a:gd name="connsiteX267" fmla="*/ 2603192 w 2915191"/>
                <a:gd name="connsiteY267" fmla="*/ 689814 h 743420"/>
                <a:gd name="connsiteX268" fmla="*/ 2612951 w 2915191"/>
                <a:gd name="connsiteY268" fmla="*/ 684207 h 743420"/>
                <a:gd name="connsiteX269" fmla="*/ 2622695 w 2915191"/>
                <a:gd name="connsiteY269" fmla="*/ 678591 h 743420"/>
                <a:gd name="connsiteX270" fmla="*/ 2632439 w 2915191"/>
                <a:gd name="connsiteY270" fmla="*/ 670448 h 743420"/>
                <a:gd name="connsiteX271" fmla="*/ 2642198 w 2915191"/>
                <a:gd name="connsiteY271" fmla="*/ 651652 h 743420"/>
                <a:gd name="connsiteX272" fmla="*/ 2651942 w 2915191"/>
                <a:gd name="connsiteY272" fmla="*/ 687974 h 743420"/>
                <a:gd name="connsiteX273" fmla="*/ 2661685 w 2915191"/>
                <a:gd name="connsiteY273" fmla="*/ 672850 h 743420"/>
                <a:gd name="connsiteX274" fmla="*/ 2671444 w 2915191"/>
                <a:gd name="connsiteY274" fmla="*/ 678497 h 743420"/>
                <a:gd name="connsiteX275" fmla="*/ 2681188 w 2915191"/>
                <a:gd name="connsiteY275" fmla="*/ 659728 h 743420"/>
                <a:gd name="connsiteX276" fmla="*/ 2690947 w 2915191"/>
                <a:gd name="connsiteY276" fmla="*/ 663982 h 743420"/>
                <a:gd name="connsiteX277" fmla="*/ 2700691 w 2915191"/>
                <a:gd name="connsiteY277" fmla="*/ 660135 h 743420"/>
                <a:gd name="connsiteX278" fmla="*/ 2710435 w 2915191"/>
                <a:gd name="connsiteY278" fmla="*/ 629555 h 743420"/>
                <a:gd name="connsiteX279" fmla="*/ 2720194 w 2915191"/>
                <a:gd name="connsiteY279" fmla="*/ 610720 h 743420"/>
                <a:gd name="connsiteX280" fmla="*/ 2729938 w 2915191"/>
                <a:gd name="connsiteY280" fmla="*/ 595104 h 743420"/>
                <a:gd name="connsiteX281" fmla="*/ 2739697 w 2915191"/>
                <a:gd name="connsiteY281" fmla="*/ 600733 h 743420"/>
                <a:gd name="connsiteX282" fmla="*/ 2749441 w 2915191"/>
                <a:gd name="connsiteY282" fmla="*/ 582741 h 743420"/>
                <a:gd name="connsiteX283" fmla="*/ 2759185 w 2915191"/>
                <a:gd name="connsiteY283" fmla="*/ 564490 h 743420"/>
                <a:gd name="connsiteX284" fmla="*/ 2768943 w 2915191"/>
                <a:gd name="connsiteY284" fmla="*/ 583694 h 743420"/>
                <a:gd name="connsiteX285" fmla="*/ 2778687 w 2915191"/>
                <a:gd name="connsiteY285" fmla="*/ 569363 h 743420"/>
                <a:gd name="connsiteX286" fmla="*/ 2788446 w 2915191"/>
                <a:gd name="connsiteY286" fmla="*/ 551180 h 743420"/>
                <a:gd name="connsiteX287" fmla="*/ 2798190 w 2915191"/>
                <a:gd name="connsiteY287" fmla="*/ 557010 h 743420"/>
                <a:gd name="connsiteX288" fmla="*/ 2807934 w 2915191"/>
                <a:gd name="connsiteY288" fmla="*/ 569929 h 743420"/>
                <a:gd name="connsiteX289" fmla="*/ 2817693 w 2915191"/>
                <a:gd name="connsiteY289" fmla="*/ 566759 h 743420"/>
                <a:gd name="connsiteX290" fmla="*/ 2827437 w 2915191"/>
                <a:gd name="connsiteY290" fmla="*/ 555289 h 743420"/>
                <a:gd name="connsiteX291" fmla="*/ 2837196 w 2915191"/>
                <a:gd name="connsiteY291" fmla="*/ 564005 h 743420"/>
                <a:gd name="connsiteX292" fmla="*/ 2846940 w 2915191"/>
                <a:gd name="connsiteY292" fmla="*/ 531423 h 743420"/>
                <a:gd name="connsiteX293" fmla="*/ 2856684 w 2915191"/>
                <a:gd name="connsiteY293" fmla="*/ 542749 h 743420"/>
                <a:gd name="connsiteX294" fmla="*/ 2866442 w 2915191"/>
                <a:gd name="connsiteY294" fmla="*/ 557544 h 743420"/>
                <a:gd name="connsiteX295" fmla="*/ 2876186 w 2915191"/>
                <a:gd name="connsiteY295" fmla="*/ 572094 h 743420"/>
                <a:gd name="connsiteX296" fmla="*/ 2885945 w 2915191"/>
                <a:gd name="connsiteY296" fmla="*/ 554220 h 743420"/>
                <a:gd name="connsiteX297" fmla="*/ 2895689 w 2915191"/>
                <a:gd name="connsiteY297" fmla="*/ 583209 h 743420"/>
                <a:gd name="connsiteX298" fmla="*/ 2905433 w 2915191"/>
                <a:gd name="connsiteY298" fmla="*/ 578985 h 743420"/>
                <a:gd name="connsiteX299" fmla="*/ 2915192 w 2915191"/>
                <a:gd name="connsiteY299" fmla="*/ 584322 h 743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743420">
                  <a:moveTo>
                    <a:pt x="0" y="204018"/>
                  </a:moveTo>
                  <a:lnTo>
                    <a:pt x="9750" y="221490"/>
                  </a:lnTo>
                  <a:lnTo>
                    <a:pt x="19500" y="236557"/>
                  </a:lnTo>
                  <a:lnTo>
                    <a:pt x="29250" y="249458"/>
                  </a:lnTo>
                  <a:lnTo>
                    <a:pt x="39000" y="243583"/>
                  </a:lnTo>
                  <a:lnTo>
                    <a:pt x="48749" y="244872"/>
                  </a:lnTo>
                  <a:lnTo>
                    <a:pt x="58499" y="244930"/>
                  </a:lnTo>
                  <a:lnTo>
                    <a:pt x="68249" y="226980"/>
                  </a:lnTo>
                  <a:lnTo>
                    <a:pt x="77998" y="254872"/>
                  </a:lnTo>
                  <a:lnTo>
                    <a:pt x="87748" y="263630"/>
                  </a:lnTo>
                  <a:lnTo>
                    <a:pt x="97497" y="238929"/>
                  </a:lnTo>
                  <a:lnTo>
                    <a:pt x="107247" y="170660"/>
                  </a:lnTo>
                  <a:lnTo>
                    <a:pt x="116997" y="158019"/>
                  </a:lnTo>
                  <a:lnTo>
                    <a:pt x="126747" y="171957"/>
                  </a:lnTo>
                  <a:lnTo>
                    <a:pt x="136497" y="175133"/>
                  </a:lnTo>
                  <a:lnTo>
                    <a:pt x="146247" y="117559"/>
                  </a:lnTo>
                  <a:lnTo>
                    <a:pt x="155997" y="102492"/>
                  </a:lnTo>
                  <a:lnTo>
                    <a:pt x="165747" y="74952"/>
                  </a:lnTo>
                  <a:lnTo>
                    <a:pt x="175497" y="62544"/>
                  </a:lnTo>
                  <a:lnTo>
                    <a:pt x="185247" y="55011"/>
                  </a:lnTo>
                  <a:lnTo>
                    <a:pt x="194996" y="97909"/>
                  </a:lnTo>
                  <a:lnTo>
                    <a:pt x="204746" y="84120"/>
                  </a:lnTo>
                  <a:lnTo>
                    <a:pt x="214495" y="53848"/>
                  </a:lnTo>
                  <a:lnTo>
                    <a:pt x="224245" y="43767"/>
                  </a:lnTo>
                  <a:lnTo>
                    <a:pt x="233995" y="68516"/>
                  </a:lnTo>
                  <a:lnTo>
                    <a:pt x="243744" y="56892"/>
                  </a:lnTo>
                  <a:lnTo>
                    <a:pt x="253494" y="59587"/>
                  </a:lnTo>
                  <a:lnTo>
                    <a:pt x="263244" y="55655"/>
                  </a:lnTo>
                  <a:lnTo>
                    <a:pt x="272994" y="33710"/>
                  </a:lnTo>
                  <a:lnTo>
                    <a:pt x="282744" y="18573"/>
                  </a:lnTo>
                  <a:lnTo>
                    <a:pt x="292494" y="8594"/>
                  </a:lnTo>
                  <a:lnTo>
                    <a:pt x="302244" y="30532"/>
                  </a:lnTo>
                  <a:lnTo>
                    <a:pt x="311994" y="33570"/>
                  </a:lnTo>
                  <a:lnTo>
                    <a:pt x="321744" y="25416"/>
                  </a:lnTo>
                  <a:lnTo>
                    <a:pt x="331493" y="25085"/>
                  </a:lnTo>
                  <a:lnTo>
                    <a:pt x="341243" y="50436"/>
                  </a:lnTo>
                  <a:lnTo>
                    <a:pt x="350993" y="65256"/>
                  </a:lnTo>
                  <a:lnTo>
                    <a:pt x="360742" y="57100"/>
                  </a:lnTo>
                  <a:lnTo>
                    <a:pt x="370492" y="71016"/>
                  </a:lnTo>
                  <a:lnTo>
                    <a:pt x="380241" y="79841"/>
                  </a:lnTo>
                  <a:lnTo>
                    <a:pt x="389991" y="91408"/>
                  </a:lnTo>
                  <a:lnTo>
                    <a:pt x="399741" y="65737"/>
                  </a:lnTo>
                  <a:lnTo>
                    <a:pt x="409491" y="54113"/>
                  </a:lnTo>
                  <a:lnTo>
                    <a:pt x="419241" y="40759"/>
                  </a:lnTo>
                  <a:lnTo>
                    <a:pt x="428991" y="7646"/>
                  </a:lnTo>
                  <a:lnTo>
                    <a:pt x="438741" y="12996"/>
                  </a:lnTo>
                  <a:lnTo>
                    <a:pt x="448491" y="0"/>
                  </a:lnTo>
                  <a:lnTo>
                    <a:pt x="458241" y="18803"/>
                  </a:lnTo>
                  <a:lnTo>
                    <a:pt x="467991" y="20418"/>
                  </a:lnTo>
                  <a:lnTo>
                    <a:pt x="477740" y="33521"/>
                  </a:lnTo>
                  <a:lnTo>
                    <a:pt x="487490" y="48688"/>
                  </a:lnTo>
                  <a:lnTo>
                    <a:pt x="497239" y="70678"/>
                  </a:lnTo>
                  <a:lnTo>
                    <a:pt x="506989" y="112957"/>
                  </a:lnTo>
                  <a:lnTo>
                    <a:pt x="516738" y="122027"/>
                  </a:lnTo>
                  <a:lnTo>
                    <a:pt x="526488" y="106301"/>
                  </a:lnTo>
                  <a:lnTo>
                    <a:pt x="536238" y="123976"/>
                  </a:lnTo>
                  <a:lnTo>
                    <a:pt x="545988" y="93274"/>
                  </a:lnTo>
                  <a:lnTo>
                    <a:pt x="555738" y="91468"/>
                  </a:lnTo>
                  <a:lnTo>
                    <a:pt x="565488" y="74462"/>
                  </a:lnTo>
                  <a:lnTo>
                    <a:pt x="575238" y="75386"/>
                  </a:lnTo>
                  <a:lnTo>
                    <a:pt x="584988" y="96645"/>
                  </a:lnTo>
                  <a:lnTo>
                    <a:pt x="594738" y="116868"/>
                  </a:lnTo>
                  <a:lnTo>
                    <a:pt x="604488" y="143765"/>
                  </a:lnTo>
                  <a:lnTo>
                    <a:pt x="614237" y="167041"/>
                  </a:lnTo>
                  <a:lnTo>
                    <a:pt x="623987" y="144112"/>
                  </a:lnTo>
                  <a:lnTo>
                    <a:pt x="633736" y="143750"/>
                  </a:lnTo>
                  <a:lnTo>
                    <a:pt x="643486" y="119835"/>
                  </a:lnTo>
                  <a:lnTo>
                    <a:pt x="653236" y="103555"/>
                  </a:lnTo>
                  <a:lnTo>
                    <a:pt x="662985" y="116756"/>
                  </a:lnTo>
                  <a:lnTo>
                    <a:pt x="672735" y="121462"/>
                  </a:lnTo>
                  <a:lnTo>
                    <a:pt x="682485" y="153062"/>
                  </a:lnTo>
                  <a:lnTo>
                    <a:pt x="692235" y="143117"/>
                  </a:lnTo>
                  <a:lnTo>
                    <a:pt x="701985" y="162834"/>
                  </a:lnTo>
                  <a:lnTo>
                    <a:pt x="711735" y="169026"/>
                  </a:lnTo>
                  <a:lnTo>
                    <a:pt x="721485" y="187149"/>
                  </a:lnTo>
                  <a:lnTo>
                    <a:pt x="731235" y="201327"/>
                  </a:lnTo>
                  <a:lnTo>
                    <a:pt x="740985" y="216759"/>
                  </a:lnTo>
                  <a:lnTo>
                    <a:pt x="750734" y="221952"/>
                  </a:lnTo>
                  <a:lnTo>
                    <a:pt x="760484" y="241708"/>
                  </a:lnTo>
                  <a:lnTo>
                    <a:pt x="770233" y="217528"/>
                  </a:lnTo>
                  <a:lnTo>
                    <a:pt x="779983" y="200180"/>
                  </a:lnTo>
                  <a:lnTo>
                    <a:pt x="789733" y="212456"/>
                  </a:lnTo>
                  <a:lnTo>
                    <a:pt x="799482" y="208913"/>
                  </a:lnTo>
                  <a:lnTo>
                    <a:pt x="809232" y="187027"/>
                  </a:lnTo>
                  <a:lnTo>
                    <a:pt x="818982" y="203770"/>
                  </a:lnTo>
                  <a:lnTo>
                    <a:pt x="828732" y="230215"/>
                  </a:lnTo>
                  <a:lnTo>
                    <a:pt x="838482" y="212054"/>
                  </a:lnTo>
                  <a:lnTo>
                    <a:pt x="848232" y="226637"/>
                  </a:lnTo>
                  <a:lnTo>
                    <a:pt x="857982" y="203514"/>
                  </a:lnTo>
                  <a:lnTo>
                    <a:pt x="867732" y="244284"/>
                  </a:lnTo>
                  <a:lnTo>
                    <a:pt x="877482" y="205630"/>
                  </a:lnTo>
                  <a:lnTo>
                    <a:pt x="887231" y="232096"/>
                  </a:lnTo>
                  <a:lnTo>
                    <a:pt x="896981" y="189379"/>
                  </a:lnTo>
                  <a:lnTo>
                    <a:pt x="906730" y="152491"/>
                  </a:lnTo>
                  <a:lnTo>
                    <a:pt x="916480" y="161045"/>
                  </a:lnTo>
                  <a:lnTo>
                    <a:pt x="926230" y="160140"/>
                  </a:lnTo>
                  <a:lnTo>
                    <a:pt x="935979" y="129834"/>
                  </a:lnTo>
                  <a:lnTo>
                    <a:pt x="945729" y="143251"/>
                  </a:lnTo>
                  <a:lnTo>
                    <a:pt x="955479" y="134854"/>
                  </a:lnTo>
                  <a:lnTo>
                    <a:pt x="965229" y="129201"/>
                  </a:lnTo>
                  <a:lnTo>
                    <a:pt x="974979" y="155086"/>
                  </a:lnTo>
                  <a:lnTo>
                    <a:pt x="984729" y="171758"/>
                  </a:lnTo>
                  <a:lnTo>
                    <a:pt x="994474" y="185939"/>
                  </a:lnTo>
                  <a:lnTo>
                    <a:pt x="1004233" y="198463"/>
                  </a:lnTo>
                  <a:lnTo>
                    <a:pt x="1013977" y="188025"/>
                  </a:lnTo>
                  <a:lnTo>
                    <a:pt x="1023721" y="190513"/>
                  </a:lnTo>
                  <a:lnTo>
                    <a:pt x="1033480" y="217124"/>
                  </a:lnTo>
                  <a:lnTo>
                    <a:pt x="1043224" y="219753"/>
                  </a:lnTo>
                  <a:lnTo>
                    <a:pt x="1052983" y="188493"/>
                  </a:lnTo>
                  <a:lnTo>
                    <a:pt x="1062727" y="209253"/>
                  </a:lnTo>
                  <a:lnTo>
                    <a:pt x="1072471" y="205342"/>
                  </a:lnTo>
                  <a:lnTo>
                    <a:pt x="1082230" y="203347"/>
                  </a:lnTo>
                  <a:lnTo>
                    <a:pt x="1091973" y="196765"/>
                  </a:lnTo>
                  <a:lnTo>
                    <a:pt x="1101732" y="171030"/>
                  </a:lnTo>
                  <a:lnTo>
                    <a:pt x="1111476" y="147044"/>
                  </a:lnTo>
                  <a:lnTo>
                    <a:pt x="1121220" y="154841"/>
                  </a:lnTo>
                  <a:lnTo>
                    <a:pt x="1130979" y="157186"/>
                  </a:lnTo>
                  <a:lnTo>
                    <a:pt x="1140723" y="127987"/>
                  </a:lnTo>
                  <a:lnTo>
                    <a:pt x="1150482" y="137622"/>
                  </a:lnTo>
                  <a:lnTo>
                    <a:pt x="1160226" y="121900"/>
                  </a:lnTo>
                  <a:lnTo>
                    <a:pt x="1169969" y="145992"/>
                  </a:lnTo>
                  <a:lnTo>
                    <a:pt x="1179728" y="150505"/>
                  </a:lnTo>
                  <a:lnTo>
                    <a:pt x="1189472" y="137523"/>
                  </a:lnTo>
                  <a:lnTo>
                    <a:pt x="1199231" y="165534"/>
                  </a:lnTo>
                  <a:lnTo>
                    <a:pt x="1208975" y="183727"/>
                  </a:lnTo>
                  <a:lnTo>
                    <a:pt x="1218719" y="133380"/>
                  </a:lnTo>
                  <a:lnTo>
                    <a:pt x="1228478" y="165455"/>
                  </a:lnTo>
                  <a:lnTo>
                    <a:pt x="1238222" y="130984"/>
                  </a:lnTo>
                  <a:lnTo>
                    <a:pt x="1247966" y="121057"/>
                  </a:lnTo>
                  <a:lnTo>
                    <a:pt x="1257725" y="140170"/>
                  </a:lnTo>
                  <a:lnTo>
                    <a:pt x="1267469" y="138204"/>
                  </a:lnTo>
                  <a:lnTo>
                    <a:pt x="1277227" y="148626"/>
                  </a:lnTo>
                  <a:lnTo>
                    <a:pt x="1286971" y="161915"/>
                  </a:lnTo>
                  <a:lnTo>
                    <a:pt x="1296715" y="147056"/>
                  </a:lnTo>
                  <a:lnTo>
                    <a:pt x="1306474" y="167505"/>
                  </a:lnTo>
                  <a:lnTo>
                    <a:pt x="1316218" y="171127"/>
                  </a:lnTo>
                  <a:lnTo>
                    <a:pt x="1325977" y="180938"/>
                  </a:lnTo>
                  <a:lnTo>
                    <a:pt x="1335721" y="172269"/>
                  </a:lnTo>
                  <a:lnTo>
                    <a:pt x="1345465" y="143760"/>
                  </a:lnTo>
                  <a:lnTo>
                    <a:pt x="1355224" y="158921"/>
                  </a:lnTo>
                  <a:lnTo>
                    <a:pt x="1364967" y="131118"/>
                  </a:lnTo>
                  <a:lnTo>
                    <a:pt x="1374726" y="88250"/>
                  </a:lnTo>
                  <a:lnTo>
                    <a:pt x="1384470" y="100666"/>
                  </a:lnTo>
                  <a:lnTo>
                    <a:pt x="1394214" y="88609"/>
                  </a:lnTo>
                  <a:lnTo>
                    <a:pt x="1403973" y="95864"/>
                  </a:lnTo>
                  <a:lnTo>
                    <a:pt x="1413717" y="117581"/>
                  </a:lnTo>
                  <a:lnTo>
                    <a:pt x="1423476" y="37964"/>
                  </a:lnTo>
                  <a:lnTo>
                    <a:pt x="1433220" y="31845"/>
                  </a:lnTo>
                  <a:lnTo>
                    <a:pt x="1442964" y="32639"/>
                  </a:lnTo>
                  <a:lnTo>
                    <a:pt x="1452722" y="39622"/>
                  </a:lnTo>
                  <a:lnTo>
                    <a:pt x="1462466" y="50001"/>
                  </a:lnTo>
                  <a:lnTo>
                    <a:pt x="1472225" y="54576"/>
                  </a:lnTo>
                  <a:lnTo>
                    <a:pt x="1481969" y="40361"/>
                  </a:lnTo>
                  <a:lnTo>
                    <a:pt x="1491713" y="47876"/>
                  </a:lnTo>
                  <a:lnTo>
                    <a:pt x="1501472" y="55926"/>
                  </a:lnTo>
                  <a:lnTo>
                    <a:pt x="1511216" y="91805"/>
                  </a:lnTo>
                  <a:lnTo>
                    <a:pt x="1520960" y="91039"/>
                  </a:lnTo>
                  <a:lnTo>
                    <a:pt x="1530719" y="131603"/>
                  </a:lnTo>
                  <a:lnTo>
                    <a:pt x="1540463" y="142117"/>
                  </a:lnTo>
                  <a:lnTo>
                    <a:pt x="1550221" y="143111"/>
                  </a:lnTo>
                  <a:lnTo>
                    <a:pt x="1559965" y="140259"/>
                  </a:lnTo>
                  <a:lnTo>
                    <a:pt x="1569709" y="90064"/>
                  </a:lnTo>
                  <a:lnTo>
                    <a:pt x="1579468" y="98569"/>
                  </a:lnTo>
                  <a:lnTo>
                    <a:pt x="1589212" y="101292"/>
                  </a:lnTo>
                  <a:lnTo>
                    <a:pt x="1598971" y="108627"/>
                  </a:lnTo>
                  <a:lnTo>
                    <a:pt x="1608715" y="116364"/>
                  </a:lnTo>
                  <a:lnTo>
                    <a:pt x="1618459" y="130269"/>
                  </a:lnTo>
                  <a:lnTo>
                    <a:pt x="1628218" y="157925"/>
                  </a:lnTo>
                  <a:lnTo>
                    <a:pt x="1637962" y="173016"/>
                  </a:lnTo>
                  <a:lnTo>
                    <a:pt x="1647720" y="202634"/>
                  </a:lnTo>
                  <a:lnTo>
                    <a:pt x="1657464" y="177809"/>
                  </a:lnTo>
                  <a:lnTo>
                    <a:pt x="1667208" y="177725"/>
                  </a:lnTo>
                  <a:lnTo>
                    <a:pt x="1676967" y="185203"/>
                  </a:lnTo>
                  <a:lnTo>
                    <a:pt x="1686711" y="188420"/>
                  </a:lnTo>
                  <a:lnTo>
                    <a:pt x="1696470" y="226782"/>
                  </a:lnTo>
                  <a:lnTo>
                    <a:pt x="1706214" y="206410"/>
                  </a:lnTo>
                  <a:lnTo>
                    <a:pt x="1715958" y="206889"/>
                  </a:lnTo>
                  <a:lnTo>
                    <a:pt x="1725716" y="237774"/>
                  </a:lnTo>
                  <a:lnTo>
                    <a:pt x="1735460" y="277011"/>
                  </a:lnTo>
                  <a:lnTo>
                    <a:pt x="1745219" y="269385"/>
                  </a:lnTo>
                  <a:lnTo>
                    <a:pt x="1754963" y="278042"/>
                  </a:lnTo>
                  <a:lnTo>
                    <a:pt x="1764707" y="286861"/>
                  </a:lnTo>
                  <a:lnTo>
                    <a:pt x="1774466" y="294082"/>
                  </a:lnTo>
                  <a:lnTo>
                    <a:pt x="1784210" y="262200"/>
                  </a:lnTo>
                  <a:lnTo>
                    <a:pt x="1793969" y="276847"/>
                  </a:lnTo>
                  <a:lnTo>
                    <a:pt x="1803713" y="303312"/>
                  </a:lnTo>
                  <a:lnTo>
                    <a:pt x="1813457" y="296864"/>
                  </a:lnTo>
                  <a:lnTo>
                    <a:pt x="1823215" y="268326"/>
                  </a:lnTo>
                  <a:lnTo>
                    <a:pt x="1832959" y="269619"/>
                  </a:lnTo>
                  <a:lnTo>
                    <a:pt x="1842703" y="273815"/>
                  </a:lnTo>
                  <a:lnTo>
                    <a:pt x="1852462" y="280449"/>
                  </a:lnTo>
                  <a:lnTo>
                    <a:pt x="1862206" y="278618"/>
                  </a:lnTo>
                  <a:lnTo>
                    <a:pt x="1871965" y="312301"/>
                  </a:lnTo>
                  <a:lnTo>
                    <a:pt x="1881709" y="307108"/>
                  </a:lnTo>
                  <a:lnTo>
                    <a:pt x="1891453" y="364055"/>
                  </a:lnTo>
                  <a:lnTo>
                    <a:pt x="1901212" y="350808"/>
                  </a:lnTo>
                  <a:lnTo>
                    <a:pt x="1910956" y="359968"/>
                  </a:lnTo>
                  <a:lnTo>
                    <a:pt x="1920714" y="367546"/>
                  </a:lnTo>
                  <a:lnTo>
                    <a:pt x="1930458" y="355657"/>
                  </a:lnTo>
                  <a:lnTo>
                    <a:pt x="1940202" y="392268"/>
                  </a:lnTo>
                  <a:lnTo>
                    <a:pt x="1949961" y="389203"/>
                  </a:lnTo>
                  <a:lnTo>
                    <a:pt x="1959705" y="405065"/>
                  </a:lnTo>
                  <a:lnTo>
                    <a:pt x="1969464" y="433878"/>
                  </a:lnTo>
                  <a:lnTo>
                    <a:pt x="1979208" y="406082"/>
                  </a:lnTo>
                  <a:lnTo>
                    <a:pt x="1988952" y="413777"/>
                  </a:lnTo>
                  <a:lnTo>
                    <a:pt x="1998711" y="420147"/>
                  </a:lnTo>
                  <a:lnTo>
                    <a:pt x="2008454" y="440593"/>
                  </a:lnTo>
                  <a:lnTo>
                    <a:pt x="2018213" y="466222"/>
                  </a:lnTo>
                  <a:lnTo>
                    <a:pt x="2027957" y="514946"/>
                  </a:lnTo>
                  <a:lnTo>
                    <a:pt x="2037701" y="532557"/>
                  </a:lnTo>
                  <a:lnTo>
                    <a:pt x="2047460" y="580274"/>
                  </a:lnTo>
                  <a:lnTo>
                    <a:pt x="2057204" y="594849"/>
                  </a:lnTo>
                  <a:lnTo>
                    <a:pt x="2066963" y="630558"/>
                  </a:lnTo>
                  <a:lnTo>
                    <a:pt x="2076707" y="623183"/>
                  </a:lnTo>
                  <a:lnTo>
                    <a:pt x="2086451" y="645394"/>
                  </a:lnTo>
                  <a:lnTo>
                    <a:pt x="2096210" y="646811"/>
                  </a:lnTo>
                  <a:lnTo>
                    <a:pt x="2105954" y="640537"/>
                  </a:lnTo>
                  <a:lnTo>
                    <a:pt x="2115697" y="649748"/>
                  </a:lnTo>
                  <a:lnTo>
                    <a:pt x="2125456" y="614672"/>
                  </a:lnTo>
                  <a:lnTo>
                    <a:pt x="2135200" y="642980"/>
                  </a:lnTo>
                  <a:lnTo>
                    <a:pt x="2144959" y="663289"/>
                  </a:lnTo>
                  <a:lnTo>
                    <a:pt x="2154703" y="684345"/>
                  </a:lnTo>
                  <a:lnTo>
                    <a:pt x="2164447" y="725124"/>
                  </a:lnTo>
                  <a:lnTo>
                    <a:pt x="2174206" y="714442"/>
                  </a:lnTo>
                  <a:lnTo>
                    <a:pt x="2183950" y="691661"/>
                  </a:lnTo>
                  <a:lnTo>
                    <a:pt x="2193709" y="678388"/>
                  </a:lnTo>
                  <a:lnTo>
                    <a:pt x="2203452" y="691974"/>
                  </a:lnTo>
                  <a:lnTo>
                    <a:pt x="2213196" y="676461"/>
                  </a:lnTo>
                  <a:lnTo>
                    <a:pt x="2222955" y="669089"/>
                  </a:lnTo>
                  <a:lnTo>
                    <a:pt x="2232699" y="683361"/>
                  </a:lnTo>
                  <a:lnTo>
                    <a:pt x="2242458" y="721534"/>
                  </a:lnTo>
                  <a:lnTo>
                    <a:pt x="2252202" y="726585"/>
                  </a:lnTo>
                  <a:lnTo>
                    <a:pt x="2261946" y="732753"/>
                  </a:lnTo>
                  <a:lnTo>
                    <a:pt x="2271705" y="727389"/>
                  </a:lnTo>
                  <a:lnTo>
                    <a:pt x="2281449" y="730339"/>
                  </a:lnTo>
                  <a:lnTo>
                    <a:pt x="2291208" y="743420"/>
                  </a:lnTo>
                  <a:lnTo>
                    <a:pt x="2300951" y="731918"/>
                  </a:lnTo>
                  <a:lnTo>
                    <a:pt x="2310695" y="739711"/>
                  </a:lnTo>
                  <a:lnTo>
                    <a:pt x="2320454" y="727300"/>
                  </a:lnTo>
                  <a:lnTo>
                    <a:pt x="2330198" y="697502"/>
                  </a:lnTo>
                  <a:lnTo>
                    <a:pt x="2339957" y="720848"/>
                  </a:lnTo>
                  <a:lnTo>
                    <a:pt x="2349701" y="720342"/>
                  </a:lnTo>
                  <a:lnTo>
                    <a:pt x="2359445" y="728566"/>
                  </a:lnTo>
                  <a:lnTo>
                    <a:pt x="2369204" y="733974"/>
                  </a:lnTo>
                  <a:lnTo>
                    <a:pt x="2378948" y="722651"/>
                  </a:lnTo>
                  <a:lnTo>
                    <a:pt x="2388692" y="695759"/>
                  </a:lnTo>
                  <a:lnTo>
                    <a:pt x="2398450" y="719403"/>
                  </a:lnTo>
                  <a:lnTo>
                    <a:pt x="2408194" y="727627"/>
                  </a:lnTo>
                  <a:lnTo>
                    <a:pt x="2417953" y="713012"/>
                  </a:lnTo>
                  <a:lnTo>
                    <a:pt x="2427697" y="719820"/>
                  </a:lnTo>
                  <a:lnTo>
                    <a:pt x="2437441" y="720729"/>
                  </a:lnTo>
                  <a:lnTo>
                    <a:pt x="2447200" y="678206"/>
                  </a:lnTo>
                  <a:lnTo>
                    <a:pt x="2456944" y="683367"/>
                  </a:lnTo>
                  <a:lnTo>
                    <a:pt x="2466703" y="680137"/>
                  </a:lnTo>
                  <a:lnTo>
                    <a:pt x="2476446" y="694865"/>
                  </a:lnTo>
                  <a:lnTo>
                    <a:pt x="2486190" y="681216"/>
                  </a:lnTo>
                  <a:lnTo>
                    <a:pt x="2495949" y="660342"/>
                  </a:lnTo>
                  <a:lnTo>
                    <a:pt x="2505693" y="667792"/>
                  </a:lnTo>
                  <a:lnTo>
                    <a:pt x="2515452" y="720923"/>
                  </a:lnTo>
                  <a:lnTo>
                    <a:pt x="2525196" y="720536"/>
                  </a:lnTo>
                  <a:lnTo>
                    <a:pt x="2534940" y="743137"/>
                  </a:lnTo>
                  <a:lnTo>
                    <a:pt x="2544699" y="726018"/>
                  </a:lnTo>
                  <a:lnTo>
                    <a:pt x="2554443" y="731486"/>
                  </a:lnTo>
                  <a:lnTo>
                    <a:pt x="2564202" y="708750"/>
                  </a:lnTo>
                  <a:lnTo>
                    <a:pt x="2573946" y="708527"/>
                  </a:lnTo>
                  <a:lnTo>
                    <a:pt x="2583690" y="676612"/>
                  </a:lnTo>
                  <a:lnTo>
                    <a:pt x="2593448" y="662075"/>
                  </a:lnTo>
                  <a:lnTo>
                    <a:pt x="2603192" y="689814"/>
                  </a:lnTo>
                  <a:lnTo>
                    <a:pt x="2612951" y="684207"/>
                  </a:lnTo>
                  <a:lnTo>
                    <a:pt x="2622695" y="678591"/>
                  </a:lnTo>
                  <a:lnTo>
                    <a:pt x="2632439" y="670448"/>
                  </a:lnTo>
                  <a:lnTo>
                    <a:pt x="2642198" y="651652"/>
                  </a:lnTo>
                  <a:lnTo>
                    <a:pt x="2651942" y="687974"/>
                  </a:lnTo>
                  <a:lnTo>
                    <a:pt x="2661685" y="672850"/>
                  </a:lnTo>
                  <a:lnTo>
                    <a:pt x="2671444" y="678497"/>
                  </a:lnTo>
                  <a:lnTo>
                    <a:pt x="2681188" y="659728"/>
                  </a:lnTo>
                  <a:lnTo>
                    <a:pt x="2690947" y="663982"/>
                  </a:lnTo>
                  <a:lnTo>
                    <a:pt x="2700691" y="660135"/>
                  </a:lnTo>
                  <a:lnTo>
                    <a:pt x="2710435" y="629555"/>
                  </a:lnTo>
                  <a:lnTo>
                    <a:pt x="2720194" y="610720"/>
                  </a:lnTo>
                  <a:lnTo>
                    <a:pt x="2729938" y="595104"/>
                  </a:lnTo>
                  <a:lnTo>
                    <a:pt x="2739697" y="600733"/>
                  </a:lnTo>
                  <a:lnTo>
                    <a:pt x="2749441" y="582741"/>
                  </a:lnTo>
                  <a:lnTo>
                    <a:pt x="2759185" y="564490"/>
                  </a:lnTo>
                  <a:lnTo>
                    <a:pt x="2768943" y="583694"/>
                  </a:lnTo>
                  <a:lnTo>
                    <a:pt x="2778687" y="569363"/>
                  </a:lnTo>
                  <a:lnTo>
                    <a:pt x="2788446" y="551180"/>
                  </a:lnTo>
                  <a:lnTo>
                    <a:pt x="2798190" y="557010"/>
                  </a:lnTo>
                  <a:lnTo>
                    <a:pt x="2807934" y="569929"/>
                  </a:lnTo>
                  <a:lnTo>
                    <a:pt x="2817693" y="566759"/>
                  </a:lnTo>
                  <a:lnTo>
                    <a:pt x="2827437" y="555289"/>
                  </a:lnTo>
                  <a:lnTo>
                    <a:pt x="2837196" y="564005"/>
                  </a:lnTo>
                  <a:lnTo>
                    <a:pt x="2846940" y="531423"/>
                  </a:lnTo>
                  <a:lnTo>
                    <a:pt x="2856684" y="542749"/>
                  </a:lnTo>
                  <a:lnTo>
                    <a:pt x="2866442" y="557544"/>
                  </a:lnTo>
                  <a:lnTo>
                    <a:pt x="2876186" y="572094"/>
                  </a:lnTo>
                  <a:lnTo>
                    <a:pt x="2885945" y="554220"/>
                  </a:lnTo>
                  <a:lnTo>
                    <a:pt x="2895689" y="583209"/>
                  </a:lnTo>
                  <a:lnTo>
                    <a:pt x="2905433" y="578985"/>
                  </a:lnTo>
                  <a:lnTo>
                    <a:pt x="2915192" y="58432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0" name="Freeform 1139">
              <a:extLst>
                <a:ext uri="{FF2B5EF4-FFF2-40B4-BE49-F238E27FC236}">
                  <a16:creationId xmlns:a16="http://schemas.microsoft.com/office/drawing/2014/main" id="{7AC374BB-370A-C9F7-F7E0-C988503032F9}"/>
                </a:ext>
              </a:extLst>
            </p:cNvPr>
            <p:cNvSpPr/>
            <p:nvPr/>
          </p:nvSpPr>
          <p:spPr>
            <a:xfrm>
              <a:off x="4426652" y="3543117"/>
              <a:ext cx="2915191" cy="417703"/>
            </a:xfrm>
            <a:custGeom>
              <a:avLst/>
              <a:gdLst>
                <a:gd name="connsiteX0" fmla="*/ 0 w 2915191"/>
                <a:gd name="connsiteY0" fmla="*/ 167249 h 417703"/>
                <a:gd name="connsiteX1" fmla="*/ 9750 w 2915191"/>
                <a:gd name="connsiteY1" fmla="*/ 178895 h 417703"/>
                <a:gd name="connsiteX2" fmla="*/ 19500 w 2915191"/>
                <a:gd name="connsiteY2" fmla="*/ 157470 h 417703"/>
                <a:gd name="connsiteX3" fmla="*/ 29250 w 2915191"/>
                <a:gd name="connsiteY3" fmla="*/ 147081 h 417703"/>
                <a:gd name="connsiteX4" fmla="*/ 39000 w 2915191"/>
                <a:gd name="connsiteY4" fmla="*/ 159951 h 417703"/>
                <a:gd name="connsiteX5" fmla="*/ 48749 w 2915191"/>
                <a:gd name="connsiteY5" fmla="*/ 138499 h 417703"/>
                <a:gd name="connsiteX6" fmla="*/ 58499 w 2915191"/>
                <a:gd name="connsiteY6" fmla="*/ 143881 h 417703"/>
                <a:gd name="connsiteX7" fmla="*/ 68249 w 2915191"/>
                <a:gd name="connsiteY7" fmla="*/ 144548 h 417703"/>
                <a:gd name="connsiteX8" fmla="*/ 77998 w 2915191"/>
                <a:gd name="connsiteY8" fmla="*/ 130935 h 417703"/>
                <a:gd name="connsiteX9" fmla="*/ 87748 w 2915191"/>
                <a:gd name="connsiteY9" fmla="*/ 161515 h 417703"/>
                <a:gd name="connsiteX10" fmla="*/ 97497 w 2915191"/>
                <a:gd name="connsiteY10" fmla="*/ 167310 h 417703"/>
                <a:gd name="connsiteX11" fmla="*/ 107247 w 2915191"/>
                <a:gd name="connsiteY11" fmla="*/ 173837 h 417703"/>
                <a:gd name="connsiteX12" fmla="*/ 116997 w 2915191"/>
                <a:gd name="connsiteY12" fmla="*/ 175129 h 417703"/>
                <a:gd name="connsiteX13" fmla="*/ 126747 w 2915191"/>
                <a:gd name="connsiteY13" fmla="*/ 136107 h 417703"/>
                <a:gd name="connsiteX14" fmla="*/ 136497 w 2915191"/>
                <a:gd name="connsiteY14" fmla="*/ 126384 h 417703"/>
                <a:gd name="connsiteX15" fmla="*/ 146247 w 2915191"/>
                <a:gd name="connsiteY15" fmla="*/ 148182 h 417703"/>
                <a:gd name="connsiteX16" fmla="*/ 155997 w 2915191"/>
                <a:gd name="connsiteY16" fmla="*/ 189876 h 417703"/>
                <a:gd name="connsiteX17" fmla="*/ 165747 w 2915191"/>
                <a:gd name="connsiteY17" fmla="*/ 161317 h 417703"/>
                <a:gd name="connsiteX18" fmla="*/ 175497 w 2915191"/>
                <a:gd name="connsiteY18" fmla="*/ 173274 h 417703"/>
                <a:gd name="connsiteX19" fmla="*/ 185247 w 2915191"/>
                <a:gd name="connsiteY19" fmla="*/ 176799 h 417703"/>
                <a:gd name="connsiteX20" fmla="*/ 194996 w 2915191"/>
                <a:gd name="connsiteY20" fmla="*/ 176910 h 417703"/>
                <a:gd name="connsiteX21" fmla="*/ 204746 w 2915191"/>
                <a:gd name="connsiteY21" fmla="*/ 163925 h 417703"/>
                <a:gd name="connsiteX22" fmla="*/ 214495 w 2915191"/>
                <a:gd name="connsiteY22" fmla="*/ 175540 h 417703"/>
                <a:gd name="connsiteX23" fmla="*/ 224245 w 2915191"/>
                <a:gd name="connsiteY23" fmla="*/ 130438 h 417703"/>
                <a:gd name="connsiteX24" fmla="*/ 233995 w 2915191"/>
                <a:gd name="connsiteY24" fmla="*/ 147857 h 417703"/>
                <a:gd name="connsiteX25" fmla="*/ 243744 w 2915191"/>
                <a:gd name="connsiteY25" fmla="*/ 152165 h 417703"/>
                <a:gd name="connsiteX26" fmla="*/ 253494 w 2915191"/>
                <a:gd name="connsiteY26" fmla="*/ 179813 h 417703"/>
                <a:gd name="connsiteX27" fmla="*/ 263244 w 2915191"/>
                <a:gd name="connsiteY27" fmla="*/ 191354 h 417703"/>
                <a:gd name="connsiteX28" fmla="*/ 272994 w 2915191"/>
                <a:gd name="connsiteY28" fmla="*/ 218967 h 417703"/>
                <a:gd name="connsiteX29" fmla="*/ 282744 w 2915191"/>
                <a:gd name="connsiteY29" fmla="*/ 224097 h 417703"/>
                <a:gd name="connsiteX30" fmla="*/ 292494 w 2915191"/>
                <a:gd name="connsiteY30" fmla="*/ 269217 h 417703"/>
                <a:gd name="connsiteX31" fmla="*/ 302244 w 2915191"/>
                <a:gd name="connsiteY31" fmla="*/ 267504 h 417703"/>
                <a:gd name="connsiteX32" fmla="*/ 311994 w 2915191"/>
                <a:gd name="connsiteY32" fmla="*/ 241550 h 417703"/>
                <a:gd name="connsiteX33" fmla="*/ 321744 w 2915191"/>
                <a:gd name="connsiteY33" fmla="*/ 209013 h 417703"/>
                <a:gd name="connsiteX34" fmla="*/ 331493 w 2915191"/>
                <a:gd name="connsiteY34" fmla="*/ 260623 h 417703"/>
                <a:gd name="connsiteX35" fmla="*/ 341243 w 2915191"/>
                <a:gd name="connsiteY35" fmla="*/ 247596 h 417703"/>
                <a:gd name="connsiteX36" fmla="*/ 350993 w 2915191"/>
                <a:gd name="connsiteY36" fmla="*/ 262532 h 417703"/>
                <a:gd name="connsiteX37" fmla="*/ 360742 w 2915191"/>
                <a:gd name="connsiteY37" fmla="*/ 270773 h 417703"/>
                <a:gd name="connsiteX38" fmla="*/ 370492 w 2915191"/>
                <a:gd name="connsiteY38" fmla="*/ 267492 h 417703"/>
                <a:gd name="connsiteX39" fmla="*/ 380241 w 2915191"/>
                <a:gd name="connsiteY39" fmla="*/ 282652 h 417703"/>
                <a:gd name="connsiteX40" fmla="*/ 389991 w 2915191"/>
                <a:gd name="connsiteY40" fmla="*/ 295053 h 417703"/>
                <a:gd name="connsiteX41" fmla="*/ 399741 w 2915191"/>
                <a:gd name="connsiteY41" fmla="*/ 284155 h 417703"/>
                <a:gd name="connsiteX42" fmla="*/ 409491 w 2915191"/>
                <a:gd name="connsiteY42" fmla="*/ 278678 h 417703"/>
                <a:gd name="connsiteX43" fmla="*/ 419241 w 2915191"/>
                <a:gd name="connsiteY43" fmla="*/ 260282 h 417703"/>
                <a:gd name="connsiteX44" fmla="*/ 428991 w 2915191"/>
                <a:gd name="connsiteY44" fmla="*/ 236174 h 417703"/>
                <a:gd name="connsiteX45" fmla="*/ 438741 w 2915191"/>
                <a:gd name="connsiteY45" fmla="*/ 223668 h 417703"/>
                <a:gd name="connsiteX46" fmla="*/ 448491 w 2915191"/>
                <a:gd name="connsiteY46" fmla="*/ 179531 h 417703"/>
                <a:gd name="connsiteX47" fmla="*/ 458241 w 2915191"/>
                <a:gd name="connsiteY47" fmla="*/ 166876 h 417703"/>
                <a:gd name="connsiteX48" fmla="*/ 467991 w 2915191"/>
                <a:gd name="connsiteY48" fmla="*/ 156956 h 417703"/>
                <a:gd name="connsiteX49" fmla="*/ 477740 w 2915191"/>
                <a:gd name="connsiteY49" fmla="*/ 143546 h 417703"/>
                <a:gd name="connsiteX50" fmla="*/ 487490 w 2915191"/>
                <a:gd name="connsiteY50" fmla="*/ 109797 h 417703"/>
                <a:gd name="connsiteX51" fmla="*/ 497239 w 2915191"/>
                <a:gd name="connsiteY51" fmla="*/ 115694 h 417703"/>
                <a:gd name="connsiteX52" fmla="*/ 506989 w 2915191"/>
                <a:gd name="connsiteY52" fmla="*/ 113971 h 417703"/>
                <a:gd name="connsiteX53" fmla="*/ 516738 w 2915191"/>
                <a:gd name="connsiteY53" fmla="*/ 100690 h 417703"/>
                <a:gd name="connsiteX54" fmla="*/ 526488 w 2915191"/>
                <a:gd name="connsiteY54" fmla="*/ 99469 h 417703"/>
                <a:gd name="connsiteX55" fmla="*/ 536238 w 2915191"/>
                <a:gd name="connsiteY55" fmla="*/ 112189 h 417703"/>
                <a:gd name="connsiteX56" fmla="*/ 545988 w 2915191"/>
                <a:gd name="connsiteY56" fmla="*/ 92041 h 417703"/>
                <a:gd name="connsiteX57" fmla="*/ 555738 w 2915191"/>
                <a:gd name="connsiteY57" fmla="*/ 78783 h 417703"/>
                <a:gd name="connsiteX58" fmla="*/ 565488 w 2915191"/>
                <a:gd name="connsiteY58" fmla="*/ 83285 h 417703"/>
                <a:gd name="connsiteX59" fmla="*/ 575238 w 2915191"/>
                <a:gd name="connsiteY59" fmla="*/ 96431 h 417703"/>
                <a:gd name="connsiteX60" fmla="*/ 584988 w 2915191"/>
                <a:gd name="connsiteY60" fmla="*/ 96361 h 417703"/>
                <a:gd name="connsiteX61" fmla="*/ 594738 w 2915191"/>
                <a:gd name="connsiteY61" fmla="*/ 82776 h 417703"/>
                <a:gd name="connsiteX62" fmla="*/ 604488 w 2915191"/>
                <a:gd name="connsiteY62" fmla="*/ 77180 h 417703"/>
                <a:gd name="connsiteX63" fmla="*/ 614237 w 2915191"/>
                <a:gd name="connsiteY63" fmla="*/ 58429 h 417703"/>
                <a:gd name="connsiteX64" fmla="*/ 623987 w 2915191"/>
                <a:gd name="connsiteY64" fmla="*/ 62111 h 417703"/>
                <a:gd name="connsiteX65" fmla="*/ 633736 w 2915191"/>
                <a:gd name="connsiteY65" fmla="*/ 47379 h 417703"/>
                <a:gd name="connsiteX66" fmla="*/ 643486 w 2915191"/>
                <a:gd name="connsiteY66" fmla="*/ 49228 h 417703"/>
                <a:gd name="connsiteX67" fmla="*/ 653236 w 2915191"/>
                <a:gd name="connsiteY67" fmla="*/ 45078 h 417703"/>
                <a:gd name="connsiteX68" fmla="*/ 662985 w 2915191"/>
                <a:gd name="connsiteY68" fmla="*/ 48665 h 417703"/>
                <a:gd name="connsiteX69" fmla="*/ 672735 w 2915191"/>
                <a:gd name="connsiteY69" fmla="*/ 15556 h 417703"/>
                <a:gd name="connsiteX70" fmla="*/ 682485 w 2915191"/>
                <a:gd name="connsiteY70" fmla="*/ 7546 h 417703"/>
                <a:gd name="connsiteX71" fmla="*/ 692235 w 2915191"/>
                <a:gd name="connsiteY71" fmla="*/ 1147 h 417703"/>
                <a:gd name="connsiteX72" fmla="*/ 701985 w 2915191"/>
                <a:gd name="connsiteY72" fmla="*/ 0 h 417703"/>
                <a:gd name="connsiteX73" fmla="*/ 711735 w 2915191"/>
                <a:gd name="connsiteY73" fmla="*/ 15325 h 417703"/>
                <a:gd name="connsiteX74" fmla="*/ 721485 w 2915191"/>
                <a:gd name="connsiteY74" fmla="*/ 12143 h 417703"/>
                <a:gd name="connsiteX75" fmla="*/ 731235 w 2915191"/>
                <a:gd name="connsiteY75" fmla="*/ 25383 h 417703"/>
                <a:gd name="connsiteX76" fmla="*/ 740985 w 2915191"/>
                <a:gd name="connsiteY76" fmla="*/ 30835 h 417703"/>
                <a:gd name="connsiteX77" fmla="*/ 750734 w 2915191"/>
                <a:gd name="connsiteY77" fmla="*/ 36368 h 417703"/>
                <a:gd name="connsiteX78" fmla="*/ 760484 w 2915191"/>
                <a:gd name="connsiteY78" fmla="*/ 82028 h 417703"/>
                <a:gd name="connsiteX79" fmla="*/ 770233 w 2915191"/>
                <a:gd name="connsiteY79" fmla="*/ 65125 h 417703"/>
                <a:gd name="connsiteX80" fmla="*/ 779983 w 2915191"/>
                <a:gd name="connsiteY80" fmla="*/ 65420 h 417703"/>
                <a:gd name="connsiteX81" fmla="*/ 789733 w 2915191"/>
                <a:gd name="connsiteY81" fmla="*/ 47955 h 417703"/>
                <a:gd name="connsiteX82" fmla="*/ 799482 w 2915191"/>
                <a:gd name="connsiteY82" fmla="*/ 70646 h 417703"/>
                <a:gd name="connsiteX83" fmla="*/ 809232 w 2915191"/>
                <a:gd name="connsiteY83" fmla="*/ 72878 h 417703"/>
                <a:gd name="connsiteX84" fmla="*/ 818982 w 2915191"/>
                <a:gd name="connsiteY84" fmla="*/ 60259 h 417703"/>
                <a:gd name="connsiteX85" fmla="*/ 828732 w 2915191"/>
                <a:gd name="connsiteY85" fmla="*/ 31946 h 417703"/>
                <a:gd name="connsiteX86" fmla="*/ 838482 w 2915191"/>
                <a:gd name="connsiteY86" fmla="*/ 60108 h 417703"/>
                <a:gd name="connsiteX87" fmla="*/ 848232 w 2915191"/>
                <a:gd name="connsiteY87" fmla="*/ 70565 h 417703"/>
                <a:gd name="connsiteX88" fmla="*/ 857982 w 2915191"/>
                <a:gd name="connsiteY88" fmla="*/ 81143 h 417703"/>
                <a:gd name="connsiteX89" fmla="*/ 867732 w 2915191"/>
                <a:gd name="connsiteY89" fmla="*/ 86964 h 417703"/>
                <a:gd name="connsiteX90" fmla="*/ 877482 w 2915191"/>
                <a:gd name="connsiteY90" fmla="*/ 58300 h 417703"/>
                <a:gd name="connsiteX91" fmla="*/ 887231 w 2915191"/>
                <a:gd name="connsiteY91" fmla="*/ 50685 h 417703"/>
                <a:gd name="connsiteX92" fmla="*/ 896981 w 2915191"/>
                <a:gd name="connsiteY92" fmla="*/ 53236 h 417703"/>
                <a:gd name="connsiteX93" fmla="*/ 906730 w 2915191"/>
                <a:gd name="connsiteY93" fmla="*/ 45987 h 417703"/>
                <a:gd name="connsiteX94" fmla="*/ 916480 w 2915191"/>
                <a:gd name="connsiteY94" fmla="*/ 66125 h 417703"/>
                <a:gd name="connsiteX95" fmla="*/ 926230 w 2915191"/>
                <a:gd name="connsiteY95" fmla="*/ 69526 h 417703"/>
                <a:gd name="connsiteX96" fmla="*/ 935979 w 2915191"/>
                <a:gd name="connsiteY96" fmla="*/ 91027 h 417703"/>
                <a:gd name="connsiteX97" fmla="*/ 945729 w 2915191"/>
                <a:gd name="connsiteY97" fmla="*/ 88054 h 417703"/>
                <a:gd name="connsiteX98" fmla="*/ 955479 w 2915191"/>
                <a:gd name="connsiteY98" fmla="*/ 89541 h 417703"/>
                <a:gd name="connsiteX99" fmla="*/ 965229 w 2915191"/>
                <a:gd name="connsiteY99" fmla="*/ 73948 h 417703"/>
                <a:gd name="connsiteX100" fmla="*/ 974979 w 2915191"/>
                <a:gd name="connsiteY100" fmla="*/ 91294 h 417703"/>
                <a:gd name="connsiteX101" fmla="*/ 984729 w 2915191"/>
                <a:gd name="connsiteY101" fmla="*/ 110171 h 417703"/>
                <a:gd name="connsiteX102" fmla="*/ 994474 w 2915191"/>
                <a:gd name="connsiteY102" fmla="*/ 142503 h 417703"/>
                <a:gd name="connsiteX103" fmla="*/ 1004233 w 2915191"/>
                <a:gd name="connsiteY103" fmla="*/ 138444 h 417703"/>
                <a:gd name="connsiteX104" fmla="*/ 1013977 w 2915191"/>
                <a:gd name="connsiteY104" fmla="*/ 147300 h 417703"/>
                <a:gd name="connsiteX105" fmla="*/ 1023721 w 2915191"/>
                <a:gd name="connsiteY105" fmla="*/ 104285 h 417703"/>
                <a:gd name="connsiteX106" fmla="*/ 1033480 w 2915191"/>
                <a:gd name="connsiteY106" fmla="*/ 143453 h 417703"/>
                <a:gd name="connsiteX107" fmla="*/ 1043224 w 2915191"/>
                <a:gd name="connsiteY107" fmla="*/ 162831 h 417703"/>
                <a:gd name="connsiteX108" fmla="*/ 1052983 w 2915191"/>
                <a:gd name="connsiteY108" fmla="*/ 166088 h 417703"/>
                <a:gd name="connsiteX109" fmla="*/ 1062727 w 2915191"/>
                <a:gd name="connsiteY109" fmla="*/ 150299 h 417703"/>
                <a:gd name="connsiteX110" fmla="*/ 1072471 w 2915191"/>
                <a:gd name="connsiteY110" fmla="*/ 142132 h 417703"/>
                <a:gd name="connsiteX111" fmla="*/ 1082230 w 2915191"/>
                <a:gd name="connsiteY111" fmla="*/ 161477 h 417703"/>
                <a:gd name="connsiteX112" fmla="*/ 1091973 w 2915191"/>
                <a:gd name="connsiteY112" fmla="*/ 208557 h 417703"/>
                <a:gd name="connsiteX113" fmla="*/ 1101732 w 2915191"/>
                <a:gd name="connsiteY113" fmla="*/ 206376 h 417703"/>
                <a:gd name="connsiteX114" fmla="*/ 1111476 w 2915191"/>
                <a:gd name="connsiteY114" fmla="*/ 188959 h 417703"/>
                <a:gd name="connsiteX115" fmla="*/ 1121220 w 2915191"/>
                <a:gd name="connsiteY115" fmla="*/ 213829 h 417703"/>
                <a:gd name="connsiteX116" fmla="*/ 1130979 w 2915191"/>
                <a:gd name="connsiteY116" fmla="*/ 182131 h 417703"/>
                <a:gd name="connsiteX117" fmla="*/ 1140723 w 2915191"/>
                <a:gd name="connsiteY117" fmla="*/ 167710 h 417703"/>
                <a:gd name="connsiteX118" fmla="*/ 1150482 w 2915191"/>
                <a:gd name="connsiteY118" fmla="*/ 148856 h 417703"/>
                <a:gd name="connsiteX119" fmla="*/ 1160226 w 2915191"/>
                <a:gd name="connsiteY119" fmla="*/ 161997 h 417703"/>
                <a:gd name="connsiteX120" fmla="*/ 1169969 w 2915191"/>
                <a:gd name="connsiteY120" fmla="*/ 163506 h 417703"/>
                <a:gd name="connsiteX121" fmla="*/ 1179728 w 2915191"/>
                <a:gd name="connsiteY121" fmla="*/ 149273 h 417703"/>
                <a:gd name="connsiteX122" fmla="*/ 1189472 w 2915191"/>
                <a:gd name="connsiteY122" fmla="*/ 127920 h 417703"/>
                <a:gd name="connsiteX123" fmla="*/ 1199231 w 2915191"/>
                <a:gd name="connsiteY123" fmla="*/ 140411 h 417703"/>
                <a:gd name="connsiteX124" fmla="*/ 1208975 w 2915191"/>
                <a:gd name="connsiteY124" fmla="*/ 143504 h 417703"/>
                <a:gd name="connsiteX125" fmla="*/ 1218719 w 2915191"/>
                <a:gd name="connsiteY125" fmla="*/ 136990 h 417703"/>
                <a:gd name="connsiteX126" fmla="*/ 1228478 w 2915191"/>
                <a:gd name="connsiteY126" fmla="*/ 121905 h 417703"/>
                <a:gd name="connsiteX127" fmla="*/ 1238222 w 2915191"/>
                <a:gd name="connsiteY127" fmla="*/ 141713 h 417703"/>
                <a:gd name="connsiteX128" fmla="*/ 1247966 w 2915191"/>
                <a:gd name="connsiteY128" fmla="*/ 136989 h 417703"/>
                <a:gd name="connsiteX129" fmla="*/ 1257725 w 2915191"/>
                <a:gd name="connsiteY129" fmla="*/ 155390 h 417703"/>
                <a:gd name="connsiteX130" fmla="*/ 1267469 w 2915191"/>
                <a:gd name="connsiteY130" fmla="*/ 141727 h 417703"/>
                <a:gd name="connsiteX131" fmla="*/ 1277227 w 2915191"/>
                <a:gd name="connsiteY131" fmla="*/ 142340 h 417703"/>
                <a:gd name="connsiteX132" fmla="*/ 1286971 w 2915191"/>
                <a:gd name="connsiteY132" fmla="*/ 139022 h 417703"/>
                <a:gd name="connsiteX133" fmla="*/ 1296715 w 2915191"/>
                <a:gd name="connsiteY133" fmla="*/ 134870 h 417703"/>
                <a:gd name="connsiteX134" fmla="*/ 1306474 w 2915191"/>
                <a:gd name="connsiteY134" fmla="*/ 105257 h 417703"/>
                <a:gd name="connsiteX135" fmla="*/ 1316218 w 2915191"/>
                <a:gd name="connsiteY135" fmla="*/ 144402 h 417703"/>
                <a:gd name="connsiteX136" fmla="*/ 1325977 w 2915191"/>
                <a:gd name="connsiteY136" fmla="*/ 128216 h 417703"/>
                <a:gd name="connsiteX137" fmla="*/ 1335721 w 2915191"/>
                <a:gd name="connsiteY137" fmla="*/ 151661 h 417703"/>
                <a:gd name="connsiteX138" fmla="*/ 1345465 w 2915191"/>
                <a:gd name="connsiteY138" fmla="*/ 149493 h 417703"/>
                <a:gd name="connsiteX139" fmla="*/ 1355224 w 2915191"/>
                <a:gd name="connsiteY139" fmla="*/ 118393 h 417703"/>
                <a:gd name="connsiteX140" fmla="*/ 1364967 w 2915191"/>
                <a:gd name="connsiteY140" fmla="*/ 133245 h 417703"/>
                <a:gd name="connsiteX141" fmla="*/ 1374726 w 2915191"/>
                <a:gd name="connsiteY141" fmla="*/ 118992 h 417703"/>
                <a:gd name="connsiteX142" fmla="*/ 1384470 w 2915191"/>
                <a:gd name="connsiteY142" fmla="*/ 126235 h 417703"/>
                <a:gd name="connsiteX143" fmla="*/ 1394214 w 2915191"/>
                <a:gd name="connsiteY143" fmla="*/ 96508 h 417703"/>
                <a:gd name="connsiteX144" fmla="*/ 1403973 w 2915191"/>
                <a:gd name="connsiteY144" fmla="*/ 78833 h 417703"/>
                <a:gd name="connsiteX145" fmla="*/ 1413717 w 2915191"/>
                <a:gd name="connsiteY145" fmla="*/ 76672 h 417703"/>
                <a:gd name="connsiteX146" fmla="*/ 1423476 w 2915191"/>
                <a:gd name="connsiteY146" fmla="*/ 92073 h 417703"/>
                <a:gd name="connsiteX147" fmla="*/ 1433220 w 2915191"/>
                <a:gd name="connsiteY147" fmla="*/ 23840 h 417703"/>
                <a:gd name="connsiteX148" fmla="*/ 1442964 w 2915191"/>
                <a:gd name="connsiteY148" fmla="*/ 28734 h 417703"/>
                <a:gd name="connsiteX149" fmla="*/ 1452722 w 2915191"/>
                <a:gd name="connsiteY149" fmla="*/ 65675 h 417703"/>
                <a:gd name="connsiteX150" fmla="*/ 1462466 w 2915191"/>
                <a:gd name="connsiteY150" fmla="*/ 69595 h 417703"/>
                <a:gd name="connsiteX151" fmla="*/ 1472225 w 2915191"/>
                <a:gd name="connsiteY151" fmla="*/ 62439 h 417703"/>
                <a:gd name="connsiteX152" fmla="*/ 1481969 w 2915191"/>
                <a:gd name="connsiteY152" fmla="*/ 50531 h 417703"/>
                <a:gd name="connsiteX153" fmla="*/ 1491713 w 2915191"/>
                <a:gd name="connsiteY153" fmla="*/ 53306 h 417703"/>
                <a:gd name="connsiteX154" fmla="*/ 1501472 w 2915191"/>
                <a:gd name="connsiteY154" fmla="*/ 64291 h 417703"/>
                <a:gd name="connsiteX155" fmla="*/ 1511216 w 2915191"/>
                <a:gd name="connsiteY155" fmla="*/ 52821 h 417703"/>
                <a:gd name="connsiteX156" fmla="*/ 1520960 w 2915191"/>
                <a:gd name="connsiteY156" fmla="*/ 72208 h 417703"/>
                <a:gd name="connsiteX157" fmla="*/ 1530719 w 2915191"/>
                <a:gd name="connsiteY157" fmla="*/ 105595 h 417703"/>
                <a:gd name="connsiteX158" fmla="*/ 1540463 w 2915191"/>
                <a:gd name="connsiteY158" fmla="*/ 103859 h 417703"/>
                <a:gd name="connsiteX159" fmla="*/ 1550221 w 2915191"/>
                <a:gd name="connsiteY159" fmla="*/ 86283 h 417703"/>
                <a:gd name="connsiteX160" fmla="*/ 1559965 w 2915191"/>
                <a:gd name="connsiteY160" fmla="*/ 107206 h 417703"/>
                <a:gd name="connsiteX161" fmla="*/ 1569709 w 2915191"/>
                <a:gd name="connsiteY161" fmla="*/ 90143 h 417703"/>
                <a:gd name="connsiteX162" fmla="*/ 1579468 w 2915191"/>
                <a:gd name="connsiteY162" fmla="*/ 103460 h 417703"/>
                <a:gd name="connsiteX163" fmla="*/ 1589212 w 2915191"/>
                <a:gd name="connsiteY163" fmla="*/ 78956 h 417703"/>
                <a:gd name="connsiteX164" fmla="*/ 1598971 w 2915191"/>
                <a:gd name="connsiteY164" fmla="*/ 110990 h 417703"/>
                <a:gd name="connsiteX165" fmla="*/ 1608715 w 2915191"/>
                <a:gd name="connsiteY165" fmla="*/ 106562 h 417703"/>
                <a:gd name="connsiteX166" fmla="*/ 1618459 w 2915191"/>
                <a:gd name="connsiteY166" fmla="*/ 131195 h 417703"/>
                <a:gd name="connsiteX167" fmla="*/ 1628218 w 2915191"/>
                <a:gd name="connsiteY167" fmla="*/ 140067 h 417703"/>
                <a:gd name="connsiteX168" fmla="*/ 1637962 w 2915191"/>
                <a:gd name="connsiteY168" fmla="*/ 170385 h 417703"/>
                <a:gd name="connsiteX169" fmla="*/ 1647720 w 2915191"/>
                <a:gd name="connsiteY169" fmla="*/ 182533 h 417703"/>
                <a:gd name="connsiteX170" fmla="*/ 1657464 w 2915191"/>
                <a:gd name="connsiteY170" fmla="*/ 203343 h 417703"/>
                <a:gd name="connsiteX171" fmla="*/ 1667208 w 2915191"/>
                <a:gd name="connsiteY171" fmla="*/ 219036 h 417703"/>
                <a:gd name="connsiteX172" fmla="*/ 1676967 w 2915191"/>
                <a:gd name="connsiteY172" fmla="*/ 205420 h 417703"/>
                <a:gd name="connsiteX173" fmla="*/ 1686711 w 2915191"/>
                <a:gd name="connsiteY173" fmla="*/ 218754 h 417703"/>
                <a:gd name="connsiteX174" fmla="*/ 1696470 w 2915191"/>
                <a:gd name="connsiteY174" fmla="*/ 263124 h 417703"/>
                <a:gd name="connsiteX175" fmla="*/ 1706214 w 2915191"/>
                <a:gd name="connsiteY175" fmla="*/ 256891 h 417703"/>
                <a:gd name="connsiteX176" fmla="*/ 1715958 w 2915191"/>
                <a:gd name="connsiteY176" fmla="*/ 260427 h 417703"/>
                <a:gd name="connsiteX177" fmla="*/ 1725716 w 2915191"/>
                <a:gd name="connsiteY177" fmla="*/ 284411 h 417703"/>
                <a:gd name="connsiteX178" fmla="*/ 1735460 w 2915191"/>
                <a:gd name="connsiteY178" fmla="*/ 306478 h 417703"/>
                <a:gd name="connsiteX179" fmla="*/ 1745219 w 2915191"/>
                <a:gd name="connsiteY179" fmla="*/ 266866 h 417703"/>
                <a:gd name="connsiteX180" fmla="*/ 1754963 w 2915191"/>
                <a:gd name="connsiteY180" fmla="*/ 286330 h 417703"/>
                <a:gd name="connsiteX181" fmla="*/ 1764707 w 2915191"/>
                <a:gd name="connsiteY181" fmla="*/ 304546 h 417703"/>
                <a:gd name="connsiteX182" fmla="*/ 1774466 w 2915191"/>
                <a:gd name="connsiteY182" fmla="*/ 338310 h 417703"/>
                <a:gd name="connsiteX183" fmla="*/ 1784210 w 2915191"/>
                <a:gd name="connsiteY183" fmla="*/ 345153 h 417703"/>
                <a:gd name="connsiteX184" fmla="*/ 1793969 w 2915191"/>
                <a:gd name="connsiteY184" fmla="*/ 326204 h 417703"/>
                <a:gd name="connsiteX185" fmla="*/ 1803713 w 2915191"/>
                <a:gd name="connsiteY185" fmla="*/ 312928 h 417703"/>
                <a:gd name="connsiteX186" fmla="*/ 1813457 w 2915191"/>
                <a:gd name="connsiteY186" fmla="*/ 331739 h 417703"/>
                <a:gd name="connsiteX187" fmla="*/ 1823215 w 2915191"/>
                <a:gd name="connsiteY187" fmla="*/ 356683 h 417703"/>
                <a:gd name="connsiteX188" fmla="*/ 1832959 w 2915191"/>
                <a:gd name="connsiteY188" fmla="*/ 385323 h 417703"/>
                <a:gd name="connsiteX189" fmla="*/ 1842703 w 2915191"/>
                <a:gd name="connsiteY189" fmla="*/ 345209 h 417703"/>
                <a:gd name="connsiteX190" fmla="*/ 1852462 w 2915191"/>
                <a:gd name="connsiteY190" fmla="*/ 386122 h 417703"/>
                <a:gd name="connsiteX191" fmla="*/ 1862206 w 2915191"/>
                <a:gd name="connsiteY191" fmla="*/ 371405 h 417703"/>
                <a:gd name="connsiteX192" fmla="*/ 1871965 w 2915191"/>
                <a:gd name="connsiteY192" fmla="*/ 328408 h 417703"/>
                <a:gd name="connsiteX193" fmla="*/ 1881709 w 2915191"/>
                <a:gd name="connsiteY193" fmla="*/ 303349 h 417703"/>
                <a:gd name="connsiteX194" fmla="*/ 1891453 w 2915191"/>
                <a:gd name="connsiteY194" fmla="*/ 298808 h 417703"/>
                <a:gd name="connsiteX195" fmla="*/ 1901212 w 2915191"/>
                <a:gd name="connsiteY195" fmla="*/ 322775 h 417703"/>
                <a:gd name="connsiteX196" fmla="*/ 1910956 w 2915191"/>
                <a:gd name="connsiteY196" fmla="*/ 320347 h 417703"/>
                <a:gd name="connsiteX197" fmla="*/ 1920714 w 2915191"/>
                <a:gd name="connsiteY197" fmla="*/ 284696 h 417703"/>
                <a:gd name="connsiteX198" fmla="*/ 1930458 w 2915191"/>
                <a:gd name="connsiteY198" fmla="*/ 312135 h 417703"/>
                <a:gd name="connsiteX199" fmla="*/ 1940202 w 2915191"/>
                <a:gd name="connsiteY199" fmla="*/ 311471 h 417703"/>
                <a:gd name="connsiteX200" fmla="*/ 1949961 w 2915191"/>
                <a:gd name="connsiteY200" fmla="*/ 289769 h 417703"/>
                <a:gd name="connsiteX201" fmla="*/ 1959705 w 2915191"/>
                <a:gd name="connsiteY201" fmla="*/ 285181 h 417703"/>
                <a:gd name="connsiteX202" fmla="*/ 1969464 w 2915191"/>
                <a:gd name="connsiteY202" fmla="*/ 307470 h 417703"/>
                <a:gd name="connsiteX203" fmla="*/ 1979208 w 2915191"/>
                <a:gd name="connsiteY203" fmla="*/ 287947 h 417703"/>
                <a:gd name="connsiteX204" fmla="*/ 1988952 w 2915191"/>
                <a:gd name="connsiteY204" fmla="*/ 323172 h 417703"/>
                <a:gd name="connsiteX205" fmla="*/ 1998711 w 2915191"/>
                <a:gd name="connsiteY205" fmla="*/ 308492 h 417703"/>
                <a:gd name="connsiteX206" fmla="*/ 2008454 w 2915191"/>
                <a:gd name="connsiteY206" fmla="*/ 290777 h 417703"/>
                <a:gd name="connsiteX207" fmla="*/ 2018213 w 2915191"/>
                <a:gd name="connsiteY207" fmla="*/ 293313 h 417703"/>
                <a:gd name="connsiteX208" fmla="*/ 2027957 w 2915191"/>
                <a:gd name="connsiteY208" fmla="*/ 285140 h 417703"/>
                <a:gd name="connsiteX209" fmla="*/ 2037701 w 2915191"/>
                <a:gd name="connsiteY209" fmla="*/ 266287 h 417703"/>
                <a:gd name="connsiteX210" fmla="*/ 2047460 w 2915191"/>
                <a:gd name="connsiteY210" fmla="*/ 243522 h 417703"/>
                <a:gd name="connsiteX211" fmla="*/ 2057204 w 2915191"/>
                <a:gd name="connsiteY211" fmla="*/ 260379 h 417703"/>
                <a:gd name="connsiteX212" fmla="*/ 2066963 w 2915191"/>
                <a:gd name="connsiteY212" fmla="*/ 286323 h 417703"/>
                <a:gd name="connsiteX213" fmla="*/ 2076707 w 2915191"/>
                <a:gd name="connsiteY213" fmla="*/ 294994 h 417703"/>
                <a:gd name="connsiteX214" fmla="*/ 2086451 w 2915191"/>
                <a:gd name="connsiteY214" fmla="*/ 323771 h 417703"/>
                <a:gd name="connsiteX215" fmla="*/ 2096210 w 2915191"/>
                <a:gd name="connsiteY215" fmla="*/ 325865 h 417703"/>
                <a:gd name="connsiteX216" fmla="*/ 2105954 w 2915191"/>
                <a:gd name="connsiteY216" fmla="*/ 326803 h 417703"/>
                <a:gd name="connsiteX217" fmla="*/ 2115697 w 2915191"/>
                <a:gd name="connsiteY217" fmla="*/ 305724 h 417703"/>
                <a:gd name="connsiteX218" fmla="*/ 2125456 w 2915191"/>
                <a:gd name="connsiteY218" fmla="*/ 313619 h 417703"/>
                <a:gd name="connsiteX219" fmla="*/ 2135200 w 2915191"/>
                <a:gd name="connsiteY219" fmla="*/ 280003 h 417703"/>
                <a:gd name="connsiteX220" fmla="*/ 2144959 w 2915191"/>
                <a:gd name="connsiteY220" fmla="*/ 262329 h 417703"/>
                <a:gd name="connsiteX221" fmla="*/ 2154703 w 2915191"/>
                <a:gd name="connsiteY221" fmla="*/ 270768 h 417703"/>
                <a:gd name="connsiteX222" fmla="*/ 2164447 w 2915191"/>
                <a:gd name="connsiteY222" fmla="*/ 276041 h 417703"/>
                <a:gd name="connsiteX223" fmla="*/ 2174206 w 2915191"/>
                <a:gd name="connsiteY223" fmla="*/ 300140 h 417703"/>
                <a:gd name="connsiteX224" fmla="*/ 2183950 w 2915191"/>
                <a:gd name="connsiteY224" fmla="*/ 301393 h 417703"/>
                <a:gd name="connsiteX225" fmla="*/ 2193709 w 2915191"/>
                <a:gd name="connsiteY225" fmla="*/ 308375 h 417703"/>
                <a:gd name="connsiteX226" fmla="*/ 2203452 w 2915191"/>
                <a:gd name="connsiteY226" fmla="*/ 347863 h 417703"/>
                <a:gd name="connsiteX227" fmla="*/ 2213196 w 2915191"/>
                <a:gd name="connsiteY227" fmla="*/ 338010 h 417703"/>
                <a:gd name="connsiteX228" fmla="*/ 2222955 w 2915191"/>
                <a:gd name="connsiteY228" fmla="*/ 362884 h 417703"/>
                <a:gd name="connsiteX229" fmla="*/ 2232699 w 2915191"/>
                <a:gd name="connsiteY229" fmla="*/ 410640 h 417703"/>
                <a:gd name="connsiteX230" fmla="*/ 2242458 w 2915191"/>
                <a:gd name="connsiteY230" fmla="*/ 397024 h 417703"/>
                <a:gd name="connsiteX231" fmla="*/ 2252202 w 2915191"/>
                <a:gd name="connsiteY231" fmla="*/ 394337 h 417703"/>
                <a:gd name="connsiteX232" fmla="*/ 2261946 w 2915191"/>
                <a:gd name="connsiteY232" fmla="*/ 417703 h 417703"/>
                <a:gd name="connsiteX233" fmla="*/ 2271705 w 2915191"/>
                <a:gd name="connsiteY233" fmla="*/ 391533 h 417703"/>
                <a:gd name="connsiteX234" fmla="*/ 2281449 w 2915191"/>
                <a:gd name="connsiteY234" fmla="*/ 371648 h 417703"/>
                <a:gd name="connsiteX235" fmla="*/ 2291208 w 2915191"/>
                <a:gd name="connsiteY235" fmla="*/ 394403 h 417703"/>
                <a:gd name="connsiteX236" fmla="*/ 2300951 w 2915191"/>
                <a:gd name="connsiteY236" fmla="*/ 393497 h 417703"/>
                <a:gd name="connsiteX237" fmla="*/ 2310695 w 2915191"/>
                <a:gd name="connsiteY237" fmla="*/ 385420 h 417703"/>
                <a:gd name="connsiteX238" fmla="*/ 2320454 w 2915191"/>
                <a:gd name="connsiteY238" fmla="*/ 372436 h 417703"/>
                <a:gd name="connsiteX239" fmla="*/ 2330198 w 2915191"/>
                <a:gd name="connsiteY239" fmla="*/ 358143 h 417703"/>
                <a:gd name="connsiteX240" fmla="*/ 2339957 w 2915191"/>
                <a:gd name="connsiteY240" fmla="*/ 401875 h 417703"/>
                <a:gd name="connsiteX241" fmla="*/ 2349701 w 2915191"/>
                <a:gd name="connsiteY241" fmla="*/ 416365 h 417703"/>
                <a:gd name="connsiteX242" fmla="*/ 2359445 w 2915191"/>
                <a:gd name="connsiteY242" fmla="*/ 399326 h 417703"/>
                <a:gd name="connsiteX243" fmla="*/ 2369204 w 2915191"/>
                <a:gd name="connsiteY243" fmla="*/ 370073 h 417703"/>
                <a:gd name="connsiteX244" fmla="*/ 2378948 w 2915191"/>
                <a:gd name="connsiteY244" fmla="*/ 380633 h 417703"/>
                <a:gd name="connsiteX245" fmla="*/ 2388692 w 2915191"/>
                <a:gd name="connsiteY245" fmla="*/ 378324 h 417703"/>
                <a:gd name="connsiteX246" fmla="*/ 2398450 w 2915191"/>
                <a:gd name="connsiteY246" fmla="*/ 362976 h 417703"/>
                <a:gd name="connsiteX247" fmla="*/ 2408194 w 2915191"/>
                <a:gd name="connsiteY247" fmla="*/ 365213 h 417703"/>
                <a:gd name="connsiteX248" fmla="*/ 2417953 w 2915191"/>
                <a:gd name="connsiteY248" fmla="*/ 381387 h 417703"/>
                <a:gd name="connsiteX249" fmla="*/ 2427697 w 2915191"/>
                <a:gd name="connsiteY249" fmla="*/ 377934 h 417703"/>
                <a:gd name="connsiteX250" fmla="*/ 2437441 w 2915191"/>
                <a:gd name="connsiteY250" fmla="*/ 359889 h 417703"/>
                <a:gd name="connsiteX251" fmla="*/ 2447200 w 2915191"/>
                <a:gd name="connsiteY251" fmla="*/ 373619 h 417703"/>
                <a:gd name="connsiteX252" fmla="*/ 2456944 w 2915191"/>
                <a:gd name="connsiteY252" fmla="*/ 348483 h 417703"/>
                <a:gd name="connsiteX253" fmla="*/ 2466703 w 2915191"/>
                <a:gd name="connsiteY253" fmla="*/ 333095 h 417703"/>
                <a:gd name="connsiteX254" fmla="*/ 2476446 w 2915191"/>
                <a:gd name="connsiteY254" fmla="*/ 346352 h 417703"/>
                <a:gd name="connsiteX255" fmla="*/ 2486190 w 2915191"/>
                <a:gd name="connsiteY255" fmla="*/ 369598 h 417703"/>
                <a:gd name="connsiteX256" fmla="*/ 2495949 w 2915191"/>
                <a:gd name="connsiteY256" fmla="*/ 361890 h 417703"/>
                <a:gd name="connsiteX257" fmla="*/ 2505693 w 2915191"/>
                <a:gd name="connsiteY257" fmla="*/ 361470 h 417703"/>
                <a:gd name="connsiteX258" fmla="*/ 2515452 w 2915191"/>
                <a:gd name="connsiteY258" fmla="*/ 335722 h 417703"/>
                <a:gd name="connsiteX259" fmla="*/ 2525196 w 2915191"/>
                <a:gd name="connsiteY259" fmla="*/ 332173 h 417703"/>
                <a:gd name="connsiteX260" fmla="*/ 2534940 w 2915191"/>
                <a:gd name="connsiteY260" fmla="*/ 313104 h 417703"/>
                <a:gd name="connsiteX261" fmla="*/ 2544699 w 2915191"/>
                <a:gd name="connsiteY261" fmla="*/ 291381 h 417703"/>
                <a:gd name="connsiteX262" fmla="*/ 2554443 w 2915191"/>
                <a:gd name="connsiteY262" fmla="*/ 300477 h 417703"/>
                <a:gd name="connsiteX263" fmla="*/ 2564202 w 2915191"/>
                <a:gd name="connsiteY263" fmla="*/ 288207 h 417703"/>
                <a:gd name="connsiteX264" fmla="*/ 2573946 w 2915191"/>
                <a:gd name="connsiteY264" fmla="*/ 292614 h 417703"/>
                <a:gd name="connsiteX265" fmla="*/ 2583690 w 2915191"/>
                <a:gd name="connsiteY265" fmla="*/ 276099 h 417703"/>
                <a:gd name="connsiteX266" fmla="*/ 2593448 w 2915191"/>
                <a:gd name="connsiteY266" fmla="*/ 254428 h 417703"/>
                <a:gd name="connsiteX267" fmla="*/ 2603192 w 2915191"/>
                <a:gd name="connsiteY267" fmla="*/ 264038 h 417703"/>
                <a:gd name="connsiteX268" fmla="*/ 2612951 w 2915191"/>
                <a:gd name="connsiteY268" fmla="*/ 225578 h 417703"/>
                <a:gd name="connsiteX269" fmla="*/ 2622695 w 2915191"/>
                <a:gd name="connsiteY269" fmla="*/ 202242 h 417703"/>
                <a:gd name="connsiteX270" fmla="*/ 2632439 w 2915191"/>
                <a:gd name="connsiteY270" fmla="*/ 235858 h 417703"/>
                <a:gd name="connsiteX271" fmla="*/ 2642198 w 2915191"/>
                <a:gd name="connsiteY271" fmla="*/ 231894 h 417703"/>
                <a:gd name="connsiteX272" fmla="*/ 2651942 w 2915191"/>
                <a:gd name="connsiteY272" fmla="*/ 206078 h 417703"/>
                <a:gd name="connsiteX273" fmla="*/ 2661685 w 2915191"/>
                <a:gd name="connsiteY273" fmla="*/ 230012 h 417703"/>
                <a:gd name="connsiteX274" fmla="*/ 2671444 w 2915191"/>
                <a:gd name="connsiteY274" fmla="*/ 187319 h 417703"/>
                <a:gd name="connsiteX275" fmla="*/ 2681188 w 2915191"/>
                <a:gd name="connsiteY275" fmla="*/ 233577 h 417703"/>
                <a:gd name="connsiteX276" fmla="*/ 2690947 w 2915191"/>
                <a:gd name="connsiteY276" fmla="*/ 255932 h 417703"/>
                <a:gd name="connsiteX277" fmla="*/ 2700691 w 2915191"/>
                <a:gd name="connsiteY277" fmla="*/ 250695 h 417703"/>
                <a:gd name="connsiteX278" fmla="*/ 2710435 w 2915191"/>
                <a:gd name="connsiteY278" fmla="*/ 244224 h 417703"/>
                <a:gd name="connsiteX279" fmla="*/ 2720194 w 2915191"/>
                <a:gd name="connsiteY279" fmla="*/ 255880 h 417703"/>
                <a:gd name="connsiteX280" fmla="*/ 2729938 w 2915191"/>
                <a:gd name="connsiteY280" fmla="*/ 318612 h 417703"/>
                <a:gd name="connsiteX281" fmla="*/ 2739697 w 2915191"/>
                <a:gd name="connsiteY281" fmla="*/ 301628 h 417703"/>
                <a:gd name="connsiteX282" fmla="*/ 2749441 w 2915191"/>
                <a:gd name="connsiteY282" fmla="*/ 277696 h 417703"/>
                <a:gd name="connsiteX283" fmla="*/ 2759185 w 2915191"/>
                <a:gd name="connsiteY283" fmla="*/ 233542 h 417703"/>
                <a:gd name="connsiteX284" fmla="*/ 2768943 w 2915191"/>
                <a:gd name="connsiteY284" fmla="*/ 234808 h 417703"/>
                <a:gd name="connsiteX285" fmla="*/ 2778687 w 2915191"/>
                <a:gd name="connsiteY285" fmla="*/ 249848 h 417703"/>
                <a:gd name="connsiteX286" fmla="*/ 2788446 w 2915191"/>
                <a:gd name="connsiteY286" fmla="*/ 246453 h 417703"/>
                <a:gd name="connsiteX287" fmla="*/ 2798190 w 2915191"/>
                <a:gd name="connsiteY287" fmla="*/ 257222 h 417703"/>
                <a:gd name="connsiteX288" fmla="*/ 2807934 w 2915191"/>
                <a:gd name="connsiteY288" fmla="*/ 228844 h 417703"/>
                <a:gd name="connsiteX289" fmla="*/ 2817693 w 2915191"/>
                <a:gd name="connsiteY289" fmla="*/ 216183 h 417703"/>
                <a:gd name="connsiteX290" fmla="*/ 2827437 w 2915191"/>
                <a:gd name="connsiteY290" fmla="*/ 267130 h 417703"/>
                <a:gd name="connsiteX291" fmla="*/ 2837196 w 2915191"/>
                <a:gd name="connsiteY291" fmla="*/ 285879 h 417703"/>
                <a:gd name="connsiteX292" fmla="*/ 2846940 w 2915191"/>
                <a:gd name="connsiteY292" fmla="*/ 283411 h 417703"/>
                <a:gd name="connsiteX293" fmla="*/ 2856684 w 2915191"/>
                <a:gd name="connsiteY293" fmla="*/ 264415 h 417703"/>
                <a:gd name="connsiteX294" fmla="*/ 2866442 w 2915191"/>
                <a:gd name="connsiteY294" fmla="*/ 282321 h 417703"/>
                <a:gd name="connsiteX295" fmla="*/ 2876186 w 2915191"/>
                <a:gd name="connsiteY295" fmla="*/ 277623 h 417703"/>
                <a:gd name="connsiteX296" fmla="*/ 2885945 w 2915191"/>
                <a:gd name="connsiteY296" fmla="*/ 275700 h 417703"/>
                <a:gd name="connsiteX297" fmla="*/ 2895689 w 2915191"/>
                <a:gd name="connsiteY297" fmla="*/ 284054 h 417703"/>
                <a:gd name="connsiteX298" fmla="*/ 2905433 w 2915191"/>
                <a:gd name="connsiteY298" fmla="*/ 298506 h 417703"/>
                <a:gd name="connsiteX299" fmla="*/ 2915192 w 2915191"/>
                <a:gd name="connsiteY299" fmla="*/ 322559 h 417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17703">
                  <a:moveTo>
                    <a:pt x="0" y="167249"/>
                  </a:moveTo>
                  <a:lnTo>
                    <a:pt x="9750" y="178895"/>
                  </a:lnTo>
                  <a:lnTo>
                    <a:pt x="19500" y="157470"/>
                  </a:lnTo>
                  <a:lnTo>
                    <a:pt x="29250" y="147081"/>
                  </a:lnTo>
                  <a:lnTo>
                    <a:pt x="39000" y="159951"/>
                  </a:lnTo>
                  <a:lnTo>
                    <a:pt x="48749" y="138499"/>
                  </a:lnTo>
                  <a:lnTo>
                    <a:pt x="58499" y="143881"/>
                  </a:lnTo>
                  <a:lnTo>
                    <a:pt x="68249" y="144548"/>
                  </a:lnTo>
                  <a:lnTo>
                    <a:pt x="77998" y="130935"/>
                  </a:lnTo>
                  <a:lnTo>
                    <a:pt x="87748" y="161515"/>
                  </a:lnTo>
                  <a:lnTo>
                    <a:pt x="97497" y="167310"/>
                  </a:lnTo>
                  <a:lnTo>
                    <a:pt x="107247" y="173837"/>
                  </a:lnTo>
                  <a:lnTo>
                    <a:pt x="116997" y="175129"/>
                  </a:lnTo>
                  <a:lnTo>
                    <a:pt x="126747" y="136107"/>
                  </a:lnTo>
                  <a:lnTo>
                    <a:pt x="136497" y="126384"/>
                  </a:lnTo>
                  <a:lnTo>
                    <a:pt x="146247" y="148182"/>
                  </a:lnTo>
                  <a:lnTo>
                    <a:pt x="155997" y="189876"/>
                  </a:lnTo>
                  <a:lnTo>
                    <a:pt x="165747" y="161317"/>
                  </a:lnTo>
                  <a:lnTo>
                    <a:pt x="175497" y="173274"/>
                  </a:lnTo>
                  <a:lnTo>
                    <a:pt x="185247" y="176799"/>
                  </a:lnTo>
                  <a:lnTo>
                    <a:pt x="194996" y="176910"/>
                  </a:lnTo>
                  <a:lnTo>
                    <a:pt x="204746" y="163925"/>
                  </a:lnTo>
                  <a:lnTo>
                    <a:pt x="214495" y="175540"/>
                  </a:lnTo>
                  <a:lnTo>
                    <a:pt x="224245" y="130438"/>
                  </a:lnTo>
                  <a:lnTo>
                    <a:pt x="233995" y="147857"/>
                  </a:lnTo>
                  <a:lnTo>
                    <a:pt x="243744" y="152165"/>
                  </a:lnTo>
                  <a:lnTo>
                    <a:pt x="253494" y="179813"/>
                  </a:lnTo>
                  <a:lnTo>
                    <a:pt x="263244" y="191354"/>
                  </a:lnTo>
                  <a:lnTo>
                    <a:pt x="272994" y="218967"/>
                  </a:lnTo>
                  <a:lnTo>
                    <a:pt x="282744" y="224097"/>
                  </a:lnTo>
                  <a:lnTo>
                    <a:pt x="292494" y="269217"/>
                  </a:lnTo>
                  <a:lnTo>
                    <a:pt x="302244" y="267504"/>
                  </a:lnTo>
                  <a:lnTo>
                    <a:pt x="311994" y="241550"/>
                  </a:lnTo>
                  <a:lnTo>
                    <a:pt x="321744" y="209013"/>
                  </a:lnTo>
                  <a:lnTo>
                    <a:pt x="331493" y="260623"/>
                  </a:lnTo>
                  <a:lnTo>
                    <a:pt x="341243" y="247596"/>
                  </a:lnTo>
                  <a:lnTo>
                    <a:pt x="350993" y="262532"/>
                  </a:lnTo>
                  <a:lnTo>
                    <a:pt x="360742" y="270773"/>
                  </a:lnTo>
                  <a:lnTo>
                    <a:pt x="370492" y="267492"/>
                  </a:lnTo>
                  <a:lnTo>
                    <a:pt x="380241" y="282652"/>
                  </a:lnTo>
                  <a:lnTo>
                    <a:pt x="389991" y="295053"/>
                  </a:lnTo>
                  <a:lnTo>
                    <a:pt x="399741" y="284155"/>
                  </a:lnTo>
                  <a:lnTo>
                    <a:pt x="409491" y="278678"/>
                  </a:lnTo>
                  <a:lnTo>
                    <a:pt x="419241" y="260282"/>
                  </a:lnTo>
                  <a:lnTo>
                    <a:pt x="428991" y="236174"/>
                  </a:lnTo>
                  <a:lnTo>
                    <a:pt x="438741" y="223668"/>
                  </a:lnTo>
                  <a:lnTo>
                    <a:pt x="448491" y="179531"/>
                  </a:lnTo>
                  <a:lnTo>
                    <a:pt x="458241" y="166876"/>
                  </a:lnTo>
                  <a:lnTo>
                    <a:pt x="467991" y="156956"/>
                  </a:lnTo>
                  <a:lnTo>
                    <a:pt x="477740" y="143546"/>
                  </a:lnTo>
                  <a:lnTo>
                    <a:pt x="487490" y="109797"/>
                  </a:lnTo>
                  <a:lnTo>
                    <a:pt x="497239" y="115694"/>
                  </a:lnTo>
                  <a:lnTo>
                    <a:pt x="506989" y="113971"/>
                  </a:lnTo>
                  <a:lnTo>
                    <a:pt x="516738" y="100690"/>
                  </a:lnTo>
                  <a:lnTo>
                    <a:pt x="526488" y="99469"/>
                  </a:lnTo>
                  <a:lnTo>
                    <a:pt x="536238" y="112189"/>
                  </a:lnTo>
                  <a:lnTo>
                    <a:pt x="545988" y="92041"/>
                  </a:lnTo>
                  <a:lnTo>
                    <a:pt x="555738" y="78783"/>
                  </a:lnTo>
                  <a:lnTo>
                    <a:pt x="565488" y="83285"/>
                  </a:lnTo>
                  <a:lnTo>
                    <a:pt x="575238" y="96431"/>
                  </a:lnTo>
                  <a:lnTo>
                    <a:pt x="584988" y="96361"/>
                  </a:lnTo>
                  <a:lnTo>
                    <a:pt x="594738" y="82776"/>
                  </a:lnTo>
                  <a:lnTo>
                    <a:pt x="604488" y="77180"/>
                  </a:lnTo>
                  <a:lnTo>
                    <a:pt x="614237" y="58429"/>
                  </a:lnTo>
                  <a:lnTo>
                    <a:pt x="623987" y="62111"/>
                  </a:lnTo>
                  <a:lnTo>
                    <a:pt x="633736" y="47379"/>
                  </a:lnTo>
                  <a:lnTo>
                    <a:pt x="643486" y="49228"/>
                  </a:lnTo>
                  <a:lnTo>
                    <a:pt x="653236" y="45078"/>
                  </a:lnTo>
                  <a:lnTo>
                    <a:pt x="662985" y="48665"/>
                  </a:lnTo>
                  <a:lnTo>
                    <a:pt x="672735" y="15556"/>
                  </a:lnTo>
                  <a:lnTo>
                    <a:pt x="682485" y="7546"/>
                  </a:lnTo>
                  <a:lnTo>
                    <a:pt x="692235" y="1147"/>
                  </a:lnTo>
                  <a:lnTo>
                    <a:pt x="701985" y="0"/>
                  </a:lnTo>
                  <a:lnTo>
                    <a:pt x="711735" y="15325"/>
                  </a:lnTo>
                  <a:lnTo>
                    <a:pt x="721485" y="12143"/>
                  </a:lnTo>
                  <a:lnTo>
                    <a:pt x="731235" y="25383"/>
                  </a:lnTo>
                  <a:lnTo>
                    <a:pt x="740985" y="30835"/>
                  </a:lnTo>
                  <a:lnTo>
                    <a:pt x="750734" y="36368"/>
                  </a:lnTo>
                  <a:lnTo>
                    <a:pt x="760484" y="82028"/>
                  </a:lnTo>
                  <a:lnTo>
                    <a:pt x="770233" y="65125"/>
                  </a:lnTo>
                  <a:lnTo>
                    <a:pt x="779983" y="65420"/>
                  </a:lnTo>
                  <a:lnTo>
                    <a:pt x="789733" y="47955"/>
                  </a:lnTo>
                  <a:lnTo>
                    <a:pt x="799482" y="70646"/>
                  </a:lnTo>
                  <a:lnTo>
                    <a:pt x="809232" y="72878"/>
                  </a:lnTo>
                  <a:lnTo>
                    <a:pt x="818982" y="60259"/>
                  </a:lnTo>
                  <a:lnTo>
                    <a:pt x="828732" y="31946"/>
                  </a:lnTo>
                  <a:lnTo>
                    <a:pt x="838482" y="60108"/>
                  </a:lnTo>
                  <a:lnTo>
                    <a:pt x="848232" y="70565"/>
                  </a:lnTo>
                  <a:lnTo>
                    <a:pt x="857982" y="81143"/>
                  </a:lnTo>
                  <a:lnTo>
                    <a:pt x="867732" y="86964"/>
                  </a:lnTo>
                  <a:lnTo>
                    <a:pt x="877482" y="58300"/>
                  </a:lnTo>
                  <a:lnTo>
                    <a:pt x="887231" y="50685"/>
                  </a:lnTo>
                  <a:lnTo>
                    <a:pt x="896981" y="53236"/>
                  </a:lnTo>
                  <a:lnTo>
                    <a:pt x="906730" y="45987"/>
                  </a:lnTo>
                  <a:lnTo>
                    <a:pt x="916480" y="66125"/>
                  </a:lnTo>
                  <a:lnTo>
                    <a:pt x="926230" y="69526"/>
                  </a:lnTo>
                  <a:lnTo>
                    <a:pt x="935979" y="91027"/>
                  </a:lnTo>
                  <a:lnTo>
                    <a:pt x="945729" y="88054"/>
                  </a:lnTo>
                  <a:lnTo>
                    <a:pt x="955479" y="89541"/>
                  </a:lnTo>
                  <a:lnTo>
                    <a:pt x="965229" y="73948"/>
                  </a:lnTo>
                  <a:lnTo>
                    <a:pt x="974979" y="91294"/>
                  </a:lnTo>
                  <a:lnTo>
                    <a:pt x="984729" y="110171"/>
                  </a:lnTo>
                  <a:lnTo>
                    <a:pt x="994474" y="142503"/>
                  </a:lnTo>
                  <a:lnTo>
                    <a:pt x="1004233" y="138444"/>
                  </a:lnTo>
                  <a:lnTo>
                    <a:pt x="1013977" y="147300"/>
                  </a:lnTo>
                  <a:lnTo>
                    <a:pt x="1023721" y="104285"/>
                  </a:lnTo>
                  <a:lnTo>
                    <a:pt x="1033480" y="143453"/>
                  </a:lnTo>
                  <a:lnTo>
                    <a:pt x="1043224" y="162831"/>
                  </a:lnTo>
                  <a:lnTo>
                    <a:pt x="1052983" y="166088"/>
                  </a:lnTo>
                  <a:lnTo>
                    <a:pt x="1062727" y="150299"/>
                  </a:lnTo>
                  <a:lnTo>
                    <a:pt x="1072471" y="142132"/>
                  </a:lnTo>
                  <a:lnTo>
                    <a:pt x="1082230" y="161477"/>
                  </a:lnTo>
                  <a:lnTo>
                    <a:pt x="1091973" y="208557"/>
                  </a:lnTo>
                  <a:lnTo>
                    <a:pt x="1101732" y="206376"/>
                  </a:lnTo>
                  <a:lnTo>
                    <a:pt x="1111476" y="188959"/>
                  </a:lnTo>
                  <a:lnTo>
                    <a:pt x="1121220" y="213829"/>
                  </a:lnTo>
                  <a:lnTo>
                    <a:pt x="1130979" y="182131"/>
                  </a:lnTo>
                  <a:lnTo>
                    <a:pt x="1140723" y="167710"/>
                  </a:lnTo>
                  <a:lnTo>
                    <a:pt x="1150482" y="148856"/>
                  </a:lnTo>
                  <a:lnTo>
                    <a:pt x="1160226" y="161997"/>
                  </a:lnTo>
                  <a:lnTo>
                    <a:pt x="1169969" y="163506"/>
                  </a:lnTo>
                  <a:lnTo>
                    <a:pt x="1179728" y="149273"/>
                  </a:lnTo>
                  <a:lnTo>
                    <a:pt x="1189472" y="127920"/>
                  </a:lnTo>
                  <a:lnTo>
                    <a:pt x="1199231" y="140411"/>
                  </a:lnTo>
                  <a:lnTo>
                    <a:pt x="1208975" y="143504"/>
                  </a:lnTo>
                  <a:lnTo>
                    <a:pt x="1218719" y="136990"/>
                  </a:lnTo>
                  <a:lnTo>
                    <a:pt x="1228478" y="121905"/>
                  </a:lnTo>
                  <a:lnTo>
                    <a:pt x="1238222" y="141713"/>
                  </a:lnTo>
                  <a:lnTo>
                    <a:pt x="1247966" y="136989"/>
                  </a:lnTo>
                  <a:lnTo>
                    <a:pt x="1257725" y="155390"/>
                  </a:lnTo>
                  <a:lnTo>
                    <a:pt x="1267469" y="141727"/>
                  </a:lnTo>
                  <a:lnTo>
                    <a:pt x="1277227" y="142340"/>
                  </a:lnTo>
                  <a:lnTo>
                    <a:pt x="1286971" y="139022"/>
                  </a:lnTo>
                  <a:lnTo>
                    <a:pt x="1296715" y="134870"/>
                  </a:lnTo>
                  <a:lnTo>
                    <a:pt x="1306474" y="105257"/>
                  </a:lnTo>
                  <a:lnTo>
                    <a:pt x="1316218" y="144402"/>
                  </a:lnTo>
                  <a:lnTo>
                    <a:pt x="1325977" y="128216"/>
                  </a:lnTo>
                  <a:lnTo>
                    <a:pt x="1335721" y="151661"/>
                  </a:lnTo>
                  <a:lnTo>
                    <a:pt x="1345465" y="149493"/>
                  </a:lnTo>
                  <a:lnTo>
                    <a:pt x="1355224" y="118393"/>
                  </a:lnTo>
                  <a:lnTo>
                    <a:pt x="1364967" y="133245"/>
                  </a:lnTo>
                  <a:lnTo>
                    <a:pt x="1374726" y="118992"/>
                  </a:lnTo>
                  <a:lnTo>
                    <a:pt x="1384470" y="126235"/>
                  </a:lnTo>
                  <a:lnTo>
                    <a:pt x="1394214" y="96508"/>
                  </a:lnTo>
                  <a:lnTo>
                    <a:pt x="1403973" y="78833"/>
                  </a:lnTo>
                  <a:lnTo>
                    <a:pt x="1413717" y="76672"/>
                  </a:lnTo>
                  <a:lnTo>
                    <a:pt x="1423476" y="92073"/>
                  </a:lnTo>
                  <a:lnTo>
                    <a:pt x="1433220" y="23840"/>
                  </a:lnTo>
                  <a:lnTo>
                    <a:pt x="1442964" y="28734"/>
                  </a:lnTo>
                  <a:lnTo>
                    <a:pt x="1452722" y="65675"/>
                  </a:lnTo>
                  <a:lnTo>
                    <a:pt x="1462466" y="69595"/>
                  </a:lnTo>
                  <a:lnTo>
                    <a:pt x="1472225" y="62439"/>
                  </a:lnTo>
                  <a:lnTo>
                    <a:pt x="1481969" y="50531"/>
                  </a:lnTo>
                  <a:lnTo>
                    <a:pt x="1491713" y="53306"/>
                  </a:lnTo>
                  <a:lnTo>
                    <a:pt x="1501472" y="64291"/>
                  </a:lnTo>
                  <a:lnTo>
                    <a:pt x="1511216" y="52821"/>
                  </a:lnTo>
                  <a:lnTo>
                    <a:pt x="1520960" y="72208"/>
                  </a:lnTo>
                  <a:lnTo>
                    <a:pt x="1530719" y="105595"/>
                  </a:lnTo>
                  <a:lnTo>
                    <a:pt x="1540463" y="103859"/>
                  </a:lnTo>
                  <a:lnTo>
                    <a:pt x="1550221" y="86283"/>
                  </a:lnTo>
                  <a:lnTo>
                    <a:pt x="1559965" y="107206"/>
                  </a:lnTo>
                  <a:lnTo>
                    <a:pt x="1569709" y="90143"/>
                  </a:lnTo>
                  <a:lnTo>
                    <a:pt x="1579468" y="103460"/>
                  </a:lnTo>
                  <a:lnTo>
                    <a:pt x="1589212" y="78956"/>
                  </a:lnTo>
                  <a:lnTo>
                    <a:pt x="1598971" y="110990"/>
                  </a:lnTo>
                  <a:lnTo>
                    <a:pt x="1608715" y="106562"/>
                  </a:lnTo>
                  <a:lnTo>
                    <a:pt x="1618459" y="131195"/>
                  </a:lnTo>
                  <a:lnTo>
                    <a:pt x="1628218" y="140067"/>
                  </a:lnTo>
                  <a:lnTo>
                    <a:pt x="1637962" y="170385"/>
                  </a:lnTo>
                  <a:lnTo>
                    <a:pt x="1647720" y="182533"/>
                  </a:lnTo>
                  <a:lnTo>
                    <a:pt x="1657464" y="203343"/>
                  </a:lnTo>
                  <a:lnTo>
                    <a:pt x="1667208" y="219036"/>
                  </a:lnTo>
                  <a:lnTo>
                    <a:pt x="1676967" y="205420"/>
                  </a:lnTo>
                  <a:lnTo>
                    <a:pt x="1686711" y="218754"/>
                  </a:lnTo>
                  <a:lnTo>
                    <a:pt x="1696470" y="263124"/>
                  </a:lnTo>
                  <a:lnTo>
                    <a:pt x="1706214" y="256891"/>
                  </a:lnTo>
                  <a:lnTo>
                    <a:pt x="1715958" y="260427"/>
                  </a:lnTo>
                  <a:lnTo>
                    <a:pt x="1725716" y="284411"/>
                  </a:lnTo>
                  <a:lnTo>
                    <a:pt x="1735460" y="306478"/>
                  </a:lnTo>
                  <a:lnTo>
                    <a:pt x="1745219" y="266866"/>
                  </a:lnTo>
                  <a:lnTo>
                    <a:pt x="1754963" y="286330"/>
                  </a:lnTo>
                  <a:lnTo>
                    <a:pt x="1764707" y="304546"/>
                  </a:lnTo>
                  <a:lnTo>
                    <a:pt x="1774466" y="338310"/>
                  </a:lnTo>
                  <a:lnTo>
                    <a:pt x="1784210" y="345153"/>
                  </a:lnTo>
                  <a:lnTo>
                    <a:pt x="1793969" y="326204"/>
                  </a:lnTo>
                  <a:lnTo>
                    <a:pt x="1803713" y="312928"/>
                  </a:lnTo>
                  <a:lnTo>
                    <a:pt x="1813457" y="331739"/>
                  </a:lnTo>
                  <a:lnTo>
                    <a:pt x="1823215" y="356683"/>
                  </a:lnTo>
                  <a:lnTo>
                    <a:pt x="1832959" y="385323"/>
                  </a:lnTo>
                  <a:lnTo>
                    <a:pt x="1842703" y="345209"/>
                  </a:lnTo>
                  <a:lnTo>
                    <a:pt x="1852462" y="386122"/>
                  </a:lnTo>
                  <a:lnTo>
                    <a:pt x="1862206" y="371405"/>
                  </a:lnTo>
                  <a:lnTo>
                    <a:pt x="1871965" y="328408"/>
                  </a:lnTo>
                  <a:lnTo>
                    <a:pt x="1881709" y="303349"/>
                  </a:lnTo>
                  <a:lnTo>
                    <a:pt x="1891453" y="298808"/>
                  </a:lnTo>
                  <a:lnTo>
                    <a:pt x="1901212" y="322775"/>
                  </a:lnTo>
                  <a:lnTo>
                    <a:pt x="1910956" y="320347"/>
                  </a:lnTo>
                  <a:lnTo>
                    <a:pt x="1920714" y="284696"/>
                  </a:lnTo>
                  <a:lnTo>
                    <a:pt x="1930458" y="312135"/>
                  </a:lnTo>
                  <a:lnTo>
                    <a:pt x="1940202" y="311471"/>
                  </a:lnTo>
                  <a:lnTo>
                    <a:pt x="1949961" y="289769"/>
                  </a:lnTo>
                  <a:lnTo>
                    <a:pt x="1959705" y="285181"/>
                  </a:lnTo>
                  <a:lnTo>
                    <a:pt x="1969464" y="307470"/>
                  </a:lnTo>
                  <a:lnTo>
                    <a:pt x="1979208" y="287947"/>
                  </a:lnTo>
                  <a:lnTo>
                    <a:pt x="1988952" y="323172"/>
                  </a:lnTo>
                  <a:lnTo>
                    <a:pt x="1998711" y="308492"/>
                  </a:lnTo>
                  <a:lnTo>
                    <a:pt x="2008454" y="290777"/>
                  </a:lnTo>
                  <a:lnTo>
                    <a:pt x="2018213" y="293313"/>
                  </a:lnTo>
                  <a:lnTo>
                    <a:pt x="2027957" y="285140"/>
                  </a:lnTo>
                  <a:lnTo>
                    <a:pt x="2037701" y="266287"/>
                  </a:lnTo>
                  <a:lnTo>
                    <a:pt x="2047460" y="243522"/>
                  </a:lnTo>
                  <a:lnTo>
                    <a:pt x="2057204" y="260379"/>
                  </a:lnTo>
                  <a:lnTo>
                    <a:pt x="2066963" y="286323"/>
                  </a:lnTo>
                  <a:lnTo>
                    <a:pt x="2076707" y="294994"/>
                  </a:lnTo>
                  <a:lnTo>
                    <a:pt x="2086451" y="323771"/>
                  </a:lnTo>
                  <a:lnTo>
                    <a:pt x="2096210" y="325865"/>
                  </a:lnTo>
                  <a:lnTo>
                    <a:pt x="2105954" y="326803"/>
                  </a:lnTo>
                  <a:lnTo>
                    <a:pt x="2115697" y="305724"/>
                  </a:lnTo>
                  <a:lnTo>
                    <a:pt x="2125456" y="313619"/>
                  </a:lnTo>
                  <a:lnTo>
                    <a:pt x="2135200" y="280003"/>
                  </a:lnTo>
                  <a:lnTo>
                    <a:pt x="2144959" y="262329"/>
                  </a:lnTo>
                  <a:lnTo>
                    <a:pt x="2154703" y="270768"/>
                  </a:lnTo>
                  <a:lnTo>
                    <a:pt x="2164447" y="276041"/>
                  </a:lnTo>
                  <a:lnTo>
                    <a:pt x="2174206" y="300140"/>
                  </a:lnTo>
                  <a:lnTo>
                    <a:pt x="2183950" y="301393"/>
                  </a:lnTo>
                  <a:lnTo>
                    <a:pt x="2193709" y="308375"/>
                  </a:lnTo>
                  <a:lnTo>
                    <a:pt x="2203452" y="347863"/>
                  </a:lnTo>
                  <a:lnTo>
                    <a:pt x="2213196" y="338010"/>
                  </a:lnTo>
                  <a:lnTo>
                    <a:pt x="2222955" y="362884"/>
                  </a:lnTo>
                  <a:lnTo>
                    <a:pt x="2232699" y="410640"/>
                  </a:lnTo>
                  <a:lnTo>
                    <a:pt x="2242458" y="397024"/>
                  </a:lnTo>
                  <a:lnTo>
                    <a:pt x="2252202" y="394337"/>
                  </a:lnTo>
                  <a:lnTo>
                    <a:pt x="2261946" y="417703"/>
                  </a:lnTo>
                  <a:lnTo>
                    <a:pt x="2271705" y="391533"/>
                  </a:lnTo>
                  <a:lnTo>
                    <a:pt x="2281449" y="371648"/>
                  </a:lnTo>
                  <a:lnTo>
                    <a:pt x="2291208" y="394403"/>
                  </a:lnTo>
                  <a:lnTo>
                    <a:pt x="2300951" y="393497"/>
                  </a:lnTo>
                  <a:lnTo>
                    <a:pt x="2310695" y="385420"/>
                  </a:lnTo>
                  <a:lnTo>
                    <a:pt x="2320454" y="372436"/>
                  </a:lnTo>
                  <a:lnTo>
                    <a:pt x="2330198" y="358143"/>
                  </a:lnTo>
                  <a:lnTo>
                    <a:pt x="2339957" y="401875"/>
                  </a:lnTo>
                  <a:lnTo>
                    <a:pt x="2349701" y="416365"/>
                  </a:lnTo>
                  <a:lnTo>
                    <a:pt x="2359445" y="399326"/>
                  </a:lnTo>
                  <a:lnTo>
                    <a:pt x="2369204" y="370073"/>
                  </a:lnTo>
                  <a:lnTo>
                    <a:pt x="2378948" y="380633"/>
                  </a:lnTo>
                  <a:lnTo>
                    <a:pt x="2388692" y="378324"/>
                  </a:lnTo>
                  <a:lnTo>
                    <a:pt x="2398450" y="362976"/>
                  </a:lnTo>
                  <a:lnTo>
                    <a:pt x="2408194" y="365213"/>
                  </a:lnTo>
                  <a:lnTo>
                    <a:pt x="2417953" y="381387"/>
                  </a:lnTo>
                  <a:lnTo>
                    <a:pt x="2427697" y="377934"/>
                  </a:lnTo>
                  <a:lnTo>
                    <a:pt x="2437441" y="359889"/>
                  </a:lnTo>
                  <a:lnTo>
                    <a:pt x="2447200" y="373619"/>
                  </a:lnTo>
                  <a:lnTo>
                    <a:pt x="2456944" y="348483"/>
                  </a:lnTo>
                  <a:lnTo>
                    <a:pt x="2466703" y="333095"/>
                  </a:lnTo>
                  <a:lnTo>
                    <a:pt x="2476446" y="346352"/>
                  </a:lnTo>
                  <a:lnTo>
                    <a:pt x="2486190" y="369598"/>
                  </a:lnTo>
                  <a:lnTo>
                    <a:pt x="2495949" y="361890"/>
                  </a:lnTo>
                  <a:lnTo>
                    <a:pt x="2505693" y="361470"/>
                  </a:lnTo>
                  <a:lnTo>
                    <a:pt x="2515452" y="335722"/>
                  </a:lnTo>
                  <a:lnTo>
                    <a:pt x="2525196" y="332173"/>
                  </a:lnTo>
                  <a:lnTo>
                    <a:pt x="2534940" y="313104"/>
                  </a:lnTo>
                  <a:lnTo>
                    <a:pt x="2544699" y="291381"/>
                  </a:lnTo>
                  <a:lnTo>
                    <a:pt x="2554443" y="300477"/>
                  </a:lnTo>
                  <a:lnTo>
                    <a:pt x="2564202" y="288207"/>
                  </a:lnTo>
                  <a:lnTo>
                    <a:pt x="2573946" y="292614"/>
                  </a:lnTo>
                  <a:lnTo>
                    <a:pt x="2583690" y="276099"/>
                  </a:lnTo>
                  <a:lnTo>
                    <a:pt x="2593448" y="254428"/>
                  </a:lnTo>
                  <a:lnTo>
                    <a:pt x="2603192" y="264038"/>
                  </a:lnTo>
                  <a:lnTo>
                    <a:pt x="2612951" y="225578"/>
                  </a:lnTo>
                  <a:lnTo>
                    <a:pt x="2622695" y="202242"/>
                  </a:lnTo>
                  <a:lnTo>
                    <a:pt x="2632439" y="235858"/>
                  </a:lnTo>
                  <a:lnTo>
                    <a:pt x="2642198" y="231894"/>
                  </a:lnTo>
                  <a:lnTo>
                    <a:pt x="2651942" y="206078"/>
                  </a:lnTo>
                  <a:lnTo>
                    <a:pt x="2661685" y="230012"/>
                  </a:lnTo>
                  <a:lnTo>
                    <a:pt x="2671444" y="187319"/>
                  </a:lnTo>
                  <a:lnTo>
                    <a:pt x="2681188" y="233577"/>
                  </a:lnTo>
                  <a:lnTo>
                    <a:pt x="2690947" y="255932"/>
                  </a:lnTo>
                  <a:lnTo>
                    <a:pt x="2700691" y="250695"/>
                  </a:lnTo>
                  <a:lnTo>
                    <a:pt x="2710435" y="244224"/>
                  </a:lnTo>
                  <a:lnTo>
                    <a:pt x="2720194" y="255880"/>
                  </a:lnTo>
                  <a:lnTo>
                    <a:pt x="2729938" y="318612"/>
                  </a:lnTo>
                  <a:lnTo>
                    <a:pt x="2739697" y="301628"/>
                  </a:lnTo>
                  <a:lnTo>
                    <a:pt x="2749441" y="277696"/>
                  </a:lnTo>
                  <a:lnTo>
                    <a:pt x="2759185" y="233542"/>
                  </a:lnTo>
                  <a:lnTo>
                    <a:pt x="2768943" y="234808"/>
                  </a:lnTo>
                  <a:lnTo>
                    <a:pt x="2778687" y="249848"/>
                  </a:lnTo>
                  <a:lnTo>
                    <a:pt x="2788446" y="246453"/>
                  </a:lnTo>
                  <a:lnTo>
                    <a:pt x="2798190" y="257222"/>
                  </a:lnTo>
                  <a:lnTo>
                    <a:pt x="2807934" y="228844"/>
                  </a:lnTo>
                  <a:lnTo>
                    <a:pt x="2817693" y="216183"/>
                  </a:lnTo>
                  <a:lnTo>
                    <a:pt x="2827437" y="267130"/>
                  </a:lnTo>
                  <a:lnTo>
                    <a:pt x="2837196" y="285879"/>
                  </a:lnTo>
                  <a:lnTo>
                    <a:pt x="2846940" y="283411"/>
                  </a:lnTo>
                  <a:lnTo>
                    <a:pt x="2856684" y="264415"/>
                  </a:lnTo>
                  <a:lnTo>
                    <a:pt x="2866442" y="282321"/>
                  </a:lnTo>
                  <a:lnTo>
                    <a:pt x="2876186" y="277623"/>
                  </a:lnTo>
                  <a:lnTo>
                    <a:pt x="2885945" y="275700"/>
                  </a:lnTo>
                  <a:lnTo>
                    <a:pt x="2895689" y="284054"/>
                  </a:lnTo>
                  <a:lnTo>
                    <a:pt x="2905433" y="298506"/>
                  </a:lnTo>
                  <a:lnTo>
                    <a:pt x="2915192" y="32255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1" name="Freeform 1140">
              <a:extLst>
                <a:ext uri="{FF2B5EF4-FFF2-40B4-BE49-F238E27FC236}">
                  <a16:creationId xmlns:a16="http://schemas.microsoft.com/office/drawing/2014/main" id="{8C3773F4-B7C4-1D86-50AD-F334CA19D72E}"/>
                </a:ext>
              </a:extLst>
            </p:cNvPr>
            <p:cNvSpPr/>
            <p:nvPr/>
          </p:nvSpPr>
          <p:spPr>
            <a:xfrm>
              <a:off x="4426652" y="3447613"/>
              <a:ext cx="2915191" cy="369750"/>
            </a:xfrm>
            <a:custGeom>
              <a:avLst/>
              <a:gdLst>
                <a:gd name="connsiteX0" fmla="*/ 0 w 2915191"/>
                <a:gd name="connsiteY0" fmla="*/ 191865 h 369750"/>
                <a:gd name="connsiteX1" fmla="*/ 9750 w 2915191"/>
                <a:gd name="connsiteY1" fmla="*/ 190221 h 369750"/>
                <a:gd name="connsiteX2" fmla="*/ 19500 w 2915191"/>
                <a:gd name="connsiteY2" fmla="*/ 212102 h 369750"/>
                <a:gd name="connsiteX3" fmla="*/ 29250 w 2915191"/>
                <a:gd name="connsiteY3" fmla="*/ 226619 h 369750"/>
                <a:gd name="connsiteX4" fmla="*/ 39000 w 2915191"/>
                <a:gd name="connsiteY4" fmla="*/ 202009 h 369750"/>
                <a:gd name="connsiteX5" fmla="*/ 48749 w 2915191"/>
                <a:gd name="connsiteY5" fmla="*/ 162029 h 369750"/>
                <a:gd name="connsiteX6" fmla="*/ 58499 w 2915191"/>
                <a:gd name="connsiteY6" fmla="*/ 184169 h 369750"/>
                <a:gd name="connsiteX7" fmla="*/ 68249 w 2915191"/>
                <a:gd name="connsiteY7" fmla="*/ 160383 h 369750"/>
                <a:gd name="connsiteX8" fmla="*/ 77998 w 2915191"/>
                <a:gd name="connsiteY8" fmla="*/ 214682 h 369750"/>
                <a:gd name="connsiteX9" fmla="*/ 87748 w 2915191"/>
                <a:gd name="connsiteY9" fmla="*/ 235581 h 369750"/>
                <a:gd name="connsiteX10" fmla="*/ 97497 w 2915191"/>
                <a:gd name="connsiteY10" fmla="*/ 253914 h 369750"/>
                <a:gd name="connsiteX11" fmla="*/ 107247 w 2915191"/>
                <a:gd name="connsiteY11" fmla="*/ 276115 h 369750"/>
                <a:gd name="connsiteX12" fmla="*/ 116997 w 2915191"/>
                <a:gd name="connsiteY12" fmla="*/ 290207 h 369750"/>
                <a:gd name="connsiteX13" fmla="*/ 126747 w 2915191"/>
                <a:gd name="connsiteY13" fmla="*/ 265756 h 369750"/>
                <a:gd name="connsiteX14" fmla="*/ 136497 w 2915191"/>
                <a:gd name="connsiteY14" fmla="*/ 273252 h 369750"/>
                <a:gd name="connsiteX15" fmla="*/ 146247 w 2915191"/>
                <a:gd name="connsiteY15" fmla="*/ 243126 h 369750"/>
                <a:gd name="connsiteX16" fmla="*/ 155997 w 2915191"/>
                <a:gd name="connsiteY16" fmla="*/ 269450 h 369750"/>
                <a:gd name="connsiteX17" fmla="*/ 165747 w 2915191"/>
                <a:gd name="connsiteY17" fmla="*/ 302597 h 369750"/>
                <a:gd name="connsiteX18" fmla="*/ 175497 w 2915191"/>
                <a:gd name="connsiteY18" fmla="*/ 293398 h 369750"/>
                <a:gd name="connsiteX19" fmla="*/ 185247 w 2915191"/>
                <a:gd name="connsiteY19" fmla="*/ 259922 h 369750"/>
                <a:gd name="connsiteX20" fmla="*/ 194996 w 2915191"/>
                <a:gd name="connsiteY20" fmla="*/ 249871 h 369750"/>
                <a:gd name="connsiteX21" fmla="*/ 204746 w 2915191"/>
                <a:gd name="connsiteY21" fmla="*/ 217570 h 369750"/>
                <a:gd name="connsiteX22" fmla="*/ 214495 w 2915191"/>
                <a:gd name="connsiteY22" fmla="*/ 264041 h 369750"/>
                <a:gd name="connsiteX23" fmla="*/ 224245 w 2915191"/>
                <a:gd name="connsiteY23" fmla="*/ 277272 h 369750"/>
                <a:gd name="connsiteX24" fmla="*/ 233995 w 2915191"/>
                <a:gd name="connsiteY24" fmla="*/ 275639 h 369750"/>
                <a:gd name="connsiteX25" fmla="*/ 243744 w 2915191"/>
                <a:gd name="connsiteY25" fmla="*/ 305306 h 369750"/>
                <a:gd name="connsiteX26" fmla="*/ 253494 w 2915191"/>
                <a:gd name="connsiteY26" fmla="*/ 287322 h 369750"/>
                <a:gd name="connsiteX27" fmla="*/ 263244 w 2915191"/>
                <a:gd name="connsiteY27" fmla="*/ 269922 h 369750"/>
                <a:gd name="connsiteX28" fmla="*/ 272994 w 2915191"/>
                <a:gd name="connsiteY28" fmla="*/ 283340 h 369750"/>
                <a:gd name="connsiteX29" fmla="*/ 282744 w 2915191"/>
                <a:gd name="connsiteY29" fmla="*/ 315172 h 369750"/>
                <a:gd name="connsiteX30" fmla="*/ 292494 w 2915191"/>
                <a:gd name="connsiteY30" fmla="*/ 350370 h 369750"/>
                <a:gd name="connsiteX31" fmla="*/ 302244 w 2915191"/>
                <a:gd name="connsiteY31" fmla="*/ 354712 h 369750"/>
                <a:gd name="connsiteX32" fmla="*/ 311994 w 2915191"/>
                <a:gd name="connsiteY32" fmla="*/ 357297 h 369750"/>
                <a:gd name="connsiteX33" fmla="*/ 321744 w 2915191"/>
                <a:gd name="connsiteY33" fmla="*/ 361871 h 369750"/>
                <a:gd name="connsiteX34" fmla="*/ 331493 w 2915191"/>
                <a:gd name="connsiteY34" fmla="*/ 343046 h 369750"/>
                <a:gd name="connsiteX35" fmla="*/ 341243 w 2915191"/>
                <a:gd name="connsiteY35" fmla="*/ 369751 h 369750"/>
                <a:gd name="connsiteX36" fmla="*/ 350993 w 2915191"/>
                <a:gd name="connsiteY36" fmla="*/ 357625 h 369750"/>
                <a:gd name="connsiteX37" fmla="*/ 360742 w 2915191"/>
                <a:gd name="connsiteY37" fmla="*/ 328430 h 369750"/>
                <a:gd name="connsiteX38" fmla="*/ 370492 w 2915191"/>
                <a:gd name="connsiteY38" fmla="*/ 343223 h 369750"/>
                <a:gd name="connsiteX39" fmla="*/ 380241 w 2915191"/>
                <a:gd name="connsiteY39" fmla="*/ 336106 h 369750"/>
                <a:gd name="connsiteX40" fmla="*/ 389991 w 2915191"/>
                <a:gd name="connsiteY40" fmla="*/ 319959 h 369750"/>
                <a:gd name="connsiteX41" fmla="*/ 399741 w 2915191"/>
                <a:gd name="connsiteY41" fmla="*/ 350143 h 369750"/>
                <a:gd name="connsiteX42" fmla="*/ 409491 w 2915191"/>
                <a:gd name="connsiteY42" fmla="*/ 344257 h 369750"/>
                <a:gd name="connsiteX43" fmla="*/ 419241 w 2915191"/>
                <a:gd name="connsiteY43" fmla="*/ 328761 h 369750"/>
                <a:gd name="connsiteX44" fmla="*/ 428991 w 2915191"/>
                <a:gd name="connsiteY44" fmla="*/ 318604 h 369750"/>
                <a:gd name="connsiteX45" fmla="*/ 438741 w 2915191"/>
                <a:gd name="connsiteY45" fmla="*/ 305460 h 369750"/>
                <a:gd name="connsiteX46" fmla="*/ 448491 w 2915191"/>
                <a:gd name="connsiteY46" fmla="*/ 273785 h 369750"/>
                <a:gd name="connsiteX47" fmla="*/ 458241 w 2915191"/>
                <a:gd name="connsiteY47" fmla="*/ 268037 h 369750"/>
                <a:gd name="connsiteX48" fmla="*/ 467991 w 2915191"/>
                <a:gd name="connsiteY48" fmla="*/ 249101 h 369750"/>
                <a:gd name="connsiteX49" fmla="*/ 477740 w 2915191"/>
                <a:gd name="connsiteY49" fmla="*/ 249023 h 369750"/>
                <a:gd name="connsiteX50" fmla="*/ 487490 w 2915191"/>
                <a:gd name="connsiteY50" fmla="*/ 235656 h 369750"/>
                <a:gd name="connsiteX51" fmla="*/ 497239 w 2915191"/>
                <a:gd name="connsiteY51" fmla="*/ 225295 h 369750"/>
                <a:gd name="connsiteX52" fmla="*/ 506989 w 2915191"/>
                <a:gd name="connsiteY52" fmla="*/ 229382 h 369750"/>
                <a:gd name="connsiteX53" fmla="*/ 516738 w 2915191"/>
                <a:gd name="connsiteY53" fmla="*/ 198614 h 369750"/>
                <a:gd name="connsiteX54" fmla="*/ 526488 w 2915191"/>
                <a:gd name="connsiteY54" fmla="*/ 198916 h 369750"/>
                <a:gd name="connsiteX55" fmla="*/ 536238 w 2915191"/>
                <a:gd name="connsiteY55" fmla="*/ 181884 h 369750"/>
                <a:gd name="connsiteX56" fmla="*/ 545988 w 2915191"/>
                <a:gd name="connsiteY56" fmla="*/ 190990 h 369750"/>
                <a:gd name="connsiteX57" fmla="*/ 555738 w 2915191"/>
                <a:gd name="connsiteY57" fmla="*/ 196604 h 369750"/>
                <a:gd name="connsiteX58" fmla="*/ 565488 w 2915191"/>
                <a:gd name="connsiteY58" fmla="*/ 205984 h 369750"/>
                <a:gd name="connsiteX59" fmla="*/ 575238 w 2915191"/>
                <a:gd name="connsiteY59" fmla="*/ 192049 h 369750"/>
                <a:gd name="connsiteX60" fmla="*/ 584988 w 2915191"/>
                <a:gd name="connsiteY60" fmla="*/ 224633 h 369750"/>
                <a:gd name="connsiteX61" fmla="*/ 594738 w 2915191"/>
                <a:gd name="connsiteY61" fmla="*/ 240182 h 369750"/>
                <a:gd name="connsiteX62" fmla="*/ 604488 w 2915191"/>
                <a:gd name="connsiteY62" fmla="*/ 258432 h 369750"/>
                <a:gd name="connsiteX63" fmla="*/ 614237 w 2915191"/>
                <a:gd name="connsiteY63" fmla="*/ 255139 h 369750"/>
                <a:gd name="connsiteX64" fmla="*/ 623987 w 2915191"/>
                <a:gd name="connsiteY64" fmla="*/ 254586 h 369750"/>
                <a:gd name="connsiteX65" fmla="*/ 633736 w 2915191"/>
                <a:gd name="connsiteY65" fmla="*/ 241830 h 369750"/>
                <a:gd name="connsiteX66" fmla="*/ 643486 w 2915191"/>
                <a:gd name="connsiteY66" fmla="*/ 248318 h 369750"/>
                <a:gd name="connsiteX67" fmla="*/ 653236 w 2915191"/>
                <a:gd name="connsiteY67" fmla="*/ 289796 h 369750"/>
                <a:gd name="connsiteX68" fmla="*/ 662985 w 2915191"/>
                <a:gd name="connsiteY68" fmla="*/ 279261 h 369750"/>
                <a:gd name="connsiteX69" fmla="*/ 672735 w 2915191"/>
                <a:gd name="connsiteY69" fmla="*/ 258527 h 369750"/>
                <a:gd name="connsiteX70" fmla="*/ 682485 w 2915191"/>
                <a:gd name="connsiteY70" fmla="*/ 276261 h 369750"/>
                <a:gd name="connsiteX71" fmla="*/ 692235 w 2915191"/>
                <a:gd name="connsiteY71" fmla="*/ 257745 h 369750"/>
                <a:gd name="connsiteX72" fmla="*/ 701985 w 2915191"/>
                <a:gd name="connsiteY72" fmla="*/ 243420 h 369750"/>
                <a:gd name="connsiteX73" fmla="*/ 711735 w 2915191"/>
                <a:gd name="connsiteY73" fmla="*/ 220584 h 369750"/>
                <a:gd name="connsiteX74" fmla="*/ 721485 w 2915191"/>
                <a:gd name="connsiteY74" fmla="*/ 209880 h 369750"/>
                <a:gd name="connsiteX75" fmla="*/ 731235 w 2915191"/>
                <a:gd name="connsiteY75" fmla="*/ 222816 h 369750"/>
                <a:gd name="connsiteX76" fmla="*/ 740985 w 2915191"/>
                <a:gd name="connsiteY76" fmla="*/ 225571 h 369750"/>
                <a:gd name="connsiteX77" fmla="*/ 750734 w 2915191"/>
                <a:gd name="connsiteY77" fmla="*/ 164367 h 369750"/>
                <a:gd name="connsiteX78" fmla="*/ 760484 w 2915191"/>
                <a:gd name="connsiteY78" fmla="*/ 155362 h 369750"/>
                <a:gd name="connsiteX79" fmla="*/ 770233 w 2915191"/>
                <a:gd name="connsiteY79" fmla="*/ 164970 h 369750"/>
                <a:gd name="connsiteX80" fmla="*/ 779983 w 2915191"/>
                <a:gd name="connsiteY80" fmla="*/ 151444 h 369750"/>
                <a:gd name="connsiteX81" fmla="*/ 789733 w 2915191"/>
                <a:gd name="connsiteY81" fmla="*/ 154967 h 369750"/>
                <a:gd name="connsiteX82" fmla="*/ 799482 w 2915191"/>
                <a:gd name="connsiteY82" fmla="*/ 151780 h 369750"/>
                <a:gd name="connsiteX83" fmla="*/ 809232 w 2915191"/>
                <a:gd name="connsiteY83" fmla="*/ 156927 h 369750"/>
                <a:gd name="connsiteX84" fmla="*/ 818982 w 2915191"/>
                <a:gd name="connsiteY84" fmla="*/ 170821 h 369750"/>
                <a:gd name="connsiteX85" fmla="*/ 828732 w 2915191"/>
                <a:gd name="connsiteY85" fmla="*/ 199042 h 369750"/>
                <a:gd name="connsiteX86" fmla="*/ 838482 w 2915191"/>
                <a:gd name="connsiteY86" fmla="*/ 203875 h 369750"/>
                <a:gd name="connsiteX87" fmla="*/ 848232 w 2915191"/>
                <a:gd name="connsiteY87" fmla="*/ 216353 h 369750"/>
                <a:gd name="connsiteX88" fmla="*/ 857982 w 2915191"/>
                <a:gd name="connsiteY88" fmla="*/ 232336 h 369750"/>
                <a:gd name="connsiteX89" fmla="*/ 867732 w 2915191"/>
                <a:gd name="connsiteY89" fmla="*/ 244974 h 369750"/>
                <a:gd name="connsiteX90" fmla="*/ 877482 w 2915191"/>
                <a:gd name="connsiteY90" fmla="*/ 265104 h 369750"/>
                <a:gd name="connsiteX91" fmla="*/ 887231 w 2915191"/>
                <a:gd name="connsiteY91" fmla="*/ 267914 h 369750"/>
                <a:gd name="connsiteX92" fmla="*/ 896981 w 2915191"/>
                <a:gd name="connsiteY92" fmla="*/ 260413 h 369750"/>
                <a:gd name="connsiteX93" fmla="*/ 906730 w 2915191"/>
                <a:gd name="connsiteY93" fmla="*/ 253177 h 369750"/>
                <a:gd name="connsiteX94" fmla="*/ 916480 w 2915191"/>
                <a:gd name="connsiteY94" fmla="*/ 220399 h 369750"/>
                <a:gd name="connsiteX95" fmla="*/ 926230 w 2915191"/>
                <a:gd name="connsiteY95" fmla="*/ 226685 h 369750"/>
                <a:gd name="connsiteX96" fmla="*/ 935979 w 2915191"/>
                <a:gd name="connsiteY96" fmla="*/ 253095 h 369750"/>
                <a:gd name="connsiteX97" fmla="*/ 945729 w 2915191"/>
                <a:gd name="connsiteY97" fmla="*/ 260229 h 369750"/>
                <a:gd name="connsiteX98" fmla="*/ 955479 w 2915191"/>
                <a:gd name="connsiteY98" fmla="*/ 256729 h 369750"/>
                <a:gd name="connsiteX99" fmla="*/ 965229 w 2915191"/>
                <a:gd name="connsiteY99" fmla="*/ 245348 h 369750"/>
                <a:gd name="connsiteX100" fmla="*/ 974979 w 2915191"/>
                <a:gd name="connsiteY100" fmla="*/ 247201 h 369750"/>
                <a:gd name="connsiteX101" fmla="*/ 984729 w 2915191"/>
                <a:gd name="connsiteY101" fmla="*/ 284206 h 369750"/>
                <a:gd name="connsiteX102" fmla="*/ 994474 w 2915191"/>
                <a:gd name="connsiteY102" fmla="*/ 303489 h 369750"/>
                <a:gd name="connsiteX103" fmla="*/ 1004233 w 2915191"/>
                <a:gd name="connsiteY103" fmla="*/ 315075 h 369750"/>
                <a:gd name="connsiteX104" fmla="*/ 1013977 w 2915191"/>
                <a:gd name="connsiteY104" fmla="*/ 293148 h 369750"/>
                <a:gd name="connsiteX105" fmla="*/ 1023721 w 2915191"/>
                <a:gd name="connsiteY105" fmla="*/ 322305 h 369750"/>
                <a:gd name="connsiteX106" fmla="*/ 1033480 w 2915191"/>
                <a:gd name="connsiteY106" fmla="*/ 310320 h 369750"/>
                <a:gd name="connsiteX107" fmla="*/ 1043224 w 2915191"/>
                <a:gd name="connsiteY107" fmla="*/ 314897 h 369750"/>
                <a:gd name="connsiteX108" fmla="*/ 1052983 w 2915191"/>
                <a:gd name="connsiteY108" fmla="*/ 311554 h 369750"/>
                <a:gd name="connsiteX109" fmla="*/ 1062727 w 2915191"/>
                <a:gd name="connsiteY109" fmla="*/ 275911 h 369750"/>
                <a:gd name="connsiteX110" fmla="*/ 1072471 w 2915191"/>
                <a:gd name="connsiteY110" fmla="*/ 223339 h 369750"/>
                <a:gd name="connsiteX111" fmla="*/ 1082230 w 2915191"/>
                <a:gd name="connsiteY111" fmla="*/ 221247 h 369750"/>
                <a:gd name="connsiteX112" fmla="*/ 1091973 w 2915191"/>
                <a:gd name="connsiteY112" fmla="*/ 182416 h 369750"/>
                <a:gd name="connsiteX113" fmla="*/ 1101732 w 2915191"/>
                <a:gd name="connsiteY113" fmla="*/ 206720 h 369750"/>
                <a:gd name="connsiteX114" fmla="*/ 1111476 w 2915191"/>
                <a:gd name="connsiteY114" fmla="*/ 245629 h 369750"/>
                <a:gd name="connsiteX115" fmla="*/ 1121220 w 2915191"/>
                <a:gd name="connsiteY115" fmla="*/ 230164 h 369750"/>
                <a:gd name="connsiteX116" fmla="*/ 1130979 w 2915191"/>
                <a:gd name="connsiteY116" fmla="*/ 233671 h 369750"/>
                <a:gd name="connsiteX117" fmla="*/ 1140723 w 2915191"/>
                <a:gd name="connsiteY117" fmla="*/ 187761 h 369750"/>
                <a:gd name="connsiteX118" fmla="*/ 1150482 w 2915191"/>
                <a:gd name="connsiteY118" fmla="*/ 196363 h 369750"/>
                <a:gd name="connsiteX119" fmla="*/ 1160226 w 2915191"/>
                <a:gd name="connsiteY119" fmla="*/ 181940 h 369750"/>
                <a:gd name="connsiteX120" fmla="*/ 1169969 w 2915191"/>
                <a:gd name="connsiteY120" fmla="*/ 185781 h 369750"/>
                <a:gd name="connsiteX121" fmla="*/ 1179728 w 2915191"/>
                <a:gd name="connsiteY121" fmla="*/ 213170 h 369750"/>
                <a:gd name="connsiteX122" fmla="*/ 1189472 w 2915191"/>
                <a:gd name="connsiteY122" fmla="*/ 220018 h 369750"/>
                <a:gd name="connsiteX123" fmla="*/ 1199231 w 2915191"/>
                <a:gd name="connsiteY123" fmla="*/ 210995 h 369750"/>
                <a:gd name="connsiteX124" fmla="*/ 1208975 w 2915191"/>
                <a:gd name="connsiteY124" fmla="*/ 242761 h 369750"/>
                <a:gd name="connsiteX125" fmla="*/ 1218719 w 2915191"/>
                <a:gd name="connsiteY125" fmla="*/ 237445 h 369750"/>
                <a:gd name="connsiteX126" fmla="*/ 1228478 w 2915191"/>
                <a:gd name="connsiteY126" fmla="*/ 253310 h 369750"/>
                <a:gd name="connsiteX127" fmla="*/ 1238222 w 2915191"/>
                <a:gd name="connsiteY127" fmla="*/ 266549 h 369750"/>
                <a:gd name="connsiteX128" fmla="*/ 1247966 w 2915191"/>
                <a:gd name="connsiteY128" fmla="*/ 249430 h 369750"/>
                <a:gd name="connsiteX129" fmla="*/ 1257725 w 2915191"/>
                <a:gd name="connsiteY129" fmla="*/ 286665 h 369750"/>
                <a:gd name="connsiteX130" fmla="*/ 1267469 w 2915191"/>
                <a:gd name="connsiteY130" fmla="*/ 244808 h 369750"/>
                <a:gd name="connsiteX131" fmla="*/ 1277227 w 2915191"/>
                <a:gd name="connsiteY131" fmla="*/ 268270 h 369750"/>
                <a:gd name="connsiteX132" fmla="*/ 1286971 w 2915191"/>
                <a:gd name="connsiteY132" fmla="*/ 287352 h 369750"/>
                <a:gd name="connsiteX133" fmla="*/ 1296715 w 2915191"/>
                <a:gd name="connsiteY133" fmla="*/ 279739 h 369750"/>
                <a:gd name="connsiteX134" fmla="*/ 1306474 w 2915191"/>
                <a:gd name="connsiteY134" fmla="*/ 299087 h 369750"/>
                <a:gd name="connsiteX135" fmla="*/ 1316218 w 2915191"/>
                <a:gd name="connsiteY135" fmla="*/ 296880 h 369750"/>
                <a:gd name="connsiteX136" fmla="*/ 1325977 w 2915191"/>
                <a:gd name="connsiteY136" fmla="*/ 300222 h 369750"/>
                <a:gd name="connsiteX137" fmla="*/ 1335721 w 2915191"/>
                <a:gd name="connsiteY137" fmla="*/ 325738 h 369750"/>
                <a:gd name="connsiteX138" fmla="*/ 1345465 w 2915191"/>
                <a:gd name="connsiteY138" fmla="*/ 302341 h 369750"/>
                <a:gd name="connsiteX139" fmla="*/ 1355224 w 2915191"/>
                <a:gd name="connsiteY139" fmla="*/ 273572 h 369750"/>
                <a:gd name="connsiteX140" fmla="*/ 1364967 w 2915191"/>
                <a:gd name="connsiteY140" fmla="*/ 248369 h 369750"/>
                <a:gd name="connsiteX141" fmla="*/ 1374726 w 2915191"/>
                <a:gd name="connsiteY141" fmla="*/ 259449 h 369750"/>
                <a:gd name="connsiteX142" fmla="*/ 1384470 w 2915191"/>
                <a:gd name="connsiteY142" fmla="*/ 269049 h 369750"/>
                <a:gd name="connsiteX143" fmla="*/ 1394214 w 2915191"/>
                <a:gd name="connsiteY143" fmla="*/ 241292 h 369750"/>
                <a:gd name="connsiteX144" fmla="*/ 1403973 w 2915191"/>
                <a:gd name="connsiteY144" fmla="*/ 251011 h 369750"/>
                <a:gd name="connsiteX145" fmla="*/ 1413717 w 2915191"/>
                <a:gd name="connsiteY145" fmla="*/ 261318 h 369750"/>
                <a:gd name="connsiteX146" fmla="*/ 1423476 w 2915191"/>
                <a:gd name="connsiteY146" fmla="*/ 251350 h 369750"/>
                <a:gd name="connsiteX147" fmla="*/ 1433220 w 2915191"/>
                <a:gd name="connsiteY147" fmla="*/ 245059 h 369750"/>
                <a:gd name="connsiteX148" fmla="*/ 1442964 w 2915191"/>
                <a:gd name="connsiteY148" fmla="*/ 245173 h 369750"/>
                <a:gd name="connsiteX149" fmla="*/ 1452722 w 2915191"/>
                <a:gd name="connsiteY149" fmla="*/ 278353 h 369750"/>
                <a:gd name="connsiteX150" fmla="*/ 1462466 w 2915191"/>
                <a:gd name="connsiteY150" fmla="*/ 229783 h 369750"/>
                <a:gd name="connsiteX151" fmla="*/ 1472225 w 2915191"/>
                <a:gd name="connsiteY151" fmla="*/ 210094 h 369750"/>
                <a:gd name="connsiteX152" fmla="*/ 1481969 w 2915191"/>
                <a:gd name="connsiteY152" fmla="*/ 228440 h 369750"/>
                <a:gd name="connsiteX153" fmla="*/ 1491713 w 2915191"/>
                <a:gd name="connsiteY153" fmla="*/ 245060 h 369750"/>
                <a:gd name="connsiteX154" fmla="*/ 1501472 w 2915191"/>
                <a:gd name="connsiteY154" fmla="*/ 240499 h 369750"/>
                <a:gd name="connsiteX155" fmla="*/ 1511216 w 2915191"/>
                <a:gd name="connsiteY155" fmla="*/ 212884 h 369750"/>
                <a:gd name="connsiteX156" fmla="*/ 1520960 w 2915191"/>
                <a:gd name="connsiteY156" fmla="*/ 232917 h 369750"/>
                <a:gd name="connsiteX157" fmla="*/ 1530719 w 2915191"/>
                <a:gd name="connsiteY157" fmla="*/ 202896 h 369750"/>
                <a:gd name="connsiteX158" fmla="*/ 1540463 w 2915191"/>
                <a:gd name="connsiteY158" fmla="*/ 181277 h 369750"/>
                <a:gd name="connsiteX159" fmla="*/ 1550221 w 2915191"/>
                <a:gd name="connsiteY159" fmla="*/ 183064 h 369750"/>
                <a:gd name="connsiteX160" fmla="*/ 1559965 w 2915191"/>
                <a:gd name="connsiteY160" fmla="*/ 168516 h 369750"/>
                <a:gd name="connsiteX161" fmla="*/ 1569709 w 2915191"/>
                <a:gd name="connsiteY161" fmla="*/ 183372 h 369750"/>
                <a:gd name="connsiteX162" fmla="*/ 1579468 w 2915191"/>
                <a:gd name="connsiteY162" fmla="*/ 187557 h 369750"/>
                <a:gd name="connsiteX163" fmla="*/ 1589212 w 2915191"/>
                <a:gd name="connsiteY163" fmla="*/ 174598 h 369750"/>
                <a:gd name="connsiteX164" fmla="*/ 1598971 w 2915191"/>
                <a:gd name="connsiteY164" fmla="*/ 178637 h 369750"/>
                <a:gd name="connsiteX165" fmla="*/ 1608715 w 2915191"/>
                <a:gd name="connsiteY165" fmla="*/ 209925 h 369750"/>
                <a:gd name="connsiteX166" fmla="*/ 1618459 w 2915191"/>
                <a:gd name="connsiteY166" fmla="*/ 208887 h 369750"/>
                <a:gd name="connsiteX167" fmla="*/ 1628218 w 2915191"/>
                <a:gd name="connsiteY167" fmla="*/ 216087 h 369750"/>
                <a:gd name="connsiteX168" fmla="*/ 1637962 w 2915191"/>
                <a:gd name="connsiteY168" fmla="*/ 229194 h 369750"/>
                <a:gd name="connsiteX169" fmla="*/ 1647720 w 2915191"/>
                <a:gd name="connsiteY169" fmla="*/ 218529 h 369750"/>
                <a:gd name="connsiteX170" fmla="*/ 1657464 w 2915191"/>
                <a:gd name="connsiteY170" fmla="*/ 206028 h 369750"/>
                <a:gd name="connsiteX171" fmla="*/ 1667208 w 2915191"/>
                <a:gd name="connsiteY171" fmla="*/ 154497 h 369750"/>
                <a:gd name="connsiteX172" fmla="*/ 1676967 w 2915191"/>
                <a:gd name="connsiteY172" fmla="*/ 140334 h 369750"/>
                <a:gd name="connsiteX173" fmla="*/ 1686711 w 2915191"/>
                <a:gd name="connsiteY173" fmla="*/ 128349 h 369750"/>
                <a:gd name="connsiteX174" fmla="*/ 1696470 w 2915191"/>
                <a:gd name="connsiteY174" fmla="*/ 117304 h 369750"/>
                <a:gd name="connsiteX175" fmla="*/ 1706214 w 2915191"/>
                <a:gd name="connsiteY175" fmla="*/ 94492 h 369750"/>
                <a:gd name="connsiteX176" fmla="*/ 1715958 w 2915191"/>
                <a:gd name="connsiteY176" fmla="*/ 91107 h 369750"/>
                <a:gd name="connsiteX177" fmla="*/ 1725716 w 2915191"/>
                <a:gd name="connsiteY177" fmla="*/ 67918 h 369750"/>
                <a:gd name="connsiteX178" fmla="*/ 1735460 w 2915191"/>
                <a:gd name="connsiteY178" fmla="*/ 75895 h 369750"/>
                <a:gd name="connsiteX179" fmla="*/ 1745219 w 2915191"/>
                <a:gd name="connsiteY179" fmla="*/ 87432 h 369750"/>
                <a:gd name="connsiteX180" fmla="*/ 1754963 w 2915191"/>
                <a:gd name="connsiteY180" fmla="*/ 84628 h 369750"/>
                <a:gd name="connsiteX181" fmla="*/ 1764707 w 2915191"/>
                <a:gd name="connsiteY181" fmla="*/ 79303 h 369750"/>
                <a:gd name="connsiteX182" fmla="*/ 1774466 w 2915191"/>
                <a:gd name="connsiteY182" fmla="*/ 54265 h 369750"/>
                <a:gd name="connsiteX183" fmla="*/ 1784210 w 2915191"/>
                <a:gd name="connsiteY183" fmla="*/ 50213 h 369750"/>
                <a:gd name="connsiteX184" fmla="*/ 1793969 w 2915191"/>
                <a:gd name="connsiteY184" fmla="*/ 62178 h 369750"/>
                <a:gd name="connsiteX185" fmla="*/ 1803713 w 2915191"/>
                <a:gd name="connsiteY185" fmla="*/ 102252 h 369750"/>
                <a:gd name="connsiteX186" fmla="*/ 1813457 w 2915191"/>
                <a:gd name="connsiteY186" fmla="*/ 105181 h 369750"/>
                <a:gd name="connsiteX187" fmla="*/ 1823215 w 2915191"/>
                <a:gd name="connsiteY187" fmla="*/ 103830 h 369750"/>
                <a:gd name="connsiteX188" fmla="*/ 1832959 w 2915191"/>
                <a:gd name="connsiteY188" fmla="*/ 117400 h 369750"/>
                <a:gd name="connsiteX189" fmla="*/ 1842703 w 2915191"/>
                <a:gd name="connsiteY189" fmla="*/ 142542 h 369750"/>
                <a:gd name="connsiteX190" fmla="*/ 1852462 w 2915191"/>
                <a:gd name="connsiteY190" fmla="*/ 108503 h 369750"/>
                <a:gd name="connsiteX191" fmla="*/ 1862206 w 2915191"/>
                <a:gd name="connsiteY191" fmla="*/ 98876 h 369750"/>
                <a:gd name="connsiteX192" fmla="*/ 1871965 w 2915191"/>
                <a:gd name="connsiteY192" fmla="*/ 95820 h 369750"/>
                <a:gd name="connsiteX193" fmla="*/ 1881709 w 2915191"/>
                <a:gd name="connsiteY193" fmla="*/ 106474 h 369750"/>
                <a:gd name="connsiteX194" fmla="*/ 1891453 w 2915191"/>
                <a:gd name="connsiteY194" fmla="*/ 117455 h 369750"/>
                <a:gd name="connsiteX195" fmla="*/ 1901212 w 2915191"/>
                <a:gd name="connsiteY195" fmla="*/ 99857 h 369750"/>
                <a:gd name="connsiteX196" fmla="*/ 1910956 w 2915191"/>
                <a:gd name="connsiteY196" fmla="*/ 129194 h 369750"/>
                <a:gd name="connsiteX197" fmla="*/ 1920714 w 2915191"/>
                <a:gd name="connsiteY197" fmla="*/ 82965 h 369750"/>
                <a:gd name="connsiteX198" fmla="*/ 1930458 w 2915191"/>
                <a:gd name="connsiteY198" fmla="*/ 103308 h 369750"/>
                <a:gd name="connsiteX199" fmla="*/ 1940202 w 2915191"/>
                <a:gd name="connsiteY199" fmla="*/ 89305 h 369750"/>
                <a:gd name="connsiteX200" fmla="*/ 1949961 w 2915191"/>
                <a:gd name="connsiteY200" fmla="*/ 63800 h 369750"/>
                <a:gd name="connsiteX201" fmla="*/ 1959705 w 2915191"/>
                <a:gd name="connsiteY201" fmla="*/ 22021 h 369750"/>
                <a:gd name="connsiteX202" fmla="*/ 1969464 w 2915191"/>
                <a:gd name="connsiteY202" fmla="*/ 21821 h 369750"/>
                <a:gd name="connsiteX203" fmla="*/ 1979208 w 2915191"/>
                <a:gd name="connsiteY203" fmla="*/ 12576 h 369750"/>
                <a:gd name="connsiteX204" fmla="*/ 1988952 w 2915191"/>
                <a:gd name="connsiteY204" fmla="*/ 0 h 369750"/>
                <a:gd name="connsiteX205" fmla="*/ 1998711 w 2915191"/>
                <a:gd name="connsiteY205" fmla="*/ 18496 h 369750"/>
                <a:gd name="connsiteX206" fmla="*/ 2008454 w 2915191"/>
                <a:gd name="connsiteY206" fmla="*/ 8932 h 369750"/>
                <a:gd name="connsiteX207" fmla="*/ 2018213 w 2915191"/>
                <a:gd name="connsiteY207" fmla="*/ 22994 h 369750"/>
                <a:gd name="connsiteX208" fmla="*/ 2027957 w 2915191"/>
                <a:gd name="connsiteY208" fmla="*/ 37951 h 369750"/>
                <a:gd name="connsiteX209" fmla="*/ 2037701 w 2915191"/>
                <a:gd name="connsiteY209" fmla="*/ 48671 h 369750"/>
                <a:gd name="connsiteX210" fmla="*/ 2047460 w 2915191"/>
                <a:gd name="connsiteY210" fmla="*/ 46349 h 369750"/>
                <a:gd name="connsiteX211" fmla="*/ 2057204 w 2915191"/>
                <a:gd name="connsiteY211" fmla="*/ 14440 h 369750"/>
                <a:gd name="connsiteX212" fmla="*/ 2066963 w 2915191"/>
                <a:gd name="connsiteY212" fmla="*/ 21559 h 369750"/>
                <a:gd name="connsiteX213" fmla="*/ 2076707 w 2915191"/>
                <a:gd name="connsiteY213" fmla="*/ 29187 h 369750"/>
                <a:gd name="connsiteX214" fmla="*/ 2086451 w 2915191"/>
                <a:gd name="connsiteY214" fmla="*/ 57483 h 369750"/>
                <a:gd name="connsiteX215" fmla="*/ 2096210 w 2915191"/>
                <a:gd name="connsiteY215" fmla="*/ 82111 h 369750"/>
                <a:gd name="connsiteX216" fmla="*/ 2105954 w 2915191"/>
                <a:gd name="connsiteY216" fmla="*/ 93236 h 369750"/>
                <a:gd name="connsiteX217" fmla="*/ 2115697 w 2915191"/>
                <a:gd name="connsiteY217" fmla="*/ 111199 h 369750"/>
                <a:gd name="connsiteX218" fmla="*/ 2125456 w 2915191"/>
                <a:gd name="connsiteY218" fmla="*/ 108091 h 369750"/>
                <a:gd name="connsiteX219" fmla="*/ 2135200 w 2915191"/>
                <a:gd name="connsiteY219" fmla="*/ 87518 h 369750"/>
                <a:gd name="connsiteX220" fmla="*/ 2144959 w 2915191"/>
                <a:gd name="connsiteY220" fmla="*/ 81149 h 369750"/>
                <a:gd name="connsiteX221" fmla="*/ 2154703 w 2915191"/>
                <a:gd name="connsiteY221" fmla="*/ 111881 h 369750"/>
                <a:gd name="connsiteX222" fmla="*/ 2164447 w 2915191"/>
                <a:gd name="connsiteY222" fmla="*/ 109735 h 369750"/>
                <a:gd name="connsiteX223" fmla="*/ 2174206 w 2915191"/>
                <a:gd name="connsiteY223" fmla="*/ 133955 h 369750"/>
                <a:gd name="connsiteX224" fmla="*/ 2183950 w 2915191"/>
                <a:gd name="connsiteY224" fmla="*/ 143209 h 369750"/>
                <a:gd name="connsiteX225" fmla="*/ 2193709 w 2915191"/>
                <a:gd name="connsiteY225" fmla="*/ 131936 h 369750"/>
                <a:gd name="connsiteX226" fmla="*/ 2203452 w 2915191"/>
                <a:gd name="connsiteY226" fmla="*/ 136251 h 369750"/>
                <a:gd name="connsiteX227" fmla="*/ 2213196 w 2915191"/>
                <a:gd name="connsiteY227" fmla="*/ 107042 h 369750"/>
                <a:gd name="connsiteX228" fmla="*/ 2222955 w 2915191"/>
                <a:gd name="connsiteY228" fmla="*/ 138245 h 369750"/>
                <a:gd name="connsiteX229" fmla="*/ 2232699 w 2915191"/>
                <a:gd name="connsiteY229" fmla="*/ 128011 h 369750"/>
                <a:gd name="connsiteX230" fmla="*/ 2242458 w 2915191"/>
                <a:gd name="connsiteY230" fmla="*/ 137157 h 369750"/>
                <a:gd name="connsiteX231" fmla="*/ 2252202 w 2915191"/>
                <a:gd name="connsiteY231" fmla="*/ 123763 h 369750"/>
                <a:gd name="connsiteX232" fmla="*/ 2261946 w 2915191"/>
                <a:gd name="connsiteY232" fmla="*/ 95157 h 369750"/>
                <a:gd name="connsiteX233" fmla="*/ 2271705 w 2915191"/>
                <a:gd name="connsiteY233" fmla="*/ 95158 h 369750"/>
                <a:gd name="connsiteX234" fmla="*/ 2281449 w 2915191"/>
                <a:gd name="connsiteY234" fmla="*/ 98625 h 369750"/>
                <a:gd name="connsiteX235" fmla="*/ 2291208 w 2915191"/>
                <a:gd name="connsiteY235" fmla="*/ 104962 h 369750"/>
                <a:gd name="connsiteX236" fmla="*/ 2300951 w 2915191"/>
                <a:gd name="connsiteY236" fmla="*/ 79330 h 369750"/>
                <a:gd name="connsiteX237" fmla="*/ 2310695 w 2915191"/>
                <a:gd name="connsiteY237" fmla="*/ 132057 h 369750"/>
                <a:gd name="connsiteX238" fmla="*/ 2320454 w 2915191"/>
                <a:gd name="connsiteY238" fmla="*/ 112204 h 369750"/>
                <a:gd name="connsiteX239" fmla="*/ 2330198 w 2915191"/>
                <a:gd name="connsiteY239" fmla="*/ 153062 h 369750"/>
                <a:gd name="connsiteX240" fmla="*/ 2339957 w 2915191"/>
                <a:gd name="connsiteY240" fmla="*/ 128039 h 369750"/>
                <a:gd name="connsiteX241" fmla="*/ 2349701 w 2915191"/>
                <a:gd name="connsiteY241" fmla="*/ 128910 h 369750"/>
                <a:gd name="connsiteX242" fmla="*/ 2359445 w 2915191"/>
                <a:gd name="connsiteY242" fmla="*/ 105734 h 369750"/>
                <a:gd name="connsiteX243" fmla="*/ 2369204 w 2915191"/>
                <a:gd name="connsiteY243" fmla="*/ 107034 h 369750"/>
                <a:gd name="connsiteX244" fmla="*/ 2378948 w 2915191"/>
                <a:gd name="connsiteY244" fmla="*/ 98703 h 369750"/>
                <a:gd name="connsiteX245" fmla="*/ 2388692 w 2915191"/>
                <a:gd name="connsiteY245" fmla="*/ 122170 h 369750"/>
                <a:gd name="connsiteX246" fmla="*/ 2398450 w 2915191"/>
                <a:gd name="connsiteY246" fmla="*/ 159479 h 369750"/>
                <a:gd name="connsiteX247" fmla="*/ 2408194 w 2915191"/>
                <a:gd name="connsiteY247" fmla="*/ 136732 h 369750"/>
                <a:gd name="connsiteX248" fmla="*/ 2417953 w 2915191"/>
                <a:gd name="connsiteY248" fmla="*/ 132413 h 369750"/>
                <a:gd name="connsiteX249" fmla="*/ 2427697 w 2915191"/>
                <a:gd name="connsiteY249" fmla="*/ 139097 h 369750"/>
                <a:gd name="connsiteX250" fmla="*/ 2437441 w 2915191"/>
                <a:gd name="connsiteY250" fmla="*/ 122073 h 369750"/>
                <a:gd name="connsiteX251" fmla="*/ 2447200 w 2915191"/>
                <a:gd name="connsiteY251" fmla="*/ 176952 h 369750"/>
                <a:gd name="connsiteX252" fmla="*/ 2456944 w 2915191"/>
                <a:gd name="connsiteY252" fmla="*/ 169482 h 369750"/>
                <a:gd name="connsiteX253" fmla="*/ 2466703 w 2915191"/>
                <a:gd name="connsiteY253" fmla="*/ 171531 h 369750"/>
                <a:gd name="connsiteX254" fmla="*/ 2476446 w 2915191"/>
                <a:gd name="connsiteY254" fmla="*/ 181309 h 369750"/>
                <a:gd name="connsiteX255" fmla="*/ 2486190 w 2915191"/>
                <a:gd name="connsiteY255" fmla="*/ 139234 h 369750"/>
                <a:gd name="connsiteX256" fmla="*/ 2495949 w 2915191"/>
                <a:gd name="connsiteY256" fmla="*/ 144218 h 369750"/>
                <a:gd name="connsiteX257" fmla="*/ 2505693 w 2915191"/>
                <a:gd name="connsiteY257" fmla="*/ 135132 h 369750"/>
                <a:gd name="connsiteX258" fmla="*/ 2515452 w 2915191"/>
                <a:gd name="connsiteY258" fmla="*/ 120212 h 369750"/>
                <a:gd name="connsiteX259" fmla="*/ 2525196 w 2915191"/>
                <a:gd name="connsiteY259" fmla="*/ 126451 h 369750"/>
                <a:gd name="connsiteX260" fmla="*/ 2534940 w 2915191"/>
                <a:gd name="connsiteY260" fmla="*/ 114330 h 369750"/>
                <a:gd name="connsiteX261" fmla="*/ 2544699 w 2915191"/>
                <a:gd name="connsiteY261" fmla="*/ 118657 h 369750"/>
                <a:gd name="connsiteX262" fmla="*/ 2554443 w 2915191"/>
                <a:gd name="connsiteY262" fmla="*/ 141815 h 369750"/>
                <a:gd name="connsiteX263" fmla="*/ 2564202 w 2915191"/>
                <a:gd name="connsiteY263" fmla="*/ 110500 h 369750"/>
                <a:gd name="connsiteX264" fmla="*/ 2573946 w 2915191"/>
                <a:gd name="connsiteY264" fmla="*/ 90210 h 369750"/>
                <a:gd name="connsiteX265" fmla="*/ 2583690 w 2915191"/>
                <a:gd name="connsiteY265" fmla="*/ 86387 h 369750"/>
                <a:gd name="connsiteX266" fmla="*/ 2593448 w 2915191"/>
                <a:gd name="connsiteY266" fmla="*/ 72591 h 369750"/>
                <a:gd name="connsiteX267" fmla="*/ 2603192 w 2915191"/>
                <a:gd name="connsiteY267" fmla="*/ 57419 h 369750"/>
                <a:gd name="connsiteX268" fmla="*/ 2612951 w 2915191"/>
                <a:gd name="connsiteY268" fmla="*/ 56816 h 369750"/>
                <a:gd name="connsiteX269" fmla="*/ 2622695 w 2915191"/>
                <a:gd name="connsiteY269" fmla="*/ 63412 h 369750"/>
                <a:gd name="connsiteX270" fmla="*/ 2632439 w 2915191"/>
                <a:gd name="connsiteY270" fmla="*/ 86840 h 369750"/>
                <a:gd name="connsiteX271" fmla="*/ 2642198 w 2915191"/>
                <a:gd name="connsiteY271" fmla="*/ 112325 h 369750"/>
                <a:gd name="connsiteX272" fmla="*/ 2651942 w 2915191"/>
                <a:gd name="connsiteY272" fmla="*/ 120718 h 369750"/>
                <a:gd name="connsiteX273" fmla="*/ 2661685 w 2915191"/>
                <a:gd name="connsiteY273" fmla="*/ 118717 h 369750"/>
                <a:gd name="connsiteX274" fmla="*/ 2671444 w 2915191"/>
                <a:gd name="connsiteY274" fmla="*/ 120297 h 369750"/>
                <a:gd name="connsiteX275" fmla="*/ 2681188 w 2915191"/>
                <a:gd name="connsiteY275" fmla="*/ 116951 h 369750"/>
                <a:gd name="connsiteX276" fmla="*/ 2690947 w 2915191"/>
                <a:gd name="connsiteY276" fmla="*/ 117410 h 369750"/>
                <a:gd name="connsiteX277" fmla="*/ 2700691 w 2915191"/>
                <a:gd name="connsiteY277" fmla="*/ 126455 h 369750"/>
                <a:gd name="connsiteX278" fmla="*/ 2710435 w 2915191"/>
                <a:gd name="connsiteY278" fmla="*/ 150028 h 369750"/>
                <a:gd name="connsiteX279" fmla="*/ 2720194 w 2915191"/>
                <a:gd name="connsiteY279" fmla="*/ 120962 h 369750"/>
                <a:gd name="connsiteX280" fmla="*/ 2729938 w 2915191"/>
                <a:gd name="connsiteY280" fmla="*/ 109823 h 369750"/>
                <a:gd name="connsiteX281" fmla="*/ 2739697 w 2915191"/>
                <a:gd name="connsiteY281" fmla="*/ 91970 h 369750"/>
                <a:gd name="connsiteX282" fmla="*/ 2749441 w 2915191"/>
                <a:gd name="connsiteY282" fmla="*/ 115478 h 369750"/>
                <a:gd name="connsiteX283" fmla="*/ 2759185 w 2915191"/>
                <a:gd name="connsiteY283" fmla="*/ 78297 h 369750"/>
                <a:gd name="connsiteX284" fmla="*/ 2768943 w 2915191"/>
                <a:gd name="connsiteY284" fmla="*/ 58830 h 369750"/>
                <a:gd name="connsiteX285" fmla="*/ 2778687 w 2915191"/>
                <a:gd name="connsiteY285" fmla="*/ 75223 h 369750"/>
                <a:gd name="connsiteX286" fmla="*/ 2788446 w 2915191"/>
                <a:gd name="connsiteY286" fmla="*/ 72364 h 369750"/>
                <a:gd name="connsiteX287" fmla="*/ 2798190 w 2915191"/>
                <a:gd name="connsiteY287" fmla="*/ 41939 h 369750"/>
                <a:gd name="connsiteX288" fmla="*/ 2807934 w 2915191"/>
                <a:gd name="connsiteY288" fmla="*/ 57343 h 369750"/>
                <a:gd name="connsiteX289" fmla="*/ 2817693 w 2915191"/>
                <a:gd name="connsiteY289" fmla="*/ 61114 h 369750"/>
                <a:gd name="connsiteX290" fmla="*/ 2827437 w 2915191"/>
                <a:gd name="connsiteY290" fmla="*/ 45239 h 369750"/>
                <a:gd name="connsiteX291" fmla="*/ 2837196 w 2915191"/>
                <a:gd name="connsiteY291" fmla="*/ 34017 h 369750"/>
                <a:gd name="connsiteX292" fmla="*/ 2846940 w 2915191"/>
                <a:gd name="connsiteY292" fmla="*/ 45709 h 369750"/>
                <a:gd name="connsiteX293" fmla="*/ 2856684 w 2915191"/>
                <a:gd name="connsiteY293" fmla="*/ 27162 h 369750"/>
                <a:gd name="connsiteX294" fmla="*/ 2866442 w 2915191"/>
                <a:gd name="connsiteY294" fmla="*/ 31215 h 369750"/>
                <a:gd name="connsiteX295" fmla="*/ 2876186 w 2915191"/>
                <a:gd name="connsiteY295" fmla="*/ 40638 h 369750"/>
                <a:gd name="connsiteX296" fmla="*/ 2885945 w 2915191"/>
                <a:gd name="connsiteY296" fmla="*/ 45153 h 369750"/>
                <a:gd name="connsiteX297" fmla="*/ 2895689 w 2915191"/>
                <a:gd name="connsiteY297" fmla="*/ 91139 h 369750"/>
                <a:gd name="connsiteX298" fmla="*/ 2905433 w 2915191"/>
                <a:gd name="connsiteY298" fmla="*/ 77651 h 369750"/>
                <a:gd name="connsiteX299" fmla="*/ 2915192 w 2915191"/>
                <a:gd name="connsiteY299" fmla="*/ 93676 h 369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69750">
                  <a:moveTo>
                    <a:pt x="0" y="191865"/>
                  </a:moveTo>
                  <a:lnTo>
                    <a:pt x="9750" y="190221"/>
                  </a:lnTo>
                  <a:lnTo>
                    <a:pt x="19500" y="212102"/>
                  </a:lnTo>
                  <a:lnTo>
                    <a:pt x="29250" y="226619"/>
                  </a:lnTo>
                  <a:lnTo>
                    <a:pt x="39000" y="202009"/>
                  </a:lnTo>
                  <a:lnTo>
                    <a:pt x="48749" y="162029"/>
                  </a:lnTo>
                  <a:lnTo>
                    <a:pt x="58499" y="184169"/>
                  </a:lnTo>
                  <a:lnTo>
                    <a:pt x="68249" y="160383"/>
                  </a:lnTo>
                  <a:lnTo>
                    <a:pt x="77998" y="214682"/>
                  </a:lnTo>
                  <a:lnTo>
                    <a:pt x="87748" y="235581"/>
                  </a:lnTo>
                  <a:lnTo>
                    <a:pt x="97497" y="253914"/>
                  </a:lnTo>
                  <a:lnTo>
                    <a:pt x="107247" y="276115"/>
                  </a:lnTo>
                  <a:lnTo>
                    <a:pt x="116997" y="290207"/>
                  </a:lnTo>
                  <a:lnTo>
                    <a:pt x="126747" y="265756"/>
                  </a:lnTo>
                  <a:lnTo>
                    <a:pt x="136497" y="273252"/>
                  </a:lnTo>
                  <a:lnTo>
                    <a:pt x="146247" y="243126"/>
                  </a:lnTo>
                  <a:lnTo>
                    <a:pt x="155997" y="269450"/>
                  </a:lnTo>
                  <a:lnTo>
                    <a:pt x="165747" y="302597"/>
                  </a:lnTo>
                  <a:lnTo>
                    <a:pt x="175497" y="293398"/>
                  </a:lnTo>
                  <a:lnTo>
                    <a:pt x="185247" y="259922"/>
                  </a:lnTo>
                  <a:lnTo>
                    <a:pt x="194996" y="249871"/>
                  </a:lnTo>
                  <a:lnTo>
                    <a:pt x="204746" y="217570"/>
                  </a:lnTo>
                  <a:lnTo>
                    <a:pt x="214495" y="264041"/>
                  </a:lnTo>
                  <a:lnTo>
                    <a:pt x="224245" y="277272"/>
                  </a:lnTo>
                  <a:lnTo>
                    <a:pt x="233995" y="275639"/>
                  </a:lnTo>
                  <a:lnTo>
                    <a:pt x="243744" y="305306"/>
                  </a:lnTo>
                  <a:lnTo>
                    <a:pt x="253494" y="287322"/>
                  </a:lnTo>
                  <a:lnTo>
                    <a:pt x="263244" y="269922"/>
                  </a:lnTo>
                  <a:lnTo>
                    <a:pt x="272994" y="283340"/>
                  </a:lnTo>
                  <a:lnTo>
                    <a:pt x="282744" y="315172"/>
                  </a:lnTo>
                  <a:lnTo>
                    <a:pt x="292494" y="350370"/>
                  </a:lnTo>
                  <a:lnTo>
                    <a:pt x="302244" y="354712"/>
                  </a:lnTo>
                  <a:lnTo>
                    <a:pt x="311994" y="357297"/>
                  </a:lnTo>
                  <a:lnTo>
                    <a:pt x="321744" y="361871"/>
                  </a:lnTo>
                  <a:lnTo>
                    <a:pt x="331493" y="343046"/>
                  </a:lnTo>
                  <a:lnTo>
                    <a:pt x="341243" y="369751"/>
                  </a:lnTo>
                  <a:lnTo>
                    <a:pt x="350993" y="357625"/>
                  </a:lnTo>
                  <a:lnTo>
                    <a:pt x="360742" y="328430"/>
                  </a:lnTo>
                  <a:lnTo>
                    <a:pt x="370492" y="343223"/>
                  </a:lnTo>
                  <a:lnTo>
                    <a:pt x="380241" y="336106"/>
                  </a:lnTo>
                  <a:lnTo>
                    <a:pt x="389991" y="319959"/>
                  </a:lnTo>
                  <a:lnTo>
                    <a:pt x="399741" y="350143"/>
                  </a:lnTo>
                  <a:lnTo>
                    <a:pt x="409491" y="344257"/>
                  </a:lnTo>
                  <a:lnTo>
                    <a:pt x="419241" y="328761"/>
                  </a:lnTo>
                  <a:lnTo>
                    <a:pt x="428991" y="318604"/>
                  </a:lnTo>
                  <a:lnTo>
                    <a:pt x="438741" y="305460"/>
                  </a:lnTo>
                  <a:lnTo>
                    <a:pt x="448491" y="273785"/>
                  </a:lnTo>
                  <a:lnTo>
                    <a:pt x="458241" y="268037"/>
                  </a:lnTo>
                  <a:lnTo>
                    <a:pt x="467991" y="249101"/>
                  </a:lnTo>
                  <a:lnTo>
                    <a:pt x="477740" y="249023"/>
                  </a:lnTo>
                  <a:lnTo>
                    <a:pt x="487490" y="235656"/>
                  </a:lnTo>
                  <a:lnTo>
                    <a:pt x="497239" y="225295"/>
                  </a:lnTo>
                  <a:lnTo>
                    <a:pt x="506989" y="229382"/>
                  </a:lnTo>
                  <a:lnTo>
                    <a:pt x="516738" y="198614"/>
                  </a:lnTo>
                  <a:lnTo>
                    <a:pt x="526488" y="198916"/>
                  </a:lnTo>
                  <a:lnTo>
                    <a:pt x="536238" y="181884"/>
                  </a:lnTo>
                  <a:lnTo>
                    <a:pt x="545988" y="190990"/>
                  </a:lnTo>
                  <a:lnTo>
                    <a:pt x="555738" y="196604"/>
                  </a:lnTo>
                  <a:lnTo>
                    <a:pt x="565488" y="205984"/>
                  </a:lnTo>
                  <a:lnTo>
                    <a:pt x="575238" y="192049"/>
                  </a:lnTo>
                  <a:lnTo>
                    <a:pt x="584988" y="224633"/>
                  </a:lnTo>
                  <a:lnTo>
                    <a:pt x="594738" y="240182"/>
                  </a:lnTo>
                  <a:lnTo>
                    <a:pt x="604488" y="258432"/>
                  </a:lnTo>
                  <a:lnTo>
                    <a:pt x="614237" y="255139"/>
                  </a:lnTo>
                  <a:lnTo>
                    <a:pt x="623987" y="254586"/>
                  </a:lnTo>
                  <a:lnTo>
                    <a:pt x="633736" y="241830"/>
                  </a:lnTo>
                  <a:lnTo>
                    <a:pt x="643486" y="248318"/>
                  </a:lnTo>
                  <a:lnTo>
                    <a:pt x="653236" y="289796"/>
                  </a:lnTo>
                  <a:lnTo>
                    <a:pt x="662985" y="279261"/>
                  </a:lnTo>
                  <a:lnTo>
                    <a:pt x="672735" y="258527"/>
                  </a:lnTo>
                  <a:lnTo>
                    <a:pt x="682485" y="276261"/>
                  </a:lnTo>
                  <a:lnTo>
                    <a:pt x="692235" y="257745"/>
                  </a:lnTo>
                  <a:lnTo>
                    <a:pt x="701985" y="243420"/>
                  </a:lnTo>
                  <a:lnTo>
                    <a:pt x="711735" y="220584"/>
                  </a:lnTo>
                  <a:lnTo>
                    <a:pt x="721485" y="209880"/>
                  </a:lnTo>
                  <a:lnTo>
                    <a:pt x="731235" y="222816"/>
                  </a:lnTo>
                  <a:lnTo>
                    <a:pt x="740985" y="225571"/>
                  </a:lnTo>
                  <a:lnTo>
                    <a:pt x="750734" y="164367"/>
                  </a:lnTo>
                  <a:lnTo>
                    <a:pt x="760484" y="155362"/>
                  </a:lnTo>
                  <a:lnTo>
                    <a:pt x="770233" y="164970"/>
                  </a:lnTo>
                  <a:lnTo>
                    <a:pt x="779983" y="151444"/>
                  </a:lnTo>
                  <a:lnTo>
                    <a:pt x="789733" y="154967"/>
                  </a:lnTo>
                  <a:lnTo>
                    <a:pt x="799482" y="151780"/>
                  </a:lnTo>
                  <a:lnTo>
                    <a:pt x="809232" y="156927"/>
                  </a:lnTo>
                  <a:lnTo>
                    <a:pt x="818982" y="170821"/>
                  </a:lnTo>
                  <a:lnTo>
                    <a:pt x="828732" y="199042"/>
                  </a:lnTo>
                  <a:lnTo>
                    <a:pt x="838482" y="203875"/>
                  </a:lnTo>
                  <a:lnTo>
                    <a:pt x="848232" y="216353"/>
                  </a:lnTo>
                  <a:lnTo>
                    <a:pt x="857982" y="232336"/>
                  </a:lnTo>
                  <a:lnTo>
                    <a:pt x="867732" y="244974"/>
                  </a:lnTo>
                  <a:lnTo>
                    <a:pt x="877482" y="265104"/>
                  </a:lnTo>
                  <a:lnTo>
                    <a:pt x="887231" y="267914"/>
                  </a:lnTo>
                  <a:lnTo>
                    <a:pt x="896981" y="260413"/>
                  </a:lnTo>
                  <a:lnTo>
                    <a:pt x="906730" y="253177"/>
                  </a:lnTo>
                  <a:lnTo>
                    <a:pt x="916480" y="220399"/>
                  </a:lnTo>
                  <a:lnTo>
                    <a:pt x="926230" y="226685"/>
                  </a:lnTo>
                  <a:lnTo>
                    <a:pt x="935979" y="253095"/>
                  </a:lnTo>
                  <a:lnTo>
                    <a:pt x="945729" y="260229"/>
                  </a:lnTo>
                  <a:lnTo>
                    <a:pt x="955479" y="256729"/>
                  </a:lnTo>
                  <a:lnTo>
                    <a:pt x="965229" y="245348"/>
                  </a:lnTo>
                  <a:lnTo>
                    <a:pt x="974979" y="247201"/>
                  </a:lnTo>
                  <a:lnTo>
                    <a:pt x="984729" y="284206"/>
                  </a:lnTo>
                  <a:lnTo>
                    <a:pt x="994474" y="303489"/>
                  </a:lnTo>
                  <a:lnTo>
                    <a:pt x="1004233" y="315075"/>
                  </a:lnTo>
                  <a:lnTo>
                    <a:pt x="1013977" y="293148"/>
                  </a:lnTo>
                  <a:lnTo>
                    <a:pt x="1023721" y="322305"/>
                  </a:lnTo>
                  <a:lnTo>
                    <a:pt x="1033480" y="310320"/>
                  </a:lnTo>
                  <a:lnTo>
                    <a:pt x="1043224" y="314897"/>
                  </a:lnTo>
                  <a:lnTo>
                    <a:pt x="1052983" y="311554"/>
                  </a:lnTo>
                  <a:lnTo>
                    <a:pt x="1062727" y="275911"/>
                  </a:lnTo>
                  <a:lnTo>
                    <a:pt x="1072471" y="223339"/>
                  </a:lnTo>
                  <a:lnTo>
                    <a:pt x="1082230" y="221247"/>
                  </a:lnTo>
                  <a:lnTo>
                    <a:pt x="1091973" y="182416"/>
                  </a:lnTo>
                  <a:lnTo>
                    <a:pt x="1101732" y="206720"/>
                  </a:lnTo>
                  <a:lnTo>
                    <a:pt x="1111476" y="245629"/>
                  </a:lnTo>
                  <a:lnTo>
                    <a:pt x="1121220" y="230164"/>
                  </a:lnTo>
                  <a:lnTo>
                    <a:pt x="1130979" y="233671"/>
                  </a:lnTo>
                  <a:lnTo>
                    <a:pt x="1140723" y="187761"/>
                  </a:lnTo>
                  <a:lnTo>
                    <a:pt x="1150482" y="196363"/>
                  </a:lnTo>
                  <a:lnTo>
                    <a:pt x="1160226" y="181940"/>
                  </a:lnTo>
                  <a:lnTo>
                    <a:pt x="1169969" y="185781"/>
                  </a:lnTo>
                  <a:lnTo>
                    <a:pt x="1179728" y="213170"/>
                  </a:lnTo>
                  <a:lnTo>
                    <a:pt x="1189472" y="220018"/>
                  </a:lnTo>
                  <a:lnTo>
                    <a:pt x="1199231" y="210995"/>
                  </a:lnTo>
                  <a:lnTo>
                    <a:pt x="1208975" y="242761"/>
                  </a:lnTo>
                  <a:lnTo>
                    <a:pt x="1218719" y="237445"/>
                  </a:lnTo>
                  <a:lnTo>
                    <a:pt x="1228478" y="253310"/>
                  </a:lnTo>
                  <a:lnTo>
                    <a:pt x="1238222" y="266549"/>
                  </a:lnTo>
                  <a:lnTo>
                    <a:pt x="1247966" y="249430"/>
                  </a:lnTo>
                  <a:lnTo>
                    <a:pt x="1257725" y="286665"/>
                  </a:lnTo>
                  <a:lnTo>
                    <a:pt x="1267469" y="244808"/>
                  </a:lnTo>
                  <a:lnTo>
                    <a:pt x="1277227" y="268270"/>
                  </a:lnTo>
                  <a:lnTo>
                    <a:pt x="1286971" y="287352"/>
                  </a:lnTo>
                  <a:lnTo>
                    <a:pt x="1296715" y="279739"/>
                  </a:lnTo>
                  <a:lnTo>
                    <a:pt x="1306474" y="299087"/>
                  </a:lnTo>
                  <a:lnTo>
                    <a:pt x="1316218" y="296880"/>
                  </a:lnTo>
                  <a:lnTo>
                    <a:pt x="1325977" y="300222"/>
                  </a:lnTo>
                  <a:lnTo>
                    <a:pt x="1335721" y="325738"/>
                  </a:lnTo>
                  <a:lnTo>
                    <a:pt x="1345465" y="302341"/>
                  </a:lnTo>
                  <a:lnTo>
                    <a:pt x="1355224" y="273572"/>
                  </a:lnTo>
                  <a:lnTo>
                    <a:pt x="1364967" y="248369"/>
                  </a:lnTo>
                  <a:lnTo>
                    <a:pt x="1374726" y="259449"/>
                  </a:lnTo>
                  <a:lnTo>
                    <a:pt x="1384470" y="269049"/>
                  </a:lnTo>
                  <a:lnTo>
                    <a:pt x="1394214" y="241292"/>
                  </a:lnTo>
                  <a:lnTo>
                    <a:pt x="1403973" y="251011"/>
                  </a:lnTo>
                  <a:lnTo>
                    <a:pt x="1413717" y="261318"/>
                  </a:lnTo>
                  <a:lnTo>
                    <a:pt x="1423476" y="251350"/>
                  </a:lnTo>
                  <a:lnTo>
                    <a:pt x="1433220" y="245059"/>
                  </a:lnTo>
                  <a:lnTo>
                    <a:pt x="1442964" y="245173"/>
                  </a:lnTo>
                  <a:lnTo>
                    <a:pt x="1452722" y="278353"/>
                  </a:lnTo>
                  <a:lnTo>
                    <a:pt x="1462466" y="229783"/>
                  </a:lnTo>
                  <a:lnTo>
                    <a:pt x="1472225" y="210094"/>
                  </a:lnTo>
                  <a:lnTo>
                    <a:pt x="1481969" y="228440"/>
                  </a:lnTo>
                  <a:lnTo>
                    <a:pt x="1491713" y="245060"/>
                  </a:lnTo>
                  <a:lnTo>
                    <a:pt x="1501472" y="240499"/>
                  </a:lnTo>
                  <a:lnTo>
                    <a:pt x="1511216" y="212884"/>
                  </a:lnTo>
                  <a:lnTo>
                    <a:pt x="1520960" y="232917"/>
                  </a:lnTo>
                  <a:lnTo>
                    <a:pt x="1530719" y="202896"/>
                  </a:lnTo>
                  <a:lnTo>
                    <a:pt x="1540463" y="181277"/>
                  </a:lnTo>
                  <a:lnTo>
                    <a:pt x="1550221" y="183064"/>
                  </a:lnTo>
                  <a:lnTo>
                    <a:pt x="1559965" y="168516"/>
                  </a:lnTo>
                  <a:lnTo>
                    <a:pt x="1569709" y="183372"/>
                  </a:lnTo>
                  <a:lnTo>
                    <a:pt x="1579468" y="187557"/>
                  </a:lnTo>
                  <a:lnTo>
                    <a:pt x="1589212" y="174598"/>
                  </a:lnTo>
                  <a:lnTo>
                    <a:pt x="1598971" y="178637"/>
                  </a:lnTo>
                  <a:lnTo>
                    <a:pt x="1608715" y="209925"/>
                  </a:lnTo>
                  <a:lnTo>
                    <a:pt x="1618459" y="208887"/>
                  </a:lnTo>
                  <a:lnTo>
                    <a:pt x="1628218" y="216087"/>
                  </a:lnTo>
                  <a:lnTo>
                    <a:pt x="1637962" y="229194"/>
                  </a:lnTo>
                  <a:lnTo>
                    <a:pt x="1647720" y="218529"/>
                  </a:lnTo>
                  <a:lnTo>
                    <a:pt x="1657464" y="206028"/>
                  </a:lnTo>
                  <a:lnTo>
                    <a:pt x="1667208" y="154497"/>
                  </a:lnTo>
                  <a:lnTo>
                    <a:pt x="1676967" y="140334"/>
                  </a:lnTo>
                  <a:lnTo>
                    <a:pt x="1686711" y="128349"/>
                  </a:lnTo>
                  <a:lnTo>
                    <a:pt x="1696470" y="117304"/>
                  </a:lnTo>
                  <a:lnTo>
                    <a:pt x="1706214" y="94492"/>
                  </a:lnTo>
                  <a:lnTo>
                    <a:pt x="1715958" y="91107"/>
                  </a:lnTo>
                  <a:lnTo>
                    <a:pt x="1725716" y="67918"/>
                  </a:lnTo>
                  <a:lnTo>
                    <a:pt x="1735460" y="75895"/>
                  </a:lnTo>
                  <a:lnTo>
                    <a:pt x="1745219" y="87432"/>
                  </a:lnTo>
                  <a:lnTo>
                    <a:pt x="1754963" y="84628"/>
                  </a:lnTo>
                  <a:lnTo>
                    <a:pt x="1764707" y="79303"/>
                  </a:lnTo>
                  <a:lnTo>
                    <a:pt x="1774466" y="54265"/>
                  </a:lnTo>
                  <a:lnTo>
                    <a:pt x="1784210" y="50213"/>
                  </a:lnTo>
                  <a:lnTo>
                    <a:pt x="1793969" y="62178"/>
                  </a:lnTo>
                  <a:lnTo>
                    <a:pt x="1803713" y="102252"/>
                  </a:lnTo>
                  <a:lnTo>
                    <a:pt x="1813457" y="105181"/>
                  </a:lnTo>
                  <a:lnTo>
                    <a:pt x="1823215" y="103830"/>
                  </a:lnTo>
                  <a:lnTo>
                    <a:pt x="1832959" y="117400"/>
                  </a:lnTo>
                  <a:lnTo>
                    <a:pt x="1842703" y="142542"/>
                  </a:lnTo>
                  <a:lnTo>
                    <a:pt x="1852462" y="108503"/>
                  </a:lnTo>
                  <a:lnTo>
                    <a:pt x="1862206" y="98876"/>
                  </a:lnTo>
                  <a:lnTo>
                    <a:pt x="1871965" y="95820"/>
                  </a:lnTo>
                  <a:lnTo>
                    <a:pt x="1881709" y="106474"/>
                  </a:lnTo>
                  <a:lnTo>
                    <a:pt x="1891453" y="117455"/>
                  </a:lnTo>
                  <a:lnTo>
                    <a:pt x="1901212" y="99857"/>
                  </a:lnTo>
                  <a:lnTo>
                    <a:pt x="1910956" y="129194"/>
                  </a:lnTo>
                  <a:lnTo>
                    <a:pt x="1920714" y="82965"/>
                  </a:lnTo>
                  <a:lnTo>
                    <a:pt x="1930458" y="103308"/>
                  </a:lnTo>
                  <a:lnTo>
                    <a:pt x="1940202" y="89305"/>
                  </a:lnTo>
                  <a:lnTo>
                    <a:pt x="1949961" y="63800"/>
                  </a:lnTo>
                  <a:lnTo>
                    <a:pt x="1959705" y="22021"/>
                  </a:lnTo>
                  <a:lnTo>
                    <a:pt x="1969464" y="21821"/>
                  </a:lnTo>
                  <a:lnTo>
                    <a:pt x="1979208" y="12576"/>
                  </a:lnTo>
                  <a:lnTo>
                    <a:pt x="1988952" y="0"/>
                  </a:lnTo>
                  <a:lnTo>
                    <a:pt x="1998711" y="18496"/>
                  </a:lnTo>
                  <a:lnTo>
                    <a:pt x="2008454" y="8932"/>
                  </a:lnTo>
                  <a:lnTo>
                    <a:pt x="2018213" y="22994"/>
                  </a:lnTo>
                  <a:lnTo>
                    <a:pt x="2027957" y="37951"/>
                  </a:lnTo>
                  <a:lnTo>
                    <a:pt x="2037701" y="48671"/>
                  </a:lnTo>
                  <a:lnTo>
                    <a:pt x="2047460" y="46349"/>
                  </a:lnTo>
                  <a:lnTo>
                    <a:pt x="2057204" y="14440"/>
                  </a:lnTo>
                  <a:lnTo>
                    <a:pt x="2066963" y="21559"/>
                  </a:lnTo>
                  <a:lnTo>
                    <a:pt x="2076707" y="29187"/>
                  </a:lnTo>
                  <a:lnTo>
                    <a:pt x="2086451" y="57483"/>
                  </a:lnTo>
                  <a:lnTo>
                    <a:pt x="2096210" y="82111"/>
                  </a:lnTo>
                  <a:lnTo>
                    <a:pt x="2105954" y="93236"/>
                  </a:lnTo>
                  <a:lnTo>
                    <a:pt x="2115697" y="111199"/>
                  </a:lnTo>
                  <a:lnTo>
                    <a:pt x="2125456" y="108091"/>
                  </a:lnTo>
                  <a:lnTo>
                    <a:pt x="2135200" y="87518"/>
                  </a:lnTo>
                  <a:lnTo>
                    <a:pt x="2144959" y="81149"/>
                  </a:lnTo>
                  <a:lnTo>
                    <a:pt x="2154703" y="111881"/>
                  </a:lnTo>
                  <a:lnTo>
                    <a:pt x="2164447" y="109735"/>
                  </a:lnTo>
                  <a:lnTo>
                    <a:pt x="2174206" y="133955"/>
                  </a:lnTo>
                  <a:lnTo>
                    <a:pt x="2183950" y="143209"/>
                  </a:lnTo>
                  <a:lnTo>
                    <a:pt x="2193709" y="131936"/>
                  </a:lnTo>
                  <a:lnTo>
                    <a:pt x="2203452" y="136251"/>
                  </a:lnTo>
                  <a:lnTo>
                    <a:pt x="2213196" y="107042"/>
                  </a:lnTo>
                  <a:lnTo>
                    <a:pt x="2222955" y="138245"/>
                  </a:lnTo>
                  <a:lnTo>
                    <a:pt x="2232699" y="128011"/>
                  </a:lnTo>
                  <a:lnTo>
                    <a:pt x="2242458" y="137157"/>
                  </a:lnTo>
                  <a:lnTo>
                    <a:pt x="2252202" y="123763"/>
                  </a:lnTo>
                  <a:lnTo>
                    <a:pt x="2261946" y="95157"/>
                  </a:lnTo>
                  <a:lnTo>
                    <a:pt x="2271705" y="95158"/>
                  </a:lnTo>
                  <a:lnTo>
                    <a:pt x="2281449" y="98625"/>
                  </a:lnTo>
                  <a:lnTo>
                    <a:pt x="2291208" y="104962"/>
                  </a:lnTo>
                  <a:lnTo>
                    <a:pt x="2300951" y="79330"/>
                  </a:lnTo>
                  <a:lnTo>
                    <a:pt x="2310695" y="132057"/>
                  </a:lnTo>
                  <a:lnTo>
                    <a:pt x="2320454" y="112204"/>
                  </a:lnTo>
                  <a:lnTo>
                    <a:pt x="2330198" y="153062"/>
                  </a:lnTo>
                  <a:lnTo>
                    <a:pt x="2339957" y="128039"/>
                  </a:lnTo>
                  <a:lnTo>
                    <a:pt x="2349701" y="128910"/>
                  </a:lnTo>
                  <a:lnTo>
                    <a:pt x="2359445" y="105734"/>
                  </a:lnTo>
                  <a:lnTo>
                    <a:pt x="2369204" y="107034"/>
                  </a:lnTo>
                  <a:lnTo>
                    <a:pt x="2378948" y="98703"/>
                  </a:lnTo>
                  <a:lnTo>
                    <a:pt x="2388692" y="122170"/>
                  </a:lnTo>
                  <a:lnTo>
                    <a:pt x="2398450" y="159479"/>
                  </a:lnTo>
                  <a:lnTo>
                    <a:pt x="2408194" y="136732"/>
                  </a:lnTo>
                  <a:lnTo>
                    <a:pt x="2417953" y="132413"/>
                  </a:lnTo>
                  <a:lnTo>
                    <a:pt x="2427697" y="139097"/>
                  </a:lnTo>
                  <a:lnTo>
                    <a:pt x="2437441" y="122073"/>
                  </a:lnTo>
                  <a:lnTo>
                    <a:pt x="2447200" y="176952"/>
                  </a:lnTo>
                  <a:lnTo>
                    <a:pt x="2456944" y="169482"/>
                  </a:lnTo>
                  <a:lnTo>
                    <a:pt x="2466703" y="171531"/>
                  </a:lnTo>
                  <a:lnTo>
                    <a:pt x="2476446" y="181309"/>
                  </a:lnTo>
                  <a:lnTo>
                    <a:pt x="2486190" y="139234"/>
                  </a:lnTo>
                  <a:lnTo>
                    <a:pt x="2495949" y="144218"/>
                  </a:lnTo>
                  <a:lnTo>
                    <a:pt x="2505693" y="135132"/>
                  </a:lnTo>
                  <a:lnTo>
                    <a:pt x="2515452" y="120212"/>
                  </a:lnTo>
                  <a:lnTo>
                    <a:pt x="2525196" y="126451"/>
                  </a:lnTo>
                  <a:lnTo>
                    <a:pt x="2534940" y="114330"/>
                  </a:lnTo>
                  <a:lnTo>
                    <a:pt x="2544699" y="118657"/>
                  </a:lnTo>
                  <a:lnTo>
                    <a:pt x="2554443" y="141815"/>
                  </a:lnTo>
                  <a:lnTo>
                    <a:pt x="2564202" y="110500"/>
                  </a:lnTo>
                  <a:lnTo>
                    <a:pt x="2573946" y="90210"/>
                  </a:lnTo>
                  <a:lnTo>
                    <a:pt x="2583690" y="86387"/>
                  </a:lnTo>
                  <a:lnTo>
                    <a:pt x="2593448" y="72591"/>
                  </a:lnTo>
                  <a:lnTo>
                    <a:pt x="2603192" y="57419"/>
                  </a:lnTo>
                  <a:lnTo>
                    <a:pt x="2612951" y="56816"/>
                  </a:lnTo>
                  <a:lnTo>
                    <a:pt x="2622695" y="63412"/>
                  </a:lnTo>
                  <a:lnTo>
                    <a:pt x="2632439" y="86840"/>
                  </a:lnTo>
                  <a:lnTo>
                    <a:pt x="2642198" y="112325"/>
                  </a:lnTo>
                  <a:lnTo>
                    <a:pt x="2651942" y="120718"/>
                  </a:lnTo>
                  <a:lnTo>
                    <a:pt x="2661685" y="118717"/>
                  </a:lnTo>
                  <a:lnTo>
                    <a:pt x="2671444" y="120297"/>
                  </a:lnTo>
                  <a:lnTo>
                    <a:pt x="2681188" y="116951"/>
                  </a:lnTo>
                  <a:lnTo>
                    <a:pt x="2690947" y="117410"/>
                  </a:lnTo>
                  <a:lnTo>
                    <a:pt x="2700691" y="126455"/>
                  </a:lnTo>
                  <a:lnTo>
                    <a:pt x="2710435" y="150028"/>
                  </a:lnTo>
                  <a:lnTo>
                    <a:pt x="2720194" y="120962"/>
                  </a:lnTo>
                  <a:lnTo>
                    <a:pt x="2729938" y="109823"/>
                  </a:lnTo>
                  <a:lnTo>
                    <a:pt x="2739697" y="91970"/>
                  </a:lnTo>
                  <a:lnTo>
                    <a:pt x="2749441" y="115478"/>
                  </a:lnTo>
                  <a:lnTo>
                    <a:pt x="2759185" y="78297"/>
                  </a:lnTo>
                  <a:lnTo>
                    <a:pt x="2768943" y="58830"/>
                  </a:lnTo>
                  <a:lnTo>
                    <a:pt x="2778687" y="75223"/>
                  </a:lnTo>
                  <a:lnTo>
                    <a:pt x="2788446" y="72364"/>
                  </a:lnTo>
                  <a:lnTo>
                    <a:pt x="2798190" y="41939"/>
                  </a:lnTo>
                  <a:lnTo>
                    <a:pt x="2807934" y="57343"/>
                  </a:lnTo>
                  <a:lnTo>
                    <a:pt x="2817693" y="61114"/>
                  </a:lnTo>
                  <a:lnTo>
                    <a:pt x="2827437" y="45239"/>
                  </a:lnTo>
                  <a:lnTo>
                    <a:pt x="2837196" y="34017"/>
                  </a:lnTo>
                  <a:lnTo>
                    <a:pt x="2846940" y="45709"/>
                  </a:lnTo>
                  <a:lnTo>
                    <a:pt x="2856684" y="27162"/>
                  </a:lnTo>
                  <a:lnTo>
                    <a:pt x="2866442" y="31215"/>
                  </a:lnTo>
                  <a:lnTo>
                    <a:pt x="2876186" y="40638"/>
                  </a:lnTo>
                  <a:lnTo>
                    <a:pt x="2885945" y="45153"/>
                  </a:lnTo>
                  <a:lnTo>
                    <a:pt x="2895689" y="91139"/>
                  </a:lnTo>
                  <a:lnTo>
                    <a:pt x="2905433" y="77651"/>
                  </a:lnTo>
                  <a:lnTo>
                    <a:pt x="2915192" y="9367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2" name="Freeform 1141">
              <a:extLst>
                <a:ext uri="{FF2B5EF4-FFF2-40B4-BE49-F238E27FC236}">
                  <a16:creationId xmlns:a16="http://schemas.microsoft.com/office/drawing/2014/main" id="{791ADF1D-5B47-8480-E0E1-99F56DA191FB}"/>
                </a:ext>
              </a:extLst>
            </p:cNvPr>
            <p:cNvSpPr/>
            <p:nvPr/>
          </p:nvSpPr>
          <p:spPr>
            <a:xfrm>
              <a:off x="4426652" y="3294876"/>
              <a:ext cx="2915191" cy="266636"/>
            </a:xfrm>
            <a:custGeom>
              <a:avLst/>
              <a:gdLst>
                <a:gd name="connsiteX0" fmla="*/ 0 w 2915191"/>
                <a:gd name="connsiteY0" fmla="*/ 132625 h 266636"/>
                <a:gd name="connsiteX1" fmla="*/ 9750 w 2915191"/>
                <a:gd name="connsiteY1" fmla="*/ 98296 h 266636"/>
                <a:gd name="connsiteX2" fmla="*/ 19500 w 2915191"/>
                <a:gd name="connsiteY2" fmla="*/ 95751 h 266636"/>
                <a:gd name="connsiteX3" fmla="*/ 29250 w 2915191"/>
                <a:gd name="connsiteY3" fmla="*/ 92415 h 266636"/>
                <a:gd name="connsiteX4" fmla="*/ 39000 w 2915191"/>
                <a:gd name="connsiteY4" fmla="*/ 75621 h 266636"/>
                <a:gd name="connsiteX5" fmla="*/ 48749 w 2915191"/>
                <a:gd name="connsiteY5" fmla="*/ 69723 h 266636"/>
                <a:gd name="connsiteX6" fmla="*/ 58499 w 2915191"/>
                <a:gd name="connsiteY6" fmla="*/ 37499 h 266636"/>
                <a:gd name="connsiteX7" fmla="*/ 68249 w 2915191"/>
                <a:gd name="connsiteY7" fmla="*/ 34670 h 266636"/>
                <a:gd name="connsiteX8" fmla="*/ 77998 w 2915191"/>
                <a:gd name="connsiteY8" fmla="*/ 67436 h 266636"/>
                <a:gd name="connsiteX9" fmla="*/ 87748 w 2915191"/>
                <a:gd name="connsiteY9" fmla="*/ 78245 h 266636"/>
                <a:gd name="connsiteX10" fmla="*/ 97497 w 2915191"/>
                <a:gd name="connsiteY10" fmla="*/ 114683 h 266636"/>
                <a:gd name="connsiteX11" fmla="*/ 107247 w 2915191"/>
                <a:gd name="connsiteY11" fmla="*/ 143683 h 266636"/>
                <a:gd name="connsiteX12" fmla="*/ 116997 w 2915191"/>
                <a:gd name="connsiteY12" fmla="*/ 160441 h 266636"/>
                <a:gd name="connsiteX13" fmla="*/ 126747 w 2915191"/>
                <a:gd name="connsiteY13" fmla="*/ 224373 h 266636"/>
                <a:gd name="connsiteX14" fmla="*/ 136497 w 2915191"/>
                <a:gd name="connsiteY14" fmla="*/ 237369 h 266636"/>
                <a:gd name="connsiteX15" fmla="*/ 146247 w 2915191"/>
                <a:gd name="connsiteY15" fmla="*/ 263566 h 266636"/>
                <a:gd name="connsiteX16" fmla="*/ 155997 w 2915191"/>
                <a:gd name="connsiteY16" fmla="*/ 248606 h 266636"/>
                <a:gd name="connsiteX17" fmla="*/ 165747 w 2915191"/>
                <a:gd name="connsiteY17" fmla="*/ 237132 h 266636"/>
                <a:gd name="connsiteX18" fmla="*/ 175497 w 2915191"/>
                <a:gd name="connsiteY18" fmla="*/ 214429 h 266636"/>
                <a:gd name="connsiteX19" fmla="*/ 185247 w 2915191"/>
                <a:gd name="connsiteY19" fmla="*/ 210666 h 266636"/>
                <a:gd name="connsiteX20" fmla="*/ 194996 w 2915191"/>
                <a:gd name="connsiteY20" fmla="*/ 220128 h 266636"/>
                <a:gd name="connsiteX21" fmla="*/ 204746 w 2915191"/>
                <a:gd name="connsiteY21" fmla="*/ 171058 h 266636"/>
                <a:gd name="connsiteX22" fmla="*/ 214495 w 2915191"/>
                <a:gd name="connsiteY22" fmla="*/ 159267 h 266636"/>
                <a:gd name="connsiteX23" fmla="*/ 224245 w 2915191"/>
                <a:gd name="connsiteY23" fmla="*/ 173864 h 266636"/>
                <a:gd name="connsiteX24" fmla="*/ 233995 w 2915191"/>
                <a:gd name="connsiteY24" fmla="*/ 157512 h 266636"/>
                <a:gd name="connsiteX25" fmla="*/ 243744 w 2915191"/>
                <a:gd name="connsiteY25" fmla="*/ 147320 h 266636"/>
                <a:gd name="connsiteX26" fmla="*/ 253494 w 2915191"/>
                <a:gd name="connsiteY26" fmla="*/ 193898 h 266636"/>
                <a:gd name="connsiteX27" fmla="*/ 263244 w 2915191"/>
                <a:gd name="connsiteY27" fmla="*/ 194593 h 266636"/>
                <a:gd name="connsiteX28" fmla="*/ 272994 w 2915191"/>
                <a:gd name="connsiteY28" fmla="*/ 176714 h 266636"/>
                <a:gd name="connsiteX29" fmla="*/ 282744 w 2915191"/>
                <a:gd name="connsiteY29" fmla="*/ 170270 h 266636"/>
                <a:gd name="connsiteX30" fmla="*/ 292494 w 2915191"/>
                <a:gd name="connsiteY30" fmla="*/ 182591 h 266636"/>
                <a:gd name="connsiteX31" fmla="*/ 302244 w 2915191"/>
                <a:gd name="connsiteY31" fmla="*/ 171294 h 266636"/>
                <a:gd name="connsiteX32" fmla="*/ 311994 w 2915191"/>
                <a:gd name="connsiteY32" fmla="*/ 156998 h 266636"/>
                <a:gd name="connsiteX33" fmla="*/ 321744 w 2915191"/>
                <a:gd name="connsiteY33" fmla="*/ 163793 h 266636"/>
                <a:gd name="connsiteX34" fmla="*/ 331493 w 2915191"/>
                <a:gd name="connsiteY34" fmla="*/ 149967 h 266636"/>
                <a:gd name="connsiteX35" fmla="*/ 341243 w 2915191"/>
                <a:gd name="connsiteY35" fmla="*/ 166611 h 266636"/>
                <a:gd name="connsiteX36" fmla="*/ 350993 w 2915191"/>
                <a:gd name="connsiteY36" fmla="*/ 159657 h 266636"/>
                <a:gd name="connsiteX37" fmla="*/ 360742 w 2915191"/>
                <a:gd name="connsiteY37" fmla="*/ 131832 h 266636"/>
                <a:gd name="connsiteX38" fmla="*/ 370492 w 2915191"/>
                <a:gd name="connsiteY38" fmla="*/ 126646 h 266636"/>
                <a:gd name="connsiteX39" fmla="*/ 380241 w 2915191"/>
                <a:gd name="connsiteY39" fmla="*/ 145751 h 266636"/>
                <a:gd name="connsiteX40" fmla="*/ 389991 w 2915191"/>
                <a:gd name="connsiteY40" fmla="*/ 127082 h 266636"/>
                <a:gd name="connsiteX41" fmla="*/ 399741 w 2915191"/>
                <a:gd name="connsiteY41" fmla="*/ 113140 h 266636"/>
                <a:gd name="connsiteX42" fmla="*/ 409491 w 2915191"/>
                <a:gd name="connsiteY42" fmla="*/ 113567 h 266636"/>
                <a:gd name="connsiteX43" fmla="*/ 419241 w 2915191"/>
                <a:gd name="connsiteY43" fmla="*/ 105418 h 266636"/>
                <a:gd name="connsiteX44" fmla="*/ 428991 w 2915191"/>
                <a:gd name="connsiteY44" fmla="*/ 120396 h 266636"/>
                <a:gd name="connsiteX45" fmla="*/ 438741 w 2915191"/>
                <a:gd name="connsiteY45" fmla="*/ 122972 h 266636"/>
                <a:gd name="connsiteX46" fmla="*/ 448491 w 2915191"/>
                <a:gd name="connsiteY46" fmla="*/ 92591 h 266636"/>
                <a:gd name="connsiteX47" fmla="*/ 458241 w 2915191"/>
                <a:gd name="connsiteY47" fmla="*/ 94244 h 266636"/>
                <a:gd name="connsiteX48" fmla="*/ 467991 w 2915191"/>
                <a:gd name="connsiteY48" fmla="*/ 102553 h 266636"/>
                <a:gd name="connsiteX49" fmla="*/ 477740 w 2915191"/>
                <a:gd name="connsiteY49" fmla="*/ 116769 h 266636"/>
                <a:gd name="connsiteX50" fmla="*/ 487490 w 2915191"/>
                <a:gd name="connsiteY50" fmla="*/ 94848 h 266636"/>
                <a:gd name="connsiteX51" fmla="*/ 497239 w 2915191"/>
                <a:gd name="connsiteY51" fmla="*/ 81648 h 266636"/>
                <a:gd name="connsiteX52" fmla="*/ 506989 w 2915191"/>
                <a:gd name="connsiteY52" fmla="*/ 78188 h 266636"/>
                <a:gd name="connsiteX53" fmla="*/ 516738 w 2915191"/>
                <a:gd name="connsiteY53" fmla="*/ 85399 h 266636"/>
                <a:gd name="connsiteX54" fmla="*/ 526488 w 2915191"/>
                <a:gd name="connsiteY54" fmla="*/ 96872 h 266636"/>
                <a:gd name="connsiteX55" fmla="*/ 536238 w 2915191"/>
                <a:gd name="connsiteY55" fmla="*/ 98004 h 266636"/>
                <a:gd name="connsiteX56" fmla="*/ 545988 w 2915191"/>
                <a:gd name="connsiteY56" fmla="*/ 94246 h 266636"/>
                <a:gd name="connsiteX57" fmla="*/ 555738 w 2915191"/>
                <a:gd name="connsiteY57" fmla="*/ 73145 h 266636"/>
                <a:gd name="connsiteX58" fmla="*/ 565488 w 2915191"/>
                <a:gd name="connsiteY58" fmla="*/ 96985 h 266636"/>
                <a:gd name="connsiteX59" fmla="*/ 575238 w 2915191"/>
                <a:gd name="connsiteY59" fmla="*/ 129865 h 266636"/>
                <a:gd name="connsiteX60" fmla="*/ 584988 w 2915191"/>
                <a:gd name="connsiteY60" fmla="*/ 108845 h 266636"/>
                <a:gd name="connsiteX61" fmla="*/ 594738 w 2915191"/>
                <a:gd name="connsiteY61" fmla="*/ 109768 h 266636"/>
                <a:gd name="connsiteX62" fmla="*/ 604488 w 2915191"/>
                <a:gd name="connsiteY62" fmla="*/ 122447 h 266636"/>
                <a:gd name="connsiteX63" fmla="*/ 614237 w 2915191"/>
                <a:gd name="connsiteY63" fmla="*/ 140046 h 266636"/>
                <a:gd name="connsiteX64" fmla="*/ 623987 w 2915191"/>
                <a:gd name="connsiteY64" fmla="*/ 112749 h 266636"/>
                <a:gd name="connsiteX65" fmla="*/ 633736 w 2915191"/>
                <a:gd name="connsiteY65" fmla="*/ 101718 h 266636"/>
                <a:gd name="connsiteX66" fmla="*/ 643486 w 2915191"/>
                <a:gd name="connsiteY66" fmla="*/ 78665 h 266636"/>
                <a:gd name="connsiteX67" fmla="*/ 653236 w 2915191"/>
                <a:gd name="connsiteY67" fmla="*/ 105652 h 266636"/>
                <a:gd name="connsiteX68" fmla="*/ 662985 w 2915191"/>
                <a:gd name="connsiteY68" fmla="*/ 88491 h 266636"/>
                <a:gd name="connsiteX69" fmla="*/ 672735 w 2915191"/>
                <a:gd name="connsiteY69" fmla="*/ 47786 h 266636"/>
                <a:gd name="connsiteX70" fmla="*/ 682485 w 2915191"/>
                <a:gd name="connsiteY70" fmla="*/ 31128 h 266636"/>
                <a:gd name="connsiteX71" fmla="*/ 692235 w 2915191"/>
                <a:gd name="connsiteY71" fmla="*/ 41500 h 266636"/>
                <a:gd name="connsiteX72" fmla="*/ 701985 w 2915191"/>
                <a:gd name="connsiteY72" fmla="*/ 65606 h 266636"/>
                <a:gd name="connsiteX73" fmla="*/ 711735 w 2915191"/>
                <a:gd name="connsiteY73" fmla="*/ 47724 h 266636"/>
                <a:gd name="connsiteX74" fmla="*/ 721485 w 2915191"/>
                <a:gd name="connsiteY74" fmla="*/ 66975 h 266636"/>
                <a:gd name="connsiteX75" fmla="*/ 731235 w 2915191"/>
                <a:gd name="connsiteY75" fmla="*/ 61639 h 266636"/>
                <a:gd name="connsiteX76" fmla="*/ 740985 w 2915191"/>
                <a:gd name="connsiteY76" fmla="*/ 79057 h 266636"/>
                <a:gd name="connsiteX77" fmla="*/ 750734 w 2915191"/>
                <a:gd name="connsiteY77" fmla="*/ 64021 h 266636"/>
                <a:gd name="connsiteX78" fmla="*/ 760484 w 2915191"/>
                <a:gd name="connsiteY78" fmla="*/ 50633 h 266636"/>
                <a:gd name="connsiteX79" fmla="*/ 770233 w 2915191"/>
                <a:gd name="connsiteY79" fmla="*/ 90318 h 266636"/>
                <a:gd name="connsiteX80" fmla="*/ 779983 w 2915191"/>
                <a:gd name="connsiteY80" fmla="*/ 115410 h 266636"/>
                <a:gd name="connsiteX81" fmla="*/ 789733 w 2915191"/>
                <a:gd name="connsiteY81" fmla="*/ 118173 h 266636"/>
                <a:gd name="connsiteX82" fmla="*/ 799482 w 2915191"/>
                <a:gd name="connsiteY82" fmla="*/ 117900 h 266636"/>
                <a:gd name="connsiteX83" fmla="*/ 809232 w 2915191"/>
                <a:gd name="connsiteY83" fmla="*/ 145019 h 266636"/>
                <a:gd name="connsiteX84" fmla="*/ 818982 w 2915191"/>
                <a:gd name="connsiteY84" fmla="*/ 171295 h 266636"/>
                <a:gd name="connsiteX85" fmla="*/ 828732 w 2915191"/>
                <a:gd name="connsiteY85" fmla="*/ 166638 h 266636"/>
                <a:gd name="connsiteX86" fmla="*/ 838482 w 2915191"/>
                <a:gd name="connsiteY86" fmla="*/ 152075 h 266636"/>
                <a:gd name="connsiteX87" fmla="*/ 848232 w 2915191"/>
                <a:gd name="connsiteY87" fmla="*/ 194582 h 266636"/>
                <a:gd name="connsiteX88" fmla="*/ 857982 w 2915191"/>
                <a:gd name="connsiteY88" fmla="*/ 198445 h 266636"/>
                <a:gd name="connsiteX89" fmla="*/ 867732 w 2915191"/>
                <a:gd name="connsiteY89" fmla="*/ 227856 h 266636"/>
                <a:gd name="connsiteX90" fmla="*/ 877482 w 2915191"/>
                <a:gd name="connsiteY90" fmla="*/ 218796 h 266636"/>
                <a:gd name="connsiteX91" fmla="*/ 887231 w 2915191"/>
                <a:gd name="connsiteY91" fmla="*/ 182769 h 266636"/>
                <a:gd name="connsiteX92" fmla="*/ 896981 w 2915191"/>
                <a:gd name="connsiteY92" fmla="*/ 212036 h 266636"/>
                <a:gd name="connsiteX93" fmla="*/ 906730 w 2915191"/>
                <a:gd name="connsiteY93" fmla="*/ 214641 h 266636"/>
                <a:gd name="connsiteX94" fmla="*/ 916480 w 2915191"/>
                <a:gd name="connsiteY94" fmla="*/ 201833 h 266636"/>
                <a:gd name="connsiteX95" fmla="*/ 926230 w 2915191"/>
                <a:gd name="connsiteY95" fmla="*/ 209077 h 266636"/>
                <a:gd name="connsiteX96" fmla="*/ 935979 w 2915191"/>
                <a:gd name="connsiteY96" fmla="*/ 252161 h 266636"/>
                <a:gd name="connsiteX97" fmla="*/ 945729 w 2915191"/>
                <a:gd name="connsiteY97" fmla="*/ 204171 h 266636"/>
                <a:gd name="connsiteX98" fmla="*/ 955479 w 2915191"/>
                <a:gd name="connsiteY98" fmla="*/ 216595 h 266636"/>
                <a:gd name="connsiteX99" fmla="*/ 965229 w 2915191"/>
                <a:gd name="connsiteY99" fmla="*/ 254609 h 266636"/>
                <a:gd name="connsiteX100" fmla="*/ 974979 w 2915191"/>
                <a:gd name="connsiteY100" fmla="*/ 250732 h 266636"/>
                <a:gd name="connsiteX101" fmla="*/ 984729 w 2915191"/>
                <a:gd name="connsiteY101" fmla="*/ 230967 h 266636"/>
                <a:gd name="connsiteX102" fmla="*/ 994474 w 2915191"/>
                <a:gd name="connsiteY102" fmla="*/ 238920 h 266636"/>
                <a:gd name="connsiteX103" fmla="*/ 1004233 w 2915191"/>
                <a:gd name="connsiteY103" fmla="*/ 233713 h 266636"/>
                <a:gd name="connsiteX104" fmla="*/ 1013977 w 2915191"/>
                <a:gd name="connsiteY104" fmla="*/ 236584 h 266636"/>
                <a:gd name="connsiteX105" fmla="*/ 1023721 w 2915191"/>
                <a:gd name="connsiteY105" fmla="*/ 246867 h 266636"/>
                <a:gd name="connsiteX106" fmla="*/ 1033480 w 2915191"/>
                <a:gd name="connsiteY106" fmla="*/ 219392 h 266636"/>
                <a:gd name="connsiteX107" fmla="*/ 1043224 w 2915191"/>
                <a:gd name="connsiteY107" fmla="*/ 208057 h 266636"/>
                <a:gd name="connsiteX108" fmla="*/ 1052983 w 2915191"/>
                <a:gd name="connsiteY108" fmla="*/ 198772 h 266636"/>
                <a:gd name="connsiteX109" fmla="*/ 1062727 w 2915191"/>
                <a:gd name="connsiteY109" fmla="*/ 233723 h 266636"/>
                <a:gd name="connsiteX110" fmla="*/ 1072471 w 2915191"/>
                <a:gd name="connsiteY110" fmla="*/ 266637 h 266636"/>
                <a:gd name="connsiteX111" fmla="*/ 1082230 w 2915191"/>
                <a:gd name="connsiteY111" fmla="*/ 244448 h 266636"/>
                <a:gd name="connsiteX112" fmla="*/ 1091973 w 2915191"/>
                <a:gd name="connsiteY112" fmla="*/ 204784 h 266636"/>
                <a:gd name="connsiteX113" fmla="*/ 1101732 w 2915191"/>
                <a:gd name="connsiteY113" fmla="*/ 158083 h 266636"/>
                <a:gd name="connsiteX114" fmla="*/ 1111476 w 2915191"/>
                <a:gd name="connsiteY114" fmla="*/ 144651 h 266636"/>
                <a:gd name="connsiteX115" fmla="*/ 1121220 w 2915191"/>
                <a:gd name="connsiteY115" fmla="*/ 120428 h 266636"/>
                <a:gd name="connsiteX116" fmla="*/ 1130979 w 2915191"/>
                <a:gd name="connsiteY116" fmla="*/ 112128 h 266636"/>
                <a:gd name="connsiteX117" fmla="*/ 1140723 w 2915191"/>
                <a:gd name="connsiteY117" fmla="*/ 115458 h 266636"/>
                <a:gd name="connsiteX118" fmla="*/ 1150482 w 2915191"/>
                <a:gd name="connsiteY118" fmla="*/ 100990 h 266636"/>
                <a:gd name="connsiteX119" fmla="*/ 1160226 w 2915191"/>
                <a:gd name="connsiteY119" fmla="*/ 67399 h 266636"/>
                <a:gd name="connsiteX120" fmla="*/ 1169969 w 2915191"/>
                <a:gd name="connsiteY120" fmla="*/ 39099 h 266636"/>
                <a:gd name="connsiteX121" fmla="*/ 1179728 w 2915191"/>
                <a:gd name="connsiteY121" fmla="*/ 41564 h 266636"/>
                <a:gd name="connsiteX122" fmla="*/ 1189472 w 2915191"/>
                <a:gd name="connsiteY122" fmla="*/ 51068 h 266636"/>
                <a:gd name="connsiteX123" fmla="*/ 1199231 w 2915191"/>
                <a:gd name="connsiteY123" fmla="*/ 58097 h 266636"/>
                <a:gd name="connsiteX124" fmla="*/ 1208975 w 2915191"/>
                <a:gd name="connsiteY124" fmla="*/ 55004 h 266636"/>
                <a:gd name="connsiteX125" fmla="*/ 1218719 w 2915191"/>
                <a:gd name="connsiteY125" fmla="*/ 29625 h 266636"/>
                <a:gd name="connsiteX126" fmla="*/ 1228478 w 2915191"/>
                <a:gd name="connsiteY126" fmla="*/ 59864 h 266636"/>
                <a:gd name="connsiteX127" fmla="*/ 1238222 w 2915191"/>
                <a:gd name="connsiteY127" fmla="*/ 51898 h 266636"/>
                <a:gd name="connsiteX128" fmla="*/ 1247966 w 2915191"/>
                <a:gd name="connsiteY128" fmla="*/ 19819 h 266636"/>
                <a:gd name="connsiteX129" fmla="*/ 1257725 w 2915191"/>
                <a:gd name="connsiteY129" fmla="*/ 47221 h 266636"/>
                <a:gd name="connsiteX130" fmla="*/ 1267469 w 2915191"/>
                <a:gd name="connsiteY130" fmla="*/ 19427 h 266636"/>
                <a:gd name="connsiteX131" fmla="*/ 1277227 w 2915191"/>
                <a:gd name="connsiteY131" fmla="*/ 2983 h 266636"/>
                <a:gd name="connsiteX132" fmla="*/ 1286971 w 2915191"/>
                <a:gd name="connsiteY132" fmla="*/ 0 h 266636"/>
                <a:gd name="connsiteX133" fmla="*/ 1296715 w 2915191"/>
                <a:gd name="connsiteY133" fmla="*/ 3273 h 266636"/>
                <a:gd name="connsiteX134" fmla="*/ 1306474 w 2915191"/>
                <a:gd name="connsiteY134" fmla="*/ 6275 h 266636"/>
                <a:gd name="connsiteX135" fmla="*/ 1316218 w 2915191"/>
                <a:gd name="connsiteY135" fmla="*/ 26848 h 266636"/>
                <a:gd name="connsiteX136" fmla="*/ 1325977 w 2915191"/>
                <a:gd name="connsiteY136" fmla="*/ 18642 h 266636"/>
                <a:gd name="connsiteX137" fmla="*/ 1335721 w 2915191"/>
                <a:gd name="connsiteY137" fmla="*/ 51680 h 266636"/>
                <a:gd name="connsiteX138" fmla="*/ 1345465 w 2915191"/>
                <a:gd name="connsiteY138" fmla="*/ 27967 h 266636"/>
                <a:gd name="connsiteX139" fmla="*/ 1355224 w 2915191"/>
                <a:gd name="connsiteY139" fmla="*/ 40557 h 266636"/>
                <a:gd name="connsiteX140" fmla="*/ 1364967 w 2915191"/>
                <a:gd name="connsiteY140" fmla="*/ 30231 h 266636"/>
                <a:gd name="connsiteX141" fmla="*/ 1374726 w 2915191"/>
                <a:gd name="connsiteY141" fmla="*/ 52990 h 266636"/>
                <a:gd name="connsiteX142" fmla="*/ 1384470 w 2915191"/>
                <a:gd name="connsiteY142" fmla="*/ 69063 h 266636"/>
                <a:gd name="connsiteX143" fmla="*/ 1394214 w 2915191"/>
                <a:gd name="connsiteY143" fmla="*/ 61013 h 266636"/>
                <a:gd name="connsiteX144" fmla="*/ 1403973 w 2915191"/>
                <a:gd name="connsiteY144" fmla="*/ 56157 h 266636"/>
                <a:gd name="connsiteX145" fmla="*/ 1413717 w 2915191"/>
                <a:gd name="connsiteY145" fmla="*/ 36143 h 266636"/>
                <a:gd name="connsiteX146" fmla="*/ 1423476 w 2915191"/>
                <a:gd name="connsiteY146" fmla="*/ 37779 h 266636"/>
                <a:gd name="connsiteX147" fmla="*/ 1433220 w 2915191"/>
                <a:gd name="connsiteY147" fmla="*/ 41622 h 266636"/>
                <a:gd name="connsiteX148" fmla="*/ 1442964 w 2915191"/>
                <a:gd name="connsiteY148" fmla="*/ 41970 h 266636"/>
                <a:gd name="connsiteX149" fmla="*/ 1452722 w 2915191"/>
                <a:gd name="connsiteY149" fmla="*/ 39435 h 266636"/>
                <a:gd name="connsiteX150" fmla="*/ 1462466 w 2915191"/>
                <a:gd name="connsiteY150" fmla="*/ 47462 h 266636"/>
                <a:gd name="connsiteX151" fmla="*/ 1472225 w 2915191"/>
                <a:gd name="connsiteY151" fmla="*/ 42663 h 266636"/>
                <a:gd name="connsiteX152" fmla="*/ 1481969 w 2915191"/>
                <a:gd name="connsiteY152" fmla="*/ 45507 h 266636"/>
                <a:gd name="connsiteX153" fmla="*/ 1491713 w 2915191"/>
                <a:gd name="connsiteY153" fmla="*/ 56153 h 266636"/>
                <a:gd name="connsiteX154" fmla="*/ 1501472 w 2915191"/>
                <a:gd name="connsiteY154" fmla="*/ 48130 h 266636"/>
                <a:gd name="connsiteX155" fmla="*/ 1511216 w 2915191"/>
                <a:gd name="connsiteY155" fmla="*/ 21222 h 266636"/>
                <a:gd name="connsiteX156" fmla="*/ 1520960 w 2915191"/>
                <a:gd name="connsiteY156" fmla="*/ 27258 h 266636"/>
                <a:gd name="connsiteX157" fmla="*/ 1530719 w 2915191"/>
                <a:gd name="connsiteY157" fmla="*/ 61406 h 266636"/>
                <a:gd name="connsiteX158" fmla="*/ 1540463 w 2915191"/>
                <a:gd name="connsiteY158" fmla="*/ 44272 h 266636"/>
                <a:gd name="connsiteX159" fmla="*/ 1550221 w 2915191"/>
                <a:gd name="connsiteY159" fmla="*/ 70125 h 266636"/>
                <a:gd name="connsiteX160" fmla="*/ 1559965 w 2915191"/>
                <a:gd name="connsiteY160" fmla="*/ 75600 h 266636"/>
                <a:gd name="connsiteX161" fmla="*/ 1569709 w 2915191"/>
                <a:gd name="connsiteY161" fmla="*/ 76304 h 266636"/>
                <a:gd name="connsiteX162" fmla="*/ 1579468 w 2915191"/>
                <a:gd name="connsiteY162" fmla="*/ 96347 h 266636"/>
                <a:gd name="connsiteX163" fmla="*/ 1589212 w 2915191"/>
                <a:gd name="connsiteY163" fmla="*/ 65982 h 266636"/>
                <a:gd name="connsiteX164" fmla="*/ 1598971 w 2915191"/>
                <a:gd name="connsiteY164" fmla="*/ 93405 h 266636"/>
                <a:gd name="connsiteX165" fmla="*/ 1608715 w 2915191"/>
                <a:gd name="connsiteY165" fmla="*/ 77931 h 266636"/>
                <a:gd name="connsiteX166" fmla="*/ 1618459 w 2915191"/>
                <a:gd name="connsiteY166" fmla="*/ 110452 h 266636"/>
                <a:gd name="connsiteX167" fmla="*/ 1628218 w 2915191"/>
                <a:gd name="connsiteY167" fmla="*/ 118453 h 266636"/>
                <a:gd name="connsiteX168" fmla="*/ 1637962 w 2915191"/>
                <a:gd name="connsiteY168" fmla="*/ 89550 h 266636"/>
                <a:gd name="connsiteX169" fmla="*/ 1647720 w 2915191"/>
                <a:gd name="connsiteY169" fmla="*/ 112198 h 266636"/>
                <a:gd name="connsiteX170" fmla="*/ 1657464 w 2915191"/>
                <a:gd name="connsiteY170" fmla="*/ 99854 h 266636"/>
                <a:gd name="connsiteX171" fmla="*/ 1667208 w 2915191"/>
                <a:gd name="connsiteY171" fmla="*/ 99680 h 266636"/>
                <a:gd name="connsiteX172" fmla="*/ 1676967 w 2915191"/>
                <a:gd name="connsiteY172" fmla="*/ 72977 h 266636"/>
                <a:gd name="connsiteX173" fmla="*/ 1686711 w 2915191"/>
                <a:gd name="connsiteY173" fmla="*/ 77528 h 266636"/>
                <a:gd name="connsiteX174" fmla="*/ 1696470 w 2915191"/>
                <a:gd name="connsiteY174" fmla="*/ 100873 h 266636"/>
                <a:gd name="connsiteX175" fmla="*/ 1706214 w 2915191"/>
                <a:gd name="connsiteY175" fmla="*/ 90706 h 266636"/>
                <a:gd name="connsiteX176" fmla="*/ 1715958 w 2915191"/>
                <a:gd name="connsiteY176" fmla="*/ 60658 h 266636"/>
                <a:gd name="connsiteX177" fmla="*/ 1725716 w 2915191"/>
                <a:gd name="connsiteY177" fmla="*/ 63079 h 266636"/>
                <a:gd name="connsiteX178" fmla="*/ 1735460 w 2915191"/>
                <a:gd name="connsiteY178" fmla="*/ 86980 h 266636"/>
                <a:gd name="connsiteX179" fmla="*/ 1745219 w 2915191"/>
                <a:gd name="connsiteY179" fmla="*/ 125762 h 266636"/>
                <a:gd name="connsiteX180" fmla="*/ 1754963 w 2915191"/>
                <a:gd name="connsiteY180" fmla="*/ 149759 h 266636"/>
                <a:gd name="connsiteX181" fmla="*/ 1764707 w 2915191"/>
                <a:gd name="connsiteY181" fmla="*/ 122346 h 266636"/>
                <a:gd name="connsiteX182" fmla="*/ 1774466 w 2915191"/>
                <a:gd name="connsiteY182" fmla="*/ 108293 h 266636"/>
                <a:gd name="connsiteX183" fmla="*/ 1784210 w 2915191"/>
                <a:gd name="connsiteY183" fmla="*/ 143845 h 266636"/>
                <a:gd name="connsiteX184" fmla="*/ 1793969 w 2915191"/>
                <a:gd name="connsiteY184" fmla="*/ 143014 h 266636"/>
                <a:gd name="connsiteX185" fmla="*/ 1803713 w 2915191"/>
                <a:gd name="connsiteY185" fmla="*/ 152864 h 266636"/>
                <a:gd name="connsiteX186" fmla="*/ 1813457 w 2915191"/>
                <a:gd name="connsiteY186" fmla="*/ 118250 h 266636"/>
                <a:gd name="connsiteX187" fmla="*/ 1823215 w 2915191"/>
                <a:gd name="connsiteY187" fmla="*/ 114913 h 266636"/>
                <a:gd name="connsiteX188" fmla="*/ 1832959 w 2915191"/>
                <a:gd name="connsiteY188" fmla="*/ 91431 h 266636"/>
                <a:gd name="connsiteX189" fmla="*/ 1842703 w 2915191"/>
                <a:gd name="connsiteY189" fmla="*/ 97185 h 266636"/>
                <a:gd name="connsiteX190" fmla="*/ 1852462 w 2915191"/>
                <a:gd name="connsiteY190" fmla="*/ 107361 h 266636"/>
                <a:gd name="connsiteX191" fmla="*/ 1862206 w 2915191"/>
                <a:gd name="connsiteY191" fmla="*/ 107764 h 266636"/>
                <a:gd name="connsiteX192" fmla="*/ 1871965 w 2915191"/>
                <a:gd name="connsiteY192" fmla="*/ 111120 h 266636"/>
                <a:gd name="connsiteX193" fmla="*/ 1881709 w 2915191"/>
                <a:gd name="connsiteY193" fmla="*/ 101243 h 266636"/>
                <a:gd name="connsiteX194" fmla="*/ 1891453 w 2915191"/>
                <a:gd name="connsiteY194" fmla="*/ 77403 h 266636"/>
                <a:gd name="connsiteX195" fmla="*/ 1901212 w 2915191"/>
                <a:gd name="connsiteY195" fmla="*/ 116580 h 266636"/>
                <a:gd name="connsiteX196" fmla="*/ 1910956 w 2915191"/>
                <a:gd name="connsiteY196" fmla="*/ 94862 h 266636"/>
                <a:gd name="connsiteX197" fmla="*/ 1920714 w 2915191"/>
                <a:gd name="connsiteY197" fmla="*/ 120457 h 266636"/>
                <a:gd name="connsiteX198" fmla="*/ 1930458 w 2915191"/>
                <a:gd name="connsiteY198" fmla="*/ 143212 h 266636"/>
                <a:gd name="connsiteX199" fmla="*/ 1940202 w 2915191"/>
                <a:gd name="connsiteY199" fmla="*/ 173393 h 266636"/>
                <a:gd name="connsiteX200" fmla="*/ 1949961 w 2915191"/>
                <a:gd name="connsiteY200" fmla="*/ 163883 h 266636"/>
                <a:gd name="connsiteX201" fmla="*/ 1959705 w 2915191"/>
                <a:gd name="connsiteY201" fmla="*/ 180369 h 266636"/>
                <a:gd name="connsiteX202" fmla="*/ 1969464 w 2915191"/>
                <a:gd name="connsiteY202" fmla="*/ 195989 h 266636"/>
                <a:gd name="connsiteX203" fmla="*/ 1979208 w 2915191"/>
                <a:gd name="connsiteY203" fmla="*/ 163552 h 266636"/>
                <a:gd name="connsiteX204" fmla="*/ 1988952 w 2915191"/>
                <a:gd name="connsiteY204" fmla="*/ 176845 h 266636"/>
                <a:gd name="connsiteX205" fmla="*/ 1998711 w 2915191"/>
                <a:gd name="connsiteY205" fmla="*/ 162698 h 266636"/>
                <a:gd name="connsiteX206" fmla="*/ 2008454 w 2915191"/>
                <a:gd name="connsiteY206" fmla="*/ 174229 h 266636"/>
                <a:gd name="connsiteX207" fmla="*/ 2018213 w 2915191"/>
                <a:gd name="connsiteY207" fmla="*/ 173759 h 266636"/>
                <a:gd name="connsiteX208" fmla="*/ 2027957 w 2915191"/>
                <a:gd name="connsiteY208" fmla="*/ 185118 h 266636"/>
                <a:gd name="connsiteX209" fmla="*/ 2037701 w 2915191"/>
                <a:gd name="connsiteY209" fmla="*/ 162315 h 266636"/>
                <a:gd name="connsiteX210" fmla="*/ 2047460 w 2915191"/>
                <a:gd name="connsiteY210" fmla="*/ 174719 h 266636"/>
                <a:gd name="connsiteX211" fmla="*/ 2057204 w 2915191"/>
                <a:gd name="connsiteY211" fmla="*/ 191890 h 266636"/>
                <a:gd name="connsiteX212" fmla="*/ 2066963 w 2915191"/>
                <a:gd name="connsiteY212" fmla="*/ 188493 h 266636"/>
                <a:gd name="connsiteX213" fmla="*/ 2076707 w 2915191"/>
                <a:gd name="connsiteY213" fmla="*/ 189403 h 266636"/>
                <a:gd name="connsiteX214" fmla="*/ 2086451 w 2915191"/>
                <a:gd name="connsiteY214" fmla="*/ 196226 h 266636"/>
                <a:gd name="connsiteX215" fmla="*/ 2096210 w 2915191"/>
                <a:gd name="connsiteY215" fmla="*/ 184947 h 266636"/>
                <a:gd name="connsiteX216" fmla="*/ 2105954 w 2915191"/>
                <a:gd name="connsiteY216" fmla="*/ 173080 h 266636"/>
                <a:gd name="connsiteX217" fmla="*/ 2115697 w 2915191"/>
                <a:gd name="connsiteY217" fmla="*/ 149256 h 266636"/>
                <a:gd name="connsiteX218" fmla="*/ 2125456 w 2915191"/>
                <a:gd name="connsiteY218" fmla="*/ 171396 h 266636"/>
                <a:gd name="connsiteX219" fmla="*/ 2135200 w 2915191"/>
                <a:gd name="connsiteY219" fmla="*/ 161217 h 266636"/>
                <a:gd name="connsiteX220" fmla="*/ 2144959 w 2915191"/>
                <a:gd name="connsiteY220" fmla="*/ 156402 h 266636"/>
                <a:gd name="connsiteX221" fmla="*/ 2154703 w 2915191"/>
                <a:gd name="connsiteY221" fmla="*/ 107954 h 266636"/>
                <a:gd name="connsiteX222" fmla="*/ 2164447 w 2915191"/>
                <a:gd name="connsiteY222" fmla="*/ 99868 h 266636"/>
                <a:gd name="connsiteX223" fmla="*/ 2174206 w 2915191"/>
                <a:gd name="connsiteY223" fmla="*/ 88591 h 266636"/>
                <a:gd name="connsiteX224" fmla="*/ 2183950 w 2915191"/>
                <a:gd name="connsiteY224" fmla="*/ 80171 h 266636"/>
                <a:gd name="connsiteX225" fmla="*/ 2193709 w 2915191"/>
                <a:gd name="connsiteY225" fmla="*/ 102976 h 266636"/>
                <a:gd name="connsiteX226" fmla="*/ 2203452 w 2915191"/>
                <a:gd name="connsiteY226" fmla="*/ 145380 h 266636"/>
                <a:gd name="connsiteX227" fmla="*/ 2213196 w 2915191"/>
                <a:gd name="connsiteY227" fmla="*/ 113947 h 266636"/>
                <a:gd name="connsiteX228" fmla="*/ 2222955 w 2915191"/>
                <a:gd name="connsiteY228" fmla="*/ 87452 h 266636"/>
                <a:gd name="connsiteX229" fmla="*/ 2232699 w 2915191"/>
                <a:gd name="connsiteY229" fmla="*/ 77715 h 266636"/>
                <a:gd name="connsiteX230" fmla="*/ 2242458 w 2915191"/>
                <a:gd name="connsiteY230" fmla="*/ 78728 h 266636"/>
                <a:gd name="connsiteX231" fmla="*/ 2252202 w 2915191"/>
                <a:gd name="connsiteY231" fmla="*/ 77440 h 266636"/>
                <a:gd name="connsiteX232" fmla="*/ 2261946 w 2915191"/>
                <a:gd name="connsiteY232" fmla="*/ 82622 h 266636"/>
                <a:gd name="connsiteX233" fmla="*/ 2271705 w 2915191"/>
                <a:gd name="connsiteY233" fmla="*/ 84617 h 266636"/>
                <a:gd name="connsiteX234" fmla="*/ 2281449 w 2915191"/>
                <a:gd name="connsiteY234" fmla="*/ 103990 h 266636"/>
                <a:gd name="connsiteX235" fmla="*/ 2291208 w 2915191"/>
                <a:gd name="connsiteY235" fmla="*/ 108059 h 266636"/>
                <a:gd name="connsiteX236" fmla="*/ 2300951 w 2915191"/>
                <a:gd name="connsiteY236" fmla="*/ 123870 h 266636"/>
                <a:gd name="connsiteX237" fmla="*/ 2310695 w 2915191"/>
                <a:gd name="connsiteY237" fmla="*/ 119022 h 266636"/>
                <a:gd name="connsiteX238" fmla="*/ 2320454 w 2915191"/>
                <a:gd name="connsiteY238" fmla="*/ 153103 h 266636"/>
                <a:gd name="connsiteX239" fmla="*/ 2330198 w 2915191"/>
                <a:gd name="connsiteY239" fmla="*/ 149660 h 266636"/>
                <a:gd name="connsiteX240" fmla="*/ 2339957 w 2915191"/>
                <a:gd name="connsiteY240" fmla="*/ 118673 h 266636"/>
                <a:gd name="connsiteX241" fmla="*/ 2349701 w 2915191"/>
                <a:gd name="connsiteY241" fmla="*/ 126911 h 266636"/>
                <a:gd name="connsiteX242" fmla="*/ 2359445 w 2915191"/>
                <a:gd name="connsiteY242" fmla="*/ 117529 h 266636"/>
                <a:gd name="connsiteX243" fmla="*/ 2369204 w 2915191"/>
                <a:gd name="connsiteY243" fmla="*/ 107939 h 266636"/>
                <a:gd name="connsiteX244" fmla="*/ 2378948 w 2915191"/>
                <a:gd name="connsiteY244" fmla="*/ 128337 h 266636"/>
                <a:gd name="connsiteX245" fmla="*/ 2388692 w 2915191"/>
                <a:gd name="connsiteY245" fmla="*/ 164520 h 266636"/>
                <a:gd name="connsiteX246" fmla="*/ 2398450 w 2915191"/>
                <a:gd name="connsiteY246" fmla="*/ 214621 h 266636"/>
                <a:gd name="connsiteX247" fmla="*/ 2408194 w 2915191"/>
                <a:gd name="connsiteY247" fmla="*/ 214681 h 266636"/>
                <a:gd name="connsiteX248" fmla="*/ 2417953 w 2915191"/>
                <a:gd name="connsiteY248" fmla="*/ 185217 h 266636"/>
                <a:gd name="connsiteX249" fmla="*/ 2427697 w 2915191"/>
                <a:gd name="connsiteY249" fmla="*/ 162336 h 266636"/>
                <a:gd name="connsiteX250" fmla="*/ 2437441 w 2915191"/>
                <a:gd name="connsiteY250" fmla="*/ 138687 h 266636"/>
                <a:gd name="connsiteX251" fmla="*/ 2447200 w 2915191"/>
                <a:gd name="connsiteY251" fmla="*/ 151420 h 266636"/>
                <a:gd name="connsiteX252" fmla="*/ 2456944 w 2915191"/>
                <a:gd name="connsiteY252" fmla="*/ 158187 h 266636"/>
                <a:gd name="connsiteX253" fmla="*/ 2466703 w 2915191"/>
                <a:gd name="connsiteY253" fmla="*/ 164622 h 266636"/>
                <a:gd name="connsiteX254" fmla="*/ 2476446 w 2915191"/>
                <a:gd name="connsiteY254" fmla="*/ 140740 h 266636"/>
                <a:gd name="connsiteX255" fmla="*/ 2486190 w 2915191"/>
                <a:gd name="connsiteY255" fmla="*/ 153194 h 266636"/>
                <a:gd name="connsiteX256" fmla="*/ 2495949 w 2915191"/>
                <a:gd name="connsiteY256" fmla="*/ 120732 h 266636"/>
                <a:gd name="connsiteX257" fmla="*/ 2505693 w 2915191"/>
                <a:gd name="connsiteY257" fmla="*/ 126026 h 266636"/>
                <a:gd name="connsiteX258" fmla="*/ 2515452 w 2915191"/>
                <a:gd name="connsiteY258" fmla="*/ 119321 h 266636"/>
                <a:gd name="connsiteX259" fmla="*/ 2525196 w 2915191"/>
                <a:gd name="connsiteY259" fmla="*/ 135138 h 266636"/>
                <a:gd name="connsiteX260" fmla="*/ 2534940 w 2915191"/>
                <a:gd name="connsiteY260" fmla="*/ 118438 h 266636"/>
                <a:gd name="connsiteX261" fmla="*/ 2544699 w 2915191"/>
                <a:gd name="connsiteY261" fmla="*/ 91565 h 266636"/>
                <a:gd name="connsiteX262" fmla="*/ 2554443 w 2915191"/>
                <a:gd name="connsiteY262" fmla="*/ 102980 h 266636"/>
                <a:gd name="connsiteX263" fmla="*/ 2564202 w 2915191"/>
                <a:gd name="connsiteY263" fmla="*/ 110598 h 266636"/>
                <a:gd name="connsiteX264" fmla="*/ 2573946 w 2915191"/>
                <a:gd name="connsiteY264" fmla="*/ 108019 h 266636"/>
                <a:gd name="connsiteX265" fmla="*/ 2583690 w 2915191"/>
                <a:gd name="connsiteY265" fmla="*/ 90188 h 266636"/>
                <a:gd name="connsiteX266" fmla="*/ 2593448 w 2915191"/>
                <a:gd name="connsiteY266" fmla="*/ 69234 h 266636"/>
                <a:gd name="connsiteX267" fmla="*/ 2603192 w 2915191"/>
                <a:gd name="connsiteY267" fmla="*/ 93075 h 266636"/>
                <a:gd name="connsiteX268" fmla="*/ 2612951 w 2915191"/>
                <a:gd name="connsiteY268" fmla="*/ 86973 h 266636"/>
                <a:gd name="connsiteX269" fmla="*/ 2622695 w 2915191"/>
                <a:gd name="connsiteY269" fmla="*/ 42522 h 266636"/>
                <a:gd name="connsiteX270" fmla="*/ 2632439 w 2915191"/>
                <a:gd name="connsiteY270" fmla="*/ 56396 h 266636"/>
                <a:gd name="connsiteX271" fmla="*/ 2642198 w 2915191"/>
                <a:gd name="connsiteY271" fmla="*/ 45372 h 266636"/>
                <a:gd name="connsiteX272" fmla="*/ 2651942 w 2915191"/>
                <a:gd name="connsiteY272" fmla="*/ 48073 h 266636"/>
                <a:gd name="connsiteX273" fmla="*/ 2661685 w 2915191"/>
                <a:gd name="connsiteY273" fmla="*/ 69146 h 266636"/>
                <a:gd name="connsiteX274" fmla="*/ 2671444 w 2915191"/>
                <a:gd name="connsiteY274" fmla="*/ 55563 h 266636"/>
                <a:gd name="connsiteX275" fmla="*/ 2681188 w 2915191"/>
                <a:gd name="connsiteY275" fmla="*/ 56387 h 266636"/>
                <a:gd name="connsiteX276" fmla="*/ 2690947 w 2915191"/>
                <a:gd name="connsiteY276" fmla="*/ 63566 h 266636"/>
                <a:gd name="connsiteX277" fmla="*/ 2700691 w 2915191"/>
                <a:gd name="connsiteY277" fmla="*/ 70903 h 266636"/>
                <a:gd name="connsiteX278" fmla="*/ 2710435 w 2915191"/>
                <a:gd name="connsiteY278" fmla="*/ 72908 h 266636"/>
                <a:gd name="connsiteX279" fmla="*/ 2720194 w 2915191"/>
                <a:gd name="connsiteY279" fmla="*/ 30424 h 266636"/>
                <a:gd name="connsiteX280" fmla="*/ 2729938 w 2915191"/>
                <a:gd name="connsiteY280" fmla="*/ 76339 h 266636"/>
                <a:gd name="connsiteX281" fmla="*/ 2739697 w 2915191"/>
                <a:gd name="connsiteY281" fmla="*/ 80824 h 266636"/>
                <a:gd name="connsiteX282" fmla="*/ 2749441 w 2915191"/>
                <a:gd name="connsiteY282" fmla="*/ 84002 h 266636"/>
                <a:gd name="connsiteX283" fmla="*/ 2759185 w 2915191"/>
                <a:gd name="connsiteY283" fmla="*/ 98081 h 266636"/>
                <a:gd name="connsiteX284" fmla="*/ 2768943 w 2915191"/>
                <a:gd name="connsiteY284" fmla="*/ 93712 h 266636"/>
                <a:gd name="connsiteX285" fmla="*/ 2778687 w 2915191"/>
                <a:gd name="connsiteY285" fmla="*/ 61142 h 266636"/>
                <a:gd name="connsiteX286" fmla="*/ 2788446 w 2915191"/>
                <a:gd name="connsiteY286" fmla="*/ 68719 h 266636"/>
                <a:gd name="connsiteX287" fmla="*/ 2798190 w 2915191"/>
                <a:gd name="connsiteY287" fmla="*/ 64201 h 266636"/>
                <a:gd name="connsiteX288" fmla="*/ 2807934 w 2915191"/>
                <a:gd name="connsiteY288" fmla="*/ 39843 h 266636"/>
                <a:gd name="connsiteX289" fmla="*/ 2817693 w 2915191"/>
                <a:gd name="connsiteY289" fmla="*/ 19690 h 266636"/>
                <a:gd name="connsiteX290" fmla="*/ 2827437 w 2915191"/>
                <a:gd name="connsiteY290" fmla="*/ 28725 h 266636"/>
                <a:gd name="connsiteX291" fmla="*/ 2837196 w 2915191"/>
                <a:gd name="connsiteY291" fmla="*/ 18232 h 266636"/>
                <a:gd name="connsiteX292" fmla="*/ 2846940 w 2915191"/>
                <a:gd name="connsiteY292" fmla="*/ 37974 h 266636"/>
                <a:gd name="connsiteX293" fmla="*/ 2856684 w 2915191"/>
                <a:gd name="connsiteY293" fmla="*/ 20114 h 266636"/>
                <a:gd name="connsiteX294" fmla="*/ 2866442 w 2915191"/>
                <a:gd name="connsiteY294" fmla="*/ 22289 h 266636"/>
                <a:gd name="connsiteX295" fmla="*/ 2876186 w 2915191"/>
                <a:gd name="connsiteY295" fmla="*/ 24407 h 266636"/>
                <a:gd name="connsiteX296" fmla="*/ 2885945 w 2915191"/>
                <a:gd name="connsiteY296" fmla="*/ 9656 h 266636"/>
                <a:gd name="connsiteX297" fmla="*/ 2895689 w 2915191"/>
                <a:gd name="connsiteY297" fmla="*/ 25674 h 266636"/>
                <a:gd name="connsiteX298" fmla="*/ 2905433 w 2915191"/>
                <a:gd name="connsiteY298" fmla="*/ 22621 h 266636"/>
                <a:gd name="connsiteX299" fmla="*/ 2915192 w 2915191"/>
                <a:gd name="connsiteY299" fmla="*/ 15797 h 266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266636">
                  <a:moveTo>
                    <a:pt x="0" y="132625"/>
                  </a:moveTo>
                  <a:lnTo>
                    <a:pt x="9750" y="98296"/>
                  </a:lnTo>
                  <a:lnTo>
                    <a:pt x="19500" y="95751"/>
                  </a:lnTo>
                  <a:lnTo>
                    <a:pt x="29250" y="92415"/>
                  </a:lnTo>
                  <a:lnTo>
                    <a:pt x="39000" y="75621"/>
                  </a:lnTo>
                  <a:lnTo>
                    <a:pt x="48749" y="69723"/>
                  </a:lnTo>
                  <a:lnTo>
                    <a:pt x="58499" y="37499"/>
                  </a:lnTo>
                  <a:lnTo>
                    <a:pt x="68249" y="34670"/>
                  </a:lnTo>
                  <a:lnTo>
                    <a:pt x="77998" y="67436"/>
                  </a:lnTo>
                  <a:lnTo>
                    <a:pt x="87748" y="78245"/>
                  </a:lnTo>
                  <a:lnTo>
                    <a:pt x="97497" y="114683"/>
                  </a:lnTo>
                  <a:lnTo>
                    <a:pt x="107247" y="143683"/>
                  </a:lnTo>
                  <a:lnTo>
                    <a:pt x="116997" y="160441"/>
                  </a:lnTo>
                  <a:lnTo>
                    <a:pt x="126747" y="224373"/>
                  </a:lnTo>
                  <a:lnTo>
                    <a:pt x="136497" y="237369"/>
                  </a:lnTo>
                  <a:lnTo>
                    <a:pt x="146247" y="263566"/>
                  </a:lnTo>
                  <a:lnTo>
                    <a:pt x="155997" y="248606"/>
                  </a:lnTo>
                  <a:lnTo>
                    <a:pt x="165747" y="237132"/>
                  </a:lnTo>
                  <a:lnTo>
                    <a:pt x="175497" y="214429"/>
                  </a:lnTo>
                  <a:lnTo>
                    <a:pt x="185247" y="210666"/>
                  </a:lnTo>
                  <a:lnTo>
                    <a:pt x="194996" y="220128"/>
                  </a:lnTo>
                  <a:lnTo>
                    <a:pt x="204746" y="171058"/>
                  </a:lnTo>
                  <a:lnTo>
                    <a:pt x="214495" y="159267"/>
                  </a:lnTo>
                  <a:lnTo>
                    <a:pt x="224245" y="173864"/>
                  </a:lnTo>
                  <a:lnTo>
                    <a:pt x="233995" y="157512"/>
                  </a:lnTo>
                  <a:lnTo>
                    <a:pt x="243744" y="147320"/>
                  </a:lnTo>
                  <a:lnTo>
                    <a:pt x="253494" y="193898"/>
                  </a:lnTo>
                  <a:lnTo>
                    <a:pt x="263244" y="194593"/>
                  </a:lnTo>
                  <a:lnTo>
                    <a:pt x="272994" y="176714"/>
                  </a:lnTo>
                  <a:lnTo>
                    <a:pt x="282744" y="170270"/>
                  </a:lnTo>
                  <a:lnTo>
                    <a:pt x="292494" y="182591"/>
                  </a:lnTo>
                  <a:lnTo>
                    <a:pt x="302244" y="171294"/>
                  </a:lnTo>
                  <a:lnTo>
                    <a:pt x="311994" y="156998"/>
                  </a:lnTo>
                  <a:lnTo>
                    <a:pt x="321744" y="163793"/>
                  </a:lnTo>
                  <a:lnTo>
                    <a:pt x="331493" y="149967"/>
                  </a:lnTo>
                  <a:lnTo>
                    <a:pt x="341243" y="166611"/>
                  </a:lnTo>
                  <a:lnTo>
                    <a:pt x="350993" y="159657"/>
                  </a:lnTo>
                  <a:lnTo>
                    <a:pt x="360742" y="131832"/>
                  </a:lnTo>
                  <a:lnTo>
                    <a:pt x="370492" y="126646"/>
                  </a:lnTo>
                  <a:lnTo>
                    <a:pt x="380241" y="145751"/>
                  </a:lnTo>
                  <a:lnTo>
                    <a:pt x="389991" y="127082"/>
                  </a:lnTo>
                  <a:lnTo>
                    <a:pt x="399741" y="113140"/>
                  </a:lnTo>
                  <a:lnTo>
                    <a:pt x="409491" y="113567"/>
                  </a:lnTo>
                  <a:lnTo>
                    <a:pt x="419241" y="105418"/>
                  </a:lnTo>
                  <a:lnTo>
                    <a:pt x="428991" y="120396"/>
                  </a:lnTo>
                  <a:lnTo>
                    <a:pt x="438741" y="122972"/>
                  </a:lnTo>
                  <a:lnTo>
                    <a:pt x="448491" y="92591"/>
                  </a:lnTo>
                  <a:lnTo>
                    <a:pt x="458241" y="94244"/>
                  </a:lnTo>
                  <a:lnTo>
                    <a:pt x="467991" y="102553"/>
                  </a:lnTo>
                  <a:lnTo>
                    <a:pt x="477740" y="116769"/>
                  </a:lnTo>
                  <a:lnTo>
                    <a:pt x="487490" y="94848"/>
                  </a:lnTo>
                  <a:lnTo>
                    <a:pt x="497239" y="81648"/>
                  </a:lnTo>
                  <a:lnTo>
                    <a:pt x="506989" y="78188"/>
                  </a:lnTo>
                  <a:lnTo>
                    <a:pt x="516738" y="85399"/>
                  </a:lnTo>
                  <a:lnTo>
                    <a:pt x="526488" y="96872"/>
                  </a:lnTo>
                  <a:lnTo>
                    <a:pt x="536238" y="98004"/>
                  </a:lnTo>
                  <a:lnTo>
                    <a:pt x="545988" y="94246"/>
                  </a:lnTo>
                  <a:lnTo>
                    <a:pt x="555738" y="73145"/>
                  </a:lnTo>
                  <a:lnTo>
                    <a:pt x="565488" y="96985"/>
                  </a:lnTo>
                  <a:lnTo>
                    <a:pt x="575238" y="129865"/>
                  </a:lnTo>
                  <a:lnTo>
                    <a:pt x="584988" y="108845"/>
                  </a:lnTo>
                  <a:lnTo>
                    <a:pt x="594738" y="109768"/>
                  </a:lnTo>
                  <a:lnTo>
                    <a:pt x="604488" y="122447"/>
                  </a:lnTo>
                  <a:lnTo>
                    <a:pt x="614237" y="140046"/>
                  </a:lnTo>
                  <a:lnTo>
                    <a:pt x="623987" y="112749"/>
                  </a:lnTo>
                  <a:lnTo>
                    <a:pt x="633736" y="101718"/>
                  </a:lnTo>
                  <a:lnTo>
                    <a:pt x="643486" y="78665"/>
                  </a:lnTo>
                  <a:lnTo>
                    <a:pt x="653236" y="105652"/>
                  </a:lnTo>
                  <a:lnTo>
                    <a:pt x="662985" y="88491"/>
                  </a:lnTo>
                  <a:lnTo>
                    <a:pt x="672735" y="47786"/>
                  </a:lnTo>
                  <a:lnTo>
                    <a:pt x="682485" y="31128"/>
                  </a:lnTo>
                  <a:lnTo>
                    <a:pt x="692235" y="41500"/>
                  </a:lnTo>
                  <a:lnTo>
                    <a:pt x="701985" y="65606"/>
                  </a:lnTo>
                  <a:lnTo>
                    <a:pt x="711735" y="47724"/>
                  </a:lnTo>
                  <a:lnTo>
                    <a:pt x="721485" y="66975"/>
                  </a:lnTo>
                  <a:lnTo>
                    <a:pt x="731235" y="61639"/>
                  </a:lnTo>
                  <a:lnTo>
                    <a:pt x="740985" y="79057"/>
                  </a:lnTo>
                  <a:lnTo>
                    <a:pt x="750734" y="64021"/>
                  </a:lnTo>
                  <a:lnTo>
                    <a:pt x="760484" y="50633"/>
                  </a:lnTo>
                  <a:lnTo>
                    <a:pt x="770233" y="90318"/>
                  </a:lnTo>
                  <a:lnTo>
                    <a:pt x="779983" y="115410"/>
                  </a:lnTo>
                  <a:lnTo>
                    <a:pt x="789733" y="118173"/>
                  </a:lnTo>
                  <a:lnTo>
                    <a:pt x="799482" y="117900"/>
                  </a:lnTo>
                  <a:lnTo>
                    <a:pt x="809232" y="145019"/>
                  </a:lnTo>
                  <a:lnTo>
                    <a:pt x="818982" y="171295"/>
                  </a:lnTo>
                  <a:lnTo>
                    <a:pt x="828732" y="166638"/>
                  </a:lnTo>
                  <a:lnTo>
                    <a:pt x="838482" y="152075"/>
                  </a:lnTo>
                  <a:lnTo>
                    <a:pt x="848232" y="194582"/>
                  </a:lnTo>
                  <a:lnTo>
                    <a:pt x="857982" y="198445"/>
                  </a:lnTo>
                  <a:lnTo>
                    <a:pt x="867732" y="227856"/>
                  </a:lnTo>
                  <a:lnTo>
                    <a:pt x="877482" y="218796"/>
                  </a:lnTo>
                  <a:lnTo>
                    <a:pt x="887231" y="182769"/>
                  </a:lnTo>
                  <a:lnTo>
                    <a:pt x="896981" y="212036"/>
                  </a:lnTo>
                  <a:lnTo>
                    <a:pt x="906730" y="214641"/>
                  </a:lnTo>
                  <a:lnTo>
                    <a:pt x="916480" y="201833"/>
                  </a:lnTo>
                  <a:lnTo>
                    <a:pt x="926230" y="209077"/>
                  </a:lnTo>
                  <a:lnTo>
                    <a:pt x="935979" y="252161"/>
                  </a:lnTo>
                  <a:lnTo>
                    <a:pt x="945729" y="204171"/>
                  </a:lnTo>
                  <a:lnTo>
                    <a:pt x="955479" y="216595"/>
                  </a:lnTo>
                  <a:lnTo>
                    <a:pt x="965229" y="254609"/>
                  </a:lnTo>
                  <a:lnTo>
                    <a:pt x="974979" y="250732"/>
                  </a:lnTo>
                  <a:lnTo>
                    <a:pt x="984729" y="230967"/>
                  </a:lnTo>
                  <a:lnTo>
                    <a:pt x="994474" y="238920"/>
                  </a:lnTo>
                  <a:lnTo>
                    <a:pt x="1004233" y="233713"/>
                  </a:lnTo>
                  <a:lnTo>
                    <a:pt x="1013977" y="236584"/>
                  </a:lnTo>
                  <a:lnTo>
                    <a:pt x="1023721" y="246867"/>
                  </a:lnTo>
                  <a:lnTo>
                    <a:pt x="1033480" y="219392"/>
                  </a:lnTo>
                  <a:lnTo>
                    <a:pt x="1043224" y="208057"/>
                  </a:lnTo>
                  <a:lnTo>
                    <a:pt x="1052983" y="198772"/>
                  </a:lnTo>
                  <a:lnTo>
                    <a:pt x="1062727" y="233723"/>
                  </a:lnTo>
                  <a:lnTo>
                    <a:pt x="1072471" y="266637"/>
                  </a:lnTo>
                  <a:lnTo>
                    <a:pt x="1082230" y="244448"/>
                  </a:lnTo>
                  <a:lnTo>
                    <a:pt x="1091973" y="204784"/>
                  </a:lnTo>
                  <a:lnTo>
                    <a:pt x="1101732" y="158083"/>
                  </a:lnTo>
                  <a:lnTo>
                    <a:pt x="1111476" y="144651"/>
                  </a:lnTo>
                  <a:lnTo>
                    <a:pt x="1121220" y="120428"/>
                  </a:lnTo>
                  <a:lnTo>
                    <a:pt x="1130979" y="112128"/>
                  </a:lnTo>
                  <a:lnTo>
                    <a:pt x="1140723" y="115458"/>
                  </a:lnTo>
                  <a:lnTo>
                    <a:pt x="1150482" y="100990"/>
                  </a:lnTo>
                  <a:lnTo>
                    <a:pt x="1160226" y="67399"/>
                  </a:lnTo>
                  <a:lnTo>
                    <a:pt x="1169969" y="39099"/>
                  </a:lnTo>
                  <a:lnTo>
                    <a:pt x="1179728" y="41564"/>
                  </a:lnTo>
                  <a:lnTo>
                    <a:pt x="1189472" y="51068"/>
                  </a:lnTo>
                  <a:lnTo>
                    <a:pt x="1199231" y="58097"/>
                  </a:lnTo>
                  <a:lnTo>
                    <a:pt x="1208975" y="55004"/>
                  </a:lnTo>
                  <a:lnTo>
                    <a:pt x="1218719" y="29625"/>
                  </a:lnTo>
                  <a:lnTo>
                    <a:pt x="1228478" y="59864"/>
                  </a:lnTo>
                  <a:lnTo>
                    <a:pt x="1238222" y="51898"/>
                  </a:lnTo>
                  <a:lnTo>
                    <a:pt x="1247966" y="19819"/>
                  </a:lnTo>
                  <a:lnTo>
                    <a:pt x="1257725" y="47221"/>
                  </a:lnTo>
                  <a:lnTo>
                    <a:pt x="1267469" y="19427"/>
                  </a:lnTo>
                  <a:lnTo>
                    <a:pt x="1277227" y="2983"/>
                  </a:lnTo>
                  <a:lnTo>
                    <a:pt x="1286971" y="0"/>
                  </a:lnTo>
                  <a:lnTo>
                    <a:pt x="1296715" y="3273"/>
                  </a:lnTo>
                  <a:lnTo>
                    <a:pt x="1306474" y="6275"/>
                  </a:lnTo>
                  <a:lnTo>
                    <a:pt x="1316218" y="26848"/>
                  </a:lnTo>
                  <a:lnTo>
                    <a:pt x="1325977" y="18642"/>
                  </a:lnTo>
                  <a:lnTo>
                    <a:pt x="1335721" y="51680"/>
                  </a:lnTo>
                  <a:lnTo>
                    <a:pt x="1345465" y="27967"/>
                  </a:lnTo>
                  <a:lnTo>
                    <a:pt x="1355224" y="40557"/>
                  </a:lnTo>
                  <a:lnTo>
                    <a:pt x="1364967" y="30231"/>
                  </a:lnTo>
                  <a:lnTo>
                    <a:pt x="1374726" y="52990"/>
                  </a:lnTo>
                  <a:lnTo>
                    <a:pt x="1384470" y="69063"/>
                  </a:lnTo>
                  <a:lnTo>
                    <a:pt x="1394214" y="61013"/>
                  </a:lnTo>
                  <a:lnTo>
                    <a:pt x="1403973" y="56157"/>
                  </a:lnTo>
                  <a:lnTo>
                    <a:pt x="1413717" y="36143"/>
                  </a:lnTo>
                  <a:lnTo>
                    <a:pt x="1423476" y="37779"/>
                  </a:lnTo>
                  <a:lnTo>
                    <a:pt x="1433220" y="41622"/>
                  </a:lnTo>
                  <a:lnTo>
                    <a:pt x="1442964" y="41970"/>
                  </a:lnTo>
                  <a:lnTo>
                    <a:pt x="1452722" y="39435"/>
                  </a:lnTo>
                  <a:lnTo>
                    <a:pt x="1462466" y="47462"/>
                  </a:lnTo>
                  <a:lnTo>
                    <a:pt x="1472225" y="42663"/>
                  </a:lnTo>
                  <a:lnTo>
                    <a:pt x="1481969" y="45507"/>
                  </a:lnTo>
                  <a:lnTo>
                    <a:pt x="1491713" y="56153"/>
                  </a:lnTo>
                  <a:lnTo>
                    <a:pt x="1501472" y="48130"/>
                  </a:lnTo>
                  <a:lnTo>
                    <a:pt x="1511216" y="21222"/>
                  </a:lnTo>
                  <a:lnTo>
                    <a:pt x="1520960" y="27258"/>
                  </a:lnTo>
                  <a:lnTo>
                    <a:pt x="1530719" y="61406"/>
                  </a:lnTo>
                  <a:lnTo>
                    <a:pt x="1540463" y="44272"/>
                  </a:lnTo>
                  <a:lnTo>
                    <a:pt x="1550221" y="70125"/>
                  </a:lnTo>
                  <a:lnTo>
                    <a:pt x="1559965" y="75600"/>
                  </a:lnTo>
                  <a:lnTo>
                    <a:pt x="1569709" y="76304"/>
                  </a:lnTo>
                  <a:lnTo>
                    <a:pt x="1579468" y="96347"/>
                  </a:lnTo>
                  <a:lnTo>
                    <a:pt x="1589212" y="65982"/>
                  </a:lnTo>
                  <a:lnTo>
                    <a:pt x="1598971" y="93405"/>
                  </a:lnTo>
                  <a:lnTo>
                    <a:pt x="1608715" y="77931"/>
                  </a:lnTo>
                  <a:lnTo>
                    <a:pt x="1618459" y="110452"/>
                  </a:lnTo>
                  <a:lnTo>
                    <a:pt x="1628218" y="118453"/>
                  </a:lnTo>
                  <a:lnTo>
                    <a:pt x="1637962" y="89550"/>
                  </a:lnTo>
                  <a:lnTo>
                    <a:pt x="1647720" y="112198"/>
                  </a:lnTo>
                  <a:lnTo>
                    <a:pt x="1657464" y="99854"/>
                  </a:lnTo>
                  <a:lnTo>
                    <a:pt x="1667208" y="99680"/>
                  </a:lnTo>
                  <a:lnTo>
                    <a:pt x="1676967" y="72977"/>
                  </a:lnTo>
                  <a:lnTo>
                    <a:pt x="1686711" y="77528"/>
                  </a:lnTo>
                  <a:lnTo>
                    <a:pt x="1696470" y="100873"/>
                  </a:lnTo>
                  <a:lnTo>
                    <a:pt x="1706214" y="90706"/>
                  </a:lnTo>
                  <a:lnTo>
                    <a:pt x="1715958" y="60658"/>
                  </a:lnTo>
                  <a:lnTo>
                    <a:pt x="1725716" y="63079"/>
                  </a:lnTo>
                  <a:lnTo>
                    <a:pt x="1735460" y="86980"/>
                  </a:lnTo>
                  <a:lnTo>
                    <a:pt x="1745219" y="125762"/>
                  </a:lnTo>
                  <a:lnTo>
                    <a:pt x="1754963" y="149759"/>
                  </a:lnTo>
                  <a:lnTo>
                    <a:pt x="1764707" y="122346"/>
                  </a:lnTo>
                  <a:lnTo>
                    <a:pt x="1774466" y="108293"/>
                  </a:lnTo>
                  <a:lnTo>
                    <a:pt x="1784210" y="143845"/>
                  </a:lnTo>
                  <a:lnTo>
                    <a:pt x="1793969" y="143014"/>
                  </a:lnTo>
                  <a:lnTo>
                    <a:pt x="1803713" y="152864"/>
                  </a:lnTo>
                  <a:lnTo>
                    <a:pt x="1813457" y="118250"/>
                  </a:lnTo>
                  <a:lnTo>
                    <a:pt x="1823215" y="114913"/>
                  </a:lnTo>
                  <a:lnTo>
                    <a:pt x="1832959" y="91431"/>
                  </a:lnTo>
                  <a:lnTo>
                    <a:pt x="1842703" y="97185"/>
                  </a:lnTo>
                  <a:lnTo>
                    <a:pt x="1852462" y="107361"/>
                  </a:lnTo>
                  <a:lnTo>
                    <a:pt x="1862206" y="107764"/>
                  </a:lnTo>
                  <a:lnTo>
                    <a:pt x="1871965" y="111120"/>
                  </a:lnTo>
                  <a:lnTo>
                    <a:pt x="1881709" y="101243"/>
                  </a:lnTo>
                  <a:lnTo>
                    <a:pt x="1891453" y="77403"/>
                  </a:lnTo>
                  <a:lnTo>
                    <a:pt x="1901212" y="116580"/>
                  </a:lnTo>
                  <a:lnTo>
                    <a:pt x="1910956" y="94862"/>
                  </a:lnTo>
                  <a:lnTo>
                    <a:pt x="1920714" y="120457"/>
                  </a:lnTo>
                  <a:lnTo>
                    <a:pt x="1930458" y="143212"/>
                  </a:lnTo>
                  <a:lnTo>
                    <a:pt x="1940202" y="173393"/>
                  </a:lnTo>
                  <a:lnTo>
                    <a:pt x="1949961" y="163883"/>
                  </a:lnTo>
                  <a:lnTo>
                    <a:pt x="1959705" y="180369"/>
                  </a:lnTo>
                  <a:lnTo>
                    <a:pt x="1969464" y="195989"/>
                  </a:lnTo>
                  <a:lnTo>
                    <a:pt x="1979208" y="163552"/>
                  </a:lnTo>
                  <a:lnTo>
                    <a:pt x="1988952" y="176845"/>
                  </a:lnTo>
                  <a:lnTo>
                    <a:pt x="1998711" y="162698"/>
                  </a:lnTo>
                  <a:lnTo>
                    <a:pt x="2008454" y="174229"/>
                  </a:lnTo>
                  <a:lnTo>
                    <a:pt x="2018213" y="173759"/>
                  </a:lnTo>
                  <a:lnTo>
                    <a:pt x="2027957" y="185118"/>
                  </a:lnTo>
                  <a:lnTo>
                    <a:pt x="2037701" y="162315"/>
                  </a:lnTo>
                  <a:lnTo>
                    <a:pt x="2047460" y="174719"/>
                  </a:lnTo>
                  <a:lnTo>
                    <a:pt x="2057204" y="191890"/>
                  </a:lnTo>
                  <a:lnTo>
                    <a:pt x="2066963" y="188493"/>
                  </a:lnTo>
                  <a:lnTo>
                    <a:pt x="2076707" y="189403"/>
                  </a:lnTo>
                  <a:lnTo>
                    <a:pt x="2086451" y="196226"/>
                  </a:lnTo>
                  <a:lnTo>
                    <a:pt x="2096210" y="184947"/>
                  </a:lnTo>
                  <a:lnTo>
                    <a:pt x="2105954" y="173080"/>
                  </a:lnTo>
                  <a:lnTo>
                    <a:pt x="2115697" y="149256"/>
                  </a:lnTo>
                  <a:lnTo>
                    <a:pt x="2125456" y="171396"/>
                  </a:lnTo>
                  <a:lnTo>
                    <a:pt x="2135200" y="161217"/>
                  </a:lnTo>
                  <a:lnTo>
                    <a:pt x="2144959" y="156402"/>
                  </a:lnTo>
                  <a:lnTo>
                    <a:pt x="2154703" y="107954"/>
                  </a:lnTo>
                  <a:lnTo>
                    <a:pt x="2164447" y="99868"/>
                  </a:lnTo>
                  <a:lnTo>
                    <a:pt x="2174206" y="88591"/>
                  </a:lnTo>
                  <a:lnTo>
                    <a:pt x="2183950" y="80171"/>
                  </a:lnTo>
                  <a:lnTo>
                    <a:pt x="2193709" y="102976"/>
                  </a:lnTo>
                  <a:lnTo>
                    <a:pt x="2203452" y="145380"/>
                  </a:lnTo>
                  <a:lnTo>
                    <a:pt x="2213196" y="113947"/>
                  </a:lnTo>
                  <a:lnTo>
                    <a:pt x="2222955" y="87452"/>
                  </a:lnTo>
                  <a:lnTo>
                    <a:pt x="2232699" y="77715"/>
                  </a:lnTo>
                  <a:lnTo>
                    <a:pt x="2242458" y="78728"/>
                  </a:lnTo>
                  <a:lnTo>
                    <a:pt x="2252202" y="77440"/>
                  </a:lnTo>
                  <a:lnTo>
                    <a:pt x="2261946" y="82622"/>
                  </a:lnTo>
                  <a:lnTo>
                    <a:pt x="2271705" y="84617"/>
                  </a:lnTo>
                  <a:lnTo>
                    <a:pt x="2281449" y="103990"/>
                  </a:lnTo>
                  <a:lnTo>
                    <a:pt x="2291208" y="108059"/>
                  </a:lnTo>
                  <a:lnTo>
                    <a:pt x="2300951" y="123870"/>
                  </a:lnTo>
                  <a:lnTo>
                    <a:pt x="2310695" y="119022"/>
                  </a:lnTo>
                  <a:lnTo>
                    <a:pt x="2320454" y="153103"/>
                  </a:lnTo>
                  <a:lnTo>
                    <a:pt x="2330198" y="149660"/>
                  </a:lnTo>
                  <a:lnTo>
                    <a:pt x="2339957" y="118673"/>
                  </a:lnTo>
                  <a:lnTo>
                    <a:pt x="2349701" y="126911"/>
                  </a:lnTo>
                  <a:lnTo>
                    <a:pt x="2359445" y="117529"/>
                  </a:lnTo>
                  <a:lnTo>
                    <a:pt x="2369204" y="107939"/>
                  </a:lnTo>
                  <a:lnTo>
                    <a:pt x="2378948" y="128337"/>
                  </a:lnTo>
                  <a:lnTo>
                    <a:pt x="2388692" y="164520"/>
                  </a:lnTo>
                  <a:lnTo>
                    <a:pt x="2398450" y="214621"/>
                  </a:lnTo>
                  <a:lnTo>
                    <a:pt x="2408194" y="214681"/>
                  </a:lnTo>
                  <a:lnTo>
                    <a:pt x="2417953" y="185217"/>
                  </a:lnTo>
                  <a:lnTo>
                    <a:pt x="2427697" y="162336"/>
                  </a:lnTo>
                  <a:lnTo>
                    <a:pt x="2437441" y="138687"/>
                  </a:lnTo>
                  <a:lnTo>
                    <a:pt x="2447200" y="151420"/>
                  </a:lnTo>
                  <a:lnTo>
                    <a:pt x="2456944" y="158187"/>
                  </a:lnTo>
                  <a:lnTo>
                    <a:pt x="2466703" y="164622"/>
                  </a:lnTo>
                  <a:lnTo>
                    <a:pt x="2476446" y="140740"/>
                  </a:lnTo>
                  <a:lnTo>
                    <a:pt x="2486190" y="153194"/>
                  </a:lnTo>
                  <a:lnTo>
                    <a:pt x="2495949" y="120732"/>
                  </a:lnTo>
                  <a:lnTo>
                    <a:pt x="2505693" y="126026"/>
                  </a:lnTo>
                  <a:lnTo>
                    <a:pt x="2515452" y="119321"/>
                  </a:lnTo>
                  <a:lnTo>
                    <a:pt x="2525196" y="135138"/>
                  </a:lnTo>
                  <a:lnTo>
                    <a:pt x="2534940" y="118438"/>
                  </a:lnTo>
                  <a:lnTo>
                    <a:pt x="2544699" y="91565"/>
                  </a:lnTo>
                  <a:lnTo>
                    <a:pt x="2554443" y="102980"/>
                  </a:lnTo>
                  <a:lnTo>
                    <a:pt x="2564202" y="110598"/>
                  </a:lnTo>
                  <a:lnTo>
                    <a:pt x="2573946" y="108019"/>
                  </a:lnTo>
                  <a:lnTo>
                    <a:pt x="2583690" y="90188"/>
                  </a:lnTo>
                  <a:lnTo>
                    <a:pt x="2593448" y="69234"/>
                  </a:lnTo>
                  <a:lnTo>
                    <a:pt x="2603192" y="93075"/>
                  </a:lnTo>
                  <a:lnTo>
                    <a:pt x="2612951" y="86973"/>
                  </a:lnTo>
                  <a:lnTo>
                    <a:pt x="2622695" y="42522"/>
                  </a:lnTo>
                  <a:lnTo>
                    <a:pt x="2632439" y="56396"/>
                  </a:lnTo>
                  <a:lnTo>
                    <a:pt x="2642198" y="45372"/>
                  </a:lnTo>
                  <a:lnTo>
                    <a:pt x="2651942" y="48073"/>
                  </a:lnTo>
                  <a:lnTo>
                    <a:pt x="2661685" y="69146"/>
                  </a:lnTo>
                  <a:lnTo>
                    <a:pt x="2671444" y="55563"/>
                  </a:lnTo>
                  <a:lnTo>
                    <a:pt x="2681188" y="56387"/>
                  </a:lnTo>
                  <a:lnTo>
                    <a:pt x="2690947" y="63566"/>
                  </a:lnTo>
                  <a:lnTo>
                    <a:pt x="2700691" y="70903"/>
                  </a:lnTo>
                  <a:lnTo>
                    <a:pt x="2710435" y="72908"/>
                  </a:lnTo>
                  <a:lnTo>
                    <a:pt x="2720194" y="30424"/>
                  </a:lnTo>
                  <a:lnTo>
                    <a:pt x="2729938" y="76339"/>
                  </a:lnTo>
                  <a:lnTo>
                    <a:pt x="2739697" y="80824"/>
                  </a:lnTo>
                  <a:lnTo>
                    <a:pt x="2749441" y="84002"/>
                  </a:lnTo>
                  <a:lnTo>
                    <a:pt x="2759185" y="98081"/>
                  </a:lnTo>
                  <a:lnTo>
                    <a:pt x="2768943" y="93712"/>
                  </a:lnTo>
                  <a:lnTo>
                    <a:pt x="2778687" y="61142"/>
                  </a:lnTo>
                  <a:lnTo>
                    <a:pt x="2788446" y="68719"/>
                  </a:lnTo>
                  <a:lnTo>
                    <a:pt x="2798190" y="64201"/>
                  </a:lnTo>
                  <a:lnTo>
                    <a:pt x="2807934" y="39843"/>
                  </a:lnTo>
                  <a:lnTo>
                    <a:pt x="2817693" y="19690"/>
                  </a:lnTo>
                  <a:lnTo>
                    <a:pt x="2827437" y="28725"/>
                  </a:lnTo>
                  <a:lnTo>
                    <a:pt x="2837196" y="18232"/>
                  </a:lnTo>
                  <a:lnTo>
                    <a:pt x="2846940" y="37974"/>
                  </a:lnTo>
                  <a:lnTo>
                    <a:pt x="2856684" y="20114"/>
                  </a:lnTo>
                  <a:lnTo>
                    <a:pt x="2866442" y="22289"/>
                  </a:lnTo>
                  <a:lnTo>
                    <a:pt x="2876186" y="24407"/>
                  </a:lnTo>
                  <a:lnTo>
                    <a:pt x="2885945" y="9656"/>
                  </a:lnTo>
                  <a:lnTo>
                    <a:pt x="2895689" y="25674"/>
                  </a:lnTo>
                  <a:lnTo>
                    <a:pt x="2905433" y="22621"/>
                  </a:lnTo>
                  <a:lnTo>
                    <a:pt x="2915192" y="1579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3" name="Freeform 1142">
              <a:extLst>
                <a:ext uri="{FF2B5EF4-FFF2-40B4-BE49-F238E27FC236}">
                  <a16:creationId xmlns:a16="http://schemas.microsoft.com/office/drawing/2014/main" id="{3B777984-C9B2-6CB4-D0E4-9FDD04912D81}"/>
                </a:ext>
              </a:extLst>
            </p:cNvPr>
            <p:cNvSpPr/>
            <p:nvPr/>
          </p:nvSpPr>
          <p:spPr>
            <a:xfrm>
              <a:off x="4426652" y="3163540"/>
              <a:ext cx="2915191" cy="335197"/>
            </a:xfrm>
            <a:custGeom>
              <a:avLst/>
              <a:gdLst>
                <a:gd name="connsiteX0" fmla="*/ 0 w 2915191"/>
                <a:gd name="connsiteY0" fmla="*/ 229760 h 335197"/>
                <a:gd name="connsiteX1" fmla="*/ 9750 w 2915191"/>
                <a:gd name="connsiteY1" fmla="*/ 204633 h 335197"/>
                <a:gd name="connsiteX2" fmla="*/ 19500 w 2915191"/>
                <a:gd name="connsiteY2" fmla="*/ 243172 h 335197"/>
                <a:gd name="connsiteX3" fmla="*/ 29250 w 2915191"/>
                <a:gd name="connsiteY3" fmla="*/ 279150 h 335197"/>
                <a:gd name="connsiteX4" fmla="*/ 39000 w 2915191"/>
                <a:gd name="connsiteY4" fmla="*/ 263311 h 335197"/>
                <a:gd name="connsiteX5" fmla="*/ 48749 w 2915191"/>
                <a:gd name="connsiteY5" fmla="*/ 237046 h 335197"/>
                <a:gd name="connsiteX6" fmla="*/ 58499 w 2915191"/>
                <a:gd name="connsiteY6" fmla="*/ 243090 h 335197"/>
                <a:gd name="connsiteX7" fmla="*/ 68249 w 2915191"/>
                <a:gd name="connsiteY7" fmla="*/ 246718 h 335197"/>
                <a:gd name="connsiteX8" fmla="*/ 77998 w 2915191"/>
                <a:gd name="connsiteY8" fmla="*/ 239513 h 335197"/>
                <a:gd name="connsiteX9" fmla="*/ 87748 w 2915191"/>
                <a:gd name="connsiteY9" fmla="*/ 204377 h 335197"/>
                <a:gd name="connsiteX10" fmla="*/ 97497 w 2915191"/>
                <a:gd name="connsiteY10" fmla="*/ 206619 h 335197"/>
                <a:gd name="connsiteX11" fmla="*/ 107247 w 2915191"/>
                <a:gd name="connsiteY11" fmla="*/ 207738 h 335197"/>
                <a:gd name="connsiteX12" fmla="*/ 116997 w 2915191"/>
                <a:gd name="connsiteY12" fmla="*/ 162009 h 335197"/>
                <a:gd name="connsiteX13" fmla="*/ 126747 w 2915191"/>
                <a:gd name="connsiteY13" fmla="*/ 161176 h 335197"/>
                <a:gd name="connsiteX14" fmla="*/ 136497 w 2915191"/>
                <a:gd name="connsiteY14" fmla="*/ 176925 h 335197"/>
                <a:gd name="connsiteX15" fmla="*/ 146247 w 2915191"/>
                <a:gd name="connsiteY15" fmla="*/ 159068 h 335197"/>
                <a:gd name="connsiteX16" fmla="*/ 155997 w 2915191"/>
                <a:gd name="connsiteY16" fmla="*/ 193505 h 335197"/>
                <a:gd name="connsiteX17" fmla="*/ 165747 w 2915191"/>
                <a:gd name="connsiteY17" fmla="*/ 234693 h 335197"/>
                <a:gd name="connsiteX18" fmla="*/ 175497 w 2915191"/>
                <a:gd name="connsiteY18" fmla="*/ 210321 h 335197"/>
                <a:gd name="connsiteX19" fmla="*/ 185247 w 2915191"/>
                <a:gd name="connsiteY19" fmla="*/ 244588 h 335197"/>
                <a:gd name="connsiteX20" fmla="*/ 194996 w 2915191"/>
                <a:gd name="connsiteY20" fmla="*/ 271774 h 335197"/>
                <a:gd name="connsiteX21" fmla="*/ 204746 w 2915191"/>
                <a:gd name="connsiteY21" fmla="*/ 264284 h 335197"/>
                <a:gd name="connsiteX22" fmla="*/ 214495 w 2915191"/>
                <a:gd name="connsiteY22" fmla="*/ 226277 h 335197"/>
                <a:gd name="connsiteX23" fmla="*/ 224245 w 2915191"/>
                <a:gd name="connsiteY23" fmla="*/ 253496 h 335197"/>
                <a:gd name="connsiteX24" fmla="*/ 233995 w 2915191"/>
                <a:gd name="connsiteY24" fmla="*/ 246608 h 335197"/>
                <a:gd name="connsiteX25" fmla="*/ 243744 w 2915191"/>
                <a:gd name="connsiteY25" fmla="*/ 266626 h 335197"/>
                <a:gd name="connsiteX26" fmla="*/ 253494 w 2915191"/>
                <a:gd name="connsiteY26" fmla="*/ 315332 h 335197"/>
                <a:gd name="connsiteX27" fmla="*/ 263244 w 2915191"/>
                <a:gd name="connsiteY27" fmla="*/ 314865 h 335197"/>
                <a:gd name="connsiteX28" fmla="*/ 272994 w 2915191"/>
                <a:gd name="connsiteY28" fmla="*/ 317770 h 335197"/>
                <a:gd name="connsiteX29" fmla="*/ 282744 w 2915191"/>
                <a:gd name="connsiteY29" fmla="*/ 302957 h 335197"/>
                <a:gd name="connsiteX30" fmla="*/ 292494 w 2915191"/>
                <a:gd name="connsiteY30" fmla="*/ 253382 h 335197"/>
                <a:gd name="connsiteX31" fmla="*/ 302244 w 2915191"/>
                <a:gd name="connsiteY31" fmla="*/ 246885 h 335197"/>
                <a:gd name="connsiteX32" fmla="*/ 311994 w 2915191"/>
                <a:gd name="connsiteY32" fmla="*/ 261675 h 335197"/>
                <a:gd name="connsiteX33" fmla="*/ 321744 w 2915191"/>
                <a:gd name="connsiteY33" fmla="*/ 253754 h 335197"/>
                <a:gd name="connsiteX34" fmla="*/ 331493 w 2915191"/>
                <a:gd name="connsiteY34" fmla="*/ 236326 h 335197"/>
                <a:gd name="connsiteX35" fmla="*/ 341243 w 2915191"/>
                <a:gd name="connsiteY35" fmla="*/ 246276 h 335197"/>
                <a:gd name="connsiteX36" fmla="*/ 350993 w 2915191"/>
                <a:gd name="connsiteY36" fmla="*/ 251592 h 335197"/>
                <a:gd name="connsiteX37" fmla="*/ 360742 w 2915191"/>
                <a:gd name="connsiteY37" fmla="*/ 201828 h 335197"/>
                <a:gd name="connsiteX38" fmla="*/ 370492 w 2915191"/>
                <a:gd name="connsiteY38" fmla="*/ 227974 h 335197"/>
                <a:gd name="connsiteX39" fmla="*/ 380241 w 2915191"/>
                <a:gd name="connsiteY39" fmla="*/ 262092 h 335197"/>
                <a:gd name="connsiteX40" fmla="*/ 389991 w 2915191"/>
                <a:gd name="connsiteY40" fmla="*/ 290097 h 335197"/>
                <a:gd name="connsiteX41" fmla="*/ 399741 w 2915191"/>
                <a:gd name="connsiteY41" fmla="*/ 286980 h 335197"/>
                <a:gd name="connsiteX42" fmla="*/ 409491 w 2915191"/>
                <a:gd name="connsiteY42" fmla="*/ 265038 h 335197"/>
                <a:gd name="connsiteX43" fmla="*/ 419241 w 2915191"/>
                <a:gd name="connsiteY43" fmla="*/ 292623 h 335197"/>
                <a:gd name="connsiteX44" fmla="*/ 428991 w 2915191"/>
                <a:gd name="connsiteY44" fmla="*/ 326072 h 335197"/>
                <a:gd name="connsiteX45" fmla="*/ 438741 w 2915191"/>
                <a:gd name="connsiteY45" fmla="*/ 335197 h 335197"/>
                <a:gd name="connsiteX46" fmla="*/ 448491 w 2915191"/>
                <a:gd name="connsiteY46" fmla="*/ 333783 h 335197"/>
                <a:gd name="connsiteX47" fmla="*/ 458241 w 2915191"/>
                <a:gd name="connsiteY47" fmla="*/ 323928 h 335197"/>
                <a:gd name="connsiteX48" fmla="*/ 467991 w 2915191"/>
                <a:gd name="connsiteY48" fmla="*/ 334175 h 335197"/>
                <a:gd name="connsiteX49" fmla="*/ 477740 w 2915191"/>
                <a:gd name="connsiteY49" fmla="*/ 331528 h 335197"/>
                <a:gd name="connsiteX50" fmla="*/ 487490 w 2915191"/>
                <a:gd name="connsiteY50" fmla="*/ 318637 h 335197"/>
                <a:gd name="connsiteX51" fmla="*/ 497239 w 2915191"/>
                <a:gd name="connsiteY51" fmla="*/ 295712 h 335197"/>
                <a:gd name="connsiteX52" fmla="*/ 506989 w 2915191"/>
                <a:gd name="connsiteY52" fmla="*/ 270434 h 335197"/>
                <a:gd name="connsiteX53" fmla="*/ 516738 w 2915191"/>
                <a:gd name="connsiteY53" fmla="*/ 270135 h 335197"/>
                <a:gd name="connsiteX54" fmla="*/ 526488 w 2915191"/>
                <a:gd name="connsiteY54" fmla="*/ 246732 h 335197"/>
                <a:gd name="connsiteX55" fmla="*/ 536238 w 2915191"/>
                <a:gd name="connsiteY55" fmla="*/ 232864 h 335197"/>
                <a:gd name="connsiteX56" fmla="*/ 545988 w 2915191"/>
                <a:gd name="connsiteY56" fmla="*/ 216990 h 335197"/>
                <a:gd name="connsiteX57" fmla="*/ 555738 w 2915191"/>
                <a:gd name="connsiteY57" fmla="*/ 233404 h 335197"/>
                <a:gd name="connsiteX58" fmla="*/ 565488 w 2915191"/>
                <a:gd name="connsiteY58" fmla="*/ 229805 h 335197"/>
                <a:gd name="connsiteX59" fmla="*/ 575238 w 2915191"/>
                <a:gd name="connsiteY59" fmla="*/ 276072 h 335197"/>
                <a:gd name="connsiteX60" fmla="*/ 584988 w 2915191"/>
                <a:gd name="connsiteY60" fmla="*/ 236939 h 335197"/>
                <a:gd name="connsiteX61" fmla="*/ 594738 w 2915191"/>
                <a:gd name="connsiteY61" fmla="*/ 232703 h 335197"/>
                <a:gd name="connsiteX62" fmla="*/ 604488 w 2915191"/>
                <a:gd name="connsiteY62" fmla="*/ 237238 h 335197"/>
                <a:gd name="connsiteX63" fmla="*/ 614237 w 2915191"/>
                <a:gd name="connsiteY63" fmla="*/ 243639 h 335197"/>
                <a:gd name="connsiteX64" fmla="*/ 623987 w 2915191"/>
                <a:gd name="connsiteY64" fmla="*/ 235154 h 335197"/>
                <a:gd name="connsiteX65" fmla="*/ 633736 w 2915191"/>
                <a:gd name="connsiteY65" fmla="*/ 229575 h 335197"/>
                <a:gd name="connsiteX66" fmla="*/ 643486 w 2915191"/>
                <a:gd name="connsiteY66" fmla="*/ 223258 h 335197"/>
                <a:gd name="connsiteX67" fmla="*/ 653236 w 2915191"/>
                <a:gd name="connsiteY67" fmla="*/ 244138 h 335197"/>
                <a:gd name="connsiteX68" fmla="*/ 662985 w 2915191"/>
                <a:gd name="connsiteY68" fmla="*/ 249832 h 335197"/>
                <a:gd name="connsiteX69" fmla="*/ 672735 w 2915191"/>
                <a:gd name="connsiteY69" fmla="*/ 220031 h 335197"/>
                <a:gd name="connsiteX70" fmla="*/ 682485 w 2915191"/>
                <a:gd name="connsiteY70" fmla="*/ 214277 h 335197"/>
                <a:gd name="connsiteX71" fmla="*/ 692235 w 2915191"/>
                <a:gd name="connsiteY71" fmla="*/ 209472 h 335197"/>
                <a:gd name="connsiteX72" fmla="*/ 701985 w 2915191"/>
                <a:gd name="connsiteY72" fmla="*/ 182002 h 335197"/>
                <a:gd name="connsiteX73" fmla="*/ 711735 w 2915191"/>
                <a:gd name="connsiteY73" fmla="*/ 198815 h 335197"/>
                <a:gd name="connsiteX74" fmla="*/ 721485 w 2915191"/>
                <a:gd name="connsiteY74" fmla="*/ 208087 h 335197"/>
                <a:gd name="connsiteX75" fmla="*/ 731235 w 2915191"/>
                <a:gd name="connsiteY75" fmla="*/ 211148 h 335197"/>
                <a:gd name="connsiteX76" fmla="*/ 740985 w 2915191"/>
                <a:gd name="connsiteY76" fmla="*/ 222720 h 335197"/>
                <a:gd name="connsiteX77" fmla="*/ 750734 w 2915191"/>
                <a:gd name="connsiteY77" fmla="*/ 219648 h 335197"/>
                <a:gd name="connsiteX78" fmla="*/ 760484 w 2915191"/>
                <a:gd name="connsiteY78" fmla="*/ 170580 h 335197"/>
                <a:gd name="connsiteX79" fmla="*/ 770233 w 2915191"/>
                <a:gd name="connsiteY79" fmla="*/ 169407 h 335197"/>
                <a:gd name="connsiteX80" fmla="*/ 779983 w 2915191"/>
                <a:gd name="connsiteY80" fmla="*/ 144824 h 335197"/>
                <a:gd name="connsiteX81" fmla="*/ 789733 w 2915191"/>
                <a:gd name="connsiteY81" fmla="*/ 124153 h 335197"/>
                <a:gd name="connsiteX82" fmla="*/ 799482 w 2915191"/>
                <a:gd name="connsiteY82" fmla="*/ 117167 h 335197"/>
                <a:gd name="connsiteX83" fmla="*/ 809232 w 2915191"/>
                <a:gd name="connsiteY83" fmla="*/ 120582 h 335197"/>
                <a:gd name="connsiteX84" fmla="*/ 818982 w 2915191"/>
                <a:gd name="connsiteY84" fmla="*/ 112837 h 335197"/>
                <a:gd name="connsiteX85" fmla="*/ 828732 w 2915191"/>
                <a:gd name="connsiteY85" fmla="*/ 120634 h 335197"/>
                <a:gd name="connsiteX86" fmla="*/ 838482 w 2915191"/>
                <a:gd name="connsiteY86" fmla="*/ 80429 h 335197"/>
                <a:gd name="connsiteX87" fmla="*/ 848232 w 2915191"/>
                <a:gd name="connsiteY87" fmla="*/ 61022 h 335197"/>
                <a:gd name="connsiteX88" fmla="*/ 857982 w 2915191"/>
                <a:gd name="connsiteY88" fmla="*/ 70262 h 335197"/>
                <a:gd name="connsiteX89" fmla="*/ 867732 w 2915191"/>
                <a:gd name="connsiteY89" fmla="*/ 27557 h 335197"/>
                <a:gd name="connsiteX90" fmla="*/ 877482 w 2915191"/>
                <a:gd name="connsiteY90" fmla="*/ 52152 h 335197"/>
                <a:gd name="connsiteX91" fmla="*/ 887231 w 2915191"/>
                <a:gd name="connsiteY91" fmla="*/ 91556 h 335197"/>
                <a:gd name="connsiteX92" fmla="*/ 896981 w 2915191"/>
                <a:gd name="connsiteY92" fmla="*/ 70708 h 335197"/>
                <a:gd name="connsiteX93" fmla="*/ 906730 w 2915191"/>
                <a:gd name="connsiteY93" fmla="*/ 81500 h 335197"/>
                <a:gd name="connsiteX94" fmla="*/ 916480 w 2915191"/>
                <a:gd name="connsiteY94" fmla="*/ 40171 h 335197"/>
                <a:gd name="connsiteX95" fmla="*/ 926230 w 2915191"/>
                <a:gd name="connsiteY95" fmla="*/ 38904 h 335197"/>
                <a:gd name="connsiteX96" fmla="*/ 935979 w 2915191"/>
                <a:gd name="connsiteY96" fmla="*/ 34204 h 335197"/>
                <a:gd name="connsiteX97" fmla="*/ 945729 w 2915191"/>
                <a:gd name="connsiteY97" fmla="*/ 30635 h 335197"/>
                <a:gd name="connsiteX98" fmla="*/ 955479 w 2915191"/>
                <a:gd name="connsiteY98" fmla="*/ 36637 h 335197"/>
                <a:gd name="connsiteX99" fmla="*/ 965229 w 2915191"/>
                <a:gd name="connsiteY99" fmla="*/ 50362 h 335197"/>
                <a:gd name="connsiteX100" fmla="*/ 974979 w 2915191"/>
                <a:gd name="connsiteY100" fmla="*/ 38487 h 335197"/>
                <a:gd name="connsiteX101" fmla="*/ 984729 w 2915191"/>
                <a:gd name="connsiteY101" fmla="*/ 49541 h 335197"/>
                <a:gd name="connsiteX102" fmla="*/ 994474 w 2915191"/>
                <a:gd name="connsiteY102" fmla="*/ 65520 h 335197"/>
                <a:gd name="connsiteX103" fmla="*/ 1004233 w 2915191"/>
                <a:gd name="connsiteY103" fmla="*/ 74200 h 335197"/>
                <a:gd name="connsiteX104" fmla="*/ 1013977 w 2915191"/>
                <a:gd name="connsiteY104" fmla="*/ 82892 h 335197"/>
                <a:gd name="connsiteX105" fmla="*/ 1023721 w 2915191"/>
                <a:gd name="connsiteY105" fmla="*/ 60141 h 335197"/>
                <a:gd name="connsiteX106" fmla="*/ 1033480 w 2915191"/>
                <a:gd name="connsiteY106" fmla="*/ 61499 h 335197"/>
                <a:gd name="connsiteX107" fmla="*/ 1043224 w 2915191"/>
                <a:gd name="connsiteY107" fmla="*/ 56044 h 335197"/>
                <a:gd name="connsiteX108" fmla="*/ 1052983 w 2915191"/>
                <a:gd name="connsiteY108" fmla="*/ 55715 h 335197"/>
                <a:gd name="connsiteX109" fmla="*/ 1062727 w 2915191"/>
                <a:gd name="connsiteY109" fmla="*/ 87672 h 335197"/>
                <a:gd name="connsiteX110" fmla="*/ 1072471 w 2915191"/>
                <a:gd name="connsiteY110" fmla="*/ 92755 h 335197"/>
                <a:gd name="connsiteX111" fmla="*/ 1082230 w 2915191"/>
                <a:gd name="connsiteY111" fmla="*/ 101714 h 335197"/>
                <a:gd name="connsiteX112" fmla="*/ 1091973 w 2915191"/>
                <a:gd name="connsiteY112" fmla="*/ 74240 h 335197"/>
                <a:gd name="connsiteX113" fmla="*/ 1101732 w 2915191"/>
                <a:gd name="connsiteY113" fmla="*/ 71762 h 335197"/>
                <a:gd name="connsiteX114" fmla="*/ 1111476 w 2915191"/>
                <a:gd name="connsiteY114" fmla="*/ 92299 h 335197"/>
                <a:gd name="connsiteX115" fmla="*/ 1121220 w 2915191"/>
                <a:gd name="connsiteY115" fmla="*/ 84075 h 335197"/>
                <a:gd name="connsiteX116" fmla="*/ 1130979 w 2915191"/>
                <a:gd name="connsiteY116" fmla="*/ 101222 h 335197"/>
                <a:gd name="connsiteX117" fmla="*/ 1140723 w 2915191"/>
                <a:gd name="connsiteY117" fmla="*/ 97693 h 335197"/>
                <a:gd name="connsiteX118" fmla="*/ 1150482 w 2915191"/>
                <a:gd name="connsiteY118" fmla="*/ 119232 h 335197"/>
                <a:gd name="connsiteX119" fmla="*/ 1160226 w 2915191"/>
                <a:gd name="connsiteY119" fmla="*/ 115488 h 335197"/>
                <a:gd name="connsiteX120" fmla="*/ 1169969 w 2915191"/>
                <a:gd name="connsiteY120" fmla="*/ 141110 h 335197"/>
                <a:gd name="connsiteX121" fmla="*/ 1179728 w 2915191"/>
                <a:gd name="connsiteY121" fmla="*/ 146006 h 335197"/>
                <a:gd name="connsiteX122" fmla="*/ 1189472 w 2915191"/>
                <a:gd name="connsiteY122" fmla="*/ 155434 h 335197"/>
                <a:gd name="connsiteX123" fmla="*/ 1199231 w 2915191"/>
                <a:gd name="connsiteY123" fmla="*/ 134511 h 335197"/>
                <a:gd name="connsiteX124" fmla="*/ 1208975 w 2915191"/>
                <a:gd name="connsiteY124" fmla="*/ 131652 h 335197"/>
                <a:gd name="connsiteX125" fmla="*/ 1218719 w 2915191"/>
                <a:gd name="connsiteY125" fmla="*/ 136324 h 335197"/>
                <a:gd name="connsiteX126" fmla="*/ 1228478 w 2915191"/>
                <a:gd name="connsiteY126" fmla="*/ 153360 h 335197"/>
                <a:gd name="connsiteX127" fmla="*/ 1238222 w 2915191"/>
                <a:gd name="connsiteY127" fmla="*/ 156283 h 335197"/>
                <a:gd name="connsiteX128" fmla="*/ 1247966 w 2915191"/>
                <a:gd name="connsiteY128" fmla="*/ 152947 h 335197"/>
                <a:gd name="connsiteX129" fmla="*/ 1257725 w 2915191"/>
                <a:gd name="connsiteY129" fmla="*/ 191659 h 335197"/>
                <a:gd name="connsiteX130" fmla="*/ 1267469 w 2915191"/>
                <a:gd name="connsiteY130" fmla="*/ 195223 h 335197"/>
                <a:gd name="connsiteX131" fmla="*/ 1277227 w 2915191"/>
                <a:gd name="connsiteY131" fmla="*/ 198544 h 335197"/>
                <a:gd name="connsiteX132" fmla="*/ 1286971 w 2915191"/>
                <a:gd name="connsiteY132" fmla="*/ 199088 h 335197"/>
                <a:gd name="connsiteX133" fmla="*/ 1296715 w 2915191"/>
                <a:gd name="connsiteY133" fmla="*/ 176447 h 335197"/>
                <a:gd name="connsiteX134" fmla="*/ 1306474 w 2915191"/>
                <a:gd name="connsiteY134" fmla="*/ 152271 h 335197"/>
                <a:gd name="connsiteX135" fmla="*/ 1316218 w 2915191"/>
                <a:gd name="connsiteY135" fmla="*/ 155864 h 335197"/>
                <a:gd name="connsiteX136" fmla="*/ 1325977 w 2915191"/>
                <a:gd name="connsiteY136" fmla="*/ 164372 h 335197"/>
                <a:gd name="connsiteX137" fmla="*/ 1335721 w 2915191"/>
                <a:gd name="connsiteY137" fmla="*/ 162505 h 335197"/>
                <a:gd name="connsiteX138" fmla="*/ 1345465 w 2915191"/>
                <a:gd name="connsiteY138" fmla="*/ 178214 h 335197"/>
                <a:gd name="connsiteX139" fmla="*/ 1355224 w 2915191"/>
                <a:gd name="connsiteY139" fmla="*/ 185707 h 335197"/>
                <a:gd name="connsiteX140" fmla="*/ 1364967 w 2915191"/>
                <a:gd name="connsiteY140" fmla="*/ 203779 h 335197"/>
                <a:gd name="connsiteX141" fmla="*/ 1374726 w 2915191"/>
                <a:gd name="connsiteY141" fmla="*/ 213504 h 335197"/>
                <a:gd name="connsiteX142" fmla="*/ 1384470 w 2915191"/>
                <a:gd name="connsiteY142" fmla="*/ 227105 h 335197"/>
                <a:gd name="connsiteX143" fmla="*/ 1394214 w 2915191"/>
                <a:gd name="connsiteY143" fmla="*/ 205932 h 335197"/>
                <a:gd name="connsiteX144" fmla="*/ 1403973 w 2915191"/>
                <a:gd name="connsiteY144" fmla="*/ 219937 h 335197"/>
                <a:gd name="connsiteX145" fmla="*/ 1413717 w 2915191"/>
                <a:gd name="connsiteY145" fmla="*/ 243095 h 335197"/>
                <a:gd name="connsiteX146" fmla="*/ 1423476 w 2915191"/>
                <a:gd name="connsiteY146" fmla="*/ 202422 h 335197"/>
                <a:gd name="connsiteX147" fmla="*/ 1433220 w 2915191"/>
                <a:gd name="connsiteY147" fmla="*/ 154277 h 335197"/>
                <a:gd name="connsiteX148" fmla="*/ 1442964 w 2915191"/>
                <a:gd name="connsiteY148" fmla="*/ 160067 h 335197"/>
                <a:gd name="connsiteX149" fmla="*/ 1452722 w 2915191"/>
                <a:gd name="connsiteY149" fmla="*/ 149742 h 335197"/>
                <a:gd name="connsiteX150" fmla="*/ 1462466 w 2915191"/>
                <a:gd name="connsiteY150" fmla="*/ 167442 h 335197"/>
                <a:gd name="connsiteX151" fmla="*/ 1472225 w 2915191"/>
                <a:gd name="connsiteY151" fmla="*/ 158609 h 335197"/>
                <a:gd name="connsiteX152" fmla="*/ 1481969 w 2915191"/>
                <a:gd name="connsiteY152" fmla="*/ 160954 h 335197"/>
                <a:gd name="connsiteX153" fmla="*/ 1491713 w 2915191"/>
                <a:gd name="connsiteY153" fmla="*/ 151403 h 335197"/>
                <a:gd name="connsiteX154" fmla="*/ 1501472 w 2915191"/>
                <a:gd name="connsiteY154" fmla="*/ 132181 h 335197"/>
                <a:gd name="connsiteX155" fmla="*/ 1511216 w 2915191"/>
                <a:gd name="connsiteY155" fmla="*/ 129897 h 335197"/>
                <a:gd name="connsiteX156" fmla="*/ 1520960 w 2915191"/>
                <a:gd name="connsiteY156" fmla="*/ 125092 h 335197"/>
                <a:gd name="connsiteX157" fmla="*/ 1530719 w 2915191"/>
                <a:gd name="connsiteY157" fmla="*/ 118051 h 335197"/>
                <a:gd name="connsiteX158" fmla="*/ 1540463 w 2915191"/>
                <a:gd name="connsiteY158" fmla="*/ 131014 h 335197"/>
                <a:gd name="connsiteX159" fmla="*/ 1550221 w 2915191"/>
                <a:gd name="connsiteY159" fmla="*/ 126682 h 335197"/>
                <a:gd name="connsiteX160" fmla="*/ 1559965 w 2915191"/>
                <a:gd name="connsiteY160" fmla="*/ 171124 h 335197"/>
                <a:gd name="connsiteX161" fmla="*/ 1569709 w 2915191"/>
                <a:gd name="connsiteY161" fmla="*/ 187472 h 335197"/>
                <a:gd name="connsiteX162" fmla="*/ 1579468 w 2915191"/>
                <a:gd name="connsiteY162" fmla="*/ 202503 h 335197"/>
                <a:gd name="connsiteX163" fmla="*/ 1589212 w 2915191"/>
                <a:gd name="connsiteY163" fmla="*/ 184916 h 335197"/>
                <a:gd name="connsiteX164" fmla="*/ 1598971 w 2915191"/>
                <a:gd name="connsiteY164" fmla="*/ 205715 h 335197"/>
                <a:gd name="connsiteX165" fmla="*/ 1608715 w 2915191"/>
                <a:gd name="connsiteY165" fmla="*/ 194910 h 335197"/>
                <a:gd name="connsiteX166" fmla="*/ 1618459 w 2915191"/>
                <a:gd name="connsiteY166" fmla="*/ 173829 h 335197"/>
                <a:gd name="connsiteX167" fmla="*/ 1628218 w 2915191"/>
                <a:gd name="connsiteY167" fmla="*/ 172916 h 335197"/>
                <a:gd name="connsiteX168" fmla="*/ 1637962 w 2915191"/>
                <a:gd name="connsiteY168" fmla="*/ 187879 h 335197"/>
                <a:gd name="connsiteX169" fmla="*/ 1647720 w 2915191"/>
                <a:gd name="connsiteY169" fmla="*/ 180737 h 335197"/>
                <a:gd name="connsiteX170" fmla="*/ 1657464 w 2915191"/>
                <a:gd name="connsiteY170" fmla="*/ 221277 h 335197"/>
                <a:gd name="connsiteX171" fmla="*/ 1667208 w 2915191"/>
                <a:gd name="connsiteY171" fmla="*/ 235374 h 335197"/>
                <a:gd name="connsiteX172" fmla="*/ 1676967 w 2915191"/>
                <a:gd name="connsiteY172" fmla="*/ 230183 h 335197"/>
                <a:gd name="connsiteX173" fmla="*/ 1686711 w 2915191"/>
                <a:gd name="connsiteY173" fmla="*/ 223422 h 335197"/>
                <a:gd name="connsiteX174" fmla="*/ 1696470 w 2915191"/>
                <a:gd name="connsiteY174" fmla="*/ 210141 h 335197"/>
                <a:gd name="connsiteX175" fmla="*/ 1706214 w 2915191"/>
                <a:gd name="connsiteY175" fmla="*/ 209600 h 335197"/>
                <a:gd name="connsiteX176" fmla="*/ 1715958 w 2915191"/>
                <a:gd name="connsiteY176" fmla="*/ 200175 h 335197"/>
                <a:gd name="connsiteX177" fmla="*/ 1725716 w 2915191"/>
                <a:gd name="connsiteY177" fmla="*/ 209976 h 335197"/>
                <a:gd name="connsiteX178" fmla="*/ 1735460 w 2915191"/>
                <a:gd name="connsiteY178" fmla="*/ 228181 h 335197"/>
                <a:gd name="connsiteX179" fmla="*/ 1745219 w 2915191"/>
                <a:gd name="connsiteY179" fmla="*/ 220980 h 335197"/>
                <a:gd name="connsiteX180" fmla="*/ 1754963 w 2915191"/>
                <a:gd name="connsiteY180" fmla="*/ 247769 h 335197"/>
                <a:gd name="connsiteX181" fmla="*/ 1764707 w 2915191"/>
                <a:gd name="connsiteY181" fmla="*/ 218917 h 335197"/>
                <a:gd name="connsiteX182" fmla="*/ 1774466 w 2915191"/>
                <a:gd name="connsiteY182" fmla="*/ 232747 h 335197"/>
                <a:gd name="connsiteX183" fmla="*/ 1784210 w 2915191"/>
                <a:gd name="connsiteY183" fmla="*/ 202112 h 335197"/>
                <a:gd name="connsiteX184" fmla="*/ 1793969 w 2915191"/>
                <a:gd name="connsiteY184" fmla="*/ 221894 h 335197"/>
                <a:gd name="connsiteX185" fmla="*/ 1803713 w 2915191"/>
                <a:gd name="connsiteY185" fmla="*/ 250902 h 335197"/>
                <a:gd name="connsiteX186" fmla="*/ 1813457 w 2915191"/>
                <a:gd name="connsiteY186" fmla="*/ 235335 h 335197"/>
                <a:gd name="connsiteX187" fmla="*/ 1823215 w 2915191"/>
                <a:gd name="connsiteY187" fmla="*/ 223976 h 335197"/>
                <a:gd name="connsiteX188" fmla="*/ 1832959 w 2915191"/>
                <a:gd name="connsiteY188" fmla="*/ 249635 h 335197"/>
                <a:gd name="connsiteX189" fmla="*/ 1842703 w 2915191"/>
                <a:gd name="connsiteY189" fmla="*/ 228544 h 335197"/>
                <a:gd name="connsiteX190" fmla="*/ 1852462 w 2915191"/>
                <a:gd name="connsiteY190" fmla="*/ 190501 h 335197"/>
                <a:gd name="connsiteX191" fmla="*/ 1862206 w 2915191"/>
                <a:gd name="connsiteY191" fmla="*/ 189829 h 335197"/>
                <a:gd name="connsiteX192" fmla="*/ 1871965 w 2915191"/>
                <a:gd name="connsiteY192" fmla="*/ 222445 h 335197"/>
                <a:gd name="connsiteX193" fmla="*/ 1881709 w 2915191"/>
                <a:gd name="connsiteY193" fmla="*/ 225812 h 335197"/>
                <a:gd name="connsiteX194" fmla="*/ 1891453 w 2915191"/>
                <a:gd name="connsiteY194" fmla="*/ 216913 h 335197"/>
                <a:gd name="connsiteX195" fmla="*/ 1901212 w 2915191"/>
                <a:gd name="connsiteY195" fmla="*/ 237745 h 335197"/>
                <a:gd name="connsiteX196" fmla="*/ 1910956 w 2915191"/>
                <a:gd name="connsiteY196" fmla="*/ 252454 h 335197"/>
                <a:gd name="connsiteX197" fmla="*/ 1920714 w 2915191"/>
                <a:gd name="connsiteY197" fmla="*/ 246365 h 335197"/>
                <a:gd name="connsiteX198" fmla="*/ 1930458 w 2915191"/>
                <a:gd name="connsiteY198" fmla="*/ 220343 h 335197"/>
                <a:gd name="connsiteX199" fmla="*/ 1940202 w 2915191"/>
                <a:gd name="connsiteY199" fmla="*/ 216636 h 335197"/>
                <a:gd name="connsiteX200" fmla="*/ 1949961 w 2915191"/>
                <a:gd name="connsiteY200" fmla="*/ 190533 h 335197"/>
                <a:gd name="connsiteX201" fmla="*/ 1959705 w 2915191"/>
                <a:gd name="connsiteY201" fmla="*/ 200116 h 335197"/>
                <a:gd name="connsiteX202" fmla="*/ 1969464 w 2915191"/>
                <a:gd name="connsiteY202" fmla="*/ 193037 h 335197"/>
                <a:gd name="connsiteX203" fmla="*/ 1979208 w 2915191"/>
                <a:gd name="connsiteY203" fmla="*/ 188862 h 335197"/>
                <a:gd name="connsiteX204" fmla="*/ 1988952 w 2915191"/>
                <a:gd name="connsiteY204" fmla="*/ 169814 h 335197"/>
                <a:gd name="connsiteX205" fmla="*/ 1998711 w 2915191"/>
                <a:gd name="connsiteY205" fmla="*/ 156925 h 335197"/>
                <a:gd name="connsiteX206" fmla="*/ 2008454 w 2915191"/>
                <a:gd name="connsiteY206" fmla="*/ 162077 h 335197"/>
                <a:gd name="connsiteX207" fmla="*/ 2018213 w 2915191"/>
                <a:gd name="connsiteY207" fmla="*/ 161947 h 335197"/>
                <a:gd name="connsiteX208" fmla="*/ 2027957 w 2915191"/>
                <a:gd name="connsiteY208" fmla="*/ 163144 h 335197"/>
                <a:gd name="connsiteX209" fmla="*/ 2037701 w 2915191"/>
                <a:gd name="connsiteY209" fmla="*/ 143635 h 335197"/>
                <a:gd name="connsiteX210" fmla="*/ 2047460 w 2915191"/>
                <a:gd name="connsiteY210" fmla="*/ 139757 h 335197"/>
                <a:gd name="connsiteX211" fmla="*/ 2057204 w 2915191"/>
                <a:gd name="connsiteY211" fmla="*/ 123626 h 335197"/>
                <a:gd name="connsiteX212" fmla="*/ 2066963 w 2915191"/>
                <a:gd name="connsiteY212" fmla="*/ 123122 h 335197"/>
                <a:gd name="connsiteX213" fmla="*/ 2076707 w 2915191"/>
                <a:gd name="connsiteY213" fmla="*/ 105367 h 335197"/>
                <a:gd name="connsiteX214" fmla="*/ 2086451 w 2915191"/>
                <a:gd name="connsiteY214" fmla="*/ 97238 h 335197"/>
                <a:gd name="connsiteX215" fmla="*/ 2096210 w 2915191"/>
                <a:gd name="connsiteY215" fmla="*/ 82050 h 335197"/>
                <a:gd name="connsiteX216" fmla="*/ 2105954 w 2915191"/>
                <a:gd name="connsiteY216" fmla="*/ 108064 h 335197"/>
                <a:gd name="connsiteX217" fmla="*/ 2115697 w 2915191"/>
                <a:gd name="connsiteY217" fmla="*/ 109522 h 335197"/>
                <a:gd name="connsiteX218" fmla="*/ 2125456 w 2915191"/>
                <a:gd name="connsiteY218" fmla="*/ 124946 h 335197"/>
                <a:gd name="connsiteX219" fmla="*/ 2135200 w 2915191"/>
                <a:gd name="connsiteY219" fmla="*/ 120530 h 335197"/>
                <a:gd name="connsiteX220" fmla="*/ 2144959 w 2915191"/>
                <a:gd name="connsiteY220" fmla="*/ 99430 h 335197"/>
                <a:gd name="connsiteX221" fmla="*/ 2154703 w 2915191"/>
                <a:gd name="connsiteY221" fmla="*/ 78361 h 335197"/>
                <a:gd name="connsiteX222" fmla="*/ 2164447 w 2915191"/>
                <a:gd name="connsiteY222" fmla="*/ 124794 h 335197"/>
                <a:gd name="connsiteX223" fmla="*/ 2174206 w 2915191"/>
                <a:gd name="connsiteY223" fmla="*/ 115978 h 335197"/>
                <a:gd name="connsiteX224" fmla="*/ 2183950 w 2915191"/>
                <a:gd name="connsiteY224" fmla="*/ 84556 h 335197"/>
                <a:gd name="connsiteX225" fmla="*/ 2193709 w 2915191"/>
                <a:gd name="connsiteY225" fmla="*/ 89734 h 335197"/>
                <a:gd name="connsiteX226" fmla="*/ 2203452 w 2915191"/>
                <a:gd name="connsiteY226" fmla="*/ 91630 h 335197"/>
                <a:gd name="connsiteX227" fmla="*/ 2213196 w 2915191"/>
                <a:gd name="connsiteY227" fmla="*/ 107569 h 335197"/>
                <a:gd name="connsiteX228" fmla="*/ 2222955 w 2915191"/>
                <a:gd name="connsiteY228" fmla="*/ 125517 h 335197"/>
                <a:gd name="connsiteX229" fmla="*/ 2232699 w 2915191"/>
                <a:gd name="connsiteY229" fmla="*/ 85082 h 335197"/>
                <a:gd name="connsiteX230" fmla="*/ 2242458 w 2915191"/>
                <a:gd name="connsiteY230" fmla="*/ 81834 h 335197"/>
                <a:gd name="connsiteX231" fmla="*/ 2252202 w 2915191"/>
                <a:gd name="connsiteY231" fmla="*/ 56808 h 335197"/>
                <a:gd name="connsiteX232" fmla="*/ 2261946 w 2915191"/>
                <a:gd name="connsiteY232" fmla="*/ 49927 h 335197"/>
                <a:gd name="connsiteX233" fmla="*/ 2271705 w 2915191"/>
                <a:gd name="connsiteY233" fmla="*/ 27201 h 335197"/>
                <a:gd name="connsiteX234" fmla="*/ 2281449 w 2915191"/>
                <a:gd name="connsiteY234" fmla="*/ 24031 h 335197"/>
                <a:gd name="connsiteX235" fmla="*/ 2291208 w 2915191"/>
                <a:gd name="connsiteY235" fmla="*/ 14515 h 335197"/>
                <a:gd name="connsiteX236" fmla="*/ 2300951 w 2915191"/>
                <a:gd name="connsiteY236" fmla="*/ 29618 h 335197"/>
                <a:gd name="connsiteX237" fmla="*/ 2310695 w 2915191"/>
                <a:gd name="connsiteY237" fmla="*/ 40865 h 335197"/>
                <a:gd name="connsiteX238" fmla="*/ 2320454 w 2915191"/>
                <a:gd name="connsiteY238" fmla="*/ 32273 h 335197"/>
                <a:gd name="connsiteX239" fmla="*/ 2330198 w 2915191"/>
                <a:gd name="connsiteY239" fmla="*/ 15112 h 335197"/>
                <a:gd name="connsiteX240" fmla="*/ 2339957 w 2915191"/>
                <a:gd name="connsiteY240" fmla="*/ 47748 h 335197"/>
                <a:gd name="connsiteX241" fmla="*/ 2349701 w 2915191"/>
                <a:gd name="connsiteY241" fmla="*/ 64936 h 335197"/>
                <a:gd name="connsiteX242" fmla="*/ 2359445 w 2915191"/>
                <a:gd name="connsiteY242" fmla="*/ 60100 h 335197"/>
                <a:gd name="connsiteX243" fmla="*/ 2369204 w 2915191"/>
                <a:gd name="connsiteY243" fmla="*/ 56446 h 335197"/>
                <a:gd name="connsiteX244" fmla="*/ 2378948 w 2915191"/>
                <a:gd name="connsiteY244" fmla="*/ 10480 h 335197"/>
                <a:gd name="connsiteX245" fmla="*/ 2388692 w 2915191"/>
                <a:gd name="connsiteY245" fmla="*/ 30883 h 335197"/>
                <a:gd name="connsiteX246" fmla="*/ 2398450 w 2915191"/>
                <a:gd name="connsiteY246" fmla="*/ 66281 h 335197"/>
                <a:gd name="connsiteX247" fmla="*/ 2408194 w 2915191"/>
                <a:gd name="connsiteY247" fmla="*/ 61364 h 335197"/>
                <a:gd name="connsiteX248" fmla="*/ 2417953 w 2915191"/>
                <a:gd name="connsiteY248" fmla="*/ 76538 h 335197"/>
                <a:gd name="connsiteX249" fmla="*/ 2427697 w 2915191"/>
                <a:gd name="connsiteY249" fmla="*/ 79634 h 335197"/>
                <a:gd name="connsiteX250" fmla="*/ 2437441 w 2915191"/>
                <a:gd name="connsiteY250" fmla="*/ 76868 h 335197"/>
                <a:gd name="connsiteX251" fmla="*/ 2447200 w 2915191"/>
                <a:gd name="connsiteY251" fmla="*/ 79197 h 335197"/>
                <a:gd name="connsiteX252" fmla="*/ 2456944 w 2915191"/>
                <a:gd name="connsiteY252" fmla="*/ 27009 h 335197"/>
                <a:gd name="connsiteX253" fmla="*/ 2466703 w 2915191"/>
                <a:gd name="connsiteY253" fmla="*/ 30257 h 335197"/>
                <a:gd name="connsiteX254" fmla="*/ 2476446 w 2915191"/>
                <a:gd name="connsiteY254" fmla="*/ 31118 h 335197"/>
                <a:gd name="connsiteX255" fmla="*/ 2486190 w 2915191"/>
                <a:gd name="connsiteY255" fmla="*/ 11109 h 335197"/>
                <a:gd name="connsiteX256" fmla="*/ 2495949 w 2915191"/>
                <a:gd name="connsiteY256" fmla="*/ 34892 h 335197"/>
                <a:gd name="connsiteX257" fmla="*/ 2505693 w 2915191"/>
                <a:gd name="connsiteY257" fmla="*/ 40040 h 335197"/>
                <a:gd name="connsiteX258" fmla="*/ 2515452 w 2915191"/>
                <a:gd name="connsiteY258" fmla="*/ 13525 h 335197"/>
                <a:gd name="connsiteX259" fmla="*/ 2525196 w 2915191"/>
                <a:gd name="connsiteY259" fmla="*/ 4151 h 335197"/>
                <a:gd name="connsiteX260" fmla="*/ 2534940 w 2915191"/>
                <a:gd name="connsiteY260" fmla="*/ 8990 h 335197"/>
                <a:gd name="connsiteX261" fmla="*/ 2544699 w 2915191"/>
                <a:gd name="connsiteY261" fmla="*/ 52619 h 335197"/>
                <a:gd name="connsiteX262" fmla="*/ 2554443 w 2915191"/>
                <a:gd name="connsiteY262" fmla="*/ 54226 h 335197"/>
                <a:gd name="connsiteX263" fmla="*/ 2564202 w 2915191"/>
                <a:gd name="connsiteY263" fmla="*/ 37535 h 335197"/>
                <a:gd name="connsiteX264" fmla="*/ 2573946 w 2915191"/>
                <a:gd name="connsiteY264" fmla="*/ 39964 h 335197"/>
                <a:gd name="connsiteX265" fmla="*/ 2583690 w 2915191"/>
                <a:gd name="connsiteY265" fmla="*/ 52732 h 335197"/>
                <a:gd name="connsiteX266" fmla="*/ 2593448 w 2915191"/>
                <a:gd name="connsiteY266" fmla="*/ 46348 h 335197"/>
                <a:gd name="connsiteX267" fmla="*/ 2603192 w 2915191"/>
                <a:gd name="connsiteY267" fmla="*/ 45831 h 335197"/>
                <a:gd name="connsiteX268" fmla="*/ 2612951 w 2915191"/>
                <a:gd name="connsiteY268" fmla="*/ 32720 h 335197"/>
                <a:gd name="connsiteX269" fmla="*/ 2622695 w 2915191"/>
                <a:gd name="connsiteY269" fmla="*/ 0 h 335197"/>
                <a:gd name="connsiteX270" fmla="*/ 2632439 w 2915191"/>
                <a:gd name="connsiteY270" fmla="*/ 12987 h 335197"/>
                <a:gd name="connsiteX271" fmla="*/ 2642198 w 2915191"/>
                <a:gd name="connsiteY271" fmla="*/ 33198 h 335197"/>
                <a:gd name="connsiteX272" fmla="*/ 2651942 w 2915191"/>
                <a:gd name="connsiteY272" fmla="*/ 62792 h 335197"/>
                <a:gd name="connsiteX273" fmla="*/ 2661685 w 2915191"/>
                <a:gd name="connsiteY273" fmla="*/ 61432 h 335197"/>
                <a:gd name="connsiteX274" fmla="*/ 2671444 w 2915191"/>
                <a:gd name="connsiteY274" fmla="*/ 58592 h 335197"/>
                <a:gd name="connsiteX275" fmla="*/ 2681188 w 2915191"/>
                <a:gd name="connsiteY275" fmla="*/ 87993 h 335197"/>
                <a:gd name="connsiteX276" fmla="*/ 2690947 w 2915191"/>
                <a:gd name="connsiteY276" fmla="*/ 75657 h 335197"/>
                <a:gd name="connsiteX277" fmla="*/ 2700691 w 2915191"/>
                <a:gd name="connsiteY277" fmla="*/ 73547 h 335197"/>
                <a:gd name="connsiteX278" fmla="*/ 2710435 w 2915191"/>
                <a:gd name="connsiteY278" fmla="*/ 24084 h 335197"/>
                <a:gd name="connsiteX279" fmla="*/ 2720194 w 2915191"/>
                <a:gd name="connsiteY279" fmla="*/ 40141 h 335197"/>
                <a:gd name="connsiteX280" fmla="*/ 2729938 w 2915191"/>
                <a:gd name="connsiteY280" fmla="*/ 25294 h 335197"/>
                <a:gd name="connsiteX281" fmla="*/ 2739697 w 2915191"/>
                <a:gd name="connsiteY281" fmla="*/ 36786 h 335197"/>
                <a:gd name="connsiteX282" fmla="*/ 2749441 w 2915191"/>
                <a:gd name="connsiteY282" fmla="*/ 48831 h 335197"/>
                <a:gd name="connsiteX283" fmla="*/ 2759185 w 2915191"/>
                <a:gd name="connsiteY283" fmla="*/ 36590 h 335197"/>
                <a:gd name="connsiteX284" fmla="*/ 2768943 w 2915191"/>
                <a:gd name="connsiteY284" fmla="*/ 46562 h 335197"/>
                <a:gd name="connsiteX285" fmla="*/ 2778687 w 2915191"/>
                <a:gd name="connsiteY285" fmla="*/ 8174 h 335197"/>
                <a:gd name="connsiteX286" fmla="*/ 2788446 w 2915191"/>
                <a:gd name="connsiteY286" fmla="*/ 28782 h 335197"/>
                <a:gd name="connsiteX287" fmla="*/ 2798190 w 2915191"/>
                <a:gd name="connsiteY287" fmla="*/ 37958 h 335197"/>
                <a:gd name="connsiteX288" fmla="*/ 2807934 w 2915191"/>
                <a:gd name="connsiteY288" fmla="*/ 39494 h 335197"/>
                <a:gd name="connsiteX289" fmla="*/ 2817693 w 2915191"/>
                <a:gd name="connsiteY289" fmla="*/ 53055 h 335197"/>
                <a:gd name="connsiteX290" fmla="*/ 2827437 w 2915191"/>
                <a:gd name="connsiteY290" fmla="*/ 22381 h 335197"/>
                <a:gd name="connsiteX291" fmla="*/ 2837196 w 2915191"/>
                <a:gd name="connsiteY291" fmla="*/ 17623 h 335197"/>
                <a:gd name="connsiteX292" fmla="*/ 2846940 w 2915191"/>
                <a:gd name="connsiteY292" fmla="*/ 17237 h 335197"/>
                <a:gd name="connsiteX293" fmla="*/ 2856684 w 2915191"/>
                <a:gd name="connsiteY293" fmla="*/ 25185 h 335197"/>
                <a:gd name="connsiteX294" fmla="*/ 2866442 w 2915191"/>
                <a:gd name="connsiteY294" fmla="*/ 53502 h 335197"/>
                <a:gd name="connsiteX295" fmla="*/ 2876186 w 2915191"/>
                <a:gd name="connsiteY295" fmla="*/ 50302 h 335197"/>
                <a:gd name="connsiteX296" fmla="*/ 2885945 w 2915191"/>
                <a:gd name="connsiteY296" fmla="*/ 58091 h 335197"/>
                <a:gd name="connsiteX297" fmla="*/ 2895689 w 2915191"/>
                <a:gd name="connsiteY297" fmla="*/ 73178 h 335197"/>
                <a:gd name="connsiteX298" fmla="*/ 2905433 w 2915191"/>
                <a:gd name="connsiteY298" fmla="*/ 57522 h 335197"/>
                <a:gd name="connsiteX299" fmla="*/ 2915192 w 2915191"/>
                <a:gd name="connsiteY299" fmla="*/ 70179 h 335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35197">
                  <a:moveTo>
                    <a:pt x="0" y="229760"/>
                  </a:moveTo>
                  <a:lnTo>
                    <a:pt x="9750" y="204633"/>
                  </a:lnTo>
                  <a:lnTo>
                    <a:pt x="19500" y="243172"/>
                  </a:lnTo>
                  <a:lnTo>
                    <a:pt x="29250" y="279150"/>
                  </a:lnTo>
                  <a:lnTo>
                    <a:pt x="39000" y="263311"/>
                  </a:lnTo>
                  <a:lnTo>
                    <a:pt x="48749" y="237046"/>
                  </a:lnTo>
                  <a:lnTo>
                    <a:pt x="58499" y="243090"/>
                  </a:lnTo>
                  <a:lnTo>
                    <a:pt x="68249" y="246718"/>
                  </a:lnTo>
                  <a:lnTo>
                    <a:pt x="77998" y="239513"/>
                  </a:lnTo>
                  <a:lnTo>
                    <a:pt x="87748" y="204377"/>
                  </a:lnTo>
                  <a:lnTo>
                    <a:pt x="97497" y="206619"/>
                  </a:lnTo>
                  <a:lnTo>
                    <a:pt x="107247" y="207738"/>
                  </a:lnTo>
                  <a:lnTo>
                    <a:pt x="116997" y="162009"/>
                  </a:lnTo>
                  <a:lnTo>
                    <a:pt x="126747" y="161176"/>
                  </a:lnTo>
                  <a:lnTo>
                    <a:pt x="136497" y="176925"/>
                  </a:lnTo>
                  <a:lnTo>
                    <a:pt x="146247" y="159068"/>
                  </a:lnTo>
                  <a:lnTo>
                    <a:pt x="155997" y="193505"/>
                  </a:lnTo>
                  <a:lnTo>
                    <a:pt x="165747" y="234693"/>
                  </a:lnTo>
                  <a:lnTo>
                    <a:pt x="175497" y="210321"/>
                  </a:lnTo>
                  <a:lnTo>
                    <a:pt x="185247" y="244588"/>
                  </a:lnTo>
                  <a:lnTo>
                    <a:pt x="194996" y="271774"/>
                  </a:lnTo>
                  <a:lnTo>
                    <a:pt x="204746" y="264284"/>
                  </a:lnTo>
                  <a:lnTo>
                    <a:pt x="214495" y="226277"/>
                  </a:lnTo>
                  <a:lnTo>
                    <a:pt x="224245" y="253496"/>
                  </a:lnTo>
                  <a:lnTo>
                    <a:pt x="233995" y="246608"/>
                  </a:lnTo>
                  <a:lnTo>
                    <a:pt x="243744" y="266626"/>
                  </a:lnTo>
                  <a:lnTo>
                    <a:pt x="253494" y="315332"/>
                  </a:lnTo>
                  <a:lnTo>
                    <a:pt x="263244" y="314865"/>
                  </a:lnTo>
                  <a:lnTo>
                    <a:pt x="272994" y="317770"/>
                  </a:lnTo>
                  <a:lnTo>
                    <a:pt x="282744" y="302957"/>
                  </a:lnTo>
                  <a:lnTo>
                    <a:pt x="292494" y="253382"/>
                  </a:lnTo>
                  <a:lnTo>
                    <a:pt x="302244" y="246885"/>
                  </a:lnTo>
                  <a:lnTo>
                    <a:pt x="311994" y="261675"/>
                  </a:lnTo>
                  <a:lnTo>
                    <a:pt x="321744" y="253754"/>
                  </a:lnTo>
                  <a:lnTo>
                    <a:pt x="331493" y="236326"/>
                  </a:lnTo>
                  <a:lnTo>
                    <a:pt x="341243" y="246276"/>
                  </a:lnTo>
                  <a:lnTo>
                    <a:pt x="350993" y="251592"/>
                  </a:lnTo>
                  <a:lnTo>
                    <a:pt x="360742" y="201828"/>
                  </a:lnTo>
                  <a:lnTo>
                    <a:pt x="370492" y="227974"/>
                  </a:lnTo>
                  <a:lnTo>
                    <a:pt x="380241" y="262092"/>
                  </a:lnTo>
                  <a:lnTo>
                    <a:pt x="389991" y="290097"/>
                  </a:lnTo>
                  <a:lnTo>
                    <a:pt x="399741" y="286980"/>
                  </a:lnTo>
                  <a:lnTo>
                    <a:pt x="409491" y="265038"/>
                  </a:lnTo>
                  <a:lnTo>
                    <a:pt x="419241" y="292623"/>
                  </a:lnTo>
                  <a:lnTo>
                    <a:pt x="428991" y="326072"/>
                  </a:lnTo>
                  <a:lnTo>
                    <a:pt x="438741" y="335197"/>
                  </a:lnTo>
                  <a:lnTo>
                    <a:pt x="448491" y="333783"/>
                  </a:lnTo>
                  <a:lnTo>
                    <a:pt x="458241" y="323928"/>
                  </a:lnTo>
                  <a:lnTo>
                    <a:pt x="467991" y="334175"/>
                  </a:lnTo>
                  <a:lnTo>
                    <a:pt x="477740" y="331528"/>
                  </a:lnTo>
                  <a:lnTo>
                    <a:pt x="487490" y="318637"/>
                  </a:lnTo>
                  <a:lnTo>
                    <a:pt x="497239" y="295712"/>
                  </a:lnTo>
                  <a:lnTo>
                    <a:pt x="506989" y="270434"/>
                  </a:lnTo>
                  <a:lnTo>
                    <a:pt x="516738" y="270135"/>
                  </a:lnTo>
                  <a:lnTo>
                    <a:pt x="526488" y="246732"/>
                  </a:lnTo>
                  <a:lnTo>
                    <a:pt x="536238" y="232864"/>
                  </a:lnTo>
                  <a:lnTo>
                    <a:pt x="545988" y="216990"/>
                  </a:lnTo>
                  <a:lnTo>
                    <a:pt x="555738" y="233404"/>
                  </a:lnTo>
                  <a:lnTo>
                    <a:pt x="565488" y="229805"/>
                  </a:lnTo>
                  <a:lnTo>
                    <a:pt x="575238" y="276072"/>
                  </a:lnTo>
                  <a:lnTo>
                    <a:pt x="584988" y="236939"/>
                  </a:lnTo>
                  <a:lnTo>
                    <a:pt x="594738" y="232703"/>
                  </a:lnTo>
                  <a:lnTo>
                    <a:pt x="604488" y="237238"/>
                  </a:lnTo>
                  <a:lnTo>
                    <a:pt x="614237" y="243639"/>
                  </a:lnTo>
                  <a:lnTo>
                    <a:pt x="623987" y="235154"/>
                  </a:lnTo>
                  <a:lnTo>
                    <a:pt x="633736" y="229575"/>
                  </a:lnTo>
                  <a:lnTo>
                    <a:pt x="643486" y="223258"/>
                  </a:lnTo>
                  <a:lnTo>
                    <a:pt x="653236" y="244138"/>
                  </a:lnTo>
                  <a:lnTo>
                    <a:pt x="662985" y="249832"/>
                  </a:lnTo>
                  <a:lnTo>
                    <a:pt x="672735" y="220031"/>
                  </a:lnTo>
                  <a:lnTo>
                    <a:pt x="682485" y="214277"/>
                  </a:lnTo>
                  <a:lnTo>
                    <a:pt x="692235" y="209472"/>
                  </a:lnTo>
                  <a:lnTo>
                    <a:pt x="701985" y="182002"/>
                  </a:lnTo>
                  <a:lnTo>
                    <a:pt x="711735" y="198815"/>
                  </a:lnTo>
                  <a:lnTo>
                    <a:pt x="721485" y="208087"/>
                  </a:lnTo>
                  <a:lnTo>
                    <a:pt x="731235" y="211148"/>
                  </a:lnTo>
                  <a:lnTo>
                    <a:pt x="740985" y="222720"/>
                  </a:lnTo>
                  <a:lnTo>
                    <a:pt x="750734" y="219648"/>
                  </a:lnTo>
                  <a:lnTo>
                    <a:pt x="760484" y="170580"/>
                  </a:lnTo>
                  <a:lnTo>
                    <a:pt x="770233" y="169407"/>
                  </a:lnTo>
                  <a:lnTo>
                    <a:pt x="779983" y="144824"/>
                  </a:lnTo>
                  <a:lnTo>
                    <a:pt x="789733" y="124153"/>
                  </a:lnTo>
                  <a:lnTo>
                    <a:pt x="799482" y="117167"/>
                  </a:lnTo>
                  <a:lnTo>
                    <a:pt x="809232" y="120582"/>
                  </a:lnTo>
                  <a:lnTo>
                    <a:pt x="818982" y="112837"/>
                  </a:lnTo>
                  <a:lnTo>
                    <a:pt x="828732" y="120634"/>
                  </a:lnTo>
                  <a:lnTo>
                    <a:pt x="838482" y="80429"/>
                  </a:lnTo>
                  <a:lnTo>
                    <a:pt x="848232" y="61022"/>
                  </a:lnTo>
                  <a:lnTo>
                    <a:pt x="857982" y="70262"/>
                  </a:lnTo>
                  <a:lnTo>
                    <a:pt x="867732" y="27557"/>
                  </a:lnTo>
                  <a:lnTo>
                    <a:pt x="877482" y="52152"/>
                  </a:lnTo>
                  <a:lnTo>
                    <a:pt x="887231" y="91556"/>
                  </a:lnTo>
                  <a:lnTo>
                    <a:pt x="896981" y="70708"/>
                  </a:lnTo>
                  <a:lnTo>
                    <a:pt x="906730" y="81500"/>
                  </a:lnTo>
                  <a:lnTo>
                    <a:pt x="916480" y="40171"/>
                  </a:lnTo>
                  <a:lnTo>
                    <a:pt x="926230" y="38904"/>
                  </a:lnTo>
                  <a:lnTo>
                    <a:pt x="935979" y="34204"/>
                  </a:lnTo>
                  <a:lnTo>
                    <a:pt x="945729" y="30635"/>
                  </a:lnTo>
                  <a:lnTo>
                    <a:pt x="955479" y="36637"/>
                  </a:lnTo>
                  <a:lnTo>
                    <a:pt x="965229" y="50362"/>
                  </a:lnTo>
                  <a:lnTo>
                    <a:pt x="974979" y="38487"/>
                  </a:lnTo>
                  <a:lnTo>
                    <a:pt x="984729" y="49541"/>
                  </a:lnTo>
                  <a:lnTo>
                    <a:pt x="994474" y="65520"/>
                  </a:lnTo>
                  <a:lnTo>
                    <a:pt x="1004233" y="74200"/>
                  </a:lnTo>
                  <a:lnTo>
                    <a:pt x="1013977" y="82892"/>
                  </a:lnTo>
                  <a:lnTo>
                    <a:pt x="1023721" y="60141"/>
                  </a:lnTo>
                  <a:lnTo>
                    <a:pt x="1033480" y="61499"/>
                  </a:lnTo>
                  <a:lnTo>
                    <a:pt x="1043224" y="56044"/>
                  </a:lnTo>
                  <a:lnTo>
                    <a:pt x="1052983" y="55715"/>
                  </a:lnTo>
                  <a:lnTo>
                    <a:pt x="1062727" y="87672"/>
                  </a:lnTo>
                  <a:lnTo>
                    <a:pt x="1072471" y="92755"/>
                  </a:lnTo>
                  <a:lnTo>
                    <a:pt x="1082230" y="101714"/>
                  </a:lnTo>
                  <a:lnTo>
                    <a:pt x="1091973" y="74240"/>
                  </a:lnTo>
                  <a:lnTo>
                    <a:pt x="1101732" y="71762"/>
                  </a:lnTo>
                  <a:lnTo>
                    <a:pt x="1111476" y="92299"/>
                  </a:lnTo>
                  <a:lnTo>
                    <a:pt x="1121220" y="84075"/>
                  </a:lnTo>
                  <a:lnTo>
                    <a:pt x="1130979" y="101222"/>
                  </a:lnTo>
                  <a:lnTo>
                    <a:pt x="1140723" y="97693"/>
                  </a:lnTo>
                  <a:lnTo>
                    <a:pt x="1150482" y="119232"/>
                  </a:lnTo>
                  <a:lnTo>
                    <a:pt x="1160226" y="115488"/>
                  </a:lnTo>
                  <a:lnTo>
                    <a:pt x="1169969" y="141110"/>
                  </a:lnTo>
                  <a:lnTo>
                    <a:pt x="1179728" y="146006"/>
                  </a:lnTo>
                  <a:lnTo>
                    <a:pt x="1189472" y="155434"/>
                  </a:lnTo>
                  <a:lnTo>
                    <a:pt x="1199231" y="134511"/>
                  </a:lnTo>
                  <a:lnTo>
                    <a:pt x="1208975" y="131652"/>
                  </a:lnTo>
                  <a:lnTo>
                    <a:pt x="1218719" y="136324"/>
                  </a:lnTo>
                  <a:lnTo>
                    <a:pt x="1228478" y="153360"/>
                  </a:lnTo>
                  <a:lnTo>
                    <a:pt x="1238222" y="156283"/>
                  </a:lnTo>
                  <a:lnTo>
                    <a:pt x="1247966" y="152947"/>
                  </a:lnTo>
                  <a:lnTo>
                    <a:pt x="1257725" y="191659"/>
                  </a:lnTo>
                  <a:lnTo>
                    <a:pt x="1267469" y="195223"/>
                  </a:lnTo>
                  <a:lnTo>
                    <a:pt x="1277227" y="198544"/>
                  </a:lnTo>
                  <a:lnTo>
                    <a:pt x="1286971" y="199088"/>
                  </a:lnTo>
                  <a:lnTo>
                    <a:pt x="1296715" y="176447"/>
                  </a:lnTo>
                  <a:lnTo>
                    <a:pt x="1306474" y="152271"/>
                  </a:lnTo>
                  <a:lnTo>
                    <a:pt x="1316218" y="155864"/>
                  </a:lnTo>
                  <a:lnTo>
                    <a:pt x="1325977" y="164372"/>
                  </a:lnTo>
                  <a:lnTo>
                    <a:pt x="1335721" y="162505"/>
                  </a:lnTo>
                  <a:lnTo>
                    <a:pt x="1345465" y="178214"/>
                  </a:lnTo>
                  <a:lnTo>
                    <a:pt x="1355224" y="185707"/>
                  </a:lnTo>
                  <a:lnTo>
                    <a:pt x="1364967" y="203779"/>
                  </a:lnTo>
                  <a:lnTo>
                    <a:pt x="1374726" y="213504"/>
                  </a:lnTo>
                  <a:lnTo>
                    <a:pt x="1384470" y="227105"/>
                  </a:lnTo>
                  <a:lnTo>
                    <a:pt x="1394214" y="205932"/>
                  </a:lnTo>
                  <a:lnTo>
                    <a:pt x="1403973" y="219937"/>
                  </a:lnTo>
                  <a:lnTo>
                    <a:pt x="1413717" y="243095"/>
                  </a:lnTo>
                  <a:lnTo>
                    <a:pt x="1423476" y="202422"/>
                  </a:lnTo>
                  <a:lnTo>
                    <a:pt x="1433220" y="154277"/>
                  </a:lnTo>
                  <a:lnTo>
                    <a:pt x="1442964" y="160067"/>
                  </a:lnTo>
                  <a:lnTo>
                    <a:pt x="1452722" y="149742"/>
                  </a:lnTo>
                  <a:lnTo>
                    <a:pt x="1462466" y="167442"/>
                  </a:lnTo>
                  <a:lnTo>
                    <a:pt x="1472225" y="158609"/>
                  </a:lnTo>
                  <a:lnTo>
                    <a:pt x="1481969" y="160954"/>
                  </a:lnTo>
                  <a:lnTo>
                    <a:pt x="1491713" y="151403"/>
                  </a:lnTo>
                  <a:lnTo>
                    <a:pt x="1501472" y="132181"/>
                  </a:lnTo>
                  <a:lnTo>
                    <a:pt x="1511216" y="129897"/>
                  </a:lnTo>
                  <a:lnTo>
                    <a:pt x="1520960" y="125092"/>
                  </a:lnTo>
                  <a:lnTo>
                    <a:pt x="1530719" y="118051"/>
                  </a:lnTo>
                  <a:lnTo>
                    <a:pt x="1540463" y="131014"/>
                  </a:lnTo>
                  <a:lnTo>
                    <a:pt x="1550221" y="126682"/>
                  </a:lnTo>
                  <a:lnTo>
                    <a:pt x="1559965" y="171124"/>
                  </a:lnTo>
                  <a:lnTo>
                    <a:pt x="1569709" y="187472"/>
                  </a:lnTo>
                  <a:lnTo>
                    <a:pt x="1579468" y="202503"/>
                  </a:lnTo>
                  <a:lnTo>
                    <a:pt x="1589212" y="184916"/>
                  </a:lnTo>
                  <a:lnTo>
                    <a:pt x="1598971" y="205715"/>
                  </a:lnTo>
                  <a:lnTo>
                    <a:pt x="1608715" y="194910"/>
                  </a:lnTo>
                  <a:lnTo>
                    <a:pt x="1618459" y="173829"/>
                  </a:lnTo>
                  <a:lnTo>
                    <a:pt x="1628218" y="172916"/>
                  </a:lnTo>
                  <a:lnTo>
                    <a:pt x="1637962" y="187879"/>
                  </a:lnTo>
                  <a:lnTo>
                    <a:pt x="1647720" y="180737"/>
                  </a:lnTo>
                  <a:lnTo>
                    <a:pt x="1657464" y="221277"/>
                  </a:lnTo>
                  <a:lnTo>
                    <a:pt x="1667208" y="235374"/>
                  </a:lnTo>
                  <a:lnTo>
                    <a:pt x="1676967" y="230183"/>
                  </a:lnTo>
                  <a:lnTo>
                    <a:pt x="1686711" y="223422"/>
                  </a:lnTo>
                  <a:lnTo>
                    <a:pt x="1696470" y="210141"/>
                  </a:lnTo>
                  <a:lnTo>
                    <a:pt x="1706214" y="209600"/>
                  </a:lnTo>
                  <a:lnTo>
                    <a:pt x="1715958" y="200175"/>
                  </a:lnTo>
                  <a:lnTo>
                    <a:pt x="1725716" y="209976"/>
                  </a:lnTo>
                  <a:lnTo>
                    <a:pt x="1735460" y="228181"/>
                  </a:lnTo>
                  <a:lnTo>
                    <a:pt x="1745219" y="220980"/>
                  </a:lnTo>
                  <a:lnTo>
                    <a:pt x="1754963" y="247769"/>
                  </a:lnTo>
                  <a:lnTo>
                    <a:pt x="1764707" y="218917"/>
                  </a:lnTo>
                  <a:lnTo>
                    <a:pt x="1774466" y="232747"/>
                  </a:lnTo>
                  <a:lnTo>
                    <a:pt x="1784210" y="202112"/>
                  </a:lnTo>
                  <a:lnTo>
                    <a:pt x="1793969" y="221894"/>
                  </a:lnTo>
                  <a:lnTo>
                    <a:pt x="1803713" y="250902"/>
                  </a:lnTo>
                  <a:lnTo>
                    <a:pt x="1813457" y="235335"/>
                  </a:lnTo>
                  <a:lnTo>
                    <a:pt x="1823215" y="223976"/>
                  </a:lnTo>
                  <a:lnTo>
                    <a:pt x="1832959" y="249635"/>
                  </a:lnTo>
                  <a:lnTo>
                    <a:pt x="1842703" y="228544"/>
                  </a:lnTo>
                  <a:lnTo>
                    <a:pt x="1852462" y="190501"/>
                  </a:lnTo>
                  <a:lnTo>
                    <a:pt x="1862206" y="189829"/>
                  </a:lnTo>
                  <a:lnTo>
                    <a:pt x="1871965" y="222445"/>
                  </a:lnTo>
                  <a:lnTo>
                    <a:pt x="1881709" y="225812"/>
                  </a:lnTo>
                  <a:lnTo>
                    <a:pt x="1891453" y="216913"/>
                  </a:lnTo>
                  <a:lnTo>
                    <a:pt x="1901212" y="237745"/>
                  </a:lnTo>
                  <a:lnTo>
                    <a:pt x="1910956" y="252454"/>
                  </a:lnTo>
                  <a:lnTo>
                    <a:pt x="1920714" y="246365"/>
                  </a:lnTo>
                  <a:lnTo>
                    <a:pt x="1930458" y="220343"/>
                  </a:lnTo>
                  <a:lnTo>
                    <a:pt x="1940202" y="216636"/>
                  </a:lnTo>
                  <a:lnTo>
                    <a:pt x="1949961" y="190533"/>
                  </a:lnTo>
                  <a:lnTo>
                    <a:pt x="1959705" y="200116"/>
                  </a:lnTo>
                  <a:lnTo>
                    <a:pt x="1969464" y="193037"/>
                  </a:lnTo>
                  <a:lnTo>
                    <a:pt x="1979208" y="188862"/>
                  </a:lnTo>
                  <a:lnTo>
                    <a:pt x="1988952" y="169814"/>
                  </a:lnTo>
                  <a:lnTo>
                    <a:pt x="1998711" y="156925"/>
                  </a:lnTo>
                  <a:lnTo>
                    <a:pt x="2008454" y="162077"/>
                  </a:lnTo>
                  <a:lnTo>
                    <a:pt x="2018213" y="161947"/>
                  </a:lnTo>
                  <a:lnTo>
                    <a:pt x="2027957" y="163144"/>
                  </a:lnTo>
                  <a:lnTo>
                    <a:pt x="2037701" y="143635"/>
                  </a:lnTo>
                  <a:lnTo>
                    <a:pt x="2047460" y="139757"/>
                  </a:lnTo>
                  <a:lnTo>
                    <a:pt x="2057204" y="123626"/>
                  </a:lnTo>
                  <a:lnTo>
                    <a:pt x="2066963" y="123122"/>
                  </a:lnTo>
                  <a:lnTo>
                    <a:pt x="2076707" y="105367"/>
                  </a:lnTo>
                  <a:lnTo>
                    <a:pt x="2086451" y="97238"/>
                  </a:lnTo>
                  <a:lnTo>
                    <a:pt x="2096210" y="82050"/>
                  </a:lnTo>
                  <a:lnTo>
                    <a:pt x="2105954" y="108064"/>
                  </a:lnTo>
                  <a:lnTo>
                    <a:pt x="2115697" y="109522"/>
                  </a:lnTo>
                  <a:lnTo>
                    <a:pt x="2125456" y="124946"/>
                  </a:lnTo>
                  <a:lnTo>
                    <a:pt x="2135200" y="120530"/>
                  </a:lnTo>
                  <a:lnTo>
                    <a:pt x="2144959" y="99430"/>
                  </a:lnTo>
                  <a:lnTo>
                    <a:pt x="2154703" y="78361"/>
                  </a:lnTo>
                  <a:lnTo>
                    <a:pt x="2164447" y="124794"/>
                  </a:lnTo>
                  <a:lnTo>
                    <a:pt x="2174206" y="115978"/>
                  </a:lnTo>
                  <a:lnTo>
                    <a:pt x="2183950" y="84556"/>
                  </a:lnTo>
                  <a:lnTo>
                    <a:pt x="2193709" y="89734"/>
                  </a:lnTo>
                  <a:lnTo>
                    <a:pt x="2203452" y="91630"/>
                  </a:lnTo>
                  <a:lnTo>
                    <a:pt x="2213196" y="107569"/>
                  </a:lnTo>
                  <a:lnTo>
                    <a:pt x="2222955" y="125517"/>
                  </a:lnTo>
                  <a:lnTo>
                    <a:pt x="2232699" y="85082"/>
                  </a:lnTo>
                  <a:lnTo>
                    <a:pt x="2242458" y="81834"/>
                  </a:lnTo>
                  <a:lnTo>
                    <a:pt x="2252202" y="56808"/>
                  </a:lnTo>
                  <a:lnTo>
                    <a:pt x="2261946" y="49927"/>
                  </a:lnTo>
                  <a:lnTo>
                    <a:pt x="2271705" y="27201"/>
                  </a:lnTo>
                  <a:lnTo>
                    <a:pt x="2281449" y="24031"/>
                  </a:lnTo>
                  <a:lnTo>
                    <a:pt x="2291208" y="14515"/>
                  </a:lnTo>
                  <a:lnTo>
                    <a:pt x="2300951" y="29618"/>
                  </a:lnTo>
                  <a:lnTo>
                    <a:pt x="2310695" y="40865"/>
                  </a:lnTo>
                  <a:lnTo>
                    <a:pt x="2320454" y="32273"/>
                  </a:lnTo>
                  <a:lnTo>
                    <a:pt x="2330198" y="15112"/>
                  </a:lnTo>
                  <a:lnTo>
                    <a:pt x="2339957" y="47748"/>
                  </a:lnTo>
                  <a:lnTo>
                    <a:pt x="2349701" y="64936"/>
                  </a:lnTo>
                  <a:lnTo>
                    <a:pt x="2359445" y="60100"/>
                  </a:lnTo>
                  <a:lnTo>
                    <a:pt x="2369204" y="56446"/>
                  </a:lnTo>
                  <a:lnTo>
                    <a:pt x="2378948" y="10480"/>
                  </a:lnTo>
                  <a:lnTo>
                    <a:pt x="2388692" y="30883"/>
                  </a:lnTo>
                  <a:lnTo>
                    <a:pt x="2398450" y="66281"/>
                  </a:lnTo>
                  <a:lnTo>
                    <a:pt x="2408194" y="61364"/>
                  </a:lnTo>
                  <a:lnTo>
                    <a:pt x="2417953" y="76538"/>
                  </a:lnTo>
                  <a:lnTo>
                    <a:pt x="2427697" y="79634"/>
                  </a:lnTo>
                  <a:lnTo>
                    <a:pt x="2437441" y="76868"/>
                  </a:lnTo>
                  <a:lnTo>
                    <a:pt x="2447200" y="79197"/>
                  </a:lnTo>
                  <a:lnTo>
                    <a:pt x="2456944" y="27009"/>
                  </a:lnTo>
                  <a:lnTo>
                    <a:pt x="2466703" y="30257"/>
                  </a:lnTo>
                  <a:lnTo>
                    <a:pt x="2476446" y="31118"/>
                  </a:lnTo>
                  <a:lnTo>
                    <a:pt x="2486190" y="11109"/>
                  </a:lnTo>
                  <a:lnTo>
                    <a:pt x="2495949" y="34892"/>
                  </a:lnTo>
                  <a:lnTo>
                    <a:pt x="2505693" y="40040"/>
                  </a:lnTo>
                  <a:lnTo>
                    <a:pt x="2515452" y="13525"/>
                  </a:lnTo>
                  <a:lnTo>
                    <a:pt x="2525196" y="4151"/>
                  </a:lnTo>
                  <a:lnTo>
                    <a:pt x="2534940" y="8990"/>
                  </a:lnTo>
                  <a:lnTo>
                    <a:pt x="2544699" y="52619"/>
                  </a:lnTo>
                  <a:lnTo>
                    <a:pt x="2554443" y="54226"/>
                  </a:lnTo>
                  <a:lnTo>
                    <a:pt x="2564202" y="37535"/>
                  </a:lnTo>
                  <a:lnTo>
                    <a:pt x="2573946" y="39964"/>
                  </a:lnTo>
                  <a:lnTo>
                    <a:pt x="2583690" y="52732"/>
                  </a:lnTo>
                  <a:lnTo>
                    <a:pt x="2593448" y="46348"/>
                  </a:lnTo>
                  <a:lnTo>
                    <a:pt x="2603192" y="45831"/>
                  </a:lnTo>
                  <a:lnTo>
                    <a:pt x="2612951" y="32720"/>
                  </a:lnTo>
                  <a:lnTo>
                    <a:pt x="2622695" y="0"/>
                  </a:lnTo>
                  <a:lnTo>
                    <a:pt x="2632439" y="12987"/>
                  </a:lnTo>
                  <a:lnTo>
                    <a:pt x="2642198" y="33198"/>
                  </a:lnTo>
                  <a:lnTo>
                    <a:pt x="2651942" y="62792"/>
                  </a:lnTo>
                  <a:lnTo>
                    <a:pt x="2661685" y="61432"/>
                  </a:lnTo>
                  <a:lnTo>
                    <a:pt x="2671444" y="58592"/>
                  </a:lnTo>
                  <a:lnTo>
                    <a:pt x="2681188" y="87993"/>
                  </a:lnTo>
                  <a:lnTo>
                    <a:pt x="2690947" y="75657"/>
                  </a:lnTo>
                  <a:lnTo>
                    <a:pt x="2700691" y="73547"/>
                  </a:lnTo>
                  <a:lnTo>
                    <a:pt x="2710435" y="24084"/>
                  </a:lnTo>
                  <a:lnTo>
                    <a:pt x="2720194" y="40141"/>
                  </a:lnTo>
                  <a:lnTo>
                    <a:pt x="2729938" y="25294"/>
                  </a:lnTo>
                  <a:lnTo>
                    <a:pt x="2739697" y="36786"/>
                  </a:lnTo>
                  <a:lnTo>
                    <a:pt x="2749441" y="48831"/>
                  </a:lnTo>
                  <a:lnTo>
                    <a:pt x="2759185" y="36590"/>
                  </a:lnTo>
                  <a:lnTo>
                    <a:pt x="2768943" y="46562"/>
                  </a:lnTo>
                  <a:lnTo>
                    <a:pt x="2778687" y="8174"/>
                  </a:lnTo>
                  <a:lnTo>
                    <a:pt x="2788446" y="28782"/>
                  </a:lnTo>
                  <a:lnTo>
                    <a:pt x="2798190" y="37958"/>
                  </a:lnTo>
                  <a:lnTo>
                    <a:pt x="2807934" y="39494"/>
                  </a:lnTo>
                  <a:lnTo>
                    <a:pt x="2817693" y="53055"/>
                  </a:lnTo>
                  <a:lnTo>
                    <a:pt x="2827437" y="22381"/>
                  </a:lnTo>
                  <a:lnTo>
                    <a:pt x="2837196" y="17623"/>
                  </a:lnTo>
                  <a:lnTo>
                    <a:pt x="2846940" y="17237"/>
                  </a:lnTo>
                  <a:lnTo>
                    <a:pt x="2856684" y="25185"/>
                  </a:lnTo>
                  <a:lnTo>
                    <a:pt x="2866442" y="53502"/>
                  </a:lnTo>
                  <a:lnTo>
                    <a:pt x="2876186" y="50302"/>
                  </a:lnTo>
                  <a:lnTo>
                    <a:pt x="2885945" y="58091"/>
                  </a:lnTo>
                  <a:lnTo>
                    <a:pt x="2895689" y="73178"/>
                  </a:lnTo>
                  <a:lnTo>
                    <a:pt x="2905433" y="57522"/>
                  </a:lnTo>
                  <a:lnTo>
                    <a:pt x="2915192" y="7017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4" name="Freeform 1143">
              <a:extLst>
                <a:ext uri="{FF2B5EF4-FFF2-40B4-BE49-F238E27FC236}">
                  <a16:creationId xmlns:a16="http://schemas.microsoft.com/office/drawing/2014/main" id="{7916E61E-8C28-EC9B-A320-BC5DEEF23F41}"/>
                </a:ext>
              </a:extLst>
            </p:cNvPr>
            <p:cNvSpPr/>
            <p:nvPr/>
          </p:nvSpPr>
          <p:spPr>
            <a:xfrm>
              <a:off x="4426652" y="3182516"/>
              <a:ext cx="2915191" cy="326259"/>
            </a:xfrm>
            <a:custGeom>
              <a:avLst/>
              <a:gdLst>
                <a:gd name="connsiteX0" fmla="*/ 0 w 2915191"/>
                <a:gd name="connsiteY0" fmla="*/ 177886 h 326259"/>
                <a:gd name="connsiteX1" fmla="*/ 9750 w 2915191"/>
                <a:gd name="connsiteY1" fmla="*/ 152232 h 326259"/>
                <a:gd name="connsiteX2" fmla="*/ 19500 w 2915191"/>
                <a:gd name="connsiteY2" fmla="*/ 154568 h 326259"/>
                <a:gd name="connsiteX3" fmla="*/ 29250 w 2915191"/>
                <a:gd name="connsiteY3" fmla="*/ 157931 h 326259"/>
                <a:gd name="connsiteX4" fmla="*/ 39000 w 2915191"/>
                <a:gd name="connsiteY4" fmla="*/ 144703 h 326259"/>
                <a:gd name="connsiteX5" fmla="*/ 48749 w 2915191"/>
                <a:gd name="connsiteY5" fmla="*/ 134991 h 326259"/>
                <a:gd name="connsiteX6" fmla="*/ 58499 w 2915191"/>
                <a:gd name="connsiteY6" fmla="*/ 125129 h 326259"/>
                <a:gd name="connsiteX7" fmla="*/ 68249 w 2915191"/>
                <a:gd name="connsiteY7" fmla="*/ 143206 h 326259"/>
                <a:gd name="connsiteX8" fmla="*/ 77998 w 2915191"/>
                <a:gd name="connsiteY8" fmla="*/ 141610 h 326259"/>
                <a:gd name="connsiteX9" fmla="*/ 87748 w 2915191"/>
                <a:gd name="connsiteY9" fmla="*/ 150503 h 326259"/>
                <a:gd name="connsiteX10" fmla="*/ 97497 w 2915191"/>
                <a:gd name="connsiteY10" fmla="*/ 143145 h 326259"/>
                <a:gd name="connsiteX11" fmla="*/ 107247 w 2915191"/>
                <a:gd name="connsiteY11" fmla="*/ 151792 h 326259"/>
                <a:gd name="connsiteX12" fmla="*/ 116997 w 2915191"/>
                <a:gd name="connsiteY12" fmla="*/ 140834 h 326259"/>
                <a:gd name="connsiteX13" fmla="*/ 126747 w 2915191"/>
                <a:gd name="connsiteY13" fmla="*/ 170698 h 326259"/>
                <a:gd name="connsiteX14" fmla="*/ 136497 w 2915191"/>
                <a:gd name="connsiteY14" fmla="*/ 157959 h 326259"/>
                <a:gd name="connsiteX15" fmla="*/ 146247 w 2915191"/>
                <a:gd name="connsiteY15" fmla="*/ 190936 h 326259"/>
                <a:gd name="connsiteX16" fmla="*/ 155997 w 2915191"/>
                <a:gd name="connsiteY16" fmla="*/ 214602 h 326259"/>
                <a:gd name="connsiteX17" fmla="*/ 165747 w 2915191"/>
                <a:gd name="connsiteY17" fmla="*/ 274842 h 326259"/>
                <a:gd name="connsiteX18" fmla="*/ 175497 w 2915191"/>
                <a:gd name="connsiteY18" fmla="*/ 289341 h 326259"/>
                <a:gd name="connsiteX19" fmla="*/ 185247 w 2915191"/>
                <a:gd name="connsiteY19" fmla="*/ 275153 h 326259"/>
                <a:gd name="connsiteX20" fmla="*/ 194996 w 2915191"/>
                <a:gd name="connsiteY20" fmla="*/ 263205 h 326259"/>
                <a:gd name="connsiteX21" fmla="*/ 204746 w 2915191"/>
                <a:gd name="connsiteY21" fmla="*/ 235711 h 326259"/>
                <a:gd name="connsiteX22" fmla="*/ 214495 w 2915191"/>
                <a:gd name="connsiteY22" fmla="*/ 247582 h 326259"/>
                <a:gd name="connsiteX23" fmla="*/ 224245 w 2915191"/>
                <a:gd name="connsiteY23" fmla="*/ 277114 h 326259"/>
                <a:gd name="connsiteX24" fmla="*/ 233995 w 2915191"/>
                <a:gd name="connsiteY24" fmla="*/ 269682 h 326259"/>
                <a:gd name="connsiteX25" fmla="*/ 243744 w 2915191"/>
                <a:gd name="connsiteY25" fmla="*/ 269561 h 326259"/>
                <a:gd name="connsiteX26" fmla="*/ 253494 w 2915191"/>
                <a:gd name="connsiteY26" fmla="*/ 272544 h 326259"/>
                <a:gd name="connsiteX27" fmla="*/ 263244 w 2915191"/>
                <a:gd name="connsiteY27" fmla="*/ 287366 h 326259"/>
                <a:gd name="connsiteX28" fmla="*/ 272994 w 2915191"/>
                <a:gd name="connsiteY28" fmla="*/ 291238 h 326259"/>
                <a:gd name="connsiteX29" fmla="*/ 282744 w 2915191"/>
                <a:gd name="connsiteY29" fmla="*/ 286738 h 326259"/>
                <a:gd name="connsiteX30" fmla="*/ 292494 w 2915191"/>
                <a:gd name="connsiteY30" fmla="*/ 326259 h 326259"/>
                <a:gd name="connsiteX31" fmla="*/ 302244 w 2915191"/>
                <a:gd name="connsiteY31" fmla="*/ 311176 h 326259"/>
                <a:gd name="connsiteX32" fmla="*/ 311994 w 2915191"/>
                <a:gd name="connsiteY32" fmla="*/ 316237 h 326259"/>
                <a:gd name="connsiteX33" fmla="*/ 321744 w 2915191"/>
                <a:gd name="connsiteY33" fmla="*/ 300912 h 326259"/>
                <a:gd name="connsiteX34" fmla="*/ 331493 w 2915191"/>
                <a:gd name="connsiteY34" fmla="*/ 302205 h 326259"/>
                <a:gd name="connsiteX35" fmla="*/ 341243 w 2915191"/>
                <a:gd name="connsiteY35" fmla="*/ 290444 h 326259"/>
                <a:gd name="connsiteX36" fmla="*/ 350993 w 2915191"/>
                <a:gd name="connsiteY36" fmla="*/ 252593 h 326259"/>
                <a:gd name="connsiteX37" fmla="*/ 360742 w 2915191"/>
                <a:gd name="connsiteY37" fmla="*/ 231897 h 326259"/>
                <a:gd name="connsiteX38" fmla="*/ 370492 w 2915191"/>
                <a:gd name="connsiteY38" fmla="*/ 233241 h 326259"/>
                <a:gd name="connsiteX39" fmla="*/ 380241 w 2915191"/>
                <a:gd name="connsiteY39" fmla="*/ 212084 h 326259"/>
                <a:gd name="connsiteX40" fmla="*/ 389991 w 2915191"/>
                <a:gd name="connsiteY40" fmla="*/ 220448 h 326259"/>
                <a:gd name="connsiteX41" fmla="*/ 399741 w 2915191"/>
                <a:gd name="connsiteY41" fmla="*/ 195627 h 326259"/>
                <a:gd name="connsiteX42" fmla="*/ 409491 w 2915191"/>
                <a:gd name="connsiteY42" fmla="*/ 195624 h 326259"/>
                <a:gd name="connsiteX43" fmla="*/ 419241 w 2915191"/>
                <a:gd name="connsiteY43" fmla="*/ 183780 h 326259"/>
                <a:gd name="connsiteX44" fmla="*/ 428991 w 2915191"/>
                <a:gd name="connsiteY44" fmla="*/ 201354 h 326259"/>
                <a:gd name="connsiteX45" fmla="*/ 438741 w 2915191"/>
                <a:gd name="connsiteY45" fmla="*/ 173554 h 326259"/>
                <a:gd name="connsiteX46" fmla="*/ 448491 w 2915191"/>
                <a:gd name="connsiteY46" fmla="*/ 173759 h 326259"/>
                <a:gd name="connsiteX47" fmla="*/ 458241 w 2915191"/>
                <a:gd name="connsiteY47" fmla="*/ 187522 h 326259"/>
                <a:gd name="connsiteX48" fmla="*/ 467991 w 2915191"/>
                <a:gd name="connsiteY48" fmla="*/ 151636 h 326259"/>
                <a:gd name="connsiteX49" fmla="*/ 477740 w 2915191"/>
                <a:gd name="connsiteY49" fmla="*/ 171814 h 326259"/>
                <a:gd name="connsiteX50" fmla="*/ 487490 w 2915191"/>
                <a:gd name="connsiteY50" fmla="*/ 195068 h 326259"/>
                <a:gd name="connsiteX51" fmla="*/ 497239 w 2915191"/>
                <a:gd name="connsiteY51" fmla="*/ 200957 h 326259"/>
                <a:gd name="connsiteX52" fmla="*/ 506989 w 2915191"/>
                <a:gd name="connsiteY52" fmla="*/ 186100 h 326259"/>
                <a:gd name="connsiteX53" fmla="*/ 516738 w 2915191"/>
                <a:gd name="connsiteY53" fmla="*/ 185123 h 326259"/>
                <a:gd name="connsiteX54" fmla="*/ 526488 w 2915191"/>
                <a:gd name="connsiteY54" fmla="*/ 160125 h 326259"/>
                <a:gd name="connsiteX55" fmla="*/ 536238 w 2915191"/>
                <a:gd name="connsiteY55" fmla="*/ 185212 h 326259"/>
                <a:gd name="connsiteX56" fmla="*/ 545988 w 2915191"/>
                <a:gd name="connsiteY56" fmla="*/ 162102 h 326259"/>
                <a:gd name="connsiteX57" fmla="*/ 555738 w 2915191"/>
                <a:gd name="connsiteY57" fmla="*/ 178055 h 326259"/>
                <a:gd name="connsiteX58" fmla="*/ 565488 w 2915191"/>
                <a:gd name="connsiteY58" fmla="*/ 182855 h 326259"/>
                <a:gd name="connsiteX59" fmla="*/ 575238 w 2915191"/>
                <a:gd name="connsiteY59" fmla="*/ 186266 h 326259"/>
                <a:gd name="connsiteX60" fmla="*/ 584988 w 2915191"/>
                <a:gd name="connsiteY60" fmla="*/ 200408 h 326259"/>
                <a:gd name="connsiteX61" fmla="*/ 594738 w 2915191"/>
                <a:gd name="connsiteY61" fmla="*/ 199462 h 326259"/>
                <a:gd name="connsiteX62" fmla="*/ 604488 w 2915191"/>
                <a:gd name="connsiteY62" fmla="*/ 194675 h 326259"/>
                <a:gd name="connsiteX63" fmla="*/ 614237 w 2915191"/>
                <a:gd name="connsiteY63" fmla="*/ 197188 h 326259"/>
                <a:gd name="connsiteX64" fmla="*/ 623987 w 2915191"/>
                <a:gd name="connsiteY64" fmla="*/ 212305 h 326259"/>
                <a:gd name="connsiteX65" fmla="*/ 633736 w 2915191"/>
                <a:gd name="connsiteY65" fmla="*/ 157457 h 326259"/>
                <a:gd name="connsiteX66" fmla="*/ 643486 w 2915191"/>
                <a:gd name="connsiteY66" fmla="*/ 146162 h 326259"/>
                <a:gd name="connsiteX67" fmla="*/ 653236 w 2915191"/>
                <a:gd name="connsiteY67" fmla="*/ 138318 h 326259"/>
                <a:gd name="connsiteX68" fmla="*/ 662985 w 2915191"/>
                <a:gd name="connsiteY68" fmla="*/ 162064 h 326259"/>
                <a:gd name="connsiteX69" fmla="*/ 672735 w 2915191"/>
                <a:gd name="connsiteY69" fmla="*/ 164672 h 326259"/>
                <a:gd name="connsiteX70" fmla="*/ 682485 w 2915191"/>
                <a:gd name="connsiteY70" fmla="*/ 163832 h 326259"/>
                <a:gd name="connsiteX71" fmla="*/ 692235 w 2915191"/>
                <a:gd name="connsiteY71" fmla="*/ 153437 h 326259"/>
                <a:gd name="connsiteX72" fmla="*/ 701985 w 2915191"/>
                <a:gd name="connsiteY72" fmla="*/ 178438 h 326259"/>
                <a:gd name="connsiteX73" fmla="*/ 711735 w 2915191"/>
                <a:gd name="connsiteY73" fmla="*/ 154076 h 326259"/>
                <a:gd name="connsiteX74" fmla="*/ 721485 w 2915191"/>
                <a:gd name="connsiteY74" fmla="*/ 132714 h 326259"/>
                <a:gd name="connsiteX75" fmla="*/ 731235 w 2915191"/>
                <a:gd name="connsiteY75" fmla="*/ 104586 h 326259"/>
                <a:gd name="connsiteX76" fmla="*/ 740985 w 2915191"/>
                <a:gd name="connsiteY76" fmla="*/ 106525 h 326259"/>
                <a:gd name="connsiteX77" fmla="*/ 750734 w 2915191"/>
                <a:gd name="connsiteY77" fmla="*/ 75508 h 326259"/>
                <a:gd name="connsiteX78" fmla="*/ 760484 w 2915191"/>
                <a:gd name="connsiteY78" fmla="*/ 91134 h 326259"/>
                <a:gd name="connsiteX79" fmla="*/ 770233 w 2915191"/>
                <a:gd name="connsiteY79" fmla="*/ 68163 h 326259"/>
                <a:gd name="connsiteX80" fmla="*/ 779983 w 2915191"/>
                <a:gd name="connsiteY80" fmla="*/ 91273 h 326259"/>
                <a:gd name="connsiteX81" fmla="*/ 789733 w 2915191"/>
                <a:gd name="connsiteY81" fmla="*/ 98308 h 326259"/>
                <a:gd name="connsiteX82" fmla="*/ 799482 w 2915191"/>
                <a:gd name="connsiteY82" fmla="*/ 107191 h 326259"/>
                <a:gd name="connsiteX83" fmla="*/ 809232 w 2915191"/>
                <a:gd name="connsiteY83" fmla="*/ 117544 h 326259"/>
                <a:gd name="connsiteX84" fmla="*/ 818982 w 2915191"/>
                <a:gd name="connsiteY84" fmla="*/ 127106 h 326259"/>
                <a:gd name="connsiteX85" fmla="*/ 828732 w 2915191"/>
                <a:gd name="connsiteY85" fmla="*/ 118927 h 326259"/>
                <a:gd name="connsiteX86" fmla="*/ 838482 w 2915191"/>
                <a:gd name="connsiteY86" fmla="*/ 126939 h 326259"/>
                <a:gd name="connsiteX87" fmla="*/ 848232 w 2915191"/>
                <a:gd name="connsiteY87" fmla="*/ 134405 h 326259"/>
                <a:gd name="connsiteX88" fmla="*/ 857982 w 2915191"/>
                <a:gd name="connsiteY88" fmla="*/ 126881 h 326259"/>
                <a:gd name="connsiteX89" fmla="*/ 867732 w 2915191"/>
                <a:gd name="connsiteY89" fmla="*/ 123069 h 326259"/>
                <a:gd name="connsiteX90" fmla="*/ 877482 w 2915191"/>
                <a:gd name="connsiteY90" fmla="*/ 158626 h 326259"/>
                <a:gd name="connsiteX91" fmla="*/ 887231 w 2915191"/>
                <a:gd name="connsiteY91" fmla="*/ 180746 h 326259"/>
                <a:gd name="connsiteX92" fmla="*/ 896981 w 2915191"/>
                <a:gd name="connsiteY92" fmla="*/ 178263 h 326259"/>
                <a:gd name="connsiteX93" fmla="*/ 906730 w 2915191"/>
                <a:gd name="connsiteY93" fmla="*/ 187647 h 326259"/>
                <a:gd name="connsiteX94" fmla="*/ 916480 w 2915191"/>
                <a:gd name="connsiteY94" fmla="*/ 176274 h 326259"/>
                <a:gd name="connsiteX95" fmla="*/ 926230 w 2915191"/>
                <a:gd name="connsiteY95" fmla="*/ 167159 h 326259"/>
                <a:gd name="connsiteX96" fmla="*/ 935979 w 2915191"/>
                <a:gd name="connsiteY96" fmla="*/ 160624 h 326259"/>
                <a:gd name="connsiteX97" fmla="*/ 945729 w 2915191"/>
                <a:gd name="connsiteY97" fmla="*/ 183325 h 326259"/>
                <a:gd name="connsiteX98" fmla="*/ 955479 w 2915191"/>
                <a:gd name="connsiteY98" fmla="*/ 158530 h 326259"/>
                <a:gd name="connsiteX99" fmla="*/ 965229 w 2915191"/>
                <a:gd name="connsiteY99" fmla="*/ 130703 h 326259"/>
                <a:gd name="connsiteX100" fmla="*/ 974979 w 2915191"/>
                <a:gd name="connsiteY100" fmla="*/ 130488 h 326259"/>
                <a:gd name="connsiteX101" fmla="*/ 984729 w 2915191"/>
                <a:gd name="connsiteY101" fmla="*/ 108700 h 326259"/>
                <a:gd name="connsiteX102" fmla="*/ 994474 w 2915191"/>
                <a:gd name="connsiteY102" fmla="*/ 70439 h 326259"/>
                <a:gd name="connsiteX103" fmla="*/ 1004233 w 2915191"/>
                <a:gd name="connsiteY103" fmla="*/ 73722 h 326259"/>
                <a:gd name="connsiteX104" fmla="*/ 1013977 w 2915191"/>
                <a:gd name="connsiteY104" fmla="*/ 67719 h 326259"/>
                <a:gd name="connsiteX105" fmla="*/ 1023721 w 2915191"/>
                <a:gd name="connsiteY105" fmla="*/ 70287 h 326259"/>
                <a:gd name="connsiteX106" fmla="*/ 1033480 w 2915191"/>
                <a:gd name="connsiteY106" fmla="*/ 70469 h 326259"/>
                <a:gd name="connsiteX107" fmla="*/ 1043224 w 2915191"/>
                <a:gd name="connsiteY107" fmla="*/ 78252 h 326259"/>
                <a:gd name="connsiteX108" fmla="*/ 1052983 w 2915191"/>
                <a:gd name="connsiteY108" fmla="*/ 58689 h 326259"/>
                <a:gd name="connsiteX109" fmla="*/ 1062727 w 2915191"/>
                <a:gd name="connsiteY109" fmla="*/ 53361 h 326259"/>
                <a:gd name="connsiteX110" fmla="*/ 1072471 w 2915191"/>
                <a:gd name="connsiteY110" fmla="*/ 35154 h 326259"/>
                <a:gd name="connsiteX111" fmla="*/ 1082230 w 2915191"/>
                <a:gd name="connsiteY111" fmla="*/ 8688 h 326259"/>
                <a:gd name="connsiteX112" fmla="*/ 1091973 w 2915191"/>
                <a:gd name="connsiteY112" fmla="*/ 59860 h 326259"/>
                <a:gd name="connsiteX113" fmla="*/ 1101732 w 2915191"/>
                <a:gd name="connsiteY113" fmla="*/ 45630 h 326259"/>
                <a:gd name="connsiteX114" fmla="*/ 1111476 w 2915191"/>
                <a:gd name="connsiteY114" fmla="*/ 64995 h 326259"/>
                <a:gd name="connsiteX115" fmla="*/ 1121220 w 2915191"/>
                <a:gd name="connsiteY115" fmla="*/ 83576 h 326259"/>
                <a:gd name="connsiteX116" fmla="*/ 1130979 w 2915191"/>
                <a:gd name="connsiteY116" fmla="*/ 96076 h 326259"/>
                <a:gd name="connsiteX117" fmla="*/ 1140723 w 2915191"/>
                <a:gd name="connsiteY117" fmla="*/ 112097 h 326259"/>
                <a:gd name="connsiteX118" fmla="*/ 1150482 w 2915191"/>
                <a:gd name="connsiteY118" fmla="*/ 142299 h 326259"/>
                <a:gd name="connsiteX119" fmla="*/ 1160226 w 2915191"/>
                <a:gd name="connsiteY119" fmla="*/ 115083 h 326259"/>
                <a:gd name="connsiteX120" fmla="*/ 1169969 w 2915191"/>
                <a:gd name="connsiteY120" fmla="*/ 133350 h 326259"/>
                <a:gd name="connsiteX121" fmla="*/ 1179728 w 2915191"/>
                <a:gd name="connsiteY121" fmla="*/ 151311 h 326259"/>
                <a:gd name="connsiteX122" fmla="*/ 1189472 w 2915191"/>
                <a:gd name="connsiteY122" fmla="*/ 140527 h 326259"/>
                <a:gd name="connsiteX123" fmla="*/ 1199231 w 2915191"/>
                <a:gd name="connsiteY123" fmla="*/ 112095 h 326259"/>
                <a:gd name="connsiteX124" fmla="*/ 1208975 w 2915191"/>
                <a:gd name="connsiteY124" fmla="*/ 137379 h 326259"/>
                <a:gd name="connsiteX125" fmla="*/ 1218719 w 2915191"/>
                <a:gd name="connsiteY125" fmla="*/ 128462 h 326259"/>
                <a:gd name="connsiteX126" fmla="*/ 1228478 w 2915191"/>
                <a:gd name="connsiteY126" fmla="*/ 107091 h 326259"/>
                <a:gd name="connsiteX127" fmla="*/ 1238222 w 2915191"/>
                <a:gd name="connsiteY127" fmla="*/ 83120 h 326259"/>
                <a:gd name="connsiteX128" fmla="*/ 1247966 w 2915191"/>
                <a:gd name="connsiteY128" fmla="*/ 102225 h 326259"/>
                <a:gd name="connsiteX129" fmla="*/ 1257725 w 2915191"/>
                <a:gd name="connsiteY129" fmla="*/ 102630 h 326259"/>
                <a:gd name="connsiteX130" fmla="*/ 1267469 w 2915191"/>
                <a:gd name="connsiteY130" fmla="*/ 86448 h 326259"/>
                <a:gd name="connsiteX131" fmla="*/ 1277227 w 2915191"/>
                <a:gd name="connsiteY131" fmla="*/ 123484 h 326259"/>
                <a:gd name="connsiteX132" fmla="*/ 1286971 w 2915191"/>
                <a:gd name="connsiteY132" fmla="*/ 124471 h 326259"/>
                <a:gd name="connsiteX133" fmla="*/ 1296715 w 2915191"/>
                <a:gd name="connsiteY133" fmla="*/ 105224 h 326259"/>
                <a:gd name="connsiteX134" fmla="*/ 1306474 w 2915191"/>
                <a:gd name="connsiteY134" fmla="*/ 124901 h 326259"/>
                <a:gd name="connsiteX135" fmla="*/ 1316218 w 2915191"/>
                <a:gd name="connsiteY135" fmla="*/ 147053 h 326259"/>
                <a:gd name="connsiteX136" fmla="*/ 1325977 w 2915191"/>
                <a:gd name="connsiteY136" fmla="*/ 163138 h 326259"/>
                <a:gd name="connsiteX137" fmla="*/ 1335721 w 2915191"/>
                <a:gd name="connsiteY137" fmla="*/ 144011 h 326259"/>
                <a:gd name="connsiteX138" fmla="*/ 1345465 w 2915191"/>
                <a:gd name="connsiteY138" fmla="*/ 186890 h 326259"/>
                <a:gd name="connsiteX139" fmla="*/ 1355224 w 2915191"/>
                <a:gd name="connsiteY139" fmla="*/ 223236 h 326259"/>
                <a:gd name="connsiteX140" fmla="*/ 1364967 w 2915191"/>
                <a:gd name="connsiteY140" fmla="*/ 231351 h 326259"/>
                <a:gd name="connsiteX141" fmla="*/ 1374726 w 2915191"/>
                <a:gd name="connsiteY141" fmla="*/ 213450 h 326259"/>
                <a:gd name="connsiteX142" fmla="*/ 1384470 w 2915191"/>
                <a:gd name="connsiteY142" fmla="*/ 206472 h 326259"/>
                <a:gd name="connsiteX143" fmla="*/ 1394214 w 2915191"/>
                <a:gd name="connsiteY143" fmla="*/ 182465 h 326259"/>
                <a:gd name="connsiteX144" fmla="*/ 1403973 w 2915191"/>
                <a:gd name="connsiteY144" fmla="*/ 163898 h 326259"/>
                <a:gd name="connsiteX145" fmla="*/ 1413717 w 2915191"/>
                <a:gd name="connsiteY145" fmla="*/ 163823 h 326259"/>
                <a:gd name="connsiteX146" fmla="*/ 1423476 w 2915191"/>
                <a:gd name="connsiteY146" fmla="*/ 174099 h 326259"/>
                <a:gd name="connsiteX147" fmla="*/ 1433220 w 2915191"/>
                <a:gd name="connsiteY147" fmla="*/ 183466 h 326259"/>
                <a:gd name="connsiteX148" fmla="*/ 1442964 w 2915191"/>
                <a:gd name="connsiteY148" fmla="*/ 202236 h 326259"/>
                <a:gd name="connsiteX149" fmla="*/ 1452722 w 2915191"/>
                <a:gd name="connsiteY149" fmla="*/ 188904 h 326259"/>
                <a:gd name="connsiteX150" fmla="*/ 1462466 w 2915191"/>
                <a:gd name="connsiteY150" fmla="*/ 159903 h 326259"/>
                <a:gd name="connsiteX151" fmla="*/ 1472225 w 2915191"/>
                <a:gd name="connsiteY151" fmla="*/ 147224 h 326259"/>
                <a:gd name="connsiteX152" fmla="*/ 1481969 w 2915191"/>
                <a:gd name="connsiteY152" fmla="*/ 134228 h 326259"/>
                <a:gd name="connsiteX153" fmla="*/ 1491713 w 2915191"/>
                <a:gd name="connsiteY153" fmla="*/ 147187 h 326259"/>
                <a:gd name="connsiteX154" fmla="*/ 1501472 w 2915191"/>
                <a:gd name="connsiteY154" fmla="*/ 186511 h 326259"/>
                <a:gd name="connsiteX155" fmla="*/ 1511216 w 2915191"/>
                <a:gd name="connsiteY155" fmla="*/ 209727 h 326259"/>
                <a:gd name="connsiteX156" fmla="*/ 1520960 w 2915191"/>
                <a:gd name="connsiteY156" fmla="*/ 194987 h 326259"/>
                <a:gd name="connsiteX157" fmla="*/ 1530719 w 2915191"/>
                <a:gd name="connsiteY157" fmla="*/ 175665 h 326259"/>
                <a:gd name="connsiteX158" fmla="*/ 1540463 w 2915191"/>
                <a:gd name="connsiteY158" fmla="*/ 217756 h 326259"/>
                <a:gd name="connsiteX159" fmla="*/ 1550221 w 2915191"/>
                <a:gd name="connsiteY159" fmla="*/ 189852 h 326259"/>
                <a:gd name="connsiteX160" fmla="*/ 1559965 w 2915191"/>
                <a:gd name="connsiteY160" fmla="*/ 206258 h 326259"/>
                <a:gd name="connsiteX161" fmla="*/ 1569709 w 2915191"/>
                <a:gd name="connsiteY161" fmla="*/ 195731 h 326259"/>
                <a:gd name="connsiteX162" fmla="*/ 1579468 w 2915191"/>
                <a:gd name="connsiteY162" fmla="*/ 190148 h 326259"/>
                <a:gd name="connsiteX163" fmla="*/ 1589212 w 2915191"/>
                <a:gd name="connsiteY163" fmla="*/ 205774 h 326259"/>
                <a:gd name="connsiteX164" fmla="*/ 1598971 w 2915191"/>
                <a:gd name="connsiteY164" fmla="*/ 186862 h 326259"/>
                <a:gd name="connsiteX165" fmla="*/ 1608715 w 2915191"/>
                <a:gd name="connsiteY165" fmla="*/ 181587 h 326259"/>
                <a:gd name="connsiteX166" fmla="*/ 1618459 w 2915191"/>
                <a:gd name="connsiteY166" fmla="*/ 166159 h 326259"/>
                <a:gd name="connsiteX167" fmla="*/ 1628218 w 2915191"/>
                <a:gd name="connsiteY167" fmla="*/ 143643 h 326259"/>
                <a:gd name="connsiteX168" fmla="*/ 1637962 w 2915191"/>
                <a:gd name="connsiteY168" fmla="*/ 124597 h 326259"/>
                <a:gd name="connsiteX169" fmla="*/ 1647720 w 2915191"/>
                <a:gd name="connsiteY169" fmla="*/ 144767 h 326259"/>
                <a:gd name="connsiteX170" fmla="*/ 1657464 w 2915191"/>
                <a:gd name="connsiteY170" fmla="*/ 161179 h 326259"/>
                <a:gd name="connsiteX171" fmla="*/ 1667208 w 2915191"/>
                <a:gd name="connsiteY171" fmla="*/ 149234 h 326259"/>
                <a:gd name="connsiteX172" fmla="*/ 1676967 w 2915191"/>
                <a:gd name="connsiteY172" fmla="*/ 158568 h 326259"/>
                <a:gd name="connsiteX173" fmla="*/ 1686711 w 2915191"/>
                <a:gd name="connsiteY173" fmla="*/ 149261 h 326259"/>
                <a:gd name="connsiteX174" fmla="*/ 1696470 w 2915191"/>
                <a:gd name="connsiteY174" fmla="*/ 143218 h 326259"/>
                <a:gd name="connsiteX175" fmla="*/ 1706214 w 2915191"/>
                <a:gd name="connsiteY175" fmla="*/ 152788 h 326259"/>
                <a:gd name="connsiteX176" fmla="*/ 1715958 w 2915191"/>
                <a:gd name="connsiteY176" fmla="*/ 180175 h 326259"/>
                <a:gd name="connsiteX177" fmla="*/ 1725716 w 2915191"/>
                <a:gd name="connsiteY177" fmla="*/ 189713 h 326259"/>
                <a:gd name="connsiteX178" fmla="*/ 1735460 w 2915191"/>
                <a:gd name="connsiteY178" fmla="*/ 171381 h 326259"/>
                <a:gd name="connsiteX179" fmla="*/ 1745219 w 2915191"/>
                <a:gd name="connsiteY179" fmla="*/ 149846 h 326259"/>
                <a:gd name="connsiteX180" fmla="*/ 1754963 w 2915191"/>
                <a:gd name="connsiteY180" fmla="*/ 99621 h 326259"/>
                <a:gd name="connsiteX181" fmla="*/ 1764707 w 2915191"/>
                <a:gd name="connsiteY181" fmla="*/ 92316 h 326259"/>
                <a:gd name="connsiteX182" fmla="*/ 1774466 w 2915191"/>
                <a:gd name="connsiteY182" fmla="*/ 83120 h 326259"/>
                <a:gd name="connsiteX183" fmla="*/ 1784210 w 2915191"/>
                <a:gd name="connsiteY183" fmla="*/ 88537 h 326259"/>
                <a:gd name="connsiteX184" fmla="*/ 1793969 w 2915191"/>
                <a:gd name="connsiteY184" fmla="*/ 107557 h 326259"/>
                <a:gd name="connsiteX185" fmla="*/ 1803713 w 2915191"/>
                <a:gd name="connsiteY185" fmla="*/ 115401 h 326259"/>
                <a:gd name="connsiteX186" fmla="*/ 1813457 w 2915191"/>
                <a:gd name="connsiteY186" fmla="*/ 100127 h 326259"/>
                <a:gd name="connsiteX187" fmla="*/ 1823215 w 2915191"/>
                <a:gd name="connsiteY187" fmla="*/ 86283 h 326259"/>
                <a:gd name="connsiteX188" fmla="*/ 1832959 w 2915191"/>
                <a:gd name="connsiteY188" fmla="*/ 59596 h 326259"/>
                <a:gd name="connsiteX189" fmla="*/ 1842703 w 2915191"/>
                <a:gd name="connsiteY189" fmla="*/ 72469 h 326259"/>
                <a:gd name="connsiteX190" fmla="*/ 1852462 w 2915191"/>
                <a:gd name="connsiteY190" fmla="*/ 86998 h 326259"/>
                <a:gd name="connsiteX191" fmla="*/ 1862206 w 2915191"/>
                <a:gd name="connsiteY191" fmla="*/ 93522 h 326259"/>
                <a:gd name="connsiteX192" fmla="*/ 1871965 w 2915191"/>
                <a:gd name="connsiteY192" fmla="*/ 105366 h 326259"/>
                <a:gd name="connsiteX193" fmla="*/ 1881709 w 2915191"/>
                <a:gd name="connsiteY193" fmla="*/ 84513 h 326259"/>
                <a:gd name="connsiteX194" fmla="*/ 1891453 w 2915191"/>
                <a:gd name="connsiteY194" fmla="*/ 97818 h 326259"/>
                <a:gd name="connsiteX195" fmla="*/ 1901212 w 2915191"/>
                <a:gd name="connsiteY195" fmla="*/ 100915 h 326259"/>
                <a:gd name="connsiteX196" fmla="*/ 1910956 w 2915191"/>
                <a:gd name="connsiteY196" fmla="*/ 95248 h 326259"/>
                <a:gd name="connsiteX197" fmla="*/ 1920714 w 2915191"/>
                <a:gd name="connsiteY197" fmla="*/ 123109 h 326259"/>
                <a:gd name="connsiteX198" fmla="*/ 1930458 w 2915191"/>
                <a:gd name="connsiteY198" fmla="*/ 114642 h 326259"/>
                <a:gd name="connsiteX199" fmla="*/ 1940202 w 2915191"/>
                <a:gd name="connsiteY199" fmla="*/ 108941 h 326259"/>
                <a:gd name="connsiteX200" fmla="*/ 1949961 w 2915191"/>
                <a:gd name="connsiteY200" fmla="*/ 124605 h 326259"/>
                <a:gd name="connsiteX201" fmla="*/ 1959705 w 2915191"/>
                <a:gd name="connsiteY201" fmla="*/ 150547 h 326259"/>
                <a:gd name="connsiteX202" fmla="*/ 1969464 w 2915191"/>
                <a:gd name="connsiteY202" fmla="*/ 145007 h 326259"/>
                <a:gd name="connsiteX203" fmla="*/ 1979208 w 2915191"/>
                <a:gd name="connsiteY203" fmla="*/ 152674 h 326259"/>
                <a:gd name="connsiteX204" fmla="*/ 1988952 w 2915191"/>
                <a:gd name="connsiteY204" fmla="*/ 125427 h 326259"/>
                <a:gd name="connsiteX205" fmla="*/ 1998711 w 2915191"/>
                <a:gd name="connsiteY205" fmla="*/ 109174 h 326259"/>
                <a:gd name="connsiteX206" fmla="*/ 2008454 w 2915191"/>
                <a:gd name="connsiteY206" fmla="*/ 103326 h 326259"/>
                <a:gd name="connsiteX207" fmla="*/ 2018213 w 2915191"/>
                <a:gd name="connsiteY207" fmla="*/ 106112 h 326259"/>
                <a:gd name="connsiteX208" fmla="*/ 2027957 w 2915191"/>
                <a:gd name="connsiteY208" fmla="*/ 87454 h 326259"/>
                <a:gd name="connsiteX209" fmla="*/ 2037701 w 2915191"/>
                <a:gd name="connsiteY209" fmla="*/ 48294 h 326259"/>
                <a:gd name="connsiteX210" fmla="*/ 2047460 w 2915191"/>
                <a:gd name="connsiteY210" fmla="*/ 92593 h 326259"/>
                <a:gd name="connsiteX211" fmla="*/ 2057204 w 2915191"/>
                <a:gd name="connsiteY211" fmla="*/ 98023 h 326259"/>
                <a:gd name="connsiteX212" fmla="*/ 2066963 w 2915191"/>
                <a:gd name="connsiteY212" fmla="*/ 77341 h 326259"/>
                <a:gd name="connsiteX213" fmla="*/ 2076707 w 2915191"/>
                <a:gd name="connsiteY213" fmla="*/ 119457 h 326259"/>
                <a:gd name="connsiteX214" fmla="*/ 2086451 w 2915191"/>
                <a:gd name="connsiteY214" fmla="*/ 100763 h 326259"/>
                <a:gd name="connsiteX215" fmla="*/ 2096210 w 2915191"/>
                <a:gd name="connsiteY215" fmla="*/ 101978 h 326259"/>
                <a:gd name="connsiteX216" fmla="*/ 2105954 w 2915191"/>
                <a:gd name="connsiteY216" fmla="*/ 114041 h 326259"/>
                <a:gd name="connsiteX217" fmla="*/ 2115697 w 2915191"/>
                <a:gd name="connsiteY217" fmla="*/ 88336 h 326259"/>
                <a:gd name="connsiteX218" fmla="*/ 2125456 w 2915191"/>
                <a:gd name="connsiteY218" fmla="*/ 71609 h 326259"/>
                <a:gd name="connsiteX219" fmla="*/ 2135200 w 2915191"/>
                <a:gd name="connsiteY219" fmla="*/ 81046 h 326259"/>
                <a:gd name="connsiteX220" fmla="*/ 2144959 w 2915191"/>
                <a:gd name="connsiteY220" fmla="*/ 97109 h 326259"/>
                <a:gd name="connsiteX221" fmla="*/ 2154703 w 2915191"/>
                <a:gd name="connsiteY221" fmla="*/ 113432 h 326259"/>
                <a:gd name="connsiteX222" fmla="*/ 2164447 w 2915191"/>
                <a:gd name="connsiteY222" fmla="*/ 53356 h 326259"/>
                <a:gd name="connsiteX223" fmla="*/ 2174206 w 2915191"/>
                <a:gd name="connsiteY223" fmla="*/ 68036 h 326259"/>
                <a:gd name="connsiteX224" fmla="*/ 2183950 w 2915191"/>
                <a:gd name="connsiteY224" fmla="*/ 65378 h 326259"/>
                <a:gd name="connsiteX225" fmla="*/ 2193709 w 2915191"/>
                <a:gd name="connsiteY225" fmla="*/ 60080 h 326259"/>
                <a:gd name="connsiteX226" fmla="*/ 2203452 w 2915191"/>
                <a:gd name="connsiteY226" fmla="*/ 27337 h 326259"/>
                <a:gd name="connsiteX227" fmla="*/ 2213196 w 2915191"/>
                <a:gd name="connsiteY227" fmla="*/ 35862 h 326259"/>
                <a:gd name="connsiteX228" fmla="*/ 2222955 w 2915191"/>
                <a:gd name="connsiteY228" fmla="*/ 30799 h 326259"/>
                <a:gd name="connsiteX229" fmla="*/ 2232699 w 2915191"/>
                <a:gd name="connsiteY229" fmla="*/ 27386 h 326259"/>
                <a:gd name="connsiteX230" fmla="*/ 2242458 w 2915191"/>
                <a:gd name="connsiteY230" fmla="*/ 46559 h 326259"/>
                <a:gd name="connsiteX231" fmla="*/ 2252202 w 2915191"/>
                <a:gd name="connsiteY231" fmla="*/ 27086 h 326259"/>
                <a:gd name="connsiteX232" fmla="*/ 2261946 w 2915191"/>
                <a:gd name="connsiteY232" fmla="*/ 18922 h 326259"/>
                <a:gd name="connsiteX233" fmla="*/ 2271705 w 2915191"/>
                <a:gd name="connsiteY233" fmla="*/ 25808 h 326259"/>
                <a:gd name="connsiteX234" fmla="*/ 2281449 w 2915191"/>
                <a:gd name="connsiteY234" fmla="*/ 63692 h 326259"/>
                <a:gd name="connsiteX235" fmla="*/ 2291208 w 2915191"/>
                <a:gd name="connsiteY235" fmla="*/ 87810 h 326259"/>
                <a:gd name="connsiteX236" fmla="*/ 2300951 w 2915191"/>
                <a:gd name="connsiteY236" fmla="*/ 104515 h 326259"/>
                <a:gd name="connsiteX237" fmla="*/ 2310695 w 2915191"/>
                <a:gd name="connsiteY237" fmla="*/ 94063 h 326259"/>
                <a:gd name="connsiteX238" fmla="*/ 2320454 w 2915191"/>
                <a:gd name="connsiteY238" fmla="*/ 122823 h 326259"/>
                <a:gd name="connsiteX239" fmla="*/ 2330198 w 2915191"/>
                <a:gd name="connsiteY239" fmla="*/ 134152 h 326259"/>
                <a:gd name="connsiteX240" fmla="*/ 2339957 w 2915191"/>
                <a:gd name="connsiteY240" fmla="*/ 155898 h 326259"/>
                <a:gd name="connsiteX241" fmla="*/ 2349701 w 2915191"/>
                <a:gd name="connsiteY241" fmla="*/ 158071 h 326259"/>
                <a:gd name="connsiteX242" fmla="*/ 2359445 w 2915191"/>
                <a:gd name="connsiteY242" fmla="*/ 158609 h 326259"/>
                <a:gd name="connsiteX243" fmla="*/ 2369204 w 2915191"/>
                <a:gd name="connsiteY243" fmla="*/ 167259 h 326259"/>
                <a:gd name="connsiteX244" fmla="*/ 2378948 w 2915191"/>
                <a:gd name="connsiteY244" fmla="*/ 151616 h 326259"/>
                <a:gd name="connsiteX245" fmla="*/ 2388692 w 2915191"/>
                <a:gd name="connsiteY245" fmla="*/ 126999 h 326259"/>
                <a:gd name="connsiteX246" fmla="*/ 2398450 w 2915191"/>
                <a:gd name="connsiteY246" fmla="*/ 148659 h 326259"/>
                <a:gd name="connsiteX247" fmla="*/ 2408194 w 2915191"/>
                <a:gd name="connsiteY247" fmla="*/ 130852 h 326259"/>
                <a:gd name="connsiteX248" fmla="*/ 2417953 w 2915191"/>
                <a:gd name="connsiteY248" fmla="*/ 80455 h 326259"/>
                <a:gd name="connsiteX249" fmla="*/ 2427697 w 2915191"/>
                <a:gd name="connsiteY249" fmla="*/ 100967 h 326259"/>
                <a:gd name="connsiteX250" fmla="*/ 2437441 w 2915191"/>
                <a:gd name="connsiteY250" fmla="*/ 85557 h 326259"/>
                <a:gd name="connsiteX251" fmla="*/ 2447200 w 2915191"/>
                <a:gd name="connsiteY251" fmla="*/ 67504 h 326259"/>
                <a:gd name="connsiteX252" fmla="*/ 2456944 w 2915191"/>
                <a:gd name="connsiteY252" fmla="*/ 77513 h 326259"/>
                <a:gd name="connsiteX253" fmla="*/ 2466703 w 2915191"/>
                <a:gd name="connsiteY253" fmla="*/ 41293 h 326259"/>
                <a:gd name="connsiteX254" fmla="*/ 2476446 w 2915191"/>
                <a:gd name="connsiteY254" fmla="*/ 55457 h 326259"/>
                <a:gd name="connsiteX255" fmla="*/ 2486190 w 2915191"/>
                <a:gd name="connsiteY255" fmla="*/ 50512 h 326259"/>
                <a:gd name="connsiteX256" fmla="*/ 2495949 w 2915191"/>
                <a:gd name="connsiteY256" fmla="*/ 77016 h 326259"/>
                <a:gd name="connsiteX257" fmla="*/ 2505693 w 2915191"/>
                <a:gd name="connsiteY257" fmla="*/ 69404 h 326259"/>
                <a:gd name="connsiteX258" fmla="*/ 2515452 w 2915191"/>
                <a:gd name="connsiteY258" fmla="*/ 67139 h 326259"/>
                <a:gd name="connsiteX259" fmla="*/ 2525196 w 2915191"/>
                <a:gd name="connsiteY259" fmla="*/ 75521 h 326259"/>
                <a:gd name="connsiteX260" fmla="*/ 2534940 w 2915191"/>
                <a:gd name="connsiteY260" fmla="*/ 71262 h 326259"/>
                <a:gd name="connsiteX261" fmla="*/ 2544699 w 2915191"/>
                <a:gd name="connsiteY261" fmla="*/ 118931 h 326259"/>
                <a:gd name="connsiteX262" fmla="*/ 2554443 w 2915191"/>
                <a:gd name="connsiteY262" fmla="*/ 106924 h 326259"/>
                <a:gd name="connsiteX263" fmla="*/ 2564202 w 2915191"/>
                <a:gd name="connsiteY263" fmla="*/ 113433 h 326259"/>
                <a:gd name="connsiteX264" fmla="*/ 2573946 w 2915191"/>
                <a:gd name="connsiteY264" fmla="*/ 114986 h 326259"/>
                <a:gd name="connsiteX265" fmla="*/ 2583690 w 2915191"/>
                <a:gd name="connsiteY265" fmla="*/ 116479 h 326259"/>
                <a:gd name="connsiteX266" fmla="*/ 2593448 w 2915191"/>
                <a:gd name="connsiteY266" fmla="*/ 111343 h 326259"/>
                <a:gd name="connsiteX267" fmla="*/ 2603192 w 2915191"/>
                <a:gd name="connsiteY267" fmla="*/ 87968 h 326259"/>
                <a:gd name="connsiteX268" fmla="*/ 2612951 w 2915191"/>
                <a:gd name="connsiteY268" fmla="*/ 77975 h 326259"/>
                <a:gd name="connsiteX269" fmla="*/ 2622695 w 2915191"/>
                <a:gd name="connsiteY269" fmla="*/ 82634 h 326259"/>
                <a:gd name="connsiteX270" fmla="*/ 2632439 w 2915191"/>
                <a:gd name="connsiteY270" fmla="*/ 77499 h 326259"/>
                <a:gd name="connsiteX271" fmla="*/ 2642198 w 2915191"/>
                <a:gd name="connsiteY271" fmla="*/ 80647 h 326259"/>
                <a:gd name="connsiteX272" fmla="*/ 2651942 w 2915191"/>
                <a:gd name="connsiteY272" fmla="*/ 78252 h 326259"/>
                <a:gd name="connsiteX273" fmla="*/ 2661685 w 2915191"/>
                <a:gd name="connsiteY273" fmla="*/ 54764 h 326259"/>
                <a:gd name="connsiteX274" fmla="*/ 2671444 w 2915191"/>
                <a:gd name="connsiteY274" fmla="*/ 72314 h 326259"/>
                <a:gd name="connsiteX275" fmla="*/ 2681188 w 2915191"/>
                <a:gd name="connsiteY275" fmla="*/ 94834 h 326259"/>
                <a:gd name="connsiteX276" fmla="*/ 2690947 w 2915191"/>
                <a:gd name="connsiteY276" fmla="*/ 99656 h 326259"/>
                <a:gd name="connsiteX277" fmla="*/ 2700691 w 2915191"/>
                <a:gd name="connsiteY277" fmla="*/ 116053 h 326259"/>
                <a:gd name="connsiteX278" fmla="*/ 2710435 w 2915191"/>
                <a:gd name="connsiteY278" fmla="*/ 111666 h 326259"/>
                <a:gd name="connsiteX279" fmla="*/ 2720194 w 2915191"/>
                <a:gd name="connsiteY279" fmla="*/ 117967 h 326259"/>
                <a:gd name="connsiteX280" fmla="*/ 2729938 w 2915191"/>
                <a:gd name="connsiteY280" fmla="*/ 115942 h 326259"/>
                <a:gd name="connsiteX281" fmla="*/ 2739697 w 2915191"/>
                <a:gd name="connsiteY281" fmla="*/ 102176 h 326259"/>
                <a:gd name="connsiteX282" fmla="*/ 2749441 w 2915191"/>
                <a:gd name="connsiteY282" fmla="*/ 90191 h 326259"/>
                <a:gd name="connsiteX283" fmla="*/ 2759185 w 2915191"/>
                <a:gd name="connsiteY283" fmla="*/ 66573 h 326259"/>
                <a:gd name="connsiteX284" fmla="*/ 2768943 w 2915191"/>
                <a:gd name="connsiteY284" fmla="*/ 42285 h 326259"/>
                <a:gd name="connsiteX285" fmla="*/ 2778687 w 2915191"/>
                <a:gd name="connsiteY285" fmla="*/ 1886 h 326259"/>
                <a:gd name="connsiteX286" fmla="*/ 2788446 w 2915191"/>
                <a:gd name="connsiteY286" fmla="*/ 0 h 326259"/>
                <a:gd name="connsiteX287" fmla="*/ 2798190 w 2915191"/>
                <a:gd name="connsiteY287" fmla="*/ 29606 h 326259"/>
                <a:gd name="connsiteX288" fmla="*/ 2807934 w 2915191"/>
                <a:gd name="connsiteY288" fmla="*/ 27344 h 326259"/>
                <a:gd name="connsiteX289" fmla="*/ 2817693 w 2915191"/>
                <a:gd name="connsiteY289" fmla="*/ 48139 h 326259"/>
                <a:gd name="connsiteX290" fmla="*/ 2827437 w 2915191"/>
                <a:gd name="connsiteY290" fmla="*/ 34397 h 326259"/>
                <a:gd name="connsiteX291" fmla="*/ 2837196 w 2915191"/>
                <a:gd name="connsiteY291" fmla="*/ 23117 h 326259"/>
                <a:gd name="connsiteX292" fmla="*/ 2846940 w 2915191"/>
                <a:gd name="connsiteY292" fmla="*/ 37510 h 326259"/>
                <a:gd name="connsiteX293" fmla="*/ 2856684 w 2915191"/>
                <a:gd name="connsiteY293" fmla="*/ 18984 h 326259"/>
                <a:gd name="connsiteX294" fmla="*/ 2866442 w 2915191"/>
                <a:gd name="connsiteY294" fmla="*/ 45409 h 326259"/>
                <a:gd name="connsiteX295" fmla="*/ 2876186 w 2915191"/>
                <a:gd name="connsiteY295" fmla="*/ 70468 h 326259"/>
                <a:gd name="connsiteX296" fmla="*/ 2885945 w 2915191"/>
                <a:gd name="connsiteY296" fmla="*/ 36935 h 326259"/>
                <a:gd name="connsiteX297" fmla="*/ 2895689 w 2915191"/>
                <a:gd name="connsiteY297" fmla="*/ 51084 h 326259"/>
                <a:gd name="connsiteX298" fmla="*/ 2905433 w 2915191"/>
                <a:gd name="connsiteY298" fmla="*/ 52745 h 326259"/>
                <a:gd name="connsiteX299" fmla="*/ 2915192 w 2915191"/>
                <a:gd name="connsiteY299" fmla="*/ 37332 h 326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26259">
                  <a:moveTo>
                    <a:pt x="0" y="177886"/>
                  </a:moveTo>
                  <a:lnTo>
                    <a:pt x="9750" y="152232"/>
                  </a:lnTo>
                  <a:lnTo>
                    <a:pt x="19500" y="154568"/>
                  </a:lnTo>
                  <a:lnTo>
                    <a:pt x="29250" y="157931"/>
                  </a:lnTo>
                  <a:lnTo>
                    <a:pt x="39000" y="144703"/>
                  </a:lnTo>
                  <a:lnTo>
                    <a:pt x="48749" y="134991"/>
                  </a:lnTo>
                  <a:lnTo>
                    <a:pt x="58499" y="125129"/>
                  </a:lnTo>
                  <a:lnTo>
                    <a:pt x="68249" y="143206"/>
                  </a:lnTo>
                  <a:lnTo>
                    <a:pt x="77998" y="141610"/>
                  </a:lnTo>
                  <a:lnTo>
                    <a:pt x="87748" y="150503"/>
                  </a:lnTo>
                  <a:lnTo>
                    <a:pt x="97497" y="143145"/>
                  </a:lnTo>
                  <a:lnTo>
                    <a:pt x="107247" y="151792"/>
                  </a:lnTo>
                  <a:lnTo>
                    <a:pt x="116997" y="140834"/>
                  </a:lnTo>
                  <a:lnTo>
                    <a:pt x="126747" y="170698"/>
                  </a:lnTo>
                  <a:lnTo>
                    <a:pt x="136497" y="157959"/>
                  </a:lnTo>
                  <a:lnTo>
                    <a:pt x="146247" y="190936"/>
                  </a:lnTo>
                  <a:lnTo>
                    <a:pt x="155997" y="214602"/>
                  </a:lnTo>
                  <a:lnTo>
                    <a:pt x="165747" y="274842"/>
                  </a:lnTo>
                  <a:lnTo>
                    <a:pt x="175497" y="289341"/>
                  </a:lnTo>
                  <a:lnTo>
                    <a:pt x="185247" y="275153"/>
                  </a:lnTo>
                  <a:lnTo>
                    <a:pt x="194996" y="263205"/>
                  </a:lnTo>
                  <a:lnTo>
                    <a:pt x="204746" y="235711"/>
                  </a:lnTo>
                  <a:lnTo>
                    <a:pt x="214495" y="247582"/>
                  </a:lnTo>
                  <a:lnTo>
                    <a:pt x="224245" y="277114"/>
                  </a:lnTo>
                  <a:lnTo>
                    <a:pt x="233995" y="269682"/>
                  </a:lnTo>
                  <a:lnTo>
                    <a:pt x="243744" y="269561"/>
                  </a:lnTo>
                  <a:lnTo>
                    <a:pt x="253494" y="272544"/>
                  </a:lnTo>
                  <a:lnTo>
                    <a:pt x="263244" y="287366"/>
                  </a:lnTo>
                  <a:lnTo>
                    <a:pt x="272994" y="291238"/>
                  </a:lnTo>
                  <a:lnTo>
                    <a:pt x="282744" y="286738"/>
                  </a:lnTo>
                  <a:lnTo>
                    <a:pt x="292494" y="326259"/>
                  </a:lnTo>
                  <a:lnTo>
                    <a:pt x="302244" y="311176"/>
                  </a:lnTo>
                  <a:lnTo>
                    <a:pt x="311994" y="316237"/>
                  </a:lnTo>
                  <a:lnTo>
                    <a:pt x="321744" y="300912"/>
                  </a:lnTo>
                  <a:lnTo>
                    <a:pt x="331493" y="302205"/>
                  </a:lnTo>
                  <a:lnTo>
                    <a:pt x="341243" y="290444"/>
                  </a:lnTo>
                  <a:lnTo>
                    <a:pt x="350993" y="252593"/>
                  </a:lnTo>
                  <a:lnTo>
                    <a:pt x="360742" y="231897"/>
                  </a:lnTo>
                  <a:lnTo>
                    <a:pt x="370492" y="233241"/>
                  </a:lnTo>
                  <a:lnTo>
                    <a:pt x="380241" y="212084"/>
                  </a:lnTo>
                  <a:lnTo>
                    <a:pt x="389991" y="220448"/>
                  </a:lnTo>
                  <a:lnTo>
                    <a:pt x="399741" y="195627"/>
                  </a:lnTo>
                  <a:lnTo>
                    <a:pt x="409491" y="195624"/>
                  </a:lnTo>
                  <a:lnTo>
                    <a:pt x="419241" y="183780"/>
                  </a:lnTo>
                  <a:lnTo>
                    <a:pt x="428991" y="201354"/>
                  </a:lnTo>
                  <a:lnTo>
                    <a:pt x="438741" y="173554"/>
                  </a:lnTo>
                  <a:lnTo>
                    <a:pt x="448491" y="173759"/>
                  </a:lnTo>
                  <a:lnTo>
                    <a:pt x="458241" y="187522"/>
                  </a:lnTo>
                  <a:lnTo>
                    <a:pt x="467991" y="151636"/>
                  </a:lnTo>
                  <a:lnTo>
                    <a:pt x="477740" y="171814"/>
                  </a:lnTo>
                  <a:lnTo>
                    <a:pt x="487490" y="195068"/>
                  </a:lnTo>
                  <a:lnTo>
                    <a:pt x="497239" y="200957"/>
                  </a:lnTo>
                  <a:lnTo>
                    <a:pt x="506989" y="186100"/>
                  </a:lnTo>
                  <a:lnTo>
                    <a:pt x="516738" y="185123"/>
                  </a:lnTo>
                  <a:lnTo>
                    <a:pt x="526488" y="160125"/>
                  </a:lnTo>
                  <a:lnTo>
                    <a:pt x="536238" y="185212"/>
                  </a:lnTo>
                  <a:lnTo>
                    <a:pt x="545988" y="162102"/>
                  </a:lnTo>
                  <a:lnTo>
                    <a:pt x="555738" y="178055"/>
                  </a:lnTo>
                  <a:lnTo>
                    <a:pt x="565488" y="182855"/>
                  </a:lnTo>
                  <a:lnTo>
                    <a:pt x="575238" y="186266"/>
                  </a:lnTo>
                  <a:lnTo>
                    <a:pt x="584988" y="200408"/>
                  </a:lnTo>
                  <a:lnTo>
                    <a:pt x="594738" y="199462"/>
                  </a:lnTo>
                  <a:lnTo>
                    <a:pt x="604488" y="194675"/>
                  </a:lnTo>
                  <a:lnTo>
                    <a:pt x="614237" y="197188"/>
                  </a:lnTo>
                  <a:lnTo>
                    <a:pt x="623987" y="212305"/>
                  </a:lnTo>
                  <a:lnTo>
                    <a:pt x="633736" y="157457"/>
                  </a:lnTo>
                  <a:lnTo>
                    <a:pt x="643486" y="146162"/>
                  </a:lnTo>
                  <a:lnTo>
                    <a:pt x="653236" y="138318"/>
                  </a:lnTo>
                  <a:lnTo>
                    <a:pt x="662985" y="162064"/>
                  </a:lnTo>
                  <a:lnTo>
                    <a:pt x="672735" y="164672"/>
                  </a:lnTo>
                  <a:lnTo>
                    <a:pt x="682485" y="163832"/>
                  </a:lnTo>
                  <a:lnTo>
                    <a:pt x="692235" y="153437"/>
                  </a:lnTo>
                  <a:lnTo>
                    <a:pt x="701985" y="178438"/>
                  </a:lnTo>
                  <a:lnTo>
                    <a:pt x="711735" y="154076"/>
                  </a:lnTo>
                  <a:lnTo>
                    <a:pt x="721485" y="132714"/>
                  </a:lnTo>
                  <a:lnTo>
                    <a:pt x="731235" y="104586"/>
                  </a:lnTo>
                  <a:lnTo>
                    <a:pt x="740985" y="106525"/>
                  </a:lnTo>
                  <a:lnTo>
                    <a:pt x="750734" y="75508"/>
                  </a:lnTo>
                  <a:lnTo>
                    <a:pt x="760484" y="91134"/>
                  </a:lnTo>
                  <a:lnTo>
                    <a:pt x="770233" y="68163"/>
                  </a:lnTo>
                  <a:lnTo>
                    <a:pt x="779983" y="91273"/>
                  </a:lnTo>
                  <a:lnTo>
                    <a:pt x="789733" y="98308"/>
                  </a:lnTo>
                  <a:lnTo>
                    <a:pt x="799482" y="107191"/>
                  </a:lnTo>
                  <a:lnTo>
                    <a:pt x="809232" y="117544"/>
                  </a:lnTo>
                  <a:lnTo>
                    <a:pt x="818982" y="127106"/>
                  </a:lnTo>
                  <a:lnTo>
                    <a:pt x="828732" y="118927"/>
                  </a:lnTo>
                  <a:lnTo>
                    <a:pt x="838482" y="126939"/>
                  </a:lnTo>
                  <a:lnTo>
                    <a:pt x="848232" y="134405"/>
                  </a:lnTo>
                  <a:lnTo>
                    <a:pt x="857982" y="126881"/>
                  </a:lnTo>
                  <a:lnTo>
                    <a:pt x="867732" y="123069"/>
                  </a:lnTo>
                  <a:lnTo>
                    <a:pt x="877482" y="158626"/>
                  </a:lnTo>
                  <a:lnTo>
                    <a:pt x="887231" y="180746"/>
                  </a:lnTo>
                  <a:lnTo>
                    <a:pt x="896981" y="178263"/>
                  </a:lnTo>
                  <a:lnTo>
                    <a:pt x="906730" y="187647"/>
                  </a:lnTo>
                  <a:lnTo>
                    <a:pt x="916480" y="176274"/>
                  </a:lnTo>
                  <a:lnTo>
                    <a:pt x="926230" y="167159"/>
                  </a:lnTo>
                  <a:lnTo>
                    <a:pt x="935979" y="160624"/>
                  </a:lnTo>
                  <a:lnTo>
                    <a:pt x="945729" y="183325"/>
                  </a:lnTo>
                  <a:lnTo>
                    <a:pt x="955479" y="158530"/>
                  </a:lnTo>
                  <a:lnTo>
                    <a:pt x="965229" y="130703"/>
                  </a:lnTo>
                  <a:lnTo>
                    <a:pt x="974979" y="130488"/>
                  </a:lnTo>
                  <a:lnTo>
                    <a:pt x="984729" y="108700"/>
                  </a:lnTo>
                  <a:lnTo>
                    <a:pt x="994474" y="70439"/>
                  </a:lnTo>
                  <a:lnTo>
                    <a:pt x="1004233" y="73722"/>
                  </a:lnTo>
                  <a:lnTo>
                    <a:pt x="1013977" y="67719"/>
                  </a:lnTo>
                  <a:lnTo>
                    <a:pt x="1023721" y="70287"/>
                  </a:lnTo>
                  <a:lnTo>
                    <a:pt x="1033480" y="70469"/>
                  </a:lnTo>
                  <a:lnTo>
                    <a:pt x="1043224" y="78252"/>
                  </a:lnTo>
                  <a:lnTo>
                    <a:pt x="1052983" y="58689"/>
                  </a:lnTo>
                  <a:lnTo>
                    <a:pt x="1062727" y="53361"/>
                  </a:lnTo>
                  <a:lnTo>
                    <a:pt x="1072471" y="35154"/>
                  </a:lnTo>
                  <a:lnTo>
                    <a:pt x="1082230" y="8688"/>
                  </a:lnTo>
                  <a:lnTo>
                    <a:pt x="1091973" y="59860"/>
                  </a:lnTo>
                  <a:lnTo>
                    <a:pt x="1101732" y="45630"/>
                  </a:lnTo>
                  <a:lnTo>
                    <a:pt x="1111476" y="64995"/>
                  </a:lnTo>
                  <a:lnTo>
                    <a:pt x="1121220" y="83576"/>
                  </a:lnTo>
                  <a:lnTo>
                    <a:pt x="1130979" y="96076"/>
                  </a:lnTo>
                  <a:lnTo>
                    <a:pt x="1140723" y="112097"/>
                  </a:lnTo>
                  <a:lnTo>
                    <a:pt x="1150482" y="142299"/>
                  </a:lnTo>
                  <a:lnTo>
                    <a:pt x="1160226" y="115083"/>
                  </a:lnTo>
                  <a:lnTo>
                    <a:pt x="1169969" y="133350"/>
                  </a:lnTo>
                  <a:lnTo>
                    <a:pt x="1179728" y="151311"/>
                  </a:lnTo>
                  <a:lnTo>
                    <a:pt x="1189472" y="140527"/>
                  </a:lnTo>
                  <a:lnTo>
                    <a:pt x="1199231" y="112095"/>
                  </a:lnTo>
                  <a:lnTo>
                    <a:pt x="1208975" y="137379"/>
                  </a:lnTo>
                  <a:lnTo>
                    <a:pt x="1218719" y="128462"/>
                  </a:lnTo>
                  <a:lnTo>
                    <a:pt x="1228478" y="107091"/>
                  </a:lnTo>
                  <a:lnTo>
                    <a:pt x="1238222" y="83120"/>
                  </a:lnTo>
                  <a:lnTo>
                    <a:pt x="1247966" y="102225"/>
                  </a:lnTo>
                  <a:lnTo>
                    <a:pt x="1257725" y="102630"/>
                  </a:lnTo>
                  <a:lnTo>
                    <a:pt x="1267469" y="86448"/>
                  </a:lnTo>
                  <a:lnTo>
                    <a:pt x="1277227" y="123484"/>
                  </a:lnTo>
                  <a:lnTo>
                    <a:pt x="1286971" y="124471"/>
                  </a:lnTo>
                  <a:lnTo>
                    <a:pt x="1296715" y="105224"/>
                  </a:lnTo>
                  <a:lnTo>
                    <a:pt x="1306474" y="124901"/>
                  </a:lnTo>
                  <a:lnTo>
                    <a:pt x="1316218" y="147053"/>
                  </a:lnTo>
                  <a:lnTo>
                    <a:pt x="1325977" y="163138"/>
                  </a:lnTo>
                  <a:lnTo>
                    <a:pt x="1335721" y="144011"/>
                  </a:lnTo>
                  <a:lnTo>
                    <a:pt x="1345465" y="186890"/>
                  </a:lnTo>
                  <a:lnTo>
                    <a:pt x="1355224" y="223236"/>
                  </a:lnTo>
                  <a:lnTo>
                    <a:pt x="1364967" y="231351"/>
                  </a:lnTo>
                  <a:lnTo>
                    <a:pt x="1374726" y="213450"/>
                  </a:lnTo>
                  <a:lnTo>
                    <a:pt x="1384470" y="206472"/>
                  </a:lnTo>
                  <a:lnTo>
                    <a:pt x="1394214" y="182465"/>
                  </a:lnTo>
                  <a:lnTo>
                    <a:pt x="1403973" y="163898"/>
                  </a:lnTo>
                  <a:lnTo>
                    <a:pt x="1413717" y="163823"/>
                  </a:lnTo>
                  <a:lnTo>
                    <a:pt x="1423476" y="174099"/>
                  </a:lnTo>
                  <a:lnTo>
                    <a:pt x="1433220" y="183466"/>
                  </a:lnTo>
                  <a:lnTo>
                    <a:pt x="1442964" y="202236"/>
                  </a:lnTo>
                  <a:lnTo>
                    <a:pt x="1452722" y="188904"/>
                  </a:lnTo>
                  <a:lnTo>
                    <a:pt x="1462466" y="159903"/>
                  </a:lnTo>
                  <a:lnTo>
                    <a:pt x="1472225" y="147224"/>
                  </a:lnTo>
                  <a:lnTo>
                    <a:pt x="1481969" y="134228"/>
                  </a:lnTo>
                  <a:lnTo>
                    <a:pt x="1491713" y="147187"/>
                  </a:lnTo>
                  <a:lnTo>
                    <a:pt x="1501472" y="186511"/>
                  </a:lnTo>
                  <a:lnTo>
                    <a:pt x="1511216" y="209727"/>
                  </a:lnTo>
                  <a:lnTo>
                    <a:pt x="1520960" y="194987"/>
                  </a:lnTo>
                  <a:lnTo>
                    <a:pt x="1530719" y="175665"/>
                  </a:lnTo>
                  <a:lnTo>
                    <a:pt x="1540463" y="217756"/>
                  </a:lnTo>
                  <a:lnTo>
                    <a:pt x="1550221" y="189852"/>
                  </a:lnTo>
                  <a:lnTo>
                    <a:pt x="1559965" y="206258"/>
                  </a:lnTo>
                  <a:lnTo>
                    <a:pt x="1569709" y="195731"/>
                  </a:lnTo>
                  <a:lnTo>
                    <a:pt x="1579468" y="190148"/>
                  </a:lnTo>
                  <a:lnTo>
                    <a:pt x="1589212" y="205774"/>
                  </a:lnTo>
                  <a:lnTo>
                    <a:pt x="1598971" y="186862"/>
                  </a:lnTo>
                  <a:lnTo>
                    <a:pt x="1608715" y="181587"/>
                  </a:lnTo>
                  <a:lnTo>
                    <a:pt x="1618459" y="166159"/>
                  </a:lnTo>
                  <a:lnTo>
                    <a:pt x="1628218" y="143643"/>
                  </a:lnTo>
                  <a:lnTo>
                    <a:pt x="1637962" y="124597"/>
                  </a:lnTo>
                  <a:lnTo>
                    <a:pt x="1647720" y="144767"/>
                  </a:lnTo>
                  <a:lnTo>
                    <a:pt x="1657464" y="161179"/>
                  </a:lnTo>
                  <a:lnTo>
                    <a:pt x="1667208" y="149234"/>
                  </a:lnTo>
                  <a:lnTo>
                    <a:pt x="1676967" y="158568"/>
                  </a:lnTo>
                  <a:lnTo>
                    <a:pt x="1686711" y="149261"/>
                  </a:lnTo>
                  <a:lnTo>
                    <a:pt x="1696470" y="143218"/>
                  </a:lnTo>
                  <a:lnTo>
                    <a:pt x="1706214" y="152788"/>
                  </a:lnTo>
                  <a:lnTo>
                    <a:pt x="1715958" y="180175"/>
                  </a:lnTo>
                  <a:lnTo>
                    <a:pt x="1725716" y="189713"/>
                  </a:lnTo>
                  <a:lnTo>
                    <a:pt x="1735460" y="171381"/>
                  </a:lnTo>
                  <a:lnTo>
                    <a:pt x="1745219" y="149846"/>
                  </a:lnTo>
                  <a:lnTo>
                    <a:pt x="1754963" y="99621"/>
                  </a:lnTo>
                  <a:lnTo>
                    <a:pt x="1764707" y="92316"/>
                  </a:lnTo>
                  <a:lnTo>
                    <a:pt x="1774466" y="83120"/>
                  </a:lnTo>
                  <a:lnTo>
                    <a:pt x="1784210" y="88537"/>
                  </a:lnTo>
                  <a:lnTo>
                    <a:pt x="1793969" y="107557"/>
                  </a:lnTo>
                  <a:lnTo>
                    <a:pt x="1803713" y="115401"/>
                  </a:lnTo>
                  <a:lnTo>
                    <a:pt x="1813457" y="100127"/>
                  </a:lnTo>
                  <a:lnTo>
                    <a:pt x="1823215" y="86283"/>
                  </a:lnTo>
                  <a:lnTo>
                    <a:pt x="1832959" y="59596"/>
                  </a:lnTo>
                  <a:lnTo>
                    <a:pt x="1842703" y="72469"/>
                  </a:lnTo>
                  <a:lnTo>
                    <a:pt x="1852462" y="86998"/>
                  </a:lnTo>
                  <a:lnTo>
                    <a:pt x="1862206" y="93522"/>
                  </a:lnTo>
                  <a:lnTo>
                    <a:pt x="1871965" y="105366"/>
                  </a:lnTo>
                  <a:lnTo>
                    <a:pt x="1881709" y="84513"/>
                  </a:lnTo>
                  <a:lnTo>
                    <a:pt x="1891453" y="97818"/>
                  </a:lnTo>
                  <a:lnTo>
                    <a:pt x="1901212" y="100915"/>
                  </a:lnTo>
                  <a:lnTo>
                    <a:pt x="1910956" y="95248"/>
                  </a:lnTo>
                  <a:lnTo>
                    <a:pt x="1920714" y="123109"/>
                  </a:lnTo>
                  <a:lnTo>
                    <a:pt x="1930458" y="114642"/>
                  </a:lnTo>
                  <a:lnTo>
                    <a:pt x="1940202" y="108941"/>
                  </a:lnTo>
                  <a:lnTo>
                    <a:pt x="1949961" y="124605"/>
                  </a:lnTo>
                  <a:lnTo>
                    <a:pt x="1959705" y="150547"/>
                  </a:lnTo>
                  <a:lnTo>
                    <a:pt x="1969464" y="145007"/>
                  </a:lnTo>
                  <a:lnTo>
                    <a:pt x="1979208" y="152674"/>
                  </a:lnTo>
                  <a:lnTo>
                    <a:pt x="1988952" y="125427"/>
                  </a:lnTo>
                  <a:lnTo>
                    <a:pt x="1998711" y="109174"/>
                  </a:lnTo>
                  <a:lnTo>
                    <a:pt x="2008454" y="103326"/>
                  </a:lnTo>
                  <a:lnTo>
                    <a:pt x="2018213" y="106112"/>
                  </a:lnTo>
                  <a:lnTo>
                    <a:pt x="2027957" y="87454"/>
                  </a:lnTo>
                  <a:lnTo>
                    <a:pt x="2037701" y="48294"/>
                  </a:lnTo>
                  <a:lnTo>
                    <a:pt x="2047460" y="92593"/>
                  </a:lnTo>
                  <a:lnTo>
                    <a:pt x="2057204" y="98023"/>
                  </a:lnTo>
                  <a:lnTo>
                    <a:pt x="2066963" y="77341"/>
                  </a:lnTo>
                  <a:lnTo>
                    <a:pt x="2076707" y="119457"/>
                  </a:lnTo>
                  <a:lnTo>
                    <a:pt x="2086451" y="100763"/>
                  </a:lnTo>
                  <a:lnTo>
                    <a:pt x="2096210" y="101978"/>
                  </a:lnTo>
                  <a:lnTo>
                    <a:pt x="2105954" y="114041"/>
                  </a:lnTo>
                  <a:lnTo>
                    <a:pt x="2115697" y="88336"/>
                  </a:lnTo>
                  <a:lnTo>
                    <a:pt x="2125456" y="71609"/>
                  </a:lnTo>
                  <a:lnTo>
                    <a:pt x="2135200" y="81046"/>
                  </a:lnTo>
                  <a:lnTo>
                    <a:pt x="2144959" y="97109"/>
                  </a:lnTo>
                  <a:lnTo>
                    <a:pt x="2154703" y="113432"/>
                  </a:lnTo>
                  <a:lnTo>
                    <a:pt x="2164447" y="53356"/>
                  </a:lnTo>
                  <a:lnTo>
                    <a:pt x="2174206" y="68036"/>
                  </a:lnTo>
                  <a:lnTo>
                    <a:pt x="2183950" y="65378"/>
                  </a:lnTo>
                  <a:lnTo>
                    <a:pt x="2193709" y="60080"/>
                  </a:lnTo>
                  <a:lnTo>
                    <a:pt x="2203452" y="27337"/>
                  </a:lnTo>
                  <a:lnTo>
                    <a:pt x="2213196" y="35862"/>
                  </a:lnTo>
                  <a:lnTo>
                    <a:pt x="2222955" y="30799"/>
                  </a:lnTo>
                  <a:lnTo>
                    <a:pt x="2232699" y="27386"/>
                  </a:lnTo>
                  <a:lnTo>
                    <a:pt x="2242458" y="46559"/>
                  </a:lnTo>
                  <a:lnTo>
                    <a:pt x="2252202" y="27086"/>
                  </a:lnTo>
                  <a:lnTo>
                    <a:pt x="2261946" y="18922"/>
                  </a:lnTo>
                  <a:lnTo>
                    <a:pt x="2271705" y="25808"/>
                  </a:lnTo>
                  <a:lnTo>
                    <a:pt x="2281449" y="63692"/>
                  </a:lnTo>
                  <a:lnTo>
                    <a:pt x="2291208" y="87810"/>
                  </a:lnTo>
                  <a:lnTo>
                    <a:pt x="2300951" y="104515"/>
                  </a:lnTo>
                  <a:lnTo>
                    <a:pt x="2310695" y="94063"/>
                  </a:lnTo>
                  <a:lnTo>
                    <a:pt x="2320454" y="122823"/>
                  </a:lnTo>
                  <a:lnTo>
                    <a:pt x="2330198" y="134152"/>
                  </a:lnTo>
                  <a:lnTo>
                    <a:pt x="2339957" y="155898"/>
                  </a:lnTo>
                  <a:lnTo>
                    <a:pt x="2349701" y="158071"/>
                  </a:lnTo>
                  <a:lnTo>
                    <a:pt x="2359445" y="158609"/>
                  </a:lnTo>
                  <a:lnTo>
                    <a:pt x="2369204" y="167259"/>
                  </a:lnTo>
                  <a:lnTo>
                    <a:pt x="2378948" y="151616"/>
                  </a:lnTo>
                  <a:lnTo>
                    <a:pt x="2388692" y="126999"/>
                  </a:lnTo>
                  <a:lnTo>
                    <a:pt x="2398450" y="148659"/>
                  </a:lnTo>
                  <a:lnTo>
                    <a:pt x="2408194" y="130852"/>
                  </a:lnTo>
                  <a:lnTo>
                    <a:pt x="2417953" y="80455"/>
                  </a:lnTo>
                  <a:lnTo>
                    <a:pt x="2427697" y="100967"/>
                  </a:lnTo>
                  <a:lnTo>
                    <a:pt x="2437441" y="85557"/>
                  </a:lnTo>
                  <a:lnTo>
                    <a:pt x="2447200" y="67504"/>
                  </a:lnTo>
                  <a:lnTo>
                    <a:pt x="2456944" y="77513"/>
                  </a:lnTo>
                  <a:lnTo>
                    <a:pt x="2466703" y="41293"/>
                  </a:lnTo>
                  <a:lnTo>
                    <a:pt x="2476446" y="55457"/>
                  </a:lnTo>
                  <a:lnTo>
                    <a:pt x="2486190" y="50512"/>
                  </a:lnTo>
                  <a:lnTo>
                    <a:pt x="2495949" y="77016"/>
                  </a:lnTo>
                  <a:lnTo>
                    <a:pt x="2505693" y="69404"/>
                  </a:lnTo>
                  <a:lnTo>
                    <a:pt x="2515452" y="67139"/>
                  </a:lnTo>
                  <a:lnTo>
                    <a:pt x="2525196" y="75521"/>
                  </a:lnTo>
                  <a:lnTo>
                    <a:pt x="2534940" y="71262"/>
                  </a:lnTo>
                  <a:lnTo>
                    <a:pt x="2544699" y="118931"/>
                  </a:lnTo>
                  <a:lnTo>
                    <a:pt x="2554443" y="106924"/>
                  </a:lnTo>
                  <a:lnTo>
                    <a:pt x="2564202" y="113433"/>
                  </a:lnTo>
                  <a:lnTo>
                    <a:pt x="2573946" y="114986"/>
                  </a:lnTo>
                  <a:lnTo>
                    <a:pt x="2583690" y="116479"/>
                  </a:lnTo>
                  <a:lnTo>
                    <a:pt x="2593448" y="111343"/>
                  </a:lnTo>
                  <a:lnTo>
                    <a:pt x="2603192" y="87968"/>
                  </a:lnTo>
                  <a:lnTo>
                    <a:pt x="2612951" y="77975"/>
                  </a:lnTo>
                  <a:lnTo>
                    <a:pt x="2622695" y="82634"/>
                  </a:lnTo>
                  <a:lnTo>
                    <a:pt x="2632439" y="77499"/>
                  </a:lnTo>
                  <a:lnTo>
                    <a:pt x="2642198" y="80647"/>
                  </a:lnTo>
                  <a:lnTo>
                    <a:pt x="2651942" y="78252"/>
                  </a:lnTo>
                  <a:lnTo>
                    <a:pt x="2661685" y="54764"/>
                  </a:lnTo>
                  <a:lnTo>
                    <a:pt x="2671444" y="72314"/>
                  </a:lnTo>
                  <a:lnTo>
                    <a:pt x="2681188" y="94834"/>
                  </a:lnTo>
                  <a:lnTo>
                    <a:pt x="2690947" y="99656"/>
                  </a:lnTo>
                  <a:lnTo>
                    <a:pt x="2700691" y="116053"/>
                  </a:lnTo>
                  <a:lnTo>
                    <a:pt x="2710435" y="111666"/>
                  </a:lnTo>
                  <a:lnTo>
                    <a:pt x="2720194" y="117967"/>
                  </a:lnTo>
                  <a:lnTo>
                    <a:pt x="2729938" y="115942"/>
                  </a:lnTo>
                  <a:lnTo>
                    <a:pt x="2739697" y="102176"/>
                  </a:lnTo>
                  <a:lnTo>
                    <a:pt x="2749441" y="90191"/>
                  </a:lnTo>
                  <a:lnTo>
                    <a:pt x="2759185" y="66573"/>
                  </a:lnTo>
                  <a:lnTo>
                    <a:pt x="2768943" y="42285"/>
                  </a:lnTo>
                  <a:lnTo>
                    <a:pt x="2778687" y="1886"/>
                  </a:lnTo>
                  <a:lnTo>
                    <a:pt x="2788446" y="0"/>
                  </a:lnTo>
                  <a:lnTo>
                    <a:pt x="2798190" y="29606"/>
                  </a:lnTo>
                  <a:lnTo>
                    <a:pt x="2807934" y="27344"/>
                  </a:lnTo>
                  <a:lnTo>
                    <a:pt x="2817693" y="48139"/>
                  </a:lnTo>
                  <a:lnTo>
                    <a:pt x="2827437" y="34397"/>
                  </a:lnTo>
                  <a:lnTo>
                    <a:pt x="2837196" y="23117"/>
                  </a:lnTo>
                  <a:lnTo>
                    <a:pt x="2846940" y="37510"/>
                  </a:lnTo>
                  <a:lnTo>
                    <a:pt x="2856684" y="18984"/>
                  </a:lnTo>
                  <a:lnTo>
                    <a:pt x="2866442" y="45409"/>
                  </a:lnTo>
                  <a:lnTo>
                    <a:pt x="2876186" y="70468"/>
                  </a:lnTo>
                  <a:lnTo>
                    <a:pt x="2885945" y="36935"/>
                  </a:lnTo>
                  <a:lnTo>
                    <a:pt x="2895689" y="51084"/>
                  </a:lnTo>
                  <a:lnTo>
                    <a:pt x="2905433" y="52745"/>
                  </a:lnTo>
                  <a:lnTo>
                    <a:pt x="2915192" y="3733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5" name="Freeform 1144">
              <a:extLst>
                <a:ext uri="{FF2B5EF4-FFF2-40B4-BE49-F238E27FC236}">
                  <a16:creationId xmlns:a16="http://schemas.microsoft.com/office/drawing/2014/main" id="{ACDBFFAA-A93B-0BB3-8F6C-7EF3FC932279}"/>
                </a:ext>
              </a:extLst>
            </p:cNvPr>
            <p:cNvSpPr/>
            <p:nvPr/>
          </p:nvSpPr>
          <p:spPr>
            <a:xfrm>
              <a:off x="4426652" y="3291664"/>
              <a:ext cx="2915191" cy="401181"/>
            </a:xfrm>
            <a:custGeom>
              <a:avLst/>
              <a:gdLst>
                <a:gd name="connsiteX0" fmla="*/ 0 w 2915191"/>
                <a:gd name="connsiteY0" fmla="*/ 339686 h 401181"/>
                <a:gd name="connsiteX1" fmla="*/ 9750 w 2915191"/>
                <a:gd name="connsiteY1" fmla="*/ 345762 h 401181"/>
                <a:gd name="connsiteX2" fmla="*/ 19500 w 2915191"/>
                <a:gd name="connsiteY2" fmla="*/ 350683 h 401181"/>
                <a:gd name="connsiteX3" fmla="*/ 29250 w 2915191"/>
                <a:gd name="connsiteY3" fmla="*/ 336315 h 401181"/>
                <a:gd name="connsiteX4" fmla="*/ 39000 w 2915191"/>
                <a:gd name="connsiteY4" fmla="*/ 334910 h 401181"/>
                <a:gd name="connsiteX5" fmla="*/ 48749 w 2915191"/>
                <a:gd name="connsiteY5" fmla="*/ 316848 h 401181"/>
                <a:gd name="connsiteX6" fmla="*/ 58499 w 2915191"/>
                <a:gd name="connsiteY6" fmla="*/ 337337 h 401181"/>
                <a:gd name="connsiteX7" fmla="*/ 68249 w 2915191"/>
                <a:gd name="connsiteY7" fmla="*/ 378202 h 401181"/>
                <a:gd name="connsiteX8" fmla="*/ 77998 w 2915191"/>
                <a:gd name="connsiteY8" fmla="*/ 367244 h 401181"/>
                <a:gd name="connsiteX9" fmla="*/ 87748 w 2915191"/>
                <a:gd name="connsiteY9" fmla="*/ 385380 h 401181"/>
                <a:gd name="connsiteX10" fmla="*/ 97497 w 2915191"/>
                <a:gd name="connsiteY10" fmla="*/ 396210 h 401181"/>
                <a:gd name="connsiteX11" fmla="*/ 107247 w 2915191"/>
                <a:gd name="connsiteY11" fmla="*/ 392667 h 401181"/>
                <a:gd name="connsiteX12" fmla="*/ 116997 w 2915191"/>
                <a:gd name="connsiteY12" fmla="*/ 401182 h 401181"/>
                <a:gd name="connsiteX13" fmla="*/ 126747 w 2915191"/>
                <a:gd name="connsiteY13" fmla="*/ 377008 h 401181"/>
                <a:gd name="connsiteX14" fmla="*/ 136497 w 2915191"/>
                <a:gd name="connsiteY14" fmla="*/ 378613 h 401181"/>
                <a:gd name="connsiteX15" fmla="*/ 146247 w 2915191"/>
                <a:gd name="connsiteY15" fmla="*/ 346325 h 401181"/>
                <a:gd name="connsiteX16" fmla="*/ 155997 w 2915191"/>
                <a:gd name="connsiteY16" fmla="*/ 299765 h 401181"/>
                <a:gd name="connsiteX17" fmla="*/ 165747 w 2915191"/>
                <a:gd name="connsiteY17" fmla="*/ 266315 h 401181"/>
                <a:gd name="connsiteX18" fmla="*/ 175497 w 2915191"/>
                <a:gd name="connsiteY18" fmla="*/ 256212 h 401181"/>
                <a:gd name="connsiteX19" fmla="*/ 185247 w 2915191"/>
                <a:gd name="connsiteY19" fmla="*/ 261325 h 401181"/>
                <a:gd name="connsiteX20" fmla="*/ 194996 w 2915191"/>
                <a:gd name="connsiteY20" fmla="*/ 271793 h 401181"/>
                <a:gd name="connsiteX21" fmla="*/ 204746 w 2915191"/>
                <a:gd name="connsiteY21" fmla="*/ 241965 h 401181"/>
                <a:gd name="connsiteX22" fmla="*/ 214495 w 2915191"/>
                <a:gd name="connsiteY22" fmla="*/ 219611 h 401181"/>
                <a:gd name="connsiteX23" fmla="*/ 224245 w 2915191"/>
                <a:gd name="connsiteY23" fmla="*/ 242761 h 401181"/>
                <a:gd name="connsiteX24" fmla="*/ 233995 w 2915191"/>
                <a:gd name="connsiteY24" fmla="*/ 247947 h 401181"/>
                <a:gd name="connsiteX25" fmla="*/ 243744 w 2915191"/>
                <a:gd name="connsiteY25" fmla="*/ 271018 h 401181"/>
                <a:gd name="connsiteX26" fmla="*/ 253494 w 2915191"/>
                <a:gd name="connsiteY26" fmla="*/ 266091 h 401181"/>
                <a:gd name="connsiteX27" fmla="*/ 263244 w 2915191"/>
                <a:gd name="connsiteY27" fmla="*/ 257198 h 401181"/>
                <a:gd name="connsiteX28" fmla="*/ 272994 w 2915191"/>
                <a:gd name="connsiteY28" fmla="*/ 269827 h 401181"/>
                <a:gd name="connsiteX29" fmla="*/ 282744 w 2915191"/>
                <a:gd name="connsiteY29" fmla="*/ 255054 h 401181"/>
                <a:gd name="connsiteX30" fmla="*/ 292494 w 2915191"/>
                <a:gd name="connsiteY30" fmla="*/ 253728 h 401181"/>
                <a:gd name="connsiteX31" fmla="*/ 302244 w 2915191"/>
                <a:gd name="connsiteY31" fmla="*/ 286776 h 401181"/>
                <a:gd name="connsiteX32" fmla="*/ 311994 w 2915191"/>
                <a:gd name="connsiteY32" fmla="*/ 329935 h 401181"/>
                <a:gd name="connsiteX33" fmla="*/ 321744 w 2915191"/>
                <a:gd name="connsiteY33" fmla="*/ 338289 h 401181"/>
                <a:gd name="connsiteX34" fmla="*/ 331493 w 2915191"/>
                <a:gd name="connsiteY34" fmla="*/ 308945 h 401181"/>
                <a:gd name="connsiteX35" fmla="*/ 341243 w 2915191"/>
                <a:gd name="connsiteY35" fmla="*/ 294191 h 401181"/>
                <a:gd name="connsiteX36" fmla="*/ 350993 w 2915191"/>
                <a:gd name="connsiteY36" fmla="*/ 292346 h 401181"/>
                <a:gd name="connsiteX37" fmla="*/ 360742 w 2915191"/>
                <a:gd name="connsiteY37" fmla="*/ 299817 h 401181"/>
                <a:gd name="connsiteX38" fmla="*/ 370492 w 2915191"/>
                <a:gd name="connsiteY38" fmla="*/ 289159 h 401181"/>
                <a:gd name="connsiteX39" fmla="*/ 380241 w 2915191"/>
                <a:gd name="connsiteY39" fmla="*/ 303240 h 401181"/>
                <a:gd name="connsiteX40" fmla="*/ 389991 w 2915191"/>
                <a:gd name="connsiteY40" fmla="*/ 282051 h 401181"/>
                <a:gd name="connsiteX41" fmla="*/ 399741 w 2915191"/>
                <a:gd name="connsiteY41" fmla="*/ 267075 h 401181"/>
                <a:gd name="connsiteX42" fmla="*/ 409491 w 2915191"/>
                <a:gd name="connsiteY42" fmla="*/ 264595 h 401181"/>
                <a:gd name="connsiteX43" fmla="*/ 419241 w 2915191"/>
                <a:gd name="connsiteY43" fmla="*/ 217236 h 401181"/>
                <a:gd name="connsiteX44" fmla="*/ 428991 w 2915191"/>
                <a:gd name="connsiteY44" fmla="*/ 182809 h 401181"/>
                <a:gd name="connsiteX45" fmla="*/ 438741 w 2915191"/>
                <a:gd name="connsiteY45" fmla="*/ 178074 h 401181"/>
                <a:gd name="connsiteX46" fmla="*/ 448491 w 2915191"/>
                <a:gd name="connsiteY46" fmla="*/ 162660 h 401181"/>
                <a:gd name="connsiteX47" fmla="*/ 458241 w 2915191"/>
                <a:gd name="connsiteY47" fmla="*/ 163901 h 401181"/>
                <a:gd name="connsiteX48" fmla="*/ 467991 w 2915191"/>
                <a:gd name="connsiteY48" fmla="*/ 165249 h 401181"/>
                <a:gd name="connsiteX49" fmla="*/ 477740 w 2915191"/>
                <a:gd name="connsiteY49" fmla="*/ 175638 h 401181"/>
                <a:gd name="connsiteX50" fmla="*/ 487490 w 2915191"/>
                <a:gd name="connsiteY50" fmla="*/ 227917 h 401181"/>
                <a:gd name="connsiteX51" fmla="*/ 497239 w 2915191"/>
                <a:gd name="connsiteY51" fmla="*/ 223926 h 401181"/>
                <a:gd name="connsiteX52" fmla="*/ 506989 w 2915191"/>
                <a:gd name="connsiteY52" fmla="*/ 236380 h 401181"/>
                <a:gd name="connsiteX53" fmla="*/ 516738 w 2915191"/>
                <a:gd name="connsiteY53" fmla="*/ 214319 h 401181"/>
                <a:gd name="connsiteX54" fmla="*/ 526488 w 2915191"/>
                <a:gd name="connsiteY54" fmla="*/ 242070 h 401181"/>
                <a:gd name="connsiteX55" fmla="*/ 536238 w 2915191"/>
                <a:gd name="connsiteY55" fmla="*/ 234885 h 401181"/>
                <a:gd name="connsiteX56" fmla="*/ 545988 w 2915191"/>
                <a:gd name="connsiteY56" fmla="*/ 233455 h 401181"/>
                <a:gd name="connsiteX57" fmla="*/ 555738 w 2915191"/>
                <a:gd name="connsiteY57" fmla="*/ 230565 h 401181"/>
                <a:gd name="connsiteX58" fmla="*/ 565488 w 2915191"/>
                <a:gd name="connsiteY58" fmla="*/ 229243 h 401181"/>
                <a:gd name="connsiteX59" fmla="*/ 575238 w 2915191"/>
                <a:gd name="connsiteY59" fmla="*/ 236752 h 401181"/>
                <a:gd name="connsiteX60" fmla="*/ 584988 w 2915191"/>
                <a:gd name="connsiteY60" fmla="*/ 253381 h 401181"/>
                <a:gd name="connsiteX61" fmla="*/ 594738 w 2915191"/>
                <a:gd name="connsiteY61" fmla="*/ 259174 h 401181"/>
                <a:gd name="connsiteX62" fmla="*/ 604488 w 2915191"/>
                <a:gd name="connsiteY62" fmla="*/ 259126 h 401181"/>
                <a:gd name="connsiteX63" fmla="*/ 614237 w 2915191"/>
                <a:gd name="connsiteY63" fmla="*/ 260768 h 401181"/>
                <a:gd name="connsiteX64" fmla="*/ 623987 w 2915191"/>
                <a:gd name="connsiteY64" fmla="*/ 261023 h 401181"/>
                <a:gd name="connsiteX65" fmla="*/ 633736 w 2915191"/>
                <a:gd name="connsiteY65" fmla="*/ 222916 h 401181"/>
                <a:gd name="connsiteX66" fmla="*/ 643486 w 2915191"/>
                <a:gd name="connsiteY66" fmla="*/ 239008 h 401181"/>
                <a:gd name="connsiteX67" fmla="*/ 653236 w 2915191"/>
                <a:gd name="connsiteY67" fmla="*/ 257742 h 401181"/>
                <a:gd name="connsiteX68" fmla="*/ 662985 w 2915191"/>
                <a:gd name="connsiteY68" fmla="*/ 216826 h 401181"/>
                <a:gd name="connsiteX69" fmla="*/ 672735 w 2915191"/>
                <a:gd name="connsiteY69" fmla="*/ 211597 h 401181"/>
                <a:gd name="connsiteX70" fmla="*/ 682485 w 2915191"/>
                <a:gd name="connsiteY70" fmla="*/ 193343 h 401181"/>
                <a:gd name="connsiteX71" fmla="*/ 692235 w 2915191"/>
                <a:gd name="connsiteY71" fmla="*/ 162594 h 401181"/>
                <a:gd name="connsiteX72" fmla="*/ 701985 w 2915191"/>
                <a:gd name="connsiteY72" fmla="*/ 148415 h 401181"/>
                <a:gd name="connsiteX73" fmla="*/ 711735 w 2915191"/>
                <a:gd name="connsiteY73" fmla="*/ 138526 h 401181"/>
                <a:gd name="connsiteX74" fmla="*/ 721485 w 2915191"/>
                <a:gd name="connsiteY74" fmla="*/ 147849 h 401181"/>
                <a:gd name="connsiteX75" fmla="*/ 731235 w 2915191"/>
                <a:gd name="connsiteY75" fmla="*/ 129721 h 401181"/>
                <a:gd name="connsiteX76" fmla="*/ 740985 w 2915191"/>
                <a:gd name="connsiteY76" fmla="*/ 142354 h 401181"/>
                <a:gd name="connsiteX77" fmla="*/ 750734 w 2915191"/>
                <a:gd name="connsiteY77" fmla="*/ 182447 h 401181"/>
                <a:gd name="connsiteX78" fmla="*/ 760484 w 2915191"/>
                <a:gd name="connsiteY78" fmla="*/ 162156 h 401181"/>
                <a:gd name="connsiteX79" fmla="*/ 770233 w 2915191"/>
                <a:gd name="connsiteY79" fmla="*/ 156362 h 401181"/>
                <a:gd name="connsiteX80" fmla="*/ 779983 w 2915191"/>
                <a:gd name="connsiteY80" fmla="*/ 136215 h 401181"/>
                <a:gd name="connsiteX81" fmla="*/ 789733 w 2915191"/>
                <a:gd name="connsiteY81" fmla="*/ 120014 h 401181"/>
                <a:gd name="connsiteX82" fmla="*/ 799482 w 2915191"/>
                <a:gd name="connsiteY82" fmla="*/ 137413 h 401181"/>
                <a:gd name="connsiteX83" fmla="*/ 809232 w 2915191"/>
                <a:gd name="connsiteY83" fmla="*/ 125212 h 401181"/>
                <a:gd name="connsiteX84" fmla="*/ 818982 w 2915191"/>
                <a:gd name="connsiteY84" fmla="*/ 119929 h 401181"/>
                <a:gd name="connsiteX85" fmla="*/ 828732 w 2915191"/>
                <a:gd name="connsiteY85" fmla="*/ 75590 h 401181"/>
                <a:gd name="connsiteX86" fmla="*/ 838482 w 2915191"/>
                <a:gd name="connsiteY86" fmla="*/ 101304 h 401181"/>
                <a:gd name="connsiteX87" fmla="*/ 848232 w 2915191"/>
                <a:gd name="connsiteY87" fmla="*/ 73567 h 401181"/>
                <a:gd name="connsiteX88" fmla="*/ 857982 w 2915191"/>
                <a:gd name="connsiteY88" fmla="*/ 90793 h 401181"/>
                <a:gd name="connsiteX89" fmla="*/ 867732 w 2915191"/>
                <a:gd name="connsiteY89" fmla="*/ 93420 h 401181"/>
                <a:gd name="connsiteX90" fmla="*/ 877482 w 2915191"/>
                <a:gd name="connsiteY90" fmla="*/ 87231 h 401181"/>
                <a:gd name="connsiteX91" fmla="*/ 887231 w 2915191"/>
                <a:gd name="connsiteY91" fmla="*/ 88783 h 401181"/>
                <a:gd name="connsiteX92" fmla="*/ 896981 w 2915191"/>
                <a:gd name="connsiteY92" fmla="*/ 84407 h 401181"/>
                <a:gd name="connsiteX93" fmla="*/ 906730 w 2915191"/>
                <a:gd name="connsiteY93" fmla="*/ 66540 h 401181"/>
                <a:gd name="connsiteX94" fmla="*/ 916480 w 2915191"/>
                <a:gd name="connsiteY94" fmla="*/ 90575 h 401181"/>
                <a:gd name="connsiteX95" fmla="*/ 926230 w 2915191"/>
                <a:gd name="connsiteY95" fmla="*/ 96811 h 401181"/>
                <a:gd name="connsiteX96" fmla="*/ 935979 w 2915191"/>
                <a:gd name="connsiteY96" fmla="*/ 126854 h 401181"/>
                <a:gd name="connsiteX97" fmla="*/ 945729 w 2915191"/>
                <a:gd name="connsiteY97" fmla="*/ 133581 h 401181"/>
                <a:gd name="connsiteX98" fmla="*/ 955479 w 2915191"/>
                <a:gd name="connsiteY98" fmla="*/ 157797 h 401181"/>
                <a:gd name="connsiteX99" fmla="*/ 965229 w 2915191"/>
                <a:gd name="connsiteY99" fmla="*/ 155223 h 401181"/>
                <a:gd name="connsiteX100" fmla="*/ 974979 w 2915191"/>
                <a:gd name="connsiteY100" fmla="*/ 172849 h 401181"/>
                <a:gd name="connsiteX101" fmla="*/ 984729 w 2915191"/>
                <a:gd name="connsiteY101" fmla="*/ 143546 h 401181"/>
                <a:gd name="connsiteX102" fmla="*/ 994474 w 2915191"/>
                <a:gd name="connsiteY102" fmla="*/ 153156 h 401181"/>
                <a:gd name="connsiteX103" fmla="*/ 1004233 w 2915191"/>
                <a:gd name="connsiteY103" fmla="*/ 135508 h 401181"/>
                <a:gd name="connsiteX104" fmla="*/ 1013977 w 2915191"/>
                <a:gd name="connsiteY104" fmla="*/ 157685 h 401181"/>
                <a:gd name="connsiteX105" fmla="*/ 1023721 w 2915191"/>
                <a:gd name="connsiteY105" fmla="*/ 157300 h 401181"/>
                <a:gd name="connsiteX106" fmla="*/ 1033480 w 2915191"/>
                <a:gd name="connsiteY106" fmla="*/ 121553 h 401181"/>
                <a:gd name="connsiteX107" fmla="*/ 1043224 w 2915191"/>
                <a:gd name="connsiteY107" fmla="*/ 145337 h 401181"/>
                <a:gd name="connsiteX108" fmla="*/ 1052983 w 2915191"/>
                <a:gd name="connsiteY108" fmla="*/ 143765 h 401181"/>
                <a:gd name="connsiteX109" fmla="*/ 1062727 w 2915191"/>
                <a:gd name="connsiteY109" fmla="*/ 153783 h 401181"/>
                <a:gd name="connsiteX110" fmla="*/ 1072471 w 2915191"/>
                <a:gd name="connsiteY110" fmla="*/ 144401 h 401181"/>
                <a:gd name="connsiteX111" fmla="*/ 1082230 w 2915191"/>
                <a:gd name="connsiteY111" fmla="*/ 134414 h 401181"/>
                <a:gd name="connsiteX112" fmla="*/ 1091973 w 2915191"/>
                <a:gd name="connsiteY112" fmla="*/ 124463 h 401181"/>
                <a:gd name="connsiteX113" fmla="*/ 1101732 w 2915191"/>
                <a:gd name="connsiteY113" fmla="*/ 157043 h 401181"/>
                <a:gd name="connsiteX114" fmla="*/ 1111476 w 2915191"/>
                <a:gd name="connsiteY114" fmla="*/ 152898 h 401181"/>
                <a:gd name="connsiteX115" fmla="*/ 1121220 w 2915191"/>
                <a:gd name="connsiteY115" fmla="*/ 162193 h 401181"/>
                <a:gd name="connsiteX116" fmla="*/ 1130979 w 2915191"/>
                <a:gd name="connsiteY116" fmla="*/ 135813 h 401181"/>
                <a:gd name="connsiteX117" fmla="*/ 1140723 w 2915191"/>
                <a:gd name="connsiteY117" fmla="*/ 133636 h 401181"/>
                <a:gd name="connsiteX118" fmla="*/ 1150482 w 2915191"/>
                <a:gd name="connsiteY118" fmla="*/ 128609 h 401181"/>
                <a:gd name="connsiteX119" fmla="*/ 1160226 w 2915191"/>
                <a:gd name="connsiteY119" fmla="*/ 109099 h 401181"/>
                <a:gd name="connsiteX120" fmla="*/ 1169969 w 2915191"/>
                <a:gd name="connsiteY120" fmla="*/ 79058 h 401181"/>
                <a:gd name="connsiteX121" fmla="*/ 1179728 w 2915191"/>
                <a:gd name="connsiteY121" fmla="*/ 88568 h 401181"/>
                <a:gd name="connsiteX122" fmla="*/ 1189472 w 2915191"/>
                <a:gd name="connsiteY122" fmla="*/ 99924 h 401181"/>
                <a:gd name="connsiteX123" fmla="*/ 1199231 w 2915191"/>
                <a:gd name="connsiteY123" fmla="*/ 98582 h 401181"/>
                <a:gd name="connsiteX124" fmla="*/ 1208975 w 2915191"/>
                <a:gd name="connsiteY124" fmla="*/ 85225 h 401181"/>
                <a:gd name="connsiteX125" fmla="*/ 1218719 w 2915191"/>
                <a:gd name="connsiteY125" fmla="*/ 82147 h 401181"/>
                <a:gd name="connsiteX126" fmla="*/ 1228478 w 2915191"/>
                <a:gd name="connsiteY126" fmla="*/ 65141 h 401181"/>
                <a:gd name="connsiteX127" fmla="*/ 1238222 w 2915191"/>
                <a:gd name="connsiteY127" fmla="*/ 58919 h 401181"/>
                <a:gd name="connsiteX128" fmla="*/ 1247966 w 2915191"/>
                <a:gd name="connsiteY128" fmla="*/ 92599 h 401181"/>
                <a:gd name="connsiteX129" fmla="*/ 1257725 w 2915191"/>
                <a:gd name="connsiteY129" fmla="*/ 88774 h 401181"/>
                <a:gd name="connsiteX130" fmla="*/ 1267469 w 2915191"/>
                <a:gd name="connsiteY130" fmla="*/ 74045 h 401181"/>
                <a:gd name="connsiteX131" fmla="*/ 1277227 w 2915191"/>
                <a:gd name="connsiteY131" fmla="*/ 79620 h 401181"/>
                <a:gd name="connsiteX132" fmla="*/ 1286971 w 2915191"/>
                <a:gd name="connsiteY132" fmla="*/ 93101 h 401181"/>
                <a:gd name="connsiteX133" fmla="*/ 1296715 w 2915191"/>
                <a:gd name="connsiteY133" fmla="*/ 73562 h 401181"/>
                <a:gd name="connsiteX134" fmla="*/ 1306474 w 2915191"/>
                <a:gd name="connsiteY134" fmla="*/ 92821 h 401181"/>
                <a:gd name="connsiteX135" fmla="*/ 1316218 w 2915191"/>
                <a:gd name="connsiteY135" fmla="*/ 77978 h 401181"/>
                <a:gd name="connsiteX136" fmla="*/ 1325977 w 2915191"/>
                <a:gd name="connsiteY136" fmla="*/ 82436 h 401181"/>
                <a:gd name="connsiteX137" fmla="*/ 1335721 w 2915191"/>
                <a:gd name="connsiteY137" fmla="*/ 79943 h 401181"/>
                <a:gd name="connsiteX138" fmla="*/ 1345465 w 2915191"/>
                <a:gd name="connsiteY138" fmla="*/ 51707 h 401181"/>
                <a:gd name="connsiteX139" fmla="*/ 1355224 w 2915191"/>
                <a:gd name="connsiteY139" fmla="*/ 52216 h 401181"/>
                <a:gd name="connsiteX140" fmla="*/ 1364967 w 2915191"/>
                <a:gd name="connsiteY140" fmla="*/ 44910 h 401181"/>
                <a:gd name="connsiteX141" fmla="*/ 1374726 w 2915191"/>
                <a:gd name="connsiteY141" fmla="*/ 78605 h 401181"/>
                <a:gd name="connsiteX142" fmla="*/ 1384470 w 2915191"/>
                <a:gd name="connsiteY142" fmla="*/ 114080 h 401181"/>
                <a:gd name="connsiteX143" fmla="*/ 1394214 w 2915191"/>
                <a:gd name="connsiteY143" fmla="*/ 91971 h 401181"/>
                <a:gd name="connsiteX144" fmla="*/ 1403973 w 2915191"/>
                <a:gd name="connsiteY144" fmla="*/ 145544 h 401181"/>
                <a:gd name="connsiteX145" fmla="*/ 1413717 w 2915191"/>
                <a:gd name="connsiteY145" fmla="*/ 110802 h 401181"/>
                <a:gd name="connsiteX146" fmla="*/ 1423476 w 2915191"/>
                <a:gd name="connsiteY146" fmla="*/ 153507 h 401181"/>
                <a:gd name="connsiteX147" fmla="*/ 1433220 w 2915191"/>
                <a:gd name="connsiteY147" fmla="*/ 184017 h 401181"/>
                <a:gd name="connsiteX148" fmla="*/ 1442964 w 2915191"/>
                <a:gd name="connsiteY148" fmla="*/ 171265 h 401181"/>
                <a:gd name="connsiteX149" fmla="*/ 1452722 w 2915191"/>
                <a:gd name="connsiteY149" fmla="*/ 174850 h 401181"/>
                <a:gd name="connsiteX150" fmla="*/ 1462466 w 2915191"/>
                <a:gd name="connsiteY150" fmla="*/ 148233 h 401181"/>
                <a:gd name="connsiteX151" fmla="*/ 1472225 w 2915191"/>
                <a:gd name="connsiteY151" fmla="*/ 109077 h 401181"/>
                <a:gd name="connsiteX152" fmla="*/ 1481969 w 2915191"/>
                <a:gd name="connsiteY152" fmla="*/ 118475 h 401181"/>
                <a:gd name="connsiteX153" fmla="*/ 1491713 w 2915191"/>
                <a:gd name="connsiteY153" fmla="*/ 150361 h 401181"/>
                <a:gd name="connsiteX154" fmla="*/ 1501472 w 2915191"/>
                <a:gd name="connsiteY154" fmla="*/ 173260 h 401181"/>
                <a:gd name="connsiteX155" fmla="*/ 1511216 w 2915191"/>
                <a:gd name="connsiteY155" fmla="*/ 155128 h 401181"/>
                <a:gd name="connsiteX156" fmla="*/ 1520960 w 2915191"/>
                <a:gd name="connsiteY156" fmla="*/ 132130 h 401181"/>
                <a:gd name="connsiteX157" fmla="*/ 1530719 w 2915191"/>
                <a:gd name="connsiteY157" fmla="*/ 129143 h 401181"/>
                <a:gd name="connsiteX158" fmla="*/ 1540463 w 2915191"/>
                <a:gd name="connsiteY158" fmla="*/ 173774 h 401181"/>
                <a:gd name="connsiteX159" fmla="*/ 1550221 w 2915191"/>
                <a:gd name="connsiteY159" fmla="*/ 162052 h 401181"/>
                <a:gd name="connsiteX160" fmla="*/ 1559965 w 2915191"/>
                <a:gd name="connsiteY160" fmla="*/ 131916 h 401181"/>
                <a:gd name="connsiteX161" fmla="*/ 1569709 w 2915191"/>
                <a:gd name="connsiteY161" fmla="*/ 117323 h 401181"/>
                <a:gd name="connsiteX162" fmla="*/ 1579468 w 2915191"/>
                <a:gd name="connsiteY162" fmla="*/ 100817 h 401181"/>
                <a:gd name="connsiteX163" fmla="*/ 1589212 w 2915191"/>
                <a:gd name="connsiteY163" fmla="*/ 43854 h 401181"/>
                <a:gd name="connsiteX164" fmla="*/ 1598971 w 2915191"/>
                <a:gd name="connsiteY164" fmla="*/ 41716 h 401181"/>
                <a:gd name="connsiteX165" fmla="*/ 1608715 w 2915191"/>
                <a:gd name="connsiteY165" fmla="*/ 0 h 401181"/>
                <a:gd name="connsiteX166" fmla="*/ 1618459 w 2915191"/>
                <a:gd name="connsiteY166" fmla="*/ 6930 h 401181"/>
                <a:gd name="connsiteX167" fmla="*/ 1628218 w 2915191"/>
                <a:gd name="connsiteY167" fmla="*/ 13049 h 401181"/>
                <a:gd name="connsiteX168" fmla="*/ 1637962 w 2915191"/>
                <a:gd name="connsiteY168" fmla="*/ 9349 h 401181"/>
                <a:gd name="connsiteX169" fmla="*/ 1647720 w 2915191"/>
                <a:gd name="connsiteY169" fmla="*/ 20575 h 401181"/>
                <a:gd name="connsiteX170" fmla="*/ 1657464 w 2915191"/>
                <a:gd name="connsiteY170" fmla="*/ 6190 h 401181"/>
                <a:gd name="connsiteX171" fmla="*/ 1667208 w 2915191"/>
                <a:gd name="connsiteY171" fmla="*/ 57304 h 401181"/>
                <a:gd name="connsiteX172" fmla="*/ 1676967 w 2915191"/>
                <a:gd name="connsiteY172" fmla="*/ 85067 h 401181"/>
                <a:gd name="connsiteX173" fmla="*/ 1686711 w 2915191"/>
                <a:gd name="connsiteY173" fmla="*/ 137561 h 401181"/>
                <a:gd name="connsiteX174" fmla="*/ 1696470 w 2915191"/>
                <a:gd name="connsiteY174" fmla="*/ 141023 h 401181"/>
                <a:gd name="connsiteX175" fmla="*/ 1706214 w 2915191"/>
                <a:gd name="connsiteY175" fmla="*/ 141537 h 401181"/>
                <a:gd name="connsiteX176" fmla="*/ 1715958 w 2915191"/>
                <a:gd name="connsiteY176" fmla="*/ 179855 h 401181"/>
                <a:gd name="connsiteX177" fmla="*/ 1725716 w 2915191"/>
                <a:gd name="connsiteY177" fmla="*/ 181635 h 401181"/>
                <a:gd name="connsiteX178" fmla="*/ 1735460 w 2915191"/>
                <a:gd name="connsiteY178" fmla="*/ 180783 h 401181"/>
                <a:gd name="connsiteX179" fmla="*/ 1745219 w 2915191"/>
                <a:gd name="connsiteY179" fmla="*/ 197286 h 401181"/>
                <a:gd name="connsiteX180" fmla="*/ 1754963 w 2915191"/>
                <a:gd name="connsiteY180" fmla="*/ 191160 h 401181"/>
                <a:gd name="connsiteX181" fmla="*/ 1764707 w 2915191"/>
                <a:gd name="connsiteY181" fmla="*/ 185556 h 401181"/>
                <a:gd name="connsiteX182" fmla="*/ 1774466 w 2915191"/>
                <a:gd name="connsiteY182" fmla="*/ 174783 h 401181"/>
                <a:gd name="connsiteX183" fmla="*/ 1784210 w 2915191"/>
                <a:gd name="connsiteY183" fmla="*/ 179886 h 401181"/>
                <a:gd name="connsiteX184" fmla="*/ 1793969 w 2915191"/>
                <a:gd name="connsiteY184" fmla="*/ 163965 h 401181"/>
                <a:gd name="connsiteX185" fmla="*/ 1803713 w 2915191"/>
                <a:gd name="connsiteY185" fmla="*/ 221578 h 401181"/>
                <a:gd name="connsiteX186" fmla="*/ 1813457 w 2915191"/>
                <a:gd name="connsiteY186" fmla="*/ 213882 h 401181"/>
                <a:gd name="connsiteX187" fmla="*/ 1823215 w 2915191"/>
                <a:gd name="connsiteY187" fmla="*/ 229441 h 401181"/>
                <a:gd name="connsiteX188" fmla="*/ 1832959 w 2915191"/>
                <a:gd name="connsiteY188" fmla="*/ 200330 h 401181"/>
                <a:gd name="connsiteX189" fmla="*/ 1842703 w 2915191"/>
                <a:gd name="connsiteY189" fmla="*/ 201315 h 401181"/>
                <a:gd name="connsiteX190" fmla="*/ 1852462 w 2915191"/>
                <a:gd name="connsiteY190" fmla="*/ 195536 h 401181"/>
                <a:gd name="connsiteX191" fmla="*/ 1862206 w 2915191"/>
                <a:gd name="connsiteY191" fmla="*/ 201632 h 401181"/>
                <a:gd name="connsiteX192" fmla="*/ 1871965 w 2915191"/>
                <a:gd name="connsiteY192" fmla="*/ 215387 h 401181"/>
                <a:gd name="connsiteX193" fmla="*/ 1881709 w 2915191"/>
                <a:gd name="connsiteY193" fmla="*/ 230889 h 401181"/>
                <a:gd name="connsiteX194" fmla="*/ 1891453 w 2915191"/>
                <a:gd name="connsiteY194" fmla="*/ 253697 h 401181"/>
                <a:gd name="connsiteX195" fmla="*/ 1901212 w 2915191"/>
                <a:gd name="connsiteY195" fmla="*/ 264378 h 401181"/>
                <a:gd name="connsiteX196" fmla="*/ 1910956 w 2915191"/>
                <a:gd name="connsiteY196" fmla="*/ 274572 h 401181"/>
                <a:gd name="connsiteX197" fmla="*/ 1920714 w 2915191"/>
                <a:gd name="connsiteY197" fmla="*/ 232779 h 401181"/>
                <a:gd name="connsiteX198" fmla="*/ 1930458 w 2915191"/>
                <a:gd name="connsiteY198" fmla="*/ 192459 h 401181"/>
                <a:gd name="connsiteX199" fmla="*/ 1940202 w 2915191"/>
                <a:gd name="connsiteY199" fmla="*/ 178141 h 401181"/>
                <a:gd name="connsiteX200" fmla="*/ 1949961 w 2915191"/>
                <a:gd name="connsiteY200" fmla="*/ 176537 h 401181"/>
                <a:gd name="connsiteX201" fmla="*/ 1959705 w 2915191"/>
                <a:gd name="connsiteY201" fmla="*/ 192449 h 401181"/>
                <a:gd name="connsiteX202" fmla="*/ 1969464 w 2915191"/>
                <a:gd name="connsiteY202" fmla="*/ 181881 h 401181"/>
                <a:gd name="connsiteX203" fmla="*/ 1979208 w 2915191"/>
                <a:gd name="connsiteY203" fmla="*/ 184801 h 401181"/>
                <a:gd name="connsiteX204" fmla="*/ 1988952 w 2915191"/>
                <a:gd name="connsiteY204" fmla="*/ 184037 h 401181"/>
                <a:gd name="connsiteX205" fmla="*/ 1998711 w 2915191"/>
                <a:gd name="connsiteY205" fmla="*/ 184791 h 401181"/>
                <a:gd name="connsiteX206" fmla="*/ 2008454 w 2915191"/>
                <a:gd name="connsiteY206" fmla="*/ 180072 h 401181"/>
                <a:gd name="connsiteX207" fmla="*/ 2018213 w 2915191"/>
                <a:gd name="connsiteY207" fmla="*/ 169468 h 401181"/>
                <a:gd name="connsiteX208" fmla="*/ 2027957 w 2915191"/>
                <a:gd name="connsiteY208" fmla="*/ 173292 h 401181"/>
                <a:gd name="connsiteX209" fmla="*/ 2037701 w 2915191"/>
                <a:gd name="connsiteY209" fmla="*/ 191461 h 401181"/>
                <a:gd name="connsiteX210" fmla="*/ 2047460 w 2915191"/>
                <a:gd name="connsiteY210" fmla="*/ 180421 h 401181"/>
                <a:gd name="connsiteX211" fmla="*/ 2057204 w 2915191"/>
                <a:gd name="connsiteY211" fmla="*/ 164324 h 401181"/>
                <a:gd name="connsiteX212" fmla="*/ 2066963 w 2915191"/>
                <a:gd name="connsiteY212" fmla="*/ 135308 h 401181"/>
                <a:gd name="connsiteX213" fmla="*/ 2076707 w 2915191"/>
                <a:gd name="connsiteY213" fmla="*/ 120566 h 401181"/>
                <a:gd name="connsiteX214" fmla="*/ 2086451 w 2915191"/>
                <a:gd name="connsiteY214" fmla="*/ 153953 h 401181"/>
                <a:gd name="connsiteX215" fmla="*/ 2096210 w 2915191"/>
                <a:gd name="connsiteY215" fmla="*/ 97250 h 401181"/>
                <a:gd name="connsiteX216" fmla="*/ 2105954 w 2915191"/>
                <a:gd name="connsiteY216" fmla="*/ 111415 h 401181"/>
                <a:gd name="connsiteX217" fmla="*/ 2115697 w 2915191"/>
                <a:gd name="connsiteY217" fmla="*/ 117776 h 401181"/>
                <a:gd name="connsiteX218" fmla="*/ 2125456 w 2915191"/>
                <a:gd name="connsiteY218" fmla="*/ 77962 h 401181"/>
                <a:gd name="connsiteX219" fmla="*/ 2135200 w 2915191"/>
                <a:gd name="connsiteY219" fmla="*/ 80699 h 401181"/>
                <a:gd name="connsiteX220" fmla="*/ 2144959 w 2915191"/>
                <a:gd name="connsiteY220" fmla="*/ 87938 h 401181"/>
                <a:gd name="connsiteX221" fmla="*/ 2154703 w 2915191"/>
                <a:gd name="connsiteY221" fmla="*/ 116552 h 401181"/>
                <a:gd name="connsiteX222" fmla="*/ 2164447 w 2915191"/>
                <a:gd name="connsiteY222" fmla="*/ 133812 h 401181"/>
                <a:gd name="connsiteX223" fmla="*/ 2174206 w 2915191"/>
                <a:gd name="connsiteY223" fmla="*/ 146053 h 401181"/>
                <a:gd name="connsiteX224" fmla="*/ 2183950 w 2915191"/>
                <a:gd name="connsiteY224" fmla="*/ 121588 h 401181"/>
                <a:gd name="connsiteX225" fmla="*/ 2193709 w 2915191"/>
                <a:gd name="connsiteY225" fmla="*/ 124217 h 401181"/>
                <a:gd name="connsiteX226" fmla="*/ 2203452 w 2915191"/>
                <a:gd name="connsiteY226" fmla="*/ 135722 h 401181"/>
                <a:gd name="connsiteX227" fmla="*/ 2213196 w 2915191"/>
                <a:gd name="connsiteY227" fmla="*/ 151858 h 401181"/>
                <a:gd name="connsiteX228" fmla="*/ 2222955 w 2915191"/>
                <a:gd name="connsiteY228" fmla="*/ 142553 h 401181"/>
                <a:gd name="connsiteX229" fmla="*/ 2232699 w 2915191"/>
                <a:gd name="connsiteY229" fmla="*/ 116355 h 401181"/>
                <a:gd name="connsiteX230" fmla="*/ 2242458 w 2915191"/>
                <a:gd name="connsiteY230" fmla="*/ 71467 h 401181"/>
                <a:gd name="connsiteX231" fmla="*/ 2252202 w 2915191"/>
                <a:gd name="connsiteY231" fmla="*/ 69437 h 401181"/>
                <a:gd name="connsiteX232" fmla="*/ 2261946 w 2915191"/>
                <a:gd name="connsiteY232" fmla="*/ 65144 h 401181"/>
                <a:gd name="connsiteX233" fmla="*/ 2271705 w 2915191"/>
                <a:gd name="connsiteY233" fmla="*/ 48338 h 401181"/>
                <a:gd name="connsiteX234" fmla="*/ 2281449 w 2915191"/>
                <a:gd name="connsiteY234" fmla="*/ 72640 h 401181"/>
                <a:gd name="connsiteX235" fmla="*/ 2291208 w 2915191"/>
                <a:gd name="connsiteY235" fmla="*/ 76077 h 401181"/>
                <a:gd name="connsiteX236" fmla="*/ 2300951 w 2915191"/>
                <a:gd name="connsiteY236" fmla="*/ 91068 h 401181"/>
                <a:gd name="connsiteX237" fmla="*/ 2310695 w 2915191"/>
                <a:gd name="connsiteY237" fmla="*/ 118375 h 401181"/>
                <a:gd name="connsiteX238" fmla="*/ 2320454 w 2915191"/>
                <a:gd name="connsiteY238" fmla="*/ 124149 h 401181"/>
                <a:gd name="connsiteX239" fmla="*/ 2330198 w 2915191"/>
                <a:gd name="connsiteY239" fmla="*/ 94543 h 401181"/>
                <a:gd name="connsiteX240" fmla="*/ 2339957 w 2915191"/>
                <a:gd name="connsiteY240" fmla="*/ 82992 h 401181"/>
                <a:gd name="connsiteX241" fmla="*/ 2349701 w 2915191"/>
                <a:gd name="connsiteY241" fmla="*/ 74817 h 401181"/>
                <a:gd name="connsiteX242" fmla="*/ 2359445 w 2915191"/>
                <a:gd name="connsiteY242" fmla="*/ 108494 h 401181"/>
                <a:gd name="connsiteX243" fmla="*/ 2369204 w 2915191"/>
                <a:gd name="connsiteY243" fmla="*/ 89808 h 401181"/>
                <a:gd name="connsiteX244" fmla="*/ 2378948 w 2915191"/>
                <a:gd name="connsiteY244" fmla="*/ 90863 h 401181"/>
                <a:gd name="connsiteX245" fmla="*/ 2388692 w 2915191"/>
                <a:gd name="connsiteY245" fmla="*/ 99698 h 401181"/>
                <a:gd name="connsiteX246" fmla="*/ 2398450 w 2915191"/>
                <a:gd name="connsiteY246" fmla="*/ 107045 h 401181"/>
                <a:gd name="connsiteX247" fmla="*/ 2408194 w 2915191"/>
                <a:gd name="connsiteY247" fmla="*/ 113532 h 401181"/>
                <a:gd name="connsiteX248" fmla="*/ 2417953 w 2915191"/>
                <a:gd name="connsiteY248" fmla="*/ 116914 h 401181"/>
                <a:gd name="connsiteX249" fmla="*/ 2427697 w 2915191"/>
                <a:gd name="connsiteY249" fmla="*/ 120862 h 401181"/>
                <a:gd name="connsiteX250" fmla="*/ 2437441 w 2915191"/>
                <a:gd name="connsiteY250" fmla="*/ 106227 h 401181"/>
                <a:gd name="connsiteX251" fmla="*/ 2447200 w 2915191"/>
                <a:gd name="connsiteY251" fmla="*/ 117017 h 401181"/>
                <a:gd name="connsiteX252" fmla="*/ 2456944 w 2915191"/>
                <a:gd name="connsiteY252" fmla="*/ 125415 h 401181"/>
                <a:gd name="connsiteX253" fmla="*/ 2466703 w 2915191"/>
                <a:gd name="connsiteY253" fmla="*/ 139215 h 401181"/>
                <a:gd name="connsiteX254" fmla="*/ 2476446 w 2915191"/>
                <a:gd name="connsiteY254" fmla="*/ 155371 h 401181"/>
                <a:gd name="connsiteX255" fmla="*/ 2486190 w 2915191"/>
                <a:gd name="connsiteY255" fmla="*/ 210759 h 401181"/>
                <a:gd name="connsiteX256" fmla="*/ 2495949 w 2915191"/>
                <a:gd name="connsiteY256" fmla="*/ 197225 h 401181"/>
                <a:gd name="connsiteX257" fmla="*/ 2505693 w 2915191"/>
                <a:gd name="connsiteY257" fmla="*/ 188085 h 401181"/>
                <a:gd name="connsiteX258" fmla="*/ 2515452 w 2915191"/>
                <a:gd name="connsiteY258" fmla="*/ 184129 h 401181"/>
                <a:gd name="connsiteX259" fmla="*/ 2525196 w 2915191"/>
                <a:gd name="connsiteY259" fmla="*/ 175167 h 401181"/>
                <a:gd name="connsiteX260" fmla="*/ 2534940 w 2915191"/>
                <a:gd name="connsiteY260" fmla="*/ 157376 h 401181"/>
                <a:gd name="connsiteX261" fmla="*/ 2544699 w 2915191"/>
                <a:gd name="connsiteY261" fmla="*/ 164371 h 401181"/>
                <a:gd name="connsiteX262" fmla="*/ 2554443 w 2915191"/>
                <a:gd name="connsiteY262" fmla="*/ 146023 h 401181"/>
                <a:gd name="connsiteX263" fmla="*/ 2564202 w 2915191"/>
                <a:gd name="connsiteY263" fmla="*/ 120528 h 401181"/>
                <a:gd name="connsiteX264" fmla="*/ 2573946 w 2915191"/>
                <a:gd name="connsiteY264" fmla="*/ 104609 h 401181"/>
                <a:gd name="connsiteX265" fmla="*/ 2583690 w 2915191"/>
                <a:gd name="connsiteY265" fmla="*/ 103648 h 401181"/>
                <a:gd name="connsiteX266" fmla="*/ 2593448 w 2915191"/>
                <a:gd name="connsiteY266" fmla="*/ 110537 h 401181"/>
                <a:gd name="connsiteX267" fmla="*/ 2603192 w 2915191"/>
                <a:gd name="connsiteY267" fmla="*/ 107197 h 401181"/>
                <a:gd name="connsiteX268" fmla="*/ 2612951 w 2915191"/>
                <a:gd name="connsiteY268" fmla="*/ 95722 h 401181"/>
                <a:gd name="connsiteX269" fmla="*/ 2622695 w 2915191"/>
                <a:gd name="connsiteY269" fmla="*/ 112831 h 401181"/>
                <a:gd name="connsiteX270" fmla="*/ 2632439 w 2915191"/>
                <a:gd name="connsiteY270" fmla="*/ 128873 h 401181"/>
                <a:gd name="connsiteX271" fmla="*/ 2642198 w 2915191"/>
                <a:gd name="connsiteY271" fmla="*/ 95948 h 401181"/>
                <a:gd name="connsiteX272" fmla="*/ 2651942 w 2915191"/>
                <a:gd name="connsiteY272" fmla="*/ 83290 h 401181"/>
                <a:gd name="connsiteX273" fmla="*/ 2661685 w 2915191"/>
                <a:gd name="connsiteY273" fmla="*/ 54708 h 401181"/>
                <a:gd name="connsiteX274" fmla="*/ 2671444 w 2915191"/>
                <a:gd name="connsiteY274" fmla="*/ 53906 h 401181"/>
                <a:gd name="connsiteX275" fmla="*/ 2681188 w 2915191"/>
                <a:gd name="connsiteY275" fmla="*/ 77515 h 401181"/>
                <a:gd name="connsiteX276" fmla="*/ 2690947 w 2915191"/>
                <a:gd name="connsiteY276" fmla="*/ 80940 h 401181"/>
                <a:gd name="connsiteX277" fmla="*/ 2700691 w 2915191"/>
                <a:gd name="connsiteY277" fmla="*/ 80270 h 401181"/>
                <a:gd name="connsiteX278" fmla="*/ 2710435 w 2915191"/>
                <a:gd name="connsiteY278" fmla="*/ 87290 h 401181"/>
                <a:gd name="connsiteX279" fmla="*/ 2720194 w 2915191"/>
                <a:gd name="connsiteY279" fmla="*/ 80113 h 401181"/>
                <a:gd name="connsiteX280" fmla="*/ 2729938 w 2915191"/>
                <a:gd name="connsiteY280" fmla="*/ 114491 h 401181"/>
                <a:gd name="connsiteX281" fmla="*/ 2739697 w 2915191"/>
                <a:gd name="connsiteY281" fmla="*/ 109156 h 401181"/>
                <a:gd name="connsiteX282" fmla="*/ 2749441 w 2915191"/>
                <a:gd name="connsiteY282" fmla="*/ 127802 h 401181"/>
                <a:gd name="connsiteX283" fmla="*/ 2759185 w 2915191"/>
                <a:gd name="connsiteY283" fmla="*/ 106166 h 401181"/>
                <a:gd name="connsiteX284" fmla="*/ 2768943 w 2915191"/>
                <a:gd name="connsiteY284" fmla="*/ 134408 h 401181"/>
                <a:gd name="connsiteX285" fmla="*/ 2778687 w 2915191"/>
                <a:gd name="connsiteY285" fmla="*/ 122781 h 401181"/>
                <a:gd name="connsiteX286" fmla="*/ 2788446 w 2915191"/>
                <a:gd name="connsiteY286" fmla="*/ 118161 h 401181"/>
                <a:gd name="connsiteX287" fmla="*/ 2798190 w 2915191"/>
                <a:gd name="connsiteY287" fmla="*/ 142612 h 401181"/>
                <a:gd name="connsiteX288" fmla="*/ 2807934 w 2915191"/>
                <a:gd name="connsiteY288" fmla="*/ 128316 h 401181"/>
                <a:gd name="connsiteX289" fmla="*/ 2817693 w 2915191"/>
                <a:gd name="connsiteY289" fmla="*/ 151426 h 401181"/>
                <a:gd name="connsiteX290" fmla="*/ 2827437 w 2915191"/>
                <a:gd name="connsiteY290" fmla="*/ 159806 h 401181"/>
                <a:gd name="connsiteX291" fmla="*/ 2837196 w 2915191"/>
                <a:gd name="connsiteY291" fmla="*/ 147457 h 401181"/>
                <a:gd name="connsiteX292" fmla="*/ 2846940 w 2915191"/>
                <a:gd name="connsiteY292" fmla="*/ 121266 h 401181"/>
                <a:gd name="connsiteX293" fmla="*/ 2856684 w 2915191"/>
                <a:gd name="connsiteY293" fmla="*/ 132252 h 401181"/>
                <a:gd name="connsiteX294" fmla="*/ 2866442 w 2915191"/>
                <a:gd name="connsiteY294" fmla="*/ 108134 h 401181"/>
                <a:gd name="connsiteX295" fmla="*/ 2876186 w 2915191"/>
                <a:gd name="connsiteY295" fmla="*/ 91991 h 401181"/>
                <a:gd name="connsiteX296" fmla="*/ 2885945 w 2915191"/>
                <a:gd name="connsiteY296" fmla="*/ 93709 h 401181"/>
                <a:gd name="connsiteX297" fmla="*/ 2895689 w 2915191"/>
                <a:gd name="connsiteY297" fmla="*/ 68626 h 401181"/>
                <a:gd name="connsiteX298" fmla="*/ 2905433 w 2915191"/>
                <a:gd name="connsiteY298" fmla="*/ 83670 h 401181"/>
                <a:gd name="connsiteX299" fmla="*/ 2915192 w 2915191"/>
                <a:gd name="connsiteY299" fmla="*/ 82616 h 401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01181">
                  <a:moveTo>
                    <a:pt x="0" y="339686"/>
                  </a:moveTo>
                  <a:lnTo>
                    <a:pt x="9750" y="345762"/>
                  </a:lnTo>
                  <a:lnTo>
                    <a:pt x="19500" y="350683"/>
                  </a:lnTo>
                  <a:lnTo>
                    <a:pt x="29250" y="336315"/>
                  </a:lnTo>
                  <a:lnTo>
                    <a:pt x="39000" y="334910"/>
                  </a:lnTo>
                  <a:lnTo>
                    <a:pt x="48749" y="316848"/>
                  </a:lnTo>
                  <a:lnTo>
                    <a:pt x="58499" y="337337"/>
                  </a:lnTo>
                  <a:lnTo>
                    <a:pt x="68249" y="378202"/>
                  </a:lnTo>
                  <a:lnTo>
                    <a:pt x="77998" y="367244"/>
                  </a:lnTo>
                  <a:lnTo>
                    <a:pt x="87748" y="385380"/>
                  </a:lnTo>
                  <a:lnTo>
                    <a:pt x="97497" y="396210"/>
                  </a:lnTo>
                  <a:lnTo>
                    <a:pt x="107247" y="392667"/>
                  </a:lnTo>
                  <a:lnTo>
                    <a:pt x="116997" y="401182"/>
                  </a:lnTo>
                  <a:lnTo>
                    <a:pt x="126747" y="377008"/>
                  </a:lnTo>
                  <a:lnTo>
                    <a:pt x="136497" y="378613"/>
                  </a:lnTo>
                  <a:lnTo>
                    <a:pt x="146247" y="346325"/>
                  </a:lnTo>
                  <a:lnTo>
                    <a:pt x="155997" y="299765"/>
                  </a:lnTo>
                  <a:lnTo>
                    <a:pt x="165747" y="266315"/>
                  </a:lnTo>
                  <a:lnTo>
                    <a:pt x="175497" y="256212"/>
                  </a:lnTo>
                  <a:lnTo>
                    <a:pt x="185247" y="261325"/>
                  </a:lnTo>
                  <a:lnTo>
                    <a:pt x="194996" y="271793"/>
                  </a:lnTo>
                  <a:lnTo>
                    <a:pt x="204746" y="241965"/>
                  </a:lnTo>
                  <a:lnTo>
                    <a:pt x="214495" y="219611"/>
                  </a:lnTo>
                  <a:lnTo>
                    <a:pt x="224245" y="242761"/>
                  </a:lnTo>
                  <a:lnTo>
                    <a:pt x="233995" y="247947"/>
                  </a:lnTo>
                  <a:lnTo>
                    <a:pt x="243744" y="271018"/>
                  </a:lnTo>
                  <a:lnTo>
                    <a:pt x="253494" y="266091"/>
                  </a:lnTo>
                  <a:lnTo>
                    <a:pt x="263244" y="257198"/>
                  </a:lnTo>
                  <a:lnTo>
                    <a:pt x="272994" y="269827"/>
                  </a:lnTo>
                  <a:lnTo>
                    <a:pt x="282744" y="255054"/>
                  </a:lnTo>
                  <a:lnTo>
                    <a:pt x="292494" y="253728"/>
                  </a:lnTo>
                  <a:lnTo>
                    <a:pt x="302244" y="286776"/>
                  </a:lnTo>
                  <a:lnTo>
                    <a:pt x="311994" y="329935"/>
                  </a:lnTo>
                  <a:lnTo>
                    <a:pt x="321744" y="338289"/>
                  </a:lnTo>
                  <a:lnTo>
                    <a:pt x="331493" y="308945"/>
                  </a:lnTo>
                  <a:lnTo>
                    <a:pt x="341243" y="294191"/>
                  </a:lnTo>
                  <a:lnTo>
                    <a:pt x="350993" y="292346"/>
                  </a:lnTo>
                  <a:lnTo>
                    <a:pt x="360742" y="299817"/>
                  </a:lnTo>
                  <a:lnTo>
                    <a:pt x="370492" y="289159"/>
                  </a:lnTo>
                  <a:lnTo>
                    <a:pt x="380241" y="303240"/>
                  </a:lnTo>
                  <a:lnTo>
                    <a:pt x="389991" y="282051"/>
                  </a:lnTo>
                  <a:lnTo>
                    <a:pt x="399741" y="267075"/>
                  </a:lnTo>
                  <a:lnTo>
                    <a:pt x="409491" y="264595"/>
                  </a:lnTo>
                  <a:lnTo>
                    <a:pt x="419241" y="217236"/>
                  </a:lnTo>
                  <a:lnTo>
                    <a:pt x="428991" y="182809"/>
                  </a:lnTo>
                  <a:lnTo>
                    <a:pt x="438741" y="178074"/>
                  </a:lnTo>
                  <a:lnTo>
                    <a:pt x="448491" y="162660"/>
                  </a:lnTo>
                  <a:lnTo>
                    <a:pt x="458241" y="163901"/>
                  </a:lnTo>
                  <a:lnTo>
                    <a:pt x="467991" y="165249"/>
                  </a:lnTo>
                  <a:lnTo>
                    <a:pt x="477740" y="175638"/>
                  </a:lnTo>
                  <a:lnTo>
                    <a:pt x="487490" y="227917"/>
                  </a:lnTo>
                  <a:lnTo>
                    <a:pt x="497239" y="223926"/>
                  </a:lnTo>
                  <a:lnTo>
                    <a:pt x="506989" y="236380"/>
                  </a:lnTo>
                  <a:lnTo>
                    <a:pt x="516738" y="214319"/>
                  </a:lnTo>
                  <a:lnTo>
                    <a:pt x="526488" y="242070"/>
                  </a:lnTo>
                  <a:lnTo>
                    <a:pt x="536238" y="234885"/>
                  </a:lnTo>
                  <a:lnTo>
                    <a:pt x="545988" y="233455"/>
                  </a:lnTo>
                  <a:lnTo>
                    <a:pt x="555738" y="230565"/>
                  </a:lnTo>
                  <a:lnTo>
                    <a:pt x="565488" y="229243"/>
                  </a:lnTo>
                  <a:lnTo>
                    <a:pt x="575238" y="236752"/>
                  </a:lnTo>
                  <a:lnTo>
                    <a:pt x="584988" y="253381"/>
                  </a:lnTo>
                  <a:lnTo>
                    <a:pt x="594738" y="259174"/>
                  </a:lnTo>
                  <a:lnTo>
                    <a:pt x="604488" y="259126"/>
                  </a:lnTo>
                  <a:lnTo>
                    <a:pt x="614237" y="260768"/>
                  </a:lnTo>
                  <a:lnTo>
                    <a:pt x="623987" y="261023"/>
                  </a:lnTo>
                  <a:lnTo>
                    <a:pt x="633736" y="222916"/>
                  </a:lnTo>
                  <a:lnTo>
                    <a:pt x="643486" y="239008"/>
                  </a:lnTo>
                  <a:lnTo>
                    <a:pt x="653236" y="257742"/>
                  </a:lnTo>
                  <a:lnTo>
                    <a:pt x="662985" y="216826"/>
                  </a:lnTo>
                  <a:lnTo>
                    <a:pt x="672735" y="211597"/>
                  </a:lnTo>
                  <a:lnTo>
                    <a:pt x="682485" y="193343"/>
                  </a:lnTo>
                  <a:lnTo>
                    <a:pt x="692235" y="162594"/>
                  </a:lnTo>
                  <a:lnTo>
                    <a:pt x="701985" y="148415"/>
                  </a:lnTo>
                  <a:lnTo>
                    <a:pt x="711735" y="138526"/>
                  </a:lnTo>
                  <a:lnTo>
                    <a:pt x="721485" y="147849"/>
                  </a:lnTo>
                  <a:lnTo>
                    <a:pt x="731235" y="129721"/>
                  </a:lnTo>
                  <a:lnTo>
                    <a:pt x="740985" y="142354"/>
                  </a:lnTo>
                  <a:lnTo>
                    <a:pt x="750734" y="182447"/>
                  </a:lnTo>
                  <a:lnTo>
                    <a:pt x="760484" y="162156"/>
                  </a:lnTo>
                  <a:lnTo>
                    <a:pt x="770233" y="156362"/>
                  </a:lnTo>
                  <a:lnTo>
                    <a:pt x="779983" y="136215"/>
                  </a:lnTo>
                  <a:lnTo>
                    <a:pt x="789733" y="120014"/>
                  </a:lnTo>
                  <a:lnTo>
                    <a:pt x="799482" y="137413"/>
                  </a:lnTo>
                  <a:lnTo>
                    <a:pt x="809232" y="125212"/>
                  </a:lnTo>
                  <a:lnTo>
                    <a:pt x="818982" y="119929"/>
                  </a:lnTo>
                  <a:lnTo>
                    <a:pt x="828732" y="75590"/>
                  </a:lnTo>
                  <a:lnTo>
                    <a:pt x="838482" y="101304"/>
                  </a:lnTo>
                  <a:lnTo>
                    <a:pt x="848232" y="73567"/>
                  </a:lnTo>
                  <a:lnTo>
                    <a:pt x="857982" y="90793"/>
                  </a:lnTo>
                  <a:lnTo>
                    <a:pt x="867732" y="93420"/>
                  </a:lnTo>
                  <a:lnTo>
                    <a:pt x="877482" y="87231"/>
                  </a:lnTo>
                  <a:lnTo>
                    <a:pt x="887231" y="88783"/>
                  </a:lnTo>
                  <a:lnTo>
                    <a:pt x="896981" y="84407"/>
                  </a:lnTo>
                  <a:lnTo>
                    <a:pt x="906730" y="66540"/>
                  </a:lnTo>
                  <a:lnTo>
                    <a:pt x="916480" y="90575"/>
                  </a:lnTo>
                  <a:lnTo>
                    <a:pt x="926230" y="96811"/>
                  </a:lnTo>
                  <a:lnTo>
                    <a:pt x="935979" y="126854"/>
                  </a:lnTo>
                  <a:lnTo>
                    <a:pt x="945729" y="133581"/>
                  </a:lnTo>
                  <a:lnTo>
                    <a:pt x="955479" y="157797"/>
                  </a:lnTo>
                  <a:lnTo>
                    <a:pt x="965229" y="155223"/>
                  </a:lnTo>
                  <a:lnTo>
                    <a:pt x="974979" y="172849"/>
                  </a:lnTo>
                  <a:lnTo>
                    <a:pt x="984729" y="143546"/>
                  </a:lnTo>
                  <a:lnTo>
                    <a:pt x="994474" y="153156"/>
                  </a:lnTo>
                  <a:lnTo>
                    <a:pt x="1004233" y="135508"/>
                  </a:lnTo>
                  <a:lnTo>
                    <a:pt x="1013977" y="157685"/>
                  </a:lnTo>
                  <a:lnTo>
                    <a:pt x="1023721" y="157300"/>
                  </a:lnTo>
                  <a:lnTo>
                    <a:pt x="1033480" y="121553"/>
                  </a:lnTo>
                  <a:lnTo>
                    <a:pt x="1043224" y="145337"/>
                  </a:lnTo>
                  <a:lnTo>
                    <a:pt x="1052983" y="143765"/>
                  </a:lnTo>
                  <a:lnTo>
                    <a:pt x="1062727" y="153783"/>
                  </a:lnTo>
                  <a:lnTo>
                    <a:pt x="1072471" y="144401"/>
                  </a:lnTo>
                  <a:lnTo>
                    <a:pt x="1082230" y="134414"/>
                  </a:lnTo>
                  <a:lnTo>
                    <a:pt x="1091973" y="124463"/>
                  </a:lnTo>
                  <a:lnTo>
                    <a:pt x="1101732" y="157043"/>
                  </a:lnTo>
                  <a:lnTo>
                    <a:pt x="1111476" y="152898"/>
                  </a:lnTo>
                  <a:lnTo>
                    <a:pt x="1121220" y="162193"/>
                  </a:lnTo>
                  <a:lnTo>
                    <a:pt x="1130979" y="135813"/>
                  </a:lnTo>
                  <a:lnTo>
                    <a:pt x="1140723" y="133636"/>
                  </a:lnTo>
                  <a:lnTo>
                    <a:pt x="1150482" y="128609"/>
                  </a:lnTo>
                  <a:lnTo>
                    <a:pt x="1160226" y="109099"/>
                  </a:lnTo>
                  <a:lnTo>
                    <a:pt x="1169969" y="79058"/>
                  </a:lnTo>
                  <a:lnTo>
                    <a:pt x="1179728" y="88568"/>
                  </a:lnTo>
                  <a:lnTo>
                    <a:pt x="1189472" y="99924"/>
                  </a:lnTo>
                  <a:lnTo>
                    <a:pt x="1199231" y="98582"/>
                  </a:lnTo>
                  <a:lnTo>
                    <a:pt x="1208975" y="85225"/>
                  </a:lnTo>
                  <a:lnTo>
                    <a:pt x="1218719" y="82147"/>
                  </a:lnTo>
                  <a:lnTo>
                    <a:pt x="1228478" y="65141"/>
                  </a:lnTo>
                  <a:lnTo>
                    <a:pt x="1238222" y="58919"/>
                  </a:lnTo>
                  <a:lnTo>
                    <a:pt x="1247966" y="92599"/>
                  </a:lnTo>
                  <a:lnTo>
                    <a:pt x="1257725" y="88774"/>
                  </a:lnTo>
                  <a:lnTo>
                    <a:pt x="1267469" y="74045"/>
                  </a:lnTo>
                  <a:lnTo>
                    <a:pt x="1277227" y="79620"/>
                  </a:lnTo>
                  <a:lnTo>
                    <a:pt x="1286971" y="93101"/>
                  </a:lnTo>
                  <a:lnTo>
                    <a:pt x="1296715" y="73562"/>
                  </a:lnTo>
                  <a:lnTo>
                    <a:pt x="1306474" y="92821"/>
                  </a:lnTo>
                  <a:lnTo>
                    <a:pt x="1316218" y="77978"/>
                  </a:lnTo>
                  <a:lnTo>
                    <a:pt x="1325977" y="82436"/>
                  </a:lnTo>
                  <a:lnTo>
                    <a:pt x="1335721" y="79943"/>
                  </a:lnTo>
                  <a:lnTo>
                    <a:pt x="1345465" y="51707"/>
                  </a:lnTo>
                  <a:lnTo>
                    <a:pt x="1355224" y="52216"/>
                  </a:lnTo>
                  <a:lnTo>
                    <a:pt x="1364967" y="44910"/>
                  </a:lnTo>
                  <a:lnTo>
                    <a:pt x="1374726" y="78605"/>
                  </a:lnTo>
                  <a:lnTo>
                    <a:pt x="1384470" y="114080"/>
                  </a:lnTo>
                  <a:lnTo>
                    <a:pt x="1394214" y="91971"/>
                  </a:lnTo>
                  <a:lnTo>
                    <a:pt x="1403973" y="145544"/>
                  </a:lnTo>
                  <a:lnTo>
                    <a:pt x="1413717" y="110802"/>
                  </a:lnTo>
                  <a:lnTo>
                    <a:pt x="1423476" y="153507"/>
                  </a:lnTo>
                  <a:lnTo>
                    <a:pt x="1433220" y="184017"/>
                  </a:lnTo>
                  <a:lnTo>
                    <a:pt x="1442964" y="171265"/>
                  </a:lnTo>
                  <a:lnTo>
                    <a:pt x="1452722" y="174850"/>
                  </a:lnTo>
                  <a:lnTo>
                    <a:pt x="1462466" y="148233"/>
                  </a:lnTo>
                  <a:lnTo>
                    <a:pt x="1472225" y="109077"/>
                  </a:lnTo>
                  <a:lnTo>
                    <a:pt x="1481969" y="118475"/>
                  </a:lnTo>
                  <a:lnTo>
                    <a:pt x="1491713" y="150361"/>
                  </a:lnTo>
                  <a:lnTo>
                    <a:pt x="1501472" y="173260"/>
                  </a:lnTo>
                  <a:lnTo>
                    <a:pt x="1511216" y="155128"/>
                  </a:lnTo>
                  <a:lnTo>
                    <a:pt x="1520960" y="132130"/>
                  </a:lnTo>
                  <a:lnTo>
                    <a:pt x="1530719" y="129143"/>
                  </a:lnTo>
                  <a:lnTo>
                    <a:pt x="1540463" y="173774"/>
                  </a:lnTo>
                  <a:lnTo>
                    <a:pt x="1550221" y="162052"/>
                  </a:lnTo>
                  <a:lnTo>
                    <a:pt x="1559965" y="131916"/>
                  </a:lnTo>
                  <a:lnTo>
                    <a:pt x="1569709" y="117323"/>
                  </a:lnTo>
                  <a:lnTo>
                    <a:pt x="1579468" y="100817"/>
                  </a:lnTo>
                  <a:lnTo>
                    <a:pt x="1589212" y="43854"/>
                  </a:lnTo>
                  <a:lnTo>
                    <a:pt x="1598971" y="41716"/>
                  </a:lnTo>
                  <a:lnTo>
                    <a:pt x="1608715" y="0"/>
                  </a:lnTo>
                  <a:lnTo>
                    <a:pt x="1618459" y="6930"/>
                  </a:lnTo>
                  <a:lnTo>
                    <a:pt x="1628218" y="13049"/>
                  </a:lnTo>
                  <a:lnTo>
                    <a:pt x="1637962" y="9349"/>
                  </a:lnTo>
                  <a:lnTo>
                    <a:pt x="1647720" y="20575"/>
                  </a:lnTo>
                  <a:lnTo>
                    <a:pt x="1657464" y="6190"/>
                  </a:lnTo>
                  <a:lnTo>
                    <a:pt x="1667208" y="57304"/>
                  </a:lnTo>
                  <a:lnTo>
                    <a:pt x="1676967" y="85067"/>
                  </a:lnTo>
                  <a:lnTo>
                    <a:pt x="1686711" y="137561"/>
                  </a:lnTo>
                  <a:lnTo>
                    <a:pt x="1696470" y="141023"/>
                  </a:lnTo>
                  <a:lnTo>
                    <a:pt x="1706214" y="141537"/>
                  </a:lnTo>
                  <a:lnTo>
                    <a:pt x="1715958" y="179855"/>
                  </a:lnTo>
                  <a:lnTo>
                    <a:pt x="1725716" y="181635"/>
                  </a:lnTo>
                  <a:lnTo>
                    <a:pt x="1735460" y="180783"/>
                  </a:lnTo>
                  <a:lnTo>
                    <a:pt x="1745219" y="197286"/>
                  </a:lnTo>
                  <a:lnTo>
                    <a:pt x="1754963" y="191160"/>
                  </a:lnTo>
                  <a:lnTo>
                    <a:pt x="1764707" y="185556"/>
                  </a:lnTo>
                  <a:lnTo>
                    <a:pt x="1774466" y="174783"/>
                  </a:lnTo>
                  <a:lnTo>
                    <a:pt x="1784210" y="179886"/>
                  </a:lnTo>
                  <a:lnTo>
                    <a:pt x="1793969" y="163965"/>
                  </a:lnTo>
                  <a:lnTo>
                    <a:pt x="1803713" y="221578"/>
                  </a:lnTo>
                  <a:lnTo>
                    <a:pt x="1813457" y="213882"/>
                  </a:lnTo>
                  <a:lnTo>
                    <a:pt x="1823215" y="229441"/>
                  </a:lnTo>
                  <a:lnTo>
                    <a:pt x="1832959" y="200330"/>
                  </a:lnTo>
                  <a:lnTo>
                    <a:pt x="1842703" y="201315"/>
                  </a:lnTo>
                  <a:lnTo>
                    <a:pt x="1852462" y="195536"/>
                  </a:lnTo>
                  <a:lnTo>
                    <a:pt x="1862206" y="201632"/>
                  </a:lnTo>
                  <a:lnTo>
                    <a:pt x="1871965" y="215387"/>
                  </a:lnTo>
                  <a:lnTo>
                    <a:pt x="1881709" y="230889"/>
                  </a:lnTo>
                  <a:lnTo>
                    <a:pt x="1891453" y="253697"/>
                  </a:lnTo>
                  <a:lnTo>
                    <a:pt x="1901212" y="264378"/>
                  </a:lnTo>
                  <a:lnTo>
                    <a:pt x="1910956" y="274572"/>
                  </a:lnTo>
                  <a:lnTo>
                    <a:pt x="1920714" y="232779"/>
                  </a:lnTo>
                  <a:lnTo>
                    <a:pt x="1930458" y="192459"/>
                  </a:lnTo>
                  <a:lnTo>
                    <a:pt x="1940202" y="178141"/>
                  </a:lnTo>
                  <a:lnTo>
                    <a:pt x="1949961" y="176537"/>
                  </a:lnTo>
                  <a:lnTo>
                    <a:pt x="1959705" y="192449"/>
                  </a:lnTo>
                  <a:lnTo>
                    <a:pt x="1969464" y="181881"/>
                  </a:lnTo>
                  <a:lnTo>
                    <a:pt x="1979208" y="184801"/>
                  </a:lnTo>
                  <a:lnTo>
                    <a:pt x="1988952" y="184037"/>
                  </a:lnTo>
                  <a:lnTo>
                    <a:pt x="1998711" y="184791"/>
                  </a:lnTo>
                  <a:lnTo>
                    <a:pt x="2008454" y="180072"/>
                  </a:lnTo>
                  <a:lnTo>
                    <a:pt x="2018213" y="169468"/>
                  </a:lnTo>
                  <a:lnTo>
                    <a:pt x="2027957" y="173292"/>
                  </a:lnTo>
                  <a:lnTo>
                    <a:pt x="2037701" y="191461"/>
                  </a:lnTo>
                  <a:lnTo>
                    <a:pt x="2047460" y="180421"/>
                  </a:lnTo>
                  <a:lnTo>
                    <a:pt x="2057204" y="164324"/>
                  </a:lnTo>
                  <a:lnTo>
                    <a:pt x="2066963" y="135308"/>
                  </a:lnTo>
                  <a:lnTo>
                    <a:pt x="2076707" y="120566"/>
                  </a:lnTo>
                  <a:lnTo>
                    <a:pt x="2086451" y="153953"/>
                  </a:lnTo>
                  <a:lnTo>
                    <a:pt x="2096210" y="97250"/>
                  </a:lnTo>
                  <a:lnTo>
                    <a:pt x="2105954" y="111415"/>
                  </a:lnTo>
                  <a:lnTo>
                    <a:pt x="2115697" y="117776"/>
                  </a:lnTo>
                  <a:lnTo>
                    <a:pt x="2125456" y="77962"/>
                  </a:lnTo>
                  <a:lnTo>
                    <a:pt x="2135200" y="80699"/>
                  </a:lnTo>
                  <a:lnTo>
                    <a:pt x="2144959" y="87938"/>
                  </a:lnTo>
                  <a:lnTo>
                    <a:pt x="2154703" y="116552"/>
                  </a:lnTo>
                  <a:lnTo>
                    <a:pt x="2164447" y="133812"/>
                  </a:lnTo>
                  <a:lnTo>
                    <a:pt x="2174206" y="146053"/>
                  </a:lnTo>
                  <a:lnTo>
                    <a:pt x="2183950" y="121588"/>
                  </a:lnTo>
                  <a:lnTo>
                    <a:pt x="2193709" y="124217"/>
                  </a:lnTo>
                  <a:lnTo>
                    <a:pt x="2203452" y="135722"/>
                  </a:lnTo>
                  <a:lnTo>
                    <a:pt x="2213196" y="151858"/>
                  </a:lnTo>
                  <a:lnTo>
                    <a:pt x="2222955" y="142553"/>
                  </a:lnTo>
                  <a:lnTo>
                    <a:pt x="2232699" y="116355"/>
                  </a:lnTo>
                  <a:lnTo>
                    <a:pt x="2242458" y="71467"/>
                  </a:lnTo>
                  <a:lnTo>
                    <a:pt x="2252202" y="69437"/>
                  </a:lnTo>
                  <a:lnTo>
                    <a:pt x="2261946" y="65144"/>
                  </a:lnTo>
                  <a:lnTo>
                    <a:pt x="2271705" y="48338"/>
                  </a:lnTo>
                  <a:lnTo>
                    <a:pt x="2281449" y="72640"/>
                  </a:lnTo>
                  <a:lnTo>
                    <a:pt x="2291208" y="76077"/>
                  </a:lnTo>
                  <a:lnTo>
                    <a:pt x="2300951" y="91068"/>
                  </a:lnTo>
                  <a:lnTo>
                    <a:pt x="2310695" y="118375"/>
                  </a:lnTo>
                  <a:lnTo>
                    <a:pt x="2320454" y="124149"/>
                  </a:lnTo>
                  <a:lnTo>
                    <a:pt x="2330198" y="94543"/>
                  </a:lnTo>
                  <a:lnTo>
                    <a:pt x="2339957" y="82992"/>
                  </a:lnTo>
                  <a:lnTo>
                    <a:pt x="2349701" y="74817"/>
                  </a:lnTo>
                  <a:lnTo>
                    <a:pt x="2359445" y="108494"/>
                  </a:lnTo>
                  <a:lnTo>
                    <a:pt x="2369204" y="89808"/>
                  </a:lnTo>
                  <a:lnTo>
                    <a:pt x="2378948" y="90863"/>
                  </a:lnTo>
                  <a:lnTo>
                    <a:pt x="2388692" y="99698"/>
                  </a:lnTo>
                  <a:lnTo>
                    <a:pt x="2398450" y="107045"/>
                  </a:lnTo>
                  <a:lnTo>
                    <a:pt x="2408194" y="113532"/>
                  </a:lnTo>
                  <a:lnTo>
                    <a:pt x="2417953" y="116914"/>
                  </a:lnTo>
                  <a:lnTo>
                    <a:pt x="2427697" y="120862"/>
                  </a:lnTo>
                  <a:lnTo>
                    <a:pt x="2437441" y="106227"/>
                  </a:lnTo>
                  <a:lnTo>
                    <a:pt x="2447200" y="117017"/>
                  </a:lnTo>
                  <a:lnTo>
                    <a:pt x="2456944" y="125415"/>
                  </a:lnTo>
                  <a:lnTo>
                    <a:pt x="2466703" y="139215"/>
                  </a:lnTo>
                  <a:lnTo>
                    <a:pt x="2476446" y="155371"/>
                  </a:lnTo>
                  <a:lnTo>
                    <a:pt x="2486190" y="210759"/>
                  </a:lnTo>
                  <a:lnTo>
                    <a:pt x="2495949" y="197225"/>
                  </a:lnTo>
                  <a:lnTo>
                    <a:pt x="2505693" y="188085"/>
                  </a:lnTo>
                  <a:lnTo>
                    <a:pt x="2515452" y="184129"/>
                  </a:lnTo>
                  <a:lnTo>
                    <a:pt x="2525196" y="175167"/>
                  </a:lnTo>
                  <a:lnTo>
                    <a:pt x="2534940" y="157376"/>
                  </a:lnTo>
                  <a:lnTo>
                    <a:pt x="2544699" y="164371"/>
                  </a:lnTo>
                  <a:lnTo>
                    <a:pt x="2554443" y="146023"/>
                  </a:lnTo>
                  <a:lnTo>
                    <a:pt x="2564202" y="120528"/>
                  </a:lnTo>
                  <a:lnTo>
                    <a:pt x="2573946" y="104609"/>
                  </a:lnTo>
                  <a:lnTo>
                    <a:pt x="2583690" y="103648"/>
                  </a:lnTo>
                  <a:lnTo>
                    <a:pt x="2593448" y="110537"/>
                  </a:lnTo>
                  <a:lnTo>
                    <a:pt x="2603192" y="107197"/>
                  </a:lnTo>
                  <a:lnTo>
                    <a:pt x="2612951" y="95722"/>
                  </a:lnTo>
                  <a:lnTo>
                    <a:pt x="2622695" y="112831"/>
                  </a:lnTo>
                  <a:lnTo>
                    <a:pt x="2632439" y="128873"/>
                  </a:lnTo>
                  <a:lnTo>
                    <a:pt x="2642198" y="95948"/>
                  </a:lnTo>
                  <a:lnTo>
                    <a:pt x="2651942" y="83290"/>
                  </a:lnTo>
                  <a:lnTo>
                    <a:pt x="2661685" y="54708"/>
                  </a:lnTo>
                  <a:lnTo>
                    <a:pt x="2671444" y="53906"/>
                  </a:lnTo>
                  <a:lnTo>
                    <a:pt x="2681188" y="77515"/>
                  </a:lnTo>
                  <a:lnTo>
                    <a:pt x="2690947" y="80940"/>
                  </a:lnTo>
                  <a:lnTo>
                    <a:pt x="2700691" y="80270"/>
                  </a:lnTo>
                  <a:lnTo>
                    <a:pt x="2710435" y="87290"/>
                  </a:lnTo>
                  <a:lnTo>
                    <a:pt x="2720194" y="80113"/>
                  </a:lnTo>
                  <a:lnTo>
                    <a:pt x="2729938" y="114491"/>
                  </a:lnTo>
                  <a:lnTo>
                    <a:pt x="2739697" y="109156"/>
                  </a:lnTo>
                  <a:lnTo>
                    <a:pt x="2749441" y="127802"/>
                  </a:lnTo>
                  <a:lnTo>
                    <a:pt x="2759185" y="106166"/>
                  </a:lnTo>
                  <a:lnTo>
                    <a:pt x="2768943" y="134408"/>
                  </a:lnTo>
                  <a:lnTo>
                    <a:pt x="2778687" y="122781"/>
                  </a:lnTo>
                  <a:lnTo>
                    <a:pt x="2788446" y="118161"/>
                  </a:lnTo>
                  <a:lnTo>
                    <a:pt x="2798190" y="142612"/>
                  </a:lnTo>
                  <a:lnTo>
                    <a:pt x="2807934" y="128316"/>
                  </a:lnTo>
                  <a:lnTo>
                    <a:pt x="2817693" y="151426"/>
                  </a:lnTo>
                  <a:lnTo>
                    <a:pt x="2827437" y="159806"/>
                  </a:lnTo>
                  <a:lnTo>
                    <a:pt x="2837196" y="147457"/>
                  </a:lnTo>
                  <a:lnTo>
                    <a:pt x="2846940" y="121266"/>
                  </a:lnTo>
                  <a:lnTo>
                    <a:pt x="2856684" y="132252"/>
                  </a:lnTo>
                  <a:lnTo>
                    <a:pt x="2866442" y="108134"/>
                  </a:lnTo>
                  <a:lnTo>
                    <a:pt x="2876186" y="91991"/>
                  </a:lnTo>
                  <a:lnTo>
                    <a:pt x="2885945" y="93709"/>
                  </a:lnTo>
                  <a:lnTo>
                    <a:pt x="2895689" y="68626"/>
                  </a:lnTo>
                  <a:lnTo>
                    <a:pt x="2905433" y="83670"/>
                  </a:lnTo>
                  <a:lnTo>
                    <a:pt x="2915192" y="8261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6" name="Freeform 1145">
              <a:extLst>
                <a:ext uri="{FF2B5EF4-FFF2-40B4-BE49-F238E27FC236}">
                  <a16:creationId xmlns:a16="http://schemas.microsoft.com/office/drawing/2014/main" id="{CEA62594-8D4A-0BEA-AAFA-0E74CD5FD84A}"/>
                </a:ext>
              </a:extLst>
            </p:cNvPr>
            <p:cNvSpPr/>
            <p:nvPr/>
          </p:nvSpPr>
          <p:spPr>
            <a:xfrm>
              <a:off x="4426652" y="3420656"/>
              <a:ext cx="2915191" cy="389069"/>
            </a:xfrm>
            <a:custGeom>
              <a:avLst/>
              <a:gdLst>
                <a:gd name="connsiteX0" fmla="*/ 0 w 2915191"/>
                <a:gd name="connsiteY0" fmla="*/ 16225 h 389069"/>
                <a:gd name="connsiteX1" fmla="*/ 9750 w 2915191"/>
                <a:gd name="connsiteY1" fmla="*/ 9300 h 389069"/>
                <a:gd name="connsiteX2" fmla="*/ 19500 w 2915191"/>
                <a:gd name="connsiteY2" fmla="*/ 32310 h 389069"/>
                <a:gd name="connsiteX3" fmla="*/ 29250 w 2915191"/>
                <a:gd name="connsiteY3" fmla="*/ 70608 h 389069"/>
                <a:gd name="connsiteX4" fmla="*/ 39000 w 2915191"/>
                <a:gd name="connsiteY4" fmla="*/ 54554 h 389069"/>
                <a:gd name="connsiteX5" fmla="*/ 48749 w 2915191"/>
                <a:gd name="connsiteY5" fmla="*/ 19483 h 389069"/>
                <a:gd name="connsiteX6" fmla="*/ 58499 w 2915191"/>
                <a:gd name="connsiteY6" fmla="*/ 23852 h 389069"/>
                <a:gd name="connsiteX7" fmla="*/ 68249 w 2915191"/>
                <a:gd name="connsiteY7" fmla="*/ 6410 h 389069"/>
                <a:gd name="connsiteX8" fmla="*/ 77998 w 2915191"/>
                <a:gd name="connsiteY8" fmla="*/ 0 h 389069"/>
                <a:gd name="connsiteX9" fmla="*/ 87748 w 2915191"/>
                <a:gd name="connsiteY9" fmla="*/ 9565 h 389069"/>
                <a:gd name="connsiteX10" fmla="*/ 97497 w 2915191"/>
                <a:gd name="connsiteY10" fmla="*/ 29758 h 389069"/>
                <a:gd name="connsiteX11" fmla="*/ 107247 w 2915191"/>
                <a:gd name="connsiteY11" fmla="*/ 12403 h 389069"/>
                <a:gd name="connsiteX12" fmla="*/ 116997 w 2915191"/>
                <a:gd name="connsiteY12" fmla="*/ 51604 h 389069"/>
                <a:gd name="connsiteX13" fmla="*/ 126747 w 2915191"/>
                <a:gd name="connsiteY13" fmla="*/ 49097 h 389069"/>
                <a:gd name="connsiteX14" fmla="*/ 136497 w 2915191"/>
                <a:gd name="connsiteY14" fmla="*/ 74988 h 389069"/>
                <a:gd name="connsiteX15" fmla="*/ 146247 w 2915191"/>
                <a:gd name="connsiteY15" fmla="*/ 82438 h 389069"/>
                <a:gd name="connsiteX16" fmla="*/ 155997 w 2915191"/>
                <a:gd name="connsiteY16" fmla="*/ 73486 h 389069"/>
                <a:gd name="connsiteX17" fmla="*/ 165747 w 2915191"/>
                <a:gd name="connsiteY17" fmla="*/ 71965 h 389069"/>
                <a:gd name="connsiteX18" fmla="*/ 175497 w 2915191"/>
                <a:gd name="connsiteY18" fmla="*/ 102310 h 389069"/>
                <a:gd name="connsiteX19" fmla="*/ 185247 w 2915191"/>
                <a:gd name="connsiteY19" fmla="*/ 117587 h 389069"/>
                <a:gd name="connsiteX20" fmla="*/ 194996 w 2915191"/>
                <a:gd name="connsiteY20" fmla="*/ 133009 h 389069"/>
                <a:gd name="connsiteX21" fmla="*/ 204746 w 2915191"/>
                <a:gd name="connsiteY21" fmla="*/ 141619 h 389069"/>
                <a:gd name="connsiteX22" fmla="*/ 214495 w 2915191"/>
                <a:gd name="connsiteY22" fmla="*/ 116242 h 389069"/>
                <a:gd name="connsiteX23" fmla="*/ 224245 w 2915191"/>
                <a:gd name="connsiteY23" fmla="*/ 128131 h 389069"/>
                <a:gd name="connsiteX24" fmla="*/ 233995 w 2915191"/>
                <a:gd name="connsiteY24" fmla="*/ 134842 h 389069"/>
                <a:gd name="connsiteX25" fmla="*/ 243744 w 2915191"/>
                <a:gd name="connsiteY25" fmla="*/ 150234 h 389069"/>
                <a:gd name="connsiteX26" fmla="*/ 253494 w 2915191"/>
                <a:gd name="connsiteY26" fmla="*/ 136692 h 389069"/>
                <a:gd name="connsiteX27" fmla="*/ 263244 w 2915191"/>
                <a:gd name="connsiteY27" fmla="*/ 124897 h 389069"/>
                <a:gd name="connsiteX28" fmla="*/ 272994 w 2915191"/>
                <a:gd name="connsiteY28" fmla="*/ 145690 h 389069"/>
                <a:gd name="connsiteX29" fmla="*/ 282744 w 2915191"/>
                <a:gd name="connsiteY29" fmla="*/ 162307 h 389069"/>
                <a:gd name="connsiteX30" fmla="*/ 292494 w 2915191"/>
                <a:gd name="connsiteY30" fmla="*/ 168539 h 389069"/>
                <a:gd name="connsiteX31" fmla="*/ 302244 w 2915191"/>
                <a:gd name="connsiteY31" fmla="*/ 168323 h 389069"/>
                <a:gd name="connsiteX32" fmla="*/ 311994 w 2915191"/>
                <a:gd name="connsiteY32" fmla="*/ 153638 h 389069"/>
                <a:gd name="connsiteX33" fmla="*/ 321744 w 2915191"/>
                <a:gd name="connsiteY33" fmla="*/ 139320 h 389069"/>
                <a:gd name="connsiteX34" fmla="*/ 331493 w 2915191"/>
                <a:gd name="connsiteY34" fmla="*/ 128626 h 389069"/>
                <a:gd name="connsiteX35" fmla="*/ 341243 w 2915191"/>
                <a:gd name="connsiteY35" fmla="*/ 134687 h 389069"/>
                <a:gd name="connsiteX36" fmla="*/ 350993 w 2915191"/>
                <a:gd name="connsiteY36" fmla="*/ 124304 h 389069"/>
                <a:gd name="connsiteX37" fmla="*/ 360742 w 2915191"/>
                <a:gd name="connsiteY37" fmla="*/ 122659 h 389069"/>
                <a:gd name="connsiteX38" fmla="*/ 370492 w 2915191"/>
                <a:gd name="connsiteY38" fmla="*/ 138936 h 389069"/>
                <a:gd name="connsiteX39" fmla="*/ 380241 w 2915191"/>
                <a:gd name="connsiteY39" fmla="*/ 104057 h 389069"/>
                <a:gd name="connsiteX40" fmla="*/ 389991 w 2915191"/>
                <a:gd name="connsiteY40" fmla="*/ 117614 h 389069"/>
                <a:gd name="connsiteX41" fmla="*/ 399741 w 2915191"/>
                <a:gd name="connsiteY41" fmla="*/ 111145 h 389069"/>
                <a:gd name="connsiteX42" fmla="*/ 409491 w 2915191"/>
                <a:gd name="connsiteY42" fmla="*/ 106023 h 389069"/>
                <a:gd name="connsiteX43" fmla="*/ 419241 w 2915191"/>
                <a:gd name="connsiteY43" fmla="*/ 122528 h 389069"/>
                <a:gd name="connsiteX44" fmla="*/ 428991 w 2915191"/>
                <a:gd name="connsiteY44" fmla="*/ 108259 h 389069"/>
                <a:gd name="connsiteX45" fmla="*/ 438741 w 2915191"/>
                <a:gd name="connsiteY45" fmla="*/ 104977 h 389069"/>
                <a:gd name="connsiteX46" fmla="*/ 448491 w 2915191"/>
                <a:gd name="connsiteY46" fmla="*/ 97146 h 389069"/>
                <a:gd name="connsiteX47" fmla="*/ 458241 w 2915191"/>
                <a:gd name="connsiteY47" fmla="*/ 101714 h 389069"/>
                <a:gd name="connsiteX48" fmla="*/ 467991 w 2915191"/>
                <a:gd name="connsiteY48" fmla="*/ 103435 h 389069"/>
                <a:gd name="connsiteX49" fmla="*/ 477740 w 2915191"/>
                <a:gd name="connsiteY49" fmla="*/ 112343 h 389069"/>
                <a:gd name="connsiteX50" fmla="*/ 487490 w 2915191"/>
                <a:gd name="connsiteY50" fmla="*/ 72945 h 389069"/>
                <a:gd name="connsiteX51" fmla="*/ 497239 w 2915191"/>
                <a:gd name="connsiteY51" fmla="*/ 59273 h 389069"/>
                <a:gd name="connsiteX52" fmla="*/ 506989 w 2915191"/>
                <a:gd name="connsiteY52" fmla="*/ 71706 h 389069"/>
                <a:gd name="connsiteX53" fmla="*/ 516738 w 2915191"/>
                <a:gd name="connsiteY53" fmla="*/ 77715 h 389069"/>
                <a:gd name="connsiteX54" fmla="*/ 526488 w 2915191"/>
                <a:gd name="connsiteY54" fmla="*/ 64362 h 389069"/>
                <a:gd name="connsiteX55" fmla="*/ 536238 w 2915191"/>
                <a:gd name="connsiteY55" fmla="*/ 102696 h 389069"/>
                <a:gd name="connsiteX56" fmla="*/ 545988 w 2915191"/>
                <a:gd name="connsiteY56" fmla="*/ 124065 h 389069"/>
                <a:gd name="connsiteX57" fmla="*/ 555738 w 2915191"/>
                <a:gd name="connsiteY57" fmla="*/ 114718 h 389069"/>
                <a:gd name="connsiteX58" fmla="*/ 565488 w 2915191"/>
                <a:gd name="connsiteY58" fmla="*/ 103980 h 389069"/>
                <a:gd name="connsiteX59" fmla="*/ 575238 w 2915191"/>
                <a:gd name="connsiteY59" fmla="*/ 77132 h 389069"/>
                <a:gd name="connsiteX60" fmla="*/ 584988 w 2915191"/>
                <a:gd name="connsiteY60" fmla="*/ 30255 h 389069"/>
                <a:gd name="connsiteX61" fmla="*/ 594738 w 2915191"/>
                <a:gd name="connsiteY61" fmla="*/ 33018 h 389069"/>
                <a:gd name="connsiteX62" fmla="*/ 604488 w 2915191"/>
                <a:gd name="connsiteY62" fmla="*/ 41185 h 389069"/>
                <a:gd name="connsiteX63" fmla="*/ 614237 w 2915191"/>
                <a:gd name="connsiteY63" fmla="*/ 47638 h 389069"/>
                <a:gd name="connsiteX64" fmla="*/ 623987 w 2915191"/>
                <a:gd name="connsiteY64" fmla="*/ 5787 h 389069"/>
                <a:gd name="connsiteX65" fmla="*/ 633736 w 2915191"/>
                <a:gd name="connsiteY65" fmla="*/ 17435 h 389069"/>
                <a:gd name="connsiteX66" fmla="*/ 643486 w 2915191"/>
                <a:gd name="connsiteY66" fmla="*/ 5878 h 389069"/>
                <a:gd name="connsiteX67" fmla="*/ 653236 w 2915191"/>
                <a:gd name="connsiteY67" fmla="*/ 16636 h 389069"/>
                <a:gd name="connsiteX68" fmla="*/ 662985 w 2915191"/>
                <a:gd name="connsiteY68" fmla="*/ 55442 h 389069"/>
                <a:gd name="connsiteX69" fmla="*/ 672735 w 2915191"/>
                <a:gd name="connsiteY69" fmla="*/ 65956 h 389069"/>
                <a:gd name="connsiteX70" fmla="*/ 682485 w 2915191"/>
                <a:gd name="connsiteY70" fmla="*/ 51483 h 389069"/>
                <a:gd name="connsiteX71" fmla="*/ 692235 w 2915191"/>
                <a:gd name="connsiteY71" fmla="*/ 79707 h 389069"/>
                <a:gd name="connsiteX72" fmla="*/ 701985 w 2915191"/>
                <a:gd name="connsiteY72" fmla="*/ 64916 h 389069"/>
                <a:gd name="connsiteX73" fmla="*/ 711735 w 2915191"/>
                <a:gd name="connsiteY73" fmla="*/ 60323 h 389069"/>
                <a:gd name="connsiteX74" fmla="*/ 721485 w 2915191"/>
                <a:gd name="connsiteY74" fmla="*/ 67555 h 389069"/>
                <a:gd name="connsiteX75" fmla="*/ 731235 w 2915191"/>
                <a:gd name="connsiteY75" fmla="*/ 77978 h 389069"/>
                <a:gd name="connsiteX76" fmla="*/ 740985 w 2915191"/>
                <a:gd name="connsiteY76" fmla="*/ 86603 h 389069"/>
                <a:gd name="connsiteX77" fmla="*/ 750734 w 2915191"/>
                <a:gd name="connsiteY77" fmla="*/ 73504 h 389069"/>
                <a:gd name="connsiteX78" fmla="*/ 760484 w 2915191"/>
                <a:gd name="connsiteY78" fmla="*/ 77405 h 389069"/>
                <a:gd name="connsiteX79" fmla="*/ 770233 w 2915191"/>
                <a:gd name="connsiteY79" fmla="*/ 98904 h 389069"/>
                <a:gd name="connsiteX80" fmla="*/ 779983 w 2915191"/>
                <a:gd name="connsiteY80" fmla="*/ 130371 h 389069"/>
                <a:gd name="connsiteX81" fmla="*/ 789733 w 2915191"/>
                <a:gd name="connsiteY81" fmla="*/ 147564 h 389069"/>
                <a:gd name="connsiteX82" fmla="*/ 799482 w 2915191"/>
                <a:gd name="connsiteY82" fmla="*/ 185586 h 389069"/>
                <a:gd name="connsiteX83" fmla="*/ 809232 w 2915191"/>
                <a:gd name="connsiteY83" fmla="*/ 185373 h 389069"/>
                <a:gd name="connsiteX84" fmla="*/ 818982 w 2915191"/>
                <a:gd name="connsiteY84" fmla="*/ 186851 h 389069"/>
                <a:gd name="connsiteX85" fmla="*/ 828732 w 2915191"/>
                <a:gd name="connsiteY85" fmla="*/ 191194 h 389069"/>
                <a:gd name="connsiteX86" fmla="*/ 838482 w 2915191"/>
                <a:gd name="connsiteY86" fmla="*/ 214454 h 389069"/>
                <a:gd name="connsiteX87" fmla="*/ 848232 w 2915191"/>
                <a:gd name="connsiteY87" fmla="*/ 192820 h 389069"/>
                <a:gd name="connsiteX88" fmla="*/ 857982 w 2915191"/>
                <a:gd name="connsiteY88" fmla="*/ 204126 h 389069"/>
                <a:gd name="connsiteX89" fmla="*/ 867732 w 2915191"/>
                <a:gd name="connsiteY89" fmla="*/ 184311 h 389069"/>
                <a:gd name="connsiteX90" fmla="*/ 877482 w 2915191"/>
                <a:gd name="connsiteY90" fmla="*/ 189968 h 389069"/>
                <a:gd name="connsiteX91" fmla="*/ 887231 w 2915191"/>
                <a:gd name="connsiteY91" fmla="*/ 221958 h 389069"/>
                <a:gd name="connsiteX92" fmla="*/ 896981 w 2915191"/>
                <a:gd name="connsiteY92" fmla="*/ 239011 h 389069"/>
                <a:gd name="connsiteX93" fmla="*/ 906730 w 2915191"/>
                <a:gd name="connsiteY93" fmla="*/ 286774 h 389069"/>
                <a:gd name="connsiteX94" fmla="*/ 916480 w 2915191"/>
                <a:gd name="connsiteY94" fmla="*/ 269505 h 389069"/>
                <a:gd name="connsiteX95" fmla="*/ 926230 w 2915191"/>
                <a:gd name="connsiteY95" fmla="*/ 274844 h 389069"/>
                <a:gd name="connsiteX96" fmla="*/ 935979 w 2915191"/>
                <a:gd name="connsiteY96" fmla="*/ 282291 h 389069"/>
                <a:gd name="connsiteX97" fmla="*/ 945729 w 2915191"/>
                <a:gd name="connsiteY97" fmla="*/ 313592 h 389069"/>
                <a:gd name="connsiteX98" fmla="*/ 955479 w 2915191"/>
                <a:gd name="connsiteY98" fmla="*/ 335708 h 389069"/>
                <a:gd name="connsiteX99" fmla="*/ 965229 w 2915191"/>
                <a:gd name="connsiteY99" fmla="*/ 345863 h 389069"/>
                <a:gd name="connsiteX100" fmla="*/ 974979 w 2915191"/>
                <a:gd name="connsiteY100" fmla="*/ 350202 h 389069"/>
                <a:gd name="connsiteX101" fmla="*/ 984729 w 2915191"/>
                <a:gd name="connsiteY101" fmla="*/ 319205 h 389069"/>
                <a:gd name="connsiteX102" fmla="*/ 994474 w 2915191"/>
                <a:gd name="connsiteY102" fmla="*/ 326541 h 389069"/>
                <a:gd name="connsiteX103" fmla="*/ 1004233 w 2915191"/>
                <a:gd name="connsiteY103" fmla="*/ 317302 h 389069"/>
                <a:gd name="connsiteX104" fmla="*/ 1013977 w 2915191"/>
                <a:gd name="connsiteY104" fmla="*/ 312552 h 389069"/>
                <a:gd name="connsiteX105" fmla="*/ 1023721 w 2915191"/>
                <a:gd name="connsiteY105" fmla="*/ 264302 h 389069"/>
                <a:gd name="connsiteX106" fmla="*/ 1033480 w 2915191"/>
                <a:gd name="connsiteY106" fmla="*/ 271805 h 389069"/>
                <a:gd name="connsiteX107" fmla="*/ 1043224 w 2915191"/>
                <a:gd name="connsiteY107" fmla="*/ 258789 h 389069"/>
                <a:gd name="connsiteX108" fmla="*/ 1052983 w 2915191"/>
                <a:gd name="connsiteY108" fmla="*/ 250202 h 389069"/>
                <a:gd name="connsiteX109" fmla="*/ 1062727 w 2915191"/>
                <a:gd name="connsiteY109" fmla="*/ 229058 h 389069"/>
                <a:gd name="connsiteX110" fmla="*/ 1072471 w 2915191"/>
                <a:gd name="connsiteY110" fmla="*/ 260968 h 389069"/>
                <a:gd name="connsiteX111" fmla="*/ 1082230 w 2915191"/>
                <a:gd name="connsiteY111" fmla="*/ 277559 h 389069"/>
                <a:gd name="connsiteX112" fmla="*/ 1091973 w 2915191"/>
                <a:gd name="connsiteY112" fmla="*/ 292604 h 389069"/>
                <a:gd name="connsiteX113" fmla="*/ 1101732 w 2915191"/>
                <a:gd name="connsiteY113" fmla="*/ 328116 h 389069"/>
                <a:gd name="connsiteX114" fmla="*/ 1111476 w 2915191"/>
                <a:gd name="connsiteY114" fmla="*/ 313571 h 389069"/>
                <a:gd name="connsiteX115" fmla="*/ 1121220 w 2915191"/>
                <a:gd name="connsiteY115" fmla="*/ 300937 h 389069"/>
                <a:gd name="connsiteX116" fmla="*/ 1130979 w 2915191"/>
                <a:gd name="connsiteY116" fmla="*/ 296418 h 389069"/>
                <a:gd name="connsiteX117" fmla="*/ 1140723 w 2915191"/>
                <a:gd name="connsiteY117" fmla="*/ 295854 h 389069"/>
                <a:gd name="connsiteX118" fmla="*/ 1150482 w 2915191"/>
                <a:gd name="connsiteY118" fmla="*/ 246437 h 389069"/>
                <a:gd name="connsiteX119" fmla="*/ 1160226 w 2915191"/>
                <a:gd name="connsiteY119" fmla="*/ 233898 h 389069"/>
                <a:gd name="connsiteX120" fmla="*/ 1169969 w 2915191"/>
                <a:gd name="connsiteY120" fmla="*/ 252247 h 389069"/>
                <a:gd name="connsiteX121" fmla="*/ 1179728 w 2915191"/>
                <a:gd name="connsiteY121" fmla="*/ 249521 h 389069"/>
                <a:gd name="connsiteX122" fmla="*/ 1189472 w 2915191"/>
                <a:gd name="connsiteY122" fmla="*/ 269371 h 389069"/>
                <a:gd name="connsiteX123" fmla="*/ 1199231 w 2915191"/>
                <a:gd name="connsiteY123" fmla="*/ 278028 h 389069"/>
                <a:gd name="connsiteX124" fmla="*/ 1208975 w 2915191"/>
                <a:gd name="connsiteY124" fmla="*/ 313513 h 389069"/>
                <a:gd name="connsiteX125" fmla="*/ 1218719 w 2915191"/>
                <a:gd name="connsiteY125" fmla="*/ 320890 h 389069"/>
                <a:gd name="connsiteX126" fmla="*/ 1228478 w 2915191"/>
                <a:gd name="connsiteY126" fmla="*/ 351866 h 389069"/>
                <a:gd name="connsiteX127" fmla="*/ 1238222 w 2915191"/>
                <a:gd name="connsiteY127" fmla="*/ 317530 h 389069"/>
                <a:gd name="connsiteX128" fmla="*/ 1247966 w 2915191"/>
                <a:gd name="connsiteY128" fmla="*/ 307362 h 389069"/>
                <a:gd name="connsiteX129" fmla="*/ 1257725 w 2915191"/>
                <a:gd name="connsiteY129" fmla="*/ 306330 h 389069"/>
                <a:gd name="connsiteX130" fmla="*/ 1267469 w 2915191"/>
                <a:gd name="connsiteY130" fmla="*/ 304701 h 389069"/>
                <a:gd name="connsiteX131" fmla="*/ 1277227 w 2915191"/>
                <a:gd name="connsiteY131" fmla="*/ 341887 h 389069"/>
                <a:gd name="connsiteX132" fmla="*/ 1286971 w 2915191"/>
                <a:gd name="connsiteY132" fmla="*/ 346080 h 389069"/>
                <a:gd name="connsiteX133" fmla="*/ 1296715 w 2915191"/>
                <a:gd name="connsiteY133" fmla="*/ 336707 h 389069"/>
                <a:gd name="connsiteX134" fmla="*/ 1306474 w 2915191"/>
                <a:gd name="connsiteY134" fmla="*/ 344950 h 389069"/>
                <a:gd name="connsiteX135" fmla="*/ 1316218 w 2915191"/>
                <a:gd name="connsiteY135" fmla="*/ 332365 h 389069"/>
                <a:gd name="connsiteX136" fmla="*/ 1325977 w 2915191"/>
                <a:gd name="connsiteY136" fmla="*/ 305010 h 389069"/>
                <a:gd name="connsiteX137" fmla="*/ 1335721 w 2915191"/>
                <a:gd name="connsiteY137" fmla="*/ 342359 h 389069"/>
                <a:gd name="connsiteX138" fmla="*/ 1345465 w 2915191"/>
                <a:gd name="connsiteY138" fmla="*/ 343733 h 389069"/>
                <a:gd name="connsiteX139" fmla="*/ 1355224 w 2915191"/>
                <a:gd name="connsiteY139" fmla="*/ 339241 h 389069"/>
                <a:gd name="connsiteX140" fmla="*/ 1364967 w 2915191"/>
                <a:gd name="connsiteY140" fmla="*/ 349426 h 389069"/>
                <a:gd name="connsiteX141" fmla="*/ 1374726 w 2915191"/>
                <a:gd name="connsiteY141" fmla="*/ 331084 h 389069"/>
                <a:gd name="connsiteX142" fmla="*/ 1384470 w 2915191"/>
                <a:gd name="connsiteY142" fmla="*/ 325663 h 389069"/>
                <a:gd name="connsiteX143" fmla="*/ 1394214 w 2915191"/>
                <a:gd name="connsiteY143" fmla="*/ 337283 h 389069"/>
                <a:gd name="connsiteX144" fmla="*/ 1403973 w 2915191"/>
                <a:gd name="connsiteY144" fmla="*/ 319252 h 389069"/>
                <a:gd name="connsiteX145" fmla="*/ 1413717 w 2915191"/>
                <a:gd name="connsiteY145" fmla="*/ 345896 h 389069"/>
                <a:gd name="connsiteX146" fmla="*/ 1423476 w 2915191"/>
                <a:gd name="connsiteY146" fmla="*/ 362826 h 389069"/>
                <a:gd name="connsiteX147" fmla="*/ 1433220 w 2915191"/>
                <a:gd name="connsiteY147" fmla="*/ 373197 h 389069"/>
                <a:gd name="connsiteX148" fmla="*/ 1442964 w 2915191"/>
                <a:gd name="connsiteY148" fmla="*/ 356430 h 389069"/>
                <a:gd name="connsiteX149" fmla="*/ 1452722 w 2915191"/>
                <a:gd name="connsiteY149" fmla="*/ 361683 h 389069"/>
                <a:gd name="connsiteX150" fmla="*/ 1462466 w 2915191"/>
                <a:gd name="connsiteY150" fmla="*/ 364229 h 389069"/>
                <a:gd name="connsiteX151" fmla="*/ 1472225 w 2915191"/>
                <a:gd name="connsiteY151" fmla="*/ 376186 h 389069"/>
                <a:gd name="connsiteX152" fmla="*/ 1481969 w 2915191"/>
                <a:gd name="connsiteY152" fmla="*/ 366293 h 389069"/>
                <a:gd name="connsiteX153" fmla="*/ 1491713 w 2915191"/>
                <a:gd name="connsiteY153" fmla="*/ 338116 h 389069"/>
                <a:gd name="connsiteX154" fmla="*/ 1501472 w 2915191"/>
                <a:gd name="connsiteY154" fmla="*/ 344879 h 389069"/>
                <a:gd name="connsiteX155" fmla="*/ 1511216 w 2915191"/>
                <a:gd name="connsiteY155" fmla="*/ 349393 h 389069"/>
                <a:gd name="connsiteX156" fmla="*/ 1520960 w 2915191"/>
                <a:gd name="connsiteY156" fmla="*/ 355895 h 389069"/>
                <a:gd name="connsiteX157" fmla="*/ 1530719 w 2915191"/>
                <a:gd name="connsiteY157" fmla="*/ 333202 h 389069"/>
                <a:gd name="connsiteX158" fmla="*/ 1540463 w 2915191"/>
                <a:gd name="connsiteY158" fmla="*/ 333502 h 389069"/>
                <a:gd name="connsiteX159" fmla="*/ 1550221 w 2915191"/>
                <a:gd name="connsiteY159" fmla="*/ 288047 h 389069"/>
                <a:gd name="connsiteX160" fmla="*/ 1559965 w 2915191"/>
                <a:gd name="connsiteY160" fmla="*/ 286968 h 389069"/>
                <a:gd name="connsiteX161" fmla="*/ 1569709 w 2915191"/>
                <a:gd name="connsiteY161" fmla="*/ 258761 h 389069"/>
                <a:gd name="connsiteX162" fmla="*/ 1579468 w 2915191"/>
                <a:gd name="connsiteY162" fmla="*/ 259977 h 389069"/>
                <a:gd name="connsiteX163" fmla="*/ 1589212 w 2915191"/>
                <a:gd name="connsiteY163" fmla="*/ 302203 h 389069"/>
                <a:gd name="connsiteX164" fmla="*/ 1598971 w 2915191"/>
                <a:gd name="connsiteY164" fmla="*/ 307819 h 389069"/>
                <a:gd name="connsiteX165" fmla="*/ 1608715 w 2915191"/>
                <a:gd name="connsiteY165" fmla="*/ 307232 h 389069"/>
                <a:gd name="connsiteX166" fmla="*/ 1618459 w 2915191"/>
                <a:gd name="connsiteY166" fmla="*/ 323260 h 389069"/>
                <a:gd name="connsiteX167" fmla="*/ 1628218 w 2915191"/>
                <a:gd name="connsiteY167" fmla="*/ 321623 h 389069"/>
                <a:gd name="connsiteX168" fmla="*/ 1637962 w 2915191"/>
                <a:gd name="connsiteY168" fmla="*/ 286539 h 389069"/>
                <a:gd name="connsiteX169" fmla="*/ 1647720 w 2915191"/>
                <a:gd name="connsiteY169" fmla="*/ 283009 h 389069"/>
                <a:gd name="connsiteX170" fmla="*/ 1657464 w 2915191"/>
                <a:gd name="connsiteY170" fmla="*/ 283259 h 389069"/>
                <a:gd name="connsiteX171" fmla="*/ 1667208 w 2915191"/>
                <a:gd name="connsiteY171" fmla="*/ 287610 h 389069"/>
                <a:gd name="connsiteX172" fmla="*/ 1676967 w 2915191"/>
                <a:gd name="connsiteY172" fmla="*/ 285847 h 389069"/>
                <a:gd name="connsiteX173" fmla="*/ 1686711 w 2915191"/>
                <a:gd name="connsiteY173" fmla="*/ 258943 h 389069"/>
                <a:gd name="connsiteX174" fmla="*/ 1696470 w 2915191"/>
                <a:gd name="connsiteY174" fmla="*/ 225721 h 389069"/>
                <a:gd name="connsiteX175" fmla="*/ 1706214 w 2915191"/>
                <a:gd name="connsiteY175" fmla="*/ 223295 h 389069"/>
                <a:gd name="connsiteX176" fmla="*/ 1715958 w 2915191"/>
                <a:gd name="connsiteY176" fmla="*/ 187139 h 389069"/>
                <a:gd name="connsiteX177" fmla="*/ 1725716 w 2915191"/>
                <a:gd name="connsiteY177" fmla="*/ 169993 h 389069"/>
                <a:gd name="connsiteX178" fmla="*/ 1735460 w 2915191"/>
                <a:gd name="connsiteY178" fmla="*/ 187827 h 389069"/>
                <a:gd name="connsiteX179" fmla="*/ 1745219 w 2915191"/>
                <a:gd name="connsiteY179" fmla="*/ 200056 h 389069"/>
                <a:gd name="connsiteX180" fmla="*/ 1754963 w 2915191"/>
                <a:gd name="connsiteY180" fmla="*/ 222147 h 389069"/>
                <a:gd name="connsiteX181" fmla="*/ 1764707 w 2915191"/>
                <a:gd name="connsiteY181" fmla="*/ 272630 h 389069"/>
                <a:gd name="connsiteX182" fmla="*/ 1774466 w 2915191"/>
                <a:gd name="connsiteY182" fmla="*/ 274658 h 389069"/>
                <a:gd name="connsiteX183" fmla="*/ 1784210 w 2915191"/>
                <a:gd name="connsiteY183" fmla="*/ 277911 h 389069"/>
                <a:gd name="connsiteX184" fmla="*/ 1793969 w 2915191"/>
                <a:gd name="connsiteY184" fmla="*/ 298544 h 389069"/>
                <a:gd name="connsiteX185" fmla="*/ 1803713 w 2915191"/>
                <a:gd name="connsiteY185" fmla="*/ 291402 h 389069"/>
                <a:gd name="connsiteX186" fmla="*/ 1813457 w 2915191"/>
                <a:gd name="connsiteY186" fmla="*/ 286816 h 389069"/>
                <a:gd name="connsiteX187" fmla="*/ 1823215 w 2915191"/>
                <a:gd name="connsiteY187" fmla="*/ 302119 h 389069"/>
                <a:gd name="connsiteX188" fmla="*/ 1832959 w 2915191"/>
                <a:gd name="connsiteY188" fmla="*/ 260340 h 389069"/>
                <a:gd name="connsiteX189" fmla="*/ 1842703 w 2915191"/>
                <a:gd name="connsiteY189" fmla="*/ 264959 h 389069"/>
                <a:gd name="connsiteX190" fmla="*/ 1852462 w 2915191"/>
                <a:gd name="connsiteY190" fmla="*/ 281737 h 389069"/>
                <a:gd name="connsiteX191" fmla="*/ 1862206 w 2915191"/>
                <a:gd name="connsiteY191" fmla="*/ 233638 h 389069"/>
                <a:gd name="connsiteX192" fmla="*/ 1871965 w 2915191"/>
                <a:gd name="connsiteY192" fmla="*/ 247362 h 389069"/>
                <a:gd name="connsiteX193" fmla="*/ 1881709 w 2915191"/>
                <a:gd name="connsiteY193" fmla="*/ 238706 h 389069"/>
                <a:gd name="connsiteX194" fmla="*/ 1891453 w 2915191"/>
                <a:gd name="connsiteY194" fmla="*/ 216563 h 389069"/>
                <a:gd name="connsiteX195" fmla="*/ 1901212 w 2915191"/>
                <a:gd name="connsiteY195" fmla="*/ 202996 h 389069"/>
                <a:gd name="connsiteX196" fmla="*/ 1910956 w 2915191"/>
                <a:gd name="connsiteY196" fmla="*/ 207133 h 389069"/>
                <a:gd name="connsiteX197" fmla="*/ 1920714 w 2915191"/>
                <a:gd name="connsiteY197" fmla="*/ 187302 h 389069"/>
                <a:gd name="connsiteX198" fmla="*/ 1930458 w 2915191"/>
                <a:gd name="connsiteY198" fmla="*/ 164126 h 389069"/>
                <a:gd name="connsiteX199" fmla="*/ 1940202 w 2915191"/>
                <a:gd name="connsiteY199" fmla="*/ 126688 h 389069"/>
                <a:gd name="connsiteX200" fmla="*/ 1949961 w 2915191"/>
                <a:gd name="connsiteY200" fmla="*/ 117003 h 389069"/>
                <a:gd name="connsiteX201" fmla="*/ 1959705 w 2915191"/>
                <a:gd name="connsiteY201" fmla="*/ 108760 h 389069"/>
                <a:gd name="connsiteX202" fmla="*/ 1969464 w 2915191"/>
                <a:gd name="connsiteY202" fmla="*/ 122133 h 389069"/>
                <a:gd name="connsiteX203" fmla="*/ 1979208 w 2915191"/>
                <a:gd name="connsiteY203" fmla="*/ 156512 h 389069"/>
                <a:gd name="connsiteX204" fmla="*/ 1988952 w 2915191"/>
                <a:gd name="connsiteY204" fmla="*/ 150292 h 389069"/>
                <a:gd name="connsiteX205" fmla="*/ 1998711 w 2915191"/>
                <a:gd name="connsiteY205" fmla="*/ 178289 h 389069"/>
                <a:gd name="connsiteX206" fmla="*/ 2008454 w 2915191"/>
                <a:gd name="connsiteY206" fmla="*/ 194453 h 389069"/>
                <a:gd name="connsiteX207" fmla="*/ 2018213 w 2915191"/>
                <a:gd name="connsiteY207" fmla="*/ 215536 h 389069"/>
                <a:gd name="connsiteX208" fmla="*/ 2027957 w 2915191"/>
                <a:gd name="connsiteY208" fmla="*/ 227019 h 389069"/>
                <a:gd name="connsiteX209" fmla="*/ 2037701 w 2915191"/>
                <a:gd name="connsiteY209" fmla="*/ 236790 h 389069"/>
                <a:gd name="connsiteX210" fmla="*/ 2047460 w 2915191"/>
                <a:gd name="connsiteY210" fmla="*/ 261952 h 389069"/>
                <a:gd name="connsiteX211" fmla="*/ 2057204 w 2915191"/>
                <a:gd name="connsiteY211" fmla="*/ 250334 h 389069"/>
                <a:gd name="connsiteX212" fmla="*/ 2066963 w 2915191"/>
                <a:gd name="connsiteY212" fmla="*/ 218091 h 389069"/>
                <a:gd name="connsiteX213" fmla="*/ 2076707 w 2915191"/>
                <a:gd name="connsiteY213" fmla="*/ 253448 h 389069"/>
                <a:gd name="connsiteX214" fmla="*/ 2086451 w 2915191"/>
                <a:gd name="connsiteY214" fmla="*/ 264885 h 389069"/>
                <a:gd name="connsiteX215" fmla="*/ 2096210 w 2915191"/>
                <a:gd name="connsiteY215" fmla="*/ 250753 h 389069"/>
                <a:gd name="connsiteX216" fmla="*/ 2105954 w 2915191"/>
                <a:gd name="connsiteY216" fmla="*/ 254980 h 389069"/>
                <a:gd name="connsiteX217" fmla="*/ 2115697 w 2915191"/>
                <a:gd name="connsiteY217" fmla="*/ 267933 h 389069"/>
                <a:gd name="connsiteX218" fmla="*/ 2125456 w 2915191"/>
                <a:gd name="connsiteY218" fmla="*/ 259589 h 389069"/>
                <a:gd name="connsiteX219" fmla="*/ 2135200 w 2915191"/>
                <a:gd name="connsiteY219" fmla="*/ 254446 h 389069"/>
                <a:gd name="connsiteX220" fmla="*/ 2144959 w 2915191"/>
                <a:gd name="connsiteY220" fmla="*/ 254171 h 389069"/>
                <a:gd name="connsiteX221" fmla="*/ 2154703 w 2915191"/>
                <a:gd name="connsiteY221" fmla="*/ 260979 h 389069"/>
                <a:gd name="connsiteX222" fmla="*/ 2164447 w 2915191"/>
                <a:gd name="connsiteY222" fmla="*/ 277897 h 389069"/>
                <a:gd name="connsiteX223" fmla="*/ 2174206 w 2915191"/>
                <a:gd name="connsiteY223" fmla="*/ 274165 h 389069"/>
                <a:gd name="connsiteX224" fmla="*/ 2183950 w 2915191"/>
                <a:gd name="connsiteY224" fmla="*/ 281615 h 389069"/>
                <a:gd name="connsiteX225" fmla="*/ 2193709 w 2915191"/>
                <a:gd name="connsiteY225" fmla="*/ 301795 h 389069"/>
                <a:gd name="connsiteX226" fmla="*/ 2203452 w 2915191"/>
                <a:gd name="connsiteY226" fmla="*/ 294829 h 389069"/>
                <a:gd name="connsiteX227" fmla="*/ 2213196 w 2915191"/>
                <a:gd name="connsiteY227" fmla="*/ 267256 h 389069"/>
                <a:gd name="connsiteX228" fmla="*/ 2222955 w 2915191"/>
                <a:gd name="connsiteY228" fmla="*/ 251806 h 389069"/>
                <a:gd name="connsiteX229" fmla="*/ 2232699 w 2915191"/>
                <a:gd name="connsiteY229" fmla="*/ 271951 h 389069"/>
                <a:gd name="connsiteX230" fmla="*/ 2242458 w 2915191"/>
                <a:gd name="connsiteY230" fmla="*/ 280053 h 389069"/>
                <a:gd name="connsiteX231" fmla="*/ 2252202 w 2915191"/>
                <a:gd name="connsiteY231" fmla="*/ 286987 h 389069"/>
                <a:gd name="connsiteX232" fmla="*/ 2261946 w 2915191"/>
                <a:gd name="connsiteY232" fmla="*/ 272340 h 389069"/>
                <a:gd name="connsiteX233" fmla="*/ 2271705 w 2915191"/>
                <a:gd name="connsiteY233" fmla="*/ 290552 h 389069"/>
                <a:gd name="connsiteX234" fmla="*/ 2281449 w 2915191"/>
                <a:gd name="connsiteY234" fmla="*/ 260948 h 389069"/>
                <a:gd name="connsiteX235" fmla="*/ 2291208 w 2915191"/>
                <a:gd name="connsiteY235" fmla="*/ 257267 h 389069"/>
                <a:gd name="connsiteX236" fmla="*/ 2300951 w 2915191"/>
                <a:gd name="connsiteY236" fmla="*/ 230264 h 389069"/>
                <a:gd name="connsiteX237" fmla="*/ 2310695 w 2915191"/>
                <a:gd name="connsiteY237" fmla="*/ 227653 h 389069"/>
                <a:gd name="connsiteX238" fmla="*/ 2320454 w 2915191"/>
                <a:gd name="connsiteY238" fmla="*/ 255589 h 389069"/>
                <a:gd name="connsiteX239" fmla="*/ 2330198 w 2915191"/>
                <a:gd name="connsiteY239" fmla="*/ 232978 h 389069"/>
                <a:gd name="connsiteX240" fmla="*/ 2339957 w 2915191"/>
                <a:gd name="connsiteY240" fmla="*/ 208316 h 389069"/>
                <a:gd name="connsiteX241" fmla="*/ 2349701 w 2915191"/>
                <a:gd name="connsiteY241" fmla="*/ 196597 h 389069"/>
                <a:gd name="connsiteX242" fmla="*/ 2359445 w 2915191"/>
                <a:gd name="connsiteY242" fmla="*/ 228895 h 389069"/>
                <a:gd name="connsiteX243" fmla="*/ 2369204 w 2915191"/>
                <a:gd name="connsiteY243" fmla="*/ 198128 h 389069"/>
                <a:gd name="connsiteX244" fmla="*/ 2378948 w 2915191"/>
                <a:gd name="connsiteY244" fmla="*/ 177730 h 389069"/>
                <a:gd name="connsiteX245" fmla="*/ 2388692 w 2915191"/>
                <a:gd name="connsiteY245" fmla="*/ 184794 h 389069"/>
                <a:gd name="connsiteX246" fmla="*/ 2398450 w 2915191"/>
                <a:gd name="connsiteY246" fmla="*/ 191733 h 389069"/>
                <a:gd name="connsiteX247" fmla="*/ 2408194 w 2915191"/>
                <a:gd name="connsiteY247" fmla="*/ 226438 h 389069"/>
                <a:gd name="connsiteX248" fmla="*/ 2417953 w 2915191"/>
                <a:gd name="connsiteY248" fmla="*/ 216381 h 389069"/>
                <a:gd name="connsiteX249" fmla="*/ 2427697 w 2915191"/>
                <a:gd name="connsiteY249" fmla="*/ 199710 h 389069"/>
                <a:gd name="connsiteX250" fmla="*/ 2437441 w 2915191"/>
                <a:gd name="connsiteY250" fmla="*/ 213674 h 389069"/>
                <a:gd name="connsiteX251" fmla="*/ 2447200 w 2915191"/>
                <a:gd name="connsiteY251" fmla="*/ 218340 h 389069"/>
                <a:gd name="connsiteX252" fmla="*/ 2456944 w 2915191"/>
                <a:gd name="connsiteY252" fmla="*/ 218227 h 389069"/>
                <a:gd name="connsiteX253" fmla="*/ 2466703 w 2915191"/>
                <a:gd name="connsiteY253" fmla="*/ 235969 h 389069"/>
                <a:gd name="connsiteX254" fmla="*/ 2476446 w 2915191"/>
                <a:gd name="connsiteY254" fmla="*/ 227370 h 389069"/>
                <a:gd name="connsiteX255" fmla="*/ 2486190 w 2915191"/>
                <a:gd name="connsiteY255" fmla="*/ 186233 h 389069"/>
                <a:gd name="connsiteX256" fmla="*/ 2495949 w 2915191"/>
                <a:gd name="connsiteY256" fmla="*/ 156757 h 389069"/>
                <a:gd name="connsiteX257" fmla="*/ 2505693 w 2915191"/>
                <a:gd name="connsiteY257" fmla="*/ 167111 h 389069"/>
                <a:gd name="connsiteX258" fmla="*/ 2515452 w 2915191"/>
                <a:gd name="connsiteY258" fmla="*/ 167916 h 389069"/>
                <a:gd name="connsiteX259" fmla="*/ 2525196 w 2915191"/>
                <a:gd name="connsiteY259" fmla="*/ 170091 h 389069"/>
                <a:gd name="connsiteX260" fmla="*/ 2534940 w 2915191"/>
                <a:gd name="connsiteY260" fmla="*/ 175815 h 389069"/>
                <a:gd name="connsiteX261" fmla="*/ 2544699 w 2915191"/>
                <a:gd name="connsiteY261" fmla="*/ 171760 h 389069"/>
                <a:gd name="connsiteX262" fmla="*/ 2554443 w 2915191"/>
                <a:gd name="connsiteY262" fmla="*/ 160969 h 389069"/>
                <a:gd name="connsiteX263" fmla="*/ 2564202 w 2915191"/>
                <a:gd name="connsiteY263" fmla="*/ 226925 h 389069"/>
                <a:gd name="connsiteX264" fmla="*/ 2573946 w 2915191"/>
                <a:gd name="connsiteY264" fmla="*/ 200995 h 389069"/>
                <a:gd name="connsiteX265" fmla="*/ 2583690 w 2915191"/>
                <a:gd name="connsiteY265" fmla="*/ 203018 h 389069"/>
                <a:gd name="connsiteX266" fmla="*/ 2593448 w 2915191"/>
                <a:gd name="connsiteY266" fmla="*/ 233659 h 389069"/>
                <a:gd name="connsiteX267" fmla="*/ 2603192 w 2915191"/>
                <a:gd name="connsiteY267" fmla="*/ 232634 h 389069"/>
                <a:gd name="connsiteX268" fmla="*/ 2612951 w 2915191"/>
                <a:gd name="connsiteY268" fmla="*/ 269503 h 389069"/>
                <a:gd name="connsiteX269" fmla="*/ 2622695 w 2915191"/>
                <a:gd name="connsiteY269" fmla="*/ 255604 h 389069"/>
                <a:gd name="connsiteX270" fmla="*/ 2632439 w 2915191"/>
                <a:gd name="connsiteY270" fmla="*/ 276506 h 389069"/>
                <a:gd name="connsiteX271" fmla="*/ 2642198 w 2915191"/>
                <a:gd name="connsiteY271" fmla="*/ 296095 h 389069"/>
                <a:gd name="connsiteX272" fmla="*/ 2651942 w 2915191"/>
                <a:gd name="connsiteY272" fmla="*/ 281275 h 389069"/>
                <a:gd name="connsiteX273" fmla="*/ 2661685 w 2915191"/>
                <a:gd name="connsiteY273" fmla="*/ 276902 h 389069"/>
                <a:gd name="connsiteX274" fmla="*/ 2671444 w 2915191"/>
                <a:gd name="connsiteY274" fmla="*/ 267048 h 389069"/>
                <a:gd name="connsiteX275" fmla="*/ 2681188 w 2915191"/>
                <a:gd name="connsiteY275" fmla="*/ 301694 h 389069"/>
                <a:gd name="connsiteX276" fmla="*/ 2690947 w 2915191"/>
                <a:gd name="connsiteY276" fmla="*/ 314161 h 389069"/>
                <a:gd name="connsiteX277" fmla="*/ 2700691 w 2915191"/>
                <a:gd name="connsiteY277" fmla="*/ 289687 h 389069"/>
                <a:gd name="connsiteX278" fmla="*/ 2710435 w 2915191"/>
                <a:gd name="connsiteY278" fmla="*/ 320651 h 389069"/>
                <a:gd name="connsiteX279" fmla="*/ 2720194 w 2915191"/>
                <a:gd name="connsiteY279" fmla="*/ 290783 h 389069"/>
                <a:gd name="connsiteX280" fmla="*/ 2729938 w 2915191"/>
                <a:gd name="connsiteY280" fmla="*/ 321867 h 389069"/>
                <a:gd name="connsiteX281" fmla="*/ 2739697 w 2915191"/>
                <a:gd name="connsiteY281" fmla="*/ 364660 h 389069"/>
                <a:gd name="connsiteX282" fmla="*/ 2749441 w 2915191"/>
                <a:gd name="connsiteY282" fmla="*/ 346666 h 389069"/>
                <a:gd name="connsiteX283" fmla="*/ 2759185 w 2915191"/>
                <a:gd name="connsiteY283" fmla="*/ 379687 h 389069"/>
                <a:gd name="connsiteX284" fmla="*/ 2768943 w 2915191"/>
                <a:gd name="connsiteY284" fmla="*/ 354112 h 389069"/>
                <a:gd name="connsiteX285" fmla="*/ 2778687 w 2915191"/>
                <a:gd name="connsiteY285" fmla="*/ 340329 h 389069"/>
                <a:gd name="connsiteX286" fmla="*/ 2788446 w 2915191"/>
                <a:gd name="connsiteY286" fmla="*/ 325458 h 389069"/>
                <a:gd name="connsiteX287" fmla="*/ 2798190 w 2915191"/>
                <a:gd name="connsiteY287" fmla="*/ 333780 h 389069"/>
                <a:gd name="connsiteX288" fmla="*/ 2807934 w 2915191"/>
                <a:gd name="connsiteY288" fmla="*/ 298918 h 389069"/>
                <a:gd name="connsiteX289" fmla="*/ 2817693 w 2915191"/>
                <a:gd name="connsiteY289" fmla="*/ 293023 h 389069"/>
                <a:gd name="connsiteX290" fmla="*/ 2827437 w 2915191"/>
                <a:gd name="connsiteY290" fmla="*/ 304464 h 389069"/>
                <a:gd name="connsiteX291" fmla="*/ 2837196 w 2915191"/>
                <a:gd name="connsiteY291" fmla="*/ 317448 h 389069"/>
                <a:gd name="connsiteX292" fmla="*/ 2846940 w 2915191"/>
                <a:gd name="connsiteY292" fmla="*/ 303348 h 389069"/>
                <a:gd name="connsiteX293" fmla="*/ 2856684 w 2915191"/>
                <a:gd name="connsiteY293" fmla="*/ 313749 h 389069"/>
                <a:gd name="connsiteX294" fmla="*/ 2866442 w 2915191"/>
                <a:gd name="connsiteY294" fmla="*/ 330836 h 389069"/>
                <a:gd name="connsiteX295" fmla="*/ 2876186 w 2915191"/>
                <a:gd name="connsiteY295" fmla="*/ 358268 h 389069"/>
                <a:gd name="connsiteX296" fmla="*/ 2885945 w 2915191"/>
                <a:gd name="connsiteY296" fmla="*/ 359974 h 389069"/>
                <a:gd name="connsiteX297" fmla="*/ 2895689 w 2915191"/>
                <a:gd name="connsiteY297" fmla="*/ 354225 h 389069"/>
                <a:gd name="connsiteX298" fmla="*/ 2905433 w 2915191"/>
                <a:gd name="connsiteY298" fmla="*/ 372799 h 389069"/>
                <a:gd name="connsiteX299" fmla="*/ 2915192 w 2915191"/>
                <a:gd name="connsiteY299" fmla="*/ 389069 h 389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89069">
                  <a:moveTo>
                    <a:pt x="0" y="16225"/>
                  </a:moveTo>
                  <a:lnTo>
                    <a:pt x="9750" y="9300"/>
                  </a:lnTo>
                  <a:lnTo>
                    <a:pt x="19500" y="32310"/>
                  </a:lnTo>
                  <a:lnTo>
                    <a:pt x="29250" y="70608"/>
                  </a:lnTo>
                  <a:lnTo>
                    <a:pt x="39000" y="54554"/>
                  </a:lnTo>
                  <a:lnTo>
                    <a:pt x="48749" y="19483"/>
                  </a:lnTo>
                  <a:lnTo>
                    <a:pt x="58499" y="23852"/>
                  </a:lnTo>
                  <a:lnTo>
                    <a:pt x="68249" y="6410"/>
                  </a:lnTo>
                  <a:lnTo>
                    <a:pt x="77998" y="0"/>
                  </a:lnTo>
                  <a:lnTo>
                    <a:pt x="87748" y="9565"/>
                  </a:lnTo>
                  <a:lnTo>
                    <a:pt x="97497" y="29758"/>
                  </a:lnTo>
                  <a:lnTo>
                    <a:pt x="107247" y="12403"/>
                  </a:lnTo>
                  <a:lnTo>
                    <a:pt x="116997" y="51604"/>
                  </a:lnTo>
                  <a:lnTo>
                    <a:pt x="126747" y="49097"/>
                  </a:lnTo>
                  <a:lnTo>
                    <a:pt x="136497" y="74988"/>
                  </a:lnTo>
                  <a:lnTo>
                    <a:pt x="146247" y="82438"/>
                  </a:lnTo>
                  <a:lnTo>
                    <a:pt x="155997" y="73486"/>
                  </a:lnTo>
                  <a:lnTo>
                    <a:pt x="165747" y="71965"/>
                  </a:lnTo>
                  <a:lnTo>
                    <a:pt x="175497" y="102310"/>
                  </a:lnTo>
                  <a:lnTo>
                    <a:pt x="185247" y="117587"/>
                  </a:lnTo>
                  <a:lnTo>
                    <a:pt x="194996" y="133009"/>
                  </a:lnTo>
                  <a:lnTo>
                    <a:pt x="204746" y="141619"/>
                  </a:lnTo>
                  <a:lnTo>
                    <a:pt x="214495" y="116242"/>
                  </a:lnTo>
                  <a:lnTo>
                    <a:pt x="224245" y="128131"/>
                  </a:lnTo>
                  <a:lnTo>
                    <a:pt x="233995" y="134842"/>
                  </a:lnTo>
                  <a:lnTo>
                    <a:pt x="243744" y="150234"/>
                  </a:lnTo>
                  <a:lnTo>
                    <a:pt x="253494" y="136692"/>
                  </a:lnTo>
                  <a:lnTo>
                    <a:pt x="263244" y="124897"/>
                  </a:lnTo>
                  <a:lnTo>
                    <a:pt x="272994" y="145690"/>
                  </a:lnTo>
                  <a:lnTo>
                    <a:pt x="282744" y="162307"/>
                  </a:lnTo>
                  <a:lnTo>
                    <a:pt x="292494" y="168539"/>
                  </a:lnTo>
                  <a:lnTo>
                    <a:pt x="302244" y="168323"/>
                  </a:lnTo>
                  <a:lnTo>
                    <a:pt x="311994" y="153638"/>
                  </a:lnTo>
                  <a:lnTo>
                    <a:pt x="321744" y="139320"/>
                  </a:lnTo>
                  <a:lnTo>
                    <a:pt x="331493" y="128626"/>
                  </a:lnTo>
                  <a:lnTo>
                    <a:pt x="341243" y="134687"/>
                  </a:lnTo>
                  <a:lnTo>
                    <a:pt x="350993" y="124304"/>
                  </a:lnTo>
                  <a:lnTo>
                    <a:pt x="360742" y="122659"/>
                  </a:lnTo>
                  <a:lnTo>
                    <a:pt x="370492" y="138936"/>
                  </a:lnTo>
                  <a:lnTo>
                    <a:pt x="380241" y="104057"/>
                  </a:lnTo>
                  <a:lnTo>
                    <a:pt x="389991" y="117614"/>
                  </a:lnTo>
                  <a:lnTo>
                    <a:pt x="399741" y="111145"/>
                  </a:lnTo>
                  <a:lnTo>
                    <a:pt x="409491" y="106023"/>
                  </a:lnTo>
                  <a:lnTo>
                    <a:pt x="419241" y="122528"/>
                  </a:lnTo>
                  <a:lnTo>
                    <a:pt x="428991" y="108259"/>
                  </a:lnTo>
                  <a:lnTo>
                    <a:pt x="438741" y="104977"/>
                  </a:lnTo>
                  <a:lnTo>
                    <a:pt x="448491" y="97146"/>
                  </a:lnTo>
                  <a:lnTo>
                    <a:pt x="458241" y="101714"/>
                  </a:lnTo>
                  <a:lnTo>
                    <a:pt x="467991" y="103435"/>
                  </a:lnTo>
                  <a:lnTo>
                    <a:pt x="477740" y="112343"/>
                  </a:lnTo>
                  <a:lnTo>
                    <a:pt x="487490" y="72945"/>
                  </a:lnTo>
                  <a:lnTo>
                    <a:pt x="497239" y="59273"/>
                  </a:lnTo>
                  <a:lnTo>
                    <a:pt x="506989" y="71706"/>
                  </a:lnTo>
                  <a:lnTo>
                    <a:pt x="516738" y="77715"/>
                  </a:lnTo>
                  <a:lnTo>
                    <a:pt x="526488" y="64362"/>
                  </a:lnTo>
                  <a:lnTo>
                    <a:pt x="536238" y="102696"/>
                  </a:lnTo>
                  <a:lnTo>
                    <a:pt x="545988" y="124065"/>
                  </a:lnTo>
                  <a:lnTo>
                    <a:pt x="555738" y="114718"/>
                  </a:lnTo>
                  <a:lnTo>
                    <a:pt x="565488" y="103980"/>
                  </a:lnTo>
                  <a:lnTo>
                    <a:pt x="575238" y="77132"/>
                  </a:lnTo>
                  <a:lnTo>
                    <a:pt x="584988" y="30255"/>
                  </a:lnTo>
                  <a:lnTo>
                    <a:pt x="594738" y="33018"/>
                  </a:lnTo>
                  <a:lnTo>
                    <a:pt x="604488" y="41185"/>
                  </a:lnTo>
                  <a:lnTo>
                    <a:pt x="614237" y="47638"/>
                  </a:lnTo>
                  <a:lnTo>
                    <a:pt x="623987" y="5787"/>
                  </a:lnTo>
                  <a:lnTo>
                    <a:pt x="633736" y="17435"/>
                  </a:lnTo>
                  <a:lnTo>
                    <a:pt x="643486" y="5878"/>
                  </a:lnTo>
                  <a:lnTo>
                    <a:pt x="653236" y="16636"/>
                  </a:lnTo>
                  <a:lnTo>
                    <a:pt x="662985" y="55442"/>
                  </a:lnTo>
                  <a:lnTo>
                    <a:pt x="672735" y="65956"/>
                  </a:lnTo>
                  <a:lnTo>
                    <a:pt x="682485" y="51483"/>
                  </a:lnTo>
                  <a:lnTo>
                    <a:pt x="692235" y="79707"/>
                  </a:lnTo>
                  <a:lnTo>
                    <a:pt x="701985" y="64916"/>
                  </a:lnTo>
                  <a:lnTo>
                    <a:pt x="711735" y="60323"/>
                  </a:lnTo>
                  <a:lnTo>
                    <a:pt x="721485" y="67555"/>
                  </a:lnTo>
                  <a:lnTo>
                    <a:pt x="731235" y="77978"/>
                  </a:lnTo>
                  <a:lnTo>
                    <a:pt x="740985" y="86603"/>
                  </a:lnTo>
                  <a:lnTo>
                    <a:pt x="750734" y="73504"/>
                  </a:lnTo>
                  <a:lnTo>
                    <a:pt x="760484" y="77405"/>
                  </a:lnTo>
                  <a:lnTo>
                    <a:pt x="770233" y="98904"/>
                  </a:lnTo>
                  <a:lnTo>
                    <a:pt x="779983" y="130371"/>
                  </a:lnTo>
                  <a:lnTo>
                    <a:pt x="789733" y="147564"/>
                  </a:lnTo>
                  <a:lnTo>
                    <a:pt x="799482" y="185586"/>
                  </a:lnTo>
                  <a:lnTo>
                    <a:pt x="809232" y="185373"/>
                  </a:lnTo>
                  <a:lnTo>
                    <a:pt x="818982" y="186851"/>
                  </a:lnTo>
                  <a:lnTo>
                    <a:pt x="828732" y="191194"/>
                  </a:lnTo>
                  <a:lnTo>
                    <a:pt x="838482" y="214454"/>
                  </a:lnTo>
                  <a:lnTo>
                    <a:pt x="848232" y="192820"/>
                  </a:lnTo>
                  <a:lnTo>
                    <a:pt x="857982" y="204126"/>
                  </a:lnTo>
                  <a:lnTo>
                    <a:pt x="867732" y="184311"/>
                  </a:lnTo>
                  <a:lnTo>
                    <a:pt x="877482" y="189968"/>
                  </a:lnTo>
                  <a:lnTo>
                    <a:pt x="887231" y="221958"/>
                  </a:lnTo>
                  <a:lnTo>
                    <a:pt x="896981" y="239011"/>
                  </a:lnTo>
                  <a:lnTo>
                    <a:pt x="906730" y="286774"/>
                  </a:lnTo>
                  <a:lnTo>
                    <a:pt x="916480" y="269505"/>
                  </a:lnTo>
                  <a:lnTo>
                    <a:pt x="926230" y="274844"/>
                  </a:lnTo>
                  <a:lnTo>
                    <a:pt x="935979" y="282291"/>
                  </a:lnTo>
                  <a:lnTo>
                    <a:pt x="945729" y="313592"/>
                  </a:lnTo>
                  <a:lnTo>
                    <a:pt x="955479" y="335708"/>
                  </a:lnTo>
                  <a:lnTo>
                    <a:pt x="965229" y="345863"/>
                  </a:lnTo>
                  <a:lnTo>
                    <a:pt x="974979" y="350202"/>
                  </a:lnTo>
                  <a:lnTo>
                    <a:pt x="984729" y="319205"/>
                  </a:lnTo>
                  <a:lnTo>
                    <a:pt x="994474" y="326541"/>
                  </a:lnTo>
                  <a:lnTo>
                    <a:pt x="1004233" y="317302"/>
                  </a:lnTo>
                  <a:lnTo>
                    <a:pt x="1013977" y="312552"/>
                  </a:lnTo>
                  <a:lnTo>
                    <a:pt x="1023721" y="264302"/>
                  </a:lnTo>
                  <a:lnTo>
                    <a:pt x="1033480" y="271805"/>
                  </a:lnTo>
                  <a:lnTo>
                    <a:pt x="1043224" y="258789"/>
                  </a:lnTo>
                  <a:lnTo>
                    <a:pt x="1052983" y="250202"/>
                  </a:lnTo>
                  <a:lnTo>
                    <a:pt x="1062727" y="229058"/>
                  </a:lnTo>
                  <a:lnTo>
                    <a:pt x="1072471" y="260968"/>
                  </a:lnTo>
                  <a:lnTo>
                    <a:pt x="1082230" y="277559"/>
                  </a:lnTo>
                  <a:lnTo>
                    <a:pt x="1091973" y="292604"/>
                  </a:lnTo>
                  <a:lnTo>
                    <a:pt x="1101732" y="328116"/>
                  </a:lnTo>
                  <a:lnTo>
                    <a:pt x="1111476" y="313571"/>
                  </a:lnTo>
                  <a:lnTo>
                    <a:pt x="1121220" y="300937"/>
                  </a:lnTo>
                  <a:lnTo>
                    <a:pt x="1130979" y="296418"/>
                  </a:lnTo>
                  <a:lnTo>
                    <a:pt x="1140723" y="295854"/>
                  </a:lnTo>
                  <a:lnTo>
                    <a:pt x="1150482" y="246437"/>
                  </a:lnTo>
                  <a:lnTo>
                    <a:pt x="1160226" y="233898"/>
                  </a:lnTo>
                  <a:lnTo>
                    <a:pt x="1169969" y="252247"/>
                  </a:lnTo>
                  <a:lnTo>
                    <a:pt x="1179728" y="249521"/>
                  </a:lnTo>
                  <a:lnTo>
                    <a:pt x="1189472" y="269371"/>
                  </a:lnTo>
                  <a:lnTo>
                    <a:pt x="1199231" y="278028"/>
                  </a:lnTo>
                  <a:lnTo>
                    <a:pt x="1208975" y="313513"/>
                  </a:lnTo>
                  <a:lnTo>
                    <a:pt x="1218719" y="320890"/>
                  </a:lnTo>
                  <a:lnTo>
                    <a:pt x="1228478" y="351866"/>
                  </a:lnTo>
                  <a:lnTo>
                    <a:pt x="1238222" y="317530"/>
                  </a:lnTo>
                  <a:lnTo>
                    <a:pt x="1247966" y="307362"/>
                  </a:lnTo>
                  <a:lnTo>
                    <a:pt x="1257725" y="306330"/>
                  </a:lnTo>
                  <a:lnTo>
                    <a:pt x="1267469" y="304701"/>
                  </a:lnTo>
                  <a:lnTo>
                    <a:pt x="1277227" y="341887"/>
                  </a:lnTo>
                  <a:lnTo>
                    <a:pt x="1286971" y="346080"/>
                  </a:lnTo>
                  <a:lnTo>
                    <a:pt x="1296715" y="336707"/>
                  </a:lnTo>
                  <a:lnTo>
                    <a:pt x="1306474" y="344950"/>
                  </a:lnTo>
                  <a:lnTo>
                    <a:pt x="1316218" y="332365"/>
                  </a:lnTo>
                  <a:lnTo>
                    <a:pt x="1325977" y="305010"/>
                  </a:lnTo>
                  <a:lnTo>
                    <a:pt x="1335721" y="342359"/>
                  </a:lnTo>
                  <a:lnTo>
                    <a:pt x="1345465" y="343733"/>
                  </a:lnTo>
                  <a:lnTo>
                    <a:pt x="1355224" y="339241"/>
                  </a:lnTo>
                  <a:lnTo>
                    <a:pt x="1364967" y="349426"/>
                  </a:lnTo>
                  <a:lnTo>
                    <a:pt x="1374726" y="331084"/>
                  </a:lnTo>
                  <a:lnTo>
                    <a:pt x="1384470" y="325663"/>
                  </a:lnTo>
                  <a:lnTo>
                    <a:pt x="1394214" y="337283"/>
                  </a:lnTo>
                  <a:lnTo>
                    <a:pt x="1403973" y="319252"/>
                  </a:lnTo>
                  <a:lnTo>
                    <a:pt x="1413717" y="345896"/>
                  </a:lnTo>
                  <a:lnTo>
                    <a:pt x="1423476" y="362826"/>
                  </a:lnTo>
                  <a:lnTo>
                    <a:pt x="1433220" y="373197"/>
                  </a:lnTo>
                  <a:lnTo>
                    <a:pt x="1442964" y="356430"/>
                  </a:lnTo>
                  <a:lnTo>
                    <a:pt x="1452722" y="361683"/>
                  </a:lnTo>
                  <a:lnTo>
                    <a:pt x="1462466" y="364229"/>
                  </a:lnTo>
                  <a:lnTo>
                    <a:pt x="1472225" y="376186"/>
                  </a:lnTo>
                  <a:lnTo>
                    <a:pt x="1481969" y="366293"/>
                  </a:lnTo>
                  <a:lnTo>
                    <a:pt x="1491713" y="338116"/>
                  </a:lnTo>
                  <a:lnTo>
                    <a:pt x="1501472" y="344879"/>
                  </a:lnTo>
                  <a:lnTo>
                    <a:pt x="1511216" y="349393"/>
                  </a:lnTo>
                  <a:lnTo>
                    <a:pt x="1520960" y="355895"/>
                  </a:lnTo>
                  <a:lnTo>
                    <a:pt x="1530719" y="333202"/>
                  </a:lnTo>
                  <a:lnTo>
                    <a:pt x="1540463" y="333502"/>
                  </a:lnTo>
                  <a:lnTo>
                    <a:pt x="1550221" y="288047"/>
                  </a:lnTo>
                  <a:lnTo>
                    <a:pt x="1559965" y="286968"/>
                  </a:lnTo>
                  <a:lnTo>
                    <a:pt x="1569709" y="258761"/>
                  </a:lnTo>
                  <a:lnTo>
                    <a:pt x="1579468" y="259977"/>
                  </a:lnTo>
                  <a:lnTo>
                    <a:pt x="1589212" y="302203"/>
                  </a:lnTo>
                  <a:lnTo>
                    <a:pt x="1598971" y="307819"/>
                  </a:lnTo>
                  <a:lnTo>
                    <a:pt x="1608715" y="307232"/>
                  </a:lnTo>
                  <a:lnTo>
                    <a:pt x="1618459" y="323260"/>
                  </a:lnTo>
                  <a:lnTo>
                    <a:pt x="1628218" y="321623"/>
                  </a:lnTo>
                  <a:lnTo>
                    <a:pt x="1637962" y="286539"/>
                  </a:lnTo>
                  <a:lnTo>
                    <a:pt x="1647720" y="283009"/>
                  </a:lnTo>
                  <a:lnTo>
                    <a:pt x="1657464" y="283259"/>
                  </a:lnTo>
                  <a:lnTo>
                    <a:pt x="1667208" y="287610"/>
                  </a:lnTo>
                  <a:lnTo>
                    <a:pt x="1676967" y="285847"/>
                  </a:lnTo>
                  <a:lnTo>
                    <a:pt x="1686711" y="258943"/>
                  </a:lnTo>
                  <a:lnTo>
                    <a:pt x="1696470" y="225721"/>
                  </a:lnTo>
                  <a:lnTo>
                    <a:pt x="1706214" y="223295"/>
                  </a:lnTo>
                  <a:lnTo>
                    <a:pt x="1715958" y="187139"/>
                  </a:lnTo>
                  <a:lnTo>
                    <a:pt x="1725716" y="169993"/>
                  </a:lnTo>
                  <a:lnTo>
                    <a:pt x="1735460" y="187827"/>
                  </a:lnTo>
                  <a:lnTo>
                    <a:pt x="1745219" y="200056"/>
                  </a:lnTo>
                  <a:lnTo>
                    <a:pt x="1754963" y="222147"/>
                  </a:lnTo>
                  <a:lnTo>
                    <a:pt x="1764707" y="272630"/>
                  </a:lnTo>
                  <a:lnTo>
                    <a:pt x="1774466" y="274658"/>
                  </a:lnTo>
                  <a:lnTo>
                    <a:pt x="1784210" y="277911"/>
                  </a:lnTo>
                  <a:lnTo>
                    <a:pt x="1793969" y="298544"/>
                  </a:lnTo>
                  <a:lnTo>
                    <a:pt x="1803713" y="291402"/>
                  </a:lnTo>
                  <a:lnTo>
                    <a:pt x="1813457" y="286816"/>
                  </a:lnTo>
                  <a:lnTo>
                    <a:pt x="1823215" y="302119"/>
                  </a:lnTo>
                  <a:lnTo>
                    <a:pt x="1832959" y="260340"/>
                  </a:lnTo>
                  <a:lnTo>
                    <a:pt x="1842703" y="264959"/>
                  </a:lnTo>
                  <a:lnTo>
                    <a:pt x="1852462" y="281737"/>
                  </a:lnTo>
                  <a:lnTo>
                    <a:pt x="1862206" y="233638"/>
                  </a:lnTo>
                  <a:lnTo>
                    <a:pt x="1871965" y="247362"/>
                  </a:lnTo>
                  <a:lnTo>
                    <a:pt x="1881709" y="238706"/>
                  </a:lnTo>
                  <a:lnTo>
                    <a:pt x="1891453" y="216563"/>
                  </a:lnTo>
                  <a:lnTo>
                    <a:pt x="1901212" y="202996"/>
                  </a:lnTo>
                  <a:lnTo>
                    <a:pt x="1910956" y="207133"/>
                  </a:lnTo>
                  <a:lnTo>
                    <a:pt x="1920714" y="187302"/>
                  </a:lnTo>
                  <a:lnTo>
                    <a:pt x="1930458" y="164126"/>
                  </a:lnTo>
                  <a:lnTo>
                    <a:pt x="1940202" y="126688"/>
                  </a:lnTo>
                  <a:lnTo>
                    <a:pt x="1949961" y="117003"/>
                  </a:lnTo>
                  <a:lnTo>
                    <a:pt x="1959705" y="108760"/>
                  </a:lnTo>
                  <a:lnTo>
                    <a:pt x="1969464" y="122133"/>
                  </a:lnTo>
                  <a:lnTo>
                    <a:pt x="1979208" y="156512"/>
                  </a:lnTo>
                  <a:lnTo>
                    <a:pt x="1988952" y="150292"/>
                  </a:lnTo>
                  <a:lnTo>
                    <a:pt x="1998711" y="178289"/>
                  </a:lnTo>
                  <a:lnTo>
                    <a:pt x="2008454" y="194453"/>
                  </a:lnTo>
                  <a:lnTo>
                    <a:pt x="2018213" y="215536"/>
                  </a:lnTo>
                  <a:lnTo>
                    <a:pt x="2027957" y="227019"/>
                  </a:lnTo>
                  <a:lnTo>
                    <a:pt x="2037701" y="236790"/>
                  </a:lnTo>
                  <a:lnTo>
                    <a:pt x="2047460" y="261952"/>
                  </a:lnTo>
                  <a:lnTo>
                    <a:pt x="2057204" y="250334"/>
                  </a:lnTo>
                  <a:lnTo>
                    <a:pt x="2066963" y="218091"/>
                  </a:lnTo>
                  <a:lnTo>
                    <a:pt x="2076707" y="253448"/>
                  </a:lnTo>
                  <a:lnTo>
                    <a:pt x="2086451" y="264885"/>
                  </a:lnTo>
                  <a:lnTo>
                    <a:pt x="2096210" y="250753"/>
                  </a:lnTo>
                  <a:lnTo>
                    <a:pt x="2105954" y="254980"/>
                  </a:lnTo>
                  <a:lnTo>
                    <a:pt x="2115697" y="267933"/>
                  </a:lnTo>
                  <a:lnTo>
                    <a:pt x="2125456" y="259589"/>
                  </a:lnTo>
                  <a:lnTo>
                    <a:pt x="2135200" y="254446"/>
                  </a:lnTo>
                  <a:lnTo>
                    <a:pt x="2144959" y="254171"/>
                  </a:lnTo>
                  <a:lnTo>
                    <a:pt x="2154703" y="260979"/>
                  </a:lnTo>
                  <a:lnTo>
                    <a:pt x="2164447" y="277897"/>
                  </a:lnTo>
                  <a:lnTo>
                    <a:pt x="2174206" y="274165"/>
                  </a:lnTo>
                  <a:lnTo>
                    <a:pt x="2183950" y="281615"/>
                  </a:lnTo>
                  <a:lnTo>
                    <a:pt x="2193709" y="301795"/>
                  </a:lnTo>
                  <a:lnTo>
                    <a:pt x="2203452" y="294829"/>
                  </a:lnTo>
                  <a:lnTo>
                    <a:pt x="2213196" y="267256"/>
                  </a:lnTo>
                  <a:lnTo>
                    <a:pt x="2222955" y="251806"/>
                  </a:lnTo>
                  <a:lnTo>
                    <a:pt x="2232699" y="271951"/>
                  </a:lnTo>
                  <a:lnTo>
                    <a:pt x="2242458" y="280053"/>
                  </a:lnTo>
                  <a:lnTo>
                    <a:pt x="2252202" y="286987"/>
                  </a:lnTo>
                  <a:lnTo>
                    <a:pt x="2261946" y="272340"/>
                  </a:lnTo>
                  <a:lnTo>
                    <a:pt x="2271705" y="290552"/>
                  </a:lnTo>
                  <a:lnTo>
                    <a:pt x="2281449" y="260948"/>
                  </a:lnTo>
                  <a:lnTo>
                    <a:pt x="2291208" y="257267"/>
                  </a:lnTo>
                  <a:lnTo>
                    <a:pt x="2300951" y="230264"/>
                  </a:lnTo>
                  <a:lnTo>
                    <a:pt x="2310695" y="227653"/>
                  </a:lnTo>
                  <a:lnTo>
                    <a:pt x="2320454" y="255589"/>
                  </a:lnTo>
                  <a:lnTo>
                    <a:pt x="2330198" y="232978"/>
                  </a:lnTo>
                  <a:lnTo>
                    <a:pt x="2339957" y="208316"/>
                  </a:lnTo>
                  <a:lnTo>
                    <a:pt x="2349701" y="196597"/>
                  </a:lnTo>
                  <a:lnTo>
                    <a:pt x="2359445" y="228895"/>
                  </a:lnTo>
                  <a:lnTo>
                    <a:pt x="2369204" y="198128"/>
                  </a:lnTo>
                  <a:lnTo>
                    <a:pt x="2378948" y="177730"/>
                  </a:lnTo>
                  <a:lnTo>
                    <a:pt x="2388692" y="184794"/>
                  </a:lnTo>
                  <a:lnTo>
                    <a:pt x="2398450" y="191733"/>
                  </a:lnTo>
                  <a:lnTo>
                    <a:pt x="2408194" y="226438"/>
                  </a:lnTo>
                  <a:lnTo>
                    <a:pt x="2417953" y="216381"/>
                  </a:lnTo>
                  <a:lnTo>
                    <a:pt x="2427697" y="199710"/>
                  </a:lnTo>
                  <a:lnTo>
                    <a:pt x="2437441" y="213674"/>
                  </a:lnTo>
                  <a:lnTo>
                    <a:pt x="2447200" y="218340"/>
                  </a:lnTo>
                  <a:lnTo>
                    <a:pt x="2456944" y="218227"/>
                  </a:lnTo>
                  <a:lnTo>
                    <a:pt x="2466703" y="235969"/>
                  </a:lnTo>
                  <a:lnTo>
                    <a:pt x="2476446" y="227370"/>
                  </a:lnTo>
                  <a:lnTo>
                    <a:pt x="2486190" y="186233"/>
                  </a:lnTo>
                  <a:lnTo>
                    <a:pt x="2495949" y="156757"/>
                  </a:lnTo>
                  <a:lnTo>
                    <a:pt x="2505693" y="167111"/>
                  </a:lnTo>
                  <a:lnTo>
                    <a:pt x="2515452" y="167916"/>
                  </a:lnTo>
                  <a:lnTo>
                    <a:pt x="2525196" y="170091"/>
                  </a:lnTo>
                  <a:lnTo>
                    <a:pt x="2534940" y="175815"/>
                  </a:lnTo>
                  <a:lnTo>
                    <a:pt x="2544699" y="171760"/>
                  </a:lnTo>
                  <a:lnTo>
                    <a:pt x="2554443" y="160969"/>
                  </a:lnTo>
                  <a:lnTo>
                    <a:pt x="2564202" y="226925"/>
                  </a:lnTo>
                  <a:lnTo>
                    <a:pt x="2573946" y="200995"/>
                  </a:lnTo>
                  <a:lnTo>
                    <a:pt x="2583690" y="203018"/>
                  </a:lnTo>
                  <a:lnTo>
                    <a:pt x="2593448" y="233659"/>
                  </a:lnTo>
                  <a:lnTo>
                    <a:pt x="2603192" y="232634"/>
                  </a:lnTo>
                  <a:lnTo>
                    <a:pt x="2612951" y="269503"/>
                  </a:lnTo>
                  <a:lnTo>
                    <a:pt x="2622695" y="255604"/>
                  </a:lnTo>
                  <a:lnTo>
                    <a:pt x="2632439" y="276506"/>
                  </a:lnTo>
                  <a:lnTo>
                    <a:pt x="2642198" y="296095"/>
                  </a:lnTo>
                  <a:lnTo>
                    <a:pt x="2651942" y="281275"/>
                  </a:lnTo>
                  <a:lnTo>
                    <a:pt x="2661685" y="276902"/>
                  </a:lnTo>
                  <a:lnTo>
                    <a:pt x="2671444" y="267048"/>
                  </a:lnTo>
                  <a:lnTo>
                    <a:pt x="2681188" y="301694"/>
                  </a:lnTo>
                  <a:lnTo>
                    <a:pt x="2690947" y="314161"/>
                  </a:lnTo>
                  <a:lnTo>
                    <a:pt x="2700691" y="289687"/>
                  </a:lnTo>
                  <a:lnTo>
                    <a:pt x="2710435" y="320651"/>
                  </a:lnTo>
                  <a:lnTo>
                    <a:pt x="2720194" y="290783"/>
                  </a:lnTo>
                  <a:lnTo>
                    <a:pt x="2729938" y="321867"/>
                  </a:lnTo>
                  <a:lnTo>
                    <a:pt x="2739697" y="364660"/>
                  </a:lnTo>
                  <a:lnTo>
                    <a:pt x="2749441" y="346666"/>
                  </a:lnTo>
                  <a:lnTo>
                    <a:pt x="2759185" y="379687"/>
                  </a:lnTo>
                  <a:lnTo>
                    <a:pt x="2768943" y="354112"/>
                  </a:lnTo>
                  <a:lnTo>
                    <a:pt x="2778687" y="340329"/>
                  </a:lnTo>
                  <a:lnTo>
                    <a:pt x="2788446" y="325458"/>
                  </a:lnTo>
                  <a:lnTo>
                    <a:pt x="2798190" y="333780"/>
                  </a:lnTo>
                  <a:lnTo>
                    <a:pt x="2807934" y="298918"/>
                  </a:lnTo>
                  <a:lnTo>
                    <a:pt x="2817693" y="293023"/>
                  </a:lnTo>
                  <a:lnTo>
                    <a:pt x="2827437" y="304464"/>
                  </a:lnTo>
                  <a:lnTo>
                    <a:pt x="2837196" y="317448"/>
                  </a:lnTo>
                  <a:lnTo>
                    <a:pt x="2846940" y="303348"/>
                  </a:lnTo>
                  <a:lnTo>
                    <a:pt x="2856684" y="313749"/>
                  </a:lnTo>
                  <a:lnTo>
                    <a:pt x="2866442" y="330836"/>
                  </a:lnTo>
                  <a:lnTo>
                    <a:pt x="2876186" y="358268"/>
                  </a:lnTo>
                  <a:lnTo>
                    <a:pt x="2885945" y="359974"/>
                  </a:lnTo>
                  <a:lnTo>
                    <a:pt x="2895689" y="354225"/>
                  </a:lnTo>
                  <a:lnTo>
                    <a:pt x="2905433" y="372799"/>
                  </a:lnTo>
                  <a:lnTo>
                    <a:pt x="2915192" y="38906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7" name="Freeform 1146">
              <a:extLst>
                <a:ext uri="{FF2B5EF4-FFF2-40B4-BE49-F238E27FC236}">
                  <a16:creationId xmlns:a16="http://schemas.microsoft.com/office/drawing/2014/main" id="{BDE12253-2941-0FD0-EFAF-D382CC671749}"/>
                </a:ext>
              </a:extLst>
            </p:cNvPr>
            <p:cNvSpPr/>
            <p:nvPr/>
          </p:nvSpPr>
          <p:spPr>
            <a:xfrm>
              <a:off x="4426652" y="3281157"/>
              <a:ext cx="2915191" cy="361738"/>
            </a:xfrm>
            <a:custGeom>
              <a:avLst/>
              <a:gdLst>
                <a:gd name="connsiteX0" fmla="*/ 0 w 2915191"/>
                <a:gd name="connsiteY0" fmla="*/ 203761 h 361738"/>
                <a:gd name="connsiteX1" fmla="*/ 9750 w 2915191"/>
                <a:gd name="connsiteY1" fmla="*/ 194128 h 361738"/>
                <a:gd name="connsiteX2" fmla="*/ 19500 w 2915191"/>
                <a:gd name="connsiteY2" fmla="*/ 179267 h 361738"/>
                <a:gd name="connsiteX3" fmla="*/ 29250 w 2915191"/>
                <a:gd name="connsiteY3" fmla="*/ 126409 h 361738"/>
                <a:gd name="connsiteX4" fmla="*/ 39000 w 2915191"/>
                <a:gd name="connsiteY4" fmla="*/ 98473 h 361738"/>
                <a:gd name="connsiteX5" fmla="*/ 48749 w 2915191"/>
                <a:gd name="connsiteY5" fmla="*/ 99099 h 361738"/>
                <a:gd name="connsiteX6" fmla="*/ 58499 w 2915191"/>
                <a:gd name="connsiteY6" fmla="*/ 124624 h 361738"/>
                <a:gd name="connsiteX7" fmla="*/ 68249 w 2915191"/>
                <a:gd name="connsiteY7" fmla="*/ 140566 h 361738"/>
                <a:gd name="connsiteX8" fmla="*/ 77998 w 2915191"/>
                <a:gd name="connsiteY8" fmla="*/ 106261 h 361738"/>
                <a:gd name="connsiteX9" fmla="*/ 87748 w 2915191"/>
                <a:gd name="connsiteY9" fmla="*/ 79041 h 361738"/>
                <a:gd name="connsiteX10" fmla="*/ 97497 w 2915191"/>
                <a:gd name="connsiteY10" fmla="*/ 92231 h 361738"/>
                <a:gd name="connsiteX11" fmla="*/ 107247 w 2915191"/>
                <a:gd name="connsiteY11" fmla="*/ 103462 h 361738"/>
                <a:gd name="connsiteX12" fmla="*/ 116997 w 2915191"/>
                <a:gd name="connsiteY12" fmla="*/ 92237 h 361738"/>
                <a:gd name="connsiteX13" fmla="*/ 126747 w 2915191"/>
                <a:gd name="connsiteY13" fmla="*/ 83829 h 361738"/>
                <a:gd name="connsiteX14" fmla="*/ 136497 w 2915191"/>
                <a:gd name="connsiteY14" fmla="*/ 116021 h 361738"/>
                <a:gd name="connsiteX15" fmla="*/ 146247 w 2915191"/>
                <a:gd name="connsiteY15" fmla="*/ 111714 h 361738"/>
                <a:gd name="connsiteX16" fmla="*/ 155997 w 2915191"/>
                <a:gd name="connsiteY16" fmla="*/ 121561 h 361738"/>
                <a:gd name="connsiteX17" fmla="*/ 165747 w 2915191"/>
                <a:gd name="connsiteY17" fmla="*/ 138568 h 361738"/>
                <a:gd name="connsiteX18" fmla="*/ 175497 w 2915191"/>
                <a:gd name="connsiteY18" fmla="*/ 141576 h 361738"/>
                <a:gd name="connsiteX19" fmla="*/ 185247 w 2915191"/>
                <a:gd name="connsiteY19" fmla="*/ 178068 h 361738"/>
                <a:gd name="connsiteX20" fmla="*/ 194996 w 2915191"/>
                <a:gd name="connsiteY20" fmla="*/ 179945 h 361738"/>
                <a:gd name="connsiteX21" fmla="*/ 204746 w 2915191"/>
                <a:gd name="connsiteY21" fmla="*/ 187966 h 361738"/>
                <a:gd name="connsiteX22" fmla="*/ 214495 w 2915191"/>
                <a:gd name="connsiteY22" fmla="*/ 172937 h 361738"/>
                <a:gd name="connsiteX23" fmla="*/ 224245 w 2915191"/>
                <a:gd name="connsiteY23" fmla="*/ 180602 h 361738"/>
                <a:gd name="connsiteX24" fmla="*/ 233995 w 2915191"/>
                <a:gd name="connsiteY24" fmla="*/ 164167 h 361738"/>
                <a:gd name="connsiteX25" fmla="*/ 243744 w 2915191"/>
                <a:gd name="connsiteY25" fmla="*/ 173061 h 361738"/>
                <a:gd name="connsiteX26" fmla="*/ 253494 w 2915191"/>
                <a:gd name="connsiteY26" fmla="*/ 168302 h 361738"/>
                <a:gd name="connsiteX27" fmla="*/ 263244 w 2915191"/>
                <a:gd name="connsiteY27" fmla="*/ 161220 h 361738"/>
                <a:gd name="connsiteX28" fmla="*/ 272994 w 2915191"/>
                <a:gd name="connsiteY28" fmla="*/ 157071 h 361738"/>
                <a:gd name="connsiteX29" fmla="*/ 282744 w 2915191"/>
                <a:gd name="connsiteY29" fmla="*/ 126591 h 361738"/>
                <a:gd name="connsiteX30" fmla="*/ 292494 w 2915191"/>
                <a:gd name="connsiteY30" fmla="*/ 126230 h 361738"/>
                <a:gd name="connsiteX31" fmla="*/ 302244 w 2915191"/>
                <a:gd name="connsiteY31" fmla="*/ 121842 h 361738"/>
                <a:gd name="connsiteX32" fmla="*/ 311994 w 2915191"/>
                <a:gd name="connsiteY32" fmla="*/ 125221 h 361738"/>
                <a:gd name="connsiteX33" fmla="*/ 321744 w 2915191"/>
                <a:gd name="connsiteY33" fmla="*/ 158594 h 361738"/>
                <a:gd name="connsiteX34" fmla="*/ 331493 w 2915191"/>
                <a:gd name="connsiteY34" fmla="*/ 185878 h 361738"/>
                <a:gd name="connsiteX35" fmla="*/ 341243 w 2915191"/>
                <a:gd name="connsiteY35" fmla="*/ 184774 h 361738"/>
                <a:gd name="connsiteX36" fmla="*/ 350993 w 2915191"/>
                <a:gd name="connsiteY36" fmla="*/ 180720 h 361738"/>
                <a:gd name="connsiteX37" fmla="*/ 360742 w 2915191"/>
                <a:gd name="connsiteY37" fmla="*/ 165143 h 361738"/>
                <a:gd name="connsiteX38" fmla="*/ 370492 w 2915191"/>
                <a:gd name="connsiteY38" fmla="*/ 157512 h 361738"/>
                <a:gd name="connsiteX39" fmla="*/ 380241 w 2915191"/>
                <a:gd name="connsiteY39" fmla="*/ 158297 h 361738"/>
                <a:gd name="connsiteX40" fmla="*/ 389991 w 2915191"/>
                <a:gd name="connsiteY40" fmla="*/ 157937 h 361738"/>
                <a:gd name="connsiteX41" fmla="*/ 399741 w 2915191"/>
                <a:gd name="connsiteY41" fmla="*/ 152771 h 361738"/>
                <a:gd name="connsiteX42" fmla="*/ 409491 w 2915191"/>
                <a:gd name="connsiteY42" fmla="*/ 157887 h 361738"/>
                <a:gd name="connsiteX43" fmla="*/ 419241 w 2915191"/>
                <a:gd name="connsiteY43" fmla="*/ 157475 h 361738"/>
                <a:gd name="connsiteX44" fmla="*/ 428991 w 2915191"/>
                <a:gd name="connsiteY44" fmla="*/ 153795 h 361738"/>
                <a:gd name="connsiteX45" fmla="*/ 438741 w 2915191"/>
                <a:gd name="connsiteY45" fmla="*/ 180358 h 361738"/>
                <a:gd name="connsiteX46" fmla="*/ 448491 w 2915191"/>
                <a:gd name="connsiteY46" fmla="*/ 181657 h 361738"/>
                <a:gd name="connsiteX47" fmla="*/ 458241 w 2915191"/>
                <a:gd name="connsiteY47" fmla="*/ 174424 h 361738"/>
                <a:gd name="connsiteX48" fmla="*/ 467991 w 2915191"/>
                <a:gd name="connsiteY48" fmla="*/ 165474 h 361738"/>
                <a:gd name="connsiteX49" fmla="*/ 477740 w 2915191"/>
                <a:gd name="connsiteY49" fmla="*/ 153670 h 361738"/>
                <a:gd name="connsiteX50" fmla="*/ 487490 w 2915191"/>
                <a:gd name="connsiteY50" fmla="*/ 160907 h 361738"/>
                <a:gd name="connsiteX51" fmla="*/ 497239 w 2915191"/>
                <a:gd name="connsiteY51" fmla="*/ 179230 h 361738"/>
                <a:gd name="connsiteX52" fmla="*/ 506989 w 2915191"/>
                <a:gd name="connsiteY52" fmla="*/ 157378 h 361738"/>
                <a:gd name="connsiteX53" fmla="*/ 516738 w 2915191"/>
                <a:gd name="connsiteY53" fmla="*/ 152214 h 361738"/>
                <a:gd name="connsiteX54" fmla="*/ 526488 w 2915191"/>
                <a:gd name="connsiteY54" fmla="*/ 125947 h 361738"/>
                <a:gd name="connsiteX55" fmla="*/ 536238 w 2915191"/>
                <a:gd name="connsiteY55" fmla="*/ 129167 h 361738"/>
                <a:gd name="connsiteX56" fmla="*/ 545988 w 2915191"/>
                <a:gd name="connsiteY56" fmla="*/ 136674 h 361738"/>
                <a:gd name="connsiteX57" fmla="*/ 555738 w 2915191"/>
                <a:gd name="connsiteY57" fmla="*/ 132458 h 361738"/>
                <a:gd name="connsiteX58" fmla="*/ 565488 w 2915191"/>
                <a:gd name="connsiteY58" fmla="*/ 147284 h 361738"/>
                <a:gd name="connsiteX59" fmla="*/ 575238 w 2915191"/>
                <a:gd name="connsiteY59" fmla="*/ 156846 h 361738"/>
                <a:gd name="connsiteX60" fmla="*/ 584988 w 2915191"/>
                <a:gd name="connsiteY60" fmla="*/ 158835 h 361738"/>
                <a:gd name="connsiteX61" fmla="*/ 594738 w 2915191"/>
                <a:gd name="connsiteY61" fmla="*/ 166210 h 361738"/>
                <a:gd name="connsiteX62" fmla="*/ 604488 w 2915191"/>
                <a:gd name="connsiteY62" fmla="*/ 128061 h 361738"/>
                <a:gd name="connsiteX63" fmla="*/ 614237 w 2915191"/>
                <a:gd name="connsiteY63" fmla="*/ 113246 h 361738"/>
                <a:gd name="connsiteX64" fmla="*/ 623987 w 2915191"/>
                <a:gd name="connsiteY64" fmla="*/ 112575 h 361738"/>
                <a:gd name="connsiteX65" fmla="*/ 633736 w 2915191"/>
                <a:gd name="connsiteY65" fmla="*/ 142789 h 361738"/>
                <a:gd name="connsiteX66" fmla="*/ 643486 w 2915191"/>
                <a:gd name="connsiteY66" fmla="*/ 125500 h 361738"/>
                <a:gd name="connsiteX67" fmla="*/ 653236 w 2915191"/>
                <a:gd name="connsiteY67" fmla="*/ 135944 h 361738"/>
                <a:gd name="connsiteX68" fmla="*/ 662985 w 2915191"/>
                <a:gd name="connsiteY68" fmla="*/ 150585 h 361738"/>
                <a:gd name="connsiteX69" fmla="*/ 672735 w 2915191"/>
                <a:gd name="connsiteY69" fmla="*/ 112176 h 361738"/>
                <a:gd name="connsiteX70" fmla="*/ 682485 w 2915191"/>
                <a:gd name="connsiteY70" fmla="*/ 68118 h 361738"/>
                <a:gd name="connsiteX71" fmla="*/ 692235 w 2915191"/>
                <a:gd name="connsiteY71" fmla="*/ 102235 h 361738"/>
                <a:gd name="connsiteX72" fmla="*/ 701985 w 2915191"/>
                <a:gd name="connsiteY72" fmla="*/ 119962 h 361738"/>
                <a:gd name="connsiteX73" fmla="*/ 711735 w 2915191"/>
                <a:gd name="connsiteY73" fmla="*/ 127111 h 361738"/>
                <a:gd name="connsiteX74" fmla="*/ 721485 w 2915191"/>
                <a:gd name="connsiteY74" fmla="*/ 95686 h 361738"/>
                <a:gd name="connsiteX75" fmla="*/ 731235 w 2915191"/>
                <a:gd name="connsiteY75" fmla="*/ 103672 h 361738"/>
                <a:gd name="connsiteX76" fmla="*/ 740985 w 2915191"/>
                <a:gd name="connsiteY76" fmla="*/ 138808 h 361738"/>
                <a:gd name="connsiteX77" fmla="*/ 750734 w 2915191"/>
                <a:gd name="connsiteY77" fmla="*/ 197590 h 361738"/>
                <a:gd name="connsiteX78" fmla="*/ 760484 w 2915191"/>
                <a:gd name="connsiteY78" fmla="*/ 195607 h 361738"/>
                <a:gd name="connsiteX79" fmla="*/ 770233 w 2915191"/>
                <a:gd name="connsiteY79" fmla="*/ 191598 h 361738"/>
                <a:gd name="connsiteX80" fmla="*/ 779983 w 2915191"/>
                <a:gd name="connsiteY80" fmla="*/ 169603 h 361738"/>
                <a:gd name="connsiteX81" fmla="*/ 789733 w 2915191"/>
                <a:gd name="connsiteY81" fmla="*/ 147083 h 361738"/>
                <a:gd name="connsiteX82" fmla="*/ 799482 w 2915191"/>
                <a:gd name="connsiteY82" fmla="*/ 137607 h 361738"/>
                <a:gd name="connsiteX83" fmla="*/ 809232 w 2915191"/>
                <a:gd name="connsiteY83" fmla="*/ 173204 h 361738"/>
                <a:gd name="connsiteX84" fmla="*/ 818982 w 2915191"/>
                <a:gd name="connsiteY84" fmla="*/ 192383 h 361738"/>
                <a:gd name="connsiteX85" fmla="*/ 828732 w 2915191"/>
                <a:gd name="connsiteY85" fmla="*/ 197876 h 361738"/>
                <a:gd name="connsiteX86" fmla="*/ 838482 w 2915191"/>
                <a:gd name="connsiteY86" fmla="*/ 189847 h 361738"/>
                <a:gd name="connsiteX87" fmla="*/ 848232 w 2915191"/>
                <a:gd name="connsiteY87" fmla="*/ 211341 h 361738"/>
                <a:gd name="connsiteX88" fmla="*/ 857982 w 2915191"/>
                <a:gd name="connsiteY88" fmla="*/ 205895 h 361738"/>
                <a:gd name="connsiteX89" fmla="*/ 867732 w 2915191"/>
                <a:gd name="connsiteY89" fmla="*/ 254254 h 361738"/>
                <a:gd name="connsiteX90" fmla="*/ 877482 w 2915191"/>
                <a:gd name="connsiteY90" fmla="*/ 287176 h 361738"/>
                <a:gd name="connsiteX91" fmla="*/ 887231 w 2915191"/>
                <a:gd name="connsiteY91" fmla="*/ 300627 h 361738"/>
                <a:gd name="connsiteX92" fmla="*/ 896981 w 2915191"/>
                <a:gd name="connsiteY92" fmla="*/ 312336 h 361738"/>
                <a:gd name="connsiteX93" fmla="*/ 906730 w 2915191"/>
                <a:gd name="connsiteY93" fmla="*/ 330352 h 361738"/>
                <a:gd name="connsiteX94" fmla="*/ 916480 w 2915191"/>
                <a:gd name="connsiteY94" fmla="*/ 354953 h 361738"/>
                <a:gd name="connsiteX95" fmla="*/ 926230 w 2915191"/>
                <a:gd name="connsiteY95" fmla="*/ 322754 h 361738"/>
                <a:gd name="connsiteX96" fmla="*/ 935979 w 2915191"/>
                <a:gd name="connsiteY96" fmla="*/ 337230 h 361738"/>
                <a:gd name="connsiteX97" fmla="*/ 945729 w 2915191"/>
                <a:gd name="connsiteY97" fmla="*/ 338614 h 361738"/>
                <a:gd name="connsiteX98" fmla="*/ 955479 w 2915191"/>
                <a:gd name="connsiteY98" fmla="*/ 343065 h 361738"/>
                <a:gd name="connsiteX99" fmla="*/ 965229 w 2915191"/>
                <a:gd name="connsiteY99" fmla="*/ 343965 h 361738"/>
                <a:gd name="connsiteX100" fmla="*/ 974979 w 2915191"/>
                <a:gd name="connsiteY100" fmla="*/ 353893 h 361738"/>
                <a:gd name="connsiteX101" fmla="*/ 984729 w 2915191"/>
                <a:gd name="connsiteY101" fmla="*/ 337519 h 361738"/>
                <a:gd name="connsiteX102" fmla="*/ 994474 w 2915191"/>
                <a:gd name="connsiteY102" fmla="*/ 352003 h 361738"/>
                <a:gd name="connsiteX103" fmla="*/ 1004233 w 2915191"/>
                <a:gd name="connsiteY103" fmla="*/ 357845 h 361738"/>
                <a:gd name="connsiteX104" fmla="*/ 1013977 w 2915191"/>
                <a:gd name="connsiteY104" fmla="*/ 334375 h 361738"/>
                <a:gd name="connsiteX105" fmla="*/ 1023721 w 2915191"/>
                <a:gd name="connsiteY105" fmla="*/ 351279 h 361738"/>
                <a:gd name="connsiteX106" fmla="*/ 1033480 w 2915191"/>
                <a:gd name="connsiteY106" fmla="*/ 356518 h 361738"/>
                <a:gd name="connsiteX107" fmla="*/ 1043224 w 2915191"/>
                <a:gd name="connsiteY107" fmla="*/ 325130 h 361738"/>
                <a:gd name="connsiteX108" fmla="*/ 1052983 w 2915191"/>
                <a:gd name="connsiteY108" fmla="*/ 361738 h 361738"/>
                <a:gd name="connsiteX109" fmla="*/ 1062727 w 2915191"/>
                <a:gd name="connsiteY109" fmla="*/ 354931 h 361738"/>
                <a:gd name="connsiteX110" fmla="*/ 1072471 w 2915191"/>
                <a:gd name="connsiteY110" fmla="*/ 359396 h 361738"/>
                <a:gd name="connsiteX111" fmla="*/ 1082230 w 2915191"/>
                <a:gd name="connsiteY111" fmla="*/ 348983 h 361738"/>
                <a:gd name="connsiteX112" fmla="*/ 1091973 w 2915191"/>
                <a:gd name="connsiteY112" fmla="*/ 332565 h 361738"/>
                <a:gd name="connsiteX113" fmla="*/ 1101732 w 2915191"/>
                <a:gd name="connsiteY113" fmla="*/ 318801 h 361738"/>
                <a:gd name="connsiteX114" fmla="*/ 1111476 w 2915191"/>
                <a:gd name="connsiteY114" fmla="*/ 322700 h 361738"/>
                <a:gd name="connsiteX115" fmla="*/ 1121220 w 2915191"/>
                <a:gd name="connsiteY115" fmla="*/ 348371 h 361738"/>
                <a:gd name="connsiteX116" fmla="*/ 1130979 w 2915191"/>
                <a:gd name="connsiteY116" fmla="*/ 317371 h 361738"/>
                <a:gd name="connsiteX117" fmla="*/ 1140723 w 2915191"/>
                <a:gd name="connsiteY117" fmla="*/ 300398 h 361738"/>
                <a:gd name="connsiteX118" fmla="*/ 1150482 w 2915191"/>
                <a:gd name="connsiteY118" fmla="*/ 285526 h 361738"/>
                <a:gd name="connsiteX119" fmla="*/ 1160226 w 2915191"/>
                <a:gd name="connsiteY119" fmla="*/ 266804 h 361738"/>
                <a:gd name="connsiteX120" fmla="*/ 1169969 w 2915191"/>
                <a:gd name="connsiteY120" fmla="*/ 274697 h 361738"/>
                <a:gd name="connsiteX121" fmla="*/ 1179728 w 2915191"/>
                <a:gd name="connsiteY121" fmla="*/ 259904 h 361738"/>
                <a:gd name="connsiteX122" fmla="*/ 1189472 w 2915191"/>
                <a:gd name="connsiteY122" fmla="*/ 248615 h 361738"/>
                <a:gd name="connsiteX123" fmla="*/ 1199231 w 2915191"/>
                <a:gd name="connsiteY123" fmla="*/ 221981 h 361738"/>
                <a:gd name="connsiteX124" fmla="*/ 1208975 w 2915191"/>
                <a:gd name="connsiteY124" fmla="*/ 254376 h 361738"/>
                <a:gd name="connsiteX125" fmla="*/ 1218719 w 2915191"/>
                <a:gd name="connsiteY125" fmla="*/ 269846 h 361738"/>
                <a:gd name="connsiteX126" fmla="*/ 1228478 w 2915191"/>
                <a:gd name="connsiteY126" fmla="*/ 272851 h 361738"/>
                <a:gd name="connsiteX127" fmla="*/ 1238222 w 2915191"/>
                <a:gd name="connsiteY127" fmla="*/ 257383 h 361738"/>
                <a:gd name="connsiteX128" fmla="*/ 1247966 w 2915191"/>
                <a:gd name="connsiteY128" fmla="*/ 296680 h 361738"/>
                <a:gd name="connsiteX129" fmla="*/ 1257725 w 2915191"/>
                <a:gd name="connsiteY129" fmla="*/ 285824 h 361738"/>
                <a:gd name="connsiteX130" fmla="*/ 1267469 w 2915191"/>
                <a:gd name="connsiteY130" fmla="*/ 305380 h 361738"/>
                <a:gd name="connsiteX131" fmla="*/ 1277227 w 2915191"/>
                <a:gd name="connsiteY131" fmla="*/ 287841 h 361738"/>
                <a:gd name="connsiteX132" fmla="*/ 1286971 w 2915191"/>
                <a:gd name="connsiteY132" fmla="*/ 288133 h 361738"/>
                <a:gd name="connsiteX133" fmla="*/ 1296715 w 2915191"/>
                <a:gd name="connsiteY133" fmla="*/ 241006 h 361738"/>
                <a:gd name="connsiteX134" fmla="*/ 1306474 w 2915191"/>
                <a:gd name="connsiteY134" fmla="*/ 234272 h 361738"/>
                <a:gd name="connsiteX135" fmla="*/ 1316218 w 2915191"/>
                <a:gd name="connsiteY135" fmla="*/ 236712 h 361738"/>
                <a:gd name="connsiteX136" fmla="*/ 1325977 w 2915191"/>
                <a:gd name="connsiteY136" fmla="*/ 228737 h 361738"/>
                <a:gd name="connsiteX137" fmla="*/ 1335721 w 2915191"/>
                <a:gd name="connsiteY137" fmla="*/ 239355 h 361738"/>
                <a:gd name="connsiteX138" fmla="*/ 1345465 w 2915191"/>
                <a:gd name="connsiteY138" fmla="*/ 237764 h 361738"/>
                <a:gd name="connsiteX139" fmla="*/ 1355224 w 2915191"/>
                <a:gd name="connsiteY139" fmla="*/ 227703 h 361738"/>
                <a:gd name="connsiteX140" fmla="*/ 1364967 w 2915191"/>
                <a:gd name="connsiteY140" fmla="*/ 198679 h 361738"/>
                <a:gd name="connsiteX141" fmla="*/ 1374726 w 2915191"/>
                <a:gd name="connsiteY141" fmla="*/ 200773 h 361738"/>
                <a:gd name="connsiteX142" fmla="*/ 1384470 w 2915191"/>
                <a:gd name="connsiteY142" fmla="*/ 233671 h 361738"/>
                <a:gd name="connsiteX143" fmla="*/ 1394214 w 2915191"/>
                <a:gd name="connsiteY143" fmla="*/ 225270 h 361738"/>
                <a:gd name="connsiteX144" fmla="*/ 1403973 w 2915191"/>
                <a:gd name="connsiteY144" fmla="*/ 221281 h 361738"/>
                <a:gd name="connsiteX145" fmla="*/ 1413717 w 2915191"/>
                <a:gd name="connsiteY145" fmla="*/ 200513 h 361738"/>
                <a:gd name="connsiteX146" fmla="*/ 1423476 w 2915191"/>
                <a:gd name="connsiteY146" fmla="*/ 206299 h 361738"/>
                <a:gd name="connsiteX147" fmla="*/ 1433220 w 2915191"/>
                <a:gd name="connsiteY147" fmla="*/ 224286 h 361738"/>
                <a:gd name="connsiteX148" fmla="*/ 1442964 w 2915191"/>
                <a:gd name="connsiteY148" fmla="*/ 231566 h 361738"/>
                <a:gd name="connsiteX149" fmla="*/ 1452722 w 2915191"/>
                <a:gd name="connsiteY149" fmla="*/ 196637 h 361738"/>
                <a:gd name="connsiteX150" fmla="*/ 1462466 w 2915191"/>
                <a:gd name="connsiteY150" fmla="*/ 234637 h 361738"/>
                <a:gd name="connsiteX151" fmla="*/ 1472225 w 2915191"/>
                <a:gd name="connsiteY151" fmla="*/ 183718 h 361738"/>
                <a:gd name="connsiteX152" fmla="*/ 1481969 w 2915191"/>
                <a:gd name="connsiteY152" fmla="*/ 181081 h 361738"/>
                <a:gd name="connsiteX153" fmla="*/ 1491713 w 2915191"/>
                <a:gd name="connsiteY153" fmla="*/ 148863 h 361738"/>
                <a:gd name="connsiteX154" fmla="*/ 1501472 w 2915191"/>
                <a:gd name="connsiteY154" fmla="*/ 169355 h 361738"/>
                <a:gd name="connsiteX155" fmla="*/ 1511216 w 2915191"/>
                <a:gd name="connsiteY155" fmla="*/ 169480 h 361738"/>
                <a:gd name="connsiteX156" fmla="*/ 1520960 w 2915191"/>
                <a:gd name="connsiteY156" fmla="*/ 191698 h 361738"/>
                <a:gd name="connsiteX157" fmla="*/ 1530719 w 2915191"/>
                <a:gd name="connsiteY157" fmla="*/ 205153 h 361738"/>
                <a:gd name="connsiteX158" fmla="*/ 1540463 w 2915191"/>
                <a:gd name="connsiteY158" fmla="*/ 185054 h 361738"/>
                <a:gd name="connsiteX159" fmla="*/ 1550221 w 2915191"/>
                <a:gd name="connsiteY159" fmla="*/ 159059 h 361738"/>
                <a:gd name="connsiteX160" fmla="*/ 1559965 w 2915191"/>
                <a:gd name="connsiteY160" fmla="*/ 167158 h 361738"/>
                <a:gd name="connsiteX161" fmla="*/ 1569709 w 2915191"/>
                <a:gd name="connsiteY161" fmla="*/ 184040 h 361738"/>
                <a:gd name="connsiteX162" fmla="*/ 1579468 w 2915191"/>
                <a:gd name="connsiteY162" fmla="*/ 176964 h 361738"/>
                <a:gd name="connsiteX163" fmla="*/ 1589212 w 2915191"/>
                <a:gd name="connsiteY163" fmla="*/ 160663 h 361738"/>
                <a:gd name="connsiteX164" fmla="*/ 1598971 w 2915191"/>
                <a:gd name="connsiteY164" fmla="*/ 125496 h 361738"/>
                <a:gd name="connsiteX165" fmla="*/ 1608715 w 2915191"/>
                <a:gd name="connsiteY165" fmla="*/ 129602 h 361738"/>
                <a:gd name="connsiteX166" fmla="*/ 1618459 w 2915191"/>
                <a:gd name="connsiteY166" fmla="*/ 118554 h 361738"/>
                <a:gd name="connsiteX167" fmla="*/ 1628218 w 2915191"/>
                <a:gd name="connsiteY167" fmla="*/ 110614 h 361738"/>
                <a:gd name="connsiteX168" fmla="*/ 1637962 w 2915191"/>
                <a:gd name="connsiteY168" fmla="*/ 133048 h 361738"/>
                <a:gd name="connsiteX169" fmla="*/ 1647720 w 2915191"/>
                <a:gd name="connsiteY169" fmla="*/ 145639 h 361738"/>
                <a:gd name="connsiteX170" fmla="*/ 1657464 w 2915191"/>
                <a:gd name="connsiteY170" fmla="*/ 168822 h 361738"/>
                <a:gd name="connsiteX171" fmla="*/ 1667208 w 2915191"/>
                <a:gd name="connsiteY171" fmla="*/ 171265 h 361738"/>
                <a:gd name="connsiteX172" fmla="*/ 1676967 w 2915191"/>
                <a:gd name="connsiteY172" fmla="*/ 173193 h 361738"/>
                <a:gd name="connsiteX173" fmla="*/ 1686711 w 2915191"/>
                <a:gd name="connsiteY173" fmla="*/ 183619 h 361738"/>
                <a:gd name="connsiteX174" fmla="*/ 1696470 w 2915191"/>
                <a:gd name="connsiteY174" fmla="*/ 153670 h 361738"/>
                <a:gd name="connsiteX175" fmla="*/ 1706214 w 2915191"/>
                <a:gd name="connsiteY175" fmla="*/ 150155 h 361738"/>
                <a:gd name="connsiteX176" fmla="*/ 1715958 w 2915191"/>
                <a:gd name="connsiteY176" fmla="*/ 152011 h 361738"/>
                <a:gd name="connsiteX177" fmla="*/ 1725716 w 2915191"/>
                <a:gd name="connsiteY177" fmla="*/ 127216 h 361738"/>
                <a:gd name="connsiteX178" fmla="*/ 1735460 w 2915191"/>
                <a:gd name="connsiteY178" fmla="*/ 92214 h 361738"/>
                <a:gd name="connsiteX179" fmla="*/ 1745219 w 2915191"/>
                <a:gd name="connsiteY179" fmla="*/ 70490 h 361738"/>
                <a:gd name="connsiteX180" fmla="*/ 1754963 w 2915191"/>
                <a:gd name="connsiteY180" fmla="*/ 61332 h 361738"/>
                <a:gd name="connsiteX181" fmla="*/ 1764707 w 2915191"/>
                <a:gd name="connsiteY181" fmla="*/ 85568 h 361738"/>
                <a:gd name="connsiteX182" fmla="*/ 1774466 w 2915191"/>
                <a:gd name="connsiteY182" fmla="*/ 49065 h 361738"/>
                <a:gd name="connsiteX183" fmla="*/ 1784210 w 2915191"/>
                <a:gd name="connsiteY183" fmla="*/ 49645 h 361738"/>
                <a:gd name="connsiteX184" fmla="*/ 1793969 w 2915191"/>
                <a:gd name="connsiteY184" fmla="*/ 47601 h 361738"/>
                <a:gd name="connsiteX185" fmla="*/ 1803713 w 2915191"/>
                <a:gd name="connsiteY185" fmla="*/ 39025 h 361738"/>
                <a:gd name="connsiteX186" fmla="*/ 1813457 w 2915191"/>
                <a:gd name="connsiteY186" fmla="*/ 14737 h 361738"/>
                <a:gd name="connsiteX187" fmla="*/ 1823215 w 2915191"/>
                <a:gd name="connsiteY187" fmla="*/ 14722 h 361738"/>
                <a:gd name="connsiteX188" fmla="*/ 1832959 w 2915191"/>
                <a:gd name="connsiteY188" fmla="*/ 51530 h 361738"/>
                <a:gd name="connsiteX189" fmla="*/ 1842703 w 2915191"/>
                <a:gd name="connsiteY189" fmla="*/ 80163 h 361738"/>
                <a:gd name="connsiteX190" fmla="*/ 1852462 w 2915191"/>
                <a:gd name="connsiteY190" fmla="*/ 117355 h 361738"/>
                <a:gd name="connsiteX191" fmla="*/ 1862206 w 2915191"/>
                <a:gd name="connsiteY191" fmla="*/ 135764 h 361738"/>
                <a:gd name="connsiteX192" fmla="*/ 1871965 w 2915191"/>
                <a:gd name="connsiteY192" fmla="*/ 143635 h 361738"/>
                <a:gd name="connsiteX193" fmla="*/ 1881709 w 2915191"/>
                <a:gd name="connsiteY193" fmla="*/ 135394 h 361738"/>
                <a:gd name="connsiteX194" fmla="*/ 1891453 w 2915191"/>
                <a:gd name="connsiteY194" fmla="*/ 183588 h 361738"/>
                <a:gd name="connsiteX195" fmla="*/ 1901212 w 2915191"/>
                <a:gd name="connsiteY195" fmla="*/ 185766 h 361738"/>
                <a:gd name="connsiteX196" fmla="*/ 1910956 w 2915191"/>
                <a:gd name="connsiteY196" fmla="*/ 193283 h 361738"/>
                <a:gd name="connsiteX197" fmla="*/ 1920714 w 2915191"/>
                <a:gd name="connsiteY197" fmla="*/ 204383 h 361738"/>
                <a:gd name="connsiteX198" fmla="*/ 1930458 w 2915191"/>
                <a:gd name="connsiteY198" fmla="*/ 216193 h 361738"/>
                <a:gd name="connsiteX199" fmla="*/ 1940202 w 2915191"/>
                <a:gd name="connsiteY199" fmla="*/ 193787 h 361738"/>
                <a:gd name="connsiteX200" fmla="*/ 1949961 w 2915191"/>
                <a:gd name="connsiteY200" fmla="*/ 209873 h 361738"/>
                <a:gd name="connsiteX201" fmla="*/ 1959705 w 2915191"/>
                <a:gd name="connsiteY201" fmla="*/ 199704 h 361738"/>
                <a:gd name="connsiteX202" fmla="*/ 1969464 w 2915191"/>
                <a:gd name="connsiteY202" fmla="*/ 174445 h 361738"/>
                <a:gd name="connsiteX203" fmla="*/ 1979208 w 2915191"/>
                <a:gd name="connsiteY203" fmla="*/ 170911 h 361738"/>
                <a:gd name="connsiteX204" fmla="*/ 1988952 w 2915191"/>
                <a:gd name="connsiteY204" fmla="*/ 176367 h 361738"/>
                <a:gd name="connsiteX205" fmla="*/ 1998711 w 2915191"/>
                <a:gd name="connsiteY205" fmla="*/ 188566 h 361738"/>
                <a:gd name="connsiteX206" fmla="*/ 2008454 w 2915191"/>
                <a:gd name="connsiteY206" fmla="*/ 194756 h 361738"/>
                <a:gd name="connsiteX207" fmla="*/ 2018213 w 2915191"/>
                <a:gd name="connsiteY207" fmla="*/ 182007 h 361738"/>
                <a:gd name="connsiteX208" fmla="*/ 2027957 w 2915191"/>
                <a:gd name="connsiteY208" fmla="*/ 151515 h 361738"/>
                <a:gd name="connsiteX209" fmla="*/ 2037701 w 2915191"/>
                <a:gd name="connsiteY209" fmla="*/ 161906 h 361738"/>
                <a:gd name="connsiteX210" fmla="*/ 2047460 w 2915191"/>
                <a:gd name="connsiteY210" fmla="*/ 146597 h 361738"/>
                <a:gd name="connsiteX211" fmla="*/ 2057204 w 2915191"/>
                <a:gd name="connsiteY211" fmla="*/ 122333 h 361738"/>
                <a:gd name="connsiteX212" fmla="*/ 2066963 w 2915191"/>
                <a:gd name="connsiteY212" fmla="*/ 136788 h 361738"/>
                <a:gd name="connsiteX213" fmla="*/ 2076707 w 2915191"/>
                <a:gd name="connsiteY213" fmla="*/ 127324 h 361738"/>
                <a:gd name="connsiteX214" fmla="*/ 2086451 w 2915191"/>
                <a:gd name="connsiteY214" fmla="*/ 177514 h 361738"/>
                <a:gd name="connsiteX215" fmla="*/ 2096210 w 2915191"/>
                <a:gd name="connsiteY215" fmla="*/ 179679 h 361738"/>
                <a:gd name="connsiteX216" fmla="*/ 2105954 w 2915191"/>
                <a:gd name="connsiteY216" fmla="*/ 195887 h 361738"/>
                <a:gd name="connsiteX217" fmla="*/ 2115697 w 2915191"/>
                <a:gd name="connsiteY217" fmla="*/ 220524 h 361738"/>
                <a:gd name="connsiteX218" fmla="*/ 2125456 w 2915191"/>
                <a:gd name="connsiteY218" fmla="*/ 250792 h 361738"/>
                <a:gd name="connsiteX219" fmla="*/ 2135200 w 2915191"/>
                <a:gd name="connsiteY219" fmla="*/ 246320 h 361738"/>
                <a:gd name="connsiteX220" fmla="*/ 2144959 w 2915191"/>
                <a:gd name="connsiteY220" fmla="*/ 201646 h 361738"/>
                <a:gd name="connsiteX221" fmla="*/ 2154703 w 2915191"/>
                <a:gd name="connsiteY221" fmla="*/ 155861 h 361738"/>
                <a:gd name="connsiteX222" fmla="*/ 2164447 w 2915191"/>
                <a:gd name="connsiteY222" fmla="*/ 170748 h 361738"/>
                <a:gd name="connsiteX223" fmla="*/ 2174206 w 2915191"/>
                <a:gd name="connsiteY223" fmla="*/ 182480 h 361738"/>
                <a:gd name="connsiteX224" fmla="*/ 2183950 w 2915191"/>
                <a:gd name="connsiteY224" fmla="*/ 184099 h 361738"/>
                <a:gd name="connsiteX225" fmla="*/ 2193709 w 2915191"/>
                <a:gd name="connsiteY225" fmla="*/ 187794 h 361738"/>
                <a:gd name="connsiteX226" fmla="*/ 2203452 w 2915191"/>
                <a:gd name="connsiteY226" fmla="*/ 218386 h 361738"/>
                <a:gd name="connsiteX227" fmla="*/ 2213196 w 2915191"/>
                <a:gd name="connsiteY227" fmla="*/ 184037 h 361738"/>
                <a:gd name="connsiteX228" fmla="*/ 2222955 w 2915191"/>
                <a:gd name="connsiteY228" fmla="*/ 172171 h 361738"/>
                <a:gd name="connsiteX229" fmla="*/ 2232699 w 2915191"/>
                <a:gd name="connsiteY229" fmla="*/ 163421 h 361738"/>
                <a:gd name="connsiteX230" fmla="*/ 2242458 w 2915191"/>
                <a:gd name="connsiteY230" fmla="*/ 169375 h 361738"/>
                <a:gd name="connsiteX231" fmla="*/ 2252202 w 2915191"/>
                <a:gd name="connsiteY231" fmla="*/ 146883 h 361738"/>
                <a:gd name="connsiteX232" fmla="*/ 2261946 w 2915191"/>
                <a:gd name="connsiteY232" fmla="*/ 153018 h 361738"/>
                <a:gd name="connsiteX233" fmla="*/ 2271705 w 2915191"/>
                <a:gd name="connsiteY233" fmla="*/ 140515 h 361738"/>
                <a:gd name="connsiteX234" fmla="*/ 2281449 w 2915191"/>
                <a:gd name="connsiteY234" fmla="*/ 157134 h 361738"/>
                <a:gd name="connsiteX235" fmla="*/ 2291208 w 2915191"/>
                <a:gd name="connsiteY235" fmla="*/ 114622 h 361738"/>
                <a:gd name="connsiteX236" fmla="*/ 2300951 w 2915191"/>
                <a:gd name="connsiteY236" fmla="*/ 116002 h 361738"/>
                <a:gd name="connsiteX237" fmla="*/ 2310695 w 2915191"/>
                <a:gd name="connsiteY237" fmla="*/ 120132 h 361738"/>
                <a:gd name="connsiteX238" fmla="*/ 2320454 w 2915191"/>
                <a:gd name="connsiteY238" fmla="*/ 162800 h 361738"/>
                <a:gd name="connsiteX239" fmla="*/ 2330198 w 2915191"/>
                <a:gd name="connsiteY239" fmla="*/ 149924 h 361738"/>
                <a:gd name="connsiteX240" fmla="*/ 2339957 w 2915191"/>
                <a:gd name="connsiteY240" fmla="*/ 116152 h 361738"/>
                <a:gd name="connsiteX241" fmla="*/ 2349701 w 2915191"/>
                <a:gd name="connsiteY241" fmla="*/ 132903 h 361738"/>
                <a:gd name="connsiteX242" fmla="*/ 2359445 w 2915191"/>
                <a:gd name="connsiteY242" fmla="*/ 121708 h 361738"/>
                <a:gd name="connsiteX243" fmla="*/ 2369204 w 2915191"/>
                <a:gd name="connsiteY243" fmla="*/ 76733 h 361738"/>
                <a:gd name="connsiteX244" fmla="*/ 2378948 w 2915191"/>
                <a:gd name="connsiteY244" fmla="*/ 73418 h 361738"/>
                <a:gd name="connsiteX245" fmla="*/ 2388692 w 2915191"/>
                <a:gd name="connsiteY245" fmla="*/ 70115 h 361738"/>
                <a:gd name="connsiteX246" fmla="*/ 2398450 w 2915191"/>
                <a:gd name="connsiteY246" fmla="*/ 39987 h 361738"/>
                <a:gd name="connsiteX247" fmla="*/ 2408194 w 2915191"/>
                <a:gd name="connsiteY247" fmla="*/ 0 h 361738"/>
                <a:gd name="connsiteX248" fmla="*/ 2417953 w 2915191"/>
                <a:gd name="connsiteY248" fmla="*/ 24299 h 361738"/>
                <a:gd name="connsiteX249" fmla="*/ 2427697 w 2915191"/>
                <a:gd name="connsiteY249" fmla="*/ 22766 h 361738"/>
                <a:gd name="connsiteX250" fmla="*/ 2437441 w 2915191"/>
                <a:gd name="connsiteY250" fmla="*/ 53592 h 361738"/>
                <a:gd name="connsiteX251" fmla="*/ 2447200 w 2915191"/>
                <a:gd name="connsiteY251" fmla="*/ 84556 h 361738"/>
                <a:gd name="connsiteX252" fmla="*/ 2456944 w 2915191"/>
                <a:gd name="connsiteY252" fmla="*/ 92691 h 361738"/>
                <a:gd name="connsiteX253" fmla="*/ 2466703 w 2915191"/>
                <a:gd name="connsiteY253" fmla="*/ 73021 h 361738"/>
                <a:gd name="connsiteX254" fmla="*/ 2476446 w 2915191"/>
                <a:gd name="connsiteY254" fmla="*/ 95981 h 361738"/>
                <a:gd name="connsiteX255" fmla="*/ 2486190 w 2915191"/>
                <a:gd name="connsiteY255" fmla="*/ 95282 h 361738"/>
                <a:gd name="connsiteX256" fmla="*/ 2495949 w 2915191"/>
                <a:gd name="connsiteY256" fmla="*/ 111866 h 361738"/>
                <a:gd name="connsiteX257" fmla="*/ 2505693 w 2915191"/>
                <a:gd name="connsiteY257" fmla="*/ 116863 h 361738"/>
                <a:gd name="connsiteX258" fmla="*/ 2515452 w 2915191"/>
                <a:gd name="connsiteY258" fmla="*/ 122069 h 361738"/>
                <a:gd name="connsiteX259" fmla="*/ 2525196 w 2915191"/>
                <a:gd name="connsiteY259" fmla="*/ 138416 h 361738"/>
                <a:gd name="connsiteX260" fmla="*/ 2534940 w 2915191"/>
                <a:gd name="connsiteY260" fmla="*/ 175593 h 361738"/>
                <a:gd name="connsiteX261" fmla="*/ 2544699 w 2915191"/>
                <a:gd name="connsiteY261" fmla="*/ 175041 h 361738"/>
                <a:gd name="connsiteX262" fmla="*/ 2554443 w 2915191"/>
                <a:gd name="connsiteY262" fmla="*/ 170914 h 361738"/>
                <a:gd name="connsiteX263" fmla="*/ 2564202 w 2915191"/>
                <a:gd name="connsiteY263" fmla="*/ 195962 h 361738"/>
                <a:gd name="connsiteX264" fmla="*/ 2573946 w 2915191"/>
                <a:gd name="connsiteY264" fmla="*/ 227147 h 361738"/>
                <a:gd name="connsiteX265" fmla="*/ 2583690 w 2915191"/>
                <a:gd name="connsiteY265" fmla="*/ 220158 h 361738"/>
                <a:gd name="connsiteX266" fmla="*/ 2593448 w 2915191"/>
                <a:gd name="connsiteY266" fmla="*/ 225471 h 361738"/>
                <a:gd name="connsiteX267" fmla="*/ 2603192 w 2915191"/>
                <a:gd name="connsiteY267" fmla="*/ 231882 h 361738"/>
                <a:gd name="connsiteX268" fmla="*/ 2612951 w 2915191"/>
                <a:gd name="connsiteY268" fmla="*/ 209308 h 361738"/>
                <a:gd name="connsiteX269" fmla="*/ 2622695 w 2915191"/>
                <a:gd name="connsiteY269" fmla="*/ 186575 h 361738"/>
                <a:gd name="connsiteX270" fmla="*/ 2632439 w 2915191"/>
                <a:gd name="connsiteY270" fmla="*/ 209559 h 361738"/>
                <a:gd name="connsiteX271" fmla="*/ 2642198 w 2915191"/>
                <a:gd name="connsiteY271" fmla="*/ 211457 h 361738"/>
                <a:gd name="connsiteX272" fmla="*/ 2651942 w 2915191"/>
                <a:gd name="connsiteY272" fmla="*/ 206282 h 361738"/>
                <a:gd name="connsiteX273" fmla="*/ 2661685 w 2915191"/>
                <a:gd name="connsiteY273" fmla="*/ 176121 h 361738"/>
                <a:gd name="connsiteX274" fmla="*/ 2671444 w 2915191"/>
                <a:gd name="connsiteY274" fmla="*/ 196103 h 361738"/>
                <a:gd name="connsiteX275" fmla="*/ 2681188 w 2915191"/>
                <a:gd name="connsiteY275" fmla="*/ 219382 h 361738"/>
                <a:gd name="connsiteX276" fmla="*/ 2690947 w 2915191"/>
                <a:gd name="connsiteY276" fmla="*/ 196236 h 361738"/>
                <a:gd name="connsiteX277" fmla="*/ 2700691 w 2915191"/>
                <a:gd name="connsiteY277" fmla="*/ 171016 h 361738"/>
                <a:gd name="connsiteX278" fmla="*/ 2710435 w 2915191"/>
                <a:gd name="connsiteY278" fmla="*/ 161891 h 361738"/>
                <a:gd name="connsiteX279" fmla="*/ 2720194 w 2915191"/>
                <a:gd name="connsiteY279" fmla="*/ 165842 h 361738"/>
                <a:gd name="connsiteX280" fmla="*/ 2729938 w 2915191"/>
                <a:gd name="connsiteY280" fmla="*/ 183210 h 361738"/>
                <a:gd name="connsiteX281" fmla="*/ 2739697 w 2915191"/>
                <a:gd name="connsiteY281" fmla="*/ 216098 h 361738"/>
                <a:gd name="connsiteX282" fmla="*/ 2749441 w 2915191"/>
                <a:gd name="connsiteY282" fmla="*/ 185403 h 361738"/>
                <a:gd name="connsiteX283" fmla="*/ 2759185 w 2915191"/>
                <a:gd name="connsiteY283" fmla="*/ 211950 h 361738"/>
                <a:gd name="connsiteX284" fmla="*/ 2768943 w 2915191"/>
                <a:gd name="connsiteY284" fmla="*/ 178557 h 361738"/>
                <a:gd name="connsiteX285" fmla="*/ 2778687 w 2915191"/>
                <a:gd name="connsiteY285" fmla="*/ 175023 h 361738"/>
                <a:gd name="connsiteX286" fmla="*/ 2788446 w 2915191"/>
                <a:gd name="connsiteY286" fmla="*/ 163522 h 361738"/>
                <a:gd name="connsiteX287" fmla="*/ 2798190 w 2915191"/>
                <a:gd name="connsiteY287" fmla="*/ 167113 h 361738"/>
                <a:gd name="connsiteX288" fmla="*/ 2807934 w 2915191"/>
                <a:gd name="connsiteY288" fmla="*/ 199660 h 361738"/>
                <a:gd name="connsiteX289" fmla="*/ 2817693 w 2915191"/>
                <a:gd name="connsiteY289" fmla="*/ 200497 h 361738"/>
                <a:gd name="connsiteX290" fmla="*/ 2827437 w 2915191"/>
                <a:gd name="connsiteY290" fmla="*/ 203608 h 361738"/>
                <a:gd name="connsiteX291" fmla="*/ 2837196 w 2915191"/>
                <a:gd name="connsiteY291" fmla="*/ 187657 h 361738"/>
                <a:gd name="connsiteX292" fmla="*/ 2846940 w 2915191"/>
                <a:gd name="connsiteY292" fmla="*/ 210976 h 361738"/>
                <a:gd name="connsiteX293" fmla="*/ 2856684 w 2915191"/>
                <a:gd name="connsiteY293" fmla="*/ 244544 h 361738"/>
                <a:gd name="connsiteX294" fmla="*/ 2866442 w 2915191"/>
                <a:gd name="connsiteY294" fmla="*/ 272802 h 361738"/>
                <a:gd name="connsiteX295" fmla="*/ 2876186 w 2915191"/>
                <a:gd name="connsiteY295" fmla="*/ 293741 h 361738"/>
                <a:gd name="connsiteX296" fmla="*/ 2885945 w 2915191"/>
                <a:gd name="connsiteY296" fmla="*/ 259053 h 361738"/>
                <a:gd name="connsiteX297" fmla="*/ 2895689 w 2915191"/>
                <a:gd name="connsiteY297" fmla="*/ 277943 h 361738"/>
                <a:gd name="connsiteX298" fmla="*/ 2905433 w 2915191"/>
                <a:gd name="connsiteY298" fmla="*/ 266927 h 361738"/>
                <a:gd name="connsiteX299" fmla="*/ 2915192 w 2915191"/>
                <a:gd name="connsiteY299" fmla="*/ 258371 h 361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61738">
                  <a:moveTo>
                    <a:pt x="0" y="203761"/>
                  </a:moveTo>
                  <a:lnTo>
                    <a:pt x="9750" y="194128"/>
                  </a:lnTo>
                  <a:lnTo>
                    <a:pt x="19500" y="179267"/>
                  </a:lnTo>
                  <a:lnTo>
                    <a:pt x="29250" y="126409"/>
                  </a:lnTo>
                  <a:lnTo>
                    <a:pt x="39000" y="98473"/>
                  </a:lnTo>
                  <a:lnTo>
                    <a:pt x="48749" y="99099"/>
                  </a:lnTo>
                  <a:lnTo>
                    <a:pt x="58499" y="124624"/>
                  </a:lnTo>
                  <a:lnTo>
                    <a:pt x="68249" y="140566"/>
                  </a:lnTo>
                  <a:lnTo>
                    <a:pt x="77998" y="106261"/>
                  </a:lnTo>
                  <a:lnTo>
                    <a:pt x="87748" y="79041"/>
                  </a:lnTo>
                  <a:lnTo>
                    <a:pt x="97497" y="92231"/>
                  </a:lnTo>
                  <a:lnTo>
                    <a:pt x="107247" y="103462"/>
                  </a:lnTo>
                  <a:lnTo>
                    <a:pt x="116997" y="92237"/>
                  </a:lnTo>
                  <a:lnTo>
                    <a:pt x="126747" y="83829"/>
                  </a:lnTo>
                  <a:lnTo>
                    <a:pt x="136497" y="116021"/>
                  </a:lnTo>
                  <a:lnTo>
                    <a:pt x="146247" y="111714"/>
                  </a:lnTo>
                  <a:lnTo>
                    <a:pt x="155997" y="121561"/>
                  </a:lnTo>
                  <a:lnTo>
                    <a:pt x="165747" y="138568"/>
                  </a:lnTo>
                  <a:lnTo>
                    <a:pt x="175497" y="141576"/>
                  </a:lnTo>
                  <a:lnTo>
                    <a:pt x="185247" y="178068"/>
                  </a:lnTo>
                  <a:lnTo>
                    <a:pt x="194996" y="179945"/>
                  </a:lnTo>
                  <a:lnTo>
                    <a:pt x="204746" y="187966"/>
                  </a:lnTo>
                  <a:lnTo>
                    <a:pt x="214495" y="172937"/>
                  </a:lnTo>
                  <a:lnTo>
                    <a:pt x="224245" y="180602"/>
                  </a:lnTo>
                  <a:lnTo>
                    <a:pt x="233995" y="164167"/>
                  </a:lnTo>
                  <a:lnTo>
                    <a:pt x="243744" y="173061"/>
                  </a:lnTo>
                  <a:lnTo>
                    <a:pt x="253494" y="168302"/>
                  </a:lnTo>
                  <a:lnTo>
                    <a:pt x="263244" y="161220"/>
                  </a:lnTo>
                  <a:lnTo>
                    <a:pt x="272994" y="157071"/>
                  </a:lnTo>
                  <a:lnTo>
                    <a:pt x="282744" y="126591"/>
                  </a:lnTo>
                  <a:lnTo>
                    <a:pt x="292494" y="126230"/>
                  </a:lnTo>
                  <a:lnTo>
                    <a:pt x="302244" y="121842"/>
                  </a:lnTo>
                  <a:lnTo>
                    <a:pt x="311994" y="125221"/>
                  </a:lnTo>
                  <a:lnTo>
                    <a:pt x="321744" y="158594"/>
                  </a:lnTo>
                  <a:lnTo>
                    <a:pt x="331493" y="185878"/>
                  </a:lnTo>
                  <a:lnTo>
                    <a:pt x="341243" y="184774"/>
                  </a:lnTo>
                  <a:lnTo>
                    <a:pt x="350993" y="180720"/>
                  </a:lnTo>
                  <a:lnTo>
                    <a:pt x="360742" y="165143"/>
                  </a:lnTo>
                  <a:lnTo>
                    <a:pt x="370492" y="157512"/>
                  </a:lnTo>
                  <a:lnTo>
                    <a:pt x="380241" y="158297"/>
                  </a:lnTo>
                  <a:lnTo>
                    <a:pt x="389991" y="157937"/>
                  </a:lnTo>
                  <a:lnTo>
                    <a:pt x="399741" y="152771"/>
                  </a:lnTo>
                  <a:lnTo>
                    <a:pt x="409491" y="157887"/>
                  </a:lnTo>
                  <a:lnTo>
                    <a:pt x="419241" y="157475"/>
                  </a:lnTo>
                  <a:lnTo>
                    <a:pt x="428991" y="153795"/>
                  </a:lnTo>
                  <a:lnTo>
                    <a:pt x="438741" y="180358"/>
                  </a:lnTo>
                  <a:lnTo>
                    <a:pt x="448491" y="181657"/>
                  </a:lnTo>
                  <a:lnTo>
                    <a:pt x="458241" y="174424"/>
                  </a:lnTo>
                  <a:lnTo>
                    <a:pt x="467991" y="165474"/>
                  </a:lnTo>
                  <a:lnTo>
                    <a:pt x="477740" y="153670"/>
                  </a:lnTo>
                  <a:lnTo>
                    <a:pt x="487490" y="160907"/>
                  </a:lnTo>
                  <a:lnTo>
                    <a:pt x="497239" y="179230"/>
                  </a:lnTo>
                  <a:lnTo>
                    <a:pt x="506989" y="157378"/>
                  </a:lnTo>
                  <a:lnTo>
                    <a:pt x="516738" y="152214"/>
                  </a:lnTo>
                  <a:lnTo>
                    <a:pt x="526488" y="125947"/>
                  </a:lnTo>
                  <a:lnTo>
                    <a:pt x="536238" y="129167"/>
                  </a:lnTo>
                  <a:lnTo>
                    <a:pt x="545988" y="136674"/>
                  </a:lnTo>
                  <a:lnTo>
                    <a:pt x="555738" y="132458"/>
                  </a:lnTo>
                  <a:lnTo>
                    <a:pt x="565488" y="147284"/>
                  </a:lnTo>
                  <a:lnTo>
                    <a:pt x="575238" y="156846"/>
                  </a:lnTo>
                  <a:lnTo>
                    <a:pt x="584988" y="158835"/>
                  </a:lnTo>
                  <a:lnTo>
                    <a:pt x="594738" y="166210"/>
                  </a:lnTo>
                  <a:lnTo>
                    <a:pt x="604488" y="128061"/>
                  </a:lnTo>
                  <a:lnTo>
                    <a:pt x="614237" y="113246"/>
                  </a:lnTo>
                  <a:lnTo>
                    <a:pt x="623987" y="112575"/>
                  </a:lnTo>
                  <a:lnTo>
                    <a:pt x="633736" y="142789"/>
                  </a:lnTo>
                  <a:lnTo>
                    <a:pt x="643486" y="125500"/>
                  </a:lnTo>
                  <a:lnTo>
                    <a:pt x="653236" y="135944"/>
                  </a:lnTo>
                  <a:lnTo>
                    <a:pt x="662985" y="150585"/>
                  </a:lnTo>
                  <a:lnTo>
                    <a:pt x="672735" y="112176"/>
                  </a:lnTo>
                  <a:lnTo>
                    <a:pt x="682485" y="68118"/>
                  </a:lnTo>
                  <a:lnTo>
                    <a:pt x="692235" y="102235"/>
                  </a:lnTo>
                  <a:lnTo>
                    <a:pt x="701985" y="119962"/>
                  </a:lnTo>
                  <a:lnTo>
                    <a:pt x="711735" y="127111"/>
                  </a:lnTo>
                  <a:lnTo>
                    <a:pt x="721485" y="95686"/>
                  </a:lnTo>
                  <a:lnTo>
                    <a:pt x="731235" y="103672"/>
                  </a:lnTo>
                  <a:lnTo>
                    <a:pt x="740985" y="138808"/>
                  </a:lnTo>
                  <a:lnTo>
                    <a:pt x="750734" y="197590"/>
                  </a:lnTo>
                  <a:lnTo>
                    <a:pt x="760484" y="195607"/>
                  </a:lnTo>
                  <a:lnTo>
                    <a:pt x="770233" y="191598"/>
                  </a:lnTo>
                  <a:lnTo>
                    <a:pt x="779983" y="169603"/>
                  </a:lnTo>
                  <a:lnTo>
                    <a:pt x="789733" y="147083"/>
                  </a:lnTo>
                  <a:lnTo>
                    <a:pt x="799482" y="137607"/>
                  </a:lnTo>
                  <a:lnTo>
                    <a:pt x="809232" y="173204"/>
                  </a:lnTo>
                  <a:lnTo>
                    <a:pt x="818982" y="192383"/>
                  </a:lnTo>
                  <a:lnTo>
                    <a:pt x="828732" y="197876"/>
                  </a:lnTo>
                  <a:lnTo>
                    <a:pt x="838482" y="189847"/>
                  </a:lnTo>
                  <a:lnTo>
                    <a:pt x="848232" y="211341"/>
                  </a:lnTo>
                  <a:lnTo>
                    <a:pt x="857982" y="205895"/>
                  </a:lnTo>
                  <a:lnTo>
                    <a:pt x="867732" y="254254"/>
                  </a:lnTo>
                  <a:lnTo>
                    <a:pt x="877482" y="287176"/>
                  </a:lnTo>
                  <a:lnTo>
                    <a:pt x="887231" y="300627"/>
                  </a:lnTo>
                  <a:lnTo>
                    <a:pt x="896981" y="312336"/>
                  </a:lnTo>
                  <a:lnTo>
                    <a:pt x="906730" y="330352"/>
                  </a:lnTo>
                  <a:lnTo>
                    <a:pt x="916480" y="354953"/>
                  </a:lnTo>
                  <a:lnTo>
                    <a:pt x="926230" y="322754"/>
                  </a:lnTo>
                  <a:lnTo>
                    <a:pt x="935979" y="337230"/>
                  </a:lnTo>
                  <a:lnTo>
                    <a:pt x="945729" y="338614"/>
                  </a:lnTo>
                  <a:lnTo>
                    <a:pt x="955479" y="343065"/>
                  </a:lnTo>
                  <a:lnTo>
                    <a:pt x="965229" y="343965"/>
                  </a:lnTo>
                  <a:lnTo>
                    <a:pt x="974979" y="353893"/>
                  </a:lnTo>
                  <a:lnTo>
                    <a:pt x="984729" y="337519"/>
                  </a:lnTo>
                  <a:lnTo>
                    <a:pt x="994474" y="352003"/>
                  </a:lnTo>
                  <a:lnTo>
                    <a:pt x="1004233" y="357845"/>
                  </a:lnTo>
                  <a:lnTo>
                    <a:pt x="1013977" y="334375"/>
                  </a:lnTo>
                  <a:lnTo>
                    <a:pt x="1023721" y="351279"/>
                  </a:lnTo>
                  <a:lnTo>
                    <a:pt x="1033480" y="356518"/>
                  </a:lnTo>
                  <a:lnTo>
                    <a:pt x="1043224" y="325130"/>
                  </a:lnTo>
                  <a:lnTo>
                    <a:pt x="1052983" y="361738"/>
                  </a:lnTo>
                  <a:lnTo>
                    <a:pt x="1062727" y="354931"/>
                  </a:lnTo>
                  <a:lnTo>
                    <a:pt x="1072471" y="359396"/>
                  </a:lnTo>
                  <a:lnTo>
                    <a:pt x="1082230" y="348983"/>
                  </a:lnTo>
                  <a:lnTo>
                    <a:pt x="1091973" y="332565"/>
                  </a:lnTo>
                  <a:lnTo>
                    <a:pt x="1101732" y="318801"/>
                  </a:lnTo>
                  <a:lnTo>
                    <a:pt x="1111476" y="322700"/>
                  </a:lnTo>
                  <a:lnTo>
                    <a:pt x="1121220" y="348371"/>
                  </a:lnTo>
                  <a:lnTo>
                    <a:pt x="1130979" y="317371"/>
                  </a:lnTo>
                  <a:lnTo>
                    <a:pt x="1140723" y="300398"/>
                  </a:lnTo>
                  <a:lnTo>
                    <a:pt x="1150482" y="285526"/>
                  </a:lnTo>
                  <a:lnTo>
                    <a:pt x="1160226" y="266804"/>
                  </a:lnTo>
                  <a:lnTo>
                    <a:pt x="1169969" y="274697"/>
                  </a:lnTo>
                  <a:lnTo>
                    <a:pt x="1179728" y="259904"/>
                  </a:lnTo>
                  <a:lnTo>
                    <a:pt x="1189472" y="248615"/>
                  </a:lnTo>
                  <a:lnTo>
                    <a:pt x="1199231" y="221981"/>
                  </a:lnTo>
                  <a:lnTo>
                    <a:pt x="1208975" y="254376"/>
                  </a:lnTo>
                  <a:lnTo>
                    <a:pt x="1218719" y="269846"/>
                  </a:lnTo>
                  <a:lnTo>
                    <a:pt x="1228478" y="272851"/>
                  </a:lnTo>
                  <a:lnTo>
                    <a:pt x="1238222" y="257383"/>
                  </a:lnTo>
                  <a:lnTo>
                    <a:pt x="1247966" y="296680"/>
                  </a:lnTo>
                  <a:lnTo>
                    <a:pt x="1257725" y="285824"/>
                  </a:lnTo>
                  <a:lnTo>
                    <a:pt x="1267469" y="305380"/>
                  </a:lnTo>
                  <a:lnTo>
                    <a:pt x="1277227" y="287841"/>
                  </a:lnTo>
                  <a:lnTo>
                    <a:pt x="1286971" y="288133"/>
                  </a:lnTo>
                  <a:lnTo>
                    <a:pt x="1296715" y="241006"/>
                  </a:lnTo>
                  <a:lnTo>
                    <a:pt x="1306474" y="234272"/>
                  </a:lnTo>
                  <a:lnTo>
                    <a:pt x="1316218" y="236712"/>
                  </a:lnTo>
                  <a:lnTo>
                    <a:pt x="1325977" y="228737"/>
                  </a:lnTo>
                  <a:lnTo>
                    <a:pt x="1335721" y="239355"/>
                  </a:lnTo>
                  <a:lnTo>
                    <a:pt x="1345465" y="237764"/>
                  </a:lnTo>
                  <a:lnTo>
                    <a:pt x="1355224" y="227703"/>
                  </a:lnTo>
                  <a:lnTo>
                    <a:pt x="1364967" y="198679"/>
                  </a:lnTo>
                  <a:lnTo>
                    <a:pt x="1374726" y="200773"/>
                  </a:lnTo>
                  <a:lnTo>
                    <a:pt x="1384470" y="233671"/>
                  </a:lnTo>
                  <a:lnTo>
                    <a:pt x="1394214" y="225270"/>
                  </a:lnTo>
                  <a:lnTo>
                    <a:pt x="1403973" y="221281"/>
                  </a:lnTo>
                  <a:lnTo>
                    <a:pt x="1413717" y="200513"/>
                  </a:lnTo>
                  <a:lnTo>
                    <a:pt x="1423476" y="206299"/>
                  </a:lnTo>
                  <a:lnTo>
                    <a:pt x="1433220" y="224286"/>
                  </a:lnTo>
                  <a:lnTo>
                    <a:pt x="1442964" y="231566"/>
                  </a:lnTo>
                  <a:lnTo>
                    <a:pt x="1452722" y="196637"/>
                  </a:lnTo>
                  <a:lnTo>
                    <a:pt x="1462466" y="234637"/>
                  </a:lnTo>
                  <a:lnTo>
                    <a:pt x="1472225" y="183718"/>
                  </a:lnTo>
                  <a:lnTo>
                    <a:pt x="1481969" y="181081"/>
                  </a:lnTo>
                  <a:lnTo>
                    <a:pt x="1491713" y="148863"/>
                  </a:lnTo>
                  <a:lnTo>
                    <a:pt x="1501472" y="169355"/>
                  </a:lnTo>
                  <a:lnTo>
                    <a:pt x="1511216" y="169480"/>
                  </a:lnTo>
                  <a:lnTo>
                    <a:pt x="1520960" y="191698"/>
                  </a:lnTo>
                  <a:lnTo>
                    <a:pt x="1530719" y="205153"/>
                  </a:lnTo>
                  <a:lnTo>
                    <a:pt x="1540463" y="185054"/>
                  </a:lnTo>
                  <a:lnTo>
                    <a:pt x="1550221" y="159059"/>
                  </a:lnTo>
                  <a:lnTo>
                    <a:pt x="1559965" y="167158"/>
                  </a:lnTo>
                  <a:lnTo>
                    <a:pt x="1569709" y="184040"/>
                  </a:lnTo>
                  <a:lnTo>
                    <a:pt x="1579468" y="176964"/>
                  </a:lnTo>
                  <a:lnTo>
                    <a:pt x="1589212" y="160663"/>
                  </a:lnTo>
                  <a:lnTo>
                    <a:pt x="1598971" y="125496"/>
                  </a:lnTo>
                  <a:lnTo>
                    <a:pt x="1608715" y="129602"/>
                  </a:lnTo>
                  <a:lnTo>
                    <a:pt x="1618459" y="118554"/>
                  </a:lnTo>
                  <a:lnTo>
                    <a:pt x="1628218" y="110614"/>
                  </a:lnTo>
                  <a:lnTo>
                    <a:pt x="1637962" y="133048"/>
                  </a:lnTo>
                  <a:lnTo>
                    <a:pt x="1647720" y="145639"/>
                  </a:lnTo>
                  <a:lnTo>
                    <a:pt x="1657464" y="168822"/>
                  </a:lnTo>
                  <a:lnTo>
                    <a:pt x="1667208" y="171265"/>
                  </a:lnTo>
                  <a:lnTo>
                    <a:pt x="1676967" y="173193"/>
                  </a:lnTo>
                  <a:lnTo>
                    <a:pt x="1686711" y="183619"/>
                  </a:lnTo>
                  <a:lnTo>
                    <a:pt x="1696470" y="153670"/>
                  </a:lnTo>
                  <a:lnTo>
                    <a:pt x="1706214" y="150155"/>
                  </a:lnTo>
                  <a:lnTo>
                    <a:pt x="1715958" y="152011"/>
                  </a:lnTo>
                  <a:lnTo>
                    <a:pt x="1725716" y="127216"/>
                  </a:lnTo>
                  <a:lnTo>
                    <a:pt x="1735460" y="92214"/>
                  </a:lnTo>
                  <a:lnTo>
                    <a:pt x="1745219" y="70490"/>
                  </a:lnTo>
                  <a:lnTo>
                    <a:pt x="1754963" y="61332"/>
                  </a:lnTo>
                  <a:lnTo>
                    <a:pt x="1764707" y="85568"/>
                  </a:lnTo>
                  <a:lnTo>
                    <a:pt x="1774466" y="49065"/>
                  </a:lnTo>
                  <a:lnTo>
                    <a:pt x="1784210" y="49645"/>
                  </a:lnTo>
                  <a:lnTo>
                    <a:pt x="1793969" y="47601"/>
                  </a:lnTo>
                  <a:lnTo>
                    <a:pt x="1803713" y="39025"/>
                  </a:lnTo>
                  <a:lnTo>
                    <a:pt x="1813457" y="14737"/>
                  </a:lnTo>
                  <a:lnTo>
                    <a:pt x="1823215" y="14722"/>
                  </a:lnTo>
                  <a:lnTo>
                    <a:pt x="1832959" y="51530"/>
                  </a:lnTo>
                  <a:lnTo>
                    <a:pt x="1842703" y="80163"/>
                  </a:lnTo>
                  <a:lnTo>
                    <a:pt x="1852462" y="117355"/>
                  </a:lnTo>
                  <a:lnTo>
                    <a:pt x="1862206" y="135764"/>
                  </a:lnTo>
                  <a:lnTo>
                    <a:pt x="1871965" y="143635"/>
                  </a:lnTo>
                  <a:lnTo>
                    <a:pt x="1881709" y="135394"/>
                  </a:lnTo>
                  <a:lnTo>
                    <a:pt x="1891453" y="183588"/>
                  </a:lnTo>
                  <a:lnTo>
                    <a:pt x="1901212" y="185766"/>
                  </a:lnTo>
                  <a:lnTo>
                    <a:pt x="1910956" y="193283"/>
                  </a:lnTo>
                  <a:lnTo>
                    <a:pt x="1920714" y="204383"/>
                  </a:lnTo>
                  <a:lnTo>
                    <a:pt x="1930458" y="216193"/>
                  </a:lnTo>
                  <a:lnTo>
                    <a:pt x="1940202" y="193787"/>
                  </a:lnTo>
                  <a:lnTo>
                    <a:pt x="1949961" y="209873"/>
                  </a:lnTo>
                  <a:lnTo>
                    <a:pt x="1959705" y="199704"/>
                  </a:lnTo>
                  <a:lnTo>
                    <a:pt x="1969464" y="174445"/>
                  </a:lnTo>
                  <a:lnTo>
                    <a:pt x="1979208" y="170911"/>
                  </a:lnTo>
                  <a:lnTo>
                    <a:pt x="1988952" y="176367"/>
                  </a:lnTo>
                  <a:lnTo>
                    <a:pt x="1998711" y="188566"/>
                  </a:lnTo>
                  <a:lnTo>
                    <a:pt x="2008454" y="194756"/>
                  </a:lnTo>
                  <a:lnTo>
                    <a:pt x="2018213" y="182007"/>
                  </a:lnTo>
                  <a:lnTo>
                    <a:pt x="2027957" y="151515"/>
                  </a:lnTo>
                  <a:lnTo>
                    <a:pt x="2037701" y="161906"/>
                  </a:lnTo>
                  <a:lnTo>
                    <a:pt x="2047460" y="146597"/>
                  </a:lnTo>
                  <a:lnTo>
                    <a:pt x="2057204" y="122333"/>
                  </a:lnTo>
                  <a:lnTo>
                    <a:pt x="2066963" y="136788"/>
                  </a:lnTo>
                  <a:lnTo>
                    <a:pt x="2076707" y="127324"/>
                  </a:lnTo>
                  <a:lnTo>
                    <a:pt x="2086451" y="177514"/>
                  </a:lnTo>
                  <a:lnTo>
                    <a:pt x="2096210" y="179679"/>
                  </a:lnTo>
                  <a:lnTo>
                    <a:pt x="2105954" y="195887"/>
                  </a:lnTo>
                  <a:lnTo>
                    <a:pt x="2115697" y="220524"/>
                  </a:lnTo>
                  <a:lnTo>
                    <a:pt x="2125456" y="250792"/>
                  </a:lnTo>
                  <a:lnTo>
                    <a:pt x="2135200" y="246320"/>
                  </a:lnTo>
                  <a:lnTo>
                    <a:pt x="2144959" y="201646"/>
                  </a:lnTo>
                  <a:lnTo>
                    <a:pt x="2154703" y="155861"/>
                  </a:lnTo>
                  <a:lnTo>
                    <a:pt x="2164447" y="170748"/>
                  </a:lnTo>
                  <a:lnTo>
                    <a:pt x="2174206" y="182480"/>
                  </a:lnTo>
                  <a:lnTo>
                    <a:pt x="2183950" y="184099"/>
                  </a:lnTo>
                  <a:lnTo>
                    <a:pt x="2193709" y="187794"/>
                  </a:lnTo>
                  <a:lnTo>
                    <a:pt x="2203452" y="218386"/>
                  </a:lnTo>
                  <a:lnTo>
                    <a:pt x="2213196" y="184037"/>
                  </a:lnTo>
                  <a:lnTo>
                    <a:pt x="2222955" y="172171"/>
                  </a:lnTo>
                  <a:lnTo>
                    <a:pt x="2232699" y="163421"/>
                  </a:lnTo>
                  <a:lnTo>
                    <a:pt x="2242458" y="169375"/>
                  </a:lnTo>
                  <a:lnTo>
                    <a:pt x="2252202" y="146883"/>
                  </a:lnTo>
                  <a:lnTo>
                    <a:pt x="2261946" y="153018"/>
                  </a:lnTo>
                  <a:lnTo>
                    <a:pt x="2271705" y="140515"/>
                  </a:lnTo>
                  <a:lnTo>
                    <a:pt x="2281449" y="157134"/>
                  </a:lnTo>
                  <a:lnTo>
                    <a:pt x="2291208" y="114622"/>
                  </a:lnTo>
                  <a:lnTo>
                    <a:pt x="2300951" y="116002"/>
                  </a:lnTo>
                  <a:lnTo>
                    <a:pt x="2310695" y="120132"/>
                  </a:lnTo>
                  <a:lnTo>
                    <a:pt x="2320454" y="162800"/>
                  </a:lnTo>
                  <a:lnTo>
                    <a:pt x="2330198" y="149924"/>
                  </a:lnTo>
                  <a:lnTo>
                    <a:pt x="2339957" y="116152"/>
                  </a:lnTo>
                  <a:lnTo>
                    <a:pt x="2349701" y="132903"/>
                  </a:lnTo>
                  <a:lnTo>
                    <a:pt x="2359445" y="121708"/>
                  </a:lnTo>
                  <a:lnTo>
                    <a:pt x="2369204" y="76733"/>
                  </a:lnTo>
                  <a:lnTo>
                    <a:pt x="2378948" y="73418"/>
                  </a:lnTo>
                  <a:lnTo>
                    <a:pt x="2388692" y="70115"/>
                  </a:lnTo>
                  <a:lnTo>
                    <a:pt x="2398450" y="39987"/>
                  </a:lnTo>
                  <a:lnTo>
                    <a:pt x="2408194" y="0"/>
                  </a:lnTo>
                  <a:lnTo>
                    <a:pt x="2417953" y="24299"/>
                  </a:lnTo>
                  <a:lnTo>
                    <a:pt x="2427697" y="22766"/>
                  </a:lnTo>
                  <a:lnTo>
                    <a:pt x="2437441" y="53592"/>
                  </a:lnTo>
                  <a:lnTo>
                    <a:pt x="2447200" y="84556"/>
                  </a:lnTo>
                  <a:lnTo>
                    <a:pt x="2456944" y="92691"/>
                  </a:lnTo>
                  <a:lnTo>
                    <a:pt x="2466703" y="73021"/>
                  </a:lnTo>
                  <a:lnTo>
                    <a:pt x="2476446" y="95981"/>
                  </a:lnTo>
                  <a:lnTo>
                    <a:pt x="2486190" y="95282"/>
                  </a:lnTo>
                  <a:lnTo>
                    <a:pt x="2495949" y="111866"/>
                  </a:lnTo>
                  <a:lnTo>
                    <a:pt x="2505693" y="116863"/>
                  </a:lnTo>
                  <a:lnTo>
                    <a:pt x="2515452" y="122069"/>
                  </a:lnTo>
                  <a:lnTo>
                    <a:pt x="2525196" y="138416"/>
                  </a:lnTo>
                  <a:lnTo>
                    <a:pt x="2534940" y="175593"/>
                  </a:lnTo>
                  <a:lnTo>
                    <a:pt x="2544699" y="175041"/>
                  </a:lnTo>
                  <a:lnTo>
                    <a:pt x="2554443" y="170914"/>
                  </a:lnTo>
                  <a:lnTo>
                    <a:pt x="2564202" y="195962"/>
                  </a:lnTo>
                  <a:lnTo>
                    <a:pt x="2573946" y="227147"/>
                  </a:lnTo>
                  <a:lnTo>
                    <a:pt x="2583690" y="220158"/>
                  </a:lnTo>
                  <a:lnTo>
                    <a:pt x="2593448" y="225471"/>
                  </a:lnTo>
                  <a:lnTo>
                    <a:pt x="2603192" y="231882"/>
                  </a:lnTo>
                  <a:lnTo>
                    <a:pt x="2612951" y="209308"/>
                  </a:lnTo>
                  <a:lnTo>
                    <a:pt x="2622695" y="186575"/>
                  </a:lnTo>
                  <a:lnTo>
                    <a:pt x="2632439" y="209559"/>
                  </a:lnTo>
                  <a:lnTo>
                    <a:pt x="2642198" y="211457"/>
                  </a:lnTo>
                  <a:lnTo>
                    <a:pt x="2651942" y="206282"/>
                  </a:lnTo>
                  <a:lnTo>
                    <a:pt x="2661685" y="176121"/>
                  </a:lnTo>
                  <a:lnTo>
                    <a:pt x="2671444" y="196103"/>
                  </a:lnTo>
                  <a:lnTo>
                    <a:pt x="2681188" y="219382"/>
                  </a:lnTo>
                  <a:lnTo>
                    <a:pt x="2690947" y="196236"/>
                  </a:lnTo>
                  <a:lnTo>
                    <a:pt x="2700691" y="171016"/>
                  </a:lnTo>
                  <a:lnTo>
                    <a:pt x="2710435" y="161891"/>
                  </a:lnTo>
                  <a:lnTo>
                    <a:pt x="2720194" y="165842"/>
                  </a:lnTo>
                  <a:lnTo>
                    <a:pt x="2729938" y="183210"/>
                  </a:lnTo>
                  <a:lnTo>
                    <a:pt x="2739697" y="216098"/>
                  </a:lnTo>
                  <a:lnTo>
                    <a:pt x="2749441" y="185403"/>
                  </a:lnTo>
                  <a:lnTo>
                    <a:pt x="2759185" y="211950"/>
                  </a:lnTo>
                  <a:lnTo>
                    <a:pt x="2768943" y="178557"/>
                  </a:lnTo>
                  <a:lnTo>
                    <a:pt x="2778687" y="175023"/>
                  </a:lnTo>
                  <a:lnTo>
                    <a:pt x="2788446" y="163522"/>
                  </a:lnTo>
                  <a:lnTo>
                    <a:pt x="2798190" y="167113"/>
                  </a:lnTo>
                  <a:lnTo>
                    <a:pt x="2807934" y="199660"/>
                  </a:lnTo>
                  <a:lnTo>
                    <a:pt x="2817693" y="200497"/>
                  </a:lnTo>
                  <a:lnTo>
                    <a:pt x="2827437" y="203608"/>
                  </a:lnTo>
                  <a:lnTo>
                    <a:pt x="2837196" y="187657"/>
                  </a:lnTo>
                  <a:lnTo>
                    <a:pt x="2846940" y="210976"/>
                  </a:lnTo>
                  <a:lnTo>
                    <a:pt x="2856684" y="244544"/>
                  </a:lnTo>
                  <a:lnTo>
                    <a:pt x="2866442" y="272802"/>
                  </a:lnTo>
                  <a:lnTo>
                    <a:pt x="2876186" y="293741"/>
                  </a:lnTo>
                  <a:lnTo>
                    <a:pt x="2885945" y="259053"/>
                  </a:lnTo>
                  <a:lnTo>
                    <a:pt x="2895689" y="277943"/>
                  </a:lnTo>
                  <a:lnTo>
                    <a:pt x="2905433" y="266927"/>
                  </a:lnTo>
                  <a:lnTo>
                    <a:pt x="2915192" y="25837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8" name="Freeform 1147">
              <a:extLst>
                <a:ext uri="{FF2B5EF4-FFF2-40B4-BE49-F238E27FC236}">
                  <a16:creationId xmlns:a16="http://schemas.microsoft.com/office/drawing/2014/main" id="{9EE28580-1C7A-7EB8-0781-72A24290AEDB}"/>
                </a:ext>
              </a:extLst>
            </p:cNvPr>
            <p:cNvSpPr/>
            <p:nvPr/>
          </p:nvSpPr>
          <p:spPr>
            <a:xfrm>
              <a:off x="4426652" y="3139651"/>
              <a:ext cx="2915191" cy="393835"/>
            </a:xfrm>
            <a:custGeom>
              <a:avLst/>
              <a:gdLst>
                <a:gd name="connsiteX0" fmla="*/ 0 w 2915191"/>
                <a:gd name="connsiteY0" fmla="*/ 177930 h 393835"/>
                <a:gd name="connsiteX1" fmla="*/ 9750 w 2915191"/>
                <a:gd name="connsiteY1" fmla="*/ 183433 h 393835"/>
                <a:gd name="connsiteX2" fmla="*/ 19500 w 2915191"/>
                <a:gd name="connsiteY2" fmla="*/ 244896 h 393835"/>
                <a:gd name="connsiteX3" fmla="*/ 29250 w 2915191"/>
                <a:gd name="connsiteY3" fmla="*/ 236781 h 393835"/>
                <a:gd name="connsiteX4" fmla="*/ 39000 w 2915191"/>
                <a:gd name="connsiteY4" fmla="*/ 241416 h 393835"/>
                <a:gd name="connsiteX5" fmla="*/ 48749 w 2915191"/>
                <a:gd name="connsiteY5" fmla="*/ 281857 h 393835"/>
                <a:gd name="connsiteX6" fmla="*/ 58499 w 2915191"/>
                <a:gd name="connsiteY6" fmla="*/ 298011 h 393835"/>
                <a:gd name="connsiteX7" fmla="*/ 68249 w 2915191"/>
                <a:gd name="connsiteY7" fmla="*/ 286849 h 393835"/>
                <a:gd name="connsiteX8" fmla="*/ 77998 w 2915191"/>
                <a:gd name="connsiteY8" fmla="*/ 276218 h 393835"/>
                <a:gd name="connsiteX9" fmla="*/ 87748 w 2915191"/>
                <a:gd name="connsiteY9" fmla="*/ 305451 h 393835"/>
                <a:gd name="connsiteX10" fmla="*/ 97497 w 2915191"/>
                <a:gd name="connsiteY10" fmla="*/ 287835 h 393835"/>
                <a:gd name="connsiteX11" fmla="*/ 107247 w 2915191"/>
                <a:gd name="connsiteY11" fmla="*/ 277301 h 393835"/>
                <a:gd name="connsiteX12" fmla="*/ 116997 w 2915191"/>
                <a:gd name="connsiteY12" fmla="*/ 276062 h 393835"/>
                <a:gd name="connsiteX13" fmla="*/ 126747 w 2915191"/>
                <a:gd name="connsiteY13" fmla="*/ 278590 h 393835"/>
                <a:gd name="connsiteX14" fmla="*/ 136497 w 2915191"/>
                <a:gd name="connsiteY14" fmla="*/ 268842 h 393835"/>
                <a:gd name="connsiteX15" fmla="*/ 146247 w 2915191"/>
                <a:gd name="connsiteY15" fmla="*/ 273197 h 393835"/>
                <a:gd name="connsiteX16" fmla="*/ 155997 w 2915191"/>
                <a:gd name="connsiteY16" fmla="*/ 259132 h 393835"/>
                <a:gd name="connsiteX17" fmla="*/ 165747 w 2915191"/>
                <a:gd name="connsiteY17" fmla="*/ 235256 h 393835"/>
                <a:gd name="connsiteX18" fmla="*/ 175497 w 2915191"/>
                <a:gd name="connsiteY18" fmla="*/ 239382 h 393835"/>
                <a:gd name="connsiteX19" fmla="*/ 185247 w 2915191"/>
                <a:gd name="connsiteY19" fmla="*/ 249174 h 393835"/>
                <a:gd name="connsiteX20" fmla="*/ 194996 w 2915191"/>
                <a:gd name="connsiteY20" fmla="*/ 236830 h 393835"/>
                <a:gd name="connsiteX21" fmla="*/ 204746 w 2915191"/>
                <a:gd name="connsiteY21" fmla="*/ 186871 h 393835"/>
                <a:gd name="connsiteX22" fmla="*/ 214495 w 2915191"/>
                <a:gd name="connsiteY22" fmla="*/ 153766 h 393835"/>
                <a:gd name="connsiteX23" fmla="*/ 224245 w 2915191"/>
                <a:gd name="connsiteY23" fmla="*/ 182498 h 393835"/>
                <a:gd name="connsiteX24" fmla="*/ 233995 w 2915191"/>
                <a:gd name="connsiteY24" fmla="*/ 212880 h 393835"/>
                <a:gd name="connsiteX25" fmla="*/ 243744 w 2915191"/>
                <a:gd name="connsiteY25" fmla="*/ 228310 h 393835"/>
                <a:gd name="connsiteX26" fmla="*/ 253494 w 2915191"/>
                <a:gd name="connsiteY26" fmla="*/ 240829 h 393835"/>
                <a:gd name="connsiteX27" fmla="*/ 263244 w 2915191"/>
                <a:gd name="connsiteY27" fmla="*/ 272100 h 393835"/>
                <a:gd name="connsiteX28" fmla="*/ 272994 w 2915191"/>
                <a:gd name="connsiteY28" fmla="*/ 270670 h 393835"/>
                <a:gd name="connsiteX29" fmla="*/ 282744 w 2915191"/>
                <a:gd name="connsiteY29" fmla="*/ 253017 h 393835"/>
                <a:gd name="connsiteX30" fmla="*/ 292494 w 2915191"/>
                <a:gd name="connsiteY30" fmla="*/ 265375 h 393835"/>
                <a:gd name="connsiteX31" fmla="*/ 302244 w 2915191"/>
                <a:gd name="connsiteY31" fmla="*/ 252673 h 393835"/>
                <a:gd name="connsiteX32" fmla="*/ 311994 w 2915191"/>
                <a:gd name="connsiteY32" fmla="*/ 262580 h 393835"/>
                <a:gd name="connsiteX33" fmla="*/ 321744 w 2915191"/>
                <a:gd name="connsiteY33" fmla="*/ 259481 h 393835"/>
                <a:gd name="connsiteX34" fmla="*/ 331493 w 2915191"/>
                <a:gd name="connsiteY34" fmla="*/ 256870 h 393835"/>
                <a:gd name="connsiteX35" fmla="*/ 341243 w 2915191"/>
                <a:gd name="connsiteY35" fmla="*/ 251510 h 393835"/>
                <a:gd name="connsiteX36" fmla="*/ 350993 w 2915191"/>
                <a:gd name="connsiteY36" fmla="*/ 250552 h 393835"/>
                <a:gd name="connsiteX37" fmla="*/ 360742 w 2915191"/>
                <a:gd name="connsiteY37" fmla="*/ 237704 h 393835"/>
                <a:gd name="connsiteX38" fmla="*/ 370492 w 2915191"/>
                <a:gd name="connsiteY38" fmla="*/ 248120 h 393835"/>
                <a:gd name="connsiteX39" fmla="*/ 380241 w 2915191"/>
                <a:gd name="connsiteY39" fmla="*/ 268307 h 393835"/>
                <a:gd name="connsiteX40" fmla="*/ 389991 w 2915191"/>
                <a:gd name="connsiteY40" fmla="*/ 282495 h 393835"/>
                <a:gd name="connsiteX41" fmla="*/ 399741 w 2915191"/>
                <a:gd name="connsiteY41" fmla="*/ 281917 h 393835"/>
                <a:gd name="connsiteX42" fmla="*/ 409491 w 2915191"/>
                <a:gd name="connsiteY42" fmla="*/ 298635 h 393835"/>
                <a:gd name="connsiteX43" fmla="*/ 419241 w 2915191"/>
                <a:gd name="connsiteY43" fmla="*/ 276606 h 393835"/>
                <a:gd name="connsiteX44" fmla="*/ 428991 w 2915191"/>
                <a:gd name="connsiteY44" fmla="*/ 249045 h 393835"/>
                <a:gd name="connsiteX45" fmla="*/ 438741 w 2915191"/>
                <a:gd name="connsiteY45" fmla="*/ 266234 h 393835"/>
                <a:gd name="connsiteX46" fmla="*/ 448491 w 2915191"/>
                <a:gd name="connsiteY46" fmla="*/ 274551 h 393835"/>
                <a:gd name="connsiteX47" fmla="*/ 458241 w 2915191"/>
                <a:gd name="connsiteY47" fmla="*/ 288370 h 393835"/>
                <a:gd name="connsiteX48" fmla="*/ 467991 w 2915191"/>
                <a:gd name="connsiteY48" fmla="*/ 336152 h 393835"/>
                <a:gd name="connsiteX49" fmla="*/ 477740 w 2915191"/>
                <a:gd name="connsiteY49" fmla="*/ 337866 h 393835"/>
                <a:gd name="connsiteX50" fmla="*/ 487490 w 2915191"/>
                <a:gd name="connsiteY50" fmla="*/ 334421 h 393835"/>
                <a:gd name="connsiteX51" fmla="*/ 497239 w 2915191"/>
                <a:gd name="connsiteY51" fmla="*/ 295877 h 393835"/>
                <a:gd name="connsiteX52" fmla="*/ 506989 w 2915191"/>
                <a:gd name="connsiteY52" fmla="*/ 258867 h 393835"/>
                <a:gd name="connsiteX53" fmla="*/ 516738 w 2915191"/>
                <a:gd name="connsiteY53" fmla="*/ 237134 h 393835"/>
                <a:gd name="connsiteX54" fmla="*/ 526488 w 2915191"/>
                <a:gd name="connsiteY54" fmla="*/ 204462 h 393835"/>
                <a:gd name="connsiteX55" fmla="*/ 536238 w 2915191"/>
                <a:gd name="connsiteY55" fmla="*/ 197198 h 393835"/>
                <a:gd name="connsiteX56" fmla="*/ 545988 w 2915191"/>
                <a:gd name="connsiteY56" fmla="*/ 189542 h 393835"/>
                <a:gd name="connsiteX57" fmla="*/ 555738 w 2915191"/>
                <a:gd name="connsiteY57" fmla="*/ 182553 h 393835"/>
                <a:gd name="connsiteX58" fmla="*/ 565488 w 2915191"/>
                <a:gd name="connsiteY58" fmla="*/ 177876 h 393835"/>
                <a:gd name="connsiteX59" fmla="*/ 575238 w 2915191"/>
                <a:gd name="connsiteY59" fmla="*/ 205800 h 393835"/>
                <a:gd name="connsiteX60" fmla="*/ 584988 w 2915191"/>
                <a:gd name="connsiteY60" fmla="*/ 178675 h 393835"/>
                <a:gd name="connsiteX61" fmla="*/ 594738 w 2915191"/>
                <a:gd name="connsiteY61" fmla="*/ 192565 h 393835"/>
                <a:gd name="connsiteX62" fmla="*/ 604488 w 2915191"/>
                <a:gd name="connsiteY62" fmla="*/ 184470 h 393835"/>
                <a:gd name="connsiteX63" fmla="*/ 614237 w 2915191"/>
                <a:gd name="connsiteY63" fmla="*/ 179758 h 393835"/>
                <a:gd name="connsiteX64" fmla="*/ 623987 w 2915191"/>
                <a:gd name="connsiteY64" fmla="*/ 181607 h 393835"/>
                <a:gd name="connsiteX65" fmla="*/ 633736 w 2915191"/>
                <a:gd name="connsiteY65" fmla="*/ 215275 h 393835"/>
                <a:gd name="connsiteX66" fmla="*/ 643486 w 2915191"/>
                <a:gd name="connsiteY66" fmla="*/ 237168 h 393835"/>
                <a:gd name="connsiteX67" fmla="*/ 653236 w 2915191"/>
                <a:gd name="connsiteY67" fmla="*/ 238072 h 393835"/>
                <a:gd name="connsiteX68" fmla="*/ 662985 w 2915191"/>
                <a:gd name="connsiteY68" fmla="*/ 251644 h 393835"/>
                <a:gd name="connsiteX69" fmla="*/ 672735 w 2915191"/>
                <a:gd name="connsiteY69" fmla="*/ 231266 h 393835"/>
                <a:gd name="connsiteX70" fmla="*/ 682485 w 2915191"/>
                <a:gd name="connsiteY70" fmla="*/ 214416 h 393835"/>
                <a:gd name="connsiteX71" fmla="*/ 692235 w 2915191"/>
                <a:gd name="connsiteY71" fmla="*/ 263350 h 393835"/>
                <a:gd name="connsiteX72" fmla="*/ 701985 w 2915191"/>
                <a:gd name="connsiteY72" fmla="*/ 259823 h 393835"/>
                <a:gd name="connsiteX73" fmla="*/ 711735 w 2915191"/>
                <a:gd name="connsiteY73" fmla="*/ 266796 h 393835"/>
                <a:gd name="connsiteX74" fmla="*/ 721485 w 2915191"/>
                <a:gd name="connsiteY74" fmla="*/ 263976 h 393835"/>
                <a:gd name="connsiteX75" fmla="*/ 731235 w 2915191"/>
                <a:gd name="connsiteY75" fmla="*/ 254203 h 393835"/>
                <a:gd name="connsiteX76" fmla="*/ 740985 w 2915191"/>
                <a:gd name="connsiteY76" fmla="*/ 241447 h 393835"/>
                <a:gd name="connsiteX77" fmla="*/ 750734 w 2915191"/>
                <a:gd name="connsiteY77" fmla="*/ 239133 h 393835"/>
                <a:gd name="connsiteX78" fmla="*/ 760484 w 2915191"/>
                <a:gd name="connsiteY78" fmla="*/ 236323 h 393835"/>
                <a:gd name="connsiteX79" fmla="*/ 770233 w 2915191"/>
                <a:gd name="connsiteY79" fmla="*/ 207844 h 393835"/>
                <a:gd name="connsiteX80" fmla="*/ 779983 w 2915191"/>
                <a:gd name="connsiteY80" fmla="*/ 215128 h 393835"/>
                <a:gd name="connsiteX81" fmla="*/ 789733 w 2915191"/>
                <a:gd name="connsiteY81" fmla="*/ 193167 h 393835"/>
                <a:gd name="connsiteX82" fmla="*/ 799482 w 2915191"/>
                <a:gd name="connsiteY82" fmla="*/ 166222 h 393835"/>
                <a:gd name="connsiteX83" fmla="*/ 809232 w 2915191"/>
                <a:gd name="connsiteY83" fmla="*/ 173552 h 393835"/>
                <a:gd name="connsiteX84" fmla="*/ 818982 w 2915191"/>
                <a:gd name="connsiteY84" fmla="*/ 173458 h 393835"/>
                <a:gd name="connsiteX85" fmla="*/ 828732 w 2915191"/>
                <a:gd name="connsiteY85" fmla="*/ 178534 h 393835"/>
                <a:gd name="connsiteX86" fmla="*/ 838482 w 2915191"/>
                <a:gd name="connsiteY86" fmla="*/ 162409 h 393835"/>
                <a:gd name="connsiteX87" fmla="*/ 848232 w 2915191"/>
                <a:gd name="connsiteY87" fmla="*/ 182302 h 393835"/>
                <a:gd name="connsiteX88" fmla="*/ 857982 w 2915191"/>
                <a:gd name="connsiteY88" fmla="*/ 225010 h 393835"/>
                <a:gd name="connsiteX89" fmla="*/ 867732 w 2915191"/>
                <a:gd name="connsiteY89" fmla="*/ 175583 h 393835"/>
                <a:gd name="connsiteX90" fmla="*/ 877482 w 2915191"/>
                <a:gd name="connsiteY90" fmla="*/ 164652 h 393835"/>
                <a:gd name="connsiteX91" fmla="*/ 887231 w 2915191"/>
                <a:gd name="connsiteY91" fmla="*/ 160034 h 393835"/>
                <a:gd name="connsiteX92" fmla="*/ 896981 w 2915191"/>
                <a:gd name="connsiteY92" fmla="*/ 166389 h 393835"/>
                <a:gd name="connsiteX93" fmla="*/ 906730 w 2915191"/>
                <a:gd name="connsiteY93" fmla="*/ 139717 h 393835"/>
                <a:gd name="connsiteX94" fmla="*/ 916480 w 2915191"/>
                <a:gd name="connsiteY94" fmla="*/ 142720 h 393835"/>
                <a:gd name="connsiteX95" fmla="*/ 926230 w 2915191"/>
                <a:gd name="connsiteY95" fmla="*/ 188214 h 393835"/>
                <a:gd name="connsiteX96" fmla="*/ 935979 w 2915191"/>
                <a:gd name="connsiteY96" fmla="*/ 213917 h 393835"/>
                <a:gd name="connsiteX97" fmla="*/ 945729 w 2915191"/>
                <a:gd name="connsiteY97" fmla="*/ 220368 h 393835"/>
                <a:gd name="connsiteX98" fmla="*/ 955479 w 2915191"/>
                <a:gd name="connsiteY98" fmla="*/ 210125 h 393835"/>
                <a:gd name="connsiteX99" fmla="*/ 965229 w 2915191"/>
                <a:gd name="connsiteY99" fmla="*/ 195788 h 393835"/>
                <a:gd name="connsiteX100" fmla="*/ 974979 w 2915191"/>
                <a:gd name="connsiteY100" fmla="*/ 210035 h 393835"/>
                <a:gd name="connsiteX101" fmla="*/ 984729 w 2915191"/>
                <a:gd name="connsiteY101" fmla="*/ 197963 h 393835"/>
                <a:gd name="connsiteX102" fmla="*/ 994474 w 2915191"/>
                <a:gd name="connsiteY102" fmla="*/ 192082 h 393835"/>
                <a:gd name="connsiteX103" fmla="*/ 1004233 w 2915191"/>
                <a:gd name="connsiteY103" fmla="*/ 206704 h 393835"/>
                <a:gd name="connsiteX104" fmla="*/ 1013977 w 2915191"/>
                <a:gd name="connsiteY104" fmla="*/ 240775 h 393835"/>
                <a:gd name="connsiteX105" fmla="*/ 1023721 w 2915191"/>
                <a:gd name="connsiteY105" fmla="*/ 272097 h 393835"/>
                <a:gd name="connsiteX106" fmla="*/ 1033480 w 2915191"/>
                <a:gd name="connsiteY106" fmla="*/ 279794 h 393835"/>
                <a:gd name="connsiteX107" fmla="*/ 1043224 w 2915191"/>
                <a:gd name="connsiteY107" fmla="*/ 291488 h 393835"/>
                <a:gd name="connsiteX108" fmla="*/ 1052983 w 2915191"/>
                <a:gd name="connsiteY108" fmla="*/ 288805 h 393835"/>
                <a:gd name="connsiteX109" fmla="*/ 1062727 w 2915191"/>
                <a:gd name="connsiteY109" fmla="*/ 302485 h 393835"/>
                <a:gd name="connsiteX110" fmla="*/ 1072471 w 2915191"/>
                <a:gd name="connsiteY110" fmla="*/ 282027 h 393835"/>
                <a:gd name="connsiteX111" fmla="*/ 1082230 w 2915191"/>
                <a:gd name="connsiteY111" fmla="*/ 307320 h 393835"/>
                <a:gd name="connsiteX112" fmla="*/ 1091973 w 2915191"/>
                <a:gd name="connsiteY112" fmla="*/ 313302 h 393835"/>
                <a:gd name="connsiteX113" fmla="*/ 1101732 w 2915191"/>
                <a:gd name="connsiteY113" fmla="*/ 313595 h 393835"/>
                <a:gd name="connsiteX114" fmla="*/ 1111476 w 2915191"/>
                <a:gd name="connsiteY114" fmla="*/ 315791 h 393835"/>
                <a:gd name="connsiteX115" fmla="*/ 1121220 w 2915191"/>
                <a:gd name="connsiteY115" fmla="*/ 303589 h 393835"/>
                <a:gd name="connsiteX116" fmla="*/ 1130979 w 2915191"/>
                <a:gd name="connsiteY116" fmla="*/ 302723 h 393835"/>
                <a:gd name="connsiteX117" fmla="*/ 1140723 w 2915191"/>
                <a:gd name="connsiteY117" fmla="*/ 312211 h 393835"/>
                <a:gd name="connsiteX118" fmla="*/ 1150482 w 2915191"/>
                <a:gd name="connsiteY118" fmla="*/ 304496 h 393835"/>
                <a:gd name="connsiteX119" fmla="*/ 1160226 w 2915191"/>
                <a:gd name="connsiteY119" fmla="*/ 275171 h 393835"/>
                <a:gd name="connsiteX120" fmla="*/ 1169969 w 2915191"/>
                <a:gd name="connsiteY120" fmla="*/ 262718 h 393835"/>
                <a:gd name="connsiteX121" fmla="*/ 1179728 w 2915191"/>
                <a:gd name="connsiteY121" fmla="*/ 228480 h 393835"/>
                <a:gd name="connsiteX122" fmla="*/ 1189472 w 2915191"/>
                <a:gd name="connsiteY122" fmla="*/ 206722 h 393835"/>
                <a:gd name="connsiteX123" fmla="*/ 1199231 w 2915191"/>
                <a:gd name="connsiteY123" fmla="*/ 215334 h 393835"/>
                <a:gd name="connsiteX124" fmla="*/ 1208975 w 2915191"/>
                <a:gd name="connsiteY124" fmla="*/ 217585 h 393835"/>
                <a:gd name="connsiteX125" fmla="*/ 1218719 w 2915191"/>
                <a:gd name="connsiteY125" fmla="*/ 201102 h 393835"/>
                <a:gd name="connsiteX126" fmla="*/ 1228478 w 2915191"/>
                <a:gd name="connsiteY126" fmla="*/ 206418 h 393835"/>
                <a:gd name="connsiteX127" fmla="*/ 1238222 w 2915191"/>
                <a:gd name="connsiteY127" fmla="*/ 249595 h 393835"/>
                <a:gd name="connsiteX128" fmla="*/ 1247966 w 2915191"/>
                <a:gd name="connsiteY128" fmla="*/ 220511 h 393835"/>
                <a:gd name="connsiteX129" fmla="*/ 1257725 w 2915191"/>
                <a:gd name="connsiteY129" fmla="*/ 222336 h 393835"/>
                <a:gd name="connsiteX130" fmla="*/ 1267469 w 2915191"/>
                <a:gd name="connsiteY130" fmla="*/ 253876 h 393835"/>
                <a:gd name="connsiteX131" fmla="*/ 1277227 w 2915191"/>
                <a:gd name="connsiteY131" fmla="*/ 279313 h 393835"/>
                <a:gd name="connsiteX132" fmla="*/ 1286971 w 2915191"/>
                <a:gd name="connsiteY132" fmla="*/ 263247 h 393835"/>
                <a:gd name="connsiteX133" fmla="*/ 1296715 w 2915191"/>
                <a:gd name="connsiteY133" fmla="*/ 245727 h 393835"/>
                <a:gd name="connsiteX134" fmla="*/ 1306474 w 2915191"/>
                <a:gd name="connsiteY134" fmla="*/ 205986 h 393835"/>
                <a:gd name="connsiteX135" fmla="*/ 1316218 w 2915191"/>
                <a:gd name="connsiteY135" fmla="*/ 164626 h 393835"/>
                <a:gd name="connsiteX136" fmla="*/ 1325977 w 2915191"/>
                <a:gd name="connsiteY136" fmla="*/ 159231 h 393835"/>
                <a:gd name="connsiteX137" fmla="*/ 1335721 w 2915191"/>
                <a:gd name="connsiteY137" fmla="*/ 168005 h 393835"/>
                <a:gd name="connsiteX138" fmla="*/ 1345465 w 2915191"/>
                <a:gd name="connsiteY138" fmla="*/ 183034 h 393835"/>
                <a:gd name="connsiteX139" fmla="*/ 1355224 w 2915191"/>
                <a:gd name="connsiteY139" fmla="*/ 198447 h 393835"/>
                <a:gd name="connsiteX140" fmla="*/ 1364967 w 2915191"/>
                <a:gd name="connsiteY140" fmla="*/ 192288 h 393835"/>
                <a:gd name="connsiteX141" fmla="*/ 1374726 w 2915191"/>
                <a:gd name="connsiteY141" fmla="*/ 187884 h 393835"/>
                <a:gd name="connsiteX142" fmla="*/ 1384470 w 2915191"/>
                <a:gd name="connsiteY142" fmla="*/ 188865 h 393835"/>
                <a:gd name="connsiteX143" fmla="*/ 1394214 w 2915191"/>
                <a:gd name="connsiteY143" fmla="*/ 140119 h 393835"/>
                <a:gd name="connsiteX144" fmla="*/ 1403973 w 2915191"/>
                <a:gd name="connsiteY144" fmla="*/ 140137 h 393835"/>
                <a:gd name="connsiteX145" fmla="*/ 1413717 w 2915191"/>
                <a:gd name="connsiteY145" fmla="*/ 140646 h 393835"/>
                <a:gd name="connsiteX146" fmla="*/ 1423476 w 2915191"/>
                <a:gd name="connsiteY146" fmla="*/ 148617 h 393835"/>
                <a:gd name="connsiteX147" fmla="*/ 1433220 w 2915191"/>
                <a:gd name="connsiteY147" fmla="*/ 114391 h 393835"/>
                <a:gd name="connsiteX148" fmla="*/ 1442964 w 2915191"/>
                <a:gd name="connsiteY148" fmla="*/ 139159 h 393835"/>
                <a:gd name="connsiteX149" fmla="*/ 1452722 w 2915191"/>
                <a:gd name="connsiteY149" fmla="*/ 107012 h 393835"/>
                <a:gd name="connsiteX150" fmla="*/ 1462466 w 2915191"/>
                <a:gd name="connsiteY150" fmla="*/ 129578 h 393835"/>
                <a:gd name="connsiteX151" fmla="*/ 1472225 w 2915191"/>
                <a:gd name="connsiteY151" fmla="*/ 121495 h 393835"/>
                <a:gd name="connsiteX152" fmla="*/ 1481969 w 2915191"/>
                <a:gd name="connsiteY152" fmla="*/ 139288 h 393835"/>
                <a:gd name="connsiteX153" fmla="*/ 1491713 w 2915191"/>
                <a:gd name="connsiteY153" fmla="*/ 145734 h 393835"/>
                <a:gd name="connsiteX154" fmla="*/ 1501472 w 2915191"/>
                <a:gd name="connsiteY154" fmla="*/ 158626 h 393835"/>
                <a:gd name="connsiteX155" fmla="*/ 1511216 w 2915191"/>
                <a:gd name="connsiteY155" fmla="*/ 183855 h 393835"/>
                <a:gd name="connsiteX156" fmla="*/ 1520960 w 2915191"/>
                <a:gd name="connsiteY156" fmla="*/ 230456 h 393835"/>
                <a:gd name="connsiteX157" fmla="*/ 1530719 w 2915191"/>
                <a:gd name="connsiteY157" fmla="*/ 229717 h 393835"/>
                <a:gd name="connsiteX158" fmla="*/ 1540463 w 2915191"/>
                <a:gd name="connsiteY158" fmla="*/ 237405 h 393835"/>
                <a:gd name="connsiteX159" fmla="*/ 1550221 w 2915191"/>
                <a:gd name="connsiteY159" fmla="*/ 235294 h 393835"/>
                <a:gd name="connsiteX160" fmla="*/ 1559965 w 2915191"/>
                <a:gd name="connsiteY160" fmla="*/ 268700 h 393835"/>
                <a:gd name="connsiteX161" fmla="*/ 1569709 w 2915191"/>
                <a:gd name="connsiteY161" fmla="*/ 256242 h 393835"/>
                <a:gd name="connsiteX162" fmla="*/ 1579468 w 2915191"/>
                <a:gd name="connsiteY162" fmla="*/ 230663 h 393835"/>
                <a:gd name="connsiteX163" fmla="*/ 1589212 w 2915191"/>
                <a:gd name="connsiteY163" fmla="*/ 256738 h 393835"/>
                <a:gd name="connsiteX164" fmla="*/ 1598971 w 2915191"/>
                <a:gd name="connsiteY164" fmla="*/ 299082 h 393835"/>
                <a:gd name="connsiteX165" fmla="*/ 1608715 w 2915191"/>
                <a:gd name="connsiteY165" fmla="*/ 296792 h 393835"/>
                <a:gd name="connsiteX166" fmla="*/ 1618459 w 2915191"/>
                <a:gd name="connsiteY166" fmla="*/ 295246 h 393835"/>
                <a:gd name="connsiteX167" fmla="*/ 1628218 w 2915191"/>
                <a:gd name="connsiteY167" fmla="*/ 276790 h 393835"/>
                <a:gd name="connsiteX168" fmla="*/ 1637962 w 2915191"/>
                <a:gd name="connsiteY168" fmla="*/ 227959 h 393835"/>
                <a:gd name="connsiteX169" fmla="*/ 1647720 w 2915191"/>
                <a:gd name="connsiteY169" fmla="*/ 254300 h 393835"/>
                <a:gd name="connsiteX170" fmla="*/ 1657464 w 2915191"/>
                <a:gd name="connsiteY170" fmla="*/ 264484 h 393835"/>
                <a:gd name="connsiteX171" fmla="*/ 1667208 w 2915191"/>
                <a:gd name="connsiteY171" fmla="*/ 257915 h 393835"/>
                <a:gd name="connsiteX172" fmla="*/ 1676967 w 2915191"/>
                <a:gd name="connsiteY172" fmla="*/ 209003 h 393835"/>
                <a:gd name="connsiteX173" fmla="*/ 1686711 w 2915191"/>
                <a:gd name="connsiteY173" fmla="*/ 220033 h 393835"/>
                <a:gd name="connsiteX174" fmla="*/ 1696470 w 2915191"/>
                <a:gd name="connsiteY174" fmla="*/ 224228 h 393835"/>
                <a:gd name="connsiteX175" fmla="*/ 1706214 w 2915191"/>
                <a:gd name="connsiteY175" fmla="*/ 236989 h 393835"/>
                <a:gd name="connsiteX176" fmla="*/ 1715958 w 2915191"/>
                <a:gd name="connsiteY176" fmla="*/ 276701 h 393835"/>
                <a:gd name="connsiteX177" fmla="*/ 1725716 w 2915191"/>
                <a:gd name="connsiteY177" fmla="*/ 304403 h 393835"/>
                <a:gd name="connsiteX178" fmla="*/ 1735460 w 2915191"/>
                <a:gd name="connsiteY178" fmla="*/ 328530 h 393835"/>
                <a:gd name="connsiteX179" fmla="*/ 1745219 w 2915191"/>
                <a:gd name="connsiteY179" fmla="*/ 311514 h 393835"/>
                <a:gd name="connsiteX180" fmla="*/ 1754963 w 2915191"/>
                <a:gd name="connsiteY180" fmla="*/ 303805 h 393835"/>
                <a:gd name="connsiteX181" fmla="*/ 1764707 w 2915191"/>
                <a:gd name="connsiteY181" fmla="*/ 292548 h 393835"/>
                <a:gd name="connsiteX182" fmla="*/ 1774466 w 2915191"/>
                <a:gd name="connsiteY182" fmla="*/ 280098 h 393835"/>
                <a:gd name="connsiteX183" fmla="*/ 1784210 w 2915191"/>
                <a:gd name="connsiteY183" fmla="*/ 276373 h 393835"/>
                <a:gd name="connsiteX184" fmla="*/ 1793969 w 2915191"/>
                <a:gd name="connsiteY184" fmla="*/ 311314 h 393835"/>
                <a:gd name="connsiteX185" fmla="*/ 1803713 w 2915191"/>
                <a:gd name="connsiteY185" fmla="*/ 343793 h 393835"/>
                <a:gd name="connsiteX186" fmla="*/ 1813457 w 2915191"/>
                <a:gd name="connsiteY186" fmla="*/ 293850 h 393835"/>
                <a:gd name="connsiteX187" fmla="*/ 1823215 w 2915191"/>
                <a:gd name="connsiteY187" fmla="*/ 333016 h 393835"/>
                <a:gd name="connsiteX188" fmla="*/ 1832959 w 2915191"/>
                <a:gd name="connsiteY188" fmla="*/ 315283 h 393835"/>
                <a:gd name="connsiteX189" fmla="*/ 1842703 w 2915191"/>
                <a:gd name="connsiteY189" fmla="*/ 296274 h 393835"/>
                <a:gd name="connsiteX190" fmla="*/ 1852462 w 2915191"/>
                <a:gd name="connsiteY190" fmla="*/ 274363 h 393835"/>
                <a:gd name="connsiteX191" fmla="*/ 1862206 w 2915191"/>
                <a:gd name="connsiteY191" fmla="*/ 262359 h 393835"/>
                <a:gd name="connsiteX192" fmla="*/ 1871965 w 2915191"/>
                <a:gd name="connsiteY192" fmla="*/ 288157 h 393835"/>
                <a:gd name="connsiteX193" fmla="*/ 1881709 w 2915191"/>
                <a:gd name="connsiteY193" fmla="*/ 303634 h 393835"/>
                <a:gd name="connsiteX194" fmla="*/ 1891453 w 2915191"/>
                <a:gd name="connsiteY194" fmla="*/ 302783 h 393835"/>
                <a:gd name="connsiteX195" fmla="*/ 1901212 w 2915191"/>
                <a:gd name="connsiteY195" fmla="*/ 307646 h 393835"/>
                <a:gd name="connsiteX196" fmla="*/ 1910956 w 2915191"/>
                <a:gd name="connsiteY196" fmla="*/ 330823 h 393835"/>
                <a:gd name="connsiteX197" fmla="*/ 1920714 w 2915191"/>
                <a:gd name="connsiteY197" fmla="*/ 345117 h 393835"/>
                <a:gd name="connsiteX198" fmla="*/ 1930458 w 2915191"/>
                <a:gd name="connsiteY198" fmla="*/ 361241 h 393835"/>
                <a:gd name="connsiteX199" fmla="*/ 1940202 w 2915191"/>
                <a:gd name="connsiteY199" fmla="*/ 326139 h 393835"/>
                <a:gd name="connsiteX200" fmla="*/ 1949961 w 2915191"/>
                <a:gd name="connsiteY200" fmla="*/ 393835 h 393835"/>
                <a:gd name="connsiteX201" fmla="*/ 1959705 w 2915191"/>
                <a:gd name="connsiteY201" fmla="*/ 354415 h 393835"/>
                <a:gd name="connsiteX202" fmla="*/ 1969464 w 2915191"/>
                <a:gd name="connsiteY202" fmla="*/ 319729 h 393835"/>
                <a:gd name="connsiteX203" fmla="*/ 1979208 w 2915191"/>
                <a:gd name="connsiteY203" fmla="*/ 344558 h 393835"/>
                <a:gd name="connsiteX204" fmla="*/ 1988952 w 2915191"/>
                <a:gd name="connsiteY204" fmla="*/ 304805 h 393835"/>
                <a:gd name="connsiteX205" fmla="*/ 1998711 w 2915191"/>
                <a:gd name="connsiteY205" fmla="*/ 287342 h 393835"/>
                <a:gd name="connsiteX206" fmla="*/ 2008454 w 2915191"/>
                <a:gd name="connsiteY206" fmla="*/ 268128 h 393835"/>
                <a:gd name="connsiteX207" fmla="*/ 2018213 w 2915191"/>
                <a:gd name="connsiteY207" fmla="*/ 279904 h 393835"/>
                <a:gd name="connsiteX208" fmla="*/ 2027957 w 2915191"/>
                <a:gd name="connsiteY208" fmla="*/ 260872 h 393835"/>
                <a:gd name="connsiteX209" fmla="*/ 2037701 w 2915191"/>
                <a:gd name="connsiteY209" fmla="*/ 243931 h 393835"/>
                <a:gd name="connsiteX210" fmla="*/ 2047460 w 2915191"/>
                <a:gd name="connsiteY210" fmla="*/ 227758 h 393835"/>
                <a:gd name="connsiteX211" fmla="*/ 2057204 w 2915191"/>
                <a:gd name="connsiteY211" fmla="*/ 203166 h 393835"/>
                <a:gd name="connsiteX212" fmla="*/ 2066963 w 2915191"/>
                <a:gd name="connsiteY212" fmla="*/ 200642 h 393835"/>
                <a:gd name="connsiteX213" fmla="*/ 2076707 w 2915191"/>
                <a:gd name="connsiteY213" fmla="*/ 206907 h 393835"/>
                <a:gd name="connsiteX214" fmla="*/ 2086451 w 2915191"/>
                <a:gd name="connsiteY214" fmla="*/ 222259 h 393835"/>
                <a:gd name="connsiteX215" fmla="*/ 2096210 w 2915191"/>
                <a:gd name="connsiteY215" fmla="*/ 225687 h 393835"/>
                <a:gd name="connsiteX216" fmla="*/ 2105954 w 2915191"/>
                <a:gd name="connsiteY216" fmla="*/ 177402 h 393835"/>
                <a:gd name="connsiteX217" fmla="*/ 2115697 w 2915191"/>
                <a:gd name="connsiteY217" fmla="*/ 147573 h 393835"/>
                <a:gd name="connsiteX218" fmla="*/ 2125456 w 2915191"/>
                <a:gd name="connsiteY218" fmla="*/ 149389 h 393835"/>
                <a:gd name="connsiteX219" fmla="*/ 2135200 w 2915191"/>
                <a:gd name="connsiteY219" fmla="*/ 156004 h 393835"/>
                <a:gd name="connsiteX220" fmla="*/ 2144959 w 2915191"/>
                <a:gd name="connsiteY220" fmla="*/ 159640 h 393835"/>
                <a:gd name="connsiteX221" fmla="*/ 2154703 w 2915191"/>
                <a:gd name="connsiteY221" fmla="*/ 180340 h 393835"/>
                <a:gd name="connsiteX222" fmla="*/ 2164447 w 2915191"/>
                <a:gd name="connsiteY222" fmla="*/ 211357 h 393835"/>
                <a:gd name="connsiteX223" fmla="*/ 2174206 w 2915191"/>
                <a:gd name="connsiteY223" fmla="*/ 233224 h 393835"/>
                <a:gd name="connsiteX224" fmla="*/ 2183950 w 2915191"/>
                <a:gd name="connsiteY224" fmla="*/ 229625 h 393835"/>
                <a:gd name="connsiteX225" fmla="*/ 2193709 w 2915191"/>
                <a:gd name="connsiteY225" fmla="*/ 239451 h 393835"/>
                <a:gd name="connsiteX226" fmla="*/ 2203452 w 2915191"/>
                <a:gd name="connsiteY226" fmla="*/ 239351 h 393835"/>
                <a:gd name="connsiteX227" fmla="*/ 2213196 w 2915191"/>
                <a:gd name="connsiteY227" fmla="*/ 223739 h 393835"/>
                <a:gd name="connsiteX228" fmla="*/ 2222955 w 2915191"/>
                <a:gd name="connsiteY228" fmla="*/ 214292 h 393835"/>
                <a:gd name="connsiteX229" fmla="*/ 2232699 w 2915191"/>
                <a:gd name="connsiteY229" fmla="*/ 224623 h 393835"/>
                <a:gd name="connsiteX230" fmla="*/ 2242458 w 2915191"/>
                <a:gd name="connsiteY230" fmla="*/ 227791 h 393835"/>
                <a:gd name="connsiteX231" fmla="*/ 2252202 w 2915191"/>
                <a:gd name="connsiteY231" fmla="*/ 245149 h 393835"/>
                <a:gd name="connsiteX232" fmla="*/ 2261946 w 2915191"/>
                <a:gd name="connsiteY232" fmla="*/ 281747 h 393835"/>
                <a:gd name="connsiteX233" fmla="*/ 2271705 w 2915191"/>
                <a:gd name="connsiteY233" fmla="*/ 298437 h 393835"/>
                <a:gd name="connsiteX234" fmla="*/ 2281449 w 2915191"/>
                <a:gd name="connsiteY234" fmla="*/ 290527 h 393835"/>
                <a:gd name="connsiteX235" fmla="*/ 2291208 w 2915191"/>
                <a:gd name="connsiteY235" fmla="*/ 289949 h 393835"/>
                <a:gd name="connsiteX236" fmla="*/ 2300951 w 2915191"/>
                <a:gd name="connsiteY236" fmla="*/ 308017 h 393835"/>
                <a:gd name="connsiteX237" fmla="*/ 2310695 w 2915191"/>
                <a:gd name="connsiteY237" fmla="*/ 342867 h 393835"/>
                <a:gd name="connsiteX238" fmla="*/ 2320454 w 2915191"/>
                <a:gd name="connsiteY238" fmla="*/ 328079 h 393835"/>
                <a:gd name="connsiteX239" fmla="*/ 2330198 w 2915191"/>
                <a:gd name="connsiteY239" fmla="*/ 338168 h 393835"/>
                <a:gd name="connsiteX240" fmla="*/ 2339957 w 2915191"/>
                <a:gd name="connsiteY240" fmla="*/ 365818 h 393835"/>
                <a:gd name="connsiteX241" fmla="*/ 2349701 w 2915191"/>
                <a:gd name="connsiteY241" fmla="*/ 384790 h 393835"/>
                <a:gd name="connsiteX242" fmla="*/ 2359445 w 2915191"/>
                <a:gd name="connsiteY242" fmla="*/ 366241 h 393835"/>
                <a:gd name="connsiteX243" fmla="*/ 2369204 w 2915191"/>
                <a:gd name="connsiteY243" fmla="*/ 332486 h 393835"/>
                <a:gd name="connsiteX244" fmla="*/ 2378948 w 2915191"/>
                <a:gd name="connsiteY244" fmla="*/ 343499 h 393835"/>
                <a:gd name="connsiteX245" fmla="*/ 2388692 w 2915191"/>
                <a:gd name="connsiteY245" fmla="*/ 317509 h 393835"/>
                <a:gd name="connsiteX246" fmla="*/ 2398450 w 2915191"/>
                <a:gd name="connsiteY246" fmla="*/ 315566 h 393835"/>
                <a:gd name="connsiteX247" fmla="*/ 2408194 w 2915191"/>
                <a:gd name="connsiteY247" fmla="*/ 305918 h 393835"/>
                <a:gd name="connsiteX248" fmla="*/ 2417953 w 2915191"/>
                <a:gd name="connsiteY248" fmla="*/ 286126 h 393835"/>
                <a:gd name="connsiteX249" fmla="*/ 2427697 w 2915191"/>
                <a:gd name="connsiteY249" fmla="*/ 265938 h 393835"/>
                <a:gd name="connsiteX250" fmla="*/ 2437441 w 2915191"/>
                <a:gd name="connsiteY250" fmla="*/ 246569 h 393835"/>
                <a:gd name="connsiteX251" fmla="*/ 2447200 w 2915191"/>
                <a:gd name="connsiteY251" fmla="*/ 244461 h 393835"/>
                <a:gd name="connsiteX252" fmla="*/ 2456944 w 2915191"/>
                <a:gd name="connsiteY252" fmla="*/ 263614 h 393835"/>
                <a:gd name="connsiteX253" fmla="*/ 2466703 w 2915191"/>
                <a:gd name="connsiteY253" fmla="*/ 262017 h 393835"/>
                <a:gd name="connsiteX254" fmla="*/ 2476446 w 2915191"/>
                <a:gd name="connsiteY254" fmla="*/ 281813 h 393835"/>
                <a:gd name="connsiteX255" fmla="*/ 2486190 w 2915191"/>
                <a:gd name="connsiteY255" fmla="*/ 277228 h 393835"/>
                <a:gd name="connsiteX256" fmla="*/ 2495949 w 2915191"/>
                <a:gd name="connsiteY256" fmla="*/ 298434 h 393835"/>
                <a:gd name="connsiteX257" fmla="*/ 2505693 w 2915191"/>
                <a:gd name="connsiteY257" fmla="*/ 329729 h 393835"/>
                <a:gd name="connsiteX258" fmla="*/ 2515452 w 2915191"/>
                <a:gd name="connsiteY258" fmla="*/ 310334 h 393835"/>
                <a:gd name="connsiteX259" fmla="*/ 2525196 w 2915191"/>
                <a:gd name="connsiteY259" fmla="*/ 275473 h 393835"/>
                <a:gd name="connsiteX260" fmla="*/ 2534940 w 2915191"/>
                <a:gd name="connsiteY260" fmla="*/ 266443 h 393835"/>
                <a:gd name="connsiteX261" fmla="*/ 2544699 w 2915191"/>
                <a:gd name="connsiteY261" fmla="*/ 290049 h 393835"/>
                <a:gd name="connsiteX262" fmla="*/ 2554443 w 2915191"/>
                <a:gd name="connsiteY262" fmla="*/ 270913 h 393835"/>
                <a:gd name="connsiteX263" fmla="*/ 2564202 w 2915191"/>
                <a:gd name="connsiteY263" fmla="*/ 254060 h 393835"/>
                <a:gd name="connsiteX264" fmla="*/ 2573946 w 2915191"/>
                <a:gd name="connsiteY264" fmla="*/ 202641 h 393835"/>
                <a:gd name="connsiteX265" fmla="*/ 2583690 w 2915191"/>
                <a:gd name="connsiteY265" fmla="*/ 215176 h 393835"/>
                <a:gd name="connsiteX266" fmla="*/ 2593448 w 2915191"/>
                <a:gd name="connsiteY266" fmla="*/ 184649 h 393835"/>
                <a:gd name="connsiteX267" fmla="*/ 2603192 w 2915191"/>
                <a:gd name="connsiteY267" fmla="*/ 154005 h 393835"/>
                <a:gd name="connsiteX268" fmla="*/ 2612951 w 2915191"/>
                <a:gd name="connsiteY268" fmla="*/ 174279 h 393835"/>
                <a:gd name="connsiteX269" fmla="*/ 2622695 w 2915191"/>
                <a:gd name="connsiteY269" fmla="*/ 172679 h 393835"/>
                <a:gd name="connsiteX270" fmla="*/ 2632439 w 2915191"/>
                <a:gd name="connsiteY270" fmla="*/ 161608 h 393835"/>
                <a:gd name="connsiteX271" fmla="*/ 2642198 w 2915191"/>
                <a:gd name="connsiteY271" fmla="*/ 138870 h 393835"/>
                <a:gd name="connsiteX272" fmla="*/ 2651942 w 2915191"/>
                <a:gd name="connsiteY272" fmla="*/ 107657 h 393835"/>
                <a:gd name="connsiteX273" fmla="*/ 2661685 w 2915191"/>
                <a:gd name="connsiteY273" fmla="*/ 103074 h 393835"/>
                <a:gd name="connsiteX274" fmla="*/ 2671444 w 2915191"/>
                <a:gd name="connsiteY274" fmla="*/ 89771 h 393835"/>
                <a:gd name="connsiteX275" fmla="*/ 2681188 w 2915191"/>
                <a:gd name="connsiteY275" fmla="*/ 133927 h 393835"/>
                <a:gd name="connsiteX276" fmla="*/ 2690947 w 2915191"/>
                <a:gd name="connsiteY276" fmla="*/ 162165 h 393835"/>
                <a:gd name="connsiteX277" fmla="*/ 2700691 w 2915191"/>
                <a:gd name="connsiteY277" fmla="*/ 146180 h 393835"/>
                <a:gd name="connsiteX278" fmla="*/ 2710435 w 2915191"/>
                <a:gd name="connsiteY278" fmla="*/ 153194 h 393835"/>
                <a:gd name="connsiteX279" fmla="*/ 2720194 w 2915191"/>
                <a:gd name="connsiteY279" fmla="*/ 185431 h 393835"/>
                <a:gd name="connsiteX280" fmla="*/ 2729938 w 2915191"/>
                <a:gd name="connsiteY280" fmla="*/ 194538 h 393835"/>
                <a:gd name="connsiteX281" fmla="*/ 2739697 w 2915191"/>
                <a:gd name="connsiteY281" fmla="*/ 197438 h 393835"/>
                <a:gd name="connsiteX282" fmla="*/ 2749441 w 2915191"/>
                <a:gd name="connsiteY282" fmla="*/ 166772 h 393835"/>
                <a:gd name="connsiteX283" fmla="*/ 2759185 w 2915191"/>
                <a:gd name="connsiteY283" fmla="*/ 159984 h 393835"/>
                <a:gd name="connsiteX284" fmla="*/ 2768943 w 2915191"/>
                <a:gd name="connsiteY284" fmla="*/ 165593 h 393835"/>
                <a:gd name="connsiteX285" fmla="*/ 2778687 w 2915191"/>
                <a:gd name="connsiteY285" fmla="*/ 159379 h 393835"/>
                <a:gd name="connsiteX286" fmla="*/ 2788446 w 2915191"/>
                <a:gd name="connsiteY286" fmla="*/ 159270 h 393835"/>
                <a:gd name="connsiteX287" fmla="*/ 2798190 w 2915191"/>
                <a:gd name="connsiteY287" fmla="*/ 160917 h 393835"/>
                <a:gd name="connsiteX288" fmla="*/ 2807934 w 2915191"/>
                <a:gd name="connsiteY288" fmla="*/ 145001 h 393835"/>
                <a:gd name="connsiteX289" fmla="*/ 2817693 w 2915191"/>
                <a:gd name="connsiteY289" fmla="*/ 121372 h 393835"/>
                <a:gd name="connsiteX290" fmla="*/ 2827437 w 2915191"/>
                <a:gd name="connsiteY290" fmla="*/ 111535 h 393835"/>
                <a:gd name="connsiteX291" fmla="*/ 2837196 w 2915191"/>
                <a:gd name="connsiteY291" fmla="*/ 74738 h 393835"/>
                <a:gd name="connsiteX292" fmla="*/ 2846940 w 2915191"/>
                <a:gd name="connsiteY292" fmla="*/ 87952 h 393835"/>
                <a:gd name="connsiteX293" fmla="*/ 2856684 w 2915191"/>
                <a:gd name="connsiteY293" fmla="*/ 84331 h 393835"/>
                <a:gd name="connsiteX294" fmla="*/ 2866442 w 2915191"/>
                <a:gd name="connsiteY294" fmla="*/ 84124 h 393835"/>
                <a:gd name="connsiteX295" fmla="*/ 2876186 w 2915191"/>
                <a:gd name="connsiteY295" fmla="*/ 77104 h 393835"/>
                <a:gd name="connsiteX296" fmla="*/ 2885945 w 2915191"/>
                <a:gd name="connsiteY296" fmla="*/ 24659 h 393835"/>
                <a:gd name="connsiteX297" fmla="*/ 2895689 w 2915191"/>
                <a:gd name="connsiteY297" fmla="*/ 0 h 393835"/>
                <a:gd name="connsiteX298" fmla="*/ 2905433 w 2915191"/>
                <a:gd name="connsiteY298" fmla="*/ 26684 h 393835"/>
                <a:gd name="connsiteX299" fmla="*/ 2915192 w 2915191"/>
                <a:gd name="connsiteY299" fmla="*/ 15911 h 39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93835">
                  <a:moveTo>
                    <a:pt x="0" y="177930"/>
                  </a:moveTo>
                  <a:lnTo>
                    <a:pt x="9750" y="183433"/>
                  </a:lnTo>
                  <a:lnTo>
                    <a:pt x="19500" y="244896"/>
                  </a:lnTo>
                  <a:lnTo>
                    <a:pt x="29250" y="236781"/>
                  </a:lnTo>
                  <a:lnTo>
                    <a:pt x="39000" y="241416"/>
                  </a:lnTo>
                  <a:lnTo>
                    <a:pt x="48749" y="281857"/>
                  </a:lnTo>
                  <a:lnTo>
                    <a:pt x="58499" y="298011"/>
                  </a:lnTo>
                  <a:lnTo>
                    <a:pt x="68249" y="286849"/>
                  </a:lnTo>
                  <a:lnTo>
                    <a:pt x="77998" y="276218"/>
                  </a:lnTo>
                  <a:lnTo>
                    <a:pt x="87748" y="305451"/>
                  </a:lnTo>
                  <a:lnTo>
                    <a:pt x="97497" y="287835"/>
                  </a:lnTo>
                  <a:lnTo>
                    <a:pt x="107247" y="277301"/>
                  </a:lnTo>
                  <a:lnTo>
                    <a:pt x="116997" y="276062"/>
                  </a:lnTo>
                  <a:lnTo>
                    <a:pt x="126747" y="278590"/>
                  </a:lnTo>
                  <a:lnTo>
                    <a:pt x="136497" y="268842"/>
                  </a:lnTo>
                  <a:lnTo>
                    <a:pt x="146247" y="273197"/>
                  </a:lnTo>
                  <a:lnTo>
                    <a:pt x="155997" y="259132"/>
                  </a:lnTo>
                  <a:lnTo>
                    <a:pt x="165747" y="235256"/>
                  </a:lnTo>
                  <a:lnTo>
                    <a:pt x="175497" y="239382"/>
                  </a:lnTo>
                  <a:lnTo>
                    <a:pt x="185247" y="249174"/>
                  </a:lnTo>
                  <a:lnTo>
                    <a:pt x="194996" y="236830"/>
                  </a:lnTo>
                  <a:lnTo>
                    <a:pt x="204746" y="186871"/>
                  </a:lnTo>
                  <a:lnTo>
                    <a:pt x="214495" y="153766"/>
                  </a:lnTo>
                  <a:lnTo>
                    <a:pt x="224245" y="182498"/>
                  </a:lnTo>
                  <a:lnTo>
                    <a:pt x="233995" y="212880"/>
                  </a:lnTo>
                  <a:lnTo>
                    <a:pt x="243744" y="228310"/>
                  </a:lnTo>
                  <a:lnTo>
                    <a:pt x="253494" y="240829"/>
                  </a:lnTo>
                  <a:lnTo>
                    <a:pt x="263244" y="272100"/>
                  </a:lnTo>
                  <a:lnTo>
                    <a:pt x="272994" y="270670"/>
                  </a:lnTo>
                  <a:lnTo>
                    <a:pt x="282744" y="253017"/>
                  </a:lnTo>
                  <a:lnTo>
                    <a:pt x="292494" y="265375"/>
                  </a:lnTo>
                  <a:lnTo>
                    <a:pt x="302244" y="252673"/>
                  </a:lnTo>
                  <a:lnTo>
                    <a:pt x="311994" y="262580"/>
                  </a:lnTo>
                  <a:lnTo>
                    <a:pt x="321744" y="259481"/>
                  </a:lnTo>
                  <a:lnTo>
                    <a:pt x="331493" y="256870"/>
                  </a:lnTo>
                  <a:lnTo>
                    <a:pt x="341243" y="251510"/>
                  </a:lnTo>
                  <a:lnTo>
                    <a:pt x="350993" y="250552"/>
                  </a:lnTo>
                  <a:lnTo>
                    <a:pt x="360742" y="237704"/>
                  </a:lnTo>
                  <a:lnTo>
                    <a:pt x="370492" y="248120"/>
                  </a:lnTo>
                  <a:lnTo>
                    <a:pt x="380241" y="268307"/>
                  </a:lnTo>
                  <a:lnTo>
                    <a:pt x="389991" y="282495"/>
                  </a:lnTo>
                  <a:lnTo>
                    <a:pt x="399741" y="281917"/>
                  </a:lnTo>
                  <a:lnTo>
                    <a:pt x="409491" y="298635"/>
                  </a:lnTo>
                  <a:lnTo>
                    <a:pt x="419241" y="276606"/>
                  </a:lnTo>
                  <a:lnTo>
                    <a:pt x="428991" y="249045"/>
                  </a:lnTo>
                  <a:lnTo>
                    <a:pt x="438741" y="266234"/>
                  </a:lnTo>
                  <a:lnTo>
                    <a:pt x="448491" y="274551"/>
                  </a:lnTo>
                  <a:lnTo>
                    <a:pt x="458241" y="288370"/>
                  </a:lnTo>
                  <a:lnTo>
                    <a:pt x="467991" y="336152"/>
                  </a:lnTo>
                  <a:lnTo>
                    <a:pt x="477740" y="337866"/>
                  </a:lnTo>
                  <a:lnTo>
                    <a:pt x="487490" y="334421"/>
                  </a:lnTo>
                  <a:lnTo>
                    <a:pt x="497239" y="295877"/>
                  </a:lnTo>
                  <a:lnTo>
                    <a:pt x="506989" y="258867"/>
                  </a:lnTo>
                  <a:lnTo>
                    <a:pt x="516738" y="237134"/>
                  </a:lnTo>
                  <a:lnTo>
                    <a:pt x="526488" y="204462"/>
                  </a:lnTo>
                  <a:lnTo>
                    <a:pt x="536238" y="197198"/>
                  </a:lnTo>
                  <a:lnTo>
                    <a:pt x="545988" y="189542"/>
                  </a:lnTo>
                  <a:lnTo>
                    <a:pt x="555738" y="182553"/>
                  </a:lnTo>
                  <a:lnTo>
                    <a:pt x="565488" y="177876"/>
                  </a:lnTo>
                  <a:lnTo>
                    <a:pt x="575238" y="205800"/>
                  </a:lnTo>
                  <a:lnTo>
                    <a:pt x="584988" y="178675"/>
                  </a:lnTo>
                  <a:lnTo>
                    <a:pt x="594738" y="192565"/>
                  </a:lnTo>
                  <a:lnTo>
                    <a:pt x="604488" y="184470"/>
                  </a:lnTo>
                  <a:lnTo>
                    <a:pt x="614237" y="179758"/>
                  </a:lnTo>
                  <a:lnTo>
                    <a:pt x="623987" y="181607"/>
                  </a:lnTo>
                  <a:lnTo>
                    <a:pt x="633736" y="215275"/>
                  </a:lnTo>
                  <a:lnTo>
                    <a:pt x="643486" y="237168"/>
                  </a:lnTo>
                  <a:lnTo>
                    <a:pt x="653236" y="238072"/>
                  </a:lnTo>
                  <a:lnTo>
                    <a:pt x="662985" y="251644"/>
                  </a:lnTo>
                  <a:lnTo>
                    <a:pt x="672735" y="231266"/>
                  </a:lnTo>
                  <a:lnTo>
                    <a:pt x="682485" y="214416"/>
                  </a:lnTo>
                  <a:lnTo>
                    <a:pt x="692235" y="263350"/>
                  </a:lnTo>
                  <a:lnTo>
                    <a:pt x="701985" y="259823"/>
                  </a:lnTo>
                  <a:lnTo>
                    <a:pt x="711735" y="266796"/>
                  </a:lnTo>
                  <a:lnTo>
                    <a:pt x="721485" y="263976"/>
                  </a:lnTo>
                  <a:lnTo>
                    <a:pt x="731235" y="254203"/>
                  </a:lnTo>
                  <a:lnTo>
                    <a:pt x="740985" y="241447"/>
                  </a:lnTo>
                  <a:lnTo>
                    <a:pt x="750734" y="239133"/>
                  </a:lnTo>
                  <a:lnTo>
                    <a:pt x="760484" y="236323"/>
                  </a:lnTo>
                  <a:lnTo>
                    <a:pt x="770233" y="207844"/>
                  </a:lnTo>
                  <a:lnTo>
                    <a:pt x="779983" y="215128"/>
                  </a:lnTo>
                  <a:lnTo>
                    <a:pt x="789733" y="193167"/>
                  </a:lnTo>
                  <a:lnTo>
                    <a:pt x="799482" y="166222"/>
                  </a:lnTo>
                  <a:lnTo>
                    <a:pt x="809232" y="173552"/>
                  </a:lnTo>
                  <a:lnTo>
                    <a:pt x="818982" y="173458"/>
                  </a:lnTo>
                  <a:lnTo>
                    <a:pt x="828732" y="178534"/>
                  </a:lnTo>
                  <a:lnTo>
                    <a:pt x="838482" y="162409"/>
                  </a:lnTo>
                  <a:lnTo>
                    <a:pt x="848232" y="182302"/>
                  </a:lnTo>
                  <a:lnTo>
                    <a:pt x="857982" y="225010"/>
                  </a:lnTo>
                  <a:lnTo>
                    <a:pt x="867732" y="175583"/>
                  </a:lnTo>
                  <a:lnTo>
                    <a:pt x="877482" y="164652"/>
                  </a:lnTo>
                  <a:lnTo>
                    <a:pt x="887231" y="160034"/>
                  </a:lnTo>
                  <a:lnTo>
                    <a:pt x="896981" y="166389"/>
                  </a:lnTo>
                  <a:lnTo>
                    <a:pt x="906730" y="139717"/>
                  </a:lnTo>
                  <a:lnTo>
                    <a:pt x="916480" y="142720"/>
                  </a:lnTo>
                  <a:lnTo>
                    <a:pt x="926230" y="188214"/>
                  </a:lnTo>
                  <a:lnTo>
                    <a:pt x="935979" y="213917"/>
                  </a:lnTo>
                  <a:lnTo>
                    <a:pt x="945729" y="220368"/>
                  </a:lnTo>
                  <a:lnTo>
                    <a:pt x="955479" y="210125"/>
                  </a:lnTo>
                  <a:lnTo>
                    <a:pt x="965229" y="195788"/>
                  </a:lnTo>
                  <a:lnTo>
                    <a:pt x="974979" y="210035"/>
                  </a:lnTo>
                  <a:lnTo>
                    <a:pt x="984729" y="197963"/>
                  </a:lnTo>
                  <a:lnTo>
                    <a:pt x="994474" y="192082"/>
                  </a:lnTo>
                  <a:lnTo>
                    <a:pt x="1004233" y="206704"/>
                  </a:lnTo>
                  <a:lnTo>
                    <a:pt x="1013977" y="240775"/>
                  </a:lnTo>
                  <a:lnTo>
                    <a:pt x="1023721" y="272097"/>
                  </a:lnTo>
                  <a:lnTo>
                    <a:pt x="1033480" y="279794"/>
                  </a:lnTo>
                  <a:lnTo>
                    <a:pt x="1043224" y="291488"/>
                  </a:lnTo>
                  <a:lnTo>
                    <a:pt x="1052983" y="288805"/>
                  </a:lnTo>
                  <a:lnTo>
                    <a:pt x="1062727" y="302485"/>
                  </a:lnTo>
                  <a:lnTo>
                    <a:pt x="1072471" y="282027"/>
                  </a:lnTo>
                  <a:lnTo>
                    <a:pt x="1082230" y="307320"/>
                  </a:lnTo>
                  <a:lnTo>
                    <a:pt x="1091973" y="313302"/>
                  </a:lnTo>
                  <a:lnTo>
                    <a:pt x="1101732" y="313595"/>
                  </a:lnTo>
                  <a:lnTo>
                    <a:pt x="1111476" y="315791"/>
                  </a:lnTo>
                  <a:lnTo>
                    <a:pt x="1121220" y="303589"/>
                  </a:lnTo>
                  <a:lnTo>
                    <a:pt x="1130979" y="302723"/>
                  </a:lnTo>
                  <a:lnTo>
                    <a:pt x="1140723" y="312211"/>
                  </a:lnTo>
                  <a:lnTo>
                    <a:pt x="1150482" y="304496"/>
                  </a:lnTo>
                  <a:lnTo>
                    <a:pt x="1160226" y="275171"/>
                  </a:lnTo>
                  <a:lnTo>
                    <a:pt x="1169969" y="262718"/>
                  </a:lnTo>
                  <a:lnTo>
                    <a:pt x="1179728" y="228480"/>
                  </a:lnTo>
                  <a:lnTo>
                    <a:pt x="1189472" y="206722"/>
                  </a:lnTo>
                  <a:lnTo>
                    <a:pt x="1199231" y="215334"/>
                  </a:lnTo>
                  <a:lnTo>
                    <a:pt x="1208975" y="217585"/>
                  </a:lnTo>
                  <a:lnTo>
                    <a:pt x="1218719" y="201102"/>
                  </a:lnTo>
                  <a:lnTo>
                    <a:pt x="1228478" y="206418"/>
                  </a:lnTo>
                  <a:lnTo>
                    <a:pt x="1238222" y="249595"/>
                  </a:lnTo>
                  <a:lnTo>
                    <a:pt x="1247966" y="220511"/>
                  </a:lnTo>
                  <a:lnTo>
                    <a:pt x="1257725" y="222336"/>
                  </a:lnTo>
                  <a:lnTo>
                    <a:pt x="1267469" y="253876"/>
                  </a:lnTo>
                  <a:lnTo>
                    <a:pt x="1277227" y="279313"/>
                  </a:lnTo>
                  <a:lnTo>
                    <a:pt x="1286971" y="263247"/>
                  </a:lnTo>
                  <a:lnTo>
                    <a:pt x="1296715" y="245727"/>
                  </a:lnTo>
                  <a:lnTo>
                    <a:pt x="1306474" y="205986"/>
                  </a:lnTo>
                  <a:lnTo>
                    <a:pt x="1316218" y="164626"/>
                  </a:lnTo>
                  <a:lnTo>
                    <a:pt x="1325977" y="159231"/>
                  </a:lnTo>
                  <a:lnTo>
                    <a:pt x="1335721" y="168005"/>
                  </a:lnTo>
                  <a:lnTo>
                    <a:pt x="1345465" y="183034"/>
                  </a:lnTo>
                  <a:lnTo>
                    <a:pt x="1355224" y="198447"/>
                  </a:lnTo>
                  <a:lnTo>
                    <a:pt x="1364967" y="192288"/>
                  </a:lnTo>
                  <a:lnTo>
                    <a:pt x="1374726" y="187884"/>
                  </a:lnTo>
                  <a:lnTo>
                    <a:pt x="1384470" y="188865"/>
                  </a:lnTo>
                  <a:lnTo>
                    <a:pt x="1394214" y="140119"/>
                  </a:lnTo>
                  <a:lnTo>
                    <a:pt x="1403973" y="140137"/>
                  </a:lnTo>
                  <a:lnTo>
                    <a:pt x="1413717" y="140646"/>
                  </a:lnTo>
                  <a:lnTo>
                    <a:pt x="1423476" y="148617"/>
                  </a:lnTo>
                  <a:lnTo>
                    <a:pt x="1433220" y="114391"/>
                  </a:lnTo>
                  <a:lnTo>
                    <a:pt x="1442964" y="139159"/>
                  </a:lnTo>
                  <a:lnTo>
                    <a:pt x="1452722" y="107012"/>
                  </a:lnTo>
                  <a:lnTo>
                    <a:pt x="1462466" y="129578"/>
                  </a:lnTo>
                  <a:lnTo>
                    <a:pt x="1472225" y="121495"/>
                  </a:lnTo>
                  <a:lnTo>
                    <a:pt x="1481969" y="139288"/>
                  </a:lnTo>
                  <a:lnTo>
                    <a:pt x="1491713" y="145734"/>
                  </a:lnTo>
                  <a:lnTo>
                    <a:pt x="1501472" y="158626"/>
                  </a:lnTo>
                  <a:lnTo>
                    <a:pt x="1511216" y="183855"/>
                  </a:lnTo>
                  <a:lnTo>
                    <a:pt x="1520960" y="230456"/>
                  </a:lnTo>
                  <a:lnTo>
                    <a:pt x="1530719" y="229717"/>
                  </a:lnTo>
                  <a:lnTo>
                    <a:pt x="1540463" y="237405"/>
                  </a:lnTo>
                  <a:lnTo>
                    <a:pt x="1550221" y="235294"/>
                  </a:lnTo>
                  <a:lnTo>
                    <a:pt x="1559965" y="268700"/>
                  </a:lnTo>
                  <a:lnTo>
                    <a:pt x="1569709" y="256242"/>
                  </a:lnTo>
                  <a:lnTo>
                    <a:pt x="1579468" y="230663"/>
                  </a:lnTo>
                  <a:lnTo>
                    <a:pt x="1589212" y="256738"/>
                  </a:lnTo>
                  <a:lnTo>
                    <a:pt x="1598971" y="299082"/>
                  </a:lnTo>
                  <a:lnTo>
                    <a:pt x="1608715" y="296792"/>
                  </a:lnTo>
                  <a:lnTo>
                    <a:pt x="1618459" y="295246"/>
                  </a:lnTo>
                  <a:lnTo>
                    <a:pt x="1628218" y="276790"/>
                  </a:lnTo>
                  <a:lnTo>
                    <a:pt x="1637962" y="227959"/>
                  </a:lnTo>
                  <a:lnTo>
                    <a:pt x="1647720" y="254300"/>
                  </a:lnTo>
                  <a:lnTo>
                    <a:pt x="1657464" y="264484"/>
                  </a:lnTo>
                  <a:lnTo>
                    <a:pt x="1667208" y="257915"/>
                  </a:lnTo>
                  <a:lnTo>
                    <a:pt x="1676967" y="209003"/>
                  </a:lnTo>
                  <a:lnTo>
                    <a:pt x="1686711" y="220033"/>
                  </a:lnTo>
                  <a:lnTo>
                    <a:pt x="1696470" y="224228"/>
                  </a:lnTo>
                  <a:lnTo>
                    <a:pt x="1706214" y="236989"/>
                  </a:lnTo>
                  <a:lnTo>
                    <a:pt x="1715958" y="276701"/>
                  </a:lnTo>
                  <a:lnTo>
                    <a:pt x="1725716" y="304403"/>
                  </a:lnTo>
                  <a:lnTo>
                    <a:pt x="1735460" y="328530"/>
                  </a:lnTo>
                  <a:lnTo>
                    <a:pt x="1745219" y="311514"/>
                  </a:lnTo>
                  <a:lnTo>
                    <a:pt x="1754963" y="303805"/>
                  </a:lnTo>
                  <a:lnTo>
                    <a:pt x="1764707" y="292548"/>
                  </a:lnTo>
                  <a:lnTo>
                    <a:pt x="1774466" y="280098"/>
                  </a:lnTo>
                  <a:lnTo>
                    <a:pt x="1784210" y="276373"/>
                  </a:lnTo>
                  <a:lnTo>
                    <a:pt x="1793969" y="311314"/>
                  </a:lnTo>
                  <a:lnTo>
                    <a:pt x="1803713" y="343793"/>
                  </a:lnTo>
                  <a:lnTo>
                    <a:pt x="1813457" y="293850"/>
                  </a:lnTo>
                  <a:lnTo>
                    <a:pt x="1823215" y="333016"/>
                  </a:lnTo>
                  <a:lnTo>
                    <a:pt x="1832959" y="315283"/>
                  </a:lnTo>
                  <a:lnTo>
                    <a:pt x="1842703" y="296274"/>
                  </a:lnTo>
                  <a:lnTo>
                    <a:pt x="1852462" y="274363"/>
                  </a:lnTo>
                  <a:lnTo>
                    <a:pt x="1862206" y="262359"/>
                  </a:lnTo>
                  <a:lnTo>
                    <a:pt x="1871965" y="288157"/>
                  </a:lnTo>
                  <a:lnTo>
                    <a:pt x="1881709" y="303634"/>
                  </a:lnTo>
                  <a:lnTo>
                    <a:pt x="1891453" y="302783"/>
                  </a:lnTo>
                  <a:lnTo>
                    <a:pt x="1901212" y="307646"/>
                  </a:lnTo>
                  <a:lnTo>
                    <a:pt x="1910956" y="330823"/>
                  </a:lnTo>
                  <a:lnTo>
                    <a:pt x="1920714" y="345117"/>
                  </a:lnTo>
                  <a:lnTo>
                    <a:pt x="1930458" y="361241"/>
                  </a:lnTo>
                  <a:lnTo>
                    <a:pt x="1940202" y="326139"/>
                  </a:lnTo>
                  <a:lnTo>
                    <a:pt x="1949961" y="393835"/>
                  </a:lnTo>
                  <a:lnTo>
                    <a:pt x="1959705" y="354415"/>
                  </a:lnTo>
                  <a:lnTo>
                    <a:pt x="1969464" y="319729"/>
                  </a:lnTo>
                  <a:lnTo>
                    <a:pt x="1979208" y="344558"/>
                  </a:lnTo>
                  <a:lnTo>
                    <a:pt x="1988952" y="304805"/>
                  </a:lnTo>
                  <a:lnTo>
                    <a:pt x="1998711" y="287342"/>
                  </a:lnTo>
                  <a:lnTo>
                    <a:pt x="2008454" y="268128"/>
                  </a:lnTo>
                  <a:lnTo>
                    <a:pt x="2018213" y="279904"/>
                  </a:lnTo>
                  <a:lnTo>
                    <a:pt x="2027957" y="260872"/>
                  </a:lnTo>
                  <a:lnTo>
                    <a:pt x="2037701" y="243931"/>
                  </a:lnTo>
                  <a:lnTo>
                    <a:pt x="2047460" y="227758"/>
                  </a:lnTo>
                  <a:lnTo>
                    <a:pt x="2057204" y="203166"/>
                  </a:lnTo>
                  <a:lnTo>
                    <a:pt x="2066963" y="200642"/>
                  </a:lnTo>
                  <a:lnTo>
                    <a:pt x="2076707" y="206907"/>
                  </a:lnTo>
                  <a:lnTo>
                    <a:pt x="2086451" y="222259"/>
                  </a:lnTo>
                  <a:lnTo>
                    <a:pt x="2096210" y="225687"/>
                  </a:lnTo>
                  <a:lnTo>
                    <a:pt x="2105954" y="177402"/>
                  </a:lnTo>
                  <a:lnTo>
                    <a:pt x="2115697" y="147573"/>
                  </a:lnTo>
                  <a:lnTo>
                    <a:pt x="2125456" y="149389"/>
                  </a:lnTo>
                  <a:lnTo>
                    <a:pt x="2135200" y="156004"/>
                  </a:lnTo>
                  <a:lnTo>
                    <a:pt x="2144959" y="159640"/>
                  </a:lnTo>
                  <a:lnTo>
                    <a:pt x="2154703" y="180340"/>
                  </a:lnTo>
                  <a:lnTo>
                    <a:pt x="2164447" y="211357"/>
                  </a:lnTo>
                  <a:lnTo>
                    <a:pt x="2174206" y="233224"/>
                  </a:lnTo>
                  <a:lnTo>
                    <a:pt x="2183950" y="229625"/>
                  </a:lnTo>
                  <a:lnTo>
                    <a:pt x="2193709" y="239451"/>
                  </a:lnTo>
                  <a:lnTo>
                    <a:pt x="2203452" y="239351"/>
                  </a:lnTo>
                  <a:lnTo>
                    <a:pt x="2213196" y="223739"/>
                  </a:lnTo>
                  <a:lnTo>
                    <a:pt x="2222955" y="214292"/>
                  </a:lnTo>
                  <a:lnTo>
                    <a:pt x="2232699" y="224623"/>
                  </a:lnTo>
                  <a:lnTo>
                    <a:pt x="2242458" y="227791"/>
                  </a:lnTo>
                  <a:lnTo>
                    <a:pt x="2252202" y="245149"/>
                  </a:lnTo>
                  <a:lnTo>
                    <a:pt x="2261946" y="281747"/>
                  </a:lnTo>
                  <a:lnTo>
                    <a:pt x="2271705" y="298437"/>
                  </a:lnTo>
                  <a:lnTo>
                    <a:pt x="2281449" y="290527"/>
                  </a:lnTo>
                  <a:lnTo>
                    <a:pt x="2291208" y="289949"/>
                  </a:lnTo>
                  <a:lnTo>
                    <a:pt x="2300951" y="308017"/>
                  </a:lnTo>
                  <a:lnTo>
                    <a:pt x="2310695" y="342867"/>
                  </a:lnTo>
                  <a:lnTo>
                    <a:pt x="2320454" y="328079"/>
                  </a:lnTo>
                  <a:lnTo>
                    <a:pt x="2330198" y="338168"/>
                  </a:lnTo>
                  <a:lnTo>
                    <a:pt x="2339957" y="365818"/>
                  </a:lnTo>
                  <a:lnTo>
                    <a:pt x="2349701" y="384790"/>
                  </a:lnTo>
                  <a:lnTo>
                    <a:pt x="2359445" y="366241"/>
                  </a:lnTo>
                  <a:lnTo>
                    <a:pt x="2369204" y="332486"/>
                  </a:lnTo>
                  <a:lnTo>
                    <a:pt x="2378948" y="343499"/>
                  </a:lnTo>
                  <a:lnTo>
                    <a:pt x="2388692" y="317509"/>
                  </a:lnTo>
                  <a:lnTo>
                    <a:pt x="2398450" y="315566"/>
                  </a:lnTo>
                  <a:lnTo>
                    <a:pt x="2408194" y="305918"/>
                  </a:lnTo>
                  <a:lnTo>
                    <a:pt x="2417953" y="286126"/>
                  </a:lnTo>
                  <a:lnTo>
                    <a:pt x="2427697" y="265938"/>
                  </a:lnTo>
                  <a:lnTo>
                    <a:pt x="2437441" y="246569"/>
                  </a:lnTo>
                  <a:lnTo>
                    <a:pt x="2447200" y="244461"/>
                  </a:lnTo>
                  <a:lnTo>
                    <a:pt x="2456944" y="263614"/>
                  </a:lnTo>
                  <a:lnTo>
                    <a:pt x="2466703" y="262017"/>
                  </a:lnTo>
                  <a:lnTo>
                    <a:pt x="2476446" y="281813"/>
                  </a:lnTo>
                  <a:lnTo>
                    <a:pt x="2486190" y="277228"/>
                  </a:lnTo>
                  <a:lnTo>
                    <a:pt x="2495949" y="298434"/>
                  </a:lnTo>
                  <a:lnTo>
                    <a:pt x="2505693" y="329729"/>
                  </a:lnTo>
                  <a:lnTo>
                    <a:pt x="2515452" y="310334"/>
                  </a:lnTo>
                  <a:lnTo>
                    <a:pt x="2525196" y="275473"/>
                  </a:lnTo>
                  <a:lnTo>
                    <a:pt x="2534940" y="266443"/>
                  </a:lnTo>
                  <a:lnTo>
                    <a:pt x="2544699" y="290049"/>
                  </a:lnTo>
                  <a:lnTo>
                    <a:pt x="2554443" y="270913"/>
                  </a:lnTo>
                  <a:lnTo>
                    <a:pt x="2564202" y="254060"/>
                  </a:lnTo>
                  <a:lnTo>
                    <a:pt x="2573946" y="202641"/>
                  </a:lnTo>
                  <a:lnTo>
                    <a:pt x="2583690" y="215176"/>
                  </a:lnTo>
                  <a:lnTo>
                    <a:pt x="2593448" y="184649"/>
                  </a:lnTo>
                  <a:lnTo>
                    <a:pt x="2603192" y="154005"/>
                  </a:lnTo>
                  <a:lnTo>
                    <a:pt x="2612951" y="174279"/>
                  </a:lnTo>
                  <a:lnTo>
                    <a:pt x="2622695" y="172679"/>
                  </a:lnTo>
                  <a:lnTo>
                    <a:pt x="2632439" y="161608"/>
                  </a:lnTo>
                  <a:lnTo>
                    <a:pt x="2642198" y="138870"/>
                  </a:lnTo>
                  <a:lnTo>
                    <a:pt x="2651942" y="107657"/>
                  </a:lnTo>
                  <a:lnTo>
                    <a:pt x="2661685" y="103074"/>
                  </a:lnTo>
                  <a:lnTo>
                    <a:pt x="2671444" y="89771"/>
                  </a:lnTo>
                  <a:lnTo>
                    <a:pt x="2681188" y="133927"/>
                  </a:lnTo>
                  <a:lnTo>
                    <a:pt x="2690947" y="162165"/>
                  </a:lnTo>
                  <a:lnTo>
                    <a:pt x="2700691" y="146180"/>
                  </a:lnTo>
                  <a:lnTo>
                    <a:pt x="2710435" y="153194"/>
                  </a:lnTo>
                  <a:lnTo>
                    <a:pt x="2720194" y="185431"/>
                  </a:lnTo>
                  <a:lnTo>
                    <a:pt x="2729938" y="194538"/>
                  </a:lnTo>
                  <a:lnTo>
                    <a:pt x="2739697" y="197438"/>
                  </a:lnTo>
                  <a:lnTo>
                    <a:pt x="2749441" y="166772"/>
                  </a:lnTo>
                  <a:lnTo>
                    <a:pt x="2759185" y="159984"/>
                  </a:lnTo>
                  <a:lnTo>
                    <a:pt x="2768943" y="165593"/>
                  </a:lnTo>
                  <a:lnTo>
                    <a:pt x="2778687" y="159379"/>
                  </a:lnTo>
                  <a:lnTo>
                    <a:pt x="2788446" y="159270"/>
                  </a:lnTo>
                  <a:lnTo>
                    <a:pt x="2798190" y="160917"/>
                  </a:lnTo>
                  <a:lnTo>
                    <a:pt x="2807934" y="145001"/>
                  </a:lnTo>
                  <a:lnTo>
                    <a:pt x="2817693" y="121372"/>
                  </a:lnTo>
                  <a:lnTo>
                    <a:pt x="2827437" y="111535"/>
                  </a:lnTo>
                  <a:lnTo>
                    <a:pt x="2837196" y="74738"/>
                  </a:lnTo>
                  <a:lnTo>
                    <a:pt x="2846940" y="87952"/>
                  </a:lnTo>
                  <a:lnTo>
                    <a:pt x="2856684" y="84331"/>
                  </a:lnTo>
                  <a:lnTo>
                    <a:pt x="2866442" y="84124"/>
                  </a:lnTo>
                  <a:lnTo>
                    <a:pt x="2876186" y="77104"/>
                  </a:lnTo>
                  <a:lnTo>
                    <a:pt x="2885945" y="24659"/>
                  </a:lnTo>
                  <a:lnTo>
                    <a:pt x="2895689" y="0"/>
                  </a:lnTo>
                  <a:lnTo>
                    <a:pt x="2905433" y="26684"/>
                  </a:lnTo>
                  <a:lnTo>
                    <a:pt x="2915192" y="1591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9" name="Freeform 1148">
              <a:extLst>
                <a:ext uri="{FF2B5EF4-FFF2-40B4-BE49-F238E27FC236}">
                  <a16:creationId xmlns:a16="http://schemas.microsoft.com/office/drawing/2014/main" id="{2AEE815B-4D71-C929-7E66-5E2BB4A6CA85}"/>
                </a:ext>
              </a:extLst>
            </p:cNvPr>
            <p:cNvSpPr/>
            <p:nvPr/>
          </p:nvSpPr>
          <p:spPr>
            <a:xfrm>
              <a:off x="4426652" y="2651641"/>
              <a:ext cx="2915191" cy="616332"/>
            </a:xfrm>
            <a:custGeom>
              <a:avLst/>
              <a:gdLst>
                <a:gd name="connsiteX0" fmla="*/ 0 w 2915191"/>
                <a:gd name="connsiteY0" fmla="*/ 589499 h 616332"/>
                <a:gd name="connsiteX1" fmla="*/ 9750 w 2915191"/>
                <a:gd name="connsiteY1" fmla="*/ 575718 h 616332"/>
                <a:gd name="connsiteX2" fmla="*/ 19500 w 2915191"/>
                <a:gd name="connsiteY2" fmla="*/ 582576 h 616332"/>
                <a:gd name="connsiteX3" fmla="*/ 29250 w 2915191"/>
                <a:gd name="connsiteY3" fmla="*/ 573355 h 616332"/>
                <a:gd name="connsiteX4" fmla="*/ 39000 w 2915191"/>
                <a:gd name="connsiteY4" fmla="*/ 589204 h 616332"/>
                <a:gd name="connsiteX5" fmla="*/ 48749 w 2915191"/>
                <a:gd name="connsiteY5" fmla="*/ 575225 h 616332"/>
                <a:gd name="connsiteX6" fmla="*/ 58499 w 2915191"/>
                <a:gd name="connsiteY6" fmla="*/ 603305 h 616332"/>
                <a:gd name="connsiteX7" fmla="*/ 68249 w 2915191"/>
                <a:gd name="connsiteY7" fmla="*/ 603837 h 616332"/>
                <a:gd name="connsiteX8" fmla="*/ 77998 w 2915191"/>
                <a:gd name="connsiteY8" fmla="*/ 597271 h 616332"/>
                <a:gd name="connsiteX9" fmla="*/ 87748 w 2915191"/>
                <a:gd name="connsiteY9" fmla="*/ 595203 h 616332"/>
                <a:gd name="connsiteX10" fmla="*/ 97497 w 2915191"/>
                <a:gd name="connsiteY10" fmla="*/ 608890 h 616332"/>
                <a:gd name="connsiteX11" fmla="*/ 107247 w 2915191"/>
                <a:gd name="connsiteY11" fmla="*/ 616332 h 616332"/>
                <a:gd name="connsiteX12" fmla="*/ 116997 w 2915191"/>
                <a:gd name="connsiteY12" fmla="*/ 614267 h 616332"/>
                <a:gd name="connsiteX13" fmla="*/ 126747 w 2915191"/>
                <a:gd name="connsiteY13" fmla="*/ 602715 h 616332"/>
                <a:gd name="connsiteX14" fmla="*/ 136497 w 2915191"/>
                <a:gd name="connsiteY14" fmla="*/ 552210 h 616332"/>
                <a:gd name="connsiteX15" fmla="*/ 146247 w 2915191"/>
                <a:gd name="connsiteY15" fmla="*/ 554640 h 616332"/>
                <a:gd name="connsiteX16" fmla="*/ 155997 w 2915191"/>
                <a:gd name="connsiteY16" fmla="*/ 538089 h 616332"/>
                <a:gd name="connsiteX17" fmla="*/ 165747 w 2915191"/>
                <a:gd name="connsiteY17" fmla="*/ 561339 h 616332"/>
                <a:gd name="connsiteX18" fmla="*/ 175497 w 2915191"/>
                <a:gd name="connsiteY18" fmla="*/ 568769 h 616332"/>
                <a:gd name="connsiteX19" fmla="*/ 185247 w 2915191"/>
                <a:gd name="connsiteY19" fmla="*/ 555069 h 616332"/>
                <a:gd name="connsiteX20" fmla="*/ 194996 w 2915191"/>
                <a:gd name="connsiteY20" fmla="*/ 582658 h 616332"/>
                <a:gd name="connsiteX21" fmla="*/ 204746 w 2915191"/>
                <a:gd name="connsiteY21" fmla="*/ 615333 h 616332"/>
                <a:gd name="connsiteX22" fmla="*/ 214495 w 2915191"/>
                <a:gd name="connsiteY22" fmla="*/ 611230 h 616332"/>
                <a:gd name="connsiteX23" fmla="*/ 224245 w 2915191"/>
                <a:gd name="connsiteY23" fmla="*/ 611972 h 616332"/>
                <a:gd name="connsiteX24" fmla="*/ 233995 w 2915191"/>
                <a:gd name="connsiteY24" fmla="*/ 589267 h 616332"/>
                <a:gd name="connsiteX25" fmla="*/ 243744 w 2915191"/>
                <a:gd name="connsiteY25" fmla="*/ 603445 h 616332"/>
                <a:gd name="connsiteX26" fmla="*/ 253494 w 2915191"/>
                <a:gd name="connsiteY26" fmla="*/ 595738 h 616332"/>
                <a:gd name="connsiteX27" fmla="*/ 263244 w 2915191"/>
                <a:gd name="connsiteY27" fmla="*/ 605517 h 616332"/>
                <a:gd name="connsiteX28" fmla="*/ 272994 w 2915191"/>
                <a:gd name="connsiteY28" fmla="*/ 573081 h 616332"/>
                <a:gd name="connsiteX29" fmla="*/ 282744 w 2915191"/>
                <a:gd name="connsiteY29" fmla="*/ 523199 h 616332"/>
                <a:gd name="connsiteX30" fmla="*/ 292494 w 2915191"/>
                <a:gd name="connsiteY30" fmla="*/ 504884 h 616332"/>
                <a:gd name="connsiteX31" fmla="*/ 302244 w 2915191"/>
                <a:gd name="connsiteY31" fmla="*/ 471206 h 616332"/>
                <a:gd name="connsiteX32" fmla="*/ 311994 w 2915191"/>
                <a:gd name="connsiteY32" fmla="*/ 465225 h 616332"/>
                <a:gd name="connsiteX33" fmla="*/ 321744 w 2915191"/>
                <a:gd name="connsiteY33" fmla="*/ 466958 h 616332"/>
                <a:gd name="connsiteX34" fmla="*/ 331493 w 2915191"/>
                <a:gd name="connsiteY34" fmla="*/ 480263 h 616332"/>
                <a:gd name="connsiteX35" fmla="*/ 341243 w 2915191"/>
                <a:gd name="connsiteY35" fmla="*/ 493312 h 616332"/>
                <a:gd name="connsiteX36" fmla="*/ 350993 w 2915191"/>
                <a:gd name="connsiteY36" fmla="*/ 462766 h 616332"/>
                <a:gd name="connsiteX37" fmla="*/ 360742 w 2915191"/>
                <a:gd name="connsiteY37" fmla="*/ 418699 h 616332"/>
                <a:gd name="connsiteX38" fmla="*/ 370492 w 2915191"/>
                <a:gd name="connsiteY38" fmla="*/ 434507 h 616332"/>
                <a:gd name="connsiteX39" fmla="*/ 380241 w 2915191"/>
                <a:gd name="connsiteY39" fmla="*/ 451128 h 616332"/>
                <a:gd name="connsiteX40" fmla="*/ 389991 w 2915191"/>
                <a:gd name="connsiteY40" fmla="*/ 494635 h 616332"/>
                <a:gd name="connsiteX41" fmla="*/ 399741 w 2915191"/>
                <a:gd name="connsiteY41" fmla="*/ 478985 h 616332"/>
                <a:gd name="connsiteX42" fmla="*/ 409491 w 2915191"/>
                <a:gd name="connsiteY42" fmla="*/ 474409 h 616332"/>
                <a:gd name="connsiteX43" fmla="*/ 419241 w 2915191"/>
                <a:gd name="connsiteY43" fmla="*/ 461860 h 616332"/>
                <a:gd name="connsiteX44" fmla="*/ 428991 w 2915191"/>
                <a:gd name="connsiteY44" fmla="*/ 455696 h 616332"/>
                <a:gd name="connsiteX45" fmla="*/ 438741 w 2915191"/>
                <a:gd name="connsiteY45" fmla="*/ 405866 h 616332"/>
                <a:gd name="connsiteX46" fmla="*/ 448491 w 2915191"/>
                <a:gd name="connsiteY46" fmla="*/ 371772 h 616332"/>
                <a:gd name="connsiteX47" fmla="*/ 458241 w 2915191"/>
                <a:gd name="connsiteY47" fmla="*/ 399567 h 616332"/>
                <a:gd name="connsiteX48" fmla="*/ 467991 w 2915191"/>
                <a:gd name="connsiteY48" fmla="*/ 411169 h 616332"/>
                <a:gd name="connsiteX49" fmla="*/ 477740 w 2915191"/>
                <a:gd name="connsiteY49" fmla="*/ 393326 h 616332"/>
                <a:gd name="connsiteX50" fmla="*/ 487490 w 2915191"/>
                <a:gd name="connsiteY50" fmla="*/ 377025 h 616332"/>
                <a:gd name="connsiteX51" fmla="*/ 497239 w 2915191"/>
                <a:gd name="connsiteY51" fmla="*/ 368235 h 616332"/>
                <a:gd name="connsiteX52" fmla="*/ 506989 w 2915191"/>
                <a:gd name="connsiteY52" fmla="*/ 362628 h 616332"/>
                <a:gd name="connsiteX53" fmla="*/ 516738 w 2915191"/>
                <a:gd name="connsiteY53" fmla="*/ 397267 h 616332"/>
                <a:gd name="connsiteX54" fmla="*/ 526488 w 2915191"/>
                <a:gd name="connsiteY54" fmla="*/ 360276 h 616332"/>
                <a:gd name="connsiteX55" fmla="*/ 536238 w 2915191"/>
                <a:gd name="connsiteY55" fmla="*/ 383317 h 616332"/>
                <a:gd name="connsiteX56" fmla="*/ 545988 w 2915191"/>
                <a:gd name="connsiteY56" fmla="*/ 355179 h 616332"/>
                <a:gd name="connsiteX57" fmla="*/ 555738 w 2915191"/>
                <a:gd name="connsiteY57" fmla="*/ 349699 h 616332"/>
                <a:gd name="connsiteX58" fmla="*/ 565488 w 2915191"/>
                <a:gd name="connsiteY58" fmla="*/ 327246 h 616332"/>
                <a:gd name="connsiteX59" fmla="*/ 575238 w 2915191"/>
                <a:gd name="connsiteY59" fmla="*/ 313995 h 616332"/>
                <a:gd name="connsiteX60" fmla="*/ 584988 w 2915191"/>
                <a:gd name="connsiteY60" fmla="*/ 285358 h 616332"/>
                <a:gd name="connsiteX61" fmla="*/ 594738 w 2915191"/>
                <a:gd name="connsiteY61" fmla="*/ 256462 h 616332"/>
                <a:gd name="connsiteX62" fmla="*/ 604488 w 2915191"/>
                <a:gd name="connsiteY62" fmla="*/ 283672 h 616332"/>
                <a:gd name="connsiteX63" fmla="*/ 614237 w 2915191"/>
                <a:gd name="connsiteY63" fmla="*/ 270752 h 616332"/>
                <a:gd name="connsiteX64" fmla="*/ 623987 w 2915191"/>
                <a:gd name="connsiteY64" fmla="*/ 299080 h 616332"/>
                <a:gd name="connsiteX65" fmla="*/ 633736 w 2915191"/>
                <a:gd name="connsiteY65" fmla="*/ 275743 h 616332"/>
                <a:gd name="connsiteX66" fmla="*/ 643486 w 2915191"/>
                <a:gd name="connsiteY66" fmla="*/ 251498 h 616332"/>
                <a:gd name="connsiteX67" fmla="*/ 653236 w 2915191"/>
                <a:gd name="connsiteY67" fmla="*/ 227879 h 616332"/>
                <a:gd name="connsiteX68" fmla="*/ 662985 w 2915191"/>
                <a:gd name="connsiteY68" fmla="*/ 229165 h 616332"/>
                <a:gd name="connsiteX69" fmla="*/ 672735 w 2915191"/>
                <a:gd name="connsiteY69" fmla="*/ 217899 h 616332"/>
                <a:gd name="connsiteX70" fmla="*/ 682485 w 2915191"/>
                <a:gd name="connsiteY70" fmla="*/ 194493 h 616332"/>
                <a:gd name="connsiteX71" fmla="*/ 692235 w 2915191"/>
                <a:gd name="connsiteY71" fmla="*/ 182467 h 616332"/>
                <a:gd name="connsiteX72" fmla="*/ 701985 w 2915191"/>
                <a:gd name="connsiteY72" fmla="*/ 219845 h 616332"/>
                <a:gd name="connsiteX73" fmla="*/ 711735 w 2915191"/>
                <a:gd name="connsiteY73" fmla="*/ 205621 h 616332"/>
                <a:gd name="connsiteX74" fmla="*/ 721485 w 2915191"/>
                <a:gd name="connsiteY74" fmla="*/ 212172 h 616332"/>
                <a:gd name="connsiteX75" fmla="*/ 731235 w 2915191"/>
                <a:gd name="connsiteY75" fmla="*/ 213255 h 616332"/>
                <a:gd name="connsiteX76" fmla="*/ 740985 w 2915191"/>
                <a:gd name="connsiteY76" fmla="*/ 183472 h 616332"/>
                <a:gd name="connsiteX77" fmla="*/ 750734 w 2915191"/>
                <a:gd name="connsiteY77" fmla="*/ 196080 h 616332"/>
                <a:gd name="connsiteX78" fmla="*/ 760484 w 2915191"/>
                <a:gd name="connsiteY78" fmla="*/ 184651 h 616332"/>
                <a:gd name="connsiteX79" fmla="*/ 770233 w 2915191"/>
                <a:gd name="connsiteY79" fmla="*/ 181485 h 616332"/>
                <a:gd name="connsiteX80" fmla="*/ 779983 w 2915191"/>
                <a:gd name="connsiteY80" fmla="*/ 159458 h 616332"/>
                <a:gd name="connsiteX81" fmla="*/ 789733 w 2915191"/>
                <a:gd name="connsiteY81" fmla="*/ 157509 h 616332"/>
                <a:gd name="connsiteX82" fmla="*/ 799482 w 2915191"/>
                <a:gd name="connsiteY82" fmla="*/ 163116 h 616332"/>
                <a:gd name="connsiteX83" fmla="*/ 809232 w 2915191"/>
                <a:gd name="connsiteY83" fmla="*/ 123939 h 616332"/>
                <a:gd name="connsiteX84" fmla="*/ 818982 w 2915191"/>
                <a:gd name="connsiteY84" fmla="*/ 136102 h 616332"/>
                <a:gd name="connsiteX85" fmla="*/ 828732 w 2915191"/>
                <a:gd name="connsiteY85" fmla="*/ 113864 h 616332"/>
                <a:gd name="connsiteX86" fmla="*/ 838482 w 2915191"/>
                <a:gd name="connsiteY86" fmla="*/ 122473 h 616332"/>
                <a:gd name="connsiteX87" fmla="*/ 848232 w 2915191"/>
                <a:gd name="connsiteY87" fmla="*/ 114885 h 616332"/>
                <a:gd name="connsiteX88" fmla="*/ 857982 w 2915191"/>
                <a:gd name="connsiteY88" fmla="*/ 126274 h 616332"/>
                <a:gd name="connsiteX89" fmla="*/ 867732 w 2915191"/>
                <a:gd name="connsiteY89" fmla="*/ 103189 h 616332"/>
                <a:gd name="connsiteX90" fmla="*/ 877482 w 2915191"/>
                <a:gd name="connsiteY90" fmla="*/ 112541 h 616332"/>
                <a:gd name="connsiteX91" fmla="*/ 887231 w 2915191"/>
                <a:gd name="connsiteY91" fmla="*/ 133218 h 616332"/>
                <a:gd name="connsiteX92" fmla="*/ 896981 w 2915191"/>
                <a:gd name="connsiteY92" fmla="*/ 160056 h 616332"/>
                <a:gd name="connsiteX93" fmla="*/ 906730 w 2915191"/>
                <a:gd name="connsiteY93" fmla="*/ 142616 h 616332"/>
                <a:gd name="connsiteX94" fmla="*/ 916480 w 2915191"/>
                <a:gd name="connsiteY94" fmla="*/ 122580 h 616332"/>
                <a:gd name="connsiteX95" fmla="*/ 926230 w 2915191"/>
                <a:gd name="connsiteY95" fmla="*/ 118768 h 616332"/>
                <a:gd name="connsiteX96" fmla="*/ 935979 w 2915191"/>
                <a:gd name="connsiteY96" fmla="*/ 101220 h 616332"/>
                <a:gd name="connsiteX97" fmla="*/ 945729 w 2915191"/>
                <a:gd name="connsiteY97" fmla="*/ 115566 h 616332"/>
                <a:gd name="connsiteX98" fmla="*/ 955479 w 2915191"/>
                <a:gd name="connsiteY98" fmla="*/ 150297 h 616332"/>
                <a:gd name="connsiteX99" fmla="*/ 965229 w 2915191"/>
                <a:gd name="connsiteY99" fmla="*/ 161949 h 616332"/>
                <a:gd name="connsiteX100" fmla="*/ 974979 w 2915191"/>
                <a:gd name="connsiteY100" fmla="*/ 152815 h 616332"/>
                <a:gd name="connsiteX101" fmla="*/ 984729 w 2915191"/>
                <a:gd name="connsiteY101" fmla="*/ 174777 h 616332"/>
                <a:gd name="connsiteX102" fmla="*/ 994474 w 2915191"/>
                <a:gd name="connsiteY102" fmla="*/ 156608 h 616332"/>
                <a:gd name="connsiteX103" fmla="*/ 1004233 w 2915191"/>
                <a:gd name="connsiteY103" fmla="*/ 154659 h 616332"/>
                <a:gd name="connsiteX104" fmla="*/ 1013977 w 2915191"/>
                <a:gd name="connsiteY104" fmla="*/ 144307 h 616332"/>
                <a:gd name="connsiteX105" fmla="*/ 1023721 w 2915191"/>
                <a:gd name="connsiteY105" fmla="*/ 128708 h 616332"/>
                <a:gd name="connsiteX106" fmla="*/ 1033480 w 2915191"/>
                <a:gd name="connsiteY106" fmla="*/ 139906 h 616332"/>
                <a:gd name="connsiteX107" fmla="*/ 1043224 w 2915191"/>
                <a:gd name="connsiteY107" fmla="*/ 163609 h 616332"/>
                <a:gd name="connsiteX108" fmla="*/ 1052983 w 2915191"/>
                <a:gd name="connsiteY108" fmla="*/ 141612 h 616332"/>
                <a:gd name="connsiteX109" fmla="*/ 1062727 w 2915191"/>
                <a:gd name="connsiteY109" fmla="*/ 118884 h 616332"/>
                <a:gd name="connsiteX110" fmla="*/ 1072471 w 2915191"/>
                <a:gd name="connsiteY110" fmla="*/ 94519 h 616332"/>
                <a:gd name="connsiteX111" fmla="*/ 1082230 w 2915191"/>
                <a:gd name="connsiteY111" fmla="*/ 108784 h 616332"/>
                <a:gd name="connsiteX112" fmla="*/ 1091973 w 2915191"/>
                <a:gd name="connsiteY112" fmla="*/ 81168 h 616332"/>
                <a:gd name="connsiteX113" fmla="*/ 1101732 w 2915191"/>
                <a:gd name="connsiteY113" fmla="*/ 84361 h 616332"/>
                <a:gd name="connsiteX114" fmla="*/ 1111476 w 2915191"/>
                <a:gd name="connsiteY114" fmla="*/ 81857 h 616332"/>
                <a:gd name="connsiteX115" fmla="*/ 1121220 w 2915191"/>
                <a:gd name="connsiteY115" fmla="*/ 70863 h 616332"/>
                <a:gd name="connsiteX116" fmla="*/ 1130979 w 2915191"/>
                <a:gd name="connsiteY116" fmla="*/ 60906 h 616332"/>
                <a:gd name="connsiteX117" fmla="*/ 1140723 w 2915191"/>
                <a:gd name="connsiteY117" fmla="*/ 21307 h 616332"/>
                <a:gd name="connsiteX118" fmla="*/ 1150482 w 2915191"/>
                <a:gd name="connsiteY118" fmla="*/ 26921 h 616332"/>
                <a:gd name="connsiteX119" fmla="*/ 1160226 w 2915191"/>
                <a:gd name="connsiteY119" fmla="*/ 47182 h 616332"/>
                <a:gd name="connsiteX120" fmla="*/ 1169969 w 2915191"/>
                <a:gd name="connsiteY120" fmla="*/ 38672 h 616332"/>
                <a:gd name="connsiteX121" fmla="*/ 1179728 w 2915191"/>
                <a:gd name="connsiteY121" fmla="*/ 40695 h 616332"/>
                <a:gd name="connsiteX122" fmla="*/ 1189472 w 2915191"/>
                <a:gd name="connsiteY122" fmla="*/ 10239 h 616332"/>
                <a:gd name="connsiteX123" fmla="*/ 1199231 w 2915191"/>
                <a:gd name="connsiteY123" fmla="*/ 22492 h 616332"/>
                <a:gd name="connsiteX124" fmla="*/ 1208975 w 2915191"/>
                <a:gd name="connsiteY124" fmla="*/ 34216 h 616332"/>
                <a:gd name="connsiteX125" fmla="*/ 1218719 w 2915191"/>
                <a:gd name="connsiteY125" fmla="*/ 7159 h 616332"/>
                <a:gd name="connsiteX126" fmla="*/ 1228478 w 2915191"/>
                <a:gd name="connsiteY126" fmla="*/ 7121 h 616332"/>
                <a:gd name="connsiteX127" fmla="*/ 1238222 w 2915191"/>
                <a:gd name="connsiteY127" fmla="*/ 21502 h 616332"/>
                <a:gd name="connsiteX128" fmla="*/ 1247966 w 2915191"/>
                <a:gd name="connsiteY128" fmla="*/ 26062 h 616332"/>
                <a:gd name="connsiteX129" fmla="*/ 1257725 w 2915191"/>
                <a:gd name="connsiteY129" fmla="*/ 4338 h 616332"/>
                <a:gd name="connsiteX130" fmla="*/ 1267469 w 2915191"/>
                <a:gd name="connsiteY130" fmla="*/ 17002 h 616332"/>
                <a:gd name="connsiteX131" fmla="*/ 1277227 w 2915191"/>
                <a:gd name="connsiteY131" fmla="*/ 36217 h 616332"/>
                <a:gd name="connsiteX132" fmla="*/ 1286971 w 2915191"/>
                <a:gd name="connsiteY132" fmla="*/ 27230 h 616332"/>
                <a:gd name="connsiteX133" fmla="*/ 1296715 w 2915191"/>
                <a:gd name="connsiteY133" fmla="*/ 40445 h 616332"/>
                <a:gd name="connsiteX134" fmla="*/ 1306474 w 2915191"/>
                <a:gd name="connsiteY134" fmla="*/ 54608 h 616332"/>
                <a:gd name="connsiteX135" fmla="*/ 1316218 w 2915191"/>
                <a:gd name="connsiteY135" fmla="*/ 44371 h 616332"/>
                <a:gd name="connsiteX136" fmla="*/ 1325977 w 2915191"/>
                <a:gd name="connsiteY136" fmla="*/ 23411 h 616332"/>
                <a:gd name="connsiteX137" fmla="*/ 1335721 w 2915191"/>
                <a:gd name="connsiteY137" fmla="*/ 42680 h 616332"/>
                <a:gd name="connsiteX138" fmla="*/ 1345465 w 2915191"/>
                <a:gd name="connsiteY138" fmla="*/ 24911 h 616332"/>
                <a:gd name="connsiteX139" fmla="*/ 1355224 w 2915191"/>
                <a:gd name="connsiteY139" fmla="*/ 12834 h 616332"/>
                <a:gd name="connsiteX140" fmla="*/ 1364967 w 2915191"/>
                <a:gd name="connsiteY140" fmla="*/ 41643 h 616332"/>
                <a:gd name="connsiteX141" fmla="*/ 1374726 w 2915191"/>
                <a:gd name="connsiteY141" fmla="*/ 51014 h 616332"/>
                <a:gd name="connsiteX142" fmla="*/ 1384470 w 2915191"/>
                <a:gd name="connsiteY142" fmla="*/ 33776 h 616332"/>
                <a:gd name="connsiteX143" fmla="*/ 1394214 w 2915191"/>
                <a:gd name="connsiteY143" fmla="*/ 55480 h 616332"/>
                <a:gd name="connsiteX144" fmla="*/ 1403973 w 2915191"/>
                <a:gd name="connsiteY144" fmla="*/ 77977 h 616332"/>
                <a:gd name="connsiteX145" fmla="*/ 1413717 w 2915191"/>
                <a:gd name="connsiteY145" fmla="*/ 73105 h 616332"/>
                <a:gd name="connsiteX146" fmla="*/ 1423476 w 2915191"/>
                <a:gd name="connsiteY146" fmla="*/ 80359 h 616332"/>
                <a:gd name="connsiteX147" fmla="*/ 1433220 w 2915191"/>
                <a:gd name="connsiteY147" fmla="*/ 65422 h 616332"/>
                <a:gd name="connsiteX148" fmla="*/ 1442964 w 2915191"/>
                <a:gd name="connsiteY148" fmla="*/ 62631 h 616332"/>
                <a:gd name="connsiteX149" fmla="*/ 1452722 w 2915191"/>
                <a:gd name="connsiteY149" fmla="*/ 52270 h 616332"/>
                <a:gd name="connsiteX150" fmla="*/ 1462466 w 2915191"/>
                <a:gd name="connsiteY150" fmla="*/ 76989 h 616332"/>
                <a:gd name="connsiteX151" fmla="*/ 1472225 w 2915191"/>
                <a:gd name="connsiteY151" fmla="*/ 64619 h 616332"/>
                <a:gd name="connsiteX152" fmla="*/ 1481969 w 2915191"/>
                <a:gd name="connsiteY152" fmla="*/ 54519 h 616332"/>
                <a:gd name="connsiteX153" fmla="*/ 1491713 w 2915191"/>
                <a:gd name="connsiteY153" fmla="*/ 39009 h 616332"/>
                <a:gd name="connsiteX154" fmla="*/ 1501472 w 2915191"/>
                <a:gd name="connsiteY154" fmla="*/ 29077 h 616332"/>
                <a:gd name="connsiteX155" fmla="*/ 1511216 w 2915191"/>
                <a:gd name="connsiteY155" fmla="*/ 54015 h 616332"/>
                <a:gd name="connsiteX156" fmla="*/ 1520960 w 2915191"/>
                <a:gd name="connsiteY156" fmla="*/ 64583 h 616332"/>
                <a:gd name="connsiteX157" fmla="*/ 1530719 w 2915191"/>
                <a:gd name="connsiteY157" fmla="*/ 31108 h 616332"/>
                <a:gd name="connsiteX158" fmla="*/ 1540463 w 2915191"/>
                <a:gd name="connsiteY158" fmla="*/ 22084 h 616332"/>
                <a:gd name="connsiteX159" fmla="*/ 1550221 w 2915191"/>
                <a:gd name="connsiteY159" fmla="*/ 13968 h 616332"/>
                <a:gd name="connsiteX160" fmla="*/ 1559965 w 2915191"/>
                <a:gd name="connsiteY160" fmla="*/ 11719 h 616332"/>
                <a:gd name="connsiteX161" fmla="*/ 1569709 w 2915191"/>
                <a:gd name="connsiteY161" fmla="*/ 3145 h 616332"/>
                <a:gd name="connsiteX162" fmla="*/ 1579468 w 2915191"/>
                <a:gd name="connsiteY162" fmla="*/ 0 h 616332"/>
                <a:gd name="connsiteX163" fmla="*/ 1589212 w 2915191"/>
                <a:gd name="connsiteY163" fmla="*/ 22357 h 616332"/>
                <a:gd name="connsiteX164" fmla="*/ 1598971 w 2915191"/>
                <a:gd name="connsiteY164" fmla="*/ 16843 h 616332"/>
                <a:gd name="connsiteX165" fmla="*/ 1608715 w 2915191"/>
                <a:gd name="connsiteY165" fmla="*/ 33970 h 616332"/>
                <a:gd name="connsiteX166" fmla="*/ 1618459 w 2915191"/>
                <a:gd name="connsiteY166" fmla="*/ 18588 h 616332"/>
                <a:gd name="connsiteX167" fmla="*/ 1628218 w 2915191"/>
                <a:gd name="connsiteY167" fmla="*/ 17859 h 616332"/>
                <a:gd name="connsiteX168" fmla="*/ 1637962 w 2915191"/>
                <a:gd name="connsiteY168" fmla="*/ 30774 h 616332"/>
                <a:gd name="connsiteX169" fmla="*/ 1647720 w 2915191"/>
                <a:gd name="connsiteY169" fmla="*/ 26893 h 616332"/>
                <a:gd name="connsiteX170" fmla="*/ 1657464 w 2915191"/>
                <a:gd name="connsiteY170" fmla="*/ 42859 h 616332"/>
                <a:gd name="connsiteX171" fmla="*/ 1667208 w 2915191"/>
                <a:gd name="connsiteY171" fmla="*/ 64966 h 616332"/>
                <a:gd name="connsiteX172" fmla="*/ 1676967 w 2915191"/>
                <a:gd name="connsiteY172" fmla="*/ 52376 h 616332"/>
                <a:gd name="connsiteX173" fmla="*/ 1686711 w 2915191"/>
                <a:gd name="connsiteY173" fmla="*/ 29752 h 616332"/>
                <a:gd name="connsiteX174" fmla="*/ 1696470 w 2915191"/>
                <a:gd name="connsiteY174" fmla="*/ 75411 h 616332"/>
                <a:gd name="connsiteX175" fmla="*/ 1706214 w 2915191"/>
                <a:gd name="connsiteY175" fmla="*/ 71052 h 616332"/>
                <a:gd name="connsiteX176" fmla="*/ 1715958 w 2915191"/>
                <a:gd name="connsiteY176" fmla="*/ 63878 h 616332"/>
                <a:gd name="connsiteX177" fmla="*/ 1725716 w 2915191"/>
                <a:gd name="connsiteY177" fmla="*/ 20318 h 616332"/>
                <a:gd name="connsiteX178" fmla="*/ 1735460 w 2915191"/>
                <a:gd name="connsiteY178" fmla="*/ 42978 h 616332"/>
                <a:gd name="connsiteX179" fmla="*/ 1745219 w 2915191"/>
                <a:gd name="connsiteY179" fmla="*/ 37669 h 616332"/>
                <a:gd name="connsiteX180" fmla="*/ 1754963 w 2915191"/>
                <a:gd name="connsiteY180" fmla="*/ 52057 h 616332"/>
                <a:gd name="connsiteX181" fmla="*/ 1764707 w 2915191"/>
                <a:gd name="connsiteY181" fmla="*/ 68209 h 616332"/>
                <a:gd name="connsiteX182" fmla="*/ 1774466 w 2915191"/>
                <a:gd name="connsiteY182" fmla="*/ 129675 h 616332"/>
                <a:gd name="connsiteX183" fmla="*/ 1784210 w 2915191"/>
                <a:gd name="connsiteY183" fmla="*/ 107416 h 616332"/>
                <a:gd name="connsiteX184" fmla="*/ 1793969 w 2915191"/>
                <a:gd name="connsiteY184" fmla="*/ 74894 h 616332"/>
                <a:gd name="connsiteX185" fmla="*/ 1803713 w 2915191"/>
                <a:gd name="connsiteY185" fmla="*/ 21024 h 616332"/>
                <a:gd name="connsiteX186" fmla="*/ 1813457 w 2915191"/>
                <a:gd name="connsiteY186" fmla="*/ 43876 h 616332"/>
                <a:gd name="connsiteX187" fmla="*/ 1823215 w 2915191"/>
                <a:gd name="connsiteY187" fmla="*/ 4763 h 616332"/>
                <a:gd name="connsiteX188" fmla="*/ 1832959 w 2915191"/>
                <a:gd name="connsiteY188" fmla="*/ 6539 h 616332"/>
                <a:gd name="connsiteX189" fmla="*/ 1842703 w 2915191"/>
                <a:gd name="connsiteY189" fmla="*/ 43701 h 616332"/>
                <a:gd name="connsiteX190" fmla="*/ 1852462 w 2915191"/>
                <a:gd name="connsiteY190" fmla="*/ 41008 h 616332"/>
                <a:gd name="connsiteX191" fmla="*/ 1862206 w 2915191"/>
                <a:gd name="connsiteY191" fmla="*/ 81539 h 616332"/>
                <a:gd name="connsiteX192" fmla="*/ 1871965 w 2915191"/>
                <a:gd name="connsiteY192" fmla="*/ 54475 h 616332"/>
                <a:gd name="connsiteX193" fmla="*/ 1881709 w 2915191"/>
                <a:gd name="connsiteY193" fmla="*/ 47822 h 616332"/>
                <a:gd name="connsiteX194" fmla="*/ 1891453 w 2915191"/>
                <a:gd name="connsiteY194" fmla="*/ 26133 h 616332"/>
                <a:gd name="connsiteX195" fmla="*/ 1901212 w 2915191"/>
                <a:gd name="connsiteY195" fmla="*/ 72692 h 616332"/>
                <a:gd name="connsiteX196" fmla="*/ 1910956 w 2915191"/>
                <a:gd name="connsiteY196" fmla="*/ 80072 h 616332"/>
                <a:gd name="connsiteX197" fmla="*/ 1920714 w 2915191"/>
                <a:gd name="connsiteY197" fmla="*/ 79519 h 616332"/>
                <a:gd name="connsiteX198" fmla="*/ 1930458 w 2915191"/>
                <a:gd name="connsiteY198" fmla="*/ 82618 h 616332"/>
                <a:gd name="connsiteX199" fmla="*/ 1940202 w 2915191"/>
                <a:gd name="connsiteY199" fmla="*/ 80388 h 616332"/>
                <a:gd name="connsiteX200" fmla="*/ 1949961 w 2915191"/>
                <a:gd name="connsiteY200" fmla="*/ 101987 h 616332"/>
                <a:gd name="connsiteX201" fmla="*/ 1959705 w 2915191"/>
                <a:gd name="connsiteY201" fmla="*/ 85568 h 616332"/>
                <a:gd name="connsiteX202" fmla="*/ 1969464 w 2915191"/>
                <a:gd name="connsiteY202" fmla="*/ 95512 h 616332"/>
                <a:gd name="connsiteX203" fmla="*/ 1979208 w 2915191"/>
                <a:gd name="connsiteY203" fmla="*/ 56794 h 616332"/>
                <a:gd name="connsiteX204" fmla="*/ 1988952 w 2915191"/>
                <a:gd name="connsiteY204" fmla="*/ 81697 h 616332"/>
                <a:gd name="connsiteX205" fmla="*/ 1998711 w 2915191"/>
                <a:gd name="connsiteY205" fmla="*/ 120675 h 616332"/>
                <a:gd name="connsiteX206" fmla="*/ 2008454 w 2915191"/>
                <a:gd name="connsiteY206" fmla="*/ 120763 h 616332"/>
                <a:gd name="connsiteX207" fmla="*/ 2018213 w 2915191"/>
                <a:gd name="connsiteY207" fmla="*/ 128535 h 616332"/>
                <a:gd name="connsiteX208" fmla="*/ 2027957 w 2915191"/>
                <a:gd name="connsiteY208" fmla="*/ 128924 h 616332"/>
                <a:gd name="connsiteX209" fmla="*/ 2037701 w 2915191"/>
                <a:gd name="connsiteY209" fmla="*/ 134537 h 616332"/>
                <a:gd name="connsiteX210" fmla="*/ 2047460 w 2915191"/>
                <a:gd name="connsiteY210" fmla="*/ 145435 h 616332"/>
                <a:gd name="connsiteX211" fmla="*/ 2057204 w 2915191"/>
                <a:gd name="connsiteY211" fmla="*/ 132239 h 616332"/>
                <a:gd name="connsiteX212" fmla="*/ 2066963 w 2915191"/>
                <a:gd name="connsiteY212" fmla="*/ 147453 h 616332"/>
                <a:gd name="connsiteX213" fmla="*/ 2076707 w 2915191"/>
                <a:gd name="connsiteY213" fmla="*/ 108043 h 616332"/>
                <a:gd name="connsiteX214" fmla="*/ 2086451 w 2915191"/>
                <a:gd name="connsiteY214" fmla="*/ 113133 h 616332"/>
                <a:gd name="connsiteX215" fmla="*/ 2096210 w 2915191"/>
                <a:gd name="connsiteY215" fmla="*/ 106895 h 616332"/>
                <a:gd name="connsiteX216" fmla="*/ 2105954 w 2915191"/>
                <a:gd name="connsiteY216" fmla="*/ 111947 h 616332"/>
                <a:gd name="connsiteX217" fmla="*/ 2115697 w 2915191"/>
                <a:gd name="connsiteY217" fmla="*/ 102249 h 616332"/>
                <a:gd name="connsiteX218" fmla="*/ 2125456 w 2915191"/>
                <a:gd name="connsiteY218" fmla="*/ 98779 h 616332"/>
                <a:gd name="connsiteX219" fmla="*/ 2135200 w 2915191"/>
                <a:gd name="connsiteY219" fmla="*/ 89995 h 616332"/>
                <a:gd name="connsiteX220" fmla="*/ 2144959 w 2915191"/>
                <a:gd name="connsiteY220" fmla="*/ 102809 h 616332"/>
                <a:gd name="connsiteX221" fmla="*/ 2154703 w 2915191"/>
                <a:gd name="connsiteY221" fmla="*/ 95646 h 616332"/>
                <a:gd name="connsiteX222" fmla="*/ 2164447 w 2915191"/>
                <a:gd name="connsiteY222" fmla="*/ 60755 h 616332"/>
                <a:gd name="connsiteX223" fmla="*/ 2174206 w 2915191"/>
                <a:gd name="connsiteY223" fmla="*/ 115017 h 616332"/>
                <a:gd name="connsiteX224" fmla="*/ 2183950 w 2915191"/>
                <a:gd name="connsiteY224" fmla="*/ 79623 h 616332"/>
                <a:gd name="connsiteX225" fmla="*/ 2193709 w 2915191"/>
                <a:gd name="connsiteY225" fmla="*/ 57956 h 616332"/>
                <a:gd name="connsiteX226" fmla="*/ 2203452 w 2915191"/>
                <a:gd name="connsiteY226" fmla="*/ 54751 h 616332"/>
                <a:gd name="connsiteX227" fmla="*/ 2213196 w 2915191"/>
                <a:gd name="connsiteY227" fmla="*/ 54376 h 616332"/>
                <a:gd name="connsiteX228" fmla="*/ 2222955 w 2915191"/>
                <a:gd name="connsiteY228" fmla="*/ 63039 h 616332"/>
                <a:gd name="connsiteX229" fmla="*/ 2232699 w 2915191"/>
                <a:gd name="connsiteY229" fmla="*/ 75416 h 616332"/>
                <a:gd name="connsiteX230" fmla="*/ 2242458 w 2915191"/>
                <a:gd name="connsiteY230" fmla="*/ 116421 h 616332"/>
                <a:gd name="connsiteX231" fmla="*/ 2252202 w 2915191"/>
                <a:gd name="connsiteY231" fmla="*/ 175700 h 616332"/>
                <a:gd name="connsiteX232" fmla="*/ 2261946 w 2915191"/>
                <a:gd name="connsiteY232" fmla="*/ 172977 h 616332"/>
                <a:gd name="connsiteX233" fmla="*/ 2271705 w 2915191"/>
                <a:gd name="connsiteY233" fmla="*/ 141861 h 616332"/>
                <a:gd name="connsiteX234" fmla="*/ 2281449 w 2915191"/>
                <a:gd name="connsiteY234" fmla="*/ 151259 h 616332"/>
                <a:gd name="connsiteX235" fmla="*/ 2291208 w 2915191"/>
                <a:gd name="connsiteY235" fmla="*/ 157605 h 616332"/>
                <a:gd name="connsiteX236" fmla="*/ 2300951 w 2915191"/>
                <a:gd name="connsiteY236" fmla="*/ 142093 h 616332"/>
                <a:gd name="connsiteX237" fmla="*/ 2310695 w 2915191"/>
                <a:gd name="connsiteY237" fmla="*/ 120396 h 616332"/>
                <a:gd name="connsiteX238" fmla="*/ 2320454 w 2915191"/>
                <a:gd name="connsiteY238" fmla="*/ 129379 h 616332"/>
                <a:gd name="connsiteX239" fmla="*/ 2330198 w 2915191"/>
                <a:gd name="connsiteY239" fmla="*/ 135079 h 616332"/>
                <a:gd name="connsiteX240" fmla="*/ 2339957 w 2915191"/>
                <a:gd name="connsiteY240" fmla="*/ 144295 h 616332"/>
                <a:gd name="connsiteX241" fmla="*/ 2349701 w 2915191"/>
                <a:gd name="connsiteY241" fmla="*/ 123149 h 616332"/>
                <a:gd name="connsiteX242" fmla="*/ 2359445 w 2915191"/>
                <a:gd name="connsiteY242" fmla="*/ 97851 h 616332"/>
                <a:gd name="connsiteX243" fmla="*/ 2369204 w 2915191"/>
                <a:gd name="connsiteY243" fmla="*/ 80942 h 616332"/>
                <a:gd name="connsiteX244" fmla="*/ 2378948 w 2915191"/>
                <a:gd name="connsiteY244" fmla="*/ 56572 h 616332"/>
                <a:gd name="connsiteX245" fmla="*/ 2388692 w 2915191"/>
                <a:gd name="connsiteY245" fmla="*/ 52229 h 616332"/>
                <a:gd name="connsiteX246" fmla="*/ 2398450 w 2915191"/>
                <a:gd name="connsiteY246" fmla="*/ 13266 h 616332"/>
                <a:gd name="connsiteX247" fmla="*/ 2408194 w 2915191"/>
                <a:gd name="connsiteY247" fmla="*/ 24616 h 616332"/>
                <a:gd name="connsiteX248" fmla="*/ 2417953 w 2915191"/>
                <a:gd name="connsiteY248" fmla="*/ 37133 h 616332"/>
                <a:gd name="connsiteX249" fmla="*/ 2427697 w 2915191"/>
                <a:gd name="connsiteY249" fmla="*/ 42714 h 616332"/>
                <a:gd name="connsiteX250" fmla="*/ 2437441 w 2915191"/>
                <a:gd name="connsiteY250" fmla="*/ 37050 h 616332"/>
                <a:gd name="connsiteX251" fmla="*/ 2447200 w 2915191"/>
                <a:gd name="connsiteY251" fmla="*/ 69817 h 616332"/>
                <a:gd name="connsiteX252" fmla="*/ 2456944 w 2915191"/>
                <a:gd name="connsiteY252" fmla="*/ 46491 h 616332"/>
                <a:gd name="connsiteX253" fmla="*/ 2466703 w 2915191"/>
                <a:gd name="connsiteY253" fmla="*/ 27675 h 616332"/>
                <a:gd name="connsiteX254" fmla="*/ 2476446 w 2915191"/>
                <a:gd name="connsiteY254" fmla="*/ 46726 h 616332"/>
                <a:gd name="connsiteX255" fmla="*/ 2486190 w 2915191"/>
                <a:gd name="connsiteY255" fmla="*/ 79349 h 616332"/>
                <a:gd name="connsiteX256" fmla="*/ 2495949 w 2915191"/>
                <a:gd name="connsiteY256" fmla="*/ 86818 h 616332"/>
                <a:gd name="connsiteX257" fmla="*/ 2505693 w 2915191"/>
                <a:gd name="connsiteY257" fmla="*/ 86107 h 616332"/>
                <a:gd name="connsiteX258" fmla="*/ 2515452 w 2915191"/>
                <a:gd name="connsiteY258" fmla="*/ 70015 h 616332"/>
                <a:gd name="connsiteX259" fmla="*/ 2525196 w 2915191"/>
                <a:gd name="connsiteY259" fmla="*/ 88494 h 616332"/>
                <a:gd name="connsiteX260" fmla="*/ 2534940 w 2915191"/>
                <a:gd name="connsiteY260" fmla="*/ 103271 h 616332"/>
                <a:gd name="connsiteX261" fmla="*/ 2544699 w 2915191"/>
                <a:gd name="connsiteY261" fmla="*/ 87588 h 616332"/>
                <a:gd name="connsiteX262" fmla="*/ 2554443 w 2915191"/>
                <a:gd name="connsiteY262" fmla="*/ 89193 h 616332"/>
                <a:gd name="connsiteX263" fmla="*/ 2564202 w 2915191"/>
                <a:gd name="connsiteY263" fmla="*/ 94129 h 616332"/>
                <a:gd name="connsiteX264" fmla="*/ 2573946 w 2915191"/>
                <a:gd name="connsiteY264" fmla="*/ 91268 h 616332"/>
                <a:gd name="connsiteX265" fmla="*/ 2583690 w 2915191"/>
                <a:gd name="connsiteY265" fmla="*/ 93772 h 616332"/>
                <a:gd name="connsiteX266" fmla="*/ 2593448 w 2915191"/>
                <a:gd name="connsiteY266" fmla="*/ 78071 h 616332"/>
                <a:gd name="connsiteX267" fmla="*/ 2603192 w 2915191"/>
                <a:gd name="connsiteY267" fmla="*/ 99168 h 616332"/>
                <a:gd name="connsiteX268" fmla="*/ 2612951 w 2915191"/>
                <a:gd name="connsiteY268" fmla="*/ 103191 h 616332"/>
                <a:gd name="connsiteX269" fmla="*/ 2622695 w 2915191"/>
                <a:gd name="connsiteY269" fmla="*/ 107017 h 616332"/>
                <a:gd name="connsiteX270" fmla="*/ 2632439 w 2915191"/>
                <a:gd name="connsiteY270" fmla="*/ 120027 h 616332"/>
                <a:gd name="connsiteX271" fmla="*/ 2642198 w 2915191"/>
                <a:gd name="connsiteY271" fmla="*/ 176546 h 616332"/>
                <a:gd name="connsiteX272" fmla="*/ 2651942 w 2915191"/>
                <a:gd name="connsiteY272" fmla="*/ 213746 h 616332"/>
                <a:gd name="connsiteX273" fmla="*/ 2661685 w 2915191"/>
                <a:gd name="connsiteY273" fmla="*/ 176103 h 616332"/>
                <a:gd name="connsiteX274" fmla="*/ 2671444 w 2915191"/>
                <a:gd name="connsiteY274" fmla="*/ 174940 h 616332"/>
                <a:gd name="connsiteX275" fmla="*/ 2681188 w 2915191"/>
                <a:gd name="connsiteY275" fmla="*/ 184351 h 616332"/>
                <a:gd name="connsiteX276" fmla="*/ 2690947 w 2915191"/>
                <a:gd name="connsiteY276" fmla="*/ 173684 h 616332"/>
                <a:gd name="connsiteX277" fmla="*/ 2700691 w 2915191"/>
                <a:gd name="connsiteY277" fmla="*/ 174259 h 616332"/>
                <a:gd name="connsiteX278" fmla="*/ 2710435 w 2915191"/>
                <a:gd name="connsiteY278" fmla="*/ 177236 h 616332"/>
                <a:gd name="connsiteX279" fmla="*/ 2720194 w 2915191"/>
                <a:gd name="connsiteY279" fmla="*/ 181817 h 616332"/>
                <a:gd name="connsiteX280" fmla="*/ 2729938 w 2915191"/>
                <a:gd name="connsiteY280" fmla="*/ 148893 h 616332"/>
                <a:gd name="connsiteX281" fmla="*/ 2739697 w 2915191"/>
                <a:gd name="connsiteY281" fmla="*/ 144961 h 616332"/>
                <a:gd name="connsiteX282" fmla="*/ 2749441 w 2915191"/>
                <a:gd name="connsiteY282" fmla="*/ 150128 h 616332"/>
                <a:gd name="connsiteX283" fmla="*/ 2759185 w 2915191"/>
                <a:gd name="connsiteY283" fmla="*/ 157699 h 616332"/>
                <a:gd name="connsiteX284" fmla="*/ 2768943 w 2915191"/>
                <a:gd name="connsiteY284" fmla="*/ 175017 h 616332"/>
                <a:gd name="connsiteX285" fmla="*/ 2778687 w 2915191"/>
                <a:gd name="connsiteY285" fmla="*/ 170434 h 616332"/>
                <a:gd name="connsiteX286" fmla="*/ 2788446 w 2915191"/>
                <a:gd name="connsiteY286" fmla="*/ 162365 h 616332"/>
                <a:gd name="connsiteX287" fmla="*/ 2798190 w 2915191"/>
                <a:gd name="connsiteY287" fmla="*/ 174011 h 616332"/>
                <a:gd name="connsiteX288" fmla="*/ 2807934 w 2915191"/>
                <a:gd name="connsiteY288" fmla="*/ 159062 h 616332"/>
                <a:gd name="connsiteX289" fmla="*/ 2817693 w 2915191"/>
                <a:gd name="connsiteY289" fmla="*/ 134554 h 616332"/>
                <a:gd name="connsiteX290" fmla="*/ 2827437 w 2915191"/>
                <a:gd name="connsiteY290" fmla="*/ 130143 h 616332"/>
                <a:gd name="connsiteX291" fmla="*/ 2837196 w 2915191"/>
                <a:gd name="connsiteY291" fmla="*/ 113207 h 616332"/>
                <a:gd name="connsiteX292" fmla="*/ 2846940 w 2915191"/>
                <a:gd name="connsiteY292" fmla="*/ 86443 h 616332"/>
                <a:gd name="connsiteX293" fmla="*/ 2856684 w 2915191"/>
                <a:gd name="connsiteY293" fmla="*/ 81595 h 616332"/>
                <a:gd name="connsiteX294" fmla="*/ 2866442 w 2915191"/>
                <a:gd name="connsiteY294" fmla="*/ 76636 h 616332"/>
                <a:gd name="connsiteX295" fmla="*/ 2876186 w 2915191"/>
                <a:gd name="connsiteY295" fmla="*/ 82395 h 616332"/>
                <a:gd name="connsiteX296" fmla="*/ 2885945 w 2915191"/>
                <a:gd name="connsiteY296" fmla="*/ 74728 h 616332"/>
                <a:gd name="connsiteX297" fmla="*/ 2895689 w 2915191"/>
                <a:gd name="connsiteY297" fmla="*/ 77789 h 616332"/>
                <a:gd name="connsiteX298" fmla="*/ 2905433 w 2915191"/>
                <a:gd name="connsiteY298" fmla="*/ 93663 h 616332"/>
                <a:gd name="connsiteX299" fmla="*/ 2915192 w 2915191"/>
                <a:gd name="connsiteY299" fmla="*/ 114444 h 616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16332">
                  <a:moveTo>
                    <a:pt x="0" y="589499"/>
                  </a:moveTo>
                  <a:lnTo>
                    <a:pt x="9750" y="575718"/>
                  </a:lnTo>
                  <a:lnTo>
                    <a:pt x="19500" y="582576"/>
                  </a:lnTo>
                  <a:lnTo>
                    <a:pt x="29250" y="573355"/>
                  </a:lnTo>
                  <a:lnTo>
                    <a:pt x="39000" y="589204"/>
                  </a:lnTo>
                  <a:lnTo>
                    <a:pt x="48749" y="575225"/>
                  </a:lnTo>
                  <a:lnTo>
                    <a:pt x="58499" y="603305"/>
                  </a:lnTo>
                  <a:lnTo>
                    <a:pt x="68249" y="603837"/>
                  </a:lnTo>
                  <a:lnTo>
                    <a:pt x="77998" y="597271"/>
                  </a:lnTo>
                  <a:lnTo>
                    <a:pt x="87748" y="595203"/>
                  </a:lnTo>
                  <a:lnTo>
                    <a:pt x="97497" y="608890"/>
                  </a:lnTo>
                  <a:lnTo>
                    <a:pt x="107247" y="616332"/>
                  </a:lnTo>
                  <a:lnTo>
                    <a:pt x="116997" y="614267"/>
                  </a:lnTo>
                  <a:lnTo>
                    <a:pt x="126747" y="602715"/>
                  </a:lnTo>
                  <a:lnTo>
                    <a:pt x="136497" y="552210"/>
                  </a:lnTo>
                  <a:lnTo>
                    <a:pt x="146247" y="554640"/>
                  </a:lnTo>
                  <a:lnTo>
                    <a:pt x="155997" y="538089"/>
                  </a:lnTo>
                  <a:lnTo>
                    <a:pt x="165747" y="561339"/>
                  </a:lnTo>
                  <a:lnTo>
                    <a:pt x="175497" y="568769"/>
                  </a:lnTo>
                  <a:lnTo>
                    <a:pt x="185247" y="555069"/>
                  </a:lnTo>
                  <a:lnTo>
                    <a:pt x="194996" y="582658"/>
                  </a:lnTo>
                  <a:lnTo>
                    <a:pt x="204746" y="615333"/>
                  </a:lnTo>
                  <a:lnTo>
                    <a:pt x="214495" y="611230"/>
                  </a:lnTo>
                  <a:lnTo>
                    <a:pt x="224245" y="611972"/>
                  </a:lnTo>
                  <a:lnTo>
                    <a:pt x="233995" y="589267"/>
                  </a:lnTo>
                  <a:lnTo>
                    <a:pt x="243744" y="603445"/>
                  </a:lnTo>
                  <a:lnTo>
                    <a:pt x="253494" y="595738"/>
                  </a:lnTo>
                  <a:lnTo>
                    <a:pt x="263244" y="605517"/>
                  </a:lnTo>
                  <a:lnTo>
                    <a:pt x="272994" y="573081"/>
                  </a:lnTo>
                  <a:lnTo>
                    <a:pt x="282744" y="523199"/>
                  </a:lnTo>
                  <a:lnTo>
                    <a:pt x="292494" y="504884"/>
                  </a:lnTo>
                  <a:lnTo>
                    <a:pt x="302244" y="471206"/>
                  </a:lnTo>
                  <a:lnTo>
                    <a:pt x="311994" y="465225"/>
                  </a:lnTo>
                  <a:lnTo>
                    <a:pt x="321744" y="466958"/>
                  </a:lnTo>
                  <a:lnTo>
                    <a:pt x="331493" y="480263"/>
                  </a:lnTo>
                  <a:lnTo>
                    <a:pt x="341243" y="493312"/>
                  </a:lnTo>
                  <a:lnTo>
                    <a:pt x="350993" y="462766"/>
                  </a:lnTo>
                  <a:lnTo>
                    <a:pt x="360742" y="418699"/>
                  </a:lnTo>
                  <a:lnTo>
                    <a:pt x="370492" y="434507"/>
                  </a:lnTo>
                  <a:lnTo>
                    <a:pt x="380241" y="451128"/>
                  </a:lnTo>
                  <a:lnTo>
                    <a:pt x="389991" y="494635"/>
                  </a:lnTo>
                  <a:lnTo>
                    <a:pt x="399741" y="478985"/>
                  </a:lnTo>
                  <a:lnTo>
                    <a:pt x="409491" y="474409"/>
                  </a:lnTo>
                  <a:lnTo>
                    <a:pt x="419241" y="461860"/>
                  </a:lnTo>
                  <a:lnTo>
                    <a:pt x="428991" y="455696"/>
                  </a:lnTo>
                  <a:lnTo>
                    <a:pt x="438741" y="405866"/>
                  </a:lnTo>
                  <a:lnTo>
                    <a:pt x="448491" y="371772"/>
                  </a:lnTo>
                  <a:lnTo>
                    <a:pt x="458241" y="399567"/>
                  </a:lnTo>
                  <a:lnTo>
                    <a:pt x="467991" y="411169"/>
                  </a:lnTo>
                  <a:lnTo>
                    <a:pt x="477740" y="393326"/>
                  </a:lnTo>
                  <a:lnTo>
                    <a:pt x="487490" y="377025"/>
                  </a:lnTo>
                  <a:lnTo>
                    <a:pt x="497239" y="368235"/>
                  </a:lnTo>
                  <a:lnTo>
                    <a:pt x="506989" y="362628"/>
                  </a:lnTo>
                  <a:lnTo>
                    <a:pt x="516738" y="397267"/>
                  </a:lnTo>
                  <a:lnTo>
                    <a:pt x="526488" y="360276"/>
                  </a:lnTo>
                  <a:lnTo>
                    <a:pt x="536238" y="383317"/>
                  </a:lnTo>
                  <a:lnTo>
                    <a:pt x="545988" y="355179"/>
                  </a:lnTo>
                  <a:lnTo>
                    <a:pt x="555738" y="349699"/>
                  </a:lnTo>
                  <a:lnTo>
                    <a:pt x="565488" y="327246"/>
                  </a:lnTo>
                  <a:lnTo>
                    <a:pt x="575238" y="313995"/>
                  </a:lnTo>
                  <a:lnTo>
                    <a:pt x="584988" y="285358"/>
                  </a:lnTo>
                  <a:lnTo>
                    <a:pt x="594738" y="256462"/>
                  </a:lnTo>
                  <a:lnTo>
                    <a:pt x="604488" y="283672"/>
                  </a:lnTo>
                  <a:lnTo>
                    <a:pt x="614237" y="270752"/>
                  </a:lnTo>
                  <a:lnTo>
                    <a:pt x="623987" y="299080"/>
                  </a:lnTo>
                  <a:lnTo>
                    <a:pt x="633736" y="275743"/>
                  </a:lnTo>
                  <a:lnTo>
                    <a:pt x="643486" y="251498"/>
                  </a:lnTo>
                  <a:lnTo>
                    <a:pt x="653236" y="227879"/>
                  </a:lnTo>
                  <a:lnTo>
                    <a:pt x="662985" y="229165"/>
                  </a:lnTo>
                  <a:lnTo>
                    <a:pt x="672735" y="217899"/>
                  </a:lnTo>
                  <a:lnTo>
                    <a:pt x="682485" y="194493"/>
                  </a:lnTo>
                  <a:lnTo>
                    <a:pt x="692235" y="182467"/>
                  </a:lnTo>
                  <a:lnTo>
                    <a:pt x="701985" y="219845"/>
                  </a:lnTo>
                  <a:lnTo>
                    <a:pt x="711735" y="205621"/>
                  </a:lnTo>
                  <a:lnTo>
                    <a:pt x="721485" y="212172"/>
                  </a:lnTo>
                  <a:lnTo>
                    <a:pt x="731235" y="213255"/>
                  </a:lnTo>
                  <a:lnTo>
                    <a:pt x="740985" y="183472"/>
                  </a:lnTo>
                  <a:lnTo>
                    <a:pt x="750734" y="196080"/>
                  </a:lnTo>
                  <a:lnTo>
                    <a:pt x="760484" y="184651"/>
                  </a:lnTo>
                  <a:lnTo>
                    <a:pt x="770233" y="181485"/>
                  </a:lnTo>
                  <a:lnTo>
                    <a:pt x="779983" y="159458"/>
                  </a:lnTo>
                  <a:lnTo>
                    <a:pt x="789733" y="157509"/>
                  </a:lnTo>
                  <a:lnTo>
                    <a:pt x="799482" y="163116"/>
                  </a:lnTo>
                  <a:lnTo>
                    <a:pt x="809232" y="123939"/>
                  </a:lnTo>
                  <a:lnTo>
                    <a:pt x="818982" y="136102"/>
                  </a:lnTo>
                  <a:lnTo>
                    <a:pt x="828732" y="113864"/>
                  </a:lnTo>
                  <a:lnTo>
                    <a:pt x="838482" y="122473"/>
                  </a:lnTo>
                  <a:lnTo>
                    <a:pt x="848232" y="114885"/>
                  </a:lnTo>
                  <a:lnTo>
                    <a:pt x="857982" y="126274"/>
                  </a:lnTo>
                  <a:lnTo>
                    <a:pt x="867732" y="103189"/>
                  </a:lnTo>
                  <a:lnTo>
                    <a:pt x="877482" y="112541"/>
                  </a:lnTo>
                  <a:lnTo>
                    <a:pt x="887231" y="133218"/>
                  </a:lnTo>
                  <a:lnTo>
                    <a:pt x="896981" y="160056"/>
                  </a:lnTo>
                  <a:lnTo>
                    <a:pt x="906730" y="142616"/>
                  </a:lnTo>
                  <a:lnTo>
                    <a:pt x="916480" y="122580"/>
                  </a:lnTo>
                  <a:lnTo>
                    <a:pt x="926230" y="118768"/>
                  </a:lnTo>
                  <a:lnTo>
                    <a:pt x="935979" y="101220"/>
                  </a:lnTo>
                  <a:lnTo>
                    <a:pt x="945729" y="115566"/>
                  </a:lnTo>
                  <a:lnTo>
                    <a:pt x="955479" y="150297"/>
                  </a:lnTo>
                  <a:lnTo>
                    <a:pt x="965229" y="161949"/>
                  </a:lnTo>
                  <a:lnTo>
                    <a:pt x="974979" y="152815"/>
                  </a:lnTo>
                  <a:lnTo>
                    <a:pt x="984729" y="174777"/>
                  </a:lnTo>
                  <a:lnTo>
                    <a:pt x="994474" y="156608"/>
                  </a:lnTo>
                  <a:lnTo>
                    <a:pt x="1004233" y="154659"/>
                  </a:lnTo>
                  <a:lnTo>
                    <a:pt x="1013977" y="144307"/>
                  </a:lnTo>
                  <a:lnTo>
                    <a:pt x="1023721" y="128708"/>
                  </a:lnTo>
                  <a:lnTo>
                    <a:pt x="1033480" y="139906"/>
                  </a:lnTo>
                  <a:lnTo>
                    <a:pt x="1043224" y="163609"/>
                  </a:lnTo>
                  <a:lnTo>
                    <a:pt x="1052983" y="141612"/>
                  </a:lnTo>
                  <a:lnTo>
                    <a:pt x="1062727" y="118884"/>
                  </a:lnTo>
                  <a:lnTo>
                    <a:pt x="1072471" y="94519"/>
                  </a:lnTo>
                  <a:lnTo>
                    <a:pt x="1082230" y="108784"/>
                  </a:lnTo>
                  <a:lnTo>
                    <a:pt x="1091973" y="81168"/>
                  </a:lnTo>
                  <a:lnTo>
                    <a:pt x="1101732" y="84361"/>
                  </a:lnTo>
                  <a:lnTo>
                    <a:pt x="1111476" y="81857"/>
                  </a:lnTo>
                  <a:lnTo>
                    <a:pt x="1121220" y="70863"/>
                  </a:lnTo>
                  <a:lnTo>
                    <a:pt x="1130979" y="60906"/>
                  </a:lnTo>
                  <a:lnTo>
                    <a:pt x="1140723" y="21307"/>
                  </a:lnTo>
                  <a:lnTo>
                    <a:pt x="1150482" y="26921"/>
                  </a:lnTo>
                  <a:lnTo>
                    <a:pt x="1160226" y="47182"/>
                  </a:lnTo>
                  <a:lnTo>
                    <a:pt x="1169969" y="38672"/>
                  </a:lnTo>
                  <a:lnTo>
                    <a:pt x="1179728" y="40695"/>
                  </a:lnTo>
                  <a:lnTo>
                    <a:pt x="1189472" y="10239"/>
                  </a:lnTo>
                  <a:lnTo>
                    <a:pt x="1199231" y="22492"/>
                  </a:lnTo>
                  <a:lnTo>
                    <a:pt x="1208975" y="34216"/>
                  </a:lnTo>
                  <a:lnTo>
                    <a:pt x="1218719" y="7159"/>
                  </a:lnTo>
                  <a:lnTo>
                    <a:pt x="1228478" y="7121"/>
                  </a:lnTo>
                  <a:lnTo>
                    <a:pt x="1238222" y="21502"/>
                  </a:lnTo>
                  <a:lnTo>
                    <a:pt x="1247966" y="26062"/>
                  </a:lnTo>
                  <a:lnTo>
                    <a:pt x="1257725" y="4338"/>
                  </a:lnTo>
                  <a:lnTo>
                    <a:pt x="1267469" y="17002"/>
                  </a:lnTo>
                  <a:lnTo>
                    <a:pt x="1277227" y="36217"/>
                  </a:lnTo>
                  <a:lnTo>
                    <a:pt x="1286971" y="27230"/>
                  </a:lnTo>
                  <a:lnTo>
                    <a:pt x="1296715" y="40445"/>
                  </a:lnTo>
                  <a:lnTo>
                    <a:pt x="1306474" y="54608"/>
                  </a:lnTo>
                  <a:lnTo>
                    <a:pt x="1316218" y="44371"/>
                  </a:lnTo>
                  <a:lnTo>
                    <a:pt x="1325977" y="23411"/>
                  </a:lnTo>
                  <a:lnTo>
                    <a:pt x="1335721" y="42680"/>
                  </a:lnTo>
                  <a:lnTo>
                    <a:pt x="1345465" y="24911"/>
                  </a:lnTo>
                  <a:lnTo>
                    <a:pt x="1355224" y="12834"/>
                  </a:lnTo>
                  <a:lnTo>
                    <a:pt x="1364967" y="41643"/>
                  </a:lnTo>
                  <a:lnTo>
                    <a:pt x="1374726" y="51014"/>
                  </a:lnTo>
                  <a:lnTo>
                    <a:pt x="1384470" y="33776"/>
                  </a:lnTo>
                  <a:lnTo>
                    <a:pt x="1394214" y="55480"/>
                  </a:lnTo>
                  <a:lnTo>
                    <a:pt x="1403973" y="77977"/>
                  </a:lnTo>
                  <a:lnTo>
                    <a:pt x="1413717" y="73105"/>
                  </a:lnTo>
                  <a:lnTo>
                    <a:pt x="1423476" y="80359"/>
                  </a:lnTo>
                  <a:lnTo>
                    <a:pt x="1433220" y="65422"/>
                  </a:lnTo>
                  <a:lnTo>
                    <a:pt x="1442964" y="62631"/>
                  </a:lnTo>
                  <a:lnTo>
                    <a:pt x="1452722" y="52270"/>
                  </a:lnTo>
                  <a:lnTo>
                    <a:pt x="1462466" y="76989"/>
                  </a:lnTo>
                  <a:lnTo>
                    <a:pt x="1472225" y="64619"/>
                  </a:lnTo>
                  <a:lnTo>
                    <a:pt x="1481969" y="54519"/>
                  </a:lnTo>
                  <a:lnTo>
                    <a:pt x="1491713" y="39009"/>
                  </a:lnTo>
                  <a:lnTo>
                    <a:pt x="1501472" y="29077"/>
                  </a:lnTo>
                  <a:lnTo>
                    <a:pt x="1511216" y="54015"/>
                  </a:lnTo>
                  <a:lnTo>
                    <a:pt x="1520960" y="64583"/>
                  </a:lnTo>
                  <a:lnTo>
                    <a:pt x="1530719" y="31108"/>
                  </a:lnTo>
                  <a:lnTo>
                    <a:pt x="1540463" y="22084"/>
                  </a:lnTo>
                  <a:lnTo>
                    <a:pt x="1550221" y="13968"/>
                  </a:lnTo>
                  <a:lnTo>
                    <a:pt x="1559965" y="11719"/>
                  </a:lnTo>
                  <a:lnTo>
                    <a:pt x="1569709" y="3145"/>
                  </a:lnTo>
                  <a:lnTo>
                    <a:pt x="1579468" y="0"/>
                  </a:lnTo>
                  <a:lnTo>
                    <a:pt x="1589212" y="22357"/>
                  </a:lnTo>
                  <a:lnTo>
                    <a:pt x="1598971" y="16843"/>
                  </a:lnTo>
                  <a:lnTo>
                    <a:pt x="1608715" y="33970"/>
                  </a:lnTo>
                  <a:lnTo>
                    <a:pt x="1618459" y="18588"/>
                  </a:lnTo>
                  <a:lnTo>
                    <a:pt x="1628218" y="17859"/>
                  </a:lnTo>
                  <a:lnTo>
                    <a:pt x="1637962" y="30774"/>
                  </a:lnTo>
                  <a:lnTo>
                    <a:pt x="1647720" y="26893"/>
                  </a:lnTo>
                  <a:lnTo>
                    <a:pt x="1657464" y="42859"/>
                  </a:lnTo>
                  <a:lnTo>
                    <a:pt x="1667208" y="64966"/>
                  </a:lnTo>
                  <a:lnTo>
                    <a:pt x="1676967" y="52376"/>
                  </a:lnTo>
                  <a:lnTo>
                    <a:pt x="1686711" y="29752"/>
                  </a:lnTo>
                  <a:lnTo>
                    <a:pt x="1696470" y="75411"/>
                  </a:lnTo>
                  <a:lnTo>
                    <a:pt x="1706214" y="71052"/>
                  </a:lnTo>
                  <a:lnTo>
                    <a:pt x="1715958" y="63878"/>
                  </a:lnTo>
                  <a:lnTo>
                    <a:pt x="1725716" y="20318"/>
                  </a:lnTo>
                  <a:lnTo>
                    <a:pt x="1735460" y="42978"/>
                  </a:lnTo>
                  <a:lnTo>
                    <a:pt x="1745219" y="37669"/>
                  </a:lnTo>
                  <a:lnTo>
                    <a:pt x="1754963" y="52057"/>
                  </a:lnTo>
                  <a:lnTo>
                    <a:pt x="1764707" y="68209"/>
                  </a:lnTo>
                  <a:lnTo>
                    <a:pt x="1774466" y="129675"/>
                  </a:lnTo>
                  <a:lnTo>
                    <a:pt x="1784210" y="107416"/>
                  </a:lnTo>
                  <a:lnTo>
                    <a:pt x="1793969" y="74894"/>
                  </a:lnTo>
                  <a:lnTo>
                    <a:pt x="1803713" y="21024"/>
                  </a:lnTo>
                  <a:lnTo>
                    <a:pt x="1813457" y="43876"/>
                  </a:lnTo>
                  <a:lnTo>
                    <a:pt x="1823215" y="4763"/>
                  </a:lnTo>
                  <a:lnTo>
                    <a:pt x="1832959" y="6539"/>
                  </a:lnTo>
                  <a:lnTo>
                    <a:pt x="1842703" y="43701"/>
                  </a:lnTo>
                  <a:lnTo>
                    <a:pt x="1852462" y="41008"/>
                  </a:lnTo>
                  <a:lnTo>
                    <a:pt x="1862206" y="81539"/>
                  </a:lnTo>
                  <a:lnTo>
                    <a:pt x="1871965" y="54475"/>
                  </a:lnTo>
                  <a:lnTo>
                    <a:pt x="1881709" y="47822"/>
                  </a:lnTo>
                  <a:lnTo>
                    <a:pt x="1891453" y="26133"/>
                  </a:lnTo>
                  <a:lnTo>
                    <a:pt x="1901212" y="72692"/>
                  </a:lnTo>
                  <a:lnTo>
                    <a:pt x="1910956" y="80072"/>
                  </a:lnTo>
                  <a:lnTo>
                    <a:pt x="1920714" y="79519"/>
                  </a:lnTo>
                  <a:lnTo>
                    <a:pt x="1930458" y="82618"/>
                  </a:lnTo>
                  <a:lnTo>
                    <a:pt x="1940202" y="80388"/>
                  </a:lnTo>
                  <a:lnTo>
                    <a:pt x="1949961" y="101987"/>
                  </a:lnTo>
                  <a:lnTo>
                    <a:pt x="1959705" y="85568"/>
                  </a:lnTo>
                  <a:lnTo>
                    <a:pt x="1969464" y="95512"/>
                  </a:lnTo>
                  <a:lnTo>
                    <a:pt x="1979208" y="56794"/>
                  </a:lnTo>
                  <a:lnTo>
                    <a:pt x="1988952" y="81697"/>
                  </a:lnTo>
                  <a:lnTo>
                    <a:pt x="1998711" y="120675"/>
                  </a:lnTo>
                  <a:lnTo>
                    <a:pt x="2008454" y="120763"/>
                  </a:lnTo>
                  <a:lnTo>
                    <a:pt x="2018213" y="128535"/>
                  </a:lnTo>
                  <a:lnTo>
                    <a:pt x="2027957" y="128924"/>
                  </a:lnTo>
                  <a:lnTo>
                    <a:pt x="2037701" y="134537"/>
                  </a:lnTo>
                  <a:lnTo>
                    <a:pt x="2047460" y="145435"/>
                  </a:lnTo>
                  <a:lnTo>
                    <a:pt x="2057204" y="132239"/>
                  </a:lnTo>
                  <a:lnTo>
                    <a:pt x="2066963" y="147453"/>
                  </a:lnTo>
                  <a:lnTo>
                    <a:pt x="2076707" y="108043"/>
                  </a:lnTo>
                  <a:lnTo>
                    <a:pt x="2086451" y="113133"/>
                  </a:lnTo>
                  <a:lnTo>
                    <a:pt x="2096210" y="106895"/>
                  </a:lnTo>
                  <a:lnTo>
                    <a:pt x="2105954" y="111947"/>
                  </a:lnTo>
                  <a:lnTo>
                    <a:pt x="2115697" y="102249"/>
                  </a:lnTo>
                  <a:lnTo>
                    <a:pt x="2125456" y="98779"/>
                  </a:lnTo>
                  <a:lnTo>
                    <a:pt x="2135200" y="89995"/>
                  </a:lnTo>
                  <a:lnTo>
                    <a:pt x="2144959" y="102809"/>
                  </a:lnTo>
                  <a:lnTo>
                    <a:pt x="2154703" y="95646"/>
                  </a:lnTo>
                  <a:lnTo>
                    <a:pt x="2164447" y="60755"/>
                  </a:lnTo>
                  <a:lnTo>
                    <a:pt x="2174206" y="115017"/>
                  </a:lnTo>
                  <a:lnTo>
                    <a:pt x="2183950" y="79623"/>
                  </a:lnTo>
                  <a:lnTo>
                    <a:pt x="2193709" y="57956"/>
                  </a:lnTo>
                  <a:lnTo>
                    <a:pt x="2203452" y="54751"/>
                  </a:lnTo>
                  <a:lnTo>
                    <a:pt x="2213196" y="54376"/>
                  </a:lnTo>
                  <a:lnTo>
                    <a:pt x="2222955" y="63039"/>
                  </a:lnTo>
                  <a:lnTo>
                    <a:pt x="2232699" y="75416"/>
                  </a:lnTo>
                  <a:lnTo>
                    <a:pt x="2242458" y="116421"/>
                  </a:lnTo>
                  <a:lnTo>
                    <a:pt x="2252202" y="175700"/>
                  </a:lnTo>
                  <a:lnTo>
                    <a:pt x="2261946" y="172977"/>
                  </a:lnTo>
                  <a:lnTo>
                    <a:pt x="2271705" y="141861"/>
                  </a:lnTo>
                  <a:lnTo>
                    <a:pt x="2281449" y="151259"/>
                  </a:lnTo>
                  <a:lnTo>
                    <a:pt x="2291208" y="157605"/>
                  </a:lnTo>
                  <a:lnTo>
                    <a:pt x="2300951" y="142093"/>
                  </a:lnTo>
                  <a:lnTo>
                    <a:pt x="2310695" y="120396"/>
                  </a:lnTo>
                  <a:lnTo>
                    <a:pt x="2320454" y="129379"/>
                  </a:lnTo>
                  <a:lnTo>
                    <a:pt x="2330198" y="135079"/>
                  </a:lnTo>
                  <a:lnTo>
                    <a:pt x="2339957" y="144295"/>
                  </a:lnTo>
                  <a:lnTo>
                    <a:pt x="2349701" y="123149"/>
                  </a:lnTo>
                  <a:lnTo>
                    <a:pt x="2359445" y="97851"/>
                  </a:lnTo>
                  <a:lnTo>
                    <a:pt x="2369204" y="80942"/>
                  </a:lnTo>
                  <a:lnTo>
                    <a:pt x="2378948" y="56572"/>
                  </a:lnTo>
                  <a:lnTo>
                    <a:pt x="2388692" y="52229"/>
                  </a:lnTo>
                  <a:lnTo>
                    <a:pt x="2398450" y="13266"/>
                  </a:lnTo>
                  <a:lnTo>
                    <a:pt x="2408194" y="24616"/>
                  </a:lnTo>
                  <a:lnTo>
                    <a:pt x="2417953" y="37133"/>
                  </a:lnTo>
                  <a:lnTo>
                    <a:pt x="2427697" y="42714"/>
                  </a:lnTo>
                  <a:lnTo>
                    <a:pt x="2437441" y="37050"/>
                  </a:lnTo>
                  <a:lnTo>
                    <a:pt x="2447200" y="69817"/>
                  </a:lnTo>
                  <a:lnTo>
                    <a:pt x="2456944" y="46491"/>
                  </a:lnTo>
                  <a:lnTo>
                    <a:pt x="2466703" y="27675"/>
                  </a:lnTo>
                  <a:lnTo>
                    <a:pt x="2476446" y="46726"/>
                  </a:lnTo>
                  <a:lnTo>
                    <a:pt x="2486190" y="79349"/>
                  </a:lnTo>
                  <a:lnTo>
                    <a:pt x="2495949" y="86818"/>
                  </a:lnTo>
                  <a:lnTo>
                    <a:pt x="2505693" y="86107"/>
                  </a:lnTo>
                  <a:lnTo>
                    <a:pt x="2515452" y="70015"/>
                  </a:lnTo>
                  <a:lnTo>
                    <a:pt x="2525196" y="88494"/>
                  </a:lnTo>
                  <a:lnTo>
                    <a:pt x="2534940" y="103271"/>
                  </a:lnTo>
                  <a:lnTo>
                    <a:pt x="2544699" y="87588"/>
                  </a:lnTo>
                  <a:lnTo>
                    <a:pt x="2554443" y="89193"/>
                  </a:lnTo>
                  <a:lnTo>
                    <a:pt x="2564202" y="94129"/>
                  </a:lnTo>
                  <a:lnTo>
                    <a:pt x="2573946" y="91268"/>
                  </a:lnTo>
                  <a:lnTo>
                    <a:pt x="2583690" y="93772"/>
                  </a:lnTo>
                  <a:lnTo>
                    <a:pt x="2593448" y="78071"/>
                  </a:lnTo>
                  <a:lnTo>
                    <a:pt x="2603192" y="99168"/>
                  </a:lnTo>
                  <a:lnTo>
                    <a:pt x="2612951" y="103191"/>
                  </a:lnTo>
                  <a:lnTo>
                    <a:pt x="2622695" y="107017"/>
                  </a:lnTo>
                  <a:lnTo>
                    <a:pt x="2632439" y="120027"/>
                  </a:lnTo>
                  <a:lnTo>
                    <a:pt x="2642198" y="176546"/>
                  </a:lnTo>
                  <a:lnTo>
                    <a:pt x="2651942" y="213746"/>
                  </a:lnTo>
                  <a:lnTo>
                    <a:pt x="2661685" y="176103"/>
                  </a:lnTo>
                  <a:lnTo>
                    <a:pt x="2671444" y="174940"/>
                  </a:lnTo>
                  <a:lnTo>
                    <a:pt x="2681188" y="184351"/>
                  </a:lnTo>
                  <a:lnTo>
                    <a:pt x="2690947" y="173684"/>
                  </a:lnTo>
                  <a:lnTo>
                    <a:pt x="2700691" y="174259"/>
                  </a:lnTo>
                  <a:lnTo>
                    <a:pt x="2710435" y="177236"/>
                  </a:lnTo>
                  <a:lnTo>
                    <a:pt x="2720194" y="181817"/>
                  </a:lnTo>
                  <a:lnTo>
                    <a:pt x="2729938" y="148893"/>
                  </a:lnTo>
                  <a:lnTo>
                    <a:pt x="2739697" y="144961"/>
                  </a:lnTo>
                  <a:lnTo>
                    <a:pt x="2749441" y="150128"/>
                  </a:lnTo>
                  <a:lnTo>
                    <a:pt x="2759185" y="157699"/>
                  </a:lnTo>
                  <a:lnTo>
                    <a:pt x="2768943" y="175017"/>
                  </a:lnTo>
                  <a:lnTo>
                    <a:pt x="2778687" y="170434"/>
                  </a:lnTo>
                  <a:lnTo>
                    <a:pt x="2788446" y="162365"/>
                  </a:lnTo>
                  <a:lnTo>
                    <a:pt x="2798190" y="174011"/>
                  </a:lnTo>
                  <a:lnTo>
                    <a:pt x="2807934" y="159062"/>
                  </a:lnTo>
                  <a:lnTo>
                    <a:pt x="2817693" y="134554"/>
                  </a:lnTo>
                  <a:lnTo>
                    <a:pt x="2827437" y="130143"/>
                  </a:lnTo>
                  <a:lnTo>
                    <a:pt x="2837196" y="113207"/>
                  </a:lnTo>
                  <a:lnTo>
                    <a:pt x="2846940" y="86443"/>
                  </a:lnTo>
                  <a:lnTo>
                    <a:pt x="2856684" y="81595"/>
                  </a:lnTo>
                  <a:lnTo>
                    <a:pt x="2866442" y="76636"/>
                  </a:lnTo>
                  <a:lnTo>
                    <a:pt x="2876186" y="82395"/>
                  </a:lnTo>
                  <a:lnTo>
                    <a:pt x="2885945" y="74728"/>
                  </a:lnTo>
                  <a:lnTo>
                    <a:pt x="2895689" y="77789"/>
                  </a:lnTo>
                  <a:lnTo>
                    <a:pt x="2905433" y="93663"/>
                  </a:lnTo>
                  <a:lnTo>
                    <a:pt x="2915192" y="11444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0" name="Freeform 1149">
              <a:extLst>
                <a:ext uri="{FF2B5EF4-FFF2-40B4-BE49-F238E27FC236}">
                  <a16:creationId xmlns:a16="http://schemas.microsoft.com/office/drawing/2014/main" id="{4402C400-14E8-A75B-8490-B8AE7C355342}"/>
                </a:ext>
              </a:extLst>
            </p:cNvPr>
            <p:cNvSpPr/>
            <p:nvPr/>
          </p:nvSpPr>
          <p:spPr>
            <a:xfrm>
              <a:off x="4426652" y="3219632"/>
              <a:ext cx="2915191" cy="398184"/>
            </a:xfrm>
            <a:custGeom>
              <a:avLst/>
              <a:gdLst>
                <a:gd name="connsiteX0" fmla="*/ 0 w 2915191"/>
                <a:gd name="connsiteY0" fmla="*/ 294723 h 398184"/>
                <a:gd name="connsiteX1" fmla="*/ 9750 w 2915191"/>
                <a:gd name="connsiteY1" fmla="*/ 263362 h 398184"/>
                <a:gd name="connsiteX2" fmla="*/ 19500 w 2915191"/>
                <a:gd name="connsiteY2" fmla="*/ 272787 h 398184"/>
                <a:gd name="connsiteX3" fmla="*/ 29250 w 2915191"/>
                <a:gd name="connsiteY3" fmla="*/ 279295 h 398184"/>
                <a:gd name="connsiteX4" fmla="*/ 39000 w 2915191"/>
                <a:gd name="connsiteY4" fmla="*/ 246958 h 398184"/>
                <a:gd name="connsiteX5" fmla="*/ 48749 w 2915191"/>
                <a:gd name="connsiteY5" fmla="*/ 258329 h 398184"/>
                <a:gd name="connsiteX6" fmla="*/ 58499 w 2915191"/>
                <a:gd name="connsiteY6" fmla="*/ 259452 h 398184"/>
                <a:gd name="connsiteX7" fmla="*/ 68249 w 2915191"/>
                <a:gd name="connsiteY7" fmla="*/ 223672 h 398184"/>
                <a:gd name="connsiteX8" fmla="*/ 77998 w 2915191"/>
                <a:gd name="connsiteY8" fmla="*/ 243044 h 398184"/>
                <a:gd name="connsiteX9" fmla="*/ 87748 w 2915191"/>
                <a:gd name="connsiteY9" fmla="*/ 255987 h 398184"/>
                <a:gd name="connsiteX10" fmla="*/ 97497 w 2915191"/>
                <a:gd name="connsiteY10" fmla="*/ 253441 h 398184"/>
                <a:gd name="connsiteX11" fmla="*/ 107247 w 2915191"/>
                <a:gd name="connsiteY11" fmla="*/ 265261 h 398184"/>
                <a:gd name="connsiteX12" fmla="*/ 116997 w 2915191"/>
                <a:gd name="connsiteY12" fmla="*/ 294216 h 398184"/>
                <a:gd name="connsiteX13" fmla="*/ 126747 w 2915191"/>
                <a:gd name="connsiteY13" fmla="*/ 284156 h 398184"/>
                <a:gd name="connsiteX14" fmla="*/ 136497 w 2915191"/>
                <a:gd name="connsiteY14" fmla="*/ 307929 h 398184"/>
                <a:gd name="connsiteX15" fmla="*/ 146247 w 2915191"/>
                <a:gd name="connsiteY15" fmla="*/ 303503 h 398184"/>
                <a:gd name="connsiteX16" fmla="*/ 155997 w 2915191"/>
                <a:gd name="connsiteY16" fmla="*/ 323443 h 398184"/>
                <a:gd name="connsiteX17" fmla="*/ 165747 w 2915191"/>
                <a:gd name="connsiteY17" fmla="*/ 304486 h 398184"/>
                <a:gd name="connsiteX18" fmla="*/ 175497 w 2915191"/>
                <a:gd name="connsiteY18" fmla="*/ 295941 h 398184"/>
                <a:gd name="connsiteX19" fmla="*/ 185247 w 2915191"/>
                <a:gd name="connsiteY19" fmla="*/ 263949 h 398184"/>
                <a:gd name="connsiteX20" fmla="*/ 194996 w 2915191"/>
                <a:gd name="connsiteY20" fmla="*/ 277955 h 398184"/>
                <a:gd name="connsiteX21" fmla="*/ 204746 w 2915191"/>
                <a:gd name="connsiteY21" fmla="*/ 249701 h 398184"/>
                <a:gd name="connsiteX22" fmla="*/ 214495 w 2915191"/>
                <a:gd name="connsiteY22" fmla="*/ 266975 h 398184"/>
                <a:gd name="connsiteX23" fmla="*/ 224245 w 2915191"/>
                <a:gd name="connsiteY23" fmla="*/ 265017 h 398184"/>
                <a:gd name="connsiteX24" fmla="*/ 233995 w 2915191"/>
                <a:gd name="connsiteY24" fmla="*/ 274965 h 398184"/>
                <a:gd name="connsiteX25" fmla="*/ 243744 w 2915191"/>
                <a:gd name="connsiteY25" fmla="*/ 258669 h 398184"/>
                <a:gd name="connsiteX26" fmla="*/ 253494 w 2915191"/>
                <a:gd name="connsiteY26" fmla="*/ 276403 h 398184"/>
                <a:gd name="connsiteX27" fmla="*/ 263244 w 2915191"/>
                <a:gd name="connsiteY27" fmla="*/ 263867 h 398184"/>
                <a:gd name="connsiteX28" fmla="*/ 272994 w 2915191"/>
                <a:gd name="connsiteY28" fmla="*/ 263806 h 398184"/>
                <a:gd name="connsiteX29" fmla="*/ 282744 w 2915191"/>
                <a:gd name="connsiteY29" fmla="*/ 274095 h 398184"/>
                <a:gd name="connsiteX30" fmla="*/ 292494 w 2915191"/>
                <a:gd name="connsiteY30" fmla="*/ 245708 h 398184"/>
                <a:gd name="connsiteX31" fmla="*/ 302244 w 2915191"/>
                <a:gd name="connsiteY31" fmla="*/ 266567 h 398184"/>
                <a:gd name="connsiteX32" fmla="*/ 311994 w 2915191"/>
                <a:gd name="connsiteY32" fmla="*/ 303957 h 398184"/>
                <a:gd name="connsiteX33" fmla="*/ 321744 w 2915191"/>
                <a:gd name="connsiteY33" fmla="*/ 257222 h 398184"/>
                <a:gd name="connsiteX34" fmla="*/ 331493 w 2915191"/>
                <a:gd name="connsiteY34" fmla="*/ 278081 h 398184"/>
                <a:gd name="connsiteX35" fmla="*/ 341243 w 2915191"/>
                <a:gd name="connsiteY35" fmla="*/ 323371 h 398184"/>
                <a:gd name="connsiteX36" fmla="*/ 350993 w 2915191"/>
                <a:gd name="connsiteY36" fmla="*/ 336574 h 398184"/>
                <a:gd name="connsiteX37" fmla="*/ 360742 w 2915191"/>
                <a:gd name="connsiteY37" fmla="*/ 330762 h 398184"/>
                <a:gd name="connsiteX38" fmla="*/ 370492 w 2915191"/>
                <a:gd name="connsiteY38" fmla="*/ 310910 h 398184"/>
                <a:gd name="connsiteX39" fmla="*/ 380241 w 2915191"/>
                <a:gd name="connsiteY39" fmla="*/ 326091 h 398184"/>
                <a:gd name="connsiteX40" fmla="*/ 389991 w 2915191"/>
                <a:gd name="connsiteY40" fmla="*/ 311262 h 398184"/>
                <a:gd name="connsiteX41" fmla="*/ 399741 w 2915191"/>
                <a:gd name="connsiteY41" fmla="*/ 313332 h 398184"/>
                <a:gd name="connsiteX42" fmla="*/ 409491 w 2915191"/>
                <a:gd name="connsiteY42" fmla="*/ 335887 h 398184"/>
                <a:gd name="connsiteX43" fmla="*/ 419241 w 2915191"/>
                <a:gd name="connsiteY43" fmla="*/ 339540 h 398184"/>
                <a:gd name="connsiteX44" fmla="*/ 428991 w 2915191"/>
                <a:gd name="connsiteY44" fmla="*/ 310832 h 398184"/>
                <a:gd name="connsiteX45" fmla="*/ 438741 w 2915191"/>
                <a:gd name="connsiteY45" fmla="*/ 323423 h 398184"/>
                <a:gd name="connsiteX46" fmla="*/ 448491 w 2915191"/>
                <a:gd name="connsiteY46" fmla="*/ 322645 h 398184"/>
                <a:gd name="connsiteX47" fmla="*/ 458241 w 2915191"/>
                <a:gd name="connsiteY47" fmla="*/ 296156 h 398184"/>
                <a:gd name="connsiteX48" fmla="*/ 467991 w 2915191"/>
                <a:gd name="connsiteY48" fmla="*/ 270615 h 398184"/>
                <a:gd name="connsiteX49" fmla="*/ 477740 w 2915191"/>
                <a:gd name="connsiteY49" fmla="*/ 292856 h 398184"/>
                <a:gd name="connsiteX50" fmla="*/ 487490 w 2915191"/>
                <a:gd name="connsiteY50" fmla="*/ 307980 h 398184"/>
                <a:gd name="connsiteX51" fmla="*/ 497239 w 2915191"/>
                <a:gd name="connsiteY51" fmla="*/ 283359 h 398184"/>
                <a:gd name="connsiteX52" fmla="*/ 506989 w 2915191"/>
                <a:gd name="connsiteY52" fmla="*/ 276239 h 398184"/>
                <a:gd name="connsiteX53" fmla="*/ 516738 w 2915191"/>
                <a:gd name="connsiteY53" fmla="*/ 238443 h 398184"/>
                <a:gd name="connsiteX54" fmla="*/ 526488 w 2915191"/>
                <a:gd name="connsiteY54" fmla="*/ 203008 h 398184"/>
                <a:gd name="connsiteX55" fmla="*/ 536238 w 2915191"/>
                <a:gd name="connsiteY55" fmla="*/ 217208 h 398184"/>
                <a:gd name="connsiteX56" fmla="*/ 545988 w 2915191"/>
                <a:gd name="connsiteY56" fmla="*/ 198539 h 398184"/>
                <a:gd name="connsiteX57" fmla="*/ 555738 w 2915191"/>
                <a:gd name="connsiteY57" fmla="*/ 204457 h 398184"/>
                <a:gd name="connsiteX58" fmla="*/ 565488 w 2915191"/>
                <a:gd name="connsiteY58" fmla="*/ 199917 h 398184"/>
                <a:gd name="connsiteX59" fmla="*/ 575238 w 2915191"/>
                <a:gd name="connsiteY59" fmla="*/ 209703 h 398184"/>
                <a:gd name="connsiteX60" fmla="*/ 584988 w 2915191"/>
                <a:gd name="connsiteY60" fmla="*/ 215511 h 398184"/>
                <a:gd name="connsiteX61" fmla="*/ 594738 w 2915191"/>
                <a:gd name="connsiteY61" fmla="*/ 193325 h 398184"/>
                <a:gd name="connsiteX62" fmla="*/ 604488 w 2915191"/>
                <a:gd name="connsiteY62" fmla="*/ 184235 h 398184"/>
                <a:gd name="connsiteX63" fmla="*/ 614237 w 2915191"/>
                <a:gd name="connsiteY63" fmla="*/ 217439 h 398184"/>
                <a:gd name="connsiteX64" fmla="*/ 623987 w 2915191"/>
                <a:gd name="connsiteY64" fmla="*/ 241982 h 398184"/>
                <a:gd name="connsiteX65" fmla="*/ 633736 w 2915191"/>
                <a:gd name="connsiteY65" fmla="*/ 235612 h 398184"/>
                <a:gd name="connsiteX66" fmla="*/ 643486 w 2915191"/>
                <a:gd name="connsiteY66" fmla="*/ 256181 h 398184"/>
                <a:gd name="connsiteX67" fmla="*/ 653236 w 2915191"/>
                <a:gd name="connsiteY67" fmla="*/ 249571 h 398184"/>
                <a:gd name="connsiteX68" fmla="*/ 662985 w 2915191"/>
                <a:gd name="connsiteY68" fmla="*/ 263597 h 398184"/>
                <a:gd name="connsiteX69" fmla="*/ 672735 w 2915191"/>
                <a:gd name="connsiteY69" fmla="*/ 300654 h 398184"/>
                <a:gd name="connsiteX70" fmla="*/ 682485 w 2915191"/>
                <a:gd name="connsiteY70" fmla="*/ 278227 h 398184"/>
                <a:gd name="connsiteX71" fmla="*/ 692235 w 2915191"/>
                <a:gd name="connsiteY71" fmla="*/ 292463 h 398184"/>
                <a:gd name="connsiteX72" fmla="*/ 701985 w 2915191"/>
                <a:gd name="connsiteY72" fmla="*/ 300469 h 398184"/>
                <a:gd name="connsiteX73" fmla="*/ 711735 w 2915191"/>
                <a:gd name="connsiteY73" fmla="*/ 317551 h 398184"/>
                <a:gd name="connsiteX74" fmla="*/ 721485 w 2915191"/>
                <a:gd name="connsiteY74" fmla="*/ 328816 h 398184"/>
                <a:gd name="connsiteX75" fmla="*/ 731235 w 2915191"/>
                <a:gd name="connsiteY75" fmla="*/ 351890 h 398184"/>
                <a:gd name="connsiteX76" fmla="*/ 740985 w 2915191"/>
                <a:gd name="connsiteY76" fmla="*/ 339065 h 398184"/>
                <a:gd name="connsiteX77" fmla="*/ 750734 w 2915191"/>
                <a:gd name="connsiteY77" fmla="*/ 319530 h 398184"/>
                <a:gd name="connsiteX78" fmla="*/ 760484 w 2915191"/>
                <a:gd name="connsiteY78" fmla="*/ 285981 h 398184"/>
                <a:gd name="connsiteX79" fmla="*/ 770233 w 2915191"/>
                <a:gd name="connsiteY79" fmla="*/ 327858 h 398184"/>
                <a:gd name="connsiteX80" fmla="*/ 779983 w 2915191"/>
                <a:gd name="connsiteY80" fmla="*/ 336584 h 398184"/>
                <a:gd name="connsiteX81" fmla="*/ 789733 w 2915191"/>
                <a:gd name="connsiteY81" fmla="*/ 342437 h 398184"/>
                <a:gd name="connsiteX82" fmla="*/ 799482 w 2915191"/>
                <a:gd name="connsiteY82" fmla="*/ 352093 h 398184"/>
                <a:gd name="connsiteX83" fmla="*/ 809232 w 2915191"/>
                <a:gd name="connsiteY83" fmla="*/ 374099 h 398184"/>
                <a:gd name="connsiteX84" fmla="*/ 818982 w 2915191"/>
                <a:gd name="connsiteY84" fmla="*/ 354865 h 398184"/>
                <a:gd name="connsiteX85" fmla="*/ 828732 w 2915191"/>
                <a:gd name="connsiteY85" fmla="*/ 353183 h 398184"/>
                <a:gd name="connsiteX86" fmla="*/ 838482 w 2915191"/>
                <a:gd name="connsiteY86" fmla="*/ 375605 h 398184"/>
                <a:gd name="connsiteX87" fmla="*/ 848232 w 2915191"/>
                <a:gd name="connsiteY87" fmla="*/ 377260 h 398184"/>
                <a:gd name="connsiteX88" fmla="*/ 857982 w 2915191"/>
                <a:gd name="connsiteY88" fmla="*/ 398184 h 398184"/>
                <a:gd name="connsiteX89" fmla="*/ 867732 w 2915191"/>
                <a:gd name="connsiteY89" fmla="*/ 361484 h 398184"/>
                <a:gd name="connsiteX90" fmla="*/ 877482 w 2915191"/>
                <a:gd name="connsiteY90" fmla="*/ 353757 h 398184"/>
                <a:gd name="connsiteX91" fmla="*/ 887231 w 2915191"/>
                <a:gd name="connsiteY91" fmla="*/ 332891 h 398184"/>
                <a:gd name="connsiteX92" fmla="*/ 896981 w 2915191"/>
                <a:gd name="connsiteY92" fmla="*/ 311640 h 398184"/>
                <a:gd name="connsiteX93" fmla="*/ 906730 w 2915191"/>
                <a:gd name="connsiteY93" fmla="*/ 271918 h 398184"/>
                <a:gd name="connsiteX94" fmla="*/ 916480 w 2915191"/>
                <a:gd name="connsiteY94" fmla="*/ 276854 h 398184"/>
                <a:gd name="connsiteX95" fmla="*/ 926230 w 2915191"/>
                <a:gd name="connsiteY95" fmla="*/ 267534 h 398184"/>
                <a:gd name="connsiteX96" fmla="*/ 935979 w 2915191"/>
                <a:gd name="connsiteY96" fmla="*/ 261955 h 398184"/>
                <a:gd name="connsiteX97" fmla="*/ 945729 w 2915191"/>
                <a:gd name="connsiteY97" fmla="*/ 252124 h 398184"/>
                <a:gd name="connsiteX98" fmla="*/ 955479 w 2915191"/>
                <a:gd name="connsiteY98" fmla="*/ 258628 h 398184"/>
                <a:gd name="connsiteX99" fmla="*/ 965229 w 2915191"/>
                <a:gd name="connsiteY99" fmla="*/ 215761 h 398184"/>
                <a:gd name="connsiteX100" fmla="*/ 974979 w 2915191"/>
                <a:gd name="connsiteY100" fmla="*/ 218799 h 398184"/>
                <a:gd name="connsiteX101" fmla="*/ 984729 w 2915191"/>
                <a:gd name="connsiteY101" fmla="*/ 208560 h 398184"/>
                <a:gd name="connsiteX102" fmla="*/ 994474 w 2915191"/>
                <a:gd name="connsiteY102" fmla="*/ 200052 h 398184"/>
                <a:gd name="connsiteX103" fmla="*/ 1004233 w 2915191"/>
                <a:gd name="connsiteY103" fmla="*/ 175826 h 398184"/>
                <a:gd name="connsiteX104" fmla="*/ 1013977 w 2915191"/>
                <a:gd name="connsiteY104" fmla="*/ 179546 h 398184"/>
                <a:gd name="connsiteX105" fmla="*/ 1023721 w 2915191"/>
                <a:gd name="connsiteY105" fmla="*/ 189301 h 398184"/>
                <a:gd name="connsiteX106" fmla="*/ 1033480 w 2915191"/>
                <a:gd name="connsiteY106" fmla="*/ 213553 h 398184"/>
                <a:gd name="connsiteX107" fmla="*/ 1043224 w 2915191"/>
                <a:gd name="connsiteY107" fmla="*/ 234590 h 398184"/>
                <a:gd name="connsiteX108" fmla="*/ 1052983 w 2915191"/>
                <a:gd name="connsiteY108" fmla="*/ 250479 h 398184"/>
                <a:gd name="connsiteX109" fmla="*/ 1062727 w 2915191"/>
                <a:gd name="connsiteY109" fmla="*/ 260415 h 398184"/>
                <a:gd name="connsiteX110" fmla="*/ 1072471 w 2915191"/>
                <a:gd name="connsiteY110" fmla="*/ 239920 h 398184"/>
                <a:gd name="connsiteX111" fmla="*/ 1082230 w 2915191"/>
                <a:gd name="connsiteY111" fmla="*/ 240352 h 398184"/>
                <a:gd name="connsiteX112" fmla="*/ 1091973 w 2915191"/>
                <a:gd name="connsiteY112" fmla="*/ 246277 h 398184"/>
                <a:gd name="connsiteX113" fmla="*/ 1101732 w 2915191"/>
                <a:gd name="connsiteY113" fmla="*/ 235292 h 398184"/>
                <a:gd name="connsiteX114" fmla="*/ 1111476 w 2915191"/>
                <a:gd name="connsiteY114" fmla="*/ 265211 h 398184"/>
                <a:gd name="connsiteX115" fmla="*/ 1121220 w 2915191"/>
                <a:gd name="connsiteY115" fmla="*/ 305942 h 398184"/>
                <a:gd name="connsiteX116" fmla="*/ 1130979 w 2915191"/>
                <a:gd name="connsiteY116" fmla="*/ 281561 h 398184"/>
                <a:gd name="connsiteX117" fmla="*/ 1140723 w 2915191"/>
                <a:gd name="connsiteY117" fmla="*/ 261520 h 398184"/>
                <a:gd name="connsiteX118" fmla="*/ 1150482 w 2915191"/>
                <a:gd name="connsiteY118" fmla="*/ 255087 h 398184"/>
                <a:gd name="connsiteX119" fmla="*/ 1160226 w 2915191"/>
                <a:gd name="connsiteY119" fmla="*/ 222814 h 398184"/>
                <a:gd name="connsiteX120" fmla="*/ 1169969 w 2915191"/>
                <a:gd name="connsiteY120" fmla="*/ 209293 h 398184"/>
                <a:gd name="connsiteX121" fmla="*/ 1179728 w 2915191"/>
                <a:gd name="connsiteY121" fmla="*/ 199773 h 398184"/>
                <a:gd name="connsiteX122" fmla="*/ 1189472 w 2915191"/>
                <a:gd name="connsiteY122" fmla="*/ 211703 h 398184"/>
                <a:gd name="connsiteX123" fmla="*/ 1199231 w 2915191"/>
                <a:gd name="connsiteY123" fmla="*/ 208091 h 398184"/>
                <a:gd name="connsiteX124" fmla="*/ 1208975 w 2915191"/>
                <a:gd name="connsiteY124" fmla="*/ 204293 h 398184"/>
                <a:gd name="connsiteX125" fmla="*/ 1218719 w 2915191"/>
                <a:gd name="connsiteY125" fmla="*/ 212033 h 398184"/>
                <a:gd name="connsiteX126" fmla="*/ 1228478 w 2915191"/>
                <a:gd name="connsiteY126" fmla="*/ 225445 h 398184"/>
                <a:gd name="connsiteX127" fmla="*/ 1238222 w 2915191"/>
                <a:gd name="connsiteY127" fmla="*/ 219103 h 398184"/>
                <a:gd name="connsiteX128" fmla="*/ 1247966 w 2915191"/>
                <a:gd name="connsiteY128" fmla="*/ 276971 h 398184"/>
                <a:gd name="connsiteX129" fmla="*/ 1257725 w 2915191"/>
                <a:gd name="connsiteY129" fmla="*/ 307026 h 398184"/>
                <a:gd name="connsiteX130" fmla="*/ 1267469 w 2915191"/>
                <a:gd name="connsiteY130" fmla="*/ 313265 h 398184"/>
                <a:gd name="connsiteX131" fmla="*/ 1277227 w 2915191"/>
                <a:gd name="connsiteY131" fmla="*/ 316402 h 398184"/>
                <a:gd name="connsiteX132" fmla="*/ 1286971 w 2915191"/>
                <a:gd name="connsiteY132" fmla="*/ 319123 h 398184"/>
                <a:gd name="connsiteX133" fmla="*/ 1296715 w 2915191"/>
                <a:gd name="connsiteY133" fmla="*/ 314515 h 398184"/>
                <a:gd name="connsiteX134" fmla="*/ 1306474 w 2915191"/>
                <a:gd name="connsiteY134" fmla="*/ 284594 h 398184"/>
                <a:gd name="connsiteX135" fmla="*/ 1316218 w 2915191"/>
                <a:gd name="connsiteY135" fmla="*/ 303911 h 398184"/>
                <a:gd name="connsiteX136" fmla="*/ 1325977 w 2915191"/>
                <a:gd name="connsiteY136" fmla="*/ 301296 h 398184"/>
                <a:gd name="connsiteX137" fmla="*/ 1335721 w 2915191"/>
                <a:gd name="connsiteY137" fmla="*/ 284445 h 398184"/>
                <a:gd name="connsiteX138" fmla="*/ 1345465 w 2915191"/>
                <a:gd name="connsiteY138" fmla="*/ 260780 h 398184"/>
                <a:gd name="connsiteX139" fmla="*/ 1355224 w 2915191"/>
                <a:gd name="connsiteY139" fmla="*/ 274672 h 398184"/>
                <a:gd name="connsiteX140" fmla="*/ 1364967 w 2915191"/>
                <a:gd name="connsiteY140" fmla="*/ 276641 h 398184"/>
                <a:gd name="connsiteX141" fmla="*/ 1374726 w 2915191"/>
                <a:gd name="connsiteY141" fmla="*/ 207342 h 398184"/>
                <a:gd name="connsiteX142" fmla="*/ 1384470 w 2915191"/>
                <a:gd name="connsiteY142" fmla="*/ 181204 h 398184"/>
                <a:gd name="connsiteX143" fmla="*/ 1394214 w 2915191"/>
                <a:gd name="connsiteY143" fmla="*/ 182115 h 398184"/>
                <a:gd name="connsiteX144" fmla="*/ 1403973 w 2915191"/>
                <a:gd name="connsiteY144" fmla="*/ 183718 h 398184"/>
                <a:gd name="connsiteX145" fmla="*/ 1413717 w 2915191"/>
                <a:gd name="connsiteY145" fmla="*/ 165197 h 398184"/>
                <a:gd name="connsiteX146" fmla="*/ 1423476 w 2915191"/>
                <a:gd name="connsiteY146" fmla="*/ 147957 h 398184"/>
                <a:gd name="connsiteX147" fmla="*/ 1433220 w 2915191"/>
                <a:gd name="connsiteY147" fmla="*/ 134729 h 398184"/>
                <a:gd name="connsiteX148" fmla="*/ 1442964 w 2915191"/>
                <a:gd name="connsiteY148" fmla="*/ 100215 h 398184"/>
                <a:gd name="connsiteX149" fmla="*/ 1452722 w 2915191"/>
                <a:gd name="connsiteY149" fmla="*/ 73541 h 398184"/>
                <a:gd name="connsiteX150" fmla="*/ 1462466 w 2915191"/>
                <a:gd name="connsiteY150" fmla="*/ 39408 h 398184"/>
                <a:gd name="connsiteX151" fmla="*/ 1472225 w 2915191"/>
                <a:gd name="connsiteY151" fmla="*/ 45305 h 398184"/>
                <a:gd name="connsiteX152" fmla="*/ 1481969 w 2915191"/>
                <a:gd name="connsiteY152" fmla="*/ 19553 h 398184"/>
                <a:gd name="connsiteX153" fmla="*/ 1491713 w 2915191"/>
                <a:gd name="connsiteY153" fmla="*/ 0 h 398184"/>
                <a:gd name="connsiteX154" fmla="*/ 1501472 w 2915191"/>
                <a:gd name="connsiteY154" fmla="*/ 21976 h 398184"/>
                <a:gd name="connsiteX155" fmla="*/ 1511216 w 2915191"/>
                <a:gd name="connsiteY155" fmla="*/ 47044 h 398184"/>
                <a:gd name="connsiteX156" fmla="*/ 1520960 w 2915191"/>
                <a:gd name="connsiteY156" fmla="*/ 35586 h 398184"/>
                <a:gd name="connsiteX157" fmla="*/ 1530719 w 2915191"/>
                <a:gd name="connsiteY157" fmla="*/ 33401 h 398184"/>
                <a:gd name="connsiteX158" fmla="*/ 1540463 w 2915191"/>
                <a:gd name="connsiteY158" fmla="*/ 98826 h 398184"/>
                <a:gd name="connsiteX159" fmla="*/ 1550221 w 2915191"/>
                <a:gd name="connsiteY159" fmla="*/ 114385 h 398184"/>
                <a:gd name="connsiteX160" fmla="*/ 1559965 w 2915191"/>
                <a:gd name="connsiteY160" fmla="*/ 91015 h 398184"/>
                <a:gd name="connsiteX161" fmla="*/ 1569709 w 2915191"/>
                <a:gd name="connsiteY161" fmla="*/ 93333 h 398184"/>
                <a:gd name="connsiteX162" fmla="*/ 1579468 w 2915191"/>
                <a:gd name="connsiteY162" fmla="*/ 74526 h 398184"/>
                <a:gd name="connsiteX163" fmla="*/ 1589212 w 2915191"/>
                <a:gd name="connsiteY163" fmla="*/ 75554 h 398184"/>
                <a:gd name="connsiteX164" fmla="*/ 1598971 w 2915191"/>
                <a:gd name="connsiteY164" fmla="*/ 54103 h 398184"/>
                <a:gd name="connsiteX165" fmla="*/ 1608715 w 2915191"/>
                <a:gd name="connsiteY165" fmla="*/ 71380 h 398184"/>
                <a:gd name="connsiteX166" fmla="*/ 1618459 w 2915191"/>
                <a:gd name="connsiteY166" fmla="*/ 80904 h 398184"/>
                <a:gd name="connsiteX167" fmla="*/ 1628218 w 2915191"/>
                <a:gd name="connsiteY167" fmla="*/ 71079 h 398184"/>
                <a:gd name="connsiteX168" fmla="*/ 1637962 w 2915191"/>
                <a:gd name="connsiteY168" fmla="*/ 93293 h 398184"/>
                <a:gd name="connsiteX169" fmla="*/ 1647720 w 2915191"/>
                <a:gd name="connsiteY169" fmla="*/ 103682 h 398184"/>
                <a:gd name="connsiteX170" fmla="*/ 1657464 w 2915191"/>
                <a:gd name="connsiteY170" fmla="*/ 119913 h 398184"/>
                <a:gd name="connsiteX171" fmla="*/ 1667208 w 2915191"/>
                <a:gd name="connsiteY171" fmla="*/ 112525 h 398184"/>
                <a:gd name="connsiteX172" fmla="*/ 1676967 w 2915191"/>
                <a:gd name="connsiteY172" fmla="*/ 123720 h 398184"/>
                <a:gd name="connsiteX173" fmla="*/ 1686711 w 2915191"/>
                <a:gd name="connsiteY173" fmla="*/ 83001 h 398184"/>
                <a:gd name="connsiteX174" fmla="*/ 1696470 w 2915191"/>
                <a:gd name="connsiteY174" fmla="*/ 87976 h 398184"/>
                <a:gd name="connsiteX175" fmla="*/ 1706214 w 2915191"/>
                <a:gd name="connsiteY175" fmla="*/ 60339 h 398184"/>
                <a:gd name="connsiteX176" fmla="*/ 1715958 w 2915191"/>
                <a:gd name="connsiteY176" fmla="*/ 29479 h 398184"/>
                <a:gd name="connsiteX177" fmla="*/ 1725716 w 2915191"/>
                <a:gd name="connsiteY177" fmla="*/ 80207 h 398184"/>
                <a:gd name="connsiteX178" fmla="*/ 1735460 w 2915191"/>
                <a:gd name="connsiteY178" fmla="*/ 77195 h 398184"/>
                <a:gd name="connsiteX179" fmla="*/ 1745219 w 2915191"/>
                <a:gd name="connsiteY179" fmla="*/ 76281 h 398184"/>
                <a:gd name="connsiteX180" fmla="*/ 1754963 w 2915191"/>
                <a:gd name="connsiteY180" fmla="*/ 55061 h 398184"/>
                <a:gd name="connsiteX181" fmla="*/ 1764707 w 2915191"/>
                <a:gd name="connsiteY181" fmla="*/ 104938 h 398184"/>
                <a:gd name="connsiteX182" fmla="*/ 1774466 w 2915191"/>
                <a:gd name="connsiteY182" fmla="*/ 119220 h 398184"/>
                <a:gd name="connsiteX183" fmla="*/ 1784210 w 2915191"/>
                <a:gd name="connsiteY183" fmla="*/ 107025 h 398184"/>
                <a:gd name="connsiteX184" fmla="*/ 1793969 w 2915191"/>
                <a:gd name="connsiteY184" fmla="*/ 110416 h 398184"/>
                <a:gd name="connsiteX185" fmla="*/ 1803713 w 2915191"/>
                <a:gd name="connsiteY185" fmla="*/ 91739 h 398184"/>
                <a:gd name="connsiteX186" fmla="*/ 1813457 w 2915191"/>
                <a:gd name="connsiteY186" fmla="*/ 79921 h 398184"/>
                <a:gd name="connsiteX187" fmla="*/ 1823215 w 2915191"/>
                <a:gd name="connsiteY187" fmla="*/ 77738 h 398184"/>
                <a:gd name="connsiteX188" fmla="*/ 1832959 w 2915191"/>
                <a:gd name="connsiteY188" fmla="*/ 85221 h 398184"/>
                <a:gd name="connsiteX189" fmla="*/ 1842703 w 2915191"/>
                <a:gd name="connsiteY189" fmla="*/ 77849 h 398184"/>
                <a:gd name="connsiteX190" fmla="*/ 1852462 w 2915191"/>
                <a:gd name="connsiteY190" fmla="*/ 90385 h 398184"/>
                <a:gd name="connsiteX191" fmla="*/ 1862206 w 2915191"/>
                <a:gd name="connsiteY191" fmla="*/ 77445 h 398184"/>
                <a:gd name="connsiteX192" fmla="*/ 1871965 w 2915191"/>
                <a:gd name="connsiteY192" fmla="*/ 116372 h 398184"/>
                <a:gd name="connsiteX193" fmla="*/ 1881709 w 2915191"/>
                <a:gd name="connsiteY193" fmla="*/ 122985 h 398184"/>
                <a:gd name="connsiteX194" fmla="*/ 1891453 w 2915191"/>
                <a:gd name="connsiteY194" fmla="*/ 118901 h 398184"/>
                <a:gd name="connsiteX195" fmla="*/ 1901212 w 2915191"/>
                <a:gd name="connsiteY195" fmla="*/ 132808 h 398184"/>
                <a:gd name="connsiteX196" fmla="*/ 1910956 w 2915191"/>
                <a:gd name="connsiteY196" fmla="*/ 161535 h 398184"/>
                <a:gd name="connsiteX197" fmla="*/ 1920714 w 2915191"/>
                <a:gd name="connsiteY197" fmla="*/ 174059 h 398184"/>
                <a:gd name="connsiteX198" fmla="*/ 1930458 w 2915191"/>
                <a:gd name="connsiteY198" fmla="*/ 147901 h 398184"/>
                <a:gd name="connsiteX199" fmla="*/ 1940202 w 2915191"/>
                <a:gd name="connsiteY199" fmla="*/ 151339 h 398184"/>
                <a:gd name="connsiteX200" fmla="*/ 1949961 w 2915191"/>
                <a:gd name="connsiteY200" fmla="*/ 157521 h 398184"/>
                <a:gd name="connsiteX201" fmla="*/ 1959705 w 2915191"/>
                <a:gd name="connsiteY201" fmla="*/ 161343 h 398184"/>
                <a:gd name="connsiteX202" fmla="*/ 1969464 w 2915191"/>
                <a:gd name="connsiteY202" fmla="*/ 158476 h 398184"/>
                <a:gd name="connsiteX203" fmla="*/ 1979208 w 2915191"/>
                <a:gd name="connsiteY203" fmla="*/ 147539 h 398184"/>
                <a:gd name="connsiteX204" fmla="*/ 1988952 w 2915191"/>
                <a:gd name="connsiteY204" fmla="*/ 135885 h 398184"/>
                <a:gd name="connsiteX205" fmla="*/ 1998711 w 2915191"/>
                <a:gd name="connsiteY205" fmla="*/ 138438 h 398184"/>
                <a:gd name="connsiteX206" fmla="*/ 2008454 w 2915191"/>
                <a:gd name="connsiteY206" fmla="*/ 149435 h 398184"/>
                <a:gd name="connsiteX207" fmla="*/ 2018213 w 2915191"/>
                <a:gd name="connsiteY207" fmla="*/ 152463 h 398184"/>
                <a:gd name="connsiteX208" fmla="*/ 2027957 w 2915191"/>
                <a:gd name="connsiteY208" fmla="*/ 153452 h 398184"/>
                <a:gd name="connsiteX209" fmla="*/ 2037701 w 2915191"/>
                <a:gd name="connsiteY209" fmla="*/ 172447 h 398184"/>
                <a:gd name="connsiteX210" fmla="*/ 2047460 w 2915191"/>
                <a:gd name="connsiteY210" fmla="*/ 195597 h 398184"/>
                <a:gd name="connsiteX211" fmla="*/ 2057204 w 2915191"/>
                <a:gd name="connsiteY211" fmla="*/ 188371 h 398184"/>
                <a:gd name="connsiteX212" fmla="*/ 2066963 w 2915191"/>
                <a:gd name="connsiteY212" fmla="*/ 196258 h 398184"/>
                <a:gd name="connsiteX213" fmla="*/ 2076707 w 2915191"/>
                <a:gd name="connsiteY213" fmla="*/ 194685 h 398184"/>
                <a:gd name="connsiteX214" fmla="*/ 2086451 w 2915191"/>
                <a:gd name="connsiteY214" fmla="*/ 168443 h 398184"/>
                <a:gd name="connsiteX215" fmla="*/ 2096210 w 2915191"/>
                <a:gd name="connsiteY215" fmla="*/ 163008 h 398184"/>
                <a:gd name="connsiteX216" fmla="*/ 2105954 w 2915191"/>
                <a:gd name="connsiteY216" fmla="*/ 164355 h 398184"/>
                <a:gd name="connsiteX217" fmla="*/ 2115697 w 2915191"/>
                <a:gd name="connsiteY217" fmla="*/ 180457 h 398184"/>
                <a:gd name="connsiteX218" fmla="*/ 2125456 w 2915191"/>
                <a:gd name="connsiteY218" fmla="*/ 184849 h 398184"/>
                <a:gd name="connsiteX219" fmla="*/ 2135200 w 2915191"/>
                <a:gd name="connsiteY219" fmla="*/ 196485 h 398184"/>
                <a:gd name="connsiteX220" fmla="*/ 2144959 w 2915191"/>
                <a:gd name="connsiteY220" fmla="*/ 202966 h 398184"/>
                <a:gd name="connsiteX221" fmla="*/ 2154703 w 2915191"/>
                <a:gd name="connsiteY221" fmla="*/ 216855 h 398184"/>
                <a:gd name="connsiteX222" fmla="*/ 2164447 w 2915191"/>
                <a:gd name="connsiteY222" fmla="*/ 220588 h 398184"/>
                <a:gd name="connsiteX223" fmla="*/ 2174206 w 2915191"/>
                <a:gd name="connsiteY223" fmla="*/ 229541 h 398184"/>
                <a:gd name="connsiteX224" fmla="*/ 2183950 w 2915191"/>
                <a:gd name="connsiteY224" fmla="*/ 240407 h 398184"/>
                <a:gd name="connsiteX225" fmla="*/ 2193709 w 2915191"/>
                <a:gd name="connsiteY225" fmla="*/ 257973 h 398184"/>
                <a:gd name="connsiteX226" fmla="*/ 2203452 w 2915191"/>
                <a:gd name="connsiteY226" fmla="*/ 234270 h 398184"/>
                <a:gd name="connsiteX227" fmla="*/ 2213196 w 2915191"/>
                <a:gd name="connsiteY227" fmla="*/ 258652 h 398184"/>
                <a:gd name="connsiteX228" fmla="*/ 2222955 w 2915191"/>
                <a:gd name="connsiteY228" fmla="*/ 231114 h 398184"/>
                <a:gd name="connsiteX229" fmla="*/ 2232699 w 2915191"/>
                <a:gd name="connsiteY229" fmla="*/ 252958 h 398184"/>
                <a:gd name="connsiteX230" fmla="*/ 2242458 w 2915191"/>
                <a:gd name="connsiteY230" fmla="*/ 229198 h 398184"/>
                <a:gd name="connsiteX231" fmla="*/ 2252202 w 2915191"/>
                <a:gd name="connsiteY231" fmla="*/ 217416 h 398184"/>
                <a:gd name="connsiteX232" fmla="*/ 2261946 w 2915191"/>
                <a:gd name="connsiteY232" fmla="*/ 233530 h 398184"/>
                <a:gd name="connsiteX233" fmla="*/ 2271705 w 2915191"/>
                <a:gd name="connsiteY233" fmla="*/ 269208 h 398184"/>
                <a:gd name="connsiteX234" fmla="*/ 2281449 w 2915191"/>
                <a:gd name="connsiteY234" fmla="*/ 284429 h 398184"/>
                <a:gd name="connsiteX235" fmla="*/ 2291208 w 2915191"/>
                <a:gd name="connsiteY235" fmla="*/ 275761 h 398184"/>
                <a:gd name="connsiteX236" fmla="*/ 2300951 w 2915191"/>
                <a:gd name="connsiteY236" fmla="*/ 289384 h 398184"/>
                <a:gd name="connsiteX237" fmla="*/ 2310695 w 2915191"/>
                <a:gd name="connsiteY237" fmla="*/ 331085 h 398184"/>
                <a:gd name="connsiteX238" fmla="*/ 2320454 w 2915191"/>
                <a:gd name="connsiteY238" fmla="*/ 333804 h 398184"/>
                <a:gd name="connsiteX239" fmla="*/ 2330198 w 2915191"/>
                <a:gd name="connsiteY239" fmla="*/ 358714 h 398184"/>
                <a:gd name="connsiteX240" fmla="*/ 2339957 w 2915191"/>
                <a:gd name="connsiteY240" fmla="*/ 359728 h 398184"/>
                <a:gd name="connsiteX241" fmla="*/ 2349701 w 2915191"/>
                <a:gd name="connsiteY241" fmla="*/ 348912 h 398184"/>
                <a:gd name="connsiteX242" fmla="*/ 2359445 w 2915191"/>
                <a:gd name="connsiteY242" fmla="*/ 340895 h 398184"/>
                <a:gd name="connsiteX243" fmla="*/ 2369204 w 2915191"/>
                <a:gd name="connsiteY243" fmla="*/ 345159 h 398184"/>
                <a:gd name="connsiteX244" fmla="*/ 2378948 w 2915191"/>
                <a:gd name="connsiteY244" fmla="*/ 353314 h 398184"/>
                <a:gd name="connsiteX245" fmla="*/ 2388692 w 2915191"/>
                <a:gd name="connsiteY245" fmla="*/ 365506 h 398184"/>
                <a:gd name="connsiteX246" fmla="*/ 2398450 w 2915191"/>
                <a:gd name="connsiteY246" fmla="*/ 362722 h 398184"/>
                <a:gd name="connsiteX247" fmla="*/ 2408194 w 2915191"/>
                <a:gd name="connsiteY247" fmla="*/ 368860 h 398184"/>
                <a:gd name="connsiteX248" fmla="*/ 2417953 w 2915191"/>
                <a:gd name="connsiteY248" fmla="*/ 332761 h 398184"/>
                <a:gd name="connsiteX249" fmla="*/ 2427697 w 2915191"/>
                <a:gd name="connsiteY249" fmla="*/ 323749 h 398184"/>
                <a:gd name="connsiteX250" fmla="*/ 2437441 w 2915191"/>
                <a:gd name="connsiteY250" fmla="*/ 336221 h 398184"/>
                <a:gd name="connsiteX251" fmla="*/ 2447200 w 2915191"/>
                <a:gd name="connsiteY251" fmla="*/ 319127 h 398184"/>
                <a:gd name="connsiteX252" fmla="*/ 2456944 w 2915191"/>
                <a:gd name="connsiteY252" fmla="*/ 327013 h 398184"/>
                <a:gd name="connsiteX253" fmla="*/ 2466703 w 2915191"/>
                <a:gd name="connsiteY253" fmla="*/ 335160 h 398184"/>
                <a:gd name="connsiteX254" fmla="*/ 2476446 w 2915191"/>
                <a:gd name="connsiteY254" fmla="*/ 323399 h 398184"/>
                <a:gd name="connsiteX255" fmla="*/ 2486190 w 2915191"/>
                <a:gd name="connsiteY255" fmla="*/ 322222 h 398184"/>
                <a:gd name="connsiteX256" fmla="*/ 2495949 w 2915191"/>
                <a:gd name="connsiteY256" fmla="*/ 337100 h 398184"/>
                <a:gd name="connsiteX257" fmla="*/ 2505693 w 2915191"/>
                <a:gd name="connsiteY257" fmla="*/ 360922 h 398184"/>
                <a:gd name="connsiteX258" fmla="*/ 2515452 w 2915191"/>
                <a:gd name="connsiteY258" fmla="*/ 313168 h 398184"/>
                <a:gd name="connsiteX259" fmla="*/ 2525196 w 2915191"/>
                <a:gd name="connsiteY259" fmla="*/ 270457 h 398184"/>
                <a:gd name="connsiteX260" fmla="*/ 2534940 w 2915191"/>
                <a:gd name="connsiteY260" fmla="*/ 264974 h 398184"/>
                <a:gd name="connsiteX261" fmla="*/ 2544699 w 2915191"/>
                <a:gd name="connsiteY261" fmla="*/ 293437 h 398184"/>
                <a:gd name="connsiteX262" fmla="*/ 2554443 w 2915191"/>
                <a:gd name="connsiteY262" fmla="*/ 298814 h 398184"/>
                <a:gd name="connsiteX263" fmla="*/ 2564202 w 2915191"/>
                <a:gd name="connsiteY263" fmla="*/ 288663 h 398184"/>
                <a:gd name="connsiteX264" fmla="*/ 2573946 w 2915191"/>
                <a:gd name="connsiteY264" fmla="*/ 294747 h 398184"/>
                <a:gd name="connsiteX265" fmla="*/ 2583690 w 2915191"/>
                <a:gd name="connsiteY265" fmla="*/ 311910 h 398184"/>
                <a:gd name="connsiteX266" fmla="*/ 2593448 w 2915191"/>
                <a:gd name="connsiteY266" fmla="*/ 285946 h 398184"/>
                <a:gd name="connsiteX267" fmla="*/ 2603192 w 2915191"/>
                <a:gd name="connsiteY267" fmla="*/ 291595 h 398184"/>
                <a:gd name="connsiteX268" fmla="*/ 2612951 w 2915191"/>
                <a:gd name="connsiteY268" fmla="*/ 278989 h 398184"/>
                <a:gd name="connsiteX269" fmla="*/ 2622695 w 2915191"/>
                <a:gd name="connsiteY269" fmla="*/ 281114 h 398184"/>
                <a:gd name="connsiteX270" fmla="*/ 2632439 w 2915191"/>
                <a:gd name="connsiteY270" fmla="*/ 327366 h 398184"/>
                <a:gd name="connsiteX271" fmla="*/ 2642198 w 2915191"/>
                <a:gd name="connsiteY271" fmla="*/ 302938 h 398184"/>
                <a:gd name="connsiteX272" fmla="*/ 2651942 w 2915191"/>
                <a:gd name="connsiteY272" fmla="*/ 299145 h 398184"/>
                <a:gd name="connsiteX273" fmla="*/ 2661685 w 2915191"/>
                <a:gd name="connsiteY273" fmla="*/ 279460 h 398184"/>
                <a:gd name="connsiteX274" fmla="*/ 2671444 w 2915191"/>
                <a:gd name="connsiteY274" fmla="*/ 262115 h 398184"/>
                <a:gd name="connsiteX275" fmla="*/ 2681188 w 2915191"/>
                <a:gd name="connsiteY275" fmla="*/ 274533 h 398184"/>
                <a:gd name="connsiteX276" fmla="*/ 2690947 w 2915191"/>
                <a:gd name="connsiteY276" fmla="*/ 285190 h 398184"/>
                <a:gd name="connsiteX277" fmla="*/ 2700691 w 2915191"/>
                <a:gd name="connsiteY277" fmla="*/ 256367 h 398184"/>
                <a:gd name="connsiteX278" fmla="*/ 2710435 w 2915191"/>
                <a:gd name="connsiteY278" fmla="*/ 271924 h 398184"/>
                <a:gd name="connsiteX279" fmla="*/ 2720194 w 2915191"/>
                <a:gd name="connsiteY279" fmla="*/ 283809 h 398184"/>
                <a:gd name="connsiteX280" fmla="*/ 2729938 w 2915191"/>
                <a:gd name="connsiteY280" fmla="*/ 290299 h 398184"/>
                <a:gd name="connsiteX281" fmla="*/ 2739697 w 2915191"/>
                <a:gd name="connsiteY281" fmla="*/ 274783 h 398184"/>
                <a:gd name="connsiteX282" fmla="*/ 2749441 w 2915191"/>
                <a:gd name="connsiteY282" fmla="*/ 235620 h 398184"/>
                <a:gd name="connsiteX283" fmla="*/ 2759185 w 2915191"/>
                <a:gd name="connsiteY283" fmla="*/ 227989 h 398184"/>
                <a:gd name="connsiteX284" fmla="*/ 2768943 w 2915191"/>
                <a:gd name="connsiteY284" fmla="*/ 181702 h 398184"/>
                <a:gd name="connsiteX285" fmla="*/ 2778687 w 2915191"/>
                <a:gd name="connsiteY285" fmla="*/ 204941 h 398184"/>
                <a:gd name="connsiteX286" fmla="*/ 2788446 w 2915191"/>
                <a:gd name="connsiteY286" fmla="*/ 195570 h 398184"/>
                <a:gd name="connsiteX287" fmla="*/ 2798190 w 2915191"/>
                <a:gd name="connsiteY287" fmla="*/ 204727 h 398184"/>
                <a:gd name="connsiteX288" fmla="*/ 2807934 w 2915191"/>
                <a:gd name="connsiteY288" fmla="*/ 198514 h 398184"/>
                <a:gd name="connsiteX289" fmla="*/ 2817693 w 2915191"/>
                <a:gd name="connsiteY289" fmla="*/ 184856 h 398184"/>
                <a:gd name="connsiteX290" fmla="*/ 2827437 w 2915191"/>
                <a:gd name="connsiteY290" fmla="*/ 184430 h 398184"/>
                <a:gd name="connsiteX291" fmla="*/ 2837196 w 2915191"/>
                <a:gd name="connsiteY291" fmla="*/ 202349 h 398184"/>
                <a:gd name="connsiteX292" fmla="*/ 2846940 w 2915191"/>
                <a:gd name="connsiteY292" fmla="*/ 221308 h 398184"/>
                <a:gd name="connsiteX293" fmla="*/ 2856684 w 2915191"/>
                <a:gd name="connsiteY293" fmla="*/ 203986 h 398184"/>
                <a:gd name="connsiteX294" fmla="*/ 2866442 w 2915191"/>
                <a:gd name="connsiteY294" fmla="*/ 226523 h 398184"/>
                <a:gd name="connsiteX295" fmla="*/ 2876186 w 2915191"/>
                <a:gd name="connsiteY295" fmla="*/ 195929 h 398184"/>
                <a:gd name="connsiteX296" fmla="*/ 2885945 w 2915191"/>
                <a:gd name="connsiteY296" fmla="*/ 181738 h 398184"/>
                <a:gd name="connsiteX297" fmla="*/ 2895689 w 2915191"/>
                <a:gd name="connsiteY297" fmla="*/ 183414 h 398184"/>
                <a:gd name="connsiteX298" fmla="*/ 2905433 w 2915191"/>
                <a:gd name="connsiteY298" fmla="*/ 163865 h 398184"/>
                <a:gd name="connsiteX299" fmla="*/ 2915192 w 2915191"/>
                <a:gd name="connsiteY299" fmla="*/ 162889 h 398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98184">
                  <a:moveTo>
                    <a:pt x="0" y="294723"/>
                  </a:moveTo>
                  <a:lnTo>
                    <a:pt x="9750" y="263362"/>
                  </a:lnTo>
                  <a:lnTo>
                    <a:pt x="19500" y="272787"/>
                  </a:lnTo>
                  <a:lnTo>
                    <a:pt x="29250" y="279295"/>
                  </a:lnTo>
                  <a:lnTo>
                    <a:pt x="39000" y="246958"/>
                  </a:lnTo>
                  <a:lnTo>
                    <a:pt x="48749" y="258329"/>
                  </a:lnTo>
                  <a:lnTo>
                    <a:pt x="58499" y="259452"/>
                  </a:lnTo>
                  <a:lnTo>
                    <a:pt x="68249" y="223672"/>
                  </a:lnTo>
                  <a:lnTo>
                    <a:pt x="77998" y="243044"/>
                  </a:lnTo>
                  <a:lnTo>
                    <a:pt x="87748" y="255987"/>
                  </a:lnTo>
                  <a:lnTo>
                    <a:pt x="97497" y="253441"/>
                  </a:lnTo>
                  <a:lnTo>
                    <a:pt x="107247" y="265261"/>
                  </a:lnTo>
                  <a:lnTo>
                    <a:pt x="116997" y="294216"/>
                  </a:lnTo>
                  <a:lnTo>
                    <a:pt x="126747" y="284156"/>
                  </a:lnTo>
                  <a:lnTo>
                    <a:pt x="136497" y="307929"/>
                  </a:lnTo>
                  <a:lnTo>
                    <a:pt x="146247" y="303503"/>
                  </a:lnTo>
                  <a:lnTo>
                    <a:pt x="155997" y="323443"/>
                  </a:lnTo>
                  <a:lnTo>
                    <a:pt x="165747" y="304486"/>
                  </a:lnTo>
                  <a:lnTo>
                    <a:pt x="175497" y="295941"/>
                  </a:lnTo>
                  <a:lnTo>
                    <a:pt x="185247" y="263949"/>
                  </a:lnTo>
                  <a:lnTo>
                    <a:pt x="194996" y="277955"/>
                  </a:lnTo>
                  <a:lnTo>
                    <a:pt x="204746" y="249701"/>
                  </a:lnTo>
                  <a:lnTo>
                    <a:pt x="214495" y="266975"/>
                  </a:lnTo>
                  <a:lnTo>
                    <a:pt x="224245" y="265017"/>
                  </a:lnTo>
                  <a:lnTo>
                    <a:pt x="233995" y="274965"/>
                  </a:lnTo>
                  <a:lnTo>
                    <a:pt x="243744" y="258669"/>
                  </a:lnTo>
                  <a:lnTo>
                    <a:pt x="253494" y="276403"/>
                  </a:lnTo>
                  <a:lnTo>
                    <a:pt x="263244" y="263867"/>
                  </a:lnTo>
                  <a:lnTo>
                    <a:pt x="272994" y="263806"/>
                  </a:lnTo>
                  <a:lnTo>
                    <a:pt x="282744" y="274095"/>
                  </a:lnTo>
                  <a:lnTo>
                    <a:pt x="292494" y="245708"/>
                  </a:lnTo>
                  <a:lnTo>
                    <a:pt x="302244" y="266567"/>
                  </a:lnTo>
                  <a:lnTo>
                    <a:pt x="311994" y="303957"/>
                  </a:lnTo>
                  <a:lnTo>
                    <a:pt x="321744" y="257222"/>
                  </a:lnTo>
                  <a:lnTo>
                    <a:pt x="331493" y="278081"/>
                  </a:lnTo>
                  <a:lnTo>
                    <a:pt x="341243" y="323371"/>
                  </a:lnTo>
                  <a:lnTo>
                    <a:pt x="350993" y="336574"/>
                  </a:lnTo>
                  <a:lnTo>
                    <a:pt x="360742" y="330762"/>
                  </a:lnTo>
                  <a:lnTo>
                    <a:pt x="370492" y="310910"/>
                  </a:lnTo>
                  <a:lnTo>
                    <a:pt x="380241" y="326091"/>
                  </a:lnTo>
                  <a:lnTo>
                    <a:pt x="389991" y="311262"/>
                  </a:lnTo>
                  <a:lnTo>
                    <a:pt x="399741" y="313332"/>
                  </a:lnTo>
                  <a:lnTo>
                    <a:pt x="409491" y="335887"/>
                  </a:lnTo>
                  <a:lnTo>
                    <a:pt x="419241" y="339540"/>
                  </a:lnTo>
                  <a:lnTo>
                    <a:pt x="428991" y="310832"/>
                  </a:lnTo>
                  <a:lnTo>
                    <a:pt x="438741" y="323423"/>
                  </a:lnTo>
                  <a:lnTo>
                    <a:pt x="448491" y="322645"/>
                  </a:lnTo>
                  <a:lnTo>
                    <a:pt x="458241" y="296156"/>
                  </a:lnTo>
                  <a:lnTo>
                    <a:pt x="467991" y="270615"/>
                  </a:lnTo>
                  <a:lnTo>
                    <a:pt x="477740" y="292856"/>
                  </a:lnTo>
                  <a:lnTo>
                    <a:pt x="487490" y="307980"/>
                  </a:lnTo>
                  <a:lnTo>
                    <a:pt x="497239" y="283359"/>
                  </a:lnTo>
                  <a:lnTo>
                    <a:pt x="506989" y="276239"/>
                  </a:lnTo>
                  <a:lnTo>
                    <a:pt x="516738" y="238443"/>
                  </a:lnTo>
                  <a:lnTo>
                    <a:pt x="526488" y="203008"/>
                  </a:lnTo>
                  <a:lnTo>
                    <a:pt x="536238" y="217208"/>
                  </a:lnTo>
                  <a:lnTo>
                    <a:pt x="545988" y="198539"/>
                  </a:lnTo>
                  <a:lnTo>
                    <a:pt x="555738" y="204457"/>
                  </a:lnTo>
                  <a:lnTo>
                    <a:pt x="565488" y="199917"/>
                  </a:lnTo>
                  <a:lnTo>
                    <a:pt x="575238" y="209703"/>
                  </a:lnTo>
                  <a:lnTo>
                    <a:pt x="584988" y="215511"/>
                  </a:lnTo>
                  <a:lnTo>
                    <a:pt x="594738" y="193325"/>
                  </a:lnTo>
                  <a:lnTo>
                    <a:pt x="604488" y="184235"/>
                  </a:lnTo>
                  <a:lnTo>
                    <a:pt x="614237" y="217439"/>
                  </a:lnTo>
                  <a:lnTo>
                    <a:pt x="623987" y="241982"/>
                  </a:lnTo>
                  <a:lnTo>
                    <a:pt x="633736" y="235612"/>
                  </a:lnTo>
                  <a:lnTo>
                    <a:pt x="643486" y="256181"/>
                  </a:lnTo>
                  <a:lnTo>
                    <a:pt x="653236" y="249571"/>
                  </a:lnTo>
                  <a:lnTo>
                    <a:pt x="662985" y="263597"/>
                  </a:lnTo>
                  <a:lnTo>
                    <a:pt x="672735" y="300654"/>
                  </a:lnTo>
                  <a:lnTo>
                    <a:pt x="682485" y="278227"/>
                  </a:lnTo>
                  <a:lnTo>
                    <a:pt x="692235" y="292463"/>
                  </a:lnTo>
                  <a:lnTo>
                    <a:pt x="701985" y="300469"/>
                  </a:lnTo>
                  <a:lnTo>
                    <a:pt x="711735" y="317551"/>
                  </a:lnTo>
                  <a:lnTo>
                    <a:pt x="721485" y="328816"/>
                  </a:lnTo>
                  <a:lnTo>
                    <a:pt x="731235" y="351890"/>
                  </a:lnTo>
                  <a:lnTo>
                    <a:pt x="740985" y="339065"/>
                  </a:lnTo>
                  <a:lnTo>
                    <a:pt x="750734" y="319530"/>
                  </a:lnTo>
                  <a:lnTo>
                    <a:pt x="760484" y="285981"/>
                  </a:lnTo>
                  <a:lnTo>
                    <a:pt x="770233" y="327858"/>
                  </a:lnTo>
                  <a:lnTo>
                    <a:pt x="779983" y="336584"/>
                  </a:lnTo>
                  <a:lnTo>
                    <a:pt x="789733" y="342437"/>
                  </a:lnTo>
                  <a:lnTo>
                    <a:pt x="799482" y="352093"/>
                  </a:lnTo>
                  <a:lnTo>
                    <a:pt x="809232" y="374099"/>
                  </a:lnTo>
                  <a:lnTo>
                    <a:pt x="818982" y="354865"/>
                  </a:lnTo>
                  <a:lnTo>
                    <a:pt x="828732" y="353183"/>
                  </a:lnTo>
                  <a:lnTo>
                    <a:pt x="838482" y="375605"/>
                  </a:lnTo>
                  <a:lnTo>
                    <a:pt x="848232" y="377260"/>
                  </a:lnTo>
                  <a:lnTo>
                    <a:pt x="857982" y="398184"/>
                  </a:lnTo>
                  <a:lnTo>
                    <a:pt x="867732" y="361484"/>
                  </a:lnTo>
                  <a:lnTo>
                    <a:pt x="877482" y="353757"/>
                  </a:lnTo>
                  <a:lnTo>
                    <a:pt x="887231" y="332891"/>
                  </a:lnTo>
                  <a:lnTo>
                    <a:pt x="896981" y="311640"/>
                  </a:lnTo>
                  <a:lnTo>
                    <a:pt x="906730" y="271918"/>
                  </a:lnTo>
                  <a:lnTo>
                    <a:pt x="916480" y="276854"/>
                  </a:lnTo>
                  <a:lnTo>
                    <a:pt x="926230" y="267534"/>
                  </a:lnTo>
                  <a:lnTo>
                    <a:pt x="935979" y="261955"/>
                  </a:lnTo>
                  <a:lnTo>
                    <a:pt x="945729" y="252124"/>
                  </a:lnTo>
                  <a:lnTo>
                    <a:pt x="955479" y="258628"/>
                  </a:lnTo>
                  <a:lnTo>
                    <a:pt x="965229" y="215761"/>
                  </a:lnTo>
                  <a:lnTo>
                    <a:pt x="974979" y="218799"/>
                  </a:lnTo>
                  <a:lnTo>
                    <a:pt x="984729" y="208560"/>
                  </a:lnTo>
                  <a:lnTo>
                    <a:pt x="994474" y="200052"/>
                  </a:lnTo>
                  <a:lnTo>
                    <a:pt x="1004233" y="175826"/>
                  </a:lnTo>
                  <a:lnTo>
                    <a:pt x="1013977" y="179546"/>
                  </a:lnTo>
                  <a:lnTo>
                    <a:pt x="1023721" y="189301"/>
                  </a:lnTo>
                  <a:lnTo>
                    <a:pt x="1033480" y="213553"/>
                  </a:lnTo>
                  <a:lnTo>
                    <a:pt x="1043224" y="234590"/>
                  </a:lnTo>
                  <a:lnTo>
                    <a:pt x="1052983" y="250479"/>
                  </a:lnTo>
                  <a:lnTo>
                    <a:pt x="1062727" y="260415"/>
                  </a:lnTo>
                  <a:lnTo>
                    <a:pt x="1072471" y="239920"/>
                  </a:lnTo>
                  <a:lnTo>
                    <a:pt x="1082230" y="240352"/>
                  </a:lnTo>
                  <a:lnTo>
                    <a:pt x="1091973" y="246277"/>
                  </a:lnTo>
                  <a:lnTo>
                    <a:pt x="1101732" y="235292"/>
                  </a:lnTo>
                  <a:lnTo>
                    <a:pt x="1111476" y="265211"/>
                  </a:lnTo>
                  <a:lnTo>
                    <a:pt x="1121220" y="305942"/>
                  </a:lnTo>
                  <a:lnTo>
                    <a:pt x="1130979" y="281561"/>
                  </a:lnTo>
                  <a:lnTo>
                    <a:pt x="1140723" y="261520"/>
                  </a:lnTo>
                  <a:lnTo>
                    <a:pt x="1150482" y="255087"/>
                  </a:lnTo>
                  <a:lnTo>
                    <a:pt x="1160226" y="222814"/>
                  </a:lnTo>
                  <a:lnTo>
                    <a:pt x="1169969" y="209293"/>
                  </a:lnTo>
                  <a:lnTo>
                    <a:pt x="1179728" y="199773"/>
                  </a:lnTo>
                  <a:lnTo>
                    <a:pt x="1189472" y="211703"/>
                  </a:lnTo>
                  <a:lnTo>
                    <a:pt x="1199231" y="208091"/>
                  </a:lnTo>
                  <a:lnTo>
                    <a:pt x="1208975" y="204293"/>
                  </a:lnTo>
                  <a:lnTo>
                    <a:pt x="1218719" y="212033"/>
                  </a:lnTo>
                  <a:lnTo>
                    <a:pt x="1228478" y="225445"/>
                  </a:lnTo>
                  <a:lnTo>
                    <a:pt x="1238222" y="219103"/>
                  </a:lnTo>
                  <a:lnTo>
                    <a:pt x="1247966" y="276971"/>
                  </a:lnTo>
                  <a:lnTo>
                    <a:pt x="1257725" y="307026"/>
                  </a:lnTo>
                  <a:lnTo>
                    <a:pt x="1267469" y="313265"/>
                  </a:lnTo>
                  <a:lnTo>
                    <a:pt x="1277227" y="316402"/>
                  </a:lnTo>
                  <a:lnTo>
                    <a:pt x="1286971" y="319123"/>
                  </a:lnTo>
                  <a:lnTo>
                    <a:pt x="1296715" y="314515"/>
                  </a:lnTo>
                  <a:lnTo>
                    <a:pt x="1306474" y="284594"/>
                  </a:lnTo>
                  <a:lnTo>
                    <a:pt x="1316218" y="303911"/>
                  </a:lnTo>
                  <a:lnTo>
                    <a:pt x="1325977" y="301296"/>
                  </a:lnTo>
                  <a:lnTo>
                    <a:pt x="1335721" y="284445"/>
                  </a:lnTo>
                  <a:lnTo>
                    <a:pt x="1345465" y="260780"/>
                  </a:lnTo>
                  <a:lnTo>
                    <a:pt x="1355224" y="274672"/>
                  </a:lnTo>
                  <a:lnTo>
                    <a:pt x="1364967" y="276641"/>
                  </a:lnTo>
                  <a:lnTo>
                    <a:pt x="1374726" y="207342"/>
                  </a:lnTo>
                  <a:lnTo>
                    <a:pt x="1384470" y="181204"/>
                  </a:lnTo>
                  <a:lnTo>
                    <a:pt x="1394214" y="182115"/>
                  </a:lnTo>
                  <a:lnTo>
                    <a:pt x="1403973" y="183718"/>
                  </a:lnTo>
                  <a:lnTo>
                    <a:pt x="1413717" y="165197"/>
                  </a:lnTo>
                  <a:lnTo>
                    <a:pt x="1423476" y="147957"/>
                  </a:lnTo>
                  <a:lnTo>
                    <a:pt x="1433220" y="134729"/>
                  </a:lnTo>
                  <a:lnTo>
                    <a:pt x="1442964" y="100215"/>
                  </a:lnTo>
                  <a:lnTo>
                    <a:pt x="1452722" y="73541"/>
                  </a:lnTo>
                  <a:lnTo>
                    <a:pt x="1462466" y="39408"/>
                  </a:lnTo>
                  <a:lnTo>
                    <a:pt x="1472225" y="45305"/>
                  </a:lnTo>
                  <a:lnTo>
                    <a:pt x="1481969" y="19553"/>
                  </a:lnTo>
                  <a:lnTo>
                    <a:pt x="1491713" y="0"/>
                  </a:lnTo>
                  <a:lnTo>
                    <a:pt x="1501472" y="21976"/>
                  </a:lnTo>
                  <a:lnTo>
                    <a:pt x="1511216" y="47044"/>
                  </a:lnTo>
                  <a:lnTo>
                    <a:pt x="1520960" y="35586"/>
                  </a:lnTo>
                  <a:lnTo>
                    <a:pt x="1530719" y="33401"/>
                  </a:lnTo>
                  <a:lnTo>
                    <a:pt x="1540463" y="98826"/>
                  </a:lnTo>
                  <a:lnTo>
                    <a:pt x="1550221" y="114385"/>
                  </a:lnTo>
                  <a:lnTo>
                    <a:pt x="1559965" y="91015"/>
                  </a:lnTo>
                  <a:lnTo>
                    <a:pt x="1569709" y="93333"/>
                  </a:lnTo>
                  <a:lnTo>
                    <a:pt x="1579468" y="74526"/>
                  </a:lnTo>
                  <a:lnTo>
                    <a:pt x="1589212" y="75554"/>
                  </a:lnTo>
                  <a:lnTo>
                    <a:pt x="1598971" y="54103"/>
                  </a:lnTo>
                  <a:lnTo>
                    <a:pt x="1608715" y="71380"/>
                  </a:lnTo>
                  <a:lnTo>
                    <a:pt x="1618459" y="80904"/>
                  </a:lnTo>
                  <a:lnTo>
                    <a:pt x="1628218" y="71079"/>
                  </a:lnTo>
                  <a:lnTo>
                    <a:pt x="1637962" y="93293"/>
                  </a:lnTo>
                  <a:lnTo>
                    <a:pt x="1647720" y="103682"/>
                  </a:lnTo>
                  <a:lnTo>
                    <a:pt x="1657464" y="119913"/>
                  </a:lnTo>
                  <a:lnTo>
                    <a:pt x="1667208" y="112525"/>
                  </a:lnTo>
                  <a:lnTo>
                    <a:pt x="1676967" y="123720"/>
                  </a:lnTo>
                  <a:lnTo>
                    <a:pt x="1686711" y="83001"/>
                  </a:lnTo>
                  <a:lnTo>
                    <a:pt x="1696470" y="87976"/>
                  </a:lnTo>
                  <a:lnTo>
                    <a:pt x="1706214" y="60339"/>
                  </a:lnTo>
                  <a:lnTo>
                    <a:pt x="1715958" y="29479"/>
                  </a:lnTo>
                  <a:lnTo>
                    <a:pt x="1725716" y="80207"/>
                  </a:lnTo>
                  <a:lnTo>
                    <a:pt x="1735460" y="77195"/>
                  </a:lnTo>
                  <a:lnTo>
                    <a:pt x="1745219" y="76281"/>
                  </a:lnTo>
                  <a:lnTo>
                    <a:pt x="1754963" y="55061"/>
                  </a:lnTo>
                  <a:lnTo>
                    <a:pt x="1764707" y="104938"/>
                  </a:lnTo>
                  <a:lnTo>
                    <a:pt x="1774466" y="119220"/>
                  </a:lnTo>
                  <a:lnTo>
                    <a:pt x="1784210" y="107025"/>
                  </a:lnTo>
                  <a:lnTo>
                    <a:pt x="1793969" y="110416"/>
                  </a:lnTo>
                  <a:lnTo>
                    <a:pt x="1803713" y="91739"/>
                  </a:lnTo>
                  <a:lnTo>
                    <a:pt x="1813457" y="79921"/>
                  </a:lnTo>
                  <a:lnTo>
                    <a:pt x="1823215" y="77738"/>
                  </a:lnTo>
                  <a:lnTo>
                    <a:pt x="1832959" y="85221"/>
                  </a:lnTo>
                  <a:lnTo>
                    <a:pt x="1842703" y="77849"/>
                  </a:lnTo>
                  <a:lnTo>
                    <a:pt x="1852462" y="90385"/>
                  </a:lnTo>
                  <a:lnTo>
                    <a:pt x="1862206" y="77445"/>
                  </a:lnTo>
                  <a:lnTo>
                    <a:pt x="1871965" y="116372"/>
                  </a:lnTo>
                  <a:lnTo>
                    <a:pt x="1881709" y="122985"/>
                  </a:lnTo>
                  <a:lnTo>
                    <a:pt x="1891453" y="118901"/>
                  </a:lnTo>
                  <a:lnTo>
                    <a:pt x="1901212" y="132808"/>
                  </a:lnTo>
                  <a:lnTo>
                    <a:pt x="1910956" y="161535"/>
                  </a:lnTo>
                  <a:lnTo>
                    <a:pt x="1920714" y="174059"/>
                  </a:lnTo>
                  <a:lnTo>
                    <a:pt x="1930458" y="147901"/>
                  </a:lnTo>
                  <a:lnTo>
                    <a:pt x="1940202" y="151339"/>
                  </a:lnTo>
                  <a:lnTo>
                    <a:pt x="1949961" y="157521"/>
                  </a:lnTo>
                  <a:lnTo>
                    <a:pt x="1959705" y="161343"/>
                  </a:lnTo>
                  <a:lnTo>
                    <a:pt x="1969464" y="158476"/>
                  </a:lnTo>
                  <a:lnTo>
                    <a:pt x="1979208" y="147539"/>
                  </a:lnTo>
                  <a:lnTo>
                    <a:pt x="1988952" y="135885"/>
                  </a:lnTo>
                  <a:lnTo>
                    <a:pt x="1998711" y="138438"/>
                  </a:lnTo>
                  <a:lnTo>
                    <a:pt x="2008454" y="149435"/>
                  </a:lnTo>
                  <a:lnTo>
                    <a:pt x="2018213" y="152463"/>
                  </a:lnTo>
                  <a:lnTo>
                    <a:pt x="2027957" y="153452"/>
                  </a:lnTo>
                  <a:lnTo>
                    <a:pt x="2037701" y="172447"/>
                  </a:lnTo>
                  <a:lnTo>
                    <a:pt x="2047460" y="195597"/>
                  </a:lnTo>
                  <a:lnTo>
                    <a:pt x="2057204" y="188371"/>
                  </a:lnTo>
                  <a:lnTo>
                    <a:pt x="2066963" y="196258"/>
                  </a:lnTo>
                  <a:lnTo>
                    <a:pt x="2076707" y="194685"/>
                  </a:lnTo>
                  <a:lnTo>
                    <a:pt x="2086451" y="168443"/>
                  </a:lnTo>
                  <a:lnTo>
                    <a:pt x="2096210" y="163008"/>
                  </a:lnTo>
                  <a:lnTo>
                    <a:pt x="2105954" y="164355"/>
                  </a:lnTo>
                  <a:lnTo>
                    <a:pt x="2115697" y="180457"/>
                  </a:lnTo>
                  <a:lnTo>
                    <a:pt x="2125456" y="184849"/>
                  </a:lnTo>
                  <a:lnTo>
                    <a:pt x="2135200" y="196485"/>
                  </a:lnTo>
                  <a:lnTo>
                    <a:pt x="2144959" y="202966"/>
                  </a:lnTo>
                  <a:lnTo>
                    <a:pt x="2154703" y="216855"/>
                  </a:lnTo>
                  <a:lnTo>
                    <a:pt x="2164447" y="220588"/>
                  </a:lnTo>
                  <a:lnTo>
                    <a:pt x="2174206" y="229541"/>
                  </a:lnTo>
                  <a:lnTo>
                    <a:pt x="2183950" y="240407"/>
                  </a:lnTo>
                  <a:lnTo>
                    <a:pt x="2193709" y="257973"/>
                  </a:lnTo>
                  <a:lnTo>
                    <a:pt x="2203452" y="234270"/>
                  </a:lnTo>
                  <a:lnTo>
                    <a:pt x="2213196" y="258652"/>
                  </a:lnTo>
                  <a:lnTo>
                    <a:pt x="2222955" y="231114"/>
                  </a:lnTo>
                  <a:lnTo>
                    <a:pt x="2232699" y="252958"/>
                  </a:lnTo>
                  <a:lnTo>
                    <a:pt x="2242458" y="229198"/>
                  </a:lnTo>
                  <a:lnTo>
                    <a:pt x="2252202" y="217416"/>
                  </a:lnTo>
                  <a:lnTo>
                    <a:pt x="2261946" y="233530"/>
                  </a:lnTo>
                  <a:lnTo>
                    <a:pt x="2271705" y="269208"/>
                  </a:lnTo>
                  <a:lnTo>
                    <a:pt x="2281449" y="284429"/>
                  </a:lnTo>
                  <a:lnTo>
                    <a:pt x="2291208" y="275761"/>
                  </a:lnTo>
                  <a:lnTo>
                    <a:pt x="2300951" y="289384"/>
                  </a:lnTo>
                  <a:lnTo>
                    <a:pt x="2310695" y="331085"/>
                  </a:lnTo>
                  <a:lnTo>
                    <a:pt x="2320454" y="333804"/>
                  </a:lnTo>
                  <a:lnTo>
                    <a:pt x="2330198" y="358714"/>
                  </a:lnTo>
                  <a:lnTo>
                    <a:pt x="2339957" y="359728"/>
                  </a:lnTo>
                  <a:lnTo>
                    <a:pt x="2349701" y="348912"/>
                  </a:lnTo>
                  <a:lnTo>
                    <a:pt x="2359445" y="340895"/>
                  </a:lnTo>
                  <a:lnTo>
                    <a:pt x="2369204" y="345159"/>
                  </a:lnTo>
                  <a:lnTo>
                    <a:pt x="2378948" y="353314"/>
                  </a:lnTo>
                  <a:lnTo>
                    <a:pt x="2388692" y="365506"/>
                  </a:lnTo>
                  <a:lnTo>
                    <a:pt x="2398450" y="362722"/>
                  </a:lnTo>
                  <a:lnTo>
                    <a:pt x="2408194" y="368860"/>
                  </a:lnTo>
                  <a:lnTo>
                    <a:pt x="2417953" y="332761"/>
                  </a:lnTo>
                  <a:lnTo>
                    <a:pt x="2427697" y="323749"/>
                  </a:lnTo>
                  <a:lnTo>
                    <a:pt x="2437441" y="336221"/>
                  </a:lnTo>
                  <a:lnTo>
                    <a:pt x="2447200" y="319127"/>
                  </a:lnTo>
                  <a:lnTo>
                    <a:pt x="2456944" y="327013"/>
                  </a:lnTo>
                  <a:lnTo>
                    <a:pt x="2466703" y="335160"/>
                  </a:lnTo>
                  <a:lnTo>
                    <a:pt x="2476446" y="323399"/>
                  </a:lnTo>
                  <a:lnTo>
                    <a:pt x="2486190" y="322222"/>
                  </a:lnTo>
                  <a:lnTo>
                    <a:pt x="2495949" y="337100"/>
                  </a:lnTo>
                  <a:lnTo>
                    <a:pt x="2505693" y="360922"/>
                  </a:lnTo>
                  <a:lnTo>
                    <a:pt x="2515452" y="313168"/>
                  </a:lnTo>
                  <a:lnTo>
                    <a:pt x="2525196" y="270457"/>
                  </a:lnTo>
                  <a:lnTo>
                    <a:pt x="2534940" y="264974"/>
                  </a:lnTo>
                  <a:lnTo>
                    <a:pt x="2544699" y="293437"/>
                  </a:lnTo>
                  <a:lnTo>
                    <a:pt x="2554443" y="298814"/>
                  </a:lnTo>
                  <a:lnTo>
                    <a:pt x="2564202" y="288663"/>
                  </a:lnTo>
                  <a:lnTo>
                    <a:pt x="2573946" y="294747"/>
                  </a:lnTo>
                  <a:lnTo>
                    <a:pt x="2583690" y="311910"/>
                  </a:lnTo>
                  <a:lnTo>
                    <a:pt x="2593448" y="285946"/>
                  </a:lnTo>
                  <a:lnTo>
                    <a:pt x="2603192" y="291595"/>
                  </a:lnTo>
                  <a:lnTo>
                    <a:pt x="2612951" y="278989"/>
                  </a:lnTo>
                  <a:lnTo>
                    <a:pt x="2622695" y="281114"/>
                  </a:lnTo>
                  <a:lnTo>
                    <a:pt x="2632439" y="327366"/>
                  </a:lnTo>
                  <a:lnTo>
                    <a:pt x="2642198" y="302938"/>
                  </a:lnTo>
                  <a:lnTo>
                    <a:pt x="2651942" y="299145"/>
                  </a:lnTo>
                  <a:lnTo>
                    <a:pt x="2661685" y="279460"/>
                  </a:lnTo>
                  <a:lnTo>
                    <a:pt x="2671444" y="262115"/>
                  </a:lnTo>
                  <a:lnTo>
                    <a:pt x="2681188" y="274533"/>
                  </a:lnTo>
                  <a:lnTo>
                    <a:pt x="2690947" y="285190"/>
                  </a:lnTo>
                  <a:lnTo>
                    <a:pt x="2700691" y="256367"/>
                  </a:lnTo>
                  <a:lnTo>
                    <a:pt x="2710435" y="271924"/>
                  </a:lnTo>
                  <a:lnTo>
                    <a:pt x="2720194" y="283809"/>
                  </a:lnTo>
                  <a:lnTo>
                    <a:pt x="2729938" y="290299"/>
                  </a:lnTo>
                  <a:lnTo>
                    <a:pt x="2739697" y="274783"/>
                  </a:lnTo>
                  <a:lnTo>
                    <a:pt x="2749441" y="235620"/>
                  </a:lnTo>
                  <a:lnTo>
                    <a:pt x="2759185" y="227989"/>
                  </a:lnTo>
                  <a:lnTo>
                    <a:pt x="2768943" y="181702"/>
                  </a:lnTo>
                  <a:lnTo>
                    <a:pt x="2778687" y="204941"/>
                  </a:lnTo>
                  <a:lnTo>
                    <a:pt x="2788446" y="195570"/>
                  </a:lnTo>
                  <a:lnTo>
                    <a:pt x="2798190" y="204727"/>
                  </a:lnTo>
                  <a:lnTo>
                    <a:pt x="2807934" y="198514"/>
                  </a:lnTo>
                  <a:lnTo>
                    <a:pt x="2817693" y="184856"/>
                  </a:lnTo>
                  <a:lnTo>
                    <a:pt x="2827437" y="184430"/>
                  </a:lnTo>
                  <a:lnTo>
                    <a:pt x="2837196" y="202349"/>
                  </a:lnTo>
                  <a:lnTo>
                    <a:pt x="2846940" y="221308"/>
                  </a:lnTo>
                  <a:lnTo>
                    <a:pt x="2856684" y="203986"/>
                  </a:lnTo>
                  <a:lnTo>
                    <a:pt x="2866442" y="226523"/>
                  </a:lnTo>
                  <a:lnTo>
                    <a:pt x="2876186" y="195929"/>
                  </a:lnTo>
                  <a:lnTo>
                    <a:pt x="2885945" y="181738"/>
                  </a:lnTo>
                  <a:lnTo>
                    <a:pt x="2895689" y="183414"/>
                  </a:lnTo>
                  <a:lnTo>
                    <a:pt x="2905433" y="163865"/>
                  </a:lnTo>
                  <a:lnTo>
                    <a:pt x="2915192" y="16288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1" name="Freeform 1150">
              <a:extLst>
                <a:ext uri="{FF2B5EF4-FFF2-40B4-BE49-F238E27FC236}">
                  <a16:creationId xmlns:a16="http://schemas.microsoft.com/office/drawing/2014/main" id="{FBC6EDCD-14A9-8B8E-8321-31E2D79041AF}"/>
                </a:ext>
              </a:extLst>
            </p:cNvPr>
            <p:cNvSpPr/>
            <p:nvPr/>
          </p:nvSpPr>
          <p:spPr>
            <a:xfrm>
              <a:off x="4426652" y="3681792"/>
              <a:ext cx="2915191" cy="539052"/>
            </a:xfrm>
            <a:custGeom>
              <a:avLst/>
              <a:gdLst>
                <a:gd name="connsiteX0" fmla="*/ 0 w 2915191"/>
                <a:gd name="connsiteY0" fmla="*/ 17295 h 539052"/>
                <a:gd name="connsiteX1" fmla="*/ 9750 w 2915191"/>
                <a:gd name="connsiteY1" fmla="*/ 41331 h 539052"/>
                <a:gd name="connsiteX2" fmla="*/ 19500 w 2915191"/>
                <a:gd name="connsiteY2" fmla="*/ 46999 h 539052"/>
                <a:gd name="connsiteX3" fmla="*/ 29250 w 2915191"/>
                <a:gd name="connsiteY3" fmla="*/ 10641 h 539052"/>
                <a:gd name="connsiteX4" fmla="*/ 39000 w 2915191"/>
                <a:gd name="connsiteY4" fmla="*/ 12065 h 539052"/>
                <a:gd name="connsiteX5" fmla="*/ 48749 w 2915191"/>
                <a:gd name="connsiteY5" fmla="*/ 25281 h 539052"/>
                <a:gd name="connsiteX6" fmla="*/ 58499 w 2915191"/>
                <a:gd name="connsiteY6" fmla="*/ 16268 h 539052"/>
                <a:gd name="connsiteX7" fmla="*/ 68249 w 2915191"/>
                <a:gd name="connsiteY7" fmla="*/ 16706 h 539052"/>
                <a:gd name="connsiteX8" fmla="*/ 77998 w 2915191"/>
                <a:gd name="connsiteY8" fmla="*/ 11575 h 539052"/>
                <a:gd name="connsiteX9" fmla="*/ 87748 w 2915191"/>
                <a:gd name="connsiteY9" fmla="*/ 1716 h 539052"/>
                <a:gd name="connsiteX10" fmla="*/ 97497 w 2915191"/>
                <a:gd name="connsiteY10" fmla="*/ 0 h 539052"/>
                <a:gd name="connsiteX11" fmla="*/ 107247 w 2915191"/>
                <a:gd name="connsiteY11" fmla="*/ 45147 h 539052"/>
                <a:gd name="connsiteX12" fmla="*/ 116997 w 2915191"/>
                <a:gd name="connsiteY12" fmla="*/ 80533 h 539052"/>
                <a:gd name="connsiteX13" fmla="*/ 126747 w 2915191"/>
                <a:gd name="connsiteY13" fmla="*/ 49177 h 539052"/>
                <a:gd name="connsiteX14" fmla="*/ 136497 w 2915191"/>
                <a:gd name="connsiteY14" fmla="*/ 68744 h 539052"/>
                <a:gd name="connsiteX15" fmla="*/ 146247 w 2915191"/>
                <a:gd name="connsiteY15" fmla="*/ 91694 h 539052"/>
                <a:gd name="connsiteX16" fmla="*/ 155997 w 2915191"/>
                <a:gd name="connsiteY16" fmla="*/ 78810 h 539052"/>
                <a:gd name="connsiteX17" fmla="*/ 165747 w 2915191"/>
                <a:gd name="connsiteY17" fmla="*/ 101449 h 539052"/>
                <a:gd name="connsiteX18" fmla="*/ 175497 w 2915191"/>
                <a:gd name="connsiteY18" fmla="*/ 127422 h 539052"/>
                <a:gd name="connsiteX19" fmla="*/ 185247 w 2915191"/>
                <a:gd name="connsiteY19" fmla="*/ 119144 h 539052"/>
                <a:gd name="connsiteX20" fmla="*/ 194996 w 2915191"/>
                <a:gd name="connsiteY20" fmla="*/ 133827 h 539052"/>
                <a:gd name="connsiteX21" fmla="*/ 204746 w 2915191"/>
                <a:gd name="connsiteY21" fmla="*/ 145338 h 539052"/>
                <a:gd name="connsiteX22" fmla="*/ 214495 w 2915191"/>
                <a:gd name="connsiteY22" fmla="*/ 106960 h 539052"/>
                <a:gd name="connsiteX23" fmla="*/ 224245 w 2915191"/>
                <a:gd name="connsiteY23" fmla="*/ 100653 h 539052"/>
                <a:gd name="connsiteX24" fmla="*/ 233995 w 2915191"/>
                <a:gd name="connsiteY24" fmla="*/ 59904 h 539052"/>
                <a:gd name="connsiteX25" fmla="*/ 243744 w 2915191"/>
                <a:gd name="connsiteY25" fmla="*/ 44238 h 539052"/>
                <a:gd name="connsiteX26" fmla="*/ 253494 w 2915191"/>
                <a:gd name="connsiteY26" fmla="*/ 16627 h 539052"/>
                <a:gd name="connsiteX27" fmla="*/ 263244 w 2915191"/>
                <a:gd name="connsiteY27" fmla="*/ 47187 h 539052"/>
                <a:gd name="connsiteX28" fmla="*/ 272994 w 2915191"/>
                <a:gd name="connsiteY28" fmla="*/ 41975 h 539052"/>
                <a:gd name="connsiteX29" fmla="*/ 282744 w 2915191"/>
                <a:gd name="connsiteY29" fmla="*/ 62923 h 539052"/>
                <a:gd name="connsiteX30" fmla="*/ 292494 w 2915191"/>
                <a:gd name="connsiteY30" fmla="*/ 119155 h 539052"/>
                <a:gd name="connsiteX31" fmla="*/ 302244 w 2915191"/>
                <a:gd name="connsiteY31" fmla="*/ 133411 h 539052"/>
                <a:gd name="connsiteX32" fmla="*/ 311994 w 2915191"/>
                <a:gd name="connsiteY32" fmla="*/ 144840 h 539052"/>
                <a:gd name="connsiteX33" fmla="*/ 321744 w 2915191"/>
                <a:gd name="connsiteY33" fmla="*/ 138565 h 539052"/>
                <a:gd name="connsiteX34" fmla="*/ 331493 w 2915191"/>
                <a:gd name="connsiteY34" fmla="*/ 133939 h 539052"/>
                <a:gd name="connsiteX35" fmla="*/ 341243 w 2915191"/>
                <a:gd name="connsiteY35" fmla="*/ 174166 h 539052"/>
                <a:gd name="connsiteX36" fmla="*/ 350993 w 2915191"/>
                <a:gd name="connsiteY36" fmla="*/ 160562 h 539052"/>
                <a:gd name="connsiteX37" fmla="*/ 360742 w 2915191"/>
                <a:gd name="connsiteY37" fmla="*/ 217880 h 539052"/>
                <a:gd name="connsiteX38" fmla="*/ 370492 w 2915191"/>
                <a:gd name="connsiteY38" fmla="*/ 245085 h 539052"/>
                <a:gd name="connsiteX39" fmla="*/ 380241 w 2915191"/>
                <a:gd name="connsiteY39" fmla="*/ 238938 h 539052"/>
                <a:gd name="connsiteX40" fmla="*/ 389991 w 2915191"/>
                <a:gd name="connsiteY40" fmla="*/ 215441 h 539052"/>
                <a:gd name="connsiteX41" fmla="*/ 399741 w 2915191"/>
                <a:gd name="connsiteY41" fmla="*/ 229495 h 539052"/>
                <a:gd name="connsiteX42" fmla="*/ 409491 w 2915191"/>
                <a:gd name="connsiteY42" fmla="*/ 219857 h 539052"/>
                <a:gd name="connsiteX43" fmla="*/ 419241 w 2915191"/>
                <a:gd name="connsiteY43" fmla="*/ 207495 h 539052"/>
                <a:gd name="connsiteX44" fmla="*/ 428991 w 2915191"/>
                <a:gd name="connsiteY44" fmla="*/ 223669 h 539052"/>
                <a:gd name="connsiteX45" fmla="*/ 438741 w 2915191"/>
                <a:gd name="connsiteY45" fmla="*/ 221037 h 539052"/>
                <a:gd name="connsiteX46" fmla="*/ 448491 w 2915191"/>
                <a:gd name="connsiteY46" fmla="*/ 247630 h 539052"/>
                <a:gd name="connsiteX47" fmla="*/ 458241 w 2915191"/>
                <a:gd name="connsiteY47" fmla="*/ 226879 h 539052"/>
                <a:gd name="connsiteX48" fmla="*/ 467991 w 2915191"/>
                <a:gd name="connsiteY48" fmla="*/ 216312 h 539052"/>
                <a:gd name="connsiteX49" fmla="*/ 477740 w 2915191"/>
                <a:gd name="connsiteY49" fmla="*/ 229791 h 539052"/>
                <a:gd name="connsiteX50" fmla="*/ 487490 w 2915191"/>
                <a:gd name="connsiteY50" fmla="*/ 220936 h 539052"/>
                <a:gd name="connsiteX51" fmla="*/ 497239 w 2915191"/>
                <a:gd name="connsiteY51" fmla="*/ 216166 h 539052"/>
                <a:gd name="connsiteX52" fmla="*/ 506989 w 2915191"/>
                <a:gd name="connsiteY52" fmla="*/ 236894 h 539052"/>
                <a:gd name="connsiteX53" fmla="*/ 516738 w 2915191"/>
                <a:gd name="connsiteY53" fmla="*/ 202721 h 539052"/>
                <a:gd name="connsiteX54" fmla="*/ 526488 w 2915191"/>
                <a:gd name="connsiteY54" fmla="*/ 238238 h 539052"/>
                <a:gd name="connsiteX55" fmla="*/ 536238 w 2915191"/>
                <a:gd name="connsiteY55" fmla="*/ 243175 h 539052"/>
                <a:gd name="connsiteX56" fmla="*/ 545988 w 2915191"/>
                <a:gd name="connsiteY56" fmla="*/ 237278 h 539052"/>
                <a:gd name="connsiteX57" fmla="*/ 555738 w 2915191"/>
                <a:gd name="connsiteY57" fmla="*/ 241892 h 539052"/>
                <a:gd name="connsiteX58" fmla="*/ 565488 w 2915191"/>
                <a:gd name="connsiteY58" fmla="*/ 246760 h 539052"/>
                <a:gd name="connsiteX59" fmla="*/ 575238 w 2915191"/>
                <a:gd name="connsiteY59" fmla="*/ 233810 h 539052"/>
                <a:gd name="connsiteX60" fmla="*/ 584988 w 2915191"/>
                <a:gd name="connsiteY60" fmla="*/ 241557 h 539052"/>
                <a:gd name="connsiteX61" fmla="*/ 594738 w 2915191"/>
                <a:gd name="connsiteY61" fmla="*/ 261420 h 539052"/>
                <a:gd name="connsiteX62" fmla="*/ 604488 w 2915191"/>
                <a:gd name="connsiteY62" fmla="*/ 254932 h 539052"/>
                <a:gd name="connsiteX63" fmla="*/ 614237 w 2915191"/>
                <a:gd name="connsiteY63" fmla="*/ 258217 h 539052"/>
                <a:gd name="connsiteX64" fmla="*/ 623987 w 2915191"/>
                <a:gd name="connsiteY64" fmla="*/ 284609 h 539052"/>
                <a:gd name="connsiteX65" fmla="*/ 633736 w 2915191"/>
                <a:gd name="connsiteY65" fmla="*/ 300602 h 539052"/>
                <a:gd name="connsiteX66" fmla="*/ 643486 w 2915191"/>
                <a:gd name="connsiteY66" fmla="*/ 279673 h 539052"/>
                <a:gd name="connsiteX67" fmla="*/ 653236 w 2915191"/>
                <a:gd name="connsiteY67" fmla="*/ 284411 h 539052"/>
                <a:gd name="connsiteX68" fmla="*/ 662985 w 2915191"/>
                <a:gd name="connsiteY68" fmla="*/ 296399 h 539052"/>
                <a:gd name="connsiteX69" fmla="*/ 672735 w 2915191"/>
                <a:gd name="connsiteY69" fmla="*/ 294055 h 539052"/>
                <a:gd name="connsiteX70" fmla="*/ 682485 w 2915191"/>
                <a:gd name="connsiteY70" fmla="*/ 272629 h 539052"/>
                <a:gd name="connsiteX71" fmla="*/ 692235 w 2915191"/>
                <a:gd name="connsiteY71" fmla="*/ 218459 h 539052"/>
                <a:gd name="connsiteX72" fmla="*/ 701985 w 2915191"/>
                <a:gd name="connsiteY72" fmla="*/ 245133 h 539052"/>
                <a:gd name="connsiteX73" fmla="*/ 711735 w 2915191"/>
                <a:gd name="connsiteY73" fmla="*/ 216960 h 539052"/>
                <a:gd name="connsiteX74" fmla="*/ 721485 w 2915191"/>
                <a:gd name="connsiteY74" fmla="*/ 169011 h 539052"/>
                <a:gd name="connsiteX75" fmla="*/ 731235 w 2915191"/>
                <a:gd name="connsiteY75" fmla="*/ 189116 h 539052"/>
                <a:gd name="connsiteX76" fmla="*/ 740985 w 2915191"/>
                <a:gd name="connsiteY76" fmla="*/ 145141 h 539052"/>
                <a:gd name="connsiteX77" fmla="*/ 750734 w 2915191"/>
                <a:gd name="connsiteY77" fmla="*/ 197081 h 539052"/>
                <a:gd name="connsiteX78" fmla="*/ 760484 w 2915191"/>
                <a:gd name="connsiteY78" fmla="*/ 226159 h 539052"/>
                <a:gd name="connsiteX79" fmla="*/ 770233 w 2915191"/>
                <a:gd name="connsiteY79" fmla="*/ 234172 h 539052"/>
                <a:gd name="connsiteX80" fmla="*/ 779983 w 2915191"/>
                <a:gd name="connsiteY80" fmla="*/ 217235 h 539052"/>
                <a:gd name="connsiteX81" fmla="*/ 789733 w 2915191"/>
                <a:gd name="connsiteY81" fmla="*/ 239641 h 539052"/>
                <a:gd name="connsiteX82" fmla="*/ 799482 w 2915191"/>
                <a:gd name="connsiteY82" fmla="*/ 206978 h 539052"/>
                <a:gd name="connsiteX83" fmla="*/ 809232 w 2915191"/>
                <a:gd name="connsiteY83" fmla="*/ 230392 h 539052"/>
                <a:gd name="connsiteX84" fmla="*/ 818982 w 2915191"/>
                <a:gd name="connsiteY84" fmla="*/ 196334 h 539052"/>
                <a:gd name="connsiteX85" fmla="*/ 828732 w 2915191"/>
                <a:gd name="connsiteY85" fmla="*/ 190080 h 539052"/>
                <a:gd name="connsiteX86" fmla="*/ 838482 w 2915191"/>
                <a:gd name="connsiteY86" fmla="*/ 195989 h 539052"/>
                <a:gd name="connsiteX87" fmla="*/ 848232 w 2915191"/>
                <a:gd name="connsiteY87" fmla="*/ 205828 h 539052"/>
                <a:gd name="connsiteX88" fmla="*/ 857982 w 2915191"/>
                <a:gd name="connsiteY88" fmla="*/ 228462 h 539052"/>
                <a:gd name="connsiteX89" fmla="*/ 867732 w 2915191"/>
                <a:gd name="connsiteY89" fmla="*/ 241892 h 539052"/>
                <a:gd name="connsiteX90" fmla="*/ 877482 w 2915191"/>
                <a:gd name="connsiteY90" fmla="*/ 215086 h 539052"/>
                <a:gd name="connsiteX91" fmla="*/ 887231 w 2915191"/>
                <a:gd name="connsiteY91" fmla="*/ 215731 h 539052"/>
                <a:gd name="connsiteX92" fmla="*/ 896981 w 2915191"/>
                <a:gd name="connsiteY92" fmla="*/ 168747 h 539052"/>
                <a:gd name="connsiteX93" fmla="*/ 906730 w 2915191"/>
                <a:gd name="connsiteY93" fmla="*/ 187776 h 539052"/>
                <a:gd name="connsiteX94" fmla="*/ 916480 w 2915191"/>
                <a:gd name="connsiteY94" fmla="*/ 214344 h 539052"/>
                <a:gd name="connsiteX95" fmla="*/ 926230 w 2915191"/>
                <a:gd name="connsiteY95" fmla="*/ 218948 h 539052"/>
                <a:gd name="connsiteX96" fmla="*/ 935979 w 2915191"/>
                <a:gd name="connsiteY96" fmla="*/ 169451 h 539052"/>
                <a:gd name="connsiteX97" fmla="*/ 945729 w 2915191"/>
                <a:gd name="connsiteY97" fmla="*/ 153631 h 539052"/>
                <a:gd name="connsiteX98" fmla="*/ 955479 w 2915191"/>
                <a:gd name="connsiteY98" fmla="*/ 127598 h 539052"/>
                <a:gd name="connsiteX99" fmla="*/ 965229 w 2915191"/>
                <a:gd name="connsiteY99" fmla="*/ 128888 h 539052"/>
                <a:gd name="connsiteX100" fmla="*/ 974979 w 2915191"/>
                <a:gd name="connsiteY100" fmla="*/ 152889 h 539052"/>
                <a:gd name="connsiteX101" fmla="*/ 984729 w 2915191"/>
                <a:gd name="connsiteY101" fmla="*/ 148091 h 539052"/>
                <a:gd name="connsiteX102" fmla="*/ 994474 w 2915191"/>
                <a:gd name="connsiteY102" fmla="*/ 150729 h 539052"/>
                <a:gd name="connsiteX103" fmla="*/ 1004233 w 2915191"/>
                <a:gd name="connsiteY103" fmla="*/ 124290 h 539052"/>
                <a:gd name="connsiteX104" fmla="*/ 1013977 w 2915191"/>
                <a:gd name="connsiteY104" fmla="*/ 132595 h 539052"/>
                <a:gd name="connsiteX105" fmla="*/ 1023721 w 2915191"/>
                <a:gd name="connsiteY105" fmla="*/ 113076 h 539052"/>
                <a:gd name="connsiteX106" fmla="*/ 1033480 w 2915191"/>
                <a:gd name="connsiteY106" fmla="*/ 122897 h 539052"/>
                <a:gd name="connsiteX107" fmla="*/ 1043224 w 2915191"/>
                <a:gd name="connsiteY107" fmla="*/ 135938 h 539052"/>
                <a:gd name="connsiteX108" fmla="*/ 1052983 w 2915191"/>
                <a:gd name="connsiteY108" fmla="*/ 158162 h 539052"/>
                <a:gd name="connsiteX109" fmla="*/ 1062727 w 2915191"/>
                <a:gd name="connsiteY109" fmla="*/ 153235 h 539052"/>
                <a:gd name="connsiteX110" fmla="*/ 1072471 w 2915191"/>
                <a:gd name="connsiteY110" fmla="*/ 158202 h 539052"/>
                <a:gd name="connsiteX111" fmla="*/ 1082230 w 2915191"/>
                <a:gd name="connsiteY111" fmla="*/ 151640 h 539052"/>
                <a:gd name="connsiteX112" fmla="*/ 1091973 w 2915191"/>
                <a:gd name="connsiteY112" fmla="*/ 158437 h 539052"/>
                <a:gd name="connsiteX113" fmla="*/ 1101732 w 2915191"/>
                <a:gd name="connsiteY113" fmla="*/ 169662 h 539052"/>
                <a:gd name="connsiteX114" fmla="*/ 1111476 w 2915191"/>
                <a:gd name="connsiteY114" fmla="*/ 185713 h 539052"/>
                <a:gd name="connsiteX115" fmla="*/ 1121220 w 2915191"/>
                <a:gd name="connsiteY115" fmla="*/ 161393 h 539052"/>
                <a:gd name="connsiteX116" fmla="*/ 1130979 w 2915191"/>
                <a:gd name="connsiteY116" fmla="*/ 131859 h 539052"/>
                <a:gd name="connsiteX117" fmla="*/ 1140723 w 2915191"/>
                <a:gd name="connsiteY117" fmla="*/ 153147 h 539052"/>
                <a:gd name="connsiteX118" fmla="*/ 1150482 w 2915191"/>
                <a:gd name="connsiteY118" fmla="*/ 117545 h 539052"/>
                <a:gd name="connsiteX119" fmla="*/ 1160226 w 2915191"/>
                <a:gd name="connsiteY119" fmla="*/ 115498 h 539052"/>
                <a:gd name="connsiteX120" fmla="*/ 1169969 w 2915191"/>
                <a:gd name="connsiteY120" fmla="*/ 84708 h 539052"/>
                <a:gd name="connsiteX121" fmla="*/ 1179728 w 2915191"/>
                <a:gd name="connsiteY121" fmla="*/ 66847 h 539052"/>
                <a:gd name="connsiteX122" fmla="*/ 1189472 w 2915191"/>
                <a:gd name="connsiteY122" fmla="*/ 89121 h 539052"/>
                <a:gd name="connsiteX123" fmla="*/ 1199231 w 2915191"/>
                <a:gd name="connsiteY123" fmla="*/ 94470 h 539052"/>
                <a:gd name="connsiteX124" fmla="*/ 1208975 w 2915191"/>
                <a:gd name="connsiteY124" fmla="*/ 116389 h 539052"/>
                <a:gd name="connsiteX125" fmla="*/ 1218719 w 2915191"/>
                <a:gd name="connsiteY125" fmla="*/ 126999 h 539052"/>
                <a:gd name="connsiteX126" fmla="*/ 1228478 w 2915191"/>
                <a:gd name="connsiteY126" fmla="*/ 146326 h 539052"/>
                <a:gd name="connsiteX127" fmla="*/ 1238222 w 2915191"/>
                <a:gd name="connsiteY127" fmla="*/ 121358 h 539052"/>
                <a:gd name="connsiteX128" fmla="*/ 1247966 w 2915191"/>
                <a:gd name="connsiteY128" fmla="*/ 157731 h 539052"/>
                <a:gd name="connsiteX129" fmla="*/ 1257725 w 2915191"/>
                <a:gd name="connsiteY129" fmla="*/ 162964 h 539052"/>
                <a:gd name="connsiteX130" fmla="*/ 1267469 w 2915191"/>
                <a:gd name="connsiteY130" fmla="*/ 180410 h 539052"/>
                <a:gd name="connsiteX131" fmla="*/ 1277227 w 2915191"/>
                <a:gd name="connsiteY131" fmla="*/ 203536 h 539052"/>
                <a:gd name="connsiteX132" fmla="*/ 1286971 w 2915191"/>
                <a:gd name="connsiteY132" fmla="*/ 202586 h 539052"/>
                <a:gd name="connsiteX133" fmla="*/ 1296715 w 2915191"/>
                <a:gd name="connsiteY133" fmla="*/ 186114 h 539052"/>
                <a:gd name="connsiteX134" fmla="*/ 1306474 w 2915191"/>
                <a:gd name="connsiteY134" fmla="*/ 223172 h 539052"/>
                <a:gd name="connsiteX135" fmla="*/ 1316218 w 2915191"/>
                <a:gd name="connsiteY135" fmla="*/ 216095 h 539052"/>
                <a:gd name="connsiteX136" fmla="*/ 1325977 w 2915191"/>
                <a:gd name="connsiteY136" fmla="*/ 238786 h 539052"/>
                <a:gd name="connsiteX137" fmla="*/ 1335721 w 2915191"/>
                <a:gd name="connsiteY137" fmla="*/ 249825 h 539052"/>
                <a:gd name="connsiteX138" fmla="*/ 1345465 w 2915191"/>
                <a:gd name="connsiteY138" fmla="*/ 246131 h 539052"/>
                <a:gd name="connsiteX139" fmla="*/ 1355224 w 2915191"/>
                <a:gd name="connsiteY139" fmla="*/ 245115 h 539052"/>
                <a:gd name="connsiteX140" fmla="*/ 1364967 w 2915191"/>
                <a:gd name="connsiteY140" fmla="*/ 232271 h 539052"/>
                <a:gd name="connsiteX141" fmla="*/ 1374726 w 2915191"/>
                <a:gd name="connsiteY141" fmla="*/ 225481 h 539052"/>
                <a:gd name="connsiteX142" fmla="*/ 1384470 w 2915191"/>
                <a:gd name="connsiteY142" fmla="*/ 162126 h 539052"/>
                <a:gd name="connsiteX143" fmla="*/ 1394214 w 2915191"/>
                <a:gd name="connsiteY143" fmla="*/ 153564 h 539052"/>
                <a:gd name="connsiteX144" fmla="*/ 1403973 w 2915191"/>
                <a:gd name="connsiteY144" fmla="*/ 135272 h 539052"/>
                <a:gd name="connsiteX145" fmla="*/ 1413717 w 2915191"/>
                <a:gd name="connsiteY145" fmla="*/ 135529 h 539052"/>
                <a:gd name="connsiteX146" fmla="*/ 1423476 w 2915191"/>
                <a:gd name="connsiteY146" fmla="*/ 126331 h 539052"/>
                <a:gd name="connsiteX147" fmla="*/ 1433220 w 2915191"/>
                <a:gd name="connsiteY147" fmla="*/ 134498 h 539052"/>
                <a:gd name="connsiteX148" fmla="*/ 1442964 w 2915191"/>
                <a:gd name="connsiteY148" fmla="*/ 137649 h 539052"/>
                <a:gd name="connsiteX149" fmla="*/ 1452722 w 2915191"/>
                <a:gd name="connsiteY149" fmla="*/ 150572 h 539052"/>
                <a:gd name="connsiteX150" fmla="*/ 1462466 w 2915191"/>
                <a:gd name="connsiteY150" fmla="*/ 121863 h 539052"/>
                <a:gd name="connsiteX151" fmla="*/ 1472225 w 2915191"/>
                <a:gd name="connsiteY151" fmla="*/ 138456 h 539052"/>
                <a:gd name="connsiteX152" fmla="*/ 1481969 w 2915191"/>
                <a:gd name="connsiteY152" fmla="*/ 154315 h 539052"/>
                <a:gd name="connsiteX153" fmla="*/ 1491713 w 2915191"/>
                <a:gd name="connsiteY153" fmla="*/ 135694 h 539052"/>
                <a:gd name="connsiteX154" fmla="*/ 1501472 w 2915191"/>
                <a:gd name="connsiteY154" fmla="*/ 172045 h 539052"/>
                <a:gd name="connsiteX155" fmla="*/ 1511216 w 2915191"/>
                <a:gd name="connsiteY155" fmla="*/ 194871 h 539052"/>
                <a:gd name="connsiteX156" fmla="*/ 1520960 w 2915191"/>
                <a:gd name="connsiteY156" fmla="*/ 191094 h 539052"/>
                <a:gd name="connsiteX157" fmla="*/ 1530719 w 2915191"/>
                <a:gd name="connsiteY157" fmla="*/ 248184 h 539052"/>
                <a:gd name="connsiteX158" fmla="*/ 1540463 w 2915191"/>
                <a:gd name="connsiteY158" fmla="*/ 230568 h 539052"/>
                <a:gd name="connsiteX159" fmla="*/ 1550221 w 2915191"/>
                <a:gd name="connsiteY159" fmla="*/ 261279 h 539052"/>
                <a:gd name="connsiteX160" fmla="*/ 1559965 w 2915191"/>
                <a:gd name="connsiteY160" fmla="*/ 219988 h 539052"/>
                <a:gd name="connsiteX161" fmla="*/ 1569709 w 2915191"/>
                <a:gd name="connsiteY161" fmla="*/ 243929 h 539052"/>
                <a:gd name="connsiteX162" fmla="*/ 1579468 w 2915191"/>
                <a:gd name="connsiteY162" fmla="*/ 225012 h 539052"/>
                <a:gd name="connsiteX163" fmla="*/ 1589212 w 2915191"/>
                <a:gd name="connsiteY163" fmla="*/ 188743 h 539052"/>
                <a:gd name="connsiteX164" fmla="*/ 1598971 w 2915191"/>
                <a:gd name="connsiteY164" fmla="*/ 225806 h 539052"/>
                <a:gd name="connsiteX165" fmla="*/ 1608715 w 2915191"/>
                <a:gd name="connsiteY165" fmla="*/ 218227 h 539052"/>
                <a:gd name="connsiteX166" fmla="*/ 1618459 w 2915191"/>
                <a:gd name="connsiteY166" fmla="*/ 218955 h 539052"/>
                <a:gd name="connsiteX167" fmla="*/ 1628218 w 2915191"/>
                <a:gd name="connsiteY167" fmla="*/ 217388 h 539052"/>
                <a:gd name="connsiteX168" fmla="*/ 1637962 w 2915191"/>
                <a:gd name="connsiteY168" fmla="*/ 209758 h 539052"/>
                <a:gd name="connsiteX169" fmla="*/ 1647720 w 2915191"/>
                <a:gd name="connsiteY169" fmla="*/ 212698 h 539052"/>
                <a:gd name="connsiteX170" fmla="*/ 1657464 w 2915191"/>
                <a:gd name="connsiteY170" fmla="*/ 233249 h 539052"/>
                <a:gd name="connsiteX171" fmla="*/ 1667208 w 2915191"/>
                <a:gd name="connsiteY171" fmla="*/ 203142 h 539052"/>
                <a:gd name="connsiteX172" fmla="*/ 1676967 w 2915191"/>
                <a:gd name="connsiteY172" fmla="*/ 216102 h 539052"/>
                <a:gd name="connsiteX173" fmla="*/ 1686711 w 2915191"/>
                <a:gd name="connsiteY173" fmla="*/ 227481 h 539052"/>
                <a:gd name="connsiteX174" fmla="*/ 1696470 w 2915191"/>
                <a:gd name="connsiteY174" fmla="*/ 218625 h 539052"/>
                <a:gd name="connsiteX175" fmla="*/ 1706214 w 2915191"/>
                <a:gd name="connsiteY175" fmla="*/ 216798 h 539052"/>
                <a:gd name="connsiteX176" fmla="*/ 1715958 w 2915191"/>
                <a:gd name="connsiteY176" fmla="*/ 206504 h 539052"/>
                <a:gd name="connsiteX177" fmla="*/ 1725716 w 2915191"/>
                <a:gd name="connsiteY177" fmla="*/ 238495 h 539052"/>
                <a:gd name="connsiteX178" fmla="*/ 1735460 w 2915191"/>
                <a:gd name="connsiteY178" fmla="*/ 216108 h 539052"/>
                <a:gd name="connsiteX179" fmla="*/ 1745219 w 2915191"/>
                <a:gd name="connsiteY179" fmla="*/ 213187 h 539052"/>
                <a:gd name="connsiteX180" fmla="*/ 1754963 w 2915191"/>
                <a:gd name="connsiteY180" fmla="*/ 209173 h 539052"/>
                <a:gd name="connsiteX181" fmla="*/ 1764707 w 2915191"/>
                <a:gd name="connsiteY181" fmla="*/ 214256 h 539052"/>
                <a:gd name="connsiteX182" fmla="*/ 1774466 w 2915191"/>
                <a:gd name="connsiteY182" fmla="*/ 196816 h 539052"/>
                <a:gd name="connsiteX183" fmla="*/ 1784210 w 2915191"/>
                <a:gd name="connsiteY183" fmla="*/ 179799 h 539052"/>
                <a:gd name="connsiteX184" fmla="*/ 1793969 w 2915191"/>
                <a:gd name="connsiteY184" fmla="*/ 156813 h 539052"/>
                <a:gd name="connsiteX185" fmla="*/ 1803713 w 2915191"/>
                <a:gd name="connsiteY185" fmla="*/ 158606 h 539052"/>
                <a:gd name="connsiteX186" fmla="*/ 1813457 w 2915191"/>
                <a:gd name="connsiteY186" fmla="*/ 146274 h 539052"/>
                <a:gd name="connsiteX187" fmla="*/ 1823215 w 2915191"/>
                <a:gd name="connsiteY187" fmla="*/ 122032 h 539052"/>
                <a:gd name="connsiteX188" fmla="*/ 1832959 w 2915191"/>
                <a:gd name="connsiteY188" fmla="*/ 128548 h 539052"/>
                <a:gd name="connsiteX189" fmla="*/ 1842703 w 2915191"/>
                <a:gd name="connsiteY189" fmla="*/ 148360 h 539052"/>
                <a:gd name="connsiteX190" fmla="*/ 1852462 w 2915191"/>
                <a:gd name="connsiteY190" fmla="*/ 156915 h 539052"/>
                <a:gd name="connsiteX191" fmla="*/ 1862206 w 2915191"/>
                <a:gd name="connsiteY191" fmla="*/ 172398 h 539052"/>
                <a:gd name="connsiteX192" fmla="*/ 1871965 w 2915191"/>
                <a:gd name="connsiteY192" fmla="*/ 198587 h 539052"/>
                <a:gd name="connsiteX193" fmla="*/ 1881709 w 2915191"/>
                <a:gd name="connsiteY193" fmla="*/ 235492 h 539052"/>
                <a:gd name="connsiteX194" fmla="*/ 1891453 w 2915191"/>
                <a:gd name="connsiteY194" fmla="*/ 236107 h 539052"/>
                <a:gd name="connsiteX195" fmla="*/ 1901212 w 2915191"/>
                <a:gd name="connsiteY195" fmla="*/ 246481 h 539052"/>
                <a:gd name="connsiteX196" fmla="*/ 1910956 w 2915191"/>
                <a:gd name="connsiteY196" fmla="*/ 231257 h 539052"/>
                <a:gd name="connsiteX197" fmla="*/ 1920714 w 2915191"/>
                <a:gd name="connsiteY197" fmla="*/ 235180 h 539052"/>
                <a:gd name="connsiteX198" fmla="*/ 1930458 w 2915191"/>
                <a:gd name="connsiteY198" fmla="*/ 266917 h 539052"/>
                <a:gd name="connsiteX199" fmla="*/ 1940202 w 2915191"/>
                <a:gd name="connsiteY199" fmla="*/ 275865 h 539052"/>
                <a:gd name="connsiteX200" fmla="*/ 1949961 w 2915191"/>
                <a:gd name="connsiteY200" fmla="*/ 253458 h 539052"/>
                <a:gd name="connsiteX201" fmla="*/ 1959705 w 2915191"/>
                <a:gd name="connsiteY201" fmla="*/ 256435 h 539052"/>
                <a:gd name="connsiteX202" fmla="*/ 1969464 w 2915191"/>
                <a:gd name="connsiteY202" fmla="*/ 272175 h 539052"/>
                <a:gd name="connsiteX203" fmla="*/ 1979208 w 2915191"/>
                <a:gd name="connsiteY203" fmla="*/ 301032 h 539052"/>
                <a:gd name="connsiteX204" fmla="*/ 1988952 w 2915191"/>
                <a:gd name="connsiteY204" fmla="*/ 312965 h 539052"/>
                <a:gd name="connsiteX205" fmla="*/ 1998711 w 2915191"/>
                <a:gd name="connsiteY205" fmla="*/ 295696 h 539052"/>
                <a:gd name="connsiteX206" fmla="*/ 2008454 w 2915191"/>
                <a:gd name="connsiteY206" fmla="*/ 265580 h 539052"/>
                <a:gd name="connsiteX207" fmla="*/ 2018213 w 2915191"/>
                <a:gd name="connsiteY207" fmla="*/ 261575 h 539052"/>
                <a:gd name="connsiteX208" fmla="*/ 2027957 w 2915191"/>
                <a:gd name="connsiteY208" fmla="*/ 253599 h 539052"/>
                <a:gd name="connsiteX209" fmla="*/ 2037701 w 2915191"/>
                <a:gd name="connsiteY209" fmla="*/ 285383 h 539052"/>
                <a:gd name="connsiteX210" fmla="*/ 2047460 w 2915191"/>
                <a:gd name="connsiteY210" fmla="*/ 305629 h 539052"/>
                <a:gd name="connsiteX211" fmla="*/ 2057204 w 2915191"/>
                <a:gd name="connsiteY211" fmla="*/ 323703 h 539052"/>
                <a:gd name="connsiteX212" fmla="*/ 2066963 w 2915191"/>
                <a:gd name="connsiteY212" fmla="*/ 315414 h 539052"/>
                <a:gd name="connsiteX213" fmla="*/ 2076707 w 2915191"/>
                <a:gd name="connsiteY213" fmla="*/ 276737 h 539052"/>
                <a:gd name="connsiteX214" fmla="*/ 2086451 w 2915191"/>
                <a:gd name="connsiteY214" fmla="*/ 285304 h 539052"/>
                <a:gd name="connsiteX215" fmla="*/ 2096210 w 2915191"/>
                <a:gd name="connsiteY215" fmla="*/ 272340 h 539052"/>
                <a:gd name="connsiteX216" fmla="*/ 2105954 w 2915191"/>
                <a:gd name="connsiteY216" fmla="*/ 269537 h 539052"/>
                <a:gd name="connsiteX217" fmla="*/ 2115697 w 2915191"/>
                <a:gd name="connsiteY217" fmla="*/ 259716 h 539052"/>
                <a:gd name="connsiteX218" fmla="*/ 2125456 w 2915191"/>
                <a:gd name="connsiteY218" fmla="*/ 231265 h 539052"/>
                <a:gd name="connsiteX219" fmla="*/ 2135200 w 2915191"/>
                <a:gd name="connsiteY219" fmla="*/ 245602 h 539052"/>
                <a:gd name="connsiteX220" fmla="*/ 2144959 w 2915191"/>
                <a:gd name="connsiteY220" fmla="*/ 253460 h 539052"/>
                <a:gd name="connsiteX221" fmla="*/ 2154703 w 2915191"/>
                <a:gd name="connsiteY221" fmla="*/ 246903 h 539052"/>
                <a:gd name="connsiteX222" fmla="*/ 2164447 w 2915191"/>
                <a:gd name="connsiteY222" fmla="*/ 255734 h 539052"/>
                <a:gd name="connsiteX223" fmla="*/ 2174206 w 2915191"/>
                <a:gd name="connsiteY223" fmla="*/ 257256 h 539052"/>
                <a:gd name="connsiteX224" fmla="*/ 2183950 w 2915191"/>
                <a:gd name="connsiteY224" fmla="*/ 253478 h 539052"/>
                <a:gd name="connsiteX225" fmla="*/ 2193709 w 2915191"/>
                <a:gd name="connsiteY225" fmla="*/ 266312 h 539052"/>
                <a:gd name="connsiteX226" fmla="*/ 2203452 w 2915191"/>
                <a:gd name="connsiteY226" fmla="*/ 231016 h 539052"/>
                <a:gd name="connsiteX227" fmla="*/ 2213196 w 2915191"/>
                <a:gd name="connsiteY227" fmla="*/ 246185 h 539052"/>
                <a:gd name="connsiteX228" fmla="*/ 2222955 w 2915191"/>
                <a:gd name="connsiteY228" fmla="*/ 263550 h 539052"/>
                <a:gd name="connsiteX229" fmla="*/ 2232699 w 2915191"/>
                <a:gd name="connsiteY229" fmla="*/ 250949 h 539052"/>
                <a:gd name="connsiteX230" fmla="*/ 2242458 w 2915191"/>
                <a:gd name="connsiteY230" fmla="*/ 268116 h 539052"/>
                <a:gd name="connsiteX231" fmla="*/ 2252202 w 2915191"/>
                <a:gd name="connsiteY231" fmla="*/ 266561 h 539052"/>
                <a:gd name="connsiteX232" fmla="*/ 2261946 w 2915191"/>
                <a:gd name="connsiteY232" fmla="*/ 283779 h 539052"/>
                <a:gd name="connsiteX233" fmla="*/ 2271705 w 2915191"/>
                <a:gd name="connsiteY233" fmla="*/ 263110 h 539052"/>
                <a:gd name="connsiteX234" fmla="*/ 2281449 w 2915191"/>
                <a:gd name="connsiteY234" fmla="*/ 286075 h 539052"/>
                <a:gd name="connsiteX235" fmla="*/ 2291208 w 2915191"/>
                <a:gd name="connsiteY235" fmla="*/ 310447 h 539052"/>
                <a:gd name="connsiteX236" fmla="*/ 2300951 w 2915191"/>
                <a:gd name="connsiteY236" fmla="*/ 289171 h 539052"/>
                <a:gd name="connsiteX237" fmla="*/ 2310695 w 2915191"/>
                <a:gd name="connsiteY237" fmla="*/ 228990 h 539052"/>
                <a:gd name="connsiteX238" fmla="*/ 2320454 w 2915191"/>
                <a:gd name="connsiteY238" fmla="*/ 213820 h 539052"/>
                <a:gd name="connsiteX239" fmla="*/ 2330198 w 2915191"/>
                <a:gd name="connsiteY239" fmla="*/ 231937 h 539052"/>
                <a:gd name="connsiteX240" fmla="*/ 2339957 w 2915191"/>
                <a:gd name="connsiteY240" fmla="*/ 188328 h 539052"/>
                <a:gd name="connsiteX241" fmla="*/ 2349701 w 2915191"/>
                <a:gd name="connsiteY241" fmla="*/ 154677 h 539052"/>
                <a:gd name="connsiteX242" fmla="*/ 2359445 w 2915191"/>
                <a:gd name="connsiteY242" fmla="*/ 173722 h 539052"/>
                <a:gd name="connsiteX243" fmla="*/ 2369204 w 2915191"/>
                <a:gd name="connsiteY243" fmla="*/ 143809 h 539052"/>
                <a:gd name="connsiteX244" fmla="*/ 2378948 w 2915191"/>
                <a:gd name="connsiteY244" fmla="*/ 179787 h 539052"/>
                <a:gd name="connsiteX245" fmla="*/ 2388692 w 2915191"/>
                <a:gd name="connsiteY245" fmla="*/ 208537 h 539052"/>
                <a:gd name="connsiteX246" fmla="*/ 2398450 w 2915191"/>
                <a:gd name="connsiteY246" fmla="*/ 252301 h 539052"/>
                <a:gd name="connsiteX247" fmla="*/ 2408194 w 2915191"/>
                <a:gd name="connsiteY247" fmla="*/ 243853 h 539052"/>
                <a:gd name="connsiteX248" fmla="*/ 2417953 w 2915191"/>
                <a:gd name="connsiteY248" fmla="*/ 227598 h 539052"/>
                <a:gd name="connsiteX249" fmla="*/ 2427697 w 2915191"/>
                <a:gd name="connsiteY249" fmla="*/ 249355 h 539052"/>
                <a:gd name="connsiteX250" fmla="*/ 2437441 w 2915191"/>
                <a:gd name="connsiteY250" fmla="*/ 274992 h 539052"/>
                <a:gd name="connsiteX251" fmla="*/ 2447200 w 2915191"/>
                <a:gd name="connsiteY251" fmla="*/ 254560 h 539052"/>
                <a:gd name="connsiteX252" fmla="*/ 2456944 w 2915191"/>
                <a:gd name="connsiteY252" fmla="*/ 250927 h 539052"/>
                <a:gd name="connsiteX253" fmla="*/ 2466703 w 2915191"/>
                <a:gd name="connsiteY253" fmla="*/ 202036 h 539052"/>
                <a:gd name="connsiteX254" fmla="*/ 2476446 w 2915191"/>
                <a:gd name="connsiteY254" fmla="*/ 204634 h 539052"/>
                <a:gd name="connsiteX255" fmla="*/ 2486190 w 2915191"/>
                <a:gd name="connsiteY255" fmla="*/ 221472 h 539052"/>
                <a:gd name="connsiteX256" fmla="*/ 2495949 w 2915191"/>
                <a:gd name="connsiteY256" fmla="*/ 235857 h 539052"/>
                <a:gd name="connsiteX257" fmla="*/ 2505693 w 2915191"/>
                <a:gd name="connsiteY257" fmla="*/ 241743 h 539052"/>
                <a:gd name="connsiteX258" fmla="*/ 2515452 w 2915191"/>
                <a:gd name="connsiteY258" fmla="*/ 243074 h 539052"/>
                <a:gd name="connsiteX259" fmla="*/ 2525196 w 2915191"/>
                <a:gd name="connsiteY259" fmla="*/ 255671 h 539052"/>
                <a:gd name="connsiteX260" fmla="*/ 2534940 w 2915191"/>
                <a:gd name="connsiteY260" fmla="*/ 258864 h 539052"/>
                <a:gd name="connsiteX261" fmla="*/ 2544699 w 2915191"/>
                <a:gd name="connsiteY261" fmla="*/ 252492 h 539052"/>
                <a:gd name="connsiteX262" fmla="*/ 2554443 w 2915191"/>
                <a:gd name="connsiteY262" fmla="*/ 275551 h 539052"/>
                <a:gd name="connsiteX263" fmla="*/ 2564202 w 2915191"/>
                <a:gd name="connsiteY263" fmla="*/ 300137 h 539052"/>
                <a:gd name="connsiteX264" fmla="*/ 2573946 w 2915191"/>
                <a:gd name="connsiteY264" fmla="*/ 286962 h 539052"/>
                <a:gd name="connsiteX265" fmla="*/ 2583690 w 2915191"/>
                <a:gd name="connsiteY265" fmla="*/ 291805 h 539052"/>
                <a:gd name="connsiteX266" fmla="*/ 2593448 w 2915191"/>
                <a:gd name="connsiteY266" fmla="*/ 291719 h 539052"/>
                <a:gd name="connsiteX267" fmla="*/ 2603192 w 2915191"/>
                <a:gd name="connsiteY267" fmla="*/ 310882 h 539052"/>
                <a:gd name="connsiteX268" fmla="*/ 2612951 w 2915191"/>
                <a:gd name="connsiteY268" fmla="*/ 323929 h 539052"/>
                <a:gd name="connsiteX269" fmla="*/ 2622695 w 2915191"/>
                <a:gd name="connsiteY269" fmla="*/ 319795 h 539052"/>
                <a:gd name="connsiteX270" fmla="*/ 2632439 w 2915191"/>
                <a:gd name="connsiteY270" fmla="*/ 326124 h 539052"/>
                <a:gd name="connsiteX271" fmla="*/ 2642198 w 2915191"/>
                <a:gd name="connsiteY271" fmla="*/ 306879 h 539052"/>
                <a:gd name="connsiteX272" fmla="*/ 2651942 w 2915191"/>
                <a:gd name="connsiteY272" fmla="*/ 317380 h 539052"/>
                <a:gd name="connsiteX273" fmla="*/ 2661685 w 2915191"/>
                <a:gd name="connsiteY273" fmla="*/ 315677 h 539052"/>
                <a:gd name="connsiteX274" fmla="*/ 2671444 w 2915191"/>
                <a:gd name="connsiteY274" fmla="*/ 318364 h 539052"/>
                <a:gd name="connsiteX275" fmla="*/ 2681188 w 2915191"/>
                <a:gd name="connsiteY275" fmla="*/ 333953 h 539052"/>
                <a:gd name="connsiteX276" fmla="*/ 2690947 w 2915191"/>
                <a:gd name="connsiteY276" fmla="*/ 328853 h 539052"/>
                <a:gd name="connsiteX277" fmla="*/ 2700691 w 2915191"/>
                <a:gd name="connsiteY277" fmla="*/ 327270 h 539052"/>
                <a:gd name="connsiteX278" fmla="*/ 2710435 w 2915191"/>
                <a:gd name="connsiteY278" fmla="*/ 351251 h 539052"/>
                <a:gd name="connsiteX279" fmla="*/ 2720194 w 2915191"/>
                <a:gd name="connsiteY279" fmla="*/ 366865 h 539052"/>
                <a:gd name="connsiteX280" fmla="*/ 2729938 w 2915191"/>
                <a:gd name="connsiteY280" fmla="*/ 361665 h 539052"/>
                <a:gd name="connsiteX281" fmla="*/ 2739697 w 2915191"/>
                <a:gd name="connsiteY281" fmla="*/ 393907 h 539052"/>
                <a:gd name="connsiteX282" fmla="*/ 2749441 w 2915191"/>
                <a:gd name="connsiteY282" fmla="*/ 381973 h 539052"/>
                <a:gd name="connsiteX283" fmla="*/ 2759185 w 2915191"/>
                <a:gd name="connsiteY283" fmla="*/ 409819 h 539052"/>
                <a:gd name="connsiteX284" fmla="*/ 2768943 w 2915191"/>
                <a:gd name="connsiteY284" fmla="*/ 428904 h 539052"/>
                <a:gd name="connsiteX285" fmla="*/ 2778687 w 2915191"/>
                <a:gd name="connsiteY285" fmla="*/ 442343 h 539052"/>
                <a:gd name="connsiteX286" fmla="*/ 2788446 w 2915191"/>
                <a:gd name="connsiteY286" fmla="*/ 433553 h 539052"/>
                <a:gd name="connsiteX287" fmla="*/ 2798190 w 2915191"/>
                <a:gd name="connsiteY287" fmla="*/ 432718 h 539052"/>
                <a:gd name="connsiteX288" fmla="*/ 2807934 w 2915191"/>
                <a:gd name="connsiteY288" fmla="*/ 446292 h 539052"/>
                <a:gd name="connsiteX289" fmla="*/ 2817693 w 2915191"/>
                <a:gd name="connsiteY289" fmla="*/ 455708 h 539052"/>
                <a:gd name="connsiteX290" fmla="*/ 2827437 w 2915191"/>
                <a:gd name="connsiteY290" fmla="*/ 483628 h 539052"/>
                <a:gd name="connsiteX291" fmla="*/ 2837196 w 2915191"/>
                <a:gd name="connsiteY291" fmla="*/ 489499 h 539052"/>
                <a:gd name="connsiteX292" fmla="*/ 2846940 w 2915191"/>
                <a:gd name="connsiteY292" fmla="*/ 505575 h 539052"/>
                <a:gd name="connsiteX293" fmla="*/ 2856684 w 2915191"/>
                <a:gd name="connsiteY293" fmla="*/ 531126 h 539052"/>
                <a:gd name="connsiteX294" fmla="*/ 2866442 w 2915191"/>
                <a:gd name="connsiteY294" fmla="*/ 539053 h 539052"/>
                <a:gd name="connsiteX295" fmla="*/ 2876186 w 2915191"/>
                <a:gd name="connsiteY295" fmla="*/ 518537 h 539052"/>
                <a:gd name="connsiteX296" fmla="*/ 2885945 w 2915191"/>
                <a:gd name="connsiteY296" fmla="*/ 514380 h 539052"/>
                <a:gd name="connsiteX297" fmla="*/ 2895689 w 2915191"/>
                <a:gd name="connsiteY297" fmla="*/ 515825 h 539052"/>
                <a:gd name="connsiteX298" fmla="*/ 2905433 w 2915191"/>
                <a:gd name="connsiteY298" fmla="*/ 481021 h 539052"/>
                <a:gd name="connsiteX299" fmla="*/ 2915192 w 2915191"/>
                <a:gd name="connsiteY299" fmla="*/ 463664 h 539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39052">
                  <a:moveTo>
                    <a:pt x="0" y="17295"/>
                  </a:moveTo>
                  <a:lnTo>
                    <a:pt x="9750" y="41331"/>
                  </a:lnTo>
                  <a:lnTo>
                    <a:pt x="19500" y="46999"/>
                  </a:lnTo>
                  <a:lnTo>
                    <a:pt x="29250" y="10641"/>
                  </a:lnTo>
                  <a:lnTo>
                    <a:pt x="39000" y="12065"/>
                  </a:lnTo>
                  <a:lnTo>
                    <a:pt x="48749" y="25281"/>
                  </a:lnTo>
                  <a:lnTo>
                    <a:pt x="58499" y="16268"/>
                  </a:lnTo>
                  <a:lnTo>
                    <a:pt x="68249" y="16706"/>
                  </a:lnTo>
                  <a:lnTo>
                    <a:pt x="77998" y="11575"/>
                  </a:lnTo>
                  <a:lnTo>
                    <a:pt x="87748" y="1716"/>
                  </a:lnTo>
                  <a:lnTo>
                    <a:pt x="97497" y="0"/>
                  </a:lnTo>
                  <a:lnTo>
                    <a:pt x="107247" y="45147"/>
                  </a:lnTo>
                  <a:lnTo>
                    <a:pt x="116997" y="80533"/>
                  </a:lnTo>
                  <a:lnTo>
                    <a:pt x="126747" y="49177"/>
                  </a:lnTo>
                  <a:lnTo>
                    <a:pt x="136497" y="68744"/>
                  </a:lnTo>
                  <a:lnTo>
                    <a:pt x="146247" y="91694"/>
                  </a:lnTo>
                  <a:lnTo>
                    <a:pt x="155997" y="78810"/>
                  </a:lnTo>
                  <a:lnTo>
                    <a:pt x="165747" y="101449"/>
                  </a:lnTo>
                  <a:lnTo>
                    <a:pt x="175497" y="127422"/>
                  </a:lnTo>
                  <a:lnTo>
                    <a:pt x="185247" y="119144"/>
                  </a:lnTo>
                  <a:lnTo>
                    <a:pt x="194996" y="133827"/>
                  </a:lnTo>
                  <a:lnTo>
                    <a:pt x="204746" y="145338"/>
                  </a:lnTo>
                  <a:lnTo>
                    <a:pt x="214495" y="106960"/>
                  </a:lnTo>
                  <a:lnTo>
                    <a:pt x="224245" y="100653"/>
                  </a:lnTo>
                  <a:lnTo>
                    <a:pt x="233995" y="59904"/>
                  </a:lnTo>
                  <a:lnTo>
                    <a:pt x="243744" y="44238"/>
                  </a:lnTo>
                  <a:lnTo>
                    <a:pt x="253494" y="16627"/>
                  </a:lnTo>
                  <a:lnTo>
                    <a:pt x="263244" y="47187"/>
                  </a:lnTo>
                  <a:lnTo>
                    <a:pt x="272994" y="41975"/>
                  </a:lnTo>
                  <a:lnTo>
                    <a:pt x="282744" y="62923"/>
                  </a:lnTo>
                  <a:lnTo>
                    <a:pt x="292494" y="119155"/>
                  </a:lnTo>
                  <a:lnTo>
                    <a:pt x="302244" y="133411"/>
                  </a:lnTo>
                  <a:lnTo>
                    <a:pt x="311994" y="144840"/>
                  </a:lnTo>
                  <a:lnTo>
                    <a:pt x="321744" y="138565"/>
                  </a:lnTo>
                  <a:lnTo>
                    <a:pt x="331493" y="133939"/>
                  </a:lnTo>
                  <a:lnTo>
                    <a:pt x="341243" y="174166"/>
                  </a:lnTo>
                  <a:lnTo>
                    <a:pt x="350993" y="160562"/>
                  </a:lnTo>
                  <a:lnTo>
                    <a:pt x="360742" y="217880"/>
                  </a:lnTo>
                  <a:lnTo>
                    <a:pt x="370492" y="245085"/>
                  </a:lnTo>
                  <a:lnTo>
                    <a:pt x="380241" y="238938"/>
                  </a:lnTo>
                  <a:lnTo>
                    <a:pt x="389991" y="215441"/>
                  </a:lnTo>
                  <a:lnTo>
                    <a:pt x="399741" y="229495"/>
                  </a:lnTo>
                  <a:lnTo>
                    <a:pt x="409491" y="219857"/>
                  </a:lnTo>
                  <a:lnTo>
                    <a:pt x="419241" y="207495"/>
                  </a:lnTo>
                  <a:lnTo>
                    <a:pt x="428991" y="223669"/>
                  </a:lnTo>
                  <a:lnTo>
                    <a:pt x="438741" y="221037"/>
                  </a:lnTo>
                  <a:lnTo>
                    <a:pt x="448491" y="247630"/>
                  </a:lnTo>
                  <a:lnTo>
                    <a:pt x="458241" y="226879"/>
                  </a:lnTo>
                  <a:lnTo>
                    <a:pt x="467991" y="216312"/>
                  </a:lnTo>
                  <a:lnTo>
                    <a:pt x="477740" y="229791"/>
                  </a:lnTo>
                  <a:lnTo>
                    <a:pt x="487490" y="220936"/>
                  </a:lnTo>
                  <a:lnTo>
                    <a:pt x="497239" y="216166"/>
                  </a:lnTo>
                  <a:lnTo>
                    <a:pt x="506989" y="236894"/>
                  </a:lnTo>
                  <a:lnTo>
                    <a:pt x="516738" y="202721"/>
                  </a:lnTo>
                  <a:lnTo>
                    <a:pt x="526488" y="238238"/>
                  </a:lnTo>
                  <a:lnTo>
                    <a:pt x="536238" y="243175"/>
                  </a:lnTo>
                  <a:lnTo>
                    <a:pt x="545988" y="237278"/>
                  </a:lnTo>
                  <a:lnTo>
                    <a:pt x="555738" y="241892"/>
                  </a:lnTo>
                  <a:lnTo>
                    <a:pt x="565488" y="246760"/>
                  </a:lnTo>
                  <a:lnTo>
                    <a:pt x="575238" y="233810"/>
                  </a:lnTo>
                  <a:lnTo>
                    <a:pt x="584988" y="241557"/>
                  </a:lnTo>
                  <a:lnTo>
                    <a:pt x="594738" y="261420"/>
                  </a:lnTo>
                  <a:lnTo>
                    <a:pt x="604488" y="254932"/>
                  </a:lnTo>
                  <a:lnTo>
                    <a:pt x="614237" y="258217"/>
                  </a:lnTo>
                  <a:lnTo>
                    <a:pt x="623987" y="284609"/>
                  </a:lnTo>
                  <a:lnTo>
                    <a:pt x="633736" y="300602"/>
                  </a:lnTo>
                  <a:lnTo>
                    <a:pt x="643486" y="279673"/>
                  </a:lnTo>
                  <a:lnTo>
                    <a:pt x="653236" y="284411"/>
                  </a:lnTo>
                  <a:lnTo>
                    <a:pt x="662985" y="296399"/>
                  </a:lnTo>
                  <a:lnTo>
                    <a:pt x="672735" y="294055"/>
                  </a:lnTo>
                  <a:lnTo>
                    <a:pt x="682485" y="272629"/>
                  </a:lnTo>
                  <a:lnTo>
                    <a:pt x="692235" y="218459"/>
                  </a:lnTo>
                  <a:lnTo>
                    <a:pt x="701985" y="245133"/>
                  </a:lnTo>
                  <a:lnTo>
                    <a:pt x="711735" y="216960"/>
                  </a:lnTo>
                  <a:lnTo>
                    <a:pt x="721485" y="169011"/>
                  </a:lnTo>
                  <a:lnTo>
                    <a:pt x="731235" y="189116"/>
                  </a:lnTo>
                  <a:lnTo>
                    <a:pt x="740985" y="145141"/>
                  </a:lnTo>
                  <a:lnTo>
                    <a:pt x="750734" y="197081"/>
                  </a:lnTo>
                  <a:lnTo>
                    <a:pt x="760484" y="226159"/>
                  </a:lnTo>
                  <a:lnTo>
                    <a:pt x="770233" y="234172"/>
                  </a:lnTo>
                  <a:lnTo>
                    <a:pt x="779983" y="217235"/>
                  </a:lnTo>
                  <a:lnTo>
                    <a:pt x="789733" y="239641"/>
                  </a:lnTo>
                  <a:lnTo>
                    <a:pt x="799482" y="206978"/>
                  </a:lnTo>
                  <a:lnTo>
                    <a:pt x="809232" y="230392"/>
                  </a:lnTo>
                  <a:lnTo>
                    <a:pt x="818982" y="196334"/>
                  </a:lnTo>
                  <a:lnTo>
                    <a:pt x="828732" y="190080"/>
                  </a:lnTo>
                  <a:lnTo>
                    <a:pt x="838482" y="195989"/>
                  </a:lnTo>
                  <a:lnTo>
                    <a:pt x="848232" y="205828"/>
                  </a:lnTo>
                  <a:lnTo>
                    <a:pt x="857982" y="228462"/>
                  </a:lnTo>
                  <a:lnTo>
                    <a:pt x="867732" y="241892"/>
                  </a:lnTo>
                  <a:lnTo>
                    <a:pt x="877482" y="215086"/>
                  </a:lnTo>
                  <a:lnTo>
                    <a:pt x="887231" y="215731"/>
                  </a:lnTo>
                  <a:lnTo>
                    <a:pt x="896981" y="168747"/>
                  </a:lnTo>
                  <a:lnTo>
                    <a:pt x="906730" y="187776"/>
                  </a:lnTo>
                  <a:lnTo>
                    <a:pt x="916480" y="214344"/>
                  </a:lnTo>
                  <a:lnTo>
                    <a:pt x="926230" y="218948"/>
                  </a:lnTo>
                  <a:lnTo>
                    <a:pt x="935979" y="169451"/>
                  </a:lnTo>
                  <a:lnTo>
                    <a:pt x="945729" y="153631"/>
                  </a:lnTo>
                  <a:lnTo>
                    <a:pt x="955479" y="127598"/>
                  </a:lnTo>
                  <a:lnTo>
                    <a:pt x="965229" y="128888"/>
                  </a:lnTo>
                  <a:lnTo>
                    <a:pt x="974979" y="152889"/>
                  </a:lnTo>
                  <a:lnTo>
                    <a:pt x="984729" y="148091"/>
                  </a:lnTo>
                  <a:lnTo>
                    <a:pt x="994474" y="150729"/>
                  </a:lnTo>
                  <a:lnTo>
                    <a:pt x="1004233" y="124290"/>
                  </a:lnTo>
                  <a:lnTo>
                    <a:pt x="1013977" y="132595"/>
                  </a:lnTo>
                  <a:lnTo>
                    <a:pt x="1023721" y="113076"/>
                  </a:lnTo>
                  <a:lnTo>
                    <a:pt x="1033480" y="122897"/>
                  </a:lnTo>
                  <a:lnTo>
                    <a:pt x="1043224" y="135938"/>
                  </a:lnTo>
                  <a:lnTo>
                    <a:pt x="1052983" y="158162"/>
                  </a:lnTo>
                  <a:lnTo>
                    <a:pt x="1062727" y="153235"/>
                  </a:lnTo>
                  <a:lnTo>
                    <a:pt x="1072471" y="158202"/>
                  </a:lnTo>
                  <a:lnTo>
                    <a:pt x="1082230" y="151640"/>
                  </a:lnTo>
                  <a:lnTo>
                    <a:pt x="1091973" y="158437"/>
                  </a:lnTo>
                  <a:lnTo>
                    <a:pt x="1101732" y="169662"/>
                  </a:lnTo>
                  <a:lnTo>
                    <a:pt x="1111476" y="185713"/>
                  </a:lnTo>
                  <a:lnTo>
                    <a:pt x="1121220" y="161393"/>
                  </a:lnTo>
                  <a:lnTo>
                    <a:pt x="1130979" y="131859"/>
                  </a:lnTo>
                  <a:lnTo>
                    <a:pt x="1140723" y="153147"/>
                  </a:lnTo>
                  <a:lnTo>
                    <a:pt x="1150482" y="117545"/>
                  </a:lnTo>
                  <a:lnTo>
                    <a:pt x="1160226" y="115498"/>
                  </a:lnTo>
                  <a:lnTo>
                    <a:pt x="1169969" y="84708"/>
                  </a:lnTo>
                  <a:lnTo>
                    <a:pt x="1179728" y="66847"/>
                  </a:lnTo>
                  <a:lnTo>
                    <a:pt x="1189472" y="89121"/>
                  </a:lnTo>
                  <a:lnTo>
                    <a:pt x="1199231" y="94470"/>
                  </a:lnTo>
                  <a:lnTo>
                    <a:pt x="1208975" y="116389"/>
                  </a:lnTo>
                  <a:lnTo>
                    <a:pt x="1218719" y="126999"/>
                  </a:lnTo>
                  <a:lnTo>
                    <a:pt x="1228478" y="146326"/>
                  </a:lnTo>
                  <a:lnTo>
                    <a:pt x="1238222" y="121358"/>
                  </a:lnTo>
                  <a:lnTo>
                    <a:pt x="1247966" y="157731"/>
                  </a:lnTo>
                  <a:lnTo>
                    <a:pt x="1257725" y="162964"/>
                  </a:lnTo>
                  <a:lnTo>
                    <a:pt x="1267469" y="180410"/>
                  </a:lnTo>
                  <a:lnTo>
                    <a:pt x="1277227" y="203536"/>
                  </a:lnTo>
                  <a:lnTo>
                    <a:pt x="1286971" y="202586"/>
                  </a:lnTo>
                  <a:lnTo>
                    <a:pt x="1296715" y="186114"/>
                  </a:lnTo>
                  <a:lnTo>
                    <a:pt x="1306474" y="223172"/>
                  </a:lnTo>
                  <a:lnTo>
                    <a:pt x="1316218" y="216095"/>
                  </a:lnTo>
                  <a:lnTo>
                    <a:pt x="1325977" y="238786"/>
                  </a:lnTo>
                  <a:lnTo>
                    <a:pt x="1335721" y="249825"/>
                  </a:lnTo>
                  <a:lnTo>
                    <a:pt x="1345465" y="246131"/>
                  </a:lnTo>
                  <a:lnTo>
                    <a:pt x="1355224" y="245115"/>
                  </a:lnTo>
                  <a:lnTo>
                    <a:pt x="1364967" y="232271"/>
                  </a:lnTo>
                  <a:lnTo>
                    <a:pt x="1374726" y="225481"/>
                  </a:lnTo>
                  <a:lnTo>
                    <a:pt x="1384470" y="162126"/>
                  </a:lnTo>
                  <a:lnTo>
                    <a:pt x="1394214" y="153564"/>
                  </a:lnTo>
                  <a:lnTo>
                    <a:pt x="1403973" y="135272"/>
                  </a:lnTo>
                  <a:lnTo>
                    <a:pt x="1413717" y="135529"/>
                  </a:lnTo>
                  <a:lnTo>
                    <a:pt x="1423476" y="126331"/>
                  </a:lnTo>
                  <a:lnTo>
                    <a:pt x="1433220" y="134498"/>
                  </a:lnTo>
                  <a:lnTo>
                    <a:pt x="1442964" y="137649"/>
                  </a:lnTo>
                  <a:lnTo>
                    <a:pt x="1452722" y="150572"/>
                  </a:lnTo>
                  <a:lnTo>
                    <a:pt x="1462466" y="121863"/>
                  </a:lnTo>
                  <a:lnTo>
                    <a:pt x="1472225" y="138456"/>
                  </a:lnTo>
                  <a:lnTo>
                    <a:pt x="1481969" y="154315"/>
                  </a:lnTo>
                  <a:lnTo>
                    <a:pt x="1491713" y="135694"/>
                  </a:lnTo>
                  <a:lnTo>
                    <a:pt x="1501472" y="172045"/>
                  </a:lnTo>
                  <a:lnTo>
                    <a:pt x="1511216" y="194871"/>
                  </a:lnTo>
                  <a:lnTo>
                    <a:pt x="1520960" y="191094"/>
                  </a:lnTo>
                  <a:lnTo>
                    <a:pt x="1530719" y="248184"/>
                  </a:lnTo>
                  <a:lnTo>
                    <a:pt x="1540463" y="230568"/>
                  </a:lnTo>
                  <a:lnTo>
                    <a:pt x="1550221" y="261279"/>
                  </a:lnTo>
                  <a:lnTo>
                    <a:pt x="1559965" y="219988"/>
                  </a:lnTo>
                  <a:lnTo>
                    <a:pt x="1569709" y="243929"/>
                  </a:lnTo>
                  <a:lnTo>
                    <a:pt x="1579468" y="225012"/>
                  </a:lnTo>
                  <a:lnTo>
                    <a:pt x="1589212" y="188743"/>
                  </a:lnTo>
                  <a:lnTo>
                    <a:pt x="1598971" y="225806"/>
                  </a:lnTo>
                  <a:lnTo>
                    <a:pt x="1608715" y="218227"/>
                  </a:lnTo>
                  <a:lnTo>
                    <a:pt x="1618459" y="218955"/>
                  </a:lnTo>
                  <a:lnTo>
                    <a:pt x="1628218" y="217388"/>
                  </a:lnTo>
                  <a:lnTo>
                    <a:pt x="1637962" y="209758"/>
                  </a:lnTo>
                  <a:lnTo>
                    <a:pt x="1647720" y="212698"/>
                  </a:lnTo>
                  <a:lnTo>
                    <a:pt x="1657464" y="233249"/>
                  </a:lnTo>
                  <a:lnTo>
                    <a:pt x="1667208" y="203142"/>
                  </a:lnTo>
                  <a:lnTo>
                    <a:pt x="1676967" y="216102"/>
                  </a:lnTo>
                  <a:lnTo>
                    <a:pt x="1686711" y="227481"/>
                  </a:lnTo>
                  <a:lnTo>
                    <a:pt x="1696470" y="218625"/>
                  </a:lnTo>
                  <a:lnTo>
                    <a:pt x="1706214" y="216798"/>
                  </a:lnTo>
                  <a:lnTo>
                    <a:pt x="1715958" y="206504"/>
                  </a:lnTo>
                  <a:lnTo>
                    <a:pt x="1725716" y="238495"/>
                  </a:lnTo>
                  <a:lnTo>
                    <a:pt x="1735460" y="216108"/>
                  </a:lnTo>
                  <a:lnTo>
                    <a:pt x="1745219" y="213187"/>
                  </a:lnTo>
                  <a:lnTo>
                    <a:pt x="1754963" y="209173"/>
                  </a:lnTo>
                  <a:lnTo>
                    <a:pt x="1764707" y="214256"/>
                  </a:lnTo>
                  <a:lnTo>
                    <a:pt x="1774466" y="196816"/>
                  </a:lnTo>
                  <a:lnTo>
                    <a:pt x="1784210" y="179799"/>
                  </a:lnTo>
                  <a:lnTo>
                    <a:pt x="1793969" y="156813"/>
                  </a:lnTo>
                  <a:lnTo>
                    <a:pt x="1803713" y="158606"/>
                  </a:lnTo>
                  <a:lnTo>
                    <a:pt x="1813457" y="146274"/>
                  </a:lnTo>
                  <a:lnTo>
                    <a:pt x="1823215" y="122032"/>
                  </a:lnTo>
                  <a:lnTo>
                    <a:pt x="1832959" y="128548"/>
                  </a:lnTo>
                  <a:lnTo>
                    <a:pt x="1842703" y="148360"/>
                  </a:lnTo>
                  <a:lnTo>
                    <a:pt x="1852462" y="156915"/>
                  </a:lnTo>
                  <a:lnTo>
                    <a:pt x="1862206" y="172398"/>
                  </a:lnTo>
                  <a:lnTo>
                    <a:pt x="1871965" y="198587"/>
                  </a:lnTo>
                  <a:lnTo>
                    <a:pt x="1881709" y="235492"/>
                  </a:lnTo>
                  <a:lnTo>
                    <a:pt x="1891453" y="236107"/>
                  </a:lnTo>
                  <a:lnTo>
                    <a:pt x="1901212" y="246481"/>
                  </a:lnTo>
                  <a:lnTo>
                    <a:pt x="1910956" y="231257"/>
                  </a:lnTo>
                  <a:lnTo>
                    <a:pt x="1920714" y="235180"/>
                  </a:lnTo>
                  <a:lnTo>
                    <a:pt x="1930458" y="266917"/>
                  </a:lnTo>
                  <a:lnTo>
                    <a:pt x="1940202" y="275865"/>
                  </a:lnTo>
                  <a:lnTo>
                    <a:pt x="1949961" y="253458"/>
                  </a:lnTo>
                  <a:lnTo>
                    <a:pt x="1959705" y="256435"/>
                  </a:lnTo>
                  <a:lnTo>
                    <a:pt x="1969464" y="272175"/>
                  </a:lnTo>
                  <a:lnTo>
                    <a:pt x="1979208" y="301032"/>
                  </a:lnTo>
                  <a:lnTo>
                    <a:pt x="1988952" y="312965"/>
                  </a:lnTo>
                  <a:lnTo>
                    <a:pt x="1998711" y="295696"/>
                  </a:lnTo>
                  <a:lnTo>
                    <a:pt x="2008454" y="265580"/>
                  </a:lnTo>
                  <a:lnTo>
                    <a:pt x="2018213" y="261575"/>
                  </a:lnTo>
                  <a:lnTo>
                    <a:pt x="2027957" y="253599"/>
                  </a:lnTo>
                  <a:lnTo>
                    <a:pt x="2037701" y="285383"/>
                  </a:lnTo>
                  <a:lnTo>
                    <a:pt x="2047460" y="305629"/>
                  </a:lnTo>
                  <a:lnTo>
                    <a:pt x="2057204" y="323703"/>
                  </a:lnTo>
                  <a:lnTo>
                    <a:pt x="2066963" y="315414"/>
                  </a:lnTo>
                  <a:lnTo>
                    <a:pt x="2076707" y="276737"/>
                  </a:lnTo>
                  <a:lnTo>
                    <a:pt x="2086451" y="285304"/>
                  </a:lnTo>
                  <a:lnTo>
                    <a:pt x="2096210" y="272340"/>
                  </a:lnTo>
                  <a:lnTo>
                    <a:pt x="2105954" y="269537"/>
                  </a:lnTo>
                  <a:lnTo>
                    <a:pt x="2115697" y="259716"/>
                  </a:lnTo>
                  <a:lnTo>
                    <a:pt x="2125456" y="231265"/>
                  </a:lnTo>
                  <a:lnTo>
                    <a:pt x="2135200" y="245602"/>
                  </a:lnTo>
                  <a:lnTo>
                    <a:pt x="2144959" y="253460"/>
                  </a:lnTo>
                  <a:lnTo>
                    <a:pt x="2154703" y="246903"/>
                  </a:lnTo>
                  <a:lnTo>
                    <a:pt x="2164447" y="255734"/>
                  </a:lnTo>
                  <a:lnTo>
                    <a:pt x="2174206" y="257256"/>
                  </a:lnTo>
                  <a:lnTo>
                    <a:pt x="2183950" y="253478"/>
                  </a:lnTo>
                  <a:lnTo>
                    <a:pt x="2193709" y="266312"/>
                  </a:lnTo>
                  <a:lnTo>
                    <a:pt x="2203452" y="231016"/>
                  </a:lnTo>
                  <a:lnTo>
                    <a:pt x="2213196" y="246185"/>
                  </a:lnTo>
                  <a:lnTo>
                    <a:pt x="2222955" y="263550"/>
                  </a:lnTo>
                  <a:lnTo>
                    <a:pt x="2232699" y="250949"/>
                  </a:lnTo>
                  <a:lnTo>
                    <a:pt x="2242458" y="268116"/>
                  </a:lnTo>
                  <a:lnTo>
                    <a:pt x="2252202" y="266561"/>
                  </a:lnTo>
                  <a:lnTo>
                    <a:pt x="2261946" y="283779"/>
                  </a:lnTo>
                  <a:lnTo>
                    <a:pt x="2271705" y="263110"/>
                  </a:lnTo>
                  <a:lnTo>
                    <a:pt x="2281449" y="286075"/>
                  </a:lnTo>
                  <a:lnTo>
                    <a:pt x="2291208" y="310447"/>
                  </a:lnTo>
                  <a:lnTo>
                    <a:pt x="2300951" y="289171"/>
                  </a:lnTo>
                  <a:lnTo>
                    <a:pt x="2310695" y="228990"/>
                  </a:lnTo>
                  <a:lnTo>
                    <a:pt x="2320454" y="213820"/>
                  </a:lnTo>
                  <a:lnTo>
                    <a:pt x="2330198" y="231937"/>
                  </a:lnTo>
                  <a:lnTo>
                    <a:pt x="2339957" y="188328"/>
                  </a:lnTo>
                  <a:lnTo>
                    <a:pt x="2349701" y="154677"/>
                  </a:lnTo>
                  <a:lnTo>
                    <a:pt x="2359445" y="173722"/>
                  </a:lnTo>
                  <a:lnTo>
                    <a:pt x="2369204" y="143809"/>
                  </a:lnTo>
                  <a:lnTo>
                    <a:pt x="2378948" y="179787"/>
                  </a:lnTo>
                  <a:lnTo>
                    <a:pt x="2388692" y="208537"/>
                  </a:lnTo>
                  <a:lnTo>
                    <a:pt x="2398450" y="252301"/>
                  </a:lnTo>
                  <a:lnTo>
                    <a:pt x="2408194" y="243853"/>
                  </a:lnTo>
                  <a:lnTo>
                    <a:pt x="2417953" y="227598"/>
                  </a:lnTo>
                  <a:lnTo>
                    <a:pt x="2427697" y="249355"/>
                  </a:lnTo>
                  <a:lnTo>
                    <a:pt x="2437441" y="274992"/>
                  </a:lnTo>
                  <a:lnTo>
                    <a:pt x="2447200" y="254560"/>
                  </a:lnTo>
                  <a:lnTo>
                    <a:pt x="2456944" y="250927"/>
                  </a:lnTo>
                  <a:lnTo>
                    <a:pt x="2466703" y="202036"/>
                  </a:lnTo>
                  <a:lnTo>
                    <a:pt x="2476446" y="204634"/>
                  </a:lnTo>
                  <a:lnTo>
                    <a:pt x="2486190" y="221472"/>
                  </a:lnTo>
                  <a:lnTo>
                    <a:pt x="2495949" y="235857"/>
                  </a:lnTo>
                  <a:lnTo>
                    <a:pt x="2505693" y="241743"/>
                  </a:lnTo>
                  <a:lnTo>
                    <a:pt x="2515452" y="243074"/>
                  </a:lnTo>
                  <a:lnTo>
                    <a:pt x="2525196" y="255671"/>
                  </a:lnTo>
                  <a:lnTo>
                    <a:pt x="2534940" y="258864"/>
                  </a:lnTo>
                  <a:lnTo>
                    <a:pt x="2544699" y="252492"/>
                  </a:lnTo>
                  <a:lnTo>
                    <a:pt x="2554443" y="275551"/>
                  </a:lnTo>
                  <a:lnTo>
                    <a:pt x="2564202" y="300137"/>
                  </a:lnTo>
                  <a:lnTo>
                    <a:pt x="2573946" y="286962"/>
                  </a:lnTo>
                  <a:lnTo>
                    <a:pt x="2583690" y="291805"/>
                  </a:lnTo>
                  <a:lnTo>
                    <a:pt x="2593448" y="291719"/>
                  </a:lnTo>
                  <a:lnTo>
                    <a:pt x="2603192" y="310882"/>
                  </a:lnTo>
                  <a:lnTo>
                    <a:pt x="2612951" y="323929"/>
                  </a:lnTo>
                  <a:lnTo>
                    <a:pt x="2622695" y="319795"/>
                  </a:lnTo>
                  <a:lnTo>
                    <a:pt x="2632439" y="326124"/>
                  </a:lnTo>
                  <a:lnTo>
                    <a:pt x="2642198" y="306879"/>
                  </a:lnTo>
                  <a:lnTo>
                    <a:pt x="2651942" y="317380"/>
                  </a:lnTo>
                  <a:lnTo>
                    <a:pt x="2661685" y="315677"/>
                  </a:lnTo>
                  <a:lnTo>
                    <a:pt x="2671444" y="318364"/>
                  </a:lnTo>
                  <a:lnTo>
                    <a:pt x="2681188" y="333953"/>
                  </a:lnTo>
                  <a:lnTo>
                    <a:pt x="2690947" y="328853"/>
                  </a:lnTo>
                  <a:lnTo>
                    <a:pt x="2700691" y="327270"/>
                  </a:lnTo>
                  <a:lnTo>
                    <a:pt x="2710435" y="351251"/>
                  </a:lnTo>
                  <a:lnTo>
                    <a:pt x="2720194" y="366865"/>
                  </a:lnTo>
                  <a:lnTo>
                    <a:pt x="2729938" y="361665"/>
                  </a:lnTo>
                  <a:lnTo>
                    <a:pt x="2739697" y="393907"/>
                  </a:lnTo>
                  <a:lnTo>
                    <a:pt x="2749441" y="381973"/>
                  </a:lnTo>
                  <a:lnTo>
                    <a:pt x="2759185" y="409819"/>
                  </a:lnTo>
                  <a:lnTo>
                    <a:pt x="2768943" y="428904"/>
                  </a:lnTo>
                  <a:lnTo>
                    <a:pt x="2778687" y="442343"/>
                  </a:lnTo>
                  <a:lnTo>
                    <a:pt x="2788446" y="433553"/>
                  </a:lnTo>
                  <a:lnTo>
                    <a:pt x="2798190" y="432718"/>
                  </a:lnTo>
                  <a:lnTo>
                    <a:pt x="2807934" y="446292"/>
                  </a:lnTo>
                  <a:lnTo>
                    <a:pt x="2817693" y="455708"/>
                  </a:lnTo>
                  <a:lnTo>
                    <a:pt x="2827437" y="483628"/>
                  </a:lnTo>
                  <a:lnTo>
                    <a:pt x="2837196" y="489499"/>
                  </a:lnTo>
                  <a:lnTo>
                    <a:pt x="2846940" y="505575"/>
                  </a:lnTo>
                  <a:lnTo>
                    <a:pt x="2856684" y="531126"/>
                  </a:lnTo>
                  <a:lnTo>
                    <a:pt x="2866442" y="539053"/>
                  </a:lnTo>
                  <a:lnTo>
                    <a:pt x="2876186" y="518537"/>
                  </a:lnTo>
                  <a:lnTo>
                    <a:pt x="2885945" y="514380"/>
                  </a:lnTo>
                  <a:lnTo>
                    <a:pt x="2895689" y="515825"/>
                  </a:lnTo>
                  <a:lnTo>
                    <a:pt x="2905433" y="481021"/>
                  </a:lnTo>
                  <a:lnTo>
                    <a:pt x="2915192" y="46366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2" name="Freeform 1151">
              <a:extLst>
                <a:ext uri="{FF2B5EF4-FFF2-40B4-BE49-F238E27FC236}">
                  <a16:creationId xmlns:a16="http://schemas.microsoft.com/office/drawing/2014/main" id="{71CA451A-68A7-25D9-289F-EC26B8E3D129}"/>
                </a:ext>
              </a:extLst>
            </p:cNvPr>
            <p:cNvSpPr/>
            <p:nvPr/>
          </p:nvSpPr>
          <p:spPr>
            <a:xfrm>
              <a:off x="4426652" y="3896072"/>
              <a:ext cx="2915191" cy="436067"/>
            </a:xfrm>
            <a:custGeom>
              <a:avLst/>
              <a:gdLst>
                <a:gd name="connsiteX0" fmla="*/ 0 w 2915191"/>
                <a:gd name="connsiteY0" fmla="*/ 0 h 436067"/>
                <a:gd name="connsiteX1" fmla="*/ 9750 w 2915191"/>
                <a:gd name="connsiteY1" fmla="*/ 13628 h 436067"/>
                <a:gd name="connsiteX2" fmla="*/ 19500 w 2915191"/>
                <a:gd name="connsiteY2" fmla="*/ 249 h 436067"/>
                <a:gd name="connsiteX3" fmla="*/ 29250 w 2915191"/>
                <a:gd name="connsiteY3" fmla="*/ 17888 h 436067"/>
                <a:gd name="connsiteX4" fmla="*/ 39000 w 2915191"/>
                <a:gd name="connsiteY4" fmla="*/ 45245 h 436067"/>
                <a:gd name="connsiteX5" fmla="*/ 48749 w 2915191"/>
                <a:gd name="connsiteY5" fmla="*/ 18490 h 436067"/>
                <a:gd name="connsiteX6" fmla="*/ 58499 w 2915191"/>
                <a:gd name="connsiteY6" fmla="*/ 15639 h 436067"/>
                <a:gd name="connsiteX7" fmla="*/ 68249 w 2915191"/>
                <a:gd name="connsiteY7" fmla="*/ 41062 h 436067"/>
                <a:gd name="connsiteX8" fmla="*/ 77998 w 2915191"/>
                <a:gd name="connsiteY8" fmla="*/ 55421 h 436067"/>
                <a:gd name="connsiteX9" fmla="*/ 87748 w 2915191"/>
                <a:gd name="connsiteY9" fmla="*/ 78446 h 436067"/>
                <a:gd name="connsiteX10" fmla="*/ 97497 w 2915191"/>
                <a:gd name="connsiteY10" fmla="*/ 48157 h 436067"/>
                <a:gd name="connsiteX11" fmla="*/ 107247 w 2915191"/>
                <a:gd name="connsiteY11" fmla="*/ 43994 h 436067"/>
                <a:gd name="connsiteX12" fmla="*/ 116997 w 2915191"/>
                <a:gd name="connsiteY12" fmla="*/ 89179 h 436067"/>
                <a:gd name="connsiteX13" fmla="*/ 126747 w 2915191"/>
                <a:gd name="connsiteY13" fmla="*/ 109730 h 436067"/>
                <a:gd name="connsiteX14" fmla="*/ 136497 w 2915191"/>
                <a:gd name="connsiteY14" fmla="*/ 111976 h 436067"/>
                <a:gd name="connsiteX15" fmla="*/ 146247 w 2915191"/>
                <a:gd name="connsiteY15" fmla="*/ 109880 h 436067"/>
                <a:gd name="connsiteX16" fmla="*/ 155997 w 2915191"/>
                <a:gd name="connsiteY16" fmla="*/ 144152 h 436067"/>
                <a:gd name="connsiteX17" fmla="*/ 165747 w 2915191"/>
                <a:gd name="connsiteY17" fmla="*/ 186048 h 436067"/>
                <a:gd name="connsiteX18" fmla="*/ 175497 w 2915191"/>
                <a:gd name="connsiteY18" fmla="*/ 180044 h 436067"/>
                <a:gd name="connsiteX19" fmla="*/ 185247 w 2915191"/>
                <a:gd name="connsiteY19" fmla="*/ 192484 h 436067"/>
                <a:gd name="connsiteX20" fmla="*/ 194996 w 2915191"/>
                <a:gd name="connsiteY20" fmla="*/ 199591 h 436067"/>
                <a:gd name="connsiteX21" fmla="*/ 204746 w 2915191"/>
                <a:gd name="connsiteY21" fmla="*/ 177481 h 436067"/>
                <a:gd name="connsiteX22" fmla="*/ 214495 w 2915191"/>
                <a:gd name="connsiteY22" fmla="*/ 152332 h 436067"/>
                <a:gd name="connsiteX23" fmla="*/ 224245 w 2915191"/>
                <a:gd name="connsiteY23" fmla="*/ 161167 h 436067"/>
                <a:gd name="connsiteX24" fmla="*/ 233995 w 2915191"/>
                <a:gd name="connsiteY24" fmla="*/ 160064 h 436067"/>
                <a:gd name="connsiteX25" fmla="*/ 243744 w 2915191"/>
                <a:gd name="connsiteY25" fmla="*/ 153077 h 436067"/>
                <a:gd name="connsiteX26" fmla="*/ 253494 w 2915191"/>
                <a:gd name="connsiteY26" fmla="*/ 149084 h 436067"/>
                <a:gd name="connsiteX27" fmla="*/ 263244 w 2915191"/>
                <a:gd name="connsiteY27" fmla="*/ 101213 h 436067"/>
                <a:gd name="connsiteX28" fmla="*/ 272994 w 2915191"/>
                <a:gd name="connsiteY28" fmla="*/ 96866 h 436067"/>
                <a:gd name="connsiteX29" fmla="*/ 282744 w 2915191"/>
                <a:gd name="connsiteY29" fmla="*/ 67282 h 436067"/>
                <a:gd name="connsiteX30" fmla="*/ 292494 w 2915191"/>
                <a:gd name="connsiteY30" fmla="*/ 65623 h 436067"/>
                <a:gd name="connsiteX31" fmla="*/ 302244 w 2915191"/>
                <a:gd name="connsiteY31" fmla="*/ 34166 h 436067"/>
                <a:gd name="connsiteX32" fmla="*/ 311994 w 2915191"/>
                <a:gd name="connsiteY32" fmla="*/ 26370 h 436067"/>
                <a:gd name="connsiteX33" fmla="*/ 321744 w 2915191"/>
                <a:gd name="connsiteY33" fmla="*/ 84652 h 436067"/>
                <a:gd name="connsiteX34" fmla="*/ 331493 w 2915191"/>
                <a:gd name="connsiteY34" fmla="*/ 131488 h 436067"/>
                <a:gd name="connsiteX35" fmla="*/ 341243 w 2915191"/>
                <a:gd name="connsiteY35" fmla="*/ 119554 h 436067"/>
                <a:gd name="connsiteX36" fmla="*/ 350993 w 2915191"/>
                <a:gd name="connsiteY36" fmla="*/ 146789 h 436067"/>
                <a:gd name="connsiteX37" fmla="*/ 360742 w 2915191"/>
                <a:gd name="connsiteY37" fmla="*/ 120880 h 436067"/>
                <a:gd name="connsiteX38" fmla="*/ 370492 w 2915191"/>
                <a:gd name="connsiteY38" fmla="*/ 97000 h 436067"/>
                <a:gd name="connsiteX39" fmla="*/ 380241 w 2915191"/>
                <a:gd name="connsiteY39" fmla="*/ 91475 h 436067"/>
                <a:gd name="connsiteX40" fmla="*/ 389991 w 2915191"/>
                <a:gd name="connsiteY40" fmla="*/ 115022 h 436067"/>
                <a:gd name="connsiteX41" fmla="*/ 399741 w 2915191"/>
                <a:gd name="connsiteY41" fmla="*/ 79380 h 436067"/>
                <a:gd name="connsiteX42" fmla="*/ 409491 w 2915191"/>
                <a:gd name="connsiteY42" fmla="*/ 67963 h 436067"/>
                <a:gd name="connsiteX43" fmla="*/ 419241 w 2915191"/>
                <a:gd name="connsiteY43" fmla="*/ 84291 h 436067"/>
                <a:gd name="connsiteX44" fmla="*/ 428991 w 2915191"/>
                <a:gd name="connsiteY44" fmla="*/ 114251 h 436067"/>
                <a:gd name="connsiteX45" fmla="*/ 438741 w 2915191"/>
                <a:gd name="connsiteY45" fmla="*/ 101440 h 436067"/>
                <a:gd name="connsiteX46" fmla="*/ 448491 w 2915191"/>
                <a:gd name="connsiteY46" fmla="*/ 108833 h 436067"/>
                <a:gd name="connsiteX47" fmla="*/ 458241 w 2915191"/>
                <a:gd name="connsiteY47" fmla="*/ 123860 h 436067"/>
                <a:gd name="connsiteX48" fmla="*/ 467991 w 2915191"/>
                <a:gd name="connsiteY48" fmla="*/ 140606 h 436067"/>
                <a:gd name="connsiteX49" fmla="*/ 477740 w 2915191"/>
                <a:gd name="connsiteY49" fmla="*/ 125543 h 436067"/>
                <a:gd name="connsiteX50" fmla="*/ 487490 w 2915191"/>
                <a:gd name="connsiteY50" fmla="*/ 97575 h 436067"/>
                <a:gd name="connsiteX51" fmla="*/ 497239 w 2915191"/>
                <a:gd name="connsiteY51" fmla="*/ 58140 h 436067"/>
                <a:gd name="connsiteX52" fmla="*/ 506989 w 2915191"/>
                <a:gd name="connsiteY52" fmla="*/ 37315 h 436067"/>
                <a:gd name="connsiteX53" fmla="*/ 516738 w 2915191"/>
                <a:gd name="connsiteY53" fmla="*/ 66663 h 436067"/>
                <a:gd name="connsiteX54" fmla="*/ 526488 w 2915191"/>
                <a:gd name="connsiteY54" fmla="*/ 72998 h 436067"/>
                <a:gd name="connsiteX55" fmla="*/ 536238 w 2915191"/>
                <a:gd name="connsiteY55" fmla="*/ 86155 h 436067"/>
                <a:gd name="connsiteX56" fmla="*/ 545988 w 2915191"/>
                <a:gd name="connsiteY56" fmla="*/ 98174 h 436067"/>
                <a:gd name="connsiteX57" fmla="*/ 555738 w 2915191"/>
                <a:gd name="connsiteY57" fmla="*/ 74333 h 436067"/>
                <a:gd name="connsiteX58" fmla="*/ 565488 w 2915191"/>
                <a:gd name="connsiteY58" fmla="*/ 99770 h 436067"/>
                <a:gd name="connsiteX59" fmla="*/ 575238 w 2915191"/>
                <a:gd name="connsiteY59" fmla="*/ 91887 h 436067"/>
                <a:gd name="connsiteX60" fmla="*/ 584988 w 2915191"/>
                <a:gd name="connsiteY60" fmla="*/ 99752 h 436067"/>
                <a:gd name="connsiteX61" fmla="*/ 594738 w 2915191"/>
                <a:gd name="connsiteY61" fmla="*/ 138282 h 436067"/>
                <a:gd name="connsiteX62" fmla="*/ 604488 w 2915191"/>
                <a:gd name="connsiteY62" fmla="*/ 177839 h 436067"/>
                <a:gd name="connsiteX63" fmla="*/ 614237 w 2915191"/>
                <a:gd name="connsiteY63" fmla="*/ 186376 h 436067"/>
                <a:gd name="connsiteX64" fmla="*/ 623987 w 2915191"/>
                <a:gd name="connsiteY64" fmla="*/ 188074 h 436067"/>
                <a:gd name="connsiteX65" fmla="*/ 633736 w 2915191"/>
                <a:gd name="connsiteY65" fmla="*/ 184901 h 436067"/>
                <a:gd name="connsiteX66" fmla="*/ 643486 w 2915191"/>
                <a:gd name="connsiteY66" fmla="*/ 166814 h 436067"/>
                <a:gd name="connsiteX67" fmla="*/ 653236 w 2915191"/>
                <a:gd name="connsiteY67" fmla="*/ 180983 h 436067"/>
                <a:gd name="connsiteX68" fmla="*/ 662985 w 2915191"/>
                <a:gd name="connsiteY68" fmla="*/ 200172 h 436067"/>
                <a:gd name="connsiteX69" fmla="*/ 672735 w 2915191"/>
                <a:gd name="connsiteY69" fmla="*/ 219005 h 436067"/>
                <a:gd name="connsiteX70" fmla="*/ 682485 w 2915191"/>
                <a:gd name="connsiteY70" fmla="*/ 204776 h 436067"/>
                <a:gd name="connsiteX71" fmla="*/ 692235 w 2915191"/>
                <a:gd name="connsiteY71" fmla="*/ 170836 h 436067"/>
                <a:gd name="connsiteX72" fmla="*/ 701985 w 2915191"/>
                <a:gd name="connsiteY72" fmla="*/ 144867 h 436067"/>
                <a:gd name="connsiteX73" fmla="*/ 711735 w 2915191"/>
                <a:gd name="connsiteY73" fmla="*/ 106242 h 436067"/>
                <a:gd name="connsiteX74" fmla="*/ 721485 w 2915191"/>
                <a:gd name="connsiteY74" fmla="*/ 136226 h 436067"/>
                <a:gd name="connsiteX75" fmla="*/ 731235 w 2915191"/>
                <a:gd name="connsiteY75" fmla="*/ 162687 h 436067"/>
                <a:gd name="connsiteX76" fmla="*/ 740985 w 2915191"/>
                <a:gd name="connsiteY76" fmla="*/ 168572 h 436067"/>
                <a:gd name="connsiteX77" fmla="*/ 750734 w 2915191"/>
                <a:gd name="connsiteY77" fmla="*/ 170955 h 436067"/>
                <a:gd name="connsiteX78" fmla="*/ 760484 w 2915191"/>
                <a:gd name="connsiteY78" fmla="*/ 185869 h 436067"/>
                <a:gd name="connsiteX79" fmla="*/ 770233 w 2915191"/>
                <a:gd name="connsiteY79" fmla="*/ 191695 h 436067"/>
                <a:gd name="connsiteX80" fmla="*/ 779983 w 2915191"/>
                <a:gd name="connsiteY80" fmla="*/ 145940 h 436067"/>
                <a:gd name="connsiteX81" fmla="*/ 789733 w 2915191"/>
                <a:gd name="connsiteY81" fmla="*/ 141545 h 436067"/>
                <a:gd name="connsiteX82" fmla="*/ 799482 w 2915191"/>
                <a:gd name="connsiteY82" fmla="*/ 159185 h 436067"/>
                <a:gd name="connsiteX83" fmla="*/ 809232 w 2915191"/>
                <a:gd name="connsiteY83" fmla="*/ 186525 h 436067"/>
                <a:gd name="connsiteX84" fmla="*/ 818982 w 2915191"/>
                <a:gd name="connsiteY84" fmla="*/ 186033 h 436067"/>
                <a:gd name="connsiteX85" fmla="*/ 828732 w 2915191"/>
                <a:gd name="connsiteY85" fmla="*/ 200932 h 436067"/>
                <a:gd name="connsiteX86" fmla="*/ 838482 w 2915191"/>
                <a:gd name="connsiteY86" fmla="*/ 149337 h 436067"/>
                <a:gd name="connsiteX87" fmla="*/ 848232 w 2915191"/>
                <a:gd name="connsiteY87" fmla="*/ 116331 h 436067"/>
                <a:gd name="connsiteX88" fmla="*/ 857982 w 2915191"/>
                <a:gd name="connsiteY88" fmla="*/ 112320 h 436067"/>
                <a:gd name="connsiteX89" fmla="*/ 867732 w 2915191"/>
                <a:gd name="connsiteY89" fmla="*/ 117550 h 436067"/>
                <a:gd name="connsiteX90" fmla="*/ 877482 w 2915191"/>
                <a:gd name="connsiteY90" fmla="*/ 99244 h 436067"/>
                <a:gd name="connsiteX91" fmla="*/ 887231 w 2915191"/>
                <a:gd name="connsiteY91" fmla="*/ 95348 h 436067"/>
                <a:gd name="connsiteX92" fmla="*/ 896981 w 2915191"/>
                <a:gd name="connsiteY92" fmla="*/ 110716 h 436067"/>
                <a:gd name="connsiteX93" fmla="*/ 906730 w 2915191"/>
                <a:gd name="connsiteY93" fmla="*/ 78604 h 436067"/>
                <a:gd name="connsiteX94" fmla="*/ 916480 w 2915191"/>
                <a:gd name="connsiteY94" fmla="*/ 51282 h 436067"/>
                <a:gd name="connsiteX95" fmla="*/ 926230 w 2915191"/>
                <a:gd name="connsiteY95" fmla="*/ 74927 h 436067"/>
                <a:gd name="connsiteX96" fmla="*/ 935979 w 2915191"/>
                <a:gd name="connsiteY96" fmla="*/ 65396 h 436067"/>
                <a:gd name="connsiteX97" fmla="*/ 945729 w 2915191"/>
                <a:gd name="connsiteY97" fmla="*/ 59599 h 436067"/>
                <a:gd name="connsiteX98" fmla="*/ 955479 w 2915191"/>
                <a:gd name="connsiteY98" fmla="*/ 70445 h 436067"/>
                <a:gd name="connsiteX99" fmla="*/ 965229 w 2915191"/>
                <a:gd name="connsiteY99" fmla="*/ 68020 h 436067"/>
                <a:gd name="connsiteX100" fmla="*/ 974979 w 2915191"/>
                <a:gd name="connsiteY100" fmla="*/ 85835 h 436067"/>
                <a:gd name="connsiteX101" fmla="*/ 984729 w 2915191"/>
                <a:gd name="connsiteY101" fmla="*/ 60517 h 436067"/>
                <a:gd name="connsiteX102" fmla="*/ 994474 w 2915191"/>
                <a:gd name="connsiteY102" fmla="*/ 87511 h 436067"/>
                <a:gd name="connsiteX103" fmla="*/ 1004233 w 2915191"/>
                <a:gd name="connsiteY103" fmla="*/ 91148 h 436067"/>
                <a:gd name="connsiteX104" fmla="*/ 1013977 w 2915191"/>
                <a:gd name="connsiteY104" fmla="*/ 91487 h 436067"/>
                <a:gd name="connsiteX105" fmla="*/ 1023721 w 2915191"/>
                <a:gd name="connsiteY105" fmla="*/ 57765 h 436067"/>
                <a:gd name="connsiteX106" fmla="*/ 1033480 w 2915191"/>
                <a:gd name="connsiteY106" fmla="*/ 25638 h 436067"/>
                <a:gd name="connsiteX107" fmla="*/ 1043224 w 2915191"/>
                <a:gd name="connsiteY107" fmla="*/ 54821 h 436067"/>
                <a:gd name="connsiteX108" fmla="*/ 1052983 w 2915191"/>
                <a:gd name="connsiteY108" fmla="*/ 38466 h 436067"/>
                <a:gd name="connsiteX109" fmla="*/ 1062727 w 2915191"/>
                <a:gd name="connsiteY109" fmla="*/ 37574 h 436067"/>
                <a:gd name="connsiteX110" fmla="*/ 1072471 w 2915191"/>
                <a:gd name="connsiteY110" fmla="*/ 58072 h 436067"/>
                <a:gd name="connsiteX111" fmla="*/ 1082230 w 2915191"/>
                <a:gd name="connsiteY111" fmla="*/ 64694 h 436067"/>
                <a:gd name="connsiteX112" fmla="*/ 1091973 w 2915191"/>
                <a:gd name="connsiteY112" fmla="*/ 89699 h 436067"/>
                <a:gd name="connsiteX113" fmla="*/ 1101732 w 2915191"/>
                <a:gd name="connsiteY113" fmla="*/ 65624 h 436067"/>
                <a:gd name="connsiteX114" fmla="*/ 1111476 w 2915191"/>
                <a:gd name="connsiteY114" fmla="*/ 73890 h 436067"/>
                <a:gd name="connsiteX115" fmla="*/ 1121220 w 2915191"/>
                <a:gd name="connsiteY115" fmla="*/ 101335 h 436067"/>
                <a:gd name="connsiteX116" fmla="*/ 1130979 w 2915191"/>
                <a:gd name="connsiteY116" fmla="*/ 69276 h 436067"/>
                <a:gd name="connsiteX117" fmla="*/ 1140723 w 2915191"/>
                <a:gd name="connsiteY117" fmla="*/ 45998 h 436067"/>
                <a:gd name="connsiteX118" fmla="*/ 1150482 w 2915191"/>
                <a:gd name="connsiteY118" fmla="*/ 29479 h 436067"/>
                <a:gd name="connsiteX119" fmla="*/ 1160226 w 2915191"/>
                <a:gd name="connsiteY119" fmla="*/ 73626 h 436067"/>
                <a:gd name="connsiteX120" fmla="*/ 1169969 w 2915191"/>
                <a:gd name="connsiteY120" fmla="*/ 51104 h 436067"/>
                <a:gd name="connsiteX121" fmla="*/ 1179728 w 2915191"/>
                <a:gd name="connsiteY121" fmla="*/ 59799 h 436067"/>
                <a:gd name="connsiteX122" fmla="*/ 1189472 w 2915191"/>
                <a:gd name="connsiteY122" fmla="*/ 91383 h 436067"/>
                <a:gd name="connsiteX123" fmla="*/ 1199231 w 2915191"/>
                <a:gd name="connsiteY123" fmla="*/ 91617 h 436067"/>
                <a:gd name="connsiteX124" fmla="*/ 1208975 w 2915191"/>
                <a:gd name="connsiteY124" fmla="*/ 110996 h 436067"/>
                <a:gd name="connsiteX125" fmla="*/ 1218719 w 2915191"/>
                <a:gd name="connsiteY125" fmla="*/ 100820 h 436067"/>
                <a:gd name="connsiteX126" fmla="*/ 1228478 w 2915191"/>
                <a:gd name="connsiteY126" fmla="*/ 133097 h 436067"/>
                <a:gd name="connsiteX127" fmla="*/ 1238222 w 2915191"/>
                <a:gd name="connsiteY127" fmla="*/ 153315 h 436067"/>
                <a:gd name="connsiteX128" fmla="*/ 1247966 w 2915191"/>
                <a:gd name="connsiteY128" fmla="*/ 177526 h 436067"/>
                <a:gd name="connsiteX129" fmla="*/ 1257725 w 2915191"/>
                <a:gd name="connsiteY129" fmla="*/ 176706 h 436067"/>
                <a:gd name="connsiteX130" fmla="*/ 1267469 w 2915191"/>
                <a:gd name="connsiteY130" fmla="*/ 191903 h 436067"/>
                <a:gd name="connsiteX131" fmla="*/ 1277227 w 2915191"/>
                <a:gd name="connsiteY131" fmla="*/ 193438 h 436067"/>
                <a:gd name="connsiteX132" fmla="*/ 1286971 w 2915191"/>
                <a:gd name="connsiteY132" fmla="*/ 206430 h 436067"/>
                <a:gd name="connsiteX133" fmla="*/ 1296715 w 2915191"/>
                <a:gd name="connsiteY133" fmla="*/ 224294 h 436067"/>
                <a:gd name="connsiteX134" fmla="*/ 1306474 w 2915191"/>
                <a:gd name="connsiteY134" fmla="*/ 211034 h 436067"/>
                <a:gd name="connsiteX135" fmla="*/ 1316218 w 2915191"/>
                <a:gd name="connsiteY135" fmla="*/ 236585 h 436067"/>
                <a:gd name="connsiteX136" fmla="*/ 1325977 w 2915191"/>
                <a:gd name="connsiteY136" fmla="*/ 243215 h 436067"/>
                <a:gd name="connsiteX137" fmla="*/ 1335721 w 2915191"/>
                <a:gd name="connsiteY137" fmla="*/ 218528 h 436067"/>
                <a:gd name="connsiteX138" fmla="*/ 1345465 w 2915191"/>
                <a:gd name="connsiteY138" fmla="*/ 207815 h 436067"/>
                <a:gd name="connsiteX139" fmla="*/ 1355224 w 2915191"/>
                <a:gd name="connsiteY139" fmla="*/ 207920 h 436067"/>
                <a:gd name="connsiteX140" fmla="*/ 1364967 w 2915191"/>
                <a:gd name="connsiteY140" fmla="*/ 220286 h 436067"/>
                <a:gd name="connsiteX141" fmla="*/ 1374726 w 2915191"/>
                <a:gd name="connsiteY141" fmla="*/ 195181 h 436067"/>
                <a:gd name="connsiteX142" fmla="*/ 1384470 w 2915191"/>
                <a:gd name="connsiteY142" fmla="*/ 246434 h 436067"/>
                <a:gd name="connsiteX143" fmla="*/ 1394214 w 2915191"/>
                <a:gd name="connsiteY143" fmla="*/ 252289 h 436067"/>
                <a:gd name="connsiteX144" fmla="*/ 1403973 w 2915191"/>
                <a:gd name="connsiteY144" fmla="*/ 273103 h 436067"/>
                <a:gd name="connsiteX145" fmla="*/ 1413717 w 2915191"/>
                <a:gd name="connsiteY145" fmla="*/ 245346 h 436067"/>
                <a:gd name="connsiteX146" fmla="*/ 1423476 w 2915191"/>
                <a:gd name="connsiteY146" fmla="*/ 244974 h 436067"/>
                <a:gd name="connsiteX147" fmla="*/ 1433220 w 2915191"/>
                <a:gd name="connsiteY147" fmla="*/ 240519 h 436067"/>
                <a:gd name="connsiteX148" fmla="*/ 1442964 w 2915191"/>
                <a:gd name="connsiteY148" fmla="*/ 225650 h 436067"/>
                <a:gd name="connsiteX149" fmla="*/ 1452722 w 2915191"/>
                <a:gd name="connsiteY149" fmla="*/ 231371 h 436067"/>
                <a:gd name="connsiteX150" fmla="*/ 1462466 w 2915191"/>
                <a:gd name="connsiteY150" fmla="*/ 239267 h 436067"/>
                <a:gd name="connsiteX151" fmla="*/ 1472225 w 2915191"/>
                <a:gd name="connsiteY151" fmla="*/ 223787 h 436067"/>
                <a:gd name="connsiteX152" fmla="*/ 1481969 w 2915191"/>
                <a:gd name="connsiteY152" fmla="*/ 243558 h 436067"/>
                <a:gd name="connsiteX153" fmla="*/ 1491713 w 2915191"/>
                <a:gd name="connsiteY153" fmla="*/ 253734 h 436067"/>
                <a:gd name="connsiteX154" fmla="*/ 1501472 w 2915191"/>
                <a:gd name="connsiteY154" fmla="*/ 268603 h 436067"/>
                <a:gd name="connsiteX155" fmla="*/ 1511216 w 2915191"/>
                <a:gd name="connsiteY155" fmla="*/ 253228 h 436067"/>
                <a:gd name="connsiteX156" fmla="*/ 1520960 w 2915191"/>
                <a:gd name="connsiteY156" fmla="*/ 223757 h 436067"/>
                <a:gd name="connsiteX157" fmla="*/ 1530719 w 2915191"/>
                <a:gd name="connsiteY157" fmla="*/ 185139 h 436067"/>
                <a:gd name="connsiteX158" fmla="*/ 1540463 w 2915191"/>
                <a:gd name="connsiteY158" fmla="*/ 176960 h 436067"/>
                <a:gd name="connsiteX159" fmla="*/ 1550221 w 2915191"/>
                <a:gd name="connsiteY159" fmla="*/ 192827 h 436067"/>
                <a:gd name="connsiteX160" fmla="*/ 1559965 w 2915191"/>
                <a:gd name="connsiteY160" fmla="*/ 185959 h 436067"/>
                <a:gd name="connsiteX161" fmla="*/ 1569709 w 2915191"/>
                <a:gd name="connsiteY161" fmla="*/ 221821 h 436067"/>
                <a:gd name="connsiteX162" fmla="*/ 1579468 w 2915191"/>
                <a:gd name="connsiteY162" fmla="*/ 208903 h 436067"/>
                <a:gd name="connsiteX163" fmla="*/ 1589212 w 2915191"/>
                <a:gd name="connsiteY163" fmla="*/ 220241 h 436067"/>
                <a:gd name="connsiteX164" fmla="*/ 1598971 w 2915191"/>
                <a:gd name="connsiteY164" fmla="*/ 226320 h 436067"/>
                <a:gd name="connsiteX165" fmla="*/ 1608715 w 2915191"/>
                <a:gd name="connsiteY165" fmla="*/ 183158 h 436067"/>
                <a:gd name="connsiteX166" fmla="*/ 1618459 w 2915191"/>
                <a:gd name="connsiteY166" fmla="*/ 191635 h 436067"/>
                <a:gd name="connsiteX167" fmla="*/ 1628218 w 2915191"/>
                <a:gd name="connsiteY167" fmla="*/ 176066 h 436067"/>
                <a:gd name="connsiteX168" fmla="*/ 1637962 w 2915191"/>
                <a:gd name="connsiteY168" fmla="*/ 167007 h 436067"/>
                <a:gd name="connsiteX169" fmla="*/ 1647720 w 2915191"/>
                <a:gd name="connsiteY169" fmla="*/ 178733 h 436067"/>
                <a:gd name="connsiteX170" fmla="*/ 1657464 w 2915191"/>
                <a:gd name="connsiteY170" fmla="*/ 148622 h 436067"/>
                <a:gd name="connsiteX171" fmla="*/ 1667208 w 2915191"/>
                <a:gd name="connsiteY171" fmla="*/ 164951 h 436067"/>
                <a:gd name="connsiteX172" fmla="*/ 1676967 w 2915191"/>
                <a:gd name="connsiteY172" fmla="*/ 195971 h 436067"/>
                <a:gd name="connsiteX173" fmla="*/ 1686711 w 2915191"/>
                <a:gd name="connsiteY173" fmla="*/ 226767 h 436067"/>
                <a:gd name="connsiteX174" fmla="*/ 1696470 w 2915191"/>
                <a:gd name="connsiteY174" fmla="*/ 237003 h 436067"/>
                <a:gd name="connsiteX175" fmla="*/ 1706214 w 2915191"/>
                <a:gd name="connsiteY175" fmla="*/ 222580 h 436067"/>
                <a:gd name="connsiteX176" fmla="*/ 1715958 w 2915191"/>
                <a:gd name="connsiteY176" fmla="*/ 238418 h 436067"/>
                <a:gd name="connsiteX177" fmla="*/ 1725716 w 2915191"/>
                <a:gd name="connsiteY177" fmla="*/ 244378 h 436067"/>
                <a:gd name="connsiteX178" fmla="*/ 1735460 w 2915191"/>
                <a:gd name="connsiteY178" fmla="*/ 271285 h 436067"/>
                <a:gd name="connsiteX179" fmla="*/ 1745219 w 2915191"/>
                <a:gd name="connsiteY179" fmla="*/ 264029 h 436067"/>
                <a:gd name="connsiteX180" fmla="*/ 1754963 w 2915191"/>
                <a:gd name="connsiteY180" fmla="*/ 246121 h 436067"/>
                <a:gd name="connsiteX181" fmla="*/ 1764707 w 2915191"/>
                <a:gd name="connsiteY181" fmla="*/ 255358 h 436067"/>
                <a:gd name="connsiteX182" fmla="*/ 1774466 w 2915191"/>
                <a:gd name="connsiteY182" fmla="*/ 233159 h 436067"/>
                <a:gd name="connsiteX183" fmla="*/ 1784210 w 2915191"/>
                <a:gd name="connsiteY183" fmla="*/ 222253 h 436067"/>
                <a:gd name="connsiteX184" fmla="*/ 1793969 w 2915191"/>
                <a:gd name="connsiteY184" fmla="*/ 213522 h 436067"/>
                <a:gd name="connsiteX185" fmla="*/ 1803713 w 2915191"/>
                <a:gd name="connsiteY185" fmla="*/ 200292 h 436067"/>
                <a:gd name="connsiteX186" fmla="*/ 1813457 w 2915191"/>
                <a:gd name="connsiteY186" fmla="*/ 203838 h 436067"/>
                <a:gd name="connsiteX187" fmla="*/ 1823215 w 2915191"/>
                <a:gd name="connsiteY187" fmla="*/ 184677 h 436067"/>
                <a:gd name="connsiteX188" fmla="*/ 1832959 w 2915191"/>
                <a:gd name="connsiteY188" fmla="*/ 213805 h 436067"/>
                <a:gd name="connsiteX189" fmla="*/ 1842703 w 2915191"/>
                <a:gd name="connsiteY189" fmla="*/ 177526 h 436067"/>
                <a:gd name="connsiteX190" fmla="*/ 1852462 w 2915191"/>
                <a:gd name="connsiteY190" fmla="*/ 185556 h 436067"/>
                <a:gd name="connsiteX191" fmla="*/ 1862206 w 2915191"/>
                <a:gd name="connsiteY191" fmla="*/ 181236 h 436067"/>
                <a:gd name="connsiteX192" fmla="*/ 1871965 w 2915191"/>
                <a:gd name="connsiteY192" fmla="*/ 209961 h 436067"/>
                <a:gd name="connsiteX193" fmla="*/ 1881709 w 2915191"/>
                <a:gd name="connsiteY193" fmla="*/ 240727 h 436067"/>
                <a:gd name="connsiteX194" fmla="*/ 1891453 w 2915191"/>
                <a:gd name="connsiteY194" fmla="*/ 243767 h 436067"/>
                <a:gd name="connsiteX195" fmla="*/ 1901212 w 2915191"/>
                <a:gd name="connsiteY195" fmla="*/ 232429 h 436067"/>
                <a:gd name="connsiteX196" fmla="*/ 1910956 w 2915191"/>
                <a:gd name="connsiteY196" fmla="*/ 245689 h 436067"/>
                <a:gd name="connsiteX197" fmla="*/ 1920714 w 2915191"/>
                <a:gd name="connsiteY197" fmla="*/ 236302 h 436067"/>
                <a:gd name="connsiteX198" fmla="*/ 1930458 w 2915191"/>
                <a:gd name="connsiteY198" fmla="*/ 246866 h 436067"/>
                <a:gd name="connsiteX199" fmla="*/ 1940202 w 2915191"/>
                <a:gd name="connsiteY199" fmla="*/ 273982 h 436067"/>
                <a:gd name="connsiteX200" fmla="*/ 1949961 w 2915191"/>
                <a:gd name="connsiteY200" fmla="*/ 264417 h 436067"/>
                <a:gd name="connsiteX201" fmla="*/ 1959705 w 2915191"/>
                <a:gd name="connsiteY201" fmla="*/ 269691 h 436067"/>
                <a:gd name="connsiteX202" fmla="*/ 1969464 w 2915191"/>
                <a:gd name="connsiteY202" fmla="*/ 320392 h 436067"/>
                <a:gd name="connsiteX203" fmla="*/ 1979208 w 2915191"/>
                <a:gd name="connsiteY203" fmla="*/ 340700 h 436067"/>
                <a:gd name="connsiteX204" fmla="*/ 1988952 w 2915191"/>
                <a:gd name="connsiteY204" fmla="*/ 367652 h 436067"/>
                <a:gd name="connsiteX205" fmla="*/ 1998711 w 2915191"/>
                <a:gd name="connsiteY205" fmla="*/ 367175 h 436067"/>
                <a:gd name="connsiteX206" fmla="*/ 2008454 w 2915191"/>
                <a:gd name="connsiteY206" fmla="*/ 357357 h 436067"/>
                <a:gd name="connsiteX207" fmla="*/ 2018213 w 2915191"/>
                <a:gd name="connsiteY207" fmla="*/ 357535 h 436067"/>
                <a:gd name="connsiteX208" fmla="*/ 2027957 w 2915191"/>
                <a:gd name="connsiteY208" fmla="*/ 337988 h 436067"/>
                <a:gd name="connsiteX209" fmla="*/ 2037701 w 2915191"/>
                <a:gd name="connsiteY209" fmla="*/ 333265 h 436067"/>
                <a:gd name="connsiteX210" fmla="*/ 2047460 w 2915191"/>
                <a:gd name="connsiteY210" fmla="*/ 330941 h 436067"/>
                <a:gd name="connsiteX211" fmla="*/ 2057204 w 2915191"/>
                <a:gd name="connsiteY211" fmla="*/ 360307 h 436067"/>
                <a:gd name="connsiteX212" fmla="*/ 2066963 w 2915191"/>
                <a:gd name="connsiteY212" fmla="*/ 348298 h 436067"/>
                <a:gd name="connsiteX213" fmla="*/ 2076707 w 2915191"/>
                <a:gd name="connsiteY213" fmla="*/ 386335 h 436067"/>
                <a:gd name="connsiteX214" fmla="*/ 2086451 w 2915191"/>
                <a:gd name="connsiteY214" fmla="*/ 419173 h 436067"/>
                <a:gd name="connsiteX215" fmla="*/ 2096210 w 2915191"/>
                <a:gd name="connsiteY215" fmla="*/ 424313 h 436067"/>
                <a:gd name="connsiteX216" fmla="*/ 2105954 w 2915191"/>
                <a:gd name="connsiteY216" fmla="*/ 434861 h 436067"/>
                <a:gd name="connsiteX217" fmla="*/ 2115697 w 2915191"/>
                <a:gd name="connsiteY217" fmla="*/ 436068 h 436067"/>
                <a:gd name="connsiteX218" fmla="*/ 2125456 w 2915191"/>
                <a:gd name="connsiteY218" fmla="*/ 404124 h 436067"/>
                <a:gd name="connsiteX219" fmla="*/ 2135200 w 2915191"/>
                <a:gd name="connsiteY219" fmla="*/ 401070 h 436067"/>
                <a:gd name="connsiteX220" fmla="*/ 2144959 w 2915191"/>
                <a:gd name="connsiteY220" fmla="*/ 397792 h 436067"/>
                <a:gd name="connsiteX221" fmla="*/ 2154703 w 2915191"/>
                <a:gd name="connsiteY221" fmla="*/ 425698 h 436067"/>
                <a:gd name="connsiteX222" fmla="*/ 2164447 w 2915191"/>
                <a:gd name="connsiteY222" fmla="*/ 422659 h 436067"/>
                <a:gd name="connsiteX223" fmla="*/ 2174206 w 2915191"/>
                <a:gd name="connsiteY223" fmla="*/ 374252 h 436067"/>
                <a:gd name="connsiteX224" fmla="*/ 2183950 w 2915191"/>
                <a:gd name="connsiteY224" fmla="*/ 346674 h 436067"/>
                <a:gd name="connsiteX225" fmla="*/ 2193709 w 2915191"/>
                <a:gd name="connsiteY225" fmla="*/ 344648 h 436067"/>
                <a:gd name="connsiteX226" fmla="*/ 2203452 w 2915191"/>
                <a:gd name="connsiteY226" fmla="*/ 347061 h 436067"/>
                <a:gd name="connsiteX227" fmla="*/ 2213196 w 2915191"/>
                <a:gd name="connsiteY227" fmla="*/ 350235 h 436067"/>
                <a:gd name="connsiteX228" fmla="*/ 2222955 w 2915191"/>
                <a:gd name="connsiteY228" fmla="*/ 309739 h 436067"/>
                <a:gd name="connsiteX229" fmla="*/ 2232699 w 2915191"/>
                <a:gd name="connsiteY229" fmla="*/ 278005 h 436067"/>
                <a:gd name="connsiteX230" fmla="*/ 2242458 w 2915191"/>
                <a:gd name="connsiteY230" fmla="*/ 281014 h 436067"/>
                <a:gd name="connsiteX231" fmla="*/ 2252202 w 2915191"/>
                <a:gd name="connsiteY231" fmla="*/ 289358 h 436067"/>
                <a:gd name="connsiteX232" fmla="*/ 2261946 w 2915191"/>
                <a:gd name="connsiteY232" fmla="*/ 290132 h 436067"/>
                <a:gd name="connsiteX233" fmla="*/ 2271705 w 2915191"/>
                <a:gd name="connsiteY233" fmla="*/ 257042 h 436067"/>
                <a:gd name="connsiteX234" fmla="*/ 2281449 w 2915191"/>
                <a:gd name="connsiteY234" fmla="*/ 238790 h 436067"/>
                <a:gd name="connsiteX235" fmla="*/ 2291208 w 2915191"/>
                <a:gd name="connsiteY235" fmla="*/ 218736 h 436067"/>
                <a:gd name="connsiteX236" fmla="*/ 2300951 w 2915191"/>
                <a:gd name="connsiteY236" fmla="*/ 213254 h 436067"/>
                <a:gd name="connsiteX237" fmla="*/ 2310695 w 2915191"/>
                <a:gd name="connsiteY237" fmla="*/ 201781 h 436067"/>
                <a:gd name="connsiteX238" fmla="*/ 2320454 w 2915191"/>
                <a:gd name="connsiteY238" fmla="*/ 235006 h 436067"/>
                <a:gd name="connsiteX239" fmla="*/ 2330198 w 2915191"/>
                <a:gd name="connsiteY239" fmla="*/ 218349 h 436067"/>
                <a:gd name="connsiteX240" fmla="*/ 2339957 w 2915191"/>
                <a:gd name="connsiteY240" fmla="*/ 224845 h 436067"/>
                <a:gd name="connsiteX241" fmla="*/ 2349701 w 2915191"/>
                <a:gd name="connsiteY241" fmla="*/ 231862 h 436067"/>
                <a:gd name="connsiteX242" fmla="*/ 2359445 w 2915191"/>
                <a:gd name="connsiteY242" fmla="*/ 221374 h 436067"/>
                <a:gd name="connsiteX243" fmla="*/ 2369204 w 2915191"/>
                <a:gd name="connsiteY243" fmla="*/ 264789 h 436067"/>
                <a:gd name="connsiteX244" fmla="*/ 2378948 w 2915191"/>
                <a:gd name="connsiteY244" fmla="*/ 284560 h 436067"/>
                <a:gd name="connsiteX245" fmla="*/ 2388692 w 2915191"/>
                <a:gd name="connsiteY245" fmla="*/ 286169 h 436067"/>
                <a:gd name="connsiteX246" fmla="*/ 2398450 w 2915191"/>
                <a:gd name="connsiteY246" fmla="*/ 314343 h 436067"/>
                <a:gd name="connsiteX247" fmla="*/ 2408194 w 2915191"/>
                <a:gd name="connsiteY247" fmla="*/ 315401 h 436067"/>
                <a:gd name="connsiteX248" fmla="*/ 2417953 w 2915191"/>
                <a:gd name="connsiteY248" fmla="*/ 301351 h 436067"/>
                <a:gd name="connsiteX249" fmla="*/ 2427697 w 2915191"/>
                <a:gd name="connsiteY249" fmla="*/ 279673 h 436067"/>
                <a:gd name="connsiteX250" fmla="*/ 2437441 w 2915191"/>
                <a:gd name="connsiteY250" fmla="*/ 268380 h 436067"/>
                <a:gd name="connsiteX251" fmla="*/ 2447200 w 2915191"/>
                <a:gd name="connsiteY251" fmla="*/ 254271 h 436067"/>
                <a:gd name="connsiteX252" fmla="*/ 2456944 w 2915191"/>
                <a:gd name="connsiteY252" fmla="*/ 286393 h 436067"/>
                <a:gd name="connsiteX253" fmla="*/ 2466703 w 2915191"/>
                <a:gd name="connsiteY253" fmla="*/ 287912 h 436067"/>
                <a:gd name="connsiteX254" fmla="*/ 2476446 w 2915191"/>
                <a:gd name="connsiteY254" fmla="*/ 326307 h 436067"/>
                <a:gd name="connsiteX255" fmla="*/ 2486190 w 2915191"/>
                <a:gd name="connsiteY255" fmla="*/ 334561 h 436067"/>
                <a:gd name="connsiteX256" fmla="*/ 2495949 w 2915191"/>
                <a:gd name="connsiteY256" fmla="*/ 337303 h 436067"/>
                <a:gd name="connsiteX257" fmla="*/ 2505693 w 2915191"/>
                <a:gd name="connsiteY257" fmla="*/ 321793 h 436067"/>
                <a:gd name="connsiteX258" fmla="*/ 2515452 w 2915191"/>
                <a:gd name="connsiteY258" fmla="*/ 313777 h 436067"/>
                <a:gd name="connsiteX259" fmla="*/ 2525196 w 2915191"/>
                <a:gd name="connsiteY259" fmla="*/ 292784 h 436067"/>
                <a:gd name="connsiteX260" fmla="*/ 2534940 w 2915191"/>
                <a:gd name="connsiteY260" fmla="*/ 282445 h 436067"/>
                <a:gd name="connsiteX261" fmla="*/ 2544699 w 2915191"/>
                <a:gd name="connsiteY261" fmla="*/ 261795 h 436067"/>
                <a:gd name="connsiteX262" fmla="*/ 2554443 w 2915191"/>
                <a:gd name="connsiteY262" fmla="*/ 293783 h 436067"/>
                <a:gd name="connsiteX263" fmla="*/ 2564202 w 2915191"/>
                <a:gd name="connsiteY263" fmla="*/ 283726 h 436067"/>
                <a:gd name="connsiteX264" fmla="*/ 2573946 w 2915191"/>
                <a:gd name="connsiteY264" fmla="*/ 266339 h 436067"/>
                <a:gd name="connsiteX265" fmla="*/ 2583690 w 2915191"/>
                <a:gd name="connsiteY265" fmla="*/ 259604 h 436067"/>
                <a:gd name="connsiteX266" fmla="*/ 2593448 w 2915191"/>
                <a:gd name="connsiteY266" fmla="*/ 222744 h 436067"/>
                <a:gd name="connsiteX267" fmla="*/ 2603192 w 2915191"/>
                <a:gd name="connsiteY267" fmla="*/ 194719 h 436067"/>
                <a:gd name="connsiteX268" fmla="*/ 2612951 w 2915191"/>
                <a:gd name="connsiteY268" fmla="*/ 221627 h 436067"/>
                <a:gd name="connsiteX269" fmla="*/ 2622695 w 2915191"/>
                <a:gd name="connsiteY269" fmla="*/ 253436 h 436067"/>
                <a:gd name="connsiteX270" fmla="*/ 2632439 w 2915191"/>
                <a:gd name="connsiteY270" fmla="*/ 227229 h 436067"/>
                <a:gd name="connsiteX271" fmla="*/ 2642198 w 2915191"/>
                <a:gd name="connsiteY271" fmla="*/ 205774 h 436067"/>
                <a:gd name="connsiteX272" fmla="*/ 2651942 w 2915191"/>
                <a:gd name="connsiteY272" fmla="*/ 252334 h 436067"/>
                <a:gd name="connsiteX273" fmla="*/ 2661685 w 2915191"/>
                <a:gd name="connsiteY273" fmla="*/ 286154 h 436067"/>
                <a:gd name="connsiteX274" fmla="*/ 2671444 w 2915191"/>
                <a:gd name="connsiteY274" fmla="*/ 280001 h 436067"/>
                <a:gd name="connsiteX275" fmla="*/ 2681188 w 2915191"/>
                <a:gd name="connsiteY275" fmla="*/ 279956 h 436067"/>
                <a:gd name="connsiteX276" fmla="*/ 2690947 w 2915191"/>
                <a:gd name="connsiteY276" fmla="*/ 298729 h 436067"/>
                <a:gd name="connsiteX277" fmla="*/ 2700691 w 2915191"/>
                <a:gd name="connsiteY277" fmla="*/ 272209 h 436067"/>
                <a:gd name="connsiteX278" fmla="*/ 2710435 w 2915191"/>
                <a:gd name="connsiteY278" fmla="*/ 245570 h 436067"/>
                <a:gd name="connsiteX279" fmla="*/ 2720194 w 2915191"/>
                <a:gd name="connsiteY279" fmla="*/ 269467 h 436067"/>
                <a:gd name="connsiteX280" fmla="*/ 2729938 w 2915191"/>
                <a:gd name="connsiteY280" fmla="*/ 266756 h 436067"/>
                <a:gd name="connsiteX281" fmla="*/ 2739697 w 2915191"/>
                <a:gd name="connsiteY281" fmla="*/ 224190 h 436067"/>
                <a:gd name="connsiteX282" fmla="*/ 2749441 w 2915191"/>
                <a:gd name="connsiteY282" fmla="*/ 228853 h 436067"/>
                <a:gd name="connsiteX283" fmla="*/ 2759185 w 2915191"/>
                <a:gd name="connsiteY283" fmla="*/ 242709 h 436067"/>
                <a:gd name="connsiteX284" fmla="*/ 2768943 w 2915191"/>
                <a:gd name="connsiteY284" fmla="*/ 275174 h 436067"/>
                <a:gd name="connsiteX285" fmla="*/ 2778687 w 2915191"/>
                <a:gd name="connsiteY285" fmla="*/ 249875 h 436067"/>
                <a:gd name="connsiteX286" fmla="*/ 2788446 w 2915191"/>
                <a:gd name="connsiteY286" fmla="*/ 256178 h 436067"/>
                <a:gd name="connsiteX287" fmla="*/ 2798190 w 2915191"/>
                <a:gd name="connsiteY287" fmla="*/ 253645 h 436067"/>
                <a:gd name="connsiteX288" fmla="*/ 2807934 w 2915191"/>
                <a:gd name="connsiteY288" fmla="*/ 234351 h 436067"/>
                <a:gd name="connsiteX289" fmla="*/ 2817693 w 2915191"/>
                <a:gd name="connsiteY289" fmla="*/ 223564 h 436067"/>
                <a:gd name="connsiteX290" fmla="*/ 2827437 w 2915191"/>
                <a:gd name="connsiteY290" fmla="*/ 200470 h 436067"/>
                <a:gd name="connsiteX291" fmla="*/ 2837196 w 2915191"/>
                <a:gd name="connsiteY291" fmla="*/ 199278 h 436067"/>
                <a:gd name="connsiteX292" fmla="*/ 2846940 w 2915191"/>
                <a:gd name="connsiteY292" fmla="*/ 205700 h 436067"/>
                <a:gd name="connsiteX293" fmla="*/ 2856684 w 2915191"/>
                <a:gd name="connsiteY293" fmla="*/ 229628 h 436067"/>
                <a:gd name="connsiteX294" fmla="*/ 2866442 w 2915191"/>
                <a:gd name="connsiteY294" fmla="*/ 202020 h 436067"/>
                <a:gd name="connsiteX295" fmla="*/ 2876186 w 2915191"/>
                <a:gd name="connsiteY295" fmla="*/ 226275 h 436067"/>
                <a:gd name="connsiteX296" fmla="*/ 2885945 w 2915191"/>
                <a:gd name="connsiteY296" fmla="*/ 261422 h 436067"/>
                <a:gd name="connsiteX297" fmla="*/ 2895689 w 2915191"/>
                <a:gd name="connsiteY297" fmla="*/ 225039 h 436067"/>
                <a:gd name="connsiteX298" fmla="*/ 2905433 w 2915191"/>
                <a:gd name="connsiteY298" fmla="*/ 212151 h 436067"/>
                <a:gd name="connsiteX299" fmla="*/ 2915192 w 2915191"/>
                <a:gd name="connsiteY299" fmla="*/ 200113 h 436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36067">
                  <a:moveTo>
                    <a:pt x="0" y="0"/>
                  </a:moveTo>
                  <a:lnTo>
                    <a:pt x="9750" y="13628"/>
                  </a:lnTo>
                  <a:lnTo>
                    <a:pt x="19500" y="249"/>
                  </a:lnTo>
                  <a:lnTo>
                    <a:pt x="29250" y="17888"/>
                  </a:lnTo>
                  <a:lnTo>
                    <a:pt x="39000" y="45245"/>
                  </a:lnTo>
                  <a:lnTo>
                    <a:pt x="48749" y="18490"/>
                  </a:lnTo>
                  <a:lnTo>
                    <a:pt x="58499" y="15639"/>
                  </a:lnTo>
                  <a:lnTo>
                    <a:pt x="68249" y="41062"/>
                  </a:lnTo>
                  <a:lnTo>
                    <a:pt x="77998" y="55421"/>
                  </a:lnTo>
                  <a:lnTo>
                    <a:pt x="87748" y="78446"/>
                  </a:lnTo>
                  <a:lnTo>
                    <a:pt x="97497" y="48157"/>
                  </a:lnTo>
                  <a:lnTo>
                    <a:pt x="107247" y="43994"/>
                  </a:lnTo>
                  <a:lnTo>
                    <a:pt x="116997" y="89179"/>
                  </a:lnTo>
                  <a:lnTo>
                    <a:pt x="126747" y="109730"/>
                  </a:lnTo>
                  <a:lnTo>
                    <a:pt x="136497" y="111976"/>
                  </a:lnTo>
                  <a:lnTo>
                    <a:pt x="146247" y="109880"/>
                  </a:lnTo>
                  <a:lnTo>
                    <a:pt x="155997" y="144152"/>
                  </a:lnTo>
                  <a:lnTo>
                    <a:pt x="165747" y="186048"/>
                  </a:lnTo>
                  <a:lnTo>
                    <a:pt x="175497" y="180044"/>
                  </a:lnTo>
                  <a:lnTo>
                    <a:pt x="185247" y="192484"/>
                  </a:lnTo>
                  <a:lnTo>
                    <a:pt x="194996" y="199591"/>
                  </a:lnTo>
                  <a:lnTo>
                    <a:pt x="204746" y="177481"/>
                  </a:lnTo>
                  <a:lnTo>
                    <a:pt x="214495" y="152332"/>
                  </a:lnTo>
                  <a:lnTo>
                    <a:pt x="224245" y="161167"/>
                  </a:lnTo>
                  <a:lnTo>
                    <a:pt x="233995" y="160064"/>
                  </a:lnTo>
                  <a:lnTo>
                    <a:pt x="243744" y="153077"/>
                  </a:lnTo>
                  <a:lnTo>
                    <a:pt x="253494" y="149084"/>
                  </a:lnTo>
                  <a:lnTo>
                    <a:pt x="263244" y="101213"/>
                  </a:lnTo>
                  <a:lnTo>
                    <a:pt x="272994" y="96866"/>
                  </a:lnTo>
                  <a:lnTo>
                    <a:pt x="282744" y="67282"/>
                  </a:lnTo>
                  <a:lnTo>
                    <a:pt x="292494" y="65623"/>
                  </a:lnTo>
                  <a:lnTo>
                    <a:pt x="302244" y="34166"/>
                  </a:lnTo>
                  <a:lnTo>
                    <a:pt x="311994" y="26370"/>
                  </a:lnTo>
                  <a:lnTo>
                    <a:pt x="321744" y="84652"/>
                  </a:lnTo>
                  <a:lnTo>
                    <a:pt x="331493" y="131488"/>
                  </a:lnTo>
                  <a:lnTo>
                    <a:pt x="341243" y="119554"/>
                  </a:lnTo>
                  <a:lnTo>
                    <a:pt x="350993" y="146789"/>
                  </a:lnTo>
                  <a:lnTo>
                    <a:pt x="360742" y="120880"/>
                  </a:lnTo>
                  <a:lnTo>
                    <a:pt x="370492" y="97000"/>
                  </a:lnTo>
                  <a:lnTo>
                    <a:pt x="380241" y="91475"/>
                  </a:lnTo>
                  <a:lnTo>
                    <a:pt x="389991" y="115022"/>
                  </a:lnTo>
                  <a:lnTo>
                    <a:pt x="399741" y="79380"/>
                  </a:lnTo>
                  <a:lnTo>
                    <a:pt x="409491" y="67963"/>
                  </a:lnTo>
                  <a:lnTo>
                    <a:pt x="419241" y="84291"/>
                  </a:lnTo>
                  <a:lnTo>
                    <a:pt x="428991" y="114251"/>
                  </a:lnTo>
                  <a:lnTo>
                    <a:pt x="438741" y="101440"/>
                  </a:lnTo>
                  <a:lnTo>
                    <a:pt x="448491" y="108833"/>
                  </a:lnTo>
                  <a:lnTo>
                    <a:pt x="458241" y="123860"/>
                  </a:lnTo>
                  <a:lnTo>
                    <a:pt x="467991" y="140606"/>
                  </a:lnTo>
                  <a:lnTo>
                    <a:pt x="477740" y="125543"/>
                  </a:lnTo>
                  <a:lnTo>
                    <a:pt x="487490" y="97575"/>
                  </a:lnTo>
                  <a:lnTo>
                    <a:pt x="497239" y="58140"/>
                  </a:lnTo>
                  <a:lnTo>
                    <a:pt x="506989" y="37315"/>
                  </a:lnTo>
                  <a:lnTo>
                    <a:pt x="516738" y="66663"/>
                  </a:lnTo>
                  <a:lnTo>
                    <a:pt x="526488" y="72998"/>
                  </a:lnTo>
                  <a:lnTo>
                    <a:pt x="536238" y="86155"/>
                  </a:lnTo>
                  <a:lnTo>
                    <a:pt x="545988" y="98174"/>
                  </a:lnTo>
                  <a:lnTo>
                    <a:pt x="555738" y="74333"/>
                  </a:lnTo>
                  <a:lnTo>
                    <a:pt x="565488" y="99770"/>
                  </a:lnTo>
                  <a:lnTo>
                    <a:pt x="575238" y="91887"/>
                  </a:lnTo>
                  <a:lnTo>
                    <a:pt x="584988" y="99752"/>
                  </a:lnTo>
                  <a:lnTo>
                    <a:pt x="594738" y="138282"/>
                  </a:lnTo>
                  <a:lnTo>
                    <a:pt x="604488" y="177839"/>
                  </a:lnTo>
                  <a:lnTo>
                    <a:pt x="614237" y="186376"/>
                  </a:lnTo>
                  <a:lnTo>
                    <a:pt x="623987" y="188074"/>
                  </a:lnTo>
                  <a:lnTo>
                    <a:pt x="633736" y="184901"/>
                  </a:lnTo>
                  <a:lnTo>
                    <a:pt x="643486" y="166814"/>
                  </a:lnTo>
                  <a:lnTo>
                    <a:pt x="653236" y="180983"/>
                  </a:lnTo>
                  <a:lnTo>
                    <a:pt x="662985" y="200172"/>
                  </a:lnTo>
                  <a:lnTo>
                    <a:pt x="672735" y="219005"/>
                  </a:lnTo>
                  <a:lnTo>
                    <a:pt x="682485" y="204776"/>
                  </a:lnTo>
                  <a:lnTo>
                    <a:pt x="692235" y="170836"/>
                  </a:lnTo>
                  <a:lnTo>
                    <a:pt x="701985" y="144867"/>
                  </a:lnTo>
                  <a:lnTo>
                    <a:pt x="711735" y="106242"/>
                  </a:lnTo>
                  <a:lnTo>
                    <a:pt x="721485" y="136226"/>
                  </a:lnTo>
                  <a:lnTo>
                    <a:pt x="731235" y="162687"/>
                  </a:lnTo>
                  <a:lnTo>
                    <a:pt x="740985" y="168572"/>
                  </a:lnTo>
                  <a:lnTo>
                    <a:pt x="750734" y="170955"/>
                  </a:lnTo>
                  <a:lnTo>
                    <a:pt x="760484" y="185869"/>
                  </a:lnTo>
                  <a:lnTo>
                    <a:pt x="770233" y="191695"/>
                  </a:lnTo>
                  <a:lnTo>
                    <a:pt x="779983" y="145940"/>
                  </a:lnTo>
                  <a:lnTo>
                    <a:pt x="789733" y="141545"/>
                  </a:lnTo>
                  <a:lnTo>
                    <a:pt x="799482" y="159185"/>
                  </a:lnTo>
                  <a:lnTo>
                    <a:pt x="809232" y="186525"/>
                  </a:lnTo>
                  <a:lnTo>
                    <a:pt x="818982" y="186033"/>
                  </a:lnTo>
                  <a:lnTo>
                    <a:pt x="828732" y="200932"/>
                  </a:lnTo>
                  <a:lnTo>
                    <a:pt x="838482" y="149337"/>
                  </a:lnTo>
                  <a:lnTo>
                    <a:pt x="848232" y="116331"/>
                  </a:lnTo>
                  <a:lnTo>
                    <a:pt x="857982" y="112320"/>
                  </a:lnTo>
                  <a:lnTo>
                    <a:pt x="867732" y="117550"/>
                  </a:lnTo>
                  <a:lnTo>
                    <a:pt x="877482" y="99244"/>
                  </a:lnTo>
                  <a:lnTo>
                    <a:pt x="887231" y="95348"/>
                  </a:lnTo>
                  <a:lnTo>
                    <a:pt x="896981" y="110716"/>
                  </a:lnTo>
                  <a:lnTo>
                    <a:pt x="906730" y="78604"/>
                  </a:lnTo>
                  <a:lnTo>
                    <a:pt x="916480" y="51282"/>
                  </a:lnTo>
                  <a:lnTo>
                    <a:pt x="926230" y="74927"/>
                  </a:lnTo>
                  <a:lnTo>
                    <a:pt x="935979" y="65396"/>
                  </a:lnTo>
                  <a:lnTo>
                    <a:pt x="945729" y="59599"/>
                  </a:lnTo>
                  <a:lnTo>
                    <a:pt x="955479" y="70445"/>
                  </a:lnTo>
                  <a:lnTo>
                    <a:pt x="965229" y="68020"/>
                  </a:lnTo>
                  <a:lnTo>
                    <a:pt x="974979" y="85835"/>
                  </a:lnTo>
                  <a:lnTo>
                    <a:pt x="984729" y="60517"/>
                  </a:lnTo>
                  <a:lnTo>
                    <a:pt x="994474" y="87511"/>
                  </a:lnTo>
                  <a:lnTo>
                    <a:pt x="1004233" y="91148"/>
                  </a:lnTo>
                  <a:lnTo>
                    <a:pt x="1013977" y="91487"/>
                  </a:lnTo>
                  <a:lnTo>
                    <a:pt x="1023721" y="57765"/>
                  </a:lnTo>
                  <a:lnTo>
                    <a:pt x="1033480" y="25638"/>
                  </a:lnTo>
                  <a:lnTo>
                    <a:pt x="1043224" y="54821"/>
                  </a:lnTo>
                  <a:lnTo>
                    <a:pt x="1052983" y="38466"/>
                  </a:lnTo>
                  <a:lnTo>
                    <a:pt x="1062727" y="37574"/>
                  </a:lnTo>
                  <a:lnTo>
                    <a:pt x="1072471" y="58072"/>
                  </a:lnTo>
                  <a:lnTo>
                    <a:pt x="1082230" y="64694"/>
                  </a:lnTo>
                  <a:lnTo>
                    <a:pt x="1091973" y="89699"/>
                  </a:lnTo>
                  <a:lnTo>
                    <a:pt x="1101732" y="65624"/>
                  </a:lnTo>
                  <a:lnTo>
                    <a:pt x="1111476" y="73890"/>
                  </a:lnTo>
                  <a:lnTo>
                    <a:pt x="1121220" y="101335"/>
                  </a:lnTo>
                  <a:lnTo>
                    <a:pt x="1130979" y="69276"/>
                  </a:lnTo>
                  <a:lnTo>
                    <a:pt x="1140723" y="45998"/>
                  </a:lnTo>
                  <a:lnTo>
                    <a:pt x="1150482" y="29479"/>
                  </a:lnTo>
                  <a:lnTo>
                    <a:pt x="1160226" y="73626"/>
                  </a:lnTo>
                  <a:lnTo>
                    <a:pt x="1169969" y="51104"/>
                  </a:lnTo>
                  <a:lnTo>
                    <a:pt x="1179728" y="59799"/>
                  </a:lnTo>
                  <a:lnTo>
                    <a:pt x="1189472" y="91383"/>
                  </a:lnTo>
                  <a:lnTo>
                    <a:pt x="1199231" y="91617"/>
                  </a:lnTo>
                  <a:lnTo>
                    <a:pt x="1208975" y="110996"/>
                  </a:lnTo>
                  <a:lnTo>
                    <a:pt x="1218719" y="100820"/>
                  </a:lnTo>
                  <a:lnTo>
                    <a:pt x="1228478" y="133097"/>
                  </a:lnTo>
                  <a:lnTo>
                    <a:pt x="1238222" y="153315"/>
                  </a:lnTo>
                  <a:lnTo>
                    <a:pt x="1247966" y="177526"/>
                  </a:lnTo>
                  <a:lnTo>
                    <a:pt x="1257725" y="176706"/>
                  </a:lnTo>
                  <a:lnTo>
                    <a:pt x="1267469" y="191903"/>
                  </a:lnTo>
                  <a:lnTo>
                    <a:pt x="1277227" y="193438"/>
                  </a:lnTo>
                  <a:lnTo>
                    <a:pt x="1286971" y="206430"/>
                  </a:lnTo>
                  <a:lnTo>
                    <a:pt x="1296715" y="224294"/>
                  </a:lnTo>
                  <a:lnTo>
                    <a:pt x="1306474" y="211034"/>
                  </a:lnTo>
                  <a:lnTo>
                    <a:pt x="1316218" y="236585"/>
                  </a:lnTo>
                  <a:lnTo>
                    <a:pt x="1325977" y="243215"/>
                  </a:lnTo>
                  <a:lnTo>
                    <a:pt x="1335721" y="218528"/>
                  </a:lnTo>
                  <a:lnTo>
                    <a:pt x="1345465" y="207815"/>
                  </a:lnTo>
                  <a:lnTo>
                    <a:pt x="1355224" y="207920"/>
                  </a:lnTo>
                  <a:lnTo>
                    <a:pt x="1364967" y="220286"/>
                  </a:lnTo>
                  <a:lnTo>
                    <a:pt x="1374726" y="195181"/>
                  </a:lnTo>
                  <a:lnTo>
                    <a:pt x="1384470" y="246434"/>
                  </a:lnTo>
                  <a:lnTo>
                    <a:pt x="1394214" y="252289"/>
                  </a:lnTo>
                  <a:lnTo>
                    <a:pt x="1403973" y="273103"/>
                  </a:lnTo>
                  <a:lnTo>
                    <a:pt x="1413717" y="245346"/>
                  </a:lnTo>
                  <a:lnTo>
                    <a:pt x="1423476" y="244974"/>
                  </a:lnTo>
                  <a:lnTo>
                    <a:pt x="1433220" y="240519"/>
                  </a:lnTo>
                  <a:lnTo>
                    <a:pt x="1442964" y="225650"/>
                  </a:lnTo>
                  <a:lnTo>
                    <a:pt x="1452722" y="231371"/>
                  </a:lnTo>
                  <a:lnTo>
                    <a:pt x="1462466" y="239267"/>
                  </a:lnTo>
                  <a:lnTo>
                    <a:pt x="1472225" y="223787"/>
                  </a:lnTo>
                  <a:lnTo>
                    <a:pt x="1481969" y="243558"/>
                  </a:lnTo>
                  <a:lnTo>
                    <a:pt x="1491713" y="253734"/>
                  </a:lnTo>
                  <a:lnTo>
                    <a:pt x="1501472" y="268603"/>
                  </a:lnTo>
                  <a:lnTo>
                    <a:pt x="1511216" y="253228"/>
                  </a:lnTo>
                  <a:lnTo>
                    <a:pt x="1520960" y="223757"/>
                  </a:lnTo>
                  <a:lnTo>
                    <a:pt x="1530719" y="185139"/>
                  </a:lnTo>
                  <a:lnTo>
                    <a:pt x="1540463" y="176960"/>
                  </a:lnTo>
                  <a:lnTo>
                    <a:pt x="1550221" y="192827"/>
                  </a:lnTo>
                  <a:lnTo>
                    <a:pt x="1559965" y="185959"/>
                  </a:lnTo>
                  <a:lnTo>
                    <a:pt x="1569709" y="221821"/>
                  </a:lnTo>
                  <a:lnTo>
                    <a:pt x="1579468" y="208903"/>
                  </a:lnTo>
                  <a:lnTo>
                    <a:pt x="1589212" y="220241"/>
                  </a:lnTo>
                  <a:lnTo>
                    <a:pt x="1598971" y="226320"/>
                  </a:lnTo>
                  <a:lnTo>
                    <a:pt x="1608715" y="183158"/>
                  </a:lnTo>
                  <a:lnTo>
                    <a:pt x="1618459" y="191635"/>
                  </a:lnTo>
                  <a:lnTo>
                    <a:pt x="1628218" y="176066"/>
                  </a:lnTo>
                  <a:lnTo>
                    <a:pt x="1637962" y="167007"/>
                  </a:lnTo>
                  <a:lnTo>
                    <a:pt x="1647720" y="178733"/>
                  </a:lnTo>
                  <a:lnTo>
                    <a:pt x="1657464" y="148622"/>
                  </a:lnTo>
                  <a:lnTo>
                    <a:pt x="1667208" y="164951"/>
                  </a:lnTo>
                  <a:lnTo>
                    <a:pt x="1676967" y="195971"/>
                  </a:lnTo>
                  <a:lnTo>
                    <a:pt x="1686711" y="226767"/>
                  </a:lnTo>
                  <a:lnTo>
                    <a:pt x="1696470" y="237003"/>
                  </a:lnTo>
                  <a:lnTo>
                    <a:pt x="1706214" y="222580"/>
                  </a:lnTo>
                  <a:lnTo>
                    <a:pt x="1715958" y="238418"/>
                  </a:lnTo>
                  <a:lnTo>
                    <a:pt x="1725716" y="244378"/>
                  </a:lnTo>
                  <a:lnTo>
                    <a:pt x="1735460" y="271285"/>
                  </a:lnTo>
                  <a:lnTo>
                    <a:pt x="1745219" y="264029"/>
                  </a:lnTo>
                  <a:lnTo>
                    <a:pt x="1754963" y="246121"/>
                  </a:lnTo>
                  <a:lnTo>
                    <a:pt x="1764707" y="255358"/>
                  </a:lnTo>
                  <a:lnTo>
                    <a:pt x="1774466" y="233159"/>
                  </a:lnTo>
                  <a:lnTo>
                    <a:pt x="1784210" y="222253"/>
                  </a:lnTo>
                  <a:lnTo>
                    <a:pt x="1793969" y="213522"/>
                  </a:lnTo>
                  <a:lnTo>
                    <a:pt x="1803713" y="200292"/>
                  </a:lnTo>
                  <a:lnTo>
                    <a:pt x="1813457" y="203838"/>
                  </a:lnTo>
                  <a:lnTo>
                    <a:pt x="1823215" y="184677"/>
                  </a:lnTo>
                  <a:lnTo>
                    <a:pt x="1832959" y="213805"/>
                  </a:lnTo>
                  <a:lnTo>
                    <a:pt x="1842703" y="177526"/>
                  </a:lnTo>
                  <a:lnTo>
                    <a:pt x="1852462" y="185556"/>
                  </a:lnTo>
                  <a:lnTo>
                    <a:pt x="1862206" y="181236"/>
                  </a:lnTo>
                  <a:lnTo>
                    <a:pt x="1871965" y="209961"/>
                  </a:lnTo>
                  <a:lnTo>
                    <a:pt x="1881709" y="240727"/>
                  </a:lnTo>
                  <a:lnTo>
                    <a:pt x="1891453" y="243767"/>
                  </a:lnTo>
                  <a:lnTo>
                    <a:pt x="1901212" y="232429"/>
                  </a:lnTo>
                  <a:lnTo>
                    <a:pt x="1910956" y="245689"/>
                  </a:lnTo>
                  <a:lnTo>
                    <a:pt x="1920714" y="236302"/>
                  </a:lnTo>
                  <a:lnTo>
                    <a:pt x="1930458" y="246866"/>
                  </a:lnTo>
                  <a:lnTo>
                    <a:pt x="1940202" y="273982"/>
                  </a:lnTo>
                  <a:lnTo>
                    <a:pt x="1949961" y="264417"/>
                  </a:lnTo>
                  <a:lnTo>
                    <a:pt x="1959705" y="269691"/>
                  </a:lnTo>
                  <a:lnTo>
                    <a:pt x="1969464" y="320392"/>
                  </a:lnTo>
                  <a:lnTo>
                    <a:pt x="1979208" y="340700"/>
                  </a:lnTo>
                  <a:lnTo>
                    <a:pt x="1988952" y="367652"/>
                  </a:lnTo>
                  <a:lnTo>
                    <a:pt x="1998711" y="367175"/>
                  </a:lnTo>
                  <a:lnTo>
                    <a:pt x="2008454" y="357357"/>
                  </a:lnTo>
                  <a:lnTo>
                    <a:pt x="2018213" y="357535"/>
                  </a:lnTo>
                  <a:lnTo>
                    <a:pt x="2027957" y="337988"/>
                  </a:lnTo>
                  <a:lnTo>
                    <a:pt x="2037701" y="333265"/>
                  </a:lnTo>
                  <a:lnTo>
                    <a:pt x="2047460" y="330941"/>
                  </a:lnTo>
                  <a:lnTo>
                    <a:pt x="2057204" y="360307"/>
                  </a:lnTo>
                  <a:lnTo>
                    <a:pt x="2066963" y="348298"/>
                  </a:lnTo>
                  <a:lnTo>
                    <a:pt x="2076707" y="386335"/>
                  </a:lnTo>
                  <a:lnTo>
                    <a:pt x="2086451" y="419173"/>
                  </a:lnTo>
                  <a:lnTo>
                    <a:pt x="2096210" y="424313"/>
                  </a:lnTo>
                  <a:lnTo>
                    <a:pt x="2105954" y="434861"/>
                  </a:lnTo>
                  <a:lnTo>
                    <a:pt x="2115697" y="436068"/>
                  </a:lnTo>
                  <a:lnTo>
                    <a:pt x="2125456" y="404124"/>
                  </a:lnTo>
                  <a:lnTo>
                    <a:pt x="2135200" y="401070"/>
                  </a:lnTo>
                  <a:lnTo>
                    <a:pt x="2144959" y="397792"/>
                  </a:lnTo>
                  <a:lnTo>
                    <a:pt x="2154703" y="425698"/>
                  </a:lnTo>
                  <a:lnTo>
                    <a:pt x="2164447" y="422659"/>
                  </a:lnTo>
                  <a:lnTo>
                    <a:pt x="2174206" y="374252"/>
                  </a:lnTo>
                  <a:lnTo>
                    <a:pt x="2183950" y="346674"/>
                  </a:lnTo>
                  <a:lnTo>
                    <a:pt x="2193709" y="344648"/>
                  </a:lnTo>
                  <a:lnTo>
                    <a:pt x="2203452" y="347061"/>
                  </a:lnTo>
                  <a:lnTo>
                    <a:pt x="2213196" y="350235"/>
                  </a:lnTo>
                  <a:lnTo>
                    <a:pt x="2222955" y="309739"/>
                  </a:lnTo>
                  <a:lnTo>
                    <a:pt x="2232699" y="278005"/>
                  </a:lnTo>
                  <a:lnTo>
                    <a:pt x="2242458" y="281014"/>
                  </a:lnTo>
                  <a:lnTo>
                    <a:pt x="2252202" y="289358"/>
                  </a:lnTo>
                  <a:lnTo>
                    <a:pt x="2261946" y="290132"/>
                  </a:lnTo>
                  <a:lnTo>
                    <a:pt x="2271705" y="257042"/>
                  </a:lnTo>
                  <a:lnTo>
                    <a:pt x="2281449" y="238790"/>
                  </a:lnTo>
                  <a:lnTo>
                    <a:pt x="2291208" y="218736"/>
                  </a:lnTo>
                  <a:lnTo>
                    <a:pt x="2300951" y="213254"/>
                  </a:lnTo>
                  <a:lnTo>
                    <a:pt x="2310695" y="201781"/>
                  </a:lnTo>
                  <a:lnTo>
                    <a:pt x="2320454" y="235006"/>
                  </a:lnTo>
                  <a:lnTo>
                    <a:pt x="2330198" y="218349"/>
                  </a:lnTo>
                  <a:lnTo>
                    <a:pt x="2339957" y="224845"/>
                  </a:lnTo>
                  <a:lnTo>
                    <a:pt x="2349701" y="231862"/>
                  </a:lnTo>
                  <a:lnTo>
                    <a:pt x="2359445" y="221374"/>
                  </a:lnTo>
                  <a:lnTo>
                    <a:pt x="2369204" y="264789"/>
                  </a:lnTo>
                  <a:lnTo>
                    <a:pt x="2378948" y="284560"/>
                  </a:lnTo>
                  <a:lnTo>
                    <a:pt x="2388692" y="286169"/>
                  </a:lnTo>
                  <a:lnTo>
                    <a:pt x="2398450" y="314343"/>
                  </a:lnTo>
                  <a:lnTo>
                    <a:pt x="2408194" y="315401"/>
                  </a:lnTo>
                  <a:lnTo>
                    <a:pt x="2417953" y="301351"/>
                  </a:lnTo>
                  <a:lnTo>
                    <a:pt x="2427697" y="279673"/>
                  </a:lnTo>
                  <a:lnTo>
                    <a:pt x="2437441" y="268380"/>
                  </a:lnTo>
                  <a:lnTo>
                    <a:pt x="2447200" y="254271"/>
                  </a:lnTo>
                  <a:lnTo>
                    <a:pt x="2456944" y="286393"/>
                  </a:lnTo>
                  <a:lnTo>
                    <a:pt x="2466703" y="287912"/>
                  </a:lnTo>
                  <a:lnTo>
                    <a:pt x="2476446" y="326307"/>
                  </a:lnTo>
                  <a:lnTo>
                    <a:pt x="2486190" y="334561"/>
                  </a:lnTo>
                  <a:lnTo>
                    <a:pt x="2495949" y="337303"/>
                  </a:lnTo>
                  <a:lnTo>
                    <a:pt x="2505693" y="321793"/>
                  </a:lnTo>
                  <a:lnTo>
                    <a:pt x="2515452" y="313777"/>
                  </a:lnTo>
                  <a:lnTo>
                    <a:pt x="2525196" y="292784"/>
                  </a:lnTo>
                  <a:lnTo>
                    <a:pt x="2534940" y="282445"/>
                  </a:lnTo>
                  <a:lnTo>
                    <a:pt x="2544699" y="261795"/>
                  </a:lnTo>
                  <a:lnTo>
                    <a:pt x="2554443" y="293783"/>
                  </a:lnTo>
                  <a:lnTo>
                    <a:pt x="2564202" y="283726"/>
                  </a:lnTo>
                  <a:lnTo>
                    <a:pt x="2573946" y="266339"/>
                  </a:lnTo>
                  <a:lnTo>
                    <a:pt x="2583690" y="259604"/>
                  </a:lnTo>
                  <a:lnTo>
                    <a:pt x="2593448" y="222744"/>
                  </a:lnTo>
                  <a:lnTo>
                    <a:pt x="2603192" y="194719"/>
                  </a:lnTo>
                  <a:lnTo>
                    <a:pt x="2612951" y="221627"/>
                  </a:lnTo>
                  <a:lnTo>
                    <a:pt x="2622695" y="253436"/>
                  </a:lnTo>
                  <a:lnTo>
                    <a:pt x="2632439" y="227229"/>
                  </a:lnTo>
                  <a:lnTo>
                    <a:pt x="2642198" y="205774"/>
                  </a:lnTo>
                  <a:lnTo>
                    <a:pt x="2651942" y="252334"/>
                  </a:lnTo>
                  <a:lnTo>
                    <a:pt x="2661685" y="286154"/>
                  </a:lnTo>
                  <a:lnTo>
                    <a:pt x="2671444" y="280001"/>
                  </a:lnTo>
                  <a:lnTo>
                    <a:pt x="2681188" y="279956"/>
                  </a:lnTo>
                  <a:lnTo>
                    <a:pt x="2690947" y="298729"/>
                  </a:lnTo>
                  <a:lnTo>
                    <a:pt x="2700691" y="272209"/>
                  </a:lnTo>
                  <a:lnTo>
                    <a:pt x="2710435" y="245570"/>
                  </a:lnTo>
                  <a:lnTo>
                    <a:pt x="2720194" y="269467"/>
                  </a:lnTo>
                  <a:lnTo>
                    <a:pt x="2729938" y="266756"/>
                  </a:lnTo>
                  <a:lnTo>
                    <a:pt x="2739697" y="224190"/>
                  </a:lnTo>
                  <a:lnTo>
                    <a:pt x="2749441" y="228853"/>
                  </a:lnTo>
                  <a:lnTo>
                    <a:pt x="2759185" y="242709"/>
                  </a:lnTo>
                  <a:lnTo>
                    <a:pt x="2768943" y="275174"/>
                  </a:lnTo>
                  <a:lnTo>
                    <a:pt x="2778687" y="249875"/>
                  </a:lnTo>
                  <a:lnTo>
                    <a:pt x="2788446" y="256178"/>
                  </a:lnTo>
                  <a:lnTo>
                    <a:pt x="2798190" y="253645"/>
                  </a:lnTo>
                  <a:lnTo>
                    <a:pt x="2807934" y="234351"/>
                  </a:lnTo>
                  <a:lnTo>
                    <a:pt x="2817693" y="223564"/>
                  </a:lnTo>
                  <a:lnTo>
                    <a:pt x="2827437" y="200470"/>
                  </a:lnTo>
                  <a:lnTo>
                    <a:pt x="2837196" y="199278"/>
                  </a:lnTo>
                  <a:lnTo>
                    <a:pt x="2846940" y="205700"/>
                  </a:lnTo>
                  <a:lnTo>
                    <a:pt x="2856684" y="229628"/>
                  </a:lnTo>
                  <a:lnTo>
                    <a:pt x="2866442" y="202020"/>
                  </a:lnTo>
                  <a:lnTo>
                    <a:pt x="2876186" y="226275"/>
                  </a:lnTo>
                  <a:lnTo>
                    <a:pt x="2885945" y="261422"/>
                  </a:lnTo>
                  <a:lnTo>
                    <a:pt x="2895689" y="225039"/>
                  </a:lnTo>
                  <a:lnTo>
                    <a:pt x="2905433" y="212151"/>
                  </a:lnTo>
                  <a:lnTo>
                    <a:pt x="2915192" y="20011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3" name="Freeform 1152">
              <a:extLst>
                <a:ext uri="{FF2B5EF4-FFF2-40B4-BE49-F238E27FC236}">
                  <a16:creationId xmlns:a16="http://schemas.microsoft.com/office/drawing/2014/main" id="{ADFA928D-ED70-8313-72BC-5B8B6B9C72ED}"/>
                </a:ext>
              </a:extLst>
            </p:cNvPr>
            <p:cNvSpPr/>
            <p:nvPr/>
          </p:nvSpPr>
          <p:spPr>
            <a:xfrm>
              <a:off x="4426652" y="3351421"/>
              <a:ext cx="2915191" cy="399994"/>
            </a:xfrm>
            <a:custGeom>
              <a:avLst/>
              <a:gdLst>
                <a:gd name="connsiteX0" fmla="*/ 0 w 2915191"/>
                <a:gd name="connsiteY0" fmla="*/ 328532 h 399994"/>
                <a:gd name="connsiteX1" fmla="*/ 9750 w 2915191"/>
                <a:gd name="connsiteY1" fmla="*/ 314941 h 399994"/>
                <a:gd name="connsiteX2" fmla="*/ 19500 w 2915191"/>
                <a:gd name="connsiteY2" fmla="*/ 275934 h 399994"/>
                <a:gd name="connsiteX3" fmla="*/ 29250 w 2915191"/>
                <a:gd name="connsiteY3" fmla="*/ 277133 h 399994"/>
                <a:gd name="connsiteX4" fmla="*/ 39000 w 2915191"/>
                <a:gd name="connsiteY4" fmla="*/ 324981 h 399994"/>
                <a:gd name="connsiteX5" fmla="*/ 48749 w 2915191"/>
                <a:gd name="connsiteY5" fmla="*/ 322709 h 399994"/>
                <a:gd name="connsiteX6" fmla="*/ 58499 w 2915191"/>
                <a:gd name="connsiteY6" fmla="*/ 327532 h 399994"/>
                <a:gd name="connsiteX7" fmla="*/ 68249 w 2915191"/>
                <a:gd name="connsiteY7" fmla="*/ 324528 h 399994"/>
                <a:gd name="connsiteX8" fmla="*/ 77998 w 2915191"/>
                <a:gd name="connsiteY8" fmla="*/ 317153 h 399994"/>
                <a:gd name="connsiteX9" fmla="*/ 87748 w 2915191"/>
                <a:gd name="connsiteY9" fmla="*/ 346881 h 399994"/>
                <a:gd name="connsiteX10" fmla="*/ 97497 w 2915191"/>
                <a:gd name="connsiteY10" fmla="*/ 364197 h 399994"/>
                <a:gd name="connsiteX11" fmla="*/ 107247 w 2915191"/>
                <a:gd name="connsiteY11" fmla="*/ 342498 h 399994"/>
                <a:gd name="connsiteX12" fmla="*/ 116997 w 2915191"/>
                <a:gd name="connsiteY12" fmla="*/ 367685 h 399994"/>
                <a:gd name="connsiteX13" fmla="*/ 126747 w 2915191"/>
                <a:gd name="connsiteY13" fmla="*/ 381114 h 399994"/>
                <a:gd name="connsiteX14" fmla="*/ 136497 w 2915191"/>
                <a:gd name="connsiteY14" fmla="*/ 366502 h 399994"/>
                <a:gd name="connsiteX15" fmla="*/ 146247 w 2915191"/>
                <a:gd name="connsiteY15" fmla="*/ 343644 h 399994"/>
                <a:gd name="connsiteX16" fmla="*/ 155997 w 2915191"/>
                <a:gd name="connsiteY16" fmla="*/ 326610 h 399994"/>
                <a:gd name="connsiteX17" fmla="*/ 165747 w 2915191"/>
                <a:gd name="connsiteY17" fmla="*/ 303467 h 399994"/>
                <a:gd name="connsiteX18" fmla="*/ 175497 w 2915191"/>
                <a:gd name="connsiteY18" fmla="*/ 311384 h 399994"/>
                <a:gd name="connsiteX19" fmla="*/ 185247 w 2915191"/>
                <a:gd name="connsiteY19" fmla="*/ 301180 h 399994"/>
                <a:gd name="connsiteX20" fmla="*/ 194996 w 2915191"/>
                <a:gd name="connsiteY20" fmla="*/ 332782 h 399994"/>
                <a:gd name="connsiteX21" fmla="*/ 204746 w 2915191"/>
                <a:gd name="connsiteY21" fmla="*/ 315696 h 399994"/>
                <a:gd name="connsiteX22" fmla="*/ 214495 w 2915191"/>
                <a:gd name="connsiteY22" fmla="*/ 261139 h 399994"/>
                <a:gd name="connsiteX23" fmla="*/ 224245 w 2915191"/>
                <a:gd name="connsiteY23" fmla="*/ 281051 h 399994"/>
                <a:gd name="connsiteX24" fmla="*/ 233995 w 2915191"/>
                <a:gd name="connsiteY24" fmla="*/ 261590 h 399994"/>
                <a:gd name="connsiteX25" fmla="*/ 243744 w 2915191"/>
                <a:gd name="connsiteY25" fmla="*/ 246119 h 399994"/>
                <a:gd name="connsiteX26" fmla="*/ 253494 w 2915191"/>
                <a:gd name="connsiteY26" fmla="*/ 198548 h 399994"/>
                <a:gd name="connsiteX27" fmla="*/ 263244 w 2915191"/>
                <a:gd name="connsiteY27" fmla="*/ 180068 h 399994"/>
                <a:gd name="connsiteX28" fmla="*/ 272994 w 2915191"/>
                <a:gd name="connsiteY28" fmla="*/ 221430 h 399994"/>
                <a:gd name="connsiteX29" fmla="*/ 282744 w 2915191"/>
                <a:gd name="connsiteY29" fmla="*/ 218795 h 399994"/>
                <a:gd name="connsiteX30" fmla="*/ 292494 w 2915191"/>
                <a:gd name="connsiteY30" fmla="*/ 179700 h 399994"/>
                <a:gd name="connsiteX31" fmla="*/ 302244 w 2915191"/>
                <a:gd name="connsiteY31" fmla="*/ 172259 h 399994"/>
                <a:gd name="connsiteX32" fmla="*/ 311994 w 2915191"/>
                <a:gd name="connsiteY32" fmla="*/ 182533 h 399994"/>
                <a:gd name="connsiteX33" fmla="*/ 321744 w 2915191"/>
                <a:gd name="connsiteY33" fmla="*/ 117784 h 399994"/>
                <a:gd name="connsiteX34" fmla="*/ 331493 w 2915191"/>
                <a:gd name="connsiteY34" fmla="*/ 127622 h 399994"/>
                <a:gd name="connsiteX35" fmla="*/ 341243 w 2915191"/>
                <a:gd name="connsiteY35" fmla="*/ 161593 h 399994"/>
                <a:gd name="connsiteX36" fmla="*/ 350993 w 2915191"/>
                <a:gd name="connsiteY36" fmla="*/ 176274 h 399994"/>
                <a:gd name="connsiteX37" fmla="*/ 360742 w 2915191"/>
                <a:gd name="connsiteY37" fmla="*/ 133756 h 399994"/>
                <a:gd name="connsiteX38" fmla="*/ 370492 w 2915191"/>
                <a:gd name="connsiteY38" fmla="*/ 141518 h 399994"/>
                <a:gd name="connsiteX39" fmla="*/ 380241 w 2915191"/>
                <a:gd name="connsiteY39" fmla="*/ 146630 h 399994"/>
                <a:gd name="connsiteX40" fmla="*/ 389991 w 2915191"/>
                <a:gd name="connsiteY40" fmla="*/ 123189 h 399994"/>
                <a:gd name="connsiteX41" fmla="*/ 399741 w 2915191"/>
                <a:gd name="connsiteY41" fmla="*/ 129618 h 399994"/>
                <a:gd name="connsiteX42" fmla="*/ 409491 w 2915191"/>
                <a:gd name="connsiteY42" fmla="*/ 159464 h 399994"/>
                <a:gd name="connsiteX43" fmla="*/ 419241 w 2915191"/>
                <a:gd name="connsiteY43" fmla="*/ 118131 h 399994"/>
                <a:gd name="connsiteX44" fmla="*/ 428991 w 2915191"/>
                <a:gd name="connsiteY44" fmla="*/ 126351 h 399994"/>
                <a:gd name="connsiteX45" fmla="*/ 438741 w 2915191"/>
                <a:gd name="connsiteY45" fmla="*/ 157067 h 399994"/>
                <a:gd name="connsiteX46" fmla="*/ 448491 w 2915191"/>
                <a:gd name="connsiteY46" fmla="*/ 132890 h 399994"/>
                <a:gd name="connsiteX47" fmla="*/ 458241 w 2915191"/>
                <a:gd name="connsiteY47" fmla="*/ 184175 h 399994"/>
                <a:gd name="connsiteX48" fmla="*/ 467991 w 2915191"/>
                <a:gd name="connsiteY48" fmla="*/ 189739 h 399994"/>
                <a:gd name="connsiteX49" fmla="*/ 477740 w 2915191"/>
                <a:gd name="connsiteY49" fmla="*/ 244345 h 399994"/>
                <a:gd name="connsiteX50" fmla="*/ 487490 w 2915191"/>
                <a:gd name="connsiteY50" fmla="*/ 239321 h 399994"/>
                <a:gd name="connsiteX51" fmla="*/ 497239 w 2915191"/>
                <a:gd name="connsiteY51" fmla="*/ 275442 h 399994"/>
                <a:gd name="connsiteX52" fmla="*/ 506989 w 2915191"/>
                <a:gd name="connsiteY52" fmla="*/ 264144 h 399994"/>
                <a:gd name="connsiteX53" fmla="*/ 516738 w 2915191"/>
                <a:gd name="connsiteY53" fmla="*/ 285853 h 399994"/>
                <a:gd name="connsiteX54" fmla="*/ 526488 w 2915191"/>
                <a:gd name="connsiteY54" fmla="*/ 246104 h 399994"/>
                <a:gd name="connsiteX55" fmla="*/ 536238 w 2915191"/>
                <a:gd name="connsiteY55" fmla="*/ 243814 h 399994"/>
                <a:gd name="connsiteX56" fmla="*/ 545988 w 2915191"/>
                <a:gd name="connsiteY56" fmla="*/ 261735 h 399994"/>
                <a:gd name="connsiteX57" fmla="*/ 555738 w 2915191"/>
                <a:gd name="connsiteY57" fmla="*/ 240359 h 399994"/>
                <a:gd name="connsiteX58" fmla="*/ 565488 w 2915191"/>
                <a:gd name="connsiteY58" fmla="*/ 261275 h 399994"/>
                <a:gd name="connsiteX59" fmla="*/ 575238 w 2915191"/>
                <a:gd name="connsiteY59" fmla="*/ 266644 h 399994"/>
                <a:gd name="connsiteX60" fmla="*/ 584988 w 2915191"/>
                <a:gd name="connsiteY60" fmla="*/ 246657 h 399994"/>
                <a:gd name="connsiteX61" fmla="*/ 594738 w 2915191"/>
                <a:gd name="connsiteY61" fmla="*/ 257143 h 399994"/>
                <a:gd name="connsiteX62" fmla="*/ 604488 w 2915191"/>
                <a:gd name="connsiteY62" fmla="*/ 246072 h 399994"/>
                <a:gd name="connsiteX63" fmla="*/ 614237 w 2915191"/>
                <a:gd name="connsiteY63" fmla="*/ 232725 h 399994"/>
                <a:gd name="connsiteX64" fmla="*/ 623987 w 2915191"/>
                <a:gd name="connsiteY64" fmla="*/ 239631 h 399994"/>
                <a:gd name="connsiteX65" fmla="*/ 633736 w 2915191"/>
                <a:gd name="connsiteY65" fmla="*/ 262098 h 399994"/>
                <a:gd name="connsiteX66" fmla="*/ 643486 w 2915191"/>
                <a:gd name="connsiteY66" fmla="*/ 281625 h 399994"/>
                <a:gd name="connsiteX67" fmla="*/ 653236 w 2915191"/>
                <a:gd name="connsiteY67" fmla="*/ 308923 h 399994"/>
                <a:gd name="connsiteX68" fmla="*/ 662985 w 2915191"/>
                <a:gd name="connsiteY68" fmla="*/ 301010 h 399994"/>
                <a:gd name="connsiteX69" fmla="*/ 672735 w 2915191"/>
                <a:gd name="connsiteY69" fmla="*/ 317982 h 399994"/>
                <a:gd name="connsiteX70" fmla="*/ 682485 w 2915191"/>
                <a:gd name="connsiteY70" fmla="*/ 333965 h 399994"/>
                <a:gd name="connsiteX71" fmla="*/ 692235 w 2915191"/>
                <a:gd name="connsiteY71" fmla="*/ 350966 h 399994"/>
                <a:gd name="connsiteX72" fmla="*/ 701985 w 2915191"/>
                <a:gd name="connsiteY72" fmla="*/ 376998 h 399994"/>
                <a:gd name="connsiteX73" fmla="*/ 711735 w 2915191"/>
                <a:gd name="connsiteY73" fmla="*/ 399994 h 399994"/>
                <a:gd name="connsiteX74" fmla="*/ 721485 w 2915191"/>
                <a:gd name="connsiteY74" fmla="*/ 377358 h 399994"/>
                <a:gd name="connsiteX75" fmla="*/ 731235 w 2915191"/>
                <a:gd name="connsiteY75" fmla="*/ 354235 h 399994"/>
                <a:gd name="connsiteX76" fmla="*/ 740985 w 2915191"/>
                <a:gd name="connsiteY76" fmla="*/ 359864 h 399994"/>
                <a:gd name="connsiteX77" fmla="*/ 750734 w 2915191"/>
                <a:gd name="connsiteY77" fmla="*/ 385288 h 399994"/>
                <a:gd name="connsiteX78" fmla="*/ 760484 w 2915191"/>
                <a:gd name="connsiteY78" fmla="*/ 381399 h 399994"/>
                <a:gd name="connsiteX79" fmla="*/ 770233 w 2915191"/>
                <a:gd name="connsiteY79" fmla="*/ 356345 h 399994"/>
                <a:gd name="connsiteX80" fmla="*/ 779983 w 2915191"/>
                <a:gd name="connsiteY80" fmla="*/ 359156 h 399994"/>
                <a:gd name="connsiteX81" fmla="*/ 789733 w 2915191"/>
                <a:gd name="connsiteY81" fmla="*/ 356528 h 399994"/>
                <a:gd name="connsiteX82" fmla="*/ 799482 w 2915191"/>
                <a:gd name="connsiteY82" fmla="*/ 362555 h 399994"/>
                <a:gd name="connsiteX83" fmla="*/ 809232 w 2915191"/>
                <a:gd name="connsiteY83" fmla="*/ 336532 h 399994"/>
                <a:gd name="connsiteX84" fmla="*/ 818982 w 2915191"/>
                <a:gd name="connsiteY84" fmla="*/ 293799 h 399994"/>
                <a:gd name="connsiteX85" fmla="*/ 828732 w 2915191"/>
                <a:gd name="connsiteY85" fmla="*/ 258959 h 399994"/>
                <a:gd name="connsiteX86" fmla="*/ 838482 w 2915191"/>
                <a:gd name="connsiteY86" fmla="*/ 232880 h 399994"/>
                <a:gd name="connsiteX87" fmla="*/ 848232 w 2915191"/>
                <a:gd name="connsiteY87" fmla="*/ 252596 h 399994"/>
                <a:gd name="connsiteX88" fmla="*/ 857982 w 2915191"/>
                <a:gd name="connsiteY88" fmla="*/ 248375 h 399994"/>
                <a:gd name="connsiteX89" fmla="*/ 867732 w 2915191"/>
                <a:gd name="connsiteY89" fmla="*/ 271278 h 399994"/>
                <a:gd name="connsiteX90" fmla="*/ 877482 w 2915191"/>
                <a:gd name="connsiteY90" fmla="*/ 272149 h 399994"/>
                <a:gd name="connsiteX91" fmla="*/ 887231 w 2915191"/>
                <a:gd name="connsiteY91" fmla="*/ 235940 h 399994"/>
                <a:gd name="connsiteX92" fmla="*/ 896981 w 2915191"/>
                <a:gd name="connsiteY92" fmla="*/ 255957 h 399994"/>
                <a:gd name="connsiteX93" fmla="*/ 906730 w 2915191"/>
                <a:gd name="connsiteY93" fmla="*/ 261747 h 399994"/>
                <a:gd name="connsiteX94" fmla="*/ 916480 w 2915191"/>
                <a:gd name="connsiteY94" fmla="*/ 266698 h 399994"/>
                <a:gd name="connsiteX95" fmla="*/ 926230 w 2915191"/>
                <a:gd name="connsiteY95" fmla="*/ 282821 h 399994"/>
                <a:gd name="connsiteX96" fmla="*/ 935979 w 2915191"/>
                <a:gd name="connsiteY96" fmla="*/ 286992 h 399994"/>
                <a:gd name="connsiteX97" fmla="*/ 945729 w 2915191"/>
                <a:gd name="connsiteY97" fmla="*/ 330467 h 399994"/>
                <a:gd name="connsiteX98" fmla="*/ 955479 w 2915191"/>
                <a:gd name="connsiteY98" fmla="*/ 338402 h 399994"/>
                <a:gd name="connsiteX99" fmla="*/ 965229 w 2915191"/>
                <a:gd name="connsiteY99" fmla="*/ 330936 h 399994"/>
                <a:gd name="connsiteX100" fmla="*/ 974979 w 2915191"/>
                <a:gd name="connsiteY100" fmla="*/ 324264 h 399994"/>
                <a:gd name="connsiteX101" fmla="*/ 984729 w 2915191"/>
                <a:gd name="connsiteY101" fmla="*/ 306173 h 399994"/>
                <a:gd name="connsiteX102" fmla="*/ 994474 w 2915191"/>
                <a:gd name="connsiteY102" fmla="*/ 303622 h 399994"/>
                <a:gd name="connsiteX103" fmla="*/ 1004233 w 2915191"/>
                <a:gd name="connsiteY103" fmla="*/ 283093 h 399994"/>
                <a:gd name="connsiteX104" fmla="*/ 1013977 w 2915191"/>
                <a:gd name="connsiteY104" fmla="*/ 264508 h 399994"/>
                <a:gd name="connsiteX105" fmla="*/ 1023721 w 2915191"/>
                <a:gd name="connsiteY105" fmla="*/ 260173 h 399994"/>
                <a:gd name="connsiteX106" fmla="*/ 1033480 w 2915191"/>
                <a:gd name="connsiteY106" fmla="*/ 268283 h 399994"/>
                <a:gd name="connsiteX107" fmla="*/ 1043224 w 2915191"/>
                <a:gd name="connsiteY107" fmla="*/ 263663 h 399994"/>
                <a:gd name="connsiteX108" fmla="*/ 1052983 w 2915191"/>
                <a:gd name="connsiteY108" fmla="*/ 273889 h 399994"/>
                <a:gd name="connsiteX109" fmla="*/ 1062727 w 2915191"/>
                <a:gd name="connsiteY109" fmla="*/ 265935 h 399994"/>
                <a:gd name="connsiteX110" fmla="*/ 1072471 w 2915191"/>
                <a:gd name="connsiteY110" fmla="*/ 285731 h 399994"/>
                <a:gd name="connsiteX111" fmla="*/ 1082230 w 2915191"/>
                <a:gd name="connsiteY111" fmla="*/ 295380 h 399994"/>
                <a:gd name="connsiteX112" fmla="*/ 1091973 w 2915191"/>
                <a:gd name="connsiteY112" fmla="*/ 295348 h 399994"/>
                <a:gd name="connsiteX113" fmla="*/ 1101732 w 2915191"/>
                <a:gd name="connsiteY113" fmla="*/ 269497 h 399994"/>
                <a:gd name="connsiteX114" fmla="*/ 1111476 w 2915191"/>
                <a:gd name="connsiteY114" fmla="*/ 282661 h 399994"/>
                <a:gd name="connsiteX115" fmla="*/ 1121220 w 2915191"/>
                <a:gd name="connsiteY115" fmla="*/ 295745 h 399994"/>
                <a:gd name="connsiteX116" fmla="*/ 1130979 w 2915191"/>
                <a:gd name="connsiteY116" fmla="*/ 272742 h 399994"/>
                <a:gd name="connsiteX117" fmla="*/ 1140723 w 2915191"/>
                <a:gd name="connsiteY117" fmla="*/ 292400 h 399994"/>
                <a:gd name="connsiteX118" fmla="*/ 1150482 w 2915191"/>
                <a:gd name="connsiteY118" fmla="*/ 282130 h 399994"/>
                <a:gd name="connsiteX119" fmla="*/ 1160226 w 2915191"/>
                <a:gd name="connsiteY119" fmla="*/ 316068 h 399994"/>
                <a:gd name="connsiteX120" fmla="*/ 1169969 w 2915191"/>
                <a:gd name="connsiteY120" fmla="*/ 333375 h 399994"/>
                <a:gd name="connsiteX121" fmla="*/ 1179728 w 2915191"/>
                <a:gd name="connsiteY121" fmla="*/ 331054 h 399994"/>
                <a:gd name="connsiteX122" fmla="*/ 1189472 w 2915191"/>
                <a:gd name="connsiteY122" fmla="*/ 301582 h 399994"/>
                <a:gd name="connsiteX123" fmla="*/ 1199231 w 2915191"/>
                <a:gd name="connsiteY123" fmla="*/ 304078 h 399994"/>
                <a:gd name="connsiteX124" fmla="*/ 1208975 w 2915191"/>
                <a:gd name="connsiteY124" fmla="*/ 305609 h 399994"/>
                <a:gd name="connsiteX125" fmla="*/ 1218719 w 2915191"/>
                <a:gd name="connsiteY125" fmla="*/ 306290 h 399994"/>
                <a:gd name="connsiteX126" fmla="*/ 1228478 w 2915191"/>
                <a:gd name="connsiteY126" fmla="*/ 277961 h 399994"/>
                <a:gd name="connsiteX127" fmla="*/ 1238222 w 2915191"/>
                <a:gd name="connsiteY127" fmla="*/ 228111 h 399994"/>
                <a:gd name="connsiteX128" fmla="*/ 1247966 w 2915191"/>
                <a:gd name="connsiteY128" fmla="*/ 225891 h 399994"/>
                <a:gd name="connsiteX129" fmla="*/ 1257725 w 2915191"/>
                <a:gd name="connsiteY129" fmla="*/ 225442 h 399994"/>
                <a:gd name="connsiteX130" fmla="*/ 1267469 w 2915191"/>
                <a:gd name="connsiteY130" fmla="*/ 200983 h 399994"/>
                <a:gd name="connsiteX131" fmla="*/ 1277227 w 2915191"/>
                <a:gd name="connsiteY131" fmla="*/ 227136 h 399994"/>
                <a:gd name="connsiteX132" fmla="*/ 1286971 w 2915191"/>
                <a:gd name="connsiteY132" fmla="*/ 221299 h 399994"/>
                <a:gd name="connsiteX133" fmla="*/ 1296715 w 2915191"/>
                <a:gd name="connsiteY133" fmla="*/ 186644 h 399994"/>
                <a:gd name="connsiteX134" fmla="*/ 1306474 w 2915191"/>
                <a:gd name="connsiteY134" fmla="*/ 228824 h 399994"/>
                <a:gd name="connsiteX135" fmla="*/ 1316218 w 2915191"/>
                <a:gd name="connsiteY135" fmla="*/ 239908 h 399994"/>
                <a:gd name="connsiteX136" fmla="*/ 1325977 w 2915191"/>
                <a:gd name="connsiteY136" fmla="*/ 247952 h 399994"/>
                <a:gd name="connsiteX137" fmla="*/ 1335721 w 2915191"/>
                <a:gd name="connsiteY137" fmla="*/ 231080 h 399994"/>
                <a:gd name="connsiteX138" fmla="*/ 1345465 w 2915191"/>
                <a:gd name="connsiteY138" fmla="*/ 262808 h 399994"/>
                <a:gd name="connsiteX139" fmla="*/ 1355224 w 2915191"/>
                <a:gd name="connsiteY139" fmla="*/ 287665 h 399994"/>
                <a:gd name="connsiteX140" fmla="*/ 1364967 w 2915191"/>
                <a:gd name="connsiteY140" fmla="*/ 289340 h 399994"/>
                <a:gd name="connsiteX141" fmla="*/ 1374726 w 2915191"/>
                <a:gd name="connsiteY141" fmla="*/ 301281 h 399994"/>
                <a:gd name="connsiteX142" fmla="*/ 1384470 w 2915191"/>
                <a:gd name="connsiteY142" fmla="*/ 266704 h 399994"/>
                <a:gd name="connsiteX143" fmla="*/ 1394214 w 2915191"/>
                <a:gd name="connsiteY143" fmla="*/ 261242 h 399994"/>
                <a:gd name="connsiteX144" fmla="*/ 1403973 w 2915191"/>
                <a:gd name="connsiteY144" fmla="*/ 248363 h 399994"/>
                <a:gd name="connsiteX145" fmla="*/ 1413717 w 2915191"/>
                <a:gd name="connsiteY145" fmla="*/ 245379 h 399994"/>
                <a:gd name="connsiteX146" fmla="*/ 1423476 w 2915191"/>
                <a:gd name="connsiteY146" fmla="*/ 251827 h 399994"/>
                <a:gd name="connsiteX147" fmla="*/ 1433220 w 2915191"/>
                <a:gd name="connsiteY147" fmla="*/ 228610 h 399994"/>
                <a:gd name="connsiteX148" fmla="*/ 1442964 w 2915191"/>
                <a:gd name="connsiteY148" fmla="*/ 210986 h 399994"/>
                <a:gd name="connsiteX149" fmla="*/ 1452722 w 2915191"/>
                <a:gd name="connsiteY149" fmla="*/ 211049 h 399994"/>
                <a:gd name="connsiteX150" fmla="*/ 1462466 w 2915191"/>
                <a:gd name="connsiteY150" fmla="*/ 202047 h 399994"/>
                <a:gd name="connsiteX151" fmla="*/ 1472225 w 2915191"/>
                <a:gd name="connsiteY151" fmla="*/ 204265 h 399994"/>
                <a:gd name="connsiteX152" fmla="*/ 1481969 w 2915191"/>
                <a:gd name="connsiteY152" fmla="*/ 195288 h 399994"/>
                <a:gd name="connsiteX153" fmla="*/ 1491713 w 2915191"/>
                <a:gd name="connsiteY153" fmla="*/ 183749 h 399994"/>
                <a:gd name="connsiteX154" fmla="*/ 1501472 w 2915191"/>
                <a:gd name="connsiteY154" fmla="*/ 197812 h 399994"/>
                <a:gd name="connsiteX155" fmla="*/ 1511216 w 2915191"/>
                <a:gd name="connsiteY155" fmla="*/ 169145 h 399994"/>
                <a:gd name="connsiteX156" fmla="*/ 1520960 w 2915191"/>
                <a:gd name="connsiteY156" fmla="*/ 173189 h 399994"/>
                <a:gd name="connsiteX157" fmla="*/ 1530719 w 2915191"/>
                <a:gd name="connsiteY157" fmla="*/ 153476 h 399994"/>
                <a:gd name="connsiteX158" fmla="*/ 1540463 w 2915191"/>
                <a:gd name="connsiteY158" fmla="*/ 161620 h 399994"/>
                <a:gd name="connsiteX159" fmla="*/ 1550221 w 2915191"/>
                <a:gd name="connsiteY159" fmla="*/ 171443 h 399994"/>
                <a:gd name="connsiteX160" fmla="*/ 1559965 w 2915191"/>
                <a:gd name="connsiteY160" fmla="*/ 152247 h 399994"/>
                <a:gd name="connsiteX161" fmla="*/ 1569709 w 2915191"/>
                <a:gd name="connsiteY161" fmla="*/ 139916 h 399994"/>
                <a:gd name="connsiteX162" fmla="*/ 1579468 w 2915191"/>
                <a:gd name="connsiteY162" fmla="*/ 110874 h 399994"/>
                <a:gd name="connsiteX163" fmla="*/ 1589212 w 2915191"/>
                <a:gd name="connsiteY163" fmla="*/ 173296 h 399994"/>
                <a:gd name="connsiteX164" fmla="*/ 1598971 w 2915191"/>
                <a:gd name="connsiteY164" fmla="*/ 192580 h 399994"/>
                <a:gd name="connsiteX165" fmla="*/ 1608715 w 2915191"/>
                <a:gd name="connsiteY165" fmla="*/ 168092 h 399994"/>
                <a:gd name="connsiteX166" fmla="*/ 1618459 w 2915191"/>
                <a:gd name="connsiteY166" fmla="*/ 141171 h 399994"/>
                <a:gd name="connsiteX167" fmla="*/ 1628218 w 2915191"/>
                <a:gd name="connsiteY167" fmla="*/ 115066 h 399994"/>
                <a:gd name="connsiteX168" fmla="*/ 1637962 w 2915191"/>
                <a:gd name="connsiteY168" fmla="*/ 130524 h 399994"/>
                <a:gd name="connsiteX169" fmla="*/ 1647720 w 2915191"/>
                <a:gd name="connsiteY169" fmla="*/ 114391 h 399994"/>
                <a:gd name="connsiteX170" fmla="*/ 1657464 w 2915191"/>
                <a:gd name="connsiteY170" fmla="*/ 162651 h 399994"/>
                <a:gd name="connsiteX171" fmla="*/ 1667208 w 2915191"/>
                <a:gd name="connsiteY171" fmla="*/ 143108 h 399994"/>
                <a:gd name="connsiteX172" fmla="*/ 1676967 w 2915191"/>
                <a:gd name="connsiteY172" fmla="*/ 121524 h 399994"/>
                <a:gd name="connsiteX173" fmla="*/ 1686711 w 2915191"/>
                <a:gd name="connsiteY173" fmla="*/ 124824 h 399994"/>
                <a:gd name="connsiteX174" fmla="*/ 1696470 w 2915191"/>
                <a:gd name="connsiteY174" fmla="*/ 135026 h 399994"/>
                <a:gd name="connsiteX175" fmla="*/ 1706214 w 2915191"/>
                <a:gd name="connsiteY175" fmla="*/ 137690 h 399994"/>
                <a:gd name="connsiteX176" fmla="*/ 1715958 w 2915191"/>
                <a:gd name="connsiteY176" fmla="*/ 124721 h 399994"/>
                <a:gd name="connsiteX177" fmla="*/ 1725716 w 2915191"/>
                <a:gd name="connsiteY177" fmla="*/ 143486 h 399994"/>
                <a:gd name="connsiteX178" fmla="*/ 1735460 w 2915191"/>
                <a:gd name="connsiteY178" fmla="*/ 116865 h 399994"/>
                <a:gd name="connsiteX179" fmla="*/ 1745219 w 2915191"/>
                <a:gd name="connsiteY179" fmla="*/ 96662 h 399994"/>
                <a:gd name="connsiteX180" fmla="*/ 1754963 w 2915191"/>
                <a:gd name="connsiteY180" fmla="*/ 91148 h 399994"/>
                <a:gd name="connsiteX181" fmla="*/ 1764707 w 2915191"/>
                <a:gd name="connsiteY181" fmla="*/ 84979 h 399994"/>
                <a:gd name="connsiteX182" fmla="*/ 1774466 w 2915191"/>
                <a:gd name="connsiteY182" fmla="*/ 65550 h 399994"/>
                <a:gd name="connsiteX183" fmla="*/ 1784210 w 2915191"/>
                <a:gd name="connsiteY183" fmla="*/ 90045 h 399994"/>
                <a:gd name="connsiteX184" fmla="*/ 1793969 w 2915191"/>
                <a:gd name="connsiteY184" fmla="*/ 88491 h 399994"/>
                <a:gd name="connsiteX185" fmla="*/ 1803713 w 2915191"/>
                <a:gd name="connsiteY185" fmla="*/ 90757 h 399994"/>
                <a:gd name="connsiteX186" fmla="*/ 1813457 w 2915191"/>
                <a:gd name="connsiteY186" fmla="*/ 59909 h 399994"/>
                <a:gd name="connsiteX187" fmla="*/ 1823215 w 2915191"/>
                <a:gd name="connsiteY187" fmla="*/ 83956 h 399994"/>
                <a:gd name="connsiteX188" fmla="*/ 1832959 w 2915191"/>
                <a:gd name="connsiteY188" fmla="*/ 63172 h 399994"/>
                <a:gd name="connsiteX189" fmla="*/ 1842703 w 2915191"/>
                <a:gd name="connsiteY189" fmla="*/ 35433 h 399994"/>
                <a:gd name="connsiteX190" fmla="*/ 1852462 w 2915191"/>
                <a:gd name="connsiteY190" fmla="*/ 29706 h 399994"/>
                <a:gd name="connsiteX191" fmla="*/ 1862206 w 2915191"/>
                <a:gd name="connsiteY191" fmla="*/ 60214 h 399994"/>
                <a:gd name="connsiteX192" fmla="*/ 1871965 w 2915191"/>
                <a:gd name="connsiteY192" fmla="*/ 38699 h 399994"/>
                <a:gd name="connsiteX193" fmla="*/ 1881709 w 2915191"/>
                <a:gd name="connsiteY193" fmla="*/ 31342 h 399994"/>
                <a:gd name="connsiteX194" fmla="*/ 1891453 w 2915191"/>
                <a:gd name="connsiteY194" fmla="*/ 39450 h 399994"/>
                <a:gd name="connsiteX195" fmla="*/ 1901212 w 2915191"/>
                <a:gd name="connsiteY195" fmla="*/ 71558 h 399994"/>
                <a:gd name="connsiteX196" fmla="*/ 1910956 w 2915191"/>
                <a:gd name="connsiteY196" fmla="*/ 75600 h 399994"/>
                <a:gd name="connsiteX197" fmla="*/ 1920714 w 2915191"/>
                <a:gd name="connsiteY197" fmla="*/ 81427 h 399994"/>
                <a:gd name="connsiteX198" fmla="*/ 1930458 w 2915191"/>
                <a:gd name="connsiteY198" fmla="*/ 110294 h 399994"/>
                <a:gd name="connsiteX199" fmla="*/ 1940202 w 2915191"/>
                <a:gd name="connsiteY199" fmla="*/ 93732 h 399994"/>
                <a:gd name="connsiteX200" fmla="*/ 1949961 w 2915191"/>
                <a:gd name="connsiteY200" fmla="*/ 89206 h 399994"/>
                <a:gd name="connsiteX201" fmla="*/ 1959705 w 2915191"/>
                <a:gd name="connsiteY201" fmla="*/ 76794 h 399994"/>
                <a:gd name="connsiteX202" fmla="*/ 1969464 w 2915191"/>
                <a:gd name="connsiteY202" fmla="*/ 80481 h 399994"/>
                <a:gd name="connsiteX203" fmla="*/ 1979208 w 2915191"/>
                <a:gd name="connsiteY203" fmla="*/ 65197 h 399994"/>
                <a:gd name="connsiteX204" fmla="*/ 1988952 w 2915191"/>
                <a:gd name="connsiteY204" fmla="*/ 74227 h 399994"/>
                <a:gd name="connsiteX205" fmla="*/ 1998711 w 2915191"/>
                <a:gd name="connsiteY205" fmla="*/ 36403 h 399994"/>
                <a:gd name="connsiteX206" fmla="*/ 2008454 w 2915191"/>
                <a:gd name="connsiteY206" fmla="*/ 42698 h 399994"/>
                <a:gd name="connsiteX207" fmla="*/ 2018213 w 2915191"/>
                <a:gd name="connsiteY207" fmla="*/ 32046 h 399994"/>
                <a:gd name="connsiteX208" fmla="*/ 2027957 w 2915191"/>
                <a:gd name="connsiteY208" fmla="*/ 38600 h 399994"/>
                <a:gd name="connsiteX209" fmla="*/ 2037701 w 2915191"/>
                <a:gd name="connsiteY209" fmla="*/ 39704 h 399994"/>
                <a:gd name="connsiteX210" fmla="*/ 2047460 w 2915191"/>
                <a:gd name="connsiteY210" fmla="*/ 65329 h 399994"/>
                <a:gd name="connsiteX211" fmla="*/ 2057204 w 2915191"/>
                <a:gd name="connsiteY211" fmla="*/ 40813 h 399994"/>
                <a:gd name="connsiteX212" fmla="*/ 2066963 w 2915191"/>
                <a:gd name="connsiteY212" fmla="*/ 31251 h 399994"/>
                <a:gd name="connsiteX213" fmla="*/ 2076707 w 2915191"/>
                <a:gd name="connsiteY213" fmla="*/ 16101 h 399994"/>
                <a:gd name="connsiteX214" fmla="*/ 2086451 w 2915191"/>
                <a:gd name="connsiteY214" fmla="*/ 3832 h 399994"/>
                <a:gd name="connsiteX215" fmla="*/ 2096210 w 2915191"/>
                <a:gd name="connsiteY215" fmla="*/ 7126 h 399994"/>
                <a:gd name="connsiteX216" fmla="*/ 2105954 w 2915191"/>
                <a:gd name="connsiteY216" fmla="*/ 41762 h 399994"/>
                <a:gd name="connsiteX217" fmla="*/ 2115697 w 2915191"/>
                <a:gd name="connsiteY217" fmla="*/ 40936 h 399994"/>
                <a:gd name="connsiteX218" fmla="*/ 2125456 w 2915191"/>
                <a:gd name="connsiteY218" fmla="*/ 42227 h 399994"/>
                <a:gd name="connsiteX219" fmla="*/ 2135200 w 2915191"/>
                <a:gd name="connsiteY219" fmla="*/ 54968 h 399994"/>
                <a:gd name="connsiteX220" fmla="*/ 2144959 w 2915191"/>
                <a:gd name="connsiteY220" fmla="*/ 66129 h 399994"/>
                <a:gd name="connsiteX221" fmla="*/ 2154703 w 2915191"/>
                <a:gd name="connsiteY221" fmla="*/ 35163 h 399994"/>
                <a:gd name="connsiteX222" fmla="*/ 2164447 w 2915191"/>
                <a:gd name="connsiteY222" fmla="*/ 43013 h 399994"/>
                <a:gd name="connsiteX223" fmla="*/ 2174206 w 2915191"/>
                <a:gd name="connsiteY223" fmla="*/ 48258 h 399994"/>
                <a:gd name="connsiteX224" fmla="*/ 2183950 w 2915191"/>
                <a:gd name="connsiteY224" fmla="*/ 10712 h 399994"/>
                <a:gd name="connsiteX225" fmla="*/ 2193709 w 2915191"/>
                <a:gd name="connsiteY225" fmla="*/ 14935 h 399994"/>
                <a:gd name="connsiteX226" fmla="*/ 2203452 w 2915191"/>
                <a:gd name="connsiteY226" fmla="*/ 0 h 399994"/>
                <a:gd name="connsiteX227" fmla="*/ 2213196 w 2915191"/>
                <a:gd name="connsiteY227" fmla="*/ 1053 h 399994"/>
                <a:gd name="connsiteX228" fmla="*/ 2222955 w 2915191"/>
                <a:gd name="connsiteY228" fmla="*/ 43101 h 399994"/>
                <a:gd name="connsiteX229" fmla="*/ 2232699 w 2915191"/>
                <a:gd name="connsiteY229" fmla="*/ 84452 h 399994"/>
                <a:gd name="connsiteX230" fmla="*/ 2242458 w 2915191"/>
                <a:gd name="connsiteY230" fmla="*/ 105698 h 399994"/>
                <a:gd name="connsiteX231" fmla="*/ 2252202 w 2915191"/>
                <a:gd name="connsiteY231" fmla="*/ 173014 h 399994"/>
                <a:gd name="connsiteX232" fmla="*/ 2261946 w 2915191"/>
                <a:gd name="connsiteY232" fmla="*/ 207267 h 399994"/>
                <a:gd name="connsiteX233" fmla="*/ 2271705 w 2915191"/>
                <a:gd name="connsiteY233" fmla="*/ 222196 h 399994"/>
                <a:gd name="connsiteX234" fmla="*/ 2281449 w 2915191"/>
                <a:gd name="connsiteY234" fmla="*/ 235326 h 399994"/>
                <a:gd name="connsiteX235" fmla="*/ 2291208 w 2915191"/>
                <a:gd name="connsiteY235" fmla="*/ 211713 h 399994"/>
                <a:gd name="connsiteX236" fmla="*/ 2300951 w 2915191"/>
                <a:gd name="connsiteY236" fmla="*/ 207494 h 399994"/>
                <a:gd name="connsiteX237" fmla="*/ 2310695 w 2915191"/>
                <a:gd name="connsiteY237" fmla="*/ 214249 h 399994"/>
                <a:gd name="connsiteX238" fmla="*/ 2320454 w 2915191"/>
                <a:gd name="connsiteY238" fmla="*/ 192456 h 399994"/>
                <a:gd name="connsiteX239" fmla="*/ 2330198 w 2915191"/>
                <a:gd name="connsiteY239" fmla="*/ 201945 h 399994"/>
                <a:gd name="connsiteX240" fmla="*/ 2339957 w 2915191"/>
                <a:gd name="connsiteY240" fmla="*/ 228990 h 399994"/>
                <a:gd name="connsiteX241" fmla="*/ 2349701 w 2915191"/>
                <a:gd name="connsiteY241" fmla="*/ 243457 h 399994"/>
                <a:gd name="connsiteX242" fmla="*/ 2359445 w 2915191"/>
                <a:gd name="connsiteY242" fmla="*/ 218778 h 399994"/>
                <a:gd name="connsiteX243" fmla="*/ 2369204 w 2915191"/>
                <a:gd name="connsiteY243" fmla="*/ 171676 h 399994"/>
                <a:gd name="connsiteX244" fmla="*/ 2378948 w 2915191"/>
                <a:gd name="connsiteY244" fmla="*/ 161728 h 399994"/>
                <a:gd name="connsiteX245" fmla="*/ 2388692 w 2915191"/>
                <a:gd name="connsiteY245" fmla="*/ 135976 h 399994"/>
                <a:gd name="connsiteX246" fmla="*/ 2398450 w 2915191"/>
                <a:gd name="connsiteY246" fmla="*/ 113745 h 399994"/>
                <a:gd name="connsiteX247" fmla="*/ 2408194 w 2915191"/>
                <a:gd name="connsiteY247" fmla="*/ 88369 h 399994"/>
                <a:gd name="connsiteX248" fmla="*/ 2417953 w 2915191"/>
                <a:gd name="connsiteY248" fmla="*/ 105807 h 399994"/>
                <a:gd name="connsiteX249" fmla="*/ 2427697 w 2915191"/>
                <a:gd name="connsiteY249" fmla="*/ 112657 h 399994"/>
                <a:gd name="connsiteX250" fmla="*/ 2437441 w 2915191"/>
                <a:gd name="connsiteY250" fmla="*/ 97420 h 399994"/>
                <a:gd name="connsiteX251" fmla="*/ 2447200 w 2915191"/>
                <a:gd name="connsiteY251" fmla="*/ 120880 h 399994"/>
                <a:gd name="connsiteX252" fmla="*/ 2456944 w 2915191"/>
                <a:gd name="connsiteY252" fmla="*/ 120572 h 399994"/>
                <a:gd name="connsiteX253" fmla="*/ 2466703 w 2915191"/>
                <a:gd name="connsiteY253" fmla="*/ 115035 h 399994"/>
                <a:gd name="connsiteX254" fmla="*/ 2476446 w 2915191"/>
                <a:gd name="connsiteY254" fmla="*/ 116580 h 399994"/>
                <a:gd name="connsiteX255" fmla="*/ 2486190 w 2915191"/>
                <a:gd name="connsiteY255" fmla="*/ 105784 h 399994"/>
                <a:gd name="connsiteX256" fmla="*/ 2495949 w 2915191"/>
                <a:gd name="connsiteY256" fmla="*/ 85972 h 399994"/>
                <a:gd name="connsiteX257" fmla="*/ 2505693 w 2915191"/>
                <a:gd name="connsiteY257" fmla="*/ 70511 h 399994"/>
                <a:gd name="connsiteX258" fmla="*/ 2515452 w 2915191"/>
                <a:gd name="connsiteY258" fmla="*/ 93530 h 399994"/>
                <a:gd name="connsiteX259" fmla="*/ 2525196 w 2915191"/>
                <a:gd name="connsiteY259" fmla="*/ 92493 h 399994"/>
                <a:gd name="connsiteX260" fmla="*/ 2534940 w 2915191"/>
                <a:gd name="connsiteY260" fmla="*/ 101452 h 399994"/>
                <a:gd name="connsiteX261" fmla="*/ 2544699 w 2915191"/>
                <a:gd name="connsiteY261" fmla="*/ 95035 h 399994"/>
                <a:gd name="connsiteX262" fmla="*/ 2554443 w 2915191"/>
                <a:gd name="connsiteY262" fmla="*/ 91048 h 399994"/>
                <a:gd name="connsiteX263" fmla="*/ 2564202 w 2915191"/>
                <a:gd name="connsiteY263" fmla="*/ 86219 h 399994"/>
                <a:gd name="connsiteX264" fmla="*/ 2573946 w 2915191"/>
                <a:gd name="connsiteY264" fmla="*/ 66168 h 399994"/>
                <a:gd name="connsiteX265" fmla="*/ 2583690 w 2915191"/>
                <a:gd name="connsiteY265" fmla="*/ 60150 h 399994"/>
                <a:gd name="connsiteX266" fmla="*/ 2593448 w 2915191"/>
                <a:gd name="connsiteY266" fmla="*/ 45567 h 399994"/>
                <a:gd name="connsiteX267" fmla="*/ 2603192 w 2915191"/>
                <a:gd name="connsiteY267" fmla="*/ 51732 h 399994"/>
                <a:gd name="connsiteX268" fmla="*/ 2612951 w 2915191"/>
                <a:gd name="connsiteY268" fmla="*/ 64776 h 399994"/>
                <a:gd name="connsiteX269" fmla="*/ 2622695 w 2915191"/>
                <a:gd name="connsiteY269" fmla="*/ 57529 h 399994"/>
                <a:gd name="connsiteX270" fmla="*/ 2632439 w 2915191"/>
                <a:gd name="connsiteY270" fmla="*/ 76268 h 399994"/>
                <a:gd name="connsiteX271" fmla="*/ 2642198 w 2915191"/>
                <a:gd name="connsiteY271" fmla="*/ 101228 h 399994"/>
                <a:gd name="connsiteX272" fmla="*/ 2651942 w 2915191"/>
                <a:gd name="connsiteY272" fmla="*/ 109552 h 399994"/>
                <a:gd name="connsiteX273" fmla="*/ 2661685 w 2915191"/>
                <a:gd name="connsiteY273" fmla="*/ 97119 h 399994"/>
                <a:gd name="connsiteX274" fmla="*/ 2671444 w 2915191"/>
                <a:gd name="connsiteY274" fmla="*/ 121623 h 399994"/>
                <a:gd name="connsiteX275" fmla="*/ 2681188 w 2915191"/>
                <a:gd name="connsiteY275" fmla="*/ 121017 h 399994"/>
                <a:gd name="connsiteX276" fmla="*/ 2690947 w 2915191"/>
                <a:gd name="connsiteY276" fmla="*/ 142124 h 399994"/>
                <a:gd name="connsiteX277" fmla="*/ 2700691 w 2915191"/>
                <a:gd name="connsiteY277" fmla="*/ 162129 h 399994"/>
                <a:gd name="connsiteX278" fmla="*/ 2710435 w 2915191"/>
                <a:gd name="connsiteY278" fmla="*/ 158610 h 399994"/>
                <a:gd name="connsiteX279" fmla="*/ 2720194 w 2915191"/>
                <a:gd name="connsiteY279" fmla="*/ 192237 h 399994"/>
                <a:gd name="connsiteX280" fmla="*/ 2729938 w 2915191"/>
                <a:gd name="connsiteY280" fmla="*/ 202759 h 399994"/>
                <a:gd name="connsiteX281" fmla="*/ 2739697 w 2915191"/>
                <a:gd name="connsiteY281" fmla="*/ 204781 h 399994"/>
                <a:gd name="connsiteX282" fmla="*/ 2749441 w 2915191"/>
                <a:gd name="connsiteY282" fmla="*/ 230986 h 399994"/>
                <a:gd name="connsiteX283" fmla="*/ 2759185 w 2915191"/>
                <a:gd name="connsiteY283" fmla="*/ 226898 h 399994"/>
                <a:gd name="connsiteX284" fmla="*/ 2768943 w 2915191"/>
                <a:gd name="connsiteY284" fmla="*/ 229206 h 399994"/>
                <a:gd name="connsiteX285" fmla="*/ 2778687 w 2915191"/>
                <a:gd name="connsiteY285" fmla="*/ 213902 h 399994"/>
                <a:gd name="connsiteX286" fmla="*/ 2788446 w 2915191"/>
                <a:gd name="connsiteY286" fmla="*/ 194338 h 399994"/>
                <a:gd name="connsiteX287" fmla="*/ 2798190 w 2915191"/>
                <a:gd name="connsiteY287" fmla="*/ 180191 h 399994"/>
                <a:gd name="connsiteX288" fmla="*/ 2807934 w 2915191"/>
                <a:gd name="connsiteY288" fmla="*/ 135807 h 399994"/>
                <a:gd name="connsiteX289" fmla="*/ 2817693 w 2915191"/>
                <a:gd name="connsiteY289" fmla="*/ 156104 h 399994"/>
                <a:gd name="connsiteX290" fmla="*/ 2827437 w 2915191"/>
                <a:gd name="connsiteY290" fmla="*/ 130952 h 399994"/>
                <a:gd name="connsiteX291" fmla="*/ 2837196 w 2915191"/>
                <a:gd name="connsiteY291" fmla="*/ 141654 h 399994"/>
                <a:gd name="connsiteX292" fmla="*/ 2846940 w 2915191"/>
                <a:gd name="connsiteY292" fmla="*/ 126746 h 399994"/>
                <a:gd name="connsiteX293" fmla="*/ 2856684 w 2915191"/>
                <a:gd name="connsiteY293" fmla="*/ 132857 h 399994"/>
                <a:gd name="connsiteX294" fmla="*/ 2866442 w 2915191"/>
                <a:gd name="connsiteY294" fmla="*/ 139376 h 399994"/>
                <a:gd name="connsiteX295" fmla="*/ 2876186 w 2915191"/>
                <a:gd name="connsiteY295" fmla="*/ 154376 h 399994"/>
                <a:gd name="connsiteX296" fmla="*/ 2885945 w 2915191"/>
                <a:gd name="connsiteY296" fmla="*/ 152043 h 399994"/>
                <a:gd name="connsiteX297" fmla="*/ 2895689 w 2915191"/>
                <a:gd name="connsiteY297" fmla="*/ 121001 h 399994"/>
                <a:gd name="connsiteX298" fmla="*/ 2905433 w 2915191"/>
                <a:gd name="connsiteY298" fmla="*/ 129134 h 399994"/>
                <a:gd name="connsiteX299" fmla="*/ 2915192 w 2915191"/>
                <a:gd name="connsiteY299" fmla="*/ 148373 h 399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99994">
                  <a:moveTo>
                    <a:pt x="0" y="328532"/>
                  </a:moveTo>
                  <a:lnTo>
                    <a:pt x="9750" y="314941"/>
                  </a:lnTo>
                  <a:lnTo>
                    <a:pt x="19500" y="275934"/>
                  </a:lnTo>
                  <a:lnTo>
                    <a:pt x="29250" y="277133"/>
                  </a:lnTo>
                  <a:lnTo>
                    <a:pt x="39000" y="324981"/>
                  </a:lnTo>
                  <a:lnTo>
                    <a:pt x="48749" y="322709"/>
                  </a:lnTo>
                  <a:lnTo>
                    <a:pt x="58499" y="327532"/>
                  </a:lnTo>
                  <a:lnTo>
                    <a:pt x="68249" y="324528"/>
                  </a:lnTo>
                  <a:lnTo>
                    <a:pt x="77998" y="317153"/>
                  </a:lnTo>
                  <a:lnTo>
                    <a:pt x="87748" y="346881"/>
                  </a:lnTo>
                  <a:lnTo>
                    <a:pt x="97497" y="364197"/>
                  </a:lnTo>
                  <a:lnTo>
                    <a:pt x="107247" y="342498"/>
                  </a:lnTo>
                  <a:lnTo>
                    <a:pt x="116997" y="367685"/>
                  </a:lnTo>
                  <a:lnTo>
                    <a:pt x="126747" y="381114"/>
                  </a:lnTo>
                  <a:lnTo>
                    <a:pt x="136497" y="366502"/>
                  </a:lnTo>
                  <a:lnTo>
                    <a:pt x="146247" y="343644"/>
                  </a:lnTo>
                  <a:lnTo>
                    <a:pt x="155997" y="326610"/>
                  </a:lnTo>
                  <a:lnTo>
                    <a:pt x="165747" y="303467"/>
                  </a:lnTo>
                  <a:lnTo>
                    <a:pt x="175497" y="311384"/>
                  </a:lnTo>
                  <a:lnTo>
                    <a:pt x="185247" y="301180"/>
                  </a:lnTo>
                  <a:lnTo>
                    <a:pt x="194996" y="332782"/>
                  </a:lnTo>
                  <a:lnTo>
                    <a:pt x="204746" y="315696"/>
                  </a:lnTo>
                  <a:lnTo>
                    <a:pt x="214495" y="261139"/>
                  </a:lnTo>
                  <a:lnTo>
                    <a:pt x="224245" y="281051"/>
                  </a:lnTo>
                  <a:lnTo>
                    <a:pt x="233995" y="261590"/>
                  </a:lnTo>
                  <a:lnTo>
                    <a:pt x="243744" y="246119"/>
                  </a:lnTo>
                  <a:lnTo>
                    <a:pt x="253494" y="198548"/>
                  </a:lnTo>
                  <a:lnTo>
                    <a:pt x="263244" y="180068"/>
                  </a:lnTo>
                  <a:lnTo>
                    <a:pt x="272994" y="221430"/>
                  </a:lnTo>
                  <a:lnTo>
                    <a:pt x="282744" y="218795"/>
                  </a:lnTo>
                  <a:lnTo>
                    <a:pt x="292494" y="179700"/>
                  </a:lnTo>
                  <a:lnTo>
                    <a:pt x="302244" y="172259"/>
                  </a:lnTo>
                  <a:lnTo>
                    <a:pt x="311994" y="182533"/>
                  </a:lnTo>
                  <a:lnTo>
                    <a:pt x="321744" y="117784"/>
                  </a:lnTo>
                  <a:lnTo>
                    <a:pt x="331493" y="127622"/>
                  </a:lnTo>
                  <a:lnTo>
                    <a:pt x="341243" y="161593"/>
                  </a:lnTo>
                  <a:lnTo>
                    <a:pt x="350993" y="176274"/>
                  </a:lnTo>
                  <a:lnTo>
                    <a:pt x="360742" y="133756"/>
                  </a:lnTo>
                  <a:lnTo>
                    <a:pt x="370492" y="141518"/>
                  </a:lnTo>
                  <a:lnTo>
                    <a:pt x="380241" y="146630"/>
                  </a:lnTo>
                  <a:lnTo>
                    <a:pt x="389991" y="123189"/>
                  </a:lnTo>
                  <a:lnTo>
                    <a:pt x="399741" y="129618"/>
                  </a:lnTo>
                  <a:lnTo>
                    <a:pt x="409491" y="159464"/>
                  </a:lnTo>
                  <a:lnTo>
                    <a:pt x="419241" y="118131"/>
                  </a:lnTo>
                  <a:lnTo>
                    <a:pt x="428991" y="126351"/>
                  </a:lnTo>
                  <a:lnTo>
                    <a:pt x="438741" y="157067"/>
                  </a:lnTo>
                  <a:lnTo>
                    <a:pt x="448491" y="132890"/>
                  </a:lnTo>
                  <a:lnTo>
                    <a:pt x="458241" y="184175"/>
                  </a:lnTo>
                  <a:lnTo>
                    <a:pt x="467991" y="189739"/>
                  </a:lnTo>
                  <a:lnTo>
                    <a:pt x="477740" y="244345"/>
                  </a:lnTo>
                  <a:lnTo>
                    <a:pt x="487490" y="239321"/>
                  </a:lnTo>
                  <a:lnTo>
                    <a:pt x="497239" y="275442"/>
                  </a:lnTo>
                  <a:lnTo>
                    <a:pt x="506989" y="264144"/>
                  </a:lnTo>
                  <a:lnTo>
                    <a:pt x="516738" y="285853"/>
                  </a:lnTo>
                  <a:lnTo>
                    <a:pt x="526488" y="246104"/>
                  </a:lnTo>
                  <a:lnTo>
                    <a:pt x="536238" y="243814"/>
                  </a:lnTo>
                  <a:lnTo>
                    <a:pt x="545988" y="261735"/>
                  </a:lnTo>
                  <a:lnTo>
                    <a:pt x="555738" y="240359"/>
                  </a:lnTo>
                  <a:lnTo>
                    <a:pt x="565488" y="261275"/>
                  </a:lnTo>
                  <a:lnTo>
                    <a:pt x="575238" y="266644"/>
                  </a:lnTo>
                  <a:lnTo>
                    <a:pt x="584988" y="246657"/>
                  </a:lnTo>
                  <a:lnTo>
                    <a:pt x="594738" y="257143"/>
                  </a:lnTo>
                  <a:lnTo>
                    <a:pt x="604488" y="246072"/>
                  </a:lnTo>
                  <a:lnTo>
                    <a:pt x="614237" y="232725"/>
                  </a:lnTo>
                  <a:lnTo>
                    <a:pt x="623987" y="239631"/>
                  </a:lnTo>
                  <a:lnTo>
                    <a:pt x="633736" y="262098"/>
                  </a:lnTo>
                  <a:lnTo>
                    <a:pt x="643486" y="281625"/>
                  </a:lnTo>
                  <a:lnTo>
                    <a:pt x="653236" y="308923"/>
                  </a:lnTo>
                  <a:lnTo>
                    <a:pt x="662985" y="301010"/>
                  </a:lnTo>
                  <a:lnTo>
                    <a:pt x="672735" y="317982"/>
                  </a:lnTo>
                  <a:lnTo>
                    <a:pt x="682485" y="333965"/>
                  </a:lnTo>
                  <a:lnTo>
                    <a:pt x="692235" y="350966"/>
                  </a:lnTo>
                  <a:lnTo>
                    <a:pt x="701985" y="376998"/>
                  </a:lnTo>
                  <a:lnTo>
                    <a:pt x="711735" y="399994"/>
                  </a:lnTo>
                  <a:lnTo>
                    <a:pt x="721485" y="377358"/>
                  </a:lnTo>
                  <a:lnTo>
                    <a:pt x="731235" y="354235"/>
                  </a:lnTo>
                  <a:lnTo>
                    <a:pt x="740985" y="359864"/>
                  </a:lnTo>
                  <a:lnTo>
                    <a:pt x="750734" y="385288"/>
                  </a:lnTo>
                  <a:lnTo>
                    <a:pt x="760484" y="381399"/>
                  </a:lnTo>
                  <a:lnTo>
                    <a:pt x="770233" y="356345"/>
                  </a:lnTo>
                  <a:lnTo>
                    <a:pt x="779983" y="359156"/>
                  </a:lnTo>
                  <a:lnTo>
                    <a:pt x="789733" y="356528"/>
                  </a:lnTo>
                  <a:lnTo>
                    <a:pt x="799482" y="362555"/>
                  </a:lnTo>
                  <a:lnTo>
                    <a:pt x="809232" y="336532"/>
                  </a:lnTo>
                  <a:lnTo>
                    <a:pt x="818982" y="293799"/>
                  </a:lnTo>
                  <a:lnTo>
                    <a:pt x="828732" y="258959"/>
                  </a:lnTo>
                  <a:lnTo>
                    <a:pt x="838482" y="232880"/>
                  </a:lnTo>
                  <a:lnTo>
                    <a:pt x="848232" y="252596"/>
                  </a:lnTo>
                  <a:lnTo>
                    <a:pt x="857982" y="248375"/>
                  </a:lnTo>
                  <a:lnTo>
                    <a:pt x="867732" y="271278"/>
                  </a:lnTo>
                  <a:lnTo>
                    <a:pt x="877482" y="272149"/>
                  </a:lnTo>
                  <a:lnTo>
                    <a:pt x="887231" y="235940"/>
                  </a:lnTo>
                  <a:lnTo>
                    <a:pt x="896981" y="255957"/>
                  </a:lnTo>
                  <a:lnTo>
                    <a:pt x="906730" y="261747"/>
                  </a:lnTo>
                  <a:lnTo>
                    <a:pt x="916480" y="266698"/>
                  </a:lnTo>
                  <a:lnTo>
                    <a:pt x="926230" y="282821"/>
                  </a:lnTo>
                  <a:lnTo>
                    <a:pt x="935979" y="286992"/>
                  </a:lnTo>
                  <a:lnTo>
                    <a:pt x="945729" y="330467"/>
                  </a:lnTo>
                  <a:lnTo>
                    <a:pt x="955479" y="338402"/>
                  </a:lnTo>
                  <a:lnTo>
                    <a:pt x="965229" y="330936"/>
                  </a:lnTo>
                  <a:lnTo>
                    <a:pt x="974979" y="324264"/>
                  </a:lnTo>
                  <a:lnTo>
                    <a:pt x="984729" y="306173"/>
                  </a:lnTo>
                  <a:lnTo>
                    <a:pt x="994474" y="303622"/>
                  </a:lnTo>
                  <a:lnTo>
                    <a:pt x="1004233" y="283093"/>
                  </a:lnTo>
                  <a:lnTo>
                    <a:pt x="1013977" y="264508"/>
                  </a:lnTo>
                  <a:lnTo>
                    <a:pt x="1023721" y="260173"/>
                  </a:lnTo>
                  <a:lnTo>
                    <a:pt x="1033480" y="268283"/>
                  </a:lnTo>
                  <a:lnTo>
                    <a:pt x="1043224" y="263663"/>
                  </a:lnTo>
                  <a:lnTo>
                    <a:pt x="1052983" y="273889"/>
                  </a:lnTo>
                  <a:lnTo>
                    <a:pt x="1062727" y="265935"/>
                  </a:lnTo>
                  <a:lnTo>
                    <a:pt x="1072471" y="285731"/>
                  </a:lnTo>
                  <a:lnTo>
                    <a:pt x="1082230" y="295380"/>
                  </a:lnTo>
                  <a:lnTo>
                    <a:pt x="1091973" y="295348"/>
                  </a:lnTo>
                  <a:lnTo>
                    <a:pt x="1101732" y="269497"/>
                  </a:lnTo>
                  <a:lnTo>
                    <a:pt x="1111476" y="282661"/>
                  </a:lnTo>
                  <a:lnTo>
                    <a:pt x="1121220" y="295745"/>
                  </a:lnTo>
                  <a:lnTo>
                    <a:pt x="1130979" y="272742"/>
                  </a:lnTo>
                  <a:lnTo>
                    <a:pt x="1140723" y="292400"/>
                  </a:lnTo>
                  <a:lnTo>
                    <a:pt x="1150482" y="282130"/>
                  </a:lnTo>
                  <a:lnTo>
                    <a:pt x="1160226" y="316068"/>
                  </a:lnTo>
                  <a:lnTo>
                    <a:pt x="1169969" y="333375"/>
                  </a:lnTo>
                  <a:lnTo>
                    <a:pt x="1179728" y="331054"/>
                  </a:lnTo>
                  <a:lnTo>
                    <a:pt x="1189472" y="301582"/>
                  </a:lnTo>
                  <a:lnTo>
                    <a:pt x="1199231" y="304078"/>
                  </a:lnTo>
                  <a:lnTo>
                    <a:pt x="1208975" y="305609"/>
                  </a:lnTo>
                  <a:lnTo>
                    <a:pt x="1218719" y="306290"/>
                  </a:lnTo>
                  <a:lnTo>
                    <a:pt x="1228478" y="277961"/>
                  </a:lnTo>
                  <a:lnTo>
                    <a:pt x="1238222" y="228111"/>
                  </a:lnTo>
                  <a:lnTo>
                    <a:pt x="1247966" y="225891"/>
                  </a:lnTo>
                  <a:lnTo>
                    <a:pt x="1257725" y="225442"/>
                  </a:lnTo>
                  <a:lnTo>
                    <a:pt x="1267469" y="200983"/>
                  </a:lnTo>
                  <a:lnTo>
                    <a:pt x="1277227" y="227136"/>
                  </a:lnTo>
                  <a:lnTo>
                    <a:pt x="1286971" y="221299"/>
                  </a:lnTo>
                  <a:lnTo>
                    <a:pt x="1296715" y="186644"/>
                  </a:lnTo>
                  <a:lnTo>
                    <a:pt x="1306474" y="228824"/>
                  </a:lnTo>
                  <a:lnTo>
                    <a:pt x="1316218" y="239908"/>
                  </a:lnTo>
                  <a:lnTo>
                    <a:pt x="1325977" y="247952"/>
                  </a:lnTo>
                  <a:lnTo>
                    <a:pt x="1335721" y="231080"/>
                  </a:lnTo>
                  <a:lnTo>
                    <a:pt x="1345465" y="262808"/>
                  </a:lnTo>
                  <a:lnTo>
                    <a:pt x="1355224" y="287665"/>
                  </a:lnTo>
                  <a:lnTo>
                    <a:pt x="1364967" y="289340"/>
                  </a:lnTo>
                  <a:lnTo>
                    <a:pt x="1374726" y="301281"/>
                  </a:lnTo>
                  <a:lnTo>
                    <a:pt x="1384470" y="266704"/>
                  </a:lnTo>
                  <a:lnTo>
                    <a:pt x="1394214" y="261242"/>
                  </a:lnTo>
                  <a:lnTo>
                    <a:pt x="1403973" y="248363"/>
                  </a:lnTo>
                  <a:lnTo>
                    <a:pt x="1413717" y="245379"/>
                  </a:lnTo>
                  <a:lnTo>
                    <a:pt x="1423476" y="251827"/>
                  </a:lnTo>
                  <a:lnTo>
                    <a:pt x="1433220" y="228610"/>
                  </a:lnTo>
                  <a:lnTo>
                    <a:pt x="1442964" y="210986"/>
                  </a:lnTo>
                  <a:lnTo>
                    <a:pt x="1452722" y="211049"/>
                  </a:lnTo>
                  <a:lnTo>
                    <a:pt x="1462466" y="202047"/>
                  </a:lnTo>
                  <a:lnTo>
                    <a:pt x="1472225" y="204265"/>
                  </a:lnTo>
                  <a:lnTo>
                    <a:pt x="1481969" y="195288"/>
                  </a:lnTo>
                  <a:lnTo>
                    <a:pt x="1491713" y="183749"/>
                  </a:lnTo>
                  <a:lnTo>
                    <a:pt x="1501472" y="197812"/>
                  </a:lnTo>
                  <a:lnTo>
                    <a:pt x="1511216" y="169145"/>
                  </a:lnTo>
                  <a:lnTo>
                    <a:pt x="1520960" y="173189"/>
                  </a:lnTo>
                  <a:lnTo>
                    <a:pt x="1530719" y="153476"/>
                  </a:lnTo>
                  <a:lnTo>
                    <a:pt x="1540463" y="161620"/>
                  </a:lnTo>
                  <a:lnTo>
                    <a:pt x="1550221" y="171443"/>
                  </a:lnTo>
                  <a:lnTo>
                    <a:pt x="1559965" y="152247"/>
                  </a:lnTo>
                  <a:lnTo>
                    <a:pt x="1569709" y="139916"/>
                  </a:lnTo>
                  <a:lnTo>
                    <a:pt x="1579468" y="110874"/>
                  </a:lnTo>
                  <a:lnTo>
                    <a:pt x="1589212" y="173296"/>
                  </a:lnTo>
                  <a:lnTo>
                    <a:pt x="1598971" y="192580"/>
                  </a:lnTo>
                  <a:lnTo>
                    <a:pt x="1608715" y="168092"/>
                  </a:lnTo>
                  <a:lnTo>
                    <a:pt x="1618459" y="141171"/>
                  </a:lnTo>
                  <a:lnTo>
                    <a:pt x="1628218" y="115066"/>
                  </a:lnTo>
                  <a:lnTo>
                    <a:pt x="1637962" y="130524"/>
                  </a:lnTo>
                  <a:lnTo>
                    <a:pt x="1647720" y="114391"/>
                  </a:lnTo>
                  <a:lnTo>
                    <a:pt x="1657464" y="162651"/>
                  </a:lnTo>
                  <a:lnTo>
                    <a:pt x="1667208" y="143108"/>
                  </a:lnTo>
                  <a:lnTo>
                    <a:pt x="1676967" y="121524"/>
                  </a:lnTo>
                  <a:lnTo>
                    <a:pt x="1686711" y="124824"/>
                  </a:lnTo>
                  <a:lnTo>
                    <a:pt x="1696470" y="135026"/>
                  </a:lnTo>
                  <a:lnTo>
                    <a:pt x="1706214" y="137690"/>
                  </a:lnTo>
                  <a:lnTo>
                    <a:pt x="1715958" y="124721"/>
                  </a:lnTo>
                  <a:lnTo>
                    <a:pt x="1725716" y="143486"/>
                  </a:lnTo>
                  <a:lnTo>
                    <a:pt x="1735460" y="116865"/>
                  </a:lnTo>
                  <a:lnTo>
                    <a:pt x="1745219" y="96662"/>
                  </a:lnTo>
                  <a:lnTo>
                    <a:pt x="1754963" y="91148"/>
                  </a:lnTo>
                  <a:lnTo>
                    <a:pt x="1764707" y="84979"/>
                  </a:lnTo>
                  <a:lnTo>
                    <a:pt x="1774466" y="65550"/>
                  </a:lnTo>
                  <a:lnTo>
                    <a:pt x="1784210" y="90045"/>
                  </a:lnTo>
                  <a:lnTo>
                    <a:pt x="1793969" y="88491"/>
                  </a:lnTo>
                  <a:lnTo>
                    <a:pt x="1803713" y="90757"/>
                  </a:lnTo>
                  <a:lnTo>
                    <a:pt x="1813457" y="59909"/>
                  </a:lnTo>
                  <a:lnTo>
                    <a:pt x="1823215" y="83956"/>
                  </a:lnTo>
                  <a:lnTo>
                    <a:pt x="1832959" y="63172"/>
                  </a:lnTo>
                  <a:lnTo>
                    <a:pt x="1842703" y="35433"/>
                  </a:lnTo>
                  <a:lnTo>
                    <a:pt x="1852462" y="29706"/>
                  </a:lnTo>
                  <a:lnTo>
                    <a:pt x="1862206" y="60214"/>
                  </a:lnTo>
                  <a:lnTo>
                    <a:pt x="1871965" y="38699"/>
                  </a:lnTo>
                  <a:lnTo>
                    <a:pt x="1881709" y="31342"/>
                  </a:lnTo>
                  <a:lnTo>
                    <a:pt x="1891453" y="39450"/>
                  </a:lnTo>
                  <a:lnTo>
                    <a:pt x="1901212" y="71558"/>
                  </a:lnTo>
                  <a:lnTo>
                    <a:pt x="1910956" y="75600"/>
                  </a:lnTo>
                  <a:lnTo>
                    <a:pt x="1920714" y="81427"/>
                  </a:lnTo>
                  <a:lnTo>
                    <a:pt x="1930458" y="110294"/>
                  </a:lnTo>
                  <a:lnTo>
                    <a:pt x="1940202" y="93732"/>
                  </a:lnTo>
                  <a:lnTo>
                    <a:pt x="1949961" y="89206"/>
                  </a:lnTo>
                  <a:lnTo>
                    <a:pt x="1959705" y="76794"/>
                  </a:lnTo>
                  <a:lnTo>
                    <a:pt x="1969464" y="80481"/>
                  </a:lnTo>
                  <a:lnTo>
                    <a:pt x="1979208" y="65197"/>
                  </a:lnTo>
                  <a:lnTo>
                    <a:pt x="1988952" y="74227"/>
                  </a:lnTo>
                  <a:lnTo>
                    <a:pt x="1998711" y="36403"/>
                  </a:lnTo>
                  <a:lnTo>
                    <a:pt x="2008454" y="42698"/>
                  </a:lnTo>
                  <a:lnTo>
                    <a:pt x="2018213" y="32046"/>
                  </a:lnTo>
                  <a:lnTo>
                    <a:pt x="2027957" y="38600"/>
                  </a:lnTo>
                  <a:lnTo>
                    <a:pt x="2037701" y="39704"/>
                  </a:lnTo>
                  <a:lnTo>
                    <a:pt x="2047460" y="65329"/>
                  </a:lnTo>
                  <a:lnTo>
                    <a:pt x="2057204" y="40813"/>
                  </a:lnTo>
                  <a:lnTo>
                    <a:pt x="2066963" y="31251"/>
                  </a:lnTo>
                  <a:lnTo>
                    <a:pt x="2076707" y="16101"/>
                  </a:lnTo>
                  <a:lnTo>
                    <a:pt x="2086451" y="3832"/>
                  </a:lnTo>
                  <a:lnTo>
                    <a:pt x="2096210" y="7126"/>
                  </a:lnTo>
                  <a:lnTo>
                    <a:pt x="2105954" y="41762"/>
                  </a:lnTo>
                  <a:lnTo>
                    <a:pt x="2115697" y="40936"/>
                  </a:lnTo>
                  <a:lnTo>
                    <a:pt x="2125456" y="42227"/>
                  </a:lnTo>
                  <a:lnTo>
                    <a:pt x="2135200" y="54968"/>
                  </a:lnTo>
                  <a:lnTo>
                    <a:pt x="2144959" y="66129"/>
                  </a:lnTo>
                  <a:lnTo>
                    <a:pt x="2154703" y="35163"/>
                  </a:lnTo>
                  <a:lnTo>
                    <a:pt x="2164447" y="43013"/>
                  </a:lnTo>
                  <a:lnTo>
                    <a:pt x="2174206" y="48258"/>
                  </a:lnTo>
                  <a:lnTo>
                    <a:pt x="2183950" y="10712"/>
                  </a:lnTo>
                  <a:lnTo>
                    <a:pt x="2193709" y="14935"/>
                  </a:lnTo>
                  <a:lnTo>
                    <a:pt x="2203452" y="0"/>
                  </a:lnTo>
                  <a:lnTo>
                    <a:pt x="2213196" y="1053"/>
                  </a:lnTo>
                  <a:lnTo>
                    <a:pt x="2222955" y="43101"/>
                  </a:lnTo>
                  <a:lnTo>
                    <a:pt x="2232699" y="84452"/>
                  </a:lnTo>
                  <a:lnTo>
                    <a:pt x="2242458" y="105698"/>
                  </a:lnTo>
                  <a:lnTo>
                    <a:pt x="2252202" y="173014"/>
                  </a:lnTo>
                  <a:lnTo>
                    <a:pt x="2261946" y="207267"/>
                  </a:lnTo>
                  <a:lnTo>
                    <a:pt x="2271705" y="222196"/>
                  </a:lnTo>
                  <a:lnTo>
                    <a:pt x="2281449" y="235326"/>
                  </a:lnTo>
                  <a:lnTo>
                    <a:pt x="2291208" y="211713"/>
                  </a:lnTo>
                  <a:lnTo>
                    <a:pt x="2300951" y="207494"/>
                  </a:lnTo>
                  <a:lnTo>
                    <a:pt x="2310695" y="214249"/>
                  </a:lnTo>
                  <a:lnTo>
                    <a:pt x="2320454" y="192456"/>
                  </a:lnTo>
                  <a:lnTo>
                    <a:pt x="2330198" y="201945"/>
                  </a:lnTo>
                  <a:lnTo>
                    <a:pt x="2339957" y="228990"/>
                  </a:lnTo>
                  <a:lnTo>
                    <a:pt x="2349701" y="243457"/>
                  </a:lnTo>
                  <a:lnTo>
                    <a:pt x="2359445" y="218778"/>
                  </a:lnTo>
                  <a:lnTo>
                    <a:pt x="2369204" y="171676"/>
                  </a:lnTo>
                  <a:lnTo>
                    <a:pt x="2378948" y="161728"/>
                  </a:lnTo>
                  <a:lnTo>
                    <a:pt x="2388692" y="135976"/>
                  </a:lnTo>
                  <a:lnTo>
                    <a:pt x="2398450" y="113745"/>
                  </a:lnTo>
                  <a:lnTo>
                    <a:pt x="2408194" y="88369"/>
                  </a:lnTo>
                  <a:lnTo>
                    <a:pt x="2417953" y="105807"/>
                  </a:lnTo>
                  <a:lnTo>
                    <a:pt x="2427697" y="112657"/>
                  </a:lnTo>
                  <a:lnTo>
                    <a:pt x="2437441" y="97420"/>
                  </a:lnTo>
                  <a:lnTo>
                    <a:pt x="2447200" y="120880"/>
                  </a:lnTo>
                  <a:lnTo>
                    <a:pt x="2456944" y="120572"/>
                  </a:lnTo>
                  <a:lnTo>
                    <a:pt x="2466703" y="115035"/>
                  </a:lnTo>
                  <a:lnTo>
                    <a:pt x="2476446" y="116580"/>
                  </a:lnTo>
                  <a:lnTo>
                    <a:pt x="2486190" y="105784"/>
                  </a:lnTo>
                  <a:lnTo>
                    <a:pt x="2495949" y="85972"/>
                  </a:lnTo>
                  <a:lnTo>
                    <a:pt x="2505693" y="70511"/>
                  </a:lnTo>
                  <a:lnTo>
                    <a:pt x="2515452" y="93530"/>
                  </a:lnTo>
                  <a:lnTo>
                    <a:pt x="2525196" y="92493"/>
                  </a:lnTo>
                  <a:lnTo>
                    <a:pt x="2534940" y="101452"/>
                  </a:lnTo>
                  <a:lnTo>
                    <a:pt x="2544699" y="95035"/>
                  </a:lnTo>
                  <a:lnTo>
                    <a:pt x="2554443" y="91048"/>
                  </a:lnTo>
                  <a:lnTo>
                    <a:pt x="2564202" y="86219"/>
                  </a:lnTo>
                  <a:lnTo>
                    <a:pt x="2573946" y="66168"/>
                  </a:lnTo>
                  <a:lnTo>
                    <a:pt x="2583690" y="60150"/>
                  </a:lnTo>
                  <a:lnTo>
                    <a:pt x="2593448" y="45567"/>
                  </a:lnTo>
                  <a:lnTo>
                    <a:pt x="2603192" y="51732"/>
                  </a:lnTo>
                  <a:lnTo>
                    <a:pt x="2612951" y="64776"/>
                  </a:lnTo>
                  <a:lnTo>
                    <a:pt x="2622695" y="57529"/>
                  </a:lnTo>
                  <a:lnTo>
                    <a:pt x="2632439" y="76268"/>
                  </a:lnTo>
                  <a:lnTo>
                    <a:pt x="2642198" y="101228"/>
                  </a:lnTo>
                  <a:lnTo>
                    <a:pt x="2651942" y="109552"/>
                  </a:lnTo>
                  <a:lnTo>
                    <a:pt x="2661685" y="97119"/>
                  </a:lnTo>
                  <a:lnTo>
                    <a:pt x="2671444" y="121623"/>
                  </a:lnTo>
                  <a:lnTo>
                    <a:pt x="2681188" y="121017"/>
                  </a:lnTo>
                  <a:lnTo>
                    <a:pt x="2690947" y="142124"/>
                  </a:lnTo>
                  <a:lnTo>
                    <a:pt x="2700691" y="162129"/>
                  </a:lnTo>
                  <a:lnTo>
                    <a:pt x="2710435" y="158610"/>
                  </a:lnTo>
                  <a:lnTo>
                    <a:pt x="2720194" y="192237"/>
                  </a:lnTo>
                  <a:lnTo>
                    <a:pt x="2729938" y="202759"/>
                  </a:lnTo>
                  <a:lnTo>
                    <a:pt x="2739697" y="204781"/>
                  </a:lnTo>
                  <a:lnTo>
                    <a:pt x="2749441" y="230986"/>
                  </a:lnTo>
                  <a:lnTo>
                    <a:pt x="2759185" y="226898"/>
                  </a:lnTo>
                  <a:lnTo>
                    <a:pt x="2768943" y="229206"/>
                  </a:lnTo>
                  <a:lnTo>
                    <a:pt x="2778687" y="213902"/>
                  </a:lnTo>
                  <a:lnTo>
                    <a:pt x="2788446" y="194338"/>
                  </a:lnTo>
                  <a:lnTo>
                    <a:pt x="2798190" y="180191"/>
                  </a:lnTo>
                  <a:lnTo>
                    <a:pt x="2807934" y="135807"/>
                  </a:lnTo>
                  <a:lnTo>
                    <a:pt x="2817693" y="156104"/>
                  </a:lnTo>
                  <a:lnTo>
                    <a:pt x="2827437" y="130952"/>
                  </a:lnTo>
                  <a:lnTo>
                    <a:pt x="2837196" y="141654"/>
                  </a:lnTo>
                  <a:lnTo>
                    <a:pt x="2846940" y="126746"/>
                  </a:lnTo>
                  <a:lnTo>
                    <a:pt x="2856684" y="132857"/>
                  </a:lnTo>
                  <a:lnTo>
                    <a:pt x="2866442" y="139376"/>
                  </a:lnTo>
                  <a:lnTo>
                    <a:pt x="2876186" y="154376"/>
                  </a:lnTo>
                  <a:lnTo>
                    <a:pt x="2885945" y="152043"/>
                  </a:lnTo>
                  <a:lnTo>
                    <a:pt x="2895689" y="121001"/>
                  </a:lnTo>
                  <a:lnTo>
                    <a:pt x="2905433" y="129134"/>
                  </a:lnTo>
                  <a:lnTo>
                    <a:pt x="2915192" y="14837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4" name="Freeform 1153">
              <a:extLst>
                <a:ext uri="{FF2B5EF4-FFF2-40B4-BE49-F238E27FC236}">
                  <a16:creationId xmlns:a16="http://schemas.microsoft.com/office/drawing/2014/main" id="{47ED157E-C25B-5797-F9E2-FC0375B09762}"/>
                </a:ext>
              </a:extLst>
            </p:cNvPr>
            <p:cNvSpPr/>
            <p:nvPr/>
          </p:nvSpPr>
          <p:spPr>
            <a:xfrm>
              <a:off x="4426652" y="3279404"/>
              <a:ext cx="2915191" cy="274287"/>
            </a:xfrm>
            <a:custGeom>
              <a:avLst/>
              <a:gdLst>
                <a:gd name="connsiteX0" fmla="*/ 0 w 2915191"/>
                <a:gd name="connsiteY0" fmla="*/ 181729 h 274287"/>
                <a:gd name="connsiteX1" fmla="*/ 9750 w 2915191"/>
                <a:gd name="connsiteY1" fmla="*/ 156427 h 274287"/>
                <a:gd name="connsiteX2" fmla="*/ 19500 w 2915191"/>
                <a:gd name="connsiteY2" fmla="*/ 163437 h 274287"/>
                <a:gd name="connsiteX3" fmla="*/ 29250 w 2915191"/>
                <a:gd name="connsiteY3" fmla="*/ 181718 h 274287"/>
                <a:gd name="connsiteX4" fmla="*/ 39000 w 2915191"/>
                <a:gd name="connsiteY4" fmla="*/ 199554 h 274287"/>
                <a:gd name="connsiteX5" fmla="*/ 48749 w 2915191"/>
                <a:gd name="connsiteY5" fmla="*/ 211068 h 274287"/>
                <a:gd name="connsiteX6" fmla="*/ 58499 w 2915191"/>
                <a:gd name="connsiteY6" fmla="*/ 228620 h 274287"/>
                <a:gd name="connsiteX7" fmla="*/ 68249 w 2915191"/>
                <a:gd name="connsiteY7" fmla="*/ 231356 h 274287"/>
                <a:gd name="connsiteX8" fmla="*/ 77998 w 2915191"/>
                <a:gd name="connsiteY8" fmla="*/ 221752 h 274287"/>
                <a:gd name="connsiteX9" fmla="*/ 87748 w 2915191"/>
                <a:gd name="connsiteY9" fmla="*/ 208408 h 274287"/>
                <a:gd name="connsiteX10" fmla="*/ 97497 w 2915191"/>
                <a:gd name="connsiteY10" fmla="*/ 211406 h 274287"/>
                <a:gd name="connsiteX11" fmla="*/ 107247 w 2915191"/>
                <a:gd name="connsiteY11" fmla="*/ 246249 h 274287"/>
                <a:gd name="connsiteX12" fmla="*/ 116997 w 2915191"/>
                <a:gd name="connsiteY12" fmla="*/ 206872 h 274287"/>
                <a:gd name="connsiteX13" fmla="*/ 126747 w 2915191"/>
                <a:gd name="connsiteY13" fmla="*/ 207616 h 274287"/>
                <a:gd name="connsiteX14" fmla="*/ 136497 w 2915191"/>
                <a:gd name="connsiteY14" fmla="*/ 216849 h 274287"/>
                <a:gd name="connsiteX15" fmla="*/ 146247 w 2915191"/>
                <a:gd name="connsiteY15" fmla="*/ 211551 h 274287"/>
                <a:gd name="connsiteX16" fmla="*/ 155997 w 2915191"/>
                <a:gd name="connsiteY16" fmla="*/ 218531 h 274287"/>
                <a:gd name="connsiteX17" fmla="*/ 165747 w 2915191"/>
                <a:gd name="connsiteY17" fmla="*/ 222817 h 274287"/>
                <a:gd name="connsiteX18" fmla="*/ 175497 w 2915191"/>
                <a:gd name="connsiteY18" fmla="*/ 233799 h 274287"/>
                <a:gd name="connsiteX19" fmla="*/ 185247 w 2915191"/>
                <a:gd name="connsiteY19" fmla="*/ 231244 h 274287"/>
                <a:gd name="connsiteX20" fmla="*/ 194996 w 2915191"/>
                <a:gd name="connsiteY20" fmla="*/ 203614 h 274287"/>
                <a:gd name="connsiteX21" fmla="*/ 204746 w 2915191"/>
                <a:gd name="connsiteY21" fmla="*/ 186060 h 274287"/>
                <a:gd name="connsiteX22" fmla="*/ 214495 w 2915191"/>
                <a:gd name="connsiteY22" fmla="*/ 186519 h 274287"/>
                <a:gd name="connsiteX23" fmla="*/ 224245 w 2915191"/>
                <a:gd name="connsiteY23" fmla="*/ 179020 h 274287"/>
                <a:gd name="connsiteX24" fmla="*/ 233995 w 2915191"/>
                <a:gd name="connsiteY24" fmla="*/ 158181 h 274287"/>
                <a:gd name="connsiteX25" fmla="*/ 243744 w 2915191"/>
                <a:gd name="connsiteY25" fmla="*/ 166800 h 274287"/>
                <a:gd name="connsiteX26" fmla="*/ 253494 w 2915191"/>
                <a:gd name="connsiteY26" fmla="*/ 192131 h 274287"/>
                <a:gd name="connsiteX27" fmla="*/ 263244 w 2915191"/>
                <a:gd name="connsiteY27" fmla="*/ 208130 h 274287"/>
                <a:gd name="connsiteX28" fmla="*/ 272994 w 2915191"/>
                <a:gd name="connsiteY28" fmla="*/ 189368 h 274287"/>
                <a:gd name="connsiteX29" fmla="*/ 282744 w 2915191"/>
                <a:gd name="connsiteY29" fmla="*/ 188669 h 274287"/>
                <a:gd name="connsiteX30" fmla="*/ 292494 w 2915191"/>
                <a:gd name="connsiteY30" fmla="*/ 187240 h 274287"/>
                <a:gd name="connsiteX31" fmla="*/ 302244 w 2915191"/>
                <a:gd name="connsiteY31" fmla="*/ 188524 h 274287"/>
                <a:gd name="connsiteX32" fmla="*/ 311994 w 2915191"/>
                <a:gd name="connsiteY32" fmla="*/ 135582 h 274287"/>
                <a:gd name="connsiteX33" fmla="*/ 321744 w 2915191"/>
                <a:gd name="connsiteY33" fmla="*/ 148877 h 274287"/>
                <a:gd name="connsiteX34" fmla="*/ 331493 w 2915191"/>
                <a:gd name="connsiteY34" fmla="*/ 135105 h 274287"/>
                <a:gd name="connsiteX35" fmla="*/ 341243 w 2915191"/>
                <a:gd name="connsiteY35" fmla="*/ 155331 h 274287"/>
                <a:gd name="connsiteX36" fmla="*/ 350993 w 2915191"/>
                <a:gd name="connsiteY36" fmla="*/ 168065 h 274287"/>
                <a:gd name="connsiteX37" fmla="*/ 360742 w 2915191"/>
                <a:gd name="connsiteY37" fmla="*/ 207884 h 274287"/>
                <a:gd name="connsiteX38" fmla="*/ 370492 w 2915191"/>
                <a:gd name="connsiteY38" fmla="*/ 204560 h 274287"/>
                <a:gd name="connsiteX39" fmla="*/ 380241 w 2915191"/>
                <a:gd name="connsiteY39" fmla="*/ 237457 h 274287"/>
                <a:gd name="connsiteX40" fmla="*/ 389991 w 2915191"/>
                <a:gd name="connsiteY40" fmla="*/ 182761 h 274287"/>
                <a:gd name="connsiteX41" fmla="*/ 399741 w 2915191"/>
                <a:gd name="connsiteY41" fmla="*/ 168719 h 274287"/>
                <a:gd name="connsiteX42" fmla="*/ 409491 w 2915191"/>
                <a:gd name="connsiteY42" fmla="*/ 163931 h 274287"/>
                <a:gd name="connsiteX43" fmla="*/ 419241 w 2915191"/>
                <a:gd name="connsiteY43" fmla="*/ 141540 h 274287"/>
                <a:gd name="connsiteX44" fmla="*/ 428991 w 2915191"/>
                <a:gd name="connsiteY44" fmla="*/ 131773 h 274287"/>
                <a:gd name="connsiteX45" fmla="*/ 438741 w 2915191"/>
                <a:gd name="connsiteY45" fmla="*/ 125877 h 274287"/>
                <a:gd name="connsiteX46" fmla="*/ 448491 w 2915191"/>
                <a:gd name="connsiteY46" fmla="*/ 155982 h 274287"/>
                <a:gd name="connsiteX47" fmla="*/ 458241 w 2915191"/>
                <a:gd name="connsiteY47" fmla="*/ 160142 h 274287"/>
                <a:gd name="connsiteX48" fmla="*/ 467991 w 2915191"/>
                <a:gd name="connsiteY48" fmla="*/ 152431 h 274287"/>
                <a:gd name="connsiteX49" fmla="*/ 477740 w 2915191"/>
                <a:gd name="connsiteY49" fmla="*/ 167099 h 274287"/>
                <a:gd name="connsiteX50" fmla="*/ 487490 w 2915191"/>
                <a:gd name="connsiteY50" fmla="*/ 191585 h 274287"/>
                <a:gd name="connsiteX51" fmla="*/ 497239 w 2915191"/>
                <a:gd name="connsiteY51" fmla="*/ 192936 h 274287"/>
                <a:gd name="connsiteX52" fmla="*/ 506989 w 2915191"/>
                <a:gd name="connsiteY52" fmla="*/ 188806 h 274287"/>
                <a:gd name="connsiteX53" fmla="*/ 516738 w 2915191"/>
                <a:gd name="connsiteY53" fmla="*/ 186681 h 274287"/>
                <a:gd name="connsiteX54" fmla="*/ 526488 w 2915191"/>
                <a:gd name="connsiteY54" fmla="*/ 195856 h 274287"/>
                <a:gd name="connsiteX55" fmla="*/ 536238 w 2915191"/>
                <a:gd name="connsiteY55" fmla="*/ 177542 h 274287"/>
                <a:gd name="connsiteX56" fmla="*/ 545988 w 2915191"/>
                <a:gd name="connsiteY56" fmla="*/ 183043 h 274287"/>
                <a:gd name="connsiteX57" fmla="*/ 555738 w 2915191"/>
                <a:gd name="connsiteY57" fmla="*/ 196856 h 274287"/>
                <a:gd name="connsiteX58" fmla="*/ 565488 w 2915191"/>
                <a:gd name="connsiteY58" fmla="*/ 190582 h 274287"/>
                <a:gd name="connsiteX59" fmla="*/ 575238 w 2915191"/>
                <a:gd name="connsiteY59" fmla="*/ 193776 h 274287"/>
                <a:gd name="connsiteX60" fmla="*/ 584988 w 2915191"/>
                <a:gd name="connsiteY60" fmla="*/ 173411 h 274287"/>
                <a:gd name="connsiteX61" fmla="*/ 594738 w 2915191"/>
                <a:gd name="connsiteY61" fmla="*/ 178910 h 274287"/>
                <a:gd name="connsiteX62" fmla="*/ 604488 w 2915191"/>
                <a:gd name="connsiteY62" fmla="*/ 213568 h 274287"/>
                <a:gd name="connsiteX63" fmla="*/ 614237 w 2915191"/>
                <a:gd name="connsiteY63" fmla="*/ 213665 h 274287"/>
                <a:gd name="connsiteX64" fmla="*/ 623987 w 2915191"/>
                <a:gd name="connsiteY64" fmla="*/ 210849 h 274287"/>
                <a:gd name="connsiteX65" fmla="*/ 633736 w 2915191"/>
                <a:gd name="connsiteY65" fmla="*/ 217121 h 274287"/>
                <a:gd name="connsiteX66" fmla="*/ 643486 w 2915191"/>
                <a:gd name="connsiteY66" fmla="*/ 252578 h 274287"/>
                <a:gd name="connsiteX67" fmla="*/ 653236 w 2915191"/>
                <a:gd name="connsiteY67" fmla="*/ 256392 h 274287"/>
                <a:gd name="connsiteX68" fmla="*/ 662985 w 2915191"/>
                <a:gd name="connsiteY68" fmla="*/ 217500 h 274287"/>
                <a:gd name="connsiteX69" fmla="*/ 672735 w 2915191"/>
                <a:gd name="connsiteY69" fmla="*/ 188728 h 274287"/>
                <a:gd name="connsiteX70" fmla="*/ 682485 w 2915191"/>
                <a:gd name="connsiteY70" fmla="*/ 192098 h 274287"/>
                <a:gd name="connsiteX71" fmla="*/ 692235 w 2915191"/>
                <a:gd name="connsiteY71" fmla="*/ 192318 h 274287"/>
                <a:gd name="connsiteX72" fmla="*/ 701985 w 2915191"/>
                <a:gd name="connsiteY72" fmla="*/ 207692 h 274287"/>
                <a:gd name="connsiteX73" fmla="*/ 711735 w 2915191"/>
                <a:gd name="connsiteY73" fmla="*/ 202680 h 274287"/>
                <a:gd name="connsiteX74" fmla="*/ 721485 w 2915191"/>
                <a:gd name="connsiteY74" fmla="*/ 210666 h 274287"/>
                <a:gd name="connsiteX75" fmla="*/ 731235 w 2915191"/>
                <a:gd name="connsiteY75" fmla="*/ 222586 h 274287"/>
                <a:gd name="connsiteX76" fmla="*/ 740985 w 2915191"/>
                <a:gd name="connsiteY76" fmla="*/ 226672 h 274287"/>
                <a:gd name="connsiteX77" fmla="*/ 750734 w 2915191"/>
                <a:gd name="connsiteY77" fmla="*/ 246562 h 274287"/>
                <a:gd name="connsiteX78" fmla="*/ 760484 w 2915191"/>
                <a:gd name="connsiteY78" fmla="*/ 243125 h 274287"/>
                <a:gd name="connsiteX79" fmla="*/ 770233 w 2915191"/>
                <a:gd name="connsiteY79" fmla="*/ 252268 h 274287"/>
                <a:gd name="connsiteX80" fmla="*/ 779983 w 2915191"/>
                <a:gd name="connsiteY80" fmla="*/ 238711 h 274287"/>
                <a:gd name="connsiteX81" fmla="*/ 789733 w 2915191"/>
                <a:gd name="connsiteY81" fmla="*/ 229800 h 274287"/>
                <a:gd name="connsiteX82" fmla="*/ 799482 w 2915191"/>
                <a:gd name="connsiteY82" fmla="*/ 200797 h 274287"/>
                <a:gd name="connsiteX83" fmla="*/ 809232 w 2915191"/>
                <a:gd name="connsiteY83" fmla="*/ 201862 h 274287"/>
                <a:gd name="connsiteX84" fmla="*/ 818982 w 2915191"/>
                <a:gd name="connsiteY84" fmla="*/ 195014 h 274287"/>
                <a:gd name="connsiteX85" fmla="*/ 828732 w 2915191"/>
                <a:gd name="connsiteY85" fmla="*/ 176462 h 274287"/>
                <a:gd name="connsiteX86" fmla="*/ 838482 w 2915191"/>
                <a:gd name="connsiteY86" fmla="*/ 168113 h 274287"/>
                <a:gd name="connsiteX87" fmla="*/ 848232 w 2915191"/>
                <a:gd name="connsiteY87" fmla="*/ 163747 h 274287"/>
                <a:gd name="connsiteX88" fmla="*/ 857982 w 2915191"/>
                <a:gd name="connsiteY88" fmla="*/ 160575 h 274287"/>
                <a:gd name="connsiteX89" fmla="*/ 867732 w 2915191"/>
                <a:gd name="connsiteY89" fmla="*/ 146217 h 274287"/>
                <a:gd name="connsiteX90" fmla="*/ 877482 w 2915191"/>
                <a:gd name="connsiteY90" fmla="*/ 120828 h 274287"/>
                <a:gd name="connsiteX91" fmla="*/ 887231 w 2915191"/>
                <a:gd name="connsiteY91" fmla="*/ 121802 h 274287"/>
                <a:gd name="connsiteX92" fmla="*/ 896981 w 2915191"/>
                <a:gd name="connsiteY92" fmla="*/ 132379 h 274287"/>
                <a:gd name="connsiteX93" fmla="*/ 906730 w 2915191"/>
                <a:gd name="connsiteY93" fmla="*/ 156350 h 274287"/>
                <a:gd name="connsiteX94" fmla="*/ 916480 w 2915191"/>
                <a:gd name="connsiteY94" fmla="*/ 173387 h 274287"/>
                <a:gd name="connsiteX95" fmla="*/ 926230 w 2915191"/>
                <a:gd name="connsiteY95" fmla="*/ 150565 h 274287"/>
                <a:gd name="connsiteX96" fmla="*/ 935979 w 2915191"/>
                <a:gd name="connsiteY96" fmla="*/ 158437 h 274287"/>
                <a:gd name="connsiteX97" fmla="*/ 945729 w 2915191"/>
                <a:gd name="connsiteY97" fmla="*/ 163168 h 274287"/>
                <a:gd name="connsiteX98" fmla="*/ 955479 w 2915191"/>
                <a:gd name="connsiteY98" fmla="*/ 193697 h 274287"/>
                <a:gd name="connsiteX99" fmla="*/ 965229 w 2915191"/>
                <a:gd name="connsiteY99" fmla="*/ 193955 h 274287"/>
                <a:gd name="connsiteX100" fmla="*/ 974979 w 2915191"/>
                <a:gd name="connsiteY100" fmla="*/ 196966 h 274287"/>
                <a:gd name="connsiteX101" fmla="*/ 984729 w 2915191"/>
                <a:gd name="connsiteY101" fmla="*/ 190166 h 274287"/>
                <a:gd name="connsiteX102" fmla="*/ 994474 w 2915191"/>
                <a:gd name="connsiteY102" fmla="*/ 182304 h 274287"/>
                <a:gd name="connsiteX103" fmla="*/ 1004233 w 2915191"/>
                <a:gd name="connsiteY103" fmla="*/ 146302 h 274287"/>
                <a:gd name="connsiteX104" fmla="*/ 1013977 w 2915191"/>
                <a:gd name="connsiteY104" fmla="*/ 151220 h 274287"/>
                <a:gd name="connsiteX105" fmla="*/ 1023721 w 2915191"/>
                <a:gd name="connsiteY105" fmla="*/ 148917 h 274287"/>
                <a:gd name="connsiteX106" fmla="*/ 1033480 w 2915191"/>
                <a:gd name="connsiteY106" fmla="*/ 162026 h 274287"/>
                <a:gd name="connsiteX107" fmla="*/ 1043224 w 2915191"/>
                <a:gd name="connsiteY107" fmla="*/ 133335 h 274287"/>
                <a:gd name="connsiteX108" fmla="*/ 1052983 w 2915191"/>
                <a:gd name="connsiteY108" fmla="*/ 137424 h 274287"/>
                <a:gd name="connsiteX109" fmla="*/ 1062727 w 2915191"/>
                <a:gd name="connsiteY109" fmla="*/ 150462 h 274287"/>
                <a:gd name="connsiteX110" fmla="*/ 1072471 w 2915191"/>
                <a:gd name="connsiteY110" fmla="*/ 138383 h 274287"/>
                <a:gd name="connsiteX111" fmla="*/ 1082230 w 2915191"/>
                <a:gd name="connsiteY111" fmla="*/ 125220 h 274287"/>
                <a:gd name="connsiteX112" fmla="*/ 1091973 w 2915191"/>
                <a:gd name="connsiteY112" fmla="*/ 145995 h 274287"/>
                <a:gd name="connsiteX113" fmla="*/ 1101732 w 2915191"/>
                <a:gd name="connsiteY113" fmla="*/ 162874 h 274287"/>
                <a:gd name="connsiteX114" fmla="*/ 1111476 w 2915191"/>
                <a:gd name="connsiteY114" fmla="*/ 127984 h 274287"/>
                <a:gd name="connsiteX115" fmla="*/ 1121220 w 2915191"/>
                <a:gd name="connsiteY115" fmla="*/ 117055 h 274287"/>
                <a:gd name="connsiteX116" fmla="*/ 1130979 w 2915191"/>
                <a:gd name="connsiteY116" fmla="*/ 117248 h 274287"/>
                <a:gd name="connsiteX117" fmla="*/ 1140723 w 2915191"/>
                <a:gd name="connsiteY117" fmla="*/ 112852 h 274287"/>
                <a:gd name="connsiteX118" fmla="*/ 1150482 w 2915191"/>
                <a:gd name="connsiteY118" fmla="*/ 131177 h 274287"/>
                <a:gd name="connsiteX119" fmla="*/ 1160226 w 2915191"/>
                <a:gd name="connsiteY119" fmla="*/ 101033 h 274287"/>
                <a:gd name="connsiteX120" fmla="*/ 1169969 w 2915191"/>
                <a:gd name="connsiteY120" fmla="*/ 131381 h 274287"/>
                <a:gd name="connsiteX121" fmla="*/ 1179728 w 2915191"/>
                <a:gd name="connsiteY121" fmla="*/ 141557 h 274287"/>
                <a:gd name="connsiteX122" fmla="*/ 1189472 w 2915191"/>
                <a:gd name="connsiteY122" fmla="*/ 134206 h 274287"/>
                <a:gd name="connsiteX123" fmla="*/ 1199231 w 2915191"/>
                <a:gd name="connsiteY123" fmla="*/ 138988 h 274287"/>
                <a:gd name="connsiteX124" fmla="*/ 1208975 w 2915191"/>
                <a:gd name="connsiteY124" fmla="*/ 135715 h 274287"/>
                <a:gd name="connsiteX125" fmla="*/ 1218719 w 2915191"/>
                <a:gd name="connsiteY125" fmla="*/ 181146 h 274287"/>
                <a:gd name="connsiteX126" fmla="*/ 1228478 w 2915191"/>
                <a:gd name="connsiteY126" fmla="*/ 184686 h 274287"/>
                <a:gd name="connsiteX127" fmla="*/ 1238222 w 2915191"/>
                <a:gd name="connsiteY127" fmla="*/ 193287 h 274287"/>
                <a:gd name="connsiteX128" fmla="*/ 1247966 w 2915191"/>
                <a:gd name="connsiteY128" fmla="*/ 200332 h 274287"/>
                <a:gd name="connsiteX129" fmla="*/ 1257725 w 2915191"/>
                <a:gd name="connsiteY129" fmla="*/ 190616 h 274287"/>
                <a:gd name="connsiteX130" fmla="*/ 1267469 w 2915191"/>
                <a:gd name="connsiteY130" fmla="*/ 183783 h 274287"/>
                <a:gd name="connsiteX131" fmla="*/ 1277227 w 2915191"/>
                <a:gd name="connsiteY131" fmla="*/ 190203 h 274287"/>
                <a:gd name="connsiteX132" fmla="*/ 1286971 w 2915191"/>
                <a:gd name="connsiteY132" fmla="*/ 191824 h 274287"/>
                <a:gd name="connsiteX133" fmla="*/ 1296715 w 2915191"/>
                <a:gd name="connsiteY133" fmla="*/ 195358 h 274287"/>
                <a:gd name="connsiteX134" fmla="*/ 1306474 w 2915191"/>
                <a:gd name="connsiteY134" fmla="*/ 202861 h 274287"/>
                <a:gd name="connsiteX135" fmla="*/ 1316218 w 2915191"/>
                <a:gd name="connsiteY135" fmla="*/ 176815 h 274287"/>
                <a:gd name="connsiteX136" fmla="*/ 1325977 w 2915191"/>
                <a:gd name="connsiteY136" fmla="*/ 172083 h 274287"/>
                <a:gd name="connsiteX137" fmla="*/ 1335721 w 2915191"/>
                <a:gd name="connsiteY137" fmla="*/ 201574 h 274287"/>
                <a:gd name="connsiteX138" fmla="*/ 1345465 w 2915191"/>
                <a:gd name="connsiteY138" fmla="*/ 199186 h 274287"/>
                <a:gd name="connsiteX139" fmla="*/ 1355224 w 2915191"/>
                <a:gd name="connsiteY139" fmla="*/ 200035 h 274287"/>
                <a:gd name="connsiteX140" fmla="*/ 1364967 w 2915191"/>
                <a:gd name="connsiteY140" fmla="*/ 224550 h 274287"/>
                <a:gd name="connsiteX141" fmla="*/ 1374726 w 2915191"/>
                <a:gd name="connsiteY141" fmla="*/ 242280 h 274287"/>
                <a:gd name="connsiteX142" fmla="*/ 1384470 w 2915191"/>
                <a:gd name="connsiteY142" fmla="*/ 233047 h 274287"/>
                <a:gd name="connsiteX143" fmla="*/ 1394214 w 2915191"/>
                <a:gd name="connsiteY143" fmla="*/ 223523 h 274287"/>
                <a:gd name="connsiteX144" fmla="*/ 1403973 w 2915191"/>
                <a:gd name="connsiteY144" fmla="*/ 204968 h 274287"/>
                <a:gd name="connsiteX145" fmla="*/ 1413717 w 2915191"/>
                <a:gd name="connsiteY145" fmla="*/ 196884 h 274287"/>
                <a:gd name="connsiteX146" fmla="*/ 1423476 w 2915191"/>
                <a:gd name="connsiteY146" fmla="*/ 193961 h 274287"/>
                <a:gd name="connsiteX147" fmla="*/ 1433220 w 2915191"/>
                <a:gd name="connsiteY147" fmla="*/ 192841 h 274287"/>
                <a:gd name="connsiteX148" fmla="*/ 1442964 w 2915191"/>
                <a:gd name="connsiteY148" fmla="*/ 211458 h 274287"/>
                <a:gd name="connsiteX149" fmla="*/ 1452722 w 2915191"/>
                <a:gd name="connsiteY149" fmla="*/ 214913 h 274287"/>
                <a:gd name="connsiteX150" fmla="*/ 1462466 w 2915191"/>
                <a:gd name="connsiteY150" fmla="*/ 207902 h 274287"/>
                <a:gd name="connsiteX151" fmla="*/ 1472225 w 2915191"/>
                <a:gd name="connsiteY151" fmla="*/ 208216 h 274287"/>
                <a:gd name="connsiteX152" fmla="*/ 1481969 w 2915191"/>
                <a:gd name="connsiteY152" fmla="*/ 205268 h 274287"/>
                <a:gd name="connsiteX153" fmla="*/ 1491713 w 2915191"/>
                <a:gd name="connsiteY153" fmla="*/ 194761 h 274287"/>
                <a:gd name="connsiteX154" fmla="*/ 1501472 w 2915191"/>
                <a:gd name="connsiteY154" fmla="*/ 181045 h 274287"/>
                <a:gd name="connsiteX155" fmla="*/ 1511216 w 2915191"/>
                <a:gd name="connsiteY155" fmla="*/ 188481 h 274287"/>
                <a:gd name="connsiteX156" fmla="*/ 1520960 w 2915191"/>
                <a:gd name="connsiteY156" fmla="*/ 176484 h 274287"/>
                <a:gd name="connsiteX157" fmla="*/ 1530719 w 2915191"/>
                <a:gd name="connsiteY157" fmla="*/ 169991 h 274287"/>
                <a:gd name="connsiteX158" fmla="*/ 1540463 w 2915191"/>
                <a:gd name="connsiteY158" fmla="*/ 151003 h 274287"/>
                <a:gd name="connsiteX159" fmla="*/ 1550221 w 2915191"/>
                <a:gd name="connsiteY159" fmla="*/ 144925 h 274287"/>
                <a:gd name="connsiteX160" fmla="*/ 1559965 w 2915191"/>
                <a:gd name="connsiteY160" fmla="*/ 153719 h 274287"/>
                <a:gd name="connsiteX161" fmla="*/ 1569709 w 2915191"/>
                <a:gd name="connsiteY161" fmla="*/ 156733 h 274287"/>
                <a:gd name="connsiteX162" fmla="*/ 1579468 w 2915191"/>
                <a:gd name="connsiteY162" fmla="*/ 177611 h 274287"/>
                <a:gd name="connsiteX163" fmla="*/ 1589212 w 2915191"/>
                <a:gd name="connsiteY163" fmla="*/ 218982 h 274287"/>
                <a:gd name="connsiteX164" fmla="*/ 1598971 w 2915191"/>
                <a:gd name="connsiteY164" fmla="*/ 244060 h 274287"/>
                <a:gd name="connsiteX165" fmla="*/ 1608715 w 2915191"/>
                <a:gd name="connsiteY165" fmla="*/ 244541 h 274287"/>
                <a:gd name="connsiteX166" fmla="*/ 1618459 w 2915191"/>
                <a:gd name="connsiteY166" fmla="*/ 246510 h 274287"/>
                <a:gd name="connsiteX167" fmla="*/ 1628218 w 2915191"/>
                <a:gd name="connsiteY167" fmla="*/ 244127 h 274287"/>
                <a:gd name="connsiteX168" fmla="*/ 1637962 w 2915191"/>
                <a:gd name="connsiteY168" fmla="*/ 254817 h 274287"/>
                <a:gd name="connsiteX169" fmla="*/ 1647720 w 2915191"/>
                <a:gd name="connsiteY169" fmla="*/ 236046 h 274287"/>
                <a:gd name="connsiteX170" fmla="*/ 1657464 w 2915191"/>
                <a:gd name="connsiteY170" fmla="*/ 240632 h 274287"/>
                <a:gd name="connsiteX171" fmla="*/ 1667208 w 2915191"/>
                <a:gd name="connsiteY171" fmla="*/ 252077 h 274287"/>
                <a:gd name="connsiteX172" fmla="*/ 1676967 w 2915191"/>
                <a:gd name="connsiteY172" fmla="*/ 233698 h 274287"/>
                <a:gd name="connsiteX173" fmla="*/ 1686711 w 2915191"/>
                <a:gd name="connsiteY173" fmla="*/ 209432 h 274287"/>
                <a:gd name="connsiteX174" fmla="*/ 1696470 w 2915191"/>
                <a:gd name="connsiteY174" fmla="*/ 221534 h 274287"/>
                <a:gd name="connsiteX175" fmla="*/ 1706214 w 2915191"/>
                <a:gd name="connsiteY175" fmla="*/ 224773 h 274287"/>
                <a:gd name="connsiteX176" fmla="*/ 1715958 w 2915191"/>
                <a:gd name="connsiteY176" fmla="*/ 221679 h 274287"/>
                <a:gd name="connsiteX177" fmla="*/ 1725716 w 2915191"/>
                <a:gd name="connsiteY177" fmla="*/ 225554 h 274287"/>
                <a:gd name="connsiteX178" fmla="*/ 1735460 w 2915191"/>
                <a:gd name="connsiteY178" fmla="*/ 205408 h 274287"/>
                <a:gd name="connsiteX179" fmla="*/ 1745219 w 2915191"/>
                <a:gd name="connsiteY179" fmla="*/ 203489 h 274287"/>
                <a:gd name="connsiteX180" fmla="*/ 1754963 w 2915191"/>
                <a:gd name="connsiteY180" fmla="*/ 204797 h 274287"/>
                <a:gd name="connsiteX181" fmla="*/ 1764707 w 2915191"/>
                <a:gd name="connsiteY181" fmla="*/ 227168 h 274287"/>
                <a:gd name="connsiteX182" fmla="*/ 1774466 w 2915191"/>
                <a:gd name="connsiteY182" fmla="*/ 225855 h 274287"/>
                <a:gd name="connsiteX183" fmla="*/ 1784210 w 2915191"/>
                <a:gd name="connsiteY183" fmla="*/ 246033 h 274287"/>
                <a:gd name="connsiteX184" fmla="*/ 1793969 w 2915191"/>
                <a:gd name="connsiteY184" fmla="*/ 195692 h 274287"/>
                <a:gd name="connsiteX185" fmla="*/ 1803713 w 2915191"/>
                <a:gd name="connsiteY185" fmla="*/ 180404 h 274287"/>
                <a:gd name="connsiteX186" fmla="*/ 1813457 w 2915191"/>
                <a:gd name="connsiteY186" fmla="*/ 197374 h 274287"/>
                <a:gd name="connsiteX187" fmla="*/ 1823215 w 2915191"/>
                <a:gd name="connsiteY187" fmla="*/ 164915 h 274287"/>
                <a:gd name="connsiteX188" fmla="*/ 1832959 w 2915191"/>
                <a:gd name="connsiteY188" fmla="*/ 191071 h 274287"/>
                <a:gd name="connsiteX189" fmla="*/ 1842703 w 2915191"/>
                <a:gd name="connsiteY189" fmla="*/ 184832 h 274287"/>
                <a:gd name="connsiteX190" fmla="*/ 1852462 w 2915191"/>
                <a:gd name="connsiteY190" fmla="*/ 201153 h 274287"/>
                <a:gd name="connsiteX191" fmla="*/ 1862206 w 2915191"/>
                <a:gd name="connsiteY191" fmla="*/ 204998 h 274287"/>
                <a:gd name="connsiteX192" fmla="*/ 1871965 w 2915191"/>
                <a:gd name="connsiteY192" fmla="*/ 218750 h 274287"/>
                <a:gd name="connsiteX193" fmla="*/ 1881709 w 2915191"/>
                <a:gd name="connsiteY193" fmla="*/ 231503 h 274287"/>
                <a:gd name="connsiteX194" fmla="*/ 1891453 w 2915191"/>
                <a:gd name="connsiteY194" fmla="*/ 227044 h 274287"/>
                <a:gd name="connsiteX195" fmla="*/ 1901212 w 2915191"/>
                <a:gd name="connsiteY195" fmla="*/ 206276 h 274287"/>
                <a:gd name="connsiteX196" fmla="*/ 1910956 w 2915191"/>
                <a:gd name="connsiteY196" fmla="*/ 174823 h 274287"/>
                <a:gd name="connsiteX197" fmla="*/ 1920714 w 2915191"/>
                <a:gd name="connsiteY197" fmla="*/ 157905 h 274287"/>
                <a:gd name="connsiteX198" fmla="*/ 1930458 w 2915191"/>
                <a:gd name="connsiteY198" fmla="*/ 211317 h 274287"/>
                <a:gd name="connsiteX199" fmla="*/ 1940202 w 2915191"/>
                <a:gd name="connsiteY199" fmla="*/ 202406 h 274287"/>
                <a:gd name="connsiteX200" fmla="*/ 1949961 w 2915191"/>
                <a:gd name="connsiteY200" fmla="*/ 219519 h 274287"/>
                <a:gd name="connsiteX201" fmla="*/ 1959705 w 2915191"/>
                <a:gd name="connsiteY201" fmla="*/ 241970 h 274287"/>
                <a:gd name="connsiteX202" fmla="*/ 1969464 w 2915191"/>
                <a:gd name="connsiteY202" fmla="*/ 241240 h 274287"/>
                <a:gd name="connsiteX203" fmla="*/ 1979208 w 2915191"/>
                <a:gd name="connsiteY203" fmla="*/ 238810 h 274287"/>
                <a:gd name="connsiteX204" fmla="*/ 1988952 w 2915191"/>
                <a:gd name="connsiteY204" fmla="*/ 262015 h 274287"/>
                <a:gd name="connsiteX205" fmla="*/ 1998711 w 2915191"/>
                <a:gd name="connsiteY205" fmla="*/ 247412 h 274287"/>
                <a:gd name="connsiteX206" fmla="*/ 2008454 w 2915191"/>
                <a:gd name="connsiteY206" fmla="*/ 250668 h 274287"/>
                <a:gd name="connsiteX207" fmla="*/ 2018213 w 2915191"/>
                <a:gd name="connsiteY207" fmla="*/ 231973 h 274287"/>
                <a:gd name="connsiteX208" fmla="*/ 2027957 w 2915191"/>
                <a:gd name="connsiteY208" fmla="*/ 214983 h 274287"/>
                <a:gd name="connsiteX209" fmla="*/ 2037701 w 2915191"/>
                <a:gd name="connsiteY209" fmla="*/ 232327 h 274287"/>
                <a:gd name="connsiteX210" fmla="*/ 2047460 w 2915191"/>
                <a:gd name="connsiteY210" fmla="*/ 241441 h 274287"/>
                <a:gd name="connsiteX211" fmla="*/ 2057204 w 2915191"/>
                <a:gd name="connsiteY211" fmla="*/ 249437 h 274287"/>
                <a:gd name="connsiteX212" fmla="*/ 2066963 w 2915191"/>
                <a:gd name="connsiteY212" fmla="*/ 236025 h 274287"/>
                <a:gd name="connsiteX213" fmla="*/ 2076707 w 2915191"/>
                <a:gd name="connsiteY213" fmla="*/ 242161 h 274287"/>
                <a:gd name="connsiteX214" fmla="*/ 2086451 w 2915191"/>
                <a:gd name="connsiteY214" fmla="*/ 254788 h 274287"/>
                <a:gd name="connsiteX215" fmla="*/ 2096210 w 2915191"/>
                <a:gd name="connsiteY215" fmla="*/ 252766 h 274287"/>
                <a:gd name="connsiteX216" fmla="*/ 2105954 w 2915191"/>
                <a:gd name="connsiteY216" fmla="*/ 274287 h 274287"/>
                <a:gd name="connsiteX217" fmla="*/ 2115697 w 2915191"/>
                <a:gd name="connsiteY217" fmla="*/ 234006 h 274287"/>
                <a:gd name="connsiteX218" fmla="*/ 2125456 w 2915191"/>
                <a:gd name="connsiteY218" fmla="*/ 243956 h 274287"/>
                <a:gd name="connsiteX219" fmla="*/ 2135200 w 2915191"/>
                <a:gd name="connsiteY219" fmla="*/ 239933 h 274287"/>
                <a:gd name="connsiteX220" fmla="*/ 2144959 w 2915191"/>
                <a:gd name="connsiteY220" fmla="*/ 228261 h 274287"/>
                <a:gd name="connsiteX221" fmla="*/ 2154703 w 2915191"/>
                <a:gd name="connsiteY221" fmla="*/ 228133 h 274287"/>
                <a:gd name="connsiteX222" fmla="*/ 2164447 w 2915191"/>
                <a:gd name="connsiteY222" fmla="*/ 248965 h 274287"/>
                <a:gd name="connsiteX223" fmla="*/ 2174206 w 2915191"/>
                <a:gd name="connsiteY223" fmla="*/ 241124 h 274287"/>
                <a:gd name="connsiteX224" fmla="*/ 2183950 w 2915191"/>
                <a:gd name="connsiteY224" fmla="*/ 236787 h 274287"/>
                <a:gd name="connsiteX225" fmla="*/ 2193709 w 2915191"/>
                <a:gd name="connsiteY225" fmla="*/ 234517 h 274287"/>
                <a:gd name="connsiteX226" fmla="*/ 2203452 w 2915191"/>
                <a:gd name="connsiteY226" fmla="*/ 198419 h 274287"/>
                <a:gd name="connsiteX227" fmla="*/ 2213196 w 2915191"/>
                <a:gd name="connsiteY227" fmla="*/ 170009 h 274287"/>
                <a:gd name="connsiteX228" fmla="*/ 2222955 w 2915191"/>
                <a:gd name="connsiteY228" fmla="*/ 178493 h 274287"/>
                <a:gd name="connsiteX229" fmla="*/ 2232699 w 2915191"/>
                <a:gd name="connsiteY229" fmla="*/ 192274 h 274287"/>
                <a:gd name="connsiteX230" fmla="*/ 2242458 w 2915191"/>
                <a:gd name="connsiteY230" fmla="*/ 163683 h 274287"/>
                <a:gd name="connsiteX231" fmla="*/ 2252202 w 2915191"/>
                <a:gd name="connsiteY231" fmla="*/ 154517 h 274287"/>
                <a:gd name="connsiteX232" fmla="*/ 2261946 w 2915191"/>
                <a:gd name="connsiteY232" fmla="*/ 146099 h 274287"/>
                <a:gd name="connsiteX233" fmla="*/ 2271705 w 2915191"/>
                <a:gd name="connsiteY233" fmla="*/ 106382 h 274287"/>
                <a:gd name="connsiteX234" fmla="*/ 2281449 w 2915191"/>
                <a:gd name="connsiteY234" fmla="*/ 101702 h 274287"/>
                <a:gd name="connsiteX235" fmla="*/ 2291208 w 2915191"/>
                <a:gd name="connsiteY235" fmla="*/ 126491 h 274287"/>
                <a:gd name="connsiteX236" fmla="*/ 2300951 w 2915191"/>
                <a:gd name="connsiteY236" fmla="*/ 134505 h 274287"/>
                <a:gd name="connsiteX237" fmla="*/ 2310695 w 2915191"/>
                <a:gd name="connsiteY237" fmla="*/ 146856 h 274287"/>
                <a:gd name="connsiteX238" fmla="*/ 2320454 w 2915191"/>
                <a:gd name="connsiteY238" fmla="*/ 149623 h 274287"/>
                <a:gd name="connsiteX239" fmla="*/ 2330198 w 2915191"/>
                <a:gd name="connsiteY239" fmla="*/ 171767 h 274287"/>
                <a:gd name="connsiteX240" fmla="*/ 2339957 w 2915191"/>
                <a:gd name="connsiteY240" fmla="*/ 163783 h 274287"/>
                <a:gd name="connsiteX241" fmla="*/ 2349701 w 2915191"/>
                <a:gd name="connsiteY241" fmla="*/ 187197 h 274287"/>
                <a:gd name="connsiteX242" fmla="*/ 2359445 w 2915191"/>
                <a:gd name="connsiteY242" fmla="*/ 147048 h 274287"/>
                <a:gd name="connsiteX243" fmla="*/ 2369204 w 2915191"/>
                <a:gd name="connsiteY243" fmla="*/ 155002 h 274287"/>
                <a:gd name="connsiteX244" fmla="*/ 2378948 w 2915191"/>
                <a:gd name="connsiteY244" fmla="*/ 170300 h 274287"/>
                <a:gd name="connsiteX245" fmla="*/ 2388692 w 2915191"/>
                <a:gd name="connsiteY245" fmla="*/ 193144 h 274287"/>
                <a:gd name="connsiteX246" fmla="*/ 2398450 w 2915191"/>
                <a:gd name="connsiteY246" fmla="*/ 187898 h 274287"/>
                <a:gd name="connsiteX247" fmla="*/ 2408194 w 2915191"/>
                <a:gd name="connsiteY247" fmla="*/ 182271 h 274287"/>
                <a:gd name="connsiteX248" fmla="*/ 2417953 w 2915191"/>
                <a:gd name="connsiteY248" fmla="*/ 162622 h 274287"/>
                <a:gd name="connsiteX249" fmla="*/ 2427697 w 2915191"/>
                <a:gd name="connsiteY249" fmla="*/ 198585 h 274287"/>
                <a:gd name="connsiteX250" fmla="*/ 2437441 w 2915191"/>
                <a:gd name="connsiteY250" fmla="*/ 205928 h 274287"/>
                <a:gd name="connsiteX251" fmla="*/ 2447200 w 2915191"/>
                <a:gd name="connsiteY251" fmla="*/ 209712 h 274287"/>
                <a:gd name="connsiteX252" fmla="*/ 2456944 w 2915191"/>
                <a:gd name="connsiteY252" fmla="*/ 243247 h 274287"/>
                <a:gd name="connsiteX253" fmla="*/ 2466703 w 2915191"/>
                <a:gd name="connsiteY253" fmla="*/ 232706 h 274287"/>
                <a:gd name="connsiteX254" fmla="*/ 2476446 w 2915191"/>
                <a:gd name="connsiteY254" fmla="*/ 156010 h 274287"/>
                <a:gd name="connsiteX255" fmla="*/ 2486190 w 2915191"/>
                <a:gd name="connsiteY255" fmla="*/ 99600 h 274287"/>
                <a:gd name="connsiteX256" fmla="*/ 2495949 w 2915191"/>
                <a:gd name="connsiteY256" fmla="*/ 94314 h 274287"/>
                <a:gd name="connsiteX257" fmla="*/ 2505693 w 2915191"/>
                <a:gd name="connsiteY257" fmla="*/ 93555 h 274287"/>
                <a:gd name="connsiteX258" fmla="*/ 2515452 w 2915191"/>
                <a:gd name="connsiteY258" fmla="*/ 89714 h 274287"/>
                <a:gd name="connsiteX259" fmla="*/ 2525196 w 2915191"/>
                <a:gd name="connsiteY259" fmla="*/ 68669 h 274287"/>
                <a:gd name="connsiteX260" fmla="*/ 2534940 w 2915191"/>
                <a:gd name="connsiteY260" fmla="*/ 75523 h 274287"/>
                <a:gd name="connsiteX261" fmla="*/ 2544699 w 2915191"/>
                <a:gd name="connsiteY261" fmla="*/ 100786 h 274287"/>
                <a:gd name="connsiteX262" fmla="*/ 2554443 w 2915191"/>
                <a:gd name="connsiteY262" fmla="*/ 114084 h 274287"/>
                <a:gd name="connsiteX263" fmla="*/ 2564202 w 2915191"/>
                <a:gd name="connsiteY263" fmla="*/ 115060 h 274287"/>
                <a:gd name="connsiteX264" fmla="*/ 2573946 w 2915191"/>
                <a:gd name="connsiteY264" fmla="*/ 105130 h 274287"/>
                <a:gd name="connsiteX265" fmla="*/ 2583690 w 2915191"/>
                <a:gd name="connsiteY265" fmla="*/ 103301 h 274287"/>
                <a:gd name="connsiteX266" fmla="*/ 2593448 w 2915191"/>
                <a:gd name="connsiteY266" fmla="*/ 123635 h 274287"/>
                <a:gd name="connsiteX267" fmla="*/ 2603192 w 2915191"/>
                <a:gd name="connsiteY267" fmla="*/ 181782 h 274287"/>
                <a:gd name="connsiteX268" fmla="*/ 2612951 w 2915191"/>
                <a:gd name="connsiteY268" fmla="*/ 148424 h 274287"/>
                <a:gd name="connsiteX269" fmla="*/ 2622695 w 2915191"/>
                <a:gd name="connsiteY269" fmla="*/ 151655 h 274287"/>
                <a:gd name="connsiteX270" fmla="*/ 2632439 w 2915191"/>
                <a:gd name="connsiteY270" fmla="*/ 133775 h 274287"/>
                <a:gd name="connsiteX271" fmla="*/ 2642198 w 2915191"/>
                <a:gd name="connsiteY271" fmla="*/ 141892 h 274287"/>
                <a:gd name="connsiteX272" fmla="*/ 2651942 w 2915191"/>
                <a:gd name="connsiteY272" fmla="*/ 125771 h 274287"/>
                <a:gd name="connsiteX273" fmla="*/ 2661685 w 2915191"/>
                <a:gd name="connsiteY273" fmla="*/ 118933 h 274287"/>
                <a:gd name="connsiteX274" fmla="*/ 2671444 w 2915191"/>
                <a:gd name="connsiteY274" fmla="*/ 98616 h 274287"/>
                <a:gd name="connsiteX275" fmla="*/ 2681188 w 2915191"/>
                <a:gd name="connsiteY275" fmla="*/ 108894 h 274287"/>
                <a:gd name="connsiteX276" fmla="*/ 2690947 w 2915191"/>
                <a:gd name="connsiteY276" fmla="*/ 118548 h 274287"/>
                <a:gd name="connsiteX277" fmla="*/ 2700691 w 2915191"/>
                <a:gd name="connsiteY277" fmla="*/ 129311 h 274287"/>
                <a:gd name="connsiteX278" fmla="*/ 2710435 w 2915191"/>
                <a:gd name="connsiteY278" fmla="*/ 126476 h 274287"/>
                <a:gd name="connsiteX279" fmla="*/ 2720194 w 2915191"/>
                <a:gd name="connsiteY279" fmla="*/ 83381 h 274287"/>
                <a:gd name="connsiteX280" fmla="*/ 2729938 w 2915191"/>
                <a:gd name="connsiteY280" fmla="*/ 84872 h 274287"/>
                <a:gd name="connsiteX281" fmla="*/ 2739697 w 2915191"/>
                <a:gd name="connsiteY281" fmla="*/ 65293 h 274287"/>
                <a:gd name="connsiteX282" fmla="*/ 2749441 w 2915191"/>
                <a:gd name="connsiteY282" fmla="*/ 82905 h 274287"/>
                <a:gd name="connsiteX283" fmla="*/ 2759185 w 2915191"/>
                <a:gd name="connsiteY283" fmla="*/ 50576 h 274287"/>
                <a:gd name="connsiteX284" fmla="*/ 2768943 w 2915191"/>
                <a:gd name="connsiteY284" fmla="*/ 31936 h 274287"/>
                <a:gd name="connsiteX285" fmla="*/ 2778687 w 2915191"/>
                <a:gd name="connsiteY285" fmla="*/ 0 h 274287"/>
                <a:gd name="connsiteX286" fmla="*/ 2788446 w 2915191"/>
                <a:gd name="connsiteY286" fmla="*/ 36051 h 274287"/>
                <a:gd name="connsiteX287" fmla="*/ 2798190 w 2915191"/>
                <a:gd name="connsiteY287" fmla="*/ 61710 h 274287"/>
                <a:gd name="connsiteX288" fmla="*/ 2807934 w 2915191"/>
                <a:gd name="connsiteY288" fmla="*/ 74364 h 274287"/>
                <a:gd name="connsiteX289" fmla="*/ 2817693 w 2915191"/>
                <a:gd name="connsiteY289" fmla="*/ 107924 h 274287"/>
                <a:gd name="connsiteX290" fmla="*/ 2827437 w 2915191"/>
                <a:gd name="connsiteY290" fmla="*/ 101179 h 274287"/>
                <a:gd name="connsiteX291" fmla="*/ 2837196 w 2915191"/>
                <a:gd name="connsiteY291" fmla="*/ 104512 h 274287"/>
                <a:gd name="connsiteX292" fmla="*/ 2846940 w 2915191"/>
                <a:gd name="connsiteY292" fmla="*/ 113646 h 274287"/>
                <a:gd name="connsiteX293" fmla="*/ 2856684 w 2915191"/>
                <a:gd name="connsiteY293" fmla="*/ 128435 h 274287"/>
                <a:gd name="connsiteX294" fmla="*/ 2866442 w 2915191"/>
                <a:gd name="connsiteY294" fmla="*/ 147402 h 274287"/>
                <a:gd name="connsiteX295" fmla="*/ 2876186 w 2915191"/>
                <a:gd name="connsiteY295" fmla="*/ 149419 h 274287"/>
                <a:gd name="connsiteX296" fmla="*/ 2885945 w 2915191"/>
                <a:gd name="connsiteY296" fmla="*/ 175580 h 274287"/>
                <a:gd name="connsiteX297" fmla="*/ 2895689 w 2915191"/>
                <a:gd name="connsiteY297" fmla="*/ 189831 h 274287"/>
                <a:gd name="connsiteX298" fmla="*/ 2905433 w 2915191"/>
                <a:gd name="connsiteY298" fmla="*/ 194549 h 274287"/>
                <a:gd name="connsiteX299" fmla="*/ 2915192 w 2915191"/>
                <a:gd name="connsiteY299" fmla="*/ 138863 h 274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274287">
                  <a:moveTo>
                    <a:pt x="0" y="181729"/>
                  </a:moveTo>
                  <a:lnTo>
                    <a:pt x="9750" y="156427"/>
                  </a:lnTo>
                  <a:lnTo>
                    <a:pt x="19500" y="163437"/>
                  </a:lnTo>
                  <a:lnTo>
                    <a:pt x="29250" y="181718"/>
                  </a:lnTo>
                  <a:lnTo>
                    <a:pt x="39000" y="199554"/>
                  </a:lnTo>
                  <a:lnTo>
                    <a:pt x="48749" y="211068"/>
                  </a:lnTo>
                  <a:lnTo>
                    <a:pt x="58499" y="228620"/>
                  </a:lnTo>
                  <a:lnTo>
                    <a:pt x="68249" y="231356"/>
                  </a:lnTo>
                  <a:lnTo>
                    <a:pt x="77998" y="221752"/>
                  </a:lnTo>
                  <a:lnTo>
                    <a:pt x="87748" y="208408"/>
                  </a:lnTo>
                  <a:lnTo>
                    <a:pt x="97497" y="211406"/>
                  </a:lnTo>
                  <a:lnTo>
                    <a:pt x="107247" y="246249"/>
                  </a:lnTo>
                  <a:lnTo>
                    <a:pt x="116997" y="206872"/>
                  </a:lnTo>
                  <a:lnTo>
                    <a:pt x="126747" y="207616"/>
                  </a:lnTo>
                  <a:lnTo>
                    <a:pt x="136497" y="216849"/>
                  </a:lnTo>
                  <a:lnTo>
                    <a:pt x="146247" y="211551"/>
                  </a:lnTo>
                  <a:lnTo>
                    <a:pt x="155997" y="218531"/>
                  </a:lnTo>
                  <a:lnTo>
                    <a:pt x="165747" y="222817"/>
                  </a:lnTo>
                  <a:lnTo>
                    <a:pt x="175497" y="233799"/>
                  </a:lnTo>
                  <a:lnTo>
                    <a:pt x="185247" y="231244"/>
                  </a:lnTo>
                  <a:lnTo>
                    <a:pt x="194996" y="203614"/>
                  </a:lnTo>
                  <a:lnTo>
                    <a:pt x="204746" y="186060"/>
                  </a:lnTo>
                  <a:lnTo>
                    <a:pt x="214495" y="186519"/>
                  </a:lnTo>
                  <a:lnTo>
                    <a:pt x="224245" y="179020"/>
                  </a:lnTo>
                  <a:lnTo>
                    <a:pt x="233995" y="158181"/>
                  </a:lnTo>
                  <a:lnTo>
                    <a:pt x="243744" y="166800"/>
                  </a:lnTo>
                  <a:lnTo>
                    <a:pt x="253494" y="192131"/>
                  </a:lnTo>
                  <a:lnTo>
                    <a:pt x="263244" y="208130"/>
                  </a:lnTo>
                  <a:lnTo>
                    <a:pt x="272994" y="189368"/>
                  </a:lnTo>
                  <a:lnTo>
                    <a:pt x="282744" y="188669"/>
                  </a:lnTo>
                  <a:lnTo>
                    <a:pt x="292494" y="187240"/>
                  </a:lnTo>
                  <a:lnTo>
                    <a:pt x="302244" y="188524"/>
                  </a:lnTo>
                  <a:lnTo>
                    <a:pt x="311994" y="135582"/>
                  </a:lnTo>
                  <a:lnTo>
                    <a:pt x="321744" y="148877"/>
                  </a:lnTo>
                  <a:lnTo>
                    <a:pt x="331493" y="135105"/>
                  </a:lnTo>
                  <a:lnTo>
                    <a:pt x="341243" y="155331"/>
                  </a:lnTo>
                  <a:lnTo>
                    <a:pt x="350993" y="168065"/>
                  </a:lnTo>
                  <a:lnTo>
                    <a:pt x="360742" y="207884"/>
                  </a:lnTo>
                  <a:lnTo>
                    <a:pt x="370492" y="204560"/>
                  </a:lnTo>
                  <a:lnTo>
                    <a:pt x="380241" y="237457"/>
                  </a:lnTo>
                  <a:lnTo>
                    <a:pt x="389991" y="182761"/>
                  </a:lnTo>
                  <a:lnTo>
                    <a:pt x="399741" y="168719"/>
                  </a:lnTo>
                  <a:lnTo>
                    <a:pt x="409491" y="163931"/>
                  </a:lnTo>
                  <a:lnTo>
                    <a:pt x="419241" y="141540"/>
                  </a:lnTo>
                  <a:lnTo>
                    <a:pt x="428991" y="131773"/>
                  </a:lnTo>
                  <a:lnTo>
                    <a:pt x="438741" y="125877"/>
                  </a:lnTo>
                  <a:lnTo>
                    <a:pt x="448491" y="155982"/>
                  </a:lnTo>
                  <a:lnTo>
                    <a:pt x="458241" y="160142"/>
                  </a:lnTo>
                  <a:lnTo>
                    <a:pt x="467991" y="152431"/>
                  </a:lnTo>
                  <a:lnTo>
                    <a:pt x="477740" y="167099"/>
                  </a:lnTo>
                  <a:lnTo>
                    <a:pt x="487490" y="191585"/>
                  </a:lnTo>
                  <a:lnTo>
                    <a:pt x="497239" y="192936"/>
                  </a:lnTo>
                  <a:lnTo>
                    <a:pt x="506989" y="188806"/>
                  </a:lnTo>
                  <a:lnTo>
                    <a:pt x="516738" y="186681"/>
                  </a:lnTo>
                  <a:lnTo>
                    <a:pt x="526488" y="195856"/>
                  </a:lnTo>
                  <a:lnTo>
                    <a:pt x="536238" y="177542"/>
                  </a:lnTo>
                  <a:lnTo>
                    <a:pt x="545988" y="183043"/>
                  </a:lnTo>
                  <a:lnTo>
                    <a:pt x="555738" y="196856"/>
                  </a:lnTo>
                  <a:lnTo>
                    <a:pt x="565488" y="190582"/>
                  </a:lnTo>
                  <a:lnTo>
                    <a:pt x="575238" y="193776"/>
                  </a:lnTo>
                  <a:lnTo>
                    <a:pt x="584988" y="173411"/>
                  </a:lnTo>
                  <a:lnTo>
                    <a:pt x="594738" y="178910"/>
                  </a:lnTo>
                  <a:lnTo>
                    <a:pt x="604488" y="213568"/>
                  </a:lnTo>
                  <a:lnTo>
                    <a:pt x="614237" y="213665"/>
                  </a:lnTo>
                  <a:lnTo>
                    <a:pt x="623987" y="210849"/>
                  </a:lnTo>
                  <a:lnTo>
                    <a:pt x="633736" y="217121"/>
                  </a:lnTo>
                  <a:lnTo>
                    <a:pt x="643486" y="252578"/>
                  </a:lnTo>
                  <a:lnTo>
                    <a:pt x="653236" y="256392"/>
                  </a:lnTo>
                  <a:lnTo>
                    <a:pt x="662985" y="217500"/>
                  </a:lnTo>
                  <a:lnTo>
                    <a:pt x="672735" y="188728"/>
                  </a:lnTo>
                  <a:lnTo>
                    <a:pt x="682485" y="192098"/>
                  </a:lnTo>
                  <a:lnTo>
                    <a:pt x="692235" y="192318"/>
                  </a:lnTo>
                  <a:lnTo>
                    <a:pt x="701985" y="207692"/>
                  </a:lnTo>
                  <a:lnTo>
                    <a:pt x="711735" y="202680"/>
                  </a:lnTo>
                  <a:lnTo>
                    <a:pt x="721485" y="210666"/>
                  </a:lnTo>
                  <a:lnTo>
                    <a:pt x="731235" y="222586"/>
                  </a:lnTo>
                  <a:lnTo>
                    <a:pt x="740985" y="226672"/>
                  </a:lnTo>
                  <a:lnTo>
                    <a:pt x="750734" y="246562"/>
                  </a:lnTo>
                  <a:lnTo>
                    <a:pt x="760484" y="243125"/>
                  </a:lnTo>
                  <a:lnTo>
                    <a:pt x="770233" y="252268"/>
                  </a:lnTo>
                  <a:lnTo>
                    <a:pt x="779983" y="238711"/>
                  </a:lnTo>
                  <a:lnTo>
                    <a:pt x="789733" y="229800"/>
                  </a:lnTo>
                  <a:lnTo>
                    <a:pt x="799482" y="200797"/>
                  </a:lnTo>
                  <a:lnTo>
                    <a:pt x="809232" y="201862"/>
                  </a:lnTo>
                  <a:lnTo>
                    <a:pt x="818982" y="195014"/>
                  </a:lnTo>
                  <a:lnTo>
                    <a:pt x="828732" y="176462"/>
                  </a:lnTo>
                  <a:lnTo>
                    <a:pt x="838482" y="168113"/>
                  </a:lnTo>
                  <a:lnTo>
                    <a:pt x="848232" y="163747"/>
                  </a:lnTo>
                  <a:lnTo>
                    <a:pt x="857982" y="160575"/>
                  </a:lnTo>
                  <a:lnTo>
                    <a:pt x="867732" y="146217"/>
                  </a:lnTo>
                  <a:lnTo>
                    <a:pt x="877482" y="120828"/>
                  </a:lnTo>
                  <a:lnTo>
                    <a:pt x="887231" y="121802"/>
                  </a:lnTo>
                  <a:lnTo>
                    <a:pt x="896981" y="132379"/>
                  </a:lnTo>
                  <a:lnTo>
                    <a:pt x="906730" y="156350"/>
                  </a:lnTo>
                  <a:lnTo>
                    <a:pt x="916480" y="173387"/>
                  </a:lnTo>
                  <a:lnTo>
                    <a:pt x="926230" y="150565"/>
                  </a:lnTo>
                  <a:lnTo>
                    <a:pt x="935979" y="158437"/>
                  </a:lnTo>
                  <a:lnTo>
                    <a:pt x="945729" y="163168"/>
                  </a:lnTo>
                  <a:lnTo>
                    <a:pt x="955479" y="193697"/>
                  </a:lnTo>
                  <a:lnTo>
                    <a:pt x="965229" y="193955"/>
                  </a:lnTo>
                  <a:lnTo>
                    <a:pt x="974979" y="196966"/>
                  </a:lnTo>
                  <a:lnTo>
                    <a:pt x="984729" y="190166"/>
                  </a:lnTo>
                  <a:lnTo>
                    <a:pt x="994474" y="182304"/>
                  </a:lnTo>
                  <a:lnTo>
                    <a:pt x="1004233" y="146302"/>
                  </a:lnTo>
                  <a:lnTo>
                    <a:pt x="1013977" y="151220"/>
                  </a:lnTo>
                  <a:lnTo>
                    <a:pt x="1023721" y="148917"/>
                  </a:lnTo>
                  <a:lnTo>
                    <a:pt x="1033480" y="162026"/>
                  </a:lnTo>
                  <a:lnTo>
                    <a:pt x="1043224" y="133335"/>
                  </a:lnTo>
                  <a:lnTo>
                    <a:pt x="1052983" y="137424"/>
                  </a:lnTo>
                  <a:lnTo>
                    <a:pt x="1062727" y="150462"/>
                  </a:lnTo>
                  <a:lnTo>
                    <a:pt x="1072471" y="138383"/>
                  </a:lnTo>
                  <a:lnTo>
                    <a:pt x="1082230" y="125220"/>
                  </a:lnTo>
                  <a:lnTo>
                    <a:pt x="1091973" y="145995"/>
                  </a:lnTo>
                  <a:lnTo>
                    <a:pt x="1101732" y="162874"/>
                  </a:lnTo>
                  <a:lnTo>
                    <a:pt x="1111476" y="127984"/>
                  </a:lnTo>
                  <a:lnTo>
                    <a:pt x="1121220" y="117055"/>
                  </a:lnTo>
                  <a:lnTo>
                    <a:pt x="1130979" y="117248"/>
                  </a:lnTo>
                  <a:lnTo>
                    <a:pt x="1140723" y="112852"/>
                  </a:lnTo>
                  <a:lnTo>
                    <a:pt x="1150482" y="131177"/>
                  </a:lnTo>
                  <a:lnTo>
                    <a:pt x="1160226" y="101033"/>
                  </a:lnTo>
                  <a:lnTo>
                    <a:pt x="1169969" y="131381"/>
                  </a:lnTo>
                  <a:lnTo>
                    <a:pt x="1179728" y="141557"/>
                  </a:lnTo>
                  <a:lnTo>
                    <a:pt x="1189472" y="134206"/>
                  </a:lnTo>
                  <a:lnTo>
                    <a:pt x="1199231" y="138988"/>
                  </a:lnTo>
                  <a:lnTo>
                    <a:pt x="1208975" y="135715"/>
                  </a:lnTo>
                  <a:lnTo>
                    <a:pt x="1218719" y="181146"/>
                  </a:lnTo>
                  <a:lnTo>
                    <a:pt x="1228478" y="184686"/>
                  </a:lnTo>
                  <a:lnTo>
                    <a:pt x="1238222" y="193287"/>
                  </a:lnTo>
                  <a:lnTo>
                    <a:pt x="1247966" y="200332"/>
                  </a:lnTo>
                  <a:lnTo>
                    <a:pt x="1257725" y="190616"/>
                  </a:lnTo>
                  <a:lnTo>
                    <a:pt x="1267469" y="183783"/>
                  </a:lnTo>
                  <a:lnTo>
                    <a:pt x="1277227" y="190203"/>
                  </a:lnTo>
                  <a:lnTo>
                    <a:pt x="1286971" y="191824"/>
                  </a:lnTo>
                  <a:lnTo>
                    <a:pt x="1296715" y="195358"/>
                  </a:lnTo>
                  <a:lnTo>
                    <a:pt x="1306474" y="202861"/>
                  </a:lnTo>
                  <a:lnTo>
                    <a:pt x="1316218" y="176815"/>
                  </a:lnTo>
                  <a:lnTo>
                    <a:pt x="1325977" y="172083"/>
                  </a:lnTo>
                  <a:lnTo>
                    <a:pt x="1335721" y="201574"/>
                  </a:lnTo>
                  <a:lnTo>
                    <a:pt x="1345465" y="199186"/>
                  </a:lnTo>
                  <a:lnTo>
                    <a:pt x="1355224" y="200035"/>
                  </a:lnTo>
                  <a:lnTo>
                    <a:pt x="1364967" y="224550"/>
                  </a:lnTo>
                  <a:lnTo>
                    <a:pt x="1374726" y="242280"/>
                  </a:lnTo>
                  <a:lnTo>
                    <a:pt x="1384470" y="233047"/>
                  </a:lnTo>
                  <a:lnTo>
                    <a:pt x="1394214" y="223523"/>
                  </a:lnTo>
                  <a:lnTo>
                    <a:pt x="1403973" y="204968"/>
                  </a:lnTo>
                  <a:lnTo>
                    <a:pt x="1413717" y="196884"/>
                  </a:lnTo>
                  <a:lnTo>
                    <a:pt x="1423476" y="193961"/>
                  </a:lnTo>
                  <a:lnTo>
                    <a:pt x="1433220" y="192841"/>
                  </a:lnTo>
                  <a:lnTo>
                    <a:pt x="1442964" y="211458"/>
                  </a:lnTo>
                  <a:lnTo>
                    <a:pt x="1452722" y="214913"/>
                  </a:lnTo>
                  <a:lnTo>
                    <a:pt x="1462466" y="207902"/>
                  </a:lnTo>
                  <a:lnTo>
                    <a:pt x="1472225" y="208216"/>
                  </a:lnTo>
                  <a:lnTo>
                    <a:pt x="1481969" y="205268"/>
                  </a:lnTo>
                  <a:lnTo>
                    <a:pt x="1491713" y="194761"/>
                  </a:lnTo>
                  <a:lnTo>
                    <a:pt x="1501472" y="181045"/>
                  </a:lnTo>
                  <a:lnTo>
                    <a:pt x="1511216" y="188481"/>
                  </a:lnTo>
                  <a:lnTo>
                    <a:pt x="1520960" y="176484"/>
                  </a:lnTo>
                  <a:lnTo>
                    <a:pt x="1530719" y="169991"/>
                  </a:lnTo>
                  <a:lnTo>
                    <a:pt x="1540463" y="151003"/>
                  </a:lnTo>
                  <a:lnTo>
                    <a:pt x="1550221" y="144925"/>
                  </a:lnTo>
                  <a:lnTo>
                    <a:pt x="1559965" y="153719"/>
                  </a:lnTo>
                  <a:lnTo>
                    <a:pt x="1569709" y="156733"/>
                  </a:lnTo>
                  <a:lnTo>
                    <a:pt x="1579468" y="177611"/>
                  </a:lnTo>
                  <a:lnTo>
                    <a:pt x="1589212" y="218982"/>
                  </a:lnTo>
                  <a:lnTo>
                    <a:pt x="1598971" y="244060"/>
                  </a:lnTo>
                  <a:lnTo>
                    <a:pt x="1608715" y="244541"/>
                  </a:lnTo>
                  <a:lnTo>
                    <a:pt x="1618459" y="246510"/>
                  </a:lnTo>
                  <a:lnTo>
                    <a:pt x="1628218" y="244127"/>
                  </a:lnTo>
                  <a:lnTo>
                    <a:pt x="1637962" y="254817"/>
                  </a:lnTo>
                  <a:lnTo>
                    <a:pt x="1647720" y="236046"/>
                  </a:lnTo>
                  <a:lnTo>
                    <a:pt x="1657464" y="240632"/>
                  </a:lnTo>
                  <a:lnTo>
                    <a:pt x="1667208" y="252077"/>
                  </a:lnTo>
                  <a:lnTo>
                    <a:pt x="1676967" y="233698"/>
                  </a:lnTo>
                  <a:lnTo>
                    <a:pt x="1686711" y="209432"/>
                  </a:lnTo>
                  <a:lnTo>
                    <a:pt x="1696470" y="221534"/>
                  </a:lnTo>
                  <a:lnTo>
                    <a:pt x="1706214" y="224773"/>
                  </a:lnTo>
                  <a:lnTo>
                    <a:pt x="1715958" y="221679"/>
                  </a:lnTo>
                  <a:lnTo>
                    <a:pt x="1725716" y="225554"/>
                  </a:lnTo>
                  <a:lnTo>
                    <a:pt x="1735460" y="205408"/>
                  </a:lnTo>
                  <a:lnTo>
                    <a:pt x="1745219" y="203489"/>
                  </a:lnTo>
                  <a:lnTo>
                    <a:pt x="1754963" y="204797"/>
                  </a:lnTo>
                  <a:lnTo>
                    <a:pt x="1764707" y="227168"/>
                  </a:lnTo>
                  <a:lnTo>
                    <a:pt x="1774466" y="225855"/>
                  </a:lnTo>
                  <a:lnTo>
                    <a:pt x="1784210" y="246033"/>
                  </a:lnTo>
                  <a:lnTo>
                    <a:pt x="1793969" y="195692"/>
                  </a:lnTo>
                  <a:lnTo>
                    <a:pt x="1803713" y="180404"/>
                  </a:lnTo>
                  <a:lnTo>
                    <a:pt x="1813457" y="197374"/>
                  </a:lnTo>
                  <a:lnTo>
                    <a:pt x="1823215" y="164915"/>
                  </a:lnTo>
                  <a:lnTo>
                    <a:pt x="1832959" y="191071"/>
                  </a:lnTo>
                  <a:lnTo>
                    <a:pt x="1842703" y="184832"/>
                  </a:lnTo>
                  <a:lnTo>
                    <a:pt x="1852462" y="201153"/>
                  </a:lnTo>
                  <a:lnTo>
                    <a:pt x="1862206" y="204998"/>
                  </a:lnTo>
                  <a:lnTo>
                    <a:pt x="1871965" y="218750"/>
                  </a:lnTo>
                  <a:lnTo>
                    <a:pt x="1881709" y="231503"/>
                  </a:lnTo>
                  <a:lnTo>
                    <a:pt x="1891453" y="227044"/>
                  </a:lnTo>
                  <a:lnTo>
                    <a:pt x="1901212" y="206276"/>
                  </a:lnTo>
                  <a:lnTo>
                    <a:pt x="1910956" y="174823"/>
                  </a:lnTo>
                  <a:lnTo>
                    <a:pt x="1920714" y="157905"/>
                  </a:lnTo>
                  <a:lnTo>
                    <a:pt x="1930458" y="211317"/>
                  </a:lnTo>
                  <a:lnTo>
                    <a:pt x="1940202" y="202406"/>
                  </a:lnTo>
                  <a:lnTo>
                    <a:pt x="1949961" y="219519"/>
                  </a:lnTo>
                  <a:lnTo>
                    <a:pt x="1959705" y="241970"/>
                  </a:lnTo>
                  <a:lnTo>
                    <a:pt x="1969464" y="241240"/>
                  </a:lnTo>
                  <a:lnTo>
                    <a:pt x="1979208" y="238810"/>
                  </a:lnTo>
                  <a:lnTo>
                    <a:pt x="1988952" y="262015"/>
                  </a:lnTo>
                  <a:lnTo>
                    <a:pt x="1998711" y="247412"/>
                  </a:lnTo>
                  <a:lnTo>
                    <a:pt x="2008454" y="250668"/>
                  </a:lnTo>
                  <a:lnTo>
                    <a:pt x="2018213" y="231973"/>
                  </a:lnTo>
                  <a:lnTo>
                    <a:pt x="2027957" y="214983"/>
                  </a:lnTo>
                  <a:lnTo>
                    <a:pt x="2037701" y="232327"/>
                  </a:lnTo>
                  <a:lnTo>
                    <a:pt x="2047460" y="241441"/>
                  </a:lnTo>
                  <a:lnTo>
                    <a:pt x="2057204" y="249437"/>
                  </a:lnTo>
                  <a:lnTo>
                    <a:pt x="2066963" y="236025"/>
                  </a:lnTo>
                  <a:lnTo>
                    <a:pt x="2076707" y="242161"/>
                  </a:lnTo>
                  <a:lnTo>
                    <a:pt x="2086451" y="254788"/>
                  </a:lnTo>
                  <a:lnTo>
                    <a:pt x="2096210" y="252766"/>
                  </a:lnTo>
                  <a:lnTo>
                    <a:pt x="2105954" y="274287"/>
                  </a:lnTo>
                  <a:lnTo>
                    <a:pt x="2115697" y="234006"/>
                  </a:lnTo>
                  <a:lnTo>
                    <a:pt x="2125456" y="243956"/>
                  </a:lnTo>
                  <a:lnTo>
                    <a:pt x="2135200" y="239933"/>
                  </a:lnTo>
                  <a:lnTo>
                    <a:pt x="2144959" y="228261"/>
                  </a:lnTo>
                  <a:lnTo>
                    <a:pt x="2154703" y="228133"/>
                  </a:lnTo>
                  <a:lnTo>
                    <a:pt x="2164447" y="248965"/>
                  </a:lnTo>
                  <a:lnTo>
                    <a:pt x="2174206" y="241124"/>
                  </a:lnTo>
                  <a:lnTo>
                    <a:pt x="2183950" y="236787"/>
                  </a:lnTo>
                  <a:lnTo>
                    <a:pt x="2193709" y="234517"/>
                  </a:lnTo>
                  <a:lnTo>
                    <a:pt x="2203452" y="198419"/>
                  </a:lnTo>
                  <a:lnTo>
                    <a:pt x="2213196" y="170009"/>
                  </a:lnTo>
                  <a:lnTo>
                    <a:pt x="2222955" y="178493"/>
                  </a:lnTo>
                  <a:lnTo>
                    <a:pt x="2232699" y="192274"/>
                  </a:lnTo>
                  <a:lnTo>
                    <a:pt x="2242458" y="163683"/>
                  </a:lnTo>
                  <a:lnTo>
                    <a:pt x="2252202" y="154517"/>
                  </a:lnTo>
                  <a:lnTo>
                    <a:pt x="2261946" y="146099"/>
                  </a:lnTo>
                  <a:lnTo>
                    <a:pt x="2271705" y="106382"/>
                  </a:lnTo>
                  <a:lnTo>
                    <a:pt x="2281449" y="101702"/>
                  </a:lnTo>
                  <a:lnTo>
                    <a:pt x="2291208" y="126491"/>
                  </a:lnTo>
                  <a:lnTo>
                    <a:pt x="2300951" y="134505"/>
                  </a:lnTo>
                  <a:lnTo>
                    <a:pt x="2310695" y="146856"/>
                  </a:lnTo>
                  <a:lnTo>
                    <a:pt x="2320454" y="149623"/>
                  </a:lnTo>
                  <a:lnTo>
                    <a:pt x="2330198" y="171767"/>
                  </a:lnTo>
                  <a:lnTo>
                    <a:pt x="2339957" y="163783"/>
                  </a:lnTo>
                  <a:lnTo>
                    <a:pt x="2349701" y="187197"/>
                  </a:lnTo>
                  <a:lnTo>
                    <a:pt x="2359445" y="147048"/>
                  </a:lnTo>
                  <a:lnTo>
                    <a:pt x="2369204" y="155002"/>
                  </a:lnTo>
                  <a:lnTo>
                    <a:pt x="2378948" y="170300"/>
                  </a:lnTo>
                  <a:lnTo>
                    <a:pt x="2388692" y="193144"/>
                  </a:lnTo>
                  <a:lnTo>
                    <a:pt x="2398450" y="187898"/>
                  </a:lnTo>
                  <a:lnTo>
                    <a:pt x="2408194" y="182271"/>
                  </a:lnTo>
                  <a:lnTo>
                    <a:pt x="2417953" y="162622"/>
                  </a:lnTo>
                  <a:lnTo>
                    <a:pt x="2427697" y="198585"/>
                  </a:lnTo>
                  <a:lnTo>
                    <a:pt x="2437441" y="205928"/>
                  </a:lnTo>
                  <a:lnTo>
                    <a:pt x="2447200" y="209712"/>
                  </a:lnTo>
                  <a:lnTo>
                    <a:pt x="2456944" y="243247"/>
                  </a:lnTo>
                  <a:lnTo>
                    <a:pt x="2466703" y="232706"/>
                  </a:lnTo>
                  <a:lnTo>
                    <a:pt x="2476446" y="156010"/>
                  </a:lnTo>
                  <a:lnTo>
                    <a:pt x="2486190" y="99600"/>
                  </a:lnTo>
                  <a:lnTo>
                    <a:pt x="2495949" y="94314"/>
                  </a:lnTo>
                  <a:lnTo>
                    <a:pt x="2505693" y="93555"/>
                  </a:lnTo>
                  <a:lnTo>
                    <a:pt x="2515452" y="89714"/>
                  </a:lnTo>
                  <a:lnTo>
                    <a:pt x="2525196" y="68669"/>
                  </a:lnTo>
                  <a:lnTo>
                    <a:pt x="2534940" y="75523"/>
                  </a:lnTo>
                  <a:lnTo>
                    <a:pt x="2544699" y="100786"/>
                  </a:lnTo>
                  <a:lnTo>
                    <a:pt x="2554443" y="114084"/>
                  </a:lnTo>
                  <a:lnTo>
                    <a:pt x="2564202" y="115060"/>
                  </a:lnTo>
                  <a:lnTo>
                    <a:pt x="2573946" y="105130"/>
                  </a:lnTo>
                  <a:lnTo>
                    <a:pt x="2583690" y="103301"/>
                  </a:lnTo>
                  <a:lnTo>
                    <a:pt x="2593448" y="123635"/>
                  </a:lnTo>
                  <a:lnTo>
                    <a:pt x="2603192" y="181782"/>
                  </a:lnTo>
                  <a:lnTo>
                    <a:pt x="2612951" y="148424"/>
                  </a:lnTo>
                  <a:lnTo>
                    <a:pt x="2622695" y="151655"/>
                  </a:lnTo>
                  <a:lnTo>
                    <a:pt x="2632439" y="133775"/>
                  </a:lnTo>
                  <a:lnTo>
                    <a:pt x="2642198" y="141892"/>
                  </a:lnTo>
                  <a:lnTo>
                    <a:pt x="2651942" y="125771"/>
                  </a:lnTo>
                  <a:lnTo>
                    <a:pt x="2661685" y="118933"/>
                  </a:lnTo>
                  <a:lnTo>
                    <a:pt x="2671444" y="98616"/>
                  </a:lnTo>
                  <a:lnTo>
                    <a:pt x="2681188" y="108894"/>
                  </a:lnTo>
                  <a:lnTo>
                    <a:pt x="2690947" y="118548"/>
                  </a:lnTo>
                  <a:lnTo>
                    <a:pt x="2700691" y="129311"/>
                  </a:lnTo>
                  <a:lnTo>
                    <a:pt x="2710435" y="126476"/>
                  </a:lnTo>
                  <a:lnTo>
                    <a:pt x="2720194" y="83381"/>
                  </a:lnTo>
                  <a:lnTo>
                    <a:pt x="2729938" y="84872"/>
                  </a:lnTo>
                  <a:lnTo>
                    <a:pt x="2739697" y="65293"/>
                  </a:lnTo>
                  <a:lnTo>
                    <a:pt x="2749441" y="82905"/>
                  </a:lnTo>
                  <a:lnTo>
                    <a:pt x="2759185" y="50576"/>
                  </a:lnTo>
                  <a:lnTo>
                    <a:pt x="2768943" y="31936"/>
                  </a:lnTo>
                  <a:lnTo>
                    <a:pt x="2778687" y="0"/>
                  </a:lnTo>
                  <a:lnTo>
                    <a:pt x="2788446" y="36051"/>
                  </a:lnTo>
                  <a:lnTo>
                    <a:pt x="2798190" y="61710"/>
                  </a:lnTo>
                  <a:lnTo>
                    <a:pt x="2807934" y="74364"/>
                  </a:lnTo>
                  <a:lnTo>
                    <a:pt x="2817693" y="107924"/>
                  </a:lnTo>
                  <a:lnTo>
                    <a:pt x="2827437" y="101179"/>
                  </a:lnTo>
                  <a:lnTo>
                    <a:pt x="2837196" y="104512"/>
                  </a:lnTo>
                  <a:lnTo>
                    <a:pt x="2846940" y="113646"/>
                  </a:lnTo>
                  <a:lnTo>
                    <a:pt x="2856684" y="128435"/>
                  </a:lnTo>
                  <a:lnTo>
                    <a:pt x="2866442" y="147402"/>
                  </a:lnTo>
                  <a:lnTo>
                    <a:pt x="2876186" y="149419"/>
                  </a:lnTo>
                  <a:lnTo>
                    <a:pt x="2885945" y="175580"/>
                  </a:lnTo>
                  <a:lnTo>
                    <a:pt x="2895689" y="189831"/>
                  </a:lnTo>
                  <a:lnTo>
                    <a:pt x="2905433" y="194549"/>
                  </a:lnTo>
                  <a:lnTo>
                    <a:pt x="2915192" y="13886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5" name="Freeform 1154">
              <a:extLst>
                <a:ext uri="{FF2B5EF4-FFF2-40B4-BE49-F238E27FC236}">
                  <a16:creationId xmlns:a16="http://schemas.microsoft.com/office/drawing/2014/main" id="{11BD49B0-29BD-92C3-E8DF-06E9AFFCFAD1}"/>
                </a:ext>
              </a:extLst>
            </p:cNvPr>
            <p:cNvSpPr/>
            <p:nvPr/>
          </p:nvSpPr>
          <p:spPr>
            <a:xfrm>
              <a:off x="4426652" y="3497970"/>
              <a:ext cx="2915191" cy="439569"/>
            </a:xfrm>
            <a:custGeom>
              <a:avLst/>
              <a:gdLst>
                <a:gd name="connsiteX0" fmla="*/ 0 w 2915191"/>
                <a:gd name="connsiteY0" fmla="*/ 259609 h 439569"/>
                <a:gd name="connsiteX1" fmla="*/ 9750 w 2915191"/>
                <a:gd name="connsiteY1" fmla="*/ 278140 h 439569"/>
                <a:gd name="connsiteX2" fmla="*/ 19500 w 2915191"/>
                <a:gd name="connsiteY2" fmla="*/ 257203 h 439569"/>
                <a:gd name="connsiteX3" fmla="*/ 29250 w 2915191"/>
                <a:gd name="connsiteY3" fmla="*/ 248280 h 439569"/>
                <a:gd name="connsiteX4" fmla="*/ 39000 w 2915191"/>
                <a:gd name="connsiteY4" fmla="*/ 245370 h 439569"/>
                <a:gd name="connsiteX5" fmla="*/ 48749 w 2915191"/>
                <a:gd name="connsiteY5" fmla="*/ 237012 h 439569"/>
                <a:gd name="connsiteX6" fmla="*/ 58499 w 2915191"/>
                <a:gd name="connsiteY6" fmla="*/ 248305 h 439569"/>
                <a:gd name="connsiteX7" fmla="*/ 68249 w 2915191"/>
                <a:gd name="connsiteY7" fmla="*/ 222591 h 439569"/>
                <a:gd name="connsiteX8" fmla="*/ 77998 w 2915191"/>
                <a:gd name="connsiteY8" fmla="*/ 195434 h 439569"/>
                <a:gd name="connsiteX9" fmla="*/ 87748 w 2915191"/>
                <a:gd name="connsiteY9" fmla="*/ 202038 h 439569"/>
                <a:gd name="connsiteX10" fmla="*/ 97497 w 2915191"/>
                <a:gd name="connsiteY10" fmla="*/ 216375 h 439569"/>
                <a:gd name="connsiteX11" fmla="*/ 107247 w 2915191"/>
                <a:gd name="connsiteY11" fmla="*/ 199898 h 439569"/>
                <a:gd name="connsiteX12" fmla="*/ 116997 w 2915191"/>
                <a:gd name="connsiteY12" fmla="*/ 228644 h 439569"/>
                <a:gd name="connsiteX13" fmla="*/ 126747 w 2915191"/>
                <a:gd name="connsiteY13" fmla="*/ 230680 h 439569"/>
                <a:gd name="connsiteX14" fmla="*/ 136497 w 2915191"/>
                <a:gd name="connsiteY14" fmla="*/ 248710 h 439569"/>
                <a:gd name="connsiteX15" fmla="*/ 146247 w 2915191"/>
                <a:gd name="connsiteY15" fmla="*/ 267402 h 439569"/>
                <a:gd name="connsiteX16" fmla="*/ 155997 w 2915191"/>
                <a:gd name="connsiteY16" fmla="*/ 281552 h 439569"/>
                <a:gd name="connsiteX17" fmla="*/ 165747 w 2915191"/>
                <a:gd name="connsiteY17" fmla="*/ 286883 h 439569"/>
                <a:gd name="connsiteX18" fmla="*/ 175497 w 2915191"/>
                <a:gd name="connsiteY18" fmla="*/ 298156 h 439569"/>
                <a:gd name="connsiteX19" fmla="*/ 185247 w 2915191"/>
                <a:gd name="connsiteY19" fmla="*/ 258293 h 439569"/>
                <a:gd name="connsiteX20" fmla="*/ 194996 w 2915191"/>
                <a:gd name="connsiteY20" fmla="*/ 282044 h 439569"/>
                <a:gd name="connsiteX21" fmla="*/ 204746 w 2915191"/>
                <a:gd name="connsiteY21" fmla="*/ 291728 h 439569"/>
                <a:gd name="connsiteX22" fmla="*/ 214495 w 2915191"/>
                <a:gd name="connsiteY22" fmla="*/ 318424 h 439569"/>
                <a:gd name="connsiteX23" fmla="*/ 224245 w 2915191"/>
                <a:gd name="connsiteY23" fmla="*/ 341674 h 439569"/>
                <a:gd name="connsiteX24" fmla="*/ 233995 w 2915191"/>
                <a:gd name="connsiteY24" fmla="*/ 349025 h 439569"/>
                <a:gd name="connsiteX25" fmla="*/ 243744 w 2915191"/>
                <a:gd name="connsiteY25" fmla="*/ 358884 h 439569"/>
                <a:gd name="connsiteX26" fmla="*/ 253494 w 2915191"/>
                <a:gd name="connsiteY26" fmla="*/ 386971 h 439569"/>
                <a:gd name="connsiteX27" fmla="*/ 263244 w 2915191"/>
                <a:gd name="connsiteY27" fmla="*/ 401034 h 439569"/>
                <a:gd name="connsiteX28" fmla="*/ 272994 w 2915191"/>
                <a:gd name="connsiteY28" fmla="*/ 404096 h 439569"/>
                <a:gd name="connsiteX29" fmla="*/ 282744 w 2915191"/>
                <a:gd name="connsiteY29" fmla="*/ 360363 h 439569"/>
                <a:gd name="connsiteX30" fmla="*/ 292494 w 2915191"/>
                <a:gd name="connsiteY30" fmla="*/ 356699 h 439569"/>
                <a:gd name="connsiteX31" fmla="*/ 302244 w 2915191"/>
                <a:gd name="connsiteY31" fmla="*/ 345284 h 439569"/>
                <a:gd name="connsiteX32" fmla="*/ 311994 w 2915191"/>
                <a:gd name="connsiteY32" fmla="*/ 345300 h 439569"/>
                <a:gd name="connsiteX33" fmla="*/ 321744 w 2915191"/>
                <a:gd name="connsiteY33" fmla="*/ 334014 h 439569"/>
                <a:gd name="connsiteX34" fmla="*/ 331493 w 2915191"/>
                <a:gd name="connsiteY34" fmla="*/ 332836 h 439569"/>
                <a:gd name="connsiteX35" fmla="*/ 341243 w 2915191"/>
                <a:gd name="connsiteY35" fmla="*/ 347581 h 439569"/>
                <a:gd name="connsiteX36" fmla="*/ 350993 w 2915191"/>
                <a:gd name="connsiteY36" fmla="*/ 361361 h 439569"/>
                <a:gd name="connsiteX37" fmla="*/ 360742 w 2915191"/>
                <a:gd name="connsiteY37" fmla="*/ 368005 h 439569"/>
                <a:gd name="connsiteX38" fmla="*/ 370492 w 2915191"/>
                <a:gd name="connsiteY38" fmla="*/ 361792 h 439569"/>
                <a:gd name="connsiteX39" fmla="*/ 380241 w 2915191"/>
                <a:gd name="connsiteY39" fmla="*/ 345510 h 439569"/>
                <a:gd name="connsiteX40" fmla="*/ 389991 w 2915191"/>
                <a:gd name="connsiteY40" fmla="*/ 371785 h 439569"/>
                <a:gd name="connsiteX41" fmla="*/ 399741 w 2915191"/>
                <a:gd name="connsiteY41" fmla="*/ 343331 h 439569"/>
                <a:gd name="connsiteX42" fmla="*/ 409491 w 2915191"/>
                <a:gd name="connsiteY42" fmla="*/ 320306 h 439569"/>
                <a:gd name="connsiteX43" fmla="*/ 419241 w 2915191"/>
                <a:gd name="connsiteY43" fmla="*/ 305772 h 439569"/>
                <a:gd name="connsiteX44" fmla="*/ 428991 w 2915191"/>
                <a:gd name="connsiteY44" fmla="*/ 302460 h 439569"/>
                <a:gd name="connsiteX45" fmla="*/ 438741 w 2915191"/>
                <a:gd name="connsiteY45" fmla="*/ 295331 h 439569"/>
                <a:gd name="connsiteX46" fmla="*/ 448491 w 2915191"/>
                <a:gd name="connsiteY46" fmla="*/ 311438 h 439569"/>
                <a:gd name="connsiteX47" fmla="*/ 458241 w 2915191"/>
                <a:gd name="connsiteY47" fmla="*/ 307160 h 439569"/>
                <a:gd name="connsiteX48" fmla="*/ 467991 w 2915191"/>
                <a:gd name="connsiteY48" fmla="*/ 321906 h 439569"/>
                <a:gd name="connsiteX49" fmla="*/ 477740 w 2915191"/>
                <a:gd name="connsiteY49" fmla="*/ 341295 h 439569"/>
                <a:gd name="connsiteX50" fmla="*/ 487490 w 2915191"/>
                <a:gd name="connsiteY50" fmla="*/ 341230 h 439569"/>
                <a:gd name="connsiteX51" fmla="*/ 497239 w 2915191"/>
                <a:gd name="connsiteY51" fmla="*/ 362676 h 439569"/>
                <a:gd name="connsiteX52" fmla="*/ 506989 w 2915191"/>
                <a:gd name="connsiteY52" fmla="*/ 359617 h 439569"/>
                <a:gd name="connsiteX53" fmla="*/ 516738 w 2915191"/>
                <a:gd name="connsiteY53" fmla="*/ 357827 h 439569"/>
                <a:gd name="connsiteX54" fmla="*/ 526488 w 2915191"/>
                <a:gd name="connsiteY54" fmla="*/ 316849 h 439569"/>
                <a:gd name="connsiteX55" fmla="*/ 536238 w 2915191"/>
                <a:gd name="connsiteY55" fmla="*/ 298532 h 439569"/>
                <a:gd name="connsiteX56" fmla="*/ 545988 w 2915191"/>
                <a:gd name="connsiteY56" fmla="*/ 253231 h 439569"/>
                <a:gd name="connsiteX57" fmla="*/ 555738 w 2915191"/>
                <a:gd name="connsiteY57" fmla="*/ 253761 h 439569"/>
                <a:gd name="connsiteX58" fmla="*/ 565488 w 2915191"/>
                <a:gd name="connsiteY58" fmla="*/ 280597 h 439569"/>
                <a:gd name="connsiteX59" fmla="*/ 575238 w 2915191"/>
                <a:gd name="connsiteY59" fmla="*/ 291563 h 439569"/>
                <a:gd name="connsiteX60" fmla="*/ 584988 w 2915191"/>
                <a:gd name="connsiteY60" fmla="*/ 298604 h 439569"/>
                <a:gd name="connsiteX61" fmla="*/ 594738 w 2915191"/>
                <a:gd name="connsiteY61" fmla="*/ 304754 h 439569"/>
                <a:gd name="connsiteX62" fmla="*/ 604488 w 2915191"/>
                <a:gd name="connsiteY62" fmla="*/ 276090 h 439569"/>
                <a:gd name="connsiteX63" fmla="*/ 614237 w 2915191"/>
                <a:gd name="connsiteY63" fmla="*/ 269174 h 439569"/>
                <a:gd name="connsiteX64" fmla="*/ 623987 w 2915191"/>
                <a:gd name="connsiteY64" fmla="*/ 290219 h 439569"/>
                <a:gd name="connsiteX65" fmla="*/ 633736 w 2915191"/>
                <a:gd name="connsiteY65" fmla="*/ 253168 h 439569"/>
                <a:gd name="connsiteX66" fmla="*/ 643486 w 2915191"/>
                <a:gd name="connsiteY66" fmla="*/ 260022 h 439569"/>
                <a:gd name="connsiteX67" fmla="*/ 653236 w 2915191"/>
                <a:gd name="connsiteY67" fmla="*/ 290848 h 439569"/>
                <a:gd name="connsiteX68" fmla="*/ 662985 w 2915191"/>
                <a:gd name="connsiteY68" fmla="*/ 289915 h 439569"/>
                <a:gd name="connsiteX69" fmla="*/ 672735 w 2915191"/>
                <a:gd name="connsiteY69" fmla="*/ 303454 h 439569"/>
                <a:gd name="connsiteX70" fmla="*/ 682485 w 2915191"/>
                <a:gd name="connsiteY70" fmla="*/ 317856 h 439569"/>
                <a:gd name="connsiteX71" fmla="*/ 692235 w 2915191"/>
                <a:gd name="connsiteY71" fmla="*/ 354465 h 439569"/>
                <a:gd name="connsiteX72" fmla="*/ 701985 w 2915191"/>
                <a:gd name="connsiteY72" fmla="*/ 327869 h 439569"/>
                <a:gd name="connsiteX73" fmla="*/ 711735 w 2915191"/>
                <a:gd name="connsiteY73" fmla="*/ 278414 h 439569"/>
                <a:gd name="connsiteX74" fmla="*/ 721485 w 2915191"/>
                <a:gd name="connsiteY74" fmla="*/ 252670 h 439569"/>
                <a:gd name="connsiteX75" fmla="*/ 731235 w 2915191"/>
                <a:gd name="connsiteY75" fmla="*/ 255221 h 439569"/>
                <a:gd name="connsiteX76" fmla="*/ 740985 w 2915191"/>
                <a:gd name="connsiteY76" fmla="*/ 278163 h 439569"/>
                <a:gd name="connsiteX77" fmla="*/ 750734 w 2915191"/>
                <a:gd name="connsiteY77" fmla="*/ 306816 h 439569"/>
                <a:gd name="connsiteX78" fmla="*/ 760484 w 2915191"/>
                <a:gd name="connsiteY78" fmla="*/ 269430 h 439569"/>
                <a:gd name="connsiteX79" fmla="*/ 770233 w 2915191"/>
                <a:gd name="connsiteY79" fmla="*/ 278460 h 439569"/>
                <a:gd name="connsiteX80" fmla="*/ 779983 w 2915191"/>
                <a:gd name="connsiteY80" fmla="*/ 292743 h 439569"/>
                <a:gd name="connsiteX81" fmla="*/ 789733 w 2915191"/>
                <a:gd name="connsiteY81" fmla="*/ 323038 h 439569"/>
                <a:gd name="connsiteX82" fmla="*/ 799482 w 2915191"/>
                <a:gd name="connsiteY82" fmla="*/ 308717 h 439569"/>
                <a:gd name="connsiteX83" fmla="*/ 809232 w 2915191"/>
                <a:gd name="connsiteY83" fmla="*/ 285393 h 439569"/>
                <a:gd name="connsiteX84" fmla="*/ 818982 w 2915191"/>
                <a:gd name="connsiteY84" fmla="*/ 309793 h 439569"/>
                <a:gd name="connsiteX85" fmla="*/ 828732 w 2915191"/>
                <a:gd name="connsiteY85" fmla="*/ 284225 h 439569"/>
                <a:gd name="connsiteX86" fmla="*/ 838482 w 2915191"/>
                <a:gd name="connsiteY86" fmla="*/ 250903 h 439569"/>
                <a:gd name="connsiteX87" fmla="*/ 848232 w 2915191"/>
                <a:gd name="connsiteY87" fmla="*/ 247681 h 439569"/>
                <a:gd name="connsiteX88" fmla="*/ 857982 w 2915191"/>
                <a:gd name="connsiteY88" fmla="*/ 293903 h 439569"/>
                <a:gd name="connsiteX89" fmla="*/ 867732 w 2915191"/>
                <a:gd name="connsiteY89" fmla="*/ 269478 h 439569"/>
                <a:gd name="connsiteX90" fmla="*/ 877482 w 2915191"/>
                <a:gd name="connsiteY90" fmla="*/ 293874 h 439569"/>
                <a:gd name="connsiteX91" fmla="*/ 887231 w 2915191"/>
                <a:gd name="connsiteY91" fmla="*/ 298888 h 439569"/>
                <a:gd name="connsiteX92" fmla="*/ 896981 w 2915191"/>
                <a:gd name="connsiteY92" fmla="*/ 278826 h 439569"/>
                <a:gd name="connsiteX93" fmla="*/ 906730 w 2915191"/>
                <a:gd name="connsiteY93" fmla="*/ 237377 h 439569"/>
                <a:gd name="connsiteX94" fmla="*/ 916480 w 2915191"/>
                <a:gd name="connsiteY94" fmla="*/ 204542 h 439569"/>
                <a:gd name="connsiteX95" fmla="*/ 926230 w 2915191"/>
                <a:gd name="connsiteY95" fmla="*/ 212220 h 439569"/>
                <a:gd name="connsiteX96" fmla="*/ 935979 w 2915191"/>
                <a:gd name="connsiteY96" fmla="*/ 210777 h 439569"/>
                <a:gd name="connsiteX97" fmla="*/ 945729 w 2915191"/>
                <a:gd name="connsiteY97" fmla="*/ 221454 h 439569"/>
                <a:gd name="connsiteX98" fmla="*/ 955479 w 2915191"/>
                <a:gd name="connsiteY98" fmla="*/ 211974 h 439569"/>
                <a:gd name="connsiteX99" fmla="*/ 965229 w 2915191"/>
                <a:gd name="connsiteY99" fmla="*/ 239643 h 439569"/>
                <a:gd name="connsiteX100" fmla="*/ 974979 w 2915191"/>
                <a:gd name="connsiteY100" fmla="*/ 242269 h 439569"/>
                <a:gd name="connsiteX101" fmla="*/ 984729 w 2915191"/>
                <a:gd name="connsiteY101" fmla="*/ 258624 h 439569"/>
                <a:gd name="connsiteX102" fmla="*/ 994474 w 2915191"/>
                <a:gd name="connsiteY102" fmla="*/ 252772 h 439569"/>
                <a:gd name="connsiteX103" fmla="*/ 1004233 w 2915191"/>
                <a:gd name="connsiteY103" fmla="*/ 261853 h 439569"/>
                <a:gd name="connsiteX104" fmla="*/ 1013977 w 2915191"/>
                <a:gd name="connsiteY104" fmla="*/ 263396 h 439569"/>
                <a:gd name="connsiteX105" fmla="*/ 1023721 w 2915191"/>
                <a:gd name="connsiteY105" fmla="*/ 261152 h 439569"/>
                <a:gd name="connsiteX106" fmla="*/ 1033480 w 2915191"/>
                <a:gd name="connsiteY106" fmla="*/ 238489 h 439569"/>
                <a:gd name="connsiteX107" fmla="*/ 1043224 w 2915191"/>
                <a:gd name="connsiteY107" fmla="*/ 212096 h 439569"/>
                <a:gd name="connsiteX108" fmla="*/ 1052983 w 2915191"/>
                <a:gd name="connsiteY108" fmla="*/ 203252 h 439569"/>
                <a:gd name="connsiteX109" fmla="*/ 1062727 w 2915191"/>
                <a:gd name="connsiteY109" fmla="*/ 187618 h 439569"/>
                <a:gd name="connsiteX110" fmla="*/ 1072471 w 2915191"/>
                <a:gd name="connsiteY110" fmla="*/ 178476 h 439569"/>
                <a:gd name="connsiteX111" fmla="*/ 1082230 w 2915191"/>
                <a:gd name="connsiteY111" fmla="*/ 163878 h 439569"/>
                <a:gd name="connsiteX112" fmla="*/ 1091973 w 2915191"/>
                <a:gd name="connsiteY112" fmla="*/ 144368 h 439569"/>
                <a:gd name="connsiteX113" fmla="*/ 1101732 w 2915191"/>
                <a:gd name="connsiteY113" fmla="*/ 178256 h 439569"/>
                <a:gd name="connsiteX114" fmla="*/ 1111476 w 2915191"/>
                <a:gd name="connsiteY114" fmla="*/ 191363 h 439569"/>
                <a:gd name="connsiteX115" fmla="*/ 1121220 w 2915191"/>
                <a:gd name="connsiteY115" fmla="*/ 202309 h 439569"/>
                <a:gd name="connsiteX116" fmla="*/ 1130979 w 2915191"/>
                <a:gd name="connsiteY116" fmla="*/ 181599 h 439569"/>
                <a:gd name="connsiteX117" fmla="*/ 1140723 w 2915191"/>
                <a:gd name="connsiteY117" fmla="*/ 186583 h 439569"/>
                <a:gd name="connsiteX118" fmla="*/ 1150482 w 2915191"/>
                <a:gd name="connsiteY118" fmla="*/ 156417 h 439569"/>
                <a:gd name="connsiteX119" fmla="*/ 1160226 w 2915191"/>
                <a:gd name="connsiteY119" fmla="*/ 158087 h 439569"/>
                <a:gd name="connsiteX120" fmla="*/ 1169969 w 2915191"/>
                <a:gd name="connsiteY120" fmla="*/ 166507 h 439569"/>
                <a:gd name="connsiteX121" fmla="*/ 1179728 w 2915191"/>
                <a:gd name="connsiteY121" fmla="*/ 119538 h 439569"/>
                <a:gd name="connsiteX122" fmla="*/ 1189472 w 2915191"/>
                <a:gd name="connsiteY122" fmla="*/ 116535 h 439569"/>
                <a:gd name="connsiteX123" fmla="*/ 1199231 w 2915191"/>
                <a:gd name="connsiteY123" fmla="*/ 122590 h 439569"/>
                <a:gd name="connsiteX124" fmla="*/ 1208975 w 2915191"/>
                <a:gd name="connsiteY124" fmla="*/ 106467 h 439569"/>
                <a:gd name="connsiteX125" fmla="*/ 1218719 w 2915191"/>
                <a:gd name="connsiteY125" fmla="*/ 111124 h 439569"/>
                <a:gd name="connsiteX126" fmla="*/ 1228478 w 2915191"/>
                <a:gd name="connsiteY126" fmla="*/ 104698 h 439569"/>
                <a:gd name="connsiteX127" fmla="*/ 1238222 w 2915191"/>
                <a:gd name="connsiteY127" fmla="*/ 139758 h 439569"/>
                <a:gd name="connsiteX128" fmla="*/ 1247966 w 2915191"/>
                <a:gd name="connsiteY128" fmla="*/ 139437 h 439569"/>
                <a:gd name="connsiteX129" fmla="*/ 1257725 w 2915191"/>
                <a:gd name="connsiteY129" fmla="*/ 121081 h 439569"/>
                <a:gd name="connsiteX130" fmla="*/ 1267469 w 2915191"/>
                <a:gd name="connsiteY130" fmla="*/ 128630 h 439569"/>
                <a:gd name="connsiteX131" fmla="*/ 1277227 w 2915191"/>
                <a:gd name="connsiteY131" fmla="*/ 140359 h 439569"/>
                <a:gd name="connsiteX132" fmla="*/ 1286971 w 2915191"/>
                <a:gd name="connsiteY132" fmla="*/ 154328 h 439569"/>
                <a:gd name="connsiteX133" fmla="*/ 1296715 w 2915191"/>
                <a:gd name="connsiteY133" fmla="*/ 138231 h 439569"/>
                <a:gd name="connsiteX134" fmla="*/ 1306474 w 2915191"/>
                <a:gd name="connsiteY134" fmla="*/ 171794 h 439569"/>
                <a:gd name="connsiteX135" fmla="*/ 1316218 w 2915191"/>
                <a:gd name="connsiteY135" fmla="*/ 154605 h 439569"/>
                <a:gd name="connsiteX136" fmla="*/ 1325977 w 2915191"/>
                <a:gd name="connsiteY136" fmla="*/ 161821 h 439569"/>
                <a:gd name="connsiteX137" fmla="*/ 1335721 w 2915191"/>
                <a:gd name="connsiteY137" fmla="*/ 164990 h 439569"/>
                <a:gd name="connsiteX138" fmla="*/ 1345465 w 2915191"/>
                <a:gd name="connsiteY138" fmla="*/ 181003 h 439569"/>
                <a:gd name="connsiteX139" fmla="*/ 1355224 w 2915191"/>
                <a:gd name="connsiteY139" fmla="*/ 190980 h 439569"/>
                <a:gd name="connsiteX140" fmla="*/ 1364967 w 2915191"/>
                <a:gd name="connsiteY140" fmla="*/ 185565 h 439569"/>
                <a:gd name="connsiteX141" fmla="*/ 1374726 w 2915191"/>
                <a:gd name="connsiteY141" fmla="*/ 162178 h 439569"/>
                <a:gd name="connsiteX142" fmla="*/ 1384470 w 2915191"/>
                <a:gd name="connsiteY142" fmla="*/ 125934 h 439569"/>
                <a:gd name="connsiteX143" fmla="*/ 1394214 w 2915191"/>
                <a:gd name="connsiteY143" fmla="*/ 105056 h 439569"/>
                <a:gd name="connsiteX144" fmla="*/ 1403973 w 2915191"/>
                <a:gd name="connsiteY144" fmla="*/ 106710 h 439569"/>
                <a:gd name="connsiteX145" fmla="*/ 1413717 w 2915191"/>
                <a:gd name="connsiteY145" fmla="*/ 107638 h 439569"/>
                <a:gd name="connsiteX146" fmla="*/ 1423476 w 2915191"/>
                <a:gd name="connsiteY146" fmla="*/ 106777 h 439569"/>
                <a:gd name="connsiteX147" fmla="*/ 1433220 w 2915191"/>
                <a:gd name="connsiteY147" fmla="*/ 91918 h 439569"/>
                <a:gd name="connsiteX148" fmla="*/ 1442964 w 2915191"/>
                <a:gd name="connsiteY148" fmla="*/ 95011 h 439569"/>
                <a:gd name="connsiteX149" fmla="*/ 1452722 w 2915191"/>
                <a:gd name="connsiteY149" fmla="*/ 91048 h 439569"/>
                <a:gd name="connsiteX150" fmla="*/ 1462466 w 2915191"/>
                <a:gd name="connsiteY150" fmla="*/ 117477 h 439569"/>
                <a:gd name="connsiteX151" fmla="*/ 1472225 w 2915191"/>
                <a:gd name="connsiteY151" fmla="*/ 141385 h 439569"/>
                <a:gd name="connsiteX152" fmla="*/ 1481969 w 2915191"/>
                <a:gd name="connsiteY152" fmla="*/ 162515 h 439569"/>
                <a:gd name="connsiteX153" fmla="*/ 1491713 w 2915191"/>
                <a:gd name="connsiteY153" fmla="*/ 172164 h 439569"/>
                <a:gd name="connsiteX154" fmla="*/ 1501472 w 2915191"/>
                <a:gd name="connsiteY154" fmla="*/ 155082 h 439569"/>
                <a:gd name="connsiteX155" fmla="*/ 1511216 w 2915191"/>
                <a:gd name="connsiteY155" fmla="*/ 191926 h 439569"/>
                <a:gd name="connsiteX156" fmla="*/ 1520960 w 2915191"/>
                <a:gd name="connsiteY156" fmla="*/ 232217 h 439569"/>
                <a:gd name="connsiteX157" fmla="*/ 1530719 w 2915191"/>
                <a:gd name="connsiteY157" fmla="*/ 228898 h 439569"/>
                <a:gd name="connsiteX158" fmla="*/ 1540463 w 2915191"/>
                <a:gd name="connsiteY158" fmla="*/ 227175 h 439569"/>
                <a:gd name="connsiteX159" fmla="*/ 1550221 w 2915191"/>
                <a:gd name="connsiteY159" fmla="*/ 250258 h 439569"/>
                <a:gd name="connsiteX160" fmla="*/ 1559965 w 2915191"/>
                <a:gd name="connsiteY160" fmla="*/ 227625 h 439569"/>
                <a:gd name="connsiteX161" fmla="*/ 1569709 w 2915191"/>
                <a:gd name="connsiteY161" fmla="*/ 203005 h 439569"/>
                <a:gd name="connsiteX162" fmla="*/ 1579468 w 2915191"/>
                <a:gd name="connsiteY162" fmla="*/ 214107 h 439569"/>
                <a:gd name="connsiteX163" fmla="*/ 1589212 w 2915191"/>
                <a:gd name="connsiteY163" fmla="*/ 191106 h 439569"/>
                <a:gd name="connsiteX164" fmla="*/ 1598971 w 2915191"/>
                <a:gd name="connsiteY164" fmla="*/ 214860 h 439569"/>
                <a:gd name="connsiteX165" fmla="*/ 1608715 w 2915191"/>
                <a:gd name="connsiteY165" fmla="*/ 194761 h 439569"/>
                <a:gd name="connsiteX166" fmla="*/ 1618459 w 2915191"/>
                <a:gd name="connsiteY166" fmla="*/ 188013 h 439569"/>
                <a:gd name="connsiteX167" fmla="*/ 1628218 w 2915191"/>
                <a:gd name="connsiteY167" fmla="*/ 215550 h 439569"/>
                <a:gd name="connsiteX168" fmla="*/ 1637962 w 2915191"/>
                <a:gd name="connsiteY168" fmla="*/ 244142 h 439569"/>
                <a:gd name="connsiteX169" fmla="*/ 1647720 w 2915191"/>
                <a:gd name="connsiteY169" fmla="*/ 241827 h 439569"/>
                <a:gd name="connsiteX170" fmla="*/ 1657464 w 2915191"/>
                <a:gd name="connsiteY170" fmla="*/ 212291 h 439569"/>
                <a:gd name="connsiteX171" fmla="*/ 1667208 w 2915191"/>
                <a:gd name="connsiteY171" fmla="*/ 213160 h 439569"/>
                <a:gd name="connsiteX172" fmla="*/ 1676967 w 2915191"/>
                <a:gd name="connsiteY172" fmla="*/ 200286 h 439569"/>
                <a:gd name="connsiteX173" fmla="*/ 1686711 w 2915191"/>
                <a:gd name="connsiteY173" fmla="*/ 209013 h 439569"/>
                <a:gd name="connsiteX174" fmla="*/ 1696470 w 2915191"/>
                <a:gd name="connsiteY174" fmla="*/ 204793 h 439569"/>
                <a:gd name="connsiteX175" fmla="*/ 1706214 w 2915191"/>
                <a:gd name="connsiteY175" fmla="*/ 215919 h 439569"/>
                <a:gd name="connsiteX176" fmla="*/ 1715958 w 2915191"/>
                <a:gd name="connsiteY176" fmla="*/ 204107 h 439569"/>
                <a:gd name="connsiteX177" fmla="*/ 1725716 w 2915191"/>
                <a:gd name="connsiteY177" fmla="*/ 208054 h 439569"/>
                <a:gd name="connsiteX178" fmla="*/ 1735460 w 2915191"/>
                <a:gd name="connsiteY178" fmla="*/ 218596 h 439569"/>
                <a:gd name="connsiteX179" fmla="*/ 1745219 w 2915191"/>
                <a:gd name="connsiteY179" fmla="*/ 219167 h 439569"/>
                <a:gd name="connsiteX180" fmla="*/ 1754963 w 2915191"/>
                <a:gd name="connsiteY180" fmla="*/ 230031 h 439569"/>
                <a:gd name="connsiteX181" fmla="*/ 1764707 w 2915191"/>
                <a:gd name="connsiteY181" fmla="*/ 254858 h 439569"/>
                <a:gd name="connsiteX182" fmla="*/ 1774466 w 2915191"/>
                <a:gd name="connsiteY182" fmla="*/ 285141 h 439569"/>
                <a:gd name="connsiteX183" fmla="*/ 1784210 w 2915191"/>
                <a:gd name="connsiteY183" fmla="*/ 287933 h 439569"/>
                <a:gd name="connsiteX184" fmla="*/ 1793969 w 2915191"/>
                <a:gd name="connsiteY184" fmla="*/ 292047 h 439569"/>
                <a:gd name="connsiteX185" fmla="*/ 1803713 w 2915191"/>
                <a:gd name="connsiteY185" fmla="*/ 339910 h 439569"/>
                <a:gd name="connsiteX186" fmla="*/ 1813457 w 2915191"/>
                <a:gd name="connsiteY186" fmla="*/ 322836 h 439569"/>
                <a:gd name="connsiteX187" fmla="*/ 1823215 w 2915191"/>
                <a:gd name="connsiteY187" fmla="*/ 347216 h 439569"/>
                <a:gd name="connsiteX188" fmla="*/ 1832959 w 2915191"/>
                <a:gd name="connsiteY188" fmla="*/ 358614 h 439569"/>
                <a:gd name="connsiteX189" fmla="*/ 1842703 w 2915191"/>
                <a:gd name="connsiteY189" fmla="*/ 386925 h 439569"/>
                <a:gd name="connsiteX190" fmla="*/ 1852462 w 2915191"/>
                <a:gd name="connsiteY190" fmla="*/ 381314 h 439569"/>
                <a:gd name="connsiteX191" fmla="*/ 1862206 w 2915191"/>
                <a:gd name="connsiteY191" fmla="*/ 385648 h 439569"/>
                <a:gd name="connsiteX192" fmla="*/ 1871965 w 2915191"/>
                <a:gd name="connsiteY192" fmla="*/ 378498 h 439569"/>
                <a:gd name="connsiteX193" fmla="*/ 1881709 w 2915191"/>
                <a:gd name="connsiteY193" fmla="*/ 401000 h 439569"/>
                <a:gd name="connsiteX194" fmla="*/ 1891453 w 2915191"/>
                <a:gd name="connsiteY194" fmla="*/ 417045 h 439569"/>
                <a:gd name="connsiteX195" fmla="*/ 1901212 w 2915191"/>
                <a:gd name="connsiteY195" fmla="*/ 427702 h 439569"/>
                <a:gd name="connsiteX196" fmla="*/ 1910956 w 2915191"/>
                <a:gd name="connsiteY196" fmla="*/ 426515 h 439569"/>
                <a:gd name="connsiteX197" fmla="*/ 1920714 w 2915191"/>
                <a:gd name="connsiteY197" fmla="*/ 439569 h 439569"/>
                <a:gd name="connsiteX198" fmla="*/ 1930458 w 2915191"/>
                <a:gd name="connsiteY198" fmla="*/ 410246 h 439569"/>
                <a:gd name="connsiteX199" fmla="*/ 1940202 w 2915191"/>
                <a:gd name="connsiteY199" fmla="*/ 422178 h 439569"/>
                <a:gd name="connsiteX200" fmla="*/ 1949961 w 2915191"/>
                <a:gd name="connsiteY200" fmla="*/ 426732 h 439569"/>
                <a:gd name="connsiteX201" fmla="*/ 1959705 w 2915191"/>
                <a:gd name="connsiteY201" fmla="*/ 420612 h 439569"/>
                <a:gd name="connsiteX202" fmla="*/ 1969464 w 2915191"/>
                <a:gd name="connsiteY202" fmla="*/ 418627 h 439569"/>
                <a:gd name="connsiteX203" fmla="*/ 1979208 w 2915191"/>
                <a:gd name="connsiteY203" fmla="*/ 428851 h 439569"/>
                <a:gd name="connsiteX204" fmla="*/ 1988952 w 2915191"/>
                <a:gd name="connsiteY204" fmla="*/ 432357 h 439569"/>
                <a:gd name="connsiteX205" fmla="*/ 1998711 w 2915191"/>
                <a:gd name="connsiteY205" fmla="*/ 417951 h 439569"/>
                <a:gd name="connsiteX206" fmla="*/ 2008454 w 2915191"/>
                <a:gd name="connsiteY206" fmla="*/ 429050 h 439569"/>
                <a:gd name="connsiteX207" fmla="*/ 2018213 w 2915191"/>
                <a:gd name="connsiteY207" fmla="*/ 410238 h 439569"/>
                <a:gd name="connsiteX208" fmla="*/ 2027957 w 2915191"/>
                <a:gd name="connsiteY208" fmla="*/ 432124 h 439569"/>
                <a:gd name="connsiteX209" fmla="*/ 2037701 w 2915191"/>
                <a:gd name="connsiteY209" fmla="*/ 405379 h 439569"/>
                <a:gd name="connsiteX210" fmla="*/ 2047460 w 2915191"/>
                <a:gd name="connsiteY210" fmla="*/ 351020 h 439569"/>
                <a:gd name="connsiteX211" fmla="*/ 2057204 w 2915191"/>
                <a:gd name="connsiteY211" fmla="*/ 351029 h 439569"/>
                <a:gd name="connsiteX212" fmla="*/ 2066963 w 2915191"/>
                <a:gd name="connsiteY212" fmla="*/ 331844 h 439569"/>
                <a:gd name="connsiteX213" fmla="*/ 2076707 w 2915191"/>
                <a:gd name="connsiteY213" fmla="*/ 325415 h 439569"/>
                <a:gd name="connsiteX214" fmla="*/ 2086451 w 2915191"/>
                <a:gd name="connsiteY214" fmla="*/ 314833 h 439569"/>
                <a:gd name="connsiteX215" fmla="*/ 2096210 w 2915191"/>
                <a:gd name="connsiteY215" fmla="*/ 314665 h 439569"/>
                <a:gd name="connsiteX216" fmla="*/ 2105954 w 2915191"/>
                <a:gd name="connsiteY216" fmla="*/ 306210 h 439569"/>
                <a:gd name="connsiteX217" fmla="*/ 2115697 w 2915191"/>
                <a:gd name="connsiteY217" fmla="*/ 321379 h 439569"/>
                <a:gd name="connsiteX218" fmla="*/ 2125456 w 2915191"/>
                <a:gd name="connsiteY218" fmla="*/ 290739 h 439569"/>
                <a:gd name="connsiteX219" fmla="*/ 2135200 w 2915191"/>
                <a:gd name="connsiteY219" fmla="*/ 294906 h 439569"/>
                <a:gd name="connsiteX220" fmla="*/ 2144959 w 2915191"/>
                <a:gd name="connsiteY220" fmla="*/ 262815 h 439569"/>
                <a:gd name="connsiteX221" fmla="*/ 2154703 w 2915191"/>
                <a:gd name="connsiteY221" fmla="*/ 263439 h 439569"/>
                <a:gd name="connsiteX222" fmla="*/ 2164447 w 2915191"/>
                <a:gd name="connsiteY222" fmla="*/ 301764 h 439569"/>
                <a:gd name="connsiteX223" fmla="*/ 2174206 w 2915191"/>
                <a:gd name="connsiteY223" fmla="*/ 280950 h 439569"/>
                <a:gd name="connsiteX224" fmla="*/ 2183950 w 2915191"/>
                <a:gd name="connsiteY224" fmla="*/ 299675 h 439569"/>
                <a:gd name="connsiteX225" fmla="*/ 2193709 w 2915191"/>
                <a:gd name="connsiteY225" fmla="*/ 258897 h 439569"/>
                <a:gd name="connsiteX226" fmla="*/ 2203452 w 2915191"/>
                <a:gd name="connsiteY226" fmla="*/ 254987 h 439569"/>
                <a:gd name="connsiteX227" fmla="*/ 2213196 w 2915191"/>
                <a:gd name="connsiteY227" fmla="*/ 235846 h 439569"/>
                <a:gd name="connsiteX228" fmla="*/ 2222955 w 2915191"/>
                <a:gd name="connsiteY228" fmla="*/ 220608 h 439569"/>
                <a:gd name="connsiteX229" fmla="*/ 2232699 w 2915191"/>
                <a:gd name="connsiteY229" fmla="*/ 223439 h 439569"/>
                <a:gd name="connsiteX230" fmla="*/ 2242458 w 2915191"/>
                <a:gd name="connsiteY230" fmla="*/ 193252 h 439569"/>
                <a:gd name="connsiteX231" fmla="*/ 2252202 w 2915191"/>
                <a:gd name="connsiteY231" fmla="*/ 235674 h 439569"/>
                <a:gd name="connsiteX232" fmla="*/ 2261946 w 2915191"/>
                <a:gd name="connsiteY232" fmla="*/ 250026 h 439569"/>
                <a:gd name="connsiteX233" fmla="*/ 2271705 w 2915191"/>
                <a:gd name="connsiteY233" fmla="*/ 252773 h 439569"/>
                <a:gd name="connsiteX234" fmla="*/ 2281449 w 2915191"/>
                <a:gd name="connsiteY234" fmla="*/ 226293 h 439569"/>
                <a:gd name="connsiteX235" fmla="*/ 2291208 w 2915191"/>
                <a:gd name="connsiteY235" fmla="*/ 226417 h 439569"/>
                <a:gd name="connsiteX236" fmla="*/ 2300951 w 2915191"/>
                <a:gd name="connsiteY236" fmla="*/ 238913 h 439569"/>
                <a:gd name="connsiteX237" fmla="*/ 2310695 w 2915191"/>
                <a:gd name="connsiteY237" fmla="*/ 217899 h 439569"/>
                <a:gd name="connsiteX238" fmla="*/ 2320454 w 2915191"/>
                <a:gd name="connsiteY238" fmla="*/ 222542 h 439569"/>
                <a:gd name="connsiteX239" fmla="*/ 2330198 w 2915191"/>
                <a:gd name="connsiteY239" fmla="*/ 222898 h 439569"/>
                <a:gd name="connsiteX240" fmla="*/ 2339957 w 2915191"/>
                <a:gd name="connsiteY240" fmla="*/ 215047 h 439569"/>
                <a:gd name="connsiteX241" fmla="*/ 2349701 w 2915191"/>
                <a:gd name="connsiteY241" fmla="*/ 211783 h 439569"/>
                <a:gd name="connsiteX242" fmla="*/ 2359445 w 2915191"/>
                <a:gd name="connsiteY242" fmla="*/ 202307 h 439569"/>
                <a:gd name="connsiteX243" fmla="*/ 2369204 w 2915191"/>
                <a:gd name="connsiteY243" fmla="*/ 193873 h 439569"/>
                <a:gd name="connsiteX244" fmla="*/ 2378948 w 2915191"/>
                <a:gd name="connsiteY244" fmla="*/ 188134 h 439569"/>
                <a:gd name="connsiteX245" fmla="*/ 2388692 w 2915191"/>
                <a:gd name="connsiteY245" fmla="*/ 194985 h 439569"/>
                <a:gd name="connsiteX246" fmla="*/ 2398450 w 2915191"/>
                <a:gd name="connsiteY246" fmla="*/ 182274 h 439569"/>
                <a:gd name="connsiteX247" fmla="*/ 2408194 w 2915191"/>
                <a:gd name="connsiteY247" fmla="*/ 166139 h 439569"/>
                <a:gd name="connsiteX248" fmla="*/ 2417953 w 2915191"/>
                <a:gd name="connsiteY248" fmla="*/ 147497 h 439569"/>
                <a:gd name="connsiteX249" fmla="*/ 2427697 w 2915191"/>
                <a:gd name="connsiteY249" fmla="*/ 150715 h 439569"/>
                <a:gd name="connsiteX250" fmla="*/ 2437441 w 2915191"/>
                <a:gd name="connsiteY250" fmla="*/ 132538 h 439569"/>
                <a:gd name="connsiteX251" fmla="*/ 2447200 w 2915191"/>
                <a:gd name="connsiteY251" fmla="*/ 99728 h 439569"/>
                <a:gd name="connsiteX252" fmla="*/ 2456944 w 2915191"/>
                <a:gd name="connsiteY252" fmla="*/ 86557 h 439569"/>
                <a:gd name="connsiteX253" fmla="*/ 2466703 w 2915191"/>
                <a:gd name="connsiteY253" fmla="*/ 75897 h 439569"/>
                <a:gd name="connsiteX254" fmla="*/ 2476446 w 2915191"/>
                <a:gd name="connsiteY254" fmla="*/ 121290 h 439569"/>
                <a:gd name="connsiteX255" fmla="*/ 2486190 w 2915191"/>
                <a:gd name="connsiteY255" fmla="*/ 110671 h 439569"/>
                <a:gd name="connsiteX256" fmla="*/ 2495949 w 2915191"/>
                <a:gd name="connsiteY256" fmla="*/ 131259 h 439569"/>
                <a:gd name="connsiteX257" fmla="*/ 2505693 w 2915191"/>
                <a:gd name="connsiteY257" fmla="*/ 159172 h 439569"/>
                <a:gd name="connsiteX258" fmla="*/ 2515452 w 2915191"/>
                <a:gd name="connsiteY258" fmla="*/ 152086 h 439569"/>
                <a:gd name="connsiteX259" fmla="*/ 2525196 w 2915191"/>
                <a:gd name="connsiteY259" fmla="*/ 158974 h 439569"/>
                <a:gd name="connsiteX260" fmla="*/ 2534940 w 2915191"/>
                <a:gd name="connsiteY260" fmla="*/ 137054 h 439569"/>
                <a:gd name="connsiteX261" fmla="*/ 2544699 w 2915191"/>
                <a:gd name="connsiteY261" fmla="*/ 123779 h 439569"/>
                <a:gd name="connsiteX262" fmla="*/ 2554443 w 2915191"/>
                <a:gd name="connsiteY262" fmla="*/ 103193 h 439569"/>
                <a:gd name="connsiteX263" fmla="*/ 2564202 w 2915191"/>
                <a:gd name="connsiteY263" fmla="*/ 100163 h 439569"/>
                <a:gd name="connsiteX264" fmla="*/ 2573946 w 2915191"/>
                <a:gd name="connsiteY264" fmla="*/ 100796 h 439569"/>
                <a:gd name="connsiteX265" fmla="*/ 2583690 w 2915191"/>
                <a:gd name="connsiteY265" fmla="*/ 113031 h 439569"/>
                <a:gd name="connsiteX266" fmla="*/ 2593448 w 2915191"/>
                <a:gd name="connsiteY266" fmla="*/ 104896 h 439569"/>
                <a:gd name="connsiteX267" fmla="*/ 2603192 w 2915191"/>
                <a:gd name="connsiteY267" fmla="*/ 96189 h 439569"/>
                <a:gd name="connsiteX268" fmla="*/ 2612951 w 2915191"/>
                <a:gd name="connsiteY268" fmla="*/ 32909 h 439569"/>
                <a:gd name="connsiteX269" fmla="*/ 2622695 w 2915191"/>
                <a:gd name="connsiteY269" fmla="*/ 0 h 439569"/>
                <a:gd name="connsiteX270" fmla="*/ 2632439 w 2915191"/>
                <a:gd name="connsiteY270" fmla="*/ 35480 h 439569"/>
                <a:gd name="connsiteX271" fmla="*/ 2642198 w 2915191"/>
                <a:gd name="connsiteY271" fmla="*/ 40910 h 439569"/>
                <a:gd name="connsiteX272" fmla="*/ 2651942 w 2915191"/>
                <a:gd name="connsiteY272" fmla="*/ 46242 h 439569"/>
                <a:gd name="connsiteX273" fmla="*/ 2661685 w 2915191"/>
                <a:gd name="connsiteY273" fmla="*/ 58398 h 439569"/>
                <a:gd name="connsiteX274" fmla="*/ 2671444 w 2915191"/>
                <a:gd name="connsiteY274" fmla="*/ 69283 h 439569"/>
                <a:gd name="connsiteX275" fmla="*/ 2681188 w 2915191"/>
                <a:gd name="connsiteY275" fmla="*/ 55266 h 439569"/>
                <a:gd name="connsiteX276" fmla="*/ 2690947 w 2915191"/>
                <a:gd name="connsiteY276" fmla="*/ 97353 h 439569"/>
                <a:gd name="connsiteX277" fmla="*/ 2700691 w 2915191"/>
                <a:gd name="connsiteY277" fmla="*/ 105190 h 439569"/>
                <a:gd name="connsiteX278" fmla="*/ 2710435 w 2915191"/>
                <a:gd name="connsiteY278" fmla="*/ 117316 h 439569"/>
                <a:gd name="connsiteX279" fmla="*/ 2720194 w 2915191"/>
                <a:gd name="connsiteY279" fmla="*/ 114663 h 439569"/>
                <a:gd name="connsiteX280" fmla="*/ 2729938 w 2915191"/>
                <a:gd name="connsiteY280" fmla="*/ 113101 h 439569"/>
                <a:gd name="connsiteX281" fmla="*/ 2739697 w 2915191"/>
                <a:gd name="connsiteY281" fmla="*/ 132392 h 439569"/>
                <a:gd name="connsiteX282" fmla="*/ 2749441 w 2915191"/>
                <a:gd name="connsiteY282" fmla="*/ 141752 h 439569"/>
                <a:gd name="connsiteX283" fmla="*/ 2759185 w 2915191"/>
                <a:gd name="connsiteY283" fmla="*/ 138523 h 439569"/>
                <a:gd name="connsiteX284" fmla="*/ 2768943 w 2915191"/>
                <a:gd name="connsiteY284" fmla="*/ 149414 h 439569"/>
                <a:gd name="connsiteX285" fmla="*/ 2778687 w 2915191"/>
                <a:gd name="connsiteY285" fmla="*/ 140739 h 439569"/>
                <a:gd name="connsiteX286" fmla="*/ 2788446 w 2915191"/>
                <a:gd name="connsiteY286" fmla="*/ 125908 h 439569"/>
                <a:gd name="connsiteX287" fmla="*/ 2798190 w 2915191"/>
                <a:gd name="connsiteY287" fmla="*/ 144525 h 439569"/>
                <a:gd name="connsiteX288" fmla="*/ 2807934 w 2915191"/>
                <a:gd name="connsiteY288" fmla="*/ 155755 h 439569"/>
                <a:gd name="connsiteX289" fmla="*/ 2817693 w 2915191"/>
                <a:gd name="connsiteY289" fmla="*/ 176176 h 439569"/>
                <a:gd name="connsiteX290" fmla="*/ 2827437 w 2915191"/>
                <a:gd name="connsiteY290" fmla="*/ 167381 h 439569"/>
                <a:gd name="connsiteX291" fmla="*/ 2837196 w 2915191"/>
                <a:gd name="connsiteY291" fmla="*/ 184448 h 439569"/>
                <a:gd name="connsiteX292" fmla="*/ 2846940 w 2915191"/>
                <a:gd name="connsiteY292" fmla="*/ 179503 h 439569"/>
                <a:gd name="connsiteX293" fmla="*/ 2856684 w 2915191"/>
                <a:gd name="connsiteY293" fmla="*/ 132757 h 439569"/>
                <a:gd name="connsiteX294" fmla="*/ 2866442 w 2915191"/>
                <a:gd name="connsiteY294" fmla="*/ 155666 h 439569"/>
                <a:gd name="connsiteX295" fmla="*/ 2876186 w 2915191"/>
                <a:gd name="connsiteY295" fmla="*/ 158089 h 439569"/>
                <a:gd name="connsiteX296" fmla="*/ 2885945 w 2915191"/>
                <a:gd name="connsiteY296" fmla="*/ 148333 h 439569"/>
                <a:gd name="connsiteX297" fmla="*/ 2895689 w 2915191"/>
                <a:gd name="connsiteY297" fmla="*/ 152342 h 439569"/>
                <a:gd name="connsiteX298" fmla="*/ 2905433 w 2915191"/>
                <a:gd name="connsiteY298" fmla="*/ 164454 h 439569"/>
                <a:gd name="connsiteX299" fmla="*/ 2915192 w 2915191"/>
                <a:gd name="connsiteY299" fmla="*/ 161445 h 439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39569">
                  <a:moveTo>
                    <a:pt x="0" y="259609"/>
                  </a:moveTo>
                  <a:lnTo>
                    <a:pt x="9750" y="278140"/>
                  </a:lnTo>
                  <a:lnTo>
                    <a:pt x="19500" y="257203"/>
                  </a:lnTo>
                  <a:lnTo>
                    <a:pt x="29250" y="248280"/>
                  </a:lnTo>
                  <a:lnTo>
                    <a:pt x="39000" y="245370"/>
                  </a:lnTo>
                  <a:lnTo>
                    <a:pt x="48749" y="237012"/>
                  </a:lnTo>
                  <a:lnTo>
                    <a:pt x="58499" y="248305"/>
                  </a:lnTo>
                  <a:lnTo>
                    <a:pt x="68249" y="222591"/>
                  </a:lnTo>
                  <a:lnTo>
                    <a:pt x="77998" y="195434"/>
                  </a:lnTo>
                  <a:lnTo>
                    <a:pt x="87748" y="202038"/>
                  </a:lnTo>
                  <a:lnTo>
                    <a:pt x="97497" y="216375"/>
                  </a:lnTo>
                  <a:lnTo>
                    <a:pt x="107247" y="199898"/>
                  </a:lnTo>
                  <a:lnTo>
                    <a:pt x="116997" y="228644"/>
                  </a:lnTo>
                  <a:lnTo>
                    <a:pt x="126747" y="230680"/>
                  </a:lnTo>
                  <a:lnTo>
                    <a:pt x="136497" y="248710"/>
                  </a:lnTo>
                  <a:lnTo>
                    <a:pt x="146247" y="267402"/>
                  </a:lnTo>
                  <a:lnTo>
                    <a:pt x="155997" y="281552"/>
                  </a:lnTo>
                  <a:lnTo>
                    <a:pt x="165747" y="286883"/>
                  </a:lnTo>
                  <a:lnTo>
                    <a:pt x="175497" y="298156"/>
                  </a:lnTo>
                  <a:lnTo>
                    <a:pt x="185247" y="258293"/>
                  </a:lnTo>
                  <a:lnTo>
                    <a:pt x="194996" y="282044"/>
                  </a:lnTo>
                  <a:lnTo>
                    <a:pt x="204746" y="291728"/>
                  </a:lnTo>
                  <a:lnTo>
                    <a:pt x="214495" y="318424"/>
                  </a:lnTo>
                  <a:lnTo>
                    <a:pt x="224245" y="341674"/>
                  </a:lnTo>
                  <a:lnTo>
                    <a:pt x="233995" y="349025"/>
                  </a:lnTo>
                  <a:lnTo>
                    <a:pt x="243744" y="358884"/>
                  </a:lnTo>
                  <a:lnTo>
                    <a:pt x="253494" y="386971"/>
                  </a:lnTo>
                  <a:lnTo>
                    <a:pt x="263244" y="401034"/>
                  </a:lnTo>
                  <a:lnTo>
                    <a:pt x="272994" y="404096"/>
                  </a:lnTo>
                  <a:lnTo>
                    <a:pt x="282744" y="360363"/>
                  </a:lnTo>
                  <a:lnTo>
                    <a:pt x="292494" y="356699"/>
                  </a:lnTo>
                  <a:lnTo>
                    <a:pt x="302244" y="345284"/>
                  </a:lnTo>
                  <a:lnTo>
                    <a:pt x="311994" y="345300"/>
                  </a:lnTo>
                  <a:lnTo>
                    <a:pt x="321744" y="334014"/>
                  </a:lnTo>
                  <a:lnTo>
                    <a:pt x="331493" y="332836"/>
                  </a:lnTo>
                  <a:lnTo>
                    <a:pt x="341243" y="347581"/>
                  </a:lnTo>
                  <a:lnTo>
                    <a:pt x="350993" y="361361"/>
                  </a:lnTo>
                  <a:lnTo>
                    <a:pt x="360742" y="368005"/>
                  </a:lnTo>
                  <a:lnTo>
                    <a:pt x="370492" y="361792"/>
                  </a:lnTo>
                  <a:lnTo>
                    <a:pt x="380241" y="345510"/>
                  </a:lnTo>
                  <a:lnTo>
                    <a:pt x="389991" y="371785"/>
                  </a:lnTo>
                  <a:lnTo>
                    <a:pt x="399741" y="343331"/>
                  </a:lnTo>
                  <a:lnTo>
                    <a:pt x="409491" y="320306"/>
                  </a:lnTo>
                  <a:lnTo>
                    <a:pt x="419241" y="305772"/>
                  </a:lnTo>
                  <a:lnTo>
                    <a:pt x="428991" y="302460"/>
                  </a:lnTo>
                  <a:lnTo>
                    <a:pt x="438741" y="295331"/>
                  </a:lnTo>
                  <a:lnTo>
                    <a:pt x="448491" y="311438"/>
                  </a:lnTo>
                  <a:lnTo>
                    <a:pt x="458241" y="307160"/>
                  </a:lnTo>
                  <a:lnTo>
                    <a:pt x="467991" y="321906"/>
                  </a:lnTo>
                  <a:lnTo>
                    <a:pt x="477740" y="341295"/>
                  </a:lnTo>
                  <a:lnTo>
                    <a:pt x="487490" y="341230"/>
                  </a:lnTo>
                  <a:lnTo>
                    <a:pt x="497239" y="362676"/>
                  </a:lnTo>
                  <a:lnTo>
                    <a:pt x="506989" y="359617"/>
                  </a:lnTo>
                  <a:lnTo>
                    <a:pt x="516738" y="357827"/>
                  </a:lnTo>
                  <a:lnTo>
                    <a:pt x="526488" y="316849"/>
                  </a:lnTo>
                  <a:lnTo>
                    <a:pt x="536238" y="298532"/>
                  </a:lnTo>
                  <a:lnTo>
                    <a:pt x="545988" y="253231"/>
                  </a:lnTo>
                  <a:lnTo>
                    <a:pt x="555738" y="253761"/>
                  </a:lnTo>
                  <a:lnTo>
                    <a:pt x="565488" y="280597"/>
                  </a:lnTo>
                  <a:lnTo>
                    <a:pt x="575238" y="291563"/>
                  </a:lnTo>
                  <a:lnTo>
                    <a:pt x="584988" y="298604"/>
                  </a:lnTo>
                  <a:lnTo>
                    <a:pt x="594738" y="304754"/>
                  </a:lnTo>
                  <a:lnTo>
                    <a:pt x="604488" y="276090"/>
                  </a:lnTo>
                  <a:lnTo>
                    <a:pt x="614237" y="269174"/>
                  </a:lnTo>
                  <a:lnTo>
                    <a:pt x="623987" y="290219"/>
                  </a:lnTo>
                  <a:lnTo>
                    <a:pt x="633736" y="253168"/>
                  </a:lnTo>
                  <a:lnTo>
                    <a:pt x="643486" y="260022"/>
                  </a:lnTo>
                  <a:lnTo>
                    <a:pt x="653236" y="290848"/>
                  </a:lnTo>
                  <a:lnTo>
                    <a:pt x="662985" y="289915"/>
                  </a:lnTo>
                  <a:lnTo>
                    <a:pt x="672735" y="303454"/>
                  </a:lnTo>
                  <a:lnTo>
                    <a:pt x="682485" y="317856"/>
                  </a:lnTo>
                  <a:lnTo>
                    <a:pt x="692235" y="354465"/>
                  </a:lnTo>
                  <a:lnTo>
                    <a:pt x="701985" y="327869"/>
                  </a:lnTo>
                  <a:lnTo>
                    <a:pt x="711735" y="278414"/>
                  </a:lnTo>
                  <a:lnTo>
                    <a:pt x="721485" y="252670"/>
                  </a:lnTo>
                  <a:lnTo>
                    <a:pt x="731235" y="255221"/>
                  </a:lnTo>
                  <a:lnTo>
                    <a:pt x="740985" y="278163"/>
                  </a:lnTo>
                  <a:lnTo>
                    <a:pt x="750734" y="306816"/>
                  </a:lnTo>
                  <a:lnTo>
                    <a:pt x="760484" y="269430"/>
                  </a:lnTo>
                  <a:lnTo>
                    <a:pt x="770233" y="278460"/>
                  </a:lnTo>
                  <a:lnTo>
                    <a:pt x="779983" y="292743"/>
                  </a:lnTo>
                  <a:lnTo>
                    <a:pt x="789733" y="323038"/>
                  </a:lnTo>
                  <a:lnTo>
                    <a:pt x="799482" y="308717"/>
                  </a:lnTo>
                  <a:lnTo>
                    <a:pt x="809232" y="285393"/>
                  </a:lnTo>
                  <a:lnTo>
                    <a:pt x="818982" y="309793"/>
                  </a:lnTo>
                  <a:lnTo>
                    <a:pt x="828732" y="284225"/>
                  </a:lnTo>
                  <a:lnTo>
                    <a:pt x="838482" y="250903"/>
                  </a:lnTo>
                  <a:lnTo>
                    <a:pt x="848232" y="247681"/>
                  </a:lnTo>
                  <a:lnTo>
                    <a:pt x="857982" y="293903"/>
                  </a:lnTo>
                  <a:lnTo>
                    <a:pt x="867732" y="269478"/>
                  </a:lnTo>
                  <a:lnTo>
                    <a:pt x="877482" y="293874"/>
                  </a:lnTo>
                  <a:lnTo>
                    <a:pt x="887231" y="298888"/>
                  </a:lnTo>
                  <a:lnTo>
                    <a:pt x="896981" y="278826"/>
                  </a:lnTo>
                  <a:lnTo>
                    <a:pt x="906730" y="237377"/>
                  </a:lnTo>
                  <a:lnTo>
                    <a:pt x="916480" y="204542"/>
                  </a:lnTo>
                  <a:lnTo>
                    <a:pt x="926230" y="212220"/>
                  </a:lnTo>
                  <a:lnTo>
                    <a:pt x="935979" y="210777"/>
                  </a:lnTo>
                  <a:lnTo>
                    <a:pt x="945729" y="221454"/>
                  </a:lnTo>
                  <a:lnTo>
                    <a:pt x="955479" y="211974"/>
                  </a:lnTo>
                  <a:lnTo>
                    <a:pt x="965229" y="239643"/>
                  </a:lnTo>
                  <a:lnTo>
                    <a:pt x="974979" y="242269"/>
                  </a:lnTo>
                  <a:lnTo>
                    <a:pt x="984729" y="258624"/>
                  </a:lnTo>
                  <a:lnTo>
                    <a:pt x="994474" y="252772"/>
                  </a:lnTo>
                  <a:lnTo>
                    <a:pt x="1004233" y="261853"/>
                  </a:lnTo>
                  <a:lnTo>
                    <a:pt x="1013977" y="263396"/>
                  </a:lnTo>
                  <a:lnTo>
                    <a:pt x="1023721" y="261152"/>
                  </a:lnTo>
                  <a:lnTo>
                    <a:pt x="1033480" y="238489"/>
                  </a:lnTo>
                  <a:lnTo>
                    <a:pt x="1043224" y="212096"/>
                  </a:lnTo>
                  <a:lnTo>
                    <a:pt x="1052983" y="203252"/>
                  </a:lnTo>
                  <a:lnTo>
                    <a:pt x="1062727" y="187618"/>
                  </a:lnTo>
                  <a:lnTo>
                    <a:pt x="1072471" y="178476"/>
                  </a:lnTo>
                  <a:lnTo>
                    <a:pt x="1082230" y="163878"/>
                  </a:lnTo>
                  <a:lnTo>
                    <a:pt x="1091973" y="144368"/>
                  </a:lnTo>
                  <a:lnTo>
                    <a:pt x="1101732" y="178256"/>
                  </a:lnTo>
                  <a:lnTo>
                    <a:pt x="1111476" y="191363"/>
                  </a:lnTo>
                  <a:lnTo>
                    <a:pt x="1121220" y="202309"/>
                  </a:lnTo>
                  <a:lnTo>
                    <a:pt x="1130979" y="181599"/>
                  </a:lnTo>
                  <a:lnTo>
                    <a:pt x="1140723" y="186583"/>
                  </a:lnTo>
                  <a:lnTo>
                    <a:pt x="1150482" y="156417"/>
                  </a:lnTo>
                  <a:lnTo>
                    <a:pt x="1160226" y="158087"/>
                  </a:lnTo>
                  <a:lnTo>
                    <a:pt x="1169969" y="166507"/>
                  </a:lnTo>
                  <a:lnTo>
                    <a:pt x="1179728" y="119538"/>
                  </a:lnTo>
                  <a:lnTo>
                    <a:pt x="1189472" y="116535"/>
                  </a:lnTo>
                  <a:lnTo>
                    <a:pt x="1199231" y="122590"/>
                  </a:lnTo>
                  <a:lnTo>
                    <a:pt x="1208975" y="106467"/>
                  </a:lnTo>
                  <a:lnTo>
                    <a:pt x="1218719" y="111124"/>
                  </a:lnTo>
                  <a:lnTo>
                    <a:pt x="1228478" y="104698"/>
                  </a:lnTo>
                  <a:lnTo>
                    <a:pt x="1238222" y="139758"/>
                  </a:lnTo>
                  <a:lnTo>
                    <a:pt x="1247966" y="139437"/>
                  </a:lnTo>
                  <a:lnTo>
                    <a:pt x="1257725" y="121081"/>
                  </a:lnTo>
                  <a:lnTo>
                    <a:pt x="1267469" y="128630"/>
                  </a:lnTo>
                  <a:lnTo>
                    <a:pt x="1277227" y="140359"/>
                  </a:lnTo>
                  <a:lnTo>
                    <a:pt x="1286971" y="154328"/>
                  </a:lnTo>
                  <a:lnTo>
                    <a:pt x="1296715" y="138231"/>
                  </a:lnTo>
                  <a:lnTo>
                    <a:pt x="1306474" y="171794"/>
                  </a:lnTo>
                  <a:lnTo>
                    <a:pt x="1316218" y="154605"/>
                  </a:lnTo>
                  <a:lnTo>
                    <a:pt x="1325977" y="161821"/>
                  </a:lnTo>
                  <a:lnTo>
                    <a:pt x="1335721" y="164990"/>
                  </a:lnTo>
                  <a:lnTo>
                    <a:pt x="1345465" y="181003"/>
                  </a:lnTo>
                  <a:lnTo>
                    <a:pt x="1355224" y="190980"/>
                  </a:lnTo>
                  <a:lnTo>
                    <a:pt x="1364967" y="185565"/>
                  </a:lnTo>
                  <a:lnTo>
                    <a:pt x="1374726" y="162178"/>
                  </a:lnTo>
                  <a:lnTo>
                    <a:pt x="1384470" y="125934"/>
                  </a:lnTo>
                  <a:lnTo>
                    <a:pt x="1394214" y="105056"/>
                  </a:lnTo>
                  <a:lnTo>
                    <a:pt x="1403973" y="106710"/>
                  </a:lnTo>
                  <a:lnTo>
                    <a:pt x="1413717" y="107638"/>
                  </a:lnTo>
                  <a:lnTo>
                    <a:pt x="1423476" y="106777"/>
                  </a:lnTo>
                  <a:lnTo>
                    <a:pt x="1433220" y="91918"/>
                  </a:lnTo>
                  <a:lnTo>
                    <a:pt x="1442964" y="95011"/>
                  </a:lnTo>
                  <a:lnTo>
                    <a:pt x="1452722" y="91048"/>
                  </a:lnTo>
                  <a:lnTo>
                    <a:pt x="1462466" y="117477"/>
                  </a:lnTo>
                  <a:lnTo>
                    <a:pt x="1472225" y="141385"/>
                  </a:lnTo>
                  <a:lnTo>
                    <a:pt x="1481969" y="162515"/>
                  </a:lnTo>
                  <a:lnTo>
                    <a:pt x="1491713" y="172164"/>
                  </a:lnTo>
                  <a:lnTo>
                    <a:pt x="1501472" y="155082"/>
                  </a:lnTo>
                  <a:lnTo>
                    <a:pt x="1511216" y="191926"/>
                  </a:lnTo>
                  <a:lnTo>
                    <a:pt x="1520960" y="232217"/>
                  </a:lnTo>
                  <a:lnTo>
                    <a:pt x="1530719" y="228898"/>
                  </a:lnTo>
                  <a:lnTo>
                    <a:pt x="1540463" y="227175"/>
                  </a:lnTo>
                  <a:lnTo>
                    <a:pt x="1550221" y="250258"/>
                  </a:lnTo>
                  <a:lnTo>
                    <a:pt x="1559965" y="227625"/>
                  </a:lnTo>
                  <a:lnTo>
                    <a:pt x="1569709" y="203005"/>
                  </a:lnTo>
                  <a:lnTo>
                    <a:pt x="1579468" y="214107"/>
                  </a:lnTo>
                  <a:lnTo>
                    <a:pt x="1589212" y="191106"/>
                  </a:lnTo>
                  <a:lnTo>
                    <a:pt x="1598971" y="214860"/>
                  </a:lnTo>
                  <a:lnTo>
                    <a:pt x="1608715" y="194761"/>
                  </a:lnTo>
                  <a:lnTo>
                    <a:pt x="1618459" y="188013"/>
                  </a:lnTo>
                  <a:lnTo>
                    <a:pt x="1628218" y="215550"/>
                  </a:lnTo>
                  <a:lnTo>
                    <a:pt x="1637962" y="244142"/>
                  </a:lnTo>
                  <a:lnTo>
                    <a:pt x="1647720" y="241827"/>
                  </a:lnTo>
                  <a:lnTo>
                    <a:pt x="1657464" y="212291"/>
                  </a:lnTo>
                  <a:lnTo>
                    <a:pt x="1667208" y="213160"/>
                  </a:lnTo>
                  <a:lnTo>
                    <a:pt x="1676967" y="200286"/>
                  </a:lnTo>
                  <a:lnTo>
                    <a:pt x="1686711" y="209013"/>
                  </a:lnTo>
                  <a:lnTo>
                    <a:pt x="1696470" y="204793"/>
                  </a:lnTo>
                  <a:lnTo>
                    <a:pt x="1706214" y="215919"/>
                  </a:lnTo>
                  <a:lnTo>
                    <a:pt x="1715958" y="204107"/>
                  </a:lnTo>
                  <a:lnTo>
                    <a:pt x="1725716" y="208054"/>
                  </a:lnTo>
                  <a:lnTo>
                    <a:pt x="1735460" y="218596"/>
                  </a:lnTo>
                  <a:lnTo>
                    <a:pt x="1745219" y="219167"/>
                  </a:lnTo>
                  <a:lnTo>
                    <a:pt x="1754963" y="230031"/>
                  </a:lnTo>
                  <a:lnTo>
                    <a:pt x="1764707" y="254858"/>
                  </a:lnTo>
                  <a:lnTo>
                    <a:pt x="1774466" y="285141"/>
                  </a:lnTo>
                  <a:lnTo>
                    <a:pt x="1784210" y="287933"/>
                  </a:lnTo>
                  <a:lnTo>
                    <a:pt x="1793969" y="292047"/>
                  </a:lnTo>
                  <a:lnTo>
                    <a:pt x="1803713" y="339910"/>
                  </a:lnTo>
                  <a:lnTo>
                    <a:pt x="1813457" y="322836"/>
                  </a:lnTo>
                  <a:lnTo>
                    <a:pt x="1823215" y="347216"/>
                  </a:lnTo>
                  <a:lnTo>
                    <a:pt x="1832959" y="358614"/>
                  </a:lnTo>
                  <a:lnTo>
                    <a:pt x="1842703" y="386925"/>
                  </a:lnTo>
                  <a:lnTo>
                    <a:pt x="1852462" y="381314"/>
                  </a:lnTo>
                  <a:lnTo>
                    <a:pt x="1862206" y="385648"/>
                  </a:lnTo>
                  <a:lnTo>
                    <a:pt x="1871965" y="378498"/>
                  </a:lnTo>
                  <a:lnTo>
                    <a:pt x="1881709" y="401000"/>
                  </a:lnTo>
                  <a:lnTo>
                    <a:pt x="1891453" y="417045"/>
                  </a:lnTo>
                  <a:lnTo>
                    <a:pt x="1901212" y="427702"/>
                  </a:lnTo>
                  <a:lnTo>
                    <a:pt x="1910956" y="426515"/>
                  </a:lnTo>
                  <a:lnTo>
                    <a:pt x="1920714" y="439569"/>
                  </a:lnTo>
                  <a:lnTo>
                    <a:pt x="1930458" y="410246"/>
                  </a:lnTo>
                  <a:lnTo>
                    <a:pt x="1940202" y="422178"/>
                  </a:lnTo>
                  <a:lnTo>
                    <a:pt x="1949961" y="426732"/>
                  </a:lnTo>
                  <a:lnTo>
                    <a:pt x="1959705" y="420612"/>
                  </a:lnTo>
                  <a:lnTo>
                    <a:pt x="1969464" y="418627"/>
                  </a:lnTo>
                  <a:lnTo>
                    <a:pt x="1979208" y="428851"/>
                  </a:lnTo>
                  <a:lnTo>
                    <a:pt x="1988952" y="432357"/>
                  </a:lnTo>
                  <a:lnTo>
                    <a:pt x="1998711" y="417951"/>
                  </a:lnTo>
                  <a:lnTo>
                    <a:pt x="2008454" y="429050"/>
                  </a:lnTo>
                  <a:lnTo>
                    <a:pt x="2018213" y="410238"/>
                  </a:lnTo>
                  <a:lnTo>
                    <a:pt x="2027957" y="432124"/>
                  </a:lnTo>
                  <a:lnTo>
                    <a:pt x="2037701" y="405379"/>
                  </a:lnTo>
                  <a:lnTo>
                    <a:pt x="2047460" y="351020"/>
                  </a:lnTo>
                  <a:lnTo>
                    <a:pt x="2057204" y="351029"/>
                  </a:lnTo>
                  <a:lnTo>
                    <a:pt x="2066963" y="331844"/>
                  </a:lnTo>
                  <a:lnTo>
                    <a:pt x="2076707" y="325415"/>
                  </a:lnTo>
                  <a:lnTo>
                    <a:pt x="2086451" y="314833"/>
                  </a:lnTo>
                  <a:lnTo>
                    <a:pt x="2096210" y="314665"/>
                  </a:lnTo>
                  <a:lnTo>
                    <a:pt x="2105954" y="306210"/>
                  </a:lnTo>
                  <a:lnTo>
                    <a:pt x="2115697" y="321379"/>
                  </a:lnTo>
                  <a:lnTo>
                    <a:pt x="2125456" y="290739"/>
                  </a:lnTo>
                  <a:lnTo>
                    <a:pt x="2135200" y="294906"/>
                  </a:lnTo>
                  <a:lnTo>
                    <a:pt x="2144959" y="262815"/>
                  </a:lnTo>
                  <a:lnTo>
                    <a:pt x="2154703" y="263439"/>
                  </a:lnTo>
                  <a:lnTo>
                    <a:pt x="2164447" y="301764"/>
                  </a:lnTo>
                  <a:lnTo>
                    <a:pt x="2174206" y="280950"/>
                  </a:lnTo>
                  <a:lnTo>
                    <a:pt x="2183950" y="299675"/>
                  </a:lnTo>
                  <a:lnTo>
                    <a:pt x="2193709" y="258897"/>
                  </a:lnTo>
                  <a:lnTo>
                    <a:pt x="2203452" y="254987"/>
                  </a:lnTo>
                  <a:lnTo>
                    <a:pt x="2213196" y="235846"/>
                  </a:lnTo>
                  <a:lnTo>
                    <a:pt x="2222955" y="220608"/>
                  </a:lnTo>
                  <a:lnTo>
                    <a:pt x="2232699" y="223439"/>
                  </a:lnTo>
                  <a:lnTo>
                    <a:pt x="2242458" y="193252"/>
                  </a:lnTo>
                  <a:lnTo>
                    <a:pt x="2252202" y="235674"/>
                  </a:lnTo>
                  <a:lnTo>
                    <a:pt x="2261946" y="250026"/>
                  </a:lnTo>
                  <a:lnTo>
                    <a:pt x="2271705" y="252773"/>
                  </a:lnTo>
                  <a:lnTo>
                    <a:pt x="2281449" y="226293"/>
                  </a:lnTo>
                  <a:lnTo>
                    <a:pt x="2291208" y="226417"/>
                  </a:lnTo>
                  <a:lnTo>
                    <a:pt x="2300951" y="238913"/>
                  </a:lnTo>
                  <a:lnTo>
                    <a:pt x="2310695" y="217899"/>
                  </a:lnTo>
                  <a:lnTo>
                    <a:pt x="2320454" y="222542"/>
                  </a:lnTo>
                  <a:lnTo>
                    <a:pt x="2330198" y="222898"/>
                  </a:lnTo>
                  <a:lnTo>
                    <a:pt x="2339957" y="215047"/>
                  </a:lnTo>
                  <a:lnTo>
                    <a:pt x="2349701" y="211783"/>
                  </a:lnTo>
                  <a:lnTo>
                    <a:pt x="2359445" y="202307"/>
                  </a:lnTo>
                  <a:lnTo>
                    <a:pt x="2369204" y="193873"/>
                  </a:lnTo>
                  <a:lnTo>
                    <a:pt x="2378948" y="188134"/>
                  </a:lnTo>
                  <a:lnTo>
                    <a:pt x="2388692" y="194985"/>
                  </a:lnTo>
                  <a:lnTo>
                    <a:pt x="2398450" y="182274"/>
                  </a:lnTo>
                  <a:lnTo>
                    <a:pt x="2408194" y="166139"/>
                  </a:lnTo>
                  <a:lnTo>
                    <a:pt x="2417953" y="147497"/>
                  </a:lnTo>
                  <a:lnTo>
                    <a:pt x="2427697" y="150715"/>
                  </a:lnTo>
                  <a:lnTo>
                    <a:pt x="2437441" y="132538"/>
                  </a:lnTo>
                  <a:lnTo>
                    <a:pt x="2447200" y="99728"/>
                  </a:lnTo>
                  <a:lnTo>
                    <a:pt x="2456944" y="86557"/>
                  </a:lnTo>
                  <a:lnTo>
                    <a:pt x="2466703" y="75897"/>
                  </a:lnTo>
                  <a:lnTo>
                    <a:pt x="2476446" y="121290"/>
                  </a:lnTo>
                  <a:lnTo>
                    <a:pt x="2486190" y="110671"/>
                  </a:lnTo>
                  <a:lnTo>
                    <a:pt x="2495949" y="131259"/>
                  </a:lnTo>
                  <a:lnTo>
                    <a:pt x="2505693" y="159172"/>
                  </a:lnTo>
                  <a:lnTo>
                    <a:pt x="2515452" y="152086"/>
                  </a:lnTo>
                  <a:lnTo>
                    <a:pt x="2525196" y="158974"/>
                  </a:lnTo>
                  <a:lnTo>
                    <a:pt x="2534940" y="137054"/>
                  </a:lnTo>
                  <a:lnTo>
                    <a:pt x="2544699" y="123779"/>
                  </a:lnTo>
                  <a:lnTo>
                    <a:pt x="2554443" y="103193"/>
                  </a:lnTo>
                  <a:lnTo>
                    <a:pt x="2564202" y="100163"/>
                  </a:lnTo>
                  <a:lnTo>
                    <a:pt x="2573946" y="100796"/>
                  </a:lnTo>
                  <a:lnTo>
                    <a:pt x="2583690" y="113031"/>
                  </a:lnTo>
                  <a:lnTo>
                    <a:pt x="2593448" y="104896"/>
                  </a:lnTo>
                  <a:lnTo>
                    <a:pt x="2603192" y="96189"/>
                  </a:lnTo>
                  <a:lnTo>
                    <a:pt x="2612951" y="32909"/>
                  </a:lnTo>
                  <a:lnTo>
                    <a:pt x="2622695" y="0"/>
                  </a:lnTo>
                  <a:lnTo>
                    <a:pt x="2632439" y="35480"/>
                  </a:lnTo>
                  <a:lnTo>
                    <a:pt x="2642198" y="40910"/>
                  </a:lnTo>
                  <a:lnTo>
                    <a:pt x="2651942" y="46242"/>
                  </a:lnTo>
                  <a:lnTo>
                    <a:pt x="2661685" y="58398"/>
                  </a:lnTo>
                  <a:lnTo>
                    <a:pt x="2671444" y="69283"/>
                  </a:lnTo>
                  <a:lnTo>
                    <a:pt x="2681188" y="55266"/>
                  </a:lnTo>
                  <a:lnTo>
                    <a:pt x="2690947" y="97353"/>
                  </a:lnTo>
                  <a:lnTo>
                    <a:pt x="2700691" y="105190"/>
                  </a:lnTo>
                  <a:lnTo>
                    <a:pt x="2710435" y="117316"/>
                  </a:lnTo>
                  <a:lnTo>
                    <a:pt x="2720194" y="114663"/>
                  </a:lnTo>
                  <a:lnTo>
                    <a:pt x="2729938" y="113101"/>
                  </a:lnTo>
                  <a:lnTo>
                    <a:pt x="2739697" y="132392"/>
                  </a:lnTo>
                  <a:lnTo>
                    <a:pt x="2749441" y="141752"/>
                  </a:lnTo>
                  <a:lnTo>
                    <a:pt x="2759185" y="138523"/>
                  </a:lnTo>
                  <a:lnTo>
                    <a:pt x="2768943" y="149414"/>
                  </a:lnTo>
                  <a:lnTo>
                    <a:pt x="2778687" y="140739"/>
                  </a:lnTo>
                  <a:lnTo>
                    <a:pt x="2788446" y="125908"/>
                  </a:lnTo>
                  <a:lnTo>
                    <a:pt x="2798190" y="144525"/>
                  </a:lnTo>
                  <a:lnTo>
                    <a:pt x="2807934" y="155755"/>
                  </a:lnTo>
                  <a:lnTo>
                    <a:pt x="2817693" y="176176"/>
                  </a:lnTo>
                  <a:lnTo>
                    <a:pt x="2827437" y="167381"/>
                  </a:lnTo>
                  <a:lnTo>
                    <a:pt x="2837196" y="184448"/>
                  </a:lnTo>
                  <a:lnTo>
                    <a:pt x="2846940" y="179503"/>
                  </a:lnTo>
                  <a:lnTo>
                    <a:pt x="2856684" y="132757"/>
                  </a:lnTo>
                  <a:lnTo>
                    <a:pt x="2866442" y="155666"/>
                  </a:lnTo>
                  <a:lnTo>
                    <a:pt x="2876186" y="158089"/>
                  </a:lnTo>
                  <a:lnTo>
                    <a:pt x="2885945" y="148333"/>
                  </a:lnTo>
                  <a:lnTo>
                    <a:pt x="2895689" y="152342"/>
                  </a:lnTo>
                  <a:lnTo>
                    <a:pt x="2905433" y="164454"/>
                  </a:lnTo>
                  <a:lnTo>
                    <a:pt x="2915192" y="16144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6" name="Freeform 1155">
              <a:extLst>
                <a:ext uri="{FF2B5EF4-FFF2-40B4-BE49-F238E27FC236}">
                  <a16:creationId xmlns:a16="http://schemas.microsoft.com/office/drawing/2014/main" id="{5A364F83-52B1-80FF-6E62-D14AB8EFA99F}"/>
                </a:ext>
              </a:extLst>
            </p:cNvPr>
            <p:cNvSpPr/>
            <p:nvPr/>
          </p:nvSpPr>
          <p:spPr>
            <a:xfrm>
              <a:off x="4426652" y="3361597"/>
              <a:ext cx="2915191" cy="511346"/>
            </a:xfrm>
            <a:custGeom>
              <a:avLst/>
              <a:gdLst>
                <a:gd name="connsiteX0" fmla="*/ 0 w 2915191"/>
                <a:gd name="connsiteY0" fmla="*/ 219827 h 511346"/>
                <a:gd name="connsiteX1" fmla="*/ 9750 w 2915191"/>
                <a:gd name="connsiteY1" fmla="*/ 250243 h 511346"/>
                <a:gd name="connsiteX2" fmla="*/ 19500 w 2915191"/>
                <a:gd name="connsiteY2" fmla="*/ 269192 h 511346"/>
                <a:gd name="connsiteX3" fmla="*/ 29250 w 2915191"/>
                <a:gd name="connsiteY3" fmla="*/ 279414 h 511346"/>
                <a:gd name="connsiteX4" fmla="*/ 39000 w 2915191"/>
                <a:gd name="connsiteY4" fmla="*/ 278577 h 511346"/>
                <a:gd name="connsiteX5" fmla="*/ 48749 w 2915191"/>
                <a:gd name="connsiteY5" fmla="*/ 293793 h 511346"/>
                <a:gd name="connsiteX6" fmla="*/ 58499 w 2915191"/>
                <a:gd name="connsiteY6" fmla="*/ 279560 h 511346"/>
                <a:gd name="connsiteX7" fmla="*/ 68249 w 2915191"/>
                <a:gd name="connsiteY7" fmla="*/ 271565 h 511346"/>
                <a:gd name="connsiteX8" fmla="*/ 77998 w 2915191"/>
                <a:gd name="connsiteY8" fmla="*/ 259954 h 511346"/>
                <a:gd name="connsiteX9" fmla="*/ 87748 w 2915191"/>
                <a:gd name="connsiteY9" fmla="*/ 241317 h 511346"/>
                <a:gd name="connsiteX10" fmla="*/ 97497 w 2915191"/>
                <a:gd name="connsiteY10" fmla="*/ 263028 h 511346"/>
                <a:gd name="connsiteX11" fmla="*/ 107247 w 2915191"/>
                <a:gd name="connsiteY11" fmla="*/ 241153 h 511346"/>
                <a:gd name="connsiteX12" fmla="*/ 116997 w 2915191"/>
                <a:gd name="connsiteY12" fmla="*/ 217534 h 511346"/>
                <a:gd name="connsiteX13" fmla="*/ 126747 w 2915191"/>
                <a:gd name="connsiteY13" fmla="*/ 231490 h 511346"/>
                <a:gd name="connsiteX14" fmla="*/ 136497 w 2915191"/>
                <a:gd name="connsiteY14" fmla="*/ 221239 h 511346"/>
                <a:gd name="connsiteX15" fmla="*/ 146247 w 2915191"/>
                <a:gd name="connsiteY15" fmla="*/ 184327 h 511346"/>
                <a:gd name="connsiteX16" fmla="*/ 155997 w 2915191"/>
                <a:gd name="connsiteY16" fmla="*/ 168776 h 511346"/>
                <a:gd name="connsiteX17" fmla="*/ 165747 w 2915191"/>
                <a:gd name="connsiteY17" fmla="*/ 174694 h 511346"/>
                <a:gd name="connsiteX18" fmla="*/ 175497 w 2915191"/>
                <a:gd name="connsiteY18" fmla="*/ 186458 h 511346"/>
                <a:gd name="connsiteX19" fmla="*/ 185247 w 2915191"/>
                <a:gd name="connsiteY19" fmla="*/ 201632 h 511346"/>
                <a:gd name="connsiteX20" fmla="*/ 194996 w 2915191"/>
                <a:gd name="connsiteY20" fmla="*/ 212424 h 511346"/>
                <a:gd name="connsiteX21" fmla="*/ 204746 w 2915191"/>
                <a:gd name="connsiteY21" fmla="*/ 174186 h 511346"/>
                <a:gd name="connsiteX22" fmla="*/ 214495 w 2915191"/>
                <a:gd name="connsiteY22" fmla="*/ 194855 h 511346"/>
                <a:gd name="connsiteX23" fmla="*/ 224245 w 2915191"/>
                <a:gd name="connsiteY23" fmla="*/ 192343 h 511346"/>
                <a:gd name="connsiteX24" fmla="*/ 233995 w 2915191"/>
                <a:gd name="connsiteY24" fmla="*/ 139107 h 511346"/>
                <a:gd name="connsiteX25" fmla="*/ 243744 w 2915191"/>
                <a:gd name="connsiteY25" fmla="*/ 161073 h 511346"/>
                <a:gd name="connsiteX26" fmla="*/ 253494 w 2915191"/>
                <a:gd name="connsiteY26" fmla="*/ 174428 h 511346"/>
                <a:gd name="connsiteX27" fmla="*/ 263244 w 2915191"/>
                <a:gd name="connsiteY27" fmla="*/ 192304 h 511346"/>
                <a:gd name="connsiteX28" fmla="*/ 272994 w 2915191"/>
                <a:gd name="connsiteY28" fmla="*/ 155770 h 511346"/>
                <a:gd name="connsiteX29" fmla="*/ 282744 w 2915191"/>
                <a:gd name="connsiteY29" fmla="*/ 164506 h 511346"/>
                <a:gd name="connsiteX30" fmla="*/ 292494 w 2915191"/>
                <a:gd name="connsiteY30" fmla="*/ 194558 h 511346"/>
                <a:gd name="connsiteX31" fmla="*/ 302244 w 2915191"/>
                <a:gd name="connsiteY31" fmla="*/ 186285 h 511346"/>
                <a:gd name="connsiteX32" fmla="*/ 311994 w 2915191"/>
                <a:gd name="connsiteY32" fmla="*/ 176467 h 511346"/>
                <a:gd name="connsiteX33" fmla="*/ 321744 w 2915191"/>
                <a:gd name="connsiteY33" fmla="*/ 178041 h 511346"/>
                <a:gd name="connsiteX34" fmla="*/ 331493 w 2915191"/>
                <a:gd name="connsiteY34" fmla="*/ 159674 h 511346"/>
                <a:gd name="connsiteX35" fmla="*/ 341243 w 2915191"/>
                <a:gd name="connsiteY35" fmla="*/ 132528 h 511346"/>
                <a:gd name="connsiteX36" fmla="*/ 350993 w 2915191"/>
                <a:gd name="connsiteY36" fmla="*/ 159605 h 511346"/>
                <a:gd name="connsiteX37" fmla="*/ 360742 w 2915191"/>
                <a:gd name="connsiteY37" fmla="*/ 205704 h 511346"/>
                <a:gd name="connsiteX38" fmla="*/ 370492 w 2915191"/>
                <a:gd name="connsiteY38" fmla="*/ 214273 h 511346"/>
                <a:gd name="connsiteX39" fmla="*/ 380241 w 2915191"/>
                <a:gd name="connsiteY39" fmla="*/ 249299 h 511346"/>
                <a:gd name="connsiteX40" fmla="*/ 389991 w 2915191"/>
                <a:gd name="connsiteY40" fmla="*/ 263261 h 511346"/>
                <a:gd name="connsiteX41" fmla="*/ 399741 w 2915191"/>
                <a:gd name="connsiteY41" fmla="*/ 268323 h 511346"/>
                <a:gd name="connsiteX42" fmla="*/ 409491 w 2915191"/>
                <a:gd name="connsiteY42" fmla="*/ 269484 h 511346"/>
                <a:gd name="connsiteX43" fmla="*/ 419241 w 2915191"/>
                <a:gd name="connsiteY43" fmla="*/ 235520 h 511346"/>
                <a:gd name="connsiteX44" fmla="*/ 428991 w 2915191"/>
                <a:gd name="connsiteY44" fmla="*/ 244273 h 511346"/>
                <a:gd name="connsiteX45" fmla="*/ 438741 w 2915191"/>
                <a:gd name="connsiteY45" fmla="*/ 273516 h 511346"/>
                <a:gd name="connsiteX46" fmla="*/ 448491 w 2915191"/>
                <a:gd name="connsiteY46" fmla="*/ 256359 h 511346"/>
                <a:gd name="connsiteX47" fmla="*/ 458241 w 2915191"/>
                <a:gd name="connsiteY47" fmla="*/ 248372 h 511346"/>
                <a:gd name="connsiteX48" fmla="*/ 467991 w 2915191"/>
                <a:gd name="connsiteY48" fmla="*/ 279635 h 511346"/>
                <a:gd name="connsiteX49" fmla="*/ 477740 w 2915191"/>
                <a:gd name="connsiteY49" fmla="*/ 269946 h 511346"/>
                <a:gd name="connsiteX50" fmla="*/ 487490 w 2915191"/>
                <a:gd name="connsiteY50" fmla="*/ 269061 h 511346"/>
                <a:gd name="connsiteX51" fmla="*/ 497239 w 2915191"/>
                <a:gd name="connsiteY51" fmla="*/ 294840 h 511346"/>
                <a:gd name="connsiteX52" fmla="*/ 506989 w 2915191"/>
                <a:gd name="connsiteY52" fmla="*/ 293224 h 511346"/>
                <a:gd name="connsiteX53" fmla="*/ 516738 w 2915191"/>
                <a:gd name="connsiteY53" fmla="*/ 313211 h 511346"/>
                <a:gd name="connsiteX54" fmla="*/ 526488 w 2915191"/>
                <a:gd name="connsiteY54" fmla="*/ 347249 h 511346"/>
                <a:gd name="connsiteX55" fmla="*/ 536238 w 2915191"/>
                <a:gd name="connsiteY55" fmla="*/ 338037 h 511346"/>
                <a:gd name="connsiteX56" fmla="*/ 545988 w 2915191"/>
                <a:gd name="connsiteY56" fmla="*/ 306012 h 511346"/>
                <a:gd name="connsiteX57" fmla="*/ 555738 w 2915191"/>
                <a:gd name="connsiteY57" fmla="*/ 294185 h 511346"/>
                <a:gd name="connsiteX58" fmla="*/ 565488 w 2915191"/>
                <a:gd name="connsiteY58" fmla="*/ 275263 h 511346"/>
                <a:gd name="connsiteX59" fmla="*/ 575238 w 2915191"/>
                <a:gd name="connsiteY59" fmla="*/ 310775 h 511346"/>
                <a:gd name="connsiteX60" fmla="*/ 584988 w 2915191"/>
                <a:gd name="connsiteY60" fmla="*/ 302601 h 511346"/>
                <a:gd name="connsiteX61" fmla="*/ 594738 w 2915191"/>
                <a:gd name="connsiteY61" fmla="*/ 324434 h 511346"/>
                <a:gd name="connsiteX62" fmla="*/ 604488 w 2915191"/>
                <a:gd name="connsiteY62" fmla="*/ 323399 h 511346"/>
                <a:gd name="connsiteX63" fmla="*/ 614237 w 2915191"/>
                <a:gd name="connsiteY63" fmla="*/ 332280 h 511346"/>
                <a:gd name="connsiteX64" fmla="*/ 623987 w 2915191"/>
                <a:gd name="connsiteY64" fmla="*/ 322435 h 511346"/>
                <a:gd name="connsiteX65" fmla="*/ 633736 w 2915191"/>
                <a:gd name="connsiteY65" fmla="*/ 329217 h 511346"/>
                <a:gd name="connsiteX66" fmla="*/ 643486 w 2915191"/>
                <a:gd name="connsiteY66" fmla="*/ 366737 h 511346"/>
                <a:gd name="connsiteX67" fmla="*/ 653236 w 2915191"/>
                <a:gd name="connsiteY67" fmla="*/ 351318 h 511346"/>
                <a:gd name="connsiteX68" fmla="*/ 662985 w 2915191"/>
                <a:gd name="connsiteY68" fmla="*/ 345209 h 511346"/>
                <a:gd name="connsiteX69" fmla="*/ 672735 w 2915191"/>
                <a:gd name="connsiteY69" fmla="*/ 338979 h 511346"/>
                <a:gd name="connsiteX70" fmla="*/ 682485 w 2915191"/>
                <a:gd name="connsiteY70" fmla="*/ 323044 h 511346"/>
                <a:gd name="connsiteX71" fmla="*/ 692235 w 2915191"/>
                <a:gd name="connsiteY71" fmla="*/ 330579 h 511346"/>
                <a:gd name="connsiteX72" fmla="*/ 701985 w 2915191"/>
                <a:gd name="connsiteY72" fmla="*/ 337584 h 511346"/>
                <a:gd name="connsiteX73" fmla="*/ 711735 w 2915191"/>
                <a:gd name="connsiteY73" fmla="*/ 335650 h 511346"/>
                <a:gd name="connsiteX74" fmla="*/ 721485 w 2915191"/>
                <a:gd name="connsiteY74" fmla="*/ 343784 h 511346"/>
                <a:gd name="connsiteX75" fmla="*/ 731235 w 2915191"/>
                <a:gd name="connsiteY75" fmla="*/ 352747 h 511346"/>
                <a:gd name="connsiteX76" fmla="*/ 740985 w 2915191"/>
                <a:gd name="connsiteY76" fmla="*/ 323503 h 511346"/>
                <a:gd name="connsiteX77" fmla="*/ 750734 w 2915191"/>
                <a:gd name="connsiteY77" fmla="*/ 323345 h 511346"/>
                <a:gd name="connsiteX78" fmla="*/ 760484 w 2915191"/>
                <a:gd name="connsiteY78" fmla="*/ 287096 h 511346"/>
                <a:gd name="connsiteX79" fmla="*/ 770233 w 2915191"/>
                <a:gd name="connsiteY79" fmla="*/ 295331 h 511346"/>
                <a:gd name="connsiteX80" fmla="*/ 779983 w 2915191"/>
                <a:gd name="connsiteY80" fmla="*/ 279624 h 511346"/>
                <a:gd name="connsiteX81" fmla="*/ 789733 w 2915191"/>
                <a:gd name="connsiteY81" fmla="*/ 287667 h 511346"/>
                <a:gd name="connsiteX82" fmla="*/ 799482 w 2915191"/>
                <a:gd name="connsiteY82" fmla="*/ 291677 h 511346"/>
                <a:gd name="connsiteX83" fmla="*/ 809232 w 2915191"/>
                <a:gd name="connsiteY83" fmla="*/ 262224 h 511346"/>
                <a:gd name="connsiteX84" fmla="*/ 818982 w 2915191"/>
                <a:gd name="connsiteY84" fmla="*/ 227938 h 511346"/>
                <a:gd name="connsiteX85" fmla="*/ 828732 w 2915191"/>
                <a:gd name="connsiteY85" fmla="*/ 276092 h 511346"/>
                <a:gd name="connsiteX86" fmla="*/ 838482 w 2915191"/>
                <a:gd name="connsiteY86" fmla="*/ 283230 h 511346"/>
                <a:gd name="connsiteX87" fmla="*/ 848232 w 2915191"/>
                <a:gd name="connsiteY87" fmla="*/ 285594 h 511346"/>
                <a:gd name="connsiteX88" fmla="*/ 857982 w 2915191"/>
                <a:gd name="connsiteY88" fmla="*/ 285698 h 511346"/>
                <a:gd name="connsiteX89" fmla="*/ 867732 w 2915191"/>
                <a:gd name="connsiteY89" fmla="*/ 323849 h 511346"/>
                <a:gd name="connsiteX90" fmla="*/ 877482 w 2915191"/>
                <a:gd name="connsiteY90" fmla="*/ 339657 h 511346"/>
                <a:gd name="connsiteX91" fmla="*/ 887231 w 2915191"/>
                <a:gd name="connsiteY91" fmla="*/ 359107 h 511346"/>
                <a:gd name="connsiteX92" fmla="*/ 896981 w 2915191"/>
                <a:gd name="connsiteY92" fmla="*/ 371271 h 511346"/>
                <a:gd name="connsiteX93" fmla="*/ 906730 w 2915191"/>
                <a:gd name="connsiteY93" fmla="*/ 335734 h 511346"/>
                <a:gd name="connsiteX94" fmla="*/ 916480 w 2915191"/>
                <a:gd name="connsiteY94" fmla="*/ 329387 h 511346"/>
                <a:gd name="connsiteX95" fmla="*/ 926230 w 2915191"/>
                <a:gd name="connsiteY95" fmla="*/ 303203 h 511346"/>
                <a:gd name="connsiteX96" fmla="*/ 935979 w 2915191"/>
                <a:gd name="connsiteY96" fmla="*/ 306043 h 511346"/>
                <a:gd name="connsiteX97" fmla="*/ 945729 w 2915191"/>
                <a:gd name="connsiteY97" fmla="*/ 286533 h 511346"/>
                <a:gd name="connsiteX98" fmla="*/ 955479 w 2915191"/>
                <a:gd name="connsiteY98" fmla="*/ 293325 h 511346"/>
                <a:gd name="connsiteX99" fmla="*/ 965229 w 2915191"/>
                <a:gd name="connsiteY99" fmla="*/ 305148 h 511346"/>
                <a:gd name="connsiteX100" fmla="*/ 974979 w 2915191"/>
                <a:gd name="connsiteY100" fmla="*/ 337252 h 511346"/>
                <a:gd name="connsiteX101" fmla="*/ 984729 w 2915191"/>
                <a:gd name="connsiteY101" fmla="*/ 336453 h 511346"/>
                <a:gd name="connsiteX102" fmla="*/ 994474 w 2915191"/>
                <a:gd name="connsiteY102" fmla="*/ 335384 h 511346"/>
                <a:gd name="connsiteX103" fmla="*/ 1004233 w 2915191"/>
                <a:gd name="connsiteY103" fmla="*/ 362002 h 511346"/>
                <a:gd name="connsiteX104" fmla="*/ 1013977 w 2915191"/>
                <a:gd name="connsiteY104" fmla="*/ 365430 h 511346"/>
                <a:gd name="connsiteX105" fmla="*/ 1023721 w 2915191"/>
                <a:gd name="connsiteY105" fmla="*/ 368878 h 511346"/>
                <a:gd name="connsiteX106" fmla="*/ 1033480 w 2915191"/>
                <a:gd name="connsiteY106" fmla="*/ 368654 h 511346"/>
                <a:gd name="connsiteX107" fmla="*/ 1043224 w 2915191"/>
                <a:gd name="connsiteY107" fmla="*/ 384348 h 511346"/>
                <a:gd name="connsiteX108" fmla="*/ 1052983 w 2915191"/>
                <a:gd name="connsiteY108" fmla="*/ 380451 h 511346"/>
                <a:gd name="connsiteX109" fmla="*/ 1062727 w 2915191"/>
                <a:gd name="connsiteY109" fmla="*/ 417927 h 511346"/>
                <a:gd name="connsiteX110" fmla="*/ 1072471 w 2915191"/>
                <a:gd name="connsiteY110" fmla="*/ 444194 h 511346"/>
                <a:gd name="connsiteX111" fmla="*/ 1082230 w 2915191"/>
                <a:gd name="connsiteY111" fmla="*/ 415077 h 511346"/>
                <a:gd name="connsiteX112" fmla="*/ 1091973 w 2915191"/>
                <a:gd name="connsiteY112" fmla="*/ 416984 h 511346"/>
                <a:gd name="connsiteX113" fmla="*/ 1101732 w 2915191"/>
                <a:gd name="connsiteY113" fmla="*/ 405412 h 511346"/>
                <a:gd name="connsiteX114" fmla="*/ 1111476 w 2915191"/>
                <a:gd name="connsiteY114" fmla="*/ 399522 h 511346"/>
                <a:gd name="connsiteX115" fmla="*/ 1121220 w 2915191"/>
                <a:gd name="connsiteY115" fmla="*/ 403521 h 511346"/>
                <a:gd name="connsiteX116" fmla="*/ 1130979 w 2915191"/>
                <a:gd name="connsiteY116" fmla="*/ 422693 h 511346"/>
                <a:gd name="connsiteX117" fmla="*/ 1140723 w 2915191"/>
                <a:gd name="connsiteY117" fmla="*/ 436628 h 511346"/>
                <a:gd name="connsiteX118" fmla="*/ 1150482 w 2915191"/>
                <a:gd name="connsiteY118" fmla="*/ 468201 h 511346"/>
                <a:gd name="connsiteX119" fmla="*/ 1160226 w 2915191"/>
                <a:gd name="connsiteY119" fmla="*/ 478849 h 511346"/>
                <a:gd name="connsiteX120" fmla="*/ 1169969 w 2915191"/>
                <a:gd name="connsiteY120" fmla="*/ 485455 h 511346"/>
                <a:gd name="connsiteX121" fmla="*/ 1179728 w 2915191"/>
                <a:gd name="connsiteY121" fmla="*/ 481195 h 511346"/>
                <a:gd name="connsiteX122" fmla="*/ 1189472 w 2915191"/>
                <a:gd name="connsiteY122" fmla="*/ 459231 h 511346"/>
                <a:gd name="connsiteX123" fmla="*/ 1199231 w 2915191"/>
                <a:gd name="connsiteY123" fmla="*/ 477749 h 511346"/>
                <a:gd name="connsiteX124" fmla="*/ 1208975 w 2915191"/>
                <a:gd name="connsiteY124" fmla="*/ 469924 h 511346"/>
                <a:gd name="connsiteX125" fmla="*/ 1218719 w 2915191"/>
                <a:gd name="connsiteY125" fmla="*/ 476084 h 511346"/>
                <a:gd name="connsiteX126" fmla="*/ 1228478 w 2915191"/>
                <a:gd name="connsiteY126" fmla="*/ 470319 h 511346"/>
                <a:gd name="connsiteX127" fmla="*/ 1238222 w 2915191"/>
                <a:gd name="connsiteY127" fmla="*/ 493885 h 511346"/>
                <a:gd name="connsiteX128" fmla="*/ 1247966 w 2915191"/>
                <a:gd name="connsiteY128" fmla="*/ 498295 h 511346"/>
                <a:gd name="connsiteX129" fmla="*/ 1257725 w 2915191"/>
                <a:gd name="connsiteY129" fmla="*/ 491538 h 511346"/>
                <a:gd name="connsiteX130" fmla="*/ 1267469 w 2915191"/>
                <a:gd name="connsiteY130" fmla="*/ 492797 h 511346"/>
                <a:gd name="connsiteX131" fmla="*/ 1277227 w 2915191"/>
                <a:gd name="connsiteY131" fmla="*/ 510324 h 511346"/>
                <a:gd name="connsiteX132" fmla="*/ 1286971 w 2915191"/>
                <a:gd name="connsiteY132" fmla="*/ 506065 h 511346"/>
                <a:gd name="connsiteX133" fmla="*/ 1296715 w 2915191"/>
                <a:gd name="connsiteY133" fmla="*/ 510172 h 511346"/>
                <a:gd name="connsiteX134" fmla="*/ 1306474 w 2915191"/>
                <a:gd name="connsiteY134" fmla="*/ 492705 h 511346"/>
                <a:gd name="connsiteX135" fmla="*/ 1316218 w 2915191"/>
                <a:gd name="connsiteY135" fmla="*/ 478363 h 511346"/>
                <a:gd name="connsiteX136" fmla="*/ 1325977 w 2915191"/>
                <a:gd name="connsiteY136" fmla="*/ 465498 h 511346"/>
                <a:gd name="connsiteX137" fmla="*/ 1335721 w 2915191"/>
                <a:gd name="connsiteY137" fmla="*/ 463364 h 511346"/>
                <a:gd name="connsiteX138" fmla="*/ 1345465 w 2915191"/>
                <a:gd name="connsiteY138" fmla="*/ 464082 h 511346"/>
                <a:gd name="connsiteX139" fmla="*/ 1355224 w 2915191"/>
                <a:gd name="connsiteY139" fmla="*/ 448680 h 511346"/>
                <a:gd name="connsiteX140" fmla="*/ 1364967 w 2915191"/>
                <a:gd name="connsiteY140" fmla="*/ 476553 h 511346"/>
                <a:gd name="connsiteX141" fmla="*/ 1374726 w 2915191"/>
                <a:gd name="connsiteY141" fmla="*/ 458342 h 511346"/>
                <a:gd name="connsiteX142" fmla="*/ 1384470 w 2915191"/>
                <a:gd name="connsiteY142" fmla="*/ 451427 h 511346"/>
                <a:gd name="connsiteX143" fmla="*/ 1394214 w 2915191"/>
                <a:gd name="connsiteY143" fmla="*/ 455675 h 511346"/>
                <a:gd name="connsiteX144" fmla="*/ 1403973 w 2915191"/>
                <a:gd name="connsiteY144" fmla="*/ 451353 h 511346"/>
                <a:gd name="connsiteX145" fmla="*/ 1413717 w 2915191"/>
                <a:gd name="connsiteY145" fmla="*/ 440155 h 511346"/>
                <a:gd name="connsiteX146" fmla="*/ 1423476 w 2915191"/>
                <a:gd name="connsiteY146" fmla="*/ 459336 h 511346"/>
                <a:gd name="connsiteX147" fmla="*/ 1433220 w 2915191"/>
                <a:gd name="connsiteY147" fmla="*/ 458425 h 511346"/>
                <a:gd name="connsiteX148" fmla="*/ 1442964 w 2915191"/>
                <a:gd name="connsiteY148" fmla="*/ 465499 h 511346"/>
                <a:gd name="connsiteX149" fmla="*/ 1452722 w 2915191"/>
                <a:gd name="connsiteY149" fmla="*/ 489092 h 511346"/>
                <a:gd name="connsiteX150" fmla="*/ 1462466 w 2915191"/>
                <a:gd name="connsiteY150" fmla="*/ 511346 h 511346"/>
                <a:gd name="connsiteX151" fmla="*/ 1472225 w 2915191"/>
                <a:gd name="connsiteY151" fmla="*/ 487465 h 511346"/>
                <a:gd name="connsiteX152" fmla="*/ 1481969 w 2915191"/>
                <a:gd name="connsiteY152" fmla="*/ 460705 h 511346"/>
                <a:gd name="connsiteX153" fmla="*/ 1491713 w 2915191"/>
                <a:gd name="connsiteY153" fmla="*/ 438924 h 511346"/>
                <a:gd name="connsiteX154" fmla="*/ 1501472 w 2915191"/>
                <a:gd name="connsiteY154" fmla="*/ 452707 h 511346"/>
                <a:gd name="connsiteX155" fmla="*/ 1511216 w 2915191"/>
                <a:gd name="connsiteY155" fmla="*/ 434679 h 511346"/>
                <a:gd name="connsiteX156" fmla="*/ 1520960 w 2915191"/>
                <a:gd name="connsiteY156" fmla="*/ 445048 h 511346"/>
                <a:gd name="connsiteX157" fmla="*/ 1530719 w 2915191"/>
                <a:gd name="connsiteY157" fmla="*/ 423167 h 511346"/>
                <a:gd name="connsiteX158" fmla="*/ 1540463 w 2915191"/>
                <a:gd name="connsiteY158" fmla="*/ 407369 h 511346"/>
                <a:gd name="connsiteX159" fmla="*/ 1550221 w 2915191"/>
                <a:gd name="connsiteY159" fmla="*/ 427294 h 511346"/>
                <a:gd name="connsiteX160" fmla="*/ 1559965 w 2915191"/>
                <a:gd name="connsiteY160" fmla="*/ 410345 h 511346"/>
                <a:gd name="connsiteX161" fmla="*/ 1569709 w 2915191"/>
                <a:gd name="connsiteY161" fmla="*/ 418371 h 511346"/>
                <a:gd name="connsiteX162" fmla="*/ 1579468 w 2915191"/>
                <a:gd name="connsiteY162" fmla="*/ 409920 h 511346"/>
                <a:gd name="connsiteX163" fmla="*/ 1589212 w 2915191"/>
                <a:gd name="connsiteY163" fmla="*/ 423390 h 511346"/>
                <a:gd name="connsiteX164" fmla="*/ 1598971 w 2915191"/>
                <a:gd name="connsiteY164" fmla="*/ 475573 h 511346"/>
                <a:gd name="connsiteX165" fmla="*/ 1608715 w 2915191"/>
                <a:gd name="connsiteY165" fmla="*/ 453004 h 511346"/>
                <a:gd name="connsiteX166" fmla="*/ 1618459 w 2915191"/>
                <a:gd name="connsiteY166" fmla="*/ 451646 h 511346"/>
                <a:gd name="connsiteX167" fmla="*/ 1628218 w 2915191"/>
                <a:gd name="connsiteY167" fmla="*/ 439380 h 511346"/>
                <a:gd name="connsiteX168" fmla="*/ 1637962 w 2915191"/>
                <a:gd name="connsiteY168" fmla="*/ 441394 h 511346"/>
                <a:gd name="connsiteX169" fmla="*/ 1647720 w 2915191"/>
                <a:gd name="connsiteY169" fmla="*/ 431081 h 511346"/>
                <a:gd name="connsiteX170" fmla="*/ 1657464 w 2915191"/>
                <a:gd name="connsiteY170" fmla="*/ 440544 h 511346"/>
                <a:gd name="connsiteX171" fmla="*/ 1667208 w 2915191"/>
                <a:gd name="connsiteY171" fmla="*/ 449480 h 511346"/>
                <a:gd name="connsiteX172" fmla="*/ 1676967 w 2915191"/>
                <a:gd name="connsiteY172" fmla="*/ 439614 h 511346"/>
                <a:gd name="connsiteX173" fmla="*/ 1686711 w 2915191"/>
                <a:gd name="connsiteY173" fmla="*/ 440183 h 511346"/>
                <a:gd name="connsiteX174" fmla="*/ 1696470 w 2915191"/>
                <a:gd name="connsiteY174" fmla="*/ 437088 h 511346"/>
                <a:gd name="connsiteX175" fmla="*/ 1706214 w 2915191"/>
                <a:gd name="connsiteY175" fmla="*/ 437859 h 511346"/>
                <a:gd name="connsiteX176" fmla="*/ 1715958 w 2915191"/>
                <a:gd name="connsiteY176" fmla="*/ 447856 h 511346"/>
                <a:gd name="connsiteX177" fmla="*/ 1725716 w 2915191"/>
                <a:gd name="connsiteY177" fmla="*/ 443757 h 511346"/>
                <a:gd name="connsiteX178" fmla="*/ 1735460 w 2915191"/>
                <a:gd name="connsiteY178" fmla="*/ 423530 h 511346"/>
                <a:gd name="connsiteX179" fmla="*/ 1745219 w 2915191"/>
                <a:gd name="connsiteY179" fmla="*/ 403530 h 511346"/>
                <a:gd name="connsiteX180" fmla="*/ 1754963 w 2915191"/>
                <a:gd name="connsiteY180" fmla="*/ 393639 h 511346"/>
                <a:gd name="connsiteX181" fmla="*/ 1764707 w 2915191"/>
                <a:gd name="connsiteY181" fmla="*/ 362813 h 511346"/>
                <a:gd name="connsiteX182" fmla="*/ 1774466 w 2915191"/>
                <a:gd name="connsiteY182" fmla="*/ 366111 h 511346"/>
                <a:gd name="connsiteX183" fmla="*/ 1784210 w 2915191"/>
                <a:gd name="connsiteY183" fmla="*/ 360669 h 511346"/>
                <a:gd name="connsiteX184" fmla="*/ 1793969 w 2915191"/>
                <a:gd name="connsiteY184" fmla="*/ 371053 h 511346"/>
                <a:gd name="connsiteX185" fmla="*/ 1803713 w 2915191"/>
                <a:gd name="connsiteY185" fmla="*/ 370691 h 511346"/>
                <a:gd name="connsiteX186" fmla="*/ 1813457 w 2915191"/>
                <a:gd name="connsiteY186" fmla="*/ 343496 h 511346"/>
                <a:gd name="connsiteX187" fmla="*/ 1823215 w 2915191"/>
                <a:gd name="connsiteY187" fmla="*/ 369379 h 511346"/>
                <a:gd name="connsiteX188" fmla="*/ 1832959 w 2915191"/>
                <a:gd name="connsiteY188" fmla="*/ 397615 h 511346"/>
                <a:gd name="connsiteX189" fmla="*/ 1842703 w 2915191"/>
                <a:gd name="connsiteY189" fmla="*/ 439372 h 511346"/>
                <a:gd name="connsiteX190" fmla="*/ 1852462 w 2915191"/>
                <a:gd name="connsiteY190" fmla="*/ 439462 h 511346"/>
                <a:gd name="connsiteX191" fmla="*/ 1862206 w 2915191"/>
                <a:gd name="connsiteY191" fmla="*/ 402393 h 511346"/>
                <a:gd name="connsiteX192" fmla="*/ 1871965 w 2915191"/>
                <a:gd name="connsiteY192" fmla="*/ 378830 h 511346"/>
                <a:gd name="connsiteX193" fmla="*/ 1881709 w 2915191"/>
                <a:gd name="connsiteY193" fmla="*/ 396511 h 511346"/>
                <a:gd name="connsiteX194" fmla="*/ 1891453 w 2915191"/>
                <a:gd name="connsiteY194" fmla="*/ 411549 h 511346"/>
                <a:gd name="connsiteX195" fmla="*/ 1901212 w 2915191"/>
                <a:gd name="connsiteY195" fmla="*/ 412210 h 511346"/>
                <a:gd name="connsiteX196" fmla="*/ 1910956 w 2915191"/>
                <a:gd name="connsiteY196" fmla="*/ 364937 h 511346"/>
                <a:gd name="connsiteX197" fmla="*/ 1920714 w 2915191"/>
                <a:gd name="connsiteY197" fmla="*/ 383562 h 511346"/>
                <a:gd name="connsiteX198" fmla="*/ 1930458 w 2915191"/>
                <a:gd name="connsiteY198" fmla="*/ 413871 h 511346"/>
                <a:gd name="connsiteX199" fmla="*/ 1940202 w 2915191"/>
                <a:gd name="connsiteY199" fmla="*/ 389842 h 511346"/>
                <a:gd name="connsiteX200" fmla="*/ 1949961 w 2915191"/>
                <a:gd name="connsiteY200" fmla="*/ 382448 h 511346"/>
                <a:gd name="connsiteX201" fmla="*/ 1959705 w 2915191"/>
                <a:gd name="connsiteY201" fmla="*/ 365272 h 511346"/>
                <a:gd name="connsiteX202" fmla="*/ 1969464 w 2915191"/>
                <a:gd name="connsiteY202" fmla="*/ 352775 h 511346"/>
                <a:gd name="connsiteX203" fmla="*/ 1979208 w 2915191"/>
                <a:gd name="connsiteY203" fmla="*/ 357806 h 511346"/>
                <a:gd name="connsiteX204" fmla="*/ 1988952 w 2915191"/>
                <a:gd name="connsiteY204" fmla="*/ 367926 h 511346"/>
                <a:gd name="connsiteX205" fmla="*/ 1998711 w 2915191"/>
                <a:gd name="connsiteY205" fmla="*/ 394960 h 511346"/>
                <a:gd name="connsiteX206" fmla="*/ 2008454 w 2915191"/>
                <a:gd name="connsiteY206" fmla="*/ 398107 h 511346"/>
                <a:gd name="connsiteX207" fmla="*/ 2018213 w 2915191"/>
                <a:gd name="connsiteY207" fmla="*/ 403913 h 511346"/>
                <a:gd name="connsiteX208" fmla="*/ 2027957 w 2915191"/>
                <a:gd name="connsiteY208" fmla="*/ 377969 h 511346"/>
                <a:gd name="connsiteX209" fmla="*/ 2037701 w 2915191"/>
                <a:gd name="connsiteY209" fmla="*/ 390273 h 511346"/>
                <a:gd name="connsiteX210" fmla="*/ 2047460 w 2915191"/>
                <a:gd name="connsiteY210" fmla="*/ 380323 h 511346"/>
                <a:gd name="connsiteX211" fmla="*/ 2057204 w 2915191"/>
                <a:gd name="connsiteY211" fmla="*/ 395069 h 511346"/>
                <a:gd name="connsiteX212" fmla="*/ 2066963 w 2915191"/>
                <a:gd name="connsiteY212" fmla="*/ 404881 h 511346"/>
                <a:gd name="connsiteX213" fmla="*/ 2076707 w 2915191"/>
                <a:gd name="connsiteY213" fmla="*/ 402781 h 511346"/>
                <a:gd name="connsiteX214" fmla="*/ 2086451 w 2915191"/>
                <a:gd name="connsiteY214" fmla="*/ 384763 h 511346"/>
                <a:gd name="connsiteX215" fmla="*/ 2096210 w 2915191"/>
                <a:gd name="connsiteY215" fmla="*/ 367171 h 511346"/>
                <a:gd name="connsiteX216" fmla="*/ 2105954 w 2915191"/>
                <a:gd name="connsiteY216" fmla="*/ 380767 h 511346"/>
                <a:gd name="connsiteX217" fmla="*/ 2115697 w 2915191"/>
                <a:gd name="connsiteY217" fmla="*/ 376110 h 511346"/>
                <a:gd name="connsiteX218" fmla="*/ 2125456 w 2915191"/>
                <a:gd name="connsiteY218" fmla="*/ 354362 h 511346"/>
                <a:gd name="connsiteX219" fmla="*/ 2135200 w 2915191"/>
                <a:gd name="connsiteY219" fmla="*/ 349898 h 511346"/>
                <a:gd name="connsiteX220" fmla="*/ 2144959 w 2915191"/>
                <a:gd name="connsiteY220" fmla="*/ 339323 h 511346"/>
                <a:gd name="connsiteX221" fmla="*/ 2154703 w 2915191"/>
                <a:gd name="connsiteY221" fmla="*/ 340109 h 511346"/>
                <a:gd name="connsiteX222" fmla="*/ 2164447 w 2915191"/>
                <a:gd name="connsiteY222" fmla="*/ 331501 h 511346"/>
                <a:gd name="connsiteX223" fmla="*/ 2174206 w 2915191"/>
                <a:gd name="connsiteY223" fmla="*/ 317366 h 511346"/>
                <a:gd name="connsiteX224" fmla="*/ 2183950 w 2915191"/>
                <a:gd name="connsiteY224" fmla="*/ 322582 h 511346"/>
                <a:gd name="connsiteX225" fmla="*/ 2193709 w 2915191"/>
                <a:gd name="connsiteY225" fmla="*/ 288811 h 511346"/>
                <a:gd name="connsiteX226" fmla="*/ 2203452 w 2915191"/>
                <a:gd name="connsiteY226" fmla="*/ 290034 h 511346"/>
                <a:gd name="connsiteX227" fmla="*/ 2213196 w 2915191"/>
                <a:gd name="connsiteY227" fmla="*/ 311089 h 511346"/>
                <a:gd name="connsiteX228" fmla="*/ 2222955 w 2915191"/>
                <a:gd name="connsiteY228" fmla="*/ 343429 h 511346"/>
                <a:gd name="connsiteX229" fmla="*/ 2232699 w 2915191"/>
                <a:gd name="connsiteY229" fmla="*/ 353684 h 511346"/>
                <a:gd name="connsiteX230" fmla="*/ 2242458 w 2915191"/>
                <a:gd name="connsiteY230" fmla="*/ 361062 h 511346"/>
                <a:gd name="connsiteX231" fmla="*/ 2252202 w 2915191"/>
                <a:gd name="connsiteY231" fmla="*/ 361360 h 511346"/>
                <a:gd name="connsiteX232" fmla="*/ 2261946 w 2915191"/>
                <a:gd name="connsiteY232" fmla="*/ 341041 h 511346"/>
                <a:gd name="connsiteX233" fmla="*/ 2271705 w 2915191"/>
                <a:gd name="connsiteY233" fmla="*/ 298894 h 511346"/>
                <a:gd name="connsiteX234" fmla="*/ 2281449 w 2915191"/>
                <a:gd name="connsiteY234" fmla="*/ 303801 h 511346"/>
                <a:gd name="connsiteX235" fmla="*/ 2291208 w 2915191"/>
                <a:gd name="connsiteY235" fmla="*/ 285237 h 511346"/>
                <a:gd name="connsiteX236" fmla="*/ 2300951 w 2915191"/>
                <a:gd name="connsiteY236" fmla="*/ 292611 h 511346"/>
                <a:gd name="connsiteX237" fmla="*/ 2310695 w 2915191"/>
                <a:gd name="connsiteY237" fmla="*/ 319637 h 511346"/>
                <a:gd name="connsiteX238" fmla="*/ 2320454 w 2915191"/>
                <a:gd name="connsiteY238" fmla="*/ 318859 h 511346"/>
                <a:gd name="connsiteX239" fmla="*/ 2330198 w 2915191"/>
                <a:gd name="connsiteY239" fmla="*/ 332816 h 511346"/>
                <a:gd name="connsiteX240" fmla="*/ 2339957 w 2915191"/>
                <a:gd name="connsiteY240" fmla="*/ 335339 h 511346"/>
                <a:gd name="connsiteX241" fmla="*/ 2349701 w 2915191"/>
                <a:gd name="connsiteY241" fmla="*/ 340261 h 511346"/>
                <a:gd name="connsiteX242" fmla="*/ 2359445 w 2915191"/>
                <a:gd name="connsiteY242" fmla="*/ 327365 h 511346"/>
                <a:gd name="connsiteX243" fmla="*/ 2369204 w 2915191"/>
                <a:gd name="connsiteY243" fmla="*/ 324104 h 511346"/>
                <a:gd name="connsiteX244" fmla="*/ 2378948 w 2915191"/>
                <a:gd name="connsiteY244" fmla="*/ 297902 h 511346"/>
                <a:gd name="connsiteX245" fmla="*/ 2388692 w 2915191"/>
                <a:gd name="connsiteY245" fmla="*/ 302211 h 511346"/>
                <a:gd name="connsiteX246" fmla="*/ 2398450 w 2915191"/>
                <a:gd name="connsiteY246" fmla="*/ 306862 h 511346"/>
                <a:gd name="connsiteX247" fmla="*/ 2408194 w 2915191"/>
                <a:gd name="connsiteY247" fmla="*/ 317743 h 511346"/>
                <a:gd name="connsiteX248" fmla="*/ 2417953 w 2915191"/>
                <a:gd name="connsiteY248" fmla="*/ 300787 h 511346"/>
                <a:gd name="connsiteX249" fmla="*/ 2427697 w 2915191"/>
                <a:gd name="connsiteY249" fmla="*/ 305040 h 511346"/>
                <a:gd name="connsiteX250" fmla="*/ 2437441 w 2915191"/>
                <a:gd name="connsiteY250" fmla="*/ 265259 h 511346"/>
                <a:gd name="connsiteX251" fmla="*/ 2447200 w 2915191"/>
                <a:gd name="connsiteY251" fmla="*/ 278294 h 511346"/>
                <a:gd name="connsiteX252" fmla="*/ 2456944 w 2915191"/>
                <a:gd name="connsiteY252" fmla="*/ 263418 h 511346"/>
                <a:gd name="connsiteX253" fmla="*/ 2466703 w 2915191"/>
                <a:gd name="connsiteY253" fmla="*/ 274111 h 511346"/>
                <a:gd name="connsiteX254" fmla="*/ 2476446 w 2915191"/>
                <a:gd name="connsiteY254" fmla="*/ 283172 h 511346"/>
                <a:gd name="connsiteX255" fmla="*/ 2486190 w 2915191"/>
                <a:gd name="connsiteY255" fmla="*/ 274593 h 511346"/>
                <a:gd name="connsiteX256" fmla="*/ 2495949 w 2915191"/>
                <a:gd name="connsiteY256" fmla="*/ 251471 h 511346"/>
                <a:gd name="connsiteX257" fmla="*/ 2505693 w 2915191"/>
                <a:gd name="connsiteY257" fmla="*/ 201381 h 511346"/>
                <a:gd name="connsiteX258" fmla="*/ 2515452 w 2915191"/>
                <a:gd name="connsiteY258" fmla="*/ 167634 h 511346"/>
                <a:gd name="connsiteX259" fmla="*/ 2525196 w 2915191"/>
                <a:gd name="connsiteY259" fmla="*/ 126896 h 511346"/>
                <a:gd name="connsiteX260" fmla="*/ 2534940 w 2915191"/>
                <a:gd name="connsiteY260" fmla="*/ 84169 h 511346"/>
                <a:gd name="connsiteX261" fmla="*/ 2544699 w 2915191"/>
                <a:gd name="connsiteY261" fmla="*/ 61330 h 511346"/>
                <a:gd name="connsiteX262" fmla="*/ 2554443 w 2915191"/>
                <a:gd name="connsiteY262" fmla="*/ 63169 h 511346"/>
                <a:gd name="connsiteX263" fmla="*/ 2564202 w 2915191"/>
                <a:gd name="connsiteY263" fmla="*/ 77537 h 511346"/>
                <a:gd name="connsiteX264" fmla="*/ 2573946 w 2915191"/>
                <a:gd name="connsiteY264" fmla="*/ 82706 h 511346"/>
                <a:gd name="connsiteX265" fmla="*/ 2583690 w 2915191"/>
                <a:gd name="connsiteY265" fmla="*/ 110246 h 511346"/>
                <a:gd name="connsiteX266" fmla="*/ 2593448 w 2915191"/>
                <a:gd name="connsiteY266" fmla="*/ 78941 h 511346"/>
                <a:gd name="connsiteX267" fmla="*/ 2603192 w 2915191"/>
                <a:gd name="connsiteY267" fmla="*/ 42590 h 511346"/>
                <a:gd name="connsiteX268" fmla="*/ 2612951 w 2915191"/>
                <a:gd name="connsiteY268" fmla="*/ 40293 h 511346"/>
                <a:gd name="connsiteX269" fmla="*/ 2622695 w 2915191"/>
                <a:gd name="connsiteY269" fmla="*/ 38003 h 511346"/>
                <a:gd name="connsiteX270" fmla="*/ 2632439 w 2915191"/>
                <a:gd name="connsiteY270" fmla="*/ 19971 h 511346"/>
                <a:gd name="connsiteX271" fmla="*/ 2642198 w 2915191"/>
                <a:gd name="connsiteY271" fmla="*/ 0 h 511346"/>
                <a:gd name="connsiteX272" fmla="*/ 2651942 w 2915191"/>
                <a:gd name="connsiteY272" fmla="*/ 26398 h 511346"/>
                <a:gd name="connsiteX273" fmla="*/ 2661685 w 2915191"/>
                <a:gd name="connsiteY273" fmla="*/ 2677 h 511346"/>
                <a:gd name="connsiteX274" fmla="*/ 2671444 w 2915191"/>
                <a:gd name="connsiteY274" fmla="*/ 14719 h 511346"/>
                <a:gd name="connsiteX275" fmla="*/ 2681188 w 2915191"/>
                <a:gd name="connsiteY275" fmla="*/ 29996 h 511346"/>
                <a:gd name="connsiteX276" fmla="*/ 2690947 w 2915191"/>
                <a:gd name="connsiteY276" fmla="*/ 30725 h 511346"/>
                <a:gd name="connsiteX277" fmla="*/ 2700691 w 2915191"/>
                <a:gd name="connsiteY277" fmla="*/ 47806 h 511346"/>
                <a:gd name="connsiteX278" fmla="*/ 2710435 w 2915191"/>
                <a:gd name="connsiteY278" fmla="*/ 61214 h 511346"/>
                <a:gd name="connsiteX279" fmla="*/ 2720194 w 2915191"/>
                <a:gd name="connsiteY279" fmla="*/ 79468 h 511346"/>
                <a:gd name="connsiteX280" fmla="*/ 2729938 w 2915191"/>
                <a:gd name="connsiteY280" fmla="*/ 116835 h 511346"/>
                <a:gd name="connsiteX281" fmla="*/ 2739697 w 2915191"/>
                <a:gd name="connsiteY281" fmla="*/ 143936 h 511346"/>
                <a:gd name="connsiteX282" fmla="*/ 2749441 w 2915191"/>
                <a:gd name="connsiteY282" fmla="*/ 155936 h 511346"/>
                <a:gd name="connsiteX283" fmla="*/ 2759185 w 2915191"/>
                <a:gd name="connsiteY283" fmla="*/ 164687 h 511346"/>
                <a:gd name="connsiteX284" fmla="*/ 2768943 w 2915191"/>
                <a:gd name="connsiteY284" fmla="*/ 128098 h 511346"/>
                <a:gd name="connsiteX285" fmla="*/ 2778687 w 2915191"/>
                <a:gd name="connsiteY285" fmla="*/ 142294 h 511346"/>
                <a:gd name="connsiteX286" fmla="*/ 2788446 w 2915191"/>
                <a:gd name="connsiteY286" fmla="*/ 145235 h 511346"/>
                <a:gd name="connsiteX287" fmla="*/ 2798190 w 2915191"/>
                <a:gd name="connsiteY287" fmla="*/ 175558 h 511346"/>
                <a:gd name="connsiteX288" fmla="*/ 2807934 w 2915191"/>
                <a:gd name="connsiteY288" fmla="*/ 172314 h 511346"/>
                <a:gd name="connsiteX289" fmla="*/ 2817693 w 2915191"/>
                <a:gd name="connsiteY289" fmla="*/ 199423 h 511346"/>
                <a:gd name="connsiteX290" fmla="*/ 2827437 w 2915191"/>
                <a:gd name="connsiteY290" fmla="*/ 224236 h 511346"/>
                <a:gd name="connsiteX291" fmla="*/ 2837196 w 2915191"/>
                <a:gd name="connsiteY291" fmla="*/ 216354 h 511346"/>
                <a:gd name="connsiteX292" fmla="*/ 2846940 w 2915191"/>
                <a:gd name="connsiteY292" fmla="*/ 215511 h 511346"/>
                <a:gd name="connsiteX293" fmla="*/ 2856684 w 2915191"/>
                <a:gd name="connsiteY293" fmla="*/ 214294 h 511346"/>
                <a:gd name="connsiteX294" fmla="*/ 2866442 w 2915191"/>
                <a:gd name="connsiteY294" fmla="*/ 193790 h 511346"/>
                <a:gd name="connsiteX295" fmla="*/ 2876186 w 2915191"/>
                <a:gd name="connsiteY295" fmla="*/ 211677 h 511346"/>
                <a:gd name="connsiteX296" fmla="*/ 2885945 w 2915191"/>
                <a:gd name="connsiteY296" fmla="*/ 178250 h 511346"/>
                <a:gd name="connsiteX297" fmla="*/ 2895689 w 2915191"/>
                <a:gd name="connsiteY297" fmla="*/ 182106 h 511346"/>
                <a:gd name="connsiteX298" fmla="*/ 2905433 w 2915191"/>
                <a:gd name="connsiteY298" fmla="*/ 153962 h 511346"/>
                <a:gd name="connsiteX299" fmla="*/ 2915192 w 2915191"/>
                <a:gd name="connsiteY299" fmla="*/ 165686 h 511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11346">
                  <a:moveTo>
                    <a:pt x="0" y="219827"/>
                  </a:moveTo>
                  <a:lnTo>
                    <a:pt x="9750" y="250243"/>
                  </a:lnTo>
                  <a:lnTo>
                    <a:pt x="19500" y="269192"/>
                  </a:lnTo>
                  <a:lnTo>
                    <a:pt x="29250" y="279414"/>
                  </a:lnTo>
                  <a:lnTo>
                    <a:pt x="39000" y="278577"/>
                  </a:lnTo>
                  <a:lnTo>
                    <a:pt x="48749" y="293793"/>
                  </a:lnTo>
                  <a:lnTo>
                    <a:pt x="58499" y="279560"/>
                  </a:lnTo>
                  <a:lnTo>
                    <a:pt x="68249" y="271565"/>
                  </a:lnTo>
                  <a:lnTo>
                    <a:pt x="77998" y="259954"/>
                  </a:lnTo>
                  <a:lnTo>
                    <a:pt x="87748" y="241317"/>
                  </a:lnTo>
                  <a:lnTo>
                    <a:pt x="97497" y="263028"/>
                  </a:lnTo>
                  <a:lnTo>
                    <a:pt x="107247" y="241153"/>
                  </a:lnTo>
                  <a:lnTo>
                    <a:pt x="116997" y="217534"/>
                  </a:lnTo>
                  <a:lnTo>
                    <a:pt x="126747" y="231490"/>
                  </a:lnTo>
                  <a:lnTo>
                    <a:pt x="136497" y="221239"/>
                  </a:lnTo>
                  <a:lnTo>
                    <a:pt x="146247" y="184327"/>
                  </a:lnTo>
                  <a:lnTo>
                    <a:pt x="155997" y="168776"/>
                  </a:lnTo>
                  <a:lnTo>
                    <a:pt x="165747" y="174694"/>
                  </a:lnTo>
                  <a:lnTo>
                    <a:pt x="175497" y="186458"/>
                  </a:lnTo>
                  <a:lnTo>
                    <a:pt x="185247" y="201632"/>
                  </a:lnTo>
                  <a:lnTo>
                    <a:pt x="194996" y="212424"/>
                  </a:lnTo>
                  <a:lnTo>
                    <a:pt x="204746" y="174186"/>
                  </a:lnTo>
                  <a:lnTo>
                    <a:pt x="214495" y="194855"/>
                  </a:lnTo>
                  <a:lnTo>
                    <a:pt x="224245" y="192343"/>
                  </a:lnTo>
                  <a:lnTo>
                    <a:pt x="233995" y="139107"/>
                  </a:lnTo>
                  <a:lnTo>
                    <a:pt x="243744" y="161073"/>
                  </a:lnTo>
                  <a:lnTo>
                    <a:pt x="253494" y="174428"/>
                  </a:lnTo>
                  <a:lnTo>
                    <a:pt x="263244" y="192304"/>
                  </a:lnTo>
                  <a:lnTo>
                    <a:pt x="272994" y="155770"/>
                  </a:lnTo>
                  <a:lnTo>
                    <a:pt x="282744" y="164506"/>
                  </a:lnTo>
                  <a:lnTo>
                    <a:pt x="292494" y="194558"/>
                  </a:lnTo>
                  <a:lnTo>
                    <a:pt x="302244" y="186285"/>
                  </a:lnTo>
                  <a:lnTo>
                    <a:pt x="311994" y="176467"/>
                  </a:lnTo>
                  <a:lnTo>
                    <a:pt x="321744" y="178041"/>
                  </a:lnTo>
                  <a:lnTo>
                    <a:pt x="331493" y="159674"/>
                  </a:lnTo>
                  <a:lnTo>
                    <a:pt x="341243" y="132528"/>
                  </a:lnTo>
                  <a:lnTo>
                    <a:pt x="350993" y="159605"/>
                  </a:lnTo>
                  <a:lnTo>
                    <a:pt x="360742" y="205704"/>
                  </a:lnTo>
                  <a:lnTo>
                    <a:pt x="370492" y="214273"/>
                  </a:lnTo>
                  <a:lnTo>
                    <a:pt x="380241" y="249299"/>
                  </a:lnTo>
                  <a:lnTo>
                    <a:pt x="389991" y="263261"/>
                  </a:lnTo>
                  <a:lnTo>
                    <a:pt x="399741" y="268323"/>
                  </a:lnTo>
                  <a:lnTo>
                    <a:pt x="409491" y="269484"/>
                  </a:lnTo>
                  <a:lnTo>
                    <a:pt x="419241" y="235520"/>
                  </a:lnTo>
                  <a:lnTo>
                    <a:pt x="428991" y="244273"/>
                  </a:lnTo>
                  <a:lnTo>
                    <a:pt x="438741" y="273516"/>
                  </a:lnTo>
                  <a:lnTo>
                    <a:pt x="448491" y="256359"/>
                  </a:lnTo>
                  <a:lnTo>
                    <a:pt x="458241" y="248372"/>
                  </a:lnTo>
                  <a:lnTo>
                    <a:pt x="467991" y="279635"/>
                  </a:lnTo>
                  <a:lnTo>
                    <a:pt x="477740" y="269946"/>
                  </a:lnTo>
                  <a:lnTo>
                    <a:pt x="487490" y="269061"/>
                  </a:lnTo>
                  <a:lnTo>
                    <a:pt x="497239" y="294840"/>
                  </a:lnTo>
                  <a:lnTo>
                    <a:pt x="506989" y="293224"/>
                  </a:lnTo>
                  <a:lnTo>
                    <a:pt x="516738" y="313211"/>
                  </a:lnTo>
                  <a:lnTo>
                    <a:pt x="526488" y="347249"/>
                  </a:lnTo>
                  <a:lnTo>
                    <a:pt x="536238" y="338037"/>
                  </a:lnTo>
                  <a:lnTo>
                    <a:pt x="545988" y="306012"/>
                  </a:lnTo>
                  <a:lnTo>
                    <a:pt x="555738" y="294185"/>
                  </a:lnTo>
                  <a:lnTo>
                    <a:pt x="565488" y="275263"/>
                  </a:lnTo>
                  <a:lnTo>
                    <a:pt x="575238" y="310775"/>
                  </a:lnTo>
                  <a:lnTo>
                    <a:pt x="584988" y="302601"/>
                  </a:lnTo>
                  <a:lnTo>
                    <a:pt x="594738" y="324434"/>
                  </a:lnTo>
                  <a:lnTo>
                    <a:pt x="604488" y="323399"/>
                  </a:lnTo>
                  <a:lnTo>
                    <a:pt x="614237" y="332280"/>
                  </a:lnTo>
                  <a:lnTo>
                    <a:pt x="623987" y="322435"/>
                  </a:lnTo>
                  <a:lnTo>
                    <a:pt x="633736" y="329217"/>
                  </a:lnTo>
                  <a:lnTo>
                    <a:pt x="643486" y="366737"/>
                  </a:lnTo>
                  <a:lnTo>
                    <a:pt x="653236" y="351318"/>
                  </a:lnTo>
                  <a:lnTo>
                    <a:pt x="662985" y="345209"/>
                  </a:lnTo>
                  <a:lnTo>
                    <a:pt x="672735" y="338979"/>
                  </a:lnTo>
                  <a:lnTo>
                    <a:pt x="682485" y="323044"/>
                  </a:lnTo>
                  <a:lnTo>
                    <a:pt x="692235" y="330579"/>
                  </a:lnTo>
                  <a:lnTo>
                    <a:pt x="701985" y="337584"/>
                  </a:lnTo>
                  <a:lnTo>
                    <a:pt x="711735" y="335650"/>
                  </a:lnTo>
                  <a:lnTo>
                    <a:pt x="721485" y="343784"/>
                  </a:lnTo>
                  <a:lnTo>
                    <a:pt x="731235" y="352747"/>
                  </a:lnTo>
                  <a:lnTo>
                    <a:pt x="740985" y="323503"/>
                  </a:lnTo>
                  <a:lnTo>
                    <a:pt x="750734" y="323345"/>
                  </a:lnTo>
                  <a:lnTo>
                    <a:pt x="760484" y="287096"/>
                  </a:lnTo>
                  <a:lnTo>
                    <a:pt x="770233" y="295331"/>
                  </a:lnTo>
                  <a:lnTo>
                    <a:pt x="779983" y="279624"/>
                  </a:lnTo>
                  <a:lnTo>
                    <a:pt x="789733" y="287667"/>
                  </a:lnTo>
                  <a:lnTo>
                    <a:pt x="799482" y="291677"/>
                  </a:lnTo>
                  <a:lnTo>
                    <a:pt x="809232" y="262224"/>
                  </a:lnTo>
                  <a:lnTo>
                    <a:pt x="818982" y="227938"/>
                  </a:lnTo>
                  <a:lnTo>
                    <a:pt x="828732" y="276092"/>
                  </a:lnTo>
                  <a:lnTo>
                    <a:pt x="838482" y="283230"/>
                  </a:lnTo>
                  <a:lnTo>
                    <a:pt x="848232" y="285594"/>
                  </a:lnTo>
                  <a:lnTo>
                    <a:pt x="857982" y="285698"/>
                  </a:lnTo>
                  <a:lnTo>
                    <a:pt x="867732" y="323849"/>
                  </a:lnTo>
                  <a:lnTo>
                    <a:pt x="877482" y="339657"/>
                  </a:lnTo>
                  <a:lnTo>
                    <a:pt x="887231" y="359107"/>
                  </a:lnTo>
                  <a:lnTo>
                    <a:pt x="896981" y="371271"/>
                  </a:lnTo>
                  <a:lnTo>
                    <a:pt x="906730" y="335734"/>
                  </a:lnTo>
                  <a:lnTo>
                    <a:pt x="916480" y="329387"/>
                  </a:lnTo>
                  <a:lnTo>
                    <a:pt x="926230" y="303203"/>
                  </a:lnTo>
                  <a:lnTo>
                    <a:pt x="935979" y="306043"/>
                  </a:lnTo>
                  <a:lnTo>
                    <a:pt x="945729" y="286533"/>
                  </a:lnTo>
                  <a:lnTo>
                    <a:pt x="955479" y="293325"/>
                  </a:lnTo>
                  <a:lnTo>
                    <a:pt x="965229" y="305148"/>
                  </a:lnTo>
                  <a:lnTo>
                    <a:pt x="974979" y="337252"/>
                  </a:lnTo>
                  <a:lnTo>
                    <a:pt x="984729" y="336453"/>
                  </a:lnTo>
                  <a:lnTo>
                    <a:pt x="994474" y="335384"/>
                  </a:lnTo>
                  <a:lnTo>
                    <a:pt x="1004233" y="362002"/>
                  </a:lnTo>
                  <a:lnTo>
                    <a:pt x="1013977" y="365430"/>
                  </a:lnTo>
                  <a:lnTo>
                    <a:pt x="1023721" y="368878"/>
                  </a:lnTo>
                  <a:lnTo>
                    <a:pt x="1033480" y="368654"/>
                  </a:lnTo>
                  <a:lnTo>
                    <a:pt x="1043224" y="384348"/>
                  </a:lnTo>
                  <a:lnTo>
                    <a:pt x="1052983" y="380451"/>
                  </a:lnTo>
                  <a:lnTo>
                    <a:pt x="1062727" y="417927"/>
                  </a:lnTo>
                  <a:lnTo>
                    <a:pt x="1072471" y="444194"/>
                  </a:lnTo>
                  <a:lnTo>
                    <a:pt x="1082230" y="415077"/>
                  </a:lnTo>
                  <a:lnTo>
                    <a:pt x="1091973" y="416984"/>
                  </a:lnTo>
                  <a:lnTo>
                    <a:pt x="1101732" y="405412"/>
                  </a:lnTo>
                  <a:lnTo>
                    <a:pt x="1111476" y="399522"/>
                  </a:lnTo>
                  <a:lnTo>
                    <a:pt x="1121220" y="403521"/>
                  </a:lnTo>
                  <a:lnTo>
                    <a:pt x="1130979" y="422693"/>
                  </a:lnTo>
                  <a:lnTo>
                    <a:pt x="1140723" y="436628"/>
                  </a:lnTo>
                  <a:lnTo>
                    <a:pt x="1150482" y="468201"/>
                  </a:lnTo>
                  <a:lnTo>
                    <a:pt x="1160226" y="478849"/>
                  </a:lnTo>
                  <a:lnTo>
                    <a:pt x="1169969" y="485455"/>
                  </a:lnTo>
                  <a:lnTo>
                    <a:pt x="1179728" y="481195"/>
                  </a:lnTo>
                  <a:lnTo>
                    <a:pt x="1189472" y="459231"/>
                  </a:lnTo>
                  <a:lnTo>
                    <a:pt x="1199231" y="477749"/>
                  </a:lnTo>
                  <a:lnTo>
                    <a:pt x="1208975" y="469924"/>
                  </a:lnTo>
                  <a:lnTo>
                    <a:pt x="1218719" y="476084"/>
                  </a:lnTo>
                  <a:lnTo>
                    <a:pt x="1228478" y="470319"/>
                  </a:lnTo>
                  <a:lnTo>
                    <a:pt x="1238222" y="493885"/>
                  </a:lnTo>
                  <a:lnTo>
                    <a:pt x="1247966" y="498295"/>
                  </a:lnTo>
                  <a:lnTo>
                    <a:pt x="1257725" y="491538"/>
                  </a:lnTo>
                  <a:lnTo>
                    <a:pt x="1267469" y="492797"/>
                  </a:lnTo>
                  <a:lnTo>
                    <a:pt x="1277227" y="510324"/>
                  </a:lnTo>
                  <a:lnTo>
                    <a:pt x="1286971" y="506065"/>
                  </a:lnTo>
                  <a:lnTo>
                    <a:pt x="1296715" y="510172"/>
                  </a:lnTo>
                  <a:lnTo>
                    <a:pt x="1306474" y="492705"/>
                  </a:lnTo>
                  <a:lnTo>
                    <a:pt x="1316218" y="478363"/>
                  </a:lnTo>
                  <a:lnTo>
                    <a:pt x="1325977" y="465498"/>
                  </a:lnTo>
                  <a:lnTo>
                    <a:pt x="1335721" y="463364"/>
                  </a:lnTo>
                  <a:lnTo>
                    <a:pt x="1345465" y="464082"/>
                  </a:lnTo>
                  <a:lnTo>
                    <a:pt x="1355224" y="448680"/>
                  </a:lnTo>
                  <a:lnTo>
                    <a:pt x="1364967" y="476553"/>
                  </a:lnTo>
                  <a:lnTo>
                    <a:pt x="1374726" y="458342"/>
                  </a:lnTo>
                  <a:lnTo>
                    <a:pt x="1384470" y="451427"/>
                  </a:lnTo>
                  <a:lnTo>
                    <a:pt x="1394214" y="455675"/>
                  </a:lnTo>
                  <a:lnTo>
                    <a:pt x="1403973" y="451353"/>
                  </a:lnTo>
                  <a:lnTo>
                    <a:pt x="1413717" y="440155"/>
                  </a:lnTo>
                  <a:lnTo>
                    <a:pt x="1423476" y="459336"/>
                  </a:lnTo>
                  <a:lnTo>
                    <a:pt x="1433220" y="458425"/>
                  </a:lnTo>
                  <a:lnTo>
                    <a:pt x="1442964" y="465499"/>
                  </a:lnTo>
                  <a:lnTo>
                    <a:pt x="1452722" y="489092"/>
                  </a:lnTo>
                  <a:lnTo>
                    <a:pt x="1462466" y="511346"/>
                  </a:lnTo>
                  <a:lnTo>
                    <a:pt x="1472225" y="487465"/>
                  </a:lnTo>
                  <a:lnTo>
                    <a:pt x="1481969" y="460705"/>
                  </a:lnTo>
                  <a:lnTo>
                    <a:pt x="1491713" y="438924"/>
                  </a:lnTo>
                  <a:lnTo>
                    <a:pt x="1501472" y="452707"/>
                  </a:lnTo>
                  <a:lnTo>
                    <a:pt x="1511216" y="434679"/>
                  </a:lnTo>
                  <a:lnTo>
                    <a:pt x="1520960" y="445048"/>
                  </a:lnTo>
                  <a:lnTo>
                    <a:pt x="1530719" y="423167"/>
                  </a:lnTo>
                  <a:lnTo>
                    <a:pt x="1540463" y="407369"/>
                  </a:lnTo>
                  <a:lnTo>
                    <a:pt x="1550221" y="427294"/>
                  </a:lnTo>
                  <a:lnTo>
                    <a:pt x="1559965" y="410345"/>
                  </a:lnTo>
                  <a:lnTo>
                    <a:pt x="1569709" y="418371"/>
                  </a:lnTo>
                  <a:lnTo>
                    <a:pt x="1579468" y="409920"/>
                  </a:lnTo>
                  <a:lnTo>
                    <a:pt x="1589212" y="423390"/>
                  </a:lnTo>
                  <a:lnTo>
                    <a:pt x="1598971" y="475573"/>
                  </a:lnTo>
                  <a:lnTo>
                    <a:pt x="1608715" y="453004"/>
                  </a:lnTo>
                  <a:lnTo>
                    <a:pt x="1618459" y="451646"/>
                  </a:lnTo>
                  <a:lnTo>
                    <a:pt x="1628218" y="439380"/>
                  </a:lnTo>
                  <a:lnTo>
                    <a:pt x="1637962" y="441394"/>
                  </a:lnTo>
                  <a:lnTo>
                    <a:pt x="1647720" y="431081"/>
                  </a:lnTo>
                  <a:lnTo>
                    <a:pt x="1657464" y="440544"/>
                  </a:lnTo>
                  <a:lnTo>
                    <a:pt x="1667208" y="449480"/>
                  </a:lnTo>
                  <a:lnTo>
                    <a:pt x="1676967" y="439614"/>
                  </a:lnTo>
                  <a:lnTo>
                    <a:pt x="1686711" y="440183"/>
                  </a:lnTo>
                  <a:lnTo>
                    <a:pt x="1696470" y="437088"/>
                  </a:lnTo>
                  <a:lnTo>
                    <a:pt x="1706214" y="437859"/>
                  </a:lnTo>
                  <a:lnTo>
                    <a:pt x="1715958" y="447856"/>
                  </a:lnTo>
                  <a:lnTo>
                    <a:pt x="1725716" y="443757"/>
                  </a:lnTo>
                  <a:lnTo>
                    <a:pt x="1735460" y="423530"/>
                  </a:lnTo>
                  <a:lnTo>
                    <a:pt x="1745219" y="403530"/>
                  </a:lnTo>
                  <a:lnTo>
                    <a:pt x="1754963" y="393639"/>
                  </a:lnTo>
                  <a:lnTo>
                    <a:pt x="1764707" y="362813"/>
                  </a:lnTo>
                  <a:lnTo>
                    <a:pt x="1774466" y="366111"/>
                  </a:lnTo>
                  <a:lnTo>
                    <a:pt x="1784210" y="360669"/>
                  </a:lnTo>
                  <a:lnTo>
                    <a:pt x="1793969" y="371053"/>
                  </a:lnTo>
                  <a:lnTo>
                    <a:pt x="1803713" y="370691"/>
                  </a:lnTo>
                  <a:lnTo>
                    <a:pt x="1813457" y="343496"/>
                  </a:lnTo>
                  <a:lnTo>
                    <a:pt x="1823215" y="369379"/>
                  </a:lnTo>
                  <a:lnTo>
                    <a:pt x="1832959" y="397615"/>
                  </a:lnTo>
                  <a:lnTo>
                    <a:pt x="1842703" y="439372"/>
                  </a:lnTo>
                  <a:lnTo>
                    <a:pt x="1852462" y="439462"/>
                  </a:lnTo>
                  <a:lnTo>
                    <a:pt x="1862206" y="402393"/>
                  </a:lnTo>
                  <a:lnTo>
                    <a:pt x="1871965" y="378830"/>
                  </a:lnTo>
                  <a:lnTo>
                    <a:pt x="1881709" y="396511"/>
                  </a:lnTo>
                  <a:lnTo>
                    <a:pt x="1891453" y="411549"/>
                  </a:lnTo>
                  <a:lnTo>
                    <a:pt x="1901212" y="412210"/>
                  </a:lnTo>
                  <a:lnTo>
                    <a:pt x="1910956" y="364937"/>
                  </a:lnTo>
                  <a:lnTo>
                    <a:pt x="1920714" y="383562"/>
                  </a:lnTo>
                  <a:lnTo>
                    <a:pt x="1930458" y="413871"/>
                  </a:lnTo>
                  <a:lnTo>
                    <a:pt x="1940202" y="389842"/>
                  </a:lnTo>
                  <a:lnTo>
                    <a:pt x="1949961" y="382448"/>
                  </a:lnTo>
                  <a:lnTo>
                    <a:pt x="1959705" y="365272"/>
                  </a:lnTo>
                  <a:lnTo>
                    <a:pt x="1969464" y="352775"/>
                  </a:lnTo>
                  <a:lnTo>
                    <a:pt x="1979208" y="357806"/>
                  </a:lnTo>
                  <a:lnTo>
                    <a:pt x="1988952" y="367926"/>
                  </a:lnTo>
                  <a:lnTo>
                    <a:pt x="1998711" y="394960"/>
                  </a:lnTo>
                  <a:lnTo>
                    <a:pt x="2008454" y="398107"/>
                  </a:lnTo>
                  <a:lnTo>
                    <a:pt x="2018213" y="403913"/>
                  </a:lnTo>
                  <a:lnTo>
                    <a:pt x="2027957" y="377969"/>
                  </a:lnTo>
                  <a:lnTo>
                    <a:pt x="2037701" y="390273"/>
                  </a:lnTo>
                  <a:lnTo>
                    <a:pt x="2047460" y="380323"/>
                  </a:lnTo>
                  <a:lnTo>
                    <a:pt x="2057204" y="395069"/>
                  </a:lnTo>
                  <a:lnTo>
                    <a:pt x="2066963" y="404881"/>
                  </a:lnTo>
                  <a:lnTo>
                    <a:pt x="2076707" y="402781"/>
                  </a:lnTo>
                  <a:lnTo>
                    <a:pt x="2086451" y="384763"/>
                  </a:lnTo>
                  <a:lnTo>
                    <a:pt x="2096210" y="367171"/>
                  </a:lnTo>
                  <a:lnTo>
                    <a:pt x="2105954" y="380767"/>
                  </a:lnTo>
                  <a:lnTo>
                    <a:pt x="2115697" y="376110"/>
                  </a:lnTo>
                  <a:lnTo>
                    <a:pt x="2125456" y="354362"/>
                  </a:lnTo>
                  <a:lnTo>
                    <a:pt x="2135200" y="349898"/>
                  </a:lnTo>
                  <a:lnTo>
                    <a:pt x="2144959" y="339323"/>
                  </a:lnTo>
                  <a:lnTo>
                    <a:pt x="2154703" y="340109"/>
                  </a:lnTo>
                  <a:lnTo>
                    <a:pt x="2164447" y="331501"/>
                  </a:lnTo>
                  <a:lnTo>
                    <a:pt x="2174206" y="317366"/>
                  </a:lnTo>
                  <a:lnTo>
                    <a:pt x="2183950" y="322582"/>
                  </a:lnTo>
                  <a:lnTo>
                    <a:pt x="2193709" y="288811"/>
                  </a:lnTo>
                  <a:lnTo>
                    <a:pt x="2203452" y="290034"/>
                  </a:lnTo>
                  <a:lnTo>
                    <a:pt x="2213196" y="311089"/>
                  </a:lnTo>
                  <a:lnTo>
                    <a:pt x="2222955" y="343429"/>
                  </a:lnTo>
                  <a:lnTo>
                    <a:pt x="2232699" y="353684"/>
                  </a:lnTo>
                  <a:lnTo>
                    <a:pt x="2242458" y="361062"/>
                  </a:lnTo>
                  <a:lnTo>
                    <a:pt x="2252202" y="361360"/>
                  </a:lnTo>
                  <a:lnTo>
                    <a:pt x="2261946" y="341041"/>
                  </a:lnTo>
                  <a:lnTo>
                    <a:pt x="2271705" y="298894"/>
                  </a:lnTo>
                  <a:lnTo>
                    <a:pt x="2281449" y="303801"/>
                  </a:lnTo>
                  <a:lnTo>
                    <a:pt x="2291208" y="285237"/>
                  </a:lnTo>
                  <a:lnTo>
                    <a:pt x="2300951" y="292611"/>
                  </a:lnTo>
                  <a:lnTo>
                    <a:pt x="2310695" y="319637"/>
                  </a:lnTo>
                  <a:lnTo>
                    <a:pt x="2320454" y="318859"/>
                  </a:lnTo>
                  <a:lnTo>
                    <a:pt x="2330198" y="332816"/>
                  </a:lnTo>
                  <a:lnTo>
                    <a:pt x="2339957" y="335339"/>
                  </a:lnTo>
                  <a:lnTo>
                    <a:pt x="2349701" y="340261"/>
                  </a:lnTo>
                  <a:lnTo>
                    <a:pt x="2359445" y="327365"/>
                  </a:lnTo>
                  <a:lnTo>
                    <a:pt x="2369204" y="324104"/>
                  </a:lnTo>
                  <a:lnTo>
                    <a:pt x="2378948" y="297902"/>
                  </a:lnTo>
                  <a:lnTo>
                    <a:pt x="2388692" y="302211"/>
                  </a:lnTo>
                  <a:lnTo>
                    <a:pt x="2398450" y="306862"/>
                  </a:lnTo>
                  <a:lnTo>
                    <a:pt x="2408194" y="317743"/>
                  </a:lnTo>
                  <a:lnTo>
                    <a:pt x="2417953" y="300787"/>
                  </a:lnTo>
                  <a:lnTo>
                    <a:pt x="2427697" y="305040"/>
                  </a:lnTo>
                  <a:lnTo>
                    <a:pt x="2437441" y="265259"/>
                  </a:lnTo>
                  <a:lnTo>
                    <a:pt x="2447200" y="278294"/>
                  </a:lnTo>
                  <a:lnTo>
                    <a:pt x="2456944" y="263418"/>
                  </a:lnTo>
                  <a:lnTo>
                    <a:pt x="2466703" y="274111"/>
                  </a:lnTo>
                  <a:lnTo>
                    <a:pt x="2476446" y="283172"/>
                  </a:lnTo>
                  <a:lnTo>
                    <a:pt x="2486190" y="274593"/>
                  </a:lnTo>
                  <a:lnTo>
                    <a:pt x="2495949" y="251471"/>
                  </a:lnTo>
                  <a:lnTo>
                    <a:pt x="2505693" y="201381"/>
                  </a:lnTo>
                  <a:lnTo>
                    <a:pt x="2515452" y="167634"/>
                  </a:lnTo>
                  <a:lnTo>
                    <a:pt x="2525196" y="126896"/>
                  </a:lnTo>
                  <a:lnTo>
                    <a:pt x="2534940" y="84169"/>
                  </a:lnTo>
                  <a:lnTo>
                    <a:pt x="2544699" y="61330"/>
                  </a:lnTo>
                  <a:lnTo>
                    <a:pt x="2554443" y="63169"/>
                  </a:lnTo>
                  <a:lnTo>
                    <a:pt x="2564202" y="77537"/>
                  </a:lnTo>
                  <a:lnTo>
                    <a:pt x="2573946" y="82706"/>
                  </a:lnTo>
                  <a:lnTo>
                    <a:pt x="2583690" y="110246"/>
                  </a:lnTo>
                  <a:lnTo>
                    <a:pt x="2593448" y="78941"/>
                  </a:lnTo>
                  <a:lnTo>
                    <a:pt x="2603192" y="42590"/>
                  </a:lnTo>
                  <a:lnTo>
                    <a:pt x="2612951" y="40293"/>
                  </a:lnTo>
                  <a:lnTo>
                    <a:pt x="2622695" y="38003"/>
                  </a:lnTo>
                  <a:lnTo>
                    <a:pt x="2632439" y="19971"/>
                  </a:lnTo>
                  <a:lnTo>
                    <a:pt x="2642198" y="0"/>
                  </a:lnTo>
                  <a:lnTo>
                    <a:pt x="2651942" y="26398"/>
                  </a:lnTo>
                  <a:lnTo>
                    <a:pt x="2661685" y="2677"/>
                  </a:lnTo>
                  <a:lnTo>
                    <a:pt x="2671444" y="14719"/>
                  </a:lnTo>
                  <a:lnTo>
                    <a:pt x="2681188" y="29996"/>
                  </a:lnTo>
                  <a:lnTo>
                    <a:pt x="2690947" y="30725"/>
                  </a:lnTo>
                  <a:lnTo>
                    <a:pt x="2700691" y="47806"/>
                  </a:lnTo>
                  <a:lnTo>
                    <a:pt x="2710435" y="61214"/>
                  </a:lnTo>
                  <a:lnTo>
                    <a:pt x="2720194" y="79468"/>
                  </a:lnTo>
                  <a:lnTo>
                    <a:pt x="2729938" y="116835"/>
                  </a:lnTo>
                  <a:lnTo>
                    <a:pt x="2739697" y="143936"/>
                  </a:lnTo>
                  <a:lnTo>
                    <a:pt x="2749441" y="155936"/>
                  </a:lnTo>
                  <a:lnTo>
                    <a:pt x="2759185" y="164687"/>
                  </a:lnTo>
                  <a:lnTo>
                    <a:pt x="2768943" y="128098"/>
                  </a:lnTo>
                  <a:lnTo>
                    <a:pt x="2778687" y="142294"/>
                  </a:lnTo>
                  <a:lnTo>
                    <a:pt x="2788446" y="145235"/>
                  </a:lnTo>
                  <a:lnTo>
                    <a:pt x="2798190" y="175558"/>
                  </a:lnTo>
                  <a:lnTo>
                    <a:pt x="2807934" y="172314"/>
                  </a:lnTo>
                  <a:lnTo>
                    <a:pt x="2817693" y="199423"/>
                  </a:lnTo>
                  <a:lnTo>
                    <a:pt x="2827437" y="224236"/>
                  </a:lnTo>
                  <a:lnTo>
                    <a:pt x="2837196" y="216354"/>
                  </a:lnTo>
                  <a:lnTo>
                    <a:pt x="2846940" y="215511"/>
                  </a:lnTo>
                  <a:lnTo>
                    <a:pt x="2856684" y="214294"/>
                  </a:lnTo>
                  <a:lnTo>
                    <a:pt x="2866442" y="193790"/>
                  </a:lnTo>
                  <a:lnTo>
                    <a:pt x="2876186" y="211677"/>
                  </a:lnTo>
                  <a:lnTo>
                    <a:pt x="2885945" y="178250"/>
                  </a:lnTo>
                  <a:lnTo>
                    <a:pt x="2895689" y="182106"/>
                  </a:lnTo>
                  <a:lnTo>
                    <a:pt x="2905433" y="153962"/>
                  </a:lnTo>
                  <a:lnTo>
                    <a:pt x="2915192" y="16568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7" name="Freeform 1156">
              <a:extLst>
                <a:ext uri="{FF2B5EF4-FFF2-40B4-BE49-F238E27FC236}">
                  <a16:creationId xmlns:a16="http://schemas.microsoft.com/office/drawing/2014/main" id="{3F89C8E8-D1AA-6372-7A13-9BD7C6E20079}"/>
                </a:ext>
              </a:extLst>
            </p:cNvPr>
            <p:cNvSpPr/>
            <p:nvPr/>
          </p:nvSpPr>
          <p:spPr>
            <a:xfrm>
              <a:off x="4426652" y="3093925"/>
              <a:ext cx="2915191" cy="614119"/>
            </a:xfrm>
            <a:custGeom>
              <a:avLst/>
              <a:gdLst>
                <a:gd name="connsiteX0" fmla="*/ 0 w 2915191"/>
                <a:gd name="connsiteY0" fmla="*/ 195995 h 614119"/>
                <a:gd name="connsiteX1" fmla="*/ 9750 w 2915191"/>
                <a:gd name="connsiteY1" fmla="*/ 202091 h 614119"/>
                <a:gd name="connsiteX2" fmla="*/ 19500 w 2915191"/>
                <a:gd name="connsiteY2" fmla="*/ 194989 h 614119"/>
                <a:gd name="connsiteX3" fmla="*/ 29250 w 2915191"/>
                <a:gd name="connsiteY3" fmla="*/ 181122 h 614119"/>
                <a:gd name="connsiteX4" fmla="*/ 39000 w 2915191"/>
                <a:gd name="connsiteY4" fmla="*/ 170964 h 614119"/>
                <a:gd name="connsiteX5" fmla="*/ 48749 w 2915191"/>
                <a:gd name="connsiteY5" fmla="*/ 183959 h 614119"/>
                <a:gd name="connsiteX6" fmla="*/ 58499 w 2915191"/>
                <a:gd name="connsiteY6" fmla="*/ 156649 h 614119"/>
                <a:gd name="connsiteX7" fmla="*/ 68249 w 2915191"/>
                <a:gd name="connsiteY7" fmla="*/ 161845 h 614119"/>
                <a:gd name="connsiteX8" fmla="*/ 77998 w 2915191"/>
                <a:gd name="connsiteY8" fmla="*/ 191671 h 614119"/>
                <a:gd name="connsiteX9" fmla="*/ 87748 w 2915191"/>
                <a:gd name="connsiteY9" fmla="*/ 169126 h 614119"/>
                <a:gd name="connsiteX10" fmla="*/ 97497 w 2915191"/>
                <a:gd name="connsiteY10" fmla="*/ 145216 h 614119"/>
                <a:gd name="connsiteX11" fmla="*/ 107247 w 2915191"/>
                <a:gd name="connsiteY11" fmla="*/ 121924 h 614119"/>
                <a:gd name="connsiteX12" fmla="*/ 116997 w 2915191"/>
                <a:gd name="connsiteY12" fmla="*/ 139726 h 614119"/>
                <a:gd name="connsiteX13" fmla="*/ 126747 w 2915191"/>
                <a:gd name="connsiteY13" fmla="*/ 157603 h 614119"/>
                <a:gd name="connsiteX14" fmla="*/ 136497 w 2915191"/>
                <a:gd name="connsiteY14" fmla="*/ 178689 h 614119"/>
                <a:gd name="connsiteX15" fmla="*/ 146247 w 2915191"/>
                <a:gd name="connsiteY15" fmla="*/ 197559 h 614119"/>
                <a:gd name="connsiteX16" fmla="*/ 155997 w 2915191"/>
                <a:gd name="connsiteY16" fmla="*/ 175608 h 614119"/>
                <a:gd name="connsiteX17" fmla="*/ 165747 w 2915191"/>
                <a:gd name="connsiteY17" fmla="*/ 177927 h 614119"/>
                <a:gd name="connsiteX18" fmla="*/ 175497 w 2915191"/>
                <a:gd name="connsiteY18" fmla="*/ 144340 h 614119"/>
                <a:gd name="connsiteX19" fmla="*/ 185247 w 2915191"/>
                <a:gd name="connsiteY19" fmla="*/ 152527 h 614119"/>
                <a:gd name="connsiteX20" fmla="*/ 194996 w 2915191"/>
                <a:gd name="connsiteY20" fmla="*/ 109659 h 614119"/>
                <a:gd name="connsiteX21" fmla="*/ 204746 w 2915191"/>
                <a:gd name="connsiteY21" fmla="*/ 106358 h 614119"/>
                <a:gd name="connsiteX22" fmla="*/ 214495 w 2915191"/>
                <a:gd name="connsiteY22" fmla="*/ 82852 h 614119"/>
                <a:gd name="connsiteX23" fmla="*/ 224245 w 2915191"/>
                <a:gd name="connsiteY23" fmla="*/ 75480 h 614119"/>
                <a:gd name="connsiteX24" fmla="*/ 233995 w 2915191"/>
                <a:gd name="connsiteY24" fmla="*/ 112898 h 614119"/>
                <a:gd name="connsiteX25" fmla="*/ 243744 w 2915191"/>
                <a:gd name="connsiteY25" fmla="*/ 125792 h 614119"/>
                <a:gd name="connsiteX26" fmla="*/ 253494 w 2915191"/>
                <a:gd name="connsiteY26" fmla="*/ 130621 h 614119"/>
                <a:gd name="connsiteX27" fmla="*/ 263244 w 2915191"/>
                <a:gd name="connsiteY27" fmla="*/ 104127 h 614119"/>
                <a:gd name="connsiteX28" fmla="*/ 272994 w 2915191"/>
                <a:gd name="connsiteY28" fmla="*/ 138237 h 614119"/>
                <a:gd name="connsiteX29" fmla="*/ 282744 w 2915191"/>
                <a:gd name="connsiteY29" fmla="*/ 136808 h 614119"/>
                <a:gd name="connsiteX30" fmla="*/ 292494 w 2915191"/>
                <a:gd name="connsiteY30" fmla="*/ 122562 h 614119"/>
                <a:gd name="connsiteX31" fmla="*/ 302244 w 2915191"/>
                <a:gd name="connsiteY31" fmla="*/ 102739 h 614119"/>
                <a:gd name="connsiteX32" fmla="*/ 311994 w 2915191"/>
                <a:gd name="connsiteY32" fmla="*/ 150232 h 614119"/>
                <a:gd name="connsiteX33" fmla="*/ 321744 w 2915191"/>
                <a:gd name="connsiteY33" fmla="*/ 138577 h 614119"/>
                <a:gd name="connsiteX34" fmla="*/ 331493 w 2915191"/>
                <a:gd name="connsiteY34" fmla="*/ 109996 h 614119"/>
                <a:gd name="connsiteX35" fmla="*/ 341243 w 2915191"/>
                <a:gd name="connsiteY35" fmla="*/ 114055 h 614119"/>
                <a:gd name="connsiteX36" fmla="*/ 350993 w 2915191"/>
                <a:gd name="connsiteY36" fmla="*/ 104470 h 614119"/>
                <a:gd name="connsiteX37" fmla="*/ 360742 w 2915191"/>
                <a:gd name="connsiteY37" fmla="*/ 128900 h 614119"/>
                <a:gd name="connsiteX38" fmla="*/ 370492 w 2915191"/>
                <a:gd name="connsiteY38" fmla="*/ 116714 h 614119"/>
                <a:gd name="connsiteX39" fmla="*/ 380241 w 2915191"/>
                <a:gd name="connsiteY39" fmla="*/ 113334 h 614119"/>
                <a:gd name="connsiteX40" fmla="*/ 389991 w 2915191"/>
                <a:gd name="connsiteY40" fmla="*/ 102039 h 614119"/>
                <a:gd name="connsiteX41" fmla="*/ 399741 w 2915191"/>
                <a:gd name="connsiteY41" fmla="*/ 165928 h 614119"/>
                <a:gd name="connsiteX42" fmla="*/ 409491 w 2915191"/>
                <a:gd name="connsiteY42" fmla="*/ 155499 h 614119"/>
                <a:gd name="connsiteX43" fmla="*/ 419241 w 2915191"/>
                <a:gd name="connsiteY43" fmla="*/ 157957 h 614119"/>
                <a:gd name="connsiteX44" fmla="*/ 428991 w 2915191"/>
                <a:gd name="connsiteY44" fmla="*/ 144230 h 614119"/>
                <a:gd name="connsiteX45" fmla="*/ 438741 w 2915191"/>
                <a:gd name="connsiteY45" fmla="*/ 158011 h 614119"/>
                <a:gd name="connsiteX46" fmla="*/ 448491 w 2915191"/>
                <a:gd name="connsiteY46" fmla="*/ 187303 h 614119"/>
                <a:gd name="connsiteX47" fmla="*/ 458241 w 2915191"/>
                <a:gd name="connsiteY47" fmla="*/ 194654 h 614119"/>
                <a:gd name="connsiteX48" fmla="*/ 467991 w 2915191"/>
                <a:gd name="connsiteY48" fmla="*/ 153224 h 614119"/>
                <a:gd name="connsiteX49" fmla="*/ 477740 w 2915191"/>
                <a:gd name="connsiteY49" fmla="*/ 156691 h 614119"/>
                <a:gd name="connsiteX50" fmla="*/ 487490 w 2915191"/>
                <a:gd name="connsiteY50" fmla="*/ 130593 h 614119"/>
                <a:gd name="connsiteX51" fmla="*/ 497239 w 2915191"/>
                <a:gd name="connsiteY51" fmla="*/ 175145 h 614119"/>
                <a:gd name="connsiteX52" fmla="*/ 506989 w 2915191"/>
                <a:gd name="connsiteY52" fmla="*/ 217258 h 614119"/>
                <a:gd name="connsiteX53" fmla="*/ 516738 w 2915191"/>
                <a:gd name="connsiteY53" fmla="*/ 194448 h 614119"/>
                <a:gd name="connsiteX54" fmla="*/ 526488 w 2915191"/>
                <a:gd name="connsiteY54" fmla="*/ 157266 h 614119"/>
                <a:gd name="connsiteX55" fmla="*/ 536238 w 2915191"/>
                <a:gd name="connsiteY55" fmla="*/ 161113 h 614119"/>
                <a:gd name="connsiteX56" fmla="*/ 545988 w 2915191"/>
                <a:gd name="connsiteY56" fmla="*/ 144195 h 614119"/>
                <a:gd name="connsiteX57" fmla="*/ 555738 w 2915191"/>
                <a:gd name="connsiteY57" fmla="*/ 174807 h 614119"/>
                <a:gd name="connsiteX58" fmla="*/ 565488 w 2915191"/>
                <a:gd name="connsiteY58" fmla="*/ 148894 h 614119"/>
                <a:gd name="connsiteX59" fmla="*/ 575238 w 2915191"/>
                <a:gd name="connsiteY59" fmla="*/ 113009 h 614119"/>
                <a:gd name="connsiteX60" fmla="*/ 584988 w 2915191"/>
                <a:gd name="connsiteY60" fmla="*/ 67008 h 614119"/>
                <a:gd name="connsiteX61" fmla="*/ 594738 w 2915191"/>
                <a:gd name="connsiteY61" fmla="*/ 32338 h 614119"/>
                <a:gd name="connsiteX62" fmla="*/ 604488 w 2915191"/>
                <a:gd name="connsiteY62" fmla="*/ 0 h 614119"/>
                <a:gd name="connsiteX63" fmla="*/ 614237 w 2915191"/>
                <a:gd name="connsiteY63" fmla="*/ 11401 h 614119"/>
                <a:gd name="connsiteX64" fmla="*/ 623987 w 2915191"/>
                <a:gd name="connsiteY64" fmla="*/ 62976 h 614119"/>
                <a:gd name="connsiteX65" fmla="*/ 633736 w 2915191"/>
                <a:gd name="connsiteY65" fmla="*/ 40352 h 614119"/>
                <a:gd name="connsiteX66" fmla="*/ 643486 w 2915191"/>
                <a:gd name="connsiteY66" fmla="*/ 39989 h 614119"/>
                <a:gd name="connsiteX67" fmla="*/ 653236 w 2915191"/>
                <a:gd name="connsiteY67" fmla="*/ 29373 h 614119"/>
                <a:gd name="connsiteX68" fmla="*/ 662985 w 2915191"/>
                <a:gd name="connsiteY68" fmla="*/ 76079 h 614119"/>
                <a:gd name="connsiteX69" fmla="*/ 672735 w 2915191"/>
                <a:gd name="connsiteY69" fmla="*/ 43401 h 614119"/>
                <a:gd name="connsiteX70" fmla="*/ 682485 w 2915191"/>
                <a:gd name="connsiteY70" fmla="*/ 78474 h 614119"/>
                <a:gd name="connsiteX71" fmla="*/ 692235 w 2915191"/>
                <a:gd name="connsiteY71" fmla="*/ 83041 h 614119"/>
                <a:gd name="connsiteX72" fmla="*/ 701985 w 2915191"/>
                <a:gd name="connsiteY72" fmla="*/ 76453 h 614119"/>
                <a:gd name="connsiteX73" fmla="*/ 711735 w 2915191"/>
                <a:gd name="connsiteY73" fmla="*/ 81044 h 614119"/>
                <a:gd name="connsiteX74" fmla="*/ 721485 w 2915191"/>
                <a:gd name="connsiteY74" fmla="*/ 100579 h 614119"/>
                <a:gd name="connsiteX75" fmla="*/ 731235 w 2915191"/>
                <a:gd name="connsiteY75" fmla="*/ 82445 h 614119"/>
                <a:gd name="connsiteX76" fmla="*/ 740985 w 2915191"/>
                <a:gd name="connsiteY76" fmla="*/ 90115 h 614119"/>
                <a:gd name="connsiteX77" fmla="*/ 750734 w 2915191"/>
                <a:gd name="connsiteY77" fmla="*/ 118140 h 614119"/>
                <a:gd name="connsiteX78" fmla="*/ 760484 w 2915191"/>
                <a:gd name="connsiteY78" fmla="*/ 134040 h 614119"/>
                <a:gd name="connsiteX79" fmla="*/ 770233 w 2915191"/>
                <a:gd name="connsiteY79" fmla="*/ 101598 h 614119"/>
                <a:gd name="connsiteX80" fmla="*/ 779983 w 2915191"/>
                <a:gd name="connsiteY80" fmla="*/ 113775 h 614119"/>
                <a:gd name="connsiteX81" fmla="*/ 789733 w 2915191"/>
                <a:gd name="connsiteY81" fmla="*/ 100233 h 614119"/>
                <a:gd name="connsiteX82" fmla="*/ 799482 w 2915191"/>
                <a:gd name="connsiteY82" fmla="*/ 102801 h 614119"/>
                <a:gd name="connsiteX83" fmla="*/ 809232 w 2915191"/>
                <a:gd name="connsiteY83" fmla="*/ 96772 h 614119"/>
                <a:gd name="connsiteX84" fmla="*/ 818982 w 2915191"/>
                <a:gd name="connsiteY84" fmla="*/ 81036 h 614119"/>
                <a:gd name="connsiteX85" fmla="*/ 828732 w 2915191"/>
                <a:gd name="connsiteY85" fmla="*/ 96030 h 614119"/>
                <a:gd name="connsiteX86" fmla="*/ 838482 w 2915191"/>
                <a:gd name="connsiteY86" fmla="*/ 105035 h 614119"/>
                <a:gd name="connsiteX87" fmla="*/ 848232 w 2915191"/>
                <a:gd name="connsiteY87" fmla="*/ 72507 h 614119"/>
                <a:gd name="connsiteX88" fmla="*/ 857982 w 2915191"/>
                <a:gd name="connsiteY88" fmla="*/ 64724 h 614119"/>
                <a:gd name="connsiteX89" fmla="*/ 867732 w 2915191"/>
                <a:gd name="connsiteY89" fmla="*/ 78176 h 614119"/>
                <a:gd name="connsiteX90" fmla="*/ 877482 w 2915191"/>
                <a:gd name="connsiteY90" fmla="*/ 103894 h 614119"/>
                <a:gd name="connsiteX91" fmla="*/ 887231 w 2915191"/>
                <a:gd name="connsiteY91" fmla="*/ 110544 h 614119"/>
                <a:gd name="connsiteX92" fmla="*/ 896981 w 2915191"/>
                <a:gd name="connsiteY92" fmla="*/ 127099 h 614119"/>
                <a:gd name="connsiteX93" fmla="*/ 906730 w 2915191"/>
                <a:gd name="connsiteY93" fmla="*/ 95951 h 614119"/>
                <a:gd name="connsiteX94" fmla="*/ 916480 w 2915191"/>
                <a:gd name="connsiteY94" fmla="*/ 128657 h 614119"/>
                <a:gd name="connsiteX95" fmla="*/ 926230 w 2915191"/>
                <a:gd name="connsiteY95" fmla="*/ 142883 h 614119"/>
                <a:gd name="connsiteX96" fmla="*/ 935979 w 2915191"/>
                <a:gd name="connsiteY96" fmla="*/ 170796 h 614119"/>
                <a:gd name="connsiteX97" fmla="*/ 945729 w 2915191"/>
                <a:gd name="connsiteY97" fmla="*/ 149349 h 614119"/>
                <a:gd name="connsiteX98" fmla="*/ 955479 w 2915191"/>
                <a:gd name="connsiteY98" fmla="*/ 125665 h 614119"/>
                <a:gd name="connsiteX99" fmla="*/ 965229 w 2915191"/>
                <a:gd name="connsiteY99" fmla="*/ 139599 h 614119"/>
                <a:gd name="connsiteX100" fmla="*/ 974979 w 2915191"/>
                <a:gd name="connsiteY100" fmla="*/ 158017 h 614119"/>
                <a:gd name="connsiteX101" fmla="*/ 984729 w 2915191"/>
                <a:gd name="connsiteY101" fmla="*/ 175519 h 614119"/>
                <a:gd name="connsiteX102" fmla="*/ 994474 w 2915191"/>
                <a:gd name="connsiteY102" fmla="*/ 190984 h 614119"/>
                <a:gd name="connsiteX103" fmla="*/ 1004233 w 2915191"/>
                <a:gd name="connsiteY103" fmla="*/ 232242 h 614119"/>
                <a:gd name="connsiteX104" fmla="*/ 1013977 w 2915191"/>
                <a:gd name="connsiteY104" fmla="*/ 211332 h 614119"/>
                <a:gd name="connsiteX105" fmla="*/ 1023721 w 2915191"/>
                <a:gd name="connsiteY105" fmla="*/ 206244 h 614119"/>
                <a:gd name="connsiteX106" fmla="*/ 1033480 w 2915191"/>
                <a:gd name="connsiteY106" fmla="*/ 226488 h 614119"/>
                <a:gd name="connsiteX107" fmla="*/ 1043224 w 2915191"/>
                <a:gd name="connsiteY107" fmla="*/ 213945 h 614119"/>
                <a:gd name="connsiteX108" fmla="*/ 1052983 w 2915191"/>
                <a:gd name="connsiteY108" fmla="*/ 217367 h 614119"/>
                <a:gd name="connsiteX109" fmla="*/ 1062727 w 2915191"/>
                <a:gd name="connsiteY109" fmla="*/ 220271 h 614119"/>
                <a:gd name="connsiteX110" fmla="*/ 1072471 w 2915191"/>
                <a:gd name="connsiteY110" fmla="*/ 248287 h 614119"/>
                <a:gd name="connsiteX111" fmla="*/ 1082230 w 2915191"/>
                <a:gd name="connsiteY111" fmla="*/ 240699 h 614119"/>
                <a:gd name="connsiteX112" fmla="*/ 1091973 w 2915191"/>
                <a:gd name="connsiteY112" fmla="*/ 206774 h 614119"/>
                <a:gd name="connsiteX113" fmla="*/ 1101732 w 2915191"/>
                <a:gd name="connsiteY113" fmla="*/ 205637 h 614119"/>
                <a:gd name="connsiteX114" fmla="*/ 1111476 w 2915191"/>
                <a:gd name="connsiteY114" fmla="*/ 218972 h 614119"/>
                <a:gd name="connsiteX115" fmla="*/ 1121220 w 2915191"/>
                <a:gd name="connsiteY115" fmla="*/ 239732 h 614119"/>
                <a:gd name="connsiteX116" fmla="*/ 1130979 w 2915191"/>
                <a:gd name="connsiteY116" fmla="*/ 256216 h 614119"/>
                <a:gd name="connsiteX117" fmla="*/ 1140723 w 2915191"/>
                <a:gd name="connsiteY117" fmla="*/ 243473 h 614119"/>
                <a:gd name="connsiteX118" fmla="*/ 1150482 w 2915191"/>
                <a:gd name="connsiteY118" fmla="*/ 273361 h 614119"/>
                <a:gd name="connsiteX119" fmla="*/ 1160226 w 2915191"/>
                <a:gd name="connsiteY119" fmla="*/ 284427 h 614119"/>
                <a:gd name="connsiteX120" fmla="*/ 1169969 w 2915191"/>
                <a:gd name="connsiteY120" fmla="*/ 297595 h 614119"/>
                <a:gd name="connsiteX121" fmla="*/ 1179728 w 2915191"/>
                <a:gd name="connsiteY121" fmla="*/ 287760 h 614119"/>
                <a:gd name="connsiteX122" fmla="*/ 1189472 w 2915191"/>
                <a:gd name="connsiteY122" fmla="*/ 304066 h 614119"/>
                <a:gd name="connsiteX123" fmla="*/ 1199231 w 2915191"/>
                <a:gd name="connsiteY123" fmla="*/ 285777 h 614119"/>
                <a:gd name="connsiteX124" fmla="*/ 1208975 w 2915191"/>
                <a:gd name="connsiteY124" fmla="*/ 282380 h 614119"/>
                <a:gd name="connsiteX125" fmla="*/ 1218719 w 2915191"/>
                <a:gd name="connsiteY125" fmla="*/ 257650 h 614119"/>
                <a:gd name="connsiteX126" fmla="*/ 1228478 w 2915191"/>
                <a:gd name="connsiteY126" fmla="*/ 277422 h 614119"/>
                <a:gd name="connsiteX127" fmla="*/ 1238222 w 2915191"/>
                <a:gd name="connsiteY127" fmla="*/ 296101 h 614119"/>
                <a:gd name="connsiteX128" fmla="*/ 1247966 w 2915191"/>
                <a:gd name="connsiteY128" fmla="*/ 294623 h 614119"/>
                <a:gd name="connsiteX129" fmla="*/ 1257725 w 2915191"/>
                <a:gd name="connsiteY129" fmla="*/ 286837 h 614119"/>
                <a:gd name="connsiteX130" fmla="*/ 1267469 w 2915191"/>
                <a:gd name="connsiteY130" fmla="*/ 290704 h 614119"/>
                <a:gd name="connsiteX131" fmla="*/ 1277227 w 2915191"/>
                <a:gd name="connsiteY131" fmla="*/ 313568 h 614119"/>
                <a:gd name="connsiteX132" fmla="*/ 1286971 w 2915191"/>
                <a:gd name="connsiteY132" fmla="*/ 349167 h 614119"/>
                <a:gd name="connsiteX133" fmla="*/ 1296715 w 2915191"/>
                <a:gd name="connsiteY133" fmla="*/ 372819 h 614119"/>
                <a:gd name="connsiteX134" fmla="*/ 1306474 w 2915191"/>
                <a:gd name="connsiteY134" fmla="*/ 383521 h 614119"/>
                <a:gd name="connsiteX135" fmla="*/ 1316218 w 2915191"/>
                <a:gd name="connsiteY135" fmla="*/ 432015 h 614119"/>
                <a:gd name="connsiteX136" fmla="*/ 1325977 w 2915191"/>
                <a:gd name="connsiteY136" fmla="*/ 428127 h 614119"/>
                <a:gd name="connsiteX137" fmla="*/ 1335721 w 2915191"/>
                <a:gd name="connsiteY137" fmla="*/ 388178 h 614119"/>
                <a:gd name="connsiteX138" fmla="*/ 1345465 w 2915191"/>
                <a:gd name="connsiteY138" fmla="*/ 411793 h 614119"/>
                <a:gd name="connsiteX139" fmla="*/ 1355224 w 2915191"/>
                <a:gd name="connsiteY139" fmla="*/ 403716 h 614119"/>
                <a:gd name="connsiteX140" fmla="*/ 1364967 w 2915191"/>
                <a:gd name="connsiteY140" fmla="*/ 411555 h 614119"/>
                <a:gd name="connsiteX141" fmla="*/ 1374726 w 2915191"/>
                <a:gd name="connsiteY141" fmla="*/ 419242 h 614119"/>
                <a:gd name="connsiteX142" fmla="*/ 1384470 w 2915191"/>
                <a:gd name="connsiteY142" fmla="*/ 435381 h 614119"/>
                <a:gd name="connsiteX143" fmla="*/ 1394214 w 2915191"/>
                <a:gd name="connsiteY143" fmla="*/ 413873 h 614119"/>
                <a:gd name="connsiteX144" fmla="*/ 1403973 w 2915191"/>
                <a:gd name="connsiteY144" fmla="*/ 376795 h 614119"/>
                <a:gd name="connsiteX145" fmla="*/ 1413717 w 2915191"/>
                <a:gd name="connsiteY145" fmla="*/ 361863 h 614119"/>
                <a:gd name="connsiteX146" fmla="*/ 1423476 w 2915191"/>
                <a:gd name="connsiteY146" fmla="*/ 338128 h 614119"/>
                <a:gd name="connsiteX147" fmla="*/ 1433220 w 2915191"/>
                <a:gd name="connsiteY147" fmla="*/ 355505 h 614119"/>
                <a:gd name="connsiteX148" fmla="*/ 1442964 w 2915191"/>
                <a:gd name="connsiteY148" fmla="*/ 344074 h 614119"/>
                <a:gd name="connsiteX149" fmla="*/ 1452722 w 2915191"/>
                <a:gd name="connsiteY149" fmla="*/ 350130 h 614119"/>
                <a:gd name="connsiteX150" fmla="*/ 1462466 w 2915191"/>
                <a:gd name="connsiteY150" fmla="*/ 353644 h 614119"/>
                <a:gd name="connsiteX151" fmla="*/ 1472225 w 2915191"/>
                <a:gd name="connsiteY151" fmla="*/ 351804 h 614119"/>
                <a:gd name="connsiteX152" fmla="*/ 1481969 w 2915191"/>
                <a:gd name="connsiteY152" fmla="*/ 315210 h 614119"/>
                <a:gd name="connsiteX153" fmla="*/ 1491713 w 2915191"/>
                <a:gd name="connsiteY153" fmla="*/ 329293 h 614119"/>
                <a:gd name="connsiteX154" fmla="*/ 1501472 w 2915191"/>
                <a:gd name="connsiteY154" fmla="*/ 344195 h 614119"/>
                <a:gd name="connsiteX155" fmla="*/ 1511216 w 2915191"/>
                <a:gd name="connsiteY155" fmla="*/ 388290 h 614119"/>
                <a:gd name="connsiteX156" fmla="*/ 1520960 w 2915191"/>
                <a:gd name="connsiteY156" fmla="*/ 401103 h 614119"/>
                <a:gd name="connsiteX157" fmla="*/ 1530719 w 2915191"/>
                <a:gd name="connsiteY157" fmla="*/ 405199 h 614119"/>
                <a:gd name="connsiteX158" fmla="*/ 1540463 w 2915191"/>
                <a:gd name="connsiteY158" fmla="*/ 391657 h 614119"/>
                <a:gd name="connsiteX159" fmla="*/ 1550221 w 2915191"/>
                <a:gd name="connsiteY159" fmla="*/ 409788 h 614119"/>
                <a:gd name="connsiteX160" fmla="*/ 1559965 w 2915191"/>
                <a:gd name="connsiteY160" fmla="*/ 407256 h 614119"/>
                <a:gd name="connsiteX161" fmla="*/ 1569709 w 2915191"/>
                <a:gd name="connsiteY161" fmla="*/ 413365 h 614119"/>
                <a:gd name="connsiteX162" fmla="*/ 1579468 w 2915191"/>
                <a:gd name="connsiteY162" fmla="*/ 396761 h 614119"/>
                <a:gd name="connsiteX163" fmla="*/ 1589212 w 2915191"/>
                <a:gd name="connsiteY163" fmla="*/ 392308 h 614119"/>
                <a:gd name="connsiteX164" fmla="*/ 1598971 w 2915191"/>
                <a:gd name="connsiteY164" fmla="*/ 407582 h 614119"/>
                <a:gd name="connsiteX165" fmla="*/ 1608715 w 2915191"/>
                <a:gd name="connsiteY165" fmla="*/ 439043 h 614119"/>
                <a:gd name="connsiteX166" fmla="*/ 1618459 w 2915191"/>
                <a:gd name="connsiteY166" fmla="*/ 442708 h 614119"/>
                <a:gd name="connsiteX167" fmla="*/ 1628218 w 2915191"/>
                <a:gd name="connsiteY167" fmla="*/ 379401 h 614119"/>
                <a:gd name="connsiteX168" fmla="*/ 1637962 w 2915191"/>
                <a:gd name="connsiteY168" fmla="*/ 426893 h 614119"/>
                <a:gd name="connsiteX169" fmla="*/ 1647720 w 2915191"/>
                <a:gd name="connsiteY169" fmla="*/ 424277 h 614119"/>
                <a:gd name="connsiteX170" fmla="*/ 1657464 w 2915191"/>
                <a:gd name="connsiteY170" fmla="*/ 418605 h 614119"/>
                <a:gd name="connsiteX171" fmla="*/ 1667208 w 2915191"/>
                <a:gd name="connsiteY171" fmla="*/ 429734 h 614119"/>
                <a:gd name="connsiteX172" fmla="*/ 1676967 w 2915191"/>
                <a:gd name="connsiteY172" fmla="*/ 385781 h 614119"/>
                <a:gd name="connsiteX173" fmla="*/ 1686711 w 2915191"/>
                <a:gd name="connsiteY173" fmla="*/ 386900 h 614119"/>
                <a:gd name="connsiteX174" fmla="*/ 1696470 w 2915191"/>
                <a:gd name="connsiteY174" fmla="*/ 364094 h 614119"/>
                <a:gd name="connsiteX175" fmla="*/ 1706214 w 2915191"/>
                <a:gd name="connsiteY175" fmla="*/ 378351 h 614119"/>
                <a:gd name="connsiteX176" fmla="*/ 1715958 w 2915191"/>
                <a:gd name="connsiteY176" fmla="*/ 386538 h 614119"/>
                <a:gd name="connsiteX177" fmla="*/ 1725716 w 2915191"/>
                <a:gd name="connsiteY177" fmla="*/ 395835 h 614119"/>
                <a:gd name="connsiteX178" fmla="*/ 1735460 w 2915191"/>
                <a:gd name="connsiteY178" fmla="*/ 401139 h 614119"/>
                <a:gd name="connsiteX179" fmla="*/ 1745219 w 2915191"/>
                <a:gd name="connsiteY179" fmla="*/ 335102 h 614119"/>
                <a:gd name="connsiteX180" fmla="*/ 1754963 w 2915191"/>
                <a:gd name="connsiteY180" fmla="*/ 368151 h 614119"/>
                <a:gd name="connsiteX181" fmla="*/ 1764707 w 2915191"/>
                <a:gd name="connsiteY181" fmla="*/ 345037 h 614119"/>
                <a:gd name="connsiteX182" fmla="*/ 1774466 w 2915191"/>
                <a:gd name="connsiteY182" fmla="*/ 350233 h 614119"/>
                <a:gd name="connsiteX183" fmla="*/ 1784210 w 2915191"/>
                <a:gd name="connsiteY183" fmla="*/ 364529 h 614119"/>
                <a:gd name="connsiteX184" fmla="*/ 1793969 w 2915191"/>
                <a:gd name="connsiteY184" fmla="*/ 362167 h 614119"/>
                <a:gd name="connsiteX185" fmla="*/ 1803713 w 2915191"/>
                <a:gd name="connsiteY185" fmla="*/ 333776 h 614119"/>
                <a:gd name="connsiteX186" fmla="*/ 1813457 w 2915191"/>
                <a:gd name="connsiteY186" fmla="*/ 355886 h 614119"/>
                <a:gd name="connsiteX187" fmla="*/ 1823215 w 2915191"/>
                <a:gd name="connsiteY187" fmla="*/ 385781 h 614119"/>
                <a:gd name="connsiteX188" fmla="*/ 1832959 w 2915191"/>
                <a:gd name="connsiteY188" fmla="*/ 368422 h 614119"/>
                <a:gd name="connsiteX189" fmla="*/ 1842703 w 2915191"/>
                <a:gd name="connsiteY189" fmla="*/ 373132 h 614119"/>
                <a:gd name="connsiteX190" fmla="*/ 1852462 w 2915191"/>
                <a:gd name="connsiteY190" fmla="*/ 400379 h 614119"/>
                <a:gd name="connsiteX191" fmla="*/ 1862206 w 2915191"/>
                <a:gd name="connsiteY191" fmla="*/ 381345 h 614119"/>
                <a:gd name="connsiteX192" fmla="*/ 1871965 w 2915191"/>
                <a:gd name="connsiteY192" fmla="*/ 396970 h 614119"/>
                <a:gd name="connsiteX193" fmla="*/ 1881709 w 2915191"/>
                <a:gd name="connsiteY193" fmla="*/ 379920 h 614119"/>
                <a:gd name="connsiteX194" fmla="*/ 1891453 w 2915191"/>
                <a:gd name="connsiteY194" fmla="*/ 430019 h 614119"/>
                <a:gd name="connsiteX195" fmla="*/ 1901212 w 2915191"/>
                <a:gd name="connsiteY195" fmla="*/ 453443 h 614119"/>
                <a:gd name="connsiteX196" fmla="*/ 1910956 w 2915191"/>
                <a:gd name="connsiteY196" fmla="*/ 480114 h 614119"/>
                <a:gd name="connsiteX197" fmla="*/ 1920714 w 2915191"/>
                <a:gd name="connsiteY197" fmla="*/ 455681 h 614119"/>
                <a:gd name="connsiteX198" fmla="*/ 1930458 w 2915191"/>
                <a:gd name="connsiteY198" fmla="*/ 451333 h 614119"/>
                <a:gd name="connsiteX199" fmla="*/ 1940202 w 2915191"/>
                <a:gd name="connsiteY199" fmla="*/ 437550 h 614119"/>
                <a:gd name="connsiteX200" fmla="*/ 1949961 w 2915191"/>
                <a:gd name="connsiteY200" fmla="*/ 455216 h 614119"/>
                <a:gd name="connsiteX201" fmla="*/ 1959705 w 2915191"/>
                <a:gd name="connsiteY201" fmla="*/ 452050 h 614119"/>
                <a:gd name="connsiteX202" fmla="*/ 1969464 w 2915191"/>
                <a:gd name="connsiteY202" fmla="*/ 465692 h 614119"/>
                <a:gd name="connsiteX203" fmla="*/ 1979208 w 2915191"/>
                <a:gd name="connsiteY203" fmla="*/ 465735 h 614119"/>
                <a:gd name="connsiteX204" fmla="*/ 1988952 w 2915191"/>
                <a:gd name="connsiteY204" fmla="*/ 460766 h 614119"/>
                <a:gd name="connsiteX205" fmla="*/ 1998711 w 2915191"/>
                <a:gd name="connsiteY205" fmla="*/ 483877 h 614119"/>
                <a:gd name="connsiteX206" fmla="*/ 2008454 w 2915191"/>
                <a:gd name="connsiteY206" fmla="*/ 484774 h 614119"/>
                <a:gd name="connsiteX207" fmla="*/ 2018213 w 2915191"/>
                <a:gd name="connsiteY207" fmla="*/ 479692 h 614119"/>
                <a:gd name="connsiteX208" fmla="*/ 2027957 w 2915191"/>
                <a:gd name="connsiteY208" fmla="*/ 517121 h 614119"/>
                <a:gd name="connsiteX209" fmla="*/ 2037701 w 2915191"/>
                <a:gd name="connsiteY209" fmla="*/ 496383 h 614119"/>
                <a:gd name="connsiteX210" fmla="*/ 2047460 w 2915191"/>
                <a:gd name="connsiteY210" fmla="*/ 493490 h 614119"/>
                <a:gd name="connsiteX211" fmla="*/ 2057204 w 2915191"/>
                <a:gd name="connsiteY211" fmla="*/ 486249 h 614119"/>
                <a:gd name="connsiteX212" fmla="*/ 2066963 w 2915191"/>
                <a:gd name="connsiteY212" fmla="*/ 481034 h 614119"/>
                <a:gd name="connsiteX213" fmla="*/ 2076707 w 2915191"/>
                <a:gd name="connsiteY213" fmla="*/ 460671 h 614119"/>
                <a:gd name="connsiteX214" fmla="*/ 2086451 w 2915191"/>
                <a:gd name="connsiteY214" fmla="*/ 453775 h 614119"/>
                <a:gd name="connsiteX215" fmla="*/ 2096210 w 2915191"/>
                <a:gd name="connsiteY215" fmla="*/ 448501 h 614119"/>
                <a:gd name="connsiteX216" fmla="*/ 2105954 w 2915191"/>
                <a:gd name="connsiteY216" fmla="*/ 448932 h 614119"/>
                <a:gd name="connsiteX217" fmla="*/ 2115697 w 2915191"/>
                <a:gd name="connsiteY217" fmla="*/ 408959 h 614119"/>
                <a:gd name="connsiteX218" fmla="*/ 2125456 w 2915191"/>
                <a:gd name="connsiteY218" fmla="*/ 396754 h 614119"/>
                <a:gd name="connsiteX219" fmla="*/ 2135200 w 2915191"/>
                <a:gd name="connsiteY219" fmla="*/ 454975 h 614119"/>
                <a:gd name="connsiteX220" fmla="*/ 2144959 w 2915191"/>
                <a:gd name="connsiteY220" fmla="*/ 459522 h 614119"/>
                <a:gd name="connsiteX221" fmla="*/ 2154703 w 2915191"/>
                <a:gd name="connsiteY221" fmla="*/ 455870 h 614119"/>
                <a:gd name="connsiteX222" fmla="*/ 2164447 w 2915191"/>
                <a:gd name="connsiteY222" fmla="*/ 455761 h 614119"/>
                <a:gd name="connsiteX223" fmla="*/ 2174206 w 2915191"/>
                <a:gd name="connsiteY223" fmla="*/ 463394 h 614119"/>
                <a:gd name="connsiteX224" fmla="*/ 2183950 w 2915191"/>
                <a:gd name="connsiteY224" fmla="*/ 475097 h 614119"/>
                <a:gd name="connsiteX225" fmla="*/ 2193709 w 2915191"/>
                <a:gd name="connsiteY225" fmla="*/ 451606 h 614119"/>
                <a:gd name="connsiteX226" fmla="*/ 2203452 w 2915191"/>
                <a:gd name="connsiteY226" fmla="*/ 397156 h 614119"/>
                <a:gd name="connsiteX227" fmla="*/ 2213196 w 2915191"/>
                <a:gd name="connsiteY227" fmla="*/ 399972 h 614119"/>
                <a:gd name="connsiteX228" fmla="*/ 2222955 w 2915191"/>
                <a:gd name="connsiteY228" fmla="*/ 409415 h 614119"/>
                <a:gd name="connsiteX229" fmla="*/ 2232699 w 2915191"/>
                <a:gd name="connsiteY229" fmla="*/ 386439 h 614119"/>
                <a:gd name="connsiteX230" fmla="*/ 2242458 w 2915191"/>
                <a:gd name="connsiteY230" fmla="*/ 376365 h 614119"/>
                <a:gd name="connsiteX231" fmla="*/ 2252202 w 2915191"/>
                <a:gd name="connsiteY231" fmla="*/ 357650 h 614119"/>
                <a:gd name="connsiteX232" fmla="*/ 2261946 w 2915191"/>
                <a:gd name="connsiteY232" fmla="*/ 325522 h 614119"/>
                <a:gd name="connsiteX233" fmla="*/ 2271705 w 2915191"/>
                <a:gd name="connsiteY233" fmla="*/ 305249 h 614119"/>
                <a:gd name="connsiteX234" fmla="*/ 2281449 w 2915191"/>
                <a:gd name="connsiteY234" fmla="*/ 303072 h 614119"/>
                <a:gd name="connsiteX235" fmla="*/ 2291208 w 2915191"/>
                <a:gd name="connsiteY235" fmla="*/ 317217 h 614119"/>
                <a:gd name="connsiteX236" fmla="*/ 2300951 w 2915191"/>
                <a:gd name="connsiteY236" fmla="*/ 329330 h 614119"/>
                <a:gd name="connsiteX237" fmla="*/ 2310695 w 2915191"/>
                <a:gd name="connsiteY237" fmla="*/ 347958 h 614119"/>
                <a:gd name="connsiteX238" fmla="*/ 2320454 w 2915191"/>
                <a:gd name="connsiteY238" fmla="*/ 368260 h 614119"/>
                <a:gd name="connsiteX239" fmla="*/ 2330198 w 2915191"/>
                <a:gd name="connsiteY239" fmla="*/ 356528 h 614119"/>
                <a:gd name="connsiteX240" fmla="*/ 2339957 w 2915191"/>
                <a:gd name="connsiteY240" fmla="*/ 345154 h 614119"/>
                <a:gd name="connsiteX241" fmla="*/ 2349701 w 2915191"/>
                <a:gd name="connsiteY241" fmla="*/ 359562 h 614119"/>
                <a:gd name="connsiteX242" fmla="*/ 2359445 w 2915191"/>
                <a:gd name="connsiteY242" fmla="*/ 404834 h 614119"/>
                <a:gd name="connsiteX243" fmla="*/ 2369204 w 2915191"/>
                <a:gd name="connsiteY243" fmla="*/ 397344 h 614119"/>
                <a:gd name="connsiteX244" fmla="*/ 2378948 w 2915191"/>
                <a:gd name="connsiteY244" fmla="*/ 404332 h 614119"/>
                <a:gd name="connsiteX245" fmla="*/ 2388692 w 2915191"/>
                <a:gd name="connsiteY245" fmla="*/ 421366 h 614119"/>
                <a:gd name="connsiteX246" fmla="*/ 2398450 w 2915191"/>
                <a:gd name="connsiteY246" fmla="*/ 417596 h 614119"/>
                <a:gd name="connsiteX247" fmla="*/ 2408194 w 2915191"/>
                <a:gd name="connsiteY247" fmla="*/ 441896 h 614119"/>
                <a:gd name="connsiteX248" fmla="*/ 2417953 w 2915191"/>
                <a:gd name="connsiteY248" fmla="*/ 402006 h 614119"/>
                <a:gd name="connsiteX249" fmla="*/ 2427697 w 2915191"/>
                <a:gd name="connsiteY249" fmla="*/ 423292 h 614119"/>
                <a:gd name="connsiteX250" fmla="*/ 2437441 w 2915191"/>
                <a:gd name="connsiteY250" fmla="*/ 461986 h 614119"/>
                <a:gd name="connsiteX251" fmla="*/ 2447200 w 2915191"/>
                <a:gd name="connsiteY251" fmla="*/ 441741 h 614119"/>
                <a:gd name="connsiteX252" fmla="*/ 2456944 w 2915191"/>
                <a:gd name="connsiteY252" fmla="*/ 434648 h 614119"/>
                <a:gd name="connsiteX253" fmla="*/ 2466703 w 2915191"/>
                <a:gd name="connsiteY253" fmla="*/ 425481 h 614119"/>
                <a:gd name="connsiteX254" fmla="*/ 2476446 w 2915191"/>
                <a:gd name="connsiteY254" fmla="*/ 428913 h 614119"/>
                <a:gd name="connsiteX255" fmla="*/ 2486190 w 2915191"/>
                <a:gd name="connsiteY255" fmla="*/ 466447 h 614119"/>
                <a:gd name="connsiteX256" fmla="*/ 2495949 w 2915191"/>
                <a:gd name="connsiteY256" fmla="*/ 473348 h 614119"/>
                <a:gd name="connsiteX257" fmla="*/ 2505693 w 2915191"/>
                <a:gd name="connsiteY257" fmla="*/ 451973 h 614119"/>
                <a:gd name="connsiteX258" fmla="*/ 2515452 w 2915191"/>
                <a:gd name="connsiteY258" fmla="*/ 454172 h 614119"/>
                <a:gd name="connsiteX259" fmla="*/ 2525196 w 2915191"/>
                <a:gd name="connsiteY259" fmla="*/ 443571 h 614119"/>
                <a:gd name="connsiteX260" fmla="*/ 2534940 w 2915191"/>
                <a:gd name="connsiteY260" fmla="*/ 434749 h 614119"/>
                <a:gd name="connsiteX261" fmla="*/ 2544699 w 2915191"/>
                <a:gd name="connsiteY261" fmla="*/ 445959 h 614119"/>
                <a:gd name="connsiteX262" fmla="*/ 2554443 w 2915191"/>
                <a:gd name="connsiteY262" fmla="*/ 453516 h 614119"/>
                <a:gd name="connsiteX263" fmla="*/ 2564202 w 2915191"/>
                <a:gd name="connsiteY263" fmla="*/ 449612 h 614119"/>
                <a:gd name="connsiteX264" fmla="*/ 2573946 w 2915191"/>
                <a:gd name="connsiteY264" fmla="*/ 476700 h 614119"/>
                <a:gd name="connsiteX265" fmla="*/ 2583690 w 2915191"/>
                <a:gd name="connsiteY265" fmla="*/ 468053 h 614119"/>
                <a:gd name="connsiteX266" fmla="*/ 2593448 w 2915191"/>
                <a:gd name="connsiteY266" fmla="*/ 490251 h 614119"/>
                <a:gd name="connsiteX267" fmla="*/ 2603192 w 2915191"/>
                <a:gd name="connsiteY267" fmla="*/ 474767 h 614119"/>
                <a:gd name="connsiteX268" fmla="*/ 2612951 w 2915191"/>
                <a:gd name="connsiteY268" fmla="*/ 481703 h 614119"/>
                <a:gd name="connsiteX269" fmla="*/ 2622695 w 2915191"/>
                <a:gd name="connsiteY269" fmla="*/ 487182 h 614119"/>
                <a:gd name="connsiteX270" fmla="*/ 2632439 w 2915191"/>
                <a:gd name="connsiteY270" fmla="*/ 474872 h 614119"/>
                <a:gd name="connsiteX271" fmla="*/ 2642198 w 2915191"/>
                <a:gd name="connsiteY271" fmla="*/ 500662 h 614119"/>
                <a:gd name="connsiteX272" fmla="*/ 2651942 w 2915191"/>
                <a:gd name="connsiteY272" fmla="*/ 527661 h 614119"/>
                <a:gd name="connsiteX273" fmla="*/ 2661685 w 2915191"/>
                <a:gd name="connsiteY273" fmla="*/ 522564 h 614119"/>
                <a:gd name="connsiteX274" fmla="*/ 2671444 w 2915191"/>
                <a:gd name="connsiteY274" fmla="*/ 504146 h 614119"/>
                <a:gd name="connsiteX275" fmla="*/ 2681188 w 2915191"/>
                <a:gd name="connsiteY275" fmla="*/ 515850 h 614119"/>
                <a:gd name="connsiteX276" fmla="*/ 2690947 w 2915191"/>
                <a:gd name="connsiteY276" fmla="*/ 533242 h 614119"/>
                <a:gd name="connsiteX277" fmla="*/ 2700691 w 2915191"/>
                <a:gd name="connsiteY277" fmla="*/ 544790 h 614119"/>
                <a:gd name="connsiteX278" fmla="*/ 2710435 w 2915191"/>
                <a:gd name="connsiteY278" fmla="*/ 553956 h 614119"/>
                <a:gd name="connsiteX279" fmla="*/ 2720194 w 2915191"/>
                <a:gd name="connsiteY279" fmla="*/ 546043 h 614119"/>
                <a:gd name="connsiteX280" fmla="*/ 2729938 w 2915191"/>
                <a:gd name="connsiteY280" fmla="*/ 557879 h 614119"/>
                <a:gd name="connsiteX281" fmla="*/ 2739697 w 2915191"/>
                <a:gd name="connsiteY281" fmla="*/ 547830 h 614119"/>
                <a:gd name="connsiteX282" fmla="*/ 2749441 w 2915191"/>
                <a:gd name="connsiteY282" fmla="*/ 580125 h 614119"/>
                <a:gd name="connsiteX283" fmla="*/ 2759185 w 2915191"/>
                <a:gd name="connsiteY283" fmla="*/ 580204 h 614119"/>
                <a:gd name="connsiteX284" fmla="*/ 2768943 w 2915191"/>
                <a:gd name="connsiteY284" fmla="*/ 561584 h 614119"/>
                <a:gd name="connsiteX285" fmla="*/ 2778687 w 2915191"/>
                <a:gd name="connsiteY285" fmla="*/ 579497 h 614119"/>
                <a:gd name="connsiteX286" fmla="*/ 2788446 w 2915191"/>
                <a:gd name="connsiteY286" fmla="*/ 580688 h 614119"/>
                <a:gd name="connsiteX287" fmla="*/ 2798190 w 2915191"/>
                <a:gd name="connsiteY287" fmla="*/ 612396 h 614119"/>
                <a:gd name="connsiteX288" fmla="*/ 2807934 w 2915191"/>
                <a:gd name="connsiteY288" fmla="*/ 585753 h 614119"/>
                <a:gd name="connsiteX289" fmla="*/ 2817693 w 2915191"/>
                <a:gd name="connsiteY289" fmla="*/ 609449 h 614119"/>
                <a:gd name="connsiteX290" fmla="*/ 2827437 w 2915191"/>
                <a:gd name="connsiteY290" fmla="*/ 562314 h 614119"/>
                <a:gd name="connsiteX291" fmla="*/ 2837196 w 2915191"/>
                <a:gd name="connsiteY291" fmla="*/ 601430 h 614119"/>
                <a:gd name="connsiteX292" fmla="*/ 2846940 w 2915191"/>
                <a:gd name="connsiteY292" fmla="*/ 573159 h 614119"/>
                <a:gd name="connsiteX293" fmla="*/ 2856684 w 2915191"/>
                <a:gd name="connsiteY293" fmla="*/ 607128 h 614119"/>
                <a:gd name="connsiteX294" fmla="*/ 2866442 w 2915191"/>
                <a:gd name="connsiteY294" fmla="*/ 562101 h 614119"/>
                <a:gd name="connsiteX295" fmla="*/ 2876186 w 2915191"/>
                <a:gd name="connsiteY295" fmla="*/ 571494 h 614119"/>
                <a:gd name="connsiteX296" fmla="*/ 2885945 w 2915191"/>
                <a:gd name="connsiteY296" fmla="*/ 565208 h 614119"/>
                <a:gd name="connsiteX297" fmla="*/ 2895689 w 2915191"/>
                <a:gd name="connsiteY297" fmla="*/ 598497 h 614119"/>
                <a:gd name="connsiteX298" fmla="*/ 2905433 w 2915191"/>
                <a:gd name="connsiteY298" fmla="*/ 614120 h 614119"/>
                <a:gd name="connsiteX299" fmla="*/ 2915192 w 2915191"/>
                <a:gd name="connsiteY299" fmla="*/ 604767 h 61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14119">
                  <a:moveTo>
                    <a:pt x="0" y="195995"/>
                  </a:moveTo>
                  <a:lnTo>
                    <a:pt x="9750" y="202091"/>
                  </a:lnTo>
                  <a:lnTo>
                    <a:pt x="19500" y="194989"/>
                  </a:lnTo>
                  <a:lnTo>
                    <a:pt x="29250" y="181122"/>
                  </a:lnTo>
                  <a:lnTo>
                    <a:pt x="39000" y="170964"/>
                  </a:lnTo>
                  <a:lnTo>
                    <a:pt x="48749" y="183959"/>
                  </a:lnTo>
                  <a:lnTo>
                    <a:pt x="58499" y="156649"/>
                  </a:lnTo>
                  <a:lnTo>
                    <a:pt x="68249" y="161845"/>
                  </a:lnTo>
                  <a:lnTo>
                    <a:pt x="77998" y="191671"/>
                  </a:lnTo>
                  <a:lnTo>
                    <a:pt x="87748" y="169126"/>
                  </a:lnTo>
                  <a:lnTo>
                    <a:pt x="97497" y="145216"/>
                  </a:lnTo>
                  <a:lnTo>
                    <a:pt x="107247" y="121924"/>
                  </a:lnTo>
                  <a:lnTo>
                    <a:pt x="116997" y="139726"/>
                  </a:lnTo>
                  <a:lnTo>
                    <a:pt x="126747" y="157603"/>
                  </a:lnTo>
                  <a:lnTo>
                    <a:pt x="136497" y="178689"/>
                  </a:lnTo>
                  <a:lnTo>
                    <a:pt x="146247" y="197559"/>
                  </a:lnTo>
                  <a:lnTo>
                    <a:pt x="155997" y="175608"/>
                  </a:lnTo>
                  <a:lnTo>
                    <a:pt x="165747" y="177927"/>
                  </a:lnTo>
                  <a:lnTo>
                    <a:pt x="175497" y="144340"/>
                  </a:lnTo>
                  <a:lnTo>
                    <a:pt x="185247" y="152527"/>
                  </a:lnTo>
                  <a:lnTo>
                    <a:pt x="194996" y="109659"/>
                  </a:lnTo>
                  <a:lnTo>
                    <a:pt x="204746" y="106358"/>
                  </a:lnTo>
                  <a:lnTo>
                    <a:pt x="214495" y="82852"/>
                  </a:lnTo>
                  <a:lnTo>
                    <a:pt x="224245" y="75480"/>
                  </a:lnTo>
                  <a:lnTo>
                    <a:pt x="233995" y="112898"/>
                  </a:lnTo>
                  <a:lnTo>
                    <a:pt x="243744" y="125792"/>
                  </a:lnTo>
                  <a:lnTo>
                    <a:pt x="253494" y="130621"/>
                  </a:lnTo>
                  <a:lnTo>
                    <a:pt x="263244" y="104127"/>
                  </a:lnTo>
                  <a:lnTo>
                    <a:pt x="272994" y="138237"/>
                  </a:lnTo>
                  <a:lnTo>
                    <a:pt x="282744" y="136808"/>
                  </a:lnTo>
                  <a:lnTo>
                    <a:pt x="292494" y="122562"/>
                  </a:lnTo>
                  <a:lnTo>
                    <a:pt x="302244" y="102739"/>
                  </a:lnTo>
                  <a:lnTo>
                    <a:pt x="311994" y="150232"/>
                  </a:lnTo>
                  <a:lnTo>
                    <a:pt x="321744" y="138577"/>
                  </a:lnTo>
                  <a:lnTo>
                    <a:pt x="331493" y="109996"/>
                  </a:lnTo>
                  <a:lnTo>
                    <a:pt x="341243" y="114055"/>
                  </a:lnTo>
                  <a:lnTo>
                    <a:pt x="350993" y="104470"/>
                  </a:lnTo>
                  <a:lnTo>
                    <a:pt x="360742" y="128900"/>
                  </a:lnTo>
                  <a:lnTo>
                    <a:pt x="370492" y="116714"/>
                  </a:lnTo>
                  <a:lnTo>
                    <a:pt x="380241" y="113334"/>
                  </a:lnTo>
                  <a:lnTo>
                    <a:pt x="389991" y="102039"/>
                  </a:lnTo>
                  <a:lnTo>
                    <a:pt x="399741" y="165928"/>
                  </a:lnTo>
                  <a:lnTo>
                    <a:pt x="409491" y="155499"/>
                  </a:lnTo>
                  <a:lnTo>
                    <a:pt x="419241" y="157957"/>
                  </a:lnTo>
                  <a:lnTo>
                    <a:pt x="428991" y="144230"/>
                  </a:lnTo>
                  <a:lnTo>
                    <a:pt x="438741" y="158011"/>
                  </a:lnTo>
                  <a:lnTo>
                    <a:pt x="448491" y="187303"/>
                  </a:lnTo>
                  <a:lnTo>
                    <a:pt x="458241" y="194654"/>
                  </a:lnTo>
                  <a:lnTo>
                    <a:pt x="467991" y="153224"/>
                  </a:lnTo>
                  <a:lnTo>
                    <a:pt x="477740" y="156691"/>
                  </a:lnTo>
                  <a:lnTo>
                    <a:pt x="487490" y="130593"/>
                  </a:lnTo>
                  <a:lnTo>
                    <a:pt x="497239" y="175145"/>
                  </a:lnTo>
                  <a:lnTo>
                    <a:pt x="506989" y="217258"/>
                  </a:lnTo>
                  <a:lnTo>
                    <a:pt x="516738" y="194448"/>
                  </a:lnTo>
                  <a:lnTo>
                    <a:pt x="526488" y="157266"/>
                  </a:lnTo>
                  <a:lnTo>
                    <a:pt x="536238" y="161113"/>
                  </a:lnTo>
                  <a:lnTo>
                    <a:pt x="545988" y="144195"/>
                  </a:lnTo>
                  <a:lnTo>
                    <a:pt x="555738" y="174807"/>
                  </a:lnTo>
                  <a:lnTo>
                    <a:pt x="565488" y="148894"/>
                  </a:lnTo>
                  <a:lnTo>
                    <a:pt x="575238" y="113009"/>
                  </a:lnTo>
                  <a:lnTo>
                    <a:pt x="584988" y="67008"/>
                  </a:lnTo>
                  <a:lnTo>
                    <a:pt x="594738" y="32338"/>
                  </a:lnTo>
                  <a:lnTo>
                    <a:pt x="604488" y="0"/>
                  </a:lnTo>
                  <a:lnTo>
                    <a:pt x="614237" y="11401"/>
                  </a:lnTo>
                  <a:lnTo>
                    <a:pt x="623987" y="62976"/>
                  </a:lnTo>
                  <a:lnTo>
                    <a:pt x="633736" y="40352"/>
                  </a:lnTo>
                  <a:lnTo>
                    <a:pt x="643486" y="39989"/>
                  </a:lnTo>
                  <a:lnTo>
                    <a:pt x="653236" y="29373"/>
                  </a:lnTo>
                  <a:lnTo>
                    <a:pt x="662985" y="76079"/>
                  </a:lnTo>
                  <a:lnTo>
                    <a:pt x="672735" y="43401"/>
                  </a:lnTo>
                  <a:lnTo>
                    <a:pt x="682485" y="78474"/>
                  </a:lnTo>
                  <a:lnTo>
                    <a:pt x="692235" y="83041"/>
                  </a:lnTo>
                  <a:lnTo>
                    <a:pt x="701985" y="76453"/>
                  </a:lnTo>
                  <a:lnTo>
                    <a:pt x="711735" y="81044"/>
                  </a:lnTo>
                  <a:lnTo>
                    <a:pt x="721485" y="100579"/>
                  </a:lnTo>
                  <a:lnTo>
                    <a:pt x="731235" y="82445"/>
                  </a:lnTo>
                  <a:lnTo>
                    <a:pt x="740985" y="90115"/>
                  </a:lnTo>
                  <a:lnTo>
                    <a:pt x="750734" y="118140"/>
                  </a:lnTo>
                  <a:lnTo>
                    <a:pt x="760484" y="134040"/>
                  </a:lnTo>
                  <a:lnTo>
                    <a:pt x="770233" y="101598"/>
                  </a:lnTo>
                  <a:lnTo>
                    <a:pt x="779983" y="113775"/>
                  </a:lnTo>
                  <a:lnTo>
                    <a:pt x="789733" y="100233"/>
                  </a:lnTo>
                  <a:lnTo>
                    <a:pt x="799482" y="102801"/>
                  </a:lnTo>
                  <a:lnTo>
                    <a:pt x="809232" y="96772"/>
                  </a:lnTo>
                  <a:lnTo>
                    <a:pt x="818982" y="81036"/>
                  </a:lnTo>
                  <a:lnTo>
                    <a:pt x="828732" y="96030"/>
                  </a:lnTo>
                  <a:lnTo>
                    <a:pt x="838482" y="105035"/>
                  </a:lnTo>
                  <a:lnTo>
                    <a:pt x="848232" y="72507"/>
                  </a:lnTo>
                  <a:lnTo>
                    <a:pt x="857982" y="64724"/>
                  </a:lnTo>
                  <a:lnTo>
                    <a:pt x="867732" y="78176"/>
                  </a:lnTo>
                  <a:lnTo>
                    <a:pt x="877482" y="103894"/>
                  </a:lnTo>
                  <a:lnTo>
                    <a:pt x="887231" y="110544"/>
                  </a:lnTo>
                  <a:lnTo>
                    <a:pt x="896981" y="127099"/>
                  </a:lnTo>
                  <a:lnTo>
                    <a:pt x="906730" y="95951"/>
                  </a:lnTo>
                  <a:lnTo>
                    <a:pt x="916480" y="128657"/>
                  </a:lnTo>
                  <a:lnTo>
                    <a:pt x="926230" y="142883"/>
                  </a:lnTo>
                  <a:lnTo>
                    <a:pt x="935979" y="170796"/>
                  </a:lnTo>
                  <a:lnTo>
                    <a:pt x="945729" y="149349"/>
                  </a:lnTo>
                  <a:lnTo>
                    <a:pt x="955479" y="125665"/>
                  </a:lnTo>
                  <a:lnTo>
                    <a:pt x="965229" y="139599"/>
                  </a:lnTo>
                  <a:lnTo>
                    <a:pt x="974979" y="158017"/>
                  </a:lnTo>
                  <a:lnTo>
                    <a:pt x="984729" y="175519"/>
                  </a:lnTo>
                  <a:lnTo>
                    <a:pt x="994474" y="190984"/>
                  </a:lnTo>
                  <a:lnTo>
                    <a:pt x="1004233" y="232242"/>
                  </a:lnTo>
                  <a:lnTo>
                    <a:pt x="1013977" y="211332"/>
                  </a:lnTo>
                  <a:lnTo>
                    <a:pt x="1023721" y="206244"/>
                  </a:lnTo>
                  <a:lnTo>
                    <a:pt x="1033480" y="226488"/>
                  </a:lnTo>
                  <a:lnTo>
                    <a:pt x="1043224" y="213945"/>
                  </a:lnTo>
                  <a:lnTo>
                    <a:pt x="1052983" y="217367"/>
                  </a:lnTo>
                  <a:lnTo>
                    <a:pt x="1062727" y="220271"/>
                  </a:lnTo>
                  <a:lnTo>
                    <a:pt x="1072471" y="248287"/>
                  </a:lnTo>
                  <a:lnTo>
                    <a:pt x="1082230" y="240699"/>
                  </a:lnTo>
                  <a:lnTo>
                    <a:pt x="1091973" y="206774"/>
                  </a:lnTo>
                  <a:lnTo>
                    <a:pt x="1101732" y="205637"/>
                  </a:lnTo>
                  <a:lnTo>
                    <a:pt x="1111476" y="218972"/>
                  </a:lnTo>
                  <a:lnTo>
                    <a:pt x="1121220" y="239732"/>
                  </a:lnTo>
                  <a:lnTo>
                    <a:pt x="1130979" y="256216"/>
                  </a:lnTo>
                  <a:lnTo>
                    <a:pt x="1140723" y="243473"/>
                  </a:lnTo>
                  <a:lnTo>
                    <a:pt x="1150482" y="273361"/>
                  </a:lnTo>
                  <a:lnTo>
                    <a:pt x="1160226" y="284427"/>
                  </a:lnTo>
                  <a:lnTo>
                    <a:pt x="1169969" y="297595"/>
                  </a:lnTo>
                  <a:lnTo>
                    <a:pt x="1179728" y="287760"/>
                  </a:lnTo>
                  <a:lnTo>
                    <a:pt x="1189472" y="304066"/>
                  </a:lnTo>
                  <a:lnTo>
                    <a:pt x="1199231" y="285777"/>
                  </a:lnTo>
                  <a:lnTo>
                    <a:pt x="1208975" y="282380"/>
                  </a:lnTo>
                  <a:lnTo>
                    <a:pt x="1218719" y="257650"/>
                  </a:lnTo>
                  <a:lnTo>
                    <a:pt x="1228478" y="277422"/>
                  </a:lnTo>
                  <a:lnTo>
                    <a:pt x="1238222" y="296101"/>
                  </a:lnTo>
                  <a:lnTo>
                    <a:pt x="1247966" y="294623"/>
                  </a:lnTo>
                  <a:lnTo>
                    <a:pt x="1257725" y="286837"/>
                  </a:lnTo>
                  <a:lnTo>
                    <a:pt x="1267469" y="290704"/>
                  </a:lnTo>
                  <a:lnTo>
                    <a:pt x="1277227" y="313568"/>
                  </a:lnTo>
                  <a:lnTo>
                    <a:pt x="1286971" y="349167"/>
                  </a:lnTo>
                  <a:lnTo>
                    <a:pt x="1296715" y="372819"/>
                  </a:lnTo>
                  <a:lnTo>
                    <a:pt x="1306474" y="383521"/>
                  </a:lnTo>
                  <a:lnTo>
                    <a:pt x="1316218" y="432015"/>
                  </a:lnTo>
                  <a:lnTo>
                    <a:pt x="1325977" y="428127"/>
                  </a:lnTo>
                  <a:lnTo>
                    <a:pt x="1335721" y="388178"/>
                  </a:lnTo>
                  <a:lnTo>
                    <a:pt x="1345465" y="411793"/>
                  </a:lnTo>
                  <a:lnTo>
                    <a:pt x="1355224" y="403716"/>
                  </a:lnTo>
                  <a:lnTo>
                    <a:pt x="1364967" y="411555"/>
                  </a:lnTo>
                  <a:lnTo>
                    <a:pt x="1374726" y="419242"/>
                  </a:lnTo>
                  <a:lnTo>
                    <a:pt x="1384470" y="435381"/>
                  </a:lnTo>
                  <a:lnTo>
                    <a:pt x="1394214" y="413873"/>
                  </a:lnTo>
                  <a:lnTo>
                    <a:pt x="1403973" y="376795"/>
                  </a:lnTo>
                  <a:lnTo>
                    <a:pt x="1413717" y="361863"/>
                  </a:lnTo>
                  <a:lnTo>
                    <a:pt x="1423476" y="338128"/>
                  </a:lnTo>
                  <a:lnTo>
                    <a:pt x="1433220" y="355505"/>
                  </a:lnTo>
                  <a:lnTo>
                    <a:pt x="1442964" y="344074"/>
                  </a:lnTo>
                  <a:lnTo>
                    <a:pt x="1452722" y="350130"/>
                  </a:lnTo>
                  <a:lnTo>
                    <a:pt x="1462466" y="353644"/>
                  </a:lnTo>
                  <a:lnTo>
                    <a:pt x="1472225" y="351804"/>
                  </a:lnTo>
                  <a:lnTo>
                    <a:pt x="1481969" y="315210"/>
                  </a:lnTo>
                  <a:lnTo>
                    <a:pt x="1491713" y="329293"/>
                  </a:lnTo>
                  <a:lnTo>
                    <a:pt x="1501472" y="344195"/>
                  </a:lnTo>
                  <a:lnTo>
                    <a:pt x="1511216" y="388290"/>
                  </a:lnTo>
                  <a:lnTo>
                    <a:pt x="1520960" y="401103"/>
                  </a:lnTo>
                  <a:lnTo>
                    <a:pt x="1530719" y="405199"/>
                  </a:lnTo>
                  <a:lnTo>
                    <a:pt x="1540463" y="391657"/>
                  </a:lnTo>
                  <a:lnTo>
                    <a:pt x="1550221" y="409788"/>
                  </a:lnTo>
                  <a:lnTo>
                    <a:pt x="1559965" y="407256"/>
                  </a:lnTo>
                  <a:lnTo>
                    <a:pt x="1569709" y="413365"/>
                  </a:lnTo>
                  <a:lnTo>
                    <a:pt x="1579468" y="396761"/>
                  </a:lnTo>
                  <a:lnTo>
                    <a:pt x="1589212" y="392308"/>
                  </a:lnTo>
                  <a:lnTo>
                    <a:pt x="1598971" y="407582"/>
                  </a:lnTo>
                  <a:lnTo>
                    <a:pt x="1608715" y="439043"/>
                  </a:lnTo>
                  <a:lnTo>
                    <a:pt x="1618459" y="442708"/>
                  </a:lnTo>
                  <a:lnTo>
                    <a:pt x="1628218" y="379401"/>
                  </a:lnTo>
                  <a:lnTo>
                    <a:pt x="1637962" y="426893"/>
                  </a:lnTo>
                  <a:lnTo>
                    <a:pt x="1647720" y="424277"/>
                  </a:lnTo>
                  <a:lnTo>
                    <a:pt x="1657464" y="418605"/>
                  </a:lnTo>
                  <a:lnTo>
                    <a:pt x="1667208" y="429734"/>
                  </a:lnTo>
                  <a:lnTo>
                    <a:pt x="1676967" y="385781"/>
                  </a:lnTo>
                  <a:lnTo>
                    <a:pt x="1686711" y="386900"/>
                  </a:lnTo>
                  <a:lnTo>
                    <a:pt x="1696470" y="364094"/>
                  </a:lnTo>
                  <a:lnTo>
                    <a:pt x="1706214" y="378351"/>
                  </a:lnTo>
                  <a:lnTo>
                    <a:pt x="1715958" y="386538"/>
                  </a:lnTo>
                  <a:lnTo>
                    <a:pt x="1725716" y="395835"/>
                  </a:lnTo>
                  <a:lnTo>
                    <a:pt x="1735460" y="401139"/>
                  </a:lnTo>
                  <a:lnTo>
                    <a:pt x="1745219" y="335102"/>
                  </a:lnTo>
                  <a:lnTo>
                    <a:pt x="1754963" y="368151"/>
                  </a:lnTo>
                  <a:lnTo>
                    <a:pt x="1764707" y="345037"/>
                  </a:lnTo>
                  <a:lnTo>
                    <a:pt x="1774466" y="350233"/>
                  </a:lnTo>
                  <a:lnTo>
                    <a:pt x="1784210" y="364529"/>
                  </a:lnTo>
                  <a:lnTo>
                    <a:pt x="1793969" y="362167"/>
                  </a:lnTo>
                  <a:lnTo>
                    <a:pt x="1803713" y="333776"/>
                  </a:lnTo>
                  <a:lnTo>
                    <a:pt x="1813457" y="355886"/>
                  </a:lnTo>
                  <a:lnTo>
                    <a:pt x="1823215" y="385781"/>
                  </a:lnTo>
                  <a:lnTo>
                    <a:pt x="1832959" y="368422"/>
                  </a:lnTo>
                  <a:lnTo>
                    <a:pt x="1842703" y="373132"/>
                  </a:lnTo>
                  <a:lnTo>
                    <a:pt x="1852462" y="400379"/>
                  </a:lnTo>
                  <a:lnTo>
                    <a:pt x="1862206" y="381345"/>
                  </a:lnTo>
                  <a:lnTo>
                    <a:pt x="1871965" y="396970"/>
                  </a:lnTo>
                  <a:lnTo>
                    <a:pt x="1881709" y="379920"/>
                  </a:lnTo>
                  <a:lnTo>
                    <a:pt x="1891453" y="430019"/>
                  </a:lnTo>
                  <a:lnTo>
                    <a:pt x="1901212" y="453443"/>
                  </a:lnTo>
                  <a:lnTo>
                    <a:pt x="1910956" y="480114"/>
                  </a:lnTo>
                  <a:lnTo>
                    <a:pt x="1920714" y="455681"/>
                  </a:lnTo>
                  <a:lnTo>
                    <a:pt x="1930458" y="451333"/>
                  </a:lnTo>
                  <a:lnTo>
                    <a:pt x="1940202" y="437550"/>
                  </a:lnTo>
                  <a:lnTo>
                    <a:pt x="1949961" y="455216"/>
                  </a:lnTo>
                  <a:lnTo>
                    <a:pt x="1959705" y="452050"/>
                  </a:lnTo>
                  <a:lnTo>
                    <a:pt x="1969464" y="465692"/>
                  </a:lnTo>
                  <a:lnTo>
                    <a:pt x="1979208" y="465735"/>
                  </a:lnTo>
                  <a:lnTo>
                    <a:pt x="1988952" y="460766"/>
                  </a:lnTo>
                  <a:lnTo>
                    <a:pt x="1998711" y="483877"/>
                  </a:lnTo>
                  <a:lnTo>
                    <a:pt x="2008454" y="484774"/>
                  </a:lnTo>
                  <a:lnTo>
                    <a:pt x="2018213" y="479692"/>
                  </a:lnTo>
                  <a:lnTo>
                    <a:pt x="2027957" y="517121"/>
                  </a:lnTo>
                  <a:lnTo>
                    <a:pt x="2037701" y="496383"/>
                  </a:lnTo>
                  <a:lnTo>
                    <a:pt x="2047460" y="493490"/>
                  </a:lnTo>
                  <a:lnTo>
                    <a:pt x="2057204" y="486249"/>
                  </a:lnTo>
                  <a:lnTo>
                    <a:pt x="2066963" y="481034"/>
                  </a:lnTo>
                  <a:lnTo>
                    <a:pt x="2076707" y="460671"/>
                  </a:lnTo>
                  <a:lnTo>
                    <a:pt x="2086451" y="453775"/>
                  </a:lnTo>
                  <a:lnTo>
                    <a:pt x="2096210" y="448501"/>
                  </a:lnTo>
                  <a:lnTo>
                    <a:pt x="2105954" y="448932"/>
                  </a:lnTo>
                  <a:lnTo>
                    <a:pt x="2115697" y="408959"/>
                  </a:lnTo>
                  <a:lnTo>
                    <a:pt x="2125456" y="396754"/>
                  </a:lnTo>
                  <a:lnTo>
                    <a:pt x="2135200" y="454975"/>
                  </a:lnTo>
                  <a:lnTo>
                    <a:pt x="2144959" y="459522"/>
                  </a:lnTo>
                  <a:lnTo>
                    <a:pt x="2154703" y="455870"/>
                  </a:lnTo>
                  <a:lnTo>
                    <a:pt x="2164447" y="455761"/>
                  </a:lnTo>
                  <a:lnTo>
                    <a:pt x="2174206" y="463394"/>
                  </a:lnTo>
                  <a:lnTo>
                    <a:pt x="2183950" y="475097"/>
                  </a:lnTo>
                  <a:lnTo>
                    <a:pt x="2193709" y="451606"/>
                  </a:lnTo>
                  <a:lnTo>
                    <a:pt x="2203452" y="397156"/>
                  </a:lnTo>
                  <a:lnTo>
                    <a:pt x="2213196" y="399972"/>
                  </a:lnTo>
                  <a:lnTo>
                    <a:pt x="2222955" y="409415"/>
                  </a:lnTo>
                  <a:lnTo>
                    <a:pt x="2232699" y="386439"/>
                  </a:lnTo>
                  <a:lnTo>
                    <a:pt x="2242458" y="376365"/>
                  </a:lnTo>
                  <a:lnTo>
                    <a:pt x="2252202" y="357650"/>
                  </a:lnTo>
                  <a:lnTo>
                    <a:pt x="2261946" y="325522"/>
                  </a:lnTo>
                  <a:lnTo>
                    <a:pt x="2271705" y="305249"/>
                  </a:lnTo>
                  <a:lnTo>
                    <a:pt x="2281449" y="303072"/>
                  </a:lnTo>
                  <a:lnTo>
                    <a:pt x="2291208" y="317217"/>
                  </a:lnTo>
                  <a:lnTo>
                    <a:pt x="2300951" y="329330"/>
                  </a:lnTo>
                  <a:lnTo>
                    <a:pt x="2310695" y="347958"/>
                  </a:lnTo>
                  <a:lnTo>
                    <a:pt x="2320454" y="368260"/>
                  </a:lnTo>
                  <a:lnTo>
                    <a:pt x="2330198" y="356528"/>
                  </a:lnTo>
                  <a:lnTo>
                    <a:pt x="2339957" y="345154"/>
                  </a:lnTo>
                  <a:lnTo>
                    <a:pt x="2349701" y="359562"/>
                  </a:lnTo>
                  <a:lnTo>
                    <a:pt x="2359445" y="404834"/>
                  </a:lnTo>
                  <a:lnTo>
                    <a:pt x="2369204" y="397344"/>
                  </a:lnTo>
                  <a:lnTo>
                    <a:pt x="2378948" y="404332"/>
                  </a:lnTo>
                  <a:lnTo>
                    <a:pt x="2388692" y="421366"/>
                  </a:lnTo>
                  <a:lnTo>
                    <a:pt x="2398450" y="417596"/>
                  </a:lnTo>
                  <a:lnTo>
                    <a:pt x="2408194" y="441896"/>
                  </a:lnTo>
                  <a:lnTo>
                    <a:pt x="2417953" y="402006"/>
                  </a:lnTo>
                  <a:lnTo>
                    <a:pt x="2427697" y="423292"/>
                  </a:lnTo>
                  <a:lnTo>
                    <a:pt x="2437441" y="461986"/>
                  </a:lnTo>
                  <a:lnTo>
                    <a:pt x="2447200" y="441741"/>
                  </a:lnTo>
                  <a:lnTo>
                    <a:pt x="2456944" y="434648"/>
                  </a:lnTo>
                  <a:lnTo>
                    <a:pt x="2466703" y="425481"/>
                  </a:lnTo>
                  <a:lnTo>
                    <a:pt x="2476446" y="428913"/>
                  </a:lnTo>
                  <a:lnTo>
                    <a:pt x="2486190" y="466447"/>
                  </a:lnTo>
                  <a:lnTo>
                    <a:pt x="2495949" y="473348"/>
                  </a:lnTo>
                  <a:lnTo>
                    <a:pt x="2505693" y="451973"/>
                  </a:lnTo>
                  <a:lnTo>
                    <a:pt x="2515452" y="454172"/>
                  </a:lnTo>
                  <a:lnTo>
                    <a:pt x="2525196" y="443571"/>
                  </a:lnTo>
                  <a:lnTo>
                    <a:pt x="2534940" y="434749"/>
                  </a:lnTo>
                  <a:lnTo>
                    <a:pt x="2544699" y="445959"/>
                  </a:lnTo>
                  <a:lnTo>
                    <a:pt x="2554443" y="453516"/>
                  </a:lnTo>
                  <a:lnTo>
                    <a:pt x="2564202" y="449612"/>
                  </a:lnTo>
                  <a:lnTo>
                    <a:pt x="2573946" y="476700"/>
                  </a:lnTo>
                  <a:lnTo>
                    <a:pt x="2583690" y="468053"/>
                  </a:lnTo>
                  <a:lnTo>
                    <a:pt x="2593448" y="490251"/>
                  </a:lnTo>
                  <a:lnTo>
                    <a:pt x="2603192" y="474767"/>
                  </a:lnTo>
                  <a:lnTo>
                    <a:pt x="2612951" y="481703"/>
                  </a:lnTo>
                  <a:lnTo>
                    <a:pt x="2622695" y="487182"/>
                  </a:lnTo>
                  <a:lnTo>
                    <a:pt x="2632439" y="474872"/>
                  </a:lnTo>
                  <a:lnTo>
                    <a:pt x="2642198" y="500662"/>
                  </a:lnTo>
                  <a:lnTo>
                    <a:pt x="2651942" y="527661"/>
                  </a:lnTo>
                  <a:lnTo>
                    <a:pt x="2661685" y="522564"/>
                  </a:lnTo>
                  <a:lnTo>
                    <a:pt x="2671444" y="504146"/>
                  </a:lnTo>
                  <a:lnTo>
                    <a:pt x="2681188" y="515850"/>
                  </a:lnTo>
                  <a:lnTo>
                    <a:pt x="2690947" y="533242"/>
                  </a:lnTo>
                  <a:lnTo>
                    <a:pt x="2700691" y="544790"/>
                  </a:lnTo>
                  <a:lnTo>
                    <a:pt x="2710435" y="553956"/>
                  </a:lnTo>
                  <a:lnTo>
                    <a:pt x="2720194" y="546043"/>
                  </a:lnTo>
                  <a:lnTo>
                    <a:pt x="2729938" y="557879"/>
                  </a:lnTo>
                  <a:lnTo>
                    <a:pt x="2739697" y="547830"/>
                  </a:lnTo>
                  <a:lnTo>
                    <a:pt x="2749441" y="580125"/>
                  </a:lnTo>
                  <a:lnTo>
                    <a:pt x="2759185" y="580204"/>
                  </a:lnTo>
                  <a:lnTo>
                    <a:pt x="2768943" y="561584"/>
                  </a:lnTo>
                  <a:lnTo>
                    <a:pt x="2778687" y="579497"/>
                  </a:lnTo>
                  <a:lnTo>
                    <a:pt x="2788446" y="580688"/>
                  </a:lnTo>
                  <a:lnTo>
                    <a:pt x="2798190" y="612396"/>
                  </a:lnTo>
                  <a:lnTo>
                    <a:pt x="2807934" y="585753"/>
                  </a:lnTo>
                  <a:lnTo>
                    <a:pt x="2817693" y="609449"/>
                  </a:lnTo>
                  <a:lnTo>
                    <a:pt x="2827437" y="562314"/>
                  </a:lnTo>
                  <a:lnTo>
                    <a:pt x="2837196" y="601430"/>
                  </a:lnTo>
                  <a:lnTo>
                    <a:pt x="2846940" y="573159"/>
                  </a:lnTo>
                  <a:lnTo>
                    <a:pt x="2856684" y="607128"/>
                  </a:lnTo>
                  <a:lnTo>
                    <a:pt x="2866442" y="562101"/>
                  </a:lnTo>
                  <a:lnTo>
                    <a:pt x="2876186" y="571494"/>
                  </a:lnTo>
                  <a:lnTo>
                    <a:pt x="2885945" y="565208"/>
                  </a:lnTo>
                  <a:lnTo>
                    <a:pt x="2895689" y="598497"/>
                  </a:lnTo>
                  <a:lnTo>
                    <a:pt x="2905433" y="614120"/>
                  </a:lnTo>
                  <a:lnTo>
                    <a:pt x="2915192" y="60476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8" name="Freeform 1157">
              <a:extLst>
                <a:ext uri="{FF2B5EF4-FFF2-40B4-BE49-F238E27FC236}">
                  <a16:creationId xmlns:a16="http://schemas.microsoft.com/office/drawing/2014/main" id="{DE4527C6-4B2F-7174-9AB3-BCA670500449}"/>
                </a:ext>
              </a:extLst>
            </p:cNvPr>
            <p:cNvSpPr/>
            <p:nvPr/>
          </p:nvSpPr>
          <p:spPr>
            <a:xfrm>
              <a:off x="4426652" y="3256607"/>
              <a:ext cx="2915191" cy="398844"/>
            </a:xfrm>
            <a:custGeom>
              <a:avLst/>
              <a:gdLst>
                <a:gd name="connsiteX0" fmla="*/ 0 w 2915191"/>
                <a:gd name="connsiteY0" fmla="*/ 0 h 398844"/>
                <a:gd name="connsiteX1" fmla="*/ 9750 w 2915191"/>
                <a:gd name="connsiteY1" fmla="*/ 23599 h 398844"/>
                <a:gd name="connsiteX2" fmla="*/ 19500 w 2915191"/>
                <a:gd name="connsiteY2" fmla="*/ 41723 h 398844"/>
                <a:gd name="connsiteX3" fmla="*/ 29250 w 2915191"/>
                <a:gd name="connsiteY3" fmla="*/ 51637 h 398844"/>
                <a:gd name="connsiteX4" fmla="*/ 39000 w 2915191"/>
                <a:gd name="connsiteY4" fmla="*/ 76021 h 398844"/>
                <a:gd name="connsiteX5" fmla="*/ 48749 w 2915191"/>
                <a:gd name="connsiteY5" fmla="*/ 67025 h 398844"/>
                <a:gd name="connsiteX6" fmla="*/ 58499 w 2915191"/>
                <a:gd name="connsiteY6" fmla="*/ 55120 h 398844"/>
                <a:gd name="connsiteX7" fmla="*/ 68249 w 2915191"/>
                <a:gd name="connsiteY7" fmla="*/ 81851 h 398844"/>
                <a:gd name="connsiteX8" fmla="*/ 77998 w 2915191"/>
                <a:gd name="connsiteY8" fmla="*/ 99549 h 398844"/>
                <a:gd name="connsiteX9" fmla="*/ 87748 w 2915191"/>
                <a:gd name="connsiteY9" fmla="*/ 130861 h 398844"/>
                <a:gd name="connsiteX10" fmla="*/ 97497 w 2915191"/>
                <a:gd name="connsiteY10" fmla="*/ 153604 h 398844"/>
                <a:gd name="connsiteX11" fmla="*/ 107247 w 2915191"/>
                <a:gd name="connsiteY11" fmla="*/ 171398 h 398844"/>
                <a:gd name="connsiteX12" fmla="*/ 116997 w 2915191"/>
                <a:gd name="connsiteY12" fmla="*/ 174606 h 398844"/>
                <a:gd name="connsiteX13" fmla="*/ 126747 w 2915191"/>
                <a:gd name="connsiteY13" fmla="*/ 158615 h 398844"/>
                <a:gd name="connsiteX14" fmla="*/ 136497 w 2915191"/>
                <a:gd name="connsiteY14" fmla="*/ 135554 h 398844"/>
                <a:gd name="connsiteX15" fmla="*/ 146247 w 2915191"/>
                <a:gd name="connsiteY15" fmla="*/ 157703 h 398844"/>
                <a:gd name="connsiteX16" fmla="*/ 155997 w 2915191"/>
                <a:gd name="connsiteY16" fmla="*/ 173533 h 398844"/>
                <a:gd name="connsiteX17" fmla="*/ 165747 w 2915191"/>
                <a:gd name="connsiteY17" fmla="*/ 170602 h 398844"/>
                <a:gd name="connsiteX18" fmla="*/ 175497 w 2915191"/>
                <a:gd name="connsiteY18" fmla="*/ 176477 h 398844"/>
                <a:gd name="connsiteX19" fmla="*/ 185247 w 2915191"/>
                <a:gd name="connsiteY19" fmla="*/ 157780 h 398844"/>
                <a:gd name="connsiteX20" fmla="*/ 194996 w 2915191"/>
                <a:gd name="connsiteY20" fmla="*/ 156344 h 398844"/>
                <a:gd name="connsiteX21" fmla="*/ 204746 w 2915191"/>
                <a:gd name="connsiteY21" fmla="*/ 124743 h 398844"/>
                <a:gd name="connsiteX22" fmla="*/ 214495 w 2915191"/>
                <a:gd name="connsiteY22" fmla="*/ 116483 h 398844"/>
                <a:gd name="connsiteX23" fmla="*/ 224245 w 2915191"/>
                <a:gd name="connsiteY23" fmla="*/ 86344 h 398844"/>
                <a:gd name="connsiteX24" fmla="*/ 233995 w 2915191"/>
                <a:gd name="connsiteY24" fmla="*/ 78570 h 398844"/>
                <a:gd name="connsiteX25" fmla="*/ 243744 w 2915191"/>
                <a:gd name="connsiteY25" fmla="*/ 109443 h 398844"/>
                <a:gd name="connsiteX26" fmla="*/ 253494 w 2915191"/>
                <a:gd name="connsiteY26" fmla="*/ 155457 h 398844"/>
                <a:gd name="connsiteX27" fmla="*/ 263244 w 2915191"/>
                <a:gd name="connsiteY27" fmla="*/ 137150 h 398844"/>
                <a:gd name="connsiteX28" fmla="*/ 272994 w 2915191"/>
                <a:gd name="connsiteY28" fmla="*/ 162435 h 398844"/>
                <a:gd name="connsiteX29" fmla="*/ 282744 w 2915191"/>
                <a:gd name="connsiteY29" fmla="*/ 192566 h 398844"/>
                <a:gd name="connsiteX30" fmla="*/ 292494 w 2915191"/>
                <a:gd name="connsiteY30" fmla="*/ 174701 h 398844"/>
                <a:gd name="connsiteX31" fmla="*/ 302244 w 2915191"/>
                <a:gd name="connsiteY31" fmla="*/ 198165 h 398844"/>
                <a:gd name="connsiteX32" fmla="*/ 311994 w 2915191"/>
                <a:gd name="connsiteY32" fmla="*/ 207789 h 398844"/>
                <a:gd name="connsiteX33" fmla="*/ 321744 w 2915191"/>
                <a:gd name="connsiteY33" fmla="*/ 226149 h 398844"/>
                <a:gd name="connsiteX34" fmla="*/ 331493 w 2915191"/>
                <a:gd name="connsiteY34" fmla="*/ 191428 h 398844"/>
                <a:gd name="connsiteX35" fmla="*/ 341243 w 2915191"/>
                <a:gd name="connsiteY35" fmla="*/ 170708 h 398844"/>
                <a:gd name="connsiteX36" fmla="*/ 350993 w 2915191"/>
                <a:gd name="connsiteY36" fmla="*/ 173362 h 398844"/>
                <a:gd name="connsiteX37" fmla="*/ 360742 w 2915191"/>
                <a:gd name="connsiteY37" fmla="*/ 191494 h 398844"/>
                <a:gd name="connsiteX38" fmla="*/ 370492 w 2915191"/>
                <a:gd name="connsiteY38" fmla="*/ 206241 h 398844"/>
                <a:gd name="connsiteX39" fmla="*/ 380241 w 2915191"/>
                <a:gd name="connsiteY39" fmla="*/ 181619 h 398844"/>
                <a:gd name="connsiteX40" fmla="*/ 389991 w 2915191"/>
                <a:gd name="connsiteY40" fmla="*/ 186224 h 398844"/>
                <a:gd name="connsiteX41" fmla="*/ 399741 w 2915191"/>
                <a:gd name="connsiteY41" fmla="*/ 185713 h 398844"/>
                <a:gd name="connsiteX42" fmla="*/ 409491 w 2915191"/>
                <a:gd name="connsiteY42" fmla="*/ 219565 h 398844"/>
                <a:gd name="connsiteX43" fmla="*/ 419241 w 2915191"/>
                <a:gd name="connsiteY43" fmla="*/ 223903 h 398844"/>
                <a:gd name="connsiteX44" fmla="*/ 428991 w 2915191"/>
                <a:gd name="connsiteY44" fmla="*/ 212568 h 398844"/>
                <a:gd name="connsiteX45" fmla="*/ 438741 w 2915191"/>
                <a:gd name="connsiteY45" fmla="*/ 214483 h 398844"/>
                <a:gd name="connsiteX46" fmla="*/ 448491 w 2915191"/>
                <a:gd name="connsiteY46" fmla="*/ 213002 h 398844"/>
                <a:gd name="connsiteX47" fmla="*/ 458241 w 2915191"/>
                <a:gd name="connsiteY47" fmla="*/ 235915 h 398844"/>
                <a:gd name="connsiteX48" fmla="*/ 467991 w 2915191"/>
                <a:gd name="connsiteY48" fmla="*/ 223671 h 398844"/>
                <a:gd name="connsiteX49" fmla="*/ 477740 w 2915191"/>
                <a:gd name="connsiteY49" fmla="*/ 205512 h 398844"/>
                <a:gd name="connsiteX50" fmla="*/ 487490 w 2915191"/>
                <a:gd name="connsiteY50" fmla="*/ 181701 h 398844"/>
                <a:gd name="connsiteX51" fmla="*/ 497239 w 2915191"/>
                <a:gd name="connsiteY51" fmla="*/ 183465 h 398844"/>
                <a:gd name="connsiteX52" fmla="*/ 506989 w 2915191"/>
                <a:gd name="connsiteY52" fmla="*/ 179321 h 398844"/>
                <a:gd name="connsiteX53" fmla="*/ 516738 w 2915191"/>
                <a:gd name="connsiteY53" fmla="*/ 170196 h 398844"/>
                <a:gd name="connsiteX54" fmla="*/ 526488 w 2915191"/>
                <a:gd name="connsiteY54" fmla="*/ 178815 h 398844"/>
                <a:gd name="connsiteX55" fmla="*/ 536238 w 2915191"/>
                <a:gd name="connsiteY55" fmla="*/ 191094 h 398844"/>
                <a:gd name="connsiteX56" fmla="*/ 545988 w 2915191"/>
                <a:gd name="connsiteY56" fmla="*/ 233720 h 398844"/>
                <a:gd name="connsiteX57" fmla="*/ 555738 w 2915191"/>
                <a:gd name="connsiteY57" fmla="*/ 240201 h 398844"/>
                <a:gd name="connsiteX58" fmla="*/ 565488 w 2915191"/>
                <a:gd name="connsiteY58" fmla="*/ 219003 h 398844"/>
                <a:gd name="connsiteX59" fmla="*/ 575238 w 2915191"/>
                <a:gd name="connsiteY59" fmla="*/ 222671 h 398844"/>
                <a:gd name="connsiteX60" fmla="*/ 584988 w 2915191"/>
                <a:gd name="connsiteY60" fmla="*/ 222518 h 398844"/>
                <a:gd name="connsiteX61" fmla="*/ 594738 w 2915191"/>
                <a:gd name="connsiteY61" fmla="*/ 247393 h 398844"/>
                <a:gd name="connsiteX62" fmla="*/ 604488 w 2915191"/>
                <a:gd name="connsiteY62" fmla="*/ 218309 h 398844"/>
                <a:gd name="connsiteX63" fmla="*/ 614237 w 2915191"/>
                <a:gd name="connsiteY63" fmla="*/ 220274 h 398844"/>
                <a:gd name="connsiteX64" fmla="*/ 623987 w 2915191"/>
                <a:gd name="connsiteY64" fmla="*/ 240563 h 398844"/>
                <a:gd name="connsiteX65" fmla="*/ 633736 w 2915191"/>
                <a:gd name="connsiteY65" fmla="*/ 255477 h 398844"/>
                <a:gd name="connsiteX66" fmla="*/ 643486 w 2915191"/>
                <a:gd name="connsiteY66" fmla="*/ 193650 h 398844"/>
                <a:gd name="connsiteX67" fmla="*/ 653236 w 2915191"/>
                <a:gd name="connsiteY67" fmla="*/ 210914 h 398844"/>
                <a:gd name="connsiteX68" fmla="*/ 662985 w 2915191"/>
                <a:gd name="connsiteY68" fmla="*/ 190001 h 398844"/>
                <a:gd name="connsiteX69" fmla="*/ 672735 w 2915191"/>
                <a:gd name="connsiteY69" fmla="*/ 227209 h 398844"/>
                <a:gd name="connsiteX70" fmla="*/ 682485 w 2915191"/>
                <a:gd name="connsiteY70" fmla="*/ 217329 h 398844"/>
                <a:gd name="connsiteX71" fmla="*/ 692235 w 2915191"/>
                <a:gd name="connsiteY71" fmla="*/ 230988 h 398844"/>
                <a:gd name="connsiteX72" fmla="*/ 701985 w 2915191"/>
                <a:gd name="connsiteY72" fmla="*/ 223319 h 398844"/>
                <a:gd name="connsiteX73" fmla="*/ 711735 w 2915191"/>
                <a:gd name="connsiteY73" fmla="*/ 197733 h 398844"/>
                <a:gd name="connsiteX74" fmla="*/ 721485 w 2915191"/>
                <a:gd name="connsiteY74" fmla="*/ 186537 h 398844"/>
                <a:gd name="connsiteX75" fmla="*/ 731235 w 2915191"/>
                <a:gd name="connsiteY75" fmla="*/ 191519 h 398844"/>
                <a:gd name="connsiteX76" fmla="*/ 740985 w 2915191"/>
                <a:gd name="connsiteY76" fmla="*/ 196676 h 398844"/>
                <a:gd name="connsiteX77" fmla="*/ 750734 w 2915191"/>
                <a:gd name="connsiteY77" fmla="*/ 233799 h 398844"/>
                <a:gd name="connsiteX78" fmla="*/ 760484 w 2915191"/>
                <a:gd name="connsiteY78" fmla="*/ 254268 h 398844"/>
                <a:gd name="connsiteX79" fmla="*/ 770233 w 2915191"/>
                <a:gd name="connsiteY79" fmla="*/ 279553 h 398844"/>
                <a:gd name="connsiteX80" fmla="*/ 779983 w 2915191"/>
                <a:gd name="connsiteY80" fmla="*/ 292238 h 398844"/>
                <a:gd name="connsiteX81" fmla="*/ 789733 w 2915191"/>
                <a:gd name="connsiteY81" fmla="*/ 249662 h 398844"/>
                <a:gd name="connsiteX82" fmla="*/ 799482 w 2915191"/>
                <a:gd name="connsiteY82" fmla="*/ 240599 h 398844"/>
                <a:gd name="connsiteX83" fmla="*/ 809232 w 2915191"/>
                <a:gd name="connsiteY83" fmla="*/ 256851 h 398844"/>
                <a:gd name="connsiteX84" fmla="*/ 818982 w 2915191"/>
                <a:gd name="connsiteY84" fmla="*/ 226706 h 398844"/>
                <a:gd name="connsiteX85" fmla="*/ 828732 w 2915191"/>
                <a:gd name="connsiteY85" fmla="*/ 215104 h 398844"/>
                <a:gd name="connsiteX86" fmla="*/ 838482 w 2915191"/>
                <a:gd name="connsiteY86" fmla="*/ 209721 h 398844"/>
                <a:gd name="connsiteX87" fmla="*/ 848232 w 2915191"/>
                <a:gd name="connsiteY87" fmla="*/ 213906 h 398844"/>
                <a:gd name="connsiteX88" fmla="*/ 857982 w 2915191"/>
                <a:gd name="connsiteY88" fmla="*/ 201474 h 398844"/>
                <a:gd name="connsiteX89" fmla="*/ 867732 w 2915191"/>
                <a:gd name="connsiteY89" fmla="*/ 227029 h 398844"/>
                <a:gd name="connsiteX90" fmla="*/ 877482 w 2915191"/>
                <a:gd name="connsiteY90" fmla="*/ 217162 h 398844"/>
                <a:gd name="connsiteX91" fmla="*/ 887231 w 2915191"/>
                <a:gd name="connsiteY91" fmla="*/ 210457 h 398844"/>
                <a:gd name="connsiteX92" fmla="*/ 896981 w 2915191"/>
                <a:gd name="connsiteY92" fmla="*/ 209705 h 398844"/>
                <a:gd name="connsiteX93" fmla="*/ 906730 w 2915191"/>
                <a:gd name="connsiteY93" fmla="*/ 213292 h 398844"/>
                <a:gd name="connsiteX94" fmla="*/ 916480 w 2915191"/>
                <a:gd name="connsiteY94" fmla="*/ 191470 h 398844"/>
                <a:gd name="connsiteX95" fmla="*/ 926230 w 2915191"/>
                <a:gd name="connsiteY95" fmla="*/ 157157 h 398844"/>
                <a:gd name="connsiteX96" fmla="*/ 935979 w 2915191"/>
                <a:gd name="connsiteY96" fmla="*/ 181718 h 398844"/>
                <a:gd name="connsiteX97" fmla="*/ 945729 w 2915191"/>
                <a:gd name="connsiteY97" fmla="*/ 181122 h 398844"/>
                <a:gd name="connsiteX98" fmla="*/ 955479 w 2915191"/>
                <a:gd name="connsiteY98" fmla="*/ 188521 h 398844"/>
                <a:gd name="connsiteX99" fmla="*/ 965229 w 2915191"/>
                <a:gd name="connsiteY99" fmla="*/ 212963 h 398844"/>
                <a:gd name="connsiteX100" fmla="*/ 974979 w 2915191"/>
                <a:gd name="connsiteY100" fmla="*/ 245863 h 398844"/>
                <a:gd name="connsiteX101" fmla="*/ 984729 w 2915191"/>
                <a:gd name="connsiteY101" fmla="*/ 221672 h 398844"/>
                <a:gd name="connsiteX102" fmla="*/ 994474 w 2915191"/>
                <a:gd name="connsiteY102" fmla="*/ 225511 h 398844"/>
                <a:gd name="connsiteX103" fmla="*/ 1004233 w 2915191"/>
                <a:gd name="connsiteY103" fmla="*/ 266491 h 398844"/>
                <a:gd name="connsiteX104" fmla="*/ 1013977 w 2915191"/>
                <a:gd name="connsiteY104" fmla="*/ 290757 h 398844"/>
                <a:gd name="connsiteX105" fmla="*/ 1023721 w 2915191"/>
                <a:gd name="connsiteY105" fmla="*/ 278355 h 398844"/>
                <a:gd name="connsiteX106" fmla="*/ 1033480 w 2915191"/>
                <a:gd name="connsiteY106" fmla="*/ 288209 h 398844"/>
                <a:gd name="connsiteX107" fmla="*/ 1043224 w 2915191"/>
                <a:gd name="connsiteY107" fmla="*/ 304653 h 398844"/>
                <a:gd name="connsiteX108" fmla="*/ 1052983 w 2915191"/>
                <a:gd name="connsiteY108" fmla="*/ 320154 h 398844"/>
                <a:gd name="connsiteX109" fmla="*/ 1062727 w 2915191"/>
                <a:gd name="connsiteY109" fmla="*/ 354755 h 398844"/>
                <a:gd name="connsiteX110" fmla="*/ 1072471 w 2915191"/>
                <a:gd name="connsiteY110" fmla="*/ 345108 h 398844"/>
                <a:gd name="connsiteX111" fmla="*/ 1082230 w 2915191"/>
                <a:gd name="connsiteY111" fmla="*/ 358388 h 398844"/>
                <a:gd name="connsiteX112" fmla="*/ 1091973 w 2915191"/>
                <a:gd name="connsiteY112" fmla="*/ 297074 h 398844"/>
                <a:gd name="connsiteX113" fmla="*/ 1101732 w 2915191"/>
                <a:gd name="connsiteY113" fmla="*/ 313752 h 398844"/>
                <a:gd name="connsiteX114" fmla="*/ 1111476 w 2915191"/>
                <a:gd name="connsiteY114" fmla="*/ 290039 h 398844"/>
                <a:gd name="connsiteX115" fmla="*/ 1121220 w 2915191"/>
                <a:gd name="connsiteY115" fmla="*/ 310528 h 398844"/>
                <a:gd name="connsiteX116" fmla="*/ 1130979 w 2915191"/>
                <a:gd name="connsiteY116" fmla="*/ 303649 h 398844"/>
                <a:gd name="connsiteX117" fmla="*/ 1140723 w 2915191"/>
                <a:gd name="connsiteY117" fmla="*/ 303710 h 398844"/>
                <a:gd name="connsiteX118" fmla="*/ 1150482 w 2915191"/>
                <a:gd name="connsiteY118" fmla="*/ 308801 h 398844"/>
                <a:gd name="connsiteX119" fmla="*/ 1160226 w 2915191"/>
                <a:gd name="connsiteY119" fmla="*/ 322402 h 398844"/>
                <a:gd name="connsiteX120" fmla="*/ 1169969 w 2915191"/>
                <a:gd name="connsiteY120" fmla="*/ 344073 h 398844"/>
                <a:gd name="connsiteX121" fmla="*/ 1179728 w 2915191"/>
                <a:gd name="connsiteY121" fmla="*/ 331449 h 398844"/>
                <a:gd name="connsiteX122" fmla="*/ 1189472 w 2915191"/>
                <a:gd name="connsiteY122" fmla="*/ 332971 h 398844"/>
                <a:gd name="connsiteX123" fmla="*/ 1199231 w 2915191"/>
                <a:gd name="connsiteY123" fmla="*/ 321149 h 398844"/>
                <a:gd name="connsiteX124" fmla="*/ 1208975 w 2915191"/>
                <a:gd name="connsiteY124" fmla="*/ 312646 h 398844"/>
                <a:gd name="connsiteX125" fmla="*/ 1218719 w 2915191"/>
                <a:gd name="connsiteY125" fmla="*/ 332454 h 398844"/>
                <a:gd name="connsiteX126" fmla="*/ 1228478 w 2915191"/>
                <a:gd name="connsiteY126" fmla="*/ 349177 h 398844"/>
                <a:gd name="connsiteX127" fmla="*/ 1238222 w 2915191"/>
                <a:gd name="connsiteY127" fmla="*/ 311205 h 398844"/>
                <a:gd name="connsiteX128" fmla="*/ 1247966 w 2915191"/>
                <a:gd name="connsiteY128" fmla="*/ 283185 h 398844"/>
                <a:gd name="connsiteX129" fmla="*/ 1257725 w 2915191"/>
                <a:gd name="connsiteY129" fmla="*/ 278726 h 398844"/>
                <a:gd name="connsiteX130" fmla="*/ 1267469 w 2915191"/>
                <a:gd name="connsiteY130" fmla="*/ 300864 h 398844"/>
                <a:gd name="connsiteX131" fmla="*/ 1277227 w 2915191"/>
                <a:gd name="connsiteY131" fmla="*/ 316909 h 398844"/>
                <a:gd name="connsiteX132" fmla="*/ 1286971 w 2915191"/>
                <a:gd name="connsiteY132" fmla="*/ 346746 h 398844"/>
                <a:gd name="connsiteX133" fmla="*/ 1296715 w 2915191"/>
                <a:gd name="connsiteY133" fmla="*/ 370572 h 398844"/>
                <a:gd name="connsiteX134" fmla="*/ 1306474 w 2915191"/>
                <a:gd name="connsiteY134" fmla="*/ 351702 h 398844"/>
                <a:gd name="connsiteX135" fmla="*/ 1316218 w 2915191"/>
                <a:gd name="connsiteY135" fmla="*/ 340308 h 398844"/>
                <a:gd name="connsiteX136" fmla="*/ 1325977 w 2915191"/>
                <a:gd name="connsiteY136" fmla="*/ 350947 h 398844"/>
                <a:gd name="connsiteX137" fmla="*/ 1335721 w 2915191"/>
                <a:gd name="connsiteY137" fmla="*/ 350560 h 398844"/>
                <a:gd name="connsiteX138" fmla="*/ 1345465 w 2915191"/>
                <a:gd name="connsiteY138" fmla="*/ 336526 h 398844"/>
                <a:gd name="connsiteX139" fmla="*/ 1355224 w 2915191"/>
                <a:gd name="connsiteY139" fmla="*/ 327597 h 398844"/>
                <a:gd name="connsiteX140" fmla="*/ 1364967 w 2915191"/>
                <a:gd name="connsiteY140" fmla="*/ 310301 h 398844"/>
                <a:gd name="connsiteX141" fmla="*/ 1374726 w 2915191"/>
                <a:gd name="connsiteY141" fmla="*/ 312226 h 398844"/>
                <a:gd name="connsiteX142" fmla="*/ 1384470 w 2915191"/>
                <a:gd name="connsiteY142" fmla="*/ 302667 h 398844"/>
                <a:gd name="connsiteX143" fmla="*/ 1394214 w 2915191"/>
                <a:gd name="connsiteY143" fmla="*/ 287531 h 398844"/>
                <a:gd name="connsiteX144" fmla="*/ 1403973 w 2915191"/>
                <a:gd name="connsiteY144" fmla="*/ 283023 h 398844"/>
                <a:gd name="connsiteX145" fmla="*/ 1413717 w 2915191"/>
                <a:gd name="connsiteY145" fmla="*/ 299368 h 398844"/>
                <a:gd name="connsiteX146" fmla="*/ 1423476 w 2915191"/>
                <a:gd name="connsiteY146" fmla="*/ 332930 h 398844"/>
                <a:gd name="connsiteX147" fmla="*/ 1433220 w 2915191"/>
                <a:gd name="connsiteY147" fmla="*/ 306985 h 398844"/>
                <a:gd name="connsiteX148" fmla="*/ 1442964 w 2915191"/>
                <a:gd name="connsiteY148" fmla="*/ 292497 h 398844"/>
                <a:gd name="connsiteX149" fmla="*/ 1452722 w 2915191"/>
                <a:gd name="connsiteY149" fmla="*/ 287002 h 398844"/>
                <a:gd name="connsiteX150" fmla="*/ 1462466 w 2915191"/>
                <a:gd name="connsiteY150" fmla="*/ 274065 h 398844"/>
                <a:gd name="connsiteX151" fmla="*/ 1472225 w 2915191"/>
                <a:gd name="connsiteY151" fmla="*/ 305066 h 398844"/>
                <a:gd name="connsiteX152" fmla="*/ 1481969 w 2915191"/>
                <a:gd name="connsiteY152" fmla="*/ 275862 h 398844"/>
                <a:gd name="connsiteX153" fmla="*/ 1491713 w 2915191"/>
                <a:gd name="connsiteY153" fmla="*/ 303364 h 398844"/>
                <a:gd name="connsiteX154" fmla="*/ 1501472 w 2915191"/>
                <a:gd name="connsiteY154" fmla="*/ 300535 h 398844"/>
                <a:gd name="connsiteX155" fmla="*/ 1511216 w 2915191"/>
                <a:gd name="connsiteY155" fmla="*/ 298492 h 398844"/>
                <a:gd name="connsiteX156" fmla="*/ 1520960 w 2915191"/>
                <a:gd name="connsiteY156" fmla="*/ 328834 h 398844"/>
                <a:gd name="connsiteX157" fmla="*/ 1530719 w 2915191"/>
                <a:gd name="connsiteY157" fmla="*/ 348742 h 398844"/>
                <a:gd name="connsiteX158" fmla="*/ 1540463 w 2915191"/>
                <a:gd name="connsiteY158" fmla="*/ 329598 h 398844"/>
                <a:gd name="connsiteX159" fmla="*/ 1550221 w 2915191"/>
                <a:gd name="connsiteY159" fmla="*/ 332588 h 398844"/>
                <a:gd name="connsiteX160" fmla="*/ 1559965 w 2915191"/>
                <a:gd name="connsiteY160" fmla="*/ 327268 h 398844"/>
                <a:gd name="connsiteX161" fmla="*/ 1569709 w 2915191"/>
                <a:gd name="connsiteY161" fmla="*/ 302207 h 398844"/>
                <a:gd name="connsiteX162" fmla="*/ 1579468 w 2915191"/>
                <a:gd name="connsiteY162" fmla="*/ 283528 h 398844"/>
                <a:gd name="connsiteX163" fmla="*/ 1589212 w 2915191"/>
                <a:gd name="connsiteY163" fmla="*/ 295658 h 398844"/>
                <a:gd name="connsiteX164" fmla="*/ 1598971 w 2915191"/>
                <a:gd name="connsiteY164" fmla="*/ 331203 h 398844"/>
                <a:gd name="connsiteX165" fmla="*/ 1608715 w 2915191"/>
                <a:gd name="connsiteY165" fmla="*/ 273821 h 398844"/>
                <a:gd name="connsiteX166" fmla="*/ 1618459 w 2915191"/>
                <a:gd name="connsiteY166" fmla="*/ 276311 h 398844"/>
                <a:gd name="connsiteX167" fmla="*/ 1628218 w 2915191"/>
                <a:gd name="connsiteY167" fmla="*/ 270737 h 398844"/>
                <a:gd name="connsiteX168" fmla="*/ 1637962 w 2915191"/>
                <a:gd name="connsiteY168" fmla="*/ 287574 h 398844"/>
                <a:gd name="connsiteX169" fmla="*/ 1647720 w 2915191"/>
                <a:gd name="connsiteY169" fmla="*/ 317041 h 398844"/>
                <a:gd name="connsiteX170" fmla="*/ 1657464 w 2915191"/>
                <a:gd name="connsiteY170" fmla="*/ 356166 h 398844"/>
                <a:gd name="connsiteX171" fmla="*/ 1667208 w 2915191"/>
                <a:gd name="connsiteY171" fmla="*/ 359313 h 398844"/>
                <a:gd name="connsiteX172" fmla="*/ 1676967 w 2915191"/>
                <a:gd name="connsiteY172" fmla="*/ 371405 h 398844"/>
                <a:gd name="connsiteX173" fmla="*/ 1686711 w 2915191"/>
                <a:gd name="connsiteY173" fmla="*/ 343478 h 398844"/>
                <a:gd name="connsiteX174" fmla="*/ 1696470 w 2915191"/>
                <a:gd name="connsiteY174" fmla="*/ 338146 h 398844"/>
                <a:gd name="connsiteX175" fmla="*/ 1706214 w 2915191"/>
                <a:gd name="connsiteY175" fmla="*/ 328138 h 398844"/>
                <a:gd name="connsiteX176" fmla="*/ 1715958 w 2915191"/>
                <a:gd name="connsiteY176" fmla="*/ 308956 h 398844"/>
                <a:gd name="connsiteX177" fmla="*/ 1725716 w 2915191"/>
                <a:gd name="connsiteY177" fmla="*/ 333786 h 398844"/>
                <a:gd name="connsiteX178" fmla="*/ 1735460 w 2915191"/>
                <a:gd name="connsiteY178" fmla="*/ 352313 h 398844"/>
                <a:gd name="connsiteX179" fmla="*/ 1745219 w 2915191"/>
                <a:gd name="connsiteY179" fmla="*/ 349859 h 398844"/>
                <a:gd name="connsiteX180" fmla="*/ 1754963 w 2915191"/>
                <a:gd name="connsiteY180" fmla="*/ 333821 h 398844"/>
                <a:gd name="connsiteX181" fmla="*/ 1764707 w 2915191"/>
                <a:gd name="connsiteY181" fmla="*/ 362281 h 398844"/>
                <a:gd name="connsiteX182" fmla="*/ 1774466 w 2915191"/>
                <a:gd name="connsiteY182" fmla="*/ 378713 h 398844"/>
                <a:gd name="connsiteX183" fmla="*/ 1784210 w 2915191"/>
                <a:gd name="connsiteY183" fmla="*/ 398844 h 398844"/>
                <a:gd name="connsiteX184" fmla="*/ 1793969 w 2915191"/>
                <a:gd name="connsiteY184" fmla="*/ 395058 h 398844"/>
                <a:gd name="connsiteX185" fmla="*/ 1803713 w 2915191"/>
                <a:gd name="connsiteY185" fmla="*/ 392524 h 398844"/>
                <a:gd name="connsiteX186" fmla="*/ 1813457 w 2915191"/>
                <a:gd name="connsiteY186" fmla="*/ 381196 h 398844"/>
                <a:gd name="connsiteX187" fmla="*/ 1823215 w 2915191"/>
                <a:gd name="connsiteY187" fmla="*/ 385836 h 398844"/>
                <a:gd name="connsiteX188" fmla="*/ 1832959 w 2915191"/>
                <a:gd name="connsiteY188" fmla="*/ 390163 h 398844"/>
                <a:gd name="connsiteX189" fmla="*/ 1842703 w 2915191"/>
                <a:gd name="connsiteY189" fmla="*/ 389153 h 398844"/>
                <a:gd name="connsiteX190" fmla="*/ 1852462 w 2915191"/>
                <a:gd name="connsiteY190" fmla="*/ 374413 h 398844"/>
                <a:gd name="connsiteX191" fmla="*/ 1862206 w 2915191"/>
                <a:gd name="connsiteY191" fmla="*/ 321937 h 398844"/>
                <a:gd name="connsiteX192" fmla="*/ 1871965 w 2915191"/>
                <a:gd name="connsiteY192" fmla="*/ 314020 h 398844"/>
                <a:gd name="connsiteX193" fmla="*/ 1881709 w 2915191"/>
                <a:gd name="connsiteY193" fmla="*/ 331601 h 398844"/>
                <a:gd name="connsiteX194" fmla="*/ 1891453 w 2915191"/>
                <a:gd name="connsiteY194" fmla="*/ 345564 h 398844"/>
                <a:gd name="connsiteX195" fmla="*/ 1901212 w 2915191"/>
                <a:gd name="connsiteY195" fmla="*/ 338494 h 398844"/>
                <a:gd name="connsiteX196" fmla="*/ 1910956 w 2915191"/>
                <a:gd name="connsiteY196" fmla="*/ 316535 h 398844"/>
                <a:gd name="connsiteX197" fmla="*/ 1920714 w 2915191"/>
                <a:gd name="connsiteY197" fmla="*/ 285275 h 398844"/>
                <a:gd name="connsiteX198" fmla="*/ 1930458 w 2915191"/>
                <a:gd name="connsiteY198" fmla="*/ 304154 h 398844"/>
                <a:gd name="connsiteX199" fmla="*/ 1940202 w 2915191"/>
                <a:gd name="connsiteY199" fmla="*/ 302577 h 398844"/>
                <a:gd name="connsiteX200" fmla="*/ 1949961 w 2915191"/>
                <a:gd name="connsiteY200" fmla="*/ 322348 h 398844"/>
                <a:gd name="connsiteX201" fmla="*/ 1959705 w 2915191"/>
                <a:gd name="connsiteY201" fmla="*/ 330787 h 398844"/>
                <a:gd name="connsiteX202" fmla="*/ 1969464 w 2915191"/>
                <a:gd name="connsiteY202" fmla="*/ 340333 h 398844"/>
                <a:gd name="connsiteX203" fmla="*/ 1979208 w 2915191"/>
                <a:gd name="connsiteY203" fmla="*/ 351083 h 398844"/>
                <a:gd name="connsiteX204" fmla="*/ 1988952 w 2915191"/>
                <a:gd name="connsiteY204" fmla="*/ 340819 h 398844"/>
                <a:gd name="connsiteX205" fmla="*/ 1998711 w 2915191"/>
                <a:gd name="connsiteY205" fmla="*/ 338004 h 398844"/>
                <a:gd name="connsiteX206" fmla="*/ 2008454 w 2915191"/>
                <a:gd name="connsiteY206" fmla="*/ 336075 h 398844"/>
                <a:gd name="connsiteX207" fmla="*/ 2018213 w 2915191"/>
                <a:gd name="connsiteY207" fmla="*/ 362827 h 398844"/>
                <a:gd name="connsiteX208" fmla="*/ 2027957 w 2915191"/>
                <a:gd name="connsiteY208" fmla="*/ 338870 h 398844"/>
                <a:gd name="connsiteX209" fmla="*/ 2037701 w 2915191"/>
                <a:gd name="connsiteY209" fmla="*/ 320540 h 398844"/>
                <a:gd name="connsiteX210" fmla="*/ 2047460 w 2915191"/>
                <a:gd name="connsiteY210" fmla="*/ 315499 h 398844"/>
                <a:gd name="connsiteX211" fmla="*/ 2057204 w 2915191"/>
                <a:gd name="connsiteY211" fmla="*/ 329309 h 398844"/>
                <a:gd name="connsiteX212" fmla="*/ 2066963 w 2915191"/>
                <a:gd name="connsiteY212" fmla="*/ 334107 h 398844"/>
                <a:gd name="connsiteX213" fmla="*/ 2076707 w 2915191"/>
                <a:gd name="connsiteY213" fmla="*/ 357194 h 398844"/>
                <a:gd name="connsiteX214" fmla="*/ 2086451 w 2915191"/>
                <a:gd name="connsiteY214" fmla="*/ 320020 h 398844"/>
                <a:gd name="connsiteX215" fmla="*/ 2096210 w 2915191"/>
                <a:gd name="connsiteY215" fmla="*/ 324559 h 398844"/>
                <a:gd name="connsiteX216" fmla="*/ 2105954 w 2915191"/>
                <a:gd name="connsiteY216" fmla="*/ 336581 h 398844"/>
                <a:gd name="connsiteX217" fmla="*/ 2115697 w 2915191"/>
                <a:gd name="connsiteY217" fmla="*/ 294040 h 398844"/>
                <a:gd name="connsiteX218" fmla="*/ 2125456 w 2915191"/>
                <a:gd name="connsiteY218" fmla="*/ 241314 h 398844"/>
                <a:gd name="connsiteX219" fmla="*/ 2135200 w 2915191"/>
                <a:gd name="connsiteY219" fmla="*/ 251224 h 398844"/>
                <a:gd name="connsiteX220" fmla="*/ 2144959 w 2915191"/>
                <a:gd name="connsiteY220" fmla="*/ 214131 h 398844"/>
                <a:gd name="connsiteX221" fmla="*/ 2154703 w 2915191"/>
                <a:gd name="connsiteY221" fmla="*/ 195752 h 398844"/>
                <a:gd name="connsiteX222" fmla="*/ 2164447 w 2915191"/>
                <a:gd name="connsiteY222" fmla="*/ 193791 h 398844"/>
                <a:gd name="connsiteX223" fmla="*/ 2174206 w 2915191"/>
                <a:gd name="connsiteY223" fmla="*/ 184177 h 398844"/>
                <a:gd name="connsiteX224" fmla="*/ 2183950 w 2915191"/>
                <a:gd name="connsiteY224" fmla="*/ 237502 h 398844"/>
                <a:gd name="connsiteX225" fmla="*/ 2193709 w 2915191"/>
                <a:gd name="connsiteY225" fmla="*/ 243679 h 398844"/>
                <a:gd name="connsiteX226" fmla="*/ 2203452 w 2915191"/>
                <a:gd name="connsiteY226" fmla="*/ 236502 h 398844"/>
                <a:gd name="connsiteX227" fmla="*/ 2213196 w 2915191"/>
                <a:gd name="connsiteY227" fmla="*/ 235408 h 398844"/>
                <a:gd name="connsiteX228" fmla="*/ 2222955 w 2915191"/>
                <a:gd name="connsiteY228" fmla="*/ 215259 h 398844"/>
                <a:gd name="connsiteX229" fmla="*/ 2232699 w 2915191"/>
                <a:gd name="connsiteY229" fmla="*/ 203642 h 398844"/>
                <a:gd name="connsiteX230" fmla="*/ 2242458 w 2915191"/>
                <a:gd name="connsiteY230" fmla="*/ 189268 h 398844"/>
                <a:gd name="connsiteX231" fmla="*/ 2252202 w 2915191"/>
                <a:gd name="connsiteY231" fmla="*/ 151886 h 398844"/>
                <a:gd name="connsiteX232" fmla="*/ 2261946 w 2915191"/>
                <a:gd name="connsiteY232" fmla="*/ 165392 h 398844"/>
                <a:gd name="connsiteX233" fmla="*/ 2271705 w 2915191"/>
                <a:gd name="connsiteY233" fmla="*/ 139551 h 398844"/>
                <a:gd name="connsiteX234" fmla="*/ 2281449 w 2915191"/>
                <a:gd name="connsiteY234" fmla="*/ 122580 h 398844"/>
                <a:gd name="connsiteX235" fmla="*/ 2291208 w 2915191"/>
                <a:gd name="connsiteY235" fmla="*/ 127720 h 398844"/>
                <a:gd name="connsiteX236" fmla="*/ 2300951 w 2915191"/>
                <a:gd name="connsiteY236" fmla="*/ 111494 h 398844"/>
                <a:gd name="connsiteX237" fmla="*/ 2310695 w 2915191"/>
                <a:gd name="connsiteY237" fmla="*/ 117000 h 398844"/>
                <a:gd name="connsiteX238" fmla="*/ 2320454 w 2915191"/>
                <a:gd name="connsiteY238" fmla="*/ 95218 h 398844"/>
                <a:gd name="connsiteX239" fmla="*/ 2330198 w 2915191"/>
                <a:gd name="connsiteY239" fmla="*/ 72773 h 398844"/>
                <a:gd name="connsiteX240" fmla="*/ 2339957 w 2915191"/>
                <a:gd name="connsiteY240" fmla="*/ 56826 h 398844"/>
                <a:gd name="connsiteX241" fmla="*/ 2349701 w 2915191"/>
                <a:gd name="connsiteY241" fmla="*/ 55116 h 398844"/>
                <a:gd name="connsiteX242" fmla="*/ 2359445 w 2915191"/>
                <a:gd name="connsiteY242" fmla="*/ 92353 h 398844"/>
                <a:gd name="connsiteX243" fmla="*/ 2369204 w 2915191"/>
                <a:gd name="connsiteY243" fmla="*/ 114022 h 398844"/>
                <a:gd name="connsiteX244" fmla="*/ 2378948 w 2915191"/>
                <a:gd name="connsiteY244" fmla="*/ 97045 h 398844"/>
                <a:gd name="connsiteX245" fmla="*/ 2388692 w 2915191"/>
                <a:gd name="connsiteY245" fmla="*/ 121418 h 398844"/>
                <a:gd name="connsiteX246" fmla="*/ 2398450 w 2915191"/>
                <a:gd name="connsiteY246" fmla="*/ 125433 h 398844"/>
                <a:gd name="connsiteX247" fmla="*/ 2408194 w 2915191"/>
                <a:gd name="connsiteY247" fmla="*/ 122321 h 398844"/>
                <a:gd name="connsiteX248" fmla="*/ 2417953 w 2915191"/>
                <a:gd name="connsiteY248" fmla="*/ 126990 h 398844"/>
                <a:gd name="connsiteX249" fmla="*/ 2427697 w 2915191"/>
                <a:gd name="connsiteY249" fmla="*/ 138721 h 398844"/>
                <a:gd name="connsiteX250" fmla="*/ 2437441 w 2915191"/>
                <a:gd name="connsiteY250" fmla="*/ 151569 h 398844"/>
                <a:gd name="connsiteX251" fmla="*/ 2447200 w 2915191"/>
                <a:gd name="connsiteY251" fmla="*/ 117139 h 398844"/>
                <a:gd name="connsiteX252" fmla="*/ 2456944 w 2915191"/>
                <a:gd name="connsiteY252" fmla="*/ 99773 h 398844"/>
                <a:gd name="connsiteX253" fmla="*/ 2466703 w 2915191"/>
                <a:gd name="connsiteY253" fmla="*/ 116765 h 398844"/>
                <a:gd name="connsiteX254" fmla="*/ 2476446 w 2915191"/>
                <a:gd name="connsiteY254" fmla="*/ 144171 h 398844"/>
                <a:gd name="connsiteX255" fmla="*/ 2486190 w 2915191"/>
                <a:gd name="connsiteY255" fmla="*/ 131673 h 398844"/>
                <a:gd name="connsiteX256" fmla="*/ 2495949 w 2915191"/>
                <a:gd name="connsiteY256" fmla="*/ 114615 h 398844"/>
                <a:gd name="connsiteX257" fmla="*/ 2505693 w 2915191"/>
                <a:gd name="connsiteY257" fmla="*/ 102334 h 398844"/>
                <a:gd name="connsiteX258" fmla="*/ 2515452 w 2915191"/>
                <a:gd name="connsiteY258" fmla="*/ 92670 h 398844"/>
                <a:gd name="connsiteX259" fmla="*/ 2525196 w 2915191"/>
                <a:gd name="connsiteY259" fmla="*/ 94503 h 398844"/>
                <a:gd name="connsiteX260" fmla="*/ 2534940 w 2915191"/>
                <a:gd name="connsiteY260" fmla="*/ 112809 h 398844"/>
                <a:gd name="connsiteX261" fmla="*/ 2544699 w 2915191"/>
                <a:gd name="connsiteY261" fmla="*/ 115002 h 398844"/>
                <a:gd name="connsiteX262" fmla="*/ 2554443 w 2915191"/>
                <a:gd name="connsiteY262" fmla="*/ 113813 h 398844"/>
                <a:gd name="connsiteX263" fmla="*/ 2564202 w 2915191"/>
                <a:gd name="connsiteY263" fmla="*/ 101358 h 398844"/>
                <a:gd name="connsiteX264" fmla="*/ 2573946 w 2915191"/>
                <a:gd name="connsiteY264" fmla="*/ 72698 h 398844"/>
                <a:gd name="connsiteX265" fmla="*/ 2583690 w 2915191"/>
                <a:gd name="connsiteY265" fmla="*/ 83810 h 398844"/>
                <a:gd name="connsiteX266" fmla="*/ 2593448 w 2915191"/>
                <a:gd name="connsiteY266" fmla="*/ 77333 h 398844"/>
                <a:gd name="connsiteX267" fmla="*/ 2603192 w 2915191"/>
                <a:gd name="connsiteY267" fmla="*/ 85581 h 398844"/>
                <a:gd name="connsiteX268" fmla="*/ 2612951 w 2915191"/>
                <a:gd name="connsiteY268" fmla="*/ 75983 h 398844"/>
                <a:gd name="connsiteX269" fmla="*/ 2622695 w 2915191"/>
                <a:gd name="connsiteY269" fmla="*/ 85258 h 398844"/>
                <a:gd name="connsiteX270" fmla="*/ 2632439 w 2915191"/>
                <a:gd name="connsiteY270" fmla="*/ 80243 h 398844"/>
                <a:gd name="connsiteX271" fmla="*/ 2642198 w 2915191"/>
                <a:gd name="connsiteY271" fmla="*/ 72470 h 398844"/>
                <a:gd name="connsiteX272" fmla="*/ 2651942 w 2915191"/>
                <a:gd name="connsiteY272" fmla="*/ 71628 h 398844"/>
                <a:gd name="connsiteX273" fmla="*/ 2661685 w 2915191"/>
                <a:gd name="connsiteY273" fmla="*/ 82560 h 398844"/>
                <a:gd name="connsiteX274" fmla="*/ 2671444 w 2915191"/>
                <a:gd name="connsiteY274" fmla="*/ 107019 h 398844"/>
                <a:gd name="connsiteX275" fmla="*/ 2681188 w 2915191"/>
                <a:gd name="connsiteY275" fmla="*/ 108173 h 398844"/>
                <a:gd name="connsiteX276" fmla="*/ 2690947 w 2915191"/>
                <a:gd name="connsiteY276" fmla="*/ 136180 h 398844"/>
                <a:gd name="connsiteX277" fmla="*/ 2700691 w 2915191"/>
                <a:gd name="connsiteY277" fmla="*/ 163992 h 398844"/>
                <a:gd name="connsiteX278" fmla="*/ 2710435 w 2915191"/>
                <a:gd name="connsiteY278" fmla="*/ 151034 h 398844"/>
                <a:gd name="connsiteX279" fmla="*/ 2720194 w 2915191"/>
                <a:gd name="connsiteY279" fmla="*/ 159964 h 398844"/>
                <a:gd name="connsiteX280" fmla="*/ 2729938 w 2915191"/>
                <a:gd name="connsiteY280" fmla="*/ 148936 h 398844"/>
                <a:gd name="connsiteX281" fmla="*/ 2739697 w 2915191"/>
                <a:gd name="connsiteY281" fmla="*/ 121387 h 398844"/>
                <a:gd name="connsiteX282" fmla="*/ 2749441 w 2915191"/>
                <a:gd name="connsiteY282" fmla="*/ 120472 h 398844"/>
                <a:gd name="connsiteX283" fmla="*/ 2759185 w 2915191"/>
                <a:gd name="connsiteY283" fmla="*/ 133411 h 398844"/>
                <a:gd name="connsiteX284" fmla="*/ 2768943 w 2915191"/>
                <a:gd name="connsiteY284" fmla="*/ 149720 h 398844"/>
                <a:gd name="connsiteX285" fmla="*/ 2778687 w 2915191"/>
                <a:gd name="connsiteY285" fmla="*/ 173092 h 398844"/>
                <a:gd name="connsiteX286" fmla="*/ 2788446 w 2915191"/>
                <a:gd name="connsiteY286" fmla="*/ 203139 h 398844"/>
                <a:gd name="connsiteX287" fmla="*/ 2798190 w 2915191"/>
                <a:gd name="connsiteY287" fmla="*/ 238542 h 398844"/>
                <a:gd name="connsiteX288" fmla="*/ 2807934 w 2915191"/>
                <a:gd name="connsiteY288" fmla="*/ 291652 h 398844"/>
                <a:gd name="connsiteX289" fmla="*/ 2817693 w 2915191"/>
                <a:gd name="connsiteY289" fmla="*/ 309339 h 398844"/>
                <a:gd name="connsiteX290" fmla="*/ 2827437 w 2915191"/>
                <a:gd name="connsiteY290" fmla="*/ 333649 h 398844"/>
                <a:gd name="connsiteX291" fmla="*/ 2837196 w 2915191"/>
                <a:gd name="connsiteY291" fmla="*/ 322100 h 398844"/>
                <a:gd name="connsiteX292" fmla="*/ 2846940 w 2915191"/>
                <a:gd name="connsiteY292" fmla="*/ 339071 h 398844"/>
                <a:gd name="connsiteX293" fmla="*/ 2856684 w 2915191"/>
                <a:gd name="connsiteY293" fmla="*/ 325279 h 398844"/>
                <a:gd name="connsiteX294" fmla="*/ 2866442 w 2915191"/>
                <a:gd name="connsiteY294" fmla="*/ 335915 h 398844"/>
                <a:gd name="connsiteX295" fmla="*/ 2876186 w 2915191"/>
                <a:gd name="connsiteY295" fmla="*/ 311644 h 398844"/>
                <a:gd name="connsiteX296" fmla="*/ 2885945 w 2915191"/>
                <a:gd name="connsiteY296" fmla="*/ 308914 h 398844"/>
                <a:gd name="connsiteX297" fmla="*/ 2895689 w 2915191"/>
                <a:gd name="connsiteY297" fmla="*/ 304052 h 398844"/>
                <a:gd name="connsiteX298" fmla="*/ 2905433 w 2915191"/>
                <a:gd name="connsiteY298" fmla="*/ 295863 h 398844"/>
                <a:gd name="connsiteX299" fmla="*/ 2915192 w 2915191"/>
                <a:gd name="connsiteY299" fmla="*/ 314471 h 398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98844">
                  <a:moveTo>
                    <a:pt x="0" y="0"/>
                  </a:moveTo>
                  <a:lnTo>
                    <a:pt x="9750" y="23599"/>
                  </a:lnTo>
                  <a:lnTo>
                    <a:pt x="19500" y="41723"/>
                  </a:lnTo>
                  <a:lnTo>
                    <a:pt x="29250" y="51637"/>
                  </a:lnTo>
                  <a:lnTo>
                    <a:pt x="39000" y="76021"/>
                  </a:lnTo>
                  <a:lnTo>
                    <a:pt x="48749" y="67025"/>
                  </a:lnTo>
                  <a:lnTo>
                    <a:pt x="58499" y="55120"/>
                  </a:lnTo>
                  <a:lnTo>
                    <a:pt x="68249" y="81851"/>
                  </a:lnTo>
                  <a:lnTo>
                    <a:pt x="77998" y="99549"/>
                  </a:lnTo>
                  <a:lnTo>
                    <a:pt x="87748" y="130861"/>
                  </a:lnTo>
                  <a:lnTo>
                    <a:pt x="97497" y="153604"/>
                  </a:lnTo>
                  <a:lnTo>
                    <a:pt x="107247" y="171398"/>
                  </a:lnTo>
                  <a:lnTo>
                    <a:pt x="116997" y="174606"/>
                  </a:lnTo>
                  <a:lnTo>
                    <a:pt x="126747" y="158615"/>
                  </a:lnTo>
                  <a:lnTo>
                    <a:pt x="136497" y="135554"/>
                  </a:lnTo>
                  <a:lnTo>
                    <a:pt x="146247" y="157703"/>
                  </a:lnTo>
                  <a:lnTo>
                    <a:pt x="155997" y="173533"/>
                  </a:lnTo>
                  <a:lnTo>
                    <a:pt x="165747" y="170602"/>
                  </a:lnTo>
                  <a:lnTo>
                    <a:pt x="175497" y="176477"/>
                  </a:lnTo>
                  <a:lnTo>
                    <a:pt x="185247" y="157780"/>
                  </a:lnTo>
                  <a:lnTo>
                    <a:pt x="194996" y="156344"/>
                  </a:lnTo>
                  <a:lnTo>
                    <a:pt x="204746" y="124743"/>
                  </a:lnTo>
                  <a:lnTo>
                    <a:pt x="214495" y="116483"/>
                  </a:lnTo>
                  <a:lnTo>
                    <a:pt x="224245" y="86344"/>
                  </a:lnTo>
                  <a:lnTo>
                    <a:pt x="233995" y="78570"/>
                  </a:lnTo>
                  <a:lnTo>
                    <a:pt x="243744" y="109443"/>
                  </a:lnTo>
                  <a:lnTo>
                    <a:pt x="253494" y="155457"/>
                  </a:lnTo>
                  <a:lnTo>
                    <a:pt x="263244" y="137150"/>
                  </a:lnTo>
                  <a:lnTo>
                    <a:pt x="272994" y="162435"/>
                  </a:lnTo>
                  <a:lnTo>
                    <a:pt x="282744" y="192566"/>
                  </a:lnTo>
                  <a:lnTo>
                    <a:pt x="292494" y="174701"/>
                  </a:lnTo>
                  <a:lnTo>
                    <a:pt x="302244" y="198165"/>
                  </a:lnTo>
                  <a:lnTo>
                    <a:pt x="311994" y="207789"/>
                  </a:lnTo>
                  <a:lnTo>
                    <a:pt x="321744" y="226149"/>
                  </a:lnTo>
                  <a:lnTo>
                    <a:pt x="331493" y="191428"/>
                  </a:lnTo>
                  <a:lnTo>
                    <a:pt x="341243" y="170708"/>
                  </a:lnTo>
                  <a:lnTo>
                    <a:pt x="350993" y="173362"/>
                  </a:lnTo>
                  <a:lnTo>
                    <a:pt x="360742" y="191494"/>
                  </a:lnTo>
                  <a:lnTo>
                    <a:pt x="370492" y="206241"/>
                  </a:lnTo>
                  <a:lnTo>
                    <a:pt x="380241" y="181619"/>
                  </a:lnTo>
                  <a:lnTo>
                    <a:pt x="389991" y="186224"/>
                  </a:lnTo>
                  <a:lnTo>
                    <a:pt x="399741" y="185713"/>
                  </a:lnTo>
                  <a:lnTo>
                    <a:pt x="409491" y="219565"/>
                  </a:lnTo>
                  <a:lnTo>
                    <a:pt x="419241" y="223903"/>
                  </a:lnTo>
                  <a:lnTo>
                    <a:pt x="428991" y="212568"/>
                  </a:lnTo>
                  <a:lnTo>
                    <a:pt x="438741" y="214483"/>
                  </a:lnTo>
                  <a:lnTo>
                    <a:pt x="448491" y="213002"/>
                  </a:lnTo>
                  <a:lnTo>
                    <a:pt x="458241" y="235915"/>
                  </a:lnTo>
                  <a:lnTo>
                    <a:pt x="467991" y="223671"/>
                  </a:lnTo>
                  <a:lnTo>
                    <a:pt x="477740" y="205512"/>
                  </a:lnTo>
                  <a:lnTo>
                    <a:pt x="487490" y="181701"/>
                  </a:lnTo>
                  <a:lnTo>
                    <a:pt x="497239" y="183465"/>
                  </a:lnTo>
                  <a:lnTo>
                    <a:pt x="506989" y="179321"/>
                  </a:lnTo>
                  <a:lnTo>
                    <a:pt x="516738" y="170196"/>
                  </a:lnTo>
                  <a:lnTo>
                    <a:pt x="526488" y="178815"/>
                  </a:lnTo>
                  <a:lnTo>
                    <a:pt x="536238" y="191094"/>
                  </a:lnTo>
                  <a:lnTo>
                    <a:pt x="545988" y="233720"/>
                  </a:lnTo>
                  <a:lnTo>
                    <a:pt x="555738" y="240201"/>
                  </a:lnTo>
                  <a:lnTo>
                    <a:pt x="565488" y="219003"/>
                  </a:lnTo>
                  <a:lnTo>
                    <a:pt x="575238" y="222671"/>
                  </a:lnTo>
                  <a:lnTo>
                    <a:pt x="584988" y="222518"/>
                  </a:lnTo>
                  <a:lnTo>
                    <a:pt x="594738" y="247393"/>
                  </a:lnTo>
                  <a:lnTo>
                    <a:pt x="604488" y="218309"/>
                  </a:lnTo>
                  <a:lnTo>
                    <a:pt x="614237" y="220274"/>
                  </a:lnTo>
                  <a:lnTo>
                    <a:pt x="623987" y="240563"/>
                  </a:lnTo>
                  <a:lnTo>
                    <a:pt x="633736" y="255477"/>
                  </a:lnTo>
                  <a:lnTo>
                    <a:pt x="643486" y="193650"/>
                  </a:lnTo>
                  <a:lnTo>
                    <a:pt x="653236" y="210914"/>
                  </a:lnTo>
                  <a:lnTo>
                    <a:pt x="662985" y="190001"/>
                  </a:lnTo>
                  <a:lnTo>
                    <a:pt x="672735" y="227209"/>
                  </a:lnTo>
                  <a:lnTo>
                    <a:pt x="682485" y="217329"/>
                  </a:lnTo>
                  <a:lnTo>
                    <a:pt x="692235" y="230988"/>
                  </a:lnTo>
                  <a:lnTo>
                    <a:pt x="701985" y="223319"/>
                  </a:lnTo>
                  <a:lnTo>
                    <a:pt x="711735" y="197733"/>
                  </a:lnTo>
                  <a:lnTo>
                    <a:pt x="721485" y="186537"/>
                  </a:lnTo>
                  <a:lnTo>
                    <a:pt x="731235" y="191519"/>
                  </a:lnTo>
                  <a:lnTo>
                    <a:pt x="740985" y="196676"/>
                  </a:lnTo>
                  <a:lnTo>
                    <a:pt x="750734" y="233799"/>
                  </a:lnTo>
                  <a:lnTo>
                    <a:pt x="760484" y="254268"/>
                  </a:lnTo>
                  <a:lnTo>
                    <a:pt x="770233" y="279553"/>
                  </a:lnTo>
                  <a:lnTo>
                    <a:pt x="779983" y="292238"/>
                  </a:lnTo>
                  <a:lnTo>
                    <a:pt x="789733" y="249662"/>
                  </a:lnTo>
                  <a:lnTo>
                    <a:pt x="799482" y="240599"/>
                  </a:lnTo>
                  <a:lnTo>
                    <a:pt x="809232" y="256851"/>
                  </a:lnTo>
                  <a:lnTo>
                    <a:pt x="818982" y="226706"/>
                  </a:lnTo>
                  <a:lnTo>
                    <a:pt x="828732" y="215104"/>
                  </a:lnTo>
                  <a:lnTo>
                    <a:pt x="838482" y="209721"/>
                  </a:lnTo>
                  <a:lnTo>
                    <a:pt x="848232" y="213906"/>
                  </a:lnTo>
                  <a:lnTo>
                    <a:pt x="857982" y="201474"/>
                  </a:lnTo>
                  <a:lnTo>
                    <a:pt x="867732" y="227029"/>
                  </a:lnTo>
                  <a:lnTo>
                    <a:pt x="877482" y="217162"/>
                  </a:lnTo>
                  <a:lnTo>
                    <a:pt x="887231" y="210457"/>
                  </a:lnTo>
                  <a:lnTo>
                    <a:pt x="896981" y="209705"/>
                  </a:lnTo>
                  <a:lnTo>
                    <a:pt x="906730" y="213292"/>
                  </a:lnTo>
                  <a:lnTo>
                    <a:pt x="916480" y="191470"/>
                  </a:lnTo>
                  <a:lnTo>
                    <a:pt x="926230" y="157157"/>
                  </a:lnTo>
                  <a:lnTo>
                    <a:pt x="935979" y="181718"/>
                  </a:lnTo>
                  <a:lnTo>
                    <a:pt x="945729" y="181122"/>
                  </a:lnTo>
                  <a:lnTo>
                    <a:pt x="955479" y="188521"/>
                  </a:lnTo>
                  <a:lnTo>
                    <a:pt x="965229" y="212963"/>
                  </a:lnTo>
                  <a:lnTo>
                    <a:pt x="974979" y="245863"/>
                  </a:lnTo>
                  <a:lnTo>
                    <a:pt x="984729" y="221672"/>
                  </a:lnTo>
                  <a:lnTo>
                    <a:pt x="994474" y="225511"/>
                  </a:lnTo>
                  <a:lnTo>
                    <a:pt x="1004233" y="266491"/>
                  </a:lnTo>
                  <a:lnTo>
                    <a:pt x="1013977" y="290757"/>
                  </a:lnTo>
                  <a:lnTo>
                    <a:pt x="1023721" y="278355"/>
                  </a:lnTo>
                  <a:lnTo>
                    <a:pt x="1033480" y="288209"/>
                  </a:lnTo>
                  <a:lnTo>
                    <a:pt x="1043224" y="304653"/>
                  </a:lnTo>
                  <a:lnTo>
                    <a:pt x="1052983" y="320154"/>
                  </a:lnTo>
                  <a:lnTo>
                    <a:pt x="1062727" y="354755"/>
                  </a:lnTo>
                  <a:lnTo>
                    <a:pt x="1072471" y="345108"/>
                  </a:lnTo>
                  <a:lnTo>
                    <a:pt x="1082230" y="358388"/>
                  </a:lnTo>
                  <a:lnTo>
                    <a:pt x="1091973" y="297074"/>
                  </a:lnTo>
                  <a:lnTo>
                    <a:pt x="1101732" y="313752"/>
                  </a:lnTo>
                  <a:lnTo>
                    <a:pt x="1111476" y="290039"/>
                  </a:lnTo>
                  <a:lnTo>
                    <a:pt x="1121220" y="310528"/>
                  </a:lnTo>
                  <a:lnTo>
                    <a:pt x="1130979" y="303649"/>
                  </a:lnTo>
                  <a:lnTo>
                    <a:pt x="1140723" y="303710"/>
                  </a:lnTo>
                  <a:lnTo>
                    <a:pt x="1150482" y="308801"/>
                  </a:lnTo>
                  <a:lnTo>
                    <a:pt x="1160226" y="322402"/>
                  </a:lnTo>
                  <a:lnTo>
                    <a:pt x="1169969" y="344073"/>
                  </a:lnTo>
                  <a:lnTo>
                    <a:pt x="1179728" y="331449"/>
                  </a:lnTo>
                  <a:lnTo>
                    <a:pt x="1189472" y="332971"/>
                  </a:lnTo>
                  <a:lnTo>
                    <a:pt x="1199231" y="321149"/>
                  </a:lnTo>
                  <a:lnTo>
                    <a:pt x="1208975" y="312646"/>
                  </a:lnTo>
                  <a:lnTo>
                    <a:pt x="1218719" y="332454"/>
                  </a:lnTo>
                  <a:lnTo>
                    <a:pt x="1228478" y="349177"/>
                  </a:lnTo>
                  <a:lnTo>
                    <a:pt x="1238222" y="311205"/>
                  </a:lnTo>
                  <a:lnTo>
                    <a:pt x="1247966" y="283185"/>
                  </a:lnTo>
                  <a:lnTo>
                    <a:pt x="1257725" y="278726"/>
                  </a:lnTo>
                  <a:lnTo>
                    <a:pt x="1267469" y="300864"/>
                  </a:lnTo>
                  <a:lnTo>
                    <a:pt x="1277227" y="316909"/>
                  </a:lnTo>
                  <a:lnTo>
                    <a:pt x="1286971" y="346746"/>
                  </a:lnTo>
                  <a:lnTo>
                    <a:pt x="1296715" y="370572"/>
                  </a:lnTo>
                  <a:lnTo>
                    <a:pt x="1306474" y="351702"/>
                  </a:lnTo>
                  <a:lnTo>
                    <a:pt x="1316218" y="340308"/>
                  </a:lnTo>
                  <a:lnTo>
                    <a:pt x="1325977" y="350947"/>
                  </a:lnTo>
                  <a:lnTo>
                    <a:pt x="1335721" y="350560"/>
                  </a:lnTo>
                  <a:lnTo>
                    <a:pt x="1345465" y="336526"/>
                  </a:lnTo>
                  <a:lnTo>
                    <a:pt x="1355224" y="327597"/>
                  </a:lnTo>
                  <a:lnTo>
                    <a:pt x="1364967" y="310301"/>
                  </a:lnTo>
                  <a:lnTo>
                    <a:pt x="1374726" y="312226"/>
                  </a:lnTo>
                  <a:lnTo>
                    <a:pt x="1384470" y="302667"/>
                  </a:lnTo>
                  <a:lnTo>
                    <a:pt x="1394214" y="287531"/>
                  </a:lnTo>
                  <a:lnTo>
                    <a:pt x="1403973" y="283023"/>
                  </a:lnTo>
                  <a:lnTo>
                    <a:pt x="1413717" y="299368"/>
                  </a:lnTo>
                  <a:lnTo>
                    <a:pt x="1423476" y="332930"/>
                  </a:lnTo>
                  <a:lnTo>
                    <a:pt x="1433220" y="306985"/>
                  </a:lnTo>
                  <a:lnTo>
                    <a:pt x="1442964" y="292497"/>
                  </a:lnTo>
                  <a:lnTo>
                    <a:pt x="1452722" y="287002"/>
                  </a:lnTo>
                  <a:lnTo>
                    <a:pt x="1462466" y="274065"/>
                  </a:lnTo>
                  <a:lnTo>
                    <a:pt x="1472225" y="305066"/>
                  </a:lnTo>
                  <a:lnTo>
                    <a:pt x="1481969" y="275862"/>
                  </a:lnTo>
                  <a:lnTo>
                    <a:pt x="1491713" y="303364"/>
                  </a:lnTo>
                  <a:lnTo>
                    <a:pt x="1501472" y="300535"/>
                  </a:lnTo>
                  <a:lnTo>
                    <a:pt x="1511216" y="298492"/>
                  </a:lnTo>
                  <a:lnTo>
                    <a:pt x="1520960" y="328834"/>
                  </a:lnTo>
                  <a:lnTo>
                    <a:pt x="1530719" y="348742"/>
                  </a:lnTo>
                  <a:lnTo>
                    <a:pt x="1540463" y="329598"/>
                  </a:lnTo>
                  <a:lnTo>
                    <a:pt x="1550221" y="332588"/>
                  </a:lnTo>
                  <a:lnTo>
                    <a:pt x="1559965" y="327268"/>
                  </a:lnTo>
                  <a:lnTo>
                    <a:pt x="1569709" y="302207"/>
                  </a:lnTo>
                  <a:lnTo>
                    <a:pt x="1579468" y="283528"/>
                  </a:lnTo>
                  <a:lnTo>
                    <a:pt x="1589212" y="295658"/>
                  </a:lnTo>
                  <a:lnTo>
                    <a:pt x="1598971" y="331203"/>
                  </a:lnTo>
                  <a:lnTo>
                    <a:pt x="1608715" y="273821"/>
                  </a:lnTo>
                  <a:lnTo>
                    <a:pt x="1618459" y="276311"/>
                  </a:lnTo>
                  <a:lnTo>
                    <a:pt x="1628218" y="270737"/>
                  </a:lnTo>
                  <a:lnTo>
                    <a:pt x="1637962" y="287574"/>
                  </a:lnTo>
                  <a:lnTo>
                    <a:pt x="1647720" y="317041"/>
                  </a:lnTo>
                  <a:lnTo>
                    <a:pt x="1657464" y="356166"/>
                  </a:lnTo>
                  <a:lnTo>
                    <a:pt x="1667208" y="359313"/>
                  </a:lnTo>
                  <a:lnTo>
                    <a:pt x="1676967" y="371405"/>
                  </a:lnTo>
                  <a:lnTo>
                    <a:pt x="1686711" y="343478"/>
                  </a:lnTo>
                  <a:lnTo>
                    <a:pt x="1696470" y="338146"/>
                  </a:lnTo>
                  <a:lnTo>
                    <a:pt x="1706214" y="328138"/>
                  </a:lnTo>
                  <a:lnTo>
                    <a:pt x="1715958" y="308956"/>
                  </a:lnTo>
                  <a:lnTo>
                    <a:pt x="1725716" y="333786"/>
                  </a:lnTo>
                  <a:lnTo>
                    <a:pt x="1735460" y="352313"/>
                  </a:lnTo>
                  <a:lnTo>
                    <a:pt x="1745219" y="349859"/>
                  </a:lnTo>
                  <a:lnTo>
                    <a:pt x="1754963" y="333821"/>
                  </a:lnTo>
                  <a:lnTo>
                    <a:pt x="1764707" y="362281"/>
                  </a:lnTo>
                  <a:lnTo>
                    <a:pt x="1774466" y="378713"/>
                  </a:lnTo>
                  <a:lnTo>
                    <a:pt x="1784210" y="398844"/>
                  </a:lnTo>
                  <a:lnTo>
                    <a:pt x="1793969" y="395058"/>
                  </a:lnTo>
                  <a:lnTo>
                    <a:pt x="1803713" y="392524"/>
                  </a:lnTo>
                  <a:lnTo>
                    <a:pt x="1813457" y="381196"/>
                  </a:lnTo>
                  <a:lnTo>
                    <a:pt x="1823215" y="385836"/>
                  </a:lnTo>
                  <a:lnTo>
                    <a:pt x="1832959" y="390163"/>
                  </a:lnTo>
                  <a:lnTo>
                    <a:pt x="1842703" y="389153"/>
                  </a:lnTo>
                  <a:lnTo>
                    <a:pt x="1852462" y="374413"/>
                  </a:lnTo>
                  <a:lnTo>
                    <a:pt x="1862206" y="321937"/>
                  </a:lnTo>
                  <a:lnTo>
                    <a:pt x="1871965" y="314020"/>
                  </a:lnTo>
                  <a:lnTo>
                    <a:pt x="1881709" y="331601"/>
                  </a:lnTo>
                  <a:lnTo>
                    <a:pt x="1891453" y="345564"/>
                  </a:lnTo>
                  <a:lnTo>
                    <a:pt x="1901212" y="338494"/>
                  </a:lnTo>
                  <a:lnTo>
                    <a:pt x="1910956" y="316535"/>
                  </a:lnTo>
                  <a:lnTo>
                    <a:pt x="1920714" y="285275"/>
                  </a:lnTo>
                  <a:lnTo>
                    <a:pt x="1930458" y="304154"/>
                  </a:lnTo>
                  <a:lnTo>
                    <a:pt x="1940202" y="302577"/>
                  </a:lnTo>
                  <a:lnTo>
                    <a:pt x="1949961" y="322348"/>
                  </a:lnTo>
                  <a:lnTo>
                    <a:pt x="1959705" y="330787"/>
                  </a:lnTo>
                  <a:lnTo>
                    <a:pt x="1969464" y="340333"/>
                  </a:lnTo>
                  <a:lnTo>
                    <a:pt x="1979208" y="351083"/>
                  </a:lnTo>
                  <a:lnTo>
                    <a:pt x="1988952" y="340819"/>
                  </a:lnTo>
                  <a:lnTo>
                    <a:pt x="1998711" y="338004"/>
                  </a:lnTo>
                  <a:lnTo>
                    <a:pt x="2008454" y="336075"/>
                  </a:lnTo>
                  <a:lnTo>
                    <a:pt x="2018213" y="362827"/>
                  </a:lnTo>
                  <a:lnTo>
                    <a:pt x="2027957" y="338870"/>
                  </a:lnTo>
                  <a:lnTo>
                    <a:pt x="2037701" y="320540"/>
                  </a:lnTo>
                  <a:lnTo>
                    <a:pt x="2047460" y="315499"/>
                  </a:lnTo>
                  <a:lnTo>
                    <a:pt x="2057204" y="329309"/>
                  </a:lnTo>
                  <a:lnTo>
                    <a:pt x="2066963" y="334107"/>
                  </a:lnTo>
                  <a:lnTo>
                    <a:pt x="2076707" y="357194"/>
                  </a:lnTo>
                  <a:lnTo>
                    <a:pt x="2086451" y="320020"/>
                  </a:lnTo>
                  <a:lnTo>
                    <a:pt x="2096210" y="324559"/>
                  </a:lnTo>
                  <a:lnTo>
                    <a:pt x="2105954" y="336581"/>
                  </a:lnTo>
                  <a:lnTo>
                    <a:pt x="2115697" y="294040"/>
                  </a:lnTo>
                  <a:lnTo>
                    <a:pt x="2125456" y="241314"/>
                  </a:lnTo>
                  <a:lnTo>
                    <a:pt x="2135200" y="251224"/>
                  </a:lnTo>
                  <a:lnTo>
                    <a:pt x="2144959" y="214131"/>
                  </a:lnTo>
                  <a:lnTo>
                    <a:pt x="2154703" y="195752"/>
                  </a:lnTo>
                  <a:lnTo>
                    <a:pt x="2164447" y="193791"/>
                  </a:lnTo>
                  <a:lnTo>
                    <a:pt x="2174206" y="184177"/>
                  </a:lnTo>
                  <a:lnTo>
                    <a:pt x="2183950" y="237502"/>
                  </a:lnTo>
                  <a:lnTo>
                    <a:pt x="2193709" y="243679"/>
                  </a:lnTo>
                  <a:lnTo>
                    <a:pt x="2203452" y="236502"/>
                  </a:lnTo>
                  <a:lnTo>
                    <a:pt x="2213196" y="235408"/>
                  </a:lnTo>
                  <a:lnTo>
                    <a:pt x="2222955" y="215259"/>
                  </a:lnTo>
                  <a:lnTo>
                    <a:pt x="2232699" y="203642"/>
                  </a:lnTo>
                  <a:lnTo>
                    <a:pt x="2242458" y="189268"/>
                  </a:lnTo>
                  <a:lnTo>
                    <a:pt x="2252202" y="151886"/>
                  </a:lnTo>
                  <a:lnTo>
                    <a:pt x="2261946" y="165392"/>
                  </a:lnTo>
                  <a:lnTo>
                    <a:pt x="2271705" y="139551"/>
                  </a:lnTo>
                  <a:lnTo>
                    <a:pt x="2281449" y="122580"/>
                  </a:lnTo>
                  <a:lnTo>
                    <a:pt x="2291208" y="127720"/>
                  </a:lnTo>
                  <a:lnTo>
                    <a:pt x="2300951" y="111494"/>
                  </a:lnTo>
                  <a:lnTo>
                    <a:pt x="2310695" y="117000"/>
                  </a:lnTo>
                  <a:lnTo>
                    <a:pt x="2320454" y="95218"/>
                  </a:lnTo>
                  <a:lnTo>
                    <a:pt x="2330198" y="72773"/>
                  </a:lnTo>
                  <a:lnTo>
                    <a:pt x="2339957" y="56826"/>
                  </a:lnTo>
                  <a:lnTo>
                    <a:pt x="2349701" y="55116"/>
                  </a:lnTo>
                  <a:lnTo>
                    <a:pt x="2359445" y="92353"/>
                  </a:lnTo>
                  <a:lnTo>
                    <a:pt x="2369204" y="114022"/>
                  </a:lnTo>
                  <a:lnTo>
                    <a:pt x="2378948" y="97045"/>
                  </a:lnTo>
                  <a:lnTo>
                    <a:pt x="2388692" y="121418"/>
                  </a:lnTo>
                  <a:lnTo>
                    <a:pt x="2398450" y="125433"/>
                  </a:lnTo>
                  <a:lnTo>
                    <a:pt x="2408194" y="122321"/>
                  </a:lnTo>
                  <a:lnTo>
                    <a:pt x="2417953" y="126990"/>
                  </a:lnTo>
                  <a:lnTo>
                    <a:pt x="2427697" y="138721"/>
                  </a:lnTo>
                  <a:lnTo>
                    <a:pt x="2437441" y="151569"/>
                  </a:lnTo>
                  <a:lnTo>
                    <a:pt x="2447200" y="117139"/>
                  </a:lnTo>
                  <a:lnTo>
                    <a:pt x="2456944" y="99773"/>
                  </a:lnTo>
                  <a:lnTo>
                    <a:pt x="2466703" y="116765"/>
                  </a:lnTo>
                  <a:lnTo>
                    <a:pt x="2476446" y="144171"/>
                  </a:lnTo>
                  <a:lnTo>
                    <a:pt x="2486190" y="131673"/>
                  </a:lnTo>
                  <a:lnTo>
                    <a:pt x="2495949" y="114615"/>
                  </a:lnTo>
                  <a:lnTo>
                    <a:pt x="2505693" y="102334"/>
                  </a:lnTo>
                  <a:lnTo>
                    <a:pt x="2515452" y="92670"/>
                  </a:lnTo>
                  <a:lnTo>
                    <a:pt x="2525196" y="94503"/>
                  </a:lnTo>
                  <a:lnTo>
                    <a:pt x="2534940" y="112809"/>
                  </a:lnTo>
                  <a:lnTo>
                    <a:pt x="2544699" y="115002"/>
                  </a:lnTo>
                  <a:lnTo>
                    <a:pt x="2554443" y="113813"/>
                  </a:lnTo>
                  <a:lnTo>
                    <a:pt x="2564202" y="101358"/>
                  </a:lnTo>
                  <a:lnTo>
                    <a:pt x="2573946" y="72698"/>
                  </a:lnTo>
                  <a:lnTo>
                    <a:pt x="2583690" y="83810"/>
                  </a:lnTo>
                  <a:lnTo>
                    <a:pt x="2593448" y="77333"/>
                  </a:lnTo>
                  <a:lnTo>
                    <a:pt x="2603192" y="85581"/>
                  </a:lnTo>
                  <a:lnTo>
                    <a:pt x="2612951" y="75983"/>
                  </a:lnTo>
                  <a:lnTo>
                    <a:pt x="2622695" y="85258"/>
                  </a:lnTo>
                  <a:lnTo>
                    <a:pt x="2632439" y="80243"/>
                  </a:lnTo>
                  <a:lnTo>
                    <a:pt x="2642198" y="72470"/>
                  </a:lnTo>
                  <a:lnTo>
                    <a:pt x="2651942" y="71628"/>
                  </a:lnTo>
                  <a:lnTo>
                    <a:pt x="2661685" y="82560"/>
                  </a:lnTo>
                  <a:lnTo>
                    <a:pt x="2671444" y="107019"/>
                  </a:lnTo>
                  <a:lnTo>
                    <a:pt x="2681188" y="108173"/>
                  </a:lnTo>
                  <a:lnTo>
                    <a:pt x="2690947" y="136180"/>
                  </a:lnTo>
                  <a:lnTo>
                    <a:pt x="2700691" y="163992"/>
                  </a:lnTo>
                  <a:lnTo>
                    <a:pt x="2710435" y="151034"/>
                  </a:lnTo>
                  <a:lnTo>
                    <a:pt x="2720194" y="159964"/>
                  </a:lnTo>
                  <a:lnTo>
                    <a:pt x="2729938" y="148936"/>
                  </a:lnTo>
                  <a:lnTo>
                    <a:pt x="2739697" y="121387"/>
                  </a:lnTo>
                  <a:lnTo>
                    <a:pt x="2749441" y="120472"/>
                  </a:lnTo>
                  <a:lnTo>
                    <a:pt x="2759185" y="133411"/>
                  </a:lnTo>
                  <a:lnTo>
                    <a:pt x="2768943" y="149720"/>
                  </a:lnTo>
                  <a:lnTo>
                    <a:pt x="2778687" y="173092"/>
                  </a:lnTo>
                  <a:lnTo>
                    <a:pt x="2788446" y="203139"/>
                  </a:lnTo>
                  <a:lnTo>
                    <a:pt x="2798190" y="238542"/>
                  </a:lnTo>
                  <a:lnTo>
                    <a:pt x="2807934" y="291652"/>
                  </a:lnTo>
                  <a:lnTo>
                    <a:pt x="2817693" y="309339"/>
                  </a:lnTo>
                  <a:lnTo>
                    <a:pt x="2827437" y="333649"/>
                  </a:lnTo>
                  <a:lnTo>
                    <a:pt x="2837196" y="322100"/>
                  </a:lnTo>
                  <a:lnTo>
                    <a:pt x="2846940" y="339071"/>
                  </a:lnTo>
                  <a:lnTo>
                    <a:pt x="2856684" y="325279"/>
                  </a:lnTo>
                  <a:lnTo>
                    <a:pt x="2866442" y="335915"/>
                  </a:lnTo>
                  <a:lnTo>
                    <a:pt x="2876186" y="311644"/>
                  </a:lnTo>
                  <a:lnTo>
                    <a:pt x="2885945" y="308914"/>
                  </a:lnTo>
                  <a:lnTo>
                    <a:pt x="2895689" y="304052"/>
                  </a:lnTo>
                  <a:lnTo>
                    <a:pt x="2905433" y="295863"/>
                  </a:lnTo>
                  <a:lnTo>
                    <a:pt x="2915192" y="31447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9" name="Freeform 1158">
              <a:extLst>
                <a:ext uri="{FF2B5EF4-FFF2-40B4-BE49-F238E27FC236}">
                  <a16:creationId xmlns:a16="http://schemas.microsoft.com/office/drawing/2014/main" id="{508E8D27-4C5D-A9FF-8D37-DBF1996C2B89}"/>
                </a:ext>
              </a:extLst>
            </p:cNvPr>
            <p:cNvSpPr/>
            <p:nvPr/>
          </p:nvSpPr>
          <p:spPr>
            <a:xfrm>
              <a:off x="4426652" y="3327581"/>
              <a:ext cx="2915191" cy="296509"/>
            </a:xfrm>
            <a:custGeom>
              <a:avLst/>
              <a:gdLst>
                <a:gd name="connsiteX0" fmla="*/ 0 w 2915191"/>
                <a:gd name="connsiteY0" fmla="*/ 253374 h 296509"/>
                <a:gd name="connsiteX1" fmla="*/ 9750 w 2915191"/>
                <a:gd name="connsiteY1" fmla="*/ 261802 h 296509"/>
                <a:gd name="connsiteX2" fmla="*/ 19500 w 2915191"/>
                <a:gd name="connsiteY2" fmla="*/ 255921 h 296509"/>
                <a:gd name="connsiteX3" fmla="*/ 29250 w 2915191"/>
                <a:gd name="connsiteY3" fmla="*/ 229176 h 296509"/>
                <a:gd name="connsiteX4" fmla="*/ 39000 w 2915191"/>
                <a:gd name="connsiteY4" fmla="*/ 238588 h 296509"/>
                <a:gd name="connsiteX5" fmla="*/ 48749 w 2915191"/>
                <a:gd name="connsiteY5" fmla="*/ 232914 h 296509"/>
                <a:gd name="connsiteX6" fmla="*/ 58499 w 2915191"/>
                <a:gd name="connsiteY6" fmla="*/ 260033 h 296509"/>
                <a:gd name="connsiteX7" fmla="*/ 68249 w 2915191"/>
                <a:gd name="connsiteY7" fmla="*/ 274061 h 296509"/>
                <a:gd name="connsiteX8" fmla="*/ 77998 w 2915191"/>
                <a:gd name="connsiteY8" fmla="*/ 257420 h 296509"/>
                <a:gd name="connsiteX9" fmla="*/ 87748 w 2915191"/>
                <a:gd name="connsiteY9" fmla="*/ 257028 h 296509"/>
                <a:gd name="connsiteX10" fmla="*/ 97497 w 2915191"/>
                <a:gd name="connsiteY10" fmla="*/ 264965 h 296509"/>
                <a:gd name="connsiteX11" fmla="*/ 107247 w 2915191"/>
                <a:gd name="connsiteY11" fmla="*/ 289603 h 296509"/>
                <a:gd name="connsiteX12" fmla="*/ 116997 w 2915191"/>
                <a:gd name="connsiteY12" fmla="*/ 265168 h 296509"/>
                <a:gd name="connsiteX13" fmla="*/ 126747 w 2915191"/>
                <a:gd name="connsiteY13" fmla="*/ 277794 h 296509"/>
                <a:gd name="connsiteX14" fmla="*/ 136497 w 2915191"/>
                <a:gd name="connsiteY14" fmla="*/ 295714 h 296509"/>
                <a:gd name="connsiteX15" fmla="*/ 146247 w 2915191"/>
                <a:gd name="connsiteY15" fmla="*/ 291986 h 296509"/>
                <a:gd name="connsiteX16" fmla="*/ 155997 w 2915191"/>
                <a:gd name="connsiteY16" fmla="*/ 284928 h 296509"/>
                <a:gd name="connsiteX17" fmla="*/ 165747 w 2915191"/>
                <a:gd name="connsiteY17" fmla="*/ 257881 h 296509"/>
                <a:gd name="connsiteX18" fmla="*/ 175497 w 2915191"/>
                <a:gd name="connsiteY18" fmla="*/ 223225 h 296509"/>
                <a:gd name="connsiteX19" fmla="*/ 185247 w 2915191"/>
                <a:gd name="connsiteY19" fmla="*/ 190349 h 296509"/>
                <a:gd name="connsiteX20" fmla="*/ 194996 w 2915191"/>
                <a:gd name="connsiteY20" fmla="*/ 174349 h 296509"/>
                <a:gd name="connsiteX21" fmla="*/ 204746 w 2915191"/>
                <a:gd name="connsiteY21" fmla="*/ 150580 h 296509"/>
                <a:gd name="connsiteX22" fmla="*/ 214495 w 2915191"/>
                <a:gd name="connsiteY22" fmla="*/ 132184 h 296509"/>
                <a:gd name="connsiteX23" fmla="*/ 224245 w 2915191"/>
                <a:gd name="connsiteY23" fmla="*/ 118173 h 296509"/>
                <a:gd name="connsiteX24" fmla="*/ 233995 w 2915191"/>
                <a:gd name="connsiteY24" fmla="*/ 104941 h 296509"/>
                <a:gd name="connsiteX25" fmla="*/ 243744 w 2915191"/>
                <a:gd name="connsiteY25" fmla="*/ 106212 h 296509"/>
                <a:gd name="connsiteX26" fmla="*/ 253494 w 2915191"/>
                <a:gd name="connsiteY26" fmla="*/ 116595 h 296509"/>
                <a:gd name="connsiteX27" fmla="*/ 263244 w 2915191"/>
                <a:gd name="connsiteY27" fmla="*/ 115996 h 296509"/>
                <a:gd name="connsiteX28" fmla="*/ 272994 w 2915191"/>
                <a:gd name="connsiteY28" fmla="*/ 130329 h 296509"/>
                <a:gd name="connsiteX29" fmla="*/ 282744 w 2915191"/>
                <a:gd name="connsiteY29" fmla="*/ 131826 h 296509"/>
                <a:gd name="connsiteX30" fmla="*/ 292494 w 2915191"/>
                <a:gd name="connsiteY30" fmla="*/ 123955 h 296509"/>
                <a:gd name="connsiteX31" fmla="*/ 302244 w 2915191"/>
                <a:gd name="connsiteY31" fmla="*/ 124761 h 296509"/>
                <a:gd name="connsiteX32" fmla="*/ 311994 w 2915191"/>
                <a:gd name="connsiteY32" fmla="*/ 107067 h 296509"/>
                <a:gd name="connsiteX33" fmla="*/ 321744 w 2915191"/>
                <a:gd name="connsiteY33" fmla="*/ 112179 h 296509"/>
                <a:gd name="connsiteX34" fmla="*/ 331493 w 2915191"/>
                <a:gd name="connsiteY34" fmla="*/ 148455 h 296509"/>
                <a:gd name="connsiteX35" fmla="*/ 341243 w 2915191"/>
                <a:gd name="connsiteY35" fmla="*/ 141002 h 296509"/>
                <a:gd name="connsiteX36" fmla="*/ 350993 w 2915191"/>
                <a:gd name="connsiteY36" fmla="*/ 146666 h 296509"/>
                <a:gd name="connsiteX37" fmla="*/ 360742 w 2915191"/>
                <a:gd name="connsiteY37" fmla="*/ 148768 h 296509"/>
                <a:gd name="connsiteX38" fmla="*/ 370492 w 2915191"/>
                <a:gd name="connsiteY38" fmla="*/ 153376 h 296509"/>
                <a:gd name="connsiteX39" fmla="*/ 380241 w 2915191"/>
                <a:gd name="connsiteY39" fmla="*/ 162831 h 296509"/>
                <a:gd name="connsiteX40" fmla="*/ 389991 w 2915191"/>
                <a:gd name="connsiteY40" fmla="*/ 185281 h 296509"/>
                <a:gd name="connsiteX41" fmla="*/ 399741 w 2915191"/>
                <a:gd name="connsiteY41" fmla="*/ 193209 h 296509"/>
                <a:gd name="connsiteX42" fmla="*/ 409491 w 2915191"/>
                <a:gd name="connsiteY42" fmla="*/ 182715 h 296509"/>
                <a:gd name="connsiteX43" fmla="*/ 419241 w 2915191"/>
                <a:gd name="connsiteY43" fmla="*/ 191591 h 296509"/>
                <a:gd name="connsiteX44" fmla="*/ 428991 w 2915191"/>
                <a:gd name="connsiteY44" fmla="*/ 235516 h 296509"/>
                <a:gd name="connsiteX45" fmla="*/ 438741 w 2915191"/>
                <a:gd name="connsiteY45" fmla="*/ 256461 h 296509"/>
                <a:gd name="connsiteX46" fmla="*/ 448491 w 2915191"/>
                <a:gd name="connsiteY46" fmla="*/ 257353 h 296509"/>
                <a:gd name="connsiteX47" fmla="*/ 458241 w 2915191"/>
                <a:gd name="connsiteY47" fmla="*/ 245690 h 296509"/>
                <a:gd name="connsiteX48" fmla="*/ 467991 w 2915191"/>
                <a:gd name="connsiteY48" fmla="*/ 278688 h 296509"/>
                <a:gd name="connsiteX49" fmla="*/ 477740 w 2915191"/>
                <a:gd name="connsiteY49" fmla="*/ 270715 h 296509"/>
                <a:gd name="connsiteX50" fmla="*/ 487490 w 2915191"/>
                <a:gd name="connsiteY50" fmla="*/ 254227 h 296509"/>
                <a:gd name="connsiteX51" fmla="*/ 497239 w 2915191"/>
                <a:gd name="connsiteY51" fmla="*/ 269339 h 296509"/>
                <a:gd name="connsiteX52" fmla="*/ 506989 w 2915191"/>
                <a:gd name="connsiteY52" fmla="*/ 247904 h 296509"/>
                <a:gd name="connsiteX53" fmla="*/ 516738 w 2915191"/>
                <a:gd name="connsiteY53" fmla="*/ 254063 h 296509"/>
                <a:gd name="connsiteX54" fmla="*/ 526488 w 2915191"/>
                <a:gd name="connsiteY54" fmla="*/ 293292 h 296509"/>
                <a:gd name="connsiteX55" fmla="*/ 536238 w 2915191"/>
                <a:gd name="connsiteY55" fmla="*/ 273861 h 296509"/>
                <a:gd name="connsiteX56" fmla="*/ 545988 w 2915191"/>
                <a:gd name="connsiteY56" fmla="*/ 258138 h 296509"/>
                <a:gd name="connsiteX57" fmla="*/ 555738 w 2915191"/>
                <a:gd name="connsiteY57" fmla="*/ 254296 h 296509"/>
                <a:gd name="connsiteX58" fmla="*/ 565488 w 2915191"/>
                <a:gd name="connsiteY58" fmla="*/ 224961 h 296509"/>
                <a:gd name="connsiteX59" fmla="*/ 575238 w 2915191"/>
                <a:gd name="connsiteY59" fmla="*/ 255830 h 296509"/>
                <a:gd name="connsiteX60" fmla="*/ 584988 w 2915191"/>
                <a:gd name="connsiteY60" fmla="*/ 254117 h 296509"/>
                <a:gd name="connsiteX61" fmla="*/ 594738 w 2915191"/>
                <a:gd name="connsiteY61" fmla="*/ 233209 h 296509"/>
                <a:gd name="connsiteX62" fmla="*/ 604488 w 2915191"/>
                <a:gd name="connsiteY62" fmla="*/ 224134 h 296509"/>
                <a:gd name="connsiteX63" fmla="*/ 614237 w 2915191"/>
                <a:gd name="connsiteY63" fmla="*/ 217722 h 296509"/>
                <a:gd name="connsiteX64" fmla="*/ 623987 w 2915191"/>
                <a:gd name="connsiteY64" fmla="*/ 223374 h 296509"/>
                <a:gd name="connsiteX65" fmla="*/ 633736 w 2915191"/>
                <a:gd name="connsiteY65" fmla="*/ 223605 h 296509"/>
                <a:gd name="connsiteX66" fmla="*/ 643486 w 2915191"/>
                <a:gd name="connsiteY66" fmla="*/ 245187 h 296509"/>
                <a:gd name="connsiteX67" fmla="*/ 653236 w 2915191"/>
                <a:gd name="connsiteY67" fmla="*/ 259583 h 296509"/>
                <a:gd name="connsiteX68" fmla="*/ 662985 w 2915191"/>
                <a:gd name="connsiteY68" fmla="*/ 264886 h 296509"/>
                <a:gd name="connsiteX69" fmla="*/ 672735 w 2915191"/>
                <a:gd name="connsiteY69" fmla="*/ 287005 h 296509"/>
                <a:gd name="connsiteX70" fmla="*/ 682485 w 2915191"/>
                <a:gd name="connsiteY70" fmla="*/ 252816 h 296509"/>
                <a:gd name="connsiteX71" fmla="*/ 692235 w 2915191"/>
                <a:gd name="connsiteY71" fmla="*/ 252779 h 296509"/>
                <a:gd name="connsiteX72" fmla="*/ 701985 w 2915191"/>
                <a:gd name="connsiteY72" fmla="*/ 238977 h 296509"/>
                <a:gd name="connsiteX73" fmla="*/ 711735 w 2915191"/>
                <a:gd name="connsiteY73" fmla="*/ 234331 h 296509"/>
                <a:gd name="connsiteX74" fmla="*/ 721485 w 2915191"/>
                <a:gd name="connsiteY74" fmla="*/ 214277 h 296509"/>
                <a:gd name="connsiteX75" fmla="*/ 731235 w 2915191"/>
                <a:gd name="connsiteY75" fmla="*/ 192519 h 296509"/>
                <a:gd name="connsiteX76" fmla="*/ 740985 w 2915191"/>
                <a:gd name="connsiteY76" fmla="*/ 175848 h 296509"/>
                <a:gd name="connsiteX77" fmla="*/ 750734 w 2915191"/>
                <a:gd name="connsiteY77" fmla="*/ 164373 h 296509"/>
                <a:gd name="connsiteX78" fmla="*/ 760484 w 2915191"/>
                <a:gd name="connsiteY78" fmla="*/ 182000 h 296509"/>
                <a:gd name="connsiteX79" fmla="*/ 770233 w 2915191"/>
                <a:gd name="connsiteY79" fmla="*/ 196903 h 296509"/>
                <a:gd name="connsiteX80" fmla="*/ 779983 w 2915191"/>
                <a:gd name="connsiteY80" fmla="*/ 185954 h 296509"/>
                <a:gd name="connsiteX81" fmla="*/ 789733 w 2915191"/>
                <a:gd name="connsiteY81" fmla="*/ 174148 h 296509"/>
                <a:gd name="connsiteX82" fmla="*/ 799482 w 2915191"/>
                <a:gd name="connsiteY82" fmla="*/ 210836 h 296509"/>
                <a:gd name="connsiteX83" fmla="*/ 809232 w 2915191"/>
                <a:gd name="connsiteY83" fmla="*/ 228319 h 296509"/>
                <a:gd name="connsiteX84" fmla="*/ 818982 w 2915191"/>
                <a:gd name="connsiteY84" fmla="*/ 182994 h 296509"/>
                <a:gd name="connsiteX85" fmla="*/ 828732 w 2915191"/>
                <a:gd name="connsiteY85" fmla="*/ 165754 h 296509"/>
                <a:gd name="connsiteX86" fmla="*/ 838482 w 2915191"/>
                <a:gd name="connsiteY86" fmla="*/ 142020 h 296509"/>
                <a:gd name="connsiteX87" fmla="*/ 848232 w 2915191"/>
                <a:gd name="connsiteY87" fmla="*/ 118431 h 296509"/>
                <a:gd name="connsiteX88" fmla="*/ 857982 w 2915191"/>
                <a:gd name="connsiteY88" fmla="*/ 126516 h 296509"/>
                <a:gd name="connsiteX89" fmla="*/ 867732 w 2915191"/>
                <a:gd name="connsiteY89" fmla="*/ 164878 h 296509"/>
                <a:gd name="connsiteX90" fmla="*/ 877482 w 2915191"/>
                <a:gd name="connsiteY90" fmla="*/ 192253 h 296509"/>
                <a:gd name="connsiteX91" fmla="*/ 887231 w 2915191"/>
                <a:gd name="connsiteY91" fmla="*/ 149331 h 296509"/>
                <a:gd name="connsiteX92" fmla="*/ 896981 w 2915191"/>
                <a:gd name="connsiteY92" fmla="*/ 154128 h 296509"/>
                <a:gd name="connsiteX93" fmla="*/ 906730 w 2915191"/>
                <a:gd name="connsiteY93" fmla="*/ 184637 h 296509"/>
                <a:gd name="connsiteX94" fmla="*/ 916480 w 2915191"/>
                <a:gd name="connsiteY94" fmla="*/ 181261 h 296509"/>
                <a:gd name="connsiteX95" fmla="*/ 926230 w 2915191"/>
                <a:gd name="connsiteY95" fmla="*/ 183401 h 296509"/>
                <a:gd name="connsiteX96" fmla="*/ 935979 w 2915191"/>
                <a:gd name="connsiteY96" fmla="*/ 155443 h 296509"/>
                <a:gd name="connsiteX97" fmla="*/ 945729 w 2915191"/>
                <a:gd name="connsiteY97" fmla="*/ 159322 h 296509"/>
                <a:gd name="connsiteX98" fmla="*/ 955479 w 2915191"/>
                <a:gd name="connsiteY98" fmla="*/ 117291 h 296509"/>
                <a:gd name="connsiteX99" fmla="*/ 965229 w 2915191"/>
                <a:gd name="connsiteY99" fmla="*/ 133595 h 296509"/>
                <a:gd name="connsiteX100" fmla="*/ 974979 w 2915191"/>
                <a:gd name="connsiteY100" fmla="*/ 111236 h 296509"/>
                <a:gd name="connsiteX101" fmla="*/ 984729 w 2915191"/>
                <a:gd name="connsiteY101" fmla="*/ 93049 h 296509"/>
                <a:gd name="connsiteX102" fmla="*/ 994474 w 2915191"/>
                <a:gd name="connsiteY102" fmla="*/ 112005 h 296509"/>
                <a:gd name="connsiteX103" fmla="*/ 1004233 w 2915191"/>
                <a:gd name="connsiteY103" fmla="*/ 114248 h 296509"/>
                <a:gd name="connsiteX104" fmla="*/ 1013977 w 2915191"/>
                <a:gd name="connsiteY104" fmla="*/ 84663 h 296509"/>
                <a:gd name="connsiteX105" fmla="*/ 1023721 w 2915191"/>
                <a:gd name="connsiteY105" fmla="*/ 102967 h 296509"/>
                <a:gd name="connsiteX106" fmla="*/ 1033480 w 2915191"/>
                <a:gd name="connsiteY106" fmla="*/ 92024 h 296509"/>
                <a:gd name="connsiteX107" fmla="*/ 1043224 w 2915191"/>
                <a:gd name="connsiteY107" fmla="*/ 83948 h 296509"/>
                <a:gd name="connsiteX108" fmla="*/ 1052983 w 2915191"/>
                <a:gd name="connsiteY108" fmla="*/ 59052 h 296509"/>
                <a:gd name="connsiteX109" fmla="*/ 1062727 w 2915191"/>
                <a:gd name="connsiteY109" fmla="*/ 52242 h 296509"/>
                <a:gd name="connsiteX110" fmla="*/ 1072471 w 2915191"/>
                <a:gd name="connsiteY110" fmla="*/ 0 h 296509"/>
                <a:gd name="connsiteX111" fmla="*/ 1082230 w 2915191"/>
                <a:gd name="connsiteY111" fmla="*/ 32602 h 296509"/>
                <a:gd name="connsiteX112" fmla="*/ 1091973 w 2915191"/>
                <a:gd name="connsiteY112" fmla="*/ 58353 h 296509"/>
                <a:gd name="connsiteX113" fmla="*/ 1101732 w 2915191"/>
                <a:gd name="connsiteY113" fmla="*/ 64946 h 296509"/>
                <a:gd name="connsiteX114" fmla="*/ 1111476 w 2915191"/>
                <a:gd name="connsiteY114" fmla="*/ 28226 h 296509"/>
                <a:gd name="connsiteX115" fmla="*/ 1121220 w 2915191"/>
                <a:gd name="connsiteY115" fmla="*/ 36154 h 296509"/>
                <a:gd name="connsiteX116" fmla="*/ 1130979 w 2915191"/>
                <a:gd name="connsiteY116" fmla="*/ 64086 h 296509"/>
                <a:gd name="connsiteX117" fmla="*/ 1140723 w 2915191"/>
                <a:gd name="connsiteY117" fmla="*/ 65800 h 296509"/>
                <a:gd name="connsiteX118" fmla="*/ 1150482 w 2915191"/>
                <a:gd name="connsiteY118" fmla="*/ 58937 h 296509"/>
                <a:gd name="connsiteX119" fmla="*/ 1160226 w 2915191"/>
                <a:gd name="connsiteY119" fmla="*/ 87695 h 296509"/>
                <a:gd name="connsiteX120" fmla="*/ 1169969 w 2915191"/>
                <a:gd name="connsiteY120" fmla="*/ 76980 h 296509"/>
                <a:gd name="connsiteX121" fmla="*/ 1179728 w 2915191"/>
                <a:gd name="connsiteY121" fmla="*/ 81642 h 296509"/>
                <a:gd name="connsiteX122" fmla="*/ 1189472 w 2915191"/>
                <a:gd name="connsiteY122" fmla="*/ 119497 h 296509"/>
                <a:gd name="connsiteX123" fmla="*/ 1199231 w 2915191"/>
                <a:gd name="connsiteY123" fmla="*/ 133992 h 296509"/>
                <a:gd name="connsiteX124" fmla="*/ 1208975 w 2915191"/>
                <a:gd name="connsiteY124" fmla="*/ 152862 h 296509"/>
                <a:gd name="connsiteX125" fmla="*/ 1218719 w 2915191"/>
                <a:gd name="connsiteY125" fmla="*/ 130841 h 296509"/>
                <a:gd name="connsiteX126" fmla="*/ 1228478 w 2915191"/>
                <a:gd name="connsiteY126" fmla="*/ 141543 h 296509"/>
                <a:gd name="connsiteX127" fmla="*/ 1238222 w 2915191"/>
                <a:gd name="connsiteY127" fmla="*/ 146609 h 296509"/>
                <a:gd name="connsiteX128" fmla="*/ 1247966 w 2915191"/>
                <a:gd name="connsiteY128" fmla="*/ 124006 h 296509"/>
                <a:gd name="connsiteX129" fmla="*/ 1257725 w 2915191"/>
                <a:gd name="connsiteY129" fmla="*/ 131285 h 296509"/>
                <a:gd name="connsiteX130" fmla="*/ 1267469 w 2915191"/>
                <a:gd name="connsiteY130" fmla="*/ 92709 h 296509"/>
                <a:gd name="connsiteX131" fmla="*/ 1277227 w 2915191"/>
                <a:gd name="connsiteY131" fmla="*/ 76301 h 296509"/>
                <a:gd name="connsiteX132" fmla="*/ 1286971 w 2915191"/>
                <a:gd name="connsiteY132" fmla="*/ 94699 h 296509"/>
                <a:gd name="connsiteX133" fmla="*/ 1296715 w 2915191"/>
                <a:gd name="connsiteY133" fmla="*/ 103080 h 296509"/>
                <a:gd name="connsiteX134" fmla="*/ 1306474 w 2915191"/>
                <a:gd name="connsiteY134" fmla="*/ 103286 h 296509"/>
                <a:gd name="connsiteX135" fmla="*/ 1316218 w 2915191"/>
                <a:gd name="connsiteY135" fmla="*/ 98689 h 296509"/>
                <a:gd name="connsiteX136" fmla="*/ 1325977 w 2915191"/>
                <a:gd name="connsiteY136" fmla="*/ 104081 h 296509"/>
                <a:gd name="connsiteX137" fmla="*/ 1335721 w 2915191"/>
                <a:gd name="connsiteY137" fmla="*/ 102273 h 296509"/>
                <a:gd name="connsiteX138" fmla="*/ 1345465 w 2915191"/>
                <a:gd name="connsiteY138" fmla="*/ 63620 h 296509"/>
                <a:gd name="connsiteX139" fmla="*/ 1355224 w 2915191"/>
                <a:gd name="connsiteY139" fmla="*/ 49126 h 296509"/>
                <a:gd name="connsiteX140" fmla="*/ 1364967 w 2915191"/>
                <a:gd name="connsiteY140" fmla="*/ 65125 h 296509"/>
                <a:gd name="connsiteX141" fmla="*/ 1374726 w 2915191"/>
                <a:gd name="connsiteY141" fmla="*/ 42845 h 296509"/>
                <a:gd name="connsiteX142" fmla="*/ 1384470 w 2915191"/>
                <a:gd name="connsiteY142" fmla="*/ 44196 h 296509"/>
                <a:gd name="connsiteX143" fmla="*/ 1394214 w 2915191"/>
                <a:gd name="connsiteY143" fmla="*/ 21219 h 296509"/>
                <a:gd name="connsiteX144" fmla="*/ 1403973 w 2915191"/>
                <a:gd name="connsiteY144" fmla="*/ 14871 h 296509"/>
                <a:gd name="connsiteX145" fmla="*/ 1413717 w 2915191"/>
                <a:gd name="connsiteY145" fmla="*/ 30172 h 296509"/>
                <a:gd name="connsiteX146" fmla="*/ 1423476 w 2915191"/>
                <a:gd name="connsiteY146" fmla="*/ 39908 h 296509"/>
                <a:gd name="connsiteX147" fmla="*/ 1433220 w 2915191"/>
                <a:gd name="connsiteY147" fmla="*/ 45718 h 296509"/>
                <a:gd name="connsiteX148" fmla="*/ 1442964 w 2915191"/>
                <a:gd name="connsiteY148" fmla="*/ 71344 h 296509"/>
                <a:gd name="connsiteX149" fmla="*/ 1452722 w 2915191"/>
                <a:gd name="connsiteY149" fmla="*/ 55883 h 296509"/>
                <a:gd name="connsiteX150" fmla="*/ 1462466 w 2915191"/>
                <a:gd name="connsiteY150" fmla="*/ 43724 h 296509"/>
                <a:gd name="connsiteX151" fmla="*/ 1472225 w 2915191"/>
                <a:gd name="connsiteY151" fmla="*/ 45698 h 296509"/>
                <a:gd name="connsiteX152" fmla="*/ 1481969 w 2915191"/>
                <a:gd name="connsiteY152" fmla="*/ 37756 h 296509"/>
                <a:gd name="connsiteX153" fmla="*/ 1491713 w 2915191"/>
                <a:gd name="connsiteY153" fmla="*/ 45044 h 296509"/>
                <a:gd name="connsiteX154" fmla="*/ 1501472 w 2915191"/>
                <a:gd name="connsiteY154" fmla="*/ 66618 h 296509"/>
                <a:gd name="connsiteX155" fmla="*/ 1511216 w 2915191"/>
                <a:gd name="connsiteY155" fmla="*/ 65232 h 296509"/>
                <a:gd name="connsiteX156" fmla="*/ 1520960 w 2915191"/>
                <a:gd name="connsiteY156" fmla="*/ 86115 h 296509"/>
                <a:gd name="connsiteX157" fmla="*/ 1530719 w 2915191"/>
                <a:gd name="connsiteY157" fmla="*/ 96028 h 296509"/>
                <a:gd name="connsiteX158" fmla="*/ 1540463 w 2915191"/>
                <a:gd name="connsiteY158" fmla="*/ 89284 h 296509"/>
                <a:gd name="connsiteX159" fmla="*/ 1550221 w 2915191"/>
                <a:gd name="connsiteY159" fmla="*/ 80794 h 296509"/>
                <a:gd name="connsiteX160" fmla="*/ 1559965 w 2915191"/>
                <a:gd name="connsiteY160" fmla="*/ 113401 h 296509"/>
                <a:gd name="connsiteX161" fmla="*/ 1569709 w 2915191"/>
                <a:gd name="connsiteY161" fmla="*/ 115829 h 296509"/>
                <a:gd name="connsiteX162" fmla="*/ 1579468 w 2915191"/>
                <a:gd name="connsiteY162" fmla="*/ 113103 h 296509"/>
                <a:gd name="connsiteX163" fmla="*/ 1589212 w 2915191"/>
                <a:gd name="connsiteY163" fmla="*/ 120135 h 296509"/>
                <a:gd name="connsiteX164" fmla="*/ 1598971 w 2915191"/>
                <a:gd name="connsiteY164" fmla="*/ 82929 h 296509"/>
                <a:gd name="connsiteX165" fmla="*/ 1608715 w 2915191"/>
                <a:gd name="connsiteY165" fmla="*/ 81231 h 296509"/>
                <a:gd name="connsiteX166" fmla="*/ 1618459 w 2915191"/>
                <a:gd name="connsiteY166" fmla="*/ 47791 h 296509"/>
                <a:gd name="connsiteX167" fmla="*/ 1628218 w 2915191"/>
                <a:gd name="connsiteY167" fmla="*/ 29485 h 296509"/>
                <a:gd name="connsiteX168" fmla="*/ 1637962 w 2915191"/>
                <a:gd name="connsiteY168" fmla="*/ 26306 h 296509"/>
                <a:gd name="connsiteX169" fmla="*/ 1647720 w 2915191"/>
                <a:gd name="connsiteY169" fmla="*/ 39061 h 296509"/>
                <a:gd name="connsiteX170" fmla="*/ 1657464 w 2915191"/>
                <a:gd name="connsiteY170" fmla="*/ 49512 h 296509"/>
                <a:gd name="connsiteX171" fmla="*/ 1667208 w 2915191"/>
                <a:gd name="connsiteY171" fmla="*/ 34685 h 296509"/>
                <a:gd name="connsiteX172" fmla="*/ 1676967 w 2915191"/>
                <a:gd name="connsiteY172" fmla="*/ 58434 h 296509"/>
                <a:gd name="connsiteX173" fmla="*/ 1686711 w 2915191"/>
                <a:gd name="connsiteY173" fmla="*/ 36367 h 296509"/>
                <a:gd name="connsiteX174" fmla="*/ 1696470 w 2915191"/>
                <a:gd name="connsiteY174" fmla="*/ 54509 h 296509"/>
                <a:gd name="connsiteX175" fmla="*/ 1706214 w 2915191"/>
                <a:gd name="connsiteY175" fmla="*/ 51090 h 296509"/>
                <a:gd name="connsiteX176" fmla="*/ 1715958 w 2915191"/>
                <a:gd name="connsiteY176" fmla="*/ 34123 h 296509"/>
                <a:gd name="connsiteX177" fmla="*/ 1725716 w 2915191"/>
                <a:gd name="connsiteY177" fmla="*/ 33533 h 296509"/>
                <a:gd name="connsiteX178" fmla="*/ 1735460 w 2915191"/>
                <a:gd name="connsiteY178" fmla="*/ 30909 h 296509"/>
                <a:gd name="connsiteX179" fmla="*/ 1745219 w 2915191"/>
                <a:gd name="connsiteY179" fmla="*/ 41888 h 296509"/>
                <a:gd name="connsiteX180" fmla="*/ 1754963 w 2915191"/>
                <a:gd name="connsiteY180" fmla="*/ 37994 h 296509"/>
                <a:gd name="connsiteX181" fmla="*/ 1764707 w 2915191"/>
                <a:gd name="connsiteY181" fmla="*/ 32690 h 296509"/>
                <a:gd name="connsiteX182" fmla="*/ 1774466 w 2915191"/>
                <a:gd name="connsiteY182" fmla="*/ 22831 h 296509"/>
                <a:gd name="connsiteX183" fmla="*/ 1784210 w 2915191"/>
                <a:gd name="connsiteY183" fmla="*/ 1465 h 296509"/>
                <a:gd name="connsiteX184" fmla="*/ 1793969 w 2915191"/>
                <a:gd name="connsiteY184" fmla="*/ 3834 h 296509"/>
                <a:gd name="connsiteX185" fmla="*/ 1803713 w 2915191"/>
                <a:gd name="connsiteY185" fmla="*/ 27363 h 296509"/>
                <a:gd name="connsiteX186" fmla="*/ 1813457 w 2915191"/>
                <a:gd name="connsiteY186" fmla="*/ 34137 h 296509"/>
                <a:gd name="connsiteX187" fmla="*/ 1823215 w 2915191"/>
                <a:gd name="connsiteY187" fmla="*/ 68796 h 296509"/>
                <a:gd name="connsiteX188" fmla="*/ 1832959 w 2915191"/>
                <a:gd name="connsiteY188" fmla="*/ 52750 h 296509"/>
                <a:gd name="connsiteX189" fmla="*/ 1842703 w 2915191"/>
                <a:gd name="connsiteY189" fmla="*/ 51528 h 296509"/>
                <a:gd name="connsiteX190" fmla="*/ 1852462 w 2915191"/>
                <a:gd name="connsiteY190" fmla="*/ 59375 h 296509"/>
                <a:gd name="connsiteX191" fmla="*/ 1862206 w 2915191"/>
                <a:gd name="connsiteY191" fmla="*/ 47972 h 296509"/>
                <a:gd name="connsiteX192" fmla="*/ 1871965 w 2915191"/>
                <a:gd name="connsiteY192" fmla="*/ 39987 h 296509"/>
                <a:gd name="connsiteX193" fmla="*/ 1881709 w 2915191"/>
                <a:gd name="connsiteY193" fmla="*/ 84188 h 296509"/>
                <a:gd name="connsiteX194" fmla="*/ 1891453 w 2915191"/>
                <a:gd name="connsiteY194" fmla="*/ 62869 h 296509"/>
                <a:gd name="connsiteX195" fmla="*/ 1901212 w 2915191"/>
                <a:gd name="connsiteY195" fmla="*/ 62497 h 296509"/>
                <a:gd name="connsiteX196" fmla="*/ 1910956 w 2915191"/>
                <a:gd name="connsiteY196" fmla="*/ 41261 h 296509"/>
                <a:gd name="connsiteX197" fmla="*/ 1920714 w 2915191"/>
                <a:gd name="connsiteY197" fmla="*/ 28196 h 296509"/>
                <a:gd name="connsiteX198" fmla="*/ 1930458 w 2915191"/>
                <a:gd name="connsiteY198" fmla="*/ 54030 h 296509"/>
                <a:gd name="connsiteX199" fmla="*/ 1940202 w 2915191"/>
                <a:gd name="connsiteY199" fmla="*/ 97432 h 296509"/>
                <a:gd name="connsiteX200" fmla="*/ 1949961 w 2915191"/>
                <a:gd name="connsiteY200" fmla="*/ 133657 h 296509"/>
                <a:gd name="connsiteX201" fmla="*/ 1959705 w 2915191"/>
                <a:gd name="connsiteY201" fmla="*/ 141238 h 296509"/>
                <a:gd name="connsiteX202" fmla="*/ 1969464 w 2915191"/>
                <a:gd name="connsiteY202" fmla="*/ 187273 h 296509"/>
                <a:gd name="connsiteX203" fmla="*/ 1979208 w 2915191"/>
                <a:gd name="connsiteY203" fmla="*/ 188071 h 296509"/>
                <a:gd name="connsiteX204" fmla="*/ 1988952 w 2915191"/>
                <a:gd name="connsiteY204" fmla="*/ 182626 h 296509"/>
                <a:gd name="connsiteX205" fmla="*/ 1998711 w 2915191"/>
                <a:gd name="connsiteY205" fmla="*/ 177895 h 296509"/>
                <a:gd name="connsiteX206" fmla="*/ 2008454 w 2915191"/>
                <a:gd name="connsiteY206" fmla="*/ 198766 h 296509"/>
                <a:gd name="connsiteX207" fmla="*/ 2018213 w 2915191"/>
                <a:gd name="connsiteY207" fmla="*/ 215488 h 296509"/>
                <a:gd name="connsiteX208" fmla="*/ 2027957 w 2915191"/>
                <a:gd name="connsiteY208" fmla="*/ 205447 h 296509"/>
                <a:gd name="connsiteX209" fmla="*/ 2037701 w 2915191"/>
                <a:gd name="connsiteY209" fmla="*/ 186228 h 296509"/>
                <a:gd name="connsiteX210" fmla="*/ 2047460 w 2915191"/>
                <a:gd name="connsiteY210" fmla="*/ 181595 h 296509"/>
                <a:gd name="connsiteX211" fmla="*/ 2057204 w 2915191"/>
                <a:gd name="connsiteY211" fmla="*/ 163446 h 296509"/>
                <a:gd name="connsiteX212" fmla="*/ 2066963 w 2915191"/>
                <a:gd name="connsiteY212" fmla="*/ 150176 h 296509"/>
                <a:gd name="connsiteX213" fmla="*/ 2076707 w 2915191"/>
                <a:gd name="connsiteY213" fmla="*/ 151095 h 296509"/>
                <a:gd name="connsiteX214" fmla="*/ 2086451 w 2915191"/>
                <a:gd name="connsiteY214" fmla="*/ 185947 h 296509"/>
                <a:gd name="connsiteX215" fmla="*/ 2096210 w 2915191"/>
                <a:gd name="connsiteY215" fmla="*/ 206050 h 296509"/>
                <a:gd name="connsiteX216" fmla="*/ 2105954 w 2915191"/>
                <a:gd name="connsiteY216" fmla="*/ 209162 h 296509"/>
                <a:gd name="connsiteX217" fmla="*/ 2115697 w 2915191"/>
                <a:gd name="connsiteY217" fmla="*/ 193535 h 296509"/>
                <a:gd name="connsiteX218" fmla="*/ 2125456 w 2915191"/>
                <a:gd name="connsiteY218" fmla="*/ 180443 h 296509"/>
                <a:gd name="connsiteX219" fmla="*/ 2135200 w 2915191"/>
                <a:gd name="connsiteY219" fmla="*/ 182739 h 296509"/>
                <a:gd name="connsiteX220" fmla="*/ 2144959 w 2915191"/>
                <a:gd name="connsiteY220" fmla="*/ 199181 h 296509"/>
                <a:gd name="connsiteX221" fmla="*/ 2154703 w 2915191"/>
                <a:gd name="connsiteY221" fmla="*/ 214095 h 296509"/>
                <a:gd name="connsiteX222" fmla="*/ 2164447 w 2915191"/>
                <a:gd name="connsiteY222" fmla="*/ 220611 h 296509"/>
                <a:gd name="connsiteX223" fmla="*/ 2174206 w 2915191"/>
                <a:gd name="connsiteY223" fmla="*/ 244224 h 296509"/>
                <a:gd name="connsiteX224" fmla="*/ 2183950 w 2915191"/>
                <a:gd name="connsiteY224" fmla="*/ 240523 h 296509"/>
                <a:gd name="connsiteX225" fmla="*/ 2193709 w 2915191"/>
                <a:gd name="connsiteY225" fmla="*/ 225285 h 296509"/>
                <a:gd name="connsiteX226" fmla="*/ 2203452 w 2915191"/>
                <a:gd name="connsiteY226" fmla="*/ 207942 h 296509"/>
                <a:gd name="connsiteX227" fmla="*/ 2213196 w 2915191"/>
                <a:gd name="connsiteY227" fmla="*/ 195019 h 296509"/>
                <a:gd name="connsiteX228" fmla="*/ 2222955 w 2915191"/>
                <a:gd name="connsiteY228" fmla="*/ 203323 h 296509"/>
                <a:gd name="connsiteX229" fmla="*/ 2232699 w 2915191"/>
                <a:gd name="connsiteY229" fmla="*/ 172344 h 296509"/>
                <a:gd name="connsiteX230" fmla="*/ 2242458 w 2915191"/>
                <a:gd name="connsiteY230" fmla="*/ 154988 h 296509"/>
                <a:gd name="connsiteX231" fmla="*/ 2252202 w 2915191"/>
                <a:gd name="connsiteY231" fmla="*/ 137495 h 296509"/>
                <a:gd name="connsiteX232" fmla="*/ 2261946 w 2915191"/>
                <a:gd name="connsiteY232" fmla="*/ 103706 h 296509"/>
                <a:gd name="connsiteX233" fmla="*/ 2271705 w 2915191"/>
                <a:gd name="connsiteY233" fmla="*/ 82047 h 296509"/>
                <a:gd name="connsiteX234" fmla="*/ 2281449 w 2915191"/>
                <a:gd name="connsiteY234" fmla="*/ 81833 h 296509"/>
                <a:gd name="connsiteX235" fmla="*/ 2291208 w 2915191"/>
                <a:gd name="connsiteY235" fmla="*/ 63209 h 296509"/>
                <a:gd name="connsiteX236" fmla="*/ 2300951 w 2915191"/>
                <a:gd name="connsiteY236" fmla="*/ 75848 h 296509"/>
                <a:gd name="connsiteX237" fmla="*/ 2310695 w 2915191"/>
                <a:gd name="connsiteY237" fmla="*/ 49608 h 296509"/>
                <a:gd name="connsiteX238" fmla="*/ 2320454 w 2915191"/>
                <a:gd name="connsiteY238" fmla="*/ 44238 h 296509"/>
                <a:gd name="connsiteX239" fmla="*/ 2330198 w 2915191"/>
                <a:gd name="connsiteY239" fmla="*/ 65597 h 296509"/>
                <a:gd name="connsiteX240" fmla="*/ 2339957 w 2915191"/>
                <a:gd name="connsiteY240" fmla="*/ 63175 h 296509"/>
                <a:gd name="connsiteX241" fmla="*/ 2349701 w 2915191"/>
                <a:gd name="connsiteY241" fmla="*/ 83689 h 296509"/>
                <a:gd name="connsiteX242" fmla="*/ 2359445 w 2915191"/>
                <a:gd name="connsiteY242" fmla="*/ 71289 h 296509"/>
                <a:gd name="connsiteX243" fmla="*/ 2369204 w 2915191"/>
                <a:gd name="connsiteY243" fmla="*/ 116424 h 296509"/>
                <a:gd name="connsiteX244" fmla="*/ 2378948 w 2915191"/>
                <a:gd name="connsiteY244" fmla="*/ 132526 h 296509"/>
                <a:gd name="connsiteX245" fmla="*/ 2388692 w 2915191"/>
                <a:gd name="connsiteY245" fmla="*/ 129266 h 296509"/>
                <a:gd name="connsiteX246" fmla="*/ 2398450 w 2915191"/>
                <a:gd name="connsiteY246" fmla="*/ 139434 h 296509"/>
                <a:gd name="connsiteX247" fmla="*/ 2408194 w 2915191"/>
                <a:gd name="connsiteY247" fmla="*/ 125986 h 296509"/>
                <a:gd name="connsiteX248" fmla="*/ 2417953 w 2915191"/>
                <a:gd name="connsiteY248" fmla="*/ 115360 h 296509"/>
                <a:gd name="connsiteX249" fmla="*/ 2427697 w 2915191"/>
                <a:gd name="connsiteY249" fmla="*/ 183080 h 296509"/>
                <a:gd name="connsiteX250" fmla="*/ 2437441 w 2915191"/>
                <a:gd name="connsiteY250" fmla="*/ 205244 h 296509"/>
                <a:gd name="connsiteX251" fmla="*/ 2447200 w 2915191"/>
                <a:gd name="connsiteY251" fmla="*/ 239464 h 296509"/>
                <a:gd name="connsiteX252" fmla="*/ 2456944 w 2915191"/>
                <a:gd name="connsiteY252" fmla="*/ 222801 h 296509"/>
                <a:gd name="connsiteX253" fmla="*/ 2466703 w 2915191"/>
                <a:gd name="connsiteY253" fmla="*/ 202376 h 296509"/>
                <a:gd name="connsiteX254" fmla="*/ 2476446 w 2915191"/>
                <a:gd name="connsiteY254" fmla="*/ 180948 h 296509"/>
                <a:gd name="connsiteX255" fmla="*/ 2486190 w 2915191"/>
                <a:gd name="connsiteY255" fmla="*/ 166705 h 296509"/>
                <a:gd name="connsiteX256" fmla="*/ 2495949 w 2915191"/>
                <a:gd name="connsiteY256" fmla="*/ 178199 h 296509"/>
                <a:gd name="connsiteX257" fmla="*/ 2505693 w 2915191"/>
                <a:gd name="connsiteY257" fmla="*/ 173363 h 296509"/>
                <a:gd name="connsiteX258" fmla="*/ 2515452 w 2915191"/>
                <a:gd name="connsiteY258" fmla="*/ 180202 h 296509"/>
                <a:gd name="connsiteX259" fmla="*/ 2525196 w 2915191"/>
                <a:gd name="connsiteY259" fmla="*/ 140184 h 296509"/>
                <a:gd name="connsiteX260" fmla="*/ 2534940 w 2915191"/>
                <a:gd name="connsiteY260" fmla="*/ 137132 h 296509"/>
                <a:gd name="connsiteX261" fmla="*/ 2544699 w 2915191"/>
                <a:gd name="connsiteY261" fmla="*/ 140603 h 296509"/>
                <a:gd name="connsiteX262" fmla="*/ 2554443 w 2915191"/>
                <a:gd name="connsiteY262" fmla="*/ 154471 h 296509"/>
                <a:gd name="connsiteX263" fmla="*/ 2564202 w 2915191"/>
                <a:gd name="connsiteY263" fmla="*/ 179235 h 296509"/>
                <a:gd name="connsiteX264" fmla="*/ 2573946 w 2915191"/>
                <a:gd name="connsiteY264" fmla="*/ 182329 h 296509"/>
                <a:gd name="connsiteX265" fmla="*/ 2583690 w 2915191"/>
                <a:gd name="connsiteY265" fmla="*/ 192508 h 296509"/>
                <a:gd name="connsiteX266" fmla="*/ 2593448 w 2915191"/>
                <a:gd name="connsiteY266" fmla="*/ 195306 h 296509"/>
                <a:gd name="connsiteX267" fmla="*/ 2603192 w 2915191"/>
                <a:gd name="connsiteY267" fmla="*/ 176609 h 296509"/>
                <a:gd name="connsiteX268" fmla="*/ 2612951 w 2915191"/>
                <a:gd name="connsiteY268" fmla="*/ 145290 h 296509"/>
                <a:gd name="connsiteX269" fmla="*/ 2622695 w 2915191"/>
                <a:gd name="connsiteY269" fmla="*/ 138380 h 296509"/>
                <a:gd name="connsiteX270" fmla="*/ 2632439 w 2915191"/>
                <a:gd name="connsiteY270" fmla="*/ 164506 h 296509"/>
                <a:gd name="connsiteX271" fmla="*/ 2642198 w 2915191"/>
                <a:gd name="connsiteY271" fmla="*/ 201090 h 296509"/>
                <a:gd name="connsiteX272" fmla="*/ 2651942 w 2915191"/>
                <a:gd name="connsiteY272" fmla="*/ 186538 h 296509"/>
                <a:gd name="connsiteX273" fmla="*/ 2661685 w 2915191"/>
                <a:gd name="connsiteY273" fmla="*/ 184694 h 296509"/>
                <a:gd name="connsiteX274" fmla="*/ 2671444 w 2915191"/>
                <a:gd name="connsiteY274" fmla="*/ 208583 h 296509"/>
                <a:gd name="connsiteX275" fmla="*/ 2681188 w 2915191"/>
                <a:gd name="connsiteY275" fmla="*/ 223602 h 296509"/>
                <a:gd name="connsiteX276" fmla="*/ 2690947 w 2915191"/>
                <a:gd name="connsiteY276" fmla="*/ 229486 h 296509"/>
                <a:gd name="connsiteX277" fmla="*/ 2700691 w 2915191"/>
                <a:gd name="connsiteY277" fmla="*/ 213552 h 296509"/>
                <a:gd name="connsiteX278" fmla="*/ 2710435 w 2915191"/>
                <a:gd name="connsiteY278" fmla="*/ 209118 h 296509"/>
                <a:gd name="connsiteX279" fmla="*/ 2720194 w 2915191"/>
                <a:gd name="connsiteY279" fmla="*/ 173658 h 296509"/>
                <a:gd name="connsiteX280" fmla="*/ 2729938 w 2915191"/>
                <a:gd name="connsiteY280" fmla="*/ 190978 h 296509"/>
                <a:gd name="connsiteX281" fmla="*/ 2739697 w 2915191"/>
                <a:gd name="connsiteY281" fmla="*/ 182609 h 296509"/>
                <a:gd name="connsiteX282" fmla="*/ 2749441 w 2915191"/>
                <a:gd name="connsiteY282" fmla="*/ 187836 h 296509"/>
                <a:gd name="connsiteX283" fmla="*/ 2759185 w 2915191"/>
                <a:gd name="connsiteY283" fmla="*/ 205817 h 296509"/>
                <a:gd name="connsiteX284" fmla="*/ 2768943 w 2915191"/>
                <a:gd name="connsiteY284" fmla="*/ 195114 h 296509"/>
                <a:gd name="connsiteX285" fmla="*/ 2778687 w 2915191"/>
                <a:gd name="connsiteY285" fmla="*/ 212912 h 296509"/>
                <a:gd name="connsiteX286" fmla="*/ 2788446 w 2915191"/>
                <a:gd name="connsiteY286" fmla="*/ 230225 h 296509"/>
                <a:gd name="connsiteX287" fmla="*/ 2798190 w 2915191"/>
                <a:gd name="connsiteY287" fmla="*/ 257478 h 296509"/>
                <a:gd name="connsiteX288" fmla="*/ 2807934 w 2915191"/>
                <a:gd name="connsiteY288" fmla="*/ 241571 h 296509"/>
                <a:gd name="connsiteX289" fmla="*/ 2817693 w 2915191"/>
                <a:gd name="connsiteY289" fmla="*/ 216853 h 296509"/>
                <a:gd name="connsiteX290" fmla="*/ 2827437 w 2915191"/>
                <a:gd name="connsiteY290" fmla="*/ 210487 h 296509"/>
                <a:gd name="connsiteX291" fmla="*/ 2837196 w 2915191"/>
                <a:gd name="connsiteY291" fmla="*/ 197726 h 296509"/>
                <a:gd name="connsiteX292" fmla="*/ 2846940 w 2915191"/>
                <a:gd name="connsiteY292" fmla="*/ 217261 h 296509"/>
                <a:gd name="connsiteX293" fmla="*/ 2856684 w 2915191"/>
                <a:gd name="connsiteY293" fmla="*/ 253706 h 296509"/>
                <a:gd name="connsiteX294" fmla="*/ 2866442 w 2915191"/>
                <a:gd name="connsiteY294" fmla="*/ 226019 h 296509"/>
                <a:gd name="connsiteX295" fmla="*/ 2876186 w 2915191"/>
                <a:gd name="connsiteY295" fmla="*/ 275393 h 296509"/>
                <a:gd name="connsiteX296" fmla="*/ 2885945 w 2915191"/>
                <a:gd name="connsiteY296" fmla="*/ 291595 h 296509"/>
                <a:gd name="connsiteX297" fmla="*/ 2895689 w 2915191"/>
                <a:gd name="connsiteY297" fmla="*/ 285852 h 296509"/>
                <a:gd name="connsiteX298" fmla="*/ 2905433 w 2915191"/>
                <a:gd name="connsiteY298" fmla="*/ 296509 h 296509"/>
                <a:gd name="connsiteX299" fmla="*/ 2915192 w 2915191"/>
                <a:gd name="connsiteY299" fmla="*/ 286749 h 296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296509">
                  <a:moveTo>
                    <a:pt x="0" y="253374"/>
                  </a:moveTo>
                  <a:lnTo>
                    <a:pt x="9750" y="261802"/>
                  </a:lnTo>
                  <a:lnTo>
                    <a:pt x="19500" y="255921"/>
                  </a:lnTo>
                  <a:lnTo>
                    <a:pt x="29250" y="229176"/>
                  </a:lnTo>
                  <a:lnTo>
                    <a:pt x="39000" y="238588"/>
                  </a:lnTo>
                  <a:lnTo>
                    <a:pt x="48749" y="232914"/>
                  </a:lnTo>
                  <a:lnTo>
                    <a:pt x="58499" y="260033"/>
                  </a:lnTo>
                  <a:lnTo>
                    <a:pt x="68249" y="274061"/>
                  </a:lnTo>
                  <a:lnTo>
                    <a:pt x="77998" y="257420"/>
                  </a:lnTo>
                  <a:lnTo>
                    <a:pt x="87748" y="257028"/>
                  </a:lnTo>
                  <a:lnTo>
                    <a:pt x="97497" y="264965"/>
                  </a:lnTo>
                  <a:lnTo>
                    <a:pt x="107247" y="289603"/>
                  </a:lnTo>
                  <a:lnTo>
                    <a:pt x="116997" y="265168"/>
                  </a:lnTo>
                  <a:lnTo>
                    <a:pt x="126747" y="277794"/>
                  </a:lnTo>
                  <a:lnTo>
                    <a:pt x="136497" y="295714"/>
                  </a:lnTo>
                  <a:lnTo>
                    <a:pt x="146247" y="291986"/>
                  </a:lnTo>
                  <a:lnTo>
                    <a:pt x="155997" y="284928"/>
                  </a:lnTo>
                  <a:lnTo>
                    <a:pt x="165747" y="257881"/>
                  </a:lnTo>
                  <a:lnTo>
                    <a:pt x="175497" y="223225"/>
                  </a:lnTo>
                  <a:lnTo>
                    <a:pt x="185247" y="190349"/>
                  </a:lnTo>
                  <a:lnTo>
                    <a:pt x="194996" y="174349"/>
                  </a:lnTo>
                  <a:lnTo>
                    <a:pt x="204746" y="150580"/>
                  </a:lnTo>
                  <a:lnTo>
                    <a:pt x="214495" y="132184"/>
                  </a:lnTo>
                  <a:lnTo>
                    <a:pt x="224245" y="118173"/>
                  </a:lnTo>
                  <a:lnTo>
                    <a:pt x="233995" y="104941"/>
                  </a:lnTo>
                  <a:lnTo>
                    <a:pt x="243744" y="106212"/>
                  </a:lnTo>
                  <a:lnTo>
                    <a:pt x="253494" y="116595"/>
                  </a:lnTo>
                  <a:lnTo>
                    <a:pt x="263244" y="115996"/>
                  </a:lnTo>
                  <a:lnTo>
                    <a:pt x="272994" y="130329"/>
                  </a:lnTo>
                  <a:lnTo>
                    <a:pt x="282744" y="131826"/>
                  </a:lnTo>
                  <a:lnTo>
                    <a:pt x="292494" y="123955"/>
                  </a:lnTo>
                  <a:lnTo>
                    <a:pt x="302244" y="124761"/>
                  </a:lnTo>
                  <a:lnTo>
                    <a:pt x="311994" y="107067"/>
                  </a:lnTo>
                  <a:lnTo>
                    <a:pt x="321744" y="112179"/>
                  </a:lnTo>
                  <a:lnTo>
                    <a:pt x="331493" y="148455"/>
                  </a:lnTo>
                  <a:lnTo>
                    <a:pt x="341243" y="141002"/>
                  </a:lnTo>
                  <a:lnTo>
                    <a:pt x="350993" y="146666"/>
                  </a:lnTo>
                  <a:lnTo>
                    <a:pt x="360742" y="148768"/>
                  </a:lnTo>
                  <a:lnTo>
                    <a:pt x="370492" y="153376"/>
                  </a:lnTo>
                  <a:lnTo>
                    <a:pt x="380241" y="162831"/>
                  </a:lnTo>
                  <a:lnTo>
                    <a:pt x="389991" y="185281"/>
                  </a:lnTo>
                  <a:lnTo>
                    <a:pt x="399741" y="193209"/>
                  </a:lnTo>
                  <a:lnTo>
                    <a:pt x="409491" y="182715"/>
                  </a:lnTo>
                  <a:lnTo>
                    <a:pt x="419241" y="191591"/>
                  </a:lnTo>
                  <a:lnTo>
                    <a:pt x="428991" y="235516"/>
                  </a:lnTo>
                  <a:lnTo>
                    <a:pt x="438741" y="256461"/>
                  </a:lnTo>
                  <a:lnTo>
                    <a:pt x="448491" y="257353"/>
                  </a:lnTo>
                  <a:lnTo>
                    <a:pt x="458241" y="245690"/>
                  </a:lnTo>
                  <a:lnTo>
                    <a:pt x="467991" y="278688"/>
                  </a:lnTo>
                  <a:lnTo>
                    <a:pt x="477740" y="270715"/>
                  </a:lnTo>
                  <a:lnTo>
                    <a:pt x="487490" y="254227"/>
                  </a:lnTo>
                  <a:lnTo>
                    <a:pt x="497239" y="269339"/>
                  </a:lnTo>
                  <a:lnTo>
                    <a:pt x="506989" y="247904"/>
                  </a:lnTo>
                  <a:lnTo>
                    <a:pt x="516738" y="254063"/>
                  </a:lnTo>
                  <a:lnTo>
                    <a:pt x="526488" y="293292"/>
                  </a:lnTo>
                  <a:lnTo>
                    <a:pt x="536238" y="273861"/>
                  </a:lnTo>
                  <a:lnTo>
                    <a:pt x="545988" y="258138"/>
                  </a:lnTo>
                  <a:lnTo>
                    <a:pt x="555738" y="254296"/>
                  </a:lnTo>
                  <a:lnTo>
                    <a:pt x="565488" y="224961"/>
                  </a:lnTo>
                  <a:lnTo>
                    <a:pt x="575238" y="255830"/>
                  </a:lnTo>
                  <a:lnTo>
                    <a:pt x="584988" y="254117"/>
                  </a:lnTo>
                  <a:lnTo>
                    <a:pt x="594738" y="233209"/>
                  </a:lnTo>
                  <a:lnTo>
                    <a:pt x="604488" y="224134"/>
                  </a:lnTo>
                  <a:lnTo>
                    <a:pt x="614237" y="217722"/>
                  </a:lnTo>
                  <a:lnTo>
                    <a:pt x="623987" y="223374"/>
                  </a:lnTo>
                  <a:lnTo>
                    <a:pt x="633736" y="223605"/>
                  </a:lnTo>
                  <a:lnTo>
                    <a:pt x="643486" y="245187"/>
                  </a:lnTo>
                  <a:lnTo>
                    <a:pt x="653236" y="259583"/>
                  </a:lnTo>
                  <a:lnTo>
                    <a:pt x="662985" y="264886"/>
                  </a:lnTo>
                  <a:lnTo>
                    <a:pt x="672735" y="287005"/>
                  </a:lnTo>
                  <a:lnTo>
                    <a:pt x="682485" y="252816"/>
                  </a:lnTo>
                  <a:lnTo>
                    <a:pt x="692235" y="252779"/>
                  </a:lnTo>
                  <a:lnTo>
                    <a:pt x="701985" y="238977"/>
                  </a:lnTo>
                  <a:lnTo>
                    <a:pt x="711735" y="234331"/>
                  </a:lnTo>
                  <a:lnTo>
                    <a:pt x="721485" y="214277"/>
                  </a:lnTo>
                  <a:lnTo>
                    <a:pt x="731235" y="192519"/>
                  </a:lnTo>
                  <a:lnTo>
                    <a:pt x="740985" y="175848"/>
                  </a:lnTo>
                  <a:lnTo>
                    <a:pt x="750734" y="164373"/>
                  </a:lnTo>
                  <a:lnTo>
                    <a:pt x="760484" y="182000"/>
                  </a:lnTo>
                  <a:lnTo>
                    <a:pt x="770233" y="196903"/>
                  </a:lnTo>
                  <a:lnTo>
                    <a:pt x="779983" y="185954"/>
                  </a:lnTo>
                  <a:lnTo>
                    <a:pt x="789733" y="174148"/>
                  </a:lnTo>
                  <a:lnTo>
                    <a:pt x="799482" y="210836"/>
                  </a:lnTo>
                  <a:lnTo>
                    <a:pt x="809232" y="228319"/>
                  </a:lnTo>
                  <a:lnTo>
                    <a:pt x="818982" y="182994"/>
                  </a:lnTo>
                  <a:lnTo>
                    <a:pt x="828732" y="165754"/>
                  </a:lnTo>
                  <a:lnTo>
                    <a:pt x="838482" y="142020"/>
                  </a:lnTo>
                  <a:lnTo>
                    <a:pt x="848232" y="118431"/>
                  </a:lnTo>
                  <a:lnTo>
                    <a:pt x="857982" y="126516"/>
                  </a:lnTo>
                  <a:lnTo>
                    <a:pt x="867732" y="164878"/>
                  </a:lnTo>
                  <a:lnTo>
                    <a:pt x="877482" y="192253"/>
                  </a:lnTo>
                  <a:lnTo>
                    <a:pt x="887231" y="149331"/>
                  </a:lnTo>
                  <a:lnTo>
                    <a:pt x="896981" y="154128"/>
                  </a:lnTo>
                  <a:lnTo>
                    <a:pt x="906730" y="184637"/>
                  </a:lnTo>
                  <a:lnTo>
                    <a:pt x="916480" y="181261"/>
                  </a:lnTo>
                  <a:lnTo>
                    <a:pt x="926230" y="183401"/>
                  </a:lnTo>
                  <a:lnTo>
                    <a:pt x="935979" y="155443"/>
                  </a:lnTo>
                  <a:lnTo>
                    <a:pt x="945729" y="159322"/>
                  </a:lnTo>
                  <a:lnTo>
                    <a:pt x="955479" y="117291"/>
                  </a:lnTo>
                  <a:lnTo>
                    <a:pt x="965229" y="133595"/>
                  </a:lnTo>
                  <a:lnTo>
                    <a:pt x="974979" y="111236"/>
                  </a:lnTo>
                  <a:lnTo>
                    <a:pt x="984729" y="93049"/>
                  </a:lnTo>
                  <a:lnTo>
                    <a:pt x="994474" y="112005"/>
                  </a:lnTo>
                  <a:lnTo>
                    <a:pt x="1004233" y="114248"/>
                  </a:lnTo>
                  <a:lnTo>
                    <a:pt x="1013977" y="84663"/>
                  </a:lnTo>
                  <a:lnTo>
                    <a:pt x="1023721" y="102967"/>
                  </a:lnTo>
                  <a:lnTo>
                    <a:pt x="1033480" y="92024"/>
                  </a:lnTo>
                  <a:lnTo>
                    <a:pt x="1043224" y="83948"/>
                  </a:lnTo>
                  <a:lnTo>
                    <a:pt x="1052983" y="59052"/>
                  </a:lnTo>
                  <a:lnTo>
                    <a:pt x="1062727" y="52242"/>
                  </a:lnTo>
                  <a:lnTo>
                    <a:pt x="1072471" y="0"/>
                  </a:lnTo>
                  <a:lnTo>
                    <a:pt x="1082230" y="32602"/>
                  </a:lnTo>
                  <a:lnTo>
                    <a:pt x="1091973" y="58353"/>
                  </a:lnTo>
                  <a:lnTo>
                    <a:pt x="1101732" y="64946"/>
                  </a:lnTo>
                  <a:lnTo>
                    <a:pt x="1111476" y="28226"/>
                  </a:lnTo>
                  <a:lnTo>
                    <a:pt x="1121220" y="36154"/>
                  </a:lnTo>
                  <a:lnTo>
                    <a:pt x="1130979" y="64086"/>
                  </a:lnTo>
                  <a:lnTo>
                    <a:pt x="1140723" y="65800"/>
                  </a:lnTo>
                  <a:lnTo>
                    <a:pt x="1150482" y="58937"/>
                  </a:lnTo>
                  <a:lnTo>
                    <a:pt x="1160226" y="87695"/>
                  </a:lnTo>
                  <a:lnTo>
                    <a:pt x="1169969" y="76980"/>
                  </a:lnTo>
                  <a:lnTo>
                    <a:pt x="1179728" y="81642"/>
                  </a:lnTo>
                  <a:lnTo>
                    <a:pt x="1189472" y="119497"/>
                  </a:lnTo>
                  <a:lnTo>
                    <a:pt x="1199231" y="133992"/>
                  </a:lnTo>
                  <a:lnTo>
                    <a:pt x="1208975" y="152862"/>
                  </a:lnTo>
                  <a:lnTo>
                    <a:pt x="1218719" y="130841"/>
                  </a:lnTo>
                  <a:lnTo>
                    <a:pt x="1228478" y="141543"/>
                  </a:lnTo>
                  <a:lnTo>
                    <a:pt x="1238222" y="146609"/>
                  </a:lnTo>
                  <a:lnTo>
                    <a:pt x="1247966" y="124006"/>
                  </a:lnTo>
                  <a:lnTo>
                    <a:pt x="1257725" y="131285"/>
                  </a:lnTo>
                  <a:lnTo>
                    <a:pt x="1267469" y="92709"/>
                  </a:lnTo>
                  <a:lnTo>
                    <a:pt x="1277227" y="76301"/>
                  </a:lnTo>
                  <a:lnTo>
                    <a:pt x="1286971" y="94699"/>
                  </a:lnTo>
                  <a:lnTo>
                    <a:pt x="1296715" y="103080"/>
                  </a:lnTo>
                  <a:lnTo>
                    <a:pt x="1306474" y="103286"/>
                  </a:lnTo>
                  <a:lnTo>
                    <a:pt x="1316218" y="98689"/>
                  </a:lnTo>
                  <a:lnTo>
                    <a:pt x="1325977" y="104081"/>
                  </a:lnTo>
                  <a:lnTo>
                    <a:pt x="1335721" y="102273"/>
                  </a:lnTo>
                  <a:lnTo>
                    <a:pt x="1345465" y="63620"/>
                  </a:lnTo>
                  <a:lnTo>
                    <a:pt x="1355224" y="49126"/>
                  </a:lnTo>
                  <a:lnTo>
                    <a:pt x="1364967" y="65125"/>
                  </a:lnTo>
                  <a:lnTo>
                    <a:pt x="1374726" y="42845"/>
                  </a:lnTo>
                  <a:lnTo>
                    <a:pt x="1384470" y="44196"/>
                  </a:lnTo>
                  <a:lnTo>
                    <a:pt x="1394214" y="21219"/>
                  </a:lnTo>
                  <a:lnTo>
                    <a:pt x="1403973" y="14871"/>
                  </a:lnTo>
                  <a:lnTo>
                    <a:pt x="1413717" y="30172"/>
                  </a:lnTo>
                  <a:lnTo>
                    <a:pt x="1423476" y="39908"/>
                  </a:lnTo>
                  <a:lnTo>
                    <a:pt x="1433220" y="45718"/>
                  </a:lnTo>
                  <a:lnTo>
                    <a:pt x="1442964" y="71344"/>
                  </a:lnTo>
                  <a:lnTo>
                    <a:pt x="1452722" y="55883"/>
                  </a:lnTo>
                  <a:lnTo>
                    <a:pt x="1462466" y="43724"/>
                  </a:lnTo>
                  <a:lnTo>
                    <a:pt x="1472225" y="45698"/>
                  </a:lnTo>
                  <a:lnTo>
                    <a:pt x="1481969" y="37756"/>
                  </a:lnTo>
                  <a:lnTo>
                    <a:pt x="1491713" y="45044"/>
                  </a:lnTo>
                  <a:lnTo>
                    <a:pt x="1501472" y="66618"/>
                  </a:lnTo>
                  <a:lnTo>
                    <a:pt x="1511216" y="65232"/>
                  </a:lnTo>
                  <a:lnTo>
                    <a:pt x="1520960" y="86115"/>
                  </a:lnTo>
                  <a:lnTo>
                    <a:pt x="1530719" y="96028"/>
                  </a:lnTo>
                  <a:lnTo>
                    <a:pt x="1540463" y="89284"/>
                  </a:lnTo>
                  <a:lnTo>
                    <a:pt x="1550221" y="80794"/>
                  </a:lnTo>
                  <a:lnTo>
                    <a:pt x="1559965" y="113401"/>
                  </a:lnTo>
                  <a:lnTo>
                    <a:pt x="1569709" y="115829"/>
                  </a:lnTo>
                  <a:lnTo>
                    <a:pt x="1579468" y="113103"/>
                  </a:lnTo>
                  <a:lnTo>
                    <a:pt x="1589212" y="120135"/>
                  </a:lnTo>
                  <a:lnTo>
                    <a:pt x="1598971" y="82929"/>
                  </a:lnTo>
                  <a:lnTo>
                    <a:pt x="1608715" y="81231"/>
                  </a:lnTo>
                  <a:lnTo>
                    <a:pt x="1618459" y="47791"/>
                  </a:lnTo>
                  <a:lnTo>
                    <a:pt x="1628218" y="29485"/>
                  </a:lnTo>
                  <a:lnTo>
                    <a:pt x="1637962" y="26306"/>
                  </a:lnTo>
                  <a:lnTo>
                    <a:pt x="1647720" y="39061"/>
                  </a:lnTo>
                  <a:lnTo>
                    <a:pt x="1657464" y="49512"/>
                  </a:lnTo>
                  <a:lnTo>
                    <a:pt x="1667208" y="34685"/>
                  </a:lnTo>
                  <a:lnTo>
                    <a:pt x="1676967" y="58434"/>
                  </a:lnTo>
                  <a:lnTo>
                    <a:pt x="1686711" y="36367"/>
                  </a:lnTo>
                  <a:lnTo>
                    <a:pt x="1696470" y="54509"/>
                  </a:lnTo>
                  <a:lnTo>
                    <a:pt x="1706214" y="51090"/>
                  </a:lnTo>
                  <a:lnTo>
                    <a:pt x="1715958" y="34123"/>
                  </a:lnTo>
                  <a:lnTo>
                    <a:pt x="1725716" y="33533"/>
                  </a:lnTo>
                  <a:lnTo>
                    <a:pt x="1735460" y="30909"/>
                  </a:lnTo>
                  <a:lnTo>
                    <a:pt x="1745219" y="41888"/>
                  </a:lnTo>
                  <a:lnTo>
                    <a:pt x="1754963" y="37994"/>
                  </a:lnTo>
                  <a:lnTo>
                    <a:pt x="1764707" y="32690"/>
                  </a:lnTo>
                  <a:lnTo>
                    <a:pt x="1774466" y="22831"/>
                  </a:lnTo>
                  <a:lnTo>
                    <a:pt x="1784210" y="1465"/>
                  </a:lnTo>
                  <a:lnTo>
                    <a:pt x="1793969" y="3834"/>
                  </a:lnTo>
                  <a:lnTo>
                    <a:pt x="1803713" y="27363"/>
                  </a:lnTo>
                  <a:lnTo>
                    <a:pt x="1813457" y="34137"/>
                  </a:lnTo>
                  <a:lnTo>
                    <a:pt x="1823215" y="68796"/>
                  </a:lnTo>
                  <a:lnTo>
                    <a:pt x="1832959" y="52750"/>
                  </a:lnTo>
                  <a:lnTo>
                    <a:pt x="1842703" y="51528"/>
                  </a:lnTo>
                  <a:lnTo>
                    <a:pt x="1852462" y="59375"/>
                  </a:lnTo>
                  <a:lnTo>
                    <a:pt x="1862206" y="47972"/>
                  </a:lnTo>
                  <a:lnTo>
                    <a:pt x="1871965" y="39987"/>
                  </a:lnTo>
                  <a:lnTo>
                    <a:pt x="1881709" y="84188"/>
                  </a:lnTo>
                  <a:lnTo>
                    <a:pt x="1891453" y="62869"/>
                  </a:lnTo>
                  <a:lnTo>
                    <a:pt x="1901212" y="62497"/>
                  </a:lnTo>
                  <a:lnTo>
                    <a:pt x="1910956" y="41261"/>
                  </a:lnTo>
                  <a:lnTo>
                    <a:pt x="1920714" y="28196"/>
                  </a:lnTo>
                  <a:lnTo>
                    <a:pt x="1930458" y="54030"/>
                  </a:lnTo>
                  <a:lnTo>
                    <a:pt x="1940202" y="97432"/>
                  </a:lnTo>
                  <a:lnTo>
                    <a:pt x="1949961" y="133657"/>
                  </a:lnTo>
                  <a:lnTo>
                    <a:pt x="1959705" y="141238"/>
                  </a:lnTo>
                  <a:lnTo>
                    <a:pt x="1969464" y="187273"/>
                  </a:lnTo>
                  <a:lnTo>
                    <a:pt x="1979208" y="188071"/>
                  </a:lnTo>
                  <a:lnTo>
                    <a:pt x="1988952" y="182626"/>
                  </a:lnTo>
                  <a:lnTo>
                    <a:pt x="1998711" y="177895"/>
                  </a:lnTo>
                  <a:lnTo>
                    <a:pt x="2008454" y="198766"/>
                  </a:lnTo>
                  <a:lnTo>
                    <a:pt x="2018213" y="215488"/>
                  </a:lnTo>
                  <a:lnTo>
                    <a:pt x="2027957" y="205447"/>
                  </a:lnTo>
                  <a:lnTo>
                    <a:pt x="2037701" y="186228"/>
                  </a:lnTo>
                  <a:lnTo>
                    <a:pt x="2047460" y="181595"/>
                  </a:lnTo>
                  <a:lnTo>
                    <a:pt x="2057204" y="163446"/>
                  </a:lnTo>
                  <a:lnTo>
                    <a:pt x="2066963" y="150176"/>
                  </a:lnTo>
                  <a:lnTo>
                    <a:pt x="2076707" y="151095"/>
                  </a:lnTo>
                  <a:lnTo>
                    <a:pt x="2086451" y="185947"/>
                  </a:lnTo>
                  <a:lnTo>
                    <a:pt x="2096210" y="206050"/>
                  </a:lnTo>
                  <a:lnTo>
                    <a:pt x="2105954" y="209162"/>
                  </a:lnTo>
                  <a:lnTo>
                    <a:pt x="2115697" y="193535"/>
                  </a:lnTo>
                  <a:lnTo>
                    <a:pt x="2125456" y="180443"/>
                  </a:lnTo>
                  <a:lnTo>
                    <a:pt x="2135200" y="182739"/>
                  </a:lnTo>
                  <a:lnTo>
                    <a:pt x="2144959" y="199181"/>
                  </a:lnTo>
                  <a:lnTo>
                    <a:pt x="2154703" y="214095"/>
                  </a:lnTo>
                  <a:lnTo>
                    <a:pt x="2164447" y="220611"/>
                  </a:lnTo>
                  <a:lnTo>
                    <a:pt x="2174206" y="244224"/>
                  </a:lnTo>
                  <a:lnTo>
                    <a:pt x="2183950" y="240523"/>
                  </a:lnTo>
                  <a:lnTo>
                    <a:pt x="2193709" y="225285"/>
                  </a:lnTo>
                  <a:lnTo>
                    <a:pt x="2203452" y="207942"/>
                  </a:lnTo>
                  <a:lnTo>
                    <a:pt x="2213196" y="195019"/>
                  </a:lnTo>
                  <a:lnTo>
                    <a:pt x="2222955" y="203323"/>
                  </a:lnTo>
                  <a:lnTo>
                    <a:pt x="2232699" y="172344"/>
                  </a:lnTo>
                  <a:lnTo>
                    <a:pt x="2242458" y="154988"/>
                  </a:lnTo>
                  <a:lnTo>
                    <a:pt x="2252202" y="137495"/>
                  </a:lnTo>
                  <a:lnTo>
                    <a:pt x="2261946" y="103706"/>
                  </a:lnTo>
                  <a:lnTo>
                    <a:pt x="2271705" y="82047"/>
                  </a:lnTo>
                  <a:lnTo>
                    <a:pt x="2281449" y="81833"/>
                  </a:lnTo>
                  <a:lnTo>
                    <a:pt x="2291208" y="63209"/>
                  </a:lnTo>
                  <a:lnTo>
                    <a:pt x="2300951" y="75848"/>
                  </a:lnTo>
                  <a:lnTo>
                    <a:pt x="2310695" y="49608"/>
                  </a:lnTo>
                  <a:lnTo>
                    <a:pt x="2320454" y="44238"/>
                  </a:lnTo>
                  <a:lnTo>
                    <a:pt x="2330198" y="65597"/>
                  </a:lnTo>
                  <a:lnTo>
                    <a:pt x="2339957" y="63175"/>
                  </a:lnTo>
                  <a:lnTo>
                    <a:pt x="2349701" y="83689"/>
                  </a:lnTo>
                  <a:lnTo>
                    <a:pt x="2359445" y="71289"/>
                  </a:lnTo>
                  <a:lnTo>
                    <a:pt x="2369204" y="116424"/>
                  </a:lnTo>
                  <a:lnTo>
                    <a:pt x="2378948" y="132526"/>
                  </a:lnTo>
                  <a:lnTo>
                    <a:pt x="2388692" y="129266"/>
                  </a:lnTo>
                  <a:lnTo>
                    <a:pt x="2398450" y="139434"/>
                  </a:lnTo>
                  <a:lnTo>
                    <a:pt x="2408194" y="125986"/>
                  </a:lnTo>
                  <a:lnTo>
                    <a:pt x="2417953" y="115360"/>
                  </a:lnTo>
                  <a:lnTo>
                    <a:pt x="2427697" y="183080"/>
                  </a:lnTo>
                  <a:lnTo>
                    <a:pt x="2437441" y="205244"/>
                  </a:lnTo>
                  <a:lnTo>
                    <a:pt x="2447200" y="239464"/>
                  </a:lnTo>
                  <a:lnTo>
                    <a:pt x="2456944" y="222801"/>
                  </a:lnTo>
                  <a:lnTo>
                    <a:pt x="2466703" y="202376"/>
                  </a:lnTo>
                  <a:lnTo>
                    <a:pt x="2476446" y="180948"/>
                  </a:lnTo>
                  <a:lnTo>
                    <a:pt x="2486190" y="166705"/>
                  </a:lnTo>
                  <a:lnTo>
                    <a:pt x="2495949" y="178199"/>
                  </a:lnTo>
                  <a:lnTo>
                    <a:pt x="2505693" y="173363"/>
                  </a:lnTo>
                  <a:lnTo>
                    <a:pt x="2515452" y="180202"/>
                  </a:lnTo>
                  <a:lnTo>
                    <a:pt x="2525196" y="140184"/>
                  </a:lnTo>
                  <a:lnTo>
                    <a:pt x="2534940" y="137132"/>
                  </a:lnTo>
                  <a:lnTo>
                    <a:pt x="2544699" y="140603"/>
                  </a:lnTo>
                  <a:lnTo>
                    <a:pt x="2554443" y="154471"/>
                  </a:lnTo>
                  <a:lnTo>
                    <a:pt x="2564202" y="179235"/>
                  </a:lnTo>
                  <a:lnTo>
                    <a:pt x="2573946" y="182329"/>
                  </a:lnTo>
                  <a:lnTo>
                    <a:pt x="2583690" y="192508"/>
                  </a:lnTo>
                  <a:lnTo>
                    <a:pt x="2593448" y="195306"/>
                  </a:lnTo>
                  <a:lnTo>
                    <a:pt x="2603192" y="176609"/>
                  </a:lnTo>
                  <a:lnTo>
                    <a:pt x="2612951" y="145290"/>
                  </a:lnTo>
                  <a:lnTo>
                    <a:pt x="2622695" y="138380"/>
                  </a:lnTo>
                  <a:lnTo>
                    <a:pt x="2632439" y="164506"/>
                  </a:lnTo>
                  <a:lnTo>
                    <a:pt x="2642198" y="201090"/>
                  </a:lnTo>
                  <a:lnTo>
                    <a:pt x="2651942" y="186538"/>
                  </a:lnTo>
                  <a:lnTo>
                    <a:pt x="2661685" y="184694"/>
                  </a:lnTo>
                  <a:lnTo>
                    <a:pt x="2671444" y="208583"/>
                  </a:lnTo>
                  <a:lnTo>
                    <a:pt x="2681188" y="223602"/>
                  </a:lnTo>
                  <a:lnTo>
                    <a:pt x="2690947" y="229486"/>
                  </a:lnTo>
                  <a:lnTo>
                    <a:pt x="2700691" y="213552"/>
                  </a:lnTo>
                  <a:lnTo>
                    <a:pt x="2710435" y="209118"/>
                  </a:lnTo>
                  <a:lnTo>
                    <a:pt x="2720194" y="173658"/>
                  </a:lnTo>
                  <a:lnTo>
                    <a:pt x="2729938" y="190978"/>
                  </a:lnTo>
                  <a:lnTo>
                    <a:pt x="2739697" y="182609"/>
                  </a:lnTo>
                  <a:lnTo>
                    <a:pt x="2749441" y="187836"/>
                  </a:lnTo>
                  <a:lnTo>
                    <a:pt x="2759185" y="205817"/>
                  </a:lnTo>
                  <a:lnTo>
                    <a:pt x="2768943" y="195114"/>
                  </a:lnTo>
                  <a:lnTo>
                    <a:pt x="2778687" y="212912"/>
                  </a:lnTo>
                  <a:lnTo>
                    <a:pt x="2788446" y="230225"/>
                  </a:lnTo>
                  <a:lnTo>
                    <a:pt x="2798190" y="257478"/>
                  </a:lnTo>
                  <a:lnTo>
                    <a:pt x="2807934" y="241571"/>
                  </a:lnTo>
                  <a:lnTo>
                    <a:pt x="2817693" y="216853"/>
                  </a:lnTo>
                  <a:lnTo>
                    <a:pt x="2827437" y="210487"/>
                  </a:lnTo>
                  <a:lnTo>
                    <a:pt x="2837196" y="197726"/>
                  </a:lnTo>
                  <a:lnTo>
                    <a:pt x="2846940" y="217261"/>
                  </a:lnTo>
                  <a:lnTo>
                    <a:pt x="2856684" y="253706"/>
                  </a:lnTo>
                  <a:lnTo>
                    <a:pt x="2866442" y="226019"/>
                  </a:lnTo>
                  <a:lnTo>
                    <a:pt x="2876186" y="275393"/>
                  </a:lnTo>
                  <a:lnTo>
                    <a:pt x="2885945" y="291595"/>
                  </a:lnTo>
                  <a:lnTo>
                    <a:pt x="2895689" y="285852"/>
                  </a:lnTo>
                  <a:lnTo>
                    <a:pt x="2905433" y="296509"/>
                  </a:lnTo>
                  <a:lnTo>
                    <a:pt x="2915192" y="28674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0" name="Freeform 1159">
              <a:extLst>
                <a:ext uri="{FF2B5EF4-FFF2-40B4-BE49-F238E27FC236}">
                  <a16:creationId xmlns:a16="http://schemas.microsoft.com/office/drawing/2014/main" id="{483C2177-94C8-3DD1-374E-ED076786A89B}"/>
                </a:ext>
              </a:extLst>
            </p:cNvPr>
            <p:cNvSpPr/>
            <p:nvPr/>
          </p:nvSpPr>
          <p:spPr>
            <a:xfrm>
              <a:off x="4426652" y="3507276"/>
              <a:ext cx="2915191" cy="325641"/>
            </a:xfrm>
            <a:custGeom>
              <a:avLst/>
              <a:gdLst>
                <a:gd name="connsiteX0" fmla="*/ 0 w 2915191"/>
                <a:gd name="connsiteY0" fmla="*/ 24843 h 325641"/>
                <a:gd name="connsiteX1" fmla="*/ 9750 w 2915191"/>
                <a:gd name="connsiteY1" fmla="*/ 0 h 325641"/>
                <a:gd name="connsiteX2" fmla="*/ 19500 w 2915191"/>
                <a:gd name="connsiteY2" fmla="*/ 4553 h 325641"/>
                <a:gd name="connsiteX3" fmla="*/ 29250 w 2915191"/>
                <a:gd name="connsiteY3" fmla="*/ 18189 h 325641"/>
                <a:gd name="connsiteX4" fmla="*/ 39000 w 2915191"/>
                <a:gd name="connsiteY4" fmla="*/ 10751 h 325641"/>
                <a:gd name="connsiteX5" fmla="*/ 48749 w 2915191"/>
                <a:gd name="connsiteY5" fmla="*/ 3318 h 325641"/>
                <a:gd name="connsiteX6" fmla="*/ 58499 w 2915191"/>
                <a:gd name="connsiteY6" fmla="*/ 22523 h 325641"/>
                <a:gd name="connsiteX7" fmla="*/ 68249 w 2915191"/>
                <a:gd name="connsiteY7" fmla="*/ 33776 h 325641"/>
                <a:gd name="connsiteX8" fmla="*/ 77998 w 2915191"/>
                <a:gd name="connsiteY8" fmla="*/ 29168 h 325641"/>
                <a:gd name="connsiteX9" fmla="*/ 87748 w 2915191"/>
                <a:gd name="connsiteY9" fmla="*/ 45975 h 325641"/>
                <a:gd name="connsiteX10" fmla="*/ 97497 w 2915191"/>
                <a:gd name="connsiteY10" fmla="*/ 41033 h 325641"/>
                <a:gd name="connsiteX11" fmla="*/ 107247 w 2915191"/>
                <a:gd name="connsiteY11" fmla="*/ 26468 h 325641"/>
                <a:gd name="connsiteX12" fmla="*/ 116997 w 2915191"/>
                <a:gd name="connsiteY12" fmla="*/ 33754 h 325641"/>
                <a:gd name="connsiteX13" fmla="*/ 126747 w 2915191"/>
                <a:gd name="connsiteY13" fmla="*/ 30374 h 325641"/>
                <a:gd name="connsiteX14" fmla="*/ 136497 w 2915191"/>
                <a:gd name="connsiteY14" fmla="*/ 33547 h 325641"/>
                <a:gd name="connsiteX15" fmla="*/ 146247 w 2915191"/>
                <a:gd name="connsiteY15" fmla="*/ 20476 h 325641"/>
                <a:gd name="connsiteX16" fmla="*/ 155997 w 2915191"/>
                <a:gd name="connsiteY16" fmla="*/ 50861 h 325641"/>
                <a:gd name="connsiteX17" fmla="*/ 165747 w 2915191"/>
                <a:gd name="connsiteY17" fmla="*/ 41921 h 325641"/>
                <a:gd name="connsiteX18" fmla="*/ 175497 w 2915191"/>
                <a:gd name="connsiteY18" fmla="*/ 26669 h 325641"/>
                <a:gd name="connsiteX19" fmla="*/ 185247 w 2915191"/>
                <a:gd name="connsiteY19" fmla="*/ 32121 h 325641"/>
                <a:gd name="connsiteX20" fmla="*/ 194996 w 2915191"/>
                <a:gd name="connsiteY20" fmla="*/ 40446 h 325641"/>
                <a:gd name="connsiteX21" fmla="*/ 204746 w 2915191"/>
                <a:gd name="connsiteY21" fmla="*/ 86800 h 325641"/>
                <a:gd name="connsiteX22" fmla="*/ 214495 w 2915191"/>
                <a:gd name="connsiteY22" fmla="*/ 111386 h 325641"/>
                <a:gd name="connsiteX23" fmla="*/ 224245 w 2915191"/>
                <a:gd name="connsiteY23" fmla="*/ 107709 h 325641"/>
                <a:gd name="connsiteX24" fmla="*/ 233995 w 2915191"/>
                <a:gd name="connsiteY24" fmla="*/ 87640 h 325641"/>
                <a:gd name="connsiteX25" fmla="*/ 243744 w 2915191"/>
                <a:gd name="connsiteY25" fmla="*/ 88640 h 325641"/>
                <a:gd name="connsiteX26" fmla="*/ 253494 w 2915191"/>
                <a:gd name="connsiteY26" fmla="*/ 98898 h 325641"/>
                <a:gd name="connsiteX27" fmla="*/ 263244 w 2915191"/>
                <a:gd name="connsiteY27" fmla="*/ 101349 h 325641"/>
                <a:gd name="connsiteX28" fmla="*/ 272994 w 2915191"/>
                <a:gd name="connsiteY28" fmla="*/ 66289 h 325641"/>
                <a:gd name="connsiteX29" fmla="*/ 282744 w 2915191"/>
                <a:gd name="connsiteY29" fmla="*/ 65581 h 325641"/>
                <a:gd name="connsiteX30" fmla="*/ 292494 w 2915191"/>
                <a:gd name="connsiteY30" fmla="*/ 75466 h 325641"/>
                <a:gd name="connsiteX31" fmla="*/ 302244 w 2915191"/>
                <a:gd name="connsiteY31" fmla="*/ 120540 h 325641"/>
                <a:gd name="connsiteX32" fmla="*/ 311994 w 2915191"/>
                <a:gd name="connsiteY32" fmla="*/ 100176 h 325641"/>
                <a:gd name="connsiteX33" fmla="*/ 321744 w 2915191"/>
                <a:gd name="connsiteY33" fmla="*/ 49244 h 325641"/>
                <a:gd name="connsiteX34" fmla="*/ 331493 w 2915191"/>
                <a:gd name="connsiteY34" fmla="*/ 54083 h 325641"/>
                <a:gd name="connsiteX35" fmla="*/ 341243 w 2915191"/>
                <a:gd name="connsiteY35" fmla="*/ 83965 h 325641"/>
                <a:gd name="connsiteX36" fmla="*/ 350993 w 2915191"/>
                <a:gd name="connsiteY36" fmla="*/ 96218 h 325641"/>
                <a:gd name="connsiteX37" fmla="*/ 360742 w 2915191"/>
                <a:gd name="connsiteY37" fmla="*/ 92739 h 325641"/>
                <a:gd name="connsiteX38" fmla="*/ 370492 w 2915191"/>
                <a:gd name="connsiteY38" fmla="*/ 86779 h 325641"/>
                <a:gd name="connsiteX39" fmla="*/ 380241 w 2915191"/>
                <a:gd name="connsiteY39" fmla="*/ 102769 h 325641"/>
                <a:gd name="connsiteX40" fmla="*/ 389991 w 2915191"/>
                <a:gd name="connsiteY40" fmla="*/ 96909 h 325641"/>
                <a:gd name="connsiteX41" fmla="*/ 399741 w 2915191"/>
                <a:gd name="connsiteY41" fmla="*/ 74380 h 325641"/>
                <a:gd name="connsiteX42" fmla="*/ 409491 w 2915191"/>
                <a:gd name="connsiteY42" fmla="*/ 89588 h 325641"/>
                <a:gd name="connsiteX43" fmla="*/ 419241 w 2915191"/>
                <a:gd name="connsiteY43" fmla="*/ 88422 h 325641"/>
                <a:gd name="connsiteX44" fmla="*/ 428991 w 2915191"/>
                <a:gd name="connsiteY44" fmla="*/ 88552 h 325641"/>
                <a:gd name="connsiteX45" fmla="*/ 438741 w 2915191"/>
                <a:gd name="connsiteY45" fmla="*/ 67472 h 325641"/>
                <a:gd name="connsiteX46" fmla="*/ 448491 w 2915191"/>
                <a:gd name="connsiteY46" fmla="*/ 60363 h 325641"/>
                <a:gd name="connsiteX47" fmla="*/ 458241 w 2915191"/>
                <a:gd name="connsiteY47" fmla="*/ 79937 h 325641"/>
                <a:gd name="connsiteX48" fmla="*/ 467991 w 2915191"/>
                <a:gd name="connsiteY48" fmla="*/ 102858 h 325641"/>
                <a:gd name="connsiteX49" fmla="*/ 477740 w 2915191"/>
                <a:gd name="connsiteY49" fmla="*/ 117246 h 325641"/>
                <a:gd name="connsiteX50" fmla="*/ 487490 w 2915191"/>
                <a:gd name="connsiteY50" fmla="*/ 103442 h 325641"/>
                <a:gd name="connsiteX51" fmla="*/ 497239 w 2915191"/>
                <a:gd name="connsiteY51" fmla="*/ 130776 h 325641"/>
                <a:gd name="connsiteX52" fmla="*/ 506989 w 2915191"/>
                <a:gd name="connsiteY52" fmla="*/ 112012 h 325641"/>
                <a:gd name="connsiteX53" fmla="*/ 516738 w 2915191"/>
                <a:gd name="connsiteY53" fmla="*/ 100738 h 325641"/>
                <a:gd name="connsiteX54" fmla="*/ 526488 w 2915191"/>
                <a:gd name="connsiteY54" fmla="*/ 99583 h 325641"/>
                <a:gd name="connsiteX55" fmla="*/ 536238 w 2915191"/>
                <a:gd name="connsiteY55" fmla="*/ 77615 h 325641"/>
                <a:gd name="connsiteX56" fmla="*/ 545988 w 2915191"/>
                <a:gd name="connsiteY56" fmla="*/ 108308 h 325641"/>
                <a:gd name="connsiteX57" fmla="*/ 555738 w 2915191"/>
                <a:gd name="connsiteY57" fmla="*/ 136977 h 325641"/>
                <a:gd name="connsiteX58" fmla="*/ 565488 w 2915191"/>
                <a:gd name="connsiteY58" fmla="*/ 177205 h 325641"/>
                <a:gd name="connsiteX59" fmla="*/ 575238 w 2915191"/>
                <a:gd name="connsiteY59" fmla="*/ 162307 h 325641"/>
                <a:gd name="connsiteX60" fmla="*/ 584988 w 2915191"/>
                <a:gd name="connsiteY60" fmla="*/ 155958 h 325641"/>
                <a:gd name="connsiteX61" fmla="*/ 594738 w 2915191"/>
                <a:gd name="connsiteY61" fmla="*/ 190118 h 325641"/>
                <a:gd name="connsiteX62" fmla="*/ 604488 w 2915191"/>
                <a:gd name="connsiteY62" fmla="*/ 223713 h 325641"/>
                <a:gd name="connsiteX63" fmla="*/ 614237 w 2915191"/>
                <a:gd name="connsiteY63" fmla="*/ 196443 h 325641"/>
                <a:gd name="connsiteX64" fmla="*/ 623987 w 2915191"/>
                <a:gd name="connsiteY64" fmla="*/ 176569 h 325641"/>
                <a:gd name="connsiteX65" fmla="*/ 633736 w 2915191"/>
                <a:gd name="connsiteY65" fmla="*/ 185993 h 325641"/>
                <a:gd name="connsiteX66" fmla="*/ 643486 w 2915191"/>
                <a:gd name="connsiteY66" fmla="*/ 156141 h 325641"/>
                <a:gd name="connsiteX67" fmla="*/ 653236 w 2915191"/>
                <a:gd name="connsiteY67" fmla="*/ 158862 h 325641"/>
                <a:gd name="connsiteX68" fmla="*/ 662985 w 2915191"/>
                <a:gd name="connsiteY68" fmla="*/ 205292 h 325641"/>
                <a:gd name="connsiteX69" fmla="*/ 672735 w 2915191"/>
                <a:gd name="connsiteY69" fmla="*/ 228932 h 325641"/>
                <a:gd name="connsiteX70" fmla="*/ 682485 w 2915191"/>
                <a:gd name="connsiteY70" fmla="*/ 247149 h 325641"/>
                <a:gd name="connsiteX71" fmla="*/ 692235 w 2915191"/>
                <a:gd name="connsiteY71" fmla="*/ 279055 h 325641"/>
                <a:gd name="connsiteX72" fmla="*/ 701985 w 2915191"/>
                <a:gd name="connsiteY72" fmla="*/ 246958 h 325641"/>
                <a:gd name="connsiteX73" fmla="*/ 711735 w 2915191"/>
                <a:gd name="connsiteY73" fmla="*/ 262113 h 325641"/>
                <a:gd name="connsiteX74" fmla="*/ 721485 w 2915191"/>
                <a:gd name="connsiteY74" fmla="*/ 273372 h 325641"/>
                <a:gd name="connsiteX75" fmla="*/ 731235 w 2915191"/>
                <a:gd name="connsiteY75" fmla="*/ 281630 h 325641"/>
                <a:gd name="connsiteX76" fmla="*/ 740985 w 2915191"/>
                <a:gd name="connsiteY76" fmla="*/ 266036 h 325641"/>
                <a:gd name="connsiteX77" fmla="*/ 750734 w 2915191"/>
                <a:gd name="connsiteY77" fmla="*/ 291312 h 325641"/>
                <a:gd name="connsiteX78" fmla="*/ 760484 w 2915191"/>
                <a:gd name="connsiteY78" fmla="*/ 250193 h 325641"/>
                <a:gd name="connsiteX79" fmla="*/ 770233 w 2915191"/>
                <a:gd name="connsiteY79" fmla="*/ 237831 h 325641"/>
                <a:gd name="connsiteX80" fmla="*/ 779983 w 2915191"/>
                <a:gd name="connsiteY80" fmla="*/ 233720 h 325641"/>
                <a:gd name="connsiteX81" fmla="*/ 789733 w 2915191"/>
                <a:gd name="connsiteY81" fmla="*/ 243436 h 325641"/>
                <a:gd name="connsiteX82" fmla="*/ 799482 w 2915191"/>
                <a:gd name="connsiteY82" fmla="*/ 242509 h 325641"/>
                <a:gd name="connsiteX83" fmla="*/ 809232 w 2915191"/>
                <a:gd name="connsiteY83" fmla="*/ 286522 h 325641"/>
                <a:gd name="connsiteX84" fmla="*/ 818982 w 2915191"/>
                <a:gd name="connsiteY84" fmla="*/ 308436 h 325641"/>
                <a:gd name="connsiteX85" fmla="*/ 828732 w 2915191"/>
                <a:gd name="connsiteY85" fmla="*/ 308980 h 325641"/>
                <a:gd name="connsiteX86" fmla="*/ 838482 w 2915191"/>
                <a:gd name="connsiteY86" fmla="*/ 271911 h 325641"/>
                <a:gd name="connsiteX87" fmla="*/ 848232 w 2915191"/>
                <a:gd name="connsiteY87" fmla="*/ 277480 h 325641"/>
                <a:gd name="connsiteX88" fmla="*/ 857982 w 2915191"/>
                <a:gd name="connsiteY88" fmla="*/ 277604 h 325641"/>
                <a:gd name="connsiteX89" fmla="*/ 867732 w 2915191"/>
                <a:gd name="connsiteY89" fmla="*/ 232905 h 325641"/>
                <a:gd name="connsiteX90" fmla="*/ 877482 w 2915191"/>
                <a:gd name="connsiteY90" fmla="*/ 228673 h 325641"/>
                <a:gd name="connsiteX91" fmla="*/ 887231 w 2915191"/>
                <a:gd name="connsiteY91" fmla="*/ 240184 h 325641"/>
                <a:gd name="connsiteX92" fmla="*/ 896981 w 2915191"/>
                <a:gd name="connsiteY92" fmla="*/ 222731 h 325641"/>
                <a:gd name="connsiteX93" fmla="*/ 906730 w 2915191"/>
                <a:gd name="connsiteY93" fmla="*/ 185109 h 325641"/>
                <a:gd name="connsiteX94" fmla="*/ 916480 w 2915191"/>
                <a:gd name="connsiteY94" fmla="*/ 206768 h 325641"/>
                <a:gd name="connsiteX95" fmla="*/ 926230 w 2915191"/>
                <a:gd name="connsiteY95" fmla="*/ 233698 h 325641"/>
                <a:gd name="connsiteX96" fmla="*/ 935979 w 2915191"/>
                <a:gd name="connsiteY96" fmla="*/ 276878 h 325641"/>
                <a:gd name="connsiteX97" fmla="*/ 945729 w 2915191"/>
                <a:gd name="connsiteY97" fmla="*/ 231132 h 325641"/>
                <a:gd name="connsiteX98" fmla="*/ 955479 w 2915191"/>
                <a:gd name="connsiteY98" fmla="*/ 224102 h 325641"/>
                <a:gd name="connsiteX99" fmla="*/ 965229 w 2915191"/>
                <a:gd name="connsiteY99" fmla="*/ 193717 h 325641"/>
                <a:gd name="connsiteX100" fmla="*/ 974979 w 2915191"/>
                <a:gd name="connsiteY100" fmla="*/ 202339 h 325641"/>
                <a:gd name="connsiteX101" fmla="*/ 984729 w 2915191"/>
                <a:gd name="connsiteY101" fmla="*/ 238650 h 325641"/>
                <a:gd name="connsiteX102" fmla="*/ 994474 w 2915191"/>
                <a:gd name="connsiteY102" fmla="*/ 225092 h 325641"/>
                <a:gd name="connsiteX103" fmla="*/ 1004233 w 2915191"/>
                <a:gd name="connsiteY103" fmla="*/ 192183 h 325641"/>
                <a:gd name="connsiteX104" fmla="*/ 1013977 w 2915191"/>
                <a:gd name="connsiteY104" fmla="*/ 221166 h 325641"/>
                <a:gd name="connsiteX105" fmla="*/ 1023721 w 2915191"/>
                <a:gd name="connsiteY105" fmla="*/ 246311 h 325641"/>
                <a:gd name="connsiteX106" fmla="*/ 1033480 w 2915191"/>
                <a:gd name="connsiteY106" fmla="*/ 258305 h 325641"/>
                <a:gd name="connsiteX107" fmla="*/ 1043224 w 2915191"/>
                <a:gd name="connsiteY107" fmla="*/ 269838 h 325641"/>
                <a:gd name="connsiteX108" fmla="*/ 1052983 w 2915191"/>
                <a:gd name="connsiteY108" fmla="*/ 268049 h 325641"/>
                <a:gd name="connsiteX109" fmla="*/ 1062727 w 2915191"/>
                <a:gd name="connsiteY109" fmla="*/ 234973 h 325641"/>
                <a:gd name="connsiteX110" fmla="*/ 1072471 w 2915191"/>
                <a:gd name="connsiteY110" fmla="*/ 251000 h 325641"/>
                <a:gd name="connsiteX111" fmla="*/ 1082230 w 2915191"/>
                <a:gd name="connsiteY111" fmla="*/ 249257 h 325641"/>
                <a:gd name="connsiteX112" fmla="*/ 1091973 w 2915191"/>
                <a:gd name="connsiteY112" fmla="*/ 216178 h 325641"/>
                <a:gd name="connsiteX113" fmla="*/ 1101732 w 2915191"/>
                <a:gd name="connsiteY113" fmla="*/ 189703 h 325641"/>
                <a:gd name="connsiteX114" fmla="*/ 1111476 w 2915191"/>
                <a:gd name="connsiteY114" fmla="*/ 190075 h 325641"/>
                <a:gd name="connsiteX115" fmla="*/ 1121220 w 2915191"/>
                <a:gd name="connsiteY115" fmla="*/ 182445 h 325641"/>
                <a:gd name="connsiteX116" fmla="*/ 1130979 w 2915191"/>
                <a:gd name="connsiteY116" fmla="*/ 192139 h 325641"/>
                <a:gd name="connsiteX117" fmla="*/ 1140723 w 2915191"/>
                <a:gd name="connsiteY117" fmla="*/ 204383 h 325641"/>
                <a:gd name="connsiteX118" fmla="*/ 1150482 w 2915191"/>
                <a:gd name="connsiteY118" fmla="*/ 178232 h 325641"/>
                <a:gd name="connsiteX119" fmla="*/ 1160226 w 2915191"/>
                <a:gd name="connsiteY119" fmla="*/ 208864 h 325641"/>
                <a:gd name="connsiteX120" fmla="*/ 1169969 w 2915191"/>
                <a:gd name="connsiteY120" fmla="*/ 206518 h 325641"/>
                <a:gd name="connsiteX121" fmla="*/ 1179728 w 2915191"/>
                <a:gd name="connsiteY121" fmla="*/ 186456 h 325641"/>
                <a:gd name="connsiteX122" fmla="*/ 1189472 w 2915191"/>
                <a:gd name="connsiteY122" fmla="*/ 189972 h 325641"/>
                <a:gd name="connsiteX123" fmla="*/ 1199231 w 2915191"/>
                <a:gd name="connsiteY123" fmla="*/ 234248 h 325641"/>
                <a:gd name="connsiteX124" fmla="*/ 1208975 w 2915191"/>
                <a:gd name="connsiteY124" fmla="*/ 234555 h 325641"/>
                <a:gd name="connsiteX125" fmla="*/ 1218719 w 2915191"/>
                <a:gd name="connsiteY125" fmla="*/ 257349 h 325641"/>
                <a:gd name="connsiteX126" fmla="*/ 1228478 w 2915191"/>
                <a:gd name="connsiteY126" fmla="*/ 254399 h 325641"/>
                <a:gd name="connsiteX127" fmla="*/ 1238222 w 2915191"/>
                <a:gd name="connsiteY127" fmla="*/ 266625 h 325641"/>
                <a:gd name="connsiteX128" fmla="*/ 1247966 w 2915191"/>
                <a:gd name="connsiteY128" fmla="*/ 269047 h 325641"/>
                <a:gd name="connsiteX129" fmla="*/ 1257725 w 2915191"/>
                <a:gd name="connsiteY129" fmla="*/ 295259 h 325641"/>
                <a:gd name="connsiteX130" fmla="*/ 1267469 w 2915191"/>
                <a:gd name="connsiteY130" fmla="*/ 259890 h 325641"/>
                <a:gd name="connsiteX131" fmla="*/ 1277227 w 2915191"/>
                <a:gd name="connsiteY131" fmla="*/ 245626 h 325641"/>
                <a:gd name="connsiteX132" fmla="*/ 1286971 w 2915191"/>
                <a:gd name="connsiteY132" fmla="*/ 269664 h 325641"/>
                <a:gd name="connsiteX133" fmla="*/ 1296715 w 2915191"/>
                <a:gd name="connsiteY133" fmla="*/ 219012 h 325641"/>
                <a:gd name="connsiteX134" fmla="*/ 1306474 w 2915191"/>
                <a:gd name="connsiteY134" fmla="*/ 200788 h 325641"/>
                <a:gd name="connsiteX135" fmla="*/ 1316218 w 2915191"/>
                <a:gd name="connsiteY135" fmla="*/ 186261 h 325641"/>
                <a:gd name="connsiteX136" fmla="*/ 1325977 w 2915191"/>
                <a:gd name="connsiteY136" fmla="*/ 214516 h 325641"/>
                <a:gd name="connsiteX137" fmla="*/ 1335721 w 2915191"/>
                <a:gd name="connsiteY137" fmla="*/ 189636 h 325641"/>
                <a:gd name="connsiteX138" fmla="*/ 1345465 w 2915191"/>
                <a:gd name="connsiteY138" fmla="*/ 193349 h 325641"/>
                <a:gd name="connsiteX139" fmla="*/ 1355224 w 2915191"/>
                <a:gd name="connsiteY139" fmla="*/ 225697 h 325641"/>
                <a:gd name="connsiteX140" fmla="*/ 1364967 w 2915191"/>
                <a:gd name="connsiteY140" fmla="*/ 246243 h 325641"/>
                <a:gd name="connsiteX141" fmla="*/ 1374726 w 2915191"/>
                <a:gd name="connsiteY141" fmla="*/ 244976 h 325641"/>
                <a:gd name="connsiteX142" fmla="*/ 1384470 w 2915191"/>
                <a:gd name="connsiteY142" fmla="*/ 245510 h 325641"/>
                <a:gd name="connsiteX143" fmla="*/ 1394214 w 2915191"/>
                <a:gd name="connsiteY143" fmla="*/ 235924 h 325641"/>
                <a:gd name="connsiteX144" fmla="*/ 1403973 w 2915191"/>
                <a:gd name="connsiteY144" fmla="*/ 208703 h 325641"/>
                <a:gd name="connsiteX145" fmla="*/ 1413717 w 2915191"/>
                <a:gd name="connsiteY145" fmla="*/ 219800 h 325641"/>
                <a:gd name="connsiteX146" fmla="*/ 1423476 w 2915191"/>
                <a:gd name="connsiteY146" fmla="*/ 216674 h 325641"/>
                <a:gd name="connsiteX147" fmla="*/ 1433220 w 2915191"/>
                <a:gd name="connsiteY147" fmla="*/ 192018 h 325641"/>
                <a:gd name="connsiteX148" fmla="*/ 1442964 w 2915191"/>
                <a:gd name="connsiteY148" fmla="*/ 194077 h 325641"/>
                <a:gd name="connsiteX149" fmla="*/ 1452722 w 2915191"/>
                <a:gd name="connsiteY149" fmla="*/ 180446 h 325641"/>
                <a:gd name="connsiteX150" fmla="*/ 1462466 w 2915191"/>
                <a:gd name="connsiteY150" fmla="*/ 181413 h 325641"/>
                <a:gd name="connsiteX151" fmla="*/ 1472225 w 2915191"/>
                <a:gd name="connsiteY151" fmla="*/ 176837 h 325641"/>
                <a:gd name="connsiteX152" fmla="*/ 1481969 w 2915191"/>
                <a:gd name="connsiteY152" fmla="*/ 149356 h 325641"/>
                <a:gd name="connsiteX153" fmla="*/ 1491713 w 2915191"/>
                <a:gd name="connsiteY153" fmla="*/ 160535 h 325641"/>
                <a:gd name="connsiteX154" fmla="*/ 1501472 w 2915191"/>
                <a:gd name="connsiteY154" fmla="*/ 169336 h 325641"/>
                <a:gd name="connsiteX155" fmla="*/ 1511216 w 2915191"/>
                <a:gd name="connsiteY155" fmla="*/ 186543 h 325641"/>
                <a:gd name="connsiteX156" fmla="*/ 1520960 w 2915191"/>
                <a:gd name="connsiteY156" fmla="*/ 188305 h 325641"/>
                <a:gd name="connsiteX157" fmla="*/ 1530719 w 2915191"/>
                <a:gd name="connsiteY157" fmla="*/ 181718 h 325641"/>
                <a:gd name="connsiteX158" fmla="*/ 1540463 w 2915191"/>
                <a:gd name="connsiteY158" fmla="*/ 197078 h 325641"/>
                <a:gd name="connsiteX159" fmla="*/ 1550221 w 2915191"/>
                <a:gd name="connsiteY159" fmla="*/ 189108 h 325641"/>
                <a:gd name="connsiteX160" fmla="*/ 1559965 w 2915191"/>
                <a:gd name="connsiteY160" fmla="*/ 213656 h 325641"/>
                <a:gd name="connsiteX161" fmla="*/ 1569709 w 2915191"/>
                <a:gd name="connsiteY161" fmla="*/ 223330 h 325641"/>
                <a:gd name="connsiteX162" fmla="*/ 1579468 w 2915191"/>
                <a:gd name="connsiteY162" fmla="*/ 205564 h 325641"/>
                <a:gd name="connsiteX163" fmla="*/ 1589212 w 2915191"/>
                <a:gd name="connsiteY163" fmla="*/ 224270 h 325641"/>
                <a:gd name="connsiteX164" fmla="*/ 1598971 w 2915191"/>
                <a:gd name="connsiteY164" fmla="*/ 236092 h 325641"/>
                <a:gd name="connsiteX165" fmla="*/ 1608715 w 2915191"/>
                <a:gd name="connsiteY165" fmla="*/ 220852 h 325641"/>
                <a:gd name="connsiteX166" fmla="*/ 1618459 w 2915191"/>
                <a:gd name="connsiteY166" fmla="*/ 235134 h 325641"/>
                <a:gd name="connsiteX167" fmla="*/ 1628218 w 2915191"/>
                <a:gd name="connsiteY167" fmla="*/ 225894 h 325641"/>
                <a:gd name="connsiteX168" fmla="*/ 1637962 w 2915191"/>
                <a:gd name="connsiteY168" fmla="*/ 206483 h 325641"/>
                <a:gd name="connsiteX169" fmla="*/ 1647720 w 2915191"/>
                <a:gd name="connsiteY169" fmla="*/ 199283 h 325641"/>
                <a:gd name="connsiteX170" fmla="*/ 1657464 w 2915191"/>
                <a:gd name="connsiteY170" fmla="*/ 207239 h 325641"/>
                <a:gd name="connsiteX171" fmla="*/ 1667208 w 2915191"/>
                <a:gd name="connsiteY171" fmla="*/ 198215 h 325641"/>
                <a:gd name="connsiteX172" fmla="*/ 1676967 w 2915191"/>
                <a:gd name="connsiteY172" fmla="*/ 213987 h 325641"/>
                <a:gd name="connsiteX173" fmla="*/ 1686711 w 2915191"/>
                <a:gd name="connsiteY173" fmla="*/ 214295 h 325641"/>
                <a:gd name="connsiteX174" fmla="*/ 1696470 w 2915191"/>
                <a:gd name="connsiteY174" fmla="*/ 237169 h 325641"/>
                <a:gd name="connsiteX175" fmla="*/ 1706214 w 2915191"/>
                <a:gd name="connsiteY175" fmla="*/ 248655 h 325641"/>
                <a:gd name="connsiteX176" fmla="*/ 1715958 w 2915191"/>
                <a:gd name="connsiteY176" fmla="*/ 232470 h 325641"/>
                <a:gd name="connsiteX177" fmla="*/ 1725716 w 2915191"/>
                <a:gd name="connsiteY177" fmla="*/ 204696 h 325641"/>
                <a:gd name="connsiteX178" fmla="*/ 1735460 w 2915191"/>
                <a:gd name="connsiteY178" fmla="*/ 221667 h 325641"/>
                <a:gd name="connsiteX179" fmla="*/ 1745219 w 2915191"/>
                <a:gd name="connsiteY179" fmla="*/ 178444 h 325641"/>
                <a:gd name="connsiteX180" fmla="*/ 1754963 w 2915191"/>
                <a:gd name="connsiteY180" fmla="*/ 190881 h 325641"/>
                <a:gd name="connsiteX181" fmla="*/ 1764707 w 2915191"/>
                <a:gd name="connsiteY181" fmla="*/ 192730 h 325641"/>
                <a:gd name="connsiteX182" fmla="*/ 1774466 w 2915191"/>
                <a:gd name="connsiteY182" fmla="*/ 195253 h 325641"/>
                <a:gd name="connsiteX183" fmla="*/ 1784210 w 2915191"/>
                <a:gd name="connsiteY183" fmla="*/ 185541 h 325641"/>
                <a:gd name="connsiteX184" fmla="*/ 1793969 w 2915191"/>
                <a:gd name="connsiteY184" fmla="*/ 162968 h 325641"/>
                <a:gd name="connsiteX185" fmla="*/ 1803713 w 2915191"/>
                <a:gd name="connsiteY185" fmla="*/ 184589 h 325641"/>
                <a:gd name="connsiteX186" fmla="*/ 1813457 w 2915191"/>
                <a:gd name="connsiteY186" fmla="*/ 159970 h 325641"/>
                <a:gd name="connsiteX187" fmla="*/ 1823215 w 2915191"/>
                <a:gd name="connsiteY187" fmla="*/ 150325 h 325641"/>
                <a:gd name="connsiteX188" fmla="*/ 1832959 w 2915191"/>
                <a:gd name="connsiteY188" fmla="*/ 161572 h 325641"/>
                <a:gd name="connsiteX189" fmla="*/ 1842703 w 2915191"/>
                <a:gd name="connsiteY189" fmla="*/ 197222 h 325641"/>
                <a:gd name="connsiteX190" fmla="*/ 1852462 w 2915191"/>
                <a:gd name="connsiteY190" fmla="*/ 183390 h 325641"/>
                <a:gd name="connsiteX191" fmla="*/ 1862206 w 2915191"/>
                <a:gd name="connsiteY191" fmla="*/ 189971 h 325641"/>
                <a:gd name="connsiteX192" fmla="*/ 1871965 w 2915191"/>
                <a:gd name="connsiteY192" fmla="*/ 197365 h 325641"/>
                <a:gd name="connsiteX193" fmla="*/ 1881709 w 2915191"/>
                <a:gd name="connsiteY193" fmla="*/ 194859 h 325641"/>
                <a:gd name="connsiteX194" fmla="*/ 1891453 w 2915191"/>
                <a:gd name="connsiteY194" fmla="*/ 196857 h 325641"/>
                <a:gd name="connsiteX195" fmla="*/ 1901212 w 2915191"/>
                <a:gd name="connsiteY195" fmla="*/ 189591 h 325641"/>
                <a:gd name="connsiteX196" fmla="*/ 1910956 w 2915191"/>
                <a:gd name="connsiteY196" fmla="*/ 183462 h 325641"/>
                <a:gd name="connsiteX197" fmla="*/ 1920714 w 2915191"/>
                <a:gd name="connsiteY197" fmla="*/ 198274 h 325641"/>
                <a:gd name="connsiteX198" fmla="*/ 1930458 w 2915191"/>
                <a:gd name="connsiteY198" fmla="*/ 190695 h 325641"/>
                <a:gd name="connsiteX199" fmla="*/ 1940202 w 2915191"/>
                <a:gd name="connsiteY199" fmla="*/ 179130 h 325641"/>
                <a:gd name="connsiteX200" fmla="*/ 1949961 w 2915191"/>
                <a:gd name="connsiteY200" fmla="*/ 189712 h 325641"/>
                <a:gd name="connsiteX201" fmla="*/ 1959705 w 2915191"/>
                <a:gd name="connsiteY201" fmla="*/ 147841 h 325641"/>
                <a:gd name="connsiteX202" fmla="*/ 1969464 w 2915191"/>
                <a:gd name="connsiteY202" fmla="*/ 119332 h 325641"/>
                <a:gd name="connsiteX203" fmla="*/ 1979208 w 2915191"/>
                <a:gd name="connsiteY203" fmla="*/ 155273 h 325641"/>
                <a:gd name="connsiteX204" fmla="*/ 1988952 w 2915191"/>
                <a:gd name="connsiteY204" fmla="*/ 167971 h 325641"/>
                <a:gd name="connsiteX205" fmla="*/ 1998711 w 2915191"/>
                <a:gd name="connsiteY205" fmla="*/ 160313 h 325641"/>
                <a:gd name="connsiteX206" fmla="*/ 2008454 w 2915191"/>
                <a:gd name="connsiteY206" fmla="*/ 162082 h 325641"/>
                <a:gd name="connsiteX207" fmla="*/ 2018213 w 2915191"/>
                <a:gd name="connsiteY207" fmla="*/ 165814 h 325641"/>
                <a:gd name="connsiteX208" fmla="*/ 2027957 w 2915191"/>
                <a:gd name="connsiteY208" fmla="*/ 166980 h 325641"/>
                <a:gd name="connsiteX209" fmla="*/ 2037701 w 2915191"/>
                <a:gd name="connsiteY209" fmla="*/ 167932 h 325641"/>
                <a:gd name="connsiteX210" fmla="*/ 2047460 w 2915191"/>
                <a:gd name="connsiteY210" fmla="*/ 187161 h 325641"/>
                <a:gd name="connsiteX211" fmla="*/ 2057204 w 2915191"/>
                <a:gd name="connsiteY211" fmla="*/ 179464 h 325641"/>
                <a:gd name="connsiteX212" fmla="*/ 2066963 w 2915191"/>
                <a:gd name="connsiteY212" fmla="*/ 163890 h 325641"/>
                <a:gd name="connsiteX213" fmla="*/ 2076707 w 2915191"/>
                <a:gd name="connsiteY213" fmla="*/ 150027 h 325641"/>
                <a:gd name="connsiteX214" fmla="*/ 2086451 w 2915191"/>
                <a:gd name="connsiteY214" fmla="*/ 164097 h 325641"/>
                <a:gd name="connsiteX215" fmla="*/ 2096210 w 2915191"/>
                <a:gd name="connsiteY215" fmla="*/ 137868 h 325641"/>
                <a:gd name="connsiteX216" fmla="*/ 2105954 w 2915191"/>
                <a:gd name="connsiteY216" fmla="*/ 154438 h 325641"/>
                <a:gd name="connsiteX217" fmla="*/ 2115697 w 2915191"/>
                <a:gd name="connsiteY217" fmla="*/ 147582 h 325641"/>
                <a:gd name="connsiteX218" fmla="*/ 2125456 w 2915191"/>
                <a:gd name="connsiteY218" fmla="*/ 126705 h 325641"/>
                <a:gd name="connsiteX219" fmla="*/ 2135200 w 2915191"/>
                <a:gd name="connsiteY219" fmla="*/ 114125 h 325641"/>
                <a:gd name="connsiteX220" fmla="*/ 2144959 w 2915191"/>
                <a:gd name="connsiteY220" fmla="*/ 120802 h 325641"/>
                <a:gd name="connsiteX221" fmla="*/ 2154703 w 2915191"/>
                <a:gd name="connsiteY221" fmla="*/ 111449 h 325641"/>
                <a:gd name="connsiteX222" fmla="*/ 2164447 w 2915191"/>
                <a:gd name="connsiteY222" fmla="*/ 124882 h 325641"/>
                <a:gd name="connsiteX223" fmla="*/ 2174206 w 2915191"/>
                <a:gd name="connsiteY223" fmla="*/ 122204 h 325641"/>
                <a:gd name="connsiteX224" fmla="*/ 2183950 w 2915191"/>
                <a:gd name="connsiteY224" fmla="*/ 114695 h 325641"/>
                <a:gd name="connsiteX225" fmla="*/ 2193709 w 2915191"/>
                <a:gd name="connsiteY225" fmla="*/ 137476 h 325641"/>
                <a:gd name="connsiteX226" fmla="*/ 2203452 w 2915191"/>
                <a:gd name="connsiteY226" fmla="*/ 134927 h 325641"/>
                <a:gd name="connsiteX227" fmla="*/ 2213196 w 2915191"/>
                <a:gd name="connsiteY227" fmla="*/ 156630 h 325641"/>
                <a:gd name="connsiteX228" fmla="*/ 2222955 w 2915191"/>
                <a:gd name="connsiteY228" fmla="*/ 164562 h 325641"/>
                <a:gd name="connsiteX229" fmla="*/ 2232699 w 2915191"/>
                <a:gd name="connsiteY229" fmla="*/ 162007 h 325641"/>
                <a:gd name="connsiteX230" fmla="*/ 2242458 w 2915191"/>
                <a:gd name="connsiteY230" fmla="*/ 156277 h 325641"/>
                <a:gd name="connsiteX231" fmla="*/ 2252202 w 2915191"/>
                <a:gd name="connsiteY231" fmla="*/ 183852 h 325641"/>
                <a:gd name="connsiteX232" fmla="*/ 2261946 w 2915191"/>
                <a:gd name="connsiteY232" fmla="*/ 156712 h 325641"/>
                <a:gd name="connsiteX233" fmla="*/ 2271705 w 2915191"/>
                <a:gd name="connsiteY233" fmla="*/ 141081 h 325641"/>
                <a:gd name="connsiteX234" fmla="*/ 2281449 w 2915191"/>
                <a:gd name="connsiteY234" fmla="*/ 131610 h 325641"/>
                <a:gd name="connsiteX235" fmla="*/ 2291208 w 2915191"/>
                <a:gd name="connsiteY235" fmla="*/ 152706 h 325641"/>
                <a:gd name="connsiteX236" fmla="*/ 2300951 w 2915191"/>
                <a:gd name="connsiteY236" fmla="*/ 159431 h 325641"/>
                <a:gd name="connsiteX237" fmla="*/ 2310695 w 2915191"/>
                <a:gd name="connsiteY237" fmla="*/ 177818 h 325641"/>
                <a:gd name="connsiteX238" fmla="*/ 2320454 w 2915191"/>
                <a:gd name="connsiteY238" fmla="*/ 124377 h 325641"/>
                <a:gd name="connsiteX239" fmla="*/ 2330198 w 2915191"/>
                <a:gd name="connsiteY239" fmla="*/ 138026 h 325641"/>
                <a:gd name="connsiteX240" fmla="*/ 2339957 w 2915191"/>
                <a:gd name="connsiteY240" fmla="*/ 122733 h 325641"/>
                <a:gd name="connsiteX241" fmla="*/ 2349701 w 2915191"/>
                <a:gd name="connsiteY241" fmla="*/ 106020 h 325641"/>
                <a:gd name="connsiteX242" fmla="*/ 2359445 w 2915191"/>
                <a:gd name="connsiteY242" fmla="*/ 97027 h 325641"/>
                <a:gd name="connsiteX243" fmla="*/ 2369204 w 2915191"/>
                <a:gd name="connsiteY243" fmla="*/ 132121 h 325641"/>
                <a:gd name="connsiteX244" fmla="*/ 2378948 w 2915191"/>
                <a:gd name="connsiteY244" fmla="*/ 126022 h 325641"/>
                <a:gd name="connsiteX245" fmla="*/ 2388692 w 2915191"/>
                <a:gd name="connsiteY245" fmla="*/ 142646 h 325641"/>
                <a:gd name="connsiteX246" fmla="*/ 2398450 w 2915191"/>
                <a:gd name="connsiteY246" fmla="*/ 160607 h 325641"/>
                <a:gd name="connsiteX247" fmla="*/ 2408194 w 2915191"/>
                <a:gd name="connsiteY247" fmla="*/ 179525 h 325641"/>
                <a:gd name="connsiteX248" fmla="*/ 2417953 w 2915191"/>
                <a:gd name="connsiteY248" fmla="*/ 178044 h 325641"/>
                <a:gd name="connsiteX249" fmla="*/ 2427697 w 2915191"/>
                <a:gd name="connsiteY249" fmla="*/ 215205 h 325641"/>
                <a:gd name="connsiteX250" fmla="*/ 2437441 w 2915191"/>
                <a:gd name="connsiteY250" fmla="*/ 223692 h 325641"/>
                <a:gd name="connsiteX251" fmla="*/ 2447200 w 2915191"/>
                <a:gd name="connsiteY251" fmla="*/ 188924 h 325641"/>
                <a:gd name="connsiteX252" fmla="*/ 2456944 w 2915191"/>
                <a:gd name="connsiteY252" fmla="*/ 201799 h 325641"/>
                <a:gd name="connsiteX253" fmla="*/ 2466703 w 2915191"/>
                <a:gd name="connsiteY253" fmla="*/ 194521 h 325641"/>
                <a:gd name="connsiteX254" fmla="*/ 2476446 w 2915191"/>
                <a:gd name="connsiteY254" fmla="*/ 209417 h 325641"/>
                <a:gd name="connsiteX255" fmla="*/ 2486190 w 2915191"/>
                <a:gd name="connsiteY255" fmla="*/ 213668 h 325641"/>
                <a:gd name="connsiteX256" fmla="*/ 2495949 w 2915191"/>
                <a:gd name="connsiteY256" fmla="*/ 199459 h 325641"/>
                <a:gd name="connsiteX257" fmla="*/ 2505693 w 2915191"/>
                <a:gd name="connsiteY257" fmla="*/ 241556 h 325641"/>
                <a:gd name="connsiteX258" fmla="*/ 2515452 w 2915191"/>
                <a:gd name="connsiteY258" fmla="*/ 247985 h 325641"/>
                <a:gd name="connsiteX259" fmla="*/ 2525196 w 2915191"/>
                <a:gd name="connsiteY259" fmla="*/ 249710 h 325641"/>
                <a:gd name="connsiteX260" fmla="*/ 2534940 w 2915191"/>
                <a:gd name="connsiteY260" fmla="*/ 258465 h 325641"/>
                <a:gd name="connsiteX261" fmla="*/ 2544699 w 2915191"/>
                <a:gd name="connsiteY261" fmla="*/ 260065 h 325641"/>
                <a:gd name="connsiteX262" fmla="*/ 2554443 w 2915191"/>
                <a:gd name="connsiteY262" fmla="*/ 258351 h 325641"/>
                <a:gd name="connsiteX263" fmla="*/ 2564202 w 2915191"/>
                <a:gd name="connsiteY263" fmla="*/ 250958 h 325641"/>
                <a:gd name="connsiteX264" fmla="*/ 2573946 w 2915191"/>
                <a:gd name="connsiteY264" fmla="*/ 234489 h 325641"/>
                <a:gd name="connsiteX265" fmla="*/ 2583690 w 2915191"/>
                <a:gd name="connsiteY265" fmla="*/ 227342 h 325641"/>
                <a:gd name="connsiteX266" fmla="*/ 2593448 w 2915191"/>
                <a:gd name="connsiteY266" fmla="*/ 224003 h 325641"/>
                <a:gd name="connsiteX267" fmla="*/ 2603192 w 2915191"/>
                <a:gd name="connsiteY267" fmla="*/ 202218 h 325641"/>
                <a:gd name="connsiteX268" fmla="*/ 2612951 w 2915191"/>
                <a:gd name="connsiteY268" fmla="*/ 201254 h 325641"/>
                <a:gd name="connsiteX269" fmla="*/ 2622695 w 2915191"/>
                <a:gd name="connsiteY269" fmla="*/ 190848 h 325641"/>
                <a:gd name="connsiteX270" fmla="*/ 2632439 w 2915191"/>
                <a:gd name="connsiteY270" fmla="*/ 191257 h 325641"/>
                <a:gd name="connsiteX271" fmla="*/ 2642198 w 2915191"/>
                <a:gd name="connsiteY271" fmla="*/ 178064 h 325641"/>
                <a:gd name="connsiteX272" fmla="*/ 2651942 w 2915191"/>
                <a:gd name="connsiteY272" fmla="*/ 171189 h 325641"/>
                <a:gd name="connsiteX273" fmla="*/ 2661685 w 2915191"/>
                <a:gd name="connsiteY273" fmla="*/ 164884 h 325641"/>
                <a:gd name="connsiteX274" fmla="*/ 2671444 w 2915191"/>
                <a:gd name="connsiteY274" fmla="*/ 186529 h 325641"/>
                <a:gd name="connsiteX275" fmla="*/ 2681188 w 2915191"/>
                <a:gd name="connsiteY275" fmla="*/ 173244 h 325641"/>
                <a:gd name="connsiteX276" fmla="*/ 2690947 w 2915191"/>
                <a:gd name="connsiteY276" fmla="*/ 201482 h 325641"/>
                <a:gd name="connsiteX277" fmla="*/ 2700691 w 2915191"/>
                <a:gd name="connsiteY277" fmla="*/ 187690 h 325641"/>
                <a:gd name="connsiteX278" fmla="*/ 2710435 w 2915191"/>
                <a:gd name="connsiteY278" fmla="*/ 208474 h 325641"/>
                <a:gd name="connsiteX279" fmla="*/ 2720194 w 2915191"/>
                <a:gd name="connsiteY279" fmla="*/ 211823 h 325641"/>
                <a:gd name="connsiteX280" fmla="*/ 2729938 w 2915191"/>
                <a:gd name="connsiteY280" fmla="*/ 232984 h 325641"/>
                <a:gd name="connsiteX281" fmla="*/ 2739697 w 2915191"/>
                <a:gd name="connsiteY281" fmla="*/ 220444 h 325641"/>
                <a:gd name="connsiteX282" fmla="*/ 2749441 w 2915191"/>
                <a:gd name="connsiteY282" fmla="*/ 214463 h 325641"/>
                <a:gd name="connsiteX283" fmla="*/ 2759185 w 2915191"/>
                <a:gd name="connsiteY283" fmla="*/ 251717 h 325641"/>
                <a:gd name="connsiteX284" fmla="*/ 2768943 w 2915191"/>
                <a:gd name="connsiteY284" fmla="*/ 245461 h 325641"/>
                <a:gd name="connsiteX285" fmla="*/ 2778687 w 2915191"/>
                <a:gd name="connsiteY285" fmla="*/ 229176 h 325641"/>
                <a:gd name="connsiteX286" fmla="*/ 2788446 w 2915191"/>
                <a:gd name="connsiteY286" fmla="*/ 261625 h 325641"/>
                <a:gd name="connsiteX287" fmla="*/ 2798190 w 2915191"/>
                <a:gd name="connsiteY287" fmla="*/ 254549 h 325641"/>
                <a:gd name="connsiteX288" fmla="*/ 2807934 w 2915191"/>
                <a:gd name="connsiteY288" fmla="*/ 260683 h 325641"/>
                <a:gd name="connsiteX289" fmla="*/ 2817693 w 2915191"/>
                <a:gd name="connsiteY289" fmla="*/ 259837 h 325641"/>
                <a:gd name="connsiteX290" fmla="*/ 2827437 w 2915191"/>
                <a:gd name="connsiteY290" fmla="*/ 257606 h 325641"/>
                <a:gd name="connsiteX291" fmla="*/ 2837196 w 2915191"/>
                <a:gd name="connsiteY291" fmla="*/ 256936 h 325641"/>
                <a:gd name="connsiteX292" fmla="*/ 2846940 w 2915191"/>
                <a:gd name="connsiteY292" fmla="*/ 247237 h 325641"/>
                <a:gd name="connsiteX293" fmla="*/ 2856684 w 2915191"/>
                <a:gd name="connsiteY293" fmla="*/ 273015 h 325641"/>
                <a:gd name="connsiteX294" fmla="*/ 2866442 w 2915191"/>
                <a:gd name="connsiteY294" fmla="*/ 254968 h 325641"/>
                <a:gd name="connsiteX295" fmla="*/ 2876186 w 2915191"/>
                <a:gd name="connsiteY295" fmla="*/ 281658 h 325641"/>
                <a:gd name="connsiteX296" fmla="*/ 2885945 w 2915191"/>
                <a:gd name="connsiteY296" fmla="*/ 317862 h 325641"/>
                <a:gd name="connsiteX297" fmla="*/ 2895689 w 2915191"/>
                <a:gd name="connsiteY297" fmla="*/ 325641 h 325641"/>
                <a:gd name="connsiteX298" fmla="*/ 2905433 w 2915191"/>
                <a:gd name="connsiteY298" fmla="*/ 292588 h 325641"/>
                <a:gd name="connsiteX299" fmla="*/ 2915192 w 2915191"/>
                <a:gd name="connsiteY299" fmla="*/ 281314 h 325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25641">
                  <a:moveTo>
                    <a:pt x="0" y="24843"/>
                  </a:moveTo>
                  <a:lnTo>
                    <a:pt x="9750" y="0"/>
                  </a:lnTo>
                  <a:lnTo>
                    <a:pt x="19500" y="4553"/>
                  </a:lnTo>
                  <a:lnTo>
                    <a:pt x="29250" y="18189"/>
                  </a:lnTo>
                  <a:lnTo>
                    <a:pt x="39000" y="10751"/>
                  </a:lnTo>
                  <a:lnTo>
                    <a:pt x="48749" y="3318"/>
                  </a:lnTo>
                  <a:lnTo>
                    <a:pt x="58499" y="22523"/>
                  </a:lnTo>
                  <a:lnTo>
                    <a:pt x="68249" y="33776"/>
                  </a:lnTo>
                  <a:lnTo>
                    <a:pt x="77998" y="29168"/>
                  </a:lnTo>
                  <a:lnTo>
                    <a:pt x="87748" y="45975"/>
                  </a:lnTo>
                  <a:lnTo>
                    <a:pt x="97497" y="41033"/>
                  </a:lnTo>
                  <a:lnTo>
                    <a:pt x="107247" y="26468"/>
                  </a:lnTo>
                  <a:lnTo>
                    <a:pt x="116997" y="33754"/>
                  </a:lnTo>
                  <a:lnTo>
                    <a:pt x="126747" y="30374"/>
                  </a:lnTo>
                  <a:lnTo>
                    <a:pt x="136497" y="33547"/>
                  </a:lnTo>
                  <a:lnTo>
                    <a:pt x="146247" y="20476"/>
                  </a:lnTo>
                  <a:lnTo>
                    <a:pt x="155997" y="50861"/>
                  </a:lnTo>
                  <a:lnTo>
                    <a:pt x="165747" y="41921"/>
                  </a:lnTo>
                  <a:lnTo>
                    <a:pt x="175497" y="26669"/>
                  </a:lnTo>
                  <a:lnTo>
                    <a:pt x="185247" y="32121"/>
                  </a:lnTo>
                  <a:lnTo>
                    <a:pt x="194996" y="40446"/>
                  </a:lnTo>
                  <a:lnTo>
                    <a:pt x="204746" y="86800"/>
                  </a:lnTo>
                  <a:lnTo>
                    <a:pt x="214495" y="111386"/>
                  </a:lnTo>
                  <a:lnTo>
                    <a:pt x="224245" y="107709"/>
                  </a:lnTo>
                  <a:lnTo>
                    <a:pt x="233995" y="87640"/>
                  </a:lnTo>
                  <a:lnTo>
                    <a:pt x="243744" y="88640"/>
                  </a:lnTo>
                  <a:lnTo>
                    <a:pt x="253494" y="98898"/>
                  </a:lnTo>
                  <a:lnTo>
                    <a:pt x="263244" y="101349"/>
                  </a:lnTo>
                  <a:lnTo>
                    <a:pt x="272994" y="66289"/>
                  </a:lnTo>
                  <a:lnTo>
                    <a:pt x="282744" y="65581"/>
                  </a:lnTo>
                  <a:lnTo>
                    <a:pt x="292494" y="75466"/>
                  </a:lnTo>
                  <a:lnTo>
                    <a:pt x="302244" y="120540"/>
                  </a:lnTo>
                  <a:lnTo>
                    <a:pt x="311994" y="100176"/>
                  </a:lnTo>
                  <a:lnTo>
                    <a:pt x="321744" y="49244"/>
                  </a:lnTo>
                  <a:lnTo>
                    <a:pt x="331493" y="54083"/>
                  </a:lnTo>
                  <a:lnTo>
                    <a:pt x="341243" y="83965"/>
                  </a:lnTo>
                  <a:lnTo>
                    <a:pt x="350993" y="96218"/>
                  </a:lnTo>
                  <a:lnTo>
                    <a:pt x="360742" y="92739"/>
                  </a:lnTo>
                  <a:lnTo>
                    <a:pt x="370492" y="86779"/>
                  </a:lnTo>
                  <a:lnTo>
                    <a:pt x="380241" y="102769"/>
                  </a:lnTo>
                  <a:lnTo>
                    <a:pt x="389991" y="96909"/>
                  </a:lnTo>
                  <a:lnTo>
                    <a:pt x="399741" y="74380"/>
                  </a:lnTo>
                  <a:lnTo>
                    <a:pt x="409491" y="89588"/>
                  </a:lnTo>
                  <a:lnTo>
                    <a:pt x="419241" y="88422"/>
                  </a:lnTo>
                  <a:lnTo>
                    <a:pt x="428991" y="88552"/>
                  </a:lnTo>
                  <a:lnTo>
                    <a:pt x="438741" y="67472"/>
                  </a:lnTo>
                  <a:lnTo>
                    <a:pt x="448491" y="60363"/>
                  </a:lnTo>
                  <a:lnTo>
                    <a:pt x="458241" y="79937"/>
                  </a:lnTo>
                  <a:lnTo>
                    <a:pt x="467991" y="102858"/>
                  </a:lnTo>
                  <a:lnTo>
                    <a:pt x="477740" y="117246"/>
                  </a:lnTo>
                  <a:lnTo>
                    <a:pt x="487490" y="103442"/>
                  </a:lnTo>
                  <a:lnTo>
                    <a:pt x="497239" y="130776"/>
                  </a:lnTo>
                  <a:lnTo>
                    <a:pt x="506989" y="112012"/>
                  </a:lnTo>
                  <a:lnTo>
                    <a:pt x="516738" y="100738"/>
                  </a:lnTo>
                  <a:lnTo>
                    <a:pt x="526488" y="99583"/>
                  </a:lnTo>
                  <a:lnTo>
                    <a:pt x="536238" y="77615"/>
                  </a:lnTo>
                  <a:lnTo>
                    <a:pt x="545988" y="108308"/>
                  </a:lnTo>
                  <a:lnTo>
                    <a:pt x="555738" y="136977"/>
                  </a:lnTo>
                  <a:lnTo>
                    <a:pt x="565488" y="177205"/>
                  </a:lnTo>
                  <a:lnTo>
                    <a:pt x="575238" y="162307"/>
                  </a:lnTo>
                  <a:lnTo>
                    <a:pt x="584988" y="155958"/>
                  </a:lnTo>
                  <a:lnTo>
                    <a:pt x="594738" y="190118"/>
                  </a:lnTo>
                  <a:lnTo>
                    <a:pt x="604488" y="223713"/>
                  </a:lnTo>
                  <a:lnTo>
                    <a:pt x="614237" y="196443"/>
                  </a:lnTo>
                  <a:lnTo>
                    <a:pt x="623987" y="176569"/>
                  </a:lnTo>
                  <a:lnTo>
                    <a:pt x="633736" y="185993"/>
                  </a:lnTo>
                  <a:lnTo>
                    <a:pt x="643486" y="156141"/>
                  </a:lnTo>
                  <a:lnTo>
                    <a:pt x="653236" y="158862"/>
                  </a:lnTo>
                  <a:lnTo>
                    <a:pt x="662985" y="205292"/>
                  </a:lnTo>
                  <a:lnTo>
                    <a:pt x="672735" y="228932"/>
                  </a:lnTo>
                  <a:lnTo>
                    <a:pt x="682485" y="247149"/>
                  </a:lnTo>
                  <a:lnTo>
                    <a:pt x="692235" y="279055"/>
                  </a:lnTo>
                  <a:lnTo>
                    <a:pt x="701985" y="246958"/>
                  </a:lnTo>
                  <a:lnTo>
                    <a:pt x="711735" y="262113"/>
                  </a:lnTo>
                  <a:lnTo>
                    <a:pt x="721485" y="273372"/>
                  </a:lnTo>
                  <a:lnTo>
                    <a:pt x="731235" y="281630"/>
                  </a:lnTo>
                  <a:lnTo>
                    <a:pt x="740985" y="266036"/>
                  </a:lnTo>
                  <a:lnTo>
                    <a:pt x="750734" y="291312"/>
                  </a:lnTo>
                  <a:lnTo>
                    <a:pt x="760484" y="250193"/>
                  </a:lnTo>
                  <a:lnTo>
                    <a:pt x="770233" y="237831"/>
                  </a:lnTo>
                  <a:lnTo>
                    <a:pt x="779983" y="233720"/>
                  </a:lnTo>
                  <a:lnTo>
                    <a:pt x="789733" y="243436"/>
                  </a:lnTo>
                  <a:lnTo>
                    <a:pt x="799482" y="242509"/>
                  </a:lnTo>
                  <a:lnTo>
                    <a:pt x="809232" y="286522"/>
                  </a:lnTo>
                  <a:lnTo>
                    <a:pt x="818982" y="308436"/>
                  </a:lnTo>
                  <a:lnTo>
                    <a:pt x="828732" y="308980"/>
                  </a:lnTo>
                  <a:lnTo>
                    <a:pt x="838482" y="271911"/>
                  </a:lnTo>
                  <a:lnTo>
                    <a:pt x="848232" y="277480"/>
                  </a:lnTo>
                  <a:lnTo>
                    <a:pt x="857982" y="277604"/>
                  </a:lnTo>
                  <a:lnTo>
                    <a:pt x="867732" y="232905"/>
                  </a:lnTo>
                  <a:lnTo>
                    <a:pt x="877482" y="228673"/>
                  </a:lnTo>
                  <a:lnTo>
                    <a:pt x="887231" y="240184"/>
                  </a:lnTo>
                  <a:lnTo>
                    <a:pt x="896981" y="222731"/>
                  </a:lnTo>
                  <a:lnTo>
                    <a:pt x="906730" y="185109"/>
                  </a:lnTo>
                  <a:lnTo>
                    <a:pt x="916480" y="206768"/>
                  </a:lnTo>
                  <a:lnTo>
                    <a:pt x="926230" y="233698"/>
                  </a:lnTo>
                  <a:lnTo>
                    <a:pt x="935979" y="276878"/>
                  </a:lnTo>
                  <a:lnTo>
                    <a:pt x="945729" y="231132"/>
                  </a:lnTo>
                  <a:lnTo>
                    <a:pt x="955479" y="224102"/>
                  </a:lnTo>
                  <a:lnTo>
                    <a:pt x="965229" y="193717"/>
                  </a:lnTo>
                  <a:lnTo>
                    <a:pt x="974979" y="202339"/>
                  </a:lnTo>
                  <a:lnTo>
                    <a:pt x="984729" y="238650"/>
                  </a:lnTo>
                  <a:lnTo>
                    <a:pt x="994474" y="225092"/>
                  </a:lnTo>
                  <a:lnTo>
                    <a:pt x="1004233" y="192183"/>
                  </a:lnTo>
                  <a:lnTo>
                    <a:pt x="1013977" y="221166"/>
                  </a:lnTo>
                  <a:lnTo>
                    <a:pt x="1023721" y="246311"/>
                  </a:lnTo>
                  <a:lnTo>
                    <a:pt x="1033480" y="258305"/>
                  </a:lnTo>
                  <a:lnTo>
                    <a:pt x="1043224" y="269838"/>
                  </a:lnTo>
                  <a:lnTo>
                    <a:pt x="1052983" y="268049"/>
                  </a:lnTo>
                  <a:lnTo>
                    <a:pt x="1062727" y="234973"/>
                  </a:lnTo>
                  <a:lnTo>
                    <a:pt x="1072471" y="251000"/>
                  </a:lnTo>
                  <a:lnTo>
                    <a:pt x="1082230" y="249257"/>
                  </a:lnTo>
                  <a:lnTo>
                    <a:pt x="1091973" y="216178"/>
                  </a:lnTo>
                  <a:lnTo>
                    <a:pt x="1101732" y="189703"/>
                  </a:lnTo>
                  <a:lnTo>
                    <a:pt x="1111476" y="190075"/>
                  </a:lnTo>
                  <a:lnTo>
                    <a:pt x="1121220" y="182445"/>
                  </a:lnTo>
                  <a:lnTo>
                    <a:pt x="1130979" y="192139"/>
                  </a:lnTo>
                  <a:lnTo>
                    <a:pt x="1140723" y="204383"/>
                  </a:lnTo>
                  <a:lnTo>
                    <a:pt x="1150482" y="178232"/>
                  </a:lnTo>
                  <a:lnTo>
                    <a:pt x="1160226" y="208864"/>
                  </a:lnTo>
                  <a:lnTo>
                    <a:pt x="1169969" y="206518"/>
                  </a:lnTo>
                  <a:lnTo>
                    <a:pt x="1179728" y="186456"/>
                  </a:lnTo>
                  <a:lnTo>
                    <a:pt x="1189472" y="189972"/>
                  </a:lnTo>
                  <a:lnTo>
                    <a:pt x="1199231" y="234248"/>
                  </a:lnTo>
                  <a:lnTo>
                    <a:pt x="1208975" y="234555"/>
                  </a:lnTo>
                  <a:lnTo>
                    <a:pt x="1218719" y="257349"/>
                  </a:lnTo>
                  <a:lnTo>
                    <a:pt x="1228478" y="254399"/>
                  </a:lnTo>
                  <a:lnTo>
                    <a:pt x="1238222" y="266625"/>
                  </a:lnTo>
                  <a:lnTo>
                    <a:pt x="1247966" y="269047"/>
                  </a:lnTo>
                  <a:lnTo>
                    <a:pt x="1257725" y="295259"/>
                  </a:lnTo>
                  <a:lnTo>
                    <a:pt x="1267469" y="259890"/>
                  </a:lnTo>
                  <a:lnTo>
                    <a:pt x="1277227" y="245626"/>
                  </a:lnTo>
                  <a:lnTo>
                    <a:pt x="1286971" y="269664"/>
                  </a:lnTo>
                  <a:lnTo>
                    <a:pt x="1296715" y="219012"/>
                  </a:lnTo>
                  <a:lnTo>
                    <a:pt x="1306474" y="200788"/>
                  </a:lnTo>
                  <a:lnTo>
                    <a:pt x="1316218" y="186261"/>
                  </a:lnTo>
                  <a:lnTo>
                    <a:pt x="1325977" y="214516"/>
                  </a:lnTo>
                  <a:lnTo>
                    <a:pt x="1335721" y="189636"/>
                  </a:lnTo>
                  <a:lnTo>
                    <a:pt x="1345465" y="193349"/>
                  </a:lnTo>
                  <a:lnTo>
                    <a:pt x="1355224" y="225697"/>
                  </a:lnTo>
                  <a:lnTo>
                    <a:pt x="1364967" y="246243"/>
                  </a:lnTo>
                  <a:lnTo>
                    <a:pt x="1374726" y="244976"/>
                  </a:lnTo>
                  <a:lnTo>
                    <a:pt x="1384470" y="245510"/>
                  </a:lnTo>
                  <a:lnTo>
                    <a:pt x="1394214" y="235924"/>
                  </a:lnTo>
                  <a:lnTo>
                    <a:pt x="1403973" y="208703"/>
                  </a:lnTo>
                  <a:lnTo>
                    <a:pt x="1413717" y="219800"/>
                  </a:lnTo>
                  <a:lnTo>
                    <a:pt x="1423476" y="216674"/>
                  </a:lnTo>
                  <a:lnTo>
                    <a:pt x="1433220" y="192018"/>
                  </a:lnTo>
                  <a:lnTo>
                    <a:pt x="1442964" y="194077"/>
                  </a:lnTo>
                  <a:lnTo>
                    <a:pt x="1452722" y="180446"/>
                  </a:lnTo>
                  <a:lnTo>
                    <a:pt x="1462466" y="181413"/>
                  </a:lnTo>
                  <a:lnTo>
                    <a:pt x="1472225" y="176837"/>
                  </a:lnTo>
                  <a:lnTo>
                    <a:pt x="1481969" y="149356"/>
                  </a:lnTo>
                  <a:lnTo>
                    <a:pt x="1491713" y="160535"/>
                  </a:lnTo>
                  <a:lnTo>
                    <a:pt x="1501472" y="169336"/>
                  </a:lnTo>
                  <a:lnTo>
                    <a:pt x="1511216" y="186543"/>
                  </a:lnTo>
                  <a:lnTo>
                    <a:pt x="1520960" y="188305"/>
                  </a:lnTo>
                  <a:lnTo>
                    <a:pt x="1530719" y="181718"/>
                  </a:lnTo>
                  <a:lnTo>
                    <a:pt x="1540463" y="197078"/>
                  </a:lnTo>
                  <a:lnTo>
                    <a:pt x="1550221" y="189108"/>
                  </a:lnTo>
                  <a:lnTo>
                    <a:pt x="1559965" y="213656"/>
                  </a:lnTo>
                  <a:lnTo>
                    <a:pt x="1569709" y="223330"/>
                  </a:lnTo>
                  <a:lnTo>
                    <a:pt x="1579468" y="205564"/>
                  </a:lnTo>
                  <a:lnTo>
                    <a:pt x="1589212" y="224270"/>
                  </a:lnTo>
                  <a:lnTo>
                    <a:pt x="1598971" y="236092"/>
                  </a:lnTo>
                  <a:lnTo>
                    <a:pt x="1608715" y="220852"/>
                  </a:lnTo>
                  <a:lnTo>
                    <a:pt x="1618459" y="235134"/>
                  </a:lnTo>
                  <a:lnTo>
                    <a:pt x="1628218" y="225894"/>
                  </a:lnTo>
                  <a:lnTo>
                    <a:pt x="1637962" y="206483"/>
                  </a:lnTo>
                  <a:lnTo>
                    <a:pt x="1647720" y="199283"/>
                  </a:lnTo>
                  <a:lnTo>
                    <a:pt x="1657464" y="207239"/>
                  </a:lnTo>
                  <a:lnTo>
                    <a:pt x="1667208" y="198215"/>
                  </a:lnTo>
                  <a:lnTo>
                    <a:pt x="1676967" y="213987"/>
                  </a:lnTo>
                  <a:lnTo>
                    <a:pt x="1686711" y="214295"/>
                  </a:lnTo>
                  <a:lnTo>
                    <a:pt x="1696470" y="237169"/>
                  </a:lnTo>
                  <a:lnTo>
                    <a:pt x="1706214" y="248655"/>
                  </a:lnTo>
                  <a:lnTo>
                    <a:pt x="1715958" y="232470"/>
                  </a:lnTo>
                  <a:lnTo>
                    <a:pt x="1725716" y="204696"/>
                  </a:lnTo>
                  <a:lnTo>
                    <a:pt x="1735460" y="221667"/>
                  </a:lnTo>
                  <a:lnTo>
                    <a:pt x="1745219" y="178444"/>
                  </a:lnTo>
                  <a:lnTo>
                    <a:pt x="1754963" y="190881"/>
                  </a:lnTo>
                  <a:lnTo>
                    <a:pt x="1764707" y="192730"/>
                  </a:lnTo>
                  <a:lnTo>
                    <a:pt x="1774466" y="195253"/>
                  </a:lnTo>
                  <a:lnTo>
                    <a:pt x="1784210" y="185541"/>
                  </a:lnTo>
                  <a:lnTo>
                    <a:pt x="1793969" y="162968"/>
                  </a:lnTo>
                  <a:lnTo>
                    <a:pt x="1803713" y="184589"/>
                  </a:lnTo>
                  <a:lnTo>
                    <a:pt x="1813457" y="159970"/>
                  </a:lnTo>
                  <a:lnTo>
                    <a:pt x="1823215" y="150325"/>
                  </a:lnTo>
                  <a:lnTo>
                    <a:pt x="1832959" y="161572"/>
                  </a:lnTo>
                  <a:lnTo>
                    <a:pt x="1842703" y="197222"/>
                  </a:lnTo>
                  <a:lnTo>
                    <a:pt x="1852462" y="183390"/>
                  </a:lnTo>
                  <a:lnTo>
                    <a:pt x="1862206" y="189971"/>
                  </a:lnTo>
                  <a:lnTo>
                    <a:pt x="1871965" y="197365"/>
                  </a:lnTo>
                  <a:lnTo>
                    <a:pt x="1881709" y="194859"/>
                  </a:lnTo>
                  <a:lnTo>
                    <a:pt x="1891453" y="196857"/>
                  </a:lnTo>
                  <a:lnTo>
                    <a:pt x="1901212" y="189591"/>
                  </a:lnTo>
                  <a:lnTo>
                    <a:pt x="1910956" y="183462"/>
                  </a:lnTo>
                  <a:lnTo>
                    <a:pt x="1920714" y="198274"/>
                  </a:lnTo>
                  <a:lnTo>
                    <a:pt x="1930458" y="190695"/>
                  </a:lnTo>
                  <a:lnTo>
                    <a:pt x="1940202" y="179130"/>
                  </a:lnTo>
                  <a:lnTo>
                    <a:pt x="1949961" y="189712"/>
                  </a:lnTo>
                  <a:lnTo>
                    <a:pt x="1959705" y="147841"/>
                  </a:lnTo>
                  <a:lnTo>
                    <a:pt x="1969464" y="119332"/>
                  </a:lnTo>
                  <a:lnTo>
                    <a:pt x="1979208" y="155273"/>
                  </a:lnTo>
                  <a:lnTo>
                    <a:pt x="1988952" y="167971"/>
                  </a:lnTo>
                  <a:lnTo>
                    <a:pt x="1998711" y="160313"/>
                  </a:lnTo>
                  <a:lnTo>
                    <a:pt x="2008454" y="162082"/>
                  </a:lnTo>
                  <a:lnTo>
                    <a:pt x="2018213" y="165814"/>
                  </a:lnTo>
                  <a:lnTo>
                    <a:pt x="2027957" y="166980"/>
                  </a:lnTo>
                  <a:lnTo>
                    <a:pt x="2037701" y="167932"/>
                  </a:lnTo>
                  <a:lnTo>
                    <a:pt x="2047460" y="187161"/>
                  </a:lnTo>
                  <a:lnTo>
                    <a:pt x="2057204" y="179464"/>
                  </a:lnTo>
                  <a:lnTo>
                    <a:pt x="2066963" y="163890"/>
                  </a:lnTo>
                  <a:lnTo>
                    <a:pt x="2076707" y="150027"/>
                  </a:lnTo>
                  <a:lnTo>
                    <a:pt x="2086451" y="164097"/>
                  </a:lnTo>
                  <a:lnTo>
                    <a:pt x="2096210" y="137868"/>
                  </a:lnTo>
                  <a:lnTo>
                    <a:pt x="2105954" y="154438"/>
                  </a:lnTo>
                  <a:lnTo>
                    <a:pt x="2115697" y="147582"/>
                  </a:lnTo>
                  <a:lnTo>
                    <a:pt x="2125456" y="126705"/>
                  </a:lnTo>
                  <a:lnTo>
                    <a:pt x="2135200" y="114125"/>
                  </a:lnTo>
                  <a:lnTo>
                    <a:pt x="2144959" y="120802"/>
                  </a:lnTo>
                  <a:lnTo>
                    <a:pt x="2154703" y="111449"/>
                  </a:lnTo>
                  <a:lnTo>
                    <a:pt x="2164447" y="124882"/>
                  </a:lnTo>
                  <a:lnTo>
                    <a:pt x="2174206" y="122204"/>
                  </a:lnTo>
                  <a:lnTo>
                    <a:pt x="2183950" y="114695"/>
                  </a:lnTo>
                  <a:lnTo>
                    <a:pt x="2193709" y="137476"/>
                  </a:lnTo>
                  <a:lnTo>
                    <a:pt x="2203452" y="134927"/>
                  </a:lnTo>
                  <a:lnTo>
                    <a:pt x="2213196" y="156630"/>
                  </a:lnTo>
                  <a:lnTo>
                    <a:pt x="2222955" y="164562"/>
                  </a:lnTo>
                  <a:lnTo>
                    <a:pt x="2232699" y="162007"/>
                  </a:lnTo>
                  <a:lnTo>
                    <a:pt x="2242458" y="156277"/>
                  </a:lnTo>
                  <a:lnTo>
                    <a:pt x="2252202" y="183852"/>
                  </a:lnTo>
                  <a:lnTo>
                    <a:pt x="2261946" y="156712"/>
                  </a:lnTo>
                  <a:lnTo>
                    <a:pt x="2271705" y="141081"/>
                  </a:lnTo>
                  <a:lnTo>
                    <a:pt x="2281449" y="131610"/>
                  </a:lnTo>
                  <a:lnTo>
                    <a:pt x="2291208" y="152706"/>
                  </a:lnTo>
                  <a:lnTo>
                    <a:pt x="2300951" y="159431"/>
                  </a:lnTo>
                  <a:lnTo>
                    <a:pt x="2310695" y="177818"/>
                  </a:lnTo>
                  <a:lnTo>
                    <a:pt x="2320454" y="124377"/>
                  </a:lnTo>
                  <a:lnTo>
                    <a:pt x="2330198" y="138026"/>
                  </a:lnTo>
                  <a:lnTo>
                    <a:pt x="2339957" y="122733"/>
                  </a:lnTo>
                  <a:lnTo>
                    <a:pt x="2349701" y="106020"/>
                  </a:lnTo>
                  <a:lnTo>
                    <a:pt x="2359445" y="97027"/>
                  </a:lnTo>
                  <a:lnTo>
                    <a:pt x="2369204" y="132121"/>
                  </a:lnTo>
                  <a:lnTo>
                    <a:pt x="2378948" y="126022"/>
                  </a:lnTo>
                  <a:lnTo>
                    <a:pt x="2388692" y="142646"/>
                  </a:lnTo>
                  <a:lnTo>
                    <a:pt x="2398450" y="160607"/>
                  </a:lnTo>
                  <a:lnTo>
                    <a:pt x="2408194" y="179525"/>
                  </a:lnTo>
                  <a:lnTo>
                    <a:pt x="2417953" y="178044"/>
                  </a:lnTo>
                  <a:lnTo>
                    <a:pt x="2427697" y="215205"/>
                  </a:lnTo>
                  <a:lnTo>
                    <a:pt x="2437441" y="223692"/>
                  </a:lnTo>
                  <a:lnTo>
                    <a:pt x="2447200" y="188924"/>
                  </a:lnTo>
                  <a:lnTo>
                    <a:pt x="2456944" y="201799"/>
                  </a:lnTo>
                  <a:lnTo>
                    <a:pt x="2466703" y="194521"/>
                  </a:lnTo>
                  <a:lnTo>
                    <a:pt x="2476446" y="209417"/>
                  </a:lnTo>
                  <a:lnTo>
                    <a:pt x="2486190" y="213668"/>
                  </a:lnTo>
                  <a:lnTo>
                    <a:pt x="2495949" y="199459"/>
                  </a:lnTo>
                  <a:lnTo>
                    <a:pt x="2505693" y="241556"/>
                  </a:lnTo>
                  <a:lnTo>
                    <a:pt x="2515452" y="247985"/>
                  </a:lnTo>
                  <a:lnTo>
                    <a:pt x="2525196" y="249710"/>
                  </a:lnTo>
                  <a:lnTo>
                    <a:pt x="2534940" y="258465"/>
                  </a:lnTo>
                  <a:lnTo>
                    <a:pt x="2544699" y="260065"/>
                  </a:lnTo>
                  <a:lnTo>
                    <a:pt x="2554443" y="258351"/>
                  </a:lnTo>
                  <a:lnTo>
                    <a:pt x="2564202" y="250958"/>
                  </a:lnTo>
                  <a:lnTo>
                    <a:pt x="2573946" y="234489"/>
                  </a:lnTo>
                  <a:lnTo>
                    <a:pt x="2583690" y="227342"/>
                  </a:lnTo>
                  <a:lnTo>
                    <a:pt x="2593448" y="224003"/>
                  </a:lnTo>
                  <a:lnTo>
                    <a:pt x="2603192" y="202218"/>
                  </a:lnTo>
                  <a:lnTo>
                    <a:pt x="2612951" y="201254"/>
                  </a:lnTo>
                  <a:lnTo>
                    <a:pt x="2622695" y="190848"/>
                  </a:lnTo>
                  <a:lnTo>
                    <a:pt x="2632439" y="191257"/>
                  </a:lnTo>
                  <a:lnTo>
                    <a:pt x="2642198" y="178064"/>
                  </a:lnTo>
                  <a:lnTo>
                    <a:pt x="2651942" y="171189"/>
                  </a:lnTo>
                  <a:lnTo>
                    <a:pt x="2661685" y="164884"/>
                  </a:lnTo>
                  <a:lnTo>
                    <a:pt x="2671444" y="186529"/>
                  </a:lnTo>
                  <a:lnTo>
                    <a:pt x="2681188" y="173244"/>
                  </a:lnTo>
                  <a:lnTo>
                    <a:pt x="2690947" y="201482"/>
                  </a:lnTo>
                  <a:lnTo>
                    <a:pt x="2700691" y="187690"/>
                  </a:lnTo>
                  <a:lnTo>
                    <a:pt x="2710435" y="208474"/>
                  </a:lnTo>
                  <a:lnTo>
                    <a:pt x="2720194" y="211823"/>
                  </a:lnTo>
                  <a:lnTo>
                    <a:pt x="2729938" y="232984"/>
                  </a:lnTo>
                  <a:lnTo>
                    <a:pt x="2739697" y="220444"/>
                  </a:lnTo>
                  <a:lnTo>
                    <a:pt x="2749441" y="214463"/>
                  </a:lnTo>
                  <a:lnTo>
                    <a:pt x="2759185" y="251717"/>
                  </a:lnTo>
                  <a:lnTo>
                    <a:pt x="2768943" y="245461"/>
                  </a:lnTo>
                  <a:lnTo>
                    <a:pt x="2778687" y="229176"/>
                  </a:lnTo>
                  <a:lnTo>
                    <a:pt x="2788446" y="261625"/>
                  </a:lnTo>
                  <a:lnTo>
                    <a:pt x="2798190" y="254549"/>
                  </a:lnTo>
                  <a:lnTo>
                    <a:pt x="2807934" y="260683"/>
                  </a:lnTo>
                  <a:lnTo>
                    <a:pt x="2817693" y="259837"/>
                  </a:lnTo>
                  <a:lnTo>
                    <a:pt x="2827437" y="257606"/>
                  </a:lnTo>
                  <a:lnTo>
                    <a:pt x="2837196" y="256936"/>
                  </a:lnTo>
                  <a:lnTo>
                    <a:pt x="2846940" y="247237"/>
                  </a:lnTo>
                  <a:lnTo>
                    <a:pt x="2856684" y="273015"/>
                  </a:lnTo>
                  <a:lnTo>
                    <a:pt x="2866442" y="254968"/>
                  </a:lnTo>
                  <a:lnTo>
                    <a:pt x="2876186" y="281658"/>
                  </a:lnTo>
                  <a:lnTo>
                    <a:pt x="2885945" y="317862"/>
                  </a:lnTo>
                  <a:lnTo>
                    <a:pt x="2895689" y="325641"/>
                  </a:lnTo>
                  <a:lnTo>
                    <a:pt x="2905433" y="292588"/>
                  </a:lnTo>
                  <a:lnTo>
                    <a:pt x="2915192" y="28131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1" name="Freeform 1160">
              <a:extLst>
                <a:ext uri="{FF2B5EF4-FFF2-40B4-BE49-F238E27FC236}">
                  <a16:creationId xmlns:a16="http://schemas.microsoft.com/office/drawing/2014/main" id="{6E0F7C63-7792-2F9E-1095-270663E04A80}"/>
                </a:ext>
              </a:extLst>
            </p:cNvPr>
            <p:cNvSpPr/>
            <p:nvPr/>
          </p:nvSpPr>
          <p:spPr>
            <a:xfrm>
              <a:off x="4426652" y="3412399"/>
              <a:ext cx="2915191" cy="631028"/>
            </a:xfrm>
            <a:custGeom>
              <a:avLst/>
              <a:gdLst>
                <a:gd name="connsiteX0" fmla="*/ 0 w 2915191"/>
                <a:gd name="connsiteY0" fmla="*/ 442686 h 631028"/>
                <a:gd name="connsiteX1" fmla="*/ 9750 w 2915191"/>
                <a:gd name="connsiteY1" fmla="*/ 495224 h 631028"/>
                <a:gd name="connsiteX2" fmla="*/ 19500 w 2915191"/>
                <a:gd name="connsiteY2" fmla="*/ 491969 h 631028"/>
                <a:gd name="connsiteX3" fmla="*/ 29250 w 2915191"/>
                <a:gd name="connsiteY3" fmla="*/ 511893 h 631028"/>
                <a:gd name="connsiteX4" fmla="*/ 39000 w 2915191"/>
                <a:gd name="connsiteY4" fmla="*/ 502848 h 631028"/>
                <a:gd name="connsiteX5" fmla="*/ 48749 w 2915191"/>
                <a:gd name="connsiteY5" fmla="*/ 496561 h 631028"/>
                <a:gd name="connsiteX6" fmla="*/ 58499 w 2915191"/>
                <a:gd name="connsiteY6" fmla="*/ 469935 h 631028"/>
                <a:gd name="connsiteX7" fmla="*/ 68249 w 2915191"/>
                <a:gd name="connsiteY7" fmla="*/ 443893 h 631028"/>
                <a:gd name="connsiteX8" fmla="*/ 77998 w 2915191"/>
                <a:gd name="connsiteY8" fmla="*/ 485021 h 631028"/>
                <a:gd name="connsiteX9" fmla="*/ 87748 w 2915191"/>
                <a:gd name="connsiteY9" fmla="*/ 494451 h 631028"/>
                <a:gd name="connsiteX10" fmla="*/ 97497 w 2915191"/>
                <a:gd name="connsiteY10" fmla="*/ 513916 h 631028"/>
                <a:gd name="connsiteX11" fmla="*/ 107247 w 2915191"/>
                <a:gd name="connsiteY11" fmla="*/ 496321 h 631028"/>
                <a:gd name="connsiteX12" fmla="*/ 116997 w 2915191"/>
                <a:gd name="connsiteY12" fmla="*/ 524164 h 631028"/>
                <a:gd name="connsiteX13" fmla="*/ 126747 w 2915191"/>
                <a:gd name="connsiteY13" fmla="*/ 521309 h 631028"/>
                <a:gd name="connsiteX14" fmla="*/ 136497 w 2915191"/>
                <a:gd name="connsiteY14" fmla="*/ 506860 h 631028"/>
                <a:gd name="connsiteX15" fmla="*/ 146247 w 2915191"/>
                <a:gd name="connsiteY15" fmla="*/ 518782 h 631028"/>
                <a:gd name="connsiteX16" fmla="*/ 155997 w 2915191"/>
                <a:gd name="connsiteY16" fmla="*/ 541439 h 631028"/>
                <a:gd name="connsiteX17" fmla="*/ 165747 w 2915191"/>
                <a:gd name="connsiteY17" fmla="*/ 562416 h 631028"/>
                <a:gd name="connsiteX18" fmla="*/ 175497 w 2915191"/>
                <a:gd name="connsiteY18" fmla="*/ 582900 h 631028"/>
                <a:gd name="connsiteX19" fmla="*/ 185247 w 2915191"/>
                <a:gd name="connsiteY19" fmla="*/ 575968 h 631028"/>
                <a:gd name="connsiteX20" fmla="*/ 194996 w 2915191"/>
                <a:gd name="connsiteY20" fmla="*/ 591960 h 631028"/>
                <a:gd name="connsiteX21" fmla="*/ 204746 w 2915191"/>
                <a:gd name="connsiteY21" fmla="*/ 591059 h 631028"/>
                <a:gd name="connsiteX22" fmla="*/ 214495 w 2915191"/>
                <a:gd name="connsiteY22" fmla="*/ 597056 h 631028"/>
                <a:gd name="connsiteX23" fmla="*/ 224245 w 2915191"/>
                <a:gd name="connsiteY23" fmla="*/ 616279 h 631028"/>
                <a:gd name="connsiteX24" fmla="*/ 233995 w 2915191"/>
                <a:gd name="connsiteY24" fmla="*/ 602780 h 631028"/>
                <a:gd name="connsiteX25" fmla="*/ 243744 w 2915191"/>
                <a:gd name="connsiteY25" fmla="*/ 615161 h 631028"/>
                <a:gd name="connsiteX26" fmla="*/ 253494 w 2915191"/>
                <a:gd name="connsiteY26" fmla="*/ 630507 h 631028"/>
                <a:gd name="connsiteX27" fmla="*/ 263244 w 2915191"/>
                <a:gd name="connsiteY27" fmla="*/ 601703 h 631028"/>
                <a:gd name="connsiteX28" fmla="*/ 272994 w 2915191"/>
                <a:gd name="connsiteY28" fmla="*/ 622283 h 631028"/>
                <a:gd name="connsiteX29" fmla="*/ 282744 w 2915191"/>
                <a:gd name="connsiteY29" fmla="*/ 631028 h 631028"/>
                <a:gd name="connsiteX30" fmla="*/ 292494 w 2915191"/>
                <a:gd name="connsiteY30" fmla="*/ 614431 h 631028"/>
                <a:gd name="connsiteX31" fmla="*/ 302244 w 2915191"/>
                <a:gd name="connsiteY31" fmla="*/ 600985 h 631028"/>
                <a:gd name="connsiteX32" fmla="*/ 311994 w 2915191"/>
                <a:gd name="connsiteY32" fmla="*/ 574202 h 631028"/>
                <a:gd name="connsiteX33" fmla="*/ 321744 w 2915191"/>
                <a:gd name="connsiteY33" fmla="*/ 558341 h 631028"/>
                <a:gd name="connsiteX34" fmla="*/ 331493 w 2915191"/>
                <a:gd name="connsiteY34" fmla="*/ 540261 h 631028"/>
                <a:gd name="connsiteX35" fmla="*/ 341243 w 2915191"/>
                <a:gd name="connsiteY35" fmla="*/ 547074 h 631028"/>
                <a:gd name="connsiteX36" fmla="*/ 350993 w 2915191"/>
                <a:gd name="connsiteY36" fmla="*/ 501801 h 631028"/>
                <a:gd name="connsiteX37" fmla="*/ 360742 w 2915191"/>
                <a:gd name="connsiteY37" fmla="*/ 539580 h 631028"/>
                <a:gd name="connsiteX38" fmla="*/ 370492 w 2915191"/>
                <a:gd name="connsiteY38" fmla="*/ 556747 h 631028"/>
                <a:gd name="connsiteX39" fmla="*/ 380241 w 2915191"/>
                <a:gd name="connsiteY39" fmla="*/ 528638 h 631028"/>
                <a:gd name="connsiteX40" fmla="*/ 389991 w 2915191"/>
                <a:gd name="connsiteY40" fmla="*/ 518815 h 631028"/>
                <a:gd name="connsiteX41" fmla="*/ 399741 w 2915191"/>
                <a:gd name="connsiteY41" fmla="*/ 541895 h 631028"/>
                <a:gd name="connsiteX42" fmla="*/ 409491 w 2915191"/>
                <a:gd name="connsiteY42" fmla="*/ 516272 h 631028"/>
                <a:gd name="connsiteX43" fmla="*/ 419241 w 2915191"/>
                <a:gd name="connsiteY43" fmla="*/ 503481 h 631028"/>
                <a:gd name="connsiteX44" fmla="*/ 428991 w 2915191"/>
                <a:gd name="connsiteY44" fmla="*/ 514626 h 631028"/>
                <a:gd name="connsiteX45" fmla="*/ 438741 w 2915191"/>
                <a:gd name="connsiteY45" fmla="*/ 552405 h 631028"/>
                <a:gd name="connsiteX46" fmla="*/ 448491 w 2915191"/>
                <a:gd name="connsiteY46" fmla="*/ 579463 h 631028"/>
                <a:gd name="connsiteX47" fmla="*/ 458241 w 2915191"/>
                <a:gd name="connsiteY47" fmla="*/ 522095 h 631028"/>
                <a:gd name="connsiteX48" fmla="*/ 467991 w 2915191"/>
                <a:gd name="connsiteY48" fmla="*/ 496622 h 631028"/>
                <a:gd name="connsiteX49" fmla="*/ 477740 w 2915191"/>
                <a:gd name="connsiteY49" fmla="*/ 497541 h 631028"/>
                <a:gd name="connsiteX50" fmla="*/ 487490 w 2915191"/>
                <a:gd name="connsiteY50" fmla="*/ 471341 h 631028"/>
                <a:gd name="connsiteX51" fmla="*/ 497239 w 2915191"/>
                <a:gd name="connsiteY51" fmla="*/ 463457 h 631028"/>
                <a:gd name="connsiteX52" fmla="*/ 506989 w 2915191"/>
                <a:gd name="connsiteY52" fmla="*/ 509950 h 631028"/>
                <a:gd name="connsiteX53" fmla="*/ 516738 w 2915191"/>
                <a:gd name="connsiteY53" fmla="*/ 495151 h 631028"/>
                <a:gd name="connsiteX54" fmla="*/ 526488 w 2915191"/>
                <a:gd name="connsiteY54" fmla="*/ 488798 h 631028"/>
                <a:gd name="connsiteX55" fmla="*/ 536238 w 2915191"/>
                <a:gd name="connsiteY55" fmla="*/ 497124 h 631028"/>
                <a:gd name="connsiteX56" fmla="*/ 545988 w 2915191"/>
                <a:gd name="connsiteY56" fmla="*/ 527327 h 631028"/>
                <a:gd name="connsiteX57" fmla="*/ 555738 w 2915191"/>
                <a:gd name="connsiteY57" fmla="*/ 528555 h 631028"/>
                <a:gd name="connsiteX58" fmla="*/ 565488 w 2915191"/>
                <a:gd name="connsiteY58" fmla="*/ 502173 h 631028"/>
                <a:gd name="connsiteX59" fmla="*/ 575238 w 2915191"/>
                <a:gd name="connsiteY59" fmla="*/ 506567 h 631028"/>
                <a:gd name="connsiteX60" fmla="*/ 584988 w 2915191"/>
                <a:gd name="connsiteY60" fmla="*/ 538328 h 631028"/>
                <a:gd name="connsiteX61" fmla="*/ 594738 w 2915191"/>
                <a:gd name="connsiteY61" fmla="*/ 523251 h 631028"/>
                <a:gd name="connsiteX62" fmla="*/ 604488 w 2915191"/>
                <a:gd name="connsiteY62" fmla="*/ 514125 h 631028"/>
                <a:gd name="connsiteX63" fmla="*/ 614237 w 2915191"/>
                <a:gd name="connsiteY63" fmla="*/ 539216 h 631028"/>
                <a:gd name="connsiteX64" fmla="*/ 623987 w 2915191"/>
                <a:gd name="connsiteY64" fmla="*/ 529553 h 631028"/>
                <a:gd name="connsiteX65" fmla="*/ 633736 w 2915191"/>
                <a:gd name="connsiteY65" fmla="*/ 540688 h 631028"/>
                <a:gd name="connsiteX66" fmla="*/ 643486 w 2915191"/>
                <a:gd name="connsiteY66" fmla="*/ 566596 h 631028"/>
                <a:gd name="connsiteX67" fmla="*/ 653236 w 2915191"/>
                <a:gd name="connsiteY67" fmla="*/ 596454 h 631028"/>
                <a:gd name="connsiteX68" fmla="*/ 662985 w 2915191"/>
                <a:gd name="connsiteY68" fmla="*/ 629583 h 631028"/>
                <a:gd name="connsiteX69" fmla="*/ 672735 w 2915191"/>
                <a:gd name="connsiteY69" fmla="*/ 619899 h 631028"/>
                <a:gd name="connsiteX70" fmla="*/ 682485 w 2915191"/>
                <a:gd name="connsiteY70" fmla="*/ 609172 h 631028"/>
                <a:gd name="connsiteX71" fmla="*/ 692235 w 2915191"/>
                <a:gd name="connsiteY71" fmla="*/ 620003 h 631028"/>
                <a:gd name="connsiteX72" fmla="*/ 701985 w 2915191"/>
                <a:gd name="connsiteY72" fmla="*/ 612554 h 631028"/>
                <a:gd name="connsiteX73" fmla="*/ 711735 w 2915191"/>
                <a:gd name="connsiteY73" fmla="*/ 615593 h 631028"/>
                <a:gd name="connsiteX74" fmla="*/ 721485 w 2915191"/>
                <a:gd name="connsiteY74" fmla="*/ 590429 h 631028"/>
                <a:gd name="connsiteX75" fmla="*/ 731235 w 2915191"/>
                <a:gd name="connsiteY75" fmla="*/ 572651 h 631028"/>
                <a:gd name="connsiteX76" fmla="*/ 740985 w 2915191"/>
                <a:gd name="connsiteY76" fmla="*/ 593446 h 631028"/>
                <a:gd name="connsiteX77" fmla="*/ 750734 w 2915191"/>
                <a:gd name="connsiteY77" fmla="*/ 575290 h 631028"/>
                <a:gd name="connsiteX78" fmla="*/ 760484 w 2915191"/>
                <a:gd name="connsiteY78" fmla="*/ 593704 h 631028"/>
                <a:gd name="connsiteX79" fmla="*/ 770233 w 2915191"/>
                <a:gd name="connsiteY79" fmla="*/ 558004 h 631028"/>
                <a:gd name="connsiteX80" fmla="*/ 779983 w 2915191"/>
                <a:gd name="connsiteY80" fmla="*/ 532408 h 631028"/>
                <a:gd name="connsiteX81" fmla="*/ 789733 w 2915191"/>
                <a:gd name="connsiteY81" fmla="*/ 532376 h 631028"/>
                <a:gd name="connsiteX82" fmla="*/ 799482 w 2915191"/>
                <a:gd name="connsiteY82" fmla="*/ 522471 h 631028"/>
                <a:gd name="connsiteX83" fmla="*/ 809232 w 2915191"/>
                <a:gd name="connsiteY83" fmla="*/ 509472 h 631028"/>
                <a:gd name="connsiteX84" fmla="*/ 818982 w 2915191"/>
                <a:gd name="connsiteY84" fmla="*/ 482946 h 631028"/>
                <a:gd name="connsiteX85" fmla="*/ 828732 w 2915191"/>
                <a:gd name="connsiteY85" fmla="*/ 502188 h 631028"/>
                <a:gd name="connsiteX86" fmla="*/ 838482 w 2915191"/>
                <a:gd name="connsiteY86" fmla="*/ 543567 h 631028"/>
                <a:gd name="connsiteX87" fmla="*/ 848232 w 2915191"/>
                <a:gd name="connsiteY87" fmla="*/ 501436 h 631028"/>
                <a:gd name="connsiteX88" fmla="*/ 857982 w 2915191"/>
                <a:gd name="connsiteY88" fmla="*/ 523777 h 631028"/>
                <a:gd name="connsiteX89" fmla="*/ 867732 w 2915191"/>
                <a:gd name="connsiteY89" fmla="*/ 548226 h 631028"/>
                <a:gd name="connsiteX90" fmla="*/ 877482 w 2915191"/>
                <a:gd name="connsiteY90" fmla="*/ 529449 h 631028"/>
                <a:gd name="connsiteX91" fmla="*/ 887231 w 2915191"/>
                <a:gd name="connsiteY91" fmla="*/ 523167 h 631028"/>
                <a:gd name="connsiteX92" fmla="*/ 896981 w 2915191"/>
                <a:gd name="connsiteY92" fmla="*/ 519717 h 631028"/>
                <a:gd name="connsiteX93" fmla="*/ 906730 w 2915191"/>
                <a:gd name="connsiteY93" fmla="*/ 523634 h 631028"/>
                <a:gd name="connsiteX94" fmla="*/ 916480 w 2915191"/>
                <a:gd name="connsiteY94" fmla="*/ 507599 h 631028"/>
                <a:gd name="connsiteX95" fmla="*/ 926230 w 2915191"/>
                <a:gd name="connsiteY95" fmla="*/ 533904 h 631028"/>
                <a:gd name="connsiteX96" fmla="*/ 935979 w 2915191"/>
                <a:gd name="connsiteY96" fmla="*/ 516490 h 631028"/>
                <a:gd name="connsiteX97" fmla="*/ 945729 w 2915191"/>
                <a:gd name="connsiteY97" fmla="*/ 500576 h 631028"/>
                <a:gd name="connsiteX98" fmla="*/ 955479 w 2915191"/>
                <a:gd name="connsiteY98" fmla="*/ 515004 h 631028"/>
                <a:gd name="connsiteX99" fmla="*/ 965229 w 2915191"/>
                <a:gd name="connsiteY99" fmla="*/ 493094 h 631028"/>
                <a:gd name="connsiteX100" fmla="*/ 974979 w 2915191"/>
                <a:gd name="connsiteY100" fmla="*/ 481849 h 631028"/>
                <a:gd name="connsiteX101" fmla="*/ 984729 w 2915191"/>
                <a:gd name="connsiteY101" fmla="*/ 487954 h 631028"/>
                <a:gd name="connsiteX102" fmla="*/ 994474 w 2915191"/>
                <a:gd name="connsiteY102" fmla="*/ 441335 h 631028"/>
                <a:gd name="connsiteX103" fmla="*/ 1004233 w 2915191"/>
                <a:gd name="connsiteY103" fmla="*/ 416191 h 631028"/>
                <a:gd name="connsiteX104" fmla="*/ 1013977 w 2915191"/>
                <a:gd name="connsiteY104" fmla="*/ 421066 h 631028"/>
                <a:gd name="connsiteX105" fmla="*/ 1023721 w 2915191"/>
                <a:gd name="connsiteY105" fmla="*/ 423927 h 631028"/>
                <a:gd name="connsiteX106" fmla="*/ 1033480 w 2915191"/>
                <a:gd name="connsiteY106" fmla="*/ 378805 h 631028"/>
                <a:gd name="connsiteX107" fmla="*/ 1043224 w 2915191"/>
                <a:gd name="connsiteY107" fmla="*/ 371560 h 631028"/>
                <a:gd name="connsiteX108" fmla="*/ 1052983 w 2915191"/>
                <a:gd name="connsiteY108" fmla="*/ 390234 h 631028"/>
                <a:gd name="connsiteX109" fmla="*/ 1062727 w 2915191"/>
                <a:gd name="connsiteY109" fmla="*/ 401297 h 631028"/>
                <a:gd name="connsiteX110" fmla="*/ 1072471 w 2915191"/>
                <a:gd name="connsiteY110" fmla="*/ 373720 h 631028"/>
                <a:gd name="connsiteX111" fmla="*/ 1082230 w 2915191"/>
                <a:gd name="connsiteY111" fmla="*/ 361180 h 631028"/>
                <a:gd name="connsiteX112" fmla="*/ 1091973 w 2915191"/>
                <a:gd name="connsiteY112" fmla="*/ 365637 h 631028"/>
                <a:gd name="connsiteX113" fmla="*/ 1101732 w 2915191"/>
                <a:gd name="connsiteY113" fmla="*/ 357596 h 631028"/>
                <a:gd name="connsiteX114" fmla="*/ 1111476 w 2915191"/>
                <a:gd name="connsiteY114" fmla="*/ 351541 h 631028"/>
                <a:gd name="connsiteX115" fmla="*/ 1121220 w 2915191"/>
                <a:gd name="connsiteY115" fmla="*/ 323759 h 631028"/>
                <a:gd name="connsiteX116" fmla="*/ 1130979 w 2915191"/>
                <a:gd name="connsiteY116" fmla="*/ 336218 h 631028"/>
                <a:gd name="connsiteX117" fmla="*/ 1140723 w 2915191"/>
                <a:gd name="connsiteY117" fmla="*/ 334862 h 631028"/>
                <a:gd name="connsiteX118" fmla="*/ 1150482 w 2915191"/>
                <a:gd name="connsiteY118" fmla="*/ 297524 h 631028"/>
                <a:gd name="connsiteX119" fmla="*/ 1160226 w 2915191"/>
                <a:gd name="connsiteY119" fmla="*/ 299408 h 631028"/>
                <a:gd name="connsiteX120" fmla="*/ 1169969 w 2915191"/>
                <a:gd name="connsiteY120" fmla="*/ 289970 h 631028"/>
                <a:gd name="connsiteX121" fmla="*/ 1179728 w 2915191"/>
                <a:gd name="connsiteY121" fmla="*/ 285682 h 631028"/>
                <a:gd name="connsiteX122" fmla="*/ 1189472 w 2915191"/>
                <a:gd name="connsiteY122" fmla="*/ 302972 h 631028"/>
                <a:gd name="connsiteX123" fmla="*/ 1199231 w 2915191"/>
                <a:gd name="connsiteY123" fmla="*/ 292631 h 631028"/>
                <a:gd name="connsiteX124" fmla="*/ 1208975 w 2915191"/>
                <a:gd name="connsiteY124" fmla="*/ 287552 h 631028"/>
                <a:gd name="connsiteX125" fmla="*/ 1218719 w 2915191"/>
                <a:gd name="connsiteY125" fmla="*/ 306591 h 631028"/>
                <a:gd name="connsiteX126" fmla="*/ 1228478 w 2915191"/>
                <a:gd name="connsiteY126" fmla="*/ 305654 h 631028"/>
                <a:gd name="connsiteX127" fmla="*/ 1238222 w 2915191"/>
                <a:gd name="connsiteY127" fmla="*/ 307491 h 631028"/>
                <a:gd name="connsiteX128" fmla="*/ 1247966 w 2915191"/>
                <a:gd name="connsiteY128" fmla="*/ 260330 h 631028"/>
                <a:gd name="connsiteX129" fmla="*/ 1257725 w 2915191"/>
                <a:gd name="connsiteY129" fmla="*/ 241626 h 631028"/>
                <a:gd name="connsiteX130" fmla="*/ 1267469 w 2915191"/>
                <a:gd name="connsiteY130" fmla="*/ 228203 h 631028"/>
                <a:gd name="connsiteX131" fmla="*/ 1277227 w 2915191"/>
                <a:gd name="connsiteY131" fmla="*/ 236392 h 631028"/>
                <a:gd name="connsiteX132" fmla="*/ 1286971 w 2915191"/>
                <a:gd name="connsiteY132" fmla="*/ 238881 h 631028"/>
                <a:gd name="connsiteX133" fmla="*/ 1296715 w 2915191"/>
                <a:gd name="connsiteY133" fmla="*/ 230425 h 631028"/>
                <a:gd name="connsiteX134" fmla="*/ 1306474 w 2915191"/>
                <a:gd name="connsiteY134" fmla="*/ 221187 h 631028"/>
                <a:gd name="connsiteX135" fmla="*/ 1316218 w 2915191"/>
                <a:gd name="connsiteY135" fmla="*/ 234377 h 631028"/>
                <a:gd name="connsiteX136" fmla="*/ 1325977 w 2915191"/>
                <a:gd name="connsiteY136" fmla="*/ 249941 h 631028"/>
                <a:gd name="connsiteX137" fmla="*/ 1335721 w 2915191"/>
                <a:gd name="connsiteY137" fmla="*/ 262821 h 631028"/>
                <a:gd name="connsiteX138" fmla="*/ 1345465 w 2915191"/>
                <a:gd name="connsiteY138" fmla="*/ 277987 h 631028"/>
                <a:gd name="connsiteX139" fmla="*/ 1355224 w 2915191"/>
                <a:gd name="connsiteY139" fmla="*/ 265787 h 631028"/>
                <a:gd name="connsiteX140" fmla="*/ 1364967 w 2915191"/>
                <a:gd name="connsiteY140" fmla="*/ 231587 h 631028"/>
                <a:gd name="connsiteX141" fmla="*/ 1374726 w 2915191"/>
                <a:gd name="connsiteY141" fmla="*/ 235152 h 631028"/>
                <a:gd name="connsiteX142" fmla="*/ 1384470 w 2915191"/>
                <a:gd name="connsiteY142" fmla="*/ 203112 h 631028"/>
                <a:gd name="connsiteX143" fmla="*/ 1394214 w 2915191"/>
                <a:gd name="connsiteY143" fmla="*/ 187235 h 631028"/>
                <a:gd name="connsiteX144" fmla="*/ 1403973 w 2915191"/>
                <a:gd name="connsiteY144" fmla="*/ 168998 h 631028"/>
                <a:gd name="connsiteX145" fmla="*/ 1413717 w 2915191"/>
                <a:gd name="connsiteY145" fmla="*/ 179710 h 631028"/>
                <a:gd name="connsiteX146" fmla="*/ 1423476 w 2915191"/>
                <a:gd name="connsiteY146" fmla="*/ 177509 h 631028"/>
                <a:gd name="connsiteX147" fmla="*/ 1433220 w 2915191"/>
                <a:gd name="connsiteY147" fmla="*/ 217609 h 631028"/>
                <a:gd name="connsiteX148" fmla="*/ 1442964 w 2915191"/>
                <a:gd name="connsiteY148" fmla="*/ 235416 h 631028"/>
                <a:gd name="connsiteX149" fmla="*/ 1452722 w 2915191"/>
                <a:gd name="connsiteY149" fmla="*/ 241733 h 631028"/>
                <a:gd name="connsiteX150" fmla="*/ 1462466 w 2915191"/>
                <a:gd name="connsiteY150" fmla="*/ 239334 h 631028"/>
                <a:gd name="connsiteX151" fmla="*/ 1472225 w 2915191"/>
                <a:gd name="connsiteY151" fmla="*/ 273325 h 631028"/>
                <a:gd name="connsiteX152" fmla="*/ 1481969 w 2915191"/>
                <a:gd name="connsiteY152" fmla="*/ 255041 h 631028"/>
                <a:gd name="connsiteX153" fmla="*/ 1491713 w 2915191"/>
                <a:gd name="connsiteY153" fmla="*/ 281494 h 631028"/>
                <a:gd name="connsiteX154" fmla="*/ 1501472 w 2915191"/>
                <a:gd name="connsiteY154" fmla="*/ 291008 h 631028"/>
                <a:gd name="connsiteX155" fmla="*/ 1511216 w 2915191"/>
                <a:gd name="connsiteY155" fmla="*/ 317466 h 631028"/>
                <a:gd name="connsiteX156" fmla="*/ 1520960 w 2915191"/>
                <a:gd name="connsiteY156" fmla="*/ 319024 h 631028"/>
                <a:gd name="connsiteX157" fmla="*/ 1530719 w 2915191"/>
                <a:gd name="connsiteY157" fmla="*/ 343070 h 631028"/>
                <a:gd name="connsiteX158" fmla="*/ 1540463 w 2915191"/>
                <a:gd name="connsiteY158" fmla="*/ 325870 h 631028"/>
                <a:gd name="connsiteX159" fmla="*/ 1550221 w 2915191"/>
                <a:gd name="connsiteY159" fmla="*/ 330440 h 631028"/>
                <a:gd name="connsiteX160" fmla="*/ 1559965 w 2915191"/>
                <a:gd name="connsiteY160" fmla="*/ 355664 h 631028"/>
                <a:gd name="connsiteX161" fmla="*/ 1569709 w 2915191"/>
                <a:gd name="connsiteY161" fmla="*/ 364723 h 631028"/>
                <a:gd name="connsiteX162" fmla="*/ 1579468 w 2915191"/>
                <a:gd name="connsiteY162" fmla="*/ 357024 h 631028"/>
                <a:gd name="connsiteX163" fmla="*/ 1589212 w 2915191"/>
                <a:gd name="connsiteY163" fmla="*/ 347540 h 631028"/>
                <a:gd name="connsiteX164" fmla="*/ 1598971 w 2915191"/>
                <a:gd name="connsiteY164" fmla="*/ 364463 h 631028"/>
                <a:gd name="connsiteX165" fmla="*/ 1608715 w 2915191"/>
                <a:gd name="connsiteY165" fmla="*/ 359161 h 631028"/>
                <a:gd name="connsiteX166" fmla="*/ 1618459 w 2915191"/>
                <a:gd name="connsiteY166" fmla="*/ 399182 h 631028"/>
                <a:gd name="connsiteX167" fmla="*/ 1628218 w 2915191"/>
                <a:gd name="connsiteY167" fmla="*/ 384626 h 631028"/>
                <a:gd name="connsiteX168" fmla="*/ 1637962 w 2915191"/>
                <a:gd name="connsiteY168" fmla="*/ 376527 h 631028"/>
                <a:gd name="connsiteX169" fmla="*/ 1647720 w 2915191"/>
                <a:gd name="connsiteY169" fmla="*/ 376140 h 631028"/>
                <a:gd name="connsiteX170" fmla="*/ 1657464 w 2915191"/>
                <a:gd name="connsiteY170" fmla="*/ 378424 h 631028"/>
                <a:gd name="connsiteX171" fmla="*/ 1667208 w 2915191"/>
                <a:gd name="connsiteY171" fmla="*/ 348340 h 631028"/>
                <a:gd name="connsiteX172" fmla="*/ 1676967 w 2915191"/>
                <a:gd name="connsiteY172" fmla="*/ 362117 h 631028"/>
                <a:gd name="connsiteX173" fmla="*/ 1686711 w 2915191"/>
                <a:gd name="connsiteY173" fmla="*/ 359921 h 631028"/>
                <a:gd name="connsiteX174" fmla="*/ 1696470 w 2915191"/>
                <a:gd name="connsiteY174" fmla="*/ 379911 h 631028"/>
                <a:gd name="connsiteX175" fmla="*/ 1706214 w 2915191"/>
                <a:gd name="connsiteY175" fmla="*/ 382311 h 631028"/>
                <a:gd name="connsiteX176" fmla="*/ 1715958 w 2915191"/>
                <a:gd name="connsiteY176" fmla="*/ 371642 h 631028"/>
                <a:gd name="connsiteX177" fmla="*/ 1725716 w 2915191"/>
                <a:gd name="connsiteY177" fmla="*/ 339996 h 631028"/>
                <a:gd name="connsiteX178" fmla="*/ 1735460 w 2915191"/>
                <a:gd name="connsiteY178" fmla="*/ 347054 h 631028"/>
                <a:gd name="connsiteX179" fmla="*/ 1745219 w 2915191"/>
                <a:gd name="connsiteY179" fmla="*/ 299404 h 631028"/>
                <a:gd name="connsiteX180" fmla="*/ 1754963 w 2915191"/>
                <a:gd name="connsiteY180" fmla="*/ 333979 h 631028"/>
                <a:gd name="connsiteX181" fmla="*/ 1764707 w 2915191"/>
                <a:gd name="connsiteY181" fmla="*/ 346100 h 631028"/>
                <a:gd name="connsiteX182" fmla="*/ 1774466 w 2915191"/>
                <a:gd name="connsiteY182" fmla="*/ 309750 h 631028"/>
                <a:gd name="connsiteX183" fmla="*/ 1784210 w 2915191"/>
                <a:gd name="connsiteY183" fmla="*/ 290894 h 631028"/>
                <a:gd name="connsiteX184" fmla="*/ 1793969 w 2915191"/>
                <a:gd name="connsiteY184" fmla="*/ 288313 h 631028"/>
                <a:gd name="connsiteX185" fmla="*/ 1803713 w 2915191"/>
                <a:gd name="connsiteY185" fmla="*/ 297697 h 631028"/>
                <a:gd name="connsiteX186" fmla="*/ 1813457 w 2915191"/>
                <a:gd name="connsiteY186" fmla="*/ 319081 h 631028"/>
                <a:gd name="connsiteX187" fmla="*/ 1823215 w 2915191"/>
                <a:gd name="connsiteY187" fmla="*/ 334746 h 631028"/>
                <a:gd name="connsiteX188" fmla="*/ 1832959 w 2915191"/>
                <a:gd name="connsiteY188" fmla="*/ 331200 h 631028"/>
                <a:gd name="connsiteX189" fmla="*/ 1842703 w 2915191"/>
                <a:gd name="connsiteY189" fmla="*/ 340057 h 631028"/>
                <a:gd name="connsiteX190" fmla="*/ 1852462 w 2915191"/>
                <a:gd name="connsiteY190" fmla="*/ 370676 h 631028"/>
                <a:gd name="connsiteX191" fmla="*/ 1862206 w 2915191"/>
                <a:gd name="connsiteY191" fmla="*/ 386789 h 631028"/>
                <a:gd name="connsiteX192" fmla="*/ 1871965 w 2915191"/>
                <a:gd name="connsiteY192" fmla="*/ 383242 h 631028"/>
                <a:gd name="connsiteX193" fmla="*/ 1881709 w 2915191"/>
                <a:gd name="connsiteY193" fmla="*/ 389509 h 631028"/>
                <a:gd name="connsiteX194" fmla="*/ 1891453 w 2915191"/>
                <a:gd name="connsiteY194" fmla="*/ 367537 h 631028"/>
                <a:gd name="connsiteX195" fmla="*/ 1901212 w 2915191"/>
                <a:gd name="connsiteY195" fmla="*/ 404361 h 631028"/>
                <a:gd name="connsiteX196" fmla="*/ 1910956 w 2915191"/>
                <a:gd name="connsiteY196" fmla="*/ 389991 h 631028"/>
                <a:gd name="connsiteX197" fmla="*/ 1920714 w 2915191"/>
                <a:gd name="connsiteY197" fmla="*/ 392919 h 631028"/>
                <a:gd name="connsiteX198" fmla="*/ 1930458 w 2915191"/>
                <a:gd name="connsiteY198" fmla="*/ 363334 h 631028"/>
                <a:gd name="connsiteX199" fmla="*/ 1940202 w 2915191"/>
                <a:gd name="connsiteY199" fmla="*/ 354147 h 631028"/>
                <a:gd name="connsiteX200" fmla="*/ 1949961 w 2915191"/>
                <a:gd name="connsiteY200" fmla="*/ 394616 h 631028"/>
                <a:gd name="connsiteX201" fmla="*/ 1959705 w 2915191"/>
                <a:gd name="connsiteY201" fmla="*/ 389799 h 631028"/>
                <a:gd name="connsiteX202" fmla="*/ 1969464 w 2915191"/>
                <a:gd name="connsiteY202" fmla="*/ 424532 h 631028"/>
                <a:gd name="connsiteX203" fmla="*/ 1979208 w 2915191"/>
                <a:gd name="connsiteY203" fmla="*/ 417823 h 631028"/>
                <a:gd name="connsiteX204" fmla="*/ 1988952 w 2915191"/>
                <a:gd name="connsiteY204" fmla="*/ 406936 h 631028"/>
                <a:gd name="connsiteX205" fmla="*/ 1998711 w 2915191"/>
                <a:gd name="connsiteY205" fmla="*/ 379754 h 631028"/>
                <a:gd name="connsiteX206" fmla="*/ 2008454 w 2915191"/>
                <a:gd name="connsiteY206" fmla="*/ 397494 h 631028"/>
                <a:gd name="connsiteX207" fmla="*/ 2018213 w 2915191"/>
                <a:gd name="connsiteY207" fmla="*/ 368803 h 631028"/>
                <a:gd name="connsiteX208" fmla="*/ 2027957 w 2915191"/>
                <a:gd name="connsiteY208" fmla="*/ 395467 h 631028"/>
                <a:gd name="connsiteX209" fmla="*/ 2037701 w 2915191"/>
                <a:gd name="connsiteY209" fmla="*/ 403122 h 631028"/>
                <a:gd name="connsiteX210" fmla="*/ 2047460 w 2915191"/>
                <a:gd name="connsiteY210" fmla="*/ 375267 h 631028"/>
                <a:gd name="connsiteX211" fmla="*/ 2057204 w 2915191"/>
                <a:gd name="connsiteY211" fmla="*/ 363440 h 631028"/>
                <a:gd name="connsiteX212" fmla="*/ 2066963 w 2915191"/>
                <a:gd name="connsiteY212" fmla="*/ 402559 h 631028"/>
                <a:gd name="connsiteX213" fmla="*/ 2076707 w 2915191"/>
                <a:gd name="connsiteY213" fmla="*/ 372930 h 631028"/>
                <a:gd name="connsiteX214" fmla="*/ 2086451 w 2915191"/>
                <a:gd name="connsiteY214" fmla="*/ 348152 h 631028"/>
                <a:gd name="connsiteX215" fmla="*/ 2096210 w 2915191"/>
                <a:gd name="connsiteY215" fmla="*/ 326356 h 631028"/>
                <a:gd name="connsiteX216" fmla="*/ 2105954 w 2915191"/>
                <a:gd name="connsiteY216" fmla="*/ 333473 h 631028"/>
                <a:gd name="connsiteX217" fmla="*/ 2115697 w 2915191"/>
                <a:gd name="connsiteY217" fmla="*/ 309970 h 631028"/>
                <a:gd name="connsiteX218" fmla="*/ 2125456 w 2915191"/>
                <a:gd name="connsiteY218" fmla="*/ 308023 h 631028"/>
                <a:gd name="connsiteX219" fmla="*/ 2135200 w 2915191"/>
                <a:gd name="connsiteY219" fmla="*/ 338958 h 631028"/>
                <a:gd name="connsiteX220" fmla="*/ 2144959 w 2915191"/>
                <a:gd name="connsiteY220" fmla="*/ 353723 h 631028"/>
                <a:gd name="connsiteX221" fmla="*/ 2154703 w 2915191"/>
                <a:gd name="connsiteY221" fmla="*/ 365183 h 631028"/>
                <a:gd name="connsiteX222" fmla="*/ 2164447 w 2915191"/>
                <a:gd name="connsiteY222" fmla="*/ 341495 h 631028"/>
                <a:gd name="connsiteX223" fmla="*/ 2174206 w 2915191"/>
                <a:gd name="connsiteY223" fmla="*/ 321070 h 631028"/>
                <a:gd name="connsiteX224" fmla="*/ 2183950 w 2915191"/>
                <a:gd name="connsiteY224" fmla="*/ 330509 h 631028"/>
                <a:gd name="connsiteX225" fmla="*/ 2193709 w 2915191"/>
                <a:gd name="connsiteY225" fmla="*/ 301287 h 631028"/>
                <a:gd name="connsiteX226" fmla="*/ 2203452 w 2915191"/>
                <a:gd name="connsiteY226" fmla="*/ 281115 h 631028"/>
                <a:gd name="connsiteX227" fmla="*/ 2213196 w 2915191"/>
                <a:gd name="connsiteY227" fmla="*/ 301984 h 631028"/>
                <a:gd name="connsiteX228" fmla="*/ 2222955 w 2915191"/>
                <a:gd name="connsiteY228" fmla="*/ 311372 h 631028"/>
                <a:gd name="connsiteX229" fmla="*/ 2232699 w 2915191"/>
                <a:gd name="connsiteY229" fmla="*/ 265373 h 631028"/>
                <a:gd name="connsiteX230" fmla="*/ 2242458 w 2915191"/>
                <a:gd name="connsiteY230" fmla="*/ 233224 h 631028"/>
                <a:gd name="connsiteX231" fmla="*/ 2252202 w 2915191"/>
                <a:gd name="connsiteY231" fmla="*/ 249832 h 631028"/>
                <a:gd name="connsiteX232" fmla="*/ 2261946 w 2915191"/>
                <a:gd name="connsiteY232" fmla="*/ 204137 h 631028"/>
                <a:gd name="connsiteX233" fmla="*/ 2271705 w 2915191"/>
                <a:gd name="connsiteY233" fmla="*/ 230863 h 631028"/>
                <a:gd name="connsiteX234" fmla="*/ 2281449 w 2915191"/>
                <a:gd name="connsiteY234" fmla="*/ 200013 h 631028"/>
                <a:gd name="connsiteX235" fmla="*/ 2291208 w 2915191"/>
                <a:gd name="connsiteY235" fmla="*/ 164012 h 631028"/>
                <a:gd name="connsiteX236" fmla="*/ 2300951 w 2915191"/>
                <a:gd name="connsiteY236" fmla="*/ 180258 h 631028"/>
                <a:gd name="connsiteX237" fmla="*/ 2310695 w 2915191"/>
                <a:gd name="connsiteY237" fmla="*/ 178023 h 631028"/>
                <a:gd name="connsiteX238" fmla="*/ 2320454 w 2915191"/>
                <a:gd name="connsiteY238" fmla="*/ 178771 h 631028"/>
                <a:gd name="connsiteX239" fmla="*/ 2330198 w 2915191"/>
                <a:gd name="connsiteY239" fmla="*/ 202856 h 631028"/>
                <a:gd name="connsiteX240" fmla="*/ 2339957 w 2915191"/>
                <a:gd name="connsiteY240" fmla="*/ 153740 h 631028"/>
                <a:gd name="connsiteX241" fmla="*/ 2349701 w 2915191"/>
                <a:gd name="connsiteY241" fmla="*/ 188220 h 631028"/>
                <a:gd name="connsiteX242" fmla="*/ 2359445 w 2915191"/>
                <a:gd name="connsiteY242" fmla="*/ 193603 h 631028"/>
                <a:gd name="connsiteX243" fmla="*/ 2369204 w 2915191"/>
                <a:gd name="connsiteY243" fmla="*/ 182404 h 631028"/>
                <a:gd name="connsiteX244" fmla="*/ 2378948 w 2915191"/>
                <a:gd name="connsiteY244" fmla="*/ 169658 h 631028"/>
                <a:gd name="connsiteX245" fmla="*/ 2388692 w 2915191"/>
                <a:gd name="connsiteY245" fmla="*/ 141157 h 631028"/>
                <a:gd name="connsiteX246" fmla="*/ 2398450 w 2915191"/>
                <a:gd name="connsiteY246" fmla="*/ 111218 h 631028"/>
                <a:gd name="connsiteX247" fmla="*/ 2408194 w 2915191"/>
                <a:gd name="connsiteY247" fmla="*/ 108608 h 631028"/>
                <a:gd name="connsiteX248" fmla="*/ 2417953 w 2915191"/>
                <a:gd name="connsiteY248" fmla="*/ 102809 h 631028"/>
                <a:gd name="connsiteX249" fmla="*/ 2427697 w 2915191"/>
                <a:gd name="connsiteY249" fmla="*/ 101168 h 631028"/>
                <a:gd name="connsiteX250" fmla="*/ 2437441 w 2915191"/>
                <a:gd name="connsiteY250" fmla="*/ 101677 h 631028"/>
                <a:gd name="connsiteX251" fmla="*/ 2447200 w 2915191"/>
                <a:gd name="connsiteY251" fmla="*/ 74188 h 631028"/>
                <a:gd name="connsiteX252" fmla="*/ 2456944 w 2915191"/>
                <a:gd name="connsiteY252" fmla="*/ 55441 h 631028"/>
                <a:gd name="connsiteX253" fmla="*/ 2466703 w 2915191"/>
                <a:gd name="connsiteY253" fmla="*/ 57520 h 631028"/>
                <a:gd name="connsiteX254" fmla="*/ 2476446 w 2915191"/>
                <a:gd name="connsiteY254" fmla="*/ 64416 h 631028"/>
                <a:gd name="connsiteX255" fmla="*/ 2486190 w 2915191"/>
                <a:gd name="connsiteY255" fmla="*/ 53528 h 631028"/>
                <a:gd name="connsiteX256" fmla="*/ 2495949 w 2915191"/>
                <a:gd name="connsiteY256" fmla="*/ 36479 h 631028"/>
                <a:gd name="connsiteX257" fmla="*/ 2505693 w 2915191"/>
                <a:gd name="connsiteY257" fmla="*/ 23551 h 631028"/>
                <a:gd name="connsiteX258" fmla="*/ 2515452 w 2915191"/>
                <a:gd name="connsiteY258" fmla="*/ 0 h 631028"/>
                <a:gd name="connsiteX259" fmla="*/ 2525196 w 2915191"/>
                <a:gd name="connsiteY259" fmla="*/ 5735 h 631028"/>
                <a:gd name="connsiteX260" fmla="*/ 2534940 w 2915191"/>
                <a:gd name="connsiteY260" fmla="*/ 3059 h 631028"/>
                <a:gd name="connsiteX261" fmla="*/ 2544699 w 2915191"/>
                <a:gd name="connsiteY261" fmla="*/ 52917 h 631028"/>
                <a:gd name="connsiteX262" fmla="*/ 2554443 w 2915191"/>
                <a:gd name="connsiteY262" fmla="*/ 75116 h 631028"/>
                <a:gd name="connsiteX263" fmla="*/ 2564202 w 2915191"/>
                <a:gd name="connsiteY263" fmla="*/ 85833 h 631028"/>
                <a:gd name="connsiteX264" fmla="*/ 2573946 w 2915191"/>
                <a:gd name="connsiteY264" fmla="*/ 43463 h 631028"/>
                <a:gd name="connsiteX265" fmla="*/ 2583690 w 2915191"/>
                <a:gd name="connsiteY265" fmla="*/ 55697 h 631028"/>
                <a:gd name="connsiteX266" fmla="*/ 2593448 w 2915191"/>
                <a:gd name="connsiteY266" fmla="*/ 65223 h 631028"/>
                <a:gd name="connsiteX267" fmla="*/ 2603192 w 2915191"/>
                <a:gd name="connsiteY267" fmla="*/ 75268 h 631028"/>
                <a:gd name="connsiteX268" fmla="*/ 2612951 w 2915191"/>
                <a:gd name="connsiteY268" fmla="*/ 81818 h 631028"/>
                <a:gd name="connsiteX269" fmla="*/ 2622695 w 2915191"/>
                <a:gd name="connsiteY269" fmla="*/ 96939 h 631028"/>
                <a:gd name="connsiteX270" fmla="*/ 2632439 w 2915191"/>
                <a:gd name="connsiteY270" fmla="*/ 155895 h 631028"/>
                <a:gd name="connsiteX271" fmla="*/ 2642198 w 2915191"/>
                <a:gd name="connsiteY271" fmla="*/ 137027 h 631028"/>
                <a:gd name="connsiteX272" fmla="*/ 2651942 w 2915191"/>
                <a:gd name="connsiteY272" fmla="*/ 140107 h 631028"/>
                <a:gd name="connsiteX273" fmla="*/ 2661685 w 2915191"/>
                <a:gd name="connsiteY273" fmla="*/ 137924 h 631028"/>
                <a:gd name="connsiteX274" fmla="*/ 2671444 w 2915191"/>
                <a:gd name="connsiteY274" fmla="*/ 157288 h 631028"/>
                <a:gd name="connsiteX275" fmla="*/ 2681188 w 2915191"/>
                <a:gd name="connsiteY275" fmla="*/ 179871 h 631028"/>
                <a:gd name="connsiteX276" fmla="*/ 2690947 w 2915191"/>
                <a:gd name="connsiteY276" fmla="*/ 186026 h 631028"/>
                <a:gd name="connsiteX277" fmla="*/ 2700691 w 2915191"/>
                <a:gd name="connsiteY277" fmla="*/ 177258 h 631028"/>
                <a:gd name="connsiteX278" fmla="*/ 2710435 w 2915191"/>
                <a:gd name="connsiteY278" fmla="*/ 169133 h 631028"/>
                <a:gd name="connsiteX279" fmla="*/ 2720194 w 2915191"/>
                <a:gd name="connsiteY279" fmla="*/ 131026 h 631028"/>
                <a:gd name="connsiteX280" fmla="*/ 2729938 w 2915191"/>
                <a:gd name="connsiteY280" fmla="*/ 143444 h 631028"/>
                <a:gd name="connsiteX281" fmla="*/ 2739697 w 2915191"/>
                <a:gd name="connsiteY281" fmla="*/ 169799 h 631028"/>
                <a:gd name="connsiteX282" fmla="*/ 2749441 w 2915191"/>
                <a:gd name="connsiteY282" fmla="*/ 196634 h 631028"/>
                <a:gd name="connsiteX283" fmla="*/ 2759185 w 2915191"/>
                <a:gd name="connsiteY283" fmla="*/ 171139 h 631028"/>
                <a:gd name="connsiteX284" fmla="*/ 2768943 w 2915191"/>
                <a:gd name="connsiteY284" fmla="*/ 149711 h 631028"/>
                <a:gd name="connsiteX285" fmla="*/ 2778687 w 2915191"/>
                <a:gd name="connsiteY285" fmla="*/ 180625 h 631028"/>
                <a:gd name="connsiteX286" fmla="*/ 2788446 w 2915191"/>
                <a:gd name="connsiteY286" fmla="*/ 196588 h 631028"/>
                <a:gd name="connsiteX287" fmla="*/ 2798190 w 2915191"/>
                <a:gd name="connsiteY287" fmla="*/ 206634 h 631028"/>
                <a:gd name="connsiteX288" fmla="*/ 2807934 w 2915191"/>
                <a:gd name="connsiteY288" fmla="*/ 218379 h 631028"/>
                <a:gd name="connsiteX289" fmla="*/ 2817693 w 2915191"/>
                <a:gd name="connsiteY289" fmla="*/ 263290 h 631028"/>
                <a:gd name="connsiteX290" fmla="*/ 2827437 w 2915191"/>
                <a:gd name="connsiteY290" fmla="*/ 284931 h 631028"/>
                <a:gd name="connsiteX291" fmla="*/ 2837196 w 2915191"/>
                <a:gd name="connsiteY291" fmla="*/ 290146 h 631028"/>
                <a:gd name="connsiteX292" fmla="*/ 2846940 w 2915191"/>
                <a:gd name="connsiteY292" fmla="*/ 283949 h 631028"/>
                <a:gd name="connsiteX293" fmla="*/ 2856684 w 2915191"/>
                <a:gd name="connsiteY293" fmla="*/ 286826 h 631028"/>
                <a:gd name="connsiteX294" fmla="*/ 2866442 w 2915191"/>
                <a:gd name="connsiteY294" fmla="*/ 264631 h 631028"/>
                <a:gd name="connsiteX295" fmla="*/ 2876186 w 2915191"/>
                <a:gd name="connsiteY295" fmla="*/ 266592 h 631028"/>
                <a:gd name="connsiteX296" fmla="*/ 2885945 w 2915191"/>
                <a:gd name="connsiteY296" fmla="*/ 269022 h 631028"/>
                <a:gd name="connsiteX297" fmla="*/ 2895689 w 2915191"/>
                <a:gd name="connsiteY297" fmla="*/ 270731 h 631028"/>
                <a:gd name="connsiteX298" fmla="*/ 2905433 w 2915191"/>
                <a:gd name="connsiteY298" fmla="*/ 234438 h 631028"/>
                <a:gd name="connsiteX299" fmla="*/ 2915192 w 2915191"/>
                <a:gd name="connsiteY299" fmla="*/ 260541 h 631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31028">
                  <a:moveTo>
                    <a:pt x="0" y="442686"/>
                  </a:moveTo>
                  <a:lnTo>
                    <a:pt x="9750" y="495224"/>
                  </a:lnTo>
                  <a:lnTo>
                    <a:pt x="19500" y="491969"/>
                  </a:lnTo>
                  <a:lnTo>
                    <a:pt x="29250" y="511893"/>
                  </a:lnTo>
                  <a:lnTo>
                    <a:pt x="39000" y="502848"/>
                  </a:lnTo>
                  <a:lnTo>
                    <a:pt x="48749" y="496561"/>
                  </a:lnTo>
                  <a:lnTo>
                    <a:pt x="58499" y="469935"/>
                  </a:lnTo>
                  <a:lnTo>
                    <a:pt x="68249" y="443893"/>
                  </a:lnTo>
                  <a:lnTo>
                    <a:pt x="77998" y="485021"/>
                  </a:lnTo>
                  <a:lnTo>
                    <a:pt x="87748" y="494451"/>
                  </a:lnTo>
                  <a:lnTo>
                    <a:pt x="97497" y="513916"/>
                  </a:lnTo>
                  <a:lnTo>
                    <a:pt x="107247" y="496321"/>
                  </a:lnTo>
                  <a:lnTo>
                    <a:pt x="116997" y="524164"/>
                  </a:lnTo>
                  <a:lnTo>
                    <a:pt x="126747" y="521309"/>
                  </a:lnTo>
                  <a:lnTo>
                    <a:pt x="136497" y="506860"/>
                  </a:lnTo>
                  <a:lnTo>
                    <a:pt x="146247" y="518782"/>
                  </a:lnTo>
                  <a:lnTo>
                    <a:pt x="155997" y="541439"/>
                  </a:lnTo>
                  <a:lnTo>
                    <a:pt x="165747" y="562416"/>
                  </a:lnTo>
                  <a:lnTo>
                    <a:pt x="175497" y="582900"/>
                  </a:lnTo>
                  <a:lnTo>
                    <a:pt x="185247" y="575968"/>
                  </a:lnTo>
                  <a:lnTo>
                    <a:pt x="194996" y="591960"/>
                  </a:lnTo>
                  <a:lnTo>
                    <a:pt x="204746" y="591059"/>
                  </a:lnTo>
                  <a:lnTo>
                    <a:pt x="214495" y="597056"/>
                  </a:lnTo>
                  <a:lnTo>
                    <a:pt x="224245" y="616279"/>
                  </a:lnTo>
                  <a:lnTo>
                    <a:pt x="233995" y="602780"/>
                  </a:lnTo>
                  <a:lnTo>
                    <a:pt x="243744" y="615161"/>
                  </a:lnTo>
                  <a:lnTo>
                    <a:pt x="253494" y="630507"/>
                  </a:lnTo>
                  <a:lnTo>
                    <a:pt x="263244" y="601703"/>
                  </a:lnTo>
                  <a:lnTo>
                    <a:pt x="272994" y="622283"/>
                  </a:lnTo>
                  <a:lnTo>
                    <a:pt x="282744" y="631028"/>
                  </a:lnTo>
                  <a:lnTo>
                    <a:pt x="292494" y="614431"/>
                  </a:lnTo>
                  <a:lnTo>
                    <a:pt x="302244" y="600985"/>
                  </a:lnTo>
                  <a:lnTo>
                    <a:pt x="311994" y="574202"/>
                  </a:lnTo>
                  <a:lnTo>
                    <a:pt x="321744" y="558341"/>
                  </a:lnTo>
                  <a:lnTo>
                    <a:pt x="331493" y="540261"/>
                  </a:lnTo>
                  <a:lnTo>
                    <a:pt x="341243" y="547074"/>
                  </a:lnTo>
                  <a:lnTo>
                    <a:pt x="350993" y="501801"/>
                  </a:lnTo>
                  <a:lnTo>
                    <a:pt x="360742" y="539580"/>
                  </a:lnTo>
                  <a:lnTo>
                    <a:pt x="370492" y="556747"/>
                  </a:lnTo>
                  <a:lnTo>
                    <a:pt x="380241" y="528638"/>
                  </a:lnTo>
                  <a:lnTo>
                    <a:pt x="389991" y="518815"/>
                  </a:lnTo>
                  <a:lnTo>
                    <a:pt x="399741" y="541895"/>
                  </a:lnTo>
                  <a:lnTo>
                    <a:pt x="409491" y="516272"/>
                  </a:lnTo>
                  <a:lnTo>
                    <a:pt x="419241" y="503481"/>
                  </a:lnTo>
                  <a:lnTo>
                    <a:pt x="428991" y="514626"/>
                  </a:lnTo>
                  <a:lnTo>
                    <a:pt x="438741" y="552405"/>
                  </a:lnTo>
                  <a:lnTo>
                    <a:pt x="448491" y="579463"/>
                  </a:lnTo>
                  <a:lnTo>
                    <a:pt x="458241" y="522095"/>
                  </a:lnTo>
                  <a:lnTo>
                    <a:pt x="467991" y="496622"/>
                  </a:lnTo>
                  <a:lnTo>
                    <a:pt x="477740" y="497541"/>
                  </a:lnTo>
                  <a:lnTo>
                    <a:pt x="487490" y="471341"/>
                  </a:lnTo>
                  <a:lnTo>
                    <a:pt x="497239" y="463457"/>
                  </a:lnTo>
                  <a:lnTo>
                    <a:pt x="506989" y="509950"/>
                  </a:lnTo>
                  <a:lnTo>
                    <a:pt x="516738" y="495151"/>
                  </a:lnTo>
                  <a:lnTo>
                    <a:pt x="526488" y="488798"/>
                  </a:lnTo>
                  <a:lnTo>
                    <a:pt x="536238" y="497124"/>
                  </a:lnTo>
                  <a:lnTo>
                    <a:pt x="545988" y="527327"/>
                  </a:lnTo>
                  <a:lnTo>
                    <a:pt x="555738" y="528555"/>
                  </a:lnTo>
                  <a:lnTo>
                    <a:pt x="565488" y="502173"/>
                  </a:lnTo>
                  <a:lnTo>
                    <a:pt x="575238" y="506567"/>
                  </a:lnTo>
                  <a:lnTo>
                    <a:pt x="584988" y="538328"/>
                  </a:lnTo>
                  <a:lnTo>
                    <a:pt x="594738" y="523251"/>
                  </a:lnTo>
                  <a:lnTo>
                    <a:pt x="604488" y="514125"/>
                  </a:lnTo>
                  <a:lnTo>
                    <a:pt x="614237" y="539216"/>
                  </a:lnTo>
                  <a:lnTo>
                    <a:pt x="623987" y="529553"/>
                  </a:lnTo>
                  <a:lnTo>
                    <a:pt x="633736" y="540688"/>
                  </a:lnTo>
                  <a:lnTo>
                    <a:pt x="643486" y="566596"/>
                  </a:lnTo>
                  <a:lnTo>
                    <a:pt x="653236" y="596454"/>
                  </a:lnTo>
                  <a:lnTo>
                    <a:pt x="662985" y="629583"/>
                  </a:lnTo>
                  <a:lnTo>
                    <a:pt x="672735" y="619899"/>
                  </a:lnTo>
                  <a:lnTo>
                    <a:pt x="682485" y="609172"/>
                  </a:lnTo>
                  <a:lnTo>
                    <a:pt x="692235" y="620003"/>
                  </a:lnTo>
                  <a:lnTo>
                    <a:pt x="701985" y="612554"/>
                  </a:lnTo>
                  <a:lnTo>
                    <a:pt x="711735" y="615593"/>
                  </a:lnTo>
                  <a:lnTo>
                    <a:pt x="721485" y="590429"/>
                  </a:lnTo>
                  <a:lnTo>
                    <a:pt x="731235" y="572651"/>
                  </a:lnTo>
                  <a:lnTo>
                    <a:pt x="740985" y="593446"/>
                  </a:lnTo>
                  <a:lnTo>
                    <a:pt x="750734" y="575290"/>
                  </a:lnTo>
                  <a:lnTo>
                    <a:pt x="760484" y="593704"/>
                  </a:lnTo>
                  <a:lnTo>
                    <a:pt x="770233" y="558004"/>
                  </a:lnTo>
                  <a:lnTo>
                    <a:pt x="779983" y="532408"/>
                  </a:lnTo>
                  <a:lnTo>
                    <a:pt x="789733" y="532376"/>
                  </a:lnTo>
                  <a:lnTo>
                    <a:pt x="799482" y="522471"/>
                  </a:lnTo>
                  <a:lnTo>
                    <a:pt x="809232" y="509472"/>
                  </a:lnTo>
                  <a:lnTo>
                    <a:pt x="818982" y="482946"/>
                  </a:lnTo>
                  <a:lnTo>
                    <a:pt x="828732" y="502188"/>
                  </a:lnTo>
                  <a:lnTo>
                    <a:pt x="838482" y="543567"/>
                  </a:lnTo>
                  <a:lnTo>
                    <a:pt x="848232" y="501436"/>
                  </a:lnTo>
                  <a:lnTo>
                    <a:pt x="857982" y="523777"/>
                  </a:lnTo>
                  <a:lnTo>
                    <a:pt x="867732" y="548226"/>
                  </a:lnTo>
                  <a:lnTo>
                    <a:pt x="877482" y="529449"/>
                  </a:lnTo>
                  <a:lnTo>
                    <a:pt x="887231" y="523167"/>
                  </a:lnTo>
                  <a:lnTo>
                    <a:pt x="896981" y="519717"/>
                  </a:lnTo>
                  <a:lnTo>
                    <a:pt x="906730" y="523634"/>
                  </a:lnTo>
                  <a:lnTo>
                    <a:pt x="916480" y="507599"/>
                  </a:lnTo>
                  <a:lnTo>
                    <a:pt x="926230" y="533904"/>
                  </a:lnTo>
                  <a:lnTo>
                    <a:pt x="935979" y="516490"/>
                  </a:lnTo>
                  <a:lnTo>
                    <a:pt x="945729" y="500576"/>
                  </a:lnTo>
                  <a:lnTo>
                    <a:pt x="955479" y="515004"/>
                  </a:lnTo>
                  <a:lnTo>
                    <a:pt x="965229" y="493094"/>
                  </a:lnTo>
                  <a:lnTo>
                    <a:pt x="974979" y="481849"/>
                  </a:lnTo>
                  <a:lnTo>
                    <a:pt x="984729" y="487954"/>
                  </a:lnTo>
                  <a:lnTo>
                    <a:pt x="994474" y="441335"/>
                  </a:lnTo>
                  <a:lnTo>
                    <a:pt x="1004233" y="416191"/>
                  </a:lnTo>
                  <a:lnTo>
                    <a:pt x="1013977" y="421066"/>
                  </a:lnTo>
                  <a:lnTo>
                    <a:pt x="1023721" y="423927"/>
                  </a:lnTo>
                  <a:lnTo>
                    <a:pt x="1033480" y="378805"/>
                  </a:lnTo>
                  <a:lnTo>
                    <a:pt x="1043224" y="371560"/>
                  </a:lnTo>
                  <a:lnTo>
                    <a:pt x="1052983" y="390234"/>
                  </a:lnTo>
                  <a:lnTo>
                    <a:pt x="1062727" y="401297"/>
                  </a:lnTo>
                  <a:lnTo>
                    <a:pt x="1072471" y="373720"/>
                  </a:lnTo>
                  <a:lnTo>
                    <a:pt x="1082230" y="361180"/>
                  </a:lnTo>
                  <a:lnTo>
                    <a:pt x="1091973" y="365637"/>
                  </a:lnTo>
                  <a:lnTo>
                    <a:pt x="1101732" y="357596"/>
                  </a:lnTo>
                  <a:lnTo>
                    <a:pt x="1111476" y="351541"/>
                  </a:lnTo>
                  <a:lnTo>
                    <a:pt x="1121220" y="323759"/>
                  </a:lnTo>
                  <a:lnTo>
                    <a:pt x="1130979" y="336218"/>
                  </a:lnTo>
                  <a:lnTo>
                    <a:pt x="1140723" y="334862"/>
                  </a:lnTo>
                  <a:lnTo>
                    <a:pt x="1150482" y="297524"/>
                  </a:lnTo>
                  <a:lnTo>
                    <a:pt x="1160226" y="299408"/>
                  </a:lnTo>
                  <a:lnTo>
                    <a:pt x="1169969" y="289970"/>
                  </a:lnTo>
                  <a:lnTo>
                    <a:pt x="1179728" y="285682"/>
                  </a:lnTo>
                  <a:lnTo>
                    <a:pt x="1189472" y="302972"/>
                  </a:lnTo>
                  <a:lnTo>
                    <a:pt x="1199231" y="292631"/>
                  </a:lnTo>
                  <a:lnTo>
                    <a:pt x="1208975" y="287552"/>
                  </a:lnTo>
                  <a:lnTo>
                    <a:pt x="1218719" y="306591"/>
                  </a:lnTo>
                  <a:lnTo>
                    <a:pt x="1228478" y="305654"/>
                  </a:lnTo>
                  <a:lnTo>
                    <a:pt x="1238222" y="307491"/>
                  </a:lnTo>
                  <a:lnTo>
                    <a:pt x="1247966" y="260330"/>
                  </a:lnTo>
                  <a:lnTo>
                    <a:pt x="1257725" y="241626"/>
                  </a:lnTo>
                  <a:lnTo>
                    <a:pt x="1267469" y="228203"/>
                  </a:lnTo>
                  <a:lnTo>
                    <a:pt x="1277227" y="236392"/>
                  </a:lnTo>
                  <a:lnTo>
                    <a:pt x="1286971" y="238881"/>
                  </a:lnTo>
                  <a:lnTo>
                    <a:pt x="1296715" y="230425"/>
                  </a:lnTo>
                  <a:lnTo>
                    <a:pt x="1306474" y="221187"/>
                  </a:lnTo>
                  <a:lnTo>
                    <a:pt x="1316218" y="234377"/>
                  </a:lnTo>
                  <a:lnTo>
                    <a:pt x="1325977" y="249941"/>
                  </a:lnTo>
                  <a:lnTo>
                    <a:pt x="1335721" y="262821"/>
                  </a:lnTo>
                  <a:lnTo>
                    <a:pt x="1345465" y="277987"/>
                  </a:lnTo>
                  <a:lnTo>
                    <a:pt x="1355224" y="265787"/>
                  </a:lnTo>
                  <a:lnTo>
                    <a:pt x="1364967" y="231587"/>
                  </a:lnTo>
                  <a:lnTo>
                    <a:pt x="1374726" y="235152"/>
                  </a:lnTo>
                  <a:lnTo>
                    <a:pt x="1384470" y="203112"/>
                  </a:lnTo>
                  <a:lnTo>
                    <a:pt x="1394214" y="187235"/>
                  </a:lnTo>
                  <a:lnTo>
                    <a:pt x="1403973" y="168998"/>
                  </a:lnTo>
                  <a:lnTo>
                    <a:pt x="1413717" y="179710"/>
                  </a:lnTo>
                  <a:lnTo>
                    <a:pt x="1423476" y="177509"/>
                  </a:lnTo>
                  <a:lnTo>
                    <a:pt x="1433220" y="217609"/>
                  </a:lnTo>
                  <a:lnTo>
                    <a:pt x="1442964" y="235416"/>
                  </a:lnTo>
                  <a:lnTo>
                    <a:pt x="1452722" y="241733"/>
                  </a:lnTo>
                  <a:lnTo>
                    <a:pt x="1462466" y="239334"/>
                  </a:lnTo>
                  <a:lnTo>
                    <a:pt x="1472225" y="273325"/>
                  </a:lnTo>
                  <a:lnTo>
                    <a:pt x="1481969" y="255041"/>
                  </a:lnTo>
                  <a:lnTo>
                    <a:pt x="1491713" y="281494"/>
                  </a:lnTo>
                  <a:lnTo>
                    <a:pt x="1501472" y="291008"/>
                  </a:lnTo>
                  <a:lnTo>
                    <a:pt x="1511216" y="317466"/>
                  </a:lnTo>
                  <a:lnTo>
                    <a:pt x="1520960" y="319024"/>
                  </a:lnTo>
                  <a:lnTo>
                    <a:pt x="1530719" y="343070"/>
                  </a:lnTo>
                  <a:lnTo>
                    <a:pt x="1540463" y="325870"/>
                  </a:lnTo>
                  <a:lnTo>
                    <a:pt x="1550221" y="330440"/>
                  </a:lnTo>
                  <a:lnTo>
                    <a:pt x="1559965" y="355664"/>
                  </a:lnTo>
                  <a:lnTo>
                    <a:pt x="1569709" y="364723"/>
                  </a:lnTo>
                  <a:lnTo>
                    <a:pt x="1579468" y="357024"/>
                  </a:lnTo>
                  <a:lnTo>
                    <a:pt x="1589212" y="347540"/>
                  </a:lnTo>
                  <a:lnTo>
                    <a:pt x="1598971" y="364463"/>
                  </a:lnTo>
                  <a:lnTo>
                    <a:pt x="1608715" y="359161"/>
                  </a:lnTo>
                  <a:lnTo>
                    <a:pt x="1618459" y="399182"/>
                  </a:lnTo>
                  <a:lnTo>
                    <a:pt x="1628218" y="384626"/>
                  </a:lnTo>
                  <a:lnTo>
                    <a:pt x="1637962" y="376527"/>
                  </a:lnTo>
                  <a:lnTo>
                    <a:pt x="1647720" y="376140"/>
                  </a:lnTo>
                  <a:lnTo>
                    <a:pt x="1657464" y="378424"/>
                  </a:lnTo>
                  <a:lnTo>
                    <a:pt x="1667208" y="348340"/>
                  </a:lnTo>
                  <a:lnTo>
                    <a:pt x="1676967" y="362117"/>
                  </a:lnTo>
                  <a:lnTo>
                    <a:pt x="1686711" y="359921"/>
                  </a:lnTo>
                  <a:lnTo>
                    <a:pt x="1696470" y="379911"/>
                  </a:lnTo>
                  <a:lnTo>
                    <a:pt x="1706214" y="382311"/>
                  </a:lnTo>
                  <a:lnTo>
                    <a:pt x="1715958" y="371642"/>
                  </a:lnTo>
                  <a:lnTo>
                    <a:pt x="1725716" y="339996"/>
                  </a:lnTo>
                  <a:lnTo>
                    <a:pt x="1735460" y="347054"/>
                  </a:lnTo>
                  <a:lnTo>
                    <a:pt x="1745219" y="299404"/>
                  </a:lnTo>
                  <a:lnTo>
                    <a:pt x="1754963" y="333979"/>
                  </a:lnTo>
                  <a:lnTo>
                    <a:pt x="1764707" y="346100"/>
                  </a:lnTo>
                  <a:lnTo>
                    <a:pt x="1774466" y="309750"/>
                  </a:lnTo>
                  <a:lnTo>
                    <a:pt x="1784210" y="290894"/>
                  </a:lnTo>
                  <a:lnTo>
                    <a:pt x="1793969" y="288313"/>
                  </a:lnTo>
                  <a:lnTo>
                    <a:pt x="1803713" y="297697"/>
                  </a:lnTo>
                  <a:lnTo>
                    <a:pt x="1813457" y="319081"/>
                  </a:lnTo>
                  <a:lnTo>
                    <a:pt x="1823215" y="334746"/>
                  </a:lnTo>
                  <a:lnTo>
                    <a:pt x="1832959" y="331200"/>
                  </a:lnTo>
                  <a:lnTo>
                    <a:pt x="1842703" y="340057"/>
                  </a:lnTo>
                  <a:lnTo>
                    <a:pt x="1852462" y="370676"/>
                  </a:lnTo>
                  <a:lnTo>
                    <a:pt x="1862206" y="386789"/>
                  </a:lnTo>
                  <a:lnTo>
                    <a:pt x="1871965" y="383242"/>
                  </a:lnTo>
                  <a:lnTo>
                    <a:pt x="1881709" y="389509"/>
                  </a:lnTo>
                  <a:lnTo>
                    <a:pt x="1891453" y="367537"/>
                  </a:lnTo>
                  <a:lnTo>
                    <a:pt x="1901212" y="404361"/>
                  </a:lnTo>
                  <a:lnTo>
                    <a:pt x="1910956" y="389991"/>
                  </a:lnTo>
                  <a:lnTo>
                    <a:pt x="1920714" y="392919"/>
                  </a:lnTo>
                  <a:lnTo>
                    <a:pt x="1930458" y="363334"/>
                  </a:lnTo>
                  <a:lnTo>
                    <a:pt x="1940202" y="354147"/>
                  </a:lnTo>
                  <a:lnTo>
                    <a:pt x="1949961" y="394616"/>
                  </a:lnTo>
                  <a:lnTo>
                    <a:pt x="1959705" y="389799"/>
                  </a:lnTo>
                  <a:lnTo>
                    <a:pt x="1969464" y="424532"/>
                  </a:lnTo>
                  <a:lnTo>
                    <a:pt x="1979208" y="417823"/>
                  </a:lnTo>
                  <a:lnTo>
                    <a:pt x="1988952" y="406936"/>
                  </a:lnTo>
                  <a:lnTo>
                    <a:pt x="1998711" y="379754"/>
                  </a:lnTo>
                  <a:lnTo>
                    <a:pt x="2008454" y="397494"/>
                  </a:lnTo>
                  <a:lnTo>
                    <a:pt x="2018213" y="368803"/>
                  </a:lnTo>
                  <a:lnTo>
                    <a:pt x="2027957" y="395467"/>
                  </a:lnTo>
                  <a:lnTo>
                    <a:pt x="2037701" y="403122"/>
                  </a:lnTo>
                  <a:lnTo>
                    <a:pt x="2047460" y="375267"/>
                  </a:lnTo>
                  <a:lnTo>
                    <a:pt x="2057204" y="363440"/>
                  </a:lnTo>
                  <a:lnTo>
                    <a:pt x="2066963" y="402559"/>
                  </a:lnTo>
                  <a:lnTo>
                    <a:pt x="2076707" y="372930"/>
                  </a:lnTo>
                  <a:lnTo>
                    <a:pt x="2086451" y="348152"/>
                  </a:lnTo>
                  <a:lnTo>
                    <a:pt x="2096210" y="326356"/>
                  </a:lnTo>
                  <a:lnTo>
                    <a:pt x="2105954" y="333473"/>
                  </a:lnTo>
                  <a:lnTo>
                    <a:pt x="2115697" y="309970"/>
                  </a:lnTo>
                  <a:lnTo>
                    <a:pt x="2125456" y="308023"/>
                  </a:lnTo>
                  <a:lnTo>
                    <a:pt x="2135200" y="338958"/>
                  </a:lnTo>
                  <a:lnTo>
                    <a:pt x="2144959" y="353723"/>
                  </a:lnTo>
                  <a:lnTo>
                    <a:pt x="2154703" y="365183"/>
                  </a:lnTo>
                  <a:lnTo>
                    <a:pt x="2164447" y="341495"/>
                  </a:lnTo>
                  <a:lnTo>
                    <a:pt x="2174206" y="321070"/>
                  </a:lnTo>
                  <a:lnTo>
                    <a:pt x="2183950" y="330509"/>
                  </a:lnTo>
                  <a:lnTo>
                    <a:pt x="2193709" y="301287"/>
                  </a:lnTo>
                  <a:lnTo>
                    <a:pt x="2203452" y="281115"/>
                  </a:lnTo>
                  <a:lnTo>
                    <a:pt x="2213196" y="301984"/>
                  </a:lnTo>
                  <a:lnTo>
                    <a:pt x="2222955" y="311372"/>
                  </a:lnTo>
                  <a:lnTo>
                    <a:pt x="2232699" y="265373"/>
                  </a:lnTo>
                  <a:lnTo>
                    <a:pt x="2242458" y="233224"/>
                  </a:lnTo>
                  <a:lnTo>
                    <a:pt x="2252202" y="249832"/>
                  </a:lnTo>
                  <a:lnTo>
                    <a:pt x="2261946" y="204137"/>
                  </a:lnTo>
                  <a:lnTo>
                    <a:pt x="2271705" y="230863"/>
                  </a:lnTo>
                  <a:lnTo>
                    <a:pt x="2281449" y="200013"/>
                  </a:lnTo>
                  <a:lnTo>
                    <a:pt x="2291208" y="164012"/>
                  </a:lnTo>
                  <a:lnTo>
                    <a:pt x="2300951" y="180258"/>
                  </a:lnTo>
                  <a:lnTo>
                    <a:pt x="2310695" y="178023"/>
                  </a:lnTo>
                  <a:lnTo>
                    <a:pt x="2320454" y="178771"/>
                  </a:lnTo>
                  <a:lnTo>
                    <a:pt x="2330198" y="202856"/>
                  </a:lnTo>
                  <a:lnTo>
                    <a:pt x="2339957" y="153740"/>
                  </a:lnTo>
                  <a:lnTo>
                    <a:pt x="2349701" y="188220"/>
                  </a:lnTo>
                  <a:lnTo>
                    <a:pt x="2359445" y="193603"/>
                  </a:lnTo>
                  <a:lnTo>
                    <a:pt x="2369204" y="182404"/>
                  </a:lnTo>
                  <a:lnTo>
                    <a:pt x="2378948" y="169658"/>
                  </a:lnTo>
                  <a:lnTo>
                    <a:pt x="2388692" y="141157"/>
                  </a:lnTo>
                  <a:lnTo>
                    <a:pt x="2398450" y="111218"/>
                  </a:lnTo>
                  <a:lnTo>
                    <a:pt x="2408194" y="108608"/>
                  </a:lnTo>
                  <a:lnTo>
                    <a:pt x="2417953" y="102809"/>
                  </a:lnTo>
                  <a:lnTo>
                    <a:pt x="2427697" y="101168"/>
                  </a:lnTo>
                  <a:lnTo>
                    <a:pt x="2437441" y="101677"/>
                  </a:lnTo>
                  <a:lnTo>
                    <a:pt x="2447200" y="74188"/>
                  </a:lnTo>
                  <a:lnTo>
                    <a:pt x="2456944" y="55441"/>
                  </a:lnTo>
                  <a:lnTo>
                    <a:pt x="2466703" y="57520"/>
                  </a:lnTo>
                  <a:lnTo>
                    <a:pt x="2476446" y="64416"/>
                  </a:lnTo>
                  <a:lnTo>
                    <a:pt x="2486190" y="53528"/>
                  </a:lnTo>
                  <a:lnTo>
                    <a:pt x="2495949" y="36479"/>
                  </a:lnTo>
                  <a:lnTo>
                    <a:pt x="2505693" y="23551"/>
                  </a:lnTo>
                  <a:lnTo>
                    <a:pt x="2515452" y="0"/>
                  </a:lnTo>
                  <a:lnTo>
                    <a:pt x="2525196" y="5735"/>
                  </a:lnTo>
                  <a:lnTo>
                    <a:pt x="2534940" y="3059"/>
                  </a:lnTo>
                  <a:lnTo>
                    <a:pt x="2544699" y="52917"/>
                  </a:lnTo>
                  <a:lnTo>
                    <a:pt x="2554443" y="75116"/>
                  </a:lnTo>
                  <a:lnTo>
                    <a:pt x="2564202" y="85833"/>
                  </a:lnTo>
                  <a:lnTo>
                    <a:pt x="2573946" y="43463"/>
                  </a:lnTo>
                  <a:lnTo>
                    <a:pt x="2583690" y="55697"/>
                  </a:lnTo>
                  <a:lnTo>
                    <a:pt x="2593448" y="65223"/>
                  </a:lnTo>
                  <a:lnTo>
                    <a:pt x="2603192" y="75268"/>
                  </a:lnTo>
                  <a:lnTo>
                    <a:pt x="2612951" y="81818"/>
                  </a:lnTo>
                  <a:lnTo>
                    <a:pt x="2622695" y="96939"/>
                  </a:lnTo>
                  <a:lnTo>
                    <a:pt x="2632439" y="155895"/>
                  </a:lnTo>
                  <a:lnTo>
                    <a:pt x="2642198" y="137027"/>
                  </a:lnTo>
                  <a:lnTo>
                    <a:pt x="2651942" y="140107"/>
                  </a:lnTo>
                  <a:lnTo>
                    <a:pt x="2661685" y="137924"/>
                  </a:lnTo>
                  <a:lnTo>
                    <a:pt x="2671444" y="157288"/>
                  </a:lnTo>
                  <a:lnTo>
                    <a:pt x="2681188" y="179871"/>
                  </a:lnTo>
                  <a:lnTo>
                    <a:pt x="2690947" y="186026"/>
                  </a:lnTo>
                  <a:lnTo>
                    <a:pt x="2700691" y="177258"/>
                  </a:lnTo>
                  <a:lnTo>
                    <a:pt x="2710435" y="169133"/>
                  </a:lnTo>
                  <a:lnTo>
                    <a:pt x="2720194" y="131026"/>
                  </a:lnTo>
                  <a:lnTo>
                    <a:pt x="2729938" y="143444"/>
                  </a:lnTo>
                  <a:lnTo>
                    <a:pt x="2739697" y="169799"/>
                  </a:lnTo>
                  <a:lnTo>
                    <a:pt x="2749441" y="196634"/>
                  </a:lnTo>
                  <a:lnTo>
                    <a:pt x="2759185" y="171139"/>
                  </a:lnTo>
                  <a:lnTo>
                    <a:pt x="2768943" y="149711"/>
                  </a:lnTo>
                  <a:lnTo>
                    <a:pt x="2778687" y="180625"/>
                  </a:lnTo>
                  <a:lnTo>
                    <a:pt x="2788446" y="196588"/>
                  </a:lnTo>
                  <a:lnTo>
                    <a:pt x="2798190" y="206634"/>
                  </a:lnTo>
                  <a:lnTo>
                    <a:pt x="2807934" y="218379"/>
                  </a:lnTo>
                  <a:lnTo>
                    <a:pt x="2817693" y="263290"/>
                  </a:lnTo>
                  <a:lnTo>
                    <a:pt x="2827437" y="284931"/>
                  </a:lnTo>
                  <a:lnTo>
                    <a:pt x="2837196" y="290146"/>
                  </a:lnTo>
                  <a:lnTo>
                    <a:pt x="2846940" y="283949"/>
                  </a:lnTo>
                  <a:lnTo>
                    <a:pt x="2856684" y="286826"/>
                  </a:lnTo>
                  <a:lnTo>
                    <a:pt x="2866442" y="264631"/>
                  </a:lnTo>
                  <a:lnTo>
                    <a:pt x="2876186" y="266592"/>
                  </a:lnTo>
                  <a:lnTo>
                    <a:pt x="2885945" y="269022"/>
                  </a:lnTo>
                  <a:lnTo>
                    <a:pt x="2895689" y="270731"/>
                  </a:lnTo>
                  <a:lnTo>
                    <a:pt x="2905433" y="234438"/>
                  </a:lnTo>
                  <a:lnTo>
                    <a:pt x="2915192" y="26054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2" name="Freeform 1161">
              <a:extLst>
                <a:ext uri="{FF2B5EF4-FFF2-40B4-BE49-F238E27FC236}">
                  <a16:creationId xmlns:a16="http://schemas.microsoft.com/office/drawing/2014/main" id="{35EEE47F-9964-FFF0-02B2-ECD31890A5EC}"/>
                </a:ext>
              </a:extLst>
            </p:cNvPr>
            <p:cNvSpPr/>
            <p:nvPr/>
          </p:nvSpPr>
          <p:spPr>
            <a:xfrm>
              <a:off x="4426652" y="2915073"/>
              <a:ext cx="2915191" cy="433102"/>
            </a:xfrm>
            <a:custGeom>
              <a:avLst/>
              <a:gdLst>
                <a:gd name="connsiteX0" fmla="*/ 0 w 2915191"/>
                <a:gd name="connsiteY0" fmla="*/ 427039 h 433102"/>
                <a:gd name="connsiteX1" fmla="*/ 9750 w 2915191"/>
                <a:gd name="connsiteY1" fmla="*/ 433103 h 433102"/>
                <a:gd name="connsiteX2" fmla="*/ 19500 w 2915191"/>
                <a:gd name="connsiteY2" fmla="*/ 424538 h 433102"/>
                <a:gd name="connsiteX3" fmla="*/ 29250 w 2915191"/>
                <a:gd name="connsiteY3" fmla="*/ 401000 h 433102"/>
                <a:gd name="connsiteX4" fmla="*/ 39000 w 2915191"/>
                <a:gd name="connsiteY4" fmla="*/ 364723 h 433102"/>
                <a:gd name="connsiteX5" fmla="*/ 48749 w 2915191"/>
                <a:gd name="connsiteY5" fmla="*/ 364793 h 433102"/>
                <a:gd name="connsiteX6" fmla="*/ 58499 w 2915191"/>
                <a:gd name="connsiteY6" fmla="*/ 332872 h 433102"/>
                <a:gd name="connsiteX7" fmla="*/ 68249 w 2915191"/>
                <a:gd name="connsiteY7" fmla="*/ 277710 h 433102"/>
                <a:gd name="connsiteX8" fmla="*/ 77998 w 2915191"/>
                <a:gd name="connsiteY8" fmla="*/ 255142 h 433102"/>
                <a:gd name="connsiteX9" fmla="*/ 87748 w 2915191"/>
                <a:gd name="connsiteY9" fmla="*/ 236646 h 433102"/>
                <a:gd name="connsiteX10" fmla="*/ 97497 w 2915191"/>
                <a:gd name="connsiteY10" fmla="*/ 195999 h 433102"/>
                <a:gd name="connsiteX11" fmla="*/ 107247 w 2915191"/>
                <a:gd name="connsiteY11" fmla="*/ 179509 h 433102"/>
                <a:gd name="connsiteX12" fmla="*/ 116997 w 2915191"/>
                <a:gd name="connsiteY12" fmla="*/ 195531 h 433102"/>
                <a:gd name="connsiteX13" fmla="*/ 126747 w 2915191"/>
                <a:gd name="connsiteY13" fmla="*/ 230970 h 433102"/>
                <a:gd name="connsiteX14" fmla="*/ 136497 w 2915191"/>
                <a:gd name="connsiteY14" fmla="*/ 241778 h 433102"/>
                <a:gd name="connsiteX15" fmla="*/ 146247 w 2915191"/>
                <a:gd name="connsiteY15" fmla="*/ 220690 h 433102"/>
                <a:gd name="connsiteX16" fmla="*/ 155997 w 2915191"/>
                <a:gd name="connsiteY16" fmla="*/ 220000 h 433102"/>
                <a:gd name="connsiteX17" fmla="*/ 165747 w 2915191"/>
                <a:gd name="connsiteY17" fmla="*/ 192574 h 433102"/>
                <a:gd name="connsiteX18" fmla="*/ 175497 w 2915191"/>
                <a:gd name="connsiteY18" fmla="*/ 227400 h 433102"/>
                <a:gd name="connsiteX19" fmla="*/ 185247 w 2915191"/>
                <a:gd name="connsiteY19" fmla="*/ 254707 h 433102"/>
                <a:gd name="connsiteX20" fmla="*/ 194996 w 2915191"/>
                <a:gd name="connsiteY20" fmla="*/ 244005 h 433102"/>
                <a:gd name="connsiteX21" fmla="*/ 204746 w 2915191"/>
                <a:gd name="connsiteY21" fmla="*/ 234775 h 433102"/>
                <a:gd name="connsiteX22" fmla="*/ 214495 w 2915191"/>
                <a:gd name="connsiteY22" fmla="*/ 181850 h 433102"/>
                <a:gd name="connsiteX23" fmla="*/ 224245 w 2915191"/>
                <a:gd name="connsiteY23" fmla="*/ 183999 h 433102"/>
                <a:gd name="connsiteX24" fmla="*/ 233995 w 2915191"/>
                <a:gd name="connsiteY24" fmla="*/ 184794 h 433102"/>
                <a:gd name="connsiteX25" fmla="*/ 243744 w 2915191"/>
                <a:gd name="connsiteY25" fmla="*/ 206212 h 433102"/>
                <a:gd name="connsiteX26" fmla="*/ 253494 w 2915191"/>
                <a:gd name="connsiteY26" fmla="*/ 208456 h 433102"/>
                <a:gd name="connsiteX27" fmla="*/ 263244 w 2915191"/>
                <a:gd name="connsiteY27" fmla="*/ 216162 h 433102"/>
                <a:gd name="connsiteX28" fmla="*/ 272994 w 2915191"/>
                <a:gd name="connsiteY28" fmla="*/ 216193 h 433102"/>
                <a:gd name="connsiteX29" fmla="*/ 282744 w 2915191"/>
                <a:gd name="connsiteY29" fmla="*/ 209161 h 433102"/>
                <a:gd name="connsiteX30" fmla="*/ 292494 w 2915191"/>
                <a:gd name="connsiteY30" fmla="*/ 196458 h 433102"/>
                <a:gd name="connsiteX31" fmla="*/ 302244 w 2915191"/>
                <a:gd name="connsiteY31" fmla="*/ 196698 h 433102"/>
                <a:gd name="connsiteX32" fmla="*/ 311994 w 2915191"/>
                <a:gd name="connsiteY32" fmla="*/ 204058 h 433102"/>
                <a:gd name="connsiteX33" fmla="*/ 321744 w 2915191"/>
                <a:gd name="connsiteY33" fmla="*/ 216256 h 433102"/>
                <a:gd name="connsiteX34" fmla="*/ 331493 w 2915191"/>
                <a:gd name="connsiteY34" fmla="*/ 210441 h 433102"/>
                <a:gd name="connsiteX35" fmla="*/ 341243 w 2915191"/>
                <a:gd name="connsiteY35" fmla="*/ 189150 h 433102"/>
                <a:gd name="connsiteX36" fmla="*/ 350993 w 2915191"/>
                <a:gd name="connsiteY36" fmla="*/ 195649 h 433102"/>
                <a:gd name="connsiteX37" fmla="*/ 360742 w 2915191"/>
                <a:gd name="connsiteY37" fmla="*/ 205320 h 433102"/>
                <a:gd name="connsiteX38" fmla="*/ 370492 w 2915191"/>
                <a:gd name="connsiteY38" fmla="*/ 235365 h 433102"/>
                <a:gd name="connsiteX39" fmla="*/ 380241 w 2915191"/>
                <a:gd name="connsiteY39" fmla="*/ 238762 h 433102"/>
                <a:gd name="connsiteX40" fmla="*/ 389991 w 2915191"/>
                <a:gd name="connsiteY40" fmla="*/ 217766 h 433102"/>
                <a:gd name="connsiteX41" fmla="*/ 399741 w 2915191"/>
                <a:gd name="connsiteY41" fmla="*/ 224099 h 433102"/>
                <a:gd name="connsiteX42" fmla="*/ 409491 w 2915191"/>
                <a:gd name="connsiteY42" fmla="*/ 252164 h 433102"/>
                <a:gd name="connsiteX43" fmla="*/ 419241 w 2915191"/>
                <a:gd name="connsiteY43" fmla="*/ 244027 h 433102"/>
                <a:gd name="connsiteX44" fmla="*/ 428991 w 2915191"/>
                <a:gd name="connsiteY44" fmla="*/ 234580 h 433102"/>
                <a:gd name="connsiteX45" fmla="*/ 438741 w 2915191"/>
                <a:gd name="connsiteY45" fmla="*/ 229777 h 433102"/>
                <a:gd name="connsiteX46" fmla="*/ 448491 w 2915191"/>
                <a:gd name="connsiteY46" fmla="*/ 208924 h 433102"/>
                <a:gd name="connsiteX47" fmla="*/ 458241 w 2915191"/>
                <a:gd name="connsiteY47" fmla="*/ 227035 h 433102"/>
                <a:gd name="connsiteX48" fmla="*/ 467991 w 2915191"/>
                <a:gd name="connsiteY48" fmla="*/ 212439 h 433102"/>
                <a:gd name="connsiteX49" fmla="*/ 477740 w 2915191"/>
                <a:gd name="connsiteY49" fmla="*/ 204101 h 433102"/>
                <a:gd name="connsiteX50" fmla="*/ 487490 w 2915191"/>
                <a:gd name="connsiteY50" fmla="*/ 214687 h 433102"/>
                <a:gd name="connsiteX51" fmla="*/ 497239 w 2915191"/>
                <a:gd name="connsiteY51" fmla="*/ 246398 h 433102"/>
                <a:gd name="connsiteX52" fmla="*/ 506989 w 2915191"/>
                <a:gd name="connsiteY52" fmla="*/ 288397 h 433102"/>
                <a:gd name="connsiteX53" fmla="*/ 516738 w 2915191"/>
                <a:gd name="connsiteY53" fmla="*/ 300313 h 433102"/>
                <a:gd name="connsiteX54" fmla="*/ 526488 w 2915191"/>
                <a:gd name="connsiteY54" fmla="*/ 315417 h 433102"/>
                <a:gd name="connsiteX55" fmla="*/ 536238 w 2915191"/>
                <a:gd name="connsiteY55" fmla="*/ 305314 h 433102"/>
                <a:gd name="connsiteX56" fmla="*/ 545988 w 2915191"/>
                <a:gd name="connsiteY56" fmla="*/ 325479 h 433102"/>
                <a:gd name="connsiteX57" fmla="*/ 555738 w 2915191"/>
                <a:gd name="connsiteY57" fmla="*/ 341549 h 433102"/>
                <a:gd name="connsiteX58" fmla="*/ 565488 w 2915191"/>
                <a:gd name="connsiteY58" fmla="*/ 325443 h 433102"/>
                <a:gd name="connsiteX59" fmla="*/ 575238 w 2915191"/>
                <a:gd name="connsiteY59" fmla="*/ 356422 h 433102"/>
                <a:gd name="connsiteX60" fmla="*/ 584988 w 2915191"/>
                <a:gd name="connsiteY60" fmla="*/ 385174 h 433102"/>
                <a:gd name="connsiteX61" fmla="*/ 594738 w 2915191"/>
                <a:gd name="connsiteY61" fmla="*/ 378869 h 433102"/>
                <a:gd name="connsiteX62" fmla="*/ 604488 w 2915191"/>
                <a:gd name="connsiteY62" fmla="*/ 384203 h 433102"/>
                <a:gd name="connsiteX63" fmla="*/ 614237 w 2915191"/>
                <a:gd name="connsiteY63" fmla="*/ 351343 h 433102"/>
                <a:gd name="connsiteX64" fmla="*/ 623987 w 2915191"/>
                <a:gd name="connsiteY64" fmla="*/ 366040 h 433102"/>
                <a:gd name="connsiteX65" fmla="*/ 633736 w 2915191"/>
                <a:gd name="connsiteY65" fmla="*/ 372954 h 433102"/>
                <a:gd name="connsiteX66" fmla="*/ 643486 w 2915191"/>
                <a:gd name="connsiteY66" fmla="*/ 381804 h 433102"/>
                <a:gd name="connsiteX67" fmla="*/ 653236 w 2915191"/>
                <a:gd name="connsiteY67" fmla="*/ 399345 h 433102"/>
                <a:gd name="connsiteX68" fmla="*/ 662985 w 2915191"/>
                <a:gd name="connsiteY68" fmla="*/ 400014 h 433102"/>
                <a:gd name="connsiteX69" fmla="*/ 672735 w 2915191"/>
                <a:gd name="connsiteY69" fmla="*/ 381457 h 433102"/>
                <a:gd name="connsiteX70" fmla="*/ 682485 w 2915191"/>
                <a:gd name="connsiteY70" fmla="*/ 396900 h 433102"/>
                <a:gd name="connsiteX71" fmla="*/ 692235 w 2915191"/>
                <a:gd name="connsiteY71" fmla="*/ 429033 h 433102"/>
                <a:gd name="connsiteX72" fmla="*/ 701985 w 2915191"/>
                <a:gd name="connsiteY72" fmla="*/ 403220 h 433102"/>
                <a:gd name="connsiteX73" fmla="*/ 711735 w 2915191"/>
                <a:gd name="connsiteY73" fmla="*/ 384993 h 433102"/>
                <a:gd name="connsiteX74" fmla="*/ 721485 w 2915191"/>
                <a:gd name="connsiteY74" fmla="*/ 389717 h 433102"/>
                <a:gd name="connsiteX75" fmla="*/ 731235 w 2915191"/>
                <a:gd name="connsiteY75" fmla="*/ 374758 h 433102"/>
                <a:gd name="connsiteX76" fmla="*/ 740985 w 2915191"/>
                <a:gd name="connsiteY76" fmla="*/ 368678 h 433102"/>
                <a:gd name="connsiteX77" fmla="*/ 750734 w 2915191"/>
                <a:gd name="connsiteY77" fmla="*/ 382059 h 433102"/>
                <a:gd name="connsiteX78" fmla="*/ 760484 w 2915191"/>
                <a:gd name="connsiteY78" fmla="*/ 380483 h 433102"/>
                <a:gd name="connsiteX79" fmla="*/ 770233 w 2915191"/>
                <a:gd name="connsiteY79" fmla="*/ 357427 h 433102"/>
                <a:gd name="connsiteX80" fmla="*/ 779983 w 2915191"/>
                <a:gd name="connsiteY80" fmla="*/ 349362 h 433102"/>
                <a:gd name="connsiteX81" fmla="*/ 789733 w 2915191"/>
                <a:gd name="connsiteY81" fmla="*/ 345659 h 433102"/>
                <a:gd name="connsiteX82" fmla="*/ 799482 w 2915191"/>
                <a:gd name="connsiteY82" fmla="*/ 319456 h 433102"/>
                <a:gd name="connsiteX83" fmla="*/ 809232 w 2915191"/>
                <a:gd name="connsiteY83" fmla="*/ 303039 h 433102"/>
                <a:gd name="connsiteX84" fmla="*/ 818982 w 2915191"/>
                <a:gd name="connsiteY84" fmla="*/ 277419 h 433102"/>
                <a:gd name="connsiteX85" fmla="*/ 828732 w 2915191"/>
                <a:gd name="connsiteY85" fmla="*/ 284444 h 433102"/>
                <a:gd name="connsiteX86" fmla="*/ 838482 w 2915191"/>
                <a:gd name="connsiteY86" fmla="*/ 266033 h 433102"/>
                <a:gd name="connsiteX87" fmla="*/ 848232 w 2915191"/>
                <a:gd name="connsiteY87" fmla="*/ 289229 h 433102"/>
                <a:gd name="connsiteX88" fmla="*/ 857982 w 2915191"/>
                <a:gd name="connsiteY88" fmla="*/ 268048 h 433102"/>
                <a:gd name="connsiteX89" fmla="*/ 867732 w 2915191"/>
                <a:gd name="connsiteY89" fmla="*/ 278112 h 433102"/>
                <a:gd name="connsiteX90" fmla="*/ 877482 w 2915191"/>
                <a:gd name="connsiteY90" fmla="*/ 319336 h 433102"/>
                <a:gd name="connsiteX91" fmla="*/ 887231 w 2915191"/>
                <a:gd name="connsiteY91" fmla="*/ 326519 h 433102"/>
                <a:gd name="connsiteX92" fmla="*/ 896981 w 2915191"/>
                <a:gd name="connsiteY92" fmla="*/ 324208 h 433102"/>
                <a:gd name="connsiteX93" fmla="*/ 906730 w 2915191"/>
                <a:gd name="connsiteY93" fmla="*/ 344096 h 433102"/>
                <a:gd name="connsiteX94" fmla="*/ 916480 w 2915191"/>
                <a:gd name="connsiteY94" fmla="*/ 317414 h 433102"/>
                <a:gd name="connsiteX95" fmla="*/ 926230 w 2915191"/>
                <a:gd name="connsiteY95" fmla="*/ 300888 h 433102"/>
                <a:gd name="connsiteX96" fmla="*/ 935979 w 2915191"/>
                <a:gd name="connsiteY96" fmla="*/ 279526 h 433102"/>
                <a:gd name="connsiteX97" fmla="*/ 945729 w 2915191"/>
                <a:gd name="connsiteY97" fmla="*/ 277507 h 433102"/>
                <a:gd name="connsiteX98" fmla="*/ 955479 w 2915191"/>
                <a:gd name="connsiteY98" fmla="*/ 256477 h 433102"/>
                <a:gd name="connsiteX99" fmla="*/ 965229 w 2915191"/>
                <a:gd name="connsiteY99" fmla="*/ 284991 h 433102"/>
                <a:gd name="connsiteX100" fmla="*/ 974979 w 2915191"/>
                <a:gd name="connsiteY100" fmla="*/ 243344 h 433102"/>
                <a:gd name="connsiteX101" fmla="*/ 984729 w 2915191"/>
                <a:gd name="connsiteY101" fmla="*/ 255601 h 433102"/>
                <a:gd name="connsiteX102" fmla="*/ 994474 w 2915191"/>
                <a:gd name="connsiteY102" fmla="*/ 239522 h 433102"/>
                <a:gd name="connsiteX103" fmla="*/ 1004233 w 2915191"/>
                <a:gd name="connsiteY103" fmla="*/ 227132 h 433102"/>
                <a:gd name="connsiteX104" fmla="*/ 1013977 w 2915191"/>
                <a:gd name="connsiteY104" fmla="*/ 213118 h 433102"/>
                <a:gd name="connsiteX105" fmla="*/ 1023721 w 2915191"/>
                <a:gd name="connsiteY105" fmla="*/ 179805 h 433102"/>
                <a:gd name="connsiteX106" fmla="*/ 1033480 w 2915191"/>
                <a:gd name="connsiteY106" fmla="*/ 232612 h 433102"/>
                <a:gd name="connsiteX107" fmla="*/ 1043224 w 2915191"/>
                <a:gd name="connsiteY107" fmla="*/ 231345 h 433102"/>
                <a:gd name="connsiteX108" fmla="*/ 1052983 w 2915191"/>
                <a:gd name="connsiteY108" fmla="*/ 192548 h 433102"/>
                <a:gd name="connsiteX109" fmla="*/ 1062727 w 2915191"/>
                <a:gd name="connsiteY109" fmla="*/ 218149 h 433102"/>
                <a:gd name="connsiteX110" fmla="*/ 1072471 w 2915191"/>
                <a:gd name="connsiteY110" fmla="*/ 212599 h 433102"/>
                <a:gd name="connsiteX111" fmla="*/ 1082230 w 2915191"/>
                <a:gd name="connsiteY111" fmla="*/ 204813 h 433102"/>
                <a:gd name="connsiteX112" fmla="*/ 1091973 w 2915191"/>
                <a:gd name="connsiteY112" fmla="*/ 201665 h 433102"/>
                <a:gd name="connsiteX113" fmla="*/ 1101732 w 2915191"/>
                <a:gd name="connsiteY113" fmla="*/ 192191 h 433102"/>
                <a:gd name="connsiteX114" fmla="*/ 1111476 w 2915191"/>
                <a:gd name="connsiteY114" fmla="*/ 219276 h 433102"/>
                <a:gd name="connsiteX115" fmla="*/ 1121220 w 2915191"/>
                <a:gd name="connsiteY115" fmla="*/ 226409 h 433102"/>
                <a:gd name="connsiteX116" fmla="*/ 1130979 w 2915191"/>
                <a:gd name="connsiteY116" fmla="*/ 211147 h 433102"/>
                <a:gd name="connsiteX117" fmla="*/ 1140723 w 2915191"/>
                <a:gd name="connsiteY117" fmla="*/ 230253 h 433102"/>
                <a:gd name="connsiteX118" fmla="*/ 1150482 w 2915191"/>
                <a:gd name="connsiteY118" fmla="*/ 240389 h 433102"/>
                <a:gd name="connsiteX119" fmla="*/ 1160226 w 2915191"/>
                <a:gd name="connsiteY119" fmla="*/ 243305 h 433102"/>
                <a:gd name="connsiteX120" fmla="*/ 1169969 w 2915191"/>
                <a:gd name="connsiteY120" fmla="*/ 228963 h 433102"/>
                <a:gd name="connsiteX121" fmla="*/ 1179728 w 2915191"/>
                <a:gd name="connsiteY121" fmla="*/ 206759 h 433102"/>
                <a:gd name="connsiteX122" fmla="*/ 1189472 w 2915191"/>
                <a:gd name="connsiteY122" fmla="*/ 212097 h 433102"/>
                <a:gd name="connsiteX123" fmla="*/ 1199231 w 2915191"/>
                <a:gd name="connsiteY123" fmla="*/ 256599 h 433102"/>
                <a:gd name="connsiteX124" fmla="*/ 1208975 w 2915191"/>
                <a:gd name="connsiteY124" fmla="*/ 267733 h 433102"/>
                <a:gd name="connsiteX125" fmla="*/ 1218719 w 2915191"/>
                <a:gd name="connsiteY125" fmla="*/ 293868 h 433102"/>
                <a:gd name="connsiteX126" fmla="*/ 1228478 w 2915191"/>
                <a:gd name="connsiteY126" fmla="*/ 294930 h 433102"/>
                <a:gd name="connsiteX127" fmla="*/ 1238222 w 2915191"/>
                <a:gd name="connsiteY127" fmla="*/ 276103 h 433102"/>
                <a:gd name="connsiteX128" fmla="*/ 1247966 w 2915191"/>
                <a:gd name="connsiteY128" fmla="*/ 311979 h 433102"/>
                <a:gd name="connsiteX129" fmla="*/ 1257725 w 2915191"/>
                <a:gd name="connsiteY129" fmla="*/ 290040 h 433102"/>
                <a:gd name="connsiteX130" fmla="*/ 1267469 w 2915191"/>
                <a:gd name="connsiteY130" fmla="*/ 304799 h 433102"/>
                <a:gd name="connsiteX131" fmla="*/ 1277227 w 2915191"/>
                <a:gd name="connsiteY131" fmla="*/ 296962 h 433102"/>
                <a:gd name="connsiteX132" fmla="*/ 1286971 w 2915191"/>
                <a:gd name="connsiteY132" fmla="*/ 300889 h 433102"/>
                <a:gd name="connsiteX133" fmla="*/ 1296715 w 2915191"/>
                <a:gd name="connsiteY133" fmla="*/ 285259 h 433102"/>
                <a:gd name="connsiteX134" fmla="*/ 1306474 w 2915191"/>
                <a:gd name="connsiteY134" fmla="*/ 288163 h 433102"/>
                <a:gd name="connsiteX135" fmla="*/ 1316218 w 2915191"/>
                <a:gd name="connsiteY135" fmla="*/ 258211 h 433102"/>
                <a:gd name="connsiteX136" fmla="*/ 1325977 w 2915191"/>
                <a:gd name="connsiteY136" fmla="*/ 277812 h 433102"/>
                <a:gd name="connsiteX137" fmla="*/ 1335721 w 2915191"/>
                <a:gd name="connsiteY137" fmla="*/ 290289 h 433102"/>
                <a:gd name="connsiteX138" fmla="*/ 1345465 w 2915191"/>
                <a:gd name="connsiteY138" fmla="*/ 309263 h 433102"/>
                <a:gd name="connsiteX139" fmla="*/ 1355224 w 2915191"/>
                <a:gd name="connsiteY139" fmla="*/ 313485 h 433102"/>
                <a:gd name="connsiteX140" fmla="*/ 1364967 w 2915191"/>
                <a:gd name="connsiteY140" fmla="*/ 334431 h 433102"/>
                <a:gd name="connsiteX141" fmla="*/ 1374726 w 2915191"/>
                <a:gd name="connsiteY141" fmla="*/ 351005 h 433102"/>
                <a:gd name="connsiteX142" fmla="*/ 1384470 w 2915191"/>
                <a:gd name="connsiteY142" fmla="*/ 338100 h 433102"/>
                <a:gd name="connsiteX143" fmla="*/ 1394214 w 2915191"/>
                <a:gd name="connsiteY143" fmla="*/ 360901 h 433102"/>
                <a:gd name="connsiteX144" fmla="*/ 1403973 w 2915191"/>
                <a:gd name="connsiteY144" fmla="*/ 358340 h 433102"/>
                <a:gd name="connsiteX145" fmla="*/ 1413717 w 2915191"/>
                <a:gd name="connsiteY145" fmla="*/ 348952 h 433102"/>
                <a:gd name="connsiteX146" fmla="*/ 1423476 w 2915191"/>
                <a:gd name="connsiteY146" fmla="*/ 365716 h 433102"/>
                <a:gd name="connsiteX147" fmla="*/ 1433220 w 2915191"/>
                <a:gd name="connsiteY147" fmla="*/ 355278 h 433102"/>
                <a:gd name="connsiteX148" fmla="*/ 1442964 w 2915191"/>
                <a:gd name="connsiteY148" fmla="*/ 343351 h 433102"/>
                <a:gd name="connsiteX149" fmla="*/ 1452722 w 2915191"/>
                <a:gd name="connsiteY149" fmla="*/ 354566 h 433102"/>
                <a:gd name="connsiteX150" fmla="*/ 1462466 w 2915191"/>
                <a:gd name="connsiteY150" fmla="*/ 332405 h 433102"/>
                <a:gd name="connsiteX151" fmla="*/ 1472225 w 2915191"/>
                <a:gd name="connsiteY151" fmla="*/ 329524 h 433102"/>
                <a:gd name="connsiteX152" fmla="*/ 1481969 w 2915191"/>
                <a:gd name="connsiteY152" fmla="*/ 308103 h 433102"/>
                <a:gd name="connsiteX153" fmla="*/ 1491713 w 2915191"/>
                <a:gd name="connsiteY153" fmla="*/ 287346 h 433102"/>
                <a:gd name="connsiteX154" fmla="*/ 1501472 w 2915191"/>
                <a:gd name="connsiteY154" fmla="*/ 287361 h 433102"/>
                <a:gd name="connsiteX155" fmla="*/ 1511216 w 2915191"/>
                <a:gd name="connsiteY155" fmla="*/ 309648 h 433102"/>
                <a:gd name="connsiteX156" fmla="*/ 1520960 w 2915191"/>
                <a:gd name="connsiteY156" fmla="*/ 304094 h 433102"/>
                <a:gd name="connsiteX157" fmla="*/ 1530719 w 2915191"/>
                <a:gd name="connsiteY157" fmla="*/ 345387 h 433102"/>
                <a:gd name="connsiteX158" fmla="*/ 1540463 w 2915191"/>
                <a:gd name="connsiteY158" fmla="*/ 336637 h 433102"/>
                <a:gd name="connsiteX159" fmla="*/ 1550221 w 2915191"/>
                <a:gd name="connsiteY159" fmla="*/ 329719 h 433102"/>
                <a:gd name="connsiteX160" fmla="*/ 1559965 w 2915191"/>
                <a:gd name="connsiteY160" fmla="*/ 344160 h 433102"/>
                <a:gd name="connsiteX161" fmla="*/ 1569709 w 2915191"/>
                <a:gd name="connsiteY161" fmla="*/ 291433 h 433102"/>
                <a:gd name="connsiteX162" fmla="*/ 1579468 w 2915191"/>
                <a:gd name="connsiteY162" fmla="*/ 264050 h 433102"/>
                <a:gd name="connsiteX163" fmla="*/ 1589212 w 2915191"/>
                <a:gd name="connsiteY163" fmla="*/ 294225 h 433102"/>
                <a:gd name="connsiteX164" fmla="*/ 1598971 w 2915191"/>
                <a:gd name="connsiteY164" fmla="*/ 299787 h 433102"/>
                <a:gd name="connsiteX165" fmla="*/ 1608715 w 2915191"/>
                <a:gd name="connsiteY165" fmla="*/ 283169 h 433102"/>
                <a:gd name="connsiteX166" fmla="*/ 1618459 w 2915191"/>
                <a:gd name="connsiteY166" fmla="*/ 282579 h 433102"/>
                <a:gd name="connsiteX167" fmla="*/ 1628218 w 2915191"/>
                <a:gd name="connsiteY167" fmla="*/ 289964 h 433102"/>
                <a:gd name="connsiteX168" fmla="*/ 1637962 w 2915191"/>
                <a:gd name="connsiteY168" fmla="*/ 257852 h 433102"/>
                <a:gd name="connsiteX169" fmla="*/ 1647720 w 2915191"/>
                <a:gd name="connsiteY169" fmla="*/ 274336 h 433102"/>
                <a:gd name="connsiteX170" fmla="*/ 1657464 w 2915191"/>
                <a:gd name="connsiteY170" fmla="*/ 280274 h 433102"/>
                <a:gd name="connsiteX171" fmla="*/ 1667208 w 2915191"/>
                <a:gd name="connsiteY171" fmla="*/ 294301 h 433102"/>
                <a:gd name="connsiteX172" fmla="*/ 1676967 w 2915191"/>
                <a:gd name="connsiteY172" fmla="*/ 263007 h 433102"/>
                <a:gd name="connsiteX173" fmla="*/ 1686711 w 2915191"/>
                <a:gd name="connsiteY173" fmla="*/ 241322 h 433102"/>
                <a:gd name="connsiteX174" fmla="*/ 1696470 w 2915191"/>
                <a:gd name="connsiteY174" fmla="*/ 180582 h 433102"/>
                <a:gd name="connsiteX175" fmla="*/ 1706214 w 2915191"/>
                <a:gd name="connsiteY175" fmla="*/ 134214 h 433102"/>
                <a:gd name="connsiteX176" fmla="*/ 1715958 w 2915191"/>
                <a:gd name="connsiteY176" fmla="*/ 121544 h 433102"/>
                <a:gd name="connsiteX177" fmla="*/ 1725716 w 2915191"/>
                <a:gd name="connsiteY177" fmla="*/ 94564 h 433102"/>
                <a:gd name="connsiteX178" fmla="*/ 1735460 w 2915191"/>
                <a:gd name="connsiteY178" fmla="*/ 100520 h 433102"/>
                <a:gd name="connsiteX179" fmla="*/ 1745219 w 2915191"/>
                <a:gd name="connsiteY179" fmla="*/ 117291 h 433102"/>
                <a:gd name="connsiteX180" fmla="*/ 1754963 w 2915191"/>
                <a:gd name="connsiteY180" fmla="*/ 88618 h 433102"/>
                <a:gd name="connsiteX181" fmla="*/ 1764707 w 2915191"/>
                <a:gd name="connsiteY181" fmla="*/ 130427 h 433102"/>
                <a:gd name="connsiteX182" fmla="*/ 1774466 w 2915191"/>
                <a:gd name="connsiteY182" fmla="*/ 105902 h 433102"/>
                <a:gd name="connsiteX183" fmla="*/ 1784210 w 2915191"/>
                <a:gd name="connsiteY183" fmla="*/ 81782 h 433102"/>
                <a:gd name="connsiteX184" fmla="*/ 1793969 w 2915191"/>
                <a:gd name="connsiteY184" fmla="*/ 54709 h 433102"/>
                <a:gd name="connsiteX185" fmla="*/ 1803713 w 2915191"/>
                <a:gd name="connsiteY185" fmla="*/ 29771 h 433102"/>
                <a:gd name="connsiteX186" fmla="*/ 1813457 w 2915191"/>
                <a:gd name="connsiteY186" fmla="*/ 0 h 433102"/>
                <a:gd name="connsiteX187" fmla="*/ 1823215 w 2915191"/>
                <a:gd name="connsiteY187" fmla="*/ 38091 h 433102"/>
                <a:gd name="connsiteX188" fmla="*/ 1832959 w 2915191"/>
                <a:gd name="connsiteY188" fmla="*/ 51157 h 433102"/>
                <a:gd name="connsiteX189" fmla="*/ 1842703 w 2915191"/>
                <a:gd name="connsiteY189" fmla="*/ 54904 h 433102"/>
                <a:gd name="connsiteX190" fmla="*/ 1852462 w 2915191"/>
                <a:gd name="connsiteY190" fmla="*/ 51160 h 433102"/>
                <a:gd name="connsiteX191" fmla="*/ 1862206 w 2915191"/>
                <a:gd name="connsiteY191" fmla="*/ 63155 h 433102"/>
                <a:gd name="connsiteX192" fmla="*/ 1871965 w 2915191"/>
                <a:gd name="connsiteY192" fmla="*/ 58318 h 433102"/>
                <a:gd name="connsiteX193" fmla="*/ 1881709 w 2915191"/>
                <a:gd name="connsiteY193" fmla="*/ 51182 h 433102"/>
                <a:gd name="connsiteX194" fmla="*/ 1891453 w 2915191"/>
                <a:gd name="connsiteY194" fmla="*/ 60508 h 433102"/>
                <a:gd name="connsiteX195" fmla="*/ 1901212 w 2915191"/>
                <a:gd name="connsiteY195" fmla="*/ 44420 h 433102"/>
                <a:gd name="connsiteX196" fmla="*/ 1910956 w 2915191"/>
                <a:gd name="connsiteY196" fmla="*/ 32729 h 433102"/>
                <a:gd name="connsiteX197" fmla="*/ 1920714 w 2915191"/>
                <a:gd name="connsiteY197" fmla="*/ 37925 h 433102"/>
                <a:gd name="connsiteX198" fmla="*/ 1930458 w 2915191"/>
                <a:gd name="connsiteY198" fmla="*/ 43363 h 433102"/>
                <a:gd name="connsiteX199" fmla="*/ 1940202 w 2915191"/>
                <a:gd name="connsiteY199" fmla="*/ 27152 h 433102"/>
                <a:gd name="connsiteX200" fmla="*/ 1949961 w 2915191"/>
                <a:gd name="connsiteY200" fmla="*/ 7703 h 433102"/>
                <a:gd name="connsiteX201" fmla="*/ 1959705 w 2915191"/>
                <a:gd name="connsiteY201" fmla="*/ 14287 h 433102"/>
                <a:gd name="connsiteX202" fmla="*/ 1969464 w 2915191"/>
                <a:gd name="connsiteY202" fmla="*/ 25896 h 433102"/>
                <a:gd name="connsiteX203" fmla="*/ 1979208 w 2915191"/>
                <a:gd name="connsiteY203" fmla="*/ 33134 h 433102"/>
                <a:gd name="connsiteX204" fmla="*/ 1988952 w 2915191"/>
                <a:gd name="connsiteY204" fmla="*/ 31414 h 433102"/>
                <a:gd name="connsiteX205" fmla="*/ 1998711 w 2915191"/>
                <a:gd name="connsiteY205" fmla="*/ 39773 h 433102"/>
                <a:gd name="connsiteX206" fmla="*/ 2008454 w 2915191"/>
                <a:gd name="connsiteY206" fmla="*/ 33216 h 433102"/>
                <a:gd name="connsiteX207" fmla="*/ 2018213 w 2915191"/>
                <a:gd name="connsiteY207" fmla="*/ 43396 h 433102"/>
                <a:gd name="connsiteX208" fmla="*/ 2027957 w 2915191"/>
                <a:gd name="connsiteY208" fmla="*/ 39609 h 433102"/>
                <a:gd name="connsiteX209" fmla="*/ 2037701 w 2915191"/>
                <a:gd name="connsiteY209" fmla="*/ 57242 h 433102"/>
                <a:gd name="connsiteX210" fmla="*/ 2047460 w 2915191"/>
                <a:gd name="connsiteY210" fmla="*/ 51959 h 433102"/>
                <a:gd name="connsiteX211" fmla="*/ 2057204 w 2915191"/>
                <a:gd name="connsiteY211" fmla="*/ 46740 h 433102"/>
                <a:gd name="connsiteX212" fmla="*/ 2066963 w 2915191"/>
                <a:gd name="connsiteY212" fmla="*/ 56461 h 433102"/>
                <a:gd name="connsiteX213" fmla="*/ 2076707 w 2915191"/>
                <a:gd name="connsiteY213" fmla="*/ 97499 h 433102"/>
                <a:gd name="connsiteX214" fmla="*/ 2086451 w 2915191"/>
                <a:gd name="connsiteY214" fmla="*/ 126488 h 433102"/>
                <a:gd name="connsiteX215" fmla="*/ 2096210 w 2915191"/>
                <a:gd name="connsiteY215" fmla="*/ 113645 h 433102"/>
                <a:gd name="connsiteX216" fmla="*/ 2105954 w 2915191"/>
                <a:gd name="connsiteY216" fmla="*/ 77624 h 433102"/>
                <a:gd name="connsiteX217" fmla="*/ 2115697 w 2915191"/>
                <a:gd name="connsiteY217" fmla="*/ 44104 h 433102"/>
                <a:gd name="connsiteX218" fmla="*/ 2125456 w 2915191"/>
                <a:gd name="connsiteY218" fmla="*/ 27779 h 433102"/>
                <a:gd name="connsiteX219" fmla="*/ 2135200 w 2915191"/>
                <a:gd name="connsiteY219" fmla="*/ 16751 h 433102"/>
                <a:gd name="connsiteX220" fmla="*/ 2144959 w 2915191"/>
                <a:gd name="connsiteY220" fmla="*/ 47350 h 433102"/>
                <a:gd name="connsiteX221" fmla="*/ 2154703 w 2915191"/>
                <a:gd name="connsiteY221" fmla="*/ 69913 h 433102"/>
                <a:gd name="connsiteX222" fmla="*/ 2164447 w 2915191"/>
                <a:gd name="connsiteY222" fmla="*/ 76408 h 433102"/>
                <a:gd name="connsiteX223" fmla="*/ 2174206 w 2915191"/>
                <a:gd name="connsiteY223" fmla="*/ 78711 h 433102"/>
                <a:gd name="connsiteX224" fmla="*/ 2183950 w 2915191"/>
                <a:gd name="connsiteY224" fmla="*/ 110406 h 433102"/>
                <a:gd name="connsiteX225" fmla="*/ 2193709 w 2915191"/>
                <a:gd name="connsiteY225" fmla="*/ 81812 h 433102"/>
                <a:gd name="connsiteX226" fmla="*/ 2203452 w 2915191"/>
                <a:gd name="connsiteY226" fmla="*/ 85694 h 433102"/>
                <a:gd name="connsiteX227" fmla="*/ 2213196 w 2915191"/>
                <a:gd name="connsiteY227" fmla="*/ 93151 h 433102"/>
                <a:gd name="connsiteX228" fmla="*/ 2222955 w 2915191"/>
                <a:gd name="connsiteY228" fmla="*/ 99461 h 433102"/>
                <a:gd name="connsiteX229" fmla="*/ 2232699 w 2915191"/>
                <a:gd name="connsiteY229" fmla="*/ 76329 h 433102"/>
                <a:gd name="connsiteX230" fmla="*/ 2242458 w 2915191"/>
                <a:gd name="connsiteY230" fmla="*/ 62845 h 433102"/>
                <a:gd name="connsiteX231" fmla="*/ 2252202 w 2915191"/>
                <a:gd name="connsiteY231" fmla="*/ 97050 h 433102"/>
                <a:gd name="connsiteX232" fmla="*/ 2261946 w 2915191"/>
                <a:gd name="connsiteY232" fmla="*/ 101669 h 433102"/>
                <a:gd name="connsiteX233" fmla="*/ 2271705 w 2915191"/>
                <a:gd name="connsiteY233" fmla="*/ 117724 h 433102"/>
                <a:gd name="connsiteX234" fmla="*/ 2281449 w 2915191"/>
                <a:gd name="connsiteY234" fmla="*/ 107054 h 433102"/>
                <a:gd name="connsiteX235" fmla="*/ 2291208 w 2915191"/>
                <a:gd name="connsiteY235" fmla="*/ 109652 h 433102"/>
                <a:gd name="connsiteX236" fmla="*/ 2300951 w 2915191"/>
                <a:gd name="connsiteY236" fmla="*/ 155396 h 433102"/>
                <a:gd name="connsiteX237" fmla="*/ 2310695 w 2915191"/>
                <a:gd name="connsiteY237" fmla="*/ 162588 h 433102"/>
                <a:gd name="connsiteX238" fmla="*/ 2320454 w 2915191"/>
                <a:gd name="connsiteY238" fmla="*/ 159805 h 433102"/>
                <a:gd name="connsiteX239" fmla="*/ 2330198 w 2915191"/>
                <a:gd name="connsiteY239" fmla="*/ 162850 h 433102"/>
                <a:gd name="connsiteX240" fmla="*/ 2339957 w 2915191"/>
                <a:gd name="connsiteY240" fmla="*/ 135569 h 433102"/>
                <a:gd name="connsiteX241" fmla="*/ 2349701 w 2915191"/>
                <a:gd name="connsiteY241" fmla="*/ 119164 h 433102"/>
                <a:gd name="connsiteX242" fmla="*/ 2359445 w 2915191"/>
                <a:gd name="connsiteY242" fmla="*/ 102760 h 433102"/>
                <a:gd name="connsiteX243" fmla="*/ 2369204 w 2915191"/>
                <a:gd name="connsiteY243" fmla="*/ 125458 h 433102"/>
                <a:gd name="connsiteX244" fmla="*/ 2378948 w 2915191"/>
                <a:gd name="connsiteY244" fmla="*/ 123097 h 433102"/>
                <a:gd name="connsiteX245" fmla="*/ 2388692 w 2915191"/>
                <a:gd name="connsiteY245" fmla="*/ 118968 h 433102"/>
                <a:gd name="connsiteX246" fmla="*/ 2398450 w 2915191"/>
                <a:gd name="connsiteY246" fmla="*/ 92506 h 433102"/>
                <a:gd name="connsiteX247" fmla="*/ 2408194 w 2915191"/>
                <a:gd name="connsiteY247" fmla="*/ 117313 h 433102"/>
                <a:gd name="connsiteX248" fmla="*/ 2417953 w 2915191"/>
                <a:gd name="connsiteY248" fmla="*/ 116161 h 433102"/>
                <a:gd name="connsiteX249" fmla="*/ 2427697 w 2915191"/>
                <a:gd name="connsiteY249" fmla="*/ 126492 h 433102"/>
                <a:gd name="connsiteX250" fmla="*/ 2437441 w 2915191"/>
                <a:gd name="connsiteY250" fmla="*/ 131273 h 433102"/>
                <a:gd name="connsiteX251" fmla="*/ 2447200 w 2915191"/>
                <a:gd name="connsiteY251" fmla="*/ 120650 h 433102"/>
                <a:gd name="connsiteX252" fmla="*/ 2456944 w 2915191"/>
                <a:gd name="connsiteY252" fmla="*/ 79708 h 433102"/>
                <a:gd name="connsiteX253" fmla="*/ 2466703 w 2915191"/>
                <a:gd name="connsiteY253" fmla="*/ 100114 h 433102"/>
                <a:gd name="connsiteX254" fmla="*/ 2476446 w 2915191"/>
                <a:gd name="connsiteY254" fmla="*/ 117163 h 433102"/>
                <a:gd name="connsiteX255" fmla="*/ 2486190 w 2915191"/>
                <a:gd name="connsiteY255" fmla="*/ 107670 h 433102"/>
                <a:gd name="connsiteX256" fmla="*/ 2495949 w 2915191"/>
                <a:gd name="connsiteY256" fmla="*/ 198140 h 433102"/>
                <a:gd name="connsiteX257" fmla="*/ 2505693 w 2915191"/>
                <a:gd name="connsiteY257" fmla="*/ 171842 h 433102"/>
                <a:gd name="connsiteX258" fmla="*/ 2515452 w 2915191"/>
                <a:gd name="connsiteY258" fmla="*/ 189277 h 433102"/>
                <a:gd name="connsiteX259" fmla="*/ 2525196 w 2915191"/>
                <a:gd name="connsiteY259" fmla="*/ 204083 h 433102"/>
                <a:gd name="connsiteX260" fmla="*/ 2534940 w 2915191"/>
                <a:gd name="connsiteY260" fmla="*/ 194012 h 433102"/>
                <a:gd name="connsiteX261" fmla="*/ 2544699 w 2915191"/>
                <a:gd name="connsiteY261" fmla="*/ 200819 h 433102"/>
                <a:gd name="connsiteX262" fmla="*/ 2554443 w 2915191"/>
                <a:gd name="connsiteY262" fmla="*/ 175292 h 433102"/>
                <a:gd name="connsiteX263" fmla="*/ 2564202 w 2915191"/>
                <a:gd name="connsiteY263" fmla="*/ 199377 h 433102"/>
                <a:gd name="connsiteX264" fmla="*/ 2573946 w 2915191"/>
                <a:gd name="connsiteY264" fmla="*/ 194534 h 433102"/>
                <a:gd name="connsiteX265" fmla="*/ 2583690 w 2915191"/>
                <a:gd name="connsiteY265" fmla="*/ 162070 h 433102"/>
                <a:gd name="connsiteX266" fmla="*/ 2593448 w 2915191"/>
                <a:gd name="connsiteY266" fmla="*/ 169354 h 433102"/>
                <a:gd name="connsiteX267" fmla="*/ 2603192 w 2915191"/>
                <a:gd name="connsiteY267" fmla="*/ 162703 h 433102"/>
                <a:gd name="connsiteX268" fmla="*/ 2612951 w 2915191"/>
                <a:gd name="connsiteY268" fmla="*/ 164377 h 433102"/>
                <a:gd name="connsiteX269" fmla="*/ 2622695 w 2915191"/>
                <a:gd name="connsiteY269" fmla="*/ 188634 h 433102"/>
                <a:gd name="connsiteX270" fmla="*/ 2632439 w 2915191"/>
                <a:gd name="connsiteY270" fmla="*/ 198372 h 433102"/>
                <a:gd name="connsiteX271" fmla="*/ 2642198 w 2915191"/>
                <a:gd name="connsiteY271" fmla="*/ 208028 h 433102"/>
                <a:gd name="connsiteX272" fmla="*/ 2651942 w 2915191"/>
                <a:gd name="connsiteY272" fmla="*/ 232064 h 433102"/>
                <a:gd name="connsiteX273" fmla="*/ 2661685 w 2915191"/>
                <a:gd name="connsiteY273" fmla="*/ 249251 h 433102"/>
                <a:gd name="connsiteX274" fmla="*/ 2671444 w 2915191"/>
                <a:gd name="connsiteY274" fmla="*/ 227700 h 433102"/>
                <a:gd name="connsiteX275" fmla="*/ 2681188 w 2915191"/>
                <a:gd name="connsiteY275" fmla="*/ 199037 h 433102"/>
                <a:gd name="connsiteX276" fmla="*/ 2690947 w 2915191"/>
                <a:gd name="connsiteY276" fmla="*/ 217780 h 433102"/>
                <a:gd name="connsiteX277" fmla="*/ 2700691 w 2915191"/>
                <a:gd name="connsiteY277" fmla="*/ 235931 h 433102"/>
                <a:gd name="connsiteX278" fmla="*/ 2710435 w 2915191"/>
                <a:gd name="connsiteY278" fmla="*/ 254357 h 433102"/>
                <a:gd name="connsiteX279" fmla="*/ 2720194 w 2915191"/>
                <a:gd name="connsiteY279" fmla="*/ 252979 h 433102"/>
                <a:gd name="connsiteX280" fmla="*/ 2729938 w 2915191"/>
                <a:gd name="connsiteY280" fmla="*/ 234283 h 433102"/>
                <a:gd name="connsiteX281" fmla="*/ 2739697 w 2915191"/>
                <a:gd name="connsiteY281" fmla="*/ 260755 h 433102"/>
                <a:gd name="connsiteX282" fmla="*/ 2749441 w 2915191"/>
                <a:gd name="connsiteY282" fmla="*/ 229464 h 433102"/>
                <a:gd name="connsiteX283" fmla="*/ 2759185 w 2915191"/>
                <a:gd name="connsiteY283" fmla="*/ 237801 h 433102"/>
                <a:gd name="connsiteX284" fmla="*/ 2768943 w 2915191"/>
                <a:gd name="connsiteY284" fmla="*/ 234416 h 433102"/>
                <a:gd name="connsiteX285" fmla="*/ 2778687 w 2915191"/>
                <a:gd name="connsiteY285" fmla="*/ 236648 h 433102"/>
                <a:gd name="connsiteX286" fmla="*/ 2788446 w 2915191"/>
                <a:gd name="connsiteY286" fmla="*/ 234593 h 433102"/>
                <a:gd name="connsiteX287" fmla="*/ 2798190 w 2915191"/>
                <a:gd name="connsiteY287" fmla="*/ 264910 h 433102"/>
                <a:gd name="connsiteX288" fmla="*/ 2807934 w 2915191"/>
                <a:gd name="connsiteY288" fmla="*/ 292516 h 433102"/>
                <a:gd name="connsiteX289" fmla="*/ 2817693 w 2915191"/>
                <a:gd name="connsiteY289" fmla="*/ 277610 h 433102"/>
                <a:gd name="connsiteX290" fmla="*/ 2827437 w 2915191"/>
                <a:gd name="connsiteY290" fmla="*/ 301613 h 433102"/>
                <a:gd name="connsiteX291" fmla="*/ 2837196 w 2915191"/>
                <a:gd name="connsiteY291" fmla="*/ 306281 h 433102"/>
                <a:gd name="connsiteX292" fmla="*/ 2846940 w 2915191"/>
                <a:gd name="connsiteY292" fmla="*/ 292363 h 433102"/>
                <a:gd name="connsiteX293" fmla="*/ 2856684 w 2915191"/>
                <a:gd name="connsiteY293" fmla="*/ 300460 h 433102"/>
                <a:gd name="connsiteX294" fmla="*/ 2866442 w 2915191"/>
                <a:gd name="connsiteY294" fmla="*/ 291767 h 433102"/>
                <a:gd name="connsiteX295" fmla="*/ 2876186 w 2915191"/>
                <a:gd name="connsiteY295" fmla="*/ 327477 h 433102"/>
                <a:gd name="connsiteX296" fmla="*/ 2885945 w 2915191"/>
                <a:gd name="connsiteY296" fmla="*/ 337000 h 433102"/>
                <a:gd name="connsiteX297" fmla="*/ 2895689 w 2915191"/>
                <a:gd name="connsiteY297" fmla="*/ 319887 h 433102"/>
                <a:gd name="connsiteX298" fmla="*/ 2905433 w 2915191"/>
                <a:gd name="connsiteY298" fmla="*/ 265746 h 433102"/>
                <a:gd name="connsiteX299" fmla="*/ 2915192 w 2915191"/>
                <a:gd name="connsiteY299" fmla="*/ 247591 h 43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33102">
                  <a:moveTo>
                    <a:pt x="0" y="427039"/>
                  </a:moveTo>
                  <a:lnTo>
                    <a:pt x="9750" y="433103"/>
                  </a:lnTo>
                  <a:lnTo>
                    <a:pt x="19500" y="424538"/>
                  </a:lnTo>
                  <a:lnTo>
                    <a:pt x="29250" y="401000"/>
                  </a:lnTo>
                  <a:lnTo>
                    <a:pt x="39000" y="364723"/>
                  </a:lnTo>
                  <a:lnTo>
                    <a:pt x="48749" y="364793"/>
                  </a:lnTo>
                  <a:lnTo>
                    <a:pt x="58499" y="332872"/>
                  </a:lnTo>
                  <a:lnTo>
                    <a:pt x="68249" y="277710"/>
                  </a:lnTo>
                  <a:lnTo>
                    <a:pt x="77998" y="255142"/>
                  </a:lnTo>
                  <a:lnTo>
                    <a:pt x="87748" y="236646"/>
                  </a:lnTo>
                  <a:lnTo>
                    <a:pt x="97497" y="195999"/>
                  </a:lnTo>
                  <a:lnTo>
                    <a:pt x="107247" y="179509"/>
                  </a:lnTo>
                  <a:lnTo>
                    <a:pt x="116997" y="195531"/>
                  </a:lnTo>
                  <a:lnTo>
                    <a:pt x="126747" y="230970"/>
                  </a:lnTo>
                  <a:lnTo>
                    <a:pt x="136497" y="241778"/>
                  </a:lnTo>
                  <a:lnTo>
                    <a:pt x="146247" y="220690"/>
                  </a:lnTo>
                  <a:lnTo>
                    <a:pt x="155997" y="220000"/>
                  </a:lnTo>
                  <a:lnTo>
                    <a:pt x="165747" y="192574"/>
                  </a:lnTo>
                  <a:lnTo>
                    <a:pt x="175497" y="227400"/>
                  </a:lnTo>
                  <a:lnTo>
                    <a:pt x="185247" y="254707"/>
                  </a:lnTo>
                  <a:lnTo>
                    <a:pt x="194996" y="244005"/>
                  </a:lnTo>
                  <a:lnTo>
                    <a:pt x="204746" y="234775"/>
                  </a:lnTo>
                  <a:lnTo>
                    <a:pt x="214495" y="181850"/>
                  </a:lnTo>
                  <a:lnTo>
                    <a:pt x="224245" y="183999"/>
                  </a:lnTo>
                  <a:lnTo>
                    <a:pt x="233995" y="184794"/>
                  </a:lnTo>
                  <a:lnTo>
                    <a:pt x="243744" y="206212"/>
                  </a:lnTo>
                  <a:lnTo>
                    <a:pt x="253494" y="208456"/>
                  </a:lnTo>
                  <a:lnTo>
                    <a:pt x="263244" y="216162"/>
                  </a:lnTo>
                  <a:lnTo>
                    <a:pt x="272994" y="216193"/>
                  </a:lnTo>
                  <a:lnTo>
                    <a:pt x="282744" y="209161"/>
                  </a:lnTo>
                  <a:lnTo>
                    <a:pt x="292494" y="196458"/>
                  </a:lnTo>
                  <a:lnTo>
                    <a:pt x="302244" y="196698"/>
                  </a:lnTo>
                  <a:lnTo>
                    <a:pt x="311994" y="204058"/>
                  </a:lnTo>
                  <a:lnTo>
                    <a:pt x="321744" y="216256"/>
                  </a:lnTo>
                  <a:lnTo>
                    <a:pt x="331493" y="210441"/>
                  </a:lnTo>
                  <a:lnTo>
                    <a:pt x="341243" y="189150"/>
                  </a:lnTo>
                  <a:lnTo>
                    <a:pt x="350993" y="195649"/>
                  </a:lnTo>
                  <a:lnTo>
                    <a:pt x="360742" y="205320"/>
                  </a:lnTo>
                  <a:lnTo>
                    <a:pt x="370492" y="235365"/>
                  </a:lnTo>
                  <a:lnTo>
                    <a:pt x="380241" y="238762"/>
                  </a:lnTo>
                  <a:lnTo>
                    <a:pt x="389991" y="217766"/>
                  </a:lnTo>
                  <a:lnTo>
                    <a:pt x="399741" y="224099"/>
                  </a:lnTo>
                  <a:lnTo>
                    <a:pt x="409491" y="252164"/>
                  </a:lnTo>
                  <a:lnTo>
                    <a:pt x="419241" y="244027"/>
                  </a:lnTo>
                  <a:lnTo>
                    <a:pt x="428991" y="234580"/>
                  </a:lnTo>
                  <a:lnTo>
                    <a:pt x="438741" y="229777"/>
                  </a:lnTo>
                  <a:lnTo>
                    <a:pt x="448491" y="208924"/>
                  </a:lnTo>
                  <a:lnTo>
                    <a:pt x="458241" y="227035"/>
                  </a:lnTo>
                  <a:lnTo>
                    <a:pt x="467991" y="212439"/>
                  </a:lnTo>
                  <a:lnTo>
                    <a:pt x="477740" y="204101"/>
                  </a:lnTo>
                  <a:lnTo>
                    <a:pt x="487490" y="214687"/>
                  </a:lnTo>
                  <a:lnTo>
                    <a:pt x="497239" y="246398"/>
                  </a:lnTo>
                  <a:lnTo>
                    <a:pt x="506989" y="288397"/>
                  </a:lnTo>
                  <a:lnTo>
                    <a:pt x="516738" y="300313"/>
                  </a:lnTo>
                  <a:lnTo>
                    <a:pt x="526488" y="315417"/>
                  </a:lnTo>
                  <a:lnTo>
                    <a:pt x="536238" y="305314"/>
                  </a:lnTo>
                  <a:lnTo>
                    <a:pt x="545988" y="325479"/>
                  </a:lnTo>
                  <a:lnTo>
                    <a:pt x="555738" y="341549"/>
                  </a:lnTo>
                  <a:lnTo>
                    <a:pt x="565488" y="325443"/>
                  </a:lnTo>
                  <a:lnTo>
                    <a:pt x="575238" y="356422"/>
                  </a:lnTo>
                  <a:lnTo>
                    <a:pt x="584988" y="385174"/>
                  </a:lnTo>
                  <a:lnTo>
                    <a:pt x="594738" y="378869"/>
                  </a:lnTo>
                  <a:lnTo>
                    <a:pt x="604488" y="384203"/>
                  </a:lnTo>
                  <a:lnTo>
                    <a:pt x="614237" y="351343"/>
                  </a:lnTo>
                  <a:lnTo>
                    <a:pt x="623987" y="366040"/>
                  </a:lnTo>
                  <a:lnTo>
                    <a:pt x="633736" y="372954"/>
                  </a:lnTo>
                  <a:lnTo>
                    <a:pt x="643486" y="381804"/>
                  </a:lnTo>
                  <a:lnTo>
                    <a:pt x="653236" y="399345"/>
                  </a:lnTo>
                  <a:lnTo>
                    <a:pt x="662985" y="400014"/>
                  </a:lnTo>
                  <a:lnTo>
                    <a:pt x="672735" y="381457"/>
                  </a:lnTo>
                  <a:lnTo>
                    <a:pt x="682485" y="396900"/>
                  </a:lnTo>
                  <a:lnTo>
                    <a:pt x="692235" y="429033"/>
                  </a:lnTo>
                  <a:lnTo>
                    <a:pt x="701985" y="403220"/>
                  </a:lnTo>
                  <a:lnTo>
                    <a:pt x="711735" y="384993"/>
                  </a:lnTo>
                  <a:lnTo>
                    <a:pt x="721485" y="389717"/>
                  </a:lnTo>
                  <a:lnTo>
                    <a:pt x="731235" y="374758"/>
                  </a:lnTo>
                  <a:lnTo>
                    <a:pt x="740985" y="368678"/>
                  </a:lnTo>
                  <a:lnTo>
                    <a:pt x="750734" y="382059"/>
                  </a:lnTo>
                  <a:lnTo>
                    <a:pt x="760484" y="380483"/>
                  </a:lnTo>
                  <a:lnTo>
                    <a:pt x="770233" y="357427"/>
                  </a:lnTo>
                  <a:lnTo>
                    <a:pt x="779983" y="349362"/>
                  </a:lnTo>
                  <a:lnTo>
                    <a:pt x="789733" y="345659"/>
                  </a:lnTo>
                  <a:lnTo>
                    <a:pt x="799482" y="319456"/>
                  </a:lnTo>
                  <a:lnTo>
                    <a:pt x="809232" y="303039"/>
                  </a:lnTo>
                  <a:lnTo>
                    <a:pt x="818982" y="277419"/>
                  </a:lnTo>
                  <a:lnTo>
                    <a:pt x="828732" y="284444"/>
                  </a:lnTo>
                  <a:lnTo>
                    <a:pt x="838482" y="266033"/>
                  </a:lnTo>
                  <a:lnTo>
                    <a:pt x="848232" y="289229"/>
                  </a:lnTo>
                  <a:lnTo>
                    <a:pt x="857982" y="268048"/>
                  </a:lnTo>
                  <a:lnTo>
                    <a:pt x="867732" y="278112"/>
                  </a:lnTo>
                  <a:lnTo>
                    <a:pt x="877482" y="319336"/>
                  </a:lnTo>
                  <a:lnTo>
                    <a:pt x="887231" y="326519"/>
                  </a:lnTo>
                  <a:lnTo>
                    <a:pt x="896981" y="324208"/>
                  </a:lnTo>
                  <a:lnTo>
                    <a:pt x="906730" y="344096"/>
                  </a:lnTo>
                  <a:lnTo>
                    <a:pt x="916480" y="317414"/>
                  </a:lnTo>
                  <a:lnTo>
                    <a:pt x="926230" y="300888"/>
                  </a:lnTo>
                  <a:lnTo>
                    <a:pt x="935979" y="279526"/>
                  </a:lnTo>
                  <a:lnTo>
                    <a:pt x="945729" y="277507"/>
                  </a:lnTo>
                  <a:lnTo>
                    <a:pt x="955479" y="256477"/>
                  </a:lnTo>
                  <a:lnTo>
                    <a:pt x="965229" y="284991"/>
                  </a:lnTo>
                  <a:lnTo>
                    <a:pt x="974979" y="243344"/>
                  </a:lnTo>
                  <a:lnTo>
                    <a:pt x="984729" y="255601"/>
                  </a:lnTo>
                  <a:lnTo>
                    <a:pt x="994474" y="239522"/>
                  </a:lnTo>
                  <a:lnTo>
                    <a:pt x="1004233" y="227132"/>
                  </a:lnTo>
                  <a:lnTo>
                    <a:pt x="1013977" y="213118"/>
                  </a:lnTo>
                  <a:lnTo>
                    <a:pt x="1023721" y="179805"/>
                  </a:lnTo>
                  <a:lnTo>
                    <a:pt x="1033480" y="232612"/>
                  </a:lnTo>
                  <a:lnTo>
                    <a:pt x="1043224" y="231345"/>
                  </a:lnTo>
                  <a:lnTo>
                    <a:pt x="1052983" y="192548"/>
                  </a:lnTo>
                  <a:lnTo>
                    <a:pt x="1062727" y="218149"/>
                  </a:lnTo>
                  <a:lnTo>
                    <a:pt x="1072471" y="212599"/>
                  </a:lnTo>
                  <a:lnTo>
                    <a:pt x="1082230" y="204813"/>
                  </a:lnTo>
                  <a:lnTo>
                    <a:pt x="1091973" y="201665"/>
                  </a:lnTo>
                  <a:lnTo>
                    <a:pt x="1101732" y="192191"/>
                  </a:lnTo>
                  <a:lnTo>
                    <a:pt x="1111476" y="219276"/>
                  </a:lnTo>
                  <a:lnTo>
                    <a:pt x="1121220" y="226409"/>
                  </a:lnTo>
                  <a:lnTo>
                    <a:pt x="1130979" y="211147"/>
                  </a:lnTo>
                  <a:lnTo>
                    <a:pt x="1140723" y="230253"/>
                  </a:lnTo>
                  <a:lnTo>
                    <a:pt x="1150482" y="240389"/>
                  </a:lnTo>
                  <a:lnTo>
                    <a:pt x="1160226" y="243305"/>
                  </a:lnTo>
                  <a:lnTo>
                    <a:pt x="1169969" y="228963"/>
                  </a:lnTo>
                  <a:lnTo>
                    <a:pt x="1179728" y="206759"/>
                  </a:lnTo>
                  <a:lnTo>
                    <a:pt x="1189472" y="212097"/>
                  </a:lnTo>
                  <a:lnTo>
                    <a:pt x="1199231" y="256599"/>
                  </a:lnTo>
                  <a:lnTo>
                    <a:pt x="1208975" y="267733"/>
                  </a:lnTo>
                  <a:lnTo>
                    <a:pt x="1218719" y="293868"/>
                  </a:lnTo>
                  <a:lnTo>
                    <a:pt x="1228478" y="294930"/>
                  </a:lnTo>
                  <a:lnTo>
                    <a:pt x="1238222" y="276103"/>
                  </a:lnTo>
                  <a:lnTo>
                    <a:pt x="1247966" y="311979"/>
                  </a:lnTo>
                  <a:lnTo>
                    <a:pt x="1257725" y="290040"/>
                  </a:lnTo>
                  <a:lnTo>
                    <a:pt x="1267469" y="304799"/>
                  </a:lnTo>
                  <a:lnTo>
                    <a:pt x="1277227" y="296962"/>
                  </a:lnTo>
                  <a:lnTo>
                    <a:pt x="1286971" y="300889"/>
                  </a:lnTo>
                  <a:lnTo>
                    <a:pt x="1296715" y="285259"/>
                  </a:lnTo>
                  <a:lnTo>
                    <a:pt x="1306474" y="288163"/>
                  </a:lnTo>
                  <a:lnTo>
                    <a:pt x="1316218" y="258211"/>
                  </a:lnTo>
                  <a:lnTo>
                    <a:pt x="1325977" y="277812"/>
                  </a:lnTo>
                  <a:lnTo>
                    <a:pt x="1335721" y="290289"/>
                  </a:lnTo>
                  <a:lnTo>
                    <a:pt x="1345465" y="309263"/>
                  </a:lnTo>
                  <a:lnTo>
                    <a:pt x="1355224" y="313485"/>
                  </a:lnTo>
                  <a:lnTo>
                    <a:pt x="1364967" y="334431"/>
                  </a:lnTo>
                  <a:lnTo>
                    <a:pt x="1374726" y="351005"/>
                  </a:lnTo>
                  <a:lnTo>
                    <a:pt x="1384470" y="338100"/>
                  </a:lnTo>
                  <a:lnTo>
                    <a:pt x="1394214" y="360901"/>
                  </a:lnTo>
                  <a:lnTo>
                    <a:pt x="1403973" y="358340"/>
                  </a:lnTo>
                  <a:lnTo>
                    <a:pt x="1413717" y="348952"/>
                  </a:lnTo>
                  <a:lnTo>
                    <a:pt x="1423476" y="365716"/>
                  </a:lnTo>
                  <a:lnTo>
                    <a:pt x="1433220" y="355278"/>
                  </a:lnTo>
                  <a:lnTo>
                    <a:pt x="1442964" y="343351"/>
                  </a:lnTo>
                  <a:lnTo>
                    <a:pt x="1452722" y="354566"/>
                  </a:lnTo>
                  <a:lnTo>
                    <a:pt x="1462466" y="332405"/>
                  </a:lnTo>
                  <a:lnTo>
                    <a:pt x="1472225" y="329524"/>
                  </a:lnTo>
                  <a:lnTo>
                    <a:pt x="1481969" y="308103"/>
                  </a:lnTo>
                  <a:lnTo>
                    <a:pt x="1491713" y="287346"/>
                  </a:lnTo>
                  <a:lnTo>
                    <a:pt x="1501472" y="287361"/>
                  </a:lnTo>
                  <a:lnTo>
                    <a:pt x="1511216" y="309648"/>
                  </a:lnTo>
                  <a:lnTo>
                    <a:pt x="1520960" y="304094"/>
                  </a:lnTo>
                  <a:lnTo>
                    <a:pt x="1530719" y="345387"/>
                  </a:lnTo>
                  <a:lnTo>
                    <a:pt x="1540463" y="336637"/>
                  </a:lnTo>
                  <a:lnTo>
                    <a:pt x="1550221" y="329719"/>
                  </a:lnTo>
                  <a:lnTo>
                    <a:pt x="1559965" y="344160"/>
                  </a:lnTo>
                  <a:lnTo>
                    <a:pt x="1569709" y="291433"/>
                  </a:lnTo>
                  <a:lnTo>
                    <a:pt x="1579468" y="264050"/>
                  </a:lnTo>
                  <a:lnTo>
                    <a:pt x="1589212" y="294225"/>
                  </a:lnTo>
                  <a:lnTo>
                    <a:pt x="1598971" y="299787"/>
                  </a:lnTo>
                  <a:lnTo>
                    <a:pt x="1608715" y="283169"/>
                  </a:lnTo>
                  <a:lnTo>
                    <a:pt x="1618459" y="282579"/>
                  </a:lnTo>
                  <a:lnTo>
                    <a:pt x="1628218" y="289964"/>
                  </a:lnTo>
                  <a:lnTo>
                    <a:pt x="1637962" y="257852"/>
                  </a:lnTo>
                  <a:lnTo>
                    <a:pt x="1647720" y="274336"/>
                  </a:lnTo>
                  <a:lnTo>
                    <a:pt x="1657464" y="280274"/>
                  </a:lnTo>
                  <a:lnTo>
                    <a:pt x="1667208" y="294301"/>
                  </a:lnTo>
                  <a:lnTo>
                    <a:pt x="1676967" y="263007"/>
                  </a:lnTo>
                  <a:lnTo>
                    <a:pt x="1686711" y="241322"/>
                  </a:lnTo>
                  <a:lnTo>
                    <a:pt x="1696470" y="180582"/>
                  </a:lnTo>
                  <a:lnTo>
                    <a:pt x="1706214" y="134214"/>
                  </a:lnTo>
                  <a:lnTo>
                    <a:pt x="1715958" y="121544"/>
                  </a:lnTo>
                  <a:lnTo>
                    <a:pt x="1725716" y="94564"/>
                  </a:lnTo>
                  <a:lnTo>
                    <a:pt x="1735460" y="100520"/>
                  </a:lnTo>
                  <a:lnTo>
                    <a:pt x="1745219" y="117291"/>
                  </a:lnTo>
                  <a:lnTo>
                    <a:pt x="1754963" y="88618"/>
                  </a:lnTo>
                  <a:lnTo>
                    <a:pt x="1764707" y="130427"/>
                  </a:lnTo>
                  <a:lnTo>
                    <a:pt x="1774466" y="105902"/>
                  </a:lnTo>
                  <a:lnTo>
                    <a:pt x="1784210" y="81782"/>
                  </a:lnTo>
                  <a:lnTo>
                    <a:pt x="1793969" y="54709"/>
                  </a:lnTo>
                  <a:lnTo>
                    <a:pt x="1803713" y="29771"/>
                  </a:lnTo>
                  <a:lnTo>
                    <a:pt x="1813457" y="0"/>
                  </a:lnTo>
                  <a:lnTo>
                    <a:pt x="1823215" y="38091"/>
                  </a:lnTo>
                  <a:lnTo>
                    <a:pt x="1832959" y="51157"/>
                  </a:lnTo>
                  <a:lnTo>
                    <a:pt x="1842703" y="54904"/>
                  </a:lnTo>
                  <a:lnTo>
                    <a:pt x="1852462" y="51160"/>
                  </a:lnTo>
                  <a:lnTo>
                    <a:pt x="1862206" y="63155"/>
                  </a:lnTo>
                  <a:lnTo>
                    <a:pt x="1871965" y="58318"/>
                  </a:lnTo>
                  <a:lnTo>
                    <a:pt x="1881709" y="51182"/>
                  </a:lnTo>
                  <a:lnTo>
                    <a:pt x="1891453" y="60508"/>
                  </a:lnTo>
                  <a:lnTo>
                    <a:pt x="1901212" y="44420"/>
                  </a:lnTo>
                  <a:lnTo>
                    <a:pt x="1910956" y="32729"/>
                  </a:lnTo>
                  <a:lnTo>
                    <a:pt x="1920714" y="37925"/>
                  </a:lnTo>
                  <a:lnTo>
                    <a:pt x="1930458" y="43363"/>
                  </a:lnTo>
                  <a:lnTo>
                    <a:pt x="1940202" y="27152"/>
                  </a:lnTo>
                  <a:lnTo>
                    <a:pt x="1949961" y="7703"/>
                  </a:lnTo>
                  <a:lnTo>
                    <a:pt x="1959705" y="14287"/>
                  </a:lnTo>
                  <a:lnTo>
                    <a:pt x="1969464" y="25896"/>
                  </a:lnTo>
                  <a:lnTo>
                    <a:pt x="1979208" y="33134"/>
                  </a:lnTo>
                  <a:lnTo>
                    <a:pt x="1988952" y="31414"/>
                  </a:lnTo>
                  <a:lnTo>
                    <a:pt x="1998711" y="39773"/>
                  </a:lnTo>
                  <a:lnTo>
                    <a:pt x="2008454" y="33216"/>
                  </a:lnTo>
                  <a:lnTo>
                    <a:pt x="2018213" y="43396"/>
                  </a:lnTo>
                  <a:lnTo>
                    <a:pt x="2027957" y="39609"/>
                  </a:lnTo>
                  <a:lnTo>
                    <a:pt x="2037701" y="57242"/>
                  </a:lnTo>
                  <a:lnTo>
                    <a:pt x="2047460" y="51959"/>
                  </a:lnTo>
                  <a:lnTo>
                    <a:pt x="2057204" y="46740"/>
                  </a:lnTo>
                  <a:lnTo>
                    <a:pt x="2066963" y="56461"/>
                  </a:lnTo>
                  <a:lnTo>
                    <a:pt x="2076707" y="97499"/>
                  </a:lnTo>
                  <a:lnTo>
                    <a:pt x="2086451" y="126488"/>
                  </a:lnTo>
                  <a:lnTo>
                    <a:pt x="2096210" y="113645"/>
                  </a:lnTo>
                  <a:lnTo>
                    <a:pt x="2105954" y="77624"/>
                  </a:lnTo>
                  <a:lnTo>
                    <a:pt x="2115697" y="44104"/>
                  </a:lnTo>
                  <a:lnTo>
                    <a:pt x="2125456" y="27779"/>
                  </a:lnTo>
                  <a:lnTo>
                    <a:pt x="2135200" y="16751"/>
                  </a:lnTo>
                  <a:lnTo>
                    <a:pt x="2144959" y="47350"/>
                  </a:lnTo>
                  <a:lnTo>
                    <a:pt x="2154703" y="69913"/>
                  </a:lnTo>
                  <a:lnTo>
                    <a:pt x="2164447" y="76408"/>
                  </a:lnTo>
                  <a:lnTo>
                    <a:pt x="2174206" y="78711"/>
                  </a:lnTo>
                  <a:lnTo>
                    <a:pt x="2183950" y="110406"/>
                  </a:lnTo>
                  <a:lnTo>
                    <a:pt x="2193709" y="81812"/>
                  </a:lnTo>
                  <a:lnTo>
                    <a:pt x="2203452" y="85694"/>
                  </a:lnTo>
                  <a:lnTo>
                    <a:pt x="2213196" y="93151"/>
                  </a:lnTo>
                  <a:lnTo>
                    <a:pt x="2222955" y="99461"/>
                  </a:lnTo>
                  <a:lnTo>
                    <a:pt x="2232699" y="76329"/>
                  </a:lnTo>
                  <a:lnTo>
                    <a:pt x="2242458" y="62845"/>
                  </a:lnTo>
                  <a:lnTo>
                    <a:pt x="2252202" y="97050"/>
                  </a:lnTo>
                  <a:lnTo>
                    <a:pt x="2261946" y="101669"/>
                  </a:lnTo>
                  <a:lnTo>
                    <a:pt x="2271705" y="117724"/>
                  </a:lnTo>
                  <a:lnTo>
                    <a:pt x="2281449" y="107054"/>
                  </a:lnTo>
                  <a:lnTo>
                    <a:pt x="2291208" y="109652"/>
                  </a:lnTo>
                  <a:lnTo>
                    <a:pt x="2300951" y="155396"/>
                  </a:lnTo>
                  <a:lnTo>
                    <a:pt x="2310695" y="162588"/>
                  </a:lnTo>
                  <a:lnTo>
                    <a:pt x="2320454" y="159805"/>
                  </a:lnTo>
                  <a:lnTo>
                    <a:pt x="2330198" y="162850"/>
                  </a:lnTo>
                  <a:lnTo>
                    <a:pt x="2339957" y="135569"/>
                  </a:lnTo>
                  <a:lnTo>
                    <a:pt x="2349701" y="119164"/>
                  </a:lnTo>
                  <a:lnTo>
                    <a:pt x="2359445" y="102760"/>
                  </a:lnTo>
                  <a:lnTo>
                    <a:pt x="2369204" y="125458"/>
                  </a:lnTo>
                  <a:lnTo>
                    <a:pt x="2378948" y="123097"/>
                  </a:lnTo>
                  <a:lnTo>
                    <a:pt x="2388692" y="118968"/>
                  </a:lnTo>
                  <a:lnTo>
                    <a:pt x="2398450" y="92506"/>
                  </a:lnTo>
                  <a:lnTo>
                    <a:pt x="2408194" y="117313"/>
                  </a:lnTo>
                  <a:lnTo>
                    <a:pt x="2417953" y="116161"/>
                  </a:lnTo>
                  <a:lnTo>
                    <a:pt x="2427697" y="126492"/>
                  </a:lnTo>
                  <a:lnTo>
                    <a:pt x="2437441" y="131273"/>
                  </a:lnTo>
                  <a:lnTo>
                    <a:pt x="2447200" y="120650"/>
                  </a:lnTo>
                  <a:lnTo>
                    <a:pt x="2456944" y="79708"/>
                  </a:lnTo>
                  <a:lnTo>
                    <a:pt x="2466703" y="100114"/>
                  </a:lnTo>
                  <a:lnTo>
                    <a:pt x="2476446" y="117163"/>
                  </a:lnTo>
                  <a:lnTo>
                    <a:pt x="2486190" y="107670"/>
                  </a:lnTo>
                  <a:lnTo>
                    <a:pt x="2495949" y="198140"/>
                  </a:lnTo>
                  <a:lnTo>
                    <a:pt x="2505693" y="171842"/>
                  </a:lnTo>
                  <a:lnTo>
                    <a:pt x="2515452" y="189277"/>
                  </a:lnTo>
                  <a:lnTo>
                    <a:pt x="2525196" y="204083"/>
                  </a:lnTo>
                  <a:lnTo>
                    <a:pt x="2534940" y="194012"/>
                  </a:lnTo>
                  <a:lnTo>
                    <a:pt x="2544699" y="200819"/>
                  </a:lnTo>
                  <a:lnTo>
                    <a:pt x="2554443" y="175292"/>
                  </a:lnTo>
                  <a:lnTo>
                    <a:pt x="2564202" y="199377"/>
                  </a:lnTo>
                  <a:lnTo>
                    <a:pt x="2573946" y="194534"/>
                  </a:lnTo>
                  <a:lnTo>
                    <a:pt x="2583690" y="162070"/>
                  </a:lnTo>
                  <a:lnTo>
                    <a:pt x="2593448" y="169354"/>
                  </a:lnTo>
                  <a:lnTo>
                    <a:pt x="2603192" y="162703"/>
                  </a:lnTo>
                  <a:lnTo>
                    <a:pt x="2612951" y="164377"/>
                  </a:lnTo>
                  <a:lnTo>
                    <a:pt x="2622695" y="188634"/>
                  </a:lnTo>
                  <a:lnTo>
                    <a:pt x="2632439" y="198372"/>
                  </a:lnTo>
                  <a:lnTo>
                    <a:pt x="2642198" y="208028"/>
                  </a:lnTo>
                  <a:lnTo>
                    <a:pt x="2651942" y="232064"/>
                  </a:lnTo>
                  <a:lnTo>
                    <a:pt x="2661685" y="249251"/>
                  </a:lnTo>
                  <a:lnTo>
                    <a:pt x="2671444" y="227700"/>
                  </a:lnTo>
                  <a:lnTo>
                    <a:pt x="2681188" y="199037"/>
                  </a:lnTo>
                  <a:lnTo>
                    <a:pt x="2690947" y="217780"/>
                  </a:lnTo>
                  <a:lnTo>
                    <a:pt x="2700691" y="235931"/>
                  </a:lnTo>
                  <a:lnTo>
                    <a:pt x="2710435" y="254357"/>
                  </a:lnTo>
                  <a:lnTo>
                    <a:pt x="2720194" y="252979"/>
                  </a:lnTo>
                  <a:lnTo>
                    <a:pt x="2729938" y="234283"/>
                  </a:lnTo>
                  <a:lnTo>
                    <a:pt x="2739697" y="260755"/>
                  </a:lnTo>
                  <a:lnTo>
                    <a:pt x="2749441" y="229464"/>
                  </a:lnTo>
                  <a:lnTo>
                    <a:pt x="2759185" y="237801"/>
                  </a:lnTo>
                  <a:lnTo>
                    <a:pt x="2768943" y="234416"/>
                  </a:lnTo>
                  <a:lnTo>
                    <a:pt x="2778687" y="236648"/>
                  </a:lnTo>
                  <a:lnTo>
                    <a:pt x="2788446" y="234593"/>
                  </a:lnTo>
                  <a:lnTo>
                    <a:pt x="2798190" y="264910"/>
                  </a:lnTo>
                  <a:lnTo>
                    <a:pt x="2807934" y="292516"/>
                  </a:lnTo>
                  <a:lnTo>
                    <a:pt x="2817693" y="277610"/>
                  </a:lnTo>
                  <a:lnTo>
                    <a:pt x="2827437" y="301613"/>
                  </a:lnTo>
                  <a:lnTo>
                    <a:pt x="2837196" y="306281"/>
                  </a:lnTo>
                  <a:lnTo>
                    <a:pt x="2846940" y="292363"/>
                  </a:lnTo>
                  <a:lnTo>
                    <a:pt x="2856684" y="300460"/>
                  </a:lnTo>
                  <a:lnTo>
                    <a:pt x="2866442" y="291767"/>
                  </a:lnTo>
                  <a:lnTo>
                    <a:pt x="2876186" y="327477"/>
                  </a:lnTo>
                  <a:lnTo>
                    <a:pt x="2885945" y="337000"/>
                  </a:lnTo>
                  <a:lnTo>
                    <a:pt x="2895689" y="319887"/>
                  </a:lnTo>
                  <a:lnTo>
                    <a:pt x="2905433" y="265746"/>
                  </a:lnTo>
                  <a:lnTo>
                    <a:pt x="2915192" y="24759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3" name="Freeform 1162">
              <a:extLst>
                <a:ext uri="{FF2B5EF4-FFF2-40B4-BE49-F238E27FC236}">
                  <a16:creationId xmlns:a16="http://schemas.microsoft.com/office/drawing/2014/main" id="{F0A79FE1-62D5-B9F0-6779-9E3CF43F0E1D}"/>
                </a:ext>
              </a:extLst>
            </p:cNvPr>
            <p:cNvSpPr/>
            <p:nvPr/>
          </p:nvSpPr>
          <p:spPr>
            <a:xfrm>
              <a:off x="4426652" y="3488021"/>
              <a:ext cx="2915191" cy="499924"/>
            </a:xfrm>
            <a:custGeom>
              <a:avLst/>
              <a:gdLst>
                <a:gd name="connsiteX0" fmla="*/ 0 w 2915191"/>
                <a:gd name="connsiteY0" fmla="*/ 123083 h 499924"/>
                <a:gd name="connsiteX1" fmla="*/ 9750 w 2915191"/>
                <a:gd name="connsiteY1" fmla="*/ 109382 h 499924"/>
                <a:gd name="connsiteX2" fmla="*/ 19500 w 2915191"/>
                <a:gd name="connsiteY2" fmla="*/ 125287 h 499924"/>
                <a:gd name="connsiteX3" fmla="*/ 29250 w 2915191"/>
                <a:gd name="connsiteY3" fmla="*/ 125257 h 499924"/>
                <a:gd name="connsiteX4" fmla="*/ 39000 w 2915191"/>
                <a:gd name="connsiteY4" fmla="*/ 125135 h 499924"/>
                <a:gd name="connsiteX5" fmla="*/ 48749 w 2915191"/>
                <a:gd name="connsiteY5" fmla="*/ 82978 h 499924"/>
                <a:gd name="connsiteX6" fmla="*/ 58499 w 2915191"/>
                <a:gd name="connsiteY6" fmla="*/ 76427 h 499924"/>
                <a:gd name="connsiteX7" fmla="*/ 68249 w 2915191"/>
                <a:gd name="connsiteY7" fmla="*/ 59346 h 499924"/>
                <a:gd name="connsiteX8" fmla="*/ 77998 w 2915191"/>
                <a:gd name="connsiteY8" fmla="*/ 74465 h 499924"/>
                <a:gd name="connsiteX9" fmla="*/ 87748 w 2915191"/>
                <a:gd name="connsiteY9" fmla="*/ 94875 h 499924"/>
                <a:gd name="connsiteX10" fmla="*/ 97497 w 2915191"/>
                <a:gd name="connsiteY10" fmla="*/ 81584 h 499924"/>
                <a:gd name="connsiteX11" fmla="*/ 107247 w 2915191"/>
                <a:gd name="connsiteY11" fmla="*/ 82966 h 499924"/>
                <a:gd name="connsiteX12" fmla="*/ 116997 w 2915191"/>
                <a:gd name="connsiteY12" fmla="*/ 82613 h 499924"/>
                <a:gd name="connsiteX13" fmla="*/ 126747 w 2915191"/>
                <a:gd name="connsiteY13" fmla="*/ 38326 h 499924"/>
                <a:gd name="connsiteX14" fmla="*/ 136497 w 2915191"/>
                <a:gd name="connsiteY14" fmla="*/ 35896 h 499924"/>
                <a:gd name="connsiteX15" fmla="*/ 146247 w 2915191"/>
                <a:gd name="connsiteY15" fmla="*/ 67139 h 499924"/>
                <a:gd name="connsiteX16" fmla="*/ 155997 w 2915191"/>
                <a:gd name="connsiteY16" fmla="*/ 56111 h 499924"/>
                <a:gd name="connsiteX17" fmla="*/ 165747 w 2915191"/>
                <a:gd name="connsiteY17" fmla="*/ 94597 h 499924"/>
                <a:gd name="connsiteX18" fmla="*/ 175497 w 2915191"/>
                <a:gd name="connsiteY18" fmla="*/ 104452 h 499924"/>
                <a:gd name="connsiteX19" fmla="*/ 185247 w 2915191"/>
                <a:gd name="connsiteY19" fmla="*/ 110585 h 499924"/>
                <a:gd name="connsiteX20" fmla="*/ 194996 w 2915191"/>
                <a:gd name="connsiteY20" fmla="*/ 125262 h 499924"/>
                <a:gd name="connsiteX21" fmla="*/ 204746 w 2915191"/>
                <a:gd name="connsiteY21" fmla="*/ 137942 h 499924"/>
                <a:gd name="connsiteX22" fmla="*/ 214495 w 2915191"/>
                <a:gd name="connsiteY22" fmla="*/ 123754 h 499924"/>
                <a:gd name="connsiteX23" fmla="*/ 224245 w 2915191"/>
                <a:gd name="connsiteY23" fmla="*/ 128842 h 499924"/>
                <a:gd name="connsiteX24" fmla="*/ 233995 w 2915191"/>
                <a:gd name="connsiteY24" fmla="*/ 143228 h 499924"/>
                <a:gd name="connsiteX25" fmla="*/ 243744 w 2915191"/>
                <a:gd name="connsiteY25" fmla="*/ 144626 h 499924"/>
                <a:gd name="connsiteX26" fmla="*/ 253494 w 2915191"/>
                <a:gd name="connsiteY26" fmla="*/ 109500 h 499924"/>
                <a:gd name="connsiteX27" fmla="*/ 263244 w 2915191"/>
                <a:gd name="connsiteY27" fmla="*/ 146599 h 499924"/>
                <a:gd name="connsiteX28" fmla="*/ 272994 w 2915191"/>
                <a:gd name="connsiteY28" fmla="*/ 156843 h 499924"/>
                <a:gd name="connsiteX29" fmla="*/ 282744 w 2915191"/>
                <a:gd name="connsiteY29" fmla="*/ 142628 h 499924"/>
                <a:gd name="connsiteX30" fmla="*/ 292494 w 2915191"/>
                <a:gd name="connsiteY30" fmla="*/ 149946 h 499924"/>
                <a:gd name="connsiteX31" fmla="*/ 302244 w 2915191"/>
                <a:gd name="connsiteY31" fmla="*/ 117627 h 499924"/>
                <a:gd name="connsiteX32" fmla="*/ 311994 w 2915191"/>
                <a:gd name="connsiteY32" fmla="*/ 113836 h 499924"/>
                <a:gd name="connsiteX33" fmla="*/ 321744 w 2915191"/>
                <a:gd name="connsiteY33" fmla="*/ 113655 h 499924"/>
                <a:gd name="connsiteX34" fmla="*/ 331493 w 2915191"/>
                <a:gd name="connsiteY34" fmla="*/ 133541 h 499924"/>
                <a:gd name="connsiteX35" fmla="*/ 341243 w 2915191"/>
                <a:gd name="connsiteY35" fmla="*/ 134523 h 499924"/>
                <a:gd name="connsiteX36" fmla="*/ 350993 w 2915191"/>
                <a:gd name="connsiteY36" fmla="*/ 183254 h 499924"/>
                <a:gd name="connsiteX37" fmla="*/ 360742 w 2915191"/>
                <a:gd name="connsiteY37" fmla="*/ 177103 h 499924"/>
                <a:gd name="connsiteX38" fmla="*/ 370492 w 2915191"/>
                <a:gd name="connsiteY38" fmla="*/ 162438 h 499924"/>
                <a:gd name="connsiteX39" fmla="*/ 380241 w 2915191"/>
                <a:gd name="connsiteY39" fmla="*/ 166594 h 499924"/>
                <a:gd name="connsiteX40" fmla="*/ 389991 w 2915191"/>
                <a:gd name="connsiteY40" fmla="*/ 160101 h 499924"/>
                <a:gd name="connsiteX41" fmla="*/ 399741 w 2915191"/>
                <a:gd name="connsiteY41" fmla="*/ 149458 h 499924"/>
                <a:gd name="connsiteX42" fmla="*/ 409491 w 2915191"/>
                <a:gd name="connsiteY42" fmla="*/ 144615 h 499924"/>
                <a:gd name="connsiteX43" fmla="*/ 419241 w 2915191"/>
                <a:gd name="connsiteY43" fmla="*/ 112599 h 499924"/>
                <a:gd name="connsiteX44" fmla="*/ 428991 w 2915191"/>
                <a:gd name="connsiteY44" fmla="*/ 90268 h 499924"/>
                <a:gd name="connsiteX45" fmla="*/ 438741 w 2915191"/>
                <a:gd name="connsiteY45" fmla="*/ 81360 h 499924"/>
                <a:gd name="connsiteX46" fmla="*/ 448491 w 2915191"/>
                <a:gd name="connsiteY46" fmla="*/ 68084 h 499924"/>
                <a:gd name="connsiteX47" fmla="*/ 458241 w 2915191"/>
                <a:gd name="connsiteY47" fmla="*/ 82013 h 499924"/>
                <a:gd name="connsiteX48" fmla="*/ 467991 w 2915191"/>
                <a:gd name="connsiteY48" fmla="*/ 81475 h 499924"/>
                <a:gd name="connsiteX49" fmla="*/ 477740 w 2915191"/>
                <a:gd name="connsiteY49" fmla="*/ 88616 h 499924"/>
                <a:gd name="connsiteX50" fmla="*/ 487490 w 2915191"/>
                <a:gd name="connsiteY50" fmla="*/ 77037 h 499924"/>
                <a:gd name="connsiteX51" fmla="*/ 497239 w 2915191"/>
                <a:gd name="connsiteY51" fmla="*/ 94957 h 499924"/>
                <a:gd name="connsiteX52" fmla="*/ 506989 w 2915191"/>
                <a:gd name="connsiteY52" fmla="*/ 49576 h 499924"/>
                <a:gd name="connsiteX53" fmla="*/ 516738 w 2915191"/>
                <a:gd name="connsiteY53" fmla="*/ 37623 h 499924"/>
                <a:gd name="connsiteX54" fmla="*/ 526488 w 2915191"/>
                <a:gd name="connsiteY54" fmla="*/ 31964 h 499924"/>
                <a:gd name="connsiteX55" fmla="*/ 536238 w 2915191"/>
                <a:gd name="connsiteY55" fmla="*/ 22766 h 499924"/>
                <a:gd name="connsiteX56" fmla="*/ 545988 w 2915191"/>
                <a:gd name="connsiteY56" fmla="*/ 4619 h 499924"/>
                <a:gd name="connsiteX57" fmla="*/ 555738 w 2915191"/>
                <a:gd name="connsiteY57" fmla="*/ 28313 h 499924"/>
                <a:gd name="connsiteX58" fmla="*/ 565488 w 2915191"/>
                <a:gd name="connsiteY58" fmla="*/ 50984 h 499924"/>
                <a:gd name="connsiteX59" fmla="*/ 575238 w 2915191"/>
                <a:gd name="connsiteY59" fmla="*/ 76041 h 499924"/>
                <a:gd name="connsiteX60" fmla="*/ 584988 w 2915191"/>
                <a:gd name="connsiteY60" fmla="*/ 100117 h 499924"/>
                <a:gd name="connsiteX61" fmla="*/ 594738 w 2915191"/>
                <a:gd name="connsiteY61" fmla="*/ 97836 h 499924"/>
                <a:gd name="connsiteX62" fmla="*/ 604488 w 2915191"/>
                <a:gd name="connsiteY62" fmla="*/ 113024 h 499924"/>
                <a:gd name="connsiteX63" fmla="*/ 614237 w 2915191"/>
                <a:gd name="connsiteY63" fmla="*/ 140913 h 499924"/>
                <a:gd name="connsiteX64" fmla="*/ 623987 w 2915191"/>
                <a:gd name="connsiteY64" fmla="*/ 133578 h 499924"/>
                <a:gd name="connsiteX65" fmla="*/ 633736 w 2915191"/>
                <a:gd name="connsiteY65" fmla="*/ 135670 h 499924"/>
                <a:gd name="connsiteX66" fmla="*/ 643486 w 2915191"/>
                <a:gd name="connsiteY66" fmla="*/ 135517 h 499924"/>
                <a:gd name="connsiteX67" fmla="*/ 653236 w 2915191"/>
                <a:gd name="connsiteY67" fmla="*/ 156608 h 499924"/>
                <a:gd name="connsiteX68" fmla="*/ 662985 w 2915191"/>
                <a:gd name="connsiteY68" fmla="*/ 159464 h 499924"/>
                <a:gd name="connsiteX69" fmla="*/ 672735 w 2915191"/>
                <a:gd name="connsiteY69" fmla="*/ 149784 h 499924"/>
                <a:gd name="connsiteX70" fmla="*/ 682485 w 2915191"/>
                <a:gd name="connsiteY70" fmla="*/ 147311 h 499924"/>
                <a:gd name="connsiteX71" fmla="*/ 692235 w 2915191"/>
                <a:gd name="connsiteY71" fmla="*/ 123711 h 499924"/>
                <a:gd name="connsiteX72" fmla="*/ 701985 w 2915191"/>
                <a:gd name="connsiteY72" fmla="*/ 106422 h 499924"/>
                <a:gd name="connsiteX73" fmla="*/ 711735 w 2915191"/>
                <a:gd name="connsiteY73" fmla="*/ 122368 h 499924"/>
                <a:gd name="connsiteX74" fmla="*/ 721485 w 2915191"/>
                <a:gd name="connsiteY74" fmla="*/ 124412 h 499924"/>
                <a:gd name="connsiteX75" fmla="*/ 731235 w 2915191"/>
                <a:gd name="connsiteY75" fmla="*/ 105920 h 499924"/>
                <a:gd name="connsiteX76" fmla="*/ 740985 w 2915191"/>
                <a:gd name="connsiteY76" fmla="*/ 114388 h 499924"/>
                <a:gd name="connsiteX77" fmla="*/ 750734 w 2915191"/>
                <a:gd name="connsiteY77" fmla="*/ 109899 h 499924"/>
                <a:gd name="connsiteX78" fmla="*/ 760484 w 2915191"/>
                <a:gd name="connsiteY78" fmla="*/ 144005 h 499924"/>
                <a:gd name="connsiteX79" fmla="*/ 770233 w 2915191"/>
                <a:gd name="connsiteY79" fmla="*/ 142549 h 499924"/>
                <a:gd name="connsiteX80" fmla="*/ 779983 w 2915191"/>
                <a:gd name="connsiteY80" fmla="*/ 168516 h 499924"/>
                <a:gd name="connsiteX81" fmla="*/ 789733 w 2915191"/>
                <a:gd name="connsiteY81" fmla="*/ 150822 h 499924"/>
                <a:gd name="connsiteX82" fmla="*/ 799482 w 2915191"/>
                <a:gd name="connsiteY82" fmla="*/ 114664 h 499924"/>
                <a:gd name="connsiteX83" fmla="*/ 809232 w 2915191"/>
                <a:gd name="connsiteY83" fmla="*/ 121485 h 499924"/>
                <a:gd name="connsiteX84" fmla="*/ 818982 w 2915191"/>
                <a:gd name="connsiteY84" fmla="*/ 101104 h 499924"/>
                <a:gd name="connsiteX85" fmla="*/ 828732 w 2915191"/>
                <a:gd name="connsiteY85" fmla="*/ 68562 h 499924"/>
                <a:gd name="connsiteX86" fmla="*/ 838482 w 2915191"/>
                <a:gd name="connsiteY86" fmla="*/ 92529 h 499924"/>
                <a:gd name="connsiteX87" fmla="*/ 848232 w 2915191"/>
                <a:gd name="connsiteY87" fmla="*/ 93786 h 499924"/>
                <a:gd name="connsiteX88" fmla="*/ 857982 w 2915191"/>
                <a:gd name="connsiteY88" fmla="*/ 92909 h 499924"/>
                <a:gd name="connsiteX89" fmla="*/ 867732 w 2915191"/>
                <a:gd name="connsiteY89" fmla="*/ 58401 h 499924"/>
                <a:gd name="connsiteX90" fmla="*/ 877482 w 2915191"/>
                <a:gd name="connsiteY90" fmla="*/ 66075 h 499924"/>
                <a:gd name="connsiteX91" fmla="*/ 887231 w 2915191"/>
                <a:gd name="connsiteY91" fmla="*/ 60947 h 499924"/>
                <a:gd name="connsiteX92" fmla="*/ 896981 w 2915191"/>
                <a:gd name="connsiteY92" fmla="*/ 73515 h 499924"/>
                <a:gd name="connsiteX93" fmla="*/ 906730 w 2915191"/>
                <a:gd name="connsiteY93" fmla="*/ 48645 h 499924"/>
                <a:gd name="connsiteX94" fmla="*/ 916480 w 2915191"/>
                <a:gd name="connsiteY94" fmla="*/ 36476 h 499924"/>
                <a:gd name="connsiteX95" fmla="*/ 926230 w 2915191"/>
                <a:gd name="connsiteY95" fmla="*/ 30397 h 499924"/>
                <a:gd name="connsiteX96" fmla="*/ 935979 w 2915191"/>
                <a:gd name="connsiteY96" fmla="*/ 62467 h 499924"/>
                <a:gd name="connsiteX97" fmla="*/ 945729 w 2915191"/>
                <a:gd name="connsiteY97" fmla="*/ 82984 h 499924"/>
                <a:gd name="connsiteX98" fmla="*/ 955479 w 2915191"/>
                <a:gd name="connsiteY98" fmla="*/ 95118 h 499924"/>
                <a:gd name="connsiteX99" fmla="*/ 965229 w 2915191"/>
                <a:gd name="connsiteY99" fmla="*/ 80654 h 499924"/>
                <a:gd name="connsiteX100" fmla="*/ 974979 w 2915191"/>
                <a:gd name="connsiteY100" fmla="*/ 92913 h 499924"/>
                <a:gd name="connsiteX101" fmla="*/ 984729 w 2915191"/>
                <a:gd name="connsiteY101" fmla="*/ 88919 h 499924"/>
                <a:gd name="connsiteX102" fmla="*/ 994474 w 2915191"/>
                <a:gd name="connsiteY102" fmla="*/ 90604 h 499924"/>
                <a:gd name="connsiteX103" fmla="*/ 1004233 w 2915191"/>
                <a:gd name="connsiteY103" fmla="*/ 62562 h 499924"/>
                <a:gd name="connsiteX104" fmla="*/ 1013977 w 2915191"/>
                <a:gd name="connsiteY104" fmla="*/ 67281 h 499924"/>
                <a:gd name="connsiteX105" fmla="*/ 1023721 w 2915191"/>
                <a:gd name="connsiteY105" fmla="*/ 105157 h 499924"/>
                <a:gd name="connsiteX106" fmla="*/ 1033480 w 2915191"/>
                <a:gd name="connsiteY106" fmla="*/ 79502 h 499924"/>
                <a:gd name="connsiteX107" fmla="*/ 1043224 w 2915191"/>
                <a:gd name="connsiteY107" fmla="*/ 25097 h 499924"/>
                <a:gd name="connsiteX108" fmla="*/ 1052983 w 2915191"/>
                <a:gd name="connsiteY108" fmla="*/ 22003 h 499924"/>
                <a:gd name="connsiteX109" fmla="*/ 1062727 w 2915191"/>
                <a:gd name="connsiteY109" fmla="*/ 29822 h 499924"/>
                <a:gd name="connsiteX110" fmla="*/ 1072471 w 2915191"/>
                <a:gd name="connsiteY110" fmla="*/ 30746 h 499924"/>
                <a:gd name="connsiteX111" fmla="*/ 1082230 w 2915191"/>
                <a:gd name="connsiteY111" fmla="*/ 44987 h 499924"/>
                <a:gd name="connsiteX112" fmla="*/ 1091973 w 2915191"/>
                <a:gd name="connsiteY112" fmla="*/ 47902 h 499924"/>
                <a:gd name="connsiteX113" fmla="*/ 1101732 w 2915191"/>
                <a:gd name="connsiteY113" fmla="*/ 63026 h 499924"/>
                <a:gd name="connsiteX114" fmla="*/ 1111476 w 2915191"/>
                <a:gd name="connsiteY114" fmla="*/ 56285 h 499924"/>
                <a:gd name="connsiteX115" fmla="*/ 1121220 w 2915191"/>
                <a:gd name="connsiteY115" fmla="*/ 52318 h 499924"/>
                <a:gd name="connsiteX116" fmla="*/ 1130979 w 2915191"/>
                <a:gd name="connsiteY116" fmla="*/ 56905 h 499924"/>
                <a:gd name="connsiteX117" fmla="*/ 1140723 w 2915191"/>
                <a:gd name="connsiteY117" fmla="*/ 59453 h 499924"/>
                <a:gd name="connsiteX118" fmla="*/ 1150482 w 2915191"/>
                <a:gd name="connsiteY118" fmla="*/ 51997 h 499924"/>
                <a:gd name="connsiteX119" fmla="*/ 1160226 w 2915191"/>
                <a:gd name="connsiteY119" fmla="*/ 42383 h 499924"/>
                <a:gd name="connsiteX120" fmla="*/ 1169969 w 2915191"/>
                <a:gd name="connsiteY120" fmla="*/ 0 h 499924"/>
                <a:gd name="connsiteX121" fmla="*/ 1179728 w 2915191"/>
                <a:gd name="connsiteY121" fmla="*/ 26067 h 499924"/>
                <a:gd name="connsiteX122" fmla="*/ 1189472 w 2915191"/>
                <a:gd name="connsiteY122" fmla="*/ 39387 h 499924"/>
                <a:gd name="connsiteX123" fmla="*/ 1199231 w 2915191"/>
                <a:gd name="connsiteY123" fmla="*/ 45743 h 499924"/>
                <a:gd name="connsiteX124" fmla="*/ 1208975 w 2915191"/>
                <a:gd name="connsiteY124" fmla="*/ 77452 h 499924"/>
                <a:gd name="connsiteX125" fmla="*/ 1218719 w 2915191"/>
                <a:gd name="connsiteY125" fmla="*/ 103380 h 499924"/>
                <a:gd name="connsiteX126" fmla="*/ 1228478 w 2915191"/>
                <a:gd name="connsiteY126" fmla="*/ 115078 h 499924"/>
                <a:gd name="connsiteX127" fmla="*/ 1238222 w 2915191"/>
                <a:gd name="connsiteY127" fmla="*/ 108740 h 499924"/>
                <a:gd name="connsiteX128" fmla="*/ 1247966 w 2915191"/>
                <a:gd name="connsiteY128" fmla="*/ 118559 h 499924"/>
                <a:gd name="connsiteX129" fmla="*/ 1257725 w 2915191"/>
                <a:gd name="connsiteY129" fmla="*/ 125168 h 499924"/>
                <a:gd name="connsiteX130" fmla="*/ 1267469 w 2915191"/>
                <a:gd name="connsiteY130" fmla="*/ 144390 h 499924"/>
                <a:gd name="connsiteX131" fmla="*/ 1277227 w 2915191"/>
                <a:gd name="connsiteY131" fmla="*/ 159087 h 499924"/>
                <a:gd name="connsiteX132" fmla="*/ 1286971 w 2915191"/>
                <a:gd name="connsiteY132" fmla="*/ 142875 h 499924"/>
                <a:gd name="connsiteX133" fmla="*/ 1296715 w 2915191"/>
                <a:gd name="connsiteY133" fmla="*/ 168880 h 499924"/>
                <a:gd name="connsiteX134" fmla="*/ 1306474 w 2915191"/>
                <a:gd name="connsiteY134" fmla="*/ 197584 h 499924"/>
                <a:gd name="connsiteX135" fmla="*/ 1316218 w 2915191"/>
                <a:gd name="connsiteY135" fmla="*/ 214372 h 499924"/>
                <a:gd name="connsiteX136" fmla="*/ 1325977 w 2915191"/>
                <a:gd name="connsiteY136" fmla="*/ 221798 h 499924"/>
                <a:gd name="connsiteX137" fmla="*/ 1335721 w 2915191"/>
                <a:gd name="connsiteY137" fmla="*/ 200722 h 499924"/>
                <a:gd name="connsiteX138" fmla="*/ 1345465 w 2915191"/>
                <a:gd name="connsiteY138" fmla="*/ 193179 h 499924"/>
                <a:gd name="connsiteX139" fmla="*/ 1355224 w 2915191"/>
                <a:gd name="connsiteY139" fmla="*/ 211714 h 499924"/>
                <a:gd name="connsiteX140" fmla="*/ 1364967 w 2915191"/>
                <a:gd name="connsiteY140" fmla="*/ 214806 h 499924"/>
                <a:gd name="connsiteX141" fmla="*/ 1374726 w 2915191"/>
                <a:gd name="connsiteY141" fmla="*/ 202397 h 499924"/>
                <a:gd name="connsiteX142" fmla="*/ 1384470 w 2915191"/>
                <a:gd name="connsiteY142" fmla="*/ 188749 h 499924"/>
                <a:gd name="connsiteX143" fmla="*/ 1394214 w 2915191"/>
                <a:gd name="connsiteY143" fmla="*/ 183409 h 499924"/>
                <a:gd name="connsiteX144" fmla="*/ 1403973 w 2915191"/>
                <a:gd name="connsiteY144" fmla="*/ 203526 h 499924"/>
                <a:gd name="connsiteX145" fmla="*/ 1413717 w 2915191"/>
                <a:gd name="connsiteY145" fmla="*/ 207917 h 499924"/>
                <a:gd name="connsiteX146" fmla="*/ 1423476 w 2915191"/>
                <a:gd name="connsiteY146" fmla="*/ 206512 h 499924"/>
                <a:gd name="connsiteX147" fmla="*/ 1433220 w 2915191"/>
                <a:gd name="connsiteY147" fmla="*/ 169857 h 499924"/>
                <a:gd name="connsiteX148" fmla="*/ 1442964 w 2915191"/>
                <a:gd name="connsiteY148" fmla="*/ 162637 h 499924"/>
                <a:gd name="connsiteX149" fmla="*/ 1452722 w 2915191"/>
                <a:gd name="connsiteY149" fmla="*/ 183450 h 499924"/>
                <a:gd name="connsiteX150" fmla="*/ 1462466 w 2915191"/>
                <a:gd name="connsiteY150" fmla="*/ 175608 h 499924"/>
                <a:gd name="connsiteX151" fmla="*/ 1472225 w 2915191"/>
                <a:gd name="connsiteY151" fmla="*/ 180409 h 499924"/>
                <a:gd name="connsiteX152" fmla="*/ 1481969 w 2915191"/>
                <a:gd name="connsiteY152" fmla="*/ 173336 h 499924"/>
                <a:gd name="connsiteX153" fmla="*/ 1491713 w 2915191"/>
                <a:gd name="connsiteY153" fmla="*/ 152761 h 499924"/>
                <a:gd name="connsiteX154" fmla="*/ 1501472 w 2915191"/>
                <a:gd name="connsiteY154" fmla="*/ 174872 h 499924"/>
                <a:gd name="connsiteX155" fmla="*/ 1511216 w 2915191"/>
                <a:gd name="connsiteY155" fmla="*/ 189849 h 499924"/>
                <a:gd name="connsiteX156" fmla="*/ 1520960 w 2915191"/>
                <a:gd name="connsiteY156" fmla="*/ 161360 h 499924"/>
                <a:gd name="connsiteX157" fmla="*/ 1530719 w 2915191"/>
                <a:gd name="connsiteY157" fmla="*/ 189447 h 499924"/>
                <a:gd name="connsiteX158" fmla="*/ 1540463 w 2915191"/>
                <a:gd name="connsiteY158" fmla="*/ 195142 h 499924"/>
                <a:gd name="connsiteX159" fmla="*/ 1550221 w 2915191"/>
                <a:gd name="connsiteY159" fmla="*/ 189366 h 499924"/>
                <a:gd name="connsiteX160" fmla="*/ 1559965 w 2915191"/>
                <a:gd name="connsiteY160" fmla="*/ 186163 h 499924"/>
                <a:gd name="connsiteX161" fmla="*/ 1569709 w 2915191"/>
                <a:gd name="connsiteY161" fmla="*/ 187471 h 499924"/>
                <a:gd name="connsiteX162" fmla="*/ 1579468 w 2915191"/>
                <a:gd name="connsiteY162" fmla="*/ 192468 h 499924"/>
                <a:gd name="connsiteX163" fmla="*/ 1589212 w 2915191"/>
                <a:gd name="connsiteY163" fmla="*/ 225621 h 499924"/>
                <a:gd name="connsiteX164" fmla="*/ 1598971 w 2915191"/>
                <a:gd name="connsiteY164" fmla="*/ 246991 h 499924"/>
                <a:gd name="connsiteX165" fmla="*/ 1608715 w 2915191"/>
                <a:gd name="connsiteY165" fmla="*/ 232914 h 499924"/>
                <a:gd name="connsiteX166" fmla="*/ 1618459 w 2915191"/>
                <a:gd name="connsiteY166" fmla="*/ 282765 h 499924"/>
                <a:gd name="connsiteX167" fmla="*/ 1628218 w 2915191"/>
                <a:gd name="connsiteY167" fmla="*/ 302098 h 499924"/>
                <a:gd name="connsiteX168" fmla="*/ 1637962 w 2915191"/>
                <a:gd name="connsiteY168" fmla="*/ 272093 h 499924"/>
                <a:gd name="connsiteX169" fmla="*/ 1647720 w 2915191"/>
                <a:gd name="connsiteY169" fmla="*/ 245516 h 499924"/>
                <a:gd name="connsiteX170" fmla="*/ 1657464 w 2915191"/>
                <a:gd name="connsiteY170" fmla="*/ 277142 h 499924"/>
                <a:gd name="connsiteX171" fmla="*/ 1667208 w 2915191"/>
                <a:gd name="connsiteY171" fmla="*/ 248356 h 499924"/>
                <a:gd name="connsiteX172" fmla="*/ 1676967 w 2915191"/>
                <a:gd name="connsiteY172" fmla="*/ 227659 h 499924"/>
                <a:gd name="connsiteX173" fmla="*/ 1686711 w 2915191"/>
                <a:gd name="connsiteY173" fmla="*/ 215745 h 499924"/>
                <a:gd name="connsiteX174" fmla="*/ 1696470 w 2915191"/>
                <a:gd name="connsiteY174" fmla="*/ 188831 h 499924"/>
                <a:gd name="connsiteX175" fmla="*/ 1706214 w 2915191"/>
                <a:gd name="connsiteY175" fmla="*/ 134910 h 499924"/>
                <a:gd name="connsiteX176" fmla="*/ 1715958 w 2915191"/>
                <a:gd name="connsiteY176" fmla="*/ 99953 h 499924"/>
                <a:gd name="connsiteX177" fmla="*/ 1725716 w 2915191"/>
                <a:gd name="connsiteY177" fmla="*/ 122347 h 499924"/>
                <a:gd name="connsiteX178" fmla="*/ 1735460 w 2915191"/>
                <a:gd name="connsiteY178" fmla="*/ 144130 h 499924"/>
                <a:gd name="connsiteX179" fmla="*/ 1745219 w 2915191"/>
                <a:gd name="connsiteY179" fmla="*/ 161624 h 499924"/>
                <a:gd name="connsiteX180" fmla="*/ 1754963 w 2915191"/>
                <a:gd name="connsiteY180" fmla="*/ 195755 h 499924"/>
                <a:gd name="connsiteX181" fmla="*/ 1764707 w 2915191"/>
                <a:gd name="connsiteY181" fmla="*/ 201665 h 499924"/>
                <a:gd name="connsiteX182" fmla="*/ 1774466 w 2915191"/>
                <a:gd name="connsiteY182" fmla="*/ 230772 h 499924"/>
                <a:gd name="connsiteX183" fmla="*/ 1784210 w 2915191"/>
                <a:gd name="connsiteY183" fmla="*/ 225037 h 499924"/>
                <a:gd name="connsiteX184" fmla="*/ 1793969 w 2915191"/>
                <a:gd name="connsiteY184" fmla="*/ 238154 h 499924"/>
                <a:gd name="connsiteX185" fmla="*/ 1803713 w 2915191"/>
                <a:gd name="connsiteY185" fmla="*/ 228661 h 499924"/>
                <a:gd name="connsiteX186" fmla="*/ 1813457 w 2915191"/>
                <a:gd name="connsiteY186" fmla="*/ 228585 h 499924"/>
                <a:gd name="connsiteX187" fmla="*/ 1823215 w 2915191"/>
                <a:gd name="connsiteY187" fmla="*/ 247016 h 499924"/>
                <a:gd name="connsiteX188" fmla="*/ 1832959 w 2915191"/>
                <a:gd name="connsiteY188" fmla="*/ 280822 h 499924"/>
                <a:gd name="connsiteX189" fmla="*/ 1842703 w 2915191"/>
                <a:gd name="connsiteY189" fmla="*/ 285329 h 499924"/>
                <a:gd name="connsiteX190" fmla="*/ 1852462 w 2915191"/>
                <a:gd name="connsiteY190" fmla="*/ 275484 h 499924"/>
                <a:gd name="connsiteX191" fmla="*/ 1862206 w 2915191"/>
                <a:gd name="connsiteY191" fmla="*/ 288307 h 499924"/>
                <a:gd name="connsiteX192" fmla="*/ 1871965 w 2915191"/>
                <a:gd name="connsiteY192" fmla="*/ 286917 h 499924"/>
                <a:gd name="connsiteX193" fmla="*/ 1881709 w 2915191"/>
                <a:gd name="connsiteY193" fmla="*/ 280458 h 499924"/>
                <a:gd name="connsiteX194" fmla="*/ 1891453 w 2915191"/>
                <a:gd name="connsiteY194" fmla="*/ 277276 h 499924"/>
                <a:gd name="connsiteX195" fmla="*/ 1901212 w 2915191"/>
                <a:gd name="connsiteY195" fmla="*/ 272693 h 499924"/>
                <a:gd name="connsiteX196" fmla="*/ 1910956 w 2915191"/>
                <a:gd name="connsiteY196" fmla="*/ 271745 h 499924"/>
                <a:gd name="connsiteX197" fmla="*/ 1920714 w 2915191"/>
                <a:gd name="connsiteY197" fmla="*/ 237557 h 499924"/>
                <a:gd name="connsiteX198" fmla="*/ 1930458 w 2915191"/>
                <a:gd name="connsiteY198" fmla="*/ 239690 h 499924"/>
                <a:gd name="connsiteX199" fmla="*/ 1940202 w 2915191"/>
                <a:gd name="connsiteY199" fmla="*/ 219009 h 499924"/>
                <a:gd name="connsiteX200" fmla="*/ 1949961 w 2915191"/>
                <a:gd name="connsiteY200" fmla="*/ 207856 h 499924"/>
                <a:gd name="connsiteX201" fmla="*/ 1959705 w 2915191"/>
                <a:gd name="connsiteY201" fmla="*/ 234929 h 499924"/>
                <a:gd name="connsiteX202" fmla="*/ 1969464 w 2915191"/>
                <a:gd name="connsiteY202" fmla="*/ 217202 h 499924"/>
                <a:gd name="connsiteX203" fmla="*/ 1979208 w 2915191"/>
                <a:gd name="connsiteY203" fmla="*/ 227169 h 499924"/>
                <a:gd name="connsiteX204" fmla="*/ 1988952 w 2915191"/>
                <a:gd name="connsiteY204" fmla="*/ 214599 h 499924"/>
                <a:gd name="connsiteX205" fmla="*/ 1998711 w 2915191"/>
                <a:gd name="connsiteY205" fmla="*/ 226216 h 499924"/>
                <a:gd name="connsiteX206" fmla="*/ 2008454 w 2915191"/>
                <a:gd name="connsiteY206" fmla="*/ 217254 h 499924"/>
                <a:gd name="connsiteX207" fmla="*/ 2018213 w 2915191"/>
                <a:gd name="connsiteY207" fmla="*/ 181924 h 499924"/>
                <a:gd name="connsiteX208" fmla="*/ 2027957 w 2915191"/>
                <a:gd name="connsiteY208" fmla="*/ 195060 h 499924"/>
                <a:gd name="connsiteX209" fmla="*/ 2037701 w 2915191"/>
                <a:gd name="connsiteY209" fmla="*/ 220366 h 499924"/>
                <a:gd name="connsiteX210" fmla="*/ 2047460 w 2915191"/>
                <a:gd name="connsiteY210" fmla="*/ 260556 h 499924"/>
                <a:gd name="connsiteX211" fmla="*/ 2057204 w 2915191"/>
                <a:gd name="connsiteY211" fmla="*/ 285578 h 499924"/>
                <a:gd name="connsiteX212" fmla="*/ 2066963 w 2915191"/>
                <a:gd name="connsiteY212" fmla="*/ 240282 h 499924"/>
                <a:gd name="connsiteX213" fmla="*/ 2076707 w 2915191"/>
                <a:gd name="connsiteY213" fmla="*/ 270133 h 499924"/>
                <a:gd name="connsiteX214" fmla="*/ 2086451 w 2915191"/>
                <a:gd name="connsiteY214" fmla="*/ 267425 h 499924"/>
                <a:gd name="connsiteX215" fmla="*/ 2096210 w 2915191"/>
                <a:gd name="connsiteY215" fmla="*/ 292698 h 499924"/>
                <a:gd name="connsiteX216" fmla="*/ 2105954 w 2915191"/>
                <a:gd name="connsiteY216" fmla="*/ 331447 h 499924"/>
                <a:gd name="connsiteX217" fmla="*/ 2115697 w 2915191"/>
                <a:gd name="connsiteY217" fmla="*/ 350254 h 499924"/>
                <a:gd name="connsiteX218" fmla="*/ 2125456 w 2915191"/>
                <a:gd name="connsiteY218" fmla="*/ 344776 h 499924"/>
                <a:gd name="connsiteX219" fmla="*/ 2135200 w 2915191"/>
                <a:gd name="connsiteY219" fmla="*/ 351050 h 499924"/>
                <a:gd name="connsiteX220" fmla="*/ 2144959 w 2915191"/>
                <a:gd name="connsiteY220" fmla="*/ 359433 h 499924"/>
                <a:gd name="connsiteX221" fmla="*/ 2154703 w 2915191"/>
                <a:gd name="connsiteY221" fmla="*/ 364702 h 499924"/>
                <a:gd name="connsiteX222" fmla="*/ 2164447 w 2915191"/>
                <a:gd name="connsiteY222" fmla="*/ 342149 h 499924"/>
                <a:gd name="connsiteX223" fmla="*/ 2174206 w 2915191"/>
                <a:gd name="connsiteY223" fmla="*/ 364934 h 499924"/>
                <a:gd name="connsiteX224" fmla="*/ 2183950 w 2915191"/>
                <a:gd name="connsiteY224" fmla="*/ 391290 h 499924"/>
                <a:gd name="connsiteX225" fmla="*/ 2193709 w 2915191"/>
                <a:gd name="connsiteY225" fmla="*/ 405342 h 499924"/>
                <a:gd name="connsiteX226" fmla="*/ 2203452 w 2915191"/>
                <a:gd name="connsiteY226" fmla="*/ 447966 h 499924"/>
                <a:gd name="connsiteX227" fmla="*/ 2213196 w 2915191"/>
                <a:gd name="connsiteY227" fmla="*/ 441490 h 499924"/>
                <a:gd name="connsiteX228" fmla="*/ 2222955 w 2915191"/>
                <a:gd name="connsiteY228" fmla="*/ 405415 h 499924"/>
                <a:gd name="connsiteX229" fmla="*/ 2232699 w 2915191"/>
                <a:gd name="connsiteY229" fmla="*/ 369557 h 499924"/>
                <a:gd name="connsiteX230" fmla="*/ 2242458 w 2915191"/>
                <a:gd name="connsiteY230" fmla="*/ 337136 h 499924"/>
                <a:gd name="connsiteX231" fmla="*/ 2252202 w 2915191"/>
                <a:gd name="connsiteY231" fmla="*/ 343749 h 499924"/>
                <a:gd name="connsiteX232" fmla="*/ 2261946 w 2915191"/>
                <a:gd name="connsiteY232" fmla="*/ 333745 h 499924"/>
                <a:gd name="connsiteX233" fmla="*/ 2271705 w 2915191"/>
                <a:gd name="connsiteY233" fmla="*/ 318326 h 499924"/>
                <a:gd name="connsiteX234" fmla="*/ 2281449 w 2915191"/>
                <a:gd name="connsiteY234" fmla="*/ 343618 h 499924"/>
                <a:gd name="connsiteX235" fmla="*/ 2291208 w 2915191"/>
                <a:gd name="connsiteY235" fmla="*/ 354144 h 499924"/>
                <a:gd name="connsiteX236" fmla="*/ 2300951 w 2915191"/>
                <a:gd name="connsiteY236" fmla="*/ 348995 h 499924"/>
                <a:gd name="connsiteX237" fmla="*/ 2310695 w 2915191"/>
                <a:gd name="connsiteY237" fmla="*/ 301442 h 499924"/>
                <a:gd name="connsiteX238" fmla="*/ 2320454 w 2915191"/>
                <a:gd name="connsiteY238" fmla="*/ 333196 h 499924"/>
                <a:gd name="connsiteX239" fmla="*/ 2330198 w 2915191"/>
                <a:gd name="connsiteY239" fmla="*/ 304887 h 499924"/>
                <a:gd name="connsiteX240" fmla="*/ 2339957 w 2915191"/>
                <a:gd name="connsiteY240" fmla="*/ 280749 h 499924"/>
                <a:gd name="connsiteX241" fmla="*/ 2349701 w 2915191"/>
                <a:gd name="connsiteY241" fmla="*/ 251227 h 499924"/>
                <a:gd name="connsiteX242" fmla="*/ 2359445 w 2915191"/>
                <a:gd name="connsiteY242" fmla="*/ 274801 h 499924"/>
                <a:gd name="connsiteX243" fmla="*/ 2369204 w 2915191"/>
                <a:gd name="connsiteY243" fmla="*/ 275415 h 499924"/>
                <a:gd name="connsiteX244" fmla="*/ 2378948 w 2915191"/>
                <a:gd name="connsiteY244" fmla="*/ 302379 h 499924"/>
                <a:gd name="connsiteX245" fmla="*/ 2388692 w 2915191"/>
                <a:gd name="connsiteY245" fmla="*/ 290305 h 499924"/>
                <a:gd name="connsiteX246" fmla="*/ 2398450 w 2915191"/>
                <a:gd name="connsiteY246" fmla="*/ 321142 h 499924"/>
                <a:gd name="connsiteX247" fmla="*/ 2408194 w 2915191"/>
                <a:gd name="connsiteY247" fmla="*/ 352246 h 499924"/>
                <a:gd name="connsiteX248" fmla="*/ 2417953 w 2915191"/>
                <a:gd name="connsiteY248" fmla="*/ 346316 h 499924"/>
                <a:gd name="connsiteX249" fmla="*/ 2427697 w 2915191"/>
                <a:gd name="connsiteY249" fmla="*/ 322587 h 499924"/>
                <a:gd name="connsiteX250" fmla="*/ 2437441 w 2915191"/>
                <a:gd name="connsiteY250" fmla="*/ 325146 h 499924"/>
                <a:gd name="connsiteX251" fmla="*/ 2447200 w 2915191"/>
                <a:gd name="connsiteY251" fmla="*/ 322962 h 499924"/>
                <a:gd name="connsiteX252" fmla="*/ 2456944 w 2915191"/>
                <a:gd name="connsiteY252" fmla="*/ 318780 h 499924"/>
                <a:gd name="connsiteX253" fmla="*/ 2466703 w 2915191"/>
                <a:gd name="connsiteY253" fmla="*/ 314972 h 499924"/>
                <a:gd name="connsiteX254" fmla="*/ 2476446 w 2915191"/>
                <a:gd name="connsiteY254" fmla="*/ 336866 h 499924"/>
                <a:gd name="connsiteX255" fmla="*/ 2486190 w 2915191"/>
                <a:gd name="connsiteY255" fmla="*/ 327767 h 499924"/>
                <a:gd name="connsiteX256" fmla="*/ 2495949 w 2915191"/>
                <a:gd name="connsiteY256" fmla="*/ 341123 h 499924"/>
                <a:gd name="connsiteX257" fmla="*/ 2505693 w 2915191"/>
                <a:gd name="connsiteY257" fmla="*/ 330690 h 499924"/>
                <a:gd name="connsiteX258" fmla="*/ 2515452 w 2915191"/>
                <a:gd name="connsiteY258" fmla="*/ 348739 h 499924"/>
                <a:gd name="connsiteX259" fmla="*/ 2525196 w 2915191"/>
                <a:gd name="connsiteY259" fmla="*/ 318069 h 499924"/>
                <a:gd name="connsiteX260" fmla="*/ 2534940 w 2915191"/>
                <a:gd name="connsiteY260" fmla="*/ 357242 h 499924"/>
                <a:gd name="connsiteX261" fmla="*/ 2544699 w 2915191"/>
                <a:gd name="connsiteY261" fmla="*/ 382241 h 499924"/>
                <a:gd name="connsiteX262" fmla="*/ 2554443 w 2915191"/>
                <a:gd name="connsiteY262" fmla="*/ 403978 h 499924"/>
                <a:gd name="connsiteX263" fmla="*/ 2564202 w 2915191"/>
                <a:gd name="connsiteY263" fmla="*/ 371129 h 499924"/>
                <a:gd name="connsiteX264" fmla="*/ 2573946 w 2915191"/>
                <a:gd name="connsiteY264" fmla="*/ 374598 h 499924"/>
                <a:gd name="connsiteX265" fmla="*/ 2583690 w 2915191"/>
                <a:gd name="connsiteY265" fmla="*/ 363878 h 499924"/>
                <a:gd name="connsiteX266" fmla="*/ 2593448 w 2915191"/>
                <a:gd name="connsiteY266" fmla="*/ 372621 h 499924"/>
                <a:gd name="connsiteX267" fmla="*/ 2603192 w 2915191"/>
                <a:gd name="connsiteY267" fmla="*/ 382671 h 499924"/>
                <a:gd name="connsiteX268" fmla="*/ 2612951 w 2915191"/>
                <a:gd name="connsiteY268" fmla="*/ 373266 h 499924"/>
                <a:gd name="connsiteX269" fmla="*/ 2622695 w 2915191"/>
                <a:gd name="connsiteY269" fmla="*/ 359055 h 499924"/>
                <a:gd name="connsiteX270" fmla="*/ 2632439 w 2915191"/>
                <a:gd name="connsiteY270" fmla="*/ 352409 h 499924"/>
                <a:gd name="connsiteX271" fmla="*/ 2642198 w 2915191"/>
                <a:gd name="connsiteY271" fmla="*/ 322901 h 499924"/>
                <a:gd name="connsiteX272" fmla="*/ 2651942 w 2915191"/>
                <a:gd name="connsiteY272" fmla="*/ 330410 h 499924"/>
                <a:gd name="connsiteX273" fmla="*/ 2661685 w 2915191"/>
                <a:gd name="connsiteY273" fmla="*/ 317627 h 499924"/>
                <a:gd name="connsiteX274" fmla="*/ 2671444 w 2915191"/>
                <a:gd name="connsiteY274" fmla="*/ 308877 h 499924"/>
                <a:gd name="connsiteX275" fmla="*/ 2681188 w 2915191"/>
                <a:gd name="connsiteY275" fmla="*/ 308112 h 499924"/>
                <a:gd name="connsiteX276" fmla="*/ 2690947 w 2915191"/>
                <a:gd name="connsiteY276" fmla="*/ 315426 h 499924"/>
                <a:gd name="connsiteX277" fmla="*/ 2700691 w 2915191"/>
                <a:gd name="connsiteY277" fmla="*/ 318484 h 499924"/>
                <a:gd name="connsiteX278" fmla="*/ 2710435 w 2915191"/>
                <a:gd name="connsiteY278" fmla="*/ 367270 h 499924"/>
                <a:gd name="connsiteX279" fmla="*/ 2720194 w 2915191"/>
                <a:gd name="connsiteY279" fmla="*/ 381122 h 499924"/>
                <a:gd name="connsiteX280" fmla="*/ 2729938 w 2915191"/>
                <a:gd name="connsiteY280" fmla="*/ 404911 h 499924"/>
                <a:gd name="connsiteX281" fmla="*/ 2739697 w 2915191"/>
                <a:gd name="connsiteY281" fmla="*/ 425530 h 499924"/>
                <a:gd name="connsiteX282" fmla="*/ 2749441 w 2915191"/>
                <a:gd name="connsiteY282" fmla="*/ 431725 h 499924"/>
                <a:gd name="connsiteX283" fmla="*/ 2759185 w 2915191"/>
                <a:gd name="connsiteY283" fmla="*/ 452927 h 499924"/>
                <a:gd name="connsiteX284" fmla="*/ 2768943 w 2915191"/>
                <a:gd name="connsiteY284" fmla="*/ 445496 h 499924"/>
                <a:gd name="connsiteX285" fmla="*/ 2778687 w 2915191"/>
                <a:gd name="connsiteY285" fmla="*/ 413047 h 499924"/>
                <a:gd name="connsiteX286" fmla="*/ 2788446 w 2915191"/>
                <a:gd name="connsiteY286" fmla="*/ 443374 h 499924"/>
                <a:gd name="connsiteX287" fmla="*/ 2798190 w 2915191"/>
                <a:gd name="connsiteY287" fmla="*/ 499925 h 499924"/>
                <a:gd name="connsiteX288" fmla="*/ 2807934 w 2915191"/>
                <a:gd name="connsiteY288" fmla="*/ 458762 h 499924"/>
                <a:gd name="connsiteX289" fmla="*/ 2817693 w 2915191"/>
                <a:gd name="connsiteY289" fmla="*/ 485461 h 499924"/>
                <a:gd name="connsiteX290" fmla="*/ 2827437 w 2915191"/>
                <a:gd name="connsiteY290" fmla="*/ 477205 h 499924"/>
                <a:gd name="connsiteX291" fmla="*/ 2837196 w 2915191"/>
                <a:gd name="connsiteY291" fmla="*/ 483749 h 499924"/>
                <a:gd name="connsiteX292" fmla="*/ 2846940 w 2915191"/>
                <a:gd name="connsiteY292" fmla="*/ 494432 h 499924"/>
                <a:gd name="connsiteX293" fmla="*/ 2856684 w 2915191"/>
                <a:gd name="connsiteY293" fmla="*/ 453717 h 499924"/>
                <a:gd name="connsiteX294" fmla="*/ 2866442 w 2915191"/>
                <a:gd name="connsiteY294" fmla="*/ 432707 h 499924"/>
                <a:gd name="connsiteX295" fmla="*/ 2876186 w 2915191"/>
                <a:gd name="connsiteY295" fmla="*/ 441646 h 499924"/>
                <a:gd name="connsiteX296" fmla="*/ 2885945 w 2915191"/>
                <a:gd name="connsiteY296" fmla="*/ 452263 h 499924"/>
                <a:gd name="connsiteX297" fmla="*/ 2895689 w 2915191"/>
                <a:gd name="connsiteY297" fmla="*/ 468743 h 499924"/>
                <a:gd name="connsiteX298" fmla="*/ 2905433 w 2915191"/>
                <a:gd name="connsiteY298" fmla="*/ 475383 h 499924"/>
                <a:gd name="connsiteX299" fmla="*/ 2915192 w 2915191"/>
                <a:gd name="connsiteY299" fmla="*/ 488119 h 499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99924">
                  <a:moveTo>
                    <a:pt x="0" y="123083"/>
                  </a:moveTo>
                  <a:lnTo>
                    <a:pt x="9750" y="109382"/>
                  </a:lnTo>
                  <a:lnTo>
                    <a:pt x="19500" y="125287"/>
                  </a:lnTo>
                  <a:lnTo>
                    <a:pt x="29250" y="125257"/>
                  </a:lnTo>
                  <a:lnTo>
                    <a:pt x="39000" y="125135"/>
                  </a:lnTo>
                  <a:lnTo>
                    <a:pt x="48749" y="82978"/>
                  </a:lnTo>
                  <a:lnTo>
                    <a:pt x="58499" y="76427"/>
                  </a:lnTo>
                  <a:lnTo>
                    <a:pt x="68249" y="59346"/>
                  </a:lnTo>
                  <a:lnTo>
                    <a:pt x="77998" y="74465"/>
                  </a:lnTo>
                  <a:lnTo>
                    <a:pt x="87748" y="94875"/>
                  </a:lnTo>
                  <a:lnTo>
                    <a:pt x="97497" y="81584"/>
                  </a:lnTo>
                  <a:lnTo>
                    <a:pt x="107247" y="82966"/>
                  </a:lnTo>
                  <a:lnTo>
                    <a:pt x="116997" y="82613"/>
                  </a:lnTo>
                  <a:lnTo>
                    <a:pt x="126747" y="38326"/>
                  </a:lnTo>
                  <a:lnTo>
                    <a:pt x="136497" y="35896"/>
                  </a:lnTo>
                  <a:lnTo>
                    <a:pt x="146247" y="67139"/>
                  </a:lnTo>
                  <a:lnTo>
                    <a:pt x="155997" y="56111"/>
                  </a:lnTo>
                  <a:lnTo>
                    <a:pt x="165747" y="94597"/>
                  </a:lnTo>
                  <a:lnTo>
                    <a:pt x="175497" y="104452"/>
                  </a:lnTo>
                  <a:lnTo>
                    <a:pt x="185247" y="110585"/>
                  </a:lnTo>
                  <a:lnTo>
                    <a:pt x="194996" y="125262"/>
                  </a:lnTo>
                  <a:lnTo>
                    <a:pt x="204746" y="137942"/>
                  </a:lnTo>
                  <a:lnTo>
                    <a:pt x="214495" y="123754"/>
                  </a:lnTo>
                  <a:lnTo>
                    <a:pt x="224245" y="128842"/>
                  </a:lnTo>
                  <a:lnTo>
                    <a:pt x="233995" y="143228"/>
                  </a:lnTo>
                  <a:lnTo>
                    <a:pt x="243744" y="144626"/>
                  </a:lnTo>
                  <a:lnTo>
                    <a:pt x="253494" y="109500"/>
                  </a:lnTo>
                  <a:lnTo>
                    <a:pt x="263244" y="146599"/>
                  </a:lnTo>
                  <a:lnTo>
                    <a:pt x="272994" y="156843"/>
                  </a:lnTo>
                  <a:lnTo>
                    <a:pt x="282744" y="142628"/>
                  </a:lnTo>
                  <a:lnTo>
                    <a:pt x="292494" y="149946"/>
                  </a:lnTo>
                  <a:lnTo>
                    <a:pt x="302244" y="117627"/>
                  </a:lnTo>
                  <a:lnTo>
                    <a:pt x="311994" y="113836"/>
                  </a:lnTo>
                  <a:lnTo>
                    <a:pt x="321744" y="113655"/>
                  </a:lnTo>
                  <a:lnTo>
                    <a:pt x="331493" y="133541"/>
                  </a:lnTo>
                  <a:lnTo>
                    <a:pt x="341243" y="134523"/>
                  </a:lnTo>
                  <a:lnTo>
                    <a:pt x="350993" y="183254"/>
                  </a:lnTo>
                  <a:lnTo>
                    <a:pt x="360742" y="177103"/>
                  </a:lnTo>
                  <a:lnTo>
                    <a:pt x="370492" y="162438"/>
                  </a:lnTo>
                  <a:lnTo>
                    <a:pt x="380241" y="166594"/>
                  </a:lnTo>
                  <a:lnTo>
                    <a:pt x="389991" y="160101"/>
                  </a:lnTo>
                  <a:lnTo>
                    <a:pt x="399741" y="149458"/>
                  </a:lnTo>
                  <a:lnTo>
                    <a:pt x="409491" y="144615"/>
                  </a:lnTo>
                  <a:lnTo>
                    <a:pt x="419241" y="112599"/>
                  </a:lnTo>
                  <a:lnTo>
                    <a:pt x="428991" y="90268"/>
                  </a:lnTo>
                  <a:lnTo>
                    <a:pt x="438741" y="81360"/>
                  </a:lnTo>
                  <a:lnTo>
                    <a:pt x="448491" y="68084"/>
                  </a:lnTo>
                  <a:lnTo>
                    <a:pt x="458241" y="82013"/>
                  </a:lnTo>
                  <a:lnTo>
                    <a:pt x="467991" y="81475"/>
                  </a:lnTo>
                  <a:lnTo>
                    <a:pt x="477740" y="88616"/>
                  </a:lnTo>
                  <a:lnTo>
                    <a:pt x="487490" y="77037"/>
                  </a:lnTo>
                  <a:lnTo>
                    <a:pt x="497239" y="94957"/>
                  </a:lnTo>
                  <a:lnTo>
                    <a:pt x="506989" y="49576"/>
                  </a:lnTo>
                  <a:lnTo>
                    <a:pt x="516738" y="37623"/>
                  </a:lnTo>
                  <a:lnTo>
                    <a:pt x="526488" y="31964"/>
                  </a:lnTo>
                  <a:lnTo>
                    <a:pt x="536238" y="22766"/>
                  </a:lnTo>
                  <a:lnTo>
                    <a:pt x="545988" y="4619"/>
                  </a:lnTo>
                  <a:lnTo>
                    <a:pt x="555738" y="28313"/>
                  </a:lnTo>
                  <a:lnTo>
                    <a:pt x="565488" y="50984"/>
                  </a:lnTo>
                  <a:lnTo>
                    <a:pt x="575238" y="76041"/>
                  </a:lnTo>
                  <a:lnTo>
                    <a:pt x="584988" y="100117"/>
                  </a:lnTo>
                  <a:lnTo>
                    <a:pt x="594738" y="97836"/>
                  </a:lnTo>
                  <a:lnTo>
                    <a:pt x="604488" y="113024"/>
                  </a:lnTo>
                  <a:lnTo>
                    <a:pt x="614237" y="140913"/>
                  </a:lnTo>
                  <a:lnTo>
                    <a:pt x="623987" y="133578"/>
                  </a:lnTo>
                  <a:lnTo>
                    <a:pt x="633736" y="135670"/>
                  </a:lnTo>
                  <a:lnTo>
                    <a:pt x="643486" y="135517"/>
                  </a:lnTo>
                  <a:lnTo>
                    <a:pt x="653236" y="156608"/>
                  </a:lnTo>
                  <a:lnTo>
                    <a:pt x="662985" y="159464"/>
                  </a:lnTo>
                  <a:lnTo>
                    <a:pt x="672735" y="149784"/>
                  </a:lnTo>
                  <a:lnTo>
                    <a:pt x="682485" y="147311"/>
                  </a:lnTo>
                  <a:lnTo>
                    <a:pt x="692235" y="123711"/>
                  </a:lnTo>
                  <a:lnTo>
                    <a:pt x="701985" y="106422"/>
                  </a:lnTo>
                  <a:lnTo>
                    <a:pt x="711735" y="122368"/>
                  </a:lnTo>
                  <a:lnTo>
                    <a:pt x="721485" y="124412"/>
                  </a:lnTo>
                  <a:lnTo>
                    <a:pt x="731235" y="105920"/>
                  </a:lnTo>
                  <a:lnTo>
                    <a:pt x="740985" y="114388"/>
                  </a:lnTo>
                  <a:lnTo>
                    <a:pt x="750734" y="109899"/>
                  </a:lnTo>
                  <a:lnTo>
                    <a:pt x="760484" y="144005"/>
                  </a:lnTo>
                  <a:lnTo>
                    <a:pt x="770233" y="142549"/>
                  </a:lnTo>
                  <a:lnTo>
                    <a:pt x="779983" y="168516"/>
                  </a:lnTo>
                  <a:lnTo>
                    <a:pt x="789733" y="150822"/>
                  </a:lnTo>
                  <a:lnTo>
                    <a:pt x="799482" y="114664"/>
                  </a:lnTo>
                  <a:lnTo>
                    <a:pt x="809232" y="121485"/>
                  </a:lnTo>
                  <a:lnTo>
                    <a:pt x="818982" y="101104"/>
                  </a:lnTo>
                  <a:lnTo>
                    <a:pt x="828732" y="68562"/>
                  </a:lnTo>
                  <a:lnTo>
                    <a:pt x="838482" y="92529"/>
                  </a:lnTo>
                  <a:lnTo>
                    <a:pt x="848232" y="93786"/>
                  </a:lnTo>
                  <a:lnTo>
                    <a:pt x="857982" y="92909"/>
                  </a:lnTo>
                  <a:lnTo>
                    <a:pt x="867732" y="58401"/>
                  </a:lnTo>
                  <a:lnTo>
                    <a:pt x="877482" y="66075"/>
                  </a:lnTo>
                  <a:lnTo>
                    <a:pt x="887231" y="60947"/>
                  </a:lnTo>
                  <a:lnTo>
                    <a:pt x="896981" y="73515"/>
                  </a:lnTo>
                  <a:lnTo>
                    <a:pt x="906730" y="48645"/>
                  </a:lnTo>
                  <a:lnTo>
                    <a:pt x="916480" y="36476"/>
                  </a:lnTo>
                  <a:lnTo>
                    <a:pt x="926230" y="30397"/>
                  </a:lnTo>
                  <a:lnTo>
                    <a:pt x="935979" y="62467"/>
                  </a:lnTo>
                  <a:lnTo>
                    <a:pt x="945729" y="82984"/>
                  </a:lnTo>
                  <a:lnTo>
                    <a:pt x="955479" y="95118"/>
                  </a:lnTo>
                  <a:lnTo>
                    <a:pt x="965229" y="80654"/>
                  </a:lnTo>
                  <a:lnTo>
                    <a:pt x="974979" y="92913"/>
                  </a:lnTo>
                  <a:lnTo>
                    <a:pt x="984729" y="88919"/>
                  </a:lnTo>
                  <a:lnTo>
                    <a:pt x="994474" y="90604"/>
                  </a:lnTo>
                  <a:lnTo>
                    <a:pt x="1004233" y="62562"/>
                  </a:lnTo>
                  <a:lnTo>
                    <a:pt x="1013977" y="67281"/>
                  </a:lnTo>
                  <a:lnTo>
                    <a:pt x="1023721" y="105157"/>
                  </a:lnTo>
                  <a:lnTo>
                    <a:pt x="1033480" y="79502"/>
                  </a:lnTo>
                  <a:lnTo>
                    <a:pt x="1043224" y="25097"/>
                  </a:lnTo>
                  <a:lnTo>
                    <a:pt x="1052983" y="22003"/>
                  </a:lnTo>
                  <a:lnTo>
                    <a:pt x="1062727" y="29822"/>
                  </a:lnTo>
                  <a:lnTo>
                    <a:pt x="1072471" y="30746"/>
                  </a:lnTo>
                  <a:lnTo>
                    <a:pt x="1082230" y="44987"/>
                  </a:lnTo>
                  <a:lnTo>
                    <a:pt x="1091973" y="47902"/>
                  </a:lnTo>
                  <a:lnTo>
                    <a:pt x="1101732" y="63026"/>
                  </a:lnTo>
                  <a:lnTo>
                    <a:pt x="1111476" y="56285"/>
                  </a:lnTo>
                  <a:lnTo>
                    <a:pt x="1121220" y="52318"/>
                  </a:lnTo>
                  <a:lnTo>
                    <a:pt x="1130979" y="56905"/>
                  </a:lnTo>
                  <a:lnTo>
                    <a:pt x="1140723" y="59453"/>
                  </a:lnTo>
                  <a:lnTo>
                    <a:pt x="1150482" y="51997"/>
                  </a:lnTo>
                  <a:lnTo>
                    <a:pt x="1160226" y="42383"/>
                  </a:lnTo>
                  <a:lnTo>
                    <a:pt x="1169969" y="0"/>
                  </a:lnTo>
                  <a:lnTo>
                    <a:pt x="1179728" y="26067"/>
                  </a:lnTo>
                  <a:lnTo>
                    <a:pt x="1189472" y="39387"/>
                  </a:lnTo>
                  <a:lnTo>
                    <a:pt x="1199231" y="45743"/>
                  </a:lnTo>
                  <a:lnTo>
                    <a:pt x="1208975" y="77452"/>
                  </a:lnTo>
                  <a:lnTo>
                    <a:pt x="1218719" y="103380"/>
                  </a:lnTo>
                  <a:lnTo>
                    <a:pt x="1228478" y="115078"/>
                  </a:lnTo>
                  <a:lnTo>
                    <a:pt x="1238222" y="108740"/>
                  </a:lnTo>
                  <a:lnTo>
                    <a:pt x="1247966" y="118559"/>
                  </a:lnTo>
                  <a:lnTo>
                    <a:pt x="1257725" y="125168"/>
                  </a:lnTo>
                  <a:lnTo>
                    <a:pt x="1267469" y="144390"/>
                  </a:lnTo>
                  <a:lnTo>
                    <a:pt x="1277227" y="159087"/>
                  </a:lnTo>
                  <a:lnTo>
                    <a:pt x="1286971" y="142875"/>
                  </a:lnTo>
                  <a:lnTo>
                    <a:pt x="1296715" y="168880"/>
                  </a:lnTo>
                  <a:lnTo>
                    <a:pt x="1306474" y="197584"/>
                  </a:lnTo>
                  <a:lnTo>
                    <a:pt x="1316218" y="214372"/>
                  </a:lnTo>
                  <a:lnTo>
                    <a:pt x="1325977" y="221798"/>
                  </a:lnTo>
                  <a:lnTo>
                    <a:pt x="1335721" y="200722"/>
                  </a:lnTo>
                  <a:lnTo>
                    <a:pt x="1345465" y="193179"/>
                  </a:lnTo>
                  <a:lnTo>
                    <a:pt x="1355224" y="211714"/>
                  </a:lnTo>
                  <a:lnTo>
                    <a:pt x="1364967" y="214806"/>
                  </a:lnTo>
                  <a:lnTo>
                    <a:pt x="1374726" y="202397"/>
                  </a:lnTo>
                  <a:lnTo>
                    <a:pt x="1384470" y="188749"/>
                  </a:lnTo>
                  <a:lnTo>
                    <a:pt x="1394214" y="183409"/>
                  </a:lnTo>
                  <a:lnTo>
                    <a:pt x="1403973" y="203526"/>
                  </a:lnTo>
                  <a:lnTo>
                    <a:pt x="1413717" y="207917"/>
                  </a:lnTo>
                  <a:lnTo>
                    <a:pt x="1423476" y="206512"/>
                  </a:lnTo>
                  <a:lnTo>
                    <a:pt x="1433220" y="169857"/>
                  </a:lnTo>
                  <a:lnTo>
                    <a:pt x="1442964" y="162637"/>
                  </a:lnTo>
                  <a:lnTo>
                    <a:pt x="1452722" y="183450"/>
                  </a:lnTo>
                  <a:lnTo>
                    <a:pt x="1462466" y="175608"/>
                  </a:lnTo>
                  <a:lnTo>
                    <a:pt x="1472225" y="180409"/>
                  </a:lnTo>
                  <a:lnTo>
                    <a:pt x="1481969" y="173336"/>
                  </a:lnTo>
                  <a:lnTo>
                    <a:pt x="1491713" y="152761"/>
                  </a:lnTo>
                  <a:lnTo>
                    <a:pt x="1501472" y="174872"/>
                  </a:lnTo>
                  <a:lnTo>
                    <a:pt x="1511216" y="189849"/>
                  </a:lnTo>
                  <a:lnTo>
                    <a:pt x="1520960" y="161360"/>
                  </a:lnTo>
                  <a:lnTo>
                    <a:pt x="1530719" y="189447"/>
                  </a:lnTo>
                  <a:lnTo>
                    <a:pt x="1540463" y="195142"/>
                  </a:lnTo>
                  <a:lnTo>
                    <a:pt x="1550221" y="189366"/>
                  </a:lnTo>
                  <a:lnTo>
                    <a:pt x="1559965" y="186163"/>
                  </a:lnTo>
                  <a:lnTo>
                    <a:pt x="1569709" y="187471"/>
                  </a:lnTo>
                  <a:lnTo>
                    <a:pt x="1579468" y="192468"/>
                  </a:lnTo>
                  <a:lnTo>
                    <a:pt x="1589212" y="225621"/>
                  </a:lnTo>
                  <a:lnTo>
                    <a:pt x="1598971" y="246991"/>
                  </a:lnTo>
                  <a:lnTo>
                    <a:pt x="1608715" y="232914"/>
                  </a:lnTo>
                  <a:lnTo>
                    <a:pt x="1618459" y="282765"/>
                  </a:lnTo>
                  <a:lnTo>
                    <a:pt x="1628218" y="302098"/>
                  </a:lnTo>
                  <a:lnTo>
                    <a:pt x="1637962" y="272093"/>
                  </a:lnTo>
                  <a:lnTo>
                    <a:pt x="1647720" y="245516"/>
                  </a:lnTo>
                  <a:lnTo>
                    <a:pt x="1657464" y="277142"/>
                  </a:lnTo>
                  <a:lnTo>
                    <a:pt x="1667208" y="248356"/>
                  </a:lnTo>
                  <a:lnTo>
                    <a:pt x="1676967" y="227659"/>
                  </a:lnTo>
                  <a:lnTo>
                    <a:pt x="1686711" y="215745"/>
                  </a:lnTo>
                  <a:lnTo>
                    <a:pt x="1696470" y="188831"/>
                  </a:lnTo>
                  <a:lnTo>
                    <a:pt x="1706214" y="134910"/>
                  </a:lnTo>
                  <a:lnTo>
                    <a:pt x="1715958" y="99953"/>
                  </a:lnTo>
                  <a:lnTo>
                    <a:pt x="1725716" y="122347"/>
                  </a:lnTo>
                  <a:lnTo>
                    <a:pt x="1735460" y="144130"/>
                  </a:lnTo>
                  <a:lnTo>
                    <a:pt x="1745219" y="161624"/>
                  </a:lnTo>
                  <a:lnTo>
                    <a:pt x="1754963" y="195755"/>
                  </a:lnTo>
                  <a:lnTo>
                    <a:pt x="1764707" y="201665"/>
                  </a:lnTo>
                  <a:lnTo>
                    <a:pt x="1774466" y="230772"/>
                  </a:lnTo>
                  <a:lnTo>
                    <a:pt x="1784210" y="225037"/>
                  </a:lnTo>
                  <a:lnTo>
                    <a:pt x="1793969" y="238154"/>
                  </a:lnTo>
                  <a:lnTo>
                    <a:pt x="1803713" y="228661"/>
                  </a:lnTo>
                  <a:lnTo>
                    <a:pt x="1813457" y="228585"/>
                  </a:lnTo>
                  <a:lnTo>
                    <a:pt x="1823215" y="247016"/>
                  </a:lnTo>
                  <a:lnTo>
                    <a:pt x="1832959" y="280822"/>
                  </a:lnTo>
                  <a:lnTo>
                    <a:pt x="1842703" y="285329"/>
                  </a:lnTo>
                  <a:lnTo>
                    <a:pt x="1852462" y="275484"/>
                  </a:lnTo>
                  <a:lnTo>
                    <a:pt x="1862206" y="288307"/>
                  </a:lnTo>
                  <a:lnTo>
                    <a:pt x="1871965" y="286917"/>
                  </a:lnTo>
                  <a:lnTo>
                    <a:pt x="1881709" y="280458"/>
                  </a:lnTo>
                  <a:lnTo>
                    <a:pt x="1891453" y="277276"/>
                  </a:lnTo>
                  <a:lnTo>
                    <a:pt x="1901212" y="272693"/>
                  </a:lnTo>
                  <a:lnTo>
                    <a:pt x="1910956" y="271745"/>
                  </a:lnTo>
                  <a:lnTo>
                    <a:pt x="1920714" y="237557"/>
                  </a:lnTo>
                  <a:lnTo>
                    <a:pt x="1930458" y="239690"/>
                  </a:lnTo>
                  <a:lnTo>
                    <a:pt x="1940202" y="219009"/>
                  </a:lnTo>
                  <a:lnTo>
                    <a:pt x="1949961" y="207856"/>
                  </a:lnTo>
                  <a:lnTo>
                    <a:pt x="1959705" y="234929"/>
                  </a:lnTo>
                  <a:lnTo>
                    <a:pt x="1969464" y="217202"/>
                  </a:lnTo>
                  <a:lnTo>
                    <a:pt x="1979208" y="227169"/>
                  </a:lnTo>
                  <a:lnTo>
                    <a:pt x="1988952" y="214599"/>
                  </a:lnTo>
                  <a:lnTo>
                    <a:pt x="1998711" y="226216"/>
                  </a:lnTo>
                  <a:lnTo>
                    <a:pt x="2008454" y="217254"/>
                  </a:lnTo>
                  <a:lnTo>
                    <a:pt x="2018213" y="181924"/>
                  </a:lnTo>
                  <a:lnTo>
                    <a:pt x="2027957" y="195060"/>
                  </a:lnTo>
                  <a:lnTo>
                    <a:pt x="2037701" y="220366"/>
                  </a:lnTo>
                  <a:lnTo>
                    <a:pt x="2047460" y="260556"/>
                  </a:lnTo>
                  <a:lnTo>
                    <a:pt x="2057204" y="285578"/>
                  </a:lnTo>
                  <a:lnTo>
                    <a:pt x="2066963" y="240282"/>
                  </a:lnTo>
                  <a:lnTo>
                    <a:pt x="2076707" y="270133"/>
                  </a:lnTo>
                  <a:lnTo>
                    <a:pt x="2086451" y="267425"/>
                  </a:lnTo>
                  <a:lnTo>
                    <a:pt x="2096210" y="292698"/>
                  </a:lnTo>
                  <a:lnTo>
                    <a:pt x="2105954" y="331447"/>
                  </a:lnTo>
                  <a:lnTo>
                    <a:pt x="2115697" y="350254"/>
                  </a:lnTo>
                  <a:lnTo>
                    <a:pt x="2125456" y="344776"/>
                  </a:lnTo>
                  <a:lnTo>
                    <a:pt x="2135200" y="351050"/>
                  </a:lnTo>
                  <a:lnTo>
                    <a:pt x="2144959" y="359433"/>
                  </a:lnTo>
                  <a:lnTo>
                    <a:pt x="2154703" y="364702"/>
                  </a:lnTo>
                  <a:lnTo>
                    <a:pt x="2164447" y="342149"/>
                  </a:lnTo>
                  <a:lnTo>
                    <a:pt x="2174206" y="364934"/>
                  </a:lnTo>
                  <a:lnTo>
                    <a:pt x="2183950" y="391290"/>
                  </a:lnTo>
                  <a:lnTo>
                    <a:pt x="2193709" y="405342"/>
                  </a:lnTo>
                  <a:lnTo>
                    <a:pt x="2203452" y="447966"/>
                  </a:lnTo>
                  <a:lnTo>
                    <a:pt x="2213196" y="441490"/>
                  </a:lnTo>
                  <a:lnTo>
                    <a:pt x="2222955" y="405415"/>
                  </a:lnTo>
                  <a:lnTo>
                    <a:pt x="2232699" y="369557"/>
                  </a:lnTo>
                  <a:lnTo>
                    <a:pt x="2242458" y="337136"/>
                  </a:lnTo>
                  <a:lnTo>
                    <a:pt x="2252202" y="343749"/>
                  </a:lnTo>
                  <a:lnTo>
                    <a:pt x="2261946" y="333745"/>
                  </a:lnTo>
                  <a:lnTo>
                    <a:pt x="2271705" y="318326"/>
                  </a:lnTo>
                  <a:lnTo>
                    <a:pt x="2281449" y="343618"/>
                  </a:lnTo>
                  <a:lnTo>
                    <a:pt x="2291208" y="354144"/>
                  </a:lnTo>
                  <a:lnTo>
                    <a:pt x="2300951" y="348995"/>
                  </a:lnTo>
                  <a:lnTo>
                    <a:pt x="2310695" y="301442"/>
                  </a:lnTo>
                  <a:lnTo>
                    <a:pt x="2320454" y="333196"/>
                  </a:lnTo>
                  <a:lnTo>
                    <a:pt x="2330198" y="304887"/>
                  </a:lnTo>
                  <a:lnTo>
                    <a:pt x="2339957" y="280749"/>
                  </a:lnTo>
                  <a:lnTo>
                    <a:pt x="2349701" y="251227"/>
                  </a:lnTo>
                  <a:lnTo>
                    <a:pt x="2359445" y="274801"/>
                  </a:lnTo>
                  <a:lnTo>
                    <a:pt x="2369204" y="275415"/>
                  </a:lnTo>
                  <a:lnTo>
                    <a:pt x="2378948" y="302379"/>
                  </a:lnTo>
                  <a:lnTo>
                    <a:pt x="2388692" y="290305"/>
                  </a:lnTo>
                  <a:lnTo>
                    <a:pt x="2398450" y="321142"/>
                  </a:lnTo>
                  <a:lnTo>
                    <a:pt x="2408194" y="352246"/>
                  </a:lnTo>
                  <a:lnTo>
                    <a:pt x="2417953" y="346316"/>
                  </a:lnTo>
                  <a:lnTo>
                    <a:pt x="2427697" y="322587"/>
                  </a:lnTo>
                  <a:lnTo>
                    <a:pt x="2437441" y="325146"/>
                  </a:lnTo>
                  <a:lnTo>
                    <a:pt x="2447200" y="322962"/>
                  </a:lnTo>
                  <a:lnTo>
                    <a:pt x="2456944" y="318780"/>
                  </a:lnTo>
                  <a:lnTo>
                    <a:pt x="2466703" y="314972"/>
                  </a:lnTo>
                  <a:lnTo>
                    <a:pt x="2476446" y="336866"/>
                  </a:lnTo>
                  <a:lnTo>
                    <a:pt x="2486190" y="327767"/>
                  </a:lnTo>
                  <a:lnTo>
                    <a:pt x="2495949" y="341123"/>
                  </a:lnTo>
                  <a:lnTo>
                    <a:pt x="2505693" y="330690"/>
                  </a:lnTo>
                  <a:lnTo>
                    <a:pt x="2515452" y="348739"/>
                  </a:lnTo>
                  <a:lnTo>
                    <a:pt x="2525196" y="318069"/>
                  </a:lnTo>
                  <a:lnTo>
                    <a:pt x="2534940" y="357242"/>
                  </a:lnTo>
                  <a:lnTo>
                    <a:pt x="2544699" y="382241"/>
                  </a:lnTo>
                  <a:lnTo>
                    <a:pt x="2554443" y="403978"/>
                  </a:lnTo>
                  <a:lnTo>
                    <a:pt x="2564202" y="371129"/>
                  </a:lnTo>
                  <a:lnTo>
                    <a:pt x="2573946" y="374598"/>
                  </a:lnTo>
                  <a:lnTo>
                    <a:pt x="2583690" y="363878"/>
                  </a:lnTo>
                  <a:lnTo>
                    <a:pt x="2593448" y="372621"/>
                  </a:lnTo>
                  <a:lnTo>
                    <a:pt x="2603192" y="382671"/>
                  </a:lnTo>
                  <a:lnTo>
                    <a:pt x="2612951" y="373266"/>
                  </a:lnTo>
                  <a:lnTo>
                    <a:pt x="2622695" y="359055"/>
                  </a:lnTo>
                  <a:lnTo>
                    <a:pt x="2632439" y="352409"/>
                  </a:lnTo>
                  <a:lnTo>
                    <a:pt x="2642198" y="322901"/>
                  </a:lnTo>
                  <a:lnTo>
                    <a:pt x="2651942" y="330410"/>
                  </a:lnTo>
                  <a:lnTo>
                    <a:pt x="2661685" y="317627"/>
                  </a:lnTo>
                  <a:lnTo>
                    <a:pt x="2671444" y="308877"/>
                  </a:lnTo>
                  <a:lnTo>
                    <a:pt x="2681188" y="308112"/>
                  </a:lnTo>
                  <a:lnTo>
                    <a:pt x="2690947" y="315426"/>
                  </a:lnTo>
                  <a:lnTo>
                    <a:pt x="2700691" y="318484"/>
                  </a:lnTo>
                  <a:lnTo>
                    <a:pt x="2710435" y="367270"/>
                  </a:lnTo>
                  <a:lnTo>
                    <a:pt x="2720194" y="381122"/>
                  </a:lnTo>
                  <a:lnTo>
                    <a:pt x="2729938" y="404911"/>
                  </a:lnTo>
                  <a:lnTo>
                    <a:pt x="2739697" y="425530"/>
                  </a:lnTo>
                  <a:lnTo>
                    <a:pt x="2749441" y="431725"/>
                  </a:lnTo>
                  <a:lnTo>
                    <a:pt x="2759185" y="452927"/>
                  </a:lnTo>
                  <a:lnTo>
                    <a:pt x="2768943" y="445496"/>
                  </a:lnTo>
                  <a:lnTo>
                    <a:pt x="2778687" y="413047"/>
                  </a:lnTo>
                  <a:lnTo>
                    <a:pt x="2788446" y="443374"/>
                  </a:lnTo>
                  <a:lnTo>
                    <a:pt x="2798190" y="499925"/>
                  </a:lnTo>
                  <a:lnTo>
                    <a:pt x="2807934" y="458762"/>
                  </a:lnTo>
                  <a:lnTo>
                    <a:pt x="2817693" y="485461"/>
                  </a:lnTo>
                  <a:lnTo>
                    <a:pt x="2827437" y="477205"/>
                  </a:lnTo>
                  <a:lnTo>
                    <a:pt x="2837196" y="483749"/>
                  </a:lnTo>
                  <a:lnTo>
                    <a:pt x="2846940" y="494432"/>
                  </a:lnTo>
                  <a:lnTo>
                    <a:pt x="2856684" y="453717"/>
                  </a:lnTo>
                  <a:lnTo>
                    <a:pt x="2866442" y="432707"/>
                  </a:lnTo>
                  <a:lnTo>
                    <a:pt x="2876186" y="441646"/>
                  </a:lnTo>
                  <a:lnTo>
                    <a:pt x="2885945" y="452263"/>
                  </a:lnTo>
                  <a:lnTo>
                    <a:pt x="2895689" y="468743"/>
                  </a:lnTo>
                  <a:lnTo>
                    <a:pt x="2905433" y="475383"/>
                  </a:lnTo>
                  <a:lnTo>
                    <a:pt x="2915192" y="48811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4" name="Freeform 1163">
              <a:extLst>
                <a:ext uri="{FF2B5EF4-FFF2-40B4-BE49-F238E27FC236}">
                  <a16:creationId xmlns:a16="http://schemas.microsoft.com/office/drawing/2014/main" id="{317AD6E6-0E0C-2215-0238-DA6245B42B48}"/>
                </a:ext>
              </a:extLst>
            </p:cNvPr>
            <p:cNvSpPr/>
            <p:nvPr/>
          </p:nvSpPr>
          <p:spPr>
            <a:xfrm>
              <a:off x="4426652" y="3401097"/>
              <a:ext cx="2915191" cy="785658"/>
            </a:xfrm>
            <a:custGeom>
              <a:avLst/>
              <a:gdLst>
                <a:gd name="connsiteX0" fmla="*/ 0 w 2915191"/>
                <a:gd name="connsiteY0" fmla="*/ 719075 h 785658"/>
                <a:gd name="connsiteX1" fmla="*/ 9750 w 2915191"/>
                <a:gd name="connsiteY1" fmla="*/ 687445 h 785658"/>
                <a:gd name="connsiteX2" fmla="*/ 19500 w 2915191"/>
                <a:gd name="connsiteY2" fmla="*/ 701569 h 785658"/>
                <a:gd name="connsiteX3" fmla="*/ 29250 w 2915191"/>
                <a:gd name="connsiteY3" fmla="*/ 683795 h 785658"/>
                <a:gd name="connsiteX4" fmla="*/ 39000 w 2915191"/>
                <a:gd name="connsiteY4" fmla="*/ 692198 h 785658"/>
                <a:gd name="connsiteX5" fmla="*/ 48749 w 2915191"/>
                <a:gd name="connsiteY5" fmla="*/ 690470 h 785658"/>
                <a:gd name="connsiteX6" fmla="*/ 58499 w 2915191"/>
                <a:gd name="connsiteY6" fmla="*/ 701599 h 785658"/>
                <a:gd name="connsiteX7" fmla="*/ 68249 w 2915191"/>
                <a:gd name="connsiteY7" fmla="*/ 703178 h 785658"/>
                <a:gd name="connsiteX8" fmla="*/ 77998 w 2915191"/>
                <a:gd name="connsiteY8" fmla="*/ 694254 h 785658"/>
                <a:gd name="connsiteX9" fmla="*/ 87748 w 2915191"/>
                <a:gd name="connsiteY9" fmla="*/ 695133 h 785658"/>
                <a:gd name="connsiteX10" fmla="*/ 97497 w 2915191"/>
                <a:gd name="connsiteY10" fmla="*/ 707261 h 785658"/>
                <a:gd name="connsiteX11" fmla="*/ 107247 w 2915191"/>
                <a:gd name="connsiteY11" fmla="*/ 745536 h 785658"/>
                <a:gd name="connsiteX12" fmla="*/ 116997 w 2915191"/>
                <a:gd name="connsiteY12" fmla="*/ 741677 h 785658"/>
                <a:gd name="connsiteX13" fmla="*/ 126747 w 2915191"/>
                <a:gd name="connsiteY13" fmla="*/ 743912 h 785658"/>
                <a:gd name="connsiteX14" fmla="*/ 136497 w 2915191"/>
                <a:gd name="connsiteY14" fmla="*/ 753194 h 785658"/>
                <a:gd name="connsiteX15" fmla="*/ 146247 w 2915191"/>
                <a:gd name="connsiteY15" fmla="*/ 737789 h 785658"/>
                <a:gd name="connsiteX16" fmla="*/ 155997 w 2915191"/>
                <a:gd name="connsiteY16" fmla="*/ 760107 h 785658"/>
                <a:gd name="connsiteX17" fmla="*/ 165747 w 2915191"/>
                <a:gd name="connsiteY17" fmla="*/ 753716 h 785658"/>
                <a:gd name="connsiteX18" fmla="*/ 175497 w 2915191"/>
                <a:gd name="connsiteY18" fmla="*/ 756055 h 785658"/>
                <a:gd name="connsiteX19" fmla="*/ 185247 w 2915191"/>
                <a:gd name="connsiteY19" fmla="*/ 769389 h 785658"/>
                <a:gd name="connsiteX20" fmla="*/ 194996 w 2915191"/>
                <a:gd name="connsiteY20" fmla="*/ 748367 h 785658"/>
                <a:gd name="connsiteX21" fmla="*/ 204746 w 2915191"/>
                <a:gd name="connsiteY21" fmla="*/ 785659 h 785658"/>
                <a:gd name="connsiteX22" fmla="*/ 214495 w 2915191"/>
                <a:gd name="connsiteY22" fmla="*/ 756010 h 785658"/>
                <a:gd name="connsiteX23" fmla="*/ 224245 w 2915191"/>
                <a:gd name="connsiteY23" fmla="*/ 751853 h 785658"/>
                <a:gd name="connsiteX24" fmla="*/ 233995 w 2915191"/>
                <a:gd name="connsiteY24" fmla="*/ 718450 h 785658"/>
                <a:gd name="connsiteX25" fmla="*/ 243744 w 2915191"/>
                <a:gd name="connsiteY25" fmla="*/ 719642 h 785658"/>
                <a:gd name="connsiteX26" fmla="*/ 253494 w 2915191"/>
                <a:gd name="connsiteY26" fmla="*/ 755071 h 785658"/>
                <a:gd name="connsiteX27" fmla="*/ 263244 w 2915191"/>
                <a:gd name="connsiteY27" fmla="*/ 730026 h 785658"/>
                <a:gd name="connsiteX28" fmla="*/ 272994 w 2915191"/>
                <a:gd name="connsiteY28" fmla="*/ 694596 h 785658"/>
                <a:gd name="connsiteX29" fmla="*/ 282744 w 2915191"/>
                <a:gd name="connsiteY29" fmla="*/ 671697 h 785658"/>
                <a:gd name="connsiteX30" fmla="*/ 292494 w 2915191"/>
                <a:gd name="connsiteY30" fmla="*/ 668553 h 785658"/>
                <a:gd name="connsiteX31" fmla="*/ 302244 w 2915191"/>
                <a:gd name="connsiteY31" fmla="*/ 681813 h 785658"/>
                <a:gd name="connsiteX32" fmla="*/ 311994 w 2915191"/>
                <a:gd name="connsiteY32" fmla="*/ 666661 h 785658"/>
                <a:gd name="connsiteX33" fmla="*/ 321744 w 2915191"/>
                <a:gd name="connsiteY33" fmla="*/ 664337 h 785658"/>
                <a:gd name="connsiteX34" fmla="*/ 331493 w 2915191"/>
                <a:gd name="connsiteY34" fmla="*/ 656217 h 785658"/>
                <a:gd name="connsiteX35" fmla="*/ 341243 w 2915191"/>
                <a:gd name="connsiteY35" fmla="*/ 707305 h 785658"/>
                <a:gd name="connsiteX36" fmla="*/ 350993 w 2915191"/>
                <a:gd name="connsiteY36" fmla="*/ 727657 h 785658"/>
                <a:gd name="connsiteX37" fmla="*/ 360742 w 2915191"/>
                <a:gd name="connsiteY37" fmla="*/ 747324 h 785658"/>
                <a:gd name="connsiteX38" fmla="*/ 370492 w 2915191"/>
                <a:gd name="connsiteY38" fmla="*/ 747741 h 785658"/>
                <a:gd name="connsiteX39" fmla="*/ 380241 w 2915191"/>
                <a:gd name="connsiteY39" fmla="*/ 740754 h 785658"/>
                <a:gd name="connsiteX40" fmla="*/ 389991 w 2915191"/>
                <a:gd name="connsiteY40" fmla="*/ 746043 h 785658"/>
                <a:gd name="connsiteX41" fmla="*/ 399741 w 2915191"/>
                <a:gd name="connsiteY41" fmla="*/ 718554 h 785658"/>
                <a:gd name="connsiteX42" fmla="*/ 409491 w 2915191"/>
                <a:gd name="connsiteY42" fmla="*/ 710434 h 785658"/>
                <a:gd name="connsiteX43" fmla="*/ 419241 w 2915191"/>
                <a:gd name="connsiteY43" fmla="*/ 712729 h 785658"/>
                <a:gd name="connsiteX44" fmla="*/ 428991 w 2915191"/>
                <a:gd name="connsiteY44" fmla="*/ 736299 h 785658"/>
                <a:gd name="connsiteX45" fmla="*/ 438741 w 2915191"/>
                <a:gd name="connsiteY45" fmla="*/ 720402 h 785658"/>
                <a:gd name="connsiteX46" fmla="*/ 448491 w 2915191"/>
                <a:gd name="connsiteY46" fmla="*/ 721385 h 785658"/>
                <a:gd name="connsiteX47" fmla="*/ 458241 w 2915191"/>
                <a:gd name="connsiteY47" fmla="*/ 707722 h 785658"/>
                <a:gd name="connsiteX48" fmla="*/ 467991 w 2915191"/>
                <a:gd name="connsiteY48" fmla="*/ 683571 h 785658"/>
                <a:gd name="connsiteX49" fmla="*/ 477740 w 2915191"/>
                <a:gd name="connsiteY49" fmla="*/ 686953 h 785658"/>
                <a:gd name="connsiteX50" fmla="*/ 487490 w 2915191"/>
                <a:gd name="connsiteY50" fmla="*/ 688830 h 785658"/>
                <a:gd name="connsiteX51" fmla="*/ 497239 w 2915191"/>
                <a:gd name="connsiteY51" fmla="*/ 678059 h 785658"/>
                <a:gd name="connsiteX52" fmla="*/ 506989 w 2915191"/>
                <a:gd name="connsiteY52" fmla="*/ 668300 h 785658"/>
                <a:gd name="connsiteX53" fmla="*/ 516738 w 2915191"/>
                <a:gd name="connsiteY53" fmla="*/ 637012 h 785658"/>
                <a:gd name="connsiteX54" fmla="*/ 526488 w 2915191"/>
                <a:gd name="connsiteY54" fmla="*/ 622873 h 785658"/>
                <a:gd name="connsiteX55" fmla="*/ 536238 w 2915191"/>
                <a:gd name="connsiteY55" fmla="*/ 577680 h 785658"/>
                <a:gd name="connsiteX56" fmla="*/ 545988 w 2915191"/>
                <a:gd name="connsiteY56" fmla="*/ 549799 h 785658"/>
                <a:gd name="connsiteX57" fmla="*/ 555738 w 2915191"/>
                <a:gd name="connsiteY57" fmla="*/ 526031 h 785658"/>
                <a:gd name="connsiteX58" fmla="*/ 565488 w 2915191"/>
                <a:gd name="connsiteY58" fmla="*/ 546590 h 785658"/>
                <a:gd name="connsiteX59" fmla="*/ 575238 w 2915191"/>
                <a:gd name="connsiteY59" fmla="*/ 510554 h 785658"/>
                <a:gd name="connsiteX60" fmla="*/ 584988 w 2915191"/>
                <a:gd name="connsiteY60" fmla="*/ 510441 h 785658"/>
                <a:gd name="connsiteX61" fmla="*/ 594738 w 2915191"/>
                <a:gd name="connsiteY61" fmla="*/ 480269 h 785658"/>
                <a:gd name="connsiteX62" fmla="*/ 604488 w 2915191"/>
                <a:gd name="connsiteY62" fmla="*/ 477858 h 785658"/>
                <a:gd name="connsiteX63" fmla="*/ 614237 w 2915191"/>
                <a:gd name="connsiteY63" fmla="*/ 491429 h 785658"/>
                <a:gd name="connsiteX64" fmla="*/ 623987 w 2915191"/>
                <a:gd name="connsiteY64" fmla="*/ 506375 h 785658"/>
                <a:gd name="connsiteX65" fmla="*/ 633736 w 2915191"/>
                <a:gd name="connsiteY65" fmla="*/ 521198 h 785658"/>
                <a:gd name="connsiteX66" fmla="*/ 643486 w 2915191"/>
                <a:gd name="connsiteY66" fmla="*/ 505505 h 785658"/>
                <a:gd name="connsiteX67" fmla="*/ 653236 w 2915191"/>
                <a:gd name="connsiteY67" fmla="*/ 509868 h 785658"/>
                <a:gd name="connsiteX68" fmla="*/ 662985 w 2915191"/>
                <a:gd name="connsiteY68" fmla="*/ 524759 h 785658"/>
                <a:gd name="connsiteX69" fmla="*/ 672735 w 2915191"/>
                <a:gd name="connsiteY69" fmla="*/ 525252 h 785658"/>
                <a:gd name="connsiteX70" fmla="*/ 682485 w 2915191"/>
                <a:gd name="connsiteY70" fmla="*/ 505858 h 785658"/>
                <a:gd name="connsiteX71" fmla="*/ 692235 w 2915191"/>
                <a:gd name="connsiteY71" fmla="*/ 497575 h 785658"/>
                <a:gd name="connsiteX72" fmla="*/ 701985 w 2915191"/>
                <a:gd name="connsiteY72" fmla="*/ 493900 h 785658"/>
                <a:gd name="connsiteX73" fmla="*/ 711735 w 2915191"/>
                <a:gd name="connsiteY73" fmla="*/ 489388 h 785658"/>
                <a:gd name="connsiteX74" fmla="*/ 721485 w 2915191"/>
                <a:gd name="connsiteY74" fmla="*/ 498548 h 785658"/>
                <a:gd name="connsiteX75" fmla="*/ 731235 w 2915191"/>
                <a:gd name="connsiteY75" fmla="*/ 518528 h 785658"/>
                <a:gd name="connsiteX76" fmla="*/ 740985 w 2915191"/>
                <a:gd name="connsiteY76" fmla="*/ 526543 h 785658"/>
                <a:gd name="connsiteX77" fmla="*/ 750734 w 2915191"/>
                <a:gd name="connsiteY77" fmla="*/ 551562 h 785658"/>
                <a:gd name="connsiteX78" fmla="*/ 760484 w 2915191"/>
                <a:gd name="connsiteY78" fmla="*/ 553871 h 785658"/>
                <a:gd name="connsiteX79" fmla="*/ 770233 w 2915191"/>
                <a:gd name="connsiteY79" fmla="*/ 558484 h 785658"/>
                <a:gd name="connsiteX80" fmla="*/ 779983 w 2915191"/>
                <a:gd name="connsiteY80" fmla="*/ 563943 h 785658"/>
                <a:gd name="connsiteX81" fmla="*/ 789733 w 2915191"/>
                <a:gd name="connsiteY81" fmla="*/ 511200 h 785658"/>
                <a:gd name="connsiteX82" fmla="*/ 799482 w 2915191"/>
                <a:gd name="connsiteY82" fmla="*/ 508854 h 785658"/>
                <a:gd name="connsiteX83" fmla="*/ 809232 w 2915191"/>
                <a:gd name="connsiteY83" fmla="*/ 462651 h 785658"/>
                <a:gd name="connsiteX84" fmla="*/ 818982 w 2915191"/>
                <a:gd name="connsiteY84" fmla="*/ 454262 h 785658"/>
                <a:gd name="connsiteX85" fmla="*/ 828732 w 2915191"/>
                <a:gd name="connsiteY85" fmla="*/ 452270 h 785658"/>
                <a:gd name="connsiteX86" fmla="*/ 838482 w 2915191"/>
                <a:gd name="connsiteY86" fmla="*/ 426388 h 785658"/>
                <a:gd name="connsiteX87" fmla="*/ 848232 w 2915191"/>
                <a:gd name="connsiteY87" fmla="*/ 469290 h 785658"/>
                <a:gd name="connsiteX88" fmla="*/ 857982 w 2915191"/>
                <a:gd name="connsiteY88" fmla="*/ 492799 h 785658"/>
                <a:gd name="connsiteX89" fmla="*/ 867732 w 2915191"/>
                <a:gd name="connsiteY89" fmla="*/ 521682 h 785658"/>
                <a:gd name="connsiteX90" fmla="*/ 877482 w 2915191"/>
                <a:gd name="connsiteY90" fmla="*/ 507376 h 785658"/>
                <a:gd name="connsiteX91" fmla="*/ 887231 w 2915191"/>
                <a:gd name="connsiteY91" fmla="*/ 493338 h 785658"/>
                <a:gd name="connsiteX92" fmla="*/ 896981 w 2915191"/>
                <a:gd name="connsiteY92" fmla="*/ 466608 h 785658"/>
                <a:gd name="connsiteX93" fmla="*/ 906730 w 2915191"/>
                <a:gd name="connsiteY93" fmla="*/ 507274 h 785658"/>
                <a:gd name="connsiteX94" fmla="*/ 916480 w 2915191"/>
                <a:gd name="connsiteY94" fmla="*/ 519895 h 785658"/>
                <a:gd name="connsiteX95" fmla="*/ 926230 w 2915191"/>
                <a:gd name="connsiteY95" fmla="*/ 531247 h 785658"/>
                <a:gd name="connsiteX96" fmla="*/ 935979 w 2915191"/>
                <a:gd name="connsiteY96" fmla="*/ 524483 h 785658"/>
                <a:gd name="connsiteX97" fmla="*/ 945729 w 2915191"/>
                <a:gd name="connsiteY97" fmla="*/ 512069 h 785658"/>
                <a:gd name="connsiteX98" fmla="*/ 955479 w 2915191"/>
                <a:gd name="connsiteY98" fmla="*/ 488247 h 785658"/>
                <a:gd name="connsiteX99" fmla="*/ 965229 w 2915191"/>
                <a:gd name="connsiteY99" fmla="*/ 530201 h 785658"/>
                <a:gd name="connsiteX100" fmla="*/ 974979 w 2915191"/>
                <a:gd name="connsiteY100" fmla="*/ 510299 h 785658"/>
                <a:gd name="connsiteX101" fmla="*/ 984729 w 2915191"/>
                <a:gd name="connsiteY101" fmla="*/ 533641 h 785658"/>
                <a:gd name="connsiteX102" fmla="*/ 994474 w 2915191"/>
                <a:gd name="connsiteY102" fmla="*/ 514232 h 785658"/>
                <a:gd name="connsiteX103" fmla="*/ 1004233 w 2915191"/>
                <a:gd name="connsiteY103" fmla="*/ 530995 h 785658"/>
                <a:gd name="connsiteX104" fmla="*/ 1013977 w 2915191"/>
                <a:gd name="connsiteY104" fmla="*/ 543129 h 785658"/>
                <a:gd name="connsiteX105" fmla="*/ 1023721 w 2915191"/>
                <a:gd name="connsiteY105" fmla="*/ 550064 h 785658"/>
                <a:gd name="connsiteX106" fmla="*/ 1033480 w 2915191"/>
                <a:gd name="connsiteY106" fmla="*/ 544668 h 785658"/>
                <a:gd name="connsiteX107" fmla="*/ 1043224 w 2915191"/>
                <a:gd name="connsiteY107" fmla="*/ 551852 h 785658"/>
                <a:gd name="connsiteX108" fmla="*/ 1052983 w 2915191"/>
                <a:gd name="connsiteY108" fmla="*/ 546277 h 785658"/>
                <a:gd name="connsiteX109" fmla="*/ 1062727 w 2915191"/>
                <a:gd name="connsiteY109" fmla="*/ 510175 h 785658"/>
                <a:gd name="connsiteX110" fmla="*/ 1072471 w 2915191"/>
                <a:gd name="connsiteY110" fmla="*/ 528105 h 785658"/>
                <a:gd name="connsiteX111" fmla="*/ 1082230 w 2915191"/>
                <a:gd name="connsiteY111" fmla="*/ 510290 h 785658"/>
                <a:gd name="connsiteX112" fmla="*/ 1091973 w 2915191"/>
                <a:gd name="connsiteY112" fmla="*/ 549774 h 785658"/>
                <a:gd name="connsiteX113" fmla="*/ 1101732 w 2915191"/>
                <a:gd name="connsiteY113" fmla="*/ 554063 h 785658"/>
                <a:gd name="connsiteX114" fmla="*/ 1111476 w 2915191"/>
                <a:gd name="connsiteY114" fmla="*/ 535137 h 785658"/>
                <a:gd name="connsiteX115" fmla="*/ 1121220 w 2915191"/>
                <a:gd name="connsiteY115" fmla="*/ 540614 h 785658"/>
                <a:gd name="connsiteX116" fmla="*/ 1130979 w 2915191"/>
                <a:gd name="connsiteY116" fmla="*/ 530539 h 785658"/>
                <a:gd name="connsiteX117" fmla="*/ 1140723 w 2915191"/>
                <a:gd name="connsiteY117" fmla="*/ 529464 h 785658"/>
                <a:gd name="connsiteX118" fmla="*/ 1150482 w 2915191"/>
                <a:gd name="connsiteY118" fmla="*/ 524964 h 785658"/>
                <a:gd name="connsiteX119" fmla="*/ 1160226 w 2915191"/>
                <a:gd name="connsiteY119" fmla="*/ 488420 h 785658"/>
                <a:gd name="connsiteX120" fmla="*/ 1169969 w 2915191"/>
                <a:gd name="connsiteY120" fmla="*/ 498343 h 785658"/>
                <a:gd name="connsiteX121" fmla="*/ 1179728 w 2915191"/>
                <a:gd name="connsiteY121" fmla="*/ 489579 h 785658"/>
                <a:gd name="connsiteX122" fmla="*/ 1189472 w 2915191"/>
                <a:gd name="connsiteY122" fmla="*/ 472941 h 785658"/>
                <a:gd name="connsiteX123" fmla="*/ 1199231 w 2915191"/>
                <a:gd name="connsiteY123" fmla="*/ 472482 h 785658"/>
                <a:gd name="connsiteX124" fmla="*/ 1208975 w 2915191"/>
                <a:gd name="connsiteY124" fmla="*/ 500028 h 785658"/>
                <a:gd name="connsiteX125" fmla="*/ 1218719 w 2915191"/>
                <a:gd name="connsiteY125" fmla="*/ 508690 h 785658"/>
                <a:gd name="connsiteX126" fmla="*/ 1228478 w 2915191"/>
                <a:gd name="connsiteY126" fmla="*/ 521937 h 785658"/>
                <a:gd name="connsiteX127" fmla="*/ 1238222 w 2915191"/>
                <a:gd name="connsiteY127" fmla="*/ 536326 h 785658"/>
                <a:gd name="connsiteX128" fmla="*/ 1247966 w 2915191"/>
                <a:gd name="connsiteY128" fmla="*/ 564366 h 785658"/>
                <a:gd name="connsiteX129" fmla="*/ 1257725 w 2915191"/>
                <a:gd name="connsiteY129" fmla="*/ 564524 h 785658"/>
                <a:gd name="connsiteX130" fmla="*/ 1267469 w 2915191"/>
                <a:gd name="connsiteY130" fmla="*/ 555135 h 785658"/>
                <a:gd name="connsiteX131" fmla="*/ 1277227 w 2915191"/>
                <a:gd name="connsiteY131" fmla="*/ 524699 h 785658"/>
                <a:gd name="connsiteX132" fmla="*/ 1286971 w 2915191"/>
                <a:gd name="connsiteY132" fmla="*/ 489788 h 785658"/>
                <a:gd name="connsiteX133" fmla="*/ 1296715 w 2915191"/>
                <a:gd name="connsiteY133" fmla="*/ 485197 h 785658"/>
                <a:gd name="connsiteX134" fmla="*/ 1306474 w 2915191"/>
                <a:gd name="connsiteY134" fmla="*/ 479527 h 785658"/>
                <a:gd name="connsiteX135" fmla="*/ 1316218 w 2915191"/>
                <a:gd name="connsiteY135" fmla="*/ 467791 h 785658"/>
                <a:gd name="connsiteX136" fmla="*/ 1325977 w 2915191"/>
                <a:gd name="connsiteY136" fmla="*/ 467007 h 785658"/>
                <a:gd name="connsiteX137" fmla="*/ 1335721 w 2915191"/>
                <a:gd name="connsiteY137" fmla="*/ 483460 h 785658"/>
                <a:gd name="connsiteX138" fmla="*/ 1345465 w 2915191"/>
                <a:gd name="connsiteY138" fmla="*/ 481934 h 785658"/>
                <a:gd name="connsiteX139" fmla="*/ 1355224 w 2915191"/>
                <a:gd name="connsiteY139" fmla="*/ 455779 h 785658"/>
                <a:gd name="connsiteX140" fmla="*/ 1364967 w 2915191"/>
                <a:gd name="connsiteY140" fmla="*/ 451453 h 785658"/>
                <a:gd name="connsiteX141" fmla="*/ 1374726 w 2915191"/>
                <a:gd name="connsiteY141" fmla="*/ 447652 h 785658"/>
                <a:gd name="connsiteX142" fmla="*/ 1384470 w 2915191"/>
                <a:gd name="connsiteY142" fmla="*/ 445927 h 785658"/>
                <a:gd name="connsiteX143" fmla="*/ 1394214 w 2915191"/>
                <a:gd name="connsiteY143" fmla="*/ 427420 h 785658"/>
                <a:gd name="connsiteX144" fmla="*/ 1403973 w 2915191"/>
                <a:gd name="connsiteY144" fmla="*/ 438255 h 785658"/>
                <a:gd name="connsiteX145" fmla="*/ 1413717 w 2915191"/>
                <a:gd name="connsiteY145" fmla="*/ 429967 h 785658"/>
                <a:gd name="connsiteX146" fmla="*/ 1423476 w 2915191"/>
                <a:gd name="connsiteY146" fmla="*/ 435969 h 785658"/>
                <a:gd name="connsiteX147" fmla="*/ 1433220 w 2915191"/>
                <a:gd name="connsiteY147" fmla="*/ 439162 h 785658"/>
                <a:gd name="connsiteX148" fmla="*/ 1442964 w 2915191"/>
                <a:gd name="connsiteY148" fmla="*/ 426026 h 785658"/>
                <a:gd name="connsiteX149" fmla="*/ 1452722 w 2915191"/>
                <a:gd name="connsiteY149" fmla="*/ 457007 h 785658"/>
                <a:gd name="connsiteX150" fmla="*/ 1462466 w 2915191"/>
                <a:gd name="connsiteY150" fmla="*/ 440967 h 785658"/>
                <a:gd name="connsiteX151" fmla="*/ 1472225 w 2915191"/>
                <a:gd name="connsiteY151" fmla="*/ 459370 h 785658"/>
                <a:gd name="connsiteX152" fmla="*/ 1481969 w 2915191"/>
                <a:gd name="connsiteY152" fmla="*/ 465301 h 785658"/>
                <a:gd name="connsiteX153" fmla="*/ 1491713 w 2915191"/>
                <a:gd name="connsiteY153" fmla="*/ 498255 h 785658"/>
                <a:gd name="connsiteX154" fmla="*/ 1501472 w 2915191"/>
                <a:gd name="connsiteY154" fmla="*/ 503115 h 785658"/>
                <a:gd name="connsiteX155" fmla="*/ 1511216 w 2915191"/>
                <a:gd name="connsiteY155" fmla="*/ 536013 h 785658"/>
                <a:gd name="connsiteX156" fmla="*/ 1520960 w 2915191"/>
                <a:gd name="connsiteY156" fmla="*/ 518298 h 785658"/>
                <a:gd name="connsiteX157" fmla="*/ 1530719 w 2915191"/>
                <a:gd name="connsiteY157" fmla="*/ 514684 h 785658"/>
                <a:gd name="connsiteX158" fmla="*/ 1540463 w 2915191"/>
                <a:gd name="connsiteY158" fmla="*/ 555905 h 785658"/>
                <a:gd name="connsiteX159" fmla="*/ 1550221 w 2915191"/>
                <a:gd name="connsiteY159" fmla="*/ 559723 h 785658"/>
                <a:gd name="connsiteX160" fmla="*/ 1559965 w 2915191"/>
                <a:gd name="connsiteY160" fmla="*/ 563299 h 785658"/>
                <a:gd name="connsiteX161" fmla="*/ 1569709 w 2915191"/>
                <a:gd name="connsiteY161" fmla="*/ 538778 h 785658"/>
                <a:gd name="connsiteX162" fmla="*/ 1579468 w 2915191"/>
                <a:gd name="connsiteY162" fmla="*/ 564347 h 785658"/>
                <a:gd name="connsiteX163" fmla="*/ 1589212 w 2915191"/>
                <a:gd name="connsiteY163" fmla="*/ 540087 h 785658"/>
                <a:gd name="connsiteX164" fmla="*/ 1598971 w 2915191"/>
                <a:gd name="connsiteY164" fmla="*/ 540183 h 785658"/>
                <a:gd name="connsiteX165" fmla="*/ 1608715 w 2915191"/>
                <a:gd name="connsiteY165" fmla="*/ 523719 h 785658"/>
                <a:gd name="connsiteX166" fmla="*/ 1618459 w 2915191"/>
                <a:gd name="connsiteY166" fmla="*/ 515378 h 785658"/>
                <a:gd name="connsiteX167" fmla="*/ 1628218 w 2915191"/>
                <a:gd name="connsiteY167" fmla="*/ 502701 h 785658"/>
                <a:gd name="connsiteX168" fmla="*/ 1637962 w 2915191"/>
                <a:gd name="connsiteY168" fmla="*/ 464489 h 785658"/>
                <a:gd name="connsiteX169" fmla="*/ 1647720 w 2915191"/>
                <a:gd name="connsiteY169" fmla="*/ 416339 h 785658"/>
                <a:gd name="connsiteX170" fmla="*/ 1657464 w 2915191"/>
                <a:gd name="connsiteY170" fmla="*/ 393601 h 785658"/>
                <a:gd name="connsiteX171" fmla="*/ 1667208 w 2915191"/>
                <a:gd name="connsiteY171" fmla="*/ 403536 h 785658"/>
                <a:gd name="connsiteX172" fmla="*/ 1676967 w 2915191"/>
                <a:gd name="connsiteY172" fmla="*/ 393488 h 785658"/>
                <a:gd name="connsiteX173" fmla="*/ 1686711 w 2915191"/>
                <a:gd name="connsiteY173" fmla="*/ 377096 h 785658"/>
                <a:gd name="connsiteX174" fmla="*/ 1696470 w 2915191"/>
                <a:gd name="connsiteY174" fmla="*/ 362564 h 785658"/>
                <a:gd name="connsiteX175" fmla="*/ 1706214 w 2915191"/>
                <a:gd name="connsiteY175" fmla="*/ 343492 h 785658"/>
                <a:gd name="connsiteX176" fmla="*/ 1715958 w 2915191"/>
                <a:gd name="connsiteY176" fmla="*/ 363306 h 785658"/>
                <a:gd name="connsiteX177" fmla="*/ 1725716 w 2915191"/>
                <a:gd name="connsiteY177" fmla="*/ 347155 h 785658"/>
                <a:gd name="connsiteX178" fmla="*/ 1735460 w 2915191"/>
                <a:gd name="connsiteY178" fmla="*/ 362158 h 785658"/>
                <a:gd name="connsiteX179" fmla="*/ 1745219 w 2915191"/>
                <a:gd name="connsiteY179" fmla="*/ 332688 h 785658"/>
                <a:gd name="connsiteX180" fmla="*/ 1754963 w 2915191"/>
                <a:gd name="connsiteY180" fmla="*/ 322311 h 785658"/>
                <a:gd name="connsiteX181" fmla="*/ 1764707 w 2915191"/>
                <a:gd name="connsiteY181" fmla="*/ 322131 h 785658"/>
                <a:gd name="connsiteX182" fmla="*/ 1774466 w 2915191"/>
                <a:gd name="connsiteY182" fmla="*/ 343974 h 785658"/>
                <a:gd name="connsiteX183" fmla="*/ 1784210 w 2915191"/>
                <a:gd name="connsiteY183" fmla="*/ 348501 h 785658"/>
                <a:gd name="connsiteX184" fmla="*/ 1793969 w 2915191"/>
                <a:gd name="connsiteY184" fmla="*/ 351583 h 785658"/>
                <a:gd name="connsiteX185" fmla="*/ 1803713 w 2915191"/>
                <a:gd name="connsiteY185" fmla="*/ 362172 h 785658"/>
                <a:gd name="connsiteX186" fmla="*/ 1813457 w 2915191"/>
                <a:gd name="connsiteY186" fmla="*/ 328923 h 785658"/>
                <a:gd name="connsiteX187" fmla="*/ 1823215 w 2915191"/>
                <a:gd name="connsiteY187" fmla="*/ 326510 h 785658"/>
                <a:gd name="connsiteX188" fmla="*/ 1832959 w 2915191"/>
                <a:gd name="connsiteY188" fmla="*/ 305077 h 785658"/>
                <a:gd name="connsiteX189" fmla="*/ 1842703 w 2915191"/>
                <a:gd name="connsiteY189" fmla="*/ 319942 h 785658"/>
                <a:gd name="connsiteX190" fmla="*/ 1852462 w 2915191"/>
                <a:gd name="connsiteY190" fmla="*/ 334942 h 785658"/>
                <a:gd name="connsiteX191" fmla="*/ 1862206 w 2915191"/>
                <a:gd name="connsiteY191" fmla="*/ 336431 h 785658"/>
                <a:gd name="connsiteX192" fmla="*/ 1871965 w 2915191"/>
                <a:gd name="connsiteY192" fmla="*/ 322509 h 785658"/>
                <a:gd name="connsiteX193" fmla="*/ 1881709 w 2915191"/>
                <a:gd name="connsiteY193" fmla="*/ 313776 h 785658"/>
                <a:gd name="connsiteX194" fmla="*/ 1891453 w 2915191"/>
                <a:gd name="connsiteY194" fmla="*/ 289653 h 785658"/>
                <a:gd name="connsiteX195" fmla="*/ 1901212 w 2915191"/>
                <a:gd name="connsiteY195" fmla="*/ 301274 h 785658"/>
                <a:gd name="connsiteX196" fmla="*/ 1910956 w 2915191"/>
                <a:gd name="connsiteY196" fmla="*/ 292126 h 785658"/>
                <a:gd name="connsiteX197" fmla="*/ 1920714 w 2915191"/>
                <a:gd name="connsiteY197" fmla="*/ 291761 h 785658"/>
                <a:gd name="connsiteX198" fmla="*/ 1930458 w 2915191"/>
                <a:gd name="connsiteY198" fmla="*/ 304257 h 785658"/>
                <a:gd name="connsiteX199" fmla="*/ 1940202 w 2915191"/>
                <a:gd name="connsiteY199" fmla="*/ 304185 h 785658"/>
                <a:gd name="connsiteX200" fmla="*/ 1949961 w 2915191"/>
                <a:gd name="connsiteY200" fmla="*/ 270555 h 785658"/>
                <a:gd name="connsiteX201" fmla="*/ 1959705 w 2915191"/>
                <a:gd name="connsiteY201" fmla="*/ 245023 h 785658"/>
                <a:gd name="connsiteX202" fmla="*/ 1969464 w 2915191"/>
                <a:gd name="connsiteY202" fmla="*/ 266809 h 785658"/>
                <a:gd name="connsiteX203" fmla="*/ 1979208 w 2915191"/>
                <a:gd name="connsiteY203" fmla="*/ 258990 h 785658"/>
                <a:gd name="connsiteX204" fmla="*/ 1988952 w 2915191"/>
                <a:gd name="connsiteY204" fmla="*/ 241557 h 785658"/>
                <a:gd name="connsiteX205" fmla="*/ 1998711 w 2915191"/>
                <a:gd name="connsiteY205" fmla="*/ 306575 h 785658"/>
                <a:gd name="connsiteX206" fmla="*/ 2008454 w 2915191"/>
                <a:gd name="connsiteY206" fmla="*/ 297191 h 785658"/>
                <a:gd name="connsiteX207" fmla="*/ 2018213 w 2915191"/>
                <a:gd name="connsiteY207" fmla="*/ 291771 h 785658"/>
                <a:gd name="connsiteX208" fmla="*/ 2027957 w 2915191"/>
                <a:gd name="connsiteY208" fmla="*/ 279830 h 785658"/>
                <a:gd name="connsiteX209" fmla="*/ 2037701 w 2915191"/>
                <a:gd name="connsiteY209" fmla="*/ 298470 h 785658"/>
                <a:gd name="connsiteX210" fmla="*/ 2047460 w 2915191"/>
                <a:gd name="connsiteY210" fmla="*/ 313114 h 785658"/>
                <a:gd name="connsiteX211" fmla="*/ 2057204 w 2915191"/>
                <a:gd name="connsiteY211" fmla="*/ 330784 h 785658"/>
                <a:gd name="connsiteX212" fmla="*/ 2066963 w 2915191"/>
                <a:gd name="connsiteY212" fmla="*/ 324476 h 785658"/>
                <a:gd name="connsiteX213" fmla="*/ 2076707 w 2915191"/>
                <a:gd name="connsiteY213" fmla="*/ 320334 h 785658"/>
                <a:gd name="connsiteX214" fmla="*/ 2086451 w 2915191"/>
                <a:gd name="connsiteY214" fmla="*/ 348517 h 785658"/>
                <a:gd name="connsiteX215" fmla="*/ 2096210 w 2915191"/>
                <a:gd name="connsiteY215" fmla="*/ 369654 h 785658"/>
                <a:gd name="connsiteX216" fmla="*/ 2105954 w 2915191"/>
                <a:gd name="connsiteY216" fmla="*/ 353265 h 785658"/>
                <a:gd name="connsiteX217" fmla="*/ 2115697 w 2915191"/>
                <a:gd name="connsiteY217" fmla="*/ 356169 h 785658"/>
                <a:gd name="connsiteX218" fmla="*/ 2125456 w 2915191"/>
                <a:gd name="connsiteY218" fmla="*/ 362027 h 785658"/>
                <a:gd name="connsiteX219" fmla="*/ 2135200 w 2915191"/>
                <a:gd name="connsiteY219" fmla="*/ 362933 h 785658"/>
                <a:gd name="connsiteX220" fmla="*/ 2144959 w 2915191"/>
                <a:gd name="connsiteY220" fmla="*/ 352391 h 785658"/>
                <a:gd name="connsiteX221" fmla="*/ 2154703 w 2915191"/>
                <a:gd name="connsiteY221" fmla="*/ 369309 h 785658"/>
                <a:gd name="connsiteX222" fmla="*/ 2164447 w 2915191"/>
                <a:gd name="connsiteY222" fmla="*/ 354700 h 785658"/>
                <a:gd name="connsiteX223" fmla="*/ 2174206 w 2915191"/>
                <a:gd name="connsiteY223" fmla="*/ 354243 h 785658"/>
                <a:gd name="connsiteX224" fmla="*/ 2183950 w 2915191"/>
                <a:gd name="connsiteY224" fmla="*/ 353425 h 785658"/>
                <a:gd name="connsiteX225" fmla="*/ 2193709 w 2915191"/>
                <a:gd name="connsiteY225" fmla="*/ 355741 h 785658"/>
                <a:gd name="connsiteX226" fmla="*/ 2203452 w 2915191"/>
                <a:gd name="connsiteY226" fmla="*/ 326648 h 785658"/>
                <a:gd name="connsiteX227" fmla="*/ 2213196 w 2915191"/>
                <a:gd name="connsiteY227" fmla="*/ 339917 h 785658"/>
                <a:gd name="connsiteX228" fmla="*/ 2222955 w 2915191"/>
                <a:gd name="connsiteY228" fmla="*/ 333570 h 785658"/>
                <a:gd name="connsiteX229" fmla="*/ 2232699 w 2915191"/>
                <a:gd name="connsiteY229" fmla="*/ 303851 h 785658"/>
                <a:gd name="connsiteX230" fmla="*/ 2242458 w 2915191"/>
                <a:gd name="connsiteY230" fmla="*/ 276404 h 785658"/>
                <a:gd name="connsiteX231" fmla="*/ 2252202 w 2915191"/>
                <a:gd name="connsiteY231" fmla="*/ 252480 h 785658"/>
                <a:gd name="connsiteX232" fmla="*/ 2261946 w 2915191"/>
                <a:gd name="connsiteY232" fmla="*/ 249758 h 785658"/>
                <a:gd name="connsiteX233" fmla="*/ 2271705 w 2915191"/>
                <a:gd name="connsiteY233" fmla="*/ 217790 h 785658"/>
                <a:gd name="connsiteX234" fmla="*/ 2281449 w 2915191"/>
                <a:gd name="connsiteY234" fmla="*/ 195473 h 785658"/>
                <a:gd name="connsiteX235" fmla="*/ 2291208 w 2915191"/>
                <a:gd name="connsiteY235" fmla="*/ 175681 h 785658"/>
                <a:gd name="connsiteX236" fmla="*/ 2300951 w 2915191"/>
                <a:gd name="connsiteY236" fmla="*/ 200631 h 785658"/>
                <a:gd name="connsiteX237" fmla="*/ 2310695 w 2915191"/>
                <a:gd name="connsiteY237" fmla="*/ 177749 h 785658"/>
                <a:gd name="connsiteX238" fmla="*/ 2320454 w 2915191"/>
                <a:gd name="connsiteY238" fmla="*/ 202924 h 785658"/>
                <a:gd name="connsiteX239" fmla="*/ 2330198 w 2915191"/>
                <a:gd name="connsiteY239" fmla="*/ 225198 h 785658"/>
                <a:gd name="connsiteX240" fmla="*/ 2339957 w 2915191"/>
                <a:gd name="connsiteY240" fmla="*/ 225352 h 785658"/>
                <a:gd name="connsiteX241" fmla="*/ 2349701 w 2915191"/>
                <a:gd name="connsiteY241" fmla="*/ 218243 h 785658"/>
                <a:gd name="connsiteX242" fmla="*/ 2359445 w 2915191"/>
                <a:gd name="connsiteY242" fmla="*/ 220502 h 785658"/>
                <a:gd name="connsiteX243" fmla="*/ 2369204 w 2915191"/>
                <a:gd name="connsiteY243" fmla="*/ 206558 h 785658"/>
                <a:gd name="connsiteX244" fmla="*/ 2378948 w 2915191"/>
                <a:gd name="connsiteY244" fmla="*/ 204503 h 785658"/>
                <a:gd name="connsiteX245" fmla="*/ 2388692 w 2915191"/>
                <a:gd name="connsiteY245" fmla="*/ 184290 h 785658"/>
                <a:gd name="connsiteX246" fmla="*/ 2398450 w 2915191"/>
                <a:gd name="connsiteY246" fmla="*/ 182875 h 785658"/>
                <a:gd name="connsiteX247" fmla="*/ 2408194 w 2915191"/>
                <a:gd name="connsiteY247" fmla="*/ 188655 h 785658"/>
                <a:gd name="connsiteX248" fmla="*/ 2417953 w 2915191"/>
                <a:gd name="connsiteY248" fmla="*/ 182231 h 785658"/>
                <a:gd name="connsiteX249" fmla="*/ 2427697 w 2915191"/>
                <a:gd name="connsiteY249" fmla="*/ 189636 h 785658"/>
                <a:gd name="connsiteX250" fmla="*/ 2437441 w 2915191"/>
                <a:gd name="connsiteY250" fmla="*/ 207360 h 785658"/>
                <a:gd name="connsiteX251" fmla="*/ 2447200 w 2915191"/>
                <a:gd name="connsiteY251" fmla="*/ 214203 h 785658"/>
                <a:gd name="connsiteX252" fmla="*/ 2456944 w 2915191"/>
                <a:gd name="connsiteY252" fmla="*/ 228790 h 785658"/>
                <a:gd name="connsiteX253" fmla="*/ 2466703 w 2915191"/>
                <a:gd name="connsiteY253" fmla="*/ 213398 h 785658"/>
                <a:gd name="connsiteX254" fmla="*/ 2476446 w 2915191"/>
                <a:gd name="connsiteY254" fmla="*/ 210444 h 785658"/>
                <a:gd name="connsiteX255" fmla="*/ 2486190 w 2915191"/>
                <a:gd name="connsiteY255" fmla="*/ 199161 h 785658"/>
                <a:gd name="connsiteX256" fmla="*/ 2495949 w 2915191"/>
                <a:gd name="connsiteY256" fmla="*/ 198197 h 785658"/>
                <a:gd name="connsiteX257" fmla="*/ 2505693 w 2915191"/>
                <a:gd name="connsiteY257" fmla="*/ 160195 h 785658"/>
                <a:gd name="connsiteX258" fmla="*/ 2515452 w 2915191"/>
                <a:gd name="connsiteY258" fmla="*/ 149182 h 785658"/>
                <a:gd name="connsiteX259" fmla="*/ 2525196 w 2915191"/>
                <a:gd name="connsiteY259" fmla="*/ 163270 h 785658"/>
                <a:gd name="connsiteX260" fmla="*/ 2534940 w 2915191"/>
                <a:gd name="connsiteY260" fmla="*/ 144437 h 785658"/>
                <a:gd name="connsiteX261" fmla="*/ 2544699 w 2915191"/>
                <a:gd name="connsiteY261" fmla="*/ 104601 h 785658"/>
                <a:gd name="connsiteX262" fmla="*/ 2554443 w 2915191"/>
                <a:gd name="connsiteY262" fmla="*/ 99694 h 785658"/>
                <a:gd name="connsiteX263" fmla="*/ 2564202 w 2915191"/>
                <a:gd name="connsiteY263" fmla="*/ 121731 h 785658"/>
                <a:gd name="connsiteX264" fmla="*/ 2573946 w 2915191"/>
                <a:gd name="connsiteY264" fmla="*/ 143739 h 785658"/>
                <a:gd name="connsiteX265" fmla="*/ 2583690 w 2915191"/>
                <a:gd name="connsiteY265" fmla="*/ 138701 h 785658"/>
                <a:gd name="connsiteX266" fmla="*/ 2593448 w 2915191"/>
                <a:gd name="connsiteY266" fmla="*/ 146406 h 785658"/>
                <a:gd name="connsiteX267" fmla="*/ 2603192 w 2915191"/>
                <a:gd name="connsiteY267" fmla="*/ 164562 h 785658"/>
                <a:gd name="connsiteX268" fmla="*/ 2612951 w 2915191"/>
                <a:gd name="connsiteY268" fmla="*/ 142138 h 785658"/>
                <a:gd name="connsiteX269" fmla="*/ 2622695 w 2915191"/>
                <a:gd name="connsiteY269" fmla="*/ 156493 h 785658"/>
                <a:gd name="connsiteX270" fmla="*/ 2632439 w 2915191"/>
                <a:gd name="connsiteY270" fmla="*/ 134967 h 785658"/>
                <a:gd name="connsiteX271" fmla="*/ 2642198 w 2915191"/>
                <a:gd name="connsiteY271" fmla="*/ 131959 h 785658"/>
                <a:gd name="connsiteX272" fmla="*/ 2651942 w 2915191"/>
                <a:gd name="connsiteY272" fmla="*/ 156301 h 785658"/>
                <a:gd name="connsiteX273" fmla="*/ 2661685 w 2915191"/>
                <a:gd name="connsiteY273" fmla="*/ 148923 h 785658"/>
                <a:gd name="connsiteX274" fmla="*/ 2671444 w 2915191"/>
                <a:gd name="connsiteY274" fmla="*/ 153047 h 785658"/>
                <a:gd name="connsiteX275" fmla="*/ 2681188 w 2915191"/>
                <a:gd name="connsiteY275" fmla="*/ 166486 h 785658"/>
                <a:gd name="connsiteX276" fmla="*/ 2690947 w 2915191"/>
                <a:gd name="connsiteY276" fmla="*/ 184414 h 785658"/>
                <a:gd name="connsiteX277" fmla="*/ 2700691 w 2915191"/>
                <a:gd name="connsiteY277" fmla="*/ 139198 h 785658"/>
                <a:gd name="connsiteX278" fmla="*/ 2710435 w 2915191"/>
                <a:gd name="connsiteY278" fmla="*/ 138224 h 785658"/>
                <a:gd name="connsiteX279" fmla="*/ 2720194 w 2915191"/>
                <a:gd name="connsiteY279" fmla="*/ 96889 h 785658"/>
                <a:gd name="connsiteX280" fmla="*/ 2729938 w 2915191"/>
                <a:gd name="connsiteY280" fmla="*/ 89434 h 785658"/>
                <a:gd name="connsiteX281" fmla="*/ 2739697 w 2915191"/>
                <a:gd name="connsiteY281" fmla="*/ 96405 h 785658"/>
                <a:gd name="connsiteX282" fmla="*/ 2749441 w 2915191"/>
                <a:gd name="connsiteY282" fmla="*/ 45715 h 785658"/>
                <a:gd name="connsiteX283" fmla="*/ 2759185 w 2915191"/>
                <a:gd name="connsiteY283" fmla="*/ 43879 h 785658"/>
                <a:gd name="connsiteX284" fmla="*/ 2768943 w 2915191"/>
                <a:gd name="connsiteY284" fmla="*/ 68859 h 785658"/>
                <a:gd name="connsiteX285" fmla="*/ 2778687 w 2915191"/>
                <a:gd name="connsiteY285" fmla="*/ 74072 h 785658"/>
                <a:gd name="connsiteX286" fmla="*/ 2788446 w 2915191"/>
                <a:gd name="connsiteY286" fmla="*/ 30784 h 785658"/>
                <a:gd name="connsiteX287" fmla="*/ 2798190 w 2915191"/>
                <a:gd name="connsiteY287" fmla="*/ 14132 h 785658"/>
                <a:gd name="connsiteX288" fmla="*/ 2807934 w 2915191"/>
                <a:gd name="connsiteY288" fmla="*/ 16450 h 785658"/>
                <a:gd name="connsiteX289" fmla="*/ 2817693 w 2915191"/>
                <a:gd name="connsiteY289" fmla="*/ 9377 h 785658"/>
                <a:gd name="connsiteX290" fmla="*/ 2827437 w 2915191"/>
                <a:gd name="connsiteY290" fmla="*/ 15556 h 785658"/>
                <a:gd name="connsiteX291" fmla="*/ 2837196 w 2915191"/>
                <a:gd name="connsiteY291" fmla="*/ 10265 h 785658"/>
                <a:gd name="connsiteX292" fmla="*/ 2846940 w 2915191"/>
                <a:gd name="connsiteY292" fmla="*/ 0 h 785658"/>
                <a:gd name="connsiteX293" fmla="*/ 2856684 w 2915191"/>
                <a:gd name="connsiteY293" fmla="*/ 30741 h 785658"/>
                <a:gd name="connsiteX294" fmla="*/ 2866442 w 2915191"/>
                <a:gd name="connsiteY294" fmla="*/ 52930 h 785658"/>
                <a:gd name="connsiteX295" fmla="*/ 2876186 w 2915191"/>
                <a:gd name="connsiteY295" fmla="*/ 48186 h 785658"/>
                <a:gd name="connsiteX296" fmla="*/ 2885945 w 2915191"/>
                <a:gd name="connsiteY296" fmla="*/ 27116 h 785658"/>
                <a:gd name="connsiteX297" fmla="*/ 2895689 w 2915191"/>
                <a:gd name="connsiteY297" fmla="*/ 19568 h 785658"/>
                <a:gd name="connsiteX298" fmla="*/ 2905433 w 2915191"/>
                <a:gd name="connsiteY298" fmla="*/ 16527 h 785658"/>
                <a:gd name="connsiteX299" fmla="*/ 2915192 w 2915191"/>
                <a:gd name="connsiteY299" fmla="*/ 41142 h 7856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785658">
                  <a:moveTo>
                    <a:pt x="0" y="719075"/>
                  </a:moveTo>
                  <a:lnTo>
                    <a:pt x="9750" y="687445"/>
                  </a:lnTo>
                  <a:lnTo>
                    <a:pt x="19500" y="701569"/>
                  </a:lnTo>
                  <a:lnTo>
                    <a:pt x="29250" y="683795"/>
                  </a:lnTo>
                  <a:lnTo>
                    <a:pt x="39000" y="692198"/>
                  </a:lnTo>
                  <a:lnTo>
                    <a:pt x="48749" y="690470"/>
                  </a:lnTo>
                  <a:lnTo>
                    <a:pt x="58499" y="701599"/>
                  </a:lnTo>
                  <a:lnTo>
                    <a:pt x="68249" y="703178"/>
                  </a:lnTo>
                  <a:lnTo>
                    <a:pt x="77998" y="694254"/>
                  </a:lnTo>
                  <a:lnTo>
                    <a:pt x="87748" y="695133"/>
                  </a:lnTo>
                  <a:lnTo>
                    <a:pt x="97497" y="707261"/>
                  </a:lnTo>
                  <a:lnTo>
                    <a:pt x="107247" y="745536"/>
                  </a:lnTo>
                  <a:lnTo>
                    <a:pt x="116997" y="741677"/>
                  </a:lnTo>
                  <a:lnTo>
                    <a:pt x="126747" y="743912"/>
                  </a:lnTo>
                  <a:lnTo>
                    <a:pt x="136497" y="753194"/>
                  </a:lnTo>
                  <a:lnTo>
                    <a:pt x="146247" y="737789"/>
                  </a:lnTo>
                  <a:lnTo>
                    <a:pt x="155997" y="760107"/>
                  </a:lnTo>
                  <a:lnTo>
                    <a:pt x="165747" y="753716"/>
                  </a:lnTo>
                  <a:lnTo>
                    <a:pt x="175497" y="756055"/>
                  </a:lnTo>
                  <a:lnTo>
                    <a:pt x="185247" y="769389"/>
                  </a:lnTo>
                  <a:lnTo>
                    <a:pt x="194996" y="748367"/>
                  </a:lnTo>
                  <a:lnTo>
                    <a:pt x="204746" y="785659"/>
                  </a:lnTo>
                  <a:lnTo>
                    <a:pt x="214495" y="756010"/>
                  </a:lnTo>
                  <a:lnTo>
                    <a:pt x="224245" y="751853"/>
                  </a:lnTo>
                  <a:lnTo>
                    <a:pt x="233995" y="718450"/>
                  </a:lnTo>
                  <a:lnTo>
                    <a:pt x="243744" y="719642"/>
                  </a:lnTo>
                  <a:lnTo>
                    <a:pt x="253494" y="755071"/>
                  </a:lnTo>
                  <a:lnTo>
                    <a:pt x="263244" y="730026"/>
                  </a:lnTo>
                  <a:lnTo>
                    <a:pt x="272994" y="694596"/>
                  </a:lnTo>
                  <a:lnTo>
                    <a:pt x="282744" y="671697"/>
                  </a:lnTo>
                  <a:lnTo>
                    <a:pt x="292494" y="668553"/>
                  </a:lnTo>
                  <a:lnTo>
                    <a:pt x="302244" y="681813"/>
                  </a:lnTo>
                  <a:lnTo>
                    <a:pt x="311994" y="666661"/>
                  </a:lnTo>
                  <a:lnTo>
                    <a:pt x="321744" y="664337"/>
                  </a:lnTo>
                  <a:lnTo>
                    <a:pt x="331493" y="656217"/>
                  </a:lnTo>
                  <a:lnTo>
                    <a:pt x="341243" y="707305"/>
                  </a:lnTo>
                  <a:lnTo>
                    <a:pt x="350993" y="727657"/>
                  </a:lnTo>
                  <a:lnTo>
                    <a:pt x="360742" y="747324"/>
                  </a:lnTo>
                  <a:lnTo>
                    <a:pt x="370492" y="747741"/>
                  </a:lnTo>
                  <a:lnTo>
                    <a:pt x="380241" y="740754"/>
                  </a:lnTo>
                  <a:lnTo>
                    <a:pt x="389991" y="746043"/>
                  </a:lnTo>
                  <a:lnTo>
                    <a:pt x="399741" y="718554"/>
                  </a:lnTo>
                  <a:lnTo>
                    <a:pt x="409491" y="710434"/>
                  </a:lnTo>
                  <a:lnTo>
                    <a:pt x="419241" y="712729"/>
                  </a:lnTo>
                  <a:lnTo>
                    <a:pt x="428991" y="736299"/>
                  </a:lnTo>
                  <a:lnTo>
                    <a:pt x="438741" y="720402"/>
                  </a:lnTo>
                  <a:lnTo>
                    <a:pt x="448491" y="721385"/>
                  </a:lnTo>
                  <a:lnTo>
                    <a:pt x="458241" y="707722"/>
                  </a:lnTo>
                  <a:lnTo>
                    <a:pt x="467991" y="683571"/>
                  </a:lnTo>
                  <a:lnTo>
                    <a:pt x="477740" y="686953"/>
                  </a:lnTo>
                  <a:lnTo>
                    <a:pt x="487490" y="688830"/>
                  </a:lnTo>
                  <a:lnTo>
                    <a:pt x="497239" y="678059"/>
                  </a:lnTo>
                  <a:lnTo>
                    <a:pt x="506989" y="668300"/>
                  </a:lnTo>
                  <a:lnTo>
                    <a:pt x="516738" y="637012"/>
                  </a:lnTo>
                  <a:lnTo>
                    <a:pt x="526488" y="622873"/>
                  </a:lnTo>
                  <a:lnTo>
                    <a:pt x="536238" y="577680"/>
                  </a:lnTo>
                  <a:lnTo>
                    <a:pt x="545988" y="549799"/>
                  </a:lnTo>
                  <a:lnTo>
                    <a:pt x="555738" y="526031"/>
                  </a:lnTo>
                  <a:lnTo>
                    <a:pt x="565488" y="546590"/>
                  </a:lnTo>
                  <a:lnTo>
                    <a:pt x="575238" y="510554"/>
                  </a:lnTo>
                  <a:lnTo>
                    <a:pt x="584988" y="510441"/>
                  </a:lnTo>
                  <a:lnTo>
                    <a:pt x="594738" y="480269"/>
                  </a:lnTo>
                  <a:lnTo>
                    <a:pt x="604488" y="477858"/>
                  </a:lnTo>
                  <a:lnTo>
                    <a:pt x="614237" y="491429"/>
                  </a:lnTo>
                  <a:lnTo>
                    <a:pt x="623987" y="506375"/>
                  </a:lnTo>
                  <a:lnTo>
                    <a:pt x="633736" y="521198"/>
                  </a:lnTo>
                  <a:lnTo>
                    <a:pt x="643486" y="505505"/>
                  </a:lnTo>
                  <a:lnTo>
                    <a:pt x="653236" y="509868"/>
                  </a:lnTo>
                  <a:lnTo>
                    <a:pt x="662985" y="524759"/>
                  </a:lnTo>
                  <a:lnTo>
                    <a:pt x="672735" y="525252"/>
                  </a:lnTo>
                  <a:lnTo>
                    <a:pt x="682485" y="505858"/>
                  </a:lnTo>
                  <a:lnTo>
                    <a:pt x="692235" y="497575"/>
                  </a:lnTo>
                  <a:lnTo>
                    <a:pt x="701985" y="493900"/>
                  </a:lnTo>
                  <a:lnTo>
                    <a:pt x="711735" y="489388"/>
                  </a:lnTo>
                  <a:lnTo>
                    <a:pt x="721485" y="498548"/>
                  </a:lnTo>
                  <a:lnTo>
                    <a:pt x="731235" y="518528"/>
                  </a:lnTo>
                  <a:lnTo>
                    <a:pt x="740985" y="526543"/>
                  </a:lnTo>
                  <a:lnTo>
                    <a:pt x="750734" y="551562"/>
                  </a:lnTo>
                  <a:lnTo>
                    <a:pt x="760484" y="553871"/>
                  </a:lnTo>
                  <a:lnTo>
                    <a:pt x="770233" y="558484"/>
                  </a:lnTo>
                  <a:lnTo>
                    <a:pt x="779983" y="563943"/>
                  </a:lnTo>
                  <a:lnTo>
                    <a:pt x="789733" y="511200"/>
                  </a:lnTo>
                  <a:lnTo>
                    <a:pt x="799482" y="508854"/>
                  </a:lnTo>
                  <a:lnTo>
                    <a:pt x="809232" y="462651"/>
                  </a:lnTo>
                  <a:lnTo>
                    <a:pt x="818982" y="454262"/>
                  </a:lnTo>
                  <a:lnTo>
                    <a:pt x="828732" y="452270"/>
                  </a:lnTo>
                  <a:lnTo>
                    <a:pt x="838482" y="426388"/>
                  </a:lnTo>
                  <a:lnTo>
                    <a:pt x="848232" y="469290"/>
                  </a:lnTo>
                  <a:lnTo>
                    <a:pt x="857982" y="492799"/>
                  </a:lnTo>
                  <a:lnTo>
                    <a:pt x="867732" y="521682"/>
                  </a:lnTo>
                  <a:lnTo>
                    <a:pt x="877482" y="507376"/>
                  </a:lnTo>
                  <a:lnTo>
                    <a:pt x="887231" y="493338"/>
                  </a:lnTo>
                  <a:lnTo>
                    <a:pt x="896981" y="466608"/>
                  </a:lnTo>
                  <a:lnTo>
                    <a:pt x="906730" y="507274"/>
                  </a:lnTo>
                  <a:lnTo>
                    <a:pt x="916480" y="519895"/>
                  </a:lnTo>
                  <a:lnTo>
                    <a:pt x="926230" y="531247"/>
                  </a:lnTo>
                  <a:lnTo>
                    <a:pt x="935979" y="524483"/>
                  </a:lnTo>
                  <a:lnTo>
                    <a:pt x="945729" y="512069"/>
                  </a:lnTo>
                  <a:lnTo>
                    <a:pt x="955479" y="488247"/>
                  </a:lnTo>
                  <a:lnTo>
                    <a:pt x="965229" y="530201"/>
                  </a:lnTo>
                  <a:lnTo>
                    <a:pt x="974979" y="510299"/>
                  </a:lnTo>
                  <a:lnTo>
                    <a:pt x="984729" y="533641"/>
                  </a:lnTo>
                  <a:lnTo>
                    <a:pt x="994474" y="514232"/>
                  </a:lnTo>
                  <a:lnTo>
                    <a:pt x="1004233" y="530995"/>
                  </a:lnTo>
                  <a:lnTo>
                    <a:pt x="1013977" y="543129"/>
                  </a:lnTo>
                  <a:lnTo>
                    <a:pt x="1023721" y="550064"/>
                  </a:lnTo>
                  <a:lnTo>
                    <a:pt x="1033480" y="544668"/>
                  </a:lnTo>
                  <a:lnTo>
                    <a:pt x="1043224" y="551852"/>
                  </a:lnTo>
                  <a:lnTo>
                    <a:pt x="1052983" y="546277"/>
                  </a:lnTo>
                  <a:lnTo>
                    <a:pt x="1062727" y="510175"/>
                  </a:lnTo>
                  <a:lnTo>
                    <a:pt x="1072471" y="528105"/>
                  </a:lnTo>
                  <a:lnTo>
                    <a:pt x="1082230" y="510290"/>
                  </a:lnTo>
                  <a:lnTo>
                    <a:pt x="1091973" y="549774"/>
                  </a:lnTo>
                  <a:lnTo>
                    <a:pt x="1101732" y="554063"/>
                  </a:lnTo>
                  <a:lnTo>
                    <a:pt x="1111476" y="535137"/>
                  </a:lnTo>
                  <a:lnTo>
                    <a:pt x="1121220" y="540614"/>
                  </a:lnTo>
                  <a:lnTo>
                    <a:pt x="1130979" y="530539"/>
                  </a:lnTo>
                  <a:lnTo>
                    <a:pt x="1140723" y="529464"/>
                  </a:lnTo>
                  <a:lnTo>
                    <a:pt x="1150482" y="524964"/>
                  </a:lnTo>
                  <a:lnTo>
                    <a:pt x="1160226" y="488420"/>
                  </a:lnTo>
                  <a:lnTo>
                    <a:pt x="1169969" y="498343"/>
                  </a:lnTo>
                  <a:lnTo>
                    <a:pt x="1179728" y="489579"/>
                  </a:lnTo>
                  <a:lnTo>
                    <a:pt x="1189472" y="472941"/>
                  </a:lnTo>
                  <a:lnTo>
                    <a:pt x="1199231" y="472482"/>
                  </a:lnTo>
                  <a:lnTo>
                    <a:pt x="1208975" y="500028"/>
                  </a:lnTo>
                  <a:lnTo>
                    <a:pt x="1218719" y="508690"/>
                  </a:lnTo>
                  <a:lnTo>
                    <a:pt x="1228478" y="521937"/>
                  </a:lnTo>
                  <a:lnTo>
                    <a:pt x="1238222" y="536326"/>
                  </a:lnTo>
                  <a:lnTo>
                    <a:pt x="1247966" y="564366"/>
                  </a:lnTo>
                  <a:lnTo>
                    <a:pt x="1257725" y="564524"/>
                  </a:lnTo>
                  <a:lnTo>
                    <a:pt x="1267469" y="555135"/>
                  </a:lnTo>
                  <a:lnTo>
                    <a:pt x="1277227" y="524699"/>
                  </a:lnTo>
                  <a:lnTo>
                    <a:pt x="1286971" y="489788"/>
                  </a:lnTo>
                  <a:lnTo>
                    <a:pt x="1296715" y="485197"/>
                  </a:lnTo>
                  <a:lnTo>
                    <a:pt x="1306474" y="479527"/>
                  </a:lnTo>
                  <a:lnTo>
                    <a:pt x="1316218" y="467791"/>
                  </a:lnTo>
                  <a:lnTo>
                    <a:pt x="1325977" y="467007"/>
                  </a:lnTo>
                  <a:lnTo>
                    <a:pt x="1335721" y="483460"/>
                  </a:lnTo>
                  <a:lnTo>
                    <a:pt x="1345465" y="481934"/>
                  </a:lnTo>
                  <a:lnTo>
                    <a:pt x="1355224" y="455779"/>
                  </a:lnTo>
                  <a:lnTo>
                    <a:pt x="1364967" y="451453"/>
                  </a:lnTo>
                  <a:lnTo>
                    <a:pt x="1374726" y="447652"/>
                  </a:lnTo>
                  <a:lnTo>
                    <a:pt x="1384470" y="445927"/>
                  </a:lnTo>
                  <a:lnTo>
                    <a:pt x="1394214" y="427420"/>
                  </a:lnTo>
                  <a:lnTo>
                    <a:pt x="1403973" y="438255"/>
                  </a:lnTo>
                  <a:lnTo>
                    <a:pt x="1413717" y="429967"/>
                  </a:lnTo>
                  <a:lnTo>
                    <a:pt x="1423476" y="435969"/>
                  </a:lnTo>
                  <a:lnTo>
                    <a:pt x="1433220" y="439162"/>
                  </a:lnTo>
                  <a:lnTo>
                    <a:pt x="1442964" y="426026"/>
                  </a:lnTo>
                  <a:lnTo>
                    <a:pt x="1452722" y="457007"/>
                  </a:lnTo>
                  <a:lnTo>
                    <a:pt x="1462466" y="440967"/>
                  </a:lnTo>
                  <a:lnTo>
                    <a:pt x="1472225" y="459370"/>
                  </a:lnTo>
                  <a:lnTo>
                    <a:pt x="1481969" y="465301"/>
                  </a:lnTo>
                  <a:lnTo>
                    <a:pt x="1491713" y="498255"/>
                  </a:lnTo>
                  <a:lnTo>
                    <a:pt x="1501472" y="503115"/>
                  </a:lnTo>
                  <a:lnTo>
                    <a:pt x="1511216" y="536013"/>
                  </a:lnTo>
                  <a:lnTo>
                    <a:pt x="1520960" y="518298"/>
                  </a:lnTo>
                  <a:lnTo>
                    <a:pt x="1530719" y="514684"/>
                  </a:lnTo>
                  <a:lnTo>
                    <a:pt x="1540463" y="555905"/>
                  </a:lnTo>
                  <a:lnTo>
                    <a:pt x="1550221" y="559723"/>
                  </a:lnTo>
                  <a:lnTo>
                    <a:pt x="1559965" y="563299"/>
                  </a:lnTo>
                  <a:lnTo>
                    <a:pt x="1569709" y="538778"/>
                  </a:lnTo>
                  <a:lnTo>
                    <a:pt x="1579468" y="564347"/>
                  </a:lnTo>
                  <a:lnTo>
                    <a:pt x="1589212" y="540087"/>
                  </a:lnTo>
                  <a:lnTo>
                    <a:pt x="1598971" y="540183"/>
                  </a:lnTo>
                  <a:lnTo>
                    <a:pt x="1608715" y="523719"/>
                  </a:lnTo>
                  <a:lnTo>
                    <a:pt x="1618459" y="515378"/>
                  </a:lnTo>
                  <a:lnTo>
                    <a:pt x="1628218" y="502701"/>
                  </a:lnTo>
                  <a:lnTo>
                    <a:pt x="1637962" y="464489"/>
                  </a:lnTo>
                  <a:lnTo>
                    <a:pt x="1647720" y="416339"/>
                  </a:lnTo>
                  <a:lnTo>
                    <a:pt x="1657464" y="393601"/>
                  </a:lnTo>
                  <a:lnTo>
                    <a:pt x="1667208" y="403536"/>
                  </a:lnTo>
                  <a:lnTo>
                    <a:pt x="1676967" y="393488"/>
                  </a:lnTo>
                  <a:lnTo>
                    <a:pt x="1686711" y="377096"/>
                  </a:lnTo>
                  <a:lnTo>
                    <a:pt x="1696470" y="362564"/>
                  </a:lnTo>
                  <a:lnTo>
                    <a:pt x="1706214" y="343492"/>
                  </a:lnTo>
                  <a:lnTo>
                    <a:pt x="1715958" y="363306"/>
                  </a:lnTo>
                  <a:lnTo>
                    <a:pt x="1725716" y="347155"/>
                  </a:lnTo>
                  <a:lnTo>
                    <a:pt x="1735460" y="362158"/>
                  </a:lnTo>
                  <a:lnTo>
                    <a:pt x="1745219" y="332688"/>
                  </a:lnTo>
                  <a:lnTo>
                    <a:pt x="1754963" y="322311"/>
                  </a:lnTo>
                  <a:lnTo>
                    <a:pt x="1764707" y="322131"/>
                  </a:lnTo>
                  <a:lnTo>
                    <a:pt x="1774466" y="343974"/>
                  </a:lnTo>
                  <a:lnTo>
                    <a:pt x="1784210" y="348501"/>
                  </a:lnTo>
                  <a:lnTo>
                    <a:pt x="1793969" y="351583"/>
                  </a:lnTo>
                  <a:lnTo>
                    <a:pt x="1803713" y="362172"/>
                  </a:lnTo>
                  <a:lnTo>
                    <a:pt x="1813457" y="328923"/>
                  </a:lnTo>
                  <a:lnTo>
                    <a:pt x="1823215" y="326510"/>
                  </a:lnTo>
                  <a:lnTo>
                    <a:pt x="1832959" y="305077"/>
                  </a:lnTo>
                  <a:lnTo>
                    <a:pt x="1842703" y="319942"/>
                  </a:lnTo>
                  <a:lnTo>
                    <a:pt x="1852462" y="334942"/>
                  </a:lnTo>
                  <a:lnTo>
                    <a:pt x="1862206" y="336431"/>
                  </a:lnTo>
                  <a:lnTo>
                    <a:pt x="1871965" y="322509"/>
                  </a:lnTo>
                  <a:lnTo>
                    <a:pt x="1881709" y="313776"/>
                  </a:lnTo>
                  <a:lnTo>
                    <a:pt x="1891453" y="289653"/>
                  </a:lnTo>
                  <a:lnTo>
                    <a:pt x="1901212" y="301274"/>
                  </a:lnTo>
                  <a:lnTo>
                    <a:pt x="1910956" y="292126"/>
                  </a:lnTo>
                  <a:lnTo>
                    <a:pt x="1920714" y="291761"/>
                  </a:lnTo>
                  <a:lnTo>
                    <a:pt x="1930458" y="304257"/>
                  </a:lnTo>
                  <a:lnTo>
                    <a:pt x="1940202" y="304185"/>
                  </a:lnTo>
                  <a:lnTo>
                    <a:pt x="1949961" y="270555"/>
                  </a:lnTo>
                  <a:lnTo>
                    <a:pt x="1959705" y="245023"/>
                  </a:lnTo>
                  <a:lnTo>
                    <a:pt x="1969464" y="266809"/>
                  </a:lnTo>
                  <a:lnTo>
                    <a:pt x="1979208" y="258990"/>
                  </a:lnTo>
                  <a:lnTo>
                    <a:pt x="1988952" y="241557"/>
                  </a:lnTo>
                  <a:lnTo>
                    <a:pt x="1998711" y="306575"/>
                  </a:lnTo>
                  <a:lnTo>
                    <a:pt x="2008454" y="297191"/>
                  </a:lnTo>
                  <a:lnTo>
                    <a:pt x="2018213" y="291771"/>
                  </a:lnTo>
                  <a:lnTo>
                    <a:pt x="2027957" y="279830"/>
                  </a:lnTo>
                  <a:lnTo>
                    <a:pt x="2037701" y="298470"/>
                  </a:lnTo>
                  <a:lnTo>
                    <a:pt x="2047460" y="313114"/>
                  </a:lnTo>
                  <a:lnTo>
                    <a:pt x="2057204" y="330784"/>
                  </a:lnTo>
                  <a:lnTo>
                    <a:pt x="2066963" y="324476"/>
                  </a:lnTo>
                  <a:lnTo>
                    <a:pt x="2076707" y="320334"/>
                  </a:lnTo>
                  <a:lnTo>
                    <a:pt x="2086451" y="348517"/>
                  </a:lnTo>
                  <a:lnTo>
                    <a:pt x="2096210" y="369654"/>
                  </a:lnTo>
                  <a:lnTo>
                    <a:pt x="2105954" y="353265"/>
                  </a:lnTo>
                  <a:lnTo>
                    <a:pt x="2115697" y="356169"/>
                  </a:lnTo>
                  <a:lnTo>
                    <a:pt x="2125456" y="362027"/>
                  </a:lnTo>
                  <a:lnTo>
                    <a:pt x="2135200" y="362933"/>
                  </a:lnTo>
                  <a:lnTo>
                    <a:pt x="2144959" y="352391"/>
                  </a:lnTo>
                  <a:lnTo>
                    <a:pt x="2154703" y="369309"/>
                  </a:lnTo>
                  <a:lnTo>
                    <a:pt x="2164447" y="354700"/>
                  </a:lnTo>
                  <a:lnTo>
                    <a:pt x="2174206" y="354243"/>
                  </a:lnTo>
                  <a:lnTo>
                    <a:pt x="2183950" y="353425"/>
                  </a:lnTo>
                  <a:lnTo>
                    <a:pt x="2193709" y="355741"/>
                  </a:lnTo>
                  <a:lnTo>
                    <a:pt x="2203452" y="326648"/>
                  </a:lnTo>
                  <a:lnTo>
                    <a:pt x="2213196" y="339917"/>
                  </a:lnTo>
                  <a:lnTo>
                    <a:pt x="2222955" y="333570"/>
                  </a:lnTo>
                  <a:lnTo>
                    <a:pt x="2232699" y="303851"/>
                  </a:lnTo>
                  <a:lnTo>
                    <a:pt x="2242458" y="276404"/>
                  </a:lnTo>
                  <a:lnTo>
                    <a:pt x="2252202" y="252480"/>
                  </a:lnTo>
                  <a:lnTo>
                    <a:pt x="2261946" y="249758"/>
                  </a:lnTo>
                  <a:lnTo>
                    <a:pt x="2271705" y="217790"/>
                  </a:lnTo>
                  <a:lnTo>
                    <a:pt x="2281449" y="195473"/>
                  </a:lnTo>
                  <a:lnTo>
                    <a:pt x="2291208" y="175681"/>
                  </a:lnTo>
                  <a:lnTo>
                    <a:pt x="2300951" y="200631"/>
                  </a:lnTo>
                  <a:lnTo>
                    <a:pt x="2310695" y="177749"/>
                  </a:lnTo>
                  <a:lnTo>
                    <a:pt x="2320454" y="202924"/>
                  </a:lnTo>
                  <a:lnTo>
                    <a:pt x="2330198" y="225198"/>
                  </a:lnTo>
                  <a:lnTo>
                    <a:pt x="2339957" y="225352"/>
                  </a:lnTo>
                  <a:lnTo>
                    <a:pt x="2349701" y="218243"/>
                  </a:lnTo>
                  <a:lnTo>
                    <a:pt x="2359445" y="220502"/>
                  </a:lnTo>
                  <a:lnTo>
                    <a:pt x="2369204" y="206558"/>
                  </a:lnTo>
                  <a:lnTo>
                    <a:pt x="2378948" y="204503"/>
                  </a:lnTo>
                  <a:lnTo>
                    <a:pt x="2388692" y="184290"/>
                  </a:lnTo>
                  <a:lnTo>
                    <a:pt x="2398450" y="182875"/>
                  </a:lnTo>
                  <a:lnTo>
                    <a:pt x="2408194" y="188655"/>
                  </a:lnTo>
                  <a:lnTo>
                    <a:pt x="2417953" y="182231"/>
                  </a:lnTo>
                  <a:lnTo>
                    <a:pt x="2427697" y="189636"/>
                  </a:lnTo>
                  <a:lnTo>
                    <a:pt x="2437441" y="207360"/>
                  </a:lnTo>
                  <a:lnTo>
                    <a:pt x="2447200" y="214203"/>
                  </a:lnTo>
                  <a:lnTo>
                    <a:pt x="2456944" y="228790"/>
                  </a:lnTo>
                  <a:lnTo>
                    <a:pt x="2466703" y="213398"/>
                  </a:lnTo>
                  <a:lnTo>
                    <a:pt x="2476446" y="210444"/>
                  </a:lnTo>
                  <a:lnTo>
                    <a:pt x="2486190" y="199161"/>
                  </a:lnTo>
                  <a:lnTo>
                    <a:pt x="2495949" y="198197"/>
                  </a:lnTo>
                  <a:lnTo>
                    <a:pt x="2505693" y="160195"/>
                  </a:lnTo>
                  <a:lnTo>
                    <a:pt x="2515452" y="149182"/>
                  </a:lnTo>
                  <a:lnTo>
                    <a:pt x="2525196" y="163270"/>
                  </a:lnTo>
                  <a:lnTo>
                    <a:pt x="2534940" y="144437"/>
                  </a:lnTo>
                  <a:lnTo>
                    <a:pt x="2544699" y="104601"/>
                  </a:lnTo>
                  <a:lnTo>
                    <a:pt x="2554443" y="99694"/>
                  </a:lnTo>
                  <a:lnTo>
                    <a:pt x="2564202" y="121731"/>
                  </a:lnTo>
                  <a:lnTo>
                    <a:pt x="2573946" y="143739"/>
                  </a:lnTo>
                  <a:lnTo>
                    <a:pt x="2583690" y="138701"/>
                  </a:lnTo>
                  <a:lnTo>
                    <a:pt x="2593448" y="146406"/>
                  </a:lnTo>
                  <a:lnTo>
                    <a:pt x="2603192" y="164562"/>
                  </a:lnTo>
                  <a:lnTo>
                    <a:pt x="2612951" y="142138"/>
                  </a:lnTo>
                  <a:lnTo>
                    <a:pt x="2622695" y="156493"/>
                  </a:lnTo>
                  <a:lnTo>
                    <a:pt x="2632439" y="134967"/>
                  </a:lnTo>
                  <a:lnTo>
                    <a:pt x="2642198" y="131959"/>
                  </a:lnTo>
                  <a:lnTo>
                    <a:pt x="2651942" y="156301"/>
                  </a:lnTo>
                  <a:lnTo>
                    <a:pt x="2661685" y="148923"/>
                  </a:lnTo>
                  <a:lnTo>
                    <a:pt x="2671444" y="153047"/>
                  </a:lnTo>
                  <a:lnTo>
                    <a:pt x="2681188" y="166486"/>
                  </a:lnTo>
                  <a:lnTo>
                    <a:pt x="2690947" y="184414"/>
                  </a:lnTo>
                  <a:lnTo>
                    <a:pt x="2700691" y="139198"/>
                  </a:lnTo>
                  <a:lnTo>
                    <a:pt x="2710435" y="138224"/>
                  </a:lnTo>
                  <a:lnTo>
                    <a:pt x="2720194" y="96889"/>
                  </a:lnTo>
                  <a:lnTo>
                    <a:pt x="2729938" y="89434"/>
                  </a:lnTo>
                  <a:lnTo>
                    <a:pt x="2739697" y="96405"/>
                  </a:lnTo>
                  <a:lnTo>
                    <a:pt x="2749441" y="45715"/>
                  </a:lnTo>
                  <a:lnTo>
                    <a:pt x="2759185" y="43879"/>
                  </a:lnTo>
                  <a:lnTo>
                    <a:pt x="2768943" y="68859"/>
                  </a:lnTo>
                  <a:lnTo>
                    <a:pt x="2778687" y="74072"/>
                  </a:lnTo>
                  <a:lnTo>
                    <a:pt x="2788446" y="30784"/>
                  </a:lnTo>
                  <a:lnTo>
                    <a:pt x="2798190" y="14132"/>
                  </a:lnTo>
                  <a:lnTo>
                    <a:pt x="2807934" y="16450"/>
                  </a:lnTo>
                  <a:lnTo>
                    <a:pt x="2817693" y="9377"/>
                  </a:lnTo>
                  <a:lnTo>
                    <a:pt x="2827437" y="15556"/>
                  </a:lnTo>
                  <a:lnTo>
                    <a:pt x="2837196" y="10265"/>
                  </a:lnTo>
                  <a:lnTo>
                    <a:pt x="2846940" y="0"/>
                  </a:lnTo>
                  <a:lnTo>
                    <a:pt x="2856684" y="30741"/>
                  </a:lnTo>
                  <a:lnTo>
                    <a:pt x="2866442" y="52930"/>
                  </a:lnTo>
                  <a:lnTo>
                    <a:pt x="2876186" y="48186"/>
                  </a:lnTo>
                  <a:lnTo>
                    <a:pt x="2885945" y="27116"/>
                  </a:lnTo>
                  <a:lnTo>
                    <a:pt x="2895689" y="19568"/>
                  </a:lnTo>
                  <a:lnTo>
                    <a:pt x="2905433" y="16527"/>
                  </a:lnTo>
                  <a:lnTo>
                    <a:pt x="2915192" y="4114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5" name="Freeform 1164">
              <a:extLst>
                <a:ext uri="{FF2B5EF4-FFF2-40B4-BE49-F238E27FC236}">
                  <a16:creationId xmlns:a16="http://schemas.microsoft.com/office/drawing/2014/main" id="{300C37EF-F612-87D8-4215-6901441BEF52}"/>
                </a:ext>
              </a:extLst>
            </p:cNvPr>
            <p:cNvSpPr/>
            <p:nvPr/>
          </p:nvSpPr>
          <p:spPr>
            <a:xfrm>
              <a:off x="4426652" y="3662491"/>
              <a:ext cx="2915191" cy="856319"/>
            </a:xfrm>
            <a:custGeom>
              <a:avLst/>
              <a:gdLst>
                <a:gd name="connsiteX0" fmla="*/ 0 w 2915191"/>
                <a:gd name="connsiteY0" fmla="*/ 856319 h 856319"/>
                <a:gd name="connsiteX1" fmla="*/ 9750 w 2915191"/>
                <a:gd name="connsiteY1" fmla="*/ 851209 h 856319"/>
                <a:gd name="connsiteX2" fmla="*/ 19500 w 2915191"/>
                <a:gd name="connsiteY2" fmla="*/ 833479 h 856319"/>
                <a:gd name="connsiteX3" fmla="*/ 29250 w 2915191"/>
                <a:gd name="connsiteY3" fmla="*/ 822200 h 856319"/>
                <a:gd name="connsiteX4" fmla="*/ 39000 w 2915191"/>
                <a:gd name="connsiteY4" fmla="*/ 848452 h 856319"/>
                <a:gd name="connsiteX5" fmla="*/ 48749 w 2915191"/>
                <a:gd name="connsiteY5" fmla="*/ 813201 h 856319"/>
                <a:gd name="connsiteX6" fmla="*/ 58499 w 2915191"/>
                <a:gd name="connsiteY6" fmla="*/ 793818 h 856319"/>
                <a:gd name="connsiteX7" fmla="*/ 68249 w 2915191"/>
                <a:gd name="connsiteY7" fmla="*/ 769994 h 856319"/>
                <a:gd name="connsiteX8" fmla="*/ 77998 w 2915191"/>
                <a:gd name="connsiteY8" fmla="*/ 760519 h 856319"/>
                <a:gd name="connsiteX9" fmla="*/ 87748 w 2915191"/>
                <a:gd name="connsiteY9" fmla="*/ 766672 h 856319"/>
                <a:gd name="connsiteX10" fmla="*/ 97497 w 2915191"/>
                <a:gd name="connsiteY10" fmla="*/ 776460 h 856319"/>
                <a:gd name="connsiteX11" fmla="*/ 107247 w 2915191"/>
                <a:gd name="connsiteY11" fmla="*/ 771231 h 856319"/>
                <a:gd name="connsiteX12" fmla="*/ 116997 w 2915191"/>
                <a:gd name="connsiteY12" fmla="*/ 752294 h 856319"/>
                <a:gd name="connsiteX13" fmla="*/ 126747 w 2915191"/>
                <a:gd name="connsiteY13" fmla="*/ 743921 h 856319"/>
                <a:gd name="connsiteX14" fmla="*/ 136497 w 2915191"/>
                <a:gd name="connsiteY14" fmla="*/ 745351 h 856319"/>
                <a:gd name="connsiteX15" fmla="*/ 146247 w 2915191"/>
                <a:gd name="connsiteY15" fmla="*/ 719353 h 856319"/>
                <a:gd name="connsiteX16" fmla="*/ 155997 w 2915191"/>
                <a:gd name="connsiteY16" fmla="*/ 709802 h 856319"/>
                <a:gd name="connsiteX17" fmla="*/ 165747 w 2915191"/>
                <a:gd name="connsiteY17" fmla="*/ 706256 h 856319"/>
                <a:gd name="connsiteX18" fmla="*/ 175497 w 2915191"/>
                <a:gd name="connsiteY18" fmla="*/ 698211 h 856319"/>
                <a:gd name="connsiteX19" fmla="*/ 185247 w 2915191"/>
                <a:gd name="connsiteY19" fmla="*/ 745486 h 856319"/>
                <a:gd name="connsiteX20" fmla="*/ 194996 w 2915191"/>
                <a:gd name="connsiteY20" fmla="*/ 753844 h 856319"/>
                <a:gd name="connsiteX21" fmla="*/ 204746 w 2915191"/>
                <a:gd name="connsiteY21" fmla="*/ 742014 h 856319"/>
                <a:gd name="connsiteX22" fmla="*/ 214495 w 2915191"/>
                <a:gd name="connsiteY22" fmla="*/ 726787 h 856319"/>
                <a:gd name="connsiteX23" fmla="*/ 224245 w 2915191"/>
                <a:gd name="connsiteY23" fmla="*/ 721290 h 856319"/>
                <a:gd name="connsiteX24" fmla="*/ 233995 w 2915191"/>
                <a:gd name="connsiteY24" fmla="*/ 743072 h 856319"/>
                <a:gd name="connsiteX25" fmla="*/ 243744 w 2915191"/>
                <a:gd name="connsiteY25" fmla="*/ 779142 h 856319"/>
                <a:gd name="connsiteX26" fmla="*/ 253494 w 2915191"/>
                <a:gd name="connsiteY26" fmla="*/ 778442 h 856319"/>
                <a:gd name="connsiteX27" fmla="*/ 263244 w 2915191"/>
                <a:gd name="connsiteY27" fmla="*/ 804679 h 856319"/>
                <a:gd name="connsiteX28" fmla="*/ 272994 w 2915191"/>
                <a:gd name="connsiteY28" fmla="*/ 801059 h 856319"/>
                <a:gd name="connsiteX29" fmla="*/ 282744 w 2915191"/>
                <a:gd name="connsiteY29" fmla="*/ 799747 h 856319"/>
                <a:gd name="connsiteX30" fmla="*/ 292494 w 2915191"/>
                <a:gd name="connsiteY30" fmla="*/ 831959 h 856319"/>
                <a:gd name="connsiteX31" fmla="*/ 302244 w 2915191"/>
                <a:gd name="connsiteY31" fmla="*/ 815362 h 856319"/>
                <a:gd name="connsiteX32" fmla="*/ 311994 w 2915191"/>
                <a:gd name="connsiteY32" fmla="*/ 828309 h 856319"/>
                <a:gd name="connsiteX33" fmla="*/ 321744 w 2915191"/>
                <a:gd name="connsiteY33" fmla="*/ 850866 h 856319"/>
                <a:gd name="connsiteX34" fmla="*/ 331493 w 2915191"/>
                <a:gd name="connsiteY34" fmla="*/ 817224 h 856319"/>
                <a:gd name="connsiteX35" fmla="*/ 341243 w 2915191"/>
                <a:gd name="connsiteY35" fmla="*/ 796202 h 856319"/>
                <a:gd name="connsiteX36" fmla="*/ 350993 w 2915191"/>
                <a:gd name="connsiteY36" fmla="*/ 794548 h 856319"/>
                <a:gd name="connsiteX37" fmla="*/ 360742 w 2915191"/>
                <a:gd name="connsiteY37" fmla="*/ 758537 h 856319"/>
                <a:gd name="connsiteX38" fmla="*/ 370492 w 2915191"/>
                <a:gd name="connsiteY38" fmla="*/ 787054 h 856319"/>
                <a:gd name="connsiteX39" fmla="*/ 380241 w 2915191"/>
                <a:gd name="connsiteY39" fmla="*/ 799941 h 856319"/>
                <a:gd name="connsiteX40" fmla="*/ 389991 w 2915191"/>
                <a:gd name="connsiteY40" fmla="*/ 791270 h 856319"/>
                <a:gd name="connsiteX41" fmla="*/ 399741 w 2915191"/>
                <a:gd name="connsiteY41" fmla="*/ 816375 h 856319"/>
                <a:gd name="connsiteX42" fmla="*/ 409491 w 2915191"/>
                <a:gd name="connsiteY42" fmla="*/ 761412 h 856319"/>
                <a:gd name="connsiteX43" fmla="*/ 419241 w 2915191"/>
                <a:gd name="connsiteY43" fmla="*/ 721140 h 856319"/>
                <a:gd name="connsiteX44" fmla="*/ 428991 w 2915191"/>
                <a:gd name="connsiteY44" fmla="*/ 749657 h 856319"/>
                <a:gd name="connsiteX45" fmla="*/ 438741 w 2915191"/>
                <a:gd name="connsiteY45" fmla="*/ 727651 h 856319"/>
                <a:gd name="connsiteX46" fmla="*/ 448491 w 2915191"/>
                <a:gd name="connsiteY46" fmla="*/ 692102 h 856319"/>
                <a:gd name="connsiteX47" fmla="*/ 458241 w 2915191"/>
                <a:gd name="connsiteY47" fmla="*/ 696855 h 856319"/>
                <a:gd name="connsiteX48" fmla="*/ 467991 w 2915191"/>
                <a:gd name="connsiteY48" fmla="*/ 681912 h 856319"/>
                <a:gd name="connsiteX49" fmla="*/ 477740 w 2915191"/>
                <a:gd name="connsiteY49" fmla="*/ 676012 h 856319"/>
                <a:gd name="connsiteX50" fmla="*/ 487490 w 2915191"/>
                <a:gd name="connsiteY50" fmla="*/ 653469 h 856319"/>
                <a:gd name="connsiteX51" fmla="*/ 497239 w 2915191"/>
                <a:gd name="connsiteY51" fmla="*/ 657298 h 856319"/>
                <a:gd name="connsiteX52" fmla="*/ 506989 w 2915191"/>
                <a:gd name="connsiteY52" fmla="*/ 655987 h 856319"/>
                <a:gd name="connsiteX53" fmla="*/ 516738 w 2915191"/>
                <a:gd name="connsiteY53" fmla="*/ 650415 h 856319"/>
                <a:gd name="connsiteX54" fmla="*/ 526488 w 2915191"/>
                <a:gd name="connsiteY54" fmla="*/ 645320 h 856319"/>
                <a:gd name="connsiteX55" fmla="*/ 536238 w 2915191"/>
                <a:gd name="connsiteY55" fmla="*/ 649983 h 856319"/>
                <a:gd name="connsiteX56" fmla="*/ 545988 w 2915191"/>
                <a:gd name="connsiteY56" fmla="*/ 652233 h 856319"/>
                <a:gd name="connsiteX57" fmla="*/ 555738 w 2915191"/>
                <a:gd name="connsiteY57" fmla="*/ 654587 h 856319"/>
                <a:gd name="connsiteX58" fmla="*/ 565488 w 2915191"/>
                <a:gd name="connsiteY58" fmla="*/ 666536 h 856319"/>
                <a:gd name="connsiteX59" fmla="*/ 575238 w 2915191"/>
                <a:gd name="connsiteY59" fmla="*/ 668979 h 856319"/>
                <a:gd name="connsiteX60" fmla="*/ 584988 w 2915191"/>
                <a:gd name="connsiteY60" fmla="*/ 689778 h 856319"/>
                <a:gd name="connsiteX61" fmla="*/ 594738 w 2915191"/>
                <a:gd name="connsiteY61" fmla="*/ 701325 h 856319"/>
                <a:gd name="connsiteX62" fmla="*/ 604488 w 2915191"/>
                <a:gd name="connsiteY62" fmla="*/ 679438 h 856319"/>
                <a:gd name="connsiteX63" fmla="*/ 614237 w 2915191"/>
                <a:gd name="connsiteY63" fmla="*/ 662349 h 856319"/>
                <a:gd name="connsiteX64" fmla="*/ 623987 w 2915191"/>
                <a:gd name="connsiteY64" fmla="*/ 661098 h 856319"/>
                <a:gd name="connsiteX65" fmla="*/ 633736 w 2915191"/>
                <a:gd name="connsiteY65" fmla="*/ 638913 h 856319"/>
                <a:gd name="connsiteX66" fmla="*/ 643486 w 2915191"/>
                <a:gd name="connsiteY66" fmla="*/ 602783 h 856319"/>
                <a:gd name="connsiteX67" fmla="*/ 653236 w 2915191"/>
                <a:gd name="connsiteY67" fmla="*/ 592667 h 856319"/>
                <a:gd name="connsiteX68" fmla="*/ 662985 w 2915191"/>
                <a:gd name="connsiteY68" fmla="*/ 617295 h 856319"/>
                <a:gd name="connsiteX69" fmla="*/ 672735 w 2915191"/>
                <a:gd name="connsiteY69" fmla="*/ 607283 h 856319"/>
                <a:gd name="connsiteX70" fmla="*/ 682485 w 2915191"/>
                <a:gd name="connsiteY70" fmla="*/ 575875 h 856319"/>
                <a:gd name="connsiteX71" fmla="*/ 692235 w 2915191"/>
                <a:gd name="connsiteY71" fmla="*/ 539060 h 856319"/>
                <a:gd name="connsiteX72" fmla="*/ 701985 w 2915191"/>
                <a:gd name="connsiteY72" fmla="*/ 552693 h 856319"/>
                <a:gd name="connsiteX73" fmla="*/ 711735 w 2915191"/>
                <a:gd name="connsiteY73" fmla="*/ 549385 h 856319"/>
                <a:gd name="connsiteX74" fmla="*/ 721485 w 2915191"/>
                <a:gd name="connsiteY74" fmla="*/ 527618 h 856319"/>
                <a:gd name="connsiteX75" fmla="*/ 731235 w 2915191"/>
                <a:gd name="connsiteY75" fmla="*/ 577872 h 856319"/>
                <a:gd name="connsiteX76" fmla="*/ 740985 w 2915191"/>
                <a:gd name="connsiteY76" fmla="*/ 580718 h 856319"/>
                <a:gd name="connsiteX77" fmla="*/ 750734 w 2915191"/>
                <a:gd name="connsiteY77" fmla="*/ 592696 h 856319"/>
                <a:gd name="connsiteX78" fmla="*/ 760484 w 2915191"/>
                <a:gd name="connsiteY78" fmla="*/ 603543 h 856319"/>
                <a:gd name="connsiteX79" fmla="*/ 770233 w 2915191"/>
                <a:gd name="connsiteY79" fmla="*/ 593337 h 856319"/>
                <a:gd name="connsiteX80" fmla="*/ 779983 w 2915191"/>
                <a:gd name="connsiteY80" fmla="*/ 599326 h 856319"/>
                <a:gd name="connsiteX81" fmla="*/ 789733 w 2915191"/>
                <a:gd name="connsiteY81" fmla="*/ 623850 h 856319"/>
                <a:gd name="connsiteX82" fmla="*/ 799482 w 2915191"/>
                <a:gd name="connsiteY82" fmla="*/ 624908 h 856319"/>
                <a:gd name="connsiteX83" fmla="*/ 809232 w 2915191"/>
                <a:gd name="connsiteY83" fmla="*/ 611410 h 856319"/>
                <a:gd name="connsiteX84" fmla="*/ 818982 w 2915191"/>
                <a:gd name="connsiteY84" fmla="*/ 612423 h 856319"/>
                <a:gd name="connsiteX85" fmla="*/ 828732 w 2915191"/>
                <a:gd name="connsiteY85" fmla="*/ 601070 h 856319"/>
                <a:gd name="connsiteX86" fmla="*/ 838482 w 2915191"/>
                <a:gd name="connsiteY86" fmla="*/ 595840 h 856319"/>
                <a:gd name="connsiteX87" fmla="*/ 848232 w 2915191"/>
                <a:gd name="connsiteY87" fmla="*/ 560708 h 856319"/>
                <a:gd name="connsiteX88" fmla="*/ 857982 w 2915191"/>
                <a:gd name="connsiteY88" fmla="*/ 546763 h 856319"/>
                <a:gd name="connsiteX89" fmla="*/ 867732 w 2915191"/>
                <a:gd name="connsiteY89" fmla="*/ 471583 h 856319"/>
                <a:gd name="connsiteX90" fmla="*/ 877482 w 2915191"/>
                <a:gd name="connsiteY90" fmla="*/ 451096 h 856319"/>
                <a:gd name="connsiteX91" fmla="*/ 887231 w 2915191"/>
                <a:gd name="connsiteY91" fmla="*/ 454926 h 856319"/>
                <a:gd name="connsiteX92" fmla="*/ 896981 w 2915191"/>
                <a:gd name="connsiteY92" fmla="*/ 470286 h 856319"/>
                <a:gd name="connsiteX93" fmla="*/ 906730 w 2915191"/>
                <a:gd name="connsiteY93" fmla="*/ 479151 h 856319"/>
                <a:gd name="connsiteX94" fmla="*/ 916480 w 2915191"/>
                <a:gd name="connsiteY94" fmla="*/ 476812 h 856319"/>
                <a:gd name="connsiteX95" fmla="*/ 926230 w 2915191"/>
                <a:gd name="connsiteY95" fmla="*/ 486794 h 856319"/>
                <a:gd name="connsiteX96" fmla="*/ 935979 w 2915191"/>
                <a:gd name="connsiteY96" fmla="*/ 481580 h 856319"/>
                <a:gd name="connsiteX97" fmla="*/ 945729 w 2915191"/>
                <a:gd name="connsiteY97" fmla="*/ 486601 h 856319"/>
                <a:gd name="connsiteX98" fmla="*/ 955479 w 2915191"/>
                <a:gd name="connsiteY98" fmla="*/ 484783 h 856319"/>
                <a:gd name="connsiteX99" fmla="*/ 965229 w 2915191"/>
                <a:gd name="connsiteY99" fmla="*/ 492963 h 856319"/>
                <a:gd name="connsiteX100" fmla="*/ 974979 w 2915191"/>
                <a:gd name="connsiteY100" fmla="*/ 472894 h 856319"/>
                <a:gd name="connsiteX101" fmla="*/ 984729 w 2915191"/>
                <a:gd name="connsiteY101" fmla="*/ 487152 h 856319"/>
                <a:gd name="connsiteX102" fmla="*/ 994474 w 2915191"/>
                <a:gd name="connsiteY102" fmla="*/ 454613 h 856319"/>
                <a:gd name="connsiteX103" fmla="*/ 1004233 w 2915191"/>
                <a:gd name="connsiteY103" fmla="*/ 429657 h 856319"/>
                <a:gd name="connsiteX104" fmla="*/ 1013977 w 2915191"/>
                <a:gd name="connsiteY104" fmla="*/ 442381 h 856319"/>
                <a:gd name="connsiteX105" fmla="*/ 1023721 w 2915191"/>
                <a:gd name="connsiteY105" fmla="*/ 416039 h 856319"/>
                <a:gd name="connsiteX106" fmla="*/ 1033480 w 2915191"/>
                <a:gd name="connsiteY106" fmla="*/ 428778 h 856319"/>
                <a:gd name="connsiteX107" fmla="*/ 1043224 w 2915191"/>
                <a:gd name="connsiteY107" fmla="*/ 444675 h 856319"/>
                <a:gd name="connsiteX108" fmla="*/ 1052983 w 2915191"/>
                <a:gd name="connsiteY108" fmla="*/ 433113 h 856319"/>
                <a:gd name="connsiteX109" fmla="*/ 1062727 w 2915191"/>
                <a:gd name="connsiteY109" fmla="*/ 446970 h 856319"/>
                <a:gd name="connsiteX110" fmla="*/ 1072471 w 2915191"/>
                <a:gd name="connsiteY110" fmla="*/ 454508 h 856319"/>
                <a:gd name="connsiteX111" fmla="*/ 1082230 w 2915191"/>
                <a:gd name="connsiteY111" fmla="*/ 459455 h 856319"/>
                <a:gd name="connsiteX112" fmla="*/ 1091973 w 2915191"/>
                <a:gd name="connsiteY112" fmla="*/ 447536 h 856319"/>
                <a:gd name="connsiteX113" fmla="*/ 1101732 w 2915191"/>
                <a:gd name="connsiteY113" fmla="*/ 455939 h 856319"/>
                <a:gd name="connsiteX114" fmla="*/ 1111476 w 2915191"/>
                <a:gd name="connsiteY114" fmla="*/ 445584 h 856319"/>
                <a:gd name="connsiteX115" fmla="*/ 1121220 w 2915191"/>
                <a:gd name="connsiteY115" fmla="*/ 446284 h 856319"/>
                <a:gd name="connsiteX116" fmla="*/ 1130979 w 2915191"/>
                <a:gd name="connsiteY116" fmla="*/ 462882 h 856319"/>
                <a:gd name="connsiteX117" fmla="*/ 1140723 w 2915191"/>
                <a:gd name="connsiteY117" fmla="*/ 487614 h 856319"/>
                <a:gd name="connsiteX118" fmla="*/ 1150482 w 2915191"/>
                <a:gd name="connsiteY118" fmla="*/ 478868 h 856319"/>
                <a:gd name="connsiteX119" fmla="*/ 1160226 w 2915191"/>
                <a:gd name="connsiteY119" fmla="*/ 482608 h 856319"/>
                <a:gd name="connsiteX120" fmla="*/ 1169969 w 2915191"/>
                <a:gd name="connsiteY120" fmla="*/ 492694 h 856319"/>
                <a:gd name="connsiteX121" fmla="*/ 1179728 w 2915191"/>
                <a:gd name="connsiteY121" fmla="*/ 471180 h 856319"/>
                <a:gd name="connsiteX122" fmla="*/ 1189472 w 2915191"/>
                <a:gd name="connsiteY122" fmla="*/ 460274 h 856319"/>
                <a:gd name="connsiteX123" fmla="*/ 1199231 w 2915191"/>
                <a:gd name="connsiteY123" fmla="*/ 462792 h 856319"/>
                <a:gd name="connsiteX124" fmla="*/ 1208975 w 2915191"/>
                <a:gd name="connsiteY124" fmla="*/ 448355 h 856319"/>
                <a:gd name="connsiteX125" fmla="*/ 1218719 w 2915191"/>
                <a:gd name="connsiteY125" fmla="*/ 434588 h 856319"/>
                <a:gd name="connsiteX126" fmla="*/ 1228478 w 2915191"/>
                <a:gd name="connsiteY126" fmla="*/ 440071 h 856319"/>
                <a:gd name="connsiteX127" fmla="*/ 1238222 w 2915191"/>
                <a:gd name="connsiteY127" fmla="*/ 432786 h 856319"/>
                <a:gd name="connsiteX128" fmla="*/ 1247966 w 2915191"/>
                <a:gd name="connsiteY128" fmla="*/ 441040 h 856319"/>
                <a:gd name="connsiteX129" fmla="*/ 1257725 w 2915191"/>
                <a:gd name="connsiteY129" fmla="*/ 434052 h 856319"/>
                <a:gd name="connsiteX130" fmla="*/ 1267469 w 2915191"/>
                <a:gd name="connsiteY130" fmla="*/ 425589 h 856319"/>
                <a:gd name="connsiteX131" fmla="*/ 1277227 w 2915191"/>
                <a:gd name="connsiteY131" fmla="*/ 435587 h 856319"/>
                <a:gd name="connsiteX132" fmla="*/ 1286971 w 2915191"/>
                <a:gd name="connsiteY132" fmla="*/ 420345 h 856319"/>
                <a:gd name="connsiteX133" fmla="*/ 1296715 w 2915191"/>
                <a:gd name="connsiteY133" fmla="*/ 465936 h 856319"/>
                <a:gd name="connsiteX134" fmla="*/ 1306474 w 2915191"/>
                <a:gd name="connsiteY134" fmla="*/ 445569 h 856319"/>
                <a:gd name="connsiteX135" fmla="*/ 1316218 w 2915191"/>
                <a:gd name="connsiteY135" fmla="*/ 450113 h 856319"/>
                <a:gd name="connsiteX136" fmla="*/ 1325977 w 2915191"/>
                <a:gd name="connsiteY136" fmla="*/ 446984 h 856319"/>
                <a:gd name="connsiteX137" fmla="*/ 1335721 w 2915191"/>
                <a:gd name="connsiteY137" fmla="*/ 446001 h 856319"/>
                <a:gd name="connsiteX138" fmla="*/ 1345465 w 2915191"/>
                <a:gd name="connsiteY138" fmla="*/ 451096 h 856319"/>
                <a:gd name="connsiteX139" fmla="*/ 1355224 w 2915191"/>
                <a:gd name="connsiteY139" fmla="*/ 417767 h 856319"/>
                <a:gd name="connsiteX140" fmla="*/ 1364967 w 2915191"/>
                <a:gd name="connsiteY140" fmla="*/ 394793 h 856319"/>
                <a:gd name="connsiteX141" fmla="*/ 1374726 w 2915191"/>
                <a:gd name="connsiteY141" fmla="*/ 400812 h 856319"/>
                <a:gd name="connsiteX142" fmla="*/ 1384470 w 2915191"/>
                <a:gd name="connsiteY142" fmla="*/ 429597 h 856319"/>
                <a:gd name="connsiteX143" fmla="*/ 1394214 w 2915191"/>
                <a:gd name="connsiteY143" fmla="*/ 442783 h 856319"/>
                <a:gd name="connsiteX144" fmla="*/ 1403973 w 2915191"/>
                <a:gd name="connsiteY144" fmla="*/ 431489 h 856319"/>
                <a:gd name="connsiteX145" fmla="*/ 1413717 w 2915191"/>
                <a:gd name="connsiteY145" fmla="*/ 403271 h 856319"/>
                <a:gd name="connsiteX146" fmla="*/ 1423476 w 2915191"/>
                <a:gd name="connsiteY146" fmla="*/ 418348 h 856319"/>
                <a:gd name="connsiteX147" fmla="*/ 1433220 w 2915191"/>
                <a:gd name="connsiteY147" fmla="*/ 415026 h 856319"/>
                <a:gd name="connsiteX148" fmla="*/ 1442964 w 2915191"/>
                <a:gd name="connsiteY148" fmla="*/ 421477 h 856319"/>
                <a:gd name="connsiteX149" fmla="*/ 1452722 w 2915191"/>
                <a:gd name="connsiteY149" fmla="*/ 397058 h 856319"/>
                <a:gd name="connsiteX150" fmla="*/ 1462466 w 2915191"/>
                <a:gd name="connsiteY150" fmla="*/ 428971 h 856319"/>
                <a:gd name="connsiteX151" fmla="*/ 1472225 w 2915191"/>
                <a:gd name="connsiteY151" fmla="*/ 430834 h 856319"/>
                <a:gd name="connsiteX152" fmla="*/ 1481969 w 2915191"/>
                <a:gd name="connsiteY152" fmla="*/ 435736 h 856319"/>
                <a:gd name="connsiteX153" fmla="*/ 1491713 w 2915191"/>
                <a:gd name="connsiteY153" fmla="*/ 434514 h 856319"/>
                <a:gd name="connsiteX154" fmla="*/ 1501472 w 2915191"/>
                <a:gd name="connsiteY154" fmla="*/ 454464 h 856319"/>
                <a:gd name="connsiteX155" fmla="*/ 1511216 w 2915191"/>
                <a:gd name="connsiteY155" fmla="*/ 415041 h 856319"/>
                <a:gd name="connsiteX156" fmla="*/ 1520960 w 2915191"/>
                <a:gd name="connsiteY156" fmla="*/ 392216 h 856319"/>
                <a:gd name="connsiteX157" fmla="*/ 1530719 w 2915191"/>
                <a:gd name="connsiteY157" fmla="*/ 395896 h 856319"/>
                <a:gd name="connsiteX158" fmla="*/ 1540463 w 2915191"/>
                <a:gd name="connsiteY158" fmla="*/ 372996 h 856319"/>
                <a:gd name="connsiteX159" fmla="*/ 1550221 w 2915191"/>
                <a:gd name="connsiteY159" fmla="*/ 372951 h 856319"/>
                <a:gd name="connsiteX160" fmla="*/ 1559965 w 2915191"/>
                <a:gd name="connsiteY160" fmla="*/ 357844 h 856319"/>
                <a:gd name="connsiteX161" fmla="*/ 1569709 w 2915191"/>
                <a:gd name="connsiteY161" fmla="*/ 344774 h 856319"/>
                <a:gd name="connsiteX162" fmla="*/ 1579468 w 2915191"/>
                <a:gd name="connsiteY162" fmla="*/ 356041 h 856319"/>
                <a:gd name="connsiteX163" fmla="*/ 1589212 w 2915191"/>
                <a:gd name="connsiteY163" fmla="*/ 410497 h 856319"/>
                <a:gd name="connsiteX164" fmla="*/ 1598971 w 2915191"/>
                <a:gd name="connsiteY164" fmla="*/ 398384 h 856319"/>
                <a:gd name="connsiteX165" fmla="*/ 1608715 w 2915191"/>
                <a:gd name="connsiteY165" fmla="*/ 431057 h 856319"/>
                <a:gd name="connsiteX166" fmla="*/ 1618459 w 2915191"/>
                <a:gd name="connsiteY166" fmla="*/ 420375 h 856319"/>
                <a:gd name="connsiteX167" fmla="*/ 1628218 w 2915191"/>
                <a:gd name="connsiteY167" fmla="*/ 413298 h 856319"/>
                <a:gd name="connsiteX168" fmla="*/ 1637962 w 2915191"/>
                <a:gd name="connsiteY168" fmla="*/ 430074 h 856319"/>
                <a:gd name="connsiteX169" fmla="*/ 1647720 w 2915191"/>
                <a:gd name="connsiteY169" fmla="*/ 435244 h 856319"/>
                <a:gd name="connsiteX170" fmla="*/ 1657464 w 2915191"/>
                <a:gd name="connsiteY170" fmla="*/ 408560 h 856319"/>
                <a:gd name="connsiteX171" fmla="*/ 1667208 w 2915191"/>
                <a:gd name="connsiteY171" fmla="*/ 410780 h 856319"/>
                <a:gd name="connsiteX172" fmla="*/ 1676967 w 2915191"/>
                <a:gd name="connsiteY172" fmla="*/ 434186 h 856319"/>
                <a:gd name="connsiteX173" fmla="*/ 1686711 w 2915191"/>
                <a:gd name="connsiteY173" fmla="*/ 431817 h 856319"/>
                <a:gd name="connsiteX174" fmla="*/ 1696470 w 2915191"/>
                <a:gd name="connsiteY174" fmla="*/ 451037 h 856319"/>
                <a:gd name="connsiteX175" fmla="*/ 1706214 w 2915191"/>
                <a:gd name="connsiteY175" fmla="*/ 444004 h 856319"/>
                <a:gd name="connsiteX176" fmla="*/ 1715958 w 2915191"/>
                <a:gd name="connsiteY176" fmla="*/ 479866 h 856319"/>
                <a:gd name="connsiteX177" fmla="*/ 1725716 w 2915191"/>
                <a:gd name="connsiteY177" fmla="*/ 443543 h 856319"/>
                <a:gd name="connsiteX178" fmla="*/ 1735460 w 2915191"/>
                <a:gd name="connsiteY178" fmla="*/ 449070 h 856319"/>
                <a:gd name="connsiteX179" fmla="*/ 1745219 w 2915191"/>
                <a:gd name="connsiteY179" fmla="*/ 448146 h 856319"/>
                <a:gd name="connsiteX180" fmla="*/ 1754963 w 2915191"/>
                <a:gd name="connsiteY180" fmla="*/ 442395 h 856319"/>
                <a:gd name="connsiteX181" fmla="*/ 1764707 w 2915191"/>
                <a:gd name="connsiteY181" fmla="*/ 449949 h 856319"/>
                <a:gd name="connsiteX182" fmla="*/ 1774466 w 2915191"/>
                <a:gd name="connsiteY182" fmla="*/ 468469 h 856319"/>
                <a:gd name="connsiteX183" fmla="*/ 1784210 w 2915191"/>
                <a:gd name="connsiteY183" fmla="*/ 461645 h 856319"/>
                <a:gd name="connsiteX184" fmla="*/ 1793969 w 2915191"/>
                <a:gd name="connsiteY184" fmla="*/ 428808 h 856319"/>
                <a:gd name="connsiteX185" fmla="*/ 1803713 w 2915191"/>
                <a:gd name="connsiteY185" fmla="*/ 400514 h 856319"/>
                <a:gd name="connsiteX186" fmla="*/ 1813457 w 2915191"/>
                <a:gd name="connsiteY186" fmla="*/ 409379 h 856319"/>
                <a:gd name="connsiteX187" fmla="*/ 1823215 w 2915191"/>
                <a:gd name="connsiteY187" fmla="*/ 425962 h 856319"/>
                <a:gd name="connsiteX188" fmla="*/ 1832959 w 2915191"/>
                <a:gd name="connsiteY188" fmla="*/ 420852 h 856319"/>
                <a:gd name="connsiteX189" fmla="*/ 1842703 w 2915191"/>
                <a:gd name="connsiteY189" fmla="*/ 393929 h 856319"/>
                <a:gd name="connsiteX190" fmla="*/ 1852462 w 2915191"/>
                <a:gd name="connsiteY190" fmla="*/ 368035 h 856319"/>
                <a:gd name="connsiteX191" fmla="*/ 1862206 w 2915191"/>
                <a:gd name="connsiteY191" fmla="*/ 363982 h 856319"/>
                <a:gd name="connsiteX192" fmla="*/ 1871965 w 2915191"/>
                <a:gd name="connsiteY192" fmla="*/ 365219 h 856319"/>
                <a:gd name="connsiteX193" fmla="*/ 1881709 w 2915191"/>
                <a:gd name="connsiteY193" fmla="*/ 343742 h 856319"/>
                <a:gd name="connsiteX194" fmla="*/ 1891453 w 2915191"/>
                <a:gd name="connsiteY194" fmla="*/ 346564 h 856319"/>
                <a:gd name="connsiteX195" fmla="*/ 1901212 w 2915191"/>
                <a:gd name="connsiteY195" fmla="*/ 322502 h 856319"/>
                <a:gd name="connsiteX196" fmla="*/ 1910956 w 2915191"/>
                <a:gd name="connsiteY196" fmla="*/ 309278 h 856319"/>
                <a:gd name="connsiteX197" fmla="*/ 1920714 w 2915191"/>
                <a:gd name="connsiteY197" fmla="*/ 285718 h 856319"/>
                <a:gd name="connsiteX198" fmla="*/ 1930458 w 2915191"/>
                <a:gd name="connsiteY198" fmla="*/ 279112 h 856319"/>
                <a:gd name="connsiteX199" fmla="*/ 1940202 w 2915191"/>
                <a:gd name="connsiteY199" fmla="*/ 277403 h 856319"/>
                <a:gd name="connsiteX200" fmla="*/ 1949961 w 2915191"/>
                <a:gd name="connsiteY200" fmla="*/ 264430 h 856319"/>
                <a:gd name="connsiteX201" fmla="*/ 1959705 w 2915191"/>
                <a:gd name="connsiteY201" fmla="*/ 264561 h 856319"/>
                <a:gd name="connsiteX202" fmla="*/ 1969464 w 2915191"/>
                <a:gd name="connsiteY202" fmla="*/ 276722 h 856319"/>
                <a:gd name="connsiteX203" fmla="*/ 1979208 w 2915191"/>
                <a:gd name="connsiteY203" fmla="*/ 273560 h 856319"/>
                <a:gd name="connsiteX204" fmla="*/ 1988952 w 2915191"/>
                <a:gd name="connsiteY204" fmla="*/ 275975 h 856319"/>
                <a:gd name="connsiteX205" fmla="*/ 1998711 w 2915191"/>
                <a:gd name="connsiteY205" fmla="*/ 267954 h 856319"/>
                <a:gd name="connsiteX206" fmla="*/ 2008454 w 2915191"/>
                <a:gd name="connsiteY206" fmla="*/ 254810 h 856319"/>
                <a:gd name="connsiteX207" fmla="*/ 2018213 w 2915191"/>
                <a:gd name="connsiteY207" fmla="*/ 233074 h 856319"/>
                <a:gd name="connsiteX208" fmla="*/ 2027957 w 2915191"/>
                <a:gd name="connsiteY208" fmla="*/ 225550 h 856319"/>
                <a:gd name="connsiteX209" fmla="*/ 2037701 w 2915191"/>
                <a:gd name="connsiteY209" fmla="*/ 196513 h 856319"/>
                <a:gd name="connsiteX210" fmla="*/ 2047460 w 2915191"/>
                <a:gd name="connsiteY210" fmla="*/ 211221 h 856319"/>
                <a:gd name="connsiteX211" fmla="*/ 2057204 w 2915191"/>
                <a:gd name="connsiteY211" fmla="*/ 203568 h 856319"/>
                <a:gd name="connsiteX212" fmla="*/ 2066963 w 2915191"/>
                <a:gd name="connsiteY212" fmla="*/ 205964 h 856319"/>
                <a:gd name="connsiteX213" fmla="*/ 2076707 w 2915191"/>
                <a:gd name="connsiteY213" fmla="*/ 193469 h 856319"/>
                <a:gd name="connsiteX214" fmla="*/ 2086451 w 2915191"/>
                <a:gd name="connsiteY214" fmla="*/ 172471 h 856319"/>
                <a:gd name="connsiteX215" fmla="*/ 2096210 w 2915191"/>
                <a:gd name="connsiteY215" fmla="*/ 205226 h 856319"/>
                <a:gd name="connsiteX216" fmla="*/ 2105954 w 2915191"/>
                <a:gd name="connsiteY216" fmla="*/ 229425 h 856319"/>
                <a:gd name="connsiteX217" fmla="*/ 2115697 w 2915191"/>
                <a:gd name="connsiteY217" fmla="*/ 237856 h 856319"/>
                <a:gd name="connsiteX218" fmla="*/ 2125456 w 2915191"/>
                <a:gd name="connsiteY218" fmla="*/ 227585 h 856319"/>
                <a:gd name="connsiteX219" fmla="*/ 2135200 w 2915191"/>
                <a:gd name="connsiteY219" fmla="*/ 237467 h 856319"/>
                <a:gd name="connsiteX220" fmla="*/ 2144959 w 2915191"/>
                <a:gd name="connsiteY220" fmla="*/ 242956 h 856319"/>
                <a:gd name="connsiteX221" fmla="*/ 2154703 w 2915191"/>
                <a:gd name="connsiteY221" fmla="*/ 251581 h 856319"/>
                <a:gd name="connsiteX222" fmla="*/ 2164447 w 2915191"/>
                <a:gd name="connsiteY222" fmla="*/ 207032 h 856319"/>
                <a:gd name="connsiteX223" fmla="*/ 2174206 w 2915191"/>
                <a:gd name="connsiteY223" fmla="*/ 181337 h 856319"/>
                <a:gd name="connsiteX224" fmla="*/ 2183950 w 2915191"/>
                <a:gd name="connsiteY224" fmla="*/ 178315 h 856319"/>
                <a:gd name="connsiteX225" fmla="*/ 2193709 w 2915191"/>
                <a:gd name="connsiteY225" fmla="*/ 200315 h 856319"/>
                <a:gd name="connsiteX226" fmla="*/ 2203452 w 2915191"/>
                <a:gd name="connsiteY226" fmla="*/ 231767 h 856319"/>
                <a:gd name="connsiteX227" fmla="*/ 2213196 w 2915191"/>
                <a:gd name="connsiteY227" fmla="*/ 236947 h 856319"/>
                <a:gd name="connsiteX228" fmla="*/ 2222955 w 2915191"/>
                <a:gd name="connsiteY228" fmla="*/ 218188 h 856319"/>
                <a:gd name="connsiteX229" fmla="*/ 2232699 w 2915191"/>
                <a:gd name="connsiteY229" fmla="*/ 240121 h 856319"/>
                <a:gd name="connsiteX230" fmla="*/ 2242458 w 2915191"/>
                <a:gd name="connsiteY230" fmla="*/ 233218 h 856319"/>
                <a:gd name="connsiteX231" fmla="*/ 2252202 w 2915191"/>
                <a:gd name="connsiteY231" fmla="*/ 270884 h 856319"/>
                <a:gd name="connsiteX232" fmla="*/ 2261946 w 2915191"/>
                <a:gd name="connsiteY232" fmla="*/ 278428 h 856319"/>
                <a:gd name="connsiteX233" fmla="*/ 2271705 w 2915191"/>
                <a:gd name="connsiteY233" fmla="*/ 283911 h 856319"/>
                <a:gd name="connsiteX234" fmla="*/ 2281449 w 2915191"/>
                <a:gd name="connsiteY234" fmla="*/ 280414 h 856319"/>
                <a:gd name="connsiteX235" fmla="*/ 2291208 w 2915191"/>
                <a:gd name="connsiteY235" fmla="*/ 264746 h 856319"/>
                <a:gd name="connsiteX236" fmla="*/ 2300951 w 2915191"/>
                <a:gd name="connsiteY236" fmla="*/ 272973 h 856319"/>
                <a:gd name="connsiteX237" fmla="*/ 2310695 w 2915191"/>
                <a:gd name="connsiteY237" fmla="*/ 259387 h 856319"/>
                <a:gd name="connsiteX238" fmla="*/ 2320454 w 2915191"/>
                <a:gd name="connsiteY238" fmla="*/ 215698 h 856319"/>
                <a:gd name="connsiteX239" fmla="*/ 2330198 w 2915191"/>
                <a:gd name="connsiteY239" fmla="*/ 165295 h 856319"/>
                <a:gd name="connsiteX240" fmla="*/ 2339957 w 2915191"/>
                <a:gd name="connsiteY240" fmla="*/ 117568 h 856319"/>
                <a:gd name="connsiteX241" fmla="*/ 2349701 w 2915191"/>
                <a:gd name="connsiteY241" fmla="*/ 114905 h 856319"/>
                <a:gd name="connsiteX242" fmla="*/ 2359445 w 2915191"/>
                <a:gd name="connsiteY242" fmla="*/ 118532 h 856319"/>
                <a:gd name="connsiteX243" fmla="*/ 2369204 w 2915191"/>
                <a:gd name="connsiteY243" fmla="*/ 130697 h 856319"/>
                <a:gd name="connsiteX244" fmla="*/ 2378948 w 2915191"/>
                <a:gd name="connsiteY244" fmla="*/ 120075 h 856319"/>
                <a:gd name="connsiteX245" fmla="*/ 2388692 w 2915191"/>
                <a:gd name="connsiteY245" fmla="*/ 100674 h 856319"/>
                <a:gd name="connsiteX246" fmla="*/ 2398450 w 2915191"/>
                <a:gd name="connsiteY246" fmla="*/ 95638 h 856319"/>
                <a:gd name="connsiteX247" fmla="*/ 2408194 w 2915191"/>
                <a:gd name="connsiteY247" fmla="*/ 85690 h 856319"/>
                <a:gd name="connsiteX248" fmla="*/ 2417953 w 2915191"/>
                <a:gd name="connsiteY248" fmla="*/ 97359 h 856319"/>
                <a:gd name="connsiteX249" fmla="*/ 2427697 w 2915191"/>
                <a:gd name="connsiteY249" fmla="*/ 63264 h 856319"/>
                <a:gd name="connsiteX250" fmla="*/ 2437441 w 2915191"/>
                <a:gd name="connsiteY250" fmla="*/ 67682 h 856319"/>
                <a:gd name="connsiteX251" fmla="*/ 2447200 w 2915191"/>
                <a:gd name="connsiteY251" fmla="*/ 95586 h 856319"/>
                <a:gd name="connsiteX252" fmla="*/ 2456944 w 2915191"/>
                <a:gd name="connsiteY252" fmla="*/ 115552 h 856319"/>
                <a:gd name="connsiteX253" fmla="*/ 2466703 w 2915191"/>
                <a:gd name="connsiteY253" fmla="*/ 110835 h 856319"/>
                <a:gd name="connsiteX254" fmla="*/ 2476446 w 2915191"/>
                <a:gd name="connsiteY254" fmla="*/ 153199 h 856319"/>
                <a:gd name="connsiteX255" fmla="*/ 2486190 w 2915191"/>
                <a:gd name="connsiteY255" fmla="*/ 138322 h 856319"/>
                <a:gd name="connsiteX256" fmla="*/ 2495949 w 2915191"/>
                <a:gd name="connsiteY256" fmla="*/ 113453 h 856319"/>
                <a:gd name="connsiteX257" fmla="*/ 2505693 w 2915191"/>
                <a:gd name="connsiteY257" fmla="*/ 129658 h 856319"/>
                <a:gd name="connsiteX258" fmla="*/ 2515452 w 2915191"/>
                <a:gd name="connsiteY258" fmla="*/ 113062 h 856319"/>
                <a:gd name="connsiteX259" fmla="*/ 2525196 w 2915191"/>
                <a:gd name="connsiteY259" fmla="*/ 84336 h 856319"/>
                <a:gd name="connsiteX260" fmla="*/ 2534940 w 2915191"/>
                <a:gd name="connsiteY260" fmla="*/ 53905 h 856319"/>
                <a:gd name="connsiteX261" fmla="*/ 2544699 w 2915191"/>
                <a:gd name="connsiteY261" fmla="*/ 42818 h 856319"/>
                <a:gd name="connsiteX262" fmla="*/ 2554443 w 2915191"/>
                <a:gd name="connsiteY262" fmla="*/ 39052 h 856319"/>
                <a:gd name="connsiteX263" fmla="*/ 2564202 w 2915191"/>
                <a:gd name="connsiteY263" fmla="*/ 28938 h 856319"/>
                <a:gd name="connsiteX264" fmla="*/ 2573946 w 2915191"/>
                <a:gd name="connsiteY264" fmla="*/ 57269 h 856319"/>
                <a:gd name="connsiteX265" fmla="*/ 2583690 w 2915191"/>
                <a:gd name="connsiteY265" fmla="*/ 47583 h 856319"/>
                <a:gd name="connsiteX266" fmla="*/ 2593448 w 2915191"/>
                <a:gd name="connsiteY266" fmla="*/ 83758 h 856319"/>
                <a:gd name="connsiteX267" fmla="*/ 2603192 w 2915191"/>
                <a:gd name="connsiteY267" fmla="*/ 81025 h 856319"/>
                <a:gd name="connsiteX268" fmla="*/ 2612951 w 2915191"/>
                <a:gd name="connsiteY268" fmla="*/ 60727 h 856319"/>
                <a:gd name="connsiteX269" fmla="*/ 2622695 w 2915191"/>
                <a:gd name="connsiteY269" fmla="*/ 51603 h 856319"/>
                <a:gd name="connsiteX270" fmla="*/ 2632439 w 2915191"/>
                <a:gd name="connsiteY270" fmla="*/ 55764 h 856319"/>
                <a:gd name="connsiteX271" fmla="*/ 2642198 w 2915191"/>
                <a:gd name="connsiteY271" fmla="*/ 72592 h 856319"/>
                <a:gd name="connsiteX272" fmla="*/ 2651942 w 2915191"/>
                <a:gd name="connsiteY272" fmla="*/ 81859 h 856319"/>
                <a:gd name="connsiteX273" fmla="*/ 2661685 w 2915191"/>
                <a:gd name="connsiteY273" fmla="*/ 62121 h 856319"/>
                <a:gd name="connsiteX274" fmla="*/ 2671444 w 2915191"/>
                <a:gd name="connsiteY274" fmla="*/ 73984 h 856319"/>
                <a:gd name="connsiteX275" fmla="*/ 2681188 w 2915191"/>
                <a:gd name="connsiteY275" fmla="*/ 67539 h 856319"/>
                <a:gd name="connsiteX276" fmla="*/ 2690947 w 2915191"/>
                <a:gd name="connsiteY276" fmla="*/ 80259 h 856319"/>
                <a:gd name="connsiteX277" fmla="*/ 2700691 w 2915191"/>
                <a:gd name="connsiteY277" fmla="*/ 48471 h 856319"/>
                <a:gd name="connsiteX278" fmla="*/ 2710435 w 2915191"/>
                <a:gd name="connsiteY278" fmla="*/ 51278 h 856319"/>
                <a:gd name="connsiteX279" fmla="*/ 2720194 w 2915191"/>
                <a:gd name="connsiteY279" fmla="*/ 54836 h 856319"/>
                <a:gd name="connsiteX280" fmla="*/ 2729938 w 2915191"/>
                <a:gd name="connsiteY280" fmla="*/ 43176 h 856319"/>
                <a:gd name="connsiteX281" fmla="*/ 2739697 w 2915191"/>
                <a:gd name="connsiteY281" fmla="*/ 17535 h 856319"/>
                <a:gd name="connsiteX282" fmla="*/ 2749441 w 2915191"/>
                <a:gd name="connsiteY282" fmla="*/ 69922 h 856319"/>
                <a:gd name="connsiteX283" fmla="*/ 2759185 w 2915191"/>
                <a:gd name="connsiteY283" fmla="*/ 83819 h 856319"/>
                <a:gd name="connsiteX284" fmla="*/ 2768943 w 2915191"/>
                <a:gd name="connsiteY284" fmla="*/ 88165 h 856319"/>
                <a:gd name="connsiteX285" fmla="*/ 2778687 w 2915191"/>
                <a:gd name="connsiteY285" fmla="*/ 84590 h 856319"/>
                <a:gd name="connsiteX286" fmla="*/ 2788446 w 2915191"/>
                <a:gd name="connsiteY286" fmla="*/ 69045 h 856319"/>
                <a:gd name="connsiteX287" fmla="*/ 2798190 w 2915191"/>
                <a:gd name="connsiteY287" fmla="*/ 21651 h 856319"/>
                <a:gd name="connsiteX288" fmla="*/ 2807934 w 2915191"/>
                <a:gd name="connsiteY288" fmla="*/ 8987 h 856319"/>
                <a:gd name="connsiteX289" fmla="*/ 2817693 w 2915191"/>
                <a:gd name="connsiteY289" fmla="*/ 0 h 856319"/>
                <a:gd name="connsiteX290" fmla="*/ 2827437 w 2915191"/>
                <a:gd name="connsiteY290" fmla="*/ 35659 h 856319"/>
                <a:gd name="connsiteX291" fmla="*/ 2837196 w 2915191"/>
                <a:gd name="connsiteY291" fmla="*/ 42823 h 856319"/>
                <a:gd name="connsiteX292" fmla="*/ 2846940 w 2915191"/>
                <a:gd name="connsiteY292" fmla="*/ 42338 h 856319"/>
                <a:gd name="connsiteX293" fmla="*/ 2856684 w 2915191"/>
                <a:gd name="connsiteY293" fmla="*/ 41017 h 856319"/>
                <a:gd name="connsiteX294" fmla="*/ 2866442 w 2915191"/>
                <a:gd name="connsiteY294" fmla="*/ 44968 h 856319"/>
                <a:gd name="connsiteX295" fmla="*/ 2876186 w 2915191"/>
                <a:gd name="connsiteY295" fmla="*/ 21787 h 856319"/>
                <a:gd name="connsiteX296" fmla="*/ 2885945 w 2915191"/>
                <a:gd name="connsiteY296" fmla="*/ 11682 h 856319"/>
                <a:gd name="connsiteX297" fmla="*/ 2895689 w 2915191"/>
                <a:gd name="connsiteY297" fmla="*/ 4747 h 856319"/>
                <a:gd name="connsiteX298" fmla="*/ 2905433 w 2915191"/>
                <a:gd name="connsiteY298" fmla="*/ 28676 h 856319"/>
                <a:gd name="connsiteX299" fmla="*/ 2915192 w 2915191"/>
                <a:gd name="connsiteY299" fmla="*/ 14069 h 856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856319">
                  <a:moveTo>
                    <a:pt x="0" y="856319"/>
                  </a:moveTo>
                  <a:lnTo>
                    <a:pt x="9750" y="851209"/>
                  </a:lnTo>
                  <a:lnTo>
                    <a:pt x="19500" y="833479"/>
                  </a:lnTo>
                  <a:lnTo>
                    <a:pt x="29250" y="822200"/>
                  </a:lnTo>
                  <a:lnTo>
                    <a:pt x="39000" y="848452"/>
                  </a:lnTo>
                  <a:lnTo>
                    <a:pt x="48749" y="813201"/>
                  </a:lnTo>
                  <a:lnTo>
                    <a:pt x="58499" y="793818"/>
                  </a:lnTo>
                  <a:lnTo>
                    <a:pt x="68249" y="769994"/>
                  </a:lnTo>
                  <a:lnTo>
                    <a:pt x="77998" y="760519"/>
                  </a:lnTo>
                  <a:lnTo>
                    <a:pt x="87748" y="766672"/>
                  </a:lnTo>
                  <a:lnTo>
                    <a:pt x="97497" y="776460"/>
                  </a:lnTo>
                  <a:lnTo>
                    <a:pt x="107247" y="771231"/>
                  </a:lnTo>
                  <a:lnTo>
                    <a:pt x="116997" y="752294"/>
                  </a:lnTo>
                  <a:lnTo>
                    <a:pt x="126747" y="743921"/>
                  </a:lnTo>
                  <a:lnTo>
                    <a:pt x="136497" y="745351"/>
                  </a:lnTo>
                  <a:lnTo>
                    <a:pt x="146247" y="719353"/>
                  </a:lnTo>
                  <a:lnTo>
                    <a:pt x="155997" y="709802"/>
                  </a:lnTo>
                  <a:lnTo>
                    <a:pt x="165747" y="706256"/>
                  </a:lnTo>
                  <a:lnTo>
                    <a:pt x="175497" y="698211"/>
                  </a:lnTo>
                  <a:lnTo>
                    <a:pt x="185247" y="745486"/>
                  </a:lnTo>
                  <a:lnTo>
                    <a:pt x="194996" y="753844"/>
                  </a:lnTo>
                  <a:lnTo>
                    <a:pt x="204746" y="742014"/>
                  </a:lnTo>
                  <a:lnTo>
                    <a:pt x="214495" y="726787"/>
                  </a:lnTo>
                  <a:lnTo>
                    <a:pt x="224245" y="721290"/>
                  </a:lnTo>
                  <a:lnTo>
                    <a:pt x="233995" y="743072"/>
                  </a:lnTo>
                  <a:lnTo>
                    <a:pt x="243744" y="779142"/>
                  </a:lnTo>
                  <a:lnTo>
                    <a:pt x="253494" y="778442"/>
                  </a:lnTo>
                  <a:lnTo>
                    <a:pt x="263244" y="804679"/>
                  </a:lnTo>
                  <a:lnTo>
                    <a:pt x="272994" y="801059"/>
                  </a:lnTo>
                  <a:lnTo>
                    <a:pt x="282744" y="799747"/>
                  </a:lnTo>
                  <a:lnTo>
                    <a:pt x="292494" y="831959"/>
                  </a:lnTo>
                  <a:lnTo>
                    <a:pt x="302244" y="815362"/>
                  </a:lnTo>
                  <a:lnTo>
                    <a:pt x="311994" y="828309"/>
                  </a:lnTo>
                  <a:lnTo>
                    <a:pt x="321744" y="850866"/>
                  </a:lnTo>
                  <a:lnTo>
                    <a:pt x="331493" y="817224"/>
                  </a:lnTo>
                  <a:lnTo>
                    <a:pt x="341243" y="796202"/>
                  </a:lnTo>
                  <a:lnTo>
                    <a:pt x="350993" y="794548"/>
                  </a:lnTo>
                  <a:lnTo>
                    <a:pt x="360742" y="758537"/>
                  </a:lnTo>
                  <a:lnTo>
                    <a:pt x="370492" y="787054"/>
                  </a:lnTo>
                  <a:lnTo>
                    <a:pt x="380241" y="799941"/>
                  </a:lnTo>
                  <a:lnTo>
                    <a:pt x="389991" y="791270"/>
                  </a:lnTo>
                  <a:lnTo>
                    <a:pt x="399741" y="816375"/>
                  </a:lnTo>
                  <a:lnTo>
                    <a:pt x="409491" y="761412"/>
                  </a:lnTo>
                  <a:lnTo>
                    <a:pt x="419241" y="721140"/>
                  </a:lnTo>
                  <a:lnTo>
                    <a:pt x="428991" y="749657"/>
                  </a:lnTo>
                  <a:lnTo>
                    <a:pt x="438741" y="727651"/>
                  </a:lnTo>
                  <a:lnTo>
                    <a:pt x="448491" y="692102"/>
                  </a:lnTo>
                  <a:lnTo>
                    <a:pt x="458241" y="696855"/>
                  </a:lnTo>
                  <a:lnTo>
                    <a:pt x="467991" y="681912"/>
                  </a:lnTo>
                  <a:lnTo>
                    <a:pt x="477740" y="676012"/>
                  </a:lnTo>
                  <a:lnTo>
                    <a:pt x="487490" y="653469"/>
                  </a:lnTo>
                  <a:lnTo>
                    <a:pt x="497239" y="657298"/>
                  </a:lnTo>
                  <a:lnTo>
                    <a:pt x="506989" y="655987"/>
                  </a:lnTo>
                  <a:lnTo>
                    <a:pt x="516738" y="650415"/>
                  </a:lnTo>
                  <a:lnTo>
                    <a:pt x="526488" y="645320"/>
                  </a:lnTo>
                  <a:lnTo>
                    <a:pt x="536238" y="649983"/>
                  </a:lnTo>
                  <a:lnTo>
                    <a:pt x="545988" y="652233"/>
                  </a:lnTo>
                  <a:lnTo>
                    <a:pt x="555738" y="654587"/>
                  </a:lnTo>
                  <a:lnTo>
                    <a:pt x="565488" y="666536"/>
                  </a:lnTo>
                  <a:lnTo>
                    <a:pt x="575238" y="668979"/>
                  </a:lnTo>
                  <a:lnTo>
                    <a:pt x="584988" y="689778"/>
                  </a:lnTo>
                  <a:lnTo>
                    <a:pt x="594738" y="701325"/>
                  </a:lnTo>
                  <a:lnTo>
                    <a:pt x="604488" y="679438"/>
                  </a:lnTo>
                  <a:lnTo>
                    <a:pt x="614237" y="662349"/>
                  </a:lnTo>
                  <a:lnTo>
                    <a:pt x="623987" y="661098"/>
                  </a:lnTo>
                  <a:lnTo>
                    <a:pt x="633736" y="638913"/>
                  </a:lnTo>
                  <a:lnTo>
                    <a:pt x="643486" y="602783"/>
                  </a:lnTo>
                  <a:lnTo>
                    <a:pt x="653236" y="592667"/>
                  </a:lnTo>
                  <a:lnTo>
                    <a:pt x="662985" y="617295"/>
                  </a:lnTo>
                  <a:lnTo>
                    <a:pt x="672735" y="607283"/>
                  </a:lnTo>
                  <a:lnTo>
                    <a:pt x="682485" y="575875"/>
                  </a:lnTo>
                  <a:lnTo>
                    <a:pt x="692235" y="539060"/>
                  </a:lnTo>
                  <a:lnTo>
                    <a:pt x="701985" y="552693"/>
                  </a:lnTo>
                  <a:lnTo>
                    <a:pt x="711735" y="549385"/>
                  </a:lnTo>
                  <a:lnTo>
                    <a:pt x="721485" y="527618"/>
                  </a:lnTo>
                  <a:lnTo>
                    <a:pt x="731235" y="577872"/>
                  </a:lnTo>
                  <a:lnTo>
                    <a:pt x="740985" y="580718"/>
                  </a:lnTo>
                  <a:lnTo>
                    <a:pt x="750734" y="592696"/>
                  </a:lnTo>
                  <a:lnTo>
                    <a:pt x="760484" y="603543"/>
                  </a:lnTo>
                  <a:lnTo>
                    <a:pt x="770233" y="593337"/>
                  </a:lnTo>
                  <a:lnTo>
                    <a:pt x="779983" y="599326"/>
                  </a:lnTo>
                  <a:lnTo>
                    <a:pt x="789733" y="623850"/>
                  </a:lnTo>
                  <a:lnTo>
                    <a:pt x="799482" y="624908"/>
                  </a:lnTo>
                  <a:lnTo>
                    <a:pt x="809232" y="611410"/>
                  </a:lnTo>
                  <a:lnTo>
                    <a:pt x="818982" y="612423"/>
                  </a:lnTo>
                  <a:lnTo>
                    <a:pt x="828732" y="601070"/>
                  </a:lnTo>
                  <a:lnTo>
                    <a:pt x="838482" y="595840"/>
                  </a:lnTo>
                  <a:lnTo>
                    <a:pt x="848232" y="560708"/>
                  </a:lnTo>
                  <a:lnTo>
                    <a:pt x="857982" y="546763"/>
                  </a:lnTo>
                  <a:lnTo>
                    <a:pt x="867732" y="471583"/>
                  </a:lnTo>
                  <a:lnTo>
                    <a:pt x="877482" y="451096"/>
                  </a:lnTo>
                  <a:lnTo>
                    <a:pt x="887231" y="454926"/>
                  </a:lnTo>
                  <a:lnTo>
                    <a:pt x="896981" y="470286"/>
                  </a:lnTo>
                  <a:lnTo>
                    <a:pt x="906730" y="479151"/>
                  </a:lnTo>
                  <a:lnTo>
                    <a:pt x="916480" y="476812"/>
                  </a:lnTo>
                  <a:lnTo>
                    <a:pt x="926230" y="486794"/>
                  </a:lnTo>
                  <a:lnTo>
                    <a:pt x="935979" y="481580"/>
                  </a:lnTo>
                  <a:lnTo>
                    <a:pt x="945729" y="486601"/>
                  </a:lnTo>
                  <a:lnTo>
                    <a:pt x="955479" y="484783"/>
                  </a:lnTo>
                  <a:lnTo>
                    <a:pt x="965229" y="492963"/>
                  </a:lnTo>
                  <a:lnTo>
                    <a:pt x="974979" y="472894"/>
                  </a:lnTo>
                  <a:lnTo>
                    <a:pt x="984729" y="487152"/>
                  </a:lnTo>
                  <a:lnTo>
                    <a:pt x="994474" y="454613"/>
                  </a:lnTo>
                  <a:lnTo>
                    <a:pt x="1004233" y="429657"/>
                  </a:lnTo>
                  <a:lnTo>
                    <a:pt x="1013977" y="442381"/>
                  </a:lnTo>
                  <a:lnTo>
                    <a:pt x="1023721" y="416039"/>
                  </a:lnTo>
                  <a:lnTo>
                    <a:pt x="1033480" y="428778"/>
                  </a:lnTo>
                  <a:lnTo>
                    <a:pt x="1043224" y="444675"/>
                  </a:lnTo>
                  <a:lnTo>
                    <a:pt x="1052983" y="433113"/>
                  </a:lnTo>
                  <a:lnTo>
                    <a:pt x="1062727" y="446970"/>
                  </a:lnTo>
                  <a:lnTo>
                    <a:pt x="1072471" y="454508"/>
                  </a:lnTo>
                  <a:lnTo>
                    <a:pt x="1082230" y="459455"/>
                  </a:lnTo>
                  <a:lnTo>
                    <a:pt x="1091973" y="447536"/>
                  </a:lnTo>
                  <a:lnTo>
                    <a:pt x="1101732" y="455939"/>
                  </a:lnTo>
                  <a:lnTo>
                    <a:pt x="1111476" y="445584"/>
                  </a:lnTo>
                  <a:lnTo>
                    <a:pt x="1121220" y="446284"/>
                  </a:lnTo>
                  <a:lnTo>
                    <a:pt x="1130979" y="462882"/>
                  </a:lnTo>
                  <a:lnTo>
                    <a:pt x="1140723" y="487614"/>
                  </a:lnTo>
                  <a:lnTo>
                    <a:pt x="1150482" y="478868"/>
                  </a:lnTo>
                  <a:lnTo>
                    <a:pt x="1160226" y="482608"/>
                  </a:lnTo>
                  <a:lnTo>
                    <a:pt x="1169969" y="492694"/>
                  </a:lnTo>
                  <a:lnTo>
                    <a:pt x="1179728" y="471180"/>
                  </a:lnTo>
                  <a:lnTo>
                    <a:pt x="1189472" y="460274"/>
                  </a:lnTo>
                  <a:lnTo>
                    <a:pt x="1199231" y="462792"/>
                  </a:lnTo>
                  <a:lnTo>
                    <a:pt x="1208975" y="448355"/>
                  </a:lnTo>
                  <a:lnTo>
                    <a:pt x="1218719" y="434588"/>
                  </a:lnTo>
                  <a:lnTo>
                    <a:pt x="1228478" y="440071"/>
                  </a:lnTo>
                  <a:lnTo>
                    <a:pt x="1238222" y="432786"/>
                  </a:lnTo>
                  <a:lnTo>
                    <a:pt x="1247966" y="441040"/>
                  </a:lnTo>
                  <a:lnTo>
                    <a:pt x="1257725" y="434052"/>
                  </a:lnTo>
                  <a:lnTo>
                    <a:pt x="1267469" y="425589"/>
                  </a:lnTo>
                  <a:lnTo>
                    <a:pt x="1277227" y="435587"/>
                  </a:lnTo>
                  <a:lnTo>
                    <a:pt x="1286971" y="420345"/>
                  </a:lnTo>
                  <a:lnTo>
                    <a:pt x="1296715" y="465936"/>
                  </a:lnTo>
                  <a:lnTo>
                    <a:pt x="1306474" y="445569"/>
                  </a:lnTo>
                  <a:lnTo>
                    <a:pt x="1316218" y="450113"/>
                  </a:lnTo>
                  <a:lnTo>
                    <a:pt x="1325977" y="446984"/>
                  </a:lnTo>
                  <a:lnTo>
                    <a:pt x="1335721" y="446001"/>
                  </a:lnTo>
                  <a:lnTo>
                    <a:pt x="1345465" y="451096"/>
                  </a:lnTo>
                  <a:lnTo>
                    <a:pt x="1355224" y="417767"/>
                  </a:lnTo>
                  <a:lnTo>
                    <a:pt x="1364967" y="394793"/>
                  </a:lnTo>
                  <a:lnTo>
                    <a:pt x="1374726" y="400812"/>
                  </a:lnTo>
                  <a:lnTo>
                    <a:pt x="1384470" y="429597"/>
                  </a:lnTo>
                  <a:lnTo>
                    <a:pt x="1394214" y="442783"/>
                  </a:lnTo>
                  <a:lnTo>
                    <a:pt x="1403973" y="431489"/>
                  </a:lnTo>
                  <a:lnTo>
                    <a:pt x="1413717" y="403271"/>
                  </a:lnTo>
                  <a:lnTo>
                    <a:pt x="1423476" y="418348"/>
                  </a:lnTo>
                  <a:lnTo>
                    <a:pt x="1433220" y="415026"/>
                  </a:lnTo>
                  <a:lnTo>
                    <a:pt x="1442964" y="421477"/>
                  </a:lnTo>
                  <a:lnTo>
                    <a:pt x="1452722" y="397058"/>
                  </a:lnTo>
                  <a:lnTo>
                    <a:pt x="1462466" y="428971"/>
                  </a:lnTo>
                  <a:lnTo>
                    <a:pt x="1472225" y="430834"/>
                  </a:lnTo>
                  <a:lnTo>
                    <a:pt x="1481969" y="435736"/>
                  </a:lnTo>
                  <a:lnTo>
                    <a:pt x="1491713" y="434514"/>
                  </a:lnTo>
                  <a:lnTo>
                    <a:pt x="1501472" y="454464"/>
                  </a:lnTo>
                  <a:lnTo>
                    <a:pt x="1511216" y="415041"/>
                  </a:lnTo>
                  <a:lnTo>
                    <a:pt x="1520960" y="392216"/>
                  </a:lnTo>
                  <a:lnTo>
                    <a:pt x="1530719" y="395896"/>
                  </a:lnTo>
                  <a:lnTo>
                    <a:pt x="1540463" y="372996"/>
                  </a:lnTo>
                  <a:lnTo>
                    <a:pt x="1550221" y="372951"/>
                  </a:lnTo>
                  <a:lnTo>
                    <a:pt x="1559965" y="357844"/>
                  </a:lnTo>
                  <a:lnTo>
                    <a:pt x="1569709" y="344774"/>
                  </a:lnTo>
                  <a:lnTo>
                    <a:pt x="1579468" y="356041"/>
                  </a:lnTo>
                  <a:lnTo>
                    <a:pt x="1589212" y="410497"/>
                  </a:lnTo>
                  <a:lnTo>
                    <a:pt x="1598971" y="398384"/>
                  </a:lnTo>
                  <a:lnTo>
                    <a:pt x="1608715" y="431057"/>
                  </a:lnTo>
                  <a:lnTo>
                    <a:pt x="1618459" y="420375"/>
                  </a:lnTo>
                  <a:lnTo>
                    <a:pt x="1628218" y="413298"/>
                  </a:lnTo>
                  <a:lnTo>
                    <a:pt x="1637962" y="430074"/>
                  </a:lnTo>
                  <a:lnTo>
                    <a:pt x="1647720" y="435244"/>
                  </a:lnTo>
                  <a:lnTo>
                    <a:pt x="1657464" y="408560"/>
                  </a:lnTo>
                  <a:lnTo>
                    <a:pt x="1667208" y="410780"/>
                  </a:lnTo>
                  <a:lnTo>
                    <a:pt x="1676967" y="434186"/>
                  </a:lnTo>
                  <a:lnTo>
                    <a:pt x="1686711" y="431817"/>
                  </a:lnTo>
                  <a:lnTo>
                    <a:pt x="1696470" y="451037"/>
                  </a:lnTo>
                  <a:lnTo>
                    <a:pt x="1706214" y="444004"/>
                  </a:lnTo>
                  <a:lnTo>
                    <a:pt x="1715958" y="479866"/>
                  </a:lnTo>
                  <a:lnTo>
                    <a:pt x="1725716" y="443543"/>
                  </a:lnTo>
                  <a:lnTo>
                    <a:pt x="1735460" y="449070"/>
                  </a:lnTo>
                  <a:lnTo>
                    <a:pt x="1745219" y="448146"/>
                  </a:lnTo>
                  <a:lnTo>
                    <a:pt x="1754963" y="442395"/>
                  </a:lnTo>
                  <a:lnTo>
                    <a:pt x="1764707" y="449949"/>
                  </a:lnTo>
                  <a:lnTo>
                    <a:pt x="1774466" y="468469"/>
                  </a:lnTo>
                  <a:lnTo>
                    <a:pt x="1784210" y="461645"/>
                  </a:lnTo>
                  <a:lnTo>
                    <a:pt x="1793969" y="428808"/>
                  </a:lnTo>
                  <a:lnTo>
                    <a:pt x="1803713" y="400514"/>
                  </a:lnTo>
                  <a:lnTo>
                    <a:pt x="1813457" y="409379"/>
                  </a:lnTo>
                  <a:lnTo>
                    <a:pt x="1823215" y="425962"/>
                  </a:lnTo>
                  <a:lnTo>
                    <a:pt x="1832959" y="420852"/>
                  </a:lnTo>
                  <a:lnTo>
                    <a:pt x="1842703" y="393929"/>
                  </a:lnTo>
                  <a:lnTo>
                    <a:pt x="1852462" y="368035"/>
                  </a:lnTo>
                  <a:lnTo>
                    <a:pt x="1862206" y="363982"/>
                  </a:lnTo>
                  <a:lnTo>
                    <a:pt x="1871965" y="365219"/>
                  </a:lnTo>
                  <a:lnTo>
                    <a:pt x="1881709" y="343742"/>
                  </a:lnTo>
                  <a:lnTo>
                    <a:pt x="1891453" y="346564"/>
                  </a:lnTo>
                  <a:lnTo>
                    <a:pt x="1901212" y="322502"/>
                  </a:lnTo>
                  <a:lnTo>
                    <a:pt x="1910956" y="309278"/>
                  </a:lnTo>
                  <a:lnTo>
                    <a:pt x="1920714" y="285718"/>
                  </a:lnTo>
                  <a:lnTo>
                    <a:pt x="1930458" y="279112"/>
                  </a:lnTo>
                  <a:lnTo>
                    <a:pt x="1940202" y="277403"/>
                  </a:lnTo>
                  <a:lnTo>
                    <a:pt x="1949961" y="264430"/>
                  </a:lnTo>
                  <a:lnTo>
                    <a:pt x="1959705" y="264561"/>
                  </a:lnTo>
                  <a:lnTo>
                    <a:pt x="1969464" y="276722"/>
                  </a:lnTo>
                  <a:lnTo>
                    <a:pt x="1979208" y="273560"/>
                  </a:lnTo>
                  <a:lnTo>
                    <a:pt x="1988952" y="275975"/>
                  </a:lnTo>
                  <a:lnTo>
                    <a:pt x="1998711" y="267954"/>
                  </a:lnTo>
                  <a:lnTo>
                    <a:pt x="2008454" y="254810"/>
                  </a:lnTo>
                  <a:lnTo>
                    <a:pt x="2018213" y="233074"/>
                  </a:lnTo>
                  <a:lnTo>
                    <a:pt x="2027957" y="225550"/>
                  </a:lnTo>
                  <a:lnTo>
                    <a:pt x="2037701" y="196513"/>
                  </a:lnTo>
                  <a:lnTo>
                    <a:pt x="2047460" y="211221"/>
                  </a:lnTo>
                  <a:lnTo>
                    <a:pt x="2057204" y="203568"/>
                  </a:lnTo>
                  <a:lnTo>
                    <a:pt x="2066963" y="205964"/>
                  </a:lnTo>
                  <a:lnTo>
                    <a:pt x="2076707" y="193469"/>
                  </a:lnTo>
                  <a:lnTo>
                    <a:pt x="2086451" y="172471"/>
                  </a:lnTo>
                  <a:lnTo>
                    <a:pt x="2096210" y="205226"/>
                  </a:lnTo>
                  <a:lnTo>
                    <a:pt x="2105954" y="229425"/>
                  </a:lnTo>
                  <a:lnTo>
                    <a:pt x="2115697" y="237856"/>
                  </a:lnTo>
                  <a:lnTo>
                    <a:pt x="2125456" y="227585"/>
                  </a:lnTo>
                  <a:lnTo>
                    <a:pt x="2135200" y="237467"/>
                  </a:lnTo>
                  <a:lnTo>
                    <a:pt x="2144959" y="242956"/>
                  </a:lnTo>
                  <a:lnTo>
                    <a:pt x="2154703" y="251581"/>
                  </a:lnTo>
                  <a:lnTo>
                    <a:pt x="2164447" y="207032"/>
                  </a:lnTo>
                  <a:lnTo>
                    <a:pt x="2174206" y="181337"/>
                  </a:lnTo>
                  <a:lnTo>
                    <a:pt x="2183950" y="178315"/>
                  </a:lnTo>
                  <a:lnTo>
                    <a:pt x="2193709" y="200315"/>
                  </a:lnTo>
                  <a:lnTo>
                    <a:pt x="2203452" y="231767"/>
                  </a:lnTo>
                  <a:lnTo>
                    <a:pt x="2213196" y="236947"/>
                  </a:lnTo>
                  <a:lnTo>
                    <a:pt x="2222955" y="218188"/>
                  </a:lnTo>
                  <a:lnTo>
                    <a:pt x="2232699" y="240121"/>
                  </a:lnTo>
                  <a:lnTo>
                    <a:pt x="2242458" y="233218"/>
                  </a:lnTo>
                  <a:lnTo>
                    <a:pt x="2252202" y="270884"/>
                  </a:lnTo>
                  <a:lnTo>
                    <a:pt x="2261946" y="278428"/>
                  </a:lnTo>
                  <a:lnTo>
                    <a:pt x="2271705" y="283911"/>
                  </a:lnTo>
                  <a:lnTo>
                    <a:pt x="2281449" y="280414"/>
                  </a:lnTo>
                  <a:lnTo>
                    <a:pt x="2291208" y="264746"/>
                  </a:lnTo>
                  <a:lnTo>
                    <a:pt x="2300951" y="272973"/>
                  </a:lnTo>
                  <a:lnTo>
                    <a:pt x="2310695" y="259387"/>
                  </a:lnTo>
                  <a:lnTo>
                    <a:pt x="2320454" y="215698"/>
                  </a:lnTo>
                  <a:lnTo>
                    <a:pt x="2330198" y="165295"/>
                  </a:lnTo>
                  <a:lnTo>
                    <a:pt x="2339957" y="117568"/>
                  </a:lnTo>
                  <a:lnTo>
                    <a:pt x="2349701" y="114905"/>
                  </a:lnTo>
                  <a:lnTo>
                    <a:pt x="2359445" y="118532"/>
                  </a:lnTo>
                  <a:lnTo>
                    <a:pt x="2369204" y="130697"/>
                  </a:lnTo>
                  <a:lnTo>
                    <a:pt x="2378948" y="120075"/>
                  </a:lnTo>
                  <a:lnTo>
                    <a:pt x="2388692" y="100674"/>
                  </a:lnTo>
                  <a:lnTo>
                    <a:pt x="2398450" y="95638"/>
                  </a:lnTo>
                  <a:lnTo>
                    <a:pt x="2408194" y="85690"/>
                  </a:lnTo>
                  <a:lnTo>
                    <a:pt x="2417953" y="97359"/>
                  </a:lnTo>
                  <a:lnTo>
                    <a:pt x="2427697" y="63264"/>
                  </a:lnTo>
                  <a:lnTo>
                    <a:pt x="2437441" y="67682"/>
                  </a:lnTo>
                  <a:lnTo>
                    <a:pt x="2447200" y="95586"/>
                  </a:lnTo>
                  <a:lnTo>
                    <a:pt x="2456944" y="115552"/>
                  </a:lnTo>
                  <a:lnTo>
                    <a:pt x="2466703" y="110835"/>
                  </a:lnTo>
                  <a:lnTo>
                    <a:pt x="2476446" y="153199"/>
                  </a:lnTo>
                  <a:lnTo>
                    <a:pt x="2486190" y="138322"/>
                  </a:lnTo>
                  <a:lnTo>
                    <a:pt x="2495949" y="113453"/>
                  </a:lnTo>
                  <a:lnTo>
                    <a:pt x="2505693" y="129658"/>
                  </a:lnTo>
                  <a:lnTo>
                    <a:pt x="2515452" y="113062"/>
                  </a:lnTo>
                  <a:lnTo>
                    <a:pt x="2525196" y="84336"/>
                  </a:lnTo>
                  <a:lnTo>
                    <a:pt x="2534940" y="53905"/>
                  </a:lnTo>
                  <a:lnTo>
                    <a:pt x="2544699" y="42818"/>
                  </a:lnTo>
                  <a:lnTo>
                    <a:pt x="2554443" y="39052"/>
                  </a:lnTo>
                  <a:lnTo>
                    <a:pt x="2564202" y="28938"/>
                  </a:lnTo>
                  <a:lnTo>
                    <a:pt x="2573946" y="57269"/>
                  </a:lnTo>
                  <a:lnTo>
                    <a:pt x="2583690" y="47583"/>
                  </a:lnTo>
                  <a:lnTo>
                    <a:pt x="2593448" y="83758"/>
                  </a:lnTo>
                  <a:lnTo>
                    <a:pt x="2603192" y="81025"/>
                  </a:lnTo>
                  <a:lnTo>
                    <a:pt x="2612951" y="60727"/>
                  </a:lnTo>
                  <a:lnTo>
                    <a:pt x="2622695" y="51603"/>
                  </a:lnTo>
                  <a:lnTo>
                    <a:pt x="2632439" y="55764"/>
                  </a:lnTo>
                  <a:lnTo>
                    <a:pt x="2642198" y="72592"/>
                  </a:lnTo>
                  <a:lnTo>
                    <a:pt x="2651942" y="81859"/>
                  </a:lnTo>
                  <a:lnTo>
                    <a:pt x="2661685" y="62121"/>
                  </a:lnTo>
                  <a:lnTo>
                    <a:pt x="2671444" y="73984"/>
                  </a:lnTo>
                  <a:lnTo>
                    <a:pt x="2681188" y="67539"/>
                  </a:lnTo>
                  <a:lnTo>
                    <a:pt x="2690947" y="80259"/>
                  </a:lnTo>
                  <a:lnTo>
                    <a:pt x="2700691" y="48471"/>
                  </a:lnTo>
                  <a:lnTo>
                    <a:pt x="2710435" y="51278"/>
                  </a:lnTo>
                  <a:lnTo>
                    <a:pt x="2720194" y="54836"/>
                  </a:lnTo>
                  <a:lnTo>
                    <a:pt x="2729938" y="43176"/>
                  </a:lnTo>
                  <a:lnTo>
                    <a:pt x="2739697" y="17535"/>
                  </a:lnTo>
                  <a:lnTo>
                    <a:pt x="2749441" y="69922"/>
                  </a:lnTo>
                  <a:lnTo>
                    <a:pt x="2759185" y="83819"/>
                  </a:lnTo>
                  <a:lnTo>
                    <a:pt x="2768943" y="88165"/>
                  </a:lnTo>
                  <a:lnTo>
                    <a:pt x="2778687" y="84590"/>
                  </a:lnTo>
                  <a:lnTo>
                    <a:pt x="2788446" y="69045"/>
                  </a:lnTo>
                  <a:lnTo>
                    <a:pt x="2798190" y="21651"/>
                  </a:lnTo>
                  <a:lnTo>
                    <a:pt x="2807934" y="8987"/>
                  </a:lnTo>
                  <a:lnTo>
                    <a:pt x="2817693" y="0"/>
                  </a:lnTo>
                  <a:lnTo>
                    <a:pt x="2827437" y="35659"/>
                  </a:lnTo>
                  <a:lnTo>
                    <a:pt x="2837196" y="42823"/>
                  </a:lnTo>
                  <a:lnTo>
                    <a:pt x="2846940" y="42338"/>
                  </a:lnTo>
                  <a:lnTo>
                    <a:pt x="2856684" y="41017"/>
                  </a:lnTo>
                  <a:lnTo>
                    <a:pt x="2866442" y="44968"/>
                  </a:lnTo>
                  <a:lnTo>
                    <a:pt x="2876186" y="21787"/>
                  </a:lnTo>
                  <a:lnTo>
                    <a:pt x="2885945" y="11682"/>
                  </a:lnTo>
                  <a:lnTo>
                    <a:pt x="2895689" y="4747"/>
                  </a:lnTo>
                  <a:lnTo>
                    <a:pt x="2905433" y="28676"/>
                  </a:lnTo>
                  <a:lnTo>
                    <a:pt x="2915192" y="1406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6" name="Freeform 1165">
              <a:extLst>
                <a:ext uri="{FF2B5EF4-FFF2-40B4-BE49-F238E27FC236}">
                  <a16:creationId xmlns:a16="http://schemas.microsoft.com/office/drawing/2014/main" id="{B09D5FE3-585B-5B1B-530B-834F9454DFDE}"/>
                </a:ext>
              </a:extLst>
            </p:cNvPr>
            <p:cNvSpPr/>
            <p:nvPr/>
          </p:nvSpPr>
          <p:spPr>
            <a:xfrm>
              <a:off x="4426652" y="3292062"/>
              <a:ext cx="2915191" cy="332058"/>
            </a:xfrm>
            <a:custGeom>
              <a:avLst/>
              <a:gdLst>
                <a:gd name="connsiteX0" fmla="*/ 0 w 2915191"/>
                <a:gd name="connsiteY0" fmla="*/ 169419 h 332058"/>
                <a:gd name="connsiteX1" fmla="*/ 9750 w 2915191"/>
                <a:gd name="connsiteY1" fmla="*/ 184846 h 332058"/>
                <a:gd name="connsiteX2" fmla="*/ 19500 w 2915191"/>
                <a:gd name="connsiteY2" fmla="*/ 169394 h 332058"/>
                <a:gd name="connsiteX3" fmla="*/ 29250 w 2915191"/>
                <a:gd name="connsiteY3" fmla="*/ 173314 h 332058"/>
                <a:gd name="connsiteX4" fmla="*/ 39000 w 2915191"/>
                <a:gd name="connsiteY4" fmla="*/ 175644 h 332058"/>
                <a:gd name="connsiteX5" fmla="*/ 48749 w 2915191"/>
                <a:gd name="connsiteY5" fmla="*/ 157025 h 332058"/>
                <a:gd name="connsiteX6" fmla="*/ 58499 w 2915191"/>
                <a:gd name="connsiteY6" fmla="*/ 166638 h 332058"/>
                <a:gd name="connsiteX7" fmla="*/ 68249 w 2915191"/>
                <a:gd name="connsiteY7" fmla="*/ 175029 h 332058"/>
                <a:gd name="connsiteX8" fmla="*/ 77998 w 2915191"/>
                <a:gd name="connsiteY8" fmla="*/ 196820 h 332058"/>
                <a:gd name="connsiteX9" fmla="*/ 87748 w 2915191"/>
                <a:gd name="connsiteY9" fmla="*/ 168131 h 332058"/>
                <a:gd name="connsiteX10" fmla="*/ 97497 w 2915191"/>
                <a:gd name="connsiteY10" fmla="*/ 173172 h 332058"/>
                <a:gd name="connsiteX11" fmla="*/ 107247 w 2915191"/>
                <a:gd name="connsiteY11" fmla="*/ 143845 h 332058"/>
                <a:gd name="connsiteX12" fmla="*/ 116997 w 2915191"/>
                <a:gd name="connsiteY12" fmla="*/ 121580 h 332058"/>
                <a:gd name="connsiteX13" fmla="*/ 126747 w 2915191"/>
                <a:gd name="connsiteY13" fmla="*/ 113508 h 332058"/>
                <a:gd name="connsiteX14" fmla="*/ 136497 w 2915191"/>
                <a:gd name="connsiteY14" fmla="*/ 95964 h 332058"/>
                <a:gd name="connsiteX15" fmla="*/ 146247 w 2915191"/>
                <a:gd name="connsiteY15" fmla="*/ 92834 h 332058"/>
                <a:gd name="connsiteX16" fmla="*/ 155997 w 2915191"/>
                <a:gd name="connsiteY16" fmla="*/ 92164 h 332058"/>
                <a:gd name="connsiteX17" fmla="*/ 165747 w 2915191"/>
                <a:gd name="connsiteY17" fmla="*/ 59869 h 332058"/>
                <a:gd name="connsiteX18" fmla="*/ 175497 w 2915191"/>
                <a:gd name="connsiteY18" fmla="*/ 87825 h 332058"/>
                <a:gd name="connsiteX19" fmla="*/ 185247 w 2915191"/>
                <a:gd name="connsiteY19" fmla="*/ 100635 h 332058"/>
                <a:gd name="connsiteX20" fmla="*/ 194996 w 2915191"/>
                <a:gd name="connsiteY20" fmla="*/ 110786 h 332058"/>
                <a:gd name="connsiteX21" fmla="*/ 204746 w 2915191"/>
                <a:gd name="connsiteY21" fmla="*/ 106659 h 332058"/>
                <a:gd name="connsiteX22" fmla="*/ 214495 w 2915191"/>
                <a:gd name="connsiteY22" fmla="*/ 114551 h 332058"/>
                <a:gd name="connsiteX23" fmla="*/ 224245 w 2915191"/>
                <a:gd name="connsiteY23" fmla="*/ 146573 h 332058"/>
                <a:gd name="connsiteX24" fmla="*/ 233995 w 2915191"/>
                <a:gd name="connsiteY24" fmla="*/ 110266 h 332058"/>
                <a:gd name="connsiteX25" fmla="*/ 243744 w 2915191"/>
                <a:gd name="connsiteY25" fmla="*/ 126696 h 332058"/>
                <a:gd name="connsiteX26" fmla="*/ 253494 w 2915191"/>
                <a:gd name="connsiteY26" fmla="*/ 119521 h 332058"/>
                <a:gd name="connsiteX27" fmla="*/ 263244 w 2915191"/>
                <a:gd name="connsiteY27" fmla="*/ 70413 h 332058"/>
                <a:gd name="connsiteX28" fmla="*/ 272994 w 2915191"/>
                <a:gd name="connsiteY28" fmla="*/ 67349 h 332058"/>
                <a:gd name="connsiteX29" fmla="*/ 282744 w 2915191"/>
                <a:gd name="connsiteY29" fmla="*/ 62401 h 332058"/>
                <a:gd name="connsiteX30" fmla="*/ 292494 w 2915191"/>
                <a:gd name="connsiteY30" fmla="*/ 41042 h 332058"/>
                <a:gd name="connsiteX31" fmla="*/ 302244 w 2915191"/>
                <a:gd name="connsiteY31" fmla="*/ 47292 h 332058"/>
                <a:gd name="connsiteX32" fmla="*/ 311994 w 2915191"/>
                <a:gd name="connsiteY32" fmla="*/ 47417 h 332058"/>
                <a:gd name="connsiteX33" fmla="*/ 321744 w 2915191"/>
                <a:gd name="connsiteY33" fmla="*/ 45504 h 332058"/>
                <a:gd name="connsiteX34" fmla="*/ 331493 w 2915191"/>
                <a:gd name="connsiteY34" fmla="*/ 46185 h 332058"/>
                <a:gd name="connsiteX35" fmla="*/ 341243 w 2915191"/>
                <a:gd name="connsiteY35" fmla="*/ 36713 h 332058"/>
                <a:gd name="connsiteX36" fmla="*/ 350993 w 2915191"/>
                <a:gd name="connsiteY36" fmla="*/ 26058 h 332058"/>
                <a:gd name="connsiteX37" fmla="*/ 360742 w 2915191"/>
                <a:gd name="connsiteY37" fmla="*/ 64693 h 332058"/>
                <a:gd name="connsiteX38" fmla="*/ 370492 w 2915191"/>
                <a:gd name="connsiteY38" fmla="*/ 49773 h 332058"/>
                <a:gd name="connsiteX39" fmla="*/ 380241 w 2915191"/>
                <a:gd name="connsiteY39" fmla="*/ 20652 h 332058"/>
                <a:gd name="connsiteX40" fmla="*/ 389991 w 2915191"/>
                <a:gd name="connsiteY40" fmla="*/ 10510 h 332058"/>
                <a:gd name="connsiteX41" fmla="*/ 399741 w 2915191"/>
                <a:gd name="connsiteY41" fmla="*/ 32860 h 332058"/>
                <a:gd name="connsiteX42" fmla="*/ 409491 w 2915191"/>
                <a:gd name="connsiteY42" fmla="*/ 59694 h 332058"/>
                <a:gd name="connsiteX43" fmla="*/ 419241 w 2915191"/>
                <a:gd name="connsiteY43" fmla="*/ 96735 h 332058"/>
                <a:gd name="connsiteX44" fmla="*/ 428991 w 2915191"/>
                <a:gd name="connsiteY44" fmla="*/ 111662 h 332058"/>
                <a:gd name="connsiteX45" fmla="*/ 438741 w 2915191"/>
                <a:gd name="connsiteY45" fmla="*/ 141263 h 332058"/>
                <a:gd name="connsiteX46" fmla="*/ 448491 w 2915191"/>
                <a:gd name="connsiteY46" fmla="*/ 114499 h 332058"/>
                <a:gd name="connsiteX47" fmla="*/ 458241 w 2915191"/>
                <a:gd name="connsiteY47" fmla="*/ 92058 h 332058"/>
                <a:gd name="connsiteX48" fmla="*/ 467991 w 2915191"/>
                <a:gd name="connsiteY48" fmla="*/ 81725 h 332058"/>
                <a:gd name="connsiteX49" fmla="*/ 477740 w 2915191"/>
                <a:gd name="connsiteY49" fmla="*/ 89909 h 332058"/>
                <a:gd name="connsiteX50" fmla="*/ 487490 w 2915191"/>
                <a:gd name="connsiteY50" fmla="*/ 98986 h 332058"/>
                <a:gd name="connsiteX51" fmla="*/ 497239 w 2915191"/>
                <a:gd name="connsiteY51" fmla="*/ 110217 h 332058"/>
                <a:gd name="connsiteX52" fmla="*/ 506989 w 2915191"/>
                <a:gd name="connsiteY52" fmla="*/ 87542 h 332058"/>
                <a:gd name="connsiteX53" fmla="*/ 516738 w 2915191"/>
                <a:gd name="connsiteY53" fmla="*/ 72153 h 332058"/>
                <a:gd name="connsiteX54" fmla="*/ 526488 w 2915191"/>
                <a:gd name="connsiteY54" fmla="*/ 61418 h 332058"/>
                <a:gd name="connsiteX55" fmla="*/ 536238 w 2915191"/>
                <a:gd name="connsiteY55" fmla="*/ 70916 h 332058"/>
                <a:gd name="connsiteX56" fmla="*/ 545988 w 2915191"/>
                <a:gd name="connsiteY56" fmla="*/ 88951 h 332058"/>
                <a:gd name="connsiteX57" fmla="*/ 555738 w 2915191"/>
                <a:gd name="connsiteY57" fmla="*/ 79830 h 332058"/>
                <a:gd name="connsiteX58" fmla="*/ 565488 w 2915191"/>
                <a:gd name="connsiteY58" fmla="*/ 107809 h 332058"/>
                <a:gd name="connsiteX59" fmla="*/ 575238 w 2915191"/>
                <a:gd name="connsiteY59" fmla="*/ 80559 h 332058"/>
                <a:gd name="connsiteX60" fmla="*/ 584988 w 2915191"/>
                <a:gd name="connsiteY60" fmla="*/ 86833 h 332058"/>
                <a:gd name="connsiteX61" fmla="*/ 594738 w 2915191"/>
                <a:gd name="connsiteY61" fmla="*/ 75043 h 332058"/>
                <a:gd name="connsiteX62" fmla="*/ 604488 w 2915191"/>
                <a:gd name="connsiteY62" fmla="*/ 72057 h 332058"/>
                <a:gd name="connsiteX63" fmla="*/ 614237 w 2915191"/>
                <a:gd name="connsiteY63" fmla="*/ 53191 h 332058"/>
                <a:gd name="connsiteX64" fmla="*/ 623987 w 2915191"/>
                <a:gd name="connsiteY64" fmla="*/ 86076 h 332058"/>
                <a:gd name="connsiteX65" fmla="*/ 633736 w 2915191"/>
                <a:gd name="connsiteY65" fmla="*/ 84188 h 332058"/>
                <a:gd name="connsiteX66" fmla="*/ 643486 w 2915191"/>
                <a:gd name="connsiteY66" fmla="*/ 103192 h 332058"/>
                <a:gd name="connsiteX67" fmla="*/ 653236 w 2915191"/>
                <a:gd name="connsiteY67" fmla="*/ 103097 h 332058"/>
                <a:gd name="connsiteX68" fmla="*/ 662985 w 2915191"/>
                <a:gd name="connsiteY68" fmla="*/ 90124 h 332058"/>
                <a:gd name="connsiteX69" fmla="*/ 672735 w 2915191"/>
                <a:gd name="connsiteY69" fmla="*/ 126221 h 332058"/>
                <a:gd name="connsiteX70" fmla="*/ 682485 w 2915191"/>
                <a:gd name="connsiteY70" fmla="*/ 120575 h 332058"/>
                <a:gd name="connsiteX71" fmla="*/ 692235 w 2915191"/>
                <a:gd name="connsiteY71" fmla="*/ 115650 h 332058"/>
                <a:gd name="connsiteX72" fmla="*/ 701985 w 2915191"/>
                <a:gd name="connsiteY72" fmla="*/ 127091 h 332058"/>
                <a:gd name="connsiteX73" fmla="*/ 711735 w 2915191"/>
                <a:gd name="connsiteY73" fmla="*/ 144483 h 332058"/>
                <a:gd name="connsiteX74" fmla="*/ 721485 w 2915191"/>
                <a:gd name="connsiteY74" fmla="*/ 120883 h 332058"/>
                <a:gd name="connsiteX75" fmla="*/ 731235 w 2915191"/>
                <a:gd name="connsiteY75" fmla="*/ 129177 h 332058"/>
                <a:gd name="connsiteX76" fmla="*/ 740985 w 2915191"/>
                <a:gd name="connsiteY76" fmla="*/ 139781 h 332058"/>
                <a:gd name="connsiteX77" fmla="*/ 750734 w 2915191"/>
                <a:gd name="connsiteY77" fmla="*/ 117957 h 332058"/>
                <a:gd name="connsiteX78" fmla="*/ 760484 w 2915191"/>
                <a:gd name="connsiteY78" fmla="*/ 106820 h 332058"/>
                <a:gd name="connsiteX79" fmla="*/ 770233 w 2915191"/>
                <a:gd name="connsiteY79" fmla="*/ 103091 h 332058"/>
                <a:gd name="connsiteX80" fmla="*/ 779983 w 2915191"/>
                <a:gd name="connsiteY80" fmla="*/ 66654 h 332058"/>
                <a:gd name="connsiteX81" fmla="*/ 789733 w 2915191"/>
                <a:gd name="connsiteY81" fmla="*/ 74855 h 332058"/>
                <a:gd name="connsiteX82" fmla="*/ 799482 w 2915191"/>
                <a:gd name="connsiteY82" fmla="*/ 85918 h 332058"/>
                <a:gd name="connsiteX83" fmla="*/ 809232 w 2915191"/>
                <a:gd name="connsiteY83" fmla="*/ 114448 h 332058"/>
                <a:gd name="connsiteX84" fmla="*/ 818982 w 2915191"/>
                <a:gd name="connsiteY84" fmla="*/ 113350 h 332058"/>
                <a:gd name="connsiteX85" fmla="*/ 828732 w 2915191"/>
                <a:gd name="connsiteY85" fmla="*/ 105903 h 332058"/>
                <a:gd name="connsiteX86" fmla="*/ 838482 w 2915191"/>
                <a:gd name="connsiteY86" fmla="*/ 137136 h 332058"/>
                <a:gd name="connsiteX87" fmla="*/ 848232 w 2915191"/>
                <a:gd name="connsiteY87" fmla="*/ 151173 h 332058"/>
                <a:gd name="connsiteX88" fmla="*/ 857982 w 2915191"/>
                <a:gd name="connsiteY88" fmla="*/ 167506 h 332058"/>
                <a:gd name="connsiteX89" fmla="*/ 867732 w 2915191"/>
                <a:gd name="connsiteY89" fmla="*/ 147656 h 332058"/>
                <a:gd name="connsiteX90" fmla="*/ 877482 w 2915191"/>
                <a:gd name="connsiteY90" fmla="*/ 147285 h 332058"/>
                <a:gd name="connsiteX91" fmla="*/ 887231 w 2915191"/>
                <a:gd name="connsiteY91" fmla="*/ 192061 h 332058"/>
                <a:gd name="connsiteX92" fmla="*/ 896981 w 2915191"/>
                <a:gd name="connsiteY92" fmla="*/ 161779 h 332058"/>
                <a:gd name="connsiteX93" fmla="*/ 906730 w 2915191"/>
                <a:gd name="connsiteY93" fmla="*/ 121349 h 332058"/>
                <a:gd name="connsiteX94" fmla="*/ 916480 w 2915191"/>
                <a:gd name="connsiteY94" fmla="*/ 130841 h 332058"/>
                <a:gd name="connsiteX95" fmla="*/ 926230 w 2915191"/>
                <a:gd name="connsiteY95" fmla="*/ 143255 h 332058"/>
                <a:gd name="connsiteX96" fmla="*/ 935979 w 2915191"/>
                <a:gd name="connsiteY96" fmla="*/ 140129 h 332058"/>
                <a:gd name="connsiteX97" fmla="*/ 945729 w 2915191"/>
                <a:gd name="connsiteY97" fmla="*/ 148447 h 332058"/>
                <a:gd name="connsiteX98" fmla="*/ 955479 w 2915191"/>
                <a:gd name="connsiteY98" fmla="*/ 88402 h 332058"/>
                <a:gd name="connsiteX99" fmla="*/ 965229 w 2915191"/>
                <a:gd name="connsiteY99" fmla="*/ 98657 h 332058"/>
                <a:gd name="connsiteX100" fmla="*/ 974979 w 2915191"/>
                <a:gd name="connsiteY100" fmla="*/ 125463 h 332058"/>
                <a:gd name="connsiteX101" fmla="*/ 984729 w 2915191"/>
                <a:gd name="connsiteY101" fmla="*/ 139827 h 332058"/>
                <a:gd name="connsiteX102" fmla="*/ 994474 w 2915191"/>
                <a:gd name="connsiteY102" fmla="*/ 147528 h 332058"/>
                <a:gd name="connsiteX103" fmla="*/ 1004233 w 2915191"/>
                <a:gd name="connsiteY103" fmla="*/ 171794 h 332058"/>
                <a:gd name="connsiteX104" fmla="*/ 1013977 w 2915191"/>
                <a:gd name="connsiteY104" fmla="*/ 170626 h 332058"/>
                <a:gd name="connsiteX105" fmla="*/ 1023721 w 2915191"/>
                <a:gd name="connsiteY105" fmla="*/ 166733 h 332058"/>
                <a:gd name="connsiteX106" fmla="*/ 1033480 w 2915191"/>
                <a:gd name="connsiteY106" fmla="*/ 141225 h 332058"/>
                <a:gd name="connsiteX107" fmla="*/ 1043224 w 2915191"/>
                <a:gd name="connsiteY107" fmla="*/ 153142 h 332058"/>
                <a:gd name="connsiteX108" fmla="*/ 1052983 w 2915191"/>
                <a:gd name="connsiteY108" fmla="*/ 185135 h 332058"/>
                <a:gd name="connsiteX109" fmla="*/ 1062727 w 2915191"/>
                <a:gd name="connsiteY109" fmla="*/ 155590 h 332058"/>
                <a:gd name="connsiteX110" fmla="*/ 1072471 w 2915191"/>
                <a:gd name="connsiteY110" fmla="*/ 159574 h 332058"/>
                <a:gd name="connsiteX111" fmla="*/ 1082230 w 2915191"/>
                <a:gd name="connsiteY111" fmla="*/ 165219 h 332058"/>
                <a:gd name="connsiteX112" fmla="*/ 1091973 w 2915191"/>
                <a:gd name="connsiteY112" fmla="*/ 188940 h 332058"/>
                <a:gd name="connsiteX113" fmla="*/ 1101732 w 2915191"/>
                <a:gd name="connsiteY113" fmla="*/ 161329 h 332058"/>
                <a:gd name="connsiteX114" fmla="*/ 1111476 w 2915191"/>
                <a:gd name="connsiteY114" fmla="*/ 195604 h 332058"/>
                <a:gd name="connsiteX115" fmla="*/ 1121220 w 2915191"/>
                <a:gd name="connsiteY115" fmla="*/ 192647 h 332058"/>
                <a:gd name="connsiteX116" fmla="*/ 1130979 w 2915191"/>
                <a:gd name="connsiteY116" fmla="*/ 180021 h 332058"/>
                <a:gd name="connsiteX117" fmla="*/ 1140723 w 2915191"/>
                <a:gd name="connsiteY117" fmla="*/ 171095 h 332058"/>
                <a:gd name="connsiteX118" fmla="*/ 1150482 w 2915191"/>
                <a:gd name="connsiteY118" fmla="*/ 166286 h 332058"/>
                <a:gd name="connsiteX119" fmla="*/ 1160226 w 2915191"/>
                <a:gd name="connsiteY119" fmla="*/ 126965 h 332058"/>
                <a:gd name="connsiteX120" fmla="*/ 1169969 w 2915191"/>
                <a:gd name="connsiteY120" fmla="*/ 91434 h 332058"/>
                <a:gd name="connsiteX121" fmla="*/ 1179728 w 2915191"/>
                <a:gd name="connsiteY121" fmla="*/ 76940 h 332058"/>
                <a:gd name="connsiteX122" fmla="*/ 1189472 w 2915191"/>
                <a:gd name="connsiteY122" fmla="*/ 66794 h 332058"/>
                <a:gd name="connsiteX123" fmla="*/ 1199231 w 2915191"/>
                <a:gd name="connsiteY123" fmla="*/ 71898 h 332058"/>
                <a:gd name="connsiteX124" fmla="*/ 1208975 w 2915191"/>
                <a:gd name="connsiteY124" fmla="*/ 60774 h 332058"/>
                <a:gd name="connsiteX125" fmla="*/ 1218719 w 2915191"/>
                <a:gd name="connsiteY125" fmla="*/ 69122 h 332058"/>
                <a:gd name="connsiteX126" fmla="*/ 1228478 w 2915191"/>
                <a:gd name="connsiteY126" fmla="*/ 74918 h 332058"/>
                <a:gd name="connsiteX127" fmla="*/ 1238222 w 2915191"/>
                <a:gd name="connsiteY127" fmla="*/ 57203 h 332058"/>
                <a:gd name="connsiteX128" fmla="*/ 1247966 w 2915191"/>
                <a:gd name="connsiteY128" fmla="*/ 88281 h 332058"/>
                <a:gd name="connsiteX129" fmla="*/ 1257725 w 2915191"/>
                <a:gd name="connsiteY129" fmla="*/ 101455 h 332058"/>
                <a:gd name="connsiteX130" fmla="*/ 1267469 w 2915191"/>
                <a:gd name="connsiteY130" fmla="*/ 95994 h 332058"/>
                <a:gd name="connsiteX131" fmla="*/ 1277227 w 2915191"/>
                <a:gd name="connsiteY131" fmla="*/ 92804 h 332058"/>
                <a:gd name="connsiteX132" fmla="*/ 1286971 w 2915191"/>
                <a:gd name="connsiteY132" fmla="*/ 103707 h 332058"/>
                <a:gd name="connsiteX133" fmla="*/ 1296715 w 2915191"/>
                <a:gd name="connsiteY133" fmla="*/ 106507 h 332058"/>
                <a:gd name="connsiteX134" fmla="*/ 1306474 w 2915191"/>
                <a:gd name="connsiteY134" fmla="*/ 139271 h 332058"/>
                <a:gd name="connsiteX135" fmla="*/ 1316218 w 2915191"/>
                <a:gd name="connsiteY135" fmla="*/ 160769 h 332058"/>
                <a:gd name="connsiteX136" fmla="*/ 1325977 w 2915191"/>
                <a:gd name="connsiteY136" fmla="*/ 167761 h 332058"/>
                <a:gd name="connsiteX137" fmla="*/ 1335721 w 2915191"/>
                <a:gd name="connsiteY137" fmla="*/ 155513 h 332058"/>
                <a:gd name="connsiteX138" fmla="*/ 1345465 w 2915191"/>
                <a:gd name="connsiteY138" fmla="*/ 95732 h 332058"/>
                <a:gd name="connsiteX139" fmla="*/ 1355224 w 2915191"/>
                <a:gd name="connsiteY139" fmla="*/ 81307 h 332058"/>
                <a:gd name="connsiteX140" fmla="*/ 1364967 w 2915191"/>
                <a:gd name="connsiteY140" fmla="*/ 81351 h 332058"/>
                <a:gd name="connsiteX141" fmla="*/ 1374726 w 2915191"/>
                <a:gd name="connsiteY141" fmla="*/ 74479 h 332058"/>
                <a:gd name="connsiteX142" fmla="*/ 1384470 w 2915191"/>
                <a:gd name="connsiteY142" fmla="*/ 81961 h 332058"/>
                <a:gd name="connsiteX143" fmla="*/ 1394214 w 2915191"/>
                <a:gd name="connsiteY143" fmla="*/ 94121 h 332058"/>
                <a:gd name="connsiteX144" fmla="*/ 1403973 w 2915191"/>
                <a:gd name="connsiteY144" fmla="*/ 69084 h 332058"/>
                <a:gd name="connsiteX145" fmla="*/ 1413717 w 2915191"/>
                <a:gd name="connsiteY145" fmla="*/ 66657 h 332058"/>
                <a:gd name="connsiteX146" fmla="*/ 1423476 w 2915191"/>
                <a:gd name="connsiteY146" fmla="*/ 62428 h 332058"/>
                <a:gd name="connsiteX147" fmla="*/ 1433220 w 2915191"/>
                <a:gd name="connsiteY147" fmla="*/ 53416 h 332058"/>
                <a:gd name="connsiteX148" fmla="*/ 1442964 w 2915191"/>
                <a:gd name="connsiteY148" fmla="*/ 92542 h 332058"/>
                <a:gd name="connsiteX149" fmla="*/ 1452722 w 2915191"/>
                <a:gd name="connsiteY149" fmla="*/ 111449 h 332058"/>
                <a:gd name="connsiteX150" fmla="*/ 1462466 w 2915191"/>
                <a:gd name="connsiteY150" fmla="*/ 154212 h 332058"/>
                <a:gd name="connsiteX151" fmla="*/ 1472225 w 2915191"/>
                <a:gd name="connsiteY151" fmla="*/ 124660 h 332058"/>
                <a:gd name="connsiteX152" fmla="*/ 1481969 w 2915191"/>
                <a:gd name="connsiteY152" fmla="*/ 135670 h 332058"/>
                <a:gd name="connsiteX153" fmla="*/ 1491713 w 2915191"/>
                <a:gd name="connsiteY153" fmla="*/ 125247 h 332058"/>
                <a:gd name="connsiteX154" fmla="*/ 1501472 w 2915191"/>
                <a:gd name="connsiteY154" fmla="*/ 135123 h 332058"/>
                <a:gd name="connsiteX155" fmla="*/ 1511216 w 2915191"/>
                <a:gd name="connsiteY155" fmla="*/ 127991 h 332058"/>
                <a:gd name="connsiteX156" fmla="*/ 1520960 w 2915191"/>
                <a:gd name="connsiteY156" fmla="*/ 136826 h 332058"/>
                <a:gd name="connsiteX157" fmla="*/ 1530719 w 2915191"/>
                <a:gd name="connsiteY157" fmla="*/ 132917 h 332058"/>
                <a:gd name="connsiteX158" fmla="*/ 1540463 w 2915191"/>
                <a:gd name="connsiteY158" fmla="*/ 111799 h 332058"/>
                <a:gd name="connsiteX159" fmla="*/ 1550221 w 2915191"/>
                <a:gd name="connsiteY159" fmla="*/ 90210 h 332058"/>
                <a:gd name="connsiteX160" fmla="*/ 1559965 w 2915191"/>
                <a:gd name="connsiteY160" fmla="*/ 120907 h 332058"/>
                <a:gd name="connsiteX161" fmla="*/ 1569709 w 2915191"/>
                <a:gd name="connsiteY161" fmla="*/ 112312 h 332058"/>
                <a:gd name="connsiteX162" fmla="*/ 1579468 w 2915191"/>
                <a:gd name="connsiteY162" fmla="*/ 120677 h 332058"/>
                <a:gd name="connsiteX163" fmla="*/ 1589212 w 2915191"/>
                <a:gd name="connsiteY163" fmla="*/ 122382 h 332058"/>
                <a:gd name="connsiteX164" fmla="*/ 1598971 w 2915191"/>
                <a:gd name="connsiteY164" fmla="*/ 101081 h 332058"/>
                <a:gd name="connsiteX165" fmla="*/ 1608715 w 2915191"/>
                <a:gd name="connsiteY165" fmla="*/ 71417 h 332058"/>
                <a:gd name="connsiteX166" fmla="*/ 1618459 w 2915191"/>
                <a:gd name="connsiteY166" fmla="*/ 69788 h 332058"/>
                <a:gd name="connsiteX167" fmla="*/ 1628218 w 2915191"/>
                <a:gd name="connsiteY167" fmla="*/ 49785 h 332058"/>
                <a:gd name="connsiteX168" fmla="*/ 1637962 w 2915191"/>
                <a:gd name="connsiteY168" fmla="*/ 67550 h 332058"/>
                <a:gd name="connsiteX169" fmla="*/ 1647720 w 2915191"/>
                <a:gd name="connsiteY169" fmla="*/ 76853 h 332058"/>
                <a:gd name="connsiteX170" fmla="*/ 1657464 w 2915191"/>
                <a:gd name="connsiteY170" fmla="*/ 51583 h 332058"/>
                <a:gd name="connsiteX171" fmla="*/ 1667208 w 2915191"/>
                <a:gd name="connsiteY171" fmla="*/ 34350 h 332058"/>
                <a:gd name="connsiteX172" fmla="*/ 1676967 w 2915191"/>
                <a:gd name="connsiteY172" fmla="*/ 27025 h 332058"/>
                <a:gd name="connsiteX173" fmla="*/ 1686711 w 2915191"/>
                <a:gd name="connsiteY173" fmla="*/ 34859 h 332058"/>
                <a:gd name="connsiteX174" fmla="*/ 1696470 w 2915191"/>
                <a:gd name="connsiteY174" fmla="*/ 55277 h 332058"/>
                <a:gd name="connsiteX175" fmla="*/ 1706214 w 2915191"/>
                <a:gd name="connsiteY175" fmla="*/ 35525 h 332058"/>
                <a:gd name="connsiteX176" fmla="*/ 1715958 w 2915191"/>
                <a:gd name="connsiteY176" fmla="*/ 52431 h 332058"/>
                <a:gd name="connsiteX177" fmla="*/ 1725716 w 2915191"/>
                <a:gd name="connsiteY177" fmla="*/ 33277 h 332058"/>
                <a:gd name="connsiteX178" fmla="*/ 1735460 w 2915191"/>
                <a:gd name="connsiteY178" fmla="*/ 24555 h 332058"/>
                <a:gd name="connsiteX179" fmla="*/ 1745219 w 2915191"/>
                <a:gd name="connsiteY179" fmla="*/ 0 h 332058"/>
                <a:gd name="connsiteX180" fmla="*/ 1754963 w 2915191"/>
                <a:gd name="connsiteY180" fmla="*/ 13421 h 332058"/>
                <a:gd name="connsiteX181" fmla="*/ 1764707 w 2915191"/>
                <a:gd name="connsiteY181" fmla="*/ 24865 h 332058"/>
                <a:gd name="connsiteX182" fmla="*/ 1774466 w 2915191"/>
                <a:gd name="connsiteY182" fmla="*/ 28564 h 332058"/>
                <a:gd name="connsiteX183" fmla="*/ 1784210 w 2915191"/>
                <a:gd name="connsiteY183" fmla="*/ 26352 h 332058"/>
                <a:gd name="connsiteX184" fmla="*/ 1793969 w 2915191"/>
                <a:gd name="connsiteY184" fmla="*/ 41169 h 332058"/>
                <a:gd name="connsiteX185" fmla="*/ 1803713 w 2915191"/>
                <a:gd name="connsiteY185" fmla="*/ 77959 h 332058"/>
                <a:gd name="connsiteX186" fmla="*/ 1813457 w 2915191"/>
                <a:gd name="connsiteY186" fmla="*/ 88090 h 332058"/>
                <a:gd name="connsiteX187" fmla="*/ 1823215 w 2915191"/>
                <a:gd name="connsiteY187" fmla="*/ 85711 h 332058"/>
                <a:gd name="connsiteX188" fmla="*/ 1832959 w 2915191"/>
                <a:gd name="connsiteY188" fmla="*/ 70891 h 332058"/>
                <a:gd name="connsiteX189" fmla="*/ 1842703 w 2915191"/>
                <a:gd name="connsiteY189" fmla="*/ 53994 h 332058"/>
                <a:gd name="connsiteX190" fmla="*/ 1852462 w 2915191"/>
                <a:gd name="connsiteY190" fmla="*/ 60704 h 332058"/>
                <a:gd name="connsiteX191" fmla="*/ 1862206 w 2915191"/>
                <a:gd name="connsiteY191" fmla="*/ 53507 h 332058"/>
                <a:gd name="connsiteX192" fmla="*/ 1871965 w 2915191"/>
                <a:gd name="connsiteY192" fmla="*/ 60177 h 332058"/>
                <a:gd name="connsiteX193" fmla="*/ 1881709 w 2915191"/>
                <a:gd name="connsiteY193" fmla="*/ 88674 h 332058"/>
                <a:gd name="connsiteX194" fmla="*/ 1891453 w 2915191"/>
                <a:gd name="connsiteY194" fmla="*/ 78176 h 332058"/>
                <a:gd name="connsiteX195" fmla="*/ 1901212 w 2915191"/>
                <a:gd name="connsiteY195" fmla="*/ 84327 h 332058"/>
                <a:gd name="connsiteX196" fmla="*/ 1910956 w 2915191"/>
                <a:gd name="connsiteY196" fmla="*/ 75761 h 332058"/>
                <a:gd name="connsiteX197" fmla="*/ 1920714 w 2915191"/>
                <a:gd name="connsiteY197" fmla="*/ 104203 h 332058"/>
                <a:gd name="connsiteX198" fmla="*/ 1930458 w 2915191"/>
                <a:gd name="connsiteY198" fmla="*/ 130357 h 332058"/>
                <a:gd name="connsiteX199" fmla="*/ 1940202 w 2915191"/>
                <a:gd name="connsiteY199" fmla="*/ 147069 h 332058"/>
                <a:gd name="connsiteX200" fmla="*/ 1949961 w 2915191"/>
                <a:gd name="connsiteY200" fmla="*/ 125998 h 332058"/>
                <a:gd name="connsiteX201" fmla="*/ 1959705 w 2915191"/>
                <a:gd name="connsiteY201" fmla="*/ 162993 h 332058"/>
                <a:gd name="connsiteX202" fmla="*/ 1969464 w 2915191"/>
                <a:gd name="connsiteY202" fmla="*/ 168887 h 332058"/>
                <a:gd name="connsiteX203" fmla="*/ 1979208 w 2915191"/>
                <a:gd name="connsiteY203" fmla="*/ 194426 h 332058"/>
                <a:gd name="connsiteX204" fmla="*/ 1988952 w 2915191"/>
                <a:gd name="connsiteY204" fmla="*/ 197449 h 332058"/>
                <a:gd name="connsiteX205" fmla="*/ 1998711 w 2915191"/>
                <a:gd name="connsiteY205" fmla="*/ 205162 h 332058"/>
                <a:gd name="connsiteX206" fmla="*/ 2008454 w 2915191"/>
                <a:gd name="connsiteY206" fmla="*/ 196637 h 332058"/>
                <a:gd name="connsiteX207" fmla="*/ 2018213 w 2915191"/>
                <a:gd name="connsiteY207" fmla="*/ 153448 h 332058"/>
                <a:gd name="connsiteX208" fmla="*/ 2027957 w 2915191"/>
                <a:gd name="connsiteY208" fmla="*/ 165981 h 332058"/>
                <a:gd name="connsiteX209" fmla="*/ 2037701 w 2915191"/>
                <a:gd name="connsiteY209" fmla="*/ 170309 h 332058"/>
                <a:gd name="connsiteX210" fmla="*/ 2047460 w 2915191"/>
                <a:gd name="connsiteY210" fmla="*/ 171149 h 332058"/>
                <a:gd name="connsiteX211" fmla="*/ 2057204 w 2915191"/>
                <a:gd name="connsiteY211" fmla="*/ 204095 h 332058"/>
                <a:gd name="connsiteX212" fmla="*/ 2066963 w 2915191"/>
                <a:gd name="connsiteY212" fmla="*/ 169839 h 332058"/>
                <a:gd name="connsiteX213" fmla="*/ 2076707 w 2915191"/>
                <a:gd name="connsiteY213" fmla="*/ 179434 h 332058"/>
                <a:gd name="connsiteX214" fmla="*/ 2086451 w 2915191"/>
                <a:gd name="connsiteY214" fmla="*/ 195634 h 332058"/>
                <a:gd name="connsiteX215" fmla="*/ 2096210 w 2915191"/>
                <a:gd name="connsiteY215" fmla="*/ 215404 h 332058"/>
                <a:gd name="connsiteX216" fmla="*/ 2105954 w 2915191"/>
                <a:gd name="connsiteY216" fmla="*/ 207001 h 332058"/>
                <a:gd name="connsiteX217" fmla="*/ 2115697 w 2915191"/>
                <a:gd name="connsiteY217" fmla="*/ 191132 h 332058"/>
                <a:gd name="connsiteX218" fmla="*/ 2125456 w 2915191"/>
                <a:gd name="connsiteY218" fmla="*/ 146110 h 332058"/>
                <a:gd name="connsiteX219" fmla="*/ 2135200 w 2915191"/>
                <a:gd name="connsiteY219" fmla="*/ 156045 h 332058"/>
                <a:gd name="connsiteX220" fmla="*/ 2144959 w 2915191"/>
                <a:gd name="connsiteY220" fmla="*/ 151284 h 332058"/>
                <a:gd name="connsiteX221" fmla="*/ 2154703 w 2915191"/>
                <a:gd name="connsiteY221" fmla="*/ 135986 h 332058"/>
                <a:gd name="connsiteX222" fmla="*/ 2164447 w 2915191"/>
                <a:gd name="connsiteY222" fmla="*/ 157207 h 332058"/>
                <a:gd name="connsiteX223" fmla="*/ 2174206 w 2915191"/>
                <a:gd name="connsiteY223" fmla="*/ 160771 h 332058"/>
                <a:gd name="connsiteX224" fmla="*/ 2183950 w 2915191"/>
                <a:gd name="connsiteY224" fmla="*/ 153890 h 332058"/>
                <a:gd name="connsiteX225" fmla="*/ 2193709 w 2915191"/>
                <a:gd name="connsiteY225" fmla="*/ 146904 h 332058"/>
                <a:gd name="connsiteX226" fmla="*/ 2203452 w 2915191"/>
                <a:gd name="connsiteY226" fmla="*/ 139383 h 332058"/>
                <a:gd name="connsiteX227" fmla="*/ 2213196 w 2915191"/>
                <a:gd name="connsiteY227" fmla="*/ 120673 h 332058"/>
                <a:gd name="connsiteX228" fmla="*/ 2222955 w 2915191"/>
                <a:gd name="connsiteY228" fmla="*/ 107679 h 332058"/>
                <a:gd name="connsiteX229" fmla="*/ 2232699 w 2915191"/>
                <a:gd name="connsiteY229" fmla="*/ 118976 h 332058"/>
                <a:gd name="connsiteX230" fmla="*/ 2242458 w 2915191"/>
                <a:gd name="connsiteY230" fmla="*/ 141528 h 332058"/>
                <a:gd name="connsiteX231" fmla="*/ 2252202 w 2915191"/>
                <a:gd name="connsiteY231" fmla="*/ 155146 h 332058"/>
                <a:gd name="connsiteX232" fmla="*/ 2261946 w 2915191"/>
                <a:gd name="connsiteY232" fmla="*/ 138435 h 332058"/>
                <a:gd name="connsiteX233" fmla="*/ 2271705 w 2915191"/>
                <a:gd name="connsiteY233" fmla="*/ 153965 h 332058"/>
                <a:gd name="connsiteX234" fmla="*/ 2281449 w 2915191"/>
                <a:gd name="connsiteY234" fmla="*/ 142539 h 332058"/>
                <a:gd name="connsiteX235" fmla="*/ 2291208 w 2915191"/>
                <a:gd name="connsiteY235" fmla="*/ 126279 h 332058"/>
                <a:gd name="connsiteX236" fmla="*/ 2300951 w 2915191"/>
                <a:gd name="connsiteY236" fmla="*/ 134511 h 332058"/>
                <a:gd name="connsiteX237" fmla="*/ 2310695 w 2915191"/>
                <a:gd name="connsiteY237" fmla="*/ 150606 h 332058"/>
                <a:gd name="connsiteX238" fmla="*/ 2320454 w 2915191"/>
                <a:gd name="connsiteY238" fmla="*/ 129261 h 332058"/>
                <a:gd name="connsiteX239" fmla="*/ 2330198 w 2915191"/>
                <a:gd name="connsiteY239" fmla="*/ 159811 h 332058"/>
                <a:gd name="connsiteX240" fmla="*/ 2339957 w 2915191"/>
                <a:gd name="connsiteY240" fmla="*/ 159550 h 332058"/>
                <a:gd name="connsiteX241" fmla="*/ 2349701 w 2915191"/>
                <a:gd name="connsiteY241" fmla="*/ 165228 h 332058"/>
                <a:gd name="connsiteX242" fmla="*/ 2359445 w 2915191"/>
                <a:gd name="connsiteY242" fmla="*/ 137732 h 332058"/>
                <a:gd name="connsiteX243" fmla="*/ 2369204 w 2915191"/>
                <a:gd name="connsiteY243" fmla="*/ 138689 h 332058"/>
                <a:gd name="connsiteX244" fmla="*/ 2378948 w 2915191"/>
                <a:gd name="connsiteY244" fmla="*/ 158025 h 332058"/>
                <a:gd name="connsiteX245" fmla="*/ 2388692 w 2915191"/>
                <a:gd name="connsiteY245" fmla="*/ 162004 h 332058"/>
                <a:gd name="connsiteX246" fmla="*/ 2398450 w 2915191"/>
                <a:gd name="connsiteY246" fmla="*/ 140983 h 332058"/>
                <a:gd name="connsiteX247" fmla="*/ 2408194 w 2915191"/>
                <a:gd name="connsiteY247" fmla="*/ 134179 h 332058"/>
                <a:gd name="connsiteX248" fmla="*/ 2417953 w 2915191"/>
                <a:gd name="connsiteY248" fmla="*/ 174825 h 332058"/>
                <a:gd name="connsiteX249" fmla="*/ 2427697 w 2915191"/>
                <a:gd name="connsiteY249" fmla="*/ 167234 h 332058"/>
                <a:gd name="connsiteX250" fmla="*/ 2437441 w 2915191"/>
                <a:gd name="connsiteY250" fmla="*/ 180543 h 332058"/>
                <a:gd name="connsiteX251" fmla="*/ 2447200 w 2915191"/>
                <a:gd name="connsiteY251" fmla="*/ 178216 h 332058"/>
                <a:gd name="connsiteX252" fmla="*/ 2456944 w 2915191"/>
                <a:gd name="connsiteY252" fmla="*/ 152969 h 332058"/>
                <a:gd name="connsiteX253" fmla="*/ 2466703 w 2915191"/>
                <a:gd name="connsiteY253" fmla="*/ 110382 h 332058"/>
                <a:gd name="connsiteX254" fmla="*/ 2476446 w 2915191"/>
                <a:gd name="connsiteY254" fmla="*/ 114207 h 332058"/>
                <a:gd name="connsiteX255" fmla="*/ 2486190 w 2915191"/>
                <a:gd name="connsiteY255" fmla="*/ 143793 h 332058"/>
                <a:gd name="connsiteX256" fmla="*/ 2495949 w 2915191"/>
                <a:gd name="connsiteY256" fmla="*/ 161323 h 332058"/>
                <a:gd name="connsiteX257" fmla="*/ 2505693 w 2915191"/>
                <a:gd name="connsiteY257" fmla="*/ 220930 h 332058"/>
                <a:gd name="connsiteX258" fmla="*/ 2515452 w 2915191"/>
                <a:gd name="connsiteY258" fmla="*/ 236152 h 332058"/>
                <a:gd name="connsiteX259" fmla="*/ 2525196 w 2915191"/>
                <a:gd name="connsiteY259" fmla="*/ 256888 h 332058"/>
                <a:gd name="connsiteX260" fmla="*/ 2534940 w 2915191"/>
                <a:gd name="connsiteY260" fmla="*/ 240067 h 332058"/>
                <a:gd name="connsiteX261" fmla="*/ 2544699 w 2915191"/>
                <a:gd name="connsiteY261" fmla="*/ 230837 h 332058"/>
                <a:gd name="connsiteX262" fmla="*/ 2554443 w 2915191"/>
                <a:gd name="connsiteY262" fmla="*/ 271863 h 332058"/>
                <a:gd name="connsiteX263" fmla="*/ 2564202 w 2915191"/>
                <a:gd name="connsiteY263" fmla="*/ 236947 h 332058"/>
                <a:gd name="connsiteX264" fmla="*/ 2573946 w 2915191"/>
                <a:gd name="connsiteY264" fmla="*/ 256294 h 332058"/>
                <a:gd name="connsiteX265" fmla="*/ 2583690 w 2915191"/>
                <a:gd name="connsiteY265" fmla="*/ 265324 h 332058"/>
                <a:gd name="connsiteX266" fmla="*/ 2593448 w 2915191"/>
                <a:gd name="connsiteY266" fmla="*/ 261865 h 332058"/>
                <a:gd name="connsiteX267" fmla="*/ 2603192 w 2915191"/>
                <a:gd name="connsiteY267" fmla="*/ 280867 h 332058"/>
                <a:gd name="connsiteX268" fmla="*/ 2612951 w 2915191"/>
                <a:gd name="connsiteY268" fmla="*/ 276732 h 332058"/>
                <a:gd name="connsiteX269" fmla="*/ 2622695 w 2915191"/>
                <a:gd name="connsiteY269" fmla="*/ 267316 h 332058"/>
                <a:gd name="connsiteX270" fmla="*/ 2632439 w 2915191"/>
                <a:gd name="connsiteY270" fmla="*/ 297510 h 332058"/>
                <a:gd name="connsiteX271" fmla="*/ 2642198 w 2915191"/>
                <a:gd name="connsiteY271" fmla="*/ 285113 h 332058"/>
                <a:gd name="connsiteX272" fmla="*/ 2651942 w 2915191"/>
                <a:gd name="connsiteY272" fmla="*/ 281202 h 332058"/>
                <a:gd name="connsiteX273" fmla="*/ 2661685 w 2915191"/>
                <a:gd name="connsiteY273" fmla="*/ 289969 h 332058"/>
                <a:gd name="connsiteX274" fmla="*/ 2671444 w 2915191"/>
                <a:gd name="connsiteY274" fmla="*/ 332058 h 332058"/>
                <a:gd name="connsiteX275" fmla="*/ 2681188 w 2915191"/>
                <a:gd name="connsiteY275" fmla="*/ 322022 h 332058"/>
                <a:gd name="connsiteX276" fmla="*/ 2690947 w 2915191"/>
                <a:gd name="connsiteY276" fmla="*/ 305426 h 332058"/>
                <a:gd name="connsiteX277" fmla="*/ 2700691 w 2915191"/>
                <a:gd name="connsiteY277" fmla="*/ 295745 h 332058"/>
                <a:gd name="connsiteX278" fmla="*/ 2710435 w 2915191"/>
                <a:gd name="connsiteY278" fmla="*/ 271491 h 332058"/>
                <a:gd name="connsiteX279" fmla="*/ 2720194 w 2915191"/>
                <a:gd name="connsiteY279" fmla="*/ 272044 h 332058"/>
                <a:gd name="connsiteX280" fmla="*/ 2729938 w 2915191"/>
                <a:gd name="connsiteY280" fmla="*/ 278508 h 332058"/>
                <a:gd name="connsiteX281" fmla="*/ 2739697 w 2915191"/>
                <a:gd name="connsiteY281" fmla="*/ 290611 h 332058"/>
                <a:gd name="connsiteX282" fmla="*/ 2749441 w 2915191"/>
                <a:gd name="connsiteY282" fmla="*/ 290421 h 332058"/>
                <a:gd name="connsiteX283" fmla="*/ 2759185 w 2915191"/>
                <a:gd name="connsiteY283" fmla="*/ 280247 h 332058"/>
                <a:gd name="connsiteX284" fmla="*/ 2768943 w 2915191"/>
                <a:gd name="connsiteY284" fmla="*/ 262453 h 332058"/>
                <a:gd name="connsiteX285" fmla="*/ 2778687 w 2915191"/>
                <a:gd name="connsiteY285" fmla="*/ 308474 h 332058"/>
                <a:gd name="connsiteX286" fmla="*/ 2788446 w 2915191"/>
                <a:gd name="connsiteY286" fmla="*/ 291329 h 332058"/>
                <a:gd name="connsiteX287" fmla="*/ 2798190 w 2915191"/>
                <a:gd name="connsiteY287" fmla="*/ 295490 h 332058"/>
                <a:gd name="connsiteX288" fmla="*/ 2807934 w 2915191"/>
                <a:gd name="connsiteY288" fmla="*/ 315118 h 332058"/>
                <a:gd name="connsiteX289" fmla="*/ 2817693 w 2915191"/>
                <a:gd name="connsiteY289" fmla="*/ 319069 h 332058"/>
                <a:gd name="connsiteX290" fmla="*/ 2827437 w 2915191"/>
                <a:gd name="connsiteY290" fmla="*/ 317024 h 332058"/>
                <a:gd name="connsiteX291" fmla="*/ 2837196 w 2915191"/>
                <a:gd name="connsiteY291" fmla="*/ 281372 h 332058"/>
                <a:gd name="connsiteX292" fmla="*/ 2846940 w 2915191"/>
                <a:gd name="connsiteY292" fmla="*/ 295654 h 332058"/>
                <a:gd name="connsiteX293" fmla="*/ 2856684 w 2915191"/>
                <a:gd name="connsiteY293" fmla="*/ 282175 h 332058"/>
                <a:gd name="connsiteX294" fmla="*/ 2866442 w 2915191"/>
                <a:gd name="connsiteY294" fmla="*/ 284743 h 332058"/>
                <a:gd name="connsiteX295" fmla="*/ 2876186 w 2915191"/>
                <a:gd name="connsiteY295" fmla="*/ 248482 h 332058"/>
                <a:gd name="connsiteX296" fmla="*/ 2885945 w 2915191"/>
                <a:gd name="connsiteY296" fmla="*/ 250428 h 332058"/>
                <a:gd name="connsiteX297" fmla="*/ 2895689 w 2915191"/>
                <a:gd name="connsiteY297" fmla="*/ 262317 h 332058"/>
                <a:gd name="connsiteX298" fmla="*/ 2905433 w 2915191"/>
                <a:gd name="connsiteY298" fmla="*/ 292399 h 332058"/>
                <a:gd name="connsiteX299" fmla="*/ 2915192 w 2915191"/>
                <a:gd name="connsiteY299" fmla="*/ 306261 h 332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32058">
                  <a:moveTo>
                    <a:pt x="0" y="169419"/>
                  </a:moveTo>
                  <a:lnTo>
                    <a:pt x="9750" y="184846"/>
                  </a:lnTo>
                  <a:lnTo>
                    <a:pt x="19500" y="169394"/>
                  </a:lnTo>
                  <a:lnTo>
                    <a:pt x="29250" y="173314"/>
                  </a:lnTo>
                  <a:lnTo>
                    <a:pt x="39000" y="175644"/>
                  </a:lnTo>
                  <a:lnTo>
                    <a:pt x="48749" y="157025"/>
                  </a:lnTo>
                  <a:lnTo>
                    <a:pt x="58499" y="166638"/>
                  </a:lnTo>
                  <a:lnTo>
                    <a:pt x="68249" y="175029"/>
                  </a:lnTo>
                  <a:lnTo>
                    <a:pt x="77998" y="196820"/>
                  </a:lnTo>
                  <a:lnTo>
                    <a:pt x="87748" y="168131"/>
                  </a:lnTo>
                  <a:lnTo>
                    <a:pt x="97497" y="173172"/>
                  </a:lnTo>
                  <a:lnTo>
                    <a:pt x="107247" y="143845"/>
                  </a:lnTo>
                  <a:lnTo>
                    <a:pt x="116997" y="121580"/>
                  </a:lnTo>
                  <a:lnTo>
                    <a:pt x="126747" y="113508"/>
                  </a:lnTo>
                  <a:lnTo>
                    <a:pt x="136497" y="95964"/>
                  </a:lnTo>
                  <a:lnTo>
                    <a:pt x="146247" y="92834"/>
                  </a:lnTo>
                  <a:lnTo>
                    <a:pt x="155997" y="92164"/>
                  </a:lnTo>
                  <a:lnTo>
                    <a:pt x="165747" y="59869"/>
                  </a:lnTo>
                  <a:lnTo>
                    <a:pt x="175497" y="87825"/>
                  </a:lnTo>
                  <a:lnTo>
                    <a:pt x="185247" y="100635"/>
                  </a:lnTo>
                  <a:lnTo>
                    <a:pt x="194996" y="110786"/>
                  </a:lnTo>
                  <a:lnTo>
                    <a:pt x="204746" y="106659"/>
                  </a:lnTo>
                  <a:lnTo>
                    <a:pt x="214495" y="114551"/>
                  </a:lnTo>
                  <a:lnTo>
                    <a:pt x="224245" y="146573"/>
                  </a:lnTo>
                  <a:lnTo>
                    <a:pt x="233995" y="110266"/>
                  </a:lnTo>
                  <a:lnTo>
                    <a:pt x="243744" y="126696"/>
                  </a:lnTo>
                  <a:lnTo>
                    <a:pt x="253494" y="119521"/>
                  </a:lnTo>
                  <a:lnTo>
                    <a:pt x="263244" y="70413"/>
                  </a:lnTo>
                  <a:lnTo>
                    <a:pt x="272994" y="67349"/>
                  </a:lnTo>
                  <a:lnTo>
                    <a:pt x="282744" y="62401"/>
                  </a:lnTo>
                  <a:lnTo>
                    <a:pt x="292494" y="41042"/>
                  </a:lnTo>
                  <a:lnTo>
                    <a:pt x="302244" y="47292"/>
                  </a:lnTo>
                  <a:lnTo>
                    <a:pt x="311994" y="47417"/>
                  </a:lnTo>
                  <a:lnTo>
                    <a:pt x="321744" y="45504"/>
                  </a:lnTo>
                  <a:lnTo>
                    <a:pt x="331493" y="46185"/>
                  </a:lnTo>
                  <a:lnTo>
                    <a:pt x="341243" y="36713"/>
                  </a:lnTo>
                  <a:lnTo>
                    <a:pt x="350993" y="26058"/>
                  </a:lnTo>
                  <a:lnTo>
                    <a:pt x="360742" y="64693"/>
                  </a:lnTo>
                  <a:lnTo>
                    <a:pt x="370492" y="49773"/>
                  </a:lnTo>
                  <a:lnTo>
                    <a:pt x="380241" y="20652"/>
                  </a:lnTo>
                  <a:lnTo>
                    <a:pt x="389991" y="10510"/>
                  </a:lnTo>
                  <a:lnTo>
                    <a:pt x="399741" y="32860"/>
                  </a:lnTo>
                  <a:lnTo>
                    <a:pt x="409491" y="59694"/>
                  </a:lnTo>
                  <a:lnTo>
                    <a:pt x="419241" y="96735"/>
                  </a:lnTo>
                  <a:lnTo>
                    <a:pt x="428991" y="111662"/>
                  </a:lnTo>
                  <a:lnTo>
                    <a:pt x="438741" y="141263"/>
                  </a:lnTo>
                  <a:lnTo>
                    <a:pt x="448491" y="114499"/>
                  </a:lnTo>
                  <a:lnTo>
                    <a:pt x="458241" y="92058"/>
                  </a:lnTo>
                  <a:lnTo>
                    <a:pt x="467991" y="81725"/>
                  </a:lnTo>
                  <a:lnTo>
                    <a:pt x="477740" y="89909"/>
                  </a:lnTo>
                  <a:lnTo>
                    <a:pt x="487490" y="98986"/>
                  </a:lnTo>
                  <a:lnTo>
                    <a:pt x="497239" y="110217"/>
                  </a:lnTo>
                  <a:lnTo>
                    <a:pt x="506989" y="87542"/>
                  </a:lnTo>
                  <a:lnTo>
                    <a:pt x="516738" y="72153"/>
                  </a:lnTo>
                  <a:lnTo>
                    <a:pt x="526488" y="61418"/>
                  </a:lnTo>
                  <a:lnTo>
                    <a:pt x="536238" y="70916"/>
                  </a:lnTo>
                  <a:lnTo>
                    <a:pt x="545988" y="88951"/>
                  </a:lnTo>
                  <a:lnTo>
                    <a:pt x="555738" y="79830"/>
                  </a:lnTo>
                  <a:lnTo>
                    <a:pt x="565488" y="107809"/>
                  </a:lnTo>
                  <a:lnTo>
                    <a:pt x="575238" y="80559"/>
                  </a:lnTo>
                  <a:lnTo>
                    <a:pt x="584988" y="86833"/>
                  </a:lnTo>
                  <a:lnTo>
                    <a:pt x="594738" y="75043"/>
                  </a:lnTo>
                  <a:lnTo>
                    <a:pt x="604488" y="72057"/>
                  </a:lnTo>
                  <a:lnTo>
                    <a:pt x="614237" y="53191"/>
                  </a:lnTo>
                  <a:lnTo>
                    <a:pt x="623987" y="86076"/>
                  </a:lnTo>
                  <a:lnTo>
                    <a:pt x="633736" y="84188"/>
                  </a:lnTo>
                  <a:lnTo>
                    <a:pt x="643486" y="103192"/>
                  </a:lnTo>
                  <a:lnTo>
                    <a:pt x="653236" y="103097"/>
                  </a:lnTo>
                  <a:lnTo>
                    <a:pt x="662985" y="90124"/>
                  </a:lnTo>
                  <a:lnTo>
                    <a:pt x="672735" y="126221"/>
                  </a:lnTo>
                  <a:lnTo>
                    <a:pt x="682485" y="120575"/>
                  </a:lnTo>
                  <a:lnTo>
                    <a:pt x="692235" y="115650"/>
                  </a:lnTo>
                  <a:lnTo>
                    <a:pt x="701985" y="127091"/>
                  </a:lnTo>
                  <a:lnTo>
                    <a:pt x="711735" y="144483"/>
                  </a:lnTo>
                  <a:lnTo>
                    <a:pt x="721485" y="120883"/>
                  </a:lnTo>
                  <a:lnTo>
                    <a:pt x="731235" y="129177"/>
                  </a:lnTo>
                  <a:lnTo>
                    <a:pt x="740985" y="139781"/>
                  </a:lnTo>
                  <a:lnTo>
                    <a:pt x="750734" y="117957"/>
                  </a:lnTo>
                  <a:lnTo>
                    <a:pt x="760484" y="106820"/>
                  </a:lnTo>
                  <a:lnTo>
                    <a:pt x="770233" y="103091"/>
                  </a:lnTo>
                  <a:lnTo>
                    <a:pt x="779983" y="66654"/>
                  </a:lnTo>
                  <a:lnTo>
                    <a:pt x="789733" y="74855"/>
                  </a:lnTo>
                  <a:lnTo>
                    <a:pt x="799482" y="85918"/>
                  </a:lnTo>
                  <a:lnTo>
                    <a:pt x="809232" y="114448"/>
                  </a:lnTo>
                  <a:lnTo>
                    <a:pt x="818982" y="113350"/>
                  </a:lnTo>
                  <a:lnTo>
                    <a:pt x="828732" y="105903"/>
                  </a:lnTo>
                  <a:lnTo>
                    <a:pt x="838482" y="137136"/>
                  </a:lnTo>
                  <a:lnTo>
                    <a:pt x="848232" y="151173"/>
                  </a:lnTo>
                  <a:lnTo>
                    <a:pt x="857982" y="167506"/>
                  </a:lnTo>
                  <a:lnTo>
                    <a:pt x="867732" y="147656"/>
                  </a:lnTo>
                  <a:lnTo>
                    <a:pt x="877482" y="147285"/>
                  </a:lnTo>
                  <a:lnTo>
                    <a:pt x="887231" y="192061"/>
                  </a:lnTo>
                  <a:lnTo>
                    <a:pt x="896981" y="161779"/>
                  </a:lnTo>
                  <a:lnTo>
                    <a:pt x="906730" y="121349"/>
                  </a:lnTo>
                  <a:lnTo>
                    <a:pt x="916480" y="130841"/>
                  </a:lnTo>
                  <a:lnTo>
                    <a:pt x="926230" y="143255"/>
                  </a:lnTo>
                  <a:lnTo>
                    <a:pt x="935979" y="140129"/>
                  </a:lnTo>
                  <a:lnTo>
                    <a:pt x="945729" y="148447"/>
                  </a:lnTo>
                  <a:lnTo>
                    <a:pt x="955479" y="88402"/>
                  </a:lnTo>
                  <a:lnTo>
                    <a:pt x="965229" y="98657"/>
                  </a:lnTo>
                  <a:lnTo>
                    <a:pt x="974979" y="125463"/>
                  </a:lnTo>
                  <a:lnTo>
                    <a:pt x="984729" y="139827"/>
                  </a:lnTo>
                  <a:lnTo>
                    <a:pt x="994474" y="147528"/>
                  </a:lnTo>
                  <a:lnTo>
                    <a:pt x="1004233" y="171794"/>
                  </a:lnTo>
                  <a:lnTo>
                    <a:pt x="1013977" y="170626"/>
                  </a:lnTo>
                  <a:lnTo>
                    <a:pt x="1023721" y="166733"/>
                  </a:lnTo>
                  <a:lnTo>
                    <a:pt x="1033480" y="141225"/>
                  </a:lnTo>
                  <a:lnTo>
                    <a:pt x="1043224" y="153142"/>
                  </a:lnTo>
                  <a:lnTo>
                    <a:pt x="1052983" y="185135"/>
                  </a:lnTo>
                  <a:lnTo>
                    <a:pt x="1062727" y="155590"/>
                  </a:lnTo>
                  <a:lnTo>
                    <a:pt x="1072471" y="159574"/>
                  </a:lnTo>
                  <a:lnTo>
                    <a:pt x="1082230" y="165219"/>
                  </a:lnTo>
                  <a:lnTo>
                    <a:pt x="1091973" y="188940"/>
                  </a:lnTo>
                  <a:lnTo>
                    <a:pt x="1101732" y="161329"/>
                  </a:lnTo>
                  <a:lnTo>
                    <a:pt x="1111476" y="195604"/>
                  </a:lnTo>
                  <a:lnTo>
                    <a:pt x="1121220" y="192647"/>
                  </a:lnTo>
                  <a:lnTo>
                    <a:pt x="1130979" y="180021"/>
                  </a:lnTo>
                  <a:lnTo>
                    <a:pt x="1140723" y="171095"/>
                  </a:lnTo>
                  <a:lnTo>
                    <a:pt x="1150482" y="166286"/>
                  </a:lnTo>
                  <a:lnTo>
                    <a:pt x="1160226" y="126965"/>
                  </a:lnTo>
                  <a:lnTo>
                    <a:pt x="1169969" y="91434"/>
                  </a:lnTo>
                  <a:lnTo>
                    <a:pt x="1179728" y="76940"/>
                  </a:lnTo>
                  <a:lnTo>
                    <a:pt x="1189472" y="66794"/>
                  </a:lnTo>
                  <a:lnTo>
                    <a:pt x="1199231" y="71898"/>
                  </a:lnTo>
                  <a:lnTo>
                    <a:pt x="1208975" y="60774"/>
                  </a:lnTo>
                  <a:lnTo>
                    <a:pt x="1218719" y="69122"/>
                  </a:lnTo>
                  <a:lnTo>
                    <a:pt x="1228478" y="74918"/>
                  </a:lnTo>
                  <a:lnTo>
                    <a:pt x="1238222" y="57203"/>
                  </a:lnTo>
                  <a:lnTo>
                    <a:pt x="1247966" y="88281"/>
                  </a:lnTo>
                  <a:lnTo>
                    <a:pt x="1257725" y="101455"/>
                  </a:lnTo>
                  <a:lnTo>
                    <a:pt x="1267469" y="95994"/>
                  </a:lnTo>
                  <a:lnTo>
                    <a:pt x="1277227" y="92804"/>
                  </a:lnTo>
                  <a:lnTo>
                    <a:pt x="1286971" y="103707"/>
                  </a:lnTo>
                  <a:lnTo>
                    <a:pt x="1296715" y="106507"/>
                  </a:lnTo>
                  <a:lnTo>
                    <a:pt x="1306474" y="139271"/>
                  </a:lnTo>
                  <a:lnTo>
                    <a:pt x="1316218" y="160769"/>
                  </a:lnTo>
                  <a:lnTo>
                    <a:pt x="1325977" y="167761"/>
                  </a:lnTo>
                  <a:lnTo>
                    <a:pt x="1335721" y="155513"/>
                  </a:lnTo>
                  <a:lnTo>
                    <a:pt x="1345465" y="95732"/>
                  </a:lnTo>
                  <a:lnTo>
                    <a:pt x="1355224" y="81307"/>
                  </a:lnTo>
                  <a:lnTo>
                    <a:pt x="1364967" y="81351"/>
                  </a:lnTo>
                  <a:lnTo>
                    <a:pt x="1374726" y="74479"/>
                  </a:lnTo>
                  <a:lnTo>
                    <a:pt x="1384470" y="81961"/>
                  </a:lnTo>
                  <a:lnTo>
                    <a:pt x="1394214" y="94121"/>
                  </a:lnTo>
                  <a:lnTo>
                    <a:pt x="1403973" y="69084"/>
                  </a:lnTo>
                  <a:lnTo>
                    <a:pt x="1413717" y="66657"/>
                  </a:lnTo>
                  <a:lnTo>
                    <a:pt x="1423476" y="62428"/>
                  </a:lnTo>
                  <a:lnTo>
                    <a:pt x="1433220" y="53416"/>
                  </a:lnTo>
                  <a:lnTo>
                    <a:pt x="1442964" y="92542"/>
                  </a:lnTo>
                  <a:lnTo>
                    <a:pt x="1452722" y="111449"/>
                  </a:lnTo>
                  <a:lnTo>
                    <a:pt x="1462466" y="154212"/>
                  </a:lnTo>
                  <a:lnTo>
                    <a:pt x="1472225" y="124660"/>
                  </a:lnTo>
                  <a:lnTo>
                    <a:pt x="1481969" y="135670"/>
                  </a:lnTo>
                  <a:lnTo>
                    <a:pt x="1491713" y="125247"/>
                  </a:lnTo>
                  <a:lnTo>
                    <a:pt x="1501472" y="135123"/>
                  </a:lnTo>
                  <a:lnTo>
                    <a:pt x="1511216" y="127991"/>
                  </a:lnTo>
                  <a:lnTo>
                    <a:pt x="1520960" y="136826"/>
                  </a:lnTo>
                  <a:lnTo>
                    <a:pt x="1530719" y="132917"/>
                  </a:lnTo>
                  <a:lnTo>
                    <a:pt x="1540463" y="111799"/>
                  </a:lnTo>
                  <a:lnTo>
                    <a:pt x="1550221" y="90210"/>
                  </a:lnTo>
                  <a:lnTo>
                    <a:pt x="1559965" y="120907"/>
                  </a:lnTo>
                  <a:lnTo>
                    <a:pt x="1569709" y="112312"/>
                  </a:lnTo>
                  <a:lnTo>
                    <a:pt x="1579468" y="120677"/>
                  </a:lnTo>
                  <a:lnTo>
                    <a:pt x="1589212" y="122382"/>
                  </a:lnTo>
                  <a:lnTo>
                    <a:pt x="1598971" y="101081"/>
                  </a:lnTo>
                  <a:lnTo>
                    <a:pt x="1608715" y="71417"/>
                  </a:lnTo>
                  <a:lnTo>
                    <a:pt x="1618459" y="69788"/>
                  </a:lnTo>
                  <a:lnTo>
                    <a:pt x="1628218" y="49785"/>
                  </a:lnTo>
                  <a:lnTo>
                    <a:pt x="1637962" y="67550"/>
                  </a:lnTo>
                  <a:lnTo>
                    <a:pt x="1647720" y="76853"/>
                  </a:lnTo>
                  <a:lnTo>
                    <a:pt x="1657464" y="51583"/>
                  </a:lnTo>
                  <a:lnTo>
                    <a:pt x="1667208" y="34350"/>
                  </a:lnTo>
                  <a:lnTo>
                    <a:pt x="1676967" y="27025"/>
                  </a:lnTo>
                  <a:lnTo>
                    <a:pt x="1686711" y="34859"/>
                  </a:lnTo>
                  <a:lnTo>
                    <a:pt x="1696470" y="55277"/>
                  </a:lnTo>
                  <a:lnTo>
                    <a:pt x="1706214" y="35525"/>
                  </a:lnTo>
                  <a:lnTo>
                    <a:pt x="1715958" y="52431"/>
                  </a:lnTo>
                  <a:lnTo>
                    <a:pt x="1725716" y="33277"/>
                  </a:lnTo>
                  <a:lnTo>
                    <a:pt x="1735460" y="24555"/>
                  </a:lnTo>
                  <a:lnTo>
                    <a:pt x="1745219" y="0"/>
                  </a:lnTo>
                  <a:lnTo>
                    <a:pt x="1754963" y="13421"/>
                  </a:lnTo>
                  <a:lnTo>
                    <a:pt x="1764707" y="24865"/>
                  </a:lnTo>
                  <a:lnTo>
                    <a:pt x="1774466" y="28564"/>
                  </a:lnTo>
                  <a:lnTo>
                    <a:pt x="1784210" y="26352"/>
                  </a:lnTo>
                  <a:lnTo>
                    <a:pt x="1793969" y="41169"/>
                  </a:lnTo>
                  <a:lnTo>
                    <a:pt x="1803713" y="77959"/>
                  </a:lnTo>
                  <a:lnTo>
                    <a:pt x="1813457" y="88090"/>
                  </a:lnTo>
                  <a:lnTo>
                    <a:pt x="1823215" y="85711"/>
                  </a:lnTo>
                  <a:lnTo>
                    <a:pt x="1832959" y="70891"/>
                  </a:lnTo>
                  <a:lnTo>
                    <a:pt x="1842703" y="53994"/>
                  </a:lnTo>
                  <a:lnTo>
                    <a:pt x="1852462" y="60704"/>
                  </a:lnTo>
                  <a:lnTo>
                    <a:pt x="1862206" y="53507"/>
                  </a:lnTo>
                  <a:lnTo>
                    <a:pt x="1871965" y="60177"/>
                  </a:lnTo>
                  <a:lnTo>
                    <a:pt x="1881709" y="88674"/>
                  </a:lnTo>
                  <a:lnTo>
                    <a:pt x="1891453" y="78176"/>
                  </a:lnTo>
                  <a:lnTo>
                    <a:pt x="1901212" y="84327"/>
                  </a:lnTo>
                  <a:lnTo>
                    <a:pt x="1910956" y="75761"/>
                  </a:lnTo>
                  <a:lnTo>
                    <a:pt x="1920714" y="104203"/>
                  </a:lnTo>
                  <a:lnTo>
                    <a:pt x="1930458" y="130357"/>
                  </a:lnTo>
                  <a:lnTo>
                    <a:pt x="1940202" y="147069"/>
                  </a:lnTo>
                  <a:lnTo>
                    <a:pt x="1949961" y="125998"/>
                  </a:lnTo>
                  <a:lnTo>
                    <a:pt x="1959705" y="162993"/>
                  </a:lnTo>
                  <a:lnTo>
                    <a:pt x="1969464" y="168887"/>
                  </a:lnTo>
                  <a:lnTo>
                    <a:pt x="1979208" y="194426"/>
                  </a:lnTo>
                  <a:lnTo>
                    <a:pt x="1988952" y="197449"/>
                  </a:lnTo>
                  <a:lnTo>
                    <a:pt x="1998711" y="205162"/>
                  </a:lnTo>
                  <a:lnTo>
                    <a:pt x="2008454" y="196637"/>
                  </a:lnTo>
                  <a:lnTo>
                    <a:pt x="2018213" y="153448"/>
                  </a:lnTo>
                  <a:lnTo>
                    <a:pt x="2027957" y="165981"/>
                  </a:lnTo>
                  <a:lnTo>
                    <a:pt x="2037701" y="170309"/>
                  </a:lnTo>
                  <a:lnTo>
                    <a:pt x="2047460" y="171149"/>
                  </a:lnTo>
                  <a:lnTo>
                    <a:pt x="2057204" y="204095"/>
                  </a:lnTo>
                  <a:lnTo>
                    <a:pt x="2066963" y="169839"/>
                  </a:lnTo>
                  <a:lnTo>
                    <a:pt x="2076707" y="179434"/>
                  </a:lnTo>
                  <a:lnTo>
                    <a:pt x="2086451" y="195634"/>
                  </a:lnTo>
                  <a:lnTo>
                    <a:pt x="2096210" y="215404"/>
                  </a:lnTo>
                  <a:lnTo>
                    <a:pt x="2105954" y="207001"/>
                  </a:lnTo>
                  <a:lnTo>
                    <a:pt x="2115697" y="191132"/>
                  </a:lnTo>
                  <a:lnTo>
                    <a:pt x="2125456" y="146110"/>
                  </a:lnTo>
                  <a:lnTo>
                    <a:pt x="2135200" y="156045"/>
                  </a:lnTo>
                  <a:lnTo>
                    <a:pt x="2144959" y="151284"/>
                  </a:lnTo>
                  <a:lnTo>
                    <a:pt x="2154703" y="135986"/>
                  </a:lnTo>
                  <a:lnTo>
                    <a:pt x="2164447" y="157207"/>
                  </a:lnTo>
                  <a:lnTo>
                    <a:pt x="2174206" y="160771"/>
                  </a:lnTo>
                  <a:lnTo>
                    <a:pt x="2183950" y="153890"/>
                  </a:lnTo>
                  <a:lnTo>
                    <a:pt x="2193709" y="146904"/>
                  </a:lnTo>
                  <a:lnTo>
                    <a:pt x="2203452" y="139383"/>
                  </a:lnTo>
                  <a:lnTo>
                    <a:pt x="2213196" y="120673"/>
                  </a:lnTo>
                  <a:lnTo>
                    <a:pt x="2222955" y="107679"/>
                  </a:lnTo>
                  <a:lnTo>
                    <a:pt x="2232699" y="118976"/>
                  </a:lnTo>
                  <a:lnTo>
                    <a:pt x="2242458" y="141528"/>
                  </a:lnTo>
                  <a:lnTo>
                    <a:pt x="2252202" y="155146"/>
                  </a:lnTo>
                  <a:lnTo>
                    <a:pt x="2261946" y="138435"/>
                  </a:lnTo>
                  <a:lnTo>
                    <a:pt x="2271705" y="153965"/>
                  </a:lnTo>
                  <a:lnTo>
                    <a:pt x="2281449" y="142539"/>
                  </a:lnTo>
                  <a:lnTo>
                    <a:pt x="2291208" y="126279"/>
                  </a:lnTo>
                  <a:lnTo>
                    <a:pt x="2300951" y="134511"/>
                  </a:lnTo>
                  <a:lnTo>
                    <a:pt x="2310695" y="150606"/>
                  </a:lnTo>
                  <a:lnTo>
                    <a:pt x="2320454" y="129261"/>
                  </a:lnTo>
                  <a:lnTo>
                    <a:pt x="2330198" y="159811"/>
                  </a:lnTo>
                  <a:lnTo>
                    <a:pt x="2339957" y="159550"/>
                  </a:lnTo>
                  <a:lnTo>
                    <a:pt x="2349701" y="165228"/>
                  </a:lnTo>
                  <a:lnTo>
                    <a:pt x="2359445" y="137732"/>
                  </a:lnTo>
                  <a:lnTo>
                    <a:pt x="2369204" y="138689"/>
                  </a:lnTo>
                  <a:lnTo>
                    <a:pt x="2378948" y="158025"/>
                  </a:lnTo>
                  <a:lnTo>
                    <a:pt x="2388692" y="162004"/>
                  </a:lnTo>
                  <a:lnTo>
                    <a:pt x="2398450" y="140983"/>
                  </a:lnTo>
                  <a:lnTo>
                    <a:pt x="2408194" y="134179"/>
                  </a:lnTo>
                  <a:lnTo>
                    <a:pt x="2417953" y="174825"/>
                  </a:lnTo>
                  <a:lnTo>
                    <a:pt x="2427697" y="167234"/>
                  </a:lnTo>
                  <a:lnTo>
                    <a:pt x="2437441" y="180543"/>
                  </a:lnTo>
                  <a:lnTo>
                    <a:pt x="2447200" y="178216"/>
                  </a:lnTo>
                  <a:lnTo>
                    <a:pt x="2456944" y="152969"/>
                  </a:lnTo>
                  <a:lnTo>
                    <a:pt x="2466703" y="110382"/>
                  </a:lnTo>
                  <a:lnTo>
                    <a:pt x="2476446" y="114207"/>
                  </a:lnTo>
                  <a:lnTo>
                    <a:pt x="2486190" y="143793"/>
                  </a:lnTo>
                  <a:lnTo>
                    <a:pt x="2495949" y="161323"/>
                  </a:lnTo>
                  <a:lnTo>
                    <a:pt x="2505693" y="220930"/>
                  </a:lnTo>
                  <a:lnTo>
                    <a:pt x="2515452" y="236152"/>
                  </a:lnTo>
                  <a:lnTo>
                    <a:pt x="2525196" y="256888"/>
                  </a:lnTo>
                  <a:lnTo>
                    <a:pt x="2534940" y="240067"/>
                  </a:lnTo>
                  <a:lnTo>
                    <a:pt x="2544699" y="230837"/>
                  </a:lnTo>
                  <a:lnTo>
                    <a:pt x="2554443" y="271863"/>
                  </a:lnTo>
                  <a:lnTo>
                    <a:pt x="2564202" y="236947"/>
                  </a:lnTo>
                  <a:lnTo>
                    <a:pt x="2573946" y="256294"/>
                  </a:lnTo>
                  <a:lnTo>
                    <a:pt x="2583690" y="265324"/>
                  </a:lnTo>
                  <a:lnTo>
                    <a:pt x="2593448" y="261865"/>
                  </a:lnTo>
                  <a:lnTo>
                    <a:pt x="2603192" y="280867"/>
                  </a:lnTo>
                  <a:lnTo>
                    <a:pt x="2612951" y="276732"/>
                  </a:lnTo>
                  <a:lnTo>
                    <a:pt x="2622695" y="267316"/>
                  </a:lnTo>
                  <a:lnTo>
                    <a:pt x="2632439" y="297510"/>
                  </a:lnTo>
                  <a:lnTo>
                    <a:pt x="2642198" y="285113"/>
                  </a:lnTo>
                  <a:lnTo>
                    <a:pt x="2651942" y="281202"/>
                  </a:lnTo>
                  <a:lnTo>
                    <a:pt x="2661685" y="289969"/>
                  </a:lnTo>
                  <a:lnTo>
                    <a:pt x="2671444" y="332058"/>
                  </a:lnTo>
                  <a:lnTo>
                    <a:pt x="2681188" y="322022"/>
                  </a:lnTo>
                  <a:lnTo>
                    <a:pt x="2690947" y="305426"/>
                  </a:lnTo>
                  <a:lnTo>
                    <a:pt x="2700691" y="295745"/>
                  </a:lnTo>
                  <a:lnTo>
                    <a:pt x="2710435" y="271491"/>
                  </a:lnTo>
                  <a:lnTo>
                    <a:pt x="2720194" y="272044"/>
                  </a:lnTo>
                  <a:lnTo>
                    <a:pt x="2729938" y="278508"/>
                  </a:lnTo>
                  <a:lnTo>
                    <a:pt x="2739697" y="290611"/>
                  </a:lnTo>
                  <a:lnTo>
                    <a:pt x="2749441" y="290421"/>
                  </a:lnTo>
                  <a:lnTo>
                    <a:pt x="2759185" y="280247"/>
                  </a:lnTo>
                  <a:lnTo>
                    <a:pt x="2768943" y="262453"/>
                  </a:lnTo>
                  <a:lnTo>
                    <a:pt x="2778687" y="308474"/>
                  </a:lnTo>
                  <a:lnTo>
                    <a:pt x="2788446" y="291329"/>
                  </a:lnTo>
                  <a:lnTo>
                    <a:pt x="2798190" y="295490"/>
                  </a:lnTo>
                  <a:lnTo>
                    <a:pt x="2807934" y="315118"/>
                  </a:lnTo>
                  <a:lnTo>
                    <a:pt x="2817693" y="319069"/>
                  </a:lnTo>
                  <a:lnTo>
                    <a:pt x="2827437" y="317024"/>
                  </a:lnTo>
                  <a:lnTo>
                    <a:pt x="2837196" y="281372"/>
                  </a:lnTo>
                  <a:lnTo>
                    <a:pt x="2846940" y="295654"/>
                  </a:lnTo>
                  <a:lnTo>
                    <a:pt x="2856684" y="282175"/>
                  </a:lnTo>
                  <a:lnTo>
                    <a:pt x="2866442" y="284743"/>
                  </a:lnTo>
                  <a:lnTo>
                    <a:pt x="2876186" y="248482"/>
                  </a:lnTo>
                  <a:lnTo>
                    <a:pt x="2885945" y="250428"/>
                  </a:lnTo>
                  <a:lnTo>
                    <a:pt x="2895689" y="262317"/>
                  </a:lnTo>
                  <a:lnTo>
                    <a:pt x="2905433" y="292399"/>
                  </a:lnTo>
                  <a:lnTo>
                    <a:pt x="2915192" y="30626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7" name="Freeform 1166">
              <a:extLst>
                <a:ext uri="{FF2B5EF4-FFF2-40B4-BE49-F238E27FC236}">
                  <a16:creationId xmlns:a16="http://schemas.microsoft.com/office/drawing/2014/main" id="{DB730C07-5B80-7EE2-06C3-05ACFDBEBB55}"/>
                </a:ext>
              </a:extLst>
            </p:cNvPr>
            <p:cNvSpPr/>
            <p:nvPr/>
          </p:nvSpPr>
          <p:spPr>
            <a:xfrm>
              <a:off x="4426652" y="3337362"/>
              <a:ext cx="2915191" cy="281020"/>
            </a:xfrm>
            <a:custGeom>
              <a:avLst/>
              <a:gdLst>
                <a:gd name="connsiteX0" fmla="*/ 0 w 2915191"/>
                <a:gd name="connsiteY0" fmla="*/ 225496 h 281020"/>
                <a:gd name="connsiteX1" fmla="*/ 9750 w 2915191"/>
                <a:gd name="connsiteY1" fmla="*/ 246106 h 281020"/>
                <a:gd name="connsiteX2" fmla="*/ 19500 w 2915191"/>
                <a:gd name="connsiteY2" fmla="*/ 235030 h 281020"/>
                <a:gd name="connsiteX3" fmla="*/ 29250 w 2915191"/>
                <a:gd name="connsiteY3" fmla="*/ 235064 h 281020"/>
                <a:gd name="connsiteX4" fmla="*/ 39000 w 2915191"/>
                <a:gd name="connsiteY4" fmla="*/ 249555 h 281020"/>
                <a:gd name="connsiteX5" fmla="*/ 48749 w 2915191"/>
                <a:gd name="connsiteY5" fmla="*/ 238700 h 281020"/>
                <a:gd name="connsiteX6" fmla="*/ 58499 w 2915191"/>
                <a:gd name="connsiteY6" fmla="*/ 216429 h 281020"/>
                <a:gd name="connsiteX7" fmla="*/ 68249 w 2915191"/>
                <a:gd name="connsiteY7" fmla="*/ 205600 h 281020"/>
                <a:gd name="connsiteX8" fmla="*/ 77998 w 2915191"/>
                <a:gd name="connsiteY8" fmla="*/ 228626 h 281020"/>
                <a:gd name="connsiteX9" fmla="*/ 87748 w 2915191"/>
                <a:gd name="connsiteY9" fmla="*/ 219691 h 281020"/>
                <a:gd name="connsiteX10" fmla="*/ 97497 w 2915191"/>
                <a:gd name="connsiteY10" fmla="*/ 192227 h 281020"/>
                <a:gd name="connsiteX11" fmla="*/ 107247 w 2915191"/>
                <a:gd name="connsiteY11" fmla="*/ 232689 h 281020"/>
                <a:gd name="connsiteX12" fmla="*/ 116997 w 2915191"/>
                <a:gd name="connsiteY12" fmla="*/ 251234 h 281020"/>
                <a:gd name="connsiteX13" fmla="*/ 126747 w 2915191"/>
                <a:gd name="connsiteY13" fmla="*/ 264786 h 281020"/>
                <a:gd name="connsiteX14" fmla="*/ 136497 w 2915191"/>
                <a:gd name="connsiteY14" fmla="*/ 280078 h 281020"/>
                <a:gd name="connsiteX15" fmla="*/ 146247 w 2915191"/>
                <a:gd name="connsiteY15" fmla="*/ 254427 h 281020"/>
                <a:gd name="connsiteX16" fmla="*/ 155997 w 2915191"/>
                <a:gd name="connsiteY16" fmla="*/ 244683 h 281020"/>
                <a:gd name="connsiteX17" fmla="*/ 165747 w 2915191"/>
                <a:gd name="connsiteY17" fmla="*/ 244941 h 281020"/>
                <a:gd name="connsiteX18" fmla="*/ 175497 w 2915191"/>
                <a:gd name="connsiteY18" fmla="*/ 214504 h 281020"/>
                <a:gd name="connsiteX19" fmla="*/ 185247 w 2915191"/>
                <a:gd name="connsiteY19" fmla="*/ 255945 h 281020"/>
                <a:gd name="connsiteX20" fmla="*/ 194996 w 2915191"/>
                <a:gd name="connsiteY20" fmla="*/ 251280 h 281020"/>
                <a:gd name="connsiteX21" fmla="*/ 204746 w 2915191"/>
                <a:gd name="connsiteY21" fmla="*/ 249899 h 281020"/>
                <a:gd name="connsiteX22" fmla="*/ 214495 w 2915191"/>
                <a:gd name="connsiteY22" fmla="*/ 256686 h 281020"/>
                <a:gd name="connsiteX23" fmla="*/ 224245 w 2915191"/>
                <a:gd name="connsiteY23" fmla="*/ 268909 h 281020"/>
                <a:gd name="connsiteX24" fmla="*/ 233995 w 2915191"/>
                <a:gd name="connsiteY24" fmla="*/ 260905 h 281020"/>
                <a:gd name="connsiteX25" fmla="*/ 243744 w 2915191"/>
                <a:gd name="connsiteY25" fmla="*/ 243575 h 281020"/>
                <a:gd name="connsiteX26" fmla="*/ 253494 w 2915191"/>
                <a:gd name="connsiteY26" fmla="*/ 278098 h 281020"/>
                <a:gd name="connsiteX27" fmla="*/ 263244 w 2915191"/>
                <a:gd name="connsiteY27" fmla="*/ 270561 h 281020"/>
                <a:gd name="connsiteX28" fmla="*/ 272994 w 2915191"/>
                <a:gd name="connsiteY28" fmla="*/ 281020 h 281020"/>
                <a:gd name="connsiteX29" fmla="*/ 282744 w 2915191"/>
                <a:gd name="connsiteY29" fmla="*/ 265194 h 281020"/>
                <a:gd name="connsiteX30" fmla="*/ 292494 w 2915191"/>
                <a:gd name="connsiteY30" fmla="*/ 229128 h 281020"/>
                <a:gd name="connsiteX31" fmla="*/ 302244 w 2915191"/>
                <a:gd name="connsiteY31" fmla="*/ 228024 h 281020"/>
                <a:gd name="connsiteX32" fmla="*/ 311994 w 2915191"/>
                <a:gd name="connsiteY32" fmla="*/ 264274 h 281020"/>
                <a:gd name="connsiteX33" fmla="*/ 321744 w 2915191"/>
                <a:gd name="connsiteY33" fmla="*/ 275047 h 281020"/>
                <a:gd name="connsiteX34" fmla="*/ 331493 w 2915191"/>
                <a:gd name="connsiteY34" fmla="*/ 251207 h 281020"/>
                <a:gd name="connsiteX35" fmla="*/ 341243 w 2915191"/>
                <a:gd name="connsiteY35" fmla="*/ 236223 h 281020"/>
                <a:gd name="connsiteX36" fmla="*/ 350993 w 2915191"/>
                <a:gd name="connsiteY36" fmla="*/ 223306 h 281020"/>
                <a:gd name="connsiteX37" fmla="*/ 360742 w 2915191"/>
                <a:gd name="connsiteY37" fmla="*/ 188155 h 281020"/>
                <a:gd name="connsiteX38" fmla="*/ 370492 w 2915191"/>
                <a:gd name="connsiteY38" fmla="*/ 200308 h 281020"/>
                <a:gd name="connsiteX39" fmla="*/ 380241 w 2915191"/>
                <a:gd name="connsiteY39" fmla="*/ 162076 h 281020"/>
                <a:gd name="connsiteX40" fmla="*/ 389991 w 2915191"/>
                <a:gd name="connsiteY40" fmla="*/ 160286 h 281020"/>
                <a:gd name="connsiteX41" fmla="*/ 399741 w 2915191"/>
                <a:gd name="connsiteY41" fmla="*/ 197204 h 281020"/>
                <a:gd name="connsiteX42" fmla="*/ 409491 w 2915191"/>
                <a:gd name="connsiteY42" fmla="*/ 180875 h 281020"/>
                <a:gd name="connsiteX43" fmla="*/ 419241 w 2915191"/>
                <a:gd name="connsiteY43" fmla="*/ 175738 h 281020"/>
                <a:gd name="connsiteX44" fmla="*/ 428991 w 2915191"/>
                <a:gd name="connsiteY44" fmla="*/ 177229 h 281020"/>
                <a:gd name="connsiteX45" fmla="*/ 438741 w 2915191"/>
                <a:gd name="connsiteY45" fmla="*/ 181417 h 281020"/>
                <a:gd name="connsiteX46" fmla="*/ 448491 w 2915191"/>
                <a:gd name="connsiteY46" fmla="*/ 138781 h 281020"/>
                <a:gd name="connsiteX47" fmla="*/ 458241 w 2915191"/>
                <a:gd name="connsiteY47" fmla="*/ 131629 h 281020"/>
                <a:gd name="connsiteX48" fmla="*/ 467991 w 2915191"/>
                <a:gd name="connsiteY48" fmla="*/ 143954 h 281020"/>
                <a:gd name="connsiteX49" fmla="*/ 477740 w 2915191"/>
                <a:gd name="connsiteY49" fmla="*/ 183186 h 281020"/>
                <a:gd name="connsiteX50" fmla="*/ 487490 w 2915191"/>
                <a:gd name="connsiteY50" fmla="*/ 193788 h 281020"/>
                <a:gd name="connsiteX51" fmla="*/ 497239 w 2915191"/>
                <a:gd name="connsiteY51" fmla="*/ 161877 h 281020"/>
                <a:gd name="connsiteX52" fmla="*/ 506989 w 2915191"/>
                <a:gd name="connsiteY52" fmla="*/ 147260 h 281020"/>
                <a:gd name="connsiteX53" fmla="*/ 516738 w 2915191"/>
                <a:gd name="connsiteY53" fmla="*/ 166718 h 281020"/>
                <a:gd name="connsiteX54" fmla="*/ 526488 w 2915191"/>
                <a:gd name="connsiteY54" fmla="*/ 179713 h 281020"/>
                <a:gd name="connsiteX55" fmla="*/ 536238 w 2915191"/>
                <a:gd name="connsiteY55" fmla="*/ 163475 h 281020"/>
                <a:gd name="connsiteX56" fmla="*/ 545988 w 2915191"/>
                <a:gd name="connsiteY56" fmla="*/ 172374 h 281020"/>
                <a:gd name="connsiteX57" fmla="*/ 555738 w 2915191"/>
                <a:gd name="connsiteY57" fmla="*/ 167728 h 281020"/>
                <a:gd name="connsiteX58" fmla="*/ 565488 w 2915191"/>
                <a:gd name="connsiteY58" fmla="*/ 169169 h 281020"/>
                <a:gd name="connsiteX59" fmla="*/ 575238 w 2915191"/>
                <a:gd name="connsiteY59" fmla="*/ 178856 h 281020"/>
                <a:gd name="connsiteX60" fmla="*/ 584988 w 2915191"/>
                <a:gd name="connsiteY60" fmla="*/ 165496 h 281020"/>
                <a:gd name="connsiteX61" fmla="*/ 594738 w 2915191"/>
                <a:gd name="connsiteY61" fmla="*/ 184364 h 281020"/>
                <a:gd name="connsiteX62" fmla="*/ 604488 w 2915191"/>
                <a:gd name="connsiteY62" fmla="*/ 207699 h 281020"/>
                <a:gd name="connsiteX63" fmla="*/ 614237 w 2915191"/>
                <a:gd name="connsiteY63" fmla="*/ 180453 h 281020"/>
                <a:gd name="connsiteX64" fmla="*/ 623987 w 2915191"/>
                <a:gd name="connsiteY64" fmla="*/ 189551 h 281020"/>
                <a:gd name="connsiteX65" fmla="*/ 633736 w 2915191"/>
                <a:gd name="connsiteY65" fmla="*/ 219385 h 281020"/>
                <a:gd name="connsiteX66" fmla="*/ 643486 w 2915191"/>
                <a:gd name="connsiteY66" fmla="*/ 267250 h 281020"/>
                <a:gd name="connsiteX67" fmla="*/ 653236 w 2915191"/>
                <a:gd name="connsiteY67" fmla="*/ 229669 h 281020"/>
                <a:gd name="connsiteX68" fmla="*/ 662985 w 2915191"/>
                <a:gd name="connsiteY68" fmla="*/ 231275 h 281020"/>
                <a:gd name="connsiteX69" fmla="*/ 672735 w 2915191"/>
                <a:gd name="connsiteY69" fmla="*/ 213178 h 281020"/>
                <a:gd name="connsiteX70" fmla="*/ 682485 w 2915191"/>
                <a:gd name="connsiteY70" fmla="*/ 206443 h 281020"/>
                <a:gd name="connsiteX71" fmla="*/ 692235 w 2915191"/>
                <a:gd name="connsiteY71" fmla="*/ 213266 h 281020"/>
                <a:gd name="connsiteX72" fmla="*/ 701985 w 2915191"/>
                <a:gd name="connsiteY72" fmla="*/ 209425 h 281020"/>
                <a:gd name="connsiteX73" fmla="*/ 711735 w 2915191"/>
                <a:gd name="connsiteY73" fmla="*/ 233658 h 281020"/>
                <a:gd name="connsiteX74" fmla="*/ 721485 w 2915191"/>
                <a:gd name="connsiteY74" fmla="*/ 218498 h 281020"/>
                <a:gd name="connsiteX75" fmla="*/ 731235 w 2915191"/>
                <a:gd name="connsiteY75" fmla="*/ 233600 h 281020"/>
                <a:gd name="connsiteX76" fmla="*/ 740985 w 2915191"/>
                <a:gd name="connsiteY76" fmla="*/ 240271 h 281020"/>
                <a:gd name="connsiteX77" fmla="*/ 750734 w 2915191"/>
                <a:gd name="connsiteY77" fmla="*/ 214346 h 281020"/>
                <a:gd name="connsiteX78" fmla="*/ 760484 w 2915191"/>
                <a:gd name="connsiteY78" fmla="*/ 218976 h 281020"/>
                <a:gd name="connsiteX79" fmla="*/ 770233 w 2915191"/>
                <a:gd name="connsiteY79" fmla="*/ 210381 h 281020"/>
                <a:gd name="connsiteX80" fmla="*/ 779983 w 2915191"/>
                <a:gd name="connsiteY80" fmla="*/ 220821 h 281020"/>
                <a:gd name="connsiteX81" fmla="*/ 789733 w 2915191"/>
                <a:gd name="connsiteY81" fmla="*/ 226679 h 281020"/>
                <a:gd name="connsiteX82" fmla="*/ 799482 w 2915191"/>
                <a:gd name="connsiteY82" fmla="*/ 233118 h 281020"/>
                <a:gd name="connsiteX83" fmla="*/ 809232 w 2915191"/>
                <a:gd name="connsiteY83" fmla="*/ 247830 h 281020"/>
                <a:gd name="connsiteX84" fmla="*/ 818982 w 2915191"/>
                <a:gd name="connsiteY84" fmla="*/ 249555 h 281020"/>
                <a:gd name="connsiteX85" fmla="*/ 828732 w 2915191"/>
                <a:gd name="connsiteY85" fmla="*/ 238574 h 281020"/>
                <a:gd name="connsiteX86" fmla="*/ 838482 w 2915191"/>
                <a:gd name="connsiteY86" fmla="*/ 234796 h 281020"/>
                <a:gd name="connsiteX87" fmla="*/ 848232 w 2915191"/>
                <a:gd name="connsiteY87" fmla="*/ 267553 h 281020"/>
                <a:gd name="connsiteX88" fmla="*/ 857982 w 2915191"/>
                <a:gd name="connsiteY88" fmla="*/ 240881 h 281020"/>
                <a:gd name="connsiteX89" fmla="*/ 867732 w 2915191"/>
                <a:gd name="connsiteY89" fmla="*/ 232996 h 281020"/>
                <a:gd name="connsiteX90" fmla="*/ 877482 w 2915191"/>
                <a:gd name="connsiteY90" fmla="*/ 246387 h 281020"/>
                <a:gd name="connsiteX91" fmla="*/ 887231 w 2915191"/>
                <a:gd name="connsiteY91" fmla="*/ 238771 h 281020"/>
                <a:gd name="connsiteX92" fmla="*/ 896981 w 2915191"/>
                <a:gd name="connsiteY92" fmla="*/ 229593 h 281020"/>
                <a:gd name="connsiteX93" fmla="*/ 906730 w 2915191"/>
                <a:gd name="connsiteY93" fmla="*/ 219121 h 281020"/>
                <a:gd name="connsiteX94" fmla="*/ 916480 w 2915191"/>
                <a:gd name="connsiteY94" fmla="*/ 249647 h 281020"/>
                <a:gd name="connsiteX95" fmla="*/ 926230 w 2915191"/>
                <a:gd name="connsiteY95" fmla="*/ 237874 h 281020"/>
                <a:gd name="connsiteX96" fmla="*/ 935979 w 2915191"/>
                <a:gd name="connsiteY96" fmla="*/ 253697 h 281020"/>
                <a:gd name="connsiteX97" fmla="*/ 945729 w 2915191"/>
                <a:gd name="connsiteY97" fmla="*/ 233415 h 281020"/>
                <a:gd name="connsiteX98" fmla="*/ 955479 w 2915191"/>
                <a:gd name="connsiteY98" fmla="*/ 238141 h 281020"/>
                <a:gd name="connsiteX99" fmla="*/ 965229 w 2915191"/>
                <a:gd name="connsiteY99" fmla="*/ 233509 h 281020"/>
                <a:gd name="connsiteX100" fmla="*/ 974979 w 2915191"/>
                <a:gd name="connsiteY100" fmla="*/ 231347 h 281020"/>
                <a:gd name="connsiteX101" fmla="*/ 984729 w 2915191"/>
                <a:gd name="connsiteY101" fmla="*/ 219481 h 281020"/>
                <a:gd name="connsiteX102" fmla="*/ 994474 w 2915191"/>
                <a:gd name="connsiteY102" fmla="*/ 209822 h 281020"/>
                <a:gd name="connsiteX103" fmla="*/ 1004233 w 2915191"/>
                <a:gd name="connsiteY103" fmla="*/ 189581 h 281020"/>
                <a:gd name="connsiteX104" fmla="*/ 1013977 w 2915191"/>
                <a:gd name="connsiteY104" fmla="*/ 160918 h 281020"/>
                <a:gd name="connsiteX105" fmla="*/ 1023721 w 2915191"/>
                <a:gd name="connsiteY105" fmla="*/ 170261 h 281020"/>
                <a:gd name="connsiteX106" fmla="*/ 1033480 w 2915191"/>
                <a:gd name="connsiteY106" fmla="*/ 163670 h 281020"/>
                <a:gd name="connsiteX107" fmla="*/ 1043224 w 2915191"/>
                <a:gd name="connsiteY107" fmla="*/ 138213 h 281020"/>
                <a:gd name="connsiteX108" fmla="*/ 1052983 w 2915191"/>
                <a:gd name="connsiteY108" fmla="*/ 145042 h 281020"/>
                <a:gd name="connsiteX109" fmla="*/ 1062727 w 2915191"/>
                <a:gd name="connsiteY109" fmla="*/ 190452 h 281020"/>
                <a:gd name="connsiteX110" fmla="*/ 1072471 w 2915191"/>
                <a:gd name="connsiteY110" fmla="*/ 204419 h 281020"/>
                <a:gd name="connsiteX111" fmla="*/ 1082230 w 2915191"/>
                <a:gd name="connsiteY111" fmla="*/ 168692 h 281020"/>
                <a:gd name="connsiteX112" fmla="*/ 1091973 w 2915191"/>
                <a:gd name="connsiteY112" fmla="*/ 168084 h 281020"/>
                <a:gd name="connsiteX113" fmla="*/ 1101732 w 2915191"/>
                <a:gd name="connsiteY113" fmla="*/ 189225 h 281020"/>
                <a:gd name="connsiteX114" fmla="*/ 1111476 w 2915191"/>
                <a:gd name="connsiteY114" fmla="*/ 173201 h 281020"/>
                <a:gd name="connsiteX115" fmla="*/ 1121220 w 2915191"/>
                <a:gd name="connsiteY115" fmla="*/ 186808 h 281020"/>
                <a:gd name="connsiteX116" fmla="*/ 1130979 w 2915191"/>
                <a:gd name="connsiteY116" fmla="*/ 202716 h 281020"/>
                <a:gd name="connsiteX117" fmla="*/ 1140723 w 2915191"/>
                <a:gd name="connsiteY117" fmla="*/ 155297 h 281020"/>
                <a:gd name="connsiteX118" fmla="*/ 1150482 w 2915191"/>
                <a:gd name="connsiteY118" fmla="*/ 148591 h 281020"/>
                <a:gd name="connsiteX119" fmla="*/ 1160226 w 2915191"/>
                <a:gd name="connsiteY119" fmla="*/ 99302 h 281020"/>
                <a:gd name="connsiteX120" fmla="*/ 1169969 w 2915191"/>
                <a:gd name="connsiteY120" fmla="*/ 87195 h 281020"/>
                <a:gd name="connsiteX121" fmla="*/ 1179728 w 2915191"/>
                <a:gd name="connsiteY121" fmla="*/ 78182 h 281020"/>
                <a:gd name="connsiteX122" fmla="*/ 1189472 w 2915191"/>
                <a:gd name="connsiteY122" fmla="*/ 53696 h 281020"/>
                <a:gd name="connsiteX123" fmla="*/ 1199231 w 2915191"/>
                <a:gd name="connsiteY123" fmla="*/ 61160 h 281020"/>
                <a:gd name="connsiteX124" fmla="*/ 1208975 w 2915191"/>
                <a:gd name="connsiteY124" fmla="*/ 67609 h 281020"/>
                <a:gd name="connsiteX125" fmla="*/ 1218719 w 2915191"/>
                <a:gd name="connsiteY125" fmla="*/ 57491 h 281020"/>
                <a:gd name="connsiteX126" fmla="*/ 1228478 w 2915191"/>
                <a:gd name="connsiteY126" fmla="*/ 92977 h 281020"/>
                <a:gd name="connsiteX127" fmla="*/ 1238222 w 2915191"/>
                <a:gd name="connsiteY127" fmla="*/ 103722 h 281020"/>
                <a:gd name="connsiteX128" fmla="*/ 1247966 w 2915191"/>
                <a:gd name="connsiteY128" fmla="*/ 73649 h 281020"/>
                <a:gd name="connsiteX129" fmla="*/ 1257725 w 2915191"/>
                <a:gd name="connsiteY129" fmla="*/ 89616 h 281020"/>
                <a:gd name="connsiteX130" fmla="*/ 1267469 w 2915191"/>
                <a:gd name="connsiteY130" fmla="*/ 127528 h 281020"/>
                <a:gd name="connsiteX131" fmla="*/ 1277227 w 2915191"/>
                <a:gd name="connsiteY131" fmla="*/ 94918 h 281020"/>
                <a:gd name="connsiteX132" fmla="*/ 1286971 w 2915191"/>
                <a:gd name="connsiteY132" fmla="*/ 118186 h 281020"/>
                <a:gd name="connsiteX133" fmla="*/ 1296715 w 2915191"/>
                <a:gd name="connsiteY133" fmla="*/ 92958 h 281020"/>
                <a:gd name="connsiteX134" fmla="*/ 1306474 w 2915191"/>
                <a:gd name="connsiteY134" fmla="*/ 77421 h 281020"/>
                <a:gd name="connsiteX135" fmla="*/ 1316218 w 2915191"/>
                <a:gd name="connsiteY135" fmla="*/ 65316 h 281020"/>
                <a:gd name="connsiteX136" fmla="*/ 1325977 w 2915191"/>
                <a:gd name="connsiteY136" fmla="*/ 87198 h 281020"/>
                <a:gd name="connsiteX137" fmla="*/ 1335721 w 2915191"/>
                <a:gd name="connsiteY137" fmla="*/ 83257 h 281020"/>
                <a:gd name="connsiteX138" fmla="*/ 1345465 w 2915191"/>
                <a:gd name="connsiteY138" fmla="*/ 94643 h 281020"/>
                <a:gd name="connsiteX139" fmla="*/ 1355224 w 2915191"/>
                <a:gd name="connsiteY139" fmla="*/ 97398 h 281020"/>
                <a:gd name="connsiteX140" fmla="*/ 1364967 w 2915191"/>
                <a:gd name="connsiteY140" fmla="*/ 68914 h 281020"/>
                <a:gd name="connsiteX141" fmla="*/ 1374726 w 2915191"/>
                <a:gd name="connsiteY141" fmla="*/ 51379 h 281020"/>
                <a:gd name="connsiteX142" fmla="*/ 1384470 w 2915191"/>
                <a:gd name="connsiteY142" fmla="*/ 58146 h 281020"/>
                <a:gd name="connsiteX143" fmla="*/ 1394214 w 2915191"/>
                <a:gd name="connsiteY143" fmla="*/ 56205 h 281020"/>
                <a:gd name="connsiteX144" fmla="*/ 1403973 w 2915191"/>
                <a:gd name="connsiteY144" fmla="*/ 28739 h 281020"/>
                <a:gd name="connsiteX145" fmla="*/ 1413717 w 2915191"/>
                <a:gd name="connsiteY145" fmla="*/ 44941 h 281020"/>
                <a:gd name="connsiteX146" fmla="*/ 1423476 w 2915191"/>
                <a:gd name="connsiteY146" fmla="*/ 53669 h 281020"/>
                <a:gd name="connsiteX147" fmla="*/ 1433220 w 2915191"/>
                <a:gd name="connsiteY147" fmla="*/ 61534 h 281020"/>
                <a:gd name="connsiteX148" fmla="*/ 1442964 w 2915191"/>
                <a:gd name="connsiteY148" fmla="*/ 73446 h 281020"/>
                <a:gd name="connsiteX149" fmla="*/ 1452722 w 2915191"/>
                <a:gd name="connsiteY149" fmla="*/ 68288 h 281020"/>
                <a:gd name="connsiteX150" fmla="*/ 1462466 w 2915191"/>
                <a:gd name="connsiteY150" fmla="*/ 61913 h 281020"/>
                <a:gd name="connsiteX151" fmla="*/ 1472225 w 2915191"/>
                <a:gd name="connsiteY151" fmla="*/ 70605 h 281020"/>
                <a:gd name="connsiteX152" fmla="*/ 1481969 w 2915191"/>
                <a:gd name="connsiteY152" fmla="*/ 96200 h 281020"/>
                <a:gd name="connsiteX153" fmla="*/ 1491713 w 2915191"/>
                <a:gd name="connsiteY153" fmla="*/ 91240 h 281020"/>
                <a:gd name="connsiteX154" fmla="*/ 1501472 w 2915191"/>
                <a:gd name="connsiteY154" fmla="*/ 136052 h 281020"/>
                <a:gd name="connsiteX155" fmla="*/ 1511216 w 2915191"/>
                <a:gd name="connsiteY155" fmla="*/ 159763 h 281020"/>
                <a:gd name="connsiteX156" fmla="*/ 1520960 w 2915191"/>
                <a:gd name="connsiteY156" fmla="*/ 167408 h 281020"/>
                <a:gd name="connsiteX157" fmla="*/ 1530719 w 2915191"/>
                <a:gd name="connsiteY157" fmla="*/ 195737 h 281020"/>
                <a:gd name="connsiteX158" fmla="*/ 1540463 w 2915191"/>
                <a:gd name="connsiteY158" fmla="*/ 185007 h 281020"/>
                <a:gd name="connsiteX159" fmla="*/ 1550221 w 2915191"/>
                <a:gd name="connsiteY159" fmla="*/ 216716 h 281020"/>
                <a:gd name="connsiteX160" fmla="*/ 1559965 w 2915191"/>
                <a:gd name="connsiteY160" fmla="*/ 198937 h 281020"/>
                <a:gd name="connsiteX161" fmla="*/ 1569709 w 2915191"/>
                <a:gd name="connsiteY161" fmla="*/ 201738 h 281020"/>
                <a:gd name="connsiteX162" fmla="*/ 1579468 w 2915191"/>
                <a:gd name="connsiteY162" fmla="*/ 212932 h 281020"/>
                <a:gd name="connsiteX163" fmla="*/ 1589212 w 2915191"/>
                <a:gd name="connsiteY163" fmla="*/ 229756 h 281020"/>
                <a:gd name="connsiteX164" fmla="*/ 1598971 w 2915191"/>
                <a:gd name="connsiteY164" fmla="*/ 211496 h 281020"/>
                <a:gd name="connsiteX165" fmla="*/ 1608715 w 2915191"/>
                <a:gd name="connsiteY165" fmla="*/ 193897 h 281020"/>
                <a:gd name="connsiteX166" fmla="*/ 1618459 w 2915191"/>
                <a:gd name="connsiteY166" fmla="*/ 187191 h 281020"/>
                <a:gd name="connsiteX167" fmla="*/ 1628218 w 2915191"/>
                <a:gd name="connsiteY167" fmla="*/ 196625 h 281020"/>
                <a:gd name="connsiteX168" fmla="*/ 1637962 w 2915191"/>
                <a:gd name="connsiteY168" fmla="*/ 148890 h 281020"/>
                <a:gd name="connsiteX169" fmla="*/ 1647720 w 2915191"/>
                <a:gd name="connsiteY169" fmla="*/ 143537 h 281020"/>
                <a:gd name="connsiteX170" fmla="*/ 1657464 w 2915191"/>
                <a:gd name="connsiteY170" fmla="*/ 130010 h 281020"/>
                <a:gd name="connsiteX171" fmla="*/ 1667208 w 2915191"/>
                <a:gd name="connsiteY171" fmla="*/ 105185 h 281020"/>
                <a:gd name="connsiteX172" fmla="*/ 1676967 w 2915191"/>
                <a:gd name="connsiteY172" fmla="*/ 91291 h 281020"/>
                <a:gd name="connsiteX173" fmla="*/ 1686711 w 2915191"/>
                <a:gd name="connsiteY173" fmla="*/ 96681 h 281020"/>
                <a:gd name="connsiteX174" fmla="*/ 1696470 w 2915191"/>
                <a:gd name="connsiteY174" fmla="*/ 62151 h 281020"/>
                <a:gd name="connsiteX175" fmla="*/ 1706214 w 2915191"/>
                <a:gd name="connsiteY175" fmla="*/ 68054 h 281020"/>
                <a:gd name="connsiteX176" fmla="*/ 1715958 w 2915191"/>
                <a:gd name="connsiteY176" fmla="*/ 74638 h 281020"/>
                <a:gd name="connsiteX177" fmla="*/ 1725716 w 2915191"/>
                <a:gd name="connsiteY177" fmla="*/ 57151 h 281020"/>
                <a:gd name="connsiteX178" fmla="*/ 1735460 w 2915191"/>
                <a:gd name="connsiteY178" fmla="*/ 60484 h 281020"/>
                <a:gd name="connsiteX179" fmla="*/ 1745219 w 2915191"/>
                <a:gd name="connsiteY179" fmla="*/ 78565 h 281020"/>
                <a:gd name="connsiteX180" fmla="*/ 1754963 w 2915191"/>
                <a:gd name="connsiteY180" fmla="*/ 25021 h 281020"/>
                <a:gd name="connsiteX181" fmla="*/ 1764707 w 2915191"/>
                <a:gd name="connsiteY181" fmla="*/ 11915 h 281020"/>
                <a:gd name="connsiteX182" fmla="*/ 1774466 w 2915191"/>
                <a:gd name="connsiteY182" fmla="*/ 0 h 281020"/>
                <a:gd name="connsiteX183" fmla="*/ 1784210 w 2915191"/>
                <a:gd name="connsiteY183" fmla="*/ 25032 h 281020"/>
                <a:gd name="connsiteX184" fmla="*/ 1793969 w 2915191"/>
                <a:gd name="connsiteY184" fmla="*/ 19826 h 281020"/>
                <a:gd name="connsiteX185" fmla="*/ 1803713 w 2915191"/>
                <a:gd name="connsiteY185" fmla="*/ 39107 h 281020"/>
                <a:gd name="connsiteX186" fmla="*/ 1813457 w 2915191"/>
                <a:gd name="connsiteY186" fmla="*/ 25050 h 281020"/>
                <a:gd name="connsiteX187" fmla="*/ 1823215 w 2915191"/>
                <a:gd name="connsiteY187" fmla="*/ 15155 h 281020"/>
                <a:gd name="connsiteX188" fmla="*/ 1832959 w 2915191"/>
                <a:gd name="connsiteY188" fmla="*/ 8890 h 281020"/>
                <a:gd name="connsiteX189" fmla="*/ 1842703 w 2915191"/>
                <a:gd name="connsiteY189" fmla="*/ 28320 h 281020"/>
                <a:gd name="connsiteX190" fmla="*/ 1852462 w 2915191"/>
                <a:gd name="connsiteY190" fmla="*/ 63778 h 281020"/>
                <a:gd name="connsiteX191" fmla="*/ 1862206 w 2915191"/>
                <a:gd name="connsiteY191" fmla="*/ 94462 h 281020"/>
                <a:gd name="connsiteX192" fmla="*/ 1871965 w 2915191"/>
                <a:gd name="connsiteY192" fmla="*/ 82301 h 281020"/>
                <a:gd name="connsiteX193" fmla="*/ 1881709 w 2915191"/>
                <a:gd name="connsiteY193" fmla="*/ 98657 h 281020"/>
                <a:gd name="connsiteX194" fmla="*/ 1891453 w 2915191"/>
                <a:gd name="connsiteY194" fmla="*/ 69338 h 281020"/>
                <a:gd name="connsiteX195" fmla="*/ 1901212 w 2915191"/>
                <a:gd name="connsiteY195" fmla="*/ 90478 h 281020"/>
                <a:gd name="connsiteX196" fmla="*/ 1910956 w 2915191"/>
                <a:gd name="connsiteY196" fmla="*/ 46217 h 281020"/>
                <a:gd name="connsiteX197" fmla="*/ 1920714 w 2915191"/>
                <a:gd name="connsiteY197" fmla="*/ 43046 h 281020"/>
                <a:gd name="connsiteX198" fmla="*/ 1930458 w 2915191"/>
                <a:gd name="connsiteY198" fmla="*/ 35036 h 281020"/>
                <a:gd name="connsiteX199" fmla="*/ 1940202 w 2915191"/>
                <a:gd name="connsiteY199" fmla="*/ 78185 h 281020"/>
                <a:gd name="connsiteX200" fmla="*/ 1949961 w 2915191"/>
                <a:gd name="connsiteY200" fmla="*/ 127520 h 281020"/>
                <a:gd name="connsiteX201" fmla="*/ 1959705 w 2915191"/>
                <a:gd name="connsiteY201" fmla="*/ 129466 h 281020"/>
                <a:gd name="connsiteX202" fmla="*/ 1969464 w 2915191"/>
                <a:gd name="connsiteY202" fmla="*/ 125741 h 281020"/>
                <a:gd name="connsiteX203" fmla="*/ 1979208 w 2915191"/>
                <a:gd name="connsiteY203" fmla="*/ 91286 h 281020"/>
                <a:gd name="connsiteX204" fmla="*/ 1988952 w 2915191"/>
                <a:gd name="connsiteY204" fmla="*/ 117885 h 281020"/>
                <a:gd name="connsiteX205" fmla="*/ 1998711 w 2915191"/>
                <a:gd name="connsiteY205" fmla="*/ 132425 h 281020"/>
                <a:gd name="connsiteX206" fmla="*/ 2008454 w 2915191"/>
                <a:gd name="connsiteY206" fmla="*/ 128358 h 281020"/>
                <a:gd name="connsiteX207" fmla="*/ 2018213 w 2915191"/>
                <a:gd name="connsiteY207" fmla="*/ 120148 h 281020"/>
                <a:gd name="connsiteX208" fmla="*/ 2027957 w 2915191"/>
                <a:gd name="connsiteY208" fmla="*/ 124637 h 281020"/>
                <a:gd name="connsiteX209" fmla="*/ 2037701 w 2915191"/>
                <a:gd name="connsiteY209" fmla="*/ 99260 h 281020"/>
                <a:gd name="connsiteX210" fmla="*/ 2047460 w 2915191"/>
                <a:gd name="connsiteY210" fmla="*/ 76253 h 281020"/>
                <a:gd name="connsiteX211" fmla="*/ 2057204 w 2915191"/>
                <a:gd name="connsiteY211" fmla="*/ 73287 h 281020"/>
                <a:gd name="connsiteX212" fmla="*/ 2066963 w 2915191"/>
                <a:gd name="connsiteY212" fmla="*/ 88087 h 281020"/>
                <a:gd name="connsiteX213" fmla="*/ 2076707 w 2915191"/>
                <a:gd name="connsiteY213" fmla="*/ 130003 h 281020"/>
                <a:gd name="connsiteX214" fmla="*/ 2086451 w 2915191"/>
                <a:gd name="connsiteY214" fmla="*/ 126884 h 281020"/>
                <a:gd name="connsiteX215" fmla="*/ 2096210 w 2915191"/>
                <a:gd name="connsiteY215" fmla="*/ 133571 h 281020"/>
                <a:gd name="connsiteX216" fmla="*/ 2105954 w 2915191"/>
                <a:gd name="connsiteY216" fmla="*/ 173224 h 281020"/>
                <a:gd name="connsiteX217" fmla="*/ 2115697 w 2915191"/>
                <a:gd name="connsiteY217" fmla="*/ 196152 h 281020"/>
                <a:gd name="connsiteX218" fmla="*/ 2125456 w 2915191"/>
                <a:gd name="connsiteY218" fmla="*/ 194450 h 281020"/>
                <a:gd name="connsiteX219" fmla="*/ 2135200 w 2915191"/>
                <a:gd name="connsiteY219" fmla="*/ 196750 h 281020"/>
                <a:gd name="connsiteX220" fmla="*/ 2144959 w 2915191"/>
                <a:gd name="connsiteY220" fmla="*/ 228874 h 281020"/>
                <a:gd name="connsiteX221" fmla="*/ 2154703 w 2915191"/>
                <a:gd name="connsiteY221" fmla="*/ 209137 h 281020"/>
                <a:gd name="connsiteX222" fmla="*/ 2164447 w 2915191"/>
                <a:gd name="connsiteY222" fmla="*/ 219452 h 281020"/>
                <a:gd name="connsiteX223" fmla="*/ 2174206 w 2915191"/>
                <a:gd name="connsiteY223" fmla="*/ 225489 h 281020"/>
                <a:gd name="connsiteX224" fmla="*/ 2183950 w 2915191"/>
                <a:gd name="connsiteY224" fmla="*/ 203915 h 281020"/>
                <a:gd name="connsiteX225" fmla="*/ 2193709 w 2915191"/>
                <a:gd name="connsiteY225" fmla="*/ 210754 h 281020"/>
                <a:gd name="connsiteX226" fmla="*/ 2203452 w 2915191"/>
                <a:gd name="connsiteY226" fmla="*/ 230477 h 281020"/>
                <a:gd name="connsiteX227" fmla="*/ 2213196 w 2915191"/>
                <a:gd name="connsiteY227" fmla="*/ 238475 h 281020"/>
                <a:gd name="connsiteX228" fmla="*/ 2222955 w 2915191"/>
                <a:gd name="connsiteY228" fmla="*/ 245271 h 281020"/>
                <a:gd name="connsiteX229" fmla="*/ 2232699 w 2915191"/>
                <a:gd name="connsiteY229" fmla="*/ 244124 h 281020"/>
                <a:gd name="connsiteX230" fmla="*/ 2242458 w 2915191"/>
                <a:gd name="connsiteY230" fmla="*/ 255683 h 281020"/>
                <a:gd name="connsiteX231" fmla="*/ 2252202 w 2915191"/>
                <a:gd name="connsiteY231" fmla="*/ 219811 h 281020"/>
                <a:gd name="connsiteX232" fmla="*/ 2261946 w 2915191"/>
                <a:gd name="connsiteY232" fmla="*/ 215605 h 281020"/>
                <a:gd name="connsiteX233" fmla="*/ 2271705 w 2915191"/>
                <a:gd name="connsiteY233" fmla="*/ 197026 h 281020"/>
                <a:gd name="connsiteX234" fmla="*/ 2281449 w 2915191"/>
                <a:gd name="connsiteY234" fmla="*/ 191796 h 281020"/>
                <a:gd name="connsiteX235" fmla="*/ 2291208 w 2915191"/>
                <a:gd name="connsiteY235" fmla="*/ 185406 h 281020"/>
                <a:gd name="connsiteX236" fmla="*/ 2300951 w 2915191"/>
                <a:gd name="connsiteY236" fmla="*/ 187387 h 281020"/>
                <a:gd name="connsiteX237" fmla="*/ 2310695 w 2915191"/>
                <a:gd name="connsiteY237" fmla="*/ 171019 h 281020"/>
                <a:gd name="connsiteX238" fmla="*/ 2320454 w 2915191"/>
                <a:gd name="connsiteY238" fmla="*/ 128340 h 281020"/>
                <a:gd name="connsiteX239" fmla="*/ 2330198 w 2915191"/>
                <a:gd name="connsiteY239" fmla="*/ 137850 h 281020"/>
                <a:gd name="connsiteX240" fmla="*/ 2339957 w 2915191"/>
                <a:gd name="connsiteY240" fmla="*/ 142398 h 281020"/>
                <a:gd name="connsiteX241" fmla="*/ 2349701 w 2915191"/>
                <a:gd name="connsiteY241" fmla="*/ 94044 h 281020"/>
                <a:gd name="connsiteX242" fmla="*/ 2359445 w 2915191"/>
                <a:gd name="connsiteY242" fmla="*/ 98549 h 281020"/>
                <a:gd name="connsiteX243" fmla="*/ 2369204 w 2915191"/>
                <a:gd name="connsiteY243" fmla="*/ 88561 h 281020"/>
                <a:gd name="connsiteX244" fmla="*/ 2378948 w 2915191"/>
                <a:gd name="connsiteY244" fmla="*/ 87855 h 281020"/>
                <a:gd name="connsiteX245" fmla="*/ 2388692 w 2915191"/>
                <a:gd name="connsiteY245" fmla="*/ 101851 h 281020"/>
                <a:gd name="connsiteX246" fmla="*/ 2398450 w 2915191"/>
                <a:gd name="connsiteY246" fmla="*/ 126378 h 281020"/>
                <a:gd name="connsiteX247" fmla="*/ 2408194 w 2915191"/>
                <a:gd name="connsiteY247" fmla="*/ 115312 h 281020"/>
                <a:gd name="connsiteX248" fmla="*/ 2417953 w 2915191"/>
                <a:gd name="connsiteY248" fmla="*/ 117709 h 281020"/>
                <a:gd name="connsiteX249" fmla="*/ 2427697 w 2915191"/>
                <a:gd name="connsiteY249" fmla="*/ 128240 h 281020"/>
                <a:gd name="connsiteX250" fmla="*/ 2437441 w 2915191"/>
                <a:gd name="connsiteY250" fmla="*/ 144365 h 281020"/>
                <a:gd name="connsiteX251" fmla="*/ 2447200 w 2915191"/>
                <a:gd name="connsiteY251" fmla="*/ 146095 h 281020"/>
                <a:gd name="connsiteX252" fmla="*/ 2456944 w 2915191"/>
                <a:gd name="connsiteY252" fmla="*/ 149061 h 281020"/>
                <a:gd name="connsiteX253" fmla="*/ 2466703 w 2915191"/>
                <a:gd name="connsiteY253" fmla="*/ 131230 h 281020"/>
                <a:gd name="connsiteX254" fmla="*/ 2476446 w 2915191"/>
                <a:gd name="connsiteY254" fmla="*/ 121845 h 281020"/>
                <a:gd name="connsiteX255" fmla="*/ 2486190 w 2915191"/>
                <a:gd name="connsiteY255" fmla="*/ 122032 h 281020"/>
                <a:gd name="connsiteX256" fmla="*/ 2495949 w 2915191"/>
                <a:gd name="connsiteY256" fmla="*/ 96799 h 281020"/>
                <a:gd name="connsiteX257" fmla="*/ 2505693 w 2915191"/>
                <a:gd name="connsiteY257" fmla="*/ 98239 h 281020"/>
                <a:gd name="connsiteX258" fmla="*/ 2515452 w 2915191"/>
                <a:gd name="connsiteY258" fmla="*/ 113912 h 281020"/>
                <a:gd name="connsiteX259" fmla="*/ 2525196 w 2915191"/>
                <a:gd name="connsiteY259" fmla="*/ 101435 h 281020"/>
                <a:gd name="connsiteX260" fmla="*/ 2534940 w 2915191"/>
                <a:gd name="connsiteY260" fmla="*/ 71165 h 281020"/>
                <a:gd name="connsiteX261" fmla="*/ 2544699 w 2915191"/>
                <a:gd name="connsiteY261" fmla="*/ 85218 h 281020"/>
                <a:gd name="connsiteX262" fmla="*/ 2554443 w 2915191"/>
                <a:gd name="connsiteY262" fmla="*/ 63535 h 281020"/>
                <a:gd name="connsiteX263" fmla="*/ 2564202 w 2915191"/>
                <a:gd name="connsiteY263" fmla="*/ 68800 h 281020"/>
                <a:gd name="connsiteX264" fmla="*/ 2573946 w 2915191"/>
                <a:gd name="connsiteY264" fmla="*/ 68215 h 281020"/>
                <a:gd name="connsiteX265" fmla="*/ 2583690 w 2915191"/>
                <a:gd name="connsiteY265" fmla="*/ 57287 h 281020"/>
                <a:gd name="connsiteX266" fmla="*/ 2593448 w 2915191"/>
                <a:gd name="connsiteY266" fmla="*/ 26374 h 281020"/>
                <a:gd name="connsiteX267" fmla="*/ 2603192 w 2915191"/>
                <a:gd name="connsiteY267" fmla="*/ 33290 h 281020"/>
                <a:gd name="connsiteX268" fmla="*/ 2612951 w 2915191"/>
                <a:gd name="connsiteY268" fmla="*/ 71652 h 281020"/>
                <a:gd name="connsiteX269" fmla="*/ 2622695 w 2915191"/>
                <a:gd name="connsiteY269" fmla="*/ 108594 h 281020"/>
                <a:gd name="connsiteX270" fmla="*/ 2632439 w 2915191"/>
                <a:gd name="connsiteY270" fmla="*/ 89902 h 281020"/>
                <a:gd name="connsiteX271" fmla="*/ 2642198 w 2915191"/>
                <a:gd name="connsiteY271" fmla="*/ 92454 h 281020"/>
                <a:gd name="connsiteX272" fmla="*/ 2651942 w 2915191"/>
                <a:gd name="connsiteY272" fmla="*/ 67649 h 281020"/>
                <a:gd name="connsiteX273" fmla="*/ 2661685 w 2915191"/>
                <a:gd name="connsiteY273" fmla="*/ 62181 h 281020"/>
                <a:gd name="connsiteX274" fmla="*/ 2671444 w 2915191"/>
                <a:gd name="connsiteY274" fmla="*/ 81640 h 281020"/>
                <a:gd name="connsiteX275" fmla="*/ 2681188 w 2915191"/>
                <a:gd name="connsiteY275" fmla="*/ 109607 h 281020"/>
                <a:gd name="connsiteX276" fmla="*/ 2690947 w 2915191"/>
                <a:gd name="connsiteY276" fmla="*/ 113857 h 281020"/>
                <a:gd name="connsiteX277" fmla="*/ 2700691 w 2915191"/>
                <a:gd name="connsiteY277" fmla="*/ 146758 h 281020"/>
                <a:gd name="connsiteX278" fmla="*/ 2710435 w 2915191"/>
                <a:gd name="connsiteY278" fmla="*/ 120275 h 281020"/>
                <a:gd name="connsiteX279" fmla="*/ 2720194 w 2915191"/>
                <a:gd name="connsiteY279" fmla="*/ 121039 h 281020"/>
                <a:gd name="connsiteX280" fmla="*/ 2729938 w 2915191"/>
                <a:gd name="connsiteY280" fmla="*/ 121497 h 281020"/>
                <a:gd name="connsiteX281" fmla="*/ 2739697 w 2915191"/>
                <a:gd name="connsiteY281" fmla="*/ 142595 h 281020"/>
                <a:gd name="connsiteX282" fmla="*/ 2749441 w 2915191"/>
                <a:gd name="connsiteY282" fmla="*/ 114996 h 281020"/>
                <a:gd name="connsiteX283" fmla="*/ 2759185 w 2915191"/>
                <a:gd name="connsiteY283" fmla="*/ 87886 h 281020"/>
                <a:gd name="connsiteX284" fmla="*/ 2768943 w 2915191"/>
                <a:gd name="connsiteY284" fmla="*/ 79984 h 281020"/>
                <a:gd name="connsiteX285" fmla="*/ 2778687 w 2915191"/>
                <a:gd name="connsiteY285" fmla="*/ 100941 h 281020"/>
                <a:gd name="connsiteX286" fmla="*/ 2788446 w 2915191"/>
                <a:gd name="connsiteY286" fmla="*/ 107676 h 281020"/>
                <a:gd name="connsiteX287" fmla="*/ 2798190 w 2915191"/>
                <a:gd name="connsiteY287" fmla="*/ 109008 h 281020"/>
                <a:gd name="connsiteX288" fmla="*/ 2807934 w 2915191"/>
                <a:gd name="connsiteY288" fmla="*/ 108162 h 281020"/>
                <a:gd name="connsiteX289" fmla="*/ 2817693 w 2915191"/>
                <a:gd name="connsiteY289" fmla="*/ 102165 h 281020"/>
                <a:gd name="connsiteX290" fmla="*/ 2827437 w 2915191"/>
                <a:gd name="connsiteY290" fmla="*/ 78757 h 281020"/>
                <a:gd name="connsiteX291" fmla="*/ 2837196 w 2915191"/>
                <a:gd name="connsiteY291" fmla="*/ 92082 h 281020"/>
                <a:gd name="connsiteX292" fmla="*/ 2846940 w 2915191"/>
                <a:gd name="connsiteY292" fmla="*/ 56369 h 281020"/>
                <a:gd name="connsiteX293" fmla="*/ 2856684 w 2915191"/>
                <a:gd name="connsiteY293" fmla="*/ 60608 h 281020"/>
                <a:gd name="connsiteX294" fmla="*/ 2866442 w 2915191"/>
                <a:gd name="connsiteY294" fmla="*/ 60153 h 281020"/>
                <a:gd name="connsiteX295" fmla="*/ 2876186 w 2915191"/>
                <a:gd name="connsiteY295" fmla="*/ 63589 h 281020"/>
                <a:gd name="connsiteX296" fmla="*/ 2885945 w 2915191"/>
                <a:gd name="connsiteY296" fmla="*/ 67321 h 281020"/>
                <a:gd name="connsiteX297" fmla="*/ 2895689 w 2915191"/>
                <a:gd name="connsiteY297" fmla="*/ 72677 h 281020"/>
                <a:gd name="connsiteX298" fmla="*/ 2905433 w 2915191"/>
                <a:gd name="connsiteY298" fmla="*/ 48527 h 281020"/>
                <a:gd name="connsiteX299" fmla="*/ 2915192 w 2915191"/>
                <a:gd name="connsiteY299" fmla="*/ 53857 h 281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281020">
                  <a:moveTo>
                    <a:pt x="0" y="225496"/>
                  </a:moveTo>
                  <a:lnTo>
                    <a:pt x="9750" y="246106"/>
                  </a:lnTo>
                  <a:lnTo>
                    <a:pt x="19500" y="235030"/>
                  </a:lnTo>
                  <a:lnTo>
                    <a:pt x="29250" y="235064"/>
                  </a:lnTo>
                  <a:lnTo>
                    <a:pt x="39000" y="249555"/>
                  </a:lnTo>
                  <a:lnTo>
                    <a:pt x="48749" y="238700"/>
                  </a:lnTo>
                  <a:lnTo>
                    <a:pt x="58499" y="216429"/>
                  </a:lnTo>
                  <a:lnTo>
                    <a:pt x="68249" y="205600"/>
                  </a:lnTo>
                  <a:lnTo>
                    <a:pt x="77998" y="228626"/>
                  </a:lnTo>
                  <a:lnTo>
                    <a:pt x="87748" y="219691"/>
                  </a:lnTo>
                  <a:lnTo>
                    <a:pt x="97497" y="192227"/>
                  </a:lnTo>
                  <a:lnTo>
                    <a:pt x="107247" y="232689"/>
                  </a:lnTo>
                  <a:lnTo>
                    <a:pt x="116997" y="251234"/>
                  </a:lnTo>
                  <a:lnTo>
                    <a:pt x="126747" y="264786"/>
                  </a:lnTo>
                  <a:lnTo>
                    <a:pt x="136497" y="280078"/>
                  </a:lnTo>
                  <a:lnTo>
                    <a:pt x="146247" y="254427"/>
                  </a:lnTo>
                  <a:lnTo>
                    <a:pt x="155997" y="244683"/>
                  </a:lnTo>
                  <a:lnTo>
                    <a:pt x="165747" y="244941"/>
                  </a:lnTo>
                  <a:lnTo>
                    <a:pt x="175497" y="214504"/>
                  </a:lnTo>
                  <a:lnTo>
                    <a:pt x="185247" y="255945"/>
                  </a:lnTo>
                  <a:lnTo>
                    <a:pt x="194996" y="251280"/>
                  </a:lnTo>
                  <a:lnTo>
                    <a:pt x="204746" y="249899"/>
                  </a:lnTo>
                  <a:lnTo>
                    <a:pt x="214495" y="256686"/>
                  </a:lnTo>
                  <a:lnTo>
                    <a:pt x="224245" y="268909"/>
                  </a:lnTo>
                  <a:lnTo>
                    <a:pt x="233995" y="260905"/>
                  </a:lnTo>
                  <a:lnTo>
                    <a:pt x="243744" y="243575"/>
                  </a:lnTo>
                  <a:lnTo>
                    <a:pt x="253494" y="278098"/>
                  </a:lnTo>
                  <a:lnTo>
                    <a:pt x="263244" y="270561"/>
                  </a:lnTo>
                  <a:lnTo>
                    <a:pt x="272994" y="281020"/>
                  </a:lnTo>
                  <a:lnTo>
                    <a:pt x="282744" y="265194"/>
                  </a:lnTo>
                  <a:lnTo>
                    <a:pt x="292494" y="229128"/>
                  </a:lnTo>
                  <a:lnTo>
                    <a:pt x="302244" y="228024"/>
                  </a:lnTo>
                  <a:lnTo>
                    <a:pt x="311994" y="264274"/>
                  </a:lnTo>
                  <a:lnTo>
                    <a:pt x="321744" y="275047"/>
                  </a:lnTo>
                  <a:lnTo>
                    <a:pt x="331493" y="251207"/>
                  </a:lnTo>
                  <a:lnTo>
                    <a:pt x="341243" y="236223"/>
                  </a:lnTo>
                  <a:lnTo>
                    <a:pt x="350993" y="223306"/>
                  </a:lnTo>
                  <a:lnTo>
                    <a:pt x="360742" y="188155"/>
                  </a:lnTo>
                  <a:lnTo>
                    <a:pt x="370492" y="200308"/>
                  </a:lnTo>
                  <a:lnTo>
                    <a:pt x="380241" y="162076"/>
                  </a:lnTo>
                  <a:lnTo>
                    <a:pt x="389991" y="160286"/>
                  </a:lnTo>
                  <a:lnTo>
                    <a:pt x="399741" y="197204"/>
                  </a:lnTo>
                  <a:lnTo>
                    <a:pt x="409491" y="180875"/>
                  </a:lnTo>
                  <a:lnTo>
                    <a:pt x="419241" y="175738"/>
                  </a:lnTo>
                  <a:lnTo>
                    <a:pt x="428991" y="177229"/>
                  </a:lnTo>
                  <a:lnTo>
                    <a:pt x="438741" y="181417"/>
                  </a:lnTo>
                  <a:lnTo>
                    <a:pt x="448491" y="138781"/>
                  </a:lnTo>
                  <a:lnTo>
                    <a:pt x="458241" y="131629"/>
                  </a:lnTo>
                  <a:lnTo>
                    <a:pt x="467991" y="143954"/>
                  </a:lnTo>
                  <a:lnTo>
                    <a:pt x="477740" y="183186"/>
                  </a:lnTo>
                  <a:lnTo>
                    <a:pt x="487490" y="193788"/>
                  </a:lnTo>
                  <a:lnTo>
                    <a:pt x="497239" y="161877"/>
                  </a:lnTo>
                  <a:lnTo>
                    <a:pt x="506989" y="147260"/>
                  </a:lnTo>
                  <a:lnTo>
                    <a:pt x="516738" y="166718"/>
                  </a:lnTo>
                  <a:lnTo>
                    <a:pt x="526488" y="179713"/>
                  </a:lnTo>
                  <a:lnTo>
                    <a:pt x="536238" y="163475"/>
                  </a:lnTo>
                  <a:lnTo>
                    <a:pt x="545988" y="172374"/>
                  </a:lnTo>
                  <a:lnTo>
                    <a:pt x="555738" y="167728"/>
                  </a:lnTo>
                  <a:lnTo>
                    <a:pt x="565488" y="169169"/>
                  </a:lnTo>
                  <a:lnTo>
                    <a:pt x="575238" y="178856"/>
                  </a:lnTo>
                  <a:lnTo>
                    <a:pt x="584988" y="165496"/>
                  </a:lnTo>
                  <a:lnTo>
                    <a:pt x="594738" y="184364"/>
                  </a:lnTo>
                  <a:lnTo>
                    <a:pt x="604488" y="207699"/>
                  </a:lnTo>
                  <a:lnTo>
                    <a:pt x="614237" y="180453"/>
                  </a:lnTo>
                  <a:lnTo>
                    <a:pt x="623987" y="189551"/>
                  </a:lnTo>
                  <a:lnTo>
                    <a:pt x="633736" y="219385"/>
                  </a:lnTo>
                  <a:lnTo>
                    <a:pt x="643486" y="267250"/>
                  </a:lnTo>
                  <a:lnTo>
                    <a:pt x="653236" y="229669"/>
                  </a:lnTo>
                  <a:lnTo>
                    <a:pt x="662985" y="231275"/>
                  </a:lnTo>
                  <a:lnTo>
                    <a:pt x="672735" y="213178"/>
                  </a:lnTo>
                  <a:lnTo>
                    <a:pt x="682485" y="206443"/>
                  </a:lnTo>
                  <a:lnTo>
                    <a:pt x="692235" y="213266"/>
                  </a:lnTo>
                  <a:lnTo>
                    <a:pt x="701985" y="209425"/>
                  </a:lnTo>
                  <a:lnTo>
                    <a:pt x="711735" y="233658"/>
                  </a:lnTo>
                  <a:lnTo>
                    <a:pt x="721485" y="218498"/>
                  </a:lnTo>
                  <a:lnTo>
                    <a:pt x="731235" y="233600"/>
                  </a:lnTo>
                  <a:lnTo>
                    <a:pt x="740985" y="240271"/>
                  </a:lnTo>
                  <a:lnTo>
                    <a:pt x="750734" y="214346"/>
                  </a:lnTo>
                  <a:lnTo>
                    <a:pt x="760484" y="218976"/>
                  </a:lnTo>
                  <a:lnTo>
                    <a:pt x="770233" y="210381"/>
                  </a:lnTo>
                  <a:lnTo>
                    <a:pt x="779983" y="220821"/>
                  </a:lnTo>
                  <a:lnTo>
                    <a:pt x="789733" y="226679"/>
                  </a:lnTo>
                  <a:lnTo>
                    <a:pt x="799482" y="233118"/>
                  </a:lnTo>
                  <a:lnTo>
                    <a:pt x="809232" y="247830"/>
                  </a:lnTo>
                  <a:lnTo>
                    <a:pt x="818982" y="249555"/>
                  </a:lnTo>
                  <a:lnTo>
                    <a:pt x="828732" y="238574"/>
                  </a:lnTo>
                  <a:lnTo>
                    <a:pt x="838482" y="234796"/>
                  </a:lnTo>
                  <a:lnTo>
                    <a:pt x="848232" y="267553"/>
                  </a:lnTo>
                  <a:lnTo>
                    <a:pt x="857982" y="240881"/>
                  </a:lnTo>
                  <a:lnTo>
                    <a:pt x="867732" y="232996"/>
                  </a:lnTo>
                  <a:lnTo>
                    <a:pt x="877482" y="246387"/>
                  </a:lnTo>
                  <a:lnTo>
                    <a:pt x="887231" y="238771"/>
                  </a:lnTo>
                  <a:lnTo>
                    <a:pt x="896981" y="229593"/>
                  </a:lnTo>
                  <a:lnTo>
                    <a:pt x="906730" y="219121"/>
                  </a:lnTo>
                  <a:lnTo>
                    <a:pt x="916480" y="249647"/>
                  </a:lnTo>
                  <a:lnTo>
                    <a:pt x="926230" y="237874"/>
                  </a:lnTo>
                  <a:lnTo>
                    <a:pt x="935979" y="253697"/>
                  </a:lnTo>
                  <a:lnTo>
                    <a:pt x="945729" y="233415"/>
                  </a:lnTo>
                  <a:lnTo>
                    <a:pt x="955479" y="238141"/>
                  </a:lnTo>
                  <a:lnTo>
                    <a:pt x="965229" y="233509"/>
                  </a:lnTo>
                  <a:lnTo>
                    <a:pt x="974979" y="231347"/>
                  </a:lnTo>
                  <a:lnTo>
                    <a:pt x="984729" y="219481"/>
                  </a:lnTo>
                  <a:lnTo>
                    <a:pt x="994474" y="209822"/>
                  </a:lnTo>
                  <a:lnTo>
                    <a:pt x="1004233" y="189581"/>
                  </a:lnTo>
                  <a:lnTo>
                    <a:pt x="1013977" y="160918"/>
                  </a:lnTo>
                  <a:lnTo>
                    <a:pt x="1023721" y="170261"/>
                  </a:lnTo>
                  <a:lnTo>
                    <a:pt x="1033480" y="163670"/>
                  </a:lnTo>
                  <a:lnTo>
                    <a:pt x="1043224" y="138213"/>
                  </a:lnTo>
                  <a:lnTo>
                    <a:pt x="1052983" y="145042"/>
                  </a:lnTo>
                  <a:lnTo>
                    <a:pt x="1062727" y="190452"/>
                  </a:lnTo>
                  <a:lnTo>
                    <a:pt x="1072471" y="204419"/>
                  </a:lnTo>
                  <a:lnTo>
                    <a:pt x="1082230" y="168692"/>
                  </a:lnTo>
                  <a:lnTo>
                    <a:pt x="1091973" y="168084"/>
                  </a:lnTo>
                  <a:lnTo>
                    <a:pt x="1101732" y="189225"/>
                  </a:lnTo>
                  <a:lnTo>
                    <a:pt x="1111476" y="173201"/>
                  </a:lnTo>
                  <a:lnTo>
                    <a:pt x="1121220" y="186808"/>
                  </a:lnTo>
                  <a:lnTo>
                    <a:pt x="1130979" y="202716"/>
                  </a:lnTo>
                  <a:lnTo>
                    <a:pt x="1140723" y="155297"/>
                  </a:lnTo>
                  <a:lnTo>
                    <a:pt x="1150482" y="148591"/>
                  </a:lnTo>
                  <a:lnTo>
                    <a:pt x="1160226" y="99302"/>
                  </a:lnTo>
                  <a:lnTo>
                    <a:pt x="1169969" y="87195"/>
                  </a:lnTo>
                  <a:lnTo>
                    <a:pt x="1179728" y="78182"/>
                  </a:lnTo>
                  <a:lnTo>
                    <a:pt x="1189472" y="53696"/>
                  </a:lnTo>
                  <a:lnTo>
                    <a:pt x="1199231" y="61160"/>
                  </a:lnTo>
                  <a:lnTo>
                    <a:pt x="1208975" y="67609"/>
                  </a:lnTo>
                  <a:lnTo>
                    <a:pt x="1218719" y="57491"/>
                  </a:lnTo>
                  <a:lnTo>
                    <a:pt x="1228478" y="92977"/>
                  </a:lnTo>
                  <a:lnTo>
                    <a:pt x="1238222" y="103722"/>
                  </a:lnTo>
                  <a:lnTo>
                    <a:pt x="1247966" y="73649"/>
                  </a:lnTo>
                  <a:lnTo>
                    <a:pt x="1257725" y="89616"/>
                  </a:lnTo>
                  <a:lnTo>
                    <a:pt x="1267469" y="127528"/>
                  </a:lnTo>
                  <a:lnTo>
                    <a:pt x="1277227" y="94918"/>
                  </a:lnTo>
                  <a:lnTo>
                    <a:pt x="1286971" y="118186"/>
                  </a:lnTo>
                  <a:lnTo>
                    <a:pt x="1296715" y="92958"/>
                  </a:lnTo>
                  <a:lnTo>
                    <a:pt x="1306474" y="77421"/>
                  </a:lnTo>
                  <a:lnTo>
                    <a:pt x="1316218" y="65316"/>
                  </a:lnTo>
                  <a:lnTo>
                    <a:pt x="1325977" y="87198"/>
                  </a:lnTo>
                  <a:lnTo>
                    <a:pt x="1335721" y="83257"/>
                  </a:lnTo>
                  <a:lnTo>
                    <a:pt x="1345465" y="94643"/>
                  </a:lnTo>
                  <a:lnTo>
                    <a:pt x="1355224" y="97398"/>
                  </a:lnTo>
                  <a:lnTo>
                    <a:pt x="1364967" y="68914"/>
                  </a:lnTo>
                  <a:lnTo>
                    <a:pt x="1374726" y="51379"/>
                  </a:lnTo>
                  <a:lnTo>
                    <a:pt x="1384470" y="58146"/>
                  </a:lnTo>
                  <a:lnTo>
                    <a:pt x="1394214" y="56205"/>
                  </a:lnTo>
                  <a:lnTo>
                    <a:pt x="1403973" y="28739"/>
                  </a:lnTo>
                  <a:lnTo>
                    <a:pt x="1413717" y="44941"/>
                  </a:lnTo>
                  <a:lnTo>
                    <a:pt x="1423476" y="53669"/>
                  </a:lnTo>
                  <a:lnTo>
                    <a:pt x="1433220" y="61534"/>
                  </a:lnTo>
                  <a:lnTo>
                    <a:pt x="1442964" y="73446"/>
                  </a:lnTo>
                  <a:lnTo>
                    <a:pt x="1452722" y="68288"/>
                  </a:lnTo>
                  <a:lnTo>
                    <a:pt x="1462466" y="61913"/>
                  </a:lnTo>
                  <a:lnTo>
                    <a:pt x="1472225" y="70605"/>
                  </a:lnTo>
                  <a:lnTo>
                    <a:pt x="1481969" y="96200"/>
                  </a:lnTo>
                  <a:lnTo>
                    <a:pt x="1491713" y="91240"/>
                  </a:lnTo>
                  <a:lnTo>
                    <a:pt x="1501472" y="136052"/>
                  </a:lnTo>
                  <a:lnTo>
                    <a:pt x="1511216" y="159763"/>
                  </a:lnTo>
                  <a:lnTo>
                    <a:pt x="1520960" y="167408"/>
                  </a:lnTo>
                  <a:lnTo>
                    <a:pt x="1530719" y="195737"/>
                  </a:lnTo>
                  <a:lnTo>
                    <a:pt x="1540463" y="185007"/>
                  </a:lnTo>
                  <a:lnTo>
                    <a:pt x="1550221" y="216716"/>
                  </a:lnTo>
                  <a:lnTo>
                    <a:pt x="1559965" y="198937"/>
                  </a:lnTo>
                  <a:lnTo>
                    <a:pt x="1569709" y="201738"/>
                  </a:lnTo>
                  <a:lnTo>
                    <a:pt x="1579468" y="212932"/>
                  </a:lnTo>
                  <a:lnTo>
                    <a:pt x="1589212" y="229756"/>
                  </a:lnTo>
                  <a:lnTo>
                    <a:pt x="1598971" y="211496"/>
                  </a:lnTo>
                  <a:lnTo>
                    <a:pt x="1608715" y="193897"/>
                  </a:lnTo>
                  <a:lnTo>
                    <a:pt x="1618459" y="187191"/>
                  </a:lnTo>
                  <a:lnTo>
                    <a:pt x="1628218" y="196625"/>
                  </a:lnTo>
                  <a:lnTo>
                    <a:pt x="1637962" y="148890"/>
                  </a:lnTo>
                  <a:lnTo>
                    <a:pt x="1647720" y="143537"/>
                  </a:lnTo>
                  <a:lnTo>
                    <a:pt x="1657464" y="130010"/>
                  </a:lnTo>
                  <a:lnTo>
                    <a:pt x="1667208" y="105185"/>
                  </a:lnTo>
                  <a:lnTo>
                    <a:pt x="1676967" y="91291"/>
                  </a:lnTo>
                  <a:lnTo>
                    <a:pt x="1686711" y="96681"/>
                  </a:lnTo>
                  <a:lnTo>
                    <a:pt x="1696470" y="62151"/>
                  </a:lnTo>
                  <a:lnTo>
                    <a:pt x="1706214" y="68054"/>
                  </a:lnTo>
                  <a:lnTo>
                    <a:pt x="1715958" y="74638"/>
                  </a:lnTo>
                  <a:lnTo>
                    <a:pt x="1725716" y="57151"/>
                  </a:lnTo>
                  <a:lnTo>
                    <a:pt x="1735460" y="60484"/>
                  </a:lnTo>
                  <a:lnTo>
                    <a:pt x="1745219" y="78565"/>
                  </a:lnTo>
                  <a:lnTo>
                    <a:pt x="1754963" y="25021"/>
                  </a:lnTo>
                  <a:lnTo>
                    <a:pt x="1764707" y="11915"/>
                  </a:lnTo>
                  <a:lnTo>
                    <a:pt x="1774466" y="0"/>
                  </a:lnTo>
                  <a:lnTo>
                    <a:pt x="1784210" y="25032"/>
                  </a:lnTo>
                  <a:lnTo>
                    <a:pt x="1793969" y="19826"/>
                  </a:lnTo>
                  <a:lnTo>
                    <a:pt x="1803713" y="39107"/>
                  </a:lnTo>
                  <a:lnTo>
                    <a:pt x="1813457" y="25050"/>
                  </a:lnTo>
                  <a:lnTo>
                    <a:pt x="1823215" y="15155"/>
                  </a:lnTo>
                  <a:lnTo>
                    <a:pt x="1832959" y="8890"/>
                  </a:lnTo>
                  <a:lnTo>
                    <a:pt x="1842703" y="28320"/>
                  </a:lnTo>
                  <a:lnTo>
                    <a:pt x="1852462" y="63778"/>
                  </a:lnTo>
                  <a:lnTo>
                    <a:pt x="1862206" y="94462"/>
                  </a:lnTo>
                  <a:lnTo>
                    <a:pt x="1871965" y="82301"/>
                  </a:lnTo>
                  <a:lnTo>
                    <a:pt x="1881709" y="98657"/>
                  </a:lnTo>
                  <a:lnTo>
                    <a:pt x="1891453" y="69338"/>
                  </a:lnTo>
                  <a:lnTo>
                    <a:pt x="1901212" y="90478"/>
                  </a:lnTo>
                  <a:lnTo>
                    <a:pt x="1910956" y="46217"/>
                  </a:lnTo>
                  <a:lnTo>
                    <a:pt x="1920714" y="43046"/>
                  </a:lnTo>
                  <a:lnTo>
                    <a:pt x="1930458" y="35036"/>
                  </a:lnTo>
                  <a:lnTo>
                    <a:pt x="1940202" y="78185"/>
                  </a:lnTo>
                  <a:lnTo>
                    <a:pt x="1949961" y="127520"/>
                  </a:lnTo>
                  <a:lnTo>
                    <a:pt x="1959705" y="129466"/>
                  </a:lnTo>
                  <a:lnTo>
                    <a:pt x="1969464" y="125741"/>
                  </a:lnTo>
                  <a:lnTo>
                    <a:pt x="1979208" y="91286"/>
                  </a:lnTo>
                  <a:lnTo>
                    <a:pt x="1988952" y="117885"/>
                  </a:lnTo>
                  <a:lnTo>
                    <a:pt x="1998711" y="132425"/>
                  </a:lnTo>
                  <a:lnTo>
                    <a:pt x="2008454" y="128358"/>
                  </a:lnTo>
                  <a:lnTo>
                    <a:pt x="2018213" y="120148"/>
                  </a:lnTo>
                  <a:lnTo>
                    <a:pt x="2027957" y="124637"/>
                  </a:lnTo>
                  <a:lnTo>
                    <a:pt x="2037701" y="99260"/>
                  </a:lnTo>
                  <a:lnTo>
                    <a:pt x="2047460" y="76253"/>
                  </a:lnTo>
                  <a:lnTo>
                    <a:pt x="2057204" y="73287"/>
                  </a:lnTo>
                  <a:lnTo>
                    <a:pt x="2066963" y="88087"/>
                  </a:lnTo>
                  <a:lnTo>
                    <a:pt x="2076707" y="130003"/>
                  </a:lnTo>
                  <a:lnTo>
                    <a:pt x="2086451" y="126884"/>
                  </a:lnTo>
                  <a:lnTo>
                    <a:pt x="2096210" y="133571"/>
                  </a:lnTo>
                  <a:lnTo>
                    <a:pt x="2105954" y="173224"/>
                  </a:lnTo>
                  <a:lnTo>
                    <a:pt x="2115697" y="196152"/>
                  </a:lnTo>
                  <a:lnTo>
                    <a:pt x="2125456" y="194450"/>
                  </a:lnTo>
                  <a:lnTo>
                    <a:pt x="2135200" y="196750"/>
                  </a:lnTo>
                  <a:lnTo>
                    <a:pt x="2144959" y="228874"/>
                  </a:lnTo>
                  <a:lnTo>
                    <a:pt x="2154703" y="209137"/>
                  </a:lnTo>
                  <a:lnTo>
                    <a:pt x="2164447" y="219452"/>
                  </a:lnTo>
                  <a:lnTo>
                    <a:pt x="2174206" y="225489"/>
                  </a:lnTo>
                  <a:lnTo>
                    <a:pt x="2183950" y="203915"/>
                  </a:lnTo>
                  <a:lnTo>
                    <a:pt x="2193709" y="210754"/>
                  </a:lnTo>
                  <a:lnTo>
                    <a:pt x="2203452" y="230477"/>
                  </a:lnTo>
                  <a:lnTo>
                    <a:pt x="2213196" y="238475"/>
                  </a:lnTo>
                  <a:lnTo>
                    <a:pt x="2222955" y="245271"/>
                  </a:lnTo>
                  <a:lnTo>
                    <a:pt x="2232699" y="244124"/>
                  </a:lnTo>
                  <a:lnTo>
                    <a:pt x="2242458" y="255683"/>
                  </a:lnTo>
                  <a:lnTo>
                    <a:pt x="2252202" y="219811"/>
                  </a:lnTo>
                  <a:lnTo>
                    <a:pt x="2261946" y="215605"/>
                  </a:lnTo>
                  <a:lnTo>
                    <a:pt x="2271705" y="197026"/>
                  </a:lnTo>
                  <a:lnTo>
                    <a:pt x="2281449" y="191796"/>
                  </a:lnTo>
                  <a:lnTo>
                    <a:pt x="2291208" y="185406"/>
                  </a:lnTo>
                  <a:lnTo>
                    <a:pt x="2300951" y="187387"/>
                  </a:lnTo>
                  <a:lnTo>
                    <a:pt x="2310695" y="171019"/>
                  </a:lnTo>
                  <a:lnTo>
                    <a:pt x="2320454" y="128340"/>
                  </a:lnTo>
                  <a:lnTo>
                    <a:pt x="2330198" y="137850"/>
                  </a:lnTo>
                  <a:lnTo>
                    <a:pt x="2339957" y="142398"/>
                  </a:lnTo>
                  <a:lnTo>
                    <a:pt x="2349701" y="94044"/>
                  </a:lnTo>
                  <a:lnTo>
                    <a:pt x="2359445" y="98549"/>
                  </a:lnTo>
                  <a:lnTo>
                    <a:pt x="2369204" y="88561"/>
                  </a:lnTo>
                  <a:lnTo>
                    <a:pt x="2378948" y="87855"/>
                  </a:lnTo>
                  <a:lnTo>
                    <a:pt x="2388692" y="101851"/>
                  </a:lnTo>
                  <a:lnTo>
                    <a:pt x="2398450" y="126378"/>
                  </a:lnTo>
                  <a:lnTo>
                    <a:pt x="2408194" y="115312"/>
                  </a:lnTo>
                  <a:lnTo>
                    <a:pt x="2417953" y="117709"/>
                  </a:lnTo>
                  <a:lnTo>
                    <a:pt x="2427697" y="128240"/>
                  </a:lnTo>
                  <a:lnTo>
                    <a:pt x="2437441" y="144365"/>
                  </a:lnTo>
                  <a:lnTo>
                    <a:pt x="2447200" y="146095"/>
                  </a:lnTo>
                  <a:lnTo>
                    <a:pt x="2456944" y="149061"/>
                  </a:lnTo>
                  <a:lnTo>
                    <a:pt x="2466703" y="131230"/>
                  </a:lnTo>
                  <a:lnTo>
                    <a:pt x="2476446" y="121845"/>
                  </a:lnTo>
                  <a:lnTo>
                    <a:pt x="2486190" y="122032"/>
                  </a:lnTo>
                  <a:lnTo>
                    <a:pt x="2495949" y="96799"/>
                  </a:lnTo>
                  <a:lnTo>
                    <a:pt x="2505693" y="98239"/>
                  </a:lnTo>
                  <a:lnTo>
                    <a:pt x="2515452" y="113912"/>
                  </a:lnTo>
                  <a:lnTo>
                    <a:pt x="2525196" y="101435"/>
                  </a:lnTo>
                  <a:lnTo>
                    <a:pt x="2534940" y="71165"/>
                  </a:lnTo>
                  <a:lnTo>
                    <a:pt x="2544699" y="85218"/>
                  </a:lnTo>
                  <a:lnTo>
                    <a:pt x="2554443" y="63535"/>
                  </a:lnTo>
                  <a:lnTo>
                    <a:pt x="2564202" y="68800"/>
                  </a:lnTo>
                  <a:lnTo>
                    <a:pt x="2573946" y="68215"/>
                  </a:lnTo>
                  <a:lnTo>
                    <a:pt x="2583690" y="57287"/>
                  </a:lnTo>
                  <a:lnTo>
                    <a:pt x="2593448" y="26374"/>
                  </a:lnTo>
                  <a:lnTo>
                    <a:pt x="2603192" y="33290"/>
                  </a:lnTo>
                  <a:lnTo>
                    <a:pt x="2612951" y="71652"/>
                  </a:lnTo>
                  <a:lnTo>
                    <a:pt x="2622695" y="108594"/>
                  </a:lnTo>
                  <a:lnTo>
                    <a:pt x="2632439" y="89902"/>
                  </a:lnTo>
                  <a:lnTo>
                    <a:pt x="2642198" y="92454"/>
                  </a:lnTo>
                  <a:lnTo>
                    <a:pt x="2651942" y="67649"/>
                  </a:lnTo>
                  <a:lnTo>
                    <a:pt x="2661685" y="62181"/>
                  </a:lnTo>
                  <a:lnTo>
                    <a:pt x="2671444" y="81640"/>
                  </a:lnTo>
                  <a:lnTo>
                    <a:pt x="2681188" y="109607"/>
                  </a:lnTo>
                  <a:lnTo>
                    <a:pt x="2690947" y="113857"/>
                  </a:lnTo>
                  <a:lnTo>
                    <a:pt x="2700691" y="146758"/>
                  </a:lnTo>
                  <a:lnTo>
                    <a:pt x="2710435" y="120275"/>
                  </a:lnTo>
                  <a:lnTo>
                    <a:pt x="2720194" y="121039"/>
                  </a:lnTo>
                  <a:lnTo>
                    <a:pt x="2729938" y="121497"/>
                  </a:lnTo>
                  <a:lnTo>
                    <a:pt x="2739697" y="142595"/>
                  </a:lnTo>
                  <a:lnTo>
                    <a:pt x="2749441" y="114996"/>
                  </a:lnTo>
                  <a:lnTo>
                    <a:pt x="2759185" y="87886"/>
                  </a:lnTo>
                  <a:lnTo>
                    <a:pt x="2768943" y="79984"/>
                  </a:lnTo>
                  <a:lnTo>
                    <a:pt x="2778687" y="100941"/>
                  </a:lnTo>
                  <a:lnTo>
                    <a:pt x="2788446" y="107676"/>
                  </a:lnTo>
                  <a:lnTo>
                    <a:pt x="2798190" y="109008"/>
                  </a:lnTo>
                  <a:lnTo>
                    <a:pt x="2807934" y="108162"/>
                  </a:lnTo>
                  <a:lnTo>
                    <a:pt x="2817693" y="102165"/>
                  </a:lnTo>
                  <a:lnTo>
                    <a:pt x="2827437" y="78757"/>
                  </a:lnTo>
                  <a:lnTo>
                    <a:pt x="2837196" y="92082"/>
                  </a:lnTo>
                  <a:lnTo>
                    <a:pt x="2846940" y="56369"/>
                  </a:lnTo>
                  <a:lnTo>
                    <a:pt x="2856684" y="60608"/>
                  </a:lnTo>
                  <a:lnTo>
                    <a:pt x="2866442" y="60153"/>
                  </a:lnTo>
                  <a:lnTo>
                    <a:pt x="2876186" y="63589"/>
                  </a:lnTo>
                  <a:lnTo>
                    <a:pt x="2885945" y="67321"/>
                  </a:lnTo>
                  <a:lnTo>
                    <a:pt x="2895689" y="72677"/>
                  </a:lnTo>
                  <a:lnTo>
                    <a:pt x="2905433" y="48527"/>
                  </a:lnTo>
                  <a:lnTo>
                    <a:pt x="2915192" y="5385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8" name="Freeform 1167">
              <a:extLst>
                <a:ext uri="{FF2B5EF4-FFF2-40B4-BE49-F238E27FC236}">
                  <a16:creationId xmlns:a16="http://schemas.microsoft.com/office/drawing/2014/main" id="{93B79ADB-7233-E927-1549-E6C81710D34E}"/>
                </a:ext>
              </a:extLst>
            </p:cNvPr>
            <p:cNvSpPr/>
            <p:nvPr/>
          </p:nvSpPr>
          <p:spPr>
            <a:xfrm>
              <a:off x="4426652" y="3665263"/>
              <a:ext cx="2915191" cy="468929"/>
            </a:xfrm>
            <a:custGeom>
              <a:avLst/>
              <a:gdLst>
                <a:gd name="connsiteX0" fmla="*/ 0 w 2915191"/>
                <a:gd name="connsiteY0" fmla="*/ 390650 h 468929"/>
                <a:gd name="connsiteX1" fmla="*/ 9750 w 2915191"/>
                <a:gd name="connsiteY1" fmla="*/ 414727 h 468929"/>
                <a:gd name="connsiteX2" fmla="*/ 19500 w 2915191"/>
                <a:gd name="connsiteY2" fmla="*/ 362670 h 468929"/>
                <a:gd name="connsiteX3" fmla="*/ 29250 w 2915191"/>
                <a:gd name="connsiteY3" fmla="*/ 377241 h 468929"/>
                <a:gd name="connsiteX4" fmla="*/ 39000 w 2915191"/>
                <a:gd name="connsiteY4" fmla="*/ 398353 h 468929"/>
                <a:gd name="connsiteX5" fmla="*/ 48749 w 2915191"/>
                <a:gd name="connsiteY5" fmla="*/ 391991 h 468929"/>
                <a:gd name="connsiteX6" fmla="*/ 58499 w 2915191"/>
                <a:gd name="connsiteY6" fmla="*/ 407590 h 468929"/>
                <a:gd name="connsiteX7" fmla="*/ 68249 w 2915191"/>
                <a:gd name="connsiteY7" fmla="*/ 420418 h 468929"/>
                <a:gd name="connsiteX8" fmla="*/ 77998 w 2915191"/>
                <a:gd name="connsiteY8" fmla="*/ 398368 h 468929"/>
                <a:gd name="connsiteX9" fmla="*/ 87748 w 2915191"/>
                <a:gd name="connsiteY9" fmla="*/ 397324 h 468929"/>
                <a:gd name="connsiteX10" fmla="*/ 97497 w 2915191"/>
                <a:gd name="connsiteY10" fmla="*/ 362997 h 468929"/>
                <a:gd name="connsiteX11" fmla="*/ 107247 w 2915191"/>
                <a:gd name="connsiteY11" fmla="*/ 335726 h 468929"/>
                <a:gd name="connsiteX12" fmla="*/ 116997 w 2915191"/>
                <a:gd name="connsiteY12" fmla="*/ 337751 h 468929"/>
                <a:gd name="connsiteX13" fmla="*/ 126747 w 2915191"/>
                <a:gd name="connsiteY13" fmla="*/ 317296 h 468929"/>
                <a:gd name="connsiteX14" fmla="*/ 136497 w 2915191"/>
                <a:gd name="connsiteY14" fmla="*/ 356308 h 468929"/>
                <a:gd name="connsiteX15" fmla="*/ 146247 w 2915191"/>
                <a:gd name="connsiteY15" fmla="*/ 368927 h 468929"/>
                <a:gd name="connsiteX16" fmla="*/ 155997 w 2915191"/>
                <a:gd name="connsiteY16" fmla="*/ 337743 h 468929"/>
                <a:gd name="connsiteX17" fmla="*/ 165747 w 2915191"/>
                <a:gd name="connsiteY17" fmla="*/ 353641 h 468929"/>
                <a:gd name="connsiteX18" fmla="*/ 175497 w 2915191"/>
                <a:gd name="connsiteY18" fmla="*/ 350184 h 468929"/>
                <a:gd name="connsiteX19" fmla="*/ 185247 w 2915191"/>
                <a:gd name="connsiteY19" fmla="*/ 408186 h 468929"/>
                <a:gd name="connsiteX20" fmla="*/ 194996 w 2915191"/>
                <a:gd name="connsiteY20" fmla="*/ 426839 h 468929"/>
                <a:gd name="connsiteX21" fmla="*/ 204746 w 2915191"/>
                <a:gd name="connsiteY21" fmla="*/ 464057 h 468929"/>
                <a:gd name="connsiteX22" fmla="*/ 214495 w 2915191"/>
                <a:gd name="connsiteY22" fmla="*/ 453673 h 468929"/>
                <a:gd name="connsiteX23" fmla="*/ 224245 w 2915191"/>
                <a:gd name="connsiteY23" fmla="*/ 449441 h 468929"/>
                <a:gd name="connsiteX24" fmla="*/ 233995 w 2915191"/>
                <a:gd name="connsiteY24" fmla="*/ 462701 h 468929"/>
                <a:gd name="connsiteX25" fmla="*/ 243744 w 2915191"/>
                <a:gd name="connsiteY25" fmla="*/ 463044 h 468929"/>
                <a:gd name="connsiteX26" fmla="*/ 253494 w 2915191"/>
                <a:gd name="connsiteY26" fmla="*/ 443943 h 468929"/>
                <a:gd name="connsiteX27" fmla="*/ 263244 w 2915191"/>
                <a:gd name="connsiteY27" fmla="*/ 420373 h 468929"/>
                <a:gd name="connsiteX28" fmla="*/ 272994 w 2915191"/>
                <a:gd name="connsiteY28" fmla="*/ 366305 h 468929"/>
                <a:gd name="connsiteX29" fmla="*/ 282744 w 2915191"/>
                <a:gd name="connsiteY29" fmla="*/ 359749 h 468929"/>
                <a:gd name="connsiteX30" fmla="*/ 292494 w 2915191"/>
                <a:gd name="connsiteY30" fmla="*/ 378239 h 468929"/>
                <a:gd name="connsiteX31" fmla="*/ 302244 w 2915191"/>
                <a:gd name="connsiteY31" fmla="*/ 401049 h 468929"/>
                <a:gd name="connsiteX32" fmla="*/ 311994 w 2915191"/>
                <a:gd name="connsiteY32" fmla="*/ 358691 h 468929"/>
                <a:gd name="connsiteX33" fmla="*/ 321744 w 2915191"/>
                <a:gd name="connsiteY33" fmla="*/ 382306 h 468929"/>
                <a:gd name="connsiteX34" fmla="*/ 331493 w 2915191"/>
                <a:gd name="connsiteY34" fmla="*/ 381338 h 468929"/>
                <a:gd name="connsiteX35" fmla="*/ 341243 w 2915191"/>
                <a:gd name="connsiteY35" fmla="*/ 368510 h 468929"/>
                <a:gd name="connsiteX36" fmla="*/ 350993 w 2915191"/>
                <a:gd name="connsiteY36" fmla="*/ 350735 h 468929"/>
                <a:gd name="connsiteX37" fmla="*/ 360742 w 2915191"/>
                <a:gd name="connsiteY37" fmla="*/ 340817 h 468929"/>
                <a:gd name="connsiteX38" fmla="*/ 370492 w 2915191"/>
                <a:gd name="connsiteY38" fmla="*/ 317911 h 468929"/>
                <a:gd name="connsiteX39" fmla="*/ 380241 w 2915191"/>
                <a:gd name="connsiteY39" fmla="*/ 297208 h 468929"/>
                <a:gd name="connsiteX40" fmla="*/ 389991 w 2915191"/>
                <a:gd name="connsiteY40" fmla="*/ 296186 h 468929"/>
                <a:gd name="connsiteX41" fmla="*/ 399741 w 2915191"/>
                <a:gd name="connsiteY41" fmla="*/ 243512 h 468929"/>
                <a:gd name="connsiteX42" fmla="*/ 409491 w 2915191"/>
                <a:gd name="connsiteY42" fmla="*/ 265509 h 468929"/>
                <a:gd name="connsiteX43" fmla="*/ 419241 w 2915191"/>
                <a:gd name="connsiteY43" fmla="*/ 273508 h 468929"/>
                <a:gd name="connsiteX44" fmla="*/ 428991 w 2915191"/>
                <a:gd name="connsiteY44" fmla="*/ 254159 h 468929"/>
                <a:gd name="connsiteX45" fmla="*/ 438741 w 2915191"/>
                <a:gd name="connsiteY45" fmla="*/ 226762 h 468929"/>
                <a:gd name="connsiteX46" fmla="*/ 448491 w 2915191"/>
                <a:gd name="connsiteY46" fmla="*/ 197297 h 468929"/>
                <a:gd name="connsiteX47" fmla="*/ 458241 w 2915191"/>
                <a:gd name="connsiteY47" fmla="*/ 194213 h 468929"/>
                <a:gd name="connsiteX48" fmla="*/ 467991 w 2915191"/>
                <a:gd name="connsiteY48" fmla="*/ 203501 h 468929"/>
                <a:gd name="connsiteX49" fmla="*/ 477740 w 2915191"/>
                <a:gd name="connsiteY49" fmla="*/ 205540 h 468929"/>
                <a:gd name="connsiteX50" fmla="*/ 487490 w 2915191"/>
                <a:gd name="connsiteY50" fmla="*/ 214724 h 468929"/>
                <a:gd name="connsiteX51" fmla="*/ 497239 w 2915191"/>
                <a:gd name="connsiteY51" fmla="*/ 217045 h 468929"/>
                <a:gd name="connsiteX52" fmla="*/ 506989 w 2915191"/>
                <a:gd name="connsiteY52" fmla="*/ 193649 h 468929"/>
                <a:gd name="connsiteX53" fmla="*/ 516738 w 2915191"/>
                <a:gd name="connsiteY53" fmla="*/ 211607 h 468929"/>
                <a:gd name="connsiteX54" fmla="*/ 526488 w 2915191"/>
                <a:gd name="connsiteY54" fmla="*/ 219940 h 468929"/>
                <a:gd name="connsiteX55" fmla="*/ 536238 w 2915191"/>
                <a:gd name="connsiteY55" fmla="*/ 234817 h 468929"/>
                <a:gd name="connsiteX56" fmla="*/ 545988 w 2915191"/>
                <a:gd name="connsiteY56" fmla="*/ 221374 h 468929"/>
                <a:gd name="connsiteX57" fmla="*/ 555738 w 2915191"/>
                <a:gd name="connsiteY57" fmla="*/ 192617 h 468929"/>
                <a:gd name="connsiteX58" fmla="*/ 565488 w 2915191"/>
                <a:gd name="connsiteY58" fmla="*/ 215345 h 468929"/>
                <a:gd name="connsiteX59" fmla="*/ 575238 w 2915191"/>
                <a:gd name="connsiteY59" fmla="*/ 249495 h 468929"/>
                <a:gd name="connsiteX60" fmla="*/ 584988 w 2915191"/>
                <a:gd name="connsiteY60" fmla="*/ 253089 h 468929"/>
                <a:gd name="connsiteX61" fmla="*/ 594738 w 2915191"/>
                <a:gd name="connsiteY61" fmla="*/ 237373 h 468929"/>
                <a:gd name="connsiteX62" fmla="*/ 604488 w 2915191"/>
                <a:gd name="connsiteY62" fmla="*/ 234158 h 468929"/>
                <a:gd name="connsiteX63" fmla="*/ 614237 w 2915191"/>
                <a:gd name="connsiteY63" fmla="*/ 234775 h 468929"/>
                <a:gd name="connsiteX64" fmla="*/ 623987 w 2915191"/>
                <a:gd name="connsiteY64" fmla="*/ 213547 h 468929"/>
                <a:gd name="connsiteX65" fmla="*/ 633736 w 2915191"/>
                <a:gd name="connsiteY65" fmla="*/ 219119 h 468929"/>
                <a:gd name="connsiteX66" fmla="*/ 643486 w 2915191"/>
                <a:gd name="connsiteY66" fmla="*/ 191185 h 468929"/>
                <a:gd name="connsiteX67" fmla="*/ 653236 w 2915191"/>
                <a:gd name="connsiteY67" fmla="*/ 183476 h 468929"/>
                <a:gd name="connsiteX68" fmla="*/ 662985 w 2915191"/>
                <a:gd name="connsiteY68" fmla="*/ 169138 h 468929"/>
                <a:gd name="connsiteX69" fmla="*/ 672735 w 2915191"/>
                <a:gd name="connsiteY69" fmla="*/ 169027 h 468929"/>
                <a:gd name="connsiteX70" fmla="*/ 682485 w 2915191"/>
                <a:gd name="connsiteY70" fmla="*/ 163698 h 468929"/>
                <a:gd name="connsiteX71" fmla="*/ 692235 w 2915191"/>
                <a:gd name="connsiteY71" fmla="*/ 137747 h 468929"/>
                <a:gd name="connsiteX72" fmla="*/ 701985 w 2915191"/>
                <a:gd name="connsiteY72" fmla="*/ 132611 h 468929"/>
                <a:gd name="connsiteX73" fmla="*/ 711735 w 2915191"/>
                <a:gd name="connsiteY73" fmla="*/ 109823 h 468929"/>
                <a:gd name="connsiteX74" fmla="*/ 721485 w 2915191"/>
                <a:gd name="connsiteY74" fmla="*/ 66764 h 468929"/>
                <a:gd name="connsiteX75" fmla="*/ 731235 w 2915191"/>
                <a:gd name="connsiteY75" fmla="*/ 51181 h 468929"/>
                <a:gd name="connsiteX76" fmla="*/ 740985 w 2915191"/>
                <a:gd name="connsiteY76" fmla="*/ 70413 h 468929"/>
                <a:gd name="connsiteX77" fmla="*/ 750734 w 2915191"/>
                <a:gd name="connsiteY77" fmla="*/ 62243 h 468929"/>
                <a:gd name="connsiteX78" fmla="*/ 760484 w 2915191"/>
                <a:gd name="connsiteY78" fmla="*/ 27742 h 468929"/>
                <a:gd name="connsiteX79" fmla="*/ 770233 w 2915191"/>
                <a:gd name="connsiteY79" fmla="*/ 12628 h 468929"/>
                <a:gd name="connsiteX80" fmla="*/ 779983 w 2915191"/>
                <a:gd name="connsiteY80" fmla="*/ 35771 h 468929"/>
                <a:gd name="connsiteX81" fmla="*/ 789733 w 2915191"/>
                <a:gd name="connsiteY81" fmla="*/ 33611 h 468929"/>
                <a:gd name="connsiteX82" fmla="*/ 799482 w 2915191"/>
                <a:gd name="connsiteY82" fmla="*/ 8236 h 468929"/>
                <a:gd name="connsiteX83" fmla="*/ 809232 w 2915191"/>
                <a:gd name="connsiteY83" fmla="*/ 30166 h 468929"/>
                <a:gd name="connsiteX84" fmla="*/ 818982 w 2915191"/>
                <a:gd name="connsiteY84" fmla="*/ 58480 h 468929"/>
                <a:gd name="connsiteX85" fmla="*/ 828732 w 2915191"/>
                <a:gd name="connsiteY85" fmla="*/ 66204 h 468929"/>
                <a:gd name="connsiteX86" fmla="*/ 838482 w 2915191"/>
                <a:gd name="connsiteY86" fmla="*/ 73115 h 468929"/>
                <a:gd name="connsiteX87" fmla="*/ 848232 w 2915191"/>
                <a:gd name="connsiteY87" fmla="*/ 85367 h 468929"/>
                <a:gd name="connsiteX88" fmla="*/ 857982 w 2915191"/>
                <a:gd name="connsiteY88" fmla="*/ 93521 h 468929"/>
                <a:gd name="connsiteX89" fmla="*/ 867732 w 2915191"/>
                <a:gd name="connsiteY89" fmla="*/ 90158 h 468929"/>
                <a:gd name="connsiteX90" fmla="*/ 877482 w 2915191"/>
                <a:gd name="connsiteY90" fmla="*/ 118360 h 468929"/>
                <a:gd name="connsiteX91" fmla="*/ 887231 w 2915191"/>
                <a:gd name="connsiteY91" fmla="*/ 134207 h 468929"/>
                <a:gd name="connsiteX92" fmla="*/ 896981 w 2915191"/>
                <a:gd name="connsiteY92" fmla="*/ 150380 h 468929"/>
                <a:gd name="connsiteX93" fmla="*/ 906730 w 2915191"/>
                <a:gd name="connsiteY93" fmla="*/ 135725 h 468929"/>
                <a:gd name="connsiteX94" fmla="*/ 916480 w 2915191"/>
                <a:gd name="connsiteY94" fmla="*/ 131731 h 468929"/>
                <a:gd name="connsiteX95" fmla="*/ 926230 w 2915191"/>
                <a:gd name="connsiteY95" fmla="*/ 126150 h 468929"/>
                <a:gd name="connsiteX96" fmla="*/ 935979 w 2915191"/>
                <a:gd name="connsiteY96" fmla="*/ 140164 h 468929"/>
                <a:gd name="connsiteX97" fmla="*/ 945729 w 2915191"/>
                <a:gd name="connsiteY97" fmla="*/ 145509 h 468929"/>
                <a:gd name="connsiteX98" fmla="*/ 955479 w 2915191"/>
                <a:gd name="connsiteY98" fmla="*/ 147533 h 468929"/>
                <a:gd name="connsiteX99" fmla="*/ 965229 w 2915191"/>
                <a:gd name="connsiteY99" fmla="*/ 132191 h 468929"/>
                <a:gd name="connsiteX100" fmla="*/ 974979 w 2915191"/>
                <a:gd name="connsiteY100" fmla="*/ 94100 h 468929"/>
                <a:gd name="connsiteX101" fmla="*/ 984729 w 2915191"/>
                <a:gd name="connsiteY101" fmla="*/ 111927 h 468929"/>
                <a:gd name="connsiteX102" fmla="*/ 994474 w 2915191"/>
                <a:gd name="connsiteY102" fmla="*/ 134338 h 468929"/>
                <a:gd name="connsiteX103" fmla="*/ 1004233 w 2915191"/>
                <a:gd name="connsiteY103" fmla="*/ 136498 h 468929"/>
                <a:gd name="connsiteX104" fmla="*/ 1013977 w 2915191"/>
                <a:gd name="connsiteY104" fmla="*/ 114153 h 468929"/>
                <a:gd name="connsiteX105" fmla="*/ 1023721 w 2915191"/>
                <a:gd name="connsiteY105" fmla="*/ 77163 h 468929"/>
                <a:gd name="connsiteX106" fmla="*/ 1033480 w 2915191"/>
                <a:gd name="connsiteY106" fmla="*/ 84376 h 468929"/>
                <a:gd name="connsiteX107" fmla="*/ 1043224 w 2915191"/>
                <a:gd name="connsiteY107" fmla="*/ 106297 h 468929"/>
                <a:gd name="connsiteX108" fmla="*/ 1052983 w 2915191"/>
                <a:gd name="connsiteY108" fmla="*/ 113818 h 468929"/>
                <a:gd name="connsiteX109" fmla="*/ 1062727 w 2915191"/>
                <a:gd name="connsiteY109" fmla="*/ 121328 h 468929"/>
                <a:gd name="connsiteX110" fmla="*/ 1072471 w 2915191"/>
                <a:gd name="connsiteY110" fmla="*/ 123887 h 468929"/>
                <a:gd name="connsiteX111" fmla="*/ 1082230 w 2915191"/>
                <a:gd name="connsiteY111" fmla="*/ 96788 h 468929"/>
                <a:gd name="connsiteX112" fmla="*/ 1091973 w 2915191"/>
                <a:gd name="connsiteY112" fmla="*/ 72953 h 468929"/>
                <a:gd name="connsiteX113" fmla="*/ 1101732 w 2915191"/>
                <a:gd name="connsiteY113" fmla="*/ 68154 h 468929"/>
                <a:gd name="connsiteX114" fmla="*/ 1111476 w 2915191"/>
                <a:gd name="connsiteY114" fmla="*/ 67093 h 468929"/>
                <a:gd name="connsiteX115" fmla="*/ 1121220 w 2915191"/>
                <a:gd name="connsiteY115" fmla="*/ 73921 h 468929"/>
                <a:gd name="connsiteX116" fmla="*/ 1130979 w 2915191"/>
                <a:gd name="connsiteY116" fmla="*/ 14668 h 468929"/>
                <a:gd name="connsiteX117" fmla="*/ 1140723 w 2915191"/>
                <a:gd name="connsiteY117" fmla="*/ 34458 h 468929"/>
                <a:gd name="connsiteX118" fmla="*/ 1150482 w 2915191"/>
                <a:gd name="connsiteY118" fmla="*/ 40092 h 468929"/>
                <a:gd name="connsiteX119" fmla="*/ 1160226 w 2915191"/>
                <a:gd name="connsiteY119" fmla="*/ 75784 h 468929"/>
                <a:gd name="connsiteX120" fmla="*/ 1169969 w 2915191"/>
                <a:gd name="connsiteY120" fmla="*/ 88987 h 468929"/>
                <a:gd name="connsiteX121" fmla="*/ 1179728 w 2915191"/>
                <a:gd name="connsiteY121" fmla="*/ 127631 h 468929"/>
                <a:gd name="connsiteX122" fmla="*/ 1189472 w 2915191"/>
                <a:gd name="connsiteY122" fmla="*/ 122848 h 468929"/>
                <a:gd name="connsiteX123" fmla="*/ 1199231 w 2915191"/>
                <a:gd name="connsiteY123" fmla="*/ 101501 h 468929"/>
                <a:gd name="connsiteX124" fmla="*/ 1208975 w 2915191"/>
                <a:gd name="connsiteY124" fmla="*/ 113500 h 468929"/>
                <a:gd name="connsiteX125" fmla="*/ 1218719 w 2915191"/>
                <a:gd name="connsiteY125" fmla="*/ 102265 h 468929"/>
                <a:gd name="connsiteX126" fmla="*/ 1228478 w 2915191"/>
                <a:gd name="connsiteY126" fmla="*/ 98606 h 468929"/>
                <a:gd name="connsiteX127" fmla="*/ 1238222 w 2915191"/>
                <a:gd name="connsiteY127" fmla="*/ 71549 h 468929"/>
                <a:gd name="connsiteX128" fmla="*/ 1247966 w 2915191"/>
                <a:gd name="connsiteY128" fmla="*/ 16147 h 468929"/>
                <a:gd name="connsiteX129" fmla="*/ 1257725 w 2915191"/>
                <a:gd name="connsiteY129" fmla="*/ 0 h 468929"/>
                <a:gd name="connsiteX130" fmla="*/ 1267469 w 2915191"/>
                <a:gd name="connsiteY130" fmla="*/ 4999 h 468929"/>
                <a:gd name="connsiteX131" fmla="*/ 1277227 w 2915191"/>
                <a:gd name="connsiteY131" fmla="*/ 20799 h 468929"/>
                <a:gd name="connsiteX132" fmla="*/ 1286971 w 2915191"/>
                <a:gd name="connsiteY132" fmla="*/ 19749 h 468929"/>
                <a:gd name="connsiteX133" fmla="*/ 1296715 w 2915191"/>
                <a:gd name="connsiteY133" fmla="*/ 27372 h 468929"/>
                <a:gd name="connsiteX134" fmla="*/ 1306474 w 2915191"/>
                <a:gd name="connsiteY134" fmla="*/ 50221 h 468929"/>
                <a:gd name="connsiteX135" fmla="*/ 1316218 w 2915191"/>
                <a:gd name="connsiteY135" fmla="*/ 54442 h 468929"/>
                <a:gd name="connsiteX136" fmla="*/ 1325977 w 2915191"/>
                <a:gd name="connsiteY136" fmla="*/ 92478 h 468929"/>
                <a:gd name="connsiteX137" fmla="*/ 1335721 w 2915191"/>
                <a:gd name="connsiteY137" fmla="*/ 100567 h 468929"/>
                <a:gd name="connsiteX138" fmla="*/ 1345465 w 2915191"/>
                <a:gd name="connsiteY138" fmla="*/ 104223 h 468929"/>
                <a:gd name="connsiteX139" fmla="*/ 1355224 w 2915191"/>
                <a:gd name="connsiteY139" fmla="*/ 91343 h 468929"/>
                <a:gd name="connsiteX140" fmla="*/ 1364967 w 2915191"/>
                <a:gd name="connsiteY140" fmla="*/ 82244 h 468929"/>
                <a:gd name="connsiteX141" fmla="*/ 1374726 w 2915191"/>
                <a:gd name="connsiteY141" fmla="*/ 84033 h 468929"/>
                <a:gd name="connsiteX142" fmla="*/ 1384470 w 2915191"/>
                <a:gd name="connsiteY142" fmla="*/ 87408 h 468929"/>
                <a:gd name="connsiteX143" fmla="*/ 1394214 w 2915191"/>
                <a:gd name="connsiteY143" fmla="*/ 130210 h 468929"/>
                <a:gd name="connsiteX144" fmla="*/ 1403973 w 2915191"/>
                <a:gd name="connsiteY144" fmla="*/ 138051 h 468929"/>
                <a:gd name="connsiteX145" fmla="*/ 1413717 w 2915191"/>
                <a:gd name="connsiteY145" fmla="*/ 148748 h 468929"/>
                <a:gd name="connsiteX146" fmla="*/ 1423476 w 2915191"/>
                <a:gd name="connsiteY146" fmla="*/ 185367 h 468929"/>
                <a:gd name="connsiteX147" fmla="*/ 1433220 w 2915191"/>
                <a:gd name="connsiteY147" fmla="*/ 209919 h 468929"/>
                <a:gd name="connsiteX148" fmla="*/ 1442964 w 2915191"/>
                <a:gd name="connsiteY148" fmla="*/ 179408 h 468929"/>
                <a:gd name="connsiteX149" fmla="*/ 1452722 w 2915191"/>
                <a:gd name="connsiteY149" fmla="*/ 150679 h 468929"/>
                <a:gd name="connsiteX150" fmla="*/ 1462466 w 2915191"/>
                <a:gd name="connsiteY150" fmla="*/ 145559 h 468929"/>
                <a:gd name="connsiteX151" fmla="*/ 1472225 w 2915191"/>
                <a:gd name="connsiteY151" fmla="*/ 176490 h 468929"/>
                <a:gd name="connsiteX152" fmla="*/ 1481969 w 2915191"/>
                <a:gd name="connsiteY152" fmla="*/ 167181 h 468929"/>
                <a:gd name="connsiteX153" fmla="*/ 1491713 w 2915191"/>
                <a:gd name="connsiteY153" fmla="*/ 156611 h 468929"/>
                <a:gd name="connsiteX154" fmla="*/ 1501472 w 2915191"/>
                <a:gd name="connsiteY154" fmla="*/ 156617 h 468929"/>
                <a:gd name="connsiteX155" fmla="*/ 1511216 w 2915191"/>
                <a:gd name="connsiteY155" fmla="*/ 163568 h 468929"/>
                <a:gd name="connsiteX156" fmla="*/ 1520960 w 2915191"/>
                <a:gd name="connsiteY156" fmla="*/ 181736 h 468929"/>
                <a:gd name="connsiteX157" fmla="*/ 1530719 w 2915191"/>
                <a:gd name="connsiteY157" fmla="*/ 224744 h 468929"/>
                <a:gd name="connsiteX158" fmla="*/ 1540463 w 2915191"/>
                <a:gd name="connsiteY158" fmla="*/ 198606 h 468929"/>
                <a:gd name="connsiteX159" fmla="*/ 1550221 w 2915191"/>
                <a:gd name="connsiteY159" fmla="*/ 195928 h 468929"/>
                <a:gd name="connsiteX160" fmla="*/ 1559965 w 2915191"/>
                <a:gd name="connsiteY160" fmla="*/ 190671 h 468929"/>
                <a:gd name="connsiteX161" fmla="*/ 1569709 w 2915191"/>
                <a:gd name="connsiteY161" fmla="*/ 166801 h 468929"/>
                <a:gd name="connsiteX162" fmla="*/ 1579468 w 2915191"/>
                <a:gd name="connsiteY162" fmla="*/ 107079 h 468929"/>
                <a:gd name="connsiteX163" fmla="*/ 1589212 w 2915191"/>
                <a:gd name="connsiteY163" fmla="*/ 96398 h 468929"/>
                <a:gd name="connsiteX164" fmla="*/ 1598971 w 2915191"/>
                <a:gd name="connsiteY164" fmla="*/ 112705 h 468929"/>
                <a:gd name="connsiteX165" fmla="*/ 1608715 w 2915191"/>
                <a:gd name="connsiteY165" fmla="*/ 138260 h 468929"/>
                <a:gd name="connsiteX166" fmla="*/ 1618459 w 2915191"/>
                <a:gd name="connsiteY166" fmla="*/ 155554 h 468929"/>
                <a:gd name="connsiteX167" fmla="*/ 1628218 w 2915191"/>
                <a:gd name="connsiteY167" fmla="*/ 146128 h 468929"/>
                <a:gd name="connsiteX168" fmla="*/ 1637962 w 2915191"/>
                <a:gd name="connsiteY168" fmla="*/ 151150 h 468929"/>
                <a:gd name="connsiteX169" fmla="*/ 1647720 w 2915191"/>
                <a:gd name="connsiteY169" fmla="*/ 121230 h 468929"/>
                <a:gd name="connsiteX170" fmla="*/ 1657464 w 2915191"/>
                <a:gd name="connsiteY170" fmla="*/ 152144 h 468929"/>
                <a:gd name="connsiteX171" fmla="*/ 1667208 w 2915191"/>
                <a:gd name="connsiteY171" fmla="*/ 179427 h 468929"/>
                <a:gd name="connsiteX172" fmla="*/ 1676967 w 2915191"/>
                <a:gd name="connsiteY172" fmla="*/ 172362 h 468929"/>
                <a:gd name="connsiteX173" fmla="*/ 1686711 w 2915191"/>
                <a:gd name="connsiteY173" fmla="*/ 192610 h 468929"/>
                <a:gd name="connsiteX174" fmla="*/ 1696470 w 2915191"/>
                <a:gd name="connsiteY174" fmla="*/ 207900 h 468929"/>
                <a:gd name="connsiteX175" fmla="*/ 1706214 w 2915191"/>
                <a:gd name="connsiteY175" fmla="*/ 180352 h 468929"/>
                <a:gd name="connsiteX176" fmla="*/ 1715958 w 2915191"/>
                <a:gd name="connsiteY176" fmla="*/ 169059 h 468929"/>
                <a:gd name="connsiteX177" fmla="*/ 1725716 w 2915191"/>
                <a:gd name="connsiteY177" fmla="*/ 179236 h 468929"/>
                <a:gd name="connsiteX178" fmla="*/ 1735460 w 2915191"/>
                <a:gd name="connsiteY178" fmla="*/ 142816 h 468929"/>
                <a:gd name="connsiteX179" fmla="*/ 1745219 w 2915191"/>
                <a:gd name="connsiteY179" fmla="*/ 112478 h 468929"/>
                <a:gd name="connsiteX180" fmla="*/ 1754963 w 2915191"/>
                <a:gd name="connsiteY180" fmla="*/ 142127 h 468929"/>
                <a:gd name="connsiteX181" fmla="*/ 1764707 w 2915191"/>
                <a:gd name="connsiteY181" fmla="*/ 135852 h 468929"/>
                <a:gd name="connsiteX182" fmla="*/ 1774466 w 2915191"/>
                <a:gd name="connsiteY182" fmla="*/ 130378 h 468929"/>
                <a:gd name="connsiteX183" fmla="*/ 1784210 w 2915191"/>
                <a:gd name="connsiteY183" fmla="*/ 169124 h 468929"/>
                <a:gd name="connsiteX184" fmla="*/ 1793969 w 2915191"/>
                <a:gd name="connsiteY184" fmla="*/ 192045 h 468929"/>
                <a:gd name="connsiteX185" fmla="*/ 1803713 w 2915191"/>
                <a:gd name="connsiteY185" fmla="*/ 210147 h 468929"/>
                <a:gd name="connsiteX186" fmla="*/ 1813457 w 2915191"/>
                <a:gd name="connsiteY186" fmla="*/ 187021 h 468929"/>
                <a:gd name="connsiteX187" fmla="*/ 1823215 w 2915191"/>
                <a:gd name="connsiteY187" fmla="*/ 184779 h 468929"/>
                <a:gd name="connsiteX188" fmla="*/ 1832959 w 2915191"/>
                <a:gd name="connsiteY188" fmla="*/ 180047 h 468929"/>
                <a:gd name="connsiteX189" fmla="*/ 1842703 w 2915191"/>
                <a:gd name="connsiteY189" fmla="*/ 211285 h 468929"/>
                <a:gd name="connsiteX190" fmla="*/ 1852462 w 2915191"/>
                <a:gd name="connsiteY190" fmla="*/ 185145 h 468929"/>
                <a:gd name="connsiteX191" fmla="*/ 1862206 w 2915191"/>
                <a:gd name="connsiteY191" fmla="*/ 231530 h 468929"/>
                <a:gd name="connsiteX192" fmla="*/ 1871965 w 2915191"/>
                <a:gd name="connsiteY192" fmla="*/ 232220 h 468929"/>
                <a:gd name="connsiteX193" fmla="*/ 1881709 w 2915191"/>
                <a:gd name="connsiteY193" fmla="*/ 232667 h 468929"/>
                <a:gd name="connsiteX194" fmla="*/ 1891453 w 2915191"/>
                <a:gd name="connsiteY194" fmla="*/ 234866 h 468929"/>
                <a:gd name="connsiteX195" fmla="*/ 1901212 w 2915191"/>
                <a:gd name="connsiteY195" fmla="*/ 248373 h 468929"/>
                <a:gd name="connsiteX196" fmla="*/ 1910956 w 2915191"/>
                <a:gd name="connsiteY196" fmla="*/ 236489 h 468929"/>
                <a:gd name="connsiteX197" fmla="*/ 1920714 w 2915191"/>
                <a:gd name="connsiteY197" fmla="*/ 261882 h 468929"/>
                <a:gd name="connsiteX198" fmla="*/ 1930458 w 2915191"/>
                <a:gd name="connsiteY198" fmla="*/ 282996 h 468929"/>
                <a:gd name="connsiteX199" fmla="*/ 1940202 w 2915191"/>
                <a:gd name="connsiteY199" fmla="*/ 286381 h 468929"/>
                <a:gd name="connsiteX200" fmla="*/ 1949961 w 2915191"/>
                <a:gd name="connsiteY200" fmla="*/ 339235 h 468929"/>
                <a:gd name="connsiteX201" fmla="*/ 1959705 w 2915191"/>
                <a:gd name="connsiteY201" fmla="*/ 341182 h 468929"/>
                <a:gd name="connsiteX202" fmla="*/ 1969464 w 2915191"/>
                <a:gd name="connsiteY202" fmla="*/ 335209 h 468929"/>
                <a:gd name="connsiteX203" fmla="*/ 1979208 w 2915191"/>
                <a:gd name="connsiteY203" fmla="*/ 327964 h 468929"/>
                <a:gd name="connsiteX204" fmla="*/ 1988952 w 2915191"/>
                <a:gd name="connsiteY204" fmla="*/ 302032 h 468929"/>
                <a:gd name="connsiteX205" fmla="*/ 1998711 w 2915191"/>
                <a:gd name="connsiteY205" fmla="*/ 328287 h 468929"/>
                <a:gd name="connsiteX206" fmla="*/ 2008454 w 2915191"/>
                <a:gd name="connsiteY206" fmla="*/ 352970 h 468929"/>
                <a:gd name="connsiteX207" fmla="*/ 2018213 w 2915191"/>
                <a:gd name="connsiteY207" fmla="*/ 339946 h 468929"/>
                <a:gd name="connsiteX208" fmla="*/ 2027957 w 2915191"/>
                <a:gd name="connsiteY208" fmla="*/ 304450 h 468929"/>
                <a:gd name="connsiteX209" fmla="*/ 2037701 w 2915191"/>
                <a:gd name="connsiteY209" fmla="*/ 289855 h 468929"/>
                <a:gd name="connsiteX210" fmla="*/ 2047460 w 2915191"/>
                <a:gd name="connsiteY210" fmla="*/ 297190 h 468929"/>
                <a:gd name="connsiteX211" fmla="*/ 2057204 w 2915191"/>
                <a:gd name="connsiteY211" fmla="*/ 271588 h 468929"/>
                <a:gd name="connsiteX212" fmla="*/ 2066963 w 2915191"/>
                <a:gd name="connsiteY212" fmla="*/ 311779 h 468929"/>
                <a:gd name="connsiteX213" fmla="*/ 2076707 w 2915191"/>
                <a:gd name="connsiteY213" fmla="*/ 325944 h 468929"/>
                <a:gd name="connsiteX214" fmla="*/ 2086451 w 2915191"/>
                <a:gd name="connsiteY214" fmla="*/ 331636 h 468929"/>
                <a:gd name="connsiteX215" fmla="*/ 2096210 w 2915191"/>
                <a:gd name="connsiteY215" fmla="*/ 333892 h 468929"/>
                <a:gd name="connsiteX216" fmla="*/ 2105954 w 2915191"/>
                <a:gd name="connsiteY216" fmla="*/ 350408 h 468929"/>
                <a:gd name="connsiteX217" fmla="*/ 2115697 w 2915191"/>
                <a:gd name="connsiteY217" fmla="*/ 364010 h 468929"/>
                <a:gd name="connsiteX218" fmla="*/ 2125456 w 2915191"/>
                <a:gd name="connsiteY218" fmla="*/ 368197 h 468929"/>
                <a:gd name="connsiteX219" fmla="*/ 2135200 w 2915191"/>
                <a:gd name="connsiteY219" fmla="*/ 374306 h 468929"/>
                <a:gd name="connsiteX220" fmla="*/ 2144959 w 2915191"/>
                <a:gd name="connsiteY220" fmla="*/ 441202 h 468929"/>
                <a:gd name="connsiteX221" fmla="*/ 2154703 w 2915191"/>
                <a:gd name="connsiteY221" fmla="*/ 437224 h 468929"/>
                <a:gd name="connsiteX222" fmla="*/ 2164447 w 2915191"/>
                <a:gd name="connsiteY222" fmla="*/ 468929 h 468929"/>
                <a:gd name="connsiteX223" fmla="*/ 2174206 w 2915191"/>
                <a:gd name="connsiteY223" fmla="*/ 440293 h 468929"/>
                <a:gd name="connsiteX224" fmla="*/ 2183950 w 2915191"/>
                <a:gd name="connsiteY224" fmla="*/ 423949 h 468929"/>
                <a:gd name="connsiteX225" fmla="*/ 2193709 w 2915191"/>
                <a:gd name="connsiteY225" fmla="*/ 422131 h 468929"/>
                <a:gd name="connsiteX226" fmla="*/ 2203452 w 2915191"/>
                <a:gd name="connsiteY226" fmla="*/ 403329 h 468929"/>
                <a:gd name="connsiteX227" fmla="*/ 2213196 w 2915191"/>
                <a:gd name="connsiteY227" fmla="*/ 381085 h 468929"/>
                <a:gd name="connsiteX228" fmla="*/ 2222955 w 2915191"/>
                <a:gd name="connsiteY228" fmla="*/ 386702 h 468929"/>
                <a:gd name="connsiteX229" fmla="*/ 2232699 w 2915191"/>
                <a:gd name="connsiteY229" fmla="*/ 384765 h 468929"/>
                <a:gd name="connsiteX230" fmla="*/ 2242458 w 2915191"/>
                <a:gd name="connsiteY230" fmla="*/ 383439 h 468929"/>
                <a:gd name="connsiteX231" fmla="*/ 2252202 w 2915191"/>
                <a:gd name="connsiteY231" fmla="*/ 390829 h 468929"/>
                <a:gd name="connsiteX232" fmla="*/ 2261946 w 2915191"/>
                <a:gd name="connsiteY232" fmla="*/ 421506 h 468929"/>
                <a:gd name="connsiteX233" fmla="*/ 2271705 w 2915191"/>
                <a:gd name="connsiteY233" fmla="*/ 429983 h 468929"/>
                <a:gd name="connsiteX234" fmla="*/ 2281449 w 2915191"/>
                <a:gd name="connsiteY234" fmla="*/ 448517 h 468929"/>
                <a:gd name="connsiteX235" fmla="*/ 2291208 w 2915191"/>
                <a:gd name="connsiteY235" fmla="*/ 443720 h 468929"/>
                <a:gd name="connsiteX236" fmla="*/ 2300951 w 2915191"/>
                <a:gd name="connsiteY236" fmla="*/ 436032 h 468929"/>
                <a:gd name="connsiteX237" fmla="*/ 2310695 w 2915191"/>
                <a:gd name="connsiteY237" fmla="*/ 402092 h 468929"/>
                <a:gd name="connsiteX238" fmla="*/ 2320454 w 2915191"/>
                <a:gd name="connsiteY238" fmla="*/ 408871 h 468929"/>
                <a:gd name="connsiteX239" fmla="*/ 2330198 w 2915191"/>
                <a:gd name="connsiteY239" fmla="*/ 411091 h 468929"/>
                <a:gd name="connsiteX240" fmla="*/ 2339957 w 2915191"/>
                <a:gd name="connsiteY240" fmla="*/ 440695 h 468929"/>
                <a:gd name="connsiteX241" fmla="*/ 2349701 w 2915191"/>
                <a:gd name="connsiteY241" fmla="*/ 428717 h 468929"/>
                <a:gd name="connsiteX242" fmla="*/ 2359445 w 2915191"/>
                <a:gd name="connsiteY242" fmla="*/ 426869 h 468929"/>
                <a:gd name="connsiteX243" fmla="*/ 2369204 w 2915191"/>
                <a:gd name="connsiteY243" fmla="*/ 452332 h 468929"/>
                <a:gd name="connsiteX244" fmla="*/ 2378948 w 2915191"/>
                <a:gd name="connsiteY244" fmla="*/ 444435 h 468929"/>
                <a:gd name="connsiteX245" fmla="*/ 2388692 w 2915191"/>
                <a:gd name="connsiteY245" fmla="*/ 421223 h 468929"/>
                <a:gd name="connsiteX246" fmla="*/ 2398450 w 2915191"/>
                <a:gd name="connsiteY246" fmla="*/ 397518 h 468929"/>
                <a:gd name="connsiteX247" fmla="*/ 2408194 w 2915191"/>
                <a:gd name="connsiteY247" fmla="*/ 373039 h 468929"/>
                <a:gd name="connsiteX248" fmla="*/ 2417953 w 2915191"/>
                <a:gd name="connsiteY248" fmla="*/ 351570 h 468929"/>
                <a:gd name="connsiteX249" fmla="*/ 2427697 w 2915191"/>
                <a:gd name="connsiteY249" fmla="*/ 380623 h 468929"/>
                <a:gd name="connsiteX250" fmla="*/ 2437441 w 2915191"/>
                <a:gd name="connsiteY250" fmla="*/ 387446 h 468929"/>
                <a:gd name="connsiteX251" fmla="*/ 2447200 w 2915191"/>
                <a:gd name="connsiteY251" fmla="*/ 374589 h 468929"/>
                <a:gd name="connsiteX252" fmla="*/ 2456944 w 2915191"/>
                <a:gd name="connsiteY252" fmla="*/ 380504 h 468929"/>
                <a:gd name="connsiteX253" fmla="*/ 2466703 w 2915191"/>
                <a:gd name="connsiteY253" fmla="*/ 411151 h 468929"/>
                <a:gd name="connsiteX254" fmla="*/ 2476446 w 2915191"/>
                <a:gd name="connsiteY254" fmla="*/ 417796 h 468929"/>
                <a:gd name="connsiteX255" fmla="*/ 2486190 w 2915191"/>
                <a:gd name="connsiteY255" fmla="*/ 434319 h 468929"/>
                <a:gd name="connsiteX256" fmla="*/ 2495949 w 2915191"/>
                <a:gd name="connsiteY256" fmla="*/ 401690 h 468929"/>
                <a:gd name="connsiteX257" fmla="*/ 2505693 w 2915191"/>
                <a:gd name="connsiteY257" fmla="*/ 389845 h 468929"/>
                <a:gd name="connsiteX258" fmla="*/ 2515452 w 2915191"/>
                <a:gd name="connsiteY258" fmla="*/ 401735 h 468929"/>
                <a:gd name="connsiteX259" fmla="*/ 2525196 w 2915191"/>
                <a:gd name="connsiteY259" fmla="*/ 395030 h 468929"/>
                <a:gd name="connsiteX260" fmla="*/ 2534940 w 2915191"/>
                <a:gd name="connsiteY260" fmla="*/ 440904 h 468929"/>
                <a:gd name="connsiteX261" fmla="*/ 2544699 w 2915191"/>
                <a:gd name="connsiteY261" fmla="*/ 427018 h 468929"/>
                <a:gd name="connsiteX262" fmla="*/ 2554443 w 2915191"/>
                <a:gd name="connsiteY262" fmla="*/ 413028 h 468929"/>
                <a:gd name="connsiteX263" fmla="*/ 2564202 w 2915191"/>
                <a:gd name="connsiteY263" fmla="*/ 407039 h 468929"/>
                <a:gd name="connsiteX264" fmla="*/ 2573946 w 2915191"/>
                <a:gd name="connsiteY264" fmla="*/ 433514 h 468929"/>
                <a:gd name="connsiteX265" fmla="*/ 2583690 w 2915191"/>
                <a:gd name="connsiteY265" fmla="*/ 438833 h 468929"/>
                <a:gd name="connsiteX266" fmla="*/ 2593448 w 2915191"/>
                <a:gd name="connsiteY266" fmla="*/ 444539 h 468929"/>
                <a:gd name="connsiteX267" fmla="*/ 2603192 w 2915191"/>
                <a:gd name="connsiteY267" fmla="*/ 432754 h 468929"/>
                <a:gd name="connsiteX268" fmla="*/ 2612951 w 2915191"/>
                <a:gd name="connsiteY268" fmla="*/ 430743 h 468929"/>
                <a:gd name="connsiteX269" fmla="*/ 2622695 w 2915191"/>
                <a:gd name="connsiteY269" fmla="*/ 418332 h 468929"/>
                <a:gd name="connsiteX270" fmla="*/ 2632439 w 2915191"/>
                <a:gd name="connsiteY270" fmla="*/ 381100 h 468929"/>
                <a:gd name="connsiteX271" fmla="*/ 2642198 w 2915191"/>
                <a:gd name="connsiteY271" fmla="*/ 386910 h 468929"/>
                <a:gd name="connsiteX272" fmla="*/ 2651942 w 2915191"/>
                <a:gd name="connsiteY272" fmla="*/ 338996 h 468929"/>
                <a:gd name="connsiteX273" fmla="*/ 2661685 w 2915191"/>
                <a:gd name="connsiteY273" fmla="*/ 356501 h 468929"/>
                <a:gd name="connsiteX274" fmla="*/ 2671444 w 2915191"/>
                <a:gd name="connsiteY274" fmla="*/ 392557 h 468929"/>
                <a:gd name="connsiteX275" fmla="*/ 2681188 w 2915191"/>
                <a:gd name="connsiteY275" fmla="*/ 385331 h 468929"/>
                <a:gd name="connsiteX276" fmla="*/ 2690947 w 2915191"/>
                <a:gd name="connsiteY276" fmla="*/ 373993 h 468929"/>
                <a:gd name="connsiteX277" fmla="*/ 2700691 w 2915191"/>
                <a:gd name="connsiteY277" fmla="*/ 391529 h 468929"/>
                <a:gd name="connsiteX278" fmla="*/ 2710435 w 2915191"/>
                <a:gd name="connsiteY278" fmla="*/ 383707 h 468929"/>
                <a:gd name="connsiteX279" fmla="*/ 2720194 w 2915191"/>
                <a:gd name="connsiteY279" fmla="*/ 358483 h 468929"/>
                <a:gd name="connsiteX280" fmla="*/ 2729938 w 2915191"/>
                <a:gd name="connsiteY280" fmla="*/ 366439 h 468929"/>
                <a:gd name="connsiteX281" fmla="*/ 2739697 w 2915191"/>
                <a:gd name="connsiteY281" fmla="*/ 360911 h 468929"/>
                <a:gd name="connsiteX282" fmla="*/ 2749441 w 2915191"/>
                <a:gd name="connsiteY282" fmla="*/ 349028 h 468929"/>
                <a:gd name="connsiteX283" fmla="*/ 2759185 w 2915191"/>
                <a:gd name="connsiteY283" fmla="*/ 309678 h 468929"/>
                <a:gd name="connsiteX284" fmla="*/ 2768943 w 2915191"/>
                <a:gd name="connsiteY284" fmla="*/ 309006 h 468929"/>
                <a:gd name="connsiteX285" fmla="*/ 2778687 w 2915191"/>
                <a:gd name="connsiteY285" fmla="*/ 264198 h 468929"/>
                <a:gd name="connsiteX286" fmla="*/ 2788446 w 2915191"/>
                <a:gd name="connsiteY286" fmla="*/ 269433 h 468929"/>
                <a:gd name="connsiteX287" fmla="*/ 2798190 w 2915191"/>
                <a:gd name="connsiteY287" fmla="*/ 263305 h 468929"/>
                <a:gd name="connsiteX288" fmla="*/ 2807934 w 2915191"/>
                <a:gd name="connsiteY288" fmla="*/ 281911 h 468929"/>
                <a:gd name="connsiteX289" fmla="*/ 2817693 w 2915191"/>
                <a:gd name="connsiteY289" fmla="*/ 269052 h 468929"/>
                <a:gd name="connsiteX290" fmla="*/ 2827437 w 2915191"/>
                <a:gd name="connsiteY290" fmla="*/ 249315 h 468929"/>
                <a:gd name="connsiteX291" fmla="*/ 2837196 w 2915191"/>
                <a:gd name="connsiteY291" fmla="*/ 211711 h 468929"/>
                <a:gd name="connsiteX292" fmla="*/ 2846940 w 2915191"/>
                <a:gd name="connsiteY292" fmla="*/ 217786 h 468929"/>
                <a:gd name="connsiteX293" fmla="*/ 2856684 w 2915191"/>
                <a:gd name="connsiteY293" fmla="*/ 211910 h 468929"/>
                <a:gd name="connsiteX294" fmla="*/ 2866442 w 2915191"/>
                <a:gd name="connsiteY294" fmla="*/ 188865 h 468929"/>
                <a:gd name="connsiteX295" fmla="*/ 2876186 w 2915191"/>
                <a:gd name="connsiteY295" fmla="*/ 201786 h 468929"/>
                <a:gd name="connsiteX296" fmla="*/ 2885945 w 2915191"/>
                <a:gd name="connsiteY296" fmla="*/ 224654 h 468929"/>
                <a:gd name="connsiteX297" fmla="*/ 2895689 w 2915191"/>
                <a:gd name="connsiteY297" fmla="*/ 239653 h 468929"/>
                <a:gd name="connsiteX298" fmla="*/ 2905433 w 2915191"/>
                <a:gd name="connsiteY298" fmla="*/ 246165 h 468929"/>
                <a:gd name="connsiteX299" fmla="*/ 2915192 w 2915191"/>
                <a:gd name="connsiteY299" fmla="*/ 222104 h 468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68929">
                  <a:moveTo>
                    <a:pt x="0" y="390650"/>
                  </a:moveTo>
                  <a:lnTo>
                    <a:pt x="9750" y="414727"/>
                  </a:lnTo>
                  <a:lnTo>
                    <a:pt x="19500" y="362670"/>
                  </a:lnTo>
                  <a:lnTo>
                    <a:pt x="29250" y="377241"/>
                  </a:lnTo>
                  <a:lnTo>
                    <a:pt x="39000" y="398353"/>
                  </a:lnTo>
                  <a:lnTo>
                    <a:pt x="48749" y="391991"/>
                  </a:lnTo>
                  <a:lnTo>
                    <a:pt x="58499" y="407590"/>
                  </a:lnTo>
                  <a:lnTo>
                    <a:pt x="68249" y="420418"/>
                  </a:lnTo>
                  <a:lnTo>
                    <a:pt x="77998" y="398368"/>
                  </a:lnTo>
                  <a:lnTo>
                    <a:pt x="87748" y="397324"/>
                  </a:lnTo>
                  <a:lnTo>
                    <a:pt x="97497" y="362997"/>
                  </a:lnTo>
                  <a:lnTo>
                    <a:pt x="107247" y="335726"/>
                  </a:lnTo>
                  <a:lnTo>
                    <a:pt x="116997" y="337751"/>
                  </a:lnTo>
                  <a:lnTo>
                    <a:pt x="126747" y="317296"/>
                  </a:lnTo>
                  <a:lnTo>
                    <a:pt x="136497" y="356308"/>
                  </a:lnTo>
                  <a:lnTo>
                    <a:pt x="146247" y="368927"/>
                  </a:lnTo>
                  <a:lnTo>
                    <a:pt x="155997" y="337743"/>
                  </a:lnTo>
                  <a:lnTo>
                    <a:pt x="165747" y="353641"/>
                  </a:lnTo>
                  <a:lnTo>
                    <a:pt x="175497" y="350184"/>
                  </a:lnTo>
                  <a:lnTo>
                    <a:pt x="185247" y="408186"/>
                  </a:lnTo>
                  <a:lnTo>
                    <a:pt x="194996" y="426839"/>
                  </a:lnTo>
                  <a:lnTo>
                    <a:pt x="204746" y="464057"/>
                  </a:lnTo>
                  <a:lnTo>
                    <a:pt x="214495" y="453673"/>
                  </a:lnTo>
                  <a:lnTo>
                    <a:pt x="224245" y="449441"/>
                  </a:lnTo>
                  <a:lnTo>
                    <a:pt x="233995" y="462701"/>
                  </a:lnTo>
                  <a:lnTo>
                    <a:pt x="243744" y="463044"/>
                  </a:lnTo>
                  <a:lnTo>
                    <a:pt x="253494" y="443943"/>
                  </a:lnTo>
                  <a:lnTo>
                    <a:pt x="263244" y="420373"/>
                  </a:lnTo>
                  <a:lnTo>
                    <a:pt x="272994" y="366305"/>
                  </a:lnTo>
                  <a:lnTo>
                    <a:pt x="282744" y="359749"/>
                  </a:lnTo>
                  <a:lnTo>
                    <a:pt x="292494" y="378239"/>
                  </a:lnTo>
                  <a:lnTo>
                    <a:pt x="302244" y="401049"/>
                  </a:lnTo>
                  <a:lnTo>
                    <a:pt x="311994" y="358691"/>
                  </a:lnTo>
                  <a:lnTo>
                    <a:pt x="321744" y="382306"/>
                  </a:lnTo>
                  <a:lnTo>
                    <a:pt x="331493" y="381338"/>
                  </a:lnTo>
                  <a:lnTo>
                    <a:pt x="341243" y="368510"/>
                  </a:lnTo>
                  <a:lnTo>
                    <a:pt x="350993" y="350735"/>
                  </a:lnTo>
                  <a:lnTo>
                    <a:pt x="360742" y="340817"/>
                  </a:lnTo>
                  <a:lnTo>
                    <a:pt x="370492" y="317911"/>
                  </a:lnTo>
                  <a:lnTo>
                    <a:pt x="380241" y="297208"/>
                  </a:lnTo>
                  <a:lnTo>
                    <a:pt x="389991" y="296186"/>
                  </a:lnTo>
                  <a:lnTo>
                    <a:pt x="399741" y="243512"/>
                  </a:lnTo>
                  <a:lnTo>
                    <a:pt x="409491" y="265509"/>
                  </a:lnTo>
                  <a:lnTo>
                    <a:pt x="419241" y="273508"/>
                  </a:lnTo>
                  <a:lnTo>
                    <a:pt x="428991" y="254159"/>
                  </a:lnTo>
                  <a:lnTo>
                    <a:pt x="438741" y="226762"/>
                  </a:lnTo>
                  <a:lnTo>
                    <a:pt x="448491" y="197297"/>
                  </a:lnTo>
                  <a:lnTo>
                    <a:pt x="458241" y="194213"/>
                  </a:lnTo>
                  <a:lnTo>
                    <a:pt x="467991" y="203501"/>
                  </a:lnTo>
                  <a:lnTo>
                    <a:pt x="477740" y="205540"/>
                  </a:lnTo>
                  <a:lnTo>
                    <a:pt x="487490" y="214724"/>
                  </a:lnTo>
                  <a:lnTo>
                    <a:pt x="497239" y="217045"/>
                  </a:lnTo>
                  <a:lnTo>
                    <a:pt x="506989" y="193649"/>
                  </a:lnTo>
                  <a:lnTo>
                    <a:pt x="516738" y="211607"/>
                  </a:lnTo>
                  <a:lnTo>
                    <a:pt x="526488" y="219940"/>
                  </a:lnTo>
                  <a:lnTo>
                    <a:pt x="536238" y="234817"/>
                  </a:lnTo>
                  <a:lnTo>
                    <a:pt x="545988" y="221374"/>
                  </a:lnTo>
                  <a:lnTo>
                    <a:pt x="555738" y="192617"/>
                  </a:lnTo>
                  <a:lnTo>
                    <a:pt x="565488" y="215345"/>
                  </a:lnTo>
                  <a:lnTo>
                    <a:pt x="575238" y="249495"/>
                  </a:lnTo>
                  <a:lnTo>
                    <a:pt x="584988" y="253089"/>
                  </a:lnTo>
                  <a:lnTo>
                    <a:pt x="594738" y="237373"/>
                  </a:lnTo>
                  <a:lnTo>
                    <a:pt x="604488" y="234158"/>
                  </a:lnTo>
                  <a:lnTo>
                    <a:pt x="614237" y="234775"/>
                  </a:lnTo>
                  <a:lnTo>
                    <a:pt x="623987" y="213547"/>
                  </a:lnTo>
                  <a:lnTo>
                    <a:pt x="633736" y="219119"/>
                  </a:lnTo>
                  <a:lnTo>
                    <a:pt x="643486" y="191185"/>
                  </a:lnTo>
                  <a:lnTo>
                    <a:pt x="653236" y="183476"/>
                  </a:lnTo>
                  <a:lnTo>
                    <a:pt x="662985" y="169138"/>
                  </a:lnTo>
                  <a:lnTo>
                    <a:pt x="672735" y="169027"/>
                  </a:lnTo>
                  <a:lnTo>
                    <a:pt x="682485" y="163698"/>
                  </a:lnTo>
                  <a:lnTo>
                    <a:pt x="692235" y="137747"/>
                  </a:lnTo>
                  <a:lnTo>
                    <a:pt x="701985" y="132611"/>
                  </a:lnTo>
                  <a:lnTo>
                    <a:pt x="711735" y="109823"/>
                  </a:lnTo>
                  <a:lnTo>
                    <a:pt x="721485" y="66764"/>
                  </a:lnTo>
                  <a:lnTo>
                    <a:pt x="731235" y="51181"/>
                  </a:lnTo>
                  <a:lnTo>
                    <a:pt x="740985" y="70413"/>
                  </a:lnTo>
                  <a:lnTo>
                    <a:pt x="750734" y="62243"/>
                  </a:lnTo>
                  <a:lnTo>
                    <a:pt x="760484" y="27742"/>
                  </a:lnTo>
                  <a:lnTo>
                    <a:pt x="770233" y="12628"/>
                  </a:lnTo>
                  <a:lnTo>
                    <a:pt x="779983" y="35771"/>
                  </a:lnTo>
                  <a:lnTo>
                    <a:pt x="789733" y="33611"/>
                  </a:lnTo>
                  <a:lnTo>
                    <a:pt x="799482" y="8236"/>
                  </a:lnTo>
                  <a:lnTo>
                    <a:pt x="809232" y="30166"/>
                  </a:lnTo>
                  <a:lnTo>
                    <a:pt x="818982" y="58480"/>
                  </a:lnTo>
                  <a:lnTo>
                    <a:pt x="828732" y="66204"/>
                  </a:lnTo>
                  <a:lnTo>
                    <a:pt x="838482" y="73115"/>
                  </a:lnTo>
                  <a:lnTo>
                    <a:pt x="848232" y="85367"/>
                  </a:lnTo>
                  <a:lnTo>
                    <a:pt x="857982" y="93521"/>
                  </a:lnTo>
                  <a:lnTo>
                    <a:pt x="867732" y="90158"/>
                  </a:lnTo>
                  <a:lnTo>
                    <a:pt x="877482" y="118360"/>
                  </a:lnTo>
                  <a:lnTo>
                    <a:pt x="887231" y="134207"/>
                  </a:lnTo>
                  <a:lnTo>
                    <a:pt x="896981" y="150380"/>
                  </a:lnTo>
                  <a:lnTo>
                    <a:pt x="906730" y="135725"/>
                  </a:lnTo>
                  <a:lnTo>
                    <a:pt x="916480" y="131731"/>
                  </a:lnTo>
                  <a:lnTo>
                    <a:pt x="926230" y="126150"/>
                  </a:lnTo>
                  <a:lnTo>
                    <a:pt x="935979" y="140164"/>
                  </a:lnTo>
                  <a:lnTo>
                    <a:pt x="945729" y="145509"/>
                  </a:lnTo>
                  <a:lnTo>
                    <a:pt x="955479" y="147533"/>
                  </a:lnTo>
                  <a:lnTo>
                    <a:pt x="965229" y="132191"/>
                  </a:lnTo>
                  <a:lnTo>
                    <a:pt x="974979" y="94100"/>
                  </a:lnTo>
                  <a:lnTo>
                    <a:pt x="984729" y="111927"/>
                  </a:lnTo>
                  <a:lnTo>
                    <a:pt x="994474" y="134338"/>
                  </a:lnTo>
                  <a:lnTo>
                    <a:pt x="1004233" y="136498"/>
                  </a:lnTo>
                  <a:lnTo>
                    <a:pt x="1013977" y="114153"/>
                  </a:lnTo>
                  <a:lnTo>
                    <a:pt x="1023721" y="77163"/>
                  </a:lnTo>
                  <a:lnTo>
                    <a:pt x="1033480" y="84376"/>
                  </a:lnTo>
                  <a:lnTo>
                    <a:pt x="1043224" y="106297"/>
                  </a:lnTo>
                  <a:lnTo>
                    <a:pt x="1052983" y="113818"/>
                  </a:lnTo>
                  <a:lnTo>
                    <a:pt x="1062727" y="121328"/>
                  </a:lnTo>
                  <a:lnTo>
                    <a:pt x="1072471" y="123887"/>
                  </a:lnTo>
                  <a:lnTo>
                    <a:pt x="1082230" y="96788"/>
                  </a:lnTo>
                  <a:lnTo>
                    <a:pt x="1091973" y="72953"/>
                  </a:lnTo>
                  <a:lnTo>
                    <a:pt x="1101732" y="68154"/>
                  </a:lnTo>
                  <a:lnTo>
                    <a:pt x="1111476" y="67093"/>
                  </a:lnTo>
                  <a:lnTo>
                    <a:pt x="1121220" y="73921"/>
                  </a:lnTo>
                  <a:lnTo>
                    <a:pt x="1130979" y="14668"/>
                  </a:lnTo>
                  <a:lnTo>
                    <a:pt x="1140723" y="34458"/>
                  </a:lnTo>
                  <a:lnTo>
                    <a:pt x="1150482" y="40092"/>
                  </a:lnTo>
                  <a:lnTo>
                    <a:pt x="1160226" y="75784"/>
                  </a:lnTo>
                  <a:lnTo>
                    <a:pt x="1169969" y="88987"/>
                  </a:lnTo>
                  <a:lnTo>
                    <a:pt x="1179728" y="127631"/>
                  </a:lnTo>
                  <a:lnTo>
                    <a:pt x="1189472" y="122848"/>
                  </a:lnTo>
                  <a:lnTo>
                    <a:pt x="1199231" y="101501"/>
                  </a:lnTo>
                  <a:lnTo>
                    <a:pt x="1208975" y="113500"/>
                  </a:lnTo>
                  <a:lnTo>
                    <a:pt x="1218719" y="102265"/>
                  </a:lnTo>
                  <a:lnTo>
                    <a:pt x="1228478" y="98606"/>
                  </a:lnTo>
                  <a:lnTo>
                    <a:pt x="1238222" y="71549"/>
                  </a:lnTo>
                  <a:lnTo>
                    <a:pt x="1247966" y="16147"/>
                  </a:lnTo>
                  <a:lnTo>
                    <a:pt x="1257725" y="0"/>
                  </a:lnTo>
                  <a:lnTo>
                    <a:pt x="1267469" y="4999"/>
                  </a:lnTo>
                  <a:lnTo>
                    <a:pt x="1277227" y="20799"/>
                  </a:lnTo>
                  <a:lnTo>
                    <a:pt x="1286971" y="19749"/>
                  </a:lnTo>
                  <a:lnTo>
                    <a:pt x="1296715" y="27372"/>
                  </a:lnTo>
                  <a:lnTo>
                    <a:pt x="1306474" y="50221"/>
                  </a:lnTo>
                  <a:lnTo>
                    <a:pt x="1316218" y="54442"/>
                  </a:lnTo>
                  <a:lnTo>
                    <a:pt x="1325977" y="92478"/>
                  </a:lnTo>
                  <a:lnTo>
                    <a:pt x="1335721" y="100567"/>
                  </a:lnTo>
                  <a:lnTo>
                    <a:pt x="1345465" y="104223"/>
                  </a:lnTo>
                  <a:lnTo>
                    <a:pt x="1355224" y="91343"/>
                  </a:lnTo>
                  <a:lnTo>
                    <a:pt x="1364967" y="82244"/>
                  </a:lnTo>
                  <a:lnTo>
                    <a:pt x="1374726" y="84033"/>
                  </a:lnTo>
                  <a:lnTo>
                    <a:pt x="1384470" y="87408"/>
                  </a:lnTo>
                  <a:lnTo>
                    <a:pt x="1394214" y="130210"/>
                  </a:lnTo>
                  <a:lnTo>
                    <a:pt x="1403973" y="138051"/>
                  </a:lnTo>
                  <a:lnTo>
                    <a:pt x="1413717" y="148748"/>
                  </a:lnTo>
                  <a:lnTo>
                    <a:pt x="1423476" y="185367"/>
                  </a:lnTo>
                  <a:lnTo>
                    <a:pt x="1433220" y="209919"/>
                  </a:lnTo>
                  <a:lnTo>
                    <a:pt x="1442964" y="179408"/>
                  </a:lnTo>
                  <a:lnTo>
                    <a:pt x="1452722" y="150679"/>
                  </a:lnTo>
                  <a:lnTo>
                    <a:pt x="1462466" y="145559"/>
                  </a:lnTo>
                  <a:lnTo>
                    <a:pt x="1472225" y="176490"/>
                  </a:lnTo>
                  <a:lnTo>
                    <a:pt x="1481969" y="167181"/>
                  </a:lnTo>
                  <a:lnTo>
                    <a:pt x="1491713" y="156611"/>
                  </a:lnTo>
                  <a:lnTo>
                    <a:pt x="1501472" y="156617"/>
                  </a:lnTo>
                  <a:lnTo>
                    <a:pt x="1511216" y="163568"/>
                  </a:lnTo>
                  <a:lnTo>
                    <a:pt x="1520960" y="181736"/>
                  </a:lnTo>
                  <a:lnTo>
                    <a:pt x="1530719" y="224744"/>
                  </a:lnTo>
                  <a:lnTo>
                    <a:pt x="1540463" y="198606"/>
                  </a:lnTo>
                  <a:lnTo>
                    <a:pt x="1550221" y="195928"/>
                  </a:lnTo>
                  <a:lnTo>
                    <a:pt x="1559965" y="190671"/>
                  </a:lnTo>
                  <a:lnTo>
                    <a:pt x="1569709" y="166801"/>
                  </a:lnTo>
                  <a:lnTo>
                    <a:pt x="1579468" y="107079"/>
                  </a:lnTo>
                  <a:lnTo>
                    <a:pt x="1589212" y="96398"/>
                  </a:lnTo>
                  <a:lnTo>
                    <a:pt x="1598971" y="112705"/>
                  </a:lnTo>
                  <a:lnTo>
                    <a:pt x="1608715" y="138260"/>
                  </a:lnTo>
                  <a:lnTo>
                    <a:pt x="1618459" y="155554"/>
                  </a:lnTo>
                  <a:lnTo>
                    <a:pt x="1628218" y="146128"/>
                  </a:lnTo>
                  <a:lnTo>
                    <a:pt x="1637962" y="151150"/>
                  </a:lnTo>
                  <a:lnTo>
                    <a:pt x="1647720" y="121230"/>
                  </a:lnTo>
                  <a:lnTo>
                    <a:pt x="1657464" y="152144"/>
                  </a:lnTo>
                  <a:lnTo>
                    <a:pt x="1667208" y="179427"/>
                  </a:lnTo>
                  <a:lnTo>
                    <a:pt x="1676967" y="172362"/>
                  </a:lnTo>
                  <a:lnTo>
                    <a:pt x="1686711" y="192610"/>
                  </a:lnTo>
                  <a:lnTo>
                    <a:pt x="1696470" y="207900"/>
                  </a:lnTo>
                  <a:lnTo>
                    <a:pt x="1706214" y="180352"/>
                  </a:lnTo>
                  <a:lnTo>
                    <a:pt x="1715958" y="169059"/>
                  </a:lnTo>
                  <a:lnTo>
                    <a:pt x="1725716" y="179236"/>
                  </a:lnTo>
                  <a:lnTo>
                    <a:pt x="1735460" y="142816"/>
                  </a:lnTo>
                  <a:lnTo>
                    <a:pt x="1745219" y="112478"/>
                  </a:lnTo>
                  <a:lnTo>
                    <a:pt x="1754963" y="142127"/>
                  </a:lnTo>
                  <a:lnTo>
                    <a:pt x="1764707" y="135852"/>
                  </a:lnTo>
                  <a:lnTo>
                    <a:pt x="1774466" y="130378"/>
                  </a:lnTo>
                  <a:lnTo>
                    <a:pt x="1784210" y="169124"/>
                  </a:lnTo>
                  <a:lnTo>
                    <a:pt x="1793969" y="192045"/>
                  </a:lnTo>
                  <a:lnTo>
                    <a:pt x="1803713" y="210147"/>
                  </a:lnTo>
                  <a:lnTo>
                    <a:pt x="1813457" y="187021"/>
                  </a:lnTo>
                  <a:lnTo>
                    <a:pt x="1823215" y="184779"/>
                  </a:lnTo>
                  <a:lnTo>
                    <a:pt x="1832959" y="180047"/>
                  </a:lnTo>
                  <a:lnTo>
                    <a:pt x="1842703" y="211285"/>
                  </a:lnTo>
                  <a:lnTo>
                    <a:pt x="1852462" y="185145"/>
                  </a:lnTo>
                  <a:lnTo>
                    <a:pt x="1862206" y="231530"/>
                  </a:lnTo>
                  <a:lnTo>
                    <a:pt x="1871965" y="232220"/>
                  </a:lnTo>
                  <a:lnTo>
                    <a:pt x="1881709" y="232667"/>
                  </a:lnTo>
                  <a:lnTo>
                    <a:pt x="1891453" y="234866"/>
                  </a:lnTo>
                  <a:lnTo>
                    <a:pt x="1901212" y="248373"/>
                  </a:lnTo>
                  <a:lnTo>
                    <a:pt x="1910956" y="236489"/>
                  </a:lnTo>
                  <a:lnTo>
                    <a:pt x="1920714" y="261882"/>
                  </a:lnTo>
                  <a:lnTo>
                    <a:pt x="1930458" y="282996"/>
                  </a:lnTo>
                  <a:lnTo>
                    <a:pt x="1940202" y="286381"/>
                  </a:lnTo>
                  <a:lnTo>
                    <a:pt x="1949961" y="339235"/>
                  </a:lnTo>
                  <a:lnTo>
                    <a:pt x="1959705" y="341182"/>
                  </a:lnTo>
                  <a:lnTo>
                    <a:pt x="1969464" y="335209"/>
                  </a:lnTo>
                  <a:lnTo>
                    <a:pt x="1979208" y="327964"/>
                  </a:lnTo>
                  <a:lnTo>
                    <a:pt x="1988952" y="302032"/>
                  </a:lnTo>
                  <a:lnTo>
                    <a:pt x="1998711" y="328287"/>
                  </a:lnTo>
                  <a:lnTo>
                    <a:pt x="2008454" y="352970"/>
                  </a:lnTo>
                  <a:lnTo>
                    <a:pt x="2018213" y="339946"/>
                  </a:lnTo>
                  <a:lnTo>
                    <a:pt x="2027957" y="304450"/>
                  </a:lnTo>
                  <a:lnTo>
                    <a:pt x="2037701" y="289855"/>
                  </a:lnTo>
                  <a:lnTo>
                    <a:pt x="2047460" y="297190"/>
                  </a:lnTo>
                  <a:lnTo>
                    <a:pt x="2057204" y="271588"/>
                  </a:lnTo>
                  <a:lnTo>
                    <a:pt x="2066963" y="311779"/>
                  </a:lnTo>
                  <a:lnTo>
                    <a:pt x="2076707" y="325944"/>
                  </a:lnTo>
                  <a:lnTo>
                    <a:pt x="2086451" y="331636"/>
                  </a:lnTo>
                  <a:lnTo>
                    <a:pt x="2096210" y="333892"/>
                  </a:lnTo>
                  <a:lnTo>
                    <a:pt x="2105954" y="350408"/>
                  </a:lnTo>
                  <a:lnTo>
                    <a:pt x="2115697" y="364010"/>
                  </a:lnTo>
                  <a:lnTo>
                    <a:pt x="2125456" y="368197"/>
                  </a:lnTo>
                  <a:lnTo>
                    <a:pt x="2135200" y="374306"/>
                  </a:lnTo>
                  <a:lnTo>
                    <a:pt x="2144959" y="441202"/>
                  </a:lnTo>
                  <a:lnTo>
                    <a:pt x="2154703" y="437224"/>
                  </a:lnTo>
                  <a:lnTo>
                    <a:pt x="2164447" y="468929"/>
                  </a:lnTo>
                  <a:lnTo>
                    <a:pt x="2174206" y="440293"/>
                  </a:lnTo>
                  <a:lnTo>
                    <a:pt x="2183950" y="423949"/>
                  </a:lnTo>
                  <a:lnTo>
                    <a:pt x="2193709" y="422131"/>
                  </a:lnTo>
                  <a:lnTo>
                    <a:pt x="2203452" y="403329"/>
                  </a:lnTo>
                  <a:lnTo>
                    <a:pt x="2213196" y="381085"/>
                  </a:lnTo>
                  <a:lnTo>
                    <a:pt x="2222955" y="386702"/>
                  </a:lnTo>
                  <a:lnTo>
                    <a:pt x="2232699" y="384765"/>
                  </a:lnTo>
                  <a:lnTo>
                    <a:pt x="2242458" y="383439"/>
                  </a:lnTo>
                  <a:lnTo>
                    <a:pt x="2252202" y="390829"/>
                  </a:lnTo>
                  <a:lnTo>
                    <a:pt x="2261946" y="421506"/>
                  </a:lnTo>
                  <a:lnTo>
                    <a:pt x="2271705" y="429983"/>
                  </a:lnTo>
                  <a:lnTo>
                    <a:pt x="2281449" y="448517"/>
                  </a:lnTo>
                  <a:lnTo>
                    <a:pt x="2291208" y="443720"/>
                  </a:lnTo>
                  <a:lnTo>
                    <a:pt x="2300951" y="436032"/>
                  </a:lnTo>
                  <a:lnTo>
                    <a:pt x="2310695" y="402092"/>
                  </a:lnTo>
                  <a:lnTo>
                    <a:pt x="2320454" y="408871"/>
                  </a:lnTo>
                  <a:lnTo>
                    <a:pt x="2330198" y="411091"/>
                  </a:lnTo>
                  <a:lnTo>
                    <a:pt x="2339957" y="440695"/>
                  </a:lnTo>
                  <a:lnTo>
                    <a:pt x="2349701" y="428717"/>
                  </a:lnTo>
                  <a:lnTo>
                    <a:pt x="2359445" y="426869"/>
                  </a:lnTo>
                  <a:lnTo>
                    <a:pt x="2369204" y="452332"/>
                  </a:lnTo>
                  <a:lnTo>
                    <a:pt x="2378948" y="444435"/>
                  </a:lnTo>
                  <a:lnTo>
                    <a:pt x="2388692" y="421223"/>
                  </a:lnTo>
                  <a:lnTo>
                    <a:pt x="2398450" y="397518"/>
                  </a:lnTo>
                  <a:lnTo>
                    <a:pt x="2408194" y="373039"/>
                  </a:lnTo>
                  <a:lnTo>
                    <a:pt x="2417953" y="351570"/>
                  </a:lnTo>
                  <a:lnTo>
                    <a:pt x="2427697" y="380623"/>
                  </a:lnTo>
                  <a:lnTo>
                    <a:pt x="2437441" y="387446"/>
                  </a:lnTo>
                  <a:lnTo>
                    <a:pt x="2447200" y="374589"/>
                  </a:lnTo>
                  <a:lnTo>
                    <a:pt x="2456944" y="380504"/>
                  </a:lnTo>
                  <a:lnTo>
                    <a:pt x="2466703" y="411151"/>
                  </a:lnTo>
                  <a:lnTo>
                    <a:pt x="2476446" y="417796"/>
                  </a:lnTo>
                  <a:lnTo>
                    <a:pt x="2486190" y="434319"/>
                  </a:lnTo>
                  <a:lnTo>
                    <a:pt x="2495949" y="401690"/>
                  </a:lnTo>
                  <a:lnTo>
                    <a:pt x="2505693" y="389845"/>
                  </a:lnTo>
                  <a:lnTo>
                    <a:pt x="2515452" y="401735"/>
                  </a:lnTo>
                  <a:lnTo>
                    <a:pt x="2525196" y="395030"/>
                  </a:lnTo>
                  <a:lnTo>
                    <a:pt x="2534940" y="440904"/>
                  </a:lnTo>
                  <a:lnTo>
                    <a:pt x="2544699" y="427018"/>
                  </a:lnTo>
                  <a:lnTo>
                    <a:pt x="2554443" y="413028"/>
                  </a:lnTo>
                  <a:lnTo>
                    <a:pt x="2564202" y="407039"/>
                  </a:lnTo>
                  <a:lnTo>
                    <a:pt x="2573946" y="433514"/>
                  </a:lnTo>
                  <a:lnTo>
                    <a:pt x="2583690" y="438833"/>
                  </a:lnTo>
                  <a:lnTo>
                    <a:pt x="2593448" y="444539"/>
                  </a:lnTo>
                  <a:lnTo>
                    <a:pt x="2603192" y="432754"/>
                  </a:lnTo>
                  <a:lnTo>
                    <a:pt x="2612951" y="430743"/>
                  </a:lnTo>
                  <a:lnTo>
                    <a:pt x="2622695" y="418332"/>
                  </a:lnTo>
                  <a:lnTo>
                    <a:pt x="2632439" y="381100"/>
                  </a:lnTo>
                  <a:lnTo>
                    <a:pt x="2642198" y="386910"/>
                  </a:lnTo>
                  <a:lnTo>
                    <a:pt x="2651942" y="338996"/>
                  </a:lnTo>
                  <a:lnTo>
                    <a:pt x="2661685" y="356501"/>
                  </a:lnTo>
                  <a:lnTo>
                    <a:pt x="2671444" y="392557"/>
                  </a:lnTo>
                  <a:lnTo>
                    <a:pt x="2681188" y="385331"/>
                  </a:lnTo>
                  <a:lnTo>
                    <a:pt x="2690947" y="373993"/>
                  </a:lnTo>
                  <a:lnTo>
                    <a:pt x="2700691" y="391529"/>
                  </a:lnTo>
                  <a:lnTo>
                    <a:pt x="2710435" y="383707"/>
                  </a:lnTo>
                  <a:lnTo>
                    <a:pt x="2720194" y="358483"/>
                  </a:lnTo>
                  <a:lnTo>
                    <a:pt x="2729938" y="366439"/>
                  </a:lnTo>
                  <a:lnTo>
                    <a:pt x="2739697" y="360911"/>
                  </a:lnTo>
                  <a:lnTo>
                    <a:pt x="2749441" y="349028"/>
                  </a:lnTo>
                  <a:lnTo>
                    <a:pt x="2759185" y="309678"/>
                  </a:lnTo>
                  <a:lnTo>
                    <a:pt x="2768943" y="309006"/>
                  </a:lnTo>
                  <a:lnTo>
                    <a:pt x="2778687" y="264198"/>
                  </a:lnTo>
                  <a:lnTo>
                    <a:pt x="2788446" y="269433"/>
                  </a:lnTo>
                  <a:lnTo>
                    <a:pt x="2798190" y="263305"/>
                  </a:lnTo>
                  <a:lnTo>
                    <a:pt x="2807934" y="281911"/>
                  </a:lnTo>
                  <a:lnTo>
                    <a:pt x="2817693" y="269052"/>
                  </a:lnTo>
                  <a:lnTo>
                    <a:pt x="2827437" y="249315"/>
                  </a:lnTo>
                  <a:lnTo>
                    <a:pt x="2837196" y="211711"/>
                  </a:lnTo>
                  <a:lnTo>
                    <a:pt x="2846940" y="217786"/>
                  </a:lnTo>
                  <a:lnTo>
                    <a:pt x="2856684" y="211910"/>
                  </a:lnTo>
                  <a:lnTo>
                    <a:pt x="2866442" y="188865"/>
                  </a:lnTo>
                  <a:lnTo>
                    <a:pt x="2876186" y="201786"/>
                  </a:lnTo>
                  <a:lnTo>
                    <a:pt x="2885945" y="224654"/>
                  </a:lnTo>
                  <a:lnTo>
                    <a:pt x="2895689" y="239653"/>
                  </a:lnTo>
                  <a:lnTo>
                    <a:pt x="2905433" y="246165"/>
                  </a:lnTo>
                  <a:lnTo>
                    <a:pt x="2915192" y="22210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9" name="Freeform 1168">
              <a:extLst>
                <a:ext uri="{FF2B5EF4-FFF2-40B4-BE49-F238E27FC236}">
                  <a16:creationId xmlns:a16="http://schemas.microsoft.com/office/drawing/2014/main" id="{8BFE0689-DDD4-26FB-9918-06BEABD2C848}"/>
                </a:ext>
              </a:extLst>
            </p:cNvPr>
            <p:cNvSpPr/>
            <p:nvPr/>
          </p:nvSpPr>
          <p:spPr>
            <a:xfrm>
              <a:off x="4426652" y="3406568"/>
              <a:ext cx="2915191" cy="500623"/>
            </a:xfrm>
            <a:custGeom>
              <a:avLst/>
              <a:gdLst>
                <a:gd name="connsiteX0" fmla="*/ 0 w 2915191"/>
                <a:gd name="connsiteY0" fmla="*/ 415652 h 500623"/>
                <a:gd name="connsiteX1" fmla="*/ 9750 w 2915191"/>
                <a:gd name="connsiteY1" fmla="*/ 451222 h 500623"/>
                <a:gd name="connsiteX2" fmla="*/ 19500 w 2915191"/>
                <a:gd name="connsiteY2" fmla="*/ 490370 h 500623"/>
                <a:gd name="connsiteX3" fmla="*/ 29250 w 2915191"/>
                <a:gd name="connsiteY3" fmla="*/ 500624 h 500623"/>
                <a:gd name="connsiteX4" fmla="*/ 39000 w 2915191"/>
                <a:gd name="connsiteY4" fmla="*/ 456849 h 500623"/>
                <a:gd name="connsiteX5" fmla="*/ 48749 w 2915191"/>
                <a:gd name="connsiteY5" fmla="*/ 457652 h 500623"/>
                <a:gd name="connsiteX6" fmla="*/ 58499 w 2915191"/>
                <a:gd name="connsiteY6" fmla="*/ 432489 h 500623"/>
                <a:gd name="connsiteX7" fmla="*/ 68249 w 2915191"/>
                <a:gd name="connsiteY7" fmla="*/ 446038 h 500623"/>
                <a:gd name="connsiteX8" fmla="*/ 77998 w 2915191"/>
                <a:gd name="connsiteY8" fmla="*/ 431182 h 500623"/>
                <a:gd name="connsiteX9" fmla="*/ 87748 w 2915191"/>
                <a:gd name="connsiteY9" fmla="*/ 413190 h 500623"/>
                <a:gd name="connsiteX10" fmla="*/ 97497 w 2915191"/>
                <a:gd name="connsiteY10" fmla="*/ 389064 h 500623"/>
                <a:gd name="connsiteX11" fmla="*/ 107247 w 2915191"/>
                <a:gd name="connsiteY11" fmla="*/ 373698 h 500623"/>
                <a:gd name="connsiteX12" fmla="*/ 116997 w 2915191"/>
                <a:gd name="connsiteY12" fmla="*/ 406727 h 500623"/>
                <a:gd name="connsiteX13" fmla="*/ 126747 w 2915191"/>
                <a:gd name="connsiteY13" fmla="*/ 382968 h 500623"/>
                <a:gd name="connsiteX14" fmla="*/ 136497 w 2915191"/>
                <a:gd name="connsiteY14" fmla="*/ 413106 h 500623"/>
                <a:gd name="connsiteX15" fmla="*/ 146247 w 2915191"/>
                <a:gd name="connsiteY15" fmla="*/ 442544 h 500623"/>
                <a:gd name="connsiteX16" fmla="*/ 155997 w 2915191"/>
                <a:gd name="connsiteY16" fmla="*/ 439769 h 500623"/>
                <a:gd name="connsiteX17" fmla="*/ 165747 w 2915191"/>
                <a:gd name="connsiteY17" fmla="*/ 422323 h 500623"/>
                <a:gd name="connsiteX18" fmla="*/ 175497 w 2915191"/>
                <a:gd name="connsiteY18" fmla="*/ 443853 h 500623"/>
                <a:gd name="connsiteX19" fmla="*/ 185247 w 2915191"/>
                <a:gd name="connsiteY19" fmla="*/ 447348 h 500623"/>
                <a:gd name="connsiteX20" fmla="*/ 194996 w 2915191"/>
                <a:gd name="connsiteY20" fmla="*/ 428390 h 500623"/>
                <a:gd name="connsiteX21" fmla="*/ 204746 w 2915191"/>
                <a:gd name="connsiteY21" fmla="*/ 425585 h 500623"/>
                <a:gd name="connsiteX22" fmla="*/ 214495 w 2915191"/>
                <a:gd name="connsiteY22" fmla="*/ 453737 h 500623"/>
                <a:gd name="connsiteX23" fmla="*/ 224245 w 2915191"/>
                <a:gd name="connsiteY23" fmla="*/ 454350 h 500623"/>
                <a:gd name="connsiteX24" fmla="*/ 233995 w 2915191"/>
                <a:gd name="connsiteY24" fmla="*/ 437824 h 500623"/>
                <a:gd name="connsiteX25" fmla="*/ 243744 w 2915191"/>
                <a:gd name="connsiteY25" fmla="*/ 451716 h 500623"/>
                <a:gd name="connsiteX26" fmla="*/ 253494 w 2915191"/>
                <a:gd name="connsiteY26" fmla="*/ 428279 h 500623"/>
                <a:gd name="connsiteX27" fmla="*/ 263244 w 2915191"/>
                <a:gd name="connsiteY27" fmla="*/ 386797 h 500623"/>
                <a:gd name="connsiteX28" fmla="*/ 272994 w 2915191"/>
                <a:gd name="connsiteY28" fmla="*/ 381059 h 500623"/>
                <a:gd name="connsiteX29" fmla="*/ 282744 w 2915191"/>
                <a:gd name="connsiteY29" fmla="*/ 369022 h 500623"/>
                <a:gd name="connsiteX30" fmla="*/ 292494 w 2915191"/>
                <a:gd name="connsiteY30" fmla="*/ 415069 h 500623"/>
                <a:gd name="connsiteX31" fmla="*/ 302244 w 2915191"/>
                <a:gd name="connsiteY31" fmla="*/ 375821 h 500623"/>
                <a:gd name="connsiteX32" fmla="*/ 311994 w 2915191"/>
                <a:gd name="connsiteY32" fmla="*/ 356154 h 500623"/>
                <a:gd name="connsiteX33" fmla="*/ 321744 w 2915191"/>
                <a:gd name="connsiteY33" fmla="*/ 319013 h 500623"/>
                <a:gd name="connsiteX34" fmla="*/ 331493 w 2915191"/>
                <a:gd name="connsiteY34" fmla="*/ 303862 h 500623"/>
                <a:gd name="connsiteX35" fmla="*/ 341243 w 2915191"/>
                <a:gd name="connsiteY35" fmla="*/ 313145 h 500623"/>
                <a:gd name="connsiteX36" fmla="*/ 350993 w 2915191"/>
                <a:gd name="connsiteY36" fmla="*/ 326584 h 500623"/>
                <a:gd name="connsiteX37" fmla="*/ 360742 w 2915191"/>
                <a:gd name="connsiteY37" fmla="*/ 326483 h 500623"/>
                <a:gd name="connsiteX38" fmla="*/ 370492 w 2915191"/>
                <a:gd name="connsiteY38" fmla="*/ 332305 h 500623"/>
                <a:gd name="connsiteX39" fmla="*/ 380241 w 2915191"/>
                <a:gd name="connsiteY39" fmla="*/ 332946 h 500623"/>
                <a:gd name="connsiteX40" fmla="*/ 389991 w 2915191"/>
                <a:gd name="connsiteY40" fmla="*/ 355488 h 500623"/>
                <a:gd name="connsiteX41" fmla="*/ 399741 w 2915191"/>
                <a:gd name="connsiteY41" fmla="*/ 374547 h 500623"/>
                <a:gd name="connsiteX42" fmla="*/ 409491 w 2915191"/>
                <a:gd name="connsiteY42" fmla="*/ 357668 h 500623"/>
                <a:gd name="connsiteX43" fmla="*/ 419241 w 2915191"/>
                <a:gd name="connsiteY43" fmla="*/ 327270 h 500623"/>
                <a:gd name="connsiteX44" fmla="*/ 428991 w 2915191"/>
                <a:gd name="connsiteY44" fmla="*/ 326279 h 500623"/>
                <a:gd name="connsiteX45" fmla="*/ 438741 w 2915191"/>
                <a:gd name="connsiteY45" fmla="*/ 331632 h 500623"/>
                <a:gd name="connsiteX46" fmla="*/ 448491 w 2915191"/>
                <a:gd name="connsiteY46" fmla="*/ 331914 h 500623"/>
                <a:gd name="connsiteX47" fmla="*/ 458241 w 2915191"/>
                <a:gd name="connsiteY47" fmla="*/ 296566 h 500623"/>
                <a:gd name="connsiteX48" fmla="*/ 467991 w 2915191"/>
                <a:gd name="connsiteY48" fmla="*/ 292169 h 500623"/>
                <a:gd name="connsiteX49" fmla="*/ 477740 w 2915191"/>
                <a:gd name="connsiteY49" fmla="*/ 242158 h 500623"/>
                <a:gd name="connsiteX50" fmla="*/ 487490 w 2915191"/>
                <a:gd name="connsiteY50" fmla="*/ 242065 h 500623"/>
                <a:gd name="connsiteX51" fmla="*/ 497239 w 2915191"/>
                <a:gd name="connsiteY51" fmla="*/ 203107 h 500623"/>
                <a:gd name="connsiteX52" fmla="*/ 506989 w 2915191"/>
                <a:gd name="connsiteY52" fmla="*/ 149459 h 500623"/>
                <a:gd name="connsiteX53" fmla="*/ 516738 w 2915191"/>
                <a:gd name="connsiteY53" fmla="*/ 122239 h 500623"/>
                <a:gd name="connsiteX54" fmla="*/ 526488 w 2915191"/>
                <a:gd name="connsiteY54" fmla="*/ 155694 h 500623"/>
                <a:gd name="connsiteX55" fmla="*/ 536238 w 2915191"/>
                <a:gd name="connsiteY55" fmla="*/ 154482 h 500623"/>
                <a:gd name="connsiteX56" fmla="*/ 545988 w 2915191"/>
                <a:gd name="connsiteY56" fmla="*/ 146749 h 500623"/>
                <a:gd name="connsiteX57" fmla="*/ 555738 w 2915191"/>
                <a:gd name="connsiteY57" fmla="*/ 153267 h 500623"/>
                <a:gd name="connsiteX58" fmla="*/ 565488 w 2915191"/>
                <a:gd name="connsiteY58" fmla="*/ 131990 h 500623"/>
                <a:gd name="connsiteX59" fmla="*/ 575238 w 2915191"/>
                <a:gd name="connsiteY59" fmla="*/ 148795 h 500623"/>
                <a:gd name="connsiteX60" fmla="*/ 584988 w 2915191"/>
                <a:gd name="connsiteY60" fmla="*/ 137190 h 500623"/>
                <a:gd name="connsiteX61" fmla="*/ 594738 w 2915191"/>
                <a:gd name="connsiteY61" fmla="*/ 125874 h 500623"/>
                <a:gd name="connsiteX62" fmla="*/ 604488 w 2915191"/>
                <a:gd name="connsiteY62" fmla="*/ 127197 h 500623"/>
                <a:gd name="connsiteX63" fmla="*/ 614237 w 2915191"/>
                <a:gd name="connsiteY63" fmla="*/ 127026 h 500623"/>
                <a:gd name="connsiteX64" fmla="*/ 623987 w 2915191"/>
                <a:gd name="connsiteY64" fmla="*/ 151923 h 500623"/>
                <a:gd name="connsiteX65" fmla="*/ 633736 w 2915191"/>
                <a:gd name="connsiteY65" fmla="*/ 143245 h 500623"/>
                <a:gd name="connsiteX66" fmla="*/ 643486 w 2915191"/>
                <a:gd name="connsiteY66" fmla="*/ 139231 h 500623"/>
                <a:gd name="connsiteX67" fmla="*/ 653236 w 2915191"/>
                <a:gd name="connsiteY67" fmla="*/ 163835 h 500623"/>
                <a:gd name="connsiteX68" fmla="*/ 662985 w 2915191"/>
                <a:gd name="connsiteY68" fmla="*/ 157899 h 500623"/>
                <a:gd name="connsiteX69" fmla="*/ 672735 w 2915191"/>
                <a:gd name="connsiteY69" fmla="*/ 178199 h 500623"/>
                <a:gd name="connsiteX70" fmla="*/ 682485 w 2915191"/>
                <a:gd name="connsiteY70" fmla="*/ 159313 h 500623"/>
                <a:gd name="connsiteX71" fmla="*/ 692235 w 2915191"/>
                <a:gd name="connsiteY71" fmla="*/ 193535 h 500623"/>
                <a:gd name="connsiteX72" fmla="*/ 701985 w 2915191"/>
                <a:gd name="connsiteY72" fmla="*/ 202534 h 500623"/>
                <a:gd name="connsiteX73" fmla="*/ 711735 w 2915191"/>
                <a:gd name="connsiteY73" fmla="*/ 213753 h 500623"/>
                <a:gd name="connsiteX74" fmla="*/ 721485 w 2915191"/>
                <a:gd name="connsiteY74" fmla="*/ 192045 h 500623"/>
                <a:gd name="connsiteX75" fmla="*/ 731235 w 2915191"/>
                <a:gd name="connsiteY75" fmla="*/ 164120 h 500623"/>
                <a:gd name="connsiteX76" fmla="*/ 740985 w 2915191"/>
                <a:gd name="connsiteY76" fmla="*/ 175900 h 500623"/>
                <a:gd name="connsiteX77" fmla="*/ 750734 w 2915191"/>
                <a:gd name="connsiteY77" fmla="*/ 144198 h 500623"/>
                <a:gd name="connsiteX78" fmla="*/ 760484 w 2915191"/>
                <a:gd name="connsiteY78" fmla="*/ 155666 h 500623"/>
                <a:gd name="connsiteX79" fmla="*/ 770233 w 2915191"/>
                <a:gd name="connsiteY79" fmla="*/ 162159 h 500623"/>
                <a:gd name="connsiteX80" fmla="*/ 779983 w 2915191"/>
                <a:gd name="connsiteY80" fmla="*/ 180050 h 500623"/>
                <a:gd name="connsiteX81" fmla="*/ 789733 w 2915191"/>
                <a:gd name="connsiteY81" fmla="*/ 175704 h 500623"/>
                <a:gd name="connsiteX82" fmla="*/ 799482 w 2915191"/>
                <a:gd name="connsiteY82" fmla="*/ 135533 h 500623"/>
                <a:gd name="connsiteX83" fmla="*/ 809232 w 2915191"/>
                <a:gd name="connsiteY83" fmla="*/ 101750 h 500623"/>
                <a:gd name="connsiteX84" fmla="*/ 818982 w 2915191"/>
                <a:gd name="connsiteY84" fmla="*/ 82227 h 500623"/>
                <a:gd name="connsiteX85" fmla="*/ 828732 w 2915191"/>
                <a:gd name="connsiteY85" fmla="*/ 83185 h 500623"/>
                <a:gd name="connsiteX86" fmla="*/ 838482 w 2915191"/>
                <a:gd name="connsiteY86" fmla="*/ 62804 h 500623"/>
                <a:gd name="connsiteX87" fmla="*/ 848232 w 2915191"/>
                <a:gd name="connsiteY87" fmla="*/ 59880 h 500623"/>
                <a:gd name="connsiteX88" fmla="*/ 857982 w 2915191"/>
                <a:gd name="connsiteY88" fmla="*/ 78649 h 500623"/>
                <a:gd name="connsiteX89" fmla="*/ 867732 w 2915191"/>
                <a:gd name="connsiteY89" fmla="*/ 52859 h 500623"/>
                <a:gd name="connsiteX90" fmla="*/ 877482 w 2915191"/>
                <a:gd name="connsiteY90" fmla="*/ 56075 h 500623"/>
                <a:gd name="connsiteX91" fmla="*/ 887231 w 2915191"/>
                <a:gd name="connsiteY91" fmla="*/ 16422 h 500623"/>
                <a:gd name="connsiteX92" fmla="*/ 896981 w 2915191"/>
                <a:gd name="connsiteY92" fmla="*/ 4446 h 500623"/>
                <a:gd name="connsiteX93" fmla="*/ 906730 w 2915191"/>
                <a:gd name="connsiteY93" fmla="*/ 4571 h 500623"/>
                <a:gd name="connsiteX94" fmla="*/ 916480 w 2915191"/>
                <a:gd name="connsiteY94" fmla="*/ 0 h 500623"/>
                <a:gd name="connsiteX95" fmla="*/ 926230 w 2915191"/>
                <a:gd name="connsiteY95" fmla="*/ 40224 h 500623"/>
                <a:gd name="connsiteX96" fmla="*/ 935979 w 2915191"/>
                <a:gd name="connsiteY96" fmla="*/ 78687 h 500623"/>
                <a:gd name="connsiteX97" fmla="*/ 945729 w 2915191"/>
                <a:gd name="connsiteY97" fmla="*/ 68802 h 500623"/>
                <a:gd name="connsiteX98" fmla="*/ 955479 w 2915191"/>
                <a:gd name="connsiteY98" fmla="*/ 63438 h 500623"/>
                <a:gd name="connsiteX99" fmla="*/ 965229 w 2915191"/>
                <a:gd name="connsiteY99" fmla="*/ 52197 h 500623"/>
                <a:gd name="connsiteX100" fmla="*/ 974979 w 2915191"/>
                <a:gd name="connsiteY100" fmla="*/ 72756 h 500623"/>
                <a:gd name="connsiteX101" fmla="*/ 984729 w 2915191"/>
                <a:gd name="connsiteY101" fmla="*/ 36495 h 500623"/>
                <a:gd name="connsiteX102" fmla="*/ 994474 w 2915191"/>
                <a:gd name="connsiteY102" fmla="*/ 52550 h 500623"/>
                <a:gd name="connsiteX103" fmla="*/ 1004233 w 2915191"/>
                <a:gd name="connsiteY103" fmla="*/ 48145 h 500623"/>
                <a:gd name="connsiteX104" fmla="*/ 1013977 w 2915191"/>
                <a:gd name="connsiteY104" fmla="*/ 64554 h 500623"/>
                <a:gd name="connsiteX105" fmla="*/ 1023721 w 2915191"/>
                <a:gd name="connsiteY105" fmla="*/ 79575 h 500623"/>
                <a:gd name="connsiteX106" fmla="*/ 1033480 w 2915191"/>
                <a:gd name="connsiteY106" fmla="*/ 108782 h 500623"/>
                <a:gd name="connsiteX107" fmla="*/ 1043224 w 2915191"/>
                <a:gd name="connsiteY107" fmla="*/ 108925 h 500623"/>
                <a:gd name="connsiteX108" fmla="*/ 1052983 w 2915191"/>
                <a:gd name="connsiteY108" fmla="*/ 123632 h 500623"/>
                <a:gd name="connsiteX109" fmla="*/ 1062727 w 2915191"/>
                <a:gd name="connsiteY109" fmla="*/ 83483 h 500623"/>
                <a:gd name="connsiteX110" fmla="*/ 1072471 w 2915191"/>
                <a:gd name="connsiteY110" fmla="*/ 110257 h 500623"/>
                <a:gd name="connsiteX111" fmla="*/ 1082230 w 2915191"/>
                <a:gd name="connsiteY111" fmla="*/ 109037 h 500623"/>
                <a:gd name="connsiteX112" fmla="*/ 1091973 w 2915191"/>
                <a:gd name="connsiteY112" fmla="*/ 105002 h 500623"/>
                <a:gd name="connsiteX113" fmla="*/ 1101732 w 2915191"/>
                <a:gd name="connsiteY113" fmla="*/ 111304 h 500623"/>
                <a:gd name="connsiteX114" fmla="*/ 1111476 w 2915191"/>
                <a:gd name="connsiteY114" fmla="*/ 89520 h 500623"/>
                <a:gd name="connsiteX115" fmla="*/ 1121220 w 2915191"/>
                <a:gd name="connsiteY115" fmla="*/ 90998 h 500623"/>
                <a:gd name="connsiteX116" fmla="*/ 1130979 w 2915191"/>
                <a:gd name="connsiteY116" fmla="*/ 105027 h 500623"/>
                <a:gd name="connsiteX117" fmla="*/ 1140723 w 2915191"/>
                <a:gd name="connsiteY117" fmla="*/ 129030 h 500623"/>
                <a:gd name="connsiteX118" fmla="*/ 1150482 w 2915191"/>
                <a:gd name="connsiteY118" fmla="*/ 196015 h 500623"/>
                <a:gd name="connsiteX119" fmla="*/ 1160226 w 2915191"/>
                <a:gd name="connsiteY119" fmla="*/ 224365 h 500623"/>
                <a:gd name="connsiteX120" fmla="*/ 1169969 w 2915191"/>
                <a:gd name="connsiteY120" fmla="*/ 176778 h 500623"/>
                <a:gd name="connsiteX121" fmla="*/ 1179728 w 2915191"/>
                <a:gd name="connsiteY121" fmla="*/ 153074 h 500623"/>
                <a:gd name="connsiteX122" fmla="*/ 1189472 w 2915191"/>
                <a:gd name="connsiteY122" fmla="*/ 159131 h 500623"/>
                <a:gd name="connsiteX123" fmla="*/ 1199231 w 2915191"/>
                <a:gd name="connsiteY123" fmla="*/ 160767 h 500623"/>
                <a:gd name="connsiteX124" fmla="*/ 1208975 w 2915191"/>
                <a:gd name="connsiteY124" fmla="*/ 147565 h 500623"/>
                <a:gd name="connsiteX125" fmla="*/ 1218719 w 2915191"/>
                <a:gd name="connsiteY125" fmla="*/ 120382 h 500623"/>
                <a:gd name="connsiteX126" fmla="*/ 1228478 w 2915191"/>
                <a:gd name="connsiteY126" fmla="*/ 150411 h 500623"/>
                <a:gd name="connsiteX127" fmla="*/ 1238222 w 2915191"/>
                <a:gd name="connsiteY127" fmla="*/ 184780 h 500623"/>
                <a:gd name="connsiteX128" fmla="*/ 1247966 w 2915191"/>
                <a:gd name="connsiteY128" fmla="*/ 178214 h 500623"/>
                <a:gd name="connsiteX129" fmla="*/ 1257725 w 2915191"/>
                <a:gd name="connsiteY129" fmla="*/ 176882 h 500623"/>
                <a:gd name="connsiteX130" fmla="*/ 1267469 w 2915191"/>
                <a:gd name="connsiteY130" fmla="*/ 202778 h 500623"/>
                <a:gd name="connsiteX131" fmla="*/ 1277227 w 2915191"/>
                <a:gd name="connsiteY131" fmla="*/ 207798 h 500623"/>
                <a:gd name="connsiteX132" fmla="*/ 1286971 w 2915191"/>
                <a:gd name="connsiteY132" fmla="*/ 203641 h 500623"/>
                <a:gd name="connsiteX133" fmla="*/ 1296715 w 2915191"/>
                <a:gd name="connsiteY133" fmla="*/ 217190 h 500623"/>
                <a:gd name="connsiteX134" fmla="*/ 1306474 w 2915191"/>
                <a:gd name="connsiteY134" fmla="*/ 220782 h 500623"/>
                <a:gd name="connsiteX135" fmla="*/ 1316218 w 2915191"/>
                <a:gd name="connsiteY135" fmla="*/ 212689 h 500623"/>
                <a:gd name="connsiteX136" fmla="*/ 1325977 w 2915191"/>
                <a:gd name="connsiteY136" fmla="*/ 202248 h 500623"/>
                <a:gd name="connsiteX137" fmla="*/ 1335721 w 2915191"/>
                <a:gd name="connsiteY137" fmla="*/ 209933 h 500623"/>
                <a:gd name="connsiteX138" fmla="*/ 1345465 w 2915191"/>
                <a:gd name="connsiteY138" fmla="*/ 227214 h 500623"/>
                <a:gd name="connsiteX139" fmla="*/ 1355224 w 2915191"/>
                <a:gd name="connsiteY139" fmla="*/ 267715 h 500623"/>
                <a:gd name="connsiteX140" fmla="*/ 1364967 w 2915191"/>
                <a:gd name="connsiteY140" fmla="*/ 251331 h 500623"/>
                <a:gd name="connsiteX141" fmla="*/ 1374726 w 2915191"/>
                <a:gd name="connsiteY141" fmla="*/ 210843 h 500623"/>
                <a:gd name="connsiteX142" fmla="*/ 1384470 w 2915191"/>
                <a:gd name="connsiteY142" fmla="*/ 213955 h 500623"/>
                <a:gd name="connsiteX143" fmla="*/ 1394214 w 2915191"/>
                <a:gd name="connsiteY143" fmla="*/ 197806 h 500623"/>
                <a:gd name="connsiteX144" fmla="*/ 1403973 w 2915191"/>
                <a:gd name="connsiteY144" fmla="*/ 224282 h 500623"/>
                <a:gd name="connsiteX145" fmla="*/ 1413717 w 2915191"/>
                <a:gd name="connsiteY145" fmla="*/ 189475 h 500623"/>
                <a:gd name="connsiteX146" fmla="*/ 1423476 w 2915191"/>
                <a:gd name="connsiteY146" fmla="*/ 180182 h 500623"/>
                <a:gd name="connsiteX147" fmla="*/ 1433220 w 2915191"/>
                <a:gd name="connsiteY147" fmla="*/ 161290 h 500623"/>
                <a:gd name="connsiteX148" fmla="*/ 1442964 w 2915191"/>
                <a:gd name="connsiteY148" fmla="*/ 119816 h 500623"/>
                <a:gd name="connsiteX149" fmla="*/ 1452722 w 2915191"/>
                <a:gd name="connsiteY149" fmla="*/ 119478 h 500623"/>
                <a:gd name="connsiteX150" fmla="*/ 1462466 w 2915191"/>
                <a:gd name="connsiteY150" fmla="*/ 136849 h 500623"/>
                <a:gd name="connsiteX151" fmla="*/ 1472225 w 2915191"/>
                <a:gd name="connsiteY151" fmla="*/ 163178 h 500623"/>
                <a:gd name="connsiteX152" fmla="*/ 1481969 w 2915191"/>
                <a:gd name="connsiteY152" fmla="*/ 176234 h 500623"/>
                <a:gd name="connsiteX153" fmla="*/ 1491713 w 2915191"/>
                <a:gd name="connsiteY153" fmla="*/ 172581 h 500623"/>
                <a:gd name="connsiteX154" fmla="*/ 1501472 w 2915191"/>
                <a:gd name="connsiteY154" fmla="*/ 188074 h 500623"/>
                <a:gd name="connsiteX155" fmla="*/ 1511216 w 2915191"/>
                <a:gd name="connsiteY155" fmla="*/ 137963 h 500623"/>
                <a:gd name="connsiteX156" fmla="*/ 1520960 w 2915191"/>
                <a:gd name="connsiteY156" fmla="*/ 120507 h 500623"/>
                <a:gd name="connsiteX157" fmla="*/ 1530719 w 2915191"/>
                <a:gd name="connsiteY157" fmla="*/ 129852 h 500623"/>
                <a:gd name="connsiteX158" fmla="*/ 1540463 w 2915191"/>
                <a:gd name="connsiteY158" fmla="*/ 110018 h 500623"/>
                <a:gd name="connsiteX159" fmla="*/ 1550221 w 2915191"/>
                <a:gd name="connsiteY159" fmla="*/ 117970 h 500623"/>
                <a:gd name="connsiteX160" fmla="*/ 1559965 w 2915191"/>
                <a:gd name="connsiteY160" fmla="*/ 105251 h 500623"/>
                <a:gd name="connsiteX161" fmla="*/ 1569709 w 2915191"/>
                <a:gd name="connsiteY161" fmla="*/ 87602 h 500623"/>
                <a:gd name="connsiteX162" fmla="*/ 1579468 w 2915191"/>
                <a:gd name="connsiteY162" fmla="*/ 89665 h 500623"/>
                <a:gd name="connsiteX163" fmla="*/ 1589212 w 2915191"/>
                <a:gd name="connsiteY163" fmla="*/ 123167 h 500623"/>
                <a:gd name="connsiteX164" fmla="*/ 1598971 w 2915191"/>
                <a:gd name="connsiteY164" fmla="*/ 139249 h 500623"/>
                <a:gd name="connsiteX165" fmla="*/ 1608715 w 2915191"/>
                <a:gd name="connsiteY165" fmla="*/ 94407 h 500623"/>
                <a:gd name="connsiteX166" fmla="*/ 1618459 w 2915191"/>
                <a:gd name="connsiteY166" fmla="*/ 97603 h 500623"/>
                <a:gd name="connsiteX167" fmla="*/ 1628218 w 2915191"/>
                <a:gd name="connsiteY167" fmla="*/ 139621 h 500623"/>
                <a:gd name="connsiteX168" fmla="*/ 1637962 w 2915191"/>
                <a:gd name="connsiteY168" fmla="*/ 130263 h 500623"/>
                <a:gd name="connsiteX169" fmla="*/ 1647720 w 2915191"/>
                <a:gd name="connsiteY169" fmla="*/ 133429 h 500623"/>
                <a:gd name="connsiteX170" fmla="*/ 1657464 w 2915191"/>
                <a:gd name="connsiteY170" fmla="*/ 117356 h 500623"/>
                <a:gd name="connsiteX171" fmla="*/ 1667208 w 2915191"/>
                <a:gd name="connsiteY171" fmla="*/ 117733 h 500623"/>
                <a:gd name="connsiteX172" fmla="*/ 1676967 w 2915191"/>
                <a:gd name="connsiteY172" fmla="*/ 126795 h 500623"/>
                <a:gd name="connsiteX173" fmla="*/ 1686711 w 2915191"/>
                <a:gd name="connsiteY173" fmla="*/ 121255 h 500623"/>
                <a:gd name="connsiteX174" fmla="*/ 1696470 w 2915191"/>
                <a:gd name="connsiteY174" fmla="*/ 162761 h 500623"/>
                <a:gd name="connsiteX175" fmla="*/ 1706214 w 2915191"/>
                <a:gd name="connsiteY175" fmla="*/ 136598 h 500623"/>
                <a:gd name="connsiteX176" fmla="*/ 1715958 w 2915191"/>
                <a:gd name="connsiteY176" fmla="*/ 147986 h 500623"/>
                <a:gd name="connsiteX177" fmla="*/ 1725716 w 2915191"/>
                <a:gd name="connsiteY177" fmla="*/ 131699 h 500623"/>
                <a:gd name="connsiteX178" fmla="*/ 1735460 w 2915191"/>
                <a:gd name="connsiteY178" fmla="*/ 143304 h 500623"/>
                <a:gd name="connsiteX179" fmla="*/ 1745219 w 2915191"/>
                <a:gd name="connsiteY179" fmla="*/ 124928 h 500623"/>
                <a:gd name="connsiteX180" fmla="*/ 1754963 w 2915191"/>
                <a:gd name="connsiteY180" fmla="*/ 126784 h 500623"/>
                <a:gd name="connsiteX181" fmla="*/ 1764707 w 2915191"/>
                <a:gd name="connsiteY181" fmla="*/ 161609 h 500623"/>
                <a:gd name="connsiteX182" fmla="*/ 1774466 w 2915191"/>
                <a:gd name="connsiteY182" fmla="*/ 142680 h 500623"/>
                <a:gd name="connsiteX183" fmla="*/ 1784210 w 2915191"/>
                <a:gd name="connsiteY183" fmla="*/ 127884 h 500623"/>
                <a:gd name="connsiteX184" fmla="*/ 1793969 w 2915191"/>
                <a:gd name="connsiteY184" fmla="*/ 131184 h 500623"/>
                <a:gd name="connsiteX185" fmla="*/ 1803713 w 2915191"/>
                <a:gd name="connsiteY185" fmla="*/ 140846 h 500623"/>
                <a:gd name="connsiteX186" fmla="*/ 1813457 w 2915191"/>
                <a:gd name="connsiteY186" fmla="*/ 156880 h 500623"/>
                <a:gd name="connsiteX187" fmla="*/ 1823215 w 2915191"/>
                <a:gd name="connsiteY187" fmla="*/ 174439 h 500623"/>
                <a:gd name="connsiteX188" fmla="*/ 1832959 w 2915191"/>
                <a:gd name="connsiteY188" fmla="*/ 161436 h 500623"/>
                <a:gd name="connsiteX189" fmla="*/ 1842703 w 2915191"/>
                <a:gd name="connsiteY189" fmla="*/ 196993 h 500623"/>
                <a:gd name="connsiteX190" fmla="*/ 1852462 w 2915191"/>
                <a:gd name="connsiteY190" fmla="*/ 190101 h 500623"/>
                <a:gd name="connsiteX191" fmla="*/ 1862206 w 2915191"/>
                <a:gd name="connsiteY191" fmla="*/ 206345 h 500623"/>
                <a:gd name="connsiteX192" fmla="*/ 1871965 w 2915191"/>
                <a:gd name="connsiteY192" fmla="*/ 181993 h 500623"/>
                <a:gd name="connsiteX193" fmla="*/ 1881709 w 2915191"/>
                <a:gd name="connsiteY193" fmla="*/ 192085 h 500623"/>
                <a:gd name="connsiteX194" fmla="*/ 1891453 w 2915191"/>
                <a:gd name="connsiteY194" fmla="*/ 194526 h 500623"/>
                <a:gd name="connsiteX195" fmla="*/ 1901212 w 2915191"/>
                <a:gd name="connsiteY195" fmla="*/ 196728 h 500623"/>
                <a:gd name="connsiteX196" fmla="*/ 1910956 w 2915191"/>
                <a:gd name="connsiteY196" fmla="*/ 190416 h 500623"/>
                <a:gd name="connsiteX197" fmla="*/ 1920714 w 2915191"/>
                <a:gd name="connsiteY197" fmla="*/ 209025 h 500623"/>
                <a:gd name="connsiteX198" fmla="*/ 1930458 w 2915191"/>
                <a:gd name="connsiteY198" fmla="*/ 194388 h 500623"/>
                <a:gd name="connsiteX199" fmla="*/ 1940202 w 2915191"/>
                <a:gd name="connsiteY199" fmla="*/ 184908 h 500623"/>
                <a:gd name="connsiteX200" fmla="*/ 1949961 w 2915191"/>
                <a:gd name="connsiteY200" fmla="*/ 195650 h 500623"/>
                <a:gd name="connsiteX201" fmla="*/ 1959705 w 2915191"/>
                <a:gd name="connsiteY201" fmla="*/ 211044 h 500623"/>
                <a:gd name="connsiteX202" fmla="*/ 1969464 w 2915191"/>
                <a:gd name="connsiteY202" fmla="*/ 210771 h 500623"/>
                <a:gd name="connsiteX203" fmla="*/ 1979208 w 2915191"/>
                <a:gd name="connsiteY203" fmla="*/ 186467 h 500623"/>
                <a:gd name="connsiteX204" fmla="*/ 1988952 w 2915191"/>
                <a:gd name="connsiteY204" fmla="*/ 177557 h 500623"/>
                <a:gd name="connsiteX205" fmla="*/ 1998711 w 2915191"/>
                <a:gd name="connsiteY205" fmla="*/ 175069 h 500623"/>
                <a:gd name="connsiteX206" fmla="*/ 2008454 w 2915191"/>
                <a:gd name="connsiteY206" fmla="*/ 152373 h 500623"/>
                <a:gd name="connsiteX207" fmla="*/ 2018213 w 2915191"/>
                <a:gd name="connsiteY207" fmla="*/ 157396 h 500623"/>
                <a:gd name="connsiteX208" fmla="*/ 2027957 w 2915191"/>
                <a:gd name="connsiteY208" fmla="*/ 169418 h 500623"/>
                <a:gd name="connsiteX209" fmla="*/ 2037701 w 2915191"/>
                <a:gd name="connsiteY209" fmla="*/ 179180 h 500623"/>
                <a:gd name="connsiteX210" fmla="*/ 2047460 w 2915191"/>
                <a:gd name="connsiteY210" fmla="*/ 154182 h 500623"/>
                <a:gd name="connsiteX211" fmla="*/ 2057204 w 2915191"/>
                <a:gd name="connsiteY211" fmla="*/ 131364 h 500623"/>
                <a:gd name="connsiteX212" fmla="*/ 2066963 w 2915191"/>
                <a:gd name="connsiteY212" fmla="*/ 141682 h 500623"/>
                <a:gd name="connsiteX213" fmla="*/ 2076707 w 2915191"/>
                <a:gd name="connsiteY213" fmla="*/ 136408 h 500623"/>
                <a:gd name="connsiteX214" fmla="*/ 2086451 w 2915191"/>
                <a:gd name="connsiteY214" fmla="*/ 138498 h 500623"/>
                <a:gd name="connsiteX215" fmla="*/ 2096210 w 2915191"/>
                <a:gd name="connsiteY215" fmla="*/ 111070 h 500623"/>
                <a:gd name="connsiteX216" fmla="*/ 2105954 w 2915191"/>
                <a:gd name="connsiteY216" fmla="*/ 149423 h 500623"/>
                <a:gd name="connsiteX217" fmla="*/ 2115697 w 2915191"/>
                <a:gd name="connsiteY217" fmla="*/ 166658 h 500623"/>
                <a:gd name="connsiteX218" fmla="*/ 2125456 w 2915191"/>
                <a:gd name="connsiteY218" fmla="*/ 162600 h 500623"/>
                <a:gd name="connsiteX219" fmla="*/ 2135200 w 2915191"/>
                <a:gd name="connsiteY219" fmla="*/ 155687 h 500623"/>
                <a:gd name="connsiteX220" fmla="*/ 2144959 w 2915191"/>
                <a:gd name="connsiteY220" fmla="*/ 144721 h 500623"/>
                <a:gd name="connsiteX221" fmla="*/ 2154703 w 2915191"/>
                <a:gd name="connsiteY221" fmla="*/ 155749 h 500623"/>
                <a:gd name="connsiteX222" fmla="*/ 2164447 w 2915191"/>
                <a:gd name="connsiteY222" fmla="*/ 143197 h 500623"/>
                <a:gd name="connsiteX223" fmla="*/ 2174206 w 2915191"/>
                <a:gd name="connsiteY223" fmla="*/ 108770 h 500623"/>
                <a:gd name="connsiteX224" fmla="*/ 2183950 w 2915191"/>
                <a:gd name="connsiteY224" fmla="*/ 124420 h 500623"/>
                <a:gd name="connsiteX225" fmla="*/ 2193709 w 2915191"/>
                <a:gd name="connsiteY225" fmla="*/ 153564 h 500623"/>
                <a:gd name="connsiteX226" fmla="*/ 2203452 w 2915191"/>
                <a:gd name="connsiteY226" fmla="*/ 166536 h 500623"/>
                <a:gd name="connsiteX227" fmla="*/ 2213196 w 2915191"/>
                <a:gd name="connsiteY227" fmla="*/ 160817 h 500623"/>
                <a:gd name="connsiteX228" fmla="*/ 2222955 w 2915191"/>
                <a:gd name="connsiteY228" fmla="*/ 195452 h 500623"/>
                <a:gd name="connsiteX229" fmla="*/ 2232699 w 2915191"/>
                <a:gd name="connsiteY229" fmla="*/ 164626 h 500623"/>
                <a:gd name="connsiteX230" fmla="*/ 2242458 w 2915191"/>
                <a:gd name="connsiteY230" fmla="*/ 126081 h 500623"/>
                <a:gd name="connsiteX231" fmla="*/ 2252202 w 2915191"/>
                <a:gd name="connsiteY231" fmla="*/ 171401 h 500623"/>
                <a:gd name="connsiteX232" fmla="*/ 2261946 w 2915191"/>
                <a:gd name="connsiteY232" fmla="*/ 199046 h 500623"/>
                <a:gd name="connsiteX233" fmla="*/ 2271705 w 2915191"/>
                <a:gd name="connsiteY233" fmla="*/ 207427 h 500623"/>
                <a:gd name="connsiteX234" fmla="*/ 2281449 w 2915191"/>
                <a:gd name="connsiteY234" fmla="*/ 229794 h 500623"/>
                <a:gd name="connsiteX235" fmla="*/ 2291208 w 2915191"/>
                <a:gd name="connsiteY235" fmla="*/ 248954 h 500623"/>
                <a:gd name="connsiteX236" fmla="*/ 2300951 w 2915191"/>
                <a:gd name="connsiteY236" fmla="*/ 205101 h 500623"/>
                <a:gd name="connsiteX237" fmla="*/ 2310695 w 2915191"/>
                <a:gd name="connsiteY237" fmla="*/ 184820 h 500623"/>
                <a:gd name="connsiteX238" fmla="*/ 2320454 w 2915191"/>
                <a:gd name="connsiteY238" fmla="*/ 185452 h 500623"/>
                <a:gd name="connsiteX239" fmla="*/ 2330198 w 2915191"/>
                <a:gd name="connsiteY239" fmla="*/ 185060 h 500623"/>
                <a:gd name="connsiteX240" fmla="*/ 2339957 w 2915191"/>
                <a:gd name="connsiteY240" fmla="*/ 205564 h 500623"/>
                <a:gd name="connsiteX241" fmla="*/ 2349701 w 2915191"/>
                <a:gd name="connsiteY241" fmla="*/ 201442 h 500623"/>
                <a:gd name="connsiteX242" fmla="*/ 2359445 w 2915191"/>
                <a:gd name="connsiteY242" fmla="*/ 201783 h 500623"/>
                <a:gd name="connsiteX243" fmla="*/ 2369204 w 2915191"/>
                <a:gd name="connsiteY243" fmla="*/ 158559 h 500623"/>
                <a:gd name="connsiteX244" fmla="*/ 2378948 w 2915191"/>
                <a:gd name="connsiteY244" fmla="*/ 166812 h 500623"/>
                <a:gd name="connsiteX245" fmla="*/ 2388692 w 2915191"/>
                <a:gd name="connsiteY245" fmla="*/ 110425 h 500623"/>
                <a:gd name="connsiteX246" fmla="*/ 2398450 w 2915191"/>
                <a:gd name="connsiteY246" fmla="*/ 123715 h 500623"/>
                <a:gd name="connsiteX247" fmla="*/ 2408194 w 2915191"/>
                <a:gd name="connsiteY247" fmla="*/ 113757 h 500623"/>
                <a:gd name="connsiteX248" fmla="*/ 2417953 w 2915191"/>
                <a:gd name="connsiteY248" fmla="*/ 119829 h 500623"/>
                <a:gd name="connsiteX249" fmla="*/ 2427697 w 2915191"/>
                <a:gd name="connsiteY249" fmla="*/ 127727 h 500623"/>
                <a:gd name="connsiteX250" fmla="*/ 2437441 w 2915191"/>
                <a:gd name="connsiteY250" fmla="*/ 122788 h 500623"/>
                <a:gd name="connsiteX251" fmla="*/ 2447200 w 2915191"/>
                <a:gd name="connsiteY251" fmla="*/ 123903 h 500623"/>
                <a:gd name="connsiteX252" fmla="*/ 2456944 w 2915191"/>
                <a:gd name="connsiteY252" fmla="*/ 115509 h 500623"/>
                <a:gd name="connsiteX253" fmla="*/ 2466703 w 2915191"/>
                <a:gd name="connsiteY253" fmla="*/ 127374 h 500623"/>
                <a:gd name="connsiteX254" fmla="*/ 2476446 w 2915191"/>
                <a:gd name="connsiteY254" fmla="*/ 141722 h 500623"/>
                <a:gd name="connsiteX255" fmla="*/ 2486190 w 2915191"/>
                <a:gd name="connsiteY255" fmla="*/ 155471 h 500623"/>
                <a:gd name="connsiteX256" fmla="*/ 2495949 w 2915191"/>
                <a:gd name="connsiteY256" fmla="*/ 129024 h 500623"/>
                <a:gd name="connsiteX257" fmla="*/ 2505693 w 2915191"/>
                <a:gd name="connsiteY257" fmla="*/ 119044 h 500623"/>
                <a:gd name="connsiteX258" fmla="*/ 2515452 w 2915191"/>
                <a:gd name="connsiteY258" fmla="*/ 121744 h 500623"/>
                <a:gd name="connsiteX259" fmla="*/ 2525196 w 2915191"/>
                <a:gd name="connsiteY259" fmla="*/ 136169 h 500623"/>
                <a:gd name="connsiteX260" fmla="*/ 2534940 w 2915191"/>
                <a:gd name="connsiteY260" fmla="*/ 191310 h 500623"/>
                <a:gd name="connsiteX261" fmla="*/ 2544699 w 2915191"/>
                <a:gd name="connsiteY261" fmla="*/ 226272 h 500623"/>
                <a:gd name="connsiteX262" fmla="*/ 2554443 w 2915191"/>
                <a:gd name="connsiteY262" fmla="*/ 258254 h 500623"/>
                <a:gd name="connsiteX263" fmla="*/ 2564202 w 2915191"/>
                <a:gd name="connsiteY263" fmla="*/ 247201 h 500623"/>
                <a:gd name="connsiteX264" fmla="*/ 2573946 w 2915191"/>
                <a:gd name="connsiteY264" fmla="*/ 210374 h 500623"/>
                <a:gd name="connsiteX265" fmla="*/ 2583690 w 2915191"/>
                <a:gd name="connsiteY265" fmla="*/ 174171 h 500623"/>
                <a:gd name="connsiteX266" fmla="*/ 2593448 w 2915191"/>
                <a:gd name="connsiteY266" fmla="*/ 189697 h 500623"/>
                <a:gd name="connsiteX267" fmla="*/ 2603192 w 2915191"/>
                <a:gd name="connsiteY267" fmla="*/ 184688 h 500623"/>
                <a:gd name="connsiteX268" fmla="*/ 2612951 w 2915191"/>
                <a:gd name="connsiteY268" fmla="*/ 179683 h 500623"/>
                <a:gd name="connsiteX269" fmla="*/ 2622695 w 2915191"/>
                <a:gd name="connsiteY269" fmla="*/ 154571 h 500623"/>
                <a:gd name="connsiteX270" fmla="*/ 2632439 w 2915191"/>
                <a:gd name="connsiteY270" fmla="*/ 140089 h 500623"/>
                <a:gd name="connsiteX271" fmla="*/ 2642198 w 2915191"/>
                <a:gd name="connsiteY271" fmla="*/ 164798 h 500623"/>
                <a:gd name="connsiteX272" fmla="*/ 2651942 w 2915191"/>
                <a:gd name="connsiteY272" fmla="*/ 170447 h 500623"/>
                <a:gd name="connsiteX273" fmla="*/ 2661685 w 2915191"/>
                <a:gd name="connsiteY273" fmla="*/ 168923 h 500623"/>
                <a:gd name="connsiteX274" fmla="*/ 2671444 w 2915191"/>
                <a:gd name="connsiteY274" fmla="*/ 144775 h 500623"/>
                <a:gd name="connsiteX275" fmla="*/ 2681188 w 2915191"/>
                <a:gd name="connsiteY275" fmla="*/ 135162 h 500623"/>
                <a:gd name="connsiteX276" fmla="*/ 2690947 w 2915191"/>
                <a:gd name="connsiteY276" fmla="*/ 104346 h 500623"/>
                <a:gd name="connsiteX277" fmla="*/ 2700691 w 2915191"/>
                <a:gd name="connsiteY277" fmla="*/ 115203 h 500623"/>
                <a:gd name="connsiteX278" fmla="*/ 2710435 w 2915191"/>
                <a:gd name="connsiteY278" fmla="*/ 89327 h 500623"/>
                <a:gd name="connsiteX279" fmla="*/ 2720194 w 2915191"/>
                <a:gd name="connsiteY279" fmla="*/ 123450 h 500623"/>
                <a:gd name="connsiteX280" fmla="*/ 2729938 w 2915191"/>
                <a:gd name="connsiteY280" fmla="*/ 144508 h 500623"/>
                <a:gd name="connsiteX281" fmla="*/ 2739697 w 2915191"/>
                <a:gd name="connsiteY281" fmla="*/ 122955 h 500623"/>
                <a:gd name="connsiteX282" fmla="*/ 2749441 w 2915191"/>
                <a:gd name="connsiteY282" fmla="*/ 128432 h 500623"/>
                <a:gd name="connsiteX283" fmla="*/ 2759185 w 2915191"/>
                <a:gd name="connsiteY283" fmla="*/ 124666 h 500623"/>
                <a:gd name="connsiteX284" fmla="*/ 2768943 w 2915191"/>
                <a:gd name="connsiteY284" fmla="*/ 153448 h 500623"/>
                <a:gd name="connsiteX285" fmla="*/ 2778687 w 2915191"/>
                <a:gd name="connsiteY285" fmla="*/ 156913 h 500623"/>
                <a:gd name="connsiteX286" fmla="*/ 2788446 w 2915191"/>
                <a:gd name="connsiteY286" fmla="*/ 173865 h 500623"/>
                <a:gd name="connsiteX287" fmla="*/ 2798190 w 2915191"/>
                <a:gd name="connsiteY287" fmla="*/ 175024 h 500623"/>
                <a:gd name="connsiteX288" fmla="*/ 2807934 w 2915191"/>
                <a:gd name="connsiteY288" fmla="*/ 150673 h 500623"/>
                <a:gd name="connsiteX289" fmla="*/ 2817693 w 2915191"/>
                <a:gd name="connsiteY289" fmla="*/ 159651 h 500623"/>
                <a:gd name="connsiteX290" fmla="*/ 2827437 w 2915191"/>
                <a:gd name="connsiteY290" fmla="*/ 171547 h 500623"/>
                <a:gd name="connsiteX291" fmla="*/ 2837196 w 2915191"/>
                <a:gd name="connsiteY291" fmla="*/ 173576 h 500623"/>
                <a:gd name="connsiteX292" fmla="*/ 2846940 w 2915191"/>
                <a:gd name="connsiteY292" fmla="*/ 155937 h 500623"/>
                <a:gd name="connsiteX293" fmla="*/ 2856684 w 2915191"/>
                <a:gd name="connsiteY293" fmla="*/ 137179 h 500623"/>
                <a:gd name="connsiteX294" fmla="*/ 2866442 w 2915191"/>
                <a:gd name="connsiteY294" fmla="*/ 182794 h 500623"/>
                <a:gd name="connsiteX295" fmla="*/ 2876186 w 2915191"/>
                <a:gd name="connsiteY295" fmla="*/ 184253 h 500623"/>
                <a:gd name="connsiteX296" fmla="*/ 2885945 w 2915191"/>
                <a:gd name="connsiteY296" fmla="*/ 205785 h 500623"/>
                <a:gd name="connsiteX297" fmla="*/ 2895689 w 2915191"/>
                <a:gd name="connsiteY297" fmla="*/ 205972 h 500623"/>
                <a:gd name="connsiteX298" fmla="*/ 2905433 w 2915191"/>
                <a:gd name="connsiteY298" fmla="*/ 185521 h 500623"/>
                <a:gd name="connsiteX299" fmla="*/ 2915192 w 2915191"/>
                <a:gd name="connsiteY299" fmla="*/ 168881 h 500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00623">
                  <a:moveTo>
                    <a:pt x="0" y="415652"/>
                  </a:moveTo>
                  <a:lnTo>
                    <a:pt x="9750" y="451222"/>
                  </a:lnTo>
                  <a:lnTo>
                    <a:pt x="19500" y="490370"/>
                  </a:lnTo>
                  <a:lnTo>
                    <a:pt x="29250" y="500624"/>
                  </a:lnTo>
                  <a:lnTo>
                    <a:pt x="39000" y="456849"/>
                  </a:lnTo>
                  <a:lnTo>
                    <a:pt x="48749" y="457652"/>
                  </a:lnTo>
                  <a:lnTo>
                    <a:pt x="58499" y="432489"/>
                  </a:lnTo>
                  <a:lnTo>
                    <a:pt x="68249" y="446038"/>
                  </a:lnTo>
                  <a:lnTo>
                    <a:pt x="77998" y="431182"/>
                  </a:lnTo>
                  <a:lnTo>
                    <a:pt x="87748" y="413190"/>
                  </a:lnTo>
                  <a:lnTo>
                    <a:pt x="97497" y="389064"/>
                  </a:lnTo>
                  <a:lnTo>
                    <a:pt x="107247" y="373698"/>
                  </a:lnTo>
                  <a:lnTo>
                    <a:pt x="116997" y="406727"/>
                  </a:lnTo>
                  <a:lnTo>
                    <a:pt x="126747" y="382968"/>
                  </a:lnTo>
                  <a:lnTo>
                    <a:pt x="136497" y="413106"/>
                  </a:lnTo>
                  <a:lnTo>
                    <a:pt x="146247" y="442544"/>
                  </a:lnTo>
                  <a:lnTo>
                    <a:pt x="155997" y="439769"/>
                  </a:lnTo>
                  <a:lnTo>
                    <a:pt x="165747" y="422323"/>
                  </a:lnTo>
                  <a:lnTo>
                    <a:pt x="175497" y="443853"/>
                  </a:lnTo>
                  <a:lnTo>
                    <a:pt x="185247" y="447348"/>
                  </a:lnTo>
                  <a:lnTo>
                    <a:pt x="194996" y="428390"/>
                  </a:lnTo>
                  <a:lnTo>
                    <a:pt x="204746" y="425585"/>
                  </a:lnTo>
                  <a:lnTo>
                    <a:pt x="214495" y="453737"/>
                  </a:lnTo>
                  <a:lnTo>
                    <a:pt x="224245" y="454350"/>
                  </a:lnTo>
                  <a:lnTo>
                    <a:pt x="233995" y="437824"/>
                  </a:lnTo>
                  <a:lnTo>
                    <a:pt x="243744" y="451716"/>
                  </a:lnTo>
                  <a:lnTo>
                    <a:pt x="253494" y="428279"/>
                  </a:lnTo>
                  <a:lnTo>
                    <a:pt x="263244" y="386797"/>
                  </a:lnTo>
                  <a:lnTo>
                    <a:pt x="272994" y="381059"/>
                  </a:lnTo>
                  <a:lnTo>
                    <a:pt x="282744" y="369022"/>
                  </a:lnTo>
                  <a:lnTo>
                    <a:pt x="292494" y="415069"/>
                  </a:lnTo>
                  <a:lnTo>
                    <a:pt x="302244" y="375821"/>
                  </a:lnTo>
                  <a:lnTo>
                    <a:pt x="311994" y="356154"/>
                  </a:lnTo>
                  <a:lnTo>
                    <a:pt x="321744" y="319013"/>
                  </a:lnTo>
                  <a:lnTo>
                    <a:pt x="331493" y="303862"/>
                  </a:lnTo>
                  <a:lnTo>
                    <a:pt x="341243" y="313145"/>
                  </a:lnTo>
                  <a:lnTo>
                    <a:pt x="350993" y="326584"/>
                  </a:lnTo>
                  <a:lnTo>
                    <a:pt x="360742" y="326483"/>
                  </a:lnTo>
                  <a:lnTo>
                    <a:pt x="370492" y="332305"/>
                  </a:lnTo>
                  <a:lnTo>
                    <a:pt x="380241" y="332946"/>
                  </a:lnTo>
                  <a:lnTo>
                    <a:pt x="389991" y="355488"/>
                  </a:lnTo>
                  <a:lnTo>
                    <a:pt x="399741" y="374547"/>
                  </a:lnTo>
                  <a:lnTo>
                    <a:pt x="409491" y="357668"/>
                  </a:lnTo>
                  <a:lnTo>
                    <a:pt x="419241" y="327270"/>
                  </a:lnTo>
                  <a:lnTo>
                    <a:pt x="428991" y="326279"/>
                  </a:lnTo>
                  <a:lnTo>
                    <a:pt x="438741" y="331632"/>
                  </a:lnTo>
                  <a:lnTo>
                    <a:pt x="448491" y="331914"/>
                  </a:lnTo>
                  <a:lnTo>
                    <a:pt x="458241" y="296566"/>
                  </a:lnTo>
                  <a:lnTo>
                    <a:pt x="467991" y="292169"/>
                  </a:lnTo>
                  <a:lnTo>
                    <a:pt x="477740" y="242158"/>
                  </a:lnTo>
                  <a:lnTo>
                    <a:pt x="487490" y="242065"/>
                  </a:lnTo>
                  <a:lnTo>
                    <a:pt x="497239" y="203107"/>
                  </a:lnTo>
                  <a:lnTo>
                    <a:pt x="506989" y="149459"/>
                  </a:lnTo>
                  <a:lnTo>
                    <a:pt x="516738" y="122239"/>
                  </a:lnTo>
                  <a:lnTo>
                    <a:pt x="526488" y="155694"/>
                  </a:lnTo>
                  <a:lnTo>
                    <a:pt x="536238" y="154482"/>
                  </a:lnTo>
                  <a:lnTo>
                    <a:pt x="545988" y="146749"/>
                  </a:lnTo>
                  <a:lnTo>
                    <a:pt x="555738" y="153267"/>
                  </a:lnTo>
                  <a:lnTo>
                    <a:pt x="565488" y="131990"/>
                  </a:lnTo>
                  <a:lnTo>
                    <a:pt x="575238" y="148795"/>
                  </a:lnTo>
                  <a:lnTo>
                    <a:pt x="584988" y="137190"/>
                  </a:lnTo>
                  <a:lnTo>
                    <a:pt x="594738" y="125874"/>
                  </a:lnTo>
                  <a:lnTo>
                    <a:pt x="604488" y="127197"/>
                  </a:lnTo>
                  <a:lnTo>
                    <a:pt x="614237" y="127026"/>
                  </a:lnTo>
                  <a:lnTo>
                    <a:pt x="623987" y="151923"/>
                  </a:lnTo>
                  <a:lnTo>
                    <a:pt x="633736" y="143245"/>
                  </a:lnTo>
                  <a:lnTo>
                    <a:pt x="643486" y="139231"/>
                  </a:lnTo>
                  <a:lnTo>
                    <a:pt x="653236" y="163835"/>
                  </a:lnTo>
                  <a:lnTo>
                    <a:pt x="662985" y="157899"/>
                  </a:lnTo>
                  <a:lnTo>
                    <a:pt x="672735" y="178199"/>
                  </a:lnTo>
                  <a:lnTo>
                    <a:pt x="682485" y="159313"/>
                  </a:lnTo>
                  <a:lnTo>
                    <a:pt x="692235" y="193535"/>
                  </a:lnTo>
                  <a:lnTo>
                    <a:pt x="701985" y="202534"/>
                  </a:lnTo>
                  <a:lnTo>
                    <a:pt x="711735" y="213753"/>
                  </a:lnTo>
                  <a:lnTo>
                    <a:pt x="721485" y="192045"/>
                  </a:lnTo>
                  <a:lnTo>
                    <a:pt x="731235" y="164120"/>
                  </a:lnTo>
                  <a:lnTo>
                    <a:pt x="740985" y="175900"/>
                  </a:lnTo>
                  <a:lnTo>
                    <a:pt x="750734" y="144198"/>
                  </a:lnTo>
                  <a:lnTo>
                    <a:pt x="760484" y="155666"/>
                  </a:lnTo>
                  <a:lnTo>
                    <a:pt x="770233" y="162159"/>
                  </a:lnTo>
                  <a:lnTo>
                    <a:pt x="779983" y="180050"/>
                  </a:lnTo>
                  <a:lnTo>
                    <a:pt x="789733" y="175704"/>
                  </a:lnTo>
                  <a:lnTo>
                    <a:pt x="799482" y="135533"/>
                  </a:lnTo>
                  <a:lnTo>
                    <a:pt x="809232" y="101750"/>
                  </a:lnTo>
                  <a:lnTo>
                    <a:pt x="818982" y="82227"/>
                  </a:lnTo>
                  <a:lnTo>
                    <a:pt x="828732" y="83185"/>
                  </a:lnTo>
                  <a:lnTo>
                    <a:pt x="838482" y="62804"/>
                  </a:lnTo>
                  <a:lnTo>
                    <a:pt x="848232" y="59880"/>
                  </a:lnTo>
                  <a:lnTo>
                    <a:pt x="857982" y="78649"/>
                  </a:lnTo>
                  <a:lnTo>
                    <a:pt x="867732" y="52859"/>
                  </a:lnTo>
                  <a:lnTo>
                    <a:pt x="877482" y="56075"/>
                  </a:lnTo>
                  <a:lnTo>
                    <a:pt x="887231" y="16422"/>
                  </a:lnTo>
                  <a:lnTo>
                    <a:pt x="896981" y="4446"/>
                  </a:lnTo>
                  <a:lnTo>
                    <a:pt x="906730" y="4571"/>
                  </a:lnTo>
                  <a:lnTo>
                    <a:pt x="916480" y="0"/>
                  </a:lnTo>
                  <a:lnTo>
                    <a:pt x="926230" y="40224"/>
                  </a:lnTo>
                  <a:lnTo>
                    <a:pt x="935979" y="78687"/>
                  </a:lnTo>
                  <a:lnTo>
                    <a:pt x="945729" y="68802"/>
                  </a:lnTo>
                  <a:lnTo>
                    <a:pt x="955479" y="63438"/>
                  </a:lnTo>
                  <a:lnTo>
                    <a:pt x="965229" y="52197"/>
                  </a:lnTo>
                  <a:lnTo>
                    <a:pt x="974979" y="72756"/>
                  </a:lnTo>
                  <a:lnTo>
                    <a:pt x="984729" y="36495"/>
                  </a:lnTo>
                  <a:lnTo>
                    <a:pt x="994474" y="52550"/>
                  </a:lnTo>
                  <a:lnTo>
                    <a:pt x="1004233" y="48145"/>
                  </a:lnTo>
                  <a:lnTo>
                    <a:pt x="1013977" y="64554"/>
                  </a:lnTo>
                  <a:lnTo>
                    <a:pt x="1023721" y="79575"/>
                  </a:lnTo>
                  <a:lnTo>
                    <a:pt x="1033480" y="108782"/>
                  </a:lnTo>
                  <a:lnTo>
                    <a:pt x="1043224" y="108925"/>
                  </a:lnTo>
                  <a:lnTo>
                    <a:pt x="1052983" y="123632"/>
                  </a:lnTo>
                  <a:lnTo>
                    <a:pt x="1062727" y="83483"/>
                  </a:lnTo>
                  <a:lnTo>
                    <a:pt x="1072471" y="110257"/>
                  </a:lnTo>
                  <a:lnTo>
                    <a:pt x="1082230" y="109037"/>
                  </a:lnTo>
                  <a:lnTo>
                    <a:pt x="1091973" y="105002"/>
                  </a:lnTo>
                  <a:lnTo>
                    <a:pt x="1101732" y="111304"/>
                  </a:lnTo>
                  <a:lnTo>
                    <a:pt x="1111476" y="89520"/>
                  </a:lnTo>
                  <a:lnTo>
                    <a:pt x="1121220" y="90998"/>
                  </a:lnTo>
                  <a:lnTo>
                    <a:pt x="1130979" y="105027"/>
                  </a:lnTo>
                  <a:lnTo>
                    <a:pt x="1140723" y="129030"/>
                  </a:lnTo>
                  <a:lnTo>
                    <a:pt x="1150482" y="196015"/>
                  </a:lnTo>
                  <a:lnTo>
                    <a:pt x="1160226" y="224365"/>
                  </a:lnTo>
                  <a:lnTo>
                    <a:pt x="1169969" y="176778"/>
                  </a:lnTo>
                  <a:lnTo>
                    <a:pt x="1179728" y="153074"/>
                  </a:lnTo>
                  <a:lnTo>
                    <a:pt x="1189472" y="159131"/>
                  </a:lnTo>
                  <a:lnTo>
                    <a:pt x="1199231" y="160767"/>
                  </a:lnTo>
                  <a:lnTo>
                    <a:pt x="1208975" y="147565"/>
                  </a:lnTo>
                  <a:lnTo>
                    <a:pt x="1218719" y="120382"/>
                  </a:lnTo>
                  <a:lnTo>
                    <a:pt x="1228478" y="150411"/>
                  </a:lnTo>
                  <a:lnTo>
                    <a:pt x="1238222" y="184780"/>
                  </a:lnTo>
                  <a:lnTo>
                    <a:pt x="1247966" y="178214"/>
                  </a:lnTo>
                  <a:lnTo>
                    <a:pt x="1257725" y="176882"/>
                  </a:lnTo>
                  <a:lnTo>
                    <a:pt x="1267469" y="202778"/>
                  </a:lnTo>
                  <a:lnTo>
                    <a:pt x="1277227" y="207798"/>
                  </a:lnTo>
                  <a:lnTo>
                    <a:pt x="1286971" y="203641"/>
                  </a:lnTo>
                  <a:lnTo>
                    <a:pt x="1296715" y="217190"/>
                  </a:lnTo>
                  <a:lnTo>
                    <a:pt x="1306474" y="220782"/>
                  </a:lnTo>
                  <a:lnTo>
                    <a:pt x="1316218" y="212689"/>
                  </a:lnTo>
                  <a:lnTo>
                    <a:pt x="1325977" y="202248"/>
                  </a:lnTo>
                  <a:lnTo>
                    <a:pt x="1335721" y="209933"/>
                  </a:lnTo>
                  <a:lnTo>
                    <a:pt x="1345465" y="227214"/>
                  </a:lnTo>
                  <a:lnTo>
                    <a:pt x="1355224" y="267715"/>
                  </a:lnTo>
                  <a:lnTo>
                    <a:pt x="1364967" y="251331"/>
                  </a:lnTo>
                  <a:lnTo>
                    <a:pt x="1374726" y="210843"/>
                  </a:lnTo>
                  <a:lnTo>
                    <a:pt x="1384470" y="213955"/>
                  </a:lnTo>
                  <a:lnTo>
                    <a:pt x="1394214" y="197806"/>
                  </a:lnTo>
                  <a:lnTo>
                    <a:pt x="1403973" y="224282"/>
                  </a:lnTo>
                  <a:lnTo>
                    <a:pt x="1413717" y="189475"/>
                  </a:lnTo>
                  <a:lnTo>
                    <a:pt x="1423476" y="180182"/>
                  </a:lnTo>
                  <a:lnTo>
                    <a:pt x="1433220" y="161290"/>
                  </a:lnTo>
                  <a:lnTo>
                    <a:pt x="1442964" y="119816"/>
                  </a:lnTo>
                  <a:lnTo>
                    <a:pt x="1452722" y="119478"/>
                  </a:lnTo>
                  <a:lnTo>
                    <a:pt x="1462466" y="136849"/>
                  </a:lnTo>
                  <a:lnTo>
                    <a:pt x="1472225" y="163178"/>
                  </a:lnTo>
                  <a:lnTo>
                    <a:pt x="1481969" y="176234"/>
                  </a:lnTo>
                  <a:lnTo>
                    <a:pt x="1491713" y="172581"/>
                  </a:lnTo>
                  <a:lnTo>
                    <a:pt x="1501472" y="188074"/>
                  </a:lnTo>
                  <a:lnTo>
                    <a:pt x="1511216" y="137963"/>
                  </a:lnTo>
                  <a:lnTo>
                    <a:pt x="1520960" y="120507"/>
                  </a:lnTo>
                  <a:lnTo>
                    <a:pt x="1530719" y="129852"/>
                  </a:lnTo>
                  <a:lnTo>
                    <a:pt x="1540463" y="110018"/>
                  </a:lnTo>
                  <a:lnTo>
                    <a:pt x="1550221" y="117970"/>
                  </a:lnTo>
                  <a:lnTo>
                    <a:pt x="1559965" y="105251"/>
                  </a:lnTo>
                  <a:lnTo>
                    <a:pt x="1569709" y="87602"/>
                  </a:lnTo>
                  <a:lnTo>
                    <a:pt x="1579468" y="89665"/>
                  </a:lnTo>
                  <a:lnTo>
                    <a:pt x="1589212" y="123167"/>
                  </a:lnTo>
                  <a:lnTo>
                    <a:pt x="1598971" y="139249"/>
                  </a:lnTo>
                  <a:lnTo>
                    <a:pt x="1608715" y="94407"/>
                  </a:lnTo>
                  <a:lnTo>
                    <a:pt x="1618459" y="97603"/>
                  </a:lnTo>
                  <a:lnTo>
                    <a:pt x="1628218" y="139621"/>
                  </a:lnTo>
                  <a:lnTo>
                    <a:pt x="1637962" y="130263"/>
                  </a:lnTo>
                  <a:lnTo>
                    <a:pt x="1647720" y="133429"/>
                  </a:lnTo>
                  <a:lnTo>
                    <a:pt x="1657464" y="117356"/>
                  </a:lnTo>
                  <a:lnTo>
                    <a:pt x="1667208" y="117733"/>
                  </a:lnTo>
                  <a:lnTo>
                    <a:pt x="1676967" y="126795"/>
                  </a:lnTo>
                  <a:lnTo>
                    <a:pt x="1686711" y="121255"/>
                  </a:lnTo>
                  <a:lnTo>
                    <a:pt x="1696470" y="162761"/>
                  </a:lnTo>
                  <a:lnTo>
                    <a:pt x="1706214" y="136598"/>
                  </a:lnTo>
                  <a:lnTo>
                    <a:pt x="1715958" y="147986"/>
                  </a:lnTo>
                  <a:lnTo>
                    <a:pt x="1725716" y="131699"/>
                  </a:lnTo>
                  <a:lnTo>
                    <a:pt x="1735460" y="143304"/>
                  </a:lnTo>
                  <a:lnTo>
                    <a:pt x="1745219" y="124928"/>
                  </a:lnTo>
                  <a:lnTo>
                    <a:pt x="1754963" y="126784"/>
                  </a:lnTo>
                  <a:lnTo>
                    <a:pt x="1764707" y="161609"/>
                  </a:lnTo>
                  <a:lnTo>
                    <a:pt x="1774466" y="142680"/>
                  </a:lnTo>
                  <a:lnTo>
                    <a:pt x="1784210" y="127884"/>
                  </a:lnTo>
                  <a:lnTo>
                    <a:pt x="1793969" y="131184"/>
                  </a:lnTo>
                  <a:lnTo>
                    <a:pt x="1803713" y="140846"/>
                  </a:lnTo>
                  <a:lnTo>
                    <a:pt x="1813457" y="156880"/>
                  </a:lnTo>
                  <a:lnTo>
                    <a:pt x="1823215" y="174439"/>
                  </a:lnTo>
                  <a:lnTo>
                    <a:pt x="1832959" y="161436"/>
                  </a:lnTo>
                  <a:lnTo>
                    <a:pt x="1842703" y="196993"/>
                  </a:lnTo>
                  <a:lnTo>
                    <a:pt x="1852462" y="190101"/>
                  </a:lnTo>
                  <a:lnTo>
                    <a:pt x="1862206" y="206345"/>
                  </a:lnTo>
                  <a:lnTo>
                    <a:pt x="1871965" y="181993"/>
                  </a:lnTo>
                  <a:lnTo>
                    <a:pt x="1881709" y="192085"/>
                  </a:lnTo>
                  <a:lnTo>
                    <a:pt x="1891453" y="194526"/>
                  </a:lnTo>
                  <a:lnTo>
                    <a:pt x="1901212" y="196728"/>
                  </a:lnTo>
                  <a:lnTo>
                    <a:pt x="1910956" y="190416"/>
                  </a:lnTo>
                  <a:lnTo>
                    <a:pt x="1920714" y="209025"/>
                  </a:lnTo>
                  <a:lnTo>
                    <a:pt x="1930458" y="194388"/>
                  </a:lnTo>
                  <a:lnTo>
                    <a:pt x="1940202" y="184908"/>
                  </a:lnTo>
                  <a:lnTo>
                    <a:pt x="1949961" y="195650"/>
                  </a:lnTo>
                  <a:lnTo>
                    <a:pt x="1959705" y="211044"/>
                  </a:lnTo>
                  <a:lnTo>
                    <a:pt x="1969464" y="210771"/>
                  </a:lnTo>
                  <a:lnTo>
                    <a:pt x="1979208" y="186467"/>
                  </a:lnTo>
                  <a:lnTo>
                    <a:pt x="1988952" y="177557"/>
                  </a:lnTo>
                  <a:lnTo>
                    <a:pt x="1998711" y="175069"/>
                  </a:lnTo>
                  <a:lnTo>
                    <a:pt x="2008454" y="152373"/>
                  </a:lnTo>
                  <a:lnTo>
                    <a:pt x="2018213" y="157396"/>
                  </a:lnTo>
                  <a:lnTo>
                    <a:pt x="2027957" y="169418"/>
                  </a:lnTo>
                  <a:lnTo>
                    <a:pt x="2037701" y="179180"/>
                  </a:lnTo>
                  <a:lnTo>
                    <a:pt x="2047460" y="154182"/>
                  </a:lnTo>
                  <a:lnTo>
                    <a:pt x="2057204" y="131364"/>
                  </a:lnTo>
                  <a:lnTo>
                    <a:pt x="2066963" y="141682"/>
                  </a:lnTo>
                  <a:lnTo>
                    <a:pt x="2076707" y="136408"/>
                  </a:lnTo>
                  <a:lnTo>
                    <a:pt x="2086451" y="138498"/>
                  </a:lnTo>
                  <a:lnTo>
                    <a:pt x="2096210" y="111070"/>
                  </a:lnTo>
                  <a:lnTo>
                    <a:pt x="2105954" y="149423"/>
                  </a:lnTo>
                  <a:lnTo>
                    <a:pt x="2115697" y="166658"/>
                  </a:lnTo>
                  <a:lnTo>
                    <a:pt x="2125456" y="162600"/>
                  </a:lnTo>
                  <a:lnTo>
                    <a:pt x="2135200" y="155687"/>
                  </a:lnTo>
                  <a:lnTo>
                    <a:pt x="2144959" y="144721"/>
                  </a:lnTo>
                  <a:lnTo>
                    <a:pt x="2154703" y="155749"/>
                  </a:lnTo>
                  <a:lnTo>
                    <a:pt x="2164447" y="143197"/>
                  </a:lnTo>
                  <a:lnTo>
                    <a:pt x="2174206" y="108770"/>
                  </a:lnTo>
                  <a:lnTo>
                    <a:pt x="2183950" y="124420"/>
                  </a:lnTo>
                  <a:lnTo>
                    <a:pt x="2193709" y="153564"/>
                  </a:lnTo>
                  <a:lnTo>
                    <a:pt x="2203452" y="166536"/>
                  </a:lnTo>
                  <a:lnTo>
                    <a:pt x="2213196" y="160817"/>
                  </a:lnTo>
                  <a:lnTo>
                    <a:pt x="2222955" y="195452"/>
                  </a:lnTo>
                  <a:lnTo>
                    <a:pt x="2232699" y="164626"/>
                  </a:lnTo>
                  <a:lnTo>
                    <a:pt x="2242458" y="126081"/>
                  </a:lnTo>
                  <a:lnTo>
                    <a:pt x="2252202" y="171401"/>
                  </a:lnTo>
                  <a:lnTo>
                    <a:pt x="2261946" y="199046"/>
                  </a:lnTo>
                  <a:lnTo>
                    <a:pt x="2271705" y="207427"/>
                  </a:lnTo>
                  <a:lnTo>
                    <a:pt x="2281449" y="229794"/>
                  </a:lnTo>
                  <a:lnTo>
                    <a:pt x="2291208" y="248954"/>
                  </a:lnTo>
                  <a:lnTo>
                    <a:pt x="2300951" y="205101"/>
                  </a:lnTo>
                  <a:lnTo>
                    <a:pt x="2310695" y="184820"/>
                  </a:lnTo>
                  <a:lnTo>
                    <a:pt x="2320454" y="185452"/>
                  </a:lnTo>
                  <a:lnTo>
                    <a:pt x="2330198" y="185060"/>
                  </a:lnTo>
                  <a:lnTo>
                    <a:pt x="2339957" y="205564"/>
                  </a:lnTo>
                  <a:lnTo>
                    <a:pt x="2349701" y="201442"/>
                  </a:lnTo>
                  <a:lnTo>
                    <a:pt x="2359445" y="201783"/>
                  </a:lnTo>
                  <a:lnTo>
                    <a:pt x="2369204" y="158559"/>
                  </a:lnTo>
                  <a:lnTo>
                    <a:pt x="2378948" y="166812"/>
                  </a:lnTo>
                  <a:lnTo>
                    <a:pt x="2388692" y="110425"/>
                  </a:lnTo>
                  <a:lnTo>
                    <a:pt x="2398450" y="123715"/>
                  </a:lnTo>
                  <a:lnTo>
                    <a:pt x="2408194" y="113757"/>
                  </a:lnTo>
                  <a:lnTo>
                    <a:pt x="2417953" y="119829"/>
                  </a:lnTo>
                  <a:lnTo>
                    <a:pt x="2427697" y="127727"/>
                  </a:lnTo>
                  <a:lnTo>
                    <a:pt x="2437441" y="122788"/>
                  </a:lnTo>
                  <a:lnTo>
                    <a:pt x="2447200" y="123903"/>
                  </a:lnTo>
                  <a:lnTo>
                    <a:pt x="2456944" y="115509"/>
                  </a:lnTo>
                  <a:lnTo>
                    <a:pt x="2466703" y="127374"/>
                  </a:lnTo>
                  <a:lnTo>
                    <a:pt x="2476446" y="141722"/>
                  </a:lnTo>
                  <a:lnTo>
                    <a:pt x="2486190" y="155471"/>
                  </a:lnTo>
                  <a:lnTo>
                    <a:pt x="2495949" y="129024"/>
                  </a:lnTo>
                  <a:lnTo>
                    <a:pt x="2505693" y="119044"/>
                  </a:lnTo>
                  <a:lnTo>
                    <a:pt x="2515452" y="121744"/>
                  </a:lnTo>
                  <a:lnTo>
                    <a:pt x="2525196" y="136169"/>
                  </a:lnTo>
                  <a:lnTo>
                    <a:pt x="2534940" y="191310"/>
                  </a:lnTo>
                  <a:lnTo>
                    <a:pt x="2544699" y="226272"/>
                  </a:lnTo>
                  <a:lnTo>
                    <a:pt x="2554443" y="258254"/>
                  </a:lnTo>
                  <a:lnTo>
                    <a:pt x="2564202" y="247201"/>
                  </a:lnTo>
                  <a:lnTo>
                    <a:pt x="2573946" y="210374"/>
                  </a:lnTo>
                  <a:lnTo>
                    <a:pt x="2583690" y="174171"/>
                  </a:lnTo>
                  <a:lnTo>
                    <a:pt x="2593448" y="189697"/>
                  </a:lnTo>
                  <a:lnTo>
                    <a:pt x="2603192" y="184688"/>
                  </a:lnTo>
                  <a:lnTo>
                    <a:pt x="2612951" y="179683"/>
                  </a:lnTo>
                  <a:lnTo>
                    <a:pt x="2622695" y="154571"/>
                  </a:lnTo>
                  <a:lnTo>
                    <a:pt x="2632439" y="140089"/>
                  </a:lnTo>
                  <a:lnTo>
                    <a:pt x="2642198" y="164798"/>
                  </a:lnTo>
                  <a:lnTo>
                    <a:pt x="2651942" y="170447"/>
                  </a:lnTo>
                  <a:lnTo>
                    <a:pt x="2661685" y="168923"/>
                  </a:lnTo>
                  <a:lnTo>
                    <a:pt x="2671444" y="144775"/>
                  </a:lnTo>
                  <a:lnTo>
                    <a:pt x="2681188" y="135162"/>
                  </a:lnTo>
                  <a:lnTo>
                    <a:pt x="2690947" y="104346"/>
                  </a:lnTo>
                  <a:lnTo>
                    <a:pt x="2700691" y="115203"/>
                  </a:lnTo>
                  <a:lnTo>
                    <a:pt x="2710435" y="89327"/>
                  </a:lnTo>
                  <a:lnTo>
                    <a:pt x="2720194" y="123450"/>
                  </a:lnTo>
                  <a:lnTo>
                    <a:pt x="2729938" y="144508"/>
                  </a:lnTo>
                  <a:lnTo>
                    <a:pt x="2739697" y="122955"/>
                  </a:lnTo>
                  <a:lnTo>
                    <a:pt x="2749441" y="128432"/>
                  </a:lnTo>
                  <a:lnTo>
                    <a:pt x="2759185" y="124666"/>
                  </a:lnTo>
                  <a:lnTo>
                    <a:pt x="2768943" y="153448"/>
                  </a:lnTo>
                  <a:lnTo>
                    <a:pt x="2778687" y="156913"/>
                  </a:lnTo>
                  <a:lnTo>
                    <a:pt x="2788446" y="173865"/>
                  </a:lnTo>
                  <a:lnTo>
                    <a:pt x="2798190" y="175024"/>
                  </a:lnTo>
                  <a:lnTo>
                    <a:pt x="2807934" y="150673"/>
                  </a:lnTo>
                  <a:lnTo>
                    <a:pt x="2817693" y="159651"/>
                  </a:lnTo>
                  <a:lnTo>
                    <a:pt x="2827437" y="171547"/>
                  </a:lnTo>
                  <a:lnTo>
                    <a:pt x="2837196" y="173576"/>
                  </a:lnTo>
                  <a:lnTo>
                    <a:pt x="2846940" y="155937"/>
                  </a:lnTo>
                  <a:lnTo>
                    <a:pt x="2856684" y="137179"/>
                  </a:lnTo>
                  <a:lnTo>
                    <a:pt x="2866442" y="182794"/>
                  </a:lnTo>
                  <a:lnTo>
                    <a:pt x="2876186" y="184253"/>
                  </a:lnTo>
                  <a:lnTo>
                    <a:pt x="2885945" y="205785"/>
                  </a:lnTo>
                  <a:lnTo>
                    <a:pt x="2895689" y="205972"/>
                  </a:lnTo>
                  <a:lnTo>
                    <a:pt x="2905433" y="185521"/>
                  </a:lnTo>
                  <a:lnTo>
                    <a:pt x="2915192" y="16888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0" name="Freeform 1169">
              <a:extLst>
                <a:ext uri="{FF2B5EF4-FFF2-40B4-BE49-F238E27FC236}">
                  <a16:creationId xmlns:a16="http://schemas.microsoft.com/office/drawing/2014/main" id="{C537852B-1A4C-4195-2CB8-C1A64AE09753}"/>
                </a:ext>
              </a:extLst>
            </p:cNvPr>
            <p:cNvSpPr/>
            <p:nvPr/>
          </p:nvSpPr>
          <p:spPr>
            <a:xfrm>
              <a:off x="4426652" y="3135292"/>
              <a:ext cx="2915191" cy="645291"/>
            </a:xfrm>
            <a:custGeom>
              <a:avLst/>
              <a:gdLst>
                <a:gd name="connsiteX0" fmla="*/ 0 w 2915191"/>
                <a:gd name="connsiteY0" fmla="*/ 471253 h 645291"/>
                <a:gd name="connsiteX1" fmla="*/ 9750 w 2915191"/>
                <a:gd name="connsiteY1" fmla="*/ 494277 h 645291"/>
                <a:gd name="connsiteX2" fmla="*/ 19500 w 2915191"/>
                <a:gd name="connsiteY2" fmla="*/ 483742 h 645291"/>
                <a:gd name="connsiteX3" fmla="*/ 29250 w 2915191"/>
                <a:gd name="connsiteY3" fmla="*/ 520503 h 645291"/>
                <a:gd name="connsiteX4" fmla="*/ 39000 w 2915191"/>
                <a:gd name="connsiteY4" fmla="*/ 530116 h 645291"/>
                <a:gd name="connsiteX5" fmla="*/ 48749 w 2915191"/>
                <a:gd name="connsiteY5" fmla="*/ 495127 h 645291"/>
                <a:gd name="connsiteX6" fmla="*/ 58499 w 2915191"/>
                <a:gd name="connsiteY6" fmla="*/ 519675 h 645291"/>
                <a:gd name="connsiteX7" fmla="*/ 68249 w 2915191"/>
                <a:gd name="connsiteY7" fmla="*/ 510466 h 645291"/>
                <a:gd name="connsiteX8" fmla="*/ 77998 w 2915191"/>
                <a:gd name="connsiteY8" fmla="*/ 515810 h 645291"/>
                <a:gd name="connsiteX9" fmla="*/ 87748 w 2915191"/>
                <a:gd name="connsiteY9" fmla="*/ 510429 h 645291"/>
                <a:gd name="connsiteX10" fmla="*/ 97497 w 2915191"/>
                <a:gd name="connsiteY10" fmla="*/ 505488 h 645291"/>
                <a:gd name="connsiteX11" fmla="*/ 107247 w 2915191"/>
                <a:gd name="connsiteY11" fmla="*/ 520433 h 645291"/>
                <a:gd name="connsiteX12" fmla="*/ 116997 w 2915191"/>
                <a:gd name="connsiteY12" fmla="*/ 490990 h 645291"/>
                <a:gd name="connsiteX13" fmla="*/ 126747 w 2915191"/>
                <a:gd name="connsiteY13" fmla="*/ 475281 h 645291"/>
                <a:gd name="connsiteX14" fmla="*/ 136497 w 2915191"/>
                <a:gd name="connsiteY14" fmla="*/ 495972 h 645291"/>
                <a:gd name="connsiteX15" fmla="*/ 146247 w 2915191"/>
                <a:gd name="connsiteY15" fmla="*/ 480885 h 645291"/>
                <a:gd name="connsiteX16" fmla="*/ 155997 w 2915191"/>
                <a:gd name="connsiteY16" fmla="*/ 482976 h 645291"/>
                <a:gd name="connsiteX17" fmla="*/ 165747 w 2915191"/>
                <a:gd name="connsiteY17" fmla="*/ 498505 h 645291"/>
                <a:gd name="connsiteX18" fmla="*/ 175497 w 2915191"/>
                <a:gd name="connsiteY18" fmla="*/ 512924 h 645291"/>
                <a:gd name="connsiteX19" fmla="*/ 185247 w 2915191"/>
                <a:gd name="connsiteY19" fmla="*/ 516767 h 645291"/>
                <a:gd name="connsiteX20" fmla="*/ 194996 w 2915191"/>
                <a:gd name="connsiteY20" fmla="*/ 510058 h 645291"/>
                <a:gd name="connsiteX21" fmla="*/ 204746 w 2915191"/>
                <a:gd name="connsiteY21" fmla="*/ 528938 h 645291"/>
                <a:gd name="connsiteX22" fmla="*/ 214495 w 2915191"/>
                <a:gd name="connsiteY22" fmla="*/ 528467 h 645291"/>
                <a:gd name="connsiteX23" fmla="*/ 224245 w 2915191"/>
                <a:gd name="connsiteY23" fmla="*/ 527795 h 645291"/>
                <a:gd name="connsiteX24" fmla="*/ 233995 w 2915191"/>
                <a:gd name="connsiteY24" fmla="*/ 542569 h 645291"/>
                <a:gd name="connsiteX25" fmla="*/ 243744 w 2915191"/>
                <a:gd name="connsiteY25" fmla="*/ 548743 h 645291"/>
                <a:gd name="connsiteX26" fmla="*/ 253494 w 2915191"/>
                <a:gd name="connsiteY26" fmla="*/ 522857 h 645291"/>
                <a:gd name="connsiteX27" fmla="*/ 263244 w 2915191"/>
                <a:gd name="connsiteY27" fmla="*/ 518087 h 645291"/>
                <a:gd name="connsiteX28" fmla="*/ 272994 w 2915191"/>
                <a:gd name="connsiteY28" fmla="*/ 506391 h 645291"/>
                <a:gd name="connsiteX29" fmla="*/ 282744 w 2915191"/>
                <a:gd name="connsiteY29" fmla="*/ 468303 h 645291"/>
                <a:gd name="connsiteX30" fmla="*/ 292494 w 2915191"/>
                <a:gd name="connsiteY30" fmla="*/ 493788 h 645291"/>
                <a:gd name="connsiteX31" fmla="*/ 302244 w 2915191"/>
                <a:gd name="connsiteY31" fmla="*/ 483257 h 645291"/>
                <a:gd name="connsiteX32" fmla="*/ 311994 w 2915191"/>
                <a:gd name="connsiteY32" fmla="*/ 477068 h 645291"/>
                <a:gd name="connsiteX33" fmla="*/ 321744 w 2915191"/>
                <a:gd name="connsiteY33" fmla="*/ 470356 h 645291"/>
                <a:gd name="connsiteX34" fmla="*/ 331493 w 2915191"/>
                <a:gd name="connsiteY34" fmla="*/ 476387 h 645291"/>
                <a:gd name="connsiteX35" fmla="*/ 341243 w 2915191"/>
                <a:gd name="connsiteY35" fmla="*/ 468911 h 645291"/>
                <a:gd name="connsiteX36" fmla="*/ 350993 w 2915191"/>
                <a:gd name="connsiteY36" fmla="*/ 488149 h 645291"/>
                <a:gd name="connsiteX37" fmla="*/ 360742 w 2915191"/>
                <a:gd name="connsiteY37" fmla="*/ 532272 h 645291"/>
                <a:gd name="connsiteX38" fmla="*/ 370492 w 2915191"/>
                <a:gd name="connsiteY38" fmla="*/ 520438 h 645291"/>
                <a:gd name="connsiteX39" fmla="*/ 380241 w 2915191"/>
                <a:gd name="connsiteY39" fmla="*/ 550954 h 645291"/>
                <a:gd name="connsiteX40" fmla="*/ 389991 w 2915191"/>
                <a:gd name="connsiteY40" fmla="*/ 544871 h 645291"/>
                <a:gd name="connsiteX41" fmla="*/ 399741 w 2915191"/>
                <a:gd name="connsiteY41" fmla="*/ 554413 h 645291"/>
                <a:gd name="connsiteX42" fmla="*/ 409491 w 2915191"/>
                <a:gd name="connsiteY42" fmla="*/ 566540 h 645291"/>
                <a:gd name="connsiteX43" fmla="*/ 419241 w 2915191"/>
                <a:gd name="connsiteY43" fmla="*/ 565965 h 645291"/>
                <a:gd name="connsiteX44" fmla="*/ 428991 w 2915191"/>
                <a:gd name="connsiteY44" fmla="*/ 559054 h 645291"/>
                <a:gd name="connsiteX45" fmla="*/ 438741 w 2915191"/>
                <a:gd name="connsiteY45" fmla="*/ 568356 h 645291"/>
                <a:gd name="connsiteX46" fmla="*/ 448491 w 2915191"/>
                <a:gd name="connsiteY46" fmla="*/ 572499 h 645291"/>
                <a:gd name="connsiteX47" fmla="*/ 458241 w 2915191"/>
                <a:gd name="connsiteY47" fmla="*/ 533848 h 645291"/>
                <a:gd name="connsiteX48" fmla="*/ 467991 w 2915191"/>
                <a:gd name="connsiteY48" fmla="*/ 531128 h 645291"/>
                <a:gd name="connsiteX49" fmla="*/ 477740 w 2915191"/>
                <a:gd name="connsiteY49" fmla="*/ 549017 h 645291"/>
                <a:gd name="connsiteX50" fmla="*/ 487490 w 2915191"/>
                <a:gd name="connsiteY50" fmla="*/ 565728 h 645291"/>
                <a:gd name="connsiteX51" fmla="*/ 497239 w 2915191"/>
                <a:gd name="connsiteY51" fmla="*/ 515408 h 645291"/>
                <a:gd name="connsiteX52" fmla="*/ 506989 w 2915191"/>
                <a:gd name="connsiteY52" fmla="*/ 519002 h 645291"/>
                <a:gd name="connsiteX53" fmla="*/ 516738 w 2915191"/>
                <a:gd name="connsiteY53" fmla="*/ 500169 h 645291"/>
                <a:gd name="connsiteX54" fmla="*/ 526488 w 2915191"/>
                <a:gd name="connsiteY54" fmla="*/ 529580 h 645291"/>
                <a:gd name="connsiteX55" fmla="*/ 536238 w 2915191"/>
                <a:gd name="connsiteY55" fmla="*/ 583890 h 645291"/>
                <a:gd name="connsiteX56" fmla="*/ 545988 w 2915191"/>
                <a:gd name="connsiteY56" fmla="*/ 574648 h 645291"/>
                <a:gd name="connsiteX57" fmla="*/ 555738 w 2915191"/>
                <a:gd name="connsiteY57" fmla="*/ 608830 h 645291"/>
                <a:gd name="connsiteX58" fmla="*/ 565488 w 2915191"/>
                <a:gd name="connsiteY58" fmla="*/ 613634 h 645291"/>
                <a:gd name="connsiteX59" fmla="*/ 575238 w 2915191"/>
                <a:gd name="connsiteY59" fmla="*/ 609155 h 645291"/>
                <a:gd name="connsiteX60" fmla="*/ 584988 w 2915191"/>
                <a:gd name="connsiteY60" fmla="*/ 597007 h 645291"/>
                <a:gd name="connsiteX61" fmla="*/ 594738 w 2915191"/>
                <a:gd name="connsiteY61" fmla="*/ 598708 h 645291"/>
                <a:gd name="connsiteX62" fmla="*/ 604488 w 2915191"/>
                <a:gd name="connsiteY62" fmla="*/ 607947 h 645291"/>
                <a:gd name="connsiteX63" fmla="*/ 614237 w 2915191"/>
                <a:gd name="connsiteY63" fmla="*/ 593266 h 645291"/>
                <a:gd name="connsiteX64" fmla="*/ 623987 w 2915191"/>
                <a:gd name="connsiteY64" fmla="*/ 571740 h 645291"/>
                <a:gd name="connsiteX65" fmla="*/ 633736 w 2915191"/>
                <a:gd name="connsiteY65" fmla="*/ 564975 h 645291"/>
                <a:gd name="connsiteX66" fmla="*/ 643486 w 2915191"/>
                <a:gd name="connsiteY66" fmla="*/ 575072 h 645291"/>
                <a:gd name="connsiteX67" fmla="*/ 653236 w 2915191"/>
                <a:gd name="connsiteY67" fmla="*/ 591856 h 645291"/>
                <a:gd name="connsiteX68" fmla="*/ 662985 w 2915191"/>
                <a:gd name="connsiteY68" fmla="*/ 594864 h 645291"/>
                <a:gd name="connsiteX69" fmla="*/ 672735 w 2915191"/>
                <a:gd name="connsiteY69" fmla="*/ 599553 h 645291"/>
                <a:gd name="connsiteX70" fmla="*/ 682485 w 2915191"/>
                <a:gd name="connsiteY70" fmla="*/ 570913 h 645291"/>
                <a:gd name="connsiteX71" fmla="*/ 692235 w 2915191"/>
                <a:gd name="connsiteY71" fmla="*/ 593014 h 645291"/>
                <a:gd name="connsiteX72" fmla="*/ 701985 w 2915191"/>
                <a:gd name="connsiteY72" fmla="*/ 629150 h 645291"/>
                <a:gd name="connsiteX73" fmla="*/ 711735 w 2915191"/>
                <a:gd name="connsiteY73" fmla="*/ 645291 h 645291"/>
                <a:gd name="connsiteX74" fmla="*/ 721485 w 2915191"/>
                <a:gd name="connsiteY74" fmla="*/ 630711 h 645291"/>
                <a:gd name="connsiteX75" fmla="*/ 731235 w 2915191"/>
                <a:gd name="connsiteY75" fmla="*/ 629939 h 645291"/>
                <a:gd name="connsiteX76" fmla="*/ 740985 w 2915191"/>
                <a:gd name="connsiteY76" fmla="*/ 627845 h 645291"/>
                <a:gd name="connsiteX77" fmla="*/ 750734 w 2915191"/>
                <a:gd name="connsiteY77" fmla="*/ 615843 h 645291"/>
                <a:gd name="connsiteX78" fmla="*/ 760484 w 2915191"/>
                <a:gd name="connsiteY78" fmla="*/ 621851 h 645291"/>
                <a:gd name="connsiteX79" fmla="*/ 770233 w 2915191"/>
                <a:gd name="connsiteY79" fmla="*/ 619474 h 645291"/>
                <a:gd name="connsiteX80" fmla="*/ 779983 w 2915191"/>
                <a:gd name="connsiteY80" fmla="*/ 615794 h 645291"/>
                <a:gd name="connsiteX81" fmla="*/ 789733 w 2915191"/>
                <a:gd name="connsiteY81" fmla="*/ 596461 h 645291"/>
                <a:gd name="connsiteX82" fmla="*/ 799482 w 2915191"/>
                <a:gd name="connsiteY82" fmla="*/ 622061 h 645291"/>
                <a:gd name="connsiteX83" fmla="*/ 809232 w 2915191"/>
                <a:gd name="connsiteY83" fmla="*/ 609583 h 645291"/>
                <a:gd name="connsiteX84" fmla="*/ 818982 w 2915191"/>
                <a:gd name="connsiteY84" fmla="*/ 619720 h 645291"/>
                <a:gd name="connsiteX85" fmla="*/ 828732 w 2915191"/>
                <a:gd name="connsiteY85" fmla="*/ 622770 h 645291"/>
                <a:gd name="connsiteX86" fmla="*/ 838482 w 2915191"/>
                <a:gd name="connsiteY86" fmla="*/ 632687 h 645291"/>
                <a:gd name="connsiteX87" fmla="*/ 848232 w 2915191"/>
                <a:gd name="connsiteY87" fmla="*/ 624054 h 645291"/>
                <a:gd name="connsiteX88" fmla="*/ 857982 w 2915191"/>
                <a:gd name="connsiteY88" fmla="*/ 635148 h 645291"/>
                <a:gd name="connsiteX89" fmla="*/ 867732 w 2915191"/>
                <a:gd name="connsiteY89" fmla="*/ 614371 h 645291"/>
                <a:gd name="connsiteX90" fmla="*/ 877482 w 2915191"/>
                <a:gd name="connsiteY90" fmla="*/ 604157 h 645291"/>
                <a:gd name="connsiteX91" fmla="*/ 887231 w 2915191"/>
                <a:gd name="connsiteY91" fmla="*/ 621812 h 645291"/>
                <a:gd name="connsiteX92" fmla="*/ 896981 w 2915191"/>
                <a:gd name="connsiteY92" fmla="*/ 637273 h 645291"/>
                <a:gd name="connsiteX93" fmla="*/ 906730 w 2915191"/>
                <a:gd name="connsiteY93" fmla="*/ 642966 h 645291"/>
                <a:gd name="connsiteX94" fmla="*/ 916480 w 2915191"/>
                <a:gd name="connsiteY94" fmla="*/ 614044 h 645291"/>
                <a:gd name="connsiteX95" fmla="*/ 926230 w 2915191"/>
                <a:gd name="connsiteY95" fmla="*/ 589559 h 645291"/>
                <a:gd name="connsiteX96" fmla="*/ 935979 w 2915191"/>
                <a:gd name="connsiteY96" fmla="*/ 600632 h 645291"/>
                <a:gd name="connsiteX97" fmla="*/ 945729 w 2915191"/>
                <a:gd name="connsiteY97" fmla="*/ 567368 h 645291"/>
                <a:gd name="connsiteX98" fmla="*/ 955479 w 2915191"/>
                <a:gd name="connsiteY98" fmla="*/ 561885 h 645291"/>
                <a:gd name="connsiteX99" fmla="*/ 965229 w 2915191"/>
                <a:gd name="connsiteY99" fmla="*/ 546267 h 645291"/>
                <a:gd name="connsiteX100" fmla="*/ 974979 w 2915191"/>
                <a:gd name="connsiteY100" fmla="*/ 540249 h 645291"/>
                <a:gd name="connsiteX101" fmla="*/ 984729 w 2915191"/>
                <a:gd name="connsiteY101" fmla="*/ 521864 h 645291"/>
                <a:gd name="connsiteX102" fmla="*/ 994474 w 2915191"/>
                <a:gd name="connsiteY102" fmla="*/ 541368 h 645291"/>
                <a:gd name="connsiteX103" fmla="*/ 1004233 w 2915191"/>
                <a:gd name="connsiteY103" fmla="*/ 540110 h 645291"/>
                <a:gd name="connsiteX104" fmla="*/ 1013977 w 2915191"/>
                <a:gd name="connsiteY104" fmla="*/ 530061 h 645291"/>
                <a:gd name="connsiteX105" fmla="*/ 1023721 w 2915191"/>
                <a:gd name="connsiteY105" fmla="*/ 526886 h 645291"/>
                <a:gd name="connsiteX106" fmla="*/ 1033480 w 2915191"/>
                <a:gd name="connsiteY106" fmla="*/ 571702 h 645291"/>
                <a:gd name="connsiteX107" fmla="*/ 1043224 w 2915191"/>
                <a:gd name="connsiteY107" fmla="*/ 613023 h 645291"/>
                <a:gd name="connsiteX108" fmla="*/ 1052983 w 2915191"/>
                <a:gd name="connsiteY108" fmla="*/ 569275 h 645291"/>
                <a:gd name="connsiteX109" fmla="*/ 1062727 w 2915191"/>
                <a:gd name="connsiteY109" fmla="*/ 555252 h 645291"/>
                <a:gd name="connsiteX110" fmla="*/ 1072471 w 2915191"/>
                <a:gd name="connsiteY110" fmla="*/ 587334 h 645291"/>
                <a:gd name="connsiteX111" fmla="*/ 1082230 w 2915191"/>
                <a:gd name="connsiteY111" fmla="*/ 599481 h 645291"/>
                <a:gd name="connsiteX112" fmla="*/ 1091973 w 2915191"/>
                <a:gd name="connsiteY112" fmla="*/ 595158 h 645291"/>
                <a:gd name="connsiteX113" fmla="*/ 1101732 w 2915191"/>
                <a:gd name="connsiteY113" fmla="*/ 574657 h 645291"/>
                <a:gd name="connsiteX114" fmla="*/ 1111476 w 2915191"/>
                <a:gd name="connsiteY114" fmla="*/ 556154 h 645291"/>
                <a:gd name="connsiteX115" fmla="*/ 1121220 w 2915191"/>
                <a:gd name="connsiteY115" fmla="*/ 517121 h 645291"/>
                <a:gd name="connsiteX116" fmla="*/ 1130979 w 2915191"/>
                <a:gd name="connsiteY116" fmla="*/ 545934 h 645291"/>
                <a:gd name="connsiteX117" fmla="*/ 1140723 w 2915191"/>
                <a:gd name="connsiteY117" fmla="*/ 555279 h 645291"/>
                <a:gd name="connsiteX118" fmla="*/ 1150482 w 2915191"/>
                <a:gd name="connsiteY118" fmla="*/ 550039 h 645291"/>
                <a:gd name="connsiteX119" fmla="*/ 1160226 w 2915191"/>
                <a:gd name="connsiteY119" fmla="*/ 550631 h 645291"/>
                <a:gd name="connsiteX120" fmla="*/ 1169969 w 2915191"/>
                <a:gd name="connsiteY120" fmla="*/ 555996 h 645291"/>
                <a:gd name="connsiteX121" fmla="*/ 1179728 w 2915191"/>
                <a:gd name="connsiteY121" fmla="*/ 565406 h 645291"/>
                <a:gd name="connsiteX122" fmla="*/ 1189472 w 2915191"/>
                <a:gd name="connsiteY122" fmla="*/ 538208 h 645291"/>
                <a:gd name="connsiteX123" fmla="*/ 1199231 w 2915191"/>
                <a:gd name="connsiteY123" fmla="*/ 559309 h 645291"/>
                <a:gd name="connsiteX124" fmla="*/ 1208975 w 2915191"/>
                <a:gd name="connsiteY124" fmla="*/ 565963 h 645291"/>
                <a:gd name="connsiteX125" fmla="*/ 1218719 w 2915191"/>
                <a:gd name="connsiteY125" fmla="*/ 540574 h 645291"/>
                <a:gd name="connsiteX126" fmla="*/ 1228478 w 2915191"/>
                <a:gd name="connsiteY126" fmla="*/ 537621 h 645291"/>
                <a:gd name="connsiteX127" fmla="*/ 1238222 w 2915191"/>
                <a:gd name="connsiteY127" fmla="*/ 549759 h 645291"/>
                <a:gd name="connsiteX128" fmla="*/ 1247966 w 2915191"/>
                <a:gd name="connsiteY128" fmla="*/ 521730 h 645291"/>
                <a:gd name="connsiteX129" fmla="*/ 1257725 w 2915191"/>
                <a:gd name="connsiteY129" fmla="*/ 540426 h 645291"/>
                <a:gd name="connsiteX130" fmla="*/ 1267469 w 2915191"/>
                <a:gd name="connsiteY130" fmla="*/ 578875 h 645291"/>
                <a:gd name="connsiteX131" fmla="*/ 1277227 w 2915191"/>
                <a:gd name="connsiteY131" fmla="*/ 595819 h 645291"/>
                <a:gd name="connsiteX132" fmla="*/ 1286971 w 2915191"/>
                <a:gd name="connsiteY132" fmla="*/ 585470 h 645291"/>
                <a:gd name="connsiteX133" fmla="*/ 1296715 w 2915191"/>
                <a:gd name="connsiteY133" fmla="*/ 575215 h 645291"/>
                <a:gd name="connsiteX134" fmla="*/ 1306474 w 2915191"/>
                <a:gd name="connsiteY134" fmla="*/ 548886 h 645291"/>
                <a:gd name="connsiteX135" fmla="*/ 1316218 w 2915191"/>
                <a:gd name="connsiteY135" fmla="*/ 536366 h 645291"/>
                <a:gd name="connsiteX136" fmla="*/ 1325977 w 2915191"/>
                <a:gd name="connsiteY136" fmla="*/ 518622 h 645291"/>
                <a:gd name="connsiteX137" fmla="*/ 1335721 w 2915191"/>
                <a:gd name="connsiteY137" fmla="*/ 526181 h 645291"/>
                <a:gd name="connsiteX138" fmla="*/ 1345465 w 2915191"/>
                <a:gd name="connsiteY138" fmla="*/ 537443 h 645291"/>
                <a:gd name="connsiteX139" fmla="*/ 1355224 w 2915191"/>
                <a:gd name="connsiteY139" fmla="*/ 514042 h 645291"/>
                <a:gd name="connsiteX140" fmla="*/ 1364967 w 2915191"/>
                <a:gd name="connsiteY140" fmla="*/ 566534 h 645291"/>
                <a:gd name="connsiteX141" fmla="*/ 1374726 w 2915191"/>
                <a:gd name="connsiteY141" fmla="*/ 565871 h 645291"/>
                <a:gd name="connsiteX142" fmla="*/ 1384470 w 2915191"/>
                <a:gd name="connsiteY142" fmla="*/ 567592 h 645291"/>
                <a:gd name="connsiteX143" fmla="*/ 1394214 w 2915191"/>
                <a:gd name="connsiteY143" fmla="*/ 553995 h 645291"/>
                <a:gd name="connsiteX144" fmla="*/ 1403973 w 2915191"/>
                <a:gd name="connsiteY144" fmla="*/ 535295 h 645291"/>
                <a:gd name="connsiteX145" fmla="*/ 1413717 w 2915191"/>
                <a:gd name="connsiteY145" fmla="*/ 528501 h 645291"/>
                <a:gd name="connsiteX146" fmla="*/ 1423476 w 2915191"/>
                <a:gd name="connsiteY146" fmla="*/ 505427 h 645291"/>
                <a:gd name="connsiteX147" fmla="*/ 1433220 w 2915191"/>
                <a:gd name="connsiteY147" fmla="*/ 502642 h 645291"/>
                <a:gd name="connsiteX148" fmla="*/ 1442964 w 2915191"/>
                <a:gd name="connsiteY148" fmla="*/ 465298 h 645291"/>
                <a:gd name="connsiteX149" fmla="*/ 1452722 w 2915191"/>
                <a:gd name="connsiteY149" fmla="*/ 451043 h 645291"/>
                <a:gd name="connsiteX150" fmla="*/ 1462466 w 2915191"/>
                <a:gd name="connsiteY150" fmla="*/ 440397 h 645291"/>
                <a:gd name="connsiteX151" fmla="*/ 1472225 w 2915191"/>
                <a:gd name="connsiteY151" fmla="*/ 424509 h 645291"/>
                <a:gd name="connsiteX152" fmla="*/ 1481969 w 2915191"/>
                <a:gd name="connsiteY152" fmla="*/ 398960 h 645291"/>
                <a:gd name="connsiteX153" fmla="*/ 1491713 w 2915191"/>
                <a:gd name="connsiteY153" fmla="*/ 386483 h 645291"/>
                <a:gd name="connsiteX154" fmla="*/ 1501472 w 2915191"/>
                <a:gd name="connsiteY154" fmla="*/ 391658 h 645291"/>
                <a:gd name="connsiteX155" fmla="*/ 1511216 w 2915191"/>
                <a:gd name="connsiteY155" fmla="*/ 387658 h 645291"/>
                <a:gd name="connsiteX156" fmla="*/ 1520960 w 2915191"/>
                <a:gd name="connsiteY156" fmla="*/ 392095 h 645291"/>
                <a:gd name="connsiteX157" fmla="*/ 1530719 w 2915191"/>
                <a:gd name="connsiteY157" fmla="*/ 386885 h 645291"/>
                <a:gd name="connsiteX158" fmla="*/ 1540463 w 2915191"/>
                <a:gd name="connsiteY158" fmla="*/ 419526 h 645291"/>
                <a:gd name="connsiteX159" fmla="*/ 1550221 w 2915191"/>
                <a:gd name="connsiteY159" fmla="*/ 436235 h 645291"/>
                <a:gd name="connsiteX160" fmla="*/ 1559965 w 2915191"/>
                <a:gd name="connsiteY160" fmla="*/ 464821 h 645291"/>
                <a:gd name="connsiteX161" fmla="*/ 1569709 w 2915191"/>
                <a:gd name="connsiteY161" fmla="*/ 484864 h 645291"/>
                <a:gd name="connsiteX162" fmla="*/ 1579468 w 2915191"/>
                <a:gd name="connsiteY162" fmla="*/ 502780 h 645291"/>
                <a:gd name="connsiteX163" fmla="*/ 1589212 w 2915191"/>
                <a:gd name="connsiteY163" fmla="*/ 524544 h 645291"/>
                <a:gd name="connsiteX164" fmla="*/ 1598971 w 2915191"/>
                <a:gd name="connsiteY164" fmla="*/ 495129 h 645291"/>
                <a:gd name="connsiteX165" fmla="*/ 1608715 w 2915191"/>
                <a:gd name="connsiteY165" fmla="*/ 490093 h 645291"/>
                <a:gd name="connsiteX166" fmla="*/ 1618459 w 2915191"/>
                <a:gd name="connsiteY166" fmla="*/ 520532 h 645291"/>
                <a:gd name="connsiteX167" fmla="*/ 1628218 w 2915191"/>
                <a:gd name="connsiteY167" fmla="*/ 559777 h 645291"/>
                <a:gd name="connsiteX168" fmla="*/ 1637962 w 2915191"/>
                <a:gd name="connsiteY168" fmla="*/ 540435 h 645291"/>
                <a:gd name="connsiteX169" fmla="*/ 1647720 w 2915191"/>
                <a:gd name="connsiteY169" fmla="*/ 560404 h 645291"/>
                <a:gd name="connsiteX170" fmla="*/ 1657464 w 2915191"/>
                <a:gd name="connsiteY170" fmla="*/ 555202 h 645291"/>
                <a:gd name="connsiteX171" fmla="*/ 1667208 w 2915191"/>
                <a:gd name="connsiteY171" fmla="*/ 529338 h 645291"/>
                <a:gd name="connsiteX172" fmla="*/ 1676967 w 2915191"/>
                <a:gd name="connsiteY172" fmla="*/ 566157 h 645291"/>
                <a:gd name="connsiteX173" fmla="*/ 1686711 w 2915191"/>
                <a:gd name="connsiteY173" fmla="*/ 549124 h 645291"/>
                <a:gd name="connsiteX174" fmla="*/ 1696470 w 2915191"/>
                <a:gd name="connsiteY174" fmla="*/ 501641 h 645291"/>
                <a:gd name="connsiteX175" fmla="*/ 1706214 w 2915191"/>
                <a:gd name="connsiteY175" fmla="*/ 501909 h 645291"/>
                <a:gd name="connsiteX176" fmla="*/ 1715958 w 2915191"/>
                <a:gd name="connsiteY176" fmla="*/ 471350 h 645291"/>
                <a:gd name="connsiteX177" fmla="*/ 1725716 w 2915191"/>
                <a:gd name="connsiteY177" fmla="*/ 454018 h 645291"/>
                <a:gd name="connsiteX178" fmla="*/ 1735460 w 2915191"/>
                <a:gd name="connsiteY178" fmla="*/ 433578 h 645291"/>
                <a:gd name="connsiteX179" fmla="*/ 1745219 w 2915191"/>
                <a:gd name="connsiteY179" fmla="*/ 444694 h 645291"/>
                <a:gd name="connsiteX180" fmla="*/ 1754963 w 2915191"/>
                <a:gd name="connsiteY180" fmla="*/ 445295 h 645291"/>
                <a:gd name="connsiteX181" fmla="*/ 1764707 w 2915191"/>
                <a:gd name="connsiteY181" fmla="*/ 418393 h 645291"/>
                <a:gd name="connsiteX182" fmla="*/ 1774466 w 2915191"/>
                <a:gd name="connsiteY182" fmla="*/ 428069 h 645291"/>
                <a:gd name="connsiteX183" fmla="*/ 1784210 w 2915191"/>
                <a:gd name="connsiteY183" fmla="*/ 425889 h 645291"/>
                <a:gd name="connsiteX184" fmla="*/ 1793969 w 2915191"/>
                <a:gd name="connsiteY184" fmla="*/ 455723 h 645291"/>
                <a:gd name="connsiteX185" fmla="*/ 1803713 w 2915191"/>
                <a:gd name="connsiteY185" fmla="*/ 460663 h 645291"/>
                <a:gd name="connsiteX186" fmla="*/ 1813457 w 2915191"/>
                <a:gd name="connsiteY186" fmla="*/ 450523 h 645291"/>
                <a:gd name="connsiteX187" fmla="*/ 1823215 w 2915191"/>
                <a:gd name="connsiteY187" fmla="*/ 421412 h 645291"/>
                <a:gd name="connsiteX188" fmla="*/ 1832959 w 2915191"/>
                <a:gd name="connsiteY188" fmla="*/ 408210 h 645291"/>
                <a:gd name="connsiteX189" fmla="*/ 1842703 w 2915191"/>
                <a:gd name="connsiteY189" fmla="*/ 400406 h 645291"/>
                <a:gd name="connsiteX190" fmla="*/ 1852462 w 2915191"/>
                <a:gd name="connsiteY190" fmla="*/ 408551 h 645291"/>
                <a:gd name="connsiteX191" fmla="*/ 1862206 w 2915191"/>
                <a:gd name="connsiteY191" fmla="*/ 415120 h 645291"/>
                <a:gd name="connsiteX192" fmla="*/ 1871965 w 2915191"/>
                <a:gd name="connsiteY192" fmla="*/ 386666 h 645291"/>
                <a:gd name="connsiteX193" fmla="*/ 1881709 w 2915191"/>
                <a:gd name="connsiteY193" fmla="*/ 367936 h 645291"/>
                <a:gd name="connsiteX194" fmla="*/ 1891453 w 2915191"/>
                <a:gd name="connsiteY194" fmla="*/ 343019 h 645291"/>
                <a:gd name="connsiteX195" fmla="*/ 1901212 w 2915191"/>
                <a:gd name="connsiteY195" fmla="*/ 331297 h 645291"/>
                <a:gd name="connsiteX196" fmla="*/ 1910956 w 2915191"/>
                <a:gd name="connsiteY196" fmla="*/ 323603 h 645291"/>
                <a:gd name="connsiteX197" fmla="*/ 1920714 w 2915191"/>
                <a:gd name="connsiteY197" fmla="*/ 275811 h 645291"/>
                <a:gd name="connsiteX198" fmla="*/ 1930458 w 2915191"/>
                <a:gd name="connsiteY198" fmla="*/ 255206 h 645291"/>
                <a:gd name="connsiteX199" fmla="*/ 1940202 w 2915191"/>
                <a:gd name="connsiteY199" fmla="*/ 238324 h 645291"/>
                <a:gd name="connsiteX200" fmla="*/ 1949961 w 2915191"/>
                <a:gd name="connsiteY200" fmla="*/ 213905 h 645291"/>
                <a:gd name="connsiteX201" fmla="*/ 1959705 w 2915191"/>
                <a:gd name="connsiteY201" fmla="*/ 225965 h 645291"/>
                <a:gd name="connsiteX202" fmla="*/ 1969464 w 2915191"/>
                <a:gd name="connsiteY202" fmla="*/ 226511 h 645291"/>
                <a:gd name="connsiteX203" fmla="*/ 1979208 w 2915191"/>
                <a:gd name="connsiteY203" fmla="*/ 239193 h 645291"/>
                <a:gd name="connsiteX204" fmla="*/ 1988952 w 2915191"/>
                <a:gd name="connsiteY204" fmla="*/ 236045 h 645291"/>
                <a:gd name="connsiteX205" fmla="*/ 1998711 w 2915191"/>
                <a:gd name="connsiteY205" fmla="*/ 214210 h 645291"/>
                <a:gd name="connsiteX206" fmla="*/ 2008454 w 2915191"/>
                <a:gd name="connsiteY206" fmla="*/ 203240 h 645291"/>
                <a:gd name="connsiteX207" fmla="*/ 2018213 w 2915191"/>
                <a:gd name="connsiteY207" fmla="*/ 218879 h 645291"/>
                <a:gd name="connsiteX208" fmla="*/ 2027957 w 2915191"/>
                <a:gd name="connsiteY208" fmla="*/ 232047 h 645291"/>
                <a:gd name="connsiteX209" fmla="*/ 2037701 w 2915191"/>
                <a:gd name="connsiteY209" fmla="*/ 244188 h 645291"/>
                <a:gd name="connsiteX210" fmla="*/ 2047460 w 2915191"/>
                <a:gd name="connsiteY210" fmla="*/ 243437 h 645291"/>
                <a:gd name="connsiteX211" fmla="*/ 2057204 w 2915191"/>
                <a:gd name="connsiteY211" fmla="*/ 247614 h 645291"/>
                <a:gd name="connsiteX212" fmla="*/ 2066963 w 2915191"/>
                <a:gd name="connsiteY212" fmla="*/ 251565 h 645291"/>
                <a:gd name="connsiteX213" fmla="*/ 2076707 w 2915191"/>
                <a:gd name="connsiteY213" fmla="*/ 276555 h 645291"/>
                <a:gd name="connsiteX214" fmla="*/ 2086451 w 2915191"/>
                <a:gd name="connsiteY214" fmla="*/ 244017 h 645291"/>
                <a:gd name="connsiteX215" fmla="*/ 2096210 w 2915191"/>
                <a:gd name="connsiteY215" fmla="*/ 262145 h 645291"/>
                <a:gd name="connsiteX216" fmla="*/ 2105954 w 2915191"/>
                <a:gd name="connsiteY216" fmla="*/ 257307 h 645291"/>
                <a:gd name="connsiteX217" fmla="*/ 2115697 w 2915191"/>
                <a:gd name="connsiteY217" fmla="*/ 250614 h 645291"/>
                <a:gd name="connsiteX218" fmla="*/ 2125456 w 2915191"/>
                <a:gd name="connsiteY218" fmla="*/ 247649 h 645291"/>
                <a:gd name="connsiteX219" fmla="*/ 2135200 w 2915191"/>
                <a:gd name="connsiteY219" fmla="*/ 227810 h 645291"/>
                <a:gd name="connsiteX220" fmla="*/ 2144959 w 2915191"/>
                <a:gd name="connsiteY220" fmla="*/ 206446 h 645291"/>
                <a:gd name="connsiteX221" fmla="*/ 2154703 w 2915191"/>
                <a:gd name="connsiteY221" fmla="*/ 243108 h 645291"/>
                <a:gd name="connsiteX222" fmla="*/ 2164447 w 2915191"/>
                <a:gd name="connsiteY222" fmla="*/ 211996 h 645291"/>
                <a:gd name="connsiteX223" fmla="*/ 2174206 w 2915191"/>
                <a:gd name="connsiteY223" fmla="*/ 167366 h 645291"/>
                <a:gd name="connsiteX224" fmla="*/ 2183950 w 2915191"/>
                <a:gd name="connsiteY224" fmla="*/ 221943 h 645291"/>
                <a:gd name="connsiteX225" fmla="*/ 2193709 w 2915191"/>
                <a:gd name="connsiteY225" fmla="*/ 238843 h 645291"/>
                <a:gd name="connsiteX226" fmla="*/ 2203452 w 2915191"/>
                <a:gd name="connsiteY226" fmla="*/ 227437 h 645291"/>
                <a:gd name="connsiteX227" fmla="*/ 2213196 w 2915191"/>
                <a:gd name="connsiteY227" fmla="*/ 231241 h 645291"/>
                <a:gd name="connsiteX228" fmla="*/ 2222955 w 2915191"/>
                <a:gd name="connsiteY228" fmla="*/ 223021 h 645291"/>
                <a:gd name="connsiteX229" fmla="*/ 2232699 w 2915191"/>
                <a:gd name="connsiteY229" fmla="*/ 232592 h 645291"/>
                <a:gd name="connsiteX230" fmla="*/ 2242458 w 2915191"/>
                <a:gd name="connsiteY230" fmla="*/ 243189 h 645291"/>
                <a:gd name="connsiteX231" fmla="*/ 2252202 w 2915191"/>
                <a:gd name="connsiteY231" fmla="*/ 189061 h 645291"/>
                <a:gd name="connsiteX232" fmla="*/ 2261946 w 2915191"/>
                <a:gd name="connsiteY232" fmla="*/ 180436 h 645291"/>
                <a:gd name="connsiteX233" fmla="*/ 2271705 w 2915191"/>
                <a:gd name="connsiteY233" fmla="*/ 172925 h 645291"/>
                <a:gd name="connsiteX234" fmla="*/ 2281449 w 2915191"/>
                <a:gd name="connsiteY234" fmla="*/ 155134 h 645291"/>
                <a:gd name="connsiteX235" fmla="*/ 2291208 w 2915191"/>
                <a:gd name="connsiteY235" fmla="*/ 133502 h 645291"/>
                <a:gd name="connsiteX236" fmla="*/ 2300951 w 2915191"/>
                <a:gd name="connsiteY236" fmla="*/ 75331 h 645291"/>
                <a:gd name="connsiteX237" fmla="*/ 2310695 w 2915191"/>
                <a:gd name="connsiteY237" fmla="*/ 55253 h 645291"/>
                <a:gd name="connsiteX238" fmla="*/ 2320454 w 2915191"/>
                <a:gd name="connsiteY238" fmla="*/ 43624 h 645291"/>
                <a:gd name="connsiteX239" fmla="*/ 2330198 w 2915191"/>
                <a:gd name="connsiteY239" fmla="*/ 56965 h 645291"/>
                <a:gd name="connsiteX240" fmla="*/ 2339957 w 2915191"/>
                <a:gd name="connsiteY240" fmla="*/ 54430 h 645291"/>
                <a:gd name="connsiteX241" fmla="*/ 2349701 w 2915191"/>
                <a:gd name="connsiteY241" fmla="*/ 74471 h 645291"/>
                <a:gd name="connsiteX242" fmla="*/ 2359445 w 2915191"/>
                <a:gd name="connsiteY242" fmla="*/ 53936 h 645291"/>
                <a:gd name="connsiteX243" fmla="*/ 2369204 w 2915191"/>
                <a:gd name="connsiteY243" fmla="*/ 18953 h 645291"/>
                <a:gd name="connsiteX244" fmla="*/ 2378948 w 2915191"/>
                <a:gd name="connsiteY244" fmla="*/ 39476 h 645291"/>
                <a:gd name="connsiteX245" fmla="*/ 2388692 w 2915191"/>
                <a:gd name="connsiteY245" fmla="*/ 21014 h 645291"/>
                <a:gd name="connsiteX246" fmla="*/ 2398450 w 2915191"/>
                <a:gd name="connsiteY246" fmla="*/ 36801 h 645291"/>
                <a:gd name="connsiteX247" fmla="*/ 2408194 w 2915191"/>
                <a:gd name="connsiteY247" fmla="*/ 32688 h 645291"/>
                <a:gd name="connsiteX248" fmla="*/ 2417953 w 2915191"/>
                <a:gd name="connsiteY248" fmla="*/ 29154 h 645291"/>
                <a:gd name="connsiteX249" fmla="*/ 2427697 w 2915191"/>
                <a:gd name="connsiteY249" fmla="*/ 29503 h 645291"/>
                <a:gd name="connsiteX250" fmla="*/ 2437441 w 2915191"/>
                <a:gd name="connsiteY250" fmla="*/ 20683 h 645291"/>
                <a:gd name="connsiteX251" fmla="*/ 2447200 w 2915191"/>
                <a:gd name="connsiteY251" fmla="*/ 0 h 645291"/>
                <a:gd name="connsiteX252" fmla="*/ 2456944 w 2915191"/>
                <a:gd name="connsiteY252" fmla="*/ 10251 h 645291"/>
                <a:gd name="connsiteX253" fmla="*/ 2466703 w 2915191"/>
                <a:gd name="connsiteY253" fmla="*/ 39076 h 645291"/>
                <a:gd name="connsiteX254" fmla="*/ 2476446 w 2915191"/>
                <a:gd name="connsiteY254" fmla="*/ 40111 h 645291"/>
                <a:gd name="connsiteX255" fmla="*/ 2486190 w 2915191"/>
                <a:gd name="connsiteY255" fmla="*/ 55703 h 645291"/>
                <a:gd name="connsiteX256" fmla="*/ 2495949 w 2915191"/>
                <a:gd name="connsiteY256" fmla="*/ 28243 h 645291"/>
                <a:gd name="connsiteX257" fmla="*/ 2505693 w 2915191"/>
                <a:gd name="connsiteY257" fmla="*/ 43493 h 645291"/>
                <a:gd name="connsiteX258" fmla="*/ 2515452 w 2915191"/>
                <a:gd name="connsiteY258" fmla="*/ 74742 h 645291"/>
                <a:gd name="connsiteX259" fmla="*/ 2525196 w 2915191"/>
                <a:gd name="connsiteY259" fmla="*/ 69837 h 645291"/>
                <a:gd name="connsiteX260" fmla="*/ 2534940 w 2915191"/>
                <a:gd name="connsiteY260" fmla="*/ 71952 h 645291"/>
                <a:gd name="connsiteX261" fmla="*/ 2544699 w 2915191"/>
                <a:gd name="connsiteY261" fmla="*/ 96845 h 645291"/>
                <a:gd name="connsiteX262" fmla="*/ 2554443 w 2915191"/>
                <a:gd name="connsiteY262" fmla="*/ 112976 h 645291"/>
                <a:gd name="connsiteX263" fmla="*/ 2564202 w 2915191"/>
                <a:gd name="connsiteY263" fmla="*/ 110010 h 645291"/>
                <a:gd name="connsiteX264" fmla="*/ 2573946 w 2915191"/>
                <a:gd name="connsiteY264" fmla="*/ 111905 h 645291"/>
                <a:gd name="connsiteX265" fmla="*/ 2583690 w 2915191"/>
                <a:gd name="connsiteY265" fmla="*/ 137313 h 645291"/>
                <a:gd name="connsiteX266" fmla="*/ 2593448 w 2915191"/>
                <a:gd name="connsiteY266" fmla="*/ 118469 h 645291"/>
                <a:gd name="connsiteX267" fmla="*/ 2603192 w 2915191"/>
                <a:gd name="connsiteY267" fmla="*/ 118550 h 645291"/>
                <a:gd name="connsiteX268" fmla="*/ 2612951 w 2915191"/>
                <a:gd name="connsiteY268" fmla="*/ 109242 h 645291"/>
                <a:gd name="connsiteX269" fmla="*/ 2622695 w 2915191"/>
                <a:gd name="connsiteY269" fmla="*/ 104737 h 645291"/>
                <a:gd name="connsiteX270" fmla="*/ 2632439 w 2915191"/>
                <a:gd name="connsiteY270" fmla="*/ 122283 h 645291"/>
                <a:gd name="connsiteX271" fmla="*/ 2642198 w 2915191"/>
                <a:gd name="connsiteY271" fmla="*/ 122858 h 645291"/>
                <a:gd name="connsiteX272" fmla="*/ 2651942 w 2915191"/>
                <a:gd name="connsiteY272" fmla="*/ 138690 h 645291"/>
                <a:gd name="connsiteX273" fmla="*/ 2661685 w 2915191"/>
                <a:gd name="connsiteY273" fmla="*/ 162549 h 645291"/>
                <a:gd name="connsiteX274" fmla="*/ 2671444 w 2915191"/>
                <a:gd name="connsiteY274" fmla="*/ 176843 h 645291"/>
                <a:gd name="connsiteX275" fmla="*/ 2681188 w 2915191"/>
                <a:gd name="connsiteY275" fmla="*/ 174512 h 645291"/>
                <a:gd name="connsiteX276" fmla="*/ 2690947 w 2915191"/>
                <a:gd name="connsiteY276" fmla="*/ 178642 h 645291"/>
                <a:gd name="connsiteX277" fmla="*/ 2700691 w 2915191"/>
                <a:gd name="connsiteY277" fmla="*/ 185725 h 645291"/>
                <a:gd name="connsiteX278" fmla="*/ 2710435 w 2915191"/>
                <a:gd name="connsiteY278" fmla="*/ 190360 h 645291"/>
                <a:gd name="connsiteX279" fmla="*/ 2720194 w 2915191"/>
                <a:gd name="connsiteY279" fmla="*/ 191634 h 645291"/>
                <a:gd name="connsiteX280" fmla="*/ 2729938 w 2915191"/>
                <a:gd name="connsiteY280" fmla="*/ 209904 h 645291"/>
                <a:gd name="connsiteX281" fmla="*/ 2739697 w 2915191"/>
                <a:gd name="connsiteY281" fmla="*/ 173558 h 645291"/>
                <a:gd name="connsiteX282" fmla="*/ 2749441 w 2915191"/>
                <a:gd name="connsiteY282" fmla="*/ 162694 h 645291"/>
                <a:gd name="connsiteX283" fmla="*/ 2759185 w 2915191"/>
                <a:gd name="connsiteY283" fmla="*/ 173932 h 645291"/>
                <a:gd name="connsiteX284" fmla="*/ 2768943 w 2915191"/>
                <a:gd name="connsiteY284" fmla="*/ 172027 h 645291"/>
                <a:gd name="connsiteX285" fmla="*/ 2778687 w 2915191"/>
                <a:gd name="connsiteY285" fmla="*/ 208692 h 645291"/>
                <a:gd name="connsiteX286" fmla="*/ 2788446 w 2915191"/>
                <a:gd name="connsiteY286" fmla="*/ 187316 h 645291"/>
                <a:gd name="connsiteX287" fmla="*/ 2798190 w 2915191"/>
                <a:gd name="connsiteY287" fmla="*/ 218197 h 645291"/>
                <a:gd name="connsiteX288" fmla="*/ 2807934 w 2915191"/>
                <a:gd name="connsiteY288" fmla="*/ 228600 h 645291"/>
                <a:gd name="connsiteX289" fmla="*/ 2817693 w 2915191"/>
                <a:gd name="connsiteY289" fmla="*/ 225712 h 645291"/>
                <a:gd name="connsiteX290" fmla="*/ 2827437 w 2915191"/>
                <a:gd name="connsiteY290" fmla="*/ 246040 h 645291"/>
                <a:gd name="connsiteX291" fmla="*/ 2837196 w 2915191"/>
                <a:gd name="connsiteY291" fmla="*/ 221180 h 645291"/>
                <a:gd name="connsiteX292" fmla="*/ 2846940 w 2915191"/>
                <a:gd name="connsiteY292" fmla="*/ 212261 h 645291"/>
                <a:gd name="connsiteX293" fmla="*/ 2856684 w 2915191"/>
                <a:gd name="connsiteY293" fmla="*/ 194689 h 645291"/>
                <a:gd name="connsiteX294" fmla="*/ 2866442 w 2915191"/>
                <a:gd name="connsiteY294" fmla="*/ 180783 h 645291"/>
                <a:gd name="connsiteX295" fmla="*/ 2876186 w 2915191"/>
                <a:gd name="connsiteY295" fmla="*/ 183938 h 645291"/>
                <a:gd name="connsiteX296" fmla="*/ 2885945 w 2915191"/>
                <a:gd name="connsiteY296" fmla="*/ 172511 h 645291"/>
                <a:gd name="connsiteX297" fmla="*/ 2895689 w 2915191"/>
                <a:gd name="connsiteY297" fmla="*/ 200017 h 645291"/>
                <a:gd name="connsiteX298" fmla="*/ 2905433 w 2915191"/>
                <a:gd name="connsiteY298" fmla="*/ 217670 h 645291"/>
                <a:gd name="connsiteX299" fmla="*/ 2915192 w 2915191"/>
                <a:gd name="connsiteY299" fmla="*/ 222832 h 645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45291">
                  <a:moveTo>
                    <a:pt x="0" y="471253"/>
                  </a:moveTo>
                  <a:lnTo>
                    <a:pt x="9750" y="494277"/>
                  </a:lnTo>
                  <a:lnTo>
                    <a:pt x="19500" y="483742"/>
                  </a:lnTo>
                  <a:lnTo>
                    <a:pt x="29250" y="520503"/>
                  </a:lnTo>
                  <a:lnTo>
                    <a:pt x="39000" y="530116"/>
                  </a:lnTo>
                  <a:lnTo>
                    <a:pt x="48749" y="495127"/>
                  </a:lnTo>
                  <a:lnTo>
                    <a:pt x="58499" y="519675"/>
                  </a:lnTo>
                  <a:lnTo>
                    <a:pt x="68249" y="510466"/>
                  </a:lnTo>
                  <a:lnTo>
                    <a:pt x="77998" y="515810"/>
                  </a:lnTo>
                  <a:lnTo>
                    <a:pt x="87748" y="510429"/>
                  </a:lnTo>
                  <a:lnTo>
                    <a:pt x="97497" y="505488"/>
                  </a:lnTo>
                  <a:lnTo>
                    <a:pt x="107247" y="520433"/>
                  </a:lnTo>
                  <a:lnTo>
                    <a:pt x="116997" y="490990"/>
                  </a:lnTo>
                  <a:lnTo>
                    <a:pt x="126747" y="475281"/>
                  </a:lnTo>
                  <a:lnTo>
                    <a:pt x="136497" y="495972"/>
                  </a:lnTo>
                  <a:lnTo>
                    <a:pt x="146247" y="480885"/>
                  </a:lnTo>
                  <a:lnTo>
                    <a:pt x="155997" y="482976"/>
                  </a:lnTo>
                  <a:lnTo>
                    <a:pt x="165747" y="498505"/>
                  </a:lnTo>
                  <a:lnTo>
                    <a:pt x="175497" y="512924"/>
                  </a:lnTo>
                  <a:lnTo>
                    <a:pt x="185247" y="516767"/>
                  </a:lnTo>
                  <a:lnTo>
                    <a:pt x="194996" y="510058"/>
                  </a:lnTo>
                  <a:lnTo>
                    <a:pt x="204746" y="528938"/>
                  </a:lnTo>
                  <a:lnTo>
                    <a:pt x="214495" y="528467"/>
                  </a:lnTo>
                  <a:lnTo>
                    <a:pt x="224245" y="527795"/>
                  </a:lnTo>
                  <a:lnTo>
                    <a:pt x="233995" y="542569"/>
                  </a:lnTo>
                  <a:lnTo>
                    <a:pt x="243744" y="548743"/>
                  </a:lnTo>
                  <a:lnTo>
                    <a:pt x="253494" y="522857"/>
                  </a:lnTo>
                  <a:lnTo>
                    <a:pt x="263244" y="518087"/>
                  </a:lnTo>
                  <a:lnTo>
                    <a:pt x="272994" y="506391"/>
                  </a:lnTo>
                  <a:lnTo>
                    <a:pt x="282744" y="468303"/>
                  </a:lnTo>
                  <a:lnTo>
                    <a:pt x="292494" y="493788"/>
                  </a:lnTo>
                  <a:lnTo>
                    <a:pt x="302244" y="483257"/>
                  </a:lnTo>
                  <a:lnTo>
                    <a:pt x="311994" y="477068"/>
                  </a:lnTo>
                  <a:lnTo>
                    <a:pt x="321744" y="470356"/>
                  </a:lnTo>
                  <a:lnTo>
                    <a:pt x="331493" y="476387"/>
                  </a:lnTo>
                  <a:lnTo>
                    <a:pt x="341243" y="468911"/>
                  </a:lnTo>
                  <a:lnTo>
                    <a:pt x="350993" y="488149"/>
                  </a:lnTo>
                  <a:lnTo>
                    <a:pt x="360742" y="532272"/>
                  </a:lnTo>
                  <a:lnTo>
                    <a:pt x="370492" y="520438"/>
                  </a:lnTo>
                  <a:lnTo>
                    <a:pt x="380241" y="550954"/>
                  </a:lnTo>
                  <a:lnTo>
                    <a:pt x="389991" y="544871"/>
                  </a:lnTo>
                  <a:lnTo>
                    <a:pt x="399741" y="554413"/>
                  </a:lnTo>
                  <a:lnTo>
                    <a:pt x="409491" y="566540"/>
                  </a:lnTo>
                  <a:lnTo>
                    <a:pt x="419241" y="565965"/>
                  </a:lnTo>
                  <a:lnTo>
                    <a:pt x="428991" y="559054"/>
                  </a:lnTo>
                  <a:lnTo>
                    <a:pt x="438741" y="568356"/>
                  </a:lnTo>
                  <a:lnTo>
                    <a:pt x="448491" y="572499"/>
                  </a:lnTo>
                  <a:lnTo>
                    <a:pt x="458241" y="533848"/>
                  </a:lnTo>
                  <a:lnTo>
                    <a:pt x="467991" y="531128"/>
                  </a:lnTo>
                  <a:lnTo>
                    <a:pt x="477740" y="549017"/>
                  </a:lnTo>
                  <a:lnTo>
                    <a:pt x="487490" y="565728"/>
                  </a:lnTo>
                  <a:lnTo>
                    <a:pt x="497239" y="515408"/>
                  </a:lnTo>
                  <a:lnTo>
                    <a:pt x="506989" y="519002"/>
                  </a:lnTo>
                  <a:lnTo>
                    <a:pt x="516738" y="500169"/>
                  </a:lnTo>
                  <a:lnTo>
                    <a:pt x="526488" y="529580"/>
                  </a:lnTo>
                  <a:lnTo>
                    <a:pt x="536238" y="583890"/>
                  </a:lnTo>
                  <a:lnTo>
                    <a:pt x="545988" y="574648"/>
                  </a:lnTo>
                  <a:lnTo>
                    <a:pt x="555738" y="608830"/>
                  </a:lnTo>
                  <a:lnTo>
                    <a:pt x="565488" y="613634"/>
                  </a:lnTo>
                  <a:lnTo>
                    <a:pt x="575238" y="609155"/>
                  </a:lnTo>
                  <a:lnTo>
                    <a:pt x="584988" y="597007"/>
                  </a:lnTo>
                  <a:lnTo>
                    <a:pt x="594738" y="598708"/>
                  </a:lnTo>
                  <a:lnTo>
                    <a:pt x="604488" y="607947"/>
                  </a:lnTo>
                  <a:lnTo>
                    <a:pt x="614237" y="593266"/>
                  </a:lnTo>
                  <a:lnTo>
                    <a:pt x="623987" y="571740"/>
                  </a:lnTo>
                  <a:lnTo>
                    <a:pt x="633736" y="564975"/>
                  </a:lnTo>
                  <a:lnTo>
                    <a:pt x="643486" y="575072"/>
                  </a:lnTo>
                  <a:lnTo>
                    <a:pt x="653236" y="591856"/>
                  </a:lnTo>
                  <a:lnTo>
                    <a:pt x="662985" y="594864"/>
                  </a:lnTo>
                  <a:lnTo>
                    <a:pt x="672735" y="599553"/>
                  </a:lnTo>
                  <a:lnTo>
                    <a:pt x="682485" y="570913"/>
                  </a:lnTo>
                  <a:lnTo>
                    <a:pt x="692235" y="593014"/>
                  </a:lnTo>
                  <a:lnTo>
                    <a:pt x="701985" y="629150"/>
                  </a:lnTo>
                  <a:lnTo>
                    <a:pt x="711735" y="645291"/>
                  </a:lnTo>
                  <a:lnTo>
                    <a:pt x="721485" y="630711"/>
                  </a:lnTo>
                  <a:lnTo>
                    <a:pt x="731235" y="629939"/>
                  </a:lnTo>
                  <a:lnTo>
                    <a:pt x="740985" y="627845"/>
                  </a:lnTo>
                  <a:lnTo>
                    <a:pt x="750734" y="615843"/>
                  </a:lnTo>
                  <a:lnTo>
                    <a:pt x="760484" y="621851"/>
                  </a:lnTo>
                  <a:lnTo>
                    <a:pt x="770233" y="619474"/>
                  </a:lnTo>
                  <a:lnTo>
                    <a:pt x="779983" y="615794"/>
                  </a:lnTo>
                  <a:lnTo>
                    <a:pt x="789733" y="596461"/>
                  </a:lnTo>
                  <a:lnTo>
                    <a:pt x="799482" y="622061"/>
                  </a:lnTo>
                  <a:lnTo>
                    <a:pt x="809232" y="609583"/>
                  </a:lnTo>
                  <a:lnTo>
                    <a:pt x="818982" y="619720"/>
                  </a:lnTo>
                  <a:lnTo>
                    <a:pt x="828732" y="622770"/>
                  </a:lnTo>
                  <a:lnTo>
                    <a:pt x="838482" y="632687"/>
                  </a:lnTo>
                  <a:lnTo>
                    <a:pt x="848232" y="624054"/>
                  </a:lnTo>
                  <a:lnTo>
                    <a:pt x="857982" y="635148"/>
                  </a:lnTo>
                  <a:lnTo>
                    <a:pt x="867732" y="614371"/>
                  </a:lnTo>
                  <a:lnTo>
                    <a:pt x="877482" y="604157"/>
                  </a:lnTo>
                  <a:lnTo>
                    <a:pt x="887231" y="621812"/>
                  </a:lnTo>
                  <a:lnTo>
                    <a:pt x="896981" y="637273"/>
                  </a:lnTo>
                  <a:lnTo>
                    <a:pt x="906730" y="642966"/>
                  </a:lnTo>
                  <a:lnTo>
                    <a:pt x="916480" y="614044"/>
                  </a:lnTo>
                  <a:lnTo>
                    <a:pt x="926230" y="589559"/>
                  </a:lnTo>
                  <a:lnTo>
                    <a:pt x="935979" y="600632"/>
                  </a:lnTo>
                  <a:lnTo>
                    <a:pt x="945729" y="567368"/>
                  </a:lnTo>
                  <a:lnTo>
                    <a:pt x="955479" y="561885"/>
                  </a:lnTo>
                  <a:lnTo>
                    <a:pt x="965229" y="546267"/>
                  </a:lnTo>
                  <a:lnTo>
                    <a:pt x="974979" y="540249"/>
                  </a:lnTo>
                  <a:lnTo>
                    <a:pt x="984729" y="521864"/>
                  </a:lnTo>
                  <a:lnTo>
                    <a:pt x="994474" y="541368"/>
                  </a:lnTo>
                  <a:lnTo>
                    <a:pt x="1004233" y="540110"/>
                  </a:lnTo>
                  <a:lnTo>
                    <a:pt x="1013977" y="530061"/>
                  </a:lnTo>
                  <a:lnTo>
                    <a:pt x="1023721" y="526886"/>
                  </a:lnTo>
                  <a:lnTo>
                    <a:pt x="1033480" y="571702"/>
                  </a:lnTo>
                  <a:lnTo>
                    <a:pt x="1043224" y="613023"/>
                  </a:lnTo>
                  <a:lnTo>
                    <a:pt x="1052983" y="569275"/>
                  </a:lnTo>
                  <a:lnTo>
                    <a:pt x="1062727" y="555252"/>
                  </a:lnTo>
                  <a:lnTo>
                    <a:pt x="1072471" y="587334"/>
                  </a:lnTo>
                  <a:lnTo>
                    <a:pt x="1082230" y="599481"/>
                  </a:lnTo>
                  <a:lnTo>
                    <a:pt x="1091973" y="595158"/>
                  </a:lnTo>
                  <a:lnTo>
                    <a:pt x="1101732" y="574657"/>
                  </a:lnTo>
                  <a:lnTo>
                    <a:pt x="1111476" y="556154"/>
                  </a:lnTo>
                  <a:lnTo>
                    <a:pt x="1121220" y="517121"/>
                  </a:lnTo>
                  <a:lnTo>
                    <a:pt x="1130979" y="545934"/>
                  </a:lnTo>
                  <a:lnTo>
                    <a:pt x="1140723" y="555279"/>
                  </a:lnTo>
                  <a:lnTo>
                    <a:pt x="1150482" y="550039"/>
                  </a:lnTo>
                  <a:lnTo>
                    <a:pt x="1160226" y="550631"/>
                  </a:lnTo>
                  <a:lnTo>
                    <a:pt x="1169969" y="555996"/>
                  </a:lnTo>
                  <a:lnTo>
                    <a:pt x="1179728" y="565406"/>
                  </a:lnTo>
                  <a:lnTo>
                    <a:pt x="1189472" y="538208"/>
                  </a:lnTo>
                  <a:lnTo>
                    <a:pt x="1199231" y="559309"/>
                  </a:lnTo>
                  <a:lnTo>
                    <a:pt x="1208975" y="565963"/>
                  </a:lnTo>
                  <a:lnTo>
                    <a:pt x="1218719" y="540574"/>
                  </a:lnTo>
                  <a:lnTo>
                    <a:pt x="1228478" y="537621"/>
                  </a:lnTo>
                  <a:lnTo>
                    <a:pt x="1238222" y="549759"/>
                  </a:lnTo>
                  <a:lnTo>
                    <a:pt x="1247966" y="521730"/>
                  </a:lnTo>
                  <a:lnTo>
                    <a:pt x="1257725" y="540426"/>
                  </a:lnTo>
                  <a:lnTo>
                    <a:pt x="1267469" y="578875"/>
                  </a:lnTo>
                  <a:lnTo>
                    <a:pt x="1277227" y="595819"/>
                  </a:lnTo>
                  <a:lnTo>
                    <a:pt x="1286971" y="585470"/>
                  </a:lnTo>
                  <a:lnTo>
                    <a:pt x="1296715" y="575215"/>
                  </a:lnTo>
                  <a:lnTo>
                    <a:pt x="1306474" y="548886"/>
                  </a:lnTo>
                  <a:lnTo>
                    <a:pt x="1316218" y="536366"/>
                  </a:lnTo>
                  <a:lnTo>
                    <a:pt x="1325977" y="518622"/>
                  </a:lnTo>
                  <a:lnTo>
                    <a:pt x="1335721" y="526181"/>
                  </a:lnTo>
                  <a:lnTo>
                    <a:pt x="1345465" y="537443"/>
                  </a:lnTo>
                  <a:lnTo>
                    <a:pt x="1355224" y="514042"/>
                  </a:lnTo>
                  <a:lnTo>
                    <a:pt x="1364967" y="566534"/>
                  </a:lnTo>
                  <a:lnTo>
                    <a:pt x="1374726" y="565871"/>
                  </a:lnTo>
                  <a:lnTo>
                    <a:pt x="1384470" y="567592"/>
                  </a:lnTo>
                  <a:lnTo>
                    <a:pt x="1394214" y="553995"/>
                  </a:lnTo>
                  <a:lnTo>
                    <a:pt x="1403973" y="535295"/>
                  </a:lnTo>
                  <a:lnTo>
                    <a:pt x="1413717" y="528501"/>
                  </a:lnTo>
                  <a:lnTo>
                    <a:pt x="1423476" y="505427"/>
                  </a:lnTo>
                  <a:lnTo>
                    <a:pt x="1433220" y="502642"/>
                  </a:lnTo>
                  <a:lnTo>
                    <a:pt x="1442964" y="465298"/>
                  </a:lnTo>
                  <a:lnTo>
                    <a:pt x="1452722" y="451043"/>
                  </a:lnTo>
                  <a:lnTo>
                    <a:pt x="1462466" y="440397"/>
                  </a:lnTo>
                  <a:lnTo>
                    <a:pt x="1472225" y="424509"/>
                  </a:lnTo>
                  <a:lnTo>
                    <a:pt x="1481969" y="398960"/>
                  </a:lnTo>
                  <a:lnTo>
                    <a:pt x="1491713" y="386483"/>
                  </a:lnTo>
                  <a:lnTo>
                    <a:pt x="1501472" y="391658"/>
                  </a:lnTo>
                  <a:lnTo>
                    <a:pt x="1511216" y="387658"/>
                  </a:lnTo>
                  <a:lnTo>
                    <a:pt x="1520960" y="392095"/>
                  </a:lnTo>
                  <a:lnTo>
                    <a:pt x="1530719" y="386885"/>
                  </a:lnTo>
                  <a:lnTo>
                    <a:pt x="1540463" y="419526"/>
                  </a:lnTo>
                  <a:lnTo>
                    <a:pt x="1550221" y="436235"/>
                  </a:lnTo>
                  <a:lnTo>
                    <a:pt x="1559965" y="464821"/>
                  </a:lnTo>
                  <a:lnTo>
                    <a:pt x="1569709" y="484864"/>
                  </a:lnTo>
                  <a:lnTo>
                    <a:pt x="1579468" y="502780"/>
                  </a:lnTo>
                  <a:lnTo>
                    <a:pt x="1589212" y="524544"/>
                  </a:lnTo>
                  <a:lnTo>
                    <a:pt x="1598971" y="495129"/>
                  </a:lnTo>
                  <a:lnTo>
                    <a:pt x="1608715" y="490093"/>
                  </a:lnTo>
                  <a:lnTo>
                    <a:pt x="1618459" y="520532"/>
                  </a:lnTo>
                  <a:lnTo>
                    <a:pt x="1628218" y="559777"/>
                  </a:lnTo>
                  <a:lnTo>
                    <a:pt x="1637962" y="540435"/>
                  </a:lnTo>
                  <a:lnTo>
                    <a:pt x="1647720" y="560404"/>
                  </a:lnTo>
                  <a:lnTo>
                    <a:pt x="1657464" y="555202"/>
                  </a:lnTo>
                  <a:lnTo>
                    <a:pt x="1667208" y="529338"/>
                  </a:lnTo>
                  <a:lnTo>
                    <a:pt x="1676967" y="566157"/>
                  </a:lnTo>
                  <a:lnTo>
                    <a:pt x="1686711" y="549124"/>
                  </a:lnTo>
                  <a:lnTo>
                    <a:pt x="1696470" y="501641"/>
                  </a:lnTo>
                  <a:lnTo>
                    <a:pt x="1706214" y="501909"/>
                  </a:lnTo>
                  <a:lnTo>
                    <a:pt x="1715958" y="471350"/>
                  </a:lnTo>
                  <a:lnTo>
                    <a:pt x="1725716" y="454018"/>
                  </a:lnTo>
                  <a:lnTo>
                    <a:pt x="1735460" y="433578"/>
                  </a:lnTo>
                  <a:lnTo>
                    <a:pt x="1745219" y="444694"/>
                  </a:lnTo>
                  <a:lnTo>
                    <a:pt x="1754963" y="445295"/>
                  </a:lnTo>
                  <a:lnTo>
                    <a:pt x="1764707" y="418393"/>
                  </a:lnTo>
                  <a:lnTo>
                    <a:pt x="1774466" y="428069"/>
                  </a:lnTo>
                  <a:lnTo>
                    <a:pt x="1784210" y="425889"/>
                  </a:lnTo>
                  <a:lnTo>
                    <a:pt x="1793969" y="455723"/>
                  </a:lnTo>
                  <a:lnTo>
                    <a:pt x="1803713" y="460663"/>
                  </a:lnTo>
                  <a:lnTo>
                    <a:pt x="1813457" y="450523"/>
                  </a:lnTo>
                  <a:lnTo>
                    <a:pt x="1823215" y="421412"/>
                  </a:lnTo>
                  <a:lnTo>
                    <a:pt x="1832959" y="408210"/>
                  </a:lnTo>
                  <a:lnTo>
                    <a:pt x="1842703" y="400406"/>
                  </a:lnTo>
                  <a:lnTo>
                    <a:pt x="1852462" y="408551"/>
                  </a:lnTo>
                  <a:lnTo>
                    <a:pt x="1862206" y="415120"/>
                  </a:lnTo>
                  <a:lnTo>
                    <a:pt x="1871965" y="386666"/>
                  </a:lnTo>
                  <a:lnTo>
                    <a:pt x="1881709" y="367936"/>
                  </a:lnTo>
                  <a:lnTo>
                    <a:pt x="1891453" y="343019"/>
                  </a:lnTo>
                  <a:lnTo>
                    <a:pt x="1901212" y="331297"/>
                  </a:lnTo>
                  <a:lnTo>
                    <a:pt x="1910956" y="323603"/>
                  </a:lnTo>
                  <a:lnTo>
                    <a:pt x="1920714" y="275811"/>
                  </a:lnTo>
                  <a:lnTo>
                    <a:pt x="1930458" y="255206"/>
                  </a:lnTo>
                  <a:lnTo>
                    <a:pt x="1940202" y="238324"/>
                  </a:lnTo>
                  <a:lnTo>
                    <a:pt x="1949961" y="213905"/>
                  </a:lnTo>
                  <a:lnTo>
                    <a:pt x="1959705" y="225965"/>
                  </a:lnTo>
                  <a:lnTo>
                    <a:pt x="1969464" y="226511"/>
                  </a:lnTo>
                  <a:lnTo>
                    <a:pt x="1979208" y="239193"/>
                  </a:lnTo>
                  <a:lnTo>
                    <a:pt x="1988952" y="236045"/>
                  </a:lnTo>
                  <a:lnTo>
                    <a:pt x="1998711" y="214210"/>
                  </a:lnTo>
                  <a:lnTo>
                    <a:pt x="2008454" y="203240"/>
                  </a:lnTo>
                  <a:lnTo>
                    <a:pt x="2018213" y="218879"/>
                  </a:lnTo>
                  <a:lnTo>
                    <a:pt x="2027957" y="232047"/>
                  </a:lnTo>
                  <a:lnTo>
                    <a:pt x="2037701" y="244188"/>
                  </a:lnTo>
                  <a:lnTo>
                    <a:pt x="2047460" y="243437"/>
                  </a:lnTo>
                  <a:lnTo>
                    <a:pt x="2057204" y="247614"/>
                  </a:lnTo>
                  <a:lnTo>
                    <a:pt x="2066963" y="251565"/>
                  </a:lnTo>
                  <a:lnTo>
                    <a:pt x="2076707" y="276555"/>
                  </a:lnTo>
                  <a:lnTo>
                    <a:pt x="2086451" y="244017"/>
                  </a:lnTo>
                  <a:lnTo>
                    <a:pt x="2096210" y="262145"/>
                  </a:lnTo>
                  <a:lnTo>
                    <a:pt x="2105954" y="257307"/>
                  </a:lnTo>
                  <a:lnTo>
                    <a:pt x="2115697" y="250614"/>
                  </a:lnTo>
                  <a:lnTo>
                    <a:pt x="2125456" y="247649"/>
                  </a:lnTo>
                  <a:lnTo>
                    <a:pt x="2135200" y="227810"/>
                  </a:lnTo>
                  <a:lnTo>
                    <a:pt x="2144959" y="206446"/>
                  </a:lnTo>
                  <a:lnTo>
                    <a:pt x="2154703" y="243108"/>
                  </a:lnTo>
                  <a:lnTo>
                    <a:pt x="2164447" y="211996"/>
                  </a:lnTo>
                  <a:lnTo>
                    <a:pt x="2174206" y="167366"/>
                  </a:lnTo>
                  <a:lnTo>
                    <a:pt x="2183950" y="221943"/>
                  </a:lnTo>
                  <a:lnTo>
                    <a:pt x="2193709" y="238843"/>
                  </a:lnTo>
                  <a:lnTo>
                    <a:pt x="2203452" y="227437"/>
                  </a:lnTo>
                  <a:lnTo>
                    <a:pt x="2213196" y="231241"/>
                  </a:lnTo>
                  <a:lnTo>
                    <a:pt x="2222955" y="223021"/>
                  </a:lnTo>
                  <a:lnTo>
                    <a:pt x="2232699" y="232592"/>
                  </a:lnTo>
                  <a:lnTo>
                    <a:pt x="2242458" y="243189"/>
                  </a:lnTo>
                  <a:lnTo>
                    <a:pt x="2252202" y="189061"/>
                  </a:lnTo>
                  <a:lnTo>
                    <a:pt x="2261946" y="180436"/>
                  </a:lnTo>
                  <a:lnTo>
                    <a:pt x="2271705" y="172925"/>
                  </a:lnTo>
                  <a:lnTo>
                    <a:pt x="2281449" y="155134"/>
                  </a:lnTo>
                  <a:lnTo>
                    <a:pt x="2291208" y="133502"/>
                  </a:lnTo>
                  <a:lnTo>
                    <a:pt x="2300951" y="75331"/>
                  </a:lnTo>
                  <a:lnTo>
                    <a:pt x="2310695" y="55253"/>
                  </a:lnTo>
                  <a:lnTo>
                    <a:pt x="2320454" y="43624"/>
                  </a:lnTo>
                  <a:lnTo>
                    <a:pt x="2330198" y="56965"/>
                  </a:lnTo>
                  <a:lnTo>
                    <a:pt x="2339957" y="54430"/>
                  </a:lnTo>
                  <a:lnTo>
                    <a:pt x="2349701" y="74471"/>
                  </a:lnTo>
                  <a:lnTo>
                    <a:pt x="2359445" y="53936"/>
                  </a:lnTo>
                  <a:lnTo>
                    <a:pt x="2369204" y="18953"/>
                  </a:lnTo>
                  <a:lnTo>
                    <a:pt x="2378948" y="39476"/>
                  </a:lnTo>
                  <a:lnTo>
                    <a:pt x="2388692" y="21014"/>
                  </a:lnTo>
                  <a:lnTo>
                    <a:pt x="2398450" y="36801"/>
                  </a:lnTo>
                  <a:lnTo>
                    <a:pt x="2408194" y="32688"/>
                  </a:lnTo>
                  <a:lnTo>
                    <a:pt x="2417953" y="29154"/>
                  </a:lnTo>
                  <a:lnTo>
                    <a:pt x="2427697" y="29503"/>
                  </a:lnTo>
                  <a:lnTo>
                    <a:pt x="2437441" y="20683"/>
                  </a:lnTo>
                  <a:lnTo>
                    <a:pt x="2447200" y="0"/>
                  </a:lnTo>
                  <a:lnTo>
                    <a:pt x="2456944" y="10251"/>
                  </a:lnTo>
                  <a:lnTo>
                    <a:pt x="2466703" y="39076"/>
                  </a:lnTo>
                  <a:lnTo>
                    <a:pt x="2476446" y="40111"/>
                  </a:lnTo>
                  <a:lnTo>
                    <a:pt x="2486190" y="55703"/>
                  </a:lnTo>
                  <a:lnTo>
                    <a:pt x="2495949" y="28243"/>
                  </a:lnTo>
                  <a:lnTo>
                    <a:pt x="2505693" y="43493"/>
                  </a:lnTo>
                  <a:lnTo>
                    <a:pt x="2515452" y="74742"/>
                  </a:lnTo>
                  <a:lnTo>
                    <a:pt x="2525196" y="69837"/>
                  </a:lnTo>
                  <a:lnTo>
                    <a:pt x="2534940" y="71952"/>
                  </a:lnTo>
                  <a:lnTo>
                    <a:pt x="2544699" y="96845"/>
                  </a:lnTo>
                  <a:lnTo>
                    <a:pt x="2554443" y="112976"/>
                  </a:lnTo>
                  <a:lnTo>
                    <a:pt x="2564202" y="110010"/>
                  </a:lnTo>
                  <a:lnTo>
                    <a:pt x="2573946" y="111905"/>
                  </a:lnTo>
                  <a:lnTo>
                    <a:pt x="2583690" y="137313"/>
                  </a:lnTo>
                  <a:lnTo>
                    <a:pt x="2593448" y="118469"/>
                  </a:lnTo>
                  <a:lnTo>
                    <a:pt x="2603192" y="118550"/>
                  </a:lnTo>
                  <a:lnTo>
                    <a:pt x="2612951" y="109242"/>
                  </a:lnTo>
                  <a:lnTo>
                    <a:pt x="2622695" y="104737"/>
                  </a:lnTo>
                  <a:lnTo>
                    <a:pt x="2632439" y="122283"/>
                  </a:lnTo>
                  <a:lnTo>
                    <a:pt x="2642198" y="122858"/>
                  </a:lnTo>
                  <a:lnTo>
                    <a:pt x="2651942" y="138690"/>
                  </a:lnTo>
                  <a:lnTo>
                    <a:pt x="2661685" y="162549"/>
                  </a:lnTo>
                  <a:lnTo>
                    <a:pt x="2671444" y="176843"/>
                  </a:lnTo>
                  <a:lnTo>
                    <a:pt x="2681188" y="174512"/>
                  </a:lnTo>
                  <a:lnTo>
                    <a:pt x="2690947" y="178642"/>
                  </a:lnTo>
                  <a:lnTo>
                    <a:pt x="2700691" y="185725"/>
                  </a:lnTo>
                  <a:lnTo>
                    <a:pt x="2710435" y="190360"/>
                  </a:lnTo>
                  <a:lnTo>
                    <a:pt x="2720194" y="191634"/>
                  </a:lnTo>
                  <a:lnTo>
                    <a:pt x="2729938" y="209904"/>
                  </a:lnTo>
                  <a:lnTo>
                    <a:pt x="2739697" y="173558"/>
                  </a:lnTo>
                  <a:lnTo>
                    <a:pt x="2749441" y="162694"/>
                  </a:lnTo>
                  <a:lnTo>
                    <a:pt x="2759185" y="173932"/>
                  </a:lnTo>
                  <a:lnTo>
                    <a:pt x="2768943" y="172027"/>
                  </a:lnTo>
                  <a:lnTo>
                    <a:pt x="2778687" y="208692"/>
                  </a:lnTo>
                  <a:lnTo>
                    <a:pt x="2788446" y="187316"/>
                  </a:lnTo>
                  <a:lnTo>
                    <a:pt x="2798190" y="218197"/>
                  </a:lnTo>
                  <a:lnTo>
                    <a:pt x="2807934" y="228600"/>
                  </a:lnTo>
                  <a:lnTo>
                    <a:pt x="2817693" y="225712"/>
                  </a:lnTo>
                  <a:lnTo>
                    <a:pt x="2827437" y="246040"/>
                  </a:lnTo>
                  <a:lnTo>
                    <a:pt x="2837196" y="221180"/>
                  </a:lnTo>
                  <a:lnTo>
                    <a:pt x="2846940" y="212261"/>
                  </a:lnTo>
                  <a:lnTo>
                    <a:pt x="2856684" y="194689"/>
                  </a:lnTo>
                  <a:lnTo>
                    <a:pt x="2866442" y="180783"/>
                  </a:lnTo>
                  <a:lnTo>
                    <a:pt x="2876186" y="183938"/>
                  </a:lnTo>
                  <a:lnTo>
                    <a:pt x="2885945" y="172511"/>
                  </a:lnTo>
                  <a:lnTo>
                    <a:pt x="2895689" y="200017"/>
                  </a:lnTo>
                  <a:lnTo>
                    <a:pt x="2905433" y="217670"/>
                  </a:lnTo>
                  <a:lnTo>
                    <a:pt x="2915192" y="22283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1" name="Freeform 1170">
              <a:extLst>
                <a:ext uri="{FF2B5EF4-FFF2-40B4-BE49-F238E27FC236}">
                  <a16:creationId xmlns:a16="http://schemas.microsoft.com/office/drawing/2014/main" id="{DB7684DB-7F6B-C4EB-1352-F67B44C6C8B4}"/>
                </a:ext>
              </a:extLst>
            </p:cNvPr>
            <p:cNvSpPr/>
            <p:nvPr/>
          </p:nvSpPr>
          <p:spPr>
            <a:xfrm>
              <a:off x="4426652" y="3049605"/>
              <a:ext cx="2915191" cy="586797"/>
            </a:xfrm>
            <a:custGeom>
              <a:avLst/>
              <a:gdLst>
                <a:gd name="connsiteX0" fmla="*/ 0 w 2915191"/>
                <a:gd name="connsiteY0" fmla="*/ 586798 h 586797"/>
                <a:gd name="connsiteX1" fmla="*/ 9750 w 2915191"/>
                <a:gd name="connsiteY1" fmla="*/ 579888 h 586797"/>
                <a:gd name="connsiteX2" fmla="*/ 19500 w 2915191"/>
                <a:gd name="connsiteY2" fmla="*/ 554242 h 586797"/>
                <a:gd name="connsiteX3" fmla="*/ 29250 w 2915191"/>
                <a:gd name="connsiteY3" fmla="*/ 548208 h 586797"/>
                <a:gd name="connsiteX4" fmla="*/ 39000 w 2915191"/>
                <a:gd name="connsiteY4" fmla="*/ 565947 h 586797"/>
                <a:gd name="connsiteX5" fmla="*/ 48749 w 2915191"/>
                <a:gd name="connsiteY5" fmla="*/ 543427 h 586797"/>
                <a:gd name="connsiteX6" fmla="*/ 58499 w 2915191"/>
                <a:gd name="connsiteY6" fmla="*/ 523550 h 586797"/>
                <a:gd name="connsiteX7" fmla="*/ 68249 w 2915191"/>
                <a:gd name="connsiteY7" fmla="*/ 512856 h 586797"/>
                <a:gd name="connsiteX8" fmla="*/ 77998 w 2915191"/>
                <a:gd name="connsiteY8" fmla="*/ 515865 h 586797"/>
                <a:gd name="connsiteX9" fmla="*/ 87748 w 2915191"/>
                <a:gd name="connsiteY9" fmla="*/ 524109 h 586797"/>
                <a:gd name="connsiteX10" fmla="*/ 97497 w 2915191"/>
                <a:gd name="connsiteY10" fmla="*/ 505749 h 586797"/>
                <a:gd name="connsiteX11" fmla="*/ 107247 w 2915191"/>
                <a:gd name="connsiteY11" fmla="*/ 497724 h 586797"/>
                <a:gd name="connsiteX12" fmla="*/ 116997 w 2915191"/>
                <a:gd name="connsiteY12" fmla="*/ 483421 h 586797"/>
                <a:gd name="connsiteX13" fmla="*/ 126747 w 2915191"/>
                <a:gd name="connsiteY13" fmla="*/ 512147 h 586797"/>
                <a:gd name="connsiteX14" fmla="*/ 136497 w 2915191"/>
                <a:gd name="connsiteY14" fmla="*/ 502796 h 586797"/>
                <a:gd name="connsiteX15" fmla="*/ 146247 w 2915191"/>
                <a:gd name="connsiteY15" fmla="*/ 481334 h 586797"/>
                <a:gd name="connsiteX16" fmla="*/ 155997 w 2915191"/>
                <a:gd name="connsiteY16" fmla="*/ 475690 h 586797"/>
                <a:gd name="connsiteX17" fmla="*/ 165747 w 2915191"/>
                <a:gd name="connsiteY17" fmla="*/ 429110 h 586797"/>
                <a:gd name="connsiteX18" fmla="*/ 175497 w 2915191"/>
                <a:gd name="connsiteY18" fmla="*/ 381846 h 586797"/>
                <a:gd name="connsiteX19" fmla="*/ 185247 w 2915191"/>
                <a:gd name="connsiteY19" fmla="*/ 392332 h 586797"/>
                <a:gd name="connsiteX20" fmla="*/ 194996 w 2915191"/>
                <a:gd name="connsiteY20" fmla="*/ 400428 h 586797"/>
                <a:gd name="connsiteX21" fmla="*/ 204746 w 2915191"/>
                <a:gd name="connsiteY21" fmla="*/ 410597 h 586797"/>
                <a:gd name="connsiteX22" fmla="*/ 214495 w 2915191"/>
                <a:gd name="connsiteY22" fmla="*/ 404425 h 586797"/>
                <a:gd name="connsiteX23" fmla="*/ 224245 w 2915191"/>
                <a:gd name="connsiteY23" fmla="*/ 453452 h 586797"/>
                <a:gd name="connsiteX24" fmla="*/ 233995 w 2915191"/>
                <a:gd name="connsiteY24" fmla="*/ 419317 h 586797"/>
                <a:gd name="connsiteX25" fmla="*/ 243744 w 2915191"/>
                <a:gd name="connsiteY25" fmla="*/ 373407 h 586797"/>
                <a:gd name="connsiteX26" fmla="*/ 253494 w 2915191"/>
                <a:gd name="connsiteY26" fmla="*/ 396165 h 586797"/>
                <a:gd name="connsiteX27" fmla="*/ 263244 w 2915191"/>
                <a:gd name="connsiteY27" fmla="*/ 373510 h 586797"/>
                <a:gd name="connsiteX28" fmla="*/ 272994 w 2915191"/>
                <a:gd name="connsiteY28" fmla="*/ 390709 h 586797"/>
                <a:gd name="connsiteX29" fmla="*/ 282744 w 2915191"/>
                <a:gd name="connsiteY29" fmla="*/ 371353 h 586797"/>
                <a:gd name="connsiteX30" fmla="*/ 292494 w 2915191"/>
                <a:gd name="connsiteY30" fmla="*/ 381950 h 586797"/>
                <a:gd name="connsiteX31" fmla="*/ 302244 w 2915191"/>
                <a:gd name="connsiteY31" fmla="*/ 348591 h 586797"/>
                <a:gd name="connsiteX32" fmla="*/ 311994 w 2915191"/>
                <a:gd name="connsiteY32" fmla="*/ 358571 h 586797"/>
                <a:gd name="connsiteX33" fmla="*/ 321744 w 2915191"/>
                <a:gd name="connsiteY33" fmla="*/ 366104 h 586797"/>
                <a:gd name="connsiteX34" fmla="*/ 331493 w 2915191"/>
                <a:gd name="connsiteY34" fmla="*/ 344886 h 586797"/>
                <a:gd name="connsiteX35" fmla="*/ 341243 w 2915191"/>
                <a:gd name="connsiteY35" fmla="*/ 336881 h 586797"/>
                <a:gd name="connsiteX36" fmla="*/ 350993 w 2915191"/>
                <a:gd name="connsiteY36" fmla="*/ 335108 h 586797"/>
                <a:gd name="connsiteX37" fmla="*/ 360742 w 2915191"/>
                <a:gd name="connsiteY37" fmla="*/ 318802 h 586797"/>
                <a:gd name="connsiteX38" fmla="*/ 370492 w 2915191"/>
                <a:gd name="connsiteY38" fmla="*/ 320662 h 586797"/>
                <a:gd name="connsiteX39" fmla="*/ 380241 w 2915191"/>
                <a:gd name="connsiteY39" fmla="*/ 325076 h 586797"/>
                <a:gd name="connsiteX40" fmla="*/ 389991 w 2915191"/>
                <a:gd name="connsiteY40" fmla="*/ 289831 h 586797"/>
                <a:gd name="connsiteX41" fmla="*/ 399741 w 2915191"/>
                <a:gd name="connsiteY41" fmla="*/ 301027 h 586797"/>
                <a:gd name="connsiteX42" fmla="*/ 409491 w 2915191"/>
                <a:gd name="connsiteY42" fmla="*/ 284490 h 586797"/>
                <a:gd name="connsiteX43" fmla="*/ 419241 w 2915191"/>
                <a:gd name="connsiteY43" fmla="*/ 318780 h 586797"/>
                <a:gd name="connsiteX44" fmla="*/ 428991 w 2915191"/>
                <a:gd name="connsiteY44" fmla="*/ 343955 h 586797"/>
                <a:gd name="connsiteX45" fmla="*/ 438741 w 2915191"/>
                <a:gd name="connsiteY45" fmla="*/ 324191 h 586797"/>
                <a:gd name="connsiteX46" fmla="*/ 448491 w 2915191"/>
                <a:gd name="connsiteY46" fmla="*/ 322350 h 586797"/>
                <a:gd name="connsiteX47" fmla="*/ 458241 w 2915191"/>
                <a:gd name="connsiteY47" fmla="*/ 298994 h 586797"/>
                <a:gd name="connsiteX48" fmla="*/ 467991 w 2915191"/>
                <a:gd name="connsiteY48" fmla="*/ 289735 h 586797"/>
                <a:gd name="connsiteX49" fmla="*/ 477740 w 2915191"/>
                <a:gd name="connsiteY49" fmla="*/ 329078 h 586797"/>
                <a:gd name="connsiteX50" fmla="*/ 487490 w 2915191"/>
                <a:gd name="connsiteY50" fmla="*/ 331555 h 586797"/>
                <a:gd name="connsiteX51" fmla="*/ 497239 w 2915191"/>
                <a:gd name="connsiteY51" fmla="*/ 344158 h 586797"/>
                <a:gd name="connsiteX52" fmla="*/ 506989 w 2915191"/>
                <a:gd name="connsiteY52" fmla="*/ 339227 h 586797"/>
                <a:gd name="connsiteX53" fmla="*/ 516738 w 2915191"/>
                <a:gd name="connsiteY53" fmla="*/ 353863 h 586797"/>
                <a:gd name="connsiteX54" fmla="*/ 526488 w 2915191"/>
                <a:gd name="connsiteY54" fmla="*/ 341254 h 586797"/>
                <a:gd name="connsiteX55" fmla="*/ 536238 w 2915191"/>
                <a:gd name="connsiteY55" fmla="*/ 327547 h 586797"/>
                <a:gd name="connsiteX56" fmla="*/ 545988 w 2915191"/>
                <a:gd name="connsiteY56" fmla="*/ 331529 h 586797"/>
                <a:gd name="connsiteX57" fmla="*/ 555738 w 2915191"/>
                <a:gd name="connsiteY57" fmla="*/ 322103 h 586797"/>
                <a:gd name="connsiteX58" fmla="*/ 565488 w 2915191"/>
                <a:gd name="connsiteY58" fmla="*/ 324314 h 586797"/>
                <a:gd name="connsiteX59" fmla="*/ 575238 w 2915191"/>
                <a:gd name="connsiteY59" fmla="*/ 303975 h 586797"/>
                <a:gd name="connsiteX60" fmla="*/ 584988 w 2915191"/>
                <a:gd name="connsiteY60" fmla="*/ 294846 h 586797"/>
                <a:gd name="connsiteX61" fmla="*/ 594738 w 2915191"/>
                <a:gd name="connsiteY61" fmla="*/ 318014 h 586797"/>
                <a:gd name="connsiteX62" fmla="*/ 604488 w 2915191"/>
                <a:gd name="connsiteY62" fmla="*/ 336835 h 586797"/>
                <a:gd name="connsiteX63" fmla="*/ 614237 w 2915191"/>
                <a:gd name="connsiteY63" fmla="*/ 362327 h 586797"/>
                <a:gd name="connsiteX64" fmla="*/ 623987 w 2915191"/>
                <a:gd name="connsiteY64" fmla="*/ 341167 h 586797"/>
                <a:gd name="connsiteX65" fmla="*/ 633736 w 2915191"/>
                <a:gd name="connsiteY65" fmla="*/ 338745 h 586797"/>
                <a:gd name="connsiteX66" fmla="*/ 643486 w 2915191"/>
                <a:gd name="connsiteY66" fmla="*/ 339658 h 586797"/>
                <a:gd name="connsiteX67" fmla="*/ 653236 w 2915191"/>
                <a:gd name="connsiteY67" fmla="*/ 349381 h 586797"/>
                <a:gd name="connsiteX68" fmla="*/ 662985 w 2915191"/>
                <a:gd name="connsiteY68" fmla="*/ 337192 h 586797"/>
                <a:gd name="connsiteX69" fmla="*/ 672735 w 2915191"/>
                <a:gd name="connsiteY69" fmla="*/ 298732 h 586797"/>
                <a:gd name="connsiteX70" fmla="*/ 682485 w 2915191"/>
                <a:gd name="connsiteY70" fmla="*/ 308795 h 586797"/>
                <a:gd name="connsiteX71" fmla="*/ 692235 w 2915191"/>
                <a:gd name="connsiteY71" fmla="*/ 291838 h 586797"/>
                <a:gd name="connsiteX72" fmla="*/ 701985 w 2915191"/>
                <a:gd name="connsiteY72" fmla="*/ 276309 h 586797"/>
                <a:gd name="connsiteX73" fmla="*/ 711735 w 2915191"/>
                <a:gd name="connsiteY73" fmla="*/ 275424 h 586797"/>
                <a:gd name="connsiteX74" fmla="*/ 721485 w 2915191"/>
                <a:gd name="connsiteY74" fmla="*/ 297719 h 586797"/>
                <a:gd name="connsiteX75" fmla="*/ 731235 w 2915191"/>
                <a:gd name="connsiteY75" fmla="*/ 318597 h 586797"/>
                <a:gd name="connsiteX76" fmla="*/ 740985 w 2915191"/>
                <a:gd name="connsiteY76" fmla="*/ 323023 h 586797"/>
                <a:gd name="connsiteX77" fmla="*/ 750734 w 2915191"/>
                <a:gd name="connsiteY77" fmla="*/ 313874 h 586797"/>
                <a:gd name="connsiteX78" fmla="*/ 760484 w 2915191"/>
                <a:gd name="connsiteY78" fmla="*/ 282330 h 586797"/>
                <a:gd name="connsiteX79" fmla="*/ 770233 w 2915191"/>
                <a:gd name="connsiteY79" fmla="*/ 265646 h 586797"/>
                <a:gd name="connsiteX80" fmla="*/ 779983 w 2915191"/>
                <a:gd name="connsiteY80" fmla="*/ 228936 h 586797"/>
                <a:gd name="connsiteX81" fmla="*/ 789733 w 2915191"/>
                <a:gd name="connsiteY81" fmla="*/ 214597 h 586797"/>
                <a:gd name="connsiteX82" fmla="*/ 799482 w 2915191"/>
                <a:gd name="connsiteY82" fmla="*/ 202224 h 586797"/>
                <a:gd name="connsiteX83" fmla="*/ 809232 w 2915191"/>
                <a:gd name="connsiteY83" fmla="*/ 200607 h 586797"/>
                <a:gd name="connsiteX84" fmla="*/ 818982 w 2915191"/>
                <a:gd name="connsiteY84" fmla="*/ 186698 h 586797"/>
                <a:gd name="connsiteX85" fmla="*/ 828732 w 2915191"/>
                <a:gd name="connsiteY85" fmla="*/ 201570 h 586797"/>
                <a:gd name="connsiteX86" fmla="*/ 838482 w 2915191"/>
                <a:gd name="connsiteY86" fmla="*/ 189177 h 586797"/>
                <a:gd name="connsiteX87" fmla="*/ 848232 w 2915191"/>
                <a:gd name="connsiteY87" fmla="*/ 193362 h 586797"/>
                <a:gd name="connsiteX88" fmla="*/ 857982 w 2915191"/>
                <a:gd name="connsiteY88" fmla="*/ 186243 h 586797"/>
                <a:gd name="connsiteX89" fmla="*/ 867732 w 2915191"/>
                <a:gd name="connsiteY89" fmla="*/ 175975 h 586797"/>
                <a:gd name="connsiteX90" fmla="*/ 877482 w 2915191"/>
                <a:gd name="connsiteY90" fmla="*/ 166106 h 586797"/>
                <a:gd name="connsiteX91" fmla="*/ 887231 w 2915191"/>
                <a:gd name="connsiteY91" fmla="*/ 154221 h 586797"/>
                <a:gd name="connsiteX92" fmla="*/ 896981 w 2915191"/>
                <a:gd name="connsiteY92" fmla="*/ 151707 h 586797"/>
                <a:gd name="connsiteX93" fmla="*/ 906730 w 2915191"/>
                <a:gd name="connsiteY93" fmla="*/ 165160 h 586797"/>
                <a:gd name="connsiteX94" fmla="*/ 916480 w 2915191"/>
                <a:gd name="connsiteY94" fmla="*/ 162973 h 586797"/>
                <a:gd name="connsiteX95" fmla="*/ 926230 w 2915191"/>
                <a:gd name="connsiteY95" fmla="*/ 171136 h 586797"/>
                <a:gd name="connsiteX96" fmla="*/ 935979 w 2915191"/>
                <a:gd name="connsiteY96" fmla="*/ 178724 h 586797"/>
                <a:gd name="connsiteX97" fmla="*/ 945729 w 2915191"/>
                <a:gd name="connsiteY97" fmla="*/ 155742 h 586797"/>
                <a:gd name="connsiteX98" fmla="*/ 955479 w 2915191"/>
                <a:gd name="connsiteY98" fmla="*/ 141438 h 586797"/>
                <a:gd name="connsiteX99" fmla="*/ 965229 w 2915191"/>
                <a:gd name="connsiteY99" fmla="*/ 153932 h 586797"/>
                <a:gd name="connsiteX100" fmla="*/ 974979 w 2915191"/>
                <a:gd name="connsiteY100" fmla="*/ 117450 h 586797"/>
                <a:gd name="connsiteX101" fmla="*/ 984729 w 2915191"/>
                <a:gd name="connsiteY101" fmla="*/ 98271 h 586797"/>
                <a:gd name="connsiteX102" fmla="*/ 994474 w 2915191"/>
                <a:gd name="connsiteY102" fmla="*/ 105106 h 586797"/>
                <a:gd name="connsiteX103" fmla="*/ 1004233 w 2915191"/>
                <a:gd name="connsiteY103" fmla="*/ 62384 h 586797"/>
                <a:gd name="connsiteX104" fmla="*/ 1013977 w 2915191"/>
                <a:gd name="connsiteY104" fmla="*/ 34409 h 586797"/>
                <a:gd name="connsiteX105" fmla="*/ 1023721 w 2915191"/>
                <a:gd name="connsiteY105" fmla="*/ 0 h 586797"/>
                <a:gd name="connsiteX106" fmla="*/ 1033480 w 2915191"/>
                <a:gd name="connsiteY106" fmla="*/ 23981 h 586797"/>
                <a:gd name="connsiteX107" fmla="*/ 1043224 w 2915191"/>
                <a:gd name="connsiteY107" fmla="*/ 45235 h 586797"/>
                <a:gd name="connsiteX108" fmla="*/ 1052983 w 2915191"/>
                <a:gd name="connsiteY108" fmla="*/ 46111 h 586797"/>
                <a:gd name="connsiteX109" fmla="*/ 1062727 w 2915191"/>
                <a:gd name="connsiteY109" fmla="*/ 63304 h 586797"/>
                <a:gd name="connsiteX110" fmla="*/ 1072471 w 2915191"/>
                <a:gd name="connsiteY110" fmla="*/ 69431 h 586797"/>
                <a:gd name="connsiteX111" fmla="*/ 1082230 w 2915191"/>
                <a:gd name="connsiteY111" fmla="*/ 62740 h 586797"/>
                <a:gd name="connsiteX112" fmla="*/ 1091973 w 2915191"/>
                <a:gd name="connsiteY112" fmla="*/ 33947 h 586797"/>
                <a:gd name="connsiteX113" fmla="*/ 1101732 w 2915191"/>
                <a:gd name="connsiteY113" fmla="*/ 45092 h 586797"/>
                <a:gd name="connsiteX114" fmla="*/ 1111476 w 2915191"/>
                <a:gd name="connsiteY114" fmla="*/ 50186 h 586797"/>
                <a:gd name="connsiteX115" fmla="*/ 1121220 w 2915191"/>
                <a:gd name="connsiteY115" fmla="*/ 48195 h 586797"/>
                <a:gd name="connsiteX116" fmla="*/ 1130979 w 2915191"/>
                <a:gd name="connsiteY116" fmla="*/ 69359 h 586797"/>
                <a:gd name="connsiteX117" fmla="*/ 1140723 w 2915191"/>
                <a:gd name="connsiteY117" fmla="*/ 94251 h 586797"/>
                <a:gd name="connsiteX118" fmla="*/ 1150482 w 2915191"/>
                <a:gd name="connsiteY118" fmla="*/ 95921 h 586797"/>
                <a:gd name="connsiteX119" fmla="*/ 1160226 w 2915191"/>
                <a:gd name="connsiteY119" fmla="*/ 98828 h 586797"/>
                <a:gd name="connsiteX120" fmla="*/ 1169969 w 2915191"/>
                <a:gd name="connsiteY120" fmla="*/ 107578 h 586797"/>
                <a:gd name="connsiteX121" fmla="*/ 1179728 w 2915191"/>
                <a:gd name="connsiteY121" fmla="*/ 90875 h 586797"/>
                <a:gd name="connsiteX122" fmla="*/ 1189472 w 2915191"/>
                <a:gd name="connsiteY122" fmla="*/ 93755 h 586797"/>
                <a:gd name="connsiteX123" fmla="*/ 1199231 w 2915191"/>
                <a:gd name="connsiteY123" fmla="*/ 91927 h 586797"/>
                <a:gd name="connsiteX124" fmla="*/ 1208975 w 2915191"/>
                <a:gd name="connsiteY124" fmla="*/ 108476 h 586797"/>
                <a:gd name="connsiteX125" fmla="*/ 1218719 w 2915191"/>
                <a:gd name="connsiteY125" fmla="*/ 155367 h 586797"/>
                <a:gd name="connsiteX126" fmla="*/ 1228478 w 2915191"/>
                <a:gd name="connsiteY126" fmla="*/ 129509 h 586797"/>
                <a:gd name="connsiteX127" fmla="*/ 1238222 w 2915191"/>
                <a:gd name="connsiteY127" fmla="*/ 143686 h 586797"/>
                <a:gd name="connsiteX128" fmla="*/ 1247966 w 2915191"/>
                <a:gd name="connsiteY128" fmla="*/ 156189 h 586797"/>
                <a:gd name="connsiteX129" fmla="*/ 1257725 w 2915191"/>
                <a:gd name="connsiteY129" fmla="*/ 157104 h 586797"/>
                <a:gd name="connsiteX130" fmla="*/ 1267469 w 2915191"/>
                <a:gd name="connsiteY130" fmla="*/ 185418 h 586797"/>
                <a:gd name="connsiteX131" fmla="*/ 1277227 w 2915191"/>
                <a:gd name="connsiteY131" fmla="*/ 177036 h 586797"/>
                <a:gd name="connsiteX132" fmla="*/ 1286971 w 2915191"/>
                <a:gd name="connsiteY132" fmla="*/ 200551 h 586797"/>
                <a:gd name="connsiteX133" fmla="*/ 1296715 w 2915191"/>
                <a:gd name="connsiteY133" fmla="*/ 206658 h 586797"/>
                <a:gd name="connsiteX134" fmla="*/ 1306474 w 2915191"/>
                <a:gd name="connsiteY134" fmla="*/ 214089 h 586797"/>
                <a:gd name="connsiteX135" fmla="*/ 1316218 w 2915191"/>
                <a:gd name="connsiteY135" fmla="*/ 188851 h 586797"/>
                <a:gd name="connsiteX136" fmla="*/ 1325977 w 2915191"/>
                <a:gd name="connsiteY136" fmla="*/ 176991 h 586797"/>
                <a:gd name="connsiteX137" fmla="*/ 1335721 w 2915191"/>
                <a:gd name="connsiteY137" fmla="*/ 153674 h 586797"/>
                <a:gd name="connsiteX138" fmla="*/ 1345465 w 2915191"/>
                <a:gd name="connsiteY138" fmla="*/ 121500 h 586797"/>
                <a:gd name="connsiteX139" fmla="*/ 1355224 w 2915191"/>
                <a:gd name="connsiteY139" fmla="*/ 160882 h 586797"/>
                <a:gd name="connsiteX140" fmla="*/ 1364967 w 2915191"/>
                <a:gd name="connsiteY140" fmla="*/ 167844 h 586797"/>
                <a:gd name="connsiteX141" fmla="*/ 1374726 w 2915191"/>
                <a:gd name="connsiteY141" fmla="*/ 177402 h 586797"/>
                <a:gd name="connsiteX142" fmla="*/ 1384470 w 2915191"/>
                <a:gd name="connsiteY142" fmla="*/ 217562 h 586797"/>
                <a:gd name="connsiteX143" fmla="*/ 1394214 w 2915191"/>
                <a:gd name="connsiteY143" fmla="*/ 223911 h 586797"/>
                <a:gd name="connsiteX144" fmla="*/ 1403973 w 2915191"/>
                <a:gd name="connsiteY144" fmla="*/ 233932 h 586797"/>
                <a:gd name="connsiteX145" fmla="*/ 1413717 w 2915191"/>
                <a:gd name="connsiteY145" fmla="*/ 215728 h 586797"/>
                <a:gd name="connsiteX146" fmla="*/ 1423476 w 2915191"/>
                <a:gd name="connsiteY146" fmla="*/ 225925 h 586797"/>
                <a:gd name="connsiteX147" fmla="*/ 1433220 w 2915191"/>
                <a:gd name="connsiteY147" fmla="*/ 201321 h 586797"/>
                <a:gd name="connsiteX148" fmla="*/ 1442964 w 2915191"/>
                <a:gd name="connsiteY148" fmla="*/ 180145 h 586797"/>
                <a:gd name="connsiteX149" fmla="*/ 1452722 w 2915191"/>
                <a:gd name="connsiteY149" fmla="*/ 173771 h 586797"/>
                <a:gd name="connsiteX150" fmla="*/ 1462466 w 2915191"/>
                <a:gd name="connsiteY150" fmla="*/ 187577 h 586797"/>
                <a:gd name="connsiteX151" fmla="*/ 1472225 w 2915191"/>
                <a:gd name="connsiteY151" fmla="*/ 182074 h 586797"/>
                <a:gd name="connsiteX152" fmla="*/ 1481969 w 2915191"/>
                <a:gd name="connsiteY152" fmla="*/ 228577 h 586797"/>
                <a:gd name="connsiteX153" fmla="*/ 1491713 w 2915191"/>
                <a:gd name="connsiteY153" fmla="*/ 221551 h 586797"/>
                <a:gd name="connsiteX154" fmla="*/ 1501472 w 2915191"/>
                <a:gd name="connsiteY154" fmla="*/ 226946 h 586797"/>
                <a:gd name="connsiteX155" fmla="*/ 1511216 w 2915191"/>
                <a:gd name="connsiteY155" fmla="*/ 222995 h 586797"/>
                <a:gd name="connsiteX156" fmla="*/ 1520960 w 2915191"/>
                <a:gd name="connsiteY156" fmla="*/ 226046 h 586797"/>
                <a:gd name="connsiteX157" fmla="*/ 1530719 w 2915191"/>
                <a:gd name="connsiteY157" fmla="*/ 258377 h 586797"/>
                <a:gd name="connsiteX158" fmla="*/ 1540463 w 2915191"/>
                <a:gd name="connsiteY158" fmla="*/ 210952 h 586797"/>
                <a:gd name="connsiteX159" fmla="*/ 1550221 w 2915191"/>
                <a:gd name="connsiteY159" fmla="*/ 229318 h 586797"/>
                <a:gd name="connsiteX160" fmla="*/ 1559965 w 2915191"/>
                <a:gd name="connsiteY160" fmla="*/ 232709 h 586797"/>
                <a:gd name="connsiteX161" fmla="*/ 1569709 w 2915191"/>
                <a:gd name="connsiteY161" fmla="*/ 237259 h 586797"/>
                <a:gd name="connsiteX162" fmla="*/ 1579468 w 2915191"/>
                <a:gd name="connsiteY162" fmla="*/ 252879 h 586797"/>
                <a:gd name="connsiteX163" fmla="*/ 1589212 w 2915191"/>
                <a:gd name="connsiteY163" fmla="*/ 276138 h 586797"/>
                <a:gd name="connsiteX164" fmla="*/ 1598971 w 2915191"/>
                <a:gd name="connsiteY164" fmla="*/ 239293 h 586797"/>
                <a:gd name="connsiteX165" fmla="*/ 1608715 w 2915191"/>
                <a:gd name="connsiteY165" fmla="*/ 258442 h 586797"/>
                <a:gd name="connsiteX166" fmla="*/ 1618459 w 2915191"/>
                <a:gd name="connsiteY166" fmla="*/ 262280 h 586797"/>
                <a:gd name="connsiteX167" fmla="*/ 1628218 w 2915191"/>
                <a:gd name="connsiteY167" fmla="*/ 308005 h 586797"/>
                <a:gd name="connsiteX168" fmla="*/ 1637962 w 2915191"/>
                <a:gd name="connsiteY168" fmla="*/ 330500 h 586797"/>
                <a:gd name="connsiteX169" fmla="*/ 1647720 w 2915191"/>
                <a:gd name="connsiteY169" fmla="*/ 315495 h 586797"/>
                <a:gd name="connsiteX170" fmla="*/ 1657464 w 2915191"/>
                <a:gd name="connsiteY170" fmla="*/ 310672 h 586797"/>
                <a:gd name="connsiteX171" fmla="*/ 1667208 w 2915191"/>
                <a:gd name="connsiteY171" fmla="*/ 314023 h 586797"/>
                <a:gd name="connsiteX172" fmla="*/ 1676967 w 2915191"/>
                <a:gd name="connsiteY172" fmla="*/ 327505 h 586797"/>
                <a:gd name="connsiteX173" fmla="*/ 1686711 w 2915191"/>
                <a:gd name="connsiteY173" fmla="*/ 323871 h 586797"/>
                <a:gd name="connsiteX174" fmla="*/ 1696470 w 2915191"/>
                <a:gd name="connsiteY174" fmla="*/ 330728 h 586797"/>
                <a:gd name="connsiteX175" fmla="*/ 1706214 w 2915191"/>
                <a:gd name="connsiteY175" fmla="*/ 337922 h 586797"/>
                <a:gd name="connsiteX176" fmla="*/ 1715958 w 2915191"/>
                <a:gd name="connsiteY176" fmla="*/ 329780 h 586797"/>
                <a:gd name="connsiteX177" fmla="*/ 1725716 w 2915191"/>
                <a:gd name="connsiteY177" fmla="*/ 359410 h 586797"/>
                <a:gd name="connsiteX178" fmla="*/ 1735460 w 2915191"/>
                <a:gd name="connsiteY178" fmla="*/ 335002 h 586797"/>
                <a:gd name="connsiteX179" fmla="*/ 1745219 w 2915191"/>
                <a:gd name="connsiteY179" fmla="*/ 324804 h 586797"/>
                <a:gd name="connsiteX180" fmla="*/ 1754963 w 2915191"/>
                <a:gd name="connsiteY180" fmla="*/ 325067 h 586797"/>
                <a:gd name="connsiteX181" fmla="*/ 1764707 w 2915191"/>
                <a:gd name="connsiteY181" fmla="*/ 339677 h 586797"/>
                <a:gd name="connsiteX182" fmla="*/ 1774466 w 2915191"/>
                <a:gd name="connsiteY182" fmla="*/ 328812 h 586797"/>
                <a:gd name="connsiteX183" fmla="*/ 1784210 w 2915191"/>
                <a:gd name="connsiteY183" fmla="*/ 336148 h 586797"/>
                <a:gd name="connsiteX184" fmla="*/ 1793969 w 2915191"/>
                <a:gd name="connsiteY184" fmla="*/ 346264 h 586797"/>
                <a:gd name="connsiteX185" fmla="*/ 1803713 w 2915191"/>
                <a:gd name="connsiteY185" fmla="*/ 360703 h 586797"/>
                <a:gd name="connsiteX186" fmla="*/ 1813457 w 2915191"/>
                <a:gd name="connsiteY186" fmla="*/ 359903 h 586797"/>
                <a:gd name="connsiteX187" fmla="*/ 1823215 w 2915191"/>
                <a:gd name="connsiteY187" fmla="*/ 356139 h 586797"/>
                <a:gd name="connsiteX188" fmla="*/ 1832959 w 2915191"/>
                <a:gd name="connsiteY188" fmla="*/ 327871 h 586797"/>
                <a:gd name="connsiteX189" fmla="*/ 1842703 w 2915191"/>
                <a:gd name="connsiteY189" fmla="*/ 331948 h 586797"/>
                <a:gd name="connsiteX190" fmla="*/ 1852462 w 2915191"/>
                <a:gd name="connsiteY190" fmla="*/ 321668 h 586797"/>
                <a:gd name="connsiteX191" fmla="*/ 1862206 w 2915191"/>
                <a:gd name="connsiteY191" fmla="*/ 302384 h 586797"/>
                <a:gd name="connsiteX192" fmla="*/ 1871965 w 2915191"/>
                <a:gd name="connsiteY192" fmla="*/ 302673 h 586797"/>
                <a:gd name="connsiteX193" fmla="*/ 1881709 w 2915191"/>
                <a:gd name="connsiteY193" fmla="*/ 289746 h 586797"/>
                <a:gd name="connsiteX194" fmla="*/ 1891453 w 2915191"/>
                <a:gd name="connsiteY194" fmla="*/ 330537 h 586797"/>
                <a:gd name="connsiteX195" fmla="*/ 1901212 w 2915191"/>
                <a:gd name="connsiteY195" fmla="*/ 353028 h 586797"/>
                <a:gd name="connsiteX196" fmla="*/ 1910956 w 2915191"/>
                <a:gd name="connsiteY196" fmla="*/ 327728 h 586797"/>
                <a:gd name="connsiteX197" fmla="*/ 1920714 w 2915191"/>
                <a:gd name="connsiteY197" fmla="*/ 332793 h 586797"/>
                <a:gd name="connsiteX198" fmla="*/ 1930458 w 2915191"/>
                <a:gd name="connsiteY198" fmla="*/ 368508 h 586797"/>
                <a:gd name="connsiteX199" fmla="*/ 1940202 w 2915191"/>
                <a:gd name="connsiteY199" fmla="*/ 388996 h 586797"/>
                <a:gd name="connsiteX200" fmla="*/ 1949961 w 2915191"/>
                <a:gd name="connsiteY200" fmla="*/ 385601 h 586797"/>
                <a:gd name="connsiteX201" fmla="*/ 1959705 w 2915191"/>
                <a:gd name="connsiteY201" fmla="*/ 378874 h 586797"/>
                <a:gd name="connsiteX202" fmla="*/ 1969464 w 2915191"/>
                <a:gd name="connsiteY202" fmla="*/ 385918 h 586797"/>
                <a:gd name="connsiteX203" fmla="*/ 1979208 w 2915191"/>
                <a:gd name="connsiteY203" fmla="*/ 376777 h 586797"/>
                <a:gd name="connsiteX204" fmla="*/ 1988952 w 2915191"/>
                <a:gd name="connsiteY204" fmla="*/ 387806 h 586797"/>
                <a:gd name="connsiteX205" fmla="*/ 1998711 w 2915191"/>
                <a:gd name="connsiteY205" fmla="*/ 397295 h 586797"/>
                <a:gd name="connsiteX206" fmla="*/ 2008454 w 2915191"/>
                <a:gd name="connsiteY206" fmla="*/ 414084 h 586797"/>
                <a:gd name="connsiteX207" fmla="*/ 2018213 w 2915191"/>
                <a:gd name="connsiteY207" fmla="*/ 439299 h 586797"/>
                <a:gd name="connsiteX208" fmla="*/ 2027957 w 2915191"/>
                <a:gd name="connsiteY208" fmla="*/ 446822 h 586797"/>
                <a:gd name="connsiteX209" fmla="*/ 2037701 w 2915191"/>
                <a:gd name="connsiteY209" fmla="*/ 423426 h 586797"/>
                <a:gd name="connsiteX210" fmla="*/ 2047460 w 2915191"/>
                <a:gd name="connsiteY210" fmla="*/ 433796 h 586797"/>
                <a:gd name="connsiteX211" fmla="*/ 2057204 w 2915191"/>
                <a:gd name="connsiteY211" fmla="*/ 420260 h 586797"/>
                <a:gd name="connsiteX212" fmla="*/ 2066963 w 2915191"/>
                <a:gd name="connsiteY212" fmla="*/ 400942 h 586797"/>
                <a:gd name="connsiteX213" fmla="*/ 2076707 w 2915191"/>
                <a:gd name="connsiteY213" fmla="*/ 417785 h 586797"/>
                <a:gd name="connsiteX214" fmla="*/ 2086451 w 2915191"/>
                <a:gd name="connsiteY214" fmla="*/ 432392 h 586797"/>
                <a:gd name="connsiteX215" fmla="*/ 2096210 w 2915191"/>
                <a:gd name="connsiteY215" fmla="*/ 458145 h 586797"/>
                <a:gd name="connsiteX216" fmla="*/ 2105954 w 2915191"/>
                <a:gd name="connsiteY216" fmla="*/ 484133 h 586797"/>
                <a:gd name="connsiteX217" fmla="*/ 2115697 w 2915191"/>
                <a:gd name="connsiteY217" fmla="*/ 501808 h 586797"/>
                <a:gd name="connsiteX218" fmla="*/ 2125456 w 2915191"/>
                <a:gd name="connsiteY218" fmla="*/ 508554 h 586797"/>
                <a:gd name="connsiteX219" fmla="*/ 2135200 w 2915191"/>
                <a:gd name="connsiteY219" fmla="*/ 509202 h 586797"/>
                <a:gd name="connsiteX220" fmla="*/ 2144959 w 2915191"/>
                <a:gd name="connsiteY220" fmla="*/ 509405 h 586797"/>
                <a:gd name="connsiteX221" fmla="*/ 2154703 w 2915191"/>
                <a:gd name="connsiteY221" fmla="*/ 496546 h 586797"/>
                <a:gd name="connsiteX222" fmla="*/ 2164447 w 2915191"/>
                <a:gd name="connsiteY222" fmla="*/ 505730 h 586797"/>
                <a:gd name="connsiteX223" fmla="*/ 2174206 w 2915191"/>
                <a:gd name="connsiteY223" fmla="*/ 481608 h 586797"/>
                <a:gd name="connsiteX224" fmla="*/ 2183950 w 2915191"/>
                <a:gd name="connsiteY224" fmla="*/ 486710 h 586797"/>
                <a:gd name="connsiteX225" fmla="*/ 2193709 w 2915191"/>
                <a:gd name="connsiteY225" fmla="*/ 512026 h 586797"/>
                <a:gd name="connsiteX226" fmla="*/ 2203452 w 2915191"/>
                <a:gd name="connsiteY226" fmla="*/ 496176 h 586797"/>
                <a:gd name="connsiteX227" fmla="*/ 2213196 w 2915191"/>
                <a:gd name="connsiteY227" fmla="*/ 485845 h 586797"/>
                <a:gd name="connsiteX228" fmla="*/ 2222955 w 2915191"/>
                <a:gd name="connsiteY228" fmla="*/ 471389 h 586797"/>
                <a:gd name="connsiteX229" fmla="*/ 2232699 w 2915191"/>
                <a:gd name="connsiteY229" fmla="*/ 495777 h 586797"/>
                <a:gd name="connsiteX230" fmla="*/ 2242458 w 2915191"/>
                <a:gd name="connsiteY230" fmla="*/ 472630 h 586797"/>
                <a:gd name="connsiteX231" fmla="*/ 2252202 w 2915191"/>
                <a:gd name="connsiteY231" fmla="*/ 498442 h 586797"/>
                <a:gd name="connsiteX232" fmla="*/ 2261946 w 2915191"/>
                <a:gd name="connsiteY232" fmla="*/ 474308 h 586797"/>
                <a:gd name="connsiteX233" fmla="*/ 2271705 w 2915191"/>
                <a:gd name="connsiteY233" fmla="*/ 515713 h 586797"/>
                <a:gd name="connsiteX234" fmla="*/ 2281449 w 2915191"/>
                <a:gd name="connsiteY234" fmla="*/ 496926 h 586797"/>
                <a:gd name="connsiteX235" fmla="*/ 2291208 w 2915191"/>
                <a:gd name="connsiteY235" fmla="*/ 486870 h 586797"/>
                <a:gd name="connsiteX236" fmla="*/ 2300951 w 2915191"/>
                <a:gd name="connsiteY236" fmla="*/ 474604 h 586797"/>
                <a:gd name="connsiteX237" fmla="*/ 2310695 w 2915191"/>
                <a:gd name="connsiteY237" fmla="*/ 474142 h 586797"/>
                <a:gd name="connsiteX238" fmla="*/ 2320454 w 2915191"/>
                <a:gd name="connsiteY238" fmla="*/ 429824 h 586797"/>
                <a:gd name="connsiteX239" fmla="*/ 2330198 w 2915191"/>
                <a:gd name="connsiteY239" fmla="*/ 471137 h 586797"/>
                <a:gd name="connsiteX240" fmla="*/ 2339957 w 2915191"/>
                <a:gd name="connsiteY240" fmla="*/ 466235 h 586797"/>
                <a:gd name="connsiteX241" fmla="*/ 2349701 w 2915191"/>
                <a:gd name="connsiteY241" fmla="*/ 477343 h 586797"/>
                <a:gd name="connsiteX242" fmla="*/ 2359445 w 2915191"/>
                <a:gd name="connsiteY242" fmla="*/ 471423 h 586797"/>
                <a:gd name="connsiteX243" fmla="*/ 2369204 w 2915191"/>
                <a:gd name="connsiteY243" fmla="*/ 423971 h 586797"/>
                <a:gd name="connsiteX244" fmla="*/ 2378948 w 2915191"/>
                <a:gd name="connsiteY244" fmla="*/ 368426 h 586797"/>
                <a:gd name="connsiteX245" fmla="*/ 2388692 w 2915191"/>
                <a:gd name="connsiteY245" fmla="*/ 383044 h 586797"/>
                <a:gd name="connsiteX246" fmla="*/ 2398450 w 2915191"/>
                <a:gd name="connsiteY246" fmla="*/ 394100 h 586797"/>
                <a:gd name="connsiteX247" fmla="*/ 2408194 w 2915191"/>
                <a:gd name="connsiteY247" fmla="*/ 375515 h 586797"/>
                <a:gd name="connsiteX248" fmla="*/ 2417953 w 2915191"/>
                <a:gd name="connsiteY248" fmla="*/ 382581 h 586797"/>
                <a:gd name="connsiteX249" fmla="*/ 2427697 w 2915191"/>
                <a:gd name="connsiteY249" fmla="*/ 363508 h 586797"/>
                <a:gd name="connsiteX250" fmla="*/ 2437441 w 2915191"/>
                <a:gd name="connsiteY250" fmla="*/ 338405 h 586797"/>
                <a:gd name="connsiteX251" fmla="*/ 2447200 w 2915191"/>
                <a:gd name="connsiteY251" fmla="*/ 359514 h 586797"/>
                <a:gd name="connsiteX252" fmla="*/ 2456944 w 2915191"/>
                <a:gd name="connsiteY252" fmla="*/ 386140 h 586797"/>
                <a:gd name="connsiteX253" fmla="*/ 2466703 w 2915191"/>
                <a:gd name="connsiteY253" fmla="*/ 336672 h 586797"/>
                <a:gd name="connsiteX254" fmla="*/ 2476446 w 2915191"/>
                <a:gd name="connsiteY254" fmla="*/ 346240 h 586797"/>
                <a:gd name="connsiteX255" fmla="*/ 2486190 w 2915191"/>
                <a:gd name="connsiteY255" fmla="*/ 354572 h 586797"/>
                <a:gd name="connsiteX256" fmla="*/ 2495949 w 2915191"/>
                <a:gd name="connsiteY256" fmla="*/ 348580 h 586797"/>
                <a:gd name="connsiteX257" fmla="*/ 2505693 w 2915191"/>
                <a:gd name="connsiteY257" fmla="*/ 380061 h 586797"/>
                <a:gd name="connsiteX258" fmla="*/ 2515452 w 2915191"/>
                <a:gd name="connsiteY258" fmla="*/ 366971 h 586797"/>
                <a:gd name="connsiteX259" fmla="*/ 2525196 w 2915191"/>
                <a:gd name="connsiteY259" fmla="*/ 319457 h 586797"/>
                <a:gd name="connsiteX260" fmla="*/ 2534940 w 2915191"/>
                <a:gd name="connsiteY260" fmla="*/ 346702 h 586797"/>
                <a:gd name="connsiteX261" fmla="*/ 2544699 w 2915191"/>
                <a:gd name="connsiteY261" fmla="*/ 366263 h 586797"/>
                <a:gd name="connsiteX262" fmla="*/ 2554443 w 2915191"/>
                <a:gd name="connsiteY262" fmla="*/ 384939 h 586797"/>
                <a:gd name="connsiteX263" fmla="*/ 2564202 w 2915191"/>
                <a:gd name="connsiteY263" fmla="*/ 399591 h 586797"/>
                <a:gd name="connsiteX264" fmla="*/ 2573946 w 2915191"/>
                <a:gd name="connsiteY264" fmla="*/ 410686 h 586797"/>
                <a:gd name="connsiteX265" fmla="*/ 2583690 w 2915191"/>
                <a:gd name="connsiteY265" fmla="*/ 456420 h 586797"/>
                <a:gd name="connsiteX266" fmla="*/ 2593448 w 2915191"/>
                <a:gd name="connsiteY266" fmla="*/ 424631 h 586797"/>
                <a:gd name="connsiteX267" fmla="*/ 2603192 w 2915191"/>
                <a:gd name="connsiteY267" fmla="*/ 448905 h 586797"/>
                <a:gd name="connsiteX268" fmla="*/ 2612951 w 2915191"/>
                <a:gd name="connsiteY268" fmla="*/ 444973 h 586797"/>
                <a:gd name="connsiteX269" fmla="*/ 2622695 w 2915191"/>
                <a:gd name="connsiteY269" fmla="*/ 443336 h 586797"/>
                <a:gd name="connsiteX270" fmla="*/ 2632439 w 2915191"/>
                <a:gd name="connsiteY270" fmla="*/ 435365 h 586797"/>
                <a:gd name="connsiteX271" fmla="*/ 2642198 w 2915191"/>
                <a:gd name="connsiteY271" fmla="*/ 425104 h 586797"/>
                <a:gd name="connsiteX272" fmla="*/ 2651942 w 2915191"/>
                <a:gd name="connsiteY272" fmla="*/ 409993 h 586797"/>
                <a:gd name="connsiteX273" fmla="*/ 2661685 w 2915191"/>
                <a:gd name="connsiteY273" fmla="*/ 408847 h 586797"/>
                <a:gd name="connsiteX274" fmla="*/ 2671444 w 2915191"/>
                <a:gd name="connsiteY274" fmla="*/ 428130 h 586797"/>
                <a:gd name="connsiteX275" fmla="*/ 2681188 w 2915191"/>
                <a:gd name="connsiteY275" fmla="*/ 448161 h 586797"/>
                <a:gd name="connsiteX276" fmla="*/ 2690947 w 2915191"/>
                <a:gd name="connsiteY276" fmla="*/ 420075 h 586797"/>
                <a:gd name="connsiteX277" fmla="*/ 2700691 w 2915191"/>
                <a:gd name="connsiteY277" fmla="*/ 457750 h 586797"/>
                <a:gd name="connsiteX278" fmla="*/ 2710435 w 2915191"/>
                <a:gd name="connsiteY278" fmla="*/ 463421 h 586797"/>
                <a:gd name="connsiteX279" fmla="*/ 2720194 w 2915191"/>
                <a:gd name="connsiteY279" fmla="*/ 470535 h 586797"/>
                <a:gd name="connsiteX280" fmla="*/ 2729938 w 2915191"/>
                <a:gd name="connsiteY280" fmla="*/ 442470 h 586797"/>
                <a:gd name="connsiteX281" fmla="*/ 2739697 w 2915191"/>
                <a:gd name="connsiteY281" fmla="*/ 415597 h 586797"/>
                <a:gd name="connsiteX282" fmla="*/ 2749441 w 2915191"/>
                <a:gd name="connsiteY282" fmla="*/ 439319 h 586797"/>
                <a:gd name="connsiteX283" fmla="*/ 2759185 w 2915191"/>
                <a:gd name="connsiteY283" fmla="*/ 441603 h 586797"/>
                <a:gd name="connsiteX284" fmla="*/ 2768943 w 2915191"/>
                <a:gd name="connsiteY284" fmla="*/ 458115 h 586797"/>
                <a:gd name="connsiteX285" fmla="*/ 2778687 w 2915191"/>
                <a:gd name="connsiteY285" fmla="*/ 427094 h 586797"/>
                <a:gd name="connsiteX286" fmla="*/ 2788446 w 2915191"/>
                <a:gd name="connsiteY286" fmla="*/ 475552 h 586797"/>
                <a:gd name="connsiteX287" fmla="*/ 2798190 w 2915191"/>
                <a:gd name="connsiteY287" fmla="*/ 455927 h 586797"/>
                <a:gd name="connsiteX288" fmla="*/ 2807934 w 2915191"/>
                <a:gd name="connsiteY288" fmla="*/ 481860 h 586797"/>
                <a:gd name="connsiteX289" fmla="*/ 2817693 w 2915191"/>
                <a:gd name="connsiteY289" fmla="*/ 486324 h 586797"/>
                <a:gd name="connsiteX290" fmla="*/ 2827437 w 2915191"/>
                <a:gd name="connsiteY290" fmla="*/ 505874 h 586797"/>
                <a:gd name="connsiteX291" fmla="*/ 2837196 w 2915191"/>
                <a:gd name="connsiteY291" fmla="*/ 475942 h 586797"/>
                <a:gd name="connsiteX292" fmla="*/ 2846940 w 2915191"/>
                <a:gd name="connsiteY292" fmla="*/ 480504 h 586797"/>
                <a:gd name="connsiteX293" fmla="*/ 2856684 w 2915191"/>
                <a:gd name="connsiteY293" fmla="*/ 479644 h 586797"/>
                <a:gd name="connsiteX294" fmla="*/ 2866442 w 2915191"/>
                <a:gd name="connsiteY294" fmla="*/ 501875 h 586797"/>
                <a:gd name="connsiteX295" fmla="*/ 2876186 w 2915191"/>
                <a:gd name="connsiteY295" fmla="*/ 488129 h 586797"/>
                <a:gd name="connsiteX296" fmla="*/ 2885945 w 2915191"/>
                <a:gd name="connsiteY296" fmla="*/ 486724 h 586797"/>
                <a:gd name="connsiteX297" fmla="*/ 2895689 w 2915191"/>
                <a:gd name="connsiteY297" fmla="*/ 491842 h 586797"/>
                <a:gd name="connsiteX298" fmla="*/ 2905433 w 2915191"/>
                <a:gd name="connsiteY298" fmla="*/ 484639 h 586797"/>
                <a:gd name="connsiteX299" fmla="*/ 2915192 w 2915191"/>
                <a:gd name="connsiteY299" fmla="*/ 475964 h 586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86797">
                  <a:moveTo>
                    <a:pt x="0" y="586798"/>
                  </a:moveTo>
                  <a:lnTo>
                    <a:pt x="9750" y="579888"/>
                  </a:lnTo>
                  <a:lnTo>
                    <a:pt x="19500" y="554242"/>
                  </a:lnTo>
                  <a:lnTo>
                    <a:pt x="29250" y="548208"/>
                  </a:lnTo>
                  <a:lnTo>
                    <a:pt x="39000" y="565947"/>
                  </a:lnTo>
                  <a:lnTo>
                    <a:pt x="48749" y="543427"/>
                  </a:lnTo>
                  <a:lnTo>
                    <a:pt x="58499" y="523550"/>
                  </a:lnTo>
                  <a:lnTo>
                    <a:pt x="68249" y="512856"/>
                  </a:lnTo>
                  <a:lnTo>
                    <a:pt x="77998" y="515865"/>
                  </a:lnTo>
                  <a:lnTo>
                    <a:pt x="87748" y="524109"/>
                  </a:lnTo>
                  <a:lnTo>
                    <a:pt x="97497" y="505749"/>
                  </a:lnTo>
                  <a:lnTo>
                    <a:pt x="107247" y="497724"/>
                  </a:lnTo>
                  <a:lnTo>
                    <a:pt x="116997" y="483421"/>
                  </a:lnTo>
                  <a:lnTo>
                    <a:pt x="126747" y="512147"/>
                  </a:lnTo>
                  <a:lnTo>
                    <a:pt x="136497" y="502796"/>
                  </a:lnTo>
                  <a:lnTo>
                    <a:pt x="146247" y="481334"/>
                  </a:lnTo>
                  <a:lnTo>
                    <a:pt x="155997" y="475690"/>
                  </a:lnTo>
                  <a:lnTo>
                    <a:pt x="165747" y="429110"/>
                  </a:lnTo>
                  <a:lnTo>
                    <a:pt x="175497" y="381846"/>
                  </a:lnTo>
                  <a:lnTo>
                    <a:pt x="185247" y="392332"/>
                  </a:lnTo>
                  <a:lnTo>
                    <a:pt x="194996" y="400428"/>
                  </a:lnTo>
                  <a:lnTo>
                    <a:pt x="204746" y="410597"/>
                  </a:lnTo>
                  <a:lnTo>
                    <a:pt x="214495" y="404425"/>
                  </a:lnTo>
                  <a:lnTo>
                    <a:pt x="224245" y="453452"/>
                  </a:lnTo>
                  <a:lnTo>
                    <a:pt x="233995" y="419317"/>
                  </a:lnTo>
                  <a:lnTo>
                    <a:pt x="243744" y="373407"/>
                  </a:lnTo>
                  <a:lnTo>
                    <a:pt x="253494" y="396165"/>
                  </a:lnTo>
                  <a:lnTo>
                    <a:pt x="263244" y="373510"/>
                  </a:lnTo>
                  <a:lnTo>
                    <a:pt x="272994" y="390709"/>
                  </a:lnTo>
                  <a:lnTo>
                    <a:pt x="282744" y="371353"/>
                  </a:lnTo>
                  <a:lnTo>
                    <a:pt x="292494" y="381950"/>
                  </a:lnTo>
                  <a:lnTo>
                    <a:pt x="302244" y="348591"/>
                  </a:lnTo>
                  <a:lnTo>
                    <a:pt x="311994" y="358571"/>
                  </a:lnTo>
                  <a:lnTo>
                    <a:pt x="321744" y="366104"/>
                  </a:lnTo>
                  <a:lnTo>
                    <a:pt x="331493" y="344886"/>
                  </a:lnTo>
                  <a:lnTo>
                    <a:pt x="341243" y="336881"/>
                  </a:lnTo>
                  <a:lnTo>
                    <a:pt x="350993" y="335108"/>
                  </a:lnTo>
                  <a:lnTo>
                    <a:pt x="360742" y="318802"/>
                  </a:lnTo>
                  <a:lnTo>
                    <a:pt x="370492" y="320662"/>
                  </a:lnTo>
                  <a:lnTo>
                    <a:pt x="380241" y="325076"/>
                  </a:lnTo>
                  <a:lnTo>
                    <a:pt x="389991" y="289831"/>
                  </a:lnTo>
                  <a:lnTo>
                    <a:pt x="399741" y="301027"/>
                  </a:lnTo>
                  <a:lnTo>
                    <a:pt x="409491" y="284490"/>
                  </a:lnTo>
                  <a:lnTo>
                    <a:pt x="419241" y="318780"/>
                  </a:lnTo>
                  <a:lnTo>
                    <a:pt x="428991" y="343955"/>
                  </a:lnTo>
                  <a:lnTo>
                    <a:pt x="438741" y="324191"/>
                  </a:lnTo>
                  <a:lnTo>
                    <a:pt x="448491" y="322350"/>
                  </a:lnTo>
                  <a:lnTo>
                    <a:pt x="458241" y="298994"/>
                  </a:lnTo>
                  <a:lnTo>
                    <a:pt x="467991" y="289735"/>
                  </a:lnTo>
                  <a:lnTo>
                    <a:pt x="477740" y="329078"/>
                  </a:lnTo>
                  <a:lnTo>
                    <a:pt x="487490" y="331555"/>
                  </a:lnTo>
                  <a:lnTo>
                    <a:pt x="497239" y="344158"/>
                  </a:lnTo>
                  <a:lnTo>
                    <a:pt x="506989" y="339227"/>
                  </a:lnTo>
                  <a:lnTo>
                    <a:pt x="516738" y="353863"/>
                  </a:lnTo>
                  <a:lnTo>
                    <a:pt x="526488" y="341254"/>
                  </a:lnTo>
                  <a:lnTo>
                    <a:pt x="536238" y="327547"/>
                  </a:lnTo>
                  <a:lnTo>
                    <a:pt x="545988" y="331529"/>
                  </a:lnTo>
                  <a:lnTo>
                    <a:pt x="555738" y="322103"/>
                  </a:lnTo>
                  <a:lnTo>
                    <a:pt x="565488" y="324314"/>
                  </a:lnTo>
                  <a:lnTo>
                    <a:pt x="575238" y="303975"/>
                  </a:lnTo>
                  <a:lnTo>
                    <a:pt x="584988" y="294846"/>
                  </a:lnTo>
                  <a:lnTo>
                    <a:pt x="594738" y="318014"/>
                  </a:lnTo>
                  <a:lnTo>
                    <a:pt x="604488" y="336835"/>
                  </a:lnTo>
                  <a:lnTo>
                    <a:pt x="614237" y="362327"/>
                  </a:lnTo>
                  <a:lnTo>
                    <a:pt x="623987" y="341167"/>
                  </a:lnTo>
                  <a:lnTo>
                    <a:pt x="633736" y="338745"/>
                  </a:lnTo>
                  <a:lnTo>
                    <a:pt x="643486" y="339658"/>
                  </a:lnTo>
                  <a:lnTo>
                    <a:pt x="653236" y="349381"/>
                  </a:lnTo>
                  <a:lnTo>
                    <a:pt x="662985" y="337192"/>
                  </a:lnTo>
                  <a:lnTo>
                    <a:pt x="672735" y="298732"/>
                  </a:lnTo>
                  <a:lnTo>
                    <a:pt x="682485" y="308795"/>
                  </a:lnTo>
                  <a:lnTo>
                    <a:pt x="692235" y="291838"/>
                  </a:lnTo>
                  <a:lnTo>
                    <a:pt x="701985" y="276309"/>
                  </a:lnTo>
                  <a:lnTo>
                    <a:pt x="711735" y="275424"/>
                  </a:lnTo>
                  <a:lnTo>
                    <a:pt x="721485" y="297719"/>
                  </a:lnTo>
                  <a:lnTo>
                    <a:pt x="731235" y="318597"/>
                  </a:lnTo>
                  <a:lnTo>
                    <a:pt x="740985" y="323023"/>
                  </a:lnTo>
                  <a:lnTo>
                    <a:pt x="750734" y="313874"/>
                  </a:lnTo>
                  <a:lnTo>
                    <a:pt x="760484" y="282330"/>
                  </a:lnTo>
                  <a:lnTo>
                    <a:pt x="770233" y="265646"/>
                  </a:lnTo>
                  <a:lnTo>
                    <a:pt x="779983" y="228936"/>
                  </a:lnTo>
                  <a:lnTo>
                    <a:pt x="789733" y="214597"/>
                  </a:lnTo>
                  <a:lnTo>
                    <a:pt x="799482" y="202224"/>
                  </a:lnTo>
                  <a:lnTo>
                    <a:pt x="809232" y="200607"/>
                  </a:lnTo>
                  <a:lnTo>
                    <a:pt x="818982" y="186698"/>
                  </a:lnTo>
                  <a:lnTo>
                    <a:pt x="828732" y="201570"/>
                  </a:lnTo>
                  <a:lnTo>
                    <a:pt x="838482" y="189177"/>
                  </a:lnTo>
                  <a:lnTo>
                    <a:pt x="848232" y="193362"/>
                  </a:lnTo>
                  <a:lnTo>
                    <a:pt x="857982" y="186243"/>
                  </a:lnTo>
                  <a:lnTo>
                    <a:pt x="867732" y="175975"/>
                  </a:lnTo>
                  <a:lnTo>
                    <a:pt x="877482" y="166106"/>
                  </a:lnTo>
                  <a:lnTo>
                    <a:pt x="887231" y="154221"/>
                  </a:lnTo>
                  <a:lnTo>
                    <a:pt x="896981" y="151707"/>
                  </a:lnTo>
                  <a:lnTo>
                    <a:pt x="906730" y="165160"/>
                  </a:lnTo>
                  <a:lnTo>
                    <a:pt x="916480" y="162973"/>
                  </a:lnTo>
                  <a:lnTo>
                    <a:pt x="926230" y="171136"/>
                  </a:lnTo>
                  <a:lnTo>
                    <a:pt x="935979" y="178724"/>
                  </a:lnTo>
                  <a:lnTo>
                    <a:pt x="945729" y="155742"/>
                  </a:lnTo>
                  <a:lnTo>
                    <a:pt x="955479" y="141438"/>
                  </a:lnTo>
                  <a:lnTo>
                    <a:pt x="965229" y="153932"/>
                  </a:lnTo>
                  <a:lnTo>
                    <a:pt x="974979" y="117450"/>
                  </a:lnTo>
                  <a:lnTo>
                    <a:pt x="984729" y="98271"/>
                  </a:lnTo>
                  <a:lnTo>
                    <a:pt x="994474" y="105106"/>
                  </a:lnTo>
                  <a:lnTo>
                    <a:pt x="1004233" y="62384"/>
                  </a:lnTo>
                  <a:lnTo>
                    <a:pt x="1013977" y="34409"/>
                  </a:lnTo>
                  <a:lnTo>
                    <a:pt x="1023721" y="0"/>
                  </a:lnTo>
                  <a:lnTo>
                    <a:pt x="1033480" y="23981"/>
                  </a:lnTo>
                  <a:lnTo>
                    <a:pt x="1043224" y="45235"/>
                  </a:lnTo>
                  <a:lnTo>
                    <a:pt x="1052983" y="46111"/>
                  </a:lnTo>
                  <a:lnTo>
                    <a:pt x="1062727" y="63304"/>
                  </a:lnTo>
                  <a:lnTo>
                    <a:pt x="1072471" y="69431"/>
                  </a:lnTo>
                  <a:lnTo>
                    <a:pt x="1082230" y="62740"/>
                  </a:lnTo>
                  <a:lnTo>
                    <a:pt x="1091973" y="33947"/>
                  </a:lnTo>
                  <a:lnTo>
                    <a:pt x="1101732" y="45092"/>
                  </a:lnTo>
                  <a:lnTo>
                    <a:pt x="1111476" y="50186"/>
                  </a:lnTo>
                  <a:lnTo>
                    <a:pt x="1121220" y="48195"/>
                  </a:lnTo>
                  <a:lnTo>
                    <a:pt x="1130979" y="69359"/>
                  </a:lnTo>
                  <a:lnTo>
                    <a:pt x="1140723" y="94251"/>
                  </a:lnTo>
                  <a:lnTo>
                    <a:pt x="1150482" y="95921"/>
                  </a:lnTo>
                  <a:lnTo>
                    <a:pt x="1160226" y="98828"/>
                  </a:lnTo>
                  <a:lnTo>
                    <a:pt x="1169969" y="107578"/>
                  </a:lnTo>
                  <a:lnTo>
                    <a:pt x="1179728" y="90875"/>
                  </a:lnTo>
                  <a:lnTo>
                    <a:pt x="1189472" y="93755"/>
                  </a:lnTo>
                  <a:lnTo>
                    <a:pt x="1199231" y="91927"/>
                  </a:lnTo>
                  <a:lnTo>
                    <a:pt x="1208975" y="108476"/>
                  </a:lnTo>
                  <a:lnTo>
                    <a:pt x="1218719" y="155367"/>
                  </a:lnTo>
                  <a:lnTo>
                    <a:pt x="1228478" y="129509"/>
                  </a:lnTo>
                  <a:lnTo>
                    <a:pt x="1238222" y="143686"/>
                  </a:lnTo>
                  <a:lnTo>
                    <a:pt x="1247966" y="156189"/>
                  </a:lnTo>
                  <a:lnTo>
                    <a:pt x="1257725" y="157104"/>
                  </a:lnTo>
                  <a:lnTo>
                    <a:pt x="1267469" y="185418"/>
                  </a:lnTo>
                  <a:lnTo>
                    <a:pt x="1277227" y="177036"/>
                  </a:lnTo>
                  <a:lnTo>
                    <a:pt x="1286971" y="200551"/>
                  </a:lnTo>
                  <a:lnTo>
                    <a:pt x="1296715" y="206658"/>
                  </a:lnTo>
                  <a:lnTo>
                    <a:pt x="1306474" y="214089"/>
                  </a:lnTo>
                  <a:lnTo>
                    <a:pt x="1316218" y="188851"/>
                  </a:lnTo>
                  <a:lnTo>
                    <a:pt x="1325977" y="176991"/>
                  </a:lnTo>
                  <a:lnTo>
                    <a:pt x="1335721" y="153674"/>
                  </a:lnTo>
                  <a:lnTo>
                    <a:pt x="1345465" y="121500"/>
                  </a:lnTo>
                  <a:lnTo>
                    <a:pt x="1355224" y="160882"/>
                  </a:lnTo>
                  <a:lnTo>
                    <a:pt x="1364967" y="167844"/>
                  </a:lnTo>
                  <a:lnTo>
                    <a:pt x="1374726" y="177402"/>
                  </a:lnTo>
                  <a:lnTo>
                    <a:pt x="1384470" y="217562"/>
                  </a:lnTo>
                  <a:lnTo>
                    <a:pt x="1394214" y="223911"/>
                  </a:lnTo>
                  <a:lnTo>
                    <a:pt x="1403973" y="233932"/>
                  </a:lnTo>
                  <a:lnTo>
                    <a:pt x="1413717" y="215728"/>
                  </a:lnTo>
                  <a:lnTo>
                    <a:pt x="1423476" y="225925"/>
                  </a:lnTo>
                  <a:lnTo>
                    <a:pt x="1433220" y="201321"/>
                  </a:lnTo>
                  <a:lnTo>
                    <a:pt x="1442964" y="180145"/>
                  </a:lnTo>
                  <a:lnTo>
                    <a:pt x="1452722" y="173771"/>
                  </a:lnTo>
                  <a:lnTo>
                    <a:pt x="1462466" y="187577"/>
                  </a:lnTo>
                  <a:lnTo>
                    <a:pt x="1472225" y="182074"/>
                  </a:lnTo>
                  <a:lnTo>
                    <a:pt x="1481969" y="228577"/>
                  </a:lnTo>
                  <a:lnTo>
                    <a:pt x="1491713" y="221551"/>
                  </a:lnTo>
                  <a:lnTo>
                    <a:pt x="1501472" y="226946"/>
                  </a:lnTo>
                  <a:lnTo>
                    <a:pt x="1511216" y="222995"/>
                  </a:lnTo>
                  <a:lnTo>
                    <a:pt x="1520960" y="226046"/>
                  </a:lnTo>
                  <a:lnTo>
                    <a:pt x="1530719" y="258377"/>
                  </a:lnTo>
                  <a:lnTo>
                    <a:pt x="1540463" y="210952"/>
                  </a:lnTo>
                  <a:lnTo>
                    <a:pt x="1550221" y="229318"/>
                  </a:lnTo>
                  <a:lnTo>
                    <a:pt x="1559965" y="232709"/>
                  </a:lnTo>
                  <a:lnTo>
                    <a:pt x="1569709" y="237259"/>
                  </a:lnTo>
                  <a:lnTo>
                    <a:pt x="1579468" y="252879"/>
                  </a:lnTo>
                  <a:lnTo>
                    <a:pt x="1589212" y="276138"/>
                  </a:lnTo>
                  <a:lnTo>
                    <a:pt x="1598971" y="239293"/>
                  </a:lnTo>
                  <a:lnTo>
                    <a:pt x="1608715" y="258442"/>
                  </a:lnTo>
                  <a:lnTo>
                    <a:pt x="1618459" y="262280"/>
                  </a:lnTo>
                  <a:lnTo>
                    <a:pt x="1628218" y="308005"/>
                  </a:lnTo>
                  <a:lnTo>
                    <a:pt x="1637962" y="330500"/>
                  </a:lnTo>
                  <a:lnTo>
                    <a:pt x="1647720" y="315495"/>
                  </a:lnTo>
                  <a:lnTo>
                    <a:pt x="1657464" y="310672"/>
                  </a:lnTo>
                  <a:lnTo>
                    <a:pt x="1667208" y="314023"/>
                  </a:lnTo>
                  <a:lnTo>
                    <a:pt x="1676967" y="327505"/>
                  </a:lnTo>
                  <a:lnTo>
                    <a:pt x="1686711" y="323871"/>
                  </a:lnTo>
                  <a:lnTo>
                    <a:pt x="1696470" y="330728"/>
                  </a:lnTo>
                  <a:lnTo>
                    <a:pt x="1706214" y="337922"/>
                  </a:lnTo>
                  <a:lnTo>
                    <a:pt x="1715958" y="329780"/>
                  </a:lnTo>
                  <a:lnTo>
                    <a:pt x="1725716" y="359410"/>
                  </a:lnTo>
                  <a:lnTo>
                    <a:pt x="1735460" y="335002"/>
                  </a:lnTo>
                  <a:lnTo>
                    <a:pt x="1745219" y="324804"/>
                  </a:lnTo>
                  <a:lnTo>
                    <a:pt x="1754963" y="325067"/>
                  </a:lnTo>
                  <a:lnTo>
                    <a:pt x="1764707" y="339677"/>
                  </a:lnTo>
                  <a:lnTo>
                    <a:pt x="1774466" y="328812"/>
                  </a:lnTo>
                  <a:lnTo>
                    <a:pt x="1784210" y="336148"/>
                  </a:lnTo>
                  <a:lnTo>
                    <a:pt x="1793969" y="346264"/>
                  </a:lnTo>
                  <a:lnTo>
                    <a:pt x="1803713" y="360703"/>
                  </a:lnTo>
                  <a:lnTo>
                    <a:pt x="1813457" y="359903"/>
                  </a:lnTo>
                  <a:lnTo>
                    <a:pt x="1823215" y="356139"/>
                  </a:lnTo>
                  <a:lnTo>
                    <a:pt x="1832959" y="327871"/>
                  </a:lnTo>
                  <a:lnTo>
                    <a:pt x="1842703" y="331948"/>
                  </a:lnTo>
                  <a:lnTo>
                    <a:pt x="1852462" y="321668"/>
                  </a:lnTo>
                  <a:lnTo>
                    <a:pt x="1862206" y="302384"/>
                  </a:lnTo>
                  <a:lnTo>
                    <a:pt x="1871965" y="302673"/>
                  </a:lnTo>
                  <a:lnTo>
                    <a:pt x="1881709" y="289746"/>
                  </a:lnTo>
                  <a:lnTo>
                    <a:pt x="1891453" y="330537"/>
                  </a:lnTo>
                  <a:lnTo>
                    <a:pt x="1901212" y="353028"/>
                  </a:lnTo>
                  <a:lnTo>
                    <a:pt x="1910956" y="327728"/>
                  </a:lnTo>
                  <a:lnTo>
                    <a:pt x="1920714" y="332793"/>
                  </a:lnTo>
                  <a:lnTo>
                    <a:pt x="1930458" y="368508"/>
                  </a:lnTo>
                  <a:lnTo>
                    <a:pt x="1940202" y="388996"/>
                  </a:lnTo>
                  <a:lnTo>
                    <a:pt x="1949961" y="385601"/>
                  </a:lnTo>
                  <a:lnTo>
                    <a:pt x="1959705" y="378874"/>
                  </a:lnTo>
                  <a:lnTo>
                    <a:pt x="1969464" y="385918"/>
                  </a:lnTo>
                  <a:lnTo>
                    <a:pt x="1979208" y="376777"/>
                  </a:lnTo>
                  <a:lnTo>
                    <a:pt x="1988952" y="387806"/>
                  </a:lnTo>
                  <a:lnTo>
                    <a:pt x="1998711" y="397295"/>
                  </a:lnTo>
                  <a:lnTo>
                    <a:pt x="2008454" y="414084"/>
                  </a:lnTo>
                  <a:lnTo>
                    <a:pt x="2018213" y="439299"/>
                  </a:lnTo>
                  <a:lnTo>
                    <a:pt x="2027957" y="446822"/>
                  </a:lnTo>
                  <a:lnTo>
                    <a:pt x="2037701" y="423426"/>
                  </a:lnTo>
                  <a:lnTo>
                    <a:pt x="2047460" y="433796"/>
                  </a:lnTo>
                  <a:lnTo>
                    <a:pt x="2057204" y="420260"/>
                  </a:lnTo>
                  <a:lnTo>
                    <a:pt x="2066963" y="400942"/>
                  </a:lnTo>
                  <a:lnTo>
                    <a:pt x="2076707" y="417785"/>
                  </a:lnTo>
                  <a:lnTo>
                    <a:pt x="2086451" y="432392"/>
                  </a:lnTo>
                  <a:lnTo>
                    <a:pt x="2096210" y="458145"/>
                  </a:lnTo>
                  <a:lnTo>
                    <a:pt x="2105954" y="484133"/>
                  </a:lnTo>
                  <a:lnTo>
                    <a:pt x="2115697" y="501808"/>
                  </a:lnTo>
                  <a:lnTo>
                    <a:pt x="2125456" y="508554"/>
                  </a:lnTo>
                  <a:lnTo>
                    <a:pt x="2135200" y="509202"/>
                  </a:lnTo>
                  <a:lnTo>
                    <a:pt x="2144959" y="509405"/>
                  </a:lnTo>
                  <a:lnTo>
                    <a:pt x="2154703" y="496546"/>
                  </a:lnTo>
                  <a:lnTo>
                    <a:pt x="2164447" y="505730"/>
                  </a:lnTo>
                  <a:lnTo>
                    <a:pt x="2174206" y="481608"/>
                  </a:lnTo>
                  <a:lnTo>
                    <a:pt x="2183950" y="486710"/>
                  </a:lnTo>
                  <a:lnTo>
                    <a:pt x="2193709" y="512026"/>
                  </a:lnTo>
                  <a:lnTo>
                    <a:pt x="2203452" y="496176"/>
                  </a:lnTo>
                  <a:lnTo>
                    <a:pt x="2213196" y="485845"/>
                  </a:lnTo>
                  <a:lnTo>
                    <a:pt x="2222955" y="471389"/>
                  </a:lnTo>
                  <a:lnTo>
                    <a:pt x="2232699" y="495777"/>
                  </a:lnTo>
                  <a:lnTo>
                    <a:pt x="2242458" y="472630"/>
                  </a:lnTo>
                  <a:lnTo>
                    <a:pt x="2252202" y="498442"/>
                  </a:lnTo>
                  <a:lnTo>
                    <a:pt x="2261946" y="474308"/>
                  </a:lnTo>
                  <a:lnTo>
                    <a:pt x="2271705" y="515713"/>
                  </a:lnTo>
                  <a:lnTo>
                    <a:pt x="2281449" y="496926"/>
                  </a:lnTo>
                  <a:lnTo>
                    <a:pt x="2291208" y="486870"/>
                  </a:lnTo>
                  <a:lnTo>
                    <a:pt x="2300951" y="474604"/>
                  </a:lnTo>
                  <a:lnTo>
                    <a:pt x="2310695" y="474142"/>
                  </a:lnTo>
                  <a:lnTo>
                    <a:pt x="2320454" y="429824"/>
                  </a:lnTo>
                  <a:lnTo>
                    <a:pt x="2330198" y="471137"/>
                  </a:lnTo>
                  <a:lnTo>
                    <a:pt x="2339957" y="466235"/>
                  </a:lnTo>
                  <a:lnTo>
                    <a:pt x="2349701" y="477343"/>
                  </a:lnTo>
                  <a:lnTo>
                    <a:pt x="2359445" y="471423"/>
                  </a:lnTo>
                  <a:lnTo>
                    <a:pt x="2369204" y="423971"/>
                  </a:lnTo>
                  <a:lnTo>
                    <a:pt x="2378948" y="368426"/>
                  </a:lnTo>
                  <a:lnTo>
                    <a:pt x="2388692" y="383044"/>
                  </a:lnTo>
                  <a:lnTo>
                    <a:pt x="2398450" y="394100"/>
                  </a:lnTo>
                  <a:lnTo>
                    <a:pt x="2408194" y="375515"/>
                  </a:lnTo>
                  <a:lnTo>
                    <a:pt x="2417953" y="382581"/>
                  </a:lnTo>
                  <a:lnTo>
                    <a:pt x="2427697" y="363508"/>
                  </a:lnTo>
                  <a:lnTo>
                    <a:pt x="2437441" y="338405"/>
                  </a:lnTo>
                  <a:lnTo>
                    <a:pt x="2447200" y="359514"/>
                  </a:lnTo>
                  <a:lnTo>
                    <a:pt x="2456944" y="386140"/>
                  </a:lnTo>
                  <a:lnTo>
                    <a:pt x="2466703" y="336672"/>
                  </a:lnTo>
                  <a:lnTo>
                    <a:pt x="2476446" y="346240"/>
                  </a:lnTo>
                  <a:lnTo>
                    <a:pt x="2486190" y="354572"/>
                  </a:lnTo>
                  <a:lnTo>
                    <a:pt x="2495949" y="348580"/>
                  </a:lnTo>
                  <a:lnTo>
                    <a:pt x="2505693" y="380061"/>
                  </a:lnTo>
                  <a:lnTo>
                    <a:pt x="2515452" y="366971"/>
                  </a:lnTo>
                  <a:lnTo>
                    <a:pt x="2525196" y="319457"/>
                  </a:lnTo>
                  <a:lnTo>
                    <a:pt x="2534940" y="346702"/>
                  </a:lnTo>
                  <a:lnTo>
                    <a:pt x="2544699" y="366263"/>
                  </a:lnTo>
                  <a:lnTo>
                    <a:pt x="2554443" y="384939"/>
                  </a:lnTo>
                  <a:lnTo>
                    <a:pt x="2564202" y="399591"/>
                  </a:lnTo>
                  <a:lnTo>
                    <a:pt x="2573946" y="410686"/>
                  </a:lnTo>
                  <a:lnTo>
                    <a:pt x="2583690" y="456420"/>
                  </a:lnTo>
                  <a:lnTo>
                    <a:pt x="2593448" y="424631"/>
                  </a:lnTo>
                  <a:lnTo>
                    <a:pt x="2603192" y="448905"/>
                  </a:lnTo>
                  <a:lnTo>
                    <a:pt x="2612951" y="444973"/>
                  </a:lnTo>
                  <a:lnTo>
                    <a:pt x="2622695" y="443336"/>
                  </a:lnTo>
                  <a:lnTo>
                    <a:pt x="2632439" y="435365"/>
                  </a:lnTo>
                  <a:lnTo>
                    <a:pt x="2642198" y="425104"/>
                  </a:lnTo>
                  <a:lnTo>
                    <a:pt x="2651942" y="409993"/>
                  </a:lnTo>
                  <a:lnTo>
                    <a:pt x="2661685" y="408847"/>
                  </a:lnTo>
                  <a:lnTo>
                    <a:pt x="2671444" y="428130"/>
                  </a:lnTo>
                  <a:lnTo>
                    <a:pt x="2681188" y="448161"/>
                  </a:lnTo>
                  <a:lnTo>
                    <a:pt x="2690947" y="420075"/>
                  </a:lnTo>
                  <a:lnTo>
                    <a:pt x="2700691" y="457750"/>
                  </a:lnTo>
                  <a:lnTo>
                    <a:pt x="2710435" y="463421"/>
                  </a:lnTo>
                  <a:lnTo>
                    <a:pt x="2720194" y="470535"/>
                  </a:lnTo>
                  <a:lnTo>
                    <a:pt x="2729938" y="442470"/>
                  </a:lnTo>
                  <a:lnTo>
                    <a:pt x="2739697" y="415597"/>
                  </a:lnTo>
                  <a:lnTo>
                    <a:pt x="2749441" y="439319"/>
                  </a:lnTo>
                  <a:lnTo>
                    <a:pt x="2759185" y="441603"/>
                  </a:lnTo>
                  <a:lnTo>
                    <a:pt x="2768943" y="458115"/>
                  </a:lnTo>
                  <a:lnTo>
                    <a:pt x="2778687" y="427094"/>
                  </a:lnTo>
                  <a:lnTo>
                    <a:pt x="2788446" y="475552"/>
                  </a:lnTo>
                  <a:lnTo>
                    <a:pt x="2798190" y="455927"/>
                  </a:lnTo>
                  <a:lnTo>
                    <a:pt x="2807934" y="481860"/>
                  </a:lnTo>
                  <a:lnTo>
                    <a:pt x="2817693" y="486324"/>
                  </a:lnTo>
                  <a:lnTo>
                    <a:pt x="2827437" y="505874"/>
                  </a:lnTo>
                  <a:lnTo>
                    <a:pt x="2837196" y="475942"/>
                  </a:lnTo>
                  <a:lnTo>
                    <a:pt x="2846940" y="480504"/>
                  </a:lnTo>
                  <a:lnTo>
                    <a:pt x="2856684" y="479644"/>
                  </a:lnTo>
                  <a:lnTo>
                    <a:pt x="2866442" y="501875"/>
                  </a:lnTo>
                  <a:lnTo>
                    <a:pt x="2876186" y="488129"/>
                  </a:lnTo>
                  <a:lnTo>
                    <a:pt x="2885945" y="486724"/>
                  </a:lnTo>
                  <a:lnTo>
                    <a:pt x="2895689" y="491842"/>
                  </a:lnTo>
                  <a:lnTo>
                    <a:pt x="2905433" y="484639"/>
                  </a:lnTo>
                  <a:lnTo>
                    <a:pt x="2915192" y="47596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2" name="Freeform 1171">
              <a:extLst>
                <a:ext uri="{FF2B5EF4-FFF2-40B4-BE49-F238E27FC236}">
                  <a16:creationId xmlns:a16="http://schemas.microsoft.com/office/drawing/2014/main" id="{99E61391-28FE-D194-7E57-1D60F349E166}"/>
                </a:ext>
              </a:extLst>
            </p:cNvPr>
            <p:cNvSpPr/>
            <p:nvPr/>
          </p:nvSpPr>
          <p:spPr>
            <a:xfrm>
              <a:off x="4426652" y="3238531"/>
              <a:ext cx="2915191" cy="608423"/>
            </a:xfrm>
            <a:custGeom>
              <a:avLst/>
              <a:gdLst>
                <a:gd name="connsiteX0" fmla="*/ 0 w 2915191"/>
                <a:gd name="connsiteY0" fmla="*/ 523295 h 608423"/>
                <a:gd name="connsiteX1" fmla="*/ 9750 w 2915191"/>
                <a:gd name="connsiteY1" fmla="*/ 495542 h 608423"/>
                <a:gd name="connsiteX2" fmla="*/ 19500 w 2915191"/>
                <a:gd name="connsiteY2" fmla="*/ 467010 h 608423"/>
                <a:gd name="connsiteX3" fmla="*/ 29250 w 2915191"/>
                <a:gd name="connsiteY3" fmla="*/ 445086 h 608423"/>
                <a:gd name="connsiteX4" fmla="*/ 39000 w 2915191"/>
                <a:gd name="connsiteY4" fmla="*/ 437300 h 608423"/>
                <a:gd name="connsiteX5" fmla="*/ 48749 w 2915191"/>
                <a:gd name="connsiteY5" fmla="*/ 450295 h 608423"/>
                <a:gd name="connsiteX6" fmla="*/ 58499 w 2915191"/>
                <a:gd name="connsiteY6" fmla="*/ 457496 h 608423"/>
                <a:gd name="connsiteX7" fmla="*/ 68249 w 2915191"/>
                <a:gd name="connsiteY7" fmla="*/ 462578 h 608423"/>
                <a:gd name="connsiteX8" fmla="*/ 77998 w 2915191"/>
                <a:gd name="connsiteY8" fmla="*/ 447281 h 608423"/>
                <a:gd name="connsiteX9" fmla="*/ 87748 w 2915191"/>
                <a:gd name="connsiteY9" fmla="*/ 439174 h 608423"/>
                <a:gd name="connsiteX10" fmla="*/ 97497 w 2915191"/>
                <a:gd name="connsiteY10" fmla="*/ 442095 h 608423"/>
                <a:gd name="connsiteX11" fmla="*/ 107247 w 2915191"/>
                <a:gd name="connsiteY11" fmla="*/ 456134 h 608423"/>
                <a:gd name="connsiteX12" fmla="*/ 116997 w 2915191"/>
                <a:gd name="connsiteY12" fmla="*/ 454292 h 608423"/>
                <a:gd name="connsiteX13" fmla="*/ 126747 w 2915191"/>
                <a:gd name="connsiteY13" fmla="*/ 429226 h 608423"/>
                <a:gd name="connsiteX14" fmla="*/ 136497 w 2915191"/>
                <a:gd name="connsiteY14" fmla="*/ 451134 h 608423"/>
                <a:gd name="connsiteX15" fmla="*/ 146247 w 2915191"/>
                <a:gd name="connsiteY15" fmla="*/ 460411 h 608423"/>
                <a:gd name="connsiteX16" fmla="*/ 155997 w 2915191"/>
                <a:gd name="connsiteY16" fmla="*/ 496281 h 608423"/>
                <a:gd name="connsiteX17" fmla="*/ 165747 w 2915191"/>
                <a:gd name="connsiteY17" fmla="*/ 486218 h 608423"/>
                <a:gd name="connsiteX18" fmla="*/ 175497 w 2915191"/>
                <a:gd name="connsiteY18" fmla="*/ 510457 h 608423"/>
                <a:gd name="connsiteX19" fmla="*/ 185247 w 2915191"/>
                <a:gd name="connsiteY19" fmla="*/ 511923 h 608423"/>
                <a:gd name="connsiteX20" fmla="*/ 194996 w 2915191"/>
                <a:gd name="connsiteY20" fmla="*/ 500861 h 608423"/>
                <a:gd name="connsiteX21" fmla="*/ 204746 w 2915191"/>
                <a:gd name="connsiteY21" fmla="*/ 509852 h 608423"/>
                <a:gd name="connsiteX22" fmla="*/ 214495 w 2915191"/>
                <a:gd name="connsiteY22" fmla="*/ 495349 h 608423"/>
                <a:gd name="connsiteX23" fmla="*/ 224245 w 2915191"/>
                <a:gd name="connsiteY23" fmla="*/ 521049 h 608423"/>
                <a:gd name="connsiteX24" fmla="*/ 233995 w 2915191"/>
                <a:gd name="connsiteY24" fmla="*/ 543752 h 608423"/>
                <a:gd name="connsiteX25" fmla="*/ 243744 w 2915191"/>
                <a:gd name="connsiteY25" fmla="*/ 578654 h 608423"/>
                <a:gd name="connsiteX26" fmla="*/ 253494 w 2915191"/>
                <a:gd name="connsiteY26" fmla="*/ 577204 h 608423"/>
                <a:gd name="connsiteX27" fmla="*/ 263244 w 2915191"/>
                <a:gd name="connsiteY27" fmla="*/ 600985 h 608423"/>
                <a:gd name="connsiteX28" fmla="*/ 272994 w 2915191"/>
                <a:gd name="connsiteY28" fmla="*/ 564490 h 608423"/>
                <a:gd name="connsiteX29" fmla="*/ 282744 w 2915191"/>
                <a:gd name="connsiteY29" fmla="*/ 569426 h 608423"/>
                <a:gd name="connsiteX30" fmla="*/ 292494 w 2915191"/>
                <a:gd name="connsiteY30" fmla="*/ 554932 h 608423"/>
                <a:gd name="connsiteX31" fmla="*/ 302244 w 2915191"/>
                <a:gd name="connsiteY31" fmla="*/ 572863 h 608423"/>
                <a:gd name="connsiteX32" fmla="*/ 311994 w 2915191"/>
                <a:gd name="connsiteY32" fmla="*/ 592760 h 608423"/>
                <a:gd name="connsiteX33" fmla="*/ 321744 w 2915191"/>
                <a:gd name="connsiteY33" fmla="*/ 577097 h 608423"/>
                <a:gd name="connsiteX34" fmla="*/ 331493 w 2915191"/>
                <a:gd name="connsiteY34" fmla="*/ 562376 h 608423"/>
                <a:gd name="connsiteX35" fmla="*/ 341243 w 2915191"/>
                <a:gd name="connsiteY35" fmla="*/ 580807 h 608423"/>
                <a:gd name="connsiteX36" fmla="*/ 350993 w 2915191"/>
                <a:gd name="connsiteY36" fmla="*/ 594942 h 608423"/>
                <a:gd name="connsiteX37" fmla="*/ 360742 w 2915191"/>
                <a:gd name="connsiteY37" fmla="*/ 608424 h 608423"/>
                <a:gd name="connsiteX38" fmla="*/ 370492 w 2915191"/>
                <a:gd name="connsiteY38" fmla="*/ 600386 h 608423"/>
                <a:gd name="connsiteX39" fmla="*/ 380241 w 2915191"/>
                <a:gd name="connsiteY39" fmla="*/ 595517 h 608423"/>
                <a:gd name="connsiteX40" fmla="*/ 389991 w 2915191"/>
                <a:gd name="connsiteY40" fmla="*/ 575890 h 608423"/>
                <a:gd name="connsiteX41" fmla="*/ 399741 w 2915191"/>
                <a:gd name="connsiteY41" fmla="*/ 562969 h 608423"/>
                <a:gd name="connsiteX42" fmla="*/ 409491 w 2915191"/>
                <a:gd name="connsiteY42" fmla="*/ 561429 h 608423"/>
                <a:gd name="connsiteX43" fmla="*/ 419241 w 2915191"/>
                <a:gd name="connsiteY43" fmla="*/ 546297 h 608423"/>
                <a:gd name="connsiteX44" fmla="*/ 428991 w 2915191"/>
                <a:gd name="connsiteY44" fmla="*/ 551964 h 608423"/>
                <a:gd name="connsiteX45" fmla="*/ 438741 w 2915191"/>
                <a:gd name="connsiteY45" fmla="*/ 571376 h 608423"/>
                <a:gd name="connsiteX46" fmla="*/ 448491 w 2915191"/>
                <a:gd name="connsiteY46" fmla="*/ 556866 h 608423"/>
                <a:gd name="connsiteX47" fmla="*/ 458241 w 2915191"/>
                <a:gd name="connsiteY47" fmla="*/ 532780 h 608423"/>
                <a:gd name="connsiteX48" fmla="*/ 467991 w 2915191"/>
                <a:gd name="connsiteY48" fmla="*/ 525909 h 608423"/>
                <a:gd name="connsiteX49" fmla="*/ 477740 w 2915191"/>
                <a:gd name="connsiteY49" fmla="*/ 527391 h 608423"/>
                <a:gd name="connsiteX50" fmla="*/ 487490 w 2915191"/>
                <a:gd name="connsiteY50" fmla="*/ 540377 h 608423"/>
                <a:gd name="connsiteX51" fmla="*/ 497239 w 2915191"/>
                <a:gd name="connsiteY51" fmla="*/ 566136 h 608423"/>
                <a:gd name="connsiteX52" fmla="*/ 506989 w 2915191"/>
                <a:gd name="connsiteY52" fmla="*/ 560950 h 608423"/>
                <a:gd name="connsiteX53" fmla="*/ 516738 w 2915191"/>
                <a:gd name="connsiteY53" fmla="*/ 519821 h 608423"/>
                <a:gd name="connsiteX54" fmla="*/ 526488 w 2915191"/>
                <a:gd name="connsiteY54" fmla="*/ 528051 h 608423"/>
                <a:gd name="connsiteX55" fmla="*/ 536238 w 2915191"/>
                <a:gd name="connsiteY55" fmla="*/ 529960 h 608423"/>
                <a:gd name="connsiteX56" fmla="*/ 545988 w 2915191"/>
                <a:gd name="connsiteY56" fmla="*/ 522838 h 608423"/>
                <a:gd name="connsiteX57" fmla="*/ 555738 w 2915191"/>
                <a:gd name="connsiteY57" fmla="*/ 482851 h 608423"/>
                <a:gd name="connsiteX58" fmla="*/ 565488 w 2915191"/>
                <a:gd name="connsiteY58" fmla="*/ 504009 h 608423"/>
                <a:gd name="connsiteX59" fmla="*/ 575238 w 2915191"/>
                <a:gd name="connsiteY59" fmla="*/ 451625 h 608423"/>
                <a:gd name="connsiteX60" fmla="*/ 584988 w 2915191"/>
                <a:gd name="connsiteY60" fmla="*/ 451697 h 608423"/>
                <a:gd name="connsiteX61" fmla="*/ 594738 w 2915191"/>
                <a:gd name="connsiteY61" fmla="*/ 451531 h 608423"/>
                <a:gd name="connsiteX62" fmla="*/ 604488 w 2915191"/>
                <a:gd name="connsiteY62" fmla="*/ 444477 h 608423"/>
                <a:gd name="connsiteX63" fmla="*/ 614237 w 2915191"/>
                <a:gd name="connsiteY63" fmla="*/ 427908 h 608423"/>
                <a:gd name="connsiteX64" fmla="*/ 623987 w 2915191"/>
                <a:gd name="connsiteY64" fmla="*/ 432412 h 608423"/>
                <a:gd name="connsiteX65" fmla="*/ 633736 w 2915191"/>
                <a:gd name="connsiteY65" fmla="*/ 447893 h 608423"/>
                <a:gd name="connsiteX66" fmla="*/ 643486 w 2915191"/>
                <a:gd name="connsiteY66" fmla="*/ 473204 h 608423"/>
                <a:gd name="connsiteX67" fmla="*/ 653236 w 2915191"/>
                <a:gd name="connsiteY67" fmla="*/ 460928 h 608423"/>
                <a:gd name="connsiteX68" fmla="*/ 662985 w 2915191"/>
                <a:gd name="connsiteY68" fmla="*/ 459257 h 608423"/>
                <a:gd name="connsiteX69" fmla="*/ 672735 w 2915191"/>
                <a:gd name="connsiteY69" fmla="*/ 462491 h 608423"/>
                <a:gd name="connsiteX70" fmla="*/ 682485 w 2915191"/>
                <a:gd name="connsiteY70" fmla="*/ 473667 h 608423"/>
                <a:gd name="connsiteX71" fmla="*/ 692235 w 2915191"/>
                <a:gd name="connsiteY71" fmla="*/ 445119 h 608423"/>
                <a:gd name="connsiteX72" fmla="*/ 701985 w 2915191"/>
                <a:gd name="connsiteY72" fmla="*/ 426342 h 608423"/>
                <a:gd name="connsiteX73" fmla="*/ 711735 w 2915191"/>
                <a:gd name="connsiteY73" fmla="*/ 447635 h 608423"/>
                <a:gd name="connsiteX74" fmla="*/ 721485 w 2915191"/>
                <a:gd name="connsiteY74" fmla="*/ 414965 h 608423"/>
                <a:gd name="connsiteX75" fmla="*/ 731235 w 2915191"/>
                <a:gd name="connsiteY75" fmla="*/ 380234 h 608423"/>
                <a:gd name="connsiteX76" fmla="*/ 740985 w 2915191"/>
                <a:gd name="connsiteY76" fmla="*/ 358912 h 608423"/>
                <a:gd name="connsiteX77" fmla="*/ 750734 w 2915191"/>
                <a:gd name="connsiteY77" fmla="*/ 358079 h 608423"/>
                <a:gd name="connsiteX78" fmla="*/ 760484 w 2915191"/>
                <a:gd name="connsiteY78" fmla="*/ 307172 h 608423"/>
                <a:gd name="connsiteX79" fmla="*/ 770233 w 2915191"/>
                <a:gd name="connsiteY79" fmla="*/ 287532 h 608423"/>
                <a:gd name="connsiteX80" fmla="*/ 779983 w 2915191"/>
                <a:gd name="connsiteY80" fmla="*/ 262939 h 608423"/>
                <a:gd name="connsiteX81" fmla="*/ 789733 w 2915191"/>
                <a:gd name="connsiteY81" fmla="*/ 280169 h 608423"/>
                <a:gd name="connsiteX82" fmla="*/ 799482 w 2915191"/>
                <a:gd name="connsiteY82" fmla="*/ 270591 h 608423"/>
                <a:gd name="connsiteX83" fmla="*/ 809232 w 2915191"/>
                <a:gd name="connsiteY83" fmla="*/ 267897 h 608423"/>
                <a:gd name="connsiteX84" fmla="*/ 818982 w 2915191"/>
                <a:gd name="connsiteY84" fmla="*/ 242925 h 608423"/>
                <a:gd name="connsiteX85" fmla="*/ 828732 w 2915191"/>
                <a:gd name="connsiteY85" fmla="*/ 265476 h 608423"/>
                <a:gd name="connsiteX86" fmla="*/ 838482 w 2915191"/>
                <a:gd name="connsiteY86" fmla="*/ 253566 h 608423"/>
                <a:gd name="connsiteX87" fmla="*/ 848232 w 2915191"/>
                <a:gd name="connsiteY87" fmla="*/ 221494 h 608423"/>
                <a:gd name="connsiteX88" fmla="*/ 857982 w 2915191"/>
                <a:gd name="connsiteY88" fmla="*/ 193279 h 608423"/>
                <a:gd name="connsiteX89" fmla="*/ 867732 w 2915191"/>
                <a:gd name="connsiteY89" fmla="*/ 183918 h 608423"/>
                <a:gd name="connsiteX90" fmla="*/ 877482 w 2915191"/>
                <a:gd name="connsiteY90" fmla="*/ 198937 h 608423"/>
                <a:gd name="connsiteX91" fmla="*/ 887231 w 2915191"/>
                <a:gd name="connsiteY91" fmla="*/ 187416 h 608423"/>
                <a:gd name="connsiteX92" fmla="*/ 896981 w 2915191"/>
                <a:gd name="connsiteY92" fmla="*/ 164659 h 608423"/>
                <a:gd name="connsiteX93" fmla="*/ 906730 w 2915191"/>
                <a:gd name="connsiteY93" fmla="*/ 192782 h 608423"/>
                <a:gd name="connsiteX94" fmla="*/ 916480 w 2915191"/>
                <a:gd name="connsiteY94" fmla="*/ 151618 h 608423"/>
                <a:gd name="connsiteX95" fmla="*/ 926230 w 2915191"/>
                <a:gd name="connsiteY95" fmla="*/ 155560 h 608423"/>
                <a:gd name="connsiteX96" fmla="*/ 935979 w 2915191"/>
                <a:gd name="connsiteY96" fmla="*/ 159573 h 608423"/>
                <a:gd name="connsiteX97" fmla="*/ 945729 w 2915191"/>
                <a:gd name="connsiteY97" fmla="*/ 177435 h 608423"/>
                <a:gd name="connsiteX98" fmla="*/ 955479 w 2915191"/>
                <a:gd name="connsiteY98" fmla="*/ 165835 h 608423"/>
                <a:gd name="connsiteX99" fmla="*/ 965229 w 2915191"/>
                <a:gd name="connsiteY99" fmla="*/ 163278 h 608423"/>
                <a:gd name="connsiteX100" fmla="*/ 974979 w 2915191"/>
                <a:gd name="connsiteY100" fmla="*/ 163197 h 608423"/>
                <a:gd name="connsiteX101" fmla="*/ 984729 w 2915191"/>
                <a:gd name="connsiteY101" fmla="*/ 179452 h 608423"/>
                <a:gd name="connsiteX102" fmla="*/ 994474 w 2915191"/>
                <a:gd name="connsiteY102" fmla="*/ 187113 h 608423"/>
                <a:gd name="connsiteX103" fmla="*/ 1004233 w 2915191"/>
                <a:gd name="connsiteY103" fmla="*/ 209404 h 608423"/>
                <a:gd name="connsiteX104" fmla="*/ 1013977 w 2915191"/>
                <a:gd name="connsiteY104" fmla="*/ 157218 h 608423"/>
                <a:gd name="connsiteX105" fmla="*/ 1023721 w 2915191"/>
                <a:gd name="connsiteY105" fmla="*/ 155267 h 608423"/>
                <a:gd name="connsiteX106" fmla="*/ 1033480 w 2915191"/>
                <a:gd name="connsiteY106" fmla="*/ 178697 h 608423"/>
                <a:gd name="connsiteX107" fmla="*/ 1043224 w 2915191"/>
                <a:gd name="connsiteY107" fmla="*/ 183374 h 608423"/>
                <a:gd name="connsiteX108" fmla="*/ 1052983 w 2915191"/>
                <a:gd name="connsiteY108" fmla="*/ 164783 h 608423"/>
                <a:gd name="connsiteX109" fmla="*/ 1062727 w 2915191"/>
                <a:gd name="connsiteY109" fmla="*/ 163656 h 608423"/>
                <a:gd name="connsiteX110" fmla="*/ 1072471 w 2915191"/>
                <a:gd name="connsiteY110" fmla="*/ 166514 h 608423"/>
                <a:gd name="connsiteX111" fmla="*/ 1082230 w 2915191"/>
                <a:gd name="connsiteY111" fmla="*/ 160827 h 608423"/>
                <a:gd name="connsiteX112" fmla="*/ 1091973 w 2915191"/>
                <a:gd name="connsiteY112" fmla="*/ 183502 h 608423"/>
                <a:gd name="connsiteX113" fmla="*/ 1101732 w 2915191"/>
                <a:gd name="connsiteY113" fmla="*/ 168762 h 608423"/>
                <a:gd name="connsiteX114" fmla="*/ 1111476 w 2915191"/>
                <a:gd name="connsiteY114" fmla="*/ 204669 h 608423"/>
                <a:gd name="connsiteX115" fmla="*/ 1121220 w 2915191"/>
                <a:gd name="connsiteY115" fmla="*/ 196433 h 608423"/>
                <a:gd name="connsiteX116" fmla="*/ 1130979 w 2915191"/>
                <a:gd name="connsiteY116" fmla="*/ 193076 h 608423"/>
                <a:gd name="connsiteX117" fmla="*/ 1140723 w 2915191"/>
                <a:gd name="connsiteY117" fmla="*/ 178463 h 608423"/>
                <a:gd name="connsiteX118" fmla="*/ 1150482 w 2915191"/>
                <a:gd name="connsiteY118" fmla="*/ 184764 h 608423"/>
                <a:gd name="connsiteX119" fmla="*/ 1160226 w 2915191"/>
                <a:gd name="connsiteY119" fmla="*/ 188326 h 608423"/>
                <a:gd name="connsiteX120" fmla="*/ 1169969 w 2915191"/>
                <a:gd name="connsiteY120" fmla="*/ 186219 h 608423"/>
                <a:gd name="connsiteX121" fmla="*/ 1179728 w 2915191"/>
                <a:gd name="connsiteY121" fmla="*/ 202279 h 608423"/>
                <a:gd name="connsiteX122" fmla="*/ 1189472 w 2915191"/>
                <a:gd name="connsiteY122" fmla="*/ 216637 h 608423"/>
                <a:gd name="connsiteX123" fmla="*/ 1199231 w 2915191"/>
                <a:gd name="connsiteY123" fmla="*/ 202552 h 608423"/>
                <a:gd name="connsiteX124" fmla="*/ 1208975 w 2915191"/>
                <a:gd name="connsiteY124" fmla="*/ 197012 h 608423"/>
                <a:gd name="connsiteX125" fmla="*/ 1218719 w 2915191"/>
                <a:gd name="connsiteY125" fmla="*/ 188421 h 608423"/>
                <a:gd name="connsiteX126" fmla="*/ 1228478 w 2915191"/>
                <a:gd name="connsiteY126" fmla="*/ 166402 h 608423"/>
                <a:gd name="connsiteX127" fmla="*/ 1238222 w 2915191"/>
                <a:gd name="connsiteY127" fmla="*/ 196832 h 608423"/>
                <a:gd name="connsiteX128" fmla="*/ 1247966 w 2915191"/>
                <a:gd name="connsiteY128" fmla="*/ 210678 h 608423"/>
                <a:gd name="connsiteX129" fmla="*/ 1257725 w 2915191"/>
                <a:gd name="connsiteY129" fmla="*/ 226889 h 608423"/>
                <a:gd name="connsiteX130" fmla="*/ 1267469 w 2915191"/>
                <a:gd name="connsiteY130" fmla="*/ 220268 h 608423"/>
                <a:gd name="connsiteX131" fmla="*/ 1277227 w 2915191"/>
                <a:gd name="connsiteY131" fmla="*/ 240453 h 608423"/>
                <a:gd name="connsiteX132" fmla="*/ 1286971 w 2915191"/>
                <a:gd name="connsiteY132" fmla="*/ 264570 h 608423"/>
                <a:gd name="connsiteX133" fmla="*/ 1296715 w 2915191"/>
                <a:gd name="connsiteY133" fmla="*/ 272149 h 608423"/>
                <a:gd name="connsiteX134" fmla="*/ 1306474 w 2915191"/>
                <a:gd name="connsiteY134" fmla="*/ 267355 h 608423"/>
                <a:gd name="connsiteX135" fmla="*/ 1316218 w 2915191"/>
                <a:gd name="connsiteY135" fmla="*/ 266285 h 608423"/>
                <a:gd name="connsiteX136" fmla="*/ 1325977 w 2915191"/>
                <a:gd name="connsiteY136" fmla="*/ 305143 h 608423"/>
                <a:gd name="connsiteX137" fmla="*/ 1335721 w 2915191"/>
                <a:gd name="connsiteY137" fmla="*/ 281339 h 608423"/>
                <a:gd name="connsiteX138" fmla="*/ 1345465 w 2915191"/>
                <a:gd name="connsiteY138" fmla="*/ 267449 h 608423"/>
                <a:gd name="connsiteX139" fmla="*/ 1355224 w 2915191"/>
                <a:gd name="connsiteY139" fmla="*/ 238650 h 608423"/>
                <a:gd name="connsiteX140" fmla="*/ 1364967 w 2915191"/>
                <a:gd name="connsiteY140" fmla="*/ 226226 h 608423"/>
                <a:gd name="connsiteX141" fmla="*/ 1374726 w 2915191"/>
                <a:gd name="connsiteY141" fmla="*/ 228783 h 608423"/>
                <a:gd name="connsiteX142" fmla="*/ 1384470 w 2915191"/>
                <a:gd name="connsiteY142" fmla="*/ 217010 h 608423"/>
                <a:gd name="connsiteX143" fmla="*/ 1394214 w 2915191"/>
                <a:gd name="connsiteY143" fmla="*/ 234631 h 608423"/>
                <a:gd name="connsiteX144" fmla="*/ 1403973 w 2915191"/>
                <a:gd name="connsiteY144" fmla="*/ 218447 h 608423"/>
                <a:gd name="connsiteX145" fmla="*/ 1413717 w 2915191"/>
                <a:gd name="connsiteY145" fmla="*/ 175789 h 608423"/>
                <a:gd name="connsiteX146" fmla="*/ 1423476 w 2915191"/>
                <a:gd name="connsiteY146" fmla="*/ 194855 h 608423"/>
                <a:gd name="connsiteX147" fmla="*/ 1433220 w 2915191"/>
                <a:gd name="connsiteY147" fmla="*/ 183920 h 608423"/>
                <a:gd name="connsiteX148" fmla="*/ 1442964 w 2915191"/>
                <a:gd name="connsiteY148" fmla="*/ 176966 h 608423"/>
                <a:gd name="connsiteX149" fmla="*/ 1452722 w 2915191"/>
                <a:gd name="connsiteY149" fmla="*/ 182708 h 608423"/>
                <a:gd name="connsiteX150" fmla="*/ 1462466 w 2915191"/>
                <a:gd name="connsiteY150" fmla="*/ 146326 h 608423"/>
                <a:gd name="connsiteX151" fmla="*/ 1472225 w 2915191"/>
                <a:gd name="connsiteY151" fmla="*/ 102803 h 608423"/>
                <a:gd name="connsiteX152" fmla="*/ 1481969 w 2915191"/>
                <a:gd name="connsiteY152" fmla="*/ 77943 h 608423"/>
                <a:gd name="connsiteX153" fmla="*/ 1491713 w 2915191"/>
                <a:gd name="connsiteY153" fmla="*/ 81155 h 608423"/>
                <a:gd name="connsiteX154" fmla="*/ 1501472 w 2915191"/>
                <a:gd name="connsiteY154" fmla="*/ 98305 h 608423"/>
                <a:gd name="connsiteX155" fmla="*/ 1511216 w 2915191"/>
                <a:gd name="connsiteY155" fmla="*/ 127465 h 608423"/>
                <a:gd name="connsiteX156" fmla="*/ 1520960 w 2915191"/>
                <a:gd name="connsiteY156" fmla="*/ 149544 h 608423"/>
                <a:gd name="connsiteX157" fmla="*/ 1530719 w 2915191"/>
                <a:gd name="connsiteY157" fmla="*/ 133972 h 608423"/>
                <a:gd name="connsiteX158" fmla="*/ 1540463 w 2915191"/>
                <a:gd name="connsiteY158" fmla="*/ 118007 h 608423"/>
                <a:gd name="connsiteX159" fmla="*/ 1550221 w 2915191"/>
                <a:gd name="connsiteY159" fmla="*/ 158953 h 608423"/>
                <a:gd name="connsiteX160" fmla="*/ 1559965 w 2915191"/>
                <a:gd name="connsiteY160" fmla="*/ 126938 h 608423"/>
                <a:gd name="connsiteX161" fmla="*/ 1569709 w 2915191"/>
                <a:gd name="connsiteY161" fmla="*/ 107882 h 608423"/>
                <a:gd name="connsiteX162" fmla="*/ 1579468 w 2915191"/>
                <a:gd name="connsiteY162" fmla="*/ 103143 h 608423"/>
                <a:gd name="connsiteX163" fmla="*/ 1589212 w 2915191"/>
                <a:gd name="connsiteY163" fmla="*/ 141494 h 608423"/>
                <a:gd name="connsiteX164" fmla="*/ 1598971 w 2915191"/>
                <a:gd name="connsiteY164" fmla="*/ 139924 h 608423"/>
                <a:gd name="connsiteX165" fmla="*/ 1608715 w 2915191"/>
                <a:gd name="connsiteY165" fmla="*/ 143337 h 608423"/>
                <a:gd name="connsiteX166" fmla="*/ 1618459 w 2915191"/>
                <a:gd name="connsiteY166" fmla="*/ 142187 h 608423"/>
                <a:gd name="connsiteX167" fmla="*/ 1628218 w 2915191"/>
                <a:gd name="connsiteY167" fmla="*/ 114512 h 608423"/>
                <a:gd name="connsiteX168" fmla="*/ 1637962 w 2915191"/>
                <a:gd name="connsiteY168" fmla="*/ 138693 h 608423"/>
                <a:gd name="connsiteX169" fmla="*/ 1647720 w 2915191"/>
                <a:gd name="connsiteY169" fmla="*/ 119867 h 608423"/>
                <a:gd name="connsiteX170" fmla="*/ 1657464 w 2915191"/>
                <a:gd name="connsiteY170" fmla="*/ 85321 h 608423"/>
                <a:gd name="connsiteX171" fmla="*/ 1667208 w 2915191"/>
                <a:gd name="connsiteY171" fmla="*/ 60804 h 608423"/>
                <a:gd name="connsiteX172" fmla="*/ 1676967 w 2915191"/>
                <a:gd name="connsiteY172" fmla="*/ 56560 h 608423"/>
                <a:gd name="connsiteX173" fmla="*/ 1686711 w 2915191"/>
                <a:gd name="connsiteY173" fmla="*/ 55625 h 608423"/>
                <a:gd name="connsiteX174" fmla="*/ 1696470 w 2915191"/>
                <a:gd name="connsiteY174" fmla="*/ 70016 h 608423"/>
                <a:gd name="connsiteX175" fmla="*/ 1706214 w 2915191"/>
                <a:gd name="connsiteY175" fmla="*/ 65240 h 608423"/>
                <a:gd name="connsiteX176" fmla="*/ 1715958 w 2915191"/>
                <a:gd name="connsiteY176" fmla="*/ 64606 h 608423"/>
                <a:gd name="connsiteX177" fmla="*/ 1725716 w 2915191"/>
                <a:gd name="connsiteY177" fmla="*/ 71570 h 608423"/>
                <a:gd name="connsiteX178" fmla="*/ 1735460 w 2915191"/>
                <a:gd name="connsiteY178" fmla="*/ 56320 h 608423"/>
                <a:gd name="connsiteX179" fmla="*/ 1745219 w 2915191"/>
                <a:gd name="connsiteY179" fmla="*/ 63294 h 608423"/>
                <a:gd name="connsiteX180" fmla="*/ 1754963 w 2915191"/>
                <a:gd name="connsiteY180" fmla="*/ 39800 h 608423"/>
                <a:gd name="connsiteX181" fmla="*/ 1764707 w 2915191"/>
                <a:gd name="connsiteY181" fmla="*/ 22928 h 608423"/>
                <a:gd name="connsiteX182" fmla="*/ 1774466 w 2915191"/>
                <a:gd name="connsiteY182" fmla="*/ 991 h 608423"/>
                <a:gd name="connsiteX183" fmla="*/ 1784210 w 2915191"/>
                <a:gd name="connsiteY183" fmla="*/ 23242 h 608423"/>
                <a:gd name="connsiteX184" fmla="*/ 1793969 w 2915191"/>
                <a:gd name="connsiteY184" fmla="*/ 4949 h 608423"/>
                <a:gd name="connsiteX185" fmla="*/ 1803713 w 2915191"/>
                <a:gd name="connsiteY185" fmla="*/ 12375 h 608423"/>
                <a:gd name="connsiteX186" fmla="*/ 1813457 w 2915191"/>
                <a:gd name="connsiteY186" fmla="*/ 10088 h 608423"/>
                <a:gd name="connsiteX187" fmla="*/ 1823215 w 2915191"/>
                <a:gd name="connsiteY187" fmla="*/ 29852 h 608423"/>
                <a:gd name="connsiteX188" fmla="*/ 1832959 w 2915191"/>
                <a:gd name="connsiteY188" fmla="*/ 30424 h 608423"/>
                <a:gd name="connsiteX189" fmla="*/ 1842703 w 2915191"/>
                <a:gd name="connsiteY189" fmla="*/ 18488 h 608423"/>
                <a:gd name="connsiteX190" fmla="*/ 1852462 w 2915191"/>
                <a:gd name="connsiteY190" fmla="*/ 0 h 608423"/>
                <a:gd name="connsiteX191" fmla="*/ 1862206 w 2915191"/>
                <a:gd name="connsiteY191" fmla="*/ 27264 h 608423"/>
                <a:gd name="connsiteX192" fmla="*/ 1871965 w 2915191"/>
                <a:gd name="connsiteY192" fmla="*/ 32438 h 608423"/>
                <a:gd name="connsiteX193" fmla="*/ 1881709 w 2915191"/>
                <a:gd name="connsiteY193" fmla="*/ 73138 h 608423"/>
                <a:gd name="connsiteX194" fmla="*/ 1891453 w 2915191"/>
                <a:gd name="connsiteY194" fmla="*/ 65524 h 608423"/>
                <a:gd name="connsiteX195" fmla="*/ 1901212 w 2915191"/>
                <a:gd name="connsiteY195" fmla="*/ 79207 h 608423"/>
                <a:gd name="connsiteX196" fmla="*/ 1910956 w 2915191"/>
                <a:gd name="connsiteY196" fmla="*/ 82907 h 608423"/>
                <a:gd name="connsiteX197" fmla="*/ 1920714 w 2915191"/>
                <a:gd name="connsiteY197" fmla="*/ 117519 h 608423"/>
                <a:gd name="connsiteX198" fmla="*/ 1930458 w 2915191"/>
                <a:gd name="connsiteY198" fmla="*/ 131779 h 608423"/>
                <a:gd name="connsiteX199" fmla="*/ 1940202 w 2915191"/>
                <a:gd name="connsiteY199" fmla="*/ 154064 h 608423"/>
                <a:gd name="connsiteX200" fmla="*/ 1949961 w 2915191"/>
                <a:gd name="connsiteY200" fmla="*/ 148248 h 608423"/>
                <a:gd name="connsiteX201" fmla="*/ 1959705 w 2915191"/>
                <a:gd name="connsiteY201" fmla="*/ 162652 h 608423"/>
                <a:gd name="connsiteX202" fmla="*/ 1969464 w 2915191"/>
                <a:gd name="connsiteY202" fmla="*/ 181781 h 608423"/>
                <a:gd name="connsiteX203" fmla="*/ 1979208 w 2915191"/>
                <a:gd name="connsiteY203" fmla="*/ 171347 h 608423"/>
                <a:gd name="connsiteX204" fmla="*/ 1988952 w 2915191"/>
                <a:gd name="connsiteY204" fmla="*/ 192657 h 608423"/>
                <a:gd name="connsiteX205" fmla="*/ 1998711 w 2915191"/>
                <a:gd name="connsiteY205" fmla="*/ 180874 h 608423"/>
                <a:gd name="connsiteX206" fmla="*/ 2008454 w 2915191"/>
                <a:gd name="connsiteY206" fmla="*/ 191000 h 608423"/>
                <a:gd name="connsiteX207" fmla="*/ 2018213 w 2915191"/>
                <a:gd name="connsiteY207" fmla="*/ 206300 h 608423"/>
                <a:gd name="connsiteX208" fmla="*/ 2027957 w 2915191"/>
                <a:gd name="connsiteY208" fmla="*/ 252784 h 608423"/>
                <a:gd name="connsiteX209" fmla="*/ 2037701 w 2915191"/>
                <a:gd name="connsiteY209" fmla="*/ 248537 h 608423"/>
                <a:gd name="connsiteX210" fmla="*/ 2047460 w 2915191"/>
                <a:gd name="connsiteY210" fmla="*/ 290733 h 608423"/>
                <a:gd name="connsiteX211" fmla="*/ 2057204 w 2915191"/>
                <a:gd name="connsiteY211" fmla="*/ 298926 h 608423"/>
                <a:gd name="connsiteX212" fmla="*/ 2066963 w 2915191"/>
                <a:gd name="connsiteY212" fmla="*/ 287982 h 608423"/>
                <a:gd name="connsiteX213" fmla="*/ 2076707 w 2915191"/>
                <a:gd name="connsiteY213" fmla="*/ 271179 h 608423"/>
                <a:gd name="connsiteX214" fmla="*/ 2086451 w 2915191"/>
                <a:gd name="connsiteY214" fmla="*/ 293573 h 608423"/>
                <a:gd name="connsiteX215" fmla="*/ 2096210 w 2915191"/>
                <a:gd name="connsiteY215" fmla="*/ 300064 h 608423"/>
                <a:gd name="connsiteX216" fmla="*/ 2105954 w 2915191"/>
                <a:gd name="connsiteY216" fmla="*/ 294246 h 608423"/>
                <a:gd name="connsiteX217" fmla="*/ 2115697 w 2915191"/>
                <a:gd name="connsiteY217" fmla="*/ 274718 h 608423"/>
                <a:gd name="connsiteX218" fmla="*/ 2125456 w 2915191"/>
                <a:gd name="connsiteY218" fmla="*/ 257772 h 608423"/>
                <a:gd name="connsiteX219" fmla="*/ 2135200 w 2915191"/>
                <a:gd name="connsiteY219" fmla="*/ 263256 h 608423"/>
                <a:gd name="connsiteX220" fmla="*/ 2144959 w 2915191"/>
                <a:gd name="connsiteY220" fmla="*/ 267334 h 608423"/>
                <a:gd name="connsiteX221" fmla="*/ 2154703 w 2915191"/>
                <a:gd name="connsiteY221" fmla="*/ 276357 h 608423"/>
                <a:gd name="connsiteX222" fmla="*/ 2164447 w 2915191"/>
                <a:gd name="connsiteY222" fmla="*/ 260132 h 608423"/>
                <a:gd name="connsiteX223" fmla="*/ 2174206 w 2915191"/>
                <a:gd name="connsiteY223" fmla="*/ 254968 h 608423"/>
                <a:gd name="connsiteX224" fmla="*/ 2183950 w 2915191"/>
                <a:gd name="connsiteY224" fmla="*/ 259664 h 608423"/>
                <a:gd name="connsiteX225" fmla="*/ 2193709 w 2915191"/>
                <a:gd name="connsiteY225" fmla="*/ 264607 h 608423"/>
                <a:gd name="connsiteX226" fmla="*/ 2203452 w 2915191"/>
                <a:gd name="connsiteY226" fmla="*/ 260026 h 608423"/>
                <a:gd name="connsiteX227" fmla="*/ 2213196 w 2915191"/>
                <a:gd name="connsiteY227" fmla="*/ 265878 h 608423"/>
                <a:gd name="connsiteX228" fmla="*/ 2222955 w 2915191"/>
                <a:gd name="connsiteY228" fmla="*/ 264965 h 608423"/>
                <a:gd name="connsiteX229" fmla="*/ 2232699 w 2915191"/>
                <a:gd name="connsiteY229" fmla="*/ 239555 h 608423"/>
                <a:gd name="connsiteX230" fmla="*/ 2242458 w 2915191"/>
                <a:gd name="connsiteY230" fmla="*/ 204104 h 608423"/>
                <a:gd name="connsiteX231" fmla="*/ 2252202 w 2915191"/>
                <a:gd name="connsiteY231" fmla="*/ 193918 h 608423"/>
                <a:gd name="connsiteX232" fmla="*/ 2261946 w 2915191"/>
                <a:gd name="connsiteY232" fmla="*/ 196133 h 608423"/>
                <a:gd name="connsiteX233" fmla="*/ 2271705 w 2915191"/>
                <a:gd name="connsiteY233" fmla="*/ 203088 h 608423"/>
                <a:gd name="connsiteX234" fmla="*/ 2281449 w 2915191"/>
                <a:gd name="connsiteY234" fmla="*/ 197428 h 608423"/>
                <a:gd name="connsiteX235" fmla="*/ 2291208 w 2915191"/>
                <a:gd name="connsiteY235" fmla="*/ 239981 h 608423"/>
                <a:gd name="connsiteX236" fmla="*/ 2300951 w 2915191"/>
                <a:gd name="connsiteY236" fmla="*/ 286667 h 608423"/>
                <a:gd name="connsiteX237" fmla="*/ 2310695 w 2915191"/>
                <a:gd name="connsiteY237" fmla="*/ 273359 h 608423"/>
                <a:gd name="connsiteX238" fmla="*/ 2320454 w 2915191"/>
                <a:gd name="connsiteY238" fmla="*/ 267246 h 608423"/>
                <a:gd name="connsiteX239" fmla="*/ 2330198 w 2915191"/>
                <a:gd name="connsiteY239" fmla="*/ 302780 h 608423"/>
                <a:gd name="connsiteX240" fmla="*/ 2339957 w 2915191"/>
                <a:gd name="connsiteY240" fmla="*/ 324974 h 608423"/>
                <a:gd name="connsiteX241" fmla="*/ 2349701 w 2915191"/>
                <a:gd name="connsiteY241" fmla="*/ 307186 h 608423"/>
                <a:gd name="connsiteX242" fmla="*/ 2359445 w 2915191"/>
                <a:gd name="connsiteY242" fmla="*/ 307840 h 608423"/>
                <a:gd name="connsiteX243" fmla="*/ 2369204 w 2915191"/>
                <a:gd name="connsiteY243" fmla="*/ 287567 h 608423"/>
                <a:gd name="connsiteX244" fmla="*/ 2378948 w 2915191"/>
                <a:gd name="connsiteY244" fmla="*/ 261879 h 608423"/>
                <a:gd name="connsiteX245" fmla="*/ 2388692 w 2915191"/>
                <a:gd name="connsiteY245" fmla="*/ 303392 h 608423"/>
                <a:gd name="connsiteX246" fmla="*/ 2398450 w 2915191"/>
                <a:gd name="connsiteY246" fmla="*/ 301737 h 608423"/>
                <a:gd name="connsiteX247" fmla="*/ 2408194 w 2915191"/>
                <a:gd name="connsiteY247" fmla="*/ 330824 h 608423"/>
                <a:gd name="connsiteX248" fmla="*/ 2417953 w 2915191"/>
                <a:gd name="connsiteY248" fmla="*/ 310270 h 608423"/>
                <a:gd name="connsiteX249" fmla="*/ 2427697 w 2915191"/>
                <a:gd name="connsiteY249" fmla="*/ 347099 h 608423"/>
                <a:gd name="connsiteX250" fmla="*/ 2437441 w 2915191"/>
                <a:gd name="connsiteY250" fmla="*/ 321533 h 608423"/>
                <a:gd name="connsiteX251" fmla="*/ 2447200 w 2915191"/>
                <a:gd name="connsiteY251" fmla="*/ 318957 h 608423"/>
                <a:gd name="connsiteX252" fmla="*/ 2456944 w 2915191"/>
                <a:gd name="connsiteY252" fmla="*/ 327343 h 608423"/>
                <a:gd name="connsiteX253" fmla="*/ 2466703 w 2915191"/>
                <a:gd name="connsiteY253" fmla="*/ 343962 h 608423"/>
                <a:gd name="connsiteX254" fmla="*/ 2476446 w 2915191"/>
                <a:gd name="connsiteY254" fmla="*/ 375806 h 608423"/>
                <a:gd name="connsiteX255" fmla="*/ 2486190 w 2915191"/>
                <a:gd name="connsiteY255" fmla="*/ 365722 h 608423"/>
                <a:gd name="connsiteX256" fmla="*/ 2495949 w 2915191"/>
                <a:gd name="connsiteY256" fmla="*/ 353312 h 608423"/>
                <a:gd name="connsiteX257" fmla="*/ 2505693 w 2915191"/>
                <a:gd name="connsiteY257" fmla="*/ 364730 h 608423"/>
                <a:gd name="connsiteX258" fmla="*/ 2515452 w 2915191"/>
                <a:gd name="connsiteY258" fmla="*/ 352291 h 608423"/>
                <a:gd name="connsiteX259" fmla="*/ 2525196 w 2915191"/>
                <a:gd name="connsiteY259" fmla="*/ 386789 h 608423"/>
                <a:gd name="connsiteX260" fmla="*/ 2534940 w 2915191"/>
                <a:gd name="connsiteY260" fmla="*/ 371962 h 608423"/>
                <a:gd name="connsiteX261" fmla="*/ 2544699 w 2915191"/>
                <a:gd name="connsiteY261" fmla="*/ 400532 h 608423"/>
                <a:gd name="connsiteX262" fmla="*/ 2554443 w 2915191"/>
                <a:gd name="connsiteY262" fmla="*/ 407147 h 608423"/>
                <a:gd name="connsiteX263" fmla="*/ 2564202 w 2915191"/>
                <a:gd name="connsiteY263" fmla="*/ 420102 h 608423"/>
                <a:gd name="connsiteX264" fmla="*/ 2573946 w 2915191"/>
                <a:gd name="connsiteY264" fmla="*/ 423210 h 608423"/>
                <a:gd name="connsiteX265" fmla="*/ 2583690 w 2915191"/>
                <a:gd name="connsiteY265" fmla="*/ 424046 h 608423"/>
                <a:gd name="connsiteX266" fmla="*/ 2593448 w 2915191"/>
                <a:gd name="connsiteY266" fmla="*/ 451591 h 608423"/>
                <a:gd name="connsiteX267" fmla="*/ 2603192 w 2915191"/>
                <a:gd name="connsiteY267" fmla="*/ 440317 h 608423"/>
                <a:gd name="connsiteX268" fmla="*/ 2612951 w 2915191"/>
                <a:gd name="connsiteY268" fmla="*/ 439086 h 608423"/>
                <a:gd name="connsiteX269" fmla="*/ 2622695 w 2915191"/>
                <a:gd name="connsiteY269" fmla="*/ 422456 h 608423"/>
                <a:gd name="connsiteX270" fmla="*/ 2632439 w 2915191"/>
                <a:gd name="connsiteY270" fmla="*/ 406922 h 608423"/>
                <a:gd name="connsiteX271" fmla="*/ 2642198 w 2915191"/>
                <a:gd name="connsiteY271" fmla="*/ 428328 h 608423"/>
                <a:gd name="connsiteX272" fmla="*/ 2651942 w 2915191"/>
                <a:gd name="connsiteY272" fmla="*/ 407864 h 608423"/>
                <a:gd name="connsiteX273" fmla="*/ 2661685 w 2915191"/>
                <a:gd name="connsiteY273" fmla="*/ 440888 h 608423"/>
                <a:gd name="connsiteX274" fmla="*/ 2671444 w 2915191"/>
                <a:gd name="connsiteY274" fmla="*/ 441408 h 608423"/>
                <a:gd name="connsiteX275" fmla="*/ 2681188 w 2915191"/>
                <a:gd name="connsiteY275" fmla="*/ 461836 h 608423"/>
                <a:gd name="connsiteX276" fmla="*/ 2690947 w 2915191"/>
                <a:gd name="connsiteY276" fmla="*/ 468165 h 608423"/>
                <a:gd name="connsiteX277" fmla="*/ 2700691 w 2915191"/>
                <a:gd name="connsiteY277" fmla="*/ 464830 h 608423"/>
                <a:gd name="connsiteX278" fmla="*/ 2710435 w 2915191"/>
                <a:gd name="connsiteY278" fmla="*/ 438301 h 608423"/>
                <a:gd name="connsiteX279" fmla="*/ 2720194 w 2915191"/>
                <a:gd name="connsiteY279" fmla="*/ 449157 h 608423"/>
                <a:gd name="connsiteX280" fmla="*/ 2729938 w 2915191"/>
                <a:gd name="connsiteY280" fmla="*/ 453231 h 608423"/>
                <a:gd name="connsiteX281" fmla="*/ 2739697 w 2915191"/>
                <a:gd name="connsiteY281" fmla="*/ 438820 h 608423"/>
                <a:gd name="connsiteX282" fmla="*/ 2749441 w 2915191"/>
                <a:gd name="connsiteY282" fmla="*/ 421348 h 608423"/>
                <a:gd name="connsiteX283" fmla="*/ 2759185 w 2915191"/>
                <a:gd name="connsiteY283" fmla="*/ 438601 h 608423"/>
                <a:gd name="connsiteX284" fmla="*/ 2768943 w 2915191"/>
                <a:gd name="connsiteY284" fmla="*/ 434004 h 608423"/>
                <a:gd name="connsiteX285" fmla="*/ 2778687 w 2915191"/>
                <a:gd name="connsiteY285" fmla="*/ 410053 h 608423"/>
                <a:gd name="connsiteX286" fmla="*/ 2788446 w 2915191"/>
                <a:gd name="connsiteY286" fmla="*/ 366235 h 608423"/>
                <a:gd name="connsiteX287" fmla="*/ 2798190 w 2915191"/>
                <a:gd name="connsiteY287" fmla="*/ 362753 h 608423"/>
                <a:gd name="connsiteX288" fmla="*/ 2807934 w 2915191"/>
                <a:gd name="connsiteY288" fmla="*/ 332872 h 608423"/>
                <a:gd name="connsiteX289" fmla="*/ 2817693 w 2915191"/>
                <a:gd name="connsiteY289" fmla="*/ 380410 h 608423"/>
                <a:gd name="connsiteX290" fmla="*/ 2827437 w 2915191"/>
                <a:gd name="connsiteY290" fmla="*/ 366510 h 608423"/>
                <a:gd name="connsiteX291" fmla="*/ 2837196 w 2915191"/>
                <a:gd name="connsiteY291" fmla="*/ 390653 h 608423"/>
                <a:gd name="connsiteX292" fmla="*/ 2846940 w 2915191"/>
                <a:gd name="connsiteY292" fmla="*/ 421214 h 608423"/>
                <a:gd name="connsiteX293" fmla="*/ 2856684 w 2915191"/>
                <a:gd name="connsiteY293" fmla="*/ 456643 h 608423"/>
                <a:gd name="connsiteX294" fmla="*/ 2866442 w 2915191"/>
                <a:gd name="connsiteY294" fmla="*/ 484926 h 608423"/>
                <a:gd name="connsiteX295" fmla="*/ 2876186 w 2915191"/>
                <a:gd name="connsiteY295" fmla="*/ 450150 h 608423"/>
                <a:gd name="connsiteX296" fmla="*/ 2885945 w 2915191"/>
                <a:gd name="connsiteY296" fmla="*/ 464987 h 608423"/>
                <a:gd name="connsiteX297" fmla="*/ 2895689 w 2915191"/>
                <a:gd name="connsiteY297" fmla="*/ 474956 h 608423"/>
                <a:gd name="connsiteX298" fmla="*/ 2905433 w 2915191"/>
                <a:gd name="connsiteY298" fmla="*/ 458817 h 608423"/>
                <a:gd name="connsiteX299" fmla="*/ 2915192 w 2915191"/>
                <a:gd name="connsiteY299" fmla="*/ 465937 h 608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08423">
                  <a:moveTo>
                    <a:pt x="0" y="523295"/>
                  </a:moveTo>
                  <a:lnTo>
                    <a:pt x="9750" y="495542"/>
                  </a:lnTo>
                  <a:lnTo>
                    <a:pt x="19500" y="467010"/>
                  </a:lnTo>
                  <a:lnTo>
                    <a:pt x="29250" y="445086"/>
                  </a:lnTo>
                  <a:lnTo>
                    <a:pt x="39000" y="437300"/>
                  </a:lnTo>
                  <a:lnTo>
                    <a:pt x="48749" y="450295"/>
                  </a:lnTo>
                  <a:lnTo>
                    <a:pt x="58499" y="457496"/>
                  </a:lnTo>
                  <a:lnTo>
                    <a:pt x="68249" y="462578"/>
                  </a:lnTo>
                  <a:lnTo>
                    <a:pt x="77998" y="447281"/>
                  </a:lnTo>
                  <a:lnTo>
                    <a:pt x="87748" y="439174"/>
                  </a:lnTo>
                  <a:lnTo>
                    <a:pt x="97497" y="442095"/>
                  </a:lnTo>
                  <a:lnTo>
                    <a:pt x="107247" y="456134"/>
                  </a:lnTo>
                  <a:lnTo>
                    <a:pt x="116997" y="454292"/>
                  </a:lnTo>
                  <a:lnTo>
                    <a:pt x="126747" y="429226"/>
                  </a:lnTo>
                  <a:lnTo>
                    <a:pt x="136497" y="451134"/>
                  </a:lnTo>
                  <a:lnTo>
                    <a:pt x="146247" y="460411"/>
                  </a:lnTo>
                  <a:lnTo>
                    <a:pt x="155997" y="496281"/>
                  </a:lnTo>
                  <a:lnTo>
                    <a:pt x="165747" y="486218"/>
                  </a:lnTo>
                  <a:lnTo>
                    <a:pt x="175497" y="510457"/>
                  </a:lnTo>
                  <a:lnTo>
                    <a:pt x="185247" y="511923"/>
                  </a:lnTo>
                  <a:lnTo>
                    <a:pt x="194996" y="500861"/>
                  </a:lnTo>
                  <a:lnTo>
                    <a:pt x="204746" y="509852"/>
                  </a:lnTo>
                  <a:lnTo>
                    <a:pt x="214495" y="495349"/>
                  </a:lnTo>
                  <a:lnTo>
                    <a:pt x="224245" y="521049"/>
                  </a:lnTo>
                  <a:lnTo>
                    <a:pt x="233995" y="543752"/>
                  </a:lnTo>
                  <a:lnTo>
                    <a:pt x="243744" y="578654"/>
                  </a:lnTo>
                  <a:lnTo>
                    <a:pt x="253494" y="577204"/>
                  </a:lnTo>
                  <a:lnTo>
                    <a:pt x="263244" y="600985"/>
                  </a:lnTo>
                  <a:lnTo>
                    <a:pt x="272994" y="564490"/>
                  </a:lnTo>
                  <a:lnTo>
                    <a:pt x="282744" y="569426"/>
                  </a:lnTo>
                  <a:lnTo>
                    <a:pt x="292494" y="554932"/>
                  </a:lnTo>
                  <a:lnTo>
                    <a:pt x="302244" y="572863"/>
                  </a:lnTo>
                  <a:lnTo>
                    <a:pt x="311994" y="592760"/>
                  </a:lnTo>
                  <a:lnTo>
                    <a:pt x="321744" y="577097"/>
                  </a:lnTo>
                  <a:lnTo>
                    <a:pt x="331493" y="562376"/>
                  </a:lnTo>
                  <a:lnTo>
                    <a:pt x="341243" y="580807"/>
                  </a:lnTo>
                  <a:lnTo>
                    <a:pt x="350993" y="594942"/>
                  </a:lnTo>
                  <a:lnTo>
                    <a:pt x="360742" y="608424"/>
                  </a:lnTo>
                  <a:lnTo>
                    <a:pt x="370492" y="600386"/>
                  </a:lnTo>
                  <a:lnTo>
                    <a:pt x="380241" y="595517"/>
                  </a:lnTo>
                  <a:lnTo>
                    <a:pt x="389991" y="575890"/>
                  </a:lnTo>
                  <a:lnTo>
                    <a:pt x="399741" y="562969"/>
                  </a:lnTo>
                  <a:lnTo>
                    <a:pt x="409491" y="561429"/>
                  </a:lnTo>
                  <a:lnTo>
                    <a:pt x="419241" y="546297"/>
                  </a:lnTo>
                  <a:lnTo>
                    <a:pt x="428991" y="551964"/>
                  </a:lnTo>
                  <a:lnTo>
                    <a:pt x="438741" y="571376"/>
                  </a:lnTo>
                  <a:lnTo>
                    <a:pt x="448491" y="556866"/>
                  </a:lnTo>
                  <a:lnTo>
                    <a:pt x="458241" y="532780"/>
                  </a:lnTo>
                  <a:lnTo>
                    <a:pt x="467991" y="525909"/>
                  </a:lnTo>
                  <a:lnTo>
                    <a:pt x="477740" y="527391"/>
                  </a:lnTo>
                  <a:lnTo>
                    <a:pt x="487490" y="540377"/>
                  </a:lnTo>
                  <a:lnTo>
                    <a:pt x="497239" y="566136"/>
                  </a:lnTo>
                  <a:lnTo>
                    <a:pt x="506989" y="560950"/>
                  </a:lnTo>
                  <a:lnTo>
                    <a:pt x="516738" y="519821"/>
                  </a:lnTo>
                  <a:lnTo>
                    <a:pt x="526488" y="528051"/>
                  </a:lnTo>
                  <a:lnTo>
                    <a:pt x="536238" y="529960"/>
                  </a:lnTo>
                  <a:lnTo>
                    <a:pt x="545988" y="522838"/>
                  </a:lnTo>
                  <a:lnTo>
                    <a:pt x="555738" y="482851"/>
                  </a:lnTo>
                  <a:lnTo>
                    <a:pt x="565488" y="504009"/>
                  </a:lnTo>
                  <a:lnTo>
                    <a:pt x="575238" y="451625"/>
                  </a:lnTo>
                  <a:lnTo>
                    <a:pt x="584988" y="451697"/>
                  </a:lnTo>
                  <a:lnTo>
                    <a:pt x="594738" y="451531"/>
                  </a:lnTo>
                  <a:lnTo>
                    <a:pt x="604488" y="444477"/>
                  </a:lnTo>
                  <a:lnTo>
                    <a:pt x="614237" y="427908"/>
                  </a:lnTo>
                  <a:lnTo>
                    <a:pt x="623987" y="432412"/>
                  </a:lnTo>
                  <a:lnTo>
                    <a:pt x="633736" y="447893"/>
                  </a:lnTo>
                  <a:lnTo>
                    <a:pt x="643486" y="473204"/>
                  </a:lnTo>
                  <a:lnTo>
                    <a:pt x="653236" y="460928"/>
                  </a:lnTo>
                  <a:lnTo>
                    <a:pt x="662985" y="459257"/>
                  </a:lnTo>
                  <a:lnTo>
                    <a:pt x="672735" y="462491"/>
                  </a:lnTo>
                  <a:lnTo>
                    <a:pt x="682485" y="473667"/>
                  </a:lnTo>
                  <a:lnTo>
                    <a:pt x="692235" y="445119"/>
                  </a:lnTo>
                  <a:lnTo>
                    <a:pt x="701985" y="426342"/>
                  </a:lnTo>
                  <a:lnTo>
                    <a:pt x="711735" y="447635"/>
                  </a:lnTo>
                  <a:lnTo>
                    <a:pt x="721485" y="414965"/>
                  </a:lnTo>
                  <a:lnTo>
                    <a:pt x="731235" y="380234"/>
                  </a:lnTo>
                  <a:lnTo>
                    <a:pt x="740985" y="358912"/>
                  </a:lnTo>
                  <a:lnTo>
                    <a:pt x="750734" y="358079"/>
                  </a:lnTo>
                  <a:lnTo>
                    <a:pt x="760484" y="307172"/>
                  </a:lnTo>
                  <a:lnTo>
                    <a:pt x="770233" y="287532"/>
                  </a:lnTo>
                  <a:lnTo>
                    <a:pt x="779983" y="262939"/>
                  </a:lnTo>
                  <a:lnTo>
                    <a:pt x="789733" y="280169"/>
                  </a:lnTo>
                  <a:lnTo>
                    <a:pt x="799482" y="270591"/>
                  </a:lnTo>
                  <a:lnTo>
                    <a:pt x="809232" y="267897"/>
                  </a:lnTo>
                  <a:lnTo>
                    <a:pt x="818982" y="242925"/>
                  </a:lnTo>
                  <a:lnTo>
                    <a:pt x="828732" y="265476"/>
                  </a:lnTo>
                  <a:lnTo>
                    <a:pt x="838482" y="253566"/>
                  </a:lnTo>
                  <a:lnTo>
                    <a:pt x="848232" y="221494"/>
                  </a:lnTo>
                  <a:lnTo>
                    <a:pt x="857982" y="193279"/>
                  </a:lnTo>
                  <a:lnTo>
                    <a:pt x="867732" y="183918"/>
                  </a:lnTo>
                  <a:lnTo>
                    <a:pt x="877482" y="198937"/>
                  </a:lnTo>
                  <a:lnTo>
                    <a:pt x="887231" y="187416"/>
                  </a:lnTo>
                  <a:lnTo>
                    <a:pt x="896981" y="164659"/>
                  </a:lnTo>
                  <a:lnTo>
                    <a:pt x="906730" y="192782"/>
                  </a:lnTo>
                  <a:lnTo>
                    <a:pt x="916480" y="151618"/>
                  </a:lnTo>
                  <a:lnTo>
                    <a:pt x="926230" y="155560"/>
                  </a:lnTo>
                  <a:lnTo>
                    <a:pt x="935979" y="159573"/>
                  </a:lnTo>
                  <a:lnTo>
                    <a:pt x="945729" y="177435"/>
                  </a:lnTo>
                  <a:lnTo>
                    <a:pt x="955479" y="165835"/>
                  </a:lnTo>
                  <a:lnTo>
                    <a:pt x="965229" y="163278"/>
                  </a:lnTo>
                  <a:lnTo>
                    <a:pt x="974979" y="163197"/>
                  </a:lnTo>
                  <a:lnTo>
                    <a:pt x="984729" y="179452"/>
                  </a:lnTo>
                  <a:lnTo>
                    <a:pt x="994474" y="187113"/>
                  </a:lnTo>
                  <a:lnTo>
                    <a:pt x="1004233" y="209404"/>
                  </a:lnTo>
                  <a:lnTo>
                    <a:pt x="1013977" y="157218"/>
                  </a:lnTo>
                  <a:lnTo>
                    <a:pt x="1023721" y="155267"/>
                  </a:lnTo>
                  <a:lnTo>
                    <a:pt x="1033480" y="178697"/>
                  </a:lnTo>
                  <a:lnTo>
                    <a:pt x="1043224" y="183374"/>
                  </a:lnTo>
                  <a:lnTo>
                    <a:pt x="1052983" y="164783"/>
                  </a:lnTo>
                  <a:lnTo>
                    <a:pt x="1062727" y="163656"/>
                  </a:lnTo>
                  <a:lnTo>
                    <a:pt x="1072471" y="166514"/>
                  </a:lnTo>
                  <a:lnTo>
                    <a:pt x="1082230" y="160827"/>
                  </a:lnTo>
                  <a:lnTo>
                    <a:pt x="1091973" y="183502"/>
                  </a:lnTo>
                  <a:lnTo>
                    <a:pt x="1101732" y="168762"/>
                  </a:lnTo>
                  <a:lnTo>
                    <a:pt x="1111476" y="204669"/>
                  </a:lnTo>
                  <a:lnTo>
                    <a:pt x="1121220" y="196433"/>
                  </a:lnTo>
                  <a:lnTo>
                    <a:pt x="1130979" y="193076"/>
                  </a:lnTo>
                  <a:lnTo>
                    <a:pt x="1140723" y="178463"/>
                  </a:lnTo>
                  <a:lnTo>
                    <a:pt x="1150482" y="184764"/>
                  </a:lnTo>
                  <a:lnTo>
                    <a:pt x="1160226" y="188326"/>
                  </a:lnTo>
                  <a:lnTo>
                    <a:pt x="1169969" y="186219"/>
                  </a:lnTo>
                  <a:lnTo>
                    <a:pt x="1179728" y="202279"/>
                  </a:lnTo>
                  <a:lnTo>
                    <a:pt x="1189472" y="216637"/>
                  </a:lnTo>
                  <a:lnTo>
                    <a:pt x="1199231" y="202552"/>
                  </a:lnTo>
                  <a:lnTo>
                    <a:pt x="1208975" y="197012"/>
                  </a:lnTo>
                  <a:lnTo>
                    <a:pt x="1218719" y="188421"/>
                  </a:lnTo>
                  <a:lnTo>
                    <a:pt x="1228478" y="166402"/>
                  </a:lnTo>
                  <a:lnTo>
                    <a:pt x="1238222" y="196832"/>
                  </a:lnTo>
                  <a:lnTo>
                    <a:pt x="1247966" y="210678"/>
                  </a:lnTo>
                  <a:lnTo>
                    <a:pt x="1257725" y="226889"/>
                  </a:lnTo>
                  <a:lnTo>
                    <a:pt x="1267469" y="220268"/>
                  </a:lnTo>
                  <a:lnTo>
                    <a:pt x="1277227" y="240453"/>
                  </a:lnTo>
                  <a:lnTo>
                    <a:pt x="1286971" y="264570"/>
                  </a:lnTo>
                  <a:lnTo>
                    <a:pt x="1296715" y="272149"/>
                  </a:lnTo>
                  <a:lnTo>
                    <a:pt x="1306474" y="267355"/>
                  </a:lnTo>
                  <a:lnTo>
                    <a:pt x="1316218" y="266285"/>
                  </a:lnTo>
                  <a:lnTo>
                    <a:pt x="1325977" y="305143"/>
                  </a:lnTo>
                  <a:lnTo>
                    <a:pt x="1335721" y="281339"/>
                  </a:lnTo>
                  <a:lnTo>
                    <a:pt x="1345465" y="267449"/>
                  </a:lnTo>
                  <a:lnTo>
                    <a:pt x="1355224" y="238650"/>
                  </a:lnTo>
                  <a:lnTo>
                    <a:pt x="1364967" y="226226"/>
                  </a:lnTo>
                  <a:lnTo>
                    <a:pt x="1374726" y="228783"/>
                  </a:lnTo>
                  <a:lnTo>
                    <a:pt x="1384470" y="217010"/>
                  </a:lnTo>
                  <a:lnTo>
                    <a:pt x="1394214" y="234631"/>
                  </a:lnTo>
                  <a:lnTo>
                    <a:pt x="1403973" y="218447"/>
                  </a:lnTo>
                  <a:lnTo>
                    <a:pt x="1413717" y="175789"/>
                  </a:lnTo>
                  <a:lnTo>
                    <a:pt x="1423476" y="194855"/>
                  </a:lnTo>
                  <a:lnTo>
                    <a:pt x="1433220" y="183920"/>
                  </a:lnTo>
                  <a:lnTo>
                    <a:pt x="1442964" y="176966"/>
                  </a:lnTo>
                  <a:lnTo>
                    <a:pt x="1452722" y="182708"/>
                  </a:lnTo>
                  <a:lnTo>
                    <a:pt x="1462466" y="146326"/>
                  </a:lnTo>
                  <a:lnTo>
                    <a:pt x="1472225" y="102803"/>
                  </a:lnTo>
                  <a:lnTo>
                    <a:pt x="1481969" y="77943"/>
                  </a:lnTo>
                  <a:lnTo>
                    <a:pt x="1491713" y="81155"/>
                  </a:lnTo>
                  <a:lnTo>
                    <a:pt x="1501472" y="98305"/>
                  </a:lnTo>
                  <a:lnTo>
                    <a:pt x="1511216" y="127465"/>
                  </a:lnTo>
                  <a:lnTo>
                    <a:pt x="1520960" y="149544"/>
                  </a:lnTo>
                  <a:lnTo>
                    <a:pt x="1530719" y="133972"/>
                  </a:lnTo>
                  <a:lnTo>
                    <a:pt x="1540463" y="118007"/>
                  </a:lnTo>
                  <a:lnTo>
                    <a:pt x="1550221" y="158953"/>
                  </a:lnTo>
                  <a:lnTo>
                    <a:pt x="1559965" y="126938"/>
                  </a:lnTo>
                  <a:lnTo>
                    <a:pt x="1569709" y="107882"/>
                  </a:lnTo>
                  <a:lnTo>
                    <a:pt x="1579468" y="103143"/>
                  </a:lnTo>
                  <a:lnTo>
                    <a:pt x="1589212" y="141494"/>
                  </a:lnTo>
                  <a:lnTo>
                    <a:pt x="1598971" y="139924"/>
                  </a:lnTo>
                  <a:lnTo>
                    <a:pt x="1608715" y="143337"/>
                  </a:lnTo>
                  <a:lnTo>
                    <a:pt x="1618459" y="142187"/>
                  </a:lnTo>
                  <a:lnTo>
                    <a:pt x="1628218" y="114512"/>
                  </a:lnTo>
                  <a:lnTo>
                    <a:pt x="1637962" y="138693"/>
                  </a:lnTo>
                  <a:lnTo>
                    <a:pt x="1647720" y="119867"/>
                  </a:lnTo>
                  <a:lnTo>
                    <a:pt x="1657464" y="85321"/>
                  </a:lnTo>
                  <a:lnTo>
                    <a:pt x="1667208" y="60804"/>
                  </a:lnTo>
                  <a:lnTo>
                    <a:pt x="1676967" y="56560"/>
                  </a:lnTo>
                  <a:lnTo>
                    <a:pt x="1686711" y="55625"/>
                  </a:lnTo>
                  <a:lnTo>
                    <a:pt x="1696470" y="70016"/>
                  </a:lnTo>
                  <a:lnTo>
                    <a:pt x="1706214" y="65240"/>
                  </a:lnTo>
                  <a:lnTo>
                    <a:pt x="1715958" y="64606"/>
                  </a:lnTo>
                  <a:lnTo>
                    <a:pt x="1725716" y="71570"/>
                  </a:lnTo>
                  <a:lnTo>
                    <a:pt x="1735460" y="56320"/>
                  </a:lnTo>
                  <a:lnTo>
                    <a:pt x="1745219" y="63294"/>
                  </a:lnTo>
                  <a:lnTo>
                    <a:pt x="1754963" y="39800"/>
                  </a:lnTo>
                  <a:lnTo>
                    <a:pt x="1764707" y="22928"/>
                  </a:lnTo>
                  <a:lnTo>
                    <a:pt x="1774466" y="991"/>
                  </a:lnTo>
                  <a:lnTo>
                    <a:pt x="1784210" y="23242"/>
                  </a:lnTo>
                  <a:lnTo>
                    <a:pt x="1793969" y="4949"/>
                  </a:lnTo>
                  <a:lnTo>
                    <a:pt x="1803713" y="12375"/>
                  </a:lnTo>
                  <a:lnTo>
                    <a:pt x="1813457" y="10088"/>
                  </a:lnTo>
                  <a:lnTo>
                    <a:pt x="1823215" y="29852"/>
                  </a:lnTo>
                  <a:lnTo>
                    <a:pt x="1832959" y="30424"/>
                  </a:lnTo>
                  <a:lnTo>
                    <a:pt x="1842703" y="18488"/>
                  </a:lnTo>
                  <a:lnTo>
                    <a:pt x="1852462" y="0"/>
                  </a:lnTo>
                  <a:lnTo>
                    <a:pt x="1862206" y="27264"/>
                  </a:lnTo>
                  <a:lnTo>
                    <a:pt x="1871965" y="32438"/>
                  </a:lnTo>
                  <a:lnTo>
                    <a:pt x="1881709" y="73138"/>
                  </a:lnTo>
                  <a:lnTo>
                    <a:pt x="1891453" y="65524"/>
                  </a:lnTo>
                  <a:lnTo>
                    <a:pt x="1901212" y="79207"/>
                  </a:lnTo>
                  <a:lnTo>
                    <a:pt x="1910956" y="82907"/>
                  </a:lnTo>
                  <a:lnTo>
                    <a:pt x="1920714" y="117519"/>
                  </a:lnTo>
                  <a:lnTo>
                    <a:pt x="1930458" y="131779"/>
                  </a:lnTo>
                  <a:lnTo>
                    <a:pt x="1940202" y="154064"/>
                  </a:lnTo>
                  <a:lnTo>
                    <a:pt x="1949961" y="148248"/>
                  </a:lnTo>
                  <a:lnTo>
                    <a:pt x="1959705" y="162652"/>
                  </a:lnTo>
                  <a:lnTo>
                    <a:pt x="1969464" y="181781"/>
                  </a:lnTo>
                  <a:lnTo>
                    <a:pt x="1979208" y="171347"/>
                  </a:lnTo>
                  <a:lnTo>
                    <a:pt x="1988952" y="192657"/>
                  </a:lnTo>
                  <a:lnTo>
                    <a:pt x="1998711" y="180874"/>
                  </a:lnTo>
                  <a:lnTo>
                    <a:pt x="2008454" y="191000"/>
                  </a:lnTo>
                  <a:lnTo>
                    <a:pt x="2018213" y="206300"/>
                  </a:lnTo>
                  <a:lnTo>
                    <a:pt x="2027957" y="252784"/>
                  </a:lnTo>
                  <a:lnTo>
                    <a:pt x="2037701" y="248537"/>
                  </a:lnTo>
                  <a:lnTo>
                    <a:pt x="2047460" y="290733"/>
                  </a:lnTo>
                  <a:lnTo>
                    <a:pt x="2057204" y="298926"/>
                  </a:lnTo>
                  <a:lnTo>
                    <a:pt x="2066963" y="287982"/>
                  </a:lnTo>
                  <a:lnTo>
                    <a:pt x="2076707" y="271179"/>
                  </a:lnTo>
                  <a:lnTo>
                    <a:pt x="2086451" y="293573"/>
                  </a:lnTo>
                  <a:lnTo>
                    <a:pt x="2096210" y="300064"/>
                  </a:lnTo>
                  <a:lnTo>
                    <a:pt x="2105954" y="294246"/>
                  </a:lnTo>
                  <a:lnTo>
                    <a:pt x="2115697" y="274718"/>
                  </a:lnTo>
                  <a:lnTo>
                    <a:pt x="2125456" y="257772"/>
                  </a:lnTo>
                  <a:lnTo>
                    <a:pt x="2135200" y="263256"/>
                  </a:lnTo>
                  <a:lnTo>
                    <a:pt x="2144959" y="267334"/>
                  </a:lnTo>
                  <a:lnTo>
                    <a:pt x="2154703" y="276357"/>
                  </a:lnTo>
                  <a:lnTo>
                    <a:pt x="2164447" y="260132"/>
                  </a:lnTo>
                  <a:lnTo>
                    <a:pt x="2174206" y="254968"/>
                  </a:lnTo>
                  <a:lnTo>
                    <a:pt x="2183950" y="259664"/>
                  </a:lnTo>
                  <a:lnTo>
                    <a:pt x="2193709" y="264607"/>
                  </a:lnTo>
                  <a:lnTo>
                    <a:pt x="2203452" y="260026"/>
                  </a:lnTo>
                  <a:lnTo>
                    <a:pt x="2213196" y="265878"/>
                  </a:lnTo>
                  <a:lnTo>
                    <a:pt x="2222955" y="264965"/>
                  </a:lnTo>
                  <a:lnTo>
                    <a:pt x="2232699" y="239555"/>
                  </a:lnTo>
                  <a:lnTo>
                    <a:pt x="2242458" y="204104"/>
                  </a:lnTo>
                  <a:lnTo>
                    <a:pt x="2252202" y="193918"/>
                  </a:lnTo>
                  <a:lnTo>
                    <a:pt x="2261946" y="196133"/>
                  </a:lnTo>
                  <a:lnTo>
                    <a:pt x="2271705" y="203088"/>
                  </a:lnTo>
                  <a:lnTo>
                    <a:pt x="2281449" y="197428"/>
                  </a:lnTo>
                  <a:lnTo>
                    <a:pt x="2291208" y="239981"/>
                  </a:lnTo>
                  <a:lnTo>
                    <a:pt x="2300951" y="286667"/>
                  </a:lnTo>
                  <a:lnTo>
                    <a:pt x="2310695" y="273359"/>
                  </a:lnTo>
                  <a:lnTo>
                    <a:pt x="2320454" y="267246"/>
                  </a:lnTo>
                  <a:lnTo>
                    <a:pt x="2330198" y="302780"/>
                  </a:lnTo>
                  <a:lnTo>
                    <a:pt x="2339957" y="324974"/>
                  </a:lnTo>
                  <a:lnTo>
                    <a:pt x="2349701" y="307186"/>
                  </a:lnTo>
                  <a:lnTo>
                    <a:pt x="2359445" y="307840"/>
                  </a:lnTo>
                  <a:lnTo>
                    <a:pt x="2369204" y="287567"/>
                  </a:lnTo>
                  <a:lnTo>
                    <a:pt x="2378948" y="261879"/>
                  </a:lnTo>
                  <a:lnTo>
                    <a:pt x="2388692" y="303392"/>
                  </a:lnTo>
                  <a:lnTo>
                    <a:pt x="2398450" y="301737"/>
                  </a:lnTo>
                  <a:lnTo>
                    <a:pt x="2408194" y="330824"/>
                  </a:lnTo>
                  <a:lnTo>
                    <a:pt x="2417953" y="310270"/>
                  </a:lnTo>
                  <a:lnTo>
                    <a:pt x="2427697" y="347099"/>
                  </a:lnTo>
                  <a:lnTo>
                    <a:pt x="2437441" y="321533"/>
                  </a:lnTo>
                  <a:lnTo>
                    <a:pt x="2447200" y="318957"/>
                  </a:lnTo>
                  <a:lnTo>
                    <a:pt x="2456944" y="327343"/>
                  </a:lnTo>
                  <a:lnTo>
                    <a:pt x="2466703" y="343962"/>
                  </a:lnTo>
                  <a:lnTo>
                    <a:pt x="2476446" y="375806"/>
                  </a:lnTo>
                  <a:lnTo>
                    <a:pt x="2486190" y="365722"/>
                  </a:lnTo>
                  <a:lnTo>
                    <a:pt x="2495949" y="353312"/>
                  </a:lnTo>
                  <a:lnTo>
                    <a:pt x="2505693" y="364730"/>
                  </a:lnTo>
                  <a:lnTo>
                    <a:pt x="2515452" y="352291"/>
                  </a:lnTo>
                  <a:lnTo>
                    <a:pt x="2525196" y="386789"/>
                  </a:lnTo>
                  <a:lnTo>
                    <a:pt x="2534940" y="371962"/>
                  </a:lnTo>
                  <a:lnTo>
                    <a:pt x="2544699" y="400532"/>
                  </a:lnTo>
                  <a:lnTo>
                    <a:pt x="2554443" y="407147"/>
                  </a:lnTo>
                  <a:lnTo>
                    <a:pt x="2564202" y="420102"/>
                  </a:lnTo>
                  <a:lnTo>
                    <a:pt x="2573946" y="423210"/>
                  </a:lnTo>
                  <a:lnTo>
                    <a:pt x="2583690" y="424046"/>
                  </a:lnTo>
                  <a:lnTo>
                    <a:pt x="2593448" y="451591"/>
                  </a:lnTo>
                  <a:lnTo>
                    <a:pt x="2603192" y="440317"/>
                  </a:lnTo>
                  <a:lnTo>
                    <a:pt x="2612951" y="439086"/>
                  </a:lnTo>
                  <a:lnTo>
                    <a:pt x="2622695" y="422456"/>
                  </a:lnTo>
                  <a:lnTo>
                    <a:pt x="2632439" y="406922"/>
                  </a:lnTo>
                  <a:lnTo>
                    <a:pt x="2642198" y="428328"/>
                  </a:lnTo>
                  <a:lnTo>
                    <a:pt x="2651942" y="407864"/>
                  </a:lnTo>
                  <a:lnTo>
                    <a:pt x="2661685" y="440888"/>
                  </a:lnTo>
                  <a:lnTo>
                    <a:pt x="2671444" y="441408"/>
                  </a:lnTo>
                  <a:lnTo>
                    <a:pt x="2681188" y="461836"/>
                  </a:lnTo>
                  <a:lnTo>
                    <a:pt x="2690947" y="468165"/>
                  </a:lnTo>
                  <a:lnTo>
                    <a:pt x="2700691" y="464830"/>
                  </a:lnTo>
                  <a:lnTo>
                    <a:pt x="2710435" y="438301"/>
                  </a:lnTo>
                  <a:lnTo>
                    <a:pt x="2720194" y="449157"/>
                  </a:lnTo>
                  <a:lnTo>
                    <a:pt x="2729938" y="453231"/>
                  </a:lnTo>
                  <a:lnTo>
                    <a:pt x="2739697" y="438820"/>
                  </a:lnTo>
                  <a:lnTo>
                    <a:pt x="2749441" y="421348"/>
                  </a:lnTo>
                  <a:lnTo>
                    <a:pt x="2759185" y="438601"/>
                  </a:lnTo>
                  <a:lnTo>
                    <a:pt x="2768943" y="434004"/>
                  </a:lnTo>
                  <a:lnTo>
                    <a:pt x="2778687" y="410053"/>
                  </a:lnTo>
                  <a:lnTo>
                    <a:pt x="2788446" y="366235"/>
                  </a:lnTo>
                  <a:lnTo>
                    <a:pt x="2798190" y="362753"/>
                  </a:lnTo>
                  <a:lnTo>
                    <a:pt x="2807934" y="332872"/>
                  </a:lnTo>
                  <a:lnTo>
                    <a:pt x="2817693" y="380410"/>
                  </a:lnTo>
                  <a:lnTo>
                    <a:pt x="2827437" y="366510"/>
                  </a:lnTo>
                  <a:lnTo>
                    <a:pt x="2837196" y="390653"/>
                  </a:lnTo>
                  <a:lnTo>
                    <a:pt x="2846940" y="421214"/>
                  </a:lnTo>
                  <a:lnTo>
                    <a:pt x="2856684" y="456643"/>
                  </a:lnTo>
                  <a:lnTo>
                    <a:pt x="2866442" y="484926"/>
                  </a:lnTo>
                  <a:lnTo>
                    <a:pt x="2876186" y="450150"/>
                  </a:lnTo>
                  <a:lnTo>
                    <a:pt x="2885945" y="464987"/>
                  </a:lnTo>
                  <a:lnTo>
                    <a:pt x="2895689" y="474956"/>
                  </a:lnTo>
                  <a:lnTo>
                    <a:pt x="2905433" y="458817"/>
                  </a:lnTo>
                  <a:lnTo>
                    <a:pt x="2915192" y="46593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3" name="Freeform 1172">
              <a:extLst>
                <a:ext uri="{FF2B5EF4-FFF2-40B4-BE49-F238E27FC236}">
                  <a16:creationId xmlns:a16="http://schemas.microsoft.com/office/drawing/2014/main" id="{936C6A17-60B1-6A39-9812-332CF3915BE3}"/>
                </a:ext>
              </a:extLst>
            </p:cNvPr>
            <p:cNvSpPr/>
            <p:nvPr/>
          </p:nvSpPr>
          <p:spPr>
            <a:xfrm>
              <a:off x="4426652" y="3080061"/>
              <a:ext cx="2915191" cy="519265"/>
            </a:xfrm>
            <a:custGeom>
              <a:avLst/>
              <a:gdLst>
                <a:gd name="connsiteX0" fmla="*/ 0 w 2915191"/>
                <a:gd name="connsiteY0" fmla="*/ 447169 h 519265"/>
                <a:gd name="connsiteX1" fmla="*/ 9750 w 2915191"/>
                <a:gd name="connsiteY1" fmla="*/ 461959 h 519265"/>
                <a:gd name="connsiteX2" fmla="*/ 19500 w 2915191"/>
                <a:gd name="connsiteY2" fmla="*/ 453230 h 519265"/>
                <a:gd name="connsiteX3" fmla="*/ 29250 w 2915191"/>
                <a:gd name="connsiteY3" fmla="*/ 444249 h 519265"/>
                <a:gd name="connsiteX4" fmla="*/ 39000 w 2915191"/>
                <a:gd name="connsiteY4" fmla="*/ 455551 h 519265"/>
                <a:gd name="connsiteX5" fmla="*/ 48749 w 2915191"/>
                <a:gd name="connsiteY5" fmla="*/ 445885 h 519265"/>
                <a:gd name="connsiteX6" fmla="*/ 58499 w 2915191"/>
                <a:gd name="connsiteY6" fmla="*/ 423666 h 519265"/>
                <a:gd name="connsiteX7" fmla="*/ 68249 w 2915191"/>
                <a:gd name="connsiteY7" fmla="*/ 447174 h 519265"/>
                <a:gd name="connsiteX8" fmla="*/ 77998 w 2915191"/>
                <a:gd name="connsiteY8" fmla="*/ 437202 h 519265"/>
                <a:gd name="connsiteX9" fmla="*/ 87748 w 2915191"/>
                <a:gd name="connsiteY9" fmla="*/ 430584 h 519265"/>
                <a:gd name="connsiteX10" fmla="*/ 97497 w 2915191"/>
                <a:gd name="connsiteY10" fmla="*/ 420279 h 519265"/>
                <a:gd name="connsiteX11" fmla="*/ 107247 w 2915191"/>
                <a:gd name="connsiteY11" fmla="*/ 426300 h 519265"/>
                <a:gd name="connsiteX12" fmla="*/ 116997 w 2915191"/>
                <a:gd name="connsiteY12" fmla="*/ 444770 h 519265"/>
                <a:gd name="connsiteX13" fmla="*/ 126747 w 2915191"/>
                <a:gd name="connsiteY13" fmla="*/ 421512 h 519265"/>
                <a:gd name="connsiteX14" fmla="*/ 136497 w 2915191"/>
                <a:gd name="connsiteY14" fmla="*/ 437179 h 519265"/>
                <a:gd name="connsiteX15" fmla="*/ 146247 w 2915191"/>
                <a:gd name="connsiteY15" fmla="*/ 448379 h 519265"/>
                <a:gd name="connsiteX16" fmla="*/ 155997 w 2915191"/>
                <a:gd name="connsiteY16" fmla="*/ 440688 h 519265"/>
                <a:gd name="connsiteX17" fmla="*/ 165747 w 2915191"/>
                <a:gd name="connsiteY17" fmla="*/ 446488 h 519265"/>
                <a:gd name="connsiteX18" fmla="*/ 175497 w 2915191"/>
                <a:gd name="connsiteY18" fmla="*/ 481000 h 519265"/>
                <a:gd name="connsiteX19" fmla="*/ 185247 w 2915191"/>
                <a:gd name="connsiteY19" fmla="*/ 479701 h 519265"/>
                <a:gd name="connsiteX20" fmla="*/ 194996 w 2915191"/>
                <a:gd name="connsiteY20" fmla="*/ 455376 h 519265"/>
                <a:gd name="connsiteX21" fmla="*/ 204746 w 2915191"/>
                <a:gd name="connsiteY21" fmla="*/ 453713 h 519265"/>
                <a:gd name="connsiteX22" fmla="*/ 214495 w 2915191"/>
                <a:gd name="connsiteY22" fmla="*/ 450904 h 519265"/>
                <a:gd name="connsiteX23" fmla="*/ 224245 w 2915191"/>
                <a:gd name="connsiteY23" fmla="*/ 472919 h 519265"/>
                <a:gd name="connsiteX24" fmla="*/ 233995 w 2915191"/>
                <a:gd name="connsiteY24" fmla="*/ 492890 h 519265"/>
                <a:gd name="connsiteX25" fmla="*/ 243744 w 2915191"/>
                <a:gd name="connsiteY25" fmla="*/ 492247 h 519265"/>
                <a:gd name="connsiteX26" fmla="*/ 253494 w 2915191"/>
                <a:gd name="connsiteY26" fmla="*/ 500893 h 519265"/>
                <a:gd name="connsiteX27" fmla="*/ 263244 w 2915191"/>
                <a:gd name="connsiteY27" fmla="*/ 501445 h 519265"/>
                <a:gd name="connsiteX28" fmla="*/ 272994 w 2915191"/>
                <a:gd name="connsiteY28" fmla="*/ 469096 h 519265"/>
                <a:gd name="connsiteX29" fmla="*/ 282744 w 2915191"/>
                <a:gd name="connsiteY29" fmla="*/ 476727 h 519265"/>
                <a:gd name="connsiteX30" fmla="*/ 292494 w 2915191"/>
                <a:gd name="connsiteY30" fmla="*/ 488612 h 519265"/>
                <a:gd name="connsiteX31" fmla="*/ 302244 w 2915191"/>
                <a:gd name="connsiteY31" fmla="*/ 482463 h 519265"/>
                <a:gd name="connsiteX32" fmla="*/ 311994 w 2915191"/>
                <a:gd name="connsiteY32" fmla="*/ 481945 h 519265"/>
                <a:gd name="connsiteX33" fmla="*/ 321744 w 2915191"/>
                <a:gd name="connsiteY33" fmla="*/ 466679 h 519265"/>
                <a:gd name="connsiteX34" fmla="*/ 331493 w 2915191"/>
                <a:gd name="connsiteY34" fmla="*/ 476009 h 519265"/>
                <a:gd name="connsiteX35" fmla="*/ 341243 w 2915191"/>
                <a:gd name="connsiteY35" fmla="*/ 475014 h 519265"/>
                <a:gd name="connsiteX36" fmla="*/ 350993 w 2915191"/>
                <a:gd name="connsiteY36" fmla="*/ 479902 h 519265"/>
                <a:gd name="connsiteX37" fmla="*/ 360742 w 2915191"/>
                <a:gd name="connsiteY37" fmla="*/ 489762 h 519265"/>
                <a:gd name="connsiteX38" fmla="*/ 370492 w 2915191"/>
                <a:gd name="connsiteY38" fmla="*/ 485968 h 519265"/>
                <a:gd name="connsiteX39" fmla="*/ 380241 w 2915191"/>
                <a:gd name="connsiteY39" fmla="*/ 519265 h 519265"/>
                <a:gd name="connsiteX40" fmla="*/ 389991 w 2915191"/>
                <a:gd name="connsiteY40" fmla="*/ 503906 h 519265"/>
                <a:gd name="connsiteX41" fmla="*/ 399741 w 2915191"/>
                <a:gd name="connsiteY41" fmla="*/ 482207 h 519265"/>
                <a:gd name="connsiteX42" fmla="*/ 409491 w 2915191"/>
                <a:gd name="connsiteY42" fmla="*/ 441522 h 519265"/>
                <a:gd name="connsiteX43" fmla="*/ 419241 w 2915191"/>
                <a:gd name="connsiteY43" fmla="*/ 472500 h 519265"/>
                <a:gd name="connsiteX44" fmla="*/ 428991 w 2915191"/>
                <a:gd name="connsiteY44" fmla="*/ 429179 h 519265"/>
                <a:gd name="connsiteX45" fmla="*/ 438741 w 2915191"/>
                <a:gd name="connsiteY45" fmla="*/ 437068 h 519265"/>
                <a:gd name="connsiteX46" fmla="*/ 448491 w 2915191"/>
                <a:gd name="connsiteY46" fmla="*/ 446576 h 519265"/>
                <a:gd name="connsiteX47" fmla="*/ 458241 w 2915191"/>
                <a:gd name="connsiteY47" fmla="*/ 429517 h 519265"/>
                <a:gd name="connsiteX48" fmla="*/ 467991 w 2915191"/>
                <a:gd name="connsiteY48" fmla="*/ 443976 h 519265"/>
                <a:gd name="connsiteX49" fmla="*/ 477740 w 2915191"/>
                <a:gd name="connsiteY49" fmla="*/ 483818 h 519265"/>
                <a:gd name="connsiteX50" fmla="*/ 487490 w 2915191"/>
                <a:gd name="connsiteY50" fmla="*/ 453038 h 519265"/>
                <a:gd name="connsiteX51" fmla="*/ 497239 w 2915191"/>
                <a:gd name="connsiteY51" fmla="*/ 459961 h 519265"/>
                <a:gd name="connsiteX52" fmla="*/ 506989 w 2915191"/>
                <a:gd name="connsiteY52" fmla="*/ 443738 h 519265"/>
                <a:gd name="connsiteX53" fmla="*/ 516738 w 2915191"/>
                <a:gd name="connsiteY53" fmla="*/ 426524 h 519265"/>
                <a:gd name="connsiteX54" fmla="*/ 526488 w 2915191"/>
                <a:gd name="connsiteY54" fmla="*/ 409046 h 519265"/>
                <a:gd name="connsiteX55" fmla="*/ 536238 w 2915191"/>
                <a:gd name="connsiteY55" fmla="*/ 425081 h 519265"/>
                <a:gd name="connsiteX56" fmla="*/ 545988 w 2915191"/>
                <a:gd name="connsiteY56" fmla="*/ 428748 h 519265"/>
                <a:gd name="connsiteX57" fmla="*/ 555738 w 2915191"/>
                <a:gd name="connsiteY57" fmla="*/ 405088 h 519265"/>
                <a:gd name="connsiteX58" fmla="*/ 565488 w 2915191"/>
                <a:gd name="connsiteY58" fmla="*/ 401927 h 519265"/>
                <a:gd name="connsiteX59" fmla="*/ 575238 w 2915191"/>
                <a:gd name="connsiteY59" fmla="*/ 384486 h 519265"/>
                <a:gd name="connsiteX60" fmla="*/ 584988 w 2915191"/>
                <a:gd name="connsiteY60" fmla="*/ 367324 h 519265"/>
                <a:gd name="connsiteX61" fmla="*/ 594738 w 2915191"/>
                <a:gd name="connsiteY61" fmla="*/ 356339 h 519265"/>
                <a:gd name="connsiteX62" fmla="*/ 604488 w 2915191"/>
                <a:gd name="connsiteY62" fmla="*/ 358805 h 519265"/>
                <a:gd name="connsiteX63" fmla="*/ 614237 w 2915191"/>
                <a:gd name="connsiteY63" fmla="*/ 367829 h 519265"/>
                <a:gd name="connsiteX64" fmla="*/ 623987 w 2915191"/>
                <a:gd name="connsiteY64" fmla="*/ 419996 h 519265"/>
                <a:gd name="connsiteX65" fmla="*/ 633736 w 2915191"/>
                <a:gd name="connsiteY65" fmla="*/ 436087 h 519265"/>
                <a:gd name="connsiteX66" fmla="*/ 643486 w 2915191"/>
                <a:gd name="connsiteY66" fmla="*/ 423934 h 519265"/>
                <a:gd name="connsiteX67" fmla="*/ 653236 w 2915191"/>
                <a:gd name="connsiteY67" fmla="*/ 444858 h 519265"/>
                <a:gd name="connsiteX68" fmla="*/ 662985 w 2915191"/>
                <a:gd name="connsiteY68" fmla="*/ 455627 h 519265"/>
                <a:gd name="connsiteX69" fmla="*/ 672735 w 2915191"/>
                <a:gd name="connsiteY69" fmla="*/ 458617 h 519265"/>
                <a:gd name="connsiteX70" fmla="*/ 682485 w 2915191"/>
                <a:gd name="connsiteY70" fmla="*/ 487441 h 519265"/>
                <a:gd name="connsiteX71" fmla="*/ 692235 w 2915191"/>
                <a:gd name="connsiteY71" fmla="*/ 448443 h 519265"/>
                <a:gd name="connsiteX72" fmla="*/ 701985 w 2915191"/>
                <a:gd name="connsiteY72" fmla="*/ 476392 h 519265"/>
                <a:gd name="connsiteX73" fmla="*/ 711735 w 2915191"/>
                <a:gd name="connsiteY73" fmla="*/ 467931 h 519265"/>
                <a:gd name="connsiteX74" fmla="*/ 721485 w 2915191"/>
                <a:gd name="connsiteY74" fmla="*/ 482845 h 519265"/>
                <a:gd name="connsiteX75" fmla="*/ 731235 w 2915191"/>
                <a:gd name="connsiteY75" fmla="*/ 478886 h 519265"/>
                <a:gd name="connsiteX76" fmla="*/ 740985 w 2915191"/>
                <a:gd name="connsiteY76" fmla="*/ 478908 h 519265"/>
                <a:gd name="connsiteX77" fmla="*/ 750734 w 2915191"/>
                <a:gd name="connsiteY77" fmla="*/ 469906 h 519265"/>
                <a:gd name="connsiteX78" fmla="*/ 760484 w 2915191"/>
                <a:gd name="connsiteY78" fmla="*/ 460209 h 519265"/>
                <a:gd name="connsiteX79" fmla="*/ 770233 w 2915191"/>
                <a:gd name="connsiteY79" fmla="*/ 467099 h 519265"/>
                <a:gd name="connsiteX80" fmla="*/ 779983 w 2915191"/>
                <a:gd name="connsiteY80" fmla="*/ 446144 h 519265"/>
                <a:gd name="connsiteX81" fmla="*/ 789733 w 2915191"/>
                <a:gd name="connsiteY81" fmla="*/ 391055 h 519265"/>
                <a:gd name="connsiteX82" fmla="*/ 799482 w 2915191"/>
                <a:gd name="connsiteY82" fmla="*/ 382333 h 519265"/>
                <a:gd name="connsiteX83" fmla="*/ 809232 w 2915191"/>
                <a:gd name="connsiteY83" fmla="*/ 370089 h 519265"/>
                <a:gd name="connsiteX84" fmla="*/ 818982 w 2915191"/>
                <a:gd name="connsiteY84" fmla="*/ 393165 h 519265"/>
                <a:gd name="connsiteX85" fmla="*/ 828732 w 2915191"/>
                <a:gd name="connsiteY85" fmla="*/ 392028 h 519265"/>
                <a:gd name="connsiteX86" fmla="*/ 838482 w 2915191"/>
                <a:gd name="connsiteY86" fmla="*/ 390943 h 519265"/>
                <a:gd name="connsiteX87" fmla="*/ 848232 w 2915191"/>
                <a:gd name="connsiteY87" fmla="*/ 384306 h 519265"/>
                <a:gd name="connsiteX88" fmla="*/ 857982 w 2915191"/>
                <a:gd name="connsiteY88" fmla="*/ 363620 h 519265"/>
                <a:gd name="connsiteX89" fmla="*/ 867732 w 2915191"/>
                <a:gd name="connsiteY89" fmla="*/ 363851 h 519265"/>
                <a:gd name="connsiteX90" fmla="*/ 877482 w 2915191"/>
                <a:gd name="connsiteY90" fmla="*/ 330246 h 519265"/>
                <a:gd name="connsiteX91" fmla="*/ 887231 w 2915191"/>
                <a:gd name="connsiteY91" fmla="*/ 346570 h 519265"/>
                <a:gd name="connsiteX92" fmla="*/ 896981 w 2915191"/>
                <a:gd name="connsiteY92" fmla="*/ 352587 h 519265"/>
                <a:gd name="connsiteX93" fmla="*/ 906730 w 2915191"/>
                <a:gd name="connsiteY93" fmla="*/ 357456 h 519265"/>
                <a:gd name="connsiteX94" fmla="*/ 916480 w 2915191"/>
                <a:gd name="connsiteY94" fmla="*/ 310399 h 519265"/>
                <a:gd name="connsiteX95" fmla="*/ 926230 w 2915191"/>
                <a:gd name="connsiteY95" fmla="*/ 292649 h 519265"/>
                <a:gd name="connsiteX96" fmla="*/ 935979 w 2915191"/>
                <a:gd name="connsiteY96" fmla="*/ 283221 h 519265"/>
                <a:gd name="connsiteX97" fmla="*/ 945729 w 2915191"/>
                <a:gd name="connsiteY97" fmla="*/ 295433 h 519265"/>
                <a:gd name="connsiteX98" fmla="*/ 955479 w 2915191"/>
                <a:gd name="connsiteY98" fmla="*/ 220073 h 519265"/>
                <a:gd name="connsiteX99" fmla="*/ 965229 w 2915191"/>
                <a:gd name="connsiteY99" fmla="*/ 201960 h 519265"/>
                <a:gd name="connsiteX100" fmla="*/ 974979 w 2915191"/>
                <a:gd name="connsiteY100" fmla="*/ 223003 h 519265"/>
                <a:gd name="connsiteX101" fmla="*/ 984729 w 2915191"/>
                <a:gd name="connsiteY101" fmla="*/ 220630 h 519265"/>
                <a:gd name="connsiteX102" fmla="*/ 994474 w 2915191"/>
                <a:gd name="connsiteY102" fmla="*/ 208669 h 519265"/>
                <a:gd name="connsiteX103" fmla="*/ 1004233 w 2915191"/>
                <a:gd name="connsiteY103" fmla="*/ 198350 h 519265"/>
                <a:gd name="connsiteX104" fmla="*/ 1013977 w 2915191"/>
                <a:gd name="connsiteY104" fmla="*/ 198986 h 519265"/>
                <a:gd name="connsiteX105" fmla="*/ 1023721 w 2915191"/>
                <a:gd name="connsiteY105" fmla="*/ 174361 h 519265"/>
                <a:gd name="connsiteX106" fmla="*/ 1033480 w 2915191"/>
                <a:gd name="connsiteY106" fmla="*/ 195636 h 519265"/>
                <a:gd name="connsiteX107" fmla="*/ 1043224 w 2915191"/>
                <a:gd name="connsiteY107" fmla="*/ 187465 h 519265"/>
                <a:gd name="connsiteX108" fmla="*/ 1052983 w 2915191"/>
                <a:gd name="connsiteY108" fmla="*/ 151249 h 519265"/>
                <a:gd name="connsiteX109" fmla="*/ 1062727 w 2915191"/>
                <a:gd name="connsiteY109" fmla="*/ 136238 h 519265"/>
                <a:gd name="connsiteX110" fmla="*/ 1072471 w 2915191"/>
                <a:gd name="connsiteY110" fmla="*/ 140463 h 519265"/>
                <a:gd name="connsiteX111" fmla="*/ 1082230 w 2915191"/>
                <a:gd name="connsiteY111" fmla="*/ 128604 h 519265"/>
                <a:gd name="connsiteX112" fmla="*/ 1091973 w 2915191"/>
                <a:gd name="connsiteY112" fmla="*/ 108176 h 519265"/>
                <a:gd name="connsiteX113" fmla="*/ 1101732 w 2915191"/>
                <a:gd name="connsiteY113" fmla="*/ 124305 h 519265"/>
                <a:gd name="connsiteX114" fmla="*/ 1111476 w 2915191"/>
                <a:gd name="connsiteY114" fmla="*/ 145736 h 519265"/>
                <a:gd name="connsiteX115" fmla="*/ 1121220 w 2915191"/>
                <a:gd name="connsiteY115" fmla="*/ 131606 h 519265"/>
                <a:gd name="connsiteX116" fmla="*/ 1130979 w 2915191"/>
                <a:gd name="connsiteY116" fmla="*/ 138820 h 519265"/>
                <a:gd name="connsiteX117" fmla="*/ 1140723 w 2915191"/>
                <a:gd name="connsiteY117" fmla="*/ 106416 h 519265"/>
                <a:gd name="connsiteX118" fmla="*/ 1150482 w 2915191"/>
                <a:gd name="connsiteY118" fmla="*/ 111422 h 519265"/>
                <a:gd name="connsiteX119" fmla="*/ 1160226 w 2915191"/>
                <a:gd name="connsiteY119" fmla="*/ 77581 h 519265"/>
                <a:gd name="connsiteX120" fmla="*/ 1169969 w 2915191"/>
                <a:gd name="connsiteY120" fmla="*/ 59387 h 519265"/>
                <a:gd name="connsiteX121" fmla="*/ 1179728 w 2915191"/>
                <a:gd name="connsiteY121" fmla="*/ 26768 h 519265"/>
                <a:gd name="connsiteX122" fmla="*/ 1189472 w 2915191"/>
                <a:gd name="connsiteY122" fmla="*/ 55931 h 519265"/>
                <a:gd name="connsiteX123" fmla="*/ 1199231 w 2915191"/>
                <a:gd name="connsiteY123" fmla="*/ 72394 h 519265"/>
                <a:gd name="connsiteX124" fmla="*/ 1208975 w 2915191"/>
                <a:gd name="connsiteY124" fmla="*/ 125223 h 519265"/>
                <a:gd name="connsiteX125" fmla="*/ 1218719 w 2915191"/>
                <a:gd name="connsiteY125" fmla="*/ 130940 h 519265"/>
                <a:gd name="connsiteX126" fmla="*/ 1228478 w 2915191"/>
                <a:gd name="connsiteY126" fmla="*/ 143957 h 519265"/>
                <a:gd name="connsiteX127" fmla="*/ 1238222 w 2915191"/>
                <a:gd name="connsiteY127" fmla="*/ 184528 h 519265"/>
                <a:gd name="connsiteX128" fmla="*/ 1247966 w 2915191"/>
                <a:gd name="connsiteY128" fmla="*/ 171770 h 519265"/>
                <a:gd name="connsiteX129" fmla="*/ 1257725 w 2915191"/>
                <a:gd name="connsiteY129" fmla="*/ 181487 h 519265"/>
                <a:gd name="connsiteX130" fmla="*/ 1267469 w 2915191"/>
                <a:gd name="connsiteY130" fmla="*/ 192833 h 519265"/>
                <a:gd name="connsiteX131" fmla="*/ 1277227 w 2915191"/>
                <a:gd name="connsiteY131" fmla="*/ 210731 h 519265"/>
                <a:gd name="connsiteX132" fmla="*/ 1286971 w 2915191"/>
                <a:gd name="connsiteY132" fmla="*/ 205724 h 519265"/>
                <a:gd name="connsiteX133" fmla="*/ 1296715 w 2915191"/>
                <a:gd name="connsiteY133" fmla="*/ 221405 h 519265"/>
                <a:gd name="connsiteX134" fmla="*/ 1306474 w 2915191"/>
                <a:gd name="connsiteY134" fmla="*/ 230225 h 519265"/>
                <a:gd name="connsiteX135" fmla="*/ 1316218 w 2915191"/>
                <a:gd name="connsiteY135" fmla="*/ 214359 h 519265"/>
                <a:gd name="connsiteX136" fmla="*/ 1325977 w 2915191"/>
                <a:gd name="connsiteY136" fmla="*/ 215193 h 519265"/>
                <a:gd name="connsiteX137" fmla="*/ 1335721 w 2915191"/>
                <a:gd name="connsiteY137" fmla="*/ 239138 h 519265"/>
                <a:gd name="connsiteX138" fmla="*/ 1345465 w 2915191"/>
                <a:gd name="connsiteY138" fmla="*/ 230337 h 519265"/>
                <a:gd name="connsiteX139" fmla="*/ 1355224 w 2915191"/>
                <a:gd name="connsiteY139" fmla="*/ 215627 h 519265"/>
                <a:gd name="connsiteX140" fmla="*/ 1364967 w 2915191"/>
                <a:gd name="connsiteY140" fmla="*/ 184466 h 519265"/>
                <a:gd name="connsiteX141" fmla="*/ 1374726 w 2915191"/>
                <a:gd name="connsiteY141" fmla="*/ 182395 h 519265"/>
                <a:gd name="connsiteX142" fmla="*/ 1384470 w 2915191"/>
                <a:gd name="connsiteY142" fmla="*/ 167062 h 519265"/>
                <a:gd name="connsiteX143" fmla="*/ 1394214 w 2915191"/>
                <a:gd name="connsiteY143" fmla="*/ 159815 h 519265"/>
                <a:gd name="connsiteX144" fmla="*/ 1403973 w 2915191"/>
                <a:gd name="connsiteY144" fmla="*/ 158118 h 519265"/>
                <a:gd name="connsiteX145" fmla="*/ 1413717 w 2915191"/>
                <a:gd name="connsiteY145" fmla="*/ 137525 h 519265"/>
                <a:gd name="connsiteX146" fmla="*/ 1423476 w 2915191"/>
                <a:gd name="connsiteY146" fmla="*/ 109674 h 519265"/>
                <a:gd name="connsiteX147" fmla="*/ 1433220 w 2915191"/>
                <a:gd name="connsiteY147" fmla="*/ 85097 h 519265"/>
                <a:gd name="connsiteX148" fmla="*/ 1442964 w 2915191"/>
                <a:gd name="connsiteY148" fmla="*/ 78591 h 519265"/>
                <a:gd name="connsiteX149" fmla="*/ 1452722 w 2915191"/>
                <a:gd name="connsiteY149" fmla="*/ 59340 h 519265"/>
                <a:gd name="connsiteX150" fmla="*/ 1462466 w 2915191"/>
                <a:gd name="connsiteY150" fmla="*/ 76193 h 519265"/>
                <a:gd name="connsiteX151" fmla="*/ 1472225 w 2915191"/>
                <a:gd name="connsiteY151" fmla="*/ 125797 h 519265"/>
                <a:gd name="connsiteX152" fmla="*/ 1481969 w 2915191"/>
                <a:gd name="connsiteY152" fmla="*/ 122270 h 519265"/>
                <a:gd name="connsiteX153" fmla="*/ 1491713 w 2915191"/>
                <a:gd name="connsiteY153" fmla="*/ 158744 h 519265"/>
                <a:gd name="connsiteX154" fmla="*/ 1501472 w 2915191"/>
                <a:gd name="connsiteY154" fmla="*/ 152919 h 519265"/>
                <a:gd name="connsiteX155" fmla="*/ 1511216 w 2915191"/>
                <a:gd name="connsiteY155" fmla="*/ 124146 h 519265"/>
                <a:gd name="connsiteX156" fmla="*/ 1520960 w 2915191"/>
                <a:gd name="connsiteY156" fmla="*/ 118416 h 519265"/>
                <a:gd name="connsiteX157" fmla="*/ 1530719 w 2915191"/>
                <a:gd name="connsiteY157" fmla="*/ 137261 h 519265"/>
                <a:gd name="connsiteX158" fmla="*/ 1540463 w 2915191"/>
                <a:gd name="connsiteY158" fmla="*/ 124922 h 519265"/>
                <a:gd name="connsiteX159" fmla="*/ 1550221 w 2915191"/>
                <a:gd name="connsiteY159" fmla="*/ 110704 h 519265"/>
                <a:gd name="connsiteX160" fmla="*/ 1559965 w 2915191"/>
                <a:gd name="connsiteY160" fmla="*/ 115568 h 519265"/>
                <a:gd name="connsiteX161" fmla="*/ 1569709 w 2915191"/>
                <a:gd name="connsiteY161" fmla="*/ 87868 h 519265"/>
                <a:gd name="connsiteX162" fmla="*/ 1579468 w 2915191"/>
                <a:gd name="connsiteY162" fmla="*/ 72861 h 519265"/>
                <a:gd name="connsiteX163" fmla="*/ 1589212 w 2915191"/>
                <a:gd name="connsiteY163" fmla="*/ 101079 h 519265"/>
                <a:gd name="connsiteX164" fmla="*/ 1598971 w 2915191"/>
                <a:gd name="connsiteY164" fmla="*/ 49386 h 519265"/>
                <a:gd name="connsiteX165" fmla="*/ 1608715 w 2915191"/>
                <a:gd name="connsiteY165" fmla="*/ 54654 h 519265"/>
                <a:gd name="connsiteX166" fmla="*/ 1618459 w 2915191"/>
                <a:gd name="connsiteY166" fmla="*/ 66807 h 519265"/>
                <a:gd name="connsiteX167" fmla="*/ 1628218 w 2915191"/>
                <a:gd name="connsiteY167" fmla="*/ 49736 h 519265"/>
                <a:gd name="connsiteX168" fmla="*/ 1637962 w 2915191"/>
                <a:gd name="connsiteY168" fmla="*/ 40096 h 519265"/>
                <a:gd name="connsiteX169" fmla="*/ 1647720 w 2915191"/>
                <a:gd name="connsiteY169" fmla="*/ 47133 h 519265"/>
                <a:gd name="connsiteX170" fmla="*/ 1657464 w 2915191"/>
                <a:gd name="connsiteY170" fmla="*/ 14903 h 519265"/>
                <a:gd name="connsiteX171" fmla="*/ 1667208 w 2915191"/>
                <a:gd name="connsiteY171" fmla="*/ 0 h 519265"/>
                <a:gd name="connsiteX172" fmla="*/ 1676967 w 2915191"/>
                <a:gd name="connsiteY172" fmla="*/ 35828 h 519265"/>
                <a:gd name="connsiteX173" fmla="*/ 1686711 w 2915191"/>
                <a:gd name="connsiteY173" fmla="*/ 33232 h 519265"/>
                <a:gd name="connsiteX174" fmla="*/ 1696470 w 2915191"/>
                <a:gd name="connsiteY174" fmla="*/ 62217 h 519265"/>
                <a:gd name="connsiteX175" fmla="*/ 1706214 w 2915191"/>
                <a:gd name="connsiteY175" fmla="*/ 57029 h 519265"/>
                <a:gd name="connsiteX176" fmla="*/ 1715958 w 2915191"/>
                <a:gd name="connsiteY176" fmla="*/ 54760 h 519265"/>
                <a:gd name="connsiteX177" fmla="*/ 1725716 w 2915191"/>
                <a:gd name="connsiteY177" fmla="*/ 40445 h 519265"/>
                <a:gd name="connsiteX178" fmla="*/ 1735460 w 2915191"/>
                <a:gd name="connsiteY178" fmla="*/ 44120 h 519265"/>
                <a:gd name="connsiteX179" fmla="*/ 1745219 w 2915191"/>
                <a:gd name="connsiteY179" fmla="*/ 14549 h 519265"/>
                <a:gd name="connsiteX180" fmla="*/ 1754963 w 2915191"/>
                <a:gd name="connsiteY180" fmla="*/ 17076 h 519265"/>
                <a:gd name="connsiteX181" fmla="*/ 1764707 w 2915191"/>
                <a:gd name="connsiteY181" fmla="*/ 45740 h 519265"/>
                <a:gd name="connsiteX182" fmla="*/ 1774466 w 2915191"/>
                <a:gd name="connsiteY182" fmla="*/ 74681 h 519265"/>
                <a:gd name="connsiteX183" fmla="*/ 1784210 w 2915191"/>
                <a:gd name="connsiteY183" fmla="*/ 79409 h 519265"/>
                <a:gd name="connsiteX184" fmla="*/ 1793969 w 2915191"/>
                <a:gd name="connsiteY184" fmla="*/ 73751 h 519265"/>
                <a:gd name="connsiteX185" fmla="*/ 1803713 w 2915191"/>
                <a:gd name="connsiteY185" fmla="*/ 89753 h 519265"/>
                <a:gd name="connsiteX186" fmla="*/ 1813457 w 2915191"/>
                <a:gd name="connsiteY186" fmla="*/ 89386 h 519265"/>
                <a:gd name="connsiteX187" fmla="*/ 1823215 w 2915191"/>
                <a:gd name="connsiteY187" fmla="*/ 123510 h 519265"/>
                <a:gd name="connsiteX188" fmla="*/ 1832959 w 2915191"/>
                <a:gd name="connsiteY188" fmla="*/ 111763 h 519265"/>
                <a:gd name="connsiteX189" fmla="*/ 1842703 w 2915191"/>
                <a:gd name="connsiteY189" fmla="*/ 145563 h 519265"/>
                <a:gd name="connsiteX190" fmla="*/ 1852462 w 2915191"/>
                <a:gd name="connsiteY190" fmla="*/ 138842 h 519265"/>
                <a:gd name="connsiteX191" fmla="*/ 1862206 w 2915191"/>
                <a:gd name="connsiteY191" fmla="*/ 169924 h 519265"/>
                <a:gd name="connsiteX192" fmla="*/ 1871965 w 2915191"/>
                <a:gd name="connsiteY192" fmla="*/ 148754 h 519265"/>
                <a:gd name="connsiteX193" fmla="*/ 1881709 w 2915191"/>
                <a:gd name="connsiteY193" fmla="*/ 188506 h 519265"/>
                <a:gd name="connsiteX194" fmla="*/ 1891453 w 2915191"/>
                <a:gd name="connsiteY194" fmla="*/ 181930 h 519265"/>
                <a:gd name="connsiteX195" fmla="*/ 1901212 w 2915191"/>
                <a:gd name="connsiteY195" fmla="*/ 214746 h 519265"/>
                <a:gd name="connsiteX196" fmla="*/ 1910956 w 2915191"/>
                <a:gd name="connsiteY196" fmla="*/ 232935 h 519265"/>
                <a:gd name="connsiteX197" fmla="*/ 1920714 w 2915191"/>
                <a:gd name="connsiteY197" fmla="*/ 218724 h 519265"/>
                <a:gd name="connsiteX198" fmla="*/ 1930458 w 2915191"/>
                <a:gd name="connsiteY198" fmla="*/ 199409 h 519265"/>
                <a:gd name="connsiteX199" fmla="*/ 1940202 w 2915191"/>
                <a:gd name="connsiteY199" fmla="*/ 218319 h 519265"/>
                <a:gd name="connsiteX200" fmla="*/ 1949961 w 2915191"/>
                <a:gd name="connsiteY200" fmla="*/ 243496 h 519265"/>
                <a:gd name="connsiteX201" fmla="*/ 1959705 w 2915191"/>
                <a:gd name="connsiteY201" fmla="*/ 254756 h 519265"/>
                <a:gd name="connsiteX202" fmla="*/ 1969464 w 2915191"/>
                <a:gd name="connsiteY202" fmla="*/ 287130 h 519265"/>
                <a:gd name="connsiteX203" fmla="*/ 1979208 w 2915191"/>
                <a:gd name="connsiteY203" fmla="*/ 277868 h 519265"/>
                <a:gd name="connsiteX204" fmla="*/ 1988952 w 2915191"/>
                <a:gd name="connsiteY204" fmla="*/ 320312 h 519265"/>
                <a:gd name="connsiteX205" fmla="*/ 1998711 w 2915191"/>
                <a:gd name="connsiteY205" fmla="*/ 301445 h 519265"/>
                <a:gd name="connsiteX206" fmla="*/ 2008454 w 2915191"/>
                <a:gd name="connsiteY206" fmla="*/ 295124 h 519265"/>
                <a:gd name="connsiteX207" fmla="*/ 2018213 w 2915191"/>
                <a:gd name="connsiteY207" fmla="*/ 344113 h 519265"/>
                <a:gd name="connsiteX208" fmla="*/ 2027957 w 2915191"/>
                <a:gd name="connsiteY208" fmla="*/ 341963 h 519265"/>
                <a:gd name="connsiteX209" fmla="*/ 2037701 w 2915191"/>
                <a:gd name="connsiteY209" fmla="*/ 358730 h 519265"/>
                <a:gd name="connsiteX210" fmla="*/ 2047460 w 2915191"/>
                <a:gd name="connsiteY210" fmla="*/ 354106 h 519265"/>
                <a:gd name="connsiteX211" fmla="*/ 2057204 w 2915191"/>
                <a:gd name="connsiteY211" fmla="*/ 390231 h 519265"/>
                <a:gd name="connsiteX212" fmla="*/ 2066963 w 2915191"/>
                <a:gd name="connsiteY212" fmla="*/ 392895 h 519265"/>
                <a:gd name="connsiteX213" fmla="*/ 2076707 w 2915191"/>
                <a:gd name="connsiteY213" fmla="*/ 372093 h 519265"/>
                <a:gd name="connsiteX214" fmla="*/ 2086451 w 2915191"/>
                <a:gd name="connsiteY214" fmla="*/ 348477 h 519265"/>
                <a:gd name="connsiteX215" fmla="*/ 2096210 w 2915191"/>
                <a:gd name="connsiteY215" fmla="*/ 343205 h 519265"/>
                <a:gd name="connsiteX216" fmla="*/ 2105954 w 2915191"/>
                <a:gd name="connsiteY216" fmla="*/ 368371 h 519265"/>
                <a:gd name="connsiteX217" fmla="*/ 2115697 w 2915191"/>
                <a:gd name="connsiteY217" fmla="*/ 306196 h 519265"/>
                <a:gd name="connsiteX218" fmla="*/ 2125456 w 2915191"/>
                <a:gd name="connsiteY218" fmla="*/ 293379 h 519265"/>
                <a:gd name="connsiteX219" fmla="*/ 2135200 w 2915191"/>
                <a:gd name="connsiteY219" fmla="*/ 293100 h 519265"/>
                <a:gd name="connsiteX220" fmla="*/ 2144959 w 2915191"/>
                <a:gd name="connsiteY220" fmla="*/ 321796 h 519265"/>
                <a:gd name="connsiteX221" fmla="*/ 2154703 w 2915191"/>
                <a:gd name="connsiteY221" fmla="*/ 315683 h 519265"/>
                <a:gd name="connsiteX222" fmla="*/ 2164447 w 2915191"/>
                <a:gd name="connsiteY222" fmla="*/ 316496 h 519265"/>
                <a:gd name="connsiteX223" fmla="*/ 2174206 w 2915191"/>
                <a:gd name="connsiteY223" fmla="*/ 294846 h 519265"/>
                <a:gd name="connsiteX224" fmla="*/ 2183950 w 2915191"/>
                <a:gd name="connsiteY224" fmla="*/ 279536 h 519265"/>
                <a:gd name="connsiteX225" fmla="*/ 2193709 w 2915191"/>
                <a:gd name="connsiteY225" fmla="*/ 283744 h 519265"/>
                <a:gd name="connsiteX226" fmla="*/ 2203452 w 2915191"/>
                <a:gd name="connsiteY226" fmla="*/ 286981 h 519265"/>
                <a:gd name="connsiteX227" fmla="*/ 2213196 w 2915191"/>
                <a:gd name="connsiteY227" fmla="*/ 277133 h 519265"/>
                <a:gd name="connsiteX228" fmla="*/ 2222955 w 2915191"/>
                <a:gd name="connsiteY228" fmla="*/ 309154 h 519265"/>
                <a:gd name="connsiteX229" fmla="*/ 2232699 w 2915191"/>
                <a:gd name="connsiteY229" fmla="*/ 328798 h 519265"/>
                <a:gd name="connsiteX230" fmla="*/ 2242458 w 2915191"/>
                <a:gd name="connsiteY230" fmla="*/ 316586 h 519265"/>
                <a:gd name="connsiteX231" fmla="*/ 2252202 w 2915191"/>
                <a:gd name="connsiteY231" fmla="*/ 302302 h 519265"/>
                <a:gd name="connsiteX232" fmla="*/ 2261946 w 2915191"/>
                <a:gd name="connsiteY232" fmla="*/ 295189 h 519265"/>
                <a:gd name="connsiteX233" fmla="*/ 2271705 w 2915191"/>
                <a:gd name="connsiteY233" fmla="*/ 286071 h 519265"/>
                <a:gd name="connsiteX234" fmla="*/ 2281449 w 2915191"/>
                <a:gd name="connsiteY234" fmla="*/ 283148 h 519265"/>
                <a:gd name="connsiteX235" fmla="*/ 2291208 w 2915191"/>
                <a:gd name="connsiteY235" fmla="*/ 239704 h 519265"/>
                <a:gd name="connsiteX236" fmla="*/ 2300951 w 2915191"/>
                <a:gd name="connsiteY236" fmla="*/ 267809 h 519265"/>
                <a:gd name="connsiteX237" fmla="*/ 2310695 w 2915191"/>
                <a:gd name="connsiteY237" fmla="*/ 276352 h 519265"/>
                <a:gd name="connsiteX238" fmla="*/ 2320454 w 2915191"/>
                <a:gd name="connsiteY238" fmla="*/ 245525 h 519265"/>
                <a:gd name="connsiteX239" fmla="*/ 2330198 w 2915191"/>
                <a:gd name="connsiteY239" fmla="*/ 259408 h 519265"/>
                <a:gd name="connsiteX240" fmla="*/ 2339957 w 2915191"/>
                <a:gd name="connsiteY240" fmla="*/ 256540 h 519265"/>
                <a:gd name="connsiteX241" fmla="*/ 2349701 w 2915191"/>
                <a:gd name="connsiteY241" fmla="*/ 281221 h 519265"/>
                <a:gd name="connsiteX242" fmla="*/ 2359445 w 2915191"/>
                <a:gd name="connsiteY242" fmla="*/ 289259 h 519265"/>
                <a:gd name="connsiteX243" fmla="*/ 2369204 w 2915191"/>
                <a:gd name="connsiteY243" fmla="*/ 302385 h 519265"/>
                <a:gd name="connsiteX244" fmla="*/ 2378948 w 2915191"/>
                <a:gd name="connsiteY244" fmla="*/ 306432 h 519265"/>
                <a:gd name="connsiteX245" fmla="*/ 2388692 w 2915191"/>
                <a:gd name="connsiteY245" fmla="*/ 318147 h 519265"/>
                <a:gd name="connsiteX246" fmla="*/ 2398450 w 2915191"/>
                <a:gd name="connsiteY246" fmla="*/ 323068 h 519265"/>
                <a:gd name="connsiteX247" fmla="*/ 2408194 w 2915191"/>
                <a:gd name="connsiteY247" fmla="*/ 308878 h 519265"/>
                <a:gd name="connsiteX248" fmla="*/ 2417953 w 2915191"/>
                <a:gd name="connsiteY248" fmla="*/ 354934 h 519265"/>
                <a:gd name="connsiteX249" fmla="*/ 2427697 w 2915191"/>
                <a:gd name="connsiteY249" fmla="*/ 361236 h 519265"/>
                <a:gd name="connsiteX250" fmla="*/ 2437441 w 2915191"/>
                <a:gd name="connsiteY250" fmla="*/ 336757 h 519265"/>
                <a:gd name="connsiteX251" fmla="*/ 2447200 w 2915191"/>
                <a:gd name="connsiteY251" fmla="*/ 324822 h 519265"/>
                <a:gd name="connsiteX252" fmla="*/ 2456944 w 2915191"/>
                <a:gd name="connsiteY252" fmla="*/ 304277 h 519265"/>
                <a:gd name="connsiteX253" fmla="*/ 2466703 w 2915191"/>
                <a:gd name="connsiteY253" fmla="*/ 311989 h 519265"/>
                <a:gd name="connsiteX254" fmla="*/ 2476446 w 2915191"/>
                <a:gd name="connsiteY254" fmla="*/ 296092 h 519265"/>
                <a:gd name="connsiteX255" fmla="*/ 2486190 w 2915191"/>
                <a:gd name="connsiteY255" fmla="*/ 303178 h 519265"/>
                <a:gd name="connsiteX256" fmla="*/ 2495949 w 2915191"/>
                <a:gd name="connsiteY256" fmla="*/ 289005 h 519265"/>
                <a:gd name="connsiteX257" fmla="*/ 2505693 w 2915191"/>
                <a:gd name="connsiteY257" fmla="*/ 310733 h 519265"/>
                <a:gd name="connsiteX258" fmla="*/ 2515452 w 2915191"/>
                <a:gd name="connsiteY258" fmla="*/ 343834 h 519265"/>
                <a:gd name="connsiteX259" fmla="*/ 2525196 w 2915191"/>
                <a:gd name="connsiteY259" fmla="*/ 327265 h 519265"/>
                <a:gd name="connsiteX260" fmla="*/ 2534940 w 2915191"/>
                <a:gd name="connsiteY260" fmla="*/ 321189 h 519265"/>
                <a:gd name="connsiteX261" fmla="*/ 2544699 w 2915191"/>
                <a:gd name="connsiteY261" fmla="*/ 296908 h 519265"/>
                <a:gd name="connsiteX262" fmla="*/ 2554443 w 2915191"/>
                <a:gd name="connsiteY262" fmla="*/ 331607 h 519265"/>
                <a:gd name="connsiteX263" fmla="*/ 2564202 w 2915191"/>
                <a:gd name="connsiteY263" fmla="*/ 308483 h 519265"/>
                <a:gd name="connsiteX264" fmla="*/ 2573946 w 2915191"/>
                <a:gd name="connsiteY264" fmla="*/ 293583 h 519265"/>
                <a:gd name="connsiteX265" fmla="*/ 2583690 w 2915191"/>
                <a:gd name="connsiteY265" fmla="*/ 283353 h 519265"/>
                <a:gd name="connsiteX266" fmla="*/ 2593448 w 2915191"/>
                <a:gd name="connsiteY266" fmla="*/ 264202 h 519265"/>
                <a:gd name="connsiteX267" fmla="*/ 2603192 w 2915191"/>
                <a:gd name="connsiteY267" fmla="*/ 229425 h 519265"/>
                <a:gd name="connsiteX268" fmla="*/ 2612951 w 2915191"/>
                <a:gd name="connsiteY268" fmla="*/ 211244 h 519265"/>
                <a:gd name="connsiteX269" fmla="*/ 2622695 w 2915191"/>
                <a:gd name="connsiteY269" fmla="*/ 211563 h 519265"/>
                <a:gd name="connsiteX270" fmla="*/ 2632439 w 2915191"/>
                <a:gd name="connsiteY270" fmla="*/ 218918 h 519265"/>
                <a:gd name="connsiteX271" fmla="*/ 2642198 w 2915191"/>
                <a:gd name="connsiteY271" fmla="*/ 214595 h 519265"/>
                <a:gd name="connsiteX272" fmla="*/ 2651942 w 2915191"/>
                <a:gd name="connsiteY272" fmla="*/ 233451 h 519265"/>
                <a:gd name="connsiteX273" fmla="*/ 2661685 w 2915191"/>
                <a:gd name="connsiteY273" fmla="*/ 251343 h 519265"/>
                <a:gd name="connsiteX274" fmla="*/ 2671444 w 2915191"/>
                <a:gd name="connsiteY274" fmla="*/ 252737 h 519265"/>
                <a:gd name="connsiteX275" fmla="*/ 2681188 w 2915191"/>
                <a:gd name="connsiteY275" fmla="*/ 249309 h 519265"/>
                <a:gd name="connsiteX276" fmla="*/ 2690947 w 2915191"/>
                <a:gd name="connsiteY276" fmla="*/ 241091 h 519265"/>
                <a:gd name="connsiteX277" fmla="*/ 2700691 w 2915191"/>
                <a:gd name="connsiteY277" fmla="*/ 256276 h 519265"/>
                <a:gd name="connsiteX278" fmla="*/ 2710435 w 2915191"/>
                <a:gd name="connsiteY278" fmla="*/ 220222 h 519265"/>
                <a:gd name="connsiteX279" fmla="*/ 2720194 w 2915191"/>
                <a:gd name="connsiteY279" fmla="*/ 209356 h 519265"/>
                <a:gd name="connsiteX280" fmla="*/ 2729938 w 2915191"/>
                <a:gd name="connsiteY280" fmla="*/ 171593 h 519265"/>
                <a:gd name="connsiteX281" fmla="*/ 2739697 w 2915191"/>
                <a:gd name="connsiteY281" fmla="*/ 119646 h 519265"/>
                <a:gd name="connsiteX282" fmla="*/ 2749441 w 2915191"/>
                <a:gd name="connsiteY282" fmla="*/ 147698 h 519265"/>
                <a:gd name="connsiteX283" fmla="*/ 2759185 w 2915191"/>
                <a:gd name="connsiteY283" fmla="*/ 150223 h 519265"/>
                <a:gd name="connsiteX284" fmla="*/ 2768943 w 2915191"/>
                <a:gd name="connsiteY284" fmla="*/ 183833 h 519265"/>
                <a:gd name="connsiteX285" fmla="*/ 2778687 w 2915191"/>
                <a:gd name="connsiteY285" fmla="*/ 171389 h 519265"/>
                <a:gd name="connsiteX286" fmla="*/ 2788446 w 2915191"/>
                <a:gd name="connsiteY286" fmla="*/ 158171 h 519265"/>
                <a:gd name="connsiteX287" fmla="*/ 2798190 w 2915191"/>
                <a:gd name="connsiteY287" fmla="*/ 186507 h 519265"/>
                <a:gd name="connsiteX288" fmla="*/ 2807934 w 2915191"/>
                <a:gd name="connsiteY288" fmla="*/ 193608 h 519265"/>
                <a:gd name="connsiteX289" fmla="*/ 2817693 w 2915191"/>
                <a:gd name="connsiteY289" fmla="*/ 185805 h 519265"/>
                <a:gd name="connsiteX290" fmla="*/ 2827437 w 2915191"/>
                <a:gd name="connsiteY290" fmla="*/ 186926 h 519265"/>
                <a:gd name="connsiteX291" fmla="*/ 2837196 w 2915191"/>
                <a:gd name="connsiteY291" fmla="*/ 205387 h 519265"/>
                <a:gd name="connsiteX292" fmla="*/ 2846940 w 2915191"/>
                <a:gd name="connsiteY292" fmla="*/ 205855 h 519265"/>
                <a:gd name="connsiteX293" fmla="*/ 2856684 w 2915191"/>
                <a:gd name="connsiteY293" fmla="*/ 236633 h 519265"/>
                <a:gd name="connsiteX294" fmla="*/ 2866442 w 2915191"/>
                <a:gd name="connsiteY294" fmla="*/ 232655 h 519265"/>
                <a:gd name="connsiteX295" fmla="*/ 2876186 w 2915191"/>
                <a:gd name="connsiteY295" fmla="*/ 240998 h 519265"/>
                <a:gd name="connsiteX296" fmla="*/ 2885945 w 2915191"/>
                <a:gd name="connsiteY296" fmla="*/ 204496 h 519265"/>
                <a:gd name="connsiteX297" fmla="*/ 2895689 w 2915191"/>
                <a:gd name="connsiteY297" fmla="*/ 228026 h 519265"/>
                <a:gd name="connsiteX298" fmla="*/ 2905433 w 2915191"/>
                <a:gd name="connsiteY298" fmla="*/ 236721 h 519265"/>
                <a:gd name="connsiteX299" fmla="*/ 2915192 w 2915191"/>
                <a:gd name="connsiteY299" fmla="*/ 205032 h 51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19265">
                  <a:moveTo>
                    <a:pt x="0" y="447169"/>
                  </a:moveTo>
                  <a:lnTo>
                    <a:pt x="9750" y="461959"/>
                  </a:lnTo>
                  <a:lnTo>
                    <a:pt x="19500" y="453230"/>
                  </a:lnTo>
                  <a:lnTo>
                    <a:pt x="29250" y="444249"/>
                  </a:lnTo>
                  <a:lnTo>
                    <a:pt x="39000" y="455551"/>
                  </a:lnTo>
                  <a:lnTo>
                    <a:pt x="48749" y="445885"/>
                  </a:lnTo>
                  <a:lnTo>
                    <a:pt x="58499" y="423666"/>
                  </a:lnTo>
                  <a:lnTo>
                    <a:pt x="68249" y="447174"/>
                  </a:lnTo>
                  <a:lnTo>
                    <a:pt x="77998" y="437202"/>
                  </a:lnTo>
                  <a:lnTo>
                    <a:pt x="87748" y="430584"/>
                  </a:lnTo>
                  <a:lnTo>
                    <a:pt x="97497" y="420279"/>
                  </a:lnTo>
                  <a:lnTo>
                    <a:pt x="107247" y="426300"/>
                  </a:lnTo>
                  <a:lnTo>
                    <a:pt x="116997" y="444770"/>
                  </a:lnTo>
                  <a:lnTo>
                    <a:pt x="126747" y="421512"/>
                  </a:lnTo>
                  <a:lnTo>
                    <a:pt x="136497" y="437179"/>
                  </a:lnTo>
                  <a:lnTo>
                    <a:pt x="146247" y="448379"/>
                  </a:lnTo>
                  <a:lnTo>
                    <a:pt x="155997" y="440688"/>
                  </a:lnTo>
                  <a:lnTo>
                    <a:pt x="165747" y="446488"/>
                  </a:lnTo>
                  <a:lnTo>
                    <a:pt x="175497" y="481000"/>
                  </a:lnTo>
                  <a:lnTo>
                    <a:pt x="185247" y="479701"/>
                  </a:lnTo>
                  <a:lnTo>
                    <a:pt x="194996" y="455376"/>
                  </a:lnTo>
                  <a:lnTo>
                    <a:pt x="204746" y="453713"/>
                  </a:lnTo>
                  <a:lnTo>
                    <a:pt x="214495" y="450904"/>
                  </a:lnTo>
                  <a:lnTo>
                    <a:pt x="224245" y="472919"/>
                  </a:lnTo>
                  <a:lnTo>
                    <a:pt x="233995" y="492890"/>
                  </a:lnTo>
                  <a:lnTo>
                    <a:pt x="243744" y="492247"/>
                  </a:lnTo>
                  <a:lnTo>
                    <a:pt x="253494" y="500893"/>
                  </a:lnTo>
                  <a:lnTo>
                    <a:pt x="263244" y="501445"/>
                  </a:lnTo>
                  <a:lnTo>
                    <a:pt x="272994" y="469096"/>
                  </a:lnTo>
                  <a:lnTo>
                    <a:pt x="282744" y="476727"/>
                  </a:lnTo>
                  <a:lnTo>
                    <a:pt x="292494" y="488612"/>
                  </a:lnTo>
                  <a:lnTo>
                    <a:pt x="302244" y="482463"/>
                  </a:lnTo>
                  <a:lnTo>
                    <a:pt x="311994" y="481945"/>
                  </a:lnTo>
                  <a:lnTo>
                    <a:pt x="321744" y="466679"/>
                  </a:lnTo>
                  <a:lnTo>
                    <a:pt x="331493" y="476009"/>
                  </a:lnTo>
                  <a:lnTo>
                    <a:pt x="341243" y="475014"/>
                  </a:lnTo>
                  <a:lnTo>
                    <a:pt x="350993" y="479902"/>
                  </a:lnTo>
                  <a:lnTo>
                    <a:pt x="360742" y="489762"/>
                  </a:lnTo>
                  <a:lnTo>
                    <a:pt x="370492" y="485968"/>
                  </a:lnTo>
                  <a:lnTo>
                    <a:pt x="380241" y="519265"/>
                  </a:lnTo>
                  <a:lnTo>
                    <a:pt x="389991" y="503906"/>
                  </a:lnTo>
                  <a:lnTo>
                    <a:pt x="399741" y="482207"/>
                  </a:lnTo>
                  <a:lnTo>
                    <a:pt x="409491" y="441522"/>
                  </a:lnTo>
                  <a:lnTo>
                    <a:pt x="419241" y="472500"/>
                  </a:lnTo>
                  <a:lnTo>
                    <a:pt x="428991" y="429179"/>
                  </a:lnTo>
                  <a:lnTo>
                    <a:pt x="438741" y="437068"/>
                  </a:lnTo>
                  <a:lnTo>
                    <a:pt x="448491" y="446576"/>
                  </a:lnTo>
                  <a:lnTo>
                    <a:pt x="458241" y="429517"/>
                  </a:lnTo>
                  <a:lnTo>
                    <a:pt x="467991" y="443976"/>
                  </a:lnTo>
                  <a:lnTo>
                    <a:pt x="477740" y="483818"/>
                  </a:lnTo>
                  <a:lnTo>
                    <a:pt x="487490" y="453038"/>
                  </a:lnTo>
                  <a:lnTo>
                    <a:pt x="497239" y="459961"/>
                  </a:lnTo>
                  <a:lnTo>
                    <a:pt x="506989" y="443738"/>
                  </a:lnTo>
                  <a:lnTo>
                    <a:pt x="516738" y="426524"/>
                  </a:lnTo>
                  <a:lnTo>
                    <a:pt x="526488" y="409046"/>
                  </a:lnTo>
                  <a:lnTo>
                    <a:pt x="536238" y="425081"/>
                  </a:lnTo>
                  <a:lnTo>
                    <a:pt x="545988" y="428748"/>
                  </a:lnTo>
                  <a:lnTo>
                    <a:pt x="555738" y="405088"/>
                  </a:lnTo>
                  <a:lnTo>
                    <a:pt x="565488" y="401927"/>
                  </a:lnTo>
                  <a:lnTo>
                    <a:pt x="575238" y="384486"/>
                  </a:lnTo>
                  <a:lnTo>
                    <a:pt x="584988" y="367324"/>
                  </a:lnTo>
                  <a:lnTo>
                    <a:pt x="594738" y="356339"/>
                  </a:lnTo>
                  <a:lnTo>
                    <a:pt x="604488" y="358805"/>
                  </a:lnTo>
                  <a:lnTo>
                    <a:pt x="614237" y="367829"/>
                  </a:lnTo>
                  <a:lnTo>
                    <a:pt x="623987" y="419996"/>
                  </a:lnTo>
                  <a:lnTo>
                    <a:pt x="633736" y="436087"/>
                  </a:lnTo>
                  <a:lnTo>
                    <a:pt x="643486" y="423934"/>
                  </a:lnTo>
                  <a:lnTo>
                    <a:pt x="653236" y="444858"/>
                  </a:lnTo>
                  <a:lnTo>
                    <a:pt x="662985" y="455627"/>
                  </a:lnTo>
                  <a:lnTo>
                    <a:pt x="672735" y="458617"/>
                  </a:lnTo>
                  <a:lnTo>
                    <a:pt x="682485" y="487441"/>
                  </a:lnTo>
                  <a:lnTo>
                    <a:pt x="692235" y="448443"/>
                  </a:lnTo>
                  <a:lnTo>
                    <a:pt x="701985" y="476392"/>
                  </a:lnTo>
                  <a:lnTo>
                    <a:pt x="711735" y="467931"/>
                  </a:lnTo>
                  <a:lnTo>
                    <a:pt x="721485" y="482845"/>
                  </a:lnTo>
                  <a:lnTo>
                    <a:pt x="731235" y="478886"/>
                  </a:lnTo>
                  <a:lnTo>
                    <a:pt x="740985" y="478908"/>
                  </a:lnTo>
                  <a:lnTo>
                    <a:pt x="750734" y="469906"/>
                  </a:lnTo>
                  <a:lnTo>
                    <a:pt x="760484" y="460209"/>
                  </a:lnTo>
                  <a:lnTo>
                    <a:pt x="770233" y="467099"/>
                  </a:lnTo>
                  <a:lnTo>
                    <a:pt x="779983" y="446144"/>
                  </a:lnTo>
                  <a:lnTo>
                    <a:pt x="789733" y="391055"/>
                  </a:lnTo>
                  <a:lnTo>
                    <a:pt x="799482" y="382333"/>
                  </a:lnTo>
                  <a:lnTo>
                    <a:pt x="809232" y="370089"/>
                  </a:lnTo>
                  <a:lnTo>
                    <a:pt x="818982" y="393165"/>
                  </a:lnTo>
                  <a:lnTo>
                    <a:pt x="828732" y="392028"/>
                  </a:lnTo>
                  <a:lnTo>
                    <a:pt x="838482" y="390943"/>
                  </a:lnTo>
                  <a:lnTo>
                    <a:pt x="848232" y="384306"/>
                  </a:lnTo>
                  <a:lnTo>
                    <a:pt x="857982" y="363620"/>
                  </a:lnTo>
                  <a:lnTo>
                    <a:pt x="867732" y="363851"/>
                  </a:lnTo>
                  <a:lnTo>
                    <a:pt x="877482" y="330246"/>
                  </a:lnTo>
                  <a:lnTo>
                    <a:pt x="887231" y="346570"/>
                  </a:lnTo>
                  <a:lnTo>
                    <a:pt x="896981" y="352587"/>
                  </a:lnTo>
                  <a:lnTo>
                    <a:pt x="906730" y="357456"/>
                  </a:lnTo>
                  <a:lnTo>
                    <a:pt x="916480" y="310399"/>
                  </a:lnTo>
                  <a:lnTo>
                    <a:pt x="926230" y="292649"/>
                  </a:lnTo>
                  <a:lnTo>
                    <a:pt x="935979" y="283221"/>
                  </a:lnTo>
                  <a:lnTo>
                    <a:pt x="945729" y="295433"/>
                  </a:lnTo>
                  <a:lnTo>
                    <a:pt x="955479" y="220073"/>
                  </a:lnTo>
                  <a:lnTo>
                    <a:pt x="965229" y="201960"/>
                  </a:lnTo>
                  <a:lnTo>
                    <a:pt x="974979" y="223003"/>
                  </a:lnTo>
                  <a:lnTo>
                    <a:pt x="984729" y="220630"/>
                  </a:lnTo>
                  <a:lnTo>
                    <a:pt x="994474" y="208669"/>
                  </a:lnTo>
                  <a:lnTo>
                    <a:pt x="1004233" y="198350"/>
                  </a:lnTo>
                  <a:lnTo>
                    <a:pt x="1013977" y="198986"/>
                  </a:lnTo>
                  <a:lnTo>
                    <a:pt x="1023721" y="174361"/>
                  </a:lnTo>
                  <a:lnTo>
                    <a:pt x="1033480" y="195636"/>
                  </a:lnTo>
                  <a:lnTo>
                    <a:pt x="1043224" y="187465"/>
                  </a:lnTo>
                  <a:lnTo>
                    <a:pt x="1052983" y="151249"/>
                  </a:lnTo>
                  <a:lnTo>
                    <a:pt x="1062727" y="136238"/>
                  </a:lnTo>
                  <a:lnTo>
                    <a:pt x="1072471" y="140463"/>
                  </a:lnTo>
                  <a:lnTo>
                    <a:pt x="1082230" y="128604"/>
                  </a:lnTo>
                  <a:lnTo>
                    <a:pt x="1091973" y="108176"/>
                  </a:lnTo>
                  <a:lnTo>
                    <a:pt x="1101732" y="124305"/>
                  </a:lnTo>
                  <a:lnTo>
                    <a:pt x="1111476" y="145736"/>
                  </a:lnTo>
                  <a:lnTo>
                    <a:pt x="1121220" y="131606"/>
                  </a:lnTo>
                  <a:lnTo>
                    <a:pt x="1130979" y="138820"/>
                  </a:lnTo>
                  <a:lnTo>
                    <a:pt x="1140723" y="106416"/>
                  </a:lnTo>
                  <a:lnTo>
                    <a:pt x="1150482" y="111422"/>
                  </a:lnTo>
                  <a:lnTo>
                    <a:pt x="1160226" y="77581"/>
                  </a:lnTo>
                  <a:lnTo>
                    <a:pt x="1169969" y="59387"/>
                  </a:lnTo>
                  <a:lnTo>
                    <a:pt x="1179728" y="26768"/>
                  </a:lnTo>
                  <a:lnTo>
                    <a:pt x="1189472" y="55931"/>
                  </a:lnTo>
                  <a:lnTo>
                    <a:pt x="1199231" y="72394"/>
                  </a:lnTo>
                  <a:lnTo>
                    <a:pt x="1208975" y="125223"/>
                  </a:lnTo>
                  <a:lnTo>
                    <a:pt x="1218719" y="130940"/>
                  </a:lnTo>
                  <a:lnTo>
                    <a:pt x="1228478" y="143957"/>
                  </a:lnTo>
                  <a:lnTo>
                    <a:pt x="1238222" y="184528"/>
                  </a:lnTo>
                  <a:lnTo>
                    <a:pt x="1247966" y="171770"/>
                  </a:lnTo>
                  <a:lnTo>
                    <a:pt x="1257725" y="181487"/>
                  </a:lnTo>
                  <a:lnTo>
                    <a:pt x="1267469" y="192833"/>
                  </a:lnTo>
                  <a:lnTo>
                    <a:pt x="1277227" y="210731"/>
                  </a:lnTo>
                  <a:lnTo>
                    <a:pt x="1286971" y="205724"/>
                  </a:lnTo>
                  <a:lnTo>
                    <a:pt x="1296715" y="221405"/>
                  </a:lnTo>
                  <a:lnTo>
                    <a:pt x="1306474" y="230225"/>
                  </a:lnTo>
                  <a:lnTo>
                    <a:pt x="1316218" y="214359"/>
                  </a:lnTo>
                  <a:lnTo>
                    <a:pt x="1325977" y="215193"/>
                  </a:lnTo>
                  <a:lnTo>
                    <a:pt x="1335721" y="239138"/>
                  </a:lnTo>
                  <a:lnTo>
                    <a:pt x="1345465" y="230337"/>
                  </a:lnTo>
                  <a:lnTo>
                    <a:pt x="1355224" y="215627"/>
                  </a:lnTo>
                  <a:lnTo>
                    <a:pt x="1364967" y="184466"/>
                  </a:lnTo>
                  <a:lnTo>
                    <a:pt x="1374726" y="182395"/>
                  </a:lnTo>
                  <a:lnTo>
                    <a:pt x="1384470" y="167062"/>
                  </a:lnTo>
                  <a:lnTo>
                    <a:pt x="1394214" y="159815"/>
                  </a:lnTo>
                  <a:lnTo>
                    <a:pt x="1403973" y="158118"/>
                  </a:lnTo>
                  <a:lnTo>
                    <a:pt x="1413717" y="137525"/>
                  </a:lnTo>
                  <a:lnTo>
                    <a:pt x="1423476" y="109674"/>
                  </a:lnTo>
                  <a:lnTo>
                    <a:pt x="1433220" y="85097"/>
                  </a:lnTo>
                  <a:lnTo>
                    <a:pt x="1442964" y="78591"/>
                  </a:lnTo>
                  <a:lnTo>
                    <a:pt x="1452722" y="59340"/>
                  </a:lnTo>
                  <a:lnTo>
                    <a:pt x="1462466" y="76193"/>
                  </a:lnTo>
                  <a:lnTo>
                    <a:pt x="1472225" y="125797"/>
                  </a:lnTo>
                  <a:lnTo>
                    <a:pt x="1481969" y="122270"/>
                  </a:lnTo>
                  <a:lnTo>
                    <a:pt x="1491713" y="158744"/>
                  </a:lnTo>
                  <a:lnTo>
                    <a:pt x="1501472" y="152919"/>
                  </a:lnTo>
                  <a:lnTo>
                    <a:pt x="1511216" y="124146"/>
                  </a:lnTo>
                  <a:lnTo>
                    <a:pt x="1520960" y="118416"/>
                  </a:lnTo>
                  <a:lnTo>
                    <a:pt x="1530719" y="137261"/>
                  </a:lnTo>
                  <a:lnTo>
                    <a:pt x="1540463" y="124922"/>
                  </a:lnTo>
                  <a:lnTo>
                    <a:pt x="1550221" y="110704"/>
                  </a:lnTo>
                  <a:lnTo>
                    <a:pt x="1559965" y="115568"/>
                  </a:lnTo>
                  <a:lnTo>
                    <a:pt x="1569709" y="87868"/>
                  </a:lnTo>
                  <a:lnTo>
                    <a:pt x="1579468" y="72861"/>
                  </a:lnTo>
                  <a:lnTo>
                    <a:pt x="1589212" y="101079"/>
                  </a:lnTo>
                  <a:lnTo>
                    <a:pt x="1598971" y="49386"/>
                  </a:lnTo>
                  <a:lnTo>
                    <a:pt x="1608715" y="54654"/>
                  </a:lnTo>
                  <a:lnTo>
                    <a:pt x="1618459" y="66807"/>
                  </a:lnTo>
                  <a:lnTo>
                    <a:pt x="1628218" y="49736"/>
                  </a:lnTo>
                  <a:lnTo>
                    <a:pt x="1637962" y="40096"/>
                  </a:lnTo>
                  <a:lnTo>
                    <a:pt x="1647720" y="47133"/>
                  </a:lnTo>
                  <a:lnTo>
                    <a:pt x="1657464" y="14903"/>
                  </a:lnTo>
                  <a:lnTo>
                    <a:pt x="1667208" y="0"/>
                  </a:lnTo>
                  <a:lnTo>
                    <a:pt x="1676967" y="35828"/>
                  </a:lnTo>
                  <a:lnTo>
                    <a:pt x="1686711" y="33232"/>
                  </a:lnTo>
                  <a:lnTo>
                    <a:pt x="1696470" y="62217"/>
                  </a:lnTo>
                  <a:lnTo>
                    <a:pt x="1706214" y="57029"/>
                  </a:lnTo>
                  <a:lnTo>
                    <a:pt x="1715958" y="54760"/>
                  </a:lnTo>
                  <a:lnTo>
                    <a:pt x="1725716" y="40445"/>
                  </a:lnTo>
                  <a:lnTo>
                    <a:pt x="1735460" y="44120"/>
                  </a:lnTo>
                  <a:lnTo>
                    <a:pt x="1745219" y="14549"/>
                  </a:lnTo>
                  <a:lnTo>
                    <a:pt x="1754963" y="17076"/>
                  </a:lnTo>
                  <a:lnTo>
                    <a:pt x="1764707" y="45740"/>
                  </a:lnTo>
                  <a:lnTo>
                    <a:pt x="1774466" y="74681"/>
                  </a:lnTo>
                  <a:lnTo>
                    <a:pt x="1784210" y="79409"/>
                  </a:lnTo>
                  <a:lnTo>
                    <a:pt x="1793969" y="73751"/>
                  </a:lnTo>
                  <a:lnTo>
                    <a:pt x="1803713" y="89753"/>
                  </a:lnTo>
                  <a:lnTo>
                    <a:pt x="1813457" y="89386"/>
                  </a:lnTo>
                  <a:lnTo>
                    <a:pt x="1823215" y="123510"/>
                  </a:lnTo>
                  <a:lnTo>
                    <a:pt x="1832959" y="111763"/>
                  </a:lnTo>
                  <a:lnTo>
                    <a:pt x="1842703" y="145563"/>
                  </a:lnTo>
                  <a:lnTo>
                    <a:pt x="1852462" y="138842"/>
                  </a:lnTo>
                  <a:lnTo>
                    <a:pt x="1862206" y="169924"/>
                  </a:lnTo>
                  <a:lnTo>
                    <a:pt x="1871965" y="148754"/>
                  </a:lnTo>
                  <a:lnTo>
                    <a:pt x="1881709" y="188506"/>
                  </a:lnTo>
                  <a:lnTo>
                    <a:pt x="1891453" y="181930"/>
                  </a:lnTo>
                  <a:lnTo>
                    <a:pt x="1901212" y="214746"/>
                  </a:lnTo>
                  <a:lnTo>
                    <a:pt x="1910956" y="232935"/>
                  </a:lnTo>
                  <a:lnTo>
                    <a:pt x="1920714" y="218724"/>
                  </a:lnTo>
                  <a:lnTo>
                    <a:pt x="1930458" y="199409"/>
                  </a:lnTo>
                  <a:lnTo>
                    <a:pt x="1940202" y="218319"/>
                  </a:lnTo>
                  <a:lnTo>
                    <a:pt x="1949961" y="243496"/>
                  </a:lnTo>
                  <a:lnTo>
                    <a:pt x="1959705" y="254756"/>
                  </a:lnTo>
                  <a:lnTo>
                    <a:pt x="1969464" y="287130"/>
                  </a:lnTo>
                  <a:lnTo>
                    <a:pt x="1979208" y="277868"/>
                  </a:lnTo>
                  <a:lnTo>
                    <a:pt x="1988952" y="320312"/>
                  </a:lnTo>
                  <a:lnTo>
                    <a:pt x="1998711" y="301445"/>
                  </a:lnTo>
                  <a:lnTo>
                    <a:pt x="2008454" y="295124"/>
                  </a:lnTo>
                  <a:lnTo>
                    <a:pt x="2018213" y="344113"/>
                  </a:lnTo>
                  <a:lnTo>
                    <a:pt x="2027957" y="341963"/>
                  </a:lnTo>
                  <a:lnTo>
                    <a:pt x="2037701" y="358730"/>
                  </a:lnTo>
                  <a:lnTo>
                    <a:pt x="2047460" y="354106"/>
                  </a:lnTo>
                  <a:lnTo>
                    <a:pt x="2057204" y="390231"/>
                  </a:lnTo>
                  <a:lnTo>
                    <a:pt x="2066963" y="392895"/>
                  </a:lnTo>
                  <a:lnTo>
                    <a:pt x="2076707" y="372093"/>
                  </a:lnTo>
                  <a:lnTo>
                    <a:pt x="2086451" y="348477"/>
                  </a:lnTo>
                  <a:lnTo>
                    <a:pt x="2096210" y="343205"/>
                  </a:lnTo>
                  <a:lnTo>
                    <a:pt x="2105954" y="368371"/>
                  </a:lnTo>
                  <a:lnTo>
                    <a:pt x="2115697" y="306196"/>
                  </a:lnTo>
                  <a:lnTo>
                    <a:pt x="2125456" y="293379"/>
                  </a:lnTo>
                  <a:lnTo>
                    <a:pt x="2135200" y="293100"/>
                  </a:lnTo>
                  <a:lnTo>
                    <a:pt x="2144959" y="321796"/>
                  </a:lnTo>
                  <a:lnTo>
                    <a:pt x="2154703" y="315683"/>
                  </a:lnTo>
                  <a:lnTo>
                    <a:pt x="2164447" y="316496"/>
                  </a:lnTo>
                  <a:lnTo>
                    <a:pt x="2174206" y="294846"/>
                  </a:lnTo>
                  <a:lnTo>
                    <a:pt x="2183950" y="279536"/>
                  </a:lnTo>
                  <a:lnTo>
                    <a:pt x="2193709" y="283744"/>
                  </a:lnTo>
                  <a:lnTo>
                    <a:pt x="2203452" y="286981"/>
                  </a:lnTo>
                  <a:lnTo>
                    <a:pt x="2213196" y="277133"/>
                  </a:lnTo>
                  <a:lnTo>
                    <a:pt x="2222955" y="309154"/>
                  </a:lnTo>
                  <a:lnTo>
                    <a:pt x="2232699" y="328798"/>
                  </a:lnTo>
                  <a:lnTo>
                    <a:pt x="2242458" y="316586"/>
                  </a:lnTo>
                  <a:lnTo>
                    <a:pt x="2252202" y="302302"/>
                  </a:lnTo>
                  <a:lnTo>
                    <a:pt x="2261946" y="295189"/>
                  </a:lnTo>
                  <a:lnTo>
                    <a:pt x="2271705" y="286071"/>
                  </a:lnTo>
                  <a:lnTo>
                    <a:pt x="2281449" y="283148"/>
                  </a:lnTo>
                  <a:lnTo>
                    <a:pt x="2291208" y="239704"/>
                  </a:lnTo>
                  <a:lnTo>
                    <a:pt x="2300951" y="267809"/>
                  </a:lnTo>
                  <a:lnTo>
                    <a:pt x="2310695" y="276352"/>
                  </a:lnTo>
                  <a:lnTo>
                    <a:pt x="2320454" y="245525"/>
                  </a:lnTo>
                  <a:lnTo>
                    <a:pt x="2330198" y="259408"/>
                  </a:lnTo>
                  <a:lnTo>
                    <a:pt x="2339957" y="256540"/>
                  </a:lnTo>
                  <a:lnTo>
                    <a:pt x="2349701" y="281221"/>
                  </a:lnTo>
                  <a:lnTo>
                    <a:pt x="2359445" y="289259"/>
                  </a:lnTo>
                  <a:lnTo>
                    <a:pt x="2369204" y="302385"/>
                  </a:lnTo>
                  <a:lnTo>
                    <a:pt x="2378948" y="306432"/>
                  </a:lnTo>
                  <a:lnTo>
                    <a:pt x="2388692" y="318147"/>
                  </a:lnTo>
                  <a:lnTo>
                    <a:pt x="2398450" y="323068"/>
                  </a:lnTo>
                  <a:lnTo>
                    <a:pt x="2408194" y="308878"/>
                  </a:lnTo>
                  <a:lnTo>
                    <a:pt x="2417953" y="354934"/>
                  </a:lnTo>
                  <a:lnTo>
                    <a:pt x="2427697" y="361236"/>
                  </a:lnTo>
                  <a:lnTo>
                    <a:pt x="2437441" y="336757"/>
                  </a:lnTo>
                  <a:lnTo>
                    <a:pt x="2447200" y="324822"/>
                  </a:lnTo>
                  <a:lnTo>
                    <a:pt x="2456944" y="304277"/>
                  </a:lnTo>
                  <a:lnTo>
                    <a:pt x="2466703" y="311989"/>
                  </a:lnTo>
                  <a:lnTo>
                    <a:pt x="2476446" y="296092"/>
                  </a:lnTo>
                  <a:lnTo>
                    <a:pt x="2486190" y="303178"/>
                  </a:lnTo>
                  <a:lnTo>
                    <a:pt x="2495949" y="289005"/>
                  </a:lnTo>
                  <a:lnTo>
                    <a:pt x="2505693" y="310733"/>
                  </a:lnTo>
                  <a:lnTo>
                    <a:pt x="2515452" y="343834"/>
                  </a:lnTo>
                  <a:lnTo>
                    <a:pt x="2525196" y="327265"/>
                  </a:lnTo>
                  <a:lnTo>
                    <a:pt x="2534940" y="321189"/>
                  </a:lnTo>
                  <a:lnTo>
                    <a:pt x="2544699" y="296908"/>
                  </a:lnTo>
                  <a:lnTo>
                    <a:pt x="2554443" y="331607"/>
                  </a:lnTo>
                  <a:lnTo>
                    <a:pt x="2564202" y="308483"/>
                  </a:lnTo>
                  <a:lnTo>
                    <a:pt x="2573946" y="293583"/>
                  </a:lnTo>
                  <a:lnTo>
                    <a:pt x="2583690" y="283353"/>
                  </a:lnTo>
                  <a:lnTo>
                    <a:pt x="2593448" y="264202"/>
                  </a:lnTo>
                  <a:lnTo>
                    <a:pt x="2603192" y="229425"/>
                  </a:lnTo>
                  <a:lnTo>
                    <a:pt x="2612951" y="211244"/>
                  </a:lnTo>
                  <a:lnTo>
                    <a:pt x="2622695" y="211563"/>
                  </a:lnTo>
                  <a:lnTo>
                    <a:pt x="2632439" y="218918"/>
                  </a:lnTo>
                  <a:lnTo>
                    <a:pt x="2642198" y="214595"/>
                  </a:lnTo>
                  <a:lnTo>
                    <a:pt x="2651942" y="233451"/>
                  </a:lnTo>
                  <a:lnTo>
                    <a:pt x="2661685" y="251343"/>
                  </a:lnTo>
                  <a:lnTo>
                    <a:pt x="2671444" y="252737"/>
                  </a:lnTo>
                  <a:lnTo>
                    <a:pt x="2681188" y="249309"/>
                  </a:lnTo>
                  <a:lnTo>
                    <a:pt x="2690947" y="241091"/>
                  </a:lnTo>
                  <a:lnTo>
                    <a:pt x="2700691" y="256276"/>
                  </a:lnTo>
                  <a:lnTo>
                    <a:pt x="2710435" y="220222"/>
                  </a:lnTo>
                  <a:lnTo>
                    <a:pt x="2720194" y="209356"/>
                  </a:lnTo>
                  <a:lnTo>
                    <a:pt x="2729938" y="171593"/>
                  </a:lnTo>
                  <a:lnTo>
                    <a:pt x="2739697" y="119646"/>
                  </a:lnTo>
                  <a:lnTo>
                    <a:pt x="2749441" y="147698"/>
                  </a:lnTo>
                  <a:lnTo>
                    <a:pt x="2759185" y="150223"/>
                  </a:lnTo>
                  <a:lnTo>
                    <a:pt x="2768943" y="183833"/>
                  </a:lnTo>
                  <a:lnTo>
                    <a:pt x="2778687" y="171389"/>
                  </a:lnTo>
                  <a:lnTo>
                    <a:pt x="2788446" y="158171"/>
                  </a:lnTo>
                  <a:lnTo>
                    <a:pt x="2798190" y="186507"/>
                  </a:lnTo>
                  <a:lnTo>
                    <a:pt x="2807934" y="193608"/>
                  </a:lnTo>
                  <a:lnTo>
                    <a:pt x="2817693" y="185805"/>
                  </a:lnTo>
                  <a:lnTo>
                    <a:pt x="2827437" y="186926"/>
                  </a:lnTo>
                  <a:lnTo>
                    <a:pt x="2837196" y="205387"/>
                  </a:lnTo>
                  <a:lnTo>
                    <a:pt x="2846940" y="205855"/>
                  </a:lnTo>
                  <a:lnTo>
                    <a:pt x="2856684" y="236633"/>
                  </a:lnTo>
                  <a:lnTo>
                    <a:pt x="2866442" y="232655"/>
                  </a:lnTo>
                  <a:lnTo>
                    <a:pt x="2876186" y="240998"/>
                  </a:lnTo>
                  <a:lnTo>
                    <a:pt x="2885945" y="204496"/>
                  </a:lnTo>
                  <a:lnTo>
                    <a:pt x="2895689" y="228026"/>
                  </a:lnTo>
                  <a:lnTo>
                    <a:pt x="2905433" y="236721"/>
                  </a:lnTo>
                  <a:lnTo>
                    <a:pt x="2915192" y="20503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4" name="Freeform 1173">
              <a:extLst>
                <a:ext uri="{FF2B5EF4-FFF2-40B4-BE49-F238E27FC236}">
                  <a16:creationId xmlns:a16="http://schemas.microsoft.com/office/drawing/2014/main" id="{D59F346B-6193-1148-0125-57C5BA5660E7}"/>
                </a:ext>
              </a:extLst>
            </p:cNvPr>
            <p:cNvSpPr/>
            <p:nvPr/>
          </p:nvSpPr>
          <p:spPr>
            <a:xfrm>
              <a:off x="4426652" y="3634260"/>
              <a:ext cx="2915191" cy="422368"/>
            </a:xfrm>
            <a:custGeom>
              <a:avLst/>
              <a:gdLst>
                <a:gd name="connsiteX0" fmla="*/ 0 w 2915191"/>
                <a:gd name="connsiteY0" fmla="*/ 280685 h 422368"/>
                <a:gd name="connsiteX1" fmla="*/ 9750 w 2915191"/>
                <a:gd name="connsiteY1" fmla="*/ 230332 h 422368"/>
                <a:gd name="connsiteX2" fmla="*/ 19500 w 2915191"/>
                <a:gd name="connsiteY2" fmla="*/ 249191 h 422368"/>
                <a:gd name="connsiteX3" fmla="*/ 29250 w 2915191"/>
                <a:gd name="connsiteY3" fmla="*/ 193268 h 422368"/>
                <a:gd name="connsiteX4" fmla="*/ 39000 w 2915191"/>
                <a:gd name="connsiteY4" fmla="*/ 161144 h 422368"/>
                <a:gd name="connsiteX5" fmla="*/ 48749 w 2915191"/>
                <a:gd name="connsiteY5" fmla="*/ 190665 h 422368"/>
                <a:gd name="connsiteX6" fmla="*/ 58499 w 2915191"/>
                <a:gd name="connsiteY6" fmla="*/ 190841 h 422368"/>
                <a:gd name="connsiteX7" fmla="*/ 68249 w 2915191"/>
                <a:gd name="connsiteY7" fmla="*/ 170806 h 422368"/>
                <a:gd name="connsiteX8" fmla="*/ 77998 w 2915191"/>
                <a:gd name="connsiteY8" fmla="*/ 177034 h 422368"/>
                <a:gd name="connsiteX9" fmla="*/ 87748 w 2915191"/>
                <a:gd name="connsiteY9" fmla="*/ 192407 h 422368"/>
                <a:gd name="connsiteX10" fmla="*/ 97497 w 2915191"/>
                <a:gd name="connsiteY10" fmla="*/ 173762 h 422368"/>
                <a:gd name="connsiteX11" fmla="*/ 107247 w 2915191"/>
                <a:gd name="connsiteY11" fmla="*/ 141816 h 422368"/>
                <a:gd name="connsiteX12" fmla="*/ 116997 w 2915191"/>
                <a:gd name="connsiteY12" fmla="*/ 147586 h 422368"/>
                <a:gd name="connsiteX13" fmla="*/ 126747 w 2915191"/>
                <a:gd name="connsiteY13" fmla="*/ 172413 h 422368"/>
                <a:gd name="connsiteX14" fmla="*/ 136497 w 2915191"/>
                <a:gd name="connsiteY14" fmla="*/ 174780 h 422368"/>
                <a:gd name="connsiteX15" fmla="*/ 146247 w 2915191"/>
                <a:gd name="connsiteY15" fmla="*/ 209593 h 422368"/>
                <a:gd name="connsiteX16" fmla="*/ 155997 w 2915191"/>
                <a:gd name="connsiteY16" fmla="*/ 199566 h 422368"/>
                <a:gd name="connsiteX17" fmla="*/ 165747 w 2915191"/>
                <a:gd name="connsiteY17" fmla="*/ 203277 h 422368"/>
                <a:gd name="connsiteX18" fmla="*/ 175497 w 2915191"/>
                <a:gd name="connsiteY18" fmla="*/ 198985 h 422368"/>
                <a:gd name="connsiteX19" fmla="*/ 185247 w 2915191"/>
                <a:gd name="connsiteY19" fmla="*/ 233516 h 422368"/>
                <a:gd name="connsiteX20" fmla="*/ 194996 w 2915191"/>
                <a:gd name="connsiteY20" fmla="*/ 217302 h 422368"/>
                <a:gd name="connsiteX21" fmla="*/ 204746 w 2915191"/>
                <a:gd name="connsiteY21" fmla="*/ 229216 h 422368"/>
                <a:gd name="connsiteX22" fmla="*/ 214495 w 2915191"/>
                <a:gd name="connsiteY22" fmla="*/ 209687 h 422368"/>
                <a:gd name="connsiteX23" fmla="*/ 224245 w 2915191"/>
                <a:gd name="connsiteY23" fmla="*/ 214974 h 422368"/>
                <a:gd name="connsiteX24" fmla="*/ 233995 w 2915191"/>
                <a:gd name="connsiteY24" fmla="*/ 222963 h 422368"/>
                <a:gd name="connsiteX25" fmla="*/ 243744 w 2915191"/>
                <a:gd name="connsiteY25" fmla="*/ 233100 h 422368"/>
                <a:gd name="connsiteX26" fmla="*/ 253494 w 2915191"/>
                <a:gd name="connsiteY26" fmla="*/ 269605 h 422368"/>
                <a:gd name="connsiteX27" fmla="*/ 263244 w 2915191"/>
                <a:gd name="connsiteY27" fmla="*/ 264317 h 422368"/>
                <a:gd name="connsiteX28" fmla="*/ 272994 w 2915191"/>
                <a:gd name="connsiteY28" fmla="*/ 255847 h 422368"/>
                <a:gd name="connsiteX29" fmla="*/ 282744 w 2915191"/>
                <a:gd name="connsiteY29" fmla="*/ 283818 h 422368"/>
                <a:gd name="connsiteX30" fmla="*/ 292494 w 2915191"/>
                <a:gd name="connsiteY30" fmla="*/ 297752 h 422368"/>
                <a:gd name="connsiteX31" fmla="*/ 302244 w 2915191"/>
                <a:gd name="connsiteY31" fmla="*/ 283529 h 422368"/>
                <a:gd name="connsiteX32" fmla="*/ 311994 w 2915191"/>
                <a:gd name="connsiteY32" fmla="*/ 321165 h 422368"/>
                <a:gd name="connsiteX33" fmla="*/ 321744 w 2915191"/>
                <a:gd name="connsiteY33" fmla="*/ 328976 h 422368"/>
                <a:gd name="connsiteX34" fmla="*/ 331493 w 2915191"/>
                <a:gd name="connsiteY34" fmla="*/ 347446 h 422368"/>
                <a:gd name="connsiteX35" fmla="*/ 341243 w 2915191"/>
                <a:gd name="connsiteY35" fmla="*/ 365476 h 422368"/>
                <a:gd name="connsiteX36" fmla="*/ 350993 w 2915191"/>
                <a:gd name="connsiteY36" fmla="*/ 346090 h 422368"/>
                <a:gd name="connsiteX37" fmla="*/ 360742 w 2915191"/>
                <a:gd name="connsiteY37" fmla="*/ 361957 h 422368"/>
                <a:gd name="connsiteX38" fmla="*/ 370492 w 2915191"/>
                <a:gd name="connsiteY38" fmla="*/ 370404 h 422368"/>
                <a:gd name="connsiteX39" fmla="*/ 380241 w 2915191"/>
                <a:gd name="connsiteY39" fmla="*/ 376955 h 422368"/>
                <a:gd name="connsiteX40" fmla="*/ 389991 w 2915191"/>
                <a:gd name="connsiteY40" fmla="*/ 397561 h 422368"/>
                <a:gd name="connsiteX41" fmla="*/ 399741 w 2915191"/>
                <a:gd name="connsiteY41" fmla="*/ 373331 h 422368"/>
                <a:gd name="connsiteX42" fmla="*/ 409491 w 2915191"/>
                <a:gd name="connsiteY42" fmla="*/ 360986 h 422368"/>
                <a:gd name="connsiteX43" fmla="*/ 419241 w 2915191"/>
                <a:gd name="connsiteY43" fmla="*/ 337606 h 422368"/>
                <a:gd name="connsiteX44" fmla="*/ 428991 w 2915191"/>
                <a:gd name="connsiteY44" fmla="*/ 314106 h 422368"/>
                <a:gd name="connsiteX45" fmla="*/ 438741 w 2915191"/>
                <a:gd name="connsiteY45" fmla="*/ 337311 h 422368"/>
                <a:gd name="connsiteX46" fmla="*/ 448491 w 2915191"/>
                <a:gd name="connsiteY46" fmla="*/ 324932 h 422368"/>
                <a:gd name="connsiteX47" fmla="*/ 458241 w 2915191"/>
                <a:gd name="connsiteY47" fmla="*/ 320325 h 422368"/>
                <a:gd name="connsiteX48" fmla="*/ 467991 w 2915191"/>
                <a:gd name="connsiteY48" fmla="*/ 303457 h 422368"/>
                <a:gd name="connsiteX49" fmla="*/ 477740 w 2915191"/>
                <a:gd name="connsiteY49" fmla="*/ 307881 h 422368"/>
                <a:gd name="connsiteX50" fmla="*/ 487490 w 2915191"/>
                <a:gd name="connsiteY50" fmla="*/ 311635 h 422368"/>
                <a:gd name="connsiteX51" fmla="*/ 497239 w 2915191"/>
                <a:gd name="connsiteY51" fmla="*/ 284806 h 422368"/>
                <a:gd name="connsiteX52" fmla="*/ 506989 w 2915191"/>
                <a:gd name="connsiteY52" fmla="*/ 285292 h 422368"/>
                <a:gd name="connsiteX53" fmla="*/ 516738 w 2915191"/>
                <a:gd name="connsiteY53" fmla="*/ 310340 h 422368"/>
                <a:gd name="connsiteX54" fmla="*/ 526488 w 2915191"/>
                <a:gd name="connsiteY54" fmla="*/ 301777 h 422368"/>
                <a:gd name="connsiteX55" fmla="*/ 536238 w 2915191"/>
                <a:gd name="connsiteY55" fmla="*/ 326453 h 422368"/>
                <a:gd name="connsiteX56" fmla="*/ 545988 w 2915191"/>
                <a:gd name="connsiteY56" fmla="*/ 317992 h 422368"/>
                <a:gd name="connsiteX57" fmla="*/ 555738 w 2915191"/>
                <a:gd name="connsiteY57" fmla="*/ 331845 h 422368"/>
                <a:gd name="connsiteX58" fmla="*/ 565488 w 2915191"/>
                <a:gd name="connsiteY58" fmla="*/ 320647 h 422368"/>
                <a:gd name="connsiteX59" fmla="*/ 575238 w 2915191"/>
                <a:gd name="connsiteY59" fmla="*/ 344751 h 422368"/>
                <a:gd name="connsiteX60" fmla="*/ 584988 w 2915191"/>
                <a:gd name="connsiteY60" fmla="*/ 335814 h 422368"/>
                <a:gd name="connsiteX61" fmla="*/ 594738 w 2915191"/>
                <a:gd name="connsiteY61" fmla="*/ 343992 h 422368"/>
                <a:gd name="connsiteX62" fmla="*/ 604488 w 2915191"/>
                <a:gd name="connsiteY62" fmla="*/ 318931 h 422368"/>
                <a:gd name="connsiteX63" fmla="*/ 614237 w 2915191"/>
                <a:gd name="connsiteY63" fmla="*/ 318284 h 422368"/>
                <a:gd name="connsiteX64" fmla="*/ 623987 w 2915191"/>
                <a:gd name="connsiteY64" fmla="*/ 287549 h 422368"/>
                <a:gd name="connsiteX65" fmla="*/ 633736 w 2915191"/>
                <a:gd name="connsiteY65" fmla="*/ 283224 h 422368"/>
                <a:gd name="connsiteX66" fmla="*/ 643486 w 2915191"/>
                <a:gd name="connsiteY66" fmla="*/ 252293 h 422368"/>
                <a:gd name="connsiteX67" fmla="*/ 653236 w 2915191"/>
                <a:gd name="connsiteY67" fmla="*/ 251748 h 422368"/>
                <a:gd name="connsiteX68" fmla="*/ 662985 w 2915191"/>
                <a:gd name="connsiteY68" fmla="*/ 232129 h 422368"/>
                <a:gd name="connsiteX69" fmla="*/ 672735 w 2915191"/>
                <a:gd name="connsiteY69" fmla="*/ 239889 h 422368"/>
                <a:gd name="connsiteX70" fmla="*/ 682485 w 2915191"/>
                <a:gd name="connsiteY70" fmla="*/ 232554 h 422368"/>
                <a:gd name="connsiteX71" fmla="*/ 692235 w 2915191"/>
                <a:gd name="connsiteY71" fmla="*/ 229650 h 422368"/>
                <a:gd name="connsiteX72" fmla="*/ 701985 w 2915191"/>
                <a:gd name="connsiteY72" fmla="*/ 245209 h 422368"/>
                <a:gd name="connsiteX73" fmla="*/ 711735 w 2915191"/>
                <a:gd name="connsiteY73" fmla="*/ 259779 h 422368"/>
                <a:gd name="connsiteX74" fmla="*/ 721485 w 2915191"/>
                <a:gd name="connsiteY74" fmla="*/ 252664 h 422368"/>
                <a:gd name="connsiteX75" fmla="*/ 731235 w 2915191"/>
                <a:gd name="connsiteY75" fmla="*/ 244737 h 422368"/>
                <a:gd name="connsiteX76" fmla="*/ 740985 w 2915191"/>
                <a:gd name="connsiteY76" fmla="*/ 285338 h 422368"/>
                <a:gd name="connsiteX77" fmla="*/ 750734 w 2915191"/>
                <a:gd name="connsiteY77" fmla="*/ 293407 h 422368"/>
                <a:gd name="connsiteX78" fmla="*/ 760484 w 2915191"/>
                <a:gd name="connsiteY78" fmla="*/ 282196 h 422368"/>
                <a:gd name="connsiteX79" fmla="*/ 770233 w 2915191"/>
                <a:gd name="connsiteY79" fmla="*/ 286782 h 422368"/>
                <a:gd name="connsiteX80" fmla="*/ 779983 w 2915191"/>
                <a:gd name="connsiteY80" fmla="*/ 262291 h 422368"/>
                <a:gd name="connsiteX81" fmla="*/ 789733 w 2915191"/>
                <a:gd name="connsiteY81" fmla="*/ 263122 h 422368"/>
                <a:gd name="connsiteX82" fmla="*/ 799482 w 2915191"/>
                <a:gd name="connsiteY82" fmla="*/ 253965 h 422368"/>
                <a:gd name="connsiteX83" fmla="*/ 809232 w 2915191"/>
                <a:gd name="connsiteY83" fmla="*/ 264306 h 422368"/>
                <a:gd name="connsiteX84" fmla="*/ 818982 w 2915191"/>
                <a:gd name="connsiteY84" fmla="*/ 258365 h 422368"/>
                <a:gd name="connsiteX85" fmla="*/ 828732 w 2915191"/>
                <a:gd name="connsiteY85" fmla="*/ 264898 h 422368"/>
                <a:gd name="connsiteX86" fmla="*/ 838482 w 2915191"/>
                <a:gd name="connsiteY86" fmla="*/ 305897 h 422368"/>
                <a:gd name="connsiteX87" fmla="*/ 848232 w 2915191"/>
                <a:gd name="connsiteY87" fmla="*/ 330822 h 422368"/>
                <a:gd name="connsiteX88" fmla="*/ 857982 w 2915191"/>
                <a:gd name="connsiteY88" fmla="*/ 346057 h 422368"/>
                <a:gd name="connsiteX89" fmla="*/ 867732 w 2915191"/>
                <a:gd name="connsiteY89" fmla="*/ 312160 h 422368"/>
                <a:gd name="connsiteX90" fmla="*/ 877482 w 2915191"/>
                <a:gd name="connsiteY90" fmla="*/ 297633 h 422368"/>
                <a:gd name="connsiteX91" fmla="*/ 887231 w 2915191"/>
                <a:gd name="connsiteY91" fmla="*/ 294902 h 422368"/>
                <a:gd name="connsiteX92" fmla="*/ 896981 w 2915191"/>
                <a:gd name="connsiteY92" fmla="*/ 283636 h 422368"/>
                <a:gd name="connsiteX93" fmla="*/ 906730 w 2915191"/>
                <a:gd name="connsiteY93" fmla="*/ 293359 h 422368"/>
                <a:gd name="connsiteX94" fmla="*/ 916480 w 2915191"/>
                <a:gd name="connsiteY94" fmla="*/ 287743 h 422368"/>
                <a:gd name="connsiteX95" fmla="*/ 926230 w 2915191"/>
                <a:gd name="connsiteY95" fmla="*/ 253304 h 422368"/>
                <a:gd name="connsiteX96" fmla="*/ 935979 w 2915191"/>
                <a:gd name="connsiteY96" fmla="*/ 259297 h 422368"/>
                <a:gd name="connsiteX97" fmla="*/ 945729 w 2915191"/>
                <a:gd name="connsiteY97" fmla="*/ 259664 h 422368"/>
                <a:gd name="connsiteX98" fmla="*/ 955479 w 2915191"/>
                <a:gd name="connsiteY98" fmla="*/ 299943 h 422368"/>
                <a:gd name="connsiteX99" fmla="*/ 965229 w 2915191"/>
                <a:gd name="connsiteY99" fmla="*/ 300858 h 422368"/>
                <a:gd name="connsiteX100" fmla="*/ 974979 w 2915191"/>
                <a:gd name="connsiteY100" fmla="*/ 294547 h 422368"/>
                <a:gd name="connsiteX101" fmla="*/ 984729 w 2915191"/>
                <a:gd name="connsiteY101" fmla="*/ 318659 h 422368"/>
                <a:gd name="connsiteX102" fmla="*/ 994474 w 2915191"/>
                <a:gd name="connsiteY102" fmla="*/ 327910 h 422368"/>
                <a:gd name="connsiteX103" fmla="*/ 1004233 w 2915191"/>
                <a:gd name="connsiteY103" fmla="*/ 354795 h 422368"/>
                <a:gd name="connsiteX104" fmla="*/ 1013977 w 2915191"/>
                <a:gd name="connsiteY104" fmla="*/ 351483 h 422368"/>
                <a:gd name="connsiteX105" fmla="*/ 1023721 w 2915191"/>
                <a:gd name="connsiteY105" fmla="*/ 372270 h 422368"/>
                <a:gd name="connsiteX106" fmla="*/ 1033480 w 2915191"/>
                <a:gd name="connsiteY106" fmla="*/ 373647 h 422368"/>
                <a:gd name="connsiteX107" fmla="*/ 1043224 w 2915191"/>
                <a:gd name="connsiteY107" fmla="*/ 361317 h 422368"/>
                <a:gd name="connsiteX108" fmla="*/ 1052983 w 2915191"/>
                <a:gd name="connsiteY108" fmla="*/ 367032 h 422368"/>
                <a:gd name="connsiteX109" fmla="*/ 1062727 w 2915191"/>
                <a:gd name="connsiteY109" fmla="*/ 379009 h 422368"/>
                <a:gd name="connsiteX110" fmla="*/ 1072471 w 2915191"/>
                <a:gd name="connsiteY110" fmla="*/ 375064 h 422368"/>
                <a:gd name="connsiteX111" fmla="*/ 1082230 w 2915191"/>
                <a:gd name="connsiteY111" fmla="*/ 366581 h 422368"/>
                <a:gd name="connsiteX112" fmla="*/ 1091973 w 2915191"/>
                <a:gd name="connsiteY112" fmla="*/ 377588 h 422368"/>
                <a:gd name="connsiteX113" fmla="*/ 1101732 w 2915191"/>
                <a:gd name="connsiteY113" fmla="*/ 355584 h 422368"/>
                <a:gd name="connsiteX114" fmla="*/ 1111476 w 2915191"/>
                <a:gd name="connsiteY114" fmla="*/ 356753 h 422368"/>
                <a:gd name="connsiteX115" fmla="*/ 1121220 w 2915191"/>
                <a:gd name="connsiteY115" fmla="*/ 391095 h 422368"/>
                <a:gd name="connsiteX116" fmla="*/ 1130979 w 2915191"/>
                <a:gd name="connsiteY116" fmla="*/ 403521 h 422368"/>
                <a:gd name="connsiteX117" fmla="*/ 1140723 w 2915191"/>
                <a:gd name="connsiteY117" fmla="*/ 394328 h 422368"/>
                <a:gd name="connsiteX118" fmla="*/ 1150482 w 2915191"/>
                <a:gd name="connsiteY118" fmla="*/ 366892 h 422368"/>
                <a:gd name="connsiteX119" fmla="*/ 1160226 w 2915191"/>
                <a:gd name="connsiteY119" fmla="*/ 355609 h 422368"/>
                <a:gd name="connsiteX120" fmla="*/ 1169969 w 2915191"/>
                <a:gd name="connsiteY120" fmla="*/ 336452 h 422368"/>
                <a:gd name="connsiteX121" fmla="*/ 1179728 w 2915191"/>
                <a:gd name="connsiteY121" fmla="*/ 329078 h 422368"/>
                <a:gd name="connsiteX122" fmla="*/ 1189472 w 2915191"/>
                <a:gd name="connsiteY122" fmla="*/ 311444 h 422368"/>
                <a:gd name="connsiteX123" fmla="*/ 1199231 w 2915191"/>
                <a:gd name="connsiteY123" fmla="*/ 332849 h 422368"/>
                <a:gd name="connsiteX124" fmla="*/ 1208975 w 2915191"/>
                <a:gd name="connsiteY124" fmla="*/ 307741 h 422368"/>
                <a:gd name="connsiteX125" fmla="*/ 1218719 w 2915191"/>
                <a:gd name="connsiteY125" fmla="*/ 291780 h 422368"/>
                <a:gd name="connsiteX126" fmla="*/ 1228478 w 2915191"/>
                <a:gd name="connsiteY126" fmla="*/ 312217 h 422368"/>
                <a:gd name="connsiteX127" fmla="*/ 1238222 w 2915191"/>
                <a:gd name="connsiteY127" fmla="*/ 298290 h 422368"/>
                <a:gd name="connsiteX128" fmla="*/ 1247966 w 2915191"/>
                <a:gd name="connsiteY128" fmla="*/ 305082 h 422368"/>
                <a:gd name="connsiteX129" fmla="*/ 1257725 w 2915191"/>
                <a:gd name="connsiteY129" fmla="*/ 305171 h 422368"/>
                <a:gd name="connsiteX130" fmla="*/ 1267469 w 2915191"/>
                <a:gd name="connsiteY130" fmla="*/ 331072 h 422368"/>
                <a:gd name="connsiteX131" fmla="*/ 1277227 w 2915191"/>
                <a:gd name="connsiteY131" fmla="*/ 344032 h 422368"/>
                <a:gd name="connsiteX132" fmla="*/ 1286971 w 2915191"/>
                <a:gd name="connsiteY132" fmla="*/ 332462 h 422368"/>
                <a:gd name="connsiteX133" fmla="*/ 1296715 w 2915191"/>
                <a:gd name="connsiteY133" fmla="*/ 306144 h 422368"/>
                <a:gd name="connsiteX134" fmla="*/ 1306474 w 2915191"/>
                <a:gd name="connsiteY134" fmla="*/ 293365 h 422368"/>
                <a:gd name="connsiteX135" fmla="*/ 1316218 w 2915191"/>
                <a:gd name="connsiteY135" fmla="*/ 247153 h 422368"/>
                <a:gd name="connsiteX136" fmla="*/ 1325977 w 2915191"/>
                <a:gd name="connsiteY136" fmla="*/ 275633 h 422368"/>
                <a:gd name="connsiteX137" fmla="*/ 1335721 w 2915191"/>
                <a:gd name="connsiteY137" fmla="*/ 280317 h 422368"/>
                <a:gd name="connsiteX138" fmla="*/ 1345465 w 2915191"/>
                <a:gd name="connsiteY138" fmla="*/ 281174 h 422368"/>
                <a:gd name="connsiteX139" fmla="*/ 1355224 w 2915191"/>
                <a:gd name="connsiteY139" fmla="*/ 296649 h 422368"/>
                <a:gd name="connsiteX140" fmla="*/ 1364967 w 2915191"/>
                <a:gd name="connsiteY140" fmla="*/ 289967 h 422368"/>
                <a:gd name="connsiteX141" fmla="*/ 1374726 w 2915191"/>
                <a:gd name="connsiteY141" fmla="*/ 309106 h 422368"/>
                <a:gd name="connsiteX142" fmla="*/ 1384470 w 2915191"/>
                <a:gd name="connsiteY142" fmla="*/ 318527 h 422368"/>
                <a:gd name="connsiteX143" fmla="*/ 1394214 w 2915191"/>
                <a:gd name="connsiteY143" fmla="*/ 312250 h 422368"/>
                <a:gd name="connsiteX144" fmla="*/ 1403973 w 2915191"/>
                <a:gd name="connsiteY144" fmla="*/ 362394 h 422368"/>
                <a:gd name="connsiteX145" fmla="*/ 1413717 w 2915191"/>
                <a:gd name="connsiteY145" fmla="*/ 368059 h 422368"/>
                <a:gd name="connsiteX146" fmla="*/ 1423476 w 2915191"/>
                <a:gd name="connsiteY146" fmla="*/ 383661 h 422368"/>
                <a:gd name="connsiteX147" fmla="*/ 1433220 w 2915191"/>
                <a:gd name="connsiteY147" fmla="*/ 338716 h 422368"/>
                <a:gd name="connsiteX148" fmla="*/ 1442964 w 2915191"/>
                <a:gd name="connsiteY148" fmla="*/ 360849 h 422368"/>
                <a:gd name="connsiteX149" fmla="*/ 1452722 w 2915191"/>
                <a:gd name="connsiteY149" fmla="*/ 384450 h 422368"/>
                <a:gd name="connsiteX150" fmla="*/ 1462466 w 2915191"/>
                <a:gd name="connsiteY150" fmla="*/ 369387 h 422368"/>
                <a:gd name="connsiteX151" fmla="*/ 1472225 w 2915191"/>
                <a:gd name="connsiteY151" fmla="*/ 352072 h 422368"/>
                <a:gd name="connsiteX152" fmla="*/ 1481969 w 2915191"/>
                <a:gd name="connsiteY152" fmla="*/ 370977 h 422368"/>
                <a:gd name="connsiteX153" fmla="*/ 1491713 w 2915191"/>
                <a:gd name="connsiteY153" fmla="*/ 345297 h 422368"/>
                <a:gd name="connsiteX154" fmla="*/ 1501472 w 2915191"/>
                <a:gd name="connsiteY154" fmla="*/ 355289 h 422368"/>
                <a:gd name="connsiteX155" fmla="*/ 1511216 w 2915191"/>
                <a:gd name="connsiteY155" fmla="*/ 356808 h 422368"/>
                <a:gd name="connsiteX156" fmla="*/ 1520960 w 2915191"/>
                <a:gd name="connsiteY156" fmla="*/ 376061 h 422368"/>
                <a:gd name="connsiteX157" fmla="*/ 1530719 w 2915191"/>
                <a:gd name="connsiteY157" fmla="*/ 422368 h 422368"/>
                <a:gd name="connsiteX158" fmla="*/ 1540463 w 2915191"/>
                <a:gd name="connsiteY158" fmla="*/ 371363 h 422368"/>
                <a:gd name="connsiteX159" fmla="*/ 1550221 w 2915191"/>
                <a:gd name="connsiteY159" fmla="*/ 324576 h 422368"/>
                <a:gd name="connsiteX160" fmla="*/ 1559965 w 2915191"/>
                <a:gd name="connsiteY160" fmla="*/ 345852 h 422368"/>
                <a:gd name="connsiteX161" fmla="*/ 1569709 w 2915191"/>
                <a:gd name="connsiteY161" fmla="*/ 377129 h 422368"/>
                <a:gd name="connsiteX162" fmla="*/ 1579468 w 2915191"/>
                <a:gd name="connsiteY162" fmla="*/ 355537 h 422368"/>
                <a:gd name="connsiteX163" fmla="*/ 1589212 w 2915191"/>
                <a:gd name="connsiteY163" fmla="*/ 350145 h 422368"/>
                <a:gd name="connsiteX164" fmla="*/ 1598971 w 2915191"/>
                <a:gd name="connsiteY164" fmla="*/ 324315 h 422368"/>
                <a:gd name="connsiteX165" fmla="*/ 1608715 w 2915191"/>
                <a:gd name="connsiteY165" fmla="*/ 275080 h 422368"/>
                <a:gd name="connsiteX166" fmla="*/ 1618459 w 2915191"/>
                <a:gd name="connsiteY166" fmla="*/ 277076 h 422368"/>
                <a:gd name="connsiteX167" fmla="*/ 1628218 w 2915191"/>
                <a:gd name="connsiteY167" fmla="*/ 237835 h 422368"/>
                <a:gd name="connsiteX168" fmla="*/ 1637962 w 2915191"/>
                <a:gd name="connsiteY168" fmla="*/ 266866 h 422368"/>
                <a:gd name="connsiteX169" fmla="*/ 1647720 w 2915191"/>
                <a:gd name="connsiteY169" fmla="*/ 226205 h 422368"/>
                <a:gd name="connsiteX170" fmla="*/ 1657464 w 2915191"/>
                <a:gd name="connsiteY170" fmla="*/ 204816 h 422368"/>
                <a:gd name="connsiteX171" fmla="*/ 1667208 w 2915191"/>
                <a:gd name="connsiteY171" fmla="*/ 193000 h 422368"/>
                <a:gd name="connsiteX172" fmla="*/ 1676967 w 2915191"/>
                <a:gd name="connsiteY172" fmla="*/ 156618 h 422368"/>
                <a:gd name="connsiteX173" fmla="*/ 1686711 w 2915191"/>
                <a:gd name="connsiteY173" fmla="*/ 165563 h 422368"/>
                <a:gd name="connsiteX174" fmla="*/ 1696470 w 2915191"/>
                <a:gd name="connsiteY174" fmla="*/ 147239 h 422368"/>
                <a:gd name="connsiteX175" fmla="*/ 1706214 w 2915191"/>
                <a:gd name="connsiteY175" fmla="*/ 163740 h 422368"/>
                <a:gd name="connsiteX176" fmla="*/ 1715958 w 2915191"/>
                <a:gd name="connsiteY176" fmla="*/ 160830 h 422368"/>
                <a:gd name="connsiteX177" fmla="*/ 1725716 w 2915191"/>
                <a:gd name="connsiteY177" fmla="*/ 165420 h 422368"/>
                <a:gd name="connsiteX178" fmla="*/ 1735460 w 2915191"/>
                <a:gd name="connsiteY178" fmla="*/ 145967 h 422368"/>
                <a:gd name="connsiteX179" fmla="*/ 1745219 w 2915191"/>
                <a:gd name="connsiteY179" fmla="*/ 133459 h 422368"/>
                <a:gd name="connsiteX180" fmla="*/ 1754963 w 2915191"/>
                <a:gd name="connsiteY180" fmla="*/ 93971 h 422368"/>
                <a:gd name="connsiteX181" fmla="*/ 1764707 w 2915191"/>
                <a:gd name="connsiteY181" fmla="*/ 84231 h 422368"/>
                <a:gd name="connsiteX182" fmla="*/ 1774466 w 2915191"/>
                <a:gd name="connsiteY182" fmla="*/ 67865 h 422368"/>
                <a:gd name="connsiteX183" fmla="*/ 1784210 w 2915191"/>
                <a:gd name="connsiteY183" fmla="*/ 96496 h 422368"/>
                <a:gd name="connsiteX184" fmla="*/ 1793969 w 2915191"/>
                <a:gd name="connsiteY184" fmla="*/ 107924 h 422368"/>
                <a:gd name="connsiteX185" fmla="*/ 1803713 w 2915191"/>
                <a:gd name="connsiteY185" fmla="*/ 122371 h 422368"/>
                <a:gd name="connsiteX186" fmla="*/ 1813457 w 2915191"/>
                <a:gd name="connsiteY186" fmla="*/ 115375 h 422368"/>
                <a:gd name="connsiteX187" fmla="*/ 1823215 w 2915191"/>
                <a:gd name="connsiteY187" fmla="*/ 125008 h 422368"/>
                <a:gd name="connsiteX188" fmla="*/ 1832959 w 2915191"/>
                <a:gd name="connsiteY188" fmla="*/ 151670 h 422368"/>
                <a:gd name="connsiteX189" fmla="*/ 1842703 w 2915191"/>
                <a:gd name="connsiteY189" fmla="*/ 190936 h 422368"/>
                <a:gd name="connsiteX190" fmla="*/ 1852462 w 2915191"/>
                <a:gd name="connsiteY190" fmla="*/ 172207 h 422368"/>
                <a:gd name="connsiteX191" fmla="*/ 1862206 w 2915191"/>
                <a:gd name="connsiteY191" fmla="*/ 152536 h 422368"/>
                <a:gd name="connsiteX192" fmla="*/ 1871965 w 2915191"/>
                <a:gd name="connsiteY192" fmla="*/ 176262 h 422368"/>
                <a:gd name="connsiteX193" fmla="*/ 1881709 w 2915191"/>
                <a:gd name="connsiteY193" fmla="*/ 179150 h 422368"/>
                <a:gd name="connsiteX194" fmla="*/ 1891453 w 2915191"/>
                <a:gd name="connsiteY194" fmla="*/ 215244 h 422368"/>
                <a:gd name="connsiteX195" fmla="*/ 1901212 w 2915191"/>
                <a:gd name="connsiteY195" fmla="*/ 237631 h 422368"/>
                <a:gd name="connsiteX196" fmla="*/ 1910956 w 2915191"/>
                <a:gd name="connsiteY196" fmla="*/ 243367 h 422368"/>
                <a:gd name="connsiteX197" fmla="*/ 1920714 w 2915191"/>
                <a:gd name="connsiteY197" fmla="*/ 201442 h 422368"/>
                <a:gd name="connsiteX198" fmla="*/ 1930458 w 2915191"/>
                <a:gd name="connsiteY198" fmla="*/ 231599 h 422368"/>
                <a:gd name="connsiteX199" fmla="*/ 1940202 w 2915191"/>
                <a:gd name="connsiteY199" fmla="*/ 212625 h 422368"/>
                <a:gd name="connsiteX200" fmla="*/ 1949961 w 2915191"/>
                <a:gd name="connsiteY200" fmla="*/ 215506 h 422368"/>
                <a:gd name="connsiteX201" fmla="*/ 1959705 w 2915191"/>
                <a:gd name="connsiteY201" fmla="*/ 210686 h 422368"/>
                <a:gd name="connsiteX202" fmla="*/ 1969464 w 2915191"/>
                <a:gd name="connsiteY202" fmla="*/ 177502 h 422368"/>
                <a:gd name="connsiteX203" fmla="*/ 1979208 w 2915191"/>
                <a:gd name="connsiteY203" fmla="*/ 202836 h 422368"/>
                <a:gd name="connsiteX204" fmla="*/ 1988952 w 2915191"/>
                <a:gd name="connsiteY204" fmla="*/ 213300 h 422368"/>
                <a:gd name="connsiteX205" fmla="*/ 1998711 w 2915191"/>
                <a:gd name="connsiteY205" fmla="*/ 206956 h 422368"/>
                <a:gd name="connsiteX206" fmla="*/ 2008454 w 2915191"/>
                <a:gd name="connsiteY206" fmla="*/ 217443 h 422368"/>
                <a:gd name="connsiteX207" fmla="*/ 2018213 w 2915191"/>
                <a:gd name="connsiteY207" fmla="*/ 241267 h 422368"/>
                <a:gd name="connsiteX208" fmla="*/ 2027957 w 2915191"/>
                <a:gd name="connsiteY208" fmla="*/ 254430 h 422368"/>
                <a:gd name="connsiteX209" fmla="*/ 2037701 w 2915191"/>
                <a:gd name="connsiteY209" fmla="*/ 249340 h 422368"/>
                <a:gd name="connsiteX210" fmla="*/ 2047460 w 2915191"/>
                <a:gd name="connsiteY210" fmla="*/ 236828 h 422368"/>
                <a:gd name="connsiteX211" fmla="*/ 2057204 w 2915191"/>
                <a:gd name="connsiteY211" fmla="*/ 239625 h 422368"/>
                <a:gd name="connsiteX212" fmla="*/ 2066963 w 2915191"/>
                <a:gd name="connsiteY212" fmla="*/ 227701 h 422368"/>
                <a:gd name="connsiteX213" fmla="*/ 2076707 w 2915191"/>
                <a:gd name="connsiteY213" fmla="*/ 205414 h 422368"/>
                <a:gd name="connsiteX214" fmla="*/ 2086451 w 2915191"/>
                <a:gd name="connsiteY214" fmla="*/ 196674 h 422368"/>
                <a:gd name="connsiteX215" fmla="*/ 2096210 w 2915191"/>
                <a:gd name="connsiteY215" fmla="*/ 156407 h 422368"/>
                <a:gd name="connsiteX216" fmla="*/ 2105954 w 2915191"/>
                <a:gd name="connsiteY216" fmla="*/ 175894 h 422368"/>
                <a:gd name="connsiteX217" fmla="*/ 2115697 w 2915191"/>
                <a:gd name="connsiteY217" fmla="*/ 174074 h 422368"/>
                <a:gd name="connsiteX218" fmla="*/ 2125456 w 2915191"/>
                <a:gd name="connsiteY218" fmla="*/ 133475 h 422368"/>
                <a:gd name="connsiteX219" fmla="*/ 2135200 w 2915191"/>
                <a:gd name="connsiteY219" fmla="*/ 118295 h 422368"/>
                <a:gd name="connsiteX220" fmla="*/ 2144959 w 2915191"/>
                <a:gd name="connsiteY220" fmla="*/ 107349 h 422368"/>
                <a:gd name="connsiteX221" fmla="*/ 2154703 w 2915191"/>
                <a:gd name="connsiteY221" fmla="*/ 96024 h 422368"/>
                <a:gd name="connsiteX222" fmla="*/ 2164447 w 2915191"/>
                <a:gd name="connsiteY222" fmla="*/ 91784 h 422368"/>
                <a:gd name="connsiteX223" fmla="*/ 2174206 w 2915191"/>
                <a:gd name="connsiteY223" fmla="*/ 137422 h 422368"/>
                <a:gd name="connsiteX224" fmla="*/ 2183950 w 2915191"/>
                <a:gd name="connsiteY224" fmla="*/ 125737 h 422368"/>
                <a:gd name="connsiteX225" fmla="*/ 2193709 w 2915191"/>
                <a:gd name="connsiteY225" fmla="*/ 165300 h 422368"/>
                <a:gd name="connsiteX226" fmla="*/ 2203452 w 2915191"/>
                <a:gd name="connsiteY226" fmla="*/ 173397 h 422368"/>
                <a:gd name="connsiteX227" fmla="*/ 2213196 w 2915191"/>
                <a:gd name="connsiteY227" fmla="*/ 162095 h 422368"/>
                <a:gd name="connsiteX228" fmla="*/ 2222955 w 2915191"/>
                <a:gd name="connsiteY228" fmla="*/ 184779 h 422368"/>
                <a:gd name="connsiteX229" fmla="*/ 2232699 w 2915191"/>
                <a:gd name="connsiteY229" fmla="*/ 169361 h 422368"/>
                <a:gd name="connsiteX230" fmla="*/ 2242458 w 2915191"/>
                <a:gd name="connsiteY230" fmla="*/ 160329 h 422368"/>
                <a:gd name="connsiteX231" fmla="*/ 2252202 w 2915191"/>
                <a:gd name="connsiteY231" fmla="*/ 144264 h 422368"/>
                <a:gd name="connsiteX232" fmla="*/ 2261946 w 2915191"/>
                <a:gd name="connsiteY232" fmla="*/ 119684 h 422368"/>
                <a:gd name="connsiteX233" fmla="*/ 2271705 w 2915191"/>
                <a:gd name="connsiteY233" fmla="*/ 76968 h 422368"/>
                <a:gd name="connsiteX234" fmla="*/ 2281449 w 2915191"/>
                <a:gd name="connsiteY234" fmla="*/ 57793 h 422368"/>
                <a:gd name="connsiteX235" fmla="*/ 2291208 w 2915191"/>
                <a:gd name="connsiteY235" fmla="*/ 53277 h 422368"/>
                <a:gd name="connsiteX236" fmla="*/ 2300951 w 2915191"/>
                <a:gd name="connsiteY236" fmla="*/ 18434 h 422368"/>
                <a:gd name="connsiteX237" fmla="*/ 2310695 w 2915191"/>
                <a:gd name="connsiteY237" fmla="*/ 0 h 422368"/>
                <a:gd name="connsiteX238" fmla="*/ 2320454 w 2915191"/>
                <a:gd name="connsiteY238" fmla="*/ 12453 h 422368"/>
                <a:gd name="connsiteX239" fmla="*/ 2330198 w 2915191"/>
                <a:gd name="connsiteY239" fmla="*/ 23441 h 422368"/>
                <a:gd name="connsiteX240" fmla="*/ 2339957 w 2915191"/>
                <a:gd name="connsiteY240" fmla="*/ 70797 h 422368"/>
                <a:gd name="connsiteX241" fmla="*/ 2349701 w 2915191"/>
                <a:gd name="connsiteY241" fmla="*/ 107109 h 422368"/>
                <a:gd name="connsiteX242" fmla="*/ 2359445 w 2915191"/>
                <a:gd name="connsiteY242" fmla="*/ 105218 h 422368"/>
                <a:gd name="connsiteX243" fmla="*/ 2369204 w 2915191"/>
                <a:gd name="connsiteY243" fmla="*/ 126412 h 422368"/>
                <a:gd name="connsiteX244" fmla="*/ 2378948 w 2915191"/>
                <a:gd name="connsiteY244" fmla="*/ 131722 h 422368"/>
                <a:gd name="connsiteX245" fmla="*/ 2388692 w 2915191"/>
                <a:gd name="connsiteY245" fmla="*/ 124092 h 422368"/>
                <a:gd name="connsiteX246" fmla="*/ 2398450 w 2915191"/>
                <a:gd name="connsiteY246" fmla="*/ 99631 h 422368"/>
                <a:gd name="connsiteX247" fmla="*/ 2408194 w 2915191"/>
                <a:gd name="connsiteY247" fmla="*/ 63131 h 422368"/>
                <a:gd name="connsiteX248" fmla="*/ 2417953 w 2915191"/>
                <a:gd name="connsiteY248" fmla="*/ 47532 h 422368"/>
                <a:gd name="connsiteX249" fmla="*/ 2427697 w 2915191"/>
                <a:gd name="connsiteY249" fmla="*/ 72041 h 422368"/>
                <a:gd name="connsiteX250" fmla="*/ 2437441 w 2915191"/>
                <a:gd name="connsiteY250" fmla="*/ 66256 h 422368"/>
                <a:gd name="connsiteX251" fmla="*/ 2447200 w 2915191"/>
                <a:gd name="connsiteY251" fmla="*/ 54639 h 422368"/>
                <a:gd name="connsiteX252" fmla="*/ 2456944 w 2915191"/>
                <a:gd name="connsiteY252" fmla="*/ 89327 h 422368"/>
                <a:gd name="connsiteX253" fmla="*/ 2466703 w 2915191"/>
                <a:gd name="connsiteY253" fmla="*/ 81393 h 422368"/>
                <a:gd name="connsiteX254" fmla="*/ 2476446 w 2915191"/>
                <a:gd name="connsiteY254" fmla="*/ 69736 h 422368"/>
                <a:gd name="connsiteX255" fmla="*/ 2486190 w 2915191"/>
                <a:gd name="connsiteY255" fmla="*/ 90197 h 422368"/>
                <a:gd name="connsiteX256" fmla="*/ 2495949 w 2915191"/>
                <a:gd name="connsiteY256" fmla="*/ 77053 h 422368"/>
                <a:gd name="connsiteX257" fmla="*/ 2505693 w 2915191"/>
                <a:gd name="connsiteY257" fmla="*/ 111102 h 422368"/>
                <a:gd name="connsiteX258" fmla="*/ 2515452 w 2915191"/>
                <a:gd name="connsiteY258" fmla="*/ 134213 h 422368"/>
                <a:gd name="connsiteX259" fmla="*/ 2525196 w 2915191"/>
                <a:gd name="connsiteY259" fmla="*/ 150070 h 422368"/>
                <a:gd name="connsiteX260" fmla="*/ 2534940 w 2915191"/>
                <a:gd name="connsiteY260" fmla="*/ 154377 h 422368"/>
                <a:gd name="connsiteX261" fmla="*/ 2544699 w 2915191"/>
                <a:gd name="connsiteY261" fmla="*/ 135472 h 422368"/>
                <a:gd name="connsiteX262" fmla="*/ 2554443 w 2915191"/>
                <a:gd name="connsiteY262" fmla="*/ 123675 h 422368"/>
                <a:gd name="connsiteX263" fmla="*/ 2564202 w 2915191"/>
                <a:gd name="connsiteY263" fmla="*/ 138409 h 422368"/>
                <a:gd name="connsiteX264" fmla="*/ 2573946 w 2915191"/>
                <a:gd name="connsiteY264" fmla="*/ 134010 h 422368"/>
                <a:gd name="connsiteX265" fmla="*/ 2583690 w 2915191"/>
                <a:gd name="connsiteY265" fmla="*/ 143406 h 422368"/>
                <a:gd name="connsiteX266" fmla="*/ 2593448 w 2915191"/>
                <a:gd name="connsiteY266" fmla="*/ 133522 h 422368"/>
                <a:gd name="connsiteX267" fmla="*/ 2603192 w 2915191"/>
                <a:gd name="connsiteY267" fmla="*/ 127686 h 422368"/>
                <a:gd name="connsiteX268" fmla="*/ 2612951 w 2915191"/>
                <a:gd name="connsiteY268" fmla="*/ 147676 h 422368"/>
                <a:gd name="connsiteX269" fmla="*/ 2622695 w 2915191"/>
                <a:gd name="connsiteY269" fmla="*/ 143278 h 422368"/>
                <a:gd name="connsiteX270" fmla="*/ 2632439 w 2915191"/>
                <a:gd name="connsiteY270" fmla="*/ 140995 h 422368"/>
                <a:gd name="connsiteX271" fmla="*/ 2642198 w 2915191"/>
                <a:gd name="connsiteY271" fmla="*/ 165134 h 422368"/>
                <a:gd name="connsiteX272" fmla="*/ 2651942 w 2915191"/>
                <a:gd name="connsiteY272" fmla="*/ 153425 h 422368"/>
                <a:gd name="connsiteX273" fmla="*/ 2661685 w 2915191"/>
                <a:gd name="connsiteY273" fmla="*/ 167798 h 422368"/>
                <a:gd name="connsiteX274" fmla="*/ 2671444 w 2915191"/>
                <a:gd name="connsiteY274" fmla="*/ 180069 h 422368"/>
                <a:gd name="connsiteX275" fmla="*/ 2681188 w 2915191"/>
                <a:gd name="connsiteY275" fmla="*/ 179098 h 422368"/>
                <a:gd name="connsiteX276" fmla="*/ 2690947 w 2915191"/>
                <a:gd name="connsiteY276" fmla="*/ 134550 h 422368"/>
                <a:gd name="connsiteX277" fmla="*/ 2700691 w 2915191"/>
                <a:gd name="connsiteY277" fmla="*/ 134058 h 422368"/>
                <a:gd name="connsiteX278" fmla="*/ 2710435 w 2915191"/>
                <a:gd name="connsiteY278" fmla="*/ 128721 h 422368"/>
                <a:gd name="connsiteX279" fmla="*/ 2720194 w 2915191"/>
                <a:gd name="connsiteY279" fmla="*/ 174896 h 422368"/>
                <a:gd name="connsiteX280" fmla="*/ 2729938 w 2915191"/>
                <a:gd name="connsiteY280" fmla="*/ 196431 h 422368"/>
                <a:gd name="connsiteX281" fmla="*/ 2739697 w 2915191"/>
                <a:gd name="connsiteY281" fmla="*/ 217355 h 422368"/>
                <a:gd name="connsiteX282" fmla="*/ 2749441 w 2915191"/>
                <a:gd name="connsiteY282" fmla="*/ 182879 h 422368"/>
                <a:gd name="connsiteX283" fmla="*/ 2759185 w 2915191"/>
                <a:gd name="connsiteY283" fmla="*/ 168817 h 422368"/>
                <a:gd name="connsiteX284" fmla="*/ 2768943 w 2915191"/>
                <a:gd name="connsiteY284" fmla="*/ 181143 h 422368"/>
                <a:gd name="connsiteX285" fmla="*/ 2778687 w 2915191"/>
                <a:gd name="connsiteY285" fmla="*/ 192029 h 422368"/>
                <a:gd name="connsiteX286" fmla="*/ 2788446 w 2915191"/>
                <a:gd name="connsiteY286" fmla="*/ 214703 h 422368"/>
                <a:gd name="connsiteX287" fmla="*/ 2798190 w 2915191"/>
                <a:gd name="connsiteY287" fmla="*/ 167168 h 422368"/>
                <a:gd name="connsiteX288" fmla="*/ 2807934 w 2915191"/>
                <a:gd name="connsiteY288" fmla="*/ 158913 h 422368"/>
                <a:gd name="connsiteX289" fmla="*/ 2817693 w 2915191"/>
                <a:gd name="connsiteY289" fmla="*/ 182215 h 422368"/>
                <a:gd name="connsiteX290" fmla="*/ 2827437 w 2915191"/>
                <a:gd name="connsiteY290" fmla="*/ 197756 h 422368"/>
                <a:gd name="connsiteX291" fmla="*/ 2837196 w 2915191"/>
                <a:gd name="connsiteY291" fmla="*/ 184622 h 422368"/>
                <a:gd name="connsiteX292" fmla="*/ 2846940 w 2915191"/>
                <a:gd name="connsiteY292" fmla="*/ 187668 h 422368"/>
                <a:gd name="connsiteX293" fmla="*/ 2856684 w 2915191"/>
                <a:gd name="connsiteY293" fmla="*/ 215177 h 422368"/>
                <a:gd name="connsiteX294" fmla="*/ 2866442 w 2915191"/>
                <a:gd name="connsiteY294" fmla="*/ 230696 h 422368"/>
                <a:gd name="connsiteX295" fmla="*/ 2876186 w 2915191"/>
                <a:gd name="connsiteY295" fmla="*/ 217376 h 422368"/>
                <a:gd name="connsiteX296" fmla="*/ 2885945 w 2915191"/>
                <a:gd name="connsiteY296" fmla="*/ 216299 h 422368"/>
                <a:gd name="connsiteX297" fmla="*/ 2895689 w 2915191"/>
                <a:gd name="connsiteY297" fmla="*/ 191750 h 422368"/>
                <a:gd name="connsiteX298" fmla="*/ 2905433 w 2915191"/>
                <a:gd name="connsiteY298" fmla="*/ 169939 h 422368"/>
                <a:gd name="connsiteX299" fmla="*/ 2915192 w 2915191"/>
                <a:gd name="connsiteY299" fmla="*/ 140177 h 4223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22368">
                  <a:moveTo>
                    <a:pt x="0" y="280685"/>
                  </a:moveTo>
                  <a:lnTo>
                    <a:pt x="9750" y="230332"/>
                  </a:lnTo>
                  <a:lnTo>
                    <a:pt x="19500" y="249191"/>
                  </a:lnTo>
                  <a:lnTo>
                    <a:pt x="29250" y="193268"/>
                  </a:lnTo>
                  <a:lnTo>
                    <a:pt x="39000" y="161144"/>
                  </a:lnTo>
                  <a:lnTo>
                    <a:pt x="48749" y="190665"/>
                  </a:lnTo>
                  <a:lnTo>
                    <a:pt x="58499" y="190841"/>
                  </a:lnTo>
                  <a:lnTo>
                    <a:pt x="68249" y="170806"/>
                  </a:lnTo>
                  <a:lnTo>
                    <a:pt x="77998" y="177034"/>
                  </a:lnTo>
                  <a:lnTo>
                    <a:pt x="87748" y="192407"/>
                  </a:lnTo>
                  <a:lnTo>
                    <a:pt x="97497" y="173762"/>
                  </a:lnTo>
                  <a:lnTo>
                    <a:pt x="107247" y="141816"/>
                  </a:lnTo>
                  <a:lnTo>
                    <a:pt x="116997" y="147586"/>
                  </a:lnTo>
                  <a:lnTo>
                    <a:pt x="126747" y="172413"/>
                  </a:lnTo>
                  <a:lnTo>
                    <a:pt x="136497" y="174780"/>
                  </a:lnTo>
                  <a:lnTo>
                    <a:pt x="146247" y="209593"/>
                  </a:lnTo>
                  <a:lnTo>
                    <a:pt x="155997" y="199566"/>
                  </a:lnTo>
                  <a:lnTo>
                    <a:pt x="165747" y="203277"/>
                  </a:lnTo>
                  <a:lnTo>
                    <a:pt x="175497" y="198985"/>
                  </a:lnTo>
                  <a:lnTo>
                    <a:pt x="185247" y="233516"/>
                  </a:lnTo>
                  <a:lnTo>
                    <a:pt x="194996" y="217302"/>
                  </a:lnTo>
                  <a:lnTo>
                    <a:pt x="204746" y="229216"/>
                  </a:lnTo>
                  <a:lnTo>
                    <a:pt x="214495" y="209687"/>
                  </a:lnTo>
                  <a:lnTo>
                    <a:pt x="224245" y="214974"/>
                  </a:lnTo>
                  <a:lnTo>
                    <a:pt x="233995" y="222963"/>
                  </a:lnTo>
                  <a:lnTo>
                    <a:pt x="243744" y="233100"/>
                  </a:lnTo>
                  <a:lnTo>
                    <a:pt x="253494" y="269605"/>
                  </a:lnTo>
                  <a:lnTo>
                    <a:pt x="263244" y="264317"/>
                  </a:lnTo>
                  <a:lnTo>
                    <a:pt x="272994" y="255847"/>
                  </a:lnTo>
                  <a:lnTo>
                    <a:pt x="282744" y="283818"/>
                  </a:lnTo>
                  <a:lnTo>
                    <a:pt x="292494" y="297752"/>
                  </a:lnTo>
                  <a:lnTo>
                    <a:pt x="302244" y="283529"/>
                  </a:lnTo>
                  <a:lnTo>
                    <a:pt x="311994" y="321165"/>
                  </a:lnTo>
                  <a:lnTo>
                    <a:pt x="321744" y="328976"/>
                  </a:lnTo>
                  <a:lnTo>
                    <a:pt x="331493" y="347446"/>
                  </a:lnTo>
                  <a:lnTo>
                    <a:pt x="341243" y="365476"/>
                  </a:lnTo>
                  <a:lnTo>
                    <a:pt x="350993" y="346090"/>
                  </a:lnTo>
                  <a:lnTo>
                    <a:pt x="360742" y="361957"/>
                  </a:lnTo>
                  <a:lnTo>
                    <a:pt x="370492" y="370404"/>
                  </a:lnTo>
                  <a:lnTo>
                    <a:pt x="380241" y="376955"/>
                  </a:lnTo>
                  <a:lnTo>
                    <a:pt x="389991" y="397561"/>
                  </a:lnTo>
                  <a:lnTo>
                    <a:pt x="399741" y="373331"/>
                  </a:lnTo>
                  <a:lnTo>
                    <a:pt x="409491" y="360986"/>
                  </a:lnTo>
                  <a:lnTo>
                    <a:pt x="419241" y="337606"/>
                  </a:lnTo>
                  <a:lnTo>
                    <a:pt x="428991" y="314106"/>
                  </a:lnTo>
                  <a:lnTo>
                    <a:pt x="438741" y="337311"/>
                  </a:lnTo>
                  <a:lnTo>
                    <a:pt x="448491" y="324932"/>
                  </a:lnTo>
                  <a:lnTo>
                    <a:pt x="458241" y="320325"/>
                  </a:lnTo>
                  <a:lnTo>
                    <a:pt x="467991" y="303457"/>
                  </a:lnTo>
                  <a:lnTo>
                    <a:pt x="477740" y="307881"/>
                  </a:lnTo>
                  <a:lnTo>
                    <a:pt x="487490" y="311635"/>
                  </a:lnTo>
                  <a:lnTo>
                    <a:pt x="497239" y="284806"/>
                  </a:lnTo>
                  <a:lnTo>
                    <a:pt x="506989" y="285292"/>
                  </a:lnTo>
                  <a:lnTo>
                    <a:pt x="516738" y="310340"/>
                  </a:lnTo>
                  <a:lnTo>
                    <a:pt x="526488" y="301777"/>
                  </a:lnTo>
                  <a:lnTo>
                    <a:pt x="536238" y="326453"/>
                  </a:lnTo>
                  <a:lnTo>
                    <a:pt x="545988" y="317992"/>
                  </a:lnTo>
                  <a:lnTo>
                    <a:pt x="555738" y="331845"/>
                  </a:lnTo>
                  <a:lnTo>
                    <a:pt x="565488" y="320647"/>
                  </a:lnTo>
                  <a:lnTo>
                    <a:pt x="575238" y="344751"/>
                  </a:lnTo>
                  <a:lnTo>
                    <a:pt x="584988" y="335814"/>
                  </a:lnTo>
                  <a:lnTo>
                    <a:pt x="594738" y="343992"/>
                  </a:lnTo>
                  <a:lnTo>
                    <a:pt x="604488" y="318931"/>
                  </a:lnTo>
                  <a:lnTo>
                    <a:pt x="614237" y="318284"/>
                  </a:lnTo>
                  <a:lnTo>
                    <a:pt x="623987" y="287549"/>
                  </a:lnTo>
                  <a:lnTo>
                    <a:pt x="633736" y="283224"/>
                  </a:lnTo>
                  <a:lnTo>
                    <a:pt x="643486" y="252293"/>
                  </a:lnTo>
                  <a:lnTo>
                    <a:pt x="653236" y="251748"/>
                  </a:lnTo>
                  <a:lnTo>
                    <a:pt x="662985" y="232129"/>
                  </a:lnTo>
                  <a:lnTo>
                    <a:pt x="672735" y="239889"/>
                  </a:lnTo>
                  <a:lnTo>
                    <a:pt x="682485" y="232554"/>
                  </a:lnTo>
                  <a:lnTo>
                    <a:pt x="692235" y="229650"/>
                  </a:lnTo>
                  <a:lnTo>
                    <a:pt x="701985" y="245209"/>
                  </a:lnTo>
                  <a:lnTo>
                    <a:pt x="711735" y="259779"/>
                  </a:lnTo>
                  <a:lnTo>
                    <a:pt x="721485" y="252664"/>
                  </a:lnTo>
                  <a:lnTo>
                    <a:pt x="731235" y="244737"/>
                  </a:lnTo>
                  <a:lnTo>
                    <a:pt x="740985" y="285338"/>
                  </a:lnTo>
                  <a:lnTo>
                    <a:pt x="750734" y="293407"/>
                  </a:lnTo>
                  <a:lnTo>
                    <a:pt x="760484" y="282196"/>
                  </a:lnTo>
                  <a:lnTo>
                    <a:pt x="770233" y="286782"/>
                  </a:lnTo>
                  <a:lnTo>
                    <a:pt x="779983" y="262291"/>
                  </a:lnTo>
                  <a:lnTo>
                    <a:pt x="789733" y="263122"/>
                  </a:lnTo>
                  <a:lnTo>
                    <a:pt x="799482" y="253965"/>
                  </a:lnTo>
                  <a:lnTo>
                    <a:pt x="809232" y="264306"/>
                  </a:lnTo>
                  <a:lnTo>
                    <a:pt x="818982" y="258365"/>
                  </a:lnTo>
                  <a:lnTo>
                    <a:pt x="828732" y="264898"/>
                  </a:lnTo>
                  <a:lnTo>
                    <a:pt x="838482" y="305897"/>
                  </a:lnTo>
                  <a:lnTo>
                    <a:pt x="848232" y="330822"/>
                  </a:lnTo>
                  <a:lnTo>
                    <a:pt x="857982" y="346057"/>
                  </a:lnTo>
                  <a:lnTo>
                    <a:pt x="867732" y="312160"/>
                  </a:lnTo>
                  <a:lnTo>
                    <a:pt x="877482" y="297633"/>
                  </a:lnTo>
                  <a:lnTo>
                    <a:pt x="887231" y="294902"/>
                  </a:lnTo>
                  <a:lnTo>
                    <a:pt x="896981" y="283636"/>
                  </a:lnTo>
                  <a:lnTo>
                    <a:pt x="906730" y="293359"/>
                  </a:lnTo>
                  <a:lnTo>
                    <a:pt x="916480" y="287743"/>
                  </a:lnTo>
                  <a:lnTo>
                    <a:pt x="926230" y="253304"/>
                  </a:lnTo>
                  <a:lnTo>
                    <a:pt x="935979" y="259297"/>
                  </a:lnTo>
                  <a:lnTo>
                    <a:pt x="945729" y="259664"/>
                  </a:lnTo>
                  <a:lnTo>
                    <a:pt x="955479" y="299943"/>
                  </a:lnTo>
                  <a:lnTo>
                    <a:pt x="965229" y="300858"/>
                  </a:lnTo>
                  <a:lnTo>
                    <a:pt x="974979" y="294547"/>
                  </a:lnTo>
                  <a:lnTo>
                    <a:pt x="984729" y="318659"/>
                  </a:lnTo>
                  <a:lnTo>
                    <a:pt x="994474" y="327910"/>
                  </a:lnTo>
                  <a:lnTo>
                    <a:pt x="1004233" y="354795"/>
                  </a:lnTo>
                  <a:lnTo>
                    <a:pt x="1013977" y="351483"/>
                  </a:lnTo>
                  <a:lnTo>
                    <a:pt x="1023721" y="372270"/>
                  </a:lnTo>
                  <a:lnTo>
                    <a:pt x="1033480" y="373647"/>
                  </a:lnTo>
                  <a:lnTo>
                    <a:pt x="1043224" y="361317"/>
                  </a:lnTo>
                  <a:lnTo>
                    <a:pt x="1052983" y="367032"/>
                  </a:lnTo>
                  <a:lnTo>
                    <a:pt x="1062727" y="379009"/>
                  </a:lnTo>
                  <a:lnTo>
                    <a:pt x="1072471" y="375064"/>
                  </a:lnTo>
                  <a:lnTo>
                    <a:pt x="1082230" y="366581"/>
                  </a:lnTo>
                  <a:lnTo>
                    <a:pt x="1091973" y="377588"/>
                  </a:lnTo>
                  <a:lnTo>
                    <a:pt x="1101732" y="355584"/>
                  </a:lnTo>
                  <a:lnTo>
                    <a:pt x="1111476" y="356753"/>
                  </a:lnTo>
                  <a:lnTo>
                    <a:pt x="1121220" y="391095"/>
                  </a:lnTo>
                  <a:lnTo>
                    <a:pt x="1130979" y="403521"/>
                  </a:lnTo>
                  <a:lnTo>
                    <a:pt x="1140723" y="394328"/>
                  </a:lnTo>
                  <a:lnTo>
                    <a:pt x="1150482" y="366892"/>
                  </a:lnTo>
                  <a:lnTo>
                    <a:pt x="1160226" y="355609"/>
                  </a:lnTo>
                  <a:lnTo>
                    <a:pt x="1169969" y="336452"/>
                  </a:lnTo>
                  <a:lnTo>
                    <a:pt x="1179728" y="329078"/>
                  </a:lnTo>
                  <a:lnTo>
                    <a:pt x="1189472" y="311444"/>
                  </a:lnTo>
                  <a:lnTo>
                    <a:pt x="1199231" y="332849"/>
                  </a:lnTo>
                  <a:lnTo>
                    <a:pt x="1208975" y="307741"/>
                  </a:lnTo>
                  <a:lnTo>
                    <a:pt x="1218719" y="291780"/>
                  </a:lnTo>
                  <a:lnTo>
                    <a:pt x="1228478" y="312217"/>
                  </a:lnTo>
                  <a:lnTo>
                    <a:pt x="1238222" y="298290"/>
                  </a:lnTo>
                  <a:lnTo>
                    <a:pt x="1247966" y="305082"/>
                  </a:lnTo>
                  <a:lnTo>
                    <a:pt x="1257725" y="305171"/>
                  </a:lnTo>
                  <a:lnTo>
                    <a:pt x="1267469" y="331072"/>
                  </a:lnTo>
                  <a:lnTo>
                    <a:pt x="1277227" y="344032"/>
                  </a:lnTo>
                  <a:lnTo>
                    <a:pt x="1286971" y="332462"/>
                  </a:lnTo>
                  <a:lnTo>
                    <a:pt x="1296715" y="306144"/>
                  </a:lnTo>
                  <a:lnTo>
                    <a:pt x="1306474" y="293365"/>
                  </a:lnTo>
                  <a:lnTo>
                    <a:pt x="1316218" y="247153"/>
                  </a:lnTo>
                  <a:lnTo>
                    <a:pt x="1325977" y="275633"/>
                  </a:lnTo>
                  <a:lnTo>
                    <a:pt x="1335721" y="280317"/>
                  </a:lnTo>
                  <a:lnTo>
                    <a:pt x="1345465" y="281174"/>
                  </a:lnTo>
                  <a:lnTo>
                    <a:pt x="1355224" y="296649"/>
                  </a:lnTo>
                  <a:lnTo>
                    <a:pt x="1364967" y="289967"/>
                  </a:lnTo>
                  <a:lnTo>
                    <a:pt x="1374726" y="309106"/>
                  </a:lnTo>
                  <a:lnTo>
                    <a:pt x="1384470" y="318527"/>
                  </a:lnTo>
                  <a:lnTo>
                    <a:pt x="1394214" y="312250"/>
                  </a:lnTo>
                  <a:lnTo>
                    <a:pt x="1403973" y="362394"/>
                  </a:lnTo>
                  <a:lnTo>
                    <a:pt x="1413717" y="368059"/>
                  </a:lnTo>
                  <a:lnTo>
                    <a:pt x="1423476" y="383661"/>
                  </a:lnTo>
                  <a:lnTo>
                    <a:pt x="1433220" y="338716"/>
                  </a:lnTo>
                  <a:lnTo>
                    <a:pt x="1442964" y="360849"/>
                  </a:lnTo>
                  <a:lnTo>
                    <a:pt x="1452722" y="384450"/>
                  </a:lnTo>
                  <a:lnTo>
                    <a:pt x="1462466" y="369387"/>
                  </a:lnTo>
                  <a:lnTo>
                    <a:pt x="1472225" y="352072"/>
                  </a:lnTo>
                  <a:lnTo>
                    <a:pt x="1481969" y="370977"/>
                  </a:lnTo>
                  <a:lnTo>
                    <a:pt x="1491713" y="345297"/>
                  </a:lnTo>
                  <a:lnTo>
                    <a:pt x="1501472" y="355289"/>
                  </a:lnTo>
                  <a:lnTo>
                    <a:pt x="1511216" y="356808"/>
                  </a:lnTo>
                  <a:lnTo>
                    <a:pt x="1520960" y="376061"/>
                  </a:lnTo>
                  <a:lnTo>
                    <a:pt x="1530719" y="422368"/>
                  </a:lnTo>
                  <a:lnTo>
                    <a:pt x="1540463" y="371363"/>
                  </a:lnTo>
                  <a:lnTo>
                    <a:pt x="1550221" y="324576"/>
                  </a:lnTo>
                  <a:lnTo>
                    <a:pt x="1559965" y="345852"/>
                  </a:lnTo>
                  <a:lnTo>
                    <a:pt x="1569709" y="377129"/>
                  </a:lnTo>
                  <a:lnTo>
                    <a:pt x="1579468" y="355537"/>
                  </a:lnTo>
                  <a:lnTo>
                    <a:pt x="1589212" y="350145"/>
                  </a:lnTo>
                  <a:lnTo>
                    <a:pt x="1598971" y="324315"/>
                  </a:lnTo>
                  <a:lnTo>
                    <a:pt x="1608715" y="275080"/>
                  </a:lnTo>
                  <a:lnTo>
                    <a:pt x="1618459" y="277076"/>
                  </a:lnTo>
                  <a:lnTo>
                    <a:pt x="1628218" y="237835"/>
                  </a:lnTo>
                  <a:lnTo>
                    <a:pt x="1637962" y="266866"/>
                  </a:lnTo>
                  <a:lnTo>
                    <a:pt x="1647720" y="226205"/>
                  </a:lnTo>
                  <a:lnTo>
                    <a:pt x="1657464" y="204816"/>
                  </a:lnTo>
                  <a:lnTo>
                    <a:pt x="1667208" y="193000"/>
                  </a:lnTo>
                  <a:lnTo>
                    <a:pt x="1676967" y="156618"/>
                  </a:lnTo>
                  <a:lnTo>
                    <a:pt x="1686711" y="165563"/>
                  </a:lnTo>
                  <a:lnTo>
                    <a:pt x="1696470" y="147239"/>
                  </a:lnTo>
                  <a:lnTo>
                    <a:pt x="1706214" y="163740"/>
                  </a:lnTo>
                  <a:lnTo>
                    <a:pt x="1715958" y="160830"/>
                  </a:lnTo>
                  <a:lnTo>
                    <a:pt x="1725716" y="165420"/>
                  </a:lnTo>
                  <a:lnTo>
                    <a:pt x="1735460" y="145967"/>
                  </a:lnTo>
                  <a:lnTo>
                    <a:pt x="1745219" y="133459"/>
                  </a:lnTo>
                  <a:lnTo>
                    <a:pt x="1754963" y="93971"/>
                  </a:lnTo>
                  <a:lnTo>
                    <a:pt x="1764707" y="84231"/>
                  </a:lnTo>
                  <a:lnTo>
                    <a:pt x="1774466" y="67865"/>
                  </a:lnTo>
                  <a:lnTo>
                    <a:pt x="1784210" y="96496"/>
                  </a:lnTo>
                  <a:lnTo>
                    <a:pt x="1793969" y="107924"/>
                  </a:lnTo>
                  <a:lnTo>
                    <a:pt x="1803713" y="122371"/>
                  </a:lnTo>
                  <a:lnTo>
                    <a:pt x="1813457" y="115375"/>
                  </a:lnTo>
                  <a:lnTo>
                    <a:pt x="1823215" y="125008"/>
                  </a:lnTo>
                  <a:lnTo>
                    <a:pt x="1832959" y="151670"/>
                  </a:lnTo>
                  <a:lnTo>
                    <a:pt x="1842703" y="190936"/>
                  </a:lnTo>
                  <a:lnTo>
                    <a:pt x="1852462" y="172207"/>
                  </a:lnTo>
                  <a:lnTo>
                    <a:pt x="1862206" y="152536"/>
                  </a:lnTo>
                  <a:lnTo>
                    <a:pt x="1871965" y="176262"/>
                  </a:lnTo>
                  <a:lnTo>
                    <a:pt x="1881709" y="179150"/>
                  </a:lnTo>
                  <a:lnTo>
                    <a:pt x="1891453" y="215244"/>
                  </a:lnTo>
                  <a:lnTo>
                    <a:pt x="1901212" y="237631"/>
                  </a:lnTo>
                  <a:lnTo>
                    <a:pt x="1910956" y="243367"/>
                  </a:lnTo>
                  <a:lnTo>
                    <a:pt x="1920714" y="201442"/>
                  </a:lnTo>
                  <a:lnTo>
                    <a:pt x="1930458" y="231599"/>
                  </a:lnTo>
                  <a:lnTo>
                    <a:pt x="1940202" y="212625"/>
                  </a:lnTo>
                  <a:lnTo>
                    <a:pt x="1949961" y="215506"/>
                  </a:lnTo>
                  <a:lnTo>
                    <a:pt x="1959705" y="210686"/>
                  </a:lnTo>
                  <a:lnTo>
                    <a:pt x="1969464" y="177502"/>
                  </a:lnTo>
                  <a:lnTo>
                    <a:pt x="1979208" y="202836"/>
                  </a:lnTo>
                  <a:lnTo>
                    <a:pt x="1988952" y="213300"/>
                  </a:lnTo>
                  <a:lnTo>
                    <a:pt x="1998711" y="206956"/>
                  </a:lnTo>
                  <a:lnTo>
                    <a:pt x="2008454" y="217443"/>
                  </a:lnTo>
                  <a:lnTo>
                    <a:pt x="2018213" y="241267"/>
                  </a:lnTo>
                  <a:lnTo>
                    <a:pt x="2027957" y="254430"/>
                  </a:lnTo>
                  <a:lnTo>
                    <a:pt x="2037701" y="249340"/>
                  </a:lnTo>
                  <a:lnTo>
                    <a:pt x="2047460" y="236828"/>
                  </a:lnTo>
                  <a:lnTo>
                    <a:pt x="2057204" y="239625"/>
                  </a:lnTo>
                  <a:lnTo>
                    <a:pt x="2066963" y="227701"/>
                  </a:lnTo>
                  <a:lnTo>
                    <a:pt x="2076707" y="205414"/>
                  </a:lnTo>
                  <a:lnTo>
                    <a:pt x="2086451" y="196674"/>
                  </a:lnTo>
                  <a:lnTo>
                    <a:pt x="2096210" y="156407"/>
                  </a:lnTo>
                  <a:lnTo>
                    <a:pt x="2105954" y="175894"/>
                  </a:lnTo>
                  <a:lnTo>
                    <a:pt x="2115697" y="174074"/>
                  </a:lnTo>
                  <a:lnTo>
                    <a:pt x="2125456" y="133475"/>
                  </a:lnTo>
                  <a:lnTo>
                    <a:pt x="2135200" y="118295"/>
                  </a:lnTo>
                  <a:lnTo>
                    <a:pt x="2144959" y="107349"/>
                  </a:lnTo>
                  <a:lnTo>
                    <a:pt x="2154703" y="96024"/>
                  </a:lnTo>
                  <a:lnTo>
                    <a:pt x="2164447" y="91784"/>
                  </a:lnTo>
                  <a:lnTo>
                    <a:pt x="2174206" y="137422"/>
                  </a:lnTo>
                  <a:lnTo>
                    <a:pt x="2183950" y="125737"/>
                  </a:lnTo>
                  <a:lnTo>
                    <a:pt x="2193709" y="165300"/>
                  </a:lnTo>
                  <a:lnTo>
                    <a:pt x="2203452" y="173397"/>
                  </a:lnTo>
                  <a:lnTo>
                    <a:pt x="2213196" y="162095"/>
                  </a:lnTo>
                  <a:lnTo>
                    <a:pt x="2222955" y="184779"/>
                  </a:lnTo>
                  <a:lnTo>
                    <a:pt x="2232699" y="169361"/>
                  </a:lnTo>
                  <a:lnTo>
                    <a:pt x="2242458" y="160329"/>
                  </a:lnTo>
                  <a:lnTo>
                    <a:pt x="2252202" y="144264"/>
                  </a:lnTo>
                  <a:lnTo>
                    <a:pt x="2261946" y="119684"/>
                  </a:lnTo>
                  <a:lnTo>
                    <a:pt x="2271705" y="76968"/>
                  </a:lnTo>
                  <a:lnTo>
                    <a:pt x="2281449" y="57793"/>
                  </a:lnTo>
                  <a:lnTo>
                    <a:pt x="2291208" y="53277"/>
                  </a:lnTo>
                  <a:lnTo>
                    <a:pt x="2300951" y="18434"/>
                  </a:lnTo>
                  <a:lnTo>
                    <a:pt x="2310695" y="0"/>
                  </a:lnTo>
                  <a:lnTo>
                    <a:pt x="2320454" y="12453"/>
                  </a:lnTo>
                  <a:lnTo>
                    <a:pt x="2330198" y="23441"/>
                  </a:lnTo>
                  <a:lnTo>
                    <a:pt x="2339957" y="70797"/>
                  </a:lnTo>
                  <a:lnTo>
                    <a:pt x="2349701" y="107109"/>
                  </a:lnTo>
                  <a:lnTo>
                    <a:pt x="2359445" y="105218"/>
                  </a:lnTo>
                  <a:lnTo>
                    <a:pt x="2369204" y="126412"/>
                  </a:lnTo>
                  <a:lnTo>
                    <a:pt x="2378948" y="131722"/>
                  </a:lnTo>
                  <a:lnTo>
                    <a:pt x="2388692" y="124092"/>
                  </a:lnTo>
                  <a:lnTo>
                    <a:pt x="2398450" y="99631"/>
                  </a:lnTo>
                  <a:lnTo>
                    <a:pt x="2408194" y="63131"/>
                  </a:lnTo>
                  <a:lnTo>
                    <a:pt x="2417953" y="47532"/>
                  </a:lnTo>
                  <a:lnTo>
                    <a:pt x="2427697" y="72041"/>
                  </a:lnTo>
                  <a:lnTo>
                    <a:pt x="2437441" y="66256"/>
                  </a:lnTo>
                  <a:lnTo>
                    <a:pt x="2447200" y="54639"/>
                  </a:lnTo>
                  <a:lnTo>
                    <a:pt x="2456944" y="89327"/>
                  </a:lnTo>
                  <a:lnTo>
                    <a:pt x="2466703" y="81393"/>
                  </a:lnTo>
                  <a:lnTo>
                    <a:pt x="2476446" y="69736"/>
                  </a:lnTo>
                  <a:lnTo>
                    <a:pt x="2486190" y="90197"/>
                  </a:lnTo>
                  <a:lnTo>
                    <a:pt x="2495949" y="77053"/>
                  </a:lnTo>
                  <a:lnTo>
                    <a:pt x="2505693" y="111102"/>
                  </a:lnTo>
                  <a:lnTo>
                    <a:pt x="2515452" y="134213"/>
                  </a:lnTo>
                  <a:lnTo>
                    <a:pt x="2525196" y="150070"/>
                  </a:lnTo>
                  <a:lnTo>
                    <a:pt x="2534940" y="154377"/>
                  </a:lnTo>
                  <a:lnTo>
                    <a:pt x="2544699" y="135472"/>
                  </a:lnTo>
                  <a:lnTo>
                    <a:pt x="2554443" y="123675"/>
                  </a:lnTo>
                  <a:lnTo>
                    <a:pt x="2564202" y="138409"/>
                  </a:lnTo>
                  <a:lnTo>
                    <a:pt x="2573946" y="134010"/>
                  </a:lnTo>
                  <a:lnTo>
                    <a:pt x="2583690" y="143406"/>
                  </a:lnTo>
                  <a:lnTo>
                    <a:pt x="2593448" y="133522"/>
                  </a:lnTo>
                  <a:lnTo>
                    <a:pt x="2603192" y="127686"/>
                  </a:lnTo>
                  <a:lnTo>
                    <a:pt x="2612951" y="147676"/>
                  </a:lnTo>
                  <a:lnTo>
                    <a:pt x="2622695" y="143278"/>
                  </a:lnTo>
                  <a:lnTo>
                    <a:pt x="2632439" y="140995"/>
                  </a:lnTo>
                  <a:lnTo>
                    <a:pt x="2642198" y="165134"/>
                  </a:lnTo>
                  <a:lnTo>
                    <a:pt x="2651942" y="153425"/>
                  </a:lnTo>
                  <a:lnTo>
                    <a:pt x="2661685" y="167798"/>
                  </a:lnTo>
                  <a:lnTo>
                    <a:pt x="2671444" y="180069"/>
                  </a:lnTo>
                  <a:lnTo>
                    <a:pt x="2681188" y="179098"/>
                  </a:lnTo>
                  <a:lnTo>
                    <a:pt x="2690947" y="134550"/>
                  </a:lnTo>
                  <a:lnTo>
                    <a:pt x="2700691" y="134058"/>
                  </a:lnTo>
                  <a:lnTo>
                    <a:pt x="2710435" y="128721"/>
                  </a:lnTo>
                  <a:lnTo>
                    <a:pt x="2720194" y="174896"/>
                  </a:lnTo>
                  <a:lnTo>
                    <a:pt x="2729938" y="196431"/>
                  </a:lnTo>
                  <a:lnTo>
                    <a:pt x="2739697" y="217355"/>
                  </a:lnTo>
                  <a:lnTo>
                    <a:pt x="2749441" y="182879"/>
                  </a:lnTo>
                  <a:lnTo>
                    <a:pt x="2759185" y="168817"/>
                  </a:lnTo>
                  <a:lnTo>
                    <a:pt x="2768943" y="181143"/>
                  </a:lnTo>
                  <a:lnTo>
                    <a:pt x="2778687" y="192029"/>
                  </a:lnTo>
                  <a:lnTo>
                    <a:pt x="2788446" y="214703"/>
                  </a:lnTo>
                  <a:lnTo>
                    <a:pt x="2798190" y="167168"/>
                  </a:lnTo>
                  <a:lnTo>
                    <a:pt x="2807934" y="158913"/>
                  </a:lnTo>
                  <a:lnTo>
                    <a:pt x="2817693" y="182215"/>
                  </a:lnTo>
                  <a:lnTo>
                    <a:pt x="2827437" y="197756"/>
                  </a:lnTo>
                  <a:lnTo>
                    <a:pt x="2837196" y="184622"/>
                  </a:lnTo>
                  <a:lnTo>
                    <a:pt x="2846940" y="187668"/>
                  </a:lnTo>
                  <a:lnTo>
                    <a:pt x="2856684" y="215177"/>
                  </a:lnTo>
                  <a:lnTo>
                    <a:pt x="2866442" y="230696"/>
                  </a:lnTo>
                  <a:lnTo>
                    <a:pt x="2876186" y="217376"/>
                  </a:lnTo>
                  <a:lnTo>
                    <a:pt x="2885945" y="216299"/>
                  </a:lnTo>
                  <a:lnTo>
                    <a:pt x="2895689" y="191750"/>
                  </a:lnTo>
                  <a:lnTo>
                    <a:pt x="2905433" y="169939"/>
                  </a:lnTo>
                  <a:lnTo>
                    <a:pt x="2915192" y="14017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5" name="Freeform 1174">
              <a:extLst>
                <a:ext uri="{FF2B5EF4-FFF2-40B4-BE49-F238E27FC236}">
                  <a16:creationId xmlns:a16="http://schemas.microsoft.com/office/drawing/2014/main" id="{7BA7A138-359D-B8E8-6CAC-F148299CB6E8}"/>
                </a:ext>
              </a:extLst>
            </p:cNvPr>
            <p:cNvSpPr/>
            <p:nvPr/>
          </p:nvSpPr>
          <p:spPr>
            <a:xfrm>
              <a:off x="4426652" y="3521077"/>
              <a:ext cx="2915191" cy="459758"/>
            </a:xfrm>
            <a:custGeom>
              <a:avLst/>
              <a:gdLst>
                <a:gd name="connsiteX0" fmla="*/ 0 w 2915191"/>
                <a:gd name="connsiteY0" fmla="*/ 123027 h 459758"/>
                <a:gd name="connsiteX1" fmla="*/ 9750 w 2915191"/>
                <a:gd name="connsiteY1" fmla="*/ 115679 h 459758"/>
                <a:gd name="connsiteX2" fmla="*/ 19500 w 2915191"/>
                <a:gd name="connsiteY2" fmla="*/ 90993 h 459758"/>
                <a:gd name="connsiteX3" fmla="*/ 29250 w 2915191"/>
                <a:gd name="connsiteY3" fmla="*/ 150614 h 459758"/>
                <a:gd name="connsiteX4" fmla="*/ 39000 w 2915191"/>
                <a:gd name="connsiteY4" fmla="*/ 128438 h 459758"/>
                <a:gd name="connsiteX5" fmla="*/ 48749 w 2915191"/>
                <a:gd name="connsiteY5" fmla="*/ 115369 h 459758"/>
                <a:gd name="connsiteX6" fmla="*/ 58499 w 2915191"/>
                <a:gd name="connsiteY6" fmla="*/ 122026 h 459758"/>
                <a:gd name="connsiteX7" fmla="*/ 68249 w 2915191"/>
                <a:gd name="connsiteY7" fmla="*/ 64930 h 459758"/>
                <a:gd name="connsiteX8" fmla="*/ 77998 w 2915191"/>
                <a:gd name="connsiteY8" fmla="*/ 67092 h 459758"/>
                <a:gd name="connsiteX9" fmla="*/ 87748 w 2915191"/>
                <a:gd name="connsiteY9" fmla="*/ 59554 h 459758"/>
                <a:gd name="connsiteX10" fmla="*/ 97497 w 2915191"/>
                <a:gd name="connsiteY10" fmla="*/ 57410 h 459758"/>
                <a:gd name="connsiteX11" fmla="*/ 107247 w 2915191"/>
                <a:gd name="connsiteY11" fmla="*/ 51406 h 459758"/>
                <a:gd name="connsiteX12" fmla="*/ 116997 w 2915191"/>
                <a:gd name="connsiteY12" fmla="*/ 47102 h 459758"/>
                <a:gd name="connsiteX13" fmla="*/ 126747 w 2915191"/>
                <a:gd name="connsiteY13" fmla="*/ 63799 h 459758"/>
                <a:gd name="connsiteX14" fmla="*/ 136497 w 2915191"/>
                <a:gd name="connsiteY14" fmla="*/ 28864 h 459758"/>
                <a:gd name="connsiteX15" fmla="*/ 146247 w 2915191"/>
                <a:gd name="connsiteY15" fmla="*/ 66123 h 459758"/>
                <a:gd name="connsiteX16" fmla="*/ 155997 w 2915191"/>
                <a:gd name="connsiteY16" fmla="*/ 71448 h 459758"/>
                <a:gd name="connsiteX17" fmla="*/ 165747 w 2915191"/>
                <a:gd name="connsiteY17" fmla="*/ 62844 h 459758"/>
                <a:gd name="connsiteX18" fmla="*/ 175497 w 2915191"/>
                <a:gd name="connsiteY18" fmla="*/ 23068 h 459758"/>
                <a:gd name="connsiteX19" fmla="*/ 185247 w 2915191"/>
                <a:gd name="connsiteY19" fmla="*/ 22514 h 459758"/>
                <a:gd name="connsiteX20" fmla="*/ 194996 w 2915191"/>
                <a:gd name="connsiteY20" fmla="*/ 61664 h 459758"/>
                <a:gd name="connsiteX21" fmla="*/ 204746 w 2915191"/>
                <a:gd name="connsiteY21" fmla="*/ 88452 h 459758"/>
                <a:gd name="connsiteX22" fmla="*/ 214495 w 2915191"/>
                <a:gd name="connsiteY22" fmla="*/ 95955 h 459758"/>
                <a:gd name="connsiteX23" fmla="*/ 224245 w 2915191"/>
                <a:gd name="connsiteY23" fmla="*/ 91480 h 459758"/>
                <a:gd name="connsiteX24" fmla="*/ 233995 w 2915191"/>
                <a:gd name="connsiteY24" fmla="*/ 63623 h 459758"/>
                <a:gd name="connsiteX25" fmla="*/ 243744 w 2915191"/>
                <a:gd name="connsiteY25" fmla="*/ 94756 h 459758"/>
                <a:gd name="connsiteX26" fmla="*/ 253494 w 2915191"/>
                <a:gd name="connsiteY26" fmla="*/ 92897 h 459758"/>
                <a:gd name="connsiteX27" fmla="*/ 263244 w 2915191"/>
                <a:gd name="connsiteY27" fmla="*/ 64381 h 459758"/>
                <a:gd name="connsiteX28" fmla="*/ 272994 w 2915191"/>
                <a:gd name="connsiteY28" fmla="*/ 77230 h 459758"/>
                <a:gd name="connsiteX29" fmla="*/ 282744 w 2915191"/>
                <a:gd name="connsiteY29" fmla="*/ 107870 h 459758"/>
                <a:gd name="connsiteX30" fmla="*/ 292494 w 2915191"/>
                <a:gd name="connsiteY30" fmla="*/ 75051 h 459758"/>
                <a:gd name="connsiteX31" fmla="*/ 302244 w 2915191"/>
                <a:gd name="connsiteY31" fmla="*/ 55977 h 459758"/>
                <a:gd name="connsiteX32" fmla="*/ 311994 w 2915191"/>
                <a:gd name="connsiteY32" fmla="*/ 42247 h 459758"/>
                <a:gd name="connsiteX33" fmla="*/ 321744 w 2915191"/>
                <a:gd name="connsiteY33" fmla="*/ 61691 h 459758"/>
                <a:gd name="connsiteX34" fmla="*/ 331493 w 2915191"/>
                <a:gd name="connsiteY34" fmla="*/ 90653 h 459758"/>
                <a:gd name="connsiteX35" fmla="*/ 341243 w 2915191"/>
                <a:gd name="connsiteY35" fmla="*/ 78856 h 459758"/>
                <a:gd name="connsiteX36" fmla="*/ 350993 w 2915191"/>
                <a:gd name="connsiteY36" fmla="*/ 58884 h 459758"/>
                <a:gd name="connsiteX37" fmla="*/ 360742 w 2915191"/>
                <a:gd name="connsiteY37" fmla="*/ 38915 h 459758"/>
                <a:gd name="connsiteX38" fmla="*/ 370492 w 2915191"/>
                <a:gd name="connsiteY38" fmla="*/ 34856 h 459758"/>
                <a:gd name="connsiteX39" fmla="*/ 380241 w 2915191"/>
                <a:gd name="connsiteY39" fmla="*/ 16063 h 459758"/>
                <a:gd name="connsiteX40" fmla="*/ 389991 w 2915191"/>
                <a:gd name="connsiteY40" fmla="*/ 0 h 459758"/>
                <a:gd name="connsiteX41" fmla="*/ 399741 w 2915191"/>
                <a:gd name="connsiteY41" fmla="*/ 17724 h 459758"/>
                <a:gd name="connsiteX42" fmla="*/ 409491 w 2915191"/>
                <a:gd name="connsiteY42" fmla="*/ 40239 h 459758"/>
                <a:gd name="connsiteX43" fmla="*/ 419241 w 2915191"/>
                <a:gd name="connsiteY43" fmla="*/ 14829 h 459758"/>
                <a:gd name="connsiteX44" fmla="*/ 428991 w 2915191"/>
                <a:gd name="connsiteY44" fmla="*/ 30675 h 459758"/>
                <a:gd name="connsiteX45" fmla="*/ 438741 w 2915191"/>
                <a:gd name="connsiteY45" fmla="*/ 13697 h 459758"/>
                <a:gd name="connsiteX46" fmla="*/ 448491 w 2915191"/>
                <a:gd name="connsiteY46" fmla="*/ 40549 h 459758"/>
                <a:gd name="connsiteX47" fmla="*/ 458241 w 2915191"/>
                <a:gd name="connsiteY47" fmla="*/ 68447 h 459758"/>
                <a:gd name="connsiteX48" fmla="*/ 467991 w 2915191"/>
                <a:gd name="connsiteY48" fmla="*/ 72269 h 459758"/>
                <a:gd name="connsiteX49" fmla="*/ 477740 w 2915191"/>
                <a:gd name="connsiteY49" fmla="*/ 85031 h 459758"/>
                <a:gd name="connsiteX50" fmla="*/ 487490 w 2915191"/>
                <a:gd name="connsiteY50" fmla="*/ 67477 h 459758"/>
                <a:gd name="connsiteX51" fmla="*/ 497239 w 2915191"/>
                <a:gd name="connsiteY51" fmla="*/ 45431 h 459758"/>
                <a:gd name="connsiteX52" fmla="*/ 506989 w 2915191"/>
                <a:gd name="connsiteY52" fmla="*/ 54197 h 459758"/>
                <a:gd name="connsiteX53" fmla="*/ 516738 w 2915191"/>
                <a:gd name="connsiteY53" fmla="*/ 60701 h 459758"/>
                <a:gd name="connsiteX54" fmla="*/ 526488 w 2915191"/>
                <a:gd name="connsiteY54" fmla="*/ 84459 h 459758"/>
                <a:gd name="connsiteX55" fmla="*/ 536238 w 2915191"/>
                <a:gd name="connsiteY55" fmla="*/ 57391 h 459758"/>
                <a:gd name="connsiteX56" fmla="*/ 545988 w 2915191"/>
                <a:gd name="connsiteY56" fmla="*/ 84254 h 459758"/>
                <a:gd name="connsiteX57" fmla="*/ 555738 w 2915191"/>
                <a:gd name="connsiteY57" fmla="*/ 53696 h 459758"/>
                <a:gd name="connsiteX58" fmla="*/ 565488 w 2915191"/>
                <a:gd name="connsiteY58" fmla="*/ 26857 h 459758"/>
                <a:gd name="connsiteX59" fmla="*/ 575238 w 2915191"/>
                <a:gd name="connsiteY59" fmla="*/ 22606 h 459758"/>
                <a:gd name="connsiteX60" fmla="*/ 584988 w 2915191"/>
                <a:gd name="connsiteY60" fmla="*/ 23311 h 459758"/>
                <a:gd name="connsiteX61" fmla="*/ 594738 w 2915191"/>
                <a:gd name="connsiteY61" fmla="*/ 56485 h 459758"/>
                <a:gd name="connsiteX62" fmla="*/ 604488 w 2915191"/>
                <a:gd name="connsiteY62" fmla="*/ 54669 h 459758"/>
                <a:gd name="connsiteX63" fmla="*/ 614237 w 2915191"/>
                <a:gd name="connsiteY63" fmla="*/ 76129 h 459758"/>
                <a:gd name="connsiteX64" fmla="*/ 623987 w 2915191"/>
                <a:gd name="connsiteY64" fmla="*/ 66601 h 459758"/>
                <a:gd name="connsiteX65" fmla="*/ 633736 w 2915191"/>
                <a:gd name="connsiteY65" fmla="*/ 95015 h 459758"/>
                <a:gd name="connsiteX66" fmla="*/ 643486 w 2915191"/>
                <a:gd name="connsiteY66" fmla="*/ 105880 h 459758"/>
                <a:gd name="connsiteX67" fmla="*/ 653236 w 2915191"/>
                <a:gd name="connsiteY67" fmla="*/ 93472 h 459758"/>
                <a:gd name="connsiteX68" fmla="*/ 662985 w 2915191"/>
                <a:gd name="connsiteY68" fmla="*/ 123222 h 459758"/>
                <a:gd name="connsiteX69" fmla="*/ 672735 w 2915191"/>
                <a:gd name="connsiteY69" fmla="*/ 118667 h 459758"/>
                <a:gd name="connsiteX70" fmla="*/ 682485 w 2915191"/>
                <a:gd name="connsiteY70" fmla="*/ 118261 h 459758"/>
                <a:gd name="connsiteX71" fmla="*/ 692235 w 2915191"/>
                <a:gd name="connsiteY71" fmla="*/ 85951 h 459758"/>
                <a:gd name="connsiteX72" fmla="*/ 701985 w 2915191"/>
                <a:gd name="connsiteY72" fmla="*/ 81652 h 459758"/>
                <a:gd name="connsiteX73" fmla="*/ 711735 w 2915191"/>
                <a:gd name="connsiteY73" fmla="*/ 93817 h 459758"/>
                <a:gd name="connsiteX74" fmla="*/ 721485 w 2915191"/>
                <a:gd name="connsiteY74" fmla="*/ 98990 h 459758"/>
                <a:gd name="connsiteX75" fmla="*/ 731235 w 2915191"/>
                <a:gd name="connsiteY75" fmla="*/ 98660 h 459758"/>
                <a:gd name="connsiteX76" fmla="*/ 740985 w 2915191"/>
                <a:gd name="connsiteY76" fmla="*/ 111659 h 459758"/>
                <a:gd name="connsiteX77" fmla="*/ 750734 w 2915191"/>
                <a:gd name="connsiteY77" fmla="*/ 115412 h 459758"/>
                <a:gd name="connsiteX78" fmla="*/ 760484 w 2915191"/>
                <a:gd name="connsiteY78" fmla="*/ 59927 h 459758"/>
                <a:gd name="connsiteX79" fmla="*/ 770233 w 2915191"/>
                <a:gd name="connsiteY79" fmla="*/ 38791 h 459758"/>
                <a:gd name="connsiteX80" fmla="*/ 779983 w 2915191"/>
                <a:gd name="connsiteY80" fmla="*/ 63800 h 459758"/>
                <a:gd name="connsiteX81" fmla="*/ 789733 w 2915191"/>
                <a:gd name="connsiteY81" fmla="*/ 29352 h 459758"/>
                <a:gd name="connsiteX82" fmla="*/ 799482 w 2915191"/>
                <a:gd name="connsiteY82" fmla="*/ 31032 h 459758"/>
                <a:gd name="connsiteX83" fmla="*/ 809232 w 2915191"/>
                <a:gd name="connsiteY83" fmla="*/ 18370 h 459758"/>
                <a:gd name="connsiteX84" fmla="*/ 818982 w 2915191"/>
                <a:gd name="connsiteY84" fmla="*/ 12718 h 459758"/>
                <a:gd name="connsiteX85" fmla="*/ 828732 w 2915191"/>
                <a:gd name="connsiteY85" fmla="*/ 5921 h 459758"/>
                <a:gd name="connsiteX86" fmla="*/ 838482 w 2915191"/>
                <a:gd name="connsiteY86" fmla="*/ 33904 h 459758"/>
                <a:gd name="connsiteX87" fmla="*/ 848232 w 2915191"/>
                <a:gd name="connsiteY87" fmla="*/ 68455 h 459758"/>
                <a:gd name="connsiteX88" fmla="*/ 857982 w 2915191"/>
                <a:gd name="connsiteY88" fmla="*/ 58812 h 459758"/>
                <a:gd name="connsiteX89" fmla="*/ 867732 w 2915191"/>
                <a:gd name="connsiteY89" fmla="*/ 89187 h 459758"/>
                <a:gd name="connsiteX90" fmla="*/ 877482 w 2915191"/>
                <a:gd name="connsiteY90" fmla="*/ 127440 h 459758"/>
                <a:gd name="connsiteX91" fmla="*/ 887231 w 2915191"/>
                <a:gd name="connsiteY91" fmla="*/ 149313 h 459758"/>
                <a:gd name="connsiteX92" fmla="*/ 896981 w 2915191"/>
                <a:gd name="connsiteY92" fmla="*/ 166943 h 459758"/>
                <a:gd name="connsiteX93" fmla="*/ 906730 w 2915191"/>
                <a:gd name="connsiteY93" fmla="*/ 161787 h 459758"/>
                <a:gd name="connsiteX94" fmla="*/ 916480 w 2915191"/>
                <a:gd name="connsiteY94" fmla="*/ 138109 h 459758"/>
                <a:gd name="connsiteX95" fmla="*/ 926230 w 2915191"/>
                <a:gd name="connsiteY95" fmla="*/ 144364 h 459758"/>
                <a:gd name="connsiteX96" fmla="*/ 935979 w 2915191"/>
                <a:gd name="connsiteY96" fmla="*/ 121519 h 459758"/>
                <a:gd name="connsiteX97" fmla="*/ 945729 w 2915191"/>
                <a:gd name="connsiteY97" fmla="*/ 146683 h 459758"/>
                <a:gd name="connsiteX98" fmla="*/ 955479 w 2915191"/>
                <a:gd name="connsiteY98" fmla="*/ 144817 h 459758"/>
                <a:gd name="connsiteX99" fmla="*/ 965229 w 2915191"/>
                <a:gd name="connsiteY99" fmla="*/ 156740 h 459758"/>
                <a:gd name="connsiteX100" fmla="*/ 974979 w 2915191"/>
                <a:gd name="connsiteY100" fmla="*/ 137480 h 459758"/>
                <a:gd name="connsiteX101" fmla="*/ 984729 w 2915191"/>
                <a:gd name="connsiteY101" fmla="*/ 105254 h 459758"/>
                <a:gd name="connsiteX102" fmla="*/ 994474 w 2915191"/>
                <a:gd name="connsiteY102" fmla="*/ 129642 h 459758"/>
                <a:gd name="connsiteX103" fmla="*/ 1004233 w 2915191"/>
                <a:gd name="connsiteY103" fmla="*/ 162214 h 459758"/>
                <a:gd name="connsiteX104" fmla="*/ 1013977 w 2915191"/>
                <a:gd name="connsiteY104" fmla="*/ 138608 h 459758"/>
                <a:gd name="connsiteX105" fmla="*/ 1023721 w 2915191"/>
                <a:gd name="connsiteY105" fmla="*/ 136130 h 459758"/>
                <a:gd name="connsiteX106" fmla="*/ 1033480 w 2915191"/>
                <a:gd name="connsiteY106" fmla="*/ 143668 h 459758"/>
                <a:gd name="connsiteX107" fmla="*/ 1043224 w 2915191"/>
                <a:gd name="connsiteY107" fmla="*/ 173807 h 459758"/>
                <a:gd name="connsiteX108" fmla="*/ 1052983 w 2915191"/>
                <a:gd name="connsiteY108" fmla="*/ 192148 h 459758"/>
                <a:gd name="connsiteX109" fmla="*/ 1062727 w 2915191"/>
                <a:gd name="connsiteY109" fmla="*/ 186060 h 459758"/>
                <a:gd name="connsiteX110" fmla="*/ 1072471 w 2915191"/>
                <a:gd name="connsiteY110" fmla="*/ 176788 h 459758"/>
                <a:gd name="connsiteX111" fmla="*/ 1082230 w 2915191"/>
                <a:gd name="connsiteY111" fmla="*/ 164969 h 459758"/>
                <a:gd name="connsiteX112" fmla="*/ 1091973 w 2915191"/>
                <a:gd name="connsiteY112" fmla="*/ 181180 h 459758"/>
                <a:gd name="connsiteX113" fmla="*/ 1101732 w 2915191"/>
                <a:gd name="connsiteY113" fmla="*/ 204064 h 459758"/>
                <a:gd name="connsiteX114" fmla="*/ 1111476 w 2915191"/>
                <a:gd name="connsiteY114" fmla="*/ 184612 h 459758"/>
                <a:gd name="connsiteX115" fmla="*/ 1121220 w 2915191"/>
                <a:gd name="connsiteY115" fmla="*/ 201452 h 459758"/>
                <a:gd name="connsiteX116" fmla="*/ 1130979 w 2915191"/>
                <a:gd name="connsiteY116" fmla="*/ 240632 h 459758"/>
                <a:gd name="connsiteX117" fmla="*/ 1140723 w 2915191"/>
                <a:gd name="connsiteY117" fmla="*/ 221369 h 459758"/>
                <a:gd name="connsiteX118" fmla="*/ 1150482 w 2915191"/>
                <a:gd name="connsiteY118" fmla="*/ 197374 h 459758"/>
                <a:gd name="connsiteX119" fmla="*/ 1160226 w 2915191"/>
                <a:gd name="connsiteY119" fmla="*/ 164319 h 459758"/>
                <a:gd name="connsiteX120" fmla="*/ 1169969 w 2915191"/>
                <a:gd name="connsiteY120" fmla="*/ 148863 h 459758"/>
                <a:gd name="connsiteX121" fmla="*/ 1179728 w 2915191"/>
                <a:gd name="connsiteY121" fmla="*/ 126497 h 459758"/>
                <a:gd name="connsiteX122" fmla="*/ 1189472 w 2915191"/>
                <a:gd name="connsiteY122" fmla="*/ 109591 h 459758"/>
                <a:gd name="connsiteX123" fmla="*/ 1199231 w 2915191"/>
                <a:gd name="connsiteY123" fmla="*/ 108861 h 459758"/>
                <a:gd name="connsiteX124" fmla="*/ 1208975 w 2915191"/>
                <a:gd name="connsiteY124" fmla="*/ 95793 h 459758"/>
                <a:gd name="connsiteX125" fmla="*/ 1218719 w 2915191"/>
                <a:gd name="connsiteY125" fmla="*/ 89929 h 459758"/>
                <a:gd name="connsiteX126" fmla="*/ 1228478 w 2915191"/>
                <a:gd name="connsiteY126" fmla="*/ 84057 h 459758"/>
                <a:gd name="connsiteX127" fmla="*/ 1238222 w 2915191"/>
                <a:gd name="connsiteY127" fmla="*/ 125272 h 459758"/>
                <a:gd name="connsiteX128" fmla="*/ 1247966 w 2915191"/>
                <a:gd name="connsiteY128" fmla="*/ 109612 h 459758"/>
                <a:gd name="connsiteX129" fmla="*/ 1257725 w 2915191"/>
                <a:gd name="connsiteY129" fmla="*/ 118748 h 459758"/>
                <a:gd name="connsiteX130" fmla="*/ 1267469 w 2915191"/>
                <a:gd name="connsiteY130" fmla="*/ 150553 h 459758"/>
                <a:gd name="connsiteX131" fmla="*/ 1277227 w 2915191"/>
                <a:gd name="connsiteY131" fmla="*/ 157755 h 459758"/>
                <a:gd name="connsiteX132" fmla="*/ 1286971 w 2915191"/>
                <a:gd name="connsiteY132" fmla="*/ 182754 h 459758"/>
                <a:gd name="connsiteX133" fmla="*/ 1296715 w 2915191"/>
                <a:gd name="connsiteY133" fmla="*/ 207014 h 459758"/>
                <a:gd name="connsiteX134" fmla="*/ 1306474 w 2915191"/>
                <a:gd name="connsiteY134" fmla="*/ 212679 h 459758"/>
                <a:gd name="connsiteX135" fmla="*/ 1316218 w 2915191"/>
                <a:gd name="connsiteY135" fmla="*/ 244157 h 459758"/>
                <a:gd name="connsiteX136" fmla="*/ 1325977 w 2915191"/>
                <a:gd name="connsiteY136" fmla="*/ 280065 h 459758"/>
                <a:gd name="connsiteX137" fmla="*/ 1335721 w 2915191"/>
                <a:gd name="connsiteY137" fmla="*/ 302834 h 459758"/>
                <a:gd name="connsiteX138" fmla="*/ 1345465 w 2915191"/>
                <a:gd name="connsiteY138" fmla="*/ 326534 h 459758"/>
                <a:gd name="connsiteX139" fmla="*/ 1355224 w 2915191"/>
                <a:gd name="connsiteY139" fmla="*/ 277942 h 459758"/>
                <a:gd name="connsiteX140" fmla="*/ 1364967 w 2915191"/>
                <a:gd name="connsiteY140" fmla="*/ 313834 h 459758"/>
                <a:gd name="connsiteX141" fmla="*/ 1374726 w 2915191"/>
                <a:gd name="connsiteY141" fmla="*/ 316237 h 459758"/>
                <a:gd name="connsiteX142" fmla="*/ 1384470 w 2915191"/>
                <a:gd name="connsiteY142" fmla="*/ 301755 h 459758"/>
                <a:gd name="connsiteX143" fmla="*/ 1394214 w 2915191"/>
                <a:gd name="connsiteY143" fmla="*/ 275302 h 459758"/>
                <a:gd name="connsiteX144" fmla="*/ 1403973 w 2915191"/>
                <a:gd name="connsiteY144" fmla="*/ 277872 h 459758"/>
                <a:gd name="connsiteX145" fmla="*/ 1413717 w 2915191"/>
                <a:gd name="connsiteY145" fmla="*/ 246200 h 459758"/>
                <a:gd name="connsiteX146" fmla="*/ 1423476 w 2915191"/>
                <a:gd name="connsiteY146" fmla="*/ 250021 h 459758"/>
                <a:gd name="connsiteX147" fmla="*/ 1433220 w 2915191"/>
                <a:gd name="connsiteY147" fmla="*/ 244559 h 459758"/>
                <a:gd name="connsiteX148" fmla="*/ 1442964 w 2915191"/>
                <a:gd name="connsiteY148" fmla="*/ 238372 h 459758"/>
                <a:gd name="connsiteX149" fmla="*/ 1452722 w 2915191"/>
                <a:gd name="connsiteY149" fmla="*/ 280874 h 459758"/>
                <a:gd name="connsiteX150" fmla="*/ 1462466 w 2915191"/>
                <a:gd name="connsiteY150" fmla="*/ 294168 h 459758"/>
                <a:gd name="connsiteX151" fmla="*/ 1472225 w 2915191"/>
                <a:gd name="connsiteY151" fmla="*/ 299189 h 459758"/>
                <a:gd name="connsiteX152" fmla="*/ 1481969 w 2915191"/>
                <a:gd name="connsiteY152" fmla="*/ 327708 h 459758"/>
                <a:gd name="connsiteX153" fmla="*/ 1491713 w 2915191"/>
                <a:gd name="connsiteY153" fmla="*/ 331544 h 459758"/>
                <a:gd name="connsiteX154" fmla="*/ 1501472 w 2915191"/>
                <a:gd name="connsiteY154" fmla="*/ 352453 h 459758"/>
                <a:gd name="connsiteX155" fmla="*/ 1511216 w 2915191"/>
                <a:gd name="connsiteY155" fmla="*/ 364822 h 459758"/>
                <a:gd name="connsiteX156" fmla="*/ 1520960 w 2915191"/>
                <a:gd name="connsiteY156" fmla="*/ 339677 h 459758"/>
                <a:gd name="connsiteX157" fmla="*/ 1530719 w 2915191"/>
                <a:gd name="connsiteY157" fmla="*/ 324583 h 459758"/>
                <a:gd name="connsiteX158" fmla="*/ 1540463 w 2915191"/>
                <a:gd name="connsiteY158" fmla="*/ 338837 h 459758"/>
                <a:gd name="connsiteX159" fmla="*/ 1550221 w 2915191"/>
                <a:gd name="connsiteY159" fmla="*/ 360017 h 459758"/>
                <a:gd name="connsiteX160" fmla="*/ 1559965 w 2915191"/>
                <a:gd name="connsiteY160" fmla="*/ 359040 h 459758"/>
                <a:gd name="connsiteX161" fmla="*/ 1569709 w 2915191"/>
                <a:gd name="connsiteY161" fmla="*/ 346941 h 459758"/>
                <a:gd name="connsiteX162" fmla="*/ 1579468 w 2915191"/>
                <a:gd name="connsiteY162" fmla="*/ 355405 h 459758"/>
                <a:gd name="connsiteX163" fmla="*/ 1589212 w 2915191"/>
                <a:gd name="connsiteY163" fmla="*/ 348013 h 459758"/>
                <a:gd name="connsiteX164" fmla="*/ 1598971 w 2915191"/>
                <a:gd name="connsiteY164" fmla="*/ 337697 h 459758"/>
                <a:gd name="connsiteX165" fmla="*/ 1608715 w 2915191"/>
                <a:gd name="connsiteY165" fmla="*/ 346194 h 459758"/>
                <a:gd name="connsiteX166" fmla="*/ 1618459 w 2915191"/>
                <a:gd name="connsiteY166" fmla="*/ 327454 h 459758"/>
                <a:gd name="connsiteX167" fmla="*/ 1628218 w 2915191"/>
                <a:gd name="connsiteY167" fmla="*/ 325489 h 459758"/>
                <a:gd name="connsiteX168" fmla="*/ 1637962 w 2915191"/>
                <a:gd name="connsiteY168" fmla="*/ 335437 h 459758"/>
                <a:gd name="connsiteX169" fmla="*/ 1647720 w 2915191"/>
                <a:gd name="connsiteY169" fmla="*/ 345577 h 459758"/>
                <a:gd name="connsiteX170" fmla="*/ 1657464 w 2915191"/>
                <a:gd name="connsiteY170" fmla="*/ 360596 h 459758"/>
                <a:gd name="connsiteX171" fmla="*/ 1667208 w 2915191"/>
                <a:gd name="connsiteY171" fmla="*/ 383763 h 459758"/>
                <a:gd name="connsiteX172" fmla="*/ 1676967 w 2915191"/>
                <a:gd name="connsiteY172" fmla="*/ 411920 h 459758"/>
                <a:gd name="connsiteX173" fmla="*/ 1686711 w 2915191"/>
                <a:gd name="connsiteY173" fmla="*/ 390425 h 459758"/>
                <a:gd name="connsiteX174" fmla="*/ 1696470 w 2915191"/>
                <a:gd name="connsiteY174" fmla="*/ 351303 h 459758"/>
                <a:gd name="connsiteX175" fmla="*/ 1706214 w 2915191"/>
                <a:gd name="connsiteY175" fmla="*/ 393054 h 459758"/>
                <a:gd name="connsiteX176" fmla="*/ 1715958 w 2915191"/>
                <a:gd name="connsiteY176" fmla="*/ 370418 h 459758"/>
                <a:gd name="connsiteX177" fmla="*/ 1725716 w 2915191"/>
                <a:gd name="connsiteY177" fmla="*/ 396514 h 459758"/>
                <a:gd name="connsiteX178" fmla="*/ 1735460 w 2915191"/>
                <a:gd name="connsiteY178" fmla="*/ 417912 h 459758"/>
                <a:gd name="connsiteX179" fmla="*/ 1745219 w 2915191"/>
                <a:gd name="connsiteY179" fmla="*/ 430940 h 459758"/>
                <a:gd name="connsiteX180" fmla="*/ 1754963 w 2915191"/>
                <a:gd name="connsiteY180" fmla="*/ 412173 h 459758"/>
                <a:gd name="connsiteX181" fmla="*/ 1764707 w 2915191"/>
                <a:gd name="connsiteY181" fmla="*/ 406034 h 459758"/>
                <a:gd name="connsiteX182" fmla="*/ 1774466 w 2915191"/>
                <a:gd name="connsiteY182" fmla="*/ 402037 h 459758"/>
                <a:gd name="connsiteX183" fmla="*/ 1784210 w 2915191"/>
                <a:gd name="connsiteY183" fmla="*/ 387357 h 459758"/>
                <a:gd name="connsiteX184" fmla="*/ 1793969 w 2915191"/>
                <a:gd name="connsiteY184" fmla="*/ 396347 h 459758"/>
                <a:gd name="connsiteX185" fmla="*/ 1803713 w 2915191"/>
                <a:gd name="connsiteY185" fmla="*/ 386201 h 459758"/>
                <a:gd name="connsiteX186" fmla="*/ 1813457 w 2915191"/>
                <a:gd name="connsiteY186" fmla="*/ 386283 h 459758"/>
                <a:gd name="connsiteX187" fmla="*/ 1823215 w 2915191"/>
                <a:gd name="connsiteY187" fmla="*/ 410048 h 459758"/>
                <a:gd name="connsiteX188" fmla="*/ 1832959 w 2915191"/>
                <a:gd name="connsiteY188" fmla="*/ 405856 h 459758"/>
                <a:gd name="connsiteX189" fmla="*/ 1842703 w 2915191"/>
                <a:gd name="connsiteY189" fmla="*/ 402363 h 459758"/>
                <a:gd name="connsiteX190" fmla="*/ 1852462 w 2915191"/>
                <a:gd name="connsiteY190" fmla="*/ 360247 h 459758"/>
                <a:gd name="connsiteX191" fmla="*/ 1862206 w 2915191"/>
                <a:gd name="connsiteY191" fmla="*/ 362626 h 459758"/>
                <a:gd name="connsiteX192" fmla="*/ 1871965 w 2915191"/>
                <a:gd name="connsiteY192" fmla="*/ 358528 h 459758"/>
                <a:gd name="connsiteX193" fmla="*/ 1881709 w 2915191"/>
                <a:gd name="connsiteY193" fmla="*/ 359451 h 459758"/>
                <a:gd name="connsiteX194" fmla="*/ 1891453 w 2915191"/>
                <a:gd name="connsiteY194" fmla="*/ 352848 h 459758"/>
                <a:gd name="connsiteX195" fmla="*/ 1901212 w 2915191"/>
                <a:gd name="connsiteY195" fmla="*/ 352628 h 459758"/>
                <a:gd name="connsiteX196" fmla="*/ 1910956 w 2915191"/>
                <a:gd name="connsiteY196" fmla="*/ 362807 h 459758"/>
                <a:gd name="connsiteX197" fmla="*/ 1920714 w 2915191"/>
                <a:gd name="connsiteY197" fmla="*/ 369909 h 459758"/>
                <a:gd name="connsiteX198" fmla="*/ 1930458 w 2915191"/>
                <a:gd name="connsiteY198" fmla="*/ 385353 h 459758"/>
                <a:gd name="connsiteX199" fmla="*/ 1940202 w 2915191"/>
                <a:gd name="connsiteY199" fmla="*/ 383147 h 459758"/>
                <a:gd name="connsiteX200" fmla="*/ 1949961 w 2915191"/>
                <a:gd name="connsiteY200" fmla="*/ 385857 h 459758"/>
                <a:gd name="connsiteX201" fmla="*/ 1959705 w 2915191"/>
                <a:gd name="connsiteY201" fmla="*/ 360299 h 459758"/>
                <a:gd name="connsiteX202" fmla="*/ 1969464 w 2915191"/>
                <a:gd name="connsiteY202" fmla="*/ 403311 h 459758"/>
                <a:gd name="connsiteX203" fmla="*/ 1979208 w 2915191"/>
                <a:gd name="connsiteY203" fmla="*/ 444082 h 459758"/>
                <a:gd name="connsiteX204" fmla="*/ 1988952 w 2915191"/>
                <a:gd name="connsiteY204" fmla="*/ 459759 h 459758"/>
                <a:gd name="connsiteX205" fmla="*/ 1998711 w 2915191"/>
                <a:gd name="connsiteY205" fmla="*/ 448234 h 459758"/>
                <a:gd name="connsiteX206" fmla="*/ 2008454 w 2915191"/>
                <a:gd name="connsiteY206" fmla="*/ 452488 h 459758"/>
                <a:gd name="connsiteX207" fmla="*/ 2018213 w 2915191"/>
                <a:gd name="connsiteY207" fmla="*/ 457507 h 459758"/>
                <a:gd name="connsiteX208" fmla="*/ 2027957 w 2915191"/>
                <a:gd name="connsiteY208" fmla="*/ 428344 h 459758"/>
                <a:gd name="connsiteX209" fmla="*/ 2037701 w 2915191"/>
                <a:gd name="connsiteY209" fmla="*/ 408016 h 459758"/>
                <a:gd name="connsiteX210" fmla="*/ 2047460 w 2915191"/>
                <a:gd name="connsiteY210" fmla="*/ 383053 h 459758"/>
                <a:gd name="connsiteX211" fmla="*/ 2057204 w 2915191"/>
                <a:gd name="connsiteY211" fmla="*/ 336432 h 459758"/>
                <a:gd name="connsiteX212" fmla="*/ 2066963 w 2915191"/>
                <a:gd name="connsiteY212" fmla="*/ 316287 h 459758"/>
                <a:gd name="connsiteX213" fmla="*/ 2076707 w 2915191"/>
                <a:gd name="connsiteY213" fmla="*/ 316139 h 459758"/>
                <a:gd name="connsiteX214" fmla="*/ 2086451 w 2915191"/>
                <a:gd name="connsiteY214" fmla="*/ 325817 h 459758"/>
                <a:gd name="connsiteX215" fmla="*/ 2096210 w 2915191"/>
                <a:gd name="connsiteY215" fmla="*/ 314675 h 459758"/>
                <a:gd name="connsiteX216" fmla="*/ 2105954 w 2915191"/>
                <a:gd name="connsiteY216" fmla="*/ 282491 h 459758"/>
                <a:gd name="connsiteX217" fmla="*/ 2115697 w 2915191"/>
                <a:gd name="connsiteY217" fmla="*/ 232931 h 459758"/>
                <a:gd name="connsiteX218" fmla="*/ 2125456 w 2915191"/>
                <a:gd name="connsiteY218" fmla="*/ 267241 h 459758"/>
                <a:gd name="connsiteX219" fmla="*/ 2135200 w 2915191"/>
                <a:gd name="connsiteY219" fmla="*/ 248066 h 459758"/>
                <a:gd name="connsiteX220" fmla="*/ 2144959 w 2915191"/>
                <a:gd name="connsiteY220" fmla="*/ 296561 h 459758"/>
                <a:gd name="connsiteX221" fmla="*/ 2154703 w 2915191"/>
                <a:gd name="connsiteY221" fmla="*/ 316998 h 459758"/>
                <a:gd name="connsiteX222" fmla="*/ 2164447 w 2915191"/>
                <a:gd name="connsiteY222" fmla="*/ 317117 h 459758"/>
                <a:gd name="connsiteX223" fmla="*/ 2174206 w 2915191"/>
                <a:gd name="connsiteY223" fmla="*/ 359715 h 459758"/>
                <a:gd name="connsiteX224" fmla="*/ 2183950 w 2915191"/>
                <a:gd name="connsiteY224" fmla="*/ 378099 h 459758"/>
                <a:gd name="connsiteX225" fmla="*/ 2193709 w 2915191"/>
                <a:gd name="connsiteY225" fmla="*/ 349579 h 459758"/>
                <a:gd name="connsiteX226" fmla="*/ 2203452 w 2915191"/>
                <a:gd name="connsiteY226" fmla="*/ 350752 h 459758"/>
                <a:gd name="connsiteX227" fmla="*/ 2213196 w 2915191"/>
                <a:gd name="connsiteY227" fmla="*/ 374708 h 459758"/>
                <a:gd name="connsiteX228" fmla="*/ 2222955 w 2915191"/>
                <a:gd name="connsiteY228" fmla="*/ 320064 h 459758"/>
                <a:gd name="connsiteX229" fmla="*/ 2232699 w 2915191"/>
                <a:gd name="connsiteY229" fmla="*/ 307750 h 459758"/>
                <a:gd name="connsiteX230" fmla="*/ 2242458 w 2915191"/>
                <a:gd name="connsiteY230" fmla="*/ 299657 h 459758"/>
                <a:gd name="connsiteX231" fmla="*/ 2252202 w 2915191"/>
                <a:gd name="connsiteY231" fmla="*/ 284520 h 459758"/>
                <a:gd name="connsiteX232" fmla="*/ 2261946 w 2915191"/>
                <a:gd name="connsiteY232" fmla="*/ 249910 h 459758"/>
                <a:gd name="connsiteX233" fmla="*/ 2271705 w 2915191"/>
                <a:gd name="connsiteY233" fmla="*/ 223787 h 459758"/>
                <a:gd name="connsiteX234" fmla="*/ 2281449 w 2915191"/>
                <a:gd name="connsiteY234" fmla="*/ 244217 h 459758"/>
                <a:gd name="connsiteX235" fmla="*/ 2291208 w 2915191"/>
                <a:gd name="connsiteY235" fmla="*/ 217670 h 459758"/>
                <a:gd name="connsiteX236" fmla="*/ 2300951 w 2915191"/>
                <a:gd name="connsiteY236" fmla="*/ 218483 h 459758"/>
                <a:gd name="connsiteX237" fmla="*/ 2310695 w 2915191"/>
                <a:gd name="connsiteY237" fmla="*/ 176510 h 459758"/>
                <a:gd name="connsiteX238" fmla="*/ 2320454 w 2915191"/>
                <a:gd name="connsiteY238" fmla="*/ 139413 h 459758"/>
                <a:gd name="connsiteX239" fmla="*/ 2330198 w 2915191"/>
                <a:gd name="connsiteY239" fmla="*/ 132106 h 459758"/>
                <a:gd name="connsiteX240" fmla="*/ 2339957 w 2915191"/>
                <a:gd name="connsiteY240" fmla="*/ 119992 h 459758"/>
                <a:gd name="connsiteX241" fmla="*/ 2349701 w 2915191"/>
                <a:gd name="connsiteY241" fmla="*/ 111821 h 459758"/>
                <a:gd name="connsiteX242" fmla="*/ 2359445 w 2915191"/>
                <a:gd name="connsiteY242" fmla="*/ 128523 h 459758"/>
                <a:gd name="connsiteX243" fmla="*/ 2369204 w 2915191"/>
                <a:gd name="connsiteY243" fmla="*/ 151275 h 459758"/>
                <a:gd name="connsiteX244" fmla="*/ 2378948 w 2915191"/>
                <a:gd name="connsiteY244" fmla="*/ 166803 h 459758"/>
                <a:gd name="connsiteX245" fmla="*/ 2388692 w 2915191"/>
                <a:gd name="connsiteY245" fmla="*/ 152198 h 459758"/>
                <a:gd name="connsiteX246" fmla="*/ 2398450 w 2915191"/>
                <a:gd name="connsiteY246" fmla="*/ 170930 h 459758"/>
                <a:gd name="connsiteX247" fmla="*/ 2408194 w 2915191"/>
                <a:gd name="connsiteY247" fmla="*/ 154982 h 459758"/>
                <a:gd name="connsiteX248" fmla="*/ 2417953 w 2915191"/>
                <a:gd name="connsiteY248" fmla="*/ 167497 h 459758"/>
                <a:gd name="connsiteX249" fmla="*/ 2427697 w 2915191"/>
                <a:gd name="connsiteY249" fmla="*/ 117081 h 459758"/>
                <a:gd name="connsiteX250" fmla="*/ 2437441 w 2915191"/>
                <a:gd name="connsiteY250" fmla="*/ 112088 h 459758"/>
                <a:gd name="connsiteX251" fmla="*/ 2447200 w 2915191"/>
                <a:gd name="connsiteY251" fmla="*/ 135354 h 459758"/>
                <a:gd name="connsiteX252" fmla="*/ 2456944 w 2915191"/>
                <a:gd name="connsiteY252" fmla="*/ 161737 h 459758"/>
                <a:gd name="connsiteX253" fmla="*/ 2466703 w 2915191"/>
                <a:gd name="connsiteY253" fmla="*/ 123705 h 459758"/>
                <a:gd name="connsiteX254" fmla="*/ 2476446 w 2915191"/>
                <a:gd name="connsiteY254" fmla="*/ 167560 h 459758"/>
                <a:gd name="connsiteX255" fmla="*/ 2486190 w 2915191"/>
                <a:gd name="connsiteY255" fmla="*/ 145180 h 459758"/>
                <a:gd name="connsiteX256" fmla="*/ 2495949 w 2915191"/>
                <a:gd name="connsiteY256" fmla="*/ 132090 h 459758"/>
                <a:gd name="connsiteX257" fmla="*/ 2505693 w 2915191"/>
                <a:gd name="connsiteY257" fmla="*/ 161766 h 459758"/>
                <a:gd name="connsiteX258" fmla="*/ 2515452 w 2915191"/>
                <a:gd name="connsiteY258" fmla="*/ 180611 h 459758"/>
                <a:gd name="connsiteX259" fmla="*/ 2525196 w 2915191"/>
                <a:gd name="connsiteY259" fmla="*/ 167173 h 459758"/>
                <a:gd name="connsiteX260" fmla="*/ 2534940 w 2915191"/>
                <a:gd name="connsiteY260" fmla="*/ 140092 h 459758"/>
                <a:gd name="connsiteX261" fmla="*/ 2544699 w 2915191"/>
                <a:gd name="connsiteY261" fmla="*/ 177174 h 459758"/>
                <a:gd name="connsiteX262" fmla="*/ 2554443 w 2915191"/>
                <a:gd name="connsiteY262" fmla="*/ 184811 h 459758"/>
                <a:gd name="connsiteX263" fmla="*/ 2564202 w 2915191"/>
                <a:gd name="connsiteY263" fmla="*/ 198182 h 459758"/>
                <a:gd name="connsiteX264" fmla="*/ 2573946 w 2915191"/>
                <a:gd name="connsiteY264" fmla="*/ 202143 h 459758"/>
                <a:gd name="connsiteX265" fmla="*/ 2583690 w 2915191"/>
                <a:gd name="connsiteY265" fmla="*/ 172694 h 459758"/>
                <a:gd name="connsiteX266" fmla="*/ 2593448 w 2915191"/>
                <a:gd name="connsiteY266" fmla="*/ 164917 h 459758"/>
                <a:gd name="connsiteX267" fmla="*/ 2603192 w 2915191"/>
                <a:gd name="connsiteY267" fmla="*/ 187374 h 459758"/>
                <a:gd name="connsiteX268" fmla="*/ 2612951 w 2915191"/>
                <a:gd name="connsiteY268" fmla="*/ 177037 h 459758"/>
                <a:gd name="connsiteX269" fmla="*/ 2622695 w 2915191"/>
                <a:gd name="connsiteY269" fmla="*/ 175942 h 459758"/>
                <a:gd name="connsiteX270" fmla="*/ 2632439 w 2915191"/>
                <a:gd name="connsiteY270" fmla="*/ 179652 h 459758"/>
                <a:gd name="connsiteX271" fmla="*/ 2642198 w 2915191"/>
                <a:gd name="connsiteY271" fmla="*/ 162841 h 459758"/>
                <a:gd name="connsiteX272" fmla="*/ 2651942 w 2915191"/>
                <a:gd name="connsiteY272" fmla="*/ 159337 h 459758"/>
                <a:gd name="connsiteX273" fmla="*/ 2661685 w 2915191"/>
                <a:gd name="connsiteY273" fmla="*/ 162841 h 459758"/>
                <a:gd name="connsiteX274" fmla="*/ 2671444 w 2915191"/>
                <a:gd name="connsiteY274" fmla="*/ 178214 h 459758"/>
                <a:gd name="connsiteX275" fmla="*/ 2681188 w 2915191"/>
                <a:gd name="connsiteY275" fmla="*/ 161200 h 459758"/>
                <a:gd name="connsiteX276" fmla="*/ 2690947 w 2915191"/>
                <a:gd name="connsiteY276" fmla="*/ 148874 h 459758"/>
                <a:gd name="connsiteX277" fmla="*/ 2700691 w 2915191"/>
                <a:gd name="connsiteY277" fmla="*/ 158016 h 459758"/>
                <a:gd name="connsiteX278" fmla="*/ 2710435 w 2915191"/>
                <a:gd name="connsiteY278" fmla="*/ 193804 h 459758"/>
                <a:gd name="connsiteX279" fmla="*/ 2720194 w 2915191"/>
                <a:gd name="connsiteY279" fmla="*/ 196138 h 459758"/>
                <a:gd name="connsiteX280" fmla="*/ 2729938 w 2915191"/>
                <a:gd name="connsiteY280" fmla="*/ 183719 h 459758"/>
                <a:gd name="connsiteX281" fmla="*/ 2739697 w 2915191"/>
                <a:gd name="connsiteY281" fmla="*/ 168716 h 459758"/>
                <a:gd name="connsiteX282" fmla="*/ 2749441 w 2915191"/>
                <a:gd name="connsiteY282" fmla="*/ 174506 h 459758"/>
                <a:gd name="connsiteX283" fmla="*/ 2759185 w 2915191"/>
                <a:gd name="connsiteY283" fmla="*/ 156255 h 459758"/>
                <a:gd name="connsiteX284" fmla="*/ 2768943 w 2915191"/>
                <a:gd name="connsiteY284" fmla="*/ 133449 h 459758"/>
                <a:gd name="connsiteX285" fmla="*/ 2778687 w 2915191"/>
                <a:gd name="connsiteY285" fmla="*/ 104065 h 459758"/>
                <a:gd name="connsiteX286" fmla="*/ 2788446 w 2915191"/>
                <a:gd name="connsiteY286" fmla="*/ 113043 h 459758"/>
                <a:gd name="connsiteX287" fmla="*/ 2798190 w 2915191"/>
                <a:gd name="connsiteY287" fmla="*/ 167249 h 459758"/>
                <a:gd name="connsiteX288" fmla="*/ 2807934 w 2915191"/>
                <a:gd name="connsiteY288" fmla="*/ 131849 h 459758"/>
                <a:gd name="connsiteX289" fmla="*/ 2817693 w 2915191"/>
                <a:gd name="connsiteY289" fmla="*/ 145609 h 459758"/>
                <a:gd name="connsiteX290" fmla="*/ 2827437 w 2915191"/>
                <a:gd name="connsiteY290" fmla="*/ 133172 h 459758"/>
                <a:gd name="connsiteX291" fmla="*/ 2837196 w 2915191"/>
                <a:gd name="connsiteY291" fmla="*/ 96051 h 459758"/>
                <a:gd name="connsiteX292" fmla="*/ 2846940 w 2915191"/>
                <a:gd name="connsiteY292" fmla="*/ 127650 h 459758"/>
                <a:gd name="connsiteX293" fmla="*/ 2856684 w 2915191"/>
                <a:gd name="connsiteY293" fmla="*/ 136235 h 459758"/>
                <a:gd name="connsiteX294" fmla="*/ 2866442 w 2915191"/>
                <a:gd name="connsiteY294" fmla="*/ 165140 h 459758"/>
                <a:gd name="connsiteX295" fmla="*/ 2876186 w 2915191"/>
                <a:gd name="connsiteY295" fmla="*/ 169118 h 459758"/>
                <a:gd name="connsiteX296" fmla="*/ 2885945 w 2915191"/>
                <a:gd name="connsiteY296" fmla="*/ 170887 h 459758"/>
                <a:gd name="connsiteX297" fmla="*/ 2895689 w 2915191"/>
                <a:gd name="connsiteY297" fmla="*/ 172696 h 459758"/>
                <a:gd name="connsiteX298" fmla="*/ 2905433 w 2915191"/>
                <a:gd name="connsiteY298" fmla="*/ 167815 h 459758"/>
                <a:gd name="connsiteX299" fmla="*/ 2915192 w 2915191"/>
                <a:gd name="connsiteY299" fmla="*/ 159349 h 459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59758">
                  <a:moveTo>
                    <a:pt x="0" y="123027"/>
                  </a:moveTo>
                  <a:lnTo>
                    <a:pt x="9750" y="115679"/>
                  </a:lnTo>
                  <a:lnTo>
                    <a:pt x="19500" y="90993"/>
                  </a:lnTo>
                  <a:lnTo>
                    <a:pt x="29250" y="150614"/>
                  </a:lnTo>
                  <a:lnTo>
                    <a:pt x="39000" y="128438"/>
                  </a:lnTo>
                  <a:lnTo>
                    <a:pt x="48749" y="115369"/>
                  </a:lnTo>
                  <a:lnTo>
                    <a:pt x="58499" y="122026"/>
                  </a:lnTo>
                  <a:lnTo>
                    <a:pt x="68249" y="64930"/>
                  </a:lnTo>
                  <a:lnTo>
                    <a:pt x="77998" y="67092"/>
                  </a:lnTo>
                  <a:lnTo>
                    <a:pt x="87748" y="59554"/>
                  </a:lnTo>
                  <a:lnTo>
                    <a:pt x="97497" y="57410"/>
                  </a:lnTo>
                  <a:lnTo>
                    <a:pt x="107247" y="51406"/>
                  </a:lnTo>
                  <a:lnTo>
                    <a:pt x="116997" y="47102"/>
                  </a:lnTo>
                  <a:lnTo>
                    <a:pt x="126747" y="63799"/>
                  </a:lnTo>
                  <a:lnTo>
                    <a:pt x="136497" y="28864"/>
                  </a:lnTo>
                  <a:lnTo>
                    <a:pt x="146247" y="66123"/>
                  </a:lnTo>
                  <a:lnTo>
                    <a:pt x="155997" y="71448"/>
                  </a:lnTo>
                  <a:lnTo>
                    <a:pt x="165747" y="62844"/>
                  </a:lnTo>
                  <a:lnTo>
                    <a:pt x="175497" y="23068"/>
                  </a:lnTo>
                  <a:lnTo>
                    <a:pt x="185247" y="22514"/>
                  </a:lnTo>
                  <a:lnTo>
                    <a:pt x="194996" y="61664"/>
                  </a:lnTo>
                  <a:lnTo>
                    <a:pt x="204746" y="88452"/>
                  </a:lnTo>
                  <a:lnTo>
                    <a:pt x="214495" y="95955"/>
                  </a:lnTo>
                  <a:lnTo>
                    <a:pt x="224245" y="91480"/>
                  </a:lnTo>
                  <a:lnTo>
                    <a:pt x="233995" y="63623"/>
                  </a:lnTo>
                  <a:lnTo>
                    <a:pt x="243744" y="94756"/>
                  </a:lnTo>
                  <a:lnTo>
                    <a:pt x="253494" y="92897"/>
                  </a:lnTo>
                  <a:lnTo>
                    <a:pt x="263244" y="64381"/>
                  </a:lnTo>
                  <a:lnTo>
                    <a:pt x="272994" y="77230"/>
                  </a:lnTo>
                  <a:lnTo>
                    <a:pt x="282744" y="107870"/>
                  </a:lnTo>
                  <a:lnTo>
                    <a:pt x="292494" y="75051"/>
                  </a:lnTo>
                  <a:lnTo>
                    <a:pt x="302244" y="55977"/>
                  </a:lnTo>
                  <a:lnTo>
                    <a:pt x="311994" y="42247"/>
                  </a:lnTo>
                  <a:lnTo>
                    <a:pt x="321744" y="61691"/>
                  </a:lnTo>
                  <a:lnTo>
                    <a:pt x="331493" y="90653"/>
                  </a:lnTo>
                  <a:lnTo>
                    <a:pt x="341243" y="78856"/>
                  </a:lnTo>
                  <a:lnTo>
                    <a:pt x="350993" y="58884"/>
                  </a:lnTo>
                  <a:lnTo>
                    <a:pt x="360742" y="38915"/>
                  </a:lnTo>
                  <a:lnTo>
                    <a:pt x="370492" y="34856"/>
                  </a:lnTo>
                  <a:lnTo>
                    <a:pt x="380241" y="16063"/>
                  </a:lnTo>
                  <a:lnTo>
                    <a:pt x="389991" y="0"/>
                  </a:lnTo>
                  <a:lnTo>
                    <a:pt x="399741" y="17724"/>
                  </a:lnTo>
                  <a:lnTo>
                    <a:pt x="409491" y="40239"/>
                  </a:lnTo>
                  <a:lnTo>
                    <a:pt x="419241" y="14829"/>
                  </a:lnTo>
                  <a:lnTo>
                    <a:pt x="428991" y="30675"/>
                  </a:lnTo>
                  <a:lnTo>
                    <a:pt x="438741" y="13697"/>
                  </a:lnTo>
                  <a:lnTo>
                    <a:pt x="448491" y="40549"/>
                  </a:lnTo>
                  <a:lnTo>
                    <a:pt x="458241" y="68447"/>
                  </a:lnTo>
                  <a:lnTo>
                    <a:pt x="467991" y="72269"/>
                  </a:lnTo>
                  <a:lnTo>
                    <a:pt x="477740" y="85031"/>
                  </a:lnTo>
                  <a:lnTo>
                    <a:pt x="487490" y="67477"/>
                  </a:lnTo>
                  <a:lnTo>
                    <a:pt x="497239" y="45431"/>
                  </a:lnTo>
                  <a:lnTo>
                    <a:pt x="506989" y="54197"/>
                  </a:lnTo>
                  <a:lnTo>
                    <a:pt x="516738" y="60701"/>
                  </a:lnTo>
                  <a:lnTo>
                    <a:pt x="526488" y="84459"/>
                  </a:lnTo>
                  <a:lnTo>
                    <a:pt x="536238" y="57391"/>
                  </a:lnTo>
                  <a:lnTo>
                    <a:pt x="545988" y="84254"/>
                  </a:lnTo>
                  <a:lnTo>
                    <a:pt x="555738" y="53696"/>
                  </a:lnTo>
                  <a:lnTo>
                    <a:pt x="565488" y="26857"/>
                  </a:lnTo>
                  <a:lnTo>
                    <a:pt x="575238" y="22606"/>
                  </a:lnTo>
                  <a:lnTo>
                    <a:pt x="584988" y="23311"/>
                  </a:lnTo>
                  <a:lnTo>
                    <a:pt x="594738" y="56485"/>
                  </a:lnTo>
                  <a:lnTo>
                    <a:pt x="604488" y="54669"/>
                  </a:lnTo>
                  <a:lnTo>
                    <a:pt x="614237" y="76129"/>
                  </a:lnTo>
                  <a:lnTo>
                    <a:pt x="623987" y="66601"/>
                  </a:lnTo>
                  <a:lnTo>
                    <a:pt x="633736" y="95015"/>
                  </a:lnTo>
                  <a:lnTo>
                    <a:pt x="643486" y="105880"/>
                  </a:lnTo>
                  <a:lnTo>
                    <a:pt x="653236" y="93472"/>
                  </a:lnTo>
                  <a:lnTo>
                    <a:pt x="662985" y="123222"/>
                  </a:lnTo>
                  <a:lnTo>
                    <a:pt x="672735" y="118667"/>
                  </a:lnTo>
                  <a:lnTo>
                    <a:pt x="682485" y="118261"/>
                  </a:lnTo>
                  <a:lnTo>
                    <a:pt x="692235" y="85951"/>
                  </a:lnTo>
                  <a:lnTo>
                    <a:pt x="701985" y="81652"/>
                  </a:lnTo>
                  <a:lnTo>
                    <a:pt x="711735" y="93817"/>
                  </a:lnTo>
                  <a:lnTo>
                    <a:pt x="721485" y="98990"/>
                  </a:lnTo>
                  <a:lnTo>
                    <a:pt x="731235" y="98660"/>
                  </a:lnTo>
                  <a:lnTo>
                    <a:pt x="740985" y="111659"/>
                  </a:lnTo>
                  <a:lnTo>
                    <a:pt x="750734" y="115412"/>
                  </a:lnTo>
                  <a:lnTo>
                    <a:pt x="760484" y="59927"/>
                  </a:lnTo>
                  <a:lnTo>
                    <a:pt x="770233" y="38791"/>
                  </a:lnTo>
                  <a:lnTo>
                    <a:pt x="779983" y="63800"/>
                  </a:lnTo>
                  <a:lnTo>
                    <a:pt x="789733" y="29352"/>
                  </a:lnTo>
                  <a:lnTo>
                    <a:pt x="799482" y="31032"/>
                  </a:lnTo>
                  <a:lnTo>
                    <a:pt x="809232" y="18370"/>
                  </a:lnTo>
                  <a:lnTo>
                    <a:pt x="818982" y="12718"/>
                  </a:lnTo>
                  <a:lnTo>
                    <a:pt x="828732" y="5921"/>
                  </a:lnTo>
                  <a:lnTo>
                    <a:pt x="838482" y="33904"/>
                  </a:lnTo>
                  <a:lnTo>
                    <a:pt x="848232" y="68455"/>
                  </a:lnTo>
                  <a:lnTo>
                    <a:pt x="857982" y="58812"/>
                  </a:lnTo>
                  <a:lnTo>
                    <a:pt x="867732" y="89187"/>
                  </a:lnTo>
                  <a:lnTo>
                    <a:pt x="877482" y="127440"/>
                  </a:lnTo>
                  <a:lnTo>
                    <a:pt x="887231" y="149313"/>
                  </a:lnTo>
                  <a:lnTo>
                    <a:pt x="896981" y="166943"/>
                  </a:lnTo>
                  <a:lnTo>
                    <a:pt x="906730" y="161787"/>
                  </a:lnTo>
                  <a:lnTo>
                    <a:pt x="916480" y="138109"/>
                  </a:lnTo>
                  <a:lnTo>
                    <a:pt x="926230" y="144364"/>
                  </a:lnTo>
                  <a:lnTo>
                    <a:pt x="935979" y="121519"/>
                  </a:lnTo>
                  <a:lnTo>
                    <a:pt x="945729" y="146683"/>
                  </a:lnTo>
                  <a:lnTo>
                    <a:pt x="955479" y="144817"/>
                  </a:lnTo>
                  <a:lnTo>
                    <a:pt x="965229" y="156740"/>
                  </a:lnTo>
                  <a:lnTo>
                    <a:pt x="974979" y="137480"/>
                  </a:lnTo>
                  <a:lnTo>
                    <a:pt x="984729" y="105254"/>
                  </a:lnTo>
                  <a:lnTo>
                    <a:pt x="994474" y="129642"/>
                  </a:lnTo>
                  <a:lnTo>
                    <a:pt x="1004233" y="162214"/>
                  </a:lnTo>
                  <a:lnTo>
                    <a:pt x="1013977" y="138608"/>
                  </a:lnTo>
                  <a:lnTo>
                    <a:pt x="1023721" y="136130"/>
                  </a:lnTo>
                  <a:lnTo>
                    <a:pt x="1033480" y="143668"/>
                  </a:lnTo>
                  <a:lnTo>
                    <a:pt x="1043224" y="173807"/>
                  </a:lnTo>
                  <a:lnTo>
                    <a:pt x="1052983" y="192148"/>
                  </a:lnTo>
                  <a:lnTo>
                    <a:pt x="1062727" y="186060"/>
                  </a:lnTo>
                  <a:lnTo>
                    <a:pt x="1072471" y="176788"/>
                  </a:lnTo>
                  <a:lnTo>
                    <a:pt x="1082230" y="164969"/>
                  </a:lnTo>
                  <a:lnTo>
                    <a:pt x="1091973" y="181180"/>
                  </a:lnTo>
                  <a:lnTo>
                    <a:pt x="1101732" y="204064"/>
                  </a:lnTo>
                  <a:lnTo>
                    <a:pt x="1111476" y="184612"/>
                  </a:lnTo>
                  <a:lnTo>
                    <a:pt x="1121220" y="201452"/>
                  </a:lnTo>
                  <a:lnTo>
                    <a:pt x="1130979" y="240632"/>
                  </a:lnTo>
                  <a:lnTo>
                    <a:pt x="1140723" y="221369"/>
                  </a:lnTo>
                  <a:lnTo>
                    <a:pt x="1150482" y="197374"/>
                  </a:lnTo>
                  <a:lnTo>
                    <a:pt x="1160226" y="164319"/>
                  </a:lnTo>
                  <a:lnTo>
                    <a:pt x="1169969" y="148863"/>
                  </a:lnTo>
                  <a:lnTo>
                    <a:pt x="1179728" y="126497"/>
                  </a:lnTo>
                  <a:lnTo>
                    <a:pt x="1189472" y="109591"/>
                  </a:lnTo>
                  <a:lnTo>
                    <a:pt x="1199231" y="108861"/>
                  </a:lnTo>
                  <a:lnTo>
                    <a:pt x="1208975" y="95793"/>
                  </a:lnTo>
                  <a:lnTo>
                    <a:pt x="1218719" y="89929"/>
                  </a:lnTo>
                  <a:lnTo>
                    <a:pt x="1228478" y="84057"/>
                  </a:lnTo>
                  <a:lnTo>
                    <a:pt x="1238222" y="125272"/>
                  </a:lnTo>
                  <a:lnTo>
                    <a:pt x="1247966" y="109612"/>
                  </a:lnTo>
                  <a:lnTo>
                    <a:pt x="1257725" y="118748"/>
                  </a:lnTo>
                  <a:lnTo>
                    <a:pt x="1267469" y="150553"/>
                  </a:lnTo>
                  <a:lnTo>
                    <a:pt x="1277227" y="157755"/>
                  </a:lnTo>
                  <a:lnTo>
                    <a:pt x="1286971" y="182754"/>
                  </a:lnTo>
                  <a:lnTo>
                    <a:pt x="1296715" y="207014"/>
                  </a:lnTo>
                  <a:lnTo>
                    <a:pt x="1306474" y="212679"/>
                  </a:lnTo>
                  <a:lnTo>
                    <a:pt x="1316218" y="244157"/>
                  </a:lnTo>
                  <a:lnTo>
                    <a:pt x="1325977" y="280065"/>
                  </a:lnTo>
                  <a:lnTo>
                    <a:pt x="1335721" y="302834"/>
                  </a:lnTo>
                  <a:lnTo>
                    <a:pt x="1345465" y="326534"/>
                  </a:lnTo>
                  <a:lnTo>
                    <a:pt x="1355224" y="277942"/>
                  </a:lnTo>
                  <a:lnTo>
                    <a:pt x="1364967" y="313834"/>
                  </a:lnTo>
                  <a:lnTo>
                    <a:pt x="1374726" y="316237"/>
                  </a:lnTo>
                  <a:lnTo>
                    <a:pt x="1384470" y="301755"/>
                  </a:lnTo>
                  <a:lnTo>
                    <a:pt x="1394214" y="275302"/>
                  </a:lnTo>
                  <a:lnTo>
                    <a:pt x="1403973" y="277872"/>
                  </a:lnTo>
                  <a:lnTo>
                    <a:pt x="1413717" y="246200"/>
                  </a:lnTo>
                  <a:lnTo>
                    <a:pt x="1423476" y="250021"/>
                  </a:lnTo>
                  <a:lnTo>
                    <a:pt x="1433220" y="244559"/>
                  </a:lnTo>
                  <a:lnTo>
                    <a:pt x="1442964" y="238372"/>
                  </a:lnTo>
                  <a:lnTo>
                    <a:pt x="1452722" y="280874"/>
                  </a:lnTo>
                  <a:lnTo>
                    <a:pt x="1462466" y="294168"/>
                  </a:lnTo>
                  <a:lnTo>
                    <a:pt x="1472225" y="299189"/>
                  </a:lnTo>
                  <a:lnTo>
                    <a:pt x="1481969" y="327708"/>
                  </a:lnTo>
                  <a:lnTo>
                    <a:pt x="1491713" y="331544"/>
                  </a:lnTo>
                  <a:lnTo>
                    <a:pt x="1501472" y="352453"/>
                  </a:lnTo>
                  <a:lnTo>
                    <a:pt x="1511216" y="364822"/>
                  </a:lnTo>
                  <a:lnTo>
                    <a:pt x="1520960" y="339677"/>
                  </a:lnTo>
                  <a:lnTo>
                    <a:pt x="1530719" y="324583"/>
                  </a:lnTo>
                  <a:lnTo>
                    <a:pt x="1540463" y="338837"/>
                  </a:lnTo>
                  <a:lnTo>
                    <a:pt x="1550221" y="360017"/>
                  </a:lnTo>
                  <a:lnTo>
                    <a:pt x="1559965" y="359040"/>
                  </a:lnTo>
                  <a:lnTo>
                    <a:pt x="1569709" y="346941"/>
                  </a:lnTo>
                  <a:lnTo>
                    <a:pt x="1579468" y="355405"/>
                  </a:lnTo>
                  <a:lnTo>
                    <a:pt x="1589212" y="348013"/>
                  </a:lnTo>
                  <a:lnTo>
                    <a:pt x="1598971" y="337697"/>
                  </a:lnTo>
                  <a:lnTo>
                    <a:pt x="1608715" y="346194"/>
                  </a:lnTo>
                  <a:lnTo>
                    <a:pt x="1618459" y="327454"/>
                  </a:lnTo>
                  <a:lnTo>
                    <a:pt x="1628218" y="325489"/>
                  </a:lnTo>
                  <a:lnTo>
                    <a:pt x="1637962" y="335437"/>
                  </a:lnTo>
                  <a:lnTo>
                    <a:pt x="1647720" y="345577"/>
                  </a:lnTo>
                  <a:lnTo>
                    <a:pt x="1657464" y="360596"/>
                  </a:lnTo>
                  <a:lnTo>
                    <a:pt x="1667208" y="383763"/>
                  </a:lnTo>
                  <a:lnTo>
                    <a:pt x="1676967" y="411920"/>
                  </a:lnTo>
                  <a:lnTo>
                    <a:pt x="1686711" y="390425"/>
                  </a:lnTo>
                  <a:lnTo>
                    <a:pt x="1696470" y="351303"/>
                  </a:lnTo>
                  <a:lnTo>
                    <a:pt x="1706214" y="393054"/>
                  </a:lnTo>
                  <a:lnTo>
                    <a:pt x="1715958" y="370418"/>
                  </a:lnTo>
                  <a:lnTo>
                    <a:pt x="1725716" y="396514"/>
                  </a:lnTo>
                  <a:lnTo>
                    <a:pt x="1735460" y="417912"/>
                  </a:lnTo>
                  <a:lnTo>
                    <a:pt x="1745219" y="430940"/>
                  </a:lnTo>
                  <a:lnTo>
                    <a:pt x="1754963" y="412173"/>
                  </a:lnTo>
                  <a:lnTo>
                    <a:pt x="1764707" y="406034"/>
                  </a:lnTo>
                  <a:lnTo>
                    <a:pt x="1774466" y="402037"/>
                  </a:lnTo>
                  <a:lnTo>
                    <a:pt x="1784210" y="387357"/>
                  </a:lnTo>
                  <a:lnTo>
                    <a:pt x="1793969" y="396347"/>
                  </a:lnTo>
                  <a:lnTo>
                    <a:pt x="1803713" y="386201"/>
                  </a:lnTo>
                  <a:lnTo>
                    <a:pt x="1813457" y="386283"/>
                  </a:lnTo>
                  <a:lnTo>
                    <a:pt x="1823215" y="410048"/>
                  </a:lnTo>
                  <a:lnTo>
                    <a:pt x="1832959" y="405856"/>
                  </a:lnTo>
                  <a:lnTo>
                    <a:pt x="1842703" y="402363"/>
                  </a:lnTo>
                  <a:lnTo>
                    <a:pt x="1852462" y="360247"/>
                  </a:lnTo>
                  <a:lnTo>
                    <a:pt x="1862206" y="362626"/>
                  </a:lnTo>
                  <a:lnTo>
                    <a:pt x="1871965" y="358528"/>
                  </a:lnTo>
                  <a:lnTo>
                    <a:pt x="1881709" y="359451"/>
                  </a:lnTo>
                  <a:lnTo>
                    <a:pt x="1891453" y="352848"/>
                  </a:lnTo>
                  <a:lnTo>
                    <a:pt x="1901212" y="352628"/>
                  </a:lnTo>
                  <a:lnTo>
                    <a:pt x="1910956" y="362807"/>
                  </a:lnTo>
                  <a:lnTo>
                    <a:pt x="1920714" y="369909"/>
                  </a:lnTo>
                  <a:lnTo>
                    <a:pt x="1930458" y="385353"/>
                  </a:lnTo>
                  <a:lnTo>
                    <a:pt x="1940202" y="383147"/>
                  </a:lnTo>
                  <a:lnTo>
                    <a:pt x="1949961" y="385857"/>
                  </a:lnTo>
                  <a:lnTo>
                    <a:pt x="1959705" y="360299"/>
                  </a:lnTo>
                  <a:lnTo>
                    <a:pt x="1969464" y="403311"/>
                  </a:lnTo>
                  <a:lnTo>
                    <a:pt x="1979208" y="444082"/>
                  </a:lnTo>
                  <a:lnTo>
                    <a:pt x="1988952" y="459759"/>
                  </a:lnTo>
                  <a:lnTo>
                    <a:pt x="1998711" y="448234"/>
                  </a:lnTo>
                  <a:lnTo>
                    <a:pt x="2008454" y="452488"/>
                  </a:lnTo>
                  <a:lnTo>
                    <a:pt x="2018213" y="457507"/>
                  </a:lnTo>
                  <a:lnTo>
                    <a:pt x="2027957" y="428344"/>
                  </a:lnTo>
                  <a:lnTo>
                    <a:pt x="2037701" y="408016"/>
                  </a:lnTo>
                  <a:lnTo>
                    <a:pt x="2047460" y="383053"/>
                  </a:lnTo>
                  <a:lnTo>
                    <a:pt x="2057204" y="336432"/>
                  </a:lnTo>
                  <a:lnTo>
                    <a:pt x="2066963" y="316287"/>
                  </a:lnTo>
                  <a:lnTo>
                    <a:pt x="2076707" y="316139"/>
                  </a:lnTo>
                  <a:lnTo>
                    <a:pt x="2086451" y="325817"/>
                  </a:lnTo>
                  <a:lnTo>
                    <a:pt x="2096210" y="314675"/>
                  </a:lnTo>
                  <a:lnTo>
                    <a:pt x="2105954" y="282491"/>
                  </a:lnTo>
                  <a:lnTo>
                    <a:pt x="2115697" y="232931"/>
                  </a:lnTo>
                  <a:lnTo>
                    <a:pt x="2125456" y="267241"/>
                  </a:lnTo>
                  <a:lnTo>
                    <a:pt x="2135200" y="248066"/>
                  </a:lnTo>
                  <a:lnTo>
                    <a:pt x="2144959" y="296561"/>
                  </a:lnTo>
                  <a:lnTo>
                    <a:pt x="2154703" y="316998"/>
                  </a:lnTo>
                  <a:lnTo>
                    <a:pt x="2164447" y="317117"/>
                  </a:lnTo>
                  <a:lnTo>
                    <a:pt x="2174206" y="359715"/>
                  </a:lnTo>
                  <a:lnTo>
                    <a:pt x="2183950" y="378099"/>
                  </a:lnTo>
                  <a:lnTo>
                    <a:pt x="2193709" y="349579"/>
                  </a:lnTo>
                  <a:lnTo>
                    <a:pt x="2203452" y="350752"/>
                  </a:lnTo>
                  <a:lnTo>
                    <a:pt x="2213196" y="374708"/>
                  </a:lnTo>
                  <a:lnTo>
                    <a:pt x="2222955" y="320064"/>
                  </a:lnTo>
                  <a:lnTo>
                    <a:pt x="2232699" y="307750"/>
                  </a:lnTo>
                  <a:lnTo>
                    <a:pt x="2242458" y="299657"/>
                  </a:lnTo>
                  <a:lnTo>
                    <a:pt x="2252202" y="284520"/>
                  </a:lnTo>
                  <a:lnTo>
                    <a:pt x="2261946" y="249910"/>
                  </a:lnTo>
                  <a:lnTo>
                    <a:pt x="2271705" y="223787"/>
                  </a:lnTo>
                  <a:lnTo>
                    <a:pt x="2281449" y="244217"/>
                  </a:lnTo>
                  <a:lnTo>
                    <a:pt x="2291208" y="217670"/>
                  </a:lnTo>
                  <a:lnTo>
                    <a:pt x="2300951" y="218483"/>
                  </a:lnTo>
                  <a:lnTo>
                    <a:pt x="2310695" y="176510"/>
                  </a:lnTo>
                  <a:lnTo>
                    <a:pt x="2320454" y="139413"/>
                  </a:lnTo>
                  <a:lnTo>
                    <a:pt x="2330198" y="132106"/>
                  </a:lnTo>
                  <a:lnTo>
                    <a:pt x="2339957" y="119992"/>
                  </a:lnTo>
                  <a:lnTo>
                    <a:pt x="2349701" y="111821"/>
                  </a:lnTo>
                  <a:lnTo>
                    <a:pt x="2359445" y="128523"/>
                  </a:lnTo>
                  <a:lnTo>
                    <a:pt x="2369204" y="151275"/>
                  </a:lnTo>
                  <a:lnTo>
                    <a:pt x="2378948" y="166803"/>
                  </a:lnTo>
                  <a:lnTo>
                    <a:pt x="2388692" y="152198"/>
                  </a:lnTo>
                  <a:lnTo>
                    <a:pt x="2398450" y="170930"/>
                  </a:lnTo>
                  <a:lnTo>
                    <a:pt x="2408194" y="154982"/>
                  </a:lnTo>
                  <a:lnTo>
                    <a:pt x="2417953" y="167497"/>
                  </a:lnTo>
                  <a:lnTo>
                    <a:pt x="2427697" y="117081"/>
                  </a:lnTo>
                  <a:lnTo>
                    <a:pt x="2437441" y="112088"/>
                  </a:lnTo>
                  <a:lnTo>
                    <a:pt x="2447200" y="135354"/>
                  </a:lnTo>
                  <a:lnTo>
                    <a:pt x="2456944" y="161737"/>
                  </a:lnTo>
                  <a:lnTo>
                    <a:pt x="2466703" y="123705"/>
                  </a:lnTo>
                  <a:lnTo>
                    <a:pt x="2476446" y="167560"/>
                  </a:lnTo>
                  <a:lnTo>
                    <a:pt x="2486190" y="145180"/>
                  </a:lnTo>
                  <a:lnTo>
                    <a:pt x="2495949" y="132090"/>
                  </a:lnTo>
                  <a:lnTo>
                    <a:pt x="2505693" y="161766"/>
                  </a:lnTo>
                  <a:lnTo>
                    <a:pt x="2515452" y="180611"/>
                  </a:lnTo>
                  <a:lnTo>
                    <a:pt x="2525196" y="167173"/>
                  </a:lnTo>
                  <a:lnTo>
                    <a:pt x="2534940" y="140092"/>
                  </a:lnTo>
                  <a:lnTo>
                    <a:pt x="2544699" y="177174"/>
                  </a:lnTo>
                  <a:lnTo>
                    <a:pt x="2554443" y="184811"/>
                  </a:lnTo>
                  <a:lnTo>
                    <a:pt x="2564202" y="198182"/>
                  </a:lnTo>
                  <a:lnTo>
                    <a:pt x="2573946" y="202143"/>
                  </a:lnTo>
                  <a:lnTo>
                    <a:pt x="2583690" y="172694"/>
                  </a:lnTo>
                  <a:lnTo>
                    <a:pt x="2593448" y="164917"/>
                  </a:lnTo>
                  <a:lnTo>
                    <a:pt x="2603192" y="187374"/>
                  </a:lnTo>
                  <a:lnTo>
                    <a:pt x="2612951" y="177037"/>
                  </a:lnTo>
                  <a:lnTo>
                    <a:pt x="2622695" y="175942"/>
                  </a:lnTo>
                  <a:lnTo>
                    <a:pt x="2632439" y="179652"/>
                  </a:lnTo>
                  <a:lnTo>
                    <a:pt x="2642198" y="162841"/>
                  </a:lnTo>
                  <a:lnTo>
                    <a:pt x="2651942" y="159337"/>
                  </a:lnTo>
                  <a:lnTo>
                    <a:pt x="2661685" y="162841"/>
                  </a:lnTo>
                  <a:lnTo>
                    <a:pt x="2671444" y="178214"/>
                  </a:lnTo>
                  <a:lnTo>
                    <a:pt x="2681188" y="161200"/>
                  </a:lnTo>
                  <a:lnTo>
                    <a:pt x="2690947" y="148874"/>
                  </a:lnTo>
                  <a:lnTo>
                    <a:pt x="2700691" y="158016"/>
                  </a:lnTo>
                  <a:lnTo>
                    <a:pt x="2710435" y="193804"/>
                  </a:lnTo>
                  <a:lnTo>
                    <a:pt x="2720194" y="196138"/>
                  </a:lnTo>
                  <a:lnTo>
                    <a:pt x="2729938" y="183719"/>
                  </a:lnTo>
                  <a:lnTo>
                    <a:pt x="2739697" y="168716"/>
                  </a:lnTo>
                  <a:lnTo>
                    <a:pt x="2749441" y="174506"/>
                  </a:lnTo>
                  <a:lnTo>
                    <a:pt x="2759185" y="156255"/>
                  </a:lnTo>
                  <a:lnTo>
                    <a:pt x="2768943" y="133449"/>
                  </a:lnTo>
                  <a:lnTo>
                    <a:pt x="2778687" y="104065"/>
                  </a:lnTo>
                  <a:lnTo>
                    <a:pt x="2788446" y="113043"/>
                  </a:lnTo>
                  <a:lnTo>
                    <a:pt x="2798190" y="167249"/>
                  </a:lnTo>
                  <a:lnTo>
                    <a:pt x="2807934" y="131849"/>
                  </a:lnTo>
                  <a:lnTo>
                    <a:pt x="2817693" y="145609"/>
                  </a:lnTo>
                  <a:lnTo>
                    <a:pt x="2827437" y="133172"/>
                  </a:lnTo>
                  <a:lnTo>
                    <a:pt x="2837196" y="96051"/>
                  </a:lnTo>
                  <a:lnTo>
                    <a:pt x="2846940" y="127650"/>
                  </a:lnTo>
                  <a:lnTo>
                    <a:pt x="2856684" y="136235"/>
                  </a:lnTo>
                  <a:lnTo>
                    <a:pt x="2866442" y="165140"/>
                  </a:lnTo>
                  <a:lnTo>
                    <a:pt x="2876186" y="169118"/>
                  </a:lnTo>
                  <a:lnTo>
                    <a:pt x="2885945" y="170887"/>
                  </a:lnTo>
                  <a:lnTo>
                    <a:pt x="2895689" y="172696"/>
                  </a:lnTo>
                  <a:lnTo>
                    <a:pt x="2905433" y="167815"/>
                  </a:lnTo>
                  <a:lnTo>
                    <a:pt x="2915192" y="15934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6" name="Freeform 1175">
              <a:extLst>
                <a:ext uri="{FF2B5EF4-FFF2-40B4-BE49-F238E27FC236}">
                  <a16:creationId xmlns:a16="http://schemas.microsoft.com/office/drawing/2014/main" id="{9DEEFA59-D4B0-9A6F-211F-B9F18382C172}"/>
                </a:ext>
              </a:extLst>
            </p:cNvPr>
            <p:cNvSpPr/>
            <p:nvPr/>
          </p:nvSpPr>
          <p:spPr>
            <a:xfrm>
              <a:off x="4426652" y="3071806"/>
              <a:ext cx="2915191" cy="378137"/>
            </a:xfrm>
            <a:custGeom>
              <a:avLst/>
              <a:gdLst>
                <a:gd name="connsiteX0" fmla="*/ 0 w 2915191"/>
                <a:gd name="connsiteY0" fmla="*/ 119849 h 378137"/>
                <a:gd name="connsiteX1" fmla="*/ 9750 w 2915191"/>
                <a:gd name="connsiteY1" fmla="*/ 126488 h 378137"/>
                <a:gd name="connsiteX2" fmla="*/ 19500 w 2915191"/>
                <a:gd name="connsiteY2" fmla="*/ 107064 h 378137"/>
                <a:gd name="connsiteX3" fmla="*/ 29250 w 2915191"/>
                <a:gd name="connsiteY3" fmla="*/ 138073 h 378137"/>
                <a:gd name="connsiteX4" fmla="*/ 39000 w 2915191"/>
                <a:gd name="connsiteY4" fmla="*/ 155443 h 378137"/>
                <a:gd name="connsiteX5" fmla="*/ 48749 w 2915191"/>
                <a:gd name="connsiteY5" fmla="*/ 161265 h 378137"/>
                <a:gd name="connsiteX6" fmla="*/ 58499 w 2915191"/>
                <a:gd name="connsiteY6" fmla="*/ 142369 h 378137"/>
                <a:gd name="connsiteX7" fmla="*/ 68249 w 2915191"/>
                <a:gd name="connsiteY7" fmla="*/ 116351 h 378137"/>
                <a:gd name="connsiteX8" fmla="*/ 77998 w 2915191"/>
                <a:gd name="connsiteY8" fmla="*/ 120449 h 378137"/>
                <a:gd name="connsiteX9" fmla="*/ 87748 w 2915191"/>
                <a:gd name="connsiteY9" fmla="*/ 115828 h 378137"/>
                <a:gd name="connsiteX10" fmla="*/ 97497 w 2915191"/>
                <a:gd name="connsiteY10" fmla="*/ 117118 h 378137"/>
                <a:gd name="connsiteX11" fmla="*/ 107247 w 2915191"/>
                <a:gd name="connsiteY11" fmla="*/ 133602 h 378137"/>
                <a:gd name="connsiteX12" fmla="*/ 116997 w 2915191"/>
                <a:gd name="connsiteY12" fmla="*/ 128866 h 378137"/>
                <a:gd name="connsiteX13" fmla="*/ 126747 w 2915191"/>
                <a:gd name="connsiteY13" fmla="*/ 123158 h 378137"/>
                <a:gd name="connsiteX14" fmla="*/ 136497 w 2915191"/>
                <a:gd name="connsiteY14" fmla="*/ 99554 h 378137"/>
                <a:gd name="connsiteX15" fmla="*/ 146247 w 2915191"/>
                <a:gd name="connsiteY15" fmla="*/ 70512 h 378137"/>
                <a:gd name="connsiteX16" fmla="*/ 155997 w 2915191"/>
                <a:gd name="connsiteY16" fmla="*/ 27018 h 378137"/>
                <a:gd name="connsiteX17" fmla="*/ 165747 w 2915191"/>
                <a:gd name="connsiteY17" fmla="*/ 26426 h 378137"/>
                <a:gd name="connsiteX18" fmla="*/ 175497 w 2915191"/>
                <a:gd name="connsiteY18" fmla="*/ 26857 h 378137"/>
                <a:gd name="connsiteX19" fmla="*/ 185247 w 2915191"/>
                <a:gd name="connsiteY19" fmla="*/ 57701 h 378137"/>
                <a:gd name="connsiteX20" fmla="*/ 194996 w 2915191"/>
                <a:gd name="connsiteY20" fmla="*/ 91770 h 378137"/>
                <a:gd name="connsiteX21" fmla="*/ 204746 w 2915191"/>
                <a:gd name="connsiteY21" fmla="*/ 83047 h 378137"/>
                <a:gd name="connsiteX22" fmla="*/ 214495 w 2915191"/>
                <a:gd name="connsiteY22" fmla="*/ 108123 h 378137"/>
                <a:gd name="connsiteX23" fmla="*/ 224245 w 2915191"/>
                <a:gd name="connsiteY23" fmla="*/ 135232 h 378137"/>
                <a:gd name="connsiteX24" fmla="*/ 233995 w 2915191"/>
                <a:gd name="connsiteY24" fmla="*/ 163531 h 378137"/>
                <a:gd name="connsiteX25" fmla="*/ 243744 w 2915191"/>
                <a:gd name="connsiteY25" fmla="*/ 139726 h 378137"/>
                <a:gd name="connsiteX26" fmla="*/ 253494 w 2915191"/>
                <a:gd name="connsiteY26" fmla="*/ 114375 h 378137"/>
                <a:gd name="connsiteX27" fmla="*/ 263244 w 2915191"/>
                <a:gd name="connsiteY27" fmla="*/ 99421 h 378137"/>
                <a:gd name="connsiteX28" fmla="*/ 272994 w 2915191"/>
                <a:gd name="connsiteY28" fmla="*/ 117218 h 378137"/>
                <a:gd name="connsiteX29" fmla="*/ 282744 w 2915191"/>
                <a:gd name="connsiteY29" fmla="*/ 122850 h 378137"/>
                <a:gd name="connsiteX30" fmla="*/ 292494 w 2915191"/>
                <a:gd name="connsiteY30" fmla="*/ 119377 h 378137"/>
                <a:gd name="connsiteX31" fmla="*/ 302244 w 2915191"/>
                <a:gd name="connsiteY31" fmla="*/ 126585 h 378137"/>
                <a:gd name="connsiteX32" fmla="*/ 311994 w 2915191"/>
                <a:gd name="connsiteY32" fmla="*/ 121136 h 378137"/>
                <a:gd name="connsiteX33" fmla="*/ 321744 w 2915191"/>
                <a:gd name="connsiteY33" fmla="*/ 115434 h 378137"/>
                <a:gd name="connsiteX34" fmla="*/ 331493 w 2915191"/>
                <a:gd name="connsiteY34" fmla="*/ 122300 h 378137"/>
                <a:gd name="connsiteX35" fmla="*/ 341243 w 2915191"/>
                <a:gd name="connsiteY35" fmla="*/ 103141 h 378137"/>
                <a:gd name="connsiteX36" fmla="*/ 350993 w 2915191"/>
                <a:gd name="connsiteY36" fmla="*/ 143389 h 378137"/>
                <a:gd name="connsiteX37" fmla="*/ 360742 w 2915191"/>
                <a:gd name="connsiteY37" fmla="*/ 127724 h 378137"/>
                <a:gd name="connsiteX38" fmla="*/ 370492 w 2915191"/>
                <a:gd name="connsiteY38" fmla="*/ 140871 h 378137"/>
                <a:gd name="connsiteX39" fmla="*/ 380241 w 2915191"/>
                <a:gd name="connsiteY39" fmla="*/ 142787 h 378137"/>
                <a:gd name="connsiteX40" fmla="*/ 389991 w 2915191"/>
                <a:gd name="connsiteY40" fmla="*/ 99959 h 378137"/>
                <a:gd name="connsiteX41" fmla="*/ 399741 w 2915191"/>
                <a:gd name="connsiteY41" fmla="*/ 83042 h 378137"/>
                <a:gd name="connsiteX42" fmla="*/ 409491 w 2915191"/>
                <a:gd name="connsiteY42" fmla="*/ 75299 h 378137"/>
                <a:gd name="connsiteX43" fmla="*/ 419241 w 2915191"/>
                <a:gd name="connsiteY43" fmla="*/ 83413 h 378137"/>
                <a:gd name="connsiteX44" fmla="*/ 428991 w 2915191"/>
                <a:gd name="connsiteY44" fmla="*/ 106766 h 378137"/>
                <a:gd name="connsiteX45" fmla="*/ 438741 w 2915191"/>
                <a:gd name="connsiteY45" fmla="*/ 108776 h 378137"/>
                <a:gd name="connsiteX46" fmla="*/ 448491 w 2915191"/>
                <a:gd name="connsiteY46" fmla="*/ 94753 h 378137"/>
                <a:gd name="connsiteX47" fmla="*/ 458241 w 2915191"/>
                <a:gd name="connsiteY47" fmla="*/ 59478 h 378137"/>
                <a:gd name="connsiteX48" fmla="*/ 467991 w 2915191"/>
                <a:gd name="connsiteY48" fmla="*/ 63890 h 378137"/>
                <a:gd name="connsiteX49" fmla="*/ 477740 w 2915191"/>
                <a:gd name="connsiteY49" fmla="*/ 73033 h 378137"/>
                <a:gd name="connsiteX50" fmla="*/ 487490 w 2915191"/>
                <a:gd name="connsiteY50" fmla="*/ 76624 h 378137"/>
                <a:gd name="connsiteX51" fmla="*/ 497239 w 2915191"/>
                <a:gd name="connsiteY51" fmla="*/ 92646 h 378137"/>
                <a:gd name="connsiteX52" fmla="*/ 506989 w 2915191"/>
                <a:gd name="connsiteY52" fmla="*/ 83770 h 378137"/>
                <a:gd name="connsiteX53" fmla="*/ 516738 w 2915191"/>
                <a:gd name="connsiteY53" fmla="*/ 96942 h 378137"/>
                <a:gd name="connsiteX54" fmla="*/ 526488 w 2915191"/>
                <a:gd name="connsiteY54" fmla="*/ 85714 h 378137"/>
                <a:gd name="connsiteX55" fmla="*/ 536238 w 2915191"/>
                <a:gd name="connsiteY55" fmla="*/ 87508 h 378137"/>
                <a:gd name="connsiteX56" fmla="*/ 545988 w 2915191"/>
                <a:gd name="connsiteY56" fmla="*/ 70539 h 378137"/>
                <a:gd name="connsiteX57" fmla="*/ 555738 w 2915191"/>
                <a:gd name="connsiteY57" fmla="*/ 69130 h 378137"/>
                <a:gd name="connsiteX58" fmla="*/ 565488 w 2915191"/>
                <a:gd name="connsiteY58" fmla="*/ 58388 h 378137"/>
                <a:gd name="connsiteX59" fmla="*/ 575238 w 2915191"/>
                <a:gd name="connsiteY59" fmla="*/ 45621 h 378137"/>
                <a:gd name="connsiteX60" fmla="*/ 584988 w 2915191"/>
                <a:gd name="connsiteY60" fmla="*/ 43968 h 378137"/>
                <a:gd name="connsiteX61" fmla="*/ 594738 w 2915191"/>
                <a:gd name="connsiteY61" fmla="*/ 32776 h 378137"/>
                <a:gd name="connsiteX62" fmla="*/ 604488 w 2915191"/>
                <a:gd name="connsiteY62" fmla="*/ 23499 h 378137"/>
                <a:gd name="connsiteX63" fmla="*/ 614237 w 2915191"/>
                <a:gd name="connsiteY63" fmla="*/ 19363 h 378137"/>
                <a:gd name="connsiteX64" fmla="*/ 623987 w 2915191"/>
                <a:gd name="connsiteY64" fmla="*/ 37870 h 378137"/>
                <a:gd name="connsiteX65" fmla="*/ 633736 w 2915191"/>
                <a:gd name="connsiteY65" fmla="*/ 6710 h 378137"/>
                <a:gd name="connsiteX66" fmla="*/ 643486 w 2915191"/>
                <a:gd name="connsiteY66" fmla="*/ 22734 h 378137"/>
                <a:gd name="connsiteX67" fmla="*/ 653236 w 2915191"/>
                <a:gd name="connsiteY67" fmla="*/ 10397 h 378137"/>
                <a:gd name="connsiteX68" fmla="*/ 662985 w 2915191"/>
                <a:gd name="connsiteY68" fmla="*/ 6420 h 378137"/>
                <a:gd name="connsiteX69" fmla="*/ 672735 w 2915191"/>
                <a:gd name="connsiteY69" fmla="*/ 2938 h 378137"/>
                <a:gd name="connsiteX70" fmla="*/ 682485 w 2915191"/>
                <a:gd name="connsiteY70" fmla="*/ 0 h 378137"/>
                <a:gd name="connsiteX71" fmla="*/ 692235 w 2915191"/>
                <a:gd name="connsiteY71" fmla="*/ 7739 h 378137"/>
                <a:gd name="connsiteX72" fmla="*/ 701985 w 2915191"/>
                <a:gd name="connsiteY72" fmla="*/ 31306 h 378137"/>
                <a:gd name="connsiteX73" fmla="*/ 711735 w 2915191"/>
                <a:gd name="connsiteY73" fmla="*/ 15344 h 378137"/>
                <a:gd name="connsiteX74" fmla="*/ 721485 w 2915191"/>
                <a:gd name="connsiteY74" fmla="*/ 21258 h 378137"/>
                <a:gd name="connsiteX75" fmla="*/ 731235 w 2915191"/>
                <a:gd name="connsiteY75" fmla="*/ 22569 h 378137"/>
                <a:gd name="connsiteX76" fmla="*/ 740985 w 2915191"/>
                <a:gd name="connsiteY76" fmla="*/ 6167 h 378137"/>
                <a:gd name="connsiteX77" fmla="*/ 750734 w 2915191"/>
                <a:gd name="connsiteY77" fmla="*/ 4619 h 378137"/>
                <a:gd name="connsiteX78" fmla="*/ 760484 w 2915191"/>
                <a:gd name="connsiteY78" fmla="*/ 33552 h 378137"/>
                <a:gd name="connsiteX79" fmla="*/ 770233 w 2915191"/>
                <a:gd name="connsiteY79" fmla="*/ 66154 h 378137"/>
                <a:gd name="connsiteX80" fmla="*/ 779983 w 2915191"/>
                <a:gd name="connsiteY80" fmla="*/ 90481 h 378137"/>
                <a:gd name="connsiteX81" fmla="*/ 789733 w 2915191"/>
                <a:gd name="connsiteY81" fmla="*/ 98390 h 378137"/>
                <a:gd name="connsiteX82" fmla="*/ 799482 w 2915191"/>
                <a:gd name="connsiteY82" fmla="*/ 93257 h 378137"/>
                <a:gd name="connsiteX83" fmla="*/ 809232 w 2915191"/>
                <a:gd name="connsiteY83" fmla="*/ 120738 h 378137"/>
                <a:gd name="connsiteX84" fmla="*/ 818982 w 2915191"/>
                <a:gd name="connsiteY84" fmla="*/ 119091 h 378137"/>
                <a:gd name="connsiteX85" fmla="*/ 828732 w 2915191"/>
                <a:gd name="connsiteY85" fmla="*/ 99334 h 378137"/>
                <a:gd name="connsiteX86" fmla="*/ 838482 w 2915191"/>
                <a:gd name="connsiteY86" fmla="*/ 101581 h 378137"/>
                <a:gd name="connsiteX87" fmla="*/ 848232 w 2915191"/>
                <a:gd name="connsiteY87" fmla="*/ 115071 h 378137"/>
                <a:gd name="connsiteX88" fmla="*/ 857982 w 2915191"/>
                <a:gd name="connsiteY88" fmla="*/ 100357 h 378137"/>
                <a:gd name="connsiteX89" fmla="*/ 867732 w 2915191"/>
                <a:gd name="connsiteY89" fmla="*/ 98549 h 378137"/>
                <a:gd name="connsiteX90" fmla="*/ 877482 w 2915191"/>
                <a:gd name="connsiteY90" fmla="*/ 63331 h 378137"/>
                <a:gd name="connsiteX91" fmla="*/ 887231 w 2915191"/>
                <a:gd name="connsiteY91" fmla="*/ 39706 h 378137"/>
                <a:gd name="connsiteX92" fmla="*/ 896981 w 2915191"/>
                <a:gd name="connsiteY92" fmla="*/ 35458 h 378137"/>
                <a:gd name="connsiteX93" fmla="*/ 906730 w 2915191"/>
                <a:gd name="connsiteY93" fmla="*/ 49146 h 378137"/>
                <a:gd name="connsiteX94" fmla="*/ 916480 w 2915191"/>
                <a:gd name="connsiteY94" fmla="*/ 49185 h 378137"/>
                <a:gd name="connsiteX95" fmla="*/ 926230 w 2915191"/>
                <a:gd name="connsiteY95" fmla="*/ 56714 h 378137"/>
                <a:gd name="connsiteX96" fmla="*/ 935979 w 2915191"/>
                <a:gd name="connsiteY96" fmla="*/ 44853 h 378137"/>
                <a:gd name="connsiteX97" fmla="*/ 945729 w 2915191"/>
                <a:gd name="connsiteY97" fmla="*/ 56527 h 378137"/>
                <a:gd name="connsiteX98" fmla="*/ 955479 w 2915191"/>
                <a:gd name="connsiteY98" fmla="*/ 20137 h 378137"/>
                <a:gd name="connsiteX99" fmla="*/ 965229 w 2915191"/>
                <a:gd name="connsiteY99" fmla="*/ 30416 h 378137"/>
                <a:gd name="connsiteX100" fmla="*/ 974979 w 2915191"/>
                <a:gd name="connsiteY100" fmla="*/ 41465 h 378137"/>
                <a:gd name="connsiteX101" fmla="*/ 984729 w 2915191"/>
                <a:gd name="connsiteY101" fmla="*/ 34296 h 378137"/>
                <a:gd name="connsiteX102" fmla="*/ 994474 w 2915191"/>
                <a:gd name="connsiteY102" fmla="*/ 38991 h 378137"/>
                <a:gd name="connsiteX103" fmla="*/ 1004233 w 2915191"/>
                <a:gd name="connsiteY103" fmla="*/ 36218 h 378137"/>
                <a:gd name="connsiteX104" fmla="*/ 1013977 w 2915191"/>
                <a:gd name="connsiteY104" fmla="*/ 56154 h 378137"/>
                <a:gd name="connsiteX105" fmla="*/ 1023721 w 2915191"/>
                <a:gd name="connsiteY105" fmla="*/ 49643 h 378137"/>
                <a:gd name="connsiteX106" fmla="*/ 1033480 w 2915191"/>
                <a:gd name="connsiteY106" fmla="*/ 46097 h 378137"/>
                <a:gd name="connsiteX107" fmla="*/ 1043224 w 2915191"/>
                <a:gd name="connsiteY107" fmla="*/ 31981 h 378137"/>
                <a:gd name="connsiteX108" fmla="*/ 1052983 w 2915191"/>
                <a:gd name="connsiteY108" fmla="*/ 30659 h 378137"/>
                <a:gd name="connsiteX109" fmla="*/ 1062727 w 2915191"/>
                <a:gd name="connsiteY109" fmla="*/ 33991 h 378137"/>
                <a:gd name="connsiteX110" fmla="*/ 1072471 w 2915191"/>
                <a:gd name="connsiteY110" fmla="*/ 60754 h 378137"/>
                <a:gd name="connsiteX111" fmla="*/ 1082230 w 2915191"/>
                <a:gd name="connsiteY111" fmla="*/ 79467 h 378137"/>
                <a:gd name="connsiteX112" fmla="*/ 1091973 w 2915191"/>
                <a:gd name="connsiteY112" fmla="*/ 88379 h 378137"/>
                <a:gd name="connsiteX113" fmla="*/ 1101732 w 2915191"/>
                <a:gd name="connsiteY113" fmla="*/ 102992 h 378137"/>
                <a:gd name="connsiteX114" fmla="*/ 1111476 w 2915191"/>
                <a:gd name="connsiteY114" fmla="*/ 140570 h 378137"/>
                <a:gd name="connsiteX115" fmla="*/ 1121220 w 2915191"/>
                <a:gd name="connsiteY115" fmla="*/ 125734 h 378137"/>
                <a:gd name="connsiteX116" fmla="*/ 1130979 w 2915191"/>
                <a:gd name="connsiteY116" fmla="*/ 140354 h 378137"/>
                <a:gd name="connsiteX117" fmla="*/ 1140723 w 2915191"/>
                <a:gd name="connsiteY117" fmla="*/ 140223 h 378137"/>
                <a:gd name="connsiteX118" fmla="*/ 1150482 w 2915191"/>
                <a:gd name="connsiteY118" fmla="*/ 149350 h 378137"/>
                <a:gd name="connsiteX119" fmla="*/ 1160226 w 2915191"/>
                <a:gd name="connsiteY119" fmla="*/ 159951 h 378137"/>
                <a:gd name="connsiteX120" fmla="*/ 1169969 w 2915191"/>
                <a:gd name="connsiteY120" fmla="*/ 139800 h 378137"/>
                <a:gd name="connsiteX121" fmla="*/ 1179728 w 2915191"/>
                <a:gd name="connsiteY121" fmla="*/ 117380 h 378137"/>
                <a:gd name="connsiteX122" fmla="*/ 1189472 w 2915191"/>
                <a:gd name="connsiteY122" fmla="*/ 166529 h 378137"/>
                <a:gd name="connsiteX123" fmla="*/ 1199231 w 2915191"/>
                <a:gd name="connsiteY123" fmla="*/ 183523 h 378137"/>
                <a:gd name="connsiteX124" fmla="*/ 1208975 w 2915191"/>
                <a:gd name="connsiteY124" fmla="*/ 157773 h 378137"/>
                <a:gd name="connsiteX125" fmla="*/ 1218719 w 2915191"/>
                <a:gd name="connsiteY125" fmla="*/ 169845 h 378137"/>
                <a:gd name="connsiteX126" fmla="*/ 1228478 w 2915191"/>
                <a:gd name="connsiteY126" fmla="*/ 147510 h 378137"/>
                <a:gd name="connsiteX127" fmla="*/ 1238222 w 2915191"/>
                <a:gd name="connsiteY127" fmla="*/ 142270 h 378137"/>
                <a:gd name="connsiteX128" fmla="*/ 1247966 w 2915191"/>
                <a:gd name="connsiteY128" fmla="*/ 140123 h 378137"/>
                <a:gd name="connsiteX129" fmla="*/ 1257725 w 2915191"/>
                <a:gd name="connsiteY129" fmla="*/ 122596 h 378137"/>
                <a:gd name="connsiteX130" fmla="*/ 1267469 w 2915191"/>
                <a:gd name="connsiteY130" fmla="*/ 141917 h 378137"/>
                <a:gd name="connsiteX131" fmla="*/ 1277227 w 2915191"/>
                <a:gd name="connsiteY131" fmla="*/ 114996 h 378137"/>
                <a:gd name="connsiteX132" fmla="*/ 1286971 w 2915191"/>
                <a:gd name="connsiteY132" fmla="*/ 138044 h 378137"/>
                <a:gd name="connsiteX133" fmla="*/ 1296715 w 2915191"/>
                <a:gd name="connsiteY133" fmla="*/ 176741 h 378137"/>
                <a:gd name="connsiteX134" fmla="*/ 1306474 w 2915191"/>
                <a:gd name="connsiteY134" fmla="*/ 194955 h 378137"/>
                <a:gd name="connsiteX135" fmla="*/ 1316218 w 2915191"/>
                <a:gd name="connsiteY135" fmla="*/ 210689 h 378137"/>
                <a:gd name="connsiteX136" fmla="*/ 1325977 w 2915191"/>
                <a:gd name="connsiteY136" fmla="*/ 204719 h 378137"/>
                <a:gd name="connsiteX137" fmla="*/ 1335721 w 2915191"/>
                <a:gd name="connsiteY137" fmla="*/ 192152 h 378137"/>
                <a:gd name="connsiteX138" fmla="*/ 1345465 w 2915191"/>
                <a:gd name="connsiteY138" fmla="*/ 176729 h 378137"/>
                <a:gd name="connsiteX139" fmla="*/ 1355224 w 2915191"/>
                <a:gd name="connsiteY139" fmla="*/ 170236 h 378137"/>
                <a:gd name="connsiteX140" fmla="*/ 1364967 w 2915191"/>
                <a:gd name="connsiteY140" fmla="*/ 146683 h 378137"/>
                <a:gd name="connsiteX141" fmla="*/ 1374726 w 2915191"/>
                <a:gd name="connsiteY141" fmla="*/ 144429 h 378137"/>
                <a:gd name="connsiteX142" fmla="*/ 1384470 w 2915191"/>
                <a:gd name="connsiteY142" fmla="*/ 180604 h 378137"/>
                <a:gd name="connsiteX143" fmla="*/ 1394214 w 2915191"/>
                <a:gd name="connsiteY143" fmla="*/ 177663 h 378137"/>
                <a:gd name="connsiteX144" fmla="*/ 1403973 w 2915191"/>
                <a:gd name="connsiteY144" fmla="*/ 147139 h 378137"/>
                <a:gd name="connsiteX145" fmla="*/ 1413717 w 2915191"/>
                <a:gd name="connsiteY145" fmla="*/ 183128 h 378137"/>
                <a:gd name="connsiteX146" fmla="*/ 1423476 w 2915191"/>
                <a:gd name="connsiteY146" fmla="*/ 173949 h 378137"/>
                <a:gd name="connsiteX147" fmla="*/ 1433220 w 2915191"/>
                <a:gd name="connsiteY147" fmla="*/ 188366 h 378137"/>
                <a:gd name="connsiteX148" fmla="*/ 1442964 w 2915191"/>
                <a:gd name="connsiteY148" fmla="*/ 167794 h 378137"/>
                <a:gd name="connsiteX149" fmla="*/ 1452722 w 2915191"/>
                <a:gd name="connsiteY149" fmla="*/ 171332 h 378137"/>
                <a:gd name="connsiteX150" fmla="*/ 1462466 w 2915191"/>
                <a:gd name="connsiteY150" fmla="*/ 191409 h 378137"/>
                <a:gd name="connsiteX151" fmla="*/ 1472225 w 2915191"/>
                <a:gd name="connsiteY151" fmla="*/ 181310 h 378137"/>
                <a:gd name="connsiteX152" fmla="*/ 1481969 w 2915191"/>
                <a:gd name="connsiteY152" fmla="*/ 160355 h 378137"/>
                <a:gd name="connsiteX153" fmla="*/ 1491713 w 2915191"/>
                <a:gd name="connsiteY153" fmla="*/ 176773 h 378137"/>
                <a:gd name="connsiteX154" fmla="*/ 1501472 w 2915191"/>
                <a:gd name="connsiteY154" fmla="*/ 195147 h 378137"/>
                <a:gd name="connsiteX155" fmla="*/ 1511216 w 2915191"/>
                <a:gd name="connsiteY155" fmla="*/ 189910 h 378137"/>
                <a:gd name="connsiteX156" fmla="*/ 1520960 w 2915191"/>
                <a:gd name="connsiteY156" fmla="*/ 236630 h 378137"/>
                <a:gd name="connsiteX157" fmla="*/ 1530719 w 2915191"/>
                <a:gd name="connsiteY157" fmla="*/ 242752 h 378137"/>
                <a:gd name="connsiteX158" fmla="*/ 1540463 w 2915191"/>
                <a:gd name="connsiteY158" fmla="*/ 204712 h 378137"/>
                <a:gd name="connsiteX159" fmla="*/ 1550221 w 2915191"/>
                <a:gd name="connsiteY159" fmla="*/ 187502 h 378137"/>
                <a:gd name="connsiteX160" fmla="*/ 1559965 w 2915191"/>
                <a:gd name="connsiteY160" fmla="*/ 188486 h 378137"/>
                <a:gd name="connsiteX161" fmla="*/ 1569709 w 2915191"/>
                <a:gd name="connsiteY161" fmla="*/ 193654 h 378137"/>
                <a:gd name="connsiteX162" fmla="*/ 1579468 w 2915191"/>
                <a:gd name="connsiteY162" fmla="*/ 230258 h 378137"/>
                <a:gd name="connsiteX163" fmla="*/ 1589212 w 2915191"/>
                <a:gd name="connsiteY163" fmla="*/ 216129 h 378137"/>
                <a:gd name="connsiteX164" fmla="*/ 1598971 w 2915191"/>
                <a:gd name="connsiteY164" fmla="*/ 221321 h 378137"/>
                <a:gd name="connsiteX165" fmla="*/ 1608715 w 2915191"/>
                <a:gd name="connsiteY165" fmla="*/ 201696 h 378137"/>
                <a:gd name="connsiteX166" fmla="*/ 1618459 w 2915191"/>
                <a:gd name="connsiteY166" fmla="*/ 201114 h 378137"/>
                <a:gd name="connsiteX167" fmla="*/ 1628218 w 2915191"/>
                <a:gd name="connsiteY167" fmla="*/ 219389 h 378137"/>
                <a:gd name="connsiteX168" fmla="*/ 1637962 w 2915191"/>
                <a:gd name="connsiteY168" fmla="*/ 229044 h 378137"/>
                <a:gd name="connsiteX169" fmla="*/ 1647720 w 2915191"/>
                <a:gd name="connsiteY169" fmla="*/ 230633 h 378137"/>
                <a:gd name="connsiteX170" fmla="*/ 1657464 w 2915191"/>
                <a:gd name="connsiteY170" fmla="*/ 250035 h 378137"/>
                <a:gd name="connsiteX171" fmla="*/ 1667208 w 2915191"/>
                <a:gd name="connsiteY171" fmla="*/ 235541 h 378137"/>
                <a:gd name="connsiteX172" fmla="*/ 1676967 w 2915191"/>
                <a:gd name="connsiteY172" fmla="*/ 251790 h 378137"/>
                <a:gd name="connsiteX173" fmla="*/ 1686711 w 2915191"/>
                <a:gd name="connsiteY173" fmla="*/ 226007 h 378137"/>
                <a:gd name="connsiteX174" fmla="*/ 1696470 w 2915191"/>
                <a:gd name="connsiteY174" fmla="*/ 228355 h 378137"/>
                <a:gd name="connsiteX175" fmla="*/ 1706214 w 2915191"/>
                <a:gd name="connsiteY175" fmla="*/ 227542 h 378137"/>
                <a:gd name="connsiteX176" fmla="*/ 1715958 w 2915191"/>
                <a:gd name="connsiteY176" fmla="*/ 210393 h 378137"/>
                <a:gd name="connsiteX177" fmla="*/ 1725716 w 2915191"/>
                <a:gd name="connsiteY177" fmla="*/ 263976 h 378137"/>
                <a:gd name="connsiteX178" fmla="*/ 1735460 w 2915191"/>
                <a:gd name="connsiteY178" fmla="*/ 303862 h 378137"/>
                <a:gd name="connsiteX179" fmla="*/ 1745219 w 2915191"/>
                <a:gd name="connsiteY179" fmla="*/ 331969 h 378137"/>
                <a:gd name="connsiteX180" fmla="*/ 1754963 w 2915191"/>
                <a:gd name="connsiteY180" fmla="*/ 321475 h 378137"/>
                <a:gd name="connsiteX181" fmla="*/ 1764707 w 2915191"/>
                <a:gd name="connsiteY181" fmla="*/ 334871 h 378137"/>
                <a:gd name="connsiteX182" fmla="*/ 1774466 w 2915191"/>
                <a:gd name="connsiteY182" fmla="*/ 350943 h 378137"/>
                <a:gd name="connsiteX183" fmla="*/ 1784210 w 2915191"/>
                <a:gd name="connsiteY183" fmla="*/ 357610 h 378137"/>
                <a:gd name="connsiteX184" fmla="*/ 1793969 w 2915191"/>
                <a:gd name="connsiteY184" fmla="*/ 369663 h 378137"/>
                <a:gd name="connsiteX185" fmla="*/ 1803713 w 2915191"/>
                <a:gd name="connsiteY185" fmla="*/ 339789 h 378137"/>
                <a:gd name="connsiteX186" fmla="*/ 1813457 w 2915191"/>
                <a:gd name="connsiteY186" fmla="*/ 338585 h 378137"/>
                <a:gd name="connsiteX187" fmla="*/ 1823215 w 2915191"/>
                <a:gd name="connsiteY187" fmla="*/ 320231 h 378137"/>
                <a:gd name="connsiteX188" fmla="*/ 1832959 w 2915191"/>
                <a:gd name="connsiteY188" fmla="*/ 311554 h 378137"/>
                <a:gd name="connsiteX189" fmla="*/ 1842703 w 2915191"/>
                <a:gd name="connsiteY189" fmla="*/ 328046 h 378137"/>
                <a:gd name="connsiteX190" fmla="*/ 1852462 w 2915191"/>
                <a:gd name="connsiteY190" fmla="*/ 322991 h 378137"/>
                <a:gd name="connsiteX191" fmla="*/ 1862206 w 2915191"/>
                <a:gd name="connsiteY191" fmla="*/ 320467 h 378137"/>
                <a:gd name="connsiteX192" fmla="*/ 1871965 w 2915191"/>
                <a:gd name="connsiteY192" fmla="*/ 329883 h 378137"/>
                <a:gd name="connsiteX193" fmla="*/ 1881709 w 2915191"/>
                <a:gd name="connsiteY193" fmla="*/ 318278 h 378137"/>
                <a:gd name="connsiteX194" fmla="*/ 1891453 w 2915191"/>
                <a:gd name="connsiteY194" fmla="*/ 324406 h 378137"/>
                <a:gd name="connsiteX195" fmla="*/ 1901212 w 2915191"/>
                <a:gd name="connsiteY195" fmla="*/ 375244 h 378137"/>
                <a:gd name="connsiteX196" fmla="*/ 1910956 w 2915191"/>
                <a:gd name="connsiteY196" fmla="*/ 366920 h 378137"/>
                <a:gd name="connsiteX197" fmla="*/ 1920714 w 2915191"/>
                <a:gd name="connsiteY197" fmla="*/ 361047 h 378137"/>
                <a:gd name="connsiteX198" fmla="*/ 1930458 w 2915191"/>
                <a:gd name="connsiteY198" fmla="*/ 361954 h 378137"/>
                <a:gd name="connsiteX199" fmla="*/ 1940202 w 2915191"/>
                <a:gd name="connsiteY199" fmla="*/ 326529 h 378137"/>
                <a:gd name="connsiteX200" fmla="*/ 1949961 w 2915191"/>
                <a:gd name="connsiteY200" fmla="*/ 295933 h 378137"/>
                <a:gd name="connsiteX201" fmla="*/ 1959705 w 2915191"/>
                <a:gd name="connsiteY201" fmla="*/ 351537 h 378137"/>
                <a:gd name="connsiteX202" fmla="*/ 1969464 w 2915191"/>
                <a:gd name="connsiteY202" fmla="*/ 328399 h 378137"/>
                <a:gd name="connsiteX203" fmla="*/ 1979208 w 2915191"/>
                <a:gd name="connsiteY203" fmla="*/ 333259 h 378137"/>
                <a:gd name="connsiteX204" fmla="*/ 1988952 w 2915191"/>
                <a:gd name="connsiteY204" fmla="*/ 351607 h 378137"/>
                <a:gd name="connsiteX205" fmla="*/ 1998711 w 2915191"/>
                <a:gd name="connsiteY205" fmla="*/ 346625 h 378137"/>
                <a:gd name="connsiteX206" fmla="*/ 2008454 w 2915191"/>
                <a:gd name="connsiteY206" fmla="*/ 368091 h 378137"/>
                <a:gd name="connsiteX207" fmla="*/ 2018213 w 2915191"/>
                <a:gd name="connsiteY207" fmla="*/ 334359 h 378137"/>
                <a:gd name="connsiteX208" fmla="*/ 2027957 w 2915191"/>
                <a:gd name="connsiteY208" fmla="*/ 301259 h 378137"/>
                <a:gd name="connsiteX209" fmla="*/ 2037701 w 2915191"/>
                <a:gd name="connsiteY209" fmla="*/ 316891 h 378137"/>
                <a:gd name="connsiteX210" fmla="*/ 2047460 w 2915191"/>
                <a:gd name="connsiteY210" fmla="*/ 302963 h 378137"/>
                <a:gd name="connsiteX211" fmla="*/ 2057204 w 2915191"/>
                <a:gd name="connsiteY211" fmla="*/ 324223 h 378137"/>
                <a:gd name="connsiteX212" fmla="*/ 2066963 w 2915191"/>
                <a:gd name="connsiteY212" fmla="*/ 308665 h 378137"/>
                <a:gd name="connsiteX213" fmla="*/ 2076707 w 2915191"/>
                <a:gd name="connsiteY213" fmla="*/ 299782 h 378137"/>
                <a:gd name="connsiteX214" fmla="*/ 2086451 w 2915191"/>
                <a:gd name="connsiteY214" fmla="*/ 304473 h 378137"/>
                <a:gd name="connsiteX215" fmla="*/ 2096210 w 2915191"/>
                <a:gd name="connsiteY215" fmla="*/ 308364 h 378137"/>
                <a:gd name="connsiteX216" fmla="*/ 2105954 w 2915191"/>
                <a:gd name="connsiteY216" fmla="*/ 313877 h 378137"/>
                <a:gd name="connsiteX217" fmla="*/ 2115697 w 2915191"/>
                <a:gd name="connsiteY217" fmla="*/ 307351 h 378137"/>
                <a:gd name="connsiteX218" fmla="*/ 2125456 w 2915191"/>
                <a:gd name="connsiteY218" fmla="*/ 301843 h 378137"/>
                <a:gd name="connsiteX219" fmla="*/ 2135200 w 2915191"/>
                <a:gd name="connsiteY219" fmla="*/ 339151 h 378137"/>
                <a:gd name="connsiteX220" fmla="*/ 2144959 w 2915191"/>
                <a:gd name="connsiteY220" fmla="*/ 327383 h 378137"/>
                <a:gd name="connsiteX221" fmla="*/ 2154703 w 2915191"/>
                <a:gd name="connsiteY221" fmla="*/ 340825 h 378137"/>
                <a:gd name="connsiteX222" fmla="*/ 2164447 w 2915191"/>
                <a:gd name="connsiteY222" fmla="*/ 340111 h 378137"/>
                <a:gd name="connsiteX223" fmla="*/ 2174206 w 2915191"/>
                <a:gd name="connsiteY223" fmla="*/ 342137 h 378137"/>
                <a:gd name="connsiteX224" fmla="*/ 2183950 w 2915191"/>
                <a:gd name="connsiteY224" fmla="*/ 336823 h 378137"/>
                <a:gd name="connsiteX225" fmla="*/ 2193709 w 2915191"/>
                <a:gd name="connsiteY225" fmla="*/ 326668 h 378137"/>
                <a:gd name="connsiteX226" fmla="*/ 2203452 w 2915191"/>
                <a:gd name="connsiteY226" fmla="*/ 351378 h 378137"/>
                <a:gd name="connsiteX227" fmla="*/ 2213196 w 2915191"/>
                <a:gd name="connsiteY227" fmla="*/ 345154 h 378137"/>
                <a:gd name="connsiteX228" fmla="*/ 2222955 w 2915191"/>
                <a:gd name="connsiteY228" fmla="*/ 331186 h 378137"/>
                <a:gd name="connsiteX229" fmla="*/ 2232699 w 2915191"/>
                <a:gd name="connsiteY229" fmla="*/ 341140 h 378137"/>
                <a:gd name="connsiteX230" fmla="*/ 2242458 w 2915191"/>
                <a:gd name="connsiteY230" fmla="*/ 342922 h 378137"/>
                <a:gd name="connsiteX231" fmla="*/ 2252202 w 2915191"/>
                <a:gd name="connsiteY231" fmla="*/ 372629 h 378137"/>
                <a:gd name="connsiteX232" fmla="*/ 2261946 w 2915191"/>
                <a:gd name="connsiteY232" fmla="*/ 378138 h 378137"/>
                <a:gd name="connsiteX233" fmla="*/ 2271705 w 2915191"/>
                <a:gd name="connsiteY233" fmla="*/ 358157 h 378137"/>
                <a:gd name="connsiteX234" fmla="*/ 2281449 w 2915191"/>
                <a:gd name="connsiteY234" fmla="*/ 344353 h 378137"/>
                <a:gd name="connsiteX235" fmla="*/ 2291208 w 2915191"/>
                <a:gd name="connsiteY235" fmla="*/ 353849 h 378137"/>
                <a:gd name="connsiteX236" fmla="*/ 2300951 w 2915191"/>
                <a:gd name="connsiteY236" fmla="*/ 351439 h 378137"/>
                <a:gd name="connsiteX237" fmla="*/ 2310695 w 2915191"/>
                <a:gd name="connsiteY237" fmla="*/ 327791 h 378137"/>
                <a:gd name="connsiteX238" fmla="*/ 2320454 w 2915191"/>
                <a:gd name="connsiteY238" fmla="*/ 297924 h 378137"/>
                <a:gd name="connsiteX239" fmla="*/ 2330198 w 2915191"/>
                <a:gd name="connsiteY239" fmla="*/ 295851 h 378137"/>
                <a:gd name="connsiteX240" fmla="*/ 2339957 w 2915191"/>
                <a:gd name="connsiteY240" fmla="*/ 329656 h 378137"/>
                <a:gd name="connsiteX241" fmla="*/ 2349701 w 2915191"/>
                <a:gd name="connsiteY241" fmla="*/ 365207 h 378137"/>
                <a:gd name="connsiteX242" fmla="*/ 2359445 w 2915191"/>
                <a:gd name="connsiteY242" fmla="*/ 342769 h 378137"/>
                <a:gd name="connsiteX243" fmla="*/ 2369204 w 2915191"/>
                <a:gd name="connsiteY243" fmla="*/ 336519 h 378137"/>
                <a:gd name="connsiteX244" fmla="*/ 2378948 w 2915191"/>
                <a:gd name="connsiteY244" fmla="*/ 307539 h 378137"/>
                <a:gd name="connsiteX245" fmla="*/ 2388692 w 2915191"/>
                <a:gd name="connsiteY245" fmla="*/ 321657 h 378137"/>
                <a:gd name="connsiteX246" fmla="*/ 2398450 w 2915191"/>
                <a:gd name="connsiteY246" fmla="*/ 316311 h 378137"/>
                <a:gd name="connsiteX247" fmla="*/ 2408194 w 2915191"/>
                <a:gd name="connsiteY247" fmla="*/ 311152 h 378137"/>
                <a:gd name="connsiteX248" fmla="*/ 2417953 w 2915191"/>
                <a:gd name="connsiteY248" fmla="*/ 309236 h 378137"/>
                <a:gd name="connsiteX249" fmla="*/ 2427697 w 2915191"/>
                <a:gd name="connsiteY249" fmla="*/ 323432 h 378137"/>
                <a:gd name="connsiteX250" fmla="*/ 2437441 w 2915191"/>
                <a:gd name="connsiteY250" fmla="*/ 291280 h 378137"/>
                <a:gd name="connsiteX251" fmla="*/ 2447200 w 2915191"/>
                <a:gd name="connsiteY251" fmla="*/ 299870 h 378137"/>
                <a:gd name="connsiteX252" fmla="*/ 2456944 w 2915191"/>
                <a:gd name="connsiteY252" fmla="*/ 295338 h 378137"/>
                <a:gd name="connsiteX253" fmla="*/ 2466703 w 2915191"/>
                <a:gd name="connsiteY253" fmla="*/ 288610 h 378137"/>
                <a:gd name="connsiteX254" fmla="*/ 2476446 w 2915191"/>
                <a:gd name="connsiteY254" fmla="*/ 267905 h 378137"/>
                <a:gd name="connsiteX255" fmla="*/ 2486190 w 2915191"/>
                <a:gd name="connsiteY255" fmla="*/ 254765 h 378137"/>
                <a:gd name="connsiteX256" fmla="*/ 2495949 w 2915191"/>
                <a:gd name="connsiteY256" fmla="*/ 290642 h 378137"/>
                <a:gd name="connsiteX257" fmla="*/ 2505693 w 2915191"/>
                <a:gd name="connsiteY257" fmla="*/ 276631 h 378137"/>
                <a:gd name="connsiteX258" fmla="*/ 2515452 w 2915191"/>
                <a:gd name="connsiteY258" fmla="*/ 279593 h 378137"/>
                <a:gd name="connsiteX259" fmla="*/ 2525196 w 2915191"/>
                <a:gd name="connsiteY259" fmla="*/ 264579 h 378137"/>
                <a:gd name="connsiteX260" fmla="*/ 2534940 w 2915191"/>
                <a:gd name="connsiteY260" fmla="*/ 241991 h 378137"/>
                <a:gd name="connsiteX261" fmla="*/ 2544699 w 2915191"/>
                <a:gd name="connsiteY261" fmla="*/ 239206 h 378137"/>
                <a:gd name="connsiteX262" fmla="*/ 2554443 w 2915191"/>
                <a:gd name="connsiteY262" fmla="*/ 243838 h 378137"/>
                <a:gd name="connsiteX263" fmla="*/ 2564202 w 2915191"/>
                <a:gd name="connsiteY263" fmla="*/ 222586 h 378137"/>
                <a:gd name="connsiteX264" fmla="*/ 2573946 w 2915191"/>
                <a:gd name="connsiteY264" fmla="*/ 213044 h 378137"/>
                <a:gd name="connsiteX265" fmla="*/ 2583690 w 2915191"/>
                <a:gd name="connsiteY265" fmla="*/ 183091 h 378137"/>
                <a:gd name="connsiteX266" fmla="*/ 2593448 w 2915191"/>
                <a:gd name="connsiteY266" fmla="*/ 168868 h 378137"/>
                <a:gd name="connsiteX267" fmla="*/ 2603192 w 2915191"/>
                <a:gd name="connsiteY267" fmla="*/ 138541 h 378137"/>
                <a:gd name="connsiteX268" fmla="*/ 2612951 w 2915191"/>
                <a:gd name="connsiteY268" fmla="*/ 139131 h 378137"/>
                <a:gd name="connsiteX269" fmla="*/ 2622695 w 2915191"/>
                <a:gd name="connsiteY269" fmla="*/ 132969 h 378137"/>
                <a:gd name="connsiteX270" fmla="*/ 2632439 w 2915191"/>
                <a:gd name="connsiteY270" fmla="*/ 158126 h 378137"/>
                <a:gd name="connsiteX271" fmla="*/ 2642198 w 2915191"/>
                <a:gd name="connsiteY271" fmla="*/ 159829 h 378137"/>
                <a:gd name="connsiteX272" fmla="*/ 2651942 w 2915191"/>
                <a:gd name="connsiteY272" fmla="*/ 152329 h 378137"/>
                <a:gd name="connsiteX273" fmla="*/ 2661685 w 2915191"/>
                <a:gd name="connsiteY273" fmla="*/ 127692 h 378137"/>
                <a:gd name="connsiteX274" fmla="*/ 2671444 w 2915191"/>
                <a:gd name="connsiteY274" fmla="*/ 158863 h 378137"/>
                <a:gd name="connsiteX275" fmla="*/ 2681188 w 2915191"/>
                <a:gd name="connsiteY275" fmla="*/ 147779 h 378137"/>
                <a:gd name="connsiteX276" fmla="*/ 2690947 w 2915191"/>
                <a:gd name="connsiteY276" fmla="*/ 132291 h 378137"/>
                <a:gd name="connsiteX277" fmla="*/ 2700691 w 2915191"/>
                <a:gd name="connsiteY277" fmla="*/ 90203 h 378137"/>
                <a:gd name="connsiteX278" fmla="*/ 2710435 w 2915191"/>
                <a:gd name="connsiteY278" fmla="*/ 98958 h 378137"/>
                <a:gd name="connsiteX279" fmla="*/ 2720194 w 2915191"/>
                <a:gd name="connsiteY279" fmla="*/ 101037 h 378137"/>
                <a:gd name="connsiteX280" fmla="*/ 2729938 w 2915191"/>
                <a:gd name="connsiteY280" fmla="*/ 120919 h 378137"/>
                <a:gd name="connsiteX281" fmla="*/ 2739697 w 2915191"/>
                <a:gd name="connsiteY281" fmla="*/ 103375 h 378137"/>
                <a:gd name="connsiteX282" fmla="*/ 2749441 w 2915191"/>
                <a:gd name="connsiteY282" fmla="*/ 116507 h 378137"/>
                <a:gd name="connsiteX283" fmla="*/ 2759185 w 2915191"/>
                <a:gd name="connsiteY283" fmla="*/ 153434 h 378137"/>
                <a:gd name="connsiteX284" fmla="*/ 2768943 w 2915191"/>
                <a:gd name="connsiteY284" fmla="*/ 134633 h 378137"/>
                <a:gd name="connsiteX285" fmla="*/ 2778687 w 2915191"/>
                <a:gd name="connsiteY285" fmla="*/ 108307 h 378137"/>
                <a:gd name="connsiteX286" fmla="*/ 2788446 w 2915191"/>
                <a:gd name="connsiteY286" fmla="*/ 86247 h 378137"/>
                <a:gd name="connsiteX287" fmla="*/ 2798190 w 2915191"/>
                <a:gd name="connsiteY287" fmla="*/ 65757 h 378137"/>
                <a:gd name="connsiteX288" fmla="*/ 2807934 w 2915191"/>
                <a:gd name="connsiteY288" fmla="*/ 71023 h 378137"/>
                <a:gd name="connsiteX289" fmla="*/ 2817693 w 2915191"/>
                <a:gd name="connsiteY289" fmla="*/ 65740 h 378137"/>
                <a:gd name="connsiteX290" fmla="*/ 2827437 w 2915191"/>
                <a:gd name="connsiteY290" fmla="*/ 63607 h 378137"/>
                <a:gd name="connsiteX291" fmla="*/ 2837196 w 2915191"/>
                <a:gd name="connsiteY291" fmla="*/ 62139 h 378137"/>
                <a:gd name="connsiteX292" fmla="*/ 2846940 w 2915191"/>
                <a:gd name="connsiteY292" fmla="*/ 66558 h 378137"/>
                <a:gd name="connsiteX293" fmla="*/ 2856684 w 2915191"/>
                <a:gd name="connsiteY293" fmla="*/ 57324 h 378137"/>
                <a:gd name="connsiteX294" fmla="*/ 2866442 w 2915191"/>
                <a:gd name="connsiteY294" fmla="*/ 47352 h 378137"/>
                <a:gd name="connsiteX295" fmla="*/ 2876186 w 2915191"/>
                <a:gd name="connsiteY295" fmla="*/ 94434 h 378137"/>
                <a:gd name="connsiteX296" fmla="*/ 2885945 w 2915191"/>
                <a:gd name="connsiteY296" fmla="*/ 90267 h 378137"/>
                <a:gd name="connsiteX297" fmla="*/ 2895689 w 2915191"/>
                <a:gd name="connsiteY297" fmla="*/ 94217 h 378137"/>
                <a:gd name="connsiteX298" fmla="*/ 2905433 w 2915191"/>
                <a:gd name="connsiteY298" fmla="*/ 67130 h 378137"/>
                <a:gd name="connsiteX299" fmla="*/ 2915192 w 2915191"/>
                <a:gd name="connsiteY299" fmla="*/ 76541 h 378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78137">
                  <a:moveTo>
                    <a:pt x="0" y="119849"/>
                  </a:moveTo>
                  <a:lnTo>
                    <a:pt x="9750" y="126488"/>
                  </a:lnTo>
                  <a:lnTo>
                    <a:pt x="19500" y="107064"/>
                  </a:lnTo>
                  <a:lnTo>
                    <a:pt x="29250" y="138073"/>
                  </a:lnTo>
                  <a:lnTo>
                    <a:pt x="39000" y="155443"/>
                  </a:lnTo>
                  <a:lnTo>
                    <a:pt x="48749" y="161265"/>
                  </a:lnTo>
                  <a:lnTo>
                    <a:pt x="58499" y="142369"/>
                  </a:lnTo>
                  <a:lnTo>
                    <a:pt x="68249" y="116351"/>
                  </a:lnTo>
                  <a:lnTo>
                    <a:pt x="77998" y="120449"/>
                  </a:lnTo>
                  <a:lnTo>
                    <a:pt x="87748" y="115828"/>
                  </a:lnTo>
                  <a:lnTo>
                    <a:pt x="97497" y="117118"/>
                  </a:lnTo>
                  <a:lnTo>
                    <a:pt x="107247" y="133602"/>
                  </a:lnTo>
                  <a:lnTo>
                    <a:pt x="116997" y="128866"/>
                  </a:lnTo>
                  <a:lnTo>
                    <a:pt x="126747" y="123158"/>
                  </a:lnTo>
                  <a:lnTo>
                    <a:pt x="136497" y="99554"/>
                  </a:lnTo>
                  <a:lnTo>
                    <a:pt x="146247" y="70512"/>
                  </a:lnTo>
                  <a:lnTo>
                    <a:pt x="155997" y="27018"/>
                  </a:lnTo>
                  <a:lnTo>
                    <a:pt x="165747" y="26426"/>
                  </a:lnTo>
                  <a:lnTo>
                    <a:pt x="175497" y="26857"/>
                  </a:lnTo>
                  <a:lnTo>
                    <a:pt x="185247" y="57701"/>
                  </a:lnTo>
                  <a:lnTo>
                    <a:pt x="194996" y="91770"/>
                  </a:lnTo>
                  <a:lnTo>
                    <a:pt x="204746" y="83047"/>
                  </a:lnTo>
                  <a:lnTo>
                    <a:pt x="214495" y="108123"/>
                  </a:lnTo>
                  <a:lnTo>
                    <a:pt x="224245" y="135232"/>
                  </a:lnTo>
                  <a:lnTo>
                    <a:pt x="233995" y="163531"/>
                  </a:lnTo>
                  <a:lnTo>
                    <a:pt x="243744" y="139726"/>
                  </a:lnTo>
                  <a:lnTo>
                    <a:pt x="253494" y="114375"/>
                  </a:lnTo>
                  <a:lnTo>
                    <a:pt x="263244" y="99421"/>
                  </a:lnTo>
                  <a:lnTo>
                    <a:pt x="272994" y="117218"/>
                  </a:lnTo>
                  <a:lnTo>
                    <a:pt x="282744" y="122850"/>
                  </a:lnTo>
                  <a:lnTo>
                    <a:pt x="292494" y="119377"/>
                  </a:lnTo>
                  <a:lnTo>
                    <a:pt x="302244" y="126585"/>
                  </a:lnTo>
                  <a:lnTo>
                    <a:pt x="311994" y="121136"/>
                  </a:lnTo>
                  <a:lnTo>
                    <a:pt x="321744" y="115434"/>
                  </a:lnTo>
                  <a:lnTo>
                    <a:pt x="331493" y="122300"/>
                  </a:lnTo>
                  <a:lnTo>
                    <a:pt x="341243" y="103141"/>
                  </a:lnTo>
                  <a:lnTo>
                    <a:pt x="350993" y="143389"/>
                  </a:lnTo>
                  <a:lnTo>
                    <a:pt x="360742" y="127724"/>
                  </a:lnTo>
                  <a:lnTo>
                    <a:pt x="370492" y="140871"/>
                  </a:lnTo>
                  <a:lnTo>
                    <a:pt x="380241" y="142787"/>
                  </a:lnTo>
                  <a:lnTo>
                    <a:pt x="389991" y="99959"/>
                  </a:lnTo>
                  <a:lnTo>
                    <a:pt x="399741" y="83042"/>
                  </a:lnTo>
                  <a:lnTo>
                    <a:pt x="409491" y="75299"/>
                  </a:lnTo>
                  <a:lnTo>
                    <a:pt x="419241" y="83413"/>
                  </a:lnTo>
                  <a:lnTo>
                    <a:pt x="428991" y="106766"/>
                  </a:lnTo>
                  <a:lnTo>
                    <a:pt x="438741" y="108776"/>
                  </a:lnTo>
                  <a:lnTo>
                    <a:pt x="448491" y="94753"/>
                  </a:lnTo>
                  <a:lnTo>
                    <a:pt x="458241" y="59478"/>
                  </a:lnTo>
                  <a:lnTo>
                    <a:pt x="467991" y="63890"/>
                  </a:lnTo>
                  <a:lnTo>
                    <a:pt x="477740" y="73033"/>
                  </a:lnTo>
                  <a:lnTo>
                    <a:pt x="487490" y="76624"/>
                  </a:lnTo>
                  <a:lnTo>
                    <a:pt x="497239" y="92646"/>
                  </a:lnTo>
                  <a:lnTo>
                    <a:pt x="506989" y="83770"/>
                  </a:lnTo>
                  <a:lnTo>
                    <a:pt x="516738" y="96942"/>
                  </a:lnTo>
                  <a:lnTo>
                    <a:pt x="526488" y="85714"/>
                  </a:lnTo>
                  <a:lnTo>
                    <a:pt x="536238" y="87508"/>
                  </a:lnTo>
                  <a:lnTo>
                    <a:pt x="545988" y="70539"/>
                  </a:lnTo>
                  <a:lnTo>
                    <a:pt x="555738" y="69130"/>
                  </a:lnTo>
                  <a:lnTo>
                    <a:pt x="565488" y="58388"/>
                  </a:lnTo>
                  <a:lnTo>
                    <a:pt x="575238" y="45621"/>
                  </a:lnTo>
                  <a:lnTo>
                    <a:pt x="584988" y="43968"/>
                  </a:lnTo>
                  <a:lnTo>
                    <a:pt x="594738" y="32776"/>
                  </a:lnTo>
                  <a:lnTo>
                    <a:pt x="604488" y="23499"/>
                  </a:lnTo>
                  <a:lnTo>
                    <a:pt x="614237" y="19363"/>
                  </a:lnTo>
                  <a:lnTo>
                    <a:pt x="623987" y="37870"/>
                  </a:lnTo>
                  <a:lnTo>
                    <a:pt x="633736" y="6710"/>
                  </a:lnTo>
                  <a:lnTo>
                    <a:pt x="643486" y="22734"/>
                  </a:lnTo>
                  <a:lnTo>
                    <a:pt x="653236" y="10397"/>
                  </a:lnTo>
                  <a:lnTo>
                    <a:pt x="662985" y="6420"/>
                  </a:lnTo>
                  <a:lnTo>
                    <a:pt x="672735" y="2938"/>
                  </a:lnTo>
                  <a:lnTo>
                    <a:pt x="682485" y="0"/>
                  </a:lnTo>
                  <a:lnTo>
                    <a:pt x="692235" y="7739"/>
                  </a:lnTo>
                  <a:lnTo>
                    <a:pt x="701985" y="31306"/>
                  </a:lnTo>
                  <a:lnTo>
                    <a:pt x="711735" y="15344"/>
                  </a:lnTo>
                  <a:lnTo>
                    <a:pt x="721485" y="21258"/>
                  </a:lnTo>
                  <a:lnTo>
                    <a:pt x="731235" y="22569"/>
                  </a:lnTo>
                  <a:lnTo>
                    <a:pt x="740985" y="6167"/>
                  </a:lnTo>
                  <a:lnTo>
                    <a:pt x="750734" y="4619"/>
                  </a:lnTo>
                  <a:lnTo>
                    <a:pt x="760484" y="33552"/>
                  </a:lnTo>
                  <a:lnTo>
                    <a:pt x="770233" y="66154"/>
                  </a:lnTo>
                  <a:lnTo>
                    <a:pt x="779983" y="90481"/>
                  </a:lnTo>
                  <a:lnTo>
                    <a:pt x="789733" y="98390"/>
                  </a:lnTo>
                  <a:lnTo>
                    <a:pt x="799482" y="93257"/>
                  </a:lnTo>
                  <a:lnTo>
                    <a:pt x="809232" y="120738"/>
                  </a:lnTo>
                  <a:lnTo>
                    <a:pt x="818982" y="119091"/>
                  </a:lnTo>
                  <a:lnTo>
                    <a:pt x="828732" y="99334"/>
                  </a:lnTo>
                  <a:lnTo>
                    <a:pt x="838482" y="101581"/>
                  </a:lnTo>
                  <a:lnTo>
                    <a:pt x="848232" y="115071"/>
                  </a:lnTo>
                  <a:lnTo>
                    <a:pt x="857982" y="100357"/>
                  </a:lnTo>
                  <a:lnTo>
                    <a:pt x="867732" y="98549"/>
                  </a:lnTo>
                  <a:lnTo>
                    <a:pt x="877482" y="63331"/>
                  </a:lnTo>
                  <a:lnTo>
                    <a:pt x="887231" y="39706"/>
                  </a:lnTo>
                  <a:lnTo>
                    <a:pt x="896981" y="35458"/>
                  </a:lnTo>
                  <a:lnTo>
                    <a:pt x="906730" y="49146"/>
                  </a:lnTo>
                  <a:lnTo>
                    <a:pt x="916480" y="49185"/>
                  </a:lnTo>
                  <a:lnTo>
                    <a:pt x="926230" y="56714"/>
                  </a:lnTo>
                  <a:lnTo>
                    <a:pt x="935979" y="44853"/>
                  </a:lnTo>
                  <a:lnTo>
                    <a:pt x="945729" y="56527"/>
                  </a:lnTo>
                  <a:lnTo>
                    <a:pt x="955479" y="20137"/>
                  </a:lnTo>
                  <a:lnTo>
                    <a:pt x="965229" y="30416"/>
                  </a:lnTo>
                  <a:lnTo>
                    <a:pt x="974979" y="41465"/>
                  </a:lnTo>
                  <a:lnTo>
                    <a:pt x="984729" y="34296"/>
                  </a:lnTo>
                  <a:lnTo>
                    <a:pt x="994474" y="38991"/>
                  </a:lnTo>
                  <a:lnTo>
                    <a:pt x="1004233" y="36218"/>
                  </a:lnTo>
                  <a:lnTo>
                    <a:pt x="1013977" y="56154"/>
                  </a:lnTo>
                  <a:lnTo>
                    <a:pt x="1023721" y="49643"/>
                  </a:lnTo>
                  <a:lnTo>
                    <a:pt x="1033480" y="46097"/>
                  </a:lnTo>
                  <a:lnTo>
                    <a:pt x="1043224" y="31981"/>
                  </a:lnTo>
                  <a:lnTo>
                    <a:pt x="1052983" y="30659"/>
                  </a:lnTo>
                  <a:lnTo>
                    <a:pt x="1062727" y="33991"/>
                  </a:lnTo>
                  <a:lnTo>
                    <a:pt x="1072471" y="60754"/>
                  </a:lnTo>
                  <a:lnTo>
                    <a:pt x="1082230" y="79467"/>
                  </a:lnTo>
                  <a:lnTo>
                    <a:pt x="1091973" y="88379"/>
                  </a:lnTo>
                  <a:lnTo>
                    <a:pt x="1101732" y="102992"/>
                  </a:lnTo>
                  <a:lnTo>
                    <a:pt x="1111476" y="140570"/>
                  </a:lnTo>
                  <a:lnTo>
                    <a:pt x="1121220" y="125734"/>
                  </a:lnTo>
                  <a:lnTo>
                    <a:pt x="1130979" y="140354"/>
                  </a:lnTo>
                  <a:lnTo>
                    <a:pt x="1140723" y="140223"/>
                  </a:lnTo>
                  <a:lnTo>
                    <a:pt x="1150482" y="149350"/>
                  </a:lnTo>
                  <a:lnTo>
                    <a:pt x="1160226" y="159951"/>
                  </a:lnTo>
                  <a:lnTo>
                    <a:pt x="1169969" y="139800"/>
                  </a:lnTo>
                  <a:lnTo>
                    <a:pt x="1179728" y="117380"/>
                  </a:lnTo>
                  <a:lnTo>
                    <a:pt x="1189472" y="166529"/>
                  </a:lnTo>
                  <a:lnTo>
                    <a:pt x="1199231" y="183523"/>
                  </a:lnTo>
                  <a:lnTo>
                    <a:pt x="1208975" y="157773"/>
                  </a:lnTo>
                  <a:lnTo>
                    <a:pt x="1218719" y="169845"/>
                  </a:lnTo>
                  <a:lnTo>
                    <a:pt x="1228478" y="147510"/>
                  </a:lnTo>
                  <a:lnTo>
                    <a:pt x="1238222" y="142270"/>
                  </a:lnTo>
                  <a:lnTo>
                    <a:pt x="1247966" y="140123"/>
                  </a:lnTo>
                  <a:lnTo>
                    <a:pt x="1257725" y="122596"/>
                  </a:lnTo>
                  <a:lnTo>
                    <a:pt x="1267469" y="141917"/>
                  </a:lnTo>
                  <a:lnTo>
                    <a:pt x="1277227" y="114996"/>
                  </a:lnTo>
                  <a:lnTo>
                    <a:pt x="1286971" y="138044"/>
                  </a:lnTo>
                  <a:lnTo>
                    <a:pt x="1296715" y="176741"/>
                  </a:lnTo>
                  <a:lnTo>
                    <a:pt x="1306474" y="194955"/>
                  </a:lnTo>
                  <a:lnTo>
                    <a:pt x="1316218" y="210689"/>
                  </a:lnTo>
                  <a:lnTo>
                    <a:pt x="1325977" y="204719"/>
                  </a:lnTo>
                  <a:lnTo>
                    <a:pt x="1335721" y="192152"/>
                  </a:lnTo>
                  <a:lnTo>
                    <a:pt x="1345465" y="176729"/>
                  </a:lnTo>
                  <a:lnTo>
                    <a:pt x="1355224" y="170236"/>
                  </a:lnTo>
                  <a:lnTo>
                    <a:pt x="1364967" y="146683"/>
                  </a:lnTo>
                  <a:lnTo>
                    <a:pt x="1374726" y="144429"/>
                  </a:lnTo>
                  <a:lnTo>
                    <a:pt x="1384470" y="180604"/>
                  </a:lnTo>
                  <a:lnTo>
                    <a:pt x="1394214" y="177663"/>
                  </a:lnTo>
                  <a:lnTo>
                    <a:pt x="1403973" y="147139"/>
                  </a:lnTo>
                  <a:lnTo>
                    <a:pt x="1413717" y="183128"/>
                  </a:lnTo>
                  <a:lnTo>
                    <a:pt x="1423476" y="173949"/>
                  </a:lnTo>
                  <a:lnTo>
                    <a:pt x="1433220" y="188366"/>
                  </a:lnTo>
                  <a:lnTo>
                    <a:pt x="1442964" y="167794"/>
                  </a:lnTo>
                  <a:lnTo>
                    <a:pt x="1452722" y="171332"/>
                  </a:lnTo>
                  <a:lnTo>
                    <a:pt x="1462466" y="191409"/>
                  </a:lnTo>
                  <a:lnTo>
                    <a:pt x="1472225" y="181310"/>
                  </a:lnTo>
                  <a:lnTo>
                    <a:pt x="1481969" y="160355"/>
                  </a:lnTo>
                  <a:lnTo>
                    <a:pt x="1491713" y="176773"/>
                  </a:lnTo>
                  <a:lnTo>
                    <a:pt x="1501472" y="195147"/>
                  </a:lnTo>
                  <a:lnTo>
                    <a:pt x="1511216" y="189910"/>
                  </a:lnTo>
                  <a:lnTo>
                    <a:pt x="1520960" y="236630"/>
                  </a:lnTo>
                  <a:lnTo>
                    <a:pt x="1530719" y="242752"/>
                  </a:lnTo>
                  <a:lnTo>
                    <a:pt x="1540463" y="204712"/>
                  </a:lnTo>
                  <a:lnTo>
                    <a:pt x="1550221" y="187502"/>
                  </a:lnTo>
                  <a:lnTo>
                    <a:pt x="1559965" y="188486"/>
                  </a:lnTo>
                  <a:lnTo>
                    <a:pt x="1569709" y="193654"/>
                  </a:lnTo>
                  <a:lnTo>
                    <a:pt x="1579468" y="230258"/>
                  </a:lnTo>
                  <a:lnTo>
                    <a:pt x="1589212" y="216129"/>
                  </a:lnTo>
                  <a:lnTo>
                    <a:pt x="1598971" y="221321"/>
                  </a:lnTo>
                  <a:lnTo>
                    <a:pt x="1608715" y="201696"/>
                  </a:lnTo>
                  <a:lnTo>
                    <a:pt x="1618459" y="201114"/>
                  </a:lnTo>
                  <a:lnTo>
                    <a:pt x="1628218" y="219389"/>
                  </a:lnTo>
                  <a:lnTo>
                    <a:pt x="1637962" y="229044"/>
                  </a:lnTo>
                  <a:lnTo>
                    <a:pt x="1647720" y="230633"/>
                  </a:lnTo>
                  <a:lnTo>
                    <a:pt x="1657464" y="250035"/>
                  </a:lnTo>
                  <a:lnTo>
                    <a:pt x="1667208" y="235541"/>
                  </a:lnTo>
                  <a:lnTo>
                    <a:pt x="1676967" y="251790"/>
                  </a:lnTo>
                  <a:lnTo>
                    <a:pt x="1686711" y="226007"/>
                  </a:lnTo>
                  <a:lnTo>
                    <a:pt x="1696470" y="228355"/>
                  </a:lnTo>
                  <a:lnTo>
                    <a:pt x="1706214" y="227542"/>
                  </a:lnTo>
                  <a:lnTo>
                    <a:pt x="1715958" y="210393"/>
                  </a:lnTo>
                  <a:lnTo>
                    <a:pt x="1725716" y="263976"/>
                  </a:lnTo>
                  <a:lnTo>
                    <a:pt x="1735460" y="303862"/>
                  </a:lnTo>
                  <a:lnTo>
                    <a:pt x="1745219" y="331969"/>
                  </a:lnTo>
                  <a:lnTo>
                    <a:pt x="1754963" y="321475"/>
                  </a:lnTo>
                  <a:lnTo>
                    <a:pt x="1764707" y="334871"/>
                  </a:lnTo>
                  <a:lnTo>
                    <a:pt x="1774466" y="350943"/>
                  </a:lnTo>
                  <a:lnTo>
                    <a:pt x="1784210" y="357610"/>
                  </a:lnTo>
                  <a:lnTo>
                    <a:pt x="1793969" y="369663"/>
                  </a:lnTo>
                  <a:lnTo>
                    <a:pt x="1803713" y="339789"/>
                  </a:lnTo>
                  <a:lnTo>
                    <a:pt x="1813457" y="338585"/>
                  </a:lnTo>
                  <a:lnTo>
                    <a:pt x="1823215" y="320231"/>
                  </a:lnTo>
                  <a:lnTo>
                    <a:pt x="1832959" y="311554"/>
                  </a:lnTo>
                  <a:lnTo>
                    <a:pt x="1842703" y="328046"/>
                  </a:lnTo>
                  <a:lnTo>
                    <a:pt x="1852462" y="322991"/>
                  </a:lnTo>
                  <a:lnTo>
                    <a:pt x="1862206" y="320467"/>
                  </a:lnTo>
                  <a:lnTo>
                    <a:pt x="1871965" y="329883"/>
                  </a:lnTo>
                  <a:lnTo>
                    <a:pt x="1881709" y="318278"/>
                  </a:lnTo>
                  <a:lnTo>
                    <a:pt x="1891453" y="324406"/>
                  </a:lnTo>
                  <a:lnTo>
                    <a:pt x="1901212" y="375244"/>
                  </a:lnTo>
                  <a:lnTo>
                    <a:pt x="1910956" y="366920"/>
                  </a:lnTo>
                  <a:lnTo>
                    <a:pt x="1920714" y="361047"/>
                  </a:lnTo>
                  <a:lnTo>
                    <a:pt x="1930458" y="361954"/>
                  </a:lnTo>
                  <a:lnTo>
                    <a:pt x="1940202" y="326529"/>
                  </a:lnTo>
                  <a:lnTo>
                    <a:pt x="1949961" y="295933"/>
                  </a:lnTo>
                  <a:lnTo>
                    <a:pt x="1959705" y="351537"/>
                  </a:lnTo>
                  <a:lnTo>
                    <a:pt x="1969464" y="328399"/>
                  </a:lnTo>
                  <a:lnTo>
                    <a:pt x="1979208" y="333259"/>
                  </a:lnTo>
                  <a:lnTo>
                    <a:pt x="1988952" y="351607"/>
                  </a:lnTo>
                  <a:lnTo>
                    <a:pt x="1998711" y="346625"/>
                  </a:lnTo>
                  <a:lnTo>
                    <a:pt x="2008454" y="368091"/>
                  </a:lnTo>
                  <a:lnTo>
                    <a:pt x="2018213" y="334359"/>
                  </a:lnTo>
                  <a:lnTo>
                    <a:pt x="2027957" y="301259"/>
                  </a:lnTo>
                  <a:lnTo>
                    <a:pt x="2037701" y="316891"/>
                  </a:lnTo>
                  <a:lnTo>
                    <a:pt x="2047460" y="302963"/>
                  </a:lnTo>
                  <a:lnTo>
                    <a:pt x="2057204" y="324223"/>
                  </a:lnTo>
                  <a:lnTo>
                    <a:pt x="2066963" y="308665"/>
                  </a:lnTo>
                  <a:lnTo>
                    <a:pt x="2076707" y="299782"/>
                  </a:lnTo>
                  <a:lnTo>
                    <a:pt x="2086451" y="304473"/>
                  </a:lnTo>
                  <a:lnTo>
                    <a:pt x="2096210" y="308364"/>
                  </a:lnTo>
                  <a:lnTo>
                    <a:pt x="2105954" y="313877"/>
                  </a:lnTo>
                  <a:lnTo>
                    <a:pt x="2115697" y="307351"/>
                  </a:lnTo>
                  <a:lnTo>
                    <a:pt x="2125456" y="301843"/>
                  </a:lnTo>
                  <a:lnTo>
                    <a:pt x="2135200" y="339151"/>
                  </a:lnTo>
                  <a:lnTo>
                    <a:pt x="2144959" y="327383"/>
                  </a:lnTo>
                  <a:lnTo>
                    <a:pt x="2154703" y="340825"/>
                  </a:lnTo>
                  <a:lnTo>
                    <a:pt x="2164447" y="340111"/>
                  </a:lnTo>
                  <a:lnTo>
                    <a:pt x="2174206" y="342137"/>
                  </a:lnTo>
                  <a:lnTo>
                    <a:pt x="2183950" y="336823"/>
                  </a:lnTo>
                  <a:lnTo>
                    <a:pt x="2193709" y="326668"/>
                  </a:lnTo>
                  <a:lnTo>
                    <a:pt x="2203452" y="351378"/>
                  </a:lnTo>
                  <a:lnTo>
                    <a:pt x="2213196" y="345154"/>
                  </a:lnTo>
                  <a:lnTo>
                    <a:pt x="2222955" y="331186"/>
                  </a:lnTo>
                  <a:lnTo>
                    <a:pt x="2232699" y="341140"/>
                  </a:lnTo>
                  <a:lnTo>
                    <a:pt x="2242458" y="342922"/>
                  </a:lnTo>
                  <a:lnTo>
                    <a:pt x="2252202" y="372629"/>
                  </a:lnTo>
                  <a:lnTo>
                    <a:pt x="2261946" y="378138"/>
                  </a:lnTo>
                  <a:lnTo>
                    <a:pt x="2271705" y="358157"/>
                  </a:lnTo>
                  <a:lnTo>
                    <a:pt x="2281449" y="344353"/>
                  </a:lnTo>
                  <a:lnTo>
                    <a:pt x="2291208" y="353849"/>
                  </a:lnTo>
                  <a:lnTo>
                    <a:pt x="2300951" y="351439"/>
                  </a:lnTo>
                  <a:lnTo>
                    <a:pt x="2310695" y="327791"/>
                  </a:lnTo>
                  <a:lnTo>
                    <a:pt x="2320454" y="297924"/>
                  </a:lnTo>
                  <a:lnTo>
                    <a:pt x="2330198" y="295851"/>
                  </a:lnTo>
                  <a:lnTo>
                    <a:pt x="2339957" y="329656"/>
                  </a:lnTo>
                  <a:lnTo>
                    <a:pt x="2349701" y="365207"/>
                  </a:lnTo>
                  <a:lnTo>
                    <a:pt x="2359445" y="342769"/>
                  </a:lnTo>
                  <a:lnTo>
                    <a:pt x="2369204" y="336519"/>
                  </a:lnTo>
                  <a:lnTo>
                    <a:pt x="2378948" y="307539"/>
                  </a:lnTo>
                  <a:lnTo>
                    <a:pt x="2388692" y="321657"/>
                  </a:lnTo>
                  <a:lnTo>
                    <a:pt x="2398450" y="316311"/>
                  </a:lnTo>
                  <a:lnTo>
                    <a:pt x="2408194" y="311152"/>
                  </a:lnTo>
                  <a:lnTo>
                    <a:pt x="2417953" y="309236"/>
                  </a:lnTo>
                  <a:lnTo>
                    <a:pt x="2427697" y="323432"/>
                  </a:lnTo>
                  <a:lnTo>
                    <a:pt x="2437441" y="291280"/>
                  </a:lnTo>
                  <a:lnTo>
                    <a:pt x="2447200" y="299870"/>
                  </a:lnTo>
                  <a:lnTo>
                    <a:pt x="2456944" y="295338"/>
                  </a:lnTo>
                  <a:lnTo>
                    <a:pt x="2466703" y="288610"/>
                  </a:lnTo>
                  <a:lnTo>
                    <a:pt x="2476446" y="267905"/>
                  </a:lnTo>
                  <a:lnTo>
                    <a:pt x="2486190" y="254765"/>
                  </a:lnTo>
                  <a:lnTo>
                    <a:pt x="2495949" y="290642"/>
                  </a:lnTo>
                  <a:lnTo>
                    <a:pt x="2505693" y="276631"/>
                  </a:lnTo>
                  <a:lnTo>
                    <a:pt x="2515452" y="279593"/>
                  </a:lnTo>
                  <a:lnTo>
                    <a:pt x="2525196" y="264579"/>
                  </a:lnTo>
                  <a:lnTo>
                    <a:pt x="2534940" y="241991"/>
                  </a:lnTo>
                  <a:lnTo>
                    <a:pt x="2544699" y="239206"/>
                  </a:lnTo>
                  <a:lnTo>
                    <a:pt x="2554443" y="243838"/>
                  </a:lnTo>
                  <a:lnTo>
                    <a:pt x="2564202" y="222586"/>
                  </a:lnTo>
                  <a:lnTo>
                    <a:pt x="2573946" y="213044"/>
                  </a:lnTo>
                  <a:lnTo>
                    <a:pt x="2583690" y="183091"/>
                  </a:lnTo>
                  <a:lnTo>
                    <a:pt x="2593448" y="168868"/>
                  </a:lnTo>
                  <a:lnTo>
                    <a:pt x="2603192" y="138541"/>
                  </a:lnTo>
                  <a:lnTo>
                    <a:pt x="2612951" y="139131"/>
                  </a:lnTo>
                  <a:lnTo>
                    <a:pt x="2622695" y="132969"/>
                  </a:lnTo>
                  <a:lnTo>
                    <a:pt x="2632439" y="158126"/>
                  </a:lnTo>
                  <a:lnTo>
                    <a:pt x="2642198" y="159829"/>
                  </a:lnTo>
                  <a:lnTo>
                    <a:pt x="2651942" y="152329"/>
                  </a:lnTo>
                  <a:lnTo>
                    <a:pt x="2661685" y="127692"/>
                  </a:lnTo>
                  <a:lnTo>
                    <a:pt x="2671444" y="158863"/>
                  </a:lnTo>
                  <a:lnTo>
                    <a:pt x="2681188" y="147779"/>
                  </a:lnTo>
                  <a:lnTo>
                    <a:pt x="2690947" y="132291"/>
                  </a:lnTo>
                  <a:lnTo>
                    <a:pt x="2700691" y="90203"/>
                  </a:lnTo>
                  <a:lnTo>
                    <a:pt x="2710435" y="98958"/>
                  </a:lnTo>
                  <a:lnTo>
                    <a:pt x="2720194" y="101037"/>
                  </a:lnTo>
                  <a:lnTo>
                    <a:pt x="2729938" y="120919"/>
                  </a:lnTo>
                  <a:lnTo>
                    <a:pt x="2739697" y="103375"/>
                  </a:lnTo>
                  <a:lnTo>
                    <a:pt x="2749441" y="116507"/>
                  </a:lnTo>
                  <a:lnTo>
                    <a:pt x="2759185" y="153434"/>
                  </a:lnTo>
                  <a:lnTo>
                    <a:pt x="2768943" y="134633"/>
                  </a:lnTo>
                  <a:lnTo>
                    <a:pt x="2778687" y="108307"/>
                  </a:lnTo>
                  <a:lnTo>
                    <a:pt x="2788446" y="86247"/>
                  </a:lnTo>
                  <a:lnTo>
                    <a:pt x="2798190" y="65757"/>
                  </a:lnTo>
                  <a:lnTo>
                    <a:pt x="2807934" y="71023"/>
                  </a:lnTo>
                  <a:lnTo>
                    <a:pt x="2817693" y="65740"/>
                  </a:lnTo>
                  <a:lnTo>
                    <a:pt x="2827437" y="63607"/>
                  </a:lnTo>
                  <a:lnTo>
                    <a:pt x="2837196" y="62139"/>
                  </a:lnTo>
                  <a:lnTo>
                    <a:pt x="2846940" y="66558"/>
                  </a:lnTo>
                  <a:lnTo>
                    <a:pt x="2856684" y="57324"/>
                  </a:lnTo>
                  <a:lnTo>
                    <a:pt x="2866442" y="47352"/>
                  </a:lnTo>
                  <a:lnTo>
                    <a:pt x="2876186" y="94434"/>
                  </a:lnTo>
                  <a:lnTo>
                    <a:pt x="2885945" y="90267"/>
                  </a:lnTo>
                  <a:lnTo>
                    <a:pt x="2895689" y="94217"/>
                  </a:lnTo>
                  <a:lnTo>
                    <a:pt x="2905433" y="67130"/>
                  </a:lnTo>
                  <a:lnTo>
                    <a:pt x="2915192" y="7654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7" name="Freeform 1176">
              <a:extLst>
                <a:ext uri="{FF2B5EF4-FFF2-40B4-BE49-F238E27FC236}">
                  <a16:creationId xmlns:a16="http://schemas.microsoft.com/office/drawing/2014/main" id="{B6C35B43-4B89-4BF1-C6CD-CC13DC2829F9}"/>
                </a:ext>
              </a:extLst>
            </p:cNvPr>
            <p:cNvSpPr/>
            <p:nvPr/>
          </p:nvSpPr>
          <p:spPr>
            <a:xfrm>
              <a:off x="4426652" y="3275861"/>
              <a:ext cx="2915191" cy="613680"/>
            </a:xfrm>
            <a:custGeom>
              <a:avLst/>
              <a:gdLst>
                <a:gd name="connsiteX0" fmla="*/ 0 w 2915191"/>
                <a:gd name="connsiteY0" fmla="*/ 377723 h 613680"/>
                <a:gd name="connsiteX1" fmla="*/ 9750 w 2915191"/>
                <a:gd name="connsiteY1" fmla="*/ 380349 h 613680"/>
                <a:gd name="connsiteX2" fmla="*/ 19500 w 2915191"/>
                <a:gd name="connsiteY2" fmla="*/ 422385 h 613680"/>
                <a:gd name="connsiteX3" fmla="*/ 29250 w 2915191"/>
                <a:gd name="connsiteY3" fmla="*/ 403161 h 613680"/>
                <a:gd name="connsiteX4" fmla="*/ 39000 w 2915191"/>
                <a:gd name="connsiteY4" fmla="*/ 377242 h 613680"/>
                <a:gd name="connsiteX5" fmla="*/ 48749 w 2915191"/>
                <a:gd name="connsiteY5" fmla="*/ 376405 h 613680"/>
                <a:gd name="connsiteX6" fmla="*/ 58499 w 2915191"/>
                <a:gd name="connsiteY6" fmla="*/ 385502 h 613680"/>
                <a:gd name="connsiteX7" fmla="*/ 68249 w 2915191"/>
                <a:gd name="connsiteY7" fmla="*/ 351664 h 613680"/>
                <a:gd name="connsiteX8" fmla="*/ 77998 w 2915191"/>
                <a:gd name="connsiteY8" fmla="*/ 355584 h 613680"/>
                <a:gd name="connsiteX9" fmla="*/ 87748 w 2915191"/>
                <a:gd name="connsiteY9" fmla="*/ 346054 h 613680"/>
                <a:gd name="connsiteX10" fmla="*/ 97497 w 2915191"/>
                <a:gd name="connsiteY10" fmla="*/ 350446 h 613680"/>
                <a:gd name="connsiteX11" fmla="*/ 107247 w 2915191"/>
                <a:gd name="connsiteY11" fmla="*/ 348913 h 613680"/>
                <a:gd name="connsiteX12" fmla="*/ 116997 w 2915191"/>
                <a:gd name="connsiteY12" fmla="*/ 350238 h 613680"/>
                <a:gd name="connsiteX13" fmla="*/ 126747 w 2915191"/>
                <a:gd name="connsiteY13" fmla="*/ 343849 h 613680"/>
                <a:gd name="connsiteX14" fmla="*/ 136497 w 2915191"/>
                <a:gd name="connsiteY14" fmla="*/ 351743 h 613680"/>
                <a:gd name="connsiteX15" fmla="*/ 146247 w 2915191"/>
                <a:gd name="connsiteY15" fmla="*/ 334695 h 613680"/>
                <a:gd name="connsiteX16" fmla="*/ 155997 w 2915191"/>
                <a:gd name="connsiteY16" fmla="*/ 339694 h 613680"/>
                <a:gd name="connsiteX17" fmla="*/ 165747 w 2915191"/>
                <a:gd name="connsiteY17" fmla="*/ 369675 h 613680"/>
                <a:gd name="connsiteX18" fmla="*/ 175497 w 2915191"/>
                <a:gd name="connsiteY18" fmla="*/ 334947 h 613680"/>
                <a:gd name="connsiteX19" fmla="*/ 185247 w 2915191"/>
                <a:gd name="connsiteY19" fmla="*/ 340288 h 613680"/>
                <a:gd name="connsiteX20" fmla="*/ 194996 w 2915191"/>
                <a:gd name="connsiteY20" fmla="*/ 338708 h 613680"/>
                <a:gd name="connsiteX21" fmla="*/ 204746 w 2915191"/>
                <a:gd name="connsiteY21" fmla="*/ 343295 h 613680"/>
                <a:gd name="connsiteX22" fmla="*/ 214495 w 2915191"/>
                <a:gd name="connsiteY22" fmla="*/ 359597 h 613680"/>
                <a:gd name="connsiteX23" fmla="*/ 224245 w 2915191"/>
                <a:gd name="connsiteY23" fmla="*/ 313737 h 613680"/>
                <a:gd name="connsiteX24" fmla="*/ 233995 w 2915191"/>
                <a:gd name="connsiteY24" fmla="*/ 353799 h 613680"/>
                <a:gd name="connsiteX25" fmla="*/ 243744 w 2915191"/>
                <a:gd name="connsiteY25" fmla="*/ 346352 h 613680"/>
                <a:gd name="connsiteX26" fmla="*/ 253494 w 2915191"/>
                <a:gd name="connsiteY26" fmla="*/ 348089 h 613680"/>
                <a:gd name="connsiteX27" fmla="*/ 263244 w 2915191"/>
                <a:gd name="connsiteY27" fmla="*/ 357936 h 613680"/>
                <a:gd name="connsiteX28" fmla="*/ 272994 w 2915191"/>
                <a:gd name="connsiteY28" fmla="*/ 374855 h 613680"/>
                <a:gd name="connsiteX29" fmla="*/ 282744 w 2915191"/>
                <a:gd name="connsiteY29" fmla="*/ 391077 h 613680"/>
                <a:gd name="connsiteX30" fmla="*/ 292494 w 2915191"/>
                <a:gd name="connsiteY30" fmla="*/ 373228 h 613680"/>
                <a:gd name="connsiteX31" fmla="*/ 302244 w 2915191"/>
                <a:gd name="connsiteY31" fmla="*/ 364548 h 613680"/>
                <a:gd name="connsiteX32" fmla="*/ 311994 w 2915191"/>
                <a:gd name="connsiteY32" fmla="*/ 354781 h 613680"/>
                <a:gd name="connsiteX33" fmla="*/ 321744 w 2915191"/>
                <a:gd name="connsiteY33" fmla="*/ 373815 h 613680"/>
                <a:gd name="connsiteX34" fmla="*/ 331493 w 2915191"/>
                <a:gd name="connsiteY34" fmla="*/ 444404 h 613680"/>
                <a:gd name="connsiteX35" fmla="*/ 341243 w 2915191"/>
                <a:gd name="connsiteY35" fmla="*/ 435515 h 613680"/>
                <a:gd name="connsiteX36" fmla="*/ 350993 w 2915191"/>
                <a:gd name="connsiteY36" fmla="*/ 444755 h 613680"/>
                <a:gd name="connsiteX37" fmla="*/ 360742 w 2915191"/>
                <a:gd name="connsiteY37" fmla="*/ 437446 h 613680"/>
                <a:gd name="connsiteX38" fmla="*/ 370492 w 2915191"/>
                <a:gd name="connsiteY38" fmla="*/ 438139 h 613680"/>
                <a:gd name="connsiteX39" fmla="*/ 380241 w 2915191"/>
                <a:gd name="connsiteY39" fmla="*/ 437056 h 613680"/>
                <a:gd name="connsiteX40" fmla="*/ 389991 w 2915191"/>
                <a:gd name="connsiteY40" fmla="*/ 449109 h 613680"/>
                <a:gd name="connsiteX41" fmla="*/ 399741 w 2915191"/>
                <a:gd name="connsiteY41" fmla="*/ 440398 h 613680"/>
                <a:gd name="connsiteX42" fmla="*/ 409491 w 2915191"/>
                <a:gd name="connsiteY42" fmla="*/ 443103 h 613680"/>
                <a:gd name="connsiteX43" fmla="*/ 419241 w 2915191"/>
                <a:gd name="connsiteY43" fmla="*/ 494335 h 613680"/>
                <a:gd name="connsiteX44" fmla="*/ 428991 w 2915191"/>
                <a:gd name="connsiteY44" fmla="*/ 474014 h 613680"/>
                <a:gd name="connsiteX45" fmla="*/ 438741 w 2915191"/>
                <a:gd name="connsiteY45" fmla="*/ 465966 h 613680"/>
                <a:gd name="connsiteX46" fmla="*/ 448491 w 2915191"/>
                <a:gd name="connsiteY46" fmla="*/ 458536 h 613680"/>
                <a:gd name="connsiteX47" fmla="*/ 458241 w 2915191"/>
                <a:gd name="connsiteY47" fmla="*/ 454814 h 613680"/>
                <a:gd name="connsiteX48" fmla="*/ 467991 w 2915191"/>
                <a:gd name="connsiteY48" fmla="*/ 465026 h 613680"/>
                <a:gd name="connsiteX49" fmla="*/ 477740 w 2915191"/>
                <a:gd name="connsiteY49" fmla="*/ 465900 h 613680"/>
                <a:gd name="connsiteX50" fmla="*/ 487490 w 2915191"/>
                <a:gd name="connsiteY50" fmla="*/ 495501 h 613680"/>
                <a:gd name="connsiteX51" fmla="*/ 497239 w 2915191"/>
                <a:gd name="connsiteY51" fmla="*/ 486237 h 613680"/>
                <a:gd name="connsiteX52" fmla="*/ 506989 w 2915191"/>
                <a:gd name="connsiteY52" fmla="*/ 526928 h 613680"/>
                <a:gd name="connsiteX53" fmla="*/ 516738 w 2915191"/>
                <a:gd name="connsiteY53" fmla="*/ 534891 h 613680"/>
                <a:gd name="connsiteX54" fmla="*/ 526488 w 2915191"/>
                <a:gd name="connsiteY54" fmla="*/ 599811 h 613680"/>
                <a:gd name="connsiteX55" fmla="*/ 536238 w 2915191"/>
                <a:gd name="connsiteY55" fmla="*/ 597342 h 613680"/>
                <a:gd name="connsiteX56" fmla="*/ 545988 w 2915191"/>
                <a:gd name="connsiteY56" fmla="*/ 582376 h 613680"/>
                <a:gd name="connsiteX57" fmla="*/ 555738 w 2915191"/>
                <a:gd name="connsiteY57" fmla="*/ 578842 h 613680"/>
                <a:gd name="connsiteX58" fmla="*/ 565488 w 2915191"/>
                <a:gd name="connsiteY58" fmla="*/ 581272 h 613680"/>
                <a:gd name="connsiteX59" fmla="*/ 575238 w 2915191"/>
                <a:gd name="connsiteY59" fmla="*/ 587845 h 613680"/>
                <a:gd name="connsiteX60" fmla="*/ 584988 w 2915191"/>
                <a:gd name="connsiteY60" fmla="*/ 590710 h 613680"/>
                <a:gd name="connsiteX61" fmla="*/ 594738 w 2915191"/>
                <a:gd name="connsiteY61" fmla="*/ 586923 h 613680"/>
                <a:gd name="connsiteX62" fmla="*/ 604488 w 2915191"/>
                <a:gd name="connsiteY62" fmla="*/ 609009 h 613680"/>
                <a:gd name="connsiteX63" fmla="*/ 614237 w 2915191"/>
                <a:gd name="connsiteY63" fmla="*/ 589170 h 613680"/>
                <a:gd name="connsiteX64" fmla="*/ 623987 w 2915191"/>
                <a:gd name="connsiteY64" fmla="*/ 571529 h 613680"/>
                <a:gd name="connsiteX65" fmla="*/ 633736 w 2915191"/>
                <a:gd name="connsiteY65" fmla="*/ 592948 h 613680"/>
                <a:gd name="connsiteX66" fmla="*/ 643486 w 2915191"/>
                <a:gd name="connsiteY66" fmla="*/ 607817 h 613680"/>
                <a:gd name="connsiteX67" fmla="*/ 653236 w 2915191"/>
                <a:gd name="connsiteY67" fmla="*/ 591655 h 613680"/>
                <a:gd name="connsiteX68" fmla="*/ 662985 w 2915191"/>
                <a:gd name="connsiteY68" fmla="*/ 587541 h 613680"/>
                <a:gd name="connsiteX69" fmla="*/ 672735 w 2915191"/>
                <a:gd name="connsiteY69" fmla="*/ 581448 h 613680"/>
                <a:gd name="connsiteX70" fmla="*/ 682485 w 2915191"/>
                <a:gd name="connsiteY70" fmla="*/ 602457 h 613680"/>
                <a:gd name="connsiteX71" fmla="*/ 692235 w 2915191"/>
                <a:gd name="connsiteY71" fmla="*/ 599397 h 613680"/>
                <a:gd name="connsiteX72" fmla="*/ 701985 w 2915191"/>
                <a:gd name="connsiteY72" fmla="*/ 579727 h 613680"/>
                <a:gd name="connsiteX73" fmla="*/ 711735 w 2915191"/>
                <a:gd name="connsiteY73" fmla="*/ 594589 h 613680"/>
                <a:gd name="connsiteX74" fmla="*/ 721485 w 2915191"/>
                <a:gd name="connsiteY74" fmla="*/ 562888 h 613680"/>
                <a:gd name="connsiteX75" fmla="*/ 731235 w 2915191"/>
                <a:gd name="connsiteY75" fmla="*/ 554901 h 613680"/>
                <a:gd name="connsiteX76" fmla="*/ 740985 w 2915191"/>
                <a:gd name="connsiteY76" fmla="*/ 554203 h 613680"/>
                <a:gd name="connsiteX77" fmla="*/ 750734 w 2915191"/>
                <a:gd name="connsiteY77" fmla="*/ 542692 h 613680"/>
                <a:gd name="connsiteX78" fmla="*/ 760484 w 2915191"/>
                <a:gd name="connsiteY78" fmla="*/ 520702 h 613680"/>
                <a:gd name="connsiteX79" fmla="*/ 770233 w 2915191"/>
                <a:gd name="connsiteY79" fmla="*/ 506551 h 613680"/>
                <a:gd name="connsiteX80" fmla="*/ 779983 w 2915191"/>
                <a:gd name="connsiteY80" fmla="*/ 567724 h 613680"/>
                <a:gd name="connsiteX81" fmla="*/ 789733 w 2915191"/>
                <a:gd name="connsiteY81" fmla="*/ 561079 h 613680"/>
                <a:gd name="connsiteX82" fmla="*/ 799482 w 2915191"/>
                <a:gd name="connsiteY82" fmla="*/ 582652 h 613680"/>
                <a:gd name="connsiteX83" fmla="*/ 809232 w 2915191"/>
                <a:gd name="connsiteY83" fmla="*/ 613680 h 613680"/>
                <a:gd name="connsiteX84" fmla="*/ 818982 w 2915191"/>
                <a:gd name="connsiteY84" fmla="*/ 577318 h 613680"/>
                <a:gd name="connsiteX85" fmla="*/ 828732 w 2915191"/>
                <a:gd name="connsiteY85" fmla="*/ 574721 h 613680"/>
                <a:gd name="connsiteX86" fmla="*/ 838482 w 2915191"/>
                <a:gd name="connsiteY86" fmla="*/ 562277 h 613680"/>
                <a:gd name="connsiteX87" fmla="*/ 848232 w 2915191"/>
                <a:gd name="connsiteY87" fmla="*/ 574006 h 613680"/>
                <a:gd name="connsiteX88" fmla="*/ 857982 w 2915191"/>
                <a:gd name="connsiteY88" fmla="*/ 560316 h 613680"/>
                <a:gd name="connsiteX89" fmla="*/ 867732 w 2915191"/>
                <a:gd name="connsiteY89" fmla="*/ 572876 h 613680"/>
                <a:gd name="connsiteX90" fmla="*/ 877482 w 2915191"/>
                <a:gd name="connsiteY90" fmla="*/ 547545 h 613680"/>
                <a:gd name="connsiteX91" fmla="*/ 887231 w 2915191"/>
                <a:gd name="connsiteY91" fmla="*/ 516084 h 613680"/>
                <a:gd name="connsiteX92" fmla="*/ 896981 w 2915191"/>
                <a:gd name="connsiteY92" fmla="*/ 497757 h 613680"/>
                <a:gd name="connsiteX93" fmla="*/ 906730 w 2915191"/>
                <a:gd name="connsiteY93" fmla="*/ 477392 h 613680"/>
                <a:gd name="connsiteX94" fmla="*/ 916480 w 2915191"/>
                <a:gd name="connsiteY94" fmla="*/ 512777 h 613680"/>
                <a:gd name="connsiteX95" fmla="*/ 926230 w 2915191"/>
                <a:gd name="connsiteY95" fmla="*/ 491073 h 613680"/>
                <a:gd name="connsiteX96" fmla="*/ 935979 w 2915191"/>
                <a:gd name="connsiteY96" fmla="*/ 454103 h 613680"/>
                <a:gd name="connsiteX97" fmla="*/ 945729 w 2915191"/>
                <a:gd name="connsiteY97" fmla="*/ 448872 h 613680"/>
                <a:gd name="connsiteX98" fmla="*/ 955479 w 2915191"/>
                <a:gd name="connsiteY98" fmla="*/ 476246 h 613680"/>
                <a:gd name="connsiteX99" fmla="*/ 965229 w 2915191"/>
                <a:gd name="connsiteY99" fmla="*/ 437608 h 613680"/>
                <a:gd name="connsiteX100" fmla="*/ 974979 w 2915191"/>
                <a:gd name="connsiteY100" fmla="*/ 449178 h 613680"/>
                <a:gd name="connsiteX101" fmla="*/ 984729 w 2915191"/>
                <a:gd name="connsiteY101" fmla="*/ 504424 h 613680"/>
                <a:gd name="connsiteX102" fmla="*/ 994474 w 2915191"/>
                <a:gd name="connsiteY102" fmla="*/ 469370 h 613680"/>
                <a:gd name="connsiteX103" fmla="*/ 1004233 w 2915191"/>
                <a:gd name="connsiteY103" fmla="*/ 479595 h 613680"/>
                <a:gd name="connsiteX104" fmla="*/ 1013977 w 2915191"/>
                <a:gd name="connsiteY104" fmla="*/ 487620 h 613680"/>
                <a:gd name="connsiteX105" fmla="*/ 1023721 w 2915191"/>
                <a:gd name="connsiteY105" fmla="*/ 494470 h 613680"/>
                <a:gd name="connsiteX106" fmla="*/ 1033480 w 2915191"/>
                <a:gd name="connsiteY106" fmla="*/ 503766 h 613680"/>
                <a:gd name="connsiteX107" fmla="*/ 1043224 w 2915191"/>
                <a:gd name="connsiteY107" fmla="*/ 494090 h 613680"/>
                <a:gd name="connsiteX108" fmla="*/ 1052983 w 2915191"/>
                <a:gd name="connsiteY108" fmla="*/ 479217 h 613680"/>
                <a:gd name="connsiteX109" fmla="*/ 1062727 w 2915191"/>
                <a:gd name="connsiteY109" fmla="*/ 459951 h 613680"/>
                <a:gd name="connsiteX110" fmla="*/ 1072471 w 2915191"/>
                <a:gd name="connsiteY110" fmla="*/ 448038 h 613680"/>
                <a:gd name="connsiteX111" fmla="*/ 1082230 w 2915191"/>
                <a:gd name="connsiteY111" fmla="*/ 444653 h 613680"/>
                <a:gd name="connsiteX112" fmla="*/ 1091973 w 2915191"/>
                <a:gd name="connsiteY112" fmla="*/ 453278 h 613680"/>
                <a:gd name="connsiteX113" fmla="*/ 1101732 w 2915191"/>
                <a:gd name="connsiteY113" fmla="*/ 409385 h 613680"/>
                <a:gd name="connsiteX114" fmla="*/ 1111476 w 2915191"/>
                <a:gd name="connsiteY114" fmla="*/ 399789 h 613680"/>
                <a:gd name="connsiteX115" fmla="*/ 1121220 w 2915191"/>
                <a:gd name="connsiteY115" fmla="*/ 396288 h 613680"/>
                <a:gd name="connsiteX116" fmla="*/ 1130979 w 2915191"/>
                <a:gd name="connsiteY116" fmla="*/ 384835 h 613680"/>
                <a:gd name="connsiteX117" fmla="*/ 1140723 w 2915191"/>
                <a:gd name="connsiteY117" fmla="*/ 383072 h 613680"/>
                <a:gd name="connsiteX118" fmla="*/ 1150482 w 2915191"/>
                <a:gd name="connsiteY118" fmla="*/ 401021 h 613680"/>
                <a:gd name="connsiteX119" fmla="*/ 1160226 w 2915191"/>
                <a:gd name="connsiteY119" fmla="*/ 394862 h 613680"/>
                <a:gd name="connsiteX120" fmla="*/ 1169969 w 2915191"/>
                <a:gd name="connsiteY120" fmla="*/ 388487 h 613680"/>
                <a:gd name="connsiteX121" fmla="*/ 1179728 w 2915191"/>
                <a:gd name="connsiteY121" fmla="*/ 354788 h 613680"/>
                <a:gd name="connsiteX122" fmla="*/ 1189472 w 2915191"/>
                <a:gd name="connsiteY122" fmla="*/ 347255 h 613680"/>
                <a:gd name="connsiteX123" fmla="*/ 1199231 w 2915191"/>
                <a:gd name="connsiteY123" fmla="*/ 311651 h 613680"/>
                <a:gd name="connsiteX124" fmla="*/ 1208975 w 2915191"/>
                <a:gd name="connsiteY124" fmla="*/ 274117 h 613680"/>
                <a:gd name="connsiteX125" fmla="*/ 1218719 w 2915191"/>
                <a:gd name="connsiteY125" fmla="*/ 277208 h 613680"/>
                <a:gd name="connsiteX126" fmla="*/ 1228478 w 2915191"/>
                <a:gd name="connsiteY126" fmla="*/ 258010 h 613680"/>
                <a:gd name="connsiteX127" fmla="*/ 1238222 w 2915191"/>
                <a:gd name="connsiteY127" fmla="*/ 240981 h 613680"/>
                <a:gd name="connsiteX128" fmla="*/ 1247966 w 2915191"/>
                <a:gd name="connsiteY128" fmla="*/ 230904 h 613680"/>
                <a:gd name="connsiteX129" fmla="*/ 1257725 w 2915191"/>
                <a:gd name="connsiteY129" fmla="*/ 213814 h 613680"/>
                <a:gd name="connsiteX130" fmla="*/ 1267469 w 2915191"/>
                <a:gd name="connsiteY130" fmla="*/ 207704 h 613680"/>
                <a:gd name="connsiteX131" fmla="*/ 1277227 w 2915191"/>
                <a:gd name="connsiteY131" fmla="*/ 257100 h 613680"/>
                <a:gd name="connsiteX132" fmla="*/ 1286971 w 2915191"/>
                <a:gd name="connsiteY132" fmla="*/ 242400 h 613680"/>
                <a:gd name="connsiteX133" fmla="*/ 1296715 w 2915191"/>
                <a:gd name="connsiteY133" fmla="*/ 246006 h 613680"/>
                <a:gd name="connsiteX134" fmla="*/ 1306474 w 2915191"/>
                <a:gd name="connsiteY134" fmla="*/ 227086 h 613680"/>
                <a:gd name="connsiteX135" fmla="*/ 1316218 w 2915191"/>
                <a:gd name="connsiteY135" fmla="*/ 201695 h 613680"/>
                <a:gd name="connsiteX136" fmla="*/ 1325977 w 2915191"/>
                <a:gd name="connsiteY136" fmla="*/ 185991 h 613680"/>
                <a:gd name="connsiteX137" fmla="*/ 1335721 w 2915191"/>
                <a:gd name="connsiteY137" fmla="*/ 210384 h 613680"/>
                <a:gd name="connsiteX138" fmla="*/ 1345465 w 2915191"/>
                <a:gd name="connsiteY138" fmla="*/ 230179 h 613680"/>
                <a:gd name="connsiteX139" fmla="*/ 1355224 w 2915191"/>
                <a:gd name="connsiteY139" fmla="*/ 263283 h 613680"/>
                <a:gd name="connsiteX140" fmla="*/ 1364967 w 2915191"/>
                <a:gd name="connsiteY140" fmla="*/ 237898 h 613680"/>
                <a:gd name="connsiteX141" fmla="*/ 1374726 w 2915191"/>
                <a:gd name="connsiteY141" fmla="*/ 253414 h 613680"/>
                <a:gd name="connsiteX142" fmla="*/ 1384470 w 2915191"/>
                <a:gd name="connsiteY142" fmla="*/ 237809 h 613680"/>
                <a:gd name="connsiteX143" fmla="*/ 1394214 w 2915191"/>
                <a:gd name="connsiteY143" fmla="*/ 224727 h 613680"/>
                <a:gd name="connsiteX144" fmla="*/ 1403973 w 2915191"/>
                <a:gd name="connsiteY144" fmla="*/ 220332 h 613680"/>
                <a:gd name="connsiteX145" fmla="*/ 1413717 w 2915191"/>
                <a:gd name="connsiteY145" fmla="*/ 207181 h 613680"/>
                <a:gd name="connsiteX146" fmla="*/ 1423476 w 2915191"/>
                <a:gd name="connsiteY146" fmla="*/ 197134 h 613680"/>
                <a:gd name="connsiteX147" fmla="*/ 1433220 w 2915191"/>
                <a:gd name="connsiteY147" fmla="*/ 165928 h 613680"/>
                <a:gd name="connsiteX148" fmla="*/ 1442964 w 2915191"/>
                <a:gd name="connsiteY148" fmla="*/ 162637 h 613680"/>
                <a:gd name="connsiteX149" fmla="*/ 1452722 w 2915191"/>
                <a:gd name="connsiteY149" fmla="*/ 182104 h 613680"/>
                <a:gd name="connsiteX150" fmla="*/ 1462466 w 2915191"/>
                <a:gd name="connsiteY150" fmla="*/ 171231 h 613680"/>
                <a:gd name="connsiteX151" fmla="*/ 1472225 w 2915191"/>
                <a:gd name="connsiteY151" fmla="*/ 157169 h 613680"/>
                <a:gd name="connsiteX152" fmla="*/ 1481969 w 2915191"/>
                <a:gd name="connsiteY152" fmla="*/ 151542 h 613680"/>
                <a:gd name="connsiteX153" fmla="*/ 1491713 w 2915191"/>
                <a:gd name="connsiteY153" fmla="*/ 147051 h 613680"/>
                <a:gd name="connsiteX154" fmla="*/ 1501472 w 2915191"/>
                <a:gd name="connsiteY154" fmla="*/ 174947 h 613680"/>
                <a:gd name="connsiteX155" fmla="*/ 1511216 w 2915191"/>
                <a:gd name="connsiteY155" fmla="*/ 157843 h 613680"/>
                <a:gd name="connsiteX156" fmla="*/ 1520960 w 2915191"/>
                <a:gd name="connsiteY156" fmla="*/ 123295 h 613680"/>
                <a:gd name="connsiteX157" fmla="*/ 1530719 w 2915191"/>
                <a:gd name="connsiteY157" fmla="*/ 108713 h 613680"/>
                <a:gd name="connsiteX158" fmla="*/ 1540463 w 2915191"/>
                <a:gd name="connsiteY158" fmla="*/ 109692 h 613680"/>
                <a:gd name="connsiteX159" fmla="*/ 1550221 w 2915191"/>
                <a:gd name="connsiteY159" fmla="*/ 125990 h 613680"/>
                <a:gd name="connsiteX160" fmla="*/ 1559965 w 2915191"/>
                <a:gd name="connsiteY160" fmla="*/ 118389 h 613680"/>
                <a:gd name="connsiteX161" fmla="*/ 1569709 w 2915191"/>
                <a:gd name="connsiteY161" fmla="*/ 109001 h 613680"/>
                <a:gd name="connsiteX162" fmla="*/ 1579468 w 2915191"/>
                <a:gd name="connsiteY162" fmla="*/ 124190 h 613680"/>
                <a:gd name="connsiteX163" fmla="*/ 1589212 w 2915191"/>
                <a:gd name="connsiteY163" fmla="*/ 138674 h 613680"/>
                <a:gd name="connsiteX164" fmla="*/ 1598971 w 2915191"/>
                <a:gd name="connsiteY164" fmla="*/ 151810 h 613680"/>
                <a:gd name="connsiteX165" fmla="*/ 1608715 w 2915191"/>
                <a:gd name="connsiteY165" fmla="*/ 127084 h 613680"/>
                <a:gd name="connsiteX166" fmla="*/ 1618459 w 2915191"/>
                <a:gd name="connsiteY166" fmla="*/ 113564 h 613680"/>
                <a:gd name="connsiteX167" fmla="*/ 1628218 w 2915191"/>
                <a:gd name="connsiteY167" fmla="*/ 147960 h 613680"/>
                <a:gd name="connsiteX168" fmla="*/ 1637962 w 2915191"/>
                <a:gd name="connsiteY168" fmla="*/ 145518 h 613680"/>
                <a:gd name="connsiteX169" fmla="*/ 1647720 w 2915191"/>
                <a:gd name="connsiteY169" fmla="*/ 130187 h 613680"/>
                <a:gd name="connsiteX170" fmla="*/ 1657464 w 2915191"/>
                <a:gd name="connsiteY170" fmla="*/ 122669 h 613680"/>
                <a:gd name="connsiteX171" fmla="*/ 1667208 w 2915191"/>
                <a:gd name="connsiteY171" fmla="*/ 139971 h 613680"/>
                <a:gd name="connsiteX172" fmla="*/ 1676967 w 2915191"/>
                <a:gd name="connsiteY172" fmla="*/ 151619 h 613680"/>
                <a:gd name="connsiteX173" fmla="*/ 1686711 w 2915191"/>
                <a:gd name="connsiteY173" fmla="*/ 156635 h 613680"/>
                <a:gd name="connsiteX174" fmla="*/ 1696470 w 2915191"/>
                <a:gd name="connsiteY174" fmla="*/ 129357 h 613680"/>
                <a:gd name="connsiteX175" fmla="*/ 1706214 w 2915191"/>
                <a:gd name="connsiteY175" fmla="*/ 158168 h 613680"/>
                <a:gd name="connsiteX176" fmla="*/ 1715958 w 2915191"/>
                <a:gd name="connsiteY176" fmla="*/ 159418 h 613680"/>
                <a:gd name="connsiteX177" fmla="*/ 1725716 w 2915191"/>
                <a:gd name="connsiteY177" fmla="*/ 145591 h 613680"/>
                <a:gd name="connsiteX178" fmla="*/ 1735460 w 2915191"/>
                <a:gd name="connsiteY178" fmla="*/ 143541 h 613680"/>
                <a:gd name="connsiteX179" fmla="*/ 1745219 w 2915191"/>
                <a:gd name="connsiteY179" fmla="*/ 150201 h 613680"/>
                <a:gd name="connsiteX180" fmla="*/ 1754963 w 2915191"/>
                <a:gd name="connsiteY180" fmla="*/ 134091 h 613680"/>
                <a:gd name="connsiteX181" fmla="*/ 1764707 w 2915191"/>
                <a:gd name="connsiteY181" fmla="*/ 147509 h 613680"/>
                <a:gd name="connsiteX182" fmla="*/ 1774466 w 2915191"/>
                <a:gd name="connsiteY182" fmla="*/ 201212 h 613680"/>
                <a:gd name="connsiteX183" fmla="*/ 1784210 w 2915191"/>
                <a:gd name="connsiteY183" fmla="*/ 200741 h 613680"/>
                <a:gd name="connsiteX184" fmla="*/ 1793969 w 2915191"/>
                <a:gd name="connsiteY184" fmla="*/ 200342 h 613680"/>
                <a:gd name="connsiteX185" fmla="*/ 1803713 w 2915191"/>
                <a:gd name="connsiteY185" fmla="*/ 245261 h 613680"/>
                <a:gd name="connsiteX186" fmla="*/ 1813457 w 2915191"/>
                <a:gd name="connsiteY186" fmla="*/ 287687 h 613680"/>
                <a:gd name="connsiteX187" fmla="*/ 1823215 w 2915191"/>
                <a:gd name="connsiteY187" fmla="*/ 311925 h 613680"/>
                <a:gd name="connsiteX188" fmla="*/ 1832959 w 2915191"/>
                <a:gd name="connsiteY188" fmla="*/ 323062 h 613680"/>
                <a:gd name="connsiteX189" fmla="*/ 1842703 w 2915191"/>
                <a:gd name="connsiteY189" fmla="*/ 321557 h 613680"/>
                <a:gd name="connsiteX190" fmla="*/ 1852462 w 2915191"/>
                <a:gd name="connsiteY190" fmla="*/ 334341 h 613680"/>
                <a:gd name="connsiteX191" fmla="*/ 1862206 w 2915191"/>
                <a:gd name="connsiteY191" fmla="*/ 348483 h 613680"/>
                <a:gd name="connsiteX192" fmla="*/ 1871965 w 2915191"/>
                <a:gd name="connsiteY192" fmla="*/ 354761 h 613680"/>
                <a:gd name="connsiteX193" fmla="*/ 1881709 w 2915191"/>
                <a:gd name="connsiteY193" fmla="*/ 311280 h 613680"/>
                <a:gd name="connsiteX194" fmla="*/ 1891453 w 2915191"/>
                <a:gd name="connsiteY194" fmla="*/ 259329 h 613680"/>
                <a:gd name="connsiteX195" fmla="*/ 1901212 w 2915191"/>
                <a:gd name="connsiteY195" fmla="*/ 257229 h 613680"/>
                <a:gd name="connsiteX196" fmla="*/ 1910956 w 2915191"/>
                <a:gd name="connsiteY196" fmla="*/ 245416 h 613680"/>
                <a:gd name="connsiteX197" fmla="*/ 1920714 w 2915191"/>
                <a:gd name="connsiteY197" fmla="*/ 220165 h 613680"/>
                <a:gd name="connsiteX198" fmla="*/ 1930458 w 2915191"/>
                <a:gd name="connsiteY198" fmla="*/ 193682 h 613680"/>
                <a:gd name="connsiteX199" fmla="*/ 1940202 w 2915191"/>
                <a:gd name="connsiteY199" fmla="*/ 135993 h 613680"/>
                <a:gd name="connsiteX200" fmla="*/ 1949961 w 2915191"/>
                <a:gd name="connsiteY200" fmla="*/ 173056 h 613680"/>
                <a:gd name="connsiteX201" fmla="*/ 1959705 w 2915191"/>
                <a:gd name="connsiteY201" fmla="*/ 179004 h 613680"/>
                <a:gd name="connsiteX202" fmla="*/ 1969464 w 2915191"/>
                <a:gd name="connsiteY202" fmla="*/ 203137 h 613680"/>
                <a:gd name="connsiteX203" fmla="*/ 1979208 w 2915191"/>
                <a:gd name="connsiteY203" fmla="*/ 205272 h 613680"/>
                <a:gd name="connsiteX204" fmla="*/ 1988952 w 2915191"/>
                <a:gd name="connsiteY204" fmla="*/ 202513 h 613680"/>
                <a:gd name="connsiteX205" fmla="*/ 1998711 w 2915191"/>
                <a:gd name="connsiteY205" fmla="*/ 219325 h 613680"/>
                <a:gd name="connsiteX206" fmla="*/ 2008454 w 2915191"/>
                <a:gd name="connsiteY206" fmla="*/ 230668 h 613680"/>
                <a:gd name="connsiteX207" fmla="*/ 2018213 w 2915191"/>
                <a:gd name="connsiteY207" fmla="*/ 217921 h 613680"/>
                <a:gd name="connsiteX208" fmla="*/ 2027957 w 2915191"/>
                <a:gd name="connsiteY208" fmla="*/ 202209 h 613680"/>
                <a:gd name="connsiteX209" fmla="*/ 2037701 w 2915191"/>
                <a:gd name="connsiteY209" fmla="*/ 199141 h 613680"/>
                <a:gd name="connsiteX210" fmla="*/ 2047460 w 2915191"/>
                <a:gd name="connsiteY210" fmla="*/ 242141 h 613680"/>
                <a:gd name="connsiteX211" fmla="*/ 2057204 w 2915191"/>
                <a:gd name="connsiteY211" fmla="*/ 259238 h 613680"/>
                <a:gd name="connsiteX212" fmla="*/ 2066963 w 2915191"/>
                <a:gd name="connsiteY212" fmla="*/ 267438 h 613680"/>
                <a:gd name="connsiteX213" fmla="*/ 2076707 w 2915191"/>
                <a:gd name="connsiteY213" fmla="*/ 263734 h 613680"/>
                <a:gd name="connsiteX214" fmla="*/ 2086451 w 2915191"/>
                <a:gd name="connsiteY214" fmla="*/ 254689 h 613680"/>
                <a:gd name="connsiteX215" fmla="*/ 2096210 w 2915191"/>
                <a:gd name="connsiteY215" fmla="*/ 258970 h 613680"/>
                <a:gd name="connsiteX216" fmla="*/ 2105954 w 2915191"/>
                <a:gd name="connsiteY216" fmla="*/ 243549 h 613680"/>
                <a:gd name="connsiteX217" fmla="*/ 2115697 w 2915191"/>
                <a:gd name="connsiteY217" fmla="*/ 254235 h 613680"/>
                <a:gd name="connsiteX218" fmla="*/ 2125456 w 2915191"/>
                <a:gd name="connsiteY218" fmla="*/ 255264 h 613680"/>
                <a:gd name="connsiteX219" fmla="*/ 2135200 w 2915191"/>
                <a:gd name="connsiteY219" fmla="*/ 288172 h 613680"/>
                <a:gd name="connsiteX220" fmla="*/ 2144959 w 2915191"/>
                <a:gd name="connsiteY220" fmla="*/ 285028 h 613680"/>
                <a:gd name="connsiteX221" fmla="*/ 2154703 w 2915191"/>
                <a:gd name="connsiteY221" fmla="*/ 277514 h 613680"/>
                <a:gd name="connsiteX222" fmla="*/ 2164447 w 2915191"/>
                <a:gd name="connsiteY222" fmla="*/ 260196 h 613680"/>
                <a:gd name="connsiteX223" fmla="*/ 2174206 w 2915191"/>
                <a:gd name="connsiteY223" fmla="*/ 210911 h 613680"/>
                <a:gd name="connsiteX224" fmla="*/ 2183950 w 2915191"/>
                <a:gd name="connsiteY224" fmla="*/ 217203 h 613680"/>
                <a:gd name="connsiteX225" fmla="*/ 2193709 w 2915191"/>
                <a:gd name="connsiteY225" fmla="*/ 192598 h 613680"/>
                <a:gd name="connsiteX226" fmla="*/ 2203452 w 2915191"/>
                <a:gd name="connsiteY226" fmla="*/ 244749 h 613680"/>
                <a:gd name="connsiteX227" fmla="*/ 2213196 w 2915191"/>
                <a:gd name="connsiteY227" fmla="*/ 216694 h 613680"/>
                <a:gd name="connsiteX228" fmla="*/ 2222955 w 2915191"/>
                <a:gd name="connsiteY228" fmla="*/ 211525 h 613680"/>
                <a:gd name="connsiteX229" fmla="*/ 2232699 w 2915191"/>
                <a:gd name="connsiteY229" fmla="*/ 239719 h 613680"/>
                <a:gd name="connsiteX230" fmla="*/ 2242458 w 2915191"/>
                <a:gd name="connsiteY230" fmla="*/ 233635 h 613680"/>
                <a:gd name="connsiteX231" fmla="*/ 2252202 w 2915191"/>
                <a:gd name="connsiteY231" fmla="*/ 223313 h 613680"/>
                <a:gd name="connsiteX232" fmla="*/ 2261946 w 2915191"/>
                <a:gd name="connsiteY232" fmla="*/ 213286 h 613680"/>
                <a:gd name="connsiteX233" fmla="*/ 2271705 w 2915191"/>
                <a:gd name="connsiteY233" fmla="*/ 230806 h 613680"/>
                <a:gd name="connsiteX234" fmla="*/ 2281449 w 2915191"/>
                <a:gd name="connsiteY234" fmla="*/ 240233 h 613680"/>
                <a:gd name="connsiteX235" fmla="*/ 2291208 w 2915191"/>
                <a:gd name="connsiteY235" fmla="*/ 226931 h 613680"/>
                <a:gd name="connsiteX236" fmla="*/ 2300951 w 2915191"/>
                <a:gd name="connsiteY236" fmla="*/ 241806 h 613680"/>
                <a:gd name="connsiteX237" fmla="*/ 2310695 w 2915191"/>
                <a:gd name="connsiteY237" fmla="*/ 228373 h 613680"/>
                <a:gd name="connsiteX238" fmla="*/ 2320454 w 2915191"/>
                <a:gd name="connsiteY238" fmla="*/ 267623 h 613680"/>
                <a:gd name="connsiteX239" fmla="*/ 2330198 w 2915191"/>
                <a:gd name="connsiteY239" fmla="*/ 286564 h 613680"/>
                <a:gd name="connsiteX240" fmla="*/ 2339957 w 2915191"/>
                <a:gd name="connsiteY240" fmla="*/ 260068 h 613680"/>
                <a:gd name="connsiteX241" fmla="*/ 2349701 w 2915191"/>
                <a:gd name="connsiteY241" fmla="*/ 218781 h 613680"/>
                <a:gd name="connsiteX242" fmla="*/ 2359445 w 2915191"/>
                <a:gd name="connsiteY242" fmla="*/ 198082 h 613680"/>
                <a:gd name="connsiteX243" fmla="*/ 2369204 w 2915191"/>
                <a:gd name="connsiteY243" fmla="*/ 174379 h 613680"/>
                <a:gd name="connsiteX244" fmla="*/ 2378948 w 2915191"/>
                <a:gd name="connsiteY244" fmla="*/ 169056 h 613680"/>
                <a:gd name="connsiteX245" fmla="*/ 2388692 w 2915191"/>
                <a:gd name="connsiteY245" fmla="*/ 151211 h 613680"/>
                <a:gd name="connsiteX246" fmla="*/ 2398450 w 2915191"/>
                <a:gd name="connsiteY246" fmla="*/ 175789 h 613680"/>
                <a:gd name="connsiteX247" fmla="*/ 2408194 w 2915191"/>
                <a:gd name="connsiteY247" fmla="*/ 131327 h 613680"/>
                <a:gd name="connsiteX248" fmla="*/ 2417953 w 2915191"/>
                <a:gd name="connsiteY248" fmla="*/ 102925 h 613680"/>
                <a:gd name="connsiteX249" fmla="*/ 2427697 w 2915191"/>
                <a:gd name="connsiteY249" fmla="*/ 117711 h 613680"/>
                <a:gd name="connsiteX250" fmla="*/ 2437441 w 2915191"/>
                <a:gd name="connsiteY250" fmla="*/ 105389 h 613680"/>
                <a:gd name="connsiteX251" fmla="*/ 2447200 w 2915191"/>
                <a:gd name="connsiteY251" fmla="*/ 91292 h 613680"/>
                <a:gd name="connsiteX252" fmla="*/ 2456944 w 2915191"/>
                <a:gd name="connsiteY252" fmla="*/ 133097 h 613680"/>
                <a:gd name="connsiteX253" fmla="*/ 2466703 w 2915191"/>
                <a:gd name="connsiteY253" fmla="*/ 93895 h 613680"/>
                <a:gd name="connsiteX254" fmla="*/ 2476446 w 2915191"/>
                <a:gd name="connsiteY254" fmla="*/ 73667 h 613680"/>
                <a:gd name="connsiteX255" fmla="*/ 2486190 w 2915191"/>
                <a:gd name="connsiteY255" fmla="*/ 62462 h 613680"/>
                <a:gd name="connsiteX256" fmla="*/ 2495949 w 2915191"/>
                <a:gd name="connsiteY256" fmla="*/ 81855 h 613680"/>
                <a:gd name="connsiteX257" fmla="*/ 2505693 w 2915191"/>
                <a:gd name="connsiteY257" fmla="*/ 65491 h 613680"/>
                <a:gd name="connsiteX258" fmla="*/ 2515452 w 2915191"/>
                <a:gd name="connsiteY258" fmla="*/ 74413 h 613680"/>
                <a:gd name="connsiteX259" fmla="*/ 2525196 w 2915191"/>
                <a:gd name="connsiteY259" fmla="*/ 63128 h 613680"/>
                <a:gd name="connsiteX260" fmla="*/ 2534940 w 2915191"/>
                <a:gd name="connsiteY260" fmla="*/ 112271 h 613680"/>
                <a:gd name="connsiteX261" fmla="*/ 2544699 w 2915191"/>
                <a:gd name="connsiteY261" fmla="*/ 110244 h 613680"/>
                <a:gd name="connsiteX262" fmla="*/ 2554443 w 2915191"/>
                <a:gd name="connsiteY262" fmla="*/ 113042 h 613680"/>
                <a:gd name="connsiteX263" fmla="*/ 2564202 w 2915191"/>
                <a:gd name="connsiteY263" fmla="*/ 112660 h 613680"/>
                <a:gd name="connsiteX264" fmla="*/ 2573946 w 2915191"/>
                <a:gd name="connsiteY264" fmla="*/ 146117 h 613680"/>
                <a:gd name="connsiteX265" fmla="*/ 2583690 w 2915191"/>
                <a:gd name="connsiteY265" fmla="*/ 133048 h 613680"/>
                <a:gd name="connsiteX266" fmla="*/ 2593448 w 2915191"/>
                <a:gd name="connsiteY266" fmla="*/ 154353 h 613680"/>
                <a:gd name="connsiteX267" fmla="*/ 2603192 w 2915191"/>
                <a:gd name="connsiteY267" fmla="*/ 149660 h 613680"/>
                <a:gd name="connsiteX268" fmla="*/ 2612951 w 2915191"/>
                <a:gd name="connsiteY268" fmla="*/ 175899 h 613680"/>
                <a:gd name="connsiteX269" fmla="*/ 2622695 w 2915191"/>
                <a:gd name="connsiteY269" fmla="*/ 189038 h 613680"/>
                <a:gd name="connsiteX270" fmla="*/ 2632439 w 2915191"/>
                <a:gd name="connsiteY270" fmla="*/ 170540 h 613680"/>
                <a:gd name="connsiteX271" fmla="*/ 2642198 w 2915191"/>
                <a:gd name="connsiteY271" fmla="*/ 192726 h 613680"/>
                <a:gd name="connsiteX272" fmla="*/ 2651942 w 2915191"/>
                <a:gd name="connsiteY272" fmla="*/ 189284 h 613680"/>
                <a:gd name="connsiteX273" fmla="*/ 2661685 w 2915191"/>
                <a:gd name="connsiteY273" fmla="*/ 169883 h 613680"/>
                <a:gd name="connsiteX274" fmla="*/ 2671444 w 2915191"/>
                <a:gd name="connsiteY274" fmla="*/ 143631 h 613680"/>
                <a:gd name="connsiteX275" fmla="*/ 2681188 w 2915191"/>
                <a:gd name="connsiteY275" fmla="*/ 113949 h 613680"/>
                <a:gd name="connsiteX276" fmla="*/ 2690947 w 2915191"/>
                <a:gd name="connsiteY276" fmla="*/ 101996 h 613680"/>
                <a:gd name="connsiteX277" fmla="*/ 2700691 w 2915191"/>
                <a:gd name="connsiteY277" fmla="*/ 68835 h 613680"/>
                <a:gd name="connsiteX278" fmla="*/ 2710435 w 2915191"/>
                <a:gd name="connsiteY278" fmla="*/ 73080 h 613680"/>
                <a:gd name="connsiteX279" fmla="*/ 2720194 w 2915191"/>
                <a:gd name="connsiteY279" fmla="*/ 56765 h 613680"/>
                <a:gd name="connsiteX280" fmla="*/ 2729938 w 2915191"/>
                <a:gd name="connsiteY280" fmla="*/ 61433 h 613680"/>
                <a:gd name="connsiteX281" fmla="*/ 2739697 w 2915191"/>
                <a:gd name="connsiteY281" fmla="*/ 5085 h 613680"/>
                <a:gd name="connsiteX282" fmla="*/ 2749441 w 2915191"/>
                <a:gd name="connsiteY282" fmla="*/ 1721 h 613680"/>
                <a:gd name="connsiteX283" fmla="*/ 2759185 w 2915191"/>
                <a:gd name="connsiteY283" fmla="*/ 6535 h 613680"/>
                <a:gd name="connsiteX284" fmla="*/ 2768943 w 2915191"/>
                <a:gd name="connsiteY284" fmla="*/ 24238 h 613680"/>
                <a:gd name="connsiteX285" fmla="*/ 2778687 w 2915191"/>
                <a:gd name="connsiteY285" fmla="*/ 10419 h 613680"/>
                <a:gd name="connsiteX286" fmla="*/ 2788446 w 2915191"/>
                <a:gd name="connsiteY286" fmla="*/ 4306 h 613680"/>
                <a:gd name="connsiteX287" fmla="*/ 2798190 w 2915191"/>
                <a:gd name="connsiteY287" fmla="*/ 21602 h 613680"/>
                <a:gd name="connsiteX288" fmla="*/ 2807934 w 2915191"/>
                <a:gd name="connsiteY288" fmla="*/ 77560 h 613680"/>
                <a:gd name="connsiteX289" fmla="*/ 2817693 w 2915191"/>
                <a:gd name="connsiteY289" fmla="*/ 65615 h 613680"/>
                <a:gd name="connsiteX290" fmla="*/ 2827437 w 2915191"/>
                <a:gd name="connsiteY290" fmla="*/ 64176 h 613680"/>
                <a:gd name="connsiteX291" fmla="*/ 2837196 w 2915191"/>
                <a:gd name="connsiteY291" fmla="*/ 61262 h 613680"/>
                <a:gd name="connsiteX292" fmla="*/ 2846940 w 2915191"/>
                <a:gd name="connsiteY292" fmla="*/ 46509 h 613680"/>
                <a:gd name="connsiteX293" fmla="*/ 2856684 w 2915191"/>
                <a:gd name="connsiteY293" fmla="*/ 31969 h 613680"/>
                <a:gd name="connsiteX294" fmla="*/ 2866442 w 2915191"/>
                <a:gd name="connsiteY294" fmla="*/ 4544 h 613680"/>
                <a:gd name="connsiteX295" fmla="*/ 2876186 w 2915191"/>
                <a:gd name="connsiteY295" fmla="*/ 18594 h 613680"/>
                <a:gd name="connsiteX296" fmla="*/ 2885945 w 2915191"/>
                <a:gd name="connsiteY296" fmla="*/ 12569 h 613680"/>
                <a:gd name="connsiteX297" fmla="*/ 2895689 w 2915191"/>
                <a:gd name="connsiteY297" fmla="*/ 0 h 613680"/>
                <a:gd name="connsiteX298" fmla="*/ 2905433 w 2915191"/>
                <a:gd name="connsiteY298" fmla="*/ 30126 h 613680"/>
                <a:gd name="connsiteX299" fmla="*/ 2915192 w 2915191"/>
                <a:gd name="connsiteY299" fmla="*/ 51418 h 61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13680">
                  <a:moveTo>
                    <a:pt x="0" y="377723"/>
                  </a:moveTo>
                  <a:lnTo>
                    <a:pt x="9750" y="380349"/>
                  </a:lnTo>
                  <a:lnTo>
                    <a:pt x="19500" y="422385"/>
                  </a:lnTo>
                  <a:lnTo>
                    <a:pt x="29250" y="403161"/>
                  </a:lnTo>
                  <a:lnTo>
                    <a:pt x="39000" y="377242"/>
                  </a:lnTo>
                  <a:lnTo>
                    <a:pt x="48749" y="376405"/>
                  </a:lnTo>
                  <a:lnTo>
                    <a:pt x="58499" y="385502"/>
                  </a:lnTo>
                  <a:lnTo>
                    <a:pt x="68249" y="351664"/>
                  </a:lnTo>
                  <a:lnTo>
                    <a:pt x="77998" y="355584"/>
                  </a:lnTo>
                  <a:lnTo>
                    <a:pt x="87748" y="346054"/>
                  </a:lnTo>
                  <a:lnTo>
                    <a:pt x="97497" y="350446"/>
                  </a:lnTo>
                  <a:lnTo>
                    <a:pt x="107247" y="348913"/>
                  </a:lnTo>
                  <a:lnTo>
                    <a:pt x="116997" y="350238"/>
                  </a:lnTo>
                  <a:lnTo>
                    <a:pt x="126747" y="343849"/>
                  </a:lnTo>
                  <a:lnTo>
                    <a:pt x="136497" y="351743"/>
                  </a:lnTo>
                  <a:lnTo>
                    <a:pt x="146247" y="334695"/>
                  </a:lnTo>
                  <a:lnTo>
                    <a:pt x="155997" y="339694"/>
                  </a:lnTo>
                  <a:lnTo>
                    <a:pt x="165747" y="369675"/>
                  </a:lnTo>
                  <a:lnTo>
                    <a:pt x="175497" y="334947"/>
                  </a:lnTo>
                  <a:lnTo>
                    <a:pt x="185247" y="340288"/>
                  </a:lnTo>
                  <a:lnTo>
                    <a:pt x="194996" y="338708"/>
                  </a:lnTo>
                  <a:lnTo>
                    <a:pt x="204746" y="343295"/>
                  </a:lnTo>
                  <a:lnTo>
                    <a:pt x="214495" y="359597"/>
                  </a:lnTo>
                  <a:lnTo>
                    <a:pt x="224245" y="313737"/>
                  </a:lnTo>
                  <a:lnTo>
                    <a:pt x="233995" y="353799"/>
                  </a:lnTo>
                  <a:lnTo>
                    <a:pt x="243744" y="346352"/>
                  </a:lnTo>
                  <a:lnTo>
                    <a:pt x="253494" y="348089"/>
                  </a:lnTo>
                  <a:lnTo>
                    <a:pt x="263244" y="357936"/>
                  </a:lnTo>
                  <a:lnTo>
                    <a:pt x="272994" y="374855"/>
                  </a:lnTo>
                  <a:lnTo>
                    <a:pt x="282744" y="391077"/>
                  </a:lnTo>
                  <a:lnTo>
                    <a:pt x="292494" y="373228"/>
                  </a:lnTo>
                  <a:lnTo>
                    <a:pt x="302244" y="364548"/>
                  </a:lnTo>
                  <a:lnTo>
                    <a:pt x="311994" y="354781"/>
                  </a:lnTo>
                  <a:lnTo>
                    <a:pt x="321744" y="373815"/>
                  </a:lnTo>
                  <a:lnTo>
                    <a:pt x="331493" y="444404"/>
                  </a:lnTo>
                  <a:lnTo>
                    <a:pt x="341243" y="435515"/>
                  </a:lnTo>
                  <a:lnTo>
                    <a:pt x="350993" y="444755"/>
                  </a:lnTo>
                  <a:lnTo>
                    <a:pt x="360742" y="437446"/>
                  </a:lnTo>
                  <a:lnTo>
                    <a:pt x="370492" y="438139"/>
                  </a:lnTo>
                  <a:lnTo>
                    <a:pt x="380241" y="437056"/>
                  </a:lnTo>
                  <a:lnTo>
                    <a:pt x="389991" y="449109"/>
                  </a:lnTo>
                  <a:lnTo>
                    <a:pt x="399741" y="440398"/>
                  </a:lnTo>
                  <a:lnTo>
                    <a:pt x="409491" y="443103"/>
                  </a:lnTo>
                  <a:lnTo>
                    <a:pt x="419241" y="494335"/>
                  </a:lnTo>
                  <a:lnTo>
                    <a:pt x="428991" y="474014"/>
                  </a:lnTo>
                  <a:lnTo>
                    <a:pt x="438741" y="465966"/>
                  </a:lnTo>
                  <a:lnTo>
                    <a:pt x="448491" y="458536"/>
                  </a:lnTo>
                  <a:lnTo>
                    <a:pt x="458241" y="454814"/>
                  </a:lnTo>
                  <a:lnTo>
                    <a:pt x="467991" y="465026"/>
                  </a:lnTo>
                  <a:lnTo>
                    <a:pt x="477740" y="465900"/>
                  </a:lnTo>
                  <a:lnTo>
                    <a:pt x="487490" y="495501"/>
                  </a:lnTo>
                  <a:lnTo>
                    <a:pt x="497239" y="486237"/>
                  </a:lnTo>
                  <a:lnTo>
                    <a:pt x="506989" y="526928"/>
                  </a:lnTo>
                  <a:lnTo>
                    <a:pt x="516738" y="534891"/>
                  </a:lnTo>
                  <a:lnTo>
                    <a:pt x="526488" y="599811"/>
                  </a:lnTo>
                  <a:lnTo>
                    <a:pt x="536238" y="597342"/>
                  </a:lnTo>
                  <a:lnTo>
                    <a:pt x="545988" y="582376"/>
                  </a:lnTo>
                  <a:lnTo>
                    <a:pt x="555738" y="578842"/>
                  </a:lnTo>
                  <a:lnTo>
                    <a:pt x="565488" y="581272"/>
                  </a:lnTo>
                  <a:lnTo>
                    <a:pt x="575238" y="587845"/>
                  </a:lnTo>
                  <a:lnTo>
                    <a:pt x="584988" y="590710"/>
                  </a:lnTo>
                  <a:lnTo>
                    <a:pt x="594738" y="586923"/>
                  </a:lnTo>
                  <a:lnTo>
                    <a:pt x="604488" y="609009"/>
                  </a:lnTo>
                  <a:lnTo>
                    <a:pt x="614237" y="589170"/>
                  </a:lnTo>
                  <a:lnTo>
                    <a:pt x="623987" y="571529"/>
                  </a:lnTo>
                  <a:lnTo>
                    <a:pt x="633736" y="592948"/>
                  </a:lnTo>
                  <a:lnTo>
                    <a:pt x="643486" y="607817"/>
                  </a:lnTo>
                  <a:lnTo>
                    <a:pt x="653236" y="591655"/>
                  </a:lnTo>
                  <a:lnTo>
                    <a:pt x="662985" y="587541"/>
                  </a:lnTo>
                  <a:lnTo>
                    <a:pt x="672735" y="581448"/>
                  </a:lnTo>
                  <a:lnTo>
                    <a:pt x="682485" y="602457"/>
                  </a:lnTo>
                  <a:lnTo>
                    <a:pt x="692235" y="599397"/>
                  </a:lnTo>
                  <a:lnTo>
                    <a:pt x="701985" y="579727"/>
                  </a:lnTo>
                  <a:lnTo>
                    <a:pt x="711735" y="594589"/>
                  </a:lnTo>
                  <a:lnTo>
                    <a:pt x="721485" y="562888"/>
                  </a:lnTo>
                  <a:lnTo>
                    <a:pt x="731235" y="554901"/>
                  </a:lnTo>
                  <a:lnTo>
                    <a:pt x="740985" y="554203"/>
                  </a:lnTo>
                  <a:lnTo>
                    <a:pt x="750734" y="542692"/>
                  </a:lnTo>
                  <a:lnTo>
                    <a:pt x="760484" y="520702"/>
                  </a:lnTo>
                  <a:lnTo>
                    <a:pt x="770233" y="506551"/>
                  </a:lnTo>
                  <a:lnTo>
                    <a:pt x="779983" y="567724"/>
                  </a:lnTo>
                  <a:lnTo>
                    <a:pt x="789733" y="561079"/>
                  </a:lnTo>
                  <a:lnTo>
                    <a:pt x="799482" y="582652"/>
                  </a:lnTo>
                  <a:lnTo>
                    <a:pt x="809232" y="613680"/>
                  </a:lnTo>
                  <a:lnTo>
                    <a:pt x="818982" y="577318"/>
                  </a:lnTo>
                  <a:lnTo>
                    <a:pt x="828732" y="574721"/>
                  </a:lnTo>
                  <a:lnTo>
                    <a:pt x="838482" y="562277"/>
                  </a:lnTo>
                  <a:lnTo>
                    <a:pt x="848232" y="574006"/>
                  </a:lnTo>
                  <a:lnTo>
                    <a:pt x="857982" y="560316"/>
                  </a:lnTo>
                  <a:lnTo>
                    <a:pt x="867732" y="572876"/>
                  </a:lnTo>
                  <a:lnTo>
                    <a:pt x="877482" y="547545"/>
                  </a:lnTo>
                  <a:lnTo>
                    <a:pt x="887231" y="516084"/>
                  </a:lnTo>
                  <a:lnTo>
                    <a:pt x="896981" y="497757"/>
                  </a:lnTo>
                  <a:lnTo>
                    <a:pt x="906730" y="477392"/>
                  </a:lnTo>
                  <a:lnTo>
                    <a:pt x="916480" y="512777"/>
                  </a:lnTo>
                  <a:lnTo>
                    <a:pt x="926230" y="491073"/>
                  </a:lnTo>
                  <a:lnTo>
                    <a:pt x="935979" y="454103"/>
                  </a:lnTo>
                  <a:lnTo>
                    <a:pt x="945729" y="448872"/>
                  </a:lnTo>
                  <a:lnTo>
                    <a:pt x="955479" y="476246"/>
                  </a:lnTo>
                  <a:lnTo>
                    <a:pt x="965229" y="437608"/>
                  </a:lnTo>
                  <a:lnTo>
                    <a:pt x="974979" y="449178"/>
                  </a:lnTo>
                  <a:lnTo>
                    <a:pt x="984729" y="504424"/>
                  </a:lnTo>
                  <a:lnTo>
                    <a:pt x="994474" y="469370"/>
                  </a:lnTo>
                  <a:lnTo>
                    <a:pt x="1004233" y="479595"/>
                  </a:lnTo>
                  <a:lnTo>
                    <a:pt x="1013977" y="487620"/>
                  </a:lnTo>
                  <a:lnTo>
                    <a:pt x="1023721" y="494470"/>
                  </a:lnTo>
                  <a:lnTo>
                    <a:pt x="1033480" y="503766"/>
                  </a:lnTo>
                  <a:lnTo>
                    <a:pt x="1043224" y="494090"/>
                  </a:lnTo>
                  <a:lnTo>
                    <a:pt x="1052983" y="479217"/>
                  </a:lnTo>
                  <a:lnTo>
                    <a:pt x="1062727" y="459951"/>
                  </a:lnTo>
                  <a:lnTo>
                    <a:pt x="1072471" y="448038"/>
                  </a:lnTo>
                  <a:lnTo>
                    <a:pt x="1082230" y="444653"/>
                  </a:lnTo>
                  <a:lnTo>
                    <a:pt x="1091973" y="453278"/>
                  </a:lnTo>
                  <a:lnTo>
                    <a:pt x="1101732" y="409385"/>
                  </a:lnTo>
                  <a:lnTo>
                    <a:pt x="1111476" y="399789"/>
                  </a:lnTo>
                  <a:lnTo>
                    <a:pt x="1121220" y="396288"/>
                  </a:lnTo>
                  <a:lnTo>
                    <a:pt x="1130979" y="384835"/>
                  </a:lnTo>
                  <a:lnTo>
                    <a:pt x="1140723" y="383072"/>
                  </a:lnTo>
                  <a:lnTo>
                    <a:pt x="1150482" y="401021"/>
                  </a:lnTo>
                  <a:lnTo>
                    <a:pt x="1160226" y="394862"/>
                  </a:lnTo>
                  <a:lnTo>
                    <a:pt x="1169969" y="388487"/>
                  </a:lnTo>
                  <a:lnTo>
                    <a:pt x="1179728" y="354788"/>
                  </a:lnTo>
                  <a:lnTo>
                    <a:pt x="1189472" y="347255"/>
                  </a:lnTo>
                  <a:lnTo>
                    <a:pt x="1199231" y="311651"/>
                  </a:lnTo>
                  <a:lnTo>
                    <a:pt x="1208975" y="274117"/>
                  </a:lnTo>
                  <a:lnTo>
                    <a:pt x="1218719" y="277208"/>
                  </a:lnTo>
                  <a:lnTo>
                    <a:pt x="1228478" y="258010"/>
                  </a:lnTo>
                  <a:lnTo>
                    <a:pt x="1238222" y="240981"/>
                  </a:lnTo>
                  <a:lnTo>
                    <a:pt x="1247966" y="230904"/>
                  </a:lnTo>
                  <a:lnTo>
                    <a:pt x="1257725" y="213814"/>
                  </a:lnTo>
                  <a:lnTo>
                    <a:pt x="1267469" y="207704"/>
                  </a:lnTo>
                  <a:lnTo>
                    <a:pt x="1277227" y="257100"/>
                  </a:lnTo>
                  <a:lnTo>
                    <a:pt x="1286971" y="242400"/>
                  </a:lnTo>
                  <a:lnTo>
                    <a:pt x="1296715" y="246006"/>
                  </a:lnTo>
                  <a:lnTo>
                    <a:pt x="1306474" y="227086"/>
                  </a:lnTo>
                  <a:lnTo>
                    <a:pt x="1316218" y="201695"/>
                  </a:lnTo>
                  <a:lnTo>
                    <a:pt x="1325977" y="185991"/>
                  </a:lnTo>
                  <a:lnTo>
                    <a:pt x="1335721" y="210384"/>
                  </a:lnTo>
                  <a:lnTo>
                    <a:pt x="1345465" y="230179"/>
                  </a:lnTo>
                  <a:lnTo>
                    <a:pt x="1355224" y="263283"/>
                  </a:lnTo>
                  <a:lnTo>
                    <a:pt x="1364967" y="237898"/>
                  </a:lnTo>
                  <a:lnTo>
                    <a:pt x="1374726" y="253414"/>
                  </a:lnTo>
                  <a:lnTo>
                    <a:pt x="1384470" y="237809"/>
                  </a:lnTo>
                  <a:lnTo>
                    <a:pt x="1394214" y="224727"/>
                  </a:lnTo>
                  <a:lnTo>
                    <a:pt x="1403973" y="220332"/>
                  </a:lnTo>
                  <a:lnTo>
                    <a:pt x="1413717" y="207181"/>
                  </a:lnTo>
                  <a:lnTo>
                    <a:pt x="1423476" y="197134"/>
                  </a:lnTo>
                  <a:lnTo>
                    <a:pt x="1433220" y="165928"/>
                  </a:lnTo>
                  <a:lnTo>
                    <a:pt x="1442964" y="162637"/>
                  </a:lnTo>
                  <a:lnTo>
                    <a:pt x="1452722" y="182104"/>
                  </a:lnTo>
                  <a:lnTo>
                    <a:pt x="1462466" y="171231"/>
                  </a:lnTo>
                  <a:lnTo>
                    <a:pt x="1472225" y="157169"/>
                  </a:lnTo>
                  <a:lnTo>
                    <a:pt x="1481969" y="151542"/>
                  </a:lnTo>
                  <a:lnTo>
                    <a:pt x="1491713" y="147051"/>
                  </a:lnTo>
                  <a:lnTo>
                    <a:pt x="1501472" y="174947"/>
                  </a:lnTo>
                  <a:lnTo>
                    <a:pt x="1511216" y="157843"/>
                  </a:lnTo>
                  <a:lnTo>
                    <a:pt x="1520960" y="123295"/>
                  </a:lnTo>
                  <a:lnTo>
                    <a:pt x="1530719" y="108713"/>
                  </a:lnTo>
                  <a:lnTo>
                    <a:pt x="1540463" y="109692"/>
                  </a:lnTo>
                  <a:lnTo>
                    <a:pt x="1550221" y="125990"/>
                  </a:lnTo>
                  <a:lnTo>
                    <a:pt x="1559965" y="118389"/>
                  </a:lnTo>
                  <a:lnTo>
                    <a:pt x="1569709" y="109001"/>
                  </a:lnTo>
                  <a:lnTo>
                    <a:pt x="1579468" y="124190"/>
                  </a:lnTo>
                  <a:lnTo>
                    <a:pt x="1589212" y="138674"/>
                  </a:lnTo>
                  <a:lnTo>
                    <a:pt x="1598971" y="151810"/>
                  </a:lnTo>
                  <a:lnTo>
                    <a:pt x="1608715" y="127084"/>
                  </a:lnTo>
                  <a:lnTo>
                    <a:pt x="1618459" y="113564"/>
                  </a:lnTo>
                  <a:lnTo>
                    <a:pt x="1628218" y="147960"/>
                  </a:lnTo>
                  <a:lnTo>
                    <a:pt x="1637962" y="145518"/>
                  </a:lnTo>
                  <a:lnTo>
                    <a:pt x="1647720" y="130187"/>
                  </a:lnTo>
                  <a:lnTo>
                    <a:pt x="1657464" y="122669"/>
                  </a:lnTo>
                  <a:lnTo>
                    <a:pt x="1667208" y="139971"/>
                  </a:lnTo>
                  <a:lnTo>
                    <a:pt x="1676967" y="151619"/>
                  </a:lnTo>
                  <a:lnTo>
                    <a:pt x="1686711" y="156635"/>
                  </a:lnTo>
                  <a:lnTo>
                    <a:pt x="1696470" y="129357"/>
                  </a:lnTo>
                  <a:lnTo>
                    <a:pt x="1706214" y="158168"/>
                  </a:lnTo>
                  <a:lnTo>
                    <a:pt x="1715958" y="159418"/>
                  </a:lnTo>
                  <a:lnTo>
                    <a:pt x="1725716" y="145591"/>
                  </a:lnTo>
                  <a:lnTo>
                    <a:pt x="1735460" y="143541"/>
                  </a:lnTo>
                  <a:lnTo>
                    <a:pt x="1745219" y="150201"/>
                  </a:lnTo>
                  <a:lnTo>
                    <a:pt x="1754963" y="134091"/>
                  </a:lnTo>
                  <a:lnTo>
                    <a:pt x="1764707" y="147509"/>
                  </a:lnTo>
                  <a:lnTo>
                    <a:pt x="1774466" y="201212"/>
                  </a:lnTo>
                  <a:lnTo>
                    <a:pt x="1784210" y="200741"/>
                  </a:lnTo>
                  <a:lnTo>
                    <a:pt x="1793969" y="200342"/>
                  </a:lnTo>
                  <a:lnTo>
                    <a:pt x="1803713" y="245261"/>
                  </a:lnTo>
                  <a:lnTo>
                    <a:pt x="1813457" y="287687"/>
                  </a:lnTo>
                  <a:lnTo>
                    <a:pt x="1823215" y="311925"/>
                  </a:lnTo>
                  <a:lnTo>
                    <a:pt x="1832959" y="323062"/>
                  </a:lnTo>
                  <a:lnTo>
                    <a:pt x="1842703" y="321557"/>
                  </a:lnTo>
                  <a:lnTo>
                    <a:pt x="1852462" y="334341"/>
                  </a:lnTo>
                  <a:lnTo>
                    <a:pt x="1862206" y="348483"/>
                  </a:lnTo>
                  <a:lnTo>
                    <a:pt x="1871965" y="354761"/>
                  </a:lnTo>
                  <a:lnTo>
                    <a:pt x="1881709" y="311280"/>
                  </a:lnTo>
                  <a:lnTo>
                    <a:pt x="1891453" y="259329"/>
                  </a:lnTo>
                  <a:lnTo>
                    <a:pt x="1901212" y="257229"/>
                  </a:lnTo>
                  <a:lnTo>
                    <a:pt x="1910956" y="245416"/>
                  </a:lnTo>
                  <a:lnTo>
                    <a:pt x="1920714" y="220165"/>
                  </a:lnTo>
                  <a:lnTo>
                    <a:pt x="1930458" y="193682"/>
                  </a:lnTo>
                  <a:lnTo>
                    <a:pt x="1940202" y="135993"/>
                  </a:lnTo>
                  <a:lnTo>
                    <a:pt x="1949961" y="173056"/>
                  </a:lnTo>
                  <a:lnTo>
                    <a:pt x="1959705" y="179004"/>
                  </a:lnTo>
                  <a:lnTo>
                    <a:pt x="1969464" y="203137"/>
                  </a:lnTo>
                  <a:lnTo>
                    <a:pt x="1979208" y="205272"/>
                  </a:lnTo>
                  <a:lnTo>
                    <a:pt x="1988952" y="202513"/>
                  </a:lnTo>
                  <a:lnTo>
                    <a:pt x="1998711" y="219325"/>
                  </a:lnTo>
                  <a:lnTo>
                    <a:pt x="2008454" y="230668"/>
                  </a:lnTo>
                  <a:lnTo>
                    <a:pt x="2018213" y="217921"/>
                  </a:lnTo>
                  <a:lnTo>
                    <a:pt x="2027957" y="202209"/>
                  </a:lnTo>
                  <a:lnTo>
                    <a:pt x="2037701" y="199141"/>
                  </a:lnTo>
                  <a:lnTo>
                    <a:pt x="2047460" y="242141"/>
                  </a:lnTo>
                  <a:lnTo>
                    <a:pt x="2057204" y="259238"/>
                  </a:lnTo>
                  <a:lnTo>
                    <a:pt x="2066963" y="267438"/>
                  </a:lnTo>
                  <a:lnTo>
                    <a:pt x="2076707" y="263734"/>
                  </a:lnTo>
                  <a:lnTo>
                    <a:pt x="2086451" y="254689"/>
                  </a:lnTo>
                  <a:lnTo>
                    <a:pt x="2096210" y="258970"/>
                  </a:lnTo>
                  <a:lnTo>
                    <a:pt x="2105954" y="243549"/>
                  </a:lnTo>
                  <a:lnTo>
                    <a:pt x="2115697" y="254235"/>
                  </a:lnTo>
                  <a:lnTo>
                    <a:pt x="2125456" y="255264"/>
                  </a:lnTo>
                  <a:lnTo>
                    <a:pt x="2135200" y="288172"/>
                  </a:lnTo>
                  <a:lnTo>
                    <a:pt x="2144959" y="285028"/>
                  </a:lnTo>
                  <a:lnTo>
                    <a:pt x="2154703" y="277514"/>
                  </a:lnTo>
                  <a:lnTo>
                    <a:pt x="2164447" y="260196"/>
                  </a:lnTo>
                  <a:lnTo>
                    <a:pt x="2174206" y="210911"/>
                  </a:lnTo>
                  <a:lnTo>
                    <a:pt x="2183950" y="217203"/>
                  </a:lnTo>
                  <a:lnTo>
                    <a:pt x="2193709" y="192598"/>
                  </a:lnTo>
                  <a:lnTo>
                    <a:pt x="2203452" y="244749"/>
                  </a:lnTo>
                  <a:lnTo>
                    <a:pt x="2213196" y="216694"/>
                  </a:lnTo>
                  <a:lnTo>
                    <a:pt x="2222955" y="211525"/>
                  </a:lnTo>
                  <a:lnTo>
                    <a:pt x="2232699" y="239719"/>
                  </a:lnTo>
                  <a:lnTo>
                    <a:pt x="2242458" y="233635"/>
                  </a:lnTo>
                  <a:lnTo>
                    <a:pt x="2252202" y="223313"/>
                  </a:lnTo>
                  <a:lnTo>
                    <a:pt x="2261946" y="213286"/>
                  </a:lnTo>
                  <a:lnTo>
                    <a:pt x="2271705" y="230806"/>
                  </a:lnTo>
                  <a:lnTo>
                    <a:pt x="2281449" y="240233"/>
                  </a:lnTo>
                  <a:lnTo>
                    <a:pt x="2291208" y="226931"/>
                  </a:lnTo>
                  <a:lnTo>
                    <a:pt x="2300951" y="241806"/>
                  </a:lnTo>
                  <a:lnTo>
                    <a:pt x="2310695" y="228373"/>
                  </a:lnTo>
                  <a:lnTo>
                    <a:pt x="2320454" y="267623"/>
                  </a:lnTo>
                  <a:lnTo>
                    <a:pt x="2330198" y="286564"/>
                  </a:lnTo>
                  <a:lnTo>
                    <a:pt x="2339957" y="260068"/>
                  </a:lnTo>
                  <a:lnTo>
                    <a:pt x="2349701" y="218781"/>
                  </a:lnTo>
                  <a:lnTo>
                    <a:pt x="2359445" y="198082"/>
                  </a:lnTo>
                  <a:lnTo>
                    <a:pt x="2369204" y="174379"/>
                  </a:lnTo>
                  <a:lnTo>
                    <a:pt x="2378948" y="169056"/>
                  </a:lnTo>
                  <a:lnTo>
                    <a:pt x="2388692" y="151211"/>
                  </a:lnTo>
                  <a:lnTo>
                    <a:pt x="2398450" y="175789"/>
                  </a:lnTo>
                  <a:lnTo>
                    <a:pt x="2408194" y="131327"/>
                  </a:lnTo>
                  <a:lnTo>
                    <a:pt x="2417953" y="102925"/>
                  </a:lnTo>
                  <a:lnTo>
                    <a:pt x="2427697" y="117711"/>
                  </a:lnTo>
                  <a:lnTo>
                    <a:pt x="2437441" y="105389"/>
                  </a:lnTo>
                  <a:lnTo>
                    <a:pt x="2447200" y="91292"/>
                  </a:lnTo>
                  <a:lnTo>
                    <a:pt x="2456944" y="133097"/>
                  </a:lnTo>
                  <a:lnTo>
                    <a:pt x="2466703" y="93895"/>
                  </a:lnTo>
                  <a:lnTo>
                    <a:pt x="2476446" y="73667"/>
                  </a:lnTo>
                  <a:lnTo>
                    <a:pt x="2486190" y="62462"/>
                  </a:lnTo>
                  <a:lnTo>
                    <a:pt x="2495949" y="81855"/>
                  </a:lnTo>
                  <a:lnTo>
                    <a:pt x="2505693" y="65491"/>
                  </a:lnTo>
                  <a:lnTo>
                    <a:pt x="2515452" y="74413"/>
                  </a:lnTo>
                  <a:lnTo>
                    <a:pt x="2525196" y="63128"/>
                  </a:lnTo>
                  <a:lnTo>
                    <a:pt x="2534940" y="112271"/>
                  </a:lnTo>
                  <a:lnTo>
                    <a:pt x="2544699" y="110244"/>
                  </a:lnTo>
                  <a:lnTo>
                    <a:pt x="2554443" y="113042"/>
                  </a:lnTo>
                  <a:lnTo>
                    <a:pt x="2564202" y="112660"/>
                  </a:lnTo>
                  <a:lnTo>
                    <a:pt x="2573946" y="146117"/>
                  </a:lnTo>
                  <a:lnTo>
                    <a:pt x="2583690" y="133048"/>
                  </a:lnTo>
                  <a:lnTo>
                    <a:pt x="2593448" y="154353"/>
                  </a:lnTo>
                  <a:lnTo>
                    <a:pt x="2603192" y="149660"/>
                  </a:lnTo>
                  <a:lnTo>
                    <a:pt x="2612951" y="175899"/>
                  </a:lnTo>
                  <a:lnTo>
                    <a:pt x="2622695" y="189038"/>
                  </a:lnTo>
                  <a:lnTo>
                    <a:pt x="2632439" y="170540"/>
                  </a:lnTo>
                  <a:lnTo>
                    <a:pt x="2642198" y="192726"/>
                  </a:lnTo>
                  <a:lnTo>
                    <a:pt x="2651942" y="189284"/>
                  </a:lnTo>
                  <a:lnTo>
                    <a:pt x="2661685" y="169883"/>
                  </a:lnTo>
                  <a:lnTo>
                    <a:pt x="2671444" y="143631"/>
                  </a:lnTo>
                  <a:lnTo>
                    <a:pt x="2681188" y="113949"/>
                  </a:lnTo>
                  <a:lnTo>
                    <a:pt x="2690947" y="101996"/>
                  </a:lnTo>
                  <a:lnTo>
                    <a:pt x="2700691" y="68835"/>
                  </a:lnTo>
                  <a:lnTo>
                    <a:pt x="2710435" y="73080"/>
                  </a:lnTo>
                  <a:lnTo>
                    <a:pt x="2720194" y="56765"/>
                  </a:lnTo>
                  <a:lnTo>
                    <a:pt x="2729938" y="61433"/>
                  </a:lnTo>
                  <a:lnTo>
                    <a:pt x="2739697" y="5085"/>
                  </a:lnTo>
                  <a:lnTo>
                    <a:pt x="2749441" y="1721"/>
                  </a:lnTo>
                  <a:lnTo>
                    <a:pt x="2759185" y="6535"/>
                  </a:lnTo>
                  <a:lnTo>
                    <a:pt x="2768943" y="24238"/>
                  </a:lnTo>
                  <a:lnTo>
                    <a:pt x="2778687" y="10419"/>
                  </a:lnTo>
                  <a:lnTo>
                    <a:pt x="2788446" y="4306"/>
                  </a:lnTo>
                  <a:lnTo>
                    <a:pt x="2798190" y="21602"/>
                  </a:lnTo>
                  <a:lnTo>
                    <a:pt x="2807934" y="77560"/>
                  </a:lnTo>
                  <a:lnTo>
                    <a:pt x="2817693" y="65615"/>
                  </a:lnTo>
                  <a:lnTo>
                    <a:pt x="2827437" y="64176"/>
                  </a:lnTo>
                  <a:lnTo>
                    <a:pt x="2837196" y="61262"/>
                  </a:lnTo>
                  <a:lnTo>
                    <a:pt x="2846940" y="46509"/>
                  </a:lnTo>
                  <a:lnTo>
                    <a:pt x="2856684" y="31969"/>
                  </a:lnTo>
                  <a:lnTo>
                    <a:pt x="2866442" y="4544"/>
                  </a:lnTo>
                  <a:lnTo>
                    <a:pt x="2876186" y="18594"/>
                  </a:lnTo>
                  <a:lnTo>
                    <a:pt x="2885945" y="12569"/>
                  </a:lnTo>
                  <a:lnTo>
                    <a:pt x="2895689" y="0"/>
                  </a:lnTo>
                  <a:lnTo>
                    <a:pt x="2905433" y="30126"/>
                  </a:lnTo>
                  <a:lnTo>
                    <a:pt x="2915192" y="5141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8" name="Freeform 1177">
              <a:extLst>
                <a:ext uri="{FF2B5EF4-FFF2-40B4-BE49-F238E27FC236}">
                  <a16:creationId xmlns:a16="http://schemas.microsoft.com/office/drawing/2014/main" id="{E9EBA4D7-1A90-A177-3F3F-D13F23D82816}"/>
                </a:ext>
              </a:extLst>
            </p:cNvPr>
            <p:cNvSpPr/>
            <p:nvPr/>
          </p:nvSpPr>
          <p:spPr>
            <a:xfrm>
              <a:off x="4426652" y="3048665"/>
              <a:ext cx="2915191" cy="460596"/>
            </a:xfrm>
            <a:custGeom>
              <a:avLst/>
              <a:gdLst>
                <a:gd name="connsiteX0" fmla="*/ 0 w 2915191"/>
                <a:gd name="connsiteY0" fmla="*/ 456244 h 460596"/>
                <a:gd name="connsiteX1" fmla="*/ 9750 w 2915191"/>
                <a:gd name="connsiteY1" fmla="*/ 454106 h 460596"/>
                <a:gd name="connsiteX2" fmla="*/ 19500 w 2915191"/>
                <a:gd name="connsiteY2" fmla="*/ 460596 h 460596"/>
                <a:gd name="connsiteX3" fmla="*/ 29250 w 2915191"/>
                <a:gd name="connsiteY3" fmla="*/ 439258 h 460596"/>
                <a:gd name="connsiteX4" fmla="*/ 39000 w 2915191"/>
                <a:gd name="connsiteY4" fmla="*/ 409177 h 460596"/>
                <a:gd name="connsiteX5" fmla="*/ 48749 w 2915191"/>
                <a:gd name="connsiteY5" fmla="*/ 379158 h 460596"/>
                <a:gd name="connsiteX6" fmla="*/ 58499 w 2915191"/>
                <a:gd name="connsiteY6" fmla="*/ 370740 h 460596"/>
                <a:gd name="connsiteX7" fmla="*/ 68249 w 2915191"/>
                <a:gd name="connsiteY7" fmla="*/ 392569 h 460596"/>
                <a:gd name="connsiteX8" fmla="*/ 77998 w 2915191"/>
                <a:gd name="connsiteY8" fmla="*/ 409542 h 460596"/>
                <a:gd name="connsiteX9" fmla="*/ 87748 w 2915191"/>
                <a:gd name="connsiteY9" fmla="*/ 412447 h 460596"/>
                <a:gd name="connsiteX10" fmla="*/ 97497 w 2915191"/>
                <a:gd name="connsiteY10" fmla="*/ 391211 h 460596"/>
                <a:gd name="connsiteX11" fmla="*/ 107247 w 2915191"/>
                <a:gd name="connsiteY11" fmla="*/ 378001 h 460596"/>
                <a:gd name="connsiteX12" fmla="*/ 116997 w 2915191"/>
                <a:gd name="connsiteY12" fmla="*/ 356795 h 460596"/>
                <a:gd name="connsiteX13" fmla="*/ 126747 w 2915191"/>
                <a:gd name="connsiteY13" fmla="*/ 332857 h 460596"/>
                <a:gd name="connsiteX14" fmla="*/ 136497 w 2915191"/>
                <a:gd name="connsiteY14" fmla="*/ 362892 h 460596"/>
                <a:gd name="connsiteX15" fmla="*/ 146247 w 2915191"/>
                <a:gd name="connsiteY15" fmla="*/ 345555 h 460596"/>
                <a:gd name="connsiteX16" fmla="*/ 155997 w 2915191"/>
                <a:gd name="connsiteY16" fmla="*/ 370089 h 460596"/>
                <a:gd name="connsiteX17" fmla="*/ 165747 w 2915191"/>
                <a:gd name="connsiteY17" fmla="*/ 336435 h 460596"/>
                <a:gd name="connsiteX18" fmla="*/ 175497 w 2915191"/>
                <a:gd name="connsiteY18" fmla="*/ 328071 h 460596"/>
                <a:gd name="connsiteX19" fmla="*/ 185247 w 2915191"/>
                <a:gd name="connsiteY19" fmla="*/ 353399 h 460596"/>
                <a:gd name="connsiteX20" fmla="*/ 194996 w 2915191"/>
                <a:gd name="connsiteY20" fmla="*/ 370828 h 460596"/>
                <a:gd name="connsiteX21" fmla="*/ 204746 w 2915191"/>
                <a:gd name="connsiteY21" fmla="*/ 342709 h 460596"/>
                <a:gd name="connsiteX22" fmla="*/ 214495 w 2915191"/>
                <a:gd name="connsiteY22" fmla="*/ 360330 h 460596"/>
                <a:gd name="connsiteX23" fmla="*/ 224245 w 2915191"/>
                <a:gd name="connsiteY23" fmla="*/ 378307 h 460596"/>
                <a:gd name="connsiteX24" fmla="*/ 233995 w 2915191"/>
                <a:gd name="connsiteY24" fmla="*/ 369428 h 460596"/>
                <a:gd name="connsiteX25" fmla="*/ 243744 w 2915191"/>
                <a:gd name="connsiteY25" fmla="*/ 337876 h 460596"/>
                <a:gd name="connsiteX26" fmla="*/ 253494 w 2915191"/>
                <a:gd name="connsiteY26" fmla="*/ 344888 h 460596"/>
                <a:gd name="connsiteX27" fmla="*/ 263244 w 2915191"/>
                <a:gd name="connsiteY27" fmla="*/ 306588 h 460596"/>
                <a:gd name="connsiteX28" fmla="*/ 272994 w 2915191"/>
                <a:gd name="connsiteY28" fmla="*/ 362982 h 460596"/>
                <a:gd name="connsiteX29" fmla="*/ 282744 w 2915191"/>
                <a:gd name="connsiteY29" fmla="*/ 371053 h 460596"/>
                <a:gd name="connsiteX30" fmla="*/ 292494 w 2915191"/>
                <a:gd name="connsiteY30" fmla="*/ 375271 h 460596"/>
                <a:gd name="connsiteX31" fmla="*/ 302244 w 2915191"/>
                <a:gd name="connsiteY31" fmla="*/ 362684 h 460596"/>
                <a:gd name="connsiteX32" fmla="*/ 311994 w 2915191"/>
                <a:gd name="connsiteY32" fmla="*/ 395945 h 460596"/>
                <a:gd name="connsiteX33" fmla="*/ 321744 w 2915191"/>
                <a:gd name="connsiteY33" fmla="*/ 385907 h 460596"/>
                <a:gd name="connsiteX34" fmla="*/ 331493 w 2915191"/>
                <a:gd name="connsiteY34" fmla="*/ 383379 h 460596"/>
                <a:gd name="connsiteX35" fmla="*/ 341243 w 2915191"/>
                <a:gd name="connsiteY35" fmla="*/ 408353 h 460596"/>
                <a:gd name="connsiteX36" fmla="*/ 350993 w 2915191"/>
                <a:gd name="connsiteY36" fmla="*/ 399662 h 460596"/>
                <a:gd name="connsiteX37" fmla="*/ 360742 w 2915191"/>
                <a:gd name="connsiteY37" fmla="*/ 386618 h 460596"/>
                <a:gd name="connsiteX38" fmla="*/ 370492 w 2915191"/>
                <a:gd name="connsiteY38" fmla="*/ 395808 h 460596"/>
                <a:gd name="connsiteX39" fmla="*/ 380241 w 2915191"/>
                <a:gd name="connsiteY39" fmla="*/ 347876 h 460596"/>
                <a:gd name="connsiteX40" fmla="*/ 389991 w 2915191"/>
                <a:gd name="connsiteY40" fmla="*/ 340613 h 460596"/>
                <a:gd name="connsiteX41" fmla="*/ 399741 w 2915191"/>
                <a:gd name="connsiteY41" fmla="*/ 333694 h 460596"/>
                <a:gd name="connsiteX42" fmla="*/ 409491 w 2915191"/>
                <a:gd name="connsiteY42" fmla="*/ 317636 h 460596"/>
                <a:gd name="connsiteX43" fmla="*/ 419241 w 2915191"/>
                <a:gd name="connsiteY43" fmla="*/ 318753 h 460596"/>
                <a:gd name="connsiteX44" fmla="*/ 428991 w 2915191"/>
                <a:gd name="connsiteY44" fmla="*/ 315997 h 460596"/>
                <a:gd name="connsiteX45" fmla="*/ 438741 w 2915191"/>
                <a:gd name="connsiteY45" fmla="*/ 268109 h 460596"/>
                <a:gd name="connsiteX46" fmla="*/ 448491 w 2915191"/>
                <a:gd name="connsiteY46" fmla="*/ 260816 h 460596"/>
                <a:gd name="connsiteX47" fmla="*/ 458241 w 2915191"/>
                <a:gd name="connsiteY47" fmla="*/ 250844 h 460596"/>
                <a:gd name="connsiteX48" fmla="*/ 467991 w 2915191"/>
                <a:gd name="connsiteY48" fmla="*/ 252140 h 460596"/>
                <a:gd name="connsiteX49" fmla="*/ 477740 w 2915191"/>
                <a:gd name="connsiteY49" fmla="*/ 217406 h 460596"/>
                <a:gd name="connsiteX50" fmla="*/ 487490 w 2915191"/>
                <a:gd name="connsiteY50" fmla="*/ 234103 h 460596"/>
                <a:gd name="connsiteX51" fmla="*/ 497239 w 2915191"/>
                <a:gd name="connsiteY51" fmla="*/ 238992 h 460596"/>
                <a:gd name="connsiteX52" fmla="*/ 506989 w 2915191"/>
                <a:gd name="connsiteY52" fmla="*/ 241113 h 460596"/>
                <a:gd name="connsiteX53" fmla="*/ 516738 w 2915191"/>
                <a:gd name="connsiteY53" fmla="*/ 194496 h 460596"/>
                <a:gd name="connsiteX54" fmla="*/ 526488 w 2915191"/>
                <a:gd name="connsiteY54" fmla="*/ 231497 h 460596"/>
                <a:gd name="connsiteX55" fmla="*/ 536238 w 2915191"/>
                <a:gd name="connsiteY55" fmla="*/ 217251 h 460596"/>
                <a:gd name="connsiteX56" fmla="*/ 545988 w 2915191"/>
                <a:gd name="connsiteY56" fmla="*/ 174396 h 460596"/>
                <a:gd name="connsiteX57" fmla="*/ 555738 w 2915191"/>
                <a:gd name="connsiteY57" fmla="*/ 185981 h 460596"/>
                <a:gd name="connsiteX58" fmla="*/ 565488 w 2915191"/>
                <a:gd name="connsiteY58" fmla="*/ 192826 h 460596"/>
                <a:gd name="connsiteX59" fmla="*/ 575238 w 2915191"/>
                <a:gd name="connsiteY59" fmla="*/ 156283 h 460596"/>
                <a:gd name="connsiteX60" fmla="*/ 584988 w 2915191"/>
                <a:gd name="connsiteY60" fmla="*/ 142883 h 460596"/>
                <a:gd name="connsiteX61" fmla="*/ 594738 w 2915191"/>
                <a:gd name="connsiteY61" fmla="*/ 146612 h 460596"/>
                <a:gd name="connsiteX62" fmla="*/ 604488 w 2915191"/>
                <a:gd name="connsiteY62" fmla="*/ 201187 h 460596"/>
                <a:gd name="connsiteX63" fmla="*/ 614237 w 2915191"/>
                <a:gd name="connsiteY63" fmla="*/ 189615 h 460596"/>
                <a:gd name="connsiteX64" fmla="*/ 623987 w 2915191"/>
                <a:gd name="connsiteY64" fmla="*/ 217516 h 460596"/>
                <a:gd name="connsiteX65" fmla="*/ 633736 w 2915191"/>
                <a:gd name="connsiteY65" fmla="*/ 219405 h 460596"/>
                <a:gd name="connsiteX66" fmla="*/ 643486 w 2915191"/>
                <a:gd name="connsiteY66" fmla="*/ 237430 h 460596"/>
                <a:gd name="connsiteX67" fmla="*/ 653236 w 2915191"/>
                <a:gd name="connsiteY67" fmla="*/ 231792 h 460596"/>
                <a:gd name="connsiteX68" fmla="*/ 662985 w 2915191"/>
                <a:gd name="connsiteY68" fmla="*/ 229409 h 460596"/>
                <a:gd name="connsiteX69" fmla="*/ 672735 w 2915191"/>
                <a:gd name="connsiteY69" fmla="*/ 212805 h 460596"/>
                <a:gd name="connsiteX70" fmla="*/ 682485 w 2915191"/>
                <a:gd name="connsiteY70" fmla="*/ 234303 h 460596"/>
                <a:gd name="connsiteX71" fmla="*/ 692235 w 2915191"/>
                <a:gd name="connsiteY71" fmla="*/ 254765 h 460596"/>
                <a:gd name="connsiteX72" fmla="*/ 701985 w 2915191"/>
                <a:gd name="connsiteY72" fmla="*/ 281469 h 460596"/>
                <a:gd name="connsiteX73" fmla="*/ 711735 w 2915191"/>
                <a:gd name="connsiteY73" fmla="*/ 285855 h 460596"/>
                <a:gd name="connsiteX74" fmla="*/ 721485 w 2915191"/>
                <a:gd name="connsiteY74" fmla="*/ 245891 h 460596"/>
                <a:gd name="connsiteX75" fmla="*/ 731235 w 2915191"/>
                <a:gd name="connsiteY75" fmla="*/ 213903 h 460596"/>
                <a:gd name="connsiteX76" fmla="*/ 740985 w 2915191"/>
                <a:gd name="connsiteY76" fmla="*/ 191541 h 460596"/>
                <a:gd name="connsiteX77" fmla="*/ 750734 w 2915191"/>
                <a:gd name="connsiteY77" fmla="*/ 174942 h 460596"/>
                <a:gd name="connsiteX78" fmla="*/ 760484 w 2915191"/>
                <a:gd name="connsiteY78" fmla="*/ 191912 h 460596"/>
                <a:gd name="connsiteX79" fmla="*/ 770233 w 2915191"/>
                <a:gd name="connsiteY79" fmla="*/ 196580 h 460596"/>
                <a:gd name="connsiteX80" fmla="*/ 779983 w 2915191"/>
                <a:gd name="connsiteY80" fmla="*/ 203094 h 460596"/>
                <a:gd name="connsiteX81" fmla="*/ 789733 w 2915191"/>
                <a:gd name="connsiteY81" fmla="*/ 188310 h 460596"/>
                <a:gd name="connsiteX82" fmla="*/ 799482 w 2915191"/>
                <a:gd name="connsiteY82" fmla="*/ 198170 h 460596"/>
                <a:gd name="connsiteX83" fmla="*/ 809232 w 2915191"/>
                <a:gd name="connsiteY83" fmla="*/ 187227 h 460596"/>
                <a:gd name="connsiteX84" fmla="*/ 818982 w 2915191"/>
                <a:gd name="connsiteY84" fmla="*/ 174896 h 460596"/>
                <a:gd name="connsiteX85" fmla="*/ 828732 w 2915191"/>
                <a:gd name="connsiteY85" fmla="*/ 182367 h 460596"/>
                <a:gd name="connsiteX86" fmla="*/ 838482 w 2915191"/>
                <a:gd name="connsiteY86" fmla="*/ 230963 h 460596"/>
                <a:gd name="connsiteX87" fmla="*/ 848232 w 2915191"/>
                <a:gd name="connsiteY87" fmla="*/ 211110 h 460596"/>
                <a:gd name="connsiteX88" fmla="*/ 857982 w 2915191"/>
                <a:gd name="connsiteY88" fmla="*/ 222822 h 460596"/>
                <a:gd name="connsiteX89" fmla="*/ 867732 w 2915191"/>
                <a:gd name="connsiteY89" fmla="*/ 202009 h 460596"/>
                <a:gd name="connsiteX90" fmla="*/ 877482 w 2915191"/>
                <a:gd name="connsiteY90" fmla="*/ 182088 h 460596"/>
                <a:gd name="connsiteX91" fmla="*/ 887231 w 2915191"/>
                <a:gd name="connsiteY91" fmla="*/ 179497 h 460596"/>
                <a:gd name="connsiteX92" fmla="*/ 896981 w 2915191"/>
                <a:gd name="connsiteY92" fmla="*/ 168992 h 460596"/>
                <a:gd name="connsiteX93" fmla="*/ 906730 w 2915191"/>
                <a:gd name="connsiteY93" fmla="*/ 201550 h 460596"/>
                <a:gd name="connsiteX94" fmla="*/ 916480 w 2915191"/>
                <a:gd name="connsiteY94" fmla="*/ 187444 h 460596"/>
                <a:gd name="connsiteX95" fmla="*/ 926230 w 2915191"/>
                <a:gd name="connsiteY95" fmla="*/ 185929 h 460596"/>
                <a:gd name="connsiteX96" fmla="*/ 935979 w 2915191"/>
                <a:gd name="connsiteY96" fmla="*/ 177059 h 460596"/>
                <a:gd name="connsiteX97" fmla="*/ 945729 w 2915191"/>
                <a:gd name="connsiteY97" fmla="*/ 154751 h 460596"/>
                <a:gd name="connsiteX98" fmla="*/ 955479 w 2915191"/>
                <a:gd name="connsiteY98" fmla="*/ 167664 h 460596"/>
                <a:gd name="connsiteX99" fmla="*/ 965229 w 2915191"/>
                <a:gd name="connsiteY99" fmla="*/ 189892 h 460596"/>
                <a:gd name="connsiteX100" fmla="*/ 974979 w 2915191"/>
                <a:gd name="connsiteY100" fmla="*/ 183648 h 460596"/>
                <a:gd name="connsiteX101" fmla="*/ 984729 w 2915191"/>
                <a:gd name="connsiteY101" fmla="*/ 203873 h 460596"/>
                <a:gd name="connsiteX102" fmla="*/ 994474 w 2915191"/>
                <a:gd name="connsiteY102" fmla="*/ 220810 h 460596"/>
                <a:gd name="connsiteX103" fmla="*/ 1004233 w 2915191"/>
                <a:gd name="connsiteY103" fmla="*/ 189079 h 460596"/>
                <a:gd name="connsiteX104" fmla="*/ 1013977 w 2915191"/>
                <a:gd name="connsiteY104" fmla="*/ 140910 h 460596"/>
                <a:gd name="connsiteX105" fmla="*/ 1023721 w 2915191"/>
                <a:gd name="connsiteY105" fmla="*/ 90754 h 460596"/>
                <a:gd name="connsiteX106" fmla="*/ 1033480 w 2915191"/>
                <a:gd name="connsiteY106" fmla="*/ 78915 h 460596"/>
                <a:gd name="connsiteX107" fmla="*/ 1043224 w 2915191"/>
                <a:gd name="connsiteY107" fmla="*/ 66140 h 460596"/>
                <a:gd name="connsiteX108" fmla="*/ 1052983 w 2915191"/>
                <a:gd name="connsiteY108" fmla="*/ 66135 h 460596"/>
                <a:gd name="connsiteX109" fmla="*/ 1062727 w 2915191"/>
                <a:gd name="connsiteY109" fmla="*/ 51121 h 460596"/>
                <a:gd name="connsiteX110" fmla="*/ 1072471 w 2915191"/>
                <a:gd name="connsiteY110" fmla="*/ 41117 h 460596"/>
                <a:gd name="connsiteX111" fmla="*/ 1082230 w 2915191"/>
                <a:gd name="connsiteY111" fmla="*/ 37480 h 460596"/>
                <a:gd name="connsiteX112" fmla="*/ 1091973 w 2915191"/>
                <a:gd name="connsiteY112" fmla="*/ 60791 h 460596"/>
                <a:gd name="connsiteX113" fmla="*/ 1101732 w 2915191"/>
                <a:gd name="connsiteY113" fmla="*/ 47349 h 460596"/>
                <a:gd name="connsiteX114" fmla="*/ 1111476 w 2915191"/>
                <a:gd name="connsiteY114" fmla="*/ 85291 h 460596"/>
                <a:gd name="connsiteX115" fmla="*/ 1121220 w 2915191"/>
                <a:gd name="connsiteY115" fmla="*/ 118393 h 460596"/>
                <a:gd name="connsiteX116" fmla="*/ 1130979 w 2915191"/>
                <a:gd name="connsiteY116" fmla="*/ 120090 h 460596"/>
                <a:gd name="connsiteX117" fmla="*/ 1140723 w 2915191"/>
                <a:gd name="connsiteY117" fmla="*/ 131144 h 460596"/>
                <a:gd name="connsiteX118" fmla="*/ 1150482 w 2915191"/>
                <a:gd name="connsiteY118" fmla="*/ 145956 h 460596"/>
                <a:gd name="connsiteX119" fmla="*/ 1160226 w 2915191"/>
                <a:gd name="connsiteY119" fmla="*/ 131659 h 460596"/>
                <a:gd name="connsiteX120" fmla="*/ 1169969 w 2915191"/>
                <a:gd name="connsiteY120" fmla="*/ 117316 h 460596"/>
                <a:gd name="connsiteX121" fmla="*/ 1179728 w 2915191"/>
                <a:gd name="connsiteY121" fmla="*/ 79044 h 460596"/>
                <a:gd name="connsiteX122" fmla="*/ 1189472 w 2915191"/>
                <a:gd name="connsiteY122" fmla="*/ 63832 h 460596"/>
                <a:gd name="connsiteX123" fmla="*/ 1199231 w 2915191"/>
                <a:gd name="connsiteY123" fmla="*/ 93373 h 460596"/>
                <a:gd name="connsiteX124" fmla="*/ 1208975 w 2915191"/>
                <a:gd name="connsiteY124" fmla="*/ 130651 h 460596"/>
                <a:gd name="connsiteX125" fmla="*/ 1218719 w 2915191"/>
                <a:gd name="connsiteY125" fmla="*/ 129936 h 460596"/>
                <a:gd name="connsiteX126" fmla="*/ 1228478 w 2915191"/>
                <a:gd name="connsiteY126" fmla="*/ 140739 h 460596"/>
                <a:gd name="connsiteX127" fmla="*/ 1238222 w 2915191"/>
                <a:gd name="connsiteY127" fmla="*/ 119283 h 460596"/>
                <a:gd name="connsiteX128" fmla="*/ 1247966 w 2915191"/>
                <a:gd name="connsiteY128" fmla="*/ 116097 h 460596"/>
                <a:gd name="connsiteX129" fmla="*/ 1257725 w 2915191"/>
                <a:gd name="connsiteY129" fmla="*/ 105023 h 460596"/>
                <a:gd name="connsiteX130" fmla="*/ 1267469 w 2915191"/>
                <a:gd name="connsiteY130" fmla="*/ 106331 h 460596"/>
                <a:gd name="connsiteX131" fmla="*/ 1277227 w 2915191"/>
                <a:gd name="connsiteY131" fmla="*/ 92529 h 460596"/>
                <a:gd name="connsiteX132" fmla="*/ 1286971 w 2915191"/>
                <a:gd name="connsiteY132" fmla="*/ 98210 h 460596"/>
                <a:gd name="connsiteX133" fmla="*/ 1296715 w 2915191"/>
                <a:gd name="connsiteY133" fmla="*/ 78497 h 460596"/>
                <a:gd name="connsiteX134" fmla="*/ 1306474 w 2915191"/>
                <a:gd name="connsiteY134" fmla="*/ 40618 h 460596"/>
                <a:gd name="connsiteX135" fmla="*/ 1316218 w 2915191"/>
                <a:gd name="connsiteY135" fmla="*/ 67618 h 460596"/>
                <a:gd name="connsiteX136" fmla="*/ 1325977 w 2915191"/>
                <a:gd name="connsiteY136" fmla="*/ 54790 h 460596"/>
                <a:gd name="connsiteX137" fmla="*/ 1335721 w 2915191"/>
                <a:gd name="connsiteY137" fmla="*/ 65764 h 460596"/>
                <a:gd name="connsiteX138" fmla="*/ 1345465 w 2915191"/>
                <a:gd name="connsiteY138" fmla="*/ 52681 h 460596"/>
                <a:gd name="connsiteX139" fmla="*/ 1355224 w 2915191"/>
                <a:gd name="connsiteY139" fmla="*/ 23128 h 460596"/>
                <a:gd name="connsiteX140" fmla="*/ 1364967 w 2915191"/>
                <a:gd name="connsiteY140" fmla="*/ 72433 h 460596"/>
                <a:gd name="connsiteX141" fmla="*/ 1374726 w 2915191"/>
                <a:gd name="connsiteY141" fmla="*/ 60424 h 460596"/>
                <a:gd name="connsiteX142" fmla="*/ 1384470 w 2915191"/>
                <a:gd name="connsiteY142" fmla="*/ 73687 h 460596"/>
                <a:gd name="connsiteX143" fmla="*/ 1394214 w 2915191"/>
                <a:gd name="connsiteY143" fmla="*/ 97964 h 460596"/>
                <a:gd name="connsiteX144" fmla="*/ 1403973 w 2915191"/>
                <a:gd name="connsiteY144" fmla="*/ 103523 h 460596"/>
                <a:gd name="connsiteX145" fmla="*/ 1413717 w 2915191"/>
                <a:gd name="connsiteY145" fmla="*/ 92888 h 460596"/>
                <a:gd name="connsiteX146" fmla="*/ 1423476 w 2915191"/>
                <a:gd name="connsiteY146" fmla="*/ 117236 h 460596"/>
                <a:gd name="connsiteX147" fmla="*/ 1433220 w 2915191"/>
                <a:gd name="connsiteY147" fmla="*/ 141077 h 460596"/>
                <a:gd name="connsiteX148" fmla="*/ 1442964 w 2915191"/>
                <a:gd name="connsiteY148" fmla="*/ 165319 h 460596"/>
                <a:gd name="connsiteX149" fmla="*/ 1452722 w 2915191"/>
                <a:gd name="connsiteY149" fmla="*/ 173473 h 460596"/>
                <a:gd name="connsiteX150" fmla="*/ 1462466 w 2915191"/>
                <a:gd name="connsiteY150" fmla="*/ 186400 h 460596"/>
                <a:gd name="connsiteX151" fmla="*/ 1472225 w 2915191"/>
                <a:gd name="connsiteY151" fmla="*/ 177745 h 460596"/>
                <a:gd name="connsiteX152" fmla="*/ 1481969 w 2915191"/>
                <a:gd name="connsiteY152" fmla="*/ 188912 h 460596"/>
                <a:gd name="connsiteX153" fmla="*/ 1491713 w 2915191"/>
                <a:gd name="connsiteY153" fmla="*/ 213875 h 460596"/>
                <a:gd name="connsiteX154" fmla="*/ 1501472 w 2915191"/>
                <a:gd name="connsiteY154" fmla="*/ 185394 h 460596"/>
                <a:gd name="connsiteX155" fmla="*/ 1511216 w 2915191"/>
                <a:gd name="connsiteY155" fmla="*/ 140189 h 460596"/>
                <a:gd name="connsiteX156" fmla="*/ 1520960 w 2915191"/>
                <a:gd name="connsiteY156" fmla="*/ 159428 h 460596"/>
                <a:gd name="connsiteX157" fmla="*/ 1530719 w 2915191"/>
                <a:gd name="connsiteY157" fmla="*/ 181133 h 460596"/>
                <a:gd name="connsiteX158" fmla="*/ 1540463 w 2915191"/>
                <a:gd name="connsiteY158" fmla="*/ 179510 h 460596"/>
                <a:gd name="connsiteX159" fmla="*/ 1550221 w 2915191"/>
                <a:gd name="connsiteY159" fmla="*/ 141639 h 460596"/>
                <a:gd name="connsiteX160" fmla="*/ 1559965 w 2915191"/>
                <a:gd name="connsiteY160" fmla="*/ 109055 h 460596"/>
                <a:gd name="connsiteX161" fmla="*/ 1569709 w 2915191"/>
                <a:gd name="connsiteY161" fmla="*/ 135168 h 460596"/>
                <a:gd name="connsiteX162" fmla="*/ 1579468 w 2915191"/>
                <a:gd name="connsiteY162" fmla="*/ 93977 h 460596"/>
                <a:gd name="connsiteX163" fmla="*/ 1589212 w 2915191"/>
                <a:gd name="connsiteY163" fmla="*/ 130028 h 460596"/>
                <a:gd name="connsiteX164" fmla="*/ 1598971 w 2915191"/>
                <a:gd name="connsiteY164" fmla="*/ 126799 h 460596"/>
                <a:gd name="connsiteX165" fmla="*/ 1608715 w 2915191"/>
                <a:gd name="connsiteY165" fmla="*/ 129852 h 460596"/>
                <a:gd name="connsiteX166" fmla="*/ 1618459 w 2915191"/>
                <a:gd name="connsiteY166" fmla="*/ 131932 h 460596"/>
                <a:gd name="connsiteX167" fmla="*/ 1628218 w 2915191"/>
                <a:gd name="connsiteY167" fmla="*/ 156645 h 460596"/>
                <a:gd name="connsiteX168" fmla="*/ 1637962 w 2915191"/>
                <a:gd name="connsiteY168" fmla="*/ 166291 h 460596"/>
                <a:gd name="connsiteX169" fmla="*/ 1647720 w 2915191"/>
                <a:gd name="connsiteY169" fmla="*/ 155230 h 460596"/>
                <a:gd name="connsiteX170" fmla="*/ 1657464 w 2915191"/>
                <a:gd name="connsiteY170" fmla="*/ 186987 h 460596"/>
                <a:gd name="connsiteX171" fmla="*/ 1667208 w 2915191"/>
                <a:gd name="connsiteY171" fmla="*/ 192088 h 460596"/>
                <a:gd name="connsiteX172" fmla="*/ 1676967 w 2915191"/>
                <a:gd name="connsiteY172" fmla="*/ 223789 h 460596"/>
                <a:gd name="connsiteX173" fmla="*/ 1686711 w 2915191"/>
                <a:gd name="connsiteY173" fmla="*/ 209185 h 460596"/>
                <a:gd name="connsiteX174" fmla="*/ 1696470 w 2915191"/>
                <a:gd name="connsiteY174" fmla="*/ 187276 h 460596"/>
                <a:gd name="connsiteX175" fmla="*/ 1706214 w 2915191"/>
                <a:gd name="connsiteY175" fmla="*/ 175744 h 460596"/>
                <a:gd name="connsiteX176" fmla="*/ 1715958 w 2915191"/>
                <a:gd name="connsiteY176" fmla="*/ 189502 h 460596"/>
                <a:gd name="connsiteX177" fmla="*/ 1725716 w 2915191"/>
                <a:gd name="connsiteY177" fmla="*/ 198119 h 460596"/>
                <a:gd name="connsiteX178" fmla="*/ 1735460 w 2915191"/>
                <a:gd name="connsiteY178" fmla="*/ 184080 h 460596"/>
                <a:gd name="connsiteX179" fmla="*/ 1745219 w 2915191"/>
                <a:gd name="connsiteY179" fmla="*/ 212728 h 460596"/>
                <a:gd name="connsiteX180" fmla="*/ 1754963 w 2915191"/>
                <a:gd name="connsiteY180" fmla="*/ 237722 h 460596"/>
                <a:gd name="connsiteX181" fmla="*/ 1764707 w 2915191"/>
                <a:gd name="connsiteY181" fmla="*/ 297005 h 460596"/>
                <a:gd name="connsiteX182" fmla="*/ 1774466 w 2915191"/>
                <a:gd name="connsiteY182" fmla="*/ 262733 h 460596"/>
                <a:gd name="connsiteX183" fmla="*/ 1784210 w 2915191"/>
                <a:gd name="connsiteY183" fmla="*/ 271728 h 460596"/>
                <a:gd name="connsiteX184" fmla="*/ 1793969 w 2915191"/>
                <a:gd name="connsiteY184" fmla="*/ 246225 h 460596"/>
                <a:gd name="connsiteX185" fmla="*/ 1803713 w 2915191"/>
                <a:gd name="connsiteY185" fmla="*/ 224285 h 460596"/>
                <a:gd name="connsiteX186" fmla="*/ 1813457 w 2915191"/>
                <a:gd name="connsiteY186" fmla="*/ 200670 h 460596"/>
                <a:gd name="connsiteX187" fmla="*/ 1823215 w 2915191"/>
                <a:gd name="connsiteY187" fmla="*/ 198216 h 460596"/>
                <a:gd name="connsiteX188" fmla="*/ 1832959 w 2915191"/>
                <a:gd name="connsiteY188" fmla="*/ 213146 h 460596"/>
                <a:gd name="connsiteX189" fmla="*/ 1842703 w 2915191"/>
                <a:gd name="connsiteY189" fmla="*/ 185594 h 460596"/>
                <a:gd name="connsiteX190" fmla="*/ 1852462 w 2915191"/>
                <a:gd name="connsiteY190" fmla="*/ 142485 h 460596"/>
                <a:gd name="connsiteX191" fmla="*/ 1862206 w 2915191"/>
                <a:gd name="connsiteY191" fmla="*/ 143656 h 460596"/>
                <a:gd name="connsiteX192" fmla="*/ 1871965 w 2915191"/>
                <a:gd name="connsiteY192" fmla="*/ 145220 h 460596"/>
                <a:gd name="connsiteX193" fmla="*/ 1881709 w 2915191"/>
                <a:gd name="connsiteY193" fmla="*/ 119371 h 460596"/>
                <a:gd name="connsiteX194" fmla="*/ 1891453 w 2915191"/>
                <a:gd name="connsiteY194" fmla="*/ 152364 h 460596"/>
                <a:gd name="connsiteX195" fmla="*/ 1901212 w 2915191"/>
                <a:gd name="connsiteY195" fmla="*/ 147863 h 460596"/>
                <a:gd name="connsiteX196" fmla="*/ 1910956 w 2915191"/>
                <a:gd name="connsiteY196" fmla="*/ 164984 h 460596"/>
                <a:gd name="connsiteX197" fmla="*/ 1920714 w 2915191"/>
                <a:gd name="connsiteY197" fmla="*/ 174206 h 460596"/>
                <a:gd name="connsiteX198" fmla="*/ 1930458 w 2915191"/>
                <a:gd name="connsiteY198" fmla="*/ 181343 h 460596"/>
                <a:gd name="connsiteX199" fmla="*/ 1940202 w 2915191"/>
                <a:gd name="connsiteY199" fmla="*/ 189226 h 460596"/>
                <a:gd name="connsiteX200" fmla="*/ 1949961 w 2915191"/>
                <a:gd name="connsiteY200" fmla="*/ 229224 h 460596"/>
                <a:gd name="connsiteX201" fmla="*/ 1959705 w 2915191"/>
                <a:gd name="connsiteY201" fmla="*/ 239823 h 460596"/>
                <a:gd name="connsiteX202" fmla="*/ 1969464 w 2915191"/>
                <a:gd name="connsiteY202" fmla="*/ 245061 h 460596"/>
                <a:gd name="connsiteX203" fmla="*/ 1979208 w 2915191"/>
                <a:gd name="connsiteY203" fmla="*/ 266650 h 460596"/>
                <a:gd name="connsiteX204" fmla="*/ 1988952 w 2915191"/>
                <a:gd name="connsiteY204" fmla="*/ 274100 h 460596"/>
                <a:gd name="connsiteX205" fmla="*/ 1998711 w 2915191"/>
                <a:gd name="connsiteY205" fmla="*/ 244787 h 460596"/>
                <a:gd name="connsiteX206" fmla="*/ 2008454 w 2915191"/>
                <a:gd name="connsiteY206" fmla="*/ 225028 h 460596"/>
                <a:gd name="connsiteX207" fmla="*/ 2018213 w 2915191"/>
                <a:gd name="connsiteY207" fmla="*/ 246928 h 460596"/>
                <a:gd name="connsiteX208" fmla="*/ 2027957 w 2915191"/>
                <a:gd name="connsiteY208" fmla="*/ 246943 h 460596"/>
                <a:gd name="connsiteX209" fmla="*/ 2037701 w 2915191"/>
                <a:gd name="connsiteY209" fmla="*/ 256611 h 460596"/>
                <a:gd name="connsiteX210" fmla="*/ 2047460 w 2915191"/>
                <a:gd name="connsiteY210" fmla="*/ 226838 h 460596"/>
                <a:gd name="connsiteX211" fmla="*/ 2057204 w 2915191"/>
                <a:gd name="connsiteY211" fmla="*/ 249290 h 460596"/>
                <a:gd name="connsiteX212" fmla="*/ 2066963 w 2915191"/>
                <a:gd name="connsiteY212" fmla="*/ 222631 h 460596"/>
                <a:gd name="connsiteX213" fmla="*/ 2076707 w 2915191"/>
                <a:gd name="connsiteY213" fmla="*/ 217871 h 460596"/>
                <a:gd name="connsiteX214" fmla="*/ 2086451 w 2915191"/>
                <a:gd name="connsiteY214" fmla="*/ 234211 h 460596"/>
                <a:gd name="connsiteX215" fmla="*/ 2096210 w 2915191"/>
                <a:gd name="connsiteY215" fmla="*/ 225033 h 460596"/>
                <a:gd name="connsiteX216" fmla="*/ 2105954 w 2915191"/>
                <a:gd name="connsiteY216" fmla="*/ 235081 h 460596"/>
                <a:gd name="connsiteX217" fmla="*/ 2115697 w 2915191"/>
                <a:gd name="connsiteY217" fmla="*/ 217713 h 460596"/>
                <a:gd name="connsiteX218" fmla="*/ 2125456 w 2915191"/>
                <a:gd name="connsiteY218" fmla="*/ 250955 h 460596"/>
                <a:gd name="connsiteX219" fmla="*/ 2135200 w 2915191"/>
                <a:gd name="connsiteY219" fmla="*/ 226321 h 460596"/>
                <a:gd name="connsiteX220" fmla="*/ 2144959 w 2915191"/>
                <a:gd name="connsiteY220" fmla="*/ 225051 h 460596"/>
                <a:gd name="connsiteX221" fmla="*/ 2154703 w 2915191"/>
                <a:gd name="connsiteY221" fmla="*/ 213984 h 460596"/>
                <a:gd name="connsiteX222" fmla="*/ 2164447 w 2915191"/>
                <a:gd name="connsiteY222" fmla="*/ 181181 h 460596"/>
                <a:gd name="connsiteX223" fmla="*/ 2174206 w 2915191"/>
                <a:gd name="connsiteY223" fmla="*/ 194457 h 460596"/>
                <a:gd name="connsiteX224" fmla="*/ 2183950 w 2915191"/>
                <a:gd name="connsiteY224" fmla="*/ 183162 h 460596"/>
                <a:gd name="connsiteX225" fmla="*/ 2193709 w 2915191"/>
                <a:gd name="connsiteY225" fmla="*/ 174844 h 460596"/>
                <a:gd name="connsiteX226" fmla="*/ 2203452 w 2915191"/>
                <a:gd name="connsiteY226" fmla="*/ 155803 h 460596"/>
                <a:gd name="connsiteX227" fmla="*/ 2213196 w 2915191"/>
                <a:gd name="connsiteY227" fmla="*/ 149073 h 460596"/>
                <a:gd name="connsiteX228" fmla="*/ 2222955 w 2915191"/>
                <a:gd name="connsiteY228" fmla="*/ 131475 h 460596"/>
                <a:gd name="connsiteX229" fmla="*/ 2232699 w 2915191"/>
                <a:gd name="connsiteY229" fmla="*/ 142355 h 460596"/>
                <a:gd name="connsiteX230" fmla="*/ 2242458 w 2915191"/>
                <a:gd name="connsiteY230" fmla="*/ 164769 h 460596"/>
                <a:gd name="connsiteX231" fmla="*/ 2252202 w 2915191"/>
                <a:gd name="connsiteY231" fmla="*/ 184719 h 460596"/>
                <a:gd name="connsiteX232" fmla="*/ 2261946 w 2915191"/>
                <a:gd name="connsiteY232" fmla="*/ 222993 h 460596"/>
                <a:gd name="connsiteX233" fmla="*/ 2271705 w 2915191"/>
                <a:gd name="connsiteY233" fmla="*/ 238524 h 460596"/>
                <a:gd name="connsiteX234" fmla="*/ 2281449 w 2915191"/>
                <a:gd name="connsiteY234" fmla="*/ 248838 h 460596"/>
                <a:gd name="connsiteX235" fmla="*/ 2291208 w 2915191"/>
                <a:gd name="connsiteY235" fmla="*/ 234567 h 460596"/>
                <a:gd name="connsiteX236" fmla="*/ 2300951 w 2915191"/>
                <a:gd name="connsiteY236" fmla="*/ 237639 h 460596"/>
                <a:gd name="connsiteX237" fmla="*/ 2310695 w 2915191"/>
                <a:gd name="connsiteY237" fmla="*/ 255760 h 460596"/>
                <a:gd name="connsiteX238" fmla="*/ 2320454 w 2915191"/>
                <a:gd name="connsiteY238" fmla="*/ 293020 h 460596"/>
                <a:gd name="connsiteX239" fmla="*/ 2330198 w 2915191"/>
                <a:gd name="connsiteY239" fmla="*/ 288639 h 460596"/>
                <a:gd name="connsiteX240" fmla="*/ 2339957 w 2915191"/>
                <a:gd name="connsiteY240" fmla="*/ 250738 h 460596"/>
                <a:gd name="connsiteX241" fmla="*/ 2349701 w 2915191"/>
                <a:gd name="connsiteY241" fmla="*/ 257633 h 460596"/>
                <a:gd name="connsiteX242" fmla="*/ 2359445 w 2915191"/>
                <a:gd name="connsiteY242" fmla="*/ 240748 h 460596"/>
                <a:gd name="connsiteX243" fmla="*/ 2369204 w 2915191"/>
                <a:gd name="connsiteY243" fmla="*/ 260829 h 460596"/>
                <a:gd name="connsiteX244" fmla="*/ 2378948 w 2915191"/>
                <a:gd name="connsiteY244" fmla="*/ 266412 h 460596"/>
                <a:gd name="connsiteX245" fmla="*/ 2388692 w 2915191"/>
                <a:gd name="connsiteY245" fmla="*/ 268910 h 460596"/>
                <a:gd name="connsiteX246" fmla="*/ 2398450 w 2915191"/>
                <a:gd name="connsiteY246" fmla="*/ 296902 h 460596"/>
                <a:gd name="connsiteX247" fmla="*/ 2408194 w 2915191"/>
                <a:gd name="connsiteY247" fmla="*/ 300055 h 460596"/>
                <a:gd name="connsiteX248" fmla="*/ 2417953 w 2915191"/>
                <a:gd name="connsiteY248" fmla="*/ 281856 h 460596"/>
                <a:gd name="connsiteX249" fmla="*/ 2427697 w 2915191"/>
                <a:gd name="connsiteY249" fmla="*/ 321758 h 460596"/>
                <a:gd name="connsiteX250" fmla="*/ 2437441 w 2915191"/>
                <a:gd name="connsiteY250" fmla="*/ 345169 h 460596"/>
                <a:gd name="connsiteX251" fmla="*/ 2447200 w 2915191"/>
                <a:gd name="connsiteY251" fmla="*/ 325608 h 460596"/>
                <a:gd name="connsiteX252" fmla="*/ 2456944 w 2915191"/>
                <a:gd name="connsiteY252" fmla="*/ 296855 h 460596"/>
                <a:gd name="connsiteX253" fmla="*/ 2466703 w 2915191"/>
                <a:gd name="connsiteY253" fmla="*/ 318132 h 460596"/>
                <a:gd name="connsiteX254" fmla="*/ 2476446 w 2915191"/>
                <a:gd name="connsiteY254" fmla="*/ 341284 h 460596"/>
                <a:gd name="connsiteX255" fmla="*/ 2486190 w 2915191"/>
                <a:gd name="connsiteY255" fmla="*/ 334819 h 460596"/>
                <a:gd name="connsiteX256" fmla="*/ 2495949 w 2915191"/>
                <a:gd name="connsiteY256" fmla="*/ 295116 h 460596"/>
                <a:gd name="connsiteX257" fmla="*/ 2505693 w 2915191"/>
                <a:gd name="connsiteY257" fmla="*/ 342821 h 460596"/>
                <a:gd name="connsiteX258" fmla="*/ 2515452 w 2915191"/>
                <a:gd name="connsiteY258" fmla="*/ 331961 h 460596"/>
                <a:gd name="connsiteX259" fmla="*/ 2525196 w 2915191"/>
                <a:gd name="connsiteY259" fmla="*/ 365743 h 460596"/>
                <a:gd name="connsiteX260" fmla="*/ 2534940 w 2915191"/>
                <a:gd name="connsiteY260" fmla="*/ 367030 h 460596"/>
                <a:gd name="connsiteX261" fmla="*/ 2544699 w 2915191"/>
                <a:gd name="connsiteY261" fmla="*/ 370168 h 460596"/>
                <a:gd name="connsiteX262" fmla="*/ 2554443 w 2915191"/>
                <a:gd name="connsiteY262" fmla="*/ 386180 h 460596"/>
                <a:gd name="connsiteX263" fmla="*/ 2564202 w 2915191"/>
                <a:gd name="connsiteY263" fmla="*/ 365769 h 460596"/>
                <a:gd name="connsiteX264" fmla="*/ 2573946 w 2915191"/>
                <a:gd name="connsiteY264" fmla="*/ 345545 h 460596"/>
                <a:gd name="connsiteX265" fmla="*/ 2583690 w 2915191"/>
                <a:gd name="connsiteY265" fmla="*/ 306778 h 460596"/>
                <a:gd name="connsiteX266" fmla="*/ 2593448 w 2915191"/>
                <a:gd name="connsiteY266" fmla="*/ 279411 h 460596"/>
                <a:gd name="connsiteX267" fmla="*/ 2603192 w 2915191"/>
                <a:gd name="connsiteY267" fmla="*/ 238303 h 460596"/>
                <a:gd name="connsiteX268" fmla="*/ 2612951 w 2915191"/>
                <a:gd name="connsiteY268" fmla="*/ 212004 h 460596"/>
                <a:gd name="connsiteX269" fmla="*/ 2622695 w 2915191"/>
                <a:gd name="connsiteY269" fmla="*/ 219711 h 460596"/>
                <a:gd name="connsiteX270" fmla="*/ 2632439 w 2915191"/>
                <a:gd name="connsiteY270" fmla="*/ 193606 h 460596"/>
                <a:gd name="connsiteX271" fmla="*/ 2642198 w 2915191"/>
                <a:gd name="connsiteY271" fmla="*/ 161498 h 460596"/>
                <a:gd name="connsiteX272" fmla="*/ 2651942 w 2915191"/>
                <a:gd name="connsiteY272" fmla="*/ 156109 h 460596"/>
                <a:gd name="connsiteX273" fmla="*/ 2661685 w 2915191"/>
                <a:gd name="connsiteY273" fmla="*/ 136792 h 460596"/>
                <a:gd name="connsiteX274" fmla="*/ 2671444 w 2915191"/>
                <a:gd name="connsiteY274" fmla="*/ 128507 h 460596"/>
                <a:gd name="connsiteX275" fmla="*/ 2681188 w 2915191"/>
                <a:gd name="connsiteY275" fmla="*/ 99028 h 460596"/>
                <a:gd name="connsiteX276" fmla="*/ 2690947 w 2915191"/>
                <a:gd name="connsiteY276" fmla="*/ 70721 h 460596"/>
                <a:gd name="connsiteX277" fmla="*/ 2700691 w 2915191"/>
                <a:gd name="connsiteY277" fmla="*/ 26137 h 460596"/>
                <a:gd name="connsiteX278" fmla="*/ 2710435 w 2915191"/>
                <a:gd name="connsiteY278" fmla="*/ 0 h 460596"/>
                <a:gd name="connsiteX279" fmla="*/ 2720194 w 2915191"/>
                <a:gd name="connsiteY279" fmla="*/ 25507 h 460596"/>
                <a:gd name="connsiteX280" fmla="*/ 2729938 w 2915191"/>
                <a:gd name="connsiteY280" fmla="*/ 29832 h 460596"/>
                <a:gd name="connsiteX281" fmla="*/ 2739697 w 2915191"/>
                <a:gd name="connsiteY281" fmla="*/ 65983 h 460596"/>
                <a:gd name="connsiteX282" fmla="*/ 2749441 w 2915191"/>
                <a:gd name="connsiteY282" fmla="*/ 67141 h 460596"/>
                <a:gd name="connsiteX283" fmla="*/ 2759185 w 2915191"/>
                <a:gd name="connsiteY283" fmla="*/ 62662 h 460596"/>
                <a:gd name="connsiteX284" fmla="*/ 2768943 w 2915191"/>
                <a:gd name="connsiteY284" fmla="*/ 50551 h 460596"/>
                <a:gd name="connsiteX285" fmla="*/ 2778687 w 2915191"/>
                <a:gd name="connsiteY285" fmla="*/ 91694 h 460596"/>
                <a:gd name="connsiteX286" fmla="*/ 2788446 w 2915191"/>
                <a:gd name="connsiteY286" fmla="*/ 76541 h 460596"/>
                <a:gd name="connsiteX287" fmla="*/ 2798190 w 2915191"/>
                <a:gd name="connsiteY287" fmla="*/ 92628 h 460596"/>
                <a:gd name="connsiteX288" fmla="*/ 2807934 w 2915191"/>
                <a:gd name="connsiteY288" fmla="*/ 139252 h 460596"/>
                <a:gd name="connsiteX289" fmla="*/ 2817693 w 2915191"/>
                <a:gd name="connsiteY289" fmla="*/ 149726 h 460596"/>
                <a:gd name="connsiteX290" fmla="*/ 2827437 w 2915191"/>
                <a:gd name="connsiteY290" fmla="*/ 149221 h 460596"/>
                <a:gd name="connsiteX291" fmla="*/ 2837196 w 2915191"/>
                <a:gd name="connsiteY291" fmla="*/ 195309 h 460596"/>
                <a:gd name="connsiteX292" fmla="*/ 2846940 w 2915191"/>
                <a:gd name="connsiteY292" fmla="*/ 205073 h 460596"/>
                <a:gd name="connsiteX293" fmla="*/ 2856684 w 2915191"/>
                <a:gd name="connsiteY293" fmla="*/ 186160 h 460596"/>
                <a:gd name="connsiteX294" fmla="*/ 2866442 w 2915191"/>
                <a:gd name="connsiteY294" fmla="*/ 202541 h 460596"/>
                <a:gd name="connsiteX295" fmla="*/ 2876186 w 2915191"/>
                <a:gd name="connsiteY295" fmla="*/ 222507 h 460596"/>
                <a:gd name="connsiteX296" fmla="*/ 2885945 w 2915191"/>
                <a:gd name="connsiteY296" fmla="*/ 226354 h 460596"/>
                <a:gd name="connsiteX297" fmla="*/ 2895689 w 2915191"/>
                <a:gd name="connsiteY297" fmla="*/ 245543 h 460596"/>
                <a:gd name="connsiteX298" fmla="*/ 2905433 w 2915191"/>
                <a:gd name="connsiteY298" fmla="*/ 279281 h 460596"/>
                <a:gd name="connsiteX299" fmla="*/ 2915192 w 2915191"/>
                <a:gd name="connsiteY299" fmla="*/ 265930 h 460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60596">
                  <a:moveTo>
                    <a:pt x="0" y="456244"/>
                  </a:moveTo>
                  <a:lnTo>
                    <a:pt x="9750" y="454106"/>
                  </a:lnTo>
                  <a:lnTo>
                    <a:pt x="19500" y="460596"/>
                  </a:lnTo>
                  <a:lnTo>
                    <a:pt x="29250" y="439258"/>
                  </a:lnTo>
                  <a:lnTo>
                    <a:pt x="39000" y="409177"/>
                  </a:lnTo>
                  <a:lnTo>
                    <a:pt x="48749" y="379158"/>
                  </a:lnTo>
                  <a:lnTo>
                    <a:pt x="58499" y="370740"/>
                  </a:lnTo>
                  <a:lnTo>
                    <a:pt x="68249" y="392569"/>
                  </a:lnTo>
                  <a:lnTo>
                    <a:pt x="77998" y="409542"/>
                  </a:lnTo>
                  <a:lnTo>
                    <a:pt x="87748" y="412447"/>
                  </a:lnTo>
                  <a:lnTo>
                    <a:pt x="97497" y="391211"/>
                  </a:lnTo>
                  <a:lnTo>
                    <a:pt x="107247" y="378001"/>
                  </a:lnTo>
                  <a:lnTo>
                    <a:pt x="116997" y="356795"/>
                  </a:lnTo>
                  <a:lnTo>
                    <a:pt x="126747" y="332857"/>
                  </a:lnTo>
                  <a:lnTo>
                    <a:pt x="136497" y="362892"/>
                  </a:lnTo>
                  <a:lnTo>
                    <a:pt x="146247" y="345555"/>
                  </a:lnTo>
                  <a:lnTo>
                    <a:pt x="155997" y="370089"/>
                  </a:lnTo>
                  <a:lnTo>
                    <a:pt x="165747" y="336435"/>
                  </a:lnTo>
                  <a:lnTo>
                    <a:pt x="175497" y="328071"/>
                  </a:lnTo>
                  <a:lnTo>
                    <a:pt x="185247" y="353399"/>
                  </a:lnTo>
                  <a:lnTo>
                    <a:pt x="194996" y="370828"/>
                  </a:lnTo>
                  <a:lnTo>
                    <a:pt x="204746" y="342709"/>
                  </a:lnTo>
                  <a:lnTo>
                    <a:pt x="214495" y="360330"/>
                  </a:lnTo>
                  <a:lnTo>
                    <a:pt x="224245" y="378307"/>
                  </a:lnTo>
                  <a:lnTo>
                    <a:pt x="233995" y="369428"/>
                  </a:lnTo>
                  <a:lnTo>
                    <a:pt x="243744" y="337876"/>
                  </a:lnTo>
                  <a:lnTo>
                    <a:pt x="253494" y="344888"/>
                  </a:lnTo>
                  <a:lnTo>
                    <a:pt x="263244" y="306588"/>
                  </a:lnTo>
                  <a:lnTo>
                    <a:pt x="272994" y="362982"/>
                  </a:lnTo>
                  <a:lnTo>
                    <a:pt x="282744" y="371053"/>
                  </a:lnTo>
                  <a:lnTo>
                    <a:pt x="292494" y="375271"/>
                  </a:lnTo>
                  <a:lnTo>
                    <a:pt x="302244" y="362684"/>
                  </a:lnTo>
                  <a:lnTo>
                    <a:pt x="311994" y="395945"/>
                  </a:lnTo>
                  <a:lnTo>
                    <a:pt x="321744" y="385907"/>
                  </a:lnTo>
                  <a:lnTo>
                    <a:pt x="331493" y="383379"/>
                  </a:lnTo>
                  <a:lnTo>
                    <a:pt x="341243" y="408353"/>
                  </a:lnTo>
                  <a:lnTo>
                    <a:pt x="350993" y="399662"/>
                  </a:lnTo>
                  <a:lnTo>
                    <a:pt x="360742" y="386618"/>
                  </a:lnTo>
                  <a:lnTo>
                    <a:pt x="370492" y="395808"/>
                  </a:lnTo>
                  <a:lnTo>
                    <a:pt x="380241" y="347876"/>
                  </a:lnTo>
                  <a:lnTo>
                    <a:pt x="389991" y="340613"/>
                  </a:lnTo>
                  <a:lnTo>
                    <a:pt x="399741" y="333694"/>
                  </a:lnTo>
                  <a:lnTo>
                    <a:pt x="409491" y="317636"/>
                  </a:lnTo>
                  <a:lnTo>
                    <a:pt x="419241" y="318753"/>
                  </a:lnTo>
                  <a:lnTo>
                    <a:pt x="428991" y="315997"/>
                  </a:lnTo>
                  <a:lnTo>
                    <a:pt x="438741" y="268109"/>
                  </a:lnTo>
                  <a:lnTo>
                    <a:pt x="448491" y="260816"/>
                  </a:lnTo>
                  <a:lnTo>
                    <a:pt x="458241" y="250844"/>
                  </a:lnTo>
                  <a:lnTo>
                    <a:pt x="467991" y="252140"/>
                  </a:lnTo>
                  <a:lnTo>
                    <a:pt x="477740" y="217406"/>
                  </a:lnTo>
                  <a:lnTo>
                    <a:pt x="487490" y="234103"/>
                  </a:lnTo>
                  <a:lnTo>
                    <a:pt x="497239" y="238992"/>
                  </a:lnTo>
                  <a:lnTo>
                    <a:pt x="506989" y="241113"/>
                  </a:lnTo>
                  <a:lnTo>
                    <a:pt x="516738" y="194496"/>
                  </a:lnTo>
                  <a:lnTo>
                    <a:pt x="526488" y="231497"/>
                  </a:lnTo>
                  <a:lnTo>
                    <a:pt x="536238" y="217251"/>
                  </a:lnTo>
                  <a:lnTo>
                    <a:pt x="545988" y="174396"/>
                  </a:lnTo>
                  <a:lnTo>
                    <a:pt x="555738" y="185981"/>
                  </a:lnTo>
                  <a:lnTo>
                    <a:pt x="565488" y="192826"/>
                  </a:lnTo>
                  <a:lnTo>
                    <a:pt x="575238" y="156283"/>
                  </a:lnTo>
                  <a:lnTo>
                    <a:pt x="584988" y="142883"/>
                  </a:lnTo>
                  <a:lnTo>
                    <a:pt x="594738" y="146612"/>
                  </a:lnTo>
                  <a:lnTo>
                    <a:pt x="604488" y="201187"/>
                  </a:lnTo>
                  <a:lnTo>
                    <a:pt x="614237" y="189615"/>
                  </a:lnTo>
                  <a:lnTo>
                    <a:pt x="623987" y="217516"/>
                  </a:lnTo>
                  <a:lnTo>
                    <a:pt x="633736" y="219405"/>
                  </a:lnTo>
                  <a:lnTo>
                    <a:pt x="643486" y="237430"/>
                  </a:lnTo>
                  <a:lnTo>
                    <a:pt x="653236" y="231792"/>
                  </a:lnTo>
                  <a:lnTo>
                    <a:pt x="662985" y="229409"/>
                  </a:lnTo>
                  <a:lnTo>
                    <a:pt x="672735" y="212805"/>
                  </a:lnTo>
                  <a:lnTo>
                    <a:pt x="682485" y="234303"/>
                  </a:lnTo>
                  <a:lnTo>
                    <a:pt x="692235" y="254765"/>
                  </a:lnTo>
                  <a:lnTo>
                    <a:pt x="701985" y="281469"/>
                  </a:lnTo>
                  <a:lnTo>
                    <a:pt x="711735" y="285855"/>
                  </a:lnTo>
                  <a:lnTo>
                    <a:pt x="721485" y="245891"/>
                  </a:lnTo>
                  <a:lnTo>
                    <a:pt x="731235" y="213903"/>
                  </a:lnTo>
                  <a:lnTo>
                    <a:pt x="740985" y="191541"/>
                  </a:lnTo>
                  <a:lnTo>
                    <a:pt x="750734" y="174942"/>
                  </a:lnTo>
                  <a:lnTo>
                    <a:pt x="760484" y="191912"/>
                  </a:lnTo>
                  <a:lnTo>
                    <a:pt x="770233" y="196580"/>
                  </a:lnTo>
                  <a:lnTo>
                    <a:pt x="779983" y="203094"/>
                  </a:lnTo>
                  <a:lnTo>
                    <a:pt x="789733" y="188310"/>
                  </a:lnTo>
                  <a:lnTo>
                    <a:pt x="799482" y="198170"/>
                  </a:lnTo>
                  <a:lnTo>
                    <a:pt x="809232" y="187227"/>
                  </a:lnTo>
                  <a:lnTo>
                    <a:pt x="818982" y="174896"/>
                  </a:lnTo>
                  <a:lnTo>
                    <a:pt x="828732" y="182367"/>
                  </a:lnTo>
                  <a:lnTo>
                    <a:pt x="838482" y="230963"/>
                  </a:lnTo>
                  <a:lnTo>
                    <a:pt x="848232" y="211110"/>
                  </a:lnTo>
                  <a:lnTo>
                    <a:pt x="857982" y="222822"/>
                  </a:lnTo>
                  <a:lnTo>
                    <a:pt x="867732" y="202009"/>
                  </a:lnTo>
                  <a:lnTo>
                    <a:pt x="877482" y="182088"/>
                  </a:lnTo>
                  <a:lnTo>
                    <a:pt x="887231" y="179497"/>
                  </a:lnTo>
                  <a:lnTo>
                    <a:pt x="896981" y="168992"/>
                  </a:lnTo>
                  <a:lnTo>
                    <a:pt x="906730" y="201550"/>
                  </a:lnTo>
                  <a:lnTo>
                    <a:pt x="916480" y="187444"/>
                  </a:lnTo>
                  <a:lnTo>
                    <a:pt x="926230" y="185929"/>
                  </a:lnTo>
                  <a:lnTo>
                    <a:pt x="935979" y="177059"/>
                  </a:lnTo>
                  <a:lnTo>
                    <a:pt x="945729" y="154751"/>
                  </a:lnTo>
                  <a:lnTo>
                    <a:pt x="955479" y="167664"/>
                  </a:lnTo>
                  <a:lnTo>
                    <a:pt x="965229" y="189892"/>
                  </a:lnTo>
                  <a:lnTo>
                    <a:pt x="974979" y="183648"/>
                  </a:lnTo>
                  <a:lnTo>
                    <a:pt x="984729" y="203873"/>
                  </a:lnTo>
                  <a:lnTo>
                    <a:pt x="994474" y="220810"/>
                  </a:lnTo>
                  <a:lnTo>
                    <a:pt x="1004233" y="189079"/>
                  </a:lnTo>
                  <a:lnTo>
                    <a:pt x="1013977" y="140910"/>
                  </a:lnTo>
                  <a:lnTo>
                    <a:pt x="1023721" y="90754"/>
                  </a:lnTo>
                  <a:lnTo>
                    <a:pt x="1033480" y="78915"/>
                  </a:lnTo>
                  <a:lnTo>
                    <a:pt x="1043224" y="66140"/>
                  </a:lnTo>
                  <a:lnTo>
                    <a:pt x="1052983" y="66135"/>
                  </a:lnTo>
                  <a:lnTo>
                    <a:pt x="1062727" y="51121"/>
                  </a:lnTo>
                  <a:lnTo>
                    <a:pt x="1072471" y="41117"/>
                  </a:lnTo>
                  <a:lnTo>
                    <a:pt x="1082230" y="37480"/>
                  </a:lnTo>
                  <a:lnTo>
                    <a:pt x="1091973" y="60791"/>
                  </a:lnTo>
                  <a:lnTo>
                    <a:pt x="1101732" y="47349"/>
                  </a:lnTo>
                  <a:lnTo>
                    <a:pt x="1111476" y="85291"/>
                  </a:lnTo>
                  <a:lnTo>
                    <a:pt x="1121220" y="118393"/>
                  </a:lnTo>
                  <a:lnTo>
                    <a:pt x="1130979" y="120090"/>
                  </a:lnTo>
                  <a:lnTo>
                    <a:pt x="1140723" y="131144"/>
                  </a:lnTo>
                  <a:lnTo>
                    <a:pt x="1150482" y="145956"/>
                  </a:lnTo>
                  <a:lnTo>
                    <a:pt x="1160226" y="131659"/>
                  </a:lnTo>
                  <a:lnTo>
                    <a:pt x="1169969" y="117316"/>
                  </a:lnTo>
                  <a:lnTo>
                    <a:pt x="1179728" y="79044"/>
                  </a:lnTo>
                  <a:lnTo>
                    <a:pt x="1189472" y="63832"/>
                  </a:lnTo>
                  <a:lnTo>
                    <a:pt x="1199231" y="93373"/>
                  </a:lnTo>
                  <a:lnTo>
                    <a:pt x="1208975" y="130651"/>
                  </a:lnTo>
                  <a:lnTo>
                    <a:pt x="1218719" y="129936"/>
                  </a:lnTo>
                  <a:lnTo>
                    <a:pt x="1228478" y="140739"/>
                  </a:lnTo>
                  <a:lnTo>
                    <a:pt x="1238222" y="119283"/>
                  </a:lnTo>
                  <a:lnTo>
                    <a:pt x="1247966" y="116097"/>
                  </a:lnTo>
                  <a:lnTo>
                    <a:pt x="1257725" y="105023"/>
                  </a:lnTo>
                  <a:lnTo>
                    <a:pt x="1267469" y="106331"/>
                  </a:lnTo>
                  <a:lnTo>
                    <a:pt x="1277227" y="92529"/>
                  </a:lnTo>
                  <a:lnTo>
                    <a:pt x="1286971" y="98210"/>
                  </a:lnTo>
                  <a:lnTo>
                    <a:pt x="1296715" y="78497"/>
                  </a:lnTo>
                  <a:lnTo>
                    <a:pt x="1306474" y="40618"/>
                  </a:lnTo>
                  <a:lnTo>
                    <a:pt x="1316218" y="67618"/>
                  </a:lnTo>
                  <a:lnTo>
                    <a:pt x="1325977" y="54790"/>
                  </a:lnTo>
                  <a:lnTo>
                    <a:pt x="1335721" y="65764"/>
                  </a:lnTo>
                  <a:lnTo>
                    <a:pt x="1345465" y="52681"/>
                  </a:lnTo>
                  <a:lnTo>
                    <a:pt x="1355224" y="23128"/>
                  </a:lnTo>
                  <a:lnTo>
                    <a:pt x="1364967" y="72433"/>
                  </a:lnTo>
                  <a:lnTo>
                    <a:pt x="1374726" y="60424"/>
                  </a:lnTo>
                  <a:lnTo>
                    <a:pt x="1384470" y="73687"/>
                  </a:lnTo>
                  <a:lnTo>
                    <a:pt x="1394214" y="97964"/>
                  </a:lnTo>
                  <a:lnTo>
                    <a:pt x="1403973" y="103523"/>
                  </a:lnTo>
                  <a:lnTo>
                    <a:pt x="1413717" y="92888"/>
                  </a:lnTo>
                  <a:lnTo>
                    <a:pt x="1423476" y="117236"/>
                  </a:lnTo>
                  <a:lnTo>
                    <a:pt x="1433220" y="141077"/>
                  </a:lnTo>
                  <a:lnTo>
                    <a:pt x="1442964" y="165319"/>
                  </a:lnTo>
                  <a:lnTo>
                    <a:pt x="1452722" y="173473"/>
                  </a:lnTo>
                  <a:lnTo>
                    <a:pt x="1462466" y="186400"/>
                  </a:lnTo>
                  <a:lnTo>
                    <a:pt x="1472225" y="177745"/>
                  </a:lnTo>
                  <a:lnTo>
                    <a:pt x="1481969" y="188912"/>
                  </a:lnTo>
                  <a:lnTo>
                    <a:pt x="1491713" y="213875"/>
                  </a:lnTo>
                  <a:lnTo>
                    <a:pt x="1501472" y="185394"/>
                  </a:lnTo>
                  <a:lnTo>
                    <a:pt x="1511216" y="140189"/>
                  </a:lnTo>
                  <a:lnTo>
                    <a:pt x="1520960" y="159428"/>
                  </a:lnTo>
                  <a:lnTo>
                    <a:pt x="1530719" y="181133"/>
                  </a:lnTo>
                  <a:lnTo>
                    <a:pt x="1540463" y="179510"/>
                  </a:lnTo>
                  <a:lnTo>
                    <a:pt x="1550221" y="141639"/>
                  </a:lnTo>
                  <a:lnTo>
                    <a:pt x="1559965" y="109055"/>
                  </a:lnTo>
                  <a:lnTo>
                    <a:pt x="1569709" y="135168"/>
                  </a:lnTo>
                  <a:lnTo>
                    <a:pt x="1579468" y="93977"/>
                  </a:lnTo>
                  <a:lnTo>
                    <a:pt x="1589212" y="130028"/>
                  </a:lnTo>
                  <a:lnTo>
                    <a:pt x="1598971" y="126799"/>
                  </a:lnTo>
                  <a:lnTo>
                    <a:pt x="1608715" y="129852"/>
                  </a:lnTo>
                  <a:lnTo>
                    <a:pt x="1618459" y="131932"/>
                  </a:lnTo>
                  <a:lnTo>
                    <a:pt x="1628218" y="156645"/>
                  </a:lnTo>
                  <a:lnTo>
                    <a:pt x="1637962" y="166291"/>
                  </a:lnTo>
                  <a:lnTo>
                    <a:pt x="1647720" y="155230"/>
                  </a:lnTo>
                  <a:lnTo>
                    <a:pt x="1657464" y="186987"/>
                  </a:lnTo>
                  <a:lnTo>
                    <a:pt x="1667208" y="192088"/>
                  </a:lnTo>
                  <a:lnTo>
                    <a:pt x="1676967" y="223789"/>
                  </a:lnTo>
                  <a:lnTo>
                    <a:pt x="1686711" y="209185"/>
                  </a:lnTo>
                  <a:lnTo>
                    <a:pt x="1696470" y="187276"/>
                  </a:lnTo>
                  <a:lnTo>
                    <a:pt x="1706214" y="175744"/>
                  </a:lnTo>
                  <a:lnTo>
                    <a:pt x="1715958" y="189502"/>
                  </a:lnTo>
                  <a:lnTo>
                    <a:pt x="1725716" y="198119"/>
                  </a:lnTo>
                  <a:lnTo>
                    <a:pt x="1735460" y="184080"/>
                  </a:lnTo>
                  <a:lnTo>
                    <a:pt x="1745219" y="212728"/>
                  </a:lnTo>
                  <a:lnTo>
                    <a:pt x="1754963" y="237722"/>
                  </a:lnTo>
                  <a:lnTo>
                    <a:pt x="1764707" y="297005"/>
                  </a:lnTo>
                  <a:lnTo>
                    <a:pt x="1774466" y="262733"/>
                  </a:lnTo>
                  <a:lnTo>
                    <a:pt x="1784210" y="271728"/>
                  </a:lnTo>
                  <a:lnTo>
                    <a:pt x="1793969" y="246225"/>
                  </a:lnTo>
                  <a:lnTo>
                    <a:pt x="1803713" y="224285"/>
                  </a:lnTo>
                  <a:lnTo>
                    <a:pt x="1813457" y="200670"/>
                  </a:lnTo>
                  <a:lnTo>
                    <a:pt x="1823215" y="198216"/>
                  </a:lnTo>
                  <a:lnTo>
                    <a:pt x="1832959" y="213146"/>
                  </a:lnTo>
                  <a:lnTo>
                    <a:pt x="1842703" y="185594"/>
                  </a:lnTo>
                  <a:lnTo>
                    <a:pt x="1852462" y="142485"/>
                  </a:lnTo>
                  <a:lnTo>
                    <a:pt x="1862206" y="143656"/>
                  </a:lnTo>
                  <a:lnTo>
                    <a:pt x="1871965" y="145220"/>
                  </a:lnTo>
                  <a:lnTo>
                    <a:pt x="1881709" y="119371"/>
                  </a:lnTo>
                  <a:lnTo>
                    <a:pt x="1891453" y="152364"/>
                  </a:lnTo>
                  <a:lnTo>
                    <a:pt x="1901212" y="147863"/>
                  </a:lnTo>
                  <a:lnTo>
                    <a:pt x="1910956" y="164984"/>
                  </a:lnTo>
                  <a:lnTo>
                    <a:pt x="1920714" y="174206"/>
                  </a:lnTo>
                  <a:lnTo>
                    <a:pt x="1930458" y="181343"/>
                  </a:lnTo>
                  <a:lnTo>
                    <a:pt x="1940202" y="189226"/>
                  </a:lnTo>
                  <a:lnTo>
                    <a:pt x="1949961" y="229224"/>
                  </a:lnTo>
                  <a:lnTo>
                    <a:pt x="1959705" y="239823"/>
                  </a:lnTo>
                  <a:lnTo>
                    <a:pt x="1969464" y="245061"/>
                  </a:lnTo>
                  <a:lnTo>
                    <a:pt x="1979208" y="266650"/>
                  </a:lnTo>
                  <a:lnTo>
                    <a:pt x="1988952" y="274100"/>
                  </a:lnTo>
                  <a:lnTo>
                    <a:pt x="1998711" y="244787"/>
                  </a:lnTo>
                  <a:lnTo>
                    <a:pt x="2008454" y="225028"/>
                  </a:lnTo>
                  <a:lnTo>
                    <a:pt x="2018213" y="246928"/>
                  </a:lnTo>
                  <a:lnTo>
                    <a:pt x="2027957" y="246943"/>
                  </a:lnTo>
                  <a:lnTo>
                    <a:pt x="2037701" y="256611"/>
                  </a:lnTo>
                  <a:lnTo>
                    <a:pt x="2047460" y="226838"/>
                  </a:lnTo>
                  <a:lnTo>
                    <a:pt x="2057204" y="249290"/>
                  </a:lnTo>
                  <a:lnTo>
                    <a:pt x="2066963" y="222631"/>
                  </a:lnTo>
                  <a:lnTo>
                    <a:pt x="2076707" y="217871"/>
                  </a:lnTo>
                  <a:lnTo>
                    <a:pt x="2086451" y="234211"/>
                  </a:lnTo>
                  <a:lnTo>
                    <a:pt x="2096210" y="225033"/>
                  </a:lnTo>
                  <a:lnTo>
                    <a:pt x="2105954" y="235081"/>
                  </a:lnTo>
                  <a:lnTo>
                    <a:pt x="2115697" y="217713"/>
                  </a:lnTo>
                  <a:lnTo>
                    <a:pt x="2125456" y="250955"/>
                  </a:lnTo>
                  <a:lnTo>
                    <a:pt x="2135200" y="226321"/>
                  </a:lnTo>
                  <a:lnTo>
                    <a:pt x="2144959" y="225051"/>
                  </a:lnTo>
                  <a:lnTo>
                    <a:pt x="2154703" y="213984"/>
                  </a:lnTo>
                  <a:lnTo>
                    <a:pt x="2164447" y="181181"/>
                  </a:lnTo>
                  <a:lnTo>
                    <a:pt x="2174206" y="194457"/>
                  </a:lnTo>
                  <a:lnTo>
                    <a:pt x="2183950" y="183162"/>
                  </a:lnTo>
                  <a:lnTo>
                    <a:pt x="2193709" y="174844"/>
                  </a:lnTo>
                  <a:lnTo>
                    <a:pt x="2203452" y="155803"/>
                  </a:lnTo>
                  <a:lnTo>
                    <a:pt x="2213196" y="149073"/>
                  </a:lnTo>
                  <a:lnTo>
                    <a:pt x="2222955" y="131475"/>
                  </a:lnTo>
                  <a:lnTo>
                    <a:pt x="2232699" y="142355"/>
                  </a:lnTo>
                  <a:lnTo>
                    <a:pt x="2242458" y="164769"/>
                  </a:lnTo>
                  <a:lnTo>
                    <a:pt x="2252202" y="184719"/>
                  </a:lnTo>
                  <a:lnTo>
                    <a:pt x="2261946" y="222993"/>
                  </a:lnTo>
                  <a:lnTo>
                    <a:pt x="2271705" y="238524"/>
                  </a:lnTo>
                  <a:lnTo>
                    <a:pt x="2281449" y="248838"/>
                  </a:lnTo>
                  <a:lnTo>
                    <a:pt x="2291208" y="234567"/>
                  </a:lnTo>
                  <a:lnTo>
                    <a:pt x="2300951" y="237639"/>
                  </a:lnTo>
                  <a:lnTo>
                    <a:pt x="2310695" y="255760"/>
                  </a:lnTo>
                  <a:lnTo>
                    <a:pt x="2320454" y="293020"/>
                  </a:lnTo>
                  <a:lnTo>
                    <a:pt x="2330198" y="288639"/>
                  </a:lnTo>
                  <a:lnTo>
                    <a:pt x="2339957" y="250738"/>
                  </a:lnTo>
                  <a:lnTo>
                    <a:pt x="2349701" y="257633"/>
                  </a:lnTo>
                  <a:lnTo>
                    <a:pt x="2359445" y="240748"/>
                  </a:lnTo>
                  <a:lnTo>
                    <a:pt x="2369204" y="260829"/>
                  </a:lnTo>
                  <a:lnTo>
                    <a:pt x="2378948" y="266412"/>
                  </a:lnTo>
                  <a:lnTo>
                    <a:pt x="2388692" y="268910"/>
                  </a:lnTo>
                  <a:lnTo>
                    <a:pt x="2398450" y="296902"/>
                  </a:lnTo>
                  <a:lnTo>
                    <a:pt x="2408194" y="300055"/>
                  </a:lnTo>
                  <a:lnTo>
                    <a:pt x="2417953" y="281856"/>
                  </a:lnTo>
                  <a:lnTo>
                    <a:pt x="2427697" y="321758"/>
                  </a:lnTo>
                  <a:lnTo>
                    <a:pt x="2437441" y="345169"/>
                  </a:lnTo>
                  <a:lnTo>
                    <a:pt x="2447200" y="325608"/>
                  </a:lnTo>
                  <a:lnTo>
                    <a:pt x="2456944" y="296855"/>
                  </a:lnTo>
                  <a:lnTo>
                    <a:pt x="2466703" y="318132"/>
                  </a:lnTo>
                  <a:lnTo>
                    <a:pt x="2476446" y="341284"/>
                  </a:lnTo>
                  <a:lnTo>
                    <a:pt x="2486190" y="334819"/>
                  </a:lnTo>
                  <a:lnTo>
                    <a:pt x="2495949" y="295116"/>
                  </a:lnTo>
                  <a:lnTo>
                    <a:pt x="2505693" y="342821"/>
                  </a:lnTo>
                  <a:lnTo>
                    <a:pt x="2515452" y="331961"/>
                  </a:lnTo>
                  <a:lnTo>
                    <a:pt x="2525196" y="365743"/>
                  </a:lnTo>
                  <a:lnTo>
                    <a:pt x="2534940" y="367030"/>
                  </a:lnTo>
                  <a:lnTo>
                    <a:pt x="2544699" y="370168"/>
                  </a:lnTo>
                  <a:lnTo>
                    <a:pt x="2554443" y="386180"/>
                  </a:lnTo>
                  <a:lnTo>
                    <a:pt x="2564202" y="365769"/>
                  </a:lnTo>
                  <a:lnTo>
                    <a:pt x="2573946" y="345545"/>
                  </a:lnTo>
                  <a:lnTo>
                    <a:pt x="2583690" y="306778"/>
                  </a:lnTo>
                  <a:lnTo>
                    <a:pt x="2593448" y="279411"/>
                  </a:lnTo>
                  <a:lnTo>
                    <a:pt x="2603192" y="238303"/>
                  </a:lnTo>
                  <a:lnTo>
                    <a:pt x="2612951" y="212004"/>
                  </a:lnTo>
                  <a:lnTo>
                    <a:pt x="2622695" y="219711"/>
                  </a:lnTo>
                  <a:lnTo>
                    <a:pt x="2632439" y="193606"/>
                  </a:lnTo>
                  <a:lnTo>
                    <a:pt x="2642198" y="161498"/>
                  </a:lnTo>
                  <a:lnTo>
                    <a:pt x="2651942" y="156109"/>
                  </a:lnTo>
                  <a:lnTo>
                    <a:pt x="2661685" y="136792"/>
                  </a:lnTo>
                  <a:lnTo>
                    <a:pt x="2671444" y="128507"/>
                  </a:lnTo>
                  <a:lnTo>
                    <a:pt x="2681188" y="99028"/>
                  </a:lnTo>
                  <a:lnTo>
                    <a:pt x="2690947" y="70721"/>
                  </a:lnTo>
                  <a:lnTo>
                    <a:pt x="2700691" y="26137"/>
                  </a:lnTo>
                  <a:lnTo>
                    <a:pt x="2710435" y="0"/>
                  </a:lnTo>
                  <a:lnTo>
                    <a:pt x="2720194" y="25507"/>
                  </a:lnTo>
                  <a:lnTo>
                    <a:pt x="2729938" y="29832"/>
                  </a:lnTo>
                  <a:lnTo>
                    <a:pt x="2739697" y="65983"/>
                  </a:lnTo>
                  <a:lnTo>
                    <a:pt x="2749441" y="67141"/>
                  </a:lnTo>
                  <a:lnTo>
                    <a:pt x="2759185" y="62662"/>
                  </a:lnTo>
                  <a:lnTo>
                    <a:pt x="2768943" y="50551"/>
                  </a:lnTo>
                  <a:lnTo>
                    <a:pt x="2778687" y="91694"/>
                  </a:lnTo>
                  <a:lnTo>
                    <a:pt x="2788446" y="76541"/>
                  </a:lnTo>
                  <a:lnTo>
                    <a:pt x="2798190" y="92628"/>
                  </a:lnTo>
                  <a:lnTo>
                    <a:pt x="2807934" y="139252"/>
                  </a:lnTo>
                  <a:lnTo>
                    <a:pt x="2817693" y="149726"/>
                  </a:lnTo>
                  <a:lnTo>
                    <a:pt x="2827437" y="149221"/>
                  </a:lnTo>
                  <a:lnTo>
                    <a:pt x="2837196" y="195309"/>
                  </a:lnTo>
                  <a:lnTo>
                    <a:pt x="2846940" y="205073"/>
                  </a:lnTo>
                  <a:lnTo>
                    <a:pt x="2856684" y="186160"/>
                  </a:lnTo>
                  <a:lnTo>
                    <a:pt x="2866442" y="202541"/>
                  </a:lnTo>
                  <a:lnTo>
                    <a:pt x="2876186" y="222507"/>
                  </a:lnTo>
                  <a:lnTo>
                    <a:pt x="2885945" y="226354"/>
                  </a:lnTo>
                  <a:lnTo>
                    <a:pt x="2895689" y="245543"/>
                  </a:lnTo>
                  <a:lnTo>
                    <a:pt x="2905433" y="279281"/>
                  </a:lnTo>
                  <a:lnTo>
                    <a:pt x="2915192" y="26593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9" name="Freeform 1178">
              <a:extLst>
                <a:ext uri="{FF2B5EF4-FFF2-40B4-BE49-F238E27FC236}">
                  <a16:creationId xmlns:a16="http://schemas.microsoft.com/office/drawing/2014/main" id="{0585CF67-52AD-537D-0E0D-1459CD2BAECD}"/>
                </a:ext>
              </a:extLst>
            </p:cNvPr>
            <p:cNvSpPr/>
            <p:nvPr/>
          </p:nvSpPr>
          <p:spPr>
            <a:xfrm>
              <a:off x="4426652" y="3254540"/>
              <a:ext cx="2915191" cy="572582"/>
            </a:xfrm>
            <a:custGeom>
              <a:avLst/>
              <a:gdLst>
                <a:gd name="connsiteX0" fmla="*/ 0 w 2915191"/>
                <a:gd name="connsiteY0" fmla="*/ 566616 h 572582"/>
                <a:gd name="connsiteX1" fmla="*/ 9750 w 2915191"/>
                <a:gd name="connsiteY1" fmla="*/ 572583 h 572582"/>
                <a:gd name="connsiteX2" fmla="*/ 19500 w 2915191"/>
                <a:gd name="connsiteY2" fmla="*/ 557672 h 572582"/>
                <a:gd name="connsiteX3" fmla="*/ 29250 w 2915191"/>
                <a:gd name="connsiteY3" fmla="*/ 561610 h 572582"/>
                <a:gd name="connsiteX4" fmla="*/ 39000 w 2915191"/>
                <a:gd name="connsiteY4" fmla="*/ 557916 h 572582"/>
                <a:gd name="connsiteX5" fmla="*/ 48749 w 2915191"/>
                <a:gd name="connsiteY5" fmla="*/ 521345 h 572582"/>
                <a:gd name="connsiteX6" fmla="*/ 58499 w 2915191"/>
                <a:gd name="connsiteY6" fmla="*/ 531000 h 572582"/>
                <a:gd name="connsiteX7" fmla="*/ 68249 w 2915191"/>
                <a:gd name="connsiteY7" fmla="*/ 540703 h 572582"/>
                <a:gd name="connsiteX8" fmla="*/ 77998 w 2915191"/>
                <a:gd name="connsiteY8" fmla="*/ 529543 h 572582"/>
                <a:gd name="connsiteX9" fmla="*/ 87748 w 2915191"/>
                <a:gd name="connsiteY9" fmla="*/ 537387 h 572582"/>
                <a:gd name="connsiteX10" fmla="*/ 97497 w 2915191"/>
                <a:gd name="connsiteY10" fmla="*/ 504882 h 572582"/>
                <a:gd name="connsiteX11" fmla="*/ 107247 w 2915191"/>
                <a:gd name="connsiteY11" fmla="*/ 530904 h 572582"/>
                <a:gd name="connsiteX12" fmla="*/ 116997 w 2915191"/>
                <a:gd name="connsiteY12" fmla="*/ 537321 h 572582"/>
                <a:gd name="connsiteX13" fmla="*/ 126747 w 2915191"/>
                <a:gd name="connsiteY13" fmla="*/ 552912 h 572582"/>
                <a:gd name="connsiteX14" fmla="*/ 136497 w 2915191"/>
                <a:gd name="connsiteY14" fmla="*/ 554507 h 572582"/>
                <a:gd name="connsiteX15" fmla="*/ 146247 w 2915191"/>
                <a:gd name="connsiteY15" fmla="*/ 516239 h 572582"/>
                <a:gd name="connsiteX16" fmla="*/ 155997 w 2915191"/>
                <a:gd name="connsiteY16" fmla="*/ 521222 h 572582"/>
                <a:gd name="connsiteX17" fmla="*/ 165747 w 2915191"/>
                <a:gd name="connsiteY17" fmla="*/ 481091 h 572582"/>
                <a:gd name="connsiteX18" fmla="*/ 175497 w 2915191"/>
                <a:gd name="connsiteY18" fmla="*/ 489521 h 572582"/>
                <a:gd name="connsiteX19" fmla="*/ 185247 w 2915191"/>
                <a:gd name="connsiteY19" fmla="*/ 478746 h 572582"/>
                <a:gd name="connsiteX20" fmla="*/ 194996 w 2915191"/>
                <a:gd name="connsiteY20" fmla="*/ 463162 h 572582"/>
                <a:gd name="connsiteX21" fmla="*/ 204746 w 2915191"/>
                <a:gd name="connsiteY21" fmla="*/ 452157 h 572582"/>
                <a:gd name="connsiteX22" fmla="*/ 214495 w 2915191"/>
                <a:gd name="connsiteY22" fmla="*/ 400905 h 572582"/>
                <a:gd name="connsiteX23" fmla="*/ 224245 w 2915191"/>
                <a:gd name="connsiteY23" fmla="*/ 417197 h 572582"/>
                <a:gd name="connsiteX24" fmla="*/ 233995 w 2915191"/>
                <a:gd name="connsiteY24" fmla="*/ 415854 h 572582"/>
                <a:gd name="connsiteX25" fmla="*/ 243744 w 2915191"/>
                <a:gd name="connsiteY25" fmla="*/ 419347 h 572582"/>
                <a:gd name="connsiteX26" fmla="*/ 253494 w 2915191"/>
                <a:gd name="connsiteY26" fmla="*/ 438243 h 572582"/>
                <a:gd name="connsiteX27" fmla="*/ 263244 w 2915191"/>
                <a:gd name="connsiteY27" fmla="*/ 422522 h 572582"/>
                <a:gd name="connsiteX28" fmla="*/ 272994 w 2915191"/>
                <a:gd name="connsiteY28" fmla="*/ 452187 h 572582"/>
                <a:gd name="connsiteX29" fmla="*/ 282744 w 2915191"/>
                <a:gd name="connsiteY29" fmla="*/ 477773 h 572582"/>
                <a:gd name="connsiteX30" fmla="*/ 292494 w 2915191"/>
                <a:gd name="connsiteY30" fmla="*/ 454233 h 572582"/>
                <a:gd name="connsiteX31" fmla="*/ 302244 w 2915191"/>
                <a:gd name="connsiteY31" fmla="*/ 395136 h 572582"/>
                <a:gd name="connsiteX32" fmla="*/ 311994 w 2915191"/>
                <a:gd name="connsiteY32" fmla="*/ 432531 h 572582"/>
                <a:gd name="connsiteX33" fmla="*/ 321744 w 2915191"/>
                <a:gd name="connsiteY33" fmla="*/ 419774 h 572582"/>
                <a:gd name="connsiteX34" fmla="*/ 331493 w 2915191"/>
                <a:gd name="connsiteY34" fmla="*/ 408018 h 572582"/>
                <a:gd name="connsiteX35" fmla="*/ 341243 w 2915191"/>
                <a:gd name="connsiteY35" fmla="*/ 426239 h 572582"/>
                <a:gd name="connsiteX36" fmla="*/ 350993 w 2915191"/>
                <a:gd name="connsiteY36" fmla="*/ 459431 h 572582"/>
                <a:gd name="connsiteX37" fmla="*/ 360742 w 2915191"/>
                <a:gd name="connsiteY37" fmla="*/ 487474 h 572582"/>
                <a:gd name="connsiteX38" fmla="*/ 370492 w 2915191"/>
                <a:gd name="connsiteY38" fmla="*/ 499473 h 572582"/>
                <a:gd name="connsiteX39" fmla="*/ 380241 w 2915191"/>
                <a:gd name="connsiteY39" fmla="*/ 490303 h 572582"/>
                <a:gd name="connsiteX40" fmla="*/ 389991 w 2915191"/>
                <a:gd name="connsiteY40" fmla="*/ 517752 h 572582"/>
                <a:gd name="connsiteX41" fmla="*/ 399741 w 2915191"/>
                <a:gd name="connsiteY41" fmla="*/ 510719 h 572582"/>
                <a:gd name="connsiteX42" fmla="*/ 409491 w 2915191"/>
                <a:gd name="connsiteY42" fmla="*/ 480254 h 572582"/>
                <a:gd name="connsiteX43" fmla="*/ 419241 w 2915191"/>
                <a:gd name="connsiteY43" fmla="*/ 487313 h 572582"/>
                <a:gd name="connsiteX44" fmla="*/ 428991 w 2915191"/>
                <a:gd name="connsiteY44" fmla="*/ 487767 h 572582"/>
                <a:gd name="connsiteX45" fmla="*/ 438741 w 2915191"/>
                <a:gd name="connsiteY45" fmla="*/ 486730 h 572582"/>
                <a:gd name="connsiteX46" fmla="*/ 448491 w 2915191"/>
                <a:gd name="connsiteY46" fmla="*/ 476823 h 572582"/>
                <a:gd name="connsiteX47" fmla="*/ 458241 w 2915191"/>
                <a:gd name="connsiteY47" fmla="*/ 495135 h 572582"/>
                <a:gd name="connsiteX48" fmla="*/ 467991 w 2915191"/>
                <a:gd name="connsiteY48" fmla="*/ 478369 h 572582"/>
                <a:gd name="connsiteX49" fmla="*/ 477740 w 2915191"/>
                <a:gd name="connsiteY49" fmla="*/ 463466 h 572582"/>
                <a:gd name="connsiteX50" fmla="*/ 487490 w 2915191"/>
                <a:gd name="connsiteY50" fmla="*/ 424679 h 572582"/>
                <a:gd name="connsiteX51" fmla="*/ 497239 w 2915191"/>
                <a:gd name="connsiteY51" fmla="*/ 394127 h 572582"/>
                <a:gd name="connsiteX52" fmla="*/ 506989 w 2915191"/>
                <a:gd name="connsiteY52" fmla="*/ 396513 h 572582"/>
                <a:gd name="connsiteX53" fmla="*/ 516738 w 2915191"/>
                <a:gd name="connsiteY53" fmla="*/ 375852 h 572582"/>
                <a:gd name="connsiteX54" fmla="*/ 526488 w 2915191"/>
                <a:gd name="connsiteY54" fmla="*/ 362240 h 572582"/>
                <a:gd name="connsiteX55" fmla="*/ 536238 w 2915191"/>
                <a:gd name="connsiteY55" fmla="*/ 327246 h 572582"/>
                <a:gd name="connsiteX56" fmla="*/ 545988 w 2915191"/>
                <a:gd name="connsiteY56" fmla="*/ 326145 h 572582"/>
                <a:gd name="connsiteX57" fmla="*/ 555738 w 2915191"/>
                <a:gd name="connsiteY57" fmla="*/ 296803 h 572582"/>
                <a:gd name="connsiteX58" fmla="*/ 565488 w 2915191"/>
                <a:gd name="connsiteY58" fmla="*/ 279746 h 572582"/>
                <a:gd name="connsiteX59" fmla="*/ 575238 w 2915191"/>
                <a:gd name="connsiteY59" fmla="*/ 263585 h 572582"/>
                <a:gd name="connsiteX60" fmla="*/ 584988 w 2915191"/>
                <a:gd name="connsiteY60" fmla="*/ 281011 h 572582"/>
                <a:gd name="connsiteX61" fmla="*/ 594738 w 2915191"/>
                <a:gd name="connsiteY61" fmla="*/ 277885 h 572582"/>
                <a:gd name="connsiteX62" fmla="*/ 604488 w 2915191"/>
                <a:gd name="connsiteY62" fmla="*/ 263807 h 572582"/>
                <a:gd name="connsiteX63" fmla="*/ 614237 w 2915191"/>
                <a:gd name="connsiteY63" fmla="*/ 286595 h 572582"/>
                <a:gd name="connsiteX64" fmla="*/ 623987 w 2915191"/>
                <a:gd name="connsiteY64" fmla="*/ 303701 h 572582"/>
                <a:gd name="connsiteX65" fmla="*/ 633736 w 2915191"/>
                <a:gd name="connsiteY65" fmla="*/ 323368 h 572582"/>
                <a:gd name="connsiteX66" fmla="*/ 643486 w 2915191"/>
                <a:gd name="connsiteY66" fmla="*/ 291838 h 572582"/>
                <a:gd name="connsiteX67" fmla="*/ 653236 w 2915191"/>
                <a:gd name="connsiteY67" fmla="*/ 330111 h 572582"/>
                <a:gd name="connsiteX68" fmla="*/ 662985 w 2915191"/>
                <a:gd name="connsiteY68" fmla="*/ 317588 h 572582"/>
                <a:gd name="connsiteX69" fmla="*/ 672735 w 2915191"/>
                <a:gd name="connsiteY69" fmla="*/ 346811 h 572582"/>
                <a:gd name="connsiteX70" fmla="*/ 682485 w 2915191"/>
                <a:gd name="connsiteY70" fmla="*/ 341036 h 572582"/>
                <a:gd name="connsiteX71" fmla="*/ 692235 w 2915191"/>
                <a:gd name="connsiteY71" fmla="*/ 343170 h 572582"/>
                <a:gd name="connsiteX72" fmla="*/ 701985 w 2915191"/>
                <a:gd name="connsiteY72" fmla="*/ 321927 h 572582"/>
                <a:gd name="connsiteX73" fmla="*/ 711735 w 2915191"/>
                <a:gd name="connsiteY73" fmla="*/ 339460 h 572582"/>
                <a:gd name="connsiteX74" fmla="*/ 721485 w 2915191"/>
                <a:gd name="connsiteY74" fmla="*/ 336471 h 572582"/>
                <a:gd name="connsiteX75" fmla="*/ 731235 w 2915191"/>
                <a:gd name="connsiteY75" fmla="*/ 331523 h 572582"/>
                <a:gd name="connsiteX76" fmla="*/ 740985 w 2915191"/>
                <a:gd name="connsiteY76" fmla="*/ 308588 h 572582"/>
                <a:gd name="connsiteX77" fmla="*/ 750734 w 2915191"/>
                <a:gd name="connsiteY77" fmla="*/ 289892 h 572582"/>
                <a:gd name="connsiteX78" fmla="*/ 760484 w 2915191"/>
                <a:gd name="connsiteY78" fmla="*/ 272264 h 572582"/>
                <a:gd name="connsiteX79" fmla="*/ 770233 w 2915191"/>
                <a:gd name="connsiteY79" fmla="*/ 272777 h 572582"/>
                <a:gd name="connsiteX80" fmla="*/ 779983 w 2915191"/>
                <a:gd name="connsiteY80" fmla="*/ 258028 h 572582"/>
                <a:gd name="connsiteX81" fmla="*/ 789733 w 2915191"/>
                <a:gd name="connsiteY81" fmla="*/ 233150 h 572582"/>
                <a:gd name="connsiteX82" fmla="*/ 799482 w 2915191"/>
                <a:gd name="connsiteY82" fmla="*/ 215293 h 572582"/>
                <a:gd name="connsiteX83" fmla="*/ 809232 w 2915191"/>
                <a:gd name="connsiteY83" fmla="*/ 193453 h 572582"/>
                <a:gd name="connsiteX84" fmla="*/ 818982 w 2915191"/>
                <a:gd name="connsiteY84" fmla="*/ 186763 h 572582"/>
                <a:gd name="connsiteX85" fmla="*/ 828732 w 2915191"/>
                <a:gd name="connsiteY85" fmla="*/ 186184 h 572582"/>
                <a:gd name="connsiteX86" fmla="*/ 838482 w 2915191"/>
                <a:gd name="connsiteY86" fmla="*/ 180805 h 572582"/>
                <a:gd name="connsiteX87" fmla="*/ 848232 w 2915191"/>
                <a:gd name="connsiteY87" fmla="*/ 189053 h 572582"/>
                <a:gd name="connsiteX88" fmla="*/ 857982 w 2915191"/>
                <a:gd name="connsiteY88" fmla="*/ 206986 h 572582"/>
                <a:gd name="connsiteX89" fmla="*/ 867732 w 2915191"/>
                <a:gd name="connsiteY89" fmla="*/ 217244 h 572582"/>
                <a:gd name="connsiteX90" fmla="*/ 877482 w 2915191"/>
                <a:gd name="connsiteY90" fmla="*/ 251064 h 572582"/>
                <a:gd name="connsiteX91" fmla="*/ 887231 w 2915191"/>
                <a:gd name="connsiteY91" fmla="*/ 241410 h 572582"/>
                <a:gd name="connsiteX92" fmla="*/ 896981 w 2915191"/>
                <a:gd name="connsiteY92" fmla="*/ 210094 h 572582"/>
                <a:gd name="connsiteX93" fmla="*/ 906730 w 2915191"/>
                <a:gd name="connsiteY93" fmla="*/ 219283 h 572582"/>
                <a:gd name="connsiteX94" fmla="*/ 916480 w 2915191"/>
                <a:gd name="connsiteY94" fmla="*/ 219934 h 572582"/>
                <a:gd name="connsiteX95" fmla="*/ 926230 w 2915191"/>
                <a:gd name="connsiteY95" fmla="*/ 216931 h 572582"/>
                <a:gd name="connsiteX96" fmla="*/ 935979 w 2915191"/>
                <a:gd name="connsiteY96" fmla="*/ 202923 h 572582"/>
                <a:gd name="connsiteX97" fmla="*/ 945729 w 2915191"/>
                <a:gd name="connsiteY97" fmla="*/ 237901 h 572582"/>
                <a:gd name="connsiteX98" fmla="*/ 955479 w 2915191"/>
                <a:gd name="connsiteY98" fmla="*/ 212311 h 572582"/>
                <a:gd name="connsiteX99" fmla="*/ 965229 w 2915191"/>
                <a:gd name="connsiteY99" fmla="*/ 239874 h 572582"/>
                <a:gd name="connsiteX100" fmla="*/ 974979 w 2915191"/>
                <a:gd name="connsiteY100" fmla="*/ 230802 h 572582"/>
                <a:gd name="connsiteX101" fmla="*/ 984729 w 2915191"/>
                <a:gd name="connsiteY101" fmla="*/ 242108 h 572582"/>
                <a:gd name="connsiteX102" fmla="*/ 994474 w 2915191"/>
                <a:gd name="connsiteY102" fmla="*/ 243247 h 572582"/>
                <a:gd name="connsiteX103" fmla="*/ 1004233 w 2915191"/>
                <a:gd name="connsiteY103" fmla="*/ 273648 h 572582"/>
                <a:gd name="connsiteX104" fmla="*/ 1013977 w 2915191"/>
                <a:gd name="connsiteY104" fmla="*/ 265284 h 572582"/>
                <a:gd name="connsiteX105" fmla="*/ 1023721 w 2915191"/>
                <a:gd name="connsiteY105" fmla="*/ 288558 h 572582"/>
                <a:gd name="connsiteX106" fmla="*/ 1033480 w 2915191"/>
                <a:gd name="connsiteY106" fmla="*/ 272684 h 572582"/>
                <a:gd name="connsiteX107" fmla="*/ 1043224 w 2915191"/>
                <a:gd name="connsiteY107" fmla="*/ 283009 h 572582"/>
                <a:gd name="connsiteX108" fmla="*/ 1052983 w 2915191"/>
                <a:gd name="connsiteY108" fmla="*/ 292747 h 572582"/>
                <a:gd name="connsiteX109" fmla="*/ 1062727 w 2915191"/>
                <a:gd name="connsiteY109" fmla="*/ 284988 h 572582"/>
                <a:gd name="connsiteX110" fmla="*/ 1072471 w 2915191"/>
                <a:gd name="connsiteY110" fmla="*/ 276123 h 572582"/>
                <a:gd name="connsiteX111" fmla="*/ 1082230 w 2915191"/>
                <a:gd name="connsiteY111" fmla="*/ 283154 h 572582"/>
                <a:gd name="connsiteX112" fmla="*/ 1091973 w 2915191"/>
                <a:gd name="connsiteY112" fmla="*/ 271038 h 572582"/>
                <a:gd name="connsiteX113" fmla="*/ 1101732 w 2915191"/>
                <a:gd name="connsiteY113" fmla="*/ 265615 h 572582"/>
                <a:gd name="connsiteX114" fmla="*/ 1111476 w 2915191"/>
                <a:gd name="connsiteY114" fmla="*/ 286528 h 572582"/>
                <a:gd name="connsiteX115" fmla="*/ 1121220 w 2915191"/>
                <a:gd name="connsiteY115" fmla="*/ 288379 h 572582"/>
                <a:gd name="connsiteX116" fmla="*/ 1130979 w 2915191"/>
                <a:gd name="connsiteY116" fmla="*/ 291934 h 572582"/>
                <a:gd name="connsiteX117" fmla="*/ 1140723 w 2915191"/>
                <a:gd name="connsiteY117" fmla="*/ 285578 h 572582"/>
                <a:gd name="connsiteX118" fmla="*/ 1150482 w 2915191"/>
                <a:gd name="connsiteY118" fmla="*/ 293437 h 572582"/>
                <a:gd name="connsiteX119" fmla="*/ 1160226 w 2915191"/>
                <a:gd name="connsiteY119" fmla="*/ 270720 h 572582"/>
                <a:gd name="connsiteX120" fmla="*/ 1169969 w 2915191"/>
                <a:gd name="connsiteY120" fmla="*/ 268262 h 572582"/>
                <a:gd name="connsiteX121" fmla="*/ 1179728 w 2915191"/>
                <a:gd name="connsiteY121" fmla="*/ 222521 h 572582"/>
                <a:gd name="connsiteX122" fmla="*/ 1189472 w 2915191"/>
                <a:gd name="connsiteY122" fmla="*/ 204065 h 572582"/>
                <a:gd name="connsiteX123" fmla="*/ 1199231 w 2915191"/>
                <a:gd name="connsiteY123" fmla="*/ 216876 h 572582"/>
                <a:gd name="connsiteX124" fmla="*/ 1208975 w 2915191"/>
                <a:gd name="connsiteY124" fmla="*/ 210532 h 572582"/>
                <a:gd name="connsiteX125" fmla="*/ 1218719 w 2915191"/>
                <a:gd name="connsiteY125" fmla="*/ 231849 h 572582"/>
                <a:gd name="connsiteX126" fmla="*/ 1228478 w 2915191"/>
                <a:gd name="connsiteY126" fmla="*/ 214724 h 572582"/>
                <a:gd name="connsiteX127" fmla="*/ 1238222 w 2915191"/>
                <a:gd name="connsiteY127" fmla="*/ 219274 h 572582"/>
                <a:gd name="connsiteX128" fmla="*/ 1247966 w 2915191"/>
                <a:gd name="connsiteY128" fmla="*/ 214571 h 572582"/>
                <a:gd name="connsiteX129" fmla="*/ 1257725 w 2915191"/>
                <a:gd name="connsiteY129" fmla="*/ 190607 h 572582"/>
                <a:gd name="connsiteX130" fmla="*/ 1267469 w 2915191"/>
                <a:gd name="connsiteY130" fmla="*/ 196953 h 572582"/>
                <a:gd name="connsiteX131" fmla="*/ 1277227 w 2915191"/>
                <a:gd name="connsiteY131" fmla="*/ 180124 h 572582"/>
                <a:gd name="connsiteX132" fmla="*/ 1286971 w 2915191"/>
                <a:gd name="connsiteY132" fmla="*/ 153127 h 572582"/>
                <a:gd name="connsiteX133" fmla="*/ 1296715 w 2915191"/>
                <a:gd name="connsiteY133" fmla="*/ 149796 h 572582"/>
                <a:gd name="connsiteX134" fmla="*/ 1306474 w 2915191"/>
                <a:gd name="connsiteY134" fmla="*/ 152308 h 572582"/>
                <a:gd name="connsiteX135" fmla="*/ 1316218 w 2915191"/>
                <a:gd name="connsiteY135" fmla="*/ 133030 h 572582"/>
                <a:gd name="connsiteX136" fmla="*/ 1325977 w 2915191"/>
                <a:gd name="connsiteY136" fmla="*/ 109409 h 572582"/>
                <a:gd name="connsiteX137" fmla="*/ 1335721 w 2915191"/>
                <a:gd name="connsiteY137" fmla="*/ 122765 h 572582"/>
                <a:gd name="connsiteX138" fmla="*/ 1345465 w 2915191"/>
                <a:gd name="connsiteY138" fmla="*/ 80696 h 572582"/>
                <a:gd name="connsiteX139" fmla="*/ 1355224 w 2915191"/>
                <a:gd name="connsiteY139" fmla="*/ 71453 h 572582"/>
                <a:gd name="connsiteX140" fmla="*/ 1364967 w 2915191"/>
                <a:gd name="connsiteY140" fmla="*/ 75886 h 572582"/>
                <a:gd name="connsiteX141" fmla="*/ 1374726 w 2915191"/>
                <a:gd name="connsiteY141" fmla="*/ 61914 h 572582"/>
                <a:gd name="connsiteX142" fmla="*/ 1384470 w 2915191"/>
                <a:gd name="connsiteY142" fmla="*/ 39466 h 572582"/>
                <a:gd name="connsiteX143" fmla="*/ 1394214 w 2915191"/>
                <a:gd name="connsiteY143" fmla="*/ 65019 h 572582"/>
                <a:gd name="connsiteX144" fmla="*/ 1403973 w 2915191"/>
                <a:gd name="connsiteY144" fmla="*/ 82996 h 572582"/>
                <a:gd name="connsiteX145" fmla="*/ 1413717 w 2915191"/>
                <a:gd name="connsiteY145" fmla="*/ 112243 h 572582"/>
                <a:gd name="connsiteX146" fmla="*/ 1423476 w 2915191"/>
                <a:gd name="connsiteY146" fmla="*/ 115500 h 572582"/>
                <a:gd name="connsiteX147" fmla="*/ 1433220 w 2915191"/>
                <a:gd name="connsiteY147" fmla="*/ 137515 h 572582"/>
                <a:gd name="connsiteX148" fmla="*/ 1442964 w 2915191"/>
                <a:gd name="connsiteY148" fmla="*/ 111640 h 572582"/>
                <a:gd name="connsiteX149" fmla="*/ 1452722 w 2915191"/>
                <a:gd name="connsiteY149" fmla="*/ 128368 h 572582"/>
                <a:gd name="connsiteX150" fmla="*/ 1462466 w 2915191"/>
                <a:gd name="connsiteY150" fmla="*/ 147084 h 572582"/>
                <a:gd name="connsiteX151" fmla="*/ 1472225 w 2915191"/>
                <a:gd name="connsiteY151" fmla="*/ 138465 h 572582"/>
                <a:gd name="connsiteX152" fmla="*/ 1481969 w 2915191"/>
                <a:gd name="connsiteY152" fmla="*/ 152025 h 572582"/>
                <a:gd name="connsiteX153" fmla="*/ 1491713 w 2915191"/>
                <a:gd name="connsiteY153" fmla="*/ 183427 h 572582"/>
                <a:gd name="connsiteX154" fmla="*/ 1501472 w 2915191"/>
                <a:gd name="connsiteY154" fmla="*/ 197495 h 572582"/>
                <a:gd name="connsiteX155" fmla="*/ 1511216 w 2915191"/>
                <a:gd name="connsiteY155" fmla="*/ 200366 h 572582"/>
                <a:gd name="connsiteX156" fmla="*/ 1520960 w 2915191"/>
                <a:gd name="connsiteY156" fmla="*/ 142174 h 572582"/>
                <a:gd name="connsiteX157" fmla="*/ 1530719 w 2915191"/>
                <a:gd name="connsiteY157" fmla="*/ 132319 h 572582"/>
                <a:gd name="connsiteX158" fmla="*/ 1540463 w 2915191"/>
                <a:gd name="connsiteY158" fmla="*/ 152442 h 572582"/>
                <a:gd name="connsiteX159" fmla="*/ 1550221 w 2915191"/>
                <a:gd name="connsiteY159" fmla="*/ 164696 h 572582"/>
                <a:gd name="connsiteX160" fmla="*/ 1559965 w 2915191"/>
                <a:gd name="connsiteY160" fmla="*/ 142941 h 572582"/>
                <a:gd name="connsiteX161" fmla="*/ 1569709 w 2915191"/>
                <a:gd name="connsiteY161" fmla="*/ 154894 h 572582"/>
                <a:gd name="connsiteX162" fmla="*/ 1579468 w 2915191"/>
                <a:gd name="connsiteY162" fmla="*/ 166942 h 572582"/>
                <a:gd name="connsiteX163" fmla="*/ 1589212 w 2915191"/>
                <a:gd name="connsiteY163" fmla="*/ 152250 h 572582"/>
                <a:gd name="connsiteX164" fmla="*/ 1598971 w 2915191"/>
                <a:gd name="connsiteY164" fmla="*/ 162451 h 572582"/>
                <a:gd name="connsiteX165" fmla="*/ 1608715 w 2915191"/>
                <a:gd name="connsiteY165" fmla="*/ 167177 h 572582"/>
                <a:gd name="connsiteX166" fmla="*/ 1618459 w 2915191"/>
                <a:gd name="connsiteY166" fmla="*/ 136776 h 572582"/>
                <a:gd name="connsiteX167" fmla="*/ 1628218 w 2915191"/>
                <a:gd name="connsiteY167" fmla="*/ 118976 h 572582"/>
                <a:gd name="connsiteX168" fmla="*/ 1637962 w 2915191"/>
                <a:gd name="connsiteY168" fmla="*/ 126698 h 572582"/>
                <a:gd name="connsiteX169" fmla="*/ 1647720 w 2915191"/>
                <a:gd name="connsiteY169" fmla="*/ 128230 h 572582"/>
                <a:gd name="connsiteX170" fmla="*/ 1657464 w 2915191"/>
                <a:gd name="connsiteY170" fmla="*/ 149230 h 572582"/>
                <a:gd name="connsiteX171" fmla="*/ 1667208 w 2915191"/>
                <a:gd name="connsiteY171" fmla="*/ 145180 h 572582"/>
                <a:gd name="connsiteX172" fmla="*/ 1676967 w 2915191"/>
                <a:gd name="connsiteY172" fmla="*/ 157537 h 572582"/>
                <a:gd name="connsiteX173" fmla="*/ 1686711 w 2915191"/>
                <a:gd name="connsiteY173" fmla="*/ 182106 h 572582"/>
                <a:gd name="connsiteX174" fmla="*/ 1696470 w 2915191"/>
                <a:gd name="connsiteY174" fmla="*/ 137287 h 572582"/>
                <a:gd name="connsiteX175" fmla="*/ 1706214 w 2915191"/>
                <a:gd name="connsiteY175" fmla="*/ 134854 h 572582"/>
                <a:gd name="connsiteX176" fmla="*/ 1715958 w 2915191"/>
                <a:gd name="connsiteY176" fmla="*/ 128654 h 572582"/>
                <a:gd name="connsiteX177" fmla="*/ 1725716 w 2915191"/>
                <a:gd name="connsiteY177" fmla="*/ 136192 h 572582"/>
                <a:gd name="connsiteX178" fmla="*/ 1735460 w 2915191"/>
                <a:gd name="connsiteY178" fmla="*/ 117133 h 572582"/>
                <a:gd name="connsiteX179" fmla="*/ 1745219 w 2915191"/>
                <a:gd name="connsiteY179" fmla="*/ 118997 h 572582"/>
                <a:gd name="connsiteX180" fmla="*/ 1754963 w 2915191"/>
                <a:gd name="connsiteY180" fmla="*/ 111775 h 572582"/>
                <a:gd name="connsiteX181" fmla="*/ 1764707 w 2915191"/>
                <a:gd name="connsiteY181" fmla="*/ 133970 h 572582"/>
                <a:gd name="connsiteX182" fmla="*/ 1774466 w 2915191"/>
                <a:gd name="connsiteY182" fmla="*/ 151435 h 572582"/>
                <a:gd name="connsiteX183" fmla="*/ 1784210 w 2915191"/>
                <a:gd name="connsiteY183" fmla="*/ 161725 h 572582"/>
                <a:gd name="connsiteX184" fmla="*/ 1793969 w 2915191"/>
                <a:gd name="connsiteY184" fmla="*/ 156320 h 572582"/>
                <a:gd name="connsiteX185" fmla="*/ 1803713 w 2915191"/>
                <a:gd name="connsiteY185" fmla="*/ 197632 h 572582"/>
                <a:gd name="connsiteX186" fmla="*/ 1813457 w 2915191"/>
                <a:gd name="connsiteY186" fmla="*/ 180230 h 572582"/>
                <a:gd name="connsiteX187" fmla="*/ 1823215 w 2915191"/>
                <a:gd name="connsiteY187" fmla="*/ 183222 h 572582"/>
                <a:gd name="connsiteX188" fmla="*/ 1832959 w 2915191"/>
                <a:gd name="connsiteY188" fmla="*/ 190530 h 572582"/>
                <a:gd name="connsiteX189" fmla="*/ 1842703 w 2915191"/>
                <a:gd name="connsiteY189" fmla="*/ 199847 h 572582"/>
                <a:gd name="connsiteX190" fmla="*/ 1852462 w 2915191"/>
                <a:gd name="connsiteY190" fmla="*/ 189315 h 572582"/>
                <a:gd name="connsiteX191" fmla="*/ 1862206 w 2915191"/>
                <a:gd name="connsiteY191" fmla="*/ 186279 h 572582"/>
                <a:gd name="connsiteX192" fmla="*/ 1871965 w 2915191"/>
                <a:gd name="connsiteY192" fmla="*/ 210828 h 572582"/>
                <a:gd name="connsiteX193" fmla="*/ 1881709 w 2915191"/>
                <a:gd name="connsiteY193" fmla="*/ 210079 h 572582"/>
                <a:gd name="connsiteX194" fmla="*/ 1891453 w 2915191"/>
                <a:gd name="connsiteY194" fmla="*/ 170596 h 572582"/>
                <a:gd name="connsiteX195" fmla="*/ 1901212 w 2915191"/>
                <a:gd name="connsiteY195" fmla="*/ 234790 h 572582"/>
                <a:gd name="connsiteX196" fmla="*/ 1910956 w 2915191"/>
                <a:gd name="connsiteY196" fmla="*/ 253959 h 572582"/>
                <a:gd name="connsiteX197" fmla="*/ 1920714 w 2915191"/>
                <a:gd name="connsiteY197" fmla="*/ 233862 h 572582"/>
                <a:gd name="connsiteX198" fmla="*/ 1930458 w 2915191"/>
                <a:gd name="connsiteY198" fmla="*/ 220922 h 572582"/>
                <a:gd name="connsiteX199" fmla="*/ 1940202 w 2915191"/>
                <a:gd name="connsiteY199" fmla="*/ 211925 h 572582"/>
                <a:gd name="connsiteX200" fmla="*/ 1949961 w 2915191"/>
                <a:gd name="connsiteY200" fmla="*/ 242639 h 572582"/>
                <a:gd name="connsiteX201" fmla="*/ 1959705 w 2915191"/>
                <a:gd name="connsiteY201" fmla="*/ 284268 h 572582"/>
                <a:gd name="connsiteX202" fmla="*/ 1969464 w 2915191"/>
                <a:gd name="connsiteY202" fmla="*/ 266899 h 572582"/>
                <a:gd name="connsiteX203" fmla="*/ 1979208 w 2915191"/>
                <a:gd name="connsiteY203" fmla="*/ 235580 h 572582"/>
                <a:gd name="connsiteX204" fmla="*/ 1988952 w 2915191"/>
                <a:gd name="connsiteY204" fmla="*/ 228345 h 572582"/>
                <a:gd name="connsiteX205" fmla="*/ 1998711 w 2915191"/>
                <a:gd name="connsiteY205" fmla="*/ 200397 h 572582"/>
                <a:gd name="connsiteX206" fmla="*/ 2008454 w 2915191"/>
                <a:gd name="connsiteY206" fmla="*/ 166289 h 572582"/>
                <a:gd name="connsiteX207" fmla="*/ 2018213 w 2915191"/>
                <a:gd name="connsiteY207" fmla="*/ 153640 h 572582"/>
                <a:gd name="connsiteX208" fmla="*/ 2027957 w 2915191"/>
                <a:gd name="connsiteY208" fmla="*/ 116053 h 572582"/>
                <a:gd name="connsiteX209" fmla="*/ 2037701 w 2915191"/>
                <a:gd name="connsiteY209" fmla="*/ 132525 h 572582"/>
                <a:gd name="connsiteX210" fmla="*/ 2047460 w 2915191"/>
                <a:gd name="connsiteY210" fmla="*/ 70508 h 572582"/>
                <a:gd name="connsiteX211" fmla="*/ 2057204 w 2915191"/>
                <a:gd name="connsiteY211" fmla="*/ 80547 h 572582"/>
                <a:gd name="connsiteX212" fmla="*/ 2066963 w 2915191"/>
                <a:gd name="connsiteY212" fmla="*/ 53331 h 572582"/>
                <a:gd name="connsiteX213" fmla="*/ 2076707 w 2915191"/>
                <a:gd name="connsiteY213" fmla="*/ 45673 h 572582"/>
                <a:gd name="connsiteX214" fmla="*/ 2086451 w 2915191"/>
                <a:gd name="connsiteY214" fmla="*/ 31038 h 572582"/>
                <a:gd name="connsiteX215" fmla="*/ 2096210 w 2915191"/>
                <a:gd name="connsiteY215" fmla="*/ 55375 h 572582"/>
                <a:gd name="connsiteX216" fmla="*/ 2105954 w 2915191"/>
                <a:gd name="connsiteY216" fmla="*/ 86645 h 572582"/>
                <a:gd name="connsiteX217" fmla="*/ 2115697 w 2915191"/>
                <a:gd name="connsiteY217" fmla="*/ 133945 h 572582"/>
                <a:gd name="connsiteX218" fmla="*/ 2125456 w 2915191"/>
                <a:gd name="connsiteY218" fmla="*/ 124901 h 572582"/>
                <a:gd name="connsiteX219" fmla="*/ 2135200 w 2915191"/>
                <a:gd name="connsiteY219" fmla="*/ 112005 h 572582"/>
                <a:gd name="connsiteX220" fmla="*/ 2144959 w 2915191"/>
                <a:gd name="connsiteY220" fmla="*/ 111896 h 572582"/>
                <a:gd name="connsiteX221" fmla="*/ 2154703 w 2915191"/>
                <a:gd name="connsiteY221" fmla="*/ 147345 h 572582"/>
                <a:gd name="connsiteX222" fmla="*/ 2164447 w 2915191"/>
                <a:gd name="connsiteY222" fmla="*/ 143370 h 572582"/>
                <a:gd name="connsiteX223" fmla="*/ 2174206 w 2915191"/>
                <a:gd name="connsiteY223" fmla="*/ 106266 h 572582"/>
                <a:gd name="connsiteX224" fmla="*/ 2183950 w 2915191"/>
                <a:gd name="connsiteY224" fmla="*/ 101773 h 572582"/>
                <a:gd name="connsiteX225" fmla="*/ 2193709 w 2915191"/>
                <a:gd name="connsiteY225" fmla="*/ 111353 h 572582"/>
                <a:gd name="connsiteX226" fmla="*/ 2203452 w 2915191"/>
                <a:gd name="connsiteY226" fmla="*/ 70867 h 572582"/>
                <a:gd name="connsiteX227" fmla="*/ 2213196 w 2915191"/>
                <a:gd name="connsiteY227" fmla="*/ 98849 h 572582"/>
                <a:gd name="connsiteX228" fmla="*/ 2222955 w 2915191"/>
                <a:gd name="connsiteY228" fmla="*/ 134542 h 572582"/>
                <a:gd name="connsiteX229" fmla="*/ 2232699 w 2915191"/>
                <a:gd name="connsiteY229" fmla="*/ 139177 h 572582"/>
                <a:gd name="connsiteX230" fmla="*/ 2242458 w 2915191"/>
                <a:gd name="connsiteY230" fmla="*/ 116725 h 572582"/>
                <a:gd name="connsiteX231" fmla="*/ 2252202 w 2915191"/>
                <a:gd name="connsiteY231" fmla="*/ 132380 h 572582"/>
                <a:gd name="connsiteX232" fmla="*/ 2261946 w 2915191"/>
                <a:gd name="connsiteY232" fmla="*/ 140991 h 572582"/>
                <a:gd name="connsiteX233" fmla="*/ 2271705 w 2915191"/>
                <a:gd name="connsiteY233" fmla="*/ 138358 h 572582"/>
                <a:gd name="connsiteX234" fmla="*/ 2281449 w 2915191"/>
                <a:gd name="connsiteY234" fmla="*/ 117981 h 572582"/>
                <a:gd name="connsiteX235" fmla="*/ 2291208 w 2915191"/>
                <a:gd name="connsiteY235" fmla="*/ 138064 h 572582"/>
                <a:gd name="connsiteX236" fmla="*/ 2300951 w 2915191"/>
                <a:gd name="connsiteY236" fmla="*/ 125317 h 572582"/>
                <a:gd name="connsiteX237" fmla="*/ 2310695 w 2915191"/>
                <a:gd name="connsiteY237" fmla="*/ 135083 h 572582"/>
                <a:gd name="connsiteX238" fmla="*/ 2320454 w 2915191"/>
                <a:gd name="connsiteY238" fmla="*/ 172660 h 572582"/>
                <a:gd name="connsiteX239" fmla="*/ 2330198 w 2915191"/>
                <a:gd name="connsiteY239" fmla="*/ 162745 h 572582"/>
                <a:gd name="connsiteX240" fmla="*/ 2339957 w 2915191"/>
                <a:gd name="connsiteY240" fmla="*/ 147890 h 572582"/>
                <a:gd name="connsiteX241" fmla="*/ 2349701 w 2915191"/>
                <a:gd name="connsiteY241" fmla="*/ 139897 h 572582"/>
                <a:gd name="connsiteX242" fmla="*/ 2359445 w 2915191"/>
                <a:gd name="connsiteY242" fmla="*/ 144884 h 572582"/>
                <a:gd name="connsiteX243" fmla="*/ 2369204 w 2915191"/>
                <a:gd name="connsiteY243" fmla="*/ 158479 h 572582"/>
                <a:gd name="connsiteX244" fmla="*/ 2378948 w 2915191"/>
                <a:gd name="connsiteY244" fmla="*/ 129643 h 572582"/>
                <a:gd name="connsiteX245" fmla="*/ 2388692 w 2915191"/>
                <a:gd name="connsiteY245" fmla="*/ 141804 h 572582"/>
                <a:gd name="connsiteX246" fmla="*/ 2398450 w 2915191"/>
                <a:gd name="connsiteY246" fmla="*/ 124018 h 572582"/>
                <a:gd name="connsiteX247" fmla="*/ 2408194 w 2915191"/>
                <a:gd name="connsiteY247" fmla="*/ 147111 h 572582"/>
                <a:gd name="connsiteX248" fmla="*/ 2417953 w 2915191"/>
                <a:gd name="connsiteY248" fmla="*/ 185659 h 572582"/>
                <a:gd name="connsiteX249" fmla="*/ 2427697 w 2915191"/>
                <a:gd name="connsiteY249" fmla="*/ 191211 h 572582"/>
                <a:gd name="connsiteX250" fmla="*/ 2437441 w 2915191"/>
                <a:gd name="connsiteY250" fmla="*/ 187458 h 572582"/>
                <a:gd name="connsiteX251" fmla="*/ 2447200 w 2915191"/>
                <a:gd name="connsiteY251" fmla="*/ 198758 h 572582"/>
                <a:gd name="connsiteX252" fmla="*/ 2456944 w 2915191"/>
                <a:gd name="connsiteY252" fmla="*/ 204043 h 572582"/>
                <a:gd name="connsiteX253" fmla="*/ 2466703 w 2915191"/>
                <a:gd name="connsiteY253" fmla="*/ 227129 h 572582"/>
                <a:gd name="connsiteX254" fmla="*/ 2476446 w 2915191"/>
                <a:gd name="connsiteY254" fmla="*/ 217552 h 572582"/>
                <a:gd name="connsiteX255" fmla="*/ 2486190 w 2915191"/>
                <a:gd name="connsiteY255" fmla="*/ 164838 h 572582"/>
                <a:gd name="connsiteX256" fmla="*/ 2495949 w 2915191"/>
                <a:gd name="connsiteY256" fmla="*/ 176751 h 572582"/>
                <a:gd name="connsiteX257" fmla="*/ 2505693 w 2915191"/>
                <a:gd name="connsiteY257" fmla="*/ 162013 h 572582"/>
                <a:gd name="connsiteX258" fmla="*/ 2515452 w 2915191"/>
                <a:gd name="connsiteY258" fmla="*/ 132699 h 572582"/>
                <a:gd name="connsiteX259" fmla="*/ 2525196 w 2915191"/>
                <a:gd name="connsiteY259" fmla="*/ 128484 h 572582"/>
                <a:gd name="connsiteX260" fmla="*/ 2534940 w 2915191"/>
                <a:gd name="connsiteY260" fmla="*/ 131847 h 572582"/>
                <a:gd name="connsiteX261" fmla="*/ 2544699 w 2915191"/>
                <a:gd name="connsiteY261" fmla="*/ 127021 h 572582"/>
                <a:gd name="connsiteX262" fmla="*/ 2554443 w 2915191"/>
                <a:gd name="connsiteY262" fmla="*/ 124810 h 572582"/>
                <a:gd name="connsiteX263" fmla="*/ 2564202 w 2915191"/>
                <a:gd name="connsiteY263" fmla="*/ 91145 h 572582"/>
                <a:gd name="connsiteX264" fmla="*/ 2573946 w 2915191"/>
                <a:gd name="connsiteY264" fmla="*/ 78699 h 572582"/>
                <a:gd name="connsiteX265" fmla="*/ 2583690 w 2915191"/>
                <a:gd name="connsiteY265" fmla="*/ 85811 h 572582"/>
                <a:gd name="connsiteX266" fmla="*/ 2593448 w 2915191"/>
                <a:gd name="connsiteY266" fmla="*/ 85070 h 572582"/>
                <a:gd name="connsiteX267" fmla="*/ 2603192 w 2915191"/>
                <a:gd name="connsiteY267" fmla="*/ 118213 h 572582"/>
                <a:gd name="connsiteX268" fmla="*/ 2612951 w 2915191"/>
                <a:gd name="connsiteY268" fmla="*/ 104367 h 572582"/>
                <a:gd name="connsiteX269" fmla="*/ 2622695 w 2915191"/>
                <a:gd name="connsiteY269" fmla="*/ 65162 h 572582"/>
                <a:gd name="connsiteX270" fmla="*/ 2632439 w 2915191"/>
                <a:gd name="connsiteY270" fmla="*/ 59928 h 572582"/>
                <a:gd name="connsiteX271" fmla="*/ 2642198 w 2915191"/>
                <a:gd name="connsiteY271" fmla="*/ 22256 h 572582"/>
                <a:gd name="connsiteX272" fmla="*/ 2651942 w 2915191"/>
                <a:gd name="connsiteY272" fmla="*/ 63142 h 572582"/>
                <a:gd name="connsiteX273" fmla="*/ 2661685 w 2915191"/>
                <a:gd name="connsiteY273" fmla="*/ 54197 h 572582"/>
                <a:gd name="connsiteX274" fmla="*/ 2671444 w 2915191"/>
                <a:gd name="connsiteY274" fmla="*/ 40549 h 572582"/>
                <a:gd name="connsiteX275" fmla="*/ 2681188 w 2915191"/>
                <a:gd name="connsiteY275" fmla="*/ 6404 h 572582"/>
                <a:gd name="connsiteX276" fmla="*/ 2690947 w 2915191"/>
                <a:gd name="connsiteY276" fmla="*/ 0 h 572582"/>
                <a:gd name="connsiteX277" fmla="*/ 2700691 w 2915191"/>
                <a:gd name="connsiteY277" fmla="*/ 27049 h 572582"/>
                <a:gd name="connsiteX278" fmla="*/ 2710435 w 2915191"/>
                <a:gd name="connsiteY278" fmla="*/ 54015 h 572582"/>
                <a:gd name="connsiteX279" fmla="*/ 2720194 w 2915191"/>
                <a:gd name="connsiteY279" fmla="*/ 56816 h 572582"/>
                <a:gd name="connsiteX280" fmla="*/ 2729938 w 2915191"/>
                <a:gd name="connsiteY280" fmla="*/ 66691 h 572582"/>
                <a:gd name="connsiteX281" fmla="*/ 2739697 w 2915191"/>
                <a:gd name="connsiteY281" fmla="*/ 60043 h 572582"/>
                <a:gd name="connsiteX282" fmla="*/ 2749441 w 2915191"/>
                <a:gd name="connsiteY282" fmla="*/ 95905 h 572582"/>
                <a:gd name="connsiteX283" fmla="*/ 2759185 w 2915191"/>
                <a:gd name="connsiteY283" fmla="*/ 67431 h 572582"/>
                <a:gd name="connsiteX284" fmla="*/ 2768943 w 2915191"/>
                <a:gd name="connsiteY284" fmla="*/ 73221 h 572582"/>
                <a:gd name="connsiteX285" fmla="*/ 2778687 w 2915191"/>
                <a:gd name="connsiteY285" fmla="*/ 104646 h 572582"/>
                <a:gd name="connsiteX286" fmla="*/ 2788446 w 2915191"/>
                <a:gd name="connsiteY286" fmla="*/ 70496 h 572582"/>
                <a:gd name="connsiteX287" fmla="*/ 2798190 w 2915191"/>
                <a:gd name="connsiteY287" fmla="*/ 107617 h 572582"/>
                <a:gd name="connsiteX288" fmla="*/ 2807934 w 2915191"/>
                <a:gd name="connsiteY288" fmla="*/ 100321 h 572582"/>
                <a:gd name="connsiteX289" fmla="*/ 2817693 w 2915191"/>
                <a:gd name="connsiteY289" fmla="*/ 89327 h 572582"/>
                <a:gd name="connsiteX290" fmla="*/ 2827437 w 2915191"/>
                <a:gd name="connsiteY290" fmla="*/ 88180 h 572582"/>
                <a:gd name="connsiteX291" fmla="*/ 2837196 w 2915191"/>
                <a:gd name="connsiteY291" fmla="*/ 127336 h 572582"/>
                <a:gd name="connsiteX292" fmla="*/ 2846940 w 2915191"/>
                <a:gd name="connsiteY292" fmla="*/ 143528 h 572582"/>
                <a:gd name="connsiteX293" fmla="*/ 2856684 w 2915191"/>
                <a:gd name="connsiteY293" fmla="*/ 104478 h 572582"/>
                <a:gd name="connsiteX294" fmla="*/ 2866442 w 2915191"/>
                <a:gd name="connsiteY294" fmla="*/ 111798 h 572582"/>
                <a:gd name="connsiteX295" fmla="*/ 2876186 w 2915191"/>
                <a:gd name="connsiteY295" fmla="*/ 93534 h 572582"/>
                <a:gd name="connsiteX296" fmla="*/ 2885945 w 2915191"/>
                <a:gd name="connsiteY296" fmla="*/ 89188 h 572582"/>
                <a:gd name="connsiteX297" fmla="*/ 2895689 w 2915191"/>
                <a:gd name="connsiteY297" fmla="*/ 86684 h 572582"/>
                <a:gd name="connsiteX298" fmla="*/ 2905433 w 2915191"/>
                <a:gd name="connsiteY298" fmla="*/ 91706 h 572582"/>
                <a:gd name="connsiteX299" fmla="*/ 2915192 w 2915191"/>
                <a:gd name="connsiteY299" fmla="*/ 107410 h 572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72582">
                  <a:moveTo>
                    <a:pt x="0" y="566616"/>
                  </a:moveTo>
                  <a:lnTo>
                    <a:pt x="9750" y="572583"/>
                  </a:lnTo>
                  <a:lnTo>
                    <a:pt x="19500" y="557672"/>
                  </a:lnTo>
                  <a:lnTo>
                    <a:pt x="29250" y="561610"/>
                  </a:lnTo>
                  <a:lnTo>
                    <a:pt x="39000" y="557916"/>
                  </a:lnTo>
                  <a:lnTo>
                    <a:pt x="48749" y="521345"/>
                  </a:lnTo>
                  <a:lnTo>
                    <a:pt x="58499" y="531000"/>
                  </a:lnTo>
                  <a:lnTo>
                    <a:pt x="68249" y="540703"/>
                  </a:lnTo>
                  <a:lnTo>
                    <a:pt x="77998" y="529543"/>
                  </a:lnTo>
                  <a:lnTo>
                    <a:pt x="87748" y="537387"/>
                  </a:lnTo>
                  <a:lnTo>
                    <a:pt x="97497" y="504882"/>
                  </a:lnTo>
                  <a:lnTo>
                    <a:pt x="107247" y="530904"/>
                  </a:lnTo>
                  <a:lnTo>
                    <a:pt x="116997" y="537321"/>
                  </a:lnTo>
                  <a:lnTo>
                    <a:pt x="126747" y="552912"/>
                  </a:lnTo>
                  <a:lnTo>
                    <a:pt x="136497" y="554507"/>
                  </a:lnTo>
                  <a:lnTo>
                    <a:pt x="146247" y="516239"/>
                  </a:lnTo>
                  <a:lnTo>
                    <a:pt x="155997" y="521222"/>
                  </a:lnTo>
                  <a:lnTo>
                    <a:pt x="165747" y="481091"/>
                  </a:lnTo>
                  <a:lnTo>
                    <a:pt x="175497" y="489521"/>
                  </a:lnTo>
                  <a:lnTo>
                    <a:pt x="185247" y="478746"/>
                  </a:lnTo>
                  <a:lnTo>
                    <a:pt x="194996" y="463162"/>
                  </a:lnTo>
                  <a:lnTo>
                    <a:pt x="204746" y="452157"/>
                  </a:lnTo>
                  <a:lnTo>
                    <a:pt x="214495" y="400905"/>
                  </a:lnTo>
                  <a:lnTo>
                    <a:pt x="224245" y="417197"/>
                  </a:lnTo>
                  <a:lnTo>
                    <a:pt x="233995" y="415854"/>
                  </a:lnTo>
                  <a:lnTo>
                    <a:pt x="243744" y="419347"/>
                  </a:lnTo>
                  <a:lnTo>
                    <a:pt x="253494" y="438243"/>
                  </a:lnTo>
                  <a:lnTo>
                    <a:pt x="263244" y="422522"/>
                  </a:lnTo>
                  <a:lnTo>
                    <a:pt x="272994" y="452187"/>
                  </a:lnTo>
                  <a:lnTo>
                    <a:pt x="282744" y="477773"/>
                  </a:lnTo>
                  <a:lnTo>
                    <a:pt x="292494" y="454233"/>
                  </a:lnTo>
                  <a:lnTo>
                    <a:pt x="302244" y="395136"/>
                  </a:lnTo>
                  <a:lnTo>
                    <a:pt x="311994" y="432531"/>
                  </a:lnTo>
                  <a:lnTo>
                    <a:pt x="321744" y="419774"/>
                  </a:lnTo>
                  <a:lnTo>
                    <a:pt x="331493" y="408018"/>
                  </a:lnTo>
                  <a:lnTo>
                    <a:pt x="341243" y="426239"/>
                  </a:lnTo>
                  <a:lnTo>
                    <a:pt x="350993" y="459431"/>
                  </a:lnTo>
                  <a:lnTo>
                    <a:pt x="360742" y="487474"/>
                  </a:lnTo>
                  <a:lnTo>
                    <a:pt x="370492" y="499473"/>
                  </a:lnTo>
                  <a:lnTo>
                    <a:pt x="380241" y="490303"/>
                  </a:lnTo>
                  <a:lnTo>
                    <a:pt x="389991" y="517752"/>
                  </a:lnTo>
                  <a:lnTo>
                    <a:pt x="399741" y="510719"/>
                  </a:lnTo>
                  <a:lnTo>
                    <a:pt x="409491" y="480254"/>
                  </a:lnTo>
                  <a:lnTo>
                    <a:pt x="419241" y="487313"/>
                  </a:lnTo>
                  <a:lnTo>
                    <a:pt x="428991" y="487767"/>
                  </a:lnTo>
                  <a:lnTo>
                    <a:pt x="438741" y="486730"/>
                  </a:lnTo>
                  <a:lnTo>
                    <a:pt x="448491" y="476823"/>
                  </a:lnTo>
                  <a:lnTo>
                    <a:pt x="458241" y="495135"/>
                  </a:lnTo>
                  <a:lnTo>
                    <a:pt x="467991" y="478369"/>
                  </a:lnTo>
                  <a:lnTo>
                    <a:pt x="477740" y="463466"/>
                  </a:lnTo>
                  <a:lnTo>
                    <a:pt x="487490" y="424679"/>
                  </a:lnTo>
                  <a:lnTo>
                    <a:pt x="497239" y="394127"/>
                  </a:lnTo>
                  <a:lnTo>
                    <a:pt x="506989" y="396513"/>
                  </a:lnTo>
                  <a:lnTo>
                    <a:pt x="516738" y="375852"/>
                  </a:lnTo>
                  <a:lnTo>
                    <a:pt x="526488" y="362240"/>
                  </a:lnTo>
                  <a:lnTo>
                    <a:pt x="536238" y="327246"/>
                  </a:lnTo>
                  <a:lnTo>
                    <a:pt x="545988" y="326145"/>
                  </a:lnTo>
                  <a:lnTo>
                    <a:pt x="555738" y="296803"/>
                  </a:lnTo>
                  <a:lnTo>
                    <a:pt x="565488" y="279746"/>
                  </a:lnTo>
                  <a:lnTo>
                    <a:pt x="575238" y="263585"/>
                  </a:lnTo>
                  <a:lnTo>
                    <a:pt x="584988" y="281011"/>
                  </a:lnTo>
                  <a:lnTo>
                    <a:pt x="594738" y="277885"/>
                  </a:lnTo>
                  <a:lnTo>
                    <a:pt x="604488" y="263807"/>
                  </a:lnTo>
                  <a:lnTo>
                    <a:pt x="614237" y="286595"/>
                  </a:lnTo>
                  <a:lnTo>
                    <a:pt x="623987" y="303701"/>
                  </a:lnTo>
                  <a:lnTo>
                    <a:pt x="633736" y="323368"/>
                  </a:lnTo>
                  <a:lnTo>
                    <a:pt x="643486" y="291838"/>
                  </a:lnTo>
                  <a:lnTo>
                    <a:pt x="653236" y="330111"/>
                  </a:lnTo>
                  <a:lnTo>
                    <a:pt x="662985" y="317588"/>
                  </a:lnTo>
                  <a:lnTo>
                    <a:pt x="672735" y="346811"/>
                  </a:lnTo>
                  <a:lnTo>
                    <a:pt x="682485" y="341036"/>
                  </a:lnTo>
                  <a:lnTo>
                    <a:pt x="692235" y="343170"/>
                  </a:lnTo>
                  <a:lnTo>
                    <a:pt x="701985" y="321927"/>
                  </a:lnTo>
                  <a:lnTo>
                    <a:pt x="711735" y="339460"/>
                  </a:lnTo>
                  <a:lnTo>
                    <a:pt x="721485" y="336471"/>
                  </a:lnTo>
                  <a:lnTo>
                    <a:pt x="731235" y="331523"/>
                  </a:lnTo>
                  <a:lnTo>
                    <a:pt x="740985" y="308588"/>
                  </a:lnTo>
                  <a:lnTo>
                    <a:pt x="750734" y="289892"/>
                  </a:lnTo>
                  <a:lnTo>
                    <a:pt x="760484" y="272264"/>
                  </a:lnTo>
                  <a:lnTo>
                    <a:pt x="770233" y="272777"/>
                  </a:lnTo>
                  <a:lnTo>
                    <a:pt x="779983" y="258028"/>
                  </a:lnTo>
                  <a:lnTo>
                    <a:pt x="789733" y="233150"/>
                  </a:lnTo>
                  <a:lnTo>
                    <a:pt x="799482" y="215293"/>
                  </a:lnTo>
                  <a:lnTo>
                    <a:pt x="809232" y="193453"/>
                  </a:lnTo>
                  <a:lnTo>
                    <a:pt x="818982" y="186763"/>
                  </a:lnTo>
                  <a:lnTo>
                    <a:pt x="828732" y="186184"/>
                  </a:lnTo>
                  <a:lnTo>
                    <a:pt x="838482" y="180805"/>
                  </a:lnTo>
                  <a:lnTo>
                    <a:pt x="848232" y="189053"/>
                  </a:lnTo>
                  <a:lnTo>
                    <a:pt x="857982" y="206986"/>
                  </a:lnTo>
                  <a:lnTo>
                    <a:pt x="867732" y="217244"/>
                  </a:lnTo>
                  <a:lnTo>
                    <a:pt x="877482" y="251064"/>
                  </a:lnTo>
                  <a:lnTo>
                    <a:pt x="887231" y="241410"/>
                  </a:lnTo>
                  <a:lnTo>
                    <a:pt x="896981" y="210094"/>
                  </a:lnTo>
                  <a:lnTo>
                    <a:pt x="906730" y="219283"/>
                  </a:lnTo>
                  <a:lnTo>
                    <a:pt x="916480" y="219934"/>
                  </a:lnTo>
                  <a:lnTo>
                    <a:pt x="926230" y="216931"/>
                  </a:lnTo>
                  <a:lnTo>
                    <a:pt x="935979" y="202923"/>
                  </a:lnTo>
                  <a:lnTo>
                    <a:pt x="945729" y="237901"/>
                  </a:lnTo>
                  <a:lnTo>
                    <a:pt x="955479" y="212311"/>
                  </a:lnTo>
                  <a:lnTo>
                    <a:pt x="965229" y="239874"/>
                  </a:lnTo>
                  <a:lnTo>
                    <a:pt x="974979" y="230802"/>
                  </a:lnTo>
                  <a:lnTo>
                    <a:pt x="984729" y="242108"/>
                  </a:lnTo>
                  <a:lnTo>
                    <a:pt x="994474" y="243247"/>
                  </a:lnTo>
                  <a:lnTo>
                    <a:pt x="1004233" y="273648"/>
                  </a:lnTo>
                  <a:lnTo>
                    <a:pt x="1013977" y="265284"/>
                  </a:lnTo>
                  <a:lnTo>
                    <a:pt x="1023721" y="288558"/>
                  </a:lnTo>
                  <a:lnTo>
                    <a:pt x="1033480" y="272684"/>
                  </a:lnTo>
                  <a:lnTo>
                    <a:pt x="1043224" y="283009"/>
                  </a:lnTo>
                  <a:lnTo>
                    <a:pt x="1052983" y="292747"/>
                  </a:lnTo>
                  <a:lnTo>
                    <a:pt x="1062727" y="284988"/>
                  </a:lnTo>
                  <a:lnTo>
                    <a:pt x="1072471" y="276123"/>
                  </a:lnTo>
                  <a:lnTo>
                    <a:pt x="1082230" y="283154"/>
                  </a:lnTo>
                  <a:lnTo>
                    <a:pt x="1091973" y="271038"/>
                  </a:lnTo>
                  <a:lnTo>
                    <a:pt x="1101732" y="265615"/>
                  </a:lnTo>
                  <a:lnTo>
                    <a:pt x="1111476" y="286528"/>
                  </a:lnTo>
                  <a:lnTo>
                    <a:pt x="1121220" y="288379"/>
                  </a:lnTo>
                  <a:lnTo>
                    <a:pt x="1130979" y="291934"/>
                  </a:lnTo>
                  <a:lnTo>
                    <a:pt x="1140723" y="285578"/>
                  </a:lnTo>
                  <a:lnTo>
                    <a:pt x="1150482" y="293437"/>
                  </a:lnTo>
                  <a:lnTo>
                    <a:pt x="1160226" y="270720"/>
                  </a:lnTo>
                  <a:lnTo>
                    <a:pt x="1169969" y="268262"/>
                  </a:lnTo>
                  <a:lnTo>
                    <a:pt x="1179728" y="222521"/>
                  </a:lnTo>
                  <a:lnTo>
                    <a:pt x="1189472" y="204065"/>
                  </a:lnTo>
                  <a:lnTo>
                    <a:pt x="1199231" y="216876"/>
                  </a:lnTo>
                  <a:lnTo>
                    <a:pt x="1208975" y="210532"/>
                  </a:lnTo>
                  <a:lnTo>
                    <a:pt x="1218719" y="231849"/>
                  </a:lnTo>
                  <a:lnTo>
                    <a:pt x="1228478" y="214724"/>
                  </a:lnTo>
                  <a:lnTo>
                    <a:pt x="1238222" y="219274"/>
                  </a:lnTo>
                  <a:lnTo>
                    <a:pt x="1247966" y="214571"/>
                  </a:lnTo>
                  <a:lnTo>
                    <a:pt x="1257725" y="190607"/>
                  </a:lnTo>
                  <a:lnTo>
                    <a:pt x="1267469" y="196953"/>
                  </a:lnTo>
                  <a:lnTo>
                    <a:pt x="1277227" y="180124"/>
                  </a:lnTo>
                  <a:lnTo>
                    <a:pt x="1286971" y="153127"/>
                  </a:lnTo>
                  <a:lnTo>
                    <a:pt x="1296715" y="149796"/>
                  </a:lnTo>
                  <a:lnTo>
                    <a:pt x="1306474" y="152308"/>
                  </a:lnTo>
                  <a:lnTo>
                    <a:pt x="1316218" y="133030"/>
                  </a:lnTo>
                  <a:lnTo>
                    <a:pt x="1325977" y="109409"/>
                  </a:lnTo>
                  <a:lnTo>
                    <a:pt x="1335721" y="122765"/>
                  </a:lnTo>
                  <a:lnTo>
                    <a:pt x="1345465" y="80696"/>
                  </a:lnTo>
                  <a:lnTo>
                    <a:pt x="1355224" y="71453"/>
                  </a:lnTo>
                  <a:lnTo>
                    <a:pt x="1364967" y="75886"/>
                  </a:lnTo>
                  <a:lnTo>
                    <a:pt x="1374726" y="61914"/>
                  </a:lnTo>
                  <a:lnTo>
                    <a:pt x="1384470" y="39466"/>
                  </a:lnTo>
                  <a:lnTo>
                    <a:pt x="1394214" y="65019"/>
                  </a:lnTo>
                  <a:lnTo>
                    <a:pt x="1403973" y="82996"/>
                  </a:lnTo>
                  <a:lnTo>
                    <a:pt x="1413717" y="112243"/>
                  </a:lnTo>
                  <a:lnTo>
                    <a:pt x="1423476" y="115500"/>
                  </a:lnTo>
                  <a:lnTo>
                    <a:pt x="1433220" y="137515"/>
                  </a:lnTo>
                  <a:lnTo>
                    <a:pt x="1442964" y="111640"/>
                  </a:lnTo>
                  <a:lnTo>
                    <a:pt x="1452722" y="128368"/>
                  </a:lnTo>
                  <a:lnTo>
                    <a:pt x="1462466" y="147084"/>
                  </a:lnTo>
                  <a:lnTo>
                    <a:pt x="1472225" y="138465"/>
                  </a:lnTo>
                  <a:lnTo>
                    <a:pt x="1481969" y="152025"/>
                  </a:lnTo>
                  <a:lnTo>
                    <a:pt x="1491713" y="183427"/>
                  </a:lnTo>
                  <a:lnTo>
                    <a:pt x="1501472" y="197495"/>
                  </a:lnTo>
                  <a:lnTo>
                    <a:pt x="1511216" y="200366"/>
                  </a:lnTo>
                  <a:lnTo>
                    <a:pt x="1520960" y="142174"/>
                  </a:lnTo>
                  <a:lnTo>
                    <a:pt x="1530719" y="132319"/>
                  </a:lnTo>
                  <a:lnTo>
                    <a:pt x="1540463" y="152442"/>
                  </a:lnTo>
                  <a:lnTo>
                    <a:pt x="1550221" y="164696"/>
                  </a:lnTo>
                  <a:lnTo>
                    <a:pt x="1559965" y="142941"/>
                  </a:lnTo>
                  <a:lnTo>
                    <a:pt x="1569709" y="154894"/>
                  </a:lnTo>
                  <a:lnTo>
                    <a:pt x="1579468" y="166942"/>
                  </a:lnTo>
                  <a:lnTo>
                    <a:pt x="1589212" y="152250"/>
                  </a:lnTo>
                  <a:lnTo>
                    <a:pt x="1598971" y="162451"/>
                  </a:lnTo>
                  <a:lnTo>
                    <a:pt x="1608715" y="167177"/>
                  </a:lnTo>
                  <a:lnTo>
                    <a:pt x="1618459" y="136776"/>
                  </a:lnTo>
                  <a:lnTo>
                    <a:pt x="1628218" y="118976"/>
                  </a:lnTo>
                  <a:lnTo>
                    <a:pt x="1637962" y="126698"/>
                  </a:lnTo>
                  <a:lnTo>
                    <a:pt x="1647720" y="128230"/>
                  </a:lnTo>
                  <a:lnTo>
                    <a:pt x="1657464" y="149230"/>
                  </a:lnTo>
                  <a:lnTo>
                    <a:pt x="1667208" y="145180"/>
                  </a:lnTo>
                  <a:lnTo>
                    <a:pt x="1676967" y="157537"/>
                  </a:lnTo>
                  <a:lnTo>
                    <a:pt x="1686711" y="182106"/>
                  </a:lnTo>
                  <a:lnTo>
                    <a:pt x="1696470" y="137287"/>
                  </a:lnTo>
                  <a:lnTo>
                    <a:pt x="1706214" y="134854"/>
                  </a:lnTo>
                  <a:lnTo>
                    <a:pt x="1715958" y="128654"/>
                  </a:lnTo>
                  <a:lnTo>
                    <a:pt x="1725716" y="136192"/>
                  </a:lnTo>
                  <a:lnTo>
                    <a:pt x="1735460" y="117133"/>
                  </a:lnTo>
                  <a:lnTo>
                    <a:pt x="1745219" y="118997"/>
                  </a:lnTo>
                  <a:lnTo>
                    <a:pt x="1754963" y="111775"/>
                  </a:lnTo>
                  <a:lnTo>
                    <a:pt x="1764707" y="133970"/>
                  </a:lnTo>
                  <a:lnTo>
                    <a:pt x="1774466" y="151435"/>
                  </a:lnTo>
                  <a:lnTo>
                    <a:pt x="1784210" y="161725"/>
                  </a:lnTo>
                  <a:lnTo>
                    <a:pt x="1793969" y="156320"/>
                  </a:lnTo>
                  <a:lnTo>
                    <a:pt x="1803713" y="197632"/>
                  </a:lnTo>
                  <a:lnTo>
                    <a:pt x="1813457" y="180230"/>
                  </a:lnTo>
                  <a:lnTo>
                    <a:pt x="1823215" y="183222"/>
                  </a:lnTo>
                  <a:lnTo>
                    <a:pt x="1832959" y="190530"/>
                  </a:lnTo>
                  <a:lnTo>
                    <a:pt x="1842703" y="199847"/>
                  </a:lnTo>
                  <a:lnTo>
                    <a:pt x="1852462" y="189315"/>
                  </a:lnTo>
                  <a:lnTo>
                    <a:pt x="1862206" y="186279"/>
                  </a:lnTo>
                  <a:lnTo>
                    <a:pt x="1871965" y="210828"/>
                  </a:lnTo>
                  <a:lnTo>
                    <a:pt x="1881709" y="210079"/>
                  </a:lnTo>
                  <a:lnTo>
                    <a:pt x="1891453" y="170596"/>
                  </a:lnTo>
                  <a:lnTo>
                    <a:pt x="1901212" y="234790"/>
                  </a:lnTo>
                  <a:lnTo>
                    <a:pt x="1910956" y="253959"/>
                  </a:lnTo>
                  <a:lnTo>
                    <a:pt x="1920714" y="233862"/>
                  </a:lnTo>
                  <a:lnTo>
                    <a:pt x="1930458" y="220922"/>
                  </a:lnTo>
                  <a:lnTo>
                    <a:pt x="1940202" y="211925"/>
                  </a:lnTo>
                  <a:lnTo>
                    <a:pt x="1949961" y="242639"/>
                  </a:lnTo>
                  <a:lnTo>
                    <a:pt x="1959705" y="284268"/>
                  </a:lnTo>
                  <a:lnTo>
                    <a:pt x="1969464" y="266899"/>
                  </a:lnTo>
                  <a:lnTo>
                    <a:pt x="1979208" y="235580"/>
                  </a:lnTo>
                  <a:lnTo>
                    <a:pt x="1988952" y="228345"/>
                  </a:lnTo>
                  <a:lnTo>
                    <a:pt x="1998711" y="200397"/>
                  </a:lnTo>
                  <a:lnTo>
                    <a:pt x="2008454" y="166289"/>
                  </a:lnTo>
                  <a:lnTo>
                    <a:pt x="2018213" y="153640"/>
                  </a:lnTo>
                  <a:lnTo>
                    <a:pt x="2027957" y="116053"/>
                  </a:lnTo>
                  <a:lnTo>
                    <a:pt x="2037701" y="132525"/>
                  </a:lnTo>
                  <a:lnTo>
                    <a:pt x="2047460" y="70508"/>
                  </a:lnTo>
                  <a:lnTo>
                    <a:pt x="2057204" y="80547"/>
                  </a:lnTo>
                  <a:lnTo>
                    <a:pt x="2066963" y="53331"/>
                  </a:lnTo>
                  <a:lnTo>
                    <a:pt x="2076707" y="45673"/>
                  </a:lnTo>
                  <a:lnTo>
                    <a:pt x="2086451" y="31038"/>
                  </a:lnTo>
                  <a:lnTo>
                    <a:pt x="2096210" y="55375"/>
                  </a:lnTo>
                  <a:lnTo>
                    <a:pt x="2105954" y="86645"/>
                  </a:lnTo>
                  <a:lnTo>
                    <a:pt x="2115697" y="133945"/>
                  </a:lnTo>
                  <a:lnTo>
                    <a:pt x="2125456" y="124901"/>
                  </a:lnTo>
                  <a:lnTo>
                    <a:pt x="2135200" y="112005"/>
                  </a:lnTo>
                  <a:lnTo>
                    <a:pt x="2144959" y="111896"/>
                  </a:lnTo>
                  <a:lnTo>
                    <a:pt x="2154703" y="147345"/>
                  </a:lnTo>
                  <a:lnTo>
                    <a:pt x="2164447" y="143370"/>
                  </a:lnTo>
                  <a:lnTo>
                    <a:pt x="2174206" y="106266"/>
                  </a:lnTo>
                  <a:lnTo>
                    <a:pt x="2183950" y="101773"/>
                  </a:lnTo>
                  <a:lnTo>
                    <a:pt x="2193709" y="111353"/>
                  </a:lnTo>
                  <a:lnTo>
                    <a:pt x="2203452" y="70867"/>
                  </a:lnTo>
                  <a:lnTo>
                    <a:pt x="2213196" y="98849"/>
                  </a:lnTo>
                  <a:lnTo>
                    <a:pt x="2222955" y="134542"/>
                  </a:lnTo>
                  <a:lnTo>
                    <a:pt x="2232699" y="139177"/>
                  </a:lnTo>
                  <a:lnTo>
                    <a:pt x="2242458" y="116725"/>
                  </a:lnTo>
                  <a:lnTo>
                    <a:pt x="2252202" y="132380"/>
                  </a:lnTo>
                  <a:lnTo>
                    <a:pt x="2261946" y="140991"/>
                  </a:lnTo>
                  <a:lnTo>
                    <a:pt x="2271705" y="138358"/>
                  </a:lnTo>
                  <a:lnTo>
                    <a:pt x="2281449" y="117981"/>
                  </a:lnTo>
                  <a:lnTo>
                    <a:pt x="2291208" y="138064"/>
                  </a:lnTo>
                  <a:lnTo>
                    <a:pt x="2300951" y="125317"/>
                  </a:lnTo>
                  <a:lnTo>
                    <a:pt x="2310695" y="135083"/>
                  </a:lnTo>
                  <a:lnTo>
                    <a:pt x="2320454" y="172660"/>
                  </a:lnTo>
                  <a:lnTo>
                    <a:pt x="2330198" y="162745"/>
                  </a:lnTo>
                  <a:lnTo>
                    <a:pt x="2339957" y="147890"/>
                  </a:lnTo>
                  <a:lnTo>
                    <a:pt x="2349701" y="139897"/>
                  </a:lnTo>
                  <a:lnTo>
                    <a:pt x="2359445" y="144884"/>
                  </a:lnTo>
                  <a:lnTo>
                    <a:pt x="2369204" y="158479"/>
                  </a:lnTo>
                  <a:lnTo>
                    <a:pt x="2378948" y="129643"/>
                  </a:lnTo>
                  <a:lnTo>
                    <a:pt x="2388692" y="141804"/>
                  </a:lnTo>
                  <a:lnTo>
                    <a:pt x="2398450" y="124018"/>
                  </a:lnTo>
                  <a:lnTo>
                    <a:pt x="2408194" y="147111"/>
                  </a:lnTo>
                  <a:lnTo>
                    <a:pt x="2417953" y="185659"/>
                  </a:lnTo>
                  <a:lnTo>
                    <a:pt x="2427697" y="191211"/>
                  </a:lnTo>
                  <a:lnTo>
                    <a:pt x="2437441" y="187458"/>
                  </a:lnTo>
                  <a:lnTo>
                    <a:pt x="2447200" y="198758"/>
                  </a:lnTo>
                  <a:lnTo>
                    <a:pt x="2456944" y="204043"/>
                  </a:lnTo>
                  <a:lnTo>
                    <a:pt x="2466703" y="227129"/>
                  </a:lnTo>
                  <a:lnTo>
                    <a:pt x="2476446" y="217552"/>
                  </a:lnTo>
                  <a:lnTo>
                    <a:pt x="2486190" y="164838"/>
                  </a:lnTo>
                  <a:lnTo>
                    <a:pt x="2495949" y="176751"/>
                  </a:lnTo>
                  <a:lnTo>
                    <a:pt x="2505693" y="162013"/>
                  </a:lnTo>
                  <a:lnTo>
                    <a:pt x="2515452" y="132699"/>
                  </a:lnTo>
                  <a:lnTo>
                    <a:pt x="2525196" y="128484"/>
                  </a:lnTo>
                  <a:lnTo>
                    <a:pt x="2534940" y="131847"/>
                  </a:lnTo>
                  <a:lnTo>
                    <a:pt x="2544699" y="127021"/>
                  </a:lnTo>
                  <a:lnTo>
                    <a:pt x="2554443" y="124810"/>
                  </a:lnTo>
                  <a:lnTo>
                    <a:pt x="2564202" y="91145"/>
                  </a:lnTo>
                  <a:lnTo>
                    <a:pt x="2573946" y="78699"/>
                  </a:lnTo>
                  <a:lnTo>
                    <a:pt x="2583690" y="85811"/>
                  </a:lnTo>
                  <a:lnTo>
                    <a:pt x="2593448" y="85070"/>
                  </a:lnTo>
                  <a:lnTo>
                    <a:pt x="2603192" y="118213"/>
                  </a:lnTo>
                  <a:lnTo>
                    <a:pt x="2612951" y="104367"/>
                  </a:lnTo>
                  <a:lnTo>
                    <a:pt x="2622695" y="65162"/>
                  </a:lnTo>
                  <a:lnTo>
                    <a:pt x="2632439" y="59928"/>
                  </a:lnTo>
                  <a:lnTo>
                    <a:pt x="2642198" y="22256"/>
                  </a:lnTo>
                  <a:lnTo>
                    <a:pt x="2651942" y="63142"/>
                  </a:lnTo>
                  <a:lnTo>
                    <a:pt x="2661685" y="54197"/>
                  </a:lnTo>
                  <a:lnTo>
                    <a:pt x="2671444" y="40549"/>
                  </a:lnTo>
                  <a:lnTo>
                    <a:pt x="2681188" y="6404"/>
                  </a:lnTo>
                  <a:lnTo>
                    <a:pt x="2690947" y="0"/>
                  </a:lnTo>
                  <a:lnTo>
                    <a:pt x="2700691" y="27049"/>
                  </a:lnTo>
                  <a:lnTo>
                    <a:pt x="2710435" y="54015"/>
                  </a:lnTo>
                  <a:lnTo>
                    <a:pt x="2720194" y="56816"/>
                  </a:lnTo>
                  <a:lnTo>
                    <a:pt x="2729938" y="66691"/>
                  </a:lnTo>
                  <a:lnTo>
                    <a:pt x="2739697" y="60043"/>
                  </a:lnTo>
                  <a:lnTo>
                    <a:pt x="2749441" y="95905"/>
                  </a:lnTo>
                  <a:lnTo>
                    <a:pt x="2759185" y="67431"/>
                  </a:lnTo>
                  <a:lnTo>
                    <a:pt x="2768943" y="73221"/>
                  </a:lnTo>
                  <a:lnTo>
                    <a:pt x="2778687" y="104646"/>
                  </a:lnTo>
                  <a:lnTo>
                    <a:pt x="2788446" y="70496"/>
                  </a:lnTo>
                  <a:lnTo>
                    <a:pt x="2798190" y="107617"/>
                  </a:lnTo>
                  <a:lnTo>
                    <a:pt x="2807934" y="100321"/>
                  </a:lnTo>
                  <a:lnTo>
                    <a:pt x="2817693" y="89327"/>
                  </a:lnTo>
                  <a:lnTo>
                    <a:pt x="2827437" y="88180"/>
                  </a:lnTo>
                  <a:lnTo>
                    <a:pt x="2837196" y="127336"/>
                  </a:lnTo>
                  <a:lnTo>
                    <a:pt x="2846940" y="143528"/>
                  </a:lnTo>
                  <a:lnTo>
                    <a:pt x="2856684" y="104478"/>
                  </a:lnTo>
                  <a:lnTo>
                    <a:pt x="2866442" y="111798"/>
                  </a:lnTo>
                  <a:lnTo>
                    <a:pt x="2876186" y="93534"/>
                  </a:lnTo>
                  <a:lnTo>
                    <a:pt x="2885945" y="89188"/>
                  </a:lnTo>
                  <a:lnTo>
                    <a:pt x="2895689" y="86684"/>
                  </a:lnTo>
                  <a:lnTo>
                    <a:pt x="2905433" y="91706"/>
                  </a:lnTo>
                  <a:lnTo>
                    <a:pt x="2915192" y="10741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0" name="Freeform 1179">
              <a:extLst>
                <a:ext uri="{FF2B5EF4-FFF2-40B4-BE49-F238E27FC236}">
                  <a16:creationId xmlns:a16="http://schemas.microsoft.com/office/drawing/2014/main" id="{CC812705-4279-8336-7CF9-164819C6ACB0}"/>
                </a:ext>
              </a:extLst>
            </p:cNvPr>
            <p:cNvSpPr/>
            <p:nvPr/>
          </p:nvSpPr>
          <p:spPr>
            <a:xfrm>
              <a:off x="4426652" y="3164446"/>
              <a:ext cx="2915191" cy="444143"/>
            </a:xfrm>
            <a:custGeom>
              <a:avLst/>
              <a:gdLst>
                <a:gd name="connsiteX0" fmla="*/ 0 w 2915191"/>
                <a:gd name="connsiteY0" fmla="*/ 89166 h 444143"/>
                <a:gd name="connsiteX1" fmla="*/ 9750 w 2915191"/>
                <a:gd name="connsiteY1" fmla="*/ 71169 h 444143"/>
                <a:gd name="connsiteX2" fmla="*/ 19500 w 2915191"/>
                <a:gd name="connsiteY2" fmla="*/ 53607 h 444143"/>
                <a:gd name="connsiteX3" fmla="*/ 29250 w 2915191"/>
                <a:gd name="connsiteY3" fmla="*/ 72166 h 444143"/>
                <a:gd name="connsiteX4" fmla="*/ 39000 w 2915191"/>
                <a:gd name="connsiteY4" fmla="*/ 52726 h 444143"/>
                <a:gd name="connsiteX5" fmla="*/ 48749 w 2915191"/>
                <a:gd name="connsiteY5" fmla="*/ 35641 h 444143"/>
                <a:gd name="connsiteX6" fmla="*/ 58499 w 2915191"/>
                <a:gd name="connsiteY6" fmla="*/ 57151 h 444143"/>
                <a:gd name="connsiteX7" fmla="*/ 68249 w 2915191"/>
                <a:gd name="connsiteY7" fmla="*/ 65331 h 444143"/>
                <a:gd name="connsiteX8" fmla="*/ 77998 w 2915191"/>
                <a:gd name="connsiteY8" fmla="*/ 30205 h 444143"/>
                <a:gd name="connsiteX9" fmla="*/ 87748 w 2915191"/>
                <a:gd name="connsiteY9" fmla="*/ 5690 h 444143"/>
                <a:gd name="connsiteX10" fmla="*/ 97497 w 2915191"/>
                <a:gd name="connsiteY10" fmla="*/ 0 h 444143"/>
                <a:gd name="connsiteX11" fmla="*/ 107247 w 2915191"/>
                <a:gd name="connsiteY11" fmla="*/ 5544 h 444143"/>
                <a:gd name="connsiteX12" fmla="*/ 116997 w 2915191"/>
                <a:gd name="connsiteY12" fmla="*/ 38153 h 444143"/>
                <a:gd name="connsiteX13" fmla="*/ 126747 w 2915191"/>
                <a:gd name="connsiteY13" fmla="*/ 42021 h 444143"/>
                <a:gd name="connsiteX14" fmla="*/ 136497 w 2915191"/>
                <a:gd name="connsiteY14" fmla="*/ 91015 h 444143"/>
                <a:gd name="connsiteX15" fmla="*/ 146247 w 2915191"/>
                <a:gd name="connsiteY15" fmla="*/ 49407 h 444143"/>
                <a:gd name="connsiteX16" fmla="*/ 155997 w 2915191"/>
                <a:gd name="connsiteY16" fmla="*/ 92786 h 444143"/>
                <a:gd name="connsiteX17" fmla="*/ 165747 w 2915191"/>
                <a:gd name="connsiteY17" fmla="*/ 74540 h 444143"/>
                <a:gd name="connsiteX18" fmla="*/ 175497 w 2915191"/>
                <a:gd name="connsiteY18" fmla="*/ 50235 h 444143"/>
                <a:gd name="connsiteX19" fmla="*/ 185247 w 2915191"/>
                <a:gd name="connsiteY19" fmla="*/ 84373 h 444143"/>
                <a:gd name="connsiteX20" fmla="*/ 194996 w 2915191"/>
                <a:gd name="connsiteY20" fmla="*/ 50198 h 444143"/>
                <a:gd name="connsiteX21" fmla="*/ 204746 w 2915191"/>
                <a:gd name="connsiteY21" fmla="*/ 106787 h 444143"/>
                <a:gd name="connsiteX22" fmla="*/ 214495 w 2915191"/>
                <a:gd name="connsiteY22" fmla="*/ 104592 h 444143"/>
                <a:gd name="connsiteX23" fmla="*/ 224245 w 2915191"/>
                <a:gd name="connsiteY23" fmla="*/ 84012 h 444143"/>
                <a:gd name="connsiteX24" fmla="*/ 233995 w 2915191"/>
                <a:gd name="connsiteY24" fmla="*/ 62524 h 444143"/>
                <a:gd name="connsiteX25" fmla="*/ 243744 w 2915191"/>
                <a:gd name="connsiteY25" fmla="*/ 57464 h 444143"/>
                <a:gd name="connsiteX26" fmla="*/ 253494 w 2915191"/>
                <a:gd name="connsiteY26" fmla="*/ 34849 h 444143"/>
                <a:gd name="connsiteX27" fmla="*/ 263244 w 2915191"/>
                <a:gd name="connsiteY27" fmla="*/ 21414 h 444143"/>
                <a:gd name="connsiteX28" fmla="*/ 272994 w 2915191"/>
                <a:gd name="connsiteY28" fmla="*/ 57334 h 444143"/>
                <a:gd name="connsiteX29" fmla="*/ 282744 w 2915191"/>
                <a:gd name="connsiteY29" fmla="*/ 70539 h 444143"/>
                <a:gd name="connsiteX30" fmla="*/ 292494 w 2915191"/>
                <a:gd name="connsiteY30" fmla="*/ 101882 h 444143"/>
                <a:gd name="connsiteX31" fmla="*/ 302244 w 2915191"/>
                <a:gd name="connsiteY31" fmla="*/ 88887 h 444143"/>
                <a:gd name="connsiteX32" fmla="*/ 311994 w 2915191"/>
                <a:gd name="connsiteY32" fmla="*/ 89710 h 444143"/>
                <a:gd name="connsiteX33" fmla="*/ 321744 w 2915191"/>
                <a:gd name="connsiteY33" fmla="*/ 97377 h 444143"/>
                <a:gd name="connsiteX34" fmla="*/ 331493 w 2915191"/>
                <a:gd name="connsiteY34" fmla="*/ 88014 h 444143"/>
                <a:gd name="connsiteX35" fmla="*/ 341243 w 2915191"/>
                <a:gd name="connsiteY35" fmla="*/ 80098 h 444143"/>
                <a:gd name="connsiteX36" fmla="*/ 350993 w 2915191"/>
                <a:gd name="connsiteY36" fmla="*/ 56314 h 444143"/>
                <a:gd name="connsiteX37" fmla="*/ 360742 w 2915191"/>
                <a:gd name="connsiteY37" fmla="*/ 61417 h 444143"/>
                <a:gd name="connsiteX38" fmla="*/ 370492 w 2915191"/>
                <a:gd name="connsiteY38" fmla="*/ 48241 h 444143"/>
                <a:gd name="connsiteX39" fmla="*/ 380241 w 2915191"/>
                <a:gd name="connsiteY39" fmla="*/ 47769 h 444143"/>
                <a:gd name="connsiteX40" fmla="*/ 389991 w 2915191"/>
                <a:gd name="connsiteY40" fmla="*/ 72315 h 444143"/>
                <a:gd name="connsiteX41" fmla="*/ 399741 w 2915191"/>
                <a:gd name="connsiteY41" fmla="*/ 47979 h 444143"/>
                <a:gd name="connsiteX42" fmla="*/ 409491 w 2915191"/>
                <a:gd name="connsiteY42" fmla="*/ 87137 h 444143"/>
                <a:gd name="connsiteX43" fmla="*/ 419241 w 2915191"/>
                <a:gd name="connsiteY43" fmla="*/ 88962 h 444143"/>
                <a:gd name="connsiteX44" fmla="*/ 428991 w 2915191"/>
                <a:gd name="connsiteY44" fmla="*/ 92912 h 444143"/>
                <a:gd name="connsiteX45" fmla="*/ 438741 w 2915191"/>
                <a:gd name="connsiteY45" fmla="*/ 129022 h 444143"/>
                <a:gd name="connsiteX46" fmla="*/ 448491 w 2915191"/>
                <a:gd name="connsiteY46" fmla="*/ 136993 h 444143"/>
                <a:gd name="connsiteX47" fmla="*/ 458241 w 2915191"/>
                <a:gd name="connsiteY47" fmla="*/ 160975 h 444143"/>
                <a:gd name="connsiteX48" fmla="*/ 467991 w 2915191"/>
                <a:gd name="connsiteY48" fmla="*/ 164886 h 444143"/>
                <a:gd name="connsiteX49" fmla="*/ 477740 w 2915191"/>
                <a:gd name="connsiteY49" fmla="*/ 163388 h 444143"/>
                <a:gd name="connsiteX50" fmla="*/ 487490 w 2915191"/>
                <a:gd name="connsiteY50" fmla="*/ 141923 h 444143"/>
                <a:gd name="connsiteX51" fmla="*/ 497239 w 2915191"/>
                <a:gd name="connsiteY51" fmla="*/ 148391 h 444143"/>
                <a:gd name="connsiteX52" fmla="*/ 506989 w 2915191"/>
                <a:gd name="connsiteY52" fmla="*/ 169966 h 444143"/>
                <a:gd name="connsiteX53" fmla="*/ 516738 w 2915191"/>
                <a:gd name="connsiteY53" fmla="*/ 181213 h 444143"/>
                <a:gd name="connsiteX54" fmla="*/ 526488 w 2915191"/>
                <a:gd name="connsiteY54" fmla="*/ 196057 h 444143"/>
                <a:gd name="connsiteX55" fmla="*/ 536238 w 2915191"/>
                <a:gd name="connsiteY55" fmla="*/ 224885 h 444143"/>
                <a:gd name="connsiteX56" fmla="*/ 545988 w 2915191"/>
                <a:gd name="connsiteY56" fmla="*/ 204925 h 444143"/>
                <a:gd name="connsiteX57" fmla="*/ 555738 w 2915191"/>
                <a:gd name="connsiteY57" fmla="*/ 182058 h 444143"/>
                <a:gd name="connsiteX58" fmla="*/ 565488 w 2915191"/>
                <a:gd name="connsiteY58" fmla="*/ 197273 h 444143"/>
                <a:gd name="connsiteX59" fmla="*/ 575238 w 2915191"/>
                <a:gd name="connsiteY59" fmla="*/ 187094 h 444143"/>
                <a:gd name="connsiteX60" fmla="*/ 584988 w 2915191"/>
                <a:gd name="connsiteY60" fmla="*/ 201573 h 444143"/>
                <a:gd name="connsiteX61" fmla="*/ 594738 w 2915191"/>
                <a:gd name="connsiteY61" fmla="*/ 175620 h 444143"/>
                <a:gd name="connsiteX62" fmla="*/ 604488 w 2915191"/>
                <a:gd name="connsiteY62" fmla="*/ 158197 h 444143"/>
                <a:gd name="connsiteX63" fmla="*/ 614237 w 2915191"/>
                <a:gd name="connsiteY63" fmla="*/ 189977 h 444143"/>
                <a:gd name="connsiteX64" fmla="*/ 623987 w 2915191"/>
                <a:gd name="connsiteY64" fmla="*/ 191115 h 444143"/>
                <a:gd name="connsiteX65" fmla="*/ 633736 w 2915191"/>
                <a:gd name="connsiteY65" fmla="*/ 181856 h 444143"/>
                <a:gd name="connsiteX66" fmla="*/ 643486 w 2915191"/>
                <a:gd name="connsiteY66" fmla="*/ 198895 h 444143"/>
                <a:gd name="connsiteX67" fmla="*/ 653236 w 2915191"/>
                <a:gd name="connsiteY67" fmla="*/ 224315 h 444143"/>
                <a:gd name="connsiteX68" fmla="*/ 662985 w 2915191"/>
                <a:gd name="connsiteY68" fmla="*/ 268801 h 444143"/>
                <a:gd name="connsiteX69" fmla="*/ 672735 w 2915191"/>
                <a:gd name="connsiteY69" fmla="*/ 273930 h 444143"/>
                <a:gd name="connsiteX70" fmla="*/ 682485 w 2915191"/>
                <a:gd name="connsiteY70" fmla="*/ 288170 h 444143"/>
                <a:gd name="connsiteX71" fmla="*/ 692235 w 2915191"/>
                <a:gd name="connsiteY71" fmla="*/ 279864 h 444143"/>
                <a:gd name="connsiteX72" fmla="*/ 701985 w 2915191"/>
                <a:gd name="connsiteY72" fmla="*/ 255166 h 444143"/>
                <a:gd name="connsiteX73" fmla="*/ 711735 w 2915191"/>
                <a:gd name="connsiteY73" fmla="*/ 261400 h 444143"/>
                <a:gd name="connsiteX74" fmla="*/ 721485 w 2915191"/>
                <a:gd name="connsiteY74" fmla="*/ 264245 h 444143"/>
                <a:gd name="connsiteX75" fmla="*/ 731235 w 2915191"/>
                <a:gd name="connsiteY75" fmla="*/ 268618 h 444143"/>
                <a:gd name="connsiteX76" fmla="*/ 740985 w 2915191"/>
                <a:gd name="connsiteY76" fmla="*/ 270731 h 444143"/>
                <a:gd name="connsiteX77" fmla="*/ 750734 w 2915191"/>
                <a:gd name="connsiteY77" fmla="*/ 263454 h 444143"/>
                <a:gd name="connsiteX78" fmla="*/ 760484 w 2915191"/>
                <a:gd name="connsiteY78" fmla="*/ 243256 h 444143"/>
                <a:gd name="connsiteX79" fmla="*/ 770233 w 2915191"/>
                <a:gd name="connsiteY79" fmla="*/ 246836 h 444143"/>
                <a:gd name="connsiteX80" fmla="*/ 779983 w 2915191"/>
                <a:gd name="connsiteY80" fmla="*/ 252152 h 444143"/>
                <a:gd name="connsiteX81" fmla="*/ 789733 w 2915191"/>
                <a:gd name="connsiteY81" fmla="*/ 268743 h 444143"/>
                <a:gd name="connsiteX82" fmla="*/ 799482 w 2915191"/>
                <a:gd name="connsiteY82" fmla="*/ 266352 h 444143"/>
                <a:gd name="connsiteX83" fmla="*/ 809232 w 2915191"/>
                <a:gd name="connsiteY83" fmla="*/ 271889 h 444143"/>
                <a:gd name="connsiteX84" fmla="*/ 818982 w 2915191"/>
                <a:gd name="connsiteY84" fmla="*/ 278766 h 444143"/>
                <a:gd name="connsiteX85" fmla="*/ 828732 w 2915191"/>
                <a:gd name="connsiteY85" fmla="*/ 285102 h 444143"/>
                <a:gd name="connsiteX86" fmla="*/ 838482 w 2915191"/>
                <a:gd name="connsiteY86" fmla="*/ 279018 h 444143"/>
                <a:gd name="connsiteX87" fmla="*/ 848232 w 2915191"/>
                <a:gd name="connsiteY87" fmla="*/ 276299 h 444143"/>
                <a:gd name="connsiteX88" fmla="*/ 857982 w 2915191"/>
                <a:gd name="connsiteY88" fmla="*/ 256058 h 444143"/>
                <a:gd name="connsiteX89" fmla="*/ 867732 w 2915191"/>
                <a:gd name="connsiteY89" fmla="*/ 241585 h 444143"/>
                <a:gd name="connsiteX90" fmla="*/ 877482 w 2915191"/>
                <a:gd name="connsiteY90" fmla="*/ 284076 h 444143"/>
                <a:gd name="connsiteX91" fmla="*/ 887231 w 2915191"/>
                <a:gd name="connsiteY91" fmla="*/ 294428 h 444143"/>
                <a:gd name="connsiteX92" fmla="*/ 896981 w 2915191"/>
                <a:gd name="connsiteY92" fmla="*/ 279554 h 444143"/>
                <a:gd name="connsiteX93" fmla="*/ 906730 w 2915191"/>
                <a:gd name="connsiteY93" fmla="*/ 264770 h 444143"/>
                <a:gd name="connsiteX94" fmla="*/ 916480 w 2915191"/>
                <a:gd name="connsiteY94" fmla="*/ 257095 h 444143"/>
                <a:gd name="connsiteX95" fmla="*/ 926230 w 2915191"/>
                <a:gd name="connsiteY95" fmla="*/ 274794 h 444143"/>
                <a:gd name="connsiteX96" fmla="*/ 935979 w 2915191"/>
                <a:gd name="connsiteY96" fmla="*/ 308434 h 444143"/>
                <a:gd name="connsiteX97" fmla="*/ 945729 w 2915191"/>
                <a:gd name="connsiteY97" fmla="*/ 306283 h 444143"/>
                <a:gd name="connsiteX98" fmla="*/ 955479 w 2915191"/>
                <a:gd name="connsiteY98" fmla="*/ 322606 h 444143"/>
                <a:gd name="connsiteX99" fmla="*/ 965229 w 2915191"/>
                <a:gd name="connsiteY99" fmla="*/ 326189 h 444143"/>
                <a:gd name="connsiteX100" fmla="*/ 974979 w 2915191"/>
                <a:gd name="connsiteY100" fmla="*/ 312350 h 444143"/>
                <a:gd name="connsiteX101" fmla="*/ 984729 w 2915191"/>
                <a:gd name="connsiteY101" fmla="*/ 297573 h 444143"/>
                <a:gd name="connsiteX102" fmla="*/ 994474 w 2915191"/>
                <a:gd name="connsiteY102" fmla="*/ 278390 h 444143"/>
                <a:gd name="connsiteX103" fmla="*/ 1004233 w 2915191"/>
                <a:gd name="connsiteY103" fmla="*/ 262504 h 444143"/>
                <a:gd name="connsiteX104" fmla="*/ 1013977 w 2915191"/>
                <a:gd name="connsiteY104" fmla="*/ 273620 h 444143"/>
                <a:gd name="connsiteX105" fmla="*/ 1023721 w 2915191"/>
                <a:gd name="connsiteY105" fmla="*/ 261526 h 444143"/>
                <a:gd name="connsiteX106" fmla="*/ 1033480 w 2915191"/>
                <a:gd name="connsiteY106" fmla="*/ 287416 h 444143"/>
                <a:gd name="connsiteX107" fmla="*/ 1043224 w 2915191"/>
                <a:gd name="connsiteY107" fmla="*/ 270473 h 444143"/>
                <a:gd name="connsiteX108" fmla="*/ 1052983 w 2915191"/>
                <a:gd name="connsiteY108" fmla="*/ 268763 h 444143"/>
                <a:gd name="connsiteX109" fmla="*/ 1062727 w 2915191"/>
                <a:gd name="connsiteY109" fmla="*/ 278277 h 444143"/>
                <a:gd name="connsiteX110" fmla="*/ 1072471 w 2915191"/>
                <a:gd name="connsiteY110" fmla="*/ 289416 h 444143"/>
                <a:gd name="connsiteX111" fmla="*/ 1082230 w 2915191"/>
                <a:gd name="connsiteY111" fmla="*/ 293114 h 444143"/>
                <a:gd name="connsiteX112" fmla="*/ 1091973 w 2915191"/>
                <a:gd name="connsiteY112" fmla="*/ 308564 h 444143"/>
                <a:gd name="connsiteX113" fmla="*/ 1101732 w 2915191"/>
                <a:gd name="connsiteY113" fmla="*/ 301558 h 444143"/>
                <a:gd name="connsiteX114" fmla="*/ 1111476 w 2915191"/>
                <a:gd name="connsiteY114" fmla="*/ 334171 h 444143"/>
                <a:gd name="connsiteX115" fmla="*/ 1121220 w 2915191"/>
                <a:gd name="connsiteY115" fmla="*/ 348240 h 444143"/>
                <a:gd name="connsiteX116" fmla="*/ 1130979 w 2915191"/>
                <a:gd name="connsiteY116" fmla="*/ 339181 h 444143"/>
                <a:gd name="connsiteX117" fmla="*/ 1140723 w 2915191"/>
                <a:gd name="connsiteY117" fmla="*/ 359542 h 444143"/>
                <a:gd name="connsiteX118" fmla="*/ 1150482 w 2915191"/>
                <a:gd name="connsiteY118" fmla="*/ 339998 h 444143"/>
                <a:gd name="connsiteX119" fmla="*/ 1160226 w 2915191"/>
                <a:gd name="connsiteY119" fmla="*/ 320085 h 444143"/>
                <a:gd name="connsiteX120" fmla="*/ 1169969 w 2915191"/>
                <a:gd name="connsiteY120" fmla="*/ 295795 h 444143"/>
                <a:gd name="connsiteX121" fmla="*/ 1179728 w 2915191"/>
                <a:gd name="connsiteY121" fmla="*/ 291013 h 444143"/>
                <a:gd name="connsiteX122" fmla="*/ 1189472 w 2915191"/>
                <a:gd name="connsiteY122" fmla="*/ 294516 h 444143"/>
                <a:gd name="connsiteX123" fmla="*/ 1199231 w 2915191"/>
                <a:gd name="connsiteY123" fmla="*/ 307782 h 444143"/>
                <a:gd name="connsiteX124" fmla="*/ 1208975 w 2915191"/>
                <a:gd name="connsiteY124" fmla="*/ 328557 h 444143"/>
                <a:gd name="connsiteX125" fmla="*/ 1218719 w 2915191"/>
                <a:gd name="connsiteY125" fmla="*/ 350390 h 444143"/>
                <a:gd name="connsiteX126" fmla="*/ 1228478 w 2915191"/>
                <a:gd name="connsiteY126" fmla="*/ 329956 h 444143"/>
                <a:gd name="connsiteX127" fmla="*/ 1238222 w 2915191"/>
                <a:gd name="connsiteY127" fmla="*/ 356604 h 444143"/>
                <a:gd name="connsiteX128" fmla="*/ 1247966 w 2915191"/>
                <a:gd name="connsiteY128" fmla="*/ 375393 h 444143"/>
                <a:gd name="connsiteX129" fmla="*/ 1257725 w 2915191"/>
                <a:gd name="connsiteY129" fmla="*/ 396387 h 444143"/>
                <a:gd name="connsiteX130" fmla="*/ 1267469 w 2915191"/>
                <a:gd name="connsiteY130" fmla="*/ 373078 h 444143"/>
                <a:gd name="connsiteX131" fmla="*/ 1277227 w 2915191"/>
                <a:gd name="connsiteY131" fmla="*/ 401757 h 444143"/>
                <a:gd name="connsiteX132" fmla="*/ 1286971 w 2915191"/>
                <a:gd name="connsiteY132" fmla="*/ 372083 h 444143"/>
                <a:gd name="connsiteX133" fmla="*/ 1296715 w 2915191"/>
                <a:gd name="connsiteY133" fmla="*/ 362757 h 444143"/>
                <a:gd name="connsiteX134" fmla="*/ 1306474 w 2915191"/>
                <a:gd name="connsiteY134" fmla="*/ 362625 h 444143"/>
                <a:gd name="connsiteX135" fmla="*/ 1316218 w 2915191"/>
                <a:gd name="connsiteY135" fmla="*/ 384270 h 444143"/>
                <a:gd name="connsiteX136" fmla="*/ 1325977 w 2915191"/>
                <a:gd name="connsiteY136" fmla="*/ 360661 h 444143"/>
                <a:gd name="connsiteX137" fmla="*/ 1335721 w 2915191"/>
                <a:gd name="connsiteY137" fmla="*/ 384370 h 444143"/>
                <a:gd name="connsiteX138" fmla="*/ 1345465 w 2915191"/>
                <a:gd name="connsiteY138" fmla="*/ 393890 h 444143"/>
                <a:gd name="connsiteX139" fmla="*/ 1355224 w 2915191"/>
                <a:gd name="connsiteY139" fmla="*/ 417040 h 444143"/>
                <a:gd name="connsiteX140" fmla="*/ 1364967 w 2915191"/>
                <a:gd name="connsiteY140" fmla="*/ 394942 h 444143"/>
                <a:gd name="connsiteX141" fmla="*/ 1374726 w 2915191"/>
                <a:gd name="connsiteY141" fmla="*/ 366375 h 444143"/>
                <a:gd name="connsiteX142" fmla="*/ 1384470 w 2915191"/>
                <a:gd name="connsiteY142" fmla="*/ 342712 h 444143"/>
                <a:gd name="connsiteX143" fmla="*/ 1394214 w 2915191"/>
                <a:gd name="connsiteY143" fmla="*/ 348979 h 444143"/>
                <a:gd name="connsiteX144" fmla="*/ 1403973 w 2915191"/>
                <a:gd name="connsiteY144" fmla="*/ 367378 h 444143"/>
                <a:gd name="connsiteX145" fmla="*/ 1413717 w 2915191"/>
                <a:gd name="connsiteY145" fmla="*/ 402593 h 444143"/>
                <a:gd name="connsiteX146" fmla="*/ 1423476 w 2915191"/>
                <a:gd name="connsiteY146" fmla="*/ 417295 h 444143"/>
                <a:gd name="connsiteX147" fmla="*/ 1433220 w 2915191"/>
                <a:gd name="connsiteY147" fmla="*/ 423405 h 444143"/>
                <a:gd name="connsiteX148" fmla="*/ 1442964 w 2915191"/>
                <a:gd name="connsiteY148" fmla="*/ 415047 h 444143"/>
                <a:gd name="connsiteX149" fmla="*/ 1452722 w 2915191"/>
                <a:gd name="connsiteY149" fmla="*/ 399323 h 444143"/>
                <a:gd name="connsiteX150" fmla="*/ 1462466 w 2915191"/>
                <a:gd name="connsiteY150" fmla="*/ 385410 h 444143"/>
                <a:gd name="connsiteX151" fmla="*/ 1472225 w 2915191"/>
                <a:gd name="connsiteY151" fmla="*/ 391699 h 444143"/>
                <a:gd name="connsiteX152" fmla="*/ 1481969 w 2915191"/>
                <a:gd name="connsiteY152" fmla="*/ 409721 h 444143"/>
                <a:gd name="connsiteX153" fmla="*/ 1491713 w 2915191"/>
                <a:gd name="connsiteY153" fmla="*/ 437783 h 444143"/>
                <a:gd name="connsiteX154" fmla="*/ 1501472 w 2915191"/>
                <a:gd name="connsiteY154" fmla="*/ 425549 h 444143"/>
                <a:gd name="connsiteX155" fmla="*/ 1511216 w 2915191"/>
                <a:gd name="connsiteY155" fmla="*/ 444143 h 444143"/>
                <a:gd name="connsiteX156" fmla="*/ 1520960 w 2915191"/>
                <a:gd name="connsiteY156" fmla="*/ 436436 h 444143"/>
                <a:gd name="connsiteX157" fmla="*/ 1530719 w 2915191"/>
                <a:gd name="connsiteY157" fmla="*/ 400683 h 444143"/>
                <a:gd name="connsiteX158" fmla="*/ 1540463 w 2915191"/>
                <a:gd name="connsiteY158" fmla="*/ 399103 h 444143"/>
                <a:gd name="connsiteX159" fmla="*/ 1550221 w 2915191"/>
                <a:gd name="connsiteY159" fmla="*/ 411905 h 444143"/>
                <a:gd name="connsiteX160" fmla="*/ 1559965 w 2915191"/>
                <a:gd name="connsiteY160" fmla="*/ 429356 h 444143"/>
                <a:gd name="connsiteX161" fmla="*/ 1569709 w 2915191"/>
                <a:gd name="connsiteY161" fmla="*/ 424955 h 444143"/>
                <a:gd name="connsiteX162" fmla="*/ 1579468 w 2915191"/>
                <a:gd name="connsiteY162" fmla="*/ 373996 h 444143"/>
                <a:gd name="connsiteX163" fmla="*/ 1589212 w 2915191"/>
                <a:gd name="connsiteY163" fmla="*/ 391746 h 444143"/>
                <a:gd name="connsiteX164" fmla="*/ 1598971 w 2915191"/>
                <a:gd name="connsiteY164" fmla="*/ 390739 h 444143"/>
                <a:gd name="connsiteX165" fmla="*/ 1608715 w 2915191"/>
                <a:gd name="connsiteY165" fmla="*/ 388606 h 444143"/>
                <a:gd name="connsiteX166" fmla="*/ 1618459 w 2915191"/>
                <a:gd name="connsiteY166" fmla="*/ 380635 h 444143"/>
                <a:gd name="connsiteX167" fmla="*/ 1628218 w 2915191"/>
                <a:gd name="connsiteY167" fmla="*/ 346693 h 444143"/>
                <a:gd name="connsiteX168" fmla="*/ 1637962 w 2915191"/>
                <a:gd name="connsiteY168" fmla="*/ 377703 h 444143"/>
                <a:gd name="connsiteX169" fmla="*/ 1647720 w 2915191"/>
                <a:gd name="connsiteY169" fmla="*/ 374936 h 444143"/>
                <a:gd name="connsiteX170" fmla="*/ 1657464 w 2915191"/>
                <a:gd name="connsiteY170" fmla="*/ 369152 h 444143"/>
                <a:gd name="connsiteX171" fmla="*/ 1667208 w 2915191"/>
                <a:gd name="connsiteY171" fmla="*/ 359906 h 444143"/>
                <a:gd name="connsiteX172" fmla="*/ 1676967 w 2915191"/>
                <a:gd name="connsiteY172" fmla="*/ 345367 h 444143"/>
                <a:gd name="connsiteX173" fmla="*/ 1686711 w 2915191"/>
                <a:gd name="connsiteY173" fmla="*/ 350938 h 444143"/>
                <a:gd name="connsiteX174" fmla="*/ 1696470 w 2915191"/>
                <a:gd name="connsiteY174" fmla="*/ 383632 h 444143"/>
                <a:gd name="connsiteX175" fmla="*/ 1706214 w 2915191"/>
                <a:gd name="connsiteY175" fmla="*/ 393899 h 444143"/>
                <a:gd name="connsiteX176" fmla="*/ 1715958 w 2915191"/>
                <a:gd name="connsiteY176" fmla="*/ 364054 h 444143"/>
                <a:gd name="connsiteX177" fmla="*/ 1725716 w 2915191"/>
                <a:gd name="connsiteY177" fmla="*/ 373462 h 444143"/>
                <a:gd name="connsiteX178" fmla="*/ 1735460 w 2915191"/>
                <a:gd name="connsiteY178" fmla="*/ 376076 h 444143"/>
                <a:gd name="connsiteX179" fmla="*/ 1745219 w 2915191"/>
                <a:gd name="connsiteY179" fmla="*/ 362693 h 444143"/>
                <a:gd name="connsiteX180" fmla="*/ 1754963 w 2915191"/>
                <a:gd name="connsiteY180" fmla="*/ 360625 h 444143"/>
                <a:gd name="connsiteX181" fmla="*/ 1764707 w 2915191"/>
                <a:gd name="connsiteY181" fmla="*/ 354372 h 444143"/>
                <a:gd name="connsiteX182" fmla="*/ 1774466 w 2915191"/>
                <a:gd name="connsiteY182" fmla="*/ 356732 h 444143"/>
                <a:gd name="connsiteX183" fmla="*/ 1784210 w 2915191"/>
                <a:gd name="connsiteY183" fmla="*/ 337434 h 444143"/>
                <a:gd name="connsiteX184" fmla="*/ 1793969 w 2915191"/>
                <a:gd name="connsiteY184" fmla="*/ 358152 h 444143"/>
                <a:gd name="connsiteX185" fmla="*/ 1803713 w 2915191"/>
                <a:gd name="connsiteY185" fmla="*/ 336875 h 444143"/>
                <a:gd name="connsiteX186" fmla="*/ 1813457 w 2915191"/>
                <a:gd name="connsiteY186" fmla="*/ 317958 h 444143"/>
                <a:gd name="connsiteX187" fmla="*/ 1823215 w 2915191"/>
                <a:gd name="connsiteY187" fmla="*/ 297247 h 444143"/>
                <a:gd name="connsiteX188" fmla="*/ 1832959 w 2915191"/>
                <a:gd name="connsiteY188" fmla="*/ 269816 h 444143"/>
                <a:gd name="connsiteX189" fmla="*/ 1842703 w 2915191"/>
                <a:gd name="connsiteY189" fmla="*/ 272665 h 444143"/>
                <a:gd name="connsiteX190" fmla="*/ 1852462 w 2915191"/>
                <a:gd name="connsiteY190" fmla="*/ 265595 h 444143"/>
                <a:gd name="connsiteX191" fmla="*/ 1862206 w 2915191"/>
                <a:gd name="connsiteY191" fmla="*/ 227718 h 444143"/>
                <a:gd name="connsiteX192" fmla="*/ 1871965 w 2915191"/>
                <a:gd name="connsiteY192" fmla="*/ 226955 h 444143"/>
                <a:gd name="connsiteX193" fmla="*/ 1881709 w 2915191"/>
                <a:gd name="connsiteY193" fmla="*/ 226941 h 444143"/>
                <a:gd name="connsiteX194" fmla="*/ 1891453 w 2915191"/>
                <a:gd name="connsiteY194" fmla="*/ 239424 h 444143"/>
                <a:gd name="connsiteX195" fmla="*/ 1901212 w 2915191"/>
                <a:gd name="connsiteY195" fmla="*/ 235545 h 444143"/>
                <a:gd name="connsiteX196" fmla="*/ 1910956 w 2915191"/>
                <a:gd name="connsiteY196" fmla="*/ 242690 h 444143"/>
                <a:gd name="connsiteX197" fmla="*/ 1920714 w 2915191"/>
                <a:gd name="connsiteY197" fmla="*/ 261304 h 444143"/>
                <a:gd name="connsiteX198" fmla="*/ 1930458 w 2915191"/>
                <a:gd name="connsiteY198" fmla="*/ 240975 h 444143"/>
                <a:gd name="connsiteX199" fmla="*/ 1940202 w 2915191"/>
                <a:gd name="connsiteY199" fmla="*/ 233843 h 444143"/>
                <a:gd name="connsiteX200" fmla="*/ 1949961 w 2915191"/>
                <a:gd name="connsiteY200" fmla="*/ 253551 h 444143"/>
                <a:gd name="connsiteX201" fmla="*/ 1959705 w 2915191"/>
                <a:gd name="connsiteY201" fmla="*/ 255261 h 444143"/>
                <a:gd name="connsiteX202" fmla="*/ 1969464 w 2915191"/>
                <a:gd name="connsiteY202" fmla="*/ 222516 h 444143"/>
                <a:gd name="connsiteX203" fmla="*/ 1979208 w 2915191"/>
                <a:gd name="connsiteY203" fmla="*/ 244284 h 444143"/>
                <a:gd name="connsiteX204" fmla="*/ 1988952 w 2915191"/>
                <a:gd name="connsiteY204" fmla="*/ 241740 h 444143"/>
                <a:gd name="connsiteX205" fmla="*/ 1998711 w 2915191"/>
                <a:gd name="connsiteY205" fmla="*/ 268764 h 444143"/>
                <a:gd name="connsiteX206" fmla="*/ 2008454 w 2915191"/>
                <a:gd name="connsiteY206" fmla="*/ 265647 h 444143"/>
                <a:gd name="connsiteX207" fmla="*/ 2018213 w 2915191"/>
                <a:gd name="connsiteY207" fmla="*/ 253247 h 444143"/>
                <a:gd name="connsiteX208" fmla="*/ 2027957 w 2915191"/>
                <a:gd name="connsiteY208" fmla="*/ 276369 h 444143"/>
                <a:gd name="connsiteX209" fmla="*/ 2037701 w 2915191"/>
                <a:gd name="connsiteY209" fmla="*/ 265393 h 444143"/>
                <a:gd name="connsiteX210" fmla="*/ 2047460 w 2915191"/>
                <a:gd name="connsiteY210" fmla="*/ 259008 h 444143"/>
                <a:gd name="connsiteX211" fmla="*/ 2057204 w 2915191"/>
                <a:gd name="connsiteY211" fmla="*/ 266871 h 444143"/>
                <a:gd name="connsiteX212" fmla="*/ 2066963 w 2915191"/>
                <a:gd name="connsiteY212" fmla="*/ 312144 h 444143"/>
                <a:gd name="connsiteX213" fmla="*/ 2076707 w 2915191"/>
                <a:gd name="connsiteY213" fmla="*/ 305292 h 444143"/>
                <a:gd name="connsiteX214" fmla="*/ 2086451 w 2915191"/>
                <a:gd name="connsiteY214" fmla="*/ 331805 h 444143"/>
                <a:gd name="connsiteX215" fmla="*/ 2096210 w 2915191"/>
                <a:gd name="connsiteY215" fmla="*/ 332568 h 444143"/>
                <a:gd name="connsiteX216" fmla="*/ 2105954 w 2915191"/>
                <a:gd name="connsiteY216" fmla="*/ 341985 h 444143"/>
                <a:gd name="connsiteX217" fmla="*/ 2115697 w 2915191"/>
                <a:gd name="connsiteY217" fmla="*/ 380487 h 444143"/>
                <a:gd name="connsiteX218" fmla="*/ 2125456 w 2915191"/>
                <a:gd name="connsiteY218" fmla="*/ 346953 h 444143"/>
                <a:gd name="connsiteX219" fmla="*/ 2135200 w 2915191"/>
                <a:gd name="connsiteY219" fmla="*/ 288036 h 444143"/>
                <a:gd name="connsiteX220" fmla="*/ 2144959 w 2915191"/>
                <a:gd name="connsiteY220" fmla="*/ 268043 h 444143"/>
                <a:gd name="connsiteX221" fmla="*/ 2154703 w 2915191"/>
                <a:gd name="connsiteY221" fmla="*/ 280357 h 444143"/>
                <a:gd name="connsiteX222" fmla="*/ 2164447 w 2915191"/>
                <a:gd name="connsiteY222" fmla="*/ 262812 h 444143"/>
                <a:gd name="connsiteX223" fmla="*/ 2174206 w 2915191"/>
                <a:gd name="connsiteY223" fmla="*/ 254914 h 444143"/>
                <a:gd name="connsiteX224" fmla="*/ 2183950 w 2915191"/>
                <a:gd name="connsiteY224" fmla="*/ 236098 h 444143"/>
                <a:gd name="connsiteX225" fmla="*/ 2193709 w 2915191"/>
                <a:gd name="connsiteY225" fmla="*/ 233871 h 444143"/>
                <a:gd name="connsiteX226" fmla="*/ 2203452 w 2915191"/>
                <a:gd name="connsiteY226" fmla="*/ 225670 h 444143"/>
                <a:gd name="connsiteX227" fmla="*/ 2213196 w 2915191"/>
                <a:gd name="connsiteY227" fmla="*/ 220719 h 444143"/>
                <a:gd name="connsiteX228" fmla="*/ 2222955 w 2915191"/>
                <a:gd name="connsiteY228" fmla="*/ 222469 h 444143"/>
                <a:gd name="connsiteX229" fmla="*/ 2232699 w 2915191"/>
                <a:gd name="connsiteY229" fmla="*/ 182350 h 444143"/>
                <a:gd name="connsiteX230" fmla="*/ 2242458 w 2915191"/>
                <a:gd name="connsiteY230" fmla="*/ 175325 h 444143"/>
                <a:gd name="connsiteX231" fmla="*/ 2252202 w 2915191"/>
                <a:gd name="connsiteY231" fmla="*/ 197854 h 444143"/>
                <a:gd name="connsiteX232" fmla="*/ 2261946 w 2915191"/>
                <a:gd name="connsiteY232" fmla="*/ 207485 h 444143"/>
                <a:gd name="connsiteX233" fmla="*/ 2271705 w 2915191"/>
                <a:gd name="connsiteY233" fmla="*/ 223762 h 444143"/>
                <a:gd name="connsiteX234" fmla="*/ 2281449 w 2915191"/>
                <a:gd name="connsiteY234" fmla="*/ 227701 h 444143"/>
                <a:gd name="connsiteX235" fmla="*/ 2291208 w 2915191"/>
                <a:gd name="connsiteY235" fmla="*/ 241888 h 444143"/>
                <a:gd name="connsiteX236" fmla="*/ 2300951 w 2915191"/>
                <a:gd name="connsiteY236" fmla="*/ 271857 h 444143"/>
                <a:gd name="connsiteX237" fmla="*/ 2310695 w 2915191"/>
                <a:gd name="connsiteY237" fmla="*/ 268162 h 444143"/>
                <a:gd name="connsiteX238" fmla="*/ 2320454 w 2915191"/>
                <a:gd name="connsiteY238" fmla="*/ 284450 h 444143"/>
                <a:gd name="connsiteX239" fmla="*/ 2330198 w 2915191"/>
                <a:gd name="connsiteY239" fmla="*/ 253372 h 444143"/>
                <a:gd name="connsiteX240" fmla="*/ 2339957 w 2915191"/>
                <a:gd name="connsiteY240" fmla="*/ 228214 h 444143"/>
                <a:gd name="connsiteX241" fmla="*/ 2349701 w 2915191"/>
                <a:gd name="connsiteY241" fmla="*/ 229075 h 444143"/>
                <a:gd name="connsiteX242" fmla="*/ 2359445 w 2915191"/>
                <a:gd name="connsiteY242" fmla="*/ 231475 h 444143"/>
                <a:gd name="connsiteX243" fmla="*/ 2369204 w 2915191"/>
                <a:gd name="connsiteY243" fmla="*/ 249632 h 444143"/>
                <a:gd name="connsiteX244" fmla="*/ 2378948 w 2915191"/>
                <a:gd name="connsiteY244" fmla="*/ 258314 h 444143"/>
                <a:gd name="connsiteX245" fmla="*/ 2388692 w 2915191"/>
                <a:gd name="connsiteY245" fmla="*/ 270332 h 444143"/>
                <a:gd name="connsiteX246" fmla="*/ 2398450 w 2915191"/>
                <a:gd name="connsiteY246" fmla="*/ 266984 h 444143"/>
                <a:gd name="connsiteX247" fmla="*/ 2408194 w 2915191"/>
                <a:gd name="connsiteY247" fmla="*/ 286162 h 444143"/>
                <a:gd name="connsiteX248" fmla="*/ 2417953 w 2915191"/>
                <a:gd name="connsiteY248" fmla="*/ 285973 h 444143"/>
                <a:gd name="connsiteX249" fmla="*/ 2427697 w 2915191"/>
                <a:gd name="connsiteY249" fmla="*/ 316252 h 444143"/>
                <a:gd name="connsiteX250" fmla="*/ 2437441 w 2915191"/>
                <a:gd name="connsiteY250" fmla="*/ 336897 h 444143"/>
                <a:gd name="connsiteX251" fmla="*/ 2447200 w 2915191"/>
                <a:gd name="connsiteY251" fmla="*/ 348580 h 444143"/>
                <a:gd name="connsiteX252" fmla="*/ 2456944 w 2915191"/>
                <a:gd name="connsiteY252" fmla="*/ 373063 h 444143"/>
                <a:gd name="connsiteX253" fmla="*/ 2466703 w 2915191"/>
                <a:gd name="connsiteY253" fmla="*/ 362585 h 444143"/>
                <a:gd name="connsiteX254" fmla="*/ 2476446 w 2915191"/>
                <a:gd name="connsiteY254" fmla="*/ 336532 h 444143"/>
                <a:gd name="connsiteX255" fmla="*/ 2486190 w 2915191"/>
                <a:gd name="connsiteY255" fmla="*/ 336535 h 444143"/>
                <a:gd name="connsiteX256" fmla="*/ 2495949 w 2915191"/>
                <a:gd name="connsiteY256" fmla="*/ 368626 h 444143"/>
                <a:gd name="connsiteX257" fmla="*/ 2505693 w 2915191"/>
                <a:gd name="connsiteY257" fmla="*/ 375219 h 444143"/>
                <a:gd name="connsiteX258" fmla="*/ 2515452 w 2915191"/>
                <a:gd name="connsiteY258" fmla="*/ 360923 h 444143"/>
                <a:gd name="connsiteX259" fmla="*/ 2525196 w 2915191"/>
                <a:gd name="connsiteY259" fmla="*/ 342079 h 444143"/>
                <a:gd name="connsiteX260" fmla="*/ 2534940 w 2915191"/>
                <a:gd name="connsiteY260" fmla="*/ 365897 h 444143"/>
                <a:gd name="connsiteX261" fmla="*/ 2544699 w 2915191"/>
                <a:gd name="connsiteY261" fmla="*/ 366412 h 444143"/>
                <a:gd name="connsiteX262" fmla="*/ 2554443 w 2915191"/>
                <a:gd name="connsiteY262" fmla="*/ 379674 h 444143"/>
                <a:gd name="connsiteX263" fmla="*/ 2564202 w 2915191"/>
                <a:gd name="connsiteY263" fmla="*/ 364544 h 444143"/>
                <a:gd name="connsiteX264" fmla="*/ 2573946 w 2915191"/>
                <a:gd name="connsiteY264" fmla="*/ 338183 h 444143"/>
                <a:gd name="connsiteX265" fmla="*/ 2583690 w 2915191"/>
                <a:gd name="connsiteY265" fmla="*/ 312187 h 444143"/>
                <a:gd name="connsiteX266" fmla="*/ 2593448 w 2915191"/>
                <a:gd name="connsiteY266" fmla="*/ 337606 h 444143"/>
                <a:gd name="connsiteX267" fmla="*/ 2603192 w 2915191"/>
                <a:gd name="connsiteY267" fmla="*/ 340346 h 444143"/>
                <a:gd name="connsiteX268" fmla="*/ 2612951 w 2915191"/>
                <a:gd name="connsiteY268" fmla="*/ 332133 h 444143"/>
                <a:gd name="connsiteX269" fmla="*/ 2622695 w 2915191"/>
                <a:gd name="connsiteY269" fmla="*/ 332536 h 444143"/>
                <a:gd name="connsiteX270" fmla="*/ 2632439 w 2915191"/>
                <a:gd name="connsiteY270" fmla="*/ 296320 h 444143"/>
                <a:gd name="connsiteX271" fmla="*/ 2642198 w 2915191"/>
                <a:gd name="connsiteY271" fmla="*/ 337162 h 444143"/>
                <a:gd name="connsiteX272" fmla="*/ 2651942 w 2915191"/>
                <a:gd name="connsiteY272" fmla="*/ 336818 h 444143"/>
                <a:gd name="connsiteX273" fmla="*/ 2661685 w 2915191"/>
                <a:gd name="connsiteY273" fmla="*/ 356673 h 444143"/>
                <a:gd name="connsiteX274" fmla="*/ 2671444 w 2915191"/>
                <a:gd name="connsiteY274" fmla="*/ 336204 h 444143"/>
                <a:gd name="connsiteX275" fmla="*/ 2681188 w 2915191"/>
                <a:gd name="connsiteY275" fmla="*/ 324445 h 444143"/>
                <a:gd name="connsiteX276" fmla="*/ 2690947 w 2915191"/>
                <a:gd name="connsiteY276" fmla="*/ 333730 h 444143"/>
                <a:gd name="connsiteX277" fmla="*/ 2700691 w 2915191"/>
                <a:gd name="connsiteY277" fmla="*/ 333319 h 444143"/>
                <a:gd name="connsiteX278" fmla="*/ 2710435 w 2915191"/>
                <a:gd name="connsiteY278" fmla="*/ 324363 h 444143"/>
                <a:gd name="connsiteX279" fmla="*/ 2720194 w 2915191"/>
                <a:gd name="connsiteY279" fmla="*/ 317661 h 444143"/>
                <a:gd name="connsiteX280" fmla="*/ 2729938 w 2915191"/>
                <a:gd name="connsiteY280" fmla="*/ 340823 h 444143"/>
                <a:gd name="connsiteX281" fmla="*/ 2739697 w 2915191"/>
                <a:gd name="connsiteY281" fmla="*/ 364221 h 444143"/>
                <a:gd name="connsiteX282" fmla="*/ 2749441 w 2915191"/>
                <a:gd name="connsiteY282" fmla="*/ 328780 h 444143"/>
                <a:gd name="connsiteX283" fmla="*/ 2759185 w 2915191"/>
                <a:gd name="connsiteY283" fmla="*/ 318135 h 444143"/>
                <a:gd name="connsiteX284" fmla="*/ 2768943 w 2915191"/>
                <a:gd name="connsiteY284" fmla="*/ 273681 h 444143"/>
                <a:gd name="connsiteX285" fmla="*/ 2778687 w 2915191"/>
                <a:gd name="connsiteY285" fmla="*/ 286636 h 444143"/>
                <a:gd name="connsiteX286" fmla="*/ 2788446 w 2915191"/>
                <a:gd name="connsiteY286" fmla="*/ 301195 h 444143"/>
                <a:gd name="connsiteX287" fmla="*/ 2798190 w 2915191"/>
                <a:gd name="connsiteY287" fmla="*/ 302589 h 444143"/>
                <a:gd name="connsiteX288" fmla="*/ 2807934 w 2915191"/>
                <a:gd name="connsiteY288" fmla="*/ 272908 h 444143"/>
                <a:gd name="connsiteX289" fmla="*/ 2817693 w 2915191"/>
                <a:gd name="connsiteY289" fmla="*/ 261315 h 444143"/>
                <a:gd name="connsiteX290" fmla="*/ 2827437 w 2915191"/>
                <a:gd name="connsiteY290" fmla="*/ 263997 h 444143"/>
                <a:gd name="connsiteX291" fmla="*/ 2837196 w 2915191"/>
                <a:gd name="connsiteY291" fmla="*/ 255929 h 444143"/>
                <a:gd name="connsiteX292" fmla="*/ 2846940 w 2915191"/>
                <a:gd name="connsiteY292" fmla="*/ 280663 h 444143"/>
                <a:gd name="connsiteX293" fmla="*/ 2856684 w 2915191"/>
                <a:gd name="connsiteY293" fmla="*/ 307427 h 444143"/>
                <a:gd name="connsiteX294" fmla="*/ 2866442 w 2915191"/>
                <a:gd name="connsiteY294" fmla="*/ 298591 h 444143"/>
                <a:gd name="connsiteX295" fmla="*/ 2876186 w 2915191"/>
                <a:gd name="connsiteY295" fmla="*/ 307409 h 444143"/>
                <a:gd name="connsiteX296" fmla="*/ 2885945 w 2915191"/>
                <a:gd name="connsiteY296" fmla="*/ 306339 h 444143"/>
                <a:gd name="connsiteX297" fmla="*/ 2895689 w 2915191"/>
                <a:gd name="connsiteY297" fmla="*/ 326192 h 444143"/>
                <a:gd name="connsiteX298" fmla="*/ 2905433 w 2915191"/>
                <a:gd name="connsiteY298" fmla="*/ 327730 h 444143"/>
                <a:gd name="connsiteX299" fmla="*/ 2915192 w 2915191"/>
                <a:gd name="connsiteY299" fmla="*/ 347839 h 444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44143">
                  <a:moveTo>
                    <a:pt x="0" y="89166"/>
                  </a:moveTo>
                  <a:lnTo>
                    <a:pt x="9750" y="71169"/>
                  </a:lnTo>
                  <a:lnTo>
                    <a:pt x="19500" y="53607"/>
                  </a:lnTo>
                  <a:lnTo>
                    <a:pt x="29250" y="72166"/>
                  </a:lnTo>
                  <a:lnTo>
                    <a:pt x="39000" y="52726"/>
                  </a:lnTo>
                  <a:lnTo>
                    <a:pt x="48749" y="35641"/>
                  </a:lnTo>
                  <a:lnTo>
                    <a:pt x="58499" y="57151"/>
                  </a:lnTo>
                  <a:lnTo>
                    <a:pt x="68249" y="65331"/>
                  </a:lnTo>
                  <a:lnTo>
                    <a:pt x="77998" y="30205"/>
                  </a:lnTo>
                  <a:lnTo>
                    <a:pt x="87748" y="5690"/>
                  </a:lnTo>
                  <a:lnTo>
                    <a:pt x="97497" y="0"/>
                  </a:lnTo>
                  <a:lnTo>
                    <a:pt x="107247" y="5544"/>
                  </a:lnTo>
                  <a:lnTo>
                    <a:pt x="116997" y="38153"/>
                  </a:lnTo>
                  <a:lnTo>
                    <a:pt x="126747" y="42021"/>
                  </a:lnTo>
                  <a:lnTo>
                    <a:pt x="136497" y="91015"/>
                  </a:lnTo>
                  <a:lnTo>
                    <a:pt x="146247" y="49407"/>
                  </a:lnTo>
                  <a:lnTo>
                    <a:pt x="155997" y="92786"/>
                  </a:lnTo>
                  <a:lnTo>
                    <a:pt x="165747" y="74540"/>
                  </a:lnTo>
                  <a:lnTo>
                    <a:pt x="175497" y="50235"/>
                  </a:lnTo>
                  <a:lnTo>
                    <a:pt x="185247" y="84373"/>
                  </a:lnTo>
                  <a:lnTo>
                    <a:pt x="194996" y="50198"/>
                  </a:lnTo>
                  <a:lnTo>
                    <a:pt x="204746" y="106787"/>
                  </a:lnTo>
                  <a:lnTo>
                    <a:pt x="214495" y="104592"/>
                  </a:lnTo>
                  <a:lnTo>
                    <a:pt x="224245" y="84012"/>
                  </a:lnTo>
                  <a:lnTo>
                    <a:pt x="233995" y="62524"/>
                  </a:lnTo>
                  <a:lnTo>
                    <a:pt x="243744" y="57464"/>
                  </a:lnTo>
                  <a:lnTo>
                    <a:pt x="253494" y="34849"/>
                  </a:lnTo>
                  <a:lnTo>
                    <a:pt x="263244" y="21414"/>
                  </a:lnTo>
                  <a:lnTo>
                    <a:pt x="272994" y="57334"/>
                  </a:lnTo>
                  <a:lnTo>
                    <a:pt x="282744" y="70539"/>
                  </a:lnTo>
                  <a:lnTo>
                    <a:pt x="292494" y="101882"/>
                  </a:lnTo>
                  <a:lnTo>
                    <a:pt x="302244" y="88887"/>
                  </a:lnTo>
                  <a:lnTo>
                    <a:pt x="311994" y="89710"/>
                  </a:lnTo>
                  <a:lnTo>
                    <a:pt x="321744" y="97377"/>
                  </a:lnTo>
                  <a:lnTo>
                    <a:pt x="331493" y="88014"/>
                  </a:lnTo>
                  <a:lnTo>
                    <a:pt x="341243" y="80098"/>
                  </a:lnTo>
                  <a:lnTo>
                    <a:pt x="350993" y="56314"/>
                  </a:lnTo>
                  <a:lnTo>
                    <a:pt x="360742" y="61417"/>
                  </a:lnTo>
                  <a:lnTo>
                    <a:pt x="370492" y="48241"/>
                  </a:lnTo>
                  <a:lnTo>
                    <a:pt x="380241" y="47769"/>
                  </a:lnTo>
                  <a:lnTo>
                    <a:pt x="389991" y="72315"/>
                  </a:lnTo>
                  <a:lnTo>
                    <a:pt x="399741" y="47979"/>
                  </a:lnTo>
                  <a:lnTo>
                    <a:pt x="409491" y="87137"/>
                  </a:lnTo>
                  <a:lnTo>
                    <a:pt x="419241" y="88962"/>
                  </a:lnTo>
                  <a:lnTo>
                    <a:pt x="428991" y="92912"/>
                  </a:lnTo>
                  <a:lnTo>
                    <a:pt x="438741" y="129022"/>
                  </a:lnTo>
                  <a:lnTo>
                    <a:pt x="448491" y="136993"/>
                  </a:lnTo>
                  <a:lnTo>
                    <a:pt x="458241" y="160975"/>
                  </a:lnTo>
                  <a:lnTo>
                    <a:pt x="467991" y="164886"/>
                  </a:lnTo>
                  <a:lnTo>
                    <a:pt x="477740" y="163388"/>
                  </a:lnTo>
                  <a:lnTo>
                    <a:pt x="487490" y="141923"/>
                  </a:lnTo>
                  <a:lnTo>
                    <a:pt x="497239" y="148391"/>
                  </a:lnTo>
                  <a:lnTo>
                    <a:pt x="506989" y="169966"/>
                  </a:lnTo>
                  <a:lnTo>
                    <a:pt x="516738" y="181213"/>
                  </a:lnTo>
                  <a:lnTo>
                    <a:pt x="526488" y="196057"/>
                  </a:lnTo>
                  <a:lnTo>
                    <a:pt x="536238" y="224885"/>
                  </a:lnTo>
                  <a:lnTo>
                    <a:pt x="545988" y="204925"/>
                  </a:lnTo>
                  <a:lnTo>
                    <a:pt x="555738" y="182058"/>
                  </a:lnTo>
                  <a:lnTo>
                    <a:pt x="565488" y="197273"/>
                  </a:lnTo>
                  <a:lnTo>
                    <a:pt x="575238" y="187094"/>
                  </a:lnTo>
                  <a:lnTo>
                    <a:pt x="584988" y="201573"/>
                  </a:lnTo>
                  <a:lnTo>
                    <a:pt x="594738" y="175620"/>
                  </a:lnTo>
                  <a:lnTo>
                    <a:pt x="604488" y="158197"/>
                  </a:lnTo>
                  <a:lnTo>
                    <a:pt x="614237" y="189977"/>
                  </a:lnTo>
                  <a:lnTo>
                    <a:pt x="623987" y="191115"/>
                  </a:lnTo>
                  <a:lnTo>
                    <a:pt x="633736" y="181856"/>
                  </a:lnTo>
                  <a:lnTo>
                    <a:pt x="643486" y="198895"/>
                  </a:lnTo>
                  <a:lnTo>
                    <a:pt x="653236" y="224315"/>
                  </a:lnTo>
                  <a:lnTo>
                    <a:pt x="662985" y="268801"/>
                  </a:lnTo>
                  <a:lnTo>
                    <a:pt x="672735" y="273930"/>
                  </a:lnTo>
                  <a:lnTo>
                    <a:pt x="682485" y="288170"/>
                  </a:lnTo>
                  <a:lnTo>
                    <a:pt x="692235" y="279864"/>
                  </a:lnTo>
                  <a:lnTo>
                    <a:pt x="701985" y="255166"/>
                  </a:lnTo>
                  <a:lnTo>
                    <a:pt x="711735" y="261400"/>
                  </a:lnTo>
                  <a:lnTo>
                    <a:pt x="721485" y="264245"/>
                  </a:lnTo>
                  <a:lnTo>
                    <a:pt x="731235" y="268618"/>
                  </a:lnTo>
                  <a:lnTo>
                    <a:pt x="740985" y="270731"/>
                  </a:lnTo>
                  <a:lnTo>
                    <a:pt x="750734" y="263454"/>
                  </a:lnTo>
                  <a:lnTo>
                    <a:pt x="760484" y="243256"/>
                  </a:lnTo>
                  <a:lnTo>
                    <a:pt x="770233" y="246836"/>
                  </a:lnTo>
                  <a:lnTo>
                    <a:pt x="779983" y="252152"/>
                  </a:lnTo>
                  <a:lnTo>
                    <a:pt x="789733" y="268743"/>
                  </a:lnTo>
                  <a:lnTo>
                    <a:pt x="799482" y="266352"/>
                  </a:lnTo>
                  <a:lnTo>
                    <a:pt x="809232" y="271889"/>
                  </a:lnTo>
                  <a:lnTo>
                    <a:pt x="818982" y="278766"/>
                  </a:lnTo>
                  <a:lnTo>
                    <a:pt x="828732" y="285102"/>
                  </a:lnTo>
                  <a:lnTo>
                    <a:pt x="838482" y="279018"/>
                  </a:lnTo>
                  <a:lnTo>
                    <a:pt x="848232" y="276299"/>
                  </a:lnTo>
                  <a:lnTo>
                    <a:pt x="857982" y="256058"/>
                  </a:lnTo>
                  <a:lnTo>
                    <a:pt x="867732" y="241585"/>
                  </a:lnTo>
                  <a:lnTo>
                    <a:pt x="877482" y="284076"/>
                  </a:lnTo>
                  <a:lnTo>
                    <a:pt x="887231" y="294428"/>
                  </a:lnTo>
                  <a:lnTo>
                    <a:pt x="896981" y="279554"/>
                  </a:lnTo>
                  <a:lnTo>
                    <a:pt x="906730" y="264770"/>
                  </a:lnTo>
                  <a:lnTo>
                    <a:pt x="916480" y="257095"/>
                  </a:lnTo>
                  <a:lnTo>
                    <a:pt x="926230" y="274794"/>
                  </a:lnTo>
                  <a:lnTo>
                    <a:pt x="935979" y="308434"/>
                  </a:lnTo>
                  <a:lnTo>
                    <a:pt x="945729" y="306283"/>
                  </a:lnTo>
                  <a:lnTo>
                    <a:pt x="955479" y="322606"/>
                  </a:lnTo>
                  <a:lnTo>
                    <a:pt x="965229" y="326189"/>
                  </a:lnTo>
                  <a:lnTo>
                    <a:pt x="974979" y="312350"/>
                  </a:lnTo>
                  <a:lnTo>
                    <a:pt x="984729" y="297573"/>
                  </a:lnTo>
                  <a:lnTo>
                    <a:pt x="994474" y="278390"/>
                  </a:lnTo>
                  <a:lnTo>
                    <a:pt x="1004233" y="262504"/>
                  </a:lnTo>
                  <a:lnTo>
                    <a:pt x="1013977" y="273620"/>
                  </a:lnTo>
                  <a:lnTo>
                    <a:pt x="1023721" y="261526"/>
                  </a:lnTo>
                  <a:lnTo>
                    <a:pt x="1033480" y="287416"/>
                  </a:lnTo>
                  <a:lnTo>
                    <a:pt x="1043224" y="270473"/>
                  </a:lnTo>
                  <a:lnTo>
                    <a:pt x="1052983" y="268763"/>
                  </a:lnTo>
                  <a:lnTo>
                    <a:pt x="1062727" y="278277"/>
                  </a:lnTo>
                  <a:lnTo>
                    <a:pt x="1072471" y="289416"/>
                  </a:lnTo>
                  <a:lnTo>
                    <a:pt x="1082230" y="293114"/>
                  </a:lnTo>
                  <a:lnTo>
                    <a:pt x="1091973" y="308564"/>
                  </a:lnTo>
                  <a:lnTo>
                    <a:pt x="1101732" y="301558"/>
                  </a:lnTo>
                  <a:lnTo>
                    <a:pt x="1111476" y="334171"/>
                  </a:lnTo>
                  <a:lnTo>
                    <a:pt x="1121220" y="348240"/>
                  </a:lnTo>
                  <a:lnTo>
                    <a:pt x="1130979" y="339181"/>
                  </a:lnTo>
                  <a:lnTo>
                    <a:pt x="1140723" y="359542"/>
                  </a:lnTo>
                  <a:lnTo>
                    <a:pt x="1150482" y="339998"/>
                  </a:lnTo>
                  <a:lnTo>
                    <a:pt x="1160226" y="320085"/>
                  </a:lnTo>
                  <a:lnTo>
                    <a:pt x="1169969" y="295795"/>
                  </a:lnTo>
                  <a:lnTo>
                    <a:pt x="1179728" y="291013"/>
                  </a:lnTo>
                  <a:lnTo>
                    <a:pt x="1189472" y="294516"/>
                  </a:lnTo>
                  <a:lnTo>
                    <a:pt x="1199231" y="307782"/>
                  </a:lnTo>
                  <a:lnTo>
                    <a:pt x="1208975" y="328557"/>
                  </a:lnTo>
                  <a:lnTo>
                    <a:pt x="1218719" y="350390"/>
                  </a:lnTo>
                  <a:lnTo>
                    <a:pt x="1228478" y="329956"/>
                  </a:lnTo>
                  <a:lnTo>
                    <a:pt x="1238222" y="356604"/>
                  </a:lnTo>
                  <a:lnTo>
                    <a:pt x="1247966" y="375393"/>
                  </a:lnTo>
                  <a:lnTo>
                    <a:pt x="1257725" y="396387"/>
                  </a:lnTo>
                  <a:lnTo>
                    <a:pt x="1267469" y="373078"/>
                  </a:lnTo>
                  <a:lnTo>
                    <a:pt x="1277227" y="401757"/>
                  </a:lnTo>
                  <a:lnTo>
                    <a:pt x="1286971" y="372083"/>
                  </a:lnTo>
                  <a:lnTo>
                    <a:pt x="1296715" y="362757"/>
                  </a:lnTo>
                  <a:lnTo>
                    <a:pt x="1306474" y="362625"/>
                  </a:lnTo>
                  <a:lnTo>
                    <a:pt x="1316218" y="384270"/>
                  </a:lnTo>
                  <a:lnTo>
                    <a:pt x="1325977" y="360661"/>
                  </a:lnTo>
                  <a:lnTo>
                    <a:pt x="1335721" y="384370"/>
                  </a:lnTo>
                  <a:lnTo>
                    <a:pt x="1345465" y="393890"/>
                  </a:lnTo>
                  <a:lnTo>
                    <a:pt x="1355224" y="417040"/>
                  </a:lnTo>
                  <a:lnTo>
                    <a:pt x="1364967" y="394942"/>
                  </a:lnTo>
                  <a:lnTo>
                    <a:pt x="1374726" y="366375"/>
                  </a:lnTo>
                  <a:lnTo>
                    <a:pt x="1384470" y="342712"/>
                  </a:lnTo>
                  <a:lnTo>
                    <a:pt x="1394214" y="348979"/>
                  </a:lnTo>
                  <a:lnTo>
                    <a:pt x="1403973" y="367378"/>
                  </a:lnTo>
                  <a:lnTo>
                    <a:pt x="1413717" y="402593"/>
                  </a:lnTo>
                  <a:lnTo>
                    <a:pt x="1423476" y="417295"/>
                  </a:lnTo>
                  <a:lnTo>
                    <a:pt x="1433220" y="423405"/>
                  </a:lnTo>
                  <a:lnTo>
                    <a:pt x="1442964" y="415047"/>
                  </a:lnTo>
                  <a:lnTo>
                    <a:pt x="1452722" y="399323"/>
                  </a:lnTo>
                  <a:lnTo>
                    <a:pt x="1462466" y="385410"/>
                  </a:lnTo>
                  <a:lnTo>
                    <a:pt x="1472225" y="391699"/>
                  </a:lnTo>
                  <a:lnTo>
                    <a:pt x="1481969" y="409721"/>
                  </a:lnTo>
                  <a:lnTo>
                    <a:pt x="1491713" y="437783"/>
                  </a:lnTo>
                  <a:lnTo>
                    <a:pt x="1501472" y="425549"/>
                  </a:lnTo>
                  <a:lnTo>
                    <a:pt x="1511216" y="444143"/>
                  </a:lnTo>
                  <a:lnTo>
                    <a:pt x="1520960" y="436436"/>
                  </a:lnTo>
                  <a:lnTo>
                    <a:pt x="1530719" y="400683"/>
                  </a:lnTo>
                  <a:lnTo>
                    <a:pt x="1540463" y="399103"/>
                  </a:lnTo>
                  <a:lnTo>
                    <a:pt x="1550221" y="411905"/>
                  </a:lnTo>
                  <a:lnTo>
                    <a:pt x="1559965" y="429356"/>
                  </a:lnTo>
                  <a:lnTo>
                    <a:pt x="1569709" y="424955"/>
                  </a:lnTo>
                  <a:lnTo>
                    <a:pt x="1579468" y="373996"/>
                  </a:lnTo>
                  <a:lnTo>
                    <a:pt x="1589212" y="391746"/>
                  </a:lnTo>
                  <a:lnTo>
                    <a:pt x="1598971" y="390739"/>
                  </a:lnTo>
                  <a:lnTo>
                    <a:pt x="1608715" y="388606"/>
                  </a:lnTo>
                  <a:lnTo>
                    <a:pt x="1618459" y="380635"/>
                  </a:lnTo>
                  <a:lnTo>
                    <a:pt x="1628218" y="346693"/>
                  </a:lnTo>
                  <a:lnTo>
                    <a:pt x="1637962" y="377703"/>
                  </a:lnTo>
                  <a:lnTo>
                    <a:pt x="1647720" y="374936"/>
                  </a:lnTo>
                  <a:lnTo>
                    <a:pt x="1657464" y="369152"/>
                  </a:lnTo>
                  <a:lnTo>
                    <a:pt x="1667208" y="359906"/>
                  </a:lnTo>
                  <a:lnTo>
                    <a:pt x="1676967" y="345367"/>
                  </a:lnTo>
                  <a:lnTo>
                    <a:pt x="1686711" y="350938"/>
                  </a:lnTo>
                  <a:lnTo>
                    <a:pt x="1696470" y="383632"/>
                  </a:lnTo>
                  <a:lnTo>
                    <a:pt x="1706214" y="393899"/>
                  </a:lnTo>
                  <a:lnTo>
                    <a:pt x="1715958" y="364054"/>
                  </a:lnTo>
                  <a:lnTo>
                    <a:pt x="1725716" y="373462"/>
                  </a:lnTo>
                  <a:lnTo>
                    <a:pt x="1735460" y="376076"/>
                  </a:lnTo>
                  <a:lnTo>
                    <a:pt x="1745219" y="362693"/>
                  </a:lnTo>
                  <a:lnTo>
                    <a:pt x="1754963" y="360625"/>
                  </a:lnTo>
                  <a:lnTo>
                    <a:pt x="1764707" y="354372"/>
                  </a:lnTo>
                  <a:lnTo>
                    <a:pt x="1774466" y="356732"/>
                  </a:lnTo>
                  <a:lnTo>
                    <a:pt x="1784210" y="337434"/>
                  </a:lnTo>
                  <a:lnTo>
                    <a:pt x="1793969" y="358152"/>
                  </a:lnTo>
                  <a:lnTo>
                    <a:pt x="1803713" y="336875"/>
                  </a:lnTo>
                  <a:lnTo>
                    <a:pt x="1813457" y="317958"/>
                  </a:lnTo>
                  <a:lnTo>
                    <a:pt x="1823215" y="297247"/>
                  </a:lnTo>
                  <a:lnTo>
                    <a:pt x="1832959" y="269816"/>
                  </a:lnTo>
                  <a:lnTo>
                    <a:pt x="1842703" y="272665"/>
                  </a:lnTo>
                  <a:lnTo>
                    <a:pt x="1852462" y="265595"/>
                  </a:lnTo>
                  <a:lnTo>
                    <a:pt x="1862206" y="227718"/>
                  </a:lnTo>
                  <a:lnTo>
                    <a:pt x="1871965" y="226955"/>
                  </a:lnTo>
                  <a:lnTo>
                    <a:pt x="1881709" y="226941"/>
                  </a:lnTo>
                  <a:lnTo>
                    <a:pt x="1891453" y="239424"/>
                  </a:lnTo>
                  <a:lnTo>
                    <a:pt x="1901212" y="235545"/>
                  </a:lnTo>
                  <a:lnTo>
                    <a:pt x="1910956" y="242690"/>
                  </a:lnTo>
                  <a:lnTo>
                    <a:pt x="1920714" y="261304"/>
                  </a:lnTo>
                  <a:lnTo>
                    <a:pt x="1930458" y="240975"/>
                  </a:lnTo>
                  <a:lnTo>
                    <a:pt x="1940202" y="233843"/>
                  </a:lnTo>
                  <a:lnTo>
                    <a:pt x="1949961" y="253551"/>
                  </a:lnTo>
                  <a:lnTo>
                    <a:pt x="1959705" y="255261"/>
                  </a:lnTo>
                  <a:lnTo>
                    <a:pt x="1969464" y="222516"/>
                  </a:lnTo>
                  <a:lnTo>
                    <a:pt x="1979208" y="244284"/>
                  </a:lnTo>
                  <a:lnTo>
                    <a:pt x="1988952" y="241740"/>
                  </a:lnTo>
                  <a:lnTo>
                    <a:pt x="1998711" y="268764"/>
                  </a:lnTo>
                  <a:lnTo>
                    <a:pt x="2008454" y="265647"/>
                  </a:lnTo>
                  <a:lnTo>
                    <a:pt x="2018213" y="253247"/>
                  </a:lnTo>
                  <a:lnTo>
                    <a:pt x="2027957" y="276369"/>
                  </a:lnTo>
                  <a:lnTo>
                    <a:pt x="2037701" y="265393"/>
                  </a:lnTo>
                  <a:lnTo>
                    <a:pt x="2047460" y="259008"/>
                  </a:lnTo>
                  <a:lnTo>
                    <a:pt x="2057204" y="266871"/>
                  </a:lnTo>
                  <a:lnTo>
                    <a:pt x="2066963" y="312144"/>
                  </a:lnTo>
                  <a:lnTo>
                    <a:pt x="2076707" y="305292"/>
                  </a:lnTo>
                  <a:lnTo>
                    <a:pt x="2086451" y="331805"/>
                  </a:lnTo>
                  <a:lnTo>
                    <a:pt x="2096210" y="332568"/>
                  </a:lnTo>
                  <a:lnTo>
                    <a:pt x="2105954" y="341985"/>
                  </a:lnTo>
                  <a:lnTo>
                    <a:pt x="2115697" y="380487"/>
                  </a:lnTo>
                  <a:lnTo>
                    <a:pt x="2125456" y="346953"/>
                  </a:lnTo>
                  <a:lnTo>
                    <a:pt x="2135200" y="288036"/>
                  </a:lnTo>
                  <a:lnTo>
                    <a:pt x="2144959" y="268043"/>
                  </a:lnTo>
                  <a:lnTo>
                    <a:pt x="2154703" y="280357"/>
                  </a:lnTo>
                  <a:lnTo>
                    <a:pt x="2164447" y="262812"/>
                  </a:lnTo>
                  <a:lnTo>
                    <a:pt x="2174206" y="254914"/>
                  </a:lnTo>
                  <a:lnTo>
                    <a:pt x="2183950" y="236098"/>
                  </a:lnTo>
                  <a:lnTo>
                    <a:pt x="2193709" y="233871"/>
                  </a:lnTo>
                  <a:lnTo>
                    <a:pt x="2203452" y="225670"/>
                  </a:lnTo>
                  <a:lnTo>
                    <a:pt x="2213196" y="220719"/>
                  </a:lnTo>
                  <a:lnTo>
                    <a:pt x="2222955" y="222469"/>
                  </a:lnTo>
                  <a:lnTo>
                    <a:pt x="2232699" y="182350"/>
                  </a:lnTo>
                  <a:lnTo>
                    <a:pt x="2242458" y="175325"/>
                  </a:lnTo>
                  <a:lnTo>
                    <a:pt x="2252202" y="197854"/>
                  </a:lnTo>
                  <a:lnTo>
                    <a:pt x="2261946" y="207485"/>
                  </a:lnTo>
                  <a:lnTo>
                    <a:pt x="2271705" y="223762"/>
                  </a:lnTo>
                  <a:lnTo>
                    <a:pt x="2281449" y="227701"/>
                  </a:lnTo>
                  <a:lnTo>
                    <a:pt x="2291208" y="241888"/>
                  </a:lnTo>
                  <a:lnTo>
                    <a:pt x="2300951" y="271857"/>
                  </a:lnTo>
                  <a:lnTo>
                    <a:pt x="2310695" y="268162"/>
                  </a:lnTo>
                  <a:lnTo>
                    <a:pt x="2320454" y="284450"/>
                  </a:lnTo>
                  <a:lnTo>
                    <a:pt x="2330198" y="253372"/>
                  </a:lnTo>
                  <a:lnTo>
                    <a:pt x="2339957" y="228214"/>
                  </a:lnTo>
                  <a:lnTo>
                    <a:pt x="2349701" y="229075"/>
                  </a:lnTo>
                  <a:lnTo>
                    <a:pt x="2359445" y="231475"/>
                  </a:lnTo>
                  <a:lnTo>
                    <a:pt x="2369204" y="249632"/>
                  </a:lnTo>
                  <a:lnTo>
                    <a:pt x="2378948" y="258314"/>
                  </a:lnTo>
                  <a:lnTo>
                    <a:pt x="2388692" y="270332"/>
                  </a:lnTo>
                  <a:lnTo>
                    <a:pt x="2398450" y="266984"/>
                  </a:lnTo>
                  <a:lnTo>
                    <a:pt x="2408194" y="286162"/>
                  </a:lnTo>
                  <a:lnTo>
                    <a:pt x="2417953" y="285973"/>
                  </a:lnTo>
                  <a:lnTo>
                    <a:pt x="2427697" y="316252"/>
                  </a:lnTo>
                  <a:lnTo>
                    <a:pt x="2437441" y="336897"/>
                  </a:lnTo>
                  <a:lnTo>
                    <a:pt x="2447200" y="348580"/>
                  </a:lnTo>
                  <a:lnTo>
                    <a:pt x="2456944" y="373063"/>
                  </a:lnTo>
                  <a:lnTo>
                    <a:pt x="2466703" y="362585"/>
                  </a:lnTo>
                  <a:lnTo>
                    <a:pt x="2476446" y="336532"/>
                  </a:lnTo>
                  <a:lnTo>
                    <a:pt x="2486190" y="336535"/>
                  </a:lnTo>
                  <a:lnTo>
                    <a:pt x="2495949" y="368626"/>
                  </a:lnTo>
                  <a:lnTo>
                    <a:pt x="2505693" y="375219"/>
                  </a:lnTo>
                  <a:lnTo>
                    <a:pt x="2515452" y="360923"/>
                  </a:lnTo>
                  <a:lnTo>
                    <a:pt x="2525196" y="342079"/>
                  </a:lnTo>
                  <a:lnTo>
                    <a:pt x="2534940" y="365897"/>
                  </a:lnTo>
                  <a:lnTo>
                    <a:pt x="2544699" y="366412"/>
                  </a:lnTo>
                  <a:lnTo>
                    <a:pt x="2554443" y="379674"/>
                  </a:lnTo>
                  <a:lnTo>
                    <a:pt x="2564202" y="364544"/>
                  </a:lnTo>
                  <a:lnTo>
                    <a:pt x="2573946" y="338183"/>
                  </a:lnTo>
                  <a:lnTo>
                    <a:pt x="2583690" y="312187"/>
                  </a:lnTo>
                  <a:lnTo>
                    <a:pt x="2593448" y="337606"/>
                  </a:lnTo>
                  <a:lnTo>
                    <a:pt x="2603192" y="340346"/>
                  </a:lnTo>
                  <a:lnTo>
                    <a:pt x="2612951" y="332133"/>
                  </a:lnTo>
                  <a:lnTo>
                    <a:pt x="2622695" y="332536"/>
                  </a:lnTo>
                  <a:lnTo>
                    <a:pt x="2632439" y="296320"/>
                  </a:lnTo>
                  <a:lnTo>
                    <a:pt x="2642198" y="337162"/>
                  </a:lnTo>
                  <a:lnTo>
                    <a:pt x="2651942" y="336818"/>
                  </a:lnTo>
                  <a:lnTo>
                    <a:pt x="2661685" y="356673"/>
                  </a:lnTo>
                  <a:lnTo>
                    <a:pt x="2671444" y="336204"/>
                  </a:lnTo>
                  <a:lnTo>
                    <a:pt x="2681188" y="324445"/>
                  </a:lnTo>
                  <a:lnTo>
                    <a:pt x="2690947" y="333730"/>
                  </a:lnTo>
                  <a:lnTo>
                    <a:pt x="2700691" y="333319"/>
                  </a:lnTo>
                  <a:lnTo>
                    <a:pt x="2710435" y="324363"/>
                  </a:lnTo>
                  <a:lnTo>
                    <a:pt x="2720194" y="317661"/>
                  </a:lnTo>
                  <a:lnTo>
                    <a:pt x="2729938" y="340823"/>
                  </a:lnTo>
                  <a:lnTo>
                    <a:pt x="2739697" y="364221"/>
                  </a:lnTo>
                  <a:lnTo>
                    <a:pt x="2749441" y="328780"/>
                  </a:lnTo>
                  <a:lnTo>
                    <a:pt x="2759185" y="318135"/>
                  </a:lnTo>
                  <a:lnTo>
                    <a:pt x="2768943" y="273681"/>
                  </a:lnTo>
                  <a:lnTo>
                    <a:pt x="2778687" y="286636"/>
                  </a:lnTo>
                  <a:lnTo>
                    <a:pt x="2788446" y="301195"/>
                  </a:lnTo>
                  <a:lnTo>
                    <a:pt x="2798190" y="302589"/>
                  </a:lnTo>
                  <a:lnTo>
                    <a:pt x="2807934" y="272908"/>
                  </a:lnTo>
                  <a:lnTo>
                    <a:pt x="2817693" y="261315"/>
                  </a:lnTo>
                  <a:lnTo>
                    <a:pt x="2827437" y="263997"/>
                  </a:lnTo>
                  <a:lnTo>
                    <a:pt x="2837196" y="255929"/>
                  </a:lnTo>
                  <a:lnTo>
                    <a:pt x="2846940" y="280663"/>
                  </a:lnTo>
                  <a:lnTo>
                    <a:pt x="2856684" y="307427"/>
                  </a:lnTo>
                  <a:lnTo>
                    <a:pt x="2866442" y="298591"/>
                  </a:lnTo>
                  <a:lnTo>
                    <a:pt x="2876186" y="307409"/>
                  </a:lnTo>
                  <a:lnTo>
                    <a:pt x="2885945" y="306339"/>
                  </a:lnTo>
                  <a:lnTo>
                    <a:pt x="2895689" y="326192"/>
                  </a:lnTo>
                  <a:lnTo>
                    <a:pt x="2905433" y="327730"/>
                  </a:lnTo>
                  <a:lnTo>
                    <a:pt x="2915192" y="34783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1" name="Freeform 1180">
              <a:extLst>
                <a:ext uri="{FF2B5EF4-FFF2-40B4-BE49-F238E27FC236}">
                  <a16:creationId xmlns:a16="http://schemas.microsoft.com/office/drawing/2014/main" id="{D75CA59C-8647-D75A-F51D-44C5694B6B69}"/>
                </a:ext>
              </a:extLst>
            </p:cNvPr>
            <p:cNvSpPr/>
            <p:nvPr/>
          </p:nvSpPr>
          <p:spPr>
            <a:xfrm>
              <a:off x="4426652" y="3482173"/>
              <a:ext cx="2915191" cy="423427"/>
            </a:xfrm>
            <a:custGeom>
              <a:avLst/>
              <a:gdLst>
                <a:gd name="connsiteX0" fmla="*/ 0 w 2915191"/>
                <a:gd name="connsiteY0" fmla="*/ 313334 h 423427"/>
                <a:gd name="connsiteX1" fmla="*/ 9750 w 2915191"/>
                <a:gd name="connsiteY1" fmla="*/ 294399 h 423427"/>
                <a:gd name="connsiteX2" fmla="*/ 19500 w 2915191"/>
                <a:gd name="connsiteY2" fmla="*/ 297334 h 423427"/>
                <a:gd name="connsiteX3" fmla="*/ 29250 w 2915191"/>
                <a:gd name="connsiteY3" fmla="*/ 304212 h 423427"/>
                <a:gd name="connsiteX4" fmla="*/ 39000 w 2915191"/>
                <a:gd name="connsiteY4" fmla="*/ 289831 h 423427"/>
                <a:gd name="connsiteX5" fmla="*/ 48749 w 2915191"/>
                <a:gd name="connsiteY5" fmla="*/ 313028 h 423427"/>
                <a:gd name="connsiteX6" fmla="*/ 58499 w 2915191"/>
                <a:gd name="connsiteY6" fmla="*/ 323864 h 423427"/>
                <a:gd name="connsiteX7" fmla="*/ 68249 w 2915191"/>
                <a:gd name="connsiteY7" fmla="*/ 302883 h 423427"/>
                <a:gd name="connsiteX8" fmla="*/ 77998 w 2915191"/>
                <a:gd name="connsiteY8" fmla="*/ 305752 h 423427"/>
                <a:gd name="connsiteX9" fmla="*/ 87748 w 2915191"/>
                <a:gd name="connsiteY9" fmla="*/ 311363 h 423427"/>
                <a:gd name="connsiteX10" fmla="*/ 97497 w 2915191"/>
                <a:gd name="connsiteY10" fmla="*/ 308936 h 423427"/>
                <a:gd name="connsiteX11" fmla="*/ 107247 w 2915191"/>
                <a:gd name="connsiteY11" fmla="*/ 302686 h 423427"/>
                <a:gd name="connsiteX12" fmla="*/ 116997 w 2915191"/>
                <a:gd name="connsiteY12" fmla="*/ 296601 h 423427"/>
                <a:gd name="connsiteX13" fmla="*/ 126747 w 2915191"/>
                <a:gd name="connsiteY13" fmla="*/ 289271 h 423427"/>
                <a:gd name="connsiteX14" fmla="*/ 136497 w 2915191"/>
                <a:gd name="connsiteY14" fmla="*/ 268459 h 423427"/>
                <a:gd name="connsiteX15" fmla="*/ 146247 w 2915191"/>
                <a:gd name="connsiteY15" fmla="*/ 285044 h 423427"/>
                <a:gd name="connsiteX16" fmla="*/ 155997 w 2915191"/>
                <a:gd name="connsiteY16" fmla="*/ 289650 h 423427"/>
                <a:gd name="connsiteX17" fmla="*/ 165747 w 2915191"/>
                <a:gd name="connsiteY17" fmla="*/ 291674 h 423427"/>
                <a:gd name="connsiteX18" fmla="*/ 175497 w 2915191"/>
                <a:gd name="connsiteY18" fmla="*/ 327025 h 423427"/>
                <a:gd name="connsiteX19" fmla="*/ 185247 w 2915191"/>
                <a:gd name="connsiteY19" fmla="*/ 287352 h 423427"/>
                <a:gd name="connsiteX20" fmla="*/ 194996 w 2915191"/>
                <a:gd name="connsiteY20" fmla="*/ 273195 h 423427"/>
                <a:gd name="connsiteX21" fmla="*/ 204746 w 2915191"/>
                <a:gd name="connsiteY21" fmla="*/ 263518 h 423427"/>
                <a:gd name="connsiteX22" fmla="*/ 214495 w 2915191"/>
                <a:gd name="connsiteY22" fmla="*/ 258581 h 423427"/>
                <a:gd name="connsiteX23" fmla="*/ 224245 w 2915191"/>
                <a:gd name="connsiteY23" fmla="*/ 270007 h 423427"/>
                <a:gd name="connsiteX24" fmla="*/ 233995 w 2915191"/>
                <a:gd name="connsiteY24" fmla="*/ 305307 h 423427"/>
                <a:gd name="connsiteX25" fmla="*/ 243744 w 2915191"/>
                <a:gd name="connsiteY25" fmla="*/ 332162 h 423427"/>
                <a:gd name="connsiteX26" fmla="*/ 253494 w 2915191"/>
                <a:gd name="connsiteY26" fmla="*/ 341887 h 423427"/>
                <a:gd name="connsiteX27" fmla="*/ 263244 w 2915191"/>
                <a:gd name="connsiteY27" fmla="*/ 338339 h 423427"/>
                <a:gd name="connsiteX28" fmla="*/ 272994 w 2915191"/>
                <a:gd name="connsiteY28" fmla="*/ 364277 h 423427"/>
                <a:gd name="connsiteX29" fmla="*/ 282744 w 2915191"/>
                <a:gd name="connsiteY29" fmla="*/ 379513 h 423427"/>
                <a:gd name="connsiteX30" fmla="*/ 292494 w 2915191"/>
                <a:gd name="connsiteY30" fmla="*/ 378571 h 423427"/>
                <a:gd name="connsiteX31" fmla="*/ 302244 w 2915191"/>
                <a:gd name="connsiteY31" fmla="*/ 389295 h 423427"/>
                <a:gd name="connsiteX32" fmla="*/ 311994 w 2915191"/>
                <a:gd name="connsiteY32" fmla="*/ 398452 h 423427"/>
                <a:gd name="connsiteX33" fmla="*/ 321744 w 2915191"/>
                <a:gd name="connsiteY33" fmla="*/ 401726 h 423427"/>
                <a:gd name="connsiteX34" fmla="*/ 331493 w 2915191"/>
                <a:gd name="connsiteY34" fmla="*/ 402082 h 423427"/>
                <a:gd name="connsiteX35" fmla="*/ 341243 w 2915191"/>
                <a:gd name="connsiteY35" fmla="*/ 413971 h 423427"/>
                <a:gd name="connsiteX36" fmla="*/ 350993 w 2915191"/>
                <a:gd name="connsiteY36" fmla="*/ 417018 h 423427"/>
                <a:gd name="connsiteX37" fmla="*/ 360742 w 2915191"/>
                <a:gd name="connsiteY37" fmla="*/ 423428 h 423427"/>
                <a:gd name="connsiteX38" fmla="*/ 370492 w 2915191"/>
                <a:gd name="connsiteY38" fmla="*/ 397485 h 423427"/>
                <a:gd name="connsiteX39" fmla="*/ 380241 w 2915191"/>
                <a:gd name="connsiteY39" fmla="*/ 381162 h 423427"/>
                <a:gd name="connsiteX40" fmla="*/ 389991 w 2915191"/>
                <a:gd name="connsiteY40" fmla="*/ 389586 h 423427"/>
                <a:gd name="connsiteX41" fmla="*/ 399741 w 2915191"/>
                <a:gd name="connsiteY41" fmla="*/ 397767 h 423427"/>
                <a:gd name="connsiteX42" fmla="*/ 409491 w 2915191"/>
                <a:gd name="connsiteY42" fmla="*/ 376961 h 423427"/>
                <a:gd name="connsiteX43" fmla="*/ 419241 w 2915191"/>
                <a:gd name="connsiteY43" fmla="*/ 396499 h 423427"/>
                <a:gd name="connsiteX44" fmla="*/ 428991 w 2915191"/>
                <a:gd name="connsiteY44" fmla="*/ 379046 h 423427"/>
                <a:gd name="connsiteX45" fmla="*/ 438741 w 2915191"/>
                <a:gd name="connsiteY45" fmla="*/ 386691 h 423427"/>
                <a:gd name="connsiteX46" fmla="*/ 448491 w 2915191"/>
                <a:gd name="connsiteY46" fmla="*/ 381999 h 423427"/>
                <a:gd name="connsiteX47" fmla="*/ 458241 w 2915191"/>
                <a:gd name="connsiteY47" fmla="*/ 341736 h 423427"/>
                <a:gd name="connsiteX48" fmla="*/ 467991 w 2915191"/>
                <a:gd name="connsiteY48" fmla="*/ 311371 h 423427"/>
                <a:gd name="connsiteX49" fmla="*/ 477740 w 2915191"/>
                <a:gd name="connsiteY49" fmla="*/ 330148 h 423427"/>
                <a:gd name="connsiteX50" fmla="*/ 487490 w 2915191"/>
                <a:gd name="connsiteY50" fmla="*/ 287440 h 423427"/>
                <a:gd name="connsiteX51" fmla="*/ 497239 w 2915191"/>
                <a:gd name="connsiteY51" fmla="*/ 295976 h 423427"/>
                <a:gd name="connsiteX52" fmla="*/ 506989 w 2915191"/>
                <a:gd name="connsiteY52" fmla="*/ 291262 h 423427"/>
                <a:gd name="connsiteX53" fmla="*/ 516738 w 2915191"/>
                <a:gd name="connsiteY53" fmla="*/ 297452 h 423427"/>
                <a:gd name="connsiteX54" fmla="*/ 526488 w 2915191"/>
                <a:gd name="connsiteY54" fmla="*/ 280111 h 423427"/>
                <a:gd name="connsiteX55" fmla="*/ 536238 w 2915191"/>
                <a:gd name="connsiteY55" fmla="*/ 307049 h 423427"/>
                <a:gd name="connsiteX56" fmla="*/ 545988 w 2915191"/>
                <a:gd name="connsiteY56" fmla="*/ 314246 h 423427"/>
                <a:gd name="connsiteX57" fmla="*/ 555738 w 2915191"/>
                <a:gd name="connsiteY57" fmla="*/ 282319 h 423427"/>
                <a:gd name="connsiteX58" fmla="*/ 565488 w 2915191"/>
                <a:gd name="connsiteY58" fmla="*/ 296037 h 423427"/>
                <a:gd name="connsiteX59" fmla="*/ 575238 w 2915191"/>
                <a:gd name="connsiteY59" fmla="*/ 269207 h 423427"/>
                <a:gd name="connsiteX60" fmla="*/ 584988 w 2915191"/>
                <a:gd name="connsiteY60" fmla="*/ 279864 h 423427"/>
                <a:gd name="connsiteX61" fmla="*/ 594738 w 2915191"/>
                <a:gd name="connsiteY61" fmla="*/ 240161 h 423427"/>
                <a:gd name="connsiteX62" fmla="*/ 604488 w 2915191"/>
                <a:gd name="connsiteY62" fmla="*/ 266871 h 423427"/>
                <a:gd name="connsiteX63" fmla="*/ 614237 w 2915191"/>
                <a:gd name="connsiteY63" fmla="*/ 284854 h 423427"/>
                <a:gd name="connsiteX64" fmla="*/ 623987 w 2915191"/>
                <a:gd name="connsiteY64" fmla="*/ 312761 h 423427"/>
                <a:gd name="connsiteX65" fmla="*/ 633736 w 2915191"/>
                <a:gd name="connsiteY65" fmla="*/ 302472 h 423427"/>
                <a:gd name="connsiteX66" fmla="*/ 643486 w 2915191"/>
                <a:gd name="connsiteY66" fmla="*/ 278349 h 423427"/>
                <a:gd name="connsiteX67" fmla="*/ 653236 w 2915191"/>
                <a:gd name="connsiteY67" fmla="*/ 272039 h 423427"/>
                <a:gd name="connsiteX68" fmla="*/ 662985 w 2915191"/>
                <a:gd name="connsiteY68" fmla="*/ 268073 h 423427"/>
                <a:gd name="connsiteX69" fmla="*/ 672735 w 2915191"/>
                <a:gd name="connsiteY69" fmla="*/ 251510 h 423427"/>
                <a:gd name="connsiteX70" fmla="*/ 682485 w 2915191"/>
                <a:gd name="connsiteY70" fmla="*/ 267291 h 423427"/>
                <a:gd name="connsiteX71" fmla="*/ 692235 w 2915191"/>
                <a:gd name="connsiteY71" fmla="*/ 267307 h 423427"/>
                <a:gd name="connsiteX72" fmla="*/ 701985 w 2915191"/>
                <a:gd name="connsiteY72" fmla="*/ 284490 h 423427"/>
                <a:gd name="connsiteX73" fmla="*/ 711735 w 2915191"/>
                <a:gd name="connsiteY73" fmla="*/ 260233 h 423427"/>
                <a:gd name="connsiteX74" fmla="*/ 721485 w 2915191"/>
                <a:gd name="connsiteY74" fmla="*/ 272428 h 423427"/>
                <a:gd name="connsiteX75" fmla="*/ 731235 w 2915191"/>
                <a:gd name="connsiteY75" fmla="*/ 250020 h 423427"/>
                <a:gd name="connsiteX76" fmla="*/ 740985 w 2915191"/>
                <a:gd name="connsiteY76" fmla="*/ 230793 h 423427"/>
                <a:gd name="connsiteX77" fmla="*/ 750734 w 2915191"/>
                <a:gd name="connsiteY77" fmla="*/ 247694 h 423427"/>
                <a:gd name="connsiteX78" fmla="*/ 760484 w 2915191"/>
                <a:gd name="connsiteY78" fmla="*/ 246373 h 423427"/>
                <a:gd name="connsiteX79" fmla="*/ 770233 w 2915191"/>
                <a:gd name="connsiteY79" fmla="*/ 246432 h 423427"/>
                <a:gd name="connsiteX80" fmla="*/ 779983 w 2915191"/>
                <a:gd name="connsiteY80" fmla="*/ 214985 h 423427"/>
                <a:gd name="connsiteX81" fmla="*/ 789733 w 2915191"/>
                <a:gd name="connsiteY81" fmla="*/ 191304 h 423427"/>
                <a:gd name="connsiteX82" fmla="*/ 799482 w 2915191"/>
                <a:gd name="connsiteY82" fmla="*/ 216204 h 423427"/>
                <a:gd name="connsiteX83" fmla="*/ 809232 w 2915191"/>
                <a:gd name="connsiteY83" fmla="*/ 192578 h 423427"/>
                <a:gd name="connsiteX84" fmla="*/ 818982 w 2915191"/>
                <a:gd name="connsiteY84" fmla="*/ 182812 h 423427"/>
                <a:gd name="connsiteX85" fmla="*/ 828732 w 2915191"/>
                <a:gd name="connsiteY85" fmla="*/ 158266 h 423427"/>
                <a:gd name="connsiteX86" fmla="*/ 838482 w 2915191"/>
                <a:gd name="connsiteY86" fmla="*/ 172822 h 423427"/>
                <a:gd name="connsiteX87" fmla="*/ 848232 w 2915191"/>
                <a:gd name="connsiteY87" fmla="*/ 208078 h 423427"/>
                <a:gd name="connsiteX88" fmla="*/ 857982 w 2915191"/>
                <a:gd name="connsiteY88" fmla="*/ 235610 h 423427"/>
                <a:gd name="connsiteX89" fmla="*/ 867732 w 2915191"/>
                <a:gd name="connsiteY89" fmla="*/ 196567 h 423427"/>
                <a:gd name="connsiteX90" fmla="*/ 877482 w 2915191"/>
                <a:gd name="connsiteY90" fmla="*/ 212650 h 423427"/>
                <a:gd name="connsiteX91" fmla="*/ 887231 w 2915191"/>
                <a:gd name="connsiteY91" fmla="*/ 201324 h 423427"/>
                <a:gd name="connsiteX92" fmla="*/ 896981 w 2915191"/>
                <a:gd name="connsiteY92" fmla="*/ 175772 h 423427"/>
                <a:gd name="connsiteX93" fmla="*/ 906730 w 2915191"/>
                <a:gd name="connsiteY93" fmla="*/ 142500 h 423427"/>
                <a:gd name="connsiteX94" fmla="*/ 916480 w 2915191"/>
                <a:gd name="connsiteY94" fmla="*/ 142805 h 423427"/>
                <a:gd name="connsiteX95" fmla="*/ 926230 w 2915191"/>
                <a:gd name="connsiteY95" fmla="*/ 135526 h 423427"/>
                <a:gd name="connsiteX96" fmla="*/ 935979 w 2915191"/>
                <a:gd name="connsiteY96" fmla="*/ 115612 h 423427"/>
                <a:gd name="connsiteX97" fmla="*/ 945729 w 2915191"/>
                <a:gd name="connsiteY97" fmla="*/ 127219 h 423427"/>
                <a:gd name="connsiteX98" fmla="*/ 955479 w 2915191"/>
                <a:gd name="connsiteY98" fmla="*/ 109963 h 423427"/>
                <a:gd name="connsiteX99" fmla="*/ 965229 w 2915191"/>
                <a:gd name="connsiteY99" fmla="*/ 91858 h 423427"/>
                <a:gd name="connsiteX100" fmla="*/ 974979 w 2915191"/>
                <a:gd name="connsiteY100" fmla="*/ 109366 h 423427"/>
                <a:gd name="connsiteX101" fmla="*/ 984729 w 2915191"/>
                <a:gd name="connsiteY101" fmla="*/ 111131 h 423427"/>
                <a:gd name="connsiteX102" fmla="*/ 994474 w 2915191"/>
                <a:gd name="connsiteY102" fmla="*/ 161110 h 423427"/>
                <a:gd name="connsiteX103" fmla="*/ 1004233 w 2915191"/>
                <a:gd name="connsiteY103" fmla="*/ 154841 h 423427"/>
                <a:gd name="connsiteX104" fmla="*/ 1013977 w 2915191"/>
                <a:gd name="connsiteY104" fmla="*/ 168352 h 423427"/>
                <a:gd name="connsiteX105" fmla="*/ 1023721 w 2915191"/>
                <a:gd name="connsiteY105" fmla="*/ 161837 h 423427"/>
                <a:gd name="connsiteX106" fmla="*/ 1033480 w 2915191"/>
                <a:gd name="connsiteY106" fmla="*/ 175443 h 423427"/>
                <a:gd name="connsiteX107" fmla="*/ 1043224 w 2915191"/>
                <a:gd name="connsiteY107" fmla="*/ 172894 h 423427"/>
                <a:gd name="connsiteX108" fmla="*/ 1052983 w 2915191"/>
                <a:gd name="connsiteY108" fmla="*/ 140091 h 423427"/>
                <a:gd name="connsiteX109" fmla="*/ 1062727 w 2915191"/>
                <a:gd name="connsiteY109" fmla="*/ 130570 h 423427"/>
                <a:gd name="connsiteX110" fmla="*/ 1072471 w 2915191"/>
                <a:gd name="connsiteY110" fmla="*/ 130803 h 423427"/>
                <a:gd name="connsiteX111" fmla="*/ 1082230 w 2915191"/>
                <a:gd name="connsiteY111" fmla="*/ 126564 h 423427"/>
                <a:gd name="connsiteX112" fmla="*/ 1091973 w 2915191"/>
                <a:gd name="connsiteY112" fmla="*/ 120861 h 423427"/>
                <a:gd name="connsiteX113" fmla="*/ 1101732 w 2915191"/>
                <a:gd name="connsiteY113" fmla="*/ 121386 h 423427"/>
                <a:gd name="connsiteX114" fmla="*/ 1111476 w 2915191"/>
                <a:gd name="connsiteY114" fmla="*/ 112730 h 423427"/>
                <a:gd name="connsiteX115" fmla="*/ 1121220 w 2915191"/>
                <a:gd name="connsiteY115" fmla="*/ 105111 h 423427"/>
                <a:gd name="connsiteX116" fmla="*/ 1130979 w 2915191"/>
                <a:gd name="connsiteY116" fmla="*/ 106687 h 423427"/>
                <a:gd name="connsiteX117" fmla="*/ 1140723 w 2915191"/>
                <a:gd name="connsiteY117" fmla="*/ 112761 h 423427"/>
                <a:gd name="connsiteX118" fmla="*/ 1150482 w 2915191"/>
                <a:gd name="connsiteY118" fmla="*/ 77618 h 423427"/>
                <a:gd name="connsiteX119" fmla="*/ 1160226 w 2915191"/>
                <a:gd name="connsiteY119" fmla="*/ 48344 h 423427"/>
                <a:gd name="connsiteX120" fmla="*/ 1169969 w 2915191"/>
                <a:gd name="connsiteY120" fmla="*/ 30970 h 423427"/>
                <a:gd name="connsiteX121" fmla="*/ 1179728 w 2915191"/>
                <a:gd name="connsiteY121" fmla="*/ 3249 h 423427"/>
                <a:gd name="connsiteX122" fmla="*/ 1189472 w 2915191"/>
                <a:gd name="connsiteY122" fmla="*/ 615 h 423427"/>
                <a:gd name="connsiteX123" fmla="*/ 1199231 w 2915191"/>
                <a:gd name="connsiteY123" fmla="*/ 12971 h 423427"/>
                <a:gd name="connsiteX124" fmla="*/ 1208975 w 2915191"/>
                <a:gd name="connsiteY124" fmla="*/ 14185 h 423427"/>
                <a:gd name="connsiteX125" fmla="*/ 1218719 w 2915191"/>
                <a:gd name="connsiteY125" fmla="*/ 6202 h 423427"/>
                <a:gd name="connsiteX126" fmla="*/ 1228478 w 2915191"/>
                <a:gd name="connsiteY126" fmla="*/ 32799 h 423427"/>
                <a:gd name="connsiteX127" fmla="*/ 1238222 w 2915191"/>
                <a:gd name="connsiteY127" fmla="*/ 13713 h 423427"/>
                <a:gd name="connsiteX128" fmla="*/ 1247966 w 2915191"/>
                <a:gd name="connsiteY128" fmla="*/ 11283 h 423427"/>
                <a:gd name="connsiteX129" fmla="*/ 1257725 w 2915191"/>
                <a:gd name="connsiteY129" fmla="*/ 12309 h 423427"/>
                <a:gd name="connsiteX130" fmla="*/ 1267469 w 2915191"/>
                <a:gd name="connsiteY130" fmla="*/ 55651 h 423427"/>
                <a:gd name="connsiteX131" fmla="*/ 1277227 w 2915191"/>
                <a:gd name="connsiteY131" fmla="*/ 67769 h 423427"/>
                <a:gd name="connsiteX132" fmla="*/ 1286971 w 2915191"/>
                <a:gd name="connsiteY132" fmla="*/ 47952 h 423427"/>
                <a:gd name="connsiteX133" fmla="*/ 1296715 w 2915191"/>
                <a:gd name="connsiteY133" fmla="*/ 52668 h 423427"/>
                <a:gd name="connsiteX134" fmla="*/ 1306474 w 2915191"/>
                <a:gd name="connsiteY134" fmla="*/ 23974 h 423427"/>
                <a:gd name="connsiteX135" fmla="*/ 1316218 w 2915191"/>
                <a:gd name="connsiteY135" fmla="*/ 0 h 423427"/>
                <a:gd name="connsiteX136" fmla="*/ 1325977 w 2915191"/>
                <a:gd name="connsiteY136" fmla="*/ 2144 h 423427"/>
                <a:gd name="connsiteX137" fmla="*/ 1335721 w 2915191"/>
                <a:gd name="connsiteY137" fmla="*/ 39201 h 423427"/>
                <a:gd name="connsiteX138" fmla="*/ 1345465 w 2915191"/>
                <a:gd name="connsiteY138" fmla="*/ 52634 h 423427"/>
                <a:gd name="connsiteX139" fmla="*/ 1355224 w 2915191"/>
                <a:gd name="connsiteY139" fmla="*/ 33056 h 423427"/>
                <a:gd name="connsiteX140" fmla="*/ 1364967 w 2915191"/>
                <a:gd name="connsiteY140" fmla="*/ 63602 h 423427"/>
                <a:gd name="connsiteX141" fmla="*/ 1374726 w 2915191"/>
                <a:gd name="connsiteY141" fmla="*/ 49006 h 423427"/>
                <a:gd name="connsiteX142" fmla="*/ 1384470 w 2915191"/>
                <a:gd name="connsiteY142" fmla="*/ 48836 h 423427"/>
                <a:gd name="connsiteX143" fmla="*/ 1394214 w 2915191"/>
                <a:gd name="connsiteY143" fmla="*/ 68751 h 423427"/>
                <a:gd name="connsiteX144" fmla="*/ 1403973 w 2915191"/>
                <a:gd name="connsiteY144" fmla="*/ 114391 h 423427"/>
                <a:gd name="connsiteX145" fmla="*/ 1413717 w 2915191"/>
                <a:gd name="connsiteY145" fmla="*/ 172971 h 423427"/>
                <a:gd name="connsiteX146" fmla="*/ 1423476 w 2915191"/>
                <a:gd name="connsiteY146" fmla="*/ 168352 h 423427"/>
                <a:gd name="connsiteX147" fmla="*/ 1433220 w 2915191"/>
                <a:gd name="connsiteY147" fmla="*/ 129056 h 423427"/>
                <a:gd name="connsiteX148" fmla="*/ 1442964 w 2915191"/>
                <a:gd name="connsiteY148" fmla="*/ 132444 h 423427"/>
                <a:gd name="connsiteX149" fmla="*/ 1452722 w 2915191"/>
                <a:gd name="connsiteY149" fmla="*/ 161530 h 423427"/>
                <a:gd name="connsiteX150" fmla="*/ 1462466 w 2915191"/>
                <a:gd name="connsiteY150" fmla="*/ 143976 h 423427"/>
                <a:gd name="connsiteX151" fmla="*/ 1472225 w 2915191"/>
                <a:gd name="connsiteY151" fmla="*/ 164610 h 423427"/>
                <a:gd name="connsiteX152" fmla="*/ 1481969 w 2915191"/>
                <a:gd name="connsiteY152" fmla="*/ 199311 h 423427"/>
                <a:gd name="connsiteX153" fmla="*/ 1491713 w 2915191"/>
                <a:gd name="connsiteY153" fmla="*/ 205345 h 423427"/>
                <a:gd name="connsiteX154" fmla="*/ 1501472 w 2915191"/>
                <a:gd name="connsiteY154" fmla="*/ 194795 h 423427"/>
                <a:gd name="connsiteX155" fmla="*/ 1511216 w 2915191"/>
                <a:gd name="connsiteY155" fmla="*/ 181844 h 423427"/>
                <a:gd name="connsiteX156" fmla="*/ 1520960 w 2915191"/>
                <a:gd name="connsiteY156" fmla="*/ 196357 h 423427"/>
                <a:gd name="connsiteX157" fmla="*/ 1530719 w 2915191"/>
                <a:gd name="connsiteY157" fmla="*/ 172429 h 423427"/>
                <a:gd name="connsiteX158" fmla="*/ 1540463 w 2915191"/>
                <a:gd name="connsiteY158" fmla="*/ 168968 h 423427"/>
                <a:gd name="connsiteX159" fmla="*/ 1550221 w 2915191"/>
                <a:gd name="connsiteY159" fmla="*/ 177404 h 423427"/>
                <a:gd name="connsiteX160" fmla="*/ 1559965 w 2915191"/>
                <a:gd name="connsiteY160" fmla="*/ 151996 h 423427"/>
                <a:gd name="connsiteX161" fmla="*/ 1569709 w 2915191"/>
                <a:gd name="connsiteY161" fmla="*/ 180965 h 423427"/>
                <a:gd name="connsiteX162" fmla="*/ 1579468 w 2915191"/>
                <a:gd name="connsiteY162" fmla="*/ 214879 h 423427"/>
                <a:gd name="connsiteX163" fmla="*/ 1589212 w 2915191"/>
                <a:gd name="connsiteY163" fmla="*/ 223255 h 423427"/>
                <a:gd name="connsiteX164" fmla="*/ 1598971 w 2915191"/>
                <a:gd name="connsiteY164" fmla="*/ 217576 h 423427"/>
                <a:gd name="connsiteX165" fmla="*/ 1608715 w 2915191"/>
                <a:gd name="connsiteY165" fmla="*/ 192979 h 423427"/>
                <a:gd name="connsiteX166" fmla="*/ 1618459 w 2915191"/>
                <a:gd name="connsiteY166" fmla="*/ 194400 h 423427"/>
                <a:gd name="connsiteX167" fmla="*/ 1628218 w 2915191"/>
                <a:gd name="connsiteY167" fmla="*/ 188675 h 423427"/>
                <a:gd name="connsiteX168" fmla="*/ 1637962 w 2915191"/>
                <a:gd name="connsiteY168" fmla="*/ 206658 h 423427"/>
                <a:gd name="connsiteX169" fmla="*/ 1647720 w 2915191"/>
                <a:gd name="connsiteY169" fmla="*/ 227147 h 423427"/>
                <a:gd name="connsiteX170" fmla="*/ 1657464 w 2915191"/>
                <a:gd name="connsiteY170" fmla="*/ 247783 h 423427"/>
                <a:gd name="connsiteX171" fmla="*/ 1667208 w 2915191"/>
                <a:gd name="connsiteY171" fmla="*/ 220298 h 423427"/>
                <a:gd name="connsiteX172" fmla="*/ 1676967 w 2915191"/>
                <a:gd name="connsiteY172" fmla="*/ 201132 h 423427"/>
                <a:gd name="connsiteX173" fmla="*/ 1686711 w 2915191"/>
                <a:gd name="connsiteY173" fmla="*/ 199764 h 423427"/>
                <a:gd name="connsiteX174" fmla="*/ 1696470 w 2915191"/>
                <a:gd name="connsiteY174" fmla="*/ 231290 h 423427"/>
                <a:gd name="connsiteX175" fmla="*/ 1706214 w 2915191"/>
                <a:gd name="connsiteY175" fmla="*/ 248277 h 423427"/>
                <a:gd name="connsiteX176" fmla="*/ 1715958 w 2915191"/>
                <a:gd name="connsiteY176" fmla="*/ 226911 h 423427"/>
                <a:gd name="connsiteX177" fmla="*/ 1725716 w 2915191"/>
                <a:gd name="connsiteY177" fmla="*/ 222331 h 423427"/>
                <a:gd name="connsiteX178" fmla="*/ 1735460 w 2915191"/>
                <a:gd name="connsiteY178" fmla="*/ 200519 h 423427"/>
                <a:gd name="connsiteX179" fmla="*/ 1745219 w 2915191"/>
                <a:gd name="connsiteY179" fmla="*/ 204883 h 423427"/>
                <a:gd name="connsiteX180" fmla="*/ 1754963 w 2915191"/>
                <a:gd name="connsiteY180" fmla="*/ 223431 h 423427"/>
                <a:gd name="connsiteX181" fmla="*/ 1764707 w 2915191"/>
                <a:gd name="connsiteY181" fmla="*/ 217109 h 423427"/>
                <a:gd name="connsiteX182" fmla="*/ 1774466 w 2915191"/>
                <a:gd name="connsiteY182" fmla="*/ 230663 h 423427"/>
                <a:gd name="connsiteX183" fmla="*/ 1784210 w 2915191"/>
                <a:gd name="connsiteY183" fmla="*/ 210949 h 423427"/>
                <a:gd name="connsiteX184" fmla="*/ 1793969 w 2915191"/>
                <a:gd name="connsiteY184" fmla="*/ 198837 h 423427"/>
                <a:gd name="connsiteX185" fmla="*/ 1803713 w 2915191"/>
                <a:gd name="connsiteY185" fmla="*/ 215760 h 423427"/>
                <a:gd name="connsiteX186" fmla="*/ 1813457 w 2915191"/>
                <a:gd name="connsiteY186" fmla="*/ 232589 h 423427"/>
                <a:gd name="connsiteX187" fmla="*/ 1823215 w 2915191"/>
                <a:gd name="connsiteY187" fmla="*/ 217698 h 423427"/>
                <a:gd name="connsiteX188" fmla="*/ 1832959 w 2915191"/>
                <a:gd name="connsiteY188" fmla="*/ 224705 h 423427"/>
                <a:gd name="connsiteX189" fmla="*/ 1842703 w 2915191"/>
                <a:gd name="connsiteY189" fmla="*/ 189767 h 423427"/>
                <a:gd name="connsiteX190" fmla="*/ 1852462 w 2915191"/>
                <a:gd name="connsiteY190" fmla="*/ 183940 h 423427"/>
                <a:gd name="connsiteX191" fmla="*/ 1862206 w 2915191"/>
                <a:gd name="connsiteY191" fmla="*/ 203496 h 423427"/>
                <a:gd name="connsiteX192" fmla="*/ 1871965 w 2915191"/>
                <a:gd name="connsiteY192" fmla="*/ 239257 h 423427"/>
                <a:gd name="connsiteX193" fmla="*/ 1881709 w 2915191"/>
                <a:gd name="connsiteY193" fmla="*/ 262162 h 423427"/>
                <a:gd name="connsiteX194" fmla="*/ 1891453 w 2915191"/>
                <a:gd name="connsiteY194" fmla="*/ 242838 h 423427"/>
                <a:gd name="connsiteX195" fmla="*/ 1901212 w 2915191"/>
                <a:gd name="connsiteY195" fmla="*/ 206288 h 423427"/>
                <a:gd name="connsiteX196" fmla="*/ 1910956 w 2915191"/>
                <a:gd name="connsiteY196" fmla="*/ 229561 h 423427"/>
                <a:gd name="connsiteX197" fmla="*/ 1920714 w 2915191"/>
                <a:gd name="connsiteY197" fmla="*/ 248405 h 423427"/>
                <a:gd name="connsiteX198" fmla="*/ 1930458 w 2915191"/>
                <a:gd name="connsiteY198" fmla="*/ 231162 h 423427"/>
                <a:gd name="connsiteX199" fmla="*/ 1940202 w 2915191"/>
                <a:gd name="connsiteY199" fmla="*/ 239602 h 423427"/>
                <a:gd name="connsiteX200" fmla="*/ 1949961 w 2915191"/>
                <a:gd name="connsiteY200" fmla="*/ 231675 h 423427"/>
                <a:gd name="connsiteX201" fmla="*/ 1959705 w 2915191"/>
                <a:gd name="connsiteY201" fmla="*/ 261429 h 423427"/>
                <a:gd name="connsiteX202" fmla="*/ 1969464 w 2915191"/>
                <a:gd name="connsiteY202" fmla="*/ 275542 h 423427"/>
                <a:gd name="connsiteX203" fmla="*/ 1979208 w 2915191"/>
                <a:gd name="connsiteY203" fmla="*/ 290597 h 423427"/>
                <a:gd name="connsiteX204" fmla="*/ 1988952 w 2915191"/>
                <a:gd name="connsiteY204" fmla="*/ 301123 h 423427"/>
                <a:gd name="connsiteX205" fmla="*/ 1998711 w 2915191"/>
                <a:gd name="connsiteY205" fmla="*/ 302689 h 423427"/>
                <a:gd name="connsiteX206" fmla="*/ 2008454 w 2915191"/>
                <a:gd name="connsiteY206" fmla="*/ 293823 h 423427"/>
                <a:gd name="connsiteX207" fmla="*/ 2018213 w 2915191"/>
                <a:gd name="connsiteY207" fmla="*/ 310417 h 423427"/>
                <a:gd name="connsiteX208" fmla="*/ 2027957 w 2915191"/>
                <a:gd name="connsiteY208" fmla="*/ 302942 h 423427"/>
                <a:gd name="connsiteX209" fmla="*/ 2037701 w 2915191"/>
                <a:gd name="connsiteY209" fmla="*/ 314999 h 423427"/>
                <a:gd name="connsiteX210" fmla="*/ 2047460 w 2915191"/>
                <a:gd name="connsiteY210" fmla="*/ 328619 h 423427"/>
                <a:gd name="connsiteX211" fmla="*/ 2057204 w 2915191"/>
                <a:gd name="connsiteY211" fmla="*/ 314182 h 423427"/>
                <a:gd name="connsiteX212" fmla="*/ 2066963 w 2915191"/>
                <a:gd name="connsiteY212" fmla="*/ 320440 h 423427"/>
                <a:gd name="connsiteX213" fmla="*/ 2076707 w 2915191"/>
                <a:gd name="connsiteY213" fmla="*/ 315076 h 423427"/>
                <a:gd name="connsiteX214" fmla="*/ 2086451 w 2915191"/>
                <a:gd name="connsiteY214" fmla="*/ 329694 h 423427"/>
                <a:gd name="connsiteX215" fmla="*/ 2096210 w 2915191"/>
                <a:gd name="connsiteY215" fmla="*/ 343615 h 423427"/>
                <a:gd name="connsiteX216" fmla="*/ 2105954 w 2915191"/>
                <a:gd name="connsiteY216" fmla="*/ 343748 h 423427"/>
                <a:gd name="connsiteX217" fmla="*/ 2115697 w 2915191"/>
                <a:gd name="connsiteY217" fmla="*/ 309012 h 423427"/>
                <a:gd name="connsiteX218" fmla="*/ 2125456 w 2915191"/>
                <a:gd name="connsiteY218" fmla="*/ 311475 h 423427"/>
                <a:gd name="connsiteX219" fmla="*/ 2135200 w 2915191"/>
                <a:gd name="connsiteY219" fmla="*/ 315878 h 423427"/>
                <a:gd name="connsiteX220" fmla="*/ 2144959 w 2915191"/>
                <a:gd name="connsiteY220" fmla="*/ 319161 h 423427"/>
                <a:gd name="connsiteX221" fmla="*/ 2154703 w 2915191"/>
                <a:gd name="connsiteY221" fmla="*/ 320811 h 423427"/>
                <a:gd name="connsiteX222" fmla="*/ 2164447 w 2915191"/>
                <a:gd name="connsiteY222" fmla="*/ 281111 h 423427"/>
                <a:gd name="connsiteX223" fmla="*/ 2174206 w 2915191"/>
                <a:gd name="connsiteY223" fmla="*/ 259947 h 423427"/>
                <a:gd name="connsiteX224" fmla="*/ 2183950 w 2915191"/>
                <a:gd name="connsiteY224" fmla="*/ 289283 h 423427"/>
                <a:gd name="connsiteX225" fmla="*/ 2193709 w 2915191"/>
                <a:gd name="connsiteY225" fmla="*/ 287796 h 423427"/>
                <a:gd name="connsiteX226" fmla="*/ 2203452 w 2915191"/>
                <a:gd name="connsiteY226" fmla="*/ 310189 h 423427"/>
                <a:gd name="connsiteX227" fmla="*/ 2213196 w 2915191"/>
                <a:gd name="connsiteY227" fmla="*/ 326434 h 423427"/>
                <a:gd name="connsiteX228" fmla="*/ 2222955 w 2915191"/>
                <a:gd name="connsiteY228" fmla="*/ 293589 h 423427"/>
                <a:gd name="connsiteX229" fmla="*/ 2232699 w 2915191"/>
                <a:gd name="connsiteY229" fmla="*/ 275311 h 423427"/>
                <a:gd name="connsiteX230" fmla="*/ 2242458 w 2915191"/>
                <a:gd name="connsiteY230" fmla="*/ 299014 h 423427"/>
                <a:gd name="connsiteX231" fmla="*/ 2252202 w 2915191"/>
                <a:gd name="connsiteY231" fmla="*/ 285569 h 423427"/>
                <a:gd name="connsiteX232" fmla="*/ 2261946 w 2915191"/>
                <a:gd name="connsiteY232" fmla="*/ 299927 h 423427"/>
                <a:gd name="connsiteX233" fmla="*/ 2271705 w 2915191"/>
                <a:gd name="connsiteY233" fmla="*/ 316104 h 423427"/>
                <a:gd name="connsiteX234" fmla="*/ 2281449 w 2915191"/>
                <a:gd name="connsiteY234" fmla="*/ 328162 h 423427"/>
                <a:gd name="connsiteX235" fmla="*/ 2291208 w 2915191"/>
                <a:gd name="connsiteY235" fmla="*/ 329352 h 423427"/>
                <a:gd name="connsiteX236" fmla="*/ 2300951 w 2915191"/>
                <a:gd name="connsiteY236" fmla="*/ 321581 h 423427"/>
                <a:gd name="connsiteX237" fmla="*/ 2310695 w 2915191"/>
                <a:gd name="connsiteY237" fmla="*/ 304361 h 423427"/>
                <a:gd name="connsiteX238" fmla="*/ 2320454 w 2915191"/>
                <a:gd name="connsiteY238" fmla="*/ 282002 h 423427"/>
                <a:gd name="connsiteX239" fmla="*/ 2330198 w 2915191"/>
                <a:gd name="connsiteY239" fmla="*/ 260048 h 423427"/>
                <a:gd name="connsiteX240" fmla="*/ 2339957 w 2915191"/>
                <a:gd name="connsiteY240" fmla="*/ 264917 h 423427"/>
                <a:gd name="connsiteX241" fmla="*/ 2349701 w 2915191"/>
                <a:gd name="connsiteY241" fmla="*/ 272897 h 423427"/>
                <a:gd name="connsiteX242" fmla="*/ 2359445 w 2915191"/>
                <a:gd name="connsiteY242" fmla="*/ 269959 h 423427"/>
                <a:gd name="connsiteX243" fmla="*/ 2369204 w 2915191"/>
                <a:gd name="connsiteY243" fmla="*/ 318458 h 423427"/>
                <a:gd name="connsiteX244" fmla="*/ 2378948 w 2915191"/>
                <a:gd name="connsiteY244" fmla="*/ 314541 h 423427"/>
                <a:gd name="connsiteX245" fmla="*/ 2388692 w 2915191"/>
                <a:gd name="connsiteY245" fmla="*/ 324105 h 423427"/>
                <a:gd name="connsiteX246" fmla="*/ 2398450 w 2915191"/>
                <a:gd name="connsiteY246" fmla="*/ 320724 h 423427"/>
                <a:gd name="connsiteX247" fmla="*/ 2408194 w 2915191"/>
                <a:gd name="connsiteY247" fmla="*/ 313652 h 423427"/>
                <a:gd name="connsiteX248" fmla="*/ 2417953 w 2915191"/>
                <a:gd name="connsiteY248" fmla="*/ 279918 h 423427"/>
                <a:gd name="connsiteX249" fmla="*/ 2427697 w 2915191"/>
                <a:gd name="connsiteY249" fmla="*/ 270527 h 423427"/>
                <a:gd name="connsiteX250" fmla="*/ 2437441 w 2915191"/>
                <a:gd name="connsiteY250" fmla="*/ 241541 h 423427"/>
                <a:gd name="connsiteX251" fmla="*/ 2447200 w 2915191"/>
                <a:gd name="connsiteY251" fmla="*/ 265662 h 423427"/>
                <a:gd name="connsiteX252" fmla="*/ 2456944 w 2915191"/>
                <a:gd name="connsiteY252" fmla="*/ 259120 h 423427"/>
                <a:gd name="connsiteX253" fmla="*/ 2466703 w 2915191"/>
                <a:gd name="connsiteY253" fmla="*/ 258415 h 423427"/>
                <a:gd name="connsiteX254" fmla="*/ 2476446 w 2915191"/>
                <a:gd name="connsiteY254" fmla="*/ 266062 h 423427"/>
                <a:gd name="connsiteX255" fmla="*/ 2486190 w 2915191"/>
                <a:gd name="connsiteY255" fmla="*/ 261622 h 423427"/>
                <a:gd name="connsiteX256" fmla="*/ 2495949 w 2915191"/>
                <a:gd name="connsiteY256" fmla="*/ 288787 h 423427"/>
                <a:gd name="connsiteX257" fmla="*/ 2505693 w 2915191"/>
                <a:gd name="connsiteY257" fmla="*/ 296786 h 423427"/>
                <a:gd name="connsiteX258" fmla="*/ 2515452 w 2915191"/>
                <a:gd name="connsiteY258" fmla="*/ 305708 h 423427"/>
                <a:gd name="connsiteX259" fmla="*/ 2525196 w 2915191"/>
                <a:gd name="connsiteY259" fmla="*/ 318221 h 423427"/>
                <a:gd name="connsiteX260" fmla="*/ 2534940 w 2915191"/>
                <a:gd name="connsiteY260" fmla="*/ 309485 h 423427"/>
                <a:gd name="connsiteX261" fmla="*/ 2544699 w 2915191"/>
                <a:gd name="connsiteY261" fmla="*/ 312531 h 423427"/>
                <a:gd name="connsiteX262" fmla="*/ 2554443 w 2915191"/>
                <a:gd name="connsiteY262" fmla="*/ 333003 h 423427"/>
                <a:gd name="connsiteX263" fmla="*/ 2564202 w 2915191"/>
                <a:gd name="connsiteY263" fmla="*/ 344175 h 423427"/>
                <a:gd name="connsiteX264" fmla="*/ 2573946 w 2915191"/>
                <a:gd name="connsiteY264" fmla="*/ 309339 h 423427"/>
                <a:gd name="connsiteX265" fmla="*/ 2583690 w 2915191"/>
                <a:gd name="connsiteY265" fmla="*/ 295797 h 423427"/>
                <a:gd name="connsiteX266" fmla="*/ 2593448 w 2915191"/>
                <a:gd name="connsiteY266" fmla="*/ 308510 h 423427"/>
                <a:gd name="connsiteX267" fmla="*/ 2603192 w 2915191"/>
                <a:gd name="connsiteY267" fmla="*/ 279524 h 423427"/>
                <a:gd name="connsiteX268" fmla="*/ 2612951 w 2915191"/>
                <a:gd name="connsiteY268" fmla="*/ 285424 h 423427"/>
                <a:gd name="connsiteX269" fmla="*/ 2622695 w 2915191"/>
                <a:gd name="connsiteY269" fmla="*/ 244810 h 423427"/>
                <a:gd name="connsiteX270" fmla="*/ 2632439 w 2915191"/>
                <a:gd name="connsiteY270" fmla="*/ 224444 h 423427"/>
                <a:gd name="connsiteX271" fmla="*/ 2642198 w 2915191"/>
                <a:gd name="connsiteY271" fmla="*/ 233467 h 423427"/>
                <a:gd name="connsiteX272" fmla="*/ 2651942 w 2915191"/>
                <a:gd name="connsiteY272" fmla="*/ 203222 h 423427"/>
                <a:gd name="connsiteX273" fmla="*/ 2661685 w 2915191"/>
                <a:gd name="connsiteY273" fmla="*/ 206004 h 423427"/>
                <a:gd name="connsiteX274" fmla="*/ 2671444 w 2915191"/>
                <a:gd name="connsiteY274" fmla="*/ 196063 h 423427"/>
                <a:gd name="connsiteX275" fmla="*/ 2681188 w 2915191"/>
                <a:gd name="connsiteY275" fmla="*/ 241651 h 423427"/>
                <a:gd name="connsiteX276" fmla="*/ 2690947 w 2915191"/>
                <a:gd name="connsiteY276" fmla="*/ 254129 h 423427"/>
                <a:gd name="connsiteX277" fmla="*/ 2700691 w 2915191"/>
                <a:gd name="connsiteY277" fmla="*/ 255386 h 423427"/>
                <a:gd name="connsiteX278" fmla="*/ 2710435 w 2915191"/>
                <a:gd name="connsiteY278" fmla="*/ 252797 h 423427"/>
                <a:gd name="connsiteX279" fmla="*/ 2720194 w 2915191"/>
                <a:gd name="connsiteY279" fmla="*/ 253613 h 423427"/>
                <a:gd name="connsiteX280" fmla="*/ 2729938 w 2915191"/>
                <a:gd name="connsiteY280" fmla="*/ 230608 h 423427"/>
                <a:gd name="connsiteX281" fmla="*/ 2739697 w 2915191"/>
                <a:gd name="connsiteY281" fmla="*/ 241970 h 423427"/>
                <a:gd name="connsiteX282" fmla="*/ 2749441 w 2915191"/>
                <a:gd name="connsiteY282" fmla="*/ 254332 h 423427"/>
                <a:gd name="connsiteX283" fmla="*/ 2759185 w 2915191"/>
                <a:gd name="connsiteY283" fmla="*/ 223035 h 423427"/>
                <a:gd name="connsiteX284" fmla="*/ 2768943 w 2915191"/>
                <a:gd name="connsiteY284" fmla="*/ 226703 h 423427"/>
                <a:gd name="connsiteX285" fmla="*/ 2778687 w 2915191"/>
                <a:gd name="connsiteY285" fmla="*/ 204839 h 423427"/>
                <a:gd name="connsiteX286" fmla="*/ 2788446 w 2915191"/>
                <a:gd name="connsiteY286" fmla="*/ 198064 h 423427"/>
                <a:gd name="connsiteX287" fmla="*/ 2798190 w 2915191"/>
                <a:gd name="connsiteY287" fmla="*/ 187370 h 423427"/>
                <a:gd name="connsiteX288" fmla="*/ 2807934 w 2915191"/>
                <a:gd name="connsiteY288" fmla="*/ 215655 h 423427"/>
                <a:gd name="connsiteX289" fmla="*/ 2817693 w 2915191"/>
                <a:gd name="connsiteY289" fmla="*/ 223568 h 423427"/>
                <a:gd name="connsiteX290" fmla="*/ 2827437 w 2915191"/>
                <a:gd name="connsiteY290" fmla="*/ 245894 h 423427"/>
                <a:gd name="connsiteX291" fmla="*/ 2837196 w 2915191"/>
                <a:gd name="connsiteY291" fmla="*/ 210984 h 423427"/>
                <a:gd name="connsiteX292" fmla="*/ 2846940 w 2915191"/>
                <a:gd name="connsiteY292" fmla="*/ 190416 h 423427"/>
                <a:gd name="connsiteX293" fmla="*/ 2856684 w 2915191"/>
                <a:gd name="connsiteY293" fmla="*/ 186873 h 423427"/>
                <a:gd name="connsiteX294" fmla="*/ 2866442 w 2915191"/>
                <a:gd name="connsiteY294" fmla="*/ 196004 h 423427"/>
                <a:gd name="connsiteX295" fmla="*/ 2876186 w 2915191"/>
                <a:gd name="connsiteY295" fmla="*/ 182757 h 423427"/>
                <a:gd name="connsiteX296" fmla="*/ 2885945 w 2915191"/>
                <a:gd name="connsiteY296" fmla="*/ 147196 h 423427"/>
                <a:gd name="connsiteX297" fmla="*/ 2895689 w 2915191"/>
                <a:gd name="connsiteY297" fmla="*/ 155770 h 423427"/>
                <a:gd name="connsiteX298" fmla="*/ 2905433 w 2915191"/>
                <a:gd name="connsiteY298" fmla="*/ 147625 h 423427"/>
                <a:gd name="connsiteX299" fmla="*/ 2915192 w 2915191"/>
                <a:gd name="connsiteY299" fmla="*/ 140344 h 423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23427">
                  <a:moveTo>
                    <a:pt x="0" y="313334"/>
                  </a:moveTo>
                  <a:lnTo>
                    <a:pt x="9750" y="294399"/>
                  </a:lnTo>
                  <a:lnTo>
                    <a:pt x="19500" y="297334"/>
                  </a:lnTo>
                  <a:lnTo>
                    <a:pt x="29250" y="304212"/>
                  </a:lnTo>
                  <a:lnTo>
                    <a:pt x="39000" y="289831"/>
                  </a:lnTo>
                  <a:lnTo>
                    <a:pt x="48749" y="313028"/>
                  </a:lnTo>
                  <a:lnTo>
                    <a:pt x="58499" y="323864"/>
                  </a:lnTo>
                  <a:lnTo>
                    <a:pt x="68249" y="302883"/>
                  </a:lnTo>
                  <a:lnTo>
                    <a:pt x="77998" y="305752"/>
                  </a:lnTo>
                  <a:lnTo>
                    <a:pt x="87748" y="311363"/>
                  </a:lnTo>
                  <a:lnTo>
                    <a:pt x="97497" y="308936"/>
                  </a:lnTo>
                  <a:lnTo>
                    <a:pt x="107247" y="302686"/>
                  </a:lnTo>
                  <a:lnTo>
                    <a:pt x="116997" y="296601"/>
                  </a:lnTo>
                  <a:lnTo>
                    <a:pt x="126747" y="289271"/>
                  </a:lnTo>
                  <a:lnTo>
                    <a:pt x="136497" y="268459"/>
                  </a:lnTo>
                  <a:lnTo>
                    <a:pt x="146247" y="285044"/>
                  </a:lnTo>
                  <a:lnTo>
                    <a:pt x="155997" y="289650"/>
                  </a:lnTo>
                  <a:lnTo>
                    <a:pt x="165747" y="291674"/>
                  </a:lnTo>
                  <a:lnTo>
                    <a:pt x="175497" y="327025"/>
                  </a:lnTo>
                  <a:lnTo>
                    <a:pt x="185247" y="287352"/>
                  </a:lnTo>
                  <a:lnTo>
                    <a:pt x="194996" y="273195"/>
                  </a:lnTo>
                  <a:lnTo>
                    <a:pt x="204746" y="263518"/>
                  </a:lnTo>
                  <a:lnTo>
                    <a:pt x="214495" y="258581"/>
                  </a:lnTo>
                  <a:lnTo>
                    <a:pt x="224245" y="270007"/>
                  </a:lnTo>
                  <a:lnTo>
                    <a:pt x="233995" y="305307"/>
                  </a:lnTo>
                  <a:lnTo>
                    <a:pt x="243744" y="332162"/>
                  </a:lnTo>
                  <a:lnTo>
                    <a:pt x="253494" y="341887"/>
                  </a:lnTo>
                  <a:lnTo>
                    <a:pt x="263244" y="338339"/>
                  </a:lnTo>
                  <a:lnTo>
                    <a:pt x="272994" y="364277"/>
                  </a:lnTo>
                  <a:lnTo>
                    <a:pt x="282744" y="379513"/>
                  </a:lnTo>
                  <a:lnTo>
                    <a:pt x="292494" y="378571"/>
                  </a:lnTo>
                  <a:lnTo>
                    <a:pt x="302244" y="389295"/>
                  </a:lnTo>
                  <a:lnTo>
                    <a:pt x="311994" y="398452"/>
                  </a:lnTo>
                  <a:lnTo>
                    <a:pt x="321744" y="401726"/>
                  </a:lnTo>
                  <a:lnTo>
                    <a:pt x="331493" y="402082"/>
                  </a:lnTo>
                  <a:lnTo>
                    <a:pt x="341243" y="413971"/>
                  </a:lnTo>
                  <a:lnTo>
                    <a:pt x="350993" y="417018"/>
                  </a:lnTo>
                  <a:lnTo>
                    <a:pt x="360742" y="423428"/>
                  </a:lnTo>
                  <a:lnTo>
                    <a:pt x="370492" y="397485"/>
                  </a:lnTo>
                  <a:lnTo>
                    <a:pt x="380241" y="381162"/>
                  </a:lnTo>
                  <a:lnTo>
                    <a:pt x="389991" y="389586"/>
                  </a:lnTo>
                  <a:lnTo>
                    <a:pt x="399741" y="397767"/>
                  </a:lnTo>
                  <a:lnTo>
                    <a:pt x="409491" y="376961"/>
                  </a:lnTo>
                  <a:lnTo>
                    <a:pt x="419241" y="396499"/>
                  </a:lnTo>
                  <a:lnTo>
                    <a:pt x="428991" y="379046"/>
                  </a:lnTo>
                  <a:lnTo>
                    <a:pt x="438741" y="386691"/>
                  </a:lnTo>
                  <a:lnTo>
                    <a:pt x="448491" y="381999"/>
                  </a:lnTo>
                  <a:lnTo>
                    <a:pt x="458241" y="341736"/>
                  </a:lnTo>
                  <a:lnTo>
                    <a:pt x="467991" y="311371"/>
                  </a:lnTo>
                  <a:lnTo>
                    <a:pt x="477740" y="330148"/>
                  </a:lnTo>
                  <a:lnTo>
                    <a:pt x="487490" y="287440"/>
                  </a:lnTo>
                  <a:lnTo>
                    <a:pt x="497239" y="295976"/>
                  </a:lnTo>
                  <a:lnTo>
                    <a:pt x="506989" y="291262"/>
                  </a:lnTo>
                  <a:lnTo>
                    <a:pt x="516738" y="297452"/>
                  </a:lnTo>
                  <a:lnTo>
                    <a:pt x="526488" y="280111"/>
                  </a:lnTo>
                  <a:lnTo>
                    <a:pt x="536238" y="307049"/>
                  </a:lnTo>
                  <a:lnTo>
                    <a:pt x="545988" y="314246"/>
                  </a:lnTo>
                  <a:lnTo>
                    <a:pt x="555738" y="282319"/>
                  </a:lnTo>
                  <a:lnTo>
                    <a:pt x="565488" y="296037"/>
                  </a:lnTo>
                  <a:lnTo>
                    <a:pt x="575238" y="269207"/>
                  </a:lnTo>
                  <a:lnTo>
                    <a:pt x="584988" y="279864"/>
                  </a:lnTo>
                  <a:lnTo>
                    <a:pt x="594738" y="240161"/>
                  </a:lnTo>
                  <a:lnTo>
                    <a:pt x="604488" y="266871"/>
                  </a:lnTo>
                  <a:lnTo>
                    <a:pt x="614237" y="284854"/>
                  </a:lnTo>
                  <a:lnTo>
                    <a:pt x="623987" y="312761"/>
                  </a:lnTo>
                  <a:lnTo>
                    <a:pt x="633736" y="302472"/>
                  </a:lnTo>
                  <a:lnTo>
                    <a:pt x="643486" y="278349"/>
                  </a:lnTo>
                  <a:lnTo>
                    <a:pt x="653236" y="272039"/>
                  </a:lnTo>
                  <a:lnTo>
                    <a:pt x="662985" y="268073"/>
                  </a:lnTo>
                  <a:lnTo>
                    <a:pt x="672735" y="251510"/>
                  </a:lnTo>
                  <a:lnTo>
                    <a:pt x="682485" y="267291"/>
                  </a:lnTo>
                  <a:lnTo>
                    <a:pt x="692235" y="267307"/>
                  </a:lnTo>
                  <a:lnTo>
                    <a:pt x="701985" y="284490"/>
                  </a:lnTo>
                  <a:lnTo>
                    <a:pt x="711735" y="260233"/>
                  </a:lnTo>
                  <a:lnTo>
                    <a:pt x="721485" y="272428"/>
                  </a:lnTo>
                  <a:lnTo>
                    <a:pt x="731235" y="250020"/>
                  </a:lnTo>
                  <a:lnTo>
                    <a:pt x="740985" y="230793"/>
                  </a:lnTo>
                  <a:lnTo>
                    <a:pt x="750734" y="247694"/>
                  </a:lnTo>
                  <a:lnTo>
                    <a:pt x="760484" y="246373"/>
                  </a:lnTo>
                  <a:lnTo>
                    <a:pt x="770233" y="246432"/>
                  </a:lnTo>
                  <a:lnTo>
                    <a:pt x="779983" y="214985"/>
                  </a:lnTo>
                  <a:lnTo>
                    <a:pt x="789733" y="191304"/>
                  </a:lnTo>
                  <a:lnTo>
                    <a:pt x="799482" y="216204"/>
                  </a:lnTo>
                  <a:lnTo>
                    <a:pt x="809232" y="192578"/>
                  </a:lnTo>
                  <a:lnTo>
                    <a:pt x="818982" y="182812"/>
                  </a:lnTo>
                  <a:lnTo>
                    <a:pt x="828732" y="158266"/>
                  </a:lnTo>
                  <a:lnTo>
                    <a:pt x="838482" y="172822"/>
                  </a:lnTo>
                  <a:lnTo>
                    <a:pt x="848232" y="208078"/>
                  </a:lnTo>
                  <a:lnTo>
                    <a:pt x="857982" y="235610"/>
                  </a:lnTo>
                  <a:lnTo>
                    <a:pt x="867732" y="196567"/>
                  </a:lnTo>
                  <a:lnTo>
                    <a:pt x="877482" y="212650"/>
                  </a:lnTo>
                  <a:lnTo>
                    <a:pt x="887231" y="201324"/>
                  </a:lnTo>
                  <a:lnTo>
                    <a:pt x="896981" y="175772"/>
                  </a:lnTo>
                  <a:lnTo>
                    <a:pt x="906730" y="142500"/>
                  </a:lnTo>
                  <a:lnTo>
                    <a:pt x="916480" y="142805"/>
                  </a:lnTo>
                  <a:lnTo>
                    <a:pt x="926230" y="135526"/>
                  </a:lnTo>
                  <a:lnTo>
                    <a:pt x="935979" y="115612"/>
                  </a:lnTo>
                  <a:lnTo>
                    <a:pt x="945729" y="127219"/>
                  </a:lnTo>
                  <a:lnTo>
                    <a:pt x="955479" y="109963"/>
                  </a:lnTo>
                  <a:lnTo>
                    <a:pt x="965229" y="91858"/>
                  </a:lnTo>
                  <a:lnTo>
                    <a:pt x="974979" y="109366"/>
                  </a:lnTo>
                  <a:lnTo>
                    <a:pt x="984729" y="111131"/>
                  </a:lnTo>
                  <a:lnTo>
                    <a:pt x="994474" y="161110"/>
                  </a:lnTo>
                  <a:lnTo>
                    <a:pt x="1004233" y="154841"/>
                  </a:lnTo>
                  <a:lnTo>
                    <a:pt x="1013977" y="168352"/>
                  </a:lnTo>
                  <a:lnTo>
                    <a:pt x="1023721" y="161837"/>
                  </a:lnTo>
                  <a:lnTo>
                    <a:pt x="1033480" y="175443"/>
                  </a:lnTo>
                  <a:lnTo>
                    <a:pt x="1043224" y="172894"/>
                  </a:lnTo>
                  <a:lnTo>
                    <a:pt x="1052983" y="140091"/>
                  </a:lnTo>
                  <a:lnTo>
                    <a:pt x="1062727" y="130570"/>
                  </a:lnTo>
                  <a:lnTo>
                    <a:pt x="1072471" y="130803"/>
                  </a:lnTo>
                  <a:lnTo>
                    <a:pt x="1082230" y="126564"/>
                  </a:lnTo>
                  <a:lnTo>
                    <a:pt x="1091973" y="120861"/>
                  </a:lnTo>
                  <a:lnTo>
                    <a:pt x="1101732" y="121386"/>
                  </a:lnTo>
                  <a:lnTo>
                    <a:pt x="1111476" y="112730"/>
                  </a:lnTo>
                  <a:lnTo>
                    <a:pt x="1121220" y="105111"/>
                  </a:lnTo>
                  <a:lnTo>
                    <a:pt x="1130979" y="106687"/>
                  </a:lnTo>
                  <a:lnTo>
                    <a:pt x="1140723" y="112761"/>
                  </a:lnTo>
                  <a:lnTo>
                    <a:pt x="1150482" y="77618"/>
                  </a:lnTo>
                  <a:lnTo>
                    <a:pt x="1160226" y="48344"/>
                  </a:lnTo>
                  <a:lnTo>
                    <a:pt x="1169969" y="30970"/>
                  </a:lnTo>
                  <a:lnTo>
                    <a:pt x="1179728" y="3249"/>
                  </a:lnTo>
                  <a:lnTo>
                    <a:pt x="1189472" y="615"/>
                  </a:lnTo>
                  <a:lnTo>
                    <a:pt x="1199231" y="12971"/>
                  </a:lnTo>
                  <a:lnTo>
                    <a:pt x="1208975" y="14185"/>
                  </a:lnTo>
                  <a:lnTo>
                    <a:pt x="1218719" y="6202"/>
                  </a:lnTo>
                  <a:lnTo>
                    <a:pt x="1228478" y="32799"/>
                  </a:lnTo>
                  <a:lnTo>
                    <a:pt x="1238222" y="13713"/>
                  </a:lnTo>
                  <a:lnTo>
                    <a:pt x="1247966" y="11283"/>
                  </a:lnTo>
                  <a:lnTo>
                    <a:pt x="1257725" y="12309"/>
                  </a:lnTo>
                  <a:lnTo>
                    <a:pt x="1267469" y="55651"/>
                  </a:lnTo>
                  <a:lnTo>
                    <a:pt x="1277227" y="67769"/>
                  </a:lnTo>
                  <a:lnTo>
                    <a:pt x="1286971" y="47952"/>
                  </a:lnTo>
                  <a:lnTo>
                    <a:pt x="1296715" y="52668"/>
                  </a:lnTo>
                  <a:lnTo>
                    <a:pt x="1306474" y="23974"/>
                  </a:lnTo>
                  <a:lnTo>
                    <a:pt x="1316218" y="0"/>
                  </a:lnTo>
                  <a:lnTo>
                    <a:pt x="1325977" y="2144"/>
                  </a:lnTo>
                  <a:lnTo>
                    <a:pt x="1335721" y="39201"/>
                  </a:lnTo>
                  <a:lnTo>
                    <a:pt x="1345465" y="52634"/>
                  </a:lnTo>
                  <a:lnTo>
                    <a:pt x="1355224" y="33056"/>
                  </a:lnTo>
                  <a:lnTo>
                    <a:pt x="1364967" y="63602"/>
                  </a:lnTo>
                  <a:lnTo>
                    <a:pt x="1374726" y="49006"/>
                  </a:lnTo>
                  <a:lnTo>
                    <a:pt x="1384470" y="48836"/>
                  </a:lnTo>
                  <a:lnTo>
                    <a:pt x="1394214" y="68751"/>
                  </a:lnTo>
                  <a:lnTo>
                    <a:pt x="1403973" y="114391"/>
                  </a:lnTo>
                  <a:lnTo>
                    <a:pt x="1413717" y="172971"/>
                  </a:lnTo>
                  <a:lnTo>
                    <a:pt x="1423476" y="168352"/>
                  </a:lnTo>
                  <a:lnTo>
                    <a:pt x="1433220" y="129056"/>
                  </a:lnTo>
                  <a:lnTo>
                    <a:pt x="1442964" y="132444"/>
                  </a:lnTo>
                  <a:lnTo>
                    <a:pt x="1452722" y="161530"/>
                  </a:lnTo>
                  <a:lnTo>
                    <a:pt x="1462466" y="143976"/>
                  </a:lnTo>
                  <a:lnTo>
                    <a:pt x="1472225" y="164610"/>
                  </a:lnTo>
                  <a:lnTo>
                    <a:pt x="1481969" y="199311"/>
                  </a:lnTo>
                  <a:lnTo>
                    <a:pt x="1491713" y="205345"/>
                  </a:lnTo>
                  <a:lnTo>
                    <a:pt x="1501472" y="194795"/>
                  </a:lnTo>
                  <a:lnTo>
                    <a:pt x="1511216" y="181844"/>
                  </a:lnTo>
                  <a:lnTo>
                    <a:pt x="1520960" y="196357"/>
                  </a:lnTo>
                  <a:lnTo>
                    <a:pt x="1530719" y="172429"/>
                  </a:lnTo>
                  <a:lnTo>
                    <a:pt x="1540463" y="168968"/>
                  </a:lnTo>
                  <a:lnTo>
                    <a:pt x="1550221" y="177404"/>
                  </a:lnTo>
                  <a:lnTo>
                    <a:pt x="1559965" y="151996"/>
                  </a:lnTo>
                  <a:lnTo>
                    <a:pt x="1569709" y="180965"/>
                  </a:lnTo>
                  <a:lnTo>
                    <a:pt x="1579468" y="214879"/>
                  </a:lnTo>
                  <a:lnTo>
                    <a:pt x="1589212" y="223255"/>
                  </a:lnTo>
                  <a:lnTo>
                    <a:pt x="1598971" y="217576"/>
                  </a:lnTo>
                  <a:lnTo>
                    <a:pt x="1608715" y="192979"/>
                  </a:lnTo>
                  <a:lnTo>
                    <a:pt x="1618459" y="194400"/>
                  </a:lnTo>
                  <a:lnTo>
                    <a:pt x="1628218" y="188675"/>
                  </a:lnTo>
                  <a:lnTo>
                    <a:pt x="1637962" y="206658"/>
                  </a:lnTo>
                  <a:lnTo>
                    <a:pt x="1647720" y="227147"/>
                  </a:lnTo>
                  <a:lnTo>
                    <a:pt x="1657464" y="247783"/>
                  </a:lnTo>
                  <a:lnTo>
                    <a:pt x="1667208" y="220298"/>
                  </a:lnTo>
                  <a:lnTo>
                    <a:pt x="1676967" y="201132"/>
                  </a:lnTo>
                  <a:lnTo>
                    <a:pt x="1686711" y="199764"/>
                  </a:lnTo>
                  <a:lnTo>
                    <a:pt x="1696470" y="231290"/>
                  </a:lnTo>
                  <a:lnTo>
                    <a:pt x="1706214" y="248277"/>
                  </a:lnTo>
                  <a:lnTo>
                    <a:pt x="1715958" y="226911"/>
                  </a:lnTo>
                  <a:lnTo>
                    <a:pt x="1725716" y="222331"/>
                  </a:lnTo>
                  <a:lnTo>
                    <a:pt x="1735460" y="200519"/>
                  </a:lnTo>
                  <a:lnTo>
                    <a:pt x="1745219" y="204883"/>
                  </a:lnTo>
                  <a:lnTo>
                    <a:pt x="1754963" y="223431"/>
                  </a:lnTo>
                  <a:lnTo>
                    <a:pt x="1764707" y="217109"/>
                  </a:lnTo>
                  <a:lnTo>
                    <a:pt x="1774466" y="230663"/>
                  </a:lnTo>
                  <a:lnTo>
                    <a:pt x="1784210" y="210949"/>
                  </a:lnTo>
                  <a:lnTo>
                    <a:pt x="1793969" y="198837"/>
                  </a:lnTo>
                  <a:lnTo>
                    <a:pt x="1803713" y="215760"/>
                  </a:lnTo>
                  <a:lnTo>
                    <a:pt x="1813457" y="232589"/>
                  </a:lnTo>
                  <a:lnTo>
                    <a:pt x="1823215" y="217698"/>
                  </a:lnTo>
                  <a:lnTo>
                    <a:pt x="1832959" y="224705"/>
                  </a:lnTo>
                  <a:lnTo>
                    <a:pt x="1842703" y="189767"/>
                  </a:lnTo>
                  <a:lnTo>
                    <a:pt x="1852462" y="183940"/>
                  </a:lnTo>
                  <a:lnTo>
                    <a:pt x="1862206" y="203496"/>
                  </a:lnTo>
                  <a:lnTo>
                    <a:pt x="1871965" y="239257"/>
                  </a:lnTo>
                  <a:lnTo>
                    <a:pt x="1881709" y="262162"/>
                  </a:lnTo>
                  <a:lnTo>
                    <a:pt x="1891453" y="242838"/>
                  </a:lnTo>
                  <a:lnTo>
                    <a:pt x="1901212" y="206288"/>
                  </a:lnTo>
                  <a:lnTo>
                    <a:pt x="1910956" y="229561"/>
                  </a:lnTo>
                  <a:lnTo>
                    <a:pt x="1920714" y="248405"/>
                  </a:lnTo>
                  <a:lnTo>
                    <a:pt x="1930458" y="231162"/>
                  </a:lnTo>
                  <a:lnTo>
                    <a:pt x="1940202" y="239602"/>
                  </a:lnTo>
                  <a:lnTo>
                    <a:pt x="1949961" y="231675"/>
                  </a:lnTo>
                  <a:lnTo>
                    <a:pt x="1959705" y="261429"/>
                  </a:lnTo>
                  <a:lnTo>
                    <a:pt x="1969464" y="275542"/>
                  </a:lnTo>
                  <a:lnTo>
                    <a:pt x="1979208" y="290597"/>
                  </a:lnTo>
                  <a:lnTo>
                    <a:pt x="1988952" y="301123"/>
                  </a:lnTo>
                  <a:lnTo>
                    <a:pt x="1998711" y="302689"/>
                  </a:lnTo>
                  <a:lnTo>
                    <a:pt x="2008454" y="293823"/>
                  </a:lnTo>
                  <a:lnTo>
                    <a:pt x="2018213" y="310417"/>
                  </a:lnTo>
                  <a:lnTo>
                    <a:pt x="2027957" y="302942"/>
                  </a:lnTo>
                  <a:lnTo>
                    <a:pt x="2037701" y="314999"/>
                  </a:lnTo>
                  <a:lnTo>
                    <a:pt x="2047460" y="328619"/>
                  </a:lnTo>
                  <a:lnTo>
                    <a:pt x="2057204" y="314182"/>
                  </a:lnTo>
                  <a:lnTo>
                    <a:pt x="2066963" y="320440"/>
                  </a:lnTo>
                  <a:lnTo>
                    <a:pt x="2076707" y="315076"/>
                  </a:lnTo>
                  <a:lnTo>
                    <a:pt x="2086451" y="329694"/>
                  </a:lnTo>
                  <a:lnTo>
                    <a:pt x="2096210" y="343615"/>
                  </a:lnTo>
                  <a:lnTo>
                    <a:pt x="2105954" y="343748"/>
                  </a:lnTo>
                  <a:lnTo>
                    <a:pt x="2115697" y="309012"/>
                  </a:lnTo>
                  <a:lnTo>
                    <a:pt x="2125456" y="311475"/>
                  </a:lnTo>
                  <a:lnTo>
                    <a:pt x="2135200" y="315878"/>
                  </a:lnTo>
                  <a:lnTo>
                    <a:pt x="2144959" y="319161"/>
                  </a:lnTo>
                  <a:lnTo>
                    <a:pt x="2154703" y="320811"/>
                  </a:lnTo>
                  <a:lnTo>
                    <a:pt x="2164447" y="281111"/>
                  </a:lnTo>
                  <a:lnTo>
                    <a:pt x="2174206" y="259947"/>
                  </a:lnTo>
                  <a:lnTo>
                    <a:pt x="2183950" y="289283"/>
                  </a:lnTo>
                  <a:lnTo>
                    <a:pt x="2193709" y="287796"/>
                  </a:lnTo>
                  <a:lnTo>
                    <a:pt x="2203452" y="310189"/>
                  </a:lnTo>
                  <a:lnTo>
                    <a:pt x="2213196" y="326434"/>
                  </a:lnTo>
                  <a:lnTo>
                    <a:pt x="2222955" y="293589"/>
                  </a:lnTo>
                  <a:lnTo>
                    <a:pt x="2232699" y="275311"/>
                  </a:lnTo>
                  <a:lnTo>
                    <a:pt x="2242458" y="299014"/>
                  </a:lnTo>
                  <a:lnTo>
                    <a:pt x="2252202" y="285569"/>
                  </a:lnTo>
                  <a:lnTo>
                    <a:pt x="2261946" y="299927"/>
                  </a:lnTo>
                  <a:lnTo>
                    <a:pt x="2271705" y="316104"/>
                  </a:lnTo>
                  <a:lnTo>
                    <a:pt x="2281449" y="328162"/>
                  </a:lnTo>
                  <a:lnTo>
                    <a:pt x="2291208" y="329352"/>
                  </a:lnTo>
                  <a:lnTo>
                    <a:pt x="2300951" y="321581"/>
                  </a:lnTo>
                  <a:lnTo>
                    <a:pt x="2310695" y="304361"/>
                  </a:lnTo>
                  <a:lnTo>
                    <a:pt x="2320454" y="282002"/>
                  </a:lnTo>
                  <a:lnTo>
                    <a:pt x="2330198" y="260048"/>
                  </a:lnTo>
                  <a:lnTo>
                    <a:pt x="2339957" y="264917"/>
                  </a:lnTo>
                  <a:lnTo>
                    <a:pt x="2349701" y="272897"/>
                  </a:lnTo>
                  <a:lnTo>
                    <a:pt x="2359445" y="269959"/>
                  </a:lnTo>
                  <a:lnTo>
                    <a:pt x="2369204" y="318458"/>
                  </a:lnTo>
                  <a:lnTo>
                    <a:pt x="2378948" y="314541"/>
                  </a:lnTo>
                  <a:lnTo>
                    <a:pt x="2388692" y="324105"/>
                  </a:lnTo>
                  <a:lnTo>
                    <a:pt x="2398450" y="320724"/>
                  </a:lnTo>
                  <a:lnTo>
                    <a:pt x="2408194" y="313652"/>
                  </a:lnTo>
                  <a:lnTo>
                    <a:pt x="2417953" y="279918"/>
                  </a:lnTo>
                  <a:lnTo>
                    <a:pt x="2427697" y="270527"/>
                  </a:lnTo>
                  <a:lnTo>
                    <a:pt x="2437441" y="241541"/>
                  </a:lnTo>
                  <a:lnTo>
                    <a:pt x="2447200" y="265662"/>
                  </a:lnTo>
                  <a:lnTo>
                    <a:pt x="2456944" y="259120"/>
                  </a:lnTo>
                  <a:lnTo>
                    <a:pt x="2466703" y="258415"/>
                  </a:lnTo>
                  <a:lnTo>
                    <a:pt x="2476446" y="266062"/>
                  </a:lnTo>
                  <a:lnTo>
                    <a:pt x="2486190" y="261622"/>
                  </a:lnTo>
                  <a:lnTo>
                    <a:pt x="2495949" y="288787"/>
                  </a:lnTo>
                  <a:lnTo>
                    <a:pt x="2505693" y="296786"/>
                  </a:lnTo>
                  <a:lnTo>
                    <a:pt x="2515452" y="305708"/>
                  </a:lnTo>
                  <a:lnTo>
                    <a:pt x="2525196" y="318221"/>
                  </a:lnTo>
                  <a:lnTo>
                    <a:pt x="2534940" y="309485"/>
                  </a:lnTo>
                  <a:lnTo>
                    <a:pt x="2544699" y="312531"/>
                  </a:lnTo>
                  <a:lnTo>
                    <a:pt x="2554443" y="333003"/>
                  </a:lnTo>
                  <a:lnTo>
                    <a:pt x="2564202" y="344175"/>
                  </a:lnTo>
                  <a:lnTo>
                    <a:pt x="2573946" y="309339"/>
                  </a:lnTo>
                  <a:lnTo>
                    <a:pt x="2583690" y="295797"/>
                  </a:lnTo>
                  <a:lnTo>
                    <a:pt x="2593448" y="308510"/>
                  </a:lnTo>
                  <a:lnTo>
                    <a:pt x="2603192" y="279524"/>
                  </a:lnTo>
                  <a:lnTo>
                    <a:pt x="2612951" y="285424"/>
                  </a:lnTo>
                  <a:lnTo>
                    <a:pt x="2622695" y="244810"/>
                  </a:lnTo>
                  <a:lnTo>
                    <a:pt x="2632439" y="224444"/>
                  </a:lnTo>
                  <a:lnTo>
                    <a:pt x="2642198" y="233467"/>
                  </a:lnTo>
                  <a:lnTo>
                    <a:pt x="2651942" y="203222"/>
                  </a:lnTo>
                  <a:lnTo>
                    <a:pt x="2661685" y="206004"/>
                  </a:lnTo>
                  <a:lnTo>
                    <a:pt x="2671444" y="196063"/>
                  </a:lnTo>
                  <a:lnTo>
                    <a:pt x="2681188" y="241651"/>
                  </a:lnTo>
                  <a:lnTo>
                    <a:pt x="2690947" y="254129"/>
                  </a:lnTo>
                  <a:lnTo>
                    <a:pt x="2700691" y="255386"/>
                  </a:lnTo>
                  <a:lnTo>
                    <a:pt x="2710435" y="252797"/>
                  </a:lnTo>
                  <a:lnTo>
                    <a:pt x="2720194" y="253613"/>
                  </a:lnTo>
                  <a:lnTo>
                    <a:pt x="2729938" y="230608"/>
                  </a:lnTo>
                  <a:lnTo>
                    <a:pt x="2739697" y="241970"/>
                  </a:lnTo>
                  <a:lnTo>
                    <a:pt x="2749441" y="254332"/>
                  </a:lnTo>
                  <a:lnTo>
                    <a:pt x="2759185" y="223035"/>
                  </a:lnTo>
                  <a:lnTo>
                    <a:pt x="2768943" y="226703"/>
                  </a:lnTo>
                  <a:lnTo>
                    <a:pt x="2778687" y="204839"/>
                  </a:lnTo>
                  <a:lnTo>
                    <a:pt x="2788446" y="198064"/>
                  </a:lnTo>
                  <a:lnTo>
                    <a:pt x="2798190" y="187370"/>
                  </a:lnTo>
                  <a:lnTo>
                    <a:pt x="2807934" y="215655"/>
                  </a:lnTo>
                  <a:lnTo>
                    <a:pt x="2817693" y="223568"/>
                  </a:lnTo>
                  <a:lnTo>
                    <a:pt x="2827437" y="245894"/>
                  </a:lnTo>
                  <a:lnTo>
                    <a:pt x="2837196" y="210984"/>
                  </a:lnTo>
                  <a:lnTo>
                    <a:pt x="2846940" y="190416"/>
                  </a:lnTo>
                  <a:lnTo>
                    <a:pt x="2856684" y="186873"/>
                  </a:lnTo>
                  <a:lnTo>
                    <a:pt x="2866442" y="196004"/>
                  </a:lnTo>
                  <a:lnTo>
                    <a:pt x="2876186" y="182757"/>
                  </a:lnTo>
                  <a:lnTo>
                    <a:pt x="2885945" y="147196"/>
                  </a:lnTo>
                  <a:lnTo>
                    <a:pt x="2895689" y="155770"/>
                  </a:lnTo>
                  <a:lnTo>
                    <a:pt x="2905433" y="147625"/>
                  </a:lnTo>
                  <a:lnTo>
                    <a:pt x="2915192" y="14034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2" name="Freeform 1181">
              <a:extLst>
                <a:ext uri="{FF2B5EF4-FFF2-40B4-BE49-F238E27FC236}">
                  <a16:creationId xmlns:a16="http://schemas.microsoft.com/office/drawing/2014/main" id="{302FED43-73D9-8D10-C419-972504C945FC}"/>
                </a:ext>
              </a:extLst>
            </p:cNvPr>
            <p:cNvSpPr/>
            <p:nvPr/>
          </p:nvSpPr>
          <p:spPr>
            <a:xfrm>
              <a:off x="4426652" y="3658008"/>
              <a:ext cx="2915191" cy="315442"/>
            </a:xfrm>
            <a:custGeom>
              <a:avLst/>
              <a:gdLst>
                <a:gd name="connsiteX0" fmla="*/ 0 w 2915191"/>
                <a:gd name="connsiteY0" fmla="*/ 135548 h 315442"/>
                <a:gd name="connsiteX1" fmla="*/ 9750 w 2915191"/>
                <a:gd name="connsiteY1" fmla="*/ 138628 h 315442"/>
                <a:gd name="connsiteX2" fmla="*/ 19500 w 2915191"/>
                <a:gd name="connsiteY2" fmla="*/ 147260 h 315442"/>
                <a:gd name="connsiteX3" fmla="*/ 29250 w 2915191"/>
                <a:gd name="connsiteY3" fmla="*/ 197711 h 315442"/>
                <a:gd name="connsiteX4" fmla="*/ 39000 w 2915191"/>
                <a:gd name="connsiteY4" fmla="*/ 219176 h 315442"/>
                <a:gd name="connsiteX5" fmla="*/ 48749 w 2915191"/>
                <a:gd name="connsiteY5" fmla="*/ 172666 h 315442"/>
                <a:gd name="connsiteX6" fmla="*/ 58499 w 2915191"/>
                <a:gd name="connsiteY6" fmla="*/ 158038 h 315442"/>
                <a:gd name="connsiteX7" fmla="*/ 68249 w 2915191"/>
                <a:gd name="connsiteY7" fmla="*/ 172497 h 315442"/>
                <a:gd name="connsiteX8" fmla="*/ 77998 w 2915191"/>
                <a:gd name="connsiteY8" fmla="*/ 143905 h 315442"/>
                <a:gd name="connsiteX9" fmla="*/ 87748 w 2915191"/>
                <a:gd name="connsiteY9" fmla="*/ 134095 h 315442"/>
                <a:gd name="connsiteX10" fmla="*/ 97497 w 2915191"/>
                <a:gd name="connsiteY10" fmla="*/ 138832 h 315442"/>
                <a:gd name="connsiteX11" fmla="*/ 107247 w 2915191"/>
                <a:gd name="connsiteY11" fmla="*/ 136777 h 315442"/>
                <a:gd name="connsiteX12" fmla="*/ 116997 w 2915191"/>
                <a:gd name="connsiteY12" fmla="*/ 139410 h 315442"/>
                <a:gd name="connsiteX13" fmla="*/ 126747 w 2915191"/>
                <a:gd name="connsiteY13" fmla="*/ 141302 h 315442"/>
                <a:gd name="connsiteX14" fmla="*/ 136497 w 2915191"/>
                <a:gd name="connsiteY14" fmla="*/ 159617 h 315442"/>
                <a:gd name="connsiteX15" fmla="*/ 146247 w 2915191"/>
                <a:gd name="connsiteY15" fmla="*/ 177109 h 315442"/>
                <a:gd name="connsiteX16" fmla="*/ 155997 w 2915191"/>
                <a:gd name="connsiteY16" fmla="*/ 174682 h 315442"/>
                <a:gd name="connsiteX17" fmla="*/ 165747 w 2915191"/>
                <a:gd name="connsiteY17" fmla="*/ 173196 h 315442"/>
                <a:gd name="connsiteX18" fmla="*/ 175497 w 2915191"/>
                <a:gd name="connsiteY18" fmla="*/ 169498 h 315442"/>
                <a:gd name="connsiteX19" fmla="*/ 185247 w 2915191"/>
                <a:gd name="connsiteY19" fmla="*/ 157426 h 315442"/>
                <a:gd name="connsiteX20" fmla="*/ 194996 w 2915191"/>
                <a:gd name="connsiteY20" fmla="*/ 165264 h 315442"/>
                <a:gd name="connsiteX21" fmla="*/ 204746 w 2915191"/>
                <a:gd name="connsiteY21" fmla="*/ 176268 h 315442"/>
                <a:gd name="connsiteX22" fmla="*/ 214495 w 2915191"/>
                <a:gd name="connsiteY22" fmla="*/ 172164 h 315442"/>
                <a:gd name="connsiteX23" fmla="*/ 224245 w 2915191"/>
                <a:gd name="connsiteY23" fmla="*/ 173609 h 315442"/>
                <a:gd name="connsiteX24" fmla="*/ 233995 w 2915191"/>
                <a:gd name="connsiteY24" fmla="*/ 135111 h 315442"/>
                <a:gd name="connsiteX25" fmla="*/ 243744 w 2915191"/>
                <a:gd name="connsiteY25" fmla="*/ 126056 h 315442"/>
                <a:gd name="connsiteX26" fmla="*/ 253494 w 2915191"/>
                <a:gd name="connsiteY26" fmla="*/ 91323 h 315442"/>
                <a:gd name="connsiteX27" fmla="*/ 263244 w 2915191"/>
                <a:gd name="connsiteY27" fmla="*/ 123372 h 315442"/>
                <a:gd name="connsiteX28" fmla="*/ 272994 w 2915191"/>
                <a:gd name="connsiteY28" fmla="*/ 124274 h 315442"/>
                <a:gd name="connsiteX29" fmla="*/ 282744 w 2915191"/>
                <a:gd name="connsiteY29" fmla="*/ 144015 h 315442"/>
                <a:gd name="connsiteX30" fmla="*/ 292494 w 2915191"/>
                <a:gd name="connsiteY30" fmla="*/ 180047 h 315442"/>
                <a:gd name="connsiteX31" fmla="*/ 302244 w 2915191"/>
                <a:gd name="connsiteY31" fmla="*/ 205743 h 315442"/>
                <a:gd name="connsiteX32" fmla="*/ 311994 w 2915191"/>
                <a:gd name="connsiteY32" fmla="*/ 198422 h 315442"/>
                <a:gd name="connsiteX33" fmla="*/ 321744 w 2915191"/>
                <a:gd name="connsiteY33" fmla="*/ 203005 h 315442"/>
                <a:gd name="connsiteX34" fmla="*/ 331493 w 2915191"/>
                <a:gd name="connsiteY34" fmla="*/ 190479 h 315442"/>
                <a:gd name="connsiteX35" fmla="*/ 341243 w 2915191"/>
                <a:gd name="connsiteY35" fmla="*/ 154605 h 315442"/>
                <a:gd name="connsiteX36" fmla="*/ 350993 w 2915191"/>
                <a:gd name="connsiteY36" fmla="*/ 118414 h 315442"/>
                <a:gd name="connsiteX37" fmla="*/ 360742 w 2915191"/>
                <a:gd name="connsiteY37" fmla="*/ 113101 h 315442"/>
                <a:gd name="connsiteX38" fmla="*/ 370492 w 2915191"/>
                <a:gd name="connsiteY38" fmla="*/ 94868 h 315442"/>
                <a:gd name="connsiteX39" fmla="*/ 380241 w 2915191"/>
                <a:gd name="connsiteY39" fmla="*/ 92067 h 315442"/>
                <a:gd name="connsiteX40" fmla="*/ 389991 w 2915191"/>
                <a:gd name="connsiteY40" fmla="*/ 103152 h 315442"/>
                <a:gd name="connsiteX41" fmla="*/ 399741 w 2915191"/>
                <a:gd name="connsiteY41" fmla="*/ 93035 h 315442"/>
                <a:gd name="connsiteX42" fmla="*/ 409491 w 2915191"/>
                <a:gd name="connsiteY42" fmla="*/ 81521 h 315442"/>
                <a:gd name="connsiteX43" fmla="*/ 419241 w 2915191"/>
                <a:gd name="connsiteY43" fmla="*/ 73585 h 315442"/>
                <a:gd name="connsiteX44" fmla="*/ 428991 w 2915191"/>
                <a:gd name="connsiteY44" fmla="*/ 78780 h 315442"/>
                <a:gd name="connsiteX45" fmla="*/ 438741 w 2915191"/>
                <a:gd name="connsiteY45" fmla="*/ 71105 h 315442"/>
                <a:gd name="connsiteX46" fmla="*/ 448491 w 2915191"/>
                <a:gd name="connsiteY46" fmla="*/ 77597 h 315442"/>
                <a:gd name="connsiteX47" fmla="*/ 458241 w 2915191"/>
                <a:gd name="connsiteY47" fmla="*/ 57568 h 315442"/>
                <a:gd name="connsiteX48" fmla="*/ 467991 w 2915191"/>
                <a:gd name="connsiteY48" fmla="*/ 91307 h 315442"/>
                <a:gd name="connsiteX49" fmla="*/ 477740 w 2915191"/>
                <a:gd name="connsiteY49" fmla="*/ 85791 h 315442"/>
                <a:gd name="connsiteX50" fmla="*/ 487490 w 2915191"/>
                <a:gd name="connsiteY50" fmla="*/ 86632 h 315442"/>
                <a:gd name="connsiteX51" fmla="*/ 497239 w 2915191"/>
                <a:gd name="connsiteY51" fmla="*/ 71427 h 315442"/>
                <a:gd name="connsiteX52" fmla="*/ 506989 w 2915191"/>
                <a:gd name="connsiteY52" fmla="*/ 75106 h 315442"/>
                <a:gd name="connsiteX53" fmla="*/ 516738 w 2915191"/>
                <a:gd name="connsiteY53" fmla="*/ 106836 h 315442"/>
                <a:gd name="connsiteX54" fmla="*/ 526488 w 2915191"/>
                <a:gd name="connsiteY54" fmla="*/ 119158 h 315442"/>
                <a:gd name="connsiteX55" fmla="*/ 536238 w 2915191"/>
                <a:gd name="connsiteY55" fmla="*/ 127528 h 315442"/>
                <a:gd name="connsiteX56" fmla="*/ 545988 w 2915191"/>
                <a:gd name="connsiteY56" fmla="*/ 92877 h 315442"/>
                <a:gd name="connsiteX57" fmla="*/ 555738 w 2915191"/>
                <a:gd name="connsiteY57" fmla="*/ 85022 h 315442"/>
                <a:gd name="connsiteX58" fmla="*/ 565488 w 2915191"/>
                <a:gd name="connsiteY58" fmla="*/ 76083 h 315442"/>
                <a:gd name="connsiteX59" fmla="*/ 575238 w 2915191"/>
                <a:gd name="connsiteY59" fmla="*/ 92882 h 315442"/>
                <a:gd name="connsiteX60" fmla="*/ 584988 w 2915191"/>
                <a:gd name="connsiteY60" fmla="*/ 100239 h 315442"/>
                <a:gd name="connsiteX61" fmla="*/ 594738 w 2915191"/>
                <a:gd name="connsiteY61" fmla="*/ 74534 h 315442"/>
                <a:gd name="connsiteX62" fmla="*/ 604488 w 2915191"/>
                <a:gd name="connsiteY62" fmla="*/ 65089 h 315442"/>
                <a:gd name="connsiteX63" fmla="*/ 614237 w 2915191"/>
                <a:gd name="connsiteY63" fmla="*/ 68485 h 315442"/>
                <a:gd name="connsiteX64" fmla="*/ 623987 w 2915191"/>
                <a:gd name="connsiteY64" fmla="*/ 54666 h 315442"/>
                <a:gd name="connsiteX65" fmla="*/ 633736 w 2915191"/>
                <a:gd name="connsiteY65" fmla="*/ 5140 h 315442"/>
                <a:gd name="connsiteX66" fmla="*/ 643486 w 2915191"/>
                <a:gd name="connsiteY66" fmla="*/ 6980 h 315442"/>
                <a:gd name="connsiteX67" fmla="*/ 653236 w 2915191"/>
                <a:gd name="connsiteY67" fmla="*/ 20295 h 315442"/>
                <a:gd name="connsiteX68" fmla="*/ 662985 w 2915191"/>
                <a:gd name="connsiteY68" fmla="*/ 28955 h 315442"/>
                <a:gd name="connsiteX69" fmla="*/ 672735 w 2915191"/>
                <a:gd name="connsiteY69" fmla="*/ 28797 h 315442"/>
                <a:gd name="connsiteX70" fmla="*/ 682485 w 2915191"/>
                <a:gd name="connsiteY70" fmla="*/ 24524 h 315442"/>
                <a:gd name="connsiteX71" fmla="*/ 692235 w 2915191"/>
                <a:gd name="connsiteY71" fmla="*/ 14556 h 315442"/>
                <a:gd name="connsiteX72" fmla="*/ 701985 w 2915191"/>
                <a:gd name="connsiteY72" fmla="*/ 35871 h 315442"/>
                <a:gd name="connsiteX73" fmla="*/ 711735 w 2915191"/>
                <a:gd name="connsiteY73" fmla="*/ 69106 h 315442"/>
                <a:gd name="connsiteX74" fmla="*/ 721485 w 2915191"/>
                <a:gd name="connsiteY74" fmla="*/ 36301 h 315442"/>
                <a:gd name="connsiteX75" fmla="*/ 731235 w 2915191"/>
                <a:gd name="connsiteY75" fmla="*/ 33043 h 315442"/>
                <a:gd name="connsiteX76" fmla="*/ 740985 w 2915191"/>
                <a:gd name="connsiteY76" fmla="*/ 36318 h 315442"/>
                <a:gd name="connsiteX77" fmla="*/ 750734 w 2915191"/>
                <a:gd name="connsiteY77" fmla="*/ 39248 h 315442"/>
                <a:gd name="connsiteX78" fmla="*/ 760484 w 2915191"/>
                <a:gd name="connsiteY78" fmla="*/ 63732 h 315442"/>
                <a:gd name="connsiteX79" fmla="*/ 770233 w 2915191"/>
                <a:gd name="connsiteY79" fmla="*/ 84769 h 315442"/>
                <a:gd name="connsiteX80" fmla="*/ 779983 w 2915191"/>
                <a:gd name="connsiteY80" fmla="*/ 129074 h 315442"/>
                <a:gd name="connsiteX81" fmla="*/ 789733 w 2915191"/>
                <a:gd name="connsiteY81" fmla="*/ 116112 h 315442"/>
                <a:gd name="connsiteX82" fmla="*/ 799482 w 2915191"/>
                <a:gd name="connsiteY82" fmla="*/ 120023 h 315442"/>
                <a:gd name="connsiteX83" fmla="*/ 809232 w 2915191"/>
                <a:gd name="connsiteY83" fmla="*/ 116257 h 315442"/>
                <a:gd name="connsiteX84" fmla="*/ 818982 w 2915191"/>
                <a:gd name="connsiteY84" fmla="*/ 89510 h 315442"/>
                <a:gd name="connsiteX85" fmla="*/ 828732 w 2915191"/>
                <a:gd name="connsiteY85" fmla="*/ 73307 h 315442"/>
                <a:gd name="connsiteX86" fmla="*/ 838482 w 2915191"/>
                <a:gd name="connsiteY86" fmla="*/ 41509 h 315442"/>
                <a:gd name="connsiteX87" fmla="*/ 848232 w 2915191"/>
                <a:gd name="connsiteY87" fmla="*/ 21146 h 315442"/>
                <a:gd name="connsiteX88" fmla="*/ 857982 w 2915191"/>
                <a:gd name="connsiteY88" fmla="*/ 22095 h 315442"/>
                <a:gd name="connsiteX89" fmla="*/ 867732 w 2915191"/>
                <a:gd name="connsiteY89" fmla="*/ 0 h 315442"/>
                <a:gd name="connsiteX90" fmla="*/ 877482 w 2915191"/>
                <a:gd name="connsiteY90" fmla="*/ 23248 h 315442"/>
                <a:gd name="connsiteX91" fmla="*/ 887231 w 2915191"/>
                <a:gd name="connsiteY91" fmla="*/ 34028 h 315442"/>
                <a:gd name="connsiteX92" fmla="*/ 896981 w 2915191"/>
                <a:gd name="connsiteY92" fmla="*/ 53194 h 315442"/>
                <a:gd name="connsiteX93" fmla="*/ 906730 w 2915191"/>
                <a:gd name="connsiteY93" fmla="*/ 55329 h 315442"/>
                <a:gd name="connsiteX94" fmla="*/ 916480 w 2915191"/>
                <a:gd name="connsiteY94" fmla="*/ 74261 h 315442"/>
                <a:gd name="connsiteX95" fmla="*/ 926230 w 2915191"/>
                <a:gd name="connsiteY95" fmla="*/ 63516 h 315442"/>
                <a:gd name="connsiteX96" fmla="*/ 935979 w 2915191"/>
                <a:gd name="connsiteY96" fmla="*/ 85398 h 315442"/>
                <a:gd name="connsiteX97" fmla="*/ 945729 w 2915191"/>
                <a:gd name="connsiteY97" fmla="*/ 101916 h 315442"/>
                <a:gd name="connsiteX98" fmla="*/ 955479 w 2915191"/>
                <a:gd name="connsiteY98" fmla="*/ 117179 h 315442"/>
                <a:gd name="connsiteX99" fmla="*/ 965229 w 2915191"/>
                <a:gd name="connsiteY99" fmla="*/ 148334 h 315442"/>
                <a:gd name="connsiteX100" fmla="*/ 974979 w 2915191"/>
                <a:gd name="connsiteY100" fmla="*/ 177179 h 315442"/>
                <a:gd name="connsiteX101" fmla="*/ 984729 w 2915191"/>
                <a:gd name="connsiteY101" fmla="*/ 155182 h 315442"/>
                <a:gd name="connsiteX102" fmla="*/ 994474 w 2915191"/>
                <a:gd name="connsiteY102" fmla="*/ 140360 h 315442"/>
                <a:gd name="connsiteX103" fmla="*/ 1004233 w 2915191"/>
                <a:gd name="connsiteY103" fmla="*/ 143835 h 315442"/>
                <a:gd name="connsiteX104" fmla="*/ 1013977 w 2915191"/>
                <a:gd name="connsiteY104" fmla="*/ 115285 h 315442"/>
                <a:gd name="connsiteX105" fmla="*/ 1023721 w 2915191"/>
                <a:gd name="connsiteY105" fmla="*/ 151462 h 315442"/>
                <a:gd name="connsiteX106" fmla="*/ 1033480 w 2915191"/>
                <a:gd name="connsiteY106" fmla="*/ 189728 h 315442"/>
                <a:gd name="connsiteX107" fmla="*/ 1043224 w 2915191"/>
                <a:gd name="connsiteY107" fmla="*/ 188681 h 315442"/>
                <a:gd name="connsiteX108" fmla="*/ 1052983 w 2915191"/>
                <a:gd name="connsiteY108" fmla="*/ 199845 h 315442"/>
                <a:gd name="connsiteX109" fmla="*/ 1062727 w 2915191"/>
                <a:gd name="connsiteY109" fmla="*/ 222256 h 315442"/>
                <a:gd name="connsiteX110" fmla="*/ 1072471 w 2915191"/>
                <a:gd name="connsiteY110" fmla="*/ 234795 h 315442"/>
                <a:gd name="connsiteX111" fmla="*/ 1082230 w 2915191"/>
                <a:gd name="connsiteY111" fmla="*/ 221815 h 315442"/>
                <a:gd name="connsiteX112" fmla="*/ 1091973 w 2915191"/>
                <a:gd name="connsiteY112" fmla="*/ 230900 h 315442"/>
                <a:gd name="connsiteX113" fmla="*/ 1101732 w 2915191"/>
                <a:gd name="connsiteY113" fmla="*/ 183046 h 315442"/>
                <a:gd name="connsiteX114" fmla="*/ 1111476 w 2915191"/>
                <a:gd name="connsiteY114" fmla="*/ 169652 h 315442"/>
                <a:gd name="connsiteX115" fmla="*/ 1121220 w 2915191"/>
                <a:gd name="connsiteY115" fmla="*/ 148136 h 315442"/>
                <a:gd name="connsiteX116" fmla="*/ 1130979 w 2915191"/>
                <a:gd name="connsiteY116" fmla="*/ 174583 h 315442"/>
                <a:gd name="connsiteX117" fmla="*/ 1140723 w 2915191"/>
                <a:gd name="connsiteY117" fmla="*/ 172736 h 315442"/>
                <a:gd name="connsiteX118" fmla="*/ 1150482 w 2915191"/>
                <a:gd name="connsiteY118" fmla="*/ 186052 h 315442"/>
                <a:gd name="connsiteX119" fmla="*/ 1160226 w 2915191"/>
                <a:gd name="connsiteY119" fmla="*/ 188494 h 315442"/>
                <a:gd name="connsiteX120" fmla="*/ 1169969 w 2915191"/>
                <a:gd name="connsiteY120" fmla="*/ 141058 h 315442"/>
                <a:gd name="connsiteX121" fmla="*/ 1179728 w 2915191"/>
                <a:gd name="connsiteY121" fmla="*/ 146341 h 315442"/>
                <a:gd name="connsiteX122" fmla="*/ 1189472 w 2915191"/>
                <a:gd name="connsiteY122" fmla="*/ 121389 h 315442"/>
                <a:gd name="connsiteX123" fmla="*/ 1199231 w 2915191"/>
                <a:gd name="connsiteY123" fmla="*/ 122327 h 315442"/>
                <a:gd name="connsiteX124" fmla="*/ 1208975 w 2915191"/>
                <a:gd name="connsiteY124" fmla="*/ 140958 h 315442"/>
                <a:gd name="connsiteX125" fmla="*/ 1218719 w 2915191"/>
                <a:gd name="connsiteY125" fmla="*/ 167323 h 315442"/>
                <a:gd name="connsiteX126" fmla="*/ 1228478 w 2915191"/>
                <a:gd name="connsiteY126" fmla="*/ 162016 h 315442"/>
                <a:gd name="connsiteX127" fmla="*/ 1238222 w 2915191"/>
                <a:gd name="connsiteY127" fmla="*/ 122353 h 315442"/>
                <a:gd name="connsiteX128" fmla="*/ 1247966 w 2915191"/>
                <a:gd name="connsiteY128" fmla="*/ 107378 h 315442"/>
                <a:gd name="connsiteX129" fmla="*/ 1257725 w 2915191"/>
                <a:gd name="connsiteY129" fmla="*/ 93172 h 315442"/>
                <a:gd name="connsiteX130" fmla="*/ 1267469 w 2915191"/>
                <a:gd name="connsiteY130" fmla="*/ 70648 h 315442"/>
                <a:gd name="connsiteX131" fmla="*/ 1277227 w 2915191"/>
                <a:gd name="connsiteY131" fmla="*/ 61260 h 315442"/>
                <a:gd name="connsiteX132" fmla="*/ 1286971 w 2915191"/>
                <a:gd name="connsiteY132" fmla="*/ 60800 h 315442"/>
                <a:gd name="connsiteX133" fmla="*/ 1296715 w 2915191"/>
                <a:gd name="connsiteY133" fmla="*/ 59641 h 315442"/>
                <a:gd name="connsiteX134" fmla="*/ 1306474 w 2915191"/>
                <a:gd name="connsiteY134" fmla="*/ 65107 h 315442"/>
                <a:gd name="connsiteX135" fmla="*/ 1316218 w 2915191"/>
                <a:gd name="connsiteY135" fmla="*/ 55718 h 315442"/>
                <a:gd name="connsiteX136" fmla="*/ 1325977 w 2915191"/>
                <a:gd name="connsiteY136" fmla="*/ 54389 h 315442"/>
                <a:gd name="connsiteX137" fmla="*/ 1335721 w 2915191"/>
                <a:gd name="connsiteY137" fmla="*/ 22599 h 315442"/>
                <a:gd name="connsiteX138" fmla="*/ 1345465 w 2915191"/>
                <a:gd name="connsiteY138" fmla="*/ 66710 h 315442"/>
                <a:gd name="connsiteX139" fmla="*/ 1355224 w 2915191"/>
                <a:gd name="connsiteY139" fmla="*/ 42189 h 315442"/>
                <a:gd name="connsiteX140" fmla="*/ 1364967 w 2915191"/>
                <a:gd name="connsiteY140" fmla="*/ 66497 h 315442"/>
                <a:gd name="connsiteX141" fmla="*/ 1374726 w 2915191"/>
                <a:gd name="connsiteY141" fmla="*/ 72358 h 315442"/>
                <a:gd name="connsiteX142" fmla="*/ 1384470 w 2915191"/>
                <a:gd name="connsiteY142" fmla="*/ 91894 h 315442"/>
                <a:gd name="connsiteX143" fmla="*/ 1394214 w 2915191"/>
                <a:gd name="connsiteY143" fmla="*/ 56792 h 315442"/>
                <a:gd name="connsiteX144" fmla="*/ 1403973 w 2915191"/>
                <a:gd name="connsiteY144" fmla="*/ 32530 h 315442"/>
                <a:gd name="connsiteX145" fmla="*/ 1413717 w 2915191"/>
                <a:gd name="connsiteY145" fmla="*/ 46665 h 315442"/>
                <a:gd name="connsiteX146" fmla="*/ 1423476 w 2915191"/>
                <a:gd name="connsiteY146" fmla="*/ 53179 h 315442"/>
                <a:gd name="connsiteX147" fmla="*/ 1433220 w 2915191"/>
                <a:gd name="connsiteY147" fmla="*/ 44734 h 315442"/>
                <a:gd name="connsiteX148" fmla="*/ 1442964 w 2915191"/>
                <a:gd name="connsiteY148" fmla="*/ 41945 h 315442"/>
                <a:gd name="connsiteX149" fmla="*/ 1452722 w 2915191"/>
                <a:gd name="connsiteY149" fmla="*/ 62322 h 315442"/>
                <a:gd name="connsiteX150" fmla="*/ 1462466 w 2915191"/>
                <a:gd name="connsiteY150" fmla="*/ 47496 h 315442"/>
                <a:gd name="connsiteX151" fmla="*/ 1472225 w 2915191"/>
                <a:gd name="connsiteY151" fmla="*/ 61913 h 315442"/>
                <a:gd name="connsiteX152" fmla="*/ 1481969 w 2915191"/>
                <a:gd name="connsiteY152" fmla="*/ 68674 h 315442"/>
                <a:gd name="connsiteX153" fmla="*/ 1491713 w 2915191"/>
                <a:gd name="connsiteY153" fmla="*/ 115351 h 315442"/>
                <a:gd name="connsiteX154" fmla="*/ 1501472 w 2915191"/>
                <a:gd name="connsiteY154" fmla="*/ 138510 h 315442"/>
                <a:gd name="connsiteX155" fmla="*/ 1511216 w 2915191"/>
                <a:gd name="connsiteY155" fmla="*/ 180254 h 315442"/>
                <a:gd name="connsiteX156" fmla="*/ 1520960 w 2915191"/>
                <a:gd name="connsiteY156" fmla="*/ 179232 h 315442"/>
                <a:gd name="connsiteX157" fmla="*/ 1530719 w 2915191"/>
                <a:gd name="connsiteY157" fmla="*/ 204508 h 315442"/>
                <a:gd name="connsiteX158" fmla="*/ 1540463 w 2915191"/>
                <a:gd name="connsiteY158" fmla="*/ 212614 h 315442"/>
                <a:gd name="connsiteX159" fmla="*/ 1550221 w 2915191"/>
                <a:gd name="connsiteY159" fmla="*/ 195361 h 315442"/>
                <a:gd name="connsiteX160" fmla="*/ 1559965 w 2915191"/>
                <a:gd name="connsiteY160" fmla="*/ 174244 h 315442"/>
                <a:gd name="connsiteX161" fmla="*/ 1569709 w 2915191"/>
                <a:gd name="connsiteY161" fmla="*/ 208788 h 315442"/>
                <a:gd name="connsiteX162" fmla="*/ 1579468 w 2915191"/>
                <a:gd name="connsiteY162" fmla="*/ 157277 h 315442"/>
                <a:gd name="connsiteX163" fmla="*/ 1589212 w 2915191"/>
                <a:gd name="connsiteY163" fmla="*/ 160304 h 315442"/>
                <a:gd name="connsiteX164" fmla="*/ 1598971 w 2915191"/>
                <a:gd name="connsiteY164" fmla="*/ 133864 h 315442"/>
                <a:gd name="connsiteX165" fmla="*/ 1608715 w 2915191"/>
                <a:gd name="connsiteY165" fmla="*/ 143237 h 315442"/>
                <a:gd name="connsiteX166" fmla="*/ 1618459 w 2915191"/>
                <a:gd name="connsiteY166" fmla="*/ 141163 h 315442"/>
                <a:gd name="connsiteX167" fmla="*/ 1628218 w 2915191"/>
                <a:gd name="connsiteY167" fmla="*/ 179548 h 315442"/>
                <a:gd name="connsiteX168" fmla="*/ 1637962 w 2915191"/>
                <a:gd name="connsiteY168" fmla="*/ 231688 h 315442"/>
                <a:gd name="connsiteX169" fmla="*/ 1647720 w 2915191"/>
                <a:gd name="connsiteY169" fmla="*/ 221287 h 315442"/>
                <a:gd name="connsiteX170" fmla="*/ 1657464 w 2915191"/>
                <a:gd name="connsiteY170" fmla="*/ 195060 h 315442"/>
                <a:gd name="connsiteX171" fmla="*/ 1667208 w 2915191"/>
                <a:gd name="connsiteY171" fmla="*/ 199330 h 315442"/>
                <a:gd name="connsiteX172" fmla="*/ 1676967 w 2915191"/>
                <a:gd name="connsiteY172" fmla="*/ 177547 h 315442"/>
                <a:gd name="connsiteX173" fmla="*/ 1686711 w 2915191"/>
                <a:gd name="connsiteY173" fmla="*/ 166910 h 315442"/>
                <a:gd name="connsiteX174" fmla="*/ 1696470 w 2915191"/>
                <a:gd name="connsiteY174" fmla="*/ 178350 h 315442"/>
                <a:gd name="connsiteX175" fmla="*/ 1706214 w 2915191"/>
                <a:gd name="connsiteY175" fmla="*/ 163183 h 315442"/>
                <a:gd name="connsiteX176" fmla="*/ 1715958 w 2915191"/>
                <a:gd name="connsiteY176" fmla="*/ 116818 h 315442"/>
                <a:gd name="connsiteX177" fmla="*/ 1725716 w 2915191"/>
                <a:gd name="connsiteY177" fmla="*/ 136405 h 315442"/>
                <a:gd name="connsiteX178" fmla="*/ 1735460 w 2915191"/>
                <a:gd name="connsiteY178" fmla="*/ 138347 h 315442"/>
                <a:gd name="connsiteX179" fmla="*/ 1745219 w 2915191"/>
                <a:gd name="connsiteY179" fmla="*/ 149070 h 315442"/>
                <a:gd name="connsiteX180" fmla="*/ 1754963 w 2915191"/>
                <a:gd name="connsiteY180" fmla="*/ 142988 h 315442"/>
                <a:gd name="connsiteX181" fmla="*/ 1764707 w 2915191"/>
                <a:gd name="connsiteY181" fmla="*/ 135350 h 315442"/>
                <a:gd name="connsiteX182" fmla="*/ 1774466 w 2915191"/>
                <a:gd name="connsiteY182" fmla="*/ 139952 h 315442"/>
                <a:gd name="connsiteX183" fmla="*/ 1784210 w 2915191"/>
                <a:gd name="connsiteY183" fmla="*/ 130068 h 315442"/>
                <a:gd name="connsiteX184" fmla="*/ 1793969 w 2915191"/>
                <a:gd name="connsiteY184" fmla="*/ 118880 h 315442"/>
                <a:gd name="connsiteX185" fmla="*/ 1803713 w 2915191"/>
                <a:gd name="connsiteY185" fmla="*/ 133860 h 315442"/>
                <a:gd name="connsiteX186" fmla="*/ 1813457 w 2915191"/>
                <a:gd name="connsiteY186" fmla="*/ 159607 h 315442"/>
                <a:gd name="connsiteX187" fmla="*/ 1823215 w 2915191"/>
                <a:gd name="connsiteY187" fmla="*/ 170851 h 315442"/>
                <a:gd name="connsiteX188" fmla="*/ 1832959 w 2915191"/>
                <a:gd name="connsiteY188" fmla="*/ 161541 h 315442"/>
                <a:gd name="connsiteX189" fmla="*/ 1842703 w 2915191"/>
                <a:gd name="connsiteY189" fmla="*/ 144951 h 315442"/>
                <a:gd name="connsiteX190" fmla="*/ 1852462 w 2915191"/>
                <a:gd name="connsiteY190" fmla="*/ 117924 h 315442"/>
                <a:gd name="connsiteX191" fmla="*/ 1862206 w 2915191"/>
                <a:gd name="connsiteY191" fmla="*/ 84391 h 315442"/>
                <a:gd name="connsiteX192" fmla="*/ 1871965 w 2915191"/>
                <a:gd name="connsiteY192" fmla="*/ 117590 h 315442"/>
                <a:gd name="connsiteX193" fmla="*/ 1881709 w 2915191"/>
                <a:gd name="connsiteY193" fmla="*/ 128545 h 315442"/>
                <a:gd name="connsiteX194" fmla="*/ 1891453 w 2915191"/>
                <a:gd name="connsiteY194" fmla="*/ 135228 h 315442"/>
                <a:gd name="connsiteX195" fmla="*/ 1901212 w 2915191"/>
                <a:gd name="connsiteY195" fmla="*/ 150261 h 315442"/>
                <a:gd name="connsiteX196" fmla="*/ 1910956 w 2915191"/>
                <a:gd name="connsiteY196" fmla="*/ 144230 h 315442"/>
                <a:gd name="connsiteX197" fmla="*/ 1920714 w 2915191"/>
                <a:gd name="connsiteY197" fmla="*/ 141512 h 315442"/>
                <a:gd name="connsiteX198" fmla="*/ 1930458 w 2915191"/>
                <a:gd name="connsiteY198" fmla="*/ 144487 h 315442"/>
                <a:gd name="connsiteX199" fmla="*/ 1940202 w 2915191"/>
                <a:gd name="connsiteY199" fmla="*/ 155778 h 315442"/>
                <a:gd name="connsiteX200" fmla="*/ 1949961 w 2915191"/>
                <a:gd name="connsiteY200" fmla="*/ 150240 h 315442"/>
                <a:gd name="connsiteX201" fmla="*/ 1959705 w 2915191"/>
                <a:gd name="connsiteY201" fmla="*/ 175710 h 315442"/>
                <a:gd name="connsiteX202" fmla="*/ 1969464 w 2915191"/>
                <a:gd name="connsiteY202" fmla="*/ 195962 h 315442"/>
                <a:gd name="connsiteX203" fmla="*/ 1979208 w 2915191"/>
                <a:gd name="connsiteY203" fmla="*/ 169297 h 315442"/>
                <a:gd name="connsiteX204" fmla="*/ 1988952 w 2915191"/>
                <a:gd name="connsiteY204" fmla="*/ 166648 h 315442"/>
                <a:gd name="connsiteX205" fmla="*/ 1998711 w 2915191"/>
                <a:gd name="connsiteY205" fmla="*/ 162704 h 315442"/>
                <a:gd name="connsiteX206" fmla="*/ 2008454 w 2915191"/>
                <a:gd name="connsiteY206" fmla="*/ 186961 h 315442"/>
                <a:gd name="connsiteX207" fmla="*/ 2018213 w 2915191"/>
                <a:gd name="connsiteY207" fmla="*/ 198268 h 315442"/>
                <a:gd name="connsiteX208" fmla="*/ 2027957 w 2915191"/>
                <a:gd name="connsiteY208" fmla="*/ 197255 h 315442"/>
                <a:gd name="connsiteX209" fmla="*/ 2037701 w 2915191"/>
                <a:gd name="connsiteY209" fmla="*/ 181125 h 315442"/>
                <a:gd name="connsiteX210" fmla="*/ 2047460 w 2915191"/>
                <a:gd name="connsiteY210" fmla="*/ 202586 h 315442"/>
                <a:gd name="connsiteX211" fmla="*/ 2057204 w 2915191"/>
                <a:gd name="connsiteY211" fmla="*/ 195478 h 315442"/>
                <a:gd name="connsiteX212" fmla="*/ 2066963 w 2915191"/>
                <a:gd name="connsiteY212" fmla="*/ 191860 h 315442"/>
                <a:gd name="connsiteX213" fmla="*/ 2076707 w 2915191"/>
                <a:gd name="connsiteY213" fmla="*/ 189019 h 315442"/>
                <a:gd name="connsiteX214" fmla="*/ 2086451 w 2915191"/>
                <a:gd name="connsiteY214" fmla="*/ 189905 h 315442"/>
                <a:gd name="connsiteX215" fmla="*/ 2096210 w 2915191"/>
                <a:gd name="connsiteY215" fmla="*/ 187781 h 315442"/>
                <a:gd name="connsiteX216" fmla="*/ 2105954 w 2915191"/>
                <a:gd name="connsiteY216" fmla="*/ 176219 h 315442"/>
                <a:gd name="connsiteX217" fmla="*/ 2115697 w 2915191"/>
                <a:gd name="connsiteY217" fmla="*/ 184500 h 315442"/>
                <a:gd name="connsiteX218" fmla="*/ 2125456 w 2915191"/>
                <a:gd name="connsiteY218" fmla="*/ 184963 h 315442"/>
                <a:gd name="connsiteX219" fmla="*/ 2135200 w 2915191"/>
                <a:gd name="connsiteY219" fmla="*/ 195096 h 315442"/>
                <a:gd name="connsiteX220" fmla="*/ 2144959 w 2915191"/>
                <a:gd name="connsiteY220" fmla="*/ 232172 h 315442"/>
                <a:gd name="connsiteX221" fmla="*/ 2154703 w 2915191"/>
                <a:gd name="connsiteY221" fmla="*/ 231368 h 315442"/>
                <a:gd name="connsiteX222" fmla="*/ 2164447 w 2915191"/>
                <a:gd name="connsiteY222" fmla="*/ 259706 h 315442"/>
                <a:gd name="connsiteX223" fmla="*/ 2174206 w 2915191"/>
                <a:gd name="connsiteY223" fmla="*/ 219228 h 315442"/>
                <a:gd name="connsiteX224" fmla="*/ 2183950 w 2915191"/>
                <a:gd name="connsiteY224" fmla="*/ 208501 h 315442"/>
                <a:gd name="connsiteX225" fmla="*/ 2193709 w 2915191"/>
                <a:gd name="connsiteY225" fmla="*/ 197510 h 315442"/>
                <a:gd name="connsiteX226" fmla="*/ 2203452 w 2915191"/>
                <a:gd name="connsiteY226" fmla="*/ 178666 h 315442"/>
                <a:gd name="connsiteX227" fmla="*/ 2213196 w 2915191"/>
                <a:gd name="connsiteY227" fmla="*/ 178402 h 315442"/>
                <a:gd name="connsiteX228" fmla="*/ 2222955 w 2915191"/>
                <a:gd name="connsiteY228" fmla="*/ 150107 h 315442"/>
                <a:gd name="connsiteX229" fmla="*/ 2232699 w 2915191"/>
                <a:gd name="connsiteY229" fmla="*/ 114511 h 315442"/>
                <a:gd name="connsiteX230" fmla="*/ 2242458 w 2915191"/>
                <a:gd name="connsiteY230" fmla="*/ 128957 h 315442"/>
                <a:gd name="connsiteX231" fmla="*/ 2252202 w 2915191"/>
                <a:gd name="connsiteY231" fmla="*/ 147941 h 315442"/>
                <a:gd name="connsiteX232" fmla="*/ 2261946 w 2915191"/>
                <a:gd name="connsiteY232" fmla="*/ 127249 h 315442"/>
                <a:gd name="connsiteX233" fmla="*/ 2271705 w 2915191"/>
                <a:gd name="connsiteY233" fmla="*/ 142185 h 315442"/>
                <a:gd name="connsiteX234" fmla="*/ 2281449 w 2915191"/>
                <a:gd name="connsiteY234" fmla="*/ 147974 h 315442"/>
                <a:gd name="connsiteX235" fmla="*/ 2291208 w 2915191"/>
                <a:gd name="connsiteY235" fmla="*/ 164669 h 315442"/>
                <a:gd name="connsiteX236" fmla="*/ 2300951 w 2915191"/>
                <a:gd name="connsiteY236" fmla="*/ 182225 h 315442"/>
                <a:gd name="connsiteX237" fmla="*/ 2310695 w 2915191"/>
                <a:gd name="connsiteY237" fmla="*/ 194360 h 315442"/>
                <a:gd name="connsiteX238" fmla="*/ 2320454 w 2915191"/>
                <a:gd name="connsiteY238" fmla="*/ 196850 h 315442"/>
                <a:gd name="connsiteX239" fmla="*/ 2330198 w 2915191"/>
                <a:gd name="connsiteY239" fmla="*/ 183704 h 315442"/>
                <a:gd name="connsiteX240" fmla="*/ 2339957 w 2915191"/>
                <a:gd name="connsiteY240" fmla="*/ 186735 h 315442"/>
                <a:gd name="connsiteX241" fmla="*/ 2349701 w 2915191"/>
                <a:gd name="connsiteY241" fmla="*/ 209728 h 315442"/>
                <a:gd name="connsiteX242" fmla="*/ 2359445 w 2915191"/>
                <a:gd name="connsiteY242" fmla="*/ 191906 h 315442"/>
                <a:gd name="connsiteX243" fmla="*/ 2369204 w 2915191"/>
                <a:gd name="connsiteY243" fmla="*/ 204508 h 315442"/>
                <a:gd name="connsiteX244" fmla="*/ 2378948 w 2915191"/>
                <a:gd name="connsiteY244" fmla="*/ 190890 h 315442"/>
                <a:gd name="connsiteX245" fmla="*/ 2388692 w 2915191"/>
                <a:gd name="connsiteY245" fmla="*/ 173811 h 315442"/>
                <a:gd name="connsiteX246" fmla="*/ 2398450 w 2915191"/>
                <a:gd name="connsiteY246" fmla="*/ 187745 h 315442"/>
                <a:gd name="connsiteX247" fmla="*/ 2408194 w 2915191"/>
                <a:gd name="connsiteY247" fmla="*/ 173715 h 315442"/>
                <a:gd name="connsiteX248" fmla="*/ 2417953 w 2915191"/>
                <a:gd name="connsiteY248" fmla="*/ 164978 h 315442"/>
                <a:gd name="connsiteX249" fmla="*/ 2427697 w 2915191"/>
                <a:gd name="connsiteY249" fmla="*/ 147573 h 315442"/>
                <a:gd name="connsiteX250" fmla="*/ 2437441 w 2915191"/>
                <a:gd name="connsiteY250" fmla="*/ 149960 h 315442"/>
                <a:gd name="connsiteX251" fmla="*/ 2447200 w 2915191"/>
                <a:gd name="connsiteY251" fmla="*/ 130077 h 315442"/>
                <a:gd name="connsiteX252" fmla="*/ 2456944 w 2915191"/>
                <a:gd name="connsiteY252" fmla="*/ 152616 h 315442"/>
                <a:gd name="connsiteX253" fmla="*/ 2466703 w 2915191"/>
                <a:gd name="connsiteY253" fmla="*/ 133709 h 315442"/>
                <a:gd name="connsiteX254" fmla="*/ 2476446 w 2915191"/>
                <a:gd name="connsiteY254" fmla="*/ 121072 h 315442"/>
                <a:gd name="connsiteX255" fmla="*/ 2486190 w 2915191"/>
                <a:gd name="connsiteY255" fmla="*/ 64657 h 315442"/>
                <a:gd name="connsiteX256" fmla="*/ 2495949 w 2915191"/>
                <a:gd name="connsiteY256" fmla="*/ 79060 h 315442"/>
                <a:gd name="connsiteX257" fmla="*/ 2505693 w 2915191"/>
                <a:gd name="connsiteY257" fmla="*/ 94519 h 315442"/>
                <a:gd name="connsiteX258" fmla="*/ 2515452 w 2915191"/>
                <a:gd name="connsiteY258" fmla="*/ 143219 h 315442"/>
                <a:gd name="connsiteX259" fmla="*/ 2525196 w 2915191"/>
                <a:gd name="connsiteY259" fmla="*/ 144752 h 315442"/>
                <a:gd name="connsiteX260" fmla="*/ 2534940 w 2915191"/>
                <a:gd name="connsiteY260" fmla="*/ 119907 h 315442"/>
                <a:gd name="connsiteX261" fmla="*/ 2544699 w 2915191"/>
                <a:gd name="connsiteY261" fmla="*/ 138444 h 315442"/>
                <a:gd name="connsiteX262" fmla="*/ 2554443 w 2915191"/>
                <a:gd name="connsiteY262" fmla="*/ 158771 h 315442"/>
                <a:gd name="connsiteX263" fmla="*/ 2564202 w 2915191"/>
                <a:gd name="connsiteY263" fmla="*/ 175282 h 315442"/>
                <a:gd name="connsiteX264" fmla="*/ 2573946 w 2915191"/>
                <a:gd name="connsiteY264" fmla="*/ 175747 h 315442"/>
                <a:gd name="connsiteX265" fmla="*/ 2583690 w 2915191"/>
                <a:gd name="connsiteY265" fmla="*/ 184238 h 315442"/>
                <a:gd name="connsiteX266" fmla="*/ 2593448 w 2915191"/>
                <a:gd name="connsiteY266" fmla="*/ 189667 h 315442"/>
                <a:gd name="connsiteX267" fmla="*/ 2603192 w 2915191"/>
                <a:gd name="connsiteY267" fmla="*/ 178003 h 315442"/>
                <a:gd name="connsiteX268" fmla="*/ 2612951 w 2915191"/>
                <a:gd name="connsiteY268" fmla="*/ 220405 h 315442"/>
                <a:gd name="connsiteX269" fmla="*/ 2622695 w 2915191"/>
                <a:gd name="connsiteY269" fmla="*/ 226911 h 315442"/>
                <a:gd name="connsiteX270" fmla="*/ 2632439 w 2915191"/>
                <a:gd name="connsiteY270" fmla="*/ 218053 h 315442"/>
                <a:gd name="connsiteX271" fmla="*/ 2642198 w 2915191"/>
                <a:gd name="connsiteY271" fmla="*/ 189153 h 315442"/>
                <a:gd name="connsiteX272" fmla="*/ 2651942 w 2915191"/>
                <a:gd name="connsiteY272" fmla="*/ 189776 h 315442"/>
                <a:gd name="connsiteX273" fmla="*/ 2661685 w 2915191"/>
                <a:gd name="connsiteY273" fmla="*/ 164330 h 315442"/>
                <a:gd name="connsiteX274" fmla="*/ 2671444 w 2915191"/>
                <a:gd name="connsiteY274" fmla="*/ 125476 h 315442"/>
                <a:gd name="connsiteX275" fmla="*/ 2681188 w 2915191"/>
                <a:gd name="connsiteY275" fmla="*/ 126162 h 315442"/>
                <a:gd name="connsiteX276" fmla="*/ 2690947 w 2915191"/>
                <a:gd name="connsiteY276" fmla="*/ 138607 h 315442"/>
                <a:gd name="connsiteX277" fmla="*/ 2700691 w 2915191"/>
                <a:gd name="connsiteY277" fmla="*/ 131960 h 315442"/>
                <a:gd name="connsiteX278" fmla="*/ 2710435 w 2915191"/>
                <a:gd name="connsiteY278" fmla="*/ 142141 h 315442"/>
                <a:gd name="connsiteX279" fmla="*/ 2720194 w 2915191"/>
                <a:gd name="connsiteY279" fmla="*/ 166323 h 315442"/>
                <a:gd name="connsiteX280" fmla="*/ 2729938 w 2915191"/>
                <a:gd name="connsiteY280" fmla="*/ 174679 h 315442"/>
                <a:gd name="connsiteX281" fmla="*/ 2739697 w 2915191"/>
                <a:gd name="connsiteY281" fmla="*/ 243567 h 315442"/>
                <a:gd name="connsiteX282" fmla="*/ 2749441 w 2915191"/>
                <a:gd name="connsiteY282" fmla="*/ 260865 h 315442"/>
                <a:gd name="connsiteX283" fmla="*/ 2759185 w 2915191"/>
                <a:gd name="connsiteY283" fmla="*/ 284082 h 315442"/>
                <a:gd name="connsiteX284" fmla="*/ 2768943 w 2915191"/>
                <a:gd name="connsiteY284" fmla="*/ 315443 h 315442"/>
                <a:gd name="connsiteX285" fmla="*/ 2778687 w 2915191"/>
                <a:gd name="connsiteY285" fmla="*/ 248299 h 315442"/>
                <a:gd name="connsiteX286" fmla="*/ 2788446 w 2915191"/>
                <a:gd name="connsiteY286" fmla="*/ 234620 h 315442"/>
                <a:gd name="connsiteX287" fmla="*/ 2798190 w 2915191"/>
                <a:gd name="connsiteY287" fmla="*/ 262979 h 315442"/>
                <a:gd name="connsiteX288" fmla="*/ 2807934 w 2915191"/>
                <a:gd name="connsiteY288" fmla="*/ 256239 h 315442"/>
                <a:gd name="connsiteX289" fmla="*/ 2817693 w 2915191"/>
                <a:gd name="connsiteY289" fmla="*/ 271136 h 315442"/>
                <a:gd name="connsiteX290" fmla="*/ 2827437 w 2915191"/>
                <a:gd name="connsiteY290" fmla="*/ 260544 h 315442"/>
                <a:gd name="connsiteX291" fmla="*/ 2837196 w 2915191"/>
                <a:gd name="connsiteY291" fmla="*/ 206849 h 315442"/>
                <a:gd name="connsiteX292" fmla="*/ 2846940 w 2915191"/>
                <a:gd name="connsiteY292" fmla="*/ 205733 h 315442"/>
                <a:gd name="connsiteX293" fmla="*/ 2856684 w 2915191"/>
                <a:gd name="connsiteY293" fmla="*/ 213575 h 315442"/>
                <a:gd name="connsiteX294" fmla="*/ 2866442 w 2915191"/>
                <a:gd name="connsiteY294" fmla="*/ 198450 h 315442"/>
                <a:gd name="connsiteX295" fmla="*/ 2876186 w 2915191"/>
                <a:gd name="connsiteY295" fmla="*/ 163840 h 315442"/>
                <a:gd name="connsiteX296" fmla="*/ 2885945 w 2915191"/>
                <a:gd name="connsiteY296" fmla="*/ 174035 h 315442"/>
                <a:gd name="connsiteX297" fmla="*/ 2895689 w 2915191"/>
                <a:gd name="connsiteY297" fmla="*/ 114381 h 315442"/>
                <a:gd name="connsiteX298" fmla="*/ 2905433 w 2915191"/>
                <a:gd name="connsiteY298" fmla="*/ 117022 h 315442"/>
                <a:gd name="connsiteX299" fmla="*/ 2915192 w 2915191"/>
                <a:gd name="connsiteY299" fmla="*/ 73181 h 3154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15442">
                  <a:moveTo>
                    <a:pt x="0" y="135548"/>
                  </a:moveTo>
                  <a:lnTo>
                    <a:pt x="9750" y="138628"/>
                  </a:lnTo>
                  <a:lnTo>
                    <a:pt x="19500" y="147260"/>
                  </a:lnTo>
                  <a:lnTo>
                    <a:pt x="29250" y="197711"/>
                  </a:lnTo>
                  <a:lnTo>
                    <a:pt x="39000" y="219176"/>
                  </a:lnTo>
                  <a:lnTo>
                    <a:pt x="48749" y="172666"/>
                  </a:lnTo>
                  <a:lnTo>
                    <a:pt x="58499" y="158038"/>
                  </a:lnTo>
                  <a:lnTo>
                    <a:pt x="68249" y="172497"/>
                  </a:lnTo>
                  <a:lnTo>
                    <a:pt x="77998" y="143905"/>
                  </a:lnTo>
                  <a:lnTo>
                    <a:pt x="87748" y="134095"/>
                  </a:lnTo>
                  <a:lnTo>
                    <a:pt x="97497" y="138832"/>
                  </a:lnTo>
                  <a:lnTo>
                    <a:pt x="107247" y="136777"/>
                  </a:lnTo>
                  <a:lnTo>
                    <a:pt x="116997" y="139410"/>
                  </a:lnTo>
                  <a:lnTo>
                    <a:pt x="126747" y="141302"/>
                  </a:lnTo>
                  <a:lnTo>
                    <a:pt x="136497" y="159617"/>
                  </a:lnTo>
                  <a:lnTo>
                    <a:pt x="146247" y="177109"/>
                  </a:lnTo>
                  <a:lnTo>
                    <a:pt x="155997" y="174682"/>
                  </a:lnTo>
                  <a:lnTo>
                    <a:pt x="165747" y="173196"/>
                  </a:lnTo>
                  <a:lnTo>
                    <a:pt x="175497" y="169498"/>
                  </a:lnTo>
                  <a:lnTo>
                    <a:pt x="185247" y="157426"/>
                  </a:lnTo>
                  <a:lnTo>
                    <a:pt x="194996" y="165264"/>
                  </a:lnTo>
                  <a:lnTo>
                    <a:pt x="204746" y="176268"/>
                  </a:lnTo>
                  <a:lnTo>
                    <a:pt x="214495" y="172164"/>
                  </a:lnTo>
                  <a:lnTo>
                    <a:pt x="224245" y="173609"/>
                  </a:lnTo>
                  <a:lnTo>
                    <a:pt x="233995" y="135111"/>
                  </a:lnTo>
                  <a:lnTo>
                    <a:pt x="243744" y="126056"/>
                  </a:lnTo>
                  <a:lnTo>
                    <a:pt x="253494" y="91323"/>
                  </a:lnTo>
                  <a:lnTo>
                    <a:pt x="263244" y="123372"/>
                  </a:lnTo>
                  <a:lnTo>
                    <a:pt x="272994" y="124274"/>
                  </a:lnTo>
                  <a:lnTo>
                    <a:pt x="282744" y="144015"/>
                  </a:lnTo>
                  <a:lnTo>
                    <a:pt x="292494" y="180047"/>
                  </a:lnTo>
                  <a:lnTo>
                    <a:pt x="302244" y="205743"/>
                  </a:lnTo>
                  <a:lnTo>
                    <a:pt x="311994" y="198422"/>
                  </a:lnTo>
                  <a:lnTo>
                    <a:pt x="321744" y="203005"/>
                  </a:lnTo>
                  <a:lnTo>
                    <a:pt x="331493" y="190479"/>
                  </a:lnTo>
                  <a:lnTo>
                    <a:pt x="341243" y="154605"/>
                  </a:lnTo>
                  <a:lnTo>
                    <a:pt x="350993" y="118414"/>
                  </a:lnTo>
                  <a:lnTo>
                    <a:pt x="360742" y="113101"/>
                  </a:lnTo>
                  <a:lnTo>
                    <a:pt x="370492" y="94868"/>
                  </a:lnTo>
                  <a:lnTo>
                    <a:pt x="380241" y="92067"/>
                  </a:lnTo>
                  <a:lnTo>
                    <a:pt x="389991" y="103152"/>
                  </a:lnTo>
                  <a:lnTo>
                    <a:pt x="399741" y="93035"/>
                  </a:lnTo>
                  <a:lnTo>
                    <a:pt x="409491" y="81521"/>
                  </a:lnTo>
                  <a:lnTo>
                    <a:pt x="419241" y="73585"/>
                  </a:lnTo>
                  <a:lnTo>
                    <a:pt x="428991" y="78780"/>
                  </a:lnTo>
                  <a:lnTo>
                    <a:pt x="438741" y="71105"/>
                  </a:lnTo>
                  <a:lnTo>
                    <a:pt x="448491" y="77597"/>
                  </a:lnTo>
                  <a:lnTo>
                    <a:pt x="458241" y="57568"/>
                  </a:lnTo>
                  <a:lnTo>
                    <a:pt x="467991" y="91307"/>
                  </a:lnTo>
                  <a:lnTo>
                    <a:pt x="477740" y="85791"/>
                  </a:lnTo>
                  <a:lnTo>
                    <a:pt x="487490" y="86632"/>
                  </a:lnTo>
                  <a:lnTo>
                    <a:pt x="497239" y="71427"/>
                  </a:lnTo>
                  <a:lnTo>
                    <a:pt x="506989" y="75106"/>
                  </a:lnTo>
                  <a:lnTo>
                    <a:pt x="516738" y="106836"/>
                  </a:lnTo>
                  <a:lnTo>
                    <a:pt x="526488" y="119158"/>
                  </a:lnTo>
                  <a:lnTo>
                    <a:pt x="536238" y="127528"/>
                  </a:lnTo>
                  <a:lnTo>
                    <a:pt x="545988" y="92877"/>
                  </a:lnTo>
                  <a:lnTo>
                    <a:pt x="555738" y="85022"/>
                  </a:lnTo>
                  <a:lnTo>
                    <a:pt x="565488" y="76083"/>
                  </a:lnTo>
                  <a:lnTo>
                    <a:pt x="575238" y="92882"/>
                  </a:lnTo>
                  <a:lnTo>
                    <a:pt x="584988" y="100239"/>
                  </a:lnTo>
                  <a:lnTo>
                    <a:pt x="594738" y="74534"/>
                  </a:lnTo>
                  <a:lnTo>
                    <a:pt x="604488" y="65089"/>
                  </a:lnTo>
                  <a:lnTo>
                    <a:pt x="614237" y="68485"/>
                  </a:lnTo>
                  <a:lnTo>
                    <a:pt x="623987" y="54666"/>
                  </a:lnTo>
                  <a:lnTo>
                    <a:pt x="633736" y="5140"/>
                  </a:lnTo>
                  <a:lnTo>
                    <a:pt x="643486" y="6980"/>
                  </a:lnTo>
                  <a:lnTo>
                    <a:pt x="653236" y="20295"/>
                  </a:lnTo>
                  <a:lnTo>
                    <a:pt x="662985" y="28955"/>
                  </a:lnTo>
                  <a:lnTo>
                    <a:pt x="672735" y="28797"/>
                  </a:lnTo>
                  <a:lnTo>
                    <a:pt x="682485" y="24524"/>
                  </a:lnTo>
                  <a:lnTo>
                    <a:pt x="692235" y="14556"/>
                  </a:lnTo>
                  <a:lnTo>
                    <a:pt x="701985" y="35871"/>
                  </a:lnTo>
                  <a:lnTo>
                    <a:pt x="711735" y="69106"/>
                  </a:lnTo>
                  <a:lnTo>
                    <a:pt x="721485" y="36301"/>
                  </a:lnTo>
                  <a:lnTo>
                    <a:pt x="731235" y="33043"/>
                  </a:lnTo>
                  <a:lnTo>
                    <a:pt x="740985" y="36318"/>
                  </a:lnTo>
                  <a:lnTo>
                    <a:pt x="750734" y="39248"/>
                  </a:lnTo>
                  <a:lnTo>
                    <a:pt x="760484" y="63732"/>
                  </a:lnTo>
                  <a:lnTo>
                    <a:pt x="770233" y="84769"/>
                  </a:lnTo>
                  <a:lnTo>
                    <a:pt x="779983" y="129074"/>
                  </a:lnTo>
                  <a:lnTo>
                    <a:pt x="789733" y="116112"/>
                  </a:lnTo>
                  <a:lnTo>
                    <a:pt x="799482" y="120023"/>
                  </a:lnTo>
                  <a:lnTo>
                    <a:pt x="809232" y="116257"/>
                  </a:lnTo>
                  <a:lnTo>
                    <a:pt x="818982" y="89510"/>
                  </a:lnTo>
                  <a:lnTo>
                    <a:pt x="828732" y="73307"/>
                  </a:lnTo>
                  <a:lnTo>
                    <a:pt x="838482" y="41509"/>
                  </a:lnTo>
                  <a:lnTo>
                    <a:pt x="848232" y="21146"/>
                  </a:lnTo>
                  <a:lnTo>
                    <a:pt x="857982" y="22095"/>
                  </a:lnTo>
                  <a:lnTo>
                    <a:pt x="867732" y="0"/>
                  </a:lnTo>
                  <a:lnTo>
                    <a:pt x="877482" y="23248"/>
                  </a:lnTo>
                  <a:lnTo>
                    <a:pt x="887231" y="34028"/>
                  </a:lnTo>
                  <a:lnTo>
                    <a:pt x="896981" y="53194"/>
                  </a:lnTo>
                  <a:lnTo>
                    <a:pt x="906730" y="55329"/>
                  </a:lnTo>
                  <a:lnTo>
                    <a:pt x="916480" y="74261"/>
                  </a:lnTo>
                  <a:lnTo>
                    <a:pt x="926230" y="63516"/>
                  </a:lnTo>
                  <a:lnTo>
                    <a:pt x="935979" y="85398"/>
                  </a:lnTo>
                  <a:lnTo>
                    <a:pt x="945729" y="101916"/>
                  </a:lnTo>
                  <a:lnTo>
                    <a:pt x="955479" y="117179"/>
                  </a:lnTo>
                  <a:lnTo>
                    <a:pt x="965229" y="148334"/>
                  </a:lnTo>
                  <a:lnTo>
                    <a:pt x="974979" y="177179"/>
                  </a:lnTo>
                  <a:lnTo>
                    <a:pt x="984729" y="155182"/>
                  </a:lnTo>
                  <a:lnTo>
                    <a:pt x="994474" y="140360"/>
                  </a:lnTo>
                  <a:lnTo>
                    <a:pt x="1004233" y="143835"/>
                  </a:lnTo>
                  <a:lnTo>
                    <a:pt x="1013977" y="115285"/>
                  </a:lnTo>
                  <a:lnTo>
                    <a:pt x="1023721" y="151462"/>
                  </a:lnTo>
                  <a:lnTo>
                    <a:pt x="1033480" y="189728"/>
                  </a:lnTo>
                  <a:lnTo>
                    <a:pt x="1043224" y="188681"/>
                  </a:lnTo>
                  <a:lnTo>
                    <a:pt x="1052983" y="199845"/>
                  </a:lnTo>
                  <a:lnTo>
                    <a:pt x="1062727" y="222256"/>
                  </a:lnTo>
                  <a:lnTo>
                    <a:pt x="1072471" y="234795"/>
                  </a:lnTo>
                  <a:lnTo>
                    <a:pt x="1082230" y="221815"/>
                  </a:lnTo>
                  <a:lnTo>
                    <a:pt x="1091973" y="230900"/>
                  </a:lnTo>
                  <a:lnTo>
                    <a:pt x="1101732" y="183046"/>
                  </a:lnTo>
                  <a:lnTo>
                    <a:pt x="1111476" y="169652"/>
                  </a:lnTo>
                  <a:lnTo>
                    <a:pt x="1121220" y="148136"/>
                  </a:lnTo>
                  <a:lnTo>
                    <a:pt x="1130979" y="174583"/>
                  </a:lnTo>
                  <a:lnTo>
                    <a:pt x="1140723" y="172736"/>
                  </a:lnTo>
                  <a:lnTo>
                    <a:pt x="1150482" y="186052"/>
                  </a:lnTo>
                  <a:lnTo>
                    <a:pt x="1160226" y="188494"/>
                  </a:lnTo>
                  <a:lnTo>
                    <a:pt x="1169969" y="141058"/>
                  </a:lnTo>
                  <a:lnTo>
                    <a:pt x="1179728" y="146341"/>
                  </a:lnTo>
                  <a:lnTo>
                    <a:pt x="1189472" y="121389"/>
                  </a:lnTo>
                  <a:lnTo>
                    <a:pt x="1199231" y="122327"/>
                  </a:lnTo>
                  <a:lnTo>
                    <a:pt x="1208975" y="140958"/>
                  </a:lnTo>
                  <a:lnTo>
                    <a:pt x="1218719" y="167323"/>
                  </a:lnTo>
                  <a:lnTo>
                    <a:pt x="1228478" y="162016"/>
                  </a:lnTo>
                  <a:lnTo>
                    <a:pt x="1238222" y="122353"/>
                  </a:lnTo>
                  <a:lnTo>
                    <a:pt x="1247966" y="107378"/>
                  </a:lnTo>
                  <a:lnTo>
                    <a:pt x="1257725" y="93172"/>
                  </a:lnTo>
                  <a:lnTo>
                    <a:pt x="1267469" y="70648"/>
                  </a:lnTo>
                  <a:lnTo>
                    <a:pt x="1277227" y="61260"/>
                  </a:lnTo>
                  <a:lnTo>
                    <a:pt x="1286971" y="60800"/>
                  </a:lnTo>
                  <a:lnTo>
                    <a:pt x="1296715" y="59641"/>
                  </a:lnTo>
                  <a:lnTo>
                    <a:pt x="1306474" y="65107"/>
                  </a:lnTo>
                  <a:lnTo>
                    <a:pt x="1316218" y="55718"/>
                  </a:lnTo>
                  <a:lnTo>
                    <a:pt x="1325977" y="54389"/>
                  </a:lnTo>
                  <a:lnTo>
                    <a:pt x="1335721" y="22599"/>
                  </a:lnTo>
                  <a:lnTo>
                    <a:pt x="1345465" y="66710"/>
                  </a:lnTo>
                  <a:lnTo>
                    <a:pt x="1355224" y="42189"/>
                  </a:lnTo>
                  <a:lnTo>
                    <a:pt x="1364967" y="66497"/>
                  </a:lnTo>
                  <a:lnTo>
                    <a:pt x="1374726" y="72358"/>
                  </a:lnTo>
                  <a:lnTo>
                    <a:pt x="1384470" y="91894"/>
                  </a:lnTo>
                  <a:lnTo>
                    <a:pt x="1394214" y="56792"/>
                  </a:lnTo>
                  <a:lnTo>
                    <a:pt x="1403973" y="32530"/>
                  </a:lnTo>
                  <a:lnTo>
                    <a:pt x="1413717" y="46665"/>
                  </a:lnTo>
                  <a:lnTo>
                    <a:pt x="1423476" y="53179"/>
                  </a:lnTo>
                  <a:lnTo>
                    <a:pt x="1433220" y="44734"/>
                  </a:lnTo>
                  <a:lnTo>
                    <a:pt x="1442964" y="41945"/>
                  </a:lnTo>
                  <a:lnTo>
                    <a:pt x="1452722" y="62322"/>
                  </a:lnTo>
                  <a:lnTo>
                    <a:pt x="1462466" y="47496"/>
                  </a:lnTo>
                  <a:lnTo>
                    <a:pt x="1472225" y="61913"/>
                  </a:lnTo>
                  <a:lnTo>
                    <a:pt x="1481969" y="68674"/>
                  </a:lnTo>
                  <a:lnTo>
                    <a:pt x="1491713" y="115351"/>
                  </a:lnTo>
                  <a:lnTo>
                    <a:pt x="1501472" y="138510"/>
                  </a:lnTo>
                  <a:lnTo>
                    <a:pt x="1511216" y="180254"/>
                  </a:lnTo>
                  <a:lnTo>
                    <a:pt x="1520960" y="179232"/>
                  </a:lnTo>
                  <a:lnTo>
                    <a:pt x="1530719" y="204508"/>
                  </a:lnTo>
                  <a:lnTo>
                    <a:pt x="1540463" y="212614"/>
                  </a:lnTo>
                  <a:lnTo>
                    <a:pt x="1550221" y="195361"/>
                  </a:lnTo>
                  <a:lnTo>
                    <a:pt x="1559965" y="174244"/>
                  </a:lnTo>
                  <a:lnTo>
                    <a:pt x="1569709" y="208788"/>
                  </a:lnTo>
                  <a:lnTo>
                    <a:pt x="1579468" y="157277"/>
                  </a:lnTo>
                  <a:lnTo>
                    <a:pt x="1589212" y="160304"/>
                  </a:lnTo>
                  <a:lnTo>
                    <a:pt x="1598971" y="133864"/>
                  </a:lnTo>
                  <a:lnTo>
                    <a:pt x="1608715" y="143237"/>
                  </a:lnTo>
                  <a:lnTo>
                    <a:pt x="1618459" y="141163"/>
                  </a:lnTo>
                  <a:lnTo>
                    <a:pt x="1628218" y="179548"/>
                  </a:lnTo>
                  <a:lnTo>
                    <a:pt x="1637962" y="231688"/>
                  </a:lnTo>
                  <a:lnTo>
                    <a:pt x="1647720" y="221287"/>
                  </a:lnTo>
                  <a:lnTo>
                    <a:pt x="1657464" y="195060"/>
                  </a:lnTo>
                  <a:lnTo>
                    <a:pt x="1667208" y="199330"/>
                  </a:lnTo>
                  <a:lnTo>
                    <a:pt x="1676967" y="177547"/>
                  </a:lnTo>
                  <a:lnTo>
                    <a:pt x="1686711" y="166910"/>
                  </a:lnTo>
                  <a:lnTo>
                    <a:pt x="1696470" y="178350"/>
                  </a:lnTo>
                  <a:lnTo>
                    <a:pt x="1706214" y="163183"/>
                  </a:lnTo>
                  <a:lnTo>
                    <a:pt x="1715958" y="116818"/>
                  </a:lnTo>
                  <a:lnTo>
                    <a:pt x="1725716" y="136405"/>
                  </a:lnTo>
                  <a:lnTo>
                    <a:pt x="1735460" y="138347"/>
                  </a:lnTo>
                  <a:lnTo>
                    <a:pt x="1745219" y="149070"/>
                  </a:lnTo>
                  <a:lnTo>
                    <a:pt x="1754963" y="142988"/>
                  </a:lnTo>
                  <a:lnTo>
                    <a:pt x="1764707" y="135350"/>
                  </a:lnTo>
                  <a:lnTo>
                    <a:pt x="1774466" y="139952"/>
                  </a:lnTo>
                  <a:lnTo>
                    <a:pt x="1784210" y="130068"/>
                  </a:lnTo>
                  <a:lnTo>
                    <a:pt x="1793969" y="118880"/>
                  </a:lnTo>
                  <a:lnTo>
                    <a:pt x="1803713" y="133860"/>
                  </a:lnTo>
                  <a:lnTo>
                    <a:pt x="1813457" y="159607"/>
                  </a:lnTo>
                  <a:lnTo>
                    <a:pt x="1823215" y="170851"/>
                  </a:lnTo>
                  <a:lnTo>
                    <a:pt x="1832959" y="161541"/>
                  </a:lnTo>
                  <a:lnTo>
                    <a:pt x="1842703" y="144951"/>
                  </a:lnTo>
                  <a:lnTo>
                    <a:pt x="1852462" y="117924"/>
                  </a:lnTo>
                  <a:lnTo>
                    <a:pt x="1862206" y="84391"/>
                  </a:lnTo>
                  <a:lnTo>
                    <a:pt x="1871965" y="117590"/>
                  </a:lnTo>
                  <a:lnTo>
                    <a:pt x="1881709" y="128545"/>
                  </a:lnTo>
                  <a:lnTo>
                    <a:pt x="1891453" y="135228"/>
                  </a:lnTo>
                  <a:lnTo>
                    <a:pt x="1901212" y="150261"/>
                  </a:lnTo>
                  <a:lnTo>
                    <a:pt x="1910956" y="144230"/>
                  </a:lnTo>
                  <a:lnTo>
                    <a:pt x="1920714" y="141512"/>
                  </a:lnTo>
                  <a:lnTo>
                    <a:pt x="1930458" y="144487"/>
                  </a:lnTo>
                  <a:lnTo>
                    <a:pt x="1940202" y="155778"/>
                  </a:lnTo>
                  <a:lnTo>
                    <a:pt x="1949961" y="150240"/>
                  </a:lnTo>
                  <a:lnTo>
                    <a:pt x="1959705" y="175710"/>
                  </a:lnTo>
                  <a:lnTo>
                    <a:pt x="1969464" y="195962"/>
                  </a:lnTo>
                  <a:lnTo>
                    <a:pt x="1979208" y="169297"/>
                  </a:lnTo>
                  <a:lnTo>
                    <a:pt x="1988952" y="166648"/>
                  </a:lnTo>
                  <a:lnTo>
                    <a:pt x="1998711" y="162704"/>
                  </a:lnTo>
                  <a:lnTo>
                    <a:pt x="2008454" y="186961"/>
                  </a:lnTo>
                  <a:lnTo>
                    <a:pt x="2018213" y="198268"/>
                  </a:lnTo>
                  <a:lnTo>
                    <a:pt x="2027957" y="197255"/>
                  </a:lnTo>
                  <a:lnTo>
                    <a:pt x="2037701" y="181125"/>
                  </a:lnTo>
                  <a:lnTo>
                    <a:pt x="2047460" y="202586"/>
                  </a:lnTo>
                  <a:lnTo>
                    <a:pt x="2057204" y="195478"/>
                  </a:lnTo>
                  <a:lnTo>
                    <a:pt x="2066963" y="191860"/>
                  </a:lnTo>
                  <a:lnTo>
                    <a:pt x="2076707" y="189019"/>
                  </a:lnTo>
                  <a:lnTo>
                    <a:pt x="2086451" y="189905"/>
                  </a:lnTo>
                  <a:lnTo>
                    <a:pt x="2096210" y="187781"/>
                  </a:lnTo>
                  <a:lnTo>
                    <a:pt x="2105954" y="176219"/>
                  </a:lnTo>
                  <a:lnTo>
                    <a:pt x="2115697" y="184500"/>
                  </a:lnTo>
                  <a:lnTo>
                    <a:pt x="2125456" y="184963"/>
                  </a:lnTo>
                  <a:lnTo>
                    <a:pt x="2135200" y="195096"/>
                  </a:lnTo>
                  <a:lnTo>
                    <a:pt x="2144959" y="232172"/>
                  </a:lnTo>
                  <a:lnTo>
                    <a:pt x="2154703" y="231368"/>
                  </a:lnTo>
                  <a:lnTo>
                    <a:pt x="2164447" y="259706"/>
                  </a:lnTo>
                  <a:lnTo>
                    <a:pt x="2174206" y="219228"/>
                  </a:lnTo>
                  <a:lnTo>
                    <a:pt x="2183950" y="208501"/>
                  </a:lnTo>
                  <a:lnTo>
                    <a:pt x="2193709" y="197510"/>
                  </a:lnTo>
                  <a:lnTo>
                    <a:pt x="2203452" y="178666"/>
                  </a:lnTo>
                  <a:lnTo>
                    <a:pt x="2213196" y="178402"/>
                  </a:lnTo>
                  <a:lnTo>
                    <a:pt x="2222955" y="150107"/>
                  </a:lnTo>
                  <a:lnTo>
                    <a:pt x="2232699" y="114511"/>
                  </a:lnTo>
                  <a:lnTo>
                    <a:pt x="2242458" y="128957"/>
                  </a:lnTo>
                  <a:lnTo>
                    <a:pt x="2252202" y="147941"/>
                  </a:lnTo>
                  <a:lnTo>
                    <a:pt x="2261946" y="127249"/>
                  </a:lnTo>
                  <a:lnTo>
                    <a:pt x="2271705" y="142185"/>
                  </a:lnTo>
                  <a:lnTo>
                    <a:pt x="2281449" y="147974"/>
                  </a:lnTo>
                  <a:lnTo>
                    <a:pt x="2291208" y="164669"/>
                  </a:lnTo>
                  <a:lnTo>
                    <a:pt x="2300951" y="182225"/>
                  </a:lnTo>
                  <a:lnTo>
                    <a:pt x="2310695" y="194360"/>
                  </a:lnTo>
                  <a:lnTo>
                    <a:pt x="2320454" y="196850"/>
                  </a:lnTo>
                  <a:lnTo>
                    <a:pt x="2330198" y="183704"/>
                  </a:lnTo>
                  <a:lnTo>
                    <a:pt x="2339957" y="186735"/>
                  </a:lnTo>
                  <a:lnTo>
                    <a:pt x="2349701" y="209728"/>
                  </a:lnTo>
                  <a:lnTo>
                    <a:pt x="2359445" y="191906"/>
                  </a:lnTo>
                  <a:lnTo>
                    <a:pt x="2369204" y="204508"/>
                  </a:lnTo>
                  <a:lnTo>
                    <a:pt x="2378948" y="190890"/>
                  </a:lnTo>
                  <a:lnTo>
                    <a:pt x="2388692" y="173811"/>
                  </a:lnTo>
                  <a:lnTo>
                    <a:pt x="2398450" y="187745"/>
                  </a:lnTo>
                  <a:lnTo>
                    <a:pt x="2408194" y="173715"/>
                  </a:lnTo>
                  <a:lnTo>
                    <a:pt x="2417953" y="164978"/>
                  </a:lnTo>
                  <a:lnTo>
                    <a:pt x="2427697" y="147573"/>
                  </a:lnTo>
                  <a:lnTo>
                    <a:pt x="2437441" y="149960"/>
                  </a:lnTo>
                  <a:lnTo>
                    <a:pt x="2447200" y="130077"/>
                  </a:lnTo>
                  <a:lnTo>
                    <a:pt x="2456944" y="152616"/>
                  </a:lnTo>
                  <a:lnTo>
                    <a:pt x="2466703" y="133709"/>
                  </a:lnTo>
                  <a:lnTo>
                    <a:pt x="2476446" y="121072"/>
                  </a:lnTo>
                  <a:lnTo>
                    <a:pt x="2486190" y="64657"/>
                  </a:lnTo>
                  <a:lnTo>
                    <a:pt x="2495949" y="79060"/>
                  </a:lnTo>
                  <a:lnTo>
                    <a:pt x="2505693" y="94519"/>
                  </a:lnTo>
                  <a:lnTo>
                    <a:pt x="2515452" y="143219"/>
                  </a:lnTo>
                  <a:lnTo>
                    <a:pt x="2525196" y="144752"/>
                  </a:lnTo>
                  <a:lnTo>
                    <a:pt x="2534940" y="119907"/>
                  </a:lnTo>
                  <a:lnTo>
                    <a:pt x="2544699" y="138444"/>
                  </a:lnTo>
                  <a:lnTo>
                    <a:pt x="2554443" y="158771"/>
                  </a:lnTo>
                  <a:lnTo>
                    <a:pt x="2564202" y="175282"/>
                  </a:lnTo>
                  <a:lnTo>
                    <a:pt x="2573946" y="175747"/>
                  </a:lnTo>
                  <a:lnTo>
                    <a:pt x="2583690" y="184238"/>
                  </a:lnTo>
                  <a:lnTo>
                    <a:pt x="2593448" y="189667"/>
                  </a:lnTo>
                  <a:lnTo>
                    <a:pt x="2603192" y="178003"/>
                  </a:lnTo>
                  <a:lnTo>
                    <a:pt x="2612951" y="220405"/>
                  </a:lnTo>
                  <a:lnTo>
                    <a:pt x="2622695" y="226911"/>
                  </a:lnTo>
                  <a:lnTo>
                    <a:pt x="2632439" y="218053"/>
                  </a:lnTo>
                  <a:lnTo>
                    <a:pt x="2642198" y="189153"/>
                  </a:lnTo>
                  <a:lnTo>
                    <a:pt x="2651942" y="189776"/>
                  </a:lnTo>
                  <a:lnTo>
                    <a:pt x="2661685" y="164330"/>
                  </a:lnTo>
                  <a:lnTo>
                    <a:pt x="2671444" y="125476"/>
                  </a:lnTo>
                  <a:lnTo>
                    <a:pt x="2681188" y="126162"/>
                  </a:lnTo>
                  <a:lnTo>
                    <a:pt x="2690947" y="138607"/>
                  </a:lnTo>
                  <a:lnTo>
                    <a:pt x="2700691" y="131960"/>
                  </a:lnTo>
                  <a:lnTo>
                    <a:pt x="2710435" y="142141"/>
                  </a:lnTo>
                  <a:lnTo>
                    <a:pt x="2720194" y="166323"/>
                  </a:lnTo>
                  <a:lnTo>
                    <a:pt x="2729938" y="174679"/>
                  </a:lnTo>
                  <a:lnTo>
                    <a:pt x="2739697" y="243567"/>
                  </a:lnTo>
                  <a:lnTo>
                    <a:pt x="2749441" y="260865"/>
                  </a:lnTo>
                  <a:lnTo>
                    <a:pt x="2759185" y="284082"/>
                  </a:lnTo>
                  <a:lnTo>
                    <a:pt x="2768943" y="315443"/>
                  </a:lnTo>
                  <a:lnTo>
                    <a:pt x="2778687" y="248299"/>
                  </a:lnTo>
                  <a:lnTo>
                    <a:pt x="2788446" y="234620"/>
                  </a:lnTo>
                  <a:lnTo>
                    <a:pt x="2798190" y="262979"/>
                  </a:lnTo>
                  <a:lnTo>
                    <a:pt x="2807934" y="256239"/>
                  </a:lnTo>
                  <a:lnTo>
                    <a:pt x="2817693" y="271136"/>
                  </a:lnTo>
                  <a:lnTo>
                    <a:pt x="2827437" y="260544"/>
                  </a:lnTo>
                  <a:lnTo>
                    <a:pt x="2837196" y="206849"/>
                  </a:lnTo>
                  <a:lnTo>
                    <a:pt x="2846940" y="205733"/>
                  </a:lnTo>
                  <a:lnTo>
                    <a:pt x="2856684" y="213575"/>
                  </a:lnTo>
                  <a:lnTo>
                    <a:pt x="2866442" y="198450"/>
                  </a:lnTo>
                  <a:lnTo>
                    <a:pt x="2876186" y="163840"/>
                  </a:lnTo>
                  <a:lnTo>
                    <a:pt x="2885945" y="174035"/>
                  </a:lnTo>
                  <a:lnTo>
                    <a:pt x="2895689" y="114381"/>
                  </a:lnTo>
                  <a:lnTo>
                    <a:pt x="2905433" y="117022"/>
                  </a:lnTo>
                  <a:lnTo>
                    <a:pt x="2915192" y="7318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3" name="Freeform 1182">
              <a:extLst>
                <a:ext uri="{FF2B5EF4-FFF2-40B4-BE49-F238E27FC236}">
                  <a16:creationId xmlns:a16="http://schemas.microsoft.com/office/drawing/2014/main" id="{3B38EE8A-5162-A0C9-8FB9-F1AE9DD5CCB6}"/>
                </a:ext>
              </a:extLst>
            </p:cNvPr>
            <p:cNvSpPr/>
            <p:nvPr/>
          </p:nvSpPr>
          <p:spPr>
            <a:xfrm>
              <a:off x="4426652" y="3277051"/>
              <a:ext cx="2915191" cy="516199"/>
            </a:xfrm>
            <a:custGeom>
              <a:avLst/>
              <a:gdLst>
                <a:gd name="connsiteX0" fmla="*/ 0 w 2915191"/>
                <a:gd name="connsiteY0" fmla="*/ 516199 h 516199"/>
                <a:gd name="connsiteX1" fmla="*/ 9750 w 2915191"/>
                <a:gd name="connsiteY1" fmla="*/ 486833 h 516199"/>
                <a:gd name="connsiteX2" fmla="*/ 19500 w 2915191"/>
                <a:gd name="connsiteY2" fmla="*/ 493797 h 516199"/>
                <a:gd name="connsiteX3" fmla="*/ 29250 w 2915191"/>
                <a:gd name="connsiteY3" fmla="*/ 482042 h 516199"/>
                <a:gd name="connsiteX4" fmla="*/ 39000 w 2915191"/>
                <a:gd name="connsiteY4" fmla="*/ 493547 h 516199"/>
                <a:gd name="connsiteX5" fmla="*/ 48749 w 2915191"/>
                <a:gd name="connsiteY5" fmla="*/ 455903 h 516199"/>
                <a:gd name="connsiteX6" fmla="*/ 58499 w 2915191"/>
                <a:gd name="connsiteY6" fmla="*/ 457534 h 516199"/>
                <a:gd name="connsiteX7" fmla="*/ 68249 w 2915191"/>
                <a:gd name="connsiteY7" fmla="*/ 431449 h 516199"/>
                <a:gd name="connsiteX8" fmla="*/ 77998 w 2915191"/>
                <a:gd name="connsiteY8" fmla="*/ 421450 h 516199"/>
                <a:gd name="connsiteX9" fmla="*/ 87748 w 2915191"/>
                <a:gd name="connsiteY9" fmla="*/ 420868 h 516199"/>
                <a:gd name="connsiteX10" fmla="*/ 97497 w 2915191"/>
                <a:gd name="connsiteY10" fmla="*/ 467733 h 516199"/>
                <a:gd name="connsiteX11" fmla="*/ 107247 w 2915191"/>
                <a:gd name="connsiteY11" fmla="*/ 447595 h 516199"/>
                <a:gd name="connsiteX12" fmla="*/ 116997 w 2915191"/>
                <a:gd name="connsiteY12" fmla="*/ 484393 h 516199"/>
                <a:gd name="connsiteX13" fmla="*/ 126747 w 2915191"/>
                <a:gd name="connsiteY13" fmla="*/ 462704 h 516199"/>
                <a:gd name="connsiteX14" fmla="*/ 136497 w 2915191"/>
                <a:gd name="connsiteY14" fmla="*/ 439548 h 516199"/>
                <a:gd name="connsiteX15" fmla="*/ 146247 w 2915191"/>
                <a:gd name="connsiteY15" fmla="*/ 406164 h 516199"/>
                <a:gd name="connsiteX16" fmla="*/ 155997 w 2915191"/>
                <a:gd name="connsiteY16" fmla="*/ 392792 h 516199"/>
                <a:gd name="connsiteX17" fmla="*/ 165747 w 2915191"/>
                <a:gd name="connsiteY17" fmla="*/ 386630 h 516199"/>
                <a:gd name="connsiteX18" fmla="*/ 175497 w 2915191"/>
                <a:gd name="connsiteY18" fmla="*/ 381597 h 516199"/>
                <a:gd name="connsiteX19" fmla="*/ 185247 w 2915191"/>
                <a:gd name="connsiteY19" fmla="*/ 357291 h 516199"/>
                <a:gd name="connsiteX20" fmla="*/ 194996 w 2915191"/>
                <a:gd name="connsiteY20" fmla="*/ 339670 h 516199"/>
                <a:gd name="connsiteX21" fmla="*/ 204746 w 2915191"/>
                <a:gd name="connsiteY21" fmla="*/ 338882 h 516199"/>
                <a:gd name="connsiteX22" fmla="*/ 214495 w 2915191"/>
                <a:gd name="connsiteY22" fmla="*/ 351042 h 516199"/>
                <a:gd name="connsiteX23" fmla="*/ 224245 w 2915191"/>
                <a:gd name="connsiteY23" fmla="*/ 366767 h 516199"/>
                <a:gd name="connsiteX24" fmla="*/ 233995 w 2915191"/>
                <a:gd name="connsiteY24" fmla="*/ 355676 h 516199"/>
                <a:gd name="connsiteX25" fmla="*/ 243744 w 2915191"/>
                <a:gd name="connsiteY25" fmla="*/ 365465 h 516199"/>
                <a:gd name="connsiteX26" fmla="*/ 253494 w 2915191"/>
                <a:gd name="connsiteY26" fmla="*/ 353054 h 516199"/>
                <a:gd name="connsiteX27" fmla="*/ 263244 w 2915191"/>
                <a:gd name="connsiteY27" fmla="*/ 366850 h 516199"/>
                <a:gd name="connsiteX28" fmla="*/ 272994 w 2915191"/>
                <a:gd name="connsiteY28" fmla="*/ 386444 h 516199"/>
                <a:gd name="connsiteX29" fmla="*/ 282744 w 2915191"/>
                <a:gd name="connsiteY29" fmla="*/ 351661 h 516199"/>
                <a:gd name="connsiteX30" fmla="*/ 292494 w 2915191"/>
                <a:gd name="connsiteY30" fmla="*/ 333488 h 516199"/>
                <a:gd name="connsiteX31" fmla="*/ 302244 w 2915191"/>
                <a:gd name="connsiteY31" fmla="*/ 359745 h 516199"/>
                <a:gd name="connsiteX32" fmla="*/ 311994 w 2915191"/>
                <a:gd name="connsiteY32" fmla="*/ 355788 h 516199"/>
                <a:gd name="connsiteX33" fmla="*/ 321744 w 2915191"/>
                <a:gd name="connsiteY33" fmla="*/ 368303 h 516199"/>
                <a:gd name="connsiteX34" fmla="*/ 331493 w 2915191"/>
                <a:gd name="connsiteY34" fmla="*/ 365725 h 516199"/>
                <a:gd name="connsiteX35" fmla="*/ 341243 w 2915191"/>
                <a:gd name="connsiteY35" fmla="*/ 321230 h 516199"/>
                <a:gd name="connsiteX36" fmla="*/ 350993 w 2915191"/>
                <a:gd name="connsiteY36" fmla="*/ 319483 h 516199"/>
                <a:gd name="connsiteX37" fmla="*/ 360742 w 2915191"/>
                <a:gd name="connsiteY37" fmla="*/ 329995 h 516199"/>
                <a:gd name="connsiteX38" fmla="*/ 370492 w 2915191"/>
                <a:gd name="connsiteY38" fmla="*/ 345546 h 516199"/>
                <a:gd name="connsiteX39" fmla="*/ 380241 w 2915191"/>
                <a:gd name="connsiteY39" fmla="*/ 335600 h 516199"/>
                <a:gd name="connsiteX40" fmla="*/ 389991 w 2915191"/>
                <a:gd name="connsiteY40" fmla="*/ 301602 h 516199"/>
                <a:gd name="connsiteX41" fmla="*/ 399741 w 2915191"/>
                <a:gd name="connsiteY41" fmla="*/ 293038 h 516199"/>
                <a:gd name="connsiteX42" fmla="*/ 409491 w 2915191"/>
                <a:gd name="connsiteY42" fmla="*/ 292783 h 516199"/>
                <a:gd name="connsiteX43" fmla="*/ 419241 w 2915191"/>
                <a:gd name="connsiteY43" fmla="*/ 274697 h 516199"/>
                <a:gd name="connsiteX44" fmla="*/ 428991 w 2915191"/>
                <a:gd name="connsiteY44" fmla="*/ 285721 h 516199"/>
                <a:gd name="connsiteX45" fmla="*/ 438741 w 2915191"/>
                <a:gd name="connsiteY45" fmla="*/ 288859 h 516199"/>
                <a:gd name="connsiteX46" fmla="*/ 448491 w 2915191"/>
                <a:gd name="connsiteY46" fmla="*/ 262228 h 516199"/>
                <a:gd name="connsiteX47" fmla="*/ 458241 w 2915191"/>
                <a:gd name="connsiteY47" fmla="*/ 266476 h 516199"/>
                <a:gd name="connsiteX48" fmla="*/ 467991 w 2915191"/>
                <a:gd name="connsiteY48" fmla="*/ 296834 h 516199"/>
                <a:gd name="connsiteX49" fmla="*/ 477740 w 2915191"/>
                <a:gd name="connsiteY49" fmla="*/ 299480 h 516199"/>
                <a:gd name="connsiteX50" fmla="*/ 487490 w 2915191"/>
                <a:gd name="connsiteY50" fmla="*/ 307256 h 516199"/>
                <a:gd name="connsiteX51" fmla="*/ 497239 w 2915191"/>
                <a:gd name="connsiteY51" fmla="*/ 289224 h 516199"/>
                <a:gd name="connsiteX52" fmla="*/ 506989 w 2915191"/>
                <a:gd name="connsiteY52" fmla="*/ 256531 h 516199"/>
                <a:gd name="connsiteX53" fmla="*/ 516738 w 2915191"/>
                <a:gd name="connsiteY53" fmla="*/ 221941 h 516199"/>
                <a:gd name="connsiteX54" fmla="*/ 526488 w 2915191"/>
                <a:gd name="connsiteY54" fmla="*/ 217884 h 516199"/>
                <a:gd name="connsiteX55" fmla="*/ 536238 w 2915191"/>
                <a:gd name="connsiteY55" fmla="*/ 270014 h 516199"/>
                <a:gd name="connsiteX56" fmla="*/ 545988 w 2915191"/>
                <a:gd name="connsiteY56" fmla="*/ 251571 h 516199"/>
                <a:gd name="connsiteX57" fmla="*/ 555738 w 2915191"/>
                <a:gd name="connsiteY57" fmla="*/ 254390 h 516199"/>
                <a:gd name="connsiteX58" fmla="*/ 565488 w 2915191"/>
                <a:gd name="connsiteY58" fmla="*/ 271196 h 516199"/>
                <a:gd name="connsiteX59" fmla="*/ 575238 w 2915191"/>
                <a:gd name="connsiteY59" fmla="*/ 253664 h 516199"/>
                <a:gd name="connsiteX60" fmla="*/ 584988 w 2915191"/>
                <a:gd name="connsiteY60" fmla="*/ 251140 h 516199"/>
                <a:gd name="connsiteX61" fmla="*/ 594738 w 2915191"/>
                <a:gd name="connsiteY61" fmla="*/ 243797 h 516199"/>
                <a:gd name="connsiteX62" fmla="*/ 604488 w 2915191"/>
                <a:gd name="connsiteY62" fmla="*/ 257919 h 516199"/>
                <a:gd name="connsiteX63" fmla="*/ 614237 w 2915191"/>
                <a:gd name="connsiteY63" fmla="*/ 271683 h 516199"/>
                <a:gd name="connsiteX64" fmla="*/ 623987 w 2915191"/>
                <a:gd name="connsiteY64" fmla="*/ 284785 h 516199"/>
                <a:gd name="connsiteX65" fmla="*/ 633736 w 2915191"/>
                <a:gd name="connsiteY65" fmla="*/ 261018 h 516199"/>
                <a:gd name="connsiteX66" fmla="*/ 643486 w 2915191"/>
                <a:gd name="connsiteY66" fmla="*/ 243193 h 516199"/>
                <a:gd name="connsiteX67" fmla="*/ 653236 w 2915191"/>
                <a:gd name="connsiteY67" fmla="*/ 233741 h 516199"/>
                <a:gd name="connsiteX68" fmla="*/ 662985 w 2915191"/>
                <a:gd name="connsiteY68" fmla="*/ 235317 h 516199"/>
                <a:gd name="connsiteX69" fmla="*/ 672735 w 2915191"/>
                <a:gd name="connsiteY69" fmla="*/ 224136 h 516199"/>
                <a:gd name="connsiteX70" fmla="*/ 682485 w 2915191"/>
                <a:gd name="connsiteY70" fmla="*/ 195068 h 516199"/>
                <a:gd name="connsiteX71" fmla="*/ 692235 w 2915191"/>
                <a:gd name="connsiteY71" fmla="*/ 192008 h 516199"/>
                <a:gd name="connsiteX72" fmla="*/ 701985 w 2915191"/>
                <a:gd name="connsiteY72" fmla="*/ 185141 h 516199"/>
                <a:gd name="connsiteX73" fmla="*/ 711735 w 2915191"/>
                <a:gd name="connsiteY73" fmla="*/ 150801 h 516199"/>
                <a:gd name="connsiteX74" fmla="*/ 721485 w 2915191"/>
                <a:gd name="connsiteY74" fmla="*/ 161424 h 516199"/>
                <a:gd name="connsiteX75" fmla="*/ 731235 w 2915191"/>
                <a:gd name="connsiteY75" fmla="*/ 192492 h 516199"/>
                <a:gd name="connsiteX76" fmla="*/ 740985 w 2915191"/>
                <a:gd name="connsiteY76" fmla="*/ 173649 h 516199"/>
                <a:gd name="connsiteX77" fmla="*/ 750734 w 2915191"/>
                <a:gd name="connsiteY77" fmla="*/ 165094 h 516199"/>
                <a:gd name="connsiteX78" fmla="*/ 760484 w 2915191"/>
                <a:gd name="connsiteY78" fmla="*/ 198529 h 516199"/>
                <a:gd name="connsiteX79" fmla="*/ 770233 w 2915191"/>
                <a:gd name="connsiteY79" fmla="*/ 201671 h 516199"/>
                <a:gd name="connsiteX80" fmla="*/ 779983 w 2915191"/>
                <a:gd name="connsiteY80" fmla="*/ 198769 h 516199"/>
                <a:gd name="connsiteX81" fmla="*/ 789733 w 2915191"/>
                <a:gd name="connsiteY81" fmla="*/ 194444 h 516199"/>
                <a:gd name="connsiteX82" fmla="*/ 799482 w 2915191"/>
                <a:gd name="connsiteY82" fmla="*/ 195633 h 516199"/>
                <a:gd name="connsiteX83" fmla="*/ 809232 w 2915191"/>
                <a:gd name="connsiteY83" fmla="*/ 219034 h 516199"/>
                <a:gd name="connsiteX84" fmla="*/ 818982 w 2915191"/>
                <a:gd name="connsiteY84" fmla="*/ 183880 h 516199"/>
                <a:gd name="connsiteX85" fmla="*/ 828732 w 2915191"/>
                <a:gd name="connsiteY85" fmla="*/ 186121 h 516199"/>
                <a:gd name="connsiteX86" fmla="*/ 838482 w 2915191"/>
                <a:gd name="connsiteY86" fmla="*/ 180599 h 516199"/>
                <a:gd name="connsiteX87" fmla="*/ 848232 w 2915191"/>
                <a:gd name="connsiteY87" fmla="*/ 158653 h 516199"/>
                <a:gd name="connsiteX88" fmla="*/ 857982 w 2915191"/>
                <a:gd name="connsiteY88" fmla="*/ 155822 h 516199"/>
                <a:gd name="connsiteX89" fmla="*/ 867732 w 2915191"/>
                <a:gd name="connsiteY89" fmla="*/ 179929 h 516199"/>
                <a:gd name="connsiteX90" fmla="*/ 877482 w 2915191"/>
                <a:gd name="connsiteY90" fmla="*/ 186045 h 516199"/>
                <a:gd name="connsiteX91" fmla="*/ 887231 w 2915191"/>
                <a:gd name="connsiteY91" fmla="*/ 137175 h 516199"/>
                <a:gd name="connsiteX92" fmla="*/ 896981 w 2915191"/>
                <a:gd name="connsiteY92" fmla="*/ 140006 h 516199"/>
                <a:gd name="connsiteX93" fmla="*/ 906730 w 2915191"/>
                <a:gd name="connsiteY93" fmla="*/ 109622 h 516199"/>
                <a:gd name="connsiteX94" fmla="*/ 916480 w 2915191"/>
                <a:gd name="connsiteY94" fmla="*/ 96532 h 516199"/>
                <a:gd name="connsiteX95" fmla="*/ 926230 w 2915191"/>
                <a:gd name="connsiteY95" fmla="*/ 112693 h 516199"/>
                <a:gd name="connsiteX96" fmla="*/ 935979 w 2915191"/>
                <a:gd name="connsiteY96" fmla="*/ 131857 h 516199"/>
                <a:gd name="connsiteX97" fmla="*/ 945729 w 2915191"/>
                <a:gd name="connsiteY97" fmla="*/ 119153 h 516199"/>
                <a:gd name="connsiteX98" fmla="*/ 955479 w 2915191"/>
                <a:gd name="connsiteY98" fmla="*/ 148737 h 516199"/>
                <a:gd name="connsiteX99" fmla="*/ 965229 w 2915191"/>
                <a:gd name="connsiteY99" fmla="*/ 171159 h 516199"/>
                <a:gd name="connsiteX100" fmla="*/ 974979 w 2915191"/>
                <a:gd name="connsiteY100" fmla="*/ 160773 h 516199"/>
                <a:gd name="connsiteX101" fmla="*/ 984729 w 2915191"/>
                <a:gd name="connsiteY101" fmla="*/ 178272 h 516199"/>
                <a:gd name="connsiteX102" fmla="*/ 994474 w 2915191"/>
                <a:gd name="connsiteY102" fmla="*/ 200174 h 516199"/>
                <a:gd name="connsiteX103" fmla="*/ 1004233 w 2915191"/>
                <a:gd name="connsiteY103" fmla="*/ 195099 h 516199"/>
                <a:gd name="connsiteX104" fmla="*/ 1013977 w 2915191"/>
                <a:gd name="connsiteY104" fmla="*/ 201384 h 516199"/>
                <a:gd name="connsiteX105" fmla="*/ 1023721 w 2915191"/>
                <a:gd name="connsiteY105" fmla="*/ 209304 h 516199"/>
                <a:gd name="connsiteX106" fmla="*/ 1033480 w 2915191"/>
                <a:gd name="connsiteY106" fmla="*/ 238799 h 516199"/>
                <a:gd name="connsiteX107" fmla="*/ 1043224 w 2915191"/>
                <a:gd name="connsiteY107" fmla="*/ 260166 h 516199"/>
                <a:gd name="connsiteX108" fmla="*/ 1052983 w 2915191"/>
                <a:gd name="connsiteY108" fmla="*/ 238475 h 516199"/>
                <a:gd name="connsiteX109" fmla="*/ 1062727 w 2915191"/>
                <a:gd name="connsiteY109" fmla="*/ 201913 h 516199"/>
                <a:gd name="connsiteX110" fmla="*/ 1072471 w 2915191"/>
                <a:gd name="connsiteY110" fmla="*/ 234197 h 516199"/>
                <a:gd name="connsiteX111" fmla="*/ 1082230 w 2915191"/>
                <a:gd name="connsiteY111" fmla="*/ 202063 h 516199"/>
                <a:gd name="connsiteX112" fmla="*/ 1091973 w 2915191"/>
                <a:gd name="connsiteY112" fmla="*/ 182806 h 516199"/>
                <a:gd name="connsiteX113" fmla="*/ 1101732 w 2915191"/>
                <a:gd name="connsiteY113" fmla="*/ 189599 h 516199"/>
                <a:gd name="connsiteX114" fmla="*/ 1111476 w 2915191"/>
                <a:gd name="connsiteY114" fmla="*/ 192702 h 516199"/>
                <a:gd name="connsiteX115" fmla="*/ 1121220 w 2915191"/>
                <a:gd name="connsiteY115" fmla="*/ 182454 h 516199"/>
                <a:gd name="connsiteX116" fmla="*/ 1130979 w 2915191"/>
                <a:gd name="connsiteY116" fmla="*/ 157595 h 516199"/>
                <a:gd name="connsiteX117" fmla="*/ 1140723 w 2915191"/>
                <a:gd name="connsiteY117" fmla="*/ 139258 h 516199"/>
                <a:gd name="connsiteX118" fmla="*/ 1150482 w 2915191"/>
                <a:gd name="connsiteY118" fmla="*/ 158988 h 516199"/>
                <a:gd name="connsiteX119" fmla="*/ 1160226 w 2915191"/>
                <a:gd name="connsiteY119" fmla="*/ 158752 h 516199"/>
                <a:gd name="connsiteX120" fmla="*/ 1169969 w 2915191"/>
                <a:gd name="connsiteY120" fmla="*/ 142269 h 516199"/>
                <a:gd name="connsiteX121" fmla="*/ 1179728 w 2915191"/>
                <a:gd name="connsiteY121" fmla="*/ 108594 h 516199"/>
                <a:gd name="connsiteX122" fmla="*/ 1189472 w 2915191"/>
                <a:gd name="connsiteY122" fmla="*/ 86268 h 516199"/>
                <a:gd name="connsiteX123" fmla="*/ 1199231 w 2915191"/>
                <a:gd name="connsiteY123" fmla="*/ 98447 h 516199"/>
                <a:gd name="connsiteX124" fmla="*/ 1208975 w 2915191"/>
                <a:gd name="connsiteY124" fmla="*/ 67297 h 516199"/>
                <a:gd name="connsiteX125" fmla="*/ 1218719 w 2915191"/>
                <a:gd name="connsiteY125" fmla="*/ 53069 h 516199"/>
                <a:gd name="connsiteX126" fmla="*/ 1228478 w 2915191"/>
                <a:gd name="connsiteY126" fmla="*/ 59442 h 516199"/>
                <a:gd name="connsiteX127" fmla="*/ 1238222 w 2915191"/>
                <a:gd name="connsiteY127" fmla="*/ 31063 h 516199"/>
                <a:gd name="connsiteX128" fmla="*/ 1247966 w 2915191"/>
                <a:gd name="connsiteY128" fmla="*/ 51008 h 516199"/>
                <a:gd name="connsiteX129" fmla="*/ 1257725 w 2915191"/>
                <a:gd name="connsiteY129" fmla="*/ 31787 h 516199"/>
                <a:gd name="connsiteX130" fmla="*/ 1267469 w 2915191"/>
                <a:gd name="connsiteY130" fmla="*/ 57407 h 516199"/>
                <a:gd name="connsiteX131" fmla="*/ 1277227 w 2915191"/>
                <a:gd name="connsiteY131" fmla="*/ 52309 h 516199"/>
                <a:gd name="connsiteX132" fmla="*/ 1286971 w 2915191"/>
                <a:gd name="connsiteY132" fmla="*/ 59477 h 516199"/>
                <a:gd name="connsiteX133" fmla="*/ 1296715 w 2915191"/>
                <a:gd name="connsiteY133" fmla="*/ 34695 h 516199"/>
                <a:gd name="connsiteX134" fmla="*/ 1306474 w 2915191"/>
                <a:gd name="connsiteY134" fmla="*/ 28573 h 516199"/>
                <a:gd name="connsiteX135" fmla="*/ 1316218 w 2915191"/>
                <a:gd name="connsiteY135" fmla="*/ 0 h 516199"/>
                <a:gd name="connsiteX136" fmla="*/ 1325977 w 2915191"/>
                <a:gd name="connsiteY136" fmla="*/ 16471 h 516199"/>
                <a:gd name="connsiteX137" fmla="*/ 1335721 w 2915191"/>
                <a:gd name="connsiteY137" fmla="*/ 28989 h 516199"/>
                <a:gd name="connsiteX138" fmla="*/ 1345465 w 2915191"/>
                <a:gd name="connsiteY138" fmla="*/ 31343 h 516199"/>
                <a:gd name="connsiteX139" fmla="*/ 1355224 w 2915191"/>
                <a:gd name="connsiteY139" fmla="*/ 46357 h 516199"/>
                <a:gd name="connsiteX140" fmla="*/ 1364967 w 2915191"/>
                <a:gd name="connsiteY140" fmla="*/ 51552 h 516199"/>
                <a:gd name="connsiteX141" fmla="*/ 1374726 w 2915191"/>
                <a:gd name="connsiteY141" fmla="*/ 41339 h 516199"/>
                <a:gd name="connsiteX142" fmla="*/ 1384470 w 2915191"/>
                <a:gd name="connsiteY142" fmla="*/ 44481 h 516199"/>
                <a:gd name="connsiteX143" fmla="*/ 1394214 w 2915191"/>
                <a:gd name="connsiteY143" fmla="*/ 47410 h 516199"/>
                <a:gd name="connsiteX144" fmla="*/ 1403973 w 2915191"/>
                <a:gd name="connsiteY144" fmla="*/ 47742 h 516199"/>
                <a:gd name="connsiteX145" fmla="*/ 1413717 w 2915191"/>
                <a:gd name="connsiteY145" fmla="*/ 70964 h 516199"/>
                <a:gd name="connsiteX146" fmla="*/ 1423476 w 2915191"/>
                <a:gd name="connsiteY146" fmla="*/ 85349 h 516199"/>
                <a:gd name="connsiteX147" fmla="*/ 1433220 w 2915191"/>
                <a:gd name="connsiteY147" fmla="*/ 79127 h 516199"/>
                <a:gd name="connsiteX148" fmla="*/ 1442964 w 2915191"/>
                <a:gd name="connsiteY148" fmla="*/ 85717 h 516199"/>
                <a:gd name="connsiteX149" fmla="*/ 1452722 w 2915191"/>
                <a:gd name="connsiteY149" fmla="*/ 101656 h 516199"/>
                <a:gd name="connsiteX150" fmla="*/ 1462466 w 2915191"/>
                <a:gd name="connsiteY150" fmla="*/ 157788 h 516199"/>
                <a:gd name="connsiteX151" fmla="*/ 1472225 w 2915191"/>
                <a:gd name="connsiteY151" fmla="*/ 144839 h 516199"/>
                <a:gd name="connsiteX152" fmla="*/ 1481969 w 2915191"/>
                <a:gd name="connsiteY152" fmla="*/ 128455 h 516199"/>
                <a:gd name="connsiteX153" fmla="*/ 1491713 w 2915191"/>
                <a:gd name="connsiteY153" fmla="*/ 127266 h 516199"/>
                <a:gd name="connsiteX154" fmla="*/ 1501472 w 2915191"/>
                <a:gd name="connsiteY154" fmla="*/ 132065 h 516199"/>
                <a:gd name="connsiteX155" fmla="*/ 1511216 w 2915191"/>
                <a:gd name="connsiteY155" fmla="*/ 134849 h 516199"/>
                <a:gd name="connsiteX156" fmla="*/ 1520960 w 2915191"/>
                <a:gd name="connsiteY156" fmla="*/ 147957 h 516199"/>
                <a:gd name="connsiteX157" fmla="*/ 1530719 w 2915191"/>
                <a:gd name="connsiteY157" fmla="*/ 149327 h 516199"/>
                <a:gd name="connsiteX158" fmla="*/ 1540463 w 2915191"/>
                <a:gd name="connsiteY158" fmla="*/ 124840 h 516199"/>
                <a:gd name="connsiteX159" fmla="*/ 1550221 w 2915191"/>
                <a:gd name="connsiteY159" fmla="*/ 130314 h 516199"/>
                <a:gd name="connsiteX160" fmla="*/ 1559965 w 2915191"/>
                <a:gd name="connsiteY160" fmla="*/ 136577 h 516199"/>
                <a:gd name="connsiteX161" fmla="*/ 1569709 w 2915191"/>
                <a:gd name="connsiteY161" fmla="*/ 158264 h 516199"/>
                <a:gd name="connsiteX162" fmla="*/ 1579468 w 2915191"/>
                <a:gd name="connsiteY162" fmla="*/ 158361 h 516199"/>
                <a:gd name="connsiteX163" fmla="*/ 1589212 w 2915191"/>
                <a:gd name="connsiteY163" fmla="*/ 168671 h 516199"/>
                <a:gd name="connsiteX164" fmla="*/ 1598971 w 2915191"/>
                <a:gd name="connsiteY164" fmla="*/ 135925 h 516199"/>
                <a:gd name="connsiteX165" fmla="*/ 1608715 w 2915191"/>
                <a:gd name="connsiteY165" fmla="*/ 101215 h 516199"/>
                <a:gd name="connsiteX166" fmla="*/ 1618459 w 2915191"/>
                <a:gd name="connsiteY166" fmla="*/ 112928 h 516199"/>
                <a:gd name="connsiteX167" fmla="*/ 1628218 w 2915191"/>
                <a:gd name="connsiteY167" fmla="*/ 111675 h 516199"/>
                <a:gd name="connsiteX168" fmla="*/ 1637962 w 2915191"/>
                <a:gd name="connsiteY168" fmla="*/ 92500 h 516199"/>
                <a:gd name="connsiteX169" fmla="*/ 1647720 w 2915191"/>
                <a:gd name="connsiteY169" fmla="*/ 70806 h 516199"/>
                <a:gd name="connsiteX170" fmla="*/ 1657464 w 2915191"/>
                <a:gd name="connsiteY170" fmla="*/ 96694 h 516199"/>
                <a:gd name="connsiteX171" fmla="*/ 1667208 w 2915191"/>
                <a:gd name="connsiteY171" fmla="*/ 93394 h 516199"/>
                <a:gd name="connsiteX172" fmla="*/ 1676967 w 2915191"/>
                <a:gd name="connsiteY172" fmla="*/ 62801 h 516199"/>
                <a:gd name="connsiteX173" fmla="*/ 1686711 w 2915191"/>
                <a:gd name="connsiteY173" fmla="*/ 81113 h 516199"/>
                <a:gd name="connsiteX174" fmla="*/ 1696470 w 2915191"/>
                <a:gd name="connsiteY174" fmla="*/ 100416 h 516199"/>
                <a:gd name="connsiteX175" fmla="*/ 1706214 w 2915191"/>
                <a:gd name="connsiteY175" fmla="*/ 77624 h 516199"/>
                <a:gd name="connsiteX176" fmla="*/ 1715958 w 2915191"/>
                <a:gd name="connsiteY176" fmla="*/ 59831 h 516199"/>
                <a:gd name="connsiteX177" fmla="*/ 1725716 w 2915191"/>
                <a:gd name="connsiteY177" fmla="*/ 51142 h 516199"/>
                <a:gd name="connsiteX178" fmla="*/ 1735460 w 2915191"/>
                <a:gd name="connsiteY178" fmla="*/ 15111 h 516199"/>
                <a:gd name="connsiteX179" fmla="*/ 1745219 w 2915191"/>
                <a:gd name="connsiteY179" fmla="*/ 6478 h 516199"/>
                <a:gd name="connsiteX180" fmla="*/ 1754963 w 2915191"/>
                <a:gd name="connsiteY180" fmla="*/ 20236 h 516199"/>
                <a:gd name="connsiteX181" fmla="*/ 1764707 w 2915191"/>
                <a:gd name="connsiteY181" fmla="*/ 24504 h 516199"/>
                <a:gd name="connsiteX182" fmla="*/ 1774466 w 2915191"/>
                <a:gd name="connsiteY182" fmla="*/ 19632 h 516199"/>
                <a:gd name="connsiteX183" fmla="*/ 1784210 w 2915191"/>
                <a:gd name="connsiteY183" fmla="*/ 41450 h 516199"/>
                <a:gd name="connsiteX184" fmla="*/ 1793969 w 2915191"/>
                <a:gd name="connsiteY184" fmla="*/ 61563 h 516199"/>
                <a:gd name="connsiteX185" fmla="*/ 1803713 w 2915191"/>
                <a:gd name="connsiteY185" fmla="*/ 50804 h 516199"/>
                <a:gd name="connsiteX186" fmla="*/ 1813457 w 2915191"/>
                <a:gd name="connsiteY186" fmla="*/ 69061 h 516199"/>
                <a:gd name="connsiteX187" fmla="*/ 1823215 w 2915191"/>
                <a:gd name="connsiteY187" fmla="*/ 60856 h 516199"/>
                <a:gd name="connsiteX188" fmla="*/ 1832959 w 2915191"/>
                <a:gd name="connsiteY188" fmla="*/ 50367 h 516199"/>
                <a:gd name="connsiteX189" fmla="*/ 1842703 w 2915191"/>
                <a:gd name="connsiteY189" fmla="*/ 57321 h 516199"/>
                <a:gd name="connsiteX190" fmla="*/ 1852462 w 2915191"/>
                <a:gd name="connsiteY190" fmla="*/ 104840 h 516199"/>
                <a:gd name="connsiteX191" fmla="*/ 1862206 w 2915191"/>
                <a:gd name="connsiteY191" fmla="*/ 116328 h 516199"/>
                <a:gd name="connsiteX192" fmla="*/ 1871965 w 2915191"/>
                <a:gd name="connsiteY192" fmla="*/ 119292 h 516199"/>
                <a:gd name="connsiteX193" fmla="*/ 1881709 w 2915191"/>
                <a:gd name="connsiteY193" fmla="*/ 128221 h 516199"/>
                <a:gd name="connsiteX194" fmla="*/ 1891453 w 2915191"/>
                <a:gd name="connsiteY194" fmla="*/ 147296 h 516199"/>
                <a:gd name="connsiteX195" fmla="*/ 1901212 w 2915191"/>
                <a:gd name="connsiteY195" fmla="*/ 137506 h 516199"/>
                <a:gd name="connsiteX196" fmla="*/ 1910956 w 2915191"/>
                <a:gd name="connsiteY196" fmla="*/ 150264 h 516199"/>
                <a:gd name="connsiteX197" fmla="*/ 1920714 w 2915191"/>
                <a:gd name="connsiteY197" fmla="*/ 173774 h 516199"/>
                <a:gd name="connsiteX198" fmla="*/ 1930458 w 2915191"/>
                <a:gd name="connsiteY198" fmla="*/ 192255 h 516199"/>
                <a:gd name="connsiteX199" fmla="*/ 1940202 w 2915191"/>
                <a:gd name="connsiteY199" fmla="*/ 176809 h 516199"/>
                <a:gd name="connsiteX200" fmla="*/ 1949961 w 2915191"/>
                <a:gd name="connsiteY200" fmla="*/ 222187 h 516199"/>
                <a:gd name="connsiteX201" fmla="*/ 1959705 w 2915191"/>
                <a:gd name="connsiteY201" fmla="*/ 240984 h 516199"/>
                <a:gd name="connsiteX202" fmla="*/ 1969464 w 2915191"/>
                <a:gd name="connsiteY202" fmla="*/ 243396 h 516199"/>
                <a:gd name="connsiteX203" fmla="*/ 1979208 w 2915191"/>
                <a:gd name="connsiteY203" fmla="*/ 226622 h 516199"/>
                <a:gd name="connsiteX204" fmla="*/ 1988952 w 2915191"/>
                <a:gd name="connsiteY204" fmla="*/ 232762 h 516199"/>
                <a:gd name="connsiteX205" fmla="*/ 1998711 w 2915191"/>
                <a:gd name="connsiteY205" fmla="*/ 240255 h 516199"/>
                <a:gd name="connsiteX206" fmla="*/ 2008454 w 2915191"/>
                <a:gd name="connsiteY206" fmla="*/ 245914 h 516199"/>
                <a:gd name="connsiteX207" fmla="*/ 2018213 w 2915191"/>
                <a:gd name="connsiteY207" fmla="*/ 225693 h 516199"/>
                <a:gd name="connsiteX208" fmla="*/ 2027957 w 2915191"/>
                <a:gd name="connsiteY208" fmla="*/ 210493 h 516199"/>
                <a:gd name="connsiteX209" fmla="*/ 2037701 w 2915191"/>
                <a:gd name="connsiteY209" fmla="*/ 207155 h 516199"/>
                <a:gd name="connsiteX210" fmla="*/ 2047460 w 2915191"/>
                <a:gd name="connsiteY210" fmla="*/ 216823 h 516199"/>
                <a:gd name="connsiteX211" fmla="*/ 2057204 w 2915191"/>
                <a:gd name="connsiteY211" fmla="*/ 204305 h 516199"/>
                <a:gd name="connsiteX212" fmla="*/ 2066963 w 2915191"/>
                <a:gd name="connsiteY212" fmla="*/ 219906 h 516199"/>
                <a:gd name="connsiteX213" fmla="*/ 2076707 w 2915191"/>
                <a:gd name="connsiteY213" fmla="*/ 196519 h 516199"/>
                <a:gd name="connsiteX214" fmla="*/ 2086451 w 2915191"/>
                <a:gd name="connsiteY214" fmla="*/ 189512 h 516199"/>
                <a:gd name="connsiteX215" fmla="*/ 2096210 w 2915191"/>
                <a:gd name="connsiteY215" fmla="*/ 191960 h 516199"/>
                <a:gd name="connsiteX216" fmla="*/ 2105954 w 2915191"/>
                <a:gd name="connsiteY216" fmla="*/ 192492 h 516199"/>
                <a:gd name="connsiteX217" fmla="*/ 2115697 w 2915191"/>
                <a:gd name="connsiteY217" fmla="*/ 132805 h 516199"/>
                <a:gd name="connsiteX218" fmla="*/ 2125456 w 2915191"/>
                <a:gd name="connsiteY218" fmla="*/ 143762 h 516199"/>
                <a:gd name="connsiteX219" fmla="*/ 2135200 w 2915191"/>
                <a:gd name="connsiteY219" fmla="*/ 134535 h 516199"/>
                <a:gd name="connsiteX220" fmla="*/ 2144959 w 2915191"/>
                <a:gd name="connsiteY220" fmla="*/ 170699 h 516199"/>
                <a:gd name="connsiteX221" fmla="*/ 2154703 w 2915191"/>
                <a:gd name="connsiteY221" fmla="*/ 152408 h 516199"/>
                <a:gd name="connsiteX222" fmla="*/ 2164447 w 2915191"/>
                <a:gd name="connsiteY222" fmla="*/ 128104 h 516199"/>
                <a:gd name="connsiteX223" fmla="*/ 2174206 w 2915191"/>
                <a:gd name="connsiteY223" fmla="*/ 111608 h 516199"/>
                <a:gd name="connsiteX224" fmla="*/ 2183950 w 2915191"/>
                <a:gd name="connsiteY224" fmla="*/ 107107 h 516199"/>
                <a:gd name="connsiteX225" fmla="*/ 2193709 w 2915191"/>
                <a:gd name="connsiteY225" fmla="*/ 106271 h 516199"/>
                <a:gd name="connsiteX226" fmla="*/ 2203452 w 2915191"/>
                <a:gd name="connsiteY226" fmla="*/ 119558 h 516199"/>
                <a:gd name="connsiteX227" fmla="*/ 2213196 w 2915191"/>
                <a:gd name="connsiteY227" fmla="*/ 103688 h 516199"/>
                <a:gd name="connsiteX228" fmla="*/ 2222955 w 2915191"/>
                <a:gd name="connsiteY228" fmla="*/ 114363 h 516199"/>
                <a:gd name="connsiteX229" fmla="*/ 2232699 w 2915191"/>
                <a:gd name="connsiteY229" fmla="*/ 117458 h 516199"/>
                <a:gd name="connsiteX230" fmla="*/ 2242458 w 2915191"/>
                <a:gd name="connsiteY230" fmla="*/ 87511 h 516199"/>
                <a:gd name="connsiteX231" fmla="*/ 2252202 w 2915191"/>
                <a:gd name="connsiteY231" fmla="*/ 118797 h 516199"/>
                <a:gd name="connsiteX232" fmla="*/ 2261946 w 2915191"/>
                <a:gd name="connsiteY232" fmla="*/ 141585 h 516199"/>
                <a:gd name="connsiteX233" fmla="*/ 2271705 w 2915191"/>
                <a:gd name="connsiteY233" fmla="*/ 91012 h 516199"/>
                <a:gd name="connsiteX234" fmla="*/ 2281449 w 2915191"/>
                <a:gd name="connsiteY234" fmla="*/ 78754 h 516199"/>
                <a:gd name="connsiteX235" fmla="*/ 2291208 w 2915191"/>
                <a:gd name="connsiteY235" fmla="*/ 99524 h 516199"/>
                <a:gd name="connsiteX236" fmla="*/ 2300951 w 2915191"/>
                <a:gd name="connsiteY236" fmla="*/ 88990 h 516199"/>
                <a:gd name="connsiteX237" fmla="*/ 2310695 w 2915191"/>
                <a:gd name="connsiteY237" fmla="*/ 106799 h 516199"/>
                <a:gd name="connsiteX238" fmla="*/ 2320454 w 2915191"/>
                <a:gd name="connsiteY238" fmla="*/ 122876 h 516199"/>
                <a:gd name="connsiteX239" fmla="*/ 2330198 w 2915191"/>
                <a:gd name="connsiteY239" fmla="*/ 120259 h 516199"/>
                <a:gd name="connsiteX240" fmla="*/ 2339957 w 2915191"/>
                <a:gd name="connsiteY240" fmla="*/ 113761 h 516199"/>
                <a:gd name="connsiteX241" fmla="*/ 2349701 w 2915191"/>
                <a:gd name="connsiteY241" fmla="*/ 100486 h 516199"/>
                <a:gd name="connsiteX242" fmla="*/ 2359445 w 2915191"/>
                <a:gd name="connsiteY242" fmla="*/ 119789 h 516199"/>
                <a:gd name="connsiteX243" fmla="*/ 2369204 w 2915191"/>
                <a:gd name="connsiteY243" fmla="*/ 94823 h 516199"/>
                <a:gd name="connsiteX244" fmla="*/ 2378948 w 2915191"/>
                <a:gd name="connsiteY244" fmla="*/ 125907 h 516199"/>
                <a:gd name="connsiteX245" fmla="*/ 2388692 w 2915191"/>
                <a:gd name="connsiteY245" fmla="*/ 156153 h 516199"/>
                <a:gd name="connsiteX246" fmla="*/ 2398450 w 2915191"/>
                <a:gd name="connsiteY246" fmla="*/ 154562 h 516199"/>
                <a:gd name="connsiteX247" fmla="*/ 2408194 w 2915191"/>
                <a:gd name="connsiteY247" fmla="*/ 165517 h 516199"/>
                <a:gd name="connsiteX248" fmla="*/ 2417953 w 2915191"/>
                <a:gd name="connsiteY248" fmla="*/ 154911 h 516199"/>
                <a:gd name="connsiteX249" fmla="*/ 2427697 w 2915191"/>
                <a:gd name="connsiteY249" fmla="*/ 128167 h 516199"/>
                <a:gd name="connsiteX250" fmla="*/ 2437441 w 2915191"/>
                <a:gd name="connsiteY250" fmla="*/ 164172 h 516199"/>
                <a:gd name="connsiteX251" fmla="*/ 2447200 w 2915191"/>
                <a:gd name="connsiteY251" fmla="*/ 187742 h 516199"/>
                <a:gd name="connsiteX252" fmla="*/ 2456944 w 2915191"/>
                <a:gd name="connsiteY252" fmla="*/ 165596 h 516199"/>
                <a:gd name="connsiteX253" fmla="*/ 2466703 w 2915191"/>
                <a:gd name="connsiteY253" fmla="*/ 166466 h 516199"/>
                <a:gd name="connsiteX254" fmla="*/ 2476446 w 2915191"/>
                <a:gd name="connsiteY254" fmla="*/ 172497 h 516199"/>
                <a:gd name="connsiteX255" fmla="*/ 2486190 w 2915191"/>
                <a:gd name="connsiteY255" fmla="*/ 191214 h 516199"/>
                <a:gd name="connsiteX256" fmla="*/ 2495949 w 2915191"/>
                <a:gd name="connsiteY256" fmla="*/ 200543 h 516199"/>
                <a:gd name="connsiteX257" fmla="*/ 2505693 w 2915191"/>
                <a:gd name="connsiteY257" fmla="*/ 184457 h 516199"/>
                <a:gd name="connsiteX258" fmla="*/ 2515452 w 2915191"/>
                <a:gd name="connsiteY258" fmla="*/ 201755 h 516199"/>
                <a:gd name="connsiteX259" fmla="*/ 2525196 w 2915191"/>
                <a:gd name="connsiteY259" fmla="*/ 219185 h 516199"/>
                <a:gd name="connsiteX260" fmla="*/ 2534940 w 2915191"/>
                <a:gd name="connsiteY260" fmla="*/ 217565 h 516199"/>
                <a:gd name="connsiteX261" fmla="*/ 2544699 w 2915191"/>
                <a:gd name="connsiteY261" fmla="*/ 207187 h 516199"/>
                <a:gd name="connsiteX262" fmla="*/ 2554443 w 2915191"/>
                <a:gd name="connsiteY262" fmla="*/ 260284 h 516199"/>
                <a:gd name="connsiteX263" fmla="*/ 2564202 w 2915191"/>
                <a:gd name="connsiteY263" fmla="*/ 247921 h 516199"/>
                <a:gd name="connsiteX264" fmla="*/ 2573946 w 2915191"/>
                <a:gd name="connsiteY264" fmla="*/ 221402 h 516199"/>
                <a:gd name="connsiteX265" fmla="*/ 2583690 w 2915191"/>
                <a:gd name="connsiteY265" fmla="*/ 233787 h 516199"/>
                <a:gd name="connsiteX266" fmla="*/ 2593448 w 2915191"/>
                <a:gd name="connsiteY266" fmla="*/ 218671 h 516199"/>
                <a:gd name="connsiteX267" fmla="*/ 2603192 w 2915191"/>
                <a:gd name="connsiteY267" fmla="*/ 206250 h 516199"/>
                <a:gd name="connsiteX268" fmla="*/ 2612951 w 2915191"/>
                <a:gd name="connsiteY268" fmla="*/ 256733 h 516199"/>
                <a:gd name="connsiteX269" fmla="*/ 2622695 w 2915191"/>
                <a:gd name="connsiteY269" fmla="*/ 252068 h 516199"/>
                <a:gd name="connsiteX270" fmla="*/ 2632439 w 2915191"/>
                <a:gd name="connsiteY270" fmla="*/ 250254 h 516199"/>
                <a:gd name="connsiteX271" fmla="*/ 2642198 w 2915191"/>
                <a:gd name="connsiteY271" fmla="*/ 210856 h 516199"/>
                <a:gd name="connsiteX272" fmla="*/ 2651942 w 2915191"/>
                <a:gd name="connsiteY272" fmla="*/ 239136 h 516199"/>
                <a:gd name="connsiteX273" fmla="*/ 2661685 w 2915191"/>
                <a:gd name="connsiteY273" fmla="*/ 236816 h 516199"/>
                <a:gd name="connsiteX274" fmla="*/ 2671444 w 2915191"/>
                <a:gd name="connsiteY274" fmla="*/ 231277 h 516199"/>
                <a:gd name="connsiteX275" fmla="*/ 2681188 w 2915191"/>
                <a:gd name="connsiteY275" fmla="*/ 206811 h 516199"/>
                <a:gd name="connsiteX276" fmla="*/ 2690947 w 2915191"/>
                <a:gd name="connsiteY276" fmla="*/ 219301 h 516199"/>
                <a:gd name="connsiteX277" fmla="*/ 2700691 w 2915191"/>
                <a:gd name="connsiteY277" fmla="*/ 181757 h 516199"/>
                <a:gd name="connsiteX278" fmla="*/ 2710435 w 2915191"/>
                <a:gd name="connsiteY278" fmla="*/ 218565 h 516199"/>
                <a:gd name="connsiteX279" fmla="*/ 2720194 w 2915191"/>
                <a:gd name="connsiteY279" fmla="*/ 207672 h 516199"/>
                <a:gd name="connsiteX280" fmla="*/ 2729938 w 2915191"/>
                <a:gd name="connsiteY280" fmla="*/ 215614 h 516199"/>
                <a:gd name="connsiteX281" fmla="*/ 2739697 w 2915191"/>
                <a:gd name="connsiteY281" fmla="*/ 214130 h 516199"/>
                <a:gd name="connsiteX282" fmla="*/ 2749441 w 2915191"/>
                <a:gd name="connsiteY282" fmla="*/ 225720 h 516199"/>
                <a:gd name="connsiteX283" fmla="*/ 2759185 w 2915191"/>
                <a:gd name="connsiteY283" fmla="*/ 228577 h 516199"/>
                <a:gd name="connsiteX284" fmla="*/ 2768943 w 2915191"/>
                <a:gd name="connsiteY284" fmla="*/ 211312 h 516199"/>
                <a:gd name="connsiteX285" fmla="*/ 2778687 w 2915191"/>
                <a:gd name="connsiteY285" fmla="*/ 172386 h 516199"/>
                <a:gd name="connsiteX286" fmla="*/ 2788446 w 2915191"/>
                <a:gd name="connsiteY286" fmla="*/ 178277 h 516199"/>
                <a:gd name="connsiteX287" fmla="*/ 2798190 w 2915191"/>
                <a:gd name="connsiteY287" fmla="*/ 196513 h 516199"/>
                <a:gd name="connsiteX288" fmla="*/ 2807934 w 2915191"/>
                <a:gd name="connsiteY288" fmla="*/ 206178 h 516199"/>
                <a:gd name="connsiteX289" fmla="*/ 2817693 w 2915191"/>
                <a:gd name="connsiteY289" fmla="*/ 202280 h 516199"/>
                <a:gd name="connsiteX290" fmla="*/ 2827437 w 2915191"/>
                <a:gd name="connsiteY290" fmla="*/ 223021 h 516199"/>
                <a:gd name="connsiteX291" fmla="*/ 2837196 w 2915191"/>
                <a:gd name="connsiteY291" fmla="*/ 202352 h 516199"/>
                <a:gd name="connsiteX292" fmla="*/ 2846940 w 2915191"/>
                <a:gd name="connsiteY292" fmla="*/ 227452 h 516199"/>
                <a:gd name="connsiteX293" fmla="*/ 2856684 w 2915191"/>
                <a:gd name="connsiteY293" fmla="*/ 202809 h 516199"/>
                <a:gd name="connsiteX294" fmla="*/ 2866442 w 2915191"/>
                <a:gd name="connsiteY294" fmla="*/ 219118 h 516199"/>
                <a:gd name="connsiteX295" fmla="*/ 2876186 w 2915191"/>
                <a:gd name="connsiteY295" fmla="*/ 256340 h 516199"/>
                <a:gd name="connsiteX296" fmla="*/ 2885945 w 2915191"/>
                <a:gd name="connsiteY296" fmla="*/ 231524 h 516199"/>
                <a:gd name="connsiteX297" fmla="*/ 2895689 w 2915191"/>
                <a:gd name="connsiteY297" fmla="*/ 259543 h 516199"/>
                <a:gd name="connsiteX298" fmla="*/ 2905433 w 2915191"/>
                <a:gd name="connsiteY298" fmla="*/ 261741 h 516199"/>
                <a:gd name="connsiteX299" fmla="*/ 2915192 w 2915191"/>
                <a:gd name="connsiteY299" fmla="*/ 257594 h 5161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16199">
                  <a:moveTo>
                    <a:pt x="0" y="516199"/>
                  </a:moveTo>
                  <a:lnTo>
                    <a:pt x="9750" y="486833"/>
                  </a:lnTo>
                  <a:lnTo>
                    <a:pt x="19500" y="493797"/>
                  </a:lnTo>
                  <a:lnTo>
                    <a:pt x="29250" y="482042"/>
                  </a:lnTo>
                  <a:lnTo>
                    <a:pt x="39000" y="493547"/>
                  </a:lnTo>
                  <a:lnTo>
                    <a:pt x="48749" y="455903"/>
                  </a:lnTo>
                  <a:lnTo>
                    <a:pt x="58499" y="457534"/>
                  </a:lnTo>
                  <a:lnTo>
                    <a:pt x="68249" y="431449"/>
                  </a:lnTo>
                  <a:lnTo>
                    <a:pt x="77998" y="421450"/>
                  </a:lnTo>
                  <a:lnTo>
                    <a:pt x="87748" y="420868"/>
                  </a:lnTo>
                  <a:lnTo>
                    <a:pt x="97497" y="467733"/>
                  </a:lnTo>
                  <a:lnTo>
                    <a:pt x="107247" y="447595"/>
                  </a:lnTo>
                  <a:lnTo>
                    <a:pt x="116997" y="484393"/>
                  </a:lnTo>
                  <a:lnTo>
                    <a:pt x="126747" y="462704"/>
                  </a:lnTo>
                  <a:lnTo>
                    <a:pt x="136497" y="439548"/>
                  </a:lnTo>
                  <a:lnTo>
                    <a:pt x="146247" y="406164"/>
                  </a:lnTo>
                  <a:lnTo>
                    <a:pt x="155997" y="392792"/>
                  </a:lnTo>
                  <a:lnTo>
                    <a:pt x="165747" y="386630"/>
                  </a:lnTo>
                  <a:lnTo>
                    <a:pt x="175497" y="381597"/>
                  </a:lnTo>
                  <a:lnTo>
                    <a:pt x="185247" y="357291"/>
                  </a:lnTo>
                  <a:lnTo>
                    <a:pt x="194996" y="339670"/>
                  </a:lnTo>
                  <a:lnTo>
                    <a:pt x="204746" y="338882"/>
                  </a:lnTo>
                  <a:lnTo>
                    <a:pt x="214495" y="351042"/>
                  </a:lnTo>
                  <a:lnTo>
                    <a:pt x="224245" y="366767"/>
                  </a:lnTo>
                  <a:lnTo>
                    <a:pt x="233995" y="355676"/>
                  </a:lnTo>
                  <a:lnTo>
                    <a:pt x="243744" y="365465"/>
                  </a:lnTo>
                  <a:lnTo>
                    <a:pt x="253494" y="353054"/>
                  </a:lnTo>
                  <a:lnTo>
                    <a:pt x="263244" y="366850"/>
                  </a:lnTo>
                  <a:lnTo>
                    <a:pt x="272994" y="386444"/>
                  </a:lnTo>
                  <a:lnTo>
                    <a:pt x="282744" y="351661"/>
                  </a:lnTo>
                  <a:lnTo>
                    <a:pt x="292494" y="333488"/>
                  </a:lnTo>
                  <a:lnTo>
                    <a:pt x="302244" y="359745"/>
                  </a:lnTo>
                  <a:lnTo>
                    <a:pt x="311994" y="355788"/>
                  </a:lnTo>
                  <a:lnTo>
                    <a:pt x="321744" y="368303"/>
                  </a:lnTo>
                  <a:lnTo>
                    <a:pt x="331493" y="365725"/>
                  </a:lnTo>
                  <a:lnTo>
                    <a:pt x="341243" y="321230"/>
                  </a:lnTo>
                  <a:lnTo>
                    <a:pt x="350993" y="319483"/>
                  </a:lnTo>
                  <a:lnTo>
                    <a:pt x="360742" y="329995"/>
                  </a:lnTo>
                  <a:lnTo>
                    <a:pt x="370492" y="345546"/>
                  </a:lnTo>
                  <a:lnTo>
                    <a:pt x="380241" y="335600"/>
                  </a:lnTo>
                  <a:lnTo>
                    <a:pt x="389991" y="301602"/>
                  </a:lnTo>
                  <a:lnTo>
                    <a:pt x="399741" y="293038"/>
                  </a:lnTo>
                  <a:lnTo>
                    <a:pt x="409491" y="292783"/>
                  </a:lnTo>
                  <a:lnTo>
                    <a:pt x="419241" y="274697"/>
                  </a:lnTo>
                  <a:lnTo>
                    <a:pt x="428991" y="285721"/>
                  </a:lnTo>
                  <a:lnTo>
                    <a:pt x="438741" y="288859"/>
                  </a:lnTo>
                  <a:lnTo>
                    <a:pt x="448491" y="262228"/>
                  </a:lnTo>
                  <a:lnTo>
                    <a:pt x="458241" y="266476"/>
                  </a:lnTo>
                  <a:lnTo>
                    <a:pt x="467991" y="296834"/>
                  </a:lnTo>
                  <a:lnTo>
                    <a:pt x="477740" y="299480"/>
                  </a:lnTo>
                  <a:lnTo>
                    <a:pt x="487490" y="307256"/>
                  </a:lnTo>
                  <a:lnTo>
                    <a:pt x="497239" y="289224"/>
                  </a:lnTo>
                  <a:lnTo>
                    <a:pt x="506989" y="256531"/>
                  </a:lnTo>
                  <a:lnTo>
                    <a:pt x="516738" y="221941"/>
                  </a:lnTo>
                  <a:lnTo>
                    <a:pt x="526488" y="217884"/>
                  </a:lnTo>
                  <a:lnTo>
                    <a:pt x="536238" y="270014"/>
                  </a:lnTo>
                  <a:lnTo>
                    <a:pt x="545988" y="251571"/>
                  </a:lnTo>
                  <a:lnTo>
                    <a:pt x="555738" y="254390"/>
                  </a:lnTo>
                  <a:lnTo>
                    <a:pt x="565488" y="271196"/>
                  </a:lnTo>
                  <a:lnTo>
                    <a:pt x="575238" y="253664"/>
                  </a:lnTo>
                  <a:lnTo>
                    <a:pt x="584988" y="251140"/>
                  </a:lnTo>
                  <a:lnTo>
                    <a:pt x="594738" y="243797"/>
                  </a:lnTo>
                  <a:lnTo>
                    <a:pt x="604488" y="257919"/>
                  </a:lnTo>
                  <a:lnTo>
                    <a:pt x="614237" y="271683"/>
                  </a:lnTo>
                  <a:lnTo>
                    <a:pt x="623987" y="284785"/>
                  </a:lnTo>
                  <a:lnTo>
                    <a:pt x="633736" y="261018"/>
                  </a:lnTo>
                  <a:lnTo>
                    <a:pt x="643486" y="243193"/>
                  </a:lnTo>
                  <a:lnTo>
                    <a:pt x="653236" y="233741"/>
                  </a:lnTo>
                  <a:lnTo>
                    <a:pt x="662985" y="235317"/>
                  </a:lnTo>
                  <a:lnTo>
                    <a:pt x="672735" y="224136"/>
                  </a:lnTo>
                  <a:lnTo>
                    <a:pt x="682485" y="195068"/>
                  </a:lnTo>
                  <a:lnTo>
                    <a:pt x="692235" y="192008"/>
                  </a:lnTo>
                  <a:lnTo>
                    <a:pt x="701985" y="185141"/>
                  </a:lnTo>
                  <a:lnTo>
                    <a:pt x="711735" y="150801"/>
                  </a:lnTo>
                  <a:lnTo>
                    <a:pt x="721485" y="161424"/>
                  </a:lnTo>
                  <a:lnTo>
                    <a:pt x="731235" y="192492"/>
                  </a:lnTo>
                  <a:lnTo>
                    <a:pt x="740985" y="173649"/>
                  </a:lnTo>
                  <a:lnTo>
                    <a:pt x="750734" y="165094"/>
                  </a:lnTo>
                  <a:lnTo>
                    <a:pt x="760484" y="198529"/>
                  </a:lnTo>
                  <a:lnTo>
                    <a:pt x="770233" y="201671"/>
                  </a:lnTo>
                  <a:lnTo>
                    <a:pt x="779983" y="198769"/>
                  </a:lnTo>
                  <a:lnTo>
                    <a:pt x="789733" y="194444"/>
                  </a:lnTo>
                  <a:lnTo>
                    <a:pt x="799482" y="195633"/>
                  </a:lnTo>
                  <a:lnTo>
                    <a:pt x="809232" y="219034"/>
                  </a:lnTo>
                  <a:lnTo>
                    <a:pt x="818982" y="183880"/>
                  </a:lnTo>
                  <a:lnTo>
                    <a:pt x="828732" y="186121"/>
                  </a:lnTo>
                  <a:lnTo>
                    <a:pt x="838482" y="180599"/>
                  </a:lnTo>
                  <a:lnTo>
                    <a:pt x="848232" y="158653"/>
                  </a:lnTo>
                  <a:lnTo>
                    <a:pt x="857982" y="155822"/>
                  </a:lnTo>
                  <a:lnTo>
                    <a:pt x="867732" y="179929"/>
                  </a:lnTo>
                  <a:lnTo>
                    <a:pt x="877482" y="186045"/>
                  </a:lnTo>
                  <a:lnTo>
                    <a:pt x="887231" y="137175"/>
                  </a:lnTo>
                  <a:lnTo>
                    <a:pt x="896981" y="140006"/>
                  </a:lnTo>
                  <a:lnTo>
                    <a:pt x="906730" y="109622"/>
                  </a:lnTo>
                  <a:lnTo>
                    <a:pt x="916480" y="96532"/>
                  </a:lnTo>
                  <a:lnTo>
                    <a:pt x="926230" y="112693"/>
                  </a:lnTo>
                  <a:lnTo>
                    <a:pt x="935979" y="131857"/>
                  </a:lnTo>
                  <a:lnTo>
                    <a:pt x="945729" y="119153"/>
                  </a:lnTo>
                  <a:lnTo>
                    <a:pt x="955479" y="148737"/>
                  </a:lnTo>
                  <a:lnTo>
                    <a:pt x="965229" y="171159"/>
                  </a:lnTo>
                  <a:lnTo>
                    <a:pt x="974979" y="160773"/>
                  </a:lnTo>
                  <a:lnTo>
                    <a:pt x="984729" y="178272"/>
                  </a:lnTo>
                  <a:lnTo>
                    <a:pt x="994474" y="200174"/>
                  </a:lnTo>
                  <a:lnTo>
                    <a:pt x="1004233" y="195099"/>
                  </a:lnTo>
                  <a:lnTo>
                    <a:pt x="1013977" y="201384"/>
                  </a:lnTo>
                  <a:lnTo>
                    <a:pt x="1023721" y="209304"/>
                  </a:lnTo>
                  <a:lnTo>
                    <a:pt x="1033480" y="238799"/>
                  </a:lnTo>
                  <a:lnTo>
                    <a:pt x="1043224" y="260166"/>
                  </a:lnTo>
                  <a:lnTo>
                    <a:pt x="1052983" y="238475"/>
                  </a:lnTo>
                  <a:lnTo>
                    <a:pt x="1062727" y="201913"/>
                  </a:lnTo>
                  <a:lnTo>
                    <a:pt x="1072471" y="234197"/>
                  </a:lnTo>
                  <a:lnTo>
                    <a:pt x="1082230" y="202063"/>
                  </a:lnTo>
                  <a:lnTo>
                    <a:pt x="1091973" y="182806"/>
                  </a:lnTo>
                  <a:lnTo>
                    <a:pt x="1101732" y="189599"/>
                  </a:lnTo>
                  <a:lnTo>
                    <a:pt x="1111476" y="192702"/>
                  </a:lnTo>
                  <a:lnTo>
                    <a:pt x="1121220" y="182454"/>
                  </a:lnTo>
                  <a:lnTo>
                    <a:pt x="1130979" y="157595"/>
                  </a:lnTo>
                  <a:lnTo>
                    <a:pt x="1140723" y="139258"/>
                  </a:lnTo>
                  <a:lnTo>
                    <a:pt x="1150482" y="158988"/>
                  </a:lnTo>
                  <a:lnTo>
                    <a:pt x="1160226" y="158752"/>
                  </a:lnTo>
                  <a:lnTo>
                    <a:pt x="1169969" y="142269"/>
                  </a:lnTo>
                  <a:lnTo>
                    <a:pt x="1179728" y="108594"/>
                  </a:lnTo>
                  <a:lnTo>
                    <a:pt x="1189472" y="86268"/>
                  </a:lnTo>
                  <a:lnTo>
                    <a:pt x="1199231" y="98447"/>
                  </a:lnTo>
                  <a:lnTo>
                    <a:pt x="1208975" y="67297"/>
                  </a:lnTo>
                  <a:lnTo>
                    <a:pt x="1218719" y="53069"/>
                  </a:lnTo>
                  <a:lnTo>
                    <a:pt x="1228478" y="59442"/>
                  </a:lnTo>
                  <a:lnTo>
                    <a:pt x="1238222" y="31063"/>
                  </a:lnTo>
                  <a:lnTo>
                    <a:pt x="1247966" y="51008"/>
                  </a:lnTo>
                  <a:lnTo>
                    <a:pt x="1257725" y="31787"/>
                  </a:lnTo>
                  <a:lnTo>
                    <a:pt x="1267469" y="57407"/>
                  </a:lnTo>
                  <a:lnTo>
                    <a:pt x="1277227" y="52309"/>
                  </a:lnTo>
                  <a:lnTo>
                    <a:pt x="1286971" y="59477"/>
                  </a:lnTo>
                  <a:lnTo>
                    <a:pt x="1296715" y="34695"/>
                  </a:lnTo>
                  <a:lnTo>
                    <a:pt x="1306474" y="28573"/>
                  </a:lnTo>
                  <a:lnTo>
                    <a:pt x="1316218" y="0"/>
                  </a:lnTo>
                  <a:lnTo>
                    <a:pt x="1325977" y="16471"/>
                  </a:lnTo>
                  <a:lnTo>
                    <a:pt x="1335721" y="28989"/>
                  </a:lnTo>
                  <a:lnTo>
                    <a:pt x="1345465" y="31343"/>
                  </a:lnTo>
                  <a:lnTo>
                    <a:pt x="1355224" y="46357"/>
                  </a:lnTo>
                  <a:lnTo>
                    <a:pt x="1364967" y="51552"/>
                  </a:lnTo>
                  <a:lnTo>
                    <a:pt x="1374726" y="41339"/>
                  </a:lnTo>
                  <a:lnTo>
                    <a:pt x="1384470" y="44481"/>
                  </a:lnTo>
                  <a:lnTo>
                    <a:pt x="1394214" y="47410"/>
                  </a:lnTo>
                  <a:lnTo>
                    <a:pt x="1403973" y="47742"/>
                  </a:lnTo>
                  <a:lnTo>
                    <a:pt x="1413717" y="70964"/>
                  </a:lnTo>
                  <a:lnTo>
                    <a:pt x="1423476" y="85349"/>
                  </a:lnTo>
                  <a:lnTo>
                    <a:pt x="1433220" y="79127"/>
                  </a:lnTo>
                  <a:lnTo>
                    <a:pt x="1442964" y="85717"/>
                  </a:lnTo>
                  <a:lnTo>
                    <a:pt x="1452722" y="101656"/>
                  </a:lnTo>
                  <a:lnTo>
                    <a:pt x="1462466" y="157788"/>
                  </a:lnTo>
                  <a:lnTo>
                    <a:pt x="1472225" y="144839"/>
                  </a:lnTo>
                  <a:lnTo>
                    <a:pt x="1481969" y="128455"/>
                  </a:lnTo>
                  <a:lnTo>
                    <a:pt x="1491713" y="127266"/>
                  </a:lnTo>
                  <a:lnTo>
                    <a:pt x="1501472" y="132065"/>
                  </a:lnTo>
                  <a:lnTo>
                    <a:pt x="1511216" y="134849"/>
                  </a:lnTo>
                  <a:lnTo>
                    <a:pt x="1520960" y="147957"/>
                  </a:lnTo>
                  <a:lnTo>
                    <a:pt x="1530719" y="149327"/>
                  </a:lnTo>
                  <a:lnTo>
                    <a:pt x="1540463" y="124840"/>
                  </a:lnTo>
                  <a:lnTo>
                    <a:pt x="1550221" y="130314"/>
                  </a:lnTo>
                  <a:lnTo>
                    <a:pt x="1559965" y="136577"/>
                  </a:lnTo>
                  <a:lnTo>
                    <a:pt x="1569709" y="158264"/>
                  </a:lnTo>
                  <a:lnTo>
                    <a:pt x="1579468" y="158361"/>
                  </a:lnTo>
                  <a:lnTo>
                    <a:pt x="1589212" y="168671"/>
                  </a:lnTo>
                  <a:lnTo>
                    <a:pt x="1598971" y="135925"/>
                  </a:lnTo>
                  <a:lnTo>
                    <a:pt x="1608715" y="101215"/>
                  </a:lnTo>
                  <a:lnTo>
                    <a:pt x="1618459" y="112928"/>
                  </a:lnTo>
                  <a:lnTo>
                    <a:pt x="1628218" y="111675"/>
                  </a:lnTo>
                  <a:lnTo>
                    <a:pt x="1637962" y="92500"/>
                  </a:lnTo>
                  <a:lnTo>
                    <a:pt x="1647720" y="70806"/>
                  </a:lnTo>
                  <a:lnTo>
                    <a:pt x="1657464" y="96694"/>
                  </a:lnTo>
                  <a:lnTo>
                    <a:pt x="1667208" y="93394"/>
                  </a:lnTo>
                  <a:lnTo>
                    <a:pt x="1676967" y="62801"/>
                  </a:lnTo>
                  <a:lnTo>
                    <a:pt x="1686711" y="81113"/>
                  </a:lnTo>
                  <a:lnTo>
                    <a:pt x="1696470" y="100416"/>
                  </a:lnTo>
                  <a:lnTo>
                    <a:pt x="1706214" y="77624"/>
                  </a:lnTo>
                  <a:lnTo>
                    <a:pt x="1715958" y="59831"/>
                  </a:lnTo>
                  <a:lnTo>
                    <a:pt x="1725716" y="51142"/>
                  </a:lnTo>
                  <a:lnTo>
                    <a:pt x="1735460" y="15111"/>
                  </a:lnTo>
                  <a:lnTo>
                    <a:pt x="1745219" y="6478"/>
                  </a:lnTo>
                  <a:lnTo>
                    <a:pt x="1754963" y="20236"/>
                  </a:lnTo>
                  <a:lnTo>
                    <a:pt x="1764707" y="24504"/>
                  </a:lnTo>
                  <a:lnTo>
                    <a:pt x="1774466" y="19632"/>
                  </a:lnTo>
                  <a:lnTo>
                    <a:pt x="1784210" y="41450"/>
                  </a:lnTo>
                  <a:lnTo>
                    <a:pt x="1793969" y="61563"/>
                  </a:lnTo>
                  <a:lnTo>
                    <a:pt x="1803713" y="50804"/>
                  </a:lnTo>
                  <a:lnTo>
                    <a:pt x="1813457" y="69061"/>
                  </a:lnTo>
                  <a:lnTo>
                    <a:pt x="1823215" y="60856"/>
                  </a:lnTo>
                  <a:lnTo>
                    <a:pt x="1832959" y="50367"/>
                  </a:lnTo>
                  <a:lnTo>
                    <a:pt x="1842703" y="57321"/>
                  </a:lnTo>
                  <a:lnTo>
                    <a:pt x="1852462" y="104840"/>
                  </a:lnTo>
                  <a:lnTo>
                    <a:pt x="1862206" y="116328"/>
                  </a:lnTo>
                  <a:lnTo>
                    <a:pt x="1871965" y="119292"/>
                  </a:lnTo>
                  <a:lnTo>
                    <a:pt x="1881709" y="128221"/>
                  </a:lnTo>
                  <a:lnTo>
                    <a:pt x="1891453" y="147296"/>
                  </a:lnTo>
                  <a:lnTo>
                    <a:pt x="1901212" y="137506"/>
                  </a:lnTo>
                  <a:lnTo>
                    <a:pt x="1910956" y="150264"/>
                  </a:lnTo>
                  <a:lnTo>
                    <a:pt x="1920714" y="173774"/>
                  </a:lnTo>
                  <a:lnTo>
                    <a:pt x="1930458" y="192255"/>
                  </a:lnTo>
                  <a:lnTo>
                    <a:pt x="1940202" y="176809"/>
                  </a:lnTo>
                  <a:lnTo>
                    <a:pt x="1949961" y="222187"/>
                  </a:lnTo>
                  <a:lnTo>
                    <a:pt x="1959705" y="240984"/>
                  </a:lnTo>
                  <a:lnTo>
                    <a:pt x="1969464" y="243396"/>
                  </a:lnTo>
                  <a:lnTo>
                    <a:pt x="1979208" y="226622"/>
                  </a:lnTo>
                  <a:lnTo>
                    <a:pt x="1988952" y="232762"/>
                  </a:lnTo>
                  <a:lnTo>
                    <a:pt x="1998711" y="240255"/>
                  </a:lnTo>
                  <a:lnTo>
                    <a:pt x="2008454" y="245914"/>
                  </a:lnTo>
                  <a:lnTo>
                    <a:pt x="2018213" y="225693"/>
                  </a:lnTo>
                  <a:lnTo>
                    <a:pt x="2027957" y="210493"/>
                  </a:lnTo>
                  <a:lnTo>
                    <a:pt x="2037701" y="207155"/>
                  </a:lnTo>
                  <a:lnTo>
                    <a:pt x="2047460" y="216823"/>
                  </a:lnTo>
                  <a:lnTo>
                    <a:pt x="2057204" y="204305"/>
                  </a:lnTo>
                  <a:lnTo>
                    <a:pt x="2066963" y="219906"/>
                  </a:lnTo>
                  <a:lnTo>
                    <a:pt x="2076707" y="196519"/>
                  </a:lnTo>
                  <a:lnTo>
                    <a:pt x="2086451" y="189512"/>
                  </a:lnTo>
                  <a:lnTo>
                    <a:pt x="2096210" y="191960"/>
                  </a:lnTo>
                  <a:lnTo>
                    <a:pt x="2105954" y="192492"/>
                  </a:lnTo>
                  <a:lnTo>
                    <a:pt x="2115697" y="132805"/>
                  </a:lnTo>
                  <a:lnTo>
                    <a:pt x="2125456" y="143762"/>
                  </a:lnTo>
                  <a:lnTo>
                    <a:pt x="2135200" y="134535"/>
                  </a:lnTo>
                  <a:lnTo>
                    <a:pt x="2144959" y="170699"/>
                  </a:lnTo>
                  <a:lnTo>
                    <a:pt x="2154703" y="152408"/>
                  </a:lnTo>
                  <a:lnTo>
                    <a:pt x="2164447" y="128104"/>
                  </a:lnTo>
                  <a:lnTo>
                    <a:pt x="2174206" y="111608"/>
                  </a:lnTo>
                  <a:lnTo>
                    <a:pt x="2183950" y="107107"/>
                  </a:lnTo>
                  <a:lnTo>
                    <a:pt x="2193709" y="106271"/>
                  </a:lnTo>
                  <a:lnTo>
                    <a:pt x="2203452" y="119558"/>
                  </a:lnTo>
                  <a:lnTo>
                    <a:pt x="2213196" y="103688"/>
                  </a:lnTo>
                  <a:lnTo>
                    <a:pt x="2222955" y="114363"/>
                  </a:lnTo>
                  <a:lnTo>
                    <a:pt x="2232699" y="117458"/>
                  </a:lnTo>
                  <a:lnTo>
                    <a:pt x="2242458" y="87511"/>
                  </a:lnTo>
                  <a:lnTo>
                    <a:pt x="2252202" y="118797"/>
                  </a:lnTo>
                  <a:lnTo>
                    <a:pt x="2261946" y="141585"/>
                  </a:lnTo>
                  <a:lnTo>
                    <a:pt x="2271705" y="91012"/>
                  </a:lnTo>
                  <a:lnTo>
                    <a:pt x="2281449" y="78754"/>
                  </a:lnTo>
                  <a:lnTo>
                    <a:pt x="2291208" y="99524"/>
                  </a:lnTo>
                  <a:lnTo>
                    <a:pt x="2300951" y="88990"/>
                  </a:lnTo>
                  <a:lnTo>
                    <a:pt x="2310695" y="106799"/>
                  </a:lnTo>
                  <a:lnTo>
                    <a:pt x="2320454" y="122876"/>
                  </a:lnTo>
                  <a:lnTo>
                    <a:pt x="2330198" y="120259"/>
                  </a:lnTo>
                  <a:lnTo>
                    <a:pt x="2339957" y="113761"/>
                  </a:lnTo>
                  <a:lnTo>
                    <a:pt x="2349701" y="100486"/>
                  </a:lnTo>
                  <a:lnTo>
                    <a:pt x="2359445" y="119789"/>
                  </a:lnTo>
                  <a:lnTo>
                    <a:pt x="2369204" y="94823"/>
                  </a:lnTo>
                  <a:lnTo>
                    <a:pt x="2378948" y="125907"/>
                  </a:lnTo>
                  <a:lnTo>
                    <a:pt x="2388692" y="156153"/>
                  </a:lnTo>
                  <a:lnTo>
                    <a:pt x="2398450" y="154562"/>
                  </a:lnTo>
                  <a:lnTo>
                    <a:pt x="2408194" y="165517"/>
                  </a:lnTo>
                  <a:lnTo>
                    <a:pt x="2417953" y="154911"/>
                  </a:lnTo>
                  <a:lnTo>
                    <a:pt x="2427697" y="128167"/>
                  </a:lnTo>
                  <a:lnTo>
                    <a:pt x="2437441" y="164172"/>
                  </a:lnTo>
                  <a:lnTo>
                    <a:pt x="2447200" y="187742"/>
                  </a:lnTo>
                  <a:lnTo>
                    <a:pt x="2456944" y="165596"/>
                  </a:lnTo>
                  <a:lnTo>
                    <a:pt x="2466703" y="166466"/>
                  </a:lnTo>
                  <a:lnTo>
                    <a:pt x="2476446" y="172497"/>
                  </a:lnTo>
                  <a:lnTo>
                    <a:pt x="2486190" y="191214"/>
                  </a:lnTo>
                  <a:lnTo>
                    <a:pt x="2495949" y="200543"/>
                  </a:lnTo>
                  <a:lnTo>
                    <a:pt x="2505693" y="184457"/>
                  </a:lnTo>
                  <a:lnTo>
                    <a:pt x="2515452" y="201755"/>
                  </a:lnTo>
                  <a:lnTo>
                    <a:pt x="2525196" y="219185"/>
                  </a:lnTo>
                  <a:lnTo>
                    <a:pt x="2534940" y="217565"/>
                  </a:lnTo>
                  <a:lnTo>
                    <a:pt x="2544699" y="207187"/>
                  </a:lnTo>
                  <a:lnTo>
                    <a:pt x="2554443" y="260284"/>
                  </a:lnTo>
                  <a:lnTo>
                    <a:pt x="2564202" y="247921"/>
                  </a:lnTo>
                  <a:lnTo>
                    <a:pt x="2573946" y="221402"/>
                  </a:lnTo>
                  <a:lnTo>
                    <a:pt x="2583690" y="233787"/>
                  </a:lnTo>
                  <a:lnTo>
                    <a:pt x="2593448" y="218671"/>
                  </a:lnTo>
                  <a:lnTo>
                    <a:pt x="2603192" y="206250"/>
                  </a:lnTo>
                  <a:lnTo>
                    <a:pt x="2612951" y="256733"/>
                  </a:lnTo>
                  <a:lnTo>
                    <a:pt x="2622695" y="252068"/>
                  </a:lnTo>
                  <a:lnTo>
                    <a:pt x="2632439" y="250254"/>
                  </a:lnTo>
                  <a:lnTo>
                    <a:pt x="2642198" y="210856"/>
                  </a:lnTo>
                  <a:lnTo>
                    <a:pt x="2651942" y="239136"/>
                  </a:lnTo>
                  <a:lnTo>
                    <a:pt x="2661685" y="236816"/>
                  </a:lnTo>
                  <a:lnTo>
                    <a:pt x="2671444" y="231277"/>
                  </a:lnTo>
                  <a:lnTo>
                    <a:pt x="2681188" y="206811"/>
                  </a:lnTo>
                  <a:lnTo>
                    <a:pt x="2690947" y="219301"/>
                  </a:lnTo>
                  <a:lnTo>
                    <a:pt x="2700691" y="181757"/>
                  </a:lnTo>
                  <a:lnTo>
                    <a:pt x="2710435" y="218565"/>
                  </a:lnTo>
                  <a:lnTo>
                    <a:pt x="2720194" y="207672"/>
                  </a:lnTo>
                  <a:lnTo>
                    <a:pt x="2729938" y="215614"/>
                  </a:lnTo>
                  <a:lnTo>
                    <a:pt x="2739697" y="214130"/>
                  </a:lnTo>
                  <a:lnTo>
                    <a:pt x="2749441" y="225720"/>
                  </a:lnTo>
                  <a:lnTo>
                    <a:pt x="2759185" y="228577"/>
                  </a:lnTo>
                  <a:lnTo>
                    <a:pt x="2768943" y="211312"/>
                  </a:lnTo>
                  <a:lnTo>
                    <a:pt x="2778687" y="172386"/>
                  </a:lnTo>
                  <a:lnTo>
                    <a:pt x="2788446" y="178277"/>
                  </a:lnTo>
                  <a:lnTo>
                    <a:pt x="2798190" y="196513"/>
                  </a:lnTo>
                  <a:lnTo>
                    <a:pt x="2807934" y="206178"/>
                  </a:lnTo>
                  <a:lnTo>
                    <a:pt x="2817693" y="202280"/>
                  </a:lnTo>
                  <a:lnTo>
                    <a:pt x="2827437" y="223021"/>
                  </a:lnTo>
                  <a:lnTo>
                    <a:pt x="2837196" y="202352"/>
                  </a:lnTo>
                  <a:lnTo>
                    <a:pt x="2846940" y="227452"/>
                  </a:lnTo>
                  <a:lnTo>
                    <a:pt x="2856684" y="202809"/>
                  </a:lnTo>
                  <a:lnTo>
                    <a:pt x="2866442" y="219118"/>
                  </a:lnTo>
                  <a:lnTo>
                    <a:pt x="2876186" y="256340"/>
                  </a:lnTo>
                  <a:lnTo>
                    <a:pt x="2885945" y="231524"/>
                  </a:lnTo>
                  <a:lnTo>
                    <a:pt x="2895689" y="259543"/>
                  </a:lnTo>
                  <a:lnTo>
                    <a:pt x="2905433" y="261741"/>
                  </a:lnTo>
                  <a:lnTo>
                    <a:pt x="2915192" y="25759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4" name="Freeform 1183">
              <a:extLst>
                <a:ext uri="{FF2B5EF4-FFF2-40B4-BE49-F238E27FC236}">
                  <a16:creationId xmlns:a16="http://schemas.microsoft.com/office/drawing/2014/main" id="{14D2F432-C586-531D-210F-9DA57F372CAD}"/>
                </a:ext>
              </a:extLst>
            </p:cNvPr>
            <p:cNvSpPr/>
            <p:nvPr/>
          </p:nvSpPr>
          <p:spPr>
            <a:xfrm>
              <a:off x="4426652" y="3271674"/>
              <a:ext cx="2915191" cy="324121"/>
            </a:xfrm>
            <a:custGeom>
              <a:avLst/>
              <a:gdLst>
                <a:gd name="connsiteX0" fmla="*/ 0 w 2915191"/>
                <a:gd name="connsiteY0" fmla="*/ 319789 h 324121"/>
                <a:gd name="connsiteX1" fmla="*/ 9750 w 2915191"/>
                <a:gd name="connsiteY1" fmla="*/ 317596 h 324121"/>
                <a:gd name="connsiteX2" fmla="*/ 19500 w 2915191"/>
                <a:gd name="connsiteY2" fmla="*/ 262995 h 324121"/>
                <a:gd name="connsiteX3" fmla="*/ 29250 w 2915191"/>
                <a:gd name="connsiteY3" fmla="*/ 265935 h 324121"/>
                <a:gd name="connsiteX4" fmla="*/ 39000 w 2915191"/>
                <a:gd name="connsiteY4" fmla="*/ 259163 h 324121"/>
                <a:gd name="connsiteX5" fmla="*/ 48749 w 2915191"/>
                <a:gd name="connsiteY5" fmla="*/ 278280 h 324121"/>
                <a:gd name="connsiteX6" fmla="*/ 58499 w 2915191"/>
                <a:gd name="connsiteY6" fmla="*/ 294222 h 324121"/>
                <a:gd name="connsiteX7" fmla="*/ 68249 w 2915191"/>
                <a:gd name="connsiteY7" fmla="*/ 274007 h 324121"/>
                <a:gd name="connsiteX8" fmla="*/ 77998 w 2915191"/>
                <a:gd name="connsiteY8" fmla="*/ 307149 h 324121"/>
                <a:gd name="connsiteX9" fmla="*/ 87748 w 2915191"/>
                <a:gd name="connsiteY9" fmla="*/ 267553 h 324121"/>
                <a:gd name="connsiteX10" fmla="*/ 97497 w 2915191"/>
                <a:gd name="connsiteY10" fmla="*/ 256152 h 324121"/>
                <a:gd name="connsiteX11" fmla="*/ 107247 w 2915191"/>
                <a:gd name="connsiteY11" fmla="*/ 261185 h 324121"/>
                <a:gd name="connsiteX12" fmla="*/ 116997 w 2915191"/>
                <a:gd name="connsiteY12" fmla="*/ 260196 h 324121"/>
                <a:gd name="connsiteX13" fmla="*/ 126747 w 2915191"/>
                <a:gd name="connsiteY13" fmla="*/ 259856 h 324121"/>
                <a:gd name="connsiteX14" fmla="*/ 136497 w 2915191"/>
                <a:gd name="connsiteY14" fmla="*/ 243300 h 324121"/>
                <a:gd name="connsiteX15" fmla="*/ 146247 w 2915191"/>
                <a:gd name="connsiteY15" fmla="*/ 242463 h 324121"/>
                <a:gd name="connsiteX16" fmla="*/ 155997 w 2915191"/>
                <a:gd name="connsiteY16" fmla="*/ 203863 h 324121"/>
                <a:gd name="connsiteX17" fmla="*/ 165747 w 2915191"/>
                <a:gd name="connsiteY17" fmla="*/ 174369 h 324121"/>
                <a:gd name="connsiteX18" fmla="*/ 175497 w 2915191"/>
                <a:gd name="connsiteY18" fmla="*/ 135704 h 324121"/>
                <a:gd name="connsiteX19" fmla="*/ 185247 w 2915191"/>
                <a:gd name="connsiteY19" fmla="*/ 133331 h 324121"/>
                <a:gd name="connsiteX20" fmla="*/ 194996 w 2915191"/>
                <a:gd name="connsiteY20" fmla="*/ 122888 h 324121"/>
                <a:gd name="connsiteX21" fmla="*/ 204746 w 2915191"/>
                <a:gd name="connsiteY21" fmla="*/ 132385 h 324121"/>
                <a:gd name="connsiteX22" fmla="*/ 214495 w 2915191"/>
                <a:gd name="connsiteY22" fmla="*/ 149268 h 324121"/>
                <a:gd name="connsiteX23" fmla="*/ 224245 w 2915191"/>
                <a:gd name="connsiteY23" fmla="*/ 149443 h 324121"/>
                <a:gd name="connsiteX24" fmla="*/ 233995 w 2915191"/>
                <a:gd name="connsiteY24" fmla="*/ 152209 h 324121"/>
                <a:gd name="connsiteX25" fmla="*/ 243744 w 2915191"/>
                <a:gd name="connsiteY25" fmla="*/ 157932 h 324121"/>
                <a:gd name="connsiteX26" fmla="*/ 253494 w 2915191"/>
                <a:gd name="connsiteY26" fmla="*/ 168260 h 324121"/>
                <a:gd name="connsiteX27" fmla="*/ 263244 w 2915191"/>
                <a:gd name="connsiteY27" fmla="*/ 159492 h 324121"/>
                <a:gd name="connsiteX28" fmla="*/ 272994 w 2915191"/>
                <a:gd name="connsiteY28" fmla="*/ 176778 h 324121"/>
                <a:gd name="connsiteX29" fmla="*/ 282744 w 2915191"/>
                <a:gd name="connsiteY29" fmla="*/ 183906 h 324121"/>
                <a:gd name="connsiteX30" fmla="*/ 292494 w 2915191"/>
                <a:gd name="connsiteY30" fmla="*/ 155204 h 324121"/>
                <a:gd name="connsiteX31" fmla="*/ 302244 w 2915191"/>
                <a:gd name="connsiteY31" fmla="*/ 175534 h 324121"/>
                <a:gd name="connsiteX32" fmla="*/ 311994 w 2915191"/>
                <a:gd name="connsiteY32" fmla="*/ 162809 h 324121"/>
                <a:gd name="connsiteX33" fmla="*/ 321744 w 2915191"/>
                <a:gd name="connsiteY33" fmla="*/ 139566 h 324121"/>
                <a:gd name="connsiteX34" fmla="*/ 331493 w 2915191"/>
                <a:gd name="connsiteY34" fmla="*/ 157737 h 324121"/>
                <a:gd name="connsiteX35" fmla="*/ 341243 w 2915191"/>
                <a:gd name="connsiteY35" fmla="*/ 151590 h 324121"/>
                <a:gd name="connsiteX36" fmla="*/ 350993 w 2915191"/>
                <a:gd name="connsiteY36" fmla="*/ 127500 h 324121"/>
                <a:gd name="connsiteX37" fmla="*/ 360742 w 2915191"/>
                <a:gd name="connsiteY37" fmla="*/ 118974 h 324121"/>
                <a:gd name="connsiteX38" fmla="*/ 370492 w 2915191"/>
                <a:gd name="connsiteY38" fmla="*/ 72919 h 324121"/>
                <a:gd name="connsiteX39" fmla="*/ 380241 w 2915191"/>
                <a:gd name="connsiteY39" fmla="*/ 70001 h 324121"/>
                <a:gd name="connsiteX40" fmla="*/ 389991 w 2915191"/>
                <a:gd name="connsiteY40" fmla="*/ 55235 h 324121"/>
                <a:gd name="connsiteX41" fmla="*/ 399741 w 2915191"/>
                <a:gd name="connsiteY41" fmla="*/ 69423 h 324121"/>
                <a:gd name="connsiteX42" fmla="*/ 409491 w 2915191"/>
                <a:gd name="connsiteY42" fmla="*/ 97164 h 324121"/>
                <a:gd name="connsiteX43" fmla="*/ 419241 w 2915191"/>
                <a:gd name="connsiteY43" fmla="*/ 59885 h 324121"/>
                <a:gd name="connsiteX44" fmla="*/ 428991 w 2915191"/>
                <a:gd name="connsiteY44" fmla="*/ 50382 h 324121"/>
                <a:gd name="connsiteX45" fmla="*/ 438741 w 2915191"/>
                <a:gd name="connsiteY45" fmla="*/ 42748 h 324121"/>
                <a:gd name="connsiteX46" fmla="*/ 448491 w 2915191"/>
                <a:gd name="connsiteY46" fmla="*/ 70442 h 324121"/>
                <a:gd name="connsiteX47" fmla="*/ 458241 w 2915191"/>
                <a:gd name="connsiteY47" fmla="*/ 111435 h 324121"/>
                <a:gd name="connsiteX48" fmla="*/ 467991 w 2915191"/>
                <a:gd name="connsiteY48" fmla="*/ 105366 h 324121"/>
                <a:gd name="connsiteX49" fmla="*/ 477740 w 2915191"/>
                <a:gd name="connsiteY49" fmla="*/ 89124 h 324121"/>
                <a:gd name="connsiteX50" fmla="*/ 487490 w 2915191"/>
                <a:gd name="connsiteY50" fmla="*/ 78156 h 324121"/>
                <a:gd name="connsiteX51" fmla="*/ 497239 w 2915191"/>
                <a:gd name="connsiteY51" fmla="*/ 54873 h 324121"/>
                <a:gd name="connsiteX52" fmla="*/ 506989 w 2915191"/>
                <a:gd name="connsiteY52" fmla="*/ 49804 h 324121"/>
                <a:gd name="connsiteX53" fmla="*/ 516738 w 2915191"/>
                <a:gd name="connsiteY53" fmla="*/ 44603 h 324121"/>
                <a:gd name="connsiteX54" fmla="*/ 526488 w 2915191"/>
                <a:gd name="connsiteY54" fmla="*/ 72565 h 324121"/>
                <a:gd name="connsiteX55" fmla="*/ 536238 w 2915191"/>
                <a:gd name="connsiteY55" fmla="*/ 93728 h 324121"/>
                <a:gd name="connsiteX56" fmla="*/ 545988 w 2915191"/>
                <a:gd name="connsiteY56" fmla="*/ 87534 h 324121"/>
                <a:gd name="connsiteX57" fmla="*/ 555738 w 2915191"/>
                <a:gd name="connsiteY57" fmla="*/ 72052 h 324121"/>
                <a:gd name="connsiteX58" fmla="*/ 565488 w 2915191"/>
                <a:gd name="connsiteY58" fmla="*/ 118124 h 324121"/>
                <a:gd name="connsiteX59" fmla="*/ 575238 w 2915191"/>
                <a:gd name="connsiteY59" fmla="*/ 103871 h 324121"/>
                <a:gd name="connsiteX60" fmla="*/ 584988 w 2915191"/>
                <a:gd name="connsiteY60" fmla="*/ 111969 h 324121"/>
                <a:gd name="connsiteX61" fmla="*/ 594738 w 2915191"/>
                <a:gd name="connsiteY61" fmla="*/ 109811 h 324121"/>
                <a:gd name="connsiteX62" fmla="*/ 604488 w 2915191"/>
                <a:gd name="connsiteY62" fmla="*/ 97694 h 324121"/>
                <a:gd name="connsiteX63" fmla="*/ 614237 w 2915191"/>
                <a:gd name="connsiteY63" fmla="*/ 115954 h 324121"/>
                <a:gd name="connsiteX64" fmla="*/ 623987 w 2915191"/>
                <a:gd name="connsiteY64" fmla="*/ 82908 h 324121"/>
                <a:gd name="connsiteX65" fmla="*/ 633736 w 2915191"/>
                <a:gd name="connsiteY65" fmla="*/ 63969 h 324121"/>
                <a:gd name="connsiteX66" fmla="*/ 643486 w 2915191"/>
                <a:gd name="connsiteY66" fmla="*/ 90630 h 324121"/>
                <a:gd name="connsiteX67" fmla="*/ 653236 w 2915191"/>
                <a:gd name="connsiteY67" fmla="*/ 104947 h 324121"/>
                <a:gd name="connsiteX68" fmla="*/ 662985 w 2915191"/>
                <a:gd name="connsiteY68" fmla="*/ 95893 h 324121"/>
                <a:gd name="connsiteX69" fmla="*/ 672735 w 2915191"/>
                <a:gd name="connsiteY69" fmla="*/ 79210 h 324121"/>
                <a:gd name="connsiteX70" fmla="*/ 682485 w 2915191"/>
                <a:gd name="connsiteY70" fmla="*/ 65387 h 324121"/>
                <a:gd name="connsiteX71" fmla="*/ 692235 w 2915191"/>
                <a:gd name="connsiteY71" fmla="*/ 48264 h 324121"/>
                <a:gd name="connsiteX72" fmla="*/ 701985 w 2915191"/>
                <a:gd name="connsiteY72" fmla="*/ 78120 h 324121"/>
                <a:gd name="connsiteX73" fmla="*/ 711735 w 2915191"/>
                <a:gd name="connsiteY73" fmla="*/ 86779 h 324121"/>
                <a:gd name="connsiteX74" fmla="*/ 721485 w 2915191"/>
                <a:gd name="connsiteY74" fmla="*/ 68839 h 324121"/>
                <a:gd name="connsiteX75" fmla="*/ 731235 w 2915191"/>
                <a:gd name="connsiteY75" fmla="*/ 39076 h 324121"/>
                <a:gd name="connsiteX76" fmla="*/ 740985 w 2915191"/>
                <a:gd name="connsiteY76" fmla="*/ 10674 h 324121"/>
                <a:gd name="connsiteX77" fmla="*/ 750734 w 2915191"/>
                <a:gd name="connsiteY77" fmla="*/ 34889 h 324121"/>
                <a:gd name="connsiteX78" fmla="*/ 760484 w 2915191"/>
                <a:gd name="connsiteY78" fmla="*/ 52497 h 324121"/>
                <a:gd name="connsiteX79" fmla="*/ 770233 w 2915191"/>
                <a:gd name="connsiteY79" fmla="*/ 40129 h 324121"/>
                <a:gd name="connsiteX80" fmla="*/ 779983 w 2915191"/>
                <a:gd name="connsiteY80" fmla="*/ 56135 h 324121"/>
                <a:gd name="connsiteX81" fmla="*/ 789733 w 2915191"/>
                <a:gd name="connsiteY81" fmla="*/ 57905 h 324121"/>
                <a:gd name="connsiteX82" fmla="*/ 799482 w 2915191"/>
                <a:gd name="connsiteY82" fmla="*/ 44771 h 324121"/>
                <a:gd name="connsiteX83" fmla="*/ 809232 w 2915191"/>
                <a:gd name="connsiteY83" fmla="*/ 12579 h 324121"/>
                <a:gd name="connsiteX84" fmla="*/ 818982 w 2915191"/>
                <a:gd name="connsiteY84" fmla="*/ 21414 h 324121"/>
                <a:gd name="connsiteX85" fmla="*/ 828732 w 2915191"/>
                <a:gd name="connsiteY85" fmla="*/ 42009 h 324121"/>
                <a:gd name="connsiteX86" fmla="*/ 838482 w 2915191"/>
                <a:gd name="connsiteY86" fmla="*/ 69066 h 324121"/>
                <a:gd name="connsiteX87" fmla="*/ 848232 w 2915191"/>
                <a:gd name="connsiteY87" fmla="*/ 65205 h 324121"/>
                <a:gd name="connsiteX88" fmla="*/ 857982 w 2915191"/>
                <a:gd name="connsiteY88" fmla="*/ 114862 h 324121"/>
                <a:gd name="connsiteX89" fmla="*/ 867732 w 2915191"/>
                <a:gd name="connsiteY89" fmla="*/ 113231 h 324121"/>
                <a:gd name="connsiteX90" fmla="*/ 877482 w 2915191"/>
                <a:gd name="connsiteY90" fmla="*/ 133914 h 324121"/>
                <a:gd name="connsiteX91" fmla="*/ 887231 w 2915191"/>
                <a:gd name="connsiteY91" fmla="*/ 128551 h 324121"/>
                <a:gd name="connsiteX92" fmla="*/ 896981 w 2915191"/>
                <a:gd name="connsiteY92" fmla="*/ 141733 h 324121"/>
                <a:gd name="connsiteX93" fmla="*/ 906730 w 2915191"/>
                <a:gd name="connsiteY93" fmla="*/ 167104 h 324121"/>
                <a:gd name="connsiteX94" fmla="*/ 916480 w 2915191"/>
                <a:gd name="connsiteY94" fmla="*/ 212151 h 324121"/>
                <a:gd name="connsiteX95" fmla="*/ 926230 w 2915191"/>
                <a:gd name="connsiteY95" fmla="*/ 187755 h 324121"/>
                <a:gd name="connsiteX96" fmla="*/ 935979 w 2915191"/>
                <a:gd name="connsiteY96" fmla="*/ 156177 h 324121"/>
                <a:gd name="connsiteX97" fmla="*/ 945729 w 2915191"/>
                <a:gd name="connsiteY97" fmla="*/ 149723 h 324121"/>
                <a:gd name="connsiteX98" fmla="*/ 955479 w 2915191"/>
                <a:gd name="connsiteY98" fmla="*/ 195135 h 324121"/>
                <a:gd name="connsiteX99" fmla="*/ 965229 w 2915191"/>
                <a:gd name="connsiteY99" fmla="*/ 179704 h 324121"/>
                <a:gd name="connsiteX100" fmla="*/ 974979 w 2915191"/>
                <a:gd name="connsiteY100" fmla="*/ 155639 h 324121"/>
                <a:gd name="connsiteX101" fmla="*/ 984729 w 2915191"/>
                <a:gd name="connsiteY101" fmla="*/ 168463 h 324121"/>
                <a:gd name="connsiteX102" fmla="*/ 994474 w 2915191"/>
                <a:gd name="connsiteY102" fmla="*/ 214379 h 324121"/>
                <a:gd name="connsiteX103" fmla="*/ 1004233 w 2915191"/>
                <a:gd name="connsiteY103" fmla="*/ 216163 h 324121"/>
                <a:gd name="connsiteX104" fmla="*/ 1013977 w 2915191"/>
                <a:gd name="connsiteY104" fmla="*/ 235027 h 324121"/>
                <a:gd name="connsiteX105" fmla="*/ 1023721 w 2915191"/>
                <a:gd name="connsiteY105" fmla="*/ 238568 h 324121"/>
                <a:gd name="connsiteX106" fmla="*/ 1033480 w 2915191"/>
                <a:gd name="connsiteY106" fmla="*/ 200129 h 324121"/>
                <a:gd name="connsiteX107" fmla="*/ 1043224 w 2915191"/>
                <a:gd name="connsiteY107" fmla="*/ 221749 h 324121"/>
                <a:gd name="connsiteX108" fmla="*/ 1052983 w 2915191"/>
                <a:gd name="connsiteY108" fmla="*/ 222781 h 324121"/>
                <a:gd name="connsiteX109" fmla="*/ 1062727 w 2915191"/>
                <a:gd name="connsiteY109" fmla="*/ 220699 h 324121"/>
                <a:gd name="connsiteX110" fmla="*/ 1072471 w 2915191"/>
                <a:gd name="connsiteY110" fmla="*/ 199339 h 324121"/>
                <a:gd name="connsiteX111" fmla="*/ 1082230 w 2915191"/>
                <a:gd name="connsiteY111" fmla="*/ 220246 h 324121"/>
                <a:gd name="connsiteX112" fmla="*/ 1091973 w 2915191"/>
                <a:gd name="connsiteY112" fmla="*/ 256000 h 324121"/>
                <a:gd name="connsiteX113" fmla="*/ 1101732 w 2915191"/>
                <a:gd name="connsiteY113" fmla="*/ 257389 h 324121"/>
                <a:gd name="connsiteX114" fmla="*/ 1111476 w 2915191"/>
                <a:gd name="connsiteY114" fmla="*/ 294042 h 324121"/>
                <a:gd name="connsiteX115" fmla="*/ 1121220 w 2915191"/>
                <a:gd name="connsiteY115" fmla="*/ 301216 h 324121"/>
                <a:gd name="connsiteX116" fmla="*/ 1130979 w 2915191"/>
                <a:gd name="connsiteY116" fmla="*/ 271667 h 324121"/>
                <a:gd name="connsiteX117" fmla="*/ 1140723 w 2915191"/>
                <a:gd name="connsiteY117" fmla="*/ 252499 h 324121"/>
                <a:gd name="connsiteX118" fmla="*/ 1150482 w 2915191"/>
                <a:gd name="connsiteY118" fmla="*/ 261690 h 324121"/>
                <a:gd name="connsiteX119" fmla="*/ 1160226 w 2915191"/>
                <a:gd name="connsiteY119" fmla="*/ 265397 h 324121"/>
                <a:gd name="connsiteX120" fmla="*/ 1169969 w 2915191"/>
                <a:gd name="connsiteY120" fmla="*/ 280210 h 324121"/>
                <a:gd name="connsiteX121" fmla="*/ 1179728 w 2915191"/>
                <a:gd name="connsiteY121" fmla="*/ 265397 h 324121"/>
                <a:gd name="connsiteX122" fmla="*/ 1189472 w 2915191"/>
                <a:gd name="connsiteY122" fmla="*/ 266750 h 324121"/>
                <a:gd name="connsiteX123" fmla="*/ 1199231 w 2915191"/>
                <a:gd name="connsiteY123" fmla="*/ 291513 h 324121"/>
                <a:gd name="connsiteX124" fmla="*/ 1208975 w 2915191"/>
                <a:gd name="connsiteY124" fmla="*/ 316921 h 324121"/>
                <a:gd name="connsiteX125" fmla="*/ 1218719 w 2915191"/>
                <a:gd name="connsiteY125" fmla="*/ 324121 h 324121"/>
                <a:gd name="connsiteX126" fmla="*/ 1228478 w 2915191"/>
                <a:gd name="connsiteY126" fmla="*/ 319507 h 324121"/>
                <a:gd name="connsiteX127" fmla="*/ 1238222 w 2915191"/>
                <a:gd name="connsiteY127" fmla="*/ 294291 h 324121"/>
                <a:gd name="connsiteX128" fmla="*/ 1247966 w 2915191"/>
                <a:gd name="connsiteY128" fmla="*/ 311299 h 324121"/>
                <a:gd name="connsiteX129" fmla="*/ 1257725 w 2915191"/>
                <a:gd name="connsiteY129" fmla="*/ 287829 h 324121"/>
                <a:gd name="connsiteX130" fmla="*/ 1267469 w 2915191"/>
                <a:gd name="connsiteY130" fmla="*/ 254740 h 324121"/>
                <a:gd name="connsiteX131" fmla="*/ 1277227 w 2915191"/>
                <a:gd name="connsiteY131" fmla="*/ 234041 h 324121"/>
                <a:gd name="connsiteX132" fmla="*/ 1286971 w 2915191"/>
                <a:gd name="connsiteY132" fmla="*/ 221587 h 324121"/>
                <a:gd name="connsiteX133" fmla="*/ 1296715 w 2915191"/>
                <a:gd name="connsiteY133" fmla="*/ 239087 h 324121"/>
                <a:gd name="connsiteX134" fmla="*/ 1306474 w 2915191"/>
                <a:gd name="connsiteY134" fmla="*/ 243147 h 324121"/>
                <a:gd name="connsiteX135" fmla="*/ 1316218 w 2915191"/>
                <a:gd name="connsiteY135" fmla="*/ 268228 h 324121"/>
                <a:gd name="connsiteX136" fmla="*/ 1325977 w 2915191"/>
                <a:gd name="connsiteY136" fmla="*/ 282595 h 324121"/>
                <a:gd name="connsiteX137" fmla="*/ 1335721 w 2915191"/>
                <a:gd name="connsiteY137" fmla="*/ 299376 h 324121"/>
                <a:gd name="connsiteX138" fmla="*/ 1345465 w 2915191"/>
                <a:gd name="connsiteY138" fmla="*/ 261848 h 324121"/>
                <a:gd name="connsiteX139" fmla="*/ 1355224 w 2915191"/>
                <a:gd name="connsiteY139" fmla="*/ 267027 h 324121"/>
                <a:gd name="connsiteX140" fmla="*/ 1364967 w 2915191"/>
                <a:gd name="connsiteY140" fmla="*/ 257238 h 324121"/>
                <a:gd name="connsiteX141" fmla="*/ 1374726 w 2915191"/>
                <a:gd name="connsiteY141" fmla="*/ 207322 h 324121"/>
                <a:gd name="connsiteX142" fmla="*/ 1384470 w 2915191"/>
                <a:gd name="connsiteY142" fmla="*/ 219315 h 324121"/>
                <a:gd name="connsiteX143" fmla="*/ 1394214 w 2915191"/>
                <a:gd name="connsiteY143" fmla="*/ 246161 h 324121"/>
                <a:gd name="connsiteX144" fmla="*/ 1403973 w 2915191"/>
                <a:gd name="connsiteY144" fmla="*/ 232481 h 324121"/>
                <a:gd name="connsiteX145" fmla="*/ 1413717 w 2915191"/>
                <a:gd name="connsiteY145" fmla="*/ 225532 h 324121"/>
                <a:gd name="connsiteX146" fmla="*/ 1423476 w 2915191"/>
                <a:gd name="connsiteY146" fmla="*/ 215672 h 324121"/>
                <a:gd name="connsiteX147" fmla="*/ 1433220 w 2915191"/>
                <a:gd name="connsiteY147" fmla="*/ 208696 h 324121"/>
                <a:gd name="connsiteX148" fmla="*/ 1442964 w 2915191"/>
                <a:gd name="connsiteY148" fmla="*/ 221263 h 324121"/>
                <a:gd name="connsiteX149" fmla="*/ 1452722 w 2915191"/>
                <a:gd name="connsiteY149" fmla="*/ 238552 h 324121"/>
                <a:gd name="connsiteX150" fmla="*/ 1462466 w 2915191"/>
                <a:gd name="connsiteY150" fmla="*/ 238695 h 324121"/>
                <a:gd name="connsiteX151" fmla="*/ 1472225 w 2915191"/>
                <a:gd name="connsiteY151" fmla="*/ 270644 h 324121"/>
                <a:gd name="connsiteX152" fmla="*/ 1481969 w 2915191"/>
                <a:gd name="connsiteY152" fmla="*/ 266942 h 324121"/>
                <a:gd name="connsiteX153" fmla="*/ 1491713 w 2915191"/>
                <a:gd name="connsiteY153" fmla="*/ 270372 h 324121"/>
                <a:gd name="connsiteX154" fmla="*/ 1501472 w 2915191"/>
                <a:gd name="connsiteY154" fmla="*/ 252453 h 324121"/>
                <a:gd name="connsiteX155" fmla="*/ 1511216 w 2915191"/>
                <a:gd name="connsiteY155" fmla="*/ 251003 h 324121"/>
                <a:gd name="connsiteX156" fmla="*/ 1520960 w 2915191"/>
                <a:gd name="connsiteY156" fmla="*/ 256125 h 324121"/>
                <a:gd name="connsiteX157" fmla="*/ 1530719 w 2915191"/>
                <a:gd name="connsiteY157" fmla="*/ 257229 h 324121"/>
                <a:gd name="connsiteX158" fmla="*/ 1540463 w 2915191"/>
                <a:gd name="connsiteY158" fmla="*/ 250772 h 324121"/>
                <a:gd name="connsiteX159" fmla="*/ 1550221 w 2915191"/>
                <a:gd name="connsiteY159" fmla="*/ 253476 h 324121"/>
                <a:gd name="connsiteX160" fmla="*/ 1559965 w 2915191"/>
                <a:gd name="connsiteY160" fmla="*/ 224111 h 324121"/>
                <a:gd name="connsiteX161" fmla="*/ 1569709 w 2915191"/>
                <a:gd name="connsiteY161" fmla="*/ 217768 h 324121"/>
                <a:gd name="connsiteX162" fmla="*/ 1579468 w 2915191"/>
                <a:gd name="connsiteY162" fmla="*/ 167937 h 324121"/>
                <a:gd name="connsiteX163" fmla="*/ 1589212 w 2915191"/>
                <a:gd name="connsiteY163" fmla="*/ 150621 h 324121"/>
                <a:gd name="connsiteX164" fmla="*/ 1598971 w 2915191"/>
                <a:gd name="connsiteY164" fmla="*/ 114123 h 324121"/>
                <a:gd name="connsiteX165" fmla="*/ 1608715 w 2915191"/>
                <a:gd name="connsiteY165" fmla="*/ 110103 h 324121"/>
                <a:gd name="connsiteX166" fmla="*/ 1618459 w 2915191"/>
                <a:gd name="connsiteY166" fmla="*/ 123423 h 324121"/>
                <a:gd name="connsiteX167" fmla="*/ 1628218 w 2915191"/>
                <a:gd name="connsiteY167" fmla="*/ 117787 h 324121"/>
                <a:gd name="connsiteX168" fmla="*/ 1637962 w 2915191"/>
                <a:gd name="connsiteY168" fmla="*/ 116035 h 324121"/>
                <a:gd name="connsiteX169" fmla="*/ 1647720 w 2915191"/>
                <a:gd name="connsiteY169" fmla="*/ 143462 h 324121"/>
                <a:gd name="connsiteX170" fmla="*/ 1657464 w 2915191"/>
                <a:gd name="connsiteY170" fmla="*/ 102708 h 324121"/>
                <a:gd name="connsiteX171" fmla="*/ 1667208 w 2915191"/>
                <a:gd name="connsiteY171" fmla="*/ 100363 h 324121"/>
                <a:gd name="connsiteX172" fmla="*/ 1676967 w 2915191"/>
                <a:gd name="connsiteY172" fmla="*/ 107572 h 324121"/>
                <a:gd name="connsiteX173" fmla="*/ 1686711 w 2915191"/>
                <a:gd name="connsiteY173" fmla="*/ 94308 h 324121"/>
                <a:gd name="connsiteX174" fmla="*/ 1696470 w 2915191"/>
                <a:gd name="connsiteY174" fmla="*/ 58914 h 324121"/>
                <a:gd name="connsiteX175" fmla="*/ 1706214 w 2915191"/>
                <a:gd name="connsiteY175" fmla="*/ 65414 h 324121"/>
                <a:gd name="connsiteX176" fmla="*/ 1715958 w 2915191"/>
                <a:gd name="connsiteY176" fmla="*/ 84872 h 324121"/>
                <a:gd name="connsiteX177" fmla="*/ 1725716 w 2915191"/>
                <a:gd name="connsiteY177" fmla="*/ 108237 h 324121"/>
                <a:gd name="connsiteX178" fmla="*/ 1735460 w 2915191"/>
                <a:gd name="connsiteY178" fmla="*/ 100748 h 324121"/>
                <a:gd name="connsiteX179" fmla="*/ 1745219 w 2915191"/>
                <a:gd name="connsiteY179" fmla="*/ 97457 h 324121"/>
                <a:gd name="connsiteX180" fmla="*/ 1754963 w 2915191"/>
                <a:gd name="connsiteY180" fmla="*/ 68993 h 324121"/>
                <a:gd name="connsiteX181" fmla="*/ 1764707 w 2915191"/>
                <a:gd name="connsiteY181" fmla="*/ 78035 h 324121"/>
                <a:gd name="connsiteX182" fmla="*/ 1774466 w 2915191"/>
                <a:gd name="connsiteY182" fmla="*/ 69070 h 324121"/>
                <a:gd name="connsiteX183" fmla="*/ 1784210 w 2915191"/>
                <a:gd name="connsiteY183" fmla="*/ 120063 h 324121"/>
                <a:gd name="connsiteX184" fmla="*/ 1793969 w 2915191"/>
                <a:gd name="connsiteY184" fmla="*/ 149496 h 324121"/>
                <a:gd name="connsiteX185" fmla="*/ 1803713 w 2915191"/>
                <a:gd name="connsiteY185" fmla="*/ 97043 h 324121"/>
                <a:gd name="connsiteX186" fmla="*/ 1813457 w 2915191"/>
                <a:gd name="connsiteY186" fmla="*/ 126469 h 324121"/>
                <a:gd name="connsiteX187" fmla="*/ 1823215 w 2915191"/>
                <a:gd name="connsiteY187" fmla="*/ 148355 h 324121"/>
                <a:gd name="connsiteX188" fmla="*/ 1832959 w 2915191"/>
                <a:gd name="connsiteY188" fmla="*/ 104281 h 324121"/>
                <a:gd name="connsiteX189" fmla="*/ 1842703 w 2915191"/>
                <a:gd name="connsiteY189" fmla="*/ 81359 h 324121"/>
                <a:gd name="connsiteX190" fmla="*/ 1852462 w 2915191"/>
                <a:gd name="connsiteY190" fmla="*/ 82576 h 324121"/>
                <a:gd name="connsiteX191" fmla="*/ 1862206 w 2915191"/>
                <a:gd name="connsiteY191" fmla="*/ 67974 h 324121"/>
                <a:gd name="connsiteX192" fmla="*/ 1871965 w 2915191"/>
                <a:gd name="connsiteY192" fmla="*/ 77937 h 324121"/>
                <a:gd name="connsiteX193" fmla="*/ 1881709 w 2915191"/>
                <a:gd name="connsiteY193" fmla="*/ 76773 h 324121"/>
                <a:gd name="connsiteX194" fmla="*/ 1891453 w 2915191"/>
                <a:gd name="connsiteY194" fmla="*/ 58176 h 324121"/>
                <a:gd name="connsiteX195" fmla="*/ 1901212 w 2915191"/>
                <a:gd name="connsiteY195" fmla="*/ 62363 h 324121"/>
                <a:gd name="connsiteX196" fmla="*/ 1910956 w 2915191"/>
                <a:gd name="connsiteY196" fmla="*/ 54785 h 324121"/>
                <a:gd name="connsiteX197" fmla="*/ 1920714 w 2915191"/>
                <a:gd name="connsiteY197" fmla="*/ 53434 h 324121"/>
                <a:gd name="connsiteX198" fmla="*/ 1930458 w 2915191"/>
                <a:gd name="connsiteY198" fmla="*/ 71427 h 324121"/>
                <a:gd name="connsiteX199" fmla="*/ 1940202 w 2915191"/>
                <a:gd name="connsiteY199" fmla="*/ 113779 h 324121"/>
                <a:gd name="connsiteX200" fmla="*/ 1949961 w 2915191"/>
                <a:gd name="connsiteY200" fmla="*/ 113235 h 324121"/>
                <a:gd name="connsiteX201" fmla="*/ 1959705 w 2915191"/>
                <a:gd name="connsiteY201" fmla="*/ 138367 h 324121"/>
                <a:gd name="connsiteX202" fmla="*/ 1969464 w 2915191"/>
                <a:gd name="connsiteY202" fmla="*/ 115102 h 324121"/>
                <a:gd name="connsiteX203" fmla="*/ 1979208 w 2915191"/>
                <a:gd name="connsiteY203" fmla="*/ 132045 h 324121"/>
                <a:gd name="connsiteX204" fmla="*/ 1988952 w 2915191"/>
                <a:gd name="connsiteY204" fmla="*/ 118852 h 324121"/>
                <a:gd name="connsiteX205" fmla="*/ 1998711 w 2915191"/>
                <a:gd name="connsiteY205" fmla="*/ 107475 h 324121"/>
                <a:gd name="connsiteX206" fmla="*/ 2008454 w 2915191"/>
                <a:gd name="connsiteY206" fmla="*/ 123958 h 324121"/>
                <a:gd name="connsiteX207" fmla="*/ 2018213 w 2915191"/>
                <a:gd name="connsiteY207" fmla="*/ 88719 h 324121"/>
                <a:gd name="connsiteX208" fmla="*/ 2027957 w 2915191"/>
                <a:gd name="connsiteY208" fmla="*/ 74708 h 324121"/>
                <a:gd name="connsiteX209" fmla="*/ 2037701 w 2915191"/>
                <a:gd name="connsiteY209" fmla="*/ 89524 h 324121"/>
                <a:gd name="connsiteX210" fmla="*/ 2047460 w 2915191"/>
                <a:gd name="connsiteY210" fmla="*/ 92797 h 324121"/>
                <a:gd name="connsiteX211" fmla="*/ 2057204 w 2915191"/>
                <a:gd name="connsiteY211" fmla="*/ 73920 h 324121"/>
                <a:gd name="connsiteX212" fmla="*/ 2066963 w 2915191"/>
                <a:gd name="connsiteY212" fmla="*/ 85636 h 324121"/>
                <a:gd name="connsiteX213" fmla="*/ 2076707 w 2915191"/>
                <a:gd name="connsiteY213" fmla="*/ 95027 h 324121"/>
                <a:gd name="connsiteX214" fmla="*/ 2086451 w 2915191"/>
                <a:gd name="connsiteY214" fmla="*/ 56080 h 324121"/>
                <a:gd name="connsiteX215" fmla="*/ 2096210 w 2915191"/>
                <a:gd name="connsiteY215" fmla="*/ 102991 h 324121"/>
                <a:gd name="connsiteX216" fmla="*/ 2105954 w 2915191"/>
                <a:gd name="connsiteY216" fmla="*/ 136627 h 324121"/>
                <a:gd name="connsiteX217" fmla="*/ 2115697 w 2915191"/>
                <a:gd name="connsiteY217" fmla="*/ 138431 h 324121"/>
                <a:gd name="connsiteX218" fmla="*/ 2125456 w 2915191"/>
                <a:gd name="connsiteY218" fmla="*/ 140605 h 324121"/>
                <a:gd name="connsiteX219" fmla="*/ 2135200 w 2915191"/>
                <a:gd name="connsiteY219" fmla="*/ 131200 h 324121"/>
                <a:gd name="connsiteX220" fmla="*/ 2144959 w 2915191"/>
                <a:gd name="connsiteY220" fmla="*/ 132816 h 324121"/>
                <a:gd name="connsiteX221" fmla="*/ 2154703 w 2915191"/>
                <a:gd name="connsiteY221" fmla="*/ 131354 h 324121"/>
                <a:gd name="connsiteX222" fmla="*/ 2164447 w 2915191"/>
                <a:gd name="connsiteY222" fmla="*/ 151290 h 324121"/>
                <a:gd name="connsiteX223" fmla="*/ 2174206 w 2915191"/>
                <a:gd name="connsiteY223" fmla="*/ 188722 h 324121"/>
                <a:gd name="connsiteX224" fmla="*/ 2183950 w 2915191"/>
                <a:gd name="connsiteY224" fmla="*/ 178424 h 324121"/>
                <a:gd name="connsiteX225" fmla="*/ 2193709 w 2915191"/>
                <a:gd name="connsiteY225" fmla="*/ 169981 h 324121"/>
                <a:gd name="connsiteX226" fmla="*/ 2203452 w 2915191"/>
                <a:gd name="connsiteY226" fmla="*/ 145773 h 324121"/>
                <a:gd name="connsiteX227" fmla="*/ 2213196 w 2915191"/>
                <a:gd name="connsiteY227" fmla="*/ 141667 h 324121"/>
                <a:gd name="connsiteX228" fmla="*/ 2222955 w 2915191"/>
                <a:gd name="connsiteY228" fmla="*/ 99980 h 324121"/>
                <a:gd name="connsiteX229" fmla="*/ 2232699 w 2915191"/>
                <a:gd name="connsiteY229" fmla="*/ 104908 h 324121"/>
                <a:gd name="connsiteX230" fmla="*/ 2242458 w 2915191"/>
                <a:gd name="connsiteY230" fmla="*/ 97451 h 324121"/>
                <a:gd name="connsiteX231" fmla="*/ 2252202 w 2915191"/>
                <a:gd name="connsiteY231" fmla="*/ 86706 h 324121"/>
                <a:gd name="connsiteX232" fmla="*/ 2261946 w 2915191"/>
                <a:gd name="connsiteY232" fmla="*/ 59778 h 324121"/>
                <a:gd name="connsiteX233" fmla="*/ 2271705 w 2915191"/>
                <a:gd name="connsiteY233" fmla="*/ 53905 h 324121"/>
                <a:gd name="connsiteX234" fmla="*/ 2281449 w 2915191"/>
                <a:gd name="connsiteY234" fmla="*/ 56598 h 324121"/>
                <a:gd name="connsiteX235" fmla="*/ 2291208 w 2915191"/>
                <a:gd name="connsiteY235" fmla="*/ 75128 h 324121"/>
                <a:gd name="connsiteX236" fmla="*/ 2300951 w 2915191"/>
                <a:gd name="connsiteY236" fmla="*/ 81710 h 324121"/>
                <a:gd name="connsiteX237" fmla="*/ 2310695 w 2915191"/>
                <a:gd name="connsiteY237" fmla="*/ 69166 h 324121"/>
                <a:gd name="connsiteX238" fmla="*/ 2320454 w 2915191"/>
                <a:gd name="connsiteY238" fmla="*/ 68233 h 324121"/>
                <a:gd name="connsiteX239" fmla="*/ 2330198 w 2915191"/>
                <a:gd name="connsiteY239" fmla="*/ 59271 h 324121"/>
                <a:gd name="connsiteX240" fmla="*/ 2339957 w 2915191"/>
                <a:gd name="connsiteY240" fmla="*/ 69872 h 324121"/>
                <a:gd name="connsiteX241" fmla="*/ 2349701 w 2915191"/>
                <a:gd name="connsiteY241" fmla="*/ 44359 h 324121"/>
                <a:gd name="connsiteX242" fmla="*/ 2359445 w 2915191"/>
                <a:gd name="connsiteY242" fmla="*/ 24548 h 324121"/>
                <a:gd name="connsiteX243" fmla="*/ 2369204 w 2915191"/>
                <a:gd name="connsiteY243" fmla="*/ 37230 h 324121"/>
                <a:gd name="connsiteX244" fmla="*/ 2378948 w 2915191"/>
                <a:gd name="connsiteY244" fmla="*/ 25757 h 324121"/>
                <a:gd name="connsiteX245" fmla="*/ 2388692 w 2915191"/>
                <a:gd name="connsiteY245" fmla="*/ 44940 h 324121"/>
                <a:gd name="connsiteX246" fmla="*/ 2398450 w 2915191"/>
                <a:gd name="connsiteY246" fmla="*/ 33709 h 324121"/>
                <a:gd name="connsiteX247" fmla="*/ 2408194 w 2915191"/>
                <a:gd name="connsiteY247" fmla="*/ 11664 h 324121"/>
                <a:gd name="connsiteX248" fmla="*/ 2417953 w 2915191"/>
                <a:gd name="connsiteY248" fmla="*/ 32478 h 324121"/>
                <a:gd name="connsiteX249" fmla="*/ 2427697 w 2915191"/>
                <a:gd name="connsiteY249" fmla="*/ 16924 h 324121"/>
                <a:gd name="connsiteX250" fmla="*/ 2437441 w 2915191"/>
                <a:gd name="connsiteY250" fmla="*/ 35983 h 324121"/>
                <a:gd name="connsiteX251" fmla="*/ 2447200 w 2915191"/>
                <a:gd name="connsiteY251" fmla="*/ 52799 h 324121"/>
                <a:gd name="connsiteX252" fmla="*/ 2456944 w 2915191"/>
                <a:gd name="connsiteY252" fmla="*/ 53288 h 324121"/>
                <a:gd name="connsiteX253" fmla="*/ 2466703 w 2915191"/>
                <a:gd name="connsiteY253" fmla="*/ 57139 h 324121"/>
                <a:gd name="connsiteX254" fmla="*/ 2476446 w 2915191"/>
                <a:gd name="connsiteY254" fmla="*/ 59425 h 324121"/>
                <a:gd name="connsiteX255" fmla="*/ 2486190 w 2915191"/>
                <a:gd name="connsiteY255" fmla="*/ 77783 h 324121"/>
                <a:gd name="connsiteX256" fmla="*/ 2495949 w 2915191"/>
                <a:gd name="connsiteY256" fmla="*/ 86185 h 324121"/>
                <a:gd name="connsiteX257" fmla="*/ 2505693 w 2915191"/>
                <a:gd name="connsiteY257" fmla="*/ 79178 h 324121"/>
                <a:gd name="connsiteX258" fmla="*/ 2515452 w 2915191"/>
                <a:gd name="connsiteY258" fmla="*/ 31070 h 324121"/>
                <a:gd name="connsiteX259" fmla="*/ 2525196 w 2915191"/>
                <a:gd name="connsiteY259" fmla="*/ 55864 h 324121"/>
                <a:gd name="connsiteX260" fmla="*/ 2534940 w 2915191"/>
                <a:gd name="connsiteY260" fmla="*/ 30486 h 324121"/>
                <a:gd name="connsiteX261" fmla="*/ 2544699 w 2915191"/>
                <a:gd name="connsiteY261" fmla="*/ 0 h 324121"/>
                <a:gd name="connsiteX262" fmla="*/ 2554443 w 2915191"/>
                <a:gd name="connsiteY262" fmla="*/ 57001 h 324121"/>
                <a:gd name="connsiteX263" fmla="*/ 2564202 w 2915191"/>
                <a:gd name="connsiteY263" fmla="*/ 63304 h 324121"/>
                <a:gd name="connsiteX264" fmla="*/ 2573946 w 2915191"/>
                <a:gd name="connsiteY264" fmla="*/ 91408 h 324121"/>
                <a:gd name="connsiteX265" fmla="*/ 2583690 w 2915191"/>
                <a:gd name="connsiteY265" fmla="*/ 100757 h 324121"/>
                <a:gd name="connsiteX266" fmla="*/ 2593448 w 2915191"/>
                <a:gd name="connsiteY266" fmla="*/ 106070 h 324121"/>
                <a:gd name="connsiteX267" fmla="*/ 2603192 w 2915191"/>
                <a:gd name="connsiteY267" fmla="*/ 119818 h 324121"/>
                <a:gd name="connsiteX268" fmla="*/ 2612951 w 2915191"/>
                <a:gd name="connsiteY268" fmla="*/ 97903 h 324121"/>
                <a:gd name="connsiteX269" fmla="*/ 2622695 w 2915191"/>
                <a:gd name="connsiteY269" fmla="*/ 81822 h 324121"/>
                <a:gd name="connsiteX270" fmla="*/ 2632439 w 2915191"/>
                <a:gd name="connsiteY270" fmla="*/ 65159 h 324121"/>
                <a:gd name="connsiteX271" fmla="*/ 2642198 w 2915191"/>
                <a:gd name="connsiteY271" fmla="*/ 62336 h 324121"/>
                <a:gd name="connsiteX272" fmla="*/ 2651942 w 2915191"/>
                <a:gd name="connsiteY272" fmla="*/ 85204 h 324121"/>
                <a:gd name="connsiteX273" fmla="*/ 2661685 w 2915191"/>
                <a:gd name="connsiteY273" fmla="*/ 90641 h 324121"/>
                <a:gd name="connsiteX274" fmla="*/ 2671444 w 2915191"/>
                <a:gd name="connsiteY274" fmla="*/ 64010 h 324121"/>
                <a:gd name="connsiteX275" fmla="*/ 2681188 w 2915191"/>
                <a:gd name="connsiteY275" fmla="*/ 72318 h 324121"/>
                <a:gd name="connsiteX276" fmla="*/ 2690947 w 2915191"/>
                <a:gd name="connsiteY276" fmla="*/ 100894 h 324121"/>
                <a:gd name="connsiteX277" fmla="*/ 2700691 w 2915191"/>
                <a:gd name="connsiteY277" fmla="*/ 111455 h 324121"/>
                <a:gd name="connsiteX278" fmla="*/ 2710435 w 2915191"/>
                <a:gd name="connsiteY278" fmla="*/ 130481 h 324121"/>
                <a:gd name="connsiteX279" fmla="*/ 2720194 w 2915191"/>
                <a:gd name="connsiteY279" fmla="*/ 144350 h 324121"/>
                <a:gd name="connsiteX280" fmla="*/ 2729938 w 2915191"/>
                <a:gd name="connsiteY280" fmla="*/ 135158 h 324121"/>
                <a:gd name="connsiteX281" fmla="*/ 2739697 w 2915191"/>
                <a:gd name="connsiteY281" fmla="*/ 149556 h 324121"/>
                <a:gd name="connsiteX282" fmla="*/ 2749441 w 2915191"/>
                <a:gd name="connsiteY282" fmla="*/ 147731 h 324121"/>
                <a:gd name="connsiteX283" fmla="*/ 2759185 w 2915191"/>
                <a:gd name="connsiteY283" fmla="*/ 174306 h 324121"/>
                <a:gd name="connsiteX284" fmla="*/ 2768943 w 2915191"/>
                <a:gd name="connsiteY284" fmla="*/ 153185 h 324121"/>
                <a:gd name="connsiteX285" fmla="*/ 2778687 w 2915191"/>
                <a:gd name="connsiteY285" fmla="*/ 163930 h 324121"/>
                <a:gd name="connsiteX286" fmla="*/ 2788446 w 2915191"/>
                <a:gd name="connsiteY286" fmla="*/ 200399 h 324121"/>
                <a:gd name="connsiteX287" fmla="*/ 2798190 w 2915191"/>
                <a:gd name="connsiteY287" fmla="*/ 231812 h 324121"/>
                <a:gd name="connsiteX288" fmla="*/ 2807934 w 2915191"/>
                <a:gd name="connsiteY288" fmla="*/ 235666 h 324121"/>
                <a:gd name="connsiteX289" fmla="*/ 2817693 w 2915191"/>
                <a:gd name="connsiteY289" fmla="*/ 228829 h 324121"/>
                <a:gd name="connsiteX290" fmla="*/ 2827437 w 2915191"/>
                <a:gd name="connsiteY290" fmla="*/ 217625 h 324121"/>
                <a:gd name="connsiteX291" fmla="*/ 2837196 w 2915191"/>
                <a:gd name="connsiteY291" fmla="*/ 234064 h 324121"/>
                <a:gd name="connsiteX292" fmla="*/ 2846940 w 2915191"/>
                <a:gd name="connsiteY292" fmla="*/ 228586 h 324121"/>
                <a:gd name="connsiteX293" fmla="*/ 2856684 w 2915191"/>
                <a:gd name="connsiteY293" fmla="*/ 239498 h 324121"/>
                <a:gd name="connsiteX294" fmla="*/ 2866442 w 2915191"/>
                <a:gd name="connsiteY294" fmla="*/ 224902 h 324121"/>
                <a:gd name="connsiteX295" fmla="*/ 2876186 w 2915191"/>
                <a:gd name="connsiteY295" fmla="*/ 219982 h 324121"/>
                <a:gd name="connsiteX296" fmla="*/ 2885945 w 2915191"/>
                <a:gd name="connsiteY296" fmla="*/ 222099 h 324121"/>
                <a:gd name="connsiteX297" fmla="*/ 2895689 w 2915191"/>
                <a:gd name="connsiteY297" fmla="*/ 253840 h 324121"/>
                <a:gd name="connsiteX298" fmla="*/ 2905433 w 2915191"/>
                <a:gd name="connsiteY298" fmla="*/ 231675 h 324121"/>
                <a:gd name="connsiteX299" fmla="*/ 2915192 w 2915191"/>
                <a:gd name="connsiteY299" fmla="*/ 255211 h 324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24121">
                  <a:moveTo>
                    <a:pt x="0" y="319789"/>
                  </a:moveTo>
                  <a:lnTo>
                    <a:pt x="9750" y="317596"/>
                  </a:lnTo>
                  <a:lnTo>
                    <a:pt x="19500" y="262995"/>
                  </a:lnTo>
                  <a:lnTo>
                    <a:pt x="29250" y="265935"/>
                  </a:lnTo>
                  <a:lnTo>
                    <a:pt x="39000" y="259163"/>
                  </a:lnTo>
                  <a:lnTo>
                    <a:pt x="48749" y="278280"/>
                  </a:lnTo>
                  <a:lnTo>
                    <a:pt x="58499" y="294222"/>
                  </a:lnTo>
                  <a:lnTo>
                    <a:pt x="68249" y="274007"/>
                  </a:lnTo>
                  <a:lnTo>
                    <a:pt x="77998" y="307149"/>
                  </a:lnTo>
                  <a:lnTo>
                    <a:pt x="87748" y="267553"/>
                  </a:lnTo>
                  <a:lnTo>
                    <a:pt x="97497" y="256152"/>
                  </a:lnTo>
                  <a:lnTo>
                    <a:pt x="107247" y="261185"/>
                  </a:lnTo>
                  <a:lnTo>
                    <a:pt x="116997" y="260196"/>
                  </a:lnTo>
                  <a:lnTo>
                    <a:pt x="126747" y="259856"/>
                  </a:lnTo>
                  <a:lnTo>
                    <a:pt x="136497" y="243300"/>
                  </a:lnTo>
                  <a:lnTo>
                    <a:pt x="146247" y="242463"/>
                  </a:lnTo>
                  <a:lnTo>
                    <a:pt x="155997" y="203863"/>
                  </a:lnTo>
                  <a:lnTo>
                    <a:pt x="165747" y="174369"/>
                  </a:lnTo>
                  <a:lnTo>
                    <a:pt x="175497" y="135704"/>
                  </a:lnTo>
                  <a:lnTo>
                    <a:pt x="185247" y="133331"/>
                  </a:lnTo>
                  <a:lnTo>
                    <a:pt x="194996" y="122888"/>
                  </a:lnTo>
                  <a:lnTo>
                    <a:pt x="204746" y="132385"/>
                  </a:lnTo>
                  <a:lnTo>
                    <a:pt x="214495" y="149268"/>
                  </a:lnTo>
                  <a:lnTo>
                    <a:pt x="224245" y="149443"/>
                  </a:lnTo>
                  <a:lnTo>
                    <a:pt x="233995" y="152209"/>
                  </a:lnTo>
                  <a:lnTo>
                    <a:pt x="243744" y="157932"/>
                  </a:lnTo>
                  <a:lnTo>
                    <a:pt x="253494" y="168260"/>
                  </a:lnTo>
                  <a:lnTo>
                    <a:pt x="263244" y="159492"/>
                  </a:lnTo>
                  <a:lnTo>
                    <a:pt x="272994" y="176778"/>
                  </a:lnTo>
                  <a:lnTo>
                    <a:pt x="282744" y="183906"/>
                  </a:lnTo>
                  <a:lnTo>
                    <a:pt x="292494" y="155204"/>
                  </a:lnTo>
                  <a:lnTo>
                    <a:pt x="302244" y="175534"/>
                  </a:lnTo>
                  <a:lnTo>
                    <a:pt x="311994" y="162809"/>
                  </a:lnTo>
                  <a:lnTo>
                    <a:pt x="321744" y="139566"/>
                  </a:lnTo>
                  <a:lnTo>
                    <a:pt x="331493" y="157737"/>
                  </a:lnTo>
                  <a:lnTo>
                    <a:pt x="341243" y="151590"/>
                  </a:lnTo>
                  <a:lnTo>
                    <a:pt x="350993" y="127500"/>
                  </a:lnTo>
                  <a:lnTo>
                    <a:pt x="360742" y="118974"/>
                  </a:lnTo>
                  <a:lnTo>
                    <a:pt x="370492" y="72919"/>
                  </a:lnTo>
                  <a:lnTo>
                    <a:pt x="380241" y="70001"/>
                  </a:lnTo>
                  <a:lnTo>
                    <a:pt x="389991" y="55235"/>
                  </a:lnTo>
                  <a:lnTo>
                    <a:pt x="399741" y="69423"/>
                  </a:lnTo>
                  <a:lnTo>
                    <a:pt x="409491" y="97164"/>
                  </a:lnTo>
                  <a:lnTo>
                    <a:pt x="419241" y="59885"/>
                  </a:lnTo>
                  <a:lnTo>
                    <a:pt x="428991" y="50382"/>
                  </a:lnTo>
                  <a:lnTo>
                    <a:pt x="438741" y="42748"/>
                  </a:lnTo>
                  <a:lnTo>
                    <a:pt x="448491" y="70442"/>
                  </a:lnTo>
                  <a:lnTo>
                    <a:pt x="458241" y="111435"/>
                  </a:lnTo>
                  <a:lnTo>
                    <a:pt x="467991" y="105366"/>
                  </a:lnTo>
                  <a:lnTo>
                    <a:pt x="477740" y="89124"/>
                  </a:lnTo>
                  <a:lnTo>
                    <a:pt x="487490" y="78156"/>
                  </a:lnTo>
                  <a:lnTo>
                    <a:pt x="497239" y="54873"/>
                  </a:lnTo>
                  <a:lnTo>
                    <a:pt x="506989" y="49804"/>
                  </a:lnTo>
                  <a:lnTo>
                    <a:pt x="516738" y="44603"/>
                  </a:lnTo>
                  <a:lnTo>
                    <a:pt x="526488" y="72565"/>
                  </a:lnTo>
                  <a:lnTo>
                    <a:pt x="536238" y="93728"/>
                  </a:lnTo>
                  <a:lnTo>
                    <a:pt x="545988" y="87534"/>
                  </a:lnTo>
                  <a:lnTo>
                    <a:pt x="555738" y="72052"/>
                  </a:lnTo>
                  <a:lnTo>
                    <a:pt x="565488" y="118124"/>
                  </a:lnTo>
                  <a:lnTo>
                    <a:pt x="575238" y="103871"/>
                  </a:lnTo>
                  <a:lnTo>
                    <a:pt x="584988" y="111969"/>
                  </a:lnTo>
                  <a:lnTo>
                    <a:pt x="594738" y="109811"/>
                  </a:lnTo>
                  <a:lnTo>
                    <a:pt x="604488" y="97694"/>
                  </a:lnTo>
                  <a:lnTo>
                    <a:pt x="614237" y="115954"/>
                  </a:lnTo>
                  <a:lnTo>
                    <a:pt x="623987" y="82908"/>
                  </a:lnTo>
                  <a:lnTo>
                    <a:pt x="633736" y="63969"/>
                  </a:lnTo>
                  <a:lnTo>
                    <a:pt x="643486" y="90630"/>
                  </a:lnTo>
                  <a:lnTo>
                    <a:pt x="653236" y="104947"/>
                  </a:lnTo>
                  <a:lnTo>
                    <a:pt x="662985" y="95893"/>
                  </a:lnTo>
                  <a:lnTo>
                    <a:pt x="672735" y="79210"/>
                  </a:lnTo>
                  <a:lnTo>
                    <a:pt x="682485" y="65387"/>
                  </a:lnTo>
                  <a:lnTo>
                    <a:pt x="692235" y="48264"/>
                  </a:lnTo>
                  <a:lnTo>
                    <a:pt x="701985" y="78120"/>
                  </a:lnTo>
                  <a:lnTo>
                    <a:pt x="711735" y="86779"/>
                  </a:lnTo>
                  <a:lnTo>
                    <a:pt x="721485" y="68839"/>
                  </a:lnTo>
                  <a:lnTo>
                    <a:pt x="731235" y="39076"/>
                  </a:lnTo>
                  <a:lnTo>
                    <a:pt x="740985" y="10674"/>
                  </a:lnTo>
                  <a:lnTo>
                    <a:pt x="750734" y="34889"/>
                  </a:lnTo>
                  <a:lnTo>
                    <a:pt x="760484" y="52497"/>
                  </a:lnTo>
                  <a:lnTo>
                    <a:pt x="770233" y="40129"/>
                  </a:lnTo>
                  <a:lnTo>
                    <a:pt x="779983" y="56135"/>
                  </a:lnTo>
                  <a:lnTo>
                    <a:pt x="789733" y="57905"/>
                  </a:lnTo>
                  <a:lnTo>
                    <a:pt x="799482" y="44771"/>
                  </a:lnTo>
                  <a:lnTo>
                    <a:pt x="809232" y="12579"/>
                  </a:lnTo>
                  <a:lnTo>
                    <a:pt x="818982" y="21414"/>
                  </a:lnTo>
                  <a:lnTo>
                    <a:pt x="828732" y="42009"/>
                  </a:lnTo>
                  <a:lnTo>
                    <a:pt x="838482" y="69066"/>
                  </a:lnTo>
                  <a:lnTo>
                    <a:pt x="848232" y="65205"/>
                  </a:lnTo>
                  <a:lnTo>
                    <a:pt x="857982" y="114862"/>
                  </a:lnTo>
                  <a:lnTo>
                    <a:pt x="867732" y="113231"/>
                  </a:lnTo>
                  <a:lnTo>
                    <a:pt x="877482" y="133914"/>
                  </a:lnTo>
                  <a:lnTo>
                    <a:pt x="887231" y="128551"/>
                  </a:lnTo>
                  <a:lnTo>
                    <a:pt x="896981" y="141733"/>
                  </a:lnTo>
                  <a:lnTo>
                    <a:pt x="906730" y="167104"/>
                  </a:lnTo>
                  <a:lnTo>
                    <a:pt x="916480" y="212151"/>
                  </a:lnTo>
                  <a:lnTo>
                    <a:pt x="926230" y="187755"/>
                  </a:lnTo>
                  <a:lnTo>
                    <a:pt x="935979" y="156177"/>
                  </a:lnTo>
                  <a:lnTo>
                    <a:pt x="945729" y="149723"/>
                  </a:lnTo>
                  <a:lnTo>
                    <a:pt x="955479" y="195135"/>
                  </a:lnTo>
                  <a:lnTo>
                    <a:pt x="965229" y="179704"/>
                  </a:lnTo>
                  <a:lnTo>
                    <a:pt x="974979" y="155639"/>
                  </a:lnTo>
                  <a:lnTo>
                    <a:pt x="984729" y="168463"/>
                  </a:lnTo>
                  <a:lnTo>
                    <a:pt x="994474" y="214379"/>
                  </a:lnTo>
                  <a:lnTo>
                    <a:pt x="1004233" y="216163"/>
                  </a:lnTo>
                  <a:lnTo>
                    <a:pt x="1013977" y="235027"/>
                  </a:lnTo>
                  <a:lnTo>
                    <a:pt x="1023721" y="238568"/>
                  </a:lnTo>
                  <a:lnTo>
                    <a:pt x="1033480" y="200129"/>
                  </a:lnTo>
                  <a:lnTo>
                    <a:pt x="1043224" y="221749"/>
                  </a:lnTo>
                  <a:lnTo>
                    <a:pt x="1052983" y="222781"/>
                  </a:lnTo>
                  <a:lnTo>
                    <a:pt x="1062727" y="220699"/>
                  </a:lnTo>
                  <a:lnTo>
                    <a:pt x="1072471" y="199339"/>
                  </a:lnTo>
                  <a:lnTo>
                    <a:pt x="1082230" y="220246"/>
                  </a:lnTo>
                  <a:lnTo>
                    <a:pt x="1091973" y="256000"/>
                  </a:lnTo>
                  <a:lnTo>
                    <a:pt x="1101732" y="257389"/>
                  </a:lnTo>
                  <a:lnTo>
                    <a:pt x="1111476" y="294042"/>
                  </a:lnTo>
                  <a:lnTo>
                    <a:pt x="1121220" y="301216"/>
                  </a:lnTo>
                  <a:lnTo>
                    <a:pt x="1130979" y="271667"/>
                  </a:lnTo>
                  <a:lnTo>
                    <a:pt x="1140723" y="252499"/>
                  </a:lnTo>
                  <a:lnTo>
                    <a:pt x="1150482" y="261690"/>
                  </a:lnTo>
                  <a:lnTo>
                    <a:pt x="1160226" y="265397"/>
                  </a:lnTo>
                  <a:lnTo>
                    <a:pt x="1169969" y="280210"/>
                  </a:lnTo>
                  <a:lnTo>
                    <a:pt x="1179728" y="265397"/>
                  </a:lnTo>
                  <a:lnTo>
                    <a:pt x="1189472" y="266750"/>
                  </a:lnTo>
                  <a:lnTo>
                    <a:pt x="1199231" y="291513"/>
                  </a:lnTo>
                  <a:lnTo>
                    <a:pt x="1208975" y="316921"/>
                  </a:lnTo>
                  <a:lnTo>
                    <a:pt x="1218719" y="324121"/>
                  </a:lnTo>
                  <a:lnTo>
                    <a:pt x="1228478" y="319507"/>
                  </a:lnTo>
                  <a:lnTo>
                    <a:pt x="1238222" y="294291"/>
                  </a:lnTo>
                  <a:lnTo>
                    <a:pt x="1247966" y="311299"/>
                  </a:lnTo>
                  <a:lnTo>
                    <a:pt x="1257725" y="287829"/>
                  </a:lnTo>
                  <a:lnTo>
                    <a:pt x="1267469" y="254740"/>
                  </a:lnTo>
                  <a:lnTo>
                    <a:pt x="1277227" y="234041"/>
                  </a:lnTo>
                  <a:lnTo>
                    <a:pt x="1286971" y="221587"/>
                  </a:lnTo>
                  <a:lnTo>
                    <a:pt x="1296715" y="239087"/>
                  </a:lnTo>
                  <a:lnTo>
                    <a:pt x="1306474" y="243147"/>
                  </a:lnTo>
                  <a:lnTo>
                    <a:pt x="1316218" y="268228"/>
                  </a:lnTo>
                  <a:lnTo>
                    <a:pt x="1325977" y="282595"/>
                  </a:lnTo>
                  <a:lnTo>
                    <a:pt x="1335721" y="299376"/>
                  </a:lnTo>
                  <a:lnTo>
                    <a:pt x="1345465" y="261848"/>
                  </a:lnTo>
                  <a:lnTo>
                    <a:pt x="1355224" y="267027"/>
                  </a:lnTo>
                  <a:lnTo>
                    <a:pt x="1364967" y="257238"/>
                  </a:lnTo>
                  <a:lnTo>
                    <a:pt x="1374726" y="207322"/>
                  </a:lnTo>
                  <a:lnTo>
                    <a:pt x="1384470" y="219315"/>
                  </a:lnTo>
                  <a:lnTo>
                    <a:pt x="1394214" y="246161"/>
                  </a:lnTo>
                  <a:lnTo>
                    <a:pt x="1403973" y="232481"/>
                  </a:lnTo>
                  <a:lnTo>
                    <a:pt x="1413717" y="225532"/>
                  </a:lnTo>
                  <a:lnTo>
                    <a:pt x="1423476" y="215672"/>
                  </a:lnTo>
                  <a:lnTo>
                    <a:pt x="1433220" y="208696"/>
                  </a:lnTo>
                  <a:lnTo>
                    <a:pt x="1442964" y="221263"/>
                  </a:lnTo>
                  <a:lnTo>
                    <a:pt x="1452722" y="238552"/>
                  </a:lnTo>
                  <a:lnTo>
                    <a:pt x="1462466" y="238695"/>
                  </a:lnTo>
                  <a:lnTo>
                    <a:pt x="1472225" y="270644"/>
                  </a:lnTo>
                  <a:lnTo>
                    <a:pt x="1481969" y="266942"/>
                  </a:lnTo>
                  <a:lnTo>
                    <a:pt x="1491713" y="270372"/>
                  </a:lnTo>
                  <a:lnTo>
                    <a:pt x="1501472" y="252453"/>
                  </a:lnTo>
                  <a:lnTo>
                    <a:pt x="1511216" y="251003"/>
                  </a:lnTo>
                  <a:lnTo>
                    <a:pt x="1520960" y="256125"/>
                  </a:lnTo>
                  <a:lnTo>
                    <a:pt x="1530719" y="257229"/>
                  </a:lnTo>
                  <a:lnTo>
                    <a:pt x="1540463" y="250772"/>
                  </a:lnTo>
                  <a:lnTo>
                    <a:pt x="1550221" y="253476"/>
                  </a:lnTo>
                  <a:lnTo>
                    <a:pt x="1559965" y="224111"/>
                  </a:lnTo>
                  <a:lnTo>
                    <a:pt x="1569709" y="217768"/>
                  </a:lnTo>
                  <a:lnTo>
                    <a:pt x="1579468" y="167937"/>
                  </a:lnTo>
                  <a:lnTo>
                    <a:pt x="1589212" y="150621"/>
                  </a:lnTo>
                  <a:lnTo>
                    <a:pt x="1598971" y="114123"/>
                  </a:lnTo>
                  <a:lnTo>
                    <a:pt x="1608715" y="110103"/>
                  </a:lnTo>
                  <a:lnTo>
                    <a:pt x="1618459" y="123423"/>
                  </a:lnTo>
                  <a:lnTo>
                    <a:pt x="1628218" y="117787"/>
                  </a:lnTo>
                  <a:lnTo>
                    <a:pt x="1637962" y="116035"/>
                  </a:lnTo>
                  <a:lnTo>
                    <a:pt x="1647720" y="143462"/>
                  </a:lnTo>
                  <a:lnTo>
                    <a:pt x="1657464" y="102708"/>
                  </a:lnTo>
                  <a:lnTo>
                    <a:pt x="1667208" y="100363"/>
                  </a:lnTo>
                  <a:lnTo>
                    <a:pt x="1676967" y="107572"/>
                  </a:lnTo>
                  <a:lnTo>
                    <a:pt x="1686711" y="94308"/>
                  </a:lnTo>
                  <a:lnTo>
                    <a:pt x="1696470" y="58914"/>
                  </a:lnTo>
                  <a:lnTo>
                    <a:pt x="1706214" y="65414"/>
                  </a:lnTo>
                  <a:lnTo>
                    <a:pt x="1715958" y="84872"/>
                  </a:lnTo>
                  <a:lnTo>
                    <a:pt x="1725716" y="108237"/>
                  </a:lnTo>
                  <a:lnTo>
                    <a:pt x="1735460" y="100748"/>
                  </a:lnTo>
                  <a:lnTo>
                    <a:pt x="1745219" y="97457"/>
                  </a:lnTo>
                  <a:lnTo>
                    <a:pt x="1754963" y="68993"/>
                  </a:lnTo>
                  <a:lnTo>
                    <a:pt x="1764707" y="78035"/>
                  </a:lnTo>
                  <a:lnTo>
                    <a:pt x="1774466" y="69070"/>
                  </a:lnTo>
                  <a:lnTo>
                    <a:pt x="1784210" y="120063"/>
                  </a:lnTo>
                  <a:lnTo>
                    <a:pt x="1793969" y="149496"/>
                  </a:lnTo>
                  <a:lnTo>
                    <a:pt x="1803713" y="97043"/>
                  </a:lnTo>
                  <a:lnTo>
                    <a:pt x="1813457" y="126469"/>
                  </a:lnTo>
                  <a:lnTo>
                    <a:pt x="1823215" y="148355"/>
                  </a:lnTo>
                  <a:lnTo>
                    <a:pt x="1832959" y="104281"/>
                  </a:lnTo>
                  <a:lnTo>
                    <a:pt x="1842703" y="81359"/>
                  </a:lnTo>
                  <a:lnTo>
                    <a:pt x="1852462" y="82576"/>
                  </a:lnTo>
                  <a:lnTo>
                    <a:pt x="1862206" y="67974"/>
                  </a:lnTo>
                  <a:lnTo>
                    <a:pt x="1871965" y="77937"/>
                  </a:lnTo>
                  <a:lnTo>
                    <a:pt x="1881709" y="76773"/>
                  </a:lnTo>
                  <a:lnTo>
                    <a:pt x="1891453" y="58176"/>
                  </a:lnTo>
                  <a:lnTo>
                    <a:pt x="1901212" y="62363"/>
                  </a:lnTo>
                  <a:lnTo>
                    <a:pt x="1910956" y="54785"/>
                  </a:lnTo>
                  <a:lnTo>
                    <a:pt x="1920714" y="53434"/>
                  </a:lnTo>
                  <a:lnTo>
                    <a:pt x="1930458" y="71427"/>
                  </a:lnTo>
                  <a:lnTo>
                    <a:pt x="1940202" y="113779"/>
                  </a:lnTo>
                  <a:lnTo>
                    <a:pt x="1949961" y="113235"/>
                  </a:lnTo>
                  <a:lnTo>
                    <a:pt x="1959705" y="138367"/>
                  </a:lnTo>
                  <a:lnTo>
                    <a:pt x="1969464" y="115102"/>
                  </a:lnTo>
                  <a:lnTo>
                    <a:pt x="1979208" y="132045"/>
                  </a:lnTo>
                  <a:lnTo>
                    <a:pt x="1988952" y="118852"/>
                  </a:lnTo>
                  <a:lnTo>
                    <a:pt x="1998711" y="107475"/>
                  </a:lnTo>
                  <a:lnTo>
                    <a:pt x="2008454" y="123958"/>
                  </a:lnTo>
                  <a:lnTo>
                    <a:pt x="2018213" y="88719"/>
                  </a:lnTo>
                  <a:lnTo>
                    <a:pt x="2027957" y="74708"/>
                  </a:lnTo>
                  <a:lnTo>
                    <a:pt x="2037701" y="89524"/>
                  </a:lnTo>
                  <a:lnTo>
                    <a:pt x="2047460" y="92797"/>
                  </a:lnTo>
                  <a:lnTo>
                    <a:pt x="2057204" y="73920"/>
                  </a:lnTo>
                  <a:lnTo>
                    <a:pt x="2066963" y="85636"/>
                  </a:lnTo>
                  <a:lnTo>
                    <a:pt x="2076707" y="95027"/>
                  </a:lnTo>
                  <a:lnTo>
                    <a:pt x="2086451" y="56080"/>
                  </a:lnTo>
                  <a:lnTo>
                    <a:pt x="2096210" y="102991"/>
                  </a:lnTo>
                  <a:lnTo>
                    <a:pt x="2105954" y="136627"/>
                  </a:lnTo>
                  <a:lnTo>
                    <a:pt x="2115697" y="138431"/>
                  </a:lnTo>
                  <a:lnTo>
                    <a:pt x="2125456" y="140605"/>
                  </a:lnTo>
                  <a:lnTo>
                    <a:pt x="2135200" y="131200"/>
                  </a:lnTo>
                  <a:lnTo>
                    <a:pt x="2144959" y="132816"/>
                  </a:lnTo>
                  <a:lnTo>
                    <a:pt x="2154703" y="131354"/>
                  </a:lnTo>
                  <a:lnTo>
                    <a:pt x="2164447" y="151290"/>
                  </a:lnTo>
                  <a:lnTo>
                    <a:pt x="2174206" y="188722"/>
                  </a:lnTo>
                  <a:lnTo>
                    <a:pt x="2183950" y="178424"/>
                  </a:lnTo>
                  <a:lnTo>
                    <a:pt x="2193709" y="169981"/>
                  </a:lnTo>
                  <a:lnTo>
                    <a:pt x="2203452" y="145773"/>
                  </a:lnTo>
                  <a:lnTo>
                    <a:pt x="2213196" y="141667"/>
                  </a:lnTo>
                  <a:lnTo>
                    <a:pt x="2222955" y="99980"/>
                  </a:lnTo>
                  <a:lnTo>
                    <a:pt x="2232699" y="104908"/>
                  </a:lnTo>
                  <a:lnTo>
                    <a:pt x="2242458" y="97451"/>
                  </a:lnTo>
                  <a:lnTo>
                    <a:pt x="2252202" y="86706"/>
                  </a:lnTo>
                  <a:lnTo>
                    <a:pt x="2261946" y="59778"/>
                  </a:lnTo>
                  <a:lnTo>
                    <a:pt x="2271705" y="53905"/>
                  </a:lnTo>
                  <a:lnTo>
                    <a:pt x="2281449" y="56598"/>
                  </a:lnTo>
                  <a:lnTo>
                    <a:pt x="2291208" y="75128"/>
                  </a:lnTo>
                  <a:lnTo>
                    <a:pt x="2300951" y="81710"/>
                  </a:lnTo>
                  <a:lnTo>
                    <a:pt x="2310695" y="69166"/>
                  </a:lnTo>
                  <a:lnTo>
                    <a:pt x="2320454" y="68233"/>
                  </a:lnTo>
                  <a:lnTo>
                    <a:pt x="2330198" y="59271"/>
                  </a:lnTo>
                  <a:lnTo>
                    <a:pt x="2339957" y="69872"/>
                  </a:lnTo>
                  <a:lnTo>
                    <a:pt x="2349701" y="44359"/>
                  </a:lnTo>
                  <a:lnTo>
                    <a:pt x="2359445" y="24548"/>
                  </a:lnTo>
                  <a:lnTo>
                    <a:pt x="2369204" y="37230"/>
                  </a:lnTo>
                  <a:lnTo>
                    <a:pt x="2378948" y="25757"/>
                  </a:lnTo>
                  <a:lnTo>
                    <a:pt x="2388692" y="44940"/>
                  </a:lnTo>
                  <a:lnTo>
                    <a:pt x="2398450" y="33709"/>
                  </a:lnTo>
                  <a:lnTo>
                    <a:pt x="2408194" y="11664"/>
                  </a:lnTo>
                  <a:lnTo>
                    <a:pt x="2417953" y="32478"/>
                  </a:lnTo>
                  <a:lnTo>
                    <a:pt x="2427697" y="16924"/>
                  </a:lnTo>
                  <a:lnTo>
                    <a:pt x="2437441" y="35983"/>
                  </a:lnTo>
                  <a:lnTo>
                    <a:pt x="2447200" y="52799"/>
                  </a:lnTo>
                  <a:lnTo>
                    <a:pt x="2456944" y="53288"/>
                  </a:lnTo>
                  <a:lnTo>
                    <a:pt x="2466703" y="57139"/>
                  </a:lnTo>
                  <a:lnTo>
                    <a:pt x="2476446" y="59425"/>
                  </a:lnTo>
                  <a:lnTo>
                    <a:pt x="2486190" y="77783"/>
                  </a:lnTo>
                  <a:lnTo>
                    <a:pt x="2495949" y="86185"/>
                  </a:lnTo>
                  <a:lnTo>
                    <a:pt x="2505693" y="79178"/>
                  </a:lnTo>
                  <a:lnTo>
                    <a:pt x="2515452" y="31070"/>
                  </a:lnTo>
                  <a:lnTo>
                    <a:pt x="2525196" y="55864"/>
                  </a:lnTo>
                  <a:lnTo>
                    <a:pt x="2534940" y="30486"/>
                  </a:lnTo>
                  <a:lnTo>
                    <a:pt x="2544699" y="0"/>
                  </a:lnTo>
                  <a:lnTo>
                    <a:pt x="2554443" y="57001"/>
                  </a:lnTo>
                  <a:lnTo>
                    <a:pt x="2564202" y="63304"/>
                  </a:lnTo>
                  <a:lnTo>
                    <a:pt x="2573946" y="91408"/>
                  </a:lnTo>
                  <a:lnTo>
                    <a:pt x="2583690" y="100757"/>
                  </a:lnTo>
                  <a:lnTo>
                    <a:pt x="2593448" y="106070"/>
                  </a:lnTo>
                  <a:lnTo>
                    <a:pt x="2603192" y="119818"/>
                  </a:lnTo>
                  <a:lnTo>
                    <a:pt x="2612951" y="97903"/>
                  </a:lnTo>
                  <a:lnTo>
                    <a:pt x="2622695" y="81822"/>
                  </a:lnTo>
                  <a:lnTo>
                    <a:pt x="2632439" y="65159"/>
                  </a:lnTo>
                  <a:lnTo>
                    <a:pt x="2642198" y="62336"/>
                  </a:lnTo>
                  <a:lnTo>
                    <a:pt x="2651942" y="85204"/>
                  </a:lnTo>
                  <a:lnTo>
                    <a:pt x="2661685" y="90641"/>
                  </a:lnTo>
                  <a:lnTo>
                    <a:pt x="2671444" y="64010"/>
                  </a:lnTo>
                  <a:lnTo>
                    <a:pt x="2681188" y="72318"/>
                  </a:lnTo>
                  <a:lnTo>
                    <a:pt x="2690947" y="100894"/>
                  </a:lnTo>
                  <a:lnTo>
                    <a:pt x="2700691" y="111455"/>
                  </a:lnTo>
                  <a:lnTo>
                    <a:pt x="2710435" y="130481"/>
                  </a:lnTo>
                  <a:lnTo>
                    <a:pt x="2720194" y="144350"/>
                  </a:lnTo>
                  <a:lnTo>
                    <a:pt x="2729938" y="135158"/>
                  </a:lnTo>
                  <a:lnTo>
                    <a:pt x="2739697" y="149556"/>
                  </a:lnTo>
                  <a:lnTo>
                    <a:pt x="2749441" y="147731"/>
                  </a:lnTo>
                  <a:lnTo>
                    <a:pt x="2759185" y="174306"/>
                  </a:lnTo>
                  <a:lnTo>
                    <a:pt x="2768943" y="153185"/>
                  </a:lnTo>
                  <a:lnTo>
                    <a:pt x="2778687" y="163930"/>
                  </a:lnTo>
                  <a:lnTo>
                    <a:pt x="2788446" y="200399"/>
                  </a:lnTo>
                  <a:lnTo>
                    <a:pt x="2798190" y="231812"/>
                  </a:lnTo>
                  <a:lnTo>
                    <a:pt x="2807934" y="235666"/>
                  </a:lnTo>
                  <a:lnTo>
                    <a:pt x="2817693" y="228829"/>
                  </a:lnTo>
                  <a:lnTo>
                    <a:pt x="2827437" y="217625"/>
                  </a:lnTo>
                  <a:lnTo>
                    <a:pt x="2837196" y="234064"/>
                  </a:lnTo>
                  <a:lnTo>
                    <a:pt x="2846940" y="228586"/>
                  </a:lnTo>
                  <a:lnTo>
                    <a:pt x="2856684" y="239498"/>
                  </a:lnTo>
                  <a:lnTo>
                    <a:pt x="2866442" y="224902"/>
                  </a:lnTo>
                  <a:lnTo>
                    <a:pt x="2876186" y="219982"/>
                  </a:lnTo>
                  <a:lnTo>
                    <a:pt x="2885945" y="222099"/>
                  </a:lnTo>
                  <a:lnTo>
                    <a:pt x="2895689" y="253840"/>
                  </a:lnTo>
                  <a:lnTo>
                    <a:pt x="2905433" y="231675"/>
                  </a:lnTo>
                  <a:lnTo>
                    <a:pt x="2915192" y="25521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5" name="Freeform 1184">
              <a:extLst>
                <a:ext uri="{FF2B5EF4-FFF2-40B4-BE49-F238E27FC236}">
                  <a16:creationId xmlns:a16="http://schemas.microsoft.com/office/drawing/2014/main" id="{1135D237-FAEE-73A4-600F-B6C1D5E9FD75}"/>
                </a:ext>
              </a:extLst>
            </p:cNvPr>
            <p:cNvSpPr/>
            <p:nvPr/>
          </p:nvSpPr>
          <p:spPr>
            <a:xfrm>
              <a:off x="4426652" y="3250020"/>
              <a:ext cx="2915191" cy="600227"/>
            </a:xfrm>
            <a:custGeom>
              <a:avLst/>
              <a:gdLst>
                <a:gd name="connsiteX0" fmla="*/ 0 w 2915191"/>
                <a:gd name="connsiteY0" fmla="*/ 540695 h 600227"/>
                <a:gd name="connsiteX1" fmla="*/ 9750 w 2915191"/>
                <a:gd name="connsiteY1" fmla="*/ 550117 h 600227"/>
                <a:gd name="connsiteX2" fmla="*/ 19500 w 2915191"/>
                <a:gd name="connsiteY2" fmla="*/ 554402 h 600227"/>
                <a:gd name="connsiteX3" fmla="*/ 29250 w 2915191"/>
                <a:gd name="connsiteY3" fmla="*/ 570409 h 600227"/>
                <a:gd name="connsiteX4" fmla="*/ 39000 w 2915191"/>
                <a:gd name="connsiteY4" fmla="*/ 576866 h 600227"/>
                <a:gd name="connsiteX5" fmla="*/ 48749 w 2915191"/>
                <a:gd name="connsiteY5" fmla="*/ 572779 h 600227"/>
                <a:gd name="connsiteX6" fmla="*/ 58499 w 2915191"/>
                <a:gd name="connsiteY6" fmla="*/ 564764 h 600227"/>
                <a:gd name="connsiteX7" fmla="*/ 68249 w 2915191"/>
                <a:gd name="connsiteY7" fmla="*/ 539649 h 600227"/>
                <a:gd name="connsiteX8" fmla="*/ 77998 w 2915191"/>
                <a:gd name="connsiteY8" fmla="*/ 530304 h 600227"/>
                <a:gd name="connsiteX9" fmla="*/ 87748 w 2915191"/>
                <a:gd name="connsiteY9" fmla="*/ 516989 h 600227"/>
                <a:gd name="connsiteX10" fmla="*/ 97497 w 2915191"/>
                <a:gd name="connsiteY10" fmla="*/ 526476 h 600227"/>
                <a:gd name="connsiteX11" fmla="*/ 107247 w 2915191"/>
                <a:gd name="connsiteY11" fmla="*/ 546480 h 600227"/>
                <a:gd name="connsiteX12" fmla="*/ 116997 w 2915191"/>
                <a:gd name="connsiteY12" fmla="*/ 553381 h 600227"/>
                <a:gd name="connsiteX13" fmla="*/ 126747 w 2915191"/>
                <a:gd name="connsiteY13" fmla="*/ 550985 h 600227"/>
                <a:gd name="connsiteX14" fmla="*/ 136497 w 2915191"/>
                <a:gd name="connsiteY14" fmla="*/ 590348 h 600227"/>
                <a:gd name="connsiteX15" fmla="*/ 146247 w 2915191"/>
                <a:gd name="connsiteY15" fmla="*/ 568943 h 600227"/>
                <a:gd name="connsiteX16" fmla="*/ 155997 w 2915191"/>
                <a:gd name="connsiteY16" fmla="*/ 600228 h 600227"/>
                <a:gd name="connsiteX17" fmla="*/ 165747 w 2915191"/>
                <a:gd name="connsiteY17" fmla="*/ 546928 h 600227"/>
                <a:gd name="connsiteX18" fmla="*/ 175497 w 2915191"/>
                <a:gd name="connsiteY18" fmla="*/ 588867 h 600227"/>
                <a:gd name="connsiteX19" fmla="*/ 185247 w 2915191"/>
                <a:gd name="connsiteY19" fmla="*/ 559546 h 600227"/>
                <a:gd name="connsiteX20" fmla="*/ 194996 w 2915191"/>
                <a:gd name="connsiteY20" fmla="*/ 557600 h 600227"/>
                <a:gd name="connsiteX21" fmla="*/ 204746 w 2915191"/>
                <a:gd name="connsiteY21" fmla="*/ 491716 h 600227"/>
                <a:gd name="connsiteX22" fmla="*/ 214495 w 2915191"/>
                <a:gd name="connsiteY22" fmla="*/ 479655 h 600227"/>
                <a:gd name="connsiteX23" fmla="*/ 224245 w 2915191"/>
                <a:gd name="connsiteY23" fmla="*/ 485391 h 600227"/>
                <a:gd name="connsiteX24" fmla="*/ 233995 w 2915191"/>
                <a:gd name="connsiteY24" fmla="*/ 463583 h 600227"/>
                <a:gd name="connsiteX25" fmla="*/ 243744 w 2915191"/>
                <a:gd name="connsiteY25" fmla="*/ 453424 h 600227"/>
                <a:gd name="connsiteX26" fmla="*/ 253494 w 2915191"/>
                <a:gd name="connsiteY26" fmla="*/ 484597 h 600227"/>
                <a:gd name="connsiteX27" fmla="*/ 263244 w 2915191"/>
                <a:gd name="connsiteY27" fmla="*/ 474957 h 600227"/>
                <a:gd name="connsiteX28" fmla="*/ 272994 w 2915191"/>
                <a:gd name="connsiteY28" fmla="*/ 449262 h 600227"/>
                <a:gd name="connsiteX29" fmla="*/ 282744 w 2915191"/>
                <a:gd name="connsiteY29" fmla="*/ 450573 h 600227"/>
                <a:gd name="connsiteX30" fmla="*/ 292494 w 2915191"/>
                <a:gd name="connsiteY30" fmla="*/ 414811 h 600227"/>
                <a:gd name="connsiteX31" fmla="*/ 302244 w 2915191"/>
                <a:gd name="connsiteY31" fmla="*/ 385814 h 600227"/>
                <a:gd name="connsiteX32" fmla="*/ 311994 w 2915191"/>
                <a:gd name="connsiteY32" fmla="*/ 374870 h 600227"/>
                <a:gd name="connsiteX33" fmla="*/ 321744 w 2915191"/>
                <a:gd name="connsiteY33" fmla="*/ 346766 h 600227"/>
                <a:gd name="connsiteX34" fmla="*/ 331493 w 2915191"/>
                <a:gd name="connsiteY34" fmla="*/ 353125 h 600227"/>
                <a:gd name="connsiteX35" fmla="*/ 341243 w 2915191"/>
                <a:gd name="connsiteY35" fmla="*/ 320765 h 600227"/>
                <a:gd name="connsiteX36" fmla="*/ 350993 w 2915191"/>
                <a:gd name="connsiteY36" fmla="*/ 308296 h 600227"/>
                <a:gd name="connsiteX37" fmla="*/ 360742 w 2915191"/>
                <a:gd name="connsiteY37" fmla="*/ 312114 h 600227"/>
                <a:gd name="connsiteX38" fmla="*/ 370492 w 2915191"/>
                <a:gd name="connsiteY38" fmla="*/ 289213 h 600227"/>
                <a:gd name="connsiteX39" fmla="*/ 380241 w 2915191"/>
                <a:gd name="connsiteY39" fmla="*/ 285694 h 600227"/>
                <a:gd name="connsiteX40" fmla="*/ 389991 w 2915191"/>
                <a:gd name="connsiteY40" fmla="*/ 287086 h 600227"/>
                <a:gd name="connsiteX41" fmla="*/ 399741 w 2915191"/>
                <a:gd name="connsiteY41" fmla="*/ 268776 h 600227"/>
                <a:gd name="connsiteX42" fmla="*/ 409491 w 2915191"/>
                <a:gd name="connsiteY42" fmla="*/ 256078 h 600227"/>
                <a:gd name="connsiteX43" fmla="*/ 419241 w 2915191"/>
                <a:gd name="connsiteY43" fmla="*/ 242809 h 600227"/>
                <a:gd name="connsiteX44" fmla="*/ 428991 w 2915191"/>
                <a:gd name="connsiteY44" fmla="*/ 255753 h 600227"/>
                <a:gd name="connsiteX45" fmla="*/ 438741 w 2915191"/>
                <a:gd name="connsiteY45" fmla="*/ 264092 h 600227"/>
                <a:gd name="connsiteX46" fmla="*/ 448491 w 2915191"/>
                <a:gd name="connsiteY46" fmla="*/ 238510 h 600227"/>
                <a:gd name="connsiteX47" fmla="*/ 458241 w 2915191"/>
                <a:gd name="connsiteY47" fmla="*/ 248657 h 600227"/>
                <a:gd name="connsiteX48" fmla="*/ 467991 w 2915191"/>
                <a:gd name="connsiteY48" fmla="*/ 229482 h 600227"/>
                <a:gd name="connsiteX49" fmla="*/ 477740 w 2915191"/>
                <a:gd name="connsiteY49" fmla="*/ 197073 h 600227"/>
                <a:gd name="connsiteX50" fmla="*/ 487490 w 2915191"/>
                <a:gd name="connsiteY50" fmla="*/ 255154 h 600227"/>
                <a:gd name="connsiteX51" fmla="*/ 497239 w 2915191"/>
                <a:gd name="connsiteY51" fmla="*/ 292406 h 600227"/>
                <a:gd name="connsiteX52" fmla="*/ 506989 w 2915191"/>
                <a:gd name="connsiteY52" fmla="*/ 308436 h 600227"/>
                <a:gd name="connsiteX53" fmla="*/ 516738 w 2915191"/>
                <a:gd name="connsiteY53" fmla="*/ 314354 h 600227"/>
                <a:gd name="connsiteX54" fmla="*/ 526488 w 2915191"/>
                <a:gd name="connsiteY54" fmla="*/ 316420 h 600227"/>
                <a:gd name="connsiteX55" fmla="*/ 536238 w 2915191"/>
                <a:gd name="connsiteY55" fmla="*/ 314111 h 600227"/>
                <a:gd name="connsiteX56" fmla="*/ 545988 w 2915191"/>
                <a:gd name="connsiteY56" fmla="*/ 322970 h 600227"/>
                <a:gd name="connsiteX57" fmla="*/ 555738 w 2915191"/>
                <a:gd name="connsiteY57" fmla="*/ 350147 h 600227"/>
                <a:gd name="connsiteX58" fmla="*/ 565488 w 2915191"/>
                <a:gd name="connsiteY58" fmla="*/ 345920 h 600227"/>
                <a:gd name="connsiteX59" fmla="*/ 575238 w 2915191"/>
                <a:gd name="connsiteY59" fmla="*/ 347723 h 600227"/>
                <a:gd name="connsiteX60" fmla="*/ 584988 w 2915191"/>
                <a:gd name="connsiteY60" fmla="*/ 361846 h 600227"/>
                <a:gd name="connsiteX61" fmla="*/ 594738 w 2915191"/>
                <a:gd name="connsiteY61" fmla="*/ 377570 h 600227"/>
                <a:gd name="connsiteX62" fmla="*/ 604488 w 2915191"/>
                <a:gd name="connsiteY62" fmla="*/ 383565 h 600227"/>
                <a:gd name="connsiteX63" fmla="*/ 614237 w 2915191"/>
                <a:gd name="connsiteY63" fmla="*/ 409543 h 600227"/>
                <a:gd name="connsiteX64" fmla="*/ 623987 w 2915191"/>
                <a:gd name="connsiteY64" fmla="*/ 397381 h 600227"/>
                <a:gd name="connsiteX65" fmla="*/ 633736 w 2915191"/>
                <a:gd name="connsiteY65" fmla="*/ 413477 h 600227"/>
                <a:gd name="connsiteX66" fmla="*/ 643486 w 2915191"/>
                <a:gd name="connsiteY66" fmla="*/ 415428 h 600227"/>
                <a:gd name="connsiteX67" fmla="*/ 653236 w 2915191"/>
                <a:gd name="connsiteY67" fmla="*/ 415713 h 600227"/>
                <a:gd name="connsiteX68" fmla="*/ 662985 w 2915191"/>
                <a:gd name="connsiteY68" fmla="*/ 428060 h 600227"/>
                <a:gd name="connsiteX69" fmla="*/ 672735 w 2915191"/>
                <a:gd name="connsiteY69" fmla="*/ 372506 h 600227"/>
                <a:gd name="connsiteX70" fmla="*/ 682485 w 2915191"/>
                <a:gd name="connsiteY70" fmla="*/ 369550 h 600227"/>
                <a:gd name="connsiteX71" fmla="*/ 692235 w 2915191"/>
                <a:gd name="connsiteY71" fmla="*/ 388671 h 600227"/>
                <a:gd name="connsiteX72" fmla="*/ 701985 w 2915191"/>
                <a:gd name="connsiteY72" fmla="*/ 383410 h 600227"/>
                <a:gd name="connsiteX73" fmla="*/ 711735 w 2915191"/>
                <a:gd name="connsiteY73" fmla="*/ 382432 h 600227"/>
                <a:gd name="connsiteX74" fmla="*/ 721485 w 2915191"/>
                <a:gd name="connsiteY74" fmla="*/ 383676 h 600227"/>
                <a:gd name="connsiteX75" fmla="*/ 731235 w 2915191"/>
                <a:gd name="connsiteY75" fmla="*/ 375371 h 600227"/>
                <a:gd name="connsiteX76" fmla="*/ 740985 w 2915191"/>
                <a:gd name="connsiteY76" fmla="*/ 421482 h 600227"/>
                <a:gd name="connsiteX77" fmla="*/ 750734 w 2915191"/>
                <a:gd name="connsiteY77" fmla="*/ 431418 h 600227"/>
                <a:gd name="connsiteX78" fmla="*/ 760484 w 2915191"/>
                <a:gd name="connsiteY78" fmla="*/ 437401 h 600227"/>
                <a:gd name="connsiteX79" fmla="*/ 770233 w 2915191"/>
                <a:gd name="connsiteY79" fmla="*/ 460456 h 600227"/>
                <a:gd name="connsiteX80" fmla="*/ 779983 w 2915191"/>
                <a:gd name="connsiteY80" fmla="*/ 453704 h 600227"/>
                <a:gd name="connsiteX81" fmla="*/ 789733 w 2915191"/>
                <a:gd name="connsiteY81" fmla="*/ 476383 h 600227"/>
                <a:gd name="connsiteX82" fmla="*/ 799482 w 2915191"/>
                <a:gd name="connsiteY82" fmla="*/ 484977 h 600227"/>
                <a:gd name="connsiteX83" fmla="*/ 809232 w 2915191"/>
                <a:gd name="connsiteY83" fmla="*/ 492724 h 600227"/>
                <a:gd name="connsiteX84" fmla="*/ 818982 w 2915191"/>
                <a:gd name="connsiteY84" fmla="*/ 487441 h 600227"/>
                <a:gd name="connsiteX85" fmla="*/ 828732 w 2915191"/>
                <a:gd name="connsiteY85" fmla="*/ 482919 h 600227"/>
                <a:gd name="connsiteX86" fmla="*/ 838482 w 2915191"/>
                <a:gd name="connsiteY86" fmla="*/ 508121 h 600227"/>
                <a:gd name="connsiteX87" fmla="*/ 848232 w 2915191"/>
                <a:gd name="connsiteY87" fmla="*/ 495847 h 600227"/>
                <a:gd name="connsiteX88" fmla="*/ 857982 w 2915191"/>
                <a:gd name="connsiteY88" fmla="*/ 461003 h 600227"/>
                <a:gd name="connsiteX89" fmla="*/ 867732 w 2915191"/>
                <a:gd name="connsiteY89" fmla="*/ 437681 h 600227"/>
                <a:gd name="connsiteX90" fmla="*/ 877482 w 2915191"/>
                <a:gd name="connsiteY90" fmla="*/ 461192 h 600227"/>
                <a:gd name="connsiteX91" fmla="*/ 887231 w 2915191"/>
                <a:gd name="connsiteY91" fmla="*/ 437528 h 600227"/>
                <a:gd name="connsiteX92" fmla="*/ 896981 w 2915191"/>
                <a:gd name="connsiteY92" fmla="*/ 427981 h 600227"/>
                <a:gd name="connsiteX93" fmla="*/ 906730 w 2915191"/>
                <a:gd name="connsiteY93" fmla="*/ 450243 h 600227"/>
                <a:gd name="connsiteX94" fmla="*/ 916480 w 2915191"/>
                <a:gd name="connsiteY94" fmla="*/ 458953 h 600227"/>
                <a:gd name="connsiteX95" fmla="*/ 926230 w 2915191"/>
                <a:gd name="connsiteY95" fmla="*/ 444314 h 600227"/>
                <a:gd name="connsiteX96" fmla="*/ 935979 w 2915191"/>
                <a:gd name="connsiteY96" fmla="*/ 425881 h 600227"/>
                <a:gd name="connsiteX97" fmla="*/ 945729 w 2915191"/>
                <a:gd name="connsiteY97" fmla="*/ 417930 h 600227"/>
                <a:gd name="connsiteX98" fmla="*/ 955479 w 2915191"/>
                <a:gd name="connsiteY98" fmla="*/ 422075 h 600227"/>
                <a:gd name="connsiteX99" fmla="*/ 965229 w 2915191"/>
                <a:gd name="connsiteY99" fmla="*/ 405909 h 600227"/>
                <a:gd name="connsiteX100" fmla="*/ 974979 w 2915191"/>
                <a:gd name="connsiteY100" fmla="*/ 415084 h 600227"/>
                <a:gd name="connsiteX101" fmla="*/ 984729 w 2915191"/>
                <a:gd name="connsiteY101" fmla="*/ 397786 h 600227"/>
                <a:gd name="connsiteX102" fmla="*/ 994474 w 2915191"/>
                <a:gd name="connsiteY102" fmla="*/ 398491 h 600227"/>
                <a:gd name="connsiteX103" fmla="*/ 1004233 w 2915191"/>
                <a:gd name="connsiteY103" fmla="*/ 370252 h 600227"/>
                <a:gd name="connsiteX104" fmla="*/ 1013977 w 2915191"/>
                <a:gd name="connsiteY104" fmla="*/ 353918 h 600227"/>
                <a:gd name="connsiteX105" fmla="*/ 1023721 w 2915191"/>
                <a:gd name="connsiteY105" fmla="*/ 401869 h 600227"/>
                <a:gd name="connsiteX106" fmla="*/ 1033480 w 2915191"/>
                <a:gd name="connsiteY106" fmla="*/ 395227 h 600227"/>
                <a:gd name="connsiteX107" fmla="*/ 1043224 w 2915191"/>
                <a:gd name="connsiteY107" fmla="*/ 422148 h 600227"/>
                <a:gd name="connsiteX108" fmla="*/ 1052983 w 2915191"/>
                <a:gd name="connsiteY108" fmla="*/ 385486 h 600227"/>
                <a:gd name="connsiteX109" fmla="*/ 1062727 w 2915191"/>
                <a:gd name="connsiteY109" fmla="*/ 384428 h 600227"/>
                <a:gd name="connsiteX110" fmla="*/ 1072471 w 2915191"/>
                <a:gd name="connsiteY110" fmla="*/ 409488 h 600227"/>
                <a:gd name="connsiteX111" fmla="*/ 1082230 w 2915191"/>
                <a:gd name="connsiteY111" fmla="*/ 426546 h 600227"/>
                <a:gd name="connsiteX112" fmla="*/ 1091973 w 2915191"/>
                <a:gd name="connsiteY112" fmla="*/ 388153 h 600227"/>
                <a:gd name="connsiteX113" fmla="*/ 1101732 w 2915191"/>
                <a:gd name="connsiteY113" fmla="*/ 392840 h 600227"/>
                <a:gd name="connsiteX114" fmla="*/ 1111476 w 2915191"/>
                <a:gd name="connsiteY114" fmla="*/ 397783 h 600227"/>
                <a:gd name="connsiteX115" fmla="*/ 1121220 w 2915191"/>
                <a:gd name="connsiteY115" fmla="*/ 343058 h 600227"/>
                <a:gd name="connsiteX116" fmla="*/ 1130979 w 2915191"/>
                <a:gd name="connsiteY116" fmla="*/ 387582 h 600227"/>
                <a:gd name="connsiteX117" fmla="*/ 1140723 w 2915191"/>
                <a:gd name="connsiteY117" fmla="*/ 366874 h 600227"/>
                <a:gd name="connsiteX118" fmla="*/ 1150482 w 2915191"/>
                <a:gd name="connsiteY118" fmla="*/ 387025 h 600227"/>
                <a:gd name="connsiteX119" fmla="*/ 1160226 w 2915191"/>
                <a:gd name="connsiteY119" fmla="*/ 412520 h 600227"/>
                <a:gd name="connsiteX120" fmla="*/ 1169969 w 2915191"/>
                <a:gd name="connsiteY120" fmla="*/ 426431 h 600227"/>
                <a:gd name="connsiteX121" fmla="*/ 1179728 w 2915191"/>
                <a:gd name="connsiteY121" fmla="*/ 424570 h 600227"/>
                <a:gd name="connsiteX122" fmla="*/ 1189472 w 2915191"/>
                <a:gd name="connsiteY122" fmla="*/ 402723 h 600227"/>
                <a:gd name="connsiteX123" fmla="*/ 1199231 w 2915191"/>
                <a:gd name="connsiteY123" fmla="*/ 393026 h 600227"/>
                <a:gd name="connsiteX124" fmla="*/ 1208975 w 2915191"/>
                <a:gd name="connsiteY124" fmla="*/ 400042 h 600227"/>
                <a:gd name="connsiteX125" fmla="*/ 1218719 w 2915191"/>
                <a:gd name="connsiteY125" fmla="*/ 405433 h 600227"/>
                <a:gd name="connsiteX126" fmla="*/ 1228478 w 2915191"/>
                <a:gd name="connsiteY126" fmla="*/ 424669 h 600227"/>
                <a:gd name="connsiteX127" fmla="*/ 1238222 w 2915191"/>
                <a:gd name="connsiteY127" fmla="*/ 411447 h 600227"/>
                <a:gd name="connsiteX128" fmla="*/ 1247966 w 2915191"/>
                <a:gd name="connsiteY128" fmla="*/ 387677 h 600227"/>
                <a:gd name="connsiteX129" fmla="*/ 1257725 w 2915191"/>
                <a:gd name="connsiteY129" fmla="*/ 346066 h 600227"/>
                <a:gd name="connsiteX130" fmla="*/ 1267469 w 2915191"/>
                <a:gd name="connsiteY130" fmla="*/ 335494 h 600227"/>
                <a:gd name="connsiteX131" fmla="*/ 1277227 w 2915191"/>
                <a:gd name="connsiteY131" fmla="*/ 337803 h 600227"/>
                <a:gd name="connsiteX132" fmla="*/ 1286971 w 2915191"/>
                <a:gd name="connsiteY132" fmla="*/ 337009 h 600227"/>
                <a:gd name="connsiteX133" fmla="*/ 1296715 w 2915191"/>
                <a:gd name="connsiteY133" fmla="*/ 334965 h 600227"/>
                <a:gd name="connsiteX134" fmla="*/ 1306474 w 2915191"/>
                <a:gd name="connsiteY134" fmla="*/ 356480 h 600227"/>
                <a:gd name="connsiteX135" fmla="*/ 1316218 w 2915191"/>
                <a:gd name="connsiteY135" fmla="*/ 334163 h 600227"/>
                <a:gd name="connsiteX136" fmla="*/ 1325977 w 2915191"/>
                <a:gd name="connsiteY136" fmla="*/ 305095 h 600227"/>
                <a:gd name="connsiteX137" fmla="*/ 1335721 w 2915191"/>
                <a:gd name="connsiteY137" fmla="*/ 299549 h 600227"/>
                <a:gd name="connsiteX138" fmla="*/ 1345465 w 2915191"/>
                <a:gd name="connsiteY138" fmla="*/ 295039 h 600227"/>
                <a:gd name="connsiteX139" fmla="*/ 1355224 w 2915191"/>
                <a:gd name="connsiteY139" fmla="*/ 276945 h 600227"/>
                <a:gd name="connsiteX140" fmla="*/ 1364967 w 2915191"/>
                <a:gd name="connsiteY140" fmla="*/ 284459 h 600227"/>
                <a:gd name="connsiteX141" fmla="*/ 1374726 w 2915191"/>
                <a:gd name="connsiteY141" fmla="*/ 291521 h 600227"/>
                <a:gd name="connsiteX142" fmla="*/ 1384470 w 2915191"/>
                <a:gd name="connsiteY142" fmla="*/ 306703 h 600227"/>
                <a:gd name="connsiteX143" fmla="*/ 1394214 w 2915191"/>
                <a:gd name="connsiteY143" fmla="*/ 280761 h 600227"/>
                <a:gd name="connsiteX144" fmla="*/ 1403973 w 2915191"/>
                <a:gd name="connsiteY144" fmla="*/ 292485 h 600227"/>
                <a:gd name="connsiteX145" fmla="*/ 1413717 w 2915191"/>
                <a:gd name="connsiteY145" fmla="*/ 283352 h 600227"/>
                <a:gd name="connsiteX146" fmla="*/ 1423476 w 2915191"/>
                <a:gd name="connsiteY146" fmla="*/ 264198 h 600227"/>
                <a:gd name="connsiteX147" fmla="*/ 1433220 w 2915191"/>
                <a:gd name="connsiteY147" fmla="*/ 237587 h 600227"/>
                <a:gd name="connsiteX148" fmla="*/ 1442964 w 2915191"/>
                <a:gd name="connsiteY148" fmla="*/ 244872 h 600227"/>
                <a:gd name="connsiteX149" fmla="*/ 1452722 w 2915191"/>
                <a:gd name="connsiteY149" fmla="*/ 256327 h 600227"/>
                <a:gd name="connsiteX150" fmla="*/ 1462466 w 2915191"/>
                <a:gd name="connsiteY150" fmla="*/ 263247 h 600227"/>
                <a:gd name="connsiteX151" fmla="*/ 1472225 w 2915191"/>
                <a:gd name="connsiteY151" fmla="*/ 230751 h 600227"/>
                <a:gd name="connsiteX152" fmla="*/ 1481969 w 2915191"/>
                <a:gd name="connsiteY152" fmla="*/ 250944 h 600227"/>
                <a:gd name="connsiteX153" fmla="*/ 1491713 w 2915191"/>
                <a:gd name="connsiteY153" fmla="*/ 232011 h 600227"/>
                <a:gd name="connsiteX154" fmla="*/ 1501472 w 2915191"/>
                <a:gd name="connsiteY154" fmla="*/ 243381 h 600227"/>
                <a:gd name="connsiteX155" fmla="*/ 1511216 w 2915191"/>
                <a:gd name="connsiteY155" fmla="*/ 247593 h 600227"/>
                <a:gd name="connsiteX156" fmla="*/ 1520960 w 2915191"/>
                <a:gd name="connsiteY156" fmla="*/ 263457 h 600227"/>
                <a:gd name="connsiteX157" fmla="*/ 1530719 w 2915191"/>
                <a:gd name="connsiteY157" fmla="*/ 266616 h 600227"/>
                <a:gd name="connsiteX158" fmla="*/ 1540463 w 2915191"/>
                <a:gd name="connsiteY158" fmla="*/ 298863 h 600227"/>
                <a:gd name="connsiteX159" fmla="*/ 1550221 w 2915191"/>
                <a:gd name="connsiteY159" fmla="*/ 324305 h 600227"/>
                <a:gd name="connsiteX160" fmla="*/ 1559965 w 2915191"/>
                <a:gd name="connsiteY160" fmla="*/ 325799 h 600227"/>
                <a:gd name="connsiteX161" fmla="*/ 1569709 w 2915191"/>
                <a:gd name="connsiteY161" fmla="*/ 334537 h 600227"/>
                <a:gd name="connsiteX162" fmla="*/ 1579468 w 2915191"/>
                <a:gd name="connsiteY162" fmla="*/ 343010 h 600227"/>
                <a:gd name="connsiteX163" fmla="*/ 1589212 w 2915191"/>
                <a:gd name="connsiteY163" fmla="*/ 341103 h 600227"/>
                <a:gd name="connsiteX164" fmla="*/ 1598971 w 2915191"/>
                <a:gd name="connsiteY164" fmla="*/ 303954 h 600227"/>
                <a:gd name="connsiteX165" fmla="*/ 1608715 w 2915191"/>
                <a:gd name="connsiteY165" fmla="*/ 300639 h 600227"/>
                <a:gd name="connsiteX166" fmla="*/ 1618459 w 2915191"/>
                <a:gd name="connsiteY166" fmla="*/ 301962 h 600227"/>
                <a:gd name="connsiteX167" fmla="*/ 1628218 w 2915191"/>
                <a:gd name="connsiteY167" fmla="*/ 304190 h 600227"/>
                <a:gd name="connsiteX168" fmla="*/ 1637962 w 2915191"/>
                <a:gd name="connsiteY168" fmla="*/ 266422 h 600227"/>
                <a:gd name="connsiteX169" fmla="*/ 1647720 w 2915191"/>
                <a:gd name="connsiteY169" fmla="*/ 259850 h 600227"/>
                <a:gd name="connsiteX170" fmla="*/ 1657464 w 2915191"/>
                <a:gd name="connsiteY170" fmla="*/ 241158 h 600227"/>
                <a:gd name="connsiteX171" fmla="*/ 1667208 w 2915191"/>
                <a:gd name="connsiteY171" fmla="*/ 229489 h 600227"/>
                <a:gd name="connsiteX172" fmla="*/ 1676967 w 2915191"/>
                <a:gd name="connsiteY172" fmla="*/ 227835 h 600227"/>
                <a:gd name="connsiteX173" fmla="*/ 1686711 w 2915191"/>
                <a:gd name="connsiteY173" fmla="*/ 279140 h 600227"/>
                <a:gd name="connsiteX174" fmla="*/ 1696470 w 2915191"/>
                <a:gd name="connsiteY174" fmla="*/ 248165 h 600227"/>
                <a:gd name="connsiteX175" fmla="*/ 1706214 w 2915191"/>
                <a:gd name="connsiteY175" fmla="*/ 209198 h 600227"/>
                <a:gd name="connsiteX176" fmla="*/ 1715958 w 2915191"/>
                <a:gd name="connsiteY176" fmla="*/ 196416 h 600227"/>
                <a:gd name="connsiteX177" fmla="*/ 1725716 w 2915191"/>
                <a:gd name="connsiteY177" fmla="*/ 210344 h 600227"/>
                <a:gd name="connsiteX178" fmla="*/ 1735460 w 2915191"/>
                <a:gd name="connsiteY178" fmla="*/ 230027 h 600227"/>
                <a:gd name="connsiteX179" fmla="*/ 1745219 w 2915191"/>
                <a:gd name="connsiteY179" fmla="*/ 215509 h 600227"/>
                <a:gd name="connsiteX180" fmla="*/ 1754963 w 2915191"/>
                <a:gd name="connsiteY180" fmla="*/ 230791 h 600227"/>
                <a:gd name="connsiteX181" fmla="*/ 1764707 w 2915191"/>
                <a:gd name="connsiteY181" fmla="*/ 217036 h 600227"/>
                <a:gd name="connsiteX182" fmla="*/ 1774466 w 2915191"/>
                <a:gd name="connsiteY182" fmla="*/ 238624 h 600227"/>
                <a:gd name="connsiteX183" fmla="*/ 1784210 w 2915191"/>
                <a:gd name="connsiteY183" fmla="*/ 222287 h 600227"/>
                <a:gd name="connsiteX184" fmla="*/ 1793969 w 2915191"/>
                <a:gd name="connsiteY184" fmla="*/ 245036 h 600227"/>
                <a:gd name="connsiteX185" fmla="*/ 1803713 w 2915191"/>
                <a:gd name="connsiteY185" fmla="*/ 239765 h 600227"/>
                <a:gd name="connsiteX186" fmla="*/ 1813457 w 2915191"/>
                <a:gd name="connsiteY186" fmla="*/ 257907 h 600227"/>
                <a:gd name="connsiteX187" fmla="*/ 1823215 w 2915191"/>
                <a:gd name="connsiteY187" fmla="*/ 221286 h 600227"/>
                <a:gd name="connsiteX188" fmla="*/ 1832959 w 2915191"/>
                <a:gd name="connsiteY188" fmla="*/ 236541 h 600227"/>
                <a:gd name="connsiteX189" fmla="*/ 1842703 w 2915191"/>
                <a:gd name="connsiteY189" fmla="*/ 236879 h 600227"/>
                <a:gd name="connsiteX190" fmla="*/ 1852462 w 2915191"/>
                <a:gd name="connsiteY190" fmla="*/ 262231 h 600227"/>
                <a:gd name="connsiteX191" fmla="*/ 1862206 w 2915191"/>
                <a:gd name="connsiteY191" fmla="*/ 278176 h 600227"/>
                <a:gd name="connsiteX192" fmla="*/ 1871965 w 2915191"/>
                <a:gd name="connsiteY192" fmla="*/ 283475 h 600227"/>
                <a:gd name="connsiteX193" fmla="*/ 1881709 w 2915191"/>
                <a:gd name="connsiteY193" fmla="*/ 265057 h 600227"/>
                <a:gd name="connsiteX194" fmla="*/ 1891453 w 2915191"/>
                <a:gd name="connsiteY194" fmla="*/ 259877 h 600227"/>
                <a:gd name="connsiteX195" fmla="*/ 1901212 w 2915191"/>
                <a:gd name="connsiteY195" fmla="*/ 269144 h 600227"/>
                <a:gd name="connsiteX196" fmla="*/ 1910956 w 2915191"/>
                <a:gd name="connsiteY196" fmla="*/ 286135 h 600227"/>
                <a:gd name="connsiteX197" fmla="*/ 1920714 w 2915191"/>
                <a:gd name="connsiteY197" fmla="*/ 285475 h 600227"/>
                <a:gd name="connsiteX198" fmla="*/ 1930458 w 2915191"/>
                <a:gd name="connsiteY198" fmla="*/ 292515 h 600227"/>
                <a:gd name="connsiteX199" fmla="*/ 1940202 w 2915191"/>
                <a:gd name="connsiteY199" fmla="*/ 325744 h 600227"/>
                <a:gd name="connsiteX200" fmla="*/ 1949961 w 2915191"/>
                <a:gd name="connsiteY200" fmla="*/ 361604 h 600227"/>
                <a:gd name="connsiteX201" fmla="*/ 1959705 w 2915191"/>
                <a:gd name="connsiteY201" fmla="*/ 362178 h 600227"/>
                <a:gd name="connsiteX202" fmla="*/ 1969464 w 2915191"/>
                <a:gd name="connsiteY202" fmla="*/ 378474 h 600227"/>
                <a:gd name="connsiteX203" fmla="*/ 1979208 w 2915191"/>
                <a:gd name="connsiteY203" fmla="*/ 365922 h 600227"/>
                <a:gd name="connsiteX204" fmla="*/ 1988952 w 2915191"/>
                <a:gd name="connsiteY204" fmla="*/ 331619 h 600227"/>
                <a:gd name="connsiteX205" fmla="*/ 1998711 w 2915191"/>
                <a:gd name="connsiteY205" fmla="*/ 318825 h 600227"/>
                <a:gd name="connsiteX206" fmla="*/ 2008454 w 2915191"/>
                <a:gd name="connsiteY206" fmla="*/ 300627 h 600227"/>
                <a:gd name="connsiteX207" fmla="*/ 2018213 w 2915191"/>
                <a:gd name="connsiteY207" fmla="*/ 321960 h 600227"/>
                <a:gd name="connsiteX208" fmla="*/ 2027957 w 2915191"/>
                <a:gd name="connsiteY208" fmla="*/ 350461 h 600227"/>
                <a:gd name="connsiteX209" fmla="*/ 2037701 w 2915191"/>
                <a:gd name="connsiteY209" fmla="*/ 348668 h 600227"/>
                <a:gd name="connsiteX210" fmla="*/ 2047460 w 2915191"/>
                <a:gd name="connsiteY210" fmla="*/ 377878 h 600227"/>
                <a:gd name="connsiteX211" fmla="*/ 2057204 w 2915191"/>
                <a:gd name="connsiteY211" fmla="*/ 394866 h 600227"/>
                <a:gd name="connsiteX212" fmla="*/ 2066963 w 2915191"/>
                <a:gd name="connsiteY212" fmla="*/ 397958 h 600227"/>
                <a:gd name="connsiteX213" fmla="*/ 2076707 w 2915191"/>
                <a:gd name="connsiteY213" fmla="*/ 408898 h 600227"/>
                <a:gd name="connsiteX214" fmla="*/ 2086451 w 2915191"/>
                <a:gd name="connsiteY214" fmla="*/ 368185 h 600227"/>
                <a:gd name="connsiteX215" fmla="*/ 2096210 w 2915191"/>
                <a:gd name="connsiteY215" fmla="*/ 376454 h 600227"/>
                <a:gd name="connsiteX216" fmla="*/ 2105954 w 2915191"/>
                <a:gd name="connsiteY216" fmla="*/ 385149 h 600227"/>
                <a:gd name="connsiteX217" fmla="*/ 2115697 w 2915191"/>
                <a:gd name="connsiteY217" fmla="*/ 376465 h 600227"/>
                <a:gd name="connsiteX218" fmla="*/ 2125456 w 2915191"/>
                <a:gd name="connsiteY218" fmla="*/ 375168 h 600227"/>
                <a:gd name="connsiteX219" fmla="*/ 2135200 w 2915191"/>
                <a:gd name="connsiteY219" fmla="*/ 382597 h 600227"/>
                <a:gd name="connsiteX220" fmla="*/ 2144959 w 2915191"/>
                <a:gd name="connsiteY220" fmla="*/ 419219 h 600227"/>
                <a:gd name="connsiteX221" fmla="*/ 2154703 w 2915191"/>
                <a:gd name="connsiteY221" fmla="*/ 422711 h 600227"/>
                <a:gd name="connsiteX222" fmla="*/ 2164447 w 2915191"/>
                <a:gd name="connsiteY222" fmla="*/ 421930 h 600227"/>
                <a:gd name="connsiteX223" fmla="*/ 2174206 w 2915191"/>
                <a:gd name="connsiteY223" fmla="*/ 421382 h 600227"/>
                <a:gd name="connsiteX224" fmla="*/ 2183950 w 2915191"/>
                <a:gd name="connsiteY224" fmla="*/ 425937 h 600227"/>
                <a:gd name="connsiteX225" fmla="*/ 2193709 w 2915191"/>
                <a:gd name="connsiteY225" fmla="*/ 401961 h 600227"/>
                <a:gd name="connsiteX226" fmla="*/ 2203452 w 2915191"/>
                <a:gd name="connsiteY226" fmla="*/ 349065 h 600227"/>
                <a:gd name="connsiteX227" fmla="*/ 2213196 w 2915191"/>
                <a:gd name="connsiteY227" fmla="*/ 329858 h 600227"/>
                <a:gd name="connsiteX228" fmla="*/ 2222955 w 2915191"/>
                <a:gd name="connsiteY228" fmla="*/ 304337 h 600227"/>
                <a:gd name="connsiteX229" fmla="*/ 2232699 w 2915191"/>
                <a:gd name="connsiteY229" fmla="*/ 279207 h 600227"/>
                <a:gd name="connsiteX230" fmla="*/ 2242458 w 2915191"/>
                <a:gd name="connsiteY230" fmla="*/ 276035 h 600227"/>
                <a:gd name="connsiteX231" fmla="*/ 2252202 w 2915191"/>
                <a:gd name="connsiteY231" fmla="*/ 250395 h 600227"/>
                <a:gd name="connsiteX232" fmla="*/ 2261946 w 2915191"/>
                <a:gd name="connsiteY232" fmla="*/ 231447 h 600227"/>
                <a:gd name="connsiteX233" fmla="*/ 2271705 w 2915191"/>
                <a:gd name="connsiteY233" fmla="*/ 233148 h 600227"/>
                <a:gd name="connsiteX234" fmla="*/ 2281449 w 2915191"/>
                <a:gd name="connsiteY234" fmla="*/ 245333 h 600227"/>
                <a:gd name="connsiteX235" fmla="*/ 2291208 w 2915191"/>
                <a:gd name="connsiteY235" fmla="*/ 235441 h 600227"/>
                <a:gd name="connsiteX236" fmla="*/ 2300951 w 2915191"/>
                <a:gd name="connsiteY236" fmla="*/ 227606 h 600227"/>
                <a:gd name="connsiteX237" fmla="*/ 2310695 w 2915191"/>
                <a:gd name="connsiteY237" fmla="*/ 200962 h 600227"/>
                <a:gd name="connsiteX238" fmla="*/ 2320454 w 2915191"/>
                <a:gd name="connsiteY238" fmla="*/ 223605 h 600227"/>
                <a:gd name="connsiteX239" fmla="*/ 2330198 w 2915191"/>
                <a:gd name="connsiteY239" fmla="*/ 218736 h 600227"/>
                <a:gd name="connsiteX240" fmla="*/ 2339957 w 2915191"/>
                <a:gd name="connsiteY240" fmla="*/ 192507 h 600227"/>
                <a:gd name="connsiteX241" fmla="*/ 2349701 w 2915191"/>
                <a:gd name="connsiteY241" fmla="*/ 171486 h 600227"/>
                <a:gd name="connsiteX242" fmla="*/ 2359445 w 2915191"/>
                <a:gd name="connsiteY242" fmla="*/ 154996 h 600227"/>
                <a:gd name="connsiteX243" fmla="*/ 2369204 w 2915191"/>
                <a:gd name="connsiteY243" fmla="*/ 138316 h 600227"/>
                <a:gd name="connsiteX244" fmla="*/ 2378948 w 2915191"/>
                <a:gd name="connsiteY244" fmla="*/ 124485 h 600227"/>
                <a:gd name="connsiteX245" fmla="*/ 2388692 w 2915191"/>
                <a:gd name="connsiteY245" fmla="*/ 134754 h 600227"/>
                <a:gd name="connsiteX246" fmla="*/ 2398450 w 2915191"/>
                <a:gd name="connsiteY246" fmla="*/ 124171 h 600227"/>
                <a:gd name="connsiteX247" fmla="*/ 2408194 w 2915191"/>
                <a:gd name="connsiteY247" fmla="*/ 130041 h 600227"/>
                <a:gd name="connsiteX248" fmla="*/ 2417953 w 2915191"/>
                <a:gd name="connsiteY248" fmla="*/ 129131 h 600227"/>
                <a:gd name="connsiteX249" fmla="*/ 2427697 w 2915191"/>
                <a:gd name="connsiteY249" fmla="*/ 119049 h 600227"/>
                <a:gd name="connsiteX250" fmla="*/ 2437441 w 2915191"/>
                <a:gd name="connsiteY250" fmla="*/ 158768 h 600227"/>
                <a:gd name="connsiteX251" fmla="*/ 2447200 w 2915191"/>
                <a:gd name="connsiteY251" fmla="*/ 147959 h 600227"/>
                <a:gd name="connsiteX252" fmla="*/ 2456944 w 2915191"/>
                <a:gd name="connsiteY252" fmla="*/ 128107 h 600227"/>
                <a:gd name="connsiteX253" fmla="*/ 2466703 w 2915191"/>
                <a:gd name="connsiteY253" fmla="*/ 152634 h 600227"/>
                <a:gd name="connsiteX254" fmla="*/ 2476446 w 2915191"/>
                <a:gd name="connsiteY254" fmla="*/ 138373 h 600227"/>
                <a:gd name="connsiteX255" fmla="*/ 2486190 w 2915191"/>
                <a:gd name="connsiteY255" fmla="*/ 143082 h 600227"/>
                <a:gd name="connsiteX256" fmla="*/ 2495949 w 2915191"/>
                <a:gd name="connsiteY256" fmla="*/ 96098 h 600227"/>
                <a:gd name="connsiteX257" fmla="*/ 2505693 w 2915191"/>
                <a:gd name="connsiteY257" fmla="*/ 69253 h 600227"/>
                <a:gd name="connsiteX258" fmla="*/ 2515452 w 2915191"/>
                <a:gd name="connsiteY258" fmla="*/ 31638 h 600227"/>
                <a:gd name="connsiteX259" fmla="*/ 2525196 w 2915191"/>
                <a:gd name="connsiteY259" fmla="*/ 49818 h 600227"/>
                <a:gd name="connsiteX260" fmla="*/ 2534940 w 2915191"/>
                <a:gd name="connsiteY260" fmla="*/ 15383 h 600227"/>
                <a:gd name="connsiteX261" fmla="*/ 2544699 w 2915191"/>
                <a:gd name="connsiteY261" fmla="*/ 968 h 600227"/>
                <a:gd name="connsiteX262" fmla="*/ 2554443 w 2915191"/>
                <a:gd name="connsiteY262" fmla="*/ 7436 h 600227"/>
                <a:gd name="connsiteX263" fmla="*/ 2564202 w 2915191"/>
                <a:gd name="connsiteY263" fmla="*/ 12263 h 600227"/>
                <a:gd name="connsiteX264" fmla="*/ 2573946 w 2915191"/>
                <a:gd name="connsiteY264" fmla="*/ 0 h 600227"/>
                <a:gd name="connsiteX265" fmla="*/ 2583690 w 2915191"/>
                <a:gd name="connsiteY265" fmla="*/ 7680 h 600227"/>
                <a:gd name="connsiteX266" fmla="*/ 2593448 w 2915191"/>
                <a:gd name="connsiteY266" fmla="*/ 22938 h 600227"/>
                <a:gd name="connsiteX267" fmla="*/ 2603192 w 2915191"/>
                <a:gd name="connsiteY267" fmla="*/ 50464 h 600227"/>
                <a:gd name="connsiteX268" fmla="*/ 2612951 w 2915191"/>
                <a:gd name="connsiteY268" fmla="*/ 49795 h 600227"/>
                <a:gd name="connsiteX269" fmla="*/ 2622695 w 2915191"/>
                <a:gd name="connsiteY269" fmla="*/ 48980 h 600227"/>
                <a:gd name="connsiteX270" fmla="*/ 2632439 w 2915191"/>
                <a:gd name="connsiteY270" fmla="*/ 28254 h 600227"/>
                <a:gd name="connsiteX271" fmla="*/ 2642198 w 2915191"/>
                <a:gd name="connsiteY271" fmla="*/ 19522 h 600227"/>
                <a:gd name="connsiteX272" fmla="*/ 2651942 w 2915191"/>
                <a:gd name="connsiteY272" fmla="*/ 64216 h 600227"/>
                <a:gd name="connsiteX273" fmla="*/ 2661685 w 2915191"/>
                <a:gd name="connsiteY273" fmla="*/ 72524 h 600227"/>
                <a:gd name="connsiteX274" fmla="*/ 2671444 w 2915191"/>
                <a:gd name="connsiteY274" fmla="*/ 77040 h 600227"/>
                <a:gd name="connsiteX275" fmla="*/ 2681188 w 2915191"/>
                <a:gd name="connsiteY275" fmla="*/ 108478 h 600227"/>
                <a:gd name="connsiteX276" fmla="*/ 2690947 w 2915191"/>
                <a:gd name="connsiteY276" fmla="*/ 100373 h 600227"/>
                <a:gd name="connsiteX277" fmla="*/ 2700691 w 2915191"/>
                <a:gd name="connsiteY277" fmla="*/ 80231 h 600227"/>
                <a:gd name="connsiteX278" fmla="*/ 2710435 w 2915191"/>
                <a:gd name="connsiteY278" fmla="*/ 79266 h 600227"/>
                <a:gd name="connsiteX279" fmla="*/ 2720194 w 2915191"/>
                <a:gd name="connsiteY279" fmla="*/ 73951 h 600227"/>
                <a:gd name="connsiteX280" fmla="*/ 2729938 w 2915191"/>
                <a:gd name="connsiteY280" fmla="*/ 53857 h 600227"/>
                <a:gd name="connsiteX281" fmla="*/ 2739697 w 2915191"/>
                <a:gd name="connsiteY281" fmla="*/ 57477 h 600227"/>
                <a:gd name="connsiteX282" fmla="*/ 2749441 w 2915191"/>
                <a:gd name="connsiteY282" fmla="*/ 76696 h 600227"/>
                <a:gd name="connsiteX283" fmla="*/ 2759185 w 2915191"/>
                <a:gd name="connsiteY283" fmla="*/ 54885 h 600227"/>
                <a:gd name="connsiteX284" fmla="*/ 2768943 w 2915191"/>
                <a:gd name="connsiteY284" fmla="*/ 90069 h 600227"/>
                <a:gd name="connsiteX285" fmla="*/ 2778687 w 2915191"/>
                <a:gd name="connsiteY285" fmla="*/ 112846 h 600227"/>
                <a:gd name="connsiteX286" fmla="*/ 2788446 w 2915191"/>
                <a:gd name="connsiteY286" fmla="*/ 104072 h 600227"/>
                <a:gd name="connsiteX287" fmla="*/ 2798190 w 2915191"/>
                <a:gd name="connsiteY287" fmla="*/ 134936 h 600227"/>
                <a:gd name="connsiteX288" fmla="*/ 2807934 w 2915191"/>
                <a:gd name="connsiteY288" fmla="*/ 146160 h 600227"/>
                <a:gd name="connsiteX289" fmla="*/ 2817693 w 2915191"/>
                <a:gd name="connsiteY289" fmla="*/ 138695 h 600227"/>
                <a:gd name="connsiteX290" fmla="*/ 2827437 w 2915191"/>
                <a:gd name="connsiteY290" fmla="*/ 157286 h 600227"/>
                <a:gd name="connsiteX291" fmla="*/ 2837196 w 2915191"/>
                <a:gd name="connsiteY291" fmla="*/ 145094 h 600227"/>
                <a:gd name="connsiteX292" fmla="*/ 2846940 w 2915191"/>
                <a:gd name="connsiteY292" fmla="*/ 155465 h 600227"/>
                <a:gd name="connsiteX293" fmla="*/ 2856684 w 2915191"/>
                <a:gd name="connsiteY293" fmla="*/ 151147 h 600227"/>
                <a:gd name="connsiteX294" fmla="*/ 2866442 w 2915191"/>
                <a:gd name="connsiteY294" fmla="*/ 171785 h 600227"/>
                <a:gd name="connsiteX295" fmla="*/ 2876186 w 2915191"/>
                <a:gd name="connsiteY295" fmla="*/ 145664 h 600227"/>
                <a:gd name="connsiteX296" fmla="*/ 2885945 w 2915191"/>
                <a:gd name="connsiteY296" fmla="*/ 160897 h 600227"/>
                <a:gd name="connsiteX297" fmla="*/ 2895689 w 2915191"/>
                <a:gd name="connsiteY297" fmla="*/ 171457 h 600227"/>
                <a:gd name="connsiteX298" fmla="*/ 2905433 w 2915191"/>
                <a:gd name="connsiteY298" fmla="*/ 194624 h 600227"/>
                <a:gd name="connsiteX299" fmla="*/ 2915192 w 2915191"/>
                <a:gd name="connsiteY299" fmla="*/ 190987 h 600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00227">
                  <a:moveTo>
                    <a:pt x="0" y="540695"/>
                  </a:moveTo>
                  <a:lnTo>
                    <a:pt x="9750" y="550117"/>
                  </a:lnTo>
                  <a:lnTo>
                    <a:pt x="19500" y="554402"/>
                  </a:lnTo>
                  <a:lnTo>
                    <a:pt x="29250" y="570409"/>
                  </a:lnTo>
                  <a:lnTo>
                    <a:pt x="39000" y="576866"/>
                  </a:lnTo>
                  <a:lnTo>
                    <a:pt x="48749" y="572779"/>
                  </a:lnTo>
                  <a:lnTo>
                    <a:pt x="58499" y="564764"/>
                  </a:lnTo>
                  <a:lnTo>
                    <a:pt x="68249" y="539649"/>
                  </a:lnTo>
                  <a:lnTo>
                    <a:pt x="77998" y="530304"/>
                  </a:lnTo>
                  <a:lnTo>
                    <a:pt x="87748" y="516989"/>
                  </a:lnTo>
                  <a:lnTo>
                    <a:pt x="97497" y="526476"/>
                  </a:lnTo>
                  <a:lnTo>
                    <a:pt x="107247" y="546480"/>
                  </a:lnTo>
                  <a:lnTo>
                    <a:pt x="116997" y="553381"/>
                  </a:lnTo>
                  <a:lnTo>
                    <a:pt x="126747" y="550985"/>
                  </a:lnTo>
                  <a:lnTo>
                    <a:pt x="136497" y="590348"/>
                  </a:lnTo>
                  <a:lnTo>
                    <a:pt x="146247" y="568943"/>
                  </a:lnTo>
                  <a:lnTo>
                    <a:pt x="155997" y="600228"/>
                  </a:lnTo>
                  <a:lnTo>
                    <a:pt x="165747" y="546928"/>
                  </a:lnTo>
                  <a:lnTo>
                    <a:pt x="175497" y="588867"/>
                  </a:lnTo>
                  <a:lnTo>
                    <a:pt x="185247" y="559546"/>
                  </a:lnTo>
                  <a:lnTo>
                    <a:pt x="194996" y="557600"/>
                  </a:lnTo>
                  <a:lnTo>
                    <a:pt x="204746" y="491716"/>
                  </a:lnTo>
                  <a:lnTo>
                    <a:pt x="214495" y="479655"/>
                  </a:lnTo>
                  <a:lnTo>
                    <a:pt x="224245" y="485391"/>
                  </a:lnTo>
                  <a:lnTo>
                    <a:pt x="233995" y="463583"/>
                  </a:lnTo>
                  <a:lnTo>
                    <a:pt x="243744" y="453424"/>
                  </a:lnTo>
                  <a:lnTo>
                    <a:pt x="253494" y="484597"/>
                  </a:lnTo>
                  <a:lnTo>
                    <a:pt x="263244" y="474957"/>
                  </a:lnTo>
                  <a:lnTo>
                    <a:pt x="272994" y="449262"/>
                  </a:lnTo>
                  <a:lnTo>
                    <a:pt x="282744" y="450573"/>
                  </a:lnTo>
                  <a:lnTo>
                    <a:pt x="292494" y="414811"/>
                  </a:lnTo>
                  <a:lnTo>
                    <a:pt x="302244" y="385814"/>
                  </a:lnTo>
                  <a:lnTo>
                    <a:pt x="311994" y="374870"/>
                  </a:lnTo>
                  <a:lnTo>
                    <a:pt x="321744" y="346766"/>
                  </a:lnTo>
                  <a:lnTo>
                    <a:pt x="331493" y="353125"/>
                  </a:lnTo>
                  <a:lnTo>
                    <a:pt x="341243" y="320765"/>
                  </a:lnTo>
                  <a:lnTo>
                    <a:pt x="350993" y="308296"/>
                  </a:lnTo>
                  <a:lnTo>
                    <a:pt x="360742" y="312114"/>
                  </a:lnTo>
                  <a:lnTo>
                    <a:pt x="370492" y="289213"/>
                  </a:lnTo>
                  <a:lnTo>
                    <a:pt x="380241" y="285694"/>
                  </a:lnTo>
                  <a:lnTo>
                    <a:pt x="389991" y="287086"/>
                  </a:lnTo>
                  <a:lnTo>
                    <a:pt x="399741" y="268776"/>
                  </a:lnTo>
                  <a:lnTo>
                    <a:pt x="409491" y="256078"/>
                  </a:lnTo>
                  <a:lnTo>
                    <a:pt x="419241" y="242809"/>
                  </a:lnTo>
                  <a:lnTo>
                    <a:pt x="428991" y="255753"/>
                  </a:lnTo>
                  <a:lnTo>
                    <a:pt x="438741" y="264092"/>
                  </a:lnTo>
                  <a:lnTo>
                    <a:pt x="448491" y="238510"/>
                  </a:lnTo>
                  <a:lnTo>
                    <a:pt x="458241" y="248657"/>
                  </a:lnTo>
                  <a:lnTo>
                    <a:pt x="467991" y="229482"/>
                  </a:lnTo>
                  <a:lnTo>
                    <a:pt x="477740" y="197073"/>
                  </a:lnTo>
                  <a:lnTo>
                    <a:pt x="487490" y="255154"/>
                  </a:lnTo>
                  <a:lnTo>
                    <a:pt x="497239" y="292406"/>
                  </a:lnTo>
                  <a:lnTo>
                    <a:pt x="506989" y="308436"/>
                  </a:lnTo>
                  <a:lnTo>
                    <a:pt x="516738" y="314354"/>
                  </a:lnTo>
                  <a:lnTo>
                    <a:pt x="526488" y="316420"/>
                  </a:lnTo>
                  <a:lnTo>
                    <a:pt x="536238" y="314111"/>
                  </a:lnTo>
                  <a:lnTo>
                    <a:pt x="545988" y="322970"/>
                  </a:lnTo>
                  <a:lnTo>
                    <a:pt x="555738" y="350147"/>
                  </a:lnTo>
                  <a:lnTo>
                    <a:pt x="565488" y="345920"/>
                  </a:lnTo>
                  <a:lnTo>
                    <a:pt x="575238" y="347723"/>
                  </a:lnTo>
                  <a:lnTo>
                    <a:pt x="584988" y="361846"/>
                  </a:lnTo>
                  <a:lnTo>
                    <a:pt x="594738" y="377570"/>
                  </a:lnTo>
                  <a:lnTo>
                    <a:pt x="604488" y="383565"/>
                  </a:lnTo>
                  <a:lnTo>
                    <a:pt x="614237" y="409543"/>
                  </a:lnTo>
                  <a:lnTo>
                    <a:pt x="623987" y="397381"/>
                  </a:lnTo>
                  <a:lnTo>
                    <a:pt x="633736" y="413477"/>
                  </a:lnTo>
                  <a:lnTo>
                    <a:pt x="643486" y="415428"/>
                  </a:lnTo>
                  <a:lnTo>
                    <a:pt x="653236" y="415713"/>
                  </a:lnTo>
                  <a:lnTo>
                    <a:pt x="662985" y="428060"/>
                  </a:lnTo>
                  <a:lnTo>
                    <a:pt x="672735" y="372506"/>
                  </a:lnTo>
                  <a:lnTo>
                    <a:pt x="682485" y="369550"/>
                  </a:lnTo>
                  <a:lnTo>
                    <a:pt x="692235" y="388671"/>
                  </a:lnTo>
                  <a:lnTo>
                    <a:pt x="701985" y="383410"/>
                  </a:lnTo>
                  <a:lnTo>
                    <a:pt x="711735" y="382432"/>
                  </a:lnTo>
                  <a:lnTo>
                    <a:pt x="721485" y="383676"/>
                  </a:lnTo>
                  <a:lnTo>
                    <a:pt x="731235" y="375371"/>
                  </a:lnTo>
                  <a:lnTo>
                    <a:pt x="740985" y="421482"/>
                  </a:lnTo>
                  <a:lnTo>
                    <a:pt x="750734" y="431418"/>
                  </a:lnTo>
                  <a:lnTo>
                    <a:pt x="760484" y="437401"/>
                  </a:lnTo>
                  <a:lnTo>
                    <a:pt x="770233" y="460456"/>
                  </a:lnTo>
                  <a:lnTo>
                    <a:pt x="779983" y="453704"/>
                  </a:lnTo>
                  <a:lnTo>
                    <a:pt x="789733" y="476383"/>
                  </a:lnTo>
                  <a:lnTo>
                    <a:pt x="799482" y="484977"/>
                  </a:lnTo>
                  <a:lnTo>
                    <a:pt x="809232" y="492724"/>
                  </a:lnTo>
                  <a:lnTo>
                    <a:pt x="818982" y="487441"/>
                  </a:lnTo>
                  <a:lnTo>
                    <a:pt x="828732" y="482919"/>
                  </a:lnTo>
                  <a:lnTo>
                    <a:pt x="838482" y="508121"/>
                  </a:lnTo>
                  <a:lnTo>
                    <a:pt x="848232" y="495847"/>
                  </a:lnTo>
                  <a:lnTo>
                    <a:pt x="857982" y="461003"/>
                  </a:lnTo>
                  <a:lnTo>
                    <a:pt x="867732" y="437681"/>
                  </a:lnTo>
                  <a:lnTo>
                    <a:pt x="877482" y="461192"/>
                  </a:lnTo>
                  <a:lnTo>
                    <a:pt x="887231" y="437528"/>
                  </a:lnTo>
                  <a:lnTo>
                    <a:pt x="896981" y="427981"/>
                  </a:lnTo>
                  <a:lnTo>
                    <a:pt x="906730" y="450243"/>
                  </a:lnTo>
                  <a:lnTo>
                    <a:pt x="916480" y="458953"/>
                  </a:lnTo>
                  <a:lnTo>
                    <a:pt x="926230" y="444314"/>
                  </a:lnTo>
                  <a:lnTo>
                    <a:pt x="935979" y="425881"/>
                  </a:lnTo>
                  <a:lnTo>
                    <a:pt x="945729" y="417930"/>
                  </a:lnTo>
                  <a:lnTo>
                    <a:pt x="955479" y="422075"/>
                  </a:lnTo>
                  <a:lnTo>
                    <a:pt x="965229" y="405909"/>
                  </a:lnTo>
                  <a:lnTo>
                    <a:pt x="974979" y="415084"/>
                  </a:lnTo>
                  <a:lnTo>
                    <a:pt x="984729" y="397786"/>
                  </a:lnTo>
                  <a:lnTo>
                    <a:pt x="994474" y="398491"/>
                  </a:lnTo>
                  <a:lnTo>
                    <a:pt x="1004233" y="370252"/>
                  </a:lnTo>
                  <a:lnTo>
                    <a:pt x="1013977" y="353918"/>
                  </a:lnTo>
                  <a:lnTo>
                    <a:pt x="1023721" y="401869"/>
                  </a:lnTo>
                  <a:lnTo>
                    <a:pt x="1033480" y="395227"/>
                  </a:lnTo>
                  <a:lnTo>
                    <a:pt x="1043224" y="422148"/>
                  </a:lnTo>
                  <a:lnTo>
                    <a:pt x="1052983" y="385486"/>
                  </a:lnTo>
                  <a:lnTo>
                    <a:pt x="1062727" y="384428"/>
                  </a:lnTo>
                  <a:lnTo>
                    <a:pt x="1072471" y="409488"/>
                  </a:lnTo>
                  <a:lnTo>
                    <a:pt x="1082230" y="426546"/>
                  </a:lnTo>
                  <a:lnTo>
                    <a:pt x="1091973" y="388153"/>
                  </a:lnTo>
                  <a:lnTo>
                    <a:pt x="1101732" y="392840"/>
                  </a:lnTo>
                  <a:lnTo>
                    <a:pt x="1111476" y="397783"/>
                  </a:lnTo>
                  <a:lnTo>
                    <a:pt x="1121220" y="343058"/>
                  </a:lnTo>
                  <a:lnTo>
                    <a:pt x="1130979" y="387582"/>
                  </a:lnTo>
                  <a:lnTo>
                    <a:pt x="1140723" y="366874"/>
                  </a:lnTo>
                  <a:lnTo>
                    <a:pt x="1150482" y="387025"/>
                  </a:lnTo>
                  <a:lnTo>
                    <a:pt x="1160226" y="412520"/>
                  </a:lnTo>
                  <a:lnTo>
                    <a:pt x="1169969" y="426431"/>
                  </a:lnTo>
                  <a:lnTo>
                    <a:pt x="1179728" y="424570"/>
                  </a:lnTo>
                  <a:lnTo>
                    <a:pt x="1189472" y="402723"/>
                  </a:lnTo>
                  <a:lnTo>
                    <a:pt x="1199231" y="393026"/>
                  </a:lnTo>
                  <a:lnTo>
                    <a:pt x="1208975" y="400042"/>
                  </a:lnTo>
                  <a:lnTo>
                    <a:pt x="1218719" y="405433"/>
                  </a:lnTo>
                  <a:lnTo>
                    <a:pt x="1228478" y="424669"/>
                  </a:lnTo>
                  <a:lnTo>
                    <a:pt x="1238222" y="411447"/>
                  </a:lnTo>
                  <a:lnTo>
                    <a:pt x="1247966" y="387677"/>
                  </a:lnTo>
                  <a:lnTo>
                    <a:pt x="1257725" y="346066"/>
                  </a:lnTo>
                  <a:lnTo>
                    <a:pt x="1267469" y="335494"/>
                  </a:lnTo>
                  <a:lnTo>
                    <a:pt x="1277227" y="337803"/>
                  </a:lnTo>
                  <a:lnTo>
                    <a:pt x="1286971" y="337009"/>
                  </a:lnTo>
                  <a:lnTo>
                    <a:pt x="1296715" y="334965"/>
                  </a:lnTo>
                  <a:lnTo>
                    <a:pt x="1306474" y="356480"/>
                  </a:lnTo>
                  <a:lnTo>
                    <a:pt x="1316218" y="334163"/>
                  </a:lnTo>
                  <a:lnTo>
                    <a:pt x="1325977" y="305095"/>
                  </a:lnTo>
                  <a:lnTo>
                    <a:pt x="1335721" y="299549"/>
                  </a:lnTo>
                  <a:lnTo>
                    <a:pt x="1345465" y="295039"/>
                  </a:lnTo>
                  <a:lnTo>
                    <a:pt x="1355224" y="276945"/>
                  </a:lnTo>
                  <a:lnTo>
                    <a:pt x="1364967" y="284459"/>
                  </a:lnTo>
                  <a:lnTo>
                    <a:pt x="1374726" y="291521"/>
                  </a:lnTo>
                  <a:lnTo>
                    <a:pt x="1384470" y="306703"/>
                  </a:lnTo>
                  <a:lnTo>
                    <a:pt x="1394214" y="280761"/>
                  </a:lnTo>
                  <a:lnTo>
                    <a:pt x="1403973" y="292485"/>
                  </a:lnTo>
                  <a:lnTo>
                    <a:pt x="1413717" y="283352"/>
                  </a:lnTo>
                  <a:lnTo>
                    <a:pt x="1423476" y="264198"/>
                  </a:lnTo>
                  <a:lnTo>
                    <a:pt x="1433220" y="237587"/>
                  </a:lnTo>
                  <a:lnTo>
                    <a:pt x="1442964" y="244872"/>
                  </a:lnTo>
                  <a:lnTo>
                    <a:pt x="1452722" y="256327"/>
                  </a:lnTo>
                  <a:lnTo>
                    <a:pt x="1462466" y="263247"/>
                  </a:lnTo>
                  <a:lnTo>
                    <a:pt x="1472225" y="230751"/>
                  </a:lnTo>
                  <a:lnTo>
                    <a:pt x="1481969" y="250944"/>
                  </a:lnTo>
                  <a:lnTo>
                    <a:pt x="1491713" y="232011"/>
                  </a:lnTo>
                  <a:lnTo>
                    <a:pt x="1501472" y="243381"/>
                  </a:lnTo>
                  <a:lnTo>
                    <a:pt x="1511216" y="247593"/>
                  </a:lnTo>
                  <a:lnTo>
                    <a:pt x="1520960" y="263457"/>
                  </a:lnTo>
                  <a:lnTo>
                    <a:pt x="1530719" y="266616"/>
                  </a:lnTo>
                  <a:lnTo>
                    <a:pt x="1540463" y="298863"/>
                  </a:lnTo>
                  <a:lnTo>
                    <a:pt x="1550221" y="324305"/>
                  </a:lnTo>
                  <a:lnTo>
                    <a:pt x="1559965" y="325799"/>
                  </a:lnTo>
                  <a:lnTo>
                    <a:pt x="1569709" y="334537"/>
                  </a:lnTo>
                  <a:lnTo>
                    <a:pt x="1579468" y="343010"/>
                  </a:lnTo>
                  <a:lnTo>
                    <a:pt x="1589212" y="341103"/>
                  </a:lnTo>
                  <a:lnTo>
                    <a:pt x="1598971" y="303954"/>
                  </a:lnTo>
                  <a:lnTo>
                    <a:pt x="1608715" y="300639"/>
                  </a:lnTo>
                  <a:lnTo>
                    <a:pt x="1618459" y="301962"/>
                  </a:lnTo>
                  <a:lnTo>
                    <a:pt x="1628218" y="304190"/>
                  </a:lnTo>
                  <a:lnTo>
                    <a:pt x="1637962" y="266422"/>
                  </a:lnTo>
                  <a:lnTo>
                    <a:pt x="1647720" y="259850"/>
                  </a:lnTo>
                  <a:lnTo>
                    <a:pt x="1657464" y="241158"/>
                  </a:lnTo>
                  <a:lnTo>
                    <a:pt x="1667208" y="229489"/>
                  </a:lnTo>
                  <a:lnTo>
                    <a:pt x="1676967" y="227835"/>
                  </a:lnTo>
                  <a:lnTo>
                    <a:pt x="1686711" y="279140"/>
                  </a:lnTo>
                  <a:lnTo>
                    <a:pt x="1696470" y="248165"/>
                  </a:lnTo>
                  <a:lnTo>
                    <a:pt x="1706214" y="209198"/>
                  </a:lnTo>
                  <a:lnTo>
                    <a:pt x="1715958" y="196416"/>
                  </a:lnTo>
                  <a:lnTo>
                    <a:pt x="1725716" y="210344"/>
                  </a:lnTo>
                  <a:lnTo>
                    <a:pt x="1735460" y="230027"/>
                  </a:lnTo>
                  <a:lnTo>
                    <a:pt x="1745219" y="215509"/>
                  </a:lnTo>
                  <a:lnTo>
                    <a:pt x="1754963" y="230791"/>
                  </a:lnTo>
                  <a:lnTo>
                    <a:pt x="1764707" y="217036"/>
                  </a:lnTo>
                  <a:lnTo>
                    <a:pt x="1774466" y="238624"/>
                  </a:lnTo>
                  <a:lnTo>
                    <a:pt x="1784210" y="222287"/>
                  </a:lnTo>
                  <a:lnTo>
                    <a:pt x="1793969" y="245036"/>
                  </a:lnTo>
                  <a:lnTo>
                    <a:pt x="1803713" y="239765"/>
                  </a:lnTo>
                  <a:lnTo>
                    <a:pt x="1813457" y="257907"/>
                  </a:lnTo>
                  <a:lnTo>
                    <a:pt x="1823215" y="221286"/>
                  </a:lnTo>
                  <a:lnTo>
                    <a:pt x="1832959" y="236541"/>
                  </a:lnTo>
                  <a:lnTo>
                    <a:pt x="1842703" y="236879"/>
                  </a:lnTo>
                  <a:lnTo>
                    <a:pt x="1852462" y="262231"/>
                  </a:lnTo>
                  <a:lnTo>
                    <a:pt x="1862206" y="278176"/>
                  </a:lnTo>
                  <a:lnTo>
                    <a:pt x="1871965" y="283475"/>
                  </a:lnTo>
                  <a:lnTo>
                    <a:pt x="1881709" y="265057"/>
                  </a:lnTo>
                  <a:lnTo>
                    <a:pt x="1891453" y="259877"/>
                  </a:lnTo>
                  <a:lnTo>
                    <a:pt x="1901212" y="269144"/>
                  </a:lnTo>
                  <a:lnTo>
                    <a:pt x="1910956" y="286135"/>
                  </a:lnTo>
                  <a:lnTo>
                    <a:pt x="1920714" y="285475"/>
                  </a:lnTo>
                  <a:lnTo>
                    <a:pt x="1930458" y="292515"/>
                  </a:lnTo>
                  <a:lnTo>
                    <a:pt x="1940202" y="325744"/>
                  </a:lnTo>
                  <a:lnTo>
                    <a:pt x="1949961" y="361604"/>
                  </a:lnTo>
                  <a:lnTo>
                    <a:pt x="1959705" y="362178"/>
                  </a:lnTo>
                  <a:lnTo>
                    <a:pt x="1969464" y="378474"/>
                  </a:lnTo>
                  <a:lnTo>
                    <a:pt x="1979208" y="365922"/>
                  </a:lnTo>
                  <a:lnTo>
                    <a:pt x="1988952" y="331619"/>
                  </a:lnTo>
                  <a:lnTo>
                    <a:pt x="1998711" y="318825"/>
                  </a:lnTo>
                  <a:lnTo>
                    <a:pt x="2008454" y="300627"/>
                  </a:lnTo>
                  <a:lnTo>
                    <a:pt x="2018213" y="321960"/>
                  </a:lnTo>
                  <a:lnTo>
                    <a:pt x="2027957" y="350461"/>
                  </a:lnTo>
                  <a:lnTo>
                    <a:pt x="2037701" y="348668"/>
                  </a:lnTo>
                  <a:lnTo>
                    <a:pt x="2047460" y="377878"/>
                  </a:lnTo>
                  <a:lnTo>
                    <a:pt x="2057204" y="394866"/>
                  </a:lnTo>
                  <a:lnTo>
                    <a:pt x="2066963" y="397958"/>
                  </a:lnTo>
                  <a:lnTo>
                    <a:pt x="2076707" y="408898"/>
                  </a:lnTo>
                  <a:lnTo>
                    <a:pt x="2086451" y="368185"/>
                  </a:lnTo>
                  <a:lnTo>
                    <a:pt x="2096210" y="376454"/>
                  </a:lnTo>
                  <a:lnTo>
                    <a:pt x="2105954" y="385149"/>
                  </a:lnTo>
                  <a:lnTo>
                    <a:pt x="2115697" y="376465"/>
                  </a:lnTo>
                  <a:lnTo>
                    <a:pt x="2125456" y="375168"/>
                  </a:lnTo>
                  <a:lnTo>
                    <a:pt x="2135200" y="382597"/>
                  </a:lnTo>
                  <a:lnTo>
                    <a:pt x="2144959" y="419219"/>
                  </a:lnTo>
                  <a:lnTo>
                    <a:pt x="2154703" y="422711"/>
                  </a:lnTo>
                  <a:lnTo>
                    <a:pt x="2164447" y="421930"/>
                  </a:lnTo>
                  <a:lnTo>
                    <a:pt x="2174206" y="421382"/>
                  </a:lnTo>
                  <a:lnTo>
                    <a:pt x="2183950" y="425937"/>
                  </a:lnTo>
                  <a:lnTo>
                    <a:pt x="2193709" y="401961"/>
                  </a:lnTo>
                  <a:lnTo>
                    <a:pt x="2203452" y="349065"/>
                  </a:lnTo>
                  <a:lnTo>
                    <a:pt x="2213196" y="329858"/>
                  </a:lnTo>
                  <a:lnTo>
                    <a:pt x="2222955" y="304337"/>
                  </a:lnTo>
                  <a:lnTo>
                    <a:pt x="2232699" y="279207"/>
                  </a:lnTo>
                  <a:lnTo>
                    <a:pt x="2242458" y="276035"/>
                  </a:lnTo>
                  <a:lnTo>
                    <a:pt x="2252202" y="250395"/>
                  </a:lnTo>
                  <a:lnTo>
                    <a:pt x="2261946" y="231447"/>
                  </a:lnTo>
                  <a:lnTo>
                    <a:pt x="2271705" y="233148"/>
                  </a:lnTo>
                  <a:lnTo>
                    <a:pt x="2281449" y="245333"/>
                  </a:lnTo>
                  <a:lnTo>
                    <a:pt x="2291208" y="235441"/>
                  </a:lnTo>
                  <a:lnTo>
                    <a:pt x="2300951" y="227606"/>
                  </a:lnTo>
                  <a:lnTo>
                    <a:pt x="2310695" y="200962"/>
                  </a:lnTo>
                  <a:lnTo>
                    <a:pt x="2320454" y="223605"/>
                  </a:lnTo>
                  <a:lnTo>
                    <a:pt x="2330198" y="218736"/>
                  </a:lnTo>
                  <a:lnTo>
                    <a:pt x="2339957" y="192507"/>
                  </a:lnTo>
                  <a:lnTo>
                    <a:pt x="2349701" y="171486"/>
                  </a:lnTo>
                  <a:lnTo>
                    <a:pt x="2359445" y="154996"/>
                  </a:lnTo>
                  <a:lnTo>
                    <a:pt x="2369204" y="138316"/>
                  </a:lnTo>
                  <a:lnTo>
                    <a:pt x="2378948" y="124485"/>
                  </a:lnTo>
                  <a:lnTo>
                    <a:pt x="2388692" y="134754"/>
                  </a:lnTo>
                  <a:lnTo>
                    <a:pt x="2398450" y="124171"/>
                  </a:lnTo>
                  <a:lnTo>
                    <a:pt x="2408194" y="130041"/>
                  </a:lnTo>
                  <a:lnTo>
                    <a:pt x="2417953" y="129131"/>
                  </a:lnTo>
                  <a:lnTo>
                    <a:pt x="2427697" y="119049"/>
                  </a:lnTo>
                  <a:lnTo>
                    <a:pt x="2437441" y="158768"/>
                  </a:lnTo>
                  <a:lnTo>
                    <a:pt x="2447200" y="147959"/>
                  </a:lnTo>
                  <a:lnTo>
                    <a:pt x="2456944" y="128107"/>
                  </a:lnTo>
                  <a:lnTo>
                    <a:pt x="2466703" y="152634"/>
                  </a:lnTo>
                  <a:lnTo>
                    <a:pt x="2476446" y="138373"/>
                  </a:lnTo>
                  <a:lnTo>
                    <a:pt x="2486190" y="143082"/>
                  </a:lnTo>
                  <a:lnTo>
                    <a:pt x="2495949" y="96098"/>
                  </a:lnTo>
                  <a:lnTo>
                    <a:pt x="2505693" y="69253"/>
                  </a:lnTo>
                  <a:lnTo>
                    <a:pt x="2515452" y="31638"/>
                  </a:lnTo>
                  <a:lnTo>
                    <a:pt x="2525196" y="49818"/>
                  </a:lnTo>
                  <a:lnTo>
                    <a:pt x="2534940" y="15383"/>
                  </a:lnTo>
                  <a:lnTo>
                    <a:pt x="2544699" y="968"/>
                  </a:lnTo>
                  <a:lnTo>
                    <a:pt x="2554443" y="7436"/>
                  </a:lnTo>
                  <a:lnTo>
                    <a:pt x="2564202" y="12263"/>
                  </a:lnTo>
                  <a:lnTo>
                    <a:pt x="2573946" y="0"/>
                  </a:lnTo>
                  <a:lnTo>
                    <a:pt x="2583690" y="7680"/>
                  </a:lnTo>
                  <a:lnTo>
                    <a:pt x="2593448" y="22938"/>
                  </a:lnTo>
                  <a:lnTo>
                    <a:pt x="2603192" y="50464"/>
                  </a:lnTo>
                  <a:lnTo>
                    <a:pt x="2612951" y="49795"/>
                  </a:lnTo>
                  <a:lnTo>
                    <a:pt x="2622695" y="48980"/>
                  </a:lnTo>
                  <a:lnTo>
                    <a:pt x="2632439" y="28254"/>
                  </a:lnTo>
                  <a:lnTo>
                    <a:pt x="2642198" y="19522"/>
                  </a:lnTo>
                  <a:lnTo>
                    <a:pt x="2651942" y="64216"/>
                  </a:lnTo>
                  <a:lnTo>
                    <a:pt x="2661685" y="72524"/>
                  </a:lnTo>
                  <a:lnTo>
                    <a:pt x="2671444" y="77040"/>
                  </a:lnTo>
                  <a:lnTo>
                    <a:pt x="2681188" y="108478"/>
                  </a:lnTo>
                  <a:lnTo>
                    <a:pt x="2690947" y="100373"/>
                  </a:lnTo>
                  <a:lnTo>
                    <a:pt x="2700691" y="80231"/>
                  </a:lnTo>
                  <a:lnTo>
                    <a:pt x="2710435" y="79266"/>
                  </a:lnTo>
                  <a:lnTo>
                    <a:pt x="2720194" y="73951"/>
                  </a:lnTo>
                  <a:lnTo>
                    <a:pt x="2729938" y="53857"/>
                  </a:lnTo>
                  <a:lnTo>
                    <a:pt x="2739697" y="57477"/>
                  </a:lnTo>
                  <a:lnTo>
                    <a:pt x="2749441" y="76696"/>
                  </a:lnTo>
                  <a:lnTo>
                    <a:pt x="2759185" y="54885"/>
                  </a:lnTo>
                  <a:lnTo>
                    <a:pt x="2768943" y="90069"/>
                  </a:lnTo>
                  <a:lnTo>
                    <a:pt x="2778687" y="112846"/>
                  </a:lnTo>
                  <a:lnTo>
                    <a:pt x="2788446" y="104072"/>
                  </a:lnTo>
                  <a:lnTo>
                    <a:pt x="2798190" y="134936"/>
                  </a:lnTo>
                  <a:lnTo>
                    <a:pt x="2807934" y="146160"/>
                  </a:lnTo>
                  <a:lnTo>
                    <a:pt x="2817693" y="138695"/>
                  </a:lnTo>
                  <a:lnTo>
                    <a:pt x="2827437" y="157286"/>
                  </a:lnTo>
                  <a:lnTo>
                    <a:pt x="2837196" y="145094"/>
                  </a:lnTo>
                  <a:lnTo>
                    <a:pt x="2846940" y="155465"/>
                  </a:lnTo>
                  <a:lnTo>
                    <a:pt x="2856684" y="151147"/>
                  </a:lnTo>
                  <a:lnTo>
                    <a:pt x="2866442" y="171785"/>
                  </a:lnTo>
                  <a:lnTo>
                    <a:pt x="2876186" y="145664"/>
                  </a:lnTo>
                  <a:lnTo>
                    <a:pt x="2885945" y="160897"/>
                  </a:lnTo>
                  <a:lnTo>
                    <a:pt x="2895689" y="171457"/>
                  </a:lnTo>
                  <a:lnTo>
                    <a:pt x="2905433" y="194624"/>
                  </a:lnTo>
                  <a:lnTo>
                    <a:pt x="2915192" y="19098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6" name="Freeform 1185">
              <a:extLst>
                <a:ext uri="{FF2B5EF4-FFF2-40B4-BE49-F238E27FC236}">
                  <a16:creationId xmlns:a16="http://schemas.microsoft.com/office/drawing/2014/main" id="{45C6C705-EA78-805F-6947-D19E8629158D}"/>
                </a:ext>
              </a:extLst>
            </p:cNvPr>
            <p:cNvSpPr/>
            <p:nvPr/>
          </p:nvSpPr>
          <p:spPr>
            <a:xfrm>
              <a:off x="4426652" y="3407225"/>
              <a:ext cx="2915191" cy="395526"/>
            </a:xfrm>
            <a:custGeom>
              <a:avLst/>
              <a:gdLst>
                <a:gd name="connsiteX0" fmla="*/ 0 w 2915191"/>
                <a:gd name="connsiteY0" fmla="*/ 201990 h 395526"/>
                <a:gd name="connsiteX1" fmla="*/ 9750 w 2915191"/>
                <a:gd name="connsiteY1" fmla="*/ 177375 h 395526"/>
                <a:gd name="connsiteX2" fmla="*/ 19500 w 2915191"/>
                <a:gd name="connsiteY2" fmla="*/ 194581 h 395526"/>
                <a:gd name="connsiteX3" fmla="*/ 29250 w 2915191"/>
                <a:gd name="connsiteY3" fmla="*/ 174404 h 395526"/>
                <a:gd name="connsiteX4" fmla="*/ 39000 w 2915191"/>
                <a:gd name="connsiteY4" fmla="*/ 172839 h 395526"/>
                <a:gd name="connsiteX5" fmla="*/ 48749 w 2915191"/>
                <a:gd name="connsiteY5" fmla="*/ 173446 h 395526"/>
                <a:gd name="connsiteX6" fmla="*/ 58499 w 2915191"/>
                <a:gd name="connsiteY6" fmla="*/ 165432 h 395526"/>
                <a:gd name="connsiteX7" fmla="*/ 68249 w 2915191"/>
                <a:gd name="connsiteY7" fmla="*/ 129648 h 395526"/>
                <a:gd name="connsiteX8" fmla="*/ 77998 w 2915191"/>
                <a:gd name="connsiteY8" fmla="*/ 136266 h 395526"/>
                <a:gd name="connsiteX9" fmla="*/ 87748 w 2915191"/>
                <a:gd name="connsiteY9" fmla="*/ 155604 h 395526"/>
                <a:gd name="connsiteX10" fmla="*/ 97497 w 2915191"/>
                <a:gd name="connsiteY10" fmla="*/ 151389 h 395526"/>
                <a:gd name="connsiteX11" fmla="*/ 107247 w 2915191"/>
                <a:gd name="connsiteY11" fmla="*/ 156310 h 395526"/>
                <a:gd name="connsiteX12" fmla="*/ 116997 w 2915191"/>
                <a:gd name="connsiteY12" fmla="*/ 133845 h 395526"/>
                <a:gd name="connsiteX13" fmla="*/ 126747 w 2915191"/>
                <a:gd name="connsiteY13" fmla="*/ 153290 h 395526"/>
                <a:gd name="connsiteX14" fmla="*/ 136497 w 2915191"/>
                <a:gd name="connsiteY14" fmla="*/ 166784 h 395526"/>
                <a:gd name="connsiteX15" fmla="*/ 146247 w 2915191"/>
                <a:gd name="connsiteY15" fmla="*/ 196579 h 395526"/>
                <a:gd name="connsiteX16" fmla="*/ 155997 w 2915191"/>
                <a:gd name="connsiteY16" fmla="*/ 206533 h 395526"/>
                <a:gd name="connsiteX17" fmla="*/ 165747 w 2915191"/>
                <a:gd name="connsiteY17" fmla="*/ 163159 h 395526"/>
                <a:gd name="connsiteX18" fmla="*/ 175497 w 2915191"/>
                <a:gd name="connsiteY18" fmla="*/ 197125 h 395526"/>
                <a:gd name="connsiteX19" fmla="*/ 185247 w 2915191"/>
                <a:gd name="connsiteY19" fmla="*/ 200101 h 395526"/>
                <a:gd name="connsiteX20" fmla="*/ 194996 w 2915191"/>
                <a:gd name="connsiteY20" fmla="*/ 219264 h 395526"/>
                <a:gd name="connsiteX21" fmla="*/ 204746 w 2915191"/>
                <a:gd name="connsiteY21" fmla="*/ 221239 h 395526"/>
                <a:gd name="connsiteX22" fmla="*/ 214495 w 2915191"/>
                <a:gd name="connsiteY22" fmla="*/ 187148 h 395526"/>
                <a:gd name="connsiteX23" fmla="*/ 224245 w 2915191"/>
                <a:gd name="connsiteY23" fmla="*/ 176937 h 395526"/>
                <a:gd name="connsiteX24" fmla="*/ 233995 w 2915191"/>
                <a:gd name="connsiteY24" fmla="*/ 171934 h 395526"/>
                <a:gd name="connsiteX25" fmla="*/ 243744 w 2915191"/>
                <a:gd name="connsiteY25" fmla="*/ 165261 h 395526"/>
                <a:gd name="connsiteX26" fmla="*/ 253494 w 2915191"/>
                <a:gd name="connsiteY26" fmla="*/ 158638 h 395526"/>
                <a:gd name="connsiteX27" fmla="*/ 263244 w 2915191"/>
                <a:gd name="connsiteY27" fmla="*/ 152330 h 395526"/>
                <a:gd name="connsiteX28" fmla="*/ 272994 w 2915191"/>
                <a:gd name="connsiteY28" fmla="*/ 170508 h 395526"/>
                <a:gd name="connsiteX29" fmla="*/ 282744 w 2915191"/>
                <a:gd name="connsiteY29" fmla="*/ 182012 h 395526"/>
                <a:gd name="connsiteX30" fmla="*/ 292494 w 2915191"/>
                <a:gd name="connsiteY30" fmla="*/ 179898 h 395526"/>
                <a:gd name="connsiteX31" fmla="*/ 302244 w 2915191"/>
                <a:gd name="connsiteY31" fmla="*/ 206211 h 395526"/>
                <a:gd name="connsiteX32" fmla="*/ 311994 w 2915191"/>
                <a:gd name="connsiteY32" fmla="*/ 215566 h 395526"/>
                <a:gd name="connsiteX33" fmla="*/ 321744 w 2915191"/>
                <a:gd name="connsiteY33" fmla="*/ 163875 h 395526"/>
                <a:gd name="connsiteX34" fmla="*/ 331493 w 2915191"/>
                <a:gd name="connsiteY34" fmla="*/ 186210 h 395526"/>
                <a:gd name="connsiteX35" fmla="*/ 341243 w 2915191"/>
                <a:gd name="connsiteY35" fmla="*/ 170042 h 395526"/>
                <a:gd name="connsiteX36" fmla="*/ 350993 w 2915191"/>
                <a:gd name="connsiteY36" fmla="*/ 157883 h 395526"/>
                <a:gd name="connsiteX37" fmla="*/ 360742 w 2915191"/>
                <a:gd name="connsiteY37" fmla="*/ 151614 h 395526"/>
                <a:gd name="connsiteX38" fmla="*/ 370492 w 2915191"/>
                <a:gd name="connsiteY38" fmla="*/ 165330 h 395526"/>
                <a:gd name="connsiteX39" fmla="*/ 380241 w 2915191"/>
                <a:gd name="connsiteY39" fmla="*/ 166977 h 395526"/>
                <a:gd name="connsiteX40" fmla="*/ 389991 w 2915191"/>
                <a:gd name="connsiteY40" fmla="*/ 141201 h 395526"/>
                <a:gd name="connsiteX41" fmla="*/ 399741 w 2915191"/>
                <a:gd name="connsiteY41" fmla="*/ 129900 h 395526"/>
                <a:gd name="connsiteX42" fmla="*/ 409491 w 2915191"/>
                <a:gd name="connsiteY42" fmla="*/ 110807 h 395526"/>
                <a:gd name="connsiteX43" fmla="*/ 419241 w 2915191"/>
                <a:gd name="connsiteY43" fmla="*/ 84504 h 395526"/>
                <a:gd name="connsiteX44" fmla="*/ 428991 w 2915191"/>
                <a:gd name="connsiteY44" fmla="*/ 106806 h 395526"/>
                <a:gd name="connsiteX45" fmla="*/ 438741 w 2915191"/>
                <a:gd name="connsiteY45" fmla="*/ 151996 h 395526"/>
                <a:gd name="connsiteX46" fmla="*/ 448491 w 2915191"/>
                <a:gd name="connsiteY46" fmla="*/ 117642 h 395526"/>
                <a:gd name="connsiteX47" fmla="*/ 458241 w 2915191"/>
                <a:gd name="connsiteY47" fmla="*/ 113068 h 395526"/>
                <a:gd name="connsiteX48" fmla="*/ 467991 w 2915191"/>
                <a:gd name="connsiteY48" fmla="*/ 136706 h 395526"/>
                <a:gd name="connsiteX49" fmla="*/ 477740 w 2915191"/>
                <a:gd name="connsiteY49" fmla="*/ 181122 h 395526"/>
                <a:gd name="connsiteX50" fmla="*/ 487490 w 2915191"/>
                <a:gd name="connsiteY50" fmla="*/ 168785 h 395526"/>
                <a:gd name="connsiteX51" fmla="*/ 497239 w 2915191"/>
                <a:gd name="connsiteY51" fmla="*/ 191216 h 395526"/>
                <a:gd name="connsiteX52" fmla="*/ 506989 w 2915191"/>
                <a:gd name="connsiteY52" fmla="*/ 165526 h 395526"/>
                <a:gd name="connsiteX53" fmla="*/ 516738 w 2915191"/>
                <a:gd name="connsiteY53" fmla="*/ 150411 h 395526"/>
                <a:gd name="connsiteX54" fmla="*/ 526488 w 2915191"/>
                <a:gd name="connsiteY54" fmla="*/ 120417 h 395526"/>
                <a:gd name="connsiteX55" fmla="*/ 536238 w 2915191"/>
                <a:gd name="connsiteY55" fmla="*/ 99494 h 395526"/>
                <a:gd name="connsiteX56" fmla="*/ 545988 w 2915191"/>
                <a:gd name="connsiteY56" fmla="*/ 126869 h 395526"/>
                <a:gd name="connsiteX57" fmla="*/ 555738 w 2915191"/>
                <a:gd name="connsiteY57" fmla="*/ 138458 h 395526"/>
                <a:gd name="connsiteX58" fmla="*/ 565488 w 2915191"/>
                <a:gd name="connsiteY58" fmla="*/ 128274 h 395526"/>
                <a:gd name="connsiteX59" fmla="*/ 575238 w 2915191"/>
                <a:gd name="connsiteY59" fmla="*/ 96457 h 395526"/>
                <a:gd name="connsiteX60" fmla="*/ 584988 w 2915191"/>
                <a:gd name="connsiteY60" fmla="*/ 96949 h 395526"/>
                <a:gd name="connsiteX61" fmla="*/ 594738 w 2915191"/>
                <a:gd name="connsiteY61" fmla="*/ 92094 h 395526"/>
                <a:gd name="connsiteX62" fmla="*/ 604488 w 2915191"/>
                <a:gd name="connsiteY62" fmla="*/ 110817 h 395526"/>
                <a:gd name="connsiteX63" fmla="*/ 614237 w 2915191"/>
                <a:gd name="connsiteY63" fmla="*/ 114685 h 395526"/>
                <a:gd name="connsiteX64" fmla="*/ 623987 w 2915191"/>
                <a:gd name="connsiteY64" fmla="*/ 83762 h 395526"/>
                <a:gd name="connsiteX65" fmla="*/ 633736 w 2915191"/>
                <a:gd name="connsiteY65" fmla="*/ 86068 h 395526"/>
                <a:gd name="connsiteX66" fmla="*/ 643486 w 2915191"/>
                <a:gd name="connsiteY66" fmla="*/ 105176 h 395526"/>
                <a:gd name="connsiteX67" fmla="*/ 653236 w 2915191"/>
                <a:gd name="connsiteY67" fmla="*/ 130144 h 395526"/>
                <a:gd name="connsiteX68" fmla="*/ 662985 w 2915191"/>
                <a:gd name="connsiteY68" fmla="*/ 150872 h 395526"/>
                <a:gd name="connsiteX69" fmla="*/ 672735 w 2915191"/>
                <a:gd name="connsiteY69" fmla="*/ 148686 h 395526"/>
                <a:gd name="connsiteX70" fmla="*/ 682485 w 2915191"/>
                <a:gd name="connsiteY70" fmla="*/ 152211 h 395526"/>
                <a:gd name="connsiteX71" fmla="*/ 692235 w 2915191"/>
                <a:gd name="connsiteY71" fmla="*/ 179005 h 395526"/>
                <a:gd name="connsiteX72" fmla="*/ 701985 w 2915191"/>
                <a:gd name="connsiteY72" fmla="*/ 196302 h 395526"/>
                <a:gd name="connsiteX73" fmla="*/ 711735 w 2915191"/>
                <a:gd name="connsiteY73" fmla="*/ 213531 h 395526"/>
                <a:gd name="connsiteX74" fmla="*/ 721485 w 2915191"/>
                <a:gd name="connsiteY74" fmla="*/ 186699 h 395526"/>
                <a:gd name="connsiteX75" fmla="*/ 731235 w 2915191"/>
                <a:gd name="connsiteY75" fmla="*/ 160565 h 395526"/>
                <a:gd name="connsiteX76" fmla="*/ 740985 w 2915191"/>
                <a:gd name="connsiteY76" fmla="*/ 185689 h 395526"/>
                <a:gd name="connsiteX77" fmla="*/ 750734 w 2915191"/>
                <a:gd name="connsiteY77" fmla="*/ 173946 h 395526"/>
                <a:gd name="connsiteX78" fmla="*/ 760484 w 2915191"/>
                <a:gd name="connsiteY78" fmla="*/ 159799 h 395526"/>
                <a:gd name="connsiteX79" fmla="*/ 770233 w 2915191"/>
                <a:gd name="connsiteY79" fmla="*/ 146657 h 395526"/>
                <a:gd name="connsiteX80" fmla="*/ 779983 w 2915191"/>
                <a:gd name="connsiteY80" fmla="*/ 109868 h 395526"/>
                <a:gd name="connsiteX81" fmla="*/ 789733 w 2915191"/>
                <a:gd name="connsiteY81" fmla="*/ 135639 h 395526"/>
                <a:gd name="connsiteX82" fmla="*/ 799482 w 2915191"/>
                <a:gd name="connsiteY82" fmla="*/ 175047 h 395526"/>
                <a:gd name="connsiteX83" fmla="*/ 809232 w 2915191"/>
                <a:gd name="connsiteY83" fmla="*/ 193396 h 395526"/>
                <a:gd name="connsiteX84" fmla="*/ 818982 w 2915191"/>
                <a:gd name="connsiteY84" fmla="*/ 154558 h 395526"/>
                <a:gd name="connsiteX85" fmla="*/ 828732 w 2915191"/>
                <a:gd name="connsiteY85" fmla="*/ 145377 h 395526"/>
                <a:gd name="connsiteX86" fmla="*/ 838482 w 2915191"/>
                <a:gd name="connsiteY86" fmla="*/ 137431 h 395526"/>
                <a:gd name="connsiteX87" fmla="*/ 848232 w 2915191"/>
                <a:gd name="connsiteY87" fmla="*/ 160966 h 395526"/>
                <a:gd name="connsiteX88" fmla="*/ 857982 w 2915191"/>
                <a:gd name="connsiteY88" fmla="*/ 127552 h 395526"/>
                <a:gd name="connsiteX89" fmla="*/ 867732 w 2915191"/>
                <a:gd name="connsiteY89" fmla="*/ 154777 h 395526"/>
                <a:gd name="connsiteX90" fmla="*/ 877482 w 2915191"/>
                <a:gd name="connsiteY90" fmla="*/ 173135 h 395526"/>
                <a:gd name="connsiteX91" fmla="*/ 887231 w 2915191"/>
                <a:gd name="connsiteY91" fmla="*/ 171995 h 395526"/>
                <a:gd name="connsiteX92" fmla="*/ 896981 w 2915191"/>
                <a:gd name="connsiteY92" fmla="*/ 184241 h 395526"/>
                <a:gd name="connsiteX93" fmla="*/ 906730 w 2915191"/>
                <a:gd name="connsiteY93" fmla="*/ 181340 h 395526"/>
                <a:gd name="connsiteX94" fmla="*/ 916480 w 2915191"/>
                <a:gd name="connsiteY94" fmla="*/ 168157 h 395526"/>
                <a:gd name="connsiteX95" fmla="*/ 926230 w 2915191"/>
                <a:gd name="connsiteY95" fmla="*/ 153485 h 395526"/>
                <a:gd name="connsiteX96" fmla="*/ 935979 w 2915191"/>
                <a:gd name="connsiteY96" fmla="*/ 163744 h 395526"/>
                <a:gd name="connsiteX97" fmla="*/ 945729 w 2915191"/>
                <a:gd name="connsiteY97" fmla="*/ 142977 h 395526"/>
                <a:gd name="connsiteX98" fmla="*/ 955479 w 2915191"/>
                <a:gd name="connsiteY98" fmla="*/ 158419 h 395526"/>
                <a:gd name="connsiteX99" fmla="*/ 965229 w 2915191"/>
                <a:gd name="connsiteY99" fmla="*/ 158656 h 395526"/>
                <a:gd name="connsiteX100" fmla="*/ 974979 w 2915191"/>
                <a:gd name="connsiteY100" fmla="*/ 181291 h 395526"/>
                <a:gd name="connsiteX101" fmla="*/ 984729 w 2915191"/>
                <a:gd name="connsiteY101" fmla="*/ 156885 h 395526"/>
                <a:gd name="connsiteX102" fmla="*/ 994474 w 2915191"/>
                <a:gd name="connsiteY102" fmla="*/ 170348 h 395526"/>
                <a:gd name="connsiteX103" fmla="*/ 1004233 w 2915191"/>
                <a:gd name="connsiteY103" fmla="*/ 179868 h 395526"/>
                <a:gd name="connsiteX104" fmla="*/ 1013977 w 2915191"/>
                <a:gd name="connsiteY104" fmla="*/ 239959 h 395526"/>
                <a:gd name="connsiteX105" fmla="*/ 1023721 w 2915191"/>
                <a:gd name="connsiteY105" fmla="*/ 236618 h 395526"/>
                <a:gd name="connsiteX106" fmla="*/ 1033480 w 2915191"/>
                <a:gd name="connsiteY106" fmla="*/ 234360 h 395526"/>
                <a:gd name="connsiteX107" fmla="*/ 1043224 w 2915191"/>
                <a:gd name="connsiteY107" fmla="*/ 222343 h 395526"/>
                <a:gd name="connsiteX108" fmla="*/ 1052983 w 2915191"/>
                <a:gd name="connsiteY108" fmla="*/ 236418 h 395526"/>
                <a:gd name="connsiteX109" fmla="*/ 1062727 w 2915191"/>
                <a:gd name="connsiteY109" fmla="*/ 220862 h 395526"/>
                <a:gd name="connsiteX110" fmla="*/ 1072471 w 2915191"/>
                <a:gd name="connsiteY110" fmla="*/ 209600 h 395526"/>
                <a:gd name="connsiteX111" fmla="*/ 1082230 w 2915191"/>
                <a:gd name="connsiteY111" fmla="*/ 187976 h 395526"/>
                <a:gd name="connsiteX112" fmla="*/ 1091973 w 2915191"/>
                <a:gd name="connsiteY112" fmla="*/ 145410 h 395526"/>
                <a:gd name="connsiteX113" fmla="*/ 1101732 w 2915191"/>
                <a:gd name="connsiteY113" fmla="*/ 158902 h 395526"/>
                <a:gd name="connsiteX114" fmla="*/ 1111476 w 2915191"/>
                <a:gd name="connsiteY114" fmla="*/ 172287 h 395526"/>
                <a:gd name="connsiteX115" fmla="*/ 1121220 w 2915191"/>
                <a:gd name="connsiteY115" fmla="*/ 175725 h 395526"/>
                <a:gd name="connsiteX116" fmla="*/ 1130979 w 2915191"/>
                <a:gd name="connsiteY116" fmla="*/ 206525 h 395526"/>
                <a:gd name="connsiteX117" fmla="*/ 1140723 w 2915191"/>
                <a:gd name="connsiteY117" fmla="*/ 185321 h 395526"/>
                <a:gd name="connsiteX118" fmla="*/ 1150482 w 2915191"/>
                <a:gd name="connsiteY118" fmla="*/ 181578 h 395526"/>
                <a:gd name="connsiteX119" fmla="*/ 1160226 w 2915191"/>
                <a:gd name="connsiteY119" fmla="*/ 140623 h 395526"/>
                <a:gd name="connsiteX120" fmla="*/ 1169969 w 2915191"/>
                <a:gd name="connsiteY120" fmla="*/ 107706 h 395526"/>
                <a:gd name="connsiteX121" fmla="*/ 1179728 w 2915191"/>
                <a:gd name="connsiteY121" fmla="*/ 80531 h 395526"/>
                <a:gd name="connsiteX122" fmla="*/ 1189472 w 2915191"/>
                <a:gd name="connsiteY122" fmla="*/ 80866 h 395526"/>
                <a:gd name="connsiteX123" fmla="*/ 1199231 w 2915191"/>
                <a:gd name="connsiteY123" fmla="*/ 70252 h 395526"/>
                <a:gd name="connsiteX124" fmla="*/ 1208975 w 2915191"/>
                <a:gd name="connsiteY124" fmla="*/ 95847 h 395526"/>
                <a:gd name="connsiteX125" fmla="*/ 1218719 w 2915191"/>
                <a:gd name="connsiteY125" fmla="*/ 113898 h 395526"/>
                <a:gd name="connsiteX126" fmla="*/ 1228478 w 2915191"/>
                <a:gd name="connsiteY126" fmla="*/ 92389 h 395526"/>
                <a:gd name="connsiteX127" fmla="*/ 1238222 w 2915191"/>
                <a:gd name="connsiteY127" fmla="*/ 114423 h 395526"/>
                <a:gd name="connsiteX128" fmla="*/ 1247966 w 2915191"/>
                <a:gd name="connsiteY128" fmla="*/ 106978 h 395526"/>
                <a:gd name="connsiteX129" fmla="*/ 1257725 w 2915191"/>
                <a:gd name="connsiteY129" fmla="*/ 105057 h 395526"/>
                <a:gd name="connsiteX130" fmla="*/ 1267469 w 2915191"/>
                <a:gd name="connsiteY130" fmla="*/ 100649 h 395526"/>
                <a:gd name="connsiteX131" fmla="*/ 1277227 w 2915191"/>
                <a:gd name="connsiteY131" fmla="*/ 105987 h 395526"/>
                <a:gd name="connsiteX132" fmla="*/ 1286971 w 2915191"/>
                <a:gd name="connsiteY132" fmla="*/ 115969 h 395526"/>
                <a:gd name="connsiteX133" fmla="*/ 1296715 w 2915191"/>
                <a:gd name="connsiteY133" fmla="*/ 123174 h 395526"/>
                <a:gd name="connsiteX134" fmla="*/ 1306474 w 2915191"/>
                <a:gd name="connsiteY134" fmla="*/ 119926 h 395526"/>
                <a:gd name="connsiteX135" fmla="*/ 1316218 w 2915191"/>
                <a:gd name="connsiteY135" fmla="*/ 97551 h 395526"/>
                <a:gd name="connsiteX136" fmla="*/ 1325977 w 2915191"/>
                <a:gd name="connsiteY136" fmla="*/ 105069 h 395526"/>
                <a:gd name="connsiteX137" fmla="*/ 1335721 w 2915191"/>
                <a:gd name="connsiteY137" fmla="*/ 76737 h 395526"/>
                <a:gd name="connsiteX138" fmla="*/ 1345465 w 2915191"/>
                <a:gd name="connsiteY138" fmla="*/ 56849 h 395526"/>
                <a:gd name="connsiteX139" fmla="*/ 1355224 w 2915191"/>
                <a:gd name="connsiteY139" fmla="*/ 71923 h 395526"/>
                <a:gd name="connsiteX140" fmla="*/ 1364967 w 2915191"/>
                <a:gd name="connsiteY140" fmla="*/ 38563 h 395526"/>
                <a:gd name="connsiteX141" fmla="*/ 1374726 w 2915191"/>
                <a:gd name="connsiteY141" fmla="*/ 40320 h 395526"/>
                <a:gd name="connsiteX142" fmla="*/ 1384470 w 2915191"/>
                <a:gd name="connsiteY142" fmla="*/ 38706 h 395526"/>
                <a:gd name="connsiteX143" fmla="*/ 1394214 w 2915191"/>
                <a:gd name="connsiteY143" fmla="*/ 15623 h 395526"/>
                <a:gd name="connsiteX144" fmla="*/ 1403973 w 2915191"/>
                <a:gd name="connsiteY144" fmla="*/ 18326 h 395526"/>
                <a:gd name="connsiteX145" fmla="*/ 1413717 w 2915191"/>
                <a:gd name="connsiteY145" fmla="*/ 8908 h 395526"/>
                <a:gd name="connsiteX146" fmla="*/ 1423476 w 2915191"/>
                <a:gd name="connsiteY146" fmla="*/ 8725 h 395526"/>
                <a:gd name="connsiteX147" fmla="*/ 1433220 w 2915191"/>
                <a:gd name="connsiteY147" fmla="*/ 12605 h 395526"/>
                <a:gd name="connsiteX148" fmla="*/ 1442964 w 2915191"/>
                <a:gd name="connsiteY148" fmla="*/ 0 h 395526"/>
                <a:gd name="connsiteX149" fmla="*/ 1452722 w 2915191"/>
                <a:gd name="connsiteY149" fmla="*/ 40220 h 395526"/>
                <a:gd name="connsiteX150" fmla="*/ 1462466 w 2915191"/>
                <a:gd name="connsiteY150" fmla="*/ 50917 h 395526"/>
                <a:gd name="connsiteX151" fmla="*/ 1472225 w 2915191"/>
                <a:gd name="connsiteY151" fmla="*/ 17147 h 395526"/>
                <a:gd name="connsiteX152" fmla="*/ 1481969 w 2915191"/>
                <a:gd name="connsiteY152" fmla="*/ 27223 h 395526"/>
                <a:gd name="connsiteX153" fmla="*/ 1491713 w 2915191"/>
                <a:gd name="connsiteY153" fmla="*/ 27961 h 395526"/>
                <a:gd name="connsiteX154" fmla="*/ 1501472 w 2915191"/>
                <a:gd name="connsiteY154" fmla="*/ 14263 h 395526"/>
                <a:gd name="connsiteX155" fmla="*/ 1511216 w 2915191"/>
                <a:gd name="connsiteY155" fmla="*/ 26191 h 395526"/>
                <a:gd name="connsiteX156" fmla="*/ 1520960 w 2915191"/>
                <a:gd name="connsiteY156" fmla="*/ 43381 h 395526"/>
                <a:gd name="connsiteX157" fmla="*/ 1530719 w 2915191"/>
                <a:gd name="connsiteY157" fmla="*/ 69335 h 395526"/>
                <a:gd name="connsiteX158" fmla="*/ 1540463 w 2915191"/>
                <a:gd name="connsiteY158" fmla="*/ 75819 h 395526"/>
                <a:gd name="connsiteX159" fmla="*/ 1550221 w 2915191"/>
                <a:gd name="connsiteY159" fmla="*/ 71862 h 395526"/>
                <a:gd name="connsiteX160" fmla="*/ 1559965 w 2915191"/>
                <a:gd name="connsiteY160" fmla="*/ 100665 h 395526"/>
                <a:gd name="connsiteX161" fmla="*/ 1569709 w 2915191"/>
                <a:gd name="connsiteY161" fmla="*/ 122924 h 395526"/>
                <a:gd name="connsiteX162" fmla="*/ 1579468 w 2915191"/>
                <a:gd name="connsiteY162" fmla="*/ 121249 h 395526"/>
                <a:gd name="connsiteX163" fmla="*/ 1589212 w 2915191"/>
                <a:gd name="connsiteY163" fmla="*/ 89158 h 395526"/>
                <a:gd name="connsiteX164" fmla="*/ 1598971 w 2915191"/>
                <a:gd name="connsiteY164" fmla="*/ 102761 h 395526"/>
                <a:gd name="connsiteX165" fmla="*/ 1608715 w 2915191"/>
                <a:gd name="connsiteY165" fmla="*/ 149039 h 395526"/>
                <a:gd name="connsiteX166" fmla="*/ 1618459 w 2915191"/>
                <a:gd name="connsiteY166" fmla="*/ 180850 h 395526"/>
                <a:gd name="connsiteX167" fmla="*/ 1628218 w 2915191"/>
                <a:gd name="connsiteY167" fmla="*/ 142576 h 395526"/>
                <a:gd name="connsiteX168" fmla="*/ 1637962 w 2915191"/>
                <a:gd name="connsiteY168" fmla="*/ 166112 h 395526"/>
                <a:gd name="connsiteX169" fmla="*/ 1647720 w 2915191"/>
                <a:gd name="connsiteY169" fmla="*/ 168126 h 395526"/>
                <a:gd name="connsiteX170" fmla="*/ 1657464 w 2915191"/>
                <a:gd name="connsiteY170" fmla="*/ 179186 h 395526"/>
                <a:gd name="connsiteX171" fmla="*/ 1667208 w 2915191"/>
                <a:gd name="connsiteY171" fmla="*/ 175480 h 395526"/>
                <a:gd name="connsiteX172" fmla="*/ 1676967 w 2915191"/>
                <a:gd name="connsiteY172" fmla="*/ 182410 h 395526"/>
                <a:gd name="connsiteX173" fmla="*/ 1686711 w 2915191"/>
                <a:gd name="connsiteY173" fmla="*/ 190504 h 395526"/>
                <a:gd name="connsiteX174" fmla="*/ 1696470 w 2915191"/>
                <a:gd name="connsiteY174" fmla="*/ 195335 h 395526"/>
                <a:gd name="connsiteX175" fmla="*/ 1706214 w 2915191"/>
                <a:gd name="connsiteY175" fmla="*/ 165480 h 395526"/>
                <a:gd name="connsiteX176" fmla="*/ 1715958 w 2915191"/>
                <a:gd name="connsiteY176" fmla="*/ 175824 h 395526"/>
                <a:gd name="connsiteX177" fmla="*/ 1725716 w 2915191"/>
                <a:gd name="connsiteY177" fmla="*/ 187457 h 395526"/>
                <a:gd name="connsiteX178" fmla="*/ 1735460 w 2915191"/>
                <a:gd name="connsiteY178" fmla="*/ 190002 h 395526"/>
                <a:gd name="connsiteX179" fmla="*/ 1745219 w 2915191"/>
                <a:gd name="connsiteY179" fmla="*/ 214501 h 395526"/>
                <a:gd name="connsiteX180" fmla="*/ 1754963 w 2915191"/>
                <a:gd name="connsiteY180" fmla="*/ 212728 h 395526"/>
                <a:gd name="connsiteX181" fmla="*/ 1764707 w 2915191"/>
                <a:gd name="connsiteY181" fmla="*/ 197754 h 395526"/>
                <a:gd name="connsiteX182" fmla="*/ 1774466 w 2915191"/>
                <a:gd name="connsiteY182" fmla="*/ 218957 h 395526"/>
                <a:gd name="connsiteX183" fmla="*/ 1784210 w 2915191"/>
                <a:gd name="connsiteY183" fmla="*/ 192502 h 395526"/>
                <a:gd name="connsiteX184" fmla="*/ 1793969 w 2915191"/>
                <a:gd name="connsiteY184" fmla="*/ 181066 h 395526"/>
                <a:gd name="connsiteX185" fmla="*/ 1803713 w 2915191"/>
                <a:gd name="connsiteY185" fmla="*/ 222205 h 395526"/>
                <a:gd name="connsiteX186" fmla="*/ 1813457 w 2915191"/>
                <a:gd name="connsiteY186" fmla="*/ 260971 h 395526"/>
                <a:gd name="connsiteX187" fmla="*/ 1823215 w 2915191"/>
                <a:gd name="connsiteY187" fmla="*/ 257325 h 395526"/>
                <a:gd name="connsiteX188" fmla="*/ 1832959 w 2915191"/>
                <a:gd name="connsiteY188" fmla="*/ 260090 h 395526"/>
                <a:gd name="connsiteX189" fmla="*/ 1842703 w 2915191"/>
                <a:gd name="connsiteY189" fmla="*/ 256258 h 395526"/>
                <a:gd name="connsiteX190" fmla="*/ 1852462 w 2915191"/>
                <a:gd name="connsiteY190" fmla="*/ 242314 h 395526"/>
                <a:gd name="connsiteX191" fmla="*/ 1862206 w 2915191"/>
                <a:gd name="connsiteY191" fmla="*/ 254046 h 395526"/>
                <a:gd name="connsiteX192" fmla="*/ 1871965 w 2915191"/>
                <a:gd name="connsiteY192" fmla="*/ 249004 h 395526"/>
                <a:gd name="connsiteX193" fmla="*/ 1881709 w 2915191"/>
                <a:gd name="connsiteY193" fmla="*/ 249720 h 395526"/>
                <a:gd name="connsiteX194" fmla="*/ 1891453 w 2915191"/>
                <a:gd name="connsiteY194" fmla="*/ 245191 h 395526"/>
                <a:gd name="connsiteX195" fmla="*/ 1901212 w 2915191"/>
                <a:gd name="connsiteY195" fmla="*/ 266614 h 395526"/>
                <a:gd name="connsiteX196" fmla="*/ 1910956 w 2915191"/>
                <a:gd name="connsiteY196" fmla="*/ 274472 h 395526"/>
                <a:gd name="connsiteX197" fmla="*/ 1920714 w 2915191"/>
                <a:gd name="connsiteY197" fmla="*/ 266154 h 395526"/>
                <a:gd name="connsiteX198" fmla="*/ 1930458 w 2915191"/>
                <a:gd name="connsiteY198" fmla="*/ 236958 h 395526"/>
                <a:gd name="connsiteX199" fmla="*/ 1940202 w 2915191"/>
                <a:gd name="connsiteY199" fmla="*/ 216269 h 395526"/>
                <a:gd name="connsiteX200" fmla="*/ 1949961 w 2915191"/>
                <a:gd name="connsiteY200" fmla="*/ 224928 h 395526"/>
                <a:gd name="connsiteX201" fmla="*/ 1959705 w 2915191"/>
                <a:gd name="connsiteY201" fmla="*/ 253363 h 395526"/>
                <a:gd name="connsiteX202" fmla="*/ 1969464 w 2915191"/>
                <a:gd name="connsiteY202" fmla="*/ 260974 h 395526"/>
                <a:gd name="connsiteX203" fmla="*/ 1979208 w 2915191"/>
                <a:gd name="connsiteY203" fmla="*/ 245820 h 395526"/>
                <a:gd name="connsiteX204" fmla="*/ 1988952 w 2915191"/>
                <a:gd name="connsiteY204" fmla="*/ 277932 h 395526"/>
                <a:gd name="connsiteX205" fmla="*/ 1998711 w 2915191"/>
                <a:gd name="connsiteY205" fmla="*/ 286990 h 395526"/>
                <a:gd name="connsiteX206" fmla="*/ 2008454 w 2915191"/>
                <a:gd name="connsiteY206" fmla="*/ 294072 h 395526"/>
                <a:gd name="connsiteX207" fmla="*/ 2018213 w 2915191"/>
                <a:gd name="connsiteY207" fmla="*/ 306180 h 395526"/>
                <a:gd name="connsiteX208" fmla="*/ 2027957 w 2915191"/>
                <a:gd name="connsiteY208" fmla="*/ 323275 h 395526"/>
                <a:gd name="connsiteX209" fmla="*/ 2037701 w 2915191"/>
                <a:gd name="connsiteY209" fmla="*/ 302199 h 395526"/>
                <a:gd name="connsiteX210" fmla="*/ 2047460 w 2915191"/>
                <a:gd name="connsiteY210" fmla="*/ 348280 h 395526"/>
                <a:gd name="connsiteX211" fmla="*/ 2057204 w 2915191"/>
                <a:gd name="connsiteY211" fmla="*/ 377957 h 395526"/>
                <a:gd name="connsiteX212" fmla="*/ 2066963 w 2915191"/>
                <a:gd name="connsiteY212" fmla="*/ 390642 h 395526"/>
                <a:gd name="connsiteX213" fmla="*/ 2076707 w 2915191"/>
                <a:gd name="connsiteY213" fmla="*/ 381418 h 395526"/>
                <a:gd name="connsiteX214" fmla="*/ 2086451 w 2915191"/>
                <a:gd name="connsiteY214" fmla="*/ 386162 h 395526"/>
                <a:gd name="connsiteX215" fmla="*/ 2096210 w 2915191"/>
                <a:gd name="connsiteY215" fmla="*/ 388321 h 395526"/>
                <a:gd name="connsiteX216" fmla="*/ 2105954 w 2915191"/>
                <a:gd name="connsiteY216" fmla="*/ 384325 h 395526"/>
                <a:gd name="connsiteX217" fmla="*/ 2115697 w 2915191"/>
                <a:gd name="connsiteY217" fmla="*/ 380273 h 395526"/>
                <a:gd name="connsiteX218" fmla="*/ 2125456 w 2915191"/>
                <a:gd name="connsiteY218" fmla="*/ 395526 h 395526"/>
                <a:gd name="connsiteX219" fmla="*/ 2135200 w 2915191"/>
                <a:gd name="connsiteY219" fmla="*/ 379930 h 395526"/>
                <a:gd name="connsiteX220" fmla="*/ 2144959 w 2915191"/>
                <a:gd name="connsiteY220" fmla="*/ 350034 h 395526"/>
                <a:gd name="connsiteX221" fmla="*/ 2154703 w 2915191"/>
                <a:gd name="connsiteY221" fmla="*/ 328962 h 395526"/>
                <a:gd name="connsiteX222" fmla="*/ 2164447 w 2915191"/>
                <a:gd name="connsiteY222" fmla="*/ 330114 h 395526"/>
                <a:gd name="connsiteX223" fmla="*/ 2174206 w 2915191"/>
                <a:gd name="connsiteY223" fmla="*/ 357361 h 395526"/>
                <a:gd name="connsiteX224" fmla="*/ 2183950 w 2915191"/>
                <a:gd name="connsiteY224" fmla="*/ 366563 h 395526"/>
                <a:gd name="connsiteX225" fmla="*/ 2193709 w 2915191"/>
                <a:gd name="connsiteY225" fmla="*/ 364846 h 395526"/>
                <a:gd name="connsiteX226" fmla="*/ 2203452 w 2915191"/>
                <a:gd name="connsiteY226" fmla="*/ 365940 h 395526"/>
                <a:gd name="connsiteX227" fmla="*/ 2213196 w 2915191"/>
                <a:gd name="connsiteY227" fmla="*/ 353449 h 395526"/>
                <a:gd name="connsiteX228" fmla="*/ 2222955 w 2915191"/>
                <a:gd name="connsiteY228" fmla="*/ 324366 h 395526"/>
                <a:gd name="connsiteX229" fmla="*/ 2232699 w 2915191"/>
                <a:gd name="connsiteY229" fmla="*/ 319164 h 395526"/>
                <a:gd name="connsiteX230" fmla="*/ 2242458 w 2915191"/>
                <a:gd name="connsiteY230" fmla="*/ 320143 h 395526"/>
                <a:gd name="connsiteX231" fmla="*/ 2252202 w 2915191"/>
                <a:gd name="connsiteY231" fmla="*/ 301380 h 395526"/>
                <a:gd name="connsiteX232" fmla="*/ 2261946 w 2915191"/>
                <a:gd name="connsiteY232" fmla="*/ 294413 h 395526"/>
                <a:gd name="connsiteX233" fmla="*/ 2271705 w 2915191"/>
                <a:gd name="connsiteY233" fmla="*/ 263423 h 395526"/>
                <a:gd name="connsiteX234" fmla="*/ 2281449 w 2915191"/>
                <a:gd name="connsiteY234" fmla="*/ 248657 h 395526"/>
                <a:gd name="connsiteX235" fmla="*/ 2291208 w 2915191"/>
                <a:gd name="connsiteY235" fmla="*/ 264074 h 395526"/>
                <a:gd name="connsiteX236" fmla="*/ 2300951 w 2915191"/>
                <a:gd name="connsiteY236" fmla="*/ 253779 h 395526"/>
                <a:gd name="connsiteX237" fmla="*/ 2310695 w 2915191"/>
                <a:gd name="connsiteY237" fmla="*/ 234325 h 395526"/>
                <a:gd name="connsiteX238" fmla="*/ 2320454 w 2915191"/>
                <a:gd name="connsiteY238" fmla="*/ 212181 h 395526"/>
                <a:gd name="connsiteX239" fmla="*/ 2330198 w 2915191"/>
                <a:gd name="connsiteY239" fmla="*/ 195801 h 395526"/>
                <a:gd name="connsiteX240" fmla="*/ 2339957 w 2915191"/>
                <a:gd name="connsiteY240" fmla="*/ 152123 h 395526"/>
                <a:gd name="connsiteX241" fmla="*/ 2349701 w 2915191"/>
                <a:gd name="connsiteY241" fmla="*/ 121254 h 395526"/>
                <a:gd name="connsiteX242" fmla="*/ 2359445 w 2915191"/>
                <a:gd name="connsiteY242" fmla="*/ 115898 h 395526"/>
                <a:gd name="connsiteX243" fmla="*/ 2369204 w 2915191"/>
                <a:gd name="connsiteY243" fmla="*/ 121266 h 395526"/>
                <a:gd name="connsiteX244" fmla="*/ 2378948 w 2915191"/>
                <a:gd name="connsiteY244" fmla="*/ 126790 h 395526"/>
                <a:gd name="connsiteX245" fmla="*/ 2388692 w 2915191"/>
                <a:gd name="connsiteY245" fmla="*/ 102673 h 395526"/>
                <a:gd name="connsiteX246" fmla="*/ 2398450 w 2915191"/>
                <a:gd name="connsiteY246" fmla="*/ 113922 h 395526"/>
                <a:gd name="connsiteX247" fmla="*/ 2408194 w 2915191"/>
                <a:gd name="connsiteY247" fmla="*/ 128222 h 395526"/>
                <a:gd name="connsiteX248" fmla="*/ 2417953 w 2915191"/>
                <a:gd name="connsiteY248" fmla="*/ 124076 h 395526"/>
                <a:gd name="connsiteX249" fmla="*/ 2427697 w 2915191"/>
                <a:gd name="connsiteY249" fmla="*/ 140117 h 395526"/>
                <a:gd name="connsiteX250" fmla="*/ 2437441 w 2915191"/>
                <a:gd name="connsiteY250" fmla="*/ 161955 h 395526"/>
                <a:gd name="connsiteX251" fmla="*/ 2447200 w 2915191"/>
                <a:gd name="connsiteY251" fmla="*/ 180969 h 395526"/>
                <a:gd name="connsiteX252" fmla="*/ 2456944 w 2915191"/>
                <a:gd name="connsiteY252" fmla="*/ 158141 h 395526"/>
                <a:gd name="connsiteX253" fmla="*/ 2466703 w 2915191"/>
                <a:gd name="connsiteY253" fmla="*/ 182816 h 395526"/>
                <a:gd name="connsiteX254" fmla="*/ 2476446 w 2915191"/>
                <a:gd name="connsiteY254" fmla="*/ 186209 h 395526"/>
                <a:gd name="connsiteX255" fmla="*/ 2486190 w 2915191"/>
                <a:gd name="connsiteY255" fmla="*/ 171471 h 395526"/>
                <a:gd name="connsiteX256" fmla="*/ 2495949 w 2915191"/>
                <a:gd name="connsiteY256" fmla="*/ 173128 h 395526"/>
                <a:gd name="connsiteX257" fmla="*/ 2505693 w 2915191"/>
                <a:gd name="connsiteY257" fmla="*/ 148284 h 395526"/>
                <a:gd name="connsiteX258" fmla="*/ 2515452 w 2915191"/>
                <a:gd name="connsiteY258" fmla="*/ 158533 h 395526"/>
                <a:gd name="connsiteX259" fmla="*/ 2525196 w 2915191"/>
                <a:gd name="connsiteY259" fmla="*/ 127231 h 395526"/>
                <a:gd name="connsiteX260" fmla="*/ 2534940 w 2915191"/>
                <a:gd name="connsiteY260" fmla="*/ 116847 h 395526"/>
                <a:gd name="connsiteX261" fmla="*/ 2544699 w 2915191"/>
                <a:gd name="connsiteY261" fmla="*/ 109442 h 395526"/>
                <a:gd name="connsiteX262" fmla="*/ 2554443 w 2915191"/>
                <a:gd name="connsiteY262" fmla="*/ 115819 h 395526"/>
                <a:gd name="connsiteX263" fmla="*/ 2564202 w 2915191"/>
                <a:gd name="connsiteY263" fmla="*/ 137001 h 395526"/>
                <a:gd name="connsiteX264" fmla="*/ 2573946 w 2915191"/>
                <a:gd name="connsiteY264" fmla="*/ 110609 h 395526"/>
                <a:gd name="connsiteX265" fmla="*/ 2583690 w 2915191"/>
                <a:gd name="connsiteY265" fmla="*/ 134878 h 395526"/>
                <a:gd name="connsiteX266" fmla="*/ 2593448 w 2915191"/>
                <a:gd name="connsiteY266" fmla="*/ 122444 h 395526"/>
                <a:gd name="connsiteX267" fmla="*/ 2603192 w 2915191"/>
                <a:gd name="connsiteY267" fmla="*/ 120549 h 395526"/>
                <a:gd name="connsiteX268" fmla="*/ 2612951 w 2915191"/>
                <a:gd name="connsiteY268" fmla="*/ 91246 h 395526"/>
                <a:gd name="connsiteX269" fmla="*/ 2622695 w 2915191"/>
                <a:gd name="connsiteY269" fmla="*/ 104157 h 395526"/>
                <a:gd name="connsiteX270" fmla="*/ 2632439 w 2915191"/>
                <a:gd name="connsiteY270" fmla="*/ 73714 h 395526"/>
                <a:gd name="connsiteX271" fmla="*/ 2642198 w 2915191"/>
                <a:gd name="connsiteY271" fmla="*/ 41078 h 395526"/>
                <a:gd name="connsiteX272" fmla="*/ 2651942 w 2915191"/>
                <a:gd name="connsiteY272" fmla="*/ 52280 h 395526"/>
                <a:gd name="connsiteX273" fmla="*/ 2661685 w 2915191"/>
                <a:gd name="connsiteY273" fmla="*/ 78859 h 395526"/>
                <a:gd name="connsiteX274" fmla="*/ 2671444 w 2915191"/>
                <a:gd name="connsiteY274" fmla="*/ 88880 h 395526"/>
                <a:gd name="connsiteX275" fmla="*/ 2681188 w 2915191"/>
                <a:gd name="connsiteY275" fmla="*/ 149644 h 395526"/>
                <a:gd name="connsiteX276" fmla="*/ 2690947 w 2915191"/>
                <a:gd name="connsiteY276" fmla="*/ 150514 h 395526"/>
                <a:gd name="connsiteX277" fmla="*/ 2700691 w 2915191"/>
                <a:gd name="connsiteY277" fmla="*/ 119415 h 395526"/>
                <a:gd name="connsiteX278" fmla="*/ 2710435 w 2915191"/>
                <a:gd name="connsiteY278" fmla="*/ 107954 h 395526"/>
                <a:gd name="connsiteX279" fmla="*/ 2720194 w 2915191"/>
                <a:gd name="connsiteY279" fmla="*/ 123858 h 395526"/>
                <a:gd name="connsiteX280" fmla="*/ 2729938 w 2915191"/>
                <a:gd name="connsiteY280" fmla="*/ 118398 h 395526"/>
                <a:gd name="connsiteX281" fmla="*/ 2739697 w 2915191"/>
                <a:gd name="connsiteY281" fmla="*/ 152129 h 395526"/>
                <a:gd name="connsiteX282" fmla="*/ 2749441 w 2915191"/>
                <a:gd name="connsiteY282" fmla="*/ 171904 h 395526"/>
                <a:gd name="connsiteX283" fmla="*/ 2759185 w 2915191"/>
                <a:gd name="connsiteY283" fmla="*/ 154477 h 395526"/>
                <a:gd name="connsiteX284" fmla="*/ 2768943 w 2915191"/>
                <a:gd name="connsiteY284" fmla="*/ 177393 h 395526"/>
                <a:gd name="connsiteX285" fmla="*/ 2778687 w 2915191"/>
                <a:gd name="connsiteY285" fmla="*/ 204219 h 395526"/>
                <a:gd name="connsiteX286" fmla="*/ 2788446 w 2915191"/>
                <a:gd name="connsiteY286" fmla="*/ 210906 h 395526"/>
                <a:gd name="connsiteX287" fmla="*/ 2798190 w 2915191"/>
                <a:gd name="connsiteY287" fmla="*/ 203751 h 395526"/>
                <a:gd name="connsiteX288" fmla="*/ 2807934 w 2915191"/>
                <a:gd name="connsiteY288" fmla="*/ 168493 h 395526"/>
                <a:gd name="connsiteX289" fmla="*/ 2817693 w 2915191"/>
                <a:gd name="connsiteY289" fmla="*/ 158451 h 395526"/>
                <a:gd name="connsiteX290" fmla="*/ 2827437 w 2915191"/>
                <a:gd name="connsiteY290" fmla="*/ 195379 h 395526"/>
                <a:gd name="connsiteX291" fmla="*/ 2837196 w 2915191"/>
                <a:gd name="connsiteY291" fmla="*/ 197111 h 395526"/>
                <a:gd name="connsiteX292" fmla="*/ 2846940 w 2915191"/>
                <a:gd name="connsiteY292" fmla="*/ 202376 h 395526"/>
                <a:gd name="connsiteX293" fmla="*/ 2856684 w 2915191"/>
                <a:gd name="connsiteY293" fmla="*/ 209103 h 395526"/>
                <a:gd name="connsiteX294" fmla="*/ 2866442 w 2915191"/>
                <a:gd name="connsiteY294" fmla="*/ 168044 h 395526"/>
                <a:gd name="connsiteX295" fmla="*/ 2876186 w 2915191"/>
                <a:gd name="connsiteY295" fmla="*/ 154772 h 395526"/>
                <a:gd name="connsiteX296" fmla="*/ 2885945 w 2915191"/>
                <a:gd name="connsiteY296" fmla="*/ 161137 h 395526"/>
                <a:gd name="connsiteX297" fmla="*/ 2895689 w 2915191"/>
                <a:gd name="connsiteY297" fmla="*/ 179232 h 395526"/>
                <a:gd name="connsiteX298" fmla="*/ 2905433 w 2915191"/>
                <a:gd name="connsiteY298" fmla="*/ 152798 h 395526"/>
                <a:gd name="connsiteX299" fmla="*/ 2915192 w 2915191"/>
                <a:gd name="connsiteY299" fmla="*/ 163735 h 395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95526">
                  <a:moveTo>
                    <a:pt x="0" y="201990"/>
                  </a:moveTo>
                  <a:lnTo>
                    <a:pt x="9750" y="177375"/>
                  </a:lnTo>
                  <a:lnTo>
                    <a:pt x="19500" y="194581"/>
                  </a:lnTo>
                  <a:lnTo>
                    <a:pt x="29250" y="174404"/>
                  </a:lnTo>
                  <a:lnTo>
                    <a:pt x="39000" y="172839"/>
                  </a:lnTo>
                  <a:lnTo>
                    <a:pt x="48749" y="173446"/>
                  </a:lnTo>
                  <a:lnTo>
                    <a:pt x="58499" y="165432"/>
                  </a:lnTo>
                  <a:lnTo>
                    <a:pt x="68249" y="129648"/>
                  </a:lnTo>
                  <a:lnTo>
                    <a:pt x="77998" y="136266"/>
                  </a:lnTo>
                  <a:lnTo>
                    <a:pt x="87748" y="155604"/>
                  </a:lnTo>
                  <a:lnTo>
                    <a:pt x="97497" y="151389"/>
                  </a:lnTo>
                  <a:lnTo>
                    <a:pt x="107247" y="156310"/>
                  </a:lnTo>
                  <a:lnTo>
                    <a:pt x="116997" y="133845"/>
                  </a:lnTo>
                  <a:lnTo>
                    <a:pt x="126747" y="153290"/>
                  </a:lnTo>
                  <a:lnTo>
                    <a:pt x="136497" y="166784"/>
                  </a:lnTo>
                  <a:lnTo>
                    <a:pt x="146247" y="196579"/>
                  </a:lnTo>
                  <a:lnTo>
                    <a:pt x="155997" y="206533"/>
                  </a:lnTo>
                  <a:lnTo>
                    <a:pt x="165747" y="163159"/>
                  </a:lnTo>
                  <a:lnTo>
                    <a:pt x="175497" y="197125"/>
                  </a:lnTo>
                  <a:lnTo>
                    <a:pt x="185247" y="200101"/>
                  </a:lnTo>
                  <a:lnTo>
                    <a:pt x="194996" y="219264"/>
                  </a:lnTo>
                  <a:lnTo>
                    <a:pt x="204746" y="221239"/>
                  </a:lnTo>
                  <a:lnTo>
                    <a:pt x="214495" y="187148"/>
                  </a:lnTo>
                  <a:lnTo>
                    <a:pt x="224245" y="176937"/>
                  </a:lnTo>
                  <a:lnTo>
                    <a:pt x="233995" y="171934"/>
                  </a:lnTo>
                  <a:lnTo>
                    <a:pt x="243744" y="165261"/>
                  </a:lnTo>
                  <a:lnTo>
                    <a:pt x="253494" y="158638"/>
                  </a:lnTo>
                  <a:lnTo>
                    <a:pt x="263244" y="152330"/>
                  </a:lnTo>
                  <a:lnTo>
                    <a:pt x="272994" y="170508"/>
                  </a:lnTo>
                  <a:lnTo>
                    <a:pt x="282744" y="182012"/>
                  </a:lnTo>
                  <a:lnTo>
                    <a:pt x="292494" y="179898"/>
                  </a:lnTo>
                  <a:lnTo>
                    <a:pt x="302244" y="206211"/>
                  </a:lnTo>
                  <a:lnTo>
                    <a:pt x="311994" y="215566"/>
                  </a:lnTo>
                  <a:lnTo>
                    <a:pt x="321744" y="163875"/>
                  </a:lnTo>
                  <a:lnTo>
                    <a:pt x="331493" y="186210"/>
                  </a:lnTo>
                  <a:lnTo>
                    <a:pt x="341243" y="170042"/>
                  </a:lnTo>
                  <a:lnTo>
                    <a:pt x="350993" y="157883"/>
                  </a:lnTo>
                  <a:lnTo>
                    <a:pt x="360742" y="151614"/>
                  </a:lnTo>
                  <a:lnTo>
                    <a:pt x="370492" y="165330"/>
                  </a:lnTo>
                  <a:lnTo>
                    <a:pt x="380241" y="166977"/>
                  </a:lnTo>
                  <a:lnTo>
                    <a:pt x="389991" y="141201"/>
                  </a:lnTo>
                  <a:lnTo>
                    <a:pt x="399741" y="129900"/>
                  </a:lnTo>
                  <a:lnTo>
                    <a:pt x="409491" y="110807"/>
                  </a:lnTo>
                  <a:lnTo>
                    <a:pt x="419241" y="84504"/>
                  </a:lnTo>
                  <a:lnTo>
                    <a:pt x="428991" y="106806"/>
                  </a:lnTo>
                  <a:lnTo>
                    <a:pt x="438741" y="151996"/>
                  </a:lnTo>
                  <a:lnTo>
                    <a:pt x="448491" y="117642"/>
                  </a:lnTo>
                  <a:lnTo>
                    <a:pt x="458241" y="113068"/>
                  </a:lnTo>
                  <a:lnTo>
                    <a:pt x="467991" y="136706"/>
                  </a:lnTo>
                  <a:lnTo>
                    <a:pt x="477740" y="181122"/>
                  </a:lnTo>
                  <a:lnTo>
                    <a:pt x="487490" y="168785"/>
                  </a:lnTo>
                  <a:lnTo>
                    <a:pt x="497239" y="191216"/>
                  </a:lnTo>
                  <a:lnTo>
                    <a:pt x="506989" y="165526"/>
                  </a:lnTo>
                  <a:lnTo>
                    <a:pt x="516738" y="150411"/>
                  </a:lnTo>
                  <a:lnTo>
                    <a:pt x="526488" y="120417"/>
                  </a:lnTo>
                  <a:lnTo>
                    <a:pt x="536238" y="99494"/>
                  </a:lnTo>
                  <a:lnTo>
                    <a:pt x="545988" y="126869"/>
                  </a:lnTo>
                  <a:lnTo>
                    <a:pt x="555738" y="138458"/>
                  </a:lnTo>
                  <a:lnTo>
                    <a:pt x="565488" y="128274"/>
                  </a:lnTo>
                  <a:lnTo>
                    <a:pt x="575238" y="96457"/>
                  </a:lnTo>
                  <a:lnTo>
                    <a:pt x="584988" y="96949"/>
                  </a:lnTo>
                  <a:lnTo>
                    <a:pt x="594738" y="92094"/>
                  </a:lnTo>
                  <a:lnTo>
                    <a:pt x="604488" y="110817"/>
                  </a:lnTo>
                  <a:lnTo>
                    <a:pt x="614237" y="114685"/>
                  </a:lnTo>
                  <a:lnTo>
                    <a:pt x="623987" y="83762"/>
                  </a:lnTo>
                  <a:lnTo>
                    <a:pt x="633736" y="86068"/>
                  </a:lnTo>
                  <a:lnTo>
                    <a:pt x="643486" y="105176"/>
                  </a:lnTo>
                  <a:lnTo>
                    <a:pt x="653236" y="130144"/>
                  </a:lnTo>
                  <a:lnTo>
                    <a:pt x="662985" y="150872"/>
                  </a:lnTo>
                  <a:lnTo>
                    <a:pt x="672735" y="148686"/>
                  </a:lnTo>
                  <a:lnTo>
                    <a:pt x="682485" y="152211"/>
                  </a:lnTo>
                  <a:lnTo>
                    <a:pt x="692235" y="179005"/>
                  </a:lnTo>
                  <a:lnTo>
                    <a:pt x="701985" y="196302"/>
                  </a:lnTo>
                  <a:lnTo>
                    <a:pt x="711735" y="213531"/>
                  </a:lnTo>
                  <a:lnTo>
                    <a:pt x="721485" y="186699"/>
                  </a:lnTo>
                  <a:lnTo>
                    <a:pt x="731235" y="160565"/>
                  </a:lnTo>
                  <a:lnTo>
                    <a:pt x="740985" y="185689"/>
                  </a:lnTo>
                  <a:lnTo>
                    <a:pt x="750734" y="173946"/>
                  </a:lnTo>
                  <a:lnTo>
                    <a:pt x="760484" y="159799"/>
                  </a:lnTo>
                  <a:lnTo>
                    <a:pt x="770233" y="146657"/>
                  </a:lnTo>
                  <a:lnTo>
                    <a:pt x="779983" y="109868"/>
                  </a:lnTo>
                  <a:lnTo>
                    <a:pt x="789733" y="135639"/>
                  </a:lnTo>
                  <a:lnTo>
                    <a:pt x="799482" y="175047"/>
                  </a:lnTo>
                  <a:lnTo>
                    <a:pt x="809232" y="193396"/>
                  </a:lnTo>
                  <a:lnTo>
                    <a:pt x="818982" y="154558"/>
                  </a:lnTo>
                  <a:lnTo>
                    <a:pt x="828732" y="145377"/>
                  </a:lnTo>
                  <a:lnTo>
                    <a:pt x="838482" y="137431"/>
                  </a:lnTo>
                  <a:lnTo>
                    <a:pt x="848232" y="160966"/>
                  </a:lnTo>
                  <a:lnTo>
                    <a:pt x="857982" y="127552"/>
                  </a:lnTo>
                  <a:lnTo>
                    <a:pt x="867732" y="154777"/>
                  </a:lnTo>
                  <a:lnTo>
                    <a:pt x="877482" y="173135"/>
                  </a:lnTo>
                  <a:lnTo>
                    <a:pt x="887231" y="171995"/>
                  </a:lnTo>
                  <a:lnTo>
                    <a:pt x="896981" y="184241"/>
                  </a:lnTo>
                  <a:lnTo>
                    <a:pt x="906730" y="181340"/>
                  </a:lnTo>
                  <a:lnTo>
                    <a:pt x="916480" y="168157"/>
                  </a:lnTo>
                  <a:lnTo>
                    <a:pt x="926230" y="153485"/>
                  </a:lnTo>
                  <a:lnTo>
                    <a:pt x="935979" y="163744"/>
                  </a:lnTo>
                  <a:lnTo>
                    <a:pt x="945729" y="142977"/>
                  </a:lnTo>
                  <a:lnTo>
                    <a:pt x="955479" y="158419"/>
                  </a:lnTo>
                  <a:lnTo>
                    <a:pt x="965229" y="158656"/>
                  </a:lnTo>
                  <a:lnTo>
                    <a:pt x="974979" y="181291"/>
                  </a:lnTo>
                  <a:lnTo>
                    <a:pt x="984729" y="156885"/>
                  </a:lnTo>
                  <a:lnTo>
                    <a:pt x="994474" y="170348"/>
                  </a:lnTo>
                  <a:lnTo>
                    <a:pt x="1004233" y="179868"/>
                  </a:lnTo>
                  <a:lnTo>
                    <a:pt x="1013977" y="239959"/>
                  </a:lnTo>
                  <a:lnTo>
                    <a:pt x="1023721" y="236618"/>
                  </a:lnTo>
                  <a:lnTo>
                    <a:pt x="1033480" y="234360"/>
                  </a:lnTo>
                  <a:lnTo>
                    <a:pt x="1043224" y="222343"/>
                  </a:lnTo>
                  <a:lnTo>
                    <a:pt x="1052983" y="236418"/>
                  </a:lnTo>
                  <a:lnTo>
                    <a:pt x="1062727" y="220862"/>
                  </a:lnTo>
                  <a:lnTo>
                    <a:pt x="1072471" y="209600"/>
                  </a:lnTo>
                  <a:lnTo>
                    <a:pt x="1082230" y="187976"/>
                  </a:lnTo>
                  <a:lnTo>
                    <a:pt x="1091973" y="145410"/>
                  </a:lnTo>
                  <a:lnTo>
                    <a:pt x="1101732" y="158902"/>
                  </a:lnTo>
                  <a:lnTo>
                    <a:pt x="1111476" y="172287"/>
                  </a:lnTo>
                  <a:lnTo>
                    <a:pt x="1121220" y="175725"/>
                  </a:lnTo>
                  <a:lnTo>
                    <a:pt x="1130979" y="206525"/>
                  </a:lnTo>
                  <a:lnTo>
                    <a:pt x="1140723" y="185321"/>
                  </a:lnTo>
                  <a:lnTo>
                    <a:pt x="1150482" y="181578"/>
                  </a:lnTo>
                  <a:lnTo>
                    <a:pt x="1160226" y="140623"/>
                  </a:lnTo>
                  <a:lnTo>
                    <a:pt x="1169969" y="107706"/>
                  </a:lnTo>
                  <a:lnTo>
                    <a:pt x="1179728" y="80531"/>
                  </a:lnTo>
                  <a:lnTo>
                    <a:pt x="1189472" y="80866"/>
                  </a:lnTo>
                  <a:lnTo>
                    <a:pt x="1199231" y="70252"/>
                  </a:lnTo>
                  <a:lnTo>
                    <a:pt x="1208975" y="95847"/>
                  </a:lnTo>
                  <a:lnTo>
                    <a:pt x="1218719" y="113898"/>
                  </a:lnTo>
                  <a:lnTo>
                    <a:pt x="1228478" y="92389"/>
                  </a:lnTo>
                  <a:lnTo>
                    <a:pt x="1238222" y="114423"/>
                  </a:lnTo>
                  <a:lnTo>
                    <a:pt x="1247966" y="106978"/>
                  </a:lnTo>
                  <a:lnTo>
                    <a:pt x="1257725" y="105057"/>
                  </a:lnTo>
                  <a:lnTo>
                    <a:pt x="1267469" y="100649"/>
                  </a:lnTo>
                  <a:lnTo>
                    <a:pt x="1277227" y="105987"/>
                  </a:lnTo>
                  <a:lnTo>
                    <a:pt x="1286971" y="115969"/>
                  </a:lnTo>
                  <a:lnTo>
                    <a:pt x="1296715" y="123174"/>
                  </a:lnTo>
                  <a:lnTo>
                    <a:pt x="1306474" y="119926"/>
                  </a:lnTo>
                  <a:lnTo>
                    <a:pt x="1316218" y="97551"/>
                  </a:lnTo>
                  <a:lnTo>
                    <a:pt x="1325977" y="105069"/>
                  </a:lnTo>
                  <a:lnTo>
                    <a:pt x="1335721" y="76737"/>
                  </a:lnTo>
                  <a:lnTo>
                    <a:pt x="1345465" y="56849"/>
                  </a:lnTo>
                  <a:lnTo>
                    <a:pt x="1355224" y="71923"/>
                  </a:lnTo>
                  <a:lnTo>
                    <a:pt x="1364967" y="38563"/>
                  </a:lnTo>
                  <a:lnTo>
                    <a:pt x="1374726" y="40320"/>
                  </a:lnTo>
                  <a:lnTo>
                    <a:pt x="1384470" y="38706"/>
                  </a:lnTo>
                  <a:lnTo>
                    <a:pt x="1394214" y="15623"/>
                  </a:lnTo>
                  <a:lnTo>
                    <a:pt x="1403973" y="18326"/>
                  </a:lnTo>
                  <a:lnTo>
                    <a:pt x="1413717" y="8908"/>
                  </a:lnTo>
                  <a:lnTo>
                    <a:pt x="1423476" y="8725"/>
                  </a:lnTo>
                  <a:lnTo>
                    <a:pt x="1433220" y="12605"/>
                  </a:lnTo>
                  <a:lnTo>
                    <a:pt x="1442964" y="0"/>
                  </a:lnTo>
                  <a:lnTo>
                    <a:pt x="1452722" y="40220"/>
                  </a:lnTo>
                  <a:lnTo>
                    <a:pt x="1462466" y="50917"/>
                  </a:lnTo>
                  <a:lnTo>
                    <a:pt x="1472225" y="17147"/>
                  </a:lnTo>
                  <a:lnTo>
                    <a:pt x="1481969" y="27223"/>
                  </a:lnTo>
                  <a:lnTo>
                    <a:pt x="1491713" y="27961"/>
                  </a:lnTo>
                  <a:lnTo>
                    <a:pt x="1501472" y="14263"/>
                  </a:lnTo>
                  <a:lnTo>
                    <a:pt x="1511216" y="26191"/>
                  </a:lnTo>
                  <a:lnTo>
                    <a:pt x="1520960" y="43381"/>
                  </a:lnTo>
                  <a:lnTo>
                    <a:pt x="1530719" y="69335"/>
                  </a:lnTo>
                  <a:lnTo>
                    <a:pt x="1540463" y="75819"/>
                  </a:lnTo>
                  <a:lnTo>
                    <a:pt x="1550221" y="71862"/>
                  </a:lnTo>
                  <a:lnTo>
                    <a:pt x="1559965" y="100665"/>
                  </a:lnTo>
                  <a:lnTo>
                    <a:pt x="1569709" y="122924"/>
                  </a:lnTo>
                  <a:lnTo>
                    <a:pt x="1579468" y="121249"/>
                  </a:lnTo>
                  <a:lnTo>
                    <a:pt x="1589212" y="89158"/>
                  </a:lnTo>
                  <a:lnTo>
                    <a:pt x="1598971" y="102761"/>
                  </a:lnTo>
                  <a:lnTo>
                    <a:pt x="1608715" y="149039"/>
                  </a:lnTo>
                  <a:lnTo>
                    <a:pt x="1618459" y="180850"/>
                  </a:lnTo>
                  <a:lnTo>
                    <a:pt x="1628218" y="142576"/>
                  </a:lnTo>
                  <a:lnTo>
                    <a:pt x="1637962" y="166112"/>
                  </a:lnTo>
                  <a:lnTo>
                    <a:pt x="1647720" y="168126"/>
                  </a:lnTo>
                  <a:lnTo>
                    <a:pt x="1657464" y="179186"/>
                  </a:lnTo>
                  <a:lnTo>
                    <a:pt x="1667208" y="175480"/>
                  </a:lnTo>
                  <a:lnTo>
                    <a:pt x="1676967" y="182410"/>
                  </a:lnTo>
                  <a:lnTo>
                    <a:pt x="1686711" y="190504"/>
                  </a:lnTo>
                  <a:lnTo>
                    <a:pt x="1696470" y="195335"/>
                  </a:lnTo>
                  <a:lnTo>
                    <a:pt x="1706214" y="165480"/>
                  </a:lnTo>
                  <a:lnTo>
                    <a:pt x="1715958" y="175824"/>
                  </a:lnTo>
                  <a:lnTo>
                    <a:pt x="1725716" y="187457"/>
                  </a:lnTo>
                  <a:lnTo>
                    <a:pt x="1735460" y="190002"/>
                  </a:lnTo>
                  <a:lnTo>
                    <a:pt x="1745219" y="214501"/>
                  </a:lnTo>
                  <a:lnTo>
                    <a:pt x="1754963" y="212728"/>
                  </a:lnTo>
                  <a:lnTo>
                    <a:pt x="1764707" y="197754"/>
                  </a:lnTo>
                  <a:lnTo>
                    <a:pt x="1774466" y="218957"/>
                  </a:lnTo>
                  <a:lnTo>
                    <a:pt x="1784210" y="192502"/>
                  </a:lnTo>
                  <a:lnTo>
                    <a:pt x="1793969" y="181066"/>
                  </a:lnTo>
                  <a:lnTo>
                    <a:pt x="1803713" y="222205"/>
                  </a:lnTo>
                  <a:lnTo>
                    <a:pt x="1813457" y="260971"/>
                  </a:lnTo>
                  <a:lnTo>
                    <a:pt x="1823215" y="257325"/>
                  </a:lnTo>
                  <a:lnTo>
                    <a:pt x="1832959" y="260090"/>
                  </a:lnTo>
                  <a:lnTo>
                    <a:pt x="1842703" y="256258"/>
                  </a:lnTo>
                  <a:lnTo>
                    <a:pt x="1852462" y="242314"/>
                  </a:lnTo>
                  <a:lnTo>
                    <a:pt x="1862206" y="254046"/>
                  </a:lnTo>
                  <a:lnTo>
                    <a:pt x="1871965" y="249004"/>
                  </a:lnTo>
                  <a:lnTo>
                    <a:pt x="1881709" y="249720"/>
                  </a:lnTo>
                  <a:lnTo>
                    <a:pt x="1891453" y="245191"/>
                  </a:lnTo>
                  <a:lnTo>
                    <a:pt x="1901212" y="266614"/>
                  </a:lnTo>
                  <a:lnTo>
                    <a:pt x="1910956" y="274472"/>
                  </a:lnTo>
                  <a:lnTo>
                    <a:pt x="1920714" y="266154"/>
                  </a:lnTo>
                  <a:lnTo>
                    <a:pt x="1930458" y="236958"/>
                  </a:lnTo>
                  <a:lnTo>
                    <a:pt x="1940202" y="216269"/>
                  </a:lnTo>
                  <a:lnTo>
                    <a:pt x="1949961" y="224928"/>
                  </a:lnTo>
                  <a:lnTo>
                    <a:pt x="1959705" y="253363"/>
                  </a:lnTo>
                  <a:lnTo>
                    <a:pt x="1969464" y="260974"/>
                  </a:lnTo>
                  <a:lnTo>
                    <a:pt x="1979208" y="245820"/>
                  </a:lnTo>
                  <a:lnTo>
                    <a:pt x="1988952" y="277932"/>
                  </a:lnTo>
                  <a:lnTo>
                    <a:pt x="1998711" y="286990"/>
                  </a:lnTo>
                  <a:lnTo>
                    <a:pt x="2008454" y="294072"/>
                  </a:lnTo>
                  <a:lnTo>
                    <a:pt x="2018213" y="306180"/>
                  </a:lnTo>
                  <a:lnTo>
                    <a:pt x="2027957" y="323275"/>
                  </a:lnTo>
                  <a:lnTo>
                    <a:pt x="2037701" y="302199"/>
                  </a:lnTo>
                  <a:lnTo>
                    <a:pt x="2047460" y="348280"/>
                  </a:lnTo>
                  <a:lnTo>
                    <a:pt x="2057204" y="377957"/>
                  </a:lnTo>
                  <a:lnTo>
                    <a:pt x="2066963" y="390642"/>
                  </a:lnTo>
                  <a:lnTo>
                    <a:pt x="2076707" y="381418"/>
                  </a:lnTo>
                  <a:lnTo>
                    <a:pt x="2086451" y="386162"/>
                  </a:lnTo>
                  <a:lnTo>
                    <a:pt x="2096210" y="388321"/>
                  </a:lnTo>
                  <a:lnTo>
                    <a:pt x="2105954" y="384325"/>
                  </a:lnTo>
                  <a:lnTo>
                    <a:pt x="2115697" y="380273"/>
                  </a:lnTo>
                  <a:lnTo>
                    <a:pt x="2125456" y="395526"/>
                  </a:lnTo>
                  <a:lnTo>
                    <a:pt x="2135200" y="379930"/>
                  </a:lnTo>
                  <a:lnTo>
                    <a:pt x="2144959" y="350034"/>
                  </a:lnTo>
                  <a:lnTo>
                    <a:pt x="2154703" y="328962"/>
                  </a:lnTo>
                  <a:lnTo>
                    <a:pt x="2164447" y="330114"/>
                  </a:lnTo>
                  <a:lnTo>
                    <a:pt x="2174206" y="357361"/>
                  </a:lnTo>
                  <a:lnTo>
                    <a:pt x="2183950" y="366563"/>
                  </a:lnTo>
                  <a:lnTo>
                    <a:pt x="2193709" y="364846"/>
                  </a:lnTo>
                  <a:lnTo>
                    <a:pt x="2203452" y="365940"/>
                  </a:lnTo>
                  <a:lnTo>
                    <a:pt x="2213196" y="353449"/>
                  </a:lnTo>
                  <a:lnTo>
                    <a:pt x="2222955" y="324366"/>
                  </a:lnTo>
                  <a:lnTo>
                    <a:pt x="2232699" y="319164"/>
                  </a:lnTo>
                  <a:lnTo>
                    <a:pt x="2242458" y="320143"/>
                  </a:lnTo>
                  <a:lnTo>
                    <a:pt x="2252202" y="301380"/>
                  </a:lnTo>
                  <a:lnTo>
                    <a:pt x="2261946" y="294413"/>
                  </a:lnTo>
                  <a:lnTo>
                    <a:pt x="2271705" y="263423"/>
                  </a:lnTo>
                  <a:lnTo>
                    <a:pt x="2281449" y="248657"/>
                  </a:lnTo>
                  <a:lnTo>
                    <a:pt x="2291208" y="264074"/>
                  </a:lnTo>
                  <a:lnTo>
                    <a:pt x="2300951" y="253779"/>
                  </a:lnTo>
                  <a:lnTo>
                    <a:pt x="2310695" y="234325"/>
                  </a:lnTo>
                  <a:lnTo>
                    <a:pt x="2320454" y="212181"/>
                  </a:lnTo>
                  <a:lnTo>
                    <a:pt x="2330198" y="195801"/>
                  </a:lnTo>
                  <a:lnTo>
                    <a:pt x="2339957" y="152123"/>
                  </a:lnTo>
                  <a:lnTo>
                    <a:pt x="2349701" y="121254"/>
                  </a:lnTo>
                  <a:lnTo>
                    <a:pt x="2359445" y="115898"/>
                  </a:lnTo>
                  <a:lnTo>
                    <a:pt x="2369204" y="121266"/>
                  </a:lnTo>
                  <a:lnTo>
                    <a:pt x="2378948" y="126790"/>
                  </a:lnTo>
                  <a:lnTo>
                    <a:pt x="2388692" y="102673"/>
                  </a:lnTo>
                  <a:lnTo>
                    <a:pt x="2398450" y="113922"/>
                  </a:lnTo>
                  <a:lnTo>
                    <a:pt x="2408194" y="128222"/>
                  </a:lnTo>
                  <a:lnTo>
                    <a:pt x="2417953" y="124076"/>
                  </a:lnTo>
                  <a:lnTo>
                    <a:pt x="2427697" y="140117"/>
                  </a:lnTo>
                  <a:lnTo>
                    <a:pt x="2437441" y="161955"/>
                  </a:lnTo>
                  <a:lnTo>
                    <a:pt x="2447200" y="180969"/>
                  </a:lnTo>
                  <a:lnTo>
                    <a:pt x="2456944" y="158141"/>
                  </a:lnTo>
                  <a:lnTo>
                    <a:pt x="2466703" y="182816"/>
                  </a:lnTo>
                  <a:lnTo>
                    <a:pt x="2476446" y="186209"/>
                  </a:lnTo>
                  <a:lnTo>
                    <a:pt x="2486190" y="171471"/>
                  </a:lnTo>
                  <a:lnTo>
                    <a:pt x="2495949" y="173128"/>
                  </a:lnTo>
                  <a:lnTo>
                    <a:pt x="2505693" y="148284"/>
                  </a:lnTo>
                  <a:lnTo>
                    <a:pt x="2515452" y="158533"/>
                  </a:lnTo>
                  <a:lnTo>
                    <a:pt x="2525196" y="127231"/>
                  </a:lnTo>
                  <a:lnTo>
                    <a:pt x="2534940" y="116847"/>
                  </a:lnTo>
                  <a:lnTo>
                    <a:pt x="2544699" y="109442"/>
                  </a:lnTo>
                  <a:lnTo>
                    <a:pt x="2554443" y="115819"/>
                  </a:lnTo>
                  <a:lnTo>
                    <a:pt x="2564202" y="137001"/>
                  </a:lnTo>
                  <a:lnTo>
                    <a:pt x="2573946" y="110609"/>
                  </a:lnTo>
                  <a:lnTo>
                    <a:pt x="2583690" y="134878"/>
                  </a:lnTo>
                  <a:lnTo>
                    <a:pt x="2593448" y="122444"/>
                  </a:lnTo>
                  <a:lnTo>
                    <a:pt x="2603192" y="120549"/>
                  </a:lnTo>
                  <a:lnTo>
                    <a:pt x="2612951" y="91246"/>
                  </a:lnTo>
                  <a:lnTo>
                    <a:pt x="2622695" y="104157"/>
                  </a:lnTo>
                  <a:lnTo>
                    <a:pt x="2632439" y="73714"/>
                  </a:lnTo>
                  <a:lnTo>
                    <a:pt x="2642198" y="41078"/>
                  </a:lnTo>
                  <a:lnTo>
                    <a:pt x="2651942" y="52280"/>
                  </a:lnTo>
                  <a:lnTo>
                    <a:pt x="2661685" y="78859"/>
                  </a:lnTo>
                  <a:lnTo>
                    <a:pt x="2671444" y="88880"/>
                  </a:lnTo>
                  <a:lnTo>
                    <a:pt x="2681188" y="149644"/>
                  </a:lnTo>
                  <a:lnTo>
                    <a:pt x="2690947" y="150514"/>
                  </a:lnTo>
                  <a:lnTo>
                    <a:pt x="2700691" y="119415"/>
                  </a:lnTo>
                  <a:lnTo>
                    <a:pt x="2710435" y="107954"/>
                  </a:lnTo>
                  <a:lnTo>
                    <a:pt x="2720194" y="123858"/>
                  </a:lnTo>
                  <a:lnTo>
                    <a:pt x="2729938" y="118398"/>
                  </a:lnTo>
                  <a:lnTo>
                    <a:pt x="2739697" y="152129"/>
                  </a:lnTo>
                  <a:lnTo>
                    <a:pt x="2749441" y="171904"/>
                  </a:lnTo>
                  <a:lnTo>
                    <a:pt x="2759185" y="154477"/>
                  </a:lnTo>
                  <a:lnTo>
                    <a:pt x="2768943" y="177393"/>
                  </a:lnTo>
                  <a:lnTo>
                    <a:pt x="2778687" y="204219"/>
                  </a:lnTo>
                  <a:lnTo>
                    <a:pt x="2788446" y="210906"/>
                  </a:lnTo>
                  <a:lnTo>
                    <a:pt x="2798190" y="203751"/>
                  </a:lnTo>
                  <a:lnTo>
                    <a:pt x="2807934" y="168493"/>
                  </a:lnTo>
                  <a:lnTo>
                    <a:pt x="2817693" y="158451"/>
                  </a:lnTo>
                  <a:lnTo>
                    <a:pt x="2827437" y="195379"/>
                  </a:lnTo>
                  <a:lnTo>
                    <a:pt x="2837196" y="197111"/>
                  </a:lnTo>
                  <a:lnTo>
                    <a:pt x="2846940" y="202376"/>
                  </a:lnTo>
                  <a:lnTo>
                    <a:pt x="2856684" y="209103"/>
                  </a:lnTo>
                  <a:lnTo>
                    <a:pt x="2866442" y="168044"/>
                  </a:lnTo>
                  <a:lnTo>
                    <a:pt x="2876186" y="154772"/>
                  </a:lnTo>
                  <a:lnTo>
                    <a:pt x="2885945" y="161137"/>
                  </a:lnTo>
                  <a:lnTo>
                    <a:pt x="2895689" y="179232"/>
                  </a:lnTo>
                  <a:lnTo>
                    <a:pt x="2905433" y="152798"/>
                  </a:lnTo>
                  <a:lnTo>
                    <a:pt x="2915192" y="16373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7" name="Freeform 1186">
              <a:extLst>
                <a:ext uri="{FF2B5EF4-FFF2-40B4-BE49-F238E27FC236}">
                  <a16:creationId xmlns:a16="http://schemas.microsoft.com/office/drawing/2014/main" id="{E8A91BCD-B458-E2BA-30E0-FCC0874B0FB7}"/>
                </a:ext>
              </a:extLst>
            </p:cNvPr>
            <p:cNvSpPr/>
            <p:nvPr/>
          </p:nvSpPr>
          <p:spPr>
            <a:xfrm>
              <a:off x="4426652" y="3758579"/>
              <a:ext cx="2915191" cy="542720"/>
            </a:xfrm>
            <a:custGeom>
              <a:avLst/>
              <a:gdLst>
                <a:gd name="connsiteX0" fmla="*/ 0 w 2915191"/>
                <a:gd name="connsiteY0" fmla="*/ 37601 h 542720"/>
                <a:gd name="connsiteX1" fmla="*/ 9750 w 2915191"/>
                <a:gd name="connsiteY1" fmla="*/ 40638 h 542720"/>
                <a:gd name="connsiteX2" fmla="*/ 19500 w 2915191"/>
                <a:gd name="connsiteY2" fmla="*/ 22314 h 542720"/>
                <a:gd name="connsiteX3" fmla="*/ 29250 w 2915191"/>
                <a:gd name="connsiteY3" fmla="*/ 55092 h 542720"/>
                <a:gd name="connsiteX4" fmla="*/ 39000 w 2915191"/>
                <a:gd name="connsiteY4" fmla="*/ 81377 h 542720"/>
                <a:gd name="connsiteX5" fmla="*/ 48749 w 2915191"/>
                <a:gd name="connsiteY5" fmla="*/ 93233 h 542720"/>
                <a:gd name="connsiteX6" fmla="*/ 58499 w 2915191"/>
                <a:gd name="connsiteY6" fmla="*/ 71241 h 542720"/>
                <a:gd name="connsiteX7" fmla="*/ 68249 w 2915191"/>
                <a:gd name="connsiteY7" fmla="*/ 74441 h 542720"/>
                <a:gd name="connsiteX8" fmla="*/ 77998 w 2915191"/>
                <a:gd name="connsiteY8" fmla="*/ 75577 h 542720"/>
                <a:gd name="connsiteX9" fmla="*/ 87748 w 2915191"/>
                <a:gd name="connsiteY9" fmla="*/ 66777 h 542720"/>
                <a:gd name="connsiteX10" fmla="*/ 97497 w 2915191"/>
                <a:gd name="connsiteY10" fmla="*/ 28429 h 542720"/>
                <a:gd name="connsiteX11" fmla="*/ 107247 w 2915191"/>
                <a:gd name="connsiteY11" fmla="*/ 45022 h 542720"/>
                <a:gd name="connsiteX12" fmla="*/ 116997 w 2915191"/>
                <a:gd name="connsiteY12" fmla="*/ 30845 h 542720"/>
                <a:gd name="connsiteX13" fmla="*/ 126747 w 2915191"/>
                <a:gd name="connsiteY13" fmla="*/ 29873 h 542720"/>
                <a:gd name="connsiteX14" fmla="*/ 136497 w 2915191"/>
                <a:gd name="connsiteY14" fmla="*/ 21118 h 542720"/>
                <a:gd name="connsiteX15" fmla="*/ 146247 w 2915191"/>
                <a:gd name="connsiteY15" fmla="*/ 1018 h 542720"/>
                <a:gd name="connsiteX16" fmla="*/ 155997 w 2915191"/>
                <a:gd name="connsiteY16" fmla="*/ 0 h 542720"/>
                <a:gd name="connsiteX17" fmla="*/ 165747 w 2915191"/>
                <a:gd name="connsiteY17" fmla="*/ 31821 h 542720"/>
                <a:gd name="connsiteX18" fmla="*/ 175497 w 2915191"/>
                <a:gd name="connsiteY18" fmla="*/ 38547 h 542720"/>
                <a:gd name="connsiteX19" fmla="*/ 185247 w 2915191"/>
                <a:gd name="connsiteY19" fmla="*/ 24236 h 542720"/>
                <a:gd name="connsiteX20" fmla="*/ 194996 w 2915191"/>
                <a:gd name="connsiteY20" fmla="*/ 61472 h 542720"/>
                <a:gd name="connsiteX21" fmla="*/ 204746 w 2915191"/>
                <a:gd name="connsiteY21" fmla="*/ 51635 h 542720"/>
                <a:gd name="connsiteX22" fmla="*/ 214495 w 2915191"/>
                <a:gd name="connsiteY22" fmla="*/ 52592 h 542720"/>
                <a:gd name="connsiteX23" fmla="*/ 224245 w 2915191"/>
                <a:gd name="connsiteY23" fmla="*/ 120282 h 542720"/>
                <a:gd name="connsiteX24" fmla="*/ 233995 w 2915191"/>
                <a:gd name="connsiteY24" fmla="*/ 108730 h 542720"/>
                <a:gd name="connsiteX25" fmla="*/ 243744 w 2915191"/>
                <a:gd name="connsiteY25" fmla="*/ 63136 h 542720"/>
                <a:gd name="connsiteX26" fmla="*/ 253494 w 2915191"/>
                <a:gd name="connsiteY26" fmla="*/ 82461 h 542720"/>
                <a:gd name="connsiteX27" fmla="*/ 263244 w 2915191"/>
                <a:gd name="connsiteY27" fmla="*/ 78090 h 542720"/>
                <a:gd name="connsiteX28" fmla="*/ 272994 w 2915191"/>
                <a:gd name="connsiteY28" fmla="*/ 58377 h 542720"/>
                <a:gd name="connsiteX29" fmla="*/ 282744 w 2915191"/>
                <a:gd name="connsiteY29" fmla="*/ 85799 h 542720"/>
                <a:gd name="connsiteX30" fmla="*/ 292494 w 2915191"/>
                <a:gd name="connsiteY30" fmla="*/ 88469 h 542720"/>
                <a:gd name="connsiteX31" fmla="*/ 302244 w 2915191"/>
                <a:gd name="connsiteY31" fmla="*/ 80694 h 542720"/>
                <a:gd name="connsiteX32" fmla="*/ 311994 w 2915191"/>
                <a:gd name="connsiteY32" fmla="*/ 106483 h 542720"/>
                <a:gd name="connsiteX33" fmla="*/ 321744 w 2915191"/>
                <a:gd name="connsiteY33" fmla="*/ 124781 h 542720"/>
                <a:gd name="connsiteX34" fmla="*/ 331493 w 2915191"/>
                <a:gd name="connsiteY34" fmla="*/ 92341 h 542720"/>
                <a:gd name="connsiteX35" fmla="*/ 341243 w 2915191"/>
                <a:gd name="connsiteY35" fmla="*/ 114505 h 542720"/>
                <a:gd name="connsiteX36" fmla="*/ 350993 w 2915191"/>
                <a:gd name="connsiteY36" fmla="*/ 96317 h 542720"/>
                <a:gd name="connsiteX37" fmla="*/ 360742 w 2915191"/>
                <a:gd name="connsiteY37" fmla="*/ 69720 h 542720"/>
                <a:gd name="connsiteX38" fmla="*/ 370492 w 2915191"/>
                <a:gd name="connsiteY38" fmla="*/ 73725 h 542720"/>
                <a:gd name="connsiteX39" fmla="*/ 380241 w 2915191"/>
                <a:gd name="connsiteY39" fmla="*/ 50773 h 542720"/>
                <a:gd name="connsiteX40" fmla="*/ 389991 w 2915191"/>
                <a:gd name="connsiteY40" fmla="*/ 46832 h 542720"/>
                <a:gd name="connsiteX41" fmla="*/ 399741 w 2915191"/>
                <a:gd name="connsiteY41" fmla="*/ 67697 h 542720"/>
                <a:gd name="connsiteX42" fmla="*/ 409491 w 2915191"/>
                <a:gd name="connsiteY42" fmla="*/ 91867 h 542720"/>
                <a:gd name="connsiteX43" fmla="*/ 419241 w 2915191"/>
                <a:gd name="connsiteY43" fmla="*/ 71549 h 542720"/>
                <a:gd name="connsiteX44" fmla="*/ 428991 w 2915191"/>
                <a:gd name="connsiteY44" fmla="*/ 78682 h 542720"/>
                <a:gd name="connsiteX45" fmla="*/ 438741 w 2915191"/>
                <a:gd name="connsiteY45" fmla="*/ 101273 h 542720"/>
                <a:gd name="connsiteX46" fmla="*/ 448491 w 2915191"/>
                <a:gd name="connsiteY46" fmla="*/ 78400 h 542720"/>
                <a:gd name="connsiteX47" fmla="*/ 458241 w 2915191"/>
                <a:gd name="connsiteY47" fmla="*/ 101321 h 542720"/>
                <a:gd name="connsiteX48" fmla="*/ 467991 w 2915191"/>
                <a:gd name="connsiteY48" fmla="*/ 115680 h 542720"/>
                <a:gd name="connsiteX49" fmla="*/ 477740 w 2915191"/>
                <a:gd name="connsiteY49" fmla="*/ 106035 h 542720"/>
                <a:gd name="connsiteX50" fmla="*/ 487490 w 2915191"/>
                <a:gd name="connsiteY50" fmla="*/ 97170 h 542720"/>
                <a:gd name="connsiteX51" fmla="*/ 497239 w 2915191"/>
                <a:gd name="connsiteY51" fmla="*/ 76120 h 542720"/>
                <a:gd name="connsiteX52" fmla="*/ 506989 w 2915191"/>
                <a:gd name="connsiteY52" fmla="*/ 57088 h 542720"/>
                <a:gd name="connsiteX53" fmla="*/ 516738 w 2915191"/>
                <a:gd name="connsiteY53" fmla="*/ 31963 h 542720"/>
                <a:gd name="connsiteX54" fmla="*/ 526488 w 2915191"/>
                <a:gd name="connsiteY54" fmla="*/ 64457 h 542720"/>
                <a:gd name="connsiteX55" fmla="*/ 536238 w 2915191"/>
                <a:gd name="connsiteY55" fmla="*/ 72145 h 542720"/>
                <a:gd name="connsiteX56" fmla="*/ 545988 w 2915191"/>
                <a:gd name="connsiteY56" fmla="*/ 72266 h 542720"/>
                <a:gd name="connsiteX57" fmla="*/ 555738 w 2915191"/>
                <a:gd name="connsiteY57" fmla="*/ 49801 h 542720"/>
                <a:gd name="connsiteX58" fmla="*/ 565488 w 2915191"/>
                <a:gd name="connsiteY58" fmla="*/ 55748 h 542720"/>
                <a:gd name="connsiteX59" fmla="*/ 575238 w 2915191"/>
                <a:gd name="connsiteY59" fmla="*/ 65897 h 542720"/>
                <a:gd name="connsiteX60" fmla="*/ 584988 w 2915191"/>
                <a:gd name="connsiteY60" fmla="*/ 99330 h 542720"/>
                <a:gd name="connsiteX61" fmla="*/ 594738 w 2915191"/>
                <a:gd name="connsiteY61" fmla="*/ 92018 h 542720"/>
                <a:gd name="connsiteX62" fmla="*/ 604488 w 2915191"/>
                <a:gd name="connsiteY62" fmla="*/ 99366 h 542720"/>
                <a:gd name="connsiteX63" fmla="*/ 614237 w 2915191"/>
                <a:gd name="connsiteY63" fmla="*/ 128146 h 542720"/>
                <a:gd name="connsiteX64" fmla="*/ 623987 w 2915191"/>
                <a:gd name="connsiteY64" fmla="*/ 124453 h 542720"/>
                <a:gd name="connsiteX65" fmla="*/ 633736 w 2915191"/>
                <a:gd name="connsiteY65" fmla="*/ 140755 h 542720"/>
                <a:gd name="connsiteX66" fmla="*/ 643486 w 2915191"/>
                <a:gd name="connsiteY66" fmla="*/ 165164 h 542720"/>
                <a:gd name="connsiteX67" fmla="*/ 653236 w 2915191"/>
                <a:gd name="connsiteY67" fmla="*/ 153929 h 542720"/>
                <a:gd name="connsiteX68" fmla="*/ 662985 w 2915191"/>
                <a:gd name="connsiteY68" fmla="*/ 142927 h 542720"/>
                <a:gd name="connsiteX69" fmla="*/ 672735 w 2915191"/>
                <a:gd name="connsiteY69" fmla="*/ 144151 h 542720"/>
                <a:gd name="connsiteX70" fmla="*/ 682485 w 2915191"/>
                <a:gd name="connsiteY70" fmla="*/ 143106 h 542720"/>
                <a:gd name="connsiteX71" fmla="*/ 692235 w 2915191"/>
                <a:gd name="connsiteY71" fmla="*/ 152120 h 542720"/>
                <a:gd name="connsiteX72" fmla="*/ 701985 w 2915191"/>
                <a:gd name="connsiteY72" fmla="*/ 190425 h 542720"/>
                <a:gd name="connsiteX73" fmla="*/ 711735 w 2915191"/>
                <a:gd name="connsiteY73" fmla="*/ 174911 h 542720"/>
                <a:gd name="connsiteX74" fmla="*/ 721485 w 2915191"/>
                <a:gd name="connsiteY74" fmla="*/ 173546 h 542720"/>
                <a:gd name="connsiteX75" fmla="*/ 731235 w 2915191"/>
                <a:gd name="connsiteY75" fmla="*/ 206925 h 542720"/>
                <a:gd name="connsiteX76" fmla="*/ 740985 w 2915191"/>
                <a:gd name="connsiteY76" fmla="*/ 211229 h 542720"/>
                <a:gd name="connsiteX77" fmla="*/ 750734 w 2915191"/>
                <a:gd name="connsiteY77" fmla="*/ 219660 h 542720"/>
                <a:gd name="connsiteX78" fmla="*/ 760484 w 2915191"/>
                <a:gd name="connsiteY78" fmla="*/ 225881 h 542720"/>
                <a:gd name="connsiteX79" fmla="*/ 770233 w 2915191"/>
                <a:gd name="connsiteY79" fmla="*/ 236371 h 542720"/>
                <a:gd name="connsiteX80" fmla="*/ 779983 w 2915191"/>
                <a:gd name="connsiteY80" fmla="*/ 263946 h 542720"/>
                <a:gd name="connsiteX81" fmla="*/ 789733 w 2915191"/>
                <a:gd name="connsiteY81" fmla="*/ 283300 h 542720"/>
                <a:gd name="connsiteX82" fmla="*/ 799482 w 2915191"/>
                <a:gd name="connsiteY82" fmla="*/ 274941 h 542720"/>
                <a:gd name="connsiteX83" fmla="*/ 809232 w 2915191"/>
                <a:gd name="connsiteY83" fmla="*/ 327222 h 542720"/>
                <a:gd name="connsiteX84" fmla="*/ 818982 w 2915191"/>
                <a:gd name="connsiteY84" fmla="*/ 310461 h 542720"/>
                <a:gd name="connsiteX85" fmla="*/ 828732 w 2915191"/>
                <a:gd name="connsiteY85" fmla="*/ 300881 h 542720"/>
                <a:gd name="connsiteX86" fmla="*/ 838482 w 2915191"/>
                <a:gd name="connsiteY86" fmla="*/ 282331 h 542720"/>
                <a:gd name="connsiteX87" fmla="*/ 848232 w 2915191"/>
                <a:gd name="connsiteY87" fmla="*/ 304397 h 542720"/>
                <a:gd name="connsiteX88" fmla="*/ 857982 w 2915191"/>
                <a:gd name="connsiteY88" fmla="*/ 271336 h 542720"/>
                <a:gd name="connsiteX89" fmla="*/ 867732 w 2915191"/>
                <a:gd name="connsiteY89" fmla="*/ 229380 h 542720"/>
                <a:gd name="connsiteX90" fmla="*/ 877482 w 2915191"/>
                <a:gd name="connsiteY90" fmla="*/ 226669 h 542720"/>
                <a:gd name="connsiteX91" fmla="*/ 887231 w 2915191"/>
                <a:gd name="connsiteY91" fmla="*/ 236220 h 542720"/>
                <a:gd name="connsiteX92" fmla="*/ 896981 w 2915191"/>
                <a:gd name="connsiteY92" fmla="*/ 259342 h 542720"/>
                <a:gd name="connsiteX93" fmla="*/ 906730 w 2915191"/>
                <a:gd name="connsiteY93" fmla="*/ 275746 h 542720"/>
                <a:gd name="connsiteX94" fmla="*/ 916480 w 2915191"/>
                <a:gd name="connsiteY94" fmla="*/ 238037 h 542720"/>
                <a:gd name="connsiteX95" fmla="*/ 926230 w 2915191"/>
                <a:gd name="connsiteY95" fmla="*/ 257033 h 542720"/>
                <a:gd name="connsiteX96" fmla="*/ 935979 w 2915191"/>
                <a:gd name="connsiteY96" fmla="*/ 253709 h 542720"/>
                <a:gd name="connsiteX97" fmla="*/ 945729 w 2915191"/>
                <a:gd name="connsiteY97" fmla="*/ 284760 h 542720"/>
                <a:gd name="connsiteX98" fmla="*/ 955479 w 2915191"/>
                <a:gd name="connsiteY98" fmla="*/ 266091 h 542720"/>
                <a:gd name="connsiteX99" fmla="*/ 965229 w 2915191"/>
                <a:gd name="connsiteY99" fmla="*/ 259089 h 542720"/>
                <a:gd name="connsiteX100" fmla="*/ 974979 w 2915191"/>
                <a:gd name="connsiteY100" fmla="*/ 239641 h 542720"/>
                <a:gd name="connsiteX101" fmla="*/ 984729 w 2915191"/>
                <a:gd name="connsiteY101" fmla="*/ 255102 h 542720"/>
                <a:gd name="connsiteX102" fmla="*/ 994474 w 2915191"/>
                <a:gd name="connsiteY102" fmla="*/ 243242 h 542720"/>
                <a:gd name="connsiteX103" fmla="*/ 1004233 w 2915191"/>
                <a:gd name="connsiteY103" fmla="*/ 226736 h 542720"/>
                <a:gd name="connsiteX104" fmla="*/ 1013977 w 2915191"/>
                <a:gd name="connsiteY104" fmla="*/ 211212 h 542720"/>
                <a:gd name="connsiteX105" fmla="*/ 1023721 w 2915191"/>
                <a:gd name="connsiteY105" fmla="*/ 213556 h 542720"/>
                <a:gd name="connsiteX106" fmla="*/ 1033480 w 2915191"/>
                <a:gd name="connsiteY106" fmla="*/ 192264 h 542720"/>
                <a:gd name="connsiteX107" fmla="*/ 1043224 w 2915191"/>
                <a:gd name="connsiteY107" fmla="*/ 157606 h 542720"/>
                <a:gd name="connsiteX108" fmla="*/ 1052983 w 2915191"/>
                <a:gd name="connsiteY108" fmla="*/ 177141 h 542720"/>
                <a:gd name="connsiteX109" fmla="*/ 1062727 w 2915191"/>
                <a:gd name="connsiteY109" fmla="*/ 165538 h 542720"/>
                <a:gd name="connsiteX110" fmla="*/ 1072471 w 2915191"/>
                <a:gd name="connsiteY110" fmla="*/ 220505 h 542720"/>
                <a:gd name="connsiteX111" fmla="*/ 1082230 w 2915191"/>
                <a:gd name="connsiteY111" fmla="*/ 236352 h 542720"/>
                <a:gd name="connsiteX112" fmla="*/ 1091973 w 2915191"/>
                <a:gd name="connsiteY112" fmla="*/ 217725 h 542720"/>
                <a:gd name="connsiteX113" fmla="*/ 1101732 w 2915191"/>
                <a:gd name="connsiteY113" fmla="*/ 170111 h 542720"/>
                <a:gd name="connsiteX114" fmla="*/ 1111476 w 2915191"/>
                <a:gd name="connsiteY114" fmla="*/ 159030 h 542720"/>
                <a:gd name="connsiteX115" fmla="*/ 1121220 w 2915191"/>
                <a:gd name="connsiteY115" fmla="*/ 159221 h 542720"/>
                <a:gd name="connsiteX116" fmla="*/ 1130979 w 2915191"/>
                <a:gd name="connsiteY116" fmla="*/ 146481 h 542720"/>
                <a:gd name="connsiteX117" fmla="*/ 1140723 w 2915191"/>
                <a:gd name="connsiteY117" fmla="*/ 160151 h 542720"/>
                <a:gd name="connsiteX118" fmla="*/ 1150482 w 2915191"/>
                <a:gd name="connsiteY118" fmla="*/ 149225 h 542720"/>
                <a:gd name="connsiteX119" fmla="*/ 1160226 w 2915191"/>
                <a:gd name="connsiteY119" fmla="*/ 166310 h 542720"/>
                <a:gd name="connsiteX120" fmla="*/ 1169969 w 2915191"/>
                <a:gd name="connsiteY120" fmla="*/ 157698 h 542720"/>
                <a:gd name="connsiteX121" fmla="*/ 1179728 w 2915191"/>
                <a:gd name="connsiteY121" fmla="*/ 178742 h 542720"/>
                <a:gd name="connsiteX122" fmla="*/ 1189472 w 2915191"/>
                <a:gd name="connsiteY122" fmla="*/ 197991 h 542720"/>
                <a:gd name="connsiteX123" fmla="*/ 1199231 w 2915191"/>
                <a:gd name="connsiteY123" fmla="*/ 190531 h 542720"/>
                <a:gd name="connsiteX124" fmla="*/ 1208975 w 2915191"/>
                <a:gd name="connsiteY124" fmla="*/ 185381 h 542720"/>
                <a:gd name="connsiteX125" fmla="*/ 1218719 w 2915191"/>
                <a:gd name="connsiteY125" fmla="*/ 208359 h 542720"/>
                <a:gd name="connsiteX126" fmla="*/ 1228478 w 2915191"/>
                <a:gd name="connsiteY126" fmla="*/ 174942 h 542720"/>
                <a:gd name="connsiteX127" fmla="*/ 1238222 w 2915191"/>
                <a:gd name="connsiteY127" fmla="*/ 167920 h 542720"/>
                <a:gd name="connsiteX128" fmla="*/ 1247966 w 2915191"/>
                <a:gd name="connsiteY128" fmla="*/ 138249 h 542720"/>
                <a:gd name="connsiteX129" fmla="*/ 1257725 w 2915191"/>
                <a:gd name="connsiteY129" fmla="*/ 120700 h 542720"/>
                <a:gd name="connsiteX130" fmla="*/ 1267469 w 2915191"/>
                <a:gd name="connsiteY130" fmla="*/ 107912 h 542720"/>
                <a:gd name="connsiteX131" fmla="*/ 1277227 w 2915191"/>
                <a:gd name="connsiteY131" fmla="*/ 101368 h 542720"/>
                <a:gd name="connsiteX132" fmla="*/ 1286971 w 2915191"/>
                <a:gd name="connsiteY132" fmla="*/ 102611 h 542720"/>
                <a:gd name="connsiteX133" fmla="*/ 1296715 w 2915191"/>
                <a:gd name="connsiteY133" fmla="*/ 139230 h 542720"/>
                <a:gd name="connsiteX134" fmla="*/ 1306474 w 2915191"/>
                <a:gd name="connsiteY134" fmla="*/ 156871 h 542720"/>
                <a:gd name="connsiteX135" fmla="*/ 1316218 w 2915191"/>
                <a:gd name="connsiteY135" fmla="*/ 130020 h 542720"/>
                <a:gd name="connsiteX136" fmla="*/ 1325977 w 2915191"/>
                <a:gd name="connsiteY136" fmla="*/ 132479 h 542720"/>
                <a:gd name="connsiteX137" fmla="*/ 1335721 w 2915191"/>
                <a:gd name="connsiteY137" fmla="*/ 121591 h 542720"/>
                <a:gd name="connsiteX138" fmla="*/ 1345465 w 2915191"/>
                <a:gd name="connsiteY138" fmla="*/ 95990 h 542720"/>
                <a:gd name="connsiteX139" fmla="*/ 1355224 w 2915191"/>
                <a:gd name="connsiteY139" fmla="*/ 117060 h 542720"/>
                <a:gd name="connsiteX140" fmla="*/ 1364967 w 2915191"/>
                <a:gd name="connsiteY140" fmla="*/ 102378 h 542720"/>
                <a:gd name="connsiteX141" fmla="*/ 1374726 w 2915191"/>
                <a:gd name="connsiteY141" fmla="*/ 106501 h 542720"/>
                <a:gd name="connsiteX142" fmla="*/ 1384470 w 2915191"/>
                <a:gd name="connsiteY142" fmla="*/ 106796 h 542720"/>
                <a:gd name="connsiteX143" fmla="*/ 1394214 w 2915191"/>
                <a:gd name="connsiteY143" fmla="*/ 102712 h 542720"/>
                <a:gd name="connsiteX144" fmla="*/ 1403973 w 2915191"/>
                <a:gd name="connsiteY144" fmla="*/ 71687 h 542720"/>
                <a:gd name="connsiteX145" fmla="*/ 1413717 w 2915191"/>
                <a:gd name="connsiteY145" fmla="*/ 100184 h 542720"/>
                <a:gd name="connsiteX146" fmla="*/ 1423476 w 2915191"/>
                <a:gd name="connsiteY146" fmla="*/ 97800 h 542720"/>
                <a:gd name="connsiteX147" fmla="*/ 1433220 w 2915191"/>
                <a:gd name="connsiteY147" fmla="*/ 79644 h 542720"/>
                <a:gd name="connsiteX148" fmla="*/ 1442964 w 2915191"/>
                <a:gd name="connsiteY148" fmla="*/ 69934 h 542720"/>
                <a:gd name="connsiteX149" fmla="*/ 1452722 w 2915191"/>
                <a:gd name="connsiteY149" fmla="*/ 103332 h 542720"/>
                <a:gd name="connsiteX150" fmla="*/ 1462466 w 2915191"/>
                <a:gd name="connsiteY150" fmla="*/ 102355 h 542720"/>
                <a:gd name="connsiteX151" fmla="*/ 1472225 w 2915191"/>
                <a:gd name="connsiteY151" fmla="*/ 138888 h 542720"/>
                <a:gd name="connsiteX152" fmla="*/ 1481969 w 2915191"/>
                <a:gd name="connsiteY152" fmla="*/ 135374 h 542720"/>
                <a:gd name="connsiteX153" fmla="*/ 1491713 w 2915191"/>
                <a:gd name="connsiteY153" fmla="*/ 129208 h 542720"/>
                <a:gd name="connsiteX154" fmla="*/ 1501472 w 2915191"/>
                <a:gd name="connsiteY154" fmla="*/ 139894 h 542720"/>
                <a:gd name="connsiteX155" fmla="*/ 1511216 w 2915191"/>
                <a:gd name="connsiteY155" fmla="*/ 158214 h 542720"/>
                <a:gd name="connsiteX156" fmla="*/ 1520960 w 2915191"/>
                <a:gd name="connsiteY156" fmla="*/ 172131 h 542720"/>
                <a:gd name="connsiteX157" fmla="*/ 1530719 w 2915191"/>
                <a:gd name="connsiteY157" fmla="*/ 161304 h 542720"/>
                <a:gd name="connsiteX158" fmla="*/ 1540463 w 2915191"/>
                <a:gd name="connsiteY158" fmla="*/ 127312 h 542720"/>
                <a:gd name="connsiteX159" fmla="*/ 1550221 w 2915191"/>
                <a:gd name="connsiteY159" fmla="*/ 148002 h 542720"/>
                <a:gd name="connsiteX160" fmla="*/ 1559965 w 2915191"/>
                <a:gd name="connsiteY160" fmla="*/ 182477 h 542720"/>
                <a:gd name="connsiteX161" fmla="*/ 1569709 w 2915191"/>
                <a:gd name="connsiteY161" fmla="*/ 149683 h 542720"/>
                <a:gd name="connsiteX162" fmla="*/ 1579468 w 2915191"/>
                <a:gd name="connsiteY162" fmla="*/ 169519 h 542720"/>
                <a:gd name="connsiteX163" fmla="*/ 1589212 w 2915191"/>
                <a:gd name="connsiteY163" fmla="*/ 154026 h 542720"/>
                <a:gd name="connsiteX164" fmla="*/ 1598971 w 2915191"/>
                <a:gd name="connsiteY164" fmla="*/ 167229 h 542720"/>
                <a:gd name="connsiteX165" fmla="*/ 1608715 w 2915191"/>
                <a:gd name="connsiteY165" fmla="*/ 168245 h 542720"/>
                <a:gd name="connsiteX166" fmla="*/ 1618459 w 2915191"/>
                <a:gd name="connsiteY166" fmla="*/ 168563 h 542720"/>
                <a:gd name="connsiteX167" fmla="*/ 1628218 w 2915191"/>
                <a:gd name="connsiteY167" fmla="*/ 155872 h 542720"/>
                <a:gd name="connsiteX168" fmla="*/ 1637962 w 2915191"/>
                <a:gd name="connsiteY168" fmla="*/ 158281 h 542720"/>
                <a:gd name="connsiteX169" fmla="*/ 1647720 w 2915191"/>
                <a:gd name="connsiteY169" fmla="*/ 158443 h 542720"/>
                <a:gd name="connsiteX170" fmla="*/ 1657464 w 2915191"/>
                <a:gd name="connsiteY170" fmla="*/ 141874 h 542720"/>
                <a:gd name="connsiteX171" fmla="*/ 1667208 w 2915191"/>
                <a:gd name="connsiteY171" fmla="*/ 119283 h 542720"/>
                <a:gd name="connsiteX172" fmla="*/ 1676967 w 2915191"/>
                <a:gd name="connsiteY172" fmla="*/ 161754 h 542720"/>
                <a:gd name="connsiteX173" fmla="*/ 1686711 w 2915191"/>
                <a:gd name="connsiteY173" fmla="*/ 146654 h 542720"/>
                <a:gd name="connsiteX174" fmla="*/ 1696470 w 2915191"/>
                <a:gd name="connsiteY174" fmla="*/ 140244 h 542720"/>
                <a:gd name="connsiteX175" fmla="*/ 1706214 w 2915191"/>
                <a:gd name="connsiteY175" fmla="*/ 149128 h 542720"/>
                <a:gd name="connsiteX176" fmla="*/ 1715958 w 2915191"/>
                <a:gd name="connsiteY176" fmla="*/ 141841 h 542720"/>
                <a:gd name="connsiteX177" fmla="*/ 1725716 w 2915191"/>
                <a:gd name="connsiteY177" fmla="*/ 165470 h 542720"/>
                <a:gd name="connsiteX178" fmla="*/ 1735460 w 2915191"/>
                <a:gd name="connsiteY178" fmla="*/ 109202 h 542720"/>
                <a:gd name="connsiteX179" fmla="*/ 1745219 w 2915191"/>
                <a:gd name="connsiteY179" fmla="*/ 120966 h 542720"/>
                <a:gd name="connsiteX180" fmla="*/ 1754963 w 2915191"/>
                <a:gd name="connsiteY180" fmla="*/ 152014 h 542720"/>
                <a:gd name="connsiteX181" fmla="*/ 1764707 w 2915191"/>
                <a:gd name="connsiteY181" fmla="*/ 164917 h 542720"/>
                <a:gd name="connsiteX182" fmla="*/ 1774466 w 2915191"/>
                <a:gd name="connsiteY182" fmla="*/ 185144 h 542720"/>
                <a:gd name="connsiteX183" fmla="*/ 1784210 w 2915191"/>
                <a:gd name="connsiteY183" fmla="*/ 216049 h 542720"/>
                <a:gd name="connsiteX184" fmla="*/ 1793969 w 2915191"/>
                <a:gd name="connsiteY184" fmla="*/ 241524 h 542720"/>
                <a:gd name="connsiteX185" fmla="*/ 1803713 w 2915191"/>
                <a:gd name="connsiteY185" fmla="*/ 248955 h 542720"/>
                <a:gd name="connsiteX186" fmla="*/ 1813457 w 2915191"/>
                <a:gd name="connsiteY186" fmla="*/ 266613 h 542720"/>
                <a:gd name="connsiteX187" fmla="*/ 1823215 w 2915191"/>
                <a:gd name="connsiteY187" fmla="*/ 277906 h 542720"/>
                <a:gd name="connsiteX188" fmla="*/ 1832959 w 2915191"/>
                <a:gd name="connsiteY188" fmla="*/ 314126 h 542720"/>
                <a:gd name="connsiteX189" fmla="*/ 1842703 w 2915191"/>
                <a:gd name="connsiteY189" fmla="*/ 286220 h 542720"/>
                <a:gd name="connsiteX190" fmla="*/ 1852462 w 2915191"/>
                <a:gd name="connsiteY190" fmla="*/ 303830 h 542720"/>
                <a:gd name="connsiteX191" fmla="*/ 1862206 w 2915191"/>
                <a:gd name="connsiteY191" fmla="*/ 333897 h 542720"/>
                <a:gd name="connsiteX192" fmla="*/ 1871965 w 2915191"/>
                <a:gd name="connsiteY192" fmla="*/ 295785 h 542720"/>
                <a:gd name="connsiteX193" fmla="*/ 1881709 w 2915191"/>
                <a:gd name="connsiteY193" fmla="*/ 326060 h 542720"/>
                <a:gd name="connsiteX194" fmla="*/ 1891453 w 2915191"/>
                <a:gd name="connsiteY194" fmla="*/ 337234 h 542720"/>
                <a:gd name="connsiteX195" fmla="*/ 1901212 w 2915191"/>
                <a:gd name="connsiteY195" fmla="*/ 343834 h 542720"/>
                <a:gd name="connsiteX196" fmla="*/ 1910956 w 2915191"/>
                <a:gd name="connsiteY196" fmla="*/ 370578 h 542720"/>
                <a:gd name="connsiteX197" fmla="*/ 1920714 w 2915191"/>
                <a:gd name="connsiteY197" fmla="*/ 398394 h 542720"/>
                <a:gd name="connsiteX198" fmla="*/ 1930458 w 2915191"/>
                <a:gd name="connsiteY198" fmla="*/ 399527 h 542720"/>
                <a:gd name="connsiteX199" fmla="*/ 1940202 w 2915191"/>
                <a:gd name="connsiteY199" fmla="*/ 373543 h 542720"/>
                <a:gd name="connsiteX200" fmla="*/ 1949961 w 2915191"/>
                <a:gd name="connsiteY200" fmla="*/ 363292 h 542720"/>
                <a:gd name="connsiteX201" fmla="*/ 1959705 w 2915191"/>
                <a:gd name="connsiteY201" fmla="*/ 358599 h 542720"/>
                <a:gd name="connsiteX202" fmla="*/ 1969464 w 2915191"/>
                <a:gd name="connsiteY202" fmla="*/ 325970 h 542720"/>
                <a:gd name="connsiteX203" fmla="*/ 1979208 w 2915191"/>
                <a:gd name="connsiteY203" fmla="*/ 326507 h 542720"/>
                <a:gd name="connsiteX204" fmla="*/ 1988952 w 2915191"/>
                <a:gd name="connsiteY204" fmla="*/ 316092 h 542720"/>
                <a:gd name="connsiteX205" fmla="*/ 1998711 w 2915191"/>
                <a:gd name="connsiteY205" fmla="*/ 304948 h 542720"/>
                <a:gd name="connsiteX206" fmla="*/ 2008454 w 2915191"/>
                <a:gd name="connsiteY206" fmla="*/ 287859 h 542720"/>
                <a:gd name="connsiteX207" fmla="*/ 2018213 w 2915191"/>
                <a:gd name="connsiteY207" fmla="*/ 319758 h 542720"/>
                <a:gd name="connsiteX208" fmla="*/ 2027957 w 2915191"/>
                <a:gd name="connsiteY208" fmla="*/ 307675 h 542720"/>
                <a:gd name="connsiteX209" fmla="*/ 2037701 w 2915191"/>
                <a:gd name="connsiteY209" fmla="*/ 286607 h 542720"/>
                <a:gd name="connsiteX210" fmla="*/ 2047460 w 2915191"/>
                <a:gd name="connsiteY210" fmla="*/ 289453 h 542720"/>
                <a:gd name="connsiteX211" fmla="*/ 2057204 w 2915191"/>
                <a:gd name="connsiteY211" fmla="*/ 317165 h 542720"/>
                <a:gd name="connsiteX212" fmla="*/ 2066963 w 2915191"/>
                <a:gd name="connsiteY212" fmla="*/ 344132 h 542720"/>
                <a:gd name="connsiteX213" fmla="*/ 2076707 w 2915191"/>
                <a:gd name="connsiteY213" fmla="*/ 352327 h 542720"/>
                <a:gd name="connsiteX214" fmla="*/ 2086451 w 2915191"/>
                <a:gd name="connsiteY214" fmla="*/ 354711 h 542720"/>
                <a:gd name="connsiteX215" fmla="*/ 2096210 w 2915191"/>
                <a:gd name="connsiteY215" fmla="*/ 344296 h 542720"/>
                <a:gd name="connsiteX216" fmla="*/ 2105954 w 2915191"/>
                <a:gd name="connsiteY216" fmla="*/ 344981 h 542720"/>
                <a:gd name="connsiteX217" fmla="*/ 2115697 w 2915191"/>
                <a:gd name="connsiteY217" fmla="*/ 329203 h 542720"/>
                <a:gd name="connsiteX218" fmla="*/ 2125456 w 2915191"/>
                <a:gd name="connsiteY218" fmla="*/ 316062 h 542720"/>
                <a:gd name="connsiteX219" fmla="*/ 2135200 w 2915191"/>
                <a:gd name="connsiteY219" fmla="*/ 352967 h 542720"/>
                <a:gd name="connsiteX220" fmla="*/ 2144959 w 2915191"/>
                <a:gd name="connsiteY220" fmla="*/ 373409 h 542720"/>
                <a:gd name="connsiteX221" fmla="*/ 2154703 w 2915191"/>
                <a:gd name="connsiteY221" fmla="*/ 376284 h 542720"/>
                <a:gd name="connsiteX222" fmla="*/ 2164447 w 2915191"/>
                <a:gd name="connsiteY222" fmla="*/ 394491 h 542720"/>
                <a:gd name="connsiteX223" fmla="*/ 2174206 w 2915191"/>
                <a:gd name="connsiteY223" fmla="*/ 386341 h 542720"/>
                <a:gd name="connsiteX224" fmla="*/ 2183950 w 2915191"/>
                <a:gd name="connsiteY224" fmla="*/ 410418 h 542720"/>
                <a:gd name="connsiteX225" fmla="*/ 2193709 w 2915191"/>
                <a:gd name="connsiteY225" fmla="*/ 401419 h 542720"/>
                <a:gd name="connsiteX226" fmla="*/ 2203452 w 2915191"/>
                <a:gd name="connsiteY226" fmla="*/ 376031 h 542720"/>
                <a:gd name="connsiteX227" fmla="*/ 2213196 w 2915191"/>
                <a:gd name="connsiteY227" fmla="*/ 405039 h 542720"/>
                <a:gd name="connsiteX228" fmla="*/ 2222955 w 2915191"/>
                <a:gd name="connsiteY228" fmla="*/ 402775 h 542720"/>
                <a:gd name="connsiteX229" fmla="*/ 2232699 w 2915191"/>
                <a:gd name="connsiteY229" fmla="*/ 378057 h 542720"/>
                <a:gd name="connsiteX230" fmla="*/ 2242458 w 2915191"/>
                <a:gd name="connsiteY230" fmla="*/ 368686 h 542720"/>
                <a:gd name="connsiteX231" fmla="*/ 2252202 w 2915191"/>
                <a:gd name="connsiteY231" fmla="*/ 378236 h 542720"/>
                <a:gd name="connsiteX232" fmla="*/ 2261946 w 2915191"/>
                <a:gd name="connsiteY232" fmla="*/ 371874 h 542720"/>
                <a:gd name="connsiteX233" fmla="*/ 2271705 w 2915191"/>
                <a:gd name="connsiteY233" fmla="*/ 372917 h 542720"/>
                <a:gd name="connsiteX234" fmla="*/ 2281449 w 2915191"/>
                <a:gd name="connsiteY234" fmla="*/ 355783 h 542720"/>
                <a:gd name="connsiteX235" fmla="*/ 2291208 w 2915191"/>
                <a:gd name="connsiteY235" fmla="*/ 327997 h 542720"/>
                <a:gd name="connsiteX236" fmla="*/ 2300951 w 2915191"/>
                <a:gd name="connsiteY236" fmla="*/ 305186 h 542720"/>
                <a:gd name="connsiteX237" fmla="*/ 2310695 w 2915191"/>
                <a:gd name="connsiteY237" fmla="*/ 288321 h 542720"/>
                <a:gd name="connsiteX238" fmla="*/ 2320454 w 2915191"/>
                <a:gd name="connsiteY238" fmla="*/ 281959 h 542720"/>
                <a:gd name="connsiteX239" fmla="*/ 2330198 w 2915191"/>
                <a:gd name="connsiteY239" fmla="*/ 286816 h 542720"/>
                <a:gd name="connsiteX240" fmla="*/ 2339957 w 2915191"/>
                <a:gd name="connsiteY240" fmla="*/ 303205 h 542720"/>
                <a:gd name="connsiteX241" fmla="*/ 2349701 w 2915191"/>
                <a:gd name="connsiteY241" fmla="*/ 364901 h 542720"/>
                <a:gd name="connsiteX242" fmla="*/ 2359445 w 2915191"/>
                <a:gd name="connsiteY242" fmla="*/ 341018 h 542720"/>
                <a:gd name="connsiteX243" fmla="*/ 2369204 w 2915191"/>
                <a:gd name="connsiteY243" fmla="*/ 352535 h 542720"/>
                <a:gd name="connsiteX244" fmla="*/ 2378948 w 2915191"/>
                <a:gd name="connsiteY244" fmla="*/ 343641 h 542720"/>
                <a:gd name="connsiteX245" fmla="*/ 2388692 w 2915191"/>
                <a:gd name="connsiteY245" fmla="*/ 331051 h 542720"/>
                <a:gd name="connsiteX246" fmla="*/ 2398450 w 2915191"/>
                <a:gd name="connsiteY246" fmla="*/ 321411 h 542720"/>
                <a:gd name="connsiteX247" fmla="*/ 2408194 w 2915191"/>
                <a:gd name="connsiteY247" fmla="*/ 368909 h 542720"/>
                <a:gd name="connsiteX248" fmla="*/ 2417953 w 2915191"/>
                <a:gd name="connsiteY248" fmla="*/ 393776 h 542720"/>
                <a:gd name="connsiteX249" fmla="*/ 2427697 w 2915191"/>
                <a:gd name="connsiteY249" fmla="*/ 419119 h 542720"/>
                <a:gd name="connsiteX250" fmla="*/ 2437441 w 2915191"/>
                <a:gd name="connsiteY250" fmla="*/ 426494 h 542720"/>
                <a:gd name="connsiteX251" fmla="*/ 2447200 w 2915191"/>
                <a:gd name="connsiteY251" fmla="*/ 425719 h 542720"/>
                <a:gd name="connsiteX252" fmla="*/ 2456944 w 2915191"/>
                <a:gd name="connsiteY252" fmla="*/ 468226 h 542720"/>
                <a:gd name="connsiteX253" fmla="*/ 2466703 w 2915191"/>
                <a:gd name="connsiteY253" fmla="*/ 479937 h 542720"/>
                <a:gd name="connsiteX254" fmla="*/ 2476446 w 2915191"/>
                <a:gd name="connsiteY254" fmla="*/ 512536 h 542720"/>
                <a:gd name="connsiteX255" fmla="*/ 2486190 w 2915191"/>
                <a:gd name="connsiteY255" fmla="*/ 494627 h 542720"/>
                <a:gd name="connsiteX256" fmla="*/ 2495949 w 2915191"/>
                <a:gd name="connsiteY256" fmla="*/ 507068 h 542720"/>
                <a:gd name="connsiteX257" fmla="*/ 2505693 w 2915191"/>
                <a:gd name="connsiteY257" fmla="*/ 482052 h 542720"/>
                <a:gd name="connsiteX258" fmla="*/ 2515452 w 2915191"/>
                <a:gd name="connsiteY258" fmla="*/ 489219 h 542720"/>
                <a:gd name="connsiteX259" fmla="*/ 2525196 w 2915191"/>
                <a:gd name="connsiteY259" fmla="*/ 516618 h 542720"/>
                <a:gd name="connsiteX260" fmla="*/ 2534940 w 2915191"/>
                <a:gd name="connsiteY260" fmla="*/ 516379 h 542720"/>
                <a:gd name="connsiteX261" fmla="*/ 2544699 w 2915191"/>
                <a:gd name="connsiteY261" fmla="*/ 501748 h 542720"/>
                <a:gd name="connsiteX262" fmla="*/ 2554443 w 2915191"/>
                <a:gd name="connsiteY262" fmla="*/ 529312 h 542720"/>
                <a:gd name="connsiteX263" fmla="*/ 2564202 w 2915191"/>
                <a:gd name="connsiteY263" fmla="*/ 542080 h 542720"/>
                <a:gd name="connsiteX264" fmla="*/ 2573946 w 2915191"/>
                <a:gd name="connsiteY264" fmla="*/ 542721 h 542720"/>
                <a:gd name="connsiteX265" fmla="*/ 2583690 w 2915191"/>
                <a:gd name="connsiteY265" fmla="*/ 517497 h 542720"/>
                <a:gd name="connsiteX266" fmla="*/ 2593448 w 2915191"/>
                <a:gd name="connsiteY266" fmla="*/ 531546 h 542720"/>
                <a:gd name="connsiteX267" fmla="*/ 2603192 w 2915191"/>
                <a:gd name="connsiteY267" fmla="*/ 535599 h 542720"/>
                <a:gd name="connsiteX268" fmla="*/ 2612951 w 2915191"/>
                <a:gd name="connsiteY268" fmla="*/ 523590 h 542720"/>
                <a:gd name="connsiteX269" fmla="*/ 2622695 w 2915191"/>
                <a:gd name="connsiteY269" fmla="*/ 499365 h 542720"/>
                <a:gd name="connsiteX270" fmla="*/ 2632439 w 2915191"/>
                <a:gd name="connsiteY270" fmla="*/ 521907 h 542720"/>
                <a:gd name="connsiteX271" fmla="*/ 2642198 w 2915191"/>
                <a:gd name="connsiteY271" fmla="*/ 475988 h 542720"/>
                <a:gd name="connsiteX272" fmla="*/ 2651942 w 2915191"/>
                <a:gd name="connsiteY272" fmla="*/ 447859 h 542720"/>
                <a:gd name="connsiteX273" fmla="*/ 2661685 w 2915191"/>
                <a:gd name="connsiteY273" fmla="*/ 472800 h 542720"/>
                <a:gd name="connsiteX274" fmla="*/ 2671444 w 2915191"/>
                <a:gd name="connsiteY274" fmla="*/ 456560 h 542720"/>
                <a:gd name="connsiteX275" fmla="*/ 2681188 w 2915191"/>
                <a:gd name="connsiteY275" fmla="*/ 469552 h 542720"/>
                <a:gd name="connsiteX276" fmla="*/ 2690947 w 2915191"/>
                <a:gd name="connsiteY276" fmla="*/ 450168 h 542720"/>
                <a:gd name="connsiteX277" fmla="*/ 2700691 w 2915191"/>
                <a:gd name="connsiteY277" fmla="*/ 409300 h 542720"/>
                <a:gd name="connsiteX278" fmla="*/ 2710435 w 2915191"/>
                <a:gd name="connsiteY278" fmla="*/ 380903 h 542720"/>
                <a:gd name="connsiteX279" fmla="*/ 2720194 w 2915191"/>
                <a:gd name="connsiteY279" fmla="*/ 386311 h 542720"/>
                <a:gd name="connsiteX280" fmla="*/ 2729938 w 2915191"/>
                <a:gd name="connsiteY280" fmla="*/ 387861 h 542720"/>
                <a:gd name="connsiteX281" fmla="*/ 2739697 w 2915191"/>
                <a:gd name="connsiteY281" fmla="*/ 397843 h 542720"/>
                <a:gd name="connsiteX282" fmla="*/ 2749441 w 2915191"/>
                <a:gd name="connsiteY282" fmla="*/ 390662 h 542720"/>
                <a:gd name="connsiteX283" fmla="*/ 2759185 w 2915191"/>
                <a:gd name="connsiteY283" fmla="*/ 427656 h 542720"/>
                <a:gd name="connsiteX284" fmla="*/ 2768943 w 2915191"/>
                <a:gd name="connsiteY284" fmla="*/ 386147 h 542720"/>
                <a:gd name="connsiteX285" fmla="*/ 2778687 w 2915191"/>
                <a:gd name="connsiteY285" fmla="*/ 390274 h 542720"/>
                <a:gd name="connsiteX286" fmla="*/ 2788446 w 2915191"/>
                <a:gd name="connsiteY286" fmla="*/ 374213 h 542720"/>
                <a:gd name="connsiteX287" fmla="*/ 2798190 w 2915191"/>
                <a:gd name="connsiteY287" fmla="*/ 361162 h 542720"/>
                <a:gd name="connsiteX288" fmla="*/ 2807934 w 2915191"/>
                <a:gd name="connsiteY288" fmla="*/ 381275 h 542720"/>
                <a:gd name="connsiteX289" fmla="*/ 2817693 w 2915191"/>
                <a:gd name="connsiteY289" fmla="*/ 382572 h 542720"/>
                <a:gd name="connsiteX290" fmla="*/ 2827437 w 2915191"/>
                <a:gd name="connsiteY290" fmla="*/ 376716 h 542720"/>
                <a:gd name="connsiteX291" fmla="*/ 2837196 w 2915191"/>
                <a:gd name="connsiteY291" fmla="*/ 365438 h 542720"/>
                <a:gd name="connsiteX292" fmla="*/ 2846940 w 2915191"/>
                <a:gd name="connsiteY292" fmla="*/ 373781 h 542720"/>
                <a:gd name="connsiteX293" fmla="*/ 2856684 w 2915191"/>
                <a:gd name="connsiteY293" fmla="*/ 370161 h 542720"/>
                <a:gd name="connsiteX294" fmla="*/ 2866442 w 2915191"/>
                <a:gd name="connsiteY294" fmla="*/ 367002 h 542720"/>
                <a:gd name="connsiteX295" fmla="*/ 2876186 w 2915191"/>
                <a:gd name="connsiteY295" fmla="*/ 362115 h 542720"/>
                <a:gd name="connsiteX296" fmla="*/ 2885945 w 2915191"/>
                <a:gd name="connsiteY296" fmla="*/ 372694 h 542720"/>
                <a:gd name="connsiteX297" fmla="*/ 2895689 w 2915191"/>
                <a:gd name="connsiteY297" fmla="*/ 371561 h 542720"/>
                <a:gd name="connsiteX298" fmla="*/ 2905433 w 2915191"/>
                <a:gd name="connsiteY298" fmla="*/ 346814 h 542720"/>
                <a:gd name="connsiteX299" fmla="*/ 2915192 w 2915191"/>
                <a:gd name="connsiteY299" fmla="*/ 384255 h 542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42720">
                  <a:moveTo>
                    <a:pt x="0" y="37601"/>
                  </a:moveTo>
                  <a:lnTo>
                    <a:pt x="9750" y="40638"/>
                  </a:lnTo>
                  <a:lnTo>
                    <a:pt x="19500" y="22314"/>
                  </a:lnTo>
                  <a:lnTo>
                    <a:pt x="29250" y="55092"/>
                  </a:lnTo>
                  <a:lnTo>
                    <a:pt x="39000" y="81377"/>
                  </a:lnTo>
                  <a:lnTo>
                    <a:pt x="48749" y="93233"/>
                  </a:lnTo>
                  <a:lnTo>
                    <a:pt x="58499" y="71241"/>
                  </a:lnTo>
                  <a:lnTo>
                    <a:pt x="68249" y="74441"/>
                  </a:lnTo>
                  <a:lnTo>
                    <a:pt x="77998" y="75577"/>
                  </a:lnTo>
                  <a:lnTo>
                    <a:pt x="87748" y="66777"/>
                  </a:lnTo>
                  <a:lnTo>
                    <a:pt x="97497" y="28429"/>
                  </a:lnTo>
                  <a:lnTo>
                    <a:pt x="107247" y="45022"/>
                  </a:lnTo>
                  <a:lnTo>
                    <a:pt x="116997" y="30845"/>
                  </a:lnTo>
                  <a:lnTo>
                    <a:pt x="126747" y="29873"/>
                  </a:lnTo>
                  <a:lnTo>
                    <a:pt x="136497" y="21118"/>
                  </a:lnTo>
                  <a:lnTo>
                    <a:pt x="146247" y="1018"/>
                  </a:lnTo>
                  <a:lnTo>
                    <a:pt x="155997" y="0"/>
                  </a:lnTo>
                  <a:lnTo>
                    <a:pt x="165747" y="31821"/>
                  </a:lnTo>
                  <a:lnTo>
                    <a:pt x="175497" y="38547"/>
                  </a:lnTo>
                  <a:lnTo>
                    <a:pt x="185247" y="24236"/>
                  </a:lnTo>
                  <a:lnTo>
                    <a:pt x="194996" y="61472"/>
                  </a:lnTo>
                  <a:lnTo>
                    <a:pt x="204746" y="51635"/>
                  </a:lnTo>
                  <a:lnTo>
                    <a:pt x="214495" y="52592"/>
                  </a:lnTo>
                  <a:lnTo>
                    <a:pt x="224245" y="120282"/>
                  </a:lnTo>
                  <a:lnTo>
                    <a:pt x="233995" y="108730"/>
                  </a:lnTo>
                  <a:lnTo>
                    <a:pt x="243744" y="63136"/>
                  </a:lnTo>
                  <a:lnTo>
                    <a:pt x="253494" y="82461"/>
                  </a:lnTo>
                  <a:lnTo>
                    <a:pt x="263244" y="78090"/>
                  </a:lnTo>
                  <a:lnTo>
                    <a:pt x="272994" y="58377"/>
                  </a:lnTo>
                  <a:lnTo>
                    <a:pt x="282744" y="85799"/>
                  </a:lnTo>
                  <a:lnTo>
                    <a:pt x="292494" y="88469"/>
                  </a:lnTo>
                  <a:lnTo>
                    <a:pt x="302244" y="80694"/>
                  </a:lnTo>
                  <a:lnTo>
                    <a:pt x="311994" y="106483"/>
                  </a:lnTo>
                  <a:lnTo>
                    <a:pt x="321744" y="124781"/>
                  </a:lnTo>
                  <a:lnTo>
                    <a:pt x="331493" y="92341"/>
                  </a:lnTo>
                  <a:lnTo>
                    <a:pt x="341243" y="114505"/>
                  </a:lnTo>
                  <a:lnTo>
                    <a:pt x="350993" y="96317"/>
                  </a:lnTo>
                  <a:lnTo>
                    <a:pt x="360742" y="69720"/>
                  </a:lnTo>
                  <a:lnTo>
                    <a:pt x="370492" y="73725"/>
                  </a:lnTo>
                  <a:lnTo>
                    <a:pt x="380241" y="50773"/>
                  </a:lnTo>
                  <a:lnTo>
                    <a:pt x="389991" y="46832"/>
                  </a:lnTo>
                  <a:lnTo>
                    <a:pt x="399741" y="67697"/>
                  </a:lnTo>
                  <a:lnTo>
                    <a:pt x="409491" y="91867"/>
                  </a:lnTo>
                  <a:lnTo>
                    <a:pt x="419241" y="71549"/>
                  </a:lnTo>
                  <a:lnTo>
                    <a:pt x="428991" y="78682"/>
                  </a:lnTo>
                  <a:lnTo>
                    <a:pt x="438741" y="101273"/>
                  </a:lnTo>
                  <a:lnTo>
                    <a:pt x="448491" y="78400"/>
                  </a:lnTo>
                  <a:lnTo>
                    <a:pt x="458241" y="101321"/>
                  </a:lnTo>
                  <a:lnTo>
                    <a:pt x="467991" y="115680"/>
                  </a:lnTo>
                  <a:lnTo>
                    <a:pt x="477740" y="106035"/>
                  </a:lnTo>
                  <a:lnTo>
                    <a:pt x="487490" y="97170"/>
                  </a:lnTo>
                  <a:lnTo>
                    <a:pt x="497239" y="76120"/>
                  </a:lnTo>
                  <a:lnTo>
                    <a:pt x="506989" y="57088"/>
                  </a:lnTo>
                  <a:lnTo>
                    <a:pt x="516738" y="31963"/>
                  </a:lnTo>
                  <a:lnTo>
                    <a:pt x="526488" y="64457"/>
                  </a:lnTo>
                  <a:lnTo>
                    <a:pt x="536238" y="72145"/>
                  </a:lnTo>
                  <a:lnTo>
                    <a:pt x="545988" y="72266"/>
                  </a:lnTo>
                  <a:lnTo>
                    <a:pt x="555738" y="49801"/>
                  </a:lnTo>
                  <a:lnTo>
                    <a:pt x="565488" y="55748"/>
                  </a:lnTo>
                  <a:lnTo>
                    <a:pt x="575238" y="65897"/>
                  </a:lnTo>
                  <a:lnTo>
                    <a:pt x="584988" y="99330"/>
                  </a:lnTo>
                  <a:lnTo>
                    <a:pt x="594738" y="92018"/>
                  </a:lnTo>
                  <a:lnTo>
                    <a:pt x="604488" y="99366"/>
                  </a:lnTo>
                  <a:lnTo>
                    <a:pt x="614237" y="128146"/>
                  </a:lnTo>
                  <a:lnTo>
                    <a:pt x="623987" y="124453"/>
                  </a:lnTo>
                  <a:lnTo>
                    <a:pt x="633736" y="140755"/>
                  </a:lnTo>
                  <a:lnTo>
                    <a:pt x="643486" y="165164"/>
                  </a:lnTo>
                  <a:lnTo>
                    <a:pt x="653236" y="153929"/>
                  </a:lnTo>
                  <a:lnTo>
                    <a:pt x="662985" y="142927"/>
                  </a:lnTo>
                  <a:lnTo>
                    <a:pt x="672735" y="144151"/>
                  </a:lnTo>
                  <a:lnTo>
                    <a:pt x="682485" y="143106"/>
                  </a:lnTo>
                  <a:lnTo>
                    <a:pt x="692235" y="152120"/>
                  </a:lnTo>
                  <a:lnTo>
                    <a:pt x="701985" y="190425"/>
                  </a:lnTo>
                  <a:lnTo>
                    <a:pt x="711735" y="174911"/>
                  </a:lnTo>
                  <a:lnTo>
                    <a:pt x="721485" y="173546"/>
                  </a:lnTo>
                  <a:lnTo>
                    <a:pt x="731235" y="206925"/>
                  </a:lnTo>
                  <a:lnTo>
                    <a:pt x="740985" y="211229"/>
                  </a:lnTo>
                  <a:lnTo>
                    <a:pt x="750734" y="219660"/>
                  </a:lnTo>
                  <a:lnTo>
                    <a:pt x="760484" y="225881"/>
                  </a:lnTo>
                  <a:lnTo>
                    <a:pt x="770233" y="236371"/>
                  </a:lnTo>
                  <a:lnTo>
                    <a:pt x="779983" y="263946"/>
                  </a:lnTo>
                  <a:lnTo>
                    <a:pt x="789733" y="283300"/>
                  </a:lnTo>
                  <a:lnTo>
                    <a:pt x="799482" y="274941"/>
                  </a:lnTo>
                  <a:lnTo>
                    <a:pt x="809232" y="327222"/>
                  </a:lnTo>
                  <a:lnTo>
                    <a:pt x="818982" y="310461"/>
                  </a:lnTo>
                  <a:lnTo>
                    <a:pt x="828732" y="300881"/>
                  </a:lnTo>
                  <a:lnTo>
                    <a:pt x="838482" y="282331"/>
                  </a:lnTo>
                  <a:lnTo>
                    <a:pt x="848232" y="304397"/>
                  </a:lnTo>
                  <a:lnTo>
                    <a:pt x="857982" y="271336"/>
                  </a:lnTo>
                  <a:lnTo>
                    <a:pt x="867732" y="229380"/>
                  </a:lnTo>
                  <a:lnTo>
                    <a:pt x="877482" y="226669"/>
                  </a:lnTo>
                  <a:lnTo>
                    <a:pt x="887231" y="236220"/>
                  </a:lnTo>
                  <a:lnTo>
                    <a:pt x="896981" y="259342"/>
                  </a:lnTo>
                  <a:lnTo>
                    <a:pt x="906730" y="275746"/>
                  </a:lnTo>
                  <a:lnTo>
                    <a:pt x="916480" y="238037"/>
                  </a:lnTo>
                  <a:lnTo>
                    <a:pt x="926230" y="257033"/>
                  </a:lnTo>
                  <a:lnTo>
                    <a:pt x="935979" y="253709"/>
                  </a:lnTo>
                  <a:lnTo>
                    <a:pt x="945729" y="284760"/>
                  </a:lnTo>
                  <a:lnTo>
                    <a:pt x="955479" y="266091"/>
                  </a:lnTo>
                  <a:lnTo>
                    <a:pt x="965229" y="259089"/>
                  </a:lnTo>
                  <a:lnTo>
                    <a:pt x="974979" y="239641"/>
                  </a:lnTo>
                  <a:lnTo>
                    <a:pt x="984729" y="255102"/>
                  </a:lnTo>
                  <a:lnTo>
                    <a:pt x="994474" y="243242"/>
                  </a:lnTo>
                  <a:lnTo>
                    <a:pt x="1004233" y="226736"/>
                  </a:lnTo>
                  <a:lnTo>
                    <a:pt x="1013977" y="211212"/>
                  </a:lnTo>
                  <a:lnTo>
                    <a:pt x="1023721" y="213556"/>
                  </a:lnTo>
                  <a:lnTo>
                    <a:pt x="1033480" y="192264"/>
                  </a:lnTo>
                  <a:lnTo>
                    <a:pt x="1043224" y="157606"/>
                  </a:lnTo>
                  <a:lnTo>
                    <a:pt x="1052983" y="177141"/>
                  </a:lnTo>
                  <a:lnTo>
                    <a:pt x="1062727" y="165538"/>
                  </a:lnTo>
                  <a:lnTo>
                    <a:pt x="1072471" y="220505"/>
                  </a:lnTo>
                  <a:lnTo>
                    <a:pt x="1082230" y="236352"/>
                  </a:lnTo>
                  <a:lnTo>
                    <a:pt x="1091973" y="217725"/>
                  </a:lnTo>
                  <a:lnTo>
                    <a:pt x="1101732" y="170111"/>
                  </a:lnTo>
                  <a:lnTo>
                    <a:pt x="1111476" y="159030"/>
                  </a:lnTo>
                  <a:lnTo>
                    <a:pt x="1121220" y="159221"/>
                  </a:lnTo>
                  <a:lnTo>
                    <a:pt x="1130979" y="146481"/>
                  </a:lnTo>
                  <a:lnTo>
                    <a:pt x="1140723" y="160151"/>
                  </a:lnTo>
                  <a:lnTo>
                    <a:pt x="1150482" y="149225"/>
                  </a:lnTo>
                  <a:lnTo>
                    <a:pt x="1160226" y="166310"/>
                  </a:lnTo>
                  <a:lnTo>
                    <a:pt x="1169969" y="157698"/>
                  </a:lnTo>
                  <a:lnTo>
                    <a:pt x="1179728" y="178742"/>
                  </a:lnTo>
                  <a:lnTo>
                    <a:pt x="1189472" y="197991"/>
                  </a:lnTo>
                  <a:lnTo>
                    <a:pt x="1199231" y="190531"/>
                  </a:lnTo>
                  <a:lnTo>
                    <a:pt x="1208975" y="185381"/>
                  </a:lnTo>
                  <a:lnTo>
                    <a:pt x="1218719" y="208359"/>
                  </a:lnTo>
                  <a:lnTo>
                    <a:pt x="1228478" y="174942"/>
                  </a:lnTo>
                  <a:lnTo>
                    <a:pt x="1238222" y="167920"/>
                  </a:lnTo>
                  <a:lnTo>
                    <a:pt x="1247966" y="138249"/>
                  </a:lnTo>
                  <a:lnTo>
                    <a:pt x="1257725" y="120700"/>
                  </a:lnTo>
                  <a:lnTo>
                    <a:pt x="1267469" y="107912"/>
                  </a:lnTo>
                  <a:lnTo>
                    <a:pt x="1277227" y="101368"/>
                  </a:lnTo>
                  <a:lnTo>
                    <a:pt x="1286971" y="102611"/>
                  </a:lnTo>
                  <a:lnTo>
                    <a:pt x="1296715" y="139230"/>
                  </a:lnTo>
                  <a:lnTo>
                    <a:pt x="1306474" y="156871"/>
                  </a:lnTo>
                  <a:lnTo>
                    <a:pt x="1316218" y="130020"/>
                  </a:lnTo>
                  <a:lnTo>
                    <a:pt x="1325977" y="132479"/>
                  </a:lnTo>
                  <a:lnTo>
                    <a:pt x="1335721" y="121591"/>
                  </a:lnTo>
                  <a:lnTo>
                    <a:pt x="1345465" y="95990"/>
                  </a:lnTo>
                  <a:lnTo>
                    <a:pt x="1355224" y="117060"/>
                  </a:lnTo>
                  <a:lnTo>
                    <a:pt x="1364967" y="102378"/>
                  </a:lnTo>
                  <a:lnTo>
                    <a:pt x="1374726" y="106501"/>
                  </a:lnTo>
                  <a:lnTo>
                    <a:pt x="1384470" y="106796"/>
                  </a:lnTo>
                  <a:lnTo>
                    <a:pt x="1394214" y="102712"/>
                  </a:lnTo>
                  <a:lnTo>
                    <a:pt x="1403973" y="71687"/>
                  </a:lnTo>
                  <a:lnTo>
                    <a:pt x="1413717" y="100184"/>
                  </a:lnTo>
                  <a:lnTo>
                    <a:pt x="1423476" y="97800"/>
                  </a:lnTo>
                  <a:lnTo>
                    <a:pt x="1433220" y="79644"/>
                  </a:lnTo>
                  <a:lnTo>
                    <a:pt x="1442964" y="69934"/>
                  </a:lnTo>
                  <a:lnTo>
                    <a:pt x="1452722" y="103332"/>
                  </a:lnTo>
                  <a:lnTo>
                    <a:pt x="1462466" y="102355"/>
                  </a:lnTo>
                  <a:lnTo>
                    <a:pt x="1472225" y="138888"/>
                  </a:lnTo>
                  <a:lnTo>
                    <a:pt x="1481969" y="135374"/>
                  </a:lnTo>
                  <a:lnTo>
                    <a:pt x="1491713" y="129208"/>
                  </a:lnTo>
                  <a:lnTo>
                    <a:pt x="1501472" y="139894"/>
                  </a:lnTo>
                  <a:lnTo>
                    <a:pt x="1511216" y="158214"/>
                  </a:lnTo>
                  <a:lnTo>
                    <a:pt x="1520960" y="172131"/>
                  </a:lnTo>
                  <a:lnTo>
                    <a:pt x="1530719" y="161304"/>
                  </a:lnTo>
                  <a:lnTo>
                    <a:pt x="1540463" y="127312"/>
                  </a:lnTo>
                  <a:lnTo>
                    <a:pt x="1550221" y="148002"/>
                  </a:lnTo>
                  <a:lnTo>
                    <a:pt x="1559965" y="182477"/>
                  </a:lnTo>
                  <a:lnTo>
                    <a:pt x="1569709" y="149683"/>
                  </a:lnTo>
                  <a:lnTo>
                    <a:pt x="1579468" y="169519"/>
                  </a:lnTo>
                  <a:lnTo>
                    <a:pt x="1589212" y="154026"/>
                  </a:lnTo>
                  <a:lnTo>
                    <a:pt x="1598971" y="167229"/>
                  </a:lnTo>
                  <a:lnTo>
                    <a:pt x="1608715" y="168245"/>
                  </a:lnTo>
                  <a:lnTo>
                    <a:pt x="1618459" y="168563"/>
                  </a:lnTo>
                  <a:lnTo>
                    <a:pt x="1628218" y="155872"/>
                  </a:lnTo>
                  <a:lnTo>
                    <a:pt x="1637962" y="158281"/>
                  </a:lnTo>
                  <a:lnTo>
                    <a:pt x="1647720" y="158443"/>
                  </a:lnTo>
                  <a:lnTo>
                    <a:pt x="1657464" y="141874"/>
                  </a:lnTo>
                  <a:lnTo>
                    <a:pt x="1667208" y="119283"/>
                  </a:lnTo>
                  <a:lnTo>
                    <a:pt x="1676967" y="161754"/>
                  </a:lnTo>
                  <a:lnTo>
                    <a:pt x="1686711" y="146654"/>
                  </a:lnTo>
                  <a:lnTo>
                    <a:pt x="1696470" y="140244"/>
                  </a:lnTo>
                  <a:lnTo>
                    <a:pt x="1706214" y="149128"/>
                  </a:lnTo>
                  <a:lnTo>
                    <a:pt x="1715958" y="141841"/>
                  </a:lnTo>
                  <a:lnTo>
                    <a:pt x="1725716" y="165470"/>
                  </a:lnTo>
                  <a:lnTo>
                    <a:pt x="1735460" y="109202"/>
                  </a:lnTo>
                  <a:lnTo>
                    <a:pt x="1745219" y="120966"/>
                  </a:lnTo>
                  <a:lnTo>
                    <a:pt x="1754963" y="152014"/>
                  </a:lnTo>
                  <a:lnTo>
                    <a:pt x="1764707" y="164917"/>
                  </a:lnTo>
                  <a:lnTo>
                    <a:pt x="1774466" y="185144"/>
                  </a:lnTo>
                  <a:lnTo>
                    <a:pt x="1784210" y="216049"/>
                  </a:lnTo>
                  <a:lnTo>
                    <a:pt x="1793969" y="241524"/>
                  </a:lnTo>
                  <a:lnTo>
                    <a:pt x="1803713" y="248955"/>
                  </a:lnTo>
                  <a:lnTo>
                    <a:pt x="1813457" y="266613"/>
                  </a:lnTo>
                  <a:lnTo>
                    <a:pt x="1823215" y="277906"/>
                  </a:lnTo>
                  <a:lnTo>
                    <a:pt x="1832959" y="314126"/>
                  </a:lnTo>
                  <a:lnTo>
                    <a:pt x="1842703" y="286220"/>
                  </a:lnTo>
                  <a:lnTo>
                    <a:pt x="1852462" y="303830"/>
                  </a:lnTo>
                  <a:lnTo>
                    <a:pt x="1862206" y="333897"/>
                  </a:lnTo>
                  <a:lnTo>
                    <a:pt x="1871965" y="295785"/>
                  </a:lnTo>
                  <a:lnTo>
                    <a:pt x="1881709" y="326060"/>
                  </a:lnTo>
                  <a:lnTo>
                    <a:pt x="1891453" y="337234"/>
                  </a:lnTo>
                  <a:lnTo>
                    <a:pt x="1901212" y="343834"/>
                  </a:lnTo>
                  <a:lnTo>
                    <a:pt x="1910956" y="370578"/>
                  </a:lnTo>
                  <a:lnTo>
                    <a:pt x="1920714" y="398394"/>
                  </a:lnTo>
                  <a:lnTo>
                    <a:pt x="1930458" y="399527"/>
                  </a:lnTo>
                  <a:lnTo>
                    <a:pt x="1940202" y="373543"/>
                  </a:lnTo>
                  <a:lnTo>
                    <a:pt x="1949961" y="363292"/>
                  </a:lnTo>
                  <a:lnTo>
                    <a:pt x="1959705" y="358599"/>
                  </a:lnTo>
                  <a:lnTo>
                    <a:pt x="1969464" y="325970"/>
                  </a:lnTo>
                  <a:lnTo>
                    <a:pt x="1979208" y="326507"/>
                  </a:lnTo>
                  <a:lnTo>
                    <a:pt x="1988952" y="316092"/>
                  </a:lnTo>
                  <a:lnTo>
                    <a:pt x="1998711" y="304948"/>
                  </a:lnTo>
                  <a:lnTo>
                    <a:pt x="2008454" y="287859"/>
                  </a:lnTo>
                  <a:lnTo>
                    <a:pt x="2018213" y="319758"/>
                  </a:lnTo>
                  <a:lnTo>
                    <a:pt x="2027957" y="307675"/>
                  </a:lnTo>
                  <a:lnTo>
                    <a:pt x="2037701" y="286607"/>
                  </a:lnTo>
                  <a:lnTo>
                    <a:pt x="2047460" y="289453"/>
                  </a:lnTo>
                  <a:lnTo>
                    <a:pt x="2057204" y="317165"/>
                  </a:lnTo>
                  <a:lnTo>
                    <a:pt x="2066963" y="344132"/>
                  </a:lnTo>
                  <a:lnTo>
                    <a:pt x="2076707" y="352327"/>
                  </a:lnTo>
                  <a:lnTo>
                    <a:pt x="2086451" y="354711"/>
                  </a:lnTo>
                  <a:lnTo>
                    <a:pt x="2096210" y="344296"/>
                  </a:lnTo>
                  <a:lnTo>
                    <a:pt x="2105954" y="344981"/>
                  </a:lnTo>
                  <a:lnTo>
                    <a:pt x="2115697" y="329203"/>
                  </a:lnTo>
                  <a:lnTo>
                    <a:pt x="2125456" y="316062"/>
                  </a:lnTo>
                  <a:lnTo>
                    <a:pt x="2135200" y="352967"/>
                  </a:lnTo>
                  <a:lnTo>
                    <a:pt x="2144959" y="373409"/>
                  </a:lnTo>
                  <a:lnTo>
                    <a:pt x="2154703" y="376284"/>
                  </a:lnTo>
                  <a:lnTo>
                    <a:pt x="2164447" y="394491"/>
                  </a:lnTo>
                  <a:lnTo>
                    <a:pt x="2174206" y="386341"/>
                  </a:lnTo>
                  <a:lnTo>
                    <a:pt x="2183950" y="410418"/>
                  </a:lnTo>
                  <a:lnTo>
                    <a:pt x="2193709" y="401419"/>
                  </a:lnTo>
                  <a:lnTo>
                    <a:pt x="2203452" y="376031"/>
                  </a:lnTo>
                  <a:lnTo>
                    <a:pt x="2213196" y="405039"/>
                  </a:lnTo>
                  <a:lnTo>
                    <a:pt x="2222955" y="402775"/>
                  </a:lnTo>
                  <a:lnTo>
                    <a:pt x="2232699" y="378057"/>
                  </a:lnTo>
                  <a:lnTo>
                    <a:pt x="2242458" y="368686"/>
                  </a:lnTo>
                  <a:lnTo>
                    <a:pt x="2252202" y="378236"/>
                  </a:lnTo>
                  <a:lnTo>
                    <a:pt x="2261946" y="371874"/>
                  </a:lnTo>
                  <a:lnTo>
                    <a:pt x="2271705" y="372917"/>
                  </a:lnTo>
                  <a:lnTo>
                    <a:pt x="2281449" y="355783"/>
                  </a:lnTo>
                  <a:lnTo>
                    <a:pt x="2291208" y="327997"/>
                  </a:lnTo>
                  <a:lnTo>
                    <a:pt x="2300951" y="305186"/>
                  </a:lnTo>
                  <a:lnTo>
                    <a:pt x="2310695" y="288321"/>
                  </a:lnTo>
                  <a:lnTo>
                    <a:pt x="2320454" y="281959"/>
                  </a:lnTo>
                  <a:lnTo>
                    <a:pt x="2330198" y="286816"/>
                  </a:lnTo>
                  <a:lnTo>
                    <a:pt x="2339957" y="303205"/>
                  </a:lnTo>
                  <a:lnTo>
                    <a:pt x="2349701" y="364901"/>
                  </a:lnTo>
                  <a:lnTo>
                    <a:pt x="2359445" y="341018"/>
                  </a:lnTo>
                  <a:lnTo>
                    <a:pt x="2369204" y="352535"/>
                  </a:lnTo>
                  <a:lnTo>
                    <a:pt x="2378948" y="343641"/>
                  </a:lnTo>
                  <a:lnTo>
                    <a:pt x="2388692" y="331051"/>
                  </a:lnTo>
                  <a:lnTo>
                    <a:pt x="2398450" y="321411"/>
                  </a:lnTo>
                  <a:lnTo>
                    <a:pt x="2408194" y="368909"/>
                  </a:lnTo>
                  <a:lnTo>
                    <a:pt x="2417953" y="393776"/>
                  </a:lnTo>
                  <a:lnTo>
                    <a:pt x="2427697" y="419119"/>
                  </a:lnTo>
                  <a:lnTo>
                    <a:pt x="2437441" y="426494"/>
                  </a:lnTo>
                  <a:lnTo>
                    <a:pt x="2447200" y="425719"/>
                  </a:lnTo>
                  <a:lnTo>
                    <a:pt x="2456944" y="468226"/>
                  </a:lnTo>
                  <a:lnTo>
                    <a:pt x="2466703" y="479937"/>
                  </a:lnTo>
                  <a:lnTo>
                    <a:pt x="2476446" y="512536"/>
                  </a:lnTo>
                  <a:lnTo>
                    <a:pt x="2486190" y="494627"/>
                  </a:lnTo>
                  <a:lnTo>
                    <a:pt x="2495949" y="507068"/>
                  </a:lnTo>
                  <a:lnTo>
                    <a:pt x="2505693" y="482052"/>
                  </a:lnTo>
                  <a:lnTo>
                    <a:pt x="2515452" y="489219"/>
                  </a:lnTo>
                  <a:lnTo>
                    <a:pt x="2525196" y="516618"/>
                  </a:lnTo>
                  <a:lnTo>
                    <a:pt x="2534940" y="516379"/>
                  </a:lnTo>
                  <a:lnTo>
                    <a:pt x="2544699" y="501748"/>
                  </a:lnTo>
                  <a:lnTo>
                    <a:pt x="2554443" y="529312"/>
                  </a:lnTo>
                  <a:lnTo>
                    <a:pt x="2564202" y="542080"/>
                  </a:lnTo>
                  <a:lnTo>
                    <a:pt x="2573946" y="542721"/>
                  </a:lnTo>
                  <a:lnTo>
                    <a:pt x="2583690" y="517497"/>
                  </a:lnTo>
                  <a:lnTo>
                    <a:pt x="2593448" y="531546"/>
                  </a:lnTo>
                  <a:lnTo>
                    <a:pt x="2603192" y="535599"/>
                  </a:lnTo>
                  <a:lnTo>
                    <a:pt x="2612951" y="523590"/>
                  </a:lnTo>
                  <a:lnTo>
                    <a:pt x="2622695" y="499365"/>
                  </a:lnTo>
                  <a:lnTo>
                    <a:pt x="2632439" y="521907"/>
                  </a:lnTo>
                  <a:lnTo>
                    <a:pt x="2642198" y="475988"/>
                  </a:lnTo>
                  <a:lnTo>
                    <a:pt x="2651942" y="447859"/>
                  </a:lnTo>
                  <a:lnTo>
                    <a:pt x="2661685" y="472800"/>
                  </a:lnTo>
                  <a:lnTo>
                    <a:pt x="2671444" y="456560"/>
                  </a:lnTo>
                  <a:lnTo>
                    <a:pt x="2681188" y="469552"/>
                  </a:lnTo>
                  <a:lnTo>
                    <a:pt x="2690947" y="450168"/>
                  </a:lnTo>
                  <a:lnTo>
                    <a:pt x="2700691" y="409300"/>
                  </a:lnTo>
                  <a:lnTo>
                    <a:pt x="2710435" y="380903"/>
                  </a:lnTo>
                  <a:lnTo>
                    <a:pt x="2720194" y="386311"/>
                  </a:lnTo>
                  <a:lnTo>
                    <a:pt x="2729938" y="387861"/>
                  </a:lnTo>
                  <a:lnTo>
                    <a:pt x="2739697" y="397843"/>
                  </a:lnTo>
                  <a:lnTo>
                    <a:pt x="2749441" y="390662"/>
                  </a:lnTo>
                  <a:lnTo>
                    <a:pt x="2759185" y="427656"/>
                  </a:lnTo>
                  <a:lnTo>
                    <a:pt x="2768943" y="386147"/>
                  </a:lnTo>
                  <a:lnTo>
                    <a:pt x="2778687" y="390274"/>
                  </a:lnTo>
                  <a:lnTo>
                    <a:pt x="2788446" y="374213"/>
                  </a:lnTo>
                  <a:lnTo>
                    <a:pt x="2798190" y="361162"/>
                  </a:lnTo>
                  <a:lnTo>
                    <a:pt x="2807934" y="381275"/>
                  </a:lnTo>
                  <a:lnTo>
                    <a:pt x="2817693" y="382572"/>
                  </a:lnTo>
                  <a:lnTo>
                    <a:pt x="2827437" y="376716"/>
                  </a:lnTo>
                  <a:lnTo>
                    <a:pt x="2837196" y="365438"/>
                  </a:lnTo>
                  <a:lnTo>
                    <a:pt x="2846940" y="373781"/>
                  </a:lnTo>
                  <a:lnTo>
                    <a:pt x="2856684" y="370161"/>
                  </a:lnTo>
                  <a:lnTo>
                    <a:pt x="2866442" y="367002"/>
                  </a:lnTo>
                  <a:lnTo>
                    <a:pt x="2876186" y="362115"/>
                  </a:lnTo>
                  <a:lnTo>
                    <a:pt x="2885945" y="372694"/>
                  </a:lnTo>
                  <a:lnTo>
                    <a:pt x="2895689" y="371561"/>
                  </a:lnTo>
                  <a:lnTo>
                    <a:pt x="2905433" y="346814"/>
                  </a:lnTo>
                  <a:lnTo>
                    <a:pt x="2915192" y="38425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8" name="Freeform 1187">
              <a:extLst>
                <a:ext uri="{FF2B5EF4-FFF2-40B4-BE49-F238E27FC236}">
                  <a16:creationId xmlns:a16="http://schemas.microsoft.com/office/drawing/2014/main" id="{44C4E91B-CF08-632C-95B9-6C53207F34EB}"/>
                </a:ext>
              </a:extLst>
            </p:cNvPr>
            <p:cNvSpPr/>
            <p:nvPr/>
          </p:nvSpPr>
          <p:spPr>
            <a:xfrm>
              <a:off x="4426652" y="3595445"/>
              <a:ext cx="2915191" cy="474845"/>
            </a:xfrm>
            <a:custGeom>
              <a:avLst/>
              <a:gdLst>
                <a:gd name="connsiteX0" fmla="*/ 0 w 2915191"/>
                <a:gd name="connsiteY0" fmla="*/ 247545 h 474845"/>
                <a:gd name="connsiteX1" fmla="*/ 9750 w 2915191"/>
                <a:gd name="connsiteY1" fmla="*/ 240937 h 474845"/>
                <a:gd name="connsiteX2" fmla="*/ 19500 w 2915191"/>
                <a:gd name="connsiteY2" fmla="*/ 241621 h 474845"/>
                <a:gd name="connsiteX3" fmla="*/ 29250 w 2915191"/>
                <a:gd name="connsiteY3" fmla="*/ 252767 h 474845"/>
                <a:gd name="connsiteX4" fmla="*/ 39000 w 2915191"/>
                <a:gd name="connsiteY4" fmla="*/ 259798 h 474845"/>
                <a:gd name="connsiteX5" fmla="*/ 48749 w 2915191"/>
                <a:gd name="connsiteY5" fmla="*/ 280892 h 474845"/>
                <a:gd name="connsiteX6" fmla="*/ 58499 w 2915191"/>
                <a:gd name="connsiteY6" fmla="*/ 280694 h 474845"/>
                <a:gd name="connsiteX7" fmla="*/ 68249 w 2915191"/>
                <a:gd name="connsiteY7" fmla="*/ 279018 h 474845"/>
                <a:gd name="connsiteX8" fmla="*/ 77998 w 2915191"/>
                <a:gd name="connsiteY8" fmla="*/ 320510 h 474845"/>
                <a:gd name="connsiteX9" fmla="*/ 87748 w 2915191"/>
                <a:gd name="connsiteY9" fmla="*/ 332819 h 474845"/>
                <a:gd name="connsiteX10" fmla="*/ 97497 w 2915191"/>
                <a:gd name="connsiteY10" fmla="*/ 300249 h 474845"/>
                <a:gd name="connsiteX11" fmla="*/ 107247 w 2915191"/>
                <a:gd name="connsiteY11" fmla="*/ 319836 h 474845"/>
                <a:gd name="connsiteX12" fmla="*/ 116997 w 2915191"/>
                <a:gd name="connsiteY12" fmla="*/ 279250 h 474845"/>
                <a:gd name="connsiteX13" fmla="*/ 126747 w 2915191"/>
                <a:gd name="connsiteY13" fmla="*/ 288443 h 474845"/>
                <a:gd name="connsiteX14" fmla="*/ 136497 w 2915191"/>
                <a:gd name="connsiteY14" fmla="*/ 298258 h 474845"/>
                <a:gd name="connsiteX15" fmla="*/ 146247 w 2915191"/>
                <a:gd name="connsiteY15" fmla="*/ 291037 h 474845"/>
                <a:gd name="connsiteX16" fmla="*/ 155997 w 2915191"/>
                <a:gd name="connsiteY16" fmla="*/ 297227 h 474845"/>
                <a:gd name="connsiteX17" fmla="*/ 165747 w 2915191"/>
                <a:gd name="connsiteY17" fmla="*/ 317222 h 474845"/>
                <a:gd name="connsiteX18" fmla="*/ 175497 w 2915191"/>
                <a:gd name="connsiteY18" fmla="*/ 316167 h 474845"/>
                <a:gd name="connsiteX19" fmla="*/ 185247 w 2915191"/>
                <a:gd name="connsiteY19" fmla="*/ 314011 h 474845"/>
                <a:gd name="connsiteX20" fmla="*/ 194996 w 2915191"/>
                <a:gd name="connsiteY20" fmla="*/ 296730 h 474845"/>
                <a:gd name="connsiteX21" fmla="*/ 204746 w 2915191"/>
                <a:gd name="connsiteY21" fmla="*/ 304406 h 474845"/>
                <a:gd name="connsiteX22" fmla="*/ 214495 w 2915191"/>
                <a:gd name="connsiteY22" fmla="*/ 334260 h 474845"/>
                <a:gd name="connsiteX23" fmla="*/ 224245 w 2915191"/>
                <a:gd name="connsiteY23" fmla="*/ 351735 h 474845"/>
                <a:gd name="connsiteX24" fmla="*/ 233995 w 2915191"/>
                <a:gd name="connsiteY24" fmla="*/ 364289 h 474845"/>
                <a:gd name="connsiteX25" fmla="*/ 243744 w 2915191"/>
                <a:gd name="connsiteY25" fmla="*/ 334947 h 474845"/>
                <a:gd name="connsiteX26" fmla="*/ 253494 w 2915191"/>
                <a:gd name="connsiteY26" fmla="*/ 345719 h 474845"/>
                <a:gd name="connsiteX27" fmla="*/ 263244 w 2915191"/>
                <a:gd name="connsiteY27" fmla="*/ 331510 h 474845"/>
                <a:gd name="connsiteX28" fmla="*/ 272994 w 2915191"/>
                <a:gd name="connsiteY28" fmla="*/ 316060 h 474845"/>
                <a:gd name="connsiteX29" fmla="*/ 282744 w 2915191"/>
                <a:gd name="connsiteY29" fmla="*/ 330717 h 474845"/>
                <a:gd name="connsiteX30" fmla="*/ 292494 w 2915191"/>
                <a:gd name="connsiteY30" fmla="*/ 304884 h 474845"/>
                <a:gd name="connsiteX31" fmla="*/ 302244 w 2915191"/>
                <a:gd name="connsiteY31" fmla="*/ 332088 h 474845"/>
                <a:gd name="connsiteX32" fmla="*/ 311994 w 2915191"/>
                <a:gd name="connsiteY32" fmla="*/ 376324 h 474845"/>
                <a:gd name="connsiteX33" fmla="*/ 321744 w 2915191"/>
                <a:gd name="connsiteY33" fmla="*/ 361659 h 474845"/>
                <a:gd name="connsiteX34" fmla="*/ 331493 w 2915191"/>
                <a:gd name="connsiteY34" fmla="*/ 365103 h 474845"/>
                <a:gd name="connsiteX35" fmla="*/ 341243 w 2915191"/>
                <a:gd name="connsiteY35" fmla="*/ 362378 h 474845"/>
                <a:gd name="connsiteX36" fmla="*/ 350993 w 2915191"/>
                <a:gd name="connsiteY36" fmla="*/ 367060 h 474845"/>
                <a:gd name="connsiteX37" fmla="*/ 360742 w 2915191"/>
                <a:gd name="connsiteY37" fmla="*/ 337672 h 474845"/>
                <a:gd name="connsiteX38" fmla="*/ 370492 w 2915191"/>
                <a:gd name="connsiteY38" fmla="*/ 354115 h 474845"/>
                <a:gd name="connsiteX39" fmla="*/ 380241 w 2915191"/>
                <a:gd name="connsiteY39" fmla="*/ 375350 h 474845"/>
                <a:gd name="connsiteX40" fmla="*/ 389991 w 2915191"/>
                <a:gd name="connsiteY40" fmla="*/ 355125 h 474845"/>
                <a:gd name="connsiteX41" fmla="*/ 399741 w 2915191"/>
                <a:gd name="connsiteY41" fmla="*/ 382987 h 474845"/>
                <a:gd name="connsiteX42" fmla="*/ 409491 w 2915191"/>
                <a:gd name="connsiteY42" fmla="*/ 373550 h 474845"/>
                <a:gd name="connsiteX43" fmla="*/ 419241 w 2915191"/>
                <a:gd name="connsiteY43" fmla="*/ 372238 h 474845"/>
                <a:gd name="connsiteX44" fmla="*/ 428991 w 2915191"/>
                <a:gd name="connsiteY44" fmla="*/ 360372 h 474845"/>
                <a:gd name="connsiteX45" fmla="*/ 438741 w 2915191"/>
                <a:gd name="connsiteY45" fmla="*/ 389769 h 474845"/>
                <a:gd name="connsiteX46" fmla="*/ 448491 w 2915191"/>
                <a:gd name="connsiteY46" fmla="*/ 420524 h 474845"/>
                <a:gd name="connsiteX47" fmla="*/ 458241 w 2915191"/>
                <a:gd name="connsiteY47" fmla="*/ 407703 h 474845"/>
                <a:gd name="connsiteX48" fmla="*/ 467991 w 2915191"/>
                <a:gd name="connsiteY48" fmla="*/ 380201 h 474845"/>
                <a:gd name="connsiteX49" fmla="*/ 477740 w 2915191"/>
                <a:gd name="connsiteY49" fmla="*/ 356765 h 474845"/>
                <a:gd name="connsiteX50" fmla="*/ 487490 w 2915191"/>
                <a:gd name="connsiteY50" fmla="*/ 357036 h 474845"/>
                <a:gd name="connsiteX51" fmla="*/ 497239 w 2915191"/>
                <a:gd name="connsiteY51" fmla="*/ 352289 h 474845"/>
                <a:gd name="connsiteX52" fmla="*/ 506989 w 2915191"/>
                <a:gd name="connsiteY52" fmla="*/ 351898 h 474845"/>
                <a:gd name="connsiteX53" fmla="*/ 516738 w 2915191"/>
                <a:gd name="connsiteY53" fmla="*/ 338094 h 474845"/>
                <a:gd name="connsiteX54" fmla="*/ 526488 w 2915191"/>
                <a:gd name="connsiteY54" fmla="*/ 367701 h 474845"/>
                <a:gd name="connsiteX55" fmla="*/ 536238 w 2915191"/>
                <a:gd name="connsiteY55" fmla="*/ 368227 h 474845"/>
                <a:gd name="connsiteX56" fmla="*/ 545988 w 2915191"/>
                <a:gd name="connsiteY56" fmla="*/ 372942 h 474845"/>
                <a:gd name="connsiteX57" fmla="*/ 555738 w 2915191"/>
                <a:gd name="connsiteY57" fmla="*/ 387165 h 474845"/>
                <a:gd name="connsiteX58" fmla="*/ 565488 w 2915191"/>
                <a:gd name="connsiteY58" fmla="*/ 436823 h 474845"/>
                <a:gd name="connsiteX59" fmla="*/ 575238 w 2915191"/>
                <a:gd name="connsiteY59" fmla="*/ 454270 h 474845"/>
                <a:gd name="connsiteX60" fmla="*/ 584988 w 2915191"/>
                <a:gd name="connsiteY60" fmla="*/ 443379 h 474845"/>
                <a:gd name="connsiteX61" fmla="*/ 594738 w 2915191"/>
                <a:gd name="connsiteY61" fmla="*/ 474845 h 474845"/>
                <a:gd name="connsiteX62" fmla="*/ 604488 w 2915191"/>
                <a:gd name="connsiteY62" fmla="*/ 441889 h 474845"/>
                <a:gd name="connsiteX63" fmla="*/ 614237 w 2915191"/>
                <a:gd name="connsiteY63" fmla="*/ 415993 h 474845"/>
                <a:gd name="connsiteX64" fmla="*/ 623987 w 2915191"/>
                <a:gd name="connsiteY64" fmla="*/ 374694 h 474845"/>
                <a:gd name="connsiteX65" fmla="*/ 633736 w 2915191"/>
                <a:gd name="connsiteY65" fmla="*/ 344730 h 474845"/>
                <a:gd name="connsiteX66" fmla="*/ 643486 w 2915191"/>
                <a:gd name="connsiteY66" fmla="*/ 334217 h 474845"/>
                <a:gd name="connsiteX67" fmla="*/ 653236 w 2915191"/>
                <a:gd name="connsiteY67" fmla="*/ 364244 h 474845"/>
                <a:gd name="connsiteX68" fmla="*/ 662985 w 2915191"/>
                <a:gd name="connsiteY68" fmla="*/ 381447 h 474845"/>
                <a:gd name="connsiteX69" fmla="*/ 672735 w 2915191"/>
                <a:gd name="connsiteY69" fmla="*/ 353663 h 474845"/>
                <a:gd name="connsiteX70" fmla="*/ 682485 w 2915191"/>
                <a:gd name="connsiteY70" fmla="*/ 362708 h 474845"/>
                <a:gd name="connsiteX71" fmla="*/ 692235 w 2915191"/>
                <a:gd name="connsiteY71" fmla="*/ 306100 h 474845"/>
                <a:gd name="connsiteX72" fmla="*/ 701985 w 2915191"/>
                <a:gd name="connsiteY72" fmla="*/ 292685 h 474845"/>
                <a:gd name="connsiteX73" fmla="*/ 711735 w 2915191"/>
                <a:gd name="connsiteY73" fmla="*/ 294873 h 474845"/>
                <a:gd name="connsiteX74" fmla="*/ 721485 w 2915191"/>
                <a:gd name="connsiteY74" fmla="*/ 307807 h 474845"/>
                <a:gd name="connsiteX75" fmla="*/ 731235 w 2915191"/>
                <a:gd name="connsiteY75" fmla="*/ 298476 h 474845"/>
                <a:gd name="connsiteX76" fmla="*/ 740985 w 2915191"/>
                <a:gd name="connsiteY76" fmla="*/ 316338 h 474845"/>
                <a:gd name="connsiteX77" fmla="*/ 750734 w 2915191"/>
                <a:gd name="connsiteY77" fmla="*/ 325252 h 474845"/>
                <a:gd name="connsiteX78" fmla="*/ 760484 w 2915191"/>
                <a:gd name="connsiteY78" fmla="*/ 328655 h 474845"/>
                <a:gd name="connsiteX79" fmla="*/ 770233 w 2915191"/>
                <a:gd name="connsiteY79" fmla="*/ 340762 h 474845"/>
                <a:gd name="connsiteX80" fmla="*/ 779983 w 2915191"/>
                <a:gd name="connsiteY80" fmla="*/ 321398 h 474845"/>
                <a:gd name="connsiteX81" fmla="*/ 789733 w 2915191"/>
                <a:gd name="connsiteY81" fmla="*/ 311994 h 474845"/>
                <a:gd name="connsiteX82" fmla="*/ 799482 w 2915191"/>
                <a:gd name="connsiteY82" fmla="*/ 287181 h 474845"/>
                <a:gd name="connsiteX83" fmla="*/ 809232 w 2915191"/>
                <a:gd name="connsiteY83" fmla="*/ 285606 h 474845"/>
                <a:gd name="connsiteX84" fmla="*/ 818982 w 2915191"/>
                <a:gd name="connsiteY84" fmla="*/ 270709 h 474845"/>
                <a:gd name="connsiteX85" fmla="*/ 828732 w 2915191"/>
                <a:gd name="connsiteY85" fmla="*/ 245318 h 474845"/>
                <a:gd name="connsiteX86" fmla="*/ 838482 w 2915191"/>
                <a:gd name="connsiteY86" fmla="*/ 250617 h 474845"/>
                <a:gd name="connsiteX87" fmla="*/ 848232 w 2915191"/>
                <a:gd name="connsiteY87" fmla="*/ 203373 h 474845"/>
                <a:gd name="connsiteX88" fmla="*/ 857982 w 2915191"/>
                <a:gd name="connsiteY88" fmla="*/ 188408 h 474845"/>
                <a:gd name="connsiteX89" fmla="*/ 867732 w 2915191"/>
                <a:gd name="connsiteY89" fmla="*/ 226067 h 474845"/>
                <a:gd name="connsiteX90" fmla="*/ 877482 w 2915191"/>
                <a:gd name="connsiteY90" fmla="*/ 231962 h 474845"/>
                <a:gd name="connsiteX91" fmla="*/ 887231 w 2915191"/>
                <a:gd name="connsiteY91" fmla="*/ 245732 h 474845"/>
                <a:gd name="connsiteX92" fmla="*/ 896981 w 2915191"/>
                <a:gd name="connsiteY92" fmla="*/ 218337 h 474845"/>
                <a:gd name="connsiteX93" fmla="*/ 906730 w 2915191"/>
                <a:gd name="connsiteY93" fmla="*/ 197423 h 474845"/>
                <a:gd name="connsiteX94" fmla="*/ 916480 w 2915191"/>
                <a:gd name="connsiteY94" fmla="*/ 207187 h 474845"/>
                <a:gd name="connsiteX95" fmla="*/ 926230 w 2915191"/>
                <a:gd name="connsiteY95" fmla="*/ 235273 h 474845"/>
                <a:gd name="connsiteX96" fmla="*/ 935979 w 2915191"/>
                <a:gd name="connsiteY96" fmla="*/ 216905 h 474845"/>
                <a:gd name="connsiteX97" fmla="*/ 945729 w 2915191"/>
                <a:gd name="connsiteY97" fmla="*/ 211540 h 474845"/>
                <a:gd name="connsiteX98" fmla="*/ 955479 w 2915191"/>
                <a:gd name="connsiteY98" fmla="*/ 223121 h 474845"/>
                <a:gd name="connsiteX99" fmla="*/ 965229 w 2915191"/>
                <a:gd name="connsiteY99" fmla="*/ 195935 h 474845"/>
                <a:gd name="connsiteX100" fmla="*/ 974979 w 2915191"/>
                <a:gd name="connsiteY100" fmla="*/ 178216 h 474845"/>
                <a:gd name="connsiteX101" fmla="*/ 984729 w 2915191"/>
                <a:gd name="connsiteY101" fmla="*/ 178940 h 474845"/>
                <a:gd name="connsiteX102" fmla="*/ 994474 w 2915191"/>
                <a:gd name="connsiteY102" fmla="*/ 183846 h 474845"/>
                <a:gd name="connsiteX103" fmla="*/ 1004233 w 2915191"/>
                <a:gd name="connsiteY103" fmla="*/ 199673 h 474845"/>
                <a:gd name="connsiteX104" fmla="*/ 1013977 w 2915191"/>
                <a:gd name="connsiteY104" fmla="*/ 207452 h 474845"/>
                <a:gd name="connsiteX105" fmla="*/ 1023721 w 2915191"/>
                <a:gd name="connsiteY105" fmla="*/ 193867 h 474845"/>
                <a:gd name="connsiteX106" fmla="*/ 1033480 w 2915191"/>
                <a:gd name="connsiteY106" fmla="*/ 158379 h 474845"/>
                <a:gd name="connsiteX107" fmla="*/ 1043224 w 2915191"/>
                <a:gd name="connsiteY107" fmla="*/ 162528 h 474845"/>
                <a:gd name="connsiteX108" fmla="*/ 1052983 w 2915191"/>
                <a:gd name="connsiteY108" fmla="*/ 159415 h 474845"/>
                <a:gd name="connsiteX109" fmla="*/ 1062727 w 2915191"/>
                <a:gd name="connsiteY109" fmla="*/ 172672 h 474845"/>
                <a:gd name="connsiteX110" fmla="*/ 1072471 w 2915191"/>
                <a:gd name="connsiteY110" fmla="*/ 170507 h 474845"/>
                <a:gd name="connsiteX111" fmla="*/ 1082230 w 2915191"/>
                <a:gd name="connsiteY111" fmla="*/ 173774 h 474845"/>
                <a:gd name="connsiteX112" fmla="*/ 1091973 w 2915191"/>
                <a:gd name="connsiteY112" fmla="*/ 157823 h 474845"/>
                <a:gd name="connsiteX113" fmla="*/ 1101732 w 2915191"/>
                <a:gd name="connsiteY113" fmla="*/ 144163 h 474845"/>
                <a:gd name="connsiteX114" fmla="*/ 1111476 w 2915191"/>
                <a:gd name="connsiteY114" fmla="*/ 154237 h 474845"/>
                <a:gd name="connsiteX115" fmla="*/ 1121220 w 2915191"/>
                <a:gd name="connsiteY115" fmla="*/ 184555 h 474845"/>
                <a:gd name="connsiteX116" fmla="*/ 1130979 w 2915191"/>
                <a:gd name="connsiteY116" fmla="*/ 180366 h 474845"/>
                <a:gd name="connsiteX117" fmla="*/ 1140723 w 2915191"/>
                <a:gd name="connsiteY117" fmla="*/ 175467 h 474845"/>
                <a:gd name="connsiteX118" fmla="*/ 1150482 w 2915191"/>
                <a:gd name="connsiteY118" fmla="*/ 180699 h 474845"/>
                <a:gd name="connsiteX119" fmla="*/ 1160226 w 2915191"/>
                <a:gd name="connsiteY119" fmla="*/ 195668 h 474845"/>
                <a:gd name="connsiteX120" fmla="*/ 1169969 w 2915191"/>
                <a:gd name="connsiteY120" fmla="*/ 222314 h 474845"/>
                <a:gd name="connsiteX121" fmla="*/ 1179728 w 2915191"/>
                <a:gd name="connsiteY121" fmla="*/ 191249 h 474845"/>
                <a:gd name="connsiteX122" fmla="*/ 1189472 w 2915191"/>
                <a:gd name="connsiteY122" fmla="*/ 138130 h 474845"/>
                <a:gd name="connsiteX123" fmla="*/ 1199231 w 2915191"/>
                <a:gd name="connsiteY123" fmla="*/ 118965 h 474845"/>
                <a:gd name="connsiteX124" fmla="*/ 1208975 w 2915191"/>
                <a:gd name="connsiteY124" fmla="*/ 137232 h 474845"/>
                <a:gd name="connsiteX125" fmla="*/ 1218719 w 2915191"/>
                <a:gd name="connsiteY125" fmla="*/ 130500 h 474845"/>
                <a:gd name="connsiteX126" fmla="*/ 1228478 w 2915191"/>
                <a:gd name="connsiteY126" fmla="*/ 145803 h 474845"/>
                <a:gd name="connsiteX127" fmla="*/ 1238222 w 2915191"/>
                <a:gd name="connsiteY127" fmla="*/ 139124 h 474845"/>
                <a:gd name="connsiteX128" fmla="*/ 1247966 w 2915191"/>
                <a:gd name="connsiteY128" fmla="*/ 137376 h 474845"/>
                <a:gd name="connsiteX129" fmla="*/ 1257725 w 2915191"/>
                <a:gd name="connsiteY129" fmla="*/ 108476 h 474845"/>
                <a:gd name="connsiteX130" fmla="*/ 1267469 w 2915191"/>
                <a:gd name="connsiteY130" fmla="*/ 90939 h 474845"/>
                <a:gd name="connsiteX131" fmla="*/ 1277227 w 2915191"/>
                <a:gd name="connsiteY131" fmla="*/ 107179 h 474845"/>
                <a:gd name="connsiteX132" fmla="*/ 1286971 w 2915191"/>
                <a:gd name="connsiteY132" fmla="*/ 130248 h 474845"/>
                <a:gd name="connsiteX133" fmla="*/ 1296715 w 2915191"/>
                <a:gd name="connsiteY133" fmla="*/ 166052 h 474845"/>
                <a:gd name="connsiteX134" fmla="*/ 1306474 w 2915191"/>
                <a:gd name="connsiteY134" fmla="*/ 178374 h 474845"/>
                <a:gd name="connsiteX135" fmla="*/ 1316218 w 2915191"/>
                <a:gd name="connsiteY135" fmla="*/ 157275 h 474845"/>
                <a:gd name="connsiteX136" fmla="*/ 1325977 w 2915191"/>
                <a:gd name="connsiteY136" fmla="*/ 156016 h 474845"/>
                <a:gd name="connsiteX137" fmla="*/ 1335721 w 2915191"/>
                <a:gd name="connsiteY137" fmla="*/ 128212 h 474845"/>
                <a:gd name="connsiteX138" fmla="*/ 1345465 w 2915191"/>
                <a:gd name="connsiteY138" fmla="*/ 103980 h 474845"/>
                <a:gd name="connsiteX139" fmla="*/ 1355224 w 2915191"/>
                <a:gd name="connsiteY139" fmla="*/ 103649 h 474845"/>
                <a:gd name="connsiteX140" fmla="*/ 1364967 w 2915191"/>
                <a:gd name="connsiteY140" fmla="*/ 107875 h 474845"/>
                <a:gd name="connsiteX141" fmla="*/ 1374726 w 2915191"/>
                <a:gd name="connsiteY141" fmla="*/ 79485 h 474845"/>
                <a:gd name="connsiteX142" fmla="*/ 1384470 w 2915191"/>
                <a:gd name="connsiteY142" fmla="*/ 28326 h 474845"/>
                <a:gd name="connsiteX143" fmla="*/ 1394214 w 2915191"/>
                <a:gd name="connsiteY143" fmla="*/ 30187 h 474845"/>
                <a:gd name="connsiteX144" fmla="*/ 1403973 w 2915191"/>
                <a:gd name="connsiteY144" fmla="*/ 12822 h 474845"/>
                <a:gd name="connsiteX145" fmla="*/ 1413717 w 2915191"/>
                <a:gd name="connsiteY145" fmla="*/ 0 h 474845"/>
                <a:gd name="connsiteX146" fmla="*/ 1423476 w 2915191"/>
                <a:gd name="connsiteY146" fmla="*/ 32632 h 474845"/>
                <a:gd name="connsiteX147" fmla="*/ 1433220 w 2915191"/>
                <a:gd name="connsiteY147" fmla="*/ 39663 h 474845"/>
                <a:gd name="connsiteX148" fmla="*/ 1442964 w 2915191"/>
                <a:gd name="connsiteY148" fmla="*/ 65502 h 474845"/>
                <a:gd name="connsiteX149" fmla="*/ 1452722 w 2915191"/>
                <a:gd name="connsiteY149" fmla="*/ 60088 h 474845"/>
                <a:gd name="connsiteX150" fmla="*/ 1462466 w 2915191"/>
                <a:gd name="connsiteY150" fmla="*/ 70143 h 474845"/>
                <a:gd name="connsiteX151" fmla="*/ 1472225 w 2915191"/>
                <a:gd name="connsiteY151" fmla="*/ 44955 h 474845"/>
                <a:gd name="connsiteX152" fmla="*/ 1481969 w 2915191"/>
                <a:gd name="connsiteY152" fmla="*/ 87938 h 474845"/>
                <a:gd name="connsiteX153" fmla="*/ 1491713 w 2915191"/>
                <a:gd name="connsiteY153" fmla="*/ 122452 h 474845"/>
                <a:gd name="connsiteX154" fmla="*/ 1501472 w 2915191"/>
                <a:gd name="connsiteY154" fmla="*/ 137628 h 474845"/>
                <a:gd name="connsiteX155" fmla="*/ 1511216 w 2915191"/>
                <a:gd name="connsiteY155" fmla="*/ 156177 h 474845"/>
                <a:gd name="connsiteX156" fmla="*/ 1520960 w 2915191"/>
                <a:gd name="connsiteY156" fmla="*/ 164717 h 474845"/>
                <a:gd name="connsiteX157" fmla="*/ 1530719 w 2915191"/>
                <a:gd name="connsiteY157" fmla="*/ 179758 h 474845"/>
                <a:gd name="connsiteX158" fmla="*/ 1540463 w 2915191"/>
                <a:gd name="connsiteY158" fmla="*/ 196953 h 474845"/>
                <a:gd name="connsiteX159" fmla="*/ 1550221 w 2915191"/>
                <a:gd name="connsiteY159" fmla="*/ 208224 h 474845"/>
                <a:gd name="connsiteX160" fmla="*/ 1559965 w 2915191"/>
                <a:gd name="connsiteY160" fmla="*/ 193992 h 474845"/>
                <a:gd name="connsiteX161" fmla="*/ 1569709 w 2915191"/>
                <a:gd name="connsiteY161" fmla="*/ 190445 h 474845"/>
                <a:gd name="connsiteX162" fmla="*/ 1579468 w 2915191"/>
                <a:gd name="connsiteY162" fmla="*/ 215999 h 474845"/>
                <a:gd name="connsiteX163" fmla="*/ 1589212 w 2915191"/>
                <a:gd name="connsiteY163" fmla="*/ 197078 h 474845"/>
                <a:gd name="connsiteX164" fmla="*/ 1598971 w 2915191"/>
                <a:gd name="connsiteY164" fmla="*/ 153515 h 474845"/>
                <a:gd name="connsiteX165" fmla="*/ 1608715 w 2915191"/>
                <a:gd name="connsiteY165" fmla="*/ 111087 h 474845"/>
                <a:gd name="connsiteX166" fmla="*/ 1618459 w 2915191"/>
                <a:gd name="connsiteY166" fmla="*/ 75837 h 474845"/>
                <a:gd name="connsiteX167" fmla="*/ 1628218 w 2915191"/>
                <a:gd name="connsiteY167" fmla="*/ 97138 h 474845"/>
                <a:gd name="connsiteX168" fmla="*/ 1637962 w 2915191"/>
                <a:gd name="connsiteY168" fmla="*/ 124640 h 474845"/>
                <a:gd name="connsiteX169" fmla="*/ 1647720 w 2915191"/>
                <a:gd name="connsiteY169" fmla="*/ 111918 h 474845"/>
                <a:gd name="connsiteX170" fmla="*/ 1657464 w 2915191"/>
                <a:gd name="connsiteY170" fmla="*/ 109461 h 474845"/>
                <a:gd name="connsiteX171" fmla="*/ 1667208 w 2915191"/>
                <a:gd name="connsiteY171" fmla="*/ 152600 h 474845"/>
                <a:gd name="connsiteX172" fmla="*/ 1676967 w 2915191"/>
                <a:gd name="connsiteY172" fmla="*/ 173016 h 474845"/>
                <a:gd name="connsiteX173" fmla="*/ 1686711 w 2915191"/>
                <a:gd name="connsiteY173" fmla="*/ 154210 h 474845"/>
                <a:gd name="connsiteX174" fmla="*/ 1696470 w 2915191"/>
                <a:gd name="connsiteY174" fmla="*/ 138550 h 474845"/>
                <a:gd name="connsiteX175" fmla="*/ 1706214 w 2915191"/>
                <a:gd name="connsiteY175" fmla="*/ 129818 h 474845"/>
                <a:gd name="connsiteX176" fmla="*/ 1715958 w 2915191"/>
                <a:gd name="connsiteY176" fmla="*/ 118207 h 474845"/>
                <a:gd name="connsiteX177" fmla="*/ 1725716 w 2915191"/>
                <a:gd name="connsiteY177" fmla="*/ 145784 h 474845"/>
                <a:gd name="connsiteX178" fmla="*/ 1735460 w 2915191"/>
                <a:gd name="connsiteY178" fmla="*/ 145092 h 474845"/>
                <a:gd name="connsiteX179" fmla="*/ 1745219 w 2915191"/>
                <a:gd name="connsiteY179" fmla="*/ 138444 h 474845"/>
                <a:gd name="connsiteX180" fmla="*/ 1754963 w 2915191"/>
                <a:gd name="connsiteY180" fmla="*/ 139980 h 474845"/>
                <a:gd name="connsiteX181" fmla="*/ 1764707 w 2915191"/>
                <a:gd name="connsiteY181" fmla="*/ 132617 h 474845"/>
                <a:gd name="connsiteX182" fmla="*/ 1774466 w 2915191"/>
                <a:gd name="connsiteY182" fmla="*/ 123785 h 474845"/>
                <a:gd name="connsiteX183" fmla="*/ 1784210 w 2915191"/>
                <a:gd name="connsiteY183" fmla="*/ 101717 h 474845"/>
                <a:gd name="connsiteX184" fmla="*/ 1793969 w 2915191"/>
                <a:gd name="connsiteY184" fmla="*/ 107612 h 474845"/>
                <a:gd name="connsiteX185" fmla="*/ 1803713 w 2915191"/>
                <a:gd name="connsiteY185" fmla="*/ 103691 h 474845"/>
                <a:gd name="connsiteX186" fmla="*/ 1813457 w 2915191"/>
                <a:gd name="connsiteY186" fmla="*/ 98384 h 474845"/>
                <a:gd name="connsiteX187" fmla="*/ 1823215 w 2915191"/>
                <a:gd name="connsiteY187" fmla="*/ 119386 h 474845"/>
                <a:gd name="connsiteX188" fmla="*/ 1832959 w 2915191"/>
                <a:gd name="connsiteY188" fmla="*/ 117662 h 474845"/>
                <a:gd name="connsiteX189" fmla="*/ 1842703 w 2915191"/>
                <a:gd name="connsiteY189" fmla="*/ 111809 h 474845"/>
                <a:gd name="connsiteX190" fmla="*/ 1852462 w 2915191"/>
                <a:gd name="connsiteY190" fmla="*/ 119786 h 474845"/>
                <a:gd name="connsiteX191" fmla="*/ 1862206 w 2915191"/>
                <a:gd name="connsiteY191" fmla="*/ 134414 h 474845"/>
                <a:gd name="connsiteX192" fmla="*/ 1871965 w 2915191"/>
                <a:gd name="connsiteY192" fmla="*/ 142773 h 474845"/>
                <a:gd name="connsiteX193" fmla="*/ 1881709 w 2915191"/>
                <a:gd name="connsiteY193" fmla="*/ 157166 h 474845"/>
                <a:gd name="connsiteX194" fmla="*/ 1891453 w 2915191"/>
                <a:gd name="connsiteY194" fmla="*/ 165452 h 474845"/>
                <a:gd name="connsiteX195" fmla="*/ 1901212 w 2915191"/>
                <a:gd name="connsiteY195" fmla="*/ 183797 h 474845"/>
                <a:gd name="connsiteX196" fmla="*/ 1910956 w 2915191"/>
                <a:gd name="connsiteY196" fmla="*/ 208711 h 474845"/>
                <a:gd name="connsiteX197" fmla="*/ 1920714 w 2915191"/>
                <a:gd name="connsiteY197" fmla="*/ 174136 h 474845"/>
                <a:gd name="connsiteX198" fmla="*/ 1930458 w 2915191"/>
                <a:gd name="connsiteY198" fmla="*/ 157810 h 474845"/>
                <a:gd name="connsiteX199" fmla="*/ 1940202 w 2915191"/>
                <a:gd name="connsiteY199" fmla="*/ 164681 h 474845"/>
                <a:gd name="connsiteX200" fmla="*/ 1949961 w 2915191"/>
                <a:gd name="connsiteY200" fmla="*/ 161956 h 474845"/>
                <a:gd name="connsiteX201" fmla="*/ 1959705 w 2915191"/>
                <a:gd name="connsiteY201" fmla="*/ 168242 h 474845"/>
                <a:gd name="connsiteX202" fmla="*/ 1969464 w 2915191"/>
                <a:gd name="connsiteY202" fmla="*/ 173423 h 474845"/>
                <a:gd name="connsiteX203" fmla="*/ 1979208 w 2915191"/>
                <a:gd name="connsiteY203" fmla="*/ 183935 h 474845"/>
                <a:gd name="connsiteX204" fmla="*/ 1988952 w 2915191"/>
                <a:gd name="connsiteY204" fmla="*/ 177635 h 474845"/>
                <a:gd name="connsiteX205" fmla="*/ 1998711 w 2915191"/>
                <a:gd name="connsiteY205" fmla="*/ 189716 h 474845"/>
                <a:gd name="connsiteX206" fmla="*/ 2008454 w 2915191"/>
                <a:gd name="connsiteY206" fmla="*/ 189429 h 474845"/>
                <a:gd name="connsiteX207" fmla="*/ 2018213 w 2915191"/>
                <a:gd name="connsiteY207" fmla="*/ 193872 h 474845"/>
                <a:gd name="connsiteX208" fmla="*/ 2027957 w 2915191"/>
                <a:gd name="connsiteY208" fmla="*/ 203045 h 474845"/>
                <a:gd name="connsiteX209" fmla="*/ 2037701 w 2915191"/>
                <a:gd name="connsiteY209" fmla="*/ 183703 h 474845"/>
                <a:gd name="connsiteX210" fmla="*/ 2047460 w 2915191"/>
                <a:gd name="connsiteY210" fmla="*/ 187849 h 474845"/>
                <a:gd name="connsiteX211" fmla="*/ 2057204 w 2915191"/>
                <a:gd name="connsiteY211" fmla="*/ 167830 h 474845"/>
                <a:gd name="connsiteX212" fmla="*/ 2066963 w 2915191"/>
                <a:gd name="connsiteY212" fmla="*/ 149322 h 474845"/>
                <a:gd name="connsiteX213" fmla="*/ 2076707 w 2915191"/>
                <a:gd name="connsiteY213" fmla="*/ 123510 h 474845"/>
                <a:gd name="connsiteX214" fmla="*/ 2086451 w 2915191"/>
                <a:gd name="connsiteY214" fmla="*/ 148620 h 474845"/>
                <a:gd name="connsiteX215" fmla="*/ 2096210 w 2915191"/>
                <a:gd name="connsiteY215" fmla="*/ 139562 h 474845"/>
                <a:gd name="connsiteX216" fmla="*/ 2105954 w 2915191"/>
                <a:gd name="connsiteY216" fmla="*/ 152400 h 474845"/>
                <a:gd name="connsiteX217" fmla="*/ 2115697 w 2915191"/>
                <a:gd name="connsiteY217" fmla="*/ 123271 h 474845"/>
                <a:gd name="connsiteX218" fmla="*/ 2125456 w 2915191"/>
                <a:gd name="connsiteY218" fmla="*/ 144618 h 474845"/>
                <a:gd name="connsiteX219" fmla="*/ 2135200 w 2915191"/>
                <a:gd name="connsiteY219" fmla="*/ 156985 h 474845"/>
                <a:gd name="connsiteX220" fmla="*/ 2144959 w 2915191"/>
                <a:gd name="connsiteY220" fmla="*/ 162812 h 474845"/>
                <a:gd name="connsiteX221" fmla="*/ 2154703 w 2915191"/>
                <a:gd name="connsiteY221" fmla="*/ 161889 h 474845"/>
                <a:gd name="connsiteX222" fmla="*/ 2164447 w 2915191"/>
                <a:gd name="connsiteY222" fmla="*/ 134666 h 474845"/>
                <a:gd name="connsiteX223" fmla="*/ 2174206 w 2915191"/>
                <a:gd name="connsiteY223" fmla="*/ 141521 h 474845"/>
                <a:gd name="connsiteX224" fmla="*/ 2183950 w 2915191"/>
                <a:gd name="connsiteY224" fmla="*/ 153825 h 474845"/>
                <a:gd name="connsiteX225" fmla="*/ 2193709 w 2915191"/>
                <a:gd name="connsiteY225" fmla="*/ 173603 h 474845"/>
                <a:gd name="connsiteX226" fmla="*/ 2203452 w 2915191"/>
                <a:gd name="connsiteY226" fmla="*/ 152260 h 474845"/>
                <a:gd name="connsiteX227" fmla="*/ 2213196 w 2915191"/>
                <a:gd name="connsiteY227" fmla="*/ 132290 h 474845"/>
                <a:gd name="connsiteX228" fmla="*/ 2222955 w 2915191"/>
                <a:gd name="connsiteY228" fmla="*/ 107036 h 474845"/>
                <a:gd name="connsiteX229" fmla="*/ 2232699 w 2915191"/>
                <a:gd name="connsiteY229" fmla="*/ 125889 h 474845"/>
                <a:gd name="connsiteX230" fmla="*/ 2242458 w 2915191"/>
                <a:gd name="connsiteY230" fmla="*/ 158260 h 474845"/>
                <a:gd name="connsiteX231" fmla="*/ 2252202 w 2915191"/>
                <a:gd name="connsiteY231" fmla="*/ 171167 h 474845"/>
                <a:gd name="connsiteX232" fmla="*/ 2261946 w 2915191"/>
                <a:gd name="connsiteY232" fmla="*/ 198104 h 474845"/>
                <a:gd name="connsiteX233" fmla="*/ 2271705 w 2915191"/>
                <a:gd name="connsiteY233" fmla="*/ 248494 h 474845"/>
                <a:gd name="connsiteX234" fmla="*/ 2281449 w 2915191"/>
                <a:gd name="connsiteY234" fmla="*/ 241329 h 474845"/>
                <a:gd name="connsiteX235" fmla="*/ 2291208 w 2915191"/>
                <a:gd name="connsiteY235" fmla="*/ 260522 h 474845"/>
                <a:gd name="connsiteX236" fmla="*/ 2300951 w 2915191"/>
                <a:gd name="connsiteY236" fmla="*/ 267040 h 474845"/>
                <a:gd name="connsiteX237" fmla="*/ 2310695 w 2915191"/>
                <a:gd name="connsiteY237" fmla="*/ 274472 h 474845"/>
                <a:gd name="connsiteX238" fmla="*/ 2320454 w 2915191"/>
                <a:gd name="connsiteY238" fmla="*/ 249610 h 474845"/>
                <a:gd name="connsiteX239" fmla="*/ 2330198 w 2915191"/>
                <a:gd name="connsiteY239" fmla="*/ 240742 h 474845"/>
                <a:gd name="connsiteX240" fmla="*/ 2339957 w 2915191"/>
                <a:gd name="connsiteY240" fmla="*/ 228232 h 474845"/>
                <a:gd name="connsiteX241" fmla="*/ 2349701 w 2915191"/>
                <a:gd name="connsiteY241" fmla="*/ 234748 h 474845"/>
                <a:gd name="connsiteX242" fmla="*/ 2359445 w 2915191"/>
                <a:gd name="connsiteY242" fmla="*/ 214590 h 474845"/>
                <a:gd name="connsiteX243" fmla="*/ 2369204 w 2915191"/>
                <a:gd name="connsiteY243" fmla="*/ 202567 h 474845"/>
                <a:gd name="connsiteX244" fmla="*/ 2378948 w 2915191"/>
                <a:gd name="connsiteY244" fmla="*/ 157755 h 474845"/>
                <a:gd name="connsiteX245" fmla="*/ 2388692 w 2915191"/>
                <a:gd name="connsiteY245" fmla="*/ 177843 h 474845"/>
                <a:gd name="connsiteX246" fmla="*/ 2398450 w 2915191"/>
                <a:gd name="connsiteY246" fmla="*/ 203380 h 474845"/>
                <a:gd name="connsiteX247" fmla="*/ 2408194 w 2915191"/>
                <a:gd name="connsiteY247" fmla="*/ 173379 h 474845"/>
                <a:gd name="connsiteX248" fmla="*/ 2417953 w 2915191"/>
                <a:gd name="connsiteY248" fmla="*/ 190151 h 474845"/>
                <a:gd name="connsiteX249" fmla="*/ 2427697 w 2915191"/>
                <a:gd name="connsiteY249" fmla="*/ 235644 h 474845"/>
                <a:gd name="connsiteX250" fmla="*/ 2437441 w 2915191"/>
                <a:gd name="connsiteY250" fmla="*/ 206483 h 474845"/>
                <a:gd name="connsiteX251" fmla="*/ 2447200 w 2915191"/>
                <a:gd name="connsiteY251" fmla="*/ 149550 h 474845"/>
                <a:gd name="connsiteX252" fmla="*/ 2456944 w 2915191"/>
                <a:gd name="connsiteY252" fmla="*/ 168245 h 474845"/>
                <a:gd name="connsiteX253" fmla="*/ 2466703 w 2915191"/>
                <a:gd name="connsiteY253" fmla="*/ 175386 h 474845"/>
                <a:gd name="connsiteX254" fmla="*/ 2476446 w 2915191"/>
                <a:gd name="connsiteY254" fmla="*/ 163306 h 474845"/>
                <a:gd name="connsiteX255" fmla="*/ 2486190 w 2915191"/>
                <a:gd name="connsiteY255" fmla="*/ 173950 h 474845"/>
                <a:gd name="connsiteX256" fmla="*/ 2495949 w 2915191"/>
                <a:gd name="connsiteY256" fmla="*/ 166045 h 474845"/>
                <a:gd name="connsiteX257" fmla="*/ 2505693 w 2915191"/>
                <a:gd name="connsiteY257" fmla="*/ 183274 h 474845"/>
                <a:gd name="connsiteX258" fmla="*/ 2515452 w 2915191"/>
                <a:gd name="connsiteY258" fmla="*/ 199506 h 474845"/>
                <a:gd name="connsiteX259" fmla="*/ 2525196 w 2915191"/>
                <a:gd name="connsiteY259" fmla="*/ 210484 h 474845"/>
                <a:gd name="connsiteX260" fmla="*/ 2534940 w 2915191"/>
                <a:gd name="connsiteY260" fmla="*/ 229201 h 474845"/>
                <a:gd name="connsiteX261" fmla="*/ 2544699 w 2915191"/>
                <a:gd name="connsiteY261" fmla="*/ 237721 h 474845"/>
                <a:gd name="connsiteX262" fmla="*/ 2554443 w 2915191"/>
                <a:gd name="connsiteY262" fmla="*/ 273446 h 474845"/>
                <a:gd name="connsiteX263" fmla="*/ 2564202 w 2915191"/>
                <a:gd name="connsiteY263" fmla="*/ 273313 h 474845"/>
                <a:gd name="connsiteX264" fmla="*/ 2573946 w 2915191"/>
                <a:gd name="connsiteY264" fmla="*/ 299048 h 474845"/>
                <a:gd name="connsiteX265" fmla="*/ 2583690 w 2915191"/>
                <a:gd name="connsiteY265" fmla="*/ 309485 h 474845"/>
                <a:gd name="connsiteX266" fmla="*/ 2593448 w 2915191"/>
                <a:gd name="connsiteY266" fmla="*/ 309558 h 474845"/>
                <a:gd name="connsiteX267" fmla="*/ 2603192 w 2915191"/>
                <a:gd name="connsiteY267" fmla="*/ 307814 h 474845"/>
                <a:gd name="connsiteX268" fmla="*/ 2612951 w 2915191"/>
                <a:gd name="connsiteY268" fmla="*/ 296560 h 474845"/>
                <a:gd name="connsiteX269" fmla="*/ 2622695 w 2915191"/>
                <a:gd name="connsiteY269" fmla="*/ 309754 h 474845"/>
                <a:gd name="connsiteX270" fmla="*/ 2632439 w 2915191"/>
                <a:gd name="connsiteY270" fmla="*/ 322824 h 474845"/>
                <a:gd name="connsiteX271" fmla="*/ 2642198 w 2915191"/>
                <a:gd name="connsiteY271" fmla="*/ 309958 h 474845"/>
                <a:gd name="connsiteX272" fmla="*/ 2651942 w 2915191"/>
                <a:gd name="connsiteY272" fmla="*/ 331154 h 474845"/>
                <a:gd name="connsiteX273" fmla="*/ 2661685 w 2915191"/>
                <a:gd name="connsiteY273" fmla="*/ 310712 h 474845"/>
                <a:gd name="connsiteX274" fmla="*/ 2671444 w 2915191"/>
                <a:gd name="connsiteY274" fmla="*/ 291332 h 474845"/>
                <a:gd name="connsiteX275" fmla="*/ 2681188 w 2915191"/>
                <a:gd name="connsiteY275" fmla="*/ 297609 h 474845"/>
                <a:gd name="connsiteX276" fmla="*/ 2690947 w 2915191"/>
                <a:gd name="connsiteY276" fmla="*/ 331261 h 474845"/>
                <a:gd name="connsiteX277" fmla="*/ 2700691 w 2915191"/>
                <a:gd name="connsiteY277" fmla="*/ 299613 h 474845"/>
                <a:gd name="connsiteX278" fmla="*/ 2710435 w 2915191"/>
                <a:gd name="connsiteY278" fmla="*/ 278371 h 474845"/>
                <a:gd name="connsiteX279" fmla="*/ 2720194 w 2915191"/>
                <a:gd name="connsiteY279" fmla="*/ 259746 h 474845"/>
                <a:gd name="connsiteX280" fmla="*/ 2729938 w 2915191"/>
                <a:gd name="connsiteY280" fmla="*/ 250254 h 474845"/>
                <a:gd name="connsiteX281" fmla="*/ 2739697 w 2915191"/>
                <a:gd name="connsiteY281" fmla="*/ 237144 h 474845"/>
                <a:gd name="connsiteX282" fmla="*/ 2749441 w 2915191"/>
                <a:gd name="connsiteY282" fmla="*/ 250365 h 474845"/>
                <a:gd name="connsiteX283" fmla="*/ 2759185 w 2915191"/>
                <a:gd name="connsiteY283" fmla="*/ 260553 h 474845"/>
                <a:gd name="connsiteX284" fmla="*/ 2768943 w 2915191"/>
                <a:gd name="connsiteY284" fmla="*/ 299689 h 474845"/>
                <a:gd name="connsiteX285" fmla="*/ 2778687 w 2915191"/>
                <a:gd name="connsiteY285" fmla="*/ 326310 h 474845"/>
                <a:gd name="connsiteX286" fmla="*/ 2788446 w 2915191"/>
                <a:gd name="connsiteY286" fmla="*/ 354630 h 474845"/>
                <a:gd name="connsiteX287" fmla="*/ 2798190 w 2915191"/>
                <a:gd name="connsiteY287" fmla="*/ 374961 h 474845"/>
                <a:gd name="connsiteX288" fmla="*/ 2807934 w 2915191"/>
                <a:gd name="connsiteY288" fmla="*/ 377341 h 474845"/>
                <a:gd name="connsiteX289" fmla="*/ 2817693 w 2915191"/>
                <a:gd name="connsiteY289" fmla="*/ 376132 h 474845"/>
                <a:gd name="connsiteX290" fmla="*/ 2827437 w 2915191"/>
                <a:gd name="connsiteY290" fmla="*/ 363233 h 474845"/>
                <a:gd name="connsiteX291" fmla="*/ 2837196 w 2915191"/>
                <a:gd name="connsiteY291" fmla="*/ 364235 h 474845"/>
                <a:gd name="connsiteX292" fmla="*/ 2846940 w 2915191"/>
                <a:gd name="connsiteY292" fmla="*/ 364624 h 474845"/>
                <a:gd name="connsiteX293" fmla="*/ 2856684 w 2915191"/>
                <a:gd name="connsiteY293" fmla="*/ 382299 h 474845"/>
                <a:gd name="connsiteX294" fmla="*/ 2866442 w 2915191"/>
                <a:gd name="connsiteY294" fmla="*/ 402027 h 474845"/>
                <a:gd name="connsiteX295" fmla="*/ 2876186 w 2915191"/>
                <a:gd name="connsiteY295" fmla="*/ 363896 h 474845"/>
                <a:gd name="connsiteX296" fmla="*/ 2885945 w 2915191"/>
                <a:gd name="connsiteY296" fmla="*/ 366192 h 474845"/>
                <a:gd name="connsiteX297" fmla="*/ 2895689 w 2915191"/>
                <a:gd name="connsiteY297" fmla="*/ 352070 h 474845"/>
                <a:gd name="connsiteX298" fmla="*/ 2905433 w 2915191"/>
                <a:gd name="connsiteY298" fmla="*/ 348855 h 474845"/>
                <a:gd name="connsiteX299" fmla="*/ 2915192 w 2915191"/>
                <a:gd name="connsiteY299" fmla="*/ 336622 h 474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74845">
                  <a:moveTo>
                    <a:pt x="0" y="247545"/>
                  </a:moveTo>
                  <a:lnTo>
                    <a:pt x="9750" y="240937"/>
                  </a:lnTo>
                  <a:lnTo>
                    <a:pt x="19500" y="241621"/>
                  </a:lnTo>
                  <a:lnTo>
                    <a:pt x="29250" y="252767"/>
                  </a:lnTo>
                  <a:lnTo>
                    <a:pt x="39000" y="259798"/>
                  </a:lnTo>
                  <a:lnTo>
                    <a:pt x="48749" y="280892"/>
                  </a:lnTo>
                  <a:lnTo>
                    <a:pt x="58499" y="280694"/>
                  </a:lnTo>
                  <a:lnTo>
                    <a:pt x="68249" y="279018"/>
                  </a:lnTo>
                  <a:lnTo>
                    <a:pt x="77998" y="320510"/>
                  </a:lnTo>
                  <a:lnTo>
                    <a:pt x="87748" y="332819"/>
                  </a:lnTo>
                  <a:lnTo>
                    <a:pt x="97497" y="300249"/>
                  </a:lnTo>
                  <a:lnTo>
                    <a:pt x="107247" y="319836"/>
                  </a:lnTo>
                  <a:lnTo>
                    <a:pt x="116997" y="279250"/>
                  </a:lnTo>
                  <a:lnTo>
                    <a:pt x="126747" y="288443"/>
                  </a:lnTo>
                  <a:lnTo>
                    <a:pt x="136497" y="298258"/>
                  </a:lnTo>
                  <a:lnTo>
                    <a:pt x="146247" y="291037"/>
                  </a:lnTo>
                  <a:lnTo>
                    <a:pt x="155997" y="297227"/>
                  </a:lnTo>
                  <a:lnTo>
                    <a:pt x="165747" y="317222"/>
                  </a:lnTo>
                  <a:lnTo>
                    <a:pt x="175497" y="316167"/>
                  </a:lnTo>
                  <a:lnTo>
                    <a:pt x="185247" y="314011"/>
                  </a:lnTo>
                  <a:lnTo>
                    <a:pt x="194996" y="296730"/>
                  </a:lnTo>
                  <a:lnTo>
                    <a:pt x="204746" y="304406"/>
                  </a:lnTo>
                  <a:lnTo>
                    <a:pt x="214495" y="334260"/>
                  </a:lnTo>
                  <a:lnTo>
                    <a:pt x="224245" y="351735"/>
                  </a:lnTo>
                  <a:lnTo>
                    <a:pt x="233995" y="364289"/>
                  </a:lnTo>
                  <a:lnTo>
                    <a:pt x="243744" y="334947"/>
                  </a:lnTo>
                  <a:lnTo>
                    <a:pt x="253494" y="345719"/>
                  </a:lnTo>
                  <a:lnTo>
                    <a:pt x="263244" y="331510"/>
                  </a:lnTo>
                  <a:lnTo>
                    <a:pt x="272994" y="316060"/>
                  </a:lnTo>
                  <a:lnTo>
                    <a:pt x="282744" y="330717"/>
                  </a:lnTo>
                  <a:lnTo>
                    <a:pt x="292494" y="304884"/>
                  </a:lnTo>
                  <a:lnTo>
                    <a:pt x="302244" y="332088"/>
                  </a:lnTo>
                  <a:lnTo>
                    <a:pt x="311994" y="376324"/>
                  </a:lnTo>
                  <a:lnTo>
                    <a:pt x="321744" y="361659"/>
                  </a:lnTo>
                  <a:lnTo>
                    <a:pt x="331493" y="365103"/>
                  </a:lnTo>
                  <a:lnTo>
                    <a:pt x="341243" y="362378"/>
                  </a:lnTo>
                  <a:lnTo>
                    <a:pt x="350993" y="367060"/>
                  </a:lnTo>
                  <a:lnTo>
                    <a:pt x="360742" y="337672"/>
                  </a:lnTo>
                  <a:lnTo>
                    <a:pt x="370492" y="354115"/>
                  </a:lnTo>
                  <a:lnTo>
                    <a:pt x="380241" y="375350"/>
                  </a:lnTo>
                  <a:lnTo>
                    <a:pt x="389991" y="355125"/>
                  </a:lnTo>
                  <a:lnTo>
                    <a:pt x="399741" y="382987"/>
                  </a:lnTo>
                  <a:lnTo>
                    <a:pt x="409491" y="373550"/>
                  </a:lnTo>
                  <a:lnTo>
                    <a:pt x="419241" y="372238"/>
                  </a:lnTo>
                  <a:lnTo>
                    <a:pt x="428991" y="360372"/>
                  </a:lnTo>
                  <a:lnTo>
                    <a:pt x="438741" y="389769"/>
                  </a:lnTo>
                  <a:lnTo>
                    <a:pt x="448491" y="420524"/>
                  </a:lnTo>
                  <a:lnTo>
                    <a:pt x="458241" y="407703"/>
                  </a:lnTo>
                  <a:lnTo>
                    <a:pt x="467991" y="380201"/>
                  </a:lnTo>
                  <a:lnTo>
                    <a:pt x="477740" y="356765"/>
                  </a:lnTo>
                  <a:lnTo>
                    <a:pt x="487490" y="357036"/>
                  </a:lnTo>
                  <a:lnTo>
                    <a:pt x="497239" y="352289"/>
                  </a:lnTo>
                  <a:lnTo>
                    <a:pt x="506989" y="351898"/>
                  </a:lnTo>
                  <a:lnTo>
                    <a:pt x="516738" y="338094"/>
                  </a:lnTo>
                  <a:lnTo>
                    <a:pt x="526488" y="367701"/>
                  </a:lnTo>
                  <a:lnTo>
                    <a:pt x="536238" y="368227"/>
                  </a:lnTo>
                  <a:lnTo>
                    <a:pt x="545988" y="372942"/>
                  </a:lnTo>
                  <a:lnTo>
                    <a:pt x="555738" y="387165"/>
                  </a:lnTo>
                  <a:lnTo>
                    <a:pt x="565488" y="436823"/>
                  </a:lnTo>
                  <a:lnTo>
                    <a:pt x="575238" y="454270"/>
                  </a:lnTo>
                  <a:lnTo>
                    <a:pt x="584988" y="443379"/>
                  </a:lnTo>
                  <a:lnTo>
                    <a:pt x="594738" y="474845"/>
                  </a:lnTo>
                  <a:lnTo>
                    <a:pt x="604488" y="441889"/>
                  </a:lnTo>
                  <a:lnTo>
                    <a:pt x="614237" y="415993"/>
                  </a:lnTo>
                  <a:lnTo>
                    <a:pt x="623987" y="374694"/>
                  </a:lnTo>
                  <a:lnTo>
                    <a:pt x="633736" y="344730"/>
                  </a:lnTo>
                  <a:lnTo>
                    <a:pt x="643486" y="334217"/>
                  </a:lnTo>
                  <a:lnTo>
                    <a:pt x="653236" y="364244"/>
                  </a:lnTo>
                  <a:lnTo>
                    <a:pt x="662985" y="381447"/>
                  </a:lnTo>
                  <a:lnTo>
                    <a:pt x="672735" y="353663"/>
                  </a:lnTo>
                  <a:lnTo>
                    <a:pt x="682485" y="362708"/>
                  </a:lnTo>
                  <a:lnTo>
                    <a:pt x="692235" y="306100"/>
                  </a:lnTo>
                  <a:lnTo>
                    <a:pt x="701985" y="292685"/>
                  </a:lnTo>
                  <a:lnTo>
                    <a:pt x="711735" y="294873"/>
                  </a:lnTo>
                  <a:lnTo>
                    <a:pt x="721485" y="307807"/>
                  </a:lnTo>
                  <a:lnTo>
                    <a:pt x="731235" y="298476"/>
                  </a:lnTo>
                  <a:lnTo>
                    <a:pt x="740985" y="316338"/>
                  </a:lnTo>
                  <a:lnTo>
                    <a:pt x="750734" y="325252"/>
                  </a:lnTo>
                  <a:lnTo>
                    <a:pt x="760484" y="328655"/>
                  </a:lnTo>
                  <a:lnTo>
                    <a:pt x="770233" y="340762"/>
                  </a:lnTo>
                  <a:lnTo>
                    <a:pt x="779983" y="321398"/>
                  </a:lnTo>
                  <a:lnTo>
                    <a:pt x="789733" y="311994"/>
                  </a:lnTo>
                  <a:lnTo>
                    <a:pt x="799482" y="287181"/>
                  </a:lnTo>
                  <a:lnTo>
                    <a:pt x="809232" y="285606"/>
                  </a:lnTo>
                  <a:lnTo>
                    <a:pt x="818982" y="270709"/>
                  </a:lnTo>
                  <a:lnTo>
                    <a:pt x="828732" y="245318"/>
                  </a:lnTo>
                  <a:lnTo>
                    <a:pt x="838482" y="250617"/>
                  </a:lnTo>
                  <a:lnTo>
                    <a:pt x="848232" y="203373"/>
                  </a:lnTo>
                  <a:lnTo>
                    <a:pt x="857982" y="188408"/>
                  </a:lnTo>
                  <a:lnTo>
                    <a:pt x="867732" y="226067"/>
                  </a:lnTo>
                  <a:lnTo>
                    <a:pt x="877482" y="231962"/>
                  </a:lnTo>
                  <a:lnTo>
                    <a:pt x="887231" y="245732"/>
                  </a:lnTo>
                  <a:lnTo>
                    <a:pt x="896981" y="218337"/>
                  </a:lnTo>
                  <a:lnTo>
                    <a:pt x="906730" y="197423"/>
                  </a:lnTo>
                  <a:lnTo>
                    <a:pt x="916480" y="207187"/>
                  </a:lnTo>
                  <a:lnTo>
                    <a:pt x="926230" y="235273"/>
                  </a:lnTo>
                  <a:lnTo>
                    <a:pt x="935979" y="216905"/>
                  </a:lnTo>
                  <a:lnTo>
                    <a:pt x="945729" y="211540"/>
                  </a:lnTo>
                  <a:lnTo>
                    <a:pt x="955479" y="223121"/>
                  </a:lnTo>
                  <a:lnTo>
                    <a:pt x="965229" y="195935"/>
                  </a:lnTo>
                  <a:lnTo>
                    <a:pt x="974979" y="178216"/>
                  </a:lnTo>
                  <a:lnTo>
                    <a:pt x="984729" y="178940"/>
                  </a:lnTo>
                  <a:lnTo>
                    <a:pt x="994474" y="183846"/>
                  </a:lnTo>
                  <a:lnTo>
                    <a:pt x="1004233" y="199673"/>
                  </a:lnTo>
                  <a:lnTo>
                    <a:pt x="1013977" y="207452"/>
                  </a:lnTo>
                  <a:lnTo>
                    <a:pt x="1023721" y="193867"/>
                  </a:lnTo>
                  <a:lnTo>
                    <a:pt x="1033480" y="158379"/>
                  </a:lnTo>
                  <a:lnTo>
                    <a:pt x="1043224" y="162528"/>
                  </a:lnTo>
                  <a:lnTo>
                    <a:pt x="1052983" y="159415"/>
                  </a:lnTo>
                  <a:lnTo>
                    <a:pt x="1062727" y="172672"/>
                  </a:lnTo>
                  <a:lnTo>
                    <a:pt x="1072471" y="170507"/>
                  </a:lnTo>
                  <a:lnTo>
                    <a:pt x="1082230" y="173774"/>
                  </a:lnTo>
                  <a:lnTo>
                    <a:pt x="1091973" y="157823"/>
                  </a:lnTo>
                  <a:lnTo>
                    <a:pt x="1101732" y="144163"/>
                  </a:lnTo>
                  <a:lnTo>
                    <a:pt x="1111476" y="154237"/>
                  </a:lnTo>
                  <a:lnTo>
                    <a:pt x="1121220" y="184555"/>
                  </a:lnTo>
                  <a:lnTo>
                    <a:pt x="1130979" y="180366"/>
                  </a:lnTo>
                  <a:lnTo>
                    <a:pt x="1140723" y="175467"/>
                  </a:lnTo>
                  <a:lnTo>
                    <a:pt x="1150482" y="180699"/>
                  </a:lnTo>
                  <a:lnTo>
                    <a:pt x="1160226" y="195668"/>
                  </a:lnTo>
                  <a:lnTo>
                    <a:pt x="1169969" y="222314"/>
                  </a:lnTo>
                  <a:lnTo>
                    <a:pt x="1179728" y="191249"/>
                  </a:lnTo>
                  <a:lnTo>
                    <a:pt x="1189472" y="138130"/>
                  </a:lnTo>
                  <a:lnTo>
                    <a:pt x="1199231" y="118965"/>
                  </a:lnTo>
                  <a:lnTo>
                    <a:pt x="1208975" y="137232"/>
                  </a:lnTo>
                  <a:lnTo>
                    <a:pt x="1218719" y="130500"/>
                  </a:lnTo>
                  <a:lnTo>
                    <a:pt x="1228478" y="145803"/>
                  </a:lnTo>
                  <a:lnTo>
                    <a:pt x="1238222" y="139124"/>
                  </a:lnTo>
                  <a:lnTo>
                    <a:pt x="1247966" y="137376"/>
                  </a:lnTo>
                  <a:lnTo>
                    <a:pt x="1257725" y="108476"/>
                  </a:lnTo>
                  <a:lnTo>
                    <a:pt x="1267469" y="90939"/>
                  </a:lnTo>
                  <a:lnTo>
                    <a:pt x="1277227" y="107179"/>
                  </a:lnTo>
                  <a:lnTo>
                    <a:pt x="1286971" y="130248"/>
                  </a:lnTo>
                  <a:lnTo>
                    <a:pt x="1296715" y="166052"/>
                  </a:lnTo>
                  <a:lnTo>
                    <a:pt x="1306474" y="178374"/>
                  </a:lnTo>
                  <a:lnTo>
                    <a:pt x="1316218" y="157275"/>
                  </a:lnTo>
                  <a:lnTo>
                    <a:pt x="1325977" y="156016"/>
                  </a:lnTo>
                  <a:lnTo>
                    <a:pt x="1335721" y="128212"/>
                  </a:lnTo>
                  <a:lnTo>
                    <a:pt x="1345465" y="103980"/>
                  </a:lnTo>
                  <a:lnTo>
                    <a:pt x="1355224" y="103649"/>
                  </a:lnTo>
                  <a:lnTo>
                    <a:pt x="1364967" y="107875"/>
                  </a:lnTo>
                  <a:lnTo>
                    <a:pt x="1374726" y="79485"/>
                  </a:lnTo>
                  <a:lnTo>
                    <a:pt x="1384470" y="28326"/>
                  </a:lnTo>
                  <a:lnTo>
                    <a:pt x="1394214" y="30187"/>
                  </a:lnTo>
                  <a:lnTo>
                    <a:pt x="1403973" y="12822"/>
                  </a:lnTo>
                  <a:lnTo>
                    <a:pt x="1413717" y="0"/>
                  </a:lnTo>
                  <a:lnTo>
                    <a:pt x="1423476" y="32632"/>
                  </a:lnTo>
                  <a:lnTo>
                    <a:pt x="1433220" y="39663"/>
                  </a:lnTo>
                  <a:lnTo>
                    <a:pt x="1442964" y="65502"/>
                  </a:lnTo>
                  <a:lnTo>
                    <a:pt x="1452722" y="60088"/>
                  </a:lnTo>
                  <a:lnTo>
                    <a:pt x="1462466" y="70143"/>
                  </a:lnTo>
                  <a:lnTo>
                    <a:pt x="1472225" y="44955"/>
                  </a:lnTo>
                  <a:lnTo>
                    <a:pt x="1481969" y="87938"/>
                  </a:lnTo>
                  <a:lnTo>
                    <a:pt x="1491713" y="122452"/>
                  </a:lnTo>
                  <a:lnTo>
                    <a:pt x="1501472" y="137628"/>
                  </a:lnTo>
                  <a:lnTo>
                    <a:pt x="1511216" y="156177"/>
                  </a:lnTo>
                  <a:lnTo>
                    <a:pt x="1520960" y="164717"/>
                  </a:lnTo>
                  <a:lnTo>
                    <a:pt x="1530719" y="179758"/>
                  </a:lnTo>
                  <a:lnTo>
                    <a:pt x="1540463" y="196953"/>
                  </a:lnTo>
                  <a:lnTo>
                    <a:pt x="1550221" y="208224"/>
                  </a:lnTo>
                  <a:lnTo>
                    <a:pt x="1559965" y="193992"/>
                  </a:lnTo>
                  <a:lnTo>
                    <a:pt x="1569709" y="190445"/>
                  </a:lnTo>
                  <a:lnTo>
                    <a:pt x="1579468" y="215999"/>
                  </a:lnTo>
                  <a:lnTo>
                    <a:pt x="1589212" y="197078"/>
                  </a:lnTo>
                  <a:lnTo>
                    <a:pt x="1598971" y="153515"/>
                  </a:lnTo>
                  <a:lnTo>
                    <a:pt x="1608715" y="111087"/>
                  </a:lnTo>
                  <a:lnTo>
                    <a:pt x="1618459" y="75837"/>
                  </a:lnTo>
                  <a:lnTo>
                    <a:pt x="1628218" y="97138"/>
                  </a:lnTo>
                  <a:lnTo>
                    <a:pt x="1637962" y="124640"/>
                  </a:lnTo>
                  <a:lnTo>
                    <a:pt x="1647720" y="111918"/>
                  </a:lnTo>
                  <a:lnTo>
                    <a:pt x="1657464" y="109461"/>
                  </a:lnTo>
                  <a:lnTo>
                    <a:pt x="1667208" y="152600"/>
                  </a:lnTo>
                  <a:lnTo>
                    <a:pt x="1676967" y="173016"/>
                  </a:lnTo>
                  <a:lnTo>
                    <a:pt x="1686711" y="154210"/>
                  </a:lnTo>
                  <a:lnTo>
                    <a:pt x="1696470" y="138550"/>
                  </a:lnTo>
                  <a:lnTo>
                    <a:pt x="1706214" y="129818"/>
                  </a:lnTo>
                  <a:lnTo>
                    <a:pt x="1715958" y="118207"/>
                  </a:lnTo>
                  <a:lnTo>
                    <a:pt x="1725716" y="145784"/>
                  </a:lnTo>
                  <a:lnTo>
                    <a:pt x="1735460" y="145092"/>
                  </a:lnTo>
                  <a:lnTo>
                    <a:pt x="1745219" y="138444"/>
                  </a:lnTo>
                  <a:lnTo>
                    <a:pt x="1754963" y="139980"/>
                  </a:lnTo>
                  <a:lnTo>
                    <a:pt x="1764707" y="132617"/>
                  </a:lnTo>
                  <a:lnTo>
                    <a:pt x="1774466" y="123785"/>
                  </a:lnTo>
                  <a:lnTo>
                    <a:pt x="1784210" y="101717"/>
                  </a:lnTo>
                  <a:lnTo>
                    <a:pt x="1793969" y="107612"/>
                  </a:lnTo>
                  <a:lnTo>
                    <a:pt x="1803713" y="103691"/>
                  </a:lnTo>
                  <a:lnTo>
                    <a:pt x="1813457" y="98384"/>
                  </a:lnTo>
                  <a:lnTo>
                    <a:pt x="1823215" y="119386"/>
                  </a:lnTo>
                  <a:lnTo>
                    <a:pt x="1832959" y="117662"/>
                  </a:lnTo>
                  <a:lnTo>
                    <a:pt x="1842703" y="111809"/>
                  </a:lnTo>
                  <a:lnTo>
                    <a:pt x="1852462" y="119786"/>
                  </a:lnTo>
                  <a:lnTo>
                    <a:pt x="1862206" y="134414"/>
                  </a:lnTo>
                  <a:lnTo>
                    <a:pt x="1871965" y="142773"/>
                  </a:lnTo>
                  <a:lnTo>
                    <a:pt x="1881709" y="157166"/>
                  </a:lnTo>
                  <a:lnTo>
                    <a:pt x="1891453" y="165452"/>
                  </a:lnTo>
                  <a:lnTo>
                    <a:pt x="1901212" y="183797"/>
                  </a:lnTo>
                  <a:lnTo>
                    <a:pt x="1910956" y="208711"/>
                  </a:lnTo>
                  <a:lnTo>
                    <a:pt x="1920714" y="174136"/>
                  </a:lnTo>
                  <a:lnTo>
                    <a:pt x="1930458" y="157810"/>
                  </a:lnTo>
                  <a:lnTo>
                    <a:pt x="1940202" y="164681"/>
                  </a:lnTo>
                  <a:lnTo>
                    <a:pt x="1949961" y="161956"/>
                  </a:lnTo>
                  <a:lnTo>
                    <a:pt x="1959705" y="168242"/>
                  </a:lnTo>
                  <a:lnTo>
                    <a:pt x="1969464" y="173423"/>
                  </a:lnTo>
                  <a:lnTo>
                    <a:pt x="1979208" y="183935"/>
                  </a:lnTo>
                  <a:lnTo>
                    <a:pt x="1988952" y="177635"/>
                  </a:lnTo>
                  <a:lnTo>
                    <a:pt x="1998711" y="189716"/>
                  </a:lnTo>
                  <a:lnTo>
                    <a:pt x="2008454" y="189429"/>
                  </a:lnTo>
                  <a:lnTo>
                    <a:pt x="2018213" y="193872"/>
                  </a:lnTo>
                  <a:lnTo>
                    <a:pt x="2027957" y="203045"/>
                  </a:lnTo>
                  <a:lnTo>
                    <a:pt x="2037701" y="183703"/>
                  </a:lnTo>
                  <a:lnTo>
                    <a:pt x="2047460" y="187849"/>
                  </a:lnTo>
                  <a:lnTo>
                    <a:pt x="2057204" y="167830"/>
                  </a:lnTo>
                  <a:lnTo>
                    <a:pt x="2066963" y="149322"/>
                  </a:lnTo>
                  <a:lnTo>
                    <a:pt x="2076707" y="123510"/>
                  </a:lnTo>
                  <a:lnTo>
                    <a:pt x="2086451" y="148620"/>
                  </a:lnTo>
                  <a:lnTo>
                    <a:pt x="2096210" y="139562"/>
                  </a:lnTo>
                  <a:lnTo>
                    <a:pt x="2105954" y="152400"/>
                  </a:lnTo>
                  <a:lnTo>
                    <a:pt x="2115697" y="123271"/>
                  </a:lnTo>
                  <a:lnTo>
                    <a:pt x="2125456" y="144618"/>
                  </a:lnTo>
                  <a:lnTo>
                    <a:pt x="2135200" y="156985"/>
                  </a:lnTo>
                  <a:lnTo>
                    <a:pt x="2144959" y="162812"/>
                  </a:lnTo>
                  <a:lnTo>
                    <a:pt x="2154703" y="161889"/>
                  </a:lnTo>
                  <a:lnTo>
                    <a:pt x="2164447" y="134666"/>
                  </a:lnTo>
                  <a:lnTo>
                    <a:pt x="2174206" y="141521"/>
                  </a:lnTo>
                  <a:lnTo>
                    <a:pt x="2183950" y="153825"/>
                  </a:lnTo>
                  <a:lnTo>
                    <a:pt x="2193709" y="173603"/>
                  </a:lnTo>
                  <a:lnTo>
                    <a:pt x="2203452" y="152260"/>
                  </a:lnTo>
                  <a:lnTo>
                    <a:pt x="2213196" y="132290"/>
                  </a:lnTo>
                  <a:lnTo>
                    <a:pt x="2222955" y="107036"/>
                  </a:lnTo>
                  <a:lnTo>
                    <a:pt x="2232699" y="125889"/>
                  </a:lnTo>
                  <a:lnTo>
                    <a:pt x="2242458" y="158260"/>
                  </a:lnTo>
                  <a:lnTo>
                    <a:pt x="2252202" y="171167"/>
                  </a:lnTo>
                  <a:lnTo>
                    <a:pt x="2261946" y="198104"/>
                  </a:lnTo>
                  <a:lnTo>
                    <a:pt x="2271705" y="248494"/>
                  </a:lnTo>
                  <a:lnTo>
                    <a:pt x="2281449" y="241329"/>
                  </a:lnTo>
                  <a:lnTo>
                    <a:pt x="2291208" y="260522"/>
                  </a:lnTo>
                  <a:lnTo>
                    <a:pt x="2300951" y="267040"/>
                  </a:lnTo>
                  <a:lnTo>
                    <a:pt x="2310695" y="274472"/>
                  </a:lnTo>
                  <a:lnTo>
                    <a:pt x="2320454" y="249610"/>
                  </a:lnTo>
                  <a:lnTo>
                    <a:pt x="2330198" y="240742"/>
                  </a:lnTo>
                  <a:lnTo>
                    <a:pt x="2339957" y="228232"/>
                  </a:lnTo>
                  <a:lnTo>
                    <a:pt x="2349701" y="234748"/>
                  </a:lnTo>
                  <a:lnTo>
                    <a:pt x="2359445" y="214590"/>
                  </a:lnTo>
                  <a:lnTo>
                    <a:pt x="2369204" y="202567"/>
                  </a:lnTo>
                  <a:lnTo>
                    <a:pt x="2378948" y="157755"/>
                  </a:lnTo>
                  <a:lnTo>
                    <a:pt x="2388692" y="177843"/>
                  </a:lnTo>
                  <a:lnTo>
                    <a:pt x="2398450" y="203380"/>
                  </a:lnTo>
                  <a:lnTo>
                    <a:pt x="2408194" y="173379"/>
                  </a:lnTo>
                  <a:lnTo>
                    <a:pt x="2417953" y="190151"/>
                  </a:lnTo>
                  <a:lnTo>
                    <a:pt x="2427697" y="235644"/>
                  </a:lnTo>
                  <a:lnTo>
                    <a:pt x="2437441" y="206483"/>
                  </a:lnTo>
                  <a:lnTo>
                    <a:pt x="2447200" y="149550"/>
                  </a:lnTo>
                  <a:lnTo>
                    <a:pt x="2456944" y="168245"/>
                  </a:lnTo>
                  <a:lnTo>
                    <a:pt x="2466703" y="175386"/>
                  </a:lnTo>
                  <a:lnTo>
                    <a:pt x="2476446" y="163306"/>
                  </a:lnTo>
                  <a:lnTo>
                    <a:pt x="2486190" y="173950"/>
                  </a:lnTo>
                  <a:lnTo>
                    <a:pt x="2495949" y="166045"/>
                  </a:lnTo>
                  <a:lnTo>
                    <a:pt x="2505693" y="183274"/>
                  </a:lnTo>
                  <a:lnTo>
                    <a:pt x="2515452" y="199506"/>
                  </a:lnTo>
                  <a:lnTo>
                    <a:pt x="2525196" y="210484"/>
                  </a:lnTo>
                  <a:lnTo>
                    <a:pt x="2534940" y="229201"/>
                  </a:lnTo>
                  <a:lnTo>
                    <a:pt x="2544699" y="237721"/>
                  </a:lnTo>
                  <a:lnTo>
                    <a:pt x="2554443" y="273446"/>
                  </a:lnTo>
                  <a:lnTo>
                    <a:pt x="2564202" y="273313"/>
                  </a:lnTo>
                  <a:lnTo>
                    <a:pt x="2573946" y="299048"/>
                  </a:lnTo>
                  <a:lnTo>
                    <a:pt x="2583690" y="309485"/>
                  </a:lnTo>
                  <a:lnTo>
                    <a:pt x="2593448" y="309558"/>
                  </a:lnTo>
                  <a:lnTo>
                    <a:pt x="2603192" y="307814"/>
                  </a:lnTo>
                  <a:lnTo>
                    <a:pt x="2612951" y="296560"/>
                  </a:lnTo>
                  <a:lnTo>
                    <a:pt x="2622695" y="309754"/>
                  </a:lnTo>
                  <a:lnTo>
                    <a:pt x="2632439" y="322824"/>
                  </a:lnTo>
                  <a:lnTo>
                    <a:pt x="2642198" y="309958"/>
                  </a:lnTo>
                  <a:lnTo>
                    <a:pt x="2651942" y="331154"/>
                  </a:lnTo>
                  <a:lnTo>
                    <a:pt x="2661685" y="310712"/>
                  </a:lnTo>
                  <a:lnTo>
                    <a:pt x="2671444" y="291332"/>
                  </a:lnTo>
                  <a:lnTo>
                    <a:pt x="2681188" y="297609"/>
                  </a:lnTo>
                  <a:lnTo>
                    <a:pt x="2690947" y="331261"/>
                  </a:lnTo>
                  <a:lnTo>
                    <a:pt x="2700691" y="299613"/>
                  </a:lnTo>
                  <a:lnTo>
                    <a:pt x="2710435" y="278371"/>
                  </a:lnTo>
                  <a:lnTo>
                    <a:pt x="2720194" y="259746"/>
                  </a:lnTo>
                  <a:lnTo>
                    <a:pt x="2729938" y="250254"/>
                  </a:lnTo>
                  <a:lnTo>
                    <a:pt x="2739697" y="237144"/>
                  </a:lnTo>
                  <a:lnTo>
                    <a:pt x="2749441" y="250365"/>
                  </a:lnTo>
                  <a:lnTo>
                    <a:pt x="2759185" y="260553"/>
                  </a:lnTo>
                  <a:lnTo>
                    <a:pt x="2768943" y="299689"/>
                  </a:lnTo>
                  <a:lnTo>
                    <a:pt x="2778687" y="326310"/>
                  </a:lnTo>
                  <a:lnTo>
                    <a:pt x="2788446" y="354630"/>
                  </a:lnTo>
                  <a:lnTo>
                    <a:pt x="2798190" y="374961"/>
                  </a:lnTo>
                  <a:lnTo>
                    <a:pt x="2807934" y="377341"/>
                  </a:lnTo>
                  <a:lnTo>
                    <a:pt x="2817693" y="376132"/>
                  </a:lnTo>
                  <a:lnTo>
                    <a:pt x="2827437" y="363233"/>
                  </a:lnTo>
                  <a:lnTo>
                    <a:pt x="2837196" y="364235"/>
                  </a:lnTo>
                  <a:lnTo>
                    <a:pt x="2846940" y="364624"/>
                  </a:lnTo>
                  <a:lnTo>
                    <a:pt x="2856684" y="382299"/>
                  </a:lnTo>
                  <a:lnTo>
                    <a:pt x="2866442" y="402027"/>
                  </a:lnTo>
                  <a:lnTo>
                    <a:pt x="2876186" y="363896"/>
                  </a:lnTo>
                  <a:lnTo>
                    <a:pt x="2885945" y="366192"/>
                  </a:lnTo>
                  <a:lnTo>
                    <a:pt x="2895689" y="352070"/>
                  </a:lnTo>
                  <a:lnTo>
                    <a:pt x="2905433" y="348855"/>
                  </a:lnTo>
                  <a:lnTo>
                    <a:pt x="2915192" y="33662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9" name="Freeform 1188">
              <a:extLst>
                <a:ext uri="{FF2B5EF4-FFF2-40B4-BE49-F238E27FC236}">
                  <a16:creationId xmlns:a16="http://schemas.microsoft.com/office/drawing/2014/main" id="{F86F3471-BC1A-E135-E5DA-A9135B6255D8}"/>
                </a:ext>
              </a:extLst>
            </p:cNvPr>
            <p:cNvSpPr/>
            <p:nvPr/>
          </p:nvSpPr>
          <p:spPr>
            <a:xfrm>
              <a:off x="4426652" y="3044940"/>
              <a:ext cx="2915191" cy="285288"/>
            </a:xfrm>
            <a:custGeom>
              <a:avLst/>
              <a:gdLst>
                <a:gd name="connsiteX0" fmla="*/ 0 w 2915191"/>
                <a:gd name="connsiteY0" fmla="*/ 229629 h 285288"/>
                <a:gd name="connsiteX1" fmla="*/ 9750 w 2915191"/>
                <a:gd name="connsiteY1" fmla="*/ 235948 h 285288"/>
                <a:gd name="connsiteX2" fmla="*/ 19500 w 2915191"/>
                <a:gd name="connsiteY2" fmla="*/ 234561 h 285288"/>
                <a:gd name="connsiteX3" fmla="*/ 29250 w 2915191"/>
                <a:gd name="connsiteY3" fmla="*/ 238010 h 285288"/>
                <a:gd name="connsiteX4" fmla="*/ 39000 w 2915191"/>
                <a:gd name="connsiteY4" fmla="*/ 245082 h 285288"/>
                <a:gd name="connsiteX5" fmla="*/ 48749 w 2915191"/>
                <a:gd name="connsiteY5" fmla="*/ 251230 h 285288"/>
                <a:gd name="connsiteX6" fmla="*/ 58499 w 2915191"/>
                <a:gd name="connsiteY6" fmla="*/ 234184 h 285288"/>
                <a:gd name="connsiteX7" fmla="*/ 68249 w 2915191"/>
                <a:gd name="connsiteY7" fmla="*/ 265232 h 285288"/>
                <a:gd name="connsiteX8" fmla="*/ 77998 w 2915191"/>
                <a:gd name="connsiteY8" fmla="*/ 237204 h 285288"/>
                <a:gd name="connsiteX9" fmla="*/ 87748 w 2915191"/>
                <a:gd name="connsiteY9" fmla="*/ 249092 h 285288"/>
                <a:gd name="connsiteX10" fmla="*/ 97497 w 2915191"/>
                <a:gd name="connsiteY10" fmla="*/ 216366 h 285288"/>
                <a:gd name="connsiteX11" fmla="*/ 107247 w 2915191"/>
                <a:gd name="connsiteY11" fmla="*/ 250291 h 285288"/>
                <a:gd name="connsiteX12" fmla="*/ 116997 w 2915191"/>
                <a:gd name="connsiteY12" fmla="*/ 262618 h 285288"/>
                <a:gd name="connsiteX13" fmla="*/ 126747 w 2915191"/>
                <a:gd name="connsiteY13" fmla="*/ 269953 h 285288"/>
                <a:gd name="connsiteX14" fmla="*/ 136497 w 2915191"/>
                <a:gd name="connsiteY14" fmla="*/ 247505 h 285288"/>
                <a:gd name="connsiteX15" fmla="*/ 146247 w 2915191"/>
                <a:gd name="connsiteY15" fmla="*/ 226259 h 285288"/>
                <a:gd name="connsiteX16" fmla="*/ 155997 w 2915191"/>
                <a:gd name="connsiteY16" fmla="*/ 220013 h 285288"/>
                <a:gd name="connsiteX17" fmla="*/ 165747 w 2915191"/>
                <a:gd name="connsiteY17" fmla="*/ 229510 h 285288"/>
                <a:gd name="connsiteX18" fmla="*/ 175497 w 2915191"/>
                <a:gd name="connsiteY18" fmla="*/ 246076 h 285288"/>
                <a:gd name="connsiteX19" fmla="*/ 185247 w 2915191"/>
                <a:gd name="connsiteY19" fmla="*/ 250421 h 285288"/>
                <a:gd name="connsiteX20" fmla="*/ 194996 w 2915191"/>
                <a:gd name="connsiteY20" fmla="*/ 242420 h 285288"/>
                <a:gd name="connsiteX21" fmla="*/ 204746 w 2915191"/>
                <a:gd name="connsiteY21" fmla="*/ 242609 h 285288"/>
                <a:gd name="connsiteX22" fmla="*/ 214495 w 2915191"/>
                <a:gd name="connsiteY22" fmla="*/ 200992 h 285288"/>
                <a:gd name="connsiteX23" fmla="*/ 224245 w 2915191"/>
                <a:gd name="connsiteY23" fmla="*/ 180358 h 285288"/>
                <a:gd name="connsiteX24" fmla="*/ 233995 w 2915191"/>
                <a:gd name="connsiteY24" fmla="*/ 149934 h 285288"/>
                <a:gd name="connsiteX25" fmla="*/ 243744 w 2915191"/>
                <a:gd name="connsiteY25" fmla="*/ 153069 h 285288"/>
                <a:gd name="connsiteX26" fmla="*/ 253494 w 2915191"/>
                <a:gd name="connsiteY26" fmla="*/ 163548 h 285288"/>
                <a:gd name="connsiteX27" fmla="*/ 263244 w 2915191"/>
                <a:gd name="connsiteY27" fmla="*/ 161642 h 285288"/>
                <a:gd name="connsiteX28" fmla="*/ 272994 w 2915191"/>
                <a:gd name="connsiteY28" fmla="*/ 174656 h 285288"/>
                <a:gd name="connsiteX29" fmla="*/ 282744 w 2915191"/>
                <a:gd name="connsiteY29" fmla="*/ 163814 h 285288"/>
                <a:gd name="connsiteX30" fmla="*/ 292494 w 2915191"/>
                <a:gd name="connsiteY30" fmla="*/ 149160 h 285288"/>
                <a:gd name="connsiteX31" fmla="*/ 302244 w 2915191"/>
                <a:gd name="connsiteY31" fmla="*/ 159796 h 285288"/>
                <a:gd name="connsiteX32" fmla="*/ 311994 w 2915191"/>
                <a:gd name="connsiteY32" fmla="*/ 157917 h 285288"/>
                <a:gd name="connsiteX33" fmla="*/ 321744 w 2915191"/>
                <a:gd name="connsiteY33" fmla="*/ 157968 h 285288"/>
                <a:gd name="connsiteX34" fmla="*/ 331493 w 2915191"/>
                <a:gd name="connsiteY34" fmla="*/ 150304 h 285288"/>
                <a:gd name="connsiteX35" fmla="*/ 341243 w 2915191"/>
                <a:gd name="connsiteY35" fmla="*/ 161319 h 285288"/>
                <a:gd name="connsiteX36" fmla="*/ 350993 w 2915191"/>
                <a:gd name="connsiteY36" fmla="*/ 156779 h 285288"/>
                <a:gd name="connsiteX37" fmla="*/ 360742 w 2915191"/>
                <a:gd name="connsiteY37" fmla="*/ 179105 h 285288"/>
                <a:gd name="connsiteX38" fmla="*/ 370492 w 2915191"/>
                <a:gd name="connsiteY38" fmla="*/ 157408 h 285288"/>
                <a:gd name="connsiteX39" fmla="*/ 380241 w 2915191"/>
                <a:gd name="connsiteY39" fmla="*/ 177162 h 285288"/>
                <a:gd name="connsiteX40" fmla="*/ 389991 w 2915191"/>
                <a:gd name="connsiteY40" fmla="*/ 182066 h 285288"/>
                <a:gd name="connsiteX41" fmla="*/ 399741 w 2915191"/>
                <a:gd name="connsiteY41" fmla="*/ 195327 h 285288"/>
                <a:gd name="connsiteX42" fmla="*/ 409491 w 2915191"/>
                <a:gd name="connsiteY42" fmla="*/ 225155 h 285288"/>
                <a:gd name="connsiteX43" fmla="*/ 419241 w 2915191"/>
                <a:gd name="connsiteY43" fmla="*/ 181143 h 285288"/>
                <a:gd name="connsiteX44" fmla="*/ 428991 w 2915191"/>
                <a:gd name="connsiteY44" fmla="*/ 176344 h 285288"/>
                <a:gd name="connsiteX45" fmla="*/ 438741 w 2915191"/>
                <a:gd name="connsiteY45" fmla="*/ 135268 h 285288"/>
                <a:gd name="connsiteX46" fmla="*/ 448491 w 2915191"/>
                <a:gd name="connsiteY46" fmla="*/ 135053 h 285288"/>
                <a:gd name="connsiteX47" fmla="*/ 458241 w 2915191"/>
                <a:gd name="connsiteY47" fmla="*/ 102538 h 285288"/>
                <a:gd name="connsiteX48" fmla="*/ 467991 w 2915191"/>
                <a:gd name="connsiteY48" fmla="*/ 140228 h 285288"/>
                <a:gd name="connsiteX49" fmla="*/ 477740 w 2915191"/>
                <a:gd name="connsiteY49" fmla="*/ 192656 h 285288"/>
                <a:gd name="connsiteX50" fmla="*/ 487490 w 2915191"/>
                <a:gd name="connsiteY50" fmla="*/ 177343 h 285288"/>
                <a:gd name="connsiteX51" fmla="*/ 497239 w 2915191"/>
                <a:gd name="connsiteY51" fmla="*/ 194591 h 285288"/>
                <a:gd name="connsiteX52" fmla="*/ 506989 w 2915191"/>
                <a:gd name="connsiteY52" fmla="*/ 195622 h 285288"/>
                <a:gd name="connsiteX53" fmla="*/ 516738 w 2915191"/>
                <a:gd name="connsiteY53" fmla="*/ 222576 h 285288"/>
                <a:gd name="connsiteX54" fmla="*/ 526488 w 2915191"/>
                <a:gd name="connsiteY54" fmla="*/ 227038 h 285288"/>
                <a:gd name="connsiteX55" fmla="*/ 536238 w 2915191"/>
                <a:gd name="connsiteY55" fmla="*/ 232026 h 285288"/>
                <a:gd name="connsiteX56" fmla="*/ 545988 w 2915191"/>
                <a:gd name="connsiteY56" fmla="*/ 227128 h 285288"/>
                <a:gd name="connsiteX57" fmla="*/ 555738 w 2915191"/>
                <a:gd name="connsiteY57" fmla="*/ 201054 h 285288"/>
                <a:gd name="connsiteX58" fmla="*/ 565488 w 2915191"/>
                <a:gd name="connsiteY58" fmla="*/ 205859 h 285288"/>
                <a:gd name="connsiteX59" fmla="*/ 575238 w 2915191"/>
                <a:gd name="connsiteY59" fmla="*/ 211795 h 285288"/>
                <a:gd name="connsiteX60" fmla="*/ 584988 w 2915191"/>
                <a:gd name="connsiteY60" fmla="*/ 201291 h 285288"/>
                <a:gd name="connsiteX61" fmla="*/ 594738 w 2915191"/>
                <a:gd name="connsiteY61" fmla="*/ 215053 h 285288"/>
                <a:gd name="connsiteX62" fmla="*/ 604488 w 2915191"/>
                <a:gd name="connsiteY62" fmla="*/ 210316 h 285288"/>
                <a:gd name="connsiteX63" fmla="*/ 614237 w 2915191"/>
                <a:gd name="connsiteY63" fmla="*/ 151825 h 285288"/>
                <a:gd name="connsiteX64" fmla="*/ 623987 w 2915191"/>
                <a:gd name="connsiteY64" fmla="*/ 132893 h 285288"/>
                <a:gd name="connsiteX65" fmla="*/ 633736 w 2915191"/>
                <a:gd name="connsiteY65" fmla="*/ 109864 h 285288"/>
                <a:gd name="connsiteX66" fmla="*/ 643486 w 2915191"/>
                <a:gd name="connsiteY66" fmla="*/ 129112 h 285288"/>
                <a:gd name="connsiteX67" fmla="*/ 653236 w 2915191"/>
                <a:gd name="connsiteY67" fmla="*/ 134797 h 285288"/>
                <a:gd name="connsiteX68" fmla="*/ 662985 w 2915191"/>
                <a:gd name="connsiteY68" fmla="*/ 135907 h 285288"/>
                <a:gd name="connsiteX69" fmla="*/ 672735 w 2915191"/>
                <a:gd name="connsiteY69" fmla="*/ 132595 h 285288"/>
                <a:gd name="connsiteX70" fmla="*/ 682485 w 2915191"/>
                <a:gd name="connsiteY70" fmla="*/ 150328 h 285288"/>
                <a:gd name="connsiteX71" fmla="*/ 692235 w 2915191"/>
                <a:gd name="connsiteY71" fmla="*/ 148920 h 285288"/>
                <a:gd name="connsiteX72" fmla="*/ 701985 w 2915191"/>
                <a:gd name="connsiteY72" fmla="*/ 137558 h 285288"/>
                <a:gd name="connsiteX73" fmla="*/ 711735 w 2915191"/>
                <a:gd name="connsiteY73" fmla="*/ 124646 h 285288"/>
                <a:gd name="connsiteX74" fmla="*/ 721485 w 2915191"/>
                <a:gd name="connsiteY74" fmla="*/ 146609 h 285288"/>
                <a:gd name="connsiteX75" fmla="*/ 731235 w 2915191"/>
                <a:gd name="connsiteY75" fmla="*/ 142768 h 285288"/>
                <a:gd name="connsiteX76" fmla="*/ 740985 w 2915191"/>
                <a:gd name="connsiteY76" fmla="*/ 170426 h 285288"/>
                <a:gd name="connsiteX77" fmla="*/ 750734 w 2915191"/>
                <a:gd name="connsiteY77" fmla="*/ 177045 h 285288"/>
                <a:gd name="connsiteX78" fmla="*/ 760484 w 2915191"/>
                <a:gd name="connsiteY78" fmla="*/ 158397 h 285288"/>
                <a:gd name="connsiteX79" fmla="*/ 770233 w 2915191"/>
                <a:gd name="connsiteY79" fmla="*/ 192513 h 285288"/>
                <a:gd name="connsiteX80" fmla="*/ 779983 w 2915191"/>
                <a:gd name="connsiteY80" fmla="*/ 175842 h 285288"/>
                <a:gd name="connsiteX81" fmla="*/ 789733 w 2915191"/>
                <a:gd name="connsiteY81" fmla="*/ 174381 h 285288"/>
                <a:gd name="connsiteX82" fmla="*/ 799482 w 2915191"/>
                <a:gd name="connsiteY82" fmla="*/ 186598 h 285288"/>
                <a:gd name="connsiteX83" fmla="*/ 809232 w 2915191"/>
                <a:gd name="connsiteY83" fmla="*/ 209082 h 285288"/>
                <a:gd name="connsiteX84" fmla="*/ 818982 w 2915191"/>
                <a:gd name="connsiteY84" fmla="*/ 189818 h 285288"/>
                <a:gd name="connsiteX85" fmla="*/ 828732 w 2915191"/>
                <a:gd name="connsiteY85" fmla="*/ 165116 h 285288"/>
                <a:gd name="connsiteX86" fmla="*/ 838482 w 2915191"/>
                <a:gd name="connsiteY86" fmla="*/ 169635 h 285288"/>
                <a:gd name="connsiteX87" fmla="*/ 848232 w 2915191"/>
                <a:gd name="connsiteY87" fmla="*/ 131957 h 285288"/>
                <a:gd name="connsiteX88" fmla="*/ 857982 w 2915191"/>
                <a:gd name="connsiteY88" fmla="*/ 106084 h 285288"/>
                <a:gd name="connsiteX89" fmla="*/ 867732 w 2915191"/>
                <a:gd name="connsiteY89" fmla="*/ 99379 h 285288"/>
                <a:gd name="connsiteX90" fmla="*/ 877482 w 2915191"/>
                <a:gd name="connsiteY90" fmla="*/ 117324 h 285288"/>
                <a:gd name="connsiteX91" fmla="*/ 887231 w 2915191"/>
                <a:gd name="connsiteY91" fmla="*/ 97494 h 285288"/>
                <a:gd name="connsiteX92" fmla="*/ 896981 w 2915191"/>
                <a:gd name="connsiteY92" fmla="*/ 127227 h 285288"/>
                <a:gd name="connsiteX93" fmla="*/ 906730 w 2915191"/>
                <a:gd name="connsiteY93" fmla="*/ 146733 h 285288"/>
                <a:gd name="connsiteX94" fmla="*/ 916480 w 2915191"/>
                <a:gd name="connsiteY94" fmla="*/ 118858 h 285288"/>
                <a:gd name="connsiteX95" fmla="*/ 926230 w 2915191"/>
                <a:gd name="connsiteY95" fmla="*/ 139490 h 285288"/>
                <a:gd name="connsiteX96" fmla="*/ 935979 w 2915191"/>
                <a:gd name="connsiteY96" fmla="*/ 150250 h 285288"/>
                <a:gd name="connsiteX97" fmla="*/ 945729 w 2915191"/>
                <a:gd name="connsiteY97" fmla="*/ 168578 h 285288"/>
                <a:gd name="connsiteX98" fmla="*/ 955479 w 2915191"/>
                <a:gd name="connsiteY98" fmla="*/ 151967 h 285288"/>
                <a:gd name="connsiteX99" fmla="*/ 965229 w 2915191"/>
                <a:gd name="connsiteY99" fmla="*/ 144955 h 285288"/>
                <a:gd name="connsiteX100" fmla="*/ 974979 w 2915191"/>
                <a:gd name="connsiteY100" fmla="*/ 154215 h 285288"/>
                <a:gd name="connsiteX101" fmla="*/ 984729 w 2915191"/>
                <a:gd name="connsiteY101" fmla="*/ 151937 h 285288"/>
                <a:gd name="connsiteX102" fmla="*/ 994474 w 2915191"/>
                <a:gd name="connsiteY102" fmla="*/ 184731 h 285288"/>
                <a:gd name="connsiteX103" fmla="*/ 1004233 w 2915191"/>
                <a:gd name="connsiteY103" fmla="*/ 236107 h 285288"/>
                <a:gd name="connsiteX104" fmla="*/ 1013977 w 2915191"/>
                <a:gd name="connsiteY104" fmla="*/ 260258 h 285288"/>
                <a:gd name="connsiteX105" fmla="*/ 1023721 w 2915191"/>
                <a:gd name="connsiteY105" fmla="*/ 236819 h 285288"/>
                <a:gd name="connsiteX106" fmla="*/ 1033480 w 2915191"/>
                <a:gd name="connsiteY106" fmla="*/ 258643 h 285288"/>
                <a:gd name="connsiteX107" fmla="*/ 1043224 w 2915191"/>
                <a:gd name="connsiteY107" fmla="*/ 254977 h 285288"/>
                <a:gd name="connsiteX108" fmla="*/ 1052983 w 2915191"/>
                <a:gd name="connsiteY108" fmla="*/ 256782 h 285288"/>
                <a:gd name="connsiteX109" fmla="*/ 1062727 w 2915191"/>
                <a:gd name="connsiteY109" fmla="*/ 250945 h 285288"/>
                <a:gd name="connsiteX110" fmla="*/ 1072471 w 2915191"/>
                <a:gd name="connsiteY110" fmla="*/ 246219 h 285288"/>
                <a:gd name="connsiteX111" fmla="*/ 1082230 w 2915191"/>
                <a:gd name="connsiteY111" fmla="*/ 223053 h 285288"/>
                <a:gd name="connsiteX112" fmla="*/ 1091973 w 2915191"/>
                <a:gd name="connsiteY112" fmla="*/ 220629 h 285288"/>
                <a:gd name="connsiteX113" fmla="*/ 1101732 w 2915191"/>
                <a:gd name="connsiteY113" fmla="*/ 247609 h 285288"/>
                <a:gd name="connsiteX114" fmla="*/ 1111476 w 2915191"/>
                <a:gd name="connsiteY114" fmla="*/ 246671 h 285288"/>
                <a:gd name="connsiteX115" fmla="*/ 1121220 w 2915191"/>
                <a:gd name="connsiteY115" fmla="*/ 242748 h 285288"/>
                <a:gd name="connsiteX116" fmla="*/ 1130979 w 2915191"/>
                <a:gd name="connsiteY116" fmla="*/ 256912 h 285288"/>
                <a:gd name="connsiteX117" fmla="*/ 1140723 w 2915191"/>
                <a:gd name="connsiteY117" fmla="*/ 253091 h 285288"/>
                <a:gd name="connsiteX118" fmla="*/ 1150482 w 2915191"/>
                <a:gd name="connsiteY118" fmla="*/ 224021 h 285288"/>
                <a:gd name="connsiteX119" fmla="*/ 1160226 w 2915191"/>
                <a:gd name="connsiteY119" fmla="*/ 186348 h 285288"/>
                <a:gd name="connsiteX120" fmla="*/ 1169969 w 2915191"/>
                <a:gd name="connsiteY120" fmla="*/ 183958 h 285288"/>
                <a:gd name="connsiteX121" fmla="*/ 1179728 w 2915191"/>
                <a:gd name="connsiteY121" fmla="*/ 208486 h 285288"/>
                <a:gd name="connsiteX122" fmla="*/ 1189472 w 2915191"/>
                <a:gd name="connsiteY122" fmla="*/ 194196 h 285288"/>
                <a:gd name="connsiteX123" fmla="*/ 1199231 w 2915191"/>
                <a:gd name="connsiteY123" fmla="*/ 153598 h 285288"/>
                <a:gd name="connsiteX124" fmla="*/ 1208975 w 2915191"/>
                <a:gd name="connsiteY124" fmla="*/ 161793 h 285288"/>
                <a:gd name="connsiteX125" fmla="*/ 1218719 w 2915191"/>
                <a:gd name="connsiteY125" fmla="*/ 184014 h 285288"/>
                <a:gd name="connsiteX126" fmla="*/ 1228478 w 2915191"/>
                <a:gd name="connsiteY126" fmla="*/ 231830 h 285288"/>
                <a:gd name="connsiteX127" fmla="*/ 1238222 w 2915191"/>
                <a:gd name="connsiteY127" fmla="*/ 227332 h 285288"/>
                <a:gd name="connsiteX128" fmla="*/ 1247966 w 2915191"/>
                <a:gd name="connsiteY128" fmla="*/ 201711 h 285288"/>
                <a:gd name="connsiteX129" fmla="*/ 1257725 w 2915191"/>
                <a:gd name="connsiteY129" fmla="*/ 199351 h 285288"/>
                <a:gd name="connsiteX130" fmla="*/ 1267469 w 2915191"/>
                <a:gd name="connsiteY130" fmla="*/ 231046 h 285288"/>
                <a:gd name="connsiteX131" fmla="*/ 1277227 w 2915191"/>
                <a:gd name="connsiteY131" fmla="*/ 243725 h 285288"/>
                <a:gd name="connsiteX132" fmla="*/ 1286971 w 2915191"/>
                <a:gd name="connsiteY132" fmla="*/ 253466 h 285288"/>
                <a:gd name="connsiteX133" fmla="*/ 1296715 w 2915191"/>
                <a:gd name="connsiteY133" fmla="*/ 223149 h 285288"/>
                <a:gd name="connsiteX134" fmla="*/ 1306474 w 2915191"/>
                <a:gd name="connsiteY134" fmla="*/ 219274 h 285288"/>
                <a:gd name="connsiteX135" fmla="*/ 1316218 w 2915191"/>
                <a:gd name="connsiteY135" fmla="*/ 216017 h 285288"/>
                <a:gd name="connsiteX136" fmla="*/ 1325977 w 2915191"/>
                <a:gd name="connsiteY136" fmla="*/ 195609 h 285288"/>
                <a:gd name="connsiteX137" fmla="*/ 1335721 w 2915191"/>
                <a:gd name="connsiteY137" fmla="*/ 183906 h 285288"/>
                <a:gd name="connsiteX138" fmla="*/ 1345465 w 2915191"/>
                <a:gd name="connsiteY138" fmla="*/ 185342 h 285288"/>
                <a:gd name="connsiteX139" fmla="*/ 1355224 w 2915191"/>
                <a:gd name="connsiteY139" fmla="*/ 194424 h 285288"/>
                <a:gd name="connsiteX140" fmla="*/ 1364967 w 2915191"/>
                <a:gd name="connsiteY140" fmla="*/ 191509 h 285288"/>
                <a:gd name="connsiteX141" fmla="*/ 1374726 w 2915191"/>
                <a:gd name="connsiteY141" fmla="*/ 160569 h 285288"/>
                <a:gd name="connsiteX142" fmla="*/ 1384470 w 2915191"/>
                <a:gd name="connsiteY142" fmla="*/ 178743 h 285288"/>
                <a:gd name="connsiteX143" fmla="*/ 1394214 w 2915191"/>
                <a:gd name="connsiteY143" fmla="*/ 176382 h 285288"/>
                <a:gd name="connsiteX144" fmla="*/ 1403973 w 2915191"/>
                <a:gd name="connsiteY144" fmla="*/ 187306 h 285288"/>
                <a:gd name="connsiteX145" fmla="*/ 1413717 w 2915191"/>
                <a:gd name="connsiteY145" fmla="*/ 207121 h 285288"/>
                <a:gd name="connsiteX146" fmla="*/ 1423476 w 2915191"/>
                <a:gd name="connsiteY146" fmla="*/ 201093 h 285288"/>
                <a:gd name="connsiteX147" fmla="*/ 1433220 w 2915191"/>
                <a:gd name="connsiteY147" fmla="*/ 193751 h 285288"/>
                <a:gd name="connsiteX148" fmla="*/ 1442964 w 2915191"/>
                <a:gd name="connsiteY148" fmla="*/ 201650 h 285288"/>
                <a:gd name="connsiteX149" fmla="*/ 1452722 w 2915191"/>
                <a:gd name="connsiteY149" fmla="*/ 197260 h 285288"/>
                <a:gd name="connsiteX150" fmla="*/ 1462466 w 2915191"/>
                <a:gd name="connsiteY150" fmla="*/ 240689 h 285288"/>
                <a:gd name="connsiteX151" fmla="*/ 1472225 w 2915191"/>
                <a:gd name="connsiteY151" fmla="*/ 253542 h 285288"/>
                <a:gd name="connsiteX152" fmla="*/ 1481969 w 2915191"/>
                <a:gd name="connsiteY152" fmla="*/ 267189 h 285288"/>
                <a:gd name="connsiteX153" fmla="*/ 1491713 w 2915191"/>
                <a:gd name="connsiteY153" fmla="*/ 285289 h 285288"/>
                <a:gd name="connsiteX154" fmla="*/ 1501472 w 2915191"/>
                <a:gd name="connsiteY154" fmla="*/ 274672 h 285288"/>
                <a:gd name="connsiteX155" fmla="*/ 1511216 w 2915191"/>
                <a:gd name="connsiteY155" fmla="*/ 270922 h 285288"/>
                <a:gd name="connsiteX156" fmla="*/ 1520960 w 2915191"/>
                <a:gd name="connsiteY156" fmla="*/ 237172 h 285288"/>
                <a:gd name="connsiteX157" fmla="*/ 1530719 w 2915191"/>
                <a:gd name="connsiteY157" fmla="*/ 230584 h 285288"/>
                <a:gd name="connsiteX158" fmla="*/ 1540463 w 2915191"/>
                <a:gd name="connsiteY158" fmla="*/ 204821 h 285288"/>
                <a:gd name="connsiteX159" fmla="*/ 1550221 w 2915191"/>
                <a:gd name="connsiteY159" fmla="*/ 196041 h 285288"/>
                <a:gd name="connsiteX160" fmla="*/ 1559965 w 2915191"/>
                <a:gd name="connsiteY160" fmla="*/ 208142 h 285288"/>
                <a:gd name="connsiteX161" fmla="*/ 1569709 w 2915191"/>
                <a:gd name="connsiteY161" fmla="*/ 204222 h 285288"/>
                <a:gd name="connsiteX162" fmla="*/ 1579468 w 2915191"/>
                <a:gd name="connsiteY162" fmla="*/ 200418 h 285288"/>
                <a:gd name="connsiteX163" fmla="*/ 1589212 w 2915191"/>
                <a:gd name="connsiteY163" fmla="*/ 199006 h 285288"/>
                <a:gd name="connsiteX164" fmla="*/ 1598971 w 2915191"/>
                <a:gd name="connsiteY164" fmla="*/ 205074 h 285288"/>
                <a:gd name="connsiteX165" fmla="*/ 1608715 w 2915191"/>
                <a:gd name="connsiteY165" fmla="*/ 193758 h 285288"/>
                <a:gd name="connsiteX166" fmla="*/ 1618459 w 2915191"/>
                <a:gd name="connsiteY166" fmla="*/ 194774 h 285288"/>
                <a:gd name="connsiteX167" fmla="*/ 1628218 w 2915191"/>
                <a:gd name="connsiteY167" fmla="*/ 206667 h 285288"/>
                <a:gd name="connsiteX168" fmla="*/ 1637962 w 2915191"/>
                <a:gd name="connsiteY168" fmla="*/ 183475 h 285288"/>
                <a:gd name="connsiteX169" fmla="*/ 1647720 w 2915191"/>
                <a:gd name="connsiteY169" fmla="*/ 151336 h 285288"/>
                <a:gd name="connsiteX170" fmla="*/ 1657464 w 2915191"/>
                <a:gd name="connsiteY170" fmla="*/ 116154 h 285288"/>
                <a:gd name="connsiteX171" fmla="*/ 1667208 w 2915191"/>
                <a:gd name="connsiteY171" fmla="*/ 114579 h 285288"/>
                <a:gd name="connsiteX172" fmla="*/ 1676967 w 2915191"/>
                <a:gd name="connsiteY172" fmla="*/ 92238 h 285288"/>
                <a:gd name="connsiteX173" fmla="*/ 1686711 w 2915191"/>
                <a:gd name="connsiteY173" fmla="*/ 129718 h 285288"/>
                <a:gd name="connsiteX174" fmla="*/ 1696470 w 2915191"/>
                <a:gd name="connsiteY174" fmla="*/ 115996 h 285288"/>
                <a:gd name="connsiteX175" fmla="*/ 1706214 w 2915191"/>
                <a:gd name="connsiteY175" fmla="*/ 129770 h 285288"/>
                <a:gd name="connsiteX176" fmla="*/ 1715958 w 2915191"/>
                <a:gd name="connsiteY176" fmla="*/ 162630 h 285288"/>
                <a:gd name="connsiteX177" fmla="*/ 1725716 w 2915191"/>
                <a:gd name="connsiteY177" fmla="*/ 160206 h 285288"/>
                <a:gd name="connsiteX178" fmla="*/ 1735460 w 2915191"/>
                <a:gd name="connsiteY178" fmla="*/ 202386 h 285288"/>
                <a:gd name="connsiteX179" fmla="*/ 1745219 w 2915191"/>
                <a:gd name="connsiteY179" fmla="*/ 209815 h 285288"/>
                <a:gd name="connsiteX180" fmla="*/ 1754963 w 2915191"/>
                <a:gd name="connsiteY180" fmla="*/ 214273 h 285288"/>
                <a:gd name="connsiteX181" fmla="*/ 1764707 w 2915191"/>
                <a:gd name="connsiteY181" fmla="*/ 218392 h 285288"/>
                <a:gd name="connsiteX182" fmla="*/ 1774466 w 2915191"/>
                <a:gd name="connsiteY182" fmla="*/ 213213 h 285288"/>
                <a:gd name="connsiteX183" fmla="*/ 1784210 w 2915191"/>
                <a:gd name="connsiteY183" fmla="*/ 169425 h 285288"/>
                <a:gd name="connsiteX184" fmla="*/ 1793969 w 2915191"/>
                <a:gd name="connsiteY184" fmla="*/ 181571 h 285288"/>
                <a:gd name="connsiteX185" fmla="*/ 1803713 w 2915191"/>
                <a:gd name="connsiteY185" fmla="*/ 173156 h 285288"/>
                <a:gd name="connsiteX186" fmla="*/ 1813457 w 2915191"/>
                <a:gd name="connsiteY186" fmla="*/ 158664 h 285288"/>
                <a:gd name="connsiteX187" fmla="*/ 1823215 w 2915191"/>
                <a:gd name="connsiteY187" fmla="*/ 153489 h 285288"/>
                <a:gd name="connsiteX188" fmla="*/ 1832959 w 2915191"/>
                <a:gd name="connsiteY188" fmla="*/ 123230 h 285288"/>
                <a:gd name="connsiteX189" fmla="*/ 1842703 w 2915191"/>
                <a:gd name="connsiteY189" fmla="*/ 159950 h 285288"/>
                <a:gd name="connsiteX190" fmla="*/ 1852462 w 2915191"/>
                <a:gd name="connsiteY190" fmla="*/ 152990 h 285288"/>
                <a:gd name="connsiteX191" fmla="*/ 1862206 w 2915191"/>
                <a:gd name="connsiteY191" fmla="*/ 137996 h 285288"/>
                <a:gd name="connsiteX192" fmla="*/ 1871965 w 2915191"/>
                <a:gd name="connsiteY192" fmla="*/ 120810 h 285288"/>
                <a:gd name="connsiteX193" fmla="*/ 1881709 w 2915191"/>
                <a:gd name="connsiteY193" fmla="*/ 115723 h 285288"/>
                <a:gd name="connsiteX194" fmla="*/ 1891453 w 2915191"/>
                <a:gd name="connsiteY194" fmla="*/ 89935 h 285288"/>
                <a:gd name="connsiteX195" fmla="*/ 1901212 w 2915191"/>
                <a:gd name="connsiteY195" fmla="*/ 83184 h 285288"/>
                <a:gd name="connsiteX196" fmla="*/ 1910956 w 2915191"/>
                <a:gd name="connsiteY196" fmla="*/ 95553 h 285288"/>
                <a:gd name="connsiteX197" fmla="*/ 1920714 w 2915191"/>
                <a:gd name="connsiteY197" fmla="*/ 89196 h 285288"/>
                <a:gd name="connsiteX198" fmla="*/ 1930458 w 2915191"/>
                <a:gd name="connsiteY198" fmla="*/ 138325 h 285288"/>
                <a:gd name="connsiteX199" fmla="*/ 1940202 w 2915191"/>
                <a:gd name="connsiteY199" fmla="*/ 113359 h 285288"/>
                <a:gd name="connsiteX200" fmla="*/ 1949961 w 2915191"/>
                <a:gd name="connsiteY200" fmla="*/ 133870 h 285288"/>
                <a:gd name="connsiteX201" fmla="*/ 1959705 w 2915191"/>
                <a:gd name="connsiteY201" fmla="*/ 123201 h 285288"/>
                <a:gd name="connsiteX202" fmla="*/ 1969464 w 2915191"/>
                <a:gd name="connsiteY202" fmla="*/ 133030 h 285288"/>
                <a:gd name="connsiteX203" fmla="*/ 1979208 w 2915191"/>
                <a:gd name="connsiteY203" fmla="*/ 108098 h 285288"/>
                <a:gd name="connsiteX204" fmla="*/ 1988952 w 2915191"/>
                <a:gd name="connsiteY204" fmla="*/ 141172 h 285288"/>
                <a:gd name="connsiteX205" fmla="*/ 1998711 w 2915191"/>
                <a:gd name="connsiteY205" fmla="*/ 146208 h 285288"/>
                <a:gd name="connsiteX206" fmla="*/ 2008454 w 2915191"/>
                <a:gd name="connsiteY206" fmla="*/ 144052 h 285288"/>
                <a:gd name="connsiteX207" fmla="*/ 2018213 w 2915191"/>
                <a:gd name="connsiteY207" fmla="*/ 150775 h 285288"/>
                <a:gd name="connsiteX208" fmla="*/ 2027957 w 2915191"/>
                <a:gd name="connsiteY208" fmla="*/ 147999 h 285288"/>
                <a:gd name="connsiteX209" fmla="*/ 2037701 w 2915191"/>
                <a:gd name="connsiteY209" fmla="*/ 137486 h 285288"/>
                <a:gd name="connsiteX210" fmla="*/ 2047460 w 2915191"/>
                <a:gd name="connsiteY210" fmla="*/ 154367 h 285288"/>
                <a:gd name="connsiteX211" fmla="*/ 2057204 w 2915191"/>
                <a:gd name="connsiteY211" fmla="*/ 154057 h 285288"/>
                <a:gd name="connsiteX212" fmla="*/ 2066963 w 2915191"/>
                <a:gd name="connsiteY212" fmla="*/ 160492 h 285288"/>
                <a:gd name="connsiteX213" fmla="*/ 2076707 w 2915191"/>
                <a:gd name="connsiteY213" fmla="*/ 177511 h 285288"/>
                <a:gd name="connsiteX214" fmla="*/ 2086451 w 2915191"/>
                <a:gd name="connsiteY214" fmla="*/ 193819 h 285288"/>
                <a:gd name="connsiteX215" fmla="*/ 2096210 w 2915191"/>
                <a:gd name="connsiteY215" fmla="*/ 151181 h 285288"/>
                <a:gd name="connsiteX216" fmla="*/ 2105954 w 2915191"/>
                <a:gd name="connsiteY216" fmla="*/ 141788 h 285288"/>
                <a:gd name="connsiteX217" fmla="*/ 2115697 w 2915191"/>
                <a:gd name="connsiteY217" fmla="*/ 132960 h 285288"/>
                <a:gd name="connsiteX218" fmla="*/ 2125456 w 2915191"/>
                <a:gd name="connsiteY218" fmla="*/ 112374 h 285288"/>
                <a:gd name="connsiteX219" fmla="*/ 2135200 w 2915191"/>
                <a:gd name="connsiteY219" fmla="*/ 110203 h 285288"/>
                <a:gd name="connsiteX220" fmla="*/ 2144959 w 2915191"/>
                <a:gd name="connsiteY220" fmla="*/ 113031 h 285288"/>
                <a:gd name="connsiteX221" fmla="*/ 2154703 w 2915191"/>
                <a:gd name="connsiteY221" fmla="*/ 96420 h 285288"/>
                <a:gd name="connsiteX222" fmla="*/ 2164447 w 2915191"/>
                <a:gd name="connsiteY222" fmla="*/ 102267 h 285288"/>
                <a:gd name="connsiteX223" fmla="*/ 2174206 w 2915191"/>
                <a:gd name="connsiteY223" fmla="*/ 57881 h 285288"/>
                <a:gd name="connsiteX224" fmla="*/ 2183950 w 2915191"/>
                <a:gd name="connsiteY224" fmla="*/ 60731 h 285288"/>
                <a:gd name="connsiteX225" fmla="*/ 2193709 w 2915191"/>
                <a:gd name="connsiteY225" fmla="*/ 47102 h 285288"/>
                <a:gd name="connsiteX226" fmla="*/ 2203452 w 2915191"/>
                <a:gd name="connsiteY226" fmla="*/ 69462 h 285288"/>
                <a:gd name="connsiteX227" fmla="*/ 2213196 w 2915191"/>
                <a:gd name="connsiteY227" fmla="*/ 60436 h 285288"/>
                <a:gd name="connsiteX228" fmla="*/ 2222955 w 2915191"/>
                <a:gd name="connsiteY228" fmla="*/ 18283 h 285288"/>
                <a:gd name="connsiteX229" fmla="*/ 2232699 w 2915191"/>
                <a:gd name="connsiteY229" fmla="*/ 22551 h 285288"/>
                <a:gd name="connsiteX230" fmla="*/ 2242458 w 2915191"/>
                <a:gd name="connsiteY230" fmla="*/ 25348 h 285288"/>
                <a:gd name="connsiteX231" fmla="*/ 2252202 w 2915191"/>
                <a:gd name="connsiteY231" fmla="*/ 42911 h 285288"/>
                <a:gd name="connsiteX232" fmla="*/ 2261946 w 2915191"/>
                <a:gd name="connsiteY232" fmla="*/ 26453 h 285288"/>
                <a:gd name="connsiteX233" fmla="*/ 2271705 w 2915191"/>
                <a:gd name="connsiteY233" fmla="*/ 19743 h 285288"/>
                <a:gd name="connsiteX234" fmla="*/ 2281449 w 2915191"/>
                <a:gd name="connsiteY234" fmla="*/ 68438 h 285288"/>
                <a:gd name="connsiteX235" fmla="*/ 2291208 w 2915191"/>
                <a:gd name="connsiteY235" fmla="*/ 101215 h 285288"/>
                <a:gd name="connsiteX236" fmla="*/ 2300951 w 2915191"/>
                <a:gd name="connsiteY236" fmla="*/ 79726 h 285288"/>
                <a:gd name="connsiteX237" fmla="*/ 2310695 w 2915191"/>
                <a:gd name="connsiteY237" fmla="*/ 31866 h 285288"/>
                <a:gd name="connsiteX238" fmla="*/ 2320454 w 2915191"/>
                <a:gd name="connsiteY238" fmla="*/ 58855 h 285288"/>
                <a:gd name="connsiteX239" fmla="*/ 2330198 w 2915191"/>
                <a:gd name="connsiteY239" fmla="*/ 46428 h 285288"/>
                <a:gd name="connsiteX240" fmla="*/ 2339957 w 2915191"/>
                <a:gd name="connsiteY240" fmla="*/ 64693 h 285288"/>
                <a:gd name="connsiteX241" fmla="*/ 2349701 w 2915191"/>
                <a:gd name="connsiteY241" fmla="*/ 70495 h 285288"/>
                <a:gd name="connsiteX242" fmla="*/ 2359445 w 2915191"/>
                <a:gd name="connsiteY242" fmla="*/ 93266 h 285288"/>
                <a:gd name="connsiteX243" fmla="*/ 2369204 w 2915191"/>
                <a:gd name="connsiteY243" fmla="*/ 39399 h 285288"/>
                <a:gd name="connsiteX244" fmla="*/ 2378948 w 2915191"/>
                <a:gd name="connsiteY244" fmla="*/ 41544 h 285288"/>
                <a:gd name="connsiteX245" fmla="*/ 2388692 w 2915191"/>
                <a:gd name="connsiteY245" fmla="*/ 39166 h 285288"/>
                <a:gd name="connsiteX246" fmla="*/ 2398450 w 2915191"/>
                <a:gd name="connsiteY246" fmla="*/ 47528 h 285288"/>
                <a:gd name="connsiteX247" fmla="*/ 2408194 w 2915191"/>
                <a:gd name="connsiteY247" fmla="*/ 60024 h 285288"/>
                <a:gd name="connsiteX248" fmla="*/ 2417953 w 2915191"/>
                <a:gd name="connsiteY248" fmla="*/ 76934 h 285288"/>
                <a:gd name="connsiteX249" fmla="*/ 2427697 w 2915191"/>
                <a:gd name="connsiteY249" fmla="*/ 94266 h 285288"/>
                <a:gd name="connsiteX250" fmla="*/ 2437441 w 2915191"/>
                <a:gd name="connsiteY250" fmla="*/ 66634 h 285288"/>
                <a:gd name="connsiteX251" fmla="*/ 2447200 w 2915191"/>
                <a:gd name="connsiteY251" fmla="*/ 76920 h 285288"/>
                <a:gd name="connsiteX252" fmla="*/ 2456944 w 2915191"/>
                <a:gd name="connsiteY252" fmla="*/ 81943 h 285288"/>
                <a:gd name="connsiteX253" fmla="*/ 2466703 w 2915191"/>
                <a:gd name="connsiteY253" fmla="*/ 68871 h 285288"/>
                <a:gd name="connsiteX254" fmla="*/ 2476446 w 2915191"/>
                <a:gd name="connsiteY254" fmla="*/ 56014 h 285288"/>
                <a:gd name="connsiteX255" fmla="*/ 2486190 w 2915191"/>
                <a:gd name="connsiteY255" fmla="*/ 48699 h 285288"/>
                <a:gd name="connsiteX256" fmla="*/ 2495949 w 2915191"/>
                <a:gd name="connsiteY256" fmla="*/ 33180 h 285288"/>
                <a:gd name="connsiteX257" fmla="*/ 2505693 w 2915191"/>
                <a:gd name="connsiteY257" fmla="*/ 24107 h 285288"/>
                <a:gd name="connsiteX258" fmla="*/ 2515452 w 2915191"/>
                <a:gd name="connsiteY258" fmla="*/ 0 h 285288"/>
                <a:gd name="connsiteX259" fmla="*/ 2525196 w 2915191"/>
                <a:gd name="connsiteY259" fmla="*/ 14945 h 285288"/>
                <a:gd name="connsiteX260" fmla="*/ 2534940 w 2915191"/>
                <a:gd name="connsiteY260" fmla="*/ 20431 h 285288"/>
                <a:gd name="connsiteX261" fmla="*/ 2544699 w 2915191"/>
                <a:gd name="connsiteY261" fmla="*/ 47266 h 285288"/>
                <a:gd name="connsiteX262" fmla="*/ 2554443 w 2915191"/>
                <a:gd name="connsiteY262" fmla="*/ 41641 h 285288"/>
                <a:gd name="connsiteX263" fmla="*/ 2564202 w 2915191"/>
                <a:gd name="connsiteY263" fmla="*/ 54298 h 285288"/>
                <a:gd name="connsiteX264" fmla="*/ 2573946 w 2915191"/>
                <a:gd name="connsiteY264" fmla="*/ 98281 h 285288"/>
                <a:gd name="connsiteX265" fmla="*/ 2583690 w 2915191"/>
                <a:gd name="connsiteY265" fmla="*/ 63435 h 285288"/>
                <a:gd name="connsiteX266" fmla="*/ 2593448 w 2915191"/>
                <a:gd name="connsiteY266" fmla="*/ 66487 h 285288"/>
                <a:gd name="connsiteX267" fmla="*/ 2603192 w 2915191"/>
                <a:gd name="connsiteY267" fmla="*/ 58371 h 285288"/>
                <a:gd name="connsiteX268" fmla="*/ 2612951 w 2915191"/>
                <a:gd name="connsiteY268" fmla="*/ 63151 h 285288"/>
                <a:gd name="connsiteX269" fmla="*/ 2622695 w 2915191"/>
                <a:gd name="connsiteY269" fmla="*/ 49453 h 285288"/>
                <a:gd name="connsiteX270" fmla="*/ 2632439 w 2915191"/>
                <a:gd name="connsiteY270" fmla="*/ 74555 h 285288"/>
                <a:gd name="connsiteX271" fmla="*/ 2642198 w 2915191"/>
                <a:gd name="connsiteY271" fmla="*/ 84127 h 285288"/>
                <a:gd name="connsiteX272" fmla="*/ 2651942 w 2915191"/>
                <a:gd name="connsiteY272" fmla="*/ 94062 h 285288"/>
                <a:gd name="connsiteX273" fmla="*/ 2661685 w 2915191"/>
                <a:gd name="connsiteY273" fmla="*/ 120954 h 285288"/>
                <a:gd name="connsiteX274" fmla="*/ 2671444 w 2915191"/>
                <a:gd name="connsiteY274" fmla="*/ 114533 h 285288"/>
                <a:gd name="connsiteX275" fmla="*/ 2681188 w 2915191"/>
                <a:gd name="connsiteY275" fmla="*/ 102091 h 285288"/>
                <a:gd name="connsiteX276" fmla="*/ 2690947 w 2915191"/>
                <a:gd name="connsiteY276" fmla="*/ 109050 h 285288"/>
                <a:gd name="connsiteX277" fmla="*/ 2700691 w 2915191"/>
                <a:gd name="connsiteY277" fmla="*/ 97792 h 285288"/>
                <a:gd name="connsiteX278" fmla="*/ 2710435 w 2915191"/>
                <a:gd name="connsiteY278" fmla="*/ 107298 h 285288"/>
                <a:gd name="connsiteX279" fmla="*/ 2720194 w 2915191"/>
                <a:gd name="connsiteY279" fmla="*/ 84888 h 285288"/>
                <a:gd name="connsiteX280" fmla="*/ 2729938 w 2915191"/>
                <a:gd name="connsiteY280" fmla="*/ 65639 h 285288"/>
                <a:gd name="connsiteX281" fmla="*/ 2739697 w 2915191"/>
                <a:gd name="connsiteY281" fmla="*/ 81170 h 285288"/>
                <a:gd name="connsiteX282" fmla="*/ 2749441 w 2915191"/>
                <a:gd name="connsiteY282" fmla="*/ 103265 h 285288"/>
                <a:gd name="connsiteX283" fmla="*/ 2759185 w 2915191"/>
                <a:gd name="connsiteY283" fmla="*/ 124581 h 285288"/>
                <a:gd name="connsiteX284" fmla="*/ 2768943 w 2915191"/>
                <a:gd name="connsiteY284" fmla="*/ 127039 h 285288"/>
                <a:gd name="connsiteX285" fmla="*/ 2778687 w 2915191"/>
                <a:gd name="connsiteY285" fmla="*/ 152415 h 285288"/>
                <a:gd name="connsiteX286" fmla="*/ 2788446 w 2915191"/>
                <a:gd name="connsiteY286" fmla="*/ 161043 h 285288"/>
                <a:gd name="connsiteX287" fmla="*/ 2798190 w 2915191"/>
                <a:gd name="connsiteY287" fmla="*/ 203110 h 285288"/>
                <a:gd name="connsiteX288" fmla="*/ 2807934 w 2915191"/>
                <a:gd name="connsiteY288" fmla="*/ 189236 h 285288"/>
                <a:gd name="connsiteX289" fmla="*/ 2817693 w 2915191"/>
                <a:gd name="connsiteY289" fmla="*/ 224446 h 285288"/>
                <a:gd name="connsiteX290" fmla="*/ 2827437 w 2915191"/>
                <a:gd name="connsiteY290" fmla="*/ 238509 h 285288"/>
                <a:gd name="connsiteX291" fmla="*/ 2837196 w 2915191"/>
                <a:gd name="connsiteY291" fmla="*/ 235471 h 285288"/>
                <a:gd name="connsiteX292" fmla="*/ 2846940 w 2915191"/>
                <a:gd name="connsiteY292" fmla="*/ 235702 h 285288"/>
                <a:gd name="connsiteX293" fmla="*/ 2856684 w 2915191"/>
                <a:gd name="connsiteY293" fmla="*/ 273411 h 285288"/>
                <a:gd name="connsiteX294" fmla="*/ 2866442 w 2915191"/>
                <a:gd name="connsiteY294" fmla="*/ 238005 h 285288"/>
                <a:gd name="connsiteX295" fmla="*/ 2876186 w 2915191"/>
                <a:gd name="connsiteY295" fmla="*/ 232096 h 285288"/>
                <a:gd name="connsiteX296" fmla="*/ 2885945 w 2915191"/>
                <a:gd name="connsiteY296" fmla="*/ 275020 h 285288"/>
                <a:gd name="connsiteX297" fmla="*/ 2895689 w 2915191"/>
                <a:gd name="connsiteY297" fmla="*/ 253026 h 285288"/>
                <a:gd name="connsiteX298" fmla="*/ 2905433 w 2915191"/>
                <a:gd name="connsiteY298" fmla="*/ 215652 h 285288"/>
                <a:gd name="connsiteX299" fmla="*/ 2915192 w 2915191"/>
                <a:gd name="connsiteY299" fmla="*/ 227934 h 285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285288">
                  <a:moveTo>
                    <a:pt x="0" y="229629"/>
                  </a:moveTo>
                  <a:lnTo>
                    <a:pt x="9750" y="235948"/>
                  </a:lnTo>
                  <a:lnTo>
                    <a:pt x="19500" y="234561"/>
                  </a:lnTo>
                  <a:lnTo>
                    <a:pt x="29250" y="238010"/>
                  </a:lnTo>
                  <a:lnTo>
                    <a:pt x="39000" y="245082"/>
                  </a:lnTo>
                  <a:lnTo>
                    <a:pt x="48749" y="251230"/>
                  </a:lnTo>
                  <a:lnTo>
                    <a:pt x="58499" y="234184"/>
                  </a:lnTo>
                  <a:lnTo>
                    <a:pt x="68249" y="265232"/>
                  </a:lnTo>
                  <a:lnTo>
                    <a:pt x="77998" y="237204"/>
                  </a:lnTo>
                  <a:lnTo>
                    <a:pt x="87748" y="249092"/>
                  </a:lnTo>
                  <a:lnTo>
                    <a:pt x="97497" y="216366"/>
                  </a:lnTo>
                  <a:lnTo>
                    <a:pt x="107247" y="250291"/>
                  </a:lnTo>
                  <a:lnTo>
                    <a:pt x="116997" y="262618"/>
                  </a:lnTo>
                  <a:lnTo>
                    <a:pt x="126747" y="269953"/>
                  </a:lnTo>
                  <a:lnTo>
                    <a:pt x="136497" y="247505"/>
                  </a:lnTo>
                  <a:lnTo>
                    <a:pt x="146247" y="226259"/>
                  </a:lnTo>
                  <a:lnTo>
                    <a:pt x="155997" y="220013"/>
                  </a:lnTo>
                  <a:lnTo>
                    <a:pt x="165747" y="229510"/>
                  </a:lnTo>
                  <a:lnTo>
                    <a:pt x="175497" y="246076"/>
                  </a:lnTo>
                  <a:lnTo>
                    <a:pt x="185247" y="250421"/>
                  </a:lnTo>
                  <a:lnTo>
                    <a:pt x="194996" y="242420"/>
                  </a:lnTo>
                  <a:lnTo>
                    <a:pt x="204746" y="242609"/>
                  </a:lnTo>
                  <a:lnTo>
                    <a:pt x="214495" y="200992"/>
                  </a:lnTo>
                  <a:lnTo>
                    <a:pt x="224245" y="180358"/>
                  </a:lnTo>
                  <a:lnTo>
                    <a:pt x="233995" y="149934"/>
                  </a:lnTo>
                  <a:lnTo>
                    <a:pt x="243744" y="153069"/>
                  </a:lnTo>
                  <a:lnTo>
                    <a:pt x="253494" y="163548"/>
                  </a:lnTo>
                  <a:lnTo>
                    <a:pt x="263244" y="161642"/>
                  </a:lnTo>
                  <a:lnTo>
                    <a:pt x="272994" y="174656"/>
                  </a:lnTo>
                  <a:lnTo>
                    <a:pt x="282744" y="163814"/>
                  </a:lnTo>
                  <a:lnTo>
                    <a:pt x="292494" y="149160"/>
                  </a:lnTo>
                  <a:lnTo>
                    <a:pt x="302244" y="159796"/>
                  </a:lnTo>
                  <a:lnTo>
                    <a:pt x="311994" y="157917"/>
                  </a:lnTo>
                  <a:lnTo>
                    <a:pt x="321744" y="157968"/>
                  </a:lnTo>
                  <a:lnTo>
                    <a:pt x="331493" y="150304"/>
                  </a:lnTo>
                  <a:lnTo>
                    <a:pt x="341243" y="161319"/>
                  </a:lnTo>
                  <a:lnTo>
                    <a:pt x="350993" y="156779"/>
                  </a:lnTo>
                  <a:lnTo>
                    <a:pt x="360742" y="179105"/>
                  </a:lnTo>
                  <a:lnTo>
                    <a:pt x="370492" y="157408"/>
                  </a:lnTo>
                  <a:lnTo>
                    <a:pt x="380241" y="177162"/>
                  </a:lnTo>
                  <a:lnTo>
                    <a:pt x="389991" y="182066"/>
                  </a:lnTo>
                  <a:lnTo>
                    <a:pt x="399741" y="195327"/>
                  </a:lnTo>
                  <a:lnTo>
                    <a:pt x="409491" y="225155"/>
                  </a:lnTo>
                  <a:lnTo>
                    <a:pt x="419241" y="181143"/>
                  </a:lnTo>
                  <a:lnTo>
                    <a:pt x="428991" y="176344"/>
                  </a:lnTo>
                  <a:lnTo>
                    <a:pt x="438741" y="135268"/>
                  </a:lnTo>
                  <a:lnTo>
                    <a:pt x="448491" y="135053"/>
                  </a:lnTo>
                  <a:lnTo>
                    <a:pt x="458241" y="102538"/>
                  </a:lnTo>
                  <a:lnTo>
                    <a:pt x="467991" y="140228"/>
                  </a:lnTo>
                  <a:lnTo>
                    <a:pt x="477740" y="192656"/>
                  </a:lnTo>
                  <a:lnTo>
                    <a:pt x="487490" y="177343"/>
                  </a:lnTo>
                  <a:lnTo>
                    <a:pt x="497239" y="194591"/>
                  </a:lnTo>
                  <a:lnTo>
                    <a:pt x="506989" y="195622"/>
                  </a:lnTo>
                  <a:lnTo>
                    <a:pt x="516738" y="222576"/>
                  </a:lnTo>
                  <a:lnTo>
                    <a:pt x="526488" y="227038"/>
                  </a:lnTo>
                  <a:lnTo>
                    <a:pt x="536238" y="232026"/>
                  </a:lnTo>
                  <a:lnTo>
                    <a:pt x="545988" y="227128"/>
                  </a:lnTo>
                  <a:lnTo>
                    <a:pt x="555738" y="201054"/>
                  </a:lnTo>
                  <a:lnTo>
                    <a:pt x="565488" y="205859"/>
                  </a:lnTo>
                  <a:lnTo>
                    <a:pt x="575238" y="211795"/>
                  </a:lnTo>
                  <a:lnTo>
                    <a:pt x="584988" y="201291"/>
                  </a:lnTo>
                  <a:lnTo>
                    <a:pt x="594738" y="215053"/>
                  </a:lnTo>
                  <a:lnTo>
                    <a:pt x="604488" y="210316"/>
                  </a:lnTo>
                  <a:lnTo>
                    <a:pt x="614237" y="151825"/>
                  </a:lnTo>
                  <a:lnTo>
                    <a:pt x="623987" y="132893"/>
                  </a:lnTo>
                  <a:lnTo>
                    <a:pt x="633736" y="109864"/>
                  </a:lnTo>
                  <a:lnTo>
                    <a:pt x="643486" y="129112"/>
                  </a:lnTo>
                  <a:lnTo>
                    <a:pt x="653236" y="134797"/>
                  </a:lnTo>
                  <a:lnTo>
                    <a:pt x="662985" y="135907"/>
                  </a:lnTo>
                  <a:lnTo>
                    <a:pt x="672735" y="132595"/>
                  </a:lnTo>
                  <a:lnTo>
                    <a:pt x="682485" y="150328"/>
                  </a:lnTo>
                  <a:lnTo>
                    <a:pt x="692235" y="148920"/>
                  </a:lnTo>
                  <a:lnTo>
                    <a:pt x="701985" y="137558"/>
                  </a:lnTo>
                  <a:lnTo>
                    <a:pt x="711735" y="124646"/>
                  </a:lnTo>
                  <a:lnTo>
                    <a:pt x="721485" y="146609"/>
                  </a:lnTo>
                  <a:lnTo>
                    <a:pt x="731235" y="142768"/>
                  </a:lnTo>
                  <a:lnTo>
                    <a:pt x="740985" y="170426"/>
                  </a:lnTo>
                  <a:lnTo>
                    <a:pt x="750734" y="177045"/>
                  </a:lnTo>
                  <a:lnTo>
                    <a:pt x="760484" y="158397"/>
                  </a:lnTo>
                  <a:lnTo>
                    <a:pt x="770233" y="192513"/>
                  </a:lnTo>
                  <a:lnTo>
                    <a:pt x="779983" y="175842"/>
                  </a:lnTo>
                  <a:lnTo>
                    <a:pt x="789733" y="174381"/>
                  </a:lnTo>
                  <a:lnTo>
                    <a:pt x="799482" y="186598"/>
                  </a:lnTo>
                  <a:lnTo>
                    <a:pt x="809232" y="209082"/>
                  </a:lnTo>
                  <a:lnTo>
                    <a:pt x="818982" y="189818"/>
                  </a:lnTo>
                  <a:lnTo>
                    <a:pt x="828732" y="165116"/>
                  </a:lnTo>
                  <a:lnTo>
                    <a:pt x="838482" y="169635"/>
                  </a:lnTo>
                  <a:lnTo>
                    <a:pt x="848232" y="131957"/>
                  </a:lnTo>
                  <a:lnTo>
                    <a:pt x="857982" y="106084"/>
                  </a:lnTo>
                  <a:lnTo>
                    <a:pt x="867732" y="99379"/>
                  </a:lnTo>
                  <a:lnTo>
                    <a:pt x="877482" y="117324"/>
                  </a:lnTo>
                  <a:lnTo>
                    <a:pt x="887231" y="97494"/>
                  </a:lnTo>
                  <a:lnTo>
                    <a:pt x="896981" y="127227"/>
                  </a:lnTo>
                  <a:lnTo>
                    <a:pt x="906730" y="146733"/>
                  </a:lnTo>
                  <a:lnTo>
                    <a:pt x="916480" y="118858"/>
                  </a:lnTo>
                  <a:lnTo>
                    <a:pt x="926230" y="139490"/>
                  </a:lnTo>
                  <a:lnTo>
                    <a:pt x="935979" y="150250"/>
                  </a:lnTo>
                  <a:lnTo>
                    <a:pt x="945729" y="168578"/>
                  </a:lnTo>
                  <a:lnTo>
                    <a:pt x="955479" y="151967"/>
                  </a:lnTo>
                  <a:lnTo>
                    <a:pt x="965229" y="144955"/>
                  </a:lnTo>
                  <a:lnTo>
                    <a:pt x="974979" y="154215"/>
                  </a:lnTo>
                  <a:lnTo>
                    <a:pt x="984729" y="151937"/>
                  </a:lnTo>
                  <a:lnTo>
                    <a:pt x="994474" y="184731"/>
                  </a:lnTo>
                  <a:lnTo>
                    <a:pt x="1004233" y="236107"/>
                  </a:lnTo>
                  <a:lnTo>
                    <a:pt x="1013977" y="260258"/>
                  </a:lnTo>
                  <a:lnTo>
                    <a:pt x="1023721" y="236819"/>
                  </a:lnTo>
                  <a:lnTo>
                    <a:pt x="1033480" y="258643"/>
                  </a:lnTo>
                  <a:lnTo>
                    <a:pt x="1043224" y="254977"/>
                  </a:lnTo>
                  <a:lnTo>
                    <a:pt x="1052983" y="256782"/>
                  </a:lnTo>
                  <a:lnTo>
                    <a:pt x="1062727" y="250945"/>
                  </a:lnTo>
                  <a:lnTo>
                    <a:pt x="1072471" y="246219"/>
                  </a:lnTo>
                  <a:lnTo>
                    <a:pt x="1082230" y="223053"/>
                  </a:lnTo>
                  <a:lnTo>
                    <a:pt x="1091973" y="220629"/>
                  </a:lnTo>
                  <a:lnTo>
                    <a:pt x="1101732" y="247609"/>
                  </a:lnTo>
                  <a:lnTo>
                    <a:pt x="1111476" y="246671"/>
                  </a:lnTo>
                  <a:lnTo>
                    <a:pt x="1121220" y="242748"/>
                  </a:lnTo>
                  <a:lnTo>
                    <a:pt x="1130979" y="256912"/>
                  </a:lnTo>
                  <a:lnTo>
                    <a:pt x="1140723" y="253091"/>
                  </a:lnTo>
                  <a:lnTo>
                    <a:pt x="1150482" y="224021"/>
                  </a:lnTo>
                  <a:lnTo>
                    <a:pt x="1160226" y="186348"/>
                  </a:lnTo>
                  <a:lnTo>
                    <a:pt x="1169969" y="183958"/>
                  </a:lnTo>
                  <a:lnTo>
                    <a:pt x="1179728" y="208486"/>
                  </a:lnTo>
                  <a:lnTo>
                    <a:pt x="1189472" y="194196"/>
                  </a:lnTo>
                  <a:lnTo>
                    <a:pt x="1199231" y="153598"/>
                  </a:lnTo>
                  <a:lnTo>
                    <a:pt x="1208975" y="161793"/>
                  </a:lnTo>
                  <a:lnTo>
                    <a:pt x="1218719" y="184014"/>
                  </a:lnTo>
                  <a:lnTo>
                    <a:pt x="1228478" y="231830"/>
                  </a:lnTo>
                  <a:lnTo>
                    <a:pt x="1238222" y="227332"/>
                  </a:lnTo>
                  <a:lnTo>
                    <a:pt x="1247966" y="201711"/>
                  </a:lnTo>
                  <a:lnTo>
                    <a:pt x="1257725" y="199351"/>
                  </a:lnTo>
                  <a:lnTo>
                    <a:pt x="1267469" y="231046"/>
                  </a:lnTo>
                  <a:lnTo>
                    <a:pt x="1277227" y="243725"/>
                  </a:lnTo>
                  <a:lnTo>
                    <a:pt x="1286971" y="253466"/>
                  </a:lnTo>
                  <a:lnTo>
                    <a:pt x="1296715" y="223149"/>
                  </a:lnTo>
                  <a:lnTo>
                    <a:pt x="1306474" y="219274"/>
                  </a:lnTo>
                  <a:lnTo>
                    <a:pt x="1316218" y="216017"/>
                  </a:lnTo>
                  <a:lnTo>
                    <a:pt x="1325977" y="195609"/>
                  </a:lnTo>
                  <a:lnTo>
                    <a:pt x="1335721" y="183906"/>
                  </a:lnTo>
                  <a:lnTo>
                    <a:pt x="1345465" y="185342"/>
                  </a:lnTo>
                  <a:lnTo>
                    <a:pt x="1355224" y="194424"/>
                  </a:lnTo>
                  <a:lnTo>
                    <a:pt x="1364967" y="191509"/>
                  </a:lnTo>
                  <a:lnTo>
                    <a:pt x="1374726" y="160569"/>
                  </a:lnTo>
                  <a:lnTo>
                    <a:pt x="1384470" y="178743"/>
                  </a:lnTo>
                  <a:lnTo>
                    <a:pt x="1394214" y="176382"/>
                  </a:lnTo>
                  <a:lnTo>
                    <a:pt x="1403973" y="187306"/>
                  </a:lnTo>
                  <a:lnTo>
                    <a:pt x="1413717" y="207121"/>
                  </a:lnTo>
                  <a:lnTo>
                    <a:pt x="1423476" y="201093"/>
                  </a:lnTo>
                  <a:lnTo>
                    <a:pt x="1433220" y="193751"/>
                  </a:lnTo>
                  <a:lnTo>
                    <a:pt x="1442964" y="201650"/>
                  </a:lnTo>
                  <a:lnTo>
                    <a:pt x="1452722" y="197260"/>
                  </a:lnTo>
                  <a:lnTo>
                    <a:pt x="1462466" y="240689"/>
                  </a:lnTo>
                  <a:lnTo>
                    <a:pt x="1472225" y="253542"/>
                  </a:lnTo>
                  <a:lnTo>
                    <a:pt x="1481969" y="267189"/>
                  </a:lnTo>
                  <a:lnTo>
                    <a:pt x="1491713" y="285289"/>
                  </a:lnTo>
                  <a:lnTo>
                    <a:pt x="1501472" y="274672"/>
                  </a:lnTo>
                  <a:lnTo>
                    <a:pt x="1511216" y="270922"/>
                  </a:lnTo>
                  <a:lnTo>
                    <a:pt x="1520960" y="237172"/>
                  </a:lnTo>
                  <a:lnTo>
                    <a:pt x="1530719" y="230584"/>
                  </a:lnTo>
                  <a:lnTo>
                    <a:pt x="1540463" y="204821"/>
                  </a:lnTo>
                  <a:lnTo>
                    <a:pt x="1550221" y="196041"/>
                  </a:lnTo>
                  <a:lnTo>
                    <a:pt x="1559965" y="208142"/>
                  </a:lnTo>
                  <a:lnTo>
                    <a:pt x="1569709" y="204222"/>
                  </a:lnTo>
                  <a:lnTo>
                    <a:pt x="1579468" y="200418"/>
                  </a:lnTo>
                  <a:lnTo>
                    <a:pt x="1589212" y="199006"/>
                  </a:lnTo>
                  <a:lnTo>
                    <a:pt x="1598971" y="205074"/>
                  </a:lnTo>
                  <a:lnTo>
                    <a:pt x="1608715" y="193758"/>
                  </a:lnTo>
                  <a:lnTo>
                    <a:pt x="1618459" y="194774"/>
                  </a:lnTo>
                  <a:lnTo>
                    <a:pt x="1628218" y="206667"/>
                  </a:lnTo>
                  <a:lnTo>
                    <a:pt x="1637962" y="183475"/>
                  </a:lnTo>
                  <a:lnTo>
                    <a:pt x="1647720" y="151336"/>
                  </a:lnTo>
                  <a:lnTo>
                    <a:pt x="1657464" y="116154"/>
                  </a:lnTo>
                  <a:lnTo>
                    <a:pt x="1667208" y="114579"/>
                  </a:lnTo>
                  <a:lnTo>
                    <a:pt x="1676967" y="92238"/>
                  </a:lnTo>
                  <a:lnTo>
                    <a:pt x="1686711" y="129718"/>
                  </a:lnTo>
                  <a:lnTo>
                    <a:pt x="1696470" y="115996"/>
                  </a:lnTo>
                  <a:lnTo>
                    <a:pt x="1706214" y="129770"/>
                  </a:lnTo>
                  <a:lnTo>
                    <a:pt x="1715958" y="162630"/>
                  </a:lnTo>
                  <a:lnTo>
                    <a:pt x="1725716" y="160206"/>
                  </a:lnTo>
                  <a:lnTo>
                    <a:pt x="1735460" y="202386"/>
                  </a:lnTo>
                  <a:lnTo>
                    <a:pt x="1745219" y="209815"/>
                  </a:lnTo>
                  <a:lnTo>
                    <a:pt x="1754963" y="214273"/>
                  </a:lnTo>
                  <a:lnTo>
                    <a:pt x="1764707" y="218392"/>
                  </a:lnTo>
                  <a:lnTo>
                    <a:pt x="1774466" y="213213"/>
                  </a:lnTo>
                  <a:lnTo>
                    <a:pt x="1784210" y="169425"/>
                  </a:lnTo>
                  <a:lnTo>
                    <a:pt x="1793969" y="181571"/>
                  </a:lnTo>
                  <a:lnTo>
                    <a:pt x="1803713" y="173156"/>
                  </a:lnTo>
                  <a:lnTo>
                    <a:pt x="1813457" y="158664"/>
                  </a:lnTo>
                  <a:lnTo>
                    <a:pt x="1823215" y="153489"/>
                  </a:lnTo>
                  <a:lnTo>
                    <a:pt x="1832959" y="123230"/>
                  </a:lnTo>
                  <a:lnTo>
                    <a:pt x="1842703" y="159950"/>
                  </a:lnTo>
                  <a:lnTo>
                    <a:pt x="1852462" y="152990"/>
                  </a:lnTo>
                  <a:lnTo>
                    <a:pt x="1862206" y="137996"/>
                  </a:lnTo>
                  <a:lnTo>
                    <a:pt x="1871965" y="120810"/>
                  </a:lnTo>
                  <a:lnTo>
                    <a:pt x="1881709" y="115723"/>
                  </a:lnTo>
                  <a:lnTo>
                    <a:pt x="1891453" y="89935"/>
                  </a:lnTo>
                  <a:lnTo>
                    <a:pt x="1901212" y="83184"/>
                  </a:lnTo>
                  <a:lnTo>
                    <a:pt x="1910956" y="95553"/>
                  </a:lnTo>
                  <a:lnTo>
                    <a:pt x="1920714" y="89196"/>
                  </a:lnTo>
                  <a:lnTo>
                    <a:pt x="1930458" y="138325"/>
                  </a:lnTo>
                  <a:lnTo>
                    <a:pt x="1940202" y="113359"/>
                  </a:lnTo>
                  <a:lnTo>
                    <a:pt x="1949961" y="133870"/>
                  </a:lnTo>
                  <a:lnTo>
                    <a:pt x="1959705" y="123201"/>
                  </a:lnTo>
                  <a:lnTo>
                    <a:pt x="1969464" y="133030"/>
                  </a:lnTo>
                  <a:lnTo>
                    <a:pt x="1979208" y="108098"/>
                  </a:lnTo>
                  <a:lnTo>
                    <a:pt x="1988952" y="141172"/>
                  </a:lnTo>
                  <a:lnTo>
                    <a:pt x="1998711" y="146208"/>
                  </a:lnTo>
                  <a:lnTo>
                    <a:pt x="2008454" y="144052"/>
                  </a:lnTo>
                  <a:lnTo>
                    <a:pt x="2018213" y="150775"/>
                  </a:lnTo>
                  <a:lnTo>
                    <a:pt x="2027957" y="147999"/>
                  </a:lnTo>
                  <a:lnTo>
                    <a:pt x="2037701" y="137486"/>
                  </a:lnTo>
                  <a:lnTo>
                    <a:pt x="2047460" y="154367"/>
                  </a:lnTo>
                  <a:lnTo>
                    <a:pt x="2057204" y="154057"/>
                  </a:lnTo>
                  <a:lnTo>
                    <a:pt x="2066963" y="160492"/>
                  </a:lnTo>
                  <a:lnTo>
                    <a:pt x="2076707" y="177511"/>
                  </a:lnTo>
                  <a:lnTo>
                    <a:pt x="2086451" y="193819"/>
                  </a:lnTo>
                  <a:lnTo>
                    <a:pt x="2096210" y="151181"/>
                  </a:lnTo>
                  <a:lnTo>
                    <a:pt x="2105954" y="141788"/>
                  </a:lnTo>
                  <a:lnTo>
                    <a:pt x="2115697" y="132960"/>
                  </a:lnTo>
                  <a:lnTo>
                    <a:pt x="2125456" y="112374"/>
                  </a:lnTo>
                  <a:lnTo>
                    <a:pt x="2135200" y="110203"/>
                  </a:lnTo>
                  <a:lnTo>
                    <a:pt x="2144959" y="113031"/>
                  </a:lnTo>
                  <a:lnTo>
                    <a:pt x="2154703" y="96420"/>
                  </a:lnTo>
                  <a:lnTo>
                    <a:pt x="2164447" y="102267"/>
                  </a:lnTo>
                  <a:lnTo>
                    <a:pt x="2174206" y="57881"/>
                  </a:lnTo>
                  <a:lnTo>
                    <a:pt x="2183950" y="60731"/>
                  </a:lnTo>
                  <a:lnTo>
                    <a:pt x="2193709" y="47102"/>
                  </a:lnTo>
                  <a:lnTo>
                    <a:pt x="2203452" y="69462"/>
                  </a:lnTo>
                  <a:lnTo>
                    <a:pt x="2213196" y="60436"/>
                  </a:lnTo>
                  <a:lnTo>
                    <a:pt x="2222955" y="18283"/>
                  </a:lnTo>
                  <a:lnTo>
                    <a:pt x="2232699" y="22551"/>
                  </a:lnTo>
                  <a:lnTo>
                    <a:pt x="2242458" y="25348"/>
                  </a:lnTo>
                  <a:lnTo>
                    <a:pt x="2252202" y="42911"/>
                  </a:lnTo>
                  <a:lnTo>
                    <a:pt x="2261946" y="26453"/>
                  </a:lnTo>
                  <a:lnTo>
                    <a:pt x="2271705" y="19743"/>
                  </a:lnTo>
                  <a:lnTo>
                    <a:pt x="2281449" y="68438"/>
                  </a:lnTo>
                  <a:lnTo>
                    <a:pt x="2291208" y="101215"/>
                  </a:lnTo>
                  <a:lnTo>
                    <a:pt x="2300951" y="79726"/>
                  </a:lnTo>
                  <a:lnTo>
                    <a:pt x="2310695" y="31866"/>
                  </a:lnTo>
                  <a:lnTo>
                    <a:pt x="2320454" y="58855"/>
                  </a:lnTo>
                  <a:lnTo>
                    <a:pt x="2330198" y="46428"/>
                  </a:lnTo>
                  <a:lnTo>
                    <a:pt x="2339957" y="64693"/>
                  </a:lnTo>
                  <a:lnTo>
                    <a:pt x="2349701" y="70495"/>
                  </a:lnTo>
                  <a:lnTo>
                    <a:pt x="2359445" y="93266"/>
                  </a:lnTo>
                  <a:lnTo>
                    <a:pt x="2369204" y="39399"/>
                  </a:lnTo>
                  <a:lnTo>
                    <a:pt x="2378948" y="41544"/>
                  </a:lnTo>
                  <a:lnTo>
                    <a:pt x="2388692" y="39166"/>
                  </a:lnTo>
                  <a:lnTo>
                    <a:pt x="2398450" y="47528"/>
                  </a:lnTo>
                  <a:lnTo>
                    <a:pt x="2408194" y="60024"/>
                  </a:lnTo>
                  <a:lnTo>
                    <a:pt x="2417953" y="76934"/>
                  </a:lnTo>
                  <a:lnTo>
                    <a:pt x="2427697" y="94266"/>
                  </a:lnTo>
                  <a:lnTo>
                    <a:pt x="2437441" y="66634"/>
                  </a:lnTo>
                  <a:lnTo>
                    <a:pt x="2447200" y="76920"/>
                  </a:lnTo>
                  <a:lnTo>
                    <a:pt x="2456944" y="81943"/>
                  </a:lnTo>
                  <a:lnTo>
                    <a:pt x="2466703" y="68871"/>
                  </a:lnTo>
                  <a:lnTo>
                    <a:pt x="2476446" y="56014"/>
                  </a:lnTo>
                  <a:lnTo>
                    <a:pt x="2486190" y="48699"/>
                  </a:lnTo>
                  <a:lnTo>
                    <a:pt x="2495949" y="33180"/>
                  </a:lnTo>
                  <a:lnTo>
                    <a:pt x="2505693" y="24107"/>
                  </a:lnTo>
                  <a:lnTo>
                    <a:pt x="2515452" y="0"/>
                  </a:lnTo>
                  <a:lnTo>
                    <a:pt x="2525196" y="14945"/>
                  </a:lnTo>
                  <a:lnTo>
                    <a:pt x="2534940" y="20431"/>
                  </a:lnTo>
                  <a:lnTo>
                    <a:pt x="2544699" y="47266"/>
                  </a:lnTo>
                  <a:lnTo>
                    <a:pt x="2554443" y="41641"/>
                  </a:lnTo>
                  <a:lnTo>
                    <a:pt x="2564202" y="54298"/>
                  </a:lnTo>
                  <a:lnTo>
                    <a:pt x="2573946" y="98281"/>
                  </a:lnTo>
                  <a:lnTo>
                    <a:pt x="2583690" y="63435"/>
                  </a:lnTo>
                  <a:lnTo>
                    <a:pt x="2593448" y="66487"/>
                  </a:lnTo>
                  <a:lnTo>
                    <a:pt x="2603192" y="58371"/>
                  </a:lnTo>
                  <a:lnTo>
                    <a:pt x="2612951" y="63151"/>
                  </a:lnTo>
                  <a:lnTo>
                    <a:pt x="2622695" y="49453"/>
                  </a:lnTo>
                  <a:lnTo>
                    <a:pt x="2632439" y="74555"/>
                  </a:lnTo>
                  <a:lnTo>
                    <a:pt x="2642198" y="84127"/>
                  </a:lnTo>
                  <a:lnTo>
                    <a:pt x="2651942" y="94062"/>
                  </a:lnTo>
                  <a:lnTo>
                    <a:pt x="2661685" y="120954"/>
                  </a:lnTo>
                  <a:lnTo>
                    <a:pt x="2671444" y="114533"/>
                  </a:lnTo>
                  <a:lnTo>
                    <a:pt x="2681188" y="102091"/>
                  </a:lnTo>
                  <a:lnTo>
                    <a:pt x="2690947" y="109050"/>
                  </a:lnTo>
                  <a:lnTo>
                    <a:pt x="2700691" y="97792"/>
                  </a:lnTo>
                  <a:lnTo>
                    <a:pt x="2710435" y="107298"/>
                  </a:lnTo>
                  <a:lnTo>
                    <a:pt x="2720194" y="84888"/>
                  </a:lnTo>
                  <a:lnTo>
                    <a:pt x="2729938" y="65639"/>
                  </a:lnTo>
                  <a:lnTo>
                    <a:pt x="2739697" y="81170"/>
                  </a:lnTo>
                  <a:lnTo>
                    <a:pt x="2749441" y="103265"/>
                  </a:lnTo>
                  <a:lnTo>
                    <a:pt x="2759185" y="124581"/>
                  </a:lnTo>
                  <a:lnTo>
                    <a:pt x="2768943" y="127039"/>
                  </a:lnTo>
                  <a:lnTo>
                    <a:pt x="2778687" y="152415"/>
                  </a:lnTo>
                  <a:lnTo>
                    <a:pt x="2788446" y="161043"/>
                  </a:lnTo>
                  <a:lnTo>
                    <a:pt x="2798190" y="203110"/>
                  </a:lnTo>
                  <a:lnTo>
                    <a:pt x="2807934" y="189236"/>
                  </a:lnTo>
                  <a:lnTo>
                    <a:pt x="2817693" y="224446"/>
                  </a:lnTo>
                  <a:lnTo>
                    <a:pt x="2827437" y="238509"/>
                  </a:lnTo>
                  <a:lnTo>
                    <a:pt x="2837196" y="235471"/>
                  </a:lnTo>
                  <a:lnTo>
                    <a:pt x="2846940" y="235702"/>
                  </a:lnTo>
                  <a:lnTo>
                    <a:pt x="2856684" y="273411"/>
                  </a:lnTo>
                  <a:lnTo>
                    <a:pt x="2866442" y="238005"/>
                  </a:lnTo>
                  <a:lnTo>
                    <a:pt x="2876186" y="232096"/>
                  </a:lnTo>
                  <a:lnTo>
                    <a:pt x="2885945" y="275020"/>
                  </a:lnTo>
                  <a:lnTo>
                    <a:pt x="2895689" y="253026"/>
                  </a:lnTo>
                  <a:lnTo>
                    <a:pt x="2905433" y="215652"/>
                  </a:lnTo>
                  <a:lnTo>
                    <a:pt x="2915192" y="22793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0" name="Freeform 1189">
              <a:extLst>
                <a:ext uri="{FF2B5EF4-FFF2-40B4-BE49-F238E27FC236}">
                  <a16:creationId xmlns:a16="http://schemas.microsoft.com/office/drawing/2014/main" id="{0CB77800-F6C0-6F32-43D8-9467B7D68668}"/>
                </a:ext>
              </a:extLst>
            </p:cNvPr>
            <p:cNvSpPr/>
            <p:nvPr/>
          </p:nvSpPr>
          <p:spPr>
            <a:xfrm>
              <a:off x="4426652" y="3007482"/>
              <a:ext cx="2915191" cy="625086"/>
            </a:xfrm>
            <a:custGeom>
              <a:avLst/>
              <a:gdLst>
                <a:gd name="connsiteX0" fmla="*/ 0 w 2915191"/>
                <a:gd name="connsiteY0" fmla="*/ 594945 h 625086"/>
                <a:gd name="connsiteX1" fmla="*/ 9750 w 2915191"/>
                <a:gd name="connsiteY1" fmla="*/ 584116 h 625086"/>
                <a:gd name="connsiteX2" fmla="*/ 19500 w 2915191"/>
                <a:gd name="connsiteY2" fmla="*/ 572998 h 625086"/>
                <a:gd name="connsiteX3" fmla="*/ 29250 w 2915191"/>
                <a:gd name="connsiteY3" fmla="*/ 593739 h 625086"/>
                <a:gd name="connsiteX4" fmla="*/ 39000 w 2915191"/>
                <a:gd name="connsiteY4" fmla="*/ 557460 h 625086"/>
                <a:gd name="connsiteX5" fmla="*/ 48749 w 2915191"/>
                <a:gd name="connsiteY5" fmla="*/ 578314 h 625086"/>
                <a:gd name="connsiteX6" fmla="*/ 58499 w 2915191"/>
                <a:gd name="connsiteY6" fmla="*/ 562367 h 625086"/>
                <a:gd name="connsiteX7" fmla="*/ 68249 w 2915191"/>
                <a:gd name="connsiteY7" fmla="*/ 559327 h 625086"/>
                <a:gd name="connsiteX8" fmla="*/ 77998 w 2915191"/>
                <a:gd name="connsiteY8" fmla="*/ 574088 h 625086"/>
                <a:gd name="connsiteX9" fmla="*/ 87748 w 2915191"/>
                <a:gd name="connsiteY9" fmla="*/ 591829 h 625086"/>
                <a:gd name="connsiteX10" fmla="*/ 97497 w 2915191"/>
                <a:gd name="connsiteY10" fmla="*/ 625087 h 625086"/>
                <a:gd name="connsiteX11" fmla="*/ 107247 w 2915191"/>
                <a:gd name="connsiteY11" fmla="*/ 599481 h 625086"/>
                <a:gd name="connsiteX12" fmla="*/ 116997 w 2915191"/>
                <a:gd name="connsiteY12" fmla="*/ 579587 h 625086"/>
                <a:gd name="connsiteX13" fmla="*/ 126747 w 2915191"/>
                <a:gd name="connsiteY13" fmla="*/ 541319 h 625086"/>
                <a:gd name="connsiteX14" fmla="*/ 136497 w 2915191"/>
                <a:gd name="connsiteY14" fmla="*/ 511013 h 625086"/>
                <a:gd name="connsiteX15" fmla="*/ 146247 w 2915191"/>
                <a:gd name="connsiteY15" fmla="*/ 475686 h 625086"/>
                <a:gd name="connsiteX16" fmla="*/ 155997 w 2915191"/>
                <a:gd name="connsiteY16" fmla="*/ 463631 h 625086"/>
                <a:gd name="connsiteX17" fmla="*/ 165747 w 2915191"/>
                <a:gd name="connsiteY17" fmla="*/ 442443 h 625086"/>
                <a:gd name="connsiteX18" fmla="*/ 175497 w 2915191"/>
                <a:gd name="connsiteY18" fmla="*/ 456176 h 625086"/>
                <a:gd name="connsiteX19" fmla="*/ 185247 w 2915191"/>
                <a:gd name="connsiteY19" fmla="*/ 426723 h 625086"/>
                <a:gd name="connsiteX20" fmla="*/ 194996 w 2915191"/>
                <a:gd name="connsiteY20" fmla="*/ 428538 h 625086"/>
                <a:gd name="connsiteX21" fmla="*/ 204746 w 2915191"/>
                <a:gd name="connsiteY21" fmla="*/ 423827 h 625086"/>
                <a:gd name="connsiteX22" fmla="*/ 214495 w 2915191"/>
                <a:gd name="connsiteY22" fmla="*/ 411853 h 625086"/>
                <a:gd name="connsiteX23" fmla="*/ 224245 w 2915191"/>
                <a:gd name="connsiteY23" fmla="*/ 429432 h 625086"/>
                <a:gd name="connsiteX24" fmla="*/ 233995 w 2915191"/>
                <a:gd name="connsiteY24" fmla="*/ 408088 h 625086"/>
                <a:gd name="connsiteX25" fmla="*/ 243744 w 2915191"/>
                <a:gd name="connsiteY25" fmla="*/ 402392 h 625086"/>
                <a:gd name="connsiteX26" fmla="*/ 253494 w 2915191"/>
                <a:gd name="connsiteY26" fmla="*/ 416227 h 625086"/>
                <a:gd name="connsiteX27" fmla="*/ 263244 w 2915191"/>
                <a:gd name="connsiteY27" fmla="*/ 415807 h 625086"/>
                <a:gd name="connsiteX28" fmla="*/ 272994 w 2915191"/>
                <a:gd name="connsiteY28" fmla="*/ 422195 h 625086"/>
                <a:gd name="connsiteX29" fmla="*/ 282744 w 2915191"/>
                <a:gd name="connsiteY29" fmla="*/ 399017 h 625086"/>
                <a:gd name="connsiteX30" fmla="*/ 292494 w 2915191"/>
                <a:gd name="connsiteY30" fmla="*/ 395802 h 625086"/>
                <a:gd name="connsiteX31" fmla="*/ 302244 w 2915191"/>
                <a:gd name="connsiteY31" fmla="*/ 383454 h 625086"/>
                <a:gd name="connsiteX32" fmla="*/ 311994 w 2915191"/>
                <a:gd name="connsiteY32" fmla="*/ 366759 h 625086"/>
                <a:gd name="connsiteX33" fmla="*/ 321744 w 2915191"/>
                <a:gd name="connsiteY33" fmla="*/ 399695 h 625086"/>
                <a:gd name="connsiteX34" fmla="*/ 331493 w 2915191"/>
                <a:gd name="connsiteY34" fmla="*/ 416975 h 625086"/>
                <a:gd name="connsiteX35" fmla="*/ 341243 w 2915191"/>
                <a:gd name="connsiteY35" fmla="*/ 431454 h 625086"/>
                <a:gd name="connsiteX36" fmla="*/ 350993 w 2915191"/>
                <a:gd name="connsiteY36" fmla="*/ 426498 h 625086"/>
                <a:gd name="connsiteX37" fmla="*/ 360742 w 2915191"/>
                <a:gd name="connsiteY37" fmla="*/ 431652 h 625086"/>
                <a:gd name="connsiteX38" fmla="*/ 370492 w 2915191"/>
                <a:gd name="connsiteY38" fmla="*/ 421722 h 625086"/>
                <a:gd name="connsiteX39" fmla="*/ 380241 w 2915191"/>
                <a:gd name="connsiteY39" fmla="*/ 399732 h 625086"/>
                <a:gd name="connsiteX40" fmla="*/ 389991 w 2915191"/>
                <a:gd name="connsiteY40" fmla="*/ 395830 h 625086"/>
                <a:gd name="connsiteX41" fmla="*/ 399741 w 2915191"/>
                <a:gd name="connsiteY41" fmla="*/ 402937 h 625086"/>
                <a:gd name="connsiteX42" fmla="*/ 409491 w 2915191"/>
                <a:gd name="connsiteY42" fmla="*/ 388218 h 625086"/>
                <a:gd name="connsiteX43" fmla="*/ 419241 w 2915191"/>
                <a:gd name="connsiteY43" fmla="*/ 408073 h 625086"/>
                <a:gd name="connsiteX44" fmla="*/ 428991 w 2915191"/>
                <a:gd name="connsiteY44" fmla="*/ 411199 h 625086"/>
                <a:gd name="connsiteX45" fmla="*/ 438741 w 2915191"/>
                <a:gd name="connsiteY45" fmla="*/ 383179 h 625086"/>
                <a:gd name="connsiteX46" fmla="*/ 448491 w 2915191"/>
                <a:gd name="connsiteY46" fmla="*/ 335975 h 625086"/>
                <a:gd name="connsiteX47" fmla="*/ 458241 w 2915191"/>
                <a:gd name="connsiteY47" fmla="*/ 330599 h 625086"/>
                <a:gd name="connsiteX48" fmla="*/ 467991 w 2915191"/>
                <a:gd name="connsiteY48" fmla="*/ 332203 h 625086"/>
                <a:gd name="connsiteX49" fmla="*/ 477740 w 2915191"/>
                <a:gd name="connsiteY49" fmla="*/ 302308 h 625086"/>
                <a:gd name="connsiteX50" fmla="*/ 487490 w 2915191"/>
                <a:gd name="connsiteY50" fmla="*/ 267635 h 625086"/>
                <a:gd name="connsiteX51" fmla="*/ 497239 w 2915191"/>
                <a:gd name="connsiteY51" fmla="*/ 273691 h 625086"/>
                <a:gd name="connsiteX52" fmla="*/ 506989 w 2915191"/>
                <a:gd name="connsiteY52" fmla="*/ 297251 h 625086"/>
                <a:gd name="connsiteX53" fmla="*/ 516738 w 2915191"/>
                <a:gd name="connsiteY53" fmla="*/ 313451 h 625086"/>
                <a:gd name="connsiteX54" fmla="*/ 526488 w 2915191"/>
                <a:gd name="connsiteY54" fmla="*/ 291229 h 625086"/>
                <a:gd name="connsiteX55" fmla="*/ 536238 w 2915191"/>
                <a:gd name="connsiteY55" fmla="*/ 258158 h 625086"/>
                <a:gd name="connsiteX56" fmla="*/ 545988 w 2915191"/>
                <a:gd name="connsiteY56" fmla="*/ 255982 h 625086"/>
                <a:gd name="connsiteX57" fmla="*/ 555738 w 2915191"/>
                <a:gd name="connsiteY57" fmla="*/ 281656 h 625086"/>
                <a:gd name="connsiteX58" fmla="*/ 565488 w 2915191"/>
                <a:gd name="connsiteY58" fmla="*/ 279903 h 625086"/>
                <a:gd name="connsiteX59" fmla="*/ 575238 w 2915191"/>
                <a:gd name="connsiteY59" fmla="*/ 289478 h 625086"/>
                <a:gd name="connsiteX60" fmla="*/ 584988 w 2915191"/>
                <a:gd name="connsiteY60" fmla="*/ 323497 h 625086"/>
                <a:gd name="connsiteX61" fmla="*/ 594738 w 2915191"/>
                <a:gd name="connsiteY61" fmla="*/ 300015 h 625086"/>
                <a:gd name="connsiteX62" fmla="*/ 604488 w 2915191"/>
                <a:gd name="connsiteY62" fmla="*/ 319789 h 625086"/>
                <a:gd name="connsiteX63" fmla="*/ 614237 w 2915191"/>
                <a:gd name="connsiteY63" fmla="*/ 334163 h 625086"/>
                <a:gd name="connsiteX64" fmla="*/ 623987 w 2915191"/>
                <a:gd name="connsiteY64" fmla="*/ 320093 h 625086"/>
                <a:gd name="connsiteX65" fmla="*/ 633736 w 2915191"/>
                <a:gd name="connsiteY65" fmla="*/ 329564 h 625086"/>
                <a:gd name="connsiteX66" fmla="*/ 643486 w 2915191"/>
                <a:gd name="connsiteY66" fmla="*/ 349898 h 625086"/>
                <a:gd name="connsiteX67" fmla="*/ 653236 w 2915191"/>
                <a:gd name="connsiteY67" fmla="*/ 372156 h 625086"/>
                <a:gd name="connsiteX68" fmla="*/ 662985 w 2915191"/>
                <a:gd name="connsiteY68" fmla="*/ 381643 h 625086"/>
                <a:gd name="connsiteX69" fmla="*/ 672735 w 2915191"/>
                <a:gd name="connsiteY69" fmla="*/ 402983 h 625086"/>
                <a:gd name="connsiteX70" fmla="*/ 682485 w 2915191"/>
                <a:gd name="connsiteY70" fmla="*/ 390729 h 625086"/>
                <a:gd name="connsiteX71" fmla="*/ 692235 w 2915191"/>
                <a:gd name="connsiteY71" fmla="*/ 395884 h 625086"/>
                <a:gd name="connsiteX72" fmla="*/ 701985 w 2915191"/>
                <a:gd name="connsiteY72" fmla="*/ 360540 h 625086"/>
                <a:gd name="connsiteX73" fmla="*/ 711735 w 2915191"/>
                <a:gd name="connsiteY73" fmla="*/ 335316 h 625086"/>
                <a:gd name="connsiteX74" fmla="*/ 721485 w 2915191"/>
                <a:gd name="connsiteY74" fmla="*/ 314917 h 625086"/>
                <a:gd name="connsiteX75" fmla="*/ 731235 w 2915191"/>
                <a:gd name="connsiteY75" fmla="*/ 303984 h 625086"/>
                <a:gd name="connsiteX76" fmla="*/ 740985 w 2915191"/>
                <a:gd name="connsiteY76" fmla="*/ 330497 h 625086"/>
                <a:gd name="connsiteX77" fmla="*/ 750734 w 2915191"/>
                <a:gd name="connsiteY77" fmla="*/ 311115 h 625086"/>
                <a:gd name="connsiteX78" fmla="*/ 760484 w 2915191"/>
                <a:gd name="connsiteY78" fmla="*/ 306377 h 625086"/>
                <a:gd name="connsiteX79" fmla="*/ 770233 w 2915191"/>
                <a:gd name="connsiteY79" fmla="*/ 334828 h 625086"/>
                <a:gd name="connsiteX80" fmla="*/ 779983 w 2915191"/>
                <a:gd name="connsiteY80" fmla="*/ 307606 h 625086"/>
                <a:gd name="connsiteX81" fmla="*/ 789733 w 2915191"/>
                <a:gd name="connsiteY81" fmla="*/ 289463 h 625086"/>
                <a:gd name="connsiteX82" fmla="*/ 799482 w 2915191"/>
                <a:gd name="connsiteY82" fmla="*/ 302633 h 625086"/>
                <a:gd name="connsiteX83" fmla="*/ 809232 w 2915191"/>
                <a:gd name="connsiteY83" fmla="*/ 297327 h 625086"/>
                <a:gd name="connsiteX84" fmla="*/ 818982 w 2915191"/>
                <a:gd name="connsiteY84" fmla="*/ 295632 h 625086"/>
                <a:gd name="connsiteX85" fmla="*/ 828732 w 2915191"/>
                <a:gd name="connsiteY85" fmla="*/ 284849 h 625086"/>
                <a:gd name="connsiteX86" fmla="*/ 838482 w 2915191"/>
                <a:gd name="connsiteY86" fmla="*/ 319422 h 625086"/>
                <a:gd name="connsiteX87" fmla="*/ 848232 w 2915191"/>
                <a:gd name="connsiteY87" fmla="*/ 343225 h 625086"/>
                <a:gd name="connsiteX88" fmla="*/ 857982 w 2915191"/>
                <a:gd name="connsiteY88" fmla="*/ 311325 h 625086"/>
                <a:gd name="connsiteX89" fmla="*/ 867732 w 2915191"/>
                <a:gd name="connsiteY89" fmla="*/ 318448 h 625086"/>
                <a:gd name="connsiteX90" fmla="*/ 877482 w 2915191"/>
                <a:gd name="connsiteY90" fmla="*/ 347517 h 625086"/>
                <a:gd name="connsiteX91" fmla="*/ 887231 w 2915191"/>
                <a:gd name="connsiteY91" fmla="*/ 325517 h 625086"/>
                <a:gd name="connsiteX92" fmla="*/ 896981 w 2915191"/>
                <a:gd name="connsiteY92" fmla="*/ 284749 h 625086"/>
                <a:gd name="connsiteX93" fmla="*/ 906730 w 2915191"/>
                <a:gd name="connsiteY93" fmla="*/ 294860 h 625086"/>
                <a:gd name="connsiteX94" fmla="*/ 916480 w 2915191"/>
                <a:gd name="connsiteY94" fmla="*/ 319063 h 625086"/>
                <a:gd name="connsiteX95" fmla="*/ 926230 w 2915191"/>
                <a:gd name="connsiteY95" fmla="*/ 303311 h 625086"/>
                <a:gd name="connsiteX96" fmla="*/ 935979 w 2915191"/>
                <a:gd name="connsiteY96" fmla="*/ 307837 h 625086"/>
                <a:gd name="connsiteX97" fmla="*/ 945729 w 2915191"/>
                <a:gd name="connsiteY97" fmla="*/ 311279 h 625086"/>
                <a:gd name="connsiteX98" fmla="*/ 955479 w 2915191"/>
                <a:gd name="connsiteY98" fmla="*/ 318984 h 625086"/>
                <a:gd name="connsiteX99" fmla="*/ 965229 w 2915191"/>
                <a:gd name="connsiteY99" fmla="*/ 302710 h 625086"/>
                <a:gd name="connsiteX100" fmla="*/ 974979 w 2915191"/>
                <a:gd name="connsiteY100" fmla="*/ 273630 h 625086"/>
                <a:gd name="connsiteX101" fmla="*/ 984729 w 2915191"/>
                <a:gd name="connsiteY101" fmla="*/ 268672 h 625086"/>
                <a:gd name="connsiteX102" fmla="*/ 994474 w 2915191"/>
                <a:gd name="connsiteY102" fmla="*/ 231187 h 625086"/>
                <a:gd name="connsiteX103" fmla="*/ 1004233 w 2915191"/>
                <a:gd name="connsiteY103" fmla="*/ 185056 h 625086"/>
                <a:gd name="connsiteX104" fmla="*/ 1013977 w 2915191"/>
                <a:gd name="connsiteY104" fmla="*/ 194034 h 625086"/>
                <a:gd name="connsiteX105" fmla="*/ 1023721 w 2915191"/>
                <a:gd name="connsiteY105" fmla="*/ 204685 h 625086"/>
                <a:gd name="connsiteX106" fmla="*/ 1033480 w 2915191"/>
                <a:gd name="connsiteY106" fmla="*/ 187672 h 625086"/>
                <a:gd name="connsiteX107" fmla="*/ 1043224 w 2915191"/>
                <a:gd name="connsiteY107" fmla="*/ 202191 h 625086"/>
                <a:gd name="connsiteX108" fmla="*/ 1052983 w 2915191"/>
                <a:gd name="connsiteY108" fmla="*/ 220551 h 625086"/>
                <a:gd name="connsiteX109" fmla="*/ 1062727 w 2915191"/>
                <a:gd name="connsiteY109" fmla="*/ 235015 h 625086"/>
                <a:gd name="connsiteX110" fmla="*/ 1072471 w 2915191"/>
                <a:gd name="connsiteY110" fmla="*/ 210587 h 625086"/>
                <a:gd name="connsiteX111" fmla="*/ 1082230 w 2915191"/>
                <a:gd name="connsiteY111" fmla="*/ 203350 h 625086"/>
                <a:gd name="connsiteX112" fmla="*/ 1091973 w 2915191"/>
                <a:gd name="connsiteY112" fmla="*/ 204842 h 625086"/>
                <a:gd name="connsiteX113" fmla="*/ 1101732 w 2915191"/>
                <a:gd name="connsiteY113" fmla="*/ 212746 h 625086"/>
                <a:gd name="connsiteX114" fmla="*/ 1111476 w 2915191"/>
                <a:gd name="connsiteY114" fmla="*/ 155168 h 625086"/>
                <a:gd name="connsiteX115" fmla="*/ 1121220 w 2915191"/>
                <a:gd name="connsiteY115" fmla="*/ 145782 h 625086"/>
                <a:gd name="connsiteX116" fmla="*/ 1130979 w 2915191"/>
                <a:gd name="connsiteY116" fmla="*/ 136791 h 625086"/>
                <a:gd name="connsiteX117" fmla="*/ 1140723 w 2915191"/>
                <a:gd name="connsiteY117" fmla="*/ 123301 h 625086"/>
                <a:gd name="connsiteX118" fmla="*/ 1150482 w 2915191"/>
                <a:gd name="connsiteY118" fmla="*/ 124585 h 625086"/>
                <a:gd name="connsiteX119" fmla="*/ 1160226 w 2915191"/>
                <a:gd name="connsiteY119" fmla="*/ 142373 h 625086"/>
                <a:gd name="connsiteX120" fmla="*/ 1169969 w 2915191"/>
                <a:gd name="connsiteY120" fmla="*/ 152782 h 625086"/>
                <a:gd name="connsiteX121" fmla="*/ 1179728 w 2915191"/>
                <a:gd name="connsiteY121" fmla="*/ 153114 h 625086"/>
                <a:gd name="connsiteX122" fmla="*/ 1189472 w 2915191"/>
                <a:gd name="connsiteY122" fmla="*/ 145621 h 625086"/>
                <a:gd name="connsiteX123" fmla="*/ 1199231 w 2915191"/>
                <a:gd name="connsiteY123" fmla="*/ 168853 h 625086"/>
                <a:gd name="connsiteX124" fmla="*/ 1208975 w 2915191"/>
                <a:gd name="connsiteY124" fmla="*/ 185191 h 625086"/>
                <a:gd name="connsiteX125" fmla="*/ 1218719 w 2915191"/>
                <a:gd name="connsiteY125" fmla="*/ 198811 h 625086"/>
                <a:gd name="connsiteX126" fmla="*/ 1228478 w 2915191"/>
                <a:gd name="connsiteY126" fmla="*/ 212068 h 625086"/>
                <a:gd name="connsiteX127" fmla="*/ 1238222 w 2915191"/>
                <a:gd name="connsiteY127" fmla="*/ 191447 h 625086"/>
                <a:gd name="connsiteX128" fmla="*/ 1247966 w 2915191"/>
                <a:gd name="connsiteY128" fmla="*/ 185597 h 625086"/>
                <a:gd name="connsiteX129" fmla="*/ 1257725 w 2915191"/>
                <a:gd name="connsiteY129" fmla="*/ 202045 h 625086"/>
                <a:gd name="connsiteX130" fmla="*/ 1267469 w 2915191"/>
                <a:gd name="connsiteY130" fmla="*/ 183022 h 625086"/>
                <a:gd name="connsiteX131" fmla="*/ 1277227 w 2915191"/>
                <a:gd name="connsiteY131" fmla="*/ 223701 h 625086"/>
                <a:gd name="connsiteX132" fmla="*/ 1286971 w 2915191"/>
                <a:gd name="connsiteY132" fmla="*/ 236973 h 625086"/>
                <a:gd name="connsiteX133" fmla="*/ 1296715 w 2915191"/>
                <a:gd name="connsiteY133" fmla="*/ 265708 h 625086"/>
                <a:gd name="connsiteX134" fmla="*/ 1306474 w 2915191"/>
                <a:gd name="connsiteY134" fmla="*/ 269262 h 625086"/>
                <a:gd name="connsiteX135" fmla="*/ 1316218 w 2915191"/>
                <a:gd name="connsiteY135" fmla="*/ 261410 h 625086"/>
                <a:gd name="connsiteX136" fmla="*/ 1325977 w 2915191"/>
                <a:gd name="connsiteY136" fmla="*/ 241915 h 625086"/>
                <a:gd name="connsiteX137" fmla="*/ 1335721 w 2915191"/>
                <a:gd name="connsiteY137" fmla="*/ 224982 h 625086"/>
                <a:gd name="connsiteX138" fmla="*/ 1345465 w 2915191"/>
                <a:gd name="connsiteY138" fmla="*/ 202972 h 625086"/>
                <a:gd name="connsiteX139" fmla="*/ 1355224 w 2915191"/>
                <a:gd name="connsiteY139" fmla="*/ 182229 h 625086"/>
                <a:gd name="connsiteX140" fmla="*/ 1364967 w 2915191"/>
                <a:gd name="connsiteY140" fmla="*/ 194810 h 625086"/>
                <a:gd name="connsiteX141" fmla="*/ 1374726 w 2915191"/>
                <a:gd name="connsiteY141" fmla="*/ 133629 h 625086"/>
                <a:gd name="connsiteX142" fmla="*/ 1384470 w 2915191"/>
                <a:gd name="connsiteY142" fmla="*/ 164528 h 625086"/>
                <a:gd name="connsiteX143" fmla="*/ 1394214 w 2915191"/>
                <a:gd name="connsiteY143" fmla="*/ 166192 h 625086"/>
                <a:gd name="connsiteX144" fmla="*/ 1403973 w 2915191"/>
                <a:gd name="connsiteY144" fmla="*/ 213605 h 625086"/>
                <a:gd name="connsiteX145" fmla="*/ 1413717 w 2915191"/>
                <a:gd name="connsiteY145" fmla="*/ 233130 h 625086"/>
                <a:gd name="connsiteX146" fmla="*/ 1423476 w 2915191"/>
                <a:gd name="connsiteY146" fmla="*/ 208863 h 625086"/>
                <a:gd name="connsiteX147" fmla="*/ 1433220 w 2915191"/>
                <a:gd name="connsiteY147" fmla="*/ 264110 h 625086"/>
                <a:gd name="connsiteX148" fmla="*/ 1442964 w 2915191"/>
                <a:gd name="connsiteY148" fmla="*/ 254533 h 625086"/>
                <a:gd name="connsiteX149" fmla="*/ 1452722 w 2915191"/>
                <a:gd name="connsiteY149" fmla="*/ 228254 h 625086"/>
                <a:gd name="connsiteX150" fmla="*/ 1462466 w 2915191"/>
                <a:gd name="connsiteY150" fmla="*/ 238044 h 625086"/>
                <a:gd name="connsiteX151" fmla="*/ 1472225 w 2915191"/>
                <a:gd name="connsiteY151" fmla="*/ 255462 h 625086"/>
                <a:gd name="connsiteX152" fmla="*/ 1481969 w 2915191"/>
                <a:gd name="connsiteY152" fmla="*/ 268834 h 625086"/>
                <a:gd name="connsiteX153" fmla="*/ 1491713 w 2915191"/>
                <a:gd name="connsiteY153" fmla="*/ 250599 h 625086"/>
                <a:gd name="connsiteX154" fmla="*/ 1501472 w 2915191"/>
                <a:gd name="connsiteY154" fmla="*/ 245194 h 625086"/>
                <a:gd name="connsiteX155" fmla="*/ 1511216 w 2915191"/>
                <a:gd name="connsiteY155" fmla="*/ 232160 h 625086"/>
                <a:gd name="connsiteX156" fmla="*/ 1520960 w 2915191"/>
                <a:gd name="connsiteY156" fmla="*/ 235392 h 625086"/>
                <a:gd name="connsiteX157" fmla="*/ 1530719 w 2915191"/>
                <a:gd name="connsiteY157" fmla="*/ 229325 h 625086"/>
                <a:gd name="connsiteX158" fmla="*/ 1540463 w 2915191"/>
                <a:gd name="connsiteY158" fmla="*/ 244976 h 625086"/>
                <a:gd name="connsiteX159" fmla="*/ 1550221 w 2915191"/>
                <a:gd name="connsiteY159" fmla="*/ 225545 h 625086"/>
                <a:gd name="connsiteX160" fmla="*/ 1559965 w 2915191"/>
                <a:gd name="connsiteY160" fmla="*/ 203511 h 625086"/>
                <a:gd name="connsiteX161" fmla="*/ 1569709 w 2915191"/>
                <a:gd name="connsiteY161" fmla="*/ 186482 h 625086"/>
                <a:gd name="connsiteX162" fmla="*/ 1579468 w 2915191"/>
                <a:gd name="connsiteY162" fmla="*/ 187243 h 625086"/>
                <a:gd name="connsiteX163" fmla="*/ 1589212 w 2915191"/>
                <a:gd name="connsiteY163" fmla="*/ 186047 h 625086"/>
                <a:gd name="connsiteX164" fmla="*/ 1598971 w 2915191"/>
                <a:gd name="connsiteY164" fmla="*/ 179890 h 625086"/>
                <a:gd name="connsiteX165" fmla="*/ 1608715 w 2915191"/>
                <a:gd name="connsiteY165" fmla="*/ 187541 h 625086"/>
                <a:gd name="connsiteX166" fmla="*/ 1618459 w 2915191"/>
                <a:gd name="connsiteY166" fmla="*/ 175094 h 625086"/>
                <a:gd name="connsiteX167" fmla="*/ 1628218 w 2915191"/>
                <a:gd name="connsiteY167" fmla="*/ 172341 h 625086"/>
                <a:gd name="connsiteX168" fmla="*/ 1637962 w 2915191"/>
                <a:gd name="connsiteY168" fmla="*/ 131822 h 625086"/>
                <a:gd name="connsiteX169" fmla="*/ 1647720 w 2915191"/>
                <a:gd name="connsiteY169" fmla="*/ 138699 h 625086"/>
                <a:gd name="connsiteX170" fmla="*/ 1657464 w 2915191"/>
                <a:gd name="connsiteY170" fmla="*/ 138252 h 625086"/>
                <a:gd name="connsiteX171" fmla="*/ 1667208 w 2915191"/>
                <a:gd name="connsiteY171" fmla="*/ 119825 h 625086"/>
                <a:gd name="connsiteX172" fmla="*/ 1676967 w 2915191"/>
                <a:gd name="connsiteY172" fmla="*/ 111675 h 625086"/>
                <a:gd name="connsiteX173" fmla="*/ 1686711 w 2915191"/>
                <a:gd name="connsiteY173" fmla="*/ 91851 h 625086"/>
                <a:gd name="connsiteX174" fmla="*/ 1696470 w 2915191"/>
                <a:gd name="connsiteY174" fmla="*/ 109326 h 625086"/>
                <a:gd name="connsiteX175" fmla="*/ 1706214 w 2915191"/>
                <a:gd name="connsiteY175" fmla="*/ 76888 h 625086"/>
                <a:gd name="connsiteX176" fmla="*/ 1715958 w 2915191"/>
                <a:gd name="connsiteY176" fmla="*/ 57905 h 625086"/>
                <a:gd name="connsiteX177" fmla="*/ 1725716 w 2915191"/>
                <a:gd name="connsiteY177" fmla="*/ 33833 h 625086"/>
                <a:gd name="connsiteX178" fmla="*/ 1735460 w 2915191"/>
                <a:gd name="connsiteY178" fmla="*/ 38690 h 625086"/>
                <a:gd name="connsiteX179" fmla="*/ 1745219 w 2915191"/>
                <a:gd name="connsiteY179" fmla="*/ 5982 h 625086"/>
                <a:gd name="connsiteX180" fmla="*/ 1754963 w 2915191"/>
                <a:gd name="connsiteY180" fmla="*/ 6930 h 625086"/>
                <a:gd name="connsiteX181" fmla="*/ 1764707 w 2915191"/>
                <a:gd name="connsiteY181" fmla="*/ 18670 h 625086"/>
                <a:gd name="connsiteX182" fmla="*/ 1774466 w 2915191"/>
                <a:gd name="connsiteY182" fmla="*/ 13083 h 625086"/>
                <a:gd name="connsiteX183" fmla="*/ 1784210 w 2915191"/>
                <a:gd name="connsiteY183" fmla="*/ 21580 h 625086"/>
                <a:gd name="connsiteX184" fmla="*/ 1793969 w 2915191"/>
                <a:gd name="connsiteY184" fmla="*/ 14056 h 625086"/>
                <a:gd name="connsiteX185" fmla="*/ 1803713 w 2915191"/>
                <a:gd name="connsiteY185" fmla="*/ 9436 h 625086"/>
                <a:gd name="connsiteX186" fmla="*/ 1813457 w 2915191"/>
                <a:gd name="connsiteY186" fmla="*/ 11234 h 625086"/>
                <a:gd name="connsiteX187" fmla="*/ 1823215 w 2915191"/>
                <a:gd name="connsiteY187" fmla="*/ 0 h 625086"/>
                <a:gd name="connsiteX188" fmla="*/ 1832959 w 2915191"/>
                <a:gd name="connsiteY188" fmla="*/ 71937 h 625086"/>
                <a:gd name="connsiteX189" fmla="*/ 1842703 w 2915191"/>
                <a:gd name="connsiteY189" fmla="*/ 92518 h 625086"/>
                <a:gd name="connsiteX190" fmla="*/ 1852462 w 2915191"/>
                <a:gd name="connsiteY190" fmla="*/ 79020 h 625086"/>
                <a:gd name="connsiteX191" fmla="*/ 1862206 w 2915191"/>
                <a:gd name="connsiteY191" fmla="*/ 101036 h 625086"/>
                <a:gd name="connsiteX192" fmla="*/ 1871965 w 2915191"/>
                <a:gd name="connsiteY192" fmla="*/ 121792 h 625086"/>
                <a:gd name="connsiteX193" fmla="*/ 1881709 w 2915191"/>
                <a:gd name="connsiteY193" fmla="*/ 138306 h 625086"/>
                <a:gd name="connsiteX194" fmla="*/ 1891453 w 2915191"/>
                <a:gd name="connsiteY194" fmla="*/ 130166 h 625086"/>
                <a:gd name="connsiteX195" fmla="*/ 1901212 w 2915191"/>
                <a:gd name="connsiteY195" fmla="*/ 159994 h 625086"/>
                <a:gd name="connsiteX196" fmla="*/ 1910956 w 2915191"/>
                <a:gd name="connsiteY196" fmla="*/ 160028 h 625086"/>
                <a:gd name="connsiteX197" fmla="*/ 1920714 w 2915191"/>
                <a:gd name="connsiteY197" fmla="*/ 169732 h 625086"/>
                <a:gd name="connsiteX198" fmla="*/ 1930458 w 2915191"/>
                <a:gd name="connsiteY198" fmla="*/ 159491 h 625086"/>
                <a:gd name="connsiteX199" fmla="*/ 1940202 w 2915191"/>
                <a:gd name="connsiteY199" fmla="*/ 152160 h 625086"/>
                <a:gd name="connsiteX200" fmla="*/ 1949961 w 2915191"/>
                <a:gd name="connsiteY200" fmla="*/ 170197 h 625086"/>
                <a:gd name="connsiteX201" fmla="*/ 1959705 w 2915191"/>
                <a:gd name="connsiteY201" fmla="*/ 194958 h 625086"/>
                <a:gd name="connsiteX202" fmla="*/ 1969464 w 2915191"/>
                <a:gd name="connsiteY202" fmla="*/ 184244 h 625086"/>
                <a:gd name="connsiteX203" fmla="*/ 1979208 w 2915191"/>
                <a:gd name="connsiteY203" fmla="*/ 202188 h 625086"/>
                <a:gd name="connsiteX204" fmla="*/ 1988952 w 2915191"/>
                <a:gd name="connsiteY204" fmla="*/ 210460 h 625086"/>
                <a:gd name="connsiteX205" fmla="*/ 1998711 w 2915191"/>
                <a:gd name="connsiteY205" fmla="*/ 209331 h 625086"/>
                <a:gd name="connsiteX206" fmla="*/ 2008454 w 2915191"/>
                <a:gd name="connsiteY206" fmla="*/ 210342 h 625086"/>
                <a:gd name="connsiteX207" fmla="*/ 2018213 w 2915191"/>
                <a:gd name="connsiteY207" fmla="*/ 192584 h 625086"/>
                <a:gd name="connsiteX208" fmla="*/ 2027957 w 2915191"/>
                <a:gd name="connsiteY208" fmla="*/ 211701 h 625086"/>
                <a:gd name="connsiteX209" fmla="*/ 2037701 w 2915191"/>
                <a:gd name="connsiteY209" fmla="*/ 211788 h 625086"/>
                <a:gd name="connsiteX210" fmla="*/ 2047460 w 2915191"/>
                <a:gd name="connsiteY210" fmla="*/ 217556 h 625086"/>
                <a:gd name="connsiteX211" fmla="*/ 2057204 w 2915191"/>
                <a:gd name="connsiteY211" fmla="*/ 203419 h 625086"/>
                <a:gd name="connsiteX212" fmla="*/ 2066963 w 2915191"/>
                <a:gd name="connsiteY212" fmla="*/ 188362 h 625086"/>
                <a:gd name="connsiteX213" fmla="*/ 2076707 w 2915191"/>
                <a:gd name="connsiteY213" fmla="*/ 190273 h 625086"/>
                <a:gd name="connsiteX214" fmla="*/ 2086451 w 2915191"/>
                <a:gd name="connsiteY214" fmla="*/ 208772 h 625086"/>
                <a:gd name="connsiteX215" fmla="*/ 2096210 w 2915191"/>
                <a:gd name="connsiteY215" fmla="*/ 248907 h 625086"/>
                <a:gd name="connsiteX216" fmla="*/ 2105954 w 2915191"/>
                <a:gd name="connsiteY216" fmla="*/ 255881 h 625086"/>
                <a:gd name="connsiteX217" fmla="*/ 2115697 w 2915191"/>
                <a:gd name="connsiteY217" fmla="*/ 262915 h 625086"/>
                <a:gd name="connsiteX218" fmla="*/ 2125456 w 2915191"/>
                <a:gd name="connsiteY218" fmla="*/ 263246 h 625086"/>
                <a:gd name="connsiteX219" fmla="*/ 2135200 w 2915191"/>
                <a:gd name="connsiteY219" fmla="*/ 298583 h 625086"/>
                <a:gd name="connsiteX220" fmla="*/ 2144959 w 2915191"/>
                <a:gd name="connsiteY220" fmla="*/ 317637 h 625086"/>
                <a:gd name="connsiteX221" fmla="*/ 2154703 w 2915191"/>
                <a:gd name="connsiteY221" fmla="*/ 366910 h 625086"/>
                <a:gd name="connsiteX222" fmla="*/ 2164447 w 2915191"/>
                <a:gd name="connsiteY222" fmla="*/ 341969 h 625086"/>
                <a:gd name="connsiteX223" fmla="*/ 2174206 w 2915191"/>
                <a:gd name="connsiteY223" fmla="*/ 327858 h 625086"/>
                <a:gd name="connsiteX224" fmla="*/ 2183950 w 2915191"/>
                <a:gd name="connsiteY224" fmla="*/ 328304 h 625086"/>
                <a:gd name="connsiteX225" fmla="*/ 2193709 w 2915191"/>
                <a:gd name="connsiteY225" fmla="*/ 313551 h 625086"/>
                <a:gd name="connsiteX226" fmla="*/ 2203452 w 2915191"/>
                <a:gd name="connsiteY226" fmla="*/ 337584 h 625086"/>
                <a:gd name="connsiteX227" fmla="*/ 2213196 w 2915191"/>
                <a:gd name="connsiteY227" fmla="*/ 336488 h 625086"/>
                <a:gd name="connsiteX228" fmla="*/ 2222955 w 2915191"/>
                <a:gd name="connsiteY228" fmla="*/ 341874 h 625086"/>
                <a:gd name="connsiteX229" fmla="*/ 2232699 w 2915191"/>
                <a:gd name="connsiteY229" fmla="*/ 306809 h 625086"/>
                <a:gd name="connsiteX230" fmla="*/ 2242458 w 2915191"/>
                <a:gd name="connsiteY230" fmla="*/ 318192 h 625086"/>
                <a:gd name="connsiteX231" fmla="*/ 2252202 w 2915191"/>
                <a:gd name="connsiteY231" fmla="*/ 313428 h 625086"/>
                <a:gd name="connsiteX232" fmla="*/ 2261946 w 2915191"/>
                <a:gd name="connsiteY232" fmla="*/ 289127 h 625086"/>
                <a:gd name="connsiteX233" fmla="*/ 2271705 w 2915191"/>
                <a:gd name="connsiteY233" fmla="*/ 266062 h 625086"/>
                <a:gd name="connsiteX234" fmla="*/ 2281449 w 2915191"/>
                <a:gd name="connsiteY234" fmla="*/ 242575 h 625086"/>
                <a:gd name="connsiteX235" fmla="*/ 2291208 w 2915191"/>
                <a:gd name="connsiteY235" fmla="*/ 227250 h 625086"/>
                <a:gd name="connsiteX236" fmla="*/ 2300951 w 2915191"/>
                <a:gd name="connsiteY236" fmla="*/ 199071 h 625086"/>
                <a:gd name="connsiteX237" fmla="*/ 2310695 w 2915191"/>
                <a:gd name="connsiteY237" fmla="*/ 220813 h 625086"/>
                <a:gd name="connsiteX238" fmla="*/ 2320454 w 2915191"/>
                <a:gd name="connsiteY238" fmla="*/ 227555 h 625086"/>
                <a:gd name="connsiteX239" fmla="*/ 2330198 w 2915191"/>
                <a:gd name="connsiteY239" fmla="*/ 224534 h 625086"/>
                <a:gd name="connsiteX240" fmla="*/ 2339957 w 2915191"/>
                <a:gd name="connsiteY240" fmla="*/ 242578 h 625086"/>
                <a:gd name="connsiteX241" fmla="*/ 2349701 w 2915191"/>
                <a:gd name="connsiteY241" fmla="*/ 264588 h 625086"/>
                <a:gd name="connsiteX242" fmla="*/ 2359445 w 2915191"/>
                <a:gd name="connsiteY242" fmla="*/ 254682 h 625086"/>
                <a:gd name="connsiteX243" fmla="*/ 2369204 w 2915191"/>
                <a:gd name="connsiteY243" fmla="*/ 263918 h 625086"/>
                <a:gd name="connsiteX244" fmla="*/ 2378948 w 2915191"/>
                <a:gd name="connsiteY244" fmla="*/ 258688 h 625086"/>
                <a:gd name="connsiteX245" fmla="*/ 2388692 w 2915191"/>
                <a:gd name="connsiteY245" fmla="*/ 264037 h 625086"/>
                <a:gd name="connsiteX246" fmla="*/ 2398450 w 2915191"/>
                <a:gd name="connsiteY246" fmla="*/ 265391 h 625086"/>
                <a:gd name="connsiteX247" fmla="*/ 2408194 w 2915191"/>
                <a:gd name="connsiteY247" fmla="*/ 260403 h 625086"/>
                <a:gd name="connsiteX248" fmla="*/ 2417953 w 2915191"/>
                <a:gd name="connsiteY248" fmla="*/ 236611 h 625086"/>
                <a:gd name="connsiteX249" fmla="*/ 2427697 w 2915191"/>
                <a:gd name="connsiteY249" fmla="*/ 202336 h 625086"/>
                <a:gd name="connsiteX250" fmla="*/ 2437441 w 2915191"/>
                <a:gd name="connsiteY250" fmla="*/ 167512 h 625086"/>
                <a:gd name="connsiteX251" fmla="*/ 2447200 w 2915191"/>
                <a:gd name="connsiteY251" fmla="*/ 163183 h 625086"/>
                <a:gd name="connsiteX252" fmla="*/ 2456944 w 2915191"/>
                <a:gd name="connsiteY252" fmla="*/ 183277 h 625086"/>
                <a:gd name="connsiteX253" fmla="*/ 2466703 w 2915191"/>
                <a:gd name="connsiteY253" fmla="*/ 181692 h 625086"/>
                <a:gd name="connsiteX254" fmla="*/ 2476446 w 2915191"/>
                <a:gd name="connsiteY254" fmla="*/ 202428 h 625086"/>
                <a:gd name="connsiteX255" fmla="*/ 2486190 w 2915191"/>
                <a:gd name="connsiteY255" fmla="*/ 236489 h 625086"/>
                <a:gd name="connsiteX256" fmla="*/ 2495949 w 2915191"/>
                <a:gd name="connsiteY256" fmla="*/ 225012 h 625086"/>
                <a:gd name="connsiteX257" fmla="*/ 2505693 w 2915191"/>
                <a:gd name="connsiteY257" fmla="*/ 237566 h 625086"/>
                <a:gd name="connsiteX258" fmla="*/ 2515452 w 2915191"/>
                <a:gd name="connsiteY258" fmla="*/ 248132 h 625086"/>
                <a:gd name="connsiteX259" fmla="*/ 2525196 w 2915191"/>
                <a:gd name="connsiteY259" fmla="*/ 245660 h 625086"/>
                <a:gd name="connsiteX260" fmla="*/ 2534940 w 2915191"/>
                <a:gd name="connsiteY260" fmla="*/ 212172 h 625086"/>
                <a:gd name="connsiteX261" fmla="*/ 2544699 w 2915191"/>
                <a:gd name="connsiteY261" fmla="*/ 254901 h 625086"/>
                <a:gd name="connsiteX262" fmla="*/ 2554443 w 2915191"/>
                <a:gd name="connsiteY262" fmla="*/ 253318 h 625086"/>
                <a:gd name="connsiteX263" fmla="*/ 2564202 w 2915191"/>
                <a:gd name="connsiteY263" fmla="*/ 250209 h 625086"/>
                <a:gd name="connsiteX264" fmla="*/ 2573946 w 2915191"/>
                <a:gd name="connsiteY264" fmla="*/ 273115 h 625086"/>
                <a:gd name="connsiteX265" fmla="*/ 2583690 w 2915191"/>
                <a:gd name="connsiteY265" fmla="*/ 266969 h 625086"/>
                <a:gd name="connsiteX266" fmla="*/ 2593448 w 2915191"/>
                <a:gd name="connsiteY266" fmla="*/ 286218 h 625086"/>
                <a:gd name="connsiteX267" fmla="*/ 2603192 w 2915191"/>
                <a:gd name="connsiteY267" fmla="*/ 285894 h 625086"/>
                <a:gd name="connsiteX268" fmla="*/ 2612951 w 2915191"/>
                <a:gd name="connsiteY268" fmla="*/ 297491 h 625086"/>
                <a:gd name="connsiteX269" fmla="*/ 2622695 w 2915191"/>
                <a:gd name="connsiteY269" fmla="*/ 306140 h 625086"/>
                <a:gd name="connsiteX270" fmla="*/ 2632439 w 2915191"/>
                <a:gd name="connsiteY270" fmla="*/ 303191 h 625086"/>
                <a:gd name="connsiteX271" fmla="*/ 2642198 w 2915191"/>
                <a:gd name="connsiteY271" fmla="*/ 295460 h 625086"/>
                <a:gd name="connsiteX272" fmla="*/ 2651942 w 2915191"/>
                <a:gd name="connsiteY272" fmla="*/ 331399 h 625086"/>
                <a:gd name="connsiteX273" fmla="*/ 2661685 w 2915191"/>
                <a:gd name="connsiteY273" fmla="*/ 304128 h 625086"/>
                <a:gd name="connsiteX274" fmla="*/ 2671444 w 2915191"/>
                <a:gd name="connsiteY274" fmla="*/ 278604 h 625086"/>
                <a:gd name="connsiteX275" fmla="*/ 2681188 w 2915191"/>
                <a:gd name="connsiteY275" fmla="*/ 335181 h 625086"/>
                <a:gd name="connsiteX276" fmla="*/ 2690947 w 2915191"/>
                <a:gd name="connsiteY276" fmla="*/ 306947 h 625086"/>
                <a:gd name="connsiteX277" fmla="*/ 2700691 w 2915191"/>
                <a:gd name="connsiteY277" fmla="*/ 303345 h 625086"/>
                <a:gd name="connsiteX278" fmla="*/ 2710435 w 2915191"/>
                <a:gd name="connsiteY278" fmla="*/ 279384 h 625086"/>
                <a:gd name="connsiteX279" fmla="*/ 2720194 w 2915191"/>
                <a:gd name="connsiteY279" fmla="*/ 296812 h 625086"/>
                <a:gd name="connsiteX280" fmla="*/ 2729938 w 2915191"/>
                <a:gd name="connsiteY280" fmla="*/ 270743 h 625086"/>
                <a:gd name="connsiteX281" fmla="*/ 2739697 w 2915191"/>
                <a:gd name="connsiteY281" fmla="*/ 276650 h 625086"/>
                <a:gd name="connsiteX282" fmla="*/ 2749441 w 2915191"/>
                <a:gd name="connsiteY282" fmla="*/ 301243 h 625086"/>
                <a:gd name="connsiteX283" fmla="*/ 2759185 w 2915191"/>
                <a:gd name="connsiteY283" fmla="*/ 320370 h 625086"/>
                <a:gd name="connsiteX284" fmla="*/ 2768943 w 2915191"/>
                <a:gd name="connsiteY284" fmla="*/ 334047 h 625086"/>
                <a:gd name="connsiteX285" fmla="*/ 2778687 w 2915191"/>
                <a:gd name="connsiteY285" fmla="*/ 368285 h 625086"/>
                <a:gd name="connsiteX286" fmla="*/ 2788446 w 2915191"/>
                <a:gd name="connsiteY286" fmla="*/ 370197 h 625086"/>
                <a:gd name="connsiteX287" fmla="*/ 2798190 w 2915191"/>
                <a:gd name="connsiteY287" fmla="*/ 354073 h 625086"/>
                <a:gd name="connsiteX288" fmla="*/ 2807934 w 2915191"/>
                <a:gd name="connsiteY288" fmla="*/ 339926 h 625086"/>
                <a:gd name="connsiteX289" fmla="*/ 2817693 w 2915191"/>
                <a:gd name="connsiteY289" fmla="*/ 385830 h 625086"/>
                <a:gd name="connsiteX290" fmla="*/ 2827437 w 2915191"/>
                <a:gd name="connsiteY290" fmla="*/ 373370 h 625086"/>
                <a:gd name="connsiteX291" fmla="*/ 2837196 w 2915191"/>
                <a:gd name="connsiteY291" fmla="*/ 349958 h 625086"/>
                <a:gd name="connsiteX292" fmla="*/ 2846940 w 2915191"/>
                <a:gd name="connsiteY292" fmla="*/ 312171 h 625086"/>
                <a:gd name="connsiteX293" fmla="*/ 2856684 w 2915191"/>
                <a:gd name="connsiteY293" fmla="*/ 324297 h 625086"/>
                <a:gd name="connsiteX294" fmla="*/ 2866442 w 2915191"/>
                <a:gd name="connsiteY294" fmla="*/ 335248 h 625086"/>
                <a:gd name="connsiteX295" fmla="*/ 2876186 w 2915191"/>
                <a:gd name="connsiteY295" fmla="*/ 355424 h 625086"/>
                <a:gd name="connsiteX296" fmla="*/ 2885945 w 2915191"/>
                <a:gd name="connsiteY296" fmla="*/ 330272 h 625086"/>
                <a:gd name="connsiteX297" fmla="*/ 2895689 w 2915191"/>
                <a:gd name="connsiteY297" fmla="*/ 321824 h 625086"/>
                <a:gd name="connsiteX298" fmla="*/ 2905433 w 2915191"/>
                <a:gd name="connsiteY298" fmla="*/ 311679 h 625086"/>
                <a:gd name="connsiteX299" fmla="*/ 2915192 w 2915191"/>
                <a:gd name="connsiteY299" fmla="*/ 322271 h 625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25086">
                  <a:moveTo>
                    <a:pt x="0" y="594945"/>
                  </a:moveTo>
                  <a:lnTo>
                    <a:pt x="9750" y="584116"/>
                  </a:lnTo>
                  <a:lnTo>
                    <a:pt x="19500" y="572998"/>
                  </a:lnTo>
                  <a:lnTo>
                    <a:pt x="29250" y="593739"/>
                  </a:lnTo>
                  <a:lnTo>
                    <a:pt x="39000" y="557460"/>
                  </a:lnTo>
                  <a:lnTo>
                    <a:pt x="48749" y="578314"/>
                  </a:lnTo>
                  <a:lnTo>
                    <a:pt x="58499" y="562367"/>
                  </a:lnTo>
                  <a:lnTo>
                    <a:pt x="68249" y="559327"/>
                  </a:lnTo>
                  <a:lnTo>
                    <a:pt x="77998" y="574088"/>
                  </a:lnTo>
                  <a:lnTo>
                    <a:pt x="87748" y="591829"/>
                  </a:lnTo>
                  <a:lnTo>
                    <a:pt x="97497" y="625087"/>
                  </a:lnTo>
                  <a:lnTo>
                    <a:pt x="107247" y="599481"/>
                  </a:lnTo>
                  <a:lnTo>
                    <a:pt x="116997" y="579587"/>
                  </a:lnTo>
                  <a:lnTo>
                    <a:pt x="126747" y="541319"/>
                  </a:lnTo>
                  <a:lnTo>
                    <a:pt x="136497" y="511013"/>
                  </a:lnTo>
                  <a:lnTo>
                    <a:pt x="146247" y="475686"/>
                  </a:lnTo>
                  <a:lnTo>
                    <a:pt x="155997" y="463631"/>
                  </a:lnTo>
                  <a:lnTo>
                    <a:pt x="165747" y="442443"/>
                  </a:lnTo>
                  <a:lnTo>
                    <a:pt x="175497" y="456176"/>
                  </a:lnTo>
                  <a:lnTo>
                    <a:pt x="185247" y="426723"/>
                  </a:lnTo>
                  <a:lnTo>
                    <a:pt x="194996" y="428538"/>
                  </a:lnTo>
                  <a:lnTo>
                    <a:pt x="204746" y="423827"/>
                  </a:lnTo>
                  <a:lnTo>
                    <a:pt x="214495" y="411853"/>
                  </a:lnTo>
                  <a:lnTo>
                    <a:pt x="224245" y="429432"/>
                  </a:lnTo>
                  <a:lnTo>
                    <a:pt x="233995" y="408088"/>
                  </a:lnTo>
                  <a:lnTo>
                    <a:pt x="243744" y="402392"/>
                  </a:lnTo>
                  <a:lnTo>
                    <a:pt x="253494" y="416227"/>
                  </a:lnTo>
                  <a:lnTo>
                    <a:pt x="263244" y="415807"/>
                  </a:lnTo>
                  <a:lnTo>
                    <a:pt x="272994" y="422195"/>
                  </a:lnTo>
                  <a:lnTo>
                    <a:pt x="282744" y="399017"/>
                  </a:lnTo>
                  <a:lnTo>
                    <a:pt x="292494" y="395802"/>
                  </a:lnTo>
                  <a:lnTo>
                    <a:pt x="302244" y="383454"/>
                  </a:lnTo>
                  <a:lnTo>
                    <a:pt x="311994" y="366759"/>
                  </a:lnTo>
                  <a:lnTo>
                    <a:pt x="321744" y="399695"/>
                  </a:lnTo>
                  <a:lnTo>
                    <a:pt x="331493" y="416975"/>
                  </a:lnTo>
                  <a:lnTo>
                    <a:pt x="341243" y="431454"/>
                  </a:lnTo>
                  <a:lnTo>
                    <a:pt x="350993" y="426498"/>
                  </a:lnTo>
                  <a:lnTo>
                    <a:pt x="360742" y="431652"/>
                  </a:lnTo>
                  <a:lnTo>
                    <a:pt x="370492" y="421722"/>
                  </a:lnTo>
                  <a:lnTo>
                    <a:pt x="380241" y="399732"/>
                  </a:lnTo>
                  <a:lnTo>
                    <a:pt x="389991" y="395830"/>
                  </a:lnTo>
                  <a:lnTo>
                    <a:pt x="399741" y="402937"/>
                  </a:lnTo>
                  <a:lnTo>
                    <a:pt x="409491" y="388218"/>
                  </a:lnTo>
                  <a:lnTo>
                    <a:pt x="419241" y="408073"/>
                  </a:lnTo>
                  <a:lnTo>
                    <a:pt x="428991" y="411199"/>
                  </a:lnTo>
                  <a:lnTo>
                    <a:pt x="438741" y="383179"/>
                  </a:lnTo>
                  <a:lnTo>
                    <a:pt x="448491" y="335975"/>
                  </a:lnTo>
                  <a:lnTo>
                    <a:pt x="458241" y="330599"/>
                  </a:lnTo>
                  <a:lnTo>
                    <a:pt x="467991" y="332203"/>
                  </a:lnTo>
                  <a:lnTo>
                    <a:pt x="477740" y="302308"/>
                  </a:lnTo>
                  <a:lnTo>
                    <a:pt x="487490" y="267635"/>
                  </a:lnTo>
                  <a:lnTo>
                    <a:pt x="497239" y="273691"/>
                  </a:lnTo>
                  <a:lnTo>
                    <a:pt x="506989" y="297251"/>
                  </a:lnTo>
                  <a:lnTo>
                    <a:pt x="516738" y="313451"/>
                  </a:lnTo>
                  <a:lnTo>
                    <a:pt x="526488" y="291229"/>
                  </a:lnTo>
                  <a:lnTo>
                    <a:pt x="536238" y="258158"/>
                  </a:lnTo>
                  <a:lnTo>
                    <a:pt x="545988" y="255982"/>
                  </a:lnTo>
                  <a:lnTo>
                    <a:pt x="555738" y="281656"/>
                  </a:lnTo>
                  <a:lnTo>
                    <a:pt x="565488" y="279903"/>
                  </a:lnTo>
                  <a:lnTo>
                    <a:pt x="575238" y="289478"/>
                  </a:lnTo>
                  <a:lnTo>
                    <a:pt x="584988" y="323497"/>
                  </a:lnTo>
                  <a:lnTo>
                    <a:pt x="594738" y="300015"/>
                  </a:lnTo>
                  <a:lnTo>
                    <a:pt x="604488" y="319789"/>
                  </a:lnTo>
                  <a:lnTo>
                    <a:pt x="614237" y="334163"/>
                  </a:lnTo>
                  <a:lnTo>
                    <a:pt x="623987" y="320093"/>
                  </a:lnTo>
                  <a:lnTo>
                    <a:pt x="633736" y="329564"/>
                  </a:lnTo>
                  <a:lnTo>
                    <a:pt x="643486" y="349898"/>
                  </a:lnTo>
                  <a:lnTo>
                    <a:pt x="653236" y="372156"/>
                  </a:lnTo>
                  <a:lnTo>
                    <a:pt x="662985" y="381643"/>
                  </a:lnTo>
                  <a:lnTo>
                    <a:pt x="672735" y="402983"/>
                  </a:lnTo>
                  <a:lnTo>
                    <a:pt x="682485" y="390729"/>
                  </a:lnTo>
                  <a:lnTo>
                    <a:pt x="692235" y="395884"/>
                  </a:lnTo>
                  <a:lnTo>
                    <a:pt x="701985" y="360540"/>
                  </a:lnTo>
                  <a:lnTo>
                    <a:pt x="711735" y="335316"/>
                  </a:lnTo>
                  <a:lnTo>
                    <a:pt x="721485" y="314917"/>
                  </a:lnTo>
                  <a:lnTo>
                    <a:pt x="731235" y="303984"/>
                  </a:lnTo>
                  <a:lnTo>
                    <a:pt x="740985" y="330497"/>
                  </a:lnTo>
                  <a:lnTo>
                    <a:pt x="750734" y="311115"/>
                  </a:lnTo>
                  <a:lnTo>
                    <a:pt x="760484" y="306377"/>
                  </a:lnTo>
                  <a:lnTo>
                    <a:pt x="770233" y="334828"/>
                  </a:lnTo>
                  <a:lnTo>
                    <a:pt x="779983" y="307606"/>
                  </a:lnTo>
                  <a:lnTo>
                    <a:pt x="789733" y="289463"/>
                  </a:lnTo>
                  <a:lnTo>
                    <a:pt x="799482" y="302633"/>
                  </a:lnTo>
                  <a:lnTo>
                    <a:pt x="809232" y="297327"/>
                  </a:lnTo>
                  <a:lnTo>
                    <a:pt x="818982" y="295632"/>
                  </a:lnTo>
                  <a:lnTo>
                    <a:pt x="828732" y="284849"/>
                  </a:lnTo>
                  <a:lnTo>
                    <a:pt x="838482" y="319422"/>
                  </a:lnTo>
                  <a:lnTo>
                    <a:pt x="848232" y="343225"/>
                  </a:lnTo>
                  <a:lnTo>
                    <a:pt x="857982" y="311325"/>
                  </a:lnTo>
                  <a:lnTo>
                    <a:pt x="867732" y="318448"/>
                  </a:lnTo>
                  <a:lnTo>
                    <a:pt x="877482" y="347517"/>
                  </a:lnTo>
                  <a:lnTo>
                    <a:pt x="887231" y="325517"/>
                  </a:lnTo>
                  <a:lnTo>
                    <a:pt x="896981" y="284749"/>
                  </a:lnTo>
                  <a:lnTo>
                    <a:pt x="906730" y="294860"/>
                  </a:lnTo>
                  <a:lnTo>
                    <a:pt x="916480" y="319063"/>
                  </a:lnTo>
                  <a:lnTo>
                    <a:pt x="926230" y="303311"/>
                  </a:lnTo>
                  <a:lnTo>
                    <a:pt x="935979" y="307837"/>
                  </a:lnTo>
                  <a:lnTo>
                    <a:pt x="945729" y="311279"/>
                  </a:lnTo>
                  <a:lnTo>
                    <a:pt x="955479" y="318984"/>
                  </a:lnTo>
                  <a:lnTo>
                    <a:pt x="965229" y="302710"/>
                  </a:lnTo>
                  <a:lnTo>
                    <a:pt x="974979" y="273630"/>
                  </a:lnTo>
                  <a:lnTo>
                    <a:pt x="984729" y="268672"/>
                  </a:lnTo>
                  <a:lnTo>
                    <a:pt x="994474" y="231187"/>
                  </a:lnTo>
                  <a:lnTo>
                    <a:pt x="1004233" y="185056"/>
                  </a:lnTo>
                  <a:lnTo>
                    <a:pt x="1013977" y="194034"/>
                  </a:lnTo>
                  <a:lnTo>
                    <a:pt x="1023721" y="204685"/>
                  </a:lnTo>
                  <a:lnTo>
                    <a:pt x="1033480" y="187672"/>
                  </a:lnTo>
                  <a:lnTo>
                    <a:pt x="1043224" y="202191"/>
                  </a:lnTo>
                  <a:lnTo>
                    <a:pt x="1052983" y="220551"/>
                  </a:lnTo>
                  <a:lnTo>
                    <a:pt x="1062727" y="235015"/>
                  </a:lnTo>
                  <a:lnTo>
                    <a:pt x="1072471" y="210587"/>
                  </a:lnTo>
                  <a:lnTo>
                    <a:pt x="1082230" y="203350"/>
                  </a:lnTo>
                  <a:lnTo>
                    <a:pt x="1091973" y="204842"/>
                  </a:lnTo>
                  <a:lnTo>
                    <a:pt x="1101732" y="212746"/>
                  </a:lnTo>
                  <a:lnTo>
                    <a:pt x="1111476" y="155168"/>
                  </a:lnTo>
                  <a:lnTo>
                    <a:pt x="1121220" y="145782"/>
                  </a:lnTo>
                  <a:lnTo>
                    <a:pt x="1130979" y="136791"/>
                  </a:lnTo>
                  <a:lnTo>
                    <a:pt x="1140723" y="123301"/>
                  </a:lnTo>
                  <a:lnTo>
                    <a:pt x="1150482" y="124585"/>
                  </a:lnTo>
                  <a:lnTo>
                    <a:pt x="1160226" y="142373"/>
                  </a:lnTo>
                  <a:lnTo>
                    <a:pt x="1169969" y="152782"/>
                  </a:lnTo>
                  <a:lnTo>
                    <a:pt x="1179728" y="153114"/>
                  </a:lnTo>
                  <a:lnTo>
                    <a:pt x="1189472" y="145621"/>
                  </a:lnTo>
                  <a:lnTo>
                    <a:pt x="1199231" y="168853"/>
                  </a:lnTo>
                  <a:lnTo>
                    <a:pt x="1208975" y="185191"/>
                  </a:lnTo>
                  <a:lnTo>
                    <a:pt x="1218719" y="198811"/>
                  </a:lnTo>
                  <a:lnTo>
                    <a:pt x="1228478" y="212068"/>
                  </a:lnTo>
                  <a:lnTo>
                    <a:pt x="1238222" y="191447"/>
                  </a:lnTo>
                  <a:lnTo>
                    <a:pt x="1247966" y="185597"/>
                  </a:lnTo>
                  <a:lnTo>
                    <a:pt x="1257725" y="202045"/>
                  </a:lnTo>
                  <a:lnTo>
                    <a:pt x="1267469" y="183022"/>
                  </a:lnTo>
                  <a:lnTo>
                    <a:pt x="1277227" y="223701"/>
                  </a:lnTo>
                  <a:lnTo>
                    <a:pt x="1286971" y="236973"/>
                  </a:lnTo>
                  <a:lnTo>
                    <a:pt x="1296715" y="265708"/>
                  </a:lnTo>
                  <a:lnTo>
                    <a:pt x="1306474" y="269262"/>
                  </a:lnTo>
                  <a:lnTo>
                    <a:pt x="1316218" y="261410"/>
                  </a:lnTo>
                  <a:lnTo>
                    <a:pt x="1325977" y="241915"/>
                  </a:lnTo>
                  <a:lnTo>
                    <a:pt x="1335721" y="224982"/>
                  </a:lnTo>
                  <a:lnTo>
                    <a:pt x="1345465" y="202972"/>
                  </a:lnTo>
                  <a:lnTo>
                    <a:pt x="1355224" y="182229"/>
                  </a:lnTo>
                  <a:lnTo>
                    <a:pt x="1364967" y="194810"/>
                  </a:lnTo>
                  <a:lnTo>
                    <a:pt x="1374726" y="133629"/>
                  </a:lnTo>
                  <a:lnTo>
                    <a:pt x="1384470" y="164528"/>
                  </a:lnTo>
                  <a:lnTo>
                    <a:pt x="1394214" y="166192"/>
                  </a:lnTo>
                  <a:lnTo>
                    <a:pt x="1403973" y="213605"/>
                  </a:lnTo>
                  <a:lnTo>
                    <a:pt x="1413717" y="233130"/>
                  </a:lnTo>
                  <a:lnTo>
                    <a:pt x="1423476" y="208863"/>
                  </a:lnTo>
                  <a:lnTo>
                    <a:pt x="1433220" y="264110"/>
                  </a:lnTo>
                  <a:lnTo>
                    <a:pt x="1442964" y="254533"/>
                  </a:lnTo>
                  <a:lnTo>
                    <a:pt x="1452722" y="228254"/>
                  </a:lnTo>
                  <a:lnTo>
                    <a:pt x="1462466" y="238044"/>
                  </a:lnTo>
                  <a:lnTo>
                    <a:pt x="1472225" y="255462"/>
                  </a:lnTo>
                  <a:lnTo>
                    <a:pt x="1481969" y="268834"/>
                  </a:lnTo>
                  <a:lnTo>
                    <a:pt x="1491713" y="250599"/>
                  </a:lnTo>
                  <a:lnTo>
                    <a:pt x="1501472" y="245194"/>
                  </a:lnTo>
                  <a:lnTo>
                    <a:pt x="1511216" y="232160"/>
                  </a:lnTo>
                  <a:lnTo>
                    <a:pt x="1520960" y="235392"/>
                  </a:lnTo>
                  <a:lnTo>
                    <a:pt x="1530719" y="229325"/>
                  </a:lnTo>
                  <a:lnTo>
                    <a:pt x="1540463" y="244976"/>
                  </a:lnTo>
                  <a:lnTo>
                    <a:pt x="1550221" y="225545"/>
                  </a:lnTo>
                  <a:lnTo>
                    <a:pt x="1559965" y="203511"/>
                  </a:lnTo>
                  <a:lnTo>
                    <a:pt x="1569709" y="186482"/>
                  </a:lnTo>
                  <a:lnTo>
                    <a:pt x="1579468" y="187243"/>
                  </a:lnTo>
                  <a:lnTo>
                    <a:pt x="1589212" y="186047"/>
                  </a:lnTo>
                  <a:lnTo>
                    <a:pt x="1598971" y="179890"/>
                  </a:lnTo>
                  <a:lnTo>
                    <a:pt x="1608715" y="187541"/>
                  </a:lnTo>
                  <a:lnTo>
                    <a:pt x="1618459" y="175094"/>
                  </a:lnTo>
                  <a:lnTo>
                    <a:pt x="1628218" y="172341"/>
                  </a:lnTo>
                  <a:lnTo>
                    <a:pt x="1637962" y="131822"/>
                  </a:lnTo>
                  <a:lnTo>
                    <a:pt x="1647720" y="138699"/>
                  </a:lnTo>
                  <a:lnTo>
                    <a:pt x="1657464" y="138252"/>
                  </a:lnTo>
                  <a:lnTo>
                    <a:pt x="1667208" y="119825"/>
                  </a:lnTo>
                  <a:lnTo>
                    <a:pt x="1676967" y="111675"/>
                  </a:lnTo>
                  <a:lnTo>
                    <a:pt x="1686711" y="91851"/>
                  </a:lnTo>
                  <a:lnTo>
                    <a:pt x="1696470" y="109326"/>
                  </a:lnTo>
                  <a:lnTo>
                    <a:pt x="1706214" y="76888"/>
                  </a:lnTo>
                  <a:lnTo>
                    <a:pt x="1715958" y="57905"/>
                  </a:lnTo>
                  <a:lnTo>
                    <a:pt x="1725716" y="33833"/>
                  </a:lnTo>
                  <a:lnTo>
                    <a:pt x="1735460" y="38690"/>
                  </a:lnTo>
                  <a:lnTo>
                    <a:pt x="1745219" y="5982"/>
                  </a:lnTo>
                  <a:lnTo>
                    <a:pt x="1754963" y="6930"/>
                  </a:lnTo>
                  <a:lnTo>
                    <a:pt x="1764707" y="18670"/>
                  </a:lnTo>
                  <a:lnTo>
                    <a:pt x="1774466" y="13083"/>
                  </a:lnTo>
                  <a:lnTo>
                    <a:pt x="1784210" y="21580"/>
                  </a:lnTo>
                  <a:lnTo>
                    <a:pt x="1793969" y="14056"/>
                  </a:lnTo>
                  <a:lnTo>
                    <a:pt x="1803713" y="9436"/>
                  </a:lnTo>
                  <a:lnTo>
                    <a:pt x="1813457" y="11234"/>
                  </a:lnTo>
                  <a:lnTo>
                    <a:pt x="1823215" y="0"/>
                  </a:lnTo>
                  <a:lnTo>
                    <a:pt x="1832959" y="71937"/>
                  </a:lnTo>
                  <a:lnTo>
                    <a:pt x="1842703" y="92518"/>
                  </a:lnTo>
                  <a:lnTo>
                    <a:pt x="1852462" y="79020"/>
                  </a:lnTo>
                  <a:lnTo>
                    <a:pt x="1862206" y="101036"/>
                  </a:lnTo>
                  <a:lnTo>
                    <a:pt x="1871965" y="121792"/>
                  </a:lnTo>
                  <a:lnTo>
                    <a:pt x="1881709" y="138306"/>
                  </a:lnTo>
                  <a:lnTo>
                    <a:pt x="1891453" y="130166"/>
                  </a:lnTo>
                  <a:lnTo>
                    <a:pt x="1901212" y="159994"/>
                  </a:lnTo>
                  <a:lnTo>
                    <a:pt x="1910956" y="160028"/>
                  </a:lnTo>
                  <a:lnTo>
                    <a:pt x="1920714" y="169732"/>
                  </a:lnTo>
                  <a:lnTo>
                    <a:pt x="1930458" y="159491"/>
                  </a:lnTo>
                  <a:lnTo>
                    <a:pt x="1940202" y="152160"/>
                  </a:lnTo>
                  <a:lnTo>
                    <a:pt x="1949961" y="170197"/>
                  </a:lnTo>
                  <a:lnTo>
                    <a:pt x="1959705" y="194958"/>
                  </a:lnTo>
                  <a:lnTo>
                    <a:pt x="1969464" y="184244"/>
                  </a:lnTo>
                  <a:lnTo>
                    <a:pt x="1979208" y="202188"/>
                  </a:lnTo>
                  <a:lnTo>
                    <a:pt x="1988952" y="210460"/>
                  </a:lnTo>
                  <a:lnTo>
                    <a:pt x="1998711" y="209331"/>
                  </a:lnTo>
                  <a:lnTo>
                    <a:pt x="2008454" y="210342"/>
                  </a:lnTo>
                  <a:lnTo>
                    <a:pt x="2018213" y="192584"/>
                  </a:lnTo>
                  <a:lnTo>
                    <a:pt x="2027957" y="211701"/>
                  </a:lnTo>
                  <a:lnTo>
                    <a:pt x="2037701" y="211788"/>
                  </a:lnTo>
                  <a:lnTo>
                    <a:pt x="2047460" y="217556"/>
                  </a:lnTo>
                  <a:lnTo>
                    <a:pt x="2057204" y="203419"/>
                  </a:lnTo>
                  <a:lnTo>
                    <a:pt x="2066963" y="188362"/>
                  </a:lnTo>
                  <a:lnTo>
                    <a:pt x="2076707" y="190273"/>
                  </a:lnTo>
                  <a:lnTo>
                    <a:pt x="2086451" y="208772"/>
                  </a:lnTo>
                  <a:lnTo>
                    <a:pt x="2096210" y="248907"/>
                  </a:lnTo>
                  <a:lnTo>
                    <a:pt x="2105954" y="255881"/>
                  </a:lnTo>
                  <a:lnTo>
                    <a:pt x="2115697" y="262915"/>
                  </a:lnTo>
                  <a:lnTo>
                    <a:pt x="2125456" y="263246"/>
                  </a:lnTo>
                  <a:lnTo>
                    <a:pt x="2135200" y="298583"/>
                  </a:lnTo>
                  <a:lnTo>
                    <a:pt x="2144959" y="317637"/>
                  </a:lnTo>
                  <a:lnTo>
                    <a:pt x="2154703" y="366910"/>
                  </a:lnTo>
                  <a:lnTo>
                    <a:pt x="2164447" y="341969"/>
                  </a:lnTo>
                  <a:lnTo>
                    <a:pt x="2174206" y="327858"/>
                  </a:lnTo>
                  <a:lnTo>
                    <a:pt x="2183950" y="328304"/>
                  </a:lnTo>
                  <a:lnTo>
                    <a:pt x="2193709" y="313551"/>
                  </a:lnTo>
                  <a:lnTo>
                    <a:pt x="2203452" y="337584"/>
                  </a:lnTo>
                  <a:lnTo>
                    <a:pt x="2213196" y="336488"/>
                  </a:lnTo>
                  <a:lnTo>
                    <a:pt x="2222955" y="341874"/>
                  </a:lnTo>
                  <a:lnTo>
                    <a:pt x="2232699" y="306809"/>
                  </a:lnTo>
                  <a:lnTo>
                    <a:pt x="2242458" y="318192"/>
                  </a:lnTo>
                  <a:lnTo>
                    <a:pt x="2252202" y="313428"/>
                  </a:lnTo>
                  <a:lnTo>
                    <a:pt x="2261946" y="289127"/>
                  </a:lnTo>
                  <a:lnTo>
                    <a:pt x="2271705" y="266062"/>
                  </a:lnTo>
                  <a:lnTo>
                    <a:pt x="2281449" y="242575"/>
                  </a:lnTo>
                  <a:lnTo>
                    <a:pt x="2291208" y="227250"/>
                  </a:lnTo>
                  <a:lnTo>
                    <a:pt x="2300951" y="199071"/>
                  </a:lnTo>
                  <a:lnTo>
                    <a:pt x="2310695" y="220813"/>
                  </a:lnTo>
                  <a:lnTo>
                    <a:pt x="2320454" y="227555"/>
                  </a:lnTo>
                  <a:lnTo>
                    <a:pt x="2330198" y="224534"/>
                  </a:lnTo>
                  <a:lnTo>
                    <a:pt x="2339957" y="242578"/>
                  </a:lnTo>
                  <a:lnTo>
                    <a:pt x="2349701" y="264588"/>
                  </a:lnTo>
                  <a:lnTo>
                    <a:pt x="2359445" y="254682"/>
                  </a:lnTo>
                  <a:lnTo>
                    <a:pt x="2369204" y="263918"/>
                  </a:lnTo>
                  <a:lnTo>
                    <a:pt x="2378948" y="258688"/>
                  </a:lnTo>
                  <a:lnTo>
                    <a:pt x="2388692" y="264037"/>
                  </a:lnTo>
                  <a:lnTo>
                    <a:pt x="2398450" y="265391"/>
                  </a:lnTo>
                  <a:lnTo>
                    <a:pt x="2408194" y="260403"/>
                  </a:lnTo>
                  <a:lnTo>
                    <a:pt x="2417953" y="236611"/>
                  </a:lnTo>
                  <a:lnTo>
                    <a:pt x="2427697" y="202336"/>
                  </a:lnTo>
                  <a:lnTo>
                    <a:pt x="2437441" y="167512"/>
                  </a:lnTo>
                  <a:lnTo>
                    <a:pt x="2447200" y="163183"/>
                  </a:lnTo>
                  <a:lnTo>
                    <a:pt x="2456944" y="183277"/>
                  </a:lnTo>
                  <a:lnTo>
                    <a:pt x="2466703" y="181692"/>
                  </a:lnTo>
                  <a:lnTo>
                    <a:pt x="2476446" y="202428"/>
                  </a:lnTo>
                  <a:lnTo>
                    <a:pt x="2486190" y="236489"/>
                  </a:lnTo>
                  <a:lnTo>
                    <a:pt x="2495949" y="225012"/>
                  </a:lnTo>
                  <a:lnTo>
                    <a:pt x="2505693" y="237566"/>
                  </a:lnTo>
                  <a:lnTo>
                    <a:pt x="2515452" y="248132"/>
                  </a:lnTo>
                  <a:lnTo>
                    <a:pt x="2525196" y="245660"/>
                  </a:lnTo>
                  <a:lnTo>
                    <a:pt x="2534940" y="212172"/>
                  </a:lnTo>
                  <a:lnTo>
                    <a:pt x="2544699" y="254901"/>
                  </a:lnTo>
                  <a:lnTo>
                    <a:pt x="2554443" y="253318"/>
                  </a:lnTo>
                  <a:lnTo>
                    <a:pt x="2564202" y="250209"/>
                  </a:lnTo>
                  <a:lnTo>
                    <a:pt x="2573946" y="273115"/>
                  </a:lnTo>
                  <a:lnTo>
                    <a:pt x="2583690" y="266969"/>
                  </a:lnTo>
                  <a:lnTo>
                    <a:pt x="2593448" y="286218"/>
                  </a:lnTo>
                  <a:lnTo>
                    <a:pt x="2603192" y="285894"/>
                  </a:lnTo>
                  <a:lnTo>
                    <a:pt x="2612951" y="297491"/>
                  </a:lnTo>
                  <a:lnTo>
                    <a:pt x="2622695" y="306140"/>
                  </a:lnTo>
                  <a:lnTo>
                    <a:pt x="2632439" y="303191"/>
                  </a:lnTo>
                  <a:lnTo>
                    <a:pt x="2642198" y="295460"/>
                  </a:lnTo>
                  <a:lnTo>
                    <a:pt x="2651942" y="331399"/>
                  </a:lnTo>
                  <a:lnTo>
                    <a:pt x="2661685" y="304128"/>
                  </a:lnTo>
                  <a:lnTo>
                    <a:pt x="2671444" y="278604"/>
                  </a:lnTo>
                  <a:lnTo>
                    <a:pt x="2681188" y="335181"/>
                  </a:lnTo>
                  <a:lnTo>
                    <a:pt x="2690947" y="306947"/>
                  </a:lnTo>
                  <a:lnTo>
                    <a:pt x="2700691" y="303345"/>
                  </a:lnTo>
                  <a:lnTo>
                    <a:pt x="2710435" y="279384"/>
                  </a:lnTo>
                  <a:lnTo>
                    <a:pt x="2720194" y="296812"/>
                  </a:lnTo>
                  <a:lnTo>
                    <a:pt x="2729938" y="270743"/>
                  </a:lnTo>
                  <a:lnTo>
                    <a:pt x="2739697" y="276650"/>
                  </a:lnTo>
                  <a:lnTo>
                    <a:pt x="2749441" y="301243"/>
                  </a:lnTo>
                  <a:lnTo>
                    <a:pt x="2759185" y="320370"/>
                  </a:lnTo>
                  <a:lnTo>
                    <a:pt x="2768943" y="334047"/>
                  </a:lnTo>
                  <a:lnTo>
                    <a:pt x="2778687" y="368285"/>
                  </a:lnTo>
                  <a:lnTo>
                    <a:pt x="2788446" y="370197"/>
                  </a:lnTo>
                  <a:lnTo>
                    <a:pt x="2798190" y="354073"/>
                  </a:lnTo>
                  <a:lnTo>
                    <a:pt x="2807934" y="339926"/>
                  </a:lnTo>
                  <a:lnTo>
                    <a:pt x="2817693" y="385830"/>
                  </a:lnTo>
                  <a:lnTo>
                    <a:pt x="2827437" y="373370"/>
                  </a:lnTo>
                  <a:lnTo>
                    <a:pt x="2837196" y="349958"/>
                  </a:lnTo>
                  <a:lnTo>
                    <a:pt x="2846940" y="312171"/>
                  </a:lnTo>
                  <a:lnTo>
                    <a:pt x="2856684" y="324297"/>
                  </a:lnTo>
                  <a:lnTo>
                    <a:pt x="2866442" y="335248"/>
                  </a:lnTo>
                  <a:lnTo>
                    <a:pt x="2876186" y="355424"/>
                  </a:lnTo>
                  <a:lnTo>
                    <a:pt x="2885945" y="330272"/>
                  </a:lnTo>
                  <a:lnTo>
                    <a:pt x="2895689" y="321824"/>
                  </a:lnTo>
                  <a:lnTo>
                    <a:pt x="2905433" y="311679"/>
                  </a:lnTo>
                  <a:lnTo>
                    <a:pt x="2915192" y="32227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1" name="Freeform 1190">
              <a:extLst>
                <a:ext uri="{FF2B5EF4-FFF2-40B4-BE49-F238E27FC236}">
                  <a16:creationId xmlns:a16="http://schemas.microsoft.com/office/drawing/2014/main" id="{B05F7FA4-D223-58AA-0503-D9D1F99256E7}"/>
                </a:ext>
              </a:extLst>
            </p:cNvPr>
            <p:cNvSpPr/>
            <p:nvPr/>
          </p:nvSpPr>
          <p:spPr>
            <a:xfrm>
              <a:off x="4426652" y="3375474"/>
              <a:ext cx="2915191" cy="532072"/>
            </a:xfrm>
            <a:custGeom>
              <a:avLst/>
              <a:gdLst>
                <a:gd name="connsiteX0" fmla="*/ 0 w 2915191"/>
                <a:gd name="connsiteY0" fmla="*/ 240580 h 532072"/>
                <a:gd name="connsiteX1" fmla="*/ 9750 w 2915191"/>
                <a:gd name="connsiteY1" fmla="*/ 250412 h 532072"/>
                <a:gd name="connsiteX2" fmla="*/ 19500 w 2915191"/>
                <a:gd name="connsiteY2" fmla="*/ 255364 h 532072"/>
                <a:gd name="connsiteX3" fmla="*/ 29250 w 2915191"/>
                <a:gd name="connsiteY3" fmla="*/ 267733 h 532072"/>
                <a:gd name="connsiteX4" fmla="*/ 39000 w 2915191"/>
                <a:gd name="connsiteY4" fmla="*/ 277239 h 532072"/>
                <a:gd name="connsiteX5" fmla="*/ 48749 w 2915191"/>
                <a:gd name="connsiteY5" fmla="*/ 304191 h 532072"/>
                <a:gd name="connsiteX6" fmla="*/ 58499 w 2915191"/>
                <a:gd name="connsiteY6" fmla="*/ 315012 h 532072"/>
                <a:gd name="connsiteX7" fmla="*/ 68249 w 2915191"/>
                <a:gd name="connsiteY7" fmla="*/ 307265 h 532072"/>
                <a:gd name="connsiteX8" fmla="*/ 77998 w 2915191"/>
                <a:gd name="connsiteY8" fmla="*/ 312499 h 532072"/>
                <a:gd name="connsiteX9" fmla="*/ 87748 w 2915191"/>
                <a:gd name="connsiteY9" fmla="*/ 342106 h 532072"/>
                <a:gd name="connsiteX10" fmla="*/ 97497 w 2915191"/>
                <a:gd name="connsiteY10" fmla="*/ 343527 h 532072"/>
                <a:gd name="connsiteX11" fmla="*/ 107247 w 2915191"/>
                <a:gd name="connsiteY11" fmla="*/ 352882 h 532072"/>
                <a:gd name="connsiteX12" fmla="*/ 116997 w 2915191"/>
                <a:gd name="connsiteY12" fmla="*/ 362963 h 532072"/>
                <a:gd name="connsiteX13" fmla="*/ 126747 w 2915191"/>
                <a:gd name="connsiteY13" fmla="*/ 378766 h 532072"/>
                <a:gd name="connsiteX14" fmla="*/ 136497 w 2915191"/>
                <a:gd name="connsiteY14" fmla="*/ 374890 h 532072"/>
                <a:gd name="connsiteX15" fmla="*/ 146247 w 2915191"/>
                <a:gd name="connsiteY15" fmla="*/ 378251 h 532072"/>
                <a:gd name="connsiteX16" fmla="*/ 155997 w 2915191"/>
                <a:gd name="connsiteY16" fmla="*/ 386724 h 532072"/>
                <a:gd name="connsiteX17" fmla="*/ 165747 w 2915191"/>
                <a:gd name="connsiteY17" fmla="*/ 419646 h 532072"/>
                <a:gd name="connsiteX18" fmla="*/ 175497 w 2915191"/>
                <a:gd name="connsiteY18" fmla="*/ 425433 h 532072"/>
                <a:gd name="connsiteX19" fmla="*/ 185247 w 2915191"/>
                <a:gd name="connsiteY19" fmla="*/ 428755 h 532072"/>
                <a:gd name="connsiteX20" fmla="*/ 194996 w 2915191"/>
                <a:gd name="connsiteY20" fmla="*/ 422666 h 532072"/>
                <a:gd name="connsiteX21" fmla="*/ 204746 w 2915191"/>
                <a:gd name="connsiteY21" fmla="*/ 412605 h 532072"/>
                <a:gd name="connsiteX22" fmla="*/ 214495 w 2915191"/>
                <a:gd name="connsiteY22" fmla="*/ 450724 h 532072"/>
                <a:gd name="connsiteX23" fmla="*/ 224245 w 2915191"/>
                <a:gd name="connsiteY23" fmla="*/ 480582 h 532072"/>
                <a:gd name="connsiteX24" fmla="*/ 233995 w 2915191"/>
                <a:gd name="connsiteY24" fmla="*/ 496464 h 532072"/>
                <a:gd name="connsiteX25" fmla="*/ 243744 w 2915191"/>
                <a:gd name="connsiteY25" fmla="*/ 502583 h 532072"/>
                <a:gd name="connsiteX26" fmla="*/ 253494 w 2915191"/>
                <a:gd name="connsiteY26" fmla="*/ 495346 h 532072"/>
                <a:gd name="connsiteX27" fmla="*/ 263244 w 2915191"/>
                <a:gd name="connsiteY27" fmla="*/ 488919 h 532072"/>
                <a:gd name="connsiteX28" fmla="*/ 272994 w 2915191"/>
                <a:gd name="connsiteY28" fmla="*/ 465991 h 532072"/>
                <a:gd name="connsiteX29" fmla="*/ 282744 w 2915191"/>
                <a:gd name="connsiteY29" fmla="*/ 464371 h 532072"/>
                <a:gd name="connsiteX30" fmla="*/ 292494 w 2915191"/>
                <a:gd name="connsiteY30" fmla="*/ 445164 h 532072"/>
                <a:gd name="connsiteX31" fmla="*/ 302244 w 2915191"/>
                <a:gd name="connsiteY31" fmla="*/ 401887 h 532072"/>
                <a:gd name="connsiteX32" fmla="*/ 311994 w 2915191"/>
                <a:gd name="connsiteY32" fmla="*/ 399784 h 532072"/>
                <a:gd name="connsiteX33" fmla="*/ 321744 w 2915191"/>
                <a:gd name="connsiteY33" fmla="*/ 407498 h 532072"/>
                <a:gd name="connsiteX34" fmla="*/ 331493 w 2915191"/>
                <a:gd name="connsiteY34" fmla="*/ 413424 h 532072"/>
                <a:gd name="connsiteX35" fmla="*/ 341243 w 2915191"/>
                <a:gd name="connsiteY35" fmla="*/ 397749 h 532072"/>
                <a:gd name="connsiteX36" fmla="*/ 350993 w 2915191"/>
                <a:gd name="connsiteY36" fmla="*/ 415890 h 532072"/>
                <a:gd name="connsiteX37" fmla="*/ 360742 w 2915191"/>
                <a:gd name="connsiteY37" fmla="*/ 420530 h 532072"/>
                <a:gd name="connsiteX38" fmla="*/ 370492 w 2915191"/>
                <a:gd name="connsiteY38" fmla="*/ 425892 h 532072"/>
                <a:gd name="connsiteX39" fmla="*/ 380241 w 2915191"/>
                <a:gd name="connsiteY39" fmla="*/ 432133 h 532072"/>
                <a:gd name="connsiteX40" fmla="*/ 389991 w 2915191"/>
                <a:gd name="connsiteY40" fmla="*/ 431898 h 532072"/>
                <a:gd name="connsiteX41" fmla="*/ 399741 w 2915191"/>
                <a:gd name="connsiteY41" fmla="*/ 463218 h 532072"/>
                <a:gd name="connsiteX42" fmla="*/ 409491 w 2915191"/>
                <a:gd name="connsiteY42" fmla="*/ 441159 h 532072"/>
                <a:gd name="connsiteX43" fmla="*/ 419241 w 2915191"/>
                <a:gd name="connsiteY43" fmla="*/ 425941 h 532072"/>
                <a:gd name="connsiteX44" fmla="*/ 428991 w 2915191"/>
                <a:gd name="connsiteY44" fmla="*/ 466225 h 532072"/>
                <a:gd name="connsiteX45" fmla="*/ 438741 w 2915191"/>
                <a:gd name="connsiteY45" fmla="*/ 500376 h 532072"/>
                <a:gd name="connsiteX46" fmla="*/ 448491 w 2915191"/>
                <a:gd name="connsiteY46" fmla="*/ 480154 h 532072"/>
                <a:gd name="connsiteX47" fmla="*/ 458241 w 2915191"/>
                <a:gd name="connsiteY47" fmla="*/ 491884 h 532072"/>
                <a:gd name="connsiteX48" fmla="*/ 467991 w 2915191"/>
                <a:gd name="connsiteY48" fmla="*/ 500622 h 532072"/>
                <a:gd name="connsiteX49" fmla="*/ 477740 w 2915191"/>
                <a:gd name="connsiteY49" fmla="*/ 464853 h 532072"/>
                <a:gd name="connsiteX50" fmla="*/ 487490 w 2915191"/>
                <a:gd name="connsiteY50" fmla="*/ 477413 h 532072"/>
                <a:gd name="connsiteX51" fmla="*/ 497239 w 2915191"/>
                <a:gd name="connsiteY51" fmla="*/ 469734 h 532072"/>
                <a:gd name="connsiteX52" fmla="*/ 506989 w 2915191"/>
                <a:gd name="connsiteY52" fmla="*/ 477666 h 532072"/>
                <a:gd name="connsiteX53" fmla="*/ 516738 w 2915191"/>
                <a:gd name="connsiteY53" fmla="*/ 490464 h 532072"/>
                <a:gd name="connsiteX54" fmla="*/ 526488 w 2915191"/>
                <a:gd name="connsiteY54" fmla="*/ 517845 h 532072"/>
                <a:gd name="connsiteX55" fmla="*/ 536238 w 2915191"/>
                <a:gd name="connsiteY55" fmla="*/ 527953 h 532072"/>
                <a:gd name="connsiteX56" fmla="*/ 545988 w 2915191"/>
                <a:gd name="connsiteY56" fmla="*/ 532072 h 532072"/>
                <a:gd name="connsiteX57" fmla="*/ 555738 w 2915191"/>
                <a:gd name="connsiteY57" fmla="*/ 513726 h 532072"/>
                <a:gd name="connsiteX58" fmla="*/ 565488 w 2915191"/>
                <a:gd name="connsiteY58" fmla="*/ 508738 h 532072"/>
                <a:gd name="connsiteX59" fmla="*/ 575238 w 2915191"/>
                <a:gd name="connsiteY59" fmla="*/ 495461 h 532072"/>
                <a:gd name="connsiteX60" fmla="*/ 584988 w 2915191"/>
                <a:gd name="connsiteY60" fmla="*/ 469827 h 532072"/>
                <a:gd name="connsiteX61" fmla="*/ 594738 w 2915191"/>
                <a:gd name="connsiteY61" fmla="*/ 448333 h 532072"/>
                <a:gd name="connsiteX62" fmla="*/ 604488 w 2915191"/>
                <a:gd name="connsiteY62" fmla="*/ 442035 h 532072"/>
                <a:gd name="connsiteX63" fmla="*/ 614237 w 2915191"/>
                <a:gd name="connsiteY63" fmla="*/ 410744 h 532072"/>
                <a:gd name="connsiteX64" fmla="*/ 623987 w 2915191"/>
                <a:gd name="connsiteY64" fmla="*/ 380362 h 532072"/>
                <a:gd name="connsiteX65" fmla="*/ 633736 w 2915191"/>
                <a:gd name="connsiteY65" fmla="*/ 372248 h 532072"/>
                <a:gd name="connsiteX66" fmla="*/ 643486 w 2915191"/>
                <a:gd name="connsiteY66" fmla="*/ 367069 h 532072"/>
                <a:gd name="connsiteX67" fmla="*/ 653236 w 2915191"/>
                <a:gd name="connsiteY67" fmla="*/ 351182 h 532072"/>
                <a:gd name="connsiteX68" fmla="*/ 662985 w 2915191"/>
                <a:gd name="connsiteY68" fmla="*/ 346030 h 532072"/>
                <a:gd name="connsiteX69" fmla="*/ 672735 w 2915191"/>
                <a:gd name="connsiteY69" fmla="*/ 386085 h 532072"/>
                <a:gd name="connsiteX70" fmla="*/ 682485 w 2915191"/>
                <a:gd name="connsiteY70" fmla="*/ 397307 h 532072"/>
                <a:gd name="connsiteX71" fmla="*/ 692235 w 2915191"/>
                <a:gd name="connsiteY71" fmla="*/ 386932 h 532072"/>
                <a:gd name="connsiteX72" fmla="*/ 701985 w 2915191"/>
                <a:gd name="connsiteY72" fmla="*/ 350136 h 532072"/>
                <a:gd name="connsiteX73" fmla="*/ 711735 w 2915191"/>
                <a:gd name="connsiteY73" fmla="*/ 345327 h 532072"/>
                <a:gd name="connsiteX74" fmla="*/ 721485 w 2915191"/>
                <a:gd name="connsiteY74" fmla="*/ 344090 h 532072"/>
                <a:gd name="connsiteX75" fmla="*/ 731235 w 2915191"/>
                <a:gd name="connsiteY75" fmla="*/ 358656 h 532072"/>
                <a:gd name="connsiteX76" fmla="*/ 740985 w 2915191"/>
                <a:gd name="connsiteY76" fmla="*/ 387661 h 532072"/>
                <a:gd name="connsiteX77" fmla="*/ 750734 w 2915191"/>
                <a:gd name="connsiteY77" fmla="*/ 375124 h 532072"/>
                <a:gd name="connsiteX78" fmla="*/ 760484 w 2915191"/>
                <a:gd name="connsiteY78" fmla="*/ 356479 h 532072"/>
                <a:gd name="connsiteX79" fmla="*/ 770233 w 2915191"/>
                <a:gd name="connsiteY79" fmla="*/ 331508 h 532072"/>
                <a:gd name="connsiteX80" fmla="*/ 779983 w 2915191"/>
                <a:gd name="connsiteY80" fmla="*/ 322496 h 532072"/>
                <a:gd name="connsiteX81" fmla="*/ 789733 w 2915191"/>
                <a:gd name="connsiteY81" fmla="*/ 340023 h 532072"/>
                <a:gd name="connsiteX82" fmla="*/ 799482 w 2915191"/>
                <a:gd name="connsiteY82" fmla="*/ 354812 h 532072"/>
                <a:gd name="connsiteX83" fmla="*/ 809232 w 2915191"/>
                <a:gd name="connsiteY83" fmla="*/ 353849 h 532072"/>
                <a:gd name="connsiteX84" fmla="*/ 818982 w 2915191"/>
                <a:gd name="connsiteY84" fmla="*/ 351731 h 532072"/>
                <a:gd name="connsiteX85" fmla="*/ 828732 w 2915191"/>
                <a:gd name="connsiteY85" fmla="*/ 372616 h 532072"/>
                <a:gd name="connsiteX86" fmla="*/ 838482 w 2915191"/>
                <a:gd name="connsiteY86" fmla="*/ 347218 h 532072"/>
                <a:gd name="connsiteX87" fmla="*/ 848232 w 2915191"/>
                <a:gd name="connsiteY87" fmla="*/ 347350 h 532072"/>
                <a:gd name="connsiteX88" fmla="*/ 857982 w 2915191"/>
                <a:gd name="connsiteY88" fmla="*/ 331863 h 532072"/>
                <a:gd name="connsiteX89" fmla="*/ 867732 w 2915191"/>
                <a:gd name="connsiteY89" fmla="*/ 342772 h 532072"/>
                <a:gd name="connsiteX90" fmla="*/ 877482 w 2915191"/>
                <a:gd name="connsiteY90" fmla="*/ 344447 h 532072"/>
                <a:gd name="connsiteX91" fmla="*/ 887231 w 2915191"/>
                <a:gd name="connsiteY91" fmla="*/ 349372 h 532072"/>
                <a:gd name="connsiteX92" fmla="*/ 896981 w 2915191"/>
                <a:gd name="connsiteY92" fmla="*/ 336467 h 532072"/>
                <a:gd name="connsiteX93" fmla="*/ 906730 w 2915191"/>
                <a:gd name="connsiteY93" fmla="*/ 313026 h 532072"/>
                <a:gd name="connsiteX94" fmla="*/ 916480 w 2915191"/>
                <a:gd name="connsiteY94" fmla="*/ 286576 h 532072"/>
                <a:gd name="connsiteX95" fmla="*/ 926230 w 2915191"/>
                <a:gd name="connsiteY95" fmla="*/ 295176 h 532072"/>
                <a:gd name="connsiteX96" fmla="*/ 935979 w 2915191"/>
                <a:gd name="connsiteY96" fmla="*/ 270256 h 532072"/>
                <a:gd name="connsiteX97" fmla="*/ 945729 w 2915191"/>
                <a:gd name="connsiteY97" fmla="*/ 256240 h 532072"/>
                <a:gd name="connsiteX98" fmla="*/ 955479 w 2915191"/>
                <a:gd name="connsiteY98" fmla="*/ 273621 h 532072"/>
                <a:gd name="connsiteX99" fmla="*/ 965229 w 2915191"/>
                <a:gd name="connsiteY99" fmla="*/ 276515 h 532072"/>
                <a:gd name="connsiteX100" fmla="*/ 974979 w 2915191"/>
                <a:gd name="connsiteY100" fmla="*/ 294353 h 532072"/>
                <a:gd name="connsiteX101" fmla="*/ 984729 w 2915191"/>
                <a:gd name="connsiteY101" fmla="*/ 257989 h 532072"/>
                <a:gd name="connsiteX102" fmla="*/ 994474 w 2915191"/>
                <a:gd name="connsiteY102" fmla="*/ 252523 h 532072"/>
                <a:gd name="connsiteX103" fmla="*/ 1004233 w 2915191"/>
                <a:gd name="connsiteY103" fmla="*/ 247813 h 532072"/>
                <a:gd name="connsiteX104" fmla="*/ 1013977 w 2915191"/>
                <a:gd name="connsiteY104" fmla="*/ 236170 h 532072"/>
                <a:gd name="connsiteX105" fmla="*/ 1023721 w 2915191"/>
                <a:gd name="connsiteY105" fmla="*/ 243905 h 532072"/>
                <a:gd name="connsiteX106" fmla="*/ 1033480 w 2915191"/>
                <a:gd name="connsiteY106" fmla="*/ 209198 h 532072"/>
                <a:gd name="connsiteX107" fmla="*/ 1043224 w 2915191"/>
                <a:gd name="connsiteY107" fmla="*/ 218319 h 532072"/>
                <a:gd name="connsiteX108" fmla="*/ 1052983 w 2915191"/>
                <a:gd name="connsiteY108" fmla="*/ 208578 h 532072"/>
                <a:gd name="connsiteX109" fmla="*/ 1062727 w 2915191"/>
                <a:gd name="connsiteY109" fmla="*/ 227908 h 532072"/>
                <a:gd name="connsiteX110" fmla="*/ 1072471 w 2915191"/>
                <a:gd name="connsiteY110" fmla="*/ 221242 h 532072"/>
                <a:gd name="connsiteX111" fmla="*/ 1082230 w 2915191"/>
                <a:gd name="connsiteY111" fmla="*/ 224589 h 532072"/>
                <a:gd name="connsiteX112" fmla="*/ 1091973 w 2915191"/>
                <a:gd name="connsiteY112" fmla="*/ 228732 h 532072"/>
                <a:gd name="connsiteX113" fmla="*/ 1101732 w 2915191"/>
                <a:gd name="connsiteY113" fmla="*/ 190841 h 532072"/>
                <a:gd name="connsiteX114" fmla="*/ 1111476 w 2915191"/>
                <a:gd name="connsiteY114" fmla="*/ 196229 h 532072"/>
                <a:gd name="connsiteX115" fmla="*/ 1121220 w 2915191"/>
                <a:gd name="connsiteY115" fmla="*/ 187787 h 532072"/>
                <a:gd name="connsiteX116" fmla="*/ 1130979 w 2915191"/>
                <a:gd name="connsiteY116" fmla="*/ 186374 h 532072"/>
                <a:gd name="connsiteX117" fmla="*/ 1140723 w 2915191"/>
                <a:gd name="connsiteY117" fmla="*/ 176385 h 532072"/>
                <a:gd name="connsiteX118" fmla="*/ 1150482 w 2915191"/>
                <a:gd name="connsiteY118" fmla="*/ 198815 h 532072"/>
                <a:gd name="connsiteX119" fmla="*/ 1160226 w 2915191"/>
                <a:gd name="connsiteY119" fmla="*/ 170371 h 532072"/>
                <a:gd name="connsiteX120" fmla="*/ 1169969 w 2915191"/>
                <a:gd name="connsiteY120" fmla="*/ 136490 h 532072"/>
                <a:gd name="connsiteX121" fmla="*/ 1179728 w 2915191"/>
                <a:gd name="connsiteY121" fmla="*/ 130753 h 532072"/>
                <a:gd name="connsiteX122" fmla="*/ 1189472 w 2915191"/>
                <a:gd name="connsiteY122" fmla="*/ 122020 h 532072"/>
                <a:gd name="connsiteX123" fmla="*/ 1199231 w 2915191"/>
                <a:gd name="connsiteY123" fmla="*/ 113827 h 532072"/>
                <a:gd name="connsiteX124" fmla="*/ 1208975 w 2915191"/>
                <a:gd name="connsiteY124" fmla="*/ 111590 h 532072"/>
                <a:gd name="connsiteX125" fmla="*/ 1218719 w 2915191"/>
                <a:gd name="connsiteY125" fmla="*/ 123340 h 532072"/>
                <a:gd name="connsiteX126" fmla="*/ 1228478 w 2915191"/>
                <a:gd name="connsiteY126" fmla="*/ 163649 h 532072"/>
                <a:gd name="connsiteX127" fmla="*/ 1238222 w 2915191"/>
                <a:gd name="connsiteY127" fmla="*/ 158242 h 532072"/>
                <a:gd name="connsiteX128" fmla="*/ 1247966 w 2915191"/>
                <a:gd name="connsiteY128" fmla="*/ 161527 h 532072"/>
                <a:gd name="connsiteX129" fmla="*/ 1257725 w 2915191"/>
                <a:gd name="connsiteY129" fmla="*/ 167776 h 532072"/>
                <a:gd name="connsiteX130" fmla="*/ 1267469 w 2915191"/>
                <a:gd name="connsiteY130" fmla="*/ 178615 h 532072"/>
                <a:gd name="connsiteX131" fmla="*/ 1277227 w 2915191"/>
                <a:gd name="connsiteY131" fmla="*/ 200399 h 532072"/>
                <a:gd name="connsiteX132" fmla="*/ 1286971 w 2915191"/>
                <a:gd name="connsiteY132" fmla="*/ 176085 h 532072"/>
                <a:gd name="connsiteX133" fmla="*/ 1296715 w 2915191"/>
                <a:gd name="connsiteY133" fmla="*/ 154702 h 532072"/>
                <a:gd name="connsiteX134" fmla="*/ 1306474 w 2915191"/>
                <a:gd name="connsiteY134" fmla="*/ 159207 h 532072"/>
                <a:gd name="connsiteX135" fmla="*/ 1316218 w 2915191"/>
                <a:gd name="connsiteY135" fmla="*/ 142178 h 532072"/>
                <a:gd name="connsiteX136" fmla="*/ 1325977 w 2915191"/>
                <a:gd name="connsiteY136" fmla="*/ 165459 h 532072"/>
                <a:gd name="connsiteX137" fmla="*/ 1335721 w 2915191"/>
                <a:gd name="connsiteY137" fmla="*/ 129076 h 532072"/>
                <a:gd name="connsiteX138" fmla="*/ 1345465 w 2915191"/>
                <a:gd name="connsiteY138" fmla="*/ 161362 h 532072"/>
                <a:gd name="connsiteX139" fmla="*/ 1355224 w 2915191"/>
                <a:gd name="connsiteY139" fmla="*/ 139480 h 532072"/>
                <a:gd name="connsiteX140" fmla="*/ 1364967 w 2915191"/>
                <a:gd name="connsiteY140" fmla="*/ 118284 h 532072"/>
                <a:gd name="connsiteX141" fmla="*/ 1374726 w 2915191"/>
                <a:gd name="connsiteY141" fmla="*/ 114502 h 532072"/>
                <a:gd name="connsiteX142" fmla="*/ 1384470 w 2915191"/>
                <a:gd name="connsiteY142" fmla="*/ 116805 h 532072"/>
                <a:gd name="connsiteX143" fmla="*/ 1394214 w 2915191"/>
                <a:gd name="connsiteY143" fmla="*/ 138675 h 532072"/>
                <a:gd name="connsiteX144" fmla="*/ 1403973 w 2915191"/>
                <a:gd name="connsiteY144" fmla="*/ 148158 h 532072"/>
                <a:gd name="connsiteX145" fmla="*/ 1413717 w 2915191"/>
                <a:gd name="connsiteY145" fmla="*/ 122917 h 532072"/>
                <a:gd name="connsiteX146" fmla="*/ 1423476 w 2915191"/>
                <a:gd name="connsiteY146" fmla="*/ 114041 h 532072"/>
                <a:gd name="connsiteX147" fmla="*/ 1433220 w 2915191"/>
                <a:gd name="connsiteY147" fmla="*/ 114527 h 532072"/>
                <a:gd name="connsiteX148" fmla="*/ 1442964 w 2915191"/>
                <a:gd name="connsiteY148" fmla="*/ 128010 h 532072"/>
                <a:gd name="connsiteX149" fmla="*/ 1452722 w 2915191"/>
                <a:gd name="connsiteY149" fmla="*/ 101338 h 532072"/>
                <a:gd name="connsiteX150" fmla="*/ 1462466 w 2915191"/>
                <a:gd name="connsiteY150" fmla="*/ 93610 h 532072"/>
                <a:gd name="connsiteX151" fmla="*/ 1472225 w 2915191"/>
                <a:gd name="connsiteY151" fmla="*/ 123493 h 532072"/>
                <a:gd name="connsiteX152" fmla="*/ 1481969 w 2915191"/>
                <a:gd name="connsiteY152" fmla="*/ 103013 h 532072"/>
                <a:gd name="connsiteX153" fmla="*/ 1491713 w 2915191"/>
                <a:gd name="connsiteY153" fmla="*/ 124831 h 532072"/>
                <a:gd name="connsiteX154" fmla="*/ 1501472 w 2915191"/>
                <a:gd name="connsiteY154" fmla="*/ 157205 h 532072"/>
                <a:gd name="connsiteX155" fmla="*/ 1511216 w 2915191"/>
                <a:gd name="connsiteY155" fmla="*/ 194225 h 532072"/>
                <a:gd name="connsiteX156" fmla="*/ 1520960 w 2915191"/>
                <a:gd name="connsiteY156" fmla="*/ 177550 h 532072"/>
                <a:gd name="connsiteX157" fmla="*/ 1530719 w 2915191"/>
                <a:gd name="connsiteY157" fmla="*/ 187416 h 532072"/>
                <a:gd name="connsiteX158" fmla="*/ 1540463 w 2915191"/>
                <a:gd name="connsiteY158" fmla="*/ 165566 h 532072"/>
                <a:gd name="connsiteX159" fmla="*/ 1550221 w 2915191"/>
                <a:gd name="connsiteY159" fmla="*/ 190840 h 532072"/>
                <a:gd name="connsiteX160" fmla="*/ 1559965 w 2915191"/>
                <a:gd name="connsiteY160" fmla="*/ 157953 h 532072"/>
                <a:gd name="connsiteX161" fmla="*/ 1569709 w 2915191"/>
                <a:gd name="connsiteY161" fmla="*/ 137488 h 532072"/>
                <a:gd name="connsiteX162" fmla="*/ 1579468 w 2915191"/>
                <a:gd name="connsiteY162" fmla="*/ 131428 h 532072"/>
                <a:gd name="connsiteX163" fmla="*/ 1589212 w 2915191"/>
                <a:gd name="connsiteY163" fmla="*/ 142741 h 532072"/>
                <a:gd name="connsiteX164" fmla="*/ 1598971 w 2915191"/>
                <a:gd name="connsiteY164" fmla="*/ 147129 h 532072"/>
                <a:gd name="connsiteX165" fmla="*/ 1608715 w 2915191"/>
                <a:gd name="connsiteY165" fmla="*/ 152016 h 532072"/>
                <a:gd name="connsiteX166" fmla="*/ 1618459 w 2915191"/>
                <a:gd name="connsiteY166" fmla="*/ 133380 h 532072"/>
                <a:gd name="connsiteX167" fmla="*/ 1628218 w 2915191"/>
                <a:gd name="connsiteY167" fmla="*/ 174165 h 532072"/>
                <a:gd name="connsiteX168" fmla="*/ 1637962 w 2915191"/>
                <a:gd name="connsiteY168" fmla="*/ 162284 h 532072"/>
                <a:gd name="connsiteX169" fmla="*/ 1647720 w 2915191"/>
                <a:gd name="connsiteY169" fmla="*/ 158087 h 532072"/>
                <a:gd name="connsiteX170" fmla="*/ 1657464 w 2915191"/>
                <a:gd name="connsiteY170" fmla="*/ 170125 h 532072"/>
                <a:gd name="connsiteX171" fmla="*/ 1667208 w 2915191"/>
                <a:gd name="connsiteY171" fmla="*/ 129712 h 532072"/>
                <a:gd name="connsiteX172" fmla="*/ 1676967 w 2915191"/>
                <a:gd name="connsiteY172" fmla="*/ 132999 h 532072"/>
                <a:gd name="connsiteX173" fmla="*/ 1686711 w 2915191"/>
                <a:gd name="connsiteY173" fmla="*/ 154300 h 532072"/>
                <a:gd name="connsiteX174" fmla="*/ 1696470 w 2915191"/>
                <a:gd name="connsiteY174" fmla="*/ 141759 h 532072"/>
                <a:gd name="connsiteX175" fmla="*/ 1706214 w 2915191"/>
                <a:gd name="connsiteY175" fmla="*/ 137866 h 532072"/>
                <a:gd name="connsiteX176" fmla="*/ 1715958 w 2915191"/>
                <a:gd name="connsiteY176" fmla="*/ 130700 h 532072"/>
                <a:gd name="connsiteX177" fmla="*/ 1725716 w 2915191"/>
                <a:gd name="connsiteY177" fmla="*/ 131259 h 532072"/>
                <a:gd name="connsiteX178" fmla="*/ 1735460 w 2915191"/>
                <a:gd name="connsiteY178" fmla="*/ 130518 h 532072"/>
                <a:gd name="connsiteX179" fmla="*/ 1745219 w 2915191"/>
                <a:gd name="connsiteY179" fmla="*/ 110062 h 532072"/>
                <a:gd name="connsiteX180" fmla="*/ 1754963 w 2915191"/>
                <a:gd name="connsiteY180" fmla="*/ 113858 h 532072"/>
                <a:gd name="connsiteX181" fmla="*/ 1764707 w 2915191"/>
                <a:gd name="connsiteY181" fmla="*/ 109208 h 532072"/>
                <a:gd name="connsiteX182" fmla="*/ 1774466 w 2915191"/>
                <a:gd name="connsiteY182" fmla="*/ 100075 h 532072"/>
                <a:gd name="connsiteX183" fmla="*/ 1784210 w 2915191"/>
                <a:gd name="connsiteY183" fmla="*/ 119034 h 532072"/>
                <a:gd name="connsiteX184" fmla="*/ 1793969 w 2915191"/>
                <a:gd name="connsiteY184" fmla="*/ 92021 h 532072"/>
                <a:gd name="connsiteX185" fmla="*/ 1803713 w 2915191"/>
                <a:gd name="connsiteY185" fmla="*/ 70637 h 532072"/>
                <a:gd name="connsiteX186" fmla="*/ 1813457 w 2915191"/>
                <a:gd name="connsiteY186" fmla="*/ 53468 h 532072"/>
                <a:gd name="connsiteX187" fmla="*/ 1823215 w 2915191"/>
                <a:gd name="connsiteY187" fmla="*/ 26869 h 532072"/>
                <a:gd name="connsiteX188" fmla="*/ 1832959 w 2915191"/>
                <a:gd name="connsiteY188" fmla="*/ 41197 h 532072"/>
                <a:gd name="connsiteX189" fmla="*/ 1842703 w 2915191"/>
                <a:gd name="connsiteY189" fmla="*/ 43118 h 532072"/>
                <a:gd name="connsiteX190" fmla="*/ 1852462 w 2915191"/>
                <a:gd name="connsiteY190" fmla="*/ 41999 h 532072"/>
                <a:gd name="connsiteX191" fmla="*/ 1862206 w 2915191"/>
                <a:gd name="connsiteY191" fmla="*/ 26362 h 532072"/>
                <a:gd name="connsiteX192" fmla="*/ 1871965 w 2915191"/>
                <a:gd name="connsiteY192" fmla="*/ 22025 h 532072"/>
                <a:gd name="connsiteX193" fmla="*/ 1881709 w 2915191"/>
                <a:gd name="connsiteY193" fmla="*/ 0 h 532072"/>
                <a:gd name="connsiteX194" fmla="*/ 1891453 w 2915191"/>
                <a:gd name="connsiteY194" fmla="*/ 10140 h 532072"/>
                <a:gd name="connsiteX195" fmla="*/ 1901212 w 2915191"/>
                <a:gd name="connsiteY195" fmla="*/ 65959 h 532072"/>
                <a:gd name="connsiteX196" fmla="*/ 1910956 w 2915191"/>
                <a:gd name="connsiteY196" fmla="*/ 62099 h 532072"/>
                <a:gd name="connsiteX197" fmla="*/ 1920714 w 2915191"/>
                <a:gd name="connsiteY197" fmla="*/ 89626 h 532072"/>
                <a:gd name="connsiteX198" fmla="*/ 1930458 w 2915191"/>
                <a:gd name="connsiteY198" fmla="*/ 77339 h 532072"/>
                <a:gd name="connsiteX199" fmla="*/ 1940202 w 2915191"/>
                <a:gd name="connsiteY199" fmla="*/ 81319 h 532072"/>
                <a:gd name="connsiteX200" fmla="*/ 1949961 w 2915191"/>
                <a:gd name="connsiteY200" fmla="*/ 121559 h 532072"/>
                <a:gd name="connsiteX201" fmla="*/ 1959705 w 2915191"/>
                <a:gd name="connsiteY201" fmla="*/ 93975 h 532072"/>
                <a:gd name="connsiteX202" fmla="*/ 1969464 w 2915191"/>
                <a:gd name="connsiteY202" fmla="*/ 93971 h 532072"/>
                <a:gd name="connsiteX203" fmla="*/ 1979208 w 2915191"/>
                <a:gd name="connsiteY203" fmla="*/ 118365 h 532072"/>
                <a:gd name="connsiteX204" fmla="*/ 1988952 w 2915191"/>
                <a:gd name="connsiteY204" fmla="*/ 118098 h 532072"/>
                <a:gd name="connsiteX205" fmla="*/ 1998711 w 2915191"/>
                <a:gd name="connsiteY205" fmla="*/ 115399 h 532072"/>
                <a:gd name="connsiteX206" fmla="*/ 2008454 w 2915191"/>
                <a:gd name="connsiteY206" fmla="*/ 96297 h 532072"/>
                <a:gd name="connsiteX207" fmla="*/ 2018213 w 2915191"/>
                <a:gd name="connsiteY207" fmla="*/ 54429 h 532072"/>
                <a:gd name="connsiteX208" fmla="*/ 2027957 w 2915191"/>
                <a:gd name="connsiteY208" fmla="*/ 62926 h 532072"/>
                <a:gd name="connsiteX209" fmla="*/ 2037701 w 2915191"/>
                <a:gd name="connsiteY209" fmla="*/ 81271 h 532072"/>
                <a:gd name="connsiteX210" fmla="*/ 2047460 w 2915191"/>
                <a:gd name="connsiteY210" fmla="*/ 118840 h 532072"/>
                <a:gd name="connsiteX211" fmla="*/ 2057204 w 2915191"/>
                <a:gd name="connsiteY211" fmla="*/ 131759 h 532072"/>
                <a:gd name="connsiteX212" fmla="*/ 2066963 w 2915191"/>
                <a:gd name="connsiteY212" fmla="*/ 151917 h 532072"/>
                <a:gd name="connsiteX213" fmla="*/ 2076707 w 2915191"/>
                <a:gd name="connsiteY213" fmla="*/ 188550 h 532072"/>
                <a:gd name="connsiteX214" fmla="*/ 2086451 w 2915191"/>
                <a:gd name="connsiteY214" fmla="*/ 198159 h 532072"/>
                <a:gd name="connsiteX215" fmla="*/ 2096210 w 2915191"/>
                <a:gd name="connsiteY215" fmla="*/ 214052 h 532072"/>
                <a:gd name="connsiteX216" fmla="*/ 2105954 w 2915191"/>
                <a:gd name="connsiteY216" fmla="*/ 211113 h 532072"/>
                <a:gd name="connsiteX217" fmla="*/ 2115697 w 2915191"/>
                <a:gd name="connsiteY217" fmla="*/ 198082 h 532072"/>
                <a:gd name="connsiteX218" fmla="*/ 2125456 w 2915191"/>
                <a:gd name="connsiteY218" fmla="*/ 217042 h 532072"/>
                <a:gd name="connsiteX219" fmla="*/ 2135200 w 2915191"/>
                <a:gd name="connsiteY219" fmla="*/ 209347 h 532072"/>
                <a:gd name="connsiteX220" fmla="*/ 2144959 w 2915191"/>
                <a:gd name="connsiteY220" fmla="*/ 214743 h 532072"/>
                <a:gd name="connsiteX221" fmla="*/ 2154703 w 2915191"/>
                <a:gd name="connsiteY221" fmla="*/ 230971 h 532072"/>
                <a:gd name="connsiteX222" fmla="*/ 2164447 w 2915191"/>
                <a:gd name="connsiteY222" fmla="*/ 226627 h 532072"/>
                <a:gd name="connsiteX223" fmla="*/ 2174206 w 2915191"/>
                <a:gd name="connsiteY223" fmla="*/ 220554 h 532072"/>
                <a:gd name="connsiteX224" fmla="*/ 2183950 w 2915191"/>
                <a:gd name="connsiteY224" fmla="*/ 237752 h 532072"/>
                <a:gd name="connsiteX225" fmla="*/ 2193709 w 2915191"/>
                <a:gd name="connsiteY225" fmla="*/ 233912 h 532072"/>
                <a:gd name="connsiteX226" fmla="*/ 2203452 w 2915191"/>
                <a:gd name="connsiteY226" fmla="*/ 272742 h 532072"/>
                <a:gd name="connsiteX227" fmla="*/ 2213196 w 2915191"/>
                <a:gd name="connsiteY227" fmla="*/ 268268 h 532072"/>
                <a:gd name="connsiteX228" fmla="*/ 2222955 w 2915191"/>
                <a:gd name="connsiteY228" fmla="*/ 263129 h 532072"/>
                <a:gd name="connsiteX229" fmla="*/ 2232699 w 2915191"/>
                <a:gd name="connsiteY229" fmla="*/ 242493 h 532072"/>
                <a:gd name="connsiteX230" fmla="*/ 2242458 w 2915191"/>
                <a:gd name="connsiteY230" fmla="*/ 260042 h 532072"/>
                <a:gd name="connsiteX231" fmla="*/ 2252202 w 2915191"/>
                <a:gd name="connsiteY231" fmla="*/ 283450 h 532072"/>
                <a:gd name="connsiteX232" fmla="*/ 2261946 w 2915191"/>
                <a:gd name="connsiteY232" fmla="*/ 291542 h 532072"/>
                <a:gd name="connsiteX233" fmla="*/ 2271705 w 2915191"/>
                <a:gd name="connsiteY233" fmla="*/ 285026 h 532072"/>
                <a:gd name="connsiteX234" fmla="*/ 2281449 w 2915191"/>
                <a:gd name="connsiteY234" fmla="*/ 258564 h 532072"/>
                <a:gd name="connsiteX235" fmla="*/ 2291208 w 2915191"/>
                <a:gd name="connsiteY235" fmla="*/ 254099 h 532072"/>
                <a:gd name="connsiteX236" fmla="*/ 2300951 w 2915191"/>
                <a:gd name="connsiteY236" fmla="*/ 245432 h 532072"/>
                <a:gd name="connsiteX237" fmla="*/ 2310695 w 2915191"/>
                <a:gd name="connsiteY237" fmla="*/ 247569 h 532072"/>
                <a:gd name="connsiteX238" fmla="*/ 2320454 w 2915191"/>
                <a:gd name="connsiteY238" fmla="*/ 232511 h 532072"/>
                <a:gd name="connsiteX239" fmla="*/ 2330198 w 2915191"/>
                <a:gd name="connsiteY239" fmla="*/ 279892 h 532072"/>
                <a:gd name="connsiteX240" fmla="*/ 2339957 w 2915191"/>
                <a:gd name="connsiteY240" fmla="*/ 285213 h 532072"/>
                <a:gd name="connsiteX241" fmla="*/ 2349701 w 2915191"/>
                <a:gd name="connsiteY241" fmla="*/ 327792 h 532072"/>
                <a:gd name="connsiteX242" fmla="*/ 2359445 w 2915191"/>
                <a:gd name="connsiteY242" fmla="*/ 301514 h 532072"/>
                <a:gd name="connsiteX243" fmla="*/ 2369204 w 2915191"/>
                <a:gd name="connsiteY243" fmla="*/ 281884 h 532072"/>
                <a:gd name="connsiteX244" fmla="*/ 2378948 w 2915191"/>
                <a:gd name="connsiteY244" fmla="*/ 275561 h 532072"/>
                <a:gd name="connsiteX245" fmla="*/ 2388692 w 2915191"/>
                <a:gd name="connsiteY245" fmla="*/ 306004 h 532072"/>
                <a:gd name="connsiteX246" fmla="*/ 2398450 w 2915191"/>
                <a:gd name="connsiteY246" fmla="*/ 324571 h 532072"/>
                <a:gd name="connsiteX247" fmla="*/ 2408194 w 2915191"/>
                <a:gd name="connsiteY247" fmla="*/ 325873 h 532072"/>
                <a:gd name="connsiteX248" fmla="*/ 2417953 w 2915191"/>
                <a:gd name="connsiteY248" fmla="*/ 292306 h 532072"/>
                <a:gd name="connsiteX249" fmla="*/ 2427697 w 2915191"/>
                <a:gd name="connsiteY249" fmla="*/ 326346 h 532072"/>
                <a:gd name="connsiteX250" fmla="*/ 2437441 w 2915191"/>
                <a:gd name="connsiteY250" fmla="*/ 285402 h 532072"/>
                <a:gd name="connsiteX251" fmla="*/ 2447200 w 2915191"/>
                <a:gd name="connsiteY251" fmla="*/ 274429 h 532072"/>
                <a:gd name="connsiteX252" fmla="*/ 2456944 w 2915191"/>
                <a:gd name="connsiteY252" fmla="*/ 259566 h 532072"/>
                <a:gd name="connsiteX253" fmla="*/ 2466703 w 2915191"/>
                <a:gd name="connsiteY253" fmla="*/ 295626 h 532072"/>
                <a:gd name="connsiteX254" fmla="*/ 2476446 w 2915191"/>
                <a:gd name="connsiteY254" fmla="*/ 293513 h 532072"/>
                <a:gd name="connsiteX255" fmla="*/ 2486190 w 2915191"/>
                <a:gd name="connsiteY255" fmla="*/ 295757 h 532072"/>
                <a:gd name="connsiteX256" fmla="*/ 2495949 w 2915191"/>
                <a:gd name="connsiteY256" fmla="*/ 282224 h 532072"/>
                <a:gd name="connsiteX257" fmla="*/ 2505693 w 2915191"/>
                <a:gd name="connsiteY257" fmla="*/ 271807 h 532072"/>
                <a:gd name="connsiteX258" fmla="*/ 2515452 w 2915191"/>
                <a:gd name="connsiteY258" fmla="*/ 271492 h 532072"/>
                <a:gd name="connsiteX259" fmla="*/ 2525196 w 2915191"/>
                <a:gd name="connsiteY259" fmla="*/ 258768 h 532072"/>
                <a:gd name="connsiteX260" fmla="*/ 2534940 w 2915191"/>
                <a:gd name="connsiteY260" fmla="*/ 252091 h 532072"/>
                <a:gd name="connsiteX261" fmla="*/ 2544699 w 2915191"/>
                <a:gd name="connsiteY261" fmla="*/ 241947 h 532072"/>
                <a:gd name="connsiteX262" fmla="*/ 2554443 w 2915191"/>
                <a:gd name="connsiteY262" fmla="*/ 254770 h 532072"/>
                <a:gd name="connsiteX263" fmla="*/ 2564202 w 2915191"/>
                <a:gd name="connsiteY263" fmla="*/ 240374 h 532072"/>
                <a:gd name="connsiteX264" fmla="*/ 2573946 w 2915191"/>
                <a:gd name="connsiteY264" fmla="*/ 253412 h 532072"/>
                <a:gd name="connsiteX265" fmla="*/ 2583690 w 2915191"/>
                <a:gd name="connsiteY265" fmla="*/ 221931 h 532072"/>
                <a:gd name="connsiteX266" fmla="*/ 2593448 w 2915191"/>
                <a:gd name="connsiteY266" fmla="*/ 218981 h 532072"/>
                <a:gd name="connsiteX267" fmla="*/ 2603192 w 2915191"/>
                <a:gd name="connsiteY267" fmla="*/ 202972 h 532072"/>
                <a:gd name="connsiteX268" fmla="*/ 2612951 w 2915191"/>
                <a:gd name="connsiteY268" fmla="*/ 242333 h 532072"/>
                <a:gd name="connsiteX269" fmla="*/ 2622695 w 2915191"/>
                <a:gd name="connsiteY269" fmla="*/ 264126 h 532072"/>
                <a:gd name="connsiteX270" fmla="*/ 2632439 w 2915191"/>
                <a:gd name="connsiteY270" fmla="*/ 271903 h 532072"/>
                <a:gd name="connsiteX271" fmla="*/ 2642198 w 2915191"/>
                <a:gd name="connsiteY271" fmla="*/ 242621 h 532072"/>
                <a:gd name="connsiteX272" fmla="*/ 2651942 w 2915191"/>
                <a:gd name="connsiteY272" fmla="*/ 266625 h 532072"/>
                <a:gd name="connsiteX273" fmla="*/ 2661685 w 2915191"/>
                <a:gd name="connsiteY273" fmla="*/ 260522 h 532072"/>
                <a:gd name="connsiteX274" fmla="*/ 2671444 w 2915191"/>
                <a:gd name="connsiteY274" fmla="*/ 258156 h 532072"/>
                <a:gd name="connsiteX275" fmla="*/ 2681188 w 2915191"/>
                <a:gd name="connsiteY275" fmla="*/ 292042 h 532072"/>
                <a:gd name="connsiteX276" fmla="*/ 2690947 w 2915191"/>
                <a:gd name="connsiteY276" fmla="*/ 305851 h 532072"/>
                <a:gd name="connsiteX277" fmla="*/ 2700691 w 2915191"/>
                <a:gd name="connsiteY277" fmla="*/ 271337 h 532072"/>
                <a:gd name="connsiteX278" fmla="*/ 2710435 w 2915191"/>
                <a:gd name="connsiteY278" fmla="*/ 248223 h 532072"/>
                <a:gd name="connsiteX279" fmla="*/ 2720194 w 2915191"/>
                <a:gd name="connsiteY279" fmla="*/ 226314 h 532072"/>
                <a:gd name="connsiteX280" fmla="*/ 2729938 w 2915191"/>
                <a:gd name="connsiteY280" fmla="*/ 211151 h 532072"/>
                <a:gd name="connsiteX281" fmla="*/ 2739697 w 2915191"/>
                <a:gd name="connsiteY281" fmla="*/ 206469 h 532072"/>
                <a:gd name="connsiteX282" fmla="*/ 2749441 w 2915191"/>
                <a:gd name="connsiteY282" fmla="*/ 206419 h 532072"/>
                <a:gd name="connsiteX283" fmla="*/ 2759185 w 2915191"/>
                <a:gd name="connsiteY283" fmla="*/ 205439 h 532072"/>
                <a:gd name="connsiteX284" fmla="*/ 2768943 w 2915191"/>
                <a:gd name="connsiteY284" fmla="*/ 234432 h 532072"/>
                <a:gd name="connsiteX285" fmla="*/ 2778687 w 2915191"/>
                <a:gd name="connsiteY285" fmla="*/ 251572 h 532072"/>
                <a:gd name="connsiteX286" fmla="*/ 2788446 w 2915191"/>
                <a:gd name="connsiteY286" fmla="*/ 246006 h 532072"/>
                <a:gd name="connsiteX287" fmla="*/ 2798190 w 2915191"/>
                <a:gd name="connsiteY287" fmla="*/ 234777 h 532072"/>
                <a:gd name="connsiteX288" fmla="*/ 2807934 w 2915191"/>
                <a:gd name="connsiteY288" fmla="*/ 253247 h 532072"/>
                <a:gd name="connsiteX289" fmla="*/ 2817693 w 2915191"/>
                <a:gd name="connsiteY289" fmla="*/ 265357 h 532072"/>
                <a:gd name="connsiteX290" fmla="*/ 2827437 w 2915191"/>
                <a:gd name="connsiteY290" fmla="*/ 272997 h 532072"/>
                <a:gd name="connsiteX291" fmla="*/ 2837196 w 2915191"/>
                <a:gd name="connsiteY291" fmla="*/ 247219 h 532072"/>
                <a:gd name="connsiteX292" fmla="*/ 2846940 w 2915191"/>
                <a:gd name="connsiteY292" fmla="*/ 273153 h 532072"/>
                <a:gd name="connsiteX293" fmla="*/ 2856684 w 2915191"/>
                <a:gd name="connsiteY293" fmla="*/ 264427 h 532072"/>
                <a:gd name="connsiteX294" fmla="*/ 2866442 w 2915191"/>
                <a:gd name="connsiteY294" fmla="*/ 225459 h 532072"/>
                <a:gd name="connsiteX295" fmla="*/ 2876186 w 2915191"/>
                <a:gd name="connsiteY295" fmla="*/ 240069 h 532072"/>
                <a:gd name="connsiteX296" fmla="*/ 2885945 w 2915191"/>
                <a:gd name="connsiteY296" fmla="*/ 244509 h 532072"/>
                <a:gd name="connsiteX297" fmla="*/ 2895689 w 2915191"/>
                <a:gd name="connsiteY297" fmla="*/ 258695 h 532072"/>
                <a:gd name="connsiteX298" fmla="*/ 2905433 w 2915191"/>
                <a:gd name="connsiteY298" fmla="*/ 242935 h 532072"/>
                <a:gd name="connsiteX299" fmla="*/ 2915192 w 2915191"/>
                <a:gd name="connsiteY299" fmla="*/ 244369 h 532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32072">
                  <a:moveTo>
                    <a:pt x="0" y="240580"/>
                  </a:moveTo>
                  <a:lnTo>
                    <a:pt x="9750" y="250412"/>
                  </a:lnTo>
                  <a:lnTo>
                    <a:pt x="19500" y="255364"/>
                  </a:lnTo>
                  <a:lnTo>
                    <a:pt x="29250" y="267733"/>
                  </a:lnTo>
                  <a:lnTo>
                    <a:pt x="39000" y="277239"/>
                  </a:lnTo>
                  <a:lnTo>
                    <a:pt x="48749" y="304191"/>
                  </a:lnTo>
                  <a:lnTo>
                    <a:pt x="58499" y="315012"/>
                  </a:lnTo>
                  <a:lnTo>
                    <a:pt x="68249" y="307265"/>
                  </a:lnTo>
                  <a:lnTo>
                    <a:pt x="77998" y="312499"/>
                  </a:lnTo>
                  <a:lnTo>
                    <a:pt x="87748" y="342106"/>
                  </a:lnTo>
                  <a:lnTo>
                    <a:pt x="97497" y="343527"/>
                  </a:lnTo>
                  <a:lnTo>
                    <a:pt x="107247" y="352882"/>
                  </a:lnTo>
                  <a:lnTo>
                    <a:pt x="116997" y="362963"/>
                  </a:lnTo>
                  <a:lnTo>
                    <a:pt x="126747" y="378766"/>
                  </a:lnTo>
                  <a:lnTo>
                    <a:pt x="136497" y="374890"/>
                  </a:lnTo>
                  <a:lnTo>
                    <a:pt x="146247" y="378251"/>
                  </a:lnTo>
                  <a:lnTo>
                    <a:pt x="155997" y="386724"/>
                  </a:lnTo>
                  <a:lnTo>
                    <a:pt x="165747" y="419646"/>
                  </a:lnTo>
                  <a:lnTo>
                    <a:pt x="175497" y="425433"/>
                  </a:lnTo>
                  <a:lnTo>
                    <a:pt x="185247" y="428755"/>
                  </a:lnTo>
                  <a:lnTo>
                    <a:pt x="194996" y="422666"/>
                  </a:lnTo>
                  <a:lnTo>
                    <a:pt x="204746" y="412605"/>
                  </a:lnTo>
                  <a:lnTo>
                    <a:pt x="214495" y="450724"/>
                  </a:lnTo>
                  <a:lnTo>
                    <a:pt x="224245" y="480582"/>
                  </a:lnTo>
                  <a:lnTo>
                    <a:pt x="233995" y="496464"/>
                  </a:lnTo>
                  <a:lnTo>
                    <a:pt x="243744" y="502583"/>
                  </a:lnTo>
                  <a:lnTo>
                    <a:pt x="253494" y="495346"/>
                  </a:lnTo>
                  <a:lnTo>
                    <a:pt x="263244" y="488919"/>
                  </a:lnTo>
                  <a:lnTo>
                    <a:pt x="272994" y="465991"/>
                  </a:lnTo>
                  <a:lnTo>
                    <a:pt x="282744" y="464371"/>
                  </a:lnTo>
                  <a:lnTo>
                    <a:pt x="292494" y="445164"/>
                  </a:lnTo>
                  <a:lnTo>
                    <a:pt x="302244" y="401887"/>
                  </a:lnTo>
                  <a:lnTo>
                    <a:pt x="311994" y="399784"/>
                  </a:lnTo>
                  <a:lnTo>
                    <a:pt x="321744" y="407498"/>
                  </a:lnTo>
                  <a:lnTo>
                    <a:pt x="331493" y="413424"/>
                  </a:lnTo>
                  <a:lnTo>
                    <a:pt x="341243" y="397749"/>
                  </a:lnTo>
                  <a:lnTo>
                    <a:pt x="350993" y="415890"/>
                  </a:lnTo>
                  <a:lnTo>
                    <a:pt x="360742" y="420530"/>
                  </a:lnTo>
                  <a:lnTo>
                    <a:pt x="370492" y="425892"/>
                  </a:lnTo>
                  <a:lnTo>
                    <a:pt x="380241" y="432133"/>
                  </a:lnTo>
                  <a:lnTo>
                    <a:pt x="389991" y="431898"/>
                  </a:lnTo>
                  <a:lnTo>
                    <a:pt x="399741" y="463218"/>
                  </a:lnTo>
                  <a:lnTo>
                    <a:pt x="409491" y="441159"/>
                  </a:lnTo>
                  <a:lnTo>
                    <a:pt x="419241" y="425941"/>
                  </a:lnTo>
                  <a:lnTo>
                    <a:pt x="428991" y="466225"/>
                  </a:lnTo>
                  <a:lnTo>
                    <a:pt x="438741" y="500376"/>
                  </a:lnTo>
                  <a:lnTo>
                    <a:pt x="448491" y="480154"/>
                  </a:lnTo>
                  <a:lnTo>
                    <a:pt x="458241" y="491884"/>
                  </a:lnTo>
                  <a:lnTo>
                    <a:pt x="467991" y="500622"/>
                  </a:lnTo>
                  <a:lnTo>
                    <a:pt x="477740" y="464853"/>
                  </a:lnTo>
                  <a:lnTo>
                    <a:pt x="487490" y="477413"/>
                  </a:lnTo>
                  <a:lnTo>
                    <a:pt x="497239" y="469734"/>
                  </a:lnTo>
                  <a:lnTo>
                    <a:pt x="506989" y="477666"/>
                  </a:lnTo>
                  <a:lnTo>
                    <a:pt x="516738" y="490464"/>
                  </a:lnTo>
                  <a:lnTo>
                    <a:pt x="526488" y="517845"/>
                  </a:lnTo>
                  <a:lnTo>
                    <a:pt x="536238" y="527953"/>
                  </a:lnTo>
                  <a:lnTo>
                    <a:pt x="545988" y="532072"/>
                  </a:lnTo>
                  <a:lnTo>
                    <a:pt x="555738" y="513726"/>
                  </a:lnTo>
                  <a:lnTo>
                    <a:pt x="565488" y="508738"/>
                  </a:lnTo>
                  <a:lnTo>
                    <a:pt x="575238" y="495461"/>
                  </a:lnTo>
                  <a:lnTo>
                    <a:pt x="584988" y="469827"/>
                  </a:lnTo>
                  <a:lnTo>
                    <a:pt x="594738" y="448333"/>
                  </a:lnTo>
                  <a:lnTo>
                    <a:pt x="604488" y="442035"/>
                  </a:lnTo>
                  <a:lnTo>
                    <a:pt x="614237" y="410744"/>
                  </a:lnTo>
                  <a:lnTo>
                    <a:pt x="623987" y="380362"/>
                  </a:lnTo>
                  <a:lnTo>
                    <a:pt x="633736" y="372248"/>
                  </a:lnTo>
                  <a:lnTo>
                    <a:pt x="643486" y="367069"/>
                  </a:lnTo>
                  <a:lnTo>
                    <a:pt x="653236" y="351182"/>
                  </a:lnTo>
                  <a:lnTo>
                    <a:pt x="662985" y="346030"/>
                  </a:lnTo>
                  <a:lnTo>
                    <a:pt x="672735" y="386085"/>
                  </a:lnTo>
                  <a:lnTo>
                    <a:pt x="682485" y="397307"/>
                  </a:lnTo>
                  <a:lnTo>
                    <a:pt x="692235" y="386932"/>
                  </a:lnTo>
                  <a:lnTo>
                    <a:pt x="701985" y="350136"/>
                  </a:lnTo>
                  <a:lnTo>
                    <a:pt x="711735" y="345327"/>
                  </a:lnTo>
                  <a:lnTo>
                    <a:pt x="721485" y="344090"/>
                  </a:lnTo>
                  <a:lnTo>
                    <a:pt x="731235" y="358656"/>
                  </a:lnTo>
                  <a:lnTo>
                    <a:pt x="740985" y="387661"/>
                  </a:lnTo>
                  <a:lnTo>
                    <a:pt x="750734" y="375124"/>
                  </a:lnTo>
                  <a:lnTo>
                    <a:pt x="760484" y="356479"/>
                  </a:lnTo>
                  <a:lnTo>
                    <a:pt x="770233" y="331508"/>
                  </a:lnTo>
                  <a:lnTo>
                    <a:pt x="779983" y="322496"/>
                  </a:lnTo>
                  <a:lnTo>
                    <a:pt x="789733" y="340023"/>
                  </a:lnTo>
                  <a:lnTo>
                    <a:pt x="799482" y="354812"/>
                  </a:lnTo>
                  <a:lnTo>
                    <a:pt x="809232" y="353849"/>
                  </a:lnTo>
                  <a:lnTo>
                    <a:pt x="818982" y="351731"/>
                  </a:lnTo>
                  <a:lnTo>
                    <a:pt x="828732" y="372616"/>
                  </a:lnTo>
                  <a:lnTo>
                    <a:pt x="838482" y="347218"/>
                  </a:lnTo>
                  <a:lnTo>
                    <a:pt x="848232" y="347350"/>
                  </a:lnTo>
                  <a:lnTo>
                    <a:pt x="857982" y="331863"/>
                  </a:lnTo>
                  <a:lnTo>
                    <a:pt x="867732" y="342772"/>
                  </a:lnTo>
                  <a:lnTo>
                    <a:pt x="877482" y="344447"/>
                  </a:lnTo>
                  <a:lnTo>
                    <a:pt x="887231" y="349372"/>
                  </a:lnTo>
                  <a:lnTo>
                    <a:pt x="896981" y="336467"/>
                  </a:lnTo>
                  <a:lnTo>
                    <a:pt x="906730" y="313026"/>
                  </a:lnTo>
                  <a:lnTo>
                    <a:pt x="916480" y="286576"/>
                  </a:lnTo>
                  <a:lnTo>
                    <a:pt x="926230" y="295176"/>
                  </a:lnTo>
                  <a:lnTo>
                    <a:pt x="935979" y="270256"/>
                  </a:lnTo>
                  <a:lnTo>
                    <a:pt x="945729" y="256240"/>
                  </a:lnTo>
                  <a:lnTo>
                    <a:pt x="955479" y="273621"/>
                  </a:lnTo>
                  <a:lnTo>
                    <a:pt x="965229" y="276515"/>
                  </a:lnTo>
                  <a:lnTo>
                    <a:pt x="974979" y="294353"/>
                  </a:lnTo>
                  <a:lnTo>
                    <a:pt x="984729" y="257989"/>
                  </a:lnTo>
                  <a:lnTo>
                    <a:pt x="994474" y="252523"/>
                  </a:lnTo>
                  <a:lnTo>
                    <a:pt x="1004233" y="247813"/>
                  </a:lnTo>
                  <a:lnTo>
                    <a:pt x="1013977" y="236170"/>
                  </a:lnTo>
                  <a:lnTo>
                    <a:pt x="1023721" y="243905"/>
                  </a:lnTo>
                  <a:lnTo>
                    <a:pt x="1033480" y="209198"/>
                  </a:lnTo>
                  <a:lnTo>
                    <a:pt x="1043224" y="218319"/>
                  </a:lnTo>
                  <a:lnTo>
                    <a:pt x="1052983" y="208578"/>
                  </a:lnTo>
                  <a:lnTo>
                    <a:pt x="1062727" y="227908"/>
                  </a:lnTo>
                  <a:lnTo>
                    <a:pt x="1072471" y="221242"/>
                  </a:lnTo>
                  <a:lnTo>
                    <a:pt x="1082230" y="224589"/>
                  </a:lnTo>
                  <a:lnTo>
                    <a:pt x="1091973" y="228732"/>
                  </a:lnTo>
                  <a:lnTo>
                    <a:pt x="1101732" y="190841"/>
                  </a:lnTo>
                  <a:lnTo>
                    <a:pt x="1111476" y="196229"/>
                  </a:lnTo>
                  <a:lnTo>
                    <a:pt x="1121220" y="187787"/>
                  </a:lnTo>
                  <a:lnTo>
                    <a:pt x="1130979" y="186374"/>
                  </a:lnTo>
                  <a:lnTo>
                    <a:pt x="1140723" y="176385"/>
                  </a:lnTo>
                  <a:lnTo>
                    <a:pt x="1150482" y="198815"/>
                  </a:lnTo>
                  <a:lnTo>
                    <a:pt x="1160226" y="170371"/>
                  </a:lnTo>
                  <a:lnTo>
                    <a:pt x="1169969" y="136490"/>
                  </a:lnTo>
                  <a:lnTo>
                    <a:pt x="1179728" y="130753"/>
                  </a:lnTo>
                  <a:lnTo>
                    <a:pt x="1189472" y="122020"/>
                  </a:lnTo>
                  <a:lnTo>
                    <a:pt x="1199231" y="113827"/>
                  </a:lnTo>
                  <a:lnTo>
                    <a:pt x="1208975" y="111590"/>
                  </a:lnTo>
                  <a:lnTo>
                    <a:pt x="1218719" y="123340"/>
                  </a:lnTo>
                  <a:lnTo>
                    <a:pt x="1228478" y="163649"/>
                  </a:lnTo>
                  <a:lnTo>
                    <a:pt x="1238222" y="158242"/>
                  </a:lnTo>
                  <a:lnTo>
                    <a:pt x="1247966" y="161527"/>
                  </a:lnTo>
                  <a:lnTo>
                    <a:pt x="1257725" y="167776"/>
                  </a:lnTo>
                  <a:lnTo>
                    <a:pt x="1267469" y="178615"/>
                  </a:lnTo>
                  <a:lnTo>
                    <a:pt x="1277227" y="200399"/>
                  </a:lnTo>
                  <a:lnTo>
                    <a:pt x="1286971" y="176085"/>
                  </a:lnTo>
                  <a:lnTo>
                    <a:pt x="1296715" y="154702"/>
                  </a:lnTo>
                  <a:lnTo>
                    <a:pt x="1306474" y="159207"/>
                  </a:lnTo>
                  <a:lnTo>
                    <a:pt x="1316218" y="142178"/>
                  </a:lnTo>
                  <a:lnTo>
                    <a:pt x="1325977" y="165459"/>
                  </a:lnTo>
                  <a:lnTo>
                    <a:pt x="1335721" y="129076"/>
                  </a:lnTo>
                  <a:lnTo>
                    <a:pt x="1345465" y="161362"/>
                  </a:lnTo>
                  <a:lnTo>
                    <a:pt x="1355224" y="139480"/>
                  </a:lnTo>
                  <a:lnTo>
                    <a:pt x="1364967" y="118284"/>
                  </a:lnTo>
                  <a:lnTo>
                    <a:pt x="1374726" y="114502"/>
                  </a:lnTo>
                  <a:lnTo>
                    <a:pt x="1384470" y="116805"/>
                  </a:lnTo>
                  <a:lnTo>
                    <a:pt x="1394214" y="138675"/>
                  </a:lnTo>
                  <a:lnTo>
                    <a:pt x="1403973" y="148158"/>
                  </a:lnTo>
                  <a:lnTo>
                    <a:pt x="1413717" y="122917"/>
                  </a:lnTo>
                  <a:lnTo>
                    <a:pt x="1423476" y="114041"/>
                  </a:lnTo>
                  <a:lnTo>
                    <a:pt x="1433220" y="114527"/>
                  </a:lnTo>
                  <a:lnTo>
                    <a:pt x="1442964" y="128010"/>
                  </a:lnTo>
                  <a:lnTo>
                    <a:pt x="1452722" y="101338"/>
                  </a:lnTo>
                  <a:lnTo>
                    <a:pt x="1462466" y="93610"/>
                  </a:lnTo>
                  <a:lnTo>
                    <a:pt x="1472225" y="123493"/>
                  </a:lnTo>
                  <a:lnTo>
                    <a:pt x="1481969" y="103013"/>
                  </a:lnTo>
                  <a:lnTo>
                    <a:pt x="1491713" y="124831"/>
                  </a:lnTo>
                  <a:lnTo>
                    <a:pt x="1501472" y="157205"/>
                  </a:lnTo>
                  <a:lnTo>
                    <a:pt x="1511216" y="194225"/>
                  </a:lnTo>
                  <a:lnTo>
                    <a:pt x="1520960" y="177550"/>
                  </a:lnTo>
                  <a:lnTo>
                    <a:pt x="1530719" y="187416"/>
                  </a:lnTo>
                  <a:lnTo>
                    <a:pt x="1540463" y="165566"/>
                  </a:lnTo>
                  <a:lnTo>
                    <a:pt x="1550221" y="190840"/>
                  </a:lnTo>
                  <a:lnTo>
                    <a:pt x="1559965" y="157953"/>
                  </a:lnTo>
                  <a:lnTo>
                    <a:pt x="1569709" y="137488"/>
                  </a:lnTo>
                  <a:lnTo>
                    <a:pt x="1579468" y="131428"/>
                  </a:lnTo>
                  <a:lnTo>
                    <a:pt x="1589212" y="142741"/>
                  </a:lnTo>
                  <a:lnTo>
                    <a:pt x="1598971" y="147129"/>
                  </a:lnTo>
                  <a:lnTo>
                    <a:pt x="1608715" y="152016"/>
                  </a:lnTo>
                  <a:lnTo>
                    <a:pt x="1618459" y="133380"/>
                  </a:lnTo>
                  <a:lnTo>
                    <a:pt x="1628218" y="174165"/>
                  </a:lnTo>
                  <a:lnTo>
                    <a:pt x="1637962" y="162284"/>
                  </a:lnTo>
                  <a:lnTo>
                    <a:pt x="1647720" y="158087"/>
                  </a:lnTo>
                  <a:lnTo>
                    <a:pt x="1657464" y="170125"/>
                  </a:lnTo>
                  <a:lnTo>
                    <a:pt x="1667208" y="129712"/>
                  </a:lnTo>
                  <a:lnTo>
                    <a:pt x="1676967" y="132999"/>
                  </a:lnTo>
                  <a:lnTo>
                    <a:pt x="1686711" y="154300"/>
                  </a:lnTo>
                  <a:lnTo>
                    <a:pt x="1696470" y="141759"/>
                  </a:lnTo>
                  <a:lnTo>
                    <a:pt x="1706214" y="137866"/>
                  </a:lnTo>
                  <a:lnTo>
                    <a:pt x="1715958" y="130700"/>
                  </a:lnTo>
                  <a:lnTo>
                    <a:pt x="1725716" y="131259"/>
                  </a:lnTo>
                  <a:lnTo>
                    <a:pt x="1735460" y="130518"/>
                  </a:lnTo>
                  <a:lnTo>
                    <a:pt x="1745219" y="110062"/>
                  </a:lnTo>
                  <a:lnTo>
                    <a:pt x="1754963" y="113858"/>
                  </a:lnTo>
                  <a:lnTo>
                    <a:pt x="1764707" y="109208"/>
                  </a:lnTo>
                  <a:lnTo>
                    <a:pt x="1774466" y="100075"/>
                  </a:lnTo>
                  <a:lnTo>
                    <a:pt x="1784210" y="119034"/>
                  </a:lnTo>
                  <a:lnTo>
                    <a:pt x="1793969" y="92021"/>
                  </a:lnTo>
                  <a:lnTo>
                    <a:pt x="1803713" y="70637"/>
                  </a:lnTo>
                  <a:lnTo>
                    <a:pt x="1813457" y="53468"/>
                  </a:lnTo>
                  <a:lnTo>
                    <a:pt x="1823215" y="26869"/>
                  </a:lnTo>
                  <a:lnTo>
                    <a:pt x="1832959" y="41197"/>
                  </a:lnTo>
                  <a:lnTo>
                    <a:pt x="1842703" y="43118"/>
                  </a:lnTo>
                  <a:lnTo>
                    <a:pt x="1852462" y="41999"/>
                  </a:lnTo>
                  <a:lnTo>
                    <a:pt x="1862206" y="26362"/>
                  </a:lnTo>
                  <a:lnTo>
                    <a:pt x="1871965" y="22025"/>
                  </a:lnTo>
                  <a:lnTo>
                    <a:pt x="1881709" y="0"/>
                  </a:lnTo>
                  <a:lnTo>
                    <a:pt x="1891453" y="10140"/>
                  </a:lnTo>
                  <a:lnTo>
                    <a:pt x="1901212" y="65959"/>
                  </a:lnTo>
                  <a:lnTo>
                    <a:pt x="1910956" y="62099"/>
                  </a:lnTo>
                  <a:lnTo>
                    <a:pt x="1920714" y="89626"/>
                  </a:lnTo>
                  <a:lnTo>
                    <a:pt x="1930458" y="77339"/>
                  </a:lnTo>
                  <a:lnTo>
                    <a:pt x="1940202" y="81319"/>
                  </a:lnTo>
                  <a:lnTo>
                    <a:pt x="1949961" y="121559"/>
                  </a:lnTo>
                  <a:lnTo>
                    <a:pt x="1959705" y="93975"/>
                  </a:lnTo>
                  <a:lnTo>
                    <a:pt x="1969464" y="93971"/>
                  </a:lnTo>
                  <a:lnTo>
                    <a:pt x="1979208" y="118365"/>
                  </a:lnTo>
                  <a:lnTo>
                    <a:pt x="1988952" y="118098"/>
                  </a:lnTo>
                  <a:lnTo>
                    <a:pt x="1998711" y="115399"/>
                  </a:lnTo>
                  <a:lnTo>
                    <a:pt x="2008454" y="96297"/>
                  </a:lnTo>
                  <a:lnTo>
                    <a:pt x="2018213" y="54429"/>
                  </a:lnTo>
                  <a:lnTo>
                    <a:pt x="2027957" y="62926"/>
                  </a:lnTo>
                  <a:lnTo>
                    <a:pt x="2037701" y="81271"/>
                  </a:lnTo>
                  <a:lnTo>
                    <a:pt x="2047460" y="118840"/>
                  </a:lnTo>
                  <a:lnTo>
                    <a:pt x="2057204" y="131759"/>
                  </a:lnTo>
                  <a:lnTo>
                    <a:pt x="2066963" y="151917"/>
                  </a:lnTo>
                  <a:lnTo>
                    <a:pt x="2076707" y="188550"/>
                  </a:lnTo>
                  <a:lnTo>
                    <a:pt x="2086451" y="198159"/>
                  </a:lnTo>
                  <a:lnTo>
                    <a:pt x="2096210" y="214052"/>
                  </a:lnTo>
                  <a:lnTo>
                    <a:pt x="2105954" y="211113"/>
                  </a:lnTo>
                  <a:lnTo>
                    <a:pt x="2115697" y="198082"/>
                  </a:lnTo>
                  <a:lnTo>
                    <a:pt x="2125456" y="217042"/>
                  </a:lnTo>
                  <a:lnTo>
                    <a:pt x="2135200" y="209347"/>
                  </a:lnTo>
                  <a:lnTo>
                    <a:pt x="2144959" y="214743"/>
                  </a:lnTo>
                  <a:lnTo>
                    <a:pt x="2154703" y="230971"/>
                  </a:lnTo>
                  <a:lnTo>
                    <a:pt x="2164447" y="226627"/>
                  </a:lnTo>
                  <a:lnTo>
                    <a:pt x="2174206" y="220554"/>
                  </a:lnTo>
                  <a:lnTo>
                    <a:pt x="2183950" y="237752"/>
                  </a:lnTo>
                  <a:lnTo>
                    <a:pt x="2193709" y="233912"/>
                  </a:lnTo>
                  <a:lnTo>
                    <a:pt x="2203452" y="272742"/>
                  </a:lnTo>
                  <a:lnTo>
                    <a:pt x="2213196" y="268268"/>
                  </a:lnTo>
                  <a:lnTo>
                    <a:pt x="2222955" y="263129"/>
                  </a:lnTo>
                  <a:lnTo>
                    <a:pt x="2232699" y="242493"/>
                  </a:lnTo>
                  <a:lnTo>
                    <a:pt x="2242458" y="260042"/>
                  </a:lnTo>
                  <a:lnTo>
                    <a:pt x="2252202" y="283450"/>
                  </a:lnTo>
                  <a:lnTo>
                    <a:pt x="2261946" y="291542"/>
                  </a:lnTo>
                  <a:lnTo>
                    <a:pt x="2271705" y="285026"/>
                  </a:lnTo>
                  <a:lnTo>
                    <a:pt x="2281449" y="258564"/>
                  </a:lnTo>
                  <a:lnTo>
                    <a:pt x="2291208" y="254099"/>
                  </a:lnTo>
                  <a:lnTo>
                    <a:pt x="2300951" y="245432"/>
                  </a:lnTo>
                  <a:lnTo>
                    <a:pt x="2310695" y="247569"/>
                  </a:lnTo>
                  <a:lnTo>
                    <a:pt x="2320454" y="232511"/>
                  </a:lnTo>
                  <a:lnTo>
                    <a:pt x="2330198" y="279892"/>
                  </a:lnTo>
                  <a:lnTo>
                    <a:pt x="2339957" y="285213"/>
                  </a:lnTo>
                  <a:lnTo>
                    <a:pt x="2349701" y="327792"/>
                  </a:lnTo>
                  <a:lnTo>
                    <a:pt x="2359445" y="301514"/>
                  </a:lnTo>
                  <a:lnTo>
                    <a:pt x="2369204" y="281884"/>
                  </a:lnTo>
                  <a:lnTo>
                    <a:pt x="2378948" y="275561"/>
                  </a:lnTo>
                  <a:lnTo>
                    <a:pt x="2388692" y="306004"/>
                  </a:lnTo>
                  <a:lnTo>
                    <a:pt x="2398450" y="324571"/>
                  </a:lnTo>
                  <a:lnTo>
                    <a:pt x="2408194" y="325873"/>
                  </a:lnTo>
                  <a:lnTo>
                    <a:pt x="2417953" y="292306"/>
                  </a:lnTo>
                  <a:lnTo>
                    <a:pt x="2427697" y="326346"/>
                  </a:lnTo>
                  <a:lnTo>
                    <a:pt x="2437441" y="285402"/>
                  </a:lnTo>
                  <a:lnTo>
                    <a:pt x="2447200" y="274429"/>
                  </a:lnTo>
                  <a:lnTo>
                    <a:pt x="2456944" y="259566"/>
                  </a:lnTo>
                  <a:lnTo>
                    <a:pt x="2466703" y="295626"/>
                  </a:lnTo>
                  <a:lnTo>
                    <a:pt x="2476446" y="293513"/>
                  </a:lnTo>
                  <a:lnTo>
                    <a:pt x="2486190" y="295757"/>
                  </a:lnTo>
                  <a:lnTo>
                    <a:pt x="2495949" y="282224"/>
                  </a:lnTo>
                  <a:lnTo>
                    <a:pt x="2505693" y="271807"/>
                  </a:lnTo>
                  <a:lnTo>
                    <a:pt x="2515452" y="271492"/>
                  </a:lnTo>
                  <a:lnTo>
                    <a:pt x="2525196" y="258768"/>
                  </a:lnTo>
                  <a:lnTo>
                    <a:pt x="2534940" y="252091"/>
                  </a:lnTo>
                  <a:lnTo>
                    <a:pt x="2544699" y="241947"/>
                  </a:lnTo>
                  <a:lnTo>
                    <a:pt x="2554443" y="254770"/>
                  </a:lnTo>
                  <a:lnTo>
                    <a:pt x="2564202" y="240374"/>
                  </a:lnTo>
                  <a:lnTo>
                    <a:pt x="2573946" y="253412"/>
                  </a:lnTo>
                  <a:lnTo>
                    <a:pt x="2583690" y="221931"/>
                  </a:lnTo>
                  <a:lnTo>
                    <a:pt x="2593448" y="218981"/>
                  </a:lnTo>
                  <a:lnTo>
                    <a:pt x="2603192" y="202972"/>
                  </a:lnTo>
                  <a:lnTo>
                    <a:pt x="2612951" y="242333"/>
                  </a:lnTo>
                  <a:lnTo>
                    <a:pt x="2622695" y="264126"/>
                  </a:lnTo>
                  <a:lnTo>
                    <a:pt x="2632439" y="271903"/>
                  </a:lnTo>
                  <a:lnTo>
                    <a:pt x="2642198" y="242621"/>
                  </a:lnTo>
                  <a:lnTo>
                    <a:pt x="2651942" y="266625"/>
                  </a:lnTo>
                  <a:lnTo>
                    <a:pt x="2661685" y="260522"/>
                  </a:lnTo>
                  <a:lnTo>
                    <a:pt x="2671444" y="258156"/>
                  </a:lnTo>
                  <a:lnTo>
                    <a:pt x="2681188" y="292042"/>
                  </a:lnTo>
                  <a:lnTo>
                    <a:pt x="2690947" y="305851"/>
                  </a:lnTo>
                  <a:lnTo>
                    <a:pt x="2700691" y="271337"/>
                  </a:lnTo>
                  <a:lnTo>
                    <a:pt x="2710435" y="248223"/>
                  </a:lnTo>
                  <a:lnTo>
                    <a:pt x="2720194" y="226314"/>
                  </a:lnTo>
                  <a:lnTo>
                    <a:pt x="2729938" y="211151"/>
                  </a:lnTo>
                  <a:lnTo>
                    <a:pt x="2739697" y="206469"/>
                  </a:lnTo>
                  <a:lnTo>
                    <a:pt x="2749441" y="206419"/>
                  </a:lnTo>
                  <a:lnTo>
                    <a:pt x="2759185" y="205439"/>
                  </a:lnTo>
                  <a:lnTo>
                    <a:pt x="2768943" y="234432"/>
                  </a:lnTo>
                  <a:lnTo>
                    <a:pt x="2778687" y="251572"/>
                  </a:lnTo>
                  <a:lnTo>
                    <a:pt x="2788446" y="246006"/>
                  </a:lnTo>
                  <a:lnTo>
                    <a:pt x="2798190" y="234777"/>
                  </a:lnTo>
                  <a:lnTo>
                    <a:pt x="2807934" y="253247"/>
                  </a:lnTo>
                  <a:lnTo>
                    <a:pt x="2817693" y="265357"/>
                  </a:lnTo>
                  <a:lnTo>
                    <a:pt x="2827437" y="272997"/>
                  </a:lnTo>
                  <a:lnTo>
                    <a:pt x="2837196" y="247219"/>
                  </a:lnTo>
                  <a:lnTo>
                    <a:pt x="2846940" y="273153"/>
                  </a:lnTo>
                  <a:lnTo>
                    <a:pt x="2856684" y="264427"/>
                  </a:lnTo>
                  <a:lnTo>
                    <a:pt x="2866442" y="225459"/>
                  </a:lnTo>
                  <a:lnTo>
                    <a:pt x="2876186" y="240069"/>
                  </a:lnTo>
                  <a:lnTo>
                    <a:pt x="2885945" y="244509"/>
                  </a:lnTo>
                  <a:lnTo>
                    <a:pt x="2895689" y="258695"/>
                  </a:lnTo>
                  <a:lnTo>
                    <a:pt x="2905433" y="242935"/>
                  </a:lnTo>
                  <a:lnTo>
                    <a:pt x="2915192" y="24436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2" name="Freeform 1191">
              <a:extLst>
                <a:ext uri="{FF2B5EF4-FFF2-40B4-BE49-F238E27FC236}">
                  <a16:creationId xmlns:a16="http://schemas.microsoft.com/office/drawing/2014/main" id="{56D3ED6D-6B02-8425-8BB0-169F99BFB25D}"/>
                </a:ext>
              </a:extLst>
            </p:cNvPr>
            <p:cNvSpPr/>
            <p:nvPr/>
          </p:nvSpPr>
          <p:spPr>
            <a:xfrm>
              <a:off x="4426652" y="3672364"/>
              <a:ext cx="2915191" cy="593877"/>
            </a:xfrm>
            <a:custGeom>
              <a:avLst/>
              <a:gdLst>
                <a:gd name="connsiteX0" fmla="*/ 0 w 2915191"/>
                <a:gd name="connsiteY0" fmla="*/ 291774 h 593877"/>
                <a:gd name="connsiteX1" fmla="*/ 9750 w 2915191"/>
                <a:gd name="connsiteY1" fmla="*/ 287468 h 593877"/>
                <a:gd name="connsiteX2" fmla="*/ 19500 w 2915191"/>
                <a:gd name="connsiteY2" fmla="*/ 310066 h 593877"/>
                <a:gd name="connsiteX3" fmla="*/ 29250 w 2915191"/>
                <a:gd name="connsiteY3" fmla="*/ 312150 h 593877"/>
                <a:gd name="connsiteX4" fmla="*/ 39000 w 2915191"/>
                <a:gd name="connsiteY4" fmla="*/ 343769 h 593877"/>
                <a:gd name="connsiteX5" fmla="*/ 48749 w 2915191"/>
                <a:gd name="connsiteY5" fmla="*/ 363018 h 593877"/>
                <a:gd name="connsiteX6" fmla="*/ 58499 w 2915191"/>
                <a:gd name="connsiteY6" fmla="*/ 357938 h 593877"/>
                <a:gd name="connsiteX7" fmla="*/ 68249 w 2915191"/>
                <a:gd name="connsiteY7" fmla="*/ 354466 h 593877"/>
                <a:gd name="connsiteX8" fmla="*/ 77998 w 2915191"/>
                <a:gd name="connsiteY8" fmla="*/ 373045 h 593877"/>
                <a:gd name="connsiteX9" fmla="*/ 87748 w 2915191"/>
                <a:gd name="connsiteY9" fmla="*/ 402679 h 593877"/>
                <a:gd name="connsiteX10" fmla="*/ 97497 w 2915191"/>
                <a:gd name="connsiteY10" fmla="*/ 351814 h 593877"/>
                <a:gd name="connsiteX11" fmla="*/ 107247 w 2915191"/>
                <a:gd name="connsiteY11" fmla="*/ 362690 h 593877"/>
                <a:gd name="connsiteX12" fmla="*/ 116997 w 2915191"/>
                <a:gd name="connsiteY12" fmla="*/ 354198 h 593877"/>
                <a:gd name="connsiteX13" fmla="*/ 126747 w 2915191"/>
                <a:gd name="connsiteY13" fmla="*/ 338853 h 593877"/>
                <a:gd name="connsiteX14" fmla="*/ 136497 w 2915191"/>
                <a:gd name="connsiteY14" fmla="*/ 368039 h 593877"/>
                <a:gd name="connsiteX15" fmla="*/ 146247 w 2915191"/>
                <a:gd name="connsiteY15" fmla="*/ 378036 h 593877"/>
                <a:gd name="connsiteX16" fmla="*/ 155997 w 2915191"/>
                <a:gd name="connsiteY16" fmla="*/ 408088 h 593877"/>
                <a:gd name="connsiteX17" fmla="*/ 165747 w 2915191"/>
                <a:gd name="connsiteY17" fmla="*/ 395721 h 593877"/>
                <a:gd name="connsiteX18" fmla="*/ 175497 w 2915191"/>
                <a:gd name="connsiteY18" fmla="*/ 400459 h 593877"/>
                <a:gd name="connsiteX19" fmla="*/ 185247 w 2915191"/>
                <a:gd name="connsiteY19" fmla="*/ 374446 h 593877"/>
                <a:gd name="connsiteX20" fmla="*/ 194996 w 2915191"/>
                <a:gd name="connsiteY20" fmla="*/ 353215 h 593877"/>
                <a:gd name="connsiteX21" fmla="*/ 204746 w 2915191"/>
                <a:gd name="connsiteY21" fmla="*/ 384607 h 593877"/>
                <a:gd name="connsiteX22" fmla="*/ 214495 w 2915191"/>
                <a:gd name="connsiteY22" fmla="*/ 412557 h 593877"/>
                <a:gd name="connsiteX23" fmla="*/ 224245 w 2915191"/>
                <a:gd name="connsiteY23" fmla="*/ 423940 h 593877"/>
                <a:gd name="connsiteX24" fmla="*/ 233995 w 2915191"/>
                <a:gd name="connsiteY24" fmla="*/ 444128 h 593877"/>
                <a:gd name="connsiteX25" fmla="*/ 243744 w 2915191"/>
                <a:gd name="connsiteY25" fmla="*/ 412393 h 593877"/>
                <a:gd name="connsiteX26" fmla="*/ 253494 w 2915191"/>
                <a:gd name="connsiteY26" fmla="*/ 395647 h 593877"/>
                <a:gd name="connsiteX27" fmla="*/ 263244 w 2915191"/>
                <a:gd name="connsiteY27" fmla="*/ 377902 h 593877"/>
                <a:gd name="connsiteX28" fmla="*/ 272994 w 2915191"/>
                <a:gd name="connsiteY28" fmla="*/ 367100 h 593877"/>
                <a:gd name="connsiteX29" fmla="*/ 282744 w 2915191"/>
                <a:gd name="connsiteY29" fmla="*/ 364702 h 593877"/>
                <a:gd name="connsiteX30" fmla="*/ 292494 w 2915191"/>
                <a:gd name="connsiteY30" fmla="*/ 397673 h 593877"/>
                <a:gd name="connsiteX31" fmla="*/ 302244 w 2915191"/>
                <a:gd name="connsiteY31" fmla="*/ 416088 h 593877"/>
                <a:gd name="connsiteX32" fmla="*/ 311994 w 2915191"/>
                <a:gd name="connsiteY32" fmla="*/ 431494 h 593877"/>
                <a:gd name="connsiteX33" fmla="*/ 321744 w 2915191"/>
                <a:gd name="connsiteY33" fmla="*/ 468652 h 593877"/>
                <a:gd name="connsiteX34" fmla="*/ 331493 w 2915191"/>
                <a:gd name="connsiteY34" fmla="*/ 500819 h 593877"/>
                <a:gd name="connsiteX35" fmla="*/ 341243 w 2915191"/>
                <a:gd name="connsiteY35" fmla="*/ 483312 h 593877"/>
                <a:gd name="connsiteX36" fmla="*/ 350993 w 2915191"/>
                <a:gd name="connsiteY36" fmla="*/ 445618 h 593877"/>
                <a:gd name="connsiteX37" fmla="*/ 360742 w 2915191"/>
                <a:gd name="connsiteY37" fmla="*/ 441893 h 593877"/>
                <a:gd name="connsiteX38" fmla="*/ 370492 w 2915191"/>
                <a:gd name="connsiteY38" fmla="*/ 427412 h 593877"/>
                <a:gd name="connsiteX39" fmla="*/ 380241 w 2915191"/>
                <a:gd name="connsiteY39" fmla="*/ 435993 h 593877"/>
                <a:gd name="connsiteX40" fmla="*/ 389991 w 2915191"/>
                <a:gd name="connsiteY40" fmla="*/ 417355 h 593877"/>
                <a:gd name="connsiteX41" fmla="*/ 399741 w 2915191"/>
                <a:gd name="connsiteY41" fmla="*/ 399908 h 593877"/>
                <a:gd name="connsiteX42" fmla="*/ 409491 w 2915191"/>
                <a:gd name="connsiteY42" fmla="*/ 380331 h 593877"/>
                <a:gd name="connsiteX43" fmla="*/ 419241 w 2915191"/>
                <a:gd name="connsiteY43" fmla="*/ 355360 h 593877"/>
                <a:gd name="connsiteX44" fmla="*/ 428991 w 2915191"/>
                <a:gd name="connsiteY44" fmla="*/ 355509 h 593877"/>
                <a:gd name="connsiteX45" fmla="*/ 438741 w 2915191"/>
                <a:gd name="connsiteY45" fmla="*/ 353647 h 593877"/>
                <a:gd name="connsiteX46" fmla="*/ 448491 w 2915191"/>
                <a:gd name="connsiteY46" fmla="*/ 347896 h 593877"/>
                <a:gd name="connsiteX47" fmla="*/ 458241 w 2915191"/>
                <a:gd name="connsiteY47" fmla="*/ 337073 h 593877"/>
                <a:gd name="connsiteX48" fmla="*/ 467991 w 2915191"/>
                <a:gd name="connsiteY48" fmla="*/ 301950 h 593877"/>
                <a:gd name="connsiteX49" fmla="*/ 477740 w 2915191"/>
                <a:gd name="connsiteY49" fmla="*/ 276713 h 593877"/>
                <a:gd name="connsiteX50" fmla="*/ 487490 w 2915191"/>
                <a:gd name="connsiteY50" fmla="*/ 289203 h 593877"/>
                <a:gd name="connsiteX51" fmla="*/ 497239 w 2915191"/>
                <a:gd name="connsiteY51" fmla="*/ 293576 h 593877"/>
                <a:gd name="connsiteX52" fmla="*/ 506989 w 2915191"/>
                <a:gd name="connsiteY52" fmla="*/ 301819 h 593877"/>
                <a:gd name="connsiteX53" fmla="*/ 516738 w 2915191"/>
                <a:gd name="connsiteY53" fmla="*/ 320233 h 593877"/>
                <a:gd name="connsiteX54" fmla="*/ 526488 w 2915191"/>
                <a:gd name="connsiteY54" fmla="*/ 354317 h 593877"/>
                <a:gd name="connsiteX55" fmla="*/ 536238 w 2915191"/>
                <a:gd name="connsiteY55" fmla="*/ 404661 h 593877"/>
                <a:gd name="connsiteX56" fmla="*/ 545988 w 2915191"/>
                <a:gd name="connsiteY56" fmla="*/ 405361 h 593877"/>
                <a:gd name="connsiteX57" fmla="*/ 555738 w 2915191"/>
                <a:gd name="connsiteY57" fmla="*/ 378379 h 593877"/>
                <a:gd name="connsiteX58" fmla="*/ 565488 w 2915191"/>
                <a:gd name="connsiteY58" fmla="*/ 385009 h 593877"/>
                <a:gd name="connsiteX59" fmla="*/ 575238 w 2915191"/>
                <a:gd name="connsiteY59" fmla="*/ 392295 h 593877"/>
                <a:gd name="connsiteX60" fmla="*/ 584988 w 2915191"/>
                <a:gd name="connsiteY60" fmla="*/ 389956 h 593877"/>
                <a:gd name="connsiteX61" fmla="*/ 594738 w 2915191"/>
                <a:gd name="connsiteY61" fmla="*/ 344514 h 593877"/>
                <a:gd name="connsiteX62" fmla="*/ 604488 w 2915191"/>
                <a:gd name="connsiteY62" fmla="*/ 368546 h 593877"/>
                <a:gd name="connsiteX63" fmla="*/ 614237 w 2915191"/>
                <a:gd name="connsiteY63" fmla="*/ 371168 h 593877"/>
                <a:gd name="connsiteX64" fmla="*/ 623987 w 2915191"/>
                <a:gd name="connsiteY64" fmla="*/ 415045 h 593877"/>
                <a:gd name="connsiteX65" fmla="*/ 633736 w 2915191"/>
                <a:gd name="connsiteY65" fmla="*/ 384443 h 593877"/>
                <a:gd name="connsiteX66" fmla="*/ 643486 w 2915191"/>
                <a:gd name="connsiteY66" fmla="*/ 376695 h 593877"/>
                <a:gd name="connsiteX67" fmla="*/ 653236 w 2915191"/>
                <a:gd name="connsiteY67" fmla="*/ 374818 h 593877"/>
                <a:gd name="connsiteX68" fmla="*/ 662985 w 2915191"/>
                <a:gd name="connsiteY68" fmla="*/ 370274 h 593877"/>
                <a:gd name="connsiteX69" fmla="*/ 672735 w 2915191"/>
                <a:gd name="connsiteY69" fmla="*/ 366654 h 593877"/>
                <a:gd name="connsiteX70" fmla="*/ 682485 w 2915191"/>
                <a:gd name="connsiteY70" fmla="*/ 336194 h 593877"/>
                <a:gd name="connsiteX71" fmla="*/ 692235 w 2915191"/>
                <a:gd name="connsiteY71" fmla="*/ 357282 h 593877"/>
                <a:gd name="connsiteX72" fmla="*/ 701985 w 2915191"/>
                <a:gd name="connsiteY72" fmla="*/ 294531 h 593877"/>
                <a:gd name="connsiteX73" fmla="*/ 711735 w 2915191"/>
                <a:gd name="connsiteY73" fmla="*/ 277136 h 593877"/>
                <a:gd name="connsiteX74" fmla="*/ 721485 w 2915191"/>
                <a:gd name="connsiteY74" fmla="*/ 273316 h 593877"/>
                <a:gd name="connsiteX75" fmla="*/ 731235 w 2915191"/>
                <a:gd name="connsiteY75" fmla="*/ 288297 h 593877"/>
                <a:gd name="connsiteX76" fmla="*/ 740985 w 2915191"/>
                <a:gd name="connsiteY76" fmla="*/ 314707 h 593877"/>
                <a:gd name="connsiteX77" fmla="*/ 750734 w 2915191"/>
                <a:gd name="connsiteY77" fmla="*/ 360485 h 593877"/>
                <a:gd name="connsiteX78" fmla="*/ 760484 w 2915191"/>
                <a:gd name="connsiteY78" fmla="*/ 365760 h 593877"/>
                <a:gd name="connsiteX79" fmla="*/ 770233 w 2915191"/>
                <a:gd name="connsiteY79" fmla="*/ 382491 h 593877"/>
                <a:gd name="connsiteX80" fmla="*/ 779983 w 2915191"/>
                <a:gd name="connsiteY80" fmla="*/ 373790 h 593877"/>
                <a:gd name="connsiteX81" fmla="*/ 789733 w 2915191"/>
                <a:gd name="connsiteY81" fmla="*/ 379258 h 593877"/>
                <a:gd name="connsiteX82" fmla="*/ 799482 w 2915191"/>
                <a:gd name="connsiteY82" fmla="*/ 417668 h 593877"/>
                <a:gd name="connsiteX83" fmla="*/ 809232 w 2915191"/>
                <a:gd name="connsiteY83" fmla="*/ 423985 h 593877"/>
                <a:gd name="connsiteX84" fmla="*/ 818982 w 2915191"/>
                <a:gd name="connsiteY84" fmla="*/ 426026 h 593877"/>
                <a:gd name="connsiteX85" fmla="*/ 828732 w 2915191"/>
                <a:gd name="connsiteY85" fmla="*/ 431062 h 593877"/>
                <a:gd name="connsiteX86" fmla="*/ 838482 w 2915191"/>
                <a:gd name="connsiteY86" fmla="*/ 419754 h 593877"/>
                <a:gd name="connsiteX87" fmla="*/ 848232 w 2915191"/>
                <a:gd name="connsiteY87" fmla="*/ 437454 h 593877"/>
                <a:gd name="connsiteX88" fmla="*/ 857982 w 2915191"/>
                <a:gd name="connsiteY88" fmla="*/ 405614 h 593877"/>
                <a:gd name="connsiteX89" fmla="*/ 867732 w 2915191"/>
                <a:gd name="connsiteY89" fmla="*/ 411350 h 593877"/>
                <a:gd name="connsiteX90" fmla="*/ 877482 w 2915191"/>
                <a:gd name="connsiteY90" fmla="*/ 439256 h 593877"/>
                <a:gd name="connsiteX91" fmla="*/ 887231 w 2915191"/>
                <a:gd name="connsiteY91" fmla="*/ 454662 h 593877"/>
                <a:gd name="connsiteX92" fmla="*/ 896981 w 2915191"/>
                <a:gd name="connsiteY92" fmla="*/ 487574 h 593877"/>
                <a:gd name="connsiteX93" fmla="*/ 906730 w 2915191"/>
                <a:gd name="connsiteY93" fmla="*/ 485428 h 593877"/>
                <a:gd name="connsiteX94" fmla="*/ 916480 w 2915191"/>
                <a:gd name="connsiteY94" fmla="*/ 500044 h 593877"/>
                <a:gd name="connsiteX95" fmla="*/ 926230 w 2915191"/>
                <a:gd name="connsiteY95" fmla="*/ 512038 h 593877"/>
                <a:gd name="connsiteX96" fmla="*/ 935979 w 2915191"/>
                <a:gd name="connsiteY96" fmla="*/ 534446 h 593877"/>
                <a:gd name="connsiteX97" fmla="*/ 945729 w 2915191"/>
                <a:gd name="connsiteY97" fmla="*/ 542253 h 593877"/>
                <a:gd name="connsiteX98" fmla="*/ 955479 w 2915191"/>
                <a:gd name="connsiteY98" fmla="*/ 548168 h 593877"/>
                <a:gd name="connsiteX99" fmla="*/ 965229 w 2915191"/>
                <a:gd name="connsiteY99" fmla="*/ 535951 h 593877"/>
                <a:gd name="connsiteX100" fmla="*/ 974979 w 2915191"/>
                <a:gd name="connsiteY100" fmla="*/ 534118 h 593877"/>
                <a:gd name="connsiteX101" fmla="*/ 984729 w 2915191"/>
                <a:gd name="connsiteY101" fmla="*/ 556556 h 593877"/>
                <a:gd name="connsiteX102" fmla="*/ 994474 w 2915191"/>
                <a:gd name="connsiteY102" fmla="*/ 549539 h 593877"/>
                <a:gd name="connsiteX103" fmla="*/ 1004233 w 2915191"/>
                <a:gd name="connsiteY103" fmla="*/ 561726 h 593877"/>
                <a:gd name="connsiteX104" fmla="*/ 1013977 w 2915191"/>
                <a:gd name="connsiteY104" fmla="*/ 526773 h 593877"/>
                <a:gd name="connsiteX105" fmla="*/ 1023721 w 2915191"/>
                <a:gd name="connsiteY105" fmla="*/ 552876 h 593877"/>
                <a:gd name="connsiteX106" fmla="*/ 1033480 w 2915191"/>
                <a:gd name="connsiteY106" fmla="*/ 547199 h 593877"/>
                <a:gd name="connsiteX107" fmla="*/ 1043224 w 2915191"/>
                <a:gd name="connsiteY107" fmla="*/ 526609 h 593877"/>
                <a:gd name="connsiteX108" fmla="*/ 1052983 w 2915191"/>
                <a:gd name="connsiteY108" fmla="*/ 536517 h 593877"/>
                <a:gd name="connsiteX109" fmla="*/ 1062727 w 2915191"/>
                <a:gd name="connsiteY109" fmla="*/ 524478 h 593877"/>
                <a:gd name="connsiteX110" fmla="*/ 1072471 w 2915191"/>
                <a:gd name="connsiteY110" fmla="*/ 593878 h 593877"/>
                <a:gd name="connsiteX111" fmla="*/ 1082230 w 2915191"/>
                <a:gd name="connsiteY111" fmla="*/ 522139 h 593877"/>
                <a:gd name="connsiteX112" fmla="*/ 1091973 w 2915191"/>
                <a:gd name="connsiteY112" fmla="*/ 573556 h 593877"/>
                <a:gd name="connsiteX113" fmla="*/ 1101732 w 2915191"/>
                <a:gd name="connsiteY113" fmla="*/ 563067 h 593877"/>
                <a:gd name="connsiteX114" fmla="*/ 1111476 w 2915191"/>
                <a:gd name="connsiteY114" fmla="*/ 567194 h 593877"/>
                <a:gd name="connsiteX115" fmla="*/ 1121220 w 2915191"/>
                <a:gd name="connsiteY115" fmla="*/ 543698 h 593877"/>
                <a:gd name="connsiteX116" fmla="*/ 1130979 w 2915191"/>
                <a:gd name="connsiteY116" fmla="*/ 546156 h 593877"/>
                <a:gd name="connsiteX117" fmla="*/ 1140723 w 2915191"/>
                <a:gd name="connsiteY117" fmla="*/ 513513 h 593877"/>
                <a:gd name="connsiteX118" fmla="*/ 1150482 w 2915191"/>
                <a:gd name="connsiteY118" fmla="*/ 544920 h 593877"/>
                <a:gd name="connsiteX119" fmla="*/ 1160226 w 2915191"/>
                <a:gd name="connsiteY119" fmla="*/ 565302 h 593877"/>
                <a:gd name="connsiteX120" fmla="*/ 1169969 w 2915191"/>
                <a:gd name="connsiteY120" fmla="*/ 546678 h 593877"/>
                <a:gd name="connsiteX121" fmla="*/ 1179728 w 2915191"/>
                <a:gd name="connsiteY121" fmla="*/ 534625 h 593877"/>
                <a:gd name="connsiteX122" fmla="*/ 1189472 w 2915191"/>
                <a:gd name="connsiteY122" fmla="*/ 501951 h 593877"/>
                <a:gd name="connsiteX123" fmla="*/ 1199231 w 2915191"/>
                <a:gd name="connsiteY123" fmla="*/ 480511 h 593877"/>
                <a:gd name="connsiteX124" fmla="*/ 1208975 w 2915191"/>
                <a:gd name="connsiteY124" fmla="*/ 481301 h 593877"/>
                <a:gd name="connsiteX125" fmla="*/ 1218719 w 2915191"/>
                <a:gd name="connsiteY125" fmla="*/ 473658 h 593877"/>
                <a:gd name="connsiteX126" fmla="*/ 1228478 w 2915191"/>
                <a:gd name="connsiteY126" fmla="*/ 474209 h 593877"/>
                <a:gd name="connsiteX127" fmla="*/ 1238222 w 2915191"/>
                <a:gd name="connsiteY127" fmla="*/ 469844 h 593877"/>
                <a:gd name="connsiteX128" fmla="*/ 1247966 w 2915191"/>
                <a:gd name="connsiteY128" fmla="*/ 436813 h 593877"/>
                <a:gd name="connsiteX129" fmla="*/ 1257725 w 2915191"/>
                <a:gd name="connsiteY129" fmla="*/ 461426 h 593877"/>
                <a:gd name="connsiteX130" fmla="*/ 1267469 w 2915191"/>
                <a:gd name="connsiteY130" fmla="*/ 461098 h 593877"/>
                <a:gd name="connsiteX131" fmla="*/ 1277227 w 2915191"/>
                <a:gd name="connsiteY131" fmla="*/ 450207 h 593877"/>
                <a:gd name="connsiteX132" fmla="*/ 1286971 w 2915191"/>
                <a:gd name="connsiteY132" fmla="*/ 442415 h 593877"/>
                <a:gd name="connsiteX133" fmla="*/ 1296715 w 2915191"/>
                <a:gd name="connsiteY133" fmla="*/ 409712 h 593877"/>
                <a:gd name="connsiteX134" fmla="*/ 1306474 w 2915191"/>
                <a:gd name="connsiteY134" fmla="*/ 430332 h 593877"/>
                <a:gd name="connsiteX135" fmla="*/ 1316218 w 2915191"/>
                <a:gd name="connsiteY135" fmla="*/ 431583 h 593877"/>
                <a:gd name="connsiteX136" fmla="*/ 1325977 w 2915191"/>
                <a:gd name="connsiteY136" fmla="*/ 423135 h 593877"/>
                <a:gd name="connsiteX137" fmla="*/ 1335721 w 2915191"/>
                <a:gd name="connsiteY137" fmla="*/ 427486 h 593877"/>
                <a:gd name="connsiteX138" fmla="*/ 1345465 w 2915191"/>
                <a:gd name="connsiteY138" fmla="*/ 429781 h 593877"/>
                <a:gd name="connsiteX139" fmla="*/ 1355224 w 2915191"/>
                <a:gd name="connsiteY139" fmla="*/ 418964 h 593877"/>
                <a:gd name="connsiteX140" fmla="*/ 1364967 w 2915191"/>
                <a:gd name="connsiteY140" fmla="*/ 434503 h 593877"/>
                <a:gd name="connsiteX141" fmla="*/ 1374726 w 2915191"/>
                <a:gd name="connsiteY141" fmla="*/ 448687 h 593877"/>
                <a:gd name="connsiteX142" fmla="*/ 1384470 w 2915191"/>
                <a:gd name="connsiteY142" fmla="*/ 487157 h 593877"/>
                <a:gd name="connsiteX143" fmla="*/ 1394214 w 2915191"/>
                <a:gd name="connsiteY143" fmla="*/ 498539 h 593877"/>
                <a:gd name="connsiteX144" fmla="*/ 1403973 w 2915191"/>
                <a:gd name="connsiteY144" fmla="*/ 481793 h 593877"/>
                <a:gd name="connsiteX145" fmla="*/ 1413717 w 2915191"/>
                <a:gd name="connsiteY145" fmla="*/ 471334 h 593877"/>
                <a:gd name="connsiteX146" fmla="*/ 1423476 w 2915191"/>
                <a:gd name="connsiteY146" fmla="*/ 470380 h 593877"/>
                <a:gd name="connsiteX147" fmla="*/ 1433220 w 2915191"/>
                <a:gd name="connsiteY147" fmla="*/ 480482 h 593877"/>
                <a:gd name="connsiteX148" fmla="*/ 1442964 w 2915191"/>
                <a:gd name="connsiteY148" fmla="*/ 461158 h 593877"/>
                <a:gd name="connsiteX149" fmla="*/ 1452722 w 2915191"/>
                <a:gd name="connsiteY149" fmla="*/ 469754 h 593877"/>
                <a:gd name="connsiteX150" fmla="*/ 1462466 w 2915191"/>
                <a:gd name="connsiteY150" fmla="*/ 475476 h 593877"/>
                <a:gd name="connsiteX151" fmla="*/ 1472225 w 2915191"/>
                <a:gd name="connsiteY151" fmla="*/ 406553 h 593877"/>
                <a:gd name="connsiteX152" fmla="*/ 1481969 w 2915191"/>
                <a:gd name="connsiteY152" fmla="*/ 415478 h 593877"/>
                <a:gd name="connsiteX153" fmla="*/ 1491713 w 2915191"/>
                <a:gd name="connsiteY153" fmla="*/ 411887 h 593877"/>
                <a:gd name="connsiteX154" fmla="*/ 1501472 w 2915191"/>
                <a:gd name="connsiteY154" fmla="*/ 432134 h 593877"/>
                <a:gd name="connsiteX155" fmla="*/ 1511216 w 2915191"/>
                <a:gd name="connsiteY155" fmla="*/ 425877 h 593877"/>
                <a:gd name="connsiteX156" fmla="*/ 1520960 w 2915191"/>
                <a:gd name="connsiteY156" fmla="*/ 408818 h 593877"/>
                <a:gd name="connsiteX157" fmla="*/ 1530719 w 2915191"/>
                <a:gd name="connsiteY157" fmla="*/ 402515 h 593877"/>
                <a:gd name="connsiteX158" fmla="*/ 1540463 w 2915191"/>
                <a:gd name="connsiteY158" fmla="*/ 394455 h 593877"/>
                <a:gd name="connsiteX159" fmla="*/ 1550221 w 2915191"/>
                <a:gd name="connsiteY159" fmla="*/ 384651 h 593877"/>
                <a:gd name="connsiteX160" fmla="*/ 1559965 w 2915191"/>
                <a:gd name="connsiteY160" fmla="*/ 376666 h 593877"/>
                <a:gd name="connsiteX161" fmla="*/ 1569709 w 2915191"/>
                <a:gd name="connsiteY161" fmla="*/ 385247 h 593877"/>
                <a:gd name="connsiteX162" fmla="*/ 1579468 w 2915191"/>
                <a:gd name="connsiteY162" fmla="*/ 350086 h 593877"/>
                <a:gd name="connsiteX163" fmla="*/ 1589212 w 2915191"/>
                <a:gd name="connsiteY163" fmla="*/ 352321 h 593877"/>
                <a:gd name="connsiteX164" fmla="*/ 1598971 w 2915191"/>
                <a:gd name="connsiteY164" fmla="*/ 362795 h 593877"/>
                <a:gd name="connsiteX165" fmla="*/ 1608715 w 2915191"/>
                <a:gd name="connsiteY165" fmla="*/ 370825 h 593877"/>
                <a:gd name="connsiteX166" fmla="*/ 1618459 w 2915191"/>
                <a:gd name="connsiteY166" fmla="*/ 353349 h 593877"/>
                <a:gd name="connsiteX167" fmla="*/ 1628218 w 2915191"/>
                <a:gd name="connsiteY167" fmla="*/ 333171 h 593877"/>
                <a:gd name="connsiteX168" fmla="*/ 1637962 w 2915191"/>
                <a:gd name="connsiteY168" fmla="*/ 318774 h 593877"/>
                <a:gd name="connsiteX169" fmla="*/ 1647720 w 2915191"/>
                <a:gd name="connsiteY169" fmla="*/ 316958 h 593877"/>
                <a:gd name="connsiteX170" fmla="*/ 1657464 w 2915191"/>
                <a:gd name="connsiteY170" fmla="*/ 314894 h 593877"/>
                <a:gd name="connsiteX171" fmla="*/ 1667208 w 2915191"/>
                <a:gd name="connsiteY171" fmla="*/ 304341 h 593877"/>
                <a:gd name="connsiteX172" fmla="*/ 1676967 w 2915191"/>
                <a:gd name="connsiteY172" fmla="*/ 304540 h 593877"/>
                <a:gd name="connsiteX173" fmla="*/ 1686711 w 2915191"/>
                <a:gd name="connsiteY173" fmla="*/ 316998 h 593877"/>
                <a:gd name="connsiteX174" fmla="*/ 1696470 w 2915191"/>
                <a:gd name="connsiteY174" fmla="*/ 325327 h 593877"/>
                <a:gd name="connsiteX175" fmla="*/ 1706214 w 2915191"/>
                <a:gd name="connsiteY175" fmla="*/ 348358 h 593877"/>
                <a:gd name="connsiteX176" fmla="*/ 1715958 w 2915191"/>
                <a:gd name="connsiteY176" fmla="*/ 360992 h 593877"/>
                <a:gd name="connsiteX177" fmla="*/ 1725716 w 2915191"/>
                <a:gd name="connsiteY177" fmla="*/ 378513 h 593877"/>
                <a:gd name="connsiteX178" fmla="*/ 1735460 w 2915191"/>
                <a:gd name="connsiteY178" fmla="*/ 393516 h 593877"/>
                <a:gd name="connsiteX179" fmla="*/ 1745219 w 2915191"/>
                <a:gd name="connsiteY179" fmla="*/ 399655 h 593877"/>
                <a:gd name="connsiteX180" fmla="*/ 1754963 w 2915191"/>
                <a:gd name="connsiteY180" fmla="*/ 381195 h 593877"/>
                <a:gd name="connsiteX181" fmla="*/ 1764707 w 2915191"/>
                <a:gd name="connsiteY181" fmla="*/ 363733 h 593877"/>
                <a:gd name="connsiteX182" fmla="*/ 1774466 w 2915191"/>
                <a:gd name="connsiteY182" fmla="*/ 352038 h 593877"/>
                <a:gd name="connsiteX183" fmla="*/ 1784210 w 2915191"/>
                <a:gd name="connsiteY183" fmla="*/ 340399 h 593877"/>
                <a:gd name="connsiteX184" fmla="*/ 1793969 w 2915191"/>
                <a:gd name="connsiteY184" fmla="*/ 330051 h 593877"/>
                <a:gd name="connsiteX185" fmla="*/ 1803713 w 2915191"/>
                <a:gd name="connsiteY185" fmla="*/ 336187 h 593877"/>
                <a:gd name="connsiteX186" fmla="*/ 1813457 w 2915191"/>
                <a:gd name="connsiteY186" fmla="*/ 302181 h 593877"/>
                <a:gd name="connsiteX187" fmla="*/ 1823215 w 2915191"/>
                <a:gd name="connsiteY187" fmla="*/ 295553 h 593877"/>
                <a:gd name="connsiteX188" fmla="*/ 1832959 w 2915191"/>
                <a:gd name="connsiteY188" fmla="*/ 262566 h 593877"/>
                <a:gd name="connsiteX189" fmla="*/ 1842703 w 2915191"/>
                <a:gd name="connsiteY189" fmla="*/ 302558 h 593877"/>
                <a:gd name="connsiteX190" fmla="*/ 1852462 w 2915191"/>
                <a:gd name="connsiteY190" fmla="*/ 290049 h 593877"/>
                <a:gd name="connsiteX191" fmla="*/ 1862206 w 2915191"/>
                <a:gd name="connsiteY191" fmla="*/ 288173 h 593877"/>
                <a:gd name="connsiteX192" fmla="*/ 1871965 w 2915191"/>
                <a:gd name="connsiteY192" fmla="*/ 310252 h 593877"/>
                <a:gd name="connsiteX193" fmla="*/ 1881709 w 2915191"/>
                <a:gd name="connsiteY193" fmla="*/ 285286 h 593877"/>
                <a:gd name="connsiteX194" fmla="*/ 1891453 w 2915191"/>
                <a:gd name="connsiteY194" fmla="*/ 282736 h 593877"/>
                <a:gd name="connsiteX195" fmla="*/ 1901212 w 2915191"/>
                <a:gd name="connsiteY195" fmla="*/ 297486 h 593877"/>
                <a:gd name="connsiteX196" fmla="*/ 1910956 w 2915191"/>
                <a:gd name="connsiteY196" fmla="*/ 286248 h 593877"/>
                <a:gd name="connsiteX197" fmla="*/ 1920714 w 2915191"/>
                <a:gd name="connsiteY197" fmla="*/ 300566 h 593877"/>
                <a:gd name="connsiteX198" fmla="*/ 1930458 w 2915191"/>
                <a:gd name="connsiteY198" fmla="*/ 289304 h 593877"/>
                <a:gd name="connsiteX199" fmla="*/ 1940202 w 2915191"/>
                <a:gd name="connsiteY199" fmla="*/ 283362 h 593877"/>
                <a:gd name="connsiteX200" fmla="*/ 1949961 w 2915191"/>
                <a:gd name="connsiteY200" fmla="*/ 303649 h 593877"/>
                <a:gd name="connsiteX201" fmla="*/ 1959705 w 2915191"/>
                <a:gd name="connsiteY201" fmla="*/ 294292 h 593877"/>
                <a:gd name="connsiteX202" fmla="*/ 1969464 w 2915191"/>
                <a:gd name="connsiteY202" fmla="*/ 297778 h 593877"/>
                <a:gd name="connsiteX203" fmla="*/ 1979208 w 2915191"/>
                <a:gd name="connsiteY203" fmla="*/ 284051 h 593877"/>
                <a:gd name="connsiteX204" fmla="*/ 1988952 w 2915191"/>
                <a:gd name="connsiteY204" fmla="*/ 270384 h 593877"/>
                <a:gd name="connsiteX205" fmla="*/ 1998711 w 2915191"/>
                <a:gd name="connsiteY205" fmla="*/ 253922 h 593877"/>
                <a:gd name="connsiteX206" fmla="*/ 2008454 w 2915191"/>
                <a:gd name="connsiteY206" fmla="*/ 269606 h 593877"/>
                <a:gd name="connsiteX207" fmla="*/ 2018213 w 2915191"/>
                <a:gd name="connsiteY207" fmla="*/ 295226 h 593877"/>
                <a:gd name="connsiteX208" fmla="*/ 2027957 w 2915191"/>
                <a:gd name="connsiteY208" fmla="*/ 268603 h 593877"/>
                <a:gd name="connsiteX209" fmla="*/ 2037701 w 2915191"/>
                <a:gd name="connsiteY209" fmla="*/ 299049 h 593877"/>
                <a:gd name="connsiteX210" fmla="*/ 2047460 w 2915191"/>
                <a:gd name="connsiteY210" fmla="*/ 343039 h 593877"/>
                <a:gd name="connsiteX211" fmla="*/ 2057204 w 2915191"/>
                <a:gd name="connsiteY211" fmla="*/ 338435 h 593877"/>
                <a:gd name="connsiteX212" fmla="*/ 2066963 w 2915191"/>
                <a:gd name="connsiteY212" fmla="*/ 342057 h 593877"/>
                <a:gd name="connsiteX213" fmla="*/ 2076707 w 2915191"/>
                <a:gd name="connsiteY213" fmla="*/ 335051 h 593877"/>
                <a:gd name="connsiteX214" fmla="*/ 2086451 w 2915191"/>
                <a:gd name="connsiteY214" fmla="*/ 317619 h 593877"/>
                <a:gd name="connsiteX215" fmla="*/ 2096210 w 2915191"/>
                <a:gd name="connsiteY215" fmla="*/ 338021 h 593877"/>
                <a:gd name="connsiteX216" fmla="*/ 2105954 w 2915191"/>
                <a:gd name="connsiteY216" fmla="*/ 361320 h 593877"/>
                <a:gd name="connsiteX217" fmla="*/ 2115697 w 2915191"/>
                <a:gd name="connsiteY217" fmla="*/ 355777 h 593877"/>
                <a:gd name="connsiteX218" fmla="*/ 2125456 w 2915191"/>
                <a:gd name="connsiteY218" fmla="*/ 338277 h 593877"/>
                <a:gd name="connsiteX219" fmla="*/ 2135200 w 2915191"/>
                <a:gd name="connsiteY219" fmla="*/ 347926 h 593877"/>
                <a:gd name="connsiteX220" fmla="*/ 2144959 w 2915191"/>
                <a:gd name="connsiteY220" fmla="*/ 372717 h 593877"/>
                <a:gd name="connsiteX221" fmla="*/ 2154703 w 2915191"/>
                <a:gd name="connsiteY221" fmla="*/ 363540 h 593877"/>
                <a:gd name="connsiteX222" fmla="*/ 2164447 w 2915191"/>
                <a:gd name="connsiteY222" fmla="*/ 356969 h 593877"/>
                <a:gd name="connsiteX223" fmla="*/ 2174206 w 2915191"/>
                <a:gd name="connsiteY223" fmla="*/ 369693 h 593877"/>
                <a:gd name="connsiteX224" fmla="*/ 2183950 w 2915191"/>
                <a:gd name="connsiteY224" fmla="*/ 378066 h 593877"/>
                <a:gd name="connsiteX225" fmla="*/ 2193709 w 2915191"/>
                <a:gd name="connsiteY225" fmla="*/ 388376 h 593877"/>
                <a:gd name="connsiteX226" fmla="*/ 2203452 w 2915191"/>
                <a:gd name="connsiteY226" fmla="*/ 380078 h 593877"/>
                <a:gd name="connsiteX227" fmla="*/ 2213196 w 2915191"/>
                <a:gd name="connsiteY227" fmla="*/ 390566 h 593877"/>
                <a:gd name="connsiteX228" fmla="*/ 2222955 w 2915191"/>
                <a:gd name="connsiteY228" fmla="*/ 374714 h 593877"/>
                <a:gd name="connsiteX229" fmla="*/ 2232699 w 2915191"/>
                <a:gd name="connsiteY229" fmla="*/ 335886 h 593877"/>
                <a:gd name="connsiteX230" fmla="*/ 2242458 w 2915191"/>
                <a:gd name="connsiteY230" fmla="*/ 343858 h 593877"/>
                <a:gd name="connsiteX231" fmla="*/ 2252202 w 2915191"/>
                <a:gd name="connsiteY231" fmla="*/ 303702 h 593877"/>
                <a:gd name="connsiteX232" fmla="*/ 2261946 w 2915191"/>
                <a:gd name="connsiteY232" fmla="*/ 330001 h 593877"/>
                <a:gd name="connsiteX233" fmla="*/ 2271705 w 2915191"/>
                <a:gd name="connsiteY233" fmla="*/ 334692 h 593877"/>
                <a:gd name="connsiteX234" fmla="*/ 2281449 w 2915191"/>
                <a:gd name="connsiteY234" fmla="*/ 331191 h 593877"/>
                <a:gd name="connsiteX235" fmla="*/ 2291208 w 2915191"/>
                <a:gd name="connsiteY235" fmla="*/ 340276 h 593877"/>
                <a:gd name="connsiteX236" fmla="*/ 2300951 w 2915191"/>
                <a:gd name="connsiteY236" fmla="*/ 326151 h 593877"/>
                <a:gd name="connsiteX237" fmla="*/ 2310695 w 2915191"/>
                <a:gd name="connsiteY237" fmla="*/ 296116 h 593877"/>
                <a:gd name="connsiteX238" fmla="*/ 2320454 w 2915191"/>
                <a:gd name="connsiteY238" fmla="*/ 278623 h 593877"/>
                <a:gd name="connsiteX239" fmla="*/ 2330198 w 2915191"/>
                <a:gd name="connsiteY239" fmla="*/ 265054 h 593877"/>
                <a:gd name="connsiteX240" fmla="*/ 2339957 w 2915191"/>
                <a:gd name="connsiteY240" fmla="*/ 272726 h 593877"/>
                <a:gd name="connsiteX241" fmla="*/ 2349701 w 2915191"/>
                <a:gd name="connsiteY241" fmla="*/ 258640 h 593877"/>
                <a:gd name="connsiteX242" fmla="*/ 2359445 w 2915191"/>
                <a:gd name="connsiteY242" fmla="*/ 218479 h 593877"/>
                <a:gd name="connsiteX243" fmla="*/ 2369204 w 2915191"/>
                <a:gd name="connsiteY243" fmla="*/ 204424 h 593877"/>
                <a:gd name="connsiteX244" fmla="*/ 2378948 w 2915191"/>
                <a:gd name="connsiteY244" fmla="*/ 214855 h 593877"/>
                <a:gd name="connsiteX245" fmla="*/ 2388692 w 2915191"/>
                <a:gd name="connsiteY245" fmla="*/ 215900 h 593877"/>
                <a:gd name="connsiteX246" fmla="*/ 2398450 w 2915191"/>
                <a:gd name="connsiteY246" fmla="*/ 198271 h 593877"/>
                <a:gd name="connsiteX247" fmla="*/ 2408194 w 2915191"/>
                <a:gd name="connsiteY247" fmla="*/ 219338 h 593877"/>
                <a:gd name="connsiteX248" fmla="*/ 2417953 w 2915191"/>
                <a:gd name="connsiteY248" fmla="*/ 211053 h 593877"/>
                <a:gd name="connsiteX249" fmla="*/ 2427697 w 2915191"/>
                <a:gd name="connsiteY249" fmla="*/ 216765 h 593877"/>
                <a:gd name="connsiteX250" fmla="*/ 2437441 w 2915191"/>
                <a:gd name="connsiteY250" fmla="*/ 208873 h 593877"/>
                <a:gd name="connsiteX251" fmla="*/ 2447200 w 2915191"/>
                <a:gd name="connsiteY251" fmla="*/ 211446 h 593877"/>
                <a:gd name="connsiteX252" fmla="*/ 2456944 w 2915191"/>
                <a:gd name="connsiteY252" fmla="*/ 203510 h 593877"/>
                <a:gd name="connsiteX253" fmla="*/ 2466703 w 2915191"/>
                <a:gd name="connsiteY253" fmla="*/ 192219 h 593877"/>
                <a:gd name="connsiteX254" fmla="*/ 2476446 w 2915191"/>
                <a:gd name="connsiteY254" fmla="*/ 212069 h 593877"/>
                <a:gd name="connsiteX255" fmla="*/ 2486190 w 2915191"/>
                <a:gd name="connsiteY255" fmla="*/ 240967 h 593877"/>
                <a:gd name="connsiteX256" fmla="*/ 2495949 w 2915191"/>
                <a:gd name="connsiteY256" fmla="*/ 226882 h 593877"/>
                <a:gd name="connsiteX257" fmla="*/ 2505693 w 2915191"/>
                <a:gd name="connsiteY257" fmla="*/ 191199 h 593877"/>
                <a:gd name="connsiteX258" fmla="*/ 2515452 w 2915191"/>
                <a:gd name="connsiteY258" fmla="*/ 213578 h 593877"/>
                <a:gd name="connsiteX259" fmla="*/ 2525196 w 2915191"/>
                <a:gd name="connsiteY259" fmla="*/ 241323 h 593877"/>
                <a:gd name="connsiteX260" fmla="*/ 2534940 w 2915191"/>
                <a:gd name="connsiteY260" fmla="*/ 263676 h 593877"/>
                <a:gd name="connsiteX261" fmla="*/ 2544699 w 2915191"/>
                <a:gd name="connsiteY261" fmla="*/ 257223 h 593877"/>
                <a:gd name="connsiteX262" fmla="*/ 2554443 w 2915191"/>
                <a:gd name="connsiteY262" fmla="*/ 227253 h 593877"/>
                <a:gd name="connsiteX263" fmla="*/ 2564202 w 2915191"/>
                <a:gd name="connsiteY263" fmla="*/ 219127 h 593877"/>
                <a:gd name="connsiteX264" fmla="*/ 2573946 w 2915191"/>
                <a:gd name="connsiteY264" fmla="*/ 195208 h 593877"/>
                <a:gd name="connsiteX265" fmla="*/ 2583690 w 2915191"/>
                <a:gd name="connsiteY265" fmla="*/ 186221 h 593877"/>
                <a:gd name="connsiteX266" fmla="*/ 2593448 w 2915191"/>
                <a:gd name="connsiteY266" fmla="*/ 200864 h 593877"/>
                <a:gd name="connsiteX267" fmla="*/ 2603192 w 2915191"/>
                <a:gd name="connsiteY267" fmla="*/ 190850 h 593877"/>
                <a:gd name="connsiteX268" fmla="*/ 2612951 w 2915191"/>
                <a:gd name="connsiteY268" fmla="*/ 211178 h 593877"/>
                <a:gd name="connsiteX269" fmla="*/ 2622695 w 2915191"/>
                <a:gd name="connsiteY269" fmla="*/ 198456 h 593877"/>
                <a:gd name="connsiteX270" fmla="*/ 2632439 w 2915191"/>
                <a:gd name="connsiteY270" fmla="*/ 207571 h 593877"/>
                <a:gd name="connsiteX271" fmla="*/ 2642198 w 2915191"/>
                <a:gd name="connsiteY271" fmla="*/ 145557 h 593877"/>
                <a:gd name="connsiteX272" fmla="*/ 2651942 w 2915191"/>
                <a:gd name="connsiteY272" fmla="*/ 136799 h 593877"/>
                <a:gd name="connsiteX273" fmla="*/ 2661685 w 2915191"/>
                <a:gd name="connsiteY273" fmla="*/ 159765 h 593877"/>
                <a:gd name="connsiteX274" fmla="*/ 2671444 w 2915191"/>
                <a:gd name="connsiteY274" fmla="*/ 147843 h 593877"/>
                <a:gd name="connsiteX275" fmla="*/ 2681188 w 2915191"/>
                <a:gd name="connsiteY275" fmla="*/ 154930 h 593877"/>
                <a:gd name="connsiteX276" fmla="*/ 2690947 w 2915191"/>
                <a:gd name="connsiteY276" fmla="*/ 171282 h 593877"/>
                <a:gd name="connsiteX277" fmla="*/ 2700691 w 2915191"/>
                <a:gd name="connsiteY277" fmla="*/ 191041 h 593877"/>
                <a:gd name="connsiteX278" fmla="*/ 2710435 w 2915191"/>
                <a:gd name="connsiteY278" fmla="*/ 187644 h 593877"/>
                <a:gd name="connsiteX279" fmla="*/ 2720194 w 2915191"/>
                <a:gd name="connsiteY279" fmla="*/ 187559 h 593877"/>
                <a:gd name="connsiteX280" fmla="*/ 2729938 w 2915191"/>
                <a:gd name="connsiteY280" fmla="*/ 146232 h 593877"/>
                <a:gd name="connsiteX281" fmla="*/ 2739697 w 2915191"/>
                <a:gd name="connsiteY281" fmla="*/ 154772 h 593877"/>
                <a:gd name="connsiteX282" fmla="*/ 2749441 w 2915191"/>
                <a:gd name="connsiteY282" fmla="*/ 150626 h 593877"/>
                <a:gd name="connsiteX283" fmla="*/ 2759185 w 2915191"/>
                <a:gd name="connsiteY283" fmla="*/ 130634 h 593877"/>
                <a:gd name="connsiteX284" fmla="*/ 2768943 w 2915191"/>
                <a:gd name="connsiteY284" fmla="*/ 113891 h 593877"/>
                <a:gd name="connsiteX285" fmla="*/ 2778687 w 2915191"/>
                <a:gd name="connsiteY285" fmla="*/ 129235 h 593877"/>
                <a:gd name="connsiteX286" fmla="*/ 2788446 w 2915191"/>
                <a:gd name="connsiteY286" fmla="*/ 111686 h 593877"/>
                <a:gd name="connsiteX287" fmla="*/ 2798190 w 2915191"/>
                <a:gd name="connsiteY287" fmla="*/ 108033 h 593877"/>
                <a:gd name="connsiteX288" fmla="*/ 2807934 w 2915191"/>
                <a:gd name="connsiteY288" fmla="*/ 79699 h 593877"/>
                <a:gd name="connsiteX289" fmla="*/ 2817693 w 2915191"/>
                <a:gd name="connsiteY289" fmla="*/ 52152 h 593877"/>
                <a:gd name="connsiteX290" fmla="*/ 2827437 w 2915191"/>
                <a:gd name="connsiteY290" fmla="*/ 62766 h 593877"/>
                <a:gd name="connsiteX291" fmla="*/ 2837196 w 2915191"/>
                <a:gd name="connsiteY291" fmla="*/ 73437 h 593877"/>
                <a:gd name="connsiteX292" fmla="*/ 2846940 w 2915191"/>
                <a:gd name="connsiteY292" fmla="*/ 52164 h 593877"/>
                <a:gd name="connsiteX293" fmla="*/ 2856684 w 2915191"/>
                <a:gd name="connsiteY293" fmla="*/ 33229 h 593877"/>
                <a:gd name="connsiteX294" fmla="*/ 2866442 w 2915191"/>
                <a:gd name="connsiteY294" fmla="*/ 28655 h 593877"/>
                <a:gd name="connsiteX295" fmla="*/ 2876186 w 2915191"/>
                <a:gd name="connsiteY295" fmla="*/ 23913 h 593877"/>
                <a:gd name="connsiteX296" fmla="*/ 2885945 w 2915191"/>
                <a:gd name="connsiteY296" fmla="*/ 24215 h 593877"/>
                <a:gd name="connsiteX297" fmla="*/ 2895689 w 2915191"/>
                <a:gd name="connsiteY297" fmla="*/ 7972 h 593877"/>
                <a:gd name="connsiteX298" fmla="*/ 2905433 w 2915191"/>
                <a:gd name="connsiteY298" fmla="*/ 0 h 593877"/>
                <a:gd name="connsiteX299" fmla="*/ 2915192 w 2915191"/>
                <a:gd name="connsiteY299" fmla="*/ 4124 h 5938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93877">
                  <a:moveTo>
                    <a:pt x="0" y="291774"/>
                  </a:moveTo>
                  <a:lnTo>
                    <a:pt x="9750" y="287468"/>
                  </a:lnTo>
                  <a:lnTo>
                    <a:pt x="19500" y="310066"/>
                  </a:lnTo>
                  <a:lnTo>
                    <a:pt x="29250" y="312150"/>
                  </a:lnTo>
                  <a:lnTo>
                    <a:pt x="39000" y="343769"/>
                  </a:lnTo>
                  <a:lnTo>
                    <a:pt x="48749" y="363018"/>
                  </a:lnTo>
                  <a:lnTo>
                    <a:pt x="58499" y="357938"/>
                  </a:lnTo>
                  <a:lnTo>
                    <a:pt x="68249" y="354466"/>
                  </a:lnTo>
                  <a:lnTo>
                    <a:pt x="77998" y="373045"/>
                  </a:lnTo>
                  <a:lnTo>
                    <a:pt x="87748" y="402679"/>
                  </a:lnTo>
                  <a:lnTo>
                    <a:pt x="97497" y="351814"/>
                  </a:lnTo>
                  <a:lnTo>
                    <a:pt x="107247" y="362690"/>
                  </a:lnTo>
                  <a:lnTo>
                    <a:pt x="116997" y="354198"/>
                  </a:lnTo>
                  <a:lnTo>
                    <a:pt x="126747" y="338853"/>
                  </a:lnTo>
                  <a:lnTo>
                    <a:pt x="136497" y="368039"/>
                  </a:lnTo>
                  <a:lnTo>
                    <a:pt x="146247" y="378036"/>
                  </a:lnTo>
                  <a:lnTo>
                    <a:pt x="155997" y="408088"/>
                  </a:lnTo>
                  <a:lnTo>
                    <a:pt x="165747" y="395721"/>
                  </a:lnTo>
                  <a:lnTo>
                    <a:pt x="175497" y="400459"/>
                  </a:lnTo>
                  <a:lnTo>
                    <a:pt x="185247" y="374446"/>
                  </a:lnTo>
                  <a:lnTo>
                    <a:pt x="194996" y="353215"/>
                  </a:lnTo>
                  <a:lnTo>
                    <a:pt x="204746" y="384607"/>
                  </a:lnTo>
                  <a:lnTo>
                    <a:pt x="214495" y="412557"/>
                  </a:lnTo>
                  <a:lnTo>
                    <a:pt x="224245" y="423940"/>
                  </a:lnTo>
                  <a:lnTo>
                    <a:pt x="233995" y="444128"/>
                  </a:lnTo>
                  <a:lnTo>
                    <a:pt x="243744" y="412393"/>
                  </a:lnTo>
                  <a:lnTo>
                    <a:pt x="253494" y="395647"/>
                  </a:lnTo>
                  <a:lnTo>
                    <a:pt x="263244" y="377902"/>
                  </a:lnTo>
                  <a:lnTo>
                    <a:pt x="272994" y="367100"/>
                  </a:lnTo>
                  <a:lnTo>
                    <a:pt x="282744" y="364702"/>
                  </a:lnTo>
                  <a:lnTo>
                    <a:pt x="292494" y="397673"/>
                  </a:lnTo>
                  <a:lnTo>
                    <a:pt x="302244" y="416088"/>
                  </a:lnTo>
                  <a:lnTo>
                    <a:pt x="311994" y="431494"/>
                  </a:lnTo>
                  <a:lnTo>
                    <a:pt x="321744" y="468652"/>
                  </a:lnTo>
                  <a:lnTo>
                    <a:pt x="331493" y="500819"/>
                  </a:lnTo>
                  <a:lnTo>
                    <a:pt x="341243" y="483312"/>
                  </a:lnTo>
                  <a:lnTo>
                    <a:pt x="350993" y="445618"/>
                  </a:lnTo>
                  <a:lnTo>
                    <a:pt x="360742" y="441893"/>
                  </a:lnTo>
                  <a:lnTo>
                    <a:pt x="370492" y="427412"/>
                  </a:lnTo>
                  <a:lnTo>
                    <a:pt x="380241" y="435993"/>
                  </a:lnTo>
                  <a:lnTo>
                    <a:pt x="389991" y="417355"/>
                  </a:lnTo>
                  <a:lnTo>
                    <a:pt x="399741" y="399908"/>
                  </a:lnTo>
                  <a:lnTo>
                    <a:pt x="409491" y="380331"/>
                  </a:lnTo>
                  <a:lnTo>
                    <a:pt x="419241" y="355360"/>
                  </a:lnTo>
                  <a:lnTo>
                    <a:pt x="428991" y="355509"/>
                  </a:lnTo>
                  <a:lnTo>
                    <a:pt x="438741" y="353647"/>
                  </a:lnTo>
                  <a:lnTo>
                    <a:pt x="448491" y="347896"/>
                  </a:lnTo>
                  <a:lnTo>
                    <a:pt x="458241" y="337073"/>
                  </a:lnTo>
                  <a:lnTo>
                    <a:pt x="467991" y="301950"/>
                  </a:lnTo>
                  <a:lnTo>
                    <a:pt x="477740" y="276713"/>
                  </a:lnTo>
                  <a:lnTo>
                    <a:pt x="487490" y="289203"/>
                  </a:lnTo>
                  <a:lnTo>
                    <a:pt x="497239" y="293576"/>
                  </a:lnTo>
                  <a:lnTo>
                    <a:pt x="506989" y="301819"/>
                  </a:lnTo>
                  <a:lnTo>
                    <a:pt x="516738" y="320233"/>
                  </a:lnTo>
                  <a:lnTo>
                    <a:pt x="526488" y="354317"/>
                  </a:lnTo>
                  <a:lnTo>
                    <a:pt x="536238" y="404661"/>
                  </a:lnTo>
                  <a:lnTo>
                    <a:pt x="545988" y="405361"/>
                  </a:lnTo>
                  <a:lnTo>
                    <a:pt x="555738" y="378379"/>
                  </a:lnTo>
                  <a:lnTo>
                    <a:pt x="565488" y="385009"/>
                  </a:lnTo>
                  <a:lnTo>
                    <a:pt x="575238" y="392295"/>
                  </a:lnTo>
                  <a:lnTo>
                    <a:pt x="584988" y="389956"/>
                  </a:lnTo>
                  <a:lnTo>
                    <a:pt x="594738" y="344514"/>
                  </a:lnTo>
                  <a:lnTo>
                    <a:pt x="604488" y="368546"/>
                  </a:lnTo>
                  <a:lnTo>
                    <a:pt x="614237" y="371168"/>
                  </a:lnTo>
                  <a:lnTo>
                    <a:pt x="623987" y="415045"/>
                  </a:lnTo>
                  <a:lnTo>
                    <a:pt x="633736" y="384443"/>
                  </a:lnTo>
                  <a:lnTo>
                    <a:pt x="643486" y="376695"/>
                  </a:lnTo>
                  <a:lnTo>
                    <a:pt x="653236" y="374818"/>
                  </a:lnTo>
                  <a:lnTo>
                    <a:pt x="662985" y="370274"/>
                  </a:lnTo>
                  <a:lnTo>
                    <a:pt x="672735" y="366654"/>
                  </a:lnTo>
                  <a:lnTo>
                    <a:pt x="682485" y="336194"/>
                  </a:lnTo>
                  <a:lnTo>
                    <a:pt x="692235" y="357282"/>
                  </a:lnTo>
                  <a:lnTo>
                    <a:pt x="701985" y="294531"/>
                  </a:lnTo>
                  <a:lnTo>
                    <a:pt x="711735" y="277136"/>
                  </a:lnTo>
                  <a:lnTo>
                    <a:pt x="721485" y="273316"/>
                  </a:lnTo>
                  <a:lnTo>
                    <a:pt x="731235" y="288297"/>
                  </a:lnTo>
                  <a:lnTo>
                    <a:pt x="740985" y="314707"/>
                  </a:lnTo>
                  <a:lnTo>
                    <a:pt x="750734" y="360485"/>
                  </a:lnTo>
                  <a:lnTo>
                    <a:pt x="760484" y="365760"/>
                  </a:lnTo>
                  <a:lnTo>
                    <a:pt x="770233" y="382491"/>
                  </a:lnTo>
                  <a:lnTo>
                    <a:pt x="779983" y="373790"/>
                  </a:lnTo>
                  <a:lnTo>
                    <a:pt x="789733" y="379258"/>
                  </a:lnTo>
                  <a:lnTo>
                    <a:pt x="799482" y="417668"/>
                  </a:lnTo>
                  <a:lnTo>
                    <a:pt x="809232" y="423985"/>
                  </a:lnTo>
                  <a:lnTo>
                    <a:pt x="818982" y="426026"/>
                  </a:lnTo>
                  <a:lnTo>
                    <a:pt x="828732" y="431062"/>
                  </a:lnTo>
                  <a:lnTo>
                    <a:pt x="838482" y="419754"/>
                  </a:lnTo>
                  <a:lnTo>
                    <a:pt x="848232" y="437454"/>
                  </a:lnTo>
                  <a:lnTo>
                    <a:pt x="857982" y="405614"/>
                  </a:lnTo>
                  <a:lnTo>
                    <a:pt x="867732" y="411350"/>
                  </a:lnTo>
                  <a:lnTo>
                    <a:pt x="877482" y="439256"/>
                  </a:lnTo>
                  <a:lnTo>
                    <a:pt x="887231" y="454662"/>
                  </a:lnTo>
                  <a:lnTo>
                    <a:pt x="896981" y="487574"/>
                  </a:lnTo>
                  <a:lnTo>
                    <a:pt x="906730" y="485428"/>
                  </a:lnTo>
                  <a:lnTo>
                    <a:pt x="916480" y="500044"/>
                  </a:lnTo>
                  <a:lnTo>
                    <a:pt x="926230" y="512038"/>
                  </a:lnTo>
                  <a:lnTo>
                    <a:pt x="935979" y="534446"/>
                  </a:lnTo>
                  <a:lnTo>
                    <a:pt x="945729" y="542253"/>
                  </a:lnTo>
                  <a:lnTo>
                    <a:pt x="955479" y="548168"/>
                  </a:lnTo>
                  <a:lnTo>
                    <a:pt x="965229" y="535951"/>
                  </a:lnTo>
                  <a:lnTo>
                    <a:pt x="974979" y="534118"/>
                  </a:lnTo>
                  <a:lnTo>
                    <a:pt x="984729" y="556556"/>
                  </a:lnTo>
                  <a:lnTo>
                    <a:pt x="994474" y="549539"/>
                  </a:lnTo>
                  <a:lnTo>
                    <a:pt x="1004233" y="561726"/>
                  </a:lnTo>
                  <a:lnTo>
                    <a:pt x="1013977" y="526773"/>
                  </a:lnTo>
                  <a:lnTo>
                    <a:pt x="1023721" y="552876"/>
                  </a:lnTo>
                  <a:lnTo>
                    <a:pt x="1033480" y="547199"/>
                  </a:lnTo>
                  <a:lnTo>
                    <a:pt x="1043224" y="526609"/>
                  </a:lnTo>
                  <a:lnTo>
                    <a:pt x="1052983" y="536517"/>
                  </a:lnTo>
                  <a:lnTo>
                    <a:pt x="1062727" y="524478"/>
                  </a:lnTo>
                  <a:lnTo>
                    <a:pt x="1072471" y="593878"/>
                  </a:lnTo>
                  <a:lnTo>
                    <a:pt x="1082230" y="522139"/>
                  </a:lnTo>
                  <a:lnTo>
                    <a:pt x="1091973" y="573556"/>
                  </a:lnTo>
                  <a:lnTo>
                    <a:pt x="1101732" y="563067"/>
                  </a:lnTo>
                  <a:lnTo>
                    <a:pt x="1111476" y="567194"/>
                  </a:lnTo>
                  <a:lnTo>
                    <a:pt x="1121220" y="543698"/>
                  </a:lnTo>
                  <a:lnTo>
                    <a:pt x="1130979" y="546156"/>
                  </a:lnTo>
                  <a:lnTo>
                    <a:pt x="1140723" y="513513"/>
                  </a:lnTo>
                  <a:lnTo>
                    <a:pt x="1150482" y="544920"/>
                  </a:lnTo>
                  <a:lnTo>
                    <a:pt x="1160226" y="565302"/>
                  </a:lnTo>
                  <a:lnTo>
                    <a:pt x="1169969" y="546678"/>
                  </a:lnTo>
                  <a:lnTo>
                    <a:pt x="1179728" y="534625"/>
                  </a:lnTo>
                  <a:lnTo>
                    <a:pt x="1189472" y="501951"/>
                  </a:lnTo>
                  <a:lnTo>
                    <a:pt x="1199231" y="480511"/>
                  </a:lnTo>
                  <a:lnTo>
                    <a:pt x="1208975" y="481301"/>
                  </a:lnTo>
                  <a:lnTo>
                    <a:pt x="1218719" y="473658"/>
                  </a:lnTo>
                  <a:lnTo>
                    <a:pt x="1228478" y="474209"/>
                  </a:lnTo>
                  <a:lnTo>
                    <a:pt x="1238222" y="469844"/>
                  </a:lnTo>
                  <a:lnTo>
                    <a:pt x="1247966" y="436813"/>
                  </a:lnTo>
                  <a:lnTo>
                    <a:pt x="1257725" y="461426"/>
                  </a:lnTo>
                  <a:lnTo>
                    <a:pt x="1267469" y="461098"/>
                  </a:lnTo>
                  <a:lnTo>
                    <a:pt x="1277227" y="450207"/>
                  </a:lnTo>
                  <a:lnTo>
                    <a:pt x="1286971" y="442415"/>
                  </a:lnTo>
                  <a:lnTo>
                    <a:pt x="1296715" y="409712"/>
                  </a:lnTo>
                  <a:lnTo>
                    <a:pt x="1306474" y="430332"/>
                  </a:lnTo>
                  <a:lnTo>
                    <a:pt x="1316218" y="431583"/>
                  </a:lnTo>
                  <a:lnTo>
                    <a:pt x="1325977" y="423135"/>
                  </a:lnTo>
                  <a:lnTo>
                    <a:pt x="1335721" y="427486"/>
                  </a:lnTo>
                  <a:lnTo>
                    <a:pt x="1345465" y="429781"/>
                  </a:lnTo>
                  <a:lnTo>
                    <a:pt x="1355224" y="418964"/>
                  </a:lnTo>
                  <a:lnTo>
                    <a:pt x="1364967" y="434503"/>
                  </a:lnTo>
                  <a:lnTo>
                    <a:pt x="1374726" y="448687"/>
                  </a:lnTo>
                  <a:lnTo>
                    <a:pt x="1384470" y="487157"/>
                  </a:lnTo>
                  <a:lnTo>
                    <a:pt x="1394214" y="498539"/>
                  </a:lnTo>
                  <a:lnTo>
                    <a:pt x="1403973" y="481793"/>
                  </a:lnTo>
                  <a:lnTo>
                    <a:pt x="1413717" y="471334"/>
                  </a:lnTo>
                  <a:lnTo>
                    <a:pt x="1423476" y="470380"/>
                  </a:lnTo>
                  <a:lnTo>
                    <a:pt x="1433220" y="480482"/>
                  </a:lnTo>
                  <a:lnTo>
                    <a:pt x="1442964" y="461158"/>
                  </a:lnTo>
                  <a:lnTo>
                    <a:pt x="1452722" y="469754"/>
                  </a:lnTo>
                  <a:lnTo>
                    <a:pt x="1462466" y="475476"/>
                  </a:lnTo>
                  <a:lnTo>
                    <a:pt x="1472225" y="406553"/>
                  </a:lnTo>
                  <a:lnTo>
                    <a:pt x="1481969" y="415478"/>
                  </a:lnTo>
                  <a:lnTo>
                    <a:pt x="1491713" y="411887"/>
                  </a:lnTo>
                  <a:lnTo>
                    <a:pt x="1501472" y="432134"/>
                  </a:lnTo>
                  <a:lnTo>
                    <a:pt x="1511216" y="425877"/>
                  </a:lnTo>
                  <a:lnTo>
                    <a:pt x="1520960" y="408818"/>
                  </a:lnTo>
                  <a:lnTo>
                    <a:pt x="1530719" y="402515"/>
                  </a:lnTo>
                  <a:lnTo>
                    <a:pt x="1540463" y="394455"/>
                  </a:lnTo>
                  <a:lnTo>
                    <a:pt x="1550221" y="384651"/>
                  </a:lnTo>
                  <a:lnTo>
                    <a:pt x="1559965" y="376666"/>
                  </a:lnTo>
                  <a:lnTo>
                    <a:pt x="1569709" y="385247"/>
                  </a:lnTo>
                  <a:lnTo>
                    <a:pt x="1579468" y="350086"/>
                  </a:lnTo>
                  <a:lnTo>
                    <a:pt x="1589212" y="352321"/>
                  </a:lnTo>
                  <a:lnTo>
                    <a:pt x="1598971" y="362795"/>
                  </a:lnTo>
                  <a:lnTo>
                    <a:pt x="1608715" y="370825"/>
                  </a:lnTo>
                  <a:lnTo>
                    <a:pt x="1618459" y="353349"/>
                  </a:lnTo>
                  <a:lnTo>
                    <a:pt x="1628218" y="333171"/>
                  </a:lnTo>
                  <a:lnTo>
                    <a:pt x="1637962" y="318774"/>
                  </a:lnTo>
                  <a:lnTo>
                    <a:pt x="1647720" y="316958"/>
                  </a:lnTo>
                  <a:lnTo>
                    <a:pt x="1657464" y="314894"/>
                  </a:lnTo>
                  <a:lnTo>
                    <a:pt x="1667208" y="304341"/>
                  </a:lnTo>
                  <a:lnTo>
                    <a:pt x="1676967" y="304540"/>
                  </a:lnTo>
                  <a:lnTo>
                    <a:pt x="1686711" y="316998"/>
                  </a:lnTo>
                  <a:lnTo>
                    <a:pt x="1696470" y="325327"/>
                  </a:lnTo>
                  <a:lnTo>
                    <a:pt x="1706214" y="348358"/>
                  </a:lnTo>
                  <a:lnTo>
                    <a:pt x="1715958" y="360992"/>
                  </a:lnTo>
                  <a:lnTo>
                    <a:pt x="1725716" y="378513"/>
                  </a:lnTo>
                  <a:lnTo>
                    <a:pt x="1735460" y="393516"/>
                  </a:lnTo>
                  <a:lnTo>
                    <a:pt x="1745219" y="399655"/>
                  </a:lnTo>
                  <a:lnTo>
                    <a:pt x="1754963" y="381195"/>
                  </a:lnTo>
                  <a:lnTo>
                    <a:pt x="1764707" y="363733"/>
                  </a:lnTo>
                  <a:lnTo>
                    <a:pt x="1774466" y="352038"/>
                  </a:lnTo>
                  <a:lnTo>
                    <a:pt x="1784210" y="340399"/>
                  </a:lnTo>
                  <a:lnTo>
                    <a:pt x="1793969" y="330051"/>
                  </a:lnTo>
                  <a:lnTo>
                    <a:pt x="1803713" y="336187"/>
                  </a:lnTo>
                  <a:lnTo>
                    <a:pt x="1813457" y="302181"/>
                  </a:lnTo>
                  <a:lnTo>
                    <a:pt x="1823215" y="295553"/>
                  </a:lnTo>
                  <a:lnTo>
                    <a:pt x="1832959" y="262566"/>
                  </a:lnTo>
                  <a:lnTo>
                    <a:pt x="1842703" y="302558"/>
                  </a:lnTo>
                  <a:lnTo>
                    <a:pt x="1852462" y="290049"/>
                  </a:lnTo>
                  <a:lnTo>
                    <a:pt x="1862206" y="288173"/>
                  </a:lnTo>
                  <a:lnTo>
                    <a:pt x="1871965" y="310252"/>
                  </a:lnTo>
                  <a:lnTo>
                    <a:pt x="1881709" y="285286"/>
                  </a:lnTo>
                  <a:lnTo>
                    <a:pt x="1891453" y="282736"/>
                  </a:lnTo>
                  <a:lnTo>
                    <a:pt x="1901212" y="297486"/>
                  </a:lnTo>
                  <a:lnTo>
                    <a:pt x="1910956" y="286248"/>
                  </a:lnTo>
                  <a:lnTo>
                    <a:pt x="1920714" y="300566"/>
                  </a:lnTo>
                  <a:lnTo>
                    <a:pt x="1930458" y="289304"/>
                  </a:lnTo>
                  <a:lnTo>
                    <a:pt x="1940202" y="283362"/>
                  </a:lnTo>
                  <a:lnTo>
                    <a:pt x="1949961" y="303649"/>
                  </a:lnTo>
                  <a:lnTo>
                    <a:pt x="1959705" y="294292"/>
                  </a:lnTo>
                  <a:lnTo>
                    <a:pt x="1969464" y="297778"/>
                  </a:lnTo>
                  <a:lnTo>
                    <a:pt x="1979208" y="284051"/>
                  </a:lnTo>
                  <a:lnTo>
                    <a:pt x="1988952" y="270384"/>
                  </a:lnTo>
                  <a:lnTo>
                    <a:pt x="1998711" y="253922"/>
                  </a:lnTo>
                  <a:lnTo>
                    <a:pt x="2008454" y="269606"/>
                  </a:lnTo>
                  <a:lnTo>
                    <a:pt x="2018213" y="295226"/>
                  </a:lnTo>
                  <a:lnTo>
                    <a:pt x="2027957" y="268603"/>
                  </a:lnTo>
                  <a:lnTo>
                    <a:pt x="2037701" y="299049"/>
                  </a:lnTo>
                  <a:lnTo>
                    <a:pt x="2047460" y="343039"/>
                  </a:lnTo>
                  <a:lnTo>
                    <a:pt x="2057204" y="338435"/>
                  </a:lnTo>
                  <a:lnTo>
                    <a:pt x="2066963" y="342057"/>
                  </a:lnTo>
                  <a:lnTo>
                    <a:pt x="2076707" y="335051"/>
                  </a:lnTo>
                  <a:lnTo>
                    <a:pt x="2086451" y="317619"/>
                  </a:lnTo>
                  <a:lnTo>
                    <a:pt x="2096210" y="338021"/>
                  </a:lnTo>
                  <a:lnTo>
                    <a:pt x="2105954" y="361320"/>
                  </a:lnTo>
                  <a:lnTo>
                    <a:pt x="2115697" y="355777"/>
                  </a:lnTo>
                  <a:lnTo>
                    <a:pt x="2125456" y="338277"/>
                  </a:lnTo>
                  <a:lnTo>
                    <a:pt x="2135200" y="347926"/>
                  </a:lnTo>
                  <a:lnTo>
                    <a:pt x="2144959" y="372717"/>
                  </a:lnTo>
                  <a:lnTo>
                    <a:pt x="2154703" y="363540"/>
                  </a:lnTo>
                  <a:lnTo>
                    <a:pt x="2164447" y="356969"/>
                  </a:lnTo>
                  <a:lnTo>
                    <a:pt x="2174206" y="369693"/>
                  </a:lnTo>
                  <a:lnTo>
                    <a:pt x="2183950" y="378066"/>
                  </a:lnTo>
                  <a:lnTo>
                    <a:pt x="2193709" y="388376"/>
                  </a:lnTo>
                  <a:lnTo>
                    <a:pt x="2203452" y="380078"/>
                  </a:lnTo>
                  <a:lnTo>
                    <a:pt x="2213196" y="390566"/>
                  </a:lnTo>
                  <a:lnTo>
                    <a:pt x="2222955" y="374714"/>
                  </a:lnTo>
                  <a:lnTo>
                    <a:pt x="2232699" y="335886"/>
                  </a:lnTo>
                  <a:lnTo>
                    <a:pt x="2242458" y="343858"/>
                  </a:lnTo>
                  <a:lnTo>
                    <a:pt x="2252202" y="303702"/>
                  </a:lnTo>
                  <a:lnTo>
                    <a:pt x="2261946" y="330001"/>
                  </a:lnTo>
                  <a:lnTo>
                    <a:pt x="2271705" y="334692"/>
                  </a:lnTo>
                  <a:lnTo>
                    <a:pt x="2281449" y="331191"/>
                  </a:lnTo>
                  <a:lnTo>
                    <a:pt x="2291208" y="340276"/>
                  </a:lnTo>
                  <a:lnTo>
                    <a:pt x="2300951" y="326151"/>
                  </a:lnTo>
                  <a:lnTo>
                    <a:pt x="2310695" y="296116"/>
                  </a:lnTo>
                  <a:lnTo>
                    <a:pt x="2320454" y="278623"/>
                  </a:lnTo>
                  <a:lnTo>
                    <a:pt x="2330198" y="265054"/>
                  </a:lnTo>
                  <a:lnTo>
                    <a:pt x="2339957" y="272726"/>
                  </a:lnTo>
                  <a:lnTo>
                    <a:pt x="2349701" y="258640"/>
                  </a:lnTo>
                  <a:lnTo>
                    <a:pt x="2359445" y="218479"/>
                  </a:lnTo>
                  <a:lnTo>
                    <a:pt x="2369204" y="204424"/>
                  </a:lnTo>
                  <a:lnTo>
                    <a:pt x="2378948" y="214855"/>
                  </a:lnTo>
                  <a:lnTo>
                    <a:pt x="2388692" y="215900"/>
                  </a:lnTo>
                  <a:lnTo>
                    <a:pt x="2398450" y="198271"/>
                  </a:lnTo>
                  <a:lnTo>
                    <a:pt x="2408194" y="219338"/>
                  </a:lnTo>
                  <a:lnTo>
                    <a:pt x="2417953" y="211053"/>
                  </a:lnTo>
                  <a:lnTo>
                    <a:pt x="2427697" y="216765"/>
                  </a:lnTo>
                  <a:lnTo>
                    <a:pt x="2437441" y="208873"/>
                  </a:lnTo>
                  <a:lnTo>
                    <a:pt x="2447200" y="211446"/>
                  </a:lnTo>
                  <a:lnTo>
                    <a:pt x="2456944" y="203510"/>
                  </a:lnTo>
                  <a:lnTo>
                    <a:pt x="2466703" y="192219"/>
                  </a:lnTo>
                  <a:lnTo>
                    <a:pt x="2476446" y="212069"/>
                  </a:lnTo>
                  <a:lnTo>
                    <a:pt x="2486190" y="240967"/>
                  </a:lnTo>
                  <a:lnTo>
                    <a:pt x="2495949" y="226882"/>
                  </a:lnTo>
                  <a:lnTo>
                    <a:pt x="2505693" y="191199"/>
                  </a:lnTo>
                  <a:lnTo>
                    <a:pt x="2515452" y="213578"/>
                  </a:lnTo>
                  <a:lnTo>
                    <a:pt x="2525196" y="241323"/>
                  </a:lnTo>
                  <a:lnTo>
                    <a:pt x="2534940" y="263676"/>
                  </a:lnTo>
                  <a:lnTo>
                    <a:pt x="2544699" y="257223"/>
                  </a:lnTo>
                  <a:lnTo>
                    <a:pt x="2554443" y="227253"/>
                  </a:lnTo>
                  <a:lnTo>
                    <a:pt x="2564202" y="219127"/>
                  </a:lnTo>
                  <a:lnTo>
                    <a:pt x="2573946" y="195208"/>
                  </a:lnTo>
                  <a:lnTo>
                    <a:pt x="2583690" y="186221"/>
                  </a:lnTo>
                  <a:lnTo>
                    <a:pt x="2593448" y="200864"/>
                  </a:lnTo>
                  <a:lnTo>
                    <a:pt x="2603192" y="190850"/>
                  </a:lnTo>
                  <a:lnTo>
                    <a:pt x="2612951" y="211178"/>
                  </a:lnTo>
                  <a:lnTo>
                    <a:pt x="2622695" y="198456"/>
                  </a:lnTo>
                  <a:lnTo>
                    <a:pt x="2632439" y="207571"/>
                  </a:lnTo>
                  <a:lnTo>
                    <a:pt x="2642198" y="145557"/>
                  </a:lnTo>
                  <a:lnTo>
                    <a:pt x="2651942" y="136799"/>
                  </a:lnTo>
                  <a:lnTo>
                    <a:pt x="2661685" y="159765"/>
                  </a:lnTo>
                  <a:lnTo>
                    <a:pt x="2671444" y="147843"/>
                  </a:lnTo>
                  <a:lnTo>
                    <a:pt x="2681188" y="154930"/>
                  </a:lnTo>
                  <a:lnTo>
                    <a:pt x="2690947" y="171282"/>
                  </a:lnTo>
                  <a:lnTo>
                    <a:pt x="2700691" y="191041"/>
                  </a:lnTo>
                  <a:lnTo>
                    <a:pt x="2710435" y="187644"/>
                  </a:lnTo>
                  <a:lnTo>
                    <a:pt x="2720194" y="187559"/>
                  </a:lnTo>
                  <a:lnTo>
                    <a:pt x="2729938" y="146232"/>
                  </a:lnTo>
                  <a:lnTo>
                    <a:pt x="2739697" y="154772"/>
                  </a:lnTo>
                  <a:lnTo>
                    <a:pt x="2749441" y="150626"/>
                  </a:lnTo>
                  <a:lnTo>
                    <a:pt x="2759185" y="130634"/>
                  </a:lnTo>
                  <a:lnTo>
                    <a:pt x="2768943" y="113891"/>
                  </a:lnTo>
                  <a:lnTo>
                    <a:pt x="2778687" y="129235"/>
                  </a:lnTo>
                  <a:lnTo>
                    <a:pt x="2788446" y="111686"/>
                  </a:lnTo>
                  <a:lnTo>
                    <a:pt x="2798190" y="108033"/>
                  </a:lnTo>
                  <a:lnTo>
                    <a:pt x="2807934" y="79699"/>
                  </a:lnTo>
                  <a:lnTo>
                    <a:pt x="2817693" y="52152"/>
                  </a:lnTo>
                  <a:lnTo>
                    <a:pt x="2827437" y="62766"/>
                  </a:lnTo>
                  <a:lnTo>
                    <a:pt x="2837196" y="73437"/>
                  </a:lnTo>
                  <a:lnTo>
                    <a:pt x="2846940" y="52164"/>
                  </a:lnTo>
                  <a:lnTo>
                    <a:pt x="2856684" y="33229"/>
                  </a:lnTo>
                  <a:lnTo>
                    <a:pt x="2866442" y="28655"/>
                  </a:lnTo>
                  <a:lnTo>
                    <a:pt x="2876186" y="23913"/>
                  </a:lnTo>
                  <a:lnTo>
                    <a:pt x="2885945" y="24215"/>
                  </a:lnTo>
                  <a:lnTo>
                    <a:pt x="2895689" y="7972"/>
                  </a:lnTo>
                  <a:lnTo>
                    <a:pt x="2905433" y="0"/>
                  </a:lnTo>
                  <a:lnTo>
                    <a:pt x="2915192" y="412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3" name="Freeform 1192">
              <a:extLst>
                <a:ext uri="{FF2B5EF4-FFF2-40B4-BE49-F238E27FC236}">
                  <a16:creationId xmlns:a16="http://schemas.microsoft.com/office/drawing/2014/main" id="{17A3D26B-1411-8A09-FE2E-A9B3751DA5B0}"/>
                </a:ext>
              </a:extLst>
            </p:cNvPr>
            <p:cNvSpPr/>
            <p:nvPr/>
          </p:nvSpPr>
          <p:spPr>
            <a:xfrm>
              <a:off x="4426652" y="3243853"/>
              <a:ext cx="2915191" cy="481532"/>
            </a:xfrm>
            <a:custGeom>
              <a:avLst/>
              <a:gdLst>
                <a:gd name="connsiteX0" fmla="*/ 0 w 2915191"/>
                <a:gd name="connsiteY0" fmla="*/ 262261 h 481532"/>
                <a:gd name="connsiteX1" fmla="*/ 9750 w 2915191"/>
                <a:gd name="connsiteY1" fmla="*/ 243208 h 481532"/>
                <a:gd name="connsiteX2" fmla="*/ 19500 w 2915191"/>
                <a:gd name="connsiteY2" fmla="*/ 232502 h 481532"/>
                <a:gd name="connsiteX3" fmla="*/ 29250 w 2915191"/>
                <a:gd name="connsiteY3" fmla="*/ 225433 h 481532"/>
                <a:gd name="connsiteX4" fmla="*/ 39000 w 2915191"/>
                <a:gd name="connsiteY4" fmla="*/ 214103 h 481532"/>
                <a:gd name="connsiteX5" fmla="*/ 48749 w 2915191"/>
                <a:gd name="connsiteY5" fmla="*/ 220162 h 481532"/>
                <a:gd name="connsiteX6" fmla="*/ 58499 w 2915191"/>
                <a:gd name="connsiteY6" fmla="*/ 226494 h 481532"/>
                <a:gd name="connsiteX7" fmla="*/ 68249 w 2915191"/>
                <a:gd name="connsiteY7" fmla="*/ 237208 h 481532"/>
                <a:gd name="connsiteX8" fmla="*/ 77998 w 2915191"/>
                <a:gd name="connsiteY8" fmla="*/ 258386 h 481532"/>
                <a:gd name="connsiteX9" fmla="*/ 87748 w 2915191"/>
                <a:gd name="connsiteY9" fmla="*/ 220611 h 481532"/>
                <a:gd name="connsiteX10" fmla="*/ 97497 w 2915191"/>
                <a:gd name="connsiteY10" fmla="*/ 254722 h 481532"/>
                <a:gd name="connsiteX11" fmla="*/ 107247 w 2915191"/>
                <a:gd name="connsiteY11" fmla="*/ 277291 h 481532"/>
                <a:gd name="connsiteX12" fmla="*/ 116997 w 2915191"/>
                <a:gd name="connsiteY12" fmla="*/ 278356 h 481532"/>
                <a:gd name="connsiteX13" fmla="*/ 126747 w 2915191"/>
                <a:gd name="connsiteY13" fmla="*/ 302789 h 481532"/>
                <a:gd name="connsiteX14" fmla="*/ 136497 w 2915191"/>
                <a:gd name="connsiteY14" fmla="*/ 303057 h 481532"/>
                <a:gd name="connsiteX15" fmla="*/ 146247 w 2915191"/>
                <a:gd name="connsiteY15" fmla="*/ 295566 h 481532"/>
                <a:gd name="connsiteX16" fmla="*/ 155997 w 2915191"/>
                <a:gd name="connsiteY16" fmla="*/ 264271 h 481532"/>
                <a:gd name="connsiteX17" fmla="*/ 165747 w 2915191"/>
                <a:gd name="connsiteY17" fmla="*/ 286308 h 481532"/>
                <a:gd name="connsiteX18" fmla="*/ 175497 w 2915191"/>
                <a:gd name="connsiteY18" fmla="*/ 298029 h 481532"/>
                <a:gd name="connsiteX19" fmla="*/ 185247 w 2915191"/>
                <a:gd name="connsiteY19" fmla="*/ 298589 h 481532"/>
                <a:gd name="connsiteX20" fmla="*/ 194996 w 2915191"/>
                <a:gd name="connsiteY20" fmla="*/ 300715 h 481532"/>
                <a:gd name="connsiteX21" fmla="*/ 204746 w 2915191"/>
                <a:gd name="connsiteY21" fmla="*/ 254980 h 481532"/>
                <a:gd name="connsiteX22" fmla="*/ 214495 w 2915191"/>
                <a:gd name="connsiteY22" fmla="*/ 201838 h 481532"/>
                <a:gd name="connsiteX23" fmla="*/ 224245 w 2915191"/>
                <a:gd name="connsiteY23" fmla="*/ 201790 h 481532"/>
                <a:gd name="connsiteX24" fmla="*/ 233995 w 2915191"/>
                <a:gd name="connsiteY24" fmla="*/ 213294 h 481532"/>
                <a:gd name="connsiteX25" fmla="*/ 243744 w 2915191"/>
                <a:gd name="connsiteY25" fmla="*/ 210658 h 481532"/>
                <a:gd name="connsiteX26" fmla="*/ 253494 w 2915191"/>
                <a:gd name="connsiteY26" fmla="*/ 171356 h 481532"/>
                <a:gd name="connsiteX27" fmla="*/ 263244 w 2915191"/>
                <a:gd name="connsiteY27" fmla="*/ 149809 h 481532"/>
                <a:gd name="connsiteX28" fmla="*/ 272994 w 2915191"/>
                <a:gd name="connsiteY28" fmla="*/ 142327 h 481532"/>
                <a:gd name="connsiteX29" fmla="*/ 282744 w 2915191"/>
                <a:gd name="connsiteY29" fmla="*/ 167617 h 481532"/>
                <a:gd name="connsiteX30" fmla="*/ 292494 w 2915191"/>
                <a:gd name="connsiteY30" fmla="*/ 155940 h 481532"/>
                <a:gd name="connsiteX31" fmla="*/ 302244 w 2915191"/>
                <a:gd name="connsiteY31" fmla="*/ 186477 h 481532"/>
                <a:gd name="connsiteX32" fmla="*/ 311994 w 2915191"/>
                <a:gd name="connsiteY32" fmla="*/ 229637 h 481532"/>
                <a:gd name="connsiteX33" fmla="*/ 321744 w 2915191"/>
                <a:gd name="connsiteY33" fmla="*/ 215171 h 481532"/>
                <a:gd name="connsiteX34" fmla="*/ 331493 w 2915191"/>
                <a:gd name="connsiteY34" fmla="*/ 210210 h 481532"/>
                <a:gd name="connsiteX35" fmla="*/ 341243 w 2915191"/>
                <a:gd name="connsiteY35" fmla="*/ 193813 h 481532"/>
                <a:gd name="connsiteX36" fmla="*/ 350993 w 2915191"/>
                <a:gd name="connsiteY36" fmla="*/ 178675 h 481532"/>
                <a:gd name="connsiteX37" fmla="*/ 360742 w 2915191"/>
                <a:gd name="connsiteY37" fmla="*/ 192078 h 481532"/>
                <a:gd name="connsiteX38" fmla="*/ 370492 w 2915191"/>
                <a:gd name="connsiteY38" fmla="*/ 167591 h 481532"/>
                <a:gd name="connsiteX39" fmla="*/ 380241 w 2915191"/>
                <a:gd name="connsiteY39" fmla="*/ 121912 h 481532"/>
                <a:gd name="connsiteX40" fmla="*/ 389991 w 2915191"/>
                <a:gd name="connsiteY40" fmla="*/ 80282 h 481532"/>
                <a:gd name="connsiteX41" fmla="*/ 399741 w 2915191"/>
                <a:gd name="connsiteY41" fmla="*/ 103914 h 481532"/>
                <a:gd name="connsiteX42" fmla="*/ 409491 w 2915191"/>
                <a:gd name="connsiteY42" fmla="*/ 96031 h 481532"/>
                <a:gd name="connsiteX43" fmla="*/ 419241 w 2915191"/>
                <a:gd name="connsiteY43" fmla="*/ 56235 h 481532"/>
                <a:gd name="connsiteX44" fmla="*/ 428991 w 2915191"/>
                <a:gd name="connsiteY44" fmla="*/ 108402 h 481532"/>
                <a:gd name="connsiteX45" fmla="*/ 438741 w 2915191"/>
                <a:gd name="connsiteY45" fmla="*/ 102039 h 481532"/>
                <a:gd name="connsiteX46" fmla="*/ 448491 w 2915191"/>
                <a:gd name="connsiteY46" fmla="*/ 151754 h 481532"/>
                <a:gd name="connsiteX47" fmla="*/ 458241 w 2915191"/>
                <a:gd name="connsiteY47" fmla="*/ 147941 h 481532"/>
                <a:gd name="connsiteX48" fmla="*/ 467991 w 2915191"/>
                <a:gd name="connsiteY48" fmla="*/ 159458 h 481532"/>
                <a:gd name="connsiteX49" fmla="*/ 477740 w 2915191"/>
                <a:gd name="connsiteY49" fmla="*/ 156372 h 481532"/>
                <a:gd name="connsiteX50" fmla="*/ 487490 w 2915191"/>
                <a:gd name="connsiteY50" fmla="*/ 174372 h 481532"/>
                <a:gd name="connsiteX51" fmla="*/ 497239 w 2915191"/>
                <a:gd name="connsiteY51" fmla="*/ 190026 h 481532"/>
                <a:gd name="connsiteX52" fmla="*/ 506989 w 2915191"/>
                <a:gd name="connsiteY52" fmla="*/ 206001 h 481532"/>
                <a:gd name="connsiteX53" fmla="*/ 516738 w 2915191"/>
                <a:gd name="connsiteY53" fmla="*/ 200302 h 481532"/>
                <a:gd name="connsiteX54" fmla="*/ 526488 w 2915191"/>
                <a:gd name="connsiteY54" fmla="*/ 211895 h 481532"/>
                <a:gd name="connsiteX55" fmla="*/ 536238 w 2915191"/>
                <a:gd name="connsiteY55" fmla="*/ 233550 h 481532"/>
                <a:gd name="connsiteX56" fmla="*/ 545988 w 2915191"/>
                <a:gd name="connsiteY56" fmla="*/ 245188 h 481532"/>
                <a:gd name="connsiteX57" fmla="*/ 555738 w 2915191"/>
                <a:gd name="connsiteY57" fmla="*/ 235052 h 481532"/>
                <a:gd name="connsiteX58" fmla="*/ 565488 w 2915191"/>
                <a:gd name="connsiteY58" fmla="*/ 200131 h 481532"/>
                <a:gd name="connsiteX59" fmla="*/ 575238 w 2915191"/>
                <a:gd name="connsiteY59" fmla="*/ 218640 h 481532"/>
                <a:gd name="connsiteX60" fmla="*/ 584988 w 2915191"/>
                <a:gd name="connsiteY60" fmla="*/ 222007 h 481532"/>
                <a:gd name="connsiteX61" fmla="*/ 594738 w 2915191"/>
                <a:gd name="connsiteY61" fmla="*/ 233497 h 481532"/>
                <a:gd name="connsiteX62" fmla="*/ 604488 w 2915191"/>
                <a:gd name="connsiteY62" fmla="*/ 204207 h 481532"/>
                <a:gd name="connsiteX63" fmla="*/ 614237 w 2915191"/>
                <a:gd name="connsiteY63" fmla="*/ 191619 h 481532"/>
                <a:gd name="connsiteX64" fmla="*/ 623987 w 2915191"/>
                <a:gd name="connsiteY64" fmla="*/ 200151 h 481532"/>
                <a:gd name="connsiteX65" fmla="*/ 633736 w 2915191"/>
                <a:gd name="connsiteY65" fmla="*/ 209904 h 481532"/>
                <a:gd name="connsiteX66" fmla="*/ 643486 w 2915191"/>
                <a:gd name="connsiteY66" fmla="*/ 218579 h 481532"/>
                <a:gd name="connsiteX67" fmla="*/ 653236 w 2915191"/>
                <a:gd name="connsiteY67" fmla="*/ 228302 h 481532"/>
                <a:gd name="connsiteX68" fmla="*/ 662985 w 2915191"/>
                <a:gd name="connsiteY68" fmla="*/ 248986 h 481532"/>
                <a:gd name="connsiteX69" fmla="*/ 672735 w 2915191"/>
                <a:gd name="connsiteY69" fmla="*/ 253034 h 481532"/>
                <a:gd name="connsiteX70" fmla="*/ 682485 w 2915191"/>
                <a:gd name="connsiteY70" fmla="*/ 249187 h 481532"/>
                <a:gd name="connsiteX71" fmla="*/ 692235 w 2915191"/>
                <a:gd name="connsiteY71" fmla="*/ 257510 h 481532"/>
                <a:gd name="connsiteX72" fmla="*/ 701985 w 2915191"/>
                <a:gd name="connsiteY72" fmla="*/ 265808 h 481532"/>
                <a:gd name="connsiteX73" fmla="*/ 711735 w 2915191"/>
                <a:gd name="connsiteY73" fmla="*/ 233881 h 481532"/>
                <a:gd name="connsiteX74" fmla="*/ 721485 w 2915191"/>
                <a:gd name="connsiteY74" fmla="*/ 268407 h 481532"/>
                <a:gd name="connsiteX75" fmla="*/ 731235 w 2915191"/>
                <a:gd name="connsiteY75" fmla="*/ 281421 h 481532"/>
                <a:gd name="connsiteX76" fmla="*/ 740985 w 2915191"/>
                <a:gd name="connsiteY76" fmla="*/ 264797 h 481532"/>
                <a:gd name="connsiteX77" fmla="*/ 750734 w 2915191"/>
                <a:gd name="connsiteY77" fmla="*/ 244525 h 481532"/>
                <a:gd name="connsiteX78" fmla="*/ 760484 w 2915191"/>
                <a:gd name="connsiteY78" fmla="*/ 214450 h 481532"/>
                <a:gd name="connsiteX79" fmla="*/ 770233 w 2915191"/>
                <a:gd name="connsiteY79" fmla="*/ 218550 h 481532"/>
                <a:gd name="connsiteX80" fmla="*/ 779983 w 2915191"/>
                <a:gd name="connsiteY80" fmla="*/ 251212 h 481532"/>
                <a:gd name="connsiteX81" fmla="*/ 789733 w 2915191"/>
                <a:gd name="connsiteY81" fmla="*/ 245561 h 481532"/>
                <a:gd name="connsiteX82" fmla="*/ 799482 w 2915191"/>
                <a:gd name="connsiteY82" fmla="*/ 255623 h 481532"/>
                <a:gd name="connsiteX83" fmla="*/ 809232 w 2915191"/>
                <a:gd name="connsiteY83" fmla="*/ 248843 h 481532"/>
                <a:gd name="connsiteX84" fmla="*/ 818982 w 2915191"/>
                <a:gd name="connsiteY84" fmla="*/ 249180 h 481532"/>
                <a:gd name="connsiteX85" fmla="*/ 828732 w 2915191"/>
                <a:gd name="connsiteY85" fmla="*/ 227551 h 481532"/>
                <a:gd name="connsiteX86" fmla="*/ 838482 w 2915191"/>
                <a:gd name="connsiteY86" fmla="*/ 233981 h 481532"/>
                <a:gd name="connsiteX87" fmla="*/ 848232 w 2915191"/>
                <a:gd name="connsiteY87" fmla="*/ 225225 h 481532"/>
                <a:gd name="connsiteX88" fmla="*/ 857982 w 2915191"/>
                <a:gd name="connsiteY88" fmla="*/ 218766 h 481532"/>
                <a:gd name="connsiteX89" fmla="*/ 867732 w 2915191"/>
                <a:gd name="connsiteY89" fmla="*/ 205265 h 481532"/>
                <a:gd name="connsiteX90" fmla="*/ 877482 w 2915191"/>
                <a:gd name="connsiteY90" fmla="*/ 179600 h 481532"/>
                <a:gd name="connsiteX91" fmla="*/ 887231 w 2915191"/>
                <a:gd name="connsiteY91" fmla="*/ 135681 h 481532"/>
                <a:gd name="connsiteX92" fmla="*/ 896981 w 2915191"/>
                <a:gd name="connsiteY92" fmla="*/ 148725 h 481532"/>
                <a:gd name="connsiteX93" fmla="*/ 906730 w 2915191"/>
                <a:gd name="connsiteY93" fmla="*/ 79592 h 481532"/>
                <a:gd name="connsiteX94" fmla="*/ 916480 w 2915191"/>
                <a:gd name="connsiteY94" fmla="*/ 102590 h 481532"/>
                <a:gd name="connsiteX95" fmla="*/ 926230 w 2915191"/>
                <a:gd name="connsiteY95" fmla="*/ 98725 h 481532"/>
                <a:gd name="connsiteX96" fmla="*/ 935979 w 2915191"/>
                <a:gd name="connsiteY96" fmla="*/ 106304 h 481532"/>
                <a:gd name="connsiteX97" fmla="*/ 945729 w 2915191"/>
                <a:gd name="connsiteY97" fmla="*/ 113460 h 481532"/>
                <a:gd name="connsiteX98" fmla="*/ 955479 w 2915191"/>
                <a:gd name="connsiteY98" fmla="*/ 135254 h 481532"/>
                <a:gd name="connsiteX99" fmla="*/ 965229 w 2915191"/>
                <a:gd name="connsiteY99" fmla="*/ 146156 h 481532"/>
                <a:gd name="connsiteX100" fmla="*/ 974979 w 2915191"/>
                <a:gd name="connsiteY100" fmla="*/ 141925 h 481532"/>
                <a:gd name="connsiteX101" fmla="*/ 984729 w 2915191"/>
                <a:gd name="connsiteY101" fmla="*/ 194457 h 481532"/>
                <a:gd name="connsiteX102" fmla="*/ 994474 w 2915191"/>
                <a:gd name="connsiteY102" fmla="*/ 165708 h 481532"/>
                <a:gd name="connsiteX103" fmla="*/ 1004233 w 2915191"/>
                <a:gd name="connsiteY103" fmla="*/ 126461 h 481532"/>
                <a:gd name="connsiteX104" fmla="*/ 1013977 w 2915191"/>
                <a:gd name="connsiteY104" fmla="*/ 140618 h 481532"/>
                <a:gd name="connsiteX105" fmla="*/ 1023721 w 2915191"/>
                <a:gd name="connsiteY105" fmla="*/ 138935 h 481532"/>
                <a:gd name="connsiteX106" fmla="*/ 1033480 w 2915191"/>
                <a:gd name="connsiteY106" fmla="*/ 142817 h 481532"/>
                <a:gd name="connsiteX107" fmla="*/ 1043224 w 2915191"/>
                <a:gd name="connsiteY107" fmla="*/ 146044 h 481532"/>
                <a:gd name="connsiteX108" fmla="*/ 1052983 w 2915191"/>
                <a:gd name="connsiteY108" fmla="*/ 116349 h 481532"/>
                <a:gd name="connsiteX109" fmla="*/ 1062727 w 2915191"/>
                <a:gd name="connsiteY109" fmla="*/ 128024 h 481532"/>
                <a:gd name="connsiteX110" fmla="*/ 1072471 w 2915191"/>
                <a:gd name="connsiteY110" fmla="*/ 116607 h 481532"/>
                <a:gd name="connsiteX111" fmla="*/ 1082230 w 2915191"/>
                <a:gd name="connsiteY111" fmla="*/ 98327 h 481532"/>
                <a:gd name="connsiteX112" fmla="*/ 1091973 w 2915191"/>
                <a:gd name="connsiteY112" fmla="*/ 110787 h 481532"/>
                <a:gd name="connsiteX113" fmla="*/ 1101732 w 2915191"/>
                <a:gd name="connsiteY113" fmla="*/ 96459 h 481532"/>
                <a:gd name="connsiteX114" fmla="*/ 1111476 w 2915191"/>
                <a:gd name="connsiteY114" fmla="*/ 142130 h 481532"/>
                <a:gd name="connsiteX115" fmla="*/ 1121220 w 2915191"/>
                <a:gd name="connsiteY115" fmla="*/ 136068 h 481532"/>
                <a:gd name="connsiteX116" fmla="*/ 1130979 w 2915191"/>
                <a:gd name="connsiteY116" fmla="*/ 160043 h 481532"/>
                <a:gd name="connsiteX117" fmla="*/ 1140723 w 2915191"/>
                <a:gd name="connsiteY117" fmla="*/ 175406 h 481532"/>
                <a:gd name="connsiteX118" fmla="*/ 1150482 w 2915191"/>
                <a:gd name="connsiteY118" fmla="*/ 166267 h 481532"/>
                <a:gd name="connsiteX119" fmla="*/ 1160226 w 2915191"/>
                <a:gd name="connsiteY119" fmla="*/ 156754 h 481532"/>
                <a:gd name="connsiteX120" fmla="*/ 1169969 w 2915191"/>
                <a:gd name="connsiteY120" fmla="*/ 162326 h 481532"/>
                <a:gd name="connsiteX121" fmla="*/ 1179728 w 2915191"/>
                <a:gd name="connsiteY121" fmla="*/ 130865 h 481532"/>
                <a:gd name="connsiteX122" fmla="*/ 1189472 w 2915191"/>
                <a:gd name="connsiteY122" fmla="*/ 135088 h 481532"/>
                <a:gd name="connsiteX123" fmla="*/ 1199231 w 2915191"/>
                <a:gd name="connsiteY123" fmla="*/ 106264 h 481532"/>
                <a:gd name="connsiteX124" fmla="*/ 1208975 w 2915191"/>
                <a:gd name="connsiteY124" fmla="*/ 163259 h 481532"/>
                <a:gd name="connsiteX125" fmla="*/ 1218719 w 2915191"/>
                <a:gd name="connsiteY125" fmla="*/ 124637 h 481532"/>
                <a:gd name="connsiteX126" fmla="*/ 1228478 w 2915191"/>
                <a:gd name="connsiteY126" fmla="*/ 136872 h 481532"/>
                <a:gd name="connsiteX127" fmla="*/ 1238222 w 2915191"/>
                <a:gd name="connsiteY127" fmla="*/ 123170 h 481532"/>
                <a:gd name="connsiteX128" fmla="*/ 1247966 w 2915191"/>
                <a:gd name="connsiteY128" fmla="*/ 147568 h 481532"/>
                <a:gd name="connsiteX129" fmla="*/ 1257725 w 2915191"/>
                <a:gd name="connsiteY129" fmla="*/ 168381 h 481532"/>
                <a:gd name="connsiteX130" fmla="*/ 1267469 w 2915191"/>
                <a:gd name="connsiteY130" fmla="*/ 157828 h 481532"/>
                <a:gd name="connsiteX131" fmla="*/ 1277227 w 2915191"/>
                <a:gd name="connsiteY131" fmla="*/ 155957 h 481532"/>
                <a:gd name="connsiteX132" fmla="*/ 1286971 w 2915191"/>
                <a:gd name="connsiteY132" fmla="*/ 116602 h 481532"/>
                <a:gd name="connsiteX133" fmla="*/ 1296715 w 2915191"/>
                <a:gd name="connsiteY133" fmla="*/ 106896 h 481532"/>
                <a:gd name="connsiteX134" fmla="*/ 1306474 w 2915191"/>
                <a:gd name="connsiteY134" fmla="*/ 109497 h 481532"/>
                <a:gd name="connsiteX135" fmla="*/ 1316218 w 2915191"/>
                <a:gd name="connsiteY135" fmla="*/ 96230 h 481532"/>
                <a:gd name="connsiteX136" fmla="*/ 1325977 w 2915191"/>
                <a:gd name="connsiteY136" fmla="*/ 108904 h 481532"/>
                <a:gd name="connsiteX137" fmla="*/ 1335721 w 2915191"/>
                <a:gd name="connsiteY137" fmla="*/ 143637 h 481532"/>
                <a:gd name="connsiteX138" fmla="*/ 1345465 w 2915191"/>
                <a:gd name="connsiteY138" fmla="*/ 142080 h 481532"/>
                <a:gd name="connsiteX139" fmla="*/ 1355224 w 2915191"/>
                <a:gd name="connsiteY139" fmla="*/ 108909 h 481532"/>
                <a:gd name="connsiteX140" fmla="*/ 1364967 w 2915191"/>
                <a:gd name="connsiteY140" fmla="*/ 122336 h 481532"/>
                <a:gd name="connsiteX141" fmla="*/ 1374726 w 2915191"/>
                <a:gd name="connsiteY141" fmla="*/ 132321 h 481532"/>
                <a:gd name="connsiteX142" fmla="*/ 1384470 w 2915191"/>
                <a:gd name="connsiteY142" fmla="*/ 116094 h 481532"/>
                <a:gd name="connsiteX143" fmla="*/ 1394214 w 2915191"/>
                <a:gd name="connsiteY143" fmla="*/ 108587 h 481532"/>
                <a:gd name="connsiteX144" fmla="*/ 1403973 w 2915191"/>
                <a:gd name="connsiteY144" fmla="*/ 90242 h 481532"/>
                <a:gd name="connsiteX145" fmla="*/ 1413717 w 2915191"/>
                <a:gd name="connsiteY145" fmla="*/ 82108 h 481532"/>
                <a:gd name="connsiteX146" fmla="*/ 1423476 w 2915191"/>
                <a:gd name="connsiteY146" fmla="*/ 77825 h 481532"/>
                <a:gd name="connsiteX147" fmla="*/ 1433220 w 2915191"/>
                <a:gd name="connsiteY147" fmla="*/ 47501 h 481532"/>
                <a:gd name="connsiteX148" fmla="*/ 1442964 w 2915191"/>
                <a:gd name="connsiteY148" fmla="*/ 79970 h 481532"/>
                <a:gd name="connsiteX149" fmla="*/ 1452722 w 2915191"/>
                <a:gd name="connsiteY149" fmla="*/ 47911 h 481532"/>
                <a:gd name="connsiteX150" fmla="*/ 1462466 w 2915191"/>
                <a:gd name="connsiteY150" fmla="*/ 38955 h 481532"/>
                <a:gd name="connsiteX151" fmla="*/ 1472225 w 2915191"/>
                <a:gd name="connsiteY151" fmla="*/ 23092 h 481532"/>
                <a:gd name="connsiteX152" fmla="*/ 1481969 w 2915191"/>
                <a:gd name="connsiteY152" fmla="*/ 0 h 481532"/>
                <a:gd name="connsiteX153" fmla="*/ 1491713 w 2915191"/>
                <a:gd name="connsiteY153" fmla="*/ 21246 h 481532"/>
                <a:gd name="connsiteX154" fmla="*/ 1501472 w 2915191"/>
                <a:gd name="connsiteY154" fmla="*/ 20541 h 481532"/>
                <a:gd name="connsiteX155" fmla="*/ 1511216 w 2915191"/>
                <a:gd name="connsiteY155" fmla="*/ 2908 h 481532"/>
                <a:gd name="connsiteX156" fmla="*/ 1520960 w 2915191"/>
                <a:gd name="connsiteY156" fmla="*/ 12119 h 481532"/>
                <a:gd name="connsiteX157" fmla="*/ 1530719 w 2915191"/>
                <a:gd name="connsiteY157" fmla="*/ 36169 h 481532"/>
                <a:gd name="connsiteX158" fmla="*/ 1540463 w 2915191"/>
                <a:gd name="connsiteY158" fmla="*/ 36230 h 481532"/>
                <a:gd name="connsiteX159" fmla="*/ 1550221 w 2915191"/>
                <a:gd name="connsiteY159" fmla="*/ 58951 h 481532"/>
                <a:gd name="connsiteX160" fmla="*/ 1559965 w 2915191"/>
                <a:gd name="connsiteY160" fmla="*/ 68348 h 481532"/>
                <a:gd name="connsiteX161" fmla="*/ 1569709 w 2915191"/>
                <a:gd name="connsiteY161" fmla="*/ 76803 h 481532"/>
                <a:gd name="connsiteX162" fmla="*/ 1579468 w 2915191"/>
                <a:gd name="connsiteY162" fmla="*/ 75325 h 481532"/>
                <a:gd name="connsiteX163" fmla="*/ 1589212 w 2915191"/>
                <a:gd name="connsiteY163" fmla="*/ 82400 h 481532"/>
                <a:gd name="connsiteX164" fmla="*/ 1598971 w 2915191"/>
                <a:gd name="connsiteY164" fmla="*/ 99276 h 481532"/>
                <a:gd name="connsiteX165" fmla="*/ 1608715 w 2915191"/>
                <a:gd name="connsiteY165" fmla="*/ 98865 h 481532"/>
                <a:gd name="connsiteX166" fmla="*/ 1618459 w 2915191"/>
                <a:gd name="connsiteY166" fmla="*/ 103409 h 481532"/>
                <a:gd name="connsiteX167" fmla="*/ 1628218 w 2915191"/>
                <a:gd name="connsiteY167" fmla="*/ 102030 h 481532"/>
                <a:gd name="connsiteX168" fmla="*/ 1637962 w 2915191"/>
                <a:gd name="connsiteY168" fmla="*/ 93132 h 481532"/>
                <a:gd name="connsiteX169" fmla="*/ 1647720 w 2915191"/>
                <a:gd name="connsiteY169" fmla="*/ 80472 h 481532"/>
                <a:gd name="connsiteX170" fmla="*/ 1657464 w 2915191"/>
                <a:gd name="connsiteY170" fmla="*/ 80240 h 481532"/>
                <a:gd name="connsiteX171" fmla="*/ 1667208 w 2915191"/>
                <a:gd name="connsiteY171" fmla="*/ 80867 h 481532"/>
                <a:gd name="connsiteX172" fmla="*/ 1676967 w 2915191"/>
                <a:gd name="connsiteY172" fmla="*/ 89096 h 481532"/>
                <a:gd name="connsiteX173" fmla="*/ 1686711 w 2915191"/>
                <a:gd name="connsiteY173" fmla="*/ 127842 h 481532"/>
                <a:gd name="connsiteX174" fmla="*/ 1696470 w 2915191"/>
                <a:gd name="connsiteY174" fmla="*/ 149188 h 481532"/>
                <a:gd name="connsiteX175" fmla="*/ 1706214 w 2915191"/>
                <a:gd name="connsiteY175" fmla="*/ 148474 h 481532"/>
                <a:gd name="connsiteX176" fmla="*/ 1715958 w 2915191"/>
                <a:gd name="connsiteY176" fmla="*/ 169385 h 481532"/>
                <a:gd name="connsiteX177" fmla="*/ 1725716 w 2915191"/>
                <a:gd name="connsiteY177" fmla="*/ 165325 h 481532"/>
                <a:gd name="connsiteX178" fmla="*/ 1735460 w 2915191"/>
                <a:gd name="connsiteY178" fmla="*/ 171855 h 481532"/>
                <a:gd name="connsiteX179" fmla="*/ 1745219 w 2915191"/>
                <a:gd name="connsiteY179" fmla="*/ 205342 h 481532"/>
                <a:gd name="connsiteX180" fmla="*/ 1754963 w 2915191"/>
                <a:gd name="connsiteY180" fmla="*/ 188284 h 481532"/>
                <a:gd name="connsiteX181" fmla="*/ 1764707 w 2915191"/>
                <a:gd name="connsiteY181" fmla="*/ 202233 h 481532"/>
                <a:gd name="connsiteX182" fmla="*/ 1774466 w 2915191"/>
                <a:gd name="connsiteY182" fmla="*/ 222822 h 481532"/>
                <a:gd name="connsiteX183" fmla="*/ 1784210 w 2915191"/>
                <a:gd name="connsiteY183" fmla="*/ 239299 h 481532"/>
                <a:gd name="connsiteX184" fmla="*/ 1793969 w 2915191"/>
                <a:gd name="connsiteY184" fmla="*/ 262189 h 481532"/>
                <a:gd name="connsiteX185" fmla="*/ 1803713 w 2915191"/>
                <a:gd name="connsiteY185" fmla="*/ 236919 h 481532"/>
                <a:gd name="connsiteX186" fmla="*/ 1813457 w 2915191"/>
                <a:gd name="connsiteY186" fmla="*/ 256058 h 481532"/>
                <a:gd name="connsiteX187" fmla="*/ 1823215 w 2915191"/>
                <a:gd name="connsiteY187" fmla="*/ 235101 h 481532"/>
                <a:gd name="connsiteX188" fmla="*/ 1832959 w 2915191"/>
                <a:gd name="connsiteY188" fmla="*/ 223379 h 481532"/>
                <a:gd name="connsiteX189" fmla="*/ 1842703 w 2915191"/>
                <a:gd name="connsiteY189" fmla="*/ 191509 h 481532"/>
                <a:gd name="connsiteX190" fmla="*/ 1852462 w 2915191"/>
                <a:gd name="connsiteY190" fmla="*/ 198170 h 481532"/>
                <a:gd name="connsiteX191" fmla="*/ 1862206 w 2915191"/>
                <a:gd name="connsiteY191" fmla="*/ 222396 h 481532"/>
                <a:gd name="connsiteX192" fmla="*/ 1871965 w 2915191"/>
                <a:gd name="connsiteY192" fmla="*/ 185921 h 481532"/>
                <a:gd name="connsiteX193" fmla="*/ 1881709 w 2915191"/>
                <a:gd name="connsiteY193" fmla="*/ 184946 h 481532"/>
                <a:gd name="connsiteX194" fmla="*/ 1891453 w 2915191"/>
                <a:gd name="connsiteY194" fmla="*/ 172246 h 481532"/>
                <a:gd name="connsiteX195" fmla="*/ 1901212 w 2915191"/>
                <a:gd name="connsiteY195" fmla="*/ 177082 h 481532"/>
                <a:gd name="connsiteX196" fmla="*/ 1910956 w 2915191"/>
                <a:gd name="connsiteY196" fmla="*/ 176379 h 481532"/>
                <a:gd name="connsiteX197" fmla="*/ 1920714 w 2915191"/>
                <a:gd name="connsiteY197" fmla="*/ 201960 h 481532"/>
                <a:gd name="connsiteX198" fmla="*/ 1930458 w 2915191"/>
                <a:gd name="connsiteY198" fmla="*/ 213969 h 481532"/>
                <a:gd name="connsiteX199" fmla="*/ 1940202 w 2915191"/>
                <a:gd name="connsiteY199" fmla="*/ 202279 h 481532"/>
                <a:gd name="connsiteX200" fmla="*/ 1949961 w 2915191"/>
                <a:gd name="connsiteY200" fmla="*/ 230800 h 481532"/>
                <a:gd name="connsiteX201" fmla="*/ 1959705 w 2915191"/>
                <a:gd name="connsiteY201" fmla="*/ 257562 h 481532"/>
                <a:gd name="connsiteX202" fmla="*/ 1969464 w 2915191"/>
                <a:gd name="connsiteY202" fmla="*/ 280309 h 481532"/>
                <a:gd name="connsiteX203" fmla="*/ 1979208 w 2915191"/>
                <a:gd name="connsiteY203" fmla="*/ 281930 h 481532"/>
                <a:gd name="connsiteX204" fmla="*/ 1988952 w 2915191"/>
                <a:gd name="connsiteY204" fmla="*/ 293254 h 481532"/>
                <a:gd name="connsiteX205" fmla="*/ 1998711 w 2915191"/>
                <a:gd name="connsiteY205" fmla="*/ 291400 h 481532"/>
                <a:gd name="connsiteX206" fmla="*/ 2008454 w 2915191"/>
                <a:gd name="connsiteY206" fmla="*/ 260914 h 481532"/>
                <a:gd name="connsiteX207" fmla="*/ 2018213 w 2915191"/>
                <a:gd name="connsiteY207" fmla="*/ 270060 h 481532"/>
                <a:gd name="connsiteX208" fmla="*/ 2027957 w 2915191"/>
                <a:gd name="connsiteY208" fmla="*/ 262951 h 481532"/>
                <a:gd name="connsiteX209" fmla="*/ 2037701 w 2915191"/>
                <a:gd name="connsiteY209" fmla="*/ 274325 h 481532"/>
                <a:gd name="connsiteX210" fmla="*/ 2047460 w 2915191"/>
                <a:gd name="connsiteY210" fmla="*/ 302081 h 481532"/>
                <a:gd name="connsiteX211" fmla="*/ 2057204 w 2915191"/>
                <a:gd name="connsiteY211" fmla="*/ 272653 h 481532"/>
                <a:gd name="connsiteX212" fmla="*/ 2066963 w 2915191"/>
                <a:gd name="connsiteY212" fmla="*/ 288423 h 481532"/>
                <a:gd name="connsiteX213" fmla="*/ 2076707 w 2915191"/>
                <a:gd name="connsiteY213" fmla="*/ 295004 h 481532"/>
                <a:gd name="connsiteX214" fmla="*/ 2086451 w 2915191"/>
                <a:gd name="connsiteY214" fmla="*/ 354936 h 481532"/>
                <a:gd name="connsiteX215" fmla="*/ 2096210 w 2915191"/>
                <a:gd name="connsiteY215" fmla="*/ 345504 h 481532"/>
                <a:gd name="connsiteX216" fmla="*/ 2105954 w 2915191"/>
                <a:gd name="connsiteY216" fmla="*/ 329068 h 481532"/>
                <a:gd name="connsiteX217" fmla="*/ 2115697 w 2915191"/>
                <a:gd name="connsiteY217" fmla="*/ 344371 h 481532"/>
                <a:gd name="connsiteX218" fmla="*/ 2125456 w 2915191"/>
                <a:gd name="connsiteY218" fmla="*/ 295594 h 481532"/>
                <a:gd name="connsiteX219" fmla="*/ 2135200 w 2915191"/>
                <a:gd name="connsiteY219" fmla="*/ 312846 h 481532"/>
                <a:gd name="connsiteX220" fmla="*/ 2144959 w 2915191"/>
                <a:gd name="connsiteY220" fmla="*/ 305796 h 481532"/>
                <a:gd name="connsiteX221" fmla="*/ 2154703 w 2915191"/>
                <a:gd name="connsiteY221" fmla="*/ 286630 h 481532"/>
                <a:gd name="connsiteX222" fmla="*/ 2164447 w 2915191"/>
                <a:gd name="connsiteY222" fmla="*/ 277175 h 481532"/>
                <a:gd name="connsiteX223" fmla="*/ 2174206 w 2915191"/>
                <a:gd name="connsiteY223" fmla="*/ 293945 h 481532"/>
                <a:gd name="connsiteX224" fmla="*/ 2183950 w 2915191"/>
                <a:gd name="connsiteY224" fmla="*/ 269096 h 481532"/>
                <a:gd name="connsiteX225" fmla="*/ 2193709 w 2915191"/>
                <a:gd name="connsiteY225" fmla="*/ 280000 h 481532"/>
                <a:gd name="connsiteX226" fmla="*/ 2203452 w 2915191"/>
                <a:gd name="connsiteY226" fmla="*/ 285710 h 481532"/>
                <a:gd name="connsiteX227" fmla="*/ 2213196 w 2915191"/>
                <a:gd name="connsiteY227" fmla="*/ 296725 h 481532"/>
                <a:gd name="connsiteX228" fmla="*/ 2222955 w 2915191"/>
                <a:gd name="connsiteY228" fmla="*/ 318536 h 481532"/>
                <a:gd name="connsiteX229" fmla="*/ 2232699 w 2915191"/>
                <a:gd name="connsiteY229" fmla="*/ 288525 h 481532"/>
                <a:gd name="connsiteX230" fmla="*/ 2242458 w 2915191"/>
                <a:gd name="connsiteY230" fmla="*/ 303105 h 481532"/>
                <a:gd name="connsiteX231" fmla="*/ 2252202 w 2915191"/>
                <a:gd name="connsiteY231" fmla="*/ 310894 h 481532"/>
                <a:gd name="connsiteX232" fmla="*/ 2261946 w 2915191"/>
                <a:gd name="connsiteY232" fmla="*/ 293212 h 481532"/>
                <a:gd name="connsiteX233" fmla="*/ 2271705 w 2915191"/>
                <a:gd name="connsiteY233" fmla="*/ 279724 h 481532"/>
                <a:gd name="connsiteX234" fmla="*/ 2281449 w 2915191"/>
                <a:gd name="connsiteY234" fmla="*/ 270676 h 481532"/>
                <a:gd name="connsiteX235" fmla="*/ 2291208 w 2915191"/>
                <a:gd name="connsiteY235" fmla="*/ 286788 h 481532"/>
                <a:gd name="connsiteX236" fmla="*/ 2300951 w 2915191"/>
                <a:gd name="connsiteY236" fmla="*/ 279365 h 481532"/>
                <a:gd name="connsiteX237" fmla="*/ 2310695 w 2915191"/>
                <a:gd name="connsiteY237" fmla="*/ 262425 h 481532"/>
                <a:gd name="connsiteX238" fmla="*/ 2320454 w 2915191"/>
                <a:gd name="connsiteY238" fmla="*/ 268828 h 481532"/>
                <a:gd name="connsiteX239" fmla="*/ 2330198 w 2915191"/>
                <a:gd name="connsiteY239" fmla="*/ 285806 h 481532"/>
                <a:gd name="connsiteX240" fmla="*/ 2339957 w 2915191"/>
                <a:gd name="connsiteY240" fmla="*/ 298120 h 481532"/>
                <a:gd name="connsiteX241" fmla="*/ 2349701 w 2915191"/>
                <a:gd name="connsiteY241" fmla="*/ 272987 h 481532"/>
                <a:gd name="connsiteX242" fmla="*/ 2359445 w 2915191"/>
                <a:gd name="connsiteY242" fmla="*/ 291260 h 481532"/>
                <a:gd name="connsiteX243" fmla="*/ 2369204 w 2915191"/>
                <a:gd name="connsiteY243" fmla="*/ 275782 h 481532"/>
                <a:gd name="connsiteX244" fmla="*/ 2378948 w 2915191"/>
                <a:gd name="connsiteY244" fmla="*/ 282890 h 481532"/>
                <a:gd name="connsiteX245" fmla="*/ 2388692 w 2915191"/>
                <a:gd name="connsiteY245" fmla="*/ 268235 h 481532"/>
                <a:gd name="connsiteX246" fmla="*/ 2398450 w 2915191"/>
                <a:gd name="connsiteY246" fmla="*/ 282485 h 481532"/>
                <a:gd name="connsiteX247" fmla="*/ 2408194 w 2915191"/>
                <a:gd name="connsiteY247" fmla="*/ 285904 h 481532"/>
                <a:gd name="connsiteX248" fmla="*/ 2417953 w 2915191"/>
                <a:gd name="connsiteY248" fmla="*/ 302889 h 481532"/>
                <a:gd name="connsiteX249" fmla="*/ 2427697 w 2915191"/>
                <a:gd name="connsiteY249" fmla="*/ 296619 h 481532"/>
                <a:gd name="connsiteX250" fmla="*/ 2437441 w 2915191"/>
                <a:gd name="connsiteY250" fmla="*/ 316410 h 481532"/>
                <a:gd name="connsiteX251" fmla="*/ 2447200 w 2915191"/>
                <a:gd name="connsiteY251" fmla="*/ 327709 h 481532"/>
                <a:gd name="connsiteX252" fmla="*/ 2456944 w 2915191"/>
                <a:gd name="connsiteY252" fmla="*/ 355529 h 481532"/>
                <a:gd name="connsiteX253" fmla="*/ 2466703 w 2915191"/>
                <a:gd name="connsiteY253" fmla="*/ 349184 h 481532"/>
                <a:gd name="connsiteX254" fmla="*/ 2476446 w 2915191"/>
                <a:gd name="connsiteY254" fmla="*/ 353319 h 481532"/>
                <a:gd name="connsiteX255" fmla="*/ 2486190 w 2915191"/>
                <a:gd name="connsiteY255" fmla="*/ 327831 h 481532"/>
                <a:gd name="connsiteX256" fmla="*/ 2495949 w 2915191"/>
                <a:gd name="connsiteY256" fmla="*/ 331270 h 481532"/>
                <a:gd name="connsiteX257" fmla="*/ 2505693 w 2915191"/>
                <a:gd name="connsiteY257" fmla="*/ 343267 h 481532"/>
                <a:gd name="connsiteX258" fmla="*/ 2515452 w 2915191"/>
                <a:gd name="connsiteY258" fmla="*/ 361631 h 481532"/>
                <a:gd name="connsiteX259" fmla="*/ 2525196 w 2915191"/>
                <a:gd name="connsiteY259" fmla="*/ 361971 h 481532"/>
                <a:gd name="connsiteX260" fmla="*/ 2534940 w 2915191"/>
                <a:gd name="connsiteY260" fmla="*/ 344825 h 481532"/>
                <a:gd name="connsiteX261" fmla="*/ 2544699 w 2915191"/>
                <a:gd name="connsiteY261" fmla="*/ 347583 h 481532"/>
                <a:gd name="connsiteX262" fmla="*/ 2554443 w 2915191"/>
                <a:gd name="connsiteY262" fmla="*/ 333518 h 481532"/>
                <a:gd name="connsiteX263" fmla="*/ 2564202 w 2915191"/>
                <a:gd name="connsiteY263" fmla="*/ 327325 h 481532"/>
                <a:gd name="connsiteX264" fmla="*/ 2573946 w 2915191"/>
                <a:gd name="connsiteY264" fmla="*/ 312694 h 481532"/>
                <a:gd name="connsiteX265" fmla="*/ 2583690 w 2915191"/>
                <a:gd name="connsiteY265" fmla="*/ 307932 h 481532"/>
                <a:gd name="connsiteX266" fmla="*/ 2593448 w 2915191"/>
                <a:gd name="connsiteY266" fmla="*/ 348740 h 481532"/>
                <a:gd name="connsiteX267" fmla="*/ 2603192 w 2915191"/>
                <a:gd name="connsiteY267" fmla="*/ 360697 h 481532"/>
                <a:gd name="connsiteX268" fmla="*/ 2612951 w 2915191"/>
                <a:gd name="connsiteY268" fmla="*/ 370401 h 481532"/>
                <a:gd name="connsiteX269" fmla="*/ 2622695 w 2915191"/>
                <a:gd name="connsiteY269" fmla="*/ 332903 h 481532"/>
                <a:gd name="connsiteX270" fmla="*/ 2632439 w 2915191"/>
                <a:gd name="connsiteY270" fmla="*/ 335044 h 481532"/>
                <a:gd name="connsiteX271" fmla="*/ 2642198 w 2915191"/>
                <a:gd name="connsiteY271" fmla="*/ 319722 h 481532"/>
                <a:gd name="connsiteX272" fmla="*/ 2651942 w 2915191"/>
                <a:gd name="connsiteY272" fmla="*/ 360175 h 481532"/>
                <a:gd name="connsiteX273" fmla="*/ 2661685 w 2915191"/>
                <a:gd name="connsiteY273" fmla="*/ 361010 h 481532"/>
                <a:gd name="connsiteX274" fmla="*/ 2671444 w 2915191"/>
                <a:gd name="connsiteY274" fmla="*/ 359310 h 481532"/>
                <a:gd name="connsiteX275" fmla="*/ 2681188 w 2915191"/>
                <a:gd name="connsiteY275" fmla="*/ 362676 h 481532"/>
                <a:gd name="connsiteX276" fmla="*/ 2690947 w 2915191"/>
                <a:gd name="connsiteY276" fmla="*/ 366044 h 481532"/>
                <a:gd name="connsiteX277" fmla="*/ 2700691 w 2915191"/>
                <a:gd name="connsiteY277" fmla="*/ 375651 h 481532"/>
                <a:gd name="connsiteX278" fmla="*/ 2710435 w 2915191"/>
                <a:gd name="connsiteY278" fmla="*/ 374972 h 481532"/>
                <a:gd name="connsiteX279" fmla="*/ 2720194 w 2915191"/>
                <a:gd name="connsiteY279" fmla="*/ 394391 h 481532"/>
                <a:gd name="connsiteX280" fmla="*/ 2729938 w 2915191"/>
                <a:gd name="connsiteY280" fmla="*/ 396621 h 481532"/>
                <a:gd name="connsiteX281" fmla="*/ 2739697 w 2915191"/>
                <a:gd name="connsiteY281" fmla="*/ 420199 h 481532"/>
                <a:gd name="connsiteX282" fmla="*/ 2749441 w 2915191"/>
                <a:gd name="connsiteY282" fmla="*/ 439705 h 481532"/>
                <a:gd name="connsiteX283" fmla="*/ 2759185 w 2915191"/>
                <a:gd name="connsiteY283" fmla="*/ 425679 h 481532"/>
                <a:gd name="connsiteX284" fmla="*/ 2768943 w 2915191"/>
                <a:gd name="connsiteY284" fmla="*/ 427029 h 481532"/>
                <a:gd name="connsiteX285" fmla="*/ 2778687 w 2915191"/>
                <a:gd name="connsiteY285" fmla="*/ 448403 h 481532"/>
                <a:gd name="connsiteX286" fmla="*/ 2788446 w 2915191"/>
                <a:gd name="connsiteY286" fmla="*/ 463896 h 481532"/>
                <a:gd name="connsiteX287" fmla="*/ 2798190 w 2915191"/>
                <a:gd name="connsiteY287" fmla="*/ 473750 h 481532"/>
                <a:gd name="connsiteX288" fmla="*/ 2807934 w 2915191"/>
                <a:gd name="connsiteY288" fmla="*/ 478695 h 481532"/>
                <a:gd name="connsiteX289" fmla="*/ 2817693 w 2915191"/>
                <a:gd name="connsiteY289" fmla="*/ 475094 h 481532"/>
                <a:gd name="connsiteX290" fmla="*/ 2827437 w 2915191"/>
                <a:gd name="connsiteY290" fmla="*/ 481532 h 481532"/>
                <a:gd name="connsiteX291" fmla="*/ 2837196 w 2915191"/>
                <a:gd name="connsiteY291" fmla="*/ 454041 h 481532"/>
                <a:gd name="connsiteX292" fmla="*/ 2846940 w 2915191"/>
                <a:gd name="connsiteY292" fmla="*/ 418809 h 481532"/>
                <a:gd name="connsiteX293" fmla="*/ 2856684 w 2915191"/>
                <a:gd name="connsiteY293" fmla="*/ 386441 h 481532"/>
                <a:gd name="connsiteX294" fmla="*/ 2866442 w 2915191"/>
                <a:gd name="connsiteY294" fmla="*/ 376456 h 481532"/>
                <a:gd name="connsiteX295" fmla="*/ 2876186 w 2915191"/>
                <a:gd name="connsiteY295" fmla="*/ 379771 h 481532"/>
                <a:gd name="connsiteX296" fmla="*/ 2885945 w 2915191"/>
                <a:gd name="connsiteY296" fmla="*/ 385353 h 481532"/>
                <a:gd name="connsiteX297" fmla="*/ 2895689 w 2915191"/>
                <a:gd name="connsiteY297" fmla="*/ 386320 h 481532"/>
                <a:gd name="connsiteX298" fmla="*/ 2905433 w 2915191"/>
                <a:gd name="connsiteY298" fmla="*/ 365515 h 481532"/>
                <a:gd name="connsiteX299" fmla="*/ 2915192 w 2915191"/>
                <a:gd name="connsiteY299" fmla="*/ 390057 h 481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81532">
                  <a:moveTo>
                    <a:pt x="0" y="262261"/>
                  </a:moveTo>
                  <a:lnTo>
                    <a:pt x="9750" y="243208"/>
                  </a:lnTo>
                  <a:lnTo>
                    <a:pt x="19500" y="232502"/>
                  </a:lnTo>
                  <a:lnTo>
                    <a:pt x="29250" y="225433"/>
                  </a:lnTo>
                  <a:lnTo>
                    <a:pt x="39000" y="214103"/>
                  </a:lnTo>
                  <a:lnTo>
                    <a:pt x="48749" y="220162"/>
                  </a:lnTo>
                  <a:lnTo>
                    <a:pt x="58499" y="226494"/>
                  </a:lnTo>
                  <a:lnTo>
                    <a:pt x="68249" y="237208"/>
                  </a:lnTo>
                  <a:lnTo>
                    <a:pt x="77998" y="258386"/>
                  </a:lnTo>
                  <a:lnTo>
                    <a:pt x="87748" y="220611"/>
                  </a:lnTo>
                  <a:lnTo>
                    <a:pt x="97497" y="254722"/>
                  </a:lnTo>
                  <a:lnTo>
                    <a:pt x="107247" y="277291"/>
                  </a:lnTo>
                  <a:lnTo>
                    <a:pt x="116997" y="278356"/>
                  </a:lnTo>
                  <a:lnTo>
                    <a:pt x="126747" y="302789"/>
                  </a:lnTo>
                  <a:lnTo>
                    <a:pt x="136497" y="303057"/>
                  </a:lnTo>
                  <a:lnTo>
                    <a:pt x="146247" y="295566"/>
                  </a:lnTo>
                  <a:lnTo>
                    <a:pt x="155997" y="264271"/>
                  </a:lnTo>
                  <a:lnTo>
                    <a:pt x="165747" y="286308"/>
                  </a:lnTo>
                  <a:lnTo>
                    <a:pt x="175497" y="298029"/>
                  </a:lnTo>
                  <a:lnTo>
                    <a:pt x="185247" y="298589"/>
                  </a:lnTo>
                  <a:lnTo>
                    <a:pt x="194996" y="300715"/>
                  </a:lnTo>
                  <a:lnTo>
                    <a:pt x="204746" y="254980"/>
                  </a:lnTo>
                  <a:lnTo>
                    <a:pt x="214495" y="201838"/>
                  </a:lnTo>
                  <a:lnTo>
                    <a:pt x="224245" y="201790"/>
                  </a:lnTo>
                  <a:lnTo>
                    <a:pt x="233995" y="213294"/>
                  </a:lnTo>
                  <a:lnTo>
                    <a:pt x="243744" y="210658"/>
                  </a:lnTo>
                  <a:lnTo>
                    <a:pt x="253494" y="171356"/>
                  </a:lnTo>
                  <a:lnTo>
                    <a:pt x="263244" y="149809"/>
                  </a:lnTo>
                  <a:lnTo>
                    <a:pt x="272994" y="142327"/>
                  </a:lnTo>
                  <a:lnTo>
                    <a:pt x="282744" y="167617"/>
                  </a:lnTo>
                  <a:lnTo>
                    <a:pt x="292494" y="155940"/>
                  </a:lnTo>
                  <a:lnTo>
                    <a:pt x="302244" y="186477"/>
                  </a:lnTo>
                  <a:lnTo>
                    <a:pt x="311994" y="229637"/>
                  </a:lnTo>
                  <a:lnTo>
                    <a:pt x="321744" y="215171"/>
                  </a:lnTo>
                  <a:lnTo>
                    <a:pt x="331493" y="210210"/>
                  </a:lnTo>
                  <a:lnTo>
                    <a:pt x="341243" y="193813"/>
                  </a:lnTo>
                  <a:lnTo>
                    <a:pt x="350993" y="178675"/>
                  </a:lnTo>
                  <a:lnTo>
                    <a:pt x="360742" y="192078"/>
                  </a:lnTo>
                  <a:lnTo>
                    <a:pt x="370492" y="167591"/>
                  </a:lnTo>
                  <a:lnTo>
                    <a:pt x="380241" y="121912"/>
                  </a:lnTo>
                  <a:lnTo>
                    <a:pt x="389991" y="80282"/>
                  </a:lnTo>
                  <a:lnTo>
                    <a:pt x="399741" y="103914"/>
                  </a:lnTo>
                  <a:lnTo>
                    <a:pt x="409491" y="96031"/>
                  </a:lnTo>
                  <a:lnTo>
                    <a:pt x="419241" y="56235"/>
                  </a:lnTo>
                  <a:lnTo>
                    <a:pt x="428991" y="108402"/>
                  </a:lnTo>
                  <a:lnTo>
                    <a:pt x="438741" y="102039"/>
                  </a:lnTo>
                  <a:lnTo>
                    <a:pt x="448491" y="151754"/>
                  </a:lnTo>
                  <a:lnTo>
                    <a:pt x="458241" y="147941"/>
                  </a:lnTo>
                  <a:lnTo>
                    <a:pt x="467991" y="159458"/>
                  </a:lnTo>
                  <a:lnTo>
                    <a:pt x="477740" y="156372"/>
                  </a:lnTo>
                  <a:lnTo>
                    <a:pt x="487490" y="174372"/>
                  </a:lnTo>
                  <a:lnTo>
                    <a:pt x="497239" y="190026"/>
                  </a:lnTo>
                  <a:lnTo>
                    <a:pt x="506989" y="206001"/>
                  </a:lnTo>
                  <a:lnTo>
                    <a:pt x="516738" y="200302"/>
                  </a:lnTo>
                  <a:lnTo>
                    <a:pt x="526488" y="211895"/>
                  </a:lnTo>
                  <a:lnTo>
                    <a:pt x="536238" y="233550"/>
                  </a:lnTo>
                  <a:lnTo>
                    <a:pt x="545988" y="245188"/>
                  </a:lnTo>
                  <a:lnTo>
                    <a:pt x="555738" y="235052"/>
                  </a:lnTo>
                  <a:lnTo>
                    <a:pt x="565488" y="200131"/>
                  </a:lnTo>
                  <a:lnTo>
                    <a:pt x="575238" y="218640"/>
                  </a:lnTo>
                  <a:lnTo>
                    <a:pt x="584988" y="222007"/>
                  </a:lnTo>
                  <a:lnTo>
                    <a:pt x="594738" y="233497"/>
                  </a:lnTo>
                  <a:lnTo>
                    <a:pt x="604488" y="204207"/>
                  </a:lnTo>
                  <a:lnTo>
                    <a:pt x="614237" y="191619"/>
                  </a:lnTo>
                  <a:lnTo>
                    <a:pt x="623987" y="200151"/>
                  </a:lnTo>
                  <a:lnTo>
                    <a:pt x="633736" y="209904"/>
                  </a:lnTo>
                  <a:lnTo>
                    <a:pt x="643486" y="218579"/>
                  </a:lnTo>
                  <a:lnTo>
                    <a:pt x="653236" y="228302"/>
                  </a:lnTo>
                  <a:lnTo>
                    <a:pt x="662985" y="248986"/>
                  </a:lnTo>
                  <a:lnTo>
                    <a:pt x="672735" y="253034"/>
                  </a:lnTo>
                  <a:lnTo>
                    <a:pt x="682485" y="249187"/>
                  </a:lnTo>
                  <a:lnTo>
                    <a:pt x="692235" y="257510"/>
                  </a:lnTo>
                  <a:lnTo>
                    <a:pt x="701985" y="265808"/>
                  </a:lnTo>
                  <a:lnTo>
                    <a:pt x="711735" y="233881"/>
                  </a:lnTo>
                  <a:lnTo>
                    <a:pt x="721485" y="268407"/>
                  </a:lnTo>
                  <a:lnTo>
                    <a:pt x="731235" y="281421"/>
                  </a:lnTo>
                  <a:lnTo>
                    <a:pt x="740985" y="264797"/>
                  </a:lnTo>
                  <a:lnTo>
                    <a:pt x="750734" y="244525"/>
                  </a:lnTo>
                  <a:lnTo>
                    <a:pt x="760484" y="214450"/>
                  </a:lnTo>
                  <a:lnTo>
                    <a:pt x="770233" y="218550"/>
                  </a:lnTo>
                  <a:lnTo>
                    <a:pt x="779983" y="251212"/>
                  </a:lnTo>
                  <a:lnTo>
                    <a:pt x="789733" y="245561"/>
                  </a:lnTo>
                  <a:lnTo>
                    <a:pt x="799482" y="255623"/>
                  </a:lnTo>
                  <a:lnTo>
                    <a:pt x="809232" y="248843"/>
                  </a:lnTo>
                  <a:lnTo>
                    <a:pt x="818982" y="249180"/>
                  </a:lnTo>
                  <a:lnTo>
                    <a:pt x="828732" y="227551"/>
                  </a:lnTo>
                  <a:lnTo>
                    <a:pt x="838482" y="233981"/>
                  </a:lnTo>
                  <a:lnTo>
                    <a:pt x="848232" y="225225"/>
                  </a:lnTo>
                  <a:lnTo>
                    <a:pt x="857982" y="218766"/>
                  </a:lnTo>
                  <a:lnTo>
                    <a:pt x="867732" y="205265"/>
                  </a:lnTo>
                  <a:lnTo>
                    <a:pt x="877482" y="179600"/>
                  </a:lnTo>
                  <a:lnTo>
                    <a:pt x="887231" y="135681"/>
                  </a:lnTo>
                  <a:lnTo>
                    <a:pt x="896981" y="148725"/>
                  </a:lnTo>
                  <a:lnTo>
                    <a:pt x="906730" y="79592"/>
                  </a:lnTo>
                  <a:lnTo>
                    <a:pt x="916480" y="102590"/>
                  </a:lnTo>
                  <a:lnTo>
                    <a:pt x="926230" y="98725"/>
                  </a:lnTo>
                  <a:lnTo>
                    <a:pt x="935979" y="106304"/>
                  </a:lnTo>
                  <a:lnTo>
                    <a:pt x="945729" y="113460"/>
                  </a:lnTo>
                  <a:lnTo>
                    <a:pt x="955479" y="135254"/>
                  </a:lnTo>
                  <a:lnTo>
                    <a:pt x="965229" y="146156"/>
                  </a:lnTo>
                  <a:lnTo>
                    <a:pt x="974979" y="141925"/>
                  </a:lnTo>
                  <a:lnTo>
                    <a:pt x="984729" y="194457"/>
                  </a:lnTo>
                  <a:lnTo>
                    <a:pt x="994474" y="165708"/>
                  </a:lnTo>
                  <a:lnTo>
                    <a:pt x="1004233" y="126461"/>
                  </a:lnTo>
                  <a:lnTo>
                    <a:pt x="1013977" y="140618"/>
                  </a:lnTo>
                  <a:lnTo>
                    <a:pt x="1023721" y="138935"/>
                  </a:lnTo>
                  <a:lnTo>
                    <a:pt x="1033480" y="142817"/>
                  </a:lnTo>
                  <a:lnTo>
                    <a:pt x="1043224" y="146044"/>
                  </a:lnTo>
                  <a:lnTo>
                    <a:pt x="1052983" y="116349"/>
                  </a:lnTo>
                  <a:lnTo>
                    <a:pt x="1062727" y="128024"/>
                  </a:lnTo>
                  <a:lnTo>
                    <a:pt x="1072471" y="116607"/>
                  </a:lnTo>
                  <a:lnTo>
                    <a:pt x="1082230" y="98327"/>
                  </a:lnTo>
                  <a:lnTo>
                    <a:pt x="1091973" y="110787"/>
                  </a:lnTo>
                  <a:lnTo>
                    <a:pt x="1101732" y="96459"/>
                  </a:lnTo>
                  <a:lnTo>
                    <a:pt x="1111476" y="142130"/>
                  </a:lnTo>
                  <a:lnTo>
                    <a:pt x="1121220" y="136068"/>
                  </a:lnTo>
                  <a:lnTo>
                    <a:pt x="1130979" y="160043"/>
                  </a:lnTo>
                  <a:lnTo>
                    <a:pt x="1140723" y="175406"/>
                  </a:lnTo>
                  <a:lnTo>
                    <a:pt x="1150482" y="166267"/>
                  </a:lnTo>
                  <a:lnTo>
                    <a:pt x="1160226" y="156754"/>
                  </a:lnTo>
                  <a:lnTo>
                    <a:pt x="1169969" y="162326"/>
                  </a:lnTo>
                  <a:lnTo>
                    <a:pt x="1179728" y="130865"/>
                  </a:lnTo>
                  <a:lnTo>
                    <a:pt x="1189472" y="135088"/>
                  </a:lnTo>
                  <a:lnTo>
                    <a:pt x="1199231" y="106264"/>
                  </a:lnTo>
                  <a:lnTo>
                    <a:pt x="1208975" y="163259"/>
                  </a:lnTo>
                  <a:lnTo>
                    <a:pt x="1218719" y="124637"/>
                  </a:lnTo>
                  <a:lnTo>
                    <a:pt x="1228478" y="136872"/>
                  </a:lnTo>
                  <a:lnTo>
                    <a:pt x="1238222" y="123170"/>
                  </a:lnTo>
                  <a:lnTo>
                    <a:pt x="1247966" y="147568"/>
                  </a:lnTo>
                  <a:lnTo>
                    <a:pt x="1257725" y="168381"/>
                  </a:lnTo>
                  <a:lnTo>
                    <a:pt x="1267469" y="157828"/>
                  </a:lnTo>
                  <a:lnTo>
                    <a:pt x="1277227" y="155957"/>
                  </a:lnTo>
                  <a:lnTo>
                    <a:pt x="1286971" y="116602"/>
                  </a:lnTo>
                  <a:lnTo>
                    <a:pt x="1296715" y="106896"/>
                  </a:lnTo>
                  <a:lnTo>
                    <a:pt x="1306474" y="109497"/>
                  </a:lnTo>
                  <a:lnTo>
                    <a:pt x="1316218" y="96230"/>
                  </a:lnTo>
                  <a:lnTo>
                    <a:pt x="1325977" y="108904"/>
                  </a:lnTo>
                  <a:lnTo>
                    <a:pt x="1335721" y="143637"/>
                  </a:lnTo>
                  <a:lnTo>
                    <a:pt x="1345465" y="142080"/>
                  </a:lnTo>
                  <a:lnTo>
                    <a:pt x="1355224" y="108909"/>
                  </a:lnTo>
                  <a:lnTo>
                    <a:pt x="1364967" y="122336"/>
                  </a:lnTo>
                  <a:lnTo>
                    <a:pt x="1374726" y="132321"/>
                  </a:lnTo>
                  <a:lnTo>
                    <a:pt x="1384470" y="116094"/>
                  </a:lnTo>
                  <a:lnTo>
                    <a:pt x="1394214" y="108587"/>
                  </a:lnTo>
                  <a:lnTo>
                    <a:pt x="1403973" y="90242"/>
                  </a:lnTo>
                  <a:lnTo>
                    <a:pt x="1413717" y="82108"/>
                  </a:lnTo>
                  <a:lnTo>
                    <a:pt x="1423476" y="77825"/>
                  </a:lnTo>
                  <a:lnTo>
                    <a:pt x="1433220" y="47501"/>
                  </a:lnTo>
                  <a:lnTo>
                    <a:pt x="1442964" y="79970"/>
                  </a:lnTo>
                  <a:lnTo>
                    <a:pt x="1452722" y="47911"/>
                  </a:lnTo>
                  <a:lnTo>
                    <a:pt x="1462466" y="38955"/>
                  </a:lnTo>
                  <a:lnTo>
                    <a:pt x="1472225" y="23092"/>
                  </a:lnTo>
                  <a:lnTo>
                    <a:pt x="1481969" y="0"/>
                  </a:lnTo>
                  <a:lnTo>
                    <a:pt x="1491713" y="21246"/>
                  </a:lnTo>
                  <a:lnTo>
                    <a:pt x="1501472" y="20541"/>
                  </a:lnTo>
                  <a:lnTo>
                    <a:pt x="1511216" y="2908"/>
                  </a:lnTo>
                  <a:lnTo>
                    <a:pt x="1520960" y="12119"/>
                  </a:lnTo>
                  <a:lnTo>
                    <a:pt x="1530719" y="36169"/>
                  </a:lnTo>
                  <a:lnTo>
                    <a:pt x="1540463" y="36230"/>
                  </a:lnTo>
                  <a:lnTo>
                    <a:pt x="1550221" y="58951"/>
                  </a:lnTo>
                  <a:lnTo>
                    <a:pt x="1559965" y="68348"/>
                  </a:lnTo>
                  <a:lnTo>
                    <a:pt x="1569709" y="76803"/>
                  </a:lnTo>
                  <a:lnTo>
                    <a:pt x="1579468" y="75325"/>
                  </a:lnTo>
                  <a:lnTo>
                    <a:pt x="1589212" y="82400"/>
                  </a:lnTo>
                  <a:lnTo>
                    <a:pt x="1598971" y="99276"/>
                  </a:lnTo>
                  <a:lnTo>
                    <a:pt x="1608715" y="98865"/>
                  </a:lnTo>
                  <a:lnTo>
                    <a:pt x="1618459" y="103409"/>
                  </a:lnTo>
                  <a:lnTo>
                    <a:pt x="1628218" y="102030"/>
                  </a:lnTo>
                  <a:lnTo>
                    <a:pt x="1637962" y="93132"/>
                  </a:lnTo>
                  <a:lnTo>
                    <a:pt x="1647720" y="80472"/>
                  </a:lnTo>
                  <a:lnTo>
                    <a:pt x="1657464" y="80240"/>
                  </a:lnTo>
                  <a:lnTo>
                    <a:pt x="1667208" y="80867"/>
                  </a:lnTo>
                  <a:lnTo>
                    <a:pt x="1676967" y="89096"/>
                  </a:lnTo>
                  <a:lnTo>
                    <a:pt x="1686711" y="127842"/>
                  </a:lnTo>
                  <a:lnTo>
                    <a:pt x="1696470" y="149188"/>
                  </a:lnTo>
                  <a:lnTo>
                    <a:pt x="1706214" y="148474"/>
                  </a:lnTo>
                  <a:lnTo>
                    <a:pt x="1715958" y="169385"/>
                  </a:lnTo>
                  <a:lnTo>
                    <a:pt x="1725716" y="165325"/>
                  </a:lnTo>
                  <a:lnTo>
                    <a:pt x="1735460" y="171855"/>
                  </a:lnTo>
                  <a:lnTo>
                    <a:pt x="1745219" y="205342"/>
                  </a:lnTo>
                  <a:lnTo>
                    <a:pt x="1754963" y="188284"/>
                  </a:lnTo>
                  <a:lnTo>
                    <a:pt x="1764707" y="202233"/>
                  </a:lnTo>
                  <a:lnTo>
                    <a:pt x="1774466" y="222822"/>
                  </a:lnTo>
                  <a:lnTo>
                    <a:pt x="1784210" y="239299"/>
                  </a:lnTo>
                  <a:lnTo>
                    <a:pt x="1793969" y="262189"/>
                  </a:lnTo>
                  <a:lnTo>
                    <a:pt x="1803713" y="236919"/>
                  </a:lnTo>
                  <a:lnTo>
                    <a:pt x="1813457" y="256058"/>
                  </a:lnTo>
                  <a:lnTo>
                    <a:pt x="1823215" y="235101"/>
                  </a:lnTo>
                  <a:lnTo>
                    <a:pt x="1832959" y="223379"/>
                  </a:lnTo>
                  <a:lnTo>
                    <a:pt x="1842703" y="191509"/>
                  </a:lnTo>
                  <a:lnTo>
                    <a:pt x="1852462" y="198170"/>
                  </a:lnTo>
                  <a:lnTo>
                    <a:pt x="1862206" y="222396"/>
                  </a:lnTo>
                  <a:lnTo>
                    <a:pt x="1871965" y="185921"/>
                  </a:lnTo>
                  <a:lnTo>
                    <a:pt x="1881709" y="184946"/>
                  </a:lnTo>
                  <a:lnTo>
                    <a:pt x="1891453" y="172246"/>
                  </a:lnTo>
                  <a:lnTo>
                    <a:pt x="1901212" y="177082"/>
                  </a:lnTo>
                  <a:lnTo>
                    <a:pt x="1910956" y="176379"/>
                  </a:lnTo>
                  <a:lnTo>
                    <a:pt x="1920714" y="201960"/>
                  </a:lnTo>
                  <a:lnTo>
                    <a:pt x="1930458" y="213969"/>
                  </a:lnTo>
                  <a:lnTo>
                    <a:pt x="1940202" y="202279"/>
                  </a:lnTo>
                  <a:lnTo>
                    <a:pt x="1949961" y="230800"/>
                  </a:lnTo>
                  <a:lnTo>
                    <a:pt x="1959705" y="257562"/>
                  </a:lnTo>
                  <a:lnTo>
                    <a:pt x="1969464" y="280309"/>
                  </a:lnTo>
                  <a:lnTo>
                    <a:pt x="1979208" y="281930"/>
                  </a:lnTo>
                  <a:lnTo>
                    <a:pt x="1988952" y="293254"/>
                  </a:lnTo>
                  <a:lnTo>
                    <a:pt x="1998711" y="291400"/>
                  </a:lnTo>
                  <a:lnTo>
                    <a:pt x="2008454" y="260914"/>
                  </a:lnTo>
                  <a:lnTo>
                    <a:pt x="2018213" y="270060"/>
                  </a:lnTo>
                  <a:lnTo>
                    <a:pt x="2027957" y="262951"/>
                  </a:lnTo>
                  <a:lnTo>
                    <a:pt x="2037701" y="274325"/>
                  </a:lnTo>
                  <a:lnTo>
                    <a:pt x="2047460" y="302081"/>
                  </a:lnTo>
                  <a:lnTo>
                    <a:pt x="2057204" y="272653"/>
                  </a:lnTo>
                  <a:lnTo>
                    <a:pt x="2066963" y="288423"/>
                  </a:lnTo>
                  <a:lnTo>
                    <a:pt x="2076707" y="295004"/>
                  </a:lnTo>
                  <a:lnTo>
                    <a:pt x="2086451" y="354936"/>
                  </a:lnTo>
                  <a:lnTo>
                    <a:pt x="2096210" y="345504"/>
                  </a:lnTo>
                  <a:lnTo>
                    <a:pt x="2105954" y="329068"/>
                  </a:lnTo>
                  <a:lnTo>
                    <a:pt x="2115697" y="344371"/>
                  </a:lnTo>
                  <a:lnTo>
                    <a:pt x="2125456" y="295594"/>
                  </a:lnTo>
                  <a:lnTo>
                    <a:pt x="2135200" y="312846"/>
                  </a:lnTo>
                  <a:lnTo>
                    <a:pt x="2144959" y="305796"/>
                  </a:lnTo>
                  <a:lnTo>
                    <a:pt x="2154703" y="286630"/>
                  </a:lnTo>
                  <a:lnTo>
                    <a:pt x="2164447" y="277175"/>
                  </a:lnTo>
                  <a:lnTo>
                    <a:pt x="2174206" y="293945"/>
                  </a:lnTo>
                  <a:lnTo>
                    <a:pt x="2183950" y="269096"/>
                  </a:lnTo>
                  <a:lnTo>
                    <a:pt x="2193709" y="280000"/>
                  </a:lnTo>
                  <a:lnTo>
                    <a:pt x="2203452" y="285710"/>
                  </a:lnTo>
                  <a:lnTo>
                    <a:pt x="2213196" y="296725"/>
                  </a:lnTo>
                  <a:lnTo>
                    <a:pt x="2222955" y="318536"/>
                  </a:lnTo>
                  <a:lnTo>
                    <a:pt x="2232699" y="288525"/>
                  </a:lnTo>
                  <a:lnTo>
                    <a:pt x="2242458" y="303105"/>
                  </a:lnTo>
                  <a:lnTo>
                    <a:pt x="2252202" y="310894"/>
                  </a:lnTo>
                  <a:lnTo>
                    <a:pt x="2261946" y="293212"/>
                  </a:lnTo>
                  <a:lnTo>
                    <a:pt x="2271705" y="279724"/>
                  </a:lnTo>
                  <a:lnTo>
                    <a:pt x="2281449" y="270676"/>
                  </a:lnTo>
                  <a:lnTo>
                    <a:pt x="2291208" y="286788"/>
                  </a:lnTo>
                  <a:lnTo>
                    <a:pt x="2300951" y="279365"/>
                  </a:lnTo>
                  <a:lnTo>
                    <a:pt x="2310695" y="262425"/>
                  </a:lnTo>
                  <a:lnTo>
                    <a:pt x="2320454" y="268828"/>
                  </a:lnTo>
                  <a:lnTo>
                    <a:pt x="2330198" y="285806"/>
                  </a:lnTo>
                  <a:lnTo>
                    <a:pt x="2339957" y="298120"/>
                  </a:lnTo>
                  <a:lnTo>
                    <a:pt x="2349701" y="272987"/>
                  </a:lnTo>
                  <a:lnTo>
                    <a:pt x="2359445" y="291260"/>
                  </a:lnTo>
                  <a:lnTo>
                    <a:pt x="2369204" y="275782"/>
                  </a:lnTo>
                  <a:lnTo>
                    <a:pt x="2378948" y="282890"/>
                  </a:lnTo>
                  <a:lnTo>
                    <a:pt x="2388692" y="268235"/>
                  </a:lnTo>
                  <a:lnTo>
                    <a:pt x="2398450" y="282485"/>
                  </a:lnTo>
                  <a:lnTo>
                    <a:pt x="2408194" y="285904"/>
                  </a:lnTo>
                  <a:lnTo>
                    <a:pt x="2417953" y="302889"/>
                  </a:lnTo>
                  <a:lnTo>
                    <a:pt x="2427697" y="296619"/>
                  </a:lnTo>
                  <a:lnTo>
                    <a:pt x="2437441" y="316410"/>
                  </a:lnTo>
                  <a:lnTo>
                    <a:pt x="2447200" y="327709"/>
                  </a:lnTo>
                  <a:lnTo>
                    <a:pt x="2456944" y="355529"/>
                  </a:lnTo>
                  <a:lnTo>
                    <a:pt x="2466703" y="349184"/>
                  </a:lnTo>
                  <a:lnTo>
                    <a:pt x="2476446" y="353319"/>
                  </a:lnTo>
                  <a:lnTo>
                    <a:pt x="2486190" y="327831"/>
                  </a:lnTo>
                  <a:lnTo>
                    <a:pt x="2495949" y="331270"/>
                  </a:lnTo>
                  <a:lnTo>
                    <a:pt x="2505693" y="343267"/>
                  </a:lnTo>
                  <a:lnTo>
                    <a:pt x="2515452" y="361631"/>
                  </a:lnTo>
                  <a:lnTo>
                    <a:pt x="2525196" y="361971"/>
                  </a:lnTo>
                  <a:lnTo>
                    <a:pt x="2534940" y="344825"/>
                  </a:lnTo>
                  <a:lnTo>
                    <a:pt x="2544699" y="347583"/>
                  </a:lnTo>
                  <a:lnTo>
                    <a:pt x="2554443" y="333518"/>
                  </a:lnTo>
                  <a:lnTo>
                    <a:pt x="2564202" y="327325"/>
                  </a:lnTo>
                  <a:lnTo>
                    <a:pt x="2573946" y="312694"/>
                  </a:lnTo>
                  <a:lnTo>
                    <a:pt x="2583690" y="307932"/>
                  </a:lnTo>
                  <a:lnTo>
                    <a:pt x="2593448" y="348740"/>
                  </a:lnTo>
                  <a:lnTo>
                    <a:pt x="2603192" y="360697"/>
                  </a:lnTo>
                  <a:lnTo>
                    <a:pt x="2612951" y="370401"/>
                  </a:lnTo>
                  <a:lnTo>
                    <a:pt x="2622695" y="332903"/>
                  </a:lnTo>
                  <a:lnTo>
                    <a:pt x="2632439" y="335044"/>
                  </a:lnTo>
                  <a:lnTo>
                    <a:pt x="2642198" y="319722"/>
                  </a:lnTo>
                  <a:lnTo>
                    <a:pt x="2651942" y="360175"/>
                  </a:lnTo>
                  <a:lnTo>
                    <a:pt x="2661685" y="361010"/>
                  </a:lnTo>
                  <a:lnTo>
                    <a:pt x="2671444" y="359310"/>
                  </a:lnTo>
                  <a:lnTo>
                    <a:pt x="2681188" y="362676"/>
                  </a:lnTo>
                  <a:lnTo>
                    <a:pt x="2690947" y="366044"/>
                  </a:lnTo>
                  <a:lnTo>
                    <a:pt x="2700691" y="375651"/>
                  </a:lnTo>
                  <a:lnTo>
                    <a:pt x="2710435" y="374972"/>
                  </a:lnTo>
                  <a:lnTo>
                    <a:pt x="2720194" y="394391"/>
                  </a:lnTo>
                  <a:lnTo>
                    <a:pt x="2729938" y="396621"/>
                  </a:lnTo>
                  <a:lnTo>
                    <a:pt x="2739697" y="420199"/>
                  </a:lnTo>
                  <a:lnTo>
                    <a:pt x="2749441" y="439705"/>
                  </a:lnTo>
                  <a:lnTo>
                    <a:pt x="2759185" y="425679"/>
                  </a:lnTo>
                  <a:lnTo>
                    <a:pt x="2768943" y="427029"/>
                  </a:lnTo>
                  <a:lnTo>
                    <a:pt x="2778687" y="448403"/>
                  </a:lnTo>
                  <a:lnTo>
                    <a:pt x="2788446" y="463896"/>
                  </a:lnTo>
                  <a:lnTo>
                    <a:pt x="2798190" y="473750"/>
                  </a:lnTo>
                  <a:lnTo>
                    <a:pt x="2807934" y="478695"/>
                  </a:lnTo>
                  <a:lnTo>
                    <a:pt x="2817693" y="475094"/>
                  </a:lnTo>
                  <a:lnTo>
                    <a:pt x="2827437" y="481532"/>
                  </a:lnTo>
                  <a:lnTo>
                    <a:pt x="2837196" y="454041"/>
                  </a:lnTo>
                  <a:lnTo>
                    <a:pt x="2846940" y="418809"/>
                  </a:lnTo>
                  <a:lnTo>
                    <a:pt x="2856684" y="386441"/>
                  </a:lnTo>
                  <a:lnTo>
                    <a:pt x="2866442" y="376456"/>
                  </a:lnTo>
                  <a:lnTo>
                    <a:pt x="2876186" y="379771"/>
                  </a:lnTo>
                  <a:lnTo>
                    <a:pt x="2885945" y="385353"/>
                  </a:lnTo>
                  <a:lnTo>
                    <a:pt x="2895689" y="386320"/>
                  </a:lnTo>
                  <a:lnTo>
                    <a:pt x="2905433" y="365515"/>
                  </a:lnTo>
                  <a:lnTo>
                    <a:pt x="2915192" y="39005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4" name="Freeform 1193">
              <a:extLst>
                <a:ext uri="{FF2B5EF4-FFF2-40B4-BE49-F238E27FC236}">
                  <a16:creationId xmlns:a16="http://schemas.microsoft.com/office/drawing/2014/main" id="{5584E36E-5E47-439F-7307-3660CA858BA3}"/>
                </a:ext>
              </a:extLst>
            </p:cNvPr>
            <p:cNvSpPr/>
            <p:nvPr/>
          </p:nvSpPr>
          <p:spPr>
            <a:xfrm>
              <a:off x="4426652" y="3385297"/>
              <a:ext cx="2915191" cy="375235"/>
            </a:xfrm>
            <a:custGeom>
              <a:avLst/>
              <a:gdLst>
                <a:gd name="connsiteX0" fmla="*/ 0 w 2915191"/>
                <a:gd name="connsiteY0" fmla="*/ 103844 h 375235"/>
                <a:gd name="connsiteX1" fmla="*/ 9750 w 2915191"/>
                <a:gd name="connsiteY1" fmla="*/ 96511 h 375235"/>
                <a:gd name="connsiteX2" fmla="*/ 19500 w 2915191"/>
                <a:gd name="connsiteY2" fmla="*/ 76389 h 375235"/>
                <a:gd name="connsiteX3" fmla="*/ 29250 w 2915191"/>
                <a:gd name="connsiteY3" fmla="*/ 101550 h 375235"/>
                <a:gd name="connsiteX4" fmla="*/ 39000 w 2915191"/>
                <a:gd name="connsiteY4" fmla="*/ 120010 h 375235"/>
                <a:gd name="connsiteX5" fmla="*/ 48749 w 2915191"/>
                <a:gd name="connsiteY5" fmla="*/ 110710 h 375235"/>
                <a:gd name="connsiteX6" fmla="*/ 58499 w 2915191"/>
                <a:gd name="connsiteY6" fmla="*/ 92091 h 375235"/>
                <a:gd name="connsiteX7" fmla="*/ 68249 w 2915191"/>
                <a:gd name="connsiteY7" fmla="*/ 103865 h 375235"/>
                <a:gd name="connsiteX8" fmla="*/ 77998 w 2915191"/>
                <a:gd name="connsiteY8" fmla="*/ 100230 h 375235"/>
                <a:gd name="connsiteX9" fmla="*/ 87748 w 2915191"/>
                <a:gd name="connsiteY9" fmla="*/ 104853 h 375235"/>
                <a:gd name="connsiteX10" fmla="*/ 97497 w 2915191"/>
                <a:gd name="connsiteY10" fmla="*/ 94734 h 375235"/>
                <a:gd name="connsiteX11" fmla="*/ 107247 w 2915191"/>
                <a:gd name="connsiteY11" fmla="*/ 76721 h 375235"/>
                <a:gd name="connsiteX12" fmla="*/ 116997 w 2915191"/>
                <a:gd name="connsiteY12" fmla="*/ 37535 h 375235"/>
                <a:gd name="connsiteX13" fmla="*/ 126747 w 2915191"/>
                <a:gd name="connsiteY13" fmla="*/ 42960 h 375235"/>
                <a:gd name="connsiteX14" fmla="*/ 136497 w 2915191"/>
                <a:gd name="connsiteY14" fmla="*/ 36398 h 375235"/>
                <a:gd name="connsiteX15" fmla="*/ 146247 w 2915191"/>
                <a:gd name="connsiteY15" fmla="*/ 25261 h 375235"/>
                <a:gd name="connsiteX16" fmla="*/ 155997 w 2915191"/>
                <a:gd name="connsiteY16" fmla="*/ 0 h 375235"/>
                <a:gd name="connsiteX17" fmla="*/ 165747 w 2915191"/>
                <a:gd name="connsiteY17" fmla="*/ 10271 h 375235"/>
                <a:gd name="connsiteX18" fmla="*/ 175497 w 2915191"/>
                <a:gd name="connsiteY18" fmla="*/ 57577 h 375235"/>
                <a:gd name="connsiteX19" fmla="*/ 185247 w 2915191"/>
                <a:gd name="connsiteY19" fmla="*/ 40016 h 375235"/>
                <a:gd name="connsiteX20" fmla="*/ 194996 w 2915191"/>
                <a:gd name="connsiteY20" fmla="*/ 53815 h 375235"/>
                <a:gd name="connsiteX21" fmla="*/ 204746 w 2915191"/>
                <a:gd name="connsiteY21" fmla="*/ 62819 h 375235"/>
                <a:gd name="connsiteX22" fmla="*/ 214495 w 2915191"/>
                <a:gd name="connsiteY22" fmla="*/ 112723 h 375235"/>
                <a:gd name="connsiteX23" fmla="*/ 224245 w 2915191"/>
                <a:gd name="connsiteY23" fmla="*/ 76637 h 375235"/>
                <a:gd name="connsiteX24" fmla="*/ 233995 w 2915191"/>
                <a:gd name="connsiteY24" fmla="*/ 47939 h 375235"/>
                <a:gd name="connsiteX25" fmla="*/ 243744 w 2915191"/>
                <a:gd name="connsiteY25" fmla="*/ 37209 h 375235"/>
                <a:gd name="connsiteX26" fmla="*/ 253494 w 2915191"/>
                <a:gd name="connsiteY26" fmla="*/ 19407 h 375235"/>
                <a:gd name="connsiteX27" fmla="*/ 263244 w 2915191"/>
                <a:gd name="connsiteY27" fmla="*/ 42608 h 375235"/>
                <a:gd name="connsiteX28" fmla="*/ 272994 w 2915191"/>
                <a:gd name="connsiteY28" fmla="*/ 44143 h 375235"/>
                <a:gd name="connsiteX29" fmla="*/ 282744 w 2915191"/>
                <a:gd name="connsiteY29" fmla="*/ 59247 h 375235"/>
                <a:gd name="connsiteX30" fmla="*/ 292494 w 2915191"/>
                <a:gd name="connsiteY30" fmla="*/ 51495 h 375235"/>
                <a:gd name="connsiteX31" fmla="*/ 302244 w 2915191"/>
                <a:gd name="connsiteY31" fmla="*/ 100340 h 375235"/>
                <a:gd name="connsiteX32" fmla="*/ 311994 w 2915191"/>
                <a:gd name="connsiteY32" fmla="*/ 76541 h 375235"/>
                <a:gd name="connsiteX33" fmla="*/ 321744 w 2915191"/>
                <a:gd name="connsiteY33" fmla="*/ 93660 h 375235"/>
                <a:gd name="connsiteX34" fmla="*/ 331493 w 2915191"/>
                <a:gd name="connsiteY34" fmla="*/ 135353 h 375235"/>
                <a:gd name="connsiteX35" fmla="*/ 341243 w 2915191"/>
                <a:gd name="connsiteY35" fmla="*/ 133715 h 375235"/>
                <a:gd name="connsiteX36" fmla="*/ 350993 w 2915191"/>
                <a:gd name="connsiteY36" fmla="*/ 141232 h 375235"/>
                <a:gd name="connsiteX37" fmla="*/ 360742 w 2915191"/>
                <a:gd name="connsiteY37" fmla="*/ 149864 h 375235"/>
                <a:gd name="connsiteX38" fmla="*/ 370492 w 2915191"/>
                <a:gd name="connsiteY38" fmla="*/ 148258 h 375235"/>
                <a:gd name="connsiteX39" fmla="*/ 380241 w 2915191"/>
                <a:gd name="connsiteY39" fmla="*/ 162158 h 375235"/>
                <a:gd name="connsiteX40" fmla="*/ 389991 w 2915191"/>
                <a:gd name="connsiteY40" fmla="*/ 165659 h 375235"/>
                <a:gd name="connsiteX41" fmla="*/ 399741 w 2915191"/>
                <a:gd name="connsiteY41" fmla="*/ 157128 h 375235"/>
                <a:gd name="connsiteX42" fmla="*/ 409491 w 2915191"/>
                <a:gd name="connsiteY42" fmla="*/ 156013 h 375235"/>
                <a:gd name="connsiteX43" fmla="*/ 419241 w 2915191"/>
                <a:gd name="connsiteY43" fmla="*/ 143742 h 375235"/>
                <a:gd name="connsiteX44" fmla="*/ 428991 w 2915191"/>
                <a:gd name="connsiteY44" fmla="*/ 163069 h 375235"/>
                <a:gd name="connsiteX45" fmla="*/ 438741 w 2915191"/>
                <a:gd name="connsiteY45" fmla="*/ 176529 h 375235"/>
                <a:gd name="connsiteX46" fmla="*/ 448491 w 2915191"/>
                <a:gd name="connsiteY46" fmla="*/ 184107 h 375235"/>
                <a:gd name="connsiteX47" fmla="*/ 458241 w 2915191"/>
                <a:gd name="connsiteY47" fmla="*/ 227557 h 375235"/>
                <a:gd name="connsiteX48" fmla="*/ 467991 w 2915191"/>
                <a:gd name="connsiteY48" fmla="*/ 236374 h 375235"/>
                <a:gd name="connsiteX49" fmla="*/ 477740 w 2915191"/>
                <a:gd name="connsiteY49" fmla="*/ 264132 h 375235"/>
                <a:gd name="connsiteX50" fmla="*/ 487490 w 2915191"/>
                <a:gd name="connsiteY50" fmla="*/ 256140 h 375235"/>
                <a:gd name="connsiteX51" fmla="*/ 497239 w 2915191"/>
                <a:gd name="connsiteY51" fmla="*/ 269503 h 375235"/>
                <a:gd name="connsiteX52" fmla="*/ 506989 w 2915191"/>
                <a:gd name="connsiteY52" fmla="*/ 282306 h 375235"/>
                <a:gd name="connsiteX53" fmla="*/ 516738 w 2915191"/>
                <a:gd name="connsiteY53" fmla="*/ 245105 h 375235"/>
                <a:gd name="connsiteX54" fmla="*/ 526488 w 2915191"/>
                <a:gd name="connsiteY54" fmla="*/ 255923 h 375235"/>
                <a:gd name="connsiteX55" fmla="*/ 536238 w 2915191"/>
                <a:gd name="connsiteY55" fmla="*/ 248342 h 375235"/>
                <a:gd name="connsiteX56" fmla="*/ 545988 w 2915191"/>
                <a:gd name="connsiteY56" fmla="*/ 230572 h 375235"/>
                <a:gd name="connsiteX57" fmla="*/ 555738 w 2915191"/>
                <a:gd name="connsiteY57" fmla="*/ 234473 h 375235"/>
                <a:gd name="connsiteX58" fmla="*/ 565488 w 2915191"/>
                <a:gd name="connsiteY58" fmla="*/ 240675 h 375235"/>
                <a:gd name="connsiteX59" fmla="*/ 575238 w 2915191"/>
                <a:gd name="connsiteY59" fmla="*/ 235964 h 375235"/>
                <a:gd name="connsiteX60" fmla="*/ 584988 w 2915191"/>
                <a:gd name="connsiteY60" fmla="*/ 237607 h 375235"/>
                <a:gd name="connsiteX61" fmla="*/ 594738 w 2915191"/>
                <a:gd name="connsiteY61" fmla="*/ 243876 h 375235"/>
                <a:gd name="connsiteX62" fmla="*/ 604488 w 2915191"/>
                <a:gd name="connsiteY62" fmla="*/ 240158 h 375235"/>
                <a:gd name="connsiteX63" fmla="*/ 614237 w 2915191"/>
                <a:gd name="connsiteY63" fmla="*/ 215486 h 375235"/>
                <a:gd name="connsiteX64" fmla="*/ 623987 w 2915191"/>
                <a:gd name="connsiteY64" fmla="*/ 204058 h 375235"/>
                <a:gd name="connsiteX65" fmla="*/ 633736 w 2915191"/>
                <a:gd name="connsiteY65" fmla="*/ 196799 h 375235"/>
                <a:gd name="connsiteX66" fmla="*/ 643486 w 2915191"/>
                <a:gd name="connsiteY66" fmla="*/ 206840 h 375235"/>
                <a:gd name="connsiteX67" fmla="*/ 653236 w 2915191"/>
                <a:gd name="connsiteY67" fmla="*/ 212772 h 375235"/>
                <a:gd name="connsiteX68" fmla="*/ 662985 w 2915191"/>
                <a:gd name="connsiteY68" fmla="*/ 221900 h 375235"/>
                <a:gd name="connsiteX69" fmla="*/ 672735 w 2915191"/>
                <a:gd name="connsiteY69" fmla="*/ 209055 h 375235"/>
                <a:gd name="connsiteX70" fmla="*/ 682485 w 2915191"/>
                <a:gd name="connsiteY70" fmla="*/ 232055 h 375235"/>
                <a:gd name="connsiteX71" fmla="*/ 692235 w 2915191"/>
                <a:gd name="connsiteY71" fmla="*/ 256826 h 375235"/>
                <a:gd name="connsiteX72" fmla="*/ 701985 w 2915191"/>
                <a:gd name="connsiteY72" fmla="*/ 265570 h 375235"/>
                <a:gd name="connsiteX73" fmla="*/ 711735 w 2915191"/>
                <a:gd name="connsiteY73" fmla="*/ 247308 h 375235"/>
                <a:gd name="connsiteX74" fmla="*/ 721485 w 2915191"/>
                <a:gd name="connsiteY74" fmla="*/ 257575 h 375235"/>
                <a:gd name="connsiteX75" fmla="*/ 731235 w 2915191"/>
                <a:gd name="connsiteY75" fmla="*/ 271667 h 375235"/>
                <a:gd name="connsiteX76" fmla="*/ 740985 w 2915191"/>
                <a:gd name="connsiteY76" fmla="*/ 263673 h 375235"/>
                <a:gd name="connsiteX77" fmla="*/ 750734 w 2915191"/>
                <a:gd name="connsiteY77" fmla="*/ 260799 h 375235"/>
                <a:gd name="connsiteX78" fmla="*/ 760484 w 2915191"/>
                <a:gd name="connsiteY78" fmla="*/ 257793 h 375235"/>
                <a:gd name="connsiteX79" fmla="*/ 770233 w 2915191"/>
                <a:gd name="connsiteY79" fmla="*/ 262770 h 375235"/>
                <a:gd name="connsiteX80" fmla="*/ 779983 w 2915191"/>
                <a:gd name="connsiteY80" fmla="*/ 236055 h 375235"/>
                <a:gd name="connsiteX81" fmla="*/ 789733 w 2915191"/>
                <a:gd name="connsiteY81" fmla="*/ 251952 h 375235"/>
                <a:gd name="connsiteX82" fmla="*/ 799482 w 2915191"/>
                <a:gd name="connsiteY82" fmla="*/ 252338 h 375235"/>
                <a:gd name="connsiteX83" fmla="*/ 809232 w 2915191"/>
                <a:gd name="connsiteY83" fmla="*/ 251902 h 375235"/>
                <a:gd name="connsiteX84" fmla="*/ 818982 w 2915191"/>
                <a:gd name="connsiteY84" fmla="*/ 261814 h 375235"/>
                <a:gd name="connsiteX85" fmla="*/ 828732 w 2915191"/>
                <a:gd name="connsiteY85" fmla="*/ 297764 h 375235"/>
                <a:gd name="connsiteX86" fmla="*/ 838482 w 2915191"/>
                <a:gd name="connsiteY86" fmla="*/ 253253 h 375235"/>
                <a:gd name="connsiteX87" fmla="*/ 848232 w 2915191"/>
                <a:gd name="connsiteY87" fmla="*/ 292004 h 375235"/>
                <a:gd name="connsiteX88" fmla="*/ 857982 w 2915191"/>
                <a:gd name="connsiteY88" fmla="*/ 320918 h 375235"/>
                <a:gd name="connsiteX89" fmla="*/ 867732 w 2915191"/>
                <a:gd name="connsiteY89" fmla="*/ 301718 h 375235"/>
                <a:gd name="connsiteX90" fmla="*/ 877482 w 2915191"/>
                <a:gd name="connsiteY90" fmla="*/ 304543 h 375235"/>
                <a:gd name="connsiteX91" fmla="*/ 887231 w 2915191"/>
                <a:gd name="connsiteY91" fmla="*/ 306652 h 375235"/>
                <a:gd name="connsiteX92" fmla="*/ 896981 w 2915191"/>
                <a:gd name="connsiteY92" fmla="*/ 295867 h 375235"/>
                <a:gd name="connsiteX93" fmla="*/ 906730 w 2915191"/>
                <a:gd name="connsiteY93" fmla="*/ 253384 h 375235"/>
                <a:gd name="connsiteX94" fmla="*/ 916480 w 2915191"/>
                <a:gd name="connsiteY94" fmla="*/ 267364 h 375235"/>
                <a:gd name="connsiteX95" fmla="*/ 926230 w 2915191"/>
                <a:gd name="connsiteY95" fmla="*/ 277303 h 375235"/>
                <a:gd name="connsiteX96" fmla="*/ 935979 w 2915191"/>
                <a:gd name="connsiteY96" fmla="*/ 251611 h 375235"/>
                <a:gd name="connsiteX97" fmla="*/ 945729 w 2915191"/>
                <a:gd name="connsiteY97" fmla="*/ 222622 h 375235"/>
                <a:gd name="connsiteX98" fmla="*/ 955479 w 2915191"/>
                <a:gd name="connsiteY98" fmla="*/ 222305 h 375235"/>
                <a:gd name="connsiteX99" fmla="*/ 965229 w 2915191"/>
                <a:gd name="connsiteY99" fmla="*/ 223217 h 375235"/>
                <a:gd name="connsiteX100" fmla="*/ 974979 w 2915191"/>
                <a:gd name="connsiteY100" fmla="*/ 198401 h 375235"/>
                <a:gd name="connsiteX101" fmla="*/ 984729 w 2915191"/>
                <a:gd name="connsiteY101" fmla="*/ 199190 h 375235"/>
                <a:gd name="connsiteX102" fmla="*/ 994474 w 2915191"/>
                <a:gd name="connsiteY102" fmla="*/ 210712 h 375235"/>
                <a:gd name="connsiteX103" fmla="*/ 1004233 w 2915191"/>
                <a:gd name="connsiteY103" fmla="*/ 194789 h 375235"/>
                <a:gd name="connsiteX104" fmla="*/ 1013977 w 2915191"/>
                <a:gd name="connsiteY104" fmla="*/ 169941 h 375235"/>
                <a:gd name="connsiteX105" fmla="*/ 1023721 w 2915191"/>
                <a:gd name="connsiteY105" fmla="*/ 210365 h 375235"/>
                <a:gd name="connsiteX106" fmla="*/ 1033480 w 2915191"/>
                <a:gd name="connsiteY106" fmla="*/ 241469 h 375235"/>
                <a:gd name="connsiteX107" fmla="*/ 1043224 w 2915191"/>
                <a:gd name="connsiteY107" fmla="*/ 218188 h 375235"/>
                <a:gd name="connsiteX108" fmla="*/ 1052983 w 2915191"/>
                <a:gd name="connsiteY108" fmla="*/ 241307 h 375235"/>
                <a:gd name="connsiteX109" fmla="*/ 1062727 w 2915191"/>
                <a:gd name="connsiteY109" fmla="*/ 262160 h 375235"/>
                <a:gd name="connsiteX110" fmla="*/ 1072471 w 2915191"/>
                <a:gd name="connsiteY110" fmla="*/ 303111 h 375235"/>
                <a:gd name="connsiteX111" fmla="*/ 1082230 w 2915191"/>
                <a:gd name="connsiteY111" fmla="*/ 304270 h 375235"/>
                <a:gd name="connsiteX112" fmla="*/ 1091973 w 2915191"/>
                <a:gd name="connsiteY112" fmla="*/ 262244 h 375235"/>
                <a:gd name="connsiteX113" fmla="*/ 1101732 w 2915191"/>
                <a:gd name="connsiteY113" fmla="*/ 231188 h 375235"/>
                <a:gd name="connsiteX114" fmla="*/ 1111476 w 2915191"/>
                <a:gd name="connsiteY114" fmla="*/ 231710 h 375235"/>
                <a:gd name="connsiteX115" fmla="*/ 1121220 w 2915191"/>
                <a:gd name="connsiteY115" fmla="*/ 256867 h 375235"/>
                <a:gd name="connsiteX116" fmla="*/ 1130979 w 2915191"/>
                <a:gd name="connsiteY116" fmla="*/ 304410 h 375235"/>
                <a:gd name="connsiteX117" fmla="*/ 1140723 w 2915191"/>
                <a:gd name="connsiteY117" fmla="*/ 315684 h 375235"/>
                <a:gd name="connsiteX118" fmla="*/ 1150482 w 2915191"/>
                <a:gd name="connsiteY118" fmla="*/ 353368 h 375235"/>
                <a:gd name="connsiteX119" fmla="*/ 1160226 w 2915191"/>
                <a:gd name="connsiteY119" fmla="*/ 375235 h 375235"/>
                <a:gd name="connsiteX120" fmla="*/ 1169969 w 2915191"/>
                <a:gd name="connsiteY120" fmla="*/ 330966 h 375235"/>
                <a:gd name="connsiteX121" fmla="*/ 1179728 w 2915191"/>
                <a:gd name="connsiteY121" fmla="*/ 347949 h 375235"/>
                <a:gd name="connsiteX122" fmla="*/ 1189472 w 2915191"/>
                <a:gd name="connsiteY122" fmla="*/ 344378 h 375235"/>
                <a:gd name="connsiteX123" fmla="*/ 1199231 w 2915191"/>
                <a:gd name="connsiteY123" fmla="*/ 341011 h 375235"/>
                <a:gd name="connsiteX124" fmla="*/ 1208975 w 2915191"/>
                <a:gd name="connsiteY124" fmla="*/ 349892 h 375235"/>
                <a:gd name="connsiteX125" fmla="*/ 1218719 w 2915191"/>
                <a:gd name="connsiteY125" fmla="*/ 363820 h 375235"/>
                <a:gd name="connsiteX126" fmla="*/ 1228478 w 2915191"/>
                <a:gd name="connsiteY126" fmla="*/ 369912 h 375235"/>
                <a:gd name="connsiteX127" fmla="*/ 1238222 w 2915191"/>
                <a:gd name="connsiteY127" fmla="*/ 354576 h 375235"/>
                <a:gd name="connsiteX128" fmla="*/ 1247966 w 2915191"/>
                <a:gd name="connsiteY128" fmla="*/ 370514 h 375235"/>
                <a:gd name="connsiteX129" fmla="*/ 1257725 w 2915191"/>
                <a:gd name="connsiteY129" fmla="*/ 341660 h 375235"/>
                <a:gd name="connsiteX130" fmla="*/ 1267469 w 2915191"/>
                <a:gd name="connsiteY130" fmla="*/ 326417 h 375235"/>
                <a:gd name="connsiteX131" fmla="*/ 1277227 w 2915191"/>
                <a:gd name="connsiteY131" fmla="*/ 299654 h 375235"/>
                <a:gd name="connsiteX132" fmla="*/ 1286971 w 2915191"/>
                <a:gd name="connsiteY132" fmla="*/ 302217 h 375235"/>
                <a:gd name="connsiteX133" fmla="*/ 1296715 w 2915191"/>
                <a:gd name="connsiteY133" fmla="*/ 296174 h 375235"/>
                <a:gd name="connsiteX134" fmla="*/ 1306474 w 2915191"/>
                <a:gd name="connsiteY134" fmla="*/ 295200 h 375235"/>
                <a:gd name="connsiteX135" fmla="*/ 1316218 w 2915191"/>
                <a:gd name="connsiteY135" fmla="*/ 275567 h 375235"/>
                <a:gd name="connsiteX136" fmla="*/ 1325977 w 2915191"/>
                <a:gd name="connsiteY136" fmla="*/ 239307 h 375235"/>
                <a:gd name="connsiteX137" fmla="*/ 1335721 w 2915191"/>
                <a:gd name="connsiteY137" fmla="*/ 264910 h 375235"/>
                <a:gd name="connsiteX138" fmla="*/ 1345465 w 2915191"/>
                <a:gd name="connsiteY138" fmla="*/ 262060 h 375235"/>
                <a:gd name="connsiteX139" fmla="*/ 1355224 w 2915191"/>
                <a:gd name="connsiteY139" fmla="*/ 252618 h 375235"/>
                <a:gd name="connsiteX140" fmla="*/ 1364967 w 2915191"/>
                <a:gd name="connsiteY140" fmla="*/ 245559 h 375235"/>
                <a:gd name="connsiteX141" fmla="*/ 1374726 w 2915191"/>
                <a:gd name="connsiteY141" fmla="*/ 283319 h 375235"/>
                <a:gd name="connsiteX142" fmla="*/ 1384470 w 2915191"/>
                <a:gd name="connsiteY142" fmla="*/ 315514 h 375235"/>
                <a:gd name="connsiteX143" fmla="*/ 1394214 w 2915191"/>
                <a:gd name="connsiteY143" fmla="*/ 296460 h 375235"/>
                <a:gd name="connsiteX144" fmla="*/ 1403973 w 2915191"/>
                <a:gd name="connsiteY144" fmla="*/ 276826 h 375235"/>
                <a:gd name="connsiteX145" fmla="*/ 1413717 w 2915191"/>
                <a:gd name="connsiteY145" fmla="*/ 268804 h 375235"/>
                <a:gd name="connsiteX146" fmla="*/ 1423476 w 2915191"/>
                <a:gd name="connsiteY146" fmla="*/ 258412 h 375235"/>
                <a:gd name="connsiteX147" fmla="*/ 1433220 w 2915191"/>
                <a:gd name="connsiteY147" fmla="*/ 232874 h 375235"/>
                <a:gd name="connsiteX148" fmla="*/ 1442964 w 2915191"/>
                <a:gd name="connsiteY148" fmla="*/ 219504 h 375235"/>
                <a:gd name="connsiteX149" fmla="*/ 1452722 w 2915191"/>
                <a:gd name="connsiteY149" fmla="*/ 188989 h 375235"/>
                <a:gd name="connsiteX150" fmla="*/ 1462466 w 2915191"/>
                <a:gd name="connsiteY150" fmla="*/ 158230 h 375235"/>
                <a:gd name="connsiteX151" fmla="*/ 1472225 w 2915191"/>
                <a:gd name="connsiteY151" fmla="*/ 133109 h 375235"/>
                <a:gd name="connsiteX152" fmla="*/ 1481969 w 2915191"/>
                <a:gd name="connsiteY152" fmla="*/ 136674 h 375235"/>
                <a:gd name="connsiteX153" fmla="*/ 1491713 w 2915191"/>
                <a:gd name="connsiteY153" fmla="*/ 127060 h 375235"/>
                <a:gd name="connsiteX154" fmla="*/ 1501472 w 2915191"/>
                <a:gd name="connsiteY154" fmla="*/ 122632 h 375235"/>
                <a:gd name="connsiteX155" fmla="*/ 1511216 w 2915191"/>
                <a:gd name="connsiteY155" fmla="*/ 97448 h 375235"/>
                <a:gd name="connsiteX156" fmla="*/ 1520960 w 2915191"/>
                <a:gd name="connsiteY156" fmla="*/ 108941 h 375235"/>
                <a:gd name="connsiteX157" fmla="*/ 1530719 w 2915191"/>
                <a:gd name="connsiteY157" fmla="*/ 113533 h 375235"/>
                <a:gd name="connsiteX158" fmla="*/ 1540463 w 2915191"/>
                <a:gd name="connsiteY158" fmla="*/ 147120 h 375235"/>
                <a:gd name="connsiteX159" fmla="*/ 1550221 w 2915191"/>
                <a:gd name="connsiteY159" fmla="*/ 140505 h 375235"/>
                <a:gd name="connsiteX160" fmla="*/ 1559965 w 2915191"/>
                <a:gd name="connsiteY160" fmla="*/ 125628 h 375235"/>
                <a:gd name="connsiteX161" fmla="*/ 1569709 w 2915191"/>
                <a:gd name="connsiteY161" fmla="*/ 131431 h 375235"/>
                <a:gd name="connsiteX162" fmla="*/ 1579468 w 2915191"/>
                <a:gd name="connsiteY162" fmla="*/ 117146 h 375235"/>
                <a:gd name="connsiteX163" fmla="*/ 1589212 w 2915191"/>
                <a:gd name="connsiteY163" fmla="*/ 130651 h 375235"/>
                <a:gd name="connsiteX164" fmla="*/ 1598971 w 2915191"/>
                <a:gd name="connsiteY164" fmla="*/ 120695 h 375235"/>
                <a:gd name="connsiteX165" fmla="*/ 1608715 w 2915191"/>
                <a:gd name="connsiteY165" fmla="*/ 117294 h 375235"/>
                <a:gd name="connsiteX166" fmla="*/ 1618459 w 2915191"/>
                <a:gd name="connsiteY166" fmla="*/ 127121 h 375235"/>
                <a:gd name="connsiteX167" fmla="*/ 1628218 w 2915191"/>
                <a:gd name="connsiteY167" fmla="*/ 104822 h 375235"/>
                <a:gd name="connsiteX168" fmla="*/ 1637962 w 2915191"/>
                <a:gd name="connsiteY168" fmla="*/ 97097 h 375235"/>
                <a:gd name="connsiteX169" fmla="*/ 1647720 w 2915191"/>
                <a:gd name="connsiteY169" fmla="*/ 116215 h 375235"/>
                <a:gd name="connsiteX170" fmla="*/ 1657464 w 2915191"/>
                <a:gd name="connsiteY170" fmla="*/ 91322 h 375235"/>
                <a:gd name="connsiteX171" fmla="*/ 1667208 w 2915191"/>
                <a:gd name="connsiteY171" fmla="*/ 76168 h 375235"/>
                <a:gd name="connsiteX172" fmla="*/ 1676967 w 2915191"/>
                <a:gd name="connsiteY172" fmla="*/ 78842 h 375235"/>
                <a:gd name="connsiteX173" fmla="*/ 1686711 w 2915191"/>
                <a:gd name="connsiteY173" fmla="*/ 85391 h 375235"/>
                <a:gd name="connsiteX174" fmla="*/ 1696470 w 2915191"/>
                <a:gd name="connsiteY174" fmla="*/ 109227 h 375235"/>
                <a:gd name="connsiteX175" fmla="*/ 1706214 w 2915191"/>
                <a:gd name="connsiteY175" fmla="*/ 153850 h 375235"/>
                <a:gd name="connsiteX176" fmla="*/ 1715958 w 2915191"/>
                <a:gd name="connsiteY176" fmla="*/ 193827 h 375235"/>
                <a:gd name="connsiteX177" fmla="*/ 1725716 w 2915191"/>
                <a:gd name="connsiteY177" fmla="*/ 201924 h 375235"/>
                <a:gd name="connsiteX178" fmla="*/ 1735460 w 2915191"/>
                <a:gd name="connsiteY178" fmla="*/ 168202 h 375235"/>
                <a:gd name="connsiteX179" fmla="*/ 1745219 w 2915191"/>
                <a:gd name="connsiteY179" fmla="*/ 163326 h 375235"/>
                <a:gd name="connsiteX180" fmla="*/ 1754963 w 2915191"/>
                <a:gd name="connsiteY180" fmla="*/ 241021 h 375235"/>
                <a:gd name="connsiteX181" fmla="*/ 1764707 w 2915191"/>
                <a:gd name="connsiteY181" fmla="*/ 222661 h 375235"/>
                <a:gd name="connsiteX182" fmla="*/ 1774466 w 2915191"/>
                <a:gd name="connsiteY182" fmla="*/ 227981 h 375235"/>
                <a:gd name="connsiteX183" fmla="*/ 1784210 w 2915191"/>
                <a:gd name="connsiteY183" fmla="*/ 208355 h 375235"/>
                <a:gd name="connsiteX184" fmla="*/ 1793969 w 2915191"/>
                <a:gd name="connsiteY184" fmla="*/ 200296 h 375235"/>
                <a:gd name="connsiteX185" fmla="*/ 1803713 w 2915191"/>
                <a:gd name="connsiteY185" fmla="*/ 218787 h 375235"/>
                <a:gd name="connsiteX186" fmla="*/ 1813457 w 2915191"/>
                <a:gd name="connsiteY186" fmla="*/ 213173 h 375235"/>
                <a:gd name="connsiteX187" fmla="*/ 1823215 w 2915191"/>
                <a:gd name="connsiteY187" fmla="*/ 184679 h 375235"/>
                <a:gd name="connsiteX188" fmla="*/ 1832959 w 2915191"/>
                <a:gd name="connsiteY188" fmla="*/ 166267 h 375235"/>
                <a:gd name="connsiteX189" fmla="*/ 1842703 w 2915191"/>
                <a:gd name="connsiteY189" fmla="*/ 208692 h 375235"/>
                <a:gd name="connsiteX190" fmla="*/ 1852462 w 2915191"/>
                <a:gd name="connsiteY190" fmla="*/ 200303 h 375235"/>
                <a:gd name="connsiteX191" fmla="*/ 1862206 w 2915191"/>
                <a:gd name="connsiteY191" fmla="*/ 222661 h 375235"/>
                <a:gd name="connsiteX192" fmla="*/ 1871965 w 2915191"/>
                <a:gd name="connsiteY192" fmla="*/ 199192 h 375235"/>
                <a:gd name="connsiteX193" fmla="*/ 1881709 w 2915191"/>
                <a:gd name="connsiteY193" fmla="*/ 192747 h 375235"/>
                <a:gd name="connsiteX194" fmla="*/ 1891453 w 2915191"/>
                <a:gd name="connsiteY194" fmla="*/ 203043 h 375235"/>
                <a:gd name="connsiteX195" fmla="*/ 1901212 w 2915191"/>
                <a:gd name="connsiteY195" fmla="*/ 214010 h 375235"/>
                <a:gd name="connsiteX196" fmla="*/ 1910956 w 2915191"/>
                <a:gd name="connsiteY196" fmla="*/ 223191 h 375235"/>
                <a:gd name="connsiteX197" fmla="*/ 1920714 w 2915191"/>
                <a:gd name="connsiteY197" fmla="*/ 207465 h 375235"/>
                <a:gd name="connsiteX198" fmla="*/ 1930458 w 2915191"/>
                <a:gd name="connsiteY198" fmla="*/ 199366 h 375235"/>
                <a:gd name="connsiteX199" fmla="*/ 1940202 w 2915191"/>
                <a:gd name="connsiteY199" fmla="*/ 232382 h 375235"/>
                <a:gd name="connsiteX200" fmla="*/ 1949961 w 2915191"/>
                <a:gd name="connsiteY200" fmla="*/ 241802 h 375235"/>
                <a:gd name="connsiteX201" fmla="*/ 1959705 w 2915191"/>
                <a:gd name="connsiteY201" fmla="*/ 267581 h 375235"/>
                <a:gd name="connsiteX202" fmla="*/ 1969464 w 2915191"/>
                <a:gd name="connsiteY202" fmla="*/ 258426 h 375235"/>
                <a:gd name="connsiteX203" fmla="*/ 1979208 w 2915191"/>
                <a:gd name="connsiteY203" fmla="*/ 260169 h 375235"/>
                <a:gd name="connsiteX204" fmla="*/ 1988952 w 2915191"/>
                <a:gd name="connsiteY204" fmla="*/ 243586 h 375235"/>
                <a:gd name="connsiteX205" fmla="*/ 1998711 w 2915191"/>
                <a:gd name="connsiteY205" fmla="*/ 227327 h 375235"/>
                <a:gd name="connsiteX206" fmla="*/ 2008454 w 2915191"/>
                <a:gd name="connsiteY206" fmla="*/ 227600 h 375235"/>
                <a:gd name="connsiteX207" fmla="*/ 2018213 w 2915191"/>
                <a:gd name="connsiteY207" fmla="*/ 209636 h 375235"/>
                <a:gd name="connsiteX208" fmla="*/ 2027957 w 2915191"/>
                <a:gd name="connsiteY208" fmla="*/ 194618 h 375235"/>
                <a:gd name="connsiteX209" fmla="*/ 2037701 w 2915191"/>
                <a:gd name="connsiteY209" fmla="*/ 187069 h 375235"/>
                <a:gd name="connsiteX210" fmla="*/ 2047460 w 2915191"/>
                <a:gd name="connsiteY210" fmla="*/ 198377 h 375235"/>
                <a:gd name="connsiteX211" fmla="*/ 2057204 w 2915191"/>
                <a:gd name="connsiteY211" fmla="*/ 196217 h 375235"/>
                <a:gd name="connsiteX212" fmla="*/ 2066963 w 2915191"/>
                <a:gd name="connsiteY212" fmla="*/ 200284 h 375235"/>
                <a:gd name="connsiteX213" fmla="*/ 2076707 w 2915191"/>
                <a:gd name="connsiteY213" fmla="*/ 207664 h 375235"/>
                <a:gd name="connsiteX214" fmla="*/ 2086451 w 2915191"/>
                <a:gd name="connsiteY214" fmla="*/ 211102 h 375235"/>
                <a:gd name="connsiteX215" fmla="*/ 2096210 w 2915191"/>
                <a:gd name="connsiteY215" fmla="*/ 179054 h 375235"/>
                <a:gd name="connsiteX216" fmla="*/ 2105954 w 2915191"/>
                <a:gd name="connsiteY216" fmla="*/ 208829 h 375235"/>
                <a:gd name="connsiteX217" fmla="*/ 2115697 w 2915191"/>
                <a:gd name="connsiteY217" fmla="*/ 182957 h 375235"/>
                <a:gd name="connsiteX218" fmla="*/ 2125456 w 2915191"/>
                <a:gd name="connsiteY218" fmla="*/ 168746 h 375235"/>
                <a:gd name="connsiteX219" fmla="*/ 2135200 w 2915191"/>
                <a:gd name="connsiteY219" fmla="*/ 150079 h 375235"/>
                <a:gd name="connsiteX220" fmla="*/ 2144959 w 2915191"/>
                <a:gd name="connsiteY220" fmla="*/ 132455 h 375235"/>
                <a:gd name="connsiteX221" fmla="*/ 2154703 w 2915191"/>
                <a:gd name="connsiteY221" fmla="*/ 142686 h 375235"/>
                <a:gd name="connsiteX222" fmla="*/ 2164447 w 2915191"/>
                <a:gd name="connsiteY222" fmla="*/ 148530 h 375235"/>
                <a:gd name="connsiteX223" fmla="*/ 2174206 w 2915191"/>
                <a:gd name="connsiteY223" fmla="*/ 176720 h 375235"/>
                <a:gd name="connsiteX224" fmla="*/ 2183950 w 2915191"/>
                <a:gd name="connsiteY224" fmla="*/ 162832 h 375235"/>
                <a:gd name="connsiteX225" fmla="*/ 2193709 w 2915191"/>
                <a:gd name="connsiteY225" fmla="*/ 172852 h 375235"/>
                <a:gd name="connsiteX226" fmla="*/ 2203452 w 2915191"/>
                <a:gd name="connsiteY226" fmla="*/ 160787 h 375235"/>
                <a:gd name="connsiteX227" fmla="*/ 2213196 w 2915191"/>
                <a:gd name="connsiteY227" fmla="*/ 154356 h 375235"/>
                <a:gd name="connsiteX228" fmla="*/ 2222955 w 2915191"/>
                <a:gd name="connsiteY228" fmla="*/ 166632 h 375235"/>
                <a:gd name="connsiteX229" fmla="*/ 2232699 w 2915191"/>
                <a:gd name="connsiteY229" fmla="*/ 215652 h 375235"/>
                <a:gd name="connsiteX230" fmla="*/ 2242458 w 2915191"/>
                <a:gd name="connsiteY230" fmla="*/ 210521 h 375235"/>
                <a:gd name="connsiteX231" fmla="*/ 2252202 w 2915191"/>
                <a:gd name="connsiteY231" fmla="*/ 247989 h 375235"/>
                <a:gd name="connsiteX232" fmla="*/ 2261946 w 2915191"/>
                <a:gd name="connsiteY232" fmla="*/ 234947 h 375235"/>
                <a:gd name="connsiteX233" fmla="*/ 2271705 w 2915191"/>
                <a:gd name="connsiteY233" fmla="*/ 230754 h 375235"/>
                <a:gd name="connsiteX234" fmla="*/ 2281449 w 2915191"/>
                <a:gd name="connsiteY234" fmla="*/ 246621 h 375235"/>
                <a:gd name="connsiteX235" fmla="*/ 2291208 w 2915191"/>
                <a:gd name="connsiteY235" fmla="*/ 184870 h 375235"/>
                <a:gd name="connsiteX236" fmla="*/ 2300951 w 2915191"/>
                <a:gd name="connsiteY236" fmla="*/ 187268 h 375235"/>
                <a:gd name="connsiteX237" fmla="*/ 2310695 w 2915191"/>
                <a:gd name="connsiteY237" fmla="*/ 181735 h 375235"/>
                <a:gd name="connsiteX238" fmla="*/ 2320454 w 2915191"/>
                <a:gd name="connsiteY238" fmla="*/ 131664 h 375235"/>
                <a:gd name="connsiteX239" fmla="*/ 2330198 w 2915191"/>
                <a:gd name="connsiteY239" fmla="*/ 138249 h 375235"/>
                <a:gd name="connsiteX240" fmla="*/ 2339957 w 2915191"/>
                <a:gd name="connsiteY240" fmla="*/ 120968 h 375235"/>
                <a:gd name="connsiteX241" fmla="*/ 2349701 w 2915191"/>
                <a:gd name="connsiteY241" fmla="*/ 161214 h 375235"/>
                <a:gd name="connsiteX242" fmla="*/ 2359445 w 2915191"/>
                <a:gd name="connsiteY242" fmla="*/ 181620 h 375235"/>
                <a:gd name="connsiteX243" fmla="*/ 2369204 w 2915191"/>
                <a:gd name="connsiteY243" fmla="*/ 195373 h 375235"/>
                <a:gd name="connsiteX244" fmla="*/ 2378948 w 2915191"/>
                <a:gd name="connsiteY244" fmla="*/ 209693 h 375235"/>
                <a:gd name="connsiteX245" fmla="*/ 2388692 w 2915191"/>
                <a:gd name="connsiteY245" fmla="*/ 218407 h 375235"/>
                <a:gd name="connsiteX246" fmla="*/ 2398450 w 2915191"/>
                <a:gd name="connsiteY246" fmla="*/ 243966 h 375235"/>
                <a:gd name="connsiteX247" fmla="*/ 2408194 w 2915191"/>
                <a:gd name="connsiteY247" fmla="*/ 220524 h 375235"/>
                <a:gd name="connsiteX248" fmla="*/ 2417953 w 2915191"/>
                <a:gd name="connsiteY248" fmla="*/ 195503 h 375235"/>
                <a:gd name="connsiteX249" fmla="*/ 2427697 w 2915191"/>
                <a:gd name="connsiteY249" fmla="*/ 201384 h 375235"/>
                <a:gd name="connsiteX250" fmla="*/ 2437441 w 2915191"/>
                <a:gd name="connsiteY250" fmla="*/ 174384 h 375235"/>
                <a:gd name="connsiteX251" fmla="*/ 2447200 w 2915191"/>
                <a:gd name="connsiteY251" fmla="*/ 169813 h 375235"/>
                <a:gd name="connsiteX252" fmla="*/ 2456944 w 2915191"/>
                <a:gd name="connsiteY252" fmla="*/ 182095 h 375235"/>
                <a:gd name="connsiteX253" fmla="*/ 2466703 w 2915191"/>
                <a:gd name="connsiteY253" fmla="*/ 189850 h 375235"/>
                <a:gd name="connsiteX254" fmla="*/ 2476446 w 2915191"/>
                <a:gd name="connsiteY254" fmla="*/ 197455 h 375235"/>
                <a:gd name="connsiteX255" fmla="*/ 2486190 w 2915191"/>
                <a:gd name="connsiteY255" fmla="*/ 165797 h 375235"/>
                <a:gd name="connsiteX256" fmla="*/ 2495949 w 2915191"/>
                <a:gd name="connsiteY256" fmla="*/ 195811 h 375235"/>
                <a:gd name="connsiteX257" fmla="*/ 2505693 w 2915191"/>
                <a:gd name="connsiteY257" fmla="*/ 220197 h 375235"/>
                <a:gd name="connsiteX258" fmla="*/ 2515452 w 2915191"/>
                <a:gd name="connsiteY258" fmla="*/ 174600 h 375235"/>
                <a:gd name="connsiteX259" fmla="*/ 2525196 w 2915191"/>
                <a:gd name="connsiteY259" fmla="*/ 165529 h 375235"/>
                <a:gd name="connsiteX260" fmla="*/ 2534940 w 2915191"/>
                <a:gd name="connsiteY260" fmla="*/ 175258 h 375235"/>
                <a:gd name="connsiteX261" fmla="*/ 2544699 w 2915191"/>
                <a:gd name="connsiteY261" fmla="*/ 205079 h 375235"/>
                <a:gd name="connsiteX262" fmla="*/ 2554443 w 2915191"/>
                <a:gd name="connsiteY262" fmla="*/ 175367 h 375235"/>
                <a:gd name="connsiteX263" fmla="*/ 2564202 w 2915191"/>
                <a:gd name="connsiteY263" fmla="*/ 183396 h 375235"/>
                <a:gd name="connsiteX264" fmla="*/ 2573946 w 2915191"/>
                <a:gd name="connsiteY264" fmla="*/ 187002 h 375235"/>
                <a:gd name="connsiteX265" fmla="*/ 2583690 w 2915191"/>
                <a:gd name="connsiteY265" fmla="*/ 186467 h 375235"/>
                <a:gd name="connsiteX266" fmla="*/ 2593448 w 2915191"/>
                <a:gd name="connsiteY266" fmla="*/ 167535 h 375235"/>
                <a:gd name="connsiteX267" fmla="*/ 2603192 w 2915191"/>
                <a:gd name="connsiteY267" fmla="*/ 137629 h 375235"/>
                <a:gd name="connsiteX268" fmla="*/ 2612951 w 2915191"/>
                <a:gd name="connsiteY268" fmla="*/ 106583 h 375235"/>
                <a:gd name="connsiteX269" fmla="*/ 2622695 w 2915191"/>
                <a:gd name="connsiteY269" fmla="*/ 126488 h 375235"/>
                <a:gd name="connsiteX270" fmla="*/ 2632439 w 2915191"/>
                <a:gd name="connsiteY270" fmla="*/ 124731 h 375235"/>
                <a:gd name="connsiteX271" fmla="*/ 2642198 w 2915191"/>
                <a:gd name="connsiteY271" fmla="*/ 132038 h 375235"/>
                <a:gd name="connsiteX272" fmla="*/ 2651942 w 2915191"/>
                <a:gd name="connsiteY272" fmla="*/ 109874 h 375235"/>
                <a:gd name="connsiteX273" fmla="*/ 2661685 w 2915191"/>
                <a:gd name="connsiteY273" fmla="*/ 122404 h 375235"/>
                <a:gd name="connsiteX274" fmla="*/ 2671444 w 2915191"/>
                <a:gd name="connsiteY274" fmla="*/ 151910 h 375235"/>
                <a:gd name="connsiteX275" fmla="*/ 2681188 w 2915191"/>
                <a:gd name="connsiteY275" fmla="*/ 127596 h 375235"/>
                <a:gd name="connsiteX276" fmla="*/ 2690947 w 2915191"/>
                <a:gd name="connsiteY276" fmla="*/ 110312 h 375235"/>
                <a:gd name="connsiteX277" fmla="*/ 2700691 w 2915191"/>
                <a:gd name="connsiteY277" fmla="*/ 133239 h 375235"/>
                <a:gd name="connsiteX278" fmla="*/ 2710435 w 2915191"/>
                <a:gd name="connsiteY278" fmla="*/ 106528 h 375235"/>
                <a:gd name="connsiteX279" fmla="*/ 2720194 w 2915191"/>
                <a:gd name="connsiteY279" fmla="*/ 80977 h 375235"/>
                <a:gd name="connsiteX280" fmla="*/ 2729938 w 2915191"/>
                <a:gd name="connsiteY280" fmla="*/ 77145 h 375235"/>
                <a:gd name="connsiteX281" fmla="*/ 2739697 w 2915191"/>
                <a:gd name="connsiteY281" fmla="*/ 138179 h 375235"/>
                <a:gd name="connsiteX282" fmla="*/ 2749441 w 2915191"/>
                <a:gd name="connsiteY282" fmla="*/ 172045 h 375235"/>
                <a:gd name="connsiteX283" fmla="*/ 2759185 w 2915191"/>
                <a:gd name="connsiteY283" fmla="*/ 194476 h 375235"/>
                <a:gd name="connsiteX284" fmla="*/ 2768943 w 2915191"/>
                <a:gd name="connsiteY284" fmla="*/ 215101 h 375235"/>
                <a:gd name="connsiteX285" fmla="*/ 2778687 w 2915191"/>
                <a:gd name="connsiteY285" fmla="*/ 236019 h 375235"/>
                <a:gd name="connsiteX286" fmla="*/ 2788446 w 2915191"/>
                <a:gd name="connsiteY286" fmla="*/ 215395 h 375235"/>
                <a:gd name="connsiteX287" fmla="*/ 2798190 w 2915191"/>
                <a:gd name="connsiteY287" fmla="*/ 220359 h 375235"/>
                <a:gd name="connsiteX288" fmla="*/ 2807934 w 2915191"/>
                <a:gd name="connsiteY288" fmla="*/ 189232 h 375235"/>
                <a:gd name="connsiteX289" fmla="*/ 2817693 w 2915191"/>
                <a:gd name="connsiteY289" fmla="*/ 186783 h 375235"/>
                <a:gd name="connsiteX290" fmla="*/ 2827437 w 2915191"/>
                <a:gd name="connsiteY290" fmla="*/ 192155 h 375235"/>
                <a:gd name="connsiteX291" fmla="*/ 2837196 w 2915191"/>
                <a:gd name="connsiteY291" fmla="*/ 201626 h 375235"/>
                <a:gd name="connsiteX292" fmla="*/ 2846940 w 2915191"/>
                <a:gd name="connsiteY292" fmla="*/ 190372 h 375235"/>
                <a:gd name="connsiteX293" fmla="*/ 2856684 w 2915191"/>
                <a:gd name="connsiteY293" fmla="*/ 145231 h 375235"/>
                <a:gd name="connsiteX294" fmla="*/ 2866442 w 2915191"/>
                <a:gd name="connsiteY294" fmla="*/ 126236 h 375235"/>
                <a:gd name="connsiteX295" fmla="*/ 2876186 w 2915191"/>
                <a:gd name="connsiteY295" fmla="*/ 122899 h 375235"/>
                <a:gd name="connsiteX296" fmla="*/ 2885945 w 2915191"/>
                <a:gd name="connsiteY296" fmla="*/ 107618 h 375235"/>
                <a:gd name="connsiteX297" fmla="*/ 2895689 w 2915191"/>
                <a:gd name="connsiteY297" fmla="*/ 126662 h 375235"/>
                <a:gd name="connsiteX298" fmla="*/ 2905433 w 2915191"/>
                <a:gd name="connsiteY298" fmla="*/ 115486 h 375235"/>
                <a:gd name="connsiteX299" fmla="*/ 2915192 w 2915191"/>
                <a:gd name="connsiteY299" fmla="*/ 117657 h 375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75235">
                  <a:moveTo>
                    <a:pt x="0" y="103844"/>
                  </a:moveTo>
                  <a:lnTo>
                    <a:pt x="9750" y="96511"/>
                  </a:lnTo>
                  <a:lnTo>
                    <a:pt x="19500" y="76389"/>
                  </a:lnTo>
                  <a:lnTo>
                    <a:pt x="29250" y="101550"/>
                  </a:lnTo>
                  <a:lnTo>
                    <a:pt x="39000" y="120010"/>
                  </a:lnTo>
                  <a:lnTo>
                    <a:pt x="48749" y="110710"/>
                  </a:lnTo>
                  <a:lnTo>
                    <a:pt x="58499" y="92091"/>
                  </a:lnTo>
                  <a:lnTo>
                    <a:pt x="68249" y="103865"/>
                  </a:lnTo>
                  <a:lnTo>
                    <a:pt x="77998" y="100230"/>
                  </a:lnTo>
                  <a:lnTo>
                    <a:pt x="87748" y="104853"/>
                  </a:lnTo>
                  <a:lnTo>
                    <a:pt x="97497" y="94734"/>
                  </a:lnTo>
                  <a:lnTo>
                    <a:pt x="107247" y="76721"/>
                  </a:lnTo>
                  <a:lnTo>
                    <a:pt x="116997" y="37535"/>
                  </a:lnTo>
                  <a:lnTo>
                    <a:pt x="126747" y="42960"/>
                  </a:lnTo>
                  <a:lnTo>
                    <a:pt x="136497" y="36398"/>
                  </a:lnTo>
                  <a:lnTo>
                    <a:pt x="146247" y="25261"/>
                  </a:lnTo>
                  <a:lnTo>
                    <a:pt x="155997" y="0"/>
                  </a:lnTo>
                  <a:lnTo>
                    <a:pt x="165747" y="10271"/>
                  </a:lnTo>
                  <a:lnTo>
                    <a:pt x="175497" y="57577"/>
                  </a:lnTo>
                  <a:lnTo>
                    <a:pt x="185247" y="40016"/>
                  </a:lnTo>
                  <a:lnTo>
                    <a:pt x="194996" y="53815"/>
                  </a:lnTo>
                  <a:lnTo>
                    <a:pt x="204746" y="62819"/>
                  </a:lnTo>
                  <a:lnTo>
                    <a:pt x="214495" y="112723"/>
                  </a:lnTo>
                  <a:lnTo>
                    <a:pt x="224245" y="76637"/>
                  </a:lnTo>
                  <a:lnTo>
                    <a:pt x="233995" y="47939"/>
                  </a:lnTo>
                  <a:lnTo>
                    <a:pt x="243744" y="37209"/>
                  </a:lnTo>
                  <a:lnTo>
                    <a:pt x="253494" y="19407"/>
                  </a:lnTo>
                  <a:lnTo>
                    <a:pt x="263244" y="42608"/>
                  </a:lnTo>
                  <a:lnTo>
                    <a:pt x="272994" y="44143"/>
                  </a:lnTo>
                  <a:lnTo>
                    <a:pt x="282744" y="59247"/>
                  </a:lnTo>
                  <a:lnTo>
                    <a:pt x="292494" y="51495"/>
                  </a:lnTo>
                  <a:lnTo>
                    <a:pt x="302244" y="100340"/>
                  </a:lnTo>
                  <a:lnTo>
                    <a:pt x="311994" y="76541"/>
                  </a:lnTo>
                  <a:lnTo>
                    <a:pt x="321744" y="93660"/>
                  </a:lnTo>
                  <a:lnTo>
                    <a:pt x="331493" y="135353"/>
                  </a:lnTo>
                  <a:lnTo>
                    <a:pt x="341243" y="133715"/>
                  </a:lnTo>
                  <a:lnTo>
                    <a:pt x="350993" y="141232"/>
                  </a:lnTo>
                  <a:lnTo>
                    <a:pt x="360742" y="149864"/>
                  </a:lnTo>
                  <a:lnTo>
                    <a:pt x="370492" y="148258"/>
                  </a:lnTo>
                  <a:lnTo>
                    <a:pt x="380241" y="162158"/>
                  </a:lnTo>
                  <a:lnTo>
                    <a:pt x="389991" y="165659"/>
                  </a:lnTo>
                  <a:lnTo>
                    <a:pt x="399741" y="157128"/>
                  </a:lnTo>
                  <a:lnTo>
                    <a:pt x="409491" y="156013"/>
                  </a:lnTo>
                  <a:lnTo>
                    <a:pt x="419241" y="143742"/>
                  </a:lnTo>
                  <a:lnTo>
                    <a:pt x="428991" y="163069"/>
                  </a:lnTo>
                  <a:lnTo>
                    <a:pt x="438741" y="176529"/>
                  </a:lnTo>
                  <a:lnTo>
                    <a:pt x="448491" y="184107"/>
                  </a:lnTo>
                  <a:lnTo>
                    <a:pt x="458241" y="227557"/>
                  </a:lnTo>
                  <a:lnTo>
                    <a:pt x="467991" y="236374"/>
                  </a:lnTo>
                  <a:lnTo>
                    <a:pt x="477740" y="264132"/>
                  </a:lnTo>
                  <a:lnTo>
                    <a:pt x="487490" y="256140"/>
                  </a:lnTo>
                  <a:lnTo>
                    <a:pt x="497239" y="269503"/>
                  </a:lnTo>
                  <a:lnTo>
                    <a:pt x="506989" y="282306"/>
                  </a:lnTo>
                  <a:lnTo>
                    <a:pt x="516738" y="245105"/>
                  </a:lnTo>
                  <a:lnTo>
                    <a:pt x="526488" y="255923"/>
                  </a:lnTo>
                  <a:lnTo>
                    <a:pt x="536238" y="248342"/>
                  </a:lnTo>
                  <a:lnTo>
                    <a:pt x="545988" y="230572"/>
                  </a:lnTo>
                  <a:lnTo>
                    <a:pt x="555738" y="234473"/>
                  </a:lnTo>
                  <a:lnTo>
                    <a:pt x="565488" y="240675"/>
                  </a:lnTo>
                  <a:lnTo>
                    <a:pt x="575238" y="235964"/>
                  </a:lnTo>
                  <a:lnTo>
                    <a:pt x="584988" y="237607"/>
                  </a:lnTo>
                  <a:lnTo>
                    <a:pt x="594738" y="243876"/>
                  </a:lnTo>
                  <a:lnTo>
                    <a:pt x="604488" y="240158"/>
                  </a:lnTo>
                  <a:lnTo>
                    <a:pt x="614237" y="215486"/>
                  </a:lnTo>
                  <a:lnTo>
                    <a:pt x="623987" y="204058"/>
                  </a:lnTo>
                  <a:lnTo>
                    <a:pt x="633736" y="196799"/>
                  </a:lnTo>
                  <a:lnTo>
                    <a:pt x="643486" y="206840"/>
                  </a:lnTo>
                  <a:lnTo>
                    <a:pt x="653236" y="212772"/>
                  </a:lnTo>
                  <a:lnTo>
                    <a:pt x="662985" y="221900"/>
                  </a:lnTo>
                  <a:lnTo>
                    <a:pt x="672735" y="209055"/>
                  </a:lnTo>
                  <a:lnTo>
                    <a:pt x="682485" y="232055"/>
                  </a:lnTo>
                  <a:lnTo>
                    <a:pt x="692235" y="256826"/>
                  </a:lnTo>
                  <a:lnTo>
                    <a:pt x="701985" y="265570"/>
                  </a:lnTo>
                  <a:lnTo>
                    <a:pt x="711735" y="247308"/>
                  </a:lnTo>
                  <a:lnTo>
                    <a:pt x="721485" y="257575"/>
                  </a:lnTo>
                  <a:lnTo>
                    <a:pt x="731235" y="271667"/>
                  </a:lnTo>
                  <a:lnTo>
                    <a:pt x="740985" y="263673"/>
                  </a:lnTo>
                  <a:lnTo>
                    <a:pt x="750734" y="260799"/>
                  </a:lnTo>
                  <a:lnTo>
                    <a:pt x="760484" y="257793"/>
                  </a:lnTo>
                  <a:lnTo>
                    <a:pt x="770233" y="262770"/>
                  </a:lnTo>
                  <a:lnTo>
                    <a:pt x="779983" y="236055"/>
                  </a:lnTo>
                  <a:lnTo>
                    <a:pt x="789733" y="251952"/>
                  </a:lnTo>
                  <a:lnTo>
                    <a:pt x="799482" y="252338"/>
                  </a:lnTo>
                  <a:lnTo>
                    <a:pt x="809232" y="251902"/>
                  </a:lnTo>
                  <a:lnTo>
                    <a:pt x="818982" y="261814"/>
                  </a:lnTo>
                  <a:lnTo>
                    <a:pt x="828732" y="297764"/>
                  </a:lnTo>
                  <a:lnTo>
                    <a:pt x="838482" y="253253"/>
                  </a:lnTo>
                  <a:lnTo>
                    <a:pt x="848232" y="292004"/>
                  </a:lnTo>
                  <a:lnTo>
                    <a:pt x="857982" y="320918"/>
                  </a:lnTo>
                  <a:lnTo>
                    <a:pt x="867732" y="301718"/>
                  </a:lnTo>
                  <a:lnTo>
                    <a:pt x="877482" y="304543"/>
                  </a:lnTo>
                  <a:lnTo>
                    <a:pt x="887231" y="306652"/>
                  </a:lnTo>
                  <a:lnTo>
                    <a:pt x="896981" y="295867"/>
                  </a:lnTo>
                  <a:lnTo>
                    <a:pt x="906730" y="253384"/>
                  </a:lnTo>
                  <a:lnTo>
                    <a:pt x="916480" y="267364"/>
                  </a:lnTo>
                  <a:lnTo>
                    <a:pt x="926230" y="277303"/>
                  </a:lnTo>
                  <a:lnTo>
                    <a:pt x="935979" y="251611"/>
                  </a:lnTo>
                  <a:lnTo>
                    <a:pt x="945729" y="222622"/>
                  </a:lnTo>
                  <a:lnTo>
                    <a:pt x="955479" y="222305"/>
                  </a:lnTo>
                  <a:lnTo>
                    <a:pt x="965229" y="223217"/>
                  </a:lnTo>
                  <a:lnTo>
                    <a:pt x="974979" y="198401"/>
                  </a:lnTo>
                  <a:lnTo>
                    <a:pt x="984729" y="199190"/>
                  </a:lnTo>
                  <a:lnTo>
                    <a:pt x="994474" y="210712"/>
                  </a:lnTo>
                  <a:lnTo>
                    <a:pt x="1004233" y="194789"/>
                  </a:lnTo>
                  <a:lnTo>
                    <a:pt x="1013977" y="169941"/>
                  </a:lnTo>
                  <a:lnTo>
                    <a:pt x="1023721" y="210365"/>
                  </a:lnTo>
                  <a:lnTo>
                    <a:pt x="1033480" y="241469"/>
                  </a:lnTo>
                  <a:lnTo>
                    <a:pt x="1043224" y="218188"/>
                  </a:lnTo>
                  <a:lnTo>
                    <a:pt x="1052983" y="241307"/>
                  </a:lnTo>
                  <a:lnTo>
                    <a:pt x="1062727" y="262160"/>
                  </a:lnTo>
                  <a:lnTo>
                    <a:pt x="1072471" y="303111"/>
                  </a:lnTo>
                  <a:lnTo>
                    <a:pt x="1082230" y="304270"/>
                  </a:lnTo>
                  <a:lnTo>
                    <a:pt x="1091973" y="262244"/>
                  </a:lnTo>
                  <a:lnTo>
                    <a:pt x="1101732" y="231188"/>
                  </a:lnTo>
                  <a:lnTo>
                    <a:pt x="1111476" y="231710"/>
                  </a:lnTo>
                  <a:lnTo>
                    <a:pt x="1121220" y="256867"/>
                  </a:lnTo>
                  <a:lnTo>
                    <a:pt x="1130979" y="304410"/>
                  </a:lnTo>
                  <a:lnTo>
                    <a:pt x="1140723" y="315684"/>
                  </a:lnTo>
                  <a:lnTo>
                    <a:pt x="1150482" y="353368"/>
                  </a:lnTo>
                  <a:lnTo>
                    <a:pt x="1160226" y="375235"/>
                  </a:lnTo>
                  <a:lnTo>
                    <a:pt x="1169969" y="330966"/>
                  </a:lnTo>
                  <a:lnTo>
                    <a:pt x="1179728" y="347949"/>
                  </a:lnTo>
                  <a:lnTo>
                    <a:pt x="1189472" y="344378"/>
                  </a:lnTo>
                  <a:lnTo>
                    <a:pt x="1199231" y="341011"/>
                  </a:lnTo>
                  <a:lnTo>
                    <a:pt x="1208975" y="349892"/>
                  </a:lnTo>
                  <a:lnTo>
                    <a:pt x="1218719" y="363820"/>
                  </a:lnTo>
                  <a:lnTo>
                    <a:pt x="1228478" y="369912"/>
                  </a:lnTo>
                  <a:lnTo>
                    <a:pt x="1238222" y="354576"/>
                  </a:lnTo>
                  <a:lnTo>
                    <a:pt x="1247966" y="370514"/>
                  </a:lnTo>
                  <a:lnTo>
                    <a:pt x="1257725" y="341660"/>
                  </a:lnTo>
                  <a:lnTo>
                    <a:pt x="1267469" y="326417"/>
                  </a:lnTo>
                  <a:lnTo>
                    <a:pt x="1277227" y="299654"/>
                  </a:lnTo>
                  <a:lnTo>
                    <a:pt x="1286971" y="302217"/>
                  </a:lnTo>
                  <a:lnTo>
                    <a:pt x="1296715" y="296174"/>
                  </a:lnTo>
                  <a:lnTo>
                    <a:pt x="1306474" y="295200"/>
                  </a:lnTo>
                  <a:lnTo>
                    <a:pt x="1316218" y="275567"/>
                  </a:lnTo>
                  <a:lnTo>
                    <a:pt x="1325977" y="239307"/>
                  </a:lnTo>
                  <a:lnTo>
                    <a:pt x="1335721" y="264910"/>
                  </a:lnTo>
                  <a:lnTo>
                    <a:pt x="1345465" y="262060"/>
                  </a:lnTo>
                  <a:lnTo>
                    <a:pt x="1355224" y="252618"/>
                  </a:lnTo>
                  <a:lnTo>
                    <a:pt x="1364967" y="245559"/>
                  </a:lnTo>
                  <a:lnTo>
                    <a:pt x="1374726" y="283319"/>
                  </a:lnTo>
                  <a:lnTo>
                    <a:pt x="1384470" y="315514"/>
                  </a:lnTo>
                  <a:lnTo>
                    <a:pt x="1394214" y="296460"/>
                  </a:lnTo>
                  <a:lnTo>
                    <a:pt x="1403973" y="276826"/>
                  </a:lnTo>
                  <a:lnTo>
                    <a:pt x="1413717" y="268804"/>
                  </a:lnTo>
                  <a:lnTo>
                    <a:pt x="1423476" y="258412"/>
                  </a:lnTo>
                  <a:lnTo>
                    <a:pt x="1433220" y="232874"/>
                  </a:lnTo>
                  <a:lnTo>
                    <a:pt x="1442964" y="219504"/>
                  </a:lnTo>
                  <a:lnTo>
                    <a:pt x="1452722" y="188989"/>
                  </a:lnTo>
                  <a:lnTo>
                    <a:pt x="1462466" y="158230"/>
                  </a:lnTo>
                  <a:lnTo>
                    <a:pt x="1472225" y="133109"/>
                  </a:lnTo>
                  <a:lnTo>
                    <a:pt x="1481969" y="136674"/>
                  </a:lnTo>
                  <a:lnTo>
                    <a:pt x="1491713" y="127060"/>
                  </a:lnTo>
                  <a:lnTo>
                    <a:pt x="1501472" y="122632"/>
                  </a:lnTo>
                  <a:lnTo>
                    <a:pt x="1511216" y="97448"/>
                  </a:lnTo>
                  <a:lnTo>
                    <a:pt x="1520960" y="108941"/>
                  </a:lnTo>
                  <a:lnTo>
                    <a:pt x="1530719" y="113533"/>
                  </a:lnTo>
                  <a:lnTo>
                    <a:pt x="1540463" y="147120"/>
                  </a:lnTo>
                  <a:lnTo>
                    <a:pt x="1550221" y="140505"/>
                  </a:lnTo>
                  <a:lnTo>
                    <a:pt x="1559965" y="125628"/>
                  </a:lnTo>
                  <a:lnTo>
                    <a:pt x="1569709" y="131431"/>
                  </a:lnTo>
                  <a:lnTo>
                    <a:pt x="1579468" y="117146"/>
                  </a:lnTo>
                  <a:lnTo>
                    <a:pt x="1589212" y="130651"/>
                  </a:lnTo>
                  <a:lnTo>
                    <a:pt x="1598971" y="120695"/>
                  </a:lnTo>
                  <a:lnTo>
                    <a:pt x="1608715" y="117294"/>
                  </a:lnTo>
                  <a:lnTo>
                    <a:pt x="1618459" y="127121"/>
                  </a:lnTo>
                  <a:lnTo>
                    <a:pt x="1628218" y="104822"/>
                  </a:lnTo>
                  <a:lnTo>
                    <a:pt x="1637962" y="97097"/>
                  </a:lnTo>
                  <a:lnTo>
                    <a:pt x="1647720" y="116215"/>
                  </a:lnTo>
                  <a:lnTo>
                    <a:pt x="1657464" y="91322"/>
                  </a:lnTo>
                  <a:lnTo>
                    <a:pt x="1667208" y="76168"/>
                  </a:lnTo>
                  <a:lnTo>
                    <a:pt x="1676967" y="78842"/>
                  </a:lnTo>
                  <a:lnTo>
                    <a:pt x="1686711" y="85391"/>
                  </a:lnTo>
                  <a:lnTo>
                    <a:pt x="1696470" y="109227"/>
                  </a:lnTo>
                  <a:lnTo>
                    <a:pt x="1706214" y="153850"/>
                  </a:lnTo>
                  <a:lnTo>
                    <a:pt x="1715958" y="193827"/>
                  </a:lnTo>
                  <a:lnTo>
                    <a:pt x="1725716" y="201924"/>
                  </a:lnTo>
                  <a:lnTo>
                    <a:pt x="1735460" y="168202"/>
                  </a:lnTo>
                  <a:lnTo>
                    <a:pt x="1745219" y="163326"/>
                  </a:lnTo>
                  <a:lnTo>
                    <a:pt x="1754963" y="241021"/>
                  </a:lnTo>
                  <a:lnTo>
                    <a:pt x="1764707" y="222661"/>
                  </a:lnTo>
                  <a:lnTo>
                    <a:pt x="1774466" y="227981"/>
                  </a:lnTo>
                  <a:lnTo>
                    <a:pt x="1784210" y="208355"/>
                  </a:lnTo>
                  <a:lnTo>
                    <a:pt x="1793969" y="200296"/>
                  </a:lnTo>
                  <a:lnTo>
                    <a:pt x="1803713" y="218787"/>
                  </a:lnTo>
                  <a:lnTo>
                    <a:pt x="1813457" y="213173"/>
                  </a:lnTo>
                  <a:lnTo>
                    <a:pt x="1823215" y="184679"/>
                  </a:lnTo>
                  <a:lnTo>
                    <a:pt x="1832959" y="166267"/>
                  </a:lnTo>
                  <a:lnTo>
                    <a:pt x="1842703" y="208692"/>
                  </a:lnTo>
                  <a:lnTo>
                    <a:pt x="1852462" y="200303"/>
                  </a:lnTo>
                  <a:lnTo>
                    <a:pt x="1862206" y="222661"/>
                  </a:lnTo>
                  <a:lnTo>
                    <a:pt x="1871965" y="199192"/>
                  </a:lnTo>
                  <a:lnTo>
                    <a:pt x="1881709" y="192747"/>
                  </a:lnTo>
                  <a:lnTo>
                    <a:pt x="1891453" y="203043"/>
                  </a:lnTo>
                  <a:lnTo>
                    <a:pt x="1901212" y="214010"/>
                  </a:lnTo>
                  <a:lnTo>
                    <a:pt x="1910956" y="223191"/>
                  </a:lnTo>
                  <a:lnTo>
                    <a:pt x="1920714" y="207465"/>
                  </a:lnTo>
                  <a:lnTo>
                    <a:pt x="1930458" y="199366"/>
                  </a:lnTo>
                  <a:lnTo>
                    <a:pt x="1940202" y="232382"/>
                  </a:lnTo>
                  <a:lnTo>
                    <a:pt x="1949961" y="241802"/>
                  </a:lnTo>
                  <a:lnTo>
                    <a:pt x="1959705" y="267581"/>
                  </a:lnTo>
                  <a:lnTo>
                    <a:pt x="1969464" y="258426"/>
                  </a:lnTo>
                  <a:lnTo>
                    <a:pt x="1979208" y="260169"/>
                  </a:lnTo>
                  <a:lnTo>
                    <a:pt x="1988952" y="243586"/>
                  </a:lnTo>
                  <a:lnTo>
                    <a:pt x="1998711" y="227327"/>
                  </a:lnTo>
                  <a:lnTo>
                    <a:pt x="2008454" y="227600"/>
                  </a:lnTo>
                  <a:lnTo>
                    <a:pt x="2018213" y="209636"/>
                  </a:lnTo>
                  <a:lnTo>
                    <a:pt x="2027957" y="194618"/>
                  </a:lnTo>
                  <a:lnTo>
                    <a:pt x="2037701" y="187069"/>
                  </a:lnTo>
                  <a:lnTo>
                    <a:pt x="2047460" y="198377"/>
                  </a:lnTo>
                  <a:lnTo>
                    <a:pt x="2057204" y="196217"/>
                  </a:lnTo>
                  <a:lnTo>
                    <a:pt x="2066963" y="200284"/>
                  </a:lnTo>
                  <a:lnTo>
                    <a:pt x="2076707" y="207664"/>
                  </a:lnTo>
                  <a:lnTo>
                    <a:pt x="2086451" y="211102"/>
                  </a:lnTo>
                  <a:lnTo>
                    <a:pt x="2096210" y="179054"/>
                  </a:lnTo>
                  <a:lnTo>
                    <a:pt x="2105954" y="208829"/>
                  </a:lnTo>
                  <a:lnTo>
                    <a:pt x="2115697" y="182957"/>
                  </a:lnTo>
                  <a:lnTo>
                    <a:pt x="2125456" y="168746"/>
                  </a:lnTo>
                  <a:lnTo>
                    <a:pt x="2135200" y="150079"/>
                  </a:lnTo>
                  <a:lnTo>
                    <a:pt x="2144959" y="132455"/>
                  </a:lnTo>
                  <a:lnTo>
                    <a:pt x="2154703" y="142686"/>
                  </a:lnTo>
                  <a:lnTo>
                    <a:pt x="2164447" y="148530"/>
                  </a:lnTo>
                  <a:lnTo>
                    <a:pt x="2174206" y="176720"/>
                  </a:lnTo>
                  <a:lnTo>
                    <a:pt x="2183950" y="162832"/>
                  </a:lnTo>
                  <a:lnTo>
                    <a:pt x="2193709" y="172852"/>
                  </a:lnTo>
                  <a:lnTo>
                    <a:pt x="2203452" y="160787"/>
                  </a:lnTo>
                  <a:lnTo>
                    <a:pt x="2213196" y="154356"/>
                  </a:lnTo>
                  <a:lnTo>
                    <a:pt x="2222955" y="166632"/>
                  </a:lnTo>
                  <a:lnTo>
                    <a:pt x="2232699" y="215652"/>
                  </a:lnTo>
                  <a:lnTo>
                    <a:pt x="2242458" y="210521"/>
                  </a:lnTo>
                  <a:lnTo>
                    <a:pt x="2252202" y="247989"/>
                  </a:lnTo>
                  <a:lnTo>
                    <a:pt x="2261946" y="234947"/>
                  </a:lnTo>
                  <a:lnTo>
                    <a:pt x="2271705" y="230754"/>
                  </a:lnTo>
                  <a:lnTo>
                    <a:pt x="2281449" y="246621"/>
                  </a:lnTo>
                  <a:lnTo>
                    <a:pt x="2291208" y="184870"/>
                  </a:lnTo>
                  <a:lnTo>
                    <a:pt x="2300951" y="187268"/>
                  </a:lnTo>
                  <a:lnTo>
                    <a:pt x="2310695" y="181735"/>
                  </a:lnTo>
                  <a:lnTo>
                    <a:pt x="2320454" y="131664"/>
                  </a:lnTo>
                  <a:lnTo>
                    <a:pt x="2330198" y="138249"/>
                  </a:lnTo>
                  <a:lnTo>
                    <a:pt x="2339957" y="120968"/>
                  </a:lnTo>
                  <a:lnTo>
                    <a:pt x="2349701" y="161214"/>
                  </a:lnTo>
                  <a:lnTo>
                    <a:pt x="2359445" y="181620"/>
                  </a:lnTo>
                  <a:lnTo>
                    <a:pt x="2369204" y="195373"/>
                  </a:lnTo>
                  <a:lnTo>
                    <a:pt x="2378948" y="209693"/>
                  </a:lnTo>
                  <a:lnTo>
                    <a:pt x="2388692" y="218407"/>
                  </a:lnTo>
                  <a:lnTo>
                    <a:pt x="2398450" y="243966"/>
                  </a:lnTo>
                  <a:lnTo>
                    <a:pt x="2408194" y="220524"/>
                  </a:lnTo>
                  <a:lnTo>
                    <a:pt x="2417953" y="195503"/>
                  </a:lnTo>
                  <a:lnTo>
                    <a:pt x="2427697" y="201384"/>
                  </a:lnTo>
                  <a:lnTo>
                    <a:pt x="2437441" y="174384"/>
                  </a:lnTo>
                  <a:lnTo>
                    <a:pt x="2447200" y="169813"/>
                  </a:lnTo>
                  <a:lnTo>
                    <a:pt x="2456944" y="182095"/>
                  </a:lnTo>
                  <a:lnTo>
                    <a:pt x="2466703" y="189850"/>
                  </a:lnTo>
                  <a:lnTo>
                    <a:pt x="2476446" y="197455"/>
                  </a:lnTo>
                  <a:lnTo>
                    <a:pt x="2486190" y="165797"/>
                  </a:lnTo>
                  <a:lnTo>
                    <a:pt x="2495949" y="195811"/>
                  </a:lnTo>
                  <a:lnTo>
                    <a:pt x="2505693" y="220197"/>
                  </a:lnTo>
                  <a:lnTo>
                    <a:pt x="2515452" y="174600"/>
                  </a:lnTo>
                  <a:lnTo>
                    <a:pt x="2525196" y="165529"/>
                  </a:lnTo>
                  <a:lnTo>
                    <a:pt x="2534940" y="175258"/>
                  </a:lnTo>
                  <a:lnTo>
                    <a:pt x="2544699" y="205079"/>
                  </a:lnTo>
                  <a:lnTo>
                    <a:pt x="2554443" y="175367"/>
                  </a:lnTo>
                  <a:lnTo>
                    <a:pt x="2564202" y="183396"/>
                  </a:lnTo>
                  <a:lnTo>
                    <a:pt x="2573946" y="187002"/>
                  </a:lnTo>
                  <a:lnTo>
                    <a:pt x="2583690" y="186467"/>
                  </a:lnTo>
                  <a:lnTo>
                    <a:pt x="2593448" y="167535"/>
                  </a:lnTo>
                  <a:lnTo>
                    <a:pt x="2603192" y="137629"/>
                  </a:lnTo>
                  <a:lnTo>
                    <a:pt x="2612951" y="106583"/>
                  </a:lnTo>
                  <a:lnTo>
                    <a:pt x="2622695" y="126488"/>
                  </a:lnTo>
                  <a:lnTo>
                    <a:pt x="2632439" y="124731"/>
                  </a:lnTo>
                  <a:lnTo>
                    <a:pt x="2642198" y="132038"/>
                  </a:lnTo>
                  <a:lnTo>
                    <a:pt x="2651942" y="109874"/>
                  </a:lnTo>
                  <a:lnTo>
                    <a:pt x="2661685" y="122404"/>
                  </a:lnTo>
                  <a:lnTo>
                    <a:pt x="2671444" y="151910"/>
                  </a:lnTo>
                  <a:lnTo>
                    <a:pt x="2681188" y="127596"/>
                  </a:lnTo>
                  <a:lnTo>
                    <a:pt x="2690947" y="110312"/>
                  </a:lnTo>
                  <a:lnTo>
                    <a:pt x="2700691" y="133239"/>
                  </a:lnTo>
                  <a:lnTo>
                    <a:pt x="2710435" y="106528"/>
                  </a:lnTo>
                  <a:lnTo>
                    <a:pt x="2720194" y="80977"/>
                  </a:lnTo>
                  <a:lnTo>
                    <a:pt x="2729938" y="77145"/>
                  </a:lnTo>
                  <a:lnTo>
                    <a:pt x="2739697" y="138179"/>
                  </a:lnTo>
                  <a:lnTo>
                    <a:pt x="2749441" y="172045"/>
                  </a:lnTo>
                  <a:lnTo>
                    <a:pt x="2759185" y="194476"/>
                  </a:lnTo>
                  <a:lnTo>
                    <a:pt x="2768943" y="215101"/>
                  </a:lnTo>
                  <a:lnTo>
                    <a:pt x="2778687" y="236019"/>
                  </a:lnTo>
                  <a:lnTo>
                    <a:pt x="2788446" y="215395"/>
                  </a:lnTo>
                  <a:lnTo>
                    <a:pt x="2798190" y="220359"/>
                  </a:lnTo>
                  <a:lnTo>
                    <a:pt x="2807934" y="189232"/>
                  </a:lnTo>
                  <a:lnTo>
                    <a:pt x="2817693" y="186783"/>
                  </a:lnTo>
                  <a:lnTo>
                    <a:pt x="2827437" y="192155"/>
                  </a:lnTo>
                  <a:lnTo>
                    <a:pt x="2837196" y="201626"/>
                  </a:lnTo>
                  <a:lnTo>
                    <a:pt x="2846940" y="190372"/>
                  </a:lnTo>
                  <a:lnTo>
                    <a:pt x="2856684" y="145231"/>
                  </a:lnTo>
                  <a:lnTo>
                    <a:pt x="2866442" y="126236"/>
                  </a:lnTo>
                  <a:lnTo>
                    <a:pt x="2876186" y="122899"/>
                  </a:lnTo>
                  <a:lnTo>
                    <a:pt x="2885945" y="107618"/>
                  </a:lnTo>
                  <a:lnTo>
                    <a:pt x="2895689" y="126662"/>
                  </a:lnTo>
                  <a:lnTo>
                    <a:pt x="2905433" y="115486"/>
                  </a:lnTo>
                  <a:lnTo>
                    <a:pt x="2915192" y="11765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5" name="Freeform 1194">
              <a:extLst>
                <a:ext uri="{FF2B5EF4-FFF2-40B4-BE49-F238E27FC236}">
                  <a16:creationId xmlns:a16="http://schemas.microsoft.com/office/drawing/2014/main" id="{891442BF-A4FE-1AD2-4E92-3FD3E642723F}"/>
                </a:ext>
              </a:extLst>
            </p:cNvPr>
            <p:cNvSpPr/>
            <p:nvPr/>
          </p:nvSpPr>
          <p:spPr>
            <a:xfrm>
              <a:off x="4426652" y="3700929"/>
              <a:ext cx="2915191" cy="299810"/>
            </a:xfrm>
            <a:custGeom>
              <a:avLst/>
              <a:gdLst>
                <a:gd name="connsiteX0" fmla="*/ 0 w 2915191"/>
                <a:gd name="connsiteY0" fmla="*/ 13582 h 299810"/>
                <a:gd name="connsiteX1" fmla="*/ 9750 w 2915191"/>
                <a:gd name="connsiteY1" fmla="*/ 0 h 299810"/>
                <a:gd name="connsiteX2" fmla="*/ 19500 w 2915191"/>
                <a:gd name="connsiteY2" fmla="*/ 27206 h 299810"/>
                <a:gd name="connsiteX3" fmla="*/ 29250 w 2915191"/>
                <a:gd name="connsiteY3" fmla="*/ 5305 h 299810"/>
                <a:gd name="connsiteX4" fmla="*/ 39000 w 2915191"/>
                <a:gd name="connsiteY4" fmla="*/ 34014 h 299810"/>
                <a:gd name="connsiteX5" fmla="*/ 48749 w 2915191"/>
                <a:gd name="connsiteY5" fmla="*/ 13086 h 299810"/>
                <a:gd name="connsiteX6" fmla="*/ 58499 w 2915191"/>
                <a:gd name="connsiteY6" fmla="*/ 28287 h 299810"/>
                <a:gd name="connsiteX7" fmla="*/ 68249 w 2915191"/>
                <a:gd name="connsiteY7" fmla="*/ 29136 h 299810"/>
                <a:gd name="connsiteX8" fmla="*/ 77998 w 2915191"/>
                <a:gd name="connsiteY8" fmla="*/ 31206 h 299810"/>
                <a:gd name="connsiteX9" fmla="*/ 87748 w 2915191"/>
                <a:gd name="connsiteY9" fmla="*/ 17925 h 299810"/>
                <a:gd name="connsiteX10" fmla="*/ 97497 w 2915191"/>
                <a:gd name="connsiteY10" fmla="*/ 32831 h 299810"/>
                <a:gd name="connsiteX11" fmla="*/ 107247 w 2915191"/>
                <a:gd name="connsiteY11" fmla="*/ 55941 h 299810"/>
                <a:gd name="connsiteX12" fmla="*/ 116997 w 2915191"/>
                <a:gd name="connsiteY12" fmla="*/ 88321 h 299810"/>
                <a:gd name="connsiteX13" fmla="*/ 126747 w 2915191"/>
                <a:gd name="connsiteY13" fmla="*/ 86632 h 299810"/>
                <a:gd name="connsiteX14" fmla="*/ 136497 w 2915191"/>
                <a:gd name="connsiteY14" fmla="*/ 122462 h 299810"/>
                <a:gd name="connsiteX15" fmla="*/ 146247 w 2915191"/>
                <a:gd name="connsiteY15" fmla="*/ 81505 h 299810"/>
                <a:gd name="connsiteX16" fmla="*/ 155997 w 2915191"/>
                <a:gd name="connsiteY16" fmla="*/ 87552 h 299810"/>
                <a:gd name="connsiteX17" fmla="*/ 165747 w 2915191"/>
                <a:gd name="connsiteY17" fmla="*/ 71461 h 299810"/>
                <a:gd name="connsiteX18" fmla="*/ 175497 w 2915191"/>
                <a:gd name="connsiteY18" fmla="*/ 121500 h 299810"/>
                <a:gd name="connsiteX19" fmla="*/ 185247 w 2915191"/>
                <a:gd name="connsiteY19" fmla="*/ 120843 h 299810"/>
                <a:gd name="connsiteX20" fmla="*/ 194996 w 2915191"/>
                <a:gd name="connsiteY20" fmla="*/ 128919 h 299810"/>
                <a:gd name="connsiteX21" fmla="*/ 204746 w 2915191"/>
                <a:gd name="connsiteY21" fmla="*/ 104652 h 299810"/>
                <a:gd name="connsiteX22" fmla="*/ 214495 w 2915191"/>
                <a:gd name="connsiteY22" fmla="*/ 90005 h 299810"/>
                <a:gd name="connsiteX23" fmla="*/ 224245 w 2915191"/>
                <a:gd name="connsiteY23" fmla="*/ 116979 h 299810"/>
                <a:gd name="connsiteX24" fmla="*/ 233995 w 2915191"/>
                <a:gd name="connsiteY24" fmla="*/ 120516 h 299810"/>
                <a:gd name="connsiteX25" fmla="*/ 243744 w 2915191"/>
                <a:gd name="connsiteY25" fmla="*/ 121434 h 299810"/>
                <a:gd name="connsiteX26" fmla="*/ 253494 w 2915191"/>
                <a:gd name="connsiteY26" fmla="*/ 153236 h 299810"/>
                <a:gd name="connsiteX27" fmla="*/ 263244 w 2915191"/>
                <a:gd name="connsiteY27" fmla="*/ 155983 h 299810"/>
                <a:gd name="connsiteX28" fmla="*/ 272994 w 2915191"/>
                <a:gd name="connsiteY28" fmla="*/ 157120 h 299810"/>
                <a:gd name="connsiteX29" fmla="*/ 282744 w 2915191"/>
                <a:gd name="connsiteY29" fmla="*/ 163016 h 299810"/>
                <a:gd name="connsiteX30" fmla="*/ 292494 w 2915191"/>
                <a:gd name="connsiteY30" fmla="*/ 191278 h 299810"/>
                <a:gd name="connsiteX31" fmla="*/ 302244 w 2915191"/>
                <a:gd name="connsiteY31" fmla="*/ 212823 h 299810"/>
                <a:gd name="connsiteX32" fmla="*/ 311994 w 2915191"/>
                <a:gd name="connsiteY32" fmla="*/ 213845 h 299810"/>
                <a:gd name="connsiteX33" fmla="*/ 321744 w 2915191"/>
                <a:gd name="connsiteY33" fmla="*/ 223957 h 299810"/>
                <a:gd name="connsiteX34" fmla="*/ 331493 w 2915191"/>
                <a:gd name="connsiteY34" fmla="*/ 197861 h 299810"/>
                <a:gd name="connsiteX35" fmla="*/ 341243 w 2915191"/>
                <a:gd name="connsiteY35" fmla="*/ 188687 h 299810"/>
                <a:gd name="connsiteX36" fmla="*/ 350993 w 2915191"/>
                <a:gd name="connsiteY36" fmla="*/ 201108 h 299810"/>
                <a:gd name="connsiteX37" fmla="*/ 360742 w 2915191"/>
                <a:gd name="connsiteY37" fmla="*/ 213464 h 299810"/>
                <a:gd name="connsiteX38" fmla="*/ 370492 w 2915191"/>
                <a:gd name="connsiteY38" fmla="*/ 194234 h 299810"/>
                <a:gd name="connsiteX39" fmla="*/ 380241 w 2915191"/>
                <a:gd name="connsiteY39" fmla="*/ 176230 h 299810"/>
                <a:gd name="connsiteX40" fmla="*/ 389991 w 2915191"/>
                <a:gd name="connsiteY40" fmla="*/ 185862 h 299810"/>
                <a:gd name="connsiteX41" fmla="*/ 399741 w 2915191"/>
                <a:gd name="connsiteY41" fmla="*/ 177764 h 299810"/>
                <a:gd name="connsiteX42" fmla="*/ 409491 w 2915191"/>
                <a:gd name="connsiteY42" fmla="*/ 220480 h 299810"/>
                <a:gd name="connsiteX43" fmla="*/ 419241 w 2915191"/>
                <a:gd name="connsiteY43" fmla="*/ 186336 h 299810"/>
                <a:gd name="connsiteX44" fmla="*/ 428991 w 2915191"/>
                <a:gd name="connsiteY44" fmla="*/ 197032 h 299810"/>
                <a:gd name="connsiteX45" fmla="*/ 438741 w 2915191"/>
                <a:gd name="connsiteY45" fmla="*/ 205409 h 299810"/>
                <a:gd name="connsiteX46" fmla="*/ 448491 w 2915191"/>
                <a:gd name="connsiteY46" fmla="*/ 210384 h 299810"/>
                <a:gd name="connsiteX47" fmla="*/ 458241 w 2915191"/>
                <a:gd name="connsiteY47" fmla="*/ 236048 h 299810"/>
                <a:gd name="connsiteX48" fmla="*/ 467991 w 2915191"/>
                <a:gd name="connsiteY48" fmla="*/ 271364 h 299810"/>
                <a:gd name="connsiteX49" fmla="*/ 477740 w 2915191"/>
                <a:gd name="connsiteY49" fmla="*/ 246496 h 299810"/>
                <a:gd name="connsiteX50" fmla="*/ 487490 w 2915191"/>
                <a:gd name="connsiteY50" fmla="*/ 245870 h 299810"/>
                <a:gd name="connsiteX51" fmla="*/ 497239 w 2915191"/>
                <a:gd name="connsiteY51" fmla="*/ 222723 h 299810"/>
                <a:gd name="connsiteX52" fmla="*/ 506989 w 2915191"/>
                <a:gd name="connsiteY52" fmla="*/ 225560 h 299810"/>
                <a:gd name="connsiteX53" fmla="*/ 516738 w 2915191"/>
                <a:gd name="connsiteY53" fmla="*/ 242015 h 299810"/>
                <a:gd name="connsiteX54" fmla="*/ 526488 w 2915191"/>
                <a:gd name="connsiteY54" fmla="*/ 273705 h 299810"/>
                <a:gd name="connsiteX55" fmla="*/ 536238 w 2915191"/>
                <a:gd name="connsiteY55" fmla="*/ 271392 h 299810"/>
                <a:gd name="connsiteX56" fmla="*/ 545988 w 2915191"/>
                <a:gd name="connsiteY56" fmla="*/ 270195 h 299810"/>
                <a:gd name="connsiteX57" fmla="*/ 555738 w 2915191"/>
                <a:gd name="connsiteY57" fmla="*/ 253555 h 299810"/>
                <a:gd name="connsiteX58" fmla="*/ 565488 w 2915191"/>
                <a:gd name="connsiteY58" fmla="*/ 260413 h 299810"/>
                <a:gd name="connsiteX59" fmla="*/ 575238 w 2915191"/>
                <a:gd name="connsiteY59" fmla="*/ 270174 h 299810"/>
                <a:gd name="connsiteX60" fmla="*/ 584988 w 2915191"/>
                <a:gd name="connsiteY60" fmla="*/ 260056 h 299810"/>
                <a:gd name="connsiteX61" fmla="*/ 594738 w 2915191"/>
                <a:gd name="connsiteY61" fmla="*/ 245833 h 299810"/>
                <a:gd name="connsiteX62" fmla="*/ 604488 w 2915191"/>
                <a:gd name="connsiteY62" fmla="*/ 239464 h 299810"/>
                <a:gd name="connsiteX63" fmla="*/ 614237 w 2915191"/>
                <a:gd name="connsiteY63" fmla="*/ 241793 h 299810"/>
                <a:gd name="connsiteX64" fmla="*/ 623987 w 2915191"/>
                <a:gd name="connsiteY64" fmla="*/ 227934 h 299810"/>
                <a:gd name="connsiteX65" fmla="*/ 633736 w 2915191"/>
                <a:gd name="connsiteY65" fmla="*/ 239552 h 299810"/>
                <a:gd name="connsiteX66" fmla="*/ 643486 w 2915191"/>
                <a:gd name="connsiteY66" fmla="*/ 245167 h 299810"/>
                <a:gd name="connsiteX67" fmla="*/ 653236 w 2915191"/>
                <a:gd name="connsiteY67" fmla="*/ 262596 h 299810"/>
                <a:gd name="connsiteX68" fmla="*/ 662985 w 2915191"/>
                <a:gd name="connsiteY68" fmla="*/ 248041 h 299810"/>
                <a:gd name="connsiteX69" fmla="*/ 672735 w 2915191"/>
                <a:gd name="connsiteY69" fmla="*/ 229175 h 299810"/>
                <a:gd name="connsiteX70" fmla="*/ 682485 w 2915191"/>
                <a:gd name="connsiteY70" fmla="*/ 228257 h 299810"/>
                <a:gd name="connsiteX71" fmla="*/ 692235 w 2915191"/>
                <a:gd name="connsiteY71" fmla="*/ 212619 h 299810"/>
                <a:gd name="connsiteX72" fmla="*/ 701985 w 2915191"/>
                <a:gd name="connsiteY72" fmla="*/ 176402 h 299810"/>
                <a:gd name="connsiteX73" fmla="*/ 711735 w 2915191"/>
                <a:gd name="connsiteY73" fmla="*/ 164701 h 299810"/>
                <a:gd name="connsiteX74" fmla="*/ 721485 w 2915191"/>
                <a:gd name="connsiteY74" fmla="*/ 186292 h 299810"/>
                <a:gd name="connsiteX75" fmla="*/ 731235 w 2915191"/>
                <a:gd name="connsiteY75" fmla="*/ 176615 h 299810"/>
                <a:gd name="connsiteX76" fmla="*/ 740985 w 2915191"/>
                <a:gd name="connsiteY76" fmla="*/ 133423 h 299810"/>
                <a:gd name="connsiteX77" fmla="*/ 750734 w 2915191"/>
                <a:gd name="connsiteY77" fmla="*/ 146576 h 299810"/>
                <a:gd name="connsiteX78" fmla="*/ 760484 w 2915191"/>
                <a:gd name="connsiteY78" fmla="*/ 154333 h 299810"/>
                <a:gd name="connsiteX79" fmla="*/ 770233 w 2915191"/>
                <a:gd name="connsiteY79" fmla="*/ 168151 h 299810"/>
                <a:gd name="connsiteX80" fmla="*/ 779983 w 2915191"/>
                <a:gd name="connsiteY80" fmla="*/ 168619 h 299810"/>
                <a:gd name="connsiteX81" fmla="*/ 789733 w 2915191"/>
                <a:gd name="connsiteY81" fmla="*/ 215600 h 299810"/>
                <a:gd name="connsiteX82" fmla="*/ 799482 w 2915191"/>
                <a:gd name="connsiteY82" fmla="*/ 187584 h 299810"/>
                <a:gd name="connsiteX83" fmla="*/ 809232 w 2915191"/>
                <a:gd name="connsiteY83" fmla="*/ 160456 h 299810"/>
                <a:gd name="connsiteX84" fmla="*/ 818982 w 2915191"/>
                <a:gd name="connsiteY84" fmla="*/ 150813 h 299810"/>
                <a:gd name="connsiteX85" fmla="*/ 828732 w 2915191"/>
                <a:gd name="connsiteY85" fmla="*/ 132708 h 299810"/>
                <a:gd name="connsiteX86" fmla="*/ 838482 w 2915191"/>
                <a:gd name="connsiteY86" fmla="*/ 109250 h 299810"/>
                <a:gd name="connsiteX87" fmla="*/ 848232 w 2915191"/>
                <a:gd name="connsiteY87" fmla="*/ 130776 h 299810"/>
                <a:gd name="connsiteX88" fmla="*/ 857982 w 2915191"/>
                <a:gd name="connsiteY88" fmla="*/ 143100 h 299810"/>
                <a:gd name="connsiteX89" fmla="*/ 867732 w 2915191"/>
                <a:gd name="connsiteY89" fmla="*/ 156205 h 299810"/>
                <a:gd name="connsiteX90" fmla="*/ 877482 w 2915191"/>
                <a:gd name="connsiteY90" fmla="*/ 141475 h 299810"/>
                <a:gd name="connsiteX91" fmla="*/ 887231 w 2915191"/>
                <a:gd name="connsiteY91" fmla="*/ 123939 h 299810"/>
                <a:gd name="connsiteX92" fmla="*/ 896981 w 2915191"/>
                <a:gd name="connsiteY92" fmla="*/ 111440 h 299810"/>
                <a:gd name="connsiteX93" fmla="*/ 906730 w 2915191"/>
                <a:gd name="connsiteY93" fmla="*/ 116079 h 299810"/>
                <a:gd name="connsiteX94" fmla="*/ 916480 w 2915191"/>
                <a:gd name="connsiteY94" fmla="*/ 108037 h 299810"/>
                <a:gd name="connsiteX95" fmla="*/ 926230 w 2915191"/>
                <a:gd name="connsiteY95" fmla="*/ 104272 h 299810"/>
                <a:gd name="connsiteX96" fmla="*/ 935979 w 2915191"/>
                <a:gd name="connsiteY96" fmla="*/ 130730 h 299810"/>
                <a:gd name="connsiteX97" fmla="*/ 945729 w 2915191"/>
                <a:gd name="connsiteY97" fmla="*/ 140552 h 299810"/>
                <a:gd name="connsiteX98" fmla="*/ 955479 w 2915191"/>
                <a:gd name="connsiteY98" fmla="*/ 141940 h 299810"/>
                <a:gd name="connsiteX99" fmla="*/ 965229 w 2915191"/>
                <a:gd name="connsiteY99" fmla="*/ 173402 h 299810"/>
                <a:gd name="connsiteX100" fmla="*/ 974979 w 2915191"/>
                <a:gd name="connsiteY100" fmla="*/ 143133 h 299810"/>
                <a:gd name="connsiteX101" fmla="*/ 984729 w 2915191"/>
                <a:gd name="connsiteY101" fmla="*/ 163969 h 299810"/>
                <a:gd name="connsiteX102" fmla="*/ 994474 w 2915191"/>
                <a:gd name="connsiteY102" fmla="*/ 189579 h 299810"/>
                <a:gd name="connsiteX103" fmla="*/ 1004233 w 2915191"/>
                <a:gd name="connsiteY103" fmla="*/ 185699 h 299810"/>
                <a:gd name="connsiteX104" fmla="*/ 1013977 w 2915191"/>
                <a:gd name="connsiteY104" fmla="*/ 177760 h 299810"/>
                <a:gd name="connsiteX105" fmla="*/ 1023721 w 2915191"/>
                <a:gd name="connsiteY105" fmla="*/ 146150 h 299810"/>
                <a:gd name="connsiteX106" fmla="*/ 1033480 w 2915191"/>
                <a:gd name="connsiteY106" fmla="*/ 144139 h 299810"/>
                <a:gd name="connsiteX107" fmla="*/ 1043224 w 2915191"/>
                <a:gd name="connsiteY107" fmla="*/ 152738 h 299810"/>
                <a:gd name="connsiteX108" fmla="*/ 1052983 w 2915191"/>
                <a:gd name="connsiteY108" fmla="*/ 133905 h 299810"/>
                <a:gd name="connsiteX109" fmla="*/ 1062727 w 2915191"/>
                <a:gd name="connsiteY109" fmla="*/ 161550 h 299810"/>
                <a:gd name="connsiteX110" fmla="*/ 1072471 w 2915191"/>
                <a:gd name="connsiteY110" fmla="*/ 172754 h 299810"/>
                <a:gd name="connsiteX111" fmla="*/ 1082230 w 2915191"/>
                <a:gd name="connsiteY111" fmla="*/ 143105 h 299810"/>
                <a:gd name="connsiteX112" fmla="*/ 1091973 w 2915191"/>
                <a:gd name="connsiteY112" fmla="*/ 134730 h 299810"/>
                <a:gd name="connsiteX113" fmla="*/ 1101732 w 2915191"/>
                <a:gd name="connsiteY113" fmla="*/ 127038 h 299810"/>
                <a:gd name="connsiteX114" fmla="*/ 1111476 w 2915191"/>
                <a:gd name="connsiteY114" fmla="*/ 119654 h 299810"/>
                <a:gd name="connsiteX115" fmla="*/ 1121220 w 2915191"/>
                <a:gd name="connsiteY115" fmla="*/ 154847 h 299810"/>
                <a:gd name="connsiteX116" fmla="*/ 1130979 w 2915191"/>
                <a:gd name="connsiteY116" fmla="*/ 120013 h 299810"/>
                <a:gd name="connsiteX117" fmla="*/ 1140723 w 2915191"/>
                <a:gd name="connsiteY117" fmla="*/ 122702 h 299810"/>
                <a:gd name="connsiteX118" fmla="*/ 1150482 w 2915191"/>
                <a:gd name="connsiteY118" fmla="*/ 93320 h 299810"/>
                <a:gd name="connsiteX119" fmla="*/ 1160226 w 2915191"/>
                <a:gd name="connsiteY119" fmla="*/ 118274 h 299810"/>
                <a:gd name="connsiteX120" fmla="*/ 1169969 w 2915191"/>
                <a:gd name="connsiteY120" fmla="*/ 125536 h 299810"/>
                <a:gd name="connsiteX121" fmla="*/ 1179728 w 2915191"/>
                <a:gd name="connsiteY121" fmla="*/ 154997 h 299810"/>
                <a:gd name="connsiteX122" fmla="*/ 1189472 w 2915191"/>
                <a:gd name="connsiteY122" fmla="*/ 104866 h 299810"/>
                <a:gd name="connsiteX123" fmla="*/ 1199231 w 2915191"/>
                <a:gd name="connsiteY123" fmla="*/ 115354 h 299810"/>
                <a:gd name="connsiteX124" fmla="*/ 1208975 w 2915191"/>
                <a:gd name="connsiteY124" fmla="*/ 99986 h 299810"/>
                <a:gd name="connsiteX125" fmla="*/ 1218719 w 2915191"/>
                <a:gd name="connsiteY125" fmla="*/ 64367 h 299810"/>
                <a:gd name="connsiteX126" fmla="*/ 1228478 w 2915191"/>
                <a:gd name="connsiteY126" fmla="*/ 32097 h 299810"/>
                <a:gd name="connsiteX127" fmla="*/ 1238222 w 2915191"/>
                <a:gd name="connsiteY127" fmla="*/ 56604 h 299810"/>
                <a:gd name="connsiteX128" fmla="*/ 1247966 w 2915191"/>
                <a:gd name="connsiteY128" fmla="*/ 54278 h 299810"/>
                <a:gd name="connsiteX129" fmla="*/ 1257725 w 2915191"/>
                <a:gd name="connsiteY129" fmla="*/ 41252 h 299810"/>
                <a:gd name="connsiteX130" fmla="*/ 1267469 w 2915191"/>
                <a:gd name="connsiteY130" fmla="*/ 57617 h 299810"/>
                <a:gd name="connsiteX131" fmla="*/ 1277227 w 2915191"/>
                <a:gd name="connsiteY131" fmla="*/ 72194 h 299810"/>
                <a:gd name="connsiteX132" fmla="*/ 1286971 w 2915191"/>
                <a:gd name="connsiteY132" fmla="*/ 68385 h 299810"/>
                <a:gd name="connsiteX133" fmla="*/ 1296715 w 2915191"/>
                <a:gd name="connsiteY133" fmla="*/ 68491 h 299810"/>
                <a:gd name="connsiteX134" fmla="*/ 1306474 w 2915191"/>
                <a:gd name="connsiteY134" fmla="*/ 78932 h 299810"/>
                <a:gd name="connsiteX135" fmla="*/ 1316218 w 2915191"/>
                <a:gd name="connsiteY135" fmla="*/ 87299 h 299810"/>
                <a:gd name="connsiteX136" fmla="*/ 1325977 w 2915191"/>
                <a:gd name="connsiteY136" fmla="*/ 97833 h 299810"/>
                <a:gd name="connsiteX137" fmla="*/ 1335721 w 2915191"/>
                <a:gd name="connsiteY137" fmla="*/ 104004 h 299810"/>
                <a:gd name="connsiteX138" fmla="*/ 1345465 w 2915191"/>
                <a:gd name="connsiteY138" fmla="*/ 120011 h 299810"/>
                <a:gd name="connsiteX139" fmla="*/ 1355224 w 2915191"/>
                <a:gd name="connsiteY139" fmla="*/ 151094 h 299810"/>
                <a:gd name="connsiteX140" fmla="*/ 1364967 w 2915191"/>
                <a:gd name="connsiteY140" fmla="*/ 183079 h 299810"/>
                <a:gd name="connsiteX141" fmla="*/ 1374726 w 2915191"/>
                <a:gd name="connsiteY141" fmla="*/ 207523 h 299810"/>
                <a:gd name="connsiteX142" fmla="*/ 1384470 w 2915191"/>
                <a:gd name="connsiteY142" fmla="*/ 199162 h 299810"/>
                <a:gd name="connsiteX143" fmla="*/ 1394214 w 2915191"/>
                <a:gd name="connsiteY143" fmla="*/ 226546 h 299810"/>
                <a:gd name="connsiteX144" fmla="*/ 1403973 w 2915191"/>
                <a:gd name="connsiteY144" fmla="*/ 186774 h 299810"/>
                <a:gd name="connsiteX145" fmla="*/ 1413717 w 2915191"/>
                <a:gd name="connsiteY145" fmla="*/ 177213 h 299810"/>
                <a:gd name="connsiteX146" fmla="*/ 1423476 w 2915191"/>
                <a:gd name="connsiteY146" fmla="*/ 140223 h 299810"/>
                <a:gd name="connsiteX147" fmla="*/ 1433220 w 2915191"/>
                <a:gd name="connsiteY147" fmla="*/ 179549 h 299810"/>
                <a:gd name="connsiteX148" fmla="*/ 1442964 w 2915191"/>
                <a:gd name="connsiteY148" fmla="*/ 158083 h 299810"/>
                <a:gd name="connsiteX149" fmla="*/ 1452722 w 2915191"/>
                <a:gd name="connsiteY149" fmla="*/ 188003 h 299810"/>
                <a:gd name="connsiteX150" fmla="*/ 1462466 w 2915191"/>
                <a:gd name="connsiteY150" fmla="*/ 185960 h 299810"/>
                <a:gd name="connsiteX151" fmla="*/ 1472225 w 2915191"/>
                <a:gd name="connsiteY151" fmla="*/ 124804 h 299810"/>
                <a:gd name="connsiteX152" fmla="*/ 1481969 w 2915191"/>
                <a:gd name="connsiteY152" fmla="*/ 138371 h 299810"/>
                <a:gd name="connsiteX153" fmla="*/ 1491713 w 2915191"/>
                <a:gd name="connsiteY153" fmla="*/ 141895 h 299810"/>
                <a:gd name="connsiteX154" fmla="*/ 1501472 w 2915191"/>
                <a:gd name="connsiteY154" fmla="*/ 137214 h 299810"/>
                <a:gd name="connsiteX155" fmla="*/ 1511216 w 2915191"/>
                <a:gd name="connsiteY155" fmla="*/ 110479 h 299810"/>
                <a:gd name="connsiteX156" fmla="*/ 1520960 w 2915191"/>
                <a:gd name="connsiteY156" fmla="*/ 144210 h 299810"/>
                <a:gd name="connsiteX157" fmla="*/ 1530719 w 2915191"/>
                <a:gd name="connsiteY157" fmla="*/ 169534 h 299810"/>
                <a:gd name="connsiteX158" fmla="*/ 1540463 w 2915191"/>
                <a:gd name="connsiteY158" fmla="*/ 129064 h 299810"/>
                <a:gd name="connsiteX159" fmla="*/ 1550221 w 2915191"/>
                <a:gd name="connsiteY159" fmla="*/ 161167 h 299810"/>
                <a:gd name="connsiteX160" fmla="*/ 1559965 w 2915191"/>
                <a:gd name="connsiteY160" fmla="*/ 153235 h 299810"/>
                <a:gd name="connsiteX161" fmla="*/ 1569709 w 2915191"/>
                <a:gd name="connsiteY161" fmla="*/ 170328 h 299810"/>
                <a:gd name="connsiteX162" fmla="*/ 1579468 w 2915191"/>
                <a:gd name="connsiteY162" fmla="*/ 206373 h 299810"/>
                <a:gd name="connsiteX163" fmla="*/ 1589212 w 2915191"/>
                <a:gd name="connsiteY163" fmla="*/ 180237 h 299810"/>
                <a:gd name="connsiteX164" fmla="*/ 1598971 w 2915191"/>
                <a:gd name="connsiteY164" fmla="*/ 174521 h 299810"/>
                <a:gd name="connsiteX165" fmla="*/ 1608715 w 2915191"/>
                <a:gd name="connsiteY165" fmla="*/ 174403 h 299810"/>
                <a:gd name="connsiteX166" fmla="*/ 1618459 w 2915191"/>
                <a:gd name="connsiteY166" fmla="*/ 170280 h 299810"/>
                <a:gd name="connsiteX167" fmla="*/ 1628218 w 2915191"/>
                <a:gd name="connsiteY167" fmla="*/ 160571 h 299810"/>
                <a:gd name="connsiteX168" fmla="*/ 1637962 w 2915191"/>
                <a:gd name="connsiteY168" fmla="*/ 194363 h 299810"/>
                <a:gd name="connsiteX169" fmla="*/ 1647720 w 2915191"/>
                <a:gd name="connsiteY169" fmla="*/ 185863 h 299810"/>
                <a:gd name="connsiteX170" fmla="*/ 1657464 w 2915191"/>
                <a:gd name="connsiteY170" fmla="*/ 195846 h 299810"/>
                <a:gd name="connsiteX171" fmla="*/ 1667208 w 2915191"/>
                <a:gd name="connsiteY171" fmla="*/ 191961 h 299810"/>
                <a:gd name="connsiteX172" fmla="*/ 1676967 w 2915191"/>
                <a:gd name="connsiteY172" fmla="*/ 161723 h 299810"/>
                <a:gd name="connsiteX173" fmla="*/ 1686711 w 2915191"/>
                <a:gd name="connsiteY173" fmla="*/ 185609 h 299810"/>
                <a:gd name="connsiteX174" fmla="*/ 1696470 w 2915191"/>
                <a:gd name="connsiteY174" fmla="*/ 171933 h 299810"/>
                <a:gd name="connsiteX175" fmla="*/ 1706214 w 2915191"/>
                <a:gd name="connsiteY175" fmla="*/ 144584 h 299810"/>
                <a:gd name="connsiteX176" fmla="*/ 1715958 w 2915191"/>
                <a:gd name="connsiteY176" fmla="*/ 128349 h 299810"/>
                <a:gd name="connsiteX177" fmla="*/ 1725716 w 2915191"/>
                <a:gd name="connsiteY177" fmla="*/ 181543 h 299810"/>
                <a:gd name="connsiteX178" fmla="*/ 1735460 w 2915191"/>
                <a:gd name="connsiteY178" fmla="*/ 148617 h 299810"/>
                <a:gd name="connsiteX179" fmla="*/ 1745219 w 2915191"/>
                <a:gd name="connsiteY179" fmla="*/ 183280 h 299810"/>
                <a:gd name="connsiteX180" fmla="*/ 1754963 w 2915191"/>
                <a:gd name="connsiteY180" fmla="*/ 177550 h 299810"/>
                <a:gd name="connsiteX181" fmla="*/ 1764707 w 2915191"/>
                <a:gd name="connsiteY181" fmla="*/ 224331 h 299810"/>
                <a:gd name="connsiteX182" fmla="*/ 1774466 w 2915191"/>
                <a:gd name="connsiteY182" fmla="*/ 249494 h 299810"/>
                <a:gd name="connsiteX183" fmla="*/ 1784210 w 2915191"/>
                <a:gd name="connsiteY183" fmla="*/ 268936 h 299810"/>
                <a:gd name="connsiteX184" fmla="*/ 1793969 w 2915191"/>
                <a:gd name="connsiteY184" fmla="*/ 287556 h 299810"/>
                <a:gd name="connsiteX185" fmla="*/ 1803713 w 2915191"/>
                <a:gd name="connsiteY185" fmla="*/ 298638 h 299810"/>
                <a:gd name="connsiteX186" fmla="*/ 1813457 w 2915191"/>
                <a:gd name="connsiteY186" fmla="*/ 291417 h 299810"/>
                <a:gd name="connsiteX187" fmla="*/ 1823215 w 2915191"/>
                <a:gd name="connsiteY187" fmla="*/ 262535 h 299810"/>
                <a:gd name="connsiteX188" fmla="*/ 1832959 w 2915191"/>
                <a:gd name="connsiteY188" fmla="*/ 258448 h 299810"/>
                <a:gd name="connsiteX189" fmla="*/ 1842703 w 2915191"/>
                <a:gd name="connsiteY189" fmla="*/ 239521 h 299810"/>
                <a:gd name="connsiteX190" fmla="*/ 1852462 w 2915191"/>
                <a:gd name="connsiteY190" fmla="*/ 275883 h 299810"/>
                <a:gd name="connsiteX191" fmla="*/ 1862206 w 2915191"/>
                <a:gd name="connsiteY191" fmla="*/ 290348 h 299810"/>
                <a:gd name="connsiteX192" fmla="*/ 1871965 w 2915191"/>
                <a:gd name="connsiteY192" fmla="*/ 259090 h 299810"/>
                <a:gd name="connsiteX193" fmla="*/ 1881709 w 2915191"/>
                <a:gd name="connsiteY193" fmla="*/ 241139 h 299810"/>
                <a:gd name="connsiteX194" fmla="*/ 1891453 w 2915191"/>
                <a:gd name="connsiteY194" fmla="*/ 226302 h 299810"/>
                <a:gd name="connsiteX195" fmla="*/ 1901212 w 2915191"/>
                <a:gd name="connsiteY195" fmla="*/ 201708 h 299810"/>
                <a:gd name="connsiteX196" fmla="*/ 1910956 w 2915191"/>
                <a:gd name="connsiteY196" fmla="*/ 184504 h 299810"/>
                <a:gd name="connsiteX197" fmla="*/ 1920714 w 2915191"/>
                <a:gd name="connsiteY197" fmla="*/ 185936 h 299810"/>
                <a:gd name="connsiteX198" fmla="*/ 1930458 w 2915191"/>
                <a:gd name="connsiteY198" fmla="*/ 186647 h 299810"/>
                <a:gd name="connsiteX199" fmla="*/ 1940202 w 2915191"/>
                <a:gd name="connsiteY199" fmla="*/ 165863 h 299810"/>
                <a:gd name="connsiteX200" fmla="*/ 1949961 w 2915191"/>
                <a:gd name="connsiteY200" fmla="*/ 199991 h 299810"/>
                <a:gd name="connsiteX201" fmla="*/ 1959705 w 2915191"/>
                <a:gd name="connsiteY201" fmla="*/ 211089 h 299810"/>
                <a:gd name="connsiteX202" fmla="*/ 1969464 w 2915191"/>
                <a:gd name="connsiteY202" fmla="*/ 210849 h 299810"/>
                <a:gd name="connsiteX203" fmla="*/ 1979208 w 2915191"/>
                <a:gd name="connsiteY203" fmla="*/ 231630 h 299810"/>
                <a:gd name="connsiteX204" fmla="*/ 1988952 w 2915191"/>
                <a:gd name="connsiteY204" fmla="*/ 265124 h 299810"/>
                <a:gd name="connsiteX205" fmla="*/ 1998711 w 2915191"/>
                <a:gd name="connsiteY205" fmla="*/ 237968 h 299810"/>
                <a:gd name="connsiteX206" fmla="*/ 2008454 w 2915191"/>
                <a:gd name="connsiteY206" fmla="*/ 236527 h 299810"/>
                <a:gd name="connsiteX207" fmla="*/ 2018213 w 2915191"/>
                <a:gd name="connsiteY207" fmla="*/ 254321 h 299810"/>
                <a:gd name="connsiteX208" fmla="*/ 2027957 w 2915191"/>
                <a:gd name="connsiteY208" fmla="*/ 242415 h 299810"/>
                <a:gd name="connsiteX209" fmla="*/ 2037701 w 2915191"/>
                <a:gd name="connsiteY209" fmla="*/ 249956 h 299810"/>
                <a:gd name="connsiteX210" fmla="*/ 2047460 w 2915191"/>
                <a:gd name="connsiteY210" fmla="*/ 216804 h 299810"/>
                <a:gd name="connsiteX211" fmla="*/ 2057204 w 2915191"/>
                <a:gd name="connsiteY211" fmla="*/ 179145 h 299810"/>
                <a:gd name="connsiteX212" fmla="*/ 2066963 w 2915191"/>
                <a:gd name="connsiteY212" fmla="*/ 197699 h 299810"/>
                <a:gd name="connsiteX213" fmla="*/ 2076707 w 2915191"/>
                <a:gd name="connsiteY213" fmla="*/ 211604 h 299810"/>
                <a:gd name="connsiteX214" fmla="*/ 2086451 w 2915191"/>
                <a:gd name="connsiteY214" fmla="*/ 223520 h 299810"/>
                <a:gd name="connsiteX215" fmla="*/ 2096210 w 2915191"/>
                <a:gd name="connsiteY215" fmla="*/ 200004 h 299810"/>
                <a:gd name="connsiteX216" fmla="*/ 2105954 w 2915191"/>
                <a:gd name="connsiteY216" fmla="*/ 184025 h 299810"/>
                <a:gd name="connsiteX217" fmla="*/ 2115697 w 2915191"/>
                <a:gd name="connsiteY217" fmla="*/ 188496 h 299810"/>
                <a:gd name="connsiteX218" fmla="*/ 2125456 w 2915191"/>
                <a:gd name="connsiteY218" fmla="*/ 180489 h 299810"/>
                <a:gd name="connsiteX219" fmla="*/ 2135200 w 2915191"/>
                <a:gd name="connsiteY219" fmla="*/ 196489 h 299810"/>
                <a:gd name="connsiteX220" fmla="*/ 2144959 w 2915191"/>
                <a:gd name="connsiteY220" fmla="*/ 213237 h 299810"/>
                <a:gd name="connsiteX221" fmla="*/ 2154703 w 2915191"/>
                <a:gd name="connsiteY221" fmla="*/ 211305 h 299810"/>
                <a:gd name="connsiteX222" fmla="*/ 2164447 w 2915191"/>
                <a:gd name="connsiteY222" fmla="*/ 206951 h 299810"/>
                <a:gd name="connsiteX223" fmla="*/ 2174206 w 2915191"/>
                <a:gd name="connsiteY223" fmla="*/ 196775 h 299810"/>
                <a:gd name="connsiteX224" fmla="*/ 2183950 w 2915191"/>
                <a:gd name="connsiteY224" fmla="*/ 179698 h 299810"/>
                <a:gd name="connsiteX225" fmla="*/ 2193709 w 2915191"/>
                <a:gd name="connsiteY225" fmla="*/ 199062 h 299810"/>
                <a:gd name="connsiteX226" fmla="*/ 2203452 w 2915191"/>
                <a:gd name="connsiteY226" fmla="*/ 210515 h 299810"/>
                <a:gd name="connsiteX227" fmla="*/ 2213196 w 2915191"/>
                <a:gd name="connsiteY227" fmla="*/ 232896 h 299810"/>
                <a:gd name="connsiteX228" fmla="*/ 2222955 w 2915191"/>
                <a:gd name="connsiteY228" fmla="*/ 271027 h 299810"/>
                <a:gd name="connsiteX229" fmla="*/ 2232699 w 2915191"/>
                <a:gd name="connsiteY229" fmla="*/ 281387 h 299810"/>
                <a:gd name="connsiteX230" fmla="*/ 2242458 w 2915191"/>
                <a:gd name="connsiteY230" fmla="*/ 299811 h 299810"/>
                <a:gd name="connsiteX231" fmla="*/ 2252202 w 2915191"/>
                <a:gd name="connsiteY231" fmla="*/ 267613 h 299810"/>
                <a:gd name="connsiteX232" fmla="*/ 2261946 w 2915191"/>
                <a:gd name="connsiteY232" fmla="*/ 262833 h 299810"/>
                <a:gd name="connsiteX233" fmla="*/ 2271705 w 2915191"/>
                <a:gd name="connsiteY233" fmla="*/ 267332 h 299810"/>
                <a:gd name="connsiteX234" fmla="*/ 2281449 w 2915191"/>
                <a:gd name="connsiteY234" fmla="*/ 234838 h 299810"/>
                <a:gd name="connsiteX235" fmla="*/ 2291208 w 2915191"/>
                <a:gd name="connsiteY235" fmla="*/ 246782 h 299810"/>
                <a:gd name="connsiteX236" fmla="*/ 2300951 w 2915191"/>
                <a:gd name="connsiteY236" fmla="*/ 252468 h 299810"/>
                <a:gd name="connsiteX237" fmla="*/ 2310695 w 2915191"/>
                <a:gd name="connsiteY237" fmla="*/ 256411 h 299810"/>
                <a:gd name="connsiteX238" fmla="*/ 2320454 w 2915191"/>
                <a:gd name="connsiteY238" fmla="*/ 241590 h 299810"/>
                <a:gd name="connsiteX239" fmla="*/ 2330198 w 2915191"/>
                <a:gd name="connsiteY239" fmla="*/ 270738 h 299810"/>
                <a:gd name="connsiteX240" fmla="*/ 2339957 w 2915191"/>
                <a:gd name="connsiteY240" fmla="*/ 268717 h 299810"/>
                <a:gd name="connsiteX241" fmla="*/ 2349701 w 2915191"/>
                <a:gd name="connsiteY241" fmla="*/ 280038 h 299810"/>
                <a:gd name="connsiteX242" fmla="*/ 2359445 w 2915191"/>
                <a:gd name="connsiteY242" fmla="*/ 287960 h 299810"/>
                <a:gd name="connsiteX243" fmla="*/ 2369204 w 2915191"/>
                <a:gd name="connsiteY243" fmla="*/ 260543 h 299810"/>
                <a:gd name="connsiteX244" fmla="*/ 2378948 w 2915191"/>
                <a:gd name="connsiteY244" fmla="*/ 282351 h 299810"/>
                <a:gd name="connsiteX245" fmla="*/ 2388692 w 2915191"/>
                <a:gd name="connsiteY245" fmla="*/ 276844 h 299810"/>
                <a:gd name="connsiteX246" fmla="*/ 2398450 w 2915191"/>
                <a:gd name="connsiteY246" fmla="*/ 250939 h 299810"/>
                <a:gd name="connsiteX247" fmla="*/ 2408194 w 2915191"/>
                <a:gd name="connsiteY247" fmla="*/ 235148 h 299810"/>
                <a:gd name="connsiteX248" fmla="*/ 2417953 w 2915191"/>
                <a:gd name="connsiteY248" fmla="*/ 180868 h 299810"/>
                <a:gd name="connsiteX249" fmla="*/ 2427697 w 2915191"/>
                <a:gd name="connsiteY249" fmla="*/ 179461 h 299810"/>
                <a:gd name="connsiteX250" fmla="*/ 2437441 w 2915191"/>
                <a:gd name="connsiteY250" fmla="*/ 165619 h 299810"/>
                <a:gd name="connsiteX251" fmla="*/ 2447200 w 2915191"/>
                <a:gd name="connsiteY251" fmla="*/ 138781 h 299810"/>
                <a:gd name="connsiteX252" fmla="*/ 2456944 w 2915191"/>
                <a:gd name="connsiteY252" fmla="*/ 154044 h 299810"/>
                <a:gd name="connsiteX253" fmla="*/ 2466703 w 2915191"/>
                <a:gd name="connsiteY253" fmla="*/ 175413 h 299810"/>
                <a:gd name="connsiteX254" fmla="*/ 2476446 w 2915191"/>
                <a:gd name="connsiteY254" fmla="*/ 194764 h 299810"/>
                <a:gd name="connsiteX255" fmla="*/ 2486190 w 2915191"/>
                <a:gd name="connsiteY255" fmla="*/ 194533 h 299810"/>
                <a:gd name="connsiteX256" fmla="*/ 2495949 w 2915191"/>
                <a:gd name="connsiteY256" fmla="*/ 172092 h 299810"/>
                <a:gd name="connsiteX257" fmla="*/ 2505693 w 2915191"/>
                <a:gd name="connsiteY257" fmla="*/ 121051 h 299810"/>
                <a:gd name="connsiteX258" fmla="*/ 2515452 w 2915191"/>
                <a:gd name="connsiteY258" fmla="*/ 146149 h 299810"/>
                <a:gd name="connsiteX259" fmla="*/ 2525196 w 2915191"/>
                <a:gd name="connsiteY259" fmla="*/ 138347 h 299810"/>
                <a:gd name="connsiteX260" fmla="*/ 2534940 w 2915191"/>
                <a:gd name="connsiteY260" fmla="*/ 169535 h 299810"/>
                <a:gd name="connsiteX261" fmla="*/ 2544699 w 2915191"/>
                <a:gd name="connsiteY261" fmla="*/ 139916 h 299810"/>
                <a:gd name="connsiteX262" fmla="*/ 2554443 w 2915191"/>
                <a:gd name="connsiteY262" fmla="*/ 94698 h 299810"/>
                <a:gd name="connsiteX263" fmla="*/ 2564202 w 2915191"/>
                <a:gd name="connsiteY263" fmla="*/ 84824 h 299810"/>
                <a:gd name="connsiteX264" fmla="*/ 2573946 w 2915191"/>
                <a:gd name="connsiteY264" fmla="*/ 93431 h 299810"/>
                <a:gd name="connsiteX265" fmla="*/ 2583690 w 2915191"/>
                <a:gd name="connsiteY265" fmla="*/ 89592 h 299810"/>
                <a:gd name="connsiteX266" fmla="*/ 2593448 w 2915191"/>
                <a:gd name="connsiteY266" fmla="*/ 111356 h 299810"/>
                <a:gd name="connsiteX267" fmla="*/ 2603192 w 2915191"/>
                <a:gd name="connsiteY267" fmla="*/ 117246 h 299810"/>
                <a:gd name="connsiteX268" fmla="*/ 2612951 w 2915191"/>
                <a:gd name="connsiteY268" fmla="*/ 121302 h 299810"/>
                <a:gd name="connsiteX269" fmla="*/ 2622695 w 2915191"/>
                <a:gd name="connsiteY269" fmla="*/ 128665 h 299810"/>
                <a:gd name="connsiteX270" fmla="*/ 2632439 w 2915191"/>
                <a:gd name="connsiteY270" fmla="*/ 146487 h 299810"/>
                <a:gd name="connsiteX271" fmla="*/ 2642198 w 2915191"/>
                <a:gd name="connsiteY271" fmla="*/ 148461 h 299810"/>
                <a:gd name="connsiteX272" fmla="*/ 2651942 w 2915191"/>
                <a:gd name="connsiteY272" fmla="*/ 132445 h 299810"/>
                <a:gd name="connsiteX273" fmla="*/ 2661685 w 2915191"/>
                <a:gd name="connsiteY273" fmla="*/ 137738 h 299810"/>
                <a:gd name="connsiteX274" fmla="*/ 2671444 w 2915191"/>
                <a:gd name="connsiteY274" fmla="*/ 147804 h 299810"/>
                <a:gd name="connsiteX275" fmla="*/ 2681188 w 2915191"/>
                <a:gd name="connsiteY275" fmla="*/ 105969 h 299810"/>
                <a:gd name="connsiteX276" fmla="*/ 2690947 w 2915191"/>
                <a:gd name="connsiteY276" fmla="*/ 118130 h 299810"/>
                <a:gd name="connsiteX277" fmla="*/ 2700691 w 2915191"/>
                <a:gd name="connsiteY277" fmla="*/ 142482 h 299810"/>
                <a:gd name="connsiteX278" fmla="*/ 2710435 w 2915191"/>
                <a:gd name="connsiteY278" fmla="*/ 148951 h 299810"/>
                <a:gd name="connsiteX279" fmla="*/ 2720194 w 2915191"/>
                <a:gd name="connsiteY279" fmla="*/ 193116 h 299810"/>
                <a:gd name="connsiteX280" fmla="*/ 2729938 w 2915191"/>
                <a:gd name="connsiteY280" fmla="*/ 151363 h 299810"/>
                <a:gd name="connsiteX281" fmla="*/ 2739697 w 2915191"/>
                <a:gd name="connsiteY281" fmla="*/ 116035 h 299810"/>
                <a:gd name="connsiteX282" fmla="*/ 2749441 w 2915191"/>
                <a:gd name="connsiteY282" fmla="*/ 80690 h 299810"/>
                <a:gd name="connsiteX283" fmla="*/ 2759185 w 2915191"/>
                <a:gd name="connsiteY283" fmla="*/ 75664 h 299810"/>
                <a:gd name="connsiteX284" fmla="*/ 2768943 w 2915191"/>
                <a:gd name="connsiteY284" fmla="*/ 59520 h 299810"/>
                <a:gd name="connsiteX285" fmla="*/ 2778687 w 2915191"/>
                <a:gd name="connsiteY285" fmla="*/ 65117 h 299810"/>
                <a:gd name="connsiteX286" fmla="*/ 2788446 w 2915191"/>
                <a:gd name="connsiteY286" fmla="*/ 101955 h 299810"/>
                <a:gd name="connsiteX287" fmla="*/ 2798190 w 2915191"/>
                <a:gd name="connsiteY287" fmla="*/ 91127 h 299810"/>
                <a:gd name="connsiteX288" fmla="*/ 2807934 w 2915191"/>
                <a:gd name="connsiteY288" fmla="*/ 89303 h 299810"/>
                <a:gd name="connsiteX289" fmla="*/ 2817693 w 2915191"/>
                <a:gd name="connsiteY289" fmla="*/ 111351 h 299810"/>
                <a:gd name="connsiteX290" fmla="*/ 2827437 w 2915191"/>
                <a:gd name="connsiteY290" fmla="*/ 99402 h 299810"/>
                <a:gd name="connsiteX291" fmla="*/ 2837196 w 2915191"/>
                <a:gd name="connsiteY291" fmla="*/ 129372 h 299810"/>
                <a:gd name="connsiteX292" fmla="*/ 2846940 w 2915191"/>
                <a:gd name="connsiteY292" fmla="*/ 110588 h 299810"/>
                <a:gd name="connsiteX293" fmla="*/ 2856684 w 2915191"/>
                <a:gd name="connsiteY293" fmla="*/ 121793 h 299810"/>
                <a:gd name="connsiteX294" fmla="*/ 2866442 w 2915191"/>
                <a:gd name="connsiteY294" fmla="*/ 140755 h 299810"/>
                <a:gd name="connsiteX295" fmla="*/ 2876186 w 2915191"/>
                <a:gd name="connsiteY295" fmla="*/ 101015 h 299810"/>
                <a:gd name="connsiteX296" fmla="*/ 2885945 w 2915191"/>
                <a:gd name="connsiteY296" fmla="*/ 86039 h 299810"/>
                <a:gd name="connsiteX297" fmla="*/ 2895689 w 2915191"/>
                <a:gd name="connsiteY297" fmla="*/ 71225 h 299810"/>
                <a:gd name="connsiteX298" fmla="*/ 2905433 w 2915191"/>
                <a:gd name="connsiteY298" fmla="*/ 70171 h 299810"/>
                <a:gd name="connsiteX299" fmla="*/ 2915192 w 2915191"/>
                <a:gd name="connsiteY299" fmla="*/ 43924 h 299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299810">
                  <a:moveTo>
                    <a:pt x="0" y="13582"/>
                  </a:moveTo>
                  <a:lnTo>
                    <a:pt x="9750" y="0"/>
                  </a:lnTo>
                  <a:lnTo>
                    <a:pt x="19500" y="27206"/>
                  </a:lnTo>
                  <a:lnTo>
                    <a:pt x="29250" y="5305"/>
                  </a:lnTo>
                  <a:lnTo>
                    <a:pt x="39000" y="34014"/>
                  </a:lnTo>
                  <a:lnTo>
                    <a:pt x="48749" y="13086"/>
                  </a:lnTo>
                  <a:lnTo>
                    <a:pt x="58499" y="28287"/>
                  </a:lnTo>
                  <a:lnTo>
                    <a:pt x="68249" y="29136"/>
                  </a:lnTo>
                  <a:lnTo>
                    <a:pt x="77998" y="31206"/>
                  </a:lnTo>
                  <a:lnTo>
                    <a:pt x="87748" y="17925"/>
                  </a:lnTo>
                  <a:lnTo>
                    <a:pt x="97497" y="32831"/>
                  </a:lnTo>
                  <a:lnTo>
                    <a:pt x="107247" y="55941"/>
                  </a:lnTo>
                  <a:lnTo>
                    <a:pt x="116997" y="88321"/>
                  </a:lnTo>
                  <a:lnTo>
                    <a:pt x="126747" y="86632"/>
                  </a:lnTo>
                  <a:lnTo>
                    <a:pt x="136497" y="122462"/>
                  </a:lnTo>
                  <a:lnTo>
                    <a:pt x="146247" y="81505"/>
                  </a:lnTo>
                  <a:lnTo>
                    <a:pt x="155997" y="87552"/>
                  </a:lnTo>
                  <a:lnTo>
                    <a:pt x="165747" y="71461"/>
                  </a:lnTo>
                  <a:lnTo>
                    <a:pt x="175497" y="121500"/>
                  </a:lnTo>
                  <a:lnTo>
                    <a:pt x="185247" y="120843"/>
                  </a:lnTo>
                  <a:lnTo>
                    <a:pt x="194996" y="128919"/>
                  </a:lnTo>
                  <a:lnTo>
                    <a:pt x="204746" y="104652"/>
                  </a:lnTo>
                  <a:lnTo>
                    <a:pt x="214495" y="90005"/>
                  </a:lnTo>
                  <a:lnTo>
                    <a:pt x="224245" y="116979"/>
                  </a:lnTo>
                  <a:lnTo>
                    <a:pt x="233995" y="120516"/>
                  </a:lnTo>
                  <a:lnTo>
                    <a:pt x="243744" y="121434"/>
                  </a:lnTo>
                  <a:lnTo>
                    <a:pt x="253494" y="153236"/>
                  </a:lnTo>
                  <a:lnTo>
                    <a:pt x="263244" y="155983"/>
                  </a:lnTo>
                  <a:lnTo>
                    <a:pt x="272994" y="157120"/>
                  </a:lnTo>
                  <a:lnTo>
                    <a:pt x="282744" y="163016"/>
                  </a:lnTo>
                  <a:lnTo>
                    <a:pt x="292494" y="191278"/>
                  </a:lnTo>
                  <a:lnTo>
                    <a:pt x="302244" y="212823"/>
                  </a:lnTo>
                  <a:lnTo>
                    <a:pt x="311994" y="213845"/>
                  </a:lnTo>
                  <a:lnTo>
                    <a:pt x="321744" y="223957"/>
                  </a:lnTo>
                  <a:lnTo>
                    <a:pt x="331493" y="197861"/>
                  </a:lnTo>
                  <a:lnTo>
                    <a:pt x="341243" y="188687"/>
                  </a:lnTo>
                  <a:lnTo>
                    <a:pt x="350993" y="201108"/>
                  </a:lnTo>
                  <a:lnTo>
                    <a:pt x="360742" y="213464"/>
                  </a:lnTo>
                  <a:lnTo>
                    <a:pt x="370492" y="194234"/>
                  </a:lnTo>
                  <a:lnTo>
                    <a:pt x="380241" y="176230"/>
                  </a:lnTo>
                  <a:lnTo>
                    <a:pt x="389991" y="185862"/>
                  </a:lnTo>
                  <a:lnTo>
                    <a:pt x="399741" y="177764"/>
                  </a:lnTo>
                  <a:lnTo>
                    <a:pt x="409491" y="220480"/>
                  </a:lnTo>
                  <a:lnTo>
                    <a:pt x="419241" y="186336"/>
                  </a:lnTo>
                  <a:lnTo>
                    <a:pt x="428991" y="197032"/>
                  </a:lnTo>
                  <a:lnTo>
                    <a:pt x="438741" y="205409"/>
                  </a:lnTo>
                  <a:lnTo>
                    <a:pt x="448491" y="210384"/>
                  </a:lnTo>
                  <a:lnTo>
                    <a:pt x="458241" y="236048"/>
                  </a:lnTo>
                  <a:lnTo>
                    <a:pt x="467991" y="271364"/>
                  </a:lnTo>
                  <a:lnTo>
                    <a:pt x="477740" y="246496"/>
                  </a:lnTo>
                  <a:lnTo>
                    <a:pt x="487490" y="245870"/>
                  </a:lnTo>
                  <a:lnTo>
                    <a:pt x="497239" y="222723"/>
                  </a:lnTo>
                  <a:lnTo>
                    <a:pt x="506989" y="225560"/>
                  </a:lnTo>
                  <a:lnTo>
                    <a:pt x="516738" y="242015"/>
                  </a:lnTo>
                  <a:lnTo>
                    <a:pt x="526488" y="273705"/>
                  </a:lnTo>
                  <a:lnTo>
                    <a:pt x="536238" y="271392"/>
                  </a:lnTo>
                  <a:lnTo>
                    <a:pt x="545988" y="270195"/>
                  </a:lnTo>
                  <a:lnTo>
                    <a:pt x="555738" y="253555"/>
                  </a:lnTo>
                  <a:lnTo>
                    <a:pt x="565488" y="260413"/>
                  </a:lnTo>
                  <a:lnTo>
                    <a:pt x="575238" y="270174"/>
                  </a:lnTo>
                  <a:lnTo>
                    <a:pt x="584988" y="260056"/>
                  </a:lnTo>
                  <a:lnTo>
                    <a:pt x="594738" y="245833"/>
                  </a:lnTo>
                  <a:lnTo>
                    <a:pt x="604488" y="239464"/>
                  </a:lnTo>
                  <a:lnTo>
                    <a:pt x="614237" y="241793"/>
                  </a:lnTo>
                  <a:lnTo>
                    <a:pt x="623987" y="227934"/>
                  </a:lnTo>
                  <a:lnTo>
                    <a:pt x="633736" y="239552"/>
                  </a:lnTo>
                  <a:lnTo>
                    <a:pt x="643486" y="245167"/>
                  </a:lnTo>
                  <a:lnTo>
                    <a:pt x="653236" y="262596"/>
                  </a:lnTo>
                  <a:lnTo>
                    <a:pt x="662985" y="248041"/>
                  </a:lnTo>
                  <a:lnTo>
                    <a:pt x="672735" y="229175"/>
                  </a:lnTo>
                  <a:lnTo>
                    <a:pt x="682485" y="228257"/>
                  </a:lnTo>
                  <a:lnTo>
                    <a:pt x="692235" y="212619"/>
                  </a:lnTo>
                  <a:lnTo>
                    <a:pt x="701985" y="176402"/>
                  </a:lnTo>
                  <a:lnTo>
                    <a:pt x="711735" y="164701"/>
                  </a:lnTo>
                  <a:lnTo>
                    <a:pt x="721485" y="186292"/>
                  </a:lnTo>
                  <a:lnTo>
                    <a:pt x="731235" y="176615"/>
                  </a:lnTo>
                  <a:lnTo>
                    <a:pt x="740985" y="133423"/>
                  </a:lnTo>
                  <a:lnTo>
                    <a:pt x="750734" y="146576"/>
                  </a:lnTo>
                  <a:lnTo>
                    <a:pt x="760484" y="154333"/>
                  </a:lnTo>
                  <a:lnTo>
                    <a:pt x="770233" y="168151"/>
                  </a:lnTo>
                  <a:lnTo>
                    <a:pt x="779983" y="168619"/>
                  </a:lnTo>
                  <a:lnTo>
                    <a:pt x="789733" y="215600"/>
                  </a:lnTo>
                  <a:lnTo>
                    <a:pt x="799482" y="187584"/>
                  </a:lnTo>
                  <a:lnTo>
                    <a:pt x="809232" y="160456"/>
                  </a:lnTo>
                  <a:lnTo>
                    <a:pt x="818982" y="150813"/>
                  </a:lnTo>
                  <a:lnTo>
                    <a:pt x="828732" y="132708"/>
                  </a:lnTo>
                  <a:lnTo>
                    <a:pt x="838482" y="109250"/>
                  </a:lnTo>
                  <a:lnTo>
                    <a:pt x="848232" y="130776"/>
                  </a:lnTo>
                  <a:lnTo>
                    <a:pt x="857982" y="143100"/>
                  </a:lnTo>
                  <a:lnTo>
                    <a:pt x="867732" y="156205"/>
                  </a:lnTo>
                  <a:lnTo>
                    <a:pt x="877482" y="141475"/>
                  </a:lnTo>
                  <a:lnTo>
                    <a:pt x="887231" y="123939"/>
                  </a:lnTo>
                  <a:lnTo>
                    <a:pt x="896981" y="111440"/>
                  </a:lnTo>
                  <a:lnTo>
                    <a:pt x="906730" y="116079"/>
                  </a:lnTo>
                  <a:lnTo>
                    <a:pt x="916480" y="108037"/>
                  </a:lnTo>
                  <a:lnTo>
                    <a:pt x="926230" y="104272"/>
                  </a:lnTo>
                  <a:lnTo>
                    <a:pt x="935979" y="130730"/>
                  </a:lnTo>
                  <a:lnTo>
                    <a:pt x="945729" y="140552"/>
                  </a:lnTo>
                  <a:lnTo>
                    <a:pt x="955479" y="141940"/>
                  </a:lnTo>
                  <a:lnTo>
                    <a:pt x="965229" y="173402"/>
                  </a:lnTo>
                  <a:lnTo>
                    <a:pt x="974979" y="143133"/>
                  </a:lnTo>
                  <a:lnTo>
                    <a:pt x="984729" y="163969"/>
                  </a:lnTo>
                  <a:lnTo>
                    <a:pt x="994474" y="189579"/>
                  </a:lnTo>
                  <a:lnTo>
                    <a:pt x="1004233" y="185699"/>
                  </a:lnTo>
                  <a:lnTo>
                    <a:pt x="1013977" y="177760"/>
                  </a:lnTo>
                  <a:lnTo>
                    <a:pt x="1023721" y="146150"/>
                  </a:lnTo>
                  <a:lnTo>
                    <a:pt x="1033480" y="144139"/>
                  </a:lnTo>
                  <a:lnTo>
                    <a:pt x="1043224" y="152738"/>
                  </a:lnTo>
                  <a:lnTo>
                    <a:pt x="1052983" y="133905"/>
                  </a:lnTo>
                  <a:lnTo>
                    <a:pt x="1062727" y="161550"/>
                  </a:lnTo>
                  <a:lnTo>
                    <a:pt x="1072471" y="172754"/>
                  </a:lnTo>
                  <a:lnTo>
                    <a:pt x="1082230" y="143105"/>
                  </a:lnTo>
                  <a:lnTo>
                    <a:pt x="1091973" y="134730"/>
                  </a:lnTo>
                  <a:lnTo>
                    <a:pt x="1101732" y="127038"/>
                  </a:lnTo>
                  <a:lnTo>
                    <a:pt x="1111476" y="119654"/>
                  </a:lnTo>
                  <a:lnTo>
                    <a:pt x="1121220" y="154847"/>
                  </a:lnTo>
                  <a:lnTo>
                    <a:pt x="1130979" y="120013"/>
                  </a:lnTo>
                  <a:lnTo>
                    <a:pt x="1140723" y="122702"/>
                  </a:lnTo>
                  <a:lnTo>
                    <a:pt x="1150482" y="93320"/>
                  </a:lnTo>
                  <a:lnTo>
                    <a:pt x="1160226" y="118274"/>
                  </a:lnTo>
                  <a:lnTo>
                    <a:pt x="1169969" y="125536"/>
                  </a:lnTo>
                  <a:lnTo>
                    <a:pt x="1179728" y="154997"/>
                  </a:lnTo>
                  <a:lnTo>
                    <a:pt x="1189472" y="104866"/>
                  </a:lnTo>
                  <a:lnTo>
                    <a:pt x="1199231" y="115354"/>
                  </a:lnTo>
                  <a:lnTo>
                    <a:pt x="1208975" y="99986"/>
                  </a:lnTo>
                  <a:lnTo>
                    <a:pt x="1218719" y="64367"/>
                  </a:lnTo>
                  <a:lnTo>
                    <a:pt x="1228478" y="32097"/>
                  </a:lnTo>
                  <a:lnTo>
                    <a:pt x="1238222" y="56604"/>
                  </a:lnTo>
                  <a:lnTo>
                    <a:pt x="1247966" y="54278"/>
                  </a:lnTo>
                  <a:lnTo>
                    <a:pt x="1257725" y="41252"/>
                  </a:lnTo>
                  <a:lnTo>
                    <a:pt x="1267469" y="57617"/>
                  </a:lnTo>
                  <a:lnTo>
                    <a:pt x="1277227" y="72194"/>
                  </a:lnTo>
                  <a:lnTo>
                    <a:pt x="1286971" y="68385"/>
                  </a:lnTo>
                  <a:lnTo>
                    <a:pt x="1296715" y="68491"/>
                  </a:lnTo>
                  <a:lnTo>
                    <a:pt x="1306474" y="78932"/>
                  </a:lnTo>
                  <a:lnTo>
                    <a:pt x="1316218" y="87299"/>
                  </a:lnTo>
                  <a:lnTo>
                    <a:pt x="1325977" y="97833"/>
                  </a:lnTo>
                  <a:lnTo>
                    <a:pt x="1335721" y="104004"/>
                  </a:lnTo>
                  <a:lnTo>
                    <a:pt x="1345465" y="120011"/>
                  </a:lnTo>
                  <a:lnTo>
                    <a:pt x="1355224" y="151094"/>
                  </a:lnTo>
                  <a:lnTo>
                    <a:pt x="1364967" y="183079"/>
                  </a:lnTo>
                  <a:lnTo>
                    <a:pt x="1374726" y="207523"/>
                  </a:lnTo>
                  <a:lnTo>
                    <a:pt x="1384470" y="199162"/>
                  </a:lnTo>
                  <a:lnTo>
                    <a:pt x="1394214" y="226546"/>
                  </a:lnTo>
                  <a:lnTo>
                    <a:pt x="1403973" y="186774"/>
                  </a:lnTo>
                  <a:lnTo>
                    <a:pt x="1413717" y="177213"/>
                  </a:lnTo>
                  <a:lnTo>
                    <a:pt x="1423476" y="140223"/>
                  </a:lnTo>
                  <a:lnTo>
                    <a:pt x="1433220" y="179549"/>
                  </a:lnTo>
                  <a:lnTo>
                    <a:pt x="1442964" y="158083"/>
                  </a:lnTo>
                  <a:lnTo>
                    <a:pt x="1452722" y="188003"/>
                  </a:lnTo>
                  <a:lnTo>
                    <a:pt x="1462466" y="185960"/>
                  </a:lnTo>
                  <a:lnTo>
                    <a:pt x="1472225" y="124804"/>
                  </a:lnTo>
                  <a:lnTo>
                    <a:pt x="1481969" y="138371"/>
                  </a:lnTo>
                  <a:lnTo>
                    <a:pt x="1491713" y="141895"/>
                  </a:lnTo>
                  <a:lnTo>
                    <a:pt x="1501472" y="137214"/>
                  </a:lnTo>
                  <a:lnTo>
                    <a:pt x="1511216" y="110479"/>
                  </a:lnTo>
                  <a:lnTo>
                    <a:pt x="1520960" y="144210"/>
                  </a:lnTo>
                  <a:lnTo>
                    <a:pt x="1530719" y="169534"/>
                  </a:lnTo>
                  <a:lnTo>
                    <a:pt x="1540463" y="129064"/>
                  </a:lnTo>
                  <a:lnTo>
                    <a:pt x="1550221" y="161167"/>
                  </a:lnTo>
                  <a:lnTo>
                    <a:pt x="1559965" y="153235"/>
                  </a:lnTo>
                  <a:lnTo>
                    <a:pt x="1569709" y="170328"/>
                  </a:lnTo>
                  <a:lnTo>
                    <a:pt x="1579468" y="206373"/>
                  </a:lnTo>
                  <a:lnTo>
                    <a:pt x="1589212" y="180237"/>
                  </a:lnTo>
                  <a:lnTo>
                    <a:pt x="1598971" y="174521"/>
                  </a:lnTo>
                  <a:lnTo>
                    <a:pt x="1608715" y="174403"/>
                  </a:lnTo>
                  <a:lnTo>
                    <a:pt x="1618459" y="170280"/>
                  </a:lnTo>
                  <a:lnTo>
                    <a:pt x="1628218" y="160571"/>
                  </a:lnTo>
                  <a:lnTo>
                    <a:pt x="1637962" y="194363"/>
                  </a:lnTo>
                  <a:lnTo>
                    <a:pt x="1647720" y="185863"/>
                  </a:lnTo>
                  <a:lnTo>
                    <a:pt x="1657464" y="195846"/>
                  </a:lnTo>
                  <a:lnTo>
                    <a:pt x="1667208" y="191961"/>
                  </a:lnTo>
                  <a:lnTo>
                    <a:pt x="1676967" y="161723"/>
                  </a:lnTo>
                  <a:lnTo>
                    <a:pt x="1686711" y="185609"/>
                  </a:lnTo>
                  <a:lnTo>
                    <a:pt x="1696470" y="171933"/>
                  </a:lnTo>
                  <a:lnTo>
                    <a:pt x="1706214" y="144584"/>
                  </a:lnTo>
                  <a:lnTo>
                    <a:pt x="1715958" y="128349"/>
                  </a:lnTo>
                  <a:lnTo>
                    <a:pt x="1725716" y="181543"/>
                  </a:lnTo>
                  <a:lnTo>
                    <a:pt x="1735460" y="148617"/>
                  </a:lnTo>
                  <a:lnTo>
                    <a:pt x="1745219" y="183280"/>
                  </a:lnTo>
                  <a:lnTo>
                    <a:pt x="1754963" y="177550"/>
                  </a:lnTo>
                  <a:lnTo>
                    <a:pt x="1764707" y="224331"/>
                  </a:lnTo>
                  <a:lnTo>
                    <a:pt x="1774466" y="249494"/>
                  </a:lnTo>
                  <a:lnTo>
                    <a:pt x="1784210" y="268936"/>
                  </a:lnTo>
                  <a:lnTo>
                    <a:pt x="1793969" y="287556"/>
                  </a:lnTo>
                  <a:lnTo>
                    <a:pt x="1803713" y="298638"/>
                  </a:lnTo>
                  <a:lnTo>
                    <a:pt x="1813457" y="291417"/>
                  </a:lnTo>
                  <a:lnTo>
                    <a:pt x="1823215" y="262535"/>
                  </a:lnTo>
                  <a:lnTo>
                    <a:pt x="1832959" y="258448"/>
                  </a:lnTo>
                  <a:lnTo>
                    <a:pt x="1842703" y="239521"/>
                  </a:lnTo>
                  <a:lnTo>
                    <a:pt x="1852462" y="275883"/>
                  </a:lnTo>
                  <a:lnTo>
                    <a:pt x="1862206" y="290348"/>
                  </a:lnTo>
                  <a:lnTo>
                    <a:pt x="1871965" y="259090"/>
                  </a:lnTo>
                  <a:lnTo>
                    <a:pt x="1881709" y="241139"/>
                  </a:lnTo>
                  <a:lnTo>
                    <a:pt x="1891453" y="226302"/>
                  </a:lnTo>
                  <a:lnTo>
                    <a:pt x="1901212" y="201708"/>
                  </a:lnTo>
                  <a:lnTo>
                    <a:pt x="1910956" y="184504"/>
                  </a:lnTo>
                  <a:lnTo>
                    <a:pt x="1920714" y="185936"/>
                  </a:lnTo>
                  <a:lnTo>
                    <a:pt x="1930458" y="186647"/>
                  </a:lnTo>
                  <a:lnTo>
                    <a:pt x="1940202" y="165863"/>
                  </a:lnTo>
                  <a:lnTo>
                    <a:pt x="1949961" y="199991"/>
                  </a:lnTo>
                  <a:lnTo>
                    <a:pt x="1959705" y="211089"/>
                  </a:lnTo>
                  <a:lnTo>
                    <a:pt x="1969464" y="210849"/>
                  </a:lnTo>
                  <a:lnTo>
                    <a:pt x="1979208" y="231630"/>
                  </a:lnTo>
                  <a:lnTo>
                    <a:pt x="1988952" y="265124"/>
                  </a:lnTo>
                  <a:lnTo>
                    <a:pt x="1998711" y="237968"/>
                  </a:lnTo>
                  <a:lnTo>
                    <a:pt x="2008454" y="236527"/>
                  </a:lnTo>
                  <a:lnTo>
                    <a:pt x="2018213" y="254321"/>
                  </a:lnTo>
                  <a:lnTo>
                    <a:pt x="2027957" y="242415"/>
                  </a:lnTo>
                  <a:lnTo>
                    <a:pt x="2037701" y="249956"/>
                  </a:lnTo>
                  <a:lnTo>
                    <a:pt x="2047460" y="216804"/>
                  </a:lnTo>
                  <a:lnTo>
                    <a:pt x="2057204" y="179145"/>
                  </a:lnTo>
                  <a:lnTo>
                    <a:pt x="2066963" y="197699"/>
                  </a:lnTo>
                  <a:lnTo>
                    <a:pt x="2076707" y="211604"/>
                  </a:lnTo>
                  <a:lnTo>
                    <a:pt x="2086451" y="223520"/>
                  </a:lnTo>
                  <a:lnTo>
                    <a:pt x="2096210" y="200004"/>
                  </a:lnTo>
                  <a:lnTo>
                    <a:pt x="2105954" y="184025"/>
                  </a:lnTo>
                  <a:lnTo>
                    <a:pt x="2115697" y="188496"/>
                  </a:lnTo>
                  <a:lnTo>
                    <a:pt x="2125456" y="180489"/>
                  </a:lnTo>
                  <a:lnTo>
                    <a:pt x="2135200" y="196489"/>
                  </a:lnTo>
                  <a:lnTo>
                    <a:pt x="2144959" y="213237"/>
                  </a:lnTo>
                  <a:lnTo>
                    <a:pt x="2154703" y="211305"/>
                  </a:lnTo>
                  <a:lnTo>
                    <a:pt x="2164447" y="206951"/>
                  </a:lnTo>
                  <a:lnTo>
                    <a:pt x="2174206" y="196775"/>
                  </a:lnTo>
                  <a:lnTo>
                    <a:pt x="2183950" y="179698"/>
                  </a:lnTo>
                  <a:lnTo>
                    <a:pt x="2193709" y="199062"/>
                  </a:lnTo>
                  <a:lnTo>
                    <a:pt x="2203452" y="210515"/>
                  </a:lnTo>
                  <a:lnTo>
                    <a:pt x="2213196" y="232896"/>
                  </a:lnTo>
                  <a:lnTo>
                    <a:pt x="2222955" y="271027"/>
                  </a:lnTo>
                  <a:lnTo>
                    <a:pt x="2232699" y="281387"/>
                  </a:lnTo>
                  <a:lnTo>
                    <a:pt x="2242458" y="299811"/>
                  </a:lnTo>
                  <a:lnTo>
                    <a:pt x="2252202" y="267613"/>
                  </a:lnTo>
                  <a:lnTo>
                    <a:pt x="2261946" y="262833"/>
                  </a:lnTo>
                  <a:lnTo>
                    <a:pt x="2271705" y="267332"/>
                  </a:lnTo>
                  <a:lnTo>
                    <a:pt x="2281449" y="234838"/>
                  </a:lnTo>
                  <a:lnTo>
                    <a:pt x="2291208" y="246782"/>
                  </a:lnTo>
                  <a:lnTo>
                    <a:pt x="2300951" y="252468"/>
                  </a:lnTo>
                  <a:lnTo>
                    <a:pt x="2310695" y="256411"/>
                  </a:lnTo>
                  <a:lnTo>
                    <a:pt x="2320454" y="241590"/>
                  </a:lnTo>
                  <a:lnTo>
                    <a:pt x="2330198" y="270738"/>
                  </a:lnTo>
                  <a:lnTo>
                    <a:pt x="2339957" y="268717"/>
                  </a:lnTo>
                  <a:lnTo>
                    <a:pt x="2349701" y="280038"/>
                  </a:lnTo>
                  <a:lnTo>
                    <a:pt x="2359445" y="287960"/>
                  </a:lnTo>
                  <a:lnTo>
                    <a:pt x="2369204" y="260543"/>
                  </a:lnTo>
                  <a:lnTo>
                    <a:pt x="2378948" y="282351"/>
                  </a:lnTo>
                  <a:lnTo>
                    <a:pt x="2388692" y="276844"/>
                  </a:lnTo>
                  <a:lnTo>
                    <a:pt x="2398450" y="250939"/>
                  </a:lnTo>
                  <a:lnTo>
                    <a:pt x="2408194" y="235148"/>
                  </a:lnTo>
                  <a:lnTo>
                    <a:pt x="2417953" y="180868"/>
                  </a:lnTo>
                  <a:lnTo>
                    <a:pt x="2427697" y="179461"/>
                  </a:lnTo>
                  <a:lnTo>
                    <a:pt x="2437441" y="165619"/>
                  </a:lnTo>
                  <a:lnTo>
                    <a:pt x="2447200" y="138781"/>
                  </a:lnTo>
                  <a:lnTo>
                    <a:pt x="2456944" y="154044"/>
                  </a:lnTo>
                  <a:lnTo>
                    <a:pt x="2466703" y="175413"/>
                  </a:lnTo>
                  <a:lnTo>
                    <a:pt x="2476446" y="194764"/>
                  </a:lnTo>
                  <a:lnTo>
                    <a:pt x="2486190" y="194533"/>
                  </a:lnTo>
                  <a:lnTo>
                    <a:pt x="2495949" y="172092"/>
                  </a:lnTo>
                  <a:lnTo>
                    <a:pt x="2505693" y="121051"/>
                  </a:lnTo>
                  <a:lnTo>
                    <a:pt x="2515452" y="146149"/>
                  </a:lnTo>
                  <a:lnTo>
                    <a:pt x="2525196" y="138347"/>
                  </a:lnTo>
                  <a:lnTo>
                    <a:pt x="2534940" y="169535"/>
                  </a:lnTo>
                  <a:lnTo>
                    <a:pt x="2544699" y="139916"/>
                  </a:lnTo>
                  <a:lnTo>
                    <a:pt x="2554443" y="94698"/>
                  </a:lnTo>
                  <a:lnTo>
                    <a:pt x="2564202" y="84824"/>
                  </a:lnTo>
                  <a:lnTo>
                    <a:pt x="2573946" y="93431"/>
                  </a:lnTo>
                  <a:lnTo>
                    <a:pt x="2583690" y="89592"/>
                  </a:lnTo>
                  <a:lnTo>
                    <a:pt x="2593448" y="111356"/>
                  </a:lnTo>
                  <a:lnTo>
                    <a:pt x="2603192" y="117246"/>
                  </a:lnTo>
                  <a:lnTo>
                    <a:pt x="2612951" y="121302"/>
                  </a:lnTo>
                  <a:lnTo>
                    <a:pt x="2622695" y="128665"/>
                  </a:lnTo>
                  <a:lnTo>
                    <a:pt x="2632439" y="146487"/>
                  </a:lnTo>
                  <a:lnTo>
                    <a:pt x="2642198" y="148461"/>
                  </a:lnTo>
                  <a:lnTo>
                    <a:pt x="2651942" y="132445"/>
                  </a:lnTo>
                  <a:lnTo>
                    <a:pt x="2661685" y="137738"/>
                  </a:lnTo>
                  <a:lnTo>
                    <a:pt x="2671444" y="147804"/>
                  </a:lnTo>
                  <a:lnTo>
                    <a:pt x="2681188" y="105969"/>
                  </a:lnTo>
                  <a:lnTo>
                    <a:pt x="2690947" y="118130"/>
                  </a:lnTo>
                  <a:lnTo>
                    <a:pt x="2700691" y="142482"/>
                  </a:lnTo>
                  <a:lnTo>
                    <a:pt x="2710435" y="148951"/>
                  </a:lnTo>
                  <a:lnTo>
                    <a:pt x="2720194" y="193116"/>
                  </a:lnTo>
                  <a:lnTo>
                    <a:pt x="2729938" y="151363"/>
                  </a:lnTo>
                  <a:lnTo>
                    <a:pt x="2739697" y="116035"/>
                  </a:lnTo>
                  <a:lnTo>
                    <a:pt x="2749441" y="80690"/>
                  </a:lnTo>
                  <a:lnTo>
                    <a:pt x="2759185" y="75664"/>
                  </a:lnTo>
                  <a:lnTo>
                    <a:pt x="2768943" y="59520"/>
                  </a:lnTo>
                  <a:lnTo>
                    <a:pt x="2778687" y="65117"/>
                  </a:lnTo>
                  <a:lnTo>
                    <a:pt x="2788446" y="101955"/>
                  </a:lnTo>
                  <a:lnTo>
                    <a:pt x="2798190" y="91127"/>
                  </a:lnTo>
                  <a:lnTo>
                    <a:pt x="2807934" y="89303"/>
                  </a:lnTo>
                  <a:lnTo>
                    <a:pt x="2817693" y="111351"/>
                  </a:lnTo>
                  <a:lnTo>
                    <a:pt x="2827437" y="99402"/>
                  </a:lnTo>
                  <a:lnTo>
                    <a:pt x="2837196" y="129372"/>
                  </a:lnTo>
                  <a:lnTo>
                    <a:pt x="2846940" y="110588"/>
                  </a:lnTo>
                  <a:lnTo>
                    <a:pt x="2856684" y="121793"/>
                  </a:lnTo>
                  <a:lnTo>
                    <a:pt x="2866442" y="140755"/>
                  </a:lnTo>
                  <a:lnTo>
                    <a:pt x="2876186" y="101015"/>
                  </a:lnTo>
                  <a:lnTo>
                    <a:pt x="2885945" y="86039"/>
                  </a:lnTo>
                  <a:lnTo>
                    <a:pt x="2895689" y="71225"/>
                  </a:lnTo>
                  <a:lnTo>
                    <a:pt x="2905433" y="70171"/>
                  </a:lnTo>
                  <a:lnTo>
                    <a:pt x="2915192" y="4392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6" name="Freeform 1195">
              <a:extLst>
                <a:ext uri="{FF2B5EF4-FFF2-40B4-BE49-F238E27FC236}">
                  <a16:creationId xmlns:a16="http://schemas.microsoft.com/office/drawing/2014/main" id="{48649767-67CC-D341-C6E6-F5A6185A9166}"/>
                </a:ext>
              </a:extLst>
            </p:cNvPr>
            <p:cNvSpPr/>
            <p:nvPr/>
          </p:nvSpPr>
          <p:spPr>
            <a:xfrm>
              <a:off x="4426652" y="3233391"/>
              <a:ext cx="2915191" cy="395757"/>
            </a:xfrm>
            <a:custGeom>
              <a:avLst/>
              <a:gdLst>
                <a:gd name="connsiteX0" fmla="*/ 0 w 2915191"/>
                <a:gd name="connsiteY0" fmla="*/ 200706 h 395757"/>
                <a:gd name="connsiteX1" fmla="*/ 9750 w 2915191"/>
                <a:gd name="connsiteY1" fmla="*/ 213571 h 395757"/>
                <a:gd name="connsiteX2" fmla="*/ 19500 w 2915191"/>
                <a:gd name="connsiteY2" fmla="*/ 242993 h 395757"/>
                <a:gd name="connsiteX3" fmla="*/ 29250 w 2915191"/>
                <a:gd name="connsiteY3" fmla="*/ 227710 h 395757"/>
                <a:gd name="connsiteX4" fmla="*/ 39000 w 2915191"/>
                <a:gd name="connsiteY4" fmla="*/ 217261 h 395757"/>
                <a:gd name="connsiteX5" fmla="*/ 48749 w 2915191"/>
                <a:gd name="connsiteY5" fmla="*/ 225390 h 395757"/>
                <a:gd name="connsiteX6" fmla="*/ 58499 w 2915191"/>
                <a:gd name="connsiteY6" fmla="*/ 227455 h 395757"/>
                <a:gd name="connsiteX7" fmla="*/ 68249 w 2915191"/>
                <a:gd name="connsiteY7" fmla="*/ 208651 h 395757"/>
                <a:gd name="connsiteX8" fmla="*/ 77998 w 2915191"/>
                <a:gd name="connsiteY8" fmla="*/ 217881 h 395757"/>
                <a:gd name="connsiteX9" fmla="*/ 87748 w 2915191"/>
                <a:gd name="connsiteY9" fmla="*/ 245058 h 395757"/>
                <a:gd name="connsiteX10" fmla="*/ 97497 w 2915191"/>
                <a:gd name="connsiteY10" fmla="*/ 217716 h 395757"/>
                <a:gd name="connsiteX11" fmla="*/ 107247 w 2915191"/>
                <a:gd name="connsiteY11" fmla="*/ 203480 h 395757"/>
                <a:gd name="connsiteX12" fmla="*/ 116997 w 2915191"/>
                <a:gd name="connsiteY12" fmla="*/ 209980 h 395757"/>
                <a:gd name="connsiteX13" fmla="*/ 126747 w 2915191"/>
                <a:gd name="connsiteY13" fmla="*/ 211554 h 395757"/>
                <a:gd name="connsiteX14" fmla="*/ 136497 w 2915191"/>
                <a:gd name="connsiteY14" fmla="*/ 224310 h 395757"/>
                <a:gd name="connsiteX15" fmla="*/ 146247 w 2915191"/>
                <a:gd name="connsiteY15" fmla="*/ 233923 h 395757"/>
                <a:gd name="connsiteX16" fmla="*/ 155997 w 2915191"/>
                <a:gd name="connsiteY16" fmla="*/ 221898 h 395757"/>
                <a:gd name="connsiteX17" fmla="*/ 165747 w 2915191"/>
                <a:gd name="connsiteY17" fmla="*/ 255594 h 395757"/>
                <a:gd name="connsiteX18" fmla="*/ 175497 w 2915191"/>
                <a:gd name="connsiteY18" fmla="*/ 257675 h 395757"/>
                <a:gd name="connsiteX19" fmla="*/ 185247 w 2915191"/>
                <a:gd name="connsiteY19" fmla="*/ 247046 h 395757"/>
                <a:gd name="connsiteX20" fmla="*/ 194996 w 2915191"/>
                <a:gd name="connsiteY20" fmla="*/ 260409 h 395757"/>
                <a:gd name="connsiteX21" fmla="*/ 204746 w 2915191"/>
                <a:gd name="connsiteY21" fmla="*/ 303792 h 395757"/>
                <a:gd name="connsiteX22" fmla="*/ 214495 w 2915191"/>
                <a:gd name="connsiteY22" fmla="*/ 305039 h 395757"/>
                <a:gd name="connsiteX23" fmla="*/ 224245 w 2915191"/>
                <a:gd name="connsiteY23" fmla="*/ 323932 h 395757"/>
                <a:gd name="connsiteX24" fmla="*/ 233995 w 2915191"/>
                <a:gd name="connsiteY24" fmla="*/ 330449 h 395757"/>
                <a:gd name="connsiteX25" fmla="*/ 243744 w 2915191"/>
                <a:gd name="connsiteY25" fmla="*/ 322047 h 395757"/>
                <a:gd name="connsiteX26" fmla="*/ 253494 w 2915191"/>
                <a:gd name="connsiteY26" fmla="*/ 312590 h 395757"/>
                <a:gd name="connsiteX27" fmla="*/ 263244 w 2915191"/>
                <a:gd name="connsiteY27" fmla="*/ 275582 h 395757"/>
                <a:gd name="connsiteX28" fmla="*/ 272994 w 2915191"/>
                <a:gd name="connsiteY28" fmla="*/ 287650 h 395757"/>
                <a:gd name="connsiteX29" fmla="*/ 282744 w 2915191"/>
                <a:gd name="connsiteY29" fmla="*/ 265102 h 395757"/>
                <a:gd name="connsiteX30" fmla="*/ 292494 w 2915191"/>
                <a:gd name="connsiteY30" fmla="*/ 309003 h 395757"/>
                <a:gd name="connsiteX31" fmla="*/ 302244 w 2915191"/>
                <a:gd name="connsiteY31" fmla="*/ 331266 h 395757"/>
                <a:gd name="connsiteX32" fmla="*/ 311994 w 2915191"/>
                <a:gd name="connsiteY32" fmla="*/ 340805 h 395757"/>
                <a:gd name="connsiteX33" fmla="*/ 321744 w 2915191"/>
                <a:gd name="connsiteY33" fmla="*/ 327109 h 395757"/>
                <a:gd name="connsiteX34" fmla="*/ 331493 w 2915191"/>
                <a:gd name="connsiteY34" fmla="*/ 331449 h 395757"/>
                <a:gd name="connsiteX35" fmla="*/ 341243 w 2915191"/>
                <a:gd name="connsiteY35" fmla="*/ 272923 h 395757"/>
                <a:gd name="connsiteX36" fmla="*/ 350993 w 2915191"/>
                <a:gd name="connsiteY36" fmla="*/ 287319 h 395757"/>
                <a:gd name="connsiteX37" fmla="*/ 360742 w 2915191"/>
                <a:gd name="connsiteY37" fmla="*/ 282948 h 395757"/>
                <a:gd name="connsiteX38" fmla="*/ 370492 w 2915191"/>
                <a:gd name="connsiteY38" fmla="*/ 256198 h 395757"/>
                <a:gd name="connsiteX39" fmla="*/ 380241 w 2915191"/>
                <a:gd name="connsiteY39" fmla="*/ 290018 h 395757"/>
                <a:gd name="connsiteX40" fmla="*/ 389991 w 2915191"/>
                <a:gd name="connsiteY40" fmla="*/ 281154 h 395757"/>
                <a:gd name="connsiteX41" fmla="*/ 399741 w 2915191"/>
                <a:gd name="connsiteY41" fmla="*/ 290082 h 395757"/>
                <a:gd name="connsiteX42" fmla="*/ 409491 w 2915191"/>
                <a:gd name="connsiteY42" fmla="*/ 294385 h 395757"/>
                <a:gd name="connsiteX43" fmla="*/ 419241 w 2915191"/>
                <a:gd name="connsiteY43" fmla="*/ 316051 h 395757"/>
                <a:gd name="connsiteX44" fmla="*/ 428991 w 2915191"/>
                <a:gd name="connsiteY44" fmla="*/ 359560 h 395757"/>
                <a:gd name="connsiteX45" fmla="*/ 438741 w 2915191"/>
                <a:gd name="connsiteY45" fmla="*/ 340361 h 395757"/>
                <a:gd name="connsiteX46" fmla="*/ 448491 w 2915191"/>
                <a:gd name="connsiteY46" fmla="*/ 324500 h 395757"/>
                <a:gd name="connsiteX47" fmla="*/ 458241 w 2915191"/>
                <a:gd name="connsiteY47" fmla="*/ 323621 h 395757"/>
                <a:gd name="connsiteX48" fmla="*/ 467991 w 2915191"/>
                <a:gd name="connsiteY48" fmla="*/ 293230 h 395757"/>
                <a:gd name="connsiteX49" fmla="*/ 477740 w 2915191"/>
                <a:gd name="connsiteY49" fmla="*/ 303281 h 395757"/>
                <a:gd name="connsiteX50" fmla="*/ 487490 w 2915191"/>
                <a:gd name="connsiteY50" fmla="*/ 300264 h 395757"/>
                <a:gd name="connsiteX51" fmla="*/ 497239 w 2915191"/>
                <a:gd name="connsiteY51" fmla="*/ 318442 h 395757"/>
                <a:gd name="connsiteX52" fmla="*/ 506989 w 2915191"/>
                <a:gd name="connsiteY52" fmla="*/ 344250 h 395757"/>
                <a:gd name="connsiteX53" fmla="*/ 516738 w 2915191"/>
                <a:gd name="connsiteY53" fmla="*/ 362595 h 395757"/>
                <a:gd name="connsiteX54" fmla="*/ 526488 w 2915191"/>
                <a:gd name="connsiteY54" fmla="*/ 326765 h 395757"/>
                <a:gd name="connsiteX55" fmla="*/ 536238 w 2915191"/>
                <a:gd name="connsiteY55" fmla="*/ 321307 h 395757"/>
                <a:gd name="connsiteX56" fmla="*/ 545988 w 2915191"/>
                <a:gd name="connsiteY56" fmla="*/ 324769 h 395757"/>
                <a:gd name="connsiteX57" fmla="*/ 555738 w 2915191"/>
                <a:gd name="connsiteY57" fmla="*/ 353048 h 395757"/>
                <a:gd name="connsiteX58" fmla="*/ 565488 w 2915191"/>
                <a:gd name="connsiteY58" fmla="*/ 349651 h 395757"/>
                <a:gd name="connsiteX59" fmla="*/ 575238 w 2915191"/>
                <a:gd name="connsiteY59" fmla="*/ 365941 h 395757"/>
                <a:gd name="connsiteX60" fmla="*/ 584988 w 2915191"/>
                <a:gd name="connsiteY60" fmla="*/ 362010 h 395757"/>
                <a:gd name="connsiteX61" fmla="*/ 594738 w 2915191"/>
                <a:gd name="connsiteY61" fmla="*/ 356470 h 395757"/>
                <a:gd name="connsiteX62" fmla="*/ 604488 w 2915191"/>
                <a:gd name="connsiteY62" fmla="*/ 370888 h 395757"/>
                <a:gd name="connsiteX63" fmla="*/ 614237 w 2915191"/>
                <a:gd name="connsiteY63" fmla="*/ 347280 h 395757"/>
                <a:gd name="connsiteX64" fmla="*/ 623987 w 2915191"/>
                <a:gd name="connsiteY64" fmla="*/ 364451 h 395757"/>
                <a:gd name="connsiteX65" fmla="*/ 633736 w 2915191"/>
                <a:gd name="connsiteY65" fmla="*/ 370176 h 395757"/>
                <a:gd name="connsiteX66" fmla="*/ 643486 w 2915191"/>
                <a:gd name="connsiteY66" fmla="*/ 370979 h 395757"/>
                <a:gd name="connsiteX67" fmla="*/ 653236 w 2915191"/>
                <a:gd name="connsiteY67" fmla="*/ 387304 h 395757"/>
                <a:gd name="connsiteX68" fmla="*/ 662985 w 2915191"/>
                <a:gd name="connsiteY68" fmla="*/ 395757 h 395757"/>
                <a:gd name="connsiteX69" fmla="*/ 672735 w 2915191"/>
                <a:gd name="connsiteY69" fmla="*/ 348353 h 395757"/>
                <a:gd name="connsiteX70" fmla="*/ 682485 w 2915191"/>
                <a:gd name="connsiteY70" fmla="*/ 358604 h 395757"/>
                <a:gd name="connsiteX71" fmla="*/ 692235 w 2915191"/>
                <a:gd name="connsiteY71" fmla="*/ 354585 h 395757"/>
                <a:gd name="connsiteX72" fmla="*/ 701985 w 2915191"/>
                <a:gd name="connsiteY72" fmla="*/ 355523 h 395757"/>
                <a:gd name="connsiteX73" fmla="*/ 711735 w 2915191"/>
                <a:gd name="connsiteY73" fmla="*/ 330750 h 395757"/>
                <a:gd name="connsiteX74" fmla="*/ 721485 w 2915191"/>
                <a:gd name="connsiteY74" fmla="*/ 323473 h 395757"/>
                <a:gd name="connsiteX75" fmla="*/ 731235 w 2915191"/>
                <a:gd name="connsiteY75" fmla="*/ 321799 h 395757"/>
                <a:gd name="connsiteX76" fmla="*/ 740985 w 2915191"/>
                <a:gd name="connsiteY76" fmla="*/ 308388 h 395757"/>
                <a:gd name="connsiteX77" fmla="*/ 750734 w 2915191"/>
                <a:gd name="connsiteY77" fmla="*/ 331359 h 395757"/>
                <a:gd name="connsiteX78" fmla="*/ 760484 w 2915191"/>
                <a:gd name="connsiteY78" fmla="*/ 254545 h 395757"/>
                <a:gd name="connsiteX79" fmla="*/ 770233 w 2915191"/>
                <a:gd name="connsiteY79" fmla="*/ 229047 h 395757"/>
                <a:gd name="connsiteX80" fmla="*/ 779983 w 2915191"/>
                <a:gd name="connsiteY80" fmla="*/ 224592 h 395757"/>
                <a:gd name="connsiteX81" fmla="*/ 789733 w 2915191"/>
                <a:gd name="connsiteY81" fmla="*/ 224893 h 395757"/>
                <a:gd name="connsiteX82" fmla="*/ 799482 w 2915191"/>
                <a:gd name="connsiteY82" fmla="*/ 224543 h 395757"/>
                <a:gd name="connsiteX83" fmla="*/ 809232 w 2915191"/>
                <a:gd name="connsiteY83" fmla="*/ 207948 h 395757"/>
                <a:gd name="connsiteX84" fmla="*/ 818982 w 2915191"/>
                <a:gd name="connsiteY84" fmla="*/ 232141 h 395757"/>
                <a:gd name="connsiteX85" fmla="*/ 828732 w 2915191"/>
                <a:gd name="connsiteY85" fmla="*/ 260767 h 395757"/>
                <a:gd name="connsiteX86" fmla="*/ 838482 w 2915191"/>
                <a:gd name="connsiteY86" fmla="*/ 252423 h 395757"/>
                <a:gd name="connsiteX87" fmla="*/ 848232 w 2915191"/>
                <a:gd name="connsiteY87" fmla="*/ 241285 h 395757"/>
                <a:gd name="connsiteX88" fmla="*/ 857982 w 2915191"/>
                <a:gd name="connsiteY88" fmla="*/ 247684 h 395757"/>
                <a:gd name="connsiteX89" fmla="*/ 867732 w 2915191"/>
                <a:gd name="connsiteY89" fmla="*/ 232032 h 395757"/>
                <a:gd name="connsiteX90" fmla="*/ 877482 w 2915191"/>
                <a:gd name="connsiteY90" fmla="*/ 226365 h 395757"/>
                <a:gd name="connsiteX91" fmla="*/ 887231 w 2915191"/>
                <a:gd name="connsiteY91" fmla="*/ 234373 h 395757"/>
                <a:gd name="connsiteX92" fmla="*/ 896981 w 2915191"/>
                <a:gd name="connsiteY92" fmla="*/ 240207 h 395757"/>
                <a:gd name="connsiteX93" fmla="*/ 906730 w 2915191"/>
                <a:gd name="connsiteY93" fmla="*/ 262177 h 395757"/>
                <a:gd name="connsiteX94" fmla="*/ 916480 w 2915191"/>
                <a:gd name="connsiteY94" fmla="*/ 305699 h 395757"/>
                <a:gd name="connsiteX95" fmla="*/ 926230 w 2915191"/>
                <a:gd name="connsiteY95" fmla="*/ 300006 h 395757"/>
                <a:gd name="connsiteX96" fmla="*/ 935979 w 2915191"/>
                <a:gd name="connsiteY96" fmla="*/ 249072 h 395757"/>
                <a:gd name="connsiteX97" fmla="*/ 945729 w 2915191"/>
                <a:gd name="connsiteY97" fmla="*/ 296262 h 395757"/>
                <a:gd name="connsiteX98" fmla="*/ 955479 w 2915191"/>
                <a:gd name="connsiteY98" fmla="*/ 303041 h 395757"/>
                <a:gd name="connsiteX99" fmla="*/ 965229 w 2915191"/>
                <a:gd name="connsiteY99" fmla="*/ 284095 h 395757"/>
                <a:gd name="connsiteX100" fmla="*/ 974979 w 2915191"/>
                <a:gd name="connsiteY100" fmla="*/ 332074 h 395757"/>
                <a:gd name="connsiteX101" fmla="*/ 984729 w 2915191"/>
                <a:gd name="connsiteY101" fmla="*/ 285210 h 395757"/>
                <a:gd name="connsiteX102" fmla="*/ 994474 w 2915191"/>
                <a:gd name="connsiteY102" fmla="*/ 251270 h 395757"/>
                <a:gd name="connsiteX103" fmla="*/ 1004233 w 2915191"/>
                <a:gd name="connsiteY103" fmla="*/ 239203 h 395757"/>
                <a:gd name="connsiteX104" fmla="*/ 1013977 w 2915191"/>
                <a:gd name="connsiteY104" fmla="*/ 211779 h 395757"/>
                <a:gd name="connsiteX105" fmla="*/ 1023721 w 2915191"/>
                <a:gd name="connsiteY105" fmla="*/ 212066 h 395757"/>
                <a:gd name="connsiteX106" fmla="*/ 1033480 w 2915191"/>
                <a:gd name="connsiteY106" fmla="*/ 226871 h 395757"/>
                <a:gd name="connsiteX107" fmla="*/ 1043224 w 2915191"/>
                <a:gd name="connsiteY107" fmla="*/ 217707 h 395757"/>
                <a:gd name="connsiteX108" fmla="*/ 1052983 w 2915191"/>
                <a:gd name="connsiteY108" fmla="*/ 214773 h 395757"/>
                <a:gd name="connsiteX109" fmla="*/ 1062727 w 2915191"/>
                <a:gd name="connsiteY109" fmla="*/ 171694 h 395757"/>
                <a:gd name="connsiteX110" fmla="*/ 1072471 w 2915191"/>
                <a:gd name="connsiteY110" fmla="*/ 186511 h 395757"/>
                <a:gd name="connsiteX111" fmla="*/ 1082230 w 2915191"/>
                <a:gd name="connsiteY111" fmla="*/ 180218 h 395757"/>
                <a:gd name="connsiteX112" fmla="*/ 1091973 w 2915191"/>
                <a:gd name="connsiteY112" fmla="*/ 166544 h 395757"/>
                <a:gd name="connsiteX113" fmla="*/ 1101732 w 2915191"/>
                <a:gd name="connsiteY113" fmla="*/ 178934 h 395757"/>
                <a:gd name="connsiteX114" fmla="*/ 1111476 w 2915191"/>
                <a:gd name="connsiteY114" fmla="*/ 180622 h 395757"/>
                <a:gd name="connsiteX115" fmla="*/ 1121220 w 2915191"/>
                <a:gd name="connsiteY115" fmla="*/ 173540 h 395757"/>
                <a:gd name="connsiteX116" fmla="*/ 1130979 w 2915191"/>
                <a:gd name="connsiteY116" fmla="*/ 196903 h 395757"/>
                <a:gd name="connsiteX117" fmla="*/ 1140723 w 2915191"/>
                <a:gd name="connsiteY117" fmla="*/ 194310 h 395757"/>
                <a:gd name="connsiteX118" fmla="*/ 1150482 w 2915191"/>
                <a:gd name="connsiteY118" fmla="*/ 211408 h 395757"/>
                <a:gd name="connsiteX119" fmla="*/ 1160226 w 2915191"/>
                <a:gd name="connsiteY119" fmla="*/ 229523 h 395757"/>
                <a:gd name="connsiteX120" fmla="*/ 1169969 w 2915191"/>
                <a:gd name="connsiteY120" fmla="*/ 220216 h 395757"/>
                <a:gd name="connsiteX121" fmla="*/ 1179728 w 2915191"/>
                <a:gd name="connsiteY121" fmla="*/ 250000 h 395757"/>
                <a:gd name="connsiteX122" fmla="*/ 1189472 w 2915191"/>
                <a:gd name="connsiteY122" fmla="*/ 220757 h 395757"/>
                <a:gd name="connsiteX123" fmla="*/ 1199231 w 2915191"/>
                <a:gd name="connsiteY123" fmla="*/ 208809 h 395757"/>
                <a:gd name="connsiteX124" fmla="*/ 1208975 w 2915191"/>
                <a:gd name="connsiteY124" fmla="*/ 186710 h 395757"/>
                <a:gd name="connsiteX125" fmla="*/ 1218719 w 2915191"/>
                <a:gd name="connsiteY125" fmla="*/ 187653 h 395757"/>
                <a:gd name="connsiteX126" fmla="*/ 1228478 w 2915191"/>
                <a:gd name="connsiteY126" fmla="*/ 212398 h 395757"/>
                <a:gd name="connsiteX127" fmla="*/ 1238222 w 2915191"/>
                <a:gd name="connsiteY127" fmla="*/ 232390 h 395757"/>
                <a:gd name="connsiteX128" fmla="*/ 1247966 w 2915191"/>
                <a:gd name="connsiteY128" fmla="*/ 229088 h 395757"/>
                <a:gd name="connsiteX129" fmla="*/ 1257725 w 2915191"/>
                <a:gd name="connsiteY129" fmla="*/ 218227 h 395757"/>
                <a:gd name="connsiteX130" fmla="*/ 1267469 w 2915191"/>
                <a:gd name="connsiteY130" fmla="*/ 221441 h 395757"/>
                <a:gd name="connsiteX131" fmla="*/ 1277227 w 2915191"/>
                <a:gd name="connsiteY131" fmla="*/ 186984 h 395757"/>
                <a:gd name="connsiteX132" fmla="*/ 1286971 w 2915191"/>
                <a:gd name="connsiteY132" fmla="*/ 160924 h 395757"/>
                <a:gd name="connsiteX133" fmla="*/ 1296715 w 2915191"/>
                <a:gd name="connsiteY133" fmla="*/ 118788 h 395757"/>
                <a:gd name="connsiteX134" fmla="*/ 1306474 w 2915191"/>
                <a:gd name="connsiteY134" fmla="*/ 107414 h 395757"/>
                <a:gd name="connsiteX135" fmla="*/ 1316218 w 2915191"/>
                <a:gd name="connsiteY135" fmla="*/ 112754 h 395757"/>
                <a:gd name="connsiteX136" fmla="*/ 1325977 w 2915191"/>
                <a:gd name="connsiteY136" fmla="*/ 130335 h 395757"/>
                <a:gd name="connsiteX137" fmla="*/ 1335721 w 2915191"/>
                <a:gd name="connsiteY137" fmla="*/ 147993 h 395757"/>
                <a:gd name="connsiteX138" fmla="*/ 1345465 w 2915191"/>
                <a:gd name="connsiteY138" fmla="*/ 159069 h 395757"/>
                <a:gd name="connsiteX139" fmla="*/ 1355224 w 2915191"/>
                <a:gd name="connsiteY139" fmla="*/ 153965 h 395757"/>
                <a:gd name="connsiteX140" fmla="*/ 1364967 w 2915191"/>
                <a:gd name="connsiteY140" fmla="*/ 140103 h 395757"/>
                <a:gd name="connsiteX141" fmla="*/ 1374726 w 2915191"/>
                <a:gd name="connsiteY141" fmla="*/ 176774 h 395757"/>
                <a:gd name="connsiteX142" fmla="*/ 1384470 w 2915191"/>
                <a:gd name="connsiteY142" fmla="*/ 166527 h 395757"/>
                <a:gd name="connsiteX143" fmla="*/ 1394214 w 2915191"/>
                <a:gd name="connsiteY143" fmla="*/ 147367 h 395757"/>
                <a:gd name="connsiteX144" fmla="*/ 1403973 w 2915191"/>
                <a:gd name="connsiteY144" fmla="*/ 138193 h 395757"/>
                <a:gd name="connsiteX145" fmla="*/ 1413717 w 2915191"/>
                <a:gd name="connsiteY145" fmla="*/ 181814 h 395757"/>
                <a:gd name="connsiteX146" fmla="*/ 1423476 w 2915191"/>
                <a:gd name="connsiteY146" fmla="*/ 197386 h 395757"/>
                <a:gd name="connsiteX147" fmla="*/ 1433220 w 2915191"/>
                <a:gd name="connsiteY147" fmla="*/ 185060 h 395757"/>
                <a:gd name="connsiteX148" fmla="*/ 1442964 w 2915191"/>
                <a:gd name="connsiteY148" fmla="*/ 192979 h 395757"/>
                <a:gd name="connsiteX149" fmla="*/ 1452722 w 2915191"/>
                <a:gd name="connsiteY149" fmla="*/ 212926 h 395757"/>
                <a:gd name="connsiteX150" fmla="*/ 1462466 w 2915191"/>
                <a:gd name="connsiteY150" fmla="*/ 204772 h 395757"/>
                <a:gd name="connsiteX151" fmla="*/ 1472225 w 2915191"/>
                <a:gd name="connsiteY151" fmla="*/ 242949 h 395757"/>
                <a:gd name="connsiteX152" fmla="*/ 1481969 w 2915191"/>
                <a:gd name="connsiteY152" fmla="*/ 237545 h 395757"/>
                <a:gd name="connsiteX153" fmla="*/ 1491713 w 2915191"/>
                <a:gd name="connsiteY153" fmla="*/ 234491 h 395757"/>
                <a:gd name="connsiteX154" fmla="*/ 1501472 w 2915191"/>
                <a:gd name="connsiteY154" fmla="*/ 224784 h 395757"/>
                <a:gd name="connsiteX155" fmla="*/ 1511216 w 2915191"/>
                <a:gd name="connsiteY155" fmla="*/ 244251 h 395757"/>
                <a:gd name="connsiteX156" fmla="*/ 1520960 w 2915191"/>
                <a:gd name="connsiteY156" fmla="*/ 229391 h 395757"/>
                <a:gd name="connsiteX157" fmla="*/ 1530719 w 2915191"/>
                <a:gd name="connsiteY157" fmla="*/ 234632 h 395757"/>
                <a:gd name="connsiteX158" fmla="*/ 1540463 w 2915191"/>
                <a:gd name="connsiteY158" fmla="*/ 215582 h 395757"/>
                <a:gd name="connsiteX159" fmla="*/ 1550221 w 2915191"/>
                <a:gd name="connsiteY159" fmla="*/ 228583 h 395757"/>
                <a:gd name="connsiteX160" fmla="*/ 1559965 w 2915191"/>
                <a:gd name="connsiteY160" fmla="*/ 246097 h 395757"/>
                <a:gd name="connsiteX161" fmla="*/ 1569709 w 2915191"/>
                <a:gd name="connsiteY161" fmla="*/ 259059 h 395757"/>
                <a:gd name="connsiteX162" fmla="*/ 1579468 w 2915191"/>
                <a:gd name="connsiteY162" fmla="*/ 272721 h 395757"/>
                <a:gd name="connsiteX163" fmla="*/ 1589212 w 2915191"/>
                <a:gd name="connsiteY163" fmla="*/ 263630 h 395757"/>
                <a:gd name="connsiteX164" fmla="*/ 1598971 w 2915191"/>
                <a:gd name="connsiteY164" fmla="*/ 277784 h 395757"/>
                <a:gd name="connsiteX165" fmla="*/ 1608715 w 2915191"/>
                <a:gd name="connsiteY165" fmla="*/ 285827 h 395757"/>
                <a:gd name="connsiteX166" fmla="*/ 1618459 w 2915191"/>
                <a:gd name="connsiteY166" fmla="*/ 273872 h 395757"/>
                <a:gd name="connsiteX167" fmla="*/ 1628218 w 2915191"/>
                <a:gd name="connsiteY167" fmla="*/ 269676 h 395757"/>
                <a:gd name="connsiteX168" fmla="*/ 1637962 w 2915191"/>
                <a:gd name="connsiteY168" fmla="*/ 269694 h 395757"/>
                <a:gd name="connsiteX169" fmla="*/ 1647720 w 2915191"/>
                <a:gd name="connsiteY169" fmla="*/ 274923 h 395757"/>
                <a:gd name="connsiteX170" fmla="*/ 1657464 w 2915191"/>
                <a:gd name="connsiteY170" fmla="*/ 283344 h 395757"/>
                <a:gd name="connsiteX171" fmla="*/ 1667208 w 2915191"/>
                <a:gd name="connsiteY171" fmla="*/ 295494 h 395757"/>
                <a:gd name="connsiteX172" fmla="*/ 1676967 w 2915191"/>
                <a:gd name="connsiteY172" fmla="*/ 332261 h 395757"/>
                <a:gd name="connsiteX173" fmla="*/ 1686711 w 2915191"/>
                <a:gd name="connsiteY173" fmla="*/ 338268 h 395757"/>
                <a:gd name="connsiteX174" fmla="*/ 1696470 w 2915191"/>
                <a:gd name="connsiteY174" fmla="*/ 343512 h 395757"/>
                <a:gd name="connsiteX175" fmla="*/ 1706214 w 2915191"/>
                <a:gd name="connsiteY175" fmla="*/ 359606 h 395757"/>
                <a:gd name="connsiteX176" fmla="*/ 1715958 w 2915191"/>
                <a:gd name="connsiteY176" fmla="*/ 358210 h 395757"/>
                <a:gd name="connsiteX177" fmla="*/ 1725716 w 2915191"/>
                <a:gd name="connsiteY177" fmla="*/ 352866 h 395757"/>
                <a:gd name="connsiteX178" fmla="*/ 1735460 w 2915191"/>
                <a:gd name="connsiteY178" fmla="*/ 355691 h 395757"/>
                <a:gd name="connsiteX179" fmla="*/ 1745219 w 2915191"/>
                <a:gd name="connsiteY179" fmla="*/ 385949 h 395757"/>
                <a:gd name="connsiteX180" fmla="*/ 1754963 w 2915191"/>
                <a:gd name="connsiteY180" fmla="*/ 386965 h 395757"/>
                <a:gd name="connsiteX181" fmla="*/ 1764707 w 2915191"/>
                <a:gd name="connsiteY181" fmla="*/ 376402 h 395757"/>
                <a:gd name="connsiteX182" fmla="*/ 1774466 w 2915191"/>
                <a:gd name="connsiteY182" fmla="*/ 356478 h 395757"/>
                <a:gd name="connsiteX183" fmla="*/ 1784210 w 2915191"/>
                <a:gd name="connsiteY183" fmla="*/ 333898 h 395757"/>
                <a:gd name="connsiteX184" fmla="*/ 1793969 w 2915191"/>
                <a:gd name="connsiteY184" fmla="*/ 321939 h 395757"/>
                <a:gd name="connsiteX185" fmla="*/ 1803713 w 2915191"/>
                <a:gd name="connsiteY185" fmla="*/ 321943 h 395757"/>
                <a:gd name="connsiteX186" fmla="*/ 1813457 w 2915191"/>
                <a:gd name="connsiteY186" fmla="*/ 280917 h 395757"/>
                <a:gd name="connsiteX187" fmla="*/ 1823215 w 2915191"/>
                <a:gd name="connsiteY187" fmla="*/ 267316 h 395757"/>
                <a:gd name="connsiteX188" fmla="*/ 1832959 w 2915191"/>
                <a:gd name="connsiteY188" fmla="*/ 214594 h 395757"/>
                <a:gd name="connsiteX189" fmla="*/ 1842703 w 2915191"/>
                <a:gd name="connsiteY189" fmla="*/ 232101 h 395757"/>
                <a:gd name="connsiteX190" fmla="*/ 1852462 w 2915191"/>
                <a:gd name="connsiteY190" fmla="*/ 229136 h 395757"/>
                <a:gd name="connsiteX191" fmla="*/ 1862206 w 2915191"/>
                <a:gd name="connsiteY191" fmla="*/ 232180 h 395757"/>
                <a:gd name="connsiteX192" fmla="*/ 1871965 w 2915191"/>
                <a:gd name="connsiteY192" fmla="*/ 222723 h 395757"/>
                <a:gd name="connsiteX193" fmla="*/ 1881709 w 2915191"/>
                <a:gd name="connsiteY193" fmla="*/ 227060 h 395757"/>
                <a:gd name="connsiteX194" fmla="*/ 1891453 w 2915191"/>
                <a:gd name="connsiteY194" fmla="*/ 228269 h 395757"/>
                <a:gd name="connsiteX195" fmla="*/ 1901212 w 2915191"/>
                <a:gd name="connsiteY195" fmla="*/ 210795 h 395757"/>
                <a:gd name="connsiteX196" fmla="*/ 1910956 w 2915191"/>
                <a:gd name="connsiteY196" fmla="*/ 210734 h 395757"/>
                <a:gd name="connsiteX197" fmla="*/ 1920714 w 2915191"/>
                <a:gd name="connsiteY197" fmla="*/ 157806 h 395757"/>
                <a:gd name="connsiteX198" fmla="*/ 1930458 w 2915191"/>
                <a:gd name="connsiteY198" fmla="*/ 161387 h 395757"/>
                <a:gd name="connsiteX199" fmla="*/ 1940202 w 2915191"/>
                <a:gd name="connsiteY199" fmla="*/ 150837 h 395757"/>
                <a:gd name="connsiteX200" fmla="*/ 1949961 w 2915191"/>
                <a:gd name="connsiteY200" fmla="*/ 202278 h 395757"/>
                <a:gd name="connsiteX201" fmla="*/ 1959705 w 2915191"/>
                <a:gd name="connsiteY201" fmla="*/ 180695 h 395757"/>
                <a:gd name="connsiteX202" fmla="*/ 1969464 w 2915191"/>
                <a:gd name="connsiteY202" fmla="*/ 209834 h 395757"/>
                <a:gd name="connsiteX203" fmla="*/ 1979208 w 2915191"/>
                <a:gd name="connsiteY203" fmla="*/ 222640 h 395757"/>
                <a:gd name="connsiteX204" fmla="*/ 1988952 w 2915191"/>
                <a:gd name="connsiteY204" fmla="*/ 222443 h 395757"/>
                <a:gd name="connsiteX205" fmla="*/ 1998711 w 2915191"/>
                <a:gd name="connsiteY205" fmla="*/ 236743 h 395757"/>
                <a:gd name="connsiteX206" fmla="*/ 2008454 w 2915191"/>
                <a:gd name="connsiteY206" fmla="*/ 213867 h 395757"/>
                <a:gd name="connsiteX207" fmla="*/ 2018213 w 2915191"/>
                <a:gd name="connsiteY207" fmla="*/ 200099 h 395757"/>
                <a:gd name="connsiteX208" fmla="*/ 2027957 w 2915191"/>
                <a:gd name="connsiteY208" fmla="*/ 251574 h 395757"/>
                <a:gd name="connsiteX209" fmla="*/ 2037701 w 2915191"/>
                <a:gd name="connsiteY209" fmla="*/ 265047 h 395757"/>
                <a:gd name="connsiteX210" fmla="*/ 2047460 w 2915191"/>
                <a:gd name="connsiteY210" fmla="*/ 267364 h 395757"/>
                <a:gd name="connsiteX211" fmla="*/ 2057204 w 2915191"/>
                <a:gd name="connsiteY211" fmla="*/ 293549 h 395757"/>
                <a:gd name="connsiteX212" fmla="*/ 2066963 w 2915191"/>
                <a:gd name="connsiteY212" fmla="*/ 267541 h 395757"/>
                <a:gd name="connsiteX213" fmla="*/ 2076707 w 2915191"/>
                <a:gd name="connsiteY213" fmla="*/ 248025 h 395757"/>
                <a:gd name="connsiteX214" fmla="*/ 2086451 w 2915191"/>
                <a:gd name="connsiteY214" fmla="*/ 252755 h 395757"/>
                <a:gd name="connsiteX215" fmla="*/ 2096210 w 2915191"/>
                <a:gd name="connsiteY215" fmla="*/ 255124 h 395757"/>
                <a:gd name="connsiteX216" fmla="*/ 2105954 w 2915191"/>
                <a:gd name="connsiteY216" fmla="*/ 231402 h 395757"/>
                <a:gd name="connsiteX217" fmla="*/ 2115697 w 2915191"/>
                <a:gd name="connsiteY217" fmla="*/ 197291 h 395757"/>
                <a:gd name="connsiteX218" fmla="*/ 2125456 w 2915191"/>
                <a:gd name="connsiteY218" fmla="*/ 169689 h 395757"/>
                <a:gd name="connsiteX219" fmla="*/ 2135200 w 2915191"/>
                <a:gd name="connsiteY219" fmla="*/ 176972 h 395757"/>
                <a:gd name="connsiteX220" fmla="*/ 2144959 w 2915191"/>
                <a:gd name="connsiteY220" fmla="*/ 173581 h 395757"/>
                <a:gd name="connsiteX221" fmla="*/ 2154703 w 2915191"/>
                <a:gd name="connsiteY221" fmla="*/ 152624 h 395757"/>
                <a:gd name="connsiteX222" fmla="*/ 2164447 w 2915191"/>
                <a:gd name="connsiteY222" fmla="*/ 132573 h 395757"/>
                <a:gd name="connsiteX223" fmla="*/ 2174206 w 2915191"/>
                <a:gd name="connsiteY223" fmla="*/ 126080 h 395757"/>
                <a:gd name="connsiteX224" fmla="*/ 2183950 w 2915191"/>
                <a:gd name="connsiteY224" fmla="*/ 164932 h 395757"/>
                <a:gd name="connsiteX225" fmla="*/ 2193709 w 2915191"/>
                <a:gd name="connsiteY225" fmla="*/ 167247 h 395757"/>
                <a:gd name="connsiteX226" fmla="*/ 2203452 w 2915191"/>
                <a:gd name="connsiteY226" fmla="*/ 123280 h 395757"/>
                <a:gd name="connsiteX227" fmla="*/ 2213196 w 2915191"/>
                <a:gd name="connsiteY227" fmla="*/ 138002 h 395757"/>
                <a:gd name="connsiteX228" fmla="*/ 2222955 w 2915191"/>
                <a:gd name="connsiteY228" fmla="*/ 122774 h 395757"/>
                <a:gd name="connsiteX229" fmla="*/ 2232699 w 2915191"/>
                <a:gd name="connsiteY229" fmla="*/ 140618 h 395757"/>
                <a:gd name="connsiteX230" fmla="*/ 2242458 w 2915191"/>
                <a:gd name="connsiteY230" fmla="*/ 144876 h 395757"/>
                <a:gd name="connsiteX231" fmla="*/ 2252202 w 2915191"/>
                <a:gd name="connsiteY231" fmla="*/ 158699 h 395757"/>
                <a:gd name="connsiteX232" fmla="*/ 2261946 w 2915191"/>
                <a:gd name="connsiteY232" fmla="*/ 148446 h 395757"/>
                <a:gd name="connsiteX233" fmla="*/ 2271705 w 2915191"/>
                <a:gd name="connsiteY233" fmla="*/ 154775 h 395757"/>
                <a:gd name="connsiteX234" fmla="*/ 2281449 w 2915191"/>
                <a:gd name="connsiteY234" fmla="*/ 183258 h 395757"/>
                <a:gd name="connsiteX235" fmla="*/ 2291208 w 2915191"/>
                <a:gd name="connsiteY235" fmla="*/ 193663 h 395757"/>
                <a:gd name="connsiteX236" fmla="*/ 2300951 w 2915191"/>
                <a:gd name="connsiteY236" fmla="*/ 184557 h 395757"/>
                <a:gd name="connsiteX237" fmla="*/ 2310695 w 2915191"/>
                <a:gd name="connsiteY237" fmla="*/ 190178 h 395757"/>
                <a:gd name="connsiteX238" fmla="*/ 2320454 w 2915191"/>
                <a:gd name="connsiteY238" fmla="*/ 159687 h 395757"/>
                <a:gd name="connsiteX239" fmla="*/ 2330198 w 2915191"/>
                <a:gd name="connsiteY239" fmla="*/ 178259 h 395757"/>
                <a:gd name="connsiteX240" fmla="*/ 2339957 w 2915191"/>
                <a:gd name="connsiteY240" fmla="*/ 177773 h 395757"/>
                <a:gd name="connsiteX241" fmla="*/ 2349701 w 2915191"/>
                <a:gd name="connsiteY241" fmla="*/ 169473 h 395757"/>
                <a:gd name="connsiteX242" fmla="*/ 2359445 w 2915191"/>
                <a:gd name="connsiteY242" fmla="*/ 171565 h 395757"/>
                <a:gd name="connsiteX243" fmla="*/ 2369204 w 2915191"/>
                <a:gd name="connsiteY243" fmla="*/ 161357 h 395757"/>
                <a:gd name="connsiteX244" fmla="*/ 2378948 w 2915191"/>
                <a:gd name="connsiteY244" fmla="*/ 172898 h 395757"/>
                <a:gd name="connsiteX245" fmla="*/ 2388692 w 2915191"/>
                <a:gd name="connsiteY245" fmla="*/ 164234 h 395757"/>
                <a:gd name="connsiteX246" fmla="*/ 2398450 w 2915191"/>
                <a:gd name="connsiteY246" fmla="*/ 195391 h 395757"/>
                <a:gd name="connsiteX247" fmla="*/ 2408194 w 2915191"/>
                <a:gd name="connsiteY247" fmla="*/ 185632 h 395757"/>
                <a:gd name="connsiteX248" fmla="*/ 2417953 w 2915191"/>
                <a:gd name="connsiteY248" fmla="*/ 170294 h 395757"/>
                <a:gd name="connsiteX249" fmla="*/ 2427697 w 2915191"/>
                <a:gd name="connsiteY249" fmla="*/ 169814 h 395757"/>
                <a:gd name="connsiteX250" fmla="*/ 2437441 w 2915191"/>
                <a:gd name="connsiteY250" fmla="*/ 182705 h 395757"/>
                <a:gd name="connsiteX251" fmla="*/ 2447200 w 2915191"/>
                <a:gd name="connsiteY251" fmla="*/ 160067 h 395757"/>
                <a:gd name="connsiteX252" fmla="*/ 2456944 w 2915191"/>
                <a:gd name="connsiteY252" fmla="*/ 177658 h 395757"/>
                <a:gd name="connsiteX253" fmla="*/ 2466703 w 2915191"/>
                <a:gd name="connsiteY253" fmla="*/ 200010 h 395757"/>
                <a:gd name="connsiteX254" fmla="*/ 2476446 w 2915191"/>
                <a:gd name="connsiteY254" fmla="*/ 187638 h 395757"/>
                <a:gd name="connsiteX255" fmla="*/ 2486190 w 2915191"/>
                <a:gd name="connsiteY255" fmla="*/ 154374 h 395757"/>
                <a:gd name="connsiteX256" fmla="*/ 2495949 w 2915191"/>
                <a:gd name="connsiteY256" fmla="*/ 186949 h 395757"/>
                <a:gd name="connsiteX257" fmla="*/ 2505693 w 2915191"/>
                <a:gd name="connsiteY257" fmla="*/ 183216 h 395757"/>
                <a:gd name="connsiteX258" fmla="*/ 2515452 w 2915191"/>
                <a:gd name="connsiteY258" fmla="*/ 162621 h 395757"/>
                <a:gd name="connsiteX259" fmla="*/ 2525196 w 2915191"/>
                <a:gd name="connsiteY259" fmla="*/ 169835 h 395757"/>
                <a:gd name="connsiteX260" fmla="*/ 2534940 w 2915191"/>
                <a:gd name="connsiteY260" fmla="*/ 191734 h 395757"/>
                <a:gd name="connsiteX261" fmla="*/ 2544699 w 2915191"/>
                <a:gd name="connsiteY261" fmla="*/ 159337 h 395757"/>
                <a:gd name="connsiteX262" fmla="*/ 2554443 w 2915191"/>
                <a:gd name="connsiteY262" fmla="*/ 161131 h 395757"/>
                <a:gd name="connsiteX263" fmla="*/ 2564202 w 2915191"/>
                <a:gd name="connsiteY263" fmla="*/ 118551 h 395757"/>
                <a:gd name="connsiteX264" fmla="*/ 2573946 w 2915191"/>
                <a:gd name="connsiteY264" fmla="*/ 116796 h 395757"/>
                <a:gd name="connsiteX265" fmla="*/ 2583690 w 2915191"/>
                <a:gd name="connsiteY265" fmla="*/ 105516 h 395757"/>
                <a:gd name="connsiteX266" fmla="*/ 2593448 w 2915191"/>
                <a:gd name="connsiteY266" fmla="*/ 99340 h 395757"/>
                <a:gd name="connsiteX267" fmla="*/ 2603192 w 2915191"/>
                <a:gd name="connsiteY267" fmla="*/ 85964 h 395757"/>
                <a:gd name="connsiteX268" fmla="*/ 2612951 w 2915191"/>
                <a:gd name="connsiteY268" fmla="*/ 62760 h 395757"/>
                <a:gd name="connsiteX269" fmla="*/ 2622695 w 2915191"/>
                <a:gd name="connsiteY269" fmla="*/ 70238 h 395757"/>
                <a:gd name="connsiteX270" fmla="*/ 2632439 w 2915191"/>
                <a:gd name="connsiteY270" fmla="*/ 64237 h 395757"/>
                <a:gd name="connsiteX271" fmla="*/ 2642198 w 2915191"/>
                <a:gd name="connsiteY271" fmla="*/ 67186 h 395757"/>
                <a:gd name="connsiteX272" fmla="*/ 2651942 w 2915191"/>
                <a:gd name="connsiteY272" fmla="*/ 43483 h 395757"/>
                <a:gd name="connsiteX273" fmla="*/ 2661685 w 2915191"/>
                <a:gd name="connsiteY273" fmla="*/ 67330 h 395757"/>
                <a:gd name="connsiteX274" fmla="*/ 2671444 w 2915191"/>
                <a:gd name="connsiteY274" fmla="*/ 76755 h 395757"/>
                <a:gd name="connsiteX275" fmla="*/ 2681188 w 2915191"/>
                <a:gd name="connsiteY275" fmla="*/ 82963 h 395757"/>
                <a:gd name="connsiteX276" fmla="*/ 2690947 w 2915191"/>
                <a:gd name="connsiteY276" fmla="*/ 100313 h 395757"/>
                <a:gd name="connsiteX277" fmla="*/ 2700691 w 2915191"/>
                <a:gd name="connsiteY277" fmla="*/ 90260 h 395757"/>
                <a:gd name="connsiteX278" fmla="*/ 2710435 w 2915191"/>
                <a:gd name="connsiteY278" fmla="*/ 55223 h 395757"/>
                <a:gd name="connsiteX279" fmla="*/ 2720194 w 2915191"/>
                <a:gd name="connsiteY279" fmla="*/ 51299 h 395757"/>
                <a:gd name="connsiteX280" fmla="*/ 2729938 w 2915191"/>
                <a:gd name="connsiteY280" fmla="*/ 42398 h 395757"/>
                <a:gd name="connsiteX281" fmla="*/ 2739697 w 2915191"/>
                <a:gd name="connsiteY281" fmla="*/ 37370 h 395757"/>
                <a:gd name="connsiteX282" fmla="*/ 2749441 w 2915191"/>
                <a:gd name="connsiteY282" fmla="*/ 12679 h 395757"/>
                <a:gd name="connsiteX283" fmla="*/ 2759185 w 2915191"/>
                <a:gd name="connsiteY283" fmla="*/ 39621 h 395757"/>
                <a:gd name="connsiteX284" fmla="*/ 2768943 w 2915191"/>
                <a:gd name="connsiteY284" fmla="*/ 61911 h 395757"/>
                <a:gd name="connsiteX285" fmla="*/ 2778687 w 2915191"/>
                <a:gd name="connsiteY285" fmla="*/ 56737 h 395757"/>
                <a:gd name="connsiteX286" fmla="*/ 2788446 w 2915191"/>
                <a:gd name="connsiteY286" fmla="*/ 71636 h 395757"/>
                <a:gd name="connsiteX287" fmla="*/ 2798190 w 2915191"/>
                <a:gd name="connsiteY287" fmla="*/ 48255 h 395757"/>
                <a:gd name="connsiteX288" fmla="*/ 2807934 w 2915191"/>
                <a:gd name="connsiteY288" fmla="*/ 4354 h 395757"/>
                <a:gd name="connsiteX289" fmla="*/ 2817693 w 2915191"/>
                <a:gd name="connsiteY289" fmla="*/ 0 h 395757"/>
                <a:gd name="connsiteX290" fmla="*/ 2827437 w 2915191"/>
                <a:gd name="connsiteY290" fmla="*/ 14334 h 395757"/>
                <a:gd name="connsiteX291" fmla="*/ 2837196 w 2915191"/>
                <a:gd name="connsiteY291" fmla="*/ 33284 h 395757"/>
                <a:gd name="connsiteX292" fmla="*/ 2846940 w 2915191"/>
                <a:gd name="connsiteY292" fmla="*/ 54760 h 395757"/>
                <a:gd name="connsiteX293" fmla="*/ 2856684 w 2915191"/>
                <a:gd name="connsiteY293" fmla="*/ 41838 h 395757"/>
                <a:gd name="connsiteX294" fmla="*/ 2866442 w 2915191"/>
                <a:gd name="connsiteY294" fmla="*/ 43669 h 395757"/>
                <a:gd name="connsiteX295" fmla="*/ 2876186 w 2915191"/>
                <a:gd name="connsiteY295" fmla="*/ 36427 h 395757"/>
                <a:gd name="connsiteX296" fmla="*/ 2885945 w 2915191"/>
                <a:gd name="connsiteY296" fmla="*/ 29768 h 395757"/>
                <a:gd name="connsiteX297" fmla="*/ 2895689 w 2915191"/>
                <a:gd name="connsiteY297" fmla="*/ 16767 h 395757"/>
                <a:gd name="connsiteX298" fmla="*/ 2905433 w 2915191"/>
                <a:gd name="connsiteY298" fmla="*/ 23199 h 395757"/>
                <a:gd name="connsiteX299" fmla="*/ 2915192 w 2915191"/>
                <a:gd name="connsiteY299" fmla="*/ 61348 h 395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95757">
                  <a:moveTo>
                    <a:pt x="0" y="200706"/>
                  </a:moveTo>
                  <a:lnTo>
                    <a:pt x="9750" y="213571"/>
                  </a:lnTo>
                  <a:lnTo>
                    <a:pt x="19500" y="242993"/>
                  </a:lnTo>
                  <a:lnTo>
                    <a:pt x="29250" y="227710"/>
                  </a:lnTo>
                  <a:lnTo>
                    <a:pt x="39000" y="217261"/>
                  </a:lnTo>
                  <a:lnTo>
                    <a:pt x="48749" y="225390"/>
                  </a:lnTo>
                  <a:lnTo>
                    <a:pt x="58499" y="227455"/>
                  </a:lnTo>
                  <a:lnTo>
                    <a:pt x="68249" y="208651"/>
                  </a:lnTo>
                  <a:lnTo>
                    <a:pt x="77998" y="217881"/>
                  </a:lnTo>
                  <a:lnTo>
                    <a:pt x="87748" y="245058"/>
                  </a:lnTo>
                  <a:lnTo>
                    <a:pt x="97497" y="217716"/>
                  </a:lnTo>
                  <a:lnTo>
                    <a:pt x="107247" y="203480"/>
                  </a:lnTo>
                  <a:lnTo>
                    <a:pt x="116997" y="209980"/>
                  </a:lnTo>
                  <a:lnTo>
                    <a:pt x="126747" y="211554"/>
                  </a:lnTo>
                  <a:lnTo>
                    <a:pt x="136497" y="224310"/>
                  </a:lnTo>
                  <a:lnTo>
                    <a:pt x="146247" y="233923"/>
                  </a:lnTo>
                  <a:lnTo>
                    <a:pt x="155997" y="221898"/>
                  </a:lnTo>
                  <a:lnTo>
                    <a:pt x="165747" y="255594"/>
                  </a:lnTo>
                  <a:lnTo>
                    <a:pt x="175497" y="257675"/>
                  </a:lnTo>
                  <a:lnTo>
                    <a:pt x="185247" y="247046"/>
                  </a:lnTo>
                  <a:lnTo>
                    <a:pt x="194996" y="260409"/>
                  </a:lnTo>
                  <a:lnTo>
                    <a:pt x="204746" y="303792"/>
                  </a:lnTo>
                  <a:lnTo>
                    <a:pt x="214495" y="305039"/>
                  </a:lnTo>
                  <a:lnTo>
                    <a:pt x="224245" y="323932"/>
                  </a:lnTo>
                  <a:lnTo>
                    <a:pt x="233995" y="330449"/>
                  </a:lnTo>
                  <a:lnTo>
                    <a:pt x="243744" y="322047"/>
                  </a:lnTo>
                  <a:lnTo>
                    <a:pt x="253494" y="312590"/>
                  </a:lnTo>
                  <a:lnTo>
                    <a:pt x="263244" y="275582"/>
                  </a:lnTo>
                  <a:lnTo>
                    <a:pt x="272994" y="287650"/>
                  </a:lnTo>
                  <a:lnTo>
                    <a:pt x="282744" y="265102"/>
                  </a:lnTo>
                  <a:lnTo>
                    <a:pt x="292494" y="309003"/>
                  </a:lnTo>
                  <a:lnTo>
                    <a:pt x="302244" y="331266"/>
                  </a:lnTo>
                  <a:lnTo>
                    <a:pt x="311994" y="340805"/>
                  </a:lnTo>
                  <a:lnTo>
                    <a:pt x="321744" y="327109"/>
                  </a:lnTo>
                  <a:lnTo>
                    <a:pt x="331493" y="331449"/>
                  </a:lnTo>
                  <a:lnTo>
                    <a:pt x="341243" y="272923"/>
                  </a:lnTo>
                  <a:lnTo>
                    <a:pt x="350993" y="287319"/>
                  </a:lnTo>
                  <a:lnTo>
                    <a:pt x="360742" y="282948"/>
                  </a:lnTo>
                  <a:lnTo>
                    <a:pt x="370492" y="256198"/>
                  </a:lnTo>
                  <a:lnTo>
                    <a:pt x="380241" y="290018"/>
                  </a:lnTo>
                  <a:lnTo>
                    <a:pt x="389991" y="281154"/>
                  </a:lnTo>
                  <a:lnTo>
                    <a:pt x="399741" y="290082"/>
                  </a:lnTo>
                  <a:lnTo>
                    <a:pt x="409491" y="294385"/>
                  </a:lnTo>
                  <a:lnTo>
                    <a:pt x="419241" y="316051"/>
                  </a:lnTo>
                  <a:lnTo>
                    <a:pt x="428991" y="359560"/>
                  </a:lnTo>
                  <a:lnTo>
                    <a:pt x="438741" y="340361"/>
                  </a:lnTo>
                  <a:lnTo>
                    <a:pt x="448491" y="324500"/>
                  </a:lnTo>
                  <a:lnTo>
                    <a:pt x="458241" y="323621"/>
                  </a:lnTo>
                  <a:lnTo>
                    <a:pt x="467991" y="293230"/>
                  </a:lnTo>
                  <a:lnTo>
                    <a:pt x="477740" y="303281"/>
                  </a:lnTo>
                  <a:lnTo>
                    <a:pt x="487490" y="300264"/>
                  </a:lnTo>
                  <a:lnTo>
                    <a:pt x="497239" y="318442"/>
                  </a:lnTo>
                  <a:lnTo>
                    <a:pt x="506989" y="344250"/>
                  </a:lnTo>
                  <a:lnTo>
                    <a:pt x="516738" y="362595"/>
                  </a:lnTo>
                  <a:lnTo>
                    <a:pt x="526488" y="326765"/>
                  </a:lnTo>
                  <a:lnTo>
                    <a:pt x="536238" y="321307"/>
                  </a:lnTo>
                  <a:lnTo>
                    <a:pt x="545988" y="324769"/>
                  </a:lnTo>
                  <a:lnTo>
                    <a:pt x="555738" y="353048"/>
                  </a:lnTo>
                  <a:lnTo>
                    <a:pt x="565488" y="349651"/>
                  </a:lnTo>
                  <a:lnTo>
                    <a:pt x="575238" y="365941"/>
                  </a:lnTo>
                  <a:lnTo>
                    <a:pt x="584988" y="362010"/>
                  </a:lnTo>
                  <a:lnTo>
                    <a:pt x="594738" y="356470"/>
                  </a:lnTo>
                  <a:lnTo>
                    <a:pt x="604488" y="370888"/>
                  </a:lnTo>
                  <a:lnTo>
                    <a:pt x="614237" y="347280"/>
                  </a:lnTo>
                  <a:lnTo>
                    <a:pt x="623987" y="364451"/>
                  </a:lnTo>
                  <a:lnTo>
                    <a:pt x="633736" y="370176"/>
                  </a:lnTo>
                  <a:lnTo>
                    <a:pt x="643486" y="370979"/>
                  </a:lnTo>
                  <a:lnTo>
                    <a:pt x="653236" y="387304"/>
                  </a:lnTo>
                  <a:lnTo>
                    <a:pt x="662985" y="395757"/>
                  </a:lnTo>
                  <a:lnTo>
                    <a:pt x="672735" y="348353"/>
                  </a:lnTo>
                  <a:lnTo>
                    <a:pt x="682485" y="358604"/>
                  </a:lnTo>
                  <a:lnTo>
                    <a:pt x="692235" y="354585"/>
                  </a:lnTo>
                  <a:lnTo>
                    <a:pt x="701985" y="355523"/>
                  </a:lnTo>
                  <a:lnTo>
                    <a:pt x="711735" y="330750"/>
                  </a:lnTo>
                  <a:lnTo>
                    <a:pt x="721485" y="323473"/>
                  </a:lnTo>
                  <a:lnTo>
                    <a:pt x="731235" y="321799"/>
                  </a:lnTo>
                  <a:lnTo>
                    <a:pt x="740985" y="308388"/>
                  </a:lnTo>
                  <a:lnTo>
                    <a:pt x="750734" y="331359"/>
                  </a:lnTo>
                  <a:lnTo>
                    <a:pt x="760484" y="254545"/>
                  </a:lnTo>
                  <a:lnTo>
                    <a:pt x="770233" y="229047"/>
                  </a:lnTo>
                  <a:lnTo>
                    <a:pt x="779983" y="224592"/>
                  </a:lnTo>
                  <a:lnTo>
                    <a:pt x="789733" y="224893"/>
                  </a:lnTo>
                  <a:lnTo>
                    <a:pt x="799482" y="224543"/>
                  </a:lnTo>
                  <a:lnTo>
                    <a:pt x="809232" y="207948"/>
                  </a:lnTo>
                  <a:lnTo>
                    <a:pt x="818982" y="232141"/>
                  </a:lnTo>
                  <a:lnTo>
                    <a:pt x="828732" y="260767"/>
                  </a:lnTo>
                  <a:lnTo>
                    <a:pt x="838482" y="252423"/>
                  </a:lnTo>
                  <a:lnTo>
                    <a:pt x="848232" y="241285"/>
                  </a:lnTo>
                  <a:lnTo>
                    <a:pt x="857982" y="247684"/>
                  </a:lnTo>
                  <a:lnTo>
                    <a:pt x="867732" y="232032"/>
                  </a:lnTo>
                  <a:lnTo>
                    <a:pt x="877482" y="226365"/>
                  </a:lnTo>
                  <a:lnTo>
                    <a:pt x="887231" y="234373"/>
                  </a:lnTo>
                  <a:lnTo>
                    <a:pt x="896981" y="240207"/>
                  </a:lnTo>
                  <a:lnTo>
                    <a:pt x="906730" y="262177"/>
                  </a:lnTo>
                  <a:lnTo>
                    <a:pt x="916480" y="305699"/>
                  </a:lnTo>
                  <a:lnTo>
                    <a:pt x="926230" y="300006"/>
                  </a:lnTo>
                  <a:lnTo>
                    <a:pt x="935979" y="249072"/>
                  </a:lnTo>
                  <a:lnTo>
                    <a:pt x="945729" y="296262"/>
                  </a:lnTo>
                  <a:lnTo>
                    <a:pt x="955479" y="303041"/>
                  </a:lnTo>
                  <a:lnTo>
                    <a:pt x="965229" y="284095"/>
                  </a:lnTo>
                  <a:lnTo>
                    <a:pt x="974979" y="332074"/>
                  </a:lnTo>
                  <a:lnTo>
                    <a:pt x="984729" y="285210"/>
                  </a:lnTo>
                  <a:lnTo>
                    <a:pt x="994474" y="251270"/>
                  </a:lnTo>
                  <a:lnTo>
                    <a:pt x="1004233" y="239203"/>
                  </a:lnTo>
                  <a:lnTo>
                    <a:pt x="1013977" y="211779"/>
                  </a:lnTo>
                  <a:lnTo>
                    <a:pt x="1023721" y="212066"/>
                  </a:lnTo>
                  <a:lnTo>
                    <a:pt x="1033480" y="226871"/>
                  </a:lnTo>
                  <a:lnTo>
                    <a:pt x="1043224" y="217707"/>
                  </a:lnTo>
                  <a:lnTo>
                    <a:pt x="1052983" y="214773"/>
                  </a:lnTo>
                  <a:lnTo>
                    <a:pt x="1062727" y="171694"/>
                  </a:lnTo>
                  <a:lnTo>
                    <a:pt x="1072471" y="186511"/>
                  </a:lnTo>
                  <a:lnTo>
                    <a:pt x="1082230" y="180218"/>
                  </a:lnTo>
                  <a:lnTo>
                    <a:pt x="1091973" y="166544"/>
                  </a:lnTo>
                  <a:lnTo>
                    <a:pt x="1101732" y="178934"/>
                  </a:lnTo>
                  <a:lnTo>
                    <a:pt x="1111476" y="180622"/>
                  </a:lnTo>
                  <a:lnTo>
                    <a:pt x="1121220" y="173540"/>
                  </a:lnTo>
                  <a:lnTo>
                    <a:pt x="1130979" y="196903"/>
                  </a:lnTo>
                  <a:lnTo>
                    <a:pt x="1140723" y="194310"/>
                  </a:lnTo>
                  <a:lnTo>
                    <a:pt x="1150482" y="211408"/>
                  </a:lnTo>
                  <a:lnTo>
                    <a:pt x="1160226" y="229523"/>
                  </a:lnTo>
                  <a:lnTo>
                    <a:pt x="1169969" y="220216"/>
                  </a:lnTo>
                  <a:lnTo>
                    <a:pt x="1179728" y="250000"/>
                  </a:lnTo>
                  <a:lnTo>
                    <a:pt x="1189472" y="220757"/>
                  </a:lnTo>
                  <a:lnTo>
                    <a:pt x="1199231" y="208809"/>
                  </a:lnTo>
                  <a:lnTo>
                    <a:pt x="1208975" y="186710"/>
                  </a:lnTo>
                  <a:lnTo>
                    <a:pt x="1218719" y="187653"/>
                  </a:lnTo>
                  <a:lnTo>
                    <a:pt x="1228478" y="212398"/>
                  </a:lnTo>
                  <a:lnTo>
                    <a:pt x="1238222" y="232390"/>
                  </a:lnTo>
                  <a:lnTo>
                    <a:pt x="1247966" y="229088"/>
                  </a:lnTo>
                  <a:lnTo>
                    <a:pt x="1257725" y="218227"/>
                  </a:lnTo>
                  <a:lnTo>
                    <a:pt x="1267469" y="221441"/>
                  </a:lnTo>
                  <a:lnTo>
                    <a:pt x="1277227" y="186984"/>
                  </a:lnTo>
                  <a:lnTo>
                    <a:pt x="1286971" y="160924"/>
                  </a:lnTo>
                  <a:lnTo>
                    <a:pt x="1296715" y="118788"/>
                  </a:lnTo>
                  <a:lnTo>
                    <a:pt x="1306474" y="107414"/>
                  </a:lnTo>
                  <a:lnTo>
                    <a:pt x="1316218" y="112754"/>
                  </a:lnTo>
                  <a:lnTo>
                    <a:pt x="1325977" y="130335"/>
                  </a:lnTo>
                  <a:lnTo>
                    <a:pt x="1335721" y="147993"/>
                  </a:lnTo>
                  <a:lnTo>
                    <a:pt x="1345465" y="159069"/>
                  </a:lnTo>
                  <a:lnTo>
                    <a:pt x="1355224" y="153965"/>
                  </a:lnTo>
                  <a:lnTo>
                    <a:pt x="1364967" y="140103"/>
                  </a:lnTo>
                  <a:lnTo>
                    <a:pt x="1374726" y="176774"/>
                  </a:lnTo>
                  <a:lnTo>
                    <a:pt x="1384470" y="166527"/>
                  </a:lnTo>
                  <a:lnTo>
                    <a:pt x="1394214" y="147367"/>
                  </a:lnTo>
                  <a:lnTo>
                    <a:pt x="1403973" y="138193"/>
                  </a:lnTo>
                  <a:lnTo>
                    <a:pt x="1413717" y="181814"/>
                  </a:lnTo>
                  <a:lnTo>
                    <a:pt x="1423476" y="197386"/>
                  </a:lnTo>
                  <a:lnTo>
                    <a:pt x="1433220" y="185060"/>
                  </a:lnTo>
                  <a:lnTo>
                    <a:pt x="1442964" y="192979"/>
                  </a:lnTo>
                  <a:lnTo>
                    <a:pt x="1452722" y="212926"/>
                  </a:lnTo>
                  <a:lnTo>
                    <a:pt x="1462466" y="204772"/>
                  </a:lnTo>
                  <a:lnTo>
                    <a:pt x="1472225" y="242949"/>
                  </a:lnTo>
                  <a:lnTo>
                    <a:pt x="1481969" y="237545"/>
                  </a:lnTo>
                  <a:lnTo>
                    <a:pt x="1491713" y="234491"/>
                  </a:lnTo>
                  <a:lnTo>
                    <a:pt x="1501472" y="224784"/>
                  </a:lnTo>
                  <a:lnTo>
                    <a:pt x="1511216" y="244251"/>
                  </a:lnTo>
                  <a:lnTo>
                    <a:pt x="1520960" y="229391"/>
                  </a:lnTo>
                  <a:lnTo>
                    <a:pt x="1530719" y="234632"/>
                  </a:lnTo>
                  <a:lnTo>
                    <a:pt x="1540463" y="215582"/>
                  </a:lnTo>
                  <a:lnTo>
                    <a:pt x="1550221" y="228583"/>
                  </a:lnTo>
                  <a:lnTo>
                    <a:pt x="1559965" y="246097"/>
                  </a:lnTo>
                  <a:lnTo>
                    <a:pt x="1569709" y="259059"/>
                  </a:lnTo>
                  <a:lnTo>
                    <a:pt x="1579468" y="272721"/>
                  </a:lnTo>
                  <a:lnTo>
                    <a:pt x="1589212" y="263630"/>
                  </a:lnTo>
                  <a:lnTo>
                    <a:pt x="1598971" y="277784"/>
                  </a:lnTo>
                  <a:lnTo>
                    <a:pt x="1608715" y="285827"/>
                  </a:lnTo>
                  <a:lnTo>
                    <a:pt x="1618459" y="273872"/>
                  </a:lnTo>
                  <a:lnTo>
                    <a:pt x="1628218" y="269676"/>
                  </a:lnTo>
                  <a:lnTo>
                    <a:pt x="1637962" y="269694"/>
                  </a:lnTo>
                  <a:lnTo>
                    <a:pt x="1647720" y="274923"/>
                  </a:lnTo>
                  <a:lnTo>
                    <a:pt x="1657464" y="283344"/>
                  </a:lnTo>
                  <a:lnTo>
                    <a:pt x="1667208" y="295494"/>
                  </a:lnTo>
                  <a:lnTo>
                    <a:pt x="1676967" y="332261"/>
                  </a:lnTo>
                  <a:lnTo>
                    <a:pt x="1686711" y="338268"/>
                  </a:lnTo>
                  <a:lnTo>
                    <a:pt x="1696470" y="343512"/>
                  </a:lnTo>
                  <a:lnTo>
                    <a:pt x="1706214" y="359606"/>
                  </a:lnTo>
                  <a:lnTo>
                    <a:pt x="1715958" y="358210"/>
                  </a:lnTo>
                  <a:lnTo>
                    <a:pt x="1725716" y="352866"/>
                  </a:lnTo>
                  <a:lnTo>
                    <a:pt x="1735460" y="355691"/>
                  </a:lnTo>
                  <a:lnTo>
                    <a:pt x="1745219" y="385949"/>
                  </a:lnTo>
                  <a:lnTo>
                    <a:pt x="1754963" y="386965"/>
                  </a:lnTo>
                  <a:lnTo>
                    <a:pt x="1764707" y="376402"/>
                  </a:lnTo>
                  <a:lnTo>
                    <a:pt x="1774466" y="356478"/>
                  </a:lnTo>
                  <a:lnTo>
                    <a:pt x="1784210" y="333898"/>
                  </a:lnTo>
                  <a:lnTo>
                    <a:pt x="1793969" y="321939"/>
                  </a:lnTo>
                  <a:lnTo>
                    <a:pt x="1803713" y="321943"/>
                  </a:lnTo>
                  <a:lnTo>
                    <a:pt x="1813457" y="280917"/>
                  </a:lnTo>
                  <a:lnTo>
                    <a:pt x="1823215" y="267316"/>
                  </a:lnTo>
                  <a:lnTo>
                    <a:pt x="1832959" y="214594"/>
                  </a:lnTo>
                  <a:lnTo>
                    <a:pt x="1842703" y="232101"/>
                  </a:lnTo>
                  <a:lnTo>
                    <a:pt x="1852462" y="229136"/>
                  </a:lnTo>
                  <a:lnTo>
                    <a:pt x="1862206" y="232180"/>
                  </a:lnTo>
                  <a:lnTo>
                    <a:pt x="1871965" y="222723"/>
                  </a:lnTo>
                  <a:lnTo>
                    <a:pt x="1881709" y="227060"/>
                  </a:lnTo>
                  <a:lnTo>
                    <a:pt x="1891453" y="228269"/>
                  </a:lnTo>
                  <a:lnTo>
                    <a:pt x="1901212" y="210795"/>
                  </a:lnTo>
                  <a:lnTo>
                    <a:pt x="1910956" y="210734"/>
                  </a:lnTo>
                  <a:lnTo>
                    <a:pt x="1920714" y="157806"/>
                  </a:lnTo>
                  <a:lnTo>
                    <a:pt x="1930458" y="161387"/>
                  </a:lnTo>
                  <a:lnTo>
                    <a:pt x="1940202" y="150837"/>
                  </a:lnTo>
                  <a:lnTo>
                    <a:pt x="1949961" y="202278"/>
                  </a:lnTo>
                  <a:lnTo>
                    <a:pt x="1959705" y="180695"/>
                  </a:lnTo>
                  <a:lnTo>
                    <a:pt x="1969464" y="209834"/>
                  </a:lnTo>
                  <a:lnTo>
                    <a:pt x="1979208" y="222640"/>
                  </a:lnTo>
                  <a:lnTo>
                    <a:pt x="1988952" y="222443"/>
                  </a:lnTo>
                  <a:lnTo>
                    <a:pt x="1998711" y="236743"/>
                  </a:lnTo>
                  <a:lnTo>
                    <a:pt x="2008454" y="213867"/>
                  </a:lnTo>
                  <a:lnTo>
                    <a:pt x="2018213" y="200099"/>
                  </a:lnTo>
                  <a:lnTo>
                    <a:pt x="2027957" y="251574"/>
                  </a:lnTo>
                  <a:lnTo>
                    <a:pt x="2037701" y="265047"/>
                  </a:lnTo>
                  <a:lnTo>
                    <a:pt x="2047460" y="267364"/>
                  </a:lnTo>
                  <a:lnTo>
                    <a:pt x="2057204" y="293549"/>
                  </a:lnTo>
                  <a:lnTo>
                    <a:pt x="2066963" y="267541"/>
                  </a:lnTo>
                  <a:lnTo>
                    <a:pt x="2076707" y="248025"/>
                  </a:lnTo>
                  <a:lnTo>
                    <a:pt x="2086451" y="252755"/>
                  </a:lnTo>
                  <a:lnTo>
                    <a:pt x="2096210" y="255124"/>
                  </a:lnTo>
                  <a:lnTo>
                    <a:pt x="2105954" y="231402"/>
                  </a:lnTo>
                  <a:lnTo>
                    <a:pt x="2115697" y="197291"/>
                  </a:lnTo>
                  <a:lnTo>
                    <a:pt x="2125456" y="169689"/>
                  </a:lnTo>
                  <a:lnTo>
                    <a:pt x="2135200" y="176972"/>
                  </a:lnTo>
                  <a:lnTo>
                    <a:pt x="2144959" y="173581"/>
                  </a:lnTo>
                  <a:lnTo>
                    <a:pt x="2154703" y="152624"/>
                  </a:lnTo>
                  <a:lnTo>
                    <a:pt x="2164447" y="132573"/>
                  </a:lnTo>
                  <a:lnTo>
                    <a:pt x="2174206" y="126080"/>
                  </a:lnTo>
                  <a:lnTo>
                    <a:pt x="2183950" y="164932"/>
                  </a:lnTo>
                  <a:lnTo>
                    <a:pt x="2193709" y="167247"/>
                  </a:lnTo>
                  <a:lnTo>
                    <a:pt x="2203452" y="123280"/>
                  </a:lnTo>
                  <a:lnTo>
                    <a:pt x="2213196" y="138002"/>
                  </a:lnTo>
                  <a:lnTo>
                    <a:pt x="2222955" y="122774"/>
                  </a:lnTo>
                  <a:lnTo>
                    <a:pt x="2232699" y="140618"/>
                  </a:lnTo>
                  <a:lnTo>
                    <a:pt x="2242458" y="144876"/>
                  </a:lnTo>
                  <a:lnTo>
                    <a:pt x="2252202" y="158699"/>
                  </a:lnTo>
                  <a:lnTo>
                    <a:pt x="2261946" y="148446"/>
                  </a:lnTo>
                  <a:lnTo>
                    <a:pt x="2271705" y="154775"/>
                  </a:lnTo>
                  <a:lnTo>
                    <a:pt x="2281449" y="183258"/>
                  </a:lnTo>
                  <a:lnTo>
                    <a:pt x="2291208" y="193663"/>
                  </a:lnTo>
                  <a:lnTo>
                    <a:pt x="2300951" y="184557"/>
                  </a:lnTo>
                  <a:lnTo>
                    <a:pt x="2310695" y="190178"/>
                  </a:lnTo>
                  <a:lnTo>
                    <a:pt x="2320454" y="159687"/>
                  </a:lnTo>
                  <a:lnTo>
                    <a:pt x="2330198" y="178259"/>
                  </a:lnTo>
                  <a:lnTo>
                    <a:pt x="2339957" y="177773"/>
                  </a:lnTo>
                  <a:lnTo>
                    <a:pt x="2349701" y="169473"/>
                  </a:lnTo>
                  <a:lnTo>
                    <a:pt x="2359445" y="171565"/>
                  </a:lnTo>
                  <a:lnTo>
                    <a:pt x="2369204" y="161357"/>
                  </a:lnTo>
                  <a:lnTo>
                    <a:pt x="2378948" y="172898"/>
                  </a:lnTo>
                  <a:lnTo>
                    <a:pt x="2388692" y="164234"/>
                  </a:lnTo>
                  <a:lnTo>
                    <a:pt x="2398450" y="195391"/>
                  </a:lnTo>
                  <a:lnTo>
                    <a:pt x="2408194" y="185632"/>
                  </a:lnTo>
                  <a:lnTo>
                    <a:pt x="2417953" y="170294"/>
                  </a:lnTo>
                  <a:lnTo>
                    <a:pt x="2427697" y="169814"/>
                  </a:lnTo>
                  <a:lnTo>
                    <a:pt x="2437441" y="182705"/>
                  </a:lnTo>
                  <a:lnTo>
                    <a:pt x="2447200" y="160067"/>
                  </a:lnTo>
                  <a:lnTo>
                    <a:pt x="2456944" y="177658"/>
                  </a:lnTo>
                  <a:lnTo>
                    <a:pt x="2466703" y="200010"/>
                  </a:lnTo>
                  <a:lnTo>
                    <a:pt x="2476446" y="187638"/>
                  </a:lnTo>
                  <a:lnTo>
                    <a:pt x="2486190" y="154374"/>
                  </a:lnTo>
                  <a:lnTo>
                    <a:pt x="2495949" y="186949"/>
                  </a:lnTo>
                  <a:lnTo>
                    <a:pt x="2505693" y="183216"/>
                  </a:lnTo>
                  <a:lnTo>
                    <a:pt x="2515452" y="162621"/>
                  </a:lnTo>
                  <a:lnTo>
                    <a:pt x="2525196" y="169835"/>
                  </a:lnTo>
                  <a:lnTo>
                    <a:pt x="2534940" y="191734"/>
                  </a:lnTo>
                  <a:lnTo>
                    <a:pt x="2544699" y="159337"/>
                  </a:lnTo>
                  <a:lnTo>
                    <a:pt x="2554443" y="161131"/>
                  </a:lnTo>
                  <a:lnTo>
                    <a:pt x="2564202" y="118551"/>
                  </a:lnTo>
                  <a:lnTo>
                    <a:pt x="2573946" y="116796"/>
                  </a:lnTo>
                  <a:lnTo>
                    <a:pt x="2583690" y="105516"/>
                  </a:lnTo>
                  <a:lnTo>
                    <a:pt x="2593448" y="99340"/>
                  </a:lnTo>
                  <a:lnTo>
                    <a:pt x="2603192" y="85964"/>
                  </a:lnTo>
                  <a:lnTo>
                    <a:pt x="2612951" y="62760"/>
                  </a:lnTo>
                  <a:lnTo>
                    <a:pt x="2622695" y="70238"/>
                  </a:lnTo>
                  <a:lnTo>
                    <a:pt x="2632439" y="64237"/>
                  </a:lnTo>
                  <a:lnTo>
                    <a:pt x="2642198" y="67186"/>
                  </a:lnTo>
                  <a:lnTo>
                    <a:pt x="2651942" y="43483"/>
                  </a:lnTo>
                  <a:lnTo>
                    <a:pt x="2661685" y="67330"/>
                  </a:lnTo>
                  <a:lnTo>
                    <a:pt x="2671444" y="76755"/>
                  </a:lnTo>
                  <a:lnTo>
                    <a:pt x="2681188" y="82963"/>
                  </a:lnTo>
                  <a:lnTo>
                    <a:pt x="2690947" y="100313"/>
                  </a:lnTo>
                  <a:lnTo>
                    <a:pt x="2700691" y="90260"/>
                  </a:lnTo>
                  <a:lnTo>
                    <a:pt x="2710435" y="55223"/>
                  </a:lnTo>
                  <a:lnTo>
                    <a:pt x="2720194" y="51299"/>
                  </a:lnTo>
                  <a:lnTo>
                    <a:pt x="2729938" y="42398"/>
                  </a:lnTo>
                  <a:lnTo>
                    <a:pt x="2739697" y="37370"/>
                  </a:lnTo>
                  <a:lnTo>
                    <a:pt x="2749441" y="12679"/>
                  </a:lnTo>
                  <a:lnTo>
                    <a:pt x="2759185" y="39621"/>
                  </a:lnTo>
                  <a:lnTo>
                    <a:pt x="2768943" y="61911"/>
                  </a:lnTo>
                  <a:lnTo>
                    <a:pt x="2778687" y="56737"/>
                  </a:lnTo>
                  <a:lnTo>
                    <a:pt x="2788446" y="71636"/>
                  </a:lnTo>
                  <a:lnTo>
                    <a:pt x="2798190" y="48255"/>
                  </a:lnTo>
                  <a:lnTo>
                    <a:pt x="2807934" y="4354"/>
                  </a:lnTo>
                  <a:lnTo>
                    <a:pt x="2817693" y="0"/>
                  </a:lnTo>
                  <a:lnTo>
                    <a:pt x="2827437" y="14334"/>
                  </a:lnTo>
                  <a:lnTo>
                    <a:pt x="2837196" y="33284"/>
                  </a:lnTo>
                  <a:lnTo>
                    <a:pt x="2846940" y="54760"/>
                  </a:lnTo>
                  <a:lnTo>
                    <a:pt x="2856684" y="41838"/>
                  </a:lnTo>
                  <a:lnTo>
                    <a:pt x="2866442" y="43669"/>
                  </a:lnTo>
                  <a:lnTo>
                    <a:pt x="2876186" y="36427"/>
                  </a:lnTo>
                  <a:lnTo>
                    <a:pt x="2885945" y="29768"/>
                  </a:lnTo>
                  <a:lnTo>
                    <a:pt x="2895689" y="16767"/>
                  </a:lnTo>
                  <a:lnTo>
                    <a:pt x="2905433" y="23199"/>
                  </a:lnTo>
                  <a:lnTo>
                    <a:pt x="2915192" y="6134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7" name="Freeform 1196">
              <a:extLst>
                <a:ext uri="{FF2B5EF4-FFF2-40B4-BE49-F238E27FC236}">
                  <a16:creationId xmlns:a16="http://schemas.microsoft.com/office/drawing/2014/main" id="{2F945E85-BCFC-8AA8-B3EA-57089D9A20D2}"/>
                </a:ext>
              </a:extLst>
            </p:cNvPr>
            <p:cNvSpPr/>
            <p:nvPr/>
          </p:nvSpPr>
          <p:spPr>
            <a:xfrm>
              <a:off x="4426652" y="3442041"/>
              <a:ext cx="2915191" cy="696084"/>
            </a:xfrm>
            <a:custGeom>
              <a:avLst/>
              <a:gdLst>
                <a:gd name="connsiteX0" fmla="*/ 0 w 2915191"/>
                <a:gd name="connsiteY0" fmla="*/ 566023 h 696084"/>
                <a:gd name="connsiteX1" fmla="*/ 9750 w 2915191"/>
                <a:gd name="connsiteY1" fmla="*/ 577787 h 696084"/>
                <a:gd name="connsiteX2" fmla="*/ 19500 w 2915191"/>
                <a:gd name="connsiteY2" fmla="*/ 578681 h 696084"/>
                <a:gd name="connsiteX3" fmla="*/ 29250 w 2915191"/>
                <a:gd name="connsiteY3" fmla="*/ 609745 h 696084"/>
                <a:gd name="connsiteX4" fmla="*/ 39000 w 2915191"/>
                <a:gd name="connsiteY4" fmla="*/ 570664 h 696084"/>
                <a:gd name="connsiteX5" fmla="*/ 48749 w 2915191"/>
                <a:gd name="connsiteY5" fmla="*/ 515387 h 696084"/>
                <a:gd name="connsiteX6" fmla="*/ 58499 w 2915191"/>
                <a:gd name="connsiteY6" fmla="*/ 521807 h 696084"/>
                <a:gd name="connsiteX7" fmla="*/ 68249 w 2915191"/>
                <a:gd name="connsiteY7" fmla="*/ 523264 h 696084"/>
                <a:gd name="connsiteX8" fmla="*/ 77998 w 2915191"/>
                <a:gd name="connsiteY8" fmla="*/ 542216 h 696084"/>
                <a:gd name="connsiteX9" fmla="*/ 87748 w 2915191"/>
                <a:gd name="connsiteY9" fmla="*/ 516059 h 696084"/>
                <a:gd name="connsiteX10" fmla="*/ 97497 w 2915191"/>
                <a:gd name="connsiteY10" fmla="*/ 517619 h 696084"/>
                <a:gd name="connsiteX11" fmla="*/ 107247 w 2915191"/>
                <a:gd name="connsiteY11" fmla="*/ 487924 h 696084"/>
                <a:gd name="connsiteX12" fmla="*/ 116997 w 2915191"/>
                <a:gd name="connsiteY12" fmla="*/ 493642 h 696084"/>
                <a:gd name="connsiteX13" fmla="*/ 126747 w 2915191"/>
                <a:gd name="connsiteY13" fmla="*/ 505682 h 696084"/>
                <a:gd name="connsiteX14" fmla="*/ 136497 w 2915191"/>
                <a:gd name="connsiteY14" fmla="*/ 522781 h 696084"/>
                <a:gd name="connsiteX15" fmla="*/ 146247 w 2915191"/>
                <a:gd name="connsiteY15" fmla="*/ 546025 h 696084"/>
                <a:gd name="connsiteX16" fmla="*/ 155997 w 2915191"/>
                <a:gd name="connsiteY16" fmla="*/ 595949 h 696084"/>
                <a:gd name="connsiteX17" fmla="*/ 165747 w 2915191"/>
                <a:gd name="connsiteY17" fmla="*/ 591420 h 696084"/>
                <a:gd name="connsiteX18" fmla="*/ 175497 w 2915191"/>
                <a:gd name="connsiteY18" fmla="*/ 607406 h 696084"/>
                <a:gd name="connsiteX19" fmla="*/ 185247 w 2915191"/>
                <a:gd name="connsiteY19" fmla="*/ 639141 h 696084"/>
                <a:gd name="connsiteX20" fmla="*/ 194996 w 2915191"/>
                <a:gd name="connsiteY20" fmla="*/ 634403 h 696084"/>
                <a:gd name="connsiteX21" fmla="*/ 204746 w 2915191"/>
                <a:gd name="connsiteY21" fmla="*/ 643894 h 696084"/>
                <a:gd name="connsiteX22" fmla="*/ 214495 w 2915191"/>
                <a:gd name="connsiteY22" fmla="*/ 643655 h 696084"/>
                <a:gd name="connsiteX23" fmla="*/ 224245 w 2915191"/>
                <a:gd name="connsiteY23" fmla="*/ 644698 h 696084"/>
                <a:gd name="connsiteX24" fmla="*/ 233995 w 2915191"/>
                <a:gd name="connsiteY24" fmla="*/ 643298 h 696084"/>
                <a:gd name="connsiteX25" fmla="*/ 243744 w 2915191"/>
                <a:gd name="connsiteY25" fmla="*/ 645190 h 696084"/>
                <a:gd name="connsiteX26" fmla="*/ 253494 w 2915191"/>
                <a:gd name="connsiteY26" fmla="*/ 627460 h 696084"/>
                <a:gd name="connsiteX27" fmla="*/ 263244 w 2915191"/>
                <a:gd name="connsiteY27" fmla="*/ 612412 h 696084"/>
                <a:gd name="connsiteX28" fmla="*/ 272994 w 2915191"/>
                <a:gd name="connsiteY28" fmla="*/ 626671 h 696084"/>
                <a:gd name="connsiteX29" fmla="*/ 282744 w 2915191"/>
                <a:gd name="connsiteY29" fmla="*/ 613142 h 696084"/>
                <a:gd name="connsiteX30" fmla="*/ 292494 w 2915191"/>
                <a:gd name="connsiteY30" fmla="*/ 604858 h 696084"/>
                <a:gd name="connsiteX31" fmla="*/ 302244 w 2915191"/>
                <a:gd name="connsiteY31" fmla="*/ 608688 h 696084"/>
                <a:gd name="connsiteX32" fmla="*/ 311994 w 2915191"/>
                <a:gd name="connsiteY32" fmla="*/ 615705 h 696084"/>
                <a:gd name="connsiteX33" fmla="*/ 321744 w 2915191"/>
                <a:gd name="connsiteY33" fmla="*/ 639067 h 696084"/>
                <a:gd name="connsiteX34" fmla="*/ 331493 w 2915191"/>
                <a:gd name="connsiteY34" fmla="*/ 612472 h 696084"/>
                <a:gd name="connsiteX35" fmla="*/ 341243 w 2915191"/>
                <a:gd name="connsiteY35" fmla="*/ 621486 h 696084"/>
                <a:gd name="connsiteX36" fmla="*/ 350993 w 2915191"/>
                <a:gd name="connsiteY36" fmla="*/ 635744 h 696084"/>
                <a:gd name="connsiteX37" fmla="*/ 360742 w 2915191"/>
                <a:gd name="connsiteY37" fmla="*/ 632362 h 696084"/>
                <a:gd name="connsiteX38" fmla="*/ 370492 w 2915191"/>
                <a:gd name="connsiteY38" fmla="*/ 652520 h 696084"/>
                <a:gd name="connsiteX39" fmla="*/ 380241 w 2915191"/>
                <a:gd name="connsiteY39" fmla="*/ 675584 h 696084"/>
                <a:gd name="connsiteX40" fmla="*/ 389991 w 2915191"/>
                <a:gd name="connsiteY40" fmla="*/ 690140 h 696084"/>
                <a:gd name="connsiteX41" fmla="*/ 399741 w 2915191"/>
                <a:gd name="connsiteY41" fmla="*/ 696085 h 696084"/>
                <a:gd name="connsiteX42" fmla="*/ 409491 w 2915191"/>
                <a:gd name="connsiteY42" fmla="*/ 642076 h 696084"/>
                <a:gd name="connsiteX43" fmla="*/ 419241 w 2915191"/>
                <a:gd name="connsiteY43" fmla="*/ 641868 h 696084"/>
                <a:gd name="connsiteX44" fmla="*/ 428991 w 2915191"/>
                <a:gd name="connsiteY44" fmla="*/ 655694 h 696084"/>
                <a:gd name="connsiteX45" fmla="*/ 438741 w 2915191"/>
                <a:gd name="connsiteY45" fmla="*/ 600255 h 696084"/>
                <a:gd name="connsiteX46" fmla="*/ 448491 w 2915191"/>
                <a:gd name="connsiteY46" fmla="*/ 615169 h 696084"/>
                <a:gd name="connsiteX47" fmla="*/ 458241 w 2915191"/>
                <a:gd name="connsiteY47" fmla="*/ 623855 h 696084"/>
                <a:gd name="connsiteX48" fmla="*/ 467991 w 2915191"/>
                <a:gd name="connsiteY48" fmla="*/ 596560 h 696084"/>
                <a:gd name="connsiteX49" fmla="*/ 477740 w 2915191"/>
                <a:gd name="connsiteY49" fmla="*/ 611071 h 696084"/>
                <a:gd name="connsiteX50" fmla="*/ 487490 w 2915191"/>
                <a:gd name="connsiteY50" fmla="*/ 570658 h 696084"/>
                <a:gd name="connsiteX51" fmla="*/ 497239 w 2915191"/>
                <a:gd name="connsiteY51" fmla="*/ 595144 h 696084"/>
                <a:gd name="connsiteX52" fmla="*/ 506989 w 2915191"/>
                <a:gd name="connsiteY52" fmla="*/ 580111 h 696084"/>
                <a:gd name="connsiteX53" fmla="*/ 516738 w 2915191"/>
                <a:gd name="connsiteY53" fmla="*/ 594831 h 696084"/>
                <a:gd name="connsiteX54" fmla="*/ 526488 w 2915191"/>
                <a:gd name="connsiteY54" fmla="*/ 588380 h 696084"/>
                <a:gd name="connsiteX55" fmla="*/ 536238 w 2915191"/>
                <a:gd name="connsiteY55" fmla="*/ 594042 h 696084"/>
                <a:gd name="connsiteX56" fmla="*/ 545988 w 2915191"/>
                <a:gd name="connsiteY56" fmla="*/ 579769 h 696084"/>
                <a:gd name="connsiteX57" fmla="*/ 555738 w 2915191"/>
                <a:gd name="connsiteY57" fmla="*/ 583672 h 696084"/>
                <a:gd name="connsiteX58" fmla="*/ 565488 w 2915191"/>
                <a:gd name="connsiteY58" fmla="*/ 609999 h 696084"/>
                <a:gd name="connsiteX59" fmla="*/ 575238 w 2915191"/>
                <a:gd name="connsiteY59" fmla="*/ 578666 h 696084"/>
                <a:gd name="connsiteX60" fmla="*/ 584988 w 2915191"/>
                <a:gd name="connsiteY60" fmla="*/ 541460 h 696084"/>
                <a:gd name="connsiteX61" fmla="*/ 594738 w 2915191"/>
                <a:gd name="connsiteY61" fmla="*/ 543615 h 696084"/>
                <a:gd name="connsiteX62" fmla="*/ 604488 w 2915191"/>
                <a:gd name="connsiteY62" fmla="*/ 540946 h 696084"/>
                <a:gd name="connsiteX63" fmla="*/ 614237 w 2915191"/>
                <a:gd name="connsiteY63" fmla="*/ 565477 h 696084"/>
                <a:gd name="connsiteX64" fmla="*/ 623987 w 2915191"/>
                <a:gd name="connsiteY64" fmla="*/ 543089 h 696084"/>
                <a:gd name="connsiteX65" fmla="*/ 633736 w 2915191"/>
                <a:gd name="connsiteY65" fmla="*/ 528921 h 696084"/>
                <a:gd name="connsiteX66" fmla="*/ 643486 w 2915191"/>
                <a:gd name="connsiteY66" fmla="*/ 542913 h 696084"/>
                <a:gd name="connsiteX67" fmla="*/ 653236 w 2915191"/>
                <a:gd name="connsiteY67" fmla="*/ 528080 h 696084"/>
                <a:gd name="connsiteX68" fmla="*/ 662985 w 2915191"/>
                <a:gd name="connsiteY68" fmla="*/ 531302 h 696084"/>
                <a:gd name="connsiteX69" fmla="*/ 672735 w 2915191"/>
                <a:gd name="connsiteY69" fmla="*/ 527753 h 696084"/>
                <a:gd name="connsiteX70" fmla="*/ 682485 w 2915191"/>
                <a:gd name="connsiteY70" fmla="*/ 546143 h 696084"/>
                <a:gd name="connsiteX71" fmla="*/ 692235 w 2915191"/>
                <a:gd name="connsiteY71" fmla="*/ 556779 h 696084"/>
                <a:gd name="connsiteX72" fmla="*/ 701985 w 2915191"/>
                <a:gd name="connsiteY72" fmla="*/ 564229 h 696084"/>
                <a:gd name="connsiteX73" fmla="*/ 711735 w 2915191"/>
                <a:gd name="connsiteY73" fmla="*/ 552743 h 696084"/>
                <a:gd name="connsiteX74" fmla="*/ 721485 w 2915191"/>
                <a:gd name="connsiteY74" fmla="*/ 538612 h 696084"/>
                <a:gd name="connsiteX75" fmla="*/ 731235 w 2915191"/>
                <a:gd name="connsiteY75" fmla="*/ 557752 h 696084"/>
                <a:gd name="connsiteX76" fmla="*/ 740985 w 2915191"/>
                <a:gd name="connsiteY76" fmla="*/ 578845 h 696084"/>
                <a:gd name="connsiteX77" fmla="*/ 750734 w 2915191"/>
                <a:gd name="connsiteY77" fmla="*/ 589959 h 696084"/>
                <a:gd name="connsiteX78" fmla="*/ 760484 w 2915191"/>
                <a:gd name="connsiteY78" fmla="*/ 601238 h 696084"/>
                <a:gd name="connsiteX79" fmla="*/ 770233 w 2915191"/>
                <a:gd name="connsiteY79" fmla="*/ 588768 h 696084"/>
                <a:gd name="connsiteX80" fmla="*/ 779983 w 2915191"/>
                <a:gd name="connsiteY80" fmla="*/ 592746 h 696084"/>
                <a:gd name="connsiteX81" fmla="*/ 789733 w 2915191"/>
                <a:gd name="connsiteY81" fmla="*/ 576640 h 696084"/>
                <a:gd name="connsiteX82" fmla="*/ 799482 w 2915191"/>
                <a:gd name="connsiteY82" fmla="*/ 586995 h 696084"/>
                <a:gd name="connsiteX83" fmla="*/ 809232 w 2915191"/>
                <a:gd name="connsiteY83" fmla="*/ 601044 h 696084"/>
                <a:gd name="connsiteX84" fmla="*/ 818982 w 2915191"/>
                <a:gd name="connsiteY84" fmla="*/ 577519 h 696084"/>
                <a:gd name="connsiteX85" fmla="*/ 828732 w 2915191"/>
                <a:gd name="connsiteY85" fmla="*/ 592641 h 696084"/>
                <a:gd name="connsiteX86" fmla="*/ 838482 w 2915191"/>
                <a:gd name="connsiteY86" fmla="*/ 594280 h 696084"/>
                <a:gd name="connsiteX87" fmla="*/ 848232 w 2915191"/>
                <a:gd name="connsiteY87" fmla="*/ 575239 h 696084"/>
                <a:gd name="connsiteX88" fmla="*/ 857982 w 2915191"/>
                <a:gd name="connsiteY88" fmla="*/ 537849 h 696084"/>
                <a:gd name="connsiteX89" fmla="*/ 867732 w 2915191"/>
                <a:gd name="connsiteY89" fmla="*/ 518173 h 696084"/>
                <a:gd name="connsiteX90" fmla="*/ 877482 w 2915191"/>
                <a:gd name="connsiteY90" fmla="*/ 519945 h 696084"/>
                <a:gd name="connsiteX91" fmla="*/ 887231 w 2915191"/>
                <a:gd name="connsiteY91" fmla="*/ 479028 h 696084"/>
                <a:gd name="connsiteX92" fmla="*/ 896981 w 2915191"/>
                <a:gd name="connsiteY92" fmla="*/ 476172 h 696084"/>
                <a:gd name="connsiteX93" fmla="*/ 906730 w 2915191"/>
                <a:gd name="connsiteY93" fmla="*/ 448546 h 696084"/>
                <a:gd name="connsiteX94" fmla="*/ 916480 w 2915191"/>
                <a:gd name="connsiteY94" fmla="*/ 456666 h 696084"/>
                <a:gd name="connsiteX95" fmla="*/ 926230 w 2915191"/>
                <a:gd name="connsiteY95" fmla="*/ 456198 h 696084"/>
                <a:gd name="connsiteX96" fmla="*/ 935979 w 2915191"/>
                <a:gd name="connsiteY96" fmla="*/ 454887 h 696084"/>
                <a:gd name="connsiteX97" fmla="*/ 945729 w 2915191"/>
                <a:gd name="connsiteY97" fmla="*/ 485845 h 696084"/>
                <a:gd name="connsiteX98" fmla="*/ 955479 w 2915191"/>
                <a:gd name="connsiteY98" fmla="*/ 481674 h 696084"/>
                <a:gd name="connsiteX99" fmla="*/ 965229 w 2915191"/>
                <a:gd name="connsiteY99" fmla="*/ 463868 h 696084"/>
                <a:gd name="connsiteX100" fmla="*/ 974979 w 2915191"/>
                <a:gd name="connsiteY100" fmla="*/ 470410 h 696084"/>
                <a:gd name="connsiteX101" fmla="*/ 984729 w 2915191"/>
                <a:gd name="connsiteY101" fmla="*/ 482229 h 696084"/>
                <a:gd name="connsiteX102" fmla="*/ 994474 w 2915191"/>
                <a:gd name="connsiteY102" fmla="*/ 436150 h 696084"/>
                <a:gd name="connsiteX103" fmla="*/ 1004233 w 2915191"/>
                <a:gd name="connsiteY103" fmla="*/ 423815 h 696084"/>
                <a:gd name="connsiteX104" fmla="*/ 1013977 w 2915191"/>
                <a:gd name="connsiteY104" fmla="*/ 411988 h 696084"/>
                <a:gd name="connsiteX105" fmla="*/ 1023721 w 2915191"/>
                <a:gd name="connsiteY105" fmla="*/ 449551 h 696084"/>
                <a:gd name="connsiteX106" fmla="*/ 1033480 w 2915191"/>
                <a:gd name="connsiteY106" fmla="*/ 446010 h 696084"/>
                <a:gd name="connsiteX107" fmla="*/ 1043224 w 2915191"/>
                <a:gd name="connsiteY107" fmla="*/ 504119 h 696084"/>
                <a:gd name="connsiteX108" fmla="*/ 1052983 w 2915191"/>
                <a:gd name="connsiteY108" fmla="*/ 492985 h 696084"/>
                <a:gd name="connsiteX109" fmla="*/ 1062727 w 2915191"/>
                <a:gd name="connsiteY109" fmla="*/ 457537 h 696084"/>
                <a:gd name="connsiteX110" fmla="*/ 1072471 w 2915191"/>
                <a:gd name="connsiteY110" fmla="*/ 433347 h 696084"/>
                <a:gd name="connsiteX111" fmla="*/ 1082230 w 2915191"/>
                <a:gd name="connsiteY111" fmla="*/ 411666 h 696084"/>
                <a:gd name="connsiteX112" fmla="*/ 1091973 w 2915191"/>
                <a:gd name="connsiteY112" fmla="*/ 414649 h 696084"/>
                <a:gd name="connsiteX113" fmla="*/ 1101732 w 2915191"/>
                <a:gd name="connsiteY113" fmla="*/ 408414 h 696084"/>
                <a:gd name="connsiteX114" fmla="*/ 1111476 w 2915191"/>
                <a:gd name="connsiteY114" fmla="*/ 384105 h 696084"/>
                <a:gd name="connsiteX115" fmla="*/ 1121220 w 2915191"/>
                <a:gd name="connsiteY115" fmla="*/ 372518 h 696084"/>
                <a:gd name="connsiteX116" fmla="*/ 1130979 w 2915191"/>
                <a:gd name="connsiteY116" fmla="*/ 342960 h 696084"/>
                <a:gd name="connsiteX117" fmla="*/ 1140723 w 2915191"/>
                <a:gd name="connsiteY117" fmla="*/ 359439 h 696084"/>
                <a:gd name="connsiteX118" fmla="*/ 1150482 w 2915191"/>
                <a:gd name="connsiteY118" fmla="*/ 355640 h 696084"/>
                <a:gd name="connsiteX119" fmla="*/ 1160226 w 2915191"/>
                <a:gd name="connsiteY119" fmla="*/ 351424 h 696084"/>
                <a:gd name="connsiteX120" fmla="*/ 1169969 w 2915191"/>
                <a:gd name="connsiteY120" fmla="*/ 369152 h 696084"/>
                <a:gd name="connsiteX121" fmla="*/ 1179728 w 2915191"/>
                <a:gd name="connsiteY121" fmla="*/ 378655 h 696084"/>
                <a:gd name="connsiteX122" fmla="*/ 1189472 w 2915191"/>
                <a:gd name="connsiteY122" fmla="*/ 360903 h 696084"/>
                <a:gd name="connsiteX123" fmla="*/ 1199231 w 2915191"/>
                <a:gd name="connsiteY123" fmla="*/ 390841 h 696084"/>
                <a:gd name="connsiteX124" fmla="*/ 1208975 w 2915191"/>
                <a:gd name="connsiteY124" fmla="*/ 402663 h 696084"/>
                <a:gd name="connsiteX125" fmla="*/ 1218719 w 2915191"/>
                <a:gd name="connsiteY125" fmla="*/ 416501 h 696084"/>
                <a:gd name="connsiteX126" fmla="*/ 1228478 w 2915191"/>
                <a:gd name="connsiteY126" fmla="*/ 421097 h 696084"/>
                <a:gd name="connsiteX127" fmla="*/ 1238222 w 2915191"/>
                <a:gd name="connsiteY127" fmla="*/ 419362 h 696084"/>
                <a:gd name="connsiteX128" fmla="*/ 1247966 w 2915191"/>
                <a:gd name="connsiteY128" fmla="*/ 442813 h 696084"/>
                <a:gd name="connsiteX129" fmla="*/ 1257725 w 2915191"/>
                <a:gd name="connsiteY129" fmla="*/ 447634 h 696084"/>
                <a:gd name="connsiteX130" fmla="*/ 1267469 w 2915191"/>
                <a:gd name="connsiteY130" fmla="*/ 429736 h 696084"/>
                <a:gd name="connsiteX131" fmla="*/ 1277227 w 2915191"/>
                <a:gd name="connsiteY131" fmla="*/ 429348 h 696084"/>
                <a:gd name="connsiteX132" fmla="*/ 1286971 w 2915191"/>
                <a:gd name="connsiteY132" fmla="*/ 426509 h 696084"/>
                <a:gd name="connsiteX133" fmla="*/ 1296715 w 2915191"/>
                <a:gd name="connsiteY133" fmla="*/ 403637 h 696084"/>
                <a:gd name="connsiteX134" fmla="*/ 1306474 w 2915191"/>
                <a:gd name="connsiteY134" fmla="*/ 429103 h 696084"/>
                <a:gd name="connsiteX135" fmla="*/ 1316218 w 2915191"/>
                <a:gd name="connsiteY135" fmla="*/ 399944 h 696084"/>
                <a:gd name="connsiteX136" fmla="*/ 1325977 w 2915191"/>
                <a:gd name="connsiteY136" fmla="*/ 362871 h 696084"/>
                <a:gd name="connsiteX137" fmla="*/ 1335721 w 2915191"/>
                <a:gd name="connsiteY137" fmla="*/ 346583 h 696084"/>
                <a:gd name="connsiteX138" fmla="*/ 1345465 w 2915191"/>
                <a:gd name="connsiteY138" fmla="*/ 358495 h 696084"/>
                <a:gd name="connsiteX139" fmla="*/ 1355224 w 2915191"/>
                <a:gd name="connsiteY139" fmla="*/ 369530 h 696084"/>
                <a:gd name="connsiteX140" fmla="*/ 1364967 w 2915191"/>
                <a:gd name="connsiteY140" fmla="*/ 374075 h 696084"/>
                <a:gd name="connsiteX141" fmla="*/ 1374726 w 2915191"/>
                <a:gd name="connsiteY141" fmla="*/ 348116 h 696084"/>
                <a:gd name="connsiteX142" fmla="*/ 1384470 w 2915191"/>
                <a:gd name="connsiteY142" fmla="*/ 336671 h 696084"/>
                <a:gd name="connsiteX143" fmla="*/ 1394214 w 2915191"/>
                <a:gd name="connsiteY143" fmla="*/ 350978 h 696084"/>
                <a:gd name="connsiteX144" fmla="*/ 1403973 w 2915191"/>
                <a:gd name="connsiteY144" fmla="*/ 357476 h 696084"/>
                <a:gd name="connsiteX145" fmla="*/ 1413717 w 2915191"/>
                <a:gd name="connsiteY145" fmla="*/ 353831 h 696084"/>
                <a:gd name="connsiteX146" fmla="*/ 1423476 w 2915191"/>
                <a:gd name="connsiteY146" fmla="*/ 368537 h 696084"/>
                <a:gd name="connsiteX147" fmla="*/ 1433220 w 2915191"/>
                <a:gd name="connsiteY147" fmla="*/ 351695 h 696084"/>
                <a:gd name="connsiteX148" fmla="*/ 1442964 w 2915191"/>
                <a:gd name="connsiteY148" fmla="*/ 312085 h 696084"/>
                <a:gd name="connsiteX149" fmla="*/ 1452722 w 2915191"/>
                <a:gd name="connsiteY149" fmla="*/ 322447 h 696084"/>
                <a:gd name="connsiteX150" fmla="*/ 1462466 w 2915191"/>
                <a:gd name="connsiteY150" fmla="*/ 312406 h 696084"/>
                <a:gd name="connsiteX151" fmla="*/ 1472225 w 2915191"/>
                <a:gd name="connsiteY151" fmla="*/ 324890 h 696084"/>
                <a:gd name="connsiteX152" fmla="*/ 1481969 w 2915191"/>
                <a:gd name="connsiteY152" fmla="*/ 348072 h 696084"/>
                <a:gd name="connsiteX153" fmla="*/ 1491713 w 2915191"/>
                <a:gd name="connsiteY153" fmla="*/ 382125 h 696084"/>
                <a:gd name="connsiteX154" fmla="*/ 1501472 w 2915191"/>
                <a:gd name="connsiteY154" fmla="*/ 382378 h 696084"/>
                <a:gd name="connsiteX155" fmla="*/ 1511216 w 2915191"/>
                <a:gd name="connsiteY155" fmla="*/ 394483 h 696084"/>
                <a:gd name="connsiteX156" fmla="*/ 1520960 w 2915191"/>
                <a:gd name="connsiteY156" fmla="*/ 405804 h 696084"/>
                <a:gd name="connsiteX157" fmla="*/ 1530719 w 2915191"/>
                <a:gd name="connsiteY157" fmla="*/ 402617 h 696084"/>
                <a:gd name="connsiteX158" fmla="*/ 1540463 w 2915191"/>
                <a:gd name="connsiteY158" fmla="*/ 404114 h 696084"/>
                <a:gd name="connsiteX159" fmla="*/ 1550221 w 2915191"/>
                <a:gd name="connsiteY159" fmla="*/ 379397 h 696084"/>
                <a:gd name="connsiteX160" fmla="*/ 1559965 w 2915191"/>
                <a:gd name="connsiteY160" fmla="*/ 399424 h 696084"/>
                <a:gd name="connsiteX161" fmla="*/ 1569709 w 2915191"/>
                <a:gd name="connsiteY161" fmla="*/ 378075 h 696084"/>
                <a:gd name="connsiteX162" fmla="*/ 1579468 w 2915191"/>
                <a:gd name="connsiteY162" fmla="*/ 386259 h 696084"/>
                <a:gd name="connsiteX163" fmla="*/ 1589212 w 2915191"/>
                <a:gd name="connsiteY163" fmla="*/ 386425 h 696084"/>
                <a:gd name="connsiteX164" fmla="*/ 1598971 w 2915191"/>
                <a:gd name="connsiteY164" fmla="*/ 377177 h 696084"/>
                <a:gd name="connsiteX165" fmla="*/ 1608715 w 2915191"/>
                <a:gd name="connsiteY165" fmla="*/ 397849 h 696084"/>
                <a:gd name="connsiteX166" fmla="*/ 1618459 w 2915191"/>
                <a:gd name="connsiteY166" fmla="*/ 406268 h 696084"/>
                <a:gd name="connsiteX167" fmla="*/ 1628218 w 2915191"/>
                <a:gd name="connsiteY167" fmla="*/ 384105 h 696084"/>
                <a:gd name="connsiteX168" fmla="*/ 1637962 w 2915191"/>
                <a:gd name="connsiteY168" fmla="*/ 382317 h 696084"/>
                <a:gd name="connsiteX169" fmla="*/ 1647720 w 2915191"/>
                <a:gd name="connsiteY169" fmla="*/ 351571 h 696084"/>
                <a:gd name="connsiteX170" fmla="*/ 1657464 w 2915191"/>
                <a:gd name="connsiteY170" fmla="*/ 327559 h 696084"/>
                <a:gd name="connsiteX171" fmla="*/ 1667208 w 2915191"/>
                <a:gd name="connsiteY171" fmla="*/ 311183 h 696084"/>
                <a:gd name="connsiteX172" fmla="*/ 1676967 w 2915191"/>
                <a:gd name="connsiteY172" fmla="*/ 314909 h 696084"/>
                <a:gd name="connsiteX173" fmla="*/ 1686711 w 2915191"/>
                <a:gd name="connsiteY173" fmla="*/ 293437 h 696084"/>
                <a:gd name="connsiteX174" fmla="*/ 1696470 w 2915191"/>
                <a:gd name="connsiteY174" fmla="*/ 298482 h 696084"/>
                <a:gd name="connsiteX175" fmla="*/ 1706214 w 2915191"/>
                <a:gd name="connsiteY175" fmla="*/ 245759 h 696084"/>
                <a:gd name="connsiteX176" fmla="*/ 1715958 w 2915191"/>
                <a:gd name="connsiteY176" fmla="*/ 221669 h 696084"/>
                <a:gd name="connsiteX177" fmla="*/ 1725716 w 2915191"/>
                <a:gd name="connsiteY177" fmla="*/ 202790 h 696084"/>
                <a:gd name="connsiteX178" fmla="*/ 1735460 w 2915191"/>
                <a:gd name="connsiteY178" fmla="*/ 187675 h 696084"/>
                <a:gd name="connsiteX179" fmla="*/ 1745219 w 2915191"/>
                <a:gd name="connsiteY179" fmla="*/ 149775 h 696084"/>
                <a:gd name="connsiteX180" fmla="*/ 1754963 w 2915191"/>
                <a:gd name="connsiteY180" fmla="*/ 158034 h 696084"/>
                <a:gd name="connsiteX181" fmla="*/ 1764707 w 2915191"/>
                <a:gd name="connsiteY181" fmla="*/ 123860 h 696084"/>
                <a:gd name="connsiteX182" fmla="*/ 1774466 w 2915191"/>
                <a:gd name="connsiteY182" fmla="*/ 113469 h 696084"/>
                <a:gd name="connsiteX183" fmla="*/ 1784210 w 2915191"/>
                <a:gd name="connsiteY183" fmla="*/ 71266 h 696084"/>
                <a:gd name="connsiteX184" fmla="*/ 1793969 w 2915191"/>
                <a:gd name="connsiteY184" fmla="*/ 83896 h 696084"/>
                <a:gd name="connsiteX185" fmla="*/ 1803713 w 2915191"/>
                <a:gd name="connsiteY185" fmla="*/ 86597 h 696084"/>
                <a:gd name="connsiteX186" fmla="*/ 1813457 w 2915191"/>
                <a:gd name="connsiteY186" fmla="*/ 84786 h 696084"/>
                <a:gd name="connsiteX187" fmla="*/ 1823215 w 2915191"/>
                <a:gd name="connsiteY187" fmla="*/ 66953 h 696084"/>
                <a:gd name="connsiteX188" fmla="*/ 1832959 w 2915191"/>
                <a:gd name="connsiteY188" fmla="*/ 46327 h 696084"/>
                <a:gd name="connsiteX189" fmla="*/ 1842703 w 2915191"/>
                <a:gd name="connsiteY189" fmla="*/ 38702 h 696084"/>
                <a:gd name="connsiteX190" fmla="*/ 1852462 w 2915191"/>
                <a:gd name="connsiteY190" fmla="*/ 34801 h 696084"/>
                <a:gd name="connsiteX191" fmla="*/ 1862206 w 2915191"/>
                <a:gd name="connsiteY191" fmla="*/ 67044 h 696084"/>
                <a:gd name="connsiteX192" fmla="*/ 1871965 w 2915191"/>
                <a:gd name="connsiteY192" fmla="*/ 59648 h 696084"/>
                <a:gd name="connsiteX193" fmla="*/ 1881709 w 2915191"/>
                <a:gd name="connsiteY193" fmla="*/ 53060 h 696084"/>
                <a:gd name="connsiteX194" fmla="*/ 1891453 w 2915191"/>
                <a:gd name="connsiteY194" fmla="*/ 67251 h 696084"/>
                <a:gd name="connsiteX195" fmla="*/ 1901212 w 2915191"/>
                <a:gd name="connsiteY195" fmla="*/ 71143 h 696084"/>
                <a:gd name="connsiteX196" fmla="*/ 1910956 w 2915191"/>
                <a:gd name="connsiteY196" fmla="*/ 59614 h 696084"/>
                <a:gd name="connsiteX197" fmla="*/ 1920714 w 2915191"/>
                <a:gd name="connsiteY197" fmla="*/ 69717 h 696084"/>
                <a:gd name="connsiteX198" fmla="*/ 1930458 w 2915191"/>
                <a:gd name="connsiteY198" fmla="*/ 95225 h 696084"/>
                <a:gd name="connsiteX199" fmla="*/ 1940202 w 2915191"/>
                <a:gd name="connsiteY199" fmla="*/ 96151 h 696084"/>
                <a:gd name="connsiteX200" fmla="*/ 1949961 w 2915191"/>
                <a:gd name="connsiteY200" fmla="*/ 75370 h 696084"/>
                <a:gd name="connsiteX201" fmla="*/ 1959705 w 2915191"/>
                <a:gd name="connsiteY201" fmla="*/ 84815 h 696084"/>
                <a:gd name="connsiteX202" fmla="*/ 1969464 w 2915191"/>
                <a:gd name="connsiteY202" fmla="*/ 96350 h 696084"/>
                <a:gd name="connsiteX203" fmla="*/ 1979208 w 2915191"/>
                <a:gd name="connsiteY203" fmla="*/ 97940 h 696084"/>
                <a:gd name="connsiteX204" fmla="*/ 1988952 w 2915191"/>
                <a:gd name="connsiteY204" fmla="*/ 106733 h 696084"/>
                <a:gd name="connsiteX205" fmla="*/ 1998711 w 2915191"/>
                <a:gd name="connsiteY205" fmla="*/ 109305 h 696084"/>
                <a:gd name="connsiteX206" fmla="*/ 2008454 w 2915191"/>
                <a:gd name="connsiteY206" fmla="*/ 108196 h 696084"/>
                <a:gd name="connsiteX207" fmla="*/ 2018213 w 2915191"/>
                <a:gd name="connsiteY207" fmla="*/ 122011 h 696084"/>
                <a:gd name="connsiteX208" fmla="*/ 2027957 w 2915191"/>
                <a:gd name="connsiteY208" fmla="*/ 128377 h 696084"/>
                <a:gd name="connsiteX209" fmla="*/ 2037701 w 2915191"/>
                <a:gd name="connsiteY209" fmla="*/ 124819 h 696084"/>
                <a:gd name="connsiteX210" fmla="*/ 2047460 w 2915191"/>
                <a:gd name="connsiteY210" fmla="*/ 124615 h 696084"/>
                <a:gd name="connsiteX211" fmla="*/ 2057204 w 2915191"/>
                <a:gd name="connsiteY211" fmla="*/ 152388 h 696084"/>
                <a:gd name="connsiteX212" fmla="*/ 2066963 w 2915191"/>
                <a:gd name="connsiteY212" fmla="*/ 205585 h 696084"/>
                <a:gd name="connsiteX213" fmla="*/ 2076707 w 2915191"/>
                <a:gd name="connsiteY213" fmla="*/ 188161 h 696084"/>
                <a:gd name="connsiteX214" fmla="*/ 2086451 w 2915191"/>
                <a:gd name="connsiteY214" fmla="*/ 169543 h 696084"/>
                <a:gd name="connsiteX215" fmla="*/ 2096210 w 2915191"/>
                <a:gd name="connsiteY215" fmla="*/ 154251 h 696084"/>
                <a:gd name="connsiteX216" fmla="*/ 2105954 w 2915191"/>
                <a:gd name="connsiteY216" fmla="*/ 171596 h 696084"/>
                <a:gd name="connsiteX217" fmla="*/ 2115697 w 2915191"/>
                <a:gd name="connsiteY217" fmla="*/ 196397 h 696084"/>
                <a:gd name="connsiteX218" fmla="*/ 2125456 w 2915191"/>
                <a:gd name="connsiteY218" fmla="*/ 196184 h 696084"/>
                <a:gd name="connsiteX219" fmla="*/ 2135200 w 2915191"/>
                <a:gd name="connsiteY219" fmla="*/ 210266 h 696084"/>
                <a:gd name="connsiteX220" fmla="*/ 2144959 w 2915191"/>
                <a:gd name="connsiteY220" fmla="*/ 178099 h 696084"/>
                <a:gd name="connsiteX221" fmla="*/ 2154703 w 2915191"/>
                <a:gd name="connsiteY221" fmla="*/ 207823 h 696084"/>
                <a:gd name="connsiteX222" fmla="*/ 2164447 w 2915191"/>
                <a:gd name="connsiteY222" fmla="*/ 230839 h 696084"/>
                <a:gd name="connsiteX223" fmla="*/ 2174206 w 2915191"/>
                <a:gd name="connsiteY223" fmla="*/ 261754 h 696084"/>
                <a:gd name="connsiteX224" fmla="*/ 2183950 w 2915191"/>
                <a:gd name="connsiteY224" fmla="*/ 228036 h 696084"/>
                <a:gd name="connsiteX225" fmla="*/ 2193709 w 2915191"/>
                <a:gd name="connsiteY225" fmla="*/ 211707 h 696084"/>
                <a:gd name="connsiteX226" fmla="*/ 2203452 w 2915191"/>
                <a:gd name="connsiteY226" fmla="*/ 175926 h 696084"/>
                <a:gd name="connsiteX227" fmla="*/ 2213196 w 2915191"/>
                <a:gd name="connsiteY227" fmla="*/ 156815 h 696084"/>
                <a:gd name="connsiteX228" fmla="*/ 2222955 w 2915191"/>
                <a:gd name="connsiteY228" fmla="*/ 191179 h 696084"/>
                <a:gd name="connsiteX229" fmla="*/ 2232699 w 2915191"/>
                <a:gd name="connsiteY229" fmla="*/ 180988 h 696084"/>
                <a:gd name="connsiteX230" fmla="*/ 2242458 w 2915191"/>
                <a:gd name="connsiteY230" fmla="*/ 186544 h 696084"/>
                <a:gd name="connsiteX231" fmla="*/ 2252202 w 2915191"/>
                <a:gd name="connsiteY231" fmla="*/ 165187 h 696084"/>
                <a:gd name="connsiteX232" fmla="*/ 2261946 w 2915191"/>
                <a:gd name="connsiteY232" fmla="*/ 159806 h 696084"/>
                <a:gd name="connsiteX233" fmla="*/ 2271705 w 2915191"/>
                <a:gd name="connsiteY233" fmla="*/ 156465 h 696084"/>
                <a:gd name="connsiteX234" fmla="*/ 2281449 w 2915191"/>
                <a:gd name="connsiteY234" fmla="*/ 152023 h 696084"/>
                <a:gd name="connsiteX235" fmla="*/ 2291208 w 2915191"/>
                <a:gd name="connsiteY235" fmla="*/ 142777 h 696084"/>
                <a:gd name="connsiteX236" fmla="*/ 2300951 w 2915191"/>
                <a:gd name="connsiteY236" fmla="*/ 113097 h 696084"/>
                <a:gd name="connsiteX237" fmla="*/ 2310695 w 2915191"/>
                <a:gd name="connsiteY237" fmla="*/ 116917 h 696084"/>
                <a:gd name="connsiteX238" fmla="*/ 2320454 w 2915191"/>
                <a:gd name="connsiteY238" fmla="*/ 90805 h 696084"/>
                <a:gd name="connsiteX239" fmla="*/ 2330198 w 2915191"/>
                <a:gd name="connsiteY239" fmla="*/ 78790 h 696084"/>
                <a:gd name="connsiteX240" fmla="*/ 2339957 w 2915191"/>
                <a:gd name="connsiteY240" fmla="*/ 57290 h 696084"/>
                <a:gd name="connsiteX241" fmla="*/ 2349701 w 2915191"/>
                <a:gd name="connsiteY241" fmla="*/ 52958 h 696084"/>
                <a:gd name="connsiteX242" fmla="*/ 2359445 w 2915191"/>
                <a:gd name="connsiteY242" fmla="*/ 38231 h 696084"/>
                <a:gd name="connsiteX243" fmla="*/ 2369204 w 2915191"/>
                <a:gd name="connsiteY243" fmla="*/ 40518 h 696084"/>
                <a:gd name="connsiteX244" fmla="*/ 2378948 w 2915191"/>
                <a:gd name="connsiteY244" fmla="*/ 0 h 696084"/>
                <a:gd name="connsiteX245" fmla="*/ 2388692 w 2915191"/>
                <a:gd name="connsiteY245" fmla="*/ 27352 h 696084"/>
                <a:gd name="connsiteX246" fmla="*/ 2398450 w 2915191"/>
                <a:gd name="connsiteY246" fmla="*/ 52009 h 696084"/>
                <a:gd name="connsiteX247" fmla="*/ 2408194 w 2915191"/>
                <a:gd name="connsiteY247" fmla="*/ 25045 h 696084"/>
                <a:gd name="connsiteX248" fmla="*/ 2417953 w 2915191"/>
                <a:gd name="connsiteY248" fmla="*/ 16453 h 696084"/>
                <a:gd name="connsiteX249" fmla="*/ 2427697 w 2915191"/>
                <a:gd name="connsiteY249" fmla="*/ 40859 h 696084"/>
                <a:gd name="connsiteX250" fmla="*/ 2437441 w 2915191"/>
                <a:gd name="connsiteY250" fmla="*/ 66211 h 696084"/>
                <a:gd name="connsiteX251" fmla="*/ 2447200 w 2915191"/>
                <a:gd name="connsiteY251" fmla="*/ 97530 h 696084"/>
                <a:gd name="connsiteX252" fmla="*/ 2456944 w 2915191"/>
                <a:gd name="connsiteY252" fmla="*/ 146624 h 696084"/>
                <a:gd name="connsiteX253" fmla="*/ 2466703 w 2915191"/>
                <a:gd name="connsiteY253" fmla="*/ 147402 h 696084"/>
                <a:gd name="connsiteX254" fmla="*/ 2476446 w 2915191"/>
                <a:gd name="connsiteY254" fmla="*/ 106014 h 696084"/>
                <a:gd name="connsiteX255" fmla="*/ 2486190 w 2915191"/>
                <a:gd name="connsiteY255" fmla="*/ 135691 h 696084"/>
                <a:gd name="connsiteX256" fmla="*/ 2495949 w 2915191"/>
                <a:gd name="connsiteY256" fmla="*/ 147159 h 696084"/>
                <a:gd name="connsiteX257" fmla="*/ 2505693 w 2915191"/>
                <a:gd name="connsiteY257" fmla="*/ 130749 h 696084"/>
                <a:gd name="connsiteX258" fmla="*/ 2515452 w 2915191"/>
                <a:gd name="connsiteY258" fmla="*/ 149252 h 696084"/>
                <a:gd name="connsiteX259" fmla="*/ 2525196 w 2915191"/>
                <a:gd name="connsiteY259" fmla="*/ 156070 h 696084"/>
                <a:gd name="connsiteX260" fmla="*/ 2534940 w 2915191"/>
                <a:gd name="connsiteY260" fmla="*/ 199460 h 696084"/>
                <a:gd name="connsiteX261" fmla="*/ 2544699 w 2915191"/>
                <a:gd name="connsiteY261" fmla="*/ 195402 h 696084"/>
                <a:gd name="connsiteX262" fmla="*/ 2554443 w 2915191"/>
                <a:gd name="connsiteY262" fmla="*/ 173150 h 696084"/>
                <a:gd name="connsiteX263" fmla="*/ 2564202 w 2915191"/>
                <a:gd name="connsiteY263" fmla="*/ 175851 h 696084"/>
                <a:gd name="connsiteX264" fmla="*/ 2573946 w 2915191"/>
                <a:gd name="connsiteY264" fmla="*/ 194835 h 696084"/>
                <a:gd name="connsiteX265" fmla="*/ 2583690 w 2915191"/>
                <a:gd name="connsiteY265" fmla="*/ 214092 h 696084"/>
                <a:gd name="connsiteX266" fmla="*/ 2593448 w 2915191"/>
                <a:gd name="connsiteY266" fmla="*/ 231192 h 696084"/>
                <a:gd name="connsiteX267" fmla="*/ 2603192 w 2915191"/>
                <a:gd name="connsiteY267" fmla="*/ 231420 h 696084"/>
                <a:gd name="connsiteX268" fmla="*/ 2612951 w 2915191"/>
                <a:gd name="connsiteY268" fmla="*/ 220995 h 696084"/>
                <a:gd name="connsiteX269" fmla="*/ 2622695 w 2915191"/>
                <a:gd name="connsiteY269" fmla="*/ 213488 h 696084"/>
                <a:gd name="connsiteX270" fmla="*/ 2632439 w 2915191"/>
                <a:gd name="connsiteY270" fmla="*/ 225386 h 696084"/>
                <a:gd name="connsiteX271" fmla="*/ 2642198 w 2915191"/>
                <a:gd name="connsiteY271" fmla="*/ 231824 h 696084"/>
                <a:gd name="connsiteX272" fmla="*/ 2651942 w 2915191"/>
                <a:gd name="connsiteY272" fmla="*/ 243688 h 696084"/>
                <a:gd name="connsiteX273" fmla="*/ 2661685 w 2915191"/>
                <a:gd name="connsiteY273" fmla="*/ 230846 h 696084"/>
                <a:gd name="connsiteX274" fmla="*/ 2671444 w 2915191"/>
                <a:gd name="connsiteY274" fmla="*/ 222500 h 696084"/>
                <a:gd name="connsiteX275" fmla="*/ 2681188 w 2915191"/>
                <a:gd name="connsiteY275" fmla="*/ 249805 h 696084"/>
                <a:gd name="connsiteX276" fmla="*/ 2690947 w 2915191"/>
                <a:gd name="connsiteY276" fmla="*/ 250318 h 696084"/>
                <a:gd name="connsiteX277" fmla="*/ 2700691 w 2915191"/>
                <a:gd name="connsiteY277" fmla="*/ 238944 h 696084"/>
                <a:gd name="connsiteX278" fmla="*/ 2710435 w 2915191"/>
                <a:gd name="connsiteY278" fmla="*/ 296569 h 696084"/>
                <a:gd name="connsiteX279" fmla="*/ 2720194 w 2915191"/>
                <a:gd name="connsiteY279" fmla="*/ 261657 h 696084"/>
                <a:gd name="connsiteX280" fmla="*/ 2729938 w 2915191"/>
                <a:gd name="connsiteY280" fmla="*/ 279764 h 696084"/>
                <a:gd name="connsiteX281" fmla="*/ 2739697 w 2915191"/>
                <a:gd name="connsiteY281" fmla="*/ 263570 h 696084"/>
                <a:gd name="connsiteX282" fmla="*/ 2749441 w 2915191"/>
                <a:gd name="connsiteY282" fmla="*/ 251957 h 696084"/>
                <a:gd name="connsiteX283" fmla="*/ 2759185 w 2915191"/>
                <a:gd name="connsiteY283" fmla="*/ 261730 h 696084"/>
                <a:gd name="connsiteX284" fmla="*/ 2768943 w 2915191"/>
                <a:gd name="connsiteY284" fmla="*/ 262116 h 696084"/>
                <a:gd name="connsiteX285" fmla="*/ 2778687 w 2915191"/>
                <a:gd name="connsiteY285" fmla="*/ 217035 h 696084"/>
                <a:gd name="connsiteX286" fmla="*/ 2788446 w 2915191"/>
                <a:gd name="connsiteY286" fmla="*/ 230678 h 696084"/>
                <a:gd name="connsiteX287" fmla="*/ 2798190 w 2915191"/>
                <a:gd name="connsiteY287" fmla="*/ 205672 h 696084"/>
                <a:gd name="connsiteX288" fmla="*/ 2807934 w 2915191"/>
                <a:gd name="connsiteY288" fmla="*/ 198252 h 696084"/>
                <a:gd name="connsiteX289" fmla="*/ 2817693 w 2915191"/>
                <a:gd name="connsiteY289" fmla="*/ 211461 h 696084"/>
                <a:gd name="connsiteX290" fmla="*/ 2827437 w 2915191"/>
                <a:gd name="connsiteY290" fmla="*/ 190792 h 696084"/>
                <a:gd name="connsiteX291" fmla="*/ 2837196 w 2915191"/>
                <a:gd name="connsiteY291" fmla="*/ 199064 h 696084"/>
                <a:gd name="connsiteX292" fmla="*/ 2846940 w 2915191"/>
                <a:gd name="connsiteY292" fmla="*/ 198370 h 696084"/>
                <a:gd name="connsiteX293" fmla="*/ 2856684 w 2915191"/>
                <a:gd name="connsiteY293" fmla="*/ 220520 h 696084"/>
                <a:gd name="connsiteX294" fmla="*/ 2866442 w 2915191"/>
                <a:gd name="connsiteY294" fmla="*/ 204162 h 696084"/>
                <a:gd name="connsiteX295" fmla="*/ 2876186 w 2915191"/>
                <a:gd name="connsiteY295" fmla="*/ 197245 h 696084"/>
                <a:gd name="connsiteX296" fmla="*/ 2885945 w 2915191"/>
                <a:gd name="connsiteY296" fmla="*/ 202862 h 696084"/>
                <a:gd name="connsiteX297" fmla="*/ 2895689 w 2915191"/>
                <a:gd name="connsiteY297" fmla="*/ 205753 h 696084"/>
                <a:gd name="connsiteX298" fmla="*/ 2905433 w 2915191"/>
                <a:gd name="connsiteY298" fmla="*/ 239133 h 696084"/>
                <a:gd name="connsiteX299" fmla="*/ 2915192 w 2915191"/>
                <a:gd name="connsiteY299" fmla="*/ 234999 h 696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96084">
                  <a:moveTo>
                    <a:pt x="0" y="566023"/>
                  </a:moveTo>
                  <a:lnTo>
                    <a:pt x="9750" y="577787"/>
                  </a:lnTo>
                  <a:lnTo>
                    <a:pt x="19500" y="578681"/>
                  </a:lnTo>
                  <a:lnTo>
                    <a:pt x="29250" y="609745"/>
                  </a:lnTo>
                  <a:lnTo>
                    <a:pt x="39000" y="570664"/>
                  </a:lnTo>
                  <a:lnTo>
                    <a:pt x="48749" y="515387"/>
                  </a:lnTo>
                  <a:lnTo>
                    <a:pt x="58499" y="521807"/>
                  </a:lnTo>
                  <a:lnTo>
                    <a:pt x="68249" y="523264"/>
                  </a:lnTo>
                  <a:lnTo>
                    <a:pt x="77998" y="542216"/>
                  </a:lnTo>
                  <a:lnTo>
                    <a:pt x="87748" y="516059"/>
                  </a:lnTo>
                  <a:lnTo>
                    <a:pt x="97497" y="517619"/>
                  </a:lnTo>
                  <a:lnTo>
                    <a:pt x="107247" y="487924"/>
                  </a:lnTo>
                  <a:lnTo>
                    <a:pt x="116997" y="493642"/>
                  </a:lnTo>
                  <a:lnTo>
                    <a:pt x="126747" y="505682"/>
                  </a:lnTo>
                  <a:lnTo>
                    <a:pt x="136497" y="522781"/>
                  </a:lnTo>
                  <a:lnTo>
                    <a:pt x="146247" y="546025"/>
                  </a:lnTo>
                  <a:lnTo>
                    <a:pt x="155997" y="595949"/>
                  </a:lnTo>
                  <a:lnTo>
                    <a:pt x="165747" y="591420"/>
                  </a:lnTo>
                  <a:lnTo>
                    <a:pt x="175497" y="607406"/>
                  </a:lnTo>
                  <a:lnTo>
                    <a:pt x="185247" y="639141"/>
                  </a:lnTo>
                  <a:lnTo>
                    <a:pt x="194996" y="634403"/>
                  </a:lnTo>
                  <a:lnTo>
                    <a:pt x="204746" y="643894"/>
                  </a:lnTo>
                  <a:lnTo>
                    <a:pt x="214495" y="643655"/>
                  </a:lnTo>
                  <a:lnTo>
                    <a:pt x="224245" y="644698"/>
                  </a:lnTo>
                  <a:lnTo>
                    <a:pt x="233995" y="643298"/>
                  </a:lnTo>
                  <a:lnTo>
                    <a:pt x="243744" y="645190"/>
                  </a:lnTo>
                  <a:lnTo>
                    <a:pt x="253494" y="627460"/>
                  </a:lnTo>
                  <a:lnTo>
                    <a:pt x="263244" y="612412"/>
                  </a:lnTo>
                  <a:lnTo>
                    <a:pt x="272994" y="626671"/>
                  </a:lnTo>
                  <a:lnTo>
                    <a:pt x="282744" y="613142"/>
                  </a:lnTo>
                  <a:lnTo>
                    <a:pt x="292494" y="604858"/>
                  </a:lnTo>
                  <a:lnTo>
                    <a:pt x="302244" y="608688"/>
                  </a:lnTo>
                  <a:lnTo>
                    <a:pt x="311994" y="615705"/>
                  </a:lnTo>
                  <a:lnTo>
                    <a:pt x="321744" y="639067"/>
                  </a:lnTo>
                  <a:lnTo>
                    <a:pt x="331493" y="612472"/>
                  </a:lnTo>
                  <a:lnTo>
                    <a:pt x="341243" y="621486"/>
                  </a:lnTo>
                  <a:lnTo>
                    <a:pt x="350993" y="635744"/>
                  </a:lnTo>
                  <a:lnTo>
                    <a:pt x="360742" y="632362"/>
                  </a:lnTo>
                  <a:lnTo>
                    <a:pt x="370492" y="652520"/>
                  </a:lnTo>
                  <a:lnTo>
                    <a:pt x="380241" y="675584"/>
                  </a:lnTo>
                  <a:lnTo>
                    <a:pt x="389991" y="690140"/>
                  </a:lnTo>
                  <a:lnTo>
                    <a:pt x="399741" y="696085"/>
                  </a:lnTo>
                  <a:lnTo>
                    <a:pt x="409491" y="642076"/>
                  </a:lnTo>
                  <a:lnTo>
                    <a:pt x="419241" y="641868"/>
                  </a:lnTo>
                  <a:lnTo>
                    <a:pt x="428991" y="655694"/>
                  </a:lnTo>
                  <a:lnTo>
                    <a:pt x="438741" y="600255"/>
                  </a:lnTo>
                  <a:lnTo>
                    <a:pt x="448491" y="615169"/>
                  </a:lnTo>
                  <a:lnTo>
                    <a:pt x="458241" y="623855"/>
                  </a:lnTo>
                  <a:lnTo>
                    <a:pt x="467991" y="596560"/>
                  </a:lnTo>
                  <a:lnTo>
                    <a:pt x="477740" y="611071"/>
                  </a:lnTo>
                  <a:lnTo>
                    <a:pt x="487490" y="570658"/>
                  </a:lnTo>
                  <a:lnTo>
                    <a:pt x="497239" y="595144"/>
                  </a:lnTo>
                  <a:lnTo>
                    <a:pt x="506989" y="580111"/>
                  </a:lnTo>
                  <a:lnTo>
                    <a:pt x="516738" y="594831"/>
                  </a:lnTo>
                  <a:lnTo>
                    <a:pt x="526488" y="588380"/>
                  </a:lnTo>
                  <a:lnTo>
                    <a:pt x="536238" y="594042"/>
                  </a:lnTo>
                  <a:lnTo>
                    <a:pt x="545988" y="579769"/>
                  </a:lnTo>
                  <a:lnTo>
                    <a:pt x="555738" y="583672"/>
                  </a:lnTo>
                  <a:lnTo>
                    <a:pt x="565488" y="609999"/>
                  </a:lnTo>
                  <a:lnTo>
                    <a:pt x="575238" y="578666"/>
                  </a:lnTo>
                  <a:lnTo>
                    <a:pt x="584988" y="541460"/>
                  </a:lnTo>
                  <a:lnTo>
                    <a:pt x="594738" y="543615"/>
                  </a:lnTo>
                  <a:lnTo>
                    <a:pt x="604488" y="540946"/>
                  </a:lnTo>
                  <a:lnTo>
                    <a:pt x="614237" y="565477"/>
                  </a:lnTo>
                  <a:lnTo>
                    <a:pt x="623987" y="543089"/>
                  </a:lnTo>
                  <a:lnTo>
                    <a:pt x="633736" y="528921"/>
                  </a:lnTo>
                  <a:lnTo>
                    <a:pt x="643486" y="542913"/>
                  </a:lnTo>
                  <a:lnTo>
                    <a:pt x="653236" y="528080"/>
                  </a:lnTo>
                  <a:lnTo>
                    <a:pt x="662985" y="531302"/>
                  </a:lnTo>
                  <a:lnTo>
                    <a:pt x="672735" y="527753"/>
                  </a:lnTo>
                  <a:lnTo>
                    <a:pt x="682485" y="546143"/>
                  </a:lnTo>
                  <a:lnTo>
                    <a:pt x="692235" y="556779"/>
                  </a:lnTo>
                  <a:lnTo>
                    <a:pt x="701985" y="564229"/>
                  </a:lnTo>
                  <a:lnTo>
                    <a:pt x="711735" y="552743"/>
                  </a:lnTo>
                  <a:lnTo>
                    <a:pt x="721485" y="538612"/>
                  </a:lnTo>
                  <a:lnTo>
                    <a:pt x="731235" y="557752"/>
                  </a:lnTo>
                  <a:lnTo>
                    <a:pt x="740985" y="578845"/>
                  </a:lnTo>
                  <a:lnTo>
                    <a:pt x="750734" y="589959"/>
                  </a:lnTo>
                  <a:lnTo>
                    <a:pt x="760484" y="601238"/>
                  </a:lnTo>
                  <a:lnTo>
                    <a:pt x="770233" y="588768"/>
                  </a:lnTo>
                  <a:lnTo>
                    <a:pt x="779983" y="592746"/>
                  </a:lnTo>
                  <a:lnTo>
                    <a:pt x="789733" y="576640"/>
                  </a:lnTo>
                  <a:lnTo>
                    <a:pt x="799482" y="586995"/>
                  </a:lnTo>
                  <a:lnTo>
                    <a:pt x="809232" y="601044"/>
                  </a:lnTo>
                  <a:lnTo>
                    <a:pt x="818982" y="577519"/>
                  </a:lnTo>
                  <a:lnTo>
                    <a:pt x="828732" y="592641"/>
                  </a:lnTo>
                  <a:lnTo>
                    <a:pt x="838482" y="594280"/>
                  </a:lnTo>
                  <a:lnTo>
                    <a:pt x="848232" y="575239"/>
                  </a:lnTo>
                  <a:lnTo>
                    <a:pt x="857982" y="537849"/>
                  </a:lnTo>
                  <a:lnTo>
                    <a:pt x="867732" y="518173"/>
                  </a:lnTo>
                  <a:lnTo>
                    <a:pt x="877482" y="519945"/>
                  </a:lnTo>
                  <a:lnTo>
                    <a:pt x="887231" y="479028"/>
                  </a:lnTo>
                  <a:lnTo>
                    <a:pt x="896981" y="476172"/>
                  </a:lnTo>
                  <a:lnTo>
                    <a:pt x="906730" y="448546"/>
                  </a:lnTo>
                  <a:lnTo>
                    <a:pt x="916480" y="456666"/>
                  </a:lnTo>
                  <a:lnTo>
                    <a:pt x="926230" y="456198"/>
                  </a:lnTo>
                  <a:lnTo>
                    <a:pt x="935979" y="454887"/>
                  </a:lnTo>
                  <a:lnTo>
                    <a:pt x="945729" y="485845"/>
                  </a:lnTo>
                  <a:lnTo>
                    <a:pt x="955479" y="481674"/>
                  </a:lnTo>
                  <a:lnTo>
                    <a:pt x="965229" y="463868"/>
                  </a:lnTo>
                  <a:lnTo>
                    <a:pt x="974979" y="470410"/>
                  </a:lnTo>
                  <a:lnTo>
                    <a:pt x="984729" y="482229"/>
                  </a:lnTo>
                  <a:lnTo>
                    <a:pt x="994474" y="436150"/>
                  </a:lnTo>
                  <a:lnTo>
                    <a:pt x="1004233" y="423815"/>
                  </a:lnTo>
                  <a:lnTo>
                    <a:pt x="1013977" y="411988"/>
                  </a:lnTo>
                  <a:lnTo>
                    <a:pt x="1023721" y="449551"/>
                  </a:lnTo>
                  <a:lnTo>
                    <a:pt x="1033480" y="446010"/>
                  </a:lnTo>
                  <a:lnTo>
                    <a:pt x="1043224" y="504119"/>
                  </a:lnTo>
                  <a:lnTo>
                    <a:pt x="1052983" y="492985"/>
                  </a:lnTo>
                  <a:lnTo>
                    <a:pt x="1062727" y="457537"/>
                  </a:lnTo>
                  <a:lnTo>
                    <a:pt x="1072471" y="433347"/>
                  </a:lnTo>
                  <a:lnTo>
                    <a:pt x="1082230" y="411666"/>
                  </a:lnTo>
                  <a:lnTo>
                    <a:pt x="1091973" y="414649"/>
                  </a:lnTo>
                  <a:lnTo>
                    <a:pt x="1101732" y="408414"/>
                  </a:lnTo>
                  <a:lnTo>
                    <a:pt x="1111476" y="384105"/>
                  </a:lnTo>
                  <a:lnTo>
                    <a:pt x="1121220" y="372518"/>
                  </a:lnTo>
                  <a:lnTo>
                    <a:pt x="1130979" y="342960"/>
                  </a:lnTo>
                  <a:lnTo>
                    <a:pt x="1140723" y="359439"/>
                  </a:lnTo>
                  <a:lnTo>
                    <a:pt x="1150482" y="355640"/>
                  </a:lnTo>
                  <a:lnTo>
                    <a:pt x="1160226" y="351424"/>
                  </a:lnTo>
                  <a:lnTo>
                    <a:pt x="1169969" y="369152"/>
                  </a:lnTo>
                  <a:lnTo>
                    <a:pt x="1179728" y="378655"/>
                  </a:lnTo>
                  <a:lnTo>
                    <a:pt x="1189472" y="360903"/>
                  </a:lnTo>
                  <a:lnTo>
                    <a:pt x="1199231" y="390841"/>
                  </a:lnTo>
                  <a:lnTo>
                    <a:pt x="1208975" y="402663"/>
                  </a:lnTo>
                  <a:lnTo>
                    <a:pt x="1218719" y="416501"/>
                  </a:lnTo>
                  <a:lnTo>
                    <a:pt x="1228478" y="421097"/>
                  </a:lnTo>
                  <a:lnTo>
                    <a:pt x="1238222" y="419362"/>
                  </a:lnTo>
                  <a:lnTo>
                    <a:pt x="1247966" y="442813"/>
                  </a:lnTo>
                  <a:lnTo>
                    <a:pt x="1257725" y="447634"/>
                  </a:lnTo>
                  <a:lnTo>
                    <a:pt x="1267469" y="429736"/>
                  </a:lnTo>
                  <a:lnTo>
                    <a:pt x="1277227" y="429348"/>
                  </a:lnTo>
                  <a:lnTo>
                    <a:pt x="1286971" y="426509"/>
                  </a:lnTo>
                  <a:lnTo>
                    <a:pt x="1296715" y="403637"/>
                  </a:lnTo>
                  <a:lnTo>
                    <a:pt x="1306474" y="429103"/>
                  </a:lnTo>
                  <a:lnTo>
                    <a:pt x="1316218" y="399944"/>
                  </a:lnTo>
                  <a:lnTo>
                    <a:pt x="1325977" y="362871"/>
                  </a:lnTo>
                  <a:lnTo>
                    <a:pt x="1335721" y="346583"/>
                  </a:lnTo>
                  <a:lnTo>
                    <a:pt x="1345465" y="358495"/>
                  </a:lnTo>
                  <a:lnTo>
                    <a:pt x="1355224" y="369530"/>
                  </a:lnTo>
                  <a:lnTo>
                    <a:pt x="1364967" y="374075"/>
                  </a:lnTo>
                  <a:lnTo>
                    <a:pt x="1374726" y="348116"/>
                  </a:lnTo>
                  <a:lnTo>
                    <a:pt x="1384470" y="336671"/>
                  </a:lnTo>
                  <a:lnTo>
                    <a:pt x="1394214" y="350978"/>
                  </a:lnTo>
                  <a:lnTo>
                    <a:pt x="1403973" y="357476"/>
                  </a:lnTo>
                  <a:lnTo>
                    <a:pt x="1413717" y="353831"/>
                  </a:lnTo>
                  <a:lnTo>
                    <a:pt x="1423476" y="368537"/>
                  </a:lnTo>
                  <a:lnTo>
                    <a:pt x="1433220" y="351695"/>
                  </a:lnTo>
                  <a:lnTo>
                    <a:pt x="1442964" y="312085"/>
                  </a:lnTo>
                  <a:lnTo>
                    <a:pt x="1452722" y="322447"/>
                  </a:lnTo>
                  <a:lnTo>
                    <a:pt x="1462466" y="312406"/>
                  </a:lnTo>
                  <a:lnTo>
                    <a:pt x="1472225" y="324890"/>
                  </a:lnTo>
                  <a:lnTo>
                    <a:pt x="1481969" y="348072"/>
                  </a:lnTo>
                  <a:lnTo>
                    <a:pt x="1491713" y="382125"/>
                  </a:lnTo>
                  <a:lnTo>
                    <a:pt x="1501472" y="382378"/>
                  </a:lnTo>
                  <a:lnTo>
                    <a:pt x="1511216" y="394483"/>
                  </a:lnTo>
                  <a:lnTo>
                    <a:pt x="1520960" y="405804"/>
                  </a:lnTo>
                  <a:lnTo>
                    <a:pt x="1530719" y="402617"/>
                  </a:lnTo>
                  <a:lnTo>
                    <a:pt x="1540463" y="404114"/>
                  </a:lnTo>
                  <a:lnTo>
                    <a:pt x="1550221" y="379397"/>
                  </a:lnTo>
                  <a:lnTo>
                    <a:pt x="1559965" y="399424"/>
                  </a:lnTo>
                  <a:lnTo>
                    <a:pt x="1569709" y="378075"/>
                  </a:lnTo>
                  <a:lnTo>
                    <a:pt x="1579468" y="386259"/>
                  </a:lnTo>
                  <a:lnTo>
                    <a:pt x="1589212" y="386425"/>
                  </a:lnTo>
                  <a:lnTo>
                    <a:pt x="1598971" y="377177"/>
                  </a:lnTo>
                  <a:lnTo>
                    <a:pt x="1608715" y="397849"/>
                  </a:lnTo>
                  <a:lnTo>
                    <a:pt x="1618459" y="406268"/>
                  </a:lnTo>
                  <a:lnTo>
                    <a:pt x="1628218" y="384105"/>
                  </a:lnTo>
                  <a:lnTo>
                    <a:pt x="1637962" y="382317"/>
                  </a:lnTo>
                  <a:lnTo>
                    <a:pt x="1647720" y="351571"/>
                  </a:lnTo>
                  <a:lnTo>
                    <a:pt x="1657464" y="327559"/>
                  </a:lnTo>
                  <a:lnTo>
                    <a:pt x="1667208" y="311183"/>
                  </a:lnTo>
                  <a:lnTo>
                    <a:pt x="1676967" y="314909"/>
                  </a:lnTo>
                  <a:lnTo>
                    <a:pt x="1686711" y="293437"/>
                  </a:lnTo>
                  <a:lnTo>
                    <a:pt x="1696470" y="298482"/>
                  </a:lnTo>
                  <a:lnTo>
                    <a:pt x="1706214" y="245759"/>
                  </a:lnTo>
                  <a:lnTo>
                    <a:pt x="1715958" y="221669"/>
                  </a:lnTo>
                  <a:lnTo>
                    <a:pt x="1725716" y="202790"/>
                  </a:lnTo>
                  <a:lnTo>
                    <a:pt x="1735460" y="187675"/>
                  </a:lnTo>
                  <a:lnTo>
                    <a:pt x="1745219" y="149775"/>
                  </a:lnTo>
                  <a:lnTo>
                    <a:pt x="1754963" y="158034"/>
                  </a:lnTo>
                  <a:lnTo>
                    <a:pt x="1764707" y="123860"/>
                  </a:lnTo>
                  <a:lnTo>
                    <a:pt x="1774466" y="113469"/>
                  </a:lnTo>
                  <a:lnTo>
                    <a:pt x="1784210" y="71266"/>
                  </a:lnTo>
                  <a:lnTo>
                    <a:pt x="1793969" y="83896"/>
                  </a:lnTo>
                  <a:lnTo>
                    <a:pt x="1803713" y="86597"/>
                  </a:lnTo>
                  <a:lnTo>
                    <a:pt x="1813457" y="84786"/>
                  </a:lnTo>
                  <a:lnTo>
                    <a:pt x="1823215" y="66953"/>
                  </a:lnTo>
                  <a:lnTo>
                    <a:pt x="1832959" y="46327"/>
                  </a:lnTo>
                  <a:lnTo>
                    <a:pt x="1842703" y="38702"/>
                  </a:lnTo>
                  <a:lnTo>
                    <a:pt x="1852462" y="34801"/>
                  </a:lnTo>
                  <a:lnTo>
                    <a:pt x="1862206" y="67044"/>
                  </a:lnTo>
                  <a:lnTo>
                    <a:pt x="1871965" y="59648"/>
                  </a:lnTo>
                  <a:lnTo>
                    <a:pt x="1881709" y="53060"/>
                  </a:lnTo>
                  <a:lnTo>
                    <a:pt x="1891453" y="67251"/>
                  </a:lnTo>
                  <a:lnTo>
                    <a:pt x="1901212" y="71143"/>
                  </a:lnTo>
                  <a:lnTo>
                    <a:pt x="1910956" y="59614"/>
                  </a:lnTo>
                  <a:lnTo>
                    <a:pt x="1920714" y="69717"/>
                  </a:lnTo>
                  <a:lnTo>
                    <a:pt x="1930458" y="95225"/>
                  </a:lnTo>
                  <a:lnTo>
                    <a:pt x="1940202" y="96151"/>
                  </a:lnTo>
                  <a:lnTo>
                    <a:pt x="1949961" y="75370"/>
                  </a:lnTo>
                  <a:lnTo>
                    <a:pt x="1959705" y="84815"/>
                  </a:lnTo>
                  <a:lnTo>
                    <a:pt x="1969464" y="96350"/>
                  </a:lnTo>
                  <a:lnTo>
                    <a:pt x="1979208" y="97940"/>
                  </a:lnTo>
                  <a:lnTo>
                    <a:pt x="1988952" y="106733"/>
                  </a:lnTo>
                  <a:lnTo>
                    <a:pt x="1998711" y="109305"/>
                  </a:lnTo>
                  <a:lnTo>
                    <a:pt x="2008454" y="108196"/>
                  </a:lnTo>
                  <a:lnTo>
                    <a:pt x="2018213" y="122011"/>
                  </a:lnTo>
                  <a:lnTo>
                    <a:pt x="2027957" y="128377"/>
                  </a:lnTo>
                  <a:lnTo>
                    <a:pt x="2037701" y="124819"/>
                  </a:lnTo>
                  <a:lnTo>
                    <a:pt x="2047460" y="124615"/>
                  </a:lnTo>
                  <a:lnTo>
                    <a:pt x="2057204" y="152388"/>
                  </a:lnTo>
                  <a:lnTo>
                    <a:pt x="2066963" y="205585"/>
                  </a:lnTo>
                  <a:lnTo>
                    <a:pt x="2076707" y="188161"/>
                  </a:lnTo>
                  <a:lnTo>
                    <a:pt x="2086451" y="169543"/>
                  </a:lnTo>
                  <a:lnTo>
                    <a:pt x="2096210" y="154251"/>
                  </a:lnTo>
                  <a:lnTo>
                    <a:pt x="2105954" y="171596"/>
                  </a:lnTo>
                  <a:lnTo>
                    <a:pt x="2115697" y="196397"/>
                  </a:lnTo>
                  <a:lnTo>
                    <a:pt x="2125456" y="196184"/>
                  </a:lnTo>
                  <a:lnTo>
                    <a:pt x="2135200" y="210266"/>
                  </a:lnTo>
                  <a:lnTo>
                    <a:pt x="2144959" y="178099"/>
                  </a:lnTo>
                  <a:lnTo>
                    <a:pt x="2154703" y="207823"/>
                  </a:lnTo>
                  <a:lnTo>
                    <a:pt x="2164447" y="230839"/>
                  </a:lnTo>
                  <a:lnTo>
                    <a:pt x="2174206" y="261754"/>
                  </a:lnTo>
                  <a:lnTo>
                    <a:pt x="2183950" y="228036"/>
                  </a:lnTo>
                  <a:lnTo>
                    <a:pt x="2193709" y="211707"/>
                  </a:lnTo>
                  <a:lnTo>
                    <a:pt x="2203452" y="175926"/>
                  </a:lnTo>
                  <a:lnTo>
                    <a:pt x="2213196" y="156815"/>
                  </a:lnTo>
                  <a:lnTo>
                    <a:pt x="2222955" y="191179"/>
                  </a:lnTo>
                  <a:lnTo>
                    <a:pt x="2232699" y="180988"/>
                  </a:lnTo>
                  <a:lnTo>
                    <a:pt x="2242458" y="186544"/>
                  </a:lnTo>
                  <a:lnTo>
                    <a:pt x="2252202" y="165187"/>
                  </a:lnTo>
                  <a:lnTo>
                    <a:pt x="2261946" y="159806"/>
                  </a:lnTo>
                  <a:lnTo>
                    <a:pt x="2271705" y="156465"/>
                  </a:lnTo>
                  <a:lnTo>
                    <a:pt x="2281449" y="152023"/>
                  </a:lnTo>
                  <a:lnTo>
                    <a:pt x="2291208" y="142777"/>
                  </a:lnTo>
                  <a:lnTo>
                    <a:pt x="2300951" y="113097"/>
                  </a:lnTo>
                  <a:lnTo>
                    <a:pt x="2310695" y="116917"/>
                  </a:lnTo>
                  <a:lnTo>
                    <a:pt x="2320454" y="90805"/>
                  </a:lnTo>
                  <a:lnTo>
                    <a:pt x="2330198" y="78790"/>
                  </a:lnTo>
                  <a:lnTo>
                    <a:pt x="2339957" y="57290"/>
                  </a:lnTo>
                  <a:lnTo>
                    <a:pt x="2349701" y="52958"/>
                  </a:lnTo>
                  <a:lnTo>
                    <a:pt x="2359445" y="38231"/>
                  </a:lnTo>
                  <a:lnTo>
                    <a:pt x="2369204" y="40518"/>
                  </a:lnTo>
                  <a:lnTo>
                    <a:pt x="2378948" y="0"/>
                  </a:lnTo>
                  <a:lnTo>
                    <a:pt x="2388692" y="27352"/>
                  </a:lnTo>
                  <a:lnTo>
                    <a:pt x="2398450" y="52009"/>
                  </a:lnTo>
                  <a:lnTo>
                    <a:pt x="2408194" y="25045"/>
                  </a:lnTo>
                  <a:lnTo>
                    <a:pt x="2417953" y="16453"/>
                  </a:lnTo>
                  <a:lnTo>
                    <a:pt x="2427697" y="40859"/>
                  </a:lnTo>
                  <a:lnTo>
                    <a:pt x="2437441" y="66211"/>
                  </a:lnTo>
                  <a:lnTo>
                    <a:pt x="2447200" y="97530"/>
                  </a:lnTo>
                  <a:lnTo>
                    <a:pt x="2456944" y="146624"/>
                  </a:lnTo>
                  <a:lnTo>
                    <a:pt x="2466703" y="147402"/>
                  </a:lnTo>
                  <a:lnTo>
                    <a:pt x="2476446" y="106014"/>
                  </a:lnTo>
                  <a:lnTo>
                    <a:pt x="2486190" y="135691"/>
                  </a:lnTo>
                  <a:lnTo>
                    <a:pt x="2495949" y="147159"/>
                  </a:lnTo>
                  <a:lnTo>
                    <a:pt x="2505693" y="130749"/>
                  </a:lnTo>
                  <a:lnTo>
                    <a:pt x="2515452" y="149252"/>
                  </a:lnTo>
                  <a:lnTo>
                    <a:pt x="2525196" y="156070"/>
                  </a:lnTo>
                  <a:lnTo>
                    <a:pt x="2534940" y="199460"/>
                  </a:lnTo>
                  <a:lnTo>
                    <a:pt x="2544699" y="195402"/>
                  </a:lnTo>
                  <a:lnTo>
                    <a:pt x="2554443" y="173150"/>
                  </a:lnTo>
                  <a:lnTo>
                    <a:pt x="2564202" y="175851"/>
                  </a:lnTo>
                  <a:lnTo>
                    <a:pt x="2573946" y="194835"/>
                  </a:lnTo>
                  <a:lnTo>
                    <a:pt x="2583690" y="214092"/>
                  </a:lnTo>
                  <a:lnTo>
                    <a:pt x="2593448" y="231192"/>
                  </a:lnTo>
                  <a:lnTo>
                    <a:pt x="2603192" y="231420"/>
                  </a:lnTo>
                  <a:lnTo>
                    <a:pt x="2612951" y="220995"/>
                  </a:lnTo>
                  <a:lnTo>
                    <a:pt x="2622695" y="213488"/>
                  </a:lnTo>
                  <a:lnTo>
                    <a:pt x="2632439" y="225386"/>
                  </a:lnTo>
                  <a:lnTo>
                    <a:pt x="2642198" y="231824"/>
                  </a:lnTo>
                  <a:lnTo>
                    <a:pt x="2651942" y="243688"/>
                  </a:lnTo>
                  <a:lnTo>
                    <a:pt x="2661685" y="230846"/>
                  </a:lnTo>
                  <a:lnTo>
                    <a:pt x="2671444" y="222500"/>
                  </a:lnTo>
                  <a:lnTo>
                    <a:pt x="2681188" y="249805"/>
                  </a:lnTo>
                  <a:lnTo>
                    <a:pt x="2690947" y="250318"/>
                  </a:lnTo>
                  <a:lnTo>
                    <a:pt x="2700691" y="238944"/>
                  </a:lnTo>
                  <a:lnTo>
                    <a:pt x="2710435" y="296569"/>
                  </a:lnTo>
                  <a:lnTo>
                    <a:pt x="2720194" y="261657"/>
                  </a:lnTo>
                  <a:lnTo>
                    <a:pt x="2729938" y="279764"/>
                  </a:lnTo>
                  <a:lnTo>
                    <a:pt x="2739697" y="263570"/>
                  </a:lnTo>
                  <a:lnTo>
                    <a:pt x="2749441" y="251957"/>
                  </a:lnTo>
                  <a:lnTo>
                    <a:pt x="2759185" y="261730"/>
                  </a:lnTo>
                  <a:lnTo>
                    <a:pt x="2768943" y="262116"/>
                  </a:lnTo>
                  <a:lnTo>
                    <a:pt x="2778687" y="217035"/>
                  </a:lnTo>
                  <a:lnTo>
                    <a:pt x="2788446" y="230678"/>
                  </a:lnTo>
                  <a:lnTo>
                    <a:pt x="2798190" y="205672"/>
                  </a:lnTo>
                  <a:lnTo>
                    <a:pt x="2807934" y="198252"/>
                  </a:lnTo>
                  <a:lnTo>
                    <a:pt x="2817693" y="211461"/>
                  </a:lnTo>
                  <a:lnTo>
                    <a:pt x="2827437" y="190792"/>
                  </a:lnTo>
                  <a:lnTo>
                    <a:pt x="2837196" y="199064"/>
                  </a:lnTo>
                  <a:lnTo>
                    <a:pt x="2846940" y="198370"/>
                  </a:lnTo>
                  <a:lnTo>
                    <a:pt x="2856684" y="220520"/>
                  </a:lnTo>
                  <a:lnTo>
                    <a:pt x="2866442" y="204162"/>
                  </a:lnTo>
                  <a:lnTo>
                    <a:pt x="2876186" y="197245"/>
                  </a:lnTo>
                  <a:lnTo>
                    <a:pt x="2885945" y="202862"/>
                  </a:lnTo>
                  <a:lnTo>
                    <a:pt x="2895689" y="205753"/>
                  </a:lnTo>
                  <a:lnTo>
                    <a:pt x="2905433" y="239133"/>
                  </a:lnTo>
                  <a:lnTo>
                    <a:pt x="2915192" y="23499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8" name="Freeform 1197">
              <a:extLst>
                <a:ext uri="{FF2B5EF4-FFF2-40B4-BE49-F238E27FC236}">
                  <a16:creationId xmlns:a16="http://schemas.microsoft.com/office/drawing/2014/main" id="{046C05F5-236E-1416-D8AA-E74BD3974FAD}"/>
                </a:ext>
              </a:extLst>
            </p:cNvPr>
            <p:cNvSpPr/>
            <p:nvPr/>
          </p:nvSpPr>
          <p:spPr>
            <a:xfrm>
              <a:off x="4426652" y="2763525"/>
              <a:ext cx="2915191" cy="473950"/>
            </a:xfrm>
            <a:custGeom>
              <a:avLst/>
              <a:gdLst>
                <a:gd name="connsiteX0" fmla="*/ 0 w 2915191"/>
                <a:gd name="connsiteY0" fmla="*/ 172070 h 473950"/>
                <a:gd name="connsiteX1" fmla="*/ 9750 w 2915191"/>
                <a:gd name="connsiteY1" fmla="*/ 191398 h 473950"/>
                <a:gd name="connsiteX2" fmla="*/ 19500 w 2915191"/>
                <a:gd name="connsiteY2" fmla="*/ 186513 h 473950"/>
                <a:gd name="connsiteX3" fmla="*/ 29250 w 2915191"/>
                <a:gd name="connsiteY3" fmla="*/ 187168 h 473950"/>
                <a:gd name="connsiteX4" fmla="*/ 39000 w 2915191"/>
                <a:gd name="connsiteY4" fmla="*/ 214840 h 473950"/>
                <a:gd name="connsiteX5" fmla="*/ 48749 w 2915191"/>
                <a:gd name="connsiteY5" fmla="*/ 236956 h 473950"/>
                <a:gd name="connsiteX6" fmla="*/ 58499 w 2915191"/>
                <a:gd name="connsiteY6" fmla="*/ 202020 h 473950"/>
                <a:gd name="connsiteX7" fmla="*/ 68249 w 2915191"/>
                <a:gd name="connsiteY7" fmla="*/ 203432 h 473950"/>
                <a:gd name="connsiteX8" fmla="*/ 77998 w 2915191"/>
                <a:gd name="connsiteY8" fmla="*/ 166070 h 473950"/>
                <a:gd name="connsiteX9" fmla="*/ 87748 w 2915191"/>
                <a:gd name="connsiteY9" fmla="*/ 165526 h 473950"/>
                <a:gd name="connsiteX10" fmla="*/ 97497 w 2915191"/>
                <a:gd name="connsiteY10" fmla="*/ 188670 h 473950"/>
                <a:gd name="connsiteX11" fmla="*/ 107247 w 2915191"/>
                <a:gd name="connsiteY11" fmla="*/ 208753 h 473950"/>
                <a:gd name="connsiteX12" fmla="*/ 116997 w 2915191"/>
                <a:gd name="connsiteY12" fmla="*/ 212285 h 473950"/>
                <a:gd name="connsiteX13" fmla="*/ 126747 w 2915191"/>
                <a:gd name="connsiteY13" fmla="*/ 231040 h 473950"/>
                <a:gd name="connsiteX14" fmla="*/ 136497 w 2915191"/>
                <a:gd name="connsiteY14" fmla="*/ 224842 h 473950"/>
                <a:gd name="connsiteX15" fmla="*/ 146247 w 2915191"/>
                <a:gd name="connsiteY15" fmla="*/ 203672 h 473950"/>
                <a:gd name="connsiteX16" fmla="*/ 155997 w 2915191"/>
                <a:gd name="connsiteY16" fmla="*/ 211107 h 473950"/>
                <a:gd name="connsiteX17" fmla="*/ 165747 w 2915191"/>
                <a:gd name="connsiteY17" fmla="*/ 239267 h 473950"/>
                <a:gd name="connsiteX18" fmla="*/ 175497 w 2915191"/>
                <a:gd name="connsiteY18" fmla="*/ 196433 h 473950"/>
                <a:gd name="connsiteX19" fmla="*/ 185247 w 2915191"/>
                <a:gd name="connsiteY19" fmla="*/ 193150 h 473950"/>
                <a:gd name="connsiteX20" fmla="*/ 194996 w 2915191"/>
                <a:gd name="connsiteY20" fmla="*/ 180231 h 473950"/>
                <a:gd name="connsiteX21" fmla="*/ 204746 w 2915191"/>
                <a:gd name="connsiteY21" fmla="*/ 189400 h 473950"/>
                <a:gd name="connsiteX22" fmla="*/ 214495 w 2915191"/>
                <a:gd name="connsiteY22" fmla="*/ 176043 h 473950"/>
                <a:gd name="connsiteX23" fmla="*/ 224245 w 2915191"/>
                <a:gd name="connsiteY23" fmla="*/ 179993 h 473950"/>
                <a:gd name="connsiteX24" fmla="*/ 233995 w 2915191"/>
                <a:gd name="connsiteY24" fmla="*/ 174483 h 473950"/>
                <a:gd name="connsiteX25" fmla="*/ 243744 w 2915191"/>
                <a:gd name="connsiteY25" fmla="*/ 152120 h 473950"/>
                <a:gd name="connsiteX26" fmla="*/ 253494 w 2915191"/>
                <a:gd name="connsiteY26" fmla="*/ 175872 h 473950"/>
                <a:gd name="connsiteX27" fmla="*/ 263244 w 2915191"/>
                <a:gd name="connsiteY27" fmla="*/ 175236 h 473950"/>
                <a:gd name="connsiteX28" fmla="*/ 272994 w 2915191"/>
                <a:gd name="connsiteY28" fmla="*/ 218799 h 473950"/>
                <a:gd name="connsiteX29" fmla="*/ 282744 w 2915191"/>
                <a:gd name="connsiteY29" fmla="*/ 249062 h 473950"/>
                <a:gd name="connsiteX30" fmla="*/ 292494 w 2915191"/>
                <a:gd name="connsiteY30" fmla="*/ 264040 h 473950"/>
                <a:gd name="connsiteX31" fmla="*/ 302244 w 2915191"/>
                <a:gd name="connsiteY31" fmla="*/ 271488 h 473950"/>
                <a:gd name="connsiteX32" fmla="*/ 311994 w 2915191"/>
                <a:gd name="connsiteY32" fmla="*/ 288493 h 473950"/>
                <a:gd name="connsiteX33" fmla="*/ 321744 w 2915191"/>
                <a:gd name="connsiteY33" fmla="*/ 304903 h 473950"/>
                <a:gd name="connsiteX34" fmla="*/ 331493 w 2915191"/>
                <a:gd name="connsiteY34" fmla="*/ 328375 h 473950"/>
                <a:gd name="connsiteX35" fmla="*/ 341243 w 2915191"/>
                <a:gd name="connsiteY35" fmla="*/ 318403 h 473950"/>
                <a:gd name="connsiteX36" fmla="*/ 350993 w 2915191"/>
                <a:gd name="connsiteY36" fmla="*/ 306663 h 473950"/>
                <a:gd name="connsiteX37" fmla="*/ 360742 w 2915191"/>
                <a:gd name="connsiteY37" fmla="*/ 301183 h 473950"/>
                <a:gd name="connsiteX38" fmla="*/ 370492 w 2915191"/>
                <a:gd name="connsiteY38" fmla="*/ 311855 h 473950"/>
                <a:gd name="connsiteX39" fmla="*/ 380241 w 2915191"/>
                <a:gd name="connsiteY39" fmla="*/ 276623 h 473950"/>
                <a:gd name="connsiteX40" fmla="*/ 389991 w 2915191"/>
                <a:gd name="connsiteY40" fmla="*/ 262590 h 473950"/>
                <a:gd name="connsiteX41" fmla="*/ 399741 w 2915191"/>
                <a:gd name="connsiteY41" fmla="*/ 276223 h 473950"/>
                <a:gd name="connsiteX42" fmla="*/ 409491 w 2915191"/>
                <a:gd name="connsiteY42" fmla="*/ 281510 h 473950"/>
                <a:gd name="connsiteX43" fmla="*/ 419241 w 2915191"/>
                <a:gd name="connsiteY43" fmla="*/ 301950 h 473950"/>
                <a:gd name="connsiteX44" fmla="*/ 428991 w 2915191"/>
                <a:gd name="connsiteY44" fmla="*/ 309927 h 473950"/>
                <a:gd name="connsiteX45" fmla="*/ 438741 w 2915191"/>
                <a:gd name="connsiteY45" fmla="*/ 329242 h 473950"/>
                <a:gd name="connsiteX46" fmla="*/ 448491 w 2915191"/>
                <a:gd name="connsiteY46" fmla="*/ 343980 h 473950"/>
                <a:gd name="connsiteX47" fmla="*/ 458241 w 2915191"/>
                <a:gd name="connsiteY47" fmla="*/ 349684 h 473950"/>
                <a:gd name="connsiteX48" fmla="*/ 467991 w 2915191"/>
                <a:gd name="connsiteY48" fmla="*/ 356470 h 473950"/>
                <a:gd name="connsiteX49" fmla="*/ 477740 w 2915191"/>
                <a:gd name="connsiteY49" fmla="*/ 360296 h 473950"/>
                <a:gd name="connsiteX50" fmla="*/ 487490 w 2915191"/>
                <a:gd name="connsiteY50" fmla="*/ 337180 h 473950"/>
                <a:gd name="connsiteX51" fmla="*/ 497239 w 2915191"/>
                <a:gd name="connsiteY51" fmla="*/ 346894 h 473950"/>
                <a:gd name="connsiteX52" fmla="*/ 506989 w 2915191"/>
                <a:gd name="connsiteY52" fmla="*/ 357538 h 473950"/>
                <a:gd name="connsiteX53" fmla="*/ 516738 w 2915191"/>
                <a:gd name="connsiteY53" fmla="*/ 353186 h 473950"/>
                <a:gd name="connsiteX54" fmla="*/ 526488 w 2915191"/>
                <a:gd name="connsiteY54" fmla="*/ 337970 h 473950"/>
                <a:gd name="connsiteX55" fmla="*/ 536238 w 2915191"/>
                <a:gd name="connsiteY55" fmla="*/ 346373 h 473950"/>
                <a:gd name="connsiteX56" fmla="*/ 545988 w 2915191"/>
                <a:gd name="connsiteY56" fmla="*/ 301111 h 473950"/>
                <a:gd name="connsiteX57" fmla="*/ 555738 w 2915191"/>
                <a:gd name="connsiteY57" fmla="*/ 273204 h 473950"/>
                <a:gd name="connsiteX58" fmla="*/ 565488 w 2915191"/>
                <a:gd name="connsiteY58" fmla="*/ 286814 h 473950"/>
                <a:gd name="connsiteX59" fmla="*/ 575238 w 2915191"/>
                <a:gd name="connsiteY59" fmla="*/ 260664 h 473950"/>
                <a:gd name="connsiteX60" fmla="*/ 584988 w 2915191"/>
                <a:gd name="connsiteY60" fmla="*/ 272407 h 473950"/>
                <a:gd name="connsiteX61" fmla="*/ 594738 w 2915191"/>
                <a:gd name="connsiteY61" fmla="*/ 268472 h 473950"/>
                <a:gd name="connsiteX62" fmla="*/ 604488 w 2915191"/>
                <a:gd name="connsiteY62" fmla="*/ 241572 h 473950"/>
                <a:gd name="connsiteX63" fmla="*/ 614237 w 2915191"/>
                <a:gd name="connsiteY63" fmla="*/ 220830 h 473950"/>
                <a:gd name="connsiteX64" fmla="*/ 623987 w 2915191"/>
                <a:gd name="connsiteY64" fmla="*/ 217324 h 473950"/>
                <a:gd name="connsiteX65" fmla="*/ 633736 w 2915191"/>
                <a:gd name="connsiteY65" fmla="*/ 228477 h 473950"/>
                <a:gd name="connsiteX66" fmla="*/ 643486 w 2915191"/>
                <a:gd name="connsiteY66" fmla="*/ 219931 h 473950"/>
                <a:gd name="connsiteX67" fmla="*/ 653236 w 2915191"/>
                <a:gd name="connsiteY67" fmla="*/ 202926 h 473950"/>
                <a:gd name="connsiteX68" fmla="*/ 662985 w 2915191"/>
                <a:gd name="connsiteY68" fmla="*/ 196068 h 473950"/>
                <a:gd name="connsiteX69" fmla="*/ 672735 w 2915191"/>
                <a:gd name="connsiteY69" fmla="*/ 167326 h 473950"/>
                <a:gd name="connsiteX70" fmla="*/ 682485 w 2915191"/>
                <a:gd name="connsiteY70" fmla="*/ 171271 h 473950"/>
                <a:gd name="connsiteX71" fmla="*/ 692235 w 2915191"/>
                <a:gd name="connsiteY71" fmla="*/ 132127 h 473950"/>
                <a:gd name="connsiteX72" fmla="*/ 701985 w 2915191"/>
                <a:gd name="connsiteY72" fmla="*/ 131405 h 473950"/>
                <a:gd name="connsiteX73" fmla="*/ 711735 w 2915191"/>
                <a:gd name="connsiteY73" fmla="*/ 147184 h 473950"/>
                <a:gd name="connsiteX74" fmla="*/ 721485 w 2915191"/>
                <a:gd name="connsiteY74" fmla="*/ 149479 h 473950"/>
                <a:gd name="connsiteX75" fmla="*/ 731235 w 2915191"/>
                <a:gd name="connsiteY75" fmla="*/ 150428 h 473950"/>
                <a:gd name="connsiteX76" fmla="*/ 740985 w 2915191"/>
                <a:gd name="connsiteY76" fmla="*/ 117966 h 473950"/>
                <a:gd name="connsiteX77" fmla="*/ 750734 w 2915191"/>
                <a:gd name="connsiteY77" fmla="*/ 116795 h 473950"/>
                <a:gd name="connsiteX78" fmla="*/ 760484 w 2915191"/>
                <a:gd name="connsiteY78" fmla="*/ 91758 h 473950"/>
                <a:gd name="connsiteX79" fmla="*/ 770233 w 2915191"/>
                <a:gd name="connsiteY79" fmla="*/ 88172 h 473950"/>
                <a:gd name="connsiteX80" fmla="*/ 779983 w 2915191"/>
                <a:gd name="connsiteY80" fmla="*/ 74525 h 473950"/>
                <a:gd name="connsiteX81" fmla="*/ 789733 w 2915191"/>
                <a:gd name="connsiteY81" fmla="*/ 44755 h 473950"/>
                <a:gd name="connsiteX82" fmla="*/ 799482 w 2915191"/>
                <a:gd name="connsiteY82" fmla="*/ 0 h 473950"/>
                <a:gd name="connsiteX83" fmla="*/ 809232 w 2915191"/>
                <a:gd name="connsiteY83" fmla="*/ 19057 h 473950"/>
                <a:gd name="connsiteX84" fmla="*/ 818982 w 2915191"/>
                <a:gd name="connsiteY84" fmla="*/ 35381 h 473950"/>
                <a:gd name="connsiteX85" fmla="*/ 828732 w 2915191"/>
                <a:gd name="connsiteY85" fmla="*/ 48907 h 473950"/>
                <a:gd name="connsiteX86" fmla="*/ 838482 w 2915191"/>
                <a:gd name="connsiteY86" fmla="*/ 49158 h 473950"/>
                <a:gd name="connsiteX87" fmla="*/ 848232 w 2915191"/>
                <a:gd name="connsiteY87" fmla="*/ 43492 h 473950"/>
                <a:gd name="connsiteX88" fmla="*/ 857982 w 2915191"/>
                <a:gd name="connsiteY88" fmla="*/ 69306 h 473950"/>
                <a:gd name="connsiteX89" fmla="*/ 867732 w 2915191"/>
                <a:gd name="connsiteY89" fmla="*/ 34765 h 473950"/>
                <a:gd name="connsiteX90" fmla="*/ 877482 w 2915191"/>
                <a:gd name="connsiteY90" fmla="*/ 41988 h 473950"/>
                <a:gd name="connsiteX91" fmla="*/ 887231 w 2915191"/>
                <a:gd name="connsiteY91" fmla="*/ 75690 h 473950"/>
                <a:gd name="connsiteX92" fmla="*/ 896981 w 2915191"/>
                <a:gd name="connsiteY92" fmla="*/ 140880 h 473950"/>
                <a:gd name="connsiteX93" fmla="*/ 906730 w 2915191"/>
                <a:gd name="connsiteY93" fmla="*/ 130908 h 473950"/>
                <a:gd name="connsiteX94" fmla="*/ 916480 w 2915191"/>
                <a:gd name="connsiteY94" fmla="*/ 168545 h 473950"/>
                <a:gd name="connsiteX95" fmla="*/ 926230 w 2915191"/>
                <a:gd name="connsiteY95" fmla="*/ 141914 h 473950"/>
                <a:gd name="connsiteX96" fmla="*/ 935979 w 2915191"/>
                <a:gd name="connsiteY96" fmla="*/ 121586 h 473950"/>
                <a:gd name="connsiteX97" fmla="*/ 945729 w 2915191"/>
                <a:gd name="connsiteY97" fmla="*/ 145688 h 473950"/>
                <a:gd name="connsiteX98" fmla="*/ 955479 w 2915191"/>
                <a:gd name="connsiteY98" fmla="*/ 132741 h 473950"/>
                <a:gd name="connsiteX99" fmla="*/ 965229 w 2915191"/>
                <a:gd name="connsiteY99" fmla="*/ 136421 h 473950"/>
                <a:gd name="connsiteX100" fmla="*/ 974979 w 2915191"/>
                <a:gd name="connsiteY100" fmla="*/ 125227 h 473950"/>
                <a:gd name="connsiteX101" fmla="*/ 984729 w 2915191"/>
                <a:gd name="connsiteY101" fmla="*/ 135140 h 473950"/>
                <a:gd name="connsiteX102" fmla="*/ 994474 w 2915191"/>
                <a:gd name="connsiteY102" fmla="*/ 151241 h 473950"/>
                <a:gd name="connsiteX103" fmla="*/ 1004233 w 2915191"/>
                <a:gd name="connsiteY103" fmla="*/ 156879 h 473950"/>
                <a:gd name="connsiteX104" fmla="*/ 1013977 w 2915191"/>
                <a:gd name="connsiteY104" fmla="*/ 151460 h 473950"/>
                <a:gd name="connsiteX105" fmla="*/ 1023721 w 2915191"/>
                <a:gd name="connsiteY105" fmla="*/ 179273 h 473950"/>
                <a:gd name="connsiteX106" fmla="*/ 1033480 w 2915191"/>
                <a:gd name="connsiteY106" fmla="*/ 204749 h 473950"/>
                <a:gd name="connsiteX107" fmla="*/ 1043224 w 2915191"/>
                <a:gd name="connsiteY107" fmla="*/ 206425 h 473950"/>
                <a:gd name="connsiteX108" fmla="*/ 1052983 w 2915191"/>
                <a:gd name="connsiteY108" fmla="*/ 187109 h 473950"/>
                <a:gd name="connsiteX109" fmla="*/ 1062727 w 2915191"/>
                <a:gd name="connsiteY109" fmla="*/ 195189 h 473950"/>
                <a:gd name="connsiteX110" fmla="*/ 1072471 w 2915191"/>
                <a:gd name="connsiteY110" fmla="*/ 177469 h 473950"/>
                <a:gd name="connsiteX111" fmla="*/ 1082230 w 2915191"/>
                <a:gd name="connsiteY111" fmla="*/ 186188 h 473950"/>
                <a:gd name="connsiteX112" fmla="*/ 1091973 w 2915191"/>
                <a:gd name="connsiteY112" fmla="*/ 200116 h 473950"/>
                <a:gd name="connsiteX113" fmla="*/ 1101732 w 2915191"/>
                <a:gd name="connsiteY113" fmla="*/ 224917 h 473950"/>
                <a:gd name="connsiteX114" fmla="*/ 1111476 w 2915191"/>
                <a:gd name="connsiteY114" fmla="*/ 236505 h 473950"/>
                <a:gd name="connsiteX115" fmla="*/ 1121220 w 2915191"/>
                <a:gd name="connsiteY115" fmla="*/ 182107 h 473950"/>
                <a:gd name="connsiteX116" fmla="*/ 1130979 w 2915191"/>
                <a:gd name="connsiteY116" fmla="*/ 163786 h 473950"/>
                <a:gd name="connsiteX117" fmla="*/ 1140723 w 2915191"/>
                <a:gd name="connsiteY117" fmla="*/ 191753 h 473950"/>
                <a:gd name="connsiteX118" fmla="*/ 1150482 w 2915191"/>
                <a:gd name="connsiteY118" fmla="*/ 164826 h 473950"/>
                <a:gd name="connsiteX119" fmla="*/ 1160226 w 2915191"/>
                <a:gd name="connsiteY119" fmla="*/ 150216 h 473950"/>
                <a:gd name="connsiteX120" fmla="*/ 1169969 w 2915191"/>
                <a:gd name="connsiteY120" fmla="*/ 166055 h 473950"/>
                <a:gd name="connsiteX121" fmla="*/ 1179728 w 2915191"/>
                <a:gd name="connsiteY121" fmla="*/ 200381 h 473950"/>
                <a:gd name="connsiteX122" fmla="*/ 1189472 w 2915191"/>
                <a:gd name="connsiteY122" fmla="*/ 180200 h 473950"/>
                <a:gd name="connsiteX123" fmla="*/ 1199231 w 2915191"/>
                <a:gd name="connsiteY123" fmla="*/ 203574 h 473950"/>
                <a:gd name="connsiteX124" fmla="*/ 1208975 w 2915191"/>
                <a:gd name="connsiteY124" fmla="*/ 207339 h 473950"/>
                <a:gd name="connsiteX125" fmla="*/ 1218719 w 2915191"/>
                <a:gd name="connsiteY125" fmla="*/ 190705 h 473950"/>
                <a:gd name="connsiteX126" fmla="*/ 1228478 w 2915191"/>
                <a:gd name="connsiteY126" fmla="*/ 213571 h 473950"/>
                <a:gd name="connsiteX127" fmla="*/ 1238222 w 2915191"/>
                <a:gd name="connsiteY127" fmla="*/ 204009 h 473950"/>
                <a:gd name="connsiteX128" fmla="*/ 1247966 w 2915191"/>
                <a:gd name="connsiteY128" fmla="*/ 201121 h 473950"/>
                <a:gd name="connsiteX129" fmla="*/ 1257725 w 2915191"/>
                <a:gd name="connsiteY129" fmla="*/ 177806 h 473950"/>
                <a:gd name="connsiteX130" fmla="*/ 1267469 w 2915191"/>
                <a:gd name="connsiteY130" fmla="*/ 145632 h 473950"/>
                <a:gd name="connsiteX131" fmla="*/ 1277227 w 2915191"/>
                <a:gd name="connsiteY131" fmla="*/ 181498 h 473950"/>
                <a:gd name="connsiteX132" fmla="*/ 1286971 w 2915191"/>
                <a:gd name="connsiteY132" fmla="*/ 164203 h 473950"/>
                <a:gd name="connsiteX133" fmla="*/ 1296715 w 2915191"/>
                <a:gd name="connsiteY133" fmla="*/ 154605 h 473950"/>
                <a:gd name="connsiteX134" fmla="*/ 1306474 w 2915191"/>
                <a:gd name="connsiteY134" fmla="*/ 132863 h 473950"/>
                <a:gd name="connsiteX135" fmla="*/ 1316218 w 2915191"/>
                <a:gd name="connsiteY135" fmla="*/ 124347 h 473950"/>
                <a:gd name="connsiteX136" fmla="*/ 1325977 w 2915191"/>
                <a:gd name="connsiteY136" fmla="*/ 125612 h 473950"/>
                <a:gd name="connsiteX137" fmla="*/ 1335721 w 2915191"/>
                <a:gd name="connsiteY137" fmla="*/ 130651 h 473950"/>
                <a:gd name="connsiteX138" fmla="*/ 1345465 w 2915191"/>
                <a:gd name="connsiteY138" fmla="*/ 125990 h 473950"/>
                <a:gd name="connsiteX139" fmla="*/ 1355224 w 2915191"/>
                <a:gd name="connsiteY139" fmla="*/ 96907 h 473950"/>
                <a:gd name="connsiteX140" fmla="*/ 1364967 w 2915191"/>
                <a:gd name="connsiteY140" fmla="*/ 100222 h 473950"/>
                <a:gd name="connsiteX141" fmla="*/ 1374726 w 2915191"/>
                <a:gd name="connsiteY141" fmla="*/ 93747 h 473950"/>
                <a:gd name="connsiteX142" fmla="*/ 1384470 w 2915191"/>
                <a:gd name="connsiteY142" fmla="*/ 90715 h 473950"/>
                <a:gd name="connsiteX143" fmla="*/ 1394214 w 2915191"/>
                <a:gd name="connsiteY143" fmla="*/ 98712 h 473950"/>
                <a:gd name="connsiteX144" fmla="*/ 1403973 w 2915191"/>
                <a:gd name="connsiteY144" fmla="*/ 117891 h 473950"/>
                <a:gd name="connsiteX145" fmla="*/ 1413717 w 2915191"/>
                <a:gd name="connsiteY145" fmla="*/ 119768 h 473950"/>
                <a:gd name="connsiteX146" fmla="*/ 1423476 w 2915191"/>
                <a:gd name="connsiteY146" fmla="*/ 156553 h 473950"/>
                <a:gd name="connsiteX147" fmla="*/ 1433220 w 2915191"/>
                <a:gd name="connsiteY147" fmla="*/ 152583 h 473950"/>
                <a:gd name="connsiteX148" fmla="*/ 1442964 w 2915191"/>
                <a:gd name="connsiteY148" fmla="*/ 164902 h 473950"/>
                <a:gd name="connsiteX149" fmla="*/ 1452722 w 2915191"/>
                <a:gd name="connsiteY149" fmla="*/ 173783 h 473950"/>
                <a:gd name="connsiteX150" fmla="*/ 1462466 w 2915191"/>
                <a:gd name="connsiteY150" fmla="*/ 128350 h 473950"/>
                <a:gd name="connsiteX151" fmla="*/ 1472225 w 2915191"/>
                <a:gd name="connsiteY151" fmla="*/ 87388 h 473950"/>
                <a:gd name="connsiteX152" fmla="*/ 1481969 w 2915191"/>
                <a:gd name="connsiteY152" fmla="*/ 91450 h 473950"/>
                <a:gd name="connsiteX153" fmla="*/ 1491713 w 2915191"/>
                <a:gd name="connsiteY153" fmla="*/ 71941 h 473950"/>
                <a:gd name="connsiteX154" fmla="*/ 1501472 w 2915191"/>
                <a:gd name="connsiteY154" fmla="*/ 80647 h 473950"/>
                <a:gd name="connsiteX155" fmla="*/ 1511216 w 2915191"/>
                <a:gd name="connsiteY155" fmla="*/ 62717 h 473950"/>
                <a:gd name="connsiteX156" fmla="*/ 1520960 w 2915191"/>
                <a:gd name="connsiteY156" fmla="*/ 71834 h 473950"/>
                <a:gd name="connsiteX157" fmla="*/ 1530719 w 2915191"/>
                <a:gd name="connsiteY157" fmla="*/ 76003 h 473950"/>
                <a:gd name="connsiteX158" fmla="*/ 1540463 w 2915191"/>
                <a:gd name="connsiteY158" fmla="*/ 92219 h 473950"/>
                <a:gd name="connsiteX159" fmla="*/ 1550221 w 2915191"/>
                <a:gd name="connsiteY159" fmla="*/ 86159 h 473950"/>
                <a:gd name="connsiteX160" fmla="*/ 1559965 w 2915191"/>
                <a:gd name="connsiteY160" fmla="*/ 108789 h 473950"/>
                <a:gd name="connsiteX161" fmla="*/ 1569709 w 2915191"/>
                <a:gd name="connsiteY161" fmla="*/ 116014 h 473950"/>
                <a:gd name="connsiteX162" fmla="*/ 1579468 w 2915191"/>
                <a:gd name="connsiteY162" fmla="*/ 129100 h 473950"/>
                <a:gd name="connsiteX163" fmla="*/ 1589212 w 2915191"/>
                <a:gd name="connsiteY163" fmla="*/ 112708 h 473950"/>
                <a:gd name="connsiteX164" fmla="*/ 1598971 w 2915191"/>
                <a:gd name="connsiteY164" fmla="*/ 116450 h 473950"/>
                <a:gd name="connsiteX165" fmla="*/ 1608715 w 2915191"/>
                <a:gd name="connsiteY165" fmla="*/ 107128 h 473950"/>
                <a:gd name="connsiteX166" fmla="*/ 1618459 w 2915191"/>
                <a:gd name="connsiteY166" fmla="*/ 104393 h 473950"/>
                <a:gd name="connsiteX167" fmla="*/ 1628218 w 2915191"/>
                <a:gd name="connsiteY167" fmla="*/ 101472 h 473950"/>
                <a:gd name="connsiteX168" fmla="*/ 1637962 w 2915191"/>
                <a:gd name="connsiteY168" fmla="*/ 99986 h 473950"/>
                <a:gd name="connsiteX169" fmla="*/ 1647720 w 2915191"/>
                <a:gd name="connsiteY169" fmla="*/ 108707 h 473950"/>
                <a:gd name="connsiteX170" fmla="*/ 1657464 w 2915191"/>
                <a:gd name="connsiteY170" fmla="*/ 134642 h 473950"/>
                <a:gd name="connsiteX171" fmla="*/ 1667208 w 2915191"/>
                <a:gd name="connsiteY171" fmla="*/ 127961 h 473950"/>
                <a:gd name="connsiteX172" fmla="*/ 1676967 w 2915191"/>
                <a:gd name="connsiteY172" fmla="*/ 133970 h 473950"/>
                <a:gd name="connsiteX173" fmla="*/ 1686711 w 2915191"/>
                <a:gd name="connsiteY173" fmla="*/ 175035 h 473950"/>
                <a:gd name="connsiteX174" fmla="*/ 1696470 w 2915191"/>
                <a:gd name="connsiteY174" fmla="*/ 202686 h 473950"/>
                <a:gd name="connsiteX175" fmla="*/ 1706214 w 2915191"/>
                <a:gd name="connsiteY175" fmla="*/ 183980 h 473950"/>
                <a:gd name="connsiteX176" fmla="*/ 1715958 w 2915191"/>
                <a:gd name="connsiteY176" fmla="*/ 186626 h 473950"/>
                <a:gd name="connsiteX177" fmla="*/ 1725716 w 2915191"/>
                <a:gd name="connsiteY177" fmla="*/ 211656 h 473950"/>
                <a:gd name="connsiteX178" fmla="*/ 1735460 w 2915191"/>
                <a:gd name="connsiteY178" fmla="*/ 209393 h 473950"/>
                <a:gd name="connsiteX179" fmla="*/ 1745219 w 2915191"/>
                <a:gd name="connsiteY179" fmla="*/ 222747 h 473950"/>
                <a:gd name="connsiteX180" fmla="*/ 1754963 w 2915191"/>
                <a:gd name="connsiteY180" fmla="*/ 239990 h 473950"/>
                <a:gd name="connsiteX181" fmla="*/ 1764707 w 2915191"/>
                <a:gd name="connsiteY181" fmla="*/ 253862 h 473950"/>
                <a:gd name="connsiteX182" fmla="*/ 1774466 w 2915191"/>
                <a:gd name="connsiteY182" fmla="*/ 242314 h 473950"/>
                <a:gd name="connsiteX183" fmla="*/ 1784210 w 2915191"/>
                <a:gd name="connsiteY183" fmla="*/ 289794 h 473950"/>
                <a:gd name="connsiteX184" fmla="*/ 1793969 w 2915191"/>
                <a:gd name="connsiteY184" fmla="*/ 273000 h 473950"/>
                <a:gd name="connsiteX185" fmla="*/ 1803713 w 2915191"/>
                <a:gd name="connsiteY185" fmla="*/ 278182 h 473950"/>
                <a:gd name="connsiteX186" fmla="*/ 1813457 w 2915191"/>
                <a:gd name="connsiteY186" fmla="*/ 325209 h 473950"/>
                <a:gd name="connsiteX187" fmla="*/ 1823215 w 2915191"/>
                <a:gd name="connsiteY187" fmla="*/ 338874 h 473950"/>
                <a:gd name="connsiteX188" fmla="*/ 1832959 w 2915191"/>
                <a:gd name="connsiteY188" fmla="*/ 392986 h 473950"/>
                <a:gd name="connsiteX189" fmla="*/ 1842703 w 2915191"/>
                <a:gd name="connsiteY189" fmla="*/ 412504 h 473950"/>
                <a:gd name="connsiteX190" fmla="*/ 1852462 w 2915191"/>
                <a:gd name="connsiteY190" fmla="*/ 404506 h 473950"/>
                <a:gd name="connsiteX191" fmla="*/ 1862206 w 2915191"/>
                <a:gd name="connsiteY191" fmla="*/ 415393 h 473950"/>
                <a:gd name="connsiteX192" fmla="*/ 1871965 w 2915191"/>
                <a:gd name="connsiteY192" fmla="*/ 426053 h 473950"/>
                <a:gd name="connsiteX193" fmla="*/ 1881709 w 2915191"/>
                <a:gd name="connsiteY193" fmla="*/ 434486 h 473950"/>
                <a:gd name="connsiteX194" fmla="*/ 1891453 w 2915191"/>
                <a:gd name="connsiteY194" fmla="*/ 419888 h 473950"/>
                <a:gd name="connsiteX195" fmla="*/ 1901212 w 2915191"/>
                <a:gd name="connsiteY195" fmla="*/ 422544 h 473950"/>
                <a:gd name="connsiteX196" fmla="*/ 1910956 w 2915191"/>
                <a:gd name="connsiteY196" fmla="*/ 424298 h 473950"/>
                <a:gd name="connsiteX197" fmla="*/ 1920714 w 2915191"/>
                <a:gd name="connsiteY197" fmla="*/ 422103 h 473950"/>
                <a:gd name="connsiteX198" fmla="*/ 1930458 w 2915191"/>
                <a:gd name="connsiteY198" fmla="*/ 471697 h 473950"/>
                <a:gd name="connsiteX199" fmla="*/ 1940202 w 2915191"/>
                <a:gd name="connsiteY199" fmla="*/ 473950 h 473950"/>
                <a:gd name="connsiteX200" fmla="*/ 1949961 w 2915191"/>
                <a:gd name="connsiteY200" fmla="*/ 435263 h 473950"/>
                <a:gd name="connsiteX201" fmla="*/ 1959705 w 2915191"/>
                <a:gd name="connsiteY201" fmla="*/ 394897 h 473950"/>
                <a:gd name="connsiteX202" fmla="*/ 1969464 w 2915191"/>
                <a:gd name="connsiteY202" fmla="*/ 433578 h 473950"/>
                <a:gd name="connsiteX203" fmla="*/ 1979208 w 2915191"/>
                <a:gd name="connsiteY203" fmla="*/ 388621 h 473950"/>
                <a:gd name="connsiteX204" fmla="*/ 1988952 w 2915191"/>
                <a:gd name="connsiteY204" fmla="*/ 362467 h 473950"/>
                <a:gd name="connsiteX205" fmla="*/ 1998711 w 2915191"/>
                <a:gd name="connsiteY205" fmla="*/ 373090 h 473950"/>
                <a:gd name="connsiteX206" fmla="*/ 2008454 w 2915191"/>
                <a:gd name="connsiteY206" fmla="*/ 354463 h 473950"/>
                <a:gd name="connsiteX207" fmla="*/ 2018213 w 2915191"/>
                <a:gd name="connsiteY207" fmla="*/ 336590 h 473950"/>
                <a:gd name="connsiteX208" fmla="*/ 2027957 w 2915191"/>
                <a:gd name="connsiteY208" fmla="*/ 344885 h 473950"/>
                <a:gd name="connsiteX209" fmla="*/ 2037701 w 2915191"/>
                <a:gd name="connsiteY209" fmla="*/ 370584 h 473950"/>
                <a:gd name="connsiteX210" fmla="*/ 2047460 w 2915191"/>
                <a:gd name="connsiteY210" fmla="*/ 359551 h 473950"/>
                <a:gd name="connsiteX211" fmla="*/ 2057204 w 2915191"/>
                <a:gd name="connsiteY211" fmla="*/ 343943 h 473950"/>
                <a:gd name="connsiteX212" fmla="*/ 2066963 w 2915191"/>
                <a:gd name="connsiteY212" fmla="*/ 356553 h 473950"/>
                <a:gd name="connsiteX213" fmla="*/ 2076707 w 2915191"/>
                <a:gd name="connsiteY213" fmla="*/ 368838 h 473950"/>
                <a:gd name="connsiteX214" fmla="*/ 2086451 w 2915191"/>
                <a:gd name="connsiteY214" fmla="*/ 341754 h 473950"/>
                <a:gd name="connsiteX215" fmla="*/ 2096210 w 2915191"/>
                <a:gd name="connsiteY215" fmla="*/ 309833 h 473950"/>
                <a:gd name="connsiteX216" fmla="*/ 2105954 w 2915191"/>
                <a:gd name="connsiteY216" fmla="*/ 228971 h 473950"/>
                <a:gd name="connsiteX217" fmla="*/ 2115697 w 2915191"/>
                <a:gd name="connsiteY217" fmla="*/ 279736 h 473950"/>
                <a:gd name="connsiteX218" fmla="*/ 2125456 w 2915191"/>
                <a:gd name="connsiteY218" fmla="*/ 283133 h 473950"/>
                <a:gd name="connsiteX219" fmla="*/ 2135200 w 2915191"/>
                <a:gd name="connsiteY219" fmla="*/ 303564 h 473950"/>
                <a:gd name="connsiteX220" fmla="*/ 2144959 w 2915191"/>
                <a:gd name="connsiteY220" fmla="*/ 289057 h 473950"/>
                <a:gd name="connsiteX221" fmla="*/ 2154703 w 2915191"/>
                <a:gd name="connsiteY221" fmla="*/ 286922 h 473950"/>
                <a:gd name="connsiteX222" fmla="*/ 2164447 w 2915191"/>
                <a:gd name="connsiteY222" fmla="*/ 297524 h 473950"/>
                <a:gd name="connsiteX223" fmla="*/ 2174206 w 2915191"/>
                <a:gd name="connsiteY223" fmla="*/ 261820 h 473950"/>
                <a:gd name="connsiteX224" fmla="*/ 2183950 w 2915191"/>
                <a:gd name="connsiteY224" fmla="*/ 269870 h 473950"/>
                <a:gd name="connsiteX225" fmla="*/ 2193709 w 2915191"/>
                <a:gd name="connsiteY225" fmla="*/ 248741 h 473950"/>
                <a:gd name="connsiteX226" fmla="*/ 2203452 w 2915191"/>
                <a:gd name="connsiteY226" fmla="*/ 252933 h 473950"/>
                <a:gd name="connsiteX227" fmla="*/ 2213196 w 2915191"/>
                <a:gd name="connsiteY227" fmla="*/ 281786 h 473950"/>
                <a:gd name="connsiteX228" fmla="*/ 2222955 w 2915191"/>
                <a:gd name="connsiteY228" fmla="*/ 288571 h 473950"/>
                <a:gd name="connsiteX229" fmla="*/ 2232699 w 2915191"/>
                <a:gd name="connsiteY229" fmla="*/ 280257 h 473950"/>
                <a:gd name="connsiteX230" fmla="*/ 2242458 w 2915191"/>
                <a:gd name="connsiteY230" fmla="*/ 259443 h 473950"/>
                <a:gd name="connsiteX231" fmla="*/ 2252202 w 2915191"/>
                <a:gd name="connsiteY231" fmla="*/ 243847 h 473950"/>
                <a:gd name="connsiteX232" fmla="*/ 2261946 w 2915191"/>
                <a:gd name="connsiteY232" fmla="*/ 278550 h 473950"/>
                <a:gd name="connsiteX233" fmla="*/ 2271705 w 2915191"/>
                <a:gd name="connsiteY233" fmla="*/ 253655 h 473950"/>
                <a:gd name="connsiteX234" fmla="*/ 2281449 w 2915191"/>
                <a:gd name="connsiteY234" fmla="*/ 265285 h 473950"/>
                <a:gd name="connsiteX235" fmla="*/ 2291208 w 2915191"/>
                <a:gd name="connsiteY235" fmla="*/ 285095 h 473950"/>
                <a:gd name="connsiteX236" fmla="*/ 2300951 w 2915191"/>
                <a:gd name="connsiteY236" fmla="*/ 315613 h 473950"/>
                <a:gd name="connsiteX237" fmla="*/ 2310695 w 2915191"/>
                <a:gd name="connsiteY237" fmla="*/ 302268 h 473950"/>
                <a:gd name="connsiteX238" fmla="*/ 2320454 w 2915191"/>
                <a:gd name="connsiteY238" fmla="*/ 324819 h 473950"/>
                <a:gd name="connsiteX239" fmla="*/ 2330198 w 2915191"/>
                <a:gd name="connsiteY239" fmla="*/ 318789 h 473950"/>
                <a:gd name="connsiteX240" fmla="*/ 2339957 w 2915191"/>
                <a:gd name="connsiteY240" fmla="*/ 335081 h 473950"/>
                <a:gd name="connsiteX241" fmla="*/ 2349701 w 2915191"/>
                <a:gd name="connsiteY241" fmla="*/ 397918 h 473950"/>
                <a:gd name="connsiteX242" fmla="*/ 2359445 w 2915191"/>
                <a:gd name="connsiteY242" fmla="*/ 424532 h 473950"/>
                <a:gd name="connsiteX243" fmla="*/ 2369204 w 2915191"/>
                <a:gd name="connsiteY243" fmla="*/ 396368 h 473950"/>
                <a:gd name="connsiteX244" fmla="*/ 2378948 w 2915191"/>
                <a:gd name="connsiteY244" fmla="*/ 401164 h 473950"/>
                <a:gd name="connsiteX245" fmla="*/ 2388692 w 2915191"/>
                <a:gd name="connsiteY245" fmla="*/ 406695 h 473950"/>
                <a:gd name="connsiteX246" fmla="*/ 2398450 w 2915191"/>
                <a:gd name="connsiteY246" fmla="*/ 437410 h 473950"/>
                <a:gd name="connsiteX247" fmla="*/ 2408194 w 2915191"/>
                <a:gd name="connsiteY247" fmla="*/ 441899 h 473950"/>
                <a:gd name="connsiteX248" fmla="*/ 2417953 w 2915191"/>
                <a:gd name="connsiteY248" fmla="*/ 398016 h 473950"/>
                <a:gd name="connsiteX249" fmla="*/ 2427697 w 2915191"/>
                <a:gd name="connsiteY249" fmla="*/ 402270 h 473950"/>
                <a:gd name="connsiteX250" fmla="*/ 2437441 w 2915191"/>
                <a:gd name="connsiteY250" fmla="*/ 393798 h 473950"/>
                <a:gd name="connsiteX251" fmla="*/ 2447200 w 2915191"/>
                <a:gd name="connsiteY251" fmla="*/ 380149 h 473950"/>
                <a:gd name="connsiteX252" fmla="*/ 2456944 w 2915191"/>
                <a:gd name="connsiteY252" fmla="*/ 402006 h 473950"/>
                <a:gd name="connsiteX253" fmla="*/ 2466703 w 2915191"/>
                <a:gd name="connsiteY253" fmla="*/ 411327 h 473950"/>
                <a:gd name="connsiteX254" fmla="*/ 2476446 w 2915191"/>
                <a:gd name="connsiteY254" fmla="*/ 418249 h 473950"/>
                <a:gd name="connsiteX255" fmla="*/ 2486190 w 2915191"/>
                <a:gd name="connsiteY255" fmla="*/ 421501 h 473950"/>
                <a:gd name="connsiteX256" fmla="*/ 2495949 w 2915191"/>
                <a:gd name="connsiteY256" fmla="*/ 401416 h 473950"/>
                <a:gd name="connsiteX257" fmla="*/ 2505693 w 2915191"/>
                <a:gd name="connsiteY257" fmla="*/ 394457 h 473950"/>
                <a:gd name="connsiteX258" fmla="*/ 2515452 w 2915191"/>
                <a:gd name="connsiteY258" fmla="*/ 364472 h 473950"/>
                <a:gd name="connsiteX259" fmla="*/ 2525196 w 2915191"/>
                <a:gd name="connsiteY259" fmla="*/ 367559 h 473950"/>
                <a:gd name="connsiteX260" fmla="*/ 2534940 w 2915191"/>
                <a:gd name="connsiteY260" fmla="*/ 333648 h 473950"/>
                <a:gd name="connsiteX261" fmla="*/ 2544699 w 2915191"/>
                <a:gd name="connsiteY261" fmla="*/ 335497 h 473950"/>
                <a:gd name="connsiteX262" fmla="*/ 2554443 w 2915191"/>
                <a:gd name="connsiteY262" fmla="*/ 353615 h 473950"/>
                <a:gd name="connsiteX263" fmla="*/ 2564202 w 2915191"/>
                <a:gd name="connsiteY263" fmla="*/ 346708 h 473950"/>
                <a:gd name="connsiteX264" fmla="*/ 2573946 w 2915191"/>
                <a:gd name="connsiteY264" fmla="*/ 368361 h 473950"/>
                <a:gd name="connsiteX265" fmla="*/ 2583690 w 2915191"/>
                <a:gd name="connsiteY265" fmla="*/ 325529 h 473950"/>
                <a:gd name="connsiteX266" fmla="*/ 2593448 w 2915191"/>
                <a:gd name="connsiteY266" fmla="*/ 310398 h 473950"/>
                <a:gd name="connsiteX267" fmla="*/ 2603192 w 2915191"/>
                <a:gd name="connsiteY267" fmla="*/ 354615 h 473950"/>
                <a:gd name="connsiteX268" fmla="*/ 2612951 w 2915191"/>
                <a:gd name="connsiteY268" fmla="*/ 386369 h 473950"/>
                <a:gd name="connsiteX269" fmla="*/ 2622695 w 2915191"/>
                <a:gd name="connsiteY269" fmla="*/ 375298 h 473950"/>
                <a:gd name="connsiteX270" fmla="*/ 2632439 w 2915191"/>
                <a:gd name="connsiteY270" fmla="*/ 398101 h 473950"/>
                <a:gd name="connsiteX271" fmla="*/ 2642198 w 2915191"/>
                <a:gd name="connsiteY271" fmla="*/ 359112 h 473950"/>
                <a:gd name="connsiteX272" fmla="*/ 2651942 w 2915191"/>
                <a:gd name="connsiteY272" fmla="*/ 358550 h 473950"/>
                <a:gd name="connsiteX273" fmla="*/ 2661685 w 2915191"/>
                <a:gd name="connsiteY273" fmla="*/ 355569 h 473950"/>
                <a:gd name="connsiteX274" fmla="*/ 2671444 w 2915191"/>
                <a:gd name="connsiteY274" fmla="*/ 380383 h 473950"/>
                <a:gd name="connsiteX275" fmla="*/ 2681188 w 2915191"/>
                <a:gd name="connsiteY275" fmla="*/ 387149 h 473950"/>
                <a:gd name="connsiteX276" fmla="*/ 2690947 w 2915191"/>
                <a:gd name="connsiteY276" fmla="*/ 372601 h 473950"/>
                <a:gd name="connsiteX277" fmla="*/ 2700691 w 2915191"/>
                <a:gd name="connsiteY277" fmla="*/ 409893 h 473950"/>
                <a:gd name="connsiteX278" fmla="*/ 2710435 w 2915191"/>
                <a:gd name="connsiteY278" fmla="*/ 393086 h 473950"/>
                <a:gd name="connsiteX279" fmla="*/ 2720194 w 2915191"/>
                <a:gd name="connsiteY279" fmla="*/ 389611 h 473950"/>
                <a:gd name="connsiteX280" fmla="*/ 2729938 w 2915191"/>
                <a:gd name="connsiteY280" fmla="*/ 379631 h 473950"/>
                <a:gd name="connsiteX281" fmla="*/ 2739697 w 2915191"/>
                <a:gd name="connsiteY281" fmla="*/ 397696 h 473950"/>
                <a:gd name="connsiteX282" fmla="*/ 2749441 w 2915191"/>
                <a:gd name="connsiteY282" fmla="*/ 387689 h 473950"/>
                <a:gd name="connsiteX283" fmla="*/ 2759185 w 2915191"/>
                <a:gd name="connsiteY283" fmla="*/ 386660 h 473950"/>
                <a:gd name="connsiteX284" fmla="*/ 2768943 w 2915191"/>
                <a:gd name="connsiteY284" fmla="*/ 366475 h 473950"/>
                <a:gd name="connsiteX285" fmla="*/ 2778687 w 2915191"/>
                <a:gd name="connsiteY285" fmla="*/ 389051 h 473950"/>
                <a:gd name="connsiteX286" fmla="*/ 2788446 w 2915191"/>
                <a:gd name="connsiteY286" fmla="*/ 374845 h 473950"/>
                <a:gd name="connsiteX287" fmla="*/ 2798190 w 2915191"/>
                <a:gd name="connsiteY287" fmla="*/ 394004 h 473950"/>
                <a:gd name="connsiteX288" fmla="*/ 2807934 w 2915191"/>
                <a:gd name="connsiteY288" fmla="*/ 410500 h 473950"/>
                <a:gd name="connsiteX289" fmla="*/ 2817693 w 2915191"/>
                <a:gd name="connsiteY289" fmla="*/ 425849 h 473950"/>
                <a:gd name="connsiteX290" fmla="*/ 2827437 w 2915191"/>
                <a:gd name="connsiteY290" fmla="*/ 444815 h 473950"/>
                <a:gd name="connsiteX291" fmla="*/ 2837196 w 2915191"/>
                <a:gd name="connsiteY291" fmla="*/ 448219 h 473950"/>
                <a:gd name="connsiteX292" fmla="*/ 2846940 w 2915191"/>
                <a:gd name="connsiteY292" fmla="*/ 451405 h 473950"/>
                <a:gd name="connsiteX293" fmla="*/ 2856684 w 2915191"/>
                <a:gd name="connsiteY293" fmla="*/ 420883 h 473950"/>
                <a:gd name="connsiteX294" fmla="*/ 2866442 w 2915191"/>
                <a:gd name="connsiteY294" fmla="*/ 427565 h 473950"/>
                <a:gd name="connsiteX295" fmla="*/ 2876186 w 2915191"/>
                <a:gd name="connsiteY295" fmla="*/ 392064 h 473950"/>
                <a:gd name="connsiteX296" fmla="*/ 2885945 w 2915191"/>
                <a:gd name="connsiteY296" fmla="*/ 376673 h 473950"/>
                <a:gd name="connsiteX297" fmla="*/ 2895689 w 2915191"/>
                <a:gd name="connsiteY297" fmla="*/ 412668 h 473950"/>
                <a:gd name="connsiteX298" fmla="*/ 2905433 w 2915191"/>
                <a:gd name="connsiteY298" fmla="*/ 404665 h 473950"/>
                <a:gd name="connsiteX299" fmla="*/ 2915192 w 2915191"/>
                <a:gd name="connsiteY299" fmla="*/ 356553 h 473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73950">
                  <a:moveTo>
                    <a:pt x="0" y="172070"/>
                  </a:moveTo>
                  <a:lnTo>
                    <a:pt x="9750" y="191398"/>
                  </a:lnTo>
                  <a:lnTo>
                    <a:pt x="19500" y="186513"/>
                  </a:lnTo>
                  <a:lnTo>
                    <a:pt x="29250" y="187168"/>
                  </a:lnTo>
                  <a:lnTo>
                    <a:pt x="39000" y="214840"/>
                  </a:lnTo>
                  <a:lnTo>
                    <a:pt x="48749" y="236956"/>
                  </a:lnTo>
                  <a:lnTo>
                    <a:pt x="58499" y="202020"/>
                  </a:lnTo>
                  <a:lnTo>
                    <a:pt x="68249" y="203432"/>
                  </a:lnTo>
                  <a:lnTo>
                    <a:pt x="77998" y="166070"/>
                  </a:lnTo>
                  <a:lnTo>
                    <a:pt x="87748" y="165526"/>
                  </a:lnTo>
                  <a:lnTo>
                    <a:pt x="97497" y="188670"/>
                  </a:lnTo>
                  <a:lnTo>
                    <a:pt x="107247" y="208753"/>
                  </a:lnTo>
                  <a:lnTo>
                    <a:pt x="116997" y="212285"/>
                  </a:lnTo>
                  <a:lnTo>
                    <a:pt x="126747" y="231040"/>
                  </a:lnTo>
                  <a:lnTo>
                    <a:pt x="136497" y="224842"/>
                  </a:lnTo>
                  <a:lnTo>
                    <a:pt x="146247" y="203672"/>
                  </a:lnTo>
                  <a:lnTo>
                    <a:pt x="155997" y="211107"/>
                  </a:lnTo>
                  <a:lnTo>
                    <a:pt x="165747" y="239267"/>
                  </a:lnTo>
                  <a:lnTo>
                    <a:pt x="175497" y="196433"/>
                  </a:lnTo>
                  <a:lnTo>
                    <a:pt x="185247" y="193150"/>
                  </a:lnTo>
                  <a:lnTo>
                    <a:pt x="194996" y="180231"/>
                  </a:lnTo>
                  <a:lnTo>
                    <a:pt x="204746" y="189400"/>
                  </a:lnTo>
                  <a:lnTo>
                    <a:pt x="214495" y="176043"/>
                  </a:lnTo>
                  <a:lnTo>
                    <a:pt x="224245" y="179993"/>
                  </a:lnTo>
                  <a:lnTo>
                    <a:pt x="233995" y="174483"/>
                  </a:lnTo>
                  <a:lnTo>
                    <a:pt x="243744" y="152120"/>
                  </a:lnTo>
                  <a:lnTo>
                    <a:pt x="253494" y="175872"/>
                  </a:lnTo>
                  <a:lnTo>
                    <a:pt x="263244" y="175236"/>
                  </a:lnTo>
                  <a:lnTo>
                    <a:pt x="272994" y="218799"/>
                  </a:lnTo>
                  <a:lnTo>
                    <a:pt x="282744" y="249062"/>
                  </a:lnTo>
                  <a:lnTo>
                    <a:pt x="292494" y="264040"/>
                  </a:lnTo>
                  <a:lnTo>
                    <a:pt x="302244" y="271488"/>
                  </a:lnTo>
                  <a:lnTo>
                    <a:pt x="311994" y="288493"/>
                  </a:lnTo>
                  <a:lnTo>
                    <a:pt x="321744" y="304903"/>
                  </a:lnTo>
                  <a:lnTo>
                    <a:pt x="331493" y="328375"/>
                  </a:lnTo>
                  <a:lnTo>
                    <a:pt x="341243" y="318403"/>
                  </a:lnTo>
                  <a:lnTo>
                    <a:pt x="350993" y="306663"/>
                  </a:lnTo>
                  <a:lnTo>
                    <a:pt x="360742" y="301183"/>
                  </a:lnTo>
                  <a:lnTo>
                    <a:pt x="370492" y="311855"/>
                  </a:lnTo>
                  <a:lnTo>
                    <a:pt x="380241" y="276623"/>
                  </a:lnTo>
                  <a:lnTo>
                    <a:pt x="389991" y="262590"/>
                  </a:lnTo>
                  <a:lnTo>
                    <a:pt x="399741" y="276223"/>
                  </a:lnTo>
                  <a:lnTo>
                    <a:pt x="409491" y="281510"/>
                  </a:lnTo>
                  <a:lnTo>
                    <a:pt x="419241" y="301950"/>
                  </a:lnTo>
                  <a:lnTo>
                    <a:pt x="428991" y="309927"/>
                  </a:lnTo>
                  <a:lnTo>
                    <a:pt x="438741" y="329242"/>
                  </a:lnTo>
                  <a:lnTo>
                    <a:pt x="448491" y="343980"/>
                  </a:lnTo>
                  <a:lnTo>
                    <a:pt x="458241" y="349684"/>
                  </a:lnTo>
                  <a:lnTo>
                    <a:pt x="467991" y="356470"/>
                  </a:lnTo>
                  <a:lnTo>
                    <a:pt x="477740" y="360296"/>
                  </a:lnTo>
                  <a:lnTo>
                    <a:pt x="487490" y="337180"/>
                  </a:lnTo>
                  <a:lnTo>
                    <a:pt x="497239" y="346894"/>
                  </a:lnTo>
                  <a:lnTo>
                    <a:pt x="506989" y="357538"/>
                  </a:lnTo>
                  <a:lnTo>
                    <a:pt x="516738" y="353186"/>
                  </a:lnTo>
                  <a:lnTo>
                    <a:pt x="526488" y="337970"/>
                  </a:lnTo>
                  <a:lnTo>
                    <a:pt x="536238" y="346373"/>
                  </a:lnTo>
                  <a:lnTo>
                    <a:pt x="545988" y="301111"/>
                  </a:lnTo>
                  <a:lnTo>
                    <a:pt x="555738" y="273204"/>
                  </a:lnTo>
                  <a:lnTo>
                    <a:pt x="565488" y="286814"/>
                  </a:lnTo>
                  <a:lnTo>
                    <a:pt x="575238" y="260664"/>
                  </a:lnTo>
                  <a:lnTo>
                    <a:pt x="584988" y="272407"/>
                  </a:lnTo>
                  <a:lnTo>
                    <a:pt x="594738" y="268472"/>
                  </a:lnTo>
                  <a:lnTo>
                    <a:pt x="604488" y="241572"/>
                  </a:lnTo>
                  <a:lnTo>
                    <a:pt x="614237" y="220830"/>
                  </a:lnTo>
                  <a:lnTo>
                    <a:pt x="623987" y="217324"/>
                  </a:lnTo>
                  <a:lnTo>
                    <a:pt x="633736" y="228477"/>
                  </a:lnTo>
                  <a:lnTo>
                    <a:pt x="643486" y="219931"/>
                  </a:lnTo>
                  <a:lnTo>
                    <a:pt x="653236" y="202926"/>
                  </a:lnTo>
                  <a:lnTo>
                    <a:pt x="662985" y="196068"/>
                  </a:lnTo>
                  <a:lnTo>
                    <a:pt x="672735" y="167326"/>
                  </a:lnTo>
                  <a:lnTo>
                    <a:pt x="682485" y="171271"/>
                  </a:lnTo>
                  <a:lnTo>
                    <a:pt x="692235" y="132127"/>
                  </a:lnTo>
                  <a:lnTo>
                    <a:pt x="701985" y="131405"/>
                  </a:lnTo>
                  <a:lnTo>
                    <a:pt x="711735" y="147184"/>
                  </a:lnTo>
                  <a:lnTo>
                    <a:pt x="721485" y="149479"/>
                  </a:lnTo>
                  <a:lnTo>
                    <a:pt x="731235" y="150428"/>
                  </a:lnTo>
                  <a:lnTo>
                    <a:pt x="740985" y="117966"/>
                  </a:lnTo>
                  <a:lnTo>
                    <a:pt x="750734" y="116795"/>
                  </a:lnTo>
                  <a:lnTo>
                    <a:pt x="760484" y="91758"/>
                  </a:lnTo>
                  <a:lnTo>
                    <a:pt x="770233" y="88172"/>
                  </a:lnTo>
                  <a:lnTo>
                    <a:pt x="779983" y="74525"/>
                  </a:lnTo>
                  <a:lnTo>
                    <a:pt x="789733" y="44755"/>
                  </a:lnTo>
                  <a:lnTo>
                    <a:pt x="799482" y="0"/>
                  </a:lnTo>
                  <a:lnTo>
                    <a:pt x="809232" y="19057"/>
                  </a:lnTo>
                  <a:lnTo>
                    <a:pt x="818982" y="35381"/>
                  </a:lnTo>
                  <a:lnTo>
                    <a:pt x="828732" y="48907"/>
                  </a:lnTo>
                  <a:lnTo>
                    <a:pt x="838482" y="49158"/>
                  </a:lnTo>
                  <a:lnTo>
                    <a:pt x="848232" y="43492"/>
                  </a:lnTo>
                  <a:lnTo>
                    <a:pt x="857982" y="69306"/>
                  </a:lnTo>
                  <a:lnTo>
                    <a:pt x="867732" y="34765"/>
                  </a:lnTo>
                  <a:lnTo>
                    <a:pt x="877482" y="41988"/>
                  </a:lnTo>
                  <a:lnTo>
                    <a:pt x="887231" y="75690"/>
                  </a:lnTo>
                  <a:lnTo>
                    <a:pt x="896981" y="140880"/>
                  </a:lnTo>
                  <a:lnTo>
                    <a:pt x="906730" y="130908"/>
                  </a:lnTo>
                  <a:lnTo>
                    <a:pt x="916480" y="168545"/>
                  </a:lnTo>
                  <a:lnTo>
                    <a:pt x="926230" y="141914"/>
                  </a:lnTo>
                  <a:lnTo>
                    <a:pt x="935979" y="121586"/>
                  </a:lnTo>
                  <a:lnTo>
                    <a:pt x="945729" y="145688"/>
                  </a:lnTo>
                  <a:lnTo>
                    <a:pt x="955479" y="132741"/>
                  </a:lnTo>
                  <a:lnTo>
                    <a:pt x="965229" y="136421"/>
                  </a:lnTo>
                  <a:lnTo>
                    <a:pt x="974979" y="125227"/>
                  </a:lnTo>
                  <a:lnTo>
                    <a:pt x="984729" y="135140"/>
                  </a:lnTo>
                  <a:lnTo>
                    <a:pt x="994474" y="151241"/>
                  </a:lnTo>
                  <a:lnTo>
                    <a:pt x="1004233" y="156879"/>
                  </a:lnTo>
                  <a:lnTo>
                    <a:pt x="1013977" y="151460"/>
                  </a:lnTo>
                  <a:lnTo>
                    <a:pt x="1023721" y="179273"/>
                  </a:lnTo>
                  <a:lnTo>
                    <a:pt x="1033480" y="204749"/>
                  </a:lnTo>
                  <a:lnTo>
                    <a:pt x="1043224" y="206425"/>
                  </a:lnTo>
                  <a:lnTo>
                    <a:pt x="1052983" y="187109"/>
                  </a:lnTo>
                  <a:lnTo>
                    <a:pt x="1062727" y="195189"/>
                  </a:lnTo>
                  <a:lnTo>
                    <a:pt x="1072471" y="177469"/>
                  </a:lnTo>
                  <a:lnTo>
                    <a:pt x="1082230" y="186188"/>
                  </a:lnTo>
                  <a:lnTo>
                    <a:pt x="1091973" y="200116"/>
                  </a:lnTo>
                  <a:lnTo>
                    <a:pt x="1101732" y="224917"/>
                  </a:lnTo>
                  <a:lnTo>
                    <a:pt x="1111476" y="236505"/>
                  </a:lnTo>
                  <a:lnTo>
                    <a:pt x="1121220" y="182107"/>
                  </a:lnTo>
                  <a:lnTo>
                    <a:pt x="1130979" y="163786"/>
                  </a:lnTo>
                  <a:lnTo>
                    <a:pt x="1140723" y="191753"/>
                  </a:lnTo>
                  <a:lnTo>
                    <a:pt x="1150482" y="164826"/>
                  </a:lnTo>
                  <a:lnTo>
                    <a:pt x="1160226" y="150216"/>
                  </a:lnTo>
                  <a:lnTo>
                    <a:pt x="1169969" y="166055"/>
                  </a:lnTo>
                  <a:lnTo>
                    <a:pt x="1179728" y="200381"/>
                  </a:lnTo>
                  <a:lnTo>
                    <a:pt x="1189472" y="180200"/>
                  </a:lnTo>
                  <a:lnTo>
                    <a:pt x="1199231" y="203574"/>
                  </a:lnTo>
                  <a:lnTo>
                    <a:pt x="1208975" y="207339"/>
                  </a:lnTo>
                  <a:lnTo>
                    <a:pt x="1218719" y="190705"/>
                  </a:lnTo>
                  <a:lnTo>
                    <a:pt x="1228478" y="213571"/>
                  </a:lnTo>
                  <a:lnTo>
                    <a:pt x="1238222" y="204009"/>
                  </a:lnTo>
                  <a:lnTo>
                    <a:pt x="1247966" y="201121"/>
                  </a:lnTo>
                  <a:lnTo>
                    <a:pt x="1257725" y="177806"/>
                  </a:lnTo>
                  <a:lnTo>
                    <a:pt x="1267469" y="145632"/>
                  </a:lnTo>
                  <a:lnTo>
                    <a:pt x="1277227" y="181498"/>
                  </a:lnTo>
                  <a:lnTo>
                    <a:pt x="1286971" y="164203"/>
                  </a:lnTo>
                  <a:lnTo>
                    <a:pt x="1296715" y="154605"/>
                  </a:lnTo>
                  <a:lnTo>
                    <a:pt x="1306474" y="132863"/>
                  </a:lnTo>
                  <a:lnTo>
                    <a:pt x="1316218" y="124347"/>
                  </a:lnTo>
                  <a:lnTo>
                    <a:pt x="1325977" y="125612"/>
                  </a:lnTo>
                  <a:lnTo>
                    <a:pt x="1335721" y="130651"/>
                  </a:lnTo>
                  <a:lnTo>
                    <a:pt x="1345465" y="125990"/>
                  </a:lnTo>
                  <a:lnTo>
                    <a:pt x="1355224" y="96907"/>
                  </a:lnTo>
                  <a:lnTo>
                    <a:pt x="1364967" y="100222"/>
                  </a:lnTo>
                  <a:lnTo>
                    <a:pt x="1374726" y="93747"/>
                  </a:lnTo>
                  <a:lnTo>
                    <a:pt x="1384470" y="90715"/>
                  </a:lnTo>
                  <a:lnTo>
                    <a:pt x="1394214" y="98712"/>
                  </a:lnTo>
                  <a:lnTo>
                    <a:pt x="1403973" y="117891"/>
                  </a:lnTo>
                  <a:lnTo>
                    <a:pt x="1413717" y="119768"/>
                  </a:lnTo>
                  <a:lnTo>
                    <a:pt x="1423476" y="156553"/>
                  </a:lnTo>
                  <a:lnTo>
                    <a:pt x="1433220" y="152583"/>
                  </a:lnTo>
                  <a:lnTo>
                    <a:pt x="1442964" y="164902"/>
                  </a:lnTo>
                  <a:lnTo>
                    <a:pt x="1452722" y="173783"/>
                  </a:lnTo>
                  <a:lnTo>
                    <a:pt x="1462466" y="128350"/>
                  </a:lnTo>
                  <a:lnTo>
                    <a:pt x="1472225" y="87388"/>
                  </a:lnTo>
                  <a:lnTo>
                    <a:pt x="1481969" y="91450"/>
                  </a:lnTo>
                  <a:lnTo>
                    <a:pt x="1491713" y="71941"/>
                  </a:lnTo>
                  <a:lnTo>
                    <a:pt x="1501472" y="80647"/>
                  </a:lnTo>
                  <a:lnTo>
                    <a:pt x="1511216" y="62717"/>
                  </a:lnTo>
                  <a:lnTo>
                    <a:pt x="1520960" y="71834"/>
                  </a:lnTo>
                  <a:lnTo>
                    <a:pt x="1530719" y="76003"/>
                  </a:lnTo>
                  <a:lnTo>
                    <a:pt x="1540463" y="92219"/>
                  </a:lnTo>
                  <a:lnTo>
                    <a:pt x="1550221" y="86159"/>
                  </a:lnTo>
                  <a:lnTo>
                    <a:pt x="1559965" y="108789"/>
                  </a:lnTo>
                  <a:lnTo>
                    <a:pt x="1569709" y="116014"/>
                  </a:lnTo>
                  <a:lnTo>
                    <a:pt x="1579468" y="129100"/>
                  </a:lnTo>
                  <a:lnTo>
                    <a:pt x="1589212" y="112708"/>
                  </a:lnTo>
                  <a:lnTo>
                    <a:pt x="1598971" y="116450"/>
                  </a:lnTo>
                  <a:lnTo>
                    <a:pt x="1608715" y="107128"/>
                  </a:lnTo>
                  <a:lnTo>
                    <a:pt x="1618459" y="104393"/>
                  </a:lnTo>
                  <a:lnTo>
                    <a:pt x="1628218" y="101472"/>
                  </a:lnTo>
                  <a:lnTo>
                    <a:pt x="1637962" y="99986"/>
                  </a:lnTo>
                  <a:lnTo>
                    <a:pt x="1647720" y="108707"/>
                  </a:lnTo>
                  <a:lnTo>
                    <a:pt x="1657464" y="134642"/>
                  </a:lnTo>
                  <a:lnTo>
                    <a:pt x="1667208" y="127961"/>
                  </a:lnTo>
                  <a:lnTo>
                    <a:pt x="1676967" y="133970"/>
                  </a:lnTo>
                  <a:lnTo>
                    <a:pt x="1686711" y="175035"/>
                  </a:lnTo>
                  <a:lnTo>
                    <a:pt x="1696470" y="202686"/>
                  </a:lnTo>
                  <a:lnTo>
                    <a:pt x="1706214" y="183980"/>
                  </a:lnTo>
                  <a:lnTo>
                    <a:pt x="1715958" y="186626"/>
                  </a:lnTo>
                  <a:lnTo>
                    <a:pt x="1725716" y="211656"/>
                  </a:lnTo>
                  <a:lnTo>
                    <a:pt x="1735460" y="209393"/>
                  </a:lnTo>
                  <a:lnTo>
                    <a:pt x="1745219" y="222747"/>
                  </a:lnTo>
                  <a:lnTo>
                    <a:pt x="1754963" y="239990"/>
                  </a:lnTo>
                  <a:lnTo>
                    <a:pt x="1764707" y="253862"/>
                  </a:lnTo>
                  <a:lnTo>
                    <a:pt x="1774466" y="242314"/>
                  </a:lnTo>
                  <a:lnTo>
                    <a:pt x="1784210" y="289794"/>
                  </a:lnTo>
                  <a:lnTo>
                    <a:pt x="1793969" y="273000"/>
                  </a:lnTo>
                  <a:lnTo>
                    <a:pt x="1803713" y="278182"/>
                  </a:lnTo>
                  <a:lnTo>
                    <a:pt x="1813457" y="325209"/>
                  </a:lnTo>
                  <a:lnTo>
                    <a:pt x="1823215" y="338874"/>
                  </a:lnTo>
                  <a:lnTo>
                    <a:pt x="1832959" y="392986"/>
                  </a:lnTo>
                  <a:lnTo>
                    <a:pt x="1842703" y="412504"/>
                  </a:lnTo>
                  <a:lnTo>
                    <a:pt x="1852462" y="404506"/>
                  </a:lnTo>
                  <a:lnTo>
                    <a:pt x="1862206" y="415393"/>
                  </a:lnTo>
                  <a:lnTo>
                    <a:pt x="1871965" y="426053"/>
                  </a:lnTo>
                  <a:lnTo>
                    <a:pt x="1881709" y="434486"/>
                  </a:lnTo>
                  <a:lnTo>
                    <a:pt x="1891453" y="419888"/>
                  </a:lnTo>
                  <a:lnTo>
                    <a:pt x="1901212" y="422544"/>
                  </a:lnTo>
                  <a:lnTo>
                    <a:pt x="1910956" y="424298"/>
                  </a:lnTo>
                  <a:lnTo>
                    <a:pt x="1920714" y="422103"/>
                  </a:lnTo>
                  <a:lnTo>
                    <a:pt x="1930458" y="471697"/>
                  </a:lnTo>
                  <a:lnTo>
                    <a:pt x="1940202" y="473950"/>
                  </a:lnTo>
                  <a:lnTo>
                    <a:pt x="1949961" y="435263"/>
                  </a:lnTo>
                  <a:lnTo>
                    <a:pt x="1959705" y="394897"/>
                  </a:lnTo>
                  <a:lnTo>
                    <a:pt x="1969464" y="433578"/>
                  </a:lnTo>
                  <a:lnTo>
                    <a:pt x="1979208" y="388621"/>
                  </a:lnTo>
                  <a:lnTo>
                    <a:pt x="1988952" y="362467"/>
                  </a:lnTo>
                  <a:lnTo>
                    <a:pt x="1998711" y="373090"/>
                  </a:lnTo>
                  <a:lnTo>
                    <a:pt x="2008454" y="354463"/>
                  </a:lnTo>
                  <a:lnTo>
                    <a:pt x="2018213" y="336590"/>
                  </a:lnTo>
                  <a:lnTo>
                    <a:pt x="2027957" y="344885"/>
                  </a:lnTo>
                  <a:lnTo>
                    <a:pt x="2037701" y="370584"/>
                  </a:lnTo>
                  <a:lnTo>
                    <a:pt x="2047460" y="359551"/>
                  </a:lnTo>
                  <a:lnTo>
                    <a:pt x="2057204" y="343943"/>
                  </a:lnTo>
                  <a:lnTo>
                    <a:pt x="2066963" y="356553"/>
                  </a:lnTo>
                  <a:lnTo>
                    <a:pt x="2076707" y="368838"/>
                  </a:lnTo>
                  <a:lnTo>
                    <a:pt x="2086451" y="341754"/>
                  </a:lnTo>
                  <a:lnTo>
                    <a:pt x="2096210" y="309833"/>
                  </a:lnTo>
                  <a:lnTo>
                    <a:pt x="2105954" y="228971"/>
                  </a:lnTo>
                  <a:lnTo>
                    <a:pt x="2115697" y="279736"/>
                  </a:lnTo>
                  <a:lnTo>
                    <a:pt x="2125456" y="283133"/>
                  </a:lnTo>
                  <a:lnTo>
                    <a:pt x="2135200" y="303564"/>
                  </a:lnTo>
                  <a:lnTo>
                    <a:pt x="2144959" y="289057"/>
                  </a:lnTo>
                  <a:lnTo>
                    <a:pt x="2154703" y="286922"/>
                  </a:lnTo>
                  <a:lnTo>
                    <a:pt x="2164447" y="297524"/>
                  </a:lnTo>
                  <a:lnTo>
                    <a:pt x="2174206" y="261820"/>
                  </a:lnTo>
                  <a:lnTo>
                    <a:pt x="2183950" y="269870"/>
                  </a:lnTo>
                  <a:lnTo>
                    <a:pt x="2193709" y="248741"/>
                  </a:lnTo>
                  <a:lnTo>
                    <a:pt x="2203452" y="252933"/>
                  </a:lnTo>
                  <a:lnTo>
                    <a:pt x="2213196" y="281786"/>
                  </a:lnTo>
                  <a:lnTo>
                    <a:pt x="2222955" y="288571"/>
                  </a:lnTo>
                  <a:lnTo>
                    <a:pt x="2232699" y="280257"/>
                  </a:lnTo>
                  <a:lnTo>
                    <a:pt x="2242458" y="259443"/>
                  </a:lnTo>
                  <a:lnTo>
                    <a:pt x="2252202" y="243847"/>
                  </a:lnTo>
                  <a:lnTo>
                    <a:pt x="2261946" y="278550"/>
                  </a:lnTo>
                  <a:lnTo>
                    <a:pt x="2271705" y="253655"/>
                  </a:lnTo>
                  <a:lnTo>
                    <a:pt x="2281449" y="265285"/>
                  </a:lnTo>
                  <a:lnTo>
                    <a:pt x="2291208" y="285095"/>
                  </a:lnTo>
                  <a:lnTo>
                    <a:pt x="2300951" y="315613"/>
                  </a:lnTo>
                  <a:lnTo>
                    <a:pt x="2310695" y="302268"/>
                  </a:lnTo>
                  <a:lnTo>
                    <a:pt x="2320454" y="324819"/>
                  </a:lnTo>
                  <a:lnTo>
                    <a:pt x="2330198" y="318789"/>
                  </a:lnTo>
                  <a:lnTo>
                    <a:pt x="2339957" y="335081"/>
                  </a:lnTo>
                  <a:lnTo>
                    <a:pt x="2349701" y="397918"/>
                  </a:lnTo>
                  <a:lnTo>
                    <a:pt x="2359445" y="424532"/>
                  </a:lnTo>
                  <a:lnTo>
                    <a:pt x="2369204" y="396368"/>
                  </a:lnTo>
                  <a:lnTo>
                    <a:pt x="2378948" y="401164"/>
                  </a:lnTo>
                  <a:lnTo>
                    <a:pt x="2388692" y="406695"/>
                  </a:lnTo>
                  <a:lnTo>
                    <a:pt x="2398450" y="437410"/>
                  </a:lnTo>
                  <a:lnTo>
                    <a:pt x="2408194" y="441899"/>
                  </a:lnTo>
                  <a:lnTo>
                    <a:pt x="2417953" y="398016"/>
                  </a:lnTo>
                  <a:lnTo>
                    <a:pt x="2427697" y="402270"/>
                  </a:lnTo>
                  <a:lnTo>
                    <a:pt x="2437441" y="393798"/>
                  </a:lnTo>
                  <a:lnTo>
                    <a:pt x="2447200" y="380149"/>
                  </a:lnTo>
                  <a:lnTo>
                    <a:pt x="2456944" y="402006"/>
                  </a:lnTo>
                  <a:lnTo>
                    <a:pt x="2466703" y="411327"/>
                  </a:lnTo>
                  <a:lnTo>
                    <a:pt x="2476446" y="418249"/>
                  </a:lnTo>
                  <a:lnTo>
                    <a:pt x="2486190" y="421501"/>
                  </a:lnTo>
                  <a:lnTo>
                    <a:pt x="2495949" y="401416"/>
                  </a:lnTo>
                  <a:lnTo>
                    <a:pt x="2505693" y="394457"/>
                  </a:lnTo>
                  <a:lnTo>
                    <a:pt x="2515452" y="364472"/>
                  </a:lnTo>
                  <a:lnTo>
                    <a:pt x="2525196" y="367559"/>
                  </a:lnTo>
                  <a:lnTo>
                    <a:pt x="2534940" y="333648"/>
                  </a:lnTo>
                  <a:lnTo>
                    <a:pt x="2544699" y="335497"/>
                  </a:lnTo>
                  <a:lnTo>
                    <a:pt x="2554443" y="353615"/>
                  </a:lnTo>
                  <a:lnTo>
                    <a:pt x="2564202" y="346708"/>
                  </a:lnTo>
                  <a:lnTo>
                    <a:pt x="2573946" y="368361"/>
                  </a:lnTo>
                  <a:lnTo>
                    <a:pt x="2583690" y="325529"/>
                  </a:lnTo>
                  <a:lnTo>
                    <a:pt x="2593448" y="310398"/>
                  </a:lnTo>
                  <a:lnTo>
                    <a:pt x="2603192" y="354615"/>
                  </a:lnTo>
                  <a:lnTo>
                    <a:pt x="2612951" y="386369"/>
                  </a:lnTo>
                  <a:lnTo>
                    <a:pt x="2622695" y="375298"/>
                  </a:lnTo>
                  <a:lnTo>
                    <a:pt x="2632439" y="398101"/>
                  </a:lnTo>
                  <a:lnTo>
                    <a:pt x="2642198" y="359112"/>
                  </a:lnTo>
                  <a:lnTo>
                    <a:pt x="2651942" y="358550"/>
                  </a:lnTo>
                  <a:lnTo>
                    <a:pt x="2661685" y="355569"/>
                  </a:lnTo>
                  <a:lnTo>
                    <a:pt x="2671444" y="380383"/>
                  </a:lnTo>
                  <a:lnTo>
                    <a:pt x="2681188" y="387149"/>
                  </a:lnTo>
                  <a:lnTo>
                    <a:pt x="2690947" y="372601"/>
                  </a:lnTo>
                  <a:lnTo>
                    <a:pt x="2700691" y="409893"/>
                  </a:lnTo>
                  <a:lnTo>
                    <a:pt x="2710435" y="393086"/>
                  </a:lnTo>
                  <a:lnTo>
                    <a:pt x="2720194" y="389611"/>
                  </a:lnTo>
                  <a:lnTo>
                    <a:pt x="2729938" y="379631"/>
                  </a:lnTo>
                  <a:lnTo>
                    <a:pt x="2739697" y="397696"/>
                  </a:lnTo>
                  <a:lnTo>
                    <a:pt x="2749441" y="387689"/>
                  </a:lnTo>
                  <a:lnTo>
                    <a:pt x="2759185" y="386660"/>
                  </a:lnTo>
                  <a:lnTo>
                    <a:pt x="2768943" y="366475"/>
                  </a:lnTo>
                  <a:lnTo>
                    <a:pt x="2778687" y="389051"/>
                  </a:lnTo>
                  <a:lnTo>
                    <a:pt x="2788446" y="374845"/>
                  </a:lnTo>
                  <a:lnTo>
                    <a:pt x="2798190" y="394004"/>
                  </a:lnTo>
                  <a:lnTo>
                    <a:pt x="2807934" y="410500"/>
                  </a:lnTo>
                  <a:lnTo>
                    <a:pt x="2817693" y="425849"/>
                  </a:lnTo>
                  <a:lnTo>
                    <a:pt x="2827437" y="444815"/>
                  </a:lnTo>
                  <a:lnTo>
                    <a:pt x="2837196" y="448219"/>
                  </a:lnTo>
                  <a:lnTo>
                    <a:pt x="2846940" y="451405"/>
                  </a:lnTo>
                  <a:lnTo>
                    <a:pt x="2856684" y="420883"/>
                  </a:lnTo>
                  <a:lnTo>
                    <a:pt x="2866442" y="427565"/>
                  </a:lnTo>
                  <a:lnTo>
                    <a:pt x="2876186" y="392064"/>
                  </a:lnTo>
                  <a:lnTo>
                    <a:pt x="2885945" y="376673"/>
                  </a:lnTo>
                  <a:lnTo>
                    <a:pt x="2895689" y="412668"/>
                  </a:lnTo>
                  <a:lnTo>
                    <a:pt x="2905433" y="404665"/>
                  </a:lnTo>
                  <a:lnTo>
                    <a:pt x="2915192" y="35655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9" name="Freeform 1198">
              <a:extLst>
                <a:ext uri="{FF2B5EF4-FFF2-40B4-BE49-F238E27FC236}">
                  <a16:creationId xmlns:a16="http://schemas.microsoft.com/office/drawing/2014/main" id="{537E74D0-B1AA-FD19-FBF2-F20E5F5E1FD4}"/>
                </a:ext>
              </a:extLst>
            </p:cNvPr>
            <p:cNvSpPr/>
            <p:nvPr/>
          </p:nvSpPr>
          <p:spPr>
            <a:xfrm>
              <a:off x="4426652" y="3853290"/>
              <a:ext cx="2915191" cy="514950"/>
            </a:xfrm>
            <a:custGeom>
              <a:avLst/>
              <a:gdLst>
                <a:gd name="connsiteX0" fmla="*/ 0 w 2915191"/>
                <a:gd name="connsiteY0" fmla="*/ 117849 h 514950"/>
                <a:gd name="connsiteX1" fmla="*/ 9750 w 2915191"/>
                <a:gd name="connsiteY1" fmla="*/ 111671 h 514950"/>
                <a:gd name="connsiteX2" fmla="*/ 19500 w 2915191"/>
                <a:gd name="connsiteY2" fmla="*/ 105480 h 514950"/>
                <a:gd name="connsiteX3" fmla="*/ 29250 w 2915191"/>
                <a:gd name="connsiteY3" fmla="*/ 98154 h 514950"/>
                <a:gd name="connsiteX4" fmla="*/ 39000 w 2915191"/>
                <a:gd name="connsiteY4" fmla="*/ 85438 h 514950"/>
                <a:gd name="connsiteX5" fmla="*/ 48749 w 2915191"/>
                <a:gd name="connsiteY5" fmla="*/ 88627 h 514950"/>
                <a:gd name="connsiteX6" fmla="*/ 58499 w 2915191"/>
                <a:gd name="connsiteY6" fmla="*/ 131551 h 514950"/>
                <a:gd name="connsiteX7" fmla="*/ 68249 w 2915191"/>
                <a:gd name="connsiteY7" fmla="*/ 157893 h 514950"/>
                <a:gd name="connsiteX8" fmla="*/ 77998 w 2915191"/>
                <a:gd name="connsiteY8" fmla="*/ 162679 h 514950"/>
                <a:gd name="connsiteX9" fmla="*/ 87748 w 2915191"/>
                <a:gd name="connsiteY9" fmla="*/ 192432 h 514950"/>
                <a:gd name="connsiteX10" fmla="*/ 97497 w 2915191"/>
                <a:gd name="connsiteY10" fmla="*/ 217373 h 514950"/>
                <a:gd name="connsiteX11" fmla="*/ 107247 w 2915191"/>
                <a:gd name="connsiteY11" fmla="*/ 192194 h 514950"/>
                <a:gd name="connsiteX12" fmla="*/ 116997 w 2915191"/>
                <a:gd name="connsiteY12" fmla="*/ 203890 h 514950"/>
                <a:gd name="connsiteX13" fmla="*/ 126747 w 2915191"/>
                <a:gd name="connsiteY13" fmla="*/ 220681 h 514950"/>
                <a:gd name="connsiteX14" fmla="*/ 136497 w 2915191"/>
                <a:gd name="connsiteY14" fmla="*/ 188559 h 514950"/>
                <a:gd name="connsiteX15" fmla="*/ 146247 w 2915191"/>
                <a:gd name="connsiteY15" fmla="*/ 230410 h 514950"/>
                <a:gd name="connsiteX16" fmla="*/ 155997 w 2915191"/>
                <a:gd name="connsiteY16" fmla="*/ 235937 h 514950"/>
                <a:gd name="connsiteX17" fmla="*/ 165747 w 2915191"/>
                <a:gd name="connsiteY17" fmla="*/ 277282 h 514950"/>
                <a:gd name="connsiteX18" fmla="*/ 175497 w 2915191"/>
                <a:gd name="connsiteY18" fmla="*/ 301627 h 514950"/>
                <a:gd name="connsiteX19" fmla="*/ 185247 w 2915191"/>
                <a:gd name="connsiteY19" fmla="*/ 306514 h 514950"/>
                <a:gd name="connsiteX20" fmla="*/ 194996 w 2915191"/>
                <a:gd name="connsiteY20" fmla="*/ 296472 h 514950"/>
                <a:gd name="connsiteX21" fmla="*/ 204746 w 2915191"/>
                <a:gd name="connsiteY21" fmla="*/ 305262 h 514950"/>
                <a:gd name="connsiteX22" fmla="*/ 214495 w 2915191"/>
                <a:gd name="connsiteY22" fmla="*/ 301627 h 514950"/>
                <a:gd name="connsiteX23" fmla="*/ 224245 w 2915191"/>
                <a:gd name="connsiteY23" fmla="*/ 334375 h 514950"/>
                <a:gd name="connsiteX24" fmla="*/ 233995 w 2915191"/>
                <a:gd name="connsiteY24" fmla="*/ 326955 h 514950"/>
                <a:gd name="connsiteX25" fmla="*/ 243744 w 2915191"/>
                <a:gd name="connsiteY25" fmla="*/ 303519 h 514950"/>
                <a:gd name="connsiteX26" fmla="*/ 253494 w 2915191"/>
                <a:gd name="connsiteY26" fmla="*/ 309568 h 514950"/>
                <a:gd name="connsiteX27" fmla="*/ 263244 w 2915191"/>
                <a:gd name="connsiteY27" fmla="*/ 301686 h 514950"/>
                <a:gd name="connsiteX28" fmla="*/ 272994 w 2915191"/>
                <a:gd name="connsiteY28" fmla="*/ 290482 h 514950"/>
                <a:gd name="connsiteX29" fmla="*/ 282744 w 2915191"/>
                <a:gd name="connsiteY29" fmla="*/ 299377 h 514950"/>
                <a:gd name="connsiteX30" fmla="*/ 292494 w 2915191"/>
                <a:gd name="connsiteY30" fmla="*/ 271010 h 514950"/>
                <a:gd name="connsiteX31" fmla="*/ 302244 w 2915191"/>
                <a:gd name="connsiteY31" fmla="*/ 261072 h 514950"/>
                <a:gd name="connsiteX32" fmla="*/ 311994 w 2915191"/>
                <a:gd name="connsiteY32" fmla="*/ 257556 h 514950"/>
                <a:gd name="connsiteX33" fmla="*/ 321744 w 2915191"/>
                <a:gd name="connsiteY33" fmla="*/ 256245 h 514950"/>
                <a:gd name="connsiteX34" fmla="*/ 331493 w 2915191"/>
                <a:gd name="connsiteY34" fmla="*/ 297485 h 514950"/>
                <a:gd name="connsiteX35" fmla="*/ 341243 w 2915191"/>
                <a:gd name="connsiteY35" fmla="*/ 306186 h 514950"/>
                <a:gd name="connsiteX36" fmla="*/ 350993 w 2915191"/>
                <a:gd name="connsiteY36" fmla="*/ 288441 h 514950"/>
                <a:gd name="connsiteX37" fmla="*/ 360742 w 2915191"/>
                <a:gd name="connsiteY37" fmla="*/ 292166 h 514950"/>
                <a:gd name="connsiteX38" fmla="*/ 370492 w 2915191"/>
                <a:gd name="connsiteY38" fmla="*/ 271606 h 514950"/>
                <a:gd name="connsiteX39" fmla="*/ 380241 w 2915191"/>
                <a:gd name="connsiteY39" fmla="*/ 261802 h 514950"/>
                <a:gd name="connsiteX40" fmla="*/ 389991 w 2915191"/>
                <a:gd name="connsiteY40" fmla="*/ 273051 h 514950"/>
                <a:gd name="connsiteX41" fmla="*/ 399741 w 2915191"/>
                <a:gd name="connsiteY41" fmla="*/ 234269 h 514950"/>
                <a:gd name="connsiteX42" fmla="*/ 409491 w 2915191"/>
                <a:gd name="connsiteY42" fmla="*/ 203353 h 514950"/>
                <a:gd name="connsiteX43" fmla="*/ 419241 w 2915191"/>
                <a:gd name="connsiteY43" fmla="*/ 198988 h 514950"/>
                <a:gd name="connsiteX44" fmla="*/ 428991 w 2915191"/>
                <a:gd name="connsiteY44" fmla="*/ 184446 h 514950"/>
                <a:gd name="connsiteX45" fmla="*/ 438741 w 2915191"/>
                <a:gd name="connsiteY45" fmla="*/ 148404 h 514950"/>
                <a:gd name="connsiteX46" fmla="*/ 448491 w 2915191"/>
                <a:gd name="connsiteY46" fmla="*/ 146552 h 514950"/>
                <a:gd name="connsiteX47" fmla="*/ 458241 w 2915191"/>
                <a:gd name="connsiteY47" fmla="*/ 112075 h 514950"/>
                <a:gd name="connsiteX48" fmla="*/ 467991 w 2915191"/>
                <a:gd name="connsiteY48" fmla="*/ 107942 h 514950"/>
                <a:gd name="connsiteX49" fmla="*/ 477740 w 2915191"/>
                <a:gd name="connsiteY49" fmla="*/ 113350 h 514950"/>
                <a:gd name="connsiteX50" fmla="*/ 487490 w 2915191"/>
                <a:gd name="connsiteY50" fmla="*/ 66765 h 514950"/>
                <a:gd name="connsiteX51" fmla="*/ 497239 w 2915191"/>
                <a:gd name="connsiteY51" fmla="*/ 102152 h 514950"/>
                <a:gd name="connsiteX52" fmla="*/ 506989 w 2915191"/>
                <a:gd name="connsiteY52" fmla="*/ 72862 h 514950"/>
                <a:gd name="connsiteX53" fmla="*/ 516738 w 2915191"/>
                <a:gd name="connsiteY53" fmla="*/ 64837 h 514950"/>
                <a:gd name="connsiteX54" fmla="*/ 526488 w 2915191"/>
                <a:gd name="connsiteY54" fmla="*/ 44943 h 514950"/>
                <a:gd name="connsiteX55" fmla="*/ 536238 w 2915191"/>
                <a:gd name="connsiteY55" fmla="*/ 39311 h 514950"/>
                <a:gd name="connsiteX56" fmla="*/ 545988 w 2915191"/>
                <a:gd name="connsiteY56" fmla="*/ 46653 h 514950"/>
                <a:gd name="connsiteX57" fmla="*/ 555738 w 2915191"/>
                <a:gd name="connsiteY57" fmla="*/ 51068 h 514950"/>
                <a:gd name="connsiteX58" fmla="*/ 565488 w 2915191"/>
                <a:gd name="connsiteY58" fmla="*/ 100361 h 514950"/>
                <a:gd name="connsiteX59" fmla="*/ 575238 w 2915191"/>
                <a:gd name="connsiteY59" fmla="*/ 80486 h 514950"/>
                <a:gd name="connsiteX60" fmla="*/ 584988 w 2915191"/>
                <a:gd name="connsiteY60" fmla="*/ 49544 h 514950"/>
                <a:gd name="connsiteX61" fmla="*/ 594738 w 2915191"/>
                <a:gd name="connsiteY61" fmla="*/ 28414 h 514950"/>
                <a:gd name="connsiteX62" fmla="*/ 604488 w 2915191"/>
                <a:gd name="connsiteY62" fmla="*/ 24577 h 514950"/>
                <a:gd name="connsiteX63" fmla="*/ 614237 w 2915191"/>
                <a:gd name="connsiteY63" fmla="*/ 61919 h 514950"/>
                <a:gd name="connsiteX64" fmla="*/ 623987 w 2915191"/>
                <a:gd name="connsiteY64" fmla="*/ 40397 h 514950"/>
                <a:gd name="connsiteX65" fmla="*/ 633736 w 2915191"/>
                <a:gd name="connsiteY65" fmla="*/ 43770 h 514950"/>
                <a:gd name="connsiteX66" fmla="*/ 643486 w 2915191"/>
                <a:gd name="connsiteY66" fmla="*/ 17838 h 514950"/>
                <a:gd name="connsiteX67" fmla="*/ 653236 w 2915191"/>
                <a:gd name="connsiteY67" fmla="*/ 8881 h 514950"/>
                <a:gd name="connsiteX68" fmla="*/ 662985 w 2915191"/>
                <a:gd name="connsiteY68" fmla="*/ 0 h 514950"/>
                <a:gd name="connsiteX69" fmla="*/ 672735 w 2915191"/>
                <a:gd name="connsiteY69" fmla="*/ 13265 h 514950"/>
                <a:gd name="connsiteX70" fmla="*/ 682485 w 2915191"/>
                <a:gd name="connsiteY70" fmla="*/ 14467 h 514950"/>
                <a:gd name="connsiteX71" fmla="*/ 692235 w 2915191"/>
                <a:gd name="connsiteY71" fmla="*/ 17381 h 514950"/>
                <a:gd name="connsiteX72" fmla="*/ 701985 w 2915191"/>
                <a:gd name="connsiteY72" fmla="*/ 7816 h 514950"/>
                <a:gd name="connsiteX73" fmla="*/ 711735 w 2915191"/>
                <a:gd name="connsiteY73" fmla="*/ 34390 h 514950"/>
                <a:gd name="connsiteX74" fmla="*/ 721485 w 2915191"/>
                <a:gd name="connsiteY74" fmla="*/ 62714 h 514950"/>
                <a:gd name="connsiteX75" fmla="*/ 731235 w 2915191"/>
                <a:gd name="connsiteY75" fmla="*/ 81405 h 514950"/>
                <a:gd name="connsiteX76" fmla="*/ 740985 w 2915191"/>
                <a:gd name="connsiteY76" fmla="*/ 59490 h 514950"/>
                <a:gd name="connsiteX77" fmla="*/ 750734 w 2915191"/>
                <a:gd name="connsiteY77" fmla="*/ 55231 h 514950"/>
                <a:gd name="connsiteX78" fmla="*/ 760484 w 2915191"/>
                <a:gd name="connsiteY78" fmla="*/ 38061 h 514950"/>
                <a:gd name="connsiteX79" fmla="*/ 770233 w 2915191"/>
                <a:gd name="connsiteY79" fmla="*/ 46118 h 514950"/>
                <a:gd name="connsiteX80" fmla="*/ 779983 w 2915191"/>
                <a:gd name="connsiteY80" fmla="*/ 28009 h 514950"/>
                <a:gd name="connsiteX81" fmla="*/ 789733 w 2915191"/>
                <a:gd name="connsiteY81" fmla="*/ 13820 h 514950"/>
                <a:gd name="connsiteX82" fmla="*/ 799482 w 2915191"/>
                <a:gd name="connsiteY82" fmla="*/ 39862 h 514950"/>
                <a:gd name="connsiteX83" fmla="*/ 809232 w 2915191"/>
                <a:gd name="connsiteY83" fmla="*/ 21669 h 514950"/>
                <a:gd name="connsiteX84" fmla="*/ 818982 w 2915191"/>
                <a:gd name="connsiteY84" fmla="*/ 26797 h 514950"/>
                <a:gd name="connsiteX85" fmla="*/ 828732 w 2915191"/>
                <a:gd name="connsiteY85" fmla="*/ 35156 h 514950"/>
                <a:gd name="connsiteX86" fmla="*/ 838482 w 2915191"/>
                <a:gd name="connsiteY86" fmla="*/ 32569 h 514950"/>
                <a:gd name="connsiteX87" fmla="*/ 848232 w 2915191"/>
                <a:gd name="connsiteY87" fmla="*/ 75799 h 514950"/>
                <a:gd name="connsiteX88" fmla="*/ 857982 w 2915191"/>
                <a:gd name="connsiteY88" fmla="*/ 76940 h 514950"/>
                <a:gd name="connsiteX89" fmla="*/ 867732 w 2915191"/>
                <a:gd name="connsiteY89" fmla="*/ 74198 h 514950"/>
                <a:gd name="connsiteX90" fmla="*/ 877482 w 2915191"/>
                <a:gd name="connsiteY90" fmla="*/ 74736 h 514950"/>
                <a:gd name="connsiteX91" fmla="*/ 887231 w 2915191"/>
                <a:gd name="connsiteY91" fmla="*/ 77162 h 514950"/>
                <a:gd name="connsiteX92" fmla="*/ 896981 w 2915191"/>
                <a:gd name="connsiteY92" fmla="*/ 53301 h 514950"/>
                <a:gd name="connsiteX93" fmla="*/ 906730 w 2915191"/>
                <a:gd name="connsiteY93" fmla="*/ 53525 h 514950"/>
                <a:gd name="connsiteX94" fmla="*/ 916480 w 2915191"/>
                <a:gd name="connsiteY94" fmla="*/ 61619 h 514950"/>
                <a:gd name="connsiteX95" fmla="*/ 926230 w 2915191"/>
                <a:gd name="connsiteY95" fmla="*/ 79607 h 514950"/>
                <a:gd name="connsiteX96" fmla="*/ 935979 w 2915191"/>
                <a:gd name="connsiteY96" fmla="*/ 102259 h 514950"/>
                <a:gd name="connsiteX97" fmla="*/ 945729 w 2915191"/>
                <a:gd name="connsiteY97" fmla="*/ 137935 h 514950"/>
                <a:gd name="connsiteX98" fmla="*/ 955479 w 2915191"/>
                <a:gd name="connsiteY98" fmla="*/ 120785 h 514950"/>
                <a:gd name="connsiteX99" fmla="*/ 965229 w 2915191"/>
                <a:gd name="connsiteY99" fmla="*/ 124235 h 514950"/>
                <a:gd name="connsiteX100" fmla="*/ 974979 w 2915191"/>
                <a:gd name="connsiteY100" fmla="*/ 107822 h 514950"/>
                <a:gd name="connsiteX101" fmla="*/ 984729 w 2915191"/>
                <a:gd name="connsiteY101" fmla="*/ 107483 h 514950"/>
                <a:gd name="connsiteX102" fmla="*/ 994474 w 2915191"/>
                <a:gd name="connsiteY102" fmla="*/ 116810 h 514950"/>
                <a:gd name="connsiteX103" fmla="*/ 1004233 w 2915191"/>
                <a:gd name="connsiteY103" fmla="*/ 110531 h 514950"/>
                <a:gd name="connsiteX104" fmla="*/ 1013977 w 2915191"/>
                <a:gd name="connsiteY104" fmla="*/ 129393 h 514950"/>
                <a:gd name="connsiteX105" fmla="*/ 1023721 w 2915191"/>
                <a:gd name="connsiteY105" fmla="*/ 138978 h 514950"/>
                <a:gd name="connsiteX106" fmla="*/ 1033480 w 2915191"/>
                <a:gd name="connsiteY106" fmla="*/ 166076 h 514950"/>
                <a:gd name="connsiteX107" fmla="*/ 1043224 w 2915191"/>
                <a:gd name="connsiteY107" fmla="*/ 171276 h 514950"/>
                <a:gd name="connsiteX108" fmla="*/ 1052983 w 2915191"/>
                <a:gd name="connsiteY108" fmla="*/ 153157 h 514950"/>
                <a:gd name="connsiteX109" fmla="*/ 1062727 w 2915191"/>
                <a:gd name="connsiteY109" fmla="*/ 165882 h 514950"/>
                <a:gd name="connsiteX110" fmla="*/ 1072471 w 2915191"/>
                <a:gd name="connsiteY110" fmla="*/ 172140 h 514950"/>
                <a:gd name="connsiteX111" fmla="*/ 1082230 w 2915191"/>
                <a:gd name="connsiteY111" fmla="*/ 181839 h 514950"/>
                <a:gd name="connsiteX112" fmla="*/ 1091973 w 2915191"/>
                <a:gd name="connsiteY112" fmla="*/ 199762 h 514950"/>
                <a:gd name="connsiteX113" fmla="*/ 1101732 w 2915191"/>
                <a:gd name="connsiteY113" fmla="*/ 172438 h 514950"/>
                <a:gd name="connsiteX114" fmla="*/ 1111476 w 2915191"/>
                <a:gd name="connsiteY114" fmla="*/ 177623 h 514950"/>
                <a:gd name="connsiteX115" fmla="*/ 1121220 w 2915191"/>
                <a:gd name="connsiteY115" fmla="*/ 182629 h 514950"/>
                <a:gd name="connsiteX116" fmla="*/ 1130979 w 2915191"/>
                <a:gd name="connsiteY116" fmla="*/ 172199 h 514950"/>
                <a:gd name="connsiteX117" fmla="*/ 1140723 w 2915191"/>
                <a:gd name="connsiteY117" fmla="*/ 181124 h 514950"/>
                <a:gd name="connsiteX118" fmla="*/ 1150482 w 2915191"/>
                <a:gd name="connsiteY118" fmla="*/ 203592 h 514950"/>
                <a:gd name="connsiteX119" fmla="*/ 1160226 w 2915191"/>
                <a:gd name="connsiteY119" fmla="*/ 275226 h 514950"/>
                <a:gd name="connsiteX120" fmla="*/ 1169969 w 2915191"/>
                <a:gd name="connsiteY120" fmla="*/ 287264 h 514950"/>
                <a:gd name="connsiteX121" fmla="*/ 1179728 w 2915191"/>
                <a:gd name="connsiteY121" fmla="*/ 286221 h 514950"/>
                <a:gd name="connsiteX122" fmla="*/ 1189472 w 2915191"/>
                <a:gd name="connsiteY122" fmla="*/ 273930 h 514950"/>
                <a:gd name="connsiteX123" fmla="*/ 1199231 w 2915191"/>
                <a:gd name="connsiteY123" fmla="*/ 267508 h 514950"/>
                <a:gd name="connsiteX124" fmla="*/ 1208975 w 2915191"/>
                <a:gd name="connsiteY124" fmla="*/ 277699 h 514950"/>
                <a:gd name="connsiteX125" fmla="*/ 1218719 w 2915191"/>
                <a:gd name="connsiteY125" fmla="*/ 275360 h 514950"/>
                <a:gd name="connsiteX126" fmla="*/ 1228478 w 2915191"/>
                <a:gd name="connsiteY126" fmla="*/ 293671 h 514950"/>
                <a:gd name="connsiteX127" fmla="*/ 1238222 w 2915191"/>
                <a:gd name="connsiteY127" fmla="*/ 274541 h 514950"/>
                <a:gd name="connsiteX128" fmla="*/ 1247966 w 2915191"/>
                <a:gd name="connsiteY128" fmla="*/ 245175 h 514950"/>
                <a:gd name="connsiteX129" fmla="*/ 1257725 w 2915191"/>
                <a:gd name="connsiteY129" fmla="*/ 227683 h 514950"/>
                <a:gd name="connsiteX130" fmla="*/ 1267469 w 2915191"/>
                <a:gd name="connsiteY130" fmla="*/ 189184 h 514950"/>
                <a:gd name="connsiteX131" fmla="*/ 1277227 w 2915191"/>
                <a:gd name="connsiteY131" fmla="*/ 222990 h 514950"/>
                <a:gd name="connsiteX132" fmla="*/ 1286971 w 2915191"/>
                <a:gd name="connsiteY132" fmla="*/ 222379 h 514950"/>
                <a:gd name="connsiteX133" fmla="*/ 1296715 w 2915191"/>
                <a:gd name="connsiteY133" fmla="*/ 215987 h 514950"/>
                <a:gd name="connsiteX134" fmla="*/ 1306474 w 2915191"/>
                <a:gd name="connsiteY134" fmla="*/ 199316 h 514950"/>
                <a:gd name="connsiteX135" fmla="*/ 1316218 w 2915191"/>
                <a:gd name="connsiteY135" fmla="*/ 188141 h 514950"/>
                <a:gd name="connsiteX136" fmla="*/ 1325977 w 2915191"/>
                <a:gd name="connsiteY136" fmla="*/ 180677 h 514950"/>
                <a:gd name="connsiteX137" fmla="*/ 1335721 w 2915191"/>
                <a:gd name="connsiteY137" fmla="*/ 156956 h 514950"/>
                <a:gd name="connsiteX138" fmla="*/ 1345465 w 2915191"/>
                <a:gd name="connsiteY138" fmla="*/ 173466 h 514950"/>
                <a:gd name="connsiteX139" fmla="*/ 1355224 w 2915191"/>
                <a:gd name="connsiteY139" fmla="*/ 172080 h 514950"/>
                <a:gd name="connsiteX140" fmla="*/ 1364967 w 2915191"/>
                <a:gd name="connsiteY140" fmla="*/ 208970 h 514950"/>
                <a:gd name="connsiteX141" fmla="*/ 1374726 w 2915191"/>
                <a:gd name="connsiteY141" fmla="*/ 177474 h 514950"/>
                <a:gd name="connsiteX142" fmla="*/ 1384470 w 2915191"/>
                <a:gd name="connsiteY142" fmla="*/ 164392 h 514950"/>
                <a:gd name="connsiteX143" fmla="*/ 1394214 w 2915191"/>
                <a:gd name="connsiteY143" fmla="*/ 197826 h 514950"/>
                <a:gd name="connsiteX144" fmla="*/ 1403973 w 2915191"/>
                <a:gd name="connsiteY144" fmla="*/ 194190 h 514950"/>
                <a:gd name="connsiteX145" fmla="*/ 1413717 w 2915191"/>
                <a:gd name="connsiteY145" fmla="*/ 201893 h 514950"/>
                <a:gd name="connsiteX146" fmla="*/ 1423476 w 2915191"/>
                <a:gd name="connsiteY146" fmla="*/ 225225 h 514950"/>
                <a:gd name="connsiteX147" fmla="*/ 1433220 w 2915191"/>
                <a:gd name="connsiteY147" fmla="*/ 225940 h 514950"/>
                <a:gd name="connsiteX148" fmla="*/ 1442964 w 2915191"/>
                <a:gd name="connsiteY148" fmla="*/ 241584 h 514950"/>
                <a:gd name="connsiteX149" fmla="*/ 1452722 w 2915191"/>
                <a:gd name="connsiteY149" fmla="*/ 225538 h 514950"/>
                <a:gd name="connsiteX150" fmla="*/ 1462466 w 2915191"/>
                <a:gd name="connsiteY150" fmla="*/ 230529 h 514950"/>
                <a:gd name="connsiteX151" fmla="*/ 1472225 w 2915191"/>
                <a:gd name="connsiteY151" fmla="*/ 274898 h 514950"/>
                <a:gd name="connsiteX152" fmla="*/ 1481969 w 2915191"/>
                <a:gd name="connsiteY152" fmla="*/ 303891 h 514950"/>
                <a:gd name="connsiteX153" fmla="*/ 1491713 w 2915191"/>
                <a:gd name="connsiteY153" fmla="*/ 316585 h 514950"/>
                <a:gd name="connsiteX154" fmla="*/ 1501472 w 2915191"/>
                <a:gd name="connsiteY154" fmla="*/ 293030 h 514950"/>
                <a:gd name="connsiteX155" fmla="*/ 1511216 w 2915191"/>
                <a:gd name="connsiteY155" fmla="*/ 296591 h 514950"/>
                <a:gd name="connsiteX156" fmla="*/ 1520960 w 2915191"/>
                <a:gd name="connsiteY156" fmla="*/ 266346 h 514950"/>
                <a:gd name="connsiteX157" fmla="*/ 1530719 w 2915191"/>
                <a:gd name="connsiteY157" fmla="*/ 273632 h 514950"/>
                <a:gd name="connsiteX158" fmla="*/ 1540463 w 2915191"/>
                <a:gd name="connsiteY158" fmla="*/ 286892 h 514950"/>
                <a:gd name="connsiteX159" fmla="*/ 1550221 w 2915191"/>
                <a:gd name="connsiteY159" fmla="*/ 303653 h 514950"/>
                <a:gd name="connsiteX160" fmla="*/ 1559965 w 2915191"/>
                <a:gd name="connsiteY160" fmla="*/ 298394 h 514950"/>
                <a:gd name="connsiteX161" fmla="*/ 1569709 w 2915191"/>
                <a:gd name="connsiteY161" fmla="*/ 336699 h 514950"/>
                <a:gd name="connsiteX162" fmla="*/ 1579468 w 2915191"/>
                <a:gd name="connsiteY162" fmla="*/ 328683 h 514950"/>
                <a:gd name="connsiteX163" fmla="*/ 1589212 w 2915191"/>
                <a:gd name="connsiteY163" fmla="*/ 367436 h 514950"/>
                <a:gd name="connsiteX164" fmla="*/ 1598971 w 2915191"/>
                <a:gd name="connsiteY164" fmla="*/ 359673 h 514950"/>
                <a:gd name="connsiteX165" fmla="*/ 1608715 w 2915191"/>
                <a:gd name="connsiteY165" fmla="*/ 356738 h 514950"/>
                <a:gd name="connsiteX166" fmla="*/ 1618459 w 2915191"/>
                <a:gd name="connsiteY166" fmla="*/ 325048 h 514950"/>
                <a:gd name="connsiteX167" fmla="*/ 1628218 w 2915191"/>
                <a:gd name="connsiteY167" fmla="*/ 328311 h 514950"/>
                <a:gd name="connsiteX168" fmla="*/ 1637962 w 2915191"/>
                <a:gd name="connsiteY168" fmla="*/ 348946 h 514950"/>
                <a:gd name="connsiteX169" fmla="*/ 1647720 w 2915191"/>
                <a:gd name="connsiteY169" fmla="*/ 344983 h 514950"/>
                <a:gd name="connsiteX170" fmla="*/ 1657464 w 2915191"/>
                <a:gd name="connsiteY170" fmla="*/ 327819 h 514950"/>
                <a:gd name="connsiteX171" fmla="*/ 1667208 w 2915191"/>
                <a:gd name="connsiteY171" fmla="*/ 312667 h 514950"/>
                <a:gd name="connsiteX172" fmla="*/ 1676967 w 2915191"/>
                <a:gd name="connsiteY172" fmla="*/ 339828 h 514950"/>
                <a:gd name="connsiteX173" fmla="*/ 1686711 w 2915191"/>
                <a:gd name="connsiteY173" fmla="*/ 362891 h 514950"/>
                <a:gd name="connsiteX174" fmla="*/ 1696470 w 2915191"/>
                <a:gd name="connsiteY174" fmla="*/ 334762 h 514950"/>
                <a:gd name="connsiteX175" fmla="*/ 1706214 w 2915191"/>
                <a:gd name="connsiteY175" fmla="*/ 312473 h 514950"/>
                <a:gd name="connsiteX176" fmla="*/ 1715958 w 2915191"/>
                <a:gd name="connsiteY176" fmla="*/ 319878 h 514950"/>
                <a:gd name="connsiteX177" fmla="*/ 1725716 w 2915191"/>
                <a:gd name="connsiteY177" fmla="*/ 328832 h 514950"/>
                <a:gd name="connsiteX178" fmla="*/ 1735460 w 2915191"/>
                <a:gd name="connsiteY178" fmla="*/ 351404 h 514950"/>
                <a:gd name="connsiteX179" fmla="*/ 1745219 w 2915191"/>
                <a:gd name="connsiteY179" fmla="*/ 344029 h 514950"/>
                <a:gd name="connsiteX180" fmla="*/ 1754963 w 2915191"/>
                <a:gd name="connsiteY180" fmla="*/ 369790 h 514950"/>
                <a:gd name="connsiteX181" fmla="*/ 1764707 w 2915191"/>
                <a:gd name="connsiteY181" fmla="*/ 410568 h 514950"/>
                <a:gd name="connsiteX182" fmla="*/ 1774466 w 2915191"/>
                <a:gd name="connsiteY182" fmla="*/ 364426 h 514950"/>
                <a:gd name="connsiteX183" fmla="*/ 1784210 w 2915191"/>
                <a:gd name="connsiteY183" fmla="*/ 390038 h 514950"/>
                <a:gd name="connsiteX184" fmla="*/ 1793969 w 2915191"/>
                <a:gd name="connsiteY184" fmla="*/ 385866 h 514950"/>
                <a:gd name="connsiteX185" fmla="*/ 1803713 w 2915191"/>
                <a:gd name="connsiteY185" fmla="*/ 377492 h 514950"/>
                <a:gd name="connsiteX186" fmla="*/ 1813457 w 2915191"/>
                <a:gd name="connsiteY186" fmla="*/ 383720 h 514950"/>
                <a:gd name="connsiteX187" fmla="*/ 1823215 w 2915191"/>
                <a:gd name="connsiteY187" fmla="*/ 366870 h 514950"/>
                <a:gd name="connsiteX188" fmla="*/ 1832959 w 2915191"/>
                <a:gd name="connsiteY188" fmla="*/ 352149 h 514950"/>
                <a:gd name="connsiteX189" fmla="*/ 1842703 w 2915191"/>
                <a:gd name="connsiteY189" fmla="*/ 375526 h 514950"/>
                <a:gd name="connsiteX190" fmla="*/ 1852462 w 2915191"/>
                <a:gd name="connsiteY190" fmla="*/ 387147 h 514950"/>
                <a:gd name="connsiteX191" fmla="*/ 1862206 w 2915191"/>
                <a:gd name="connsiteY191" fmla="*/ 372308 h 514950"/>
                <a:gd name="connsiteX192" fmla="*/ 1871965 w 2915191"/>
                <a:gd name="connsiteY192" fmla="*/ 386268 h 514950"/>
                <a:gd name="connsiteX193" fmla="*/ 1881709 w 2915191"/>
                <a:gd name="connsiteY193" fmla="*/ 419895 h 514950"/>
                <a:gd name="connsiteX194" fmla="*/ 1891453 w 2915191"/>
                <a:gd name="connsiteY194" fmla="*/ 452837 h 514950"/>
                <a:gd name="connsiteX195" fmla="*/ 1901212 w 2915191"/>
                <a:gd name="connsiteY195" fmla="*/ 450259 h 514950"/>
                <a:gd name="connsiteX196" fmla="*/ 1910956 w 2915191"/>
                <a:gd name="connsiteY196" fmla="*/ 451257 h 514950"/>
                <a:gd name="connsiteX197" fmla="*/ 1920714 w 2915191"/>
                <a:gd name="connsiteY197" fmla="*/ 423918 h 514950"/>
                <a:gd name="connsiteX198" fmla="*/ 1930458 w 2915191"/>
                <a:gd name="connsiteY198" fmla="*/ 442035 h 514950"/>
                <a:gd name="connsiteX199" fmla="*/ 1940202 w 2915191"/>
                <a:gd name="connsiteY199" fmla="*/ 453403 h 514950"/>
                <a:gd name="connsiteX200" fmla="*/ 1949961 w 2915191"/>
                <a:gd name="connsiteY200" fmla="*/ 475930 h 514950"/>
                <a:gd name="connsiteX201" fmla="*/ 1959705 w 2915191"/>
                <a:gd name="connsiteY201" fmla="*/ 478046 h 514950"/>
                <a:gd name="connsiteX202" fmla="*/ 1969464 w 2915191"/>
                <a:gd name="connsiteY202" fmla="*/ 514355 h 514950"/>
                <a:gd name="connsiteX203" fmla="*/ 1979208 w 2915191"/>
                <a:gd name="connsiteY203" fmla="*/ 514951 h 514950"/>
                <a:gd name="connsiteX204" fmla="*/ 1988952 w 2915191"/>
                <a:gd name="connsiteY204" fmla="*/ 501452 h 514950"/>
                <a:gd name="connsiteX205" fmla="*/ 1998711 w 2915191"/>
                <a:gd name="connsiteY205" fmla="*/ 466156 h 514950"/>
                <a:gd name="connsiteX206" fmla="*/ 2008454 w 2915191"/>
                <a:gd name="connsiteY206" fmla="*/ 467363 h 514950"/>
                <a:gd name="connsiteX207" fmla="*/ 2018213 w 2915191"/>
                <a:gd name="connsiteY207" fmla="*/ 458066 h 514950"/>
                <a:gd name="connsiteX208" fmla="*/ 2027957 w 2915191"/>
                <a:gd name="connsiteY208" fmla="*/ 450632 h 514950"/>
                <a:gd name="connsiteX209" fmla="*/ 2037701 w 2915191"/>
                <a:gd name="connsiteY209" fmla="*/ 437014 h 514950"/>
                <a:gd name="connsiteX210" fmla="*/ 2047460 w 2915191"/>
                <a:gd name="connsiteY210" fmla="*/ 449112 h 514950"/>
                <a:gd name="connsiteX211" fmla="*/ 2057204 w 2915191"/>
                <a:gd name="connsiteY211" fmla="*/ 410673 h 514950"/>
                <a:gd name="connsiteX212" fmla="*/ 2066963 w 2915191"/>
                <a:gd name="connsiteY212" fmla="*/ 409570 h 514950"/>
                <a:gd name="connsiteX213" fmla="*/ 2076707 w 2915191"/>
                <a:gd name="connsiteY213" fmla="*/ 367391 h 514950"/>
                <a:gd name="connsiteX214" fmla="*/ 2086451 w 2915191"/>
                <a:gd name="connsiteY214" fmla="*/ 402776 h 514950"/>
                <a:gd name="connsiteX215" fmla="*/ 2096210 w 2915191"/>
                <a:gd name="connsiteY215" fmla="*/ 418167 h 514950"/>
                <a:gd name="connsiteX216" fmla="*/ 2105954 w 2915191"/>
                <a:gd name="connsiteY216" fmla="*/ 403178 h 514950"/>
                <a:gd name="connsiteX217" fmla="*/ 2115697 w 2915191"/>
                <a:gd name="connsiteY217" fmla="*/ 404758 h 514950"/>
                <a:gd name="connsiteX218" fmla="*/ 2125456 w 2915191"/>
                <a:gd name="connsiteY218" fmla="*/ 401822 h 514950"/>
                <a:gd name="connsiteX219" fmla="*/ 2135200 w 2915191"/>
                <a:gd name="connsiteY219" fmla="*/ 403685 h 514950"/>
                <a:gd name="connsiteX220" fmla="*/ 2144959 w 2915191"/>
                <a:gd name="connsiteY220" fmla="*/ 424067 h 514950"/>
                <a:gd name="connsiteX221" fmla="*/ 2154703 w 2915191"/>
                <a:gd name="connsiteY221" fmla="*/ 411552 h 514950"/>
                <a:gd name="connsiteX222" fmla="*/ 2164447 w 2915191"/>
                <a:gd name="connsiteY222" fmla="*/ 418852 h 514950"/>
                <a:gd name="connsiteX223" fmla="*/ 2174206 w 2915191"/>
                <a:gd name="connsiteY223" fmla="*/ 425154 h 514950"/>
                <a:gd name="connsiteX224" fmla="*/ 2183950 w 2915191"/>
                <a:gd name="connsiteY224" fmla="*/ 368762 h 514950"/>
                <a:gd name="connsiteX225" fmla="*/ 2193709 w 2915191"/>
                <a:gd name="connsiteY225" fmla="*/ 348827 h 514950"/>
                <a:gd name="connsiteX226" fmla="*/ 2203452 w 2915191"/>
                <a:gd name="connsiteY226" fmla="*/ 351255 h 514950"/>
                <a:gd name="connsiteX227" fmla="*/ 2213196 w 2915191"/>
                <a:gd name="connsiteY227" fmla="*/ 309270 h 514950"/>
                <a:gd name="connsiteX228" fmla="*/ 2222955 w 2915191"/>
                <a:gd name="connsiteY228" fmla="*/ 329205 h 514950"/>
                <a:gd name="connsiteX229" fmla="*/ 2232699 w 2915191"/>
                <a:gd name="connsiteY229" fmla="*/ 316839 h 514950"/>
                <a:gd name="connsiteX230" fmla="*/ 2242458 w 2915191"/>
                <a:gd name="connsiteY230" fmla="*/ 280619 h 514950"/>
                <a:gd name="connsiteX231" fmla="*/ 2252202 w 2915191"/>
                <a:gd name="connsiteY231" fmla="*/ 266555 h 514950"/>
                <a:gd name="connsiteX232" fmla="*/ 2261946 w 2915191"/>
                <a:gd name="connsiteY232" fmla="*/ 258912 h 514950"/>
                <a:gd name="connsiteX233" fmla="*/ 2271705 w 2915191"/>
                <a:gd name="connsiteY233" fmla="*/ 233896 h 514950"/>
                <a:gd name="connsiteX234" fmla="*/ 2281449 w 2915191"/>
                <a:gd name="connsiteY234" fmla="*/ 228339 h 514950"/>
                <a:gd name="connsiteX235" fmla="*/ 2291208 w 2915191"/>
                <a:gd name="connsiteY235" fmla="*/ 204024 h 514950"/>
                <a:gd name="connsiteX236" fmla="*/ 2300951 w 2915191"/>
                <a:gd name="connsiteY236" fmla="*/ 187963 h 514950"/>
                <a:gd name="connsiteX237" fmla="*/ 2310695 w 2915191"/>
                <a:gd name="connsiteY237" fmla="*/ 219250 h 514950"/>
                <a:gd name="connsiteX238" fmla="*/ 2320454 w 2915191"/>
                <a:gd name="connsiteY238" fmla="*/ 221411 h 514950"/>
                <a:gd name="connsiteX239" fmla="*/ 2330198 w 2915191"/>
                <a:gd name="connsiteY239" fmla="*/ 240109 h 514950"/>
                <a:gd name="connsiteX240" fmla="*/ 2339957 w 2915191"/>
                <a:gd name="connsiteY240" fmla="*/ 224346 h 514950"/>
                <a:gd name="connsiteX241" fmla="*/ 2349701 w 2915191"/>
                <a:gd name="connsiteY241" fmla="*/ 241316 h 514950"/>
                <a:gd name="connsiteX242" fmla="*/ 2359445 w 2915191"/>
                <a:gd name="connsiteY242" fmla="*/ 243610 h 514950"/>
                <a:gd name="connsiteX243" fmla="*/ 2369204 w 2915191"/>
                <a:gd name="connsiteY243" fmla="*/ 240526 h 514950"/>
                <a:gd name="connsiteX244" fmla="*/ 2378948 w 2915191"/>
                <a:gd name="connsiteY244" fmla="*/ 245905 h 514950"/>
                <a:gd name="connsiteX245" fmla="*/ 2388692 w 2915191"/>
                <a:gd name="connsiteY245" fmla="*/ 232749 h 514950"/>
                <a:gd name="connsiteX246" fmla="*/ 2398450 w 2915191"/>
                <a:gd name="connsiteY246" fmla="*/ 233375 h 514950"/>
                <a:gd name="connsiteX247" fmla="*/ 2408194 w 2915191"/>
                <a:gd name="connsiteY247" fmla="*/ 216390 h 514950"/>
                <a:gd name="connsiteX248" fmla="*/ 2417953 w 2915191"/>
                <a:gd name="connsiteY248" fmla="*/ 205245 h 514950"/>
                <a:gd name="connsiteX249" fmla="*/ 2427697 w 2915191"/>
                <a:gd name="connsiteY249" fmla="*/ 226253 h 514950"/>
                <a:gd name="connsiteX250" fmla="*/ 2437441 w 2915191"/>
                <a:gd name="connsiteY250" fmla="*/ 197006 h 514950"/>
                <a:gd name="connsiteX251" fmla="*/ 2447200 w 2915191"/>
                <a:gd name="connsiteY251" fmla="*/ 196440 h 514950"/>
                <a:gd name="connsiteX252" fmla="*/ 2456944 w 2915191"/>
                <a:gd name="connsiteY252" fmla="*/ 194146 h 514950"/>
                <a:gd name="connsiteX253" fmla="*/ 2466703 w 2915191"/>
                <a:gd name="connsiteY253" fmla="*/ 195516 h 514950"/>
                <a:gd name="connsiteX254" fmla="*/ 2476446 w 2915191"/>
                <a:gd name="connsiteY254" fmla="*/ 206810 h 514950"/>
                <a:gd name="connsiteX255" fmla="*/ 2486190 w 2915191"/>
                <a:gd name="connsiteY255" fmla="*/ 176371 h 514950"/>
                <a:gd name="connsiteX256" fmla="*/ 2495949 w 2915191"/>
                <a:gd name="connsiteY256" fmla="*/ 184238 h 514950"/>
                <a:gd name="connsiteX257" fmla="*/ 2505693 w 2915191"/>
                <a:gd name="connsiteY257" fmla="*/ 234328 h 514950"/>
                <a:gd name="connsiteX258" fmla="*/ 2515452 w 2915191"/>
                <a:gd name="connsiteY258" fmla="*/ 238053 h 514950"/>
                <a:gd name="connsiteX259" fmla="*/ 2525196 w 2915191"/>
                <a:gd name="connsiteY259" fmla="*/ 271620 h 514950"/>
                <a:gd name="connsiteX260" fmla="*/ 2534940 w 2915191"/>
                <a:gd name="connsiteY260" fmla="*/ 267598 h 514950"/>
                <a:gd name="connsiteX261" fmla="*/ 2544699 w 2915191"/>
                <a:gd name="connsiteY261" fmla="*/ 273274 h 514950"/>
                <a:gd name="connsiteX262" fmla="*/ 2554443 w 2915191"/>
                <a:gd name="connsiteY262" fmla="*/ 266212 h 514950"/>
                <a:gd name="connsiteX263" fmla="*/ 2564202 w 2915191"/>
                <a:gd name="connsiteY263" fmla="*/ 305665 h 514950"/>
                <a:gd name="connsiteX264" fmla="*/ 2573946 w 2915191"/>
                <a:gd name="connsiteY264" fmla="*/ 277252 h 514950"/>
                <a:gd name="connsiteX265" fmla="*/ 2583690 w 2915191"/>
                <a:gd name="connsiteY265" fmla="*/ 267136 h 514950"/>
                <a:gd name="connsiteX266" fmla="*/ 2593448 w 2915191"/>
                <a:gd name="connsiteY266" fmla="*/ 275628 h 514950"/>
                <a:gd name="connsiteX267" fmla="*/ 2603192 w 2915191"/>
                <a:gd name="connsiteY267" fmla="*/ 257928 h 514950"/>
                <a:gd name="connsiteX268" fmla="*/ 2612951 w 2915191"/>
                <a:gd name="connsiteY268" fmla="*/ 307154 h 514950"/>
                <a:gd name="connsiteX269" fmla="*/ 2622695 w 2915191"/>
                <a:gd name="connsiteY269" fmla="*/ 330829 h 514950"/>
                <a:gd name="connsiteX270" fmla="*/ 2632439 w 2915191"/>
                <a:gd name="connsiteY270" fmla="*/ 323379 h 514950"/>
                <a:gd name="connsiteX271" fmla="*/ 2642198 w 2915191"/>
                <a:gd name="connsiteY271" fmla="*/ 343523 h 514950"/>
                <a:gd name="connsiteX272" fmla="*/ 2651942 w 2915191"/>
                <a:gd name="connsiteY272" fmla="*/ 356321 h 514950"/>
                <a:gd name="connsiteX273" fmla="*/ 2661685 w 2915191"/>
                <a:gd name="connsiteY273" fmla="*/ 336490 h 514950"/>
                <a:gd name="connsiteX274" fmla="*/ 2671444 w 2915191"/>
                <a:gd name="connsiteY274" fmla="*/ 341869 h 514950"/>
                <a:gd name="connsiteX275" fmla="*/ 2681188 w 2915191"/>
                <a:gd name="connsiteY275" fmla="*/ 347814 h 514950"/>
                <a:gd name="connsiteX276" fmla="*/ 2690947 w 2915191"/>
                <a:gd name="connsiteY276" fmla="*/ 346830 h 514950"/>
                <a:gd name="connsiteX277" fmla="*/ 2700691 w 2915191"/>
                <a:gd name="connsiteY277" fmla="*/ 351583 h 514950"/>
                <a:gd name="connsiteX278" fmla="*/ 2710435 w 2915191"/>
                <a:gd name="connsiteY278" fmla="*/ 366631 h 514950"/>
                <a:gd name="connsiteX279" fmla="*/ 2720194 w 2915191"/>
                <a:gd name="connsiteY279" fmla="*/ 386596 h 514950"/>
                <a:gd name="connsiteX280" fmla="*/ 2729938 w 2915191"/>
                <a:gd name="connsiteY280" fmla="*/ 382856 h 514950"/>
                <a:gd name="connsiteX281" fmla="*/ 2739697 w 2915191"/>
                <a:gd name="connsiteY281" fmla="*/ 373798 h 514950"/>
                <a:gd name="connsiteX282" fmla="*/ 2749441 w 2915191"/>
                <a:gd name="connsiteY282" fmla="*/ 342301 h 514950"/>
                <a:gd name="connsiteX283" fmla="*/ 2759185 w 2915191"/>
                <a:gd name="connsiteY283" fmla="*/ 359658 h 514950"/>
                <a:gd name="connsiteX284" fmla="*/ 2768943 w 2915191"/>
                <a:gd name="connsiteY284" fmla="*/ 345534 h 514950"/>
                <a:gd name="connsiteX285" fmla="*/ 2778687 w 2915191"/>
                <a:gd name="connsiteY285" fmla="*/ 344432 h 514950"/>
                <a:gd name="connsiteX286" fmla="*/ 2788446 w 2915191"/>
                <a:gd name="connsiteY286" fmla="*/ 336938 h 514950"/>
                <a:gd name="connsiteX287" fmla="*/ 2798190 w 2915191"/>
                <a:gd name="connsiteY287" fmla="*/ 326493 h 514950"/>
                <a:gd name="connsiteX288" fmla="*/ 2807934 w 2915191"/>
                <a:gd name="connsiteY288" fmla="*/ 322709 h 514950"/>
                <a:gd name="connsiteX289" fmla="*/ 2817693 w 2915191"/>
                <a:gd name="connsiteY289" fmla="*/ 328341 h 514950"/>
                <a:gd name="connsiteX290" fmla="*/ 2827437 w 2915191"/>
                <a:gd name="connsiteY290" fmla="*/ 322247 h 514950"/>
                <a:gd name="connsiteX291" fmla="*/ 2837196 w 2915191"/>
                <a:gd name="connsiteY291" fmla="*/ 306767 h 514950"/>
                <a:gd name="connsiteX292" fmla="*/ 2846940 w 2915191"/>
                <a:gd name="connsiteY292" fmla="*/ 286028 h 514950"/>
                <a:gd name="connsiteX293" fmla="*/ 2856684 w 2915191"/>
                <a:gd name="connsiteY293" fmla="*/ 302461 h 514950"/>
                <a:gd name="connsiteX294" fmla="*/ 2866442 w 2915191"/>
                <a:gd name="connsiteY294" fmla="*/ 251239 h 514950"/>
                <a:gd name="connsiteX295" fmla="*/ 2876186 w 2915191"/>
                <a:gd name="connsiteY295" fmla="*/ 278980 h 514950"/>
                <a:gd name="connsiteX296" fmla="*/ 2885945 w 2915191"/>
                <a:gd name="connsiteY296" fmla="*/ 311386 h 514950"/>
                <a:gd name="connsiteX297" fmla="*/ 2895689 w 2915191"/>
                <a:gd name="connsiteY297" fmla="*/ 315200 h 514950"/>
                <a:gd name="connsiteX298" fmla="*/ 2905433 w 2915191"/>
                <a:gd name="connsiteY298" fmla="*/ 311222 h 514950"/>
                <a:gd name="connsiteX299" fmla="*/ 2915192 w 2915191"/>
                <a:gd name="connsiteY299" fmla="*/ 295429 h 514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14950">
                  <a:moveTo>
                    <a:pt x="0" y="117849"/>
                  </a:moveTo>
                  <a:lnTo>
                    <a:pt x="9750" y="111671"/>
                  </a:lnTo>
                  <a:lnTo>
                    <a:pt x="19500" y="105480"/>
                  </a:lnTo>
                  <a:lnTo>
                    <a:pt x="29250" y="98154"/>
                  </a:lnTo>
                  <a:lnTo>
                    <a:pt x="39000" y="85438"/>
                  </a:lnTo>
                  <a:lnTo>
                    <a:pt x="48749" y="88627"/>
                  </a:lnTo>
                  <a:lnTo>
                    <a:pt x="58499" y="131551"/>
                  </a:lnTo>
                  <a:lnTo>
                    <a:pt x="68249" y="157893"/>
                  </a:lnTo>
                  <a:lnTo>
                    <a:pt x="77998" y="162679"/>
                  </a:lnTo>
                  <a:lnTo>
                    <a:pt x="87748" y="192432"/>
                  </a:lnTo>
                  <a:lnTo>
                    <a:pt x="97497" y="217373"/>
                  </a:lnTo>
                  <a:lnTo>
                    <a:pt x="107247" y="192194"/>
                  </a:lnTo>
                  <a:lnTo>
                    <a:pt x="116997" y="203890"/>
                  </a:lnTo>
                  <a:lnTo>
                    <a:pt x="126747" y="220681"/>
                  </a:lnTo>
                  <a:lnTo>
                    <a:pt x="136497" y="188559"/>
                  </a:lnTo>
                  <a:lnTo>
                    <a:pt x="146247" y="230410"/>
                  </a:lnTo>
                  <a:lnTo>
                    <a:pt x="155997" y="235937"/>
                  </a:lnTo>
                  <a:lnTo>
                    <a:pt x="165747" y="277282"/>
                  </a:lnTo>
                  <a:lnTo>
                    <a:pt x="175497" y="301627"/>
                  </a:lnTo>
                  <a:lnTo>
                    <a:pt x="185247" y="306514"/>
                  </a:lnTo>
                  <a:lnTo>
                    <a:pt x="194996" y="296472"/>
                  </a:lnTo>
                  <a:lnTo>
                    <a:pt x="204746" y="305262"/>
                  </a:lnTo>
                  <a:lnTo>
                    <a:pt x="214495" y="301627"/>
                  </a:lnTo>
                  <a:lnTo>
                    <a:pt x="224245" y="334375"/>
                  </a:lnTo>
                  <a:lnTo>
                    <a:pt x="233995" y="326955"/>
                  </a:lnTo>
                  <a:lnTo>
                    <a:pt x="243744" y="303519"/>
                  </a:lnTo>
                  <a:lnTo>
                    <a:pt x="253494" y="309568"/>
                  </a:lnTo>
                  <a:lnTo>
                    <a:pt x="263244" y="301686"/>
                  </a:lnTo>
                  <a:lnTo>
                    <a:pt x="272994" y="290482"/>
                  </a:lnTo>
                  <a:lnTo>
                    <a:pt x="282744" y="299377"/>
                  </a:lnTo>
                  <a:lnTo>
                    <a:pt x="292494" y="271010"/>
                  </a:lnTo>
                  <a:lnTo>
                    <a:pt x="302244" y="261072"/>
                  </a:lnTo>
                  <a:lnTo>
                    <a:pt x="311994" y="257556"/>
                  </a:lnTo>
                  <a:lnTo>
                    <a:pt x="321744" y="256245"/>
                  </a:lnTo>
                  <a:lnTo>
                    <a:pt x="331493" y="297485"/>
                  </a:lnTo>
                  <a:lnTo>
                    <a:pt x="341243" y="306186"/>
                  </a:lnTo>
                  <a:lnTo>
                    <a:pt x="350993" y="288441"/>
                  </a:lnTo>
                  <a:lnTo>
                    <a:pt x="360742" y="292166"/>
                  </a:lnTo>
                  <a:lnTo>
                    <a:pt x="370492" y="271606"/>
                  </a:lnTo>
                  <a:lnTo>
                    <a:pt x="380241" y="261802"/>
                  </a:lnTo>
                  <a:lnTo>
                    <a:pt x="389991" y="273051"/>
                  </a:lnTo>
                  <a:lnTo>
                    <a:pt x="399741" y="234269"/>
                  </a:lnTo>
                  <a:lnTo>
                    <a:pt x="409491" y="203353"/>
                  </a:lnTo>
                  <a:lnTo>
                    <a:pt x="419241" y="198988"/>
                  </a:lnTo>
                  <a:lnTo>
                    <a:pt x="428991" y="184446"/>
                  </a:lnTo>
                  <a:lnTo>
                    <a:pt x="438741" y="148404"/>
                  </a:lnTo>
                  <a:lnTo>
                    <a:pt x="448491" y="146552"/>
                  </a:lnTo>
                  <a:lnTo>
                    <a:pt x="458241" y="112075"/>
                  </a:lnTo>
                  <a:lnTo>
                    <a:pt x="467991" y="107942"/>
                  </a:lnTo>
                  <a:lnTo>
                    <a:pt x="477740" y="113350"/>
                  </a:lnTo>
                  <a:lnTo>
                    <a:pt x="487490" y="66765"/>
                  </a:lnTo>
                  <a:lnTo>
                    <a:pt x="497239" y="102152"/>
                  </a:lnTo>
                  <a:lnTo>
                    <a:pt x="506989" y="72862"/>
                  </a:lnTo>
                  <a:lnTo>
                    <a:pt x="516738" y="64837"/>
                  </a:lnTo>
                  <a:lnTo>
                    <a:pt x="526488" y="44943"/>
                  </a:lnTo>
                  <a:lnTo>
                    <a:pt x="536238" y="39311"/>
                  </a:lnTo>
                  <a:lnTo>
                    <a:pt x="545988" y="46653"/>
                  </a:lnTo>
                  <a:lnTo>
                    <a:pt x="555738" y="51068"/>
                  </a:lnTo>
                  <a:lnTo>
                    <a:pt x="565488" y="100361"/>
                  </a:lnTo>
                  <a:lnTo>
                    <a:pt x="575238" y="80486"/>
                  </a:lnTo>
                  <a:lnTo>
                    <a:pt x="584988" y="49544"/>
                  </a:lnTo>
                  <a:lnTo>
                    <a:pt x="594738" y="28414"/>
                  </a:lnTo>
                  <a:lnTo>
                    <a:pt x="604488" y="24577"/>
                  </a:lnTo>
                  <a:lnTo>
                    <a:pt x="614237" y="61919"/>
                  </a:lnTo>
                  <a:lnTo>
                    <a:pt x="623987" y="40397"/>
                  </a:lnTo>
                  <a:lnTo>
                    <a:pt x="633736" y="43770"/>
                  </a:lnTo>
                  <a:lnTo>
                    <a:pt x="643486" y="17838"/>
                  </a:lnTo>
                  <a:lnTo>
                    <a:pt x="653236" y="8881"/>
                  </a:lnTo>
                  <a:lnTo>
                    <a:pt x="662985" y="0"/>
                  </a:lnTo>
                  <a:lnTo>
                    <a:pt x="672735" y="13265"/>
                  </a:lnTo>
                  <a:lnTo>
                    <a:pt x="682485" y="14467"/>
                  </a:lnTo>
                  <a:lnTo>
                    <a:pt x="692235" y="17381"/>
                  </a:lnTo>
                  <a:lnTo>
                    <a:pt x="701985" y="7816"/>
                  </a:lnTo>
                  <a:lnTo>
                    <a:pt x="711735" y="34390"/>
                  </a:lnTo>
                  <a:lnTo>
                    <a:pt x="721485" y="62714"/>
                  </a:lnTo>
                  <a:lnTo>
                    <a:pt x="731235" y="81405"/>
                  </a:lnTo>
                  <a:lnTo>
                    <a:pt x="740985" y="59490"/>
                  </a:lnTo>
                  <a:lnTo>
                    <a:pt x="750734" y="55231"/>
                  </a:lnTo>
                  <a:lnTo>
                    <a:pt x="760484" y="38061"/>
                  </a:lnTo>
                  <a:lnTo>
                    <a:pt x="770233" y="46118"/>
                  </a:lnTo>
                  <a:lnTo>
                    <a:pt x="779983" y="28009"/>
                  </a:lnTo>
                  <a:lnTo>
                    <a:pt x="789733" y="13820"/>
                  </a:lnTo>
                  <a:lnTo>
                    <a:pt x="799482" y="39862"/>
                  </a:lnTo>
                  <a:lnTo>
                    <a:pt x="809232" y="21669"/>
                  </a:lnTo>
                  <a:lnTo>
                    <a:pt x="818982" y="26797"/>
                  </a:lnTo>
                  <a:lnTo>
                    <a:pt x="828732" y="35156"/>
                  </a:lnTo>
                  <a:lnTo>
                    <a:pt x="838482" y="32569"/>
                  </a:lnTo>
                  <a:lnTo>
                    <a:pt x="848232" y="75799"/>
                  </a:lnTo>
                  <a:lnTo>
                    <a:pt x="857982" y="76940"/>
                  </a:lnTo>
                  <a:lnTo>
                    <a:pt x="867732" y="74198"/>
                  </a:lnTo>
                  <a:lnTo>
                    <a:pt x="877482" y="74736"/>
                  </a:lnTo>
                  <a:lnTo>
                    <a:pt x="887231" y="77162"/>
                  </a:lnTo>
                  <a:lnTo>
                    <a:pt x="896981" y="53301"/>
                  </a:lnTo>
                  <a:lnTo>
                    <a:pt x="906730" y="53525"/>
                  </a:lnTo>
                  <a:lnTo>
                    <a:pt x="916480" y="61619"/>
                  </a:lnTo>
                  <a:lnTo>
                    <a:pt x="926230" y="79607"/>
                  </a:lnTo>
                  <a:lnTo>
                    <a:pt x="935979" y="102259"/>
                  </a:lnTo>
                  <a:lnTo>
                    <a:pt x="945729" y="137935"/>
                  </a:lnTo>
                  <a:lnTo>
                    <a:pt x="955479" y="120785"/>
                  </a:lnTo>
                  <a:lnTo>
                    <a:pt x="965229" y="124235"/>
                  </a:lnTo>
                  <a:lnTo>
                    <a:pt x="974979" y="107822"/>
                  </a:lnTo>
                  <a:lnTo>
                    <a:pt x="984729" y="107483"/>
                  </a:lnTo>
                  <a:lnTo>
                    <a:pt x="994474" y="116810"/>
                  </a:lnTo>
                  <a:lnTo>
                    <a:pt x="1004233" y="110531"/>
                  </a:lnTo>
                  <a:lnTo>
                    <a:pt x="1013977" y="129393"/>
                  </a:lnTo>
                  <a:lnTo>
                    <a:pt x="1023721" y="138978"/>
                  </a:lnTo>
                  <a:lnTo>
                    <a:pt x="1033480" y="166076"/>
                  </a:lnTo>
                  <a:lnTo>
                    <a:pt x="1043224" y="171276"/>
                  </a:lnTo>
                  <a:lnTo>
                    <a:pt x="1052983" y="153157"/>
                  </a:lnTo>
                  <a:lnTo>
                    <a:pt x="1062727" y="165882"/>
                  </a:lnTo>
                  <a:lnTo>
                    <a:pt x="1072471" y="172140"/>
                  </a:lnTo>
                  <a:lnTo>
                    <a:pt x="1082230" y="181839"/>
                  </a:lnTo>
                  <a:lnTo>
                    <a:pt x="1091973" y="199762"/>
                  </a:lnTo>
                  <a:lnTo>
                    <a:pt x="1101732" y="172438"/>
                  </a:lnTo>
                  <a:lnTo>
                    <a:pt x="1111476" y="177623"/>
                  </a:lnTo>
                  <a:lnTo>
                    <a:pt x="1121220" y="182629"/>
                  </a:lnTo>
                  <a:lnTo>
                    <a:pt x="1130979" y="172199"/>
                  </a:lnTo>
                  <a:lnTo>
                    <a:pt x="1140723" y="181124"/>
                  </a:lnTo>
                  <a:lnTo>
                    <a:pt x="1150482" y="203592"/>
                  </a:lnTo>
                  <a:lnTo>
                    <a:pt x="1160226" y="275226"/>
                  </a:lnTo>
                  <a:lnTo>
                    <a:pt x="1169969" y="287264"/>
                  </a:lnTo>
                  <a:lnTo>
                    <a:pt x="1179728" y="286221"/>
                  </a:lnTo>
                  <a:lnTo>
                    <a:pt x="1189472" y="273930"/>
                  </a:lnTo>
                  <a:lnTo>
                    <a:pt x="1199231" y="267508"/>
                  </a:lnTo>
                  <a:lnTo>
                    <a:pt x="1208975" y="277699"/>
                  </a:lnTo>
                  <a:lnTo>
                    <a:pt x="1218719" y="275360"/>
                  </a:lnTo>
                  <a:lnTo>
                    <a:pt x="1228478" y="293671"/>
                  </a:lnTo>
                  <a:lnTo>
                    <a:pt x="1238222" y="274541"/>
                  </a:lnTo>
                  <a:lnTo>
                    <a:pt x="1247966" y="245175"/>
                  </a:lnTo>
                  <a:lnTo>
                    <a:pt x="1257725" y="227683"/>
                  </a:lnTo>
                  <a:lnTo>
                    <a:pt x="1267469" y="189184"/>
                  </a:lnTo>
                  <a:lnTo>
                    <a:pt x="1277227" y="222990"/>
                  </a:lnTo>
                  <a:lnTo>
                    <a:pt x="1286971" y="222379"/>
                  </a:lnTo>
                  <a:lnTo>
                    <a:pt x="1296715" y="215987"/>
                  </a:lnTo>
                  <a:lnTo>
                    <a:pt x="1306474" y="199316"/>
                  </a:lnTo>
                  <a:lnTo>
                    <a:pt x="1316218" y="188141"/>
                  </a:lnTo>
                  <a:lnTo>
                    <a:pt x="1325977" y="180677"/>
                  </a:lnTo>
                  <a:lnTo>
                    <a:pt x="1335721" y="156956"/>
                  </a:lnTo>
                  <a:lnTo>
                    <a:pt x="1345465" y="173466"/>
                  </a:lnTo>
                  <a:lnTo>
                    <a:pt x="1355224" y="172080"/>
                  </a:lnTo>
                  <a:lnTo>
                    <a:pt x="1364967" y="208970"/>
                  </a:lnTo>
                  <a:lnTo>
                    <a:pt x="1374726" y="177474"/>
                  </a:lnTo>
                  <a:lnTo>
                    <a:pt x="1384470" y="164392"/>
                  </a:lnTo>
                  <a:lnTo>
                    <a:pt x="1394214" y="197826"/>
                  </a:lnTo>
                  <a:lnTo>
                    <a:pt x="1403973" y="194190"/>
                  </a:lnTo>
                  <a:lnTo>
                    <a:pt x="1413717" y="201893"/>
                  </a:lnTo>
                  <a:lnTo>
                    <a:pt x="1423476" y="225225"/>
                  </a:lnTo>
                  <a:lnTo>
                    <a:pt x="1433220" y="225940"/>
                  </a:lnTo>
                  <a:lnTo>
                    <a:pt x="1442964" y="241584"/>
                  </a:lnTo>
                  <a:lnTo>
                    <a:pt x="1452722" y="225538"/>
                  </a:lnTo>
                  <a:lnTo>
                    <a:pt x="1462466" y="230529"/>
                  </a:lnTo>
                  <a:lnTo>
                    <a:pt x="1472225" y="274898"/>
                  </a:lnTo>
                  <a:lnTo>
                    <a:pt x="1481969" y="303891"/>
                  </a:lnTo>
                  <a:lnTo>
                    <a:pt x="1491713" y="316585"/>
                  </a:lnTo>
                  <a:lnTo>
                    <a:pt x="1501472" y="293030"/>
                  </a:lnTo>
                  <a:lnTo>
                    <a:pt x="1511216" y="296591"/>
                  </a:lnTo>
                  <a:lnTo>
                    <a:pt x="1520960" y="266346"/>
                  </a:lnTo>
                  <a:lnTo>
                    <a:pt x="1530719" y="273632"/>
                  </a:lnTo>
                  <a:lnTo>
                    <a:pt x="1540463" y="286892"/>
                  </a:lnTo>
                  <a:lnTo>
                    <a:pt x="1550221" y="303653"/>
                  </a:lnTo>
                  <a:lnTo>
                    <a:pt x="1559965" y="298394"/>
                  </a:lnTo>
                  <a:lnTo>
                    <a:pt x="1569709" y="336699"/>
                  </a:lnTo>
                  <a:lnTo>
                    <a:pt x="1579468" y="328683"/>
                  </a:lnTo>
                  <a:lnTo>
                    <a:pt x="1589212" y="367436"/>
                  </a:lnTo>
                  <a:lnTo>
                    <a:pt x="1598971" y="359673"/>
                  </a:lnTo>
                  <a:lnTo>
                    <a:pt x="1608715" y="356738"/>
                  </a:lnTo>
                  <a:lnTo>
                    <a:pt x="1618459" y="325048"/>
                  </a:lnTo>
                  <a:lnTo>
                    <a:pt x="1628218" y="328311"/>
                  </a:lnTo>
                  <a:lnTo>
                    <a:pt x="1637962" y="348946"/>
                  </a:lnTo>
                  <a:lnTo>
                    <a:pt x="1647720" y="344983"/>
                  </a:lnTo>
                  <a:lnTo>
                    <a:pt x="1657464" y="327819"/>
                  </a:lnTo>
                  <a:lnTo>
                    <a:pt x="1667208" y="312667"/>
                  </a:lnTo>
                  <a:lnTo>
                    <a:pt x="1676967" y="339828"/>
                  </a:lnTo>
                  <a:lnTo>
                    <a:pt x="1686711" y="362891"/>
                  </a:lnTo>
                  <a:lnTo>
                    <a:pt x="1696470" y="334762"/>
                  </a:lnTo>
                  <a:lnTo>
                    <a:pt x="1706214" y="312473"/>
                  </a:lnTo>
                  <a:lnTo>
                    <a:pt x="1715958" y="319878"/>
                  </a:lnTo>
                  <a:lnTo>
                    <a:pt x="1725716" y="328832"/>
                  </a:lnTo>
                  <a:lnTo>
                    <a:pt x="1735460" y="351404"/>
                  </a:lnTo>
                  <a:lnTo>
                    <a:pt x="1745219" y="344029"/>
                  </a:lnTo>
                  <a:lnTo>
                    <a:pt x="1754963" y="369790"/>
                  </a:lnTo>
                  <a:lnTo>
                    <a:pt x="1764707" y="410568"/>
                  </a:lnTo>
                  <a:lnTo>
                    <a:pt x="1774466" y="364426"/>
                  </a:lnTo>
                  <a:lnTo>
                    <a:pt x="1784210" y="390038"/>
                  </a:lnTo>
                  <a:lnTo>
                    <a:pt x="1793969" y="385866"/>
                  </a:lnTo>
                  <a:lnTo>
                    <a:pt x="1803713" y="377492"/>
                  </a:lnTo>
                  <a:lnTo>
                    <a:pt x="1813457" y="383720"/>
                  </a:lnTo>
                  <a:lnTo>
                    <a:pt x="1823215" y="366870"/>
                  </a:lnTo>
                  <a:lnTo>
                    <a:pt x="1832959" y="352149"/>
                  </a:lnTo>
                  <a:lnTo>
                    <a:pt x="1842703" y="375526"/>
                  </a:lnTo>
                  <a:lnTo>
                    <a:pt x="1852462" y="387147"/>
                  </a:lnTo>
                  <a:lnTo>
                    <a:pt x="1862206" y="372308"/>
                  </a:lnTo>
                  <a:lnTo>
                    <a:pt x="1871965" y="386268"/>
                  </a:lnTo>
                  <a:lnTo>
                    <a:pt x="1881709" y="419895"/>
                  </a:lnTo>
                  <a:lnTo>
                    <a:pt x="1891453" y="452837"/>
                  </a:lnTo>
                  <a:lnTo>
                    <a:pt x="1901212" y="450259"/>
                  </a:lnTo>
                  <a:lnTo>
                    <a:pt x="1910956" y="451257"/>
                  </a:lnTo>
                  <a:lnTo>
                    <a:pt x="1920714" y="423918"/>
                  </a:lnTo>
                  <a:lnTo>
                    <a:pt x="1930458" y="442035"/>
                  </a:lnTo>
                  <a:lnTo>
                    <a:pt x="1940202" y="453403"/>
                  </a:lnTo>
                  <a:lnTo>
                    <a:pt x="1949961" y="475930"/>
                  </a:lnTo>
                  <a:lnTo>
                    <a:pt x="1959705" y="478046"/>
                  </a:lnTo>
                  <a:lnTo>
                    <a:pt x="1969464" y="514355"/>
                  </a:lnTo>
                  <a:lnTo>
                    <a:pt x="1979208" y="514951"/>
                  </a:lnTo>
                  <a:lnTo>
                    <a:pt x="1988952" y="501452"/>
                  </a:lnTo>
                  <a:lnTo>
                    <a:pt x="1998711" y="466156"/>
                  </a:lnTo>
                  <a:lnTo>
                    <a:pt x="2008454" y="467363"/>
                  </a:lnTo>
                  <a:lnTo>
                    <a:pt x="2018213" y="458066"/>
                  </a:lnTo>
                  <a:lnTo>
                    <a:pt x="2027957" y="450632"/>
                  </a:lnTo>
                  <a:lnTo>
                    <a:pt x="2037701" y="437014"/>
                  </a:lnTo>
                  <a:lnTo>
                    <a:pt x="2047460" y="449112"/>
                  </a:lnTo>
                  <a:lnTo>
                    <a:pt x="2057204" y="410673"/>
                  </a:lnTo>
                  <a:lnTo>
                    <a:pt x="2066963" y="409570"/>
                  </a:lnTo>
                  <a:lnTo>
                    <a:pt x="2076707" y="367391"/>
                  </a:lnTo>
                  <a:lnTo>
                    <a:pt x="2086451" y="402776"/>
                  </a:lnTo>
                  <a:lnTo>
                    <a:pt x="2096210" y="418167"/>
                  </a:lnTo>
                  <a:lnTo>
                    <a:pt x="2105954" y="403178"/>
                  </a:lnTo>
                  <a:lnTo>
                    <a:pt x="2115697" y="404758"/>
                  </a:lnTo>
                  <a:lnTo>
                    <a:pt x="2125456" y="401822"/>
                  </a:lnTo>
                  <a:lnTo>
                    <a:pt x="2135200" y="403685"/>
                  </a:lnTo>
                  <a:lnTo>
                    <a:pt x="2144959" y="424067"/>
                  </a:lnTo>
                  <a:lnTo>
                    <a:pt x="2154703" y="411552"/>
                  </a:lnTo>
                  <a:lnTo>
                    <a:pt x="2164447" y="418852"/>
                  </a:lnTo>
                  <a:lnTo>
                    <a:pt x="2174206" y="425154"/>
                  </a:lnTo>
                  <a:lnTo>
                    <a:pt x="2183950" y="368762"/>
                  </a:lnTo>
                  <a:lnTo>
                    <a:pt x="2193709" y="348827"/>
                  </a:lnTo>
                  <a:lnTo>
                    <a:pt x="2203452" y="351255"/>
                  </a:lnTo>
                  <a:lnTo>
                    <a:pt x="2213196" y="309270"/>
                  </a:lnTo>
                  <a:lnTo>
                    <a:pt x="2222955" y="329205"/>
                  </a:lnTo>
                  <a:lnTo>
                    <a:pt x="2232699" y="316839"/>
                  </a:lnTo>
                  <a:lnTo>
                    <a:pt x="2242458" y="280619"/>
                  </a:lnTo>
                  <a:lnTo>
                    <a:pt x="2252202" y="266555"/>
                  </a:lnTo>
                  <a:lnTo>
                    <a:pt x="2261946" y="258912"/>
                  </a:lnTo>
                  <a:lnTo>
                    <a:pt x="2271705" y="233896"/>
                  </a:lnTo>
                  <a:lnTo>
                    <a:pt x="2281449" y="228339"/>
                  </a:lnTo>
                  <a:lnTo>
                    <a:pt x="2291208" y="204024"/>
                  </a:lnTo>
                  <a:lnTo>
                    <a:pt x="2300951" y="187963"/>
                  </a:lnTo>
                  <a:lnTo>
                    <a:pt x="2310695" y="219250"/>
                  </a:lnTo>
                  <a:lnTo>
                    <a:pt x="2320454" y="221411"/>
                  </a:lnTo>
                  <a:lnTo>
                    <a:pt x="2330198" y="240109"/>
                  </a:lnTo>
                  <a:lnTo>
                    <a:pt x="2339957" y="224346"/>
                  </a:lnTo>
                  <a:lnTo>
                    <a:pt x="2349701" y="241316"/>
                  </a:lnTo>
                  <a:lnTo>
                    <a:pt x="2359445" y="243610"/>
                  </a:lnTo>
                  <a:lnTo>
                    <a:pt x="2369204" y="240526"/>
                  </a:lnTo>
                  <a:lnTo>
                    <a:pt x="2378948" y="245905"/>
                  </a:lnTo>
                  <a:lnTo>
                    <a:pt x="2388692" y="232749"/>
                  </a:lnTo>
                  <a:lnTo>
                    <a:pt x="2398450" y="233375"/>
                  </a:lnTo>
                  <a:lnTo>
                    <a:pt x="2408194" y="216390"/>
                  </a:lnTo>
                  <a:lnTo>
                    <a:pt x="2417953" y="205245"/>
                  </a:lnTo>
                  <a:lnTo>
                    <a:pt x="2427697" y="226253"/>
                  </a:lnTo>
                  <a:lnTo>
                    <a:pt x="2437441" y="197006"/>
                  </a:lnTo>
                  <a:lnTo>
                    <a:pt x="2447200" y="196440"/>
                  </a:lnTo>
                  <a:lnTo>
                    <a:pt x="2456944" y="194146"/>
                  </a:lnTo>
                  <a:lnTo>
                    <a:pt x="2466703" y="195516"/>
                  </a:lnTo>
                  <a:lnTo>
                    <a:pt x="2476446" y="206810"/>
                  </a:lnTo>
                  <a:lnTo>
                    <a:pt x="2486190" y="176371"/>
                  </a:lnTo>
                  <a:lnTo>
                    <a:pt x="2495949" y="184238"/>
                  </a:lnTo>
                  <a:lnTo>
                    <a:pt x="2505693" y="234328"/>
                  </a:lnTo>
                  <a:lnTo>
                    <a:pt x="2515452" y="238053"/>
                  </a:lnTo>
                  <a:lnTo>
                    <a:pt x="2525196" y="271620"/>
                  </a:lnTo>
                  <a:lnTo>
                    <a:pt x="2534940" y="267598"/>
                  </a:lnTo>
                  <a:lnTo>
                    <a:pt x="2544699" y="273274"/>
                  </a:lnTo>
                  <a:lnTo>
                    <a:pt x="2554443" y="266212"/>
                  </a:lnTo>
                  <a:lnTo>
                    <a:pt x="2564202" y="305665"/>
                  </a:lnTo>
                  <a:lnTo>
                    <a:pt x="2573946" y="277252"/>
                  </a:lnTo>
                  <a:lnTo>
                    <a:pt x="2583690" y="267136"/>
                  </a:lnTo>
                  <a:lnTo>
                    <a:pt x="2593448" y="275628"/>
                  </a:lnTo>
                  <a:lnTo>
                    <a:pt x="2603192" y="257928"/>
                  </a:lnTo>
                  <a:lnTo>
                    <a:pt x="2612951" y="307154"/>
                  </a:lnTo>
                  <a:lnTo>
                    <a:pt x="2622695" y="330829"/>
                  </a:lnTo>
                  <a:lnTo>
                    <a:pt x="2632439" y="323379"/>
                  </a:lnTo>
                  <a:lnTo>
                    <a:pt x="2642198" y="343523"/>
                  </a:lnTo>
                  <a:lnTo>
                    <a:pt x="2651942" y="356321"/>
                  </a:lnTo>
                  <a:lnTo>
                    <a:pt x="2661685" y="336490"/>
                  </a:lnTo>
                  <a:lnTo>
                    <a:pt x="2671444" y="341869"/>
                  </a:lnTo>
                  <a:lnTo>
                    <a:pt x="2681188" y="347814"/>
                  </a:lnTo>
                  <a:lnTo>
                    <a:pt x="2690947" y="346830"/>
                  </a:lnTo>
                  <a:lnTo>
                    <a:pt x="2700691" y="351583"/>
                  </a:lnTo>
                  <a:lnTo>
                    <a:pt x="2710435" y="366631"/>
                  </a:lnTo>
                  <a:lnTo>
                    <a:pt x="2720194" y="386596"/>
                  </a:lnTo>
                  <a:lnTo>
                    <a:pt x="2729938" y="382856"/>
                  </a:lnTo>
                  <a:lnTo>
                    <a:pt x="2739697" y="373798"/>
                  </a:lnTo>
                  <a:lnTo>
                    <a:pt x="2749441" y="342301"/>
                  </a:lnTo>
                  <a:lnTo>
                    <a:pt x="2759185" y="359658"/>
                  </a:lnTo>
                  <a:lnTo>
                    <a:pt x="2768943" y="345534"/>
                  </a:lnTo>
                  <a:lnTo>
                    <a:pt x="2778687" y="344432"/>
                  </a:lnTo>
                  <a:lnTo>
                    <a:pt x="2788446" y="336938"/>
                  </a:lnTo>
                  <a:lnTo>
                    <a:pt x="2798190" y="326493"/>
                  </a:lnTo>
                  <a:lnTo>
                    <a:pt x="2807934" y="322709"/>
                  </a:lnTo>
                  <a:lnTo>
                    <a:pt x="2817693" y="328341"/>
                  </a:lnTo>
                  <a:lnTo>
                    <a:pt x="2827437" y="322247"/>
                  </a:lnTo>
                  <a:lnTo>
                    <a:pt x="2837196" y="306767"/>
                  </a:lnTo>
                  <a:lnTo>
                    <a:pt x="2846940" y="286028"/>
                  </a:lnTo>
                  <a:lnTo>
                    <a:pt x="2856684" y="302461"/>
                  </a:lnTo>
                  <a:lnTo>
                    <a:pt x="2866442" y="251239"/>
                  </a:lnTo>
                  <a:lnTo>
                    <a:pt x="2876186" y="278980"/>
                  </a:lnTo>
                  <a:lnTo>
                    <a:pt x="2885945" y="311386"/>
                  </a:lnTo>
                  <a:lnTo>
                    <a:pt x="2895689" y="315200"/>
                  </a:lnTo>
                  <a:lnTo>
                    <a:pt x="2905433" y="311222"/>
                  </a:lnTo>
                  <a:lnTo>
                    <a:pt x="2915192" y="29542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0" name="Freeform 1199">
              <a:extLst>
                <a:ext uri="{FF2B5EF4-FFF2-40B4-BE49-F238E27FC236}">
                  <a16:creationId xmlns:a16="http://schemas.microsoft.com/office/drawing/2014/main" id="{078F2066-9077-8BC9-1421-13E5EFF3D0CD}"/>
                </a:ext>
              </a:extLst>
            </p:cNvPr>
            <p:cNvSpPr/>
            <p:nvPr/>
          </p:nvSpPr>
          <p:spPr>
            <a:xfrm>
              <a:off x="4426652" y="3545413"/>
              <a:ext cx="2915191" cy="381957"/>
            </a:xfrm>
            <a:custGeom>
              <a:avLst/>
              <a:gdLst>
                <a:gd name="connsiteX0" fmla="*/ 0 w 2915191"/>
                <a:gd name="connsiteY0" fmla="*/ 159954 h 381957"/>
                <a:gd name="connsiteX1" fmla="*/ 9750 w 2915191"/>
                <a:gd name="connsiteY1" fmla="*/ 175593 h 381957"/>
                <a:gd name="connsiteX2" fmla="*/ 19500 w 2915191"/>
                <a:gd name="connsiteY2" fmla="*/ 174303 h 381957"/>
                <a:gd name="connsiteX3" fmla="*/ 29250 w 2915191"/>
                <a:gd name="connsiteY3" fmla="*/ 177801 h 381957"/>
                <a:gd name="connsiteX4" fmla="*/ 39000 w 2915191"/>
                <a:gd name="connsiteY4" fmla="*/ 181952 h 381957"/>
                <a:gd name="connsiteX5" fmla="*/ 48749 w 2915191"/>
                <a:gd name="connsiteY5" fmla="*/ 179357 h 381957"/>
                <a:gd name="connsiteX6" fmla="*/ 58499 w 2915191"/>
                <a:gd name="connsiteY6" fmla="*/ 162800 h 381957"/>
                <a:gd name="connsiteX7" fmla="*/ 68249 w 2915191"/>
                <a:gd name="connsiteY7" fmla="*/ 146260 h 381957"/>
                <a:gd name="connsiteX8" fmla="*/ 77998 w 2915191"/>
                <a:gd name="connsiteY8" fmla="*/ 151412 h 381957"/>
                <a:gd name="connsiteX9" fmla="*/ 87748 w 2915191"/>
                <a:gd name="connsiteY9" fmla="*/ 137845 h 381957"/>
                <a:gd name="connsiteX10" fmla="*/ 97497 w 2915191"/>
                <a:gd name="connsiteY10" fmla="*/ 134770 h 381957"/>
                <a:gd name="connsiteX11" fmla="*/ 107247 w 2915191"/>
                <a:gd name="connsiteY11" fmla="*/ 117279 h 381957"/>
                <a:gd name="connsiteX12" fmla="*/ 116997 w 2915191"/>
                <a:gd name="connsiteY12" fmla="*/ 162117 h 381957"/>
                <a:gd name="connsiteX13" fmla="*/ 126747 w 2915191"/>
                <a:gd name="connsiteY13" fmla="*/ 164741 h 381957"/>
                <a:gd name="connsiteX14" fmla="*/ 136497 w 2915191"/>
                <a:gd name="connsiteY14" fmla="*/ 164567 h 381957"/>
                <a:gd name="connsiteX15" fmla="*/ 146247 w 2915191"/>
                <a:gd name="connsiteY15" fmla="*/ 119327 h 381957"/>
                <a:gd name="connsiteX16" fmla="*/ 155997 w 2915191"/>
                <a:gd name="connsiteY16" fmla="*/ 120533 h 381957"/>
                <a:gd name="connsiteX17" fmla="*/ 165747 w 2915191"/>
                <a:gd name="connsiteY17" fmla="*/ 127108 h 381957"/>
                <a:gd name="connsiteX18" fmla="*/ 175497 w 2915191"/>
                <a:gd name="connsiteY18" fmla="*/ 136785 h 381957"/>
                <a:gd name="connsiteX19" fmla="*/ 185247 w 2915191"/>
                <a:gd name="connsiteY19" fmla="*/ 154973 h 381957"/>
                <a:gd name="connsiteX20" fmla="*/ 194996 w 2915191"/>
                <a:gd name="connsiteY20" fmla="*/ 149130 h 381957"/>
                <a:gd name="connsiteX21" fmla="*/ 204746 w 2915191"/>
                <a:gd name="connsiteY21" fmla="*/ 129386 h 381957"/>
                <a:gd name="connsiteX22" fmla="*/ 214495 w 2915191"/>
                <a:gd name="connsiteY22" fmla="*/ 105546 h 381957"/>
                <a:gd name="connsiteX23" fmla="*/ 224245 w 2915191"/>
                <a:gd name="connsiteY23" fmla="*/ 94157 h 381957"/>
                <a:gd name="connsiteX24" fmla="*/ 233995 w 2915191"/>
                <a:gd name="connsiteY24" fmla="*/ 98578 h 381957"/>
                <a:gd name="connsiteX25" fmla="*/ 243744 w 2915191"/>
                <a:gd name="connsiteY25" fmla="*/ 97645 h 381957"/>
                <a:gd name="connsiteX26" fmla="*/ 253494 w 2915191"/>
                <a:gd name="connsiteY26" fmla="*/ 112456 h 381957"/>
                <a:gd name="connsiteX27" fmla="*/ 263244 w 2915191"/>
                <a:gd name="connsiteY27" fmla="*/ 138587 h 381957"/>
                <a:gd name="connsiteX28" fmla="*/ 272994 w 2915191"/>
                <a:gd name="connsiteY28" fmla="*/ 146759 h 381957"/>
                <a:gd name="connsiteX29" fmla="*/ 282744 w 2915191"/>
                <a:gd name="connsiteY29" fmla="*/ 146461 h 381957"/>
                <a:gd name="connsiteX30" fmla="*/ 292494 w 2915191"/>
                <a:gd name="connsiteY30" fmla="*/ 123197 h 381957"/>
                <a:gd name="connsiteX31" fmla="*/ 302244 w 2915191"/>
                <a:gd name="connsiteY31" fmla="*/ 153407 h 381957"/>
                <a:gd name="connsiteX32" fmla="*/ 311994 w 2915191"/>
                <a:gd name="connsiteY32" fmla="*/ 161973 h 381957"/>
                <a:gd name="connsiteX33" fmla="*/ 321744 w 2915191"/>
                <a:gd name="connsiteY33" fmla="*/ 151245 h 381957"/>
                <a:gd name="connsiteX34" fmla="*/ 331493 w 2915191"/>
                <a:gd name="connsiteY34" fmla="*/ 116173 h 381957"/>
                <a:gd name="connsiteX35" fmla="*/ 341243 w 2915191"/>
                <a:gd name="connsiteY35" fmla="*/ 132830 h 381957"/>
                <a:gd name="connsiteX36" fmla="*/ 350993 w 2915191"/>
                <a:gd name="connsiteY36" fmla="*/ 149490 h 381957"/>
                <a:gd name="connsiteX37" fmla="*/ 360742 w 2915191"/>
                <a:gd name="connsiteY37" fmla="*/ 146186 h 381957"/>
                <a:gd name="connsiteX38" fmla="*/ 370492 w 2915191"/>
                <a:gd name="connsiteY38" fmla="*/ 155806 h 381957"/>
                <a:gd name="connsiteX39" fmla="*/ 380241 w 2915191"/>
                <a:gd name="connsiteY39" fmla="*/ 188264 h 381957"/>
                <a:gd name="connsiteX40" fmla="*/ 389991 w 2915191"/>
                <a:gd name="connsiteY40" fmla="*/ 171131 h 381957"/>
                <a:gd name="connsiteX41" fmla="*/ 399741 w 2915191"/>
                <a:gd name="connsiteY41" fmla="*/ 177502 h 381957"/>
                <a:gd name="connsiteX42" fmla="*/ 409491 w 2915191"/>
                <a:gd name="connsiteY42" fmla="*/ 184260 h 381957"/>
                <a:gd name="connsiteX43" fmla="*/ 419241 w 2915191"/>
                <a:gd name="connsiteY43" fmla="*/ 189487 h 381957"/>
                <a:gd name="connsiteX44" fmla="*/ 428991 w 2915191"/>
                <a:gd name="connsiteY44" fmla="*/ 211659 h 381957"/>
                <a:gd name="connsiteX45" fmla="*/ 438741 w 2915191"/>
                <a:gd name="connsiteY45" fmla="*/ 217522 h 381957"/>
                <a:gd name="connsiteX46" fmla="*/ 448491 w 2915191"/>
                <a:gd name="connsiteY46" fmla="*/ 220366 h 381957"/>
                <a:gd name="connsiteX47" fmla="*/ 458241 w 2915191"/>
                <a:gd name="connsiteY47" fmla="*/ 231743 h 381957"/>
                <a:gd name="connsiteX48" fmla="*/ 467991 w 2915191"/>
                <a:gd name="connsiteY48" fmla="*/ 248169 h 381957"/>
                <a:gd name="connsiteX49" fmla="*/ 477740 w 2915191"/>
                <a:gd name="connsiteY49" fmla="*/ 249039 h 381957"/>
                <a:gd name="connsiteX50" fmla="*/ 487490 w 2915191"/>
                <a:gd name="connsiteY50" fmla="*/ 254271 h 381957"/>
                <a:gd name="connsiteX51" fmla="*/ 497239 w 2915191"/>
                <a:gd name="connsiteY51" fmla="*/ 225366 h 381957"/>
                <a:gd name="connsiteX52" fmla="*/ 506989 w 2915191"/>
                <a:gd name="connsiteY52" fmla="*/ 265969 h 381957"/>
                <a:gd name="connsiteX53" fmla="*/ 516738 w 2915191"/>
                <a:gd name="connsiteY53" fmla="*/ 258630 h 381957"/>
                <a:gd name="connsiteX54" fmla="*/ 526488 w 2915191"/>
                <a:gd name="connsiteY54" fmla="*/ 260141 h 381957"/>
                <a:gd name="connsiteX55" fmla="*/ 536238 w 2915191"/>
                <a:gd name="connsiteY55" fmla="*/ 237920 h 381957"/>
                <a:gd name="connsiteX56" fmla="*/ 545988 w 2915191"/>
                <a:gd name="connsiteY56" fmla="*/ 199106 h 381957"/>
                <a:gd name="connsiteX57" fmla="*/ 555738 w 2915191"/>
                <a:gd name="connsiteY57" fmla="*/ 187551 h 381957"/>
                <a:gd name="connsiteX58" fmla="*/ 565488 w 2915191"/>
                <a:gd name="connsiteY58" fmla="*/ 191209 h 381957"/>
                <a:gd name="connsiteX59" fmla="*/ 575238 w 2915191"/>
                <a:gd name="connsiteY59" fmla="*/ 181097 h 381957"/>
                <a:gd name="connsiteX60" fmla="*/ 584988 w 2915191"/>
                <a:gd name="connsiteY60" fmla="*/ 202811 h 381957"/>
                <a:gd name="connsiteX61" fmla="*/ 594738 w 2915191"/>
                <a:gd name="connsiteY61" fmla="*/ 209860 h 381957"/>
                <a:gd name="connsiteX62" fmla="*/ 604488 w 2915191"/>
                <a:gd name="connsiteY62" fmla="*/ 211241 h 381957"/>
                <a:gd name="connsiteX63" fmla="*/ 614237 w 2915191"/>
                <a:gd name="connsiteY63" fmla="*/ 246437 h 381957"/>
                <a:gd name="connsiteX64" fmla="*/ 623987 w 2915191"/>
                <a:gd name="connsiteY64" fmla="*/ 227206 h 381957"/>
                <a:gd name="connsiteX65" fmla="*/ 633736 w 2915191"/>
                <a:gd name="connsiteY65" fmla="*/ 200928 h 381957"/>
                <a:gd name="connsiteX66" fmla="*/ 643486 w 2915191"/>
                <a:gd name="connsiteY66" fmla="*/ 164319 h 381957"/>
                <a:gd name="connsiteX67" fmla="*/ 653236 w 2915191"/>
                <a:gd name="connsiteY67" fmla="*/ 154963 h 381957"/>
                <a:gd name="connsiteX68" fmla="*/ 662985 w 2915191"/>
                <a:gd name="connsiteY68" fmla="*/ 148136 h 381957"/>
                <a:gd name="connsiteX69" fmla="*/ 672735 w 2915191"/>
                <a:gd name="connsiteY69" fmla="*/ 151415 h 381957"/>
                <a:gd name="connsiteX70" fmla="*/ 682485 w 2915191"/>
                <a:gd name="connsiteY70" fmla="*/ 158028 h 381957"/>
                <a:gd name="connsiteX71" fmla="*/ 692235 w 2915191"/>
                <a:gd name="connsiteY71" fmla="*/ 160456 h 381957"/>
                <a:gd name="connsiteX72" fmla="*/ 701985 w 2915191"/>
                <a:gd name="connsiteY72" fmla="*/ 170763 h 381957"/>
                <a:gd name="connsiteX73" fmla="*/ 711735 w 2915191"/>
                <a:gd name="connsiteY73" fmla="*/ 171551 h 381957"/>
                <a:gd name="connsiteX74" fmla="*/ 721485 w 2915191"/>
                <a:gd name="connsiteY74" fmla="*/ 161381 h 381957"/>
                <a:gd name="connsiteX75" fmla="*/ 731235 w 2915191"/>
                <a:gd name="connsiteY75" fmla="*/ 154811 h 381957"/>
                <a:gd name="connsiteX76" fmla="*/ 740985 w 2915191"/>
                <a:gd name="connsiteY76" fmla="*/ 167898 h 381957"/>
                <a:gd name="connsiteX77" fmla="*/ 750734 w 2915191"/>
                <a:gd name="connsiteY77" fmla="*/ 153853 h 381957"/>
                <a:gd name="connsiteX78" fmla="*/ 760484 w 2915191"/>
                <a:gd name="connsiteY78" fmla="*/ 156547 h 381957"/>
                <a:gd name="connsiteX79" fmla="*/ 770233 w 2915191"/>
                <a:gd name="connsiteY79" fmla="*/ 198840 h 381957"/>
                <a:gd name="connsiteX80" fmla="*/ 779983 w 2915191"/>
                <a:gd name="connsiteY80" fmla="*/ 214775 h 381957"/>
                <a:gd name="connsiteX81" fmla="*/ 789733 w 2915191"/>
                <a:gd name="connsiteY81" fmla="*/ 237859 h 381957"/>
                <a:gd name="connsiteX82" fmla="*/ 799482 w 2915191"/>
                <a:gd name="connsiteY82" fmla="*/ 207343 h 381957"/>
                <a:gd name="connsiteX83" fmla="*/ 809232 w 2915191"/>
                <a:gd name="connsiteY83" fmla="*/ 227356 h 381957"/>
                <a:gd name="connsiteX84" fmla="*/ 818982 w 2915191"/>
                <a:gd name="connsiteY84" fmla="*/ 241880 h 381957"/>
                <a:gd name="connsiteX85" fmla="*/ 828732 w 2915191"/>
                <a:gd name="connsiteY85" fmla="*/ 228606 h 381957"/>
                <a:gd name="connsiteX86" fmla="*/ 838482 w 2915191"/>
                <a:gd name="connsiteY86" fmla="*/ 222391 h 381957"/>
                <a:gd name="connsiteX87" fmla="*/ 848232 w 2915191"/>
                <a:gd name="connsiteY87" fmla="*/ 227150 h 381957"/>
                <a:gd name="connsiteX88" fmla="*/ 857982 w 2915191"/>
                <a:gd name="connsiteY88" fmla="*/ 226435 h 381957"/>
                <a:gd name="connsiteX89" fmla="*/ 867732 w 2915191"/>
                <a:gd name="connsiteY89" fmla="*/ 215925 h 381957"/>
                <a:gd name="connsiteX90" fmla="*/ 877482 w 2915191"/>
                <a:gd name="connsiteY90" fmla="*/ 204746 h 381957"/>
                <a:gd name="connsiteX91" fmla="*/ 887231 w 2915191"/>
                <a:gd name="connsiteY91" fmla="*/ 207541 h 381957"/>
                <a:gd name="connsiteX92" fmla="*/ 896981 w 2915191"/>
                <a:gd name="connsiteY92" fmla="*/ 227026 h 381957"/>
                <a:gd name="connsiteX93" fmla="*/ 906730 w 2915191"/>
                <a:gd name="connsiteY93" fmla="*/ 200132 h 381957"/>
                <a:gd name="connsiteX94" fmla="*/ 916480 w 2915191"/>
                <a:gd name="connsiteY94" fmla="*/ 229687 h 381957"/>
                <a:gd name="connsiteX95" fmla="*/ 926230 w 2915191"/>
                <a:gd name="connsiteY95" fmla="*/ 194539 h 381957"/>
                <a:gd name="connsiteX96" fmla="*/ 935979 w 2915191"/>
                <a:gd name="connsiteY96" fmla="*/ 196988 h 381957"/>
                <a:gd name="connsiteX97" fmla="*/ 945729 w 2915191"/>
                <a:gd name="connsiteY97" fmla="*/ 211834 h 381957"/>
                <a:gd name="connsiteX98" fmla="*/ 955479 w 2915191"/>
                <a:gd name="connsiteY98" fmla="*/ 259117 h 381957"/>
                <a:gd name="connsiteX99" fmla="*/ 965229 w 2915191"/>
                <a:gd name="connsiteY99" fmla="*/ 266897 h 381957"/>
                <a:gd name="connsiteX100" fmla="*/ 974979 w 2915191"/>
                <a:gd name="connsiteY100" fmla="*/ 289958 h 381957"/>
                <a:gd name="connsiteX101" fmla="*/ 984729 w 2915191"/>
                <a:gd name="connsiteY101" fmla="*/ 323841 h 381957"/>
                <a:gd name="connsiteX102" fmla="*/ 994474 w 2915191"/>
                <a:gd name="connsiteY102" fmla="*/ 345320 h 381957"/>
                <a:gd name="connsiteX103" fmla="*/ 1004233 w 2915191"/>
                <a:gd name="connsiteY103" fmla="*/ 340074 h 381957"/>
                <a:gd name="connsiteX104" fmla="*/ 1013977 w 2915191"/>
                <a:gd name="connsiteY104" fmla="*/ 352818 h 381957"/>
                <a:gd name="connsiteX105" fmla="*/ 1023721 w 2915191"/>
                <a:gd name="connsiteY105" fmla="*/ 369983 h 381957"/>
                <a:gd name="connsiteX106" fmla="*/ 1033480 w 2915191"/>
                <a:gd name="connsiteY106" fmla="*/ 346094 h 381957"/>
                <a:gd name="connsiteX107" fmla="*/ 1043224 w 2915191"/>
                <a:gd name="connsiteY107" fmla="*/ 361262 h 381957"/>
                <a:gd name="connsiteX108" fmla="*/ 1052983 w 2915191"/>
                <a:gd name="connsiteY108" fmla="*/ 334570 h 381957"/>
                <a:gd name="connsiteX109" fmla="*/ 1062727 w 2915191"/>
                <a:gd name="connsiteY109" fmla="*/ 338129 h 381957"/>
                <a:gd name="connsiteX110" fmla="*/ 1072471 w 2915191"/>
                <a:gd name="connsiteY110" fmla="*/ 343416 h 381957"/>
                <a:gd name="connsiteX111" fmla="*/ 1082230 w 2915191"/>
                <a:gd name="connsiteY111" fmla="*/ 328937 h 381957"/>
                <a:gd name="connsiteX112" fmla="*/ 1091973 w 2915191"/>
                <a:gd name="connsiteY112" fmla="*/ 330787 h 381957"/>
                <a:gd name="connsiteX113" fmla="*/ 1101732 w 2915191"/>
                <a:gd name="connsiteY113" fmla="*/ 352611 h 381957"/>
                <a:gd name="connsiteX114" fmla="*/ 1111476 w 2915191"/>
                <a:gd name="connsiteY114" fmla="*/ 326358 h 381957"/>
                <a:gd name="connsiteX115" fmla="*/ 1121220 w 2915191"/>
                <a:gd name="connsiteY115" fmla="*/ 315079 h 381957"/>
                <a:gd name="connsiteX116" fmla="*/ 1130979 w 2915191"/>
                <a:gd name="connsiteY116" fmla="*/ 308766 h 381957"/>
                <a:gd name="connsiteX117" fmla="*/ 1140723 w 2915191"/>
                <a:gd name="connsiteY117" fmla="*/ 265084 h 381957"/>
                <a:gd name="connsiteX118" fmla="*/ 1150482 w 2915191"/>
                <a:gd name="connsiteY118" fmla="*/ 270799 h 381957"/>
                <a:gd name="connsiteX119" fmla="*/ 1160226 w 2915191"/>
                <a:gd name="connsiteY119" fmla="*/ 246434 h 381957"/>
                <a:gd name="connsiteX120" fmla="*/ 1169969 w 2915191"/>
                <a:gd name="connsiteY120" fmla="*/ 235116 h 381957"/>
                <a:gd name="connsiteX121" fmla="*/ 1179728 w 2915191"/>
                <a:gd name="connsiteY121" fmla="*/ 183590 h 381957"/>
                <a:gd name="connsiteX122" fmla="*/ 1189472 w 2915191"/>
                <a:gd name="connsiteY122" fmla="*/ 202808 h 381957"/>
                <a:gd name="connsiteX123" fmla="*/ 1199231 w 2915191"/>
                <a:gd name="connsiteY123" fmla="*/ 203323 h 381957"/>
                <a:gd name="connsiteX124" fmla="*/ 1208975 w 2915191"/>
                <a:gd name="connsiteY124" fmla="*/ 188992 h 381957"/>
                <a:gd name="connsiteX125" fmla="*/ 1218719 w 2915191"/>
                <a:gd name="connsiteY125" fmla="*/ 214667 h 381957"/>
                <a:gd name="connsiteX126" fmla="*/ 1228478 w 2915191"/>
                <a:gd name="connsiteY126" fmla="*/ 221710 h 381957"/>
                <a:gd name="connsiteX127" fmla="*/ 1238222 w 2915191"/>
                <a:gd name="connsiteY127" fmla="*/ 240164 h 381957"/>
                <a:gd name="connsiteX128" fmla="*/ 1247966 w 2915191"/>
                <a:gd name="connsiteY128" fmla="*/ 228988 h 381957"/>
                <a:gd name="connsiteX129" fmla="*/ 1257725 w 2915191"/>
                <a:gd name="connsiteY129" fmla="*/ 224182 h 381957"/>
                <a:gd name="connsiteX130" fmla="*/ 1267469 w 2915191"/>
                <a:gd name="connsiteY130" fmla="*/ 230355 h 381957"/>
                <a:gd name="connsiteX131" fmla="*/ 1277227 w 2915191"/>
                <a:gd name="connsiteY131" fmla="*/ 239452 h 381957"/>
                <a:gd name="connsiteX132" fmla="*/ 1286971 w 2915191"/>
                <a:gd name="connsiteY132" fmla="*/ 235024 h 381957"/>
                <a:gd name="connsiteX133" fmla="*/ 1296715 w 2915191"/>
                <a:gd name="connsiteY133" fmla="*/ 244127 h 381957"/>
                <a:gd name="connsiteX134" fmla="*/ 1306474 w 2915191"/>
                <a:gd name="connsiteY134" fmla="*/ 247082 h 381957"/>
                <a:gd name="connsiteX135" fmla="*/ 1316218 w 2915191"/>
                <a:gd name="connsiteY135" fmla="*/ 260923 h 381957"/>
                <a:gd name="connsiteX136" fmla="*/ 1325977 w 2915191"/>
                <a:gd name="connsiteY136" fmla="*/ 234957 h 381957"/>
                <a:gd name="connsiteX137" fmla="*/ 1335721 w 2915191"/>
                <a:gd name="connsiteY137" fmla="*/ 217105 h 381957"/>
                <a:gd name="connsiteX138" fmla="*/ 1345465 w 2915191"/>
                <a:gd name="connsiteY138" fmla="*/ 215929 h 381957"/>
                <a:gd name="connsiteX139" fmla="*/ 1355224 w 2915191"/>
                <a:gd name="connsiteY139" fmla="*/ 194053 h 381957"/>
                <a:gd name="connsiteX140" fmla="*/ 1364967 w 2915191"/>
                <a:gd name="connsiteY140" fmla="*/ 187809 h 381957"/>
                <a:gd name="connsiteX141" fmla="*/ 1374726 w 2915191"/>
                <a:gd name="connsiteY141" fmla="*/ 171042 h 381957"/>
                <a:gd name="connsiteX142" fmla="*/ 1384470 w 2915191"/>
                <a:gd name="connsiteY142" fmla="*/ 155471 h 381957"/>
                <a:gd name="connsiteX143" fmla="*/ 1394214 w 2915191"/>
                <a:gd name="connsiteY143" fmla="*/ 168569 h 381957"/>
                <a:gd name="connsiteX144" fmla="*/ 1403973 w 2915191"/>
                <a:gd name="connsiteY144" fmla="*/ 178183 h 381957"/>
                <a:gd name="connsiteX145" fmla="*/ 1413717 w 2915191"/>
                <a:gd name="connsiteY145" fmla="*/ 195916 h 381957"/>
                <a:gd name="connsiteX146" fmla="*/ 1423476 w 2915191"/>
                <a:gd name="connsiteY146" fmla="*/ 183128 h 381957"/>
                <a:gd name="connsiteX147" fmla="*/ 1433220 w 2915191"/>
                <a:gd name="connsiteY147" fmla="*/ 176872 h 381957"/>
                <a:gd name="connsiteX148" fmla="*/ 1442964 w 2915191"/>
                <a:gd name="connsiteY148" fmla="*/ 181312 h 381957"/>
                <a:gd name="connsiteX149" fmla="*/ 1452722 w 2915191"/>
                <a:gd name="connsiteY149" fmla="*/ 188401 h 381957"/>
                <a:gd name="connsiteX150" fmla="*/ 1462466 w 2915191"/>
                <a:gd name="connsiteY150" fmla="*/ 215372 h 381957"/>
                <a:gd name="connsiteX151" fmla="*/ 1472225 w 2915191"/>
                <a:gd name="connsiteY151" fmla="*/ 268073 h 381957"/>
                <a:gd name="connsiteX152" fmla="*/ 1481969 w 2915191"/>
                <a:gd name="connsiteY152" fmla="*/ 258813 h 381957"/>
                <a:gd name="connsiteX153" fmla="*/ 1491713 w 2915191"/>
                <a:gd name="connsiteY153" fmla="*/ 262039 h 381957"/>
                <a:gd name="connsiteX154" fmla="*/ 1501472 w 2915191"/>
                <a:gd name="connsiteY154" fmla="*/ 288714 h 381957"/>
                <a:gd name="connsiteX155" fmla="*/ 1511216 w 2915191"/>
                <a:gd name="connsiteY155" fmla="*/ 298856 h 381957"/>
                <a:gd name="connsiteX156" fmla="*/ 1520960 w 2915191"/>
                <a:gd name="connsiteY156" fmla="*/ 300077 h 381957"/>
                <a:gd name="connsiteX157" fmla="*/ 1530719 w 2915191"/>
                <a:gd name="connsiteY157" fmla="*/ 276117 h 381957"/>
                <a:gd name="connsiteX158" fmla="*/ 1540463 w 2915191"/>
                <a:gd name="connsiteY158" fmla="*/ 300927 h 381957"/>
                <a:gd name="connsiteX159" fmla="*/ 1550221 w 2915191"/>
                <a:gd name="connsiteY159" fmla="*/ 312442 h 381957"/>
                <a:gd name="connsiteX160" fmla="*/ 1559965 w 2915191"/>
                <a:gd name="connsiteY160" fmla="*/ 304686 h 381957"/>
                <a:gd name="connsiteX161" fmla="*/ 1569709 w 2915191"/>
                <a:gd name="connsiteY161" fmla="*/ 318847 h 381957"/>
                <a:gd name="connsiteX162" fmla="*/ 1579468 w 2915191"/>
                <a:gd name="connsiteY162" fmla="*/ 308869 h 381957"/>
                <a:gd name="connsiteX163" fmla="*/ 1589212 w 2915191"/>
                <a:gd name="connsiteY163" fmla="*/ 279228 h 381957"/>
                <a:gd name="connsiteX164" fmla="*/ 1598971 w 2915191"/>
                <a:gd name="connsiteY164" fmla="*/ 262526 h 381957"/>
                <a:gd name="connsiteX165" fmla="*/ 1608715 w 2915191"/>
                <a:gd name="connsiteY165" fmla="*/ 243028 h 381957"/>
                <a:gd name="connsiteX166" fmla="*/ 1618459 w 2915191"/>
                <a:gd name="connsiteY166" fmla="*/ 277660 h 381957"/>
                <a:gd name="connsiteX167" fmla="*/ 1628218 w 2915191"/>
                <a:gd name="connsiteY167" fmla="*/ 271842 h 381957"/>
                <a:gd name="connsiteX168" fmla="*/ 1637962 w 2915191"/>
                <a:gd name="connsiteY168" fmla="*/ 282731 h 381957"/>
                <a:gd name="connsiteX169" fmla="*/ 1647720 w 2915191"/>
                <a:gd name="connsiteY169" fmla="*/ 295798 h 381957"/>
                <a:gd name="connsiteX170" fmla="*/ 1657464 w 2915191"/>
                <a:gd name="connsiteY170" fmla="*/ 313042 h 381957"/>
                <a:gd name="connsiteX171" fmla="*/ 1667208 w 2915191"/>
                <a:gd name="connsiteY171" fmla="*/ 314303 h 381957"/>
                <a:gd name="connsiteX172" fmla="*/ 1676967 w 2915191"/>
                <a:gd name="connsiteY172" fmla="*/ 310881 h 381957"/>
                <a:gd name="connsiteX173" fmla="*/ 1686711 w 2915191"/>
                <a:gd name="connsiteY173" fmla="*/ 314085 h 381957"/>
                <a:gd name="connsiteX174" fmla="*/ 1696470 w 2915191"/>
                <a:gd name="connsiteY174" fmla="*/ 292930 h 381957"/>
                <a:gd name="connsiteX175" fmla="*/ 1706214 w 2915191"/>
                <a:gd name="connsiteY175" fmla="*/ 307980 h 381957"/>
                <a:gd name="connsiteX176" fmla="*/ 1715958 w 2915191"/>
                <a:gd name="connsiteY176" fmla="*/ 259196 h 381957"/>
                <a:gd name="connsiteX177" fmla="*/ 1725716 w 2915191"/>
                <a:gd name="connsiteY177" fmla="*/ 233005 h 381957"/>
                <a:gd name="connsiteX178" fmla="*/ 1735460 w 2915191"/>
                <a:gd name="connsiteY178" fmla="*/ 213079 h 381957"/>
                <a:gd name="connsiteX179" fmla="*/ 1745219 w 2915191"/>
                <a:gd name="connsiteY179" fmla="*/ 223319 h 381957"/>
                <a:gd name="connsiteX180" fmla="*/ 1754963 w 2915191"/>
                <a:gd name="connsiteY180" fmla="*/ 242463 h 381957"/>
                <a:gd name="connsiteX181" fmla="*/ 1764707 w 2915191"/>
                <a:gd name="connsiteY181" fmla="*/ 255777 h 381957"/>
                <a:gd name="connsiteX182" fmla="*/ 1774466 w 2915191"/>
                <a:gd name="connsiteY182" fmla="*/ 242222 h 381957"/>
                <a:gd name="connsiteX183" fmla="*/ 1784210 w 2915191"/>
                <a:gd name="connsiteY183" fmla="*/ 251696 h 381957"/>
                <a:gd name="connsiteX184" fmla="*/ 1793969 w 2915191"/>
                <a:gd name="connsiteY184" fmla="*/ 259518 h 381957"/>
                <a:gd name="connsiteX185" fmla="*/ 1803713 w 2915191"/>
                <a:gd name="connsiteY185" fmla="*/ 273177 h 381957"/>
                <a:gd name="connsiteX186" fmla="*/ 1813457 w 2915191"/>
                <a:gd name="connsiteY186" fmla="*/ 280883 h 381957"/>
                <a:gd name="connsiteX187" fmla="*/ 1823215 w 2915191"/>
                <a:gd name="connsiteY187" fmla="*/ 325565 h 381957"/>
                <a:gd name="connsiteX188" fmla="*/ 1832959 w 2915191"/>
                <a:gd name="connsiteY188" fmla="*/ 318035 h 381957"/>
                <a:gd name="connsiteX189" fmla="*/ 1842703 w 2915191"/>
                <a:gd name="connsiteY189" fmla="*/ 369319 h 381957"/>
                <a:gd name="connsiteX190" fmla="*/ 1852462 w 2915191"/>
                <a:gd name="connsiteY190" fmla="*/ 355306 h 381957"/>
                <a:gd name="connsiteX191" fmla="*/ 1862206 w 2915191"/>
                <a:gd name="connsiteY191" fmla="*/ 381958 h 381957"/>
                <a:gd name="connsiteX192" fmla="*/ 1871965 w 2915191"/>
                <a:gd name="connsiteY192" fmla="*/ 365374 h 381957"/>
                <a:gd name="connsiteX193" fmla="*/ 1881709 w 2915191"/>
                <a:gd name="connsiteY193" fmla="*/ 362895 h 381957"/>
                <a:gd name="connsiteX194" fmla="*/ 1891453 w 2915191"/>
                <a:gd name="connsiteY194" fmla="*/ 336632 h 381957"/>
                <a:gd name="connsiteX195" fmla="*/ 1901212 w 2915191"/>
                <a:gd name="connsiteY195" fmla="*/ 314576 h 381957"/>
                <a:gd name="connsiteX196" fmla="*/ 1910956 w 2915191"/>
                <a:gd name="connsiteY196" fmla="*/ 281823 h 381957"/>
                <a:gd name="connsiteX197" fmla="*/ 1920714 w 2915191"/>
                <a:gd name="connsiteY197" fmla="*/ 290505 h 381957"/>
                <a:gd name="connsiteX198" fmla="*/ 1930458 w 2915191"/>
                <a:gd name="connsiteY198" fmla="*/ 299768 h 381957"/>
                <a:gd name="connsiteX199" fmla="*/ 1940202 w 2915191"/>
                <a:gd name="connsiteY199" fmla="*/ 339515 h 381957"/>
                <a:gd name="connsiteX200" fmla="*/ 1949961 w 2915191"/>
                <a:gd name="connsiteY200" fmla="*/ 330613 h 381957"/>
                <a:gd name="connsiteX201" fmla="*/ 1959705 w 2915191"/>
                <a:gd name="connsiteY201" fmla="*/ 314577 h 381957"/>
                <a:gd name="connsiteX202" fmla="*/ 1969464 w 2915191"/>
                <a:gd name="connsiteY202" fmla="*/ 313472 h 381957"/>
                <a:gd name="connsiteX203" fmla="*/ 1979208 w 2915191"/>
                <a:gd name="connsiteY203" fmla="*/ 312341 h 381957"/>
                <a:gd name="connsiteX204" fmla="*/ 1988952 w 2915191"/>
                <a:gd name="connsiteY204" fmla="*/ 299528 h 381957"/>
                <a:gd name="connsiteX205" fmla="*/ 1998711 w 2915191"/>
                <a:gd name="connsiteY205" fmla="*/ 304398 h 381957"/>
                <a:gd name="connsiteX206" fmla="*/ 2008454 w 2915191"/>
                <a:gd name="connsiteY206" fmla="*/ 306599 h 381957"/>
                <a:gd name="connsiteX207" fmla="*/ 2018213 w 2915191"/>
                <a:gd name="connsiteY207" fmla="*/ 349348 h 381957"/>
                <a:gd name="connsiteX208" fmla="*/ 2027957 w 2915191"/>
                <a:gd name="connsiteY208" fmla="*/ 336277 h 381957"/>
                <a:gd name="connsiteX209" fmla="*/ 2037701 w 2915191"/>
                <a:gd name="connsiteY209" fmla="*/ 332253 h 381957"/>
                <a:gd name="connsiteX210" fmla="*/ 2047460 w 2915191"/>
                <a:gd name="connsiteY210" fmla="*/ 312515 h 381957"/>
                <a:gd name="connsiteX211" fmla="*/ 2057204 w 2915191"/>
                <a:gd name="connsiteY211" fmla="*/ 282152 h 381957"/>
                <a:gd name="connsiteX212" fmla="*/ 2066963 w 2915191"/>
                <a:gd name="connsiteY212" fmla="*/ 299601 h 381957"/>
                <a:gd name="connsiteX213" fmla="*/ 2076707 w 2915191"/>
                <a:gd name="connsiteY213" fmla="*/ 301192 h 381957"/>
                <a:gd name="connsiteX214" fmla="*/ 2086451 w 2915191"/>
                <a:gd name="connsiteY214" fmla="*/ 294875 h 381957"/>
                <a:gd name="connsiteX215" fmla="*/ 2096210 w 2915191"/>
                <a:gd name="connsiteY215" fmla="*/ 279170 h 381957"/>
                <a:gd name="connsiteX216" fmla="*/ 2105954 w 2915191"/>
                <a:gd name="connsiteY216" fmla="*/ 321250 h 381957"/>
                <a:gd name="connsiteX217" fmla="*/ 2115697 w 2915191"/>
                <a:gd name="connsiteY217" fmla="*/ 322389 h 381957"/>
                <a:gd name="connsiteX218" fmla="*/ 2125456 w 2915191"/>
                <a:gd name="connsiteY218" fmla="*/ 357664 h 381957"/>
                <a:gd name="connsiteX219" fmla="*/ 2135200 w 2915191"/>
                <a:gd name="connsiteY219" fmla="*/ 361811 h 381957"/>
                <a:gd name="connsiteX220" fmla="*/ 2144959 w 2915191"/>
                <a:gd name="connsiteY220" fmla="*/ 332837 h 381957"/>
                <a:gd name="connsiteX221" fmla="*/ 2154703 w 2915191"/>
                <a:gd name="connsiteY221" fmla="*/ 331562 h 381957"/>
                <a:gd name="connsiteX222" fmla="*/ 2164447 w 2915191"/>
                <a:gd name="connsiteY222" fmla="*/ 360323 h 381957"/>
                <a:gd name="connsiteX223" fmla="*/ 2174206 w 2915191"/>
                <a:gd name="connsiteY223" fmla="*/ 379681 h 381957"/>
                <a:gd name="connsiteX224" fmla="*/ 2183950 w 2915191"/>
                <a:gd name="connsiteY224" fmla="*/ 368303 h 381957"/>
                <a:gd name="connsiteX225" fmla="*/ 2193709 w 2915191"/>
                <a:gd name="connsiteY225" fmla="*/ 368130 h 381957"/>
                <a:gd name="connsiteX226" fmla="*/ 2203452 w 2915191"/>
                <a:gd name="connsiteY226" fmla="*/ 325480 h 381957"/>
                <a:gd name="connsiteX227" fmla="*/ 2213196 w 2915191"/>
                <a:gd name="connsiteY227" fmla="*/ 288415 h 381957"/>
                <a:gd name="connsiteX228" fmla="*/ 2222955 w 2915191"/>
                <a:gd name="connsiteY228" fmla="*/ 294650 h 381957"/>
                <a:gd name="connsiteX229" fmla="*/ 2232699 w 2915191"/>
                <a:gd name="connsiteY229" fmla="*/ 289313 h 381957"/>
                <a:gd name="connsiteX230" fmla="*/ 2242458 w 2915191"/>
                <a:gd name="connsiteY230" fmla="*/ 268335 h 381957"/>
                <a:gd name="connsiteX231" fmla="*/ 2252202 w 2915191"/>
                <a:gd name="connsiteY231" fmla="*/ 244825 h 381957"/>
                <a:gd name="connsiteX232" fmla="*/ 2261946 w 2915191"/>
                <a:gd name="connsiteY232" fmla="*/ 257593 h 381957"/>
                <a:gd name="connsiteX233" fmla="*/ 2271705 w 2915191"/>
                <a:gd name="connsiteY233" fmla="*/ 288584 h 381957"/>
                <a:gd name="connsiteX234" fmla="*/ 2281449 w 2915191"/>
                <a:gd name="connsiteY234" fmla="*/ 301225 h 381957"/>
                <a:gd name="connsiteX235" fmla="*/ 2291208 w 2915191"/>
                <a:gd name="connsiteY235" fmla="*/ 278717 h 381957"/>
                <a:gd name="connsiteX236" fmla="*/ 2300951 w 2915191"/>
                <a:gd name="connsiteY236" fmla="*/ 246346 h 381957"/>
                <a:gd name="connsiteX237" fmla="*/ 2310695 w 2915191"/>
                <a:gd name="connsiteY237" fmla="*/ 253242 h 381957"/>
                <a:gd name="connsiteX238" fmla="*/ 2320454 w 2915191"/>
                <a:gd name="connsiteY238" fmla="*/ 233772 h 381957"/>
                <a:gd name="connsiteX239" fmla="*/ 2330198 w 2915191"/>
                <a:gd name="connsiteY239" fmla="*/ 215684 h 381957"/>
                <a:gd name="connsiteX240" fmla="*/ 2339957 w 2915191"/>
                <a:gd name="connsiteY240" fmla="*/ 255897 h 381957"/>
                <a:gd name="connsiteX241" fmla="*/ 2349701 w 2915191"/>
                <a:gd name="connsiteY241" fmla="*/ 237175 h 381957"/>
                <a:gd name="connsiteX242" fmla="*/ 2359445 w 2915191"/>
                <a:gd name="connsiteY242" fmla="*/ 255723 h 381957"/>
                <a:gd name="connsiteX243" fmla="*/ 2369204 w 2915191"/>
                <a:gd name="connsiteY243" fmla="*/ 220630 h 381957"/>
                <a:gd name="connsiteX244" fmla="*/ 2378948 w 2915191"/>
                <a:gd name="connsiteY244" fmla="*/ 262763 h 381957"/>
                <a:gd name="connsiteX245" fmla="*/ 2388692 w 2915191"/>
                <a:gd name="connsiteY245" fmla="*/ 260518 h 381957"/>
                <a:gd name="connsiteX246" fmla="*/ 2398450 w 2915191"/>
                <a:gd name="connsiteY246" fmla="*/ 263758 h 381957"/>
                <a:gd name="connsiteX247" fmla="*/ 2408194 w 2915191"/>
                <a:gd name="connsiteY247" fmla="*/ 274135 h 381957"/>
                <a:gd name="connsiteX248" fmla="*/ 2417953 w 2915191"/>
                <a:gd name="connsiteY248" fmla="*/ 259336 h 381957"/>
                <a:gd name="connsiteX249" fmla="*/ 2427697 w 2915191"/>
                <a:gd name="connsiteY249" fmla="*/ 281787 h 381957"/>
                <a:gd name="connsiteX250" fmla="*/ 2437441 w 2915191"/>
                <a:gd name="connsiteY250" fmla="*/ 306463 h 381957"/>
                <a:gd name="connsiteX251" fmla="*/ 2447200 w 2915191"/>
                <a:gd name="connsiteY251" fmla="*/ 325640 h 381957"/>
                <a:gd name="connsiteX252" fmla="*/ 2456944 w 2915191"/>
                <a:gd name="connsiteY252" fmla="*/ 331519 h 381957"/>
                <a:gd name="connsiteX253" fmla="*/ 2466703 w 2915191"/>
                <a:gd name="connsiteY253" fmla="*/ 296831 h 381957"/>
                <a:gd name="connsiteX254" fmla="*/ 2476446 w 2915191"/>
                <a:gd name="connsiteY254" fmla="*/ 263204 h 381957"/>
                <a:gd name="connsiteX255" fmla="*/ 2486190 w 2915191"/>
                <a:gd name="connsiteY255" fmla="*/ 275950 h 381957"/>
                <a:gd name="connsiteX256" fmla="*/ 2495949 w 2915191"/>
                <a:gd name="connsiteY256" fmla="*/ 255297 h 381957"/>
                <a:gd name="connsiteX257" fmla="*/ 2505693 w 2915191"/>
                <a:gd name="connsiteY257" fmla="*/ 235331 h 381957"/>
                <a:gd name="connsiteX258" fmla="*/ 2515452 w 2915191"/>
                <a:gd name="connsiteY258" fmla="*/ 181632 h 381957"/>
                <a:gd name="connsiteX259" fmla="*/ 2525196 w 2915191"/>
                <a:gd name="connsiteY259" fmla="*/ 188809 h 381957"/>
                <a:gd name="connsiteX260" fmla="*/ 2534940 w 2915191"/>
                <a:gd name="connsiteY260" fmla="*/ 191269 h 381957"/>
                <a:gd name="connsiteX261" fmla="*/ 2544699 w 2915191"/>
                <a:gd name="connsiteY261" fmla="*/ 212862 h 381957"/>
                <a:gd name="connsiteX262" fmla="*/ 2554443 w 2915191"/>
                <a:gd name="connsiteY262" fmla="*/ 208395 h 381957"/>
                <a:gd name="connsiteX263" fmla="*/ 2564202 w 2915191"/>
                <a:gd name="connsiteY263" fmla="*/ 213738 h 381957"/>
                <a:gd name="connsiteX264" fmla="*/ 2573946 w 2915191"/>
                <a:gd name="connsiteY264" fmla="*/ 220269 h 381957"/>
                <a:gd name="connsiteX265" fmla="*/ 2583690 w 2915191"/>
                <a:gd name="connsiteY265" fmla="*/ 222828 h 381957"/>
                <a:gd name="connsiteX266" fmla="*/ 2593448 w 2915191"/>
                <a:gd name="connsiteY266" fmla="*/ 212857 h 381957"/>
                <a:gd name="connsiteX267" fmla="*/ 2603192 w 2915191"/>
                <a:gd name="connsiteY267" fmla="*/ 217820 h 381957"/>
                <a:gd name="connsiteX268" fmla="*/ 2612951 w 2915191"/>
                <a:gd name="connsiteY268" fmla="*/ 234465 h 381957"/>
                <a:gd name="connsiteX269" fmla="*/ 2622695 w 2915191"/>
                <a:gd name="connsiteY269" fmla="*/ 233518 h 381957"/>
                <a:gd name="connsiteX270" fmla="*/ 2632439 w 2915191"/>
                <a:gd name="connsiteY270" fmla="*/ 226576 h 381957"/>
                <a:gd name="connsiteX271" fmla="*/ 2642198 w 2915191"/>
                <a:gd name="connsiteY271" fmla="*/ 238372 h 381957"/>
                <a:gd name="connsiteX272" fmla="*/ 2651942 w 2915191"/>
                <a:gd name="connsiteY272" fmla="*/ 198883 h 381957"/>
                <a:gd name="connsiteX273" fmla="*/ 2661685 w 2915191"/>
                <a:gd name="connsiteY273" fmla="*/ 212002 h 381957"/>
                <a:gd name="connsiteX274" fmla="*/ 2671444 w 2915191"/>
                <a:gd name="connsiteY274" fmla="*/ 225063 h 381957"/>
                <a:gd name="connsiteX275" fmla="*/ 2681188 w 2915191"/>
                <a:gd name="connsiteY275" fmla="*/ 232807 h 381957"/>
                <a:gd name="connsiteX276" fmla="*/ 2690947 w 2915191"/>
                <a:gd name="connsiteY276" fmla="*/ 262887 h 381957"/>
                <a:gd name="connsiteX277" fmla="*/ 2700691 w 2915191"/>
                <a:gd name="connsiteY277" fmla="*/ 234476 h 381957"/>
                <a:gd name="connsiteX278" fmla="*/ 2710435 w 2915191"/>
                <a:gd name="connsiteY278" fmla="*/ 234057 h 381957"/>
                <a:gd name="connsiteX279" fmla="*/ 2720194 w 2915191"/>
                <a:gd name="connsiteY279" fmla="*/ 244747 h 381957"/>
                <a:gd name="connsiteX280" fmla="*/ 2729938 w 2915191"/>
                <a:gd name="connsiteY280" fmla="*/ 214143 h 381957"/>
                <a:gd name="connsiteX281" fmla="*/ 2739697 w 2915191"/>
                <a:gd name="connsiteY281" fmla="*/ 191503 h 381957"/>
                <a:gd name="connsiteX282" fmla="*/ 2749441 w 2915191"/>
                <a:gd name="connsiteY282" fmla="*/ 169510 h 381957"/>
                <a:gd name="connsiteX283" fmla="*/ 2759185 w 2915191"/>
                <a:gd name="connsiteY283" fmla="*/ 141564 h 381957"/>
                <a:gd name="connsiteX284" fmla="*/ 2768943 w 2915191"/>
                <a:gd name="connsiteY284" fmla="*/ 127026 h 381957"/>
                <a:gd name="connsiteX285" fmla="*/ 2778687 w 2915191"/>
                <a:gd name="connsiteY285" fmla="*/ 102279 h 381957"/>
                <a:gd name="connsiteX286" fmla="*/ 2788446 w 2915191"/>
                <a:gd name="connsiteY286" fmla="*/ 96370 h 381957"/>
                <a:gd name="connsiteX287" fmla="*/ 2798190 w 2915191"/>
                <a:gd name="connsiteY287" fmla="*/ 75979 h 381957"/>
                <a:gd name="connsiteX288" fmla="*/ 2807934 w 2915191"/>
                <a:gd name="connsiteY288" fmla="*/ 44082 h 381957"/>
                <a:gd name="connsiteX289" fmla="*/ 2817693 w 2915191"/>
                <a:gd name="connsiteY289" fmla="*/ 51847 h 381957"/>
                <a:gd name="connsiteX290" fmla="*/ 2827437 w 2915191"/>
                <a:gd name="connsiteY290" fmla="*/ 86870 h 381957"/>
                <a:gd name="connsiteX291" fmla="*/ 2837196 w 2915191"/>
                <a:gd name="connsiteY291" fmla="*/ 94398 h 381957"/>
                <a:gd name="connsiteX292" fmla="*/ 2846940 w 2915191"/>
                <a:gd name="connsiteY292" fmla="*/ 74410 h 381957"/>
                <a:gd name="connsiteX293" fmla="*/ 2856684 w 2915191"/>
                <a:gd name="connsiteY293" fmla="*/ 52570 h 381957"/>
                <a:gd name="connsiteX294" fmla="*/ 2866442 w 2915191"/>
                <a:gd name="connsiteY294" fmla="*/ 14972 h 381957"/>
                <a:gd name="connsiteX295" fmla="*/ 2876186 w 2915191"/>
                <a:gd name="connsiteY295" fmla="*/ 4771 h 381957"/>
                <a:gd name="connsiteX296" fmla="*/ 2885945 w 2915191"/>
                <a:gd name="connsiteY296" fmla="*/ 0 h 381957"/>
                <a:gd name="connsiteX297" fmla="*/ 2895689 w 2915191"/>
                <a:gd name="connsiteY297" fmla="*/ 4742 h 381957"/>
                <a:gd name="connsiteX298" fmla="*/ 2905433 w 2915191"/>
                <a:gd name="connsiteY298" fmla="*/ 29686 h 381957"/>
                <a:gd name="connsiteX299" fmla="*/ 2915192 w 2915191"/>
                <a:gd name="connsiteY299" fmla="*/ 49158 h 381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81957">
                  <a:moveTo>
                    <a:pt x="0" y="159954"/>
                  </a:moveTo>
                  <a:lnTo>
                    <a:pt x="9750" y="175593"/>
                  </a:lnTo>
                  <a:lnTo>
                    <a:pt x="19500" y="174303"/>
                  </a:lnTo>
                  <a:lnTo>
                    <a:pt x="29250" y="177801"/>
                  </a:lnTo>
                  <a:lnTo>
                    <a:pt x="39000" y="181952"/>
                  </a:lnTo>
                  <a:lnTo>
                    <a:pt x="48749" y="179357"/>
                  </a:lnTo>
                  <a:lnTo>
                    <a:pt x="58499" y="162800"/>
                  </a:lnTo>
                  <a:lnTo>
                    <a:pt x="68249" y="146260"/>
                  </a:lnTo>
                  <a:lnTo>
                    <a:pt x="77998" y="151412"/>
                  </a:lnTo>
                  <a:lnTo>
                    <a:pt x="87748" y="137845"/>
                  </a:lnTo>
                  <a:lnTo>
                    <a:pt x="97497" y="134770"/>
                  </a:lnTo>
                  <a:lnTo>
                    <a:pt x="107247" y="117279"/>
                  </a:lnTo>
                  <a:lnTo>
                    <a:pt x="116997" y="162117"/>
                  </a:lnTo>
                  <a:lnTo>
                    <a:pt x="126747" y="164741"/>
                  </a:lnTo>
                  <a:lnTo>
                    <a:pt x="136497" y="164567"/>
                  </a:lnTo>
                  <a:lnTo>
                    <a:pt x="146247" y="119327"/>
                  </a:lnTo>
                  <a:lnTo>
                    <a:pt x="155997" y="120533"/>
                  </a:lnTo>
                  <a:lnTo>
                    <a:pt x="165747" y="127108"/>
                  </a:lnTo>
                  <a:lnTo>
                    <a:pt x="175497" y="136785"/>
                  </a:lnTo>
                  <a:lnTo>
                    <a:pt x="185247" y="154973"/>
                  </a:lnTo>
                  <a:lnTo>
                    <a:pt x="194996" y="149130"/>
                  </a:lnTo>
                  <a:lnTo>
                    <a:pt x="204746" y="129386"/>
                  </a:lnTo>
                  <a:lnTo>
                    <a:pt x="214495" y="105546"/>
                  </a:lnTo>
                  <a:lnTo>
                    <a:pt x="224245" y="94157"/>
                  </a:lnTo>
                  <a:lnTo>
                    <a:pt x="233995" y="98578"/>
                  </a:lnTo>
                  <a:lnTo>
                    <a:pt x="243744" y="97645"/>
                  </a:lnTo>
                  <a:lnTo>
                    <a:pt x="253494" y="112456"/>
                  </a:lnTo>
                  <a:lnTo>
                    <a:pt x="263244" y="138587"/>
                  </a:lnTo>
                  <a:lnTo>
                    <a:pt x="272994" y="146759"/>
                  </a:lnTo>
                  <a:lnTo>
                    <a:pt x="282744" y="146461"/>
                  </a:lnTo>
                  <a:lnTo>
                    <a:pt x="292494" y="123197"/>
                  </a:lnTo>
                  <a:lnTo>
                    <a:pt x="302244" y="153407"/>
                  </a:lnTo>
                  <a:lnTo>
                    <a:pt x="311994" y="161973"/>
                  </a:lnTo>
                  <a:lnTo>
                    <a:pt x="321744" y="151245"/>
                  </a:lnTo>
                  <a:lnTo>
                    <a:pt x="331493" y="116173"/>
                  </a:lnTo>
                  <a:lnTo>
                    <a:pt x="341243" y="132830"/>
                  </a:lnTo>
                  <a:lnTo>
                    <a:pt x="350993" y="149490"/>
                  </a:lnTo>
                  <a:lnTo>
                    <a:pt x="360742" y="146186"/>
                  </a:lnTo>
                  <a:lnTo>
                    <a:pt x="370492" y="155806"/>
                  </a:lnTo>
                  <a:lnTo>
                    <a:pt x="380241" y="188264"/>
                  </a:lnTo>
                  <a:lnTo>
                    <a:pt x="389991" y="171131"/>
                  </a:lnTo>
                  <a:lnTo>
                    <a:pt x="399741" y="177502"/>
                  </a:lnTo>
                  <a:lnTo>
                    <a:pt x="409491" y="184260"/>
                  </a:lnTo>
                  <a:lnTo>
                    <a:pt x="419241" y="189487"/>
                  </a:lnTo>
                  <a:lnTo>
                    <a:pt x="428991" y="211659"/>
                  </a:lnTo>
                  <a:lnTo>
                    <a:pt x="438741" y="217522"/>
                  </a:lnTo>
                  <a:lnTo>
                    <a:pt x="448491" y="220366"/>
                  </a:lnTo>
                  <a:lnTo>
                    <a:pt x="458241" y="231743"/>
                  </a:lnTo>
                  <a:lnTo>
                    <a:pt x="467991" y="248169"/>
                  </a:lnTo>
                  <a:lnTo>
                    <a:pt x="477740" y="249039"/>
                  </a:lnTo>
                  <a:lnTo>
                    <a:pt x="487490" y="254271"/>
                  </a:lnTo>
                  <a:lnTo>
                    <a:pt x="497239" y="225366"/>
                  </a:lnTo>
                  <a:lnTo>
                    <a:pt x="506989" y="265969"/>
                  </a:lnTo>
                  <a:lnTo>
                    <a:pt x="516738" y="258630"/>
                  </a:lnTo>
                  <a:lnTo>
                    <a:pt x="526488" y="260141"/>
                  </a:lnTo>
                  <a:lnTo>
                    <a:pt x="536238" y="237920"/>
                  </a:lnTo>
                  <a:lnTo>
                    <a:pt x="545988" y="199106"/>
                  </a:lnTo>
                  <a:lnTo>
                    <a:pt x="555738" y="187551"/>
                  </a:lnTo>
                  <a:lnTo>
                    <a:pt x="565488" y="191209"/>
                  </a:lnTo>
                  <a:lnTo>
                    <a:pt x="575238" y="181097"/>
                  </a:lnTo>
                  <a:lnTo>
                    <a:pt x="584988" y="202811"/>
                  </a:lnTo>
                  <a:lnTo>
                    <a:pt x="594738" y="209860"/>
                  </a:lnTo>
                  <a:lnTo>
                    <a:pt x="604488" y="211241"/>
                  </a:lnTo>
                  <a:lnTo>
                    <a:pt x="614237" y="246437"/>
                  </a:lnTo>
                  <a:lnTo>
                    <a:pt x="623987" y="227206"/>
                  </a:lnTo>
                  <a:lnTo>
                    <a:pt x="633736" y="200928"/>
                  </a:lnTo>
                  <a:lnTo>
                    <a:pt x="643486" y="164319"/>
                  </a:lnTo>
                  <a:lnTo>
                    <a:pt x="653236" y="154963"/>
                  </a:lnTo>
                  <a:lnTo>
                    <a:pt x="662985" y="148136"/>
                  </a:lnTo>
                  <a:lnTo>
                    <a:pt x="672735" y="151415"/>
                  </a:lnTo>
                  <a:lnTo>
                    <a:pt x="682485" y="158028"/>
                  </a:lnTo>
                  <a:lnTo>
                    <a:pt x="692235" y="160456"/>
                  </a:lnTo>
                  <a:lnTo>
                    <a:pt x="701985" y="170763"/>
                  </a:lnTo>
                  <a:lnTo>
                    <a:pt x="711735" y="171551"/>
                  </a:lnTo>
                  <a:lnTo>
                    <a:pt x="721485" y="161381"/>
                  </a:lnTo>
                  <a:lnTo>
                    <a:pt x="731235" y="154811"/>
                  </a:lnTo>
                  <a:lnTo>
                    <a:pt x="740985" y="167898"/>
                  </a:lnTo>
                  <a:lnTo>
                    <a:pt x="750734" y="153853"/>
                  </a:lnTo>
                  <a:lnTo>
                    <a:pt x="760484" y="156547"/>
                  </a:lnTo>
                  <a:lnTo>
                    <a:pt x="770233" y="198840"/>
                  </a:lnTo>
                  <a:lnTo>
                    <a:pt x="779983" y="214775"/>
                  </a:lnTo>
                  <a:lnTo>
                    <a:pt x="789733" y="237859"/>
                  </a:lnTo>
                  <a:lnTo>
                    <a:pt x="799482" y="207343"/>
                  </a:lnTo>
                  <a:lnTo>
                    <a:pt x="809232" y="227356"/>
                  </a:lnTo>
                  <a:lnTo>
                    <a:pt x="818982" y="241880"/>
                  </a:lnTo>
                  <a:lnTo>
                    <a:pt x="828732" y="228606"/>
                  </a:lnTo>
                  <a:lnTo>
                    <a:pt x="838482" y="222391"/>
                  </a:lnTo>
                  <a:lnTo>
                    <a:pt x="848232" y="227150"/>
                  </a:lnTo>
                  <a:lnTo>
                    <a:pt x="857982" y="226435"/>
                  </a:lnTo>
                  <a:lnTo>
                    <a:pt x="867732" y="215925"/>
                  </a:lnTo>
                  <a:lnTo>
                    <a:pt x="877482" y="204746"/>
                  </a:lnTo>
                  <a:lnTo>
                    <a:pt x="887231" y="207541"/>
                  </a:lnTo>
                  <a:lnTo>
                    <a:pt x="896981" y="227026"/>
                  </a:lnTo>
                  <a:lnTo>
                    <a:pt x="906730" y="200132"/>
                  </a:lnTo>
                  <a:lnTo>
                    <a:pt x="916480" y="229687"/>
                  </a:lnTo>
                  <a:lnTo>
                    <a:pt x="926230" y="194539"/>
                  </a:lnTo>
                  <a:lnTo>
                    <a:pt x="935979" y="196988"/>
                  </a:lnTo>
                  <a:lnTo>
                    <a:pt x="945729" y="211834"/>
                  </a:lnTo>
                  <a:lnTo>
                    <a:pt x="955479" y="259117"/>
                  </a:lnTo>
                  <a:lnTo>
                    <a:pt x="965229" y="266897"/>
                  </a:lnTo>
                  <a:lnTo>
                    <a:pt x="974979" y="289958"/>
                  </a:lnTo>
                  <a:lnTo>
                    <a:pt x="984729" y="323841"/>
                  </a:lnTo>
                  <a:lnTo>
                    <a:pt x="994474" y="345320"/>
                  </a:lnTo>
                  <a:lnTo>
                    <a:pt x="1004233" y="340074"/>
                  </a:lnTo>
                  <a:lnTo>
                    <a:pt x="1013977" y="352818"/>
                  </a:lnTo>
                  <a:lnTo>
                    <a:pt x="1023721" y="369983"/>
                  </a:lnTo>
                  <a:lnTo>
                    <a:pt x="1033480" y="346094"/>
                  </a:lnTo>
                  <a:lnTo>
                    <a:pt x="1043224" y="361262"/>
                  </a:lnTo>
                  <a:lnTo>
                    <a:pt x="1052983" y="334570"/>
                  </a:lnTo>
                  <a:lnTo>
                    <a:pt x="1062727" y="338129"/>
                  </a:lnTo>
                  <a:lnTo>
                    <a:pt x="1072471" y="343416"/>
                  </a:lnTo>
                  <a:lnTo>
                    <a:pt x="1082230" y="328937"/>
                  </a:lnTo>
                  <a:lnTo>
                    <a:pt x="1091973" y="330787"/>
                  </a:lnTo>
                  <a:lnTo>
                    <a:pt x="1101732" y="352611"/>
                  </a:lnTo>
                  <a:lnTo>
                    <a:pt x="1111476" y="326358"/>
                  </a:lnTo>
                  <a:lnTo>
                    <a:pt x="1121220" y="315079"/>
                  </a:lnTo>
                  <a:lnTo>
                    <a:pt x="1130979" y="308766"/>
                  </a:lnTo>
                  <a:lnTo>
                    <a:pt x="1140723" y="265084"/>
                  </a:lnTo>
                  <a:lnTo>
                    <a:pt x="1150482" y="270799"/>
                  </a:lnTo>
                  <a:lnTo>
                    <a:pt x="1160226" y="246434"/>
                  </a:lnTo>
                  <a:lnTo>
                    <a:pt x="1169969" y="235116"/>
                  </a:lnTo>
                  <a:lnTo>
                    <a:pt x="1179728" y="183590"/>
                  </a:lnTo>
                  <a:lnTo>
                    <a:pt x="1189472" y="202808"/>
                  </a:lnTo>
                  <a:lnTo>
                    <a:pt x="1199231" y="203323"/>
                  </a:lnTo>
                  <a:lnTo>
                    <a:pt x="1208975" y="188992"/>
                  </a:lnTo>
                  <a:lnTo>
                    <a:pt x="1218719" y="214667"/>
                  </a:lnTo>
                  <a:lnTo>
                    <a:pt x="1228478" y="221710"/>
                  </a:lnTo>
                  <a:lnTo>
                    <a:pt x="1238222" y="240164"/>
                  </a:lnTo>
                  <a:lnTo>
                    <a:pt x="1247966" y="228988"/>
                  </a:lnTo>
                  <a:lnTo>
                    <a:pt x="1257725" y="224182"/>
                  </a:lnTo>
                  <a:lnTo>
                    <a:pt x="1267469" y="230355"/>
                  </a:lnTo>
                  <a:lnTo>
                    <a:pt x="1277227" y="239452"/>
                  </a:lnTo>
                  <a:lnTo>
                    <a:pt x="1286971" y="235024"/>
                  </a:lnTo>
                  <a:lnTo>
                    <a:pt x="1296715" y="244127"/>
                  </a:lnTo>
                  <a:lnTo>
                    <a:pt x="1306474" y="247082"/>
                  </a:lnTo>
                  <a:lnTo>
                    <a:pt x="1316218" y="260923"/>
                  </a:lnTo>
                  <a:lnTo>
                    <a:pt x="1325977" y="234957"/>
                  </a:lnTo>
                  <a:lnTo>
                    <a:pt x="1335721" y="217105"/>
                  </a:lnTo>
                  <a:lnTo>
                    <a:pt x="1345465" y="215929"/>
                  </a:lnTo>
                  <a:lnTo>
                    <a:pt x="1355224" y="194053"/>
                  </a:lnTo>
                  <a:lnTo>
                    <a:pt x="1364967" y="187809"/>
                  </a:lnTo>
                  <a:lnTo>
                    <a:pt x="1374726" y="171042"/>
                  </a:lnTo>
                  <a:lnTo>
                    <a:pt x="1384470" y="155471"/>
                  </a:lnTo>
                  <a:lnTo>
                    <a:pt x="1394214" y="168569"/>
                  </a:lnTo>
                  <a:lnTo>
                    <a:pt x="1403973" y="178183"/>
                  </a:lnTo>
                  <a:lnTo>
                    <a:pt x="1413717" y="195916"/>
                  </a:lnTo>
                  <a:lnTo>
                    <a:pt x="1423476" y="183128"/>
                  </a:lnTo>
                  <a:lnTo>
                    <a:pt x="1433220" y="176872"/>
                  </a:lnTo>
                  <a:lnTo>
                    <a:pt x="1442964" y="181312"/>
                  </a:lnTo>
                  <a:lnTo>
                    <a:pt x="1452722" y="188401"/>
                  </a:lnTo>
                  <a:lnTo>
                    <a:pt x="1462466" y="215372"/>
                  </a:lnTo>
                  <a:lnTo>
                    <a:pt x="1472225" y="268073"/>
                  </a:lnTo>
                  <a:lnTo>
                    <a:pt x="1481969" y="258813"/>
                  </a:lnTo>
                  <a:lnTo>
                    <a:pt x="1491713" y="262039"/>
                  </a:lnTo>
                  <a:lnTo>
                    <a:pt x="1501472" y="288714"/>
                  </a:lnTo>
                  <a:lnTo>
                    <a:pt x="1511216" y="298856"/>
                  </a:lnTo>
                  <a:lnTo>
                    <a:pt x="1520960" y="300077"/>
                  </a:lnTo>
                  <a:lnTo>
                    <a:pt x="1530719" y="276117"/>
                  </a:lnTo>
                  <a:lnTo>
                    <a:pt x="1540463" y="300927"/>
                  </a:lnTo>
                  <a:lnTo>
                    <a:pt x="1550221" y="312442"/>
                  </a:lnTo>
                  <a:lnTo>
                    <a:pt x="1559965" y="304686"/>
                  </a:lnTo>
                  <a:lnTo>
                    <a:pt x="1569709" y="318847"/>
                  </a:lnTo>
                  <a:lnTo>
                    <a:pt x="1579468" y="308869"/>
                  </a:lnTo>
                  <a:lnTo>
                    <a:pt x="1589212" y="279228"/>
                  </a:lnTo>
                  <a:lnTo>
                    <a:pt x="1598971" y="262526"/>
                  </a:lnTo>
                  <a:lnTo>
                    <a:pt x="1608715" y="243028"/>
                  </a:lnTo>
                  <a:lnTo>
                    <a:pt x="1618459" y="277660"/>
                  </a:lnTo>
                  <a:lnTo>
                    <a:pt x="1628218" y="271842"/>
                  </a:lnTo>
                  <a:lnTo>
                    <a:pt x="1637962" y="282731"/>
                  </a:lnTo>
                  <a:lnTo>
                    <a:pt x="1647720" y="295798"/>
                  </a:lnTo>
                  <a:lnTo>
                    <a:pt x="1657464" y="313042"/>
                  </a:lnTo>
                  <a:lnTo>
                    <a:pt x="1667208" y="314303"/>
                  </a:lnTo>
                  <a:lnTo>
                    <a:pt x="1676967" y="310881"/>
                  </a:lnTo>
                  <a:lnTo>
                    <a:pt x="1686711" y="314085"/>
                  </a:lnTo>
                  <a:lnTo>
                    <a:pt x="1696470" y="292930"/>
                  </a:lnTo>
                  <a:lnTo>
                    <a:pt x="1706214" y="307980"/>
                  </a:lnTo>
                  <a:lnTo>
                    <a:pt x="1715958" y="259196"/>
                  </a:lnTo>
                  <a:lnTo>
                    <a:pt x="1725716" y="233005"/>
                  </a:lnTo>
                  <a:lnTo>
                    <a:pt x="1735460" y="213079"/>
                  </a:lnTo>
                  <a:lnTo>
                    <a:pt x="1745219" y="223319"/>
                  </a:lnTo>
                  <a:lnTo>
                    <a:pt x="1754963" y="242463"/>
                  </a:lnTo>
                  <a:lnTo>
                    <a:pt x="1764707" y="255777"/>
                  </a:lnTo>
                  <a:lnTo>
                    <a:pt x="1774466" y="242222"/>
                  </a:lnTo>
                  <a:lnTo>
                    <a:pt x="1784210" y="251696"/>
                  </a:lnTo>
                  <a:lnTo>
                    <a:pt x="1793969" y="259518"/>
                  </a:lnTo>
                  <a:lnTo>
                    <a:pt x="1803713" y="273177"/>
                  </a:lnTo>
                  <a:lnTo>
                    <a:pt x="1813457" y="280883"/>
                  </a:lnTo>
                  <a:lnTo>
                    <a:pt x="1823215" y="325565"/>
                  </a:lnTo>
                  <a:lnTo>
                    <a:pt x="1832959" y="318035"/>
                  </a:lnTo>
                  <a:lnTo>
                    <a:pt x="1842703" y="369319"/>
                  </a:lnTo>
                  <a:lnTo>
                    <a:pt x="1852462" y="355306"/>
                  </a:lnTo>
                  <a:lnTo>
                    <a:pt x="1862206" y="381958"/>
                  </a:lnTo>
                  <a:lnTo>
                    <a:pt x="1871965" y="365374"/>
                  </a:lnTo>
                  <a:lnTo>
                    <a:pt x="1881709" y="362895"/>
                  </a:lnTo>
                  <a:lnTo>
                    <a:pt x="1891453" y="336632"/>
                  </a:lnTo>
                  <a:lnTo>
                    <a:pt x="1901212" y="314576"/>
                  </a:lnTo>
                  <a:lnTo>
                    <a:pt x="1910956" y="281823"/>
                  </a:lnTo>
                  <a:lnTo>
                    <a:pt x="1920714" y="290505"/>
                  </a:lnTo>
                  <a:lnTo>
                    <a:pt x="1930458" y="299768"/>
                  </a:lnTo>
                  <a:lnTo>
                    <a:pt x="1940202" y="339515"/>
                  </a:lnTo>
                  <a:lnTo>
                    <a:pt x="1949961" y="330613"/>
                  </a:lnTo>
                  <a:lnTo>
                    <a:pt x="1959705" y="314577"/>
                  </a:lnTo>
                  <a:lnTo>
                    <a:pt x="1969464" y="313472"/>
                  </a:lnTo>
                  <a:lnTo>
                    <a:pt x="1979208" y="312341"/>
                  </a:lnTo>
                  <a:lnTo>
                    <a:pt x="1988952" y="299528"/>
                  </a:lnTo>
                  <a:lnTo>
                    <a:pt x="1998711" y="304398"/>
                  </a:lnTo>
                  <a:lnTo>
                    <a:pt x="2008454" y="306599"/>
                  </a:lnTo>
                  <a:lnTo>
                    <a:pt x="2018213" y="349348"/>
                  </a:lnTo>
                  <a:lnTo>
                    <a:pt x="2027957" y="336277"/>
                  </a:lnTo>
                  <a:lnTo>
                    <a:pt x="2037701" y="332253"/>
                  </a:lnTo>
                  <a:lnTo>
                    <a:pt x="2047460" y="312515"/>
                  </a:lnTo>
                  <a:lnTo>
                    <a:pt x="2057204" y="282152"/>
                  </a:lnTo>
                  <a:lnTo>
                    <a:pt x="2066963" y="299601"/>
                  </a:lnTo>
                  <a:lnTo>
                    <a:pt x="2076707" y="301192"/>
                  </a:lnTo>
                  <a:lnTo>
                    <a:pt x="2086451" y="294875"/>
                  </a:lnTo>
                  <a:lnTo>
                    <a:pt x="2096210" y="279170"/>
                  </a:lnTo>
                  <a:lnTo>
                    <a:pt x="2105954" y="321250"/>
                  </a:lnTo>
                  <a:lnTo>
                    <a:pt x="2115697" y="322389"/>
                  </a:lnTo>
                  <a:lnTo>
                    <a:pt x="2125456" y="357664"/>
                  </a:lnTo>
                  <a:lnTo>
                    <a:pt x="2135200" y="361811"/>
                  </a:lnTo>
                  <a:lnTo>
                    <a:pt x="2144959" y="332837"/>
                  </a:lnTo>
                  <a:lnTo>
                    <a:pt x="2154703" y="331562"/>
                  </a:lnTo>
                  <a:lnTo>
                    <a:pt x="2164447" y="360323"/>
                  </a:lnTo>
                  <a:lnTo>
                    <a:pt x="2174206" y="379681"/>
                  </a:lnTo>
                  <a:lnTo>
                    <a:pt x="2183950" y="368303"/>
                  </a:lnTo>
                  <a:lnTo>
                    <a:pt x="2193709" y="368130"/>
                  </a:lnTo>
                  <a:lnTo>
                    <a:pt x="2203452" y="325480"/>
                  </a:lnTo>
                  <a:lnTo>
                    <a:pt x="2213196" y="288415"/>
                  </a:lnTo>
                  <a:lnTo>
                    <a:pt x="2222955" y="294650"/>
                  </a:lnTo>
                  <a:lnTo>
                    <a:pt x="2232699" y="289313"/>
                  </a:lnTo>
                  <a:lnTo>
                    <a:pt x="2242458" y="268335"/>
                  </a:lnTo>
                  <a:lnTo>
                    <a:pt x="2252202" y="244825"/>
                  </a:lnTo>
                  <a:lnTo>
                    <a:pt x="2261946" y="257593"/>
                  </a:lnTo>
                  <a:lnTo>
                    <a:pt x="2271705" y="288584"/>
                  </a:lnTo>
                  <a:lnTo>
                    <a:pt x="2281449" y="301225"/>
                  </a:lnTo>
                  <a:lnTo>
                    <a:pt x="2291208" y="278717"/>
                  </a:lnTo>
                  <a:lnTo>
                    <a:pt x="2300951" y="246346"/>
                  </a:lnTo>
                  <a:lnTo>
                    <a:pt x="2310695" y="253242"/>
                  </a:lnTo>
                  <a:lnTo>
                    <a:pt x="2320454" y="233772"/>
                  </a:lnTo>
                  <a:lnTo>
                    <a:pt x="2330198" y="215684"/>
                  </a:lnTo>
                  <a:lnTo>
                    <a:pt x="2339957" y="255897"/>
                  </a:lnTo>
                  <a:lnTo>
                    <a:pt x="2349701" y="237175"/>
                  </a:lnTo>
                  <a:lnTo>
                    <a:pt x="2359445" y="255723"/>
                  </a:lnTo>
                  <a:lnTo>
                    <a:pt x="2369204" y="220630"/>
                  </a:lnTo>
                  <a:lnTo>
                    <a:pt x="2378948" y="262763"/>
                  </a:lnTo>
                  <a:lnTo>
                    <a:pt x="2388692" y="260518"/>
                  </a:lnTo>
                  <a:lnTo>
                    <a:pt x="2398450" y="263758"/>
                  </a:lnTo>
                  <a:lnTo>
                    <a:pt x="2408194" y="274135"/>
                  </a:lnTo>
                  <a:lnTo>
                    <a:pt x="2417953" y="259336"/>
                  </a:lnTo>
                  <a:lnTo>
                    <a:pt x="2427697" y="281787"/>
                  </a:lnTo>
                  <a:lnTo>
                    <a:pt x="2437441" y="306463"/>
                  </a:lnTo>
                  <a:lnTo>
                    <a:pt x="2447200" y="325640"/>
                  </a:lnTo>
                  <a:lnTo>
                    <a:pt x="2456944" y="331519"/>
                  </a:lnTo>
                  <a:lnTo>
                    <a:pt x="2466703" y="296831"/>
                  </a:lnTo>
                  <a:lnTo>
                    <a:pt x="2476446" y="263204"/>
                  </a:lnTo>
                  <a:lnTo>
                    <a:pt x="2486190" y="275950"/>
                  </a:lnTo>
                  <a:lnTo>
                    <a:pt x="2495949" y="255297"/>
                  </a:lnTo>
                  <a:lnTo>
                    <a:pt x="2505693" y="235331"/>
                  </a:lnTo>
                  <a:lnTo>
                    <a:pt x="2515452" y="181632"/>
                  </a:lnTo>
                  <a:lnTo>
                    <a:pt x="2525196" y="188809"/>
                  </a:lnTo>
                  <a:lnTo>
                    <a:pt x="2534940" y="191269"/>
                  </a:lnTo>
                  <a:lnTo>
                    <a:pt x="2544699" y="212862"/>
                  </a:lnTo>
                  <a:lnTo>
                    <a:pt x="2554443" y="208395"/>
                  </a:lnTo>
                  <a:lnTo>
                    <a:pt x="2564202" y="213738"/>
                  </a:lnTo>
                  <a:lnTo>
                    <a:pt x="2573946" y="220269"/>
                  </a:lnTo>
                  <a:lnTo>
                    <a:pt x="2583690" y="222828"/>
                  </a:lnTo>
                  <a:lnTo>
                    <a:pt x="2593448" y="212857"/>
                  </a:lnTo>
                  <a:lnTo>
                    <a:pt x="2603192" y="217820"/>
                  </a:lnTo>
                  <a:lnTo>
                    <a:pt x="2612951" y="234465"/>
                  </a:lnTo>
                  <a:lnTo>
                    <a:pt x="2622695" y="233518"/>
                  </a:lnTo>
                  <a:lnTo>
                    <a:pt x="2632439" y="226576"/>
                  </a:lnTo>
                  <a:lnTo>
                    <a:pt x="2642198" y="238372"/>
                  </a:lnTo>
                  <a:lnTo>
                    <a:pt x="2651942" y="198883"/>
                  </a:lnTo>
                  <a:lnTo>
                    <a:pt x="2661685" y="212002"/>
                  </a:lnTo>
                  <a:lnTo>
                    <a:pt x="2671444" y="225063"/>
                  </a:lnTo>
                  <a:lnTo>
                    <a:pt x="2681188" y="232807"/>
                  </a:lnTo>
                  <a:lnTo>
                    <a:pt x="2690947" y="262887"/>
                  </a:lnTo>
                  <a:lnTo>
                    <a:pt x="2700691" y="234476"/>
                  </a:lnTo>
                  <a:lnTo>
                    <a:pt x="2710435" y="234057"/>
                  </a:lnTo>
                  <a:lnTo>
                    <a:pt x="2720194" y="244747"/>
                  </a:lnTo>
                  <a:lnTo>
                    <a:pt x="2729938" y="214143"/>
                  </a:lnTo>
                  <a:lnTo>
                    <a:pt x="2739697" y="191503"/>
                  </a:lnTo>
                  <a:lnTo>
                    <a:pt x="2749441" y="169510"/>
                  </a:lnTo>
                  <a:lnTo>
                    <a:pt x="2759185" y="141564"/>
                  </a:lnTo>
                  <a:lnTo>
                    <a:pt x="2768943" y="127026"/>
                  </a:lnTo>
                  <a:lnTo>
                    <a:pt x="2778687" y="102279"/>
                  </a:lnTo>
                  <a:lnTo>
                    <a:pt x="2788446" y="96370"/>
                  </a:lnTo>
                  <a:lnTo>
                    <a:pt x="2798190" y="75979"/>
                  </a:lnTo>
                  <a:lnTo>
                    <a:pt x="2807934" y="44082"/>
                  </a:lnTo>
                  <a:lnTo>
                    <a:pt x="2817693" y="51847"/>
                  </a:lnTo>
                  <a:lnTo>
                    <a:pt x="2827437" y="86870"/>
                  </a:lnTo>
                  <a:lnTo>
                    <a:pt x="2837196" y="94398"/>
                  </a:lnTo>
                  <a:lnTo>
                    <a:pt x="2846940" y="74410"/>
                  </a:lnTo>
                  <a:lnTo>
                    <a:pt x="2856684" y="52570"/>
                  </a:lnTo>
                  <a:lnTo>
                    <a:pt x="2866442" y="14972"/>
                  </a:lnTo>
                  <a:lnTo>
                    <a:pt x="2876186" y="4771"/>
                  </a:lnTo>
                  <a:lnTo>
                    <a:pt x="2885945" y="0"/>
                  </a:lnTo>
                  <a:lnTo>
                    <a:pt x="2895689" y="4742"/>
                  </a:lnTo>
                  <a:lnTo>
                    <a:pt x="2905433" y="29686"/>
                  </a:lnTo>
                  <a:lnTo>
                    <a:pt x="2915192" y="4915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1" name="Freeform 1200">
              <a:extLst>
                <a:ext uri="{FF2B5EF4-FFF2-40B4-BE49-F238E27FC236}">
                  <a16:creationId xmlns:a16="http://schemas.microsoft.com/office/drawing/2014/main" id="{5619A7D4-F95E-AE33-6170-E754A6953033}"/>
                </a:ext>
              </a:extLst>
            </p:cNvPr>
            <p:cNvSpPr/>
            <p:nvPr/>
          </p:nvSpPr>
          <p:spPr>
            <a:xfrm>
              <a:off x="4426652" y="3559452"/>
              <a:ext cx="2915191" cy="379377"/>
            </a:xfrm>
            <a:custGeom>
              <a:avLst/>
              <a:gdLst>
                <a:gd name="connsiteX0" fmla="*/ 0 w 2915191"/>
                <a:gd name="connsiteY0" fmla="*/ 205034 h 379377"/>
                <a:gd name="connsiteX1" fmla="*/ 9750 w 2915191"/>
                <a:gd name="connsiteY1" fmla="*/ 182420 h 379377"/>
                <a:gd name="connsiteX2" fmla="*/ 19500 w 2915191"/>
                <a:gd name="connsiteY2" fmla="*/ 199694 h 379377"/>
                <a:gd name="connsiteX3" fmla="*/ 29250 w 2915191"/>
                <a:gd name="connsiteY3" fmla="*/ 220641 h 379377"/>
                <a:gd name="connsiteX4" fmla="*/ 39000 w 2915191"/>
                <a:gd name="connsiteY4" fmla="*/ 235829 h 379377"/>
                <a:gd name="connsiteX5" fmla="*/ 48749 w 2915191"/>
                <a:gd name="connsiteY5" fmla="*/ 249510 h 379377"/>
                <a:gd name="connsiteX6" fmla="*/ 58499 w 2915191"/>
                <a:gd name="connsiteY6" fmla="*/ 232323 h 379377"/>
                <a:gd name="connsiteX7" fmla="*/ 68249 w 2915191"/>
                <a:gd name="connsiteY7" fmla="*/ 257170 h 379377"/>
                <a:gd name="connsiteX8" fmla="*/ 77998 w 2915191"/>
                <a:gd name="connsiteY8" fmla="*/ 262326 h 379377"/>
                <a:gd name="connsiteX9" fmla="*/ 87748 w 2915191"/>
                <a:gd name="connsiteY9" fmla="*/ 256960 h 379377"/>
                <a:gd name="connsiteX10" fmla="*/ 97497 w 2915191"/>
                <a:gd name="connsiteY10" fmla="*/ 294623 h 379377"/>
                <a:gd name="connsiteX11" fmla="*/ 107247 w 2915191"/>
                <a:gd name="connsiteY11" fmla="*/ 267875 h 379377"/>
                <a:gd name="connsiteX12" fmla="*/ 116997 w 2915191"/>
                <a:gd name="connsiteY12" fmla="*/ 265440 h 379377"/>
                <a:gd name="connsiteX13" fmla="*/ 126747 w 2915191"/>
                <a:gd name="connsiteY13" fmla="*/ 237175 h 379377"/>
                <a:gd name="connsiteX14" fmla="*/ 136497 w 2915191"/>
                <a:gd name="connsiteY14" fmla="*/ 244078 h 379377"/>
                <a:gd name="connsiteX15" fmla="*/ 146247 w 2915191"/>
                <a:gd name="connsiteY15" fmla="*/ 272441 h 379377"/>
                <a:gd name="connsiteX16" fmla="*/ 155997 w 2915191"/>
                <a:gd name="connsiteY16" fmla="*/ 255583 h 379377"/>
                <a:gd name="connsiteX17" fmla="*/ 165747 w 2915191"/>
                <a:gd name="connsiteY17" fmla="*/ 247469 h 379377"/>
                <a:gd name="connsiteX18" fmla="*/ 175497 w 2915191"/>
                <a:gd name="connsiteY18" fmla="*/ 248521 h 379377"/>
                <a:gd name="connsiteX19" fmla="*/ 185247 w 2915191"/>
                <a:gd name="connsiteY19" fmla="*/ 254129 h 379377"/>
                <a:gd name="connsiteX20" fmla="*/ 194996 w 2915191"/>
                <a:gd name="connsiteY20" fmla="*/ 253369 h 379377"/>
                <a:gd name="connsiteX21" fmla="*/ 204746 w 2915191"/>
                <a:gd name="connsiteY21" fmla="*/ 245522 h 379377"/>
                <a:gd name="connsiteX22" fmla="*/ 214495 w 2915191"/>
                <a:gd name="connsiteY22" fmla="*/ 240340 h 379377"/>
                <a:gd name="connsiteX23" fmla="*/ 224245 w 2915191"/>
                <a:gd name="connsiteY23" fmla="*/ 222707 h 379377"/>
                <a:gd name="connsiteX24" fmla="*/ 233995 w 2915191"/>
                <a:gd name="connsiteY24" fmla="*/ 170212 h 379377"/>
                <a:gd name="connsiteX25" fmla="*/ 243744 w 2915191"/>
                <a:gd name="connsiteY25" fmla="*/ 164462 h 379377"/>
                <a:gd name="connsiteX26" fmla="*/ 253494 w 2915191"/>
                <a:gd name="connsiteY26" fmla="*/ 182790 h 379377"/>
                <a:gd name="connsiteX27" fmla="*/ 263244 w 2915191"/>
                <a:gd name="connsiteY27" fmla="*/ 207750 h 379377"/>
                <a:gd name="connsiteX28" fmla="*/ 272994 w 2915191"/>
                <a:gd name="connsiteY28" fmla="*/ 179265 h 379377"/>
                <a:gd name="connsiteX29" fmla="*/ 282744 w 2915191"/>
                <a:gd name="connsiteY29" fmla="*/ 160916 h 379377"/>
                <a:gd name="connsiteX30" fmla="*/ 292494 w 2915191"/>
                <a:gd name="connsiteY30" fmla="*/ 194181 h 379377"/>
                <a:gd name="connsiteX31" fmla="*/ 302244 w 2915191"/>
                <a:gd name="connsiteY31" fmla="*/ 193921 h 379377"/>
                <a:gd name="connsiteX32" fmla="*/ 311994 w 2915191"/>
                <a:gd name="connsiteY32" fmla="*/ 177140 h 379377"/>
                <a:gd name="connsiteX33" fmla="*/ 321744 w 2915191"/>
                <a:gd name="connsiteY33" fmla="*/ 193848 h 379377"/>
                <a:gd name="connsiteX34" fmla="*/ 331493 w 2915191"/>
                <a:gd name="connsiteY34" fmla="*/ 201640 h 379377"/>
                <a:gd name="connsiteX35" fmla="*/ 341243 w 2915191"/>
                <a:gd name="connsiteY35" fmla="*/ 174498 h 379377"/>
                <a:gd name="connsiteX36" fmla="*/ 350993 w 2915191"/>
                <a:gd name="connsiteY36" fmla="*/ 177013 h 379377"/>
                <a:gd name="connsiteX37" fmla="*/ 360742 w 2915191"/>
                <a:gd name="connsiteY37" fmla="*/ 120271 h 379377"/>
                <a:gd name="connsiteX38" fmla="*/ 370492 w 2915191"/>
                <a:gd name="connsiteY38" fmla="*/ 101368 h 379377"/>
                <a:gd name="connsiteX39" fmla="*/ 380241 w 2915191"/>
                <a:gd name="connsiteY39" fmla="*/ 77002 h 379377"/>
                <a:gd name="connsiteX40" fmla="*/ 389991 w 2915191"/>
                <a:gd name="connsiteY40" fmla="*/ 85259 h 379377"/>
                <a:gd name="connsiteX41" fmla="*/ 399741 w 2915191"/>
                <a:gd name="connsiteY41" fmla="*/ 82651 h 379377"/>
                <a:gd name="connsiteX42" fmla="*/ 409491 w 2915191"/>
                <a:gd name="connsiteY42" fmla="*/ 92293 h 379377"/>
                <a:gd name="connsiteX43" fmla="*/ 419241 w 2915191"/>
                <a:gd name="connsiteY43" fmla="*/ 72472 h 379377"/>
                <a:gd name="connsiteX44" fmla="*/ 428991 w 2915191"/>
                <a:gd name="connsiteY44" fmla="*/ 21851 h 379377"/>
                <a:gd name="connsiteX45" fmla="*/ 438741 w 2915191"/>
                <a:gd name="connsiteY45" fmla="*/ 0 h 379377"/>
                <a:gd name="connsiteX46" fmla="*/ 448491 w 2915191"/>
                <a:gd name="connsiteY46" fmla="*/ 21540 h 379377"/>
                <a:gd name="connsiteX47" fmla="*/ 458241 w 2915191"/>
                <a:gd name="connsiteY47" fmla="*/ 41790 h 379377"/>
                <a:gd name="connsiteX48" fmla="*/ 467991 w 2915191"/>
                <a:gd name="connsiteY48" fmla="*/ 1511 h 379377"/>
                <a:gd name="connsiteX49" fmla="*/ 477740 w 2915191"/>
                <a:gd name="connsiteY49" fmla="*/ 7667 h 379377"/>
                <a:gd name="connsiteX50" fmla="*/ 487490 w 2915191"/>
                <a:gd name="connsiteY50" fmla="*/ 218 h 379377"/>
                <a:gd name="connsiteX51" fmla="*/ 497239 w 2915191"/>
                <a:gd name="connsiteY51" fmla="*/ 13369 h 379377"/>
                <a:gd name="connsiteX52" fmla="*/ 506989 w 2915191"/>
                <a:gd name="connsiteY52" fmla="*/ 42032 h 379377"/>
                <a:gd name="connsiteX53" fmla="*/ 516738 w 2915191"/>
                <a:gd name="connsiteY53" fmla="*/ 66032 h 379377"/>
                <a:gd name="connsiteX54" fmla="*/ 526488 w 2915191"/>
                <a:gd name="connsiteY54" fmla="*/ 61177 h 379377"/>
                <a:gd name="connsiteX55" fmla="*/ 536238 w 2915191"/>
                <a:gd name="connsiteY55" fmla="*/ 72436 h 379377"/>
                <a:gd name="connsiteX56" fmla="*/ 545988 w 2915191"/>
                <a:gd name="connsiteY56" fmla="*/ 115805 h 379377"/>
                <a:gd name="connsiteX57" fmla="*/ 555738 w 2915191"/>
                <a:gd name="connsiteY57" fmla="*/ 145873 h 379377"/>
                <a:gd name="connsiteX58" fmla="*/ 565488 w 2915191"/>
                <a:gd name="connsiteY58" fmla="*/ 156804 h 379377"/>
                <a:gd name="connsiteX59" fmla="*/ 575238 w 2915191"/>
                <a:gd name="connsiteY59" fmla="*/ 134113 h 379377"/>
                <a:gd name="connsiteX60" fmla="*/ 584988 w 2915191"/>
                <a:gd name="connsiteY60" fmla="*/ 136844 h 379377"/>
                <a:gd name="connsiteX61" fmla="*/ 594738 w 2915191"/>
                <a:gd name="connsiteY61" fmla="*/ 152980 h 379377"/>
                <a:gd name="connsiteX62" fmla="*/ 604488 w 2915191"/>
                <a:gd name="connsiteY62" fmla="*/ 147719 h 379377"/>
                <a:gd name="connsiteX63" fmla="*/ 614237 w 2915191"/>
                <a:gd name="connsiteY63" fmla="*/ 138483 h 379377"/>
                <a:gd name="connsiteX64" fmla="*/ 623987 w 2915191"/>
                <a:gd name="connsiteY64" fmla="*/ 120735 h 379377"/>
                <a:gd name="connsiteX65" fmla="*/ 633736 w 2915191"/>
                <a:gd name="connsiteY65" fmla="*/ 140944 h 379377"/>
                <a:gd name="connsiteX66" fmla="*/ 643486 w 2915191"/>
                <a:gd name="connsiteY66" fmla="*/ 131099 h 379377"/>
                <a:gd name="connsiteX67" fmla="*/ 653236 w 2915191"/>
                <a:gd name="connsiteY67" fmla="*/ 104677 h 379377"/>
                <a:gd name="connsiteX68" fmla="*/ 662985 w 2915191"/>
                <a:gd name="connsiteY68" fmla="*/ 79476 h 379377"/>
                <a:gd name="connsiteX69" fmla="*/ 672735 w 2915191"/>
                <a:gd name="connsiteY69" fmla="*/ 44155 h 379377"/>
                <a:gd name="connsiteX70" fmla="*/ 682485 w 2915191"/>
                <a:gd name="connsiteY70" fmla="*/ 30993 h 379377"/>
                <a:gd name="connsiteX71" fmla="*/ 692235 w 2915191"/>
                <a:gd name="connsiteY71" fmla="*/ 26955 h 379377"/>
                <a:gd name="connsiteX72" fmla="*/ 701985 w 2915191"/>
                <a:gd name="connsiteY72" fmla="*/ 20923 h 379377"/>
                <a:gd name="connsiteX73" fmla="*/ 711735 w 2915191"/>
                <a:gd name="connsiteY73" fmla="*/ 46497 h 379377"/>
                <a:gd name="connsiteX74" fmla="*/ 721485 w 2915191"/>
                <a:gd name="connsiteY74" fmla="*/ 47704 h 379377"/>
                <a:gd name="connsiteX75" fmla="*/ 731235 w 2915191"/>
                <a:gd name="connsiteY75" fmla="*/ 57299 h 379377"/>
                <a:gd name="connsiteX76" fmla="*/ 740985 w 2915191"/>
                <a:gd name="connsiteY76" fmla="*/ 85215 h 379377"/>
                <a:gd name="connsiteX77" fmla="*/ 750734 w 2915191"/>
                <a:gd name="connsiteY77" fmla="*/ 93940 h 379377"/>
                <a:gd name="connsiteX78" fmla="*/ 760484 w 2915191"/>
                <a:gd name="connsiteY78" fmla="*/ 125680 h 379377"/>
                <a:gd name="connsiteX79" fmla="*/ 770233 w 2915191"/>
                <a:gd name="connsiteY79" fmla="*/ 92865 h 379377"/>
                <a:gd name="connsiteX80" fmla="*/ 779983 w 2915191"/>
                <a:gd name="connsiteY80" fmla="*/ 90166 h 379377"/>
                <a:gd name="connsiteX81" fmla="*/ 789733 w 2915191"/>
                <a:gd name="connsiteY81" fmla="*/ 141695 h 379377"/>
                <a:gd name="connsiteX82" fmla="*/ 799482 w 2915191"/>
                <a:gd name="connsiteY82" fmla="*/ 132887 h 379377"/>
                <a:gd name="connsiteX83" fmla="*/ 809232 w 2915191"/>
                <a:gd name="connsiteY83" fmla="*/ 169905 h 379377"/>
                <a:gd name="connsiteX84" fmla="*/ 818982 w 2915191"/>
                <a:gd name="connsiteY84" fmla="*/ 166961 h 379377"/>
                <a:gd name="connsiteX85" fmla="*/ 828732 w 2915191"/>
                <a:gd name="connsiteY85" fmla="*/ 162707 h 379377"/>
                <a:gd name="connsiteX86" fmla="*/ 838482 w 2915191"/>
                <a:gd name="connsiteY86" fmla="*/ 177338 h 379377"/>
                <a:gd name="connsiteX87" fmla="*/ 848232 w 2915191"/>
                <a:gd name="connsiteY87" fmla="*/ 158279 h 379377"/>
                <a:gd name="connsiteX88" fmla="*/ 857982 w 2915191"/>
                <a:gd name="connsiteY88" fmla="*/ 140791 h 379377"/>
                <a:gd name="connsiteX89" fmla="*/ 867732 w 2915191"/>
                <a:gd name="connsiteY89" fmla="*/ 172849 h 379377"/>
                <a:gd name="connsiteX90" fmla="*/ 877482 w 2915191"/>
                <a:gd name="connsiteY90" fmla="*/ 151341 h 379377"/>
                <a:gd name="connsiteX91" fmla="*/ 887231 w 2915191"/>
                <a:gd name="connsiteY91" fmla="*/ 124627 h 379377"/>
                <a:gd name="connsiteX92" fmla="*/ 896981 w 2915191"/>
                <a:gd name="connsiteY92" fmla="*/ 160827 h 379377"/>
                <a:gd name="connsiteX93" fmla="*/ 906730 w 2915191"/>
                <a:gd name="connsiteY93" fmla="*/ 149334 h 379377"/>
                <a:gd name="connsiteX94" fmla="*/ 916480 w 2915191"/>
                <a:gd name="connsiteY94" fmla="*/ 212246 h 379377"/>
                <a:gd name="connsiteX95" fmla="*/ 926230 w 2915191"/>
                <a:gd name="connsiteY95" fmla="*/ 236711 h 379377"/>
                <a:gd name="connsiteX96" fmla="*/ 935979 w 2915191"/>
                <a:gd name="connsiteY96" fmla="*/ 222813 h 379377"/>
                <a:gd name="connsiteX97" fmla="*/ 945729 w 2915191"/>
                <a:gd name="connsiteY97" fmla="*/ 232946 h 379377"/>
                <a:gd name="connsiteX98" fmla="*/ 955479 w 2915191"/>
                <a:gd name="connsiteY98" fmla="*/ 217095 h 379377"/>
                <a:gd name="connsiteX99" fmla="*/ 965229 w 2915191"/>
                <a:gd name="connsiteY99" fmla="*/ 193657 h 379377"/>
                <a:gd name="connsiteX100" fmla="*/ 974979 w 2915191"/>
                <a:gd name="connsiteY100" fmla="*/ 173908 h 379377"/>
                <a:gd name="connsiteX101" fmla="*/ 984729 w 2915191"/>
                <a:gd name="connsiteY101" fmla="*/ 166401 h 379377"/>
                <a:gd name="connsiteX102" fmla="*/ 994474 w 2915191"/>
                <a:gd name="connsiteY102" fmla="*/ 179245 h 379377"/>
                <a:gd name="connsiteX103" fmla="*/ 1004233 w 2915191"/>
                <a:gd name="connsiteY103" fmla="*/ 160492 h 379377"/>
                <a:gd name="connsiteX104" fmla="*/ 1013977 w 2915191"/>
                <a:gd name="connsiteY104" fmla="*/ 137257 h 379377"/>
                <a:gd name="connsiteX105" fmla="*/ 1023721 w 2915191"/>
                <a:gd name="connsiteY105" fmla="*/ 118699 h 379377"/>
                <a:gd name="connsiteX106" fmla="*/ 1033480 w 2915191"/>
                <a:gd name="connsiteY106" fmla="*/ 88120 h 379377"/>
                <a:gd name="connsiteX107" fmla="*/ 1043224 w 2915191"/>
                <a:gd name="connsiteY107" fmla="*/ 95686 h 379377"/>
                <a:gd name="connsiteX108" fmla="*/ 1052983 w 2915191"/>
                <a:gd name="connsiteY108" fmla="*/ 126442 h 379377"/>
                <a:gd name="connsiteX109" fmla="*/ 1062727 w 2915191"/>
                <a:gd name="connsiteY109" fmla="*/ 147270 h 379377"/>
                <a:gd name="connsiteX110" fmla="*/ 1072471 w 2915191"/>
                <a:gd name="connsiteY110" fmla="*/ 86067 h 379377"/>
                <a:gd name="connsiteX111" fmla="*/ 1082230 w 2915191"/>
                <a:gd name="connsiteY111" fmla="*/ 59901 h 379377"/>
                <a:gd name="connsiteX112" fmla="*/ 1091973 w 2915191"/>
                <a:gd name="connsiteY112" fmla="*/ 64443 h 379377"/>
                <a:gd name="connsiteX113" fmla="*/ 1101732 w 2915191"/>
                <a:gd name="connsiteY113" fmla="*/ 41372 h 379377"/>
                <a:gd name="connsiteX114" fmla="*/ 1111476 w 2915191"/>
                <a:gd name="connsiteY114" fmla="*/ 48620 h 379377"/>
                <a:gd name="connsiteX115" fmla="*/ 1121220 w 2915191"/>
                <a:gd name="connsiteY115" fmla="*/ 42179 h 379377"/>
                <a:gd name="connsiteX116" fmla="*/ 1130979 w 2915191"/>
                <a:gd name="connsiteY116" fmla="*/ 11442 h 379377"/>
                <a:gd name="connsiteX117" fmla="*/ 1140723 w 2915191"/>
                <a:gd name="connsiteY117" fmla="*/ 43298 h 379377"/>
                <a:gd name="connsiteX118" fmla="*/ 1150482 w 2915191"/>
                <a:gd name="connsiteY118" fmla="*/ 50095 h 379377"/>
                <a:gd name="connsiteX119" fmla="*/ 1160226 w 2915191"/>
                <a:gd name="connsiteY119" fmla="*/ 48840 h 379377"/>
                <a:gd name="connsiteX120" fmla="*/ 1169969 w 2915191"/>
                <a:gd name="connsiteY120" fmla="*/ 41552 h 379377"/>
                <a:gd name="connsiteX121" fmla="*/ 1179728 w 2915191"/>
                <a:gd name="connsiteY121" fmla="*/ 63954 h 379377"/>
                <a:gd name="connsiteX122" fmla="*/ 1189472 w 2915191"/>
                <a:gd name="connsiteY122" fmla="*/ 74096 h 379377"/>
                <a:gd name="connsiteX123" fmla="*/ 1199231 w 2915191"/>
                <a:gd name="connsiteY123" fmla="*/ 46589 h 379377"/>
                <a:gd name="connsiteX124" fmla="*/ 1208975 w 2915191"/>
                <a:gd name="connsiteY124" fmla="*/ 76587 h 379377"/>
                <a:gd name="connsiteX125" fmla="*/ 1218719 w 2915191"/>
                <a:gd name="connsiteY125" fmla="*/ 57501 h 379377"/>
                <a:gd name="connsiteX126" fmla="*/ 1228478 w 2915191"/>
                <a:gd name="connsiteY126" fmla="*/ 56193 h 379377"/>
                <a:gd name="connsiteX127" fmla="*/ 1238222 w 2915191"/>
                <a:gd name="connsiteY127" fmla="*/ 92052 h 379377"/>
                <a:gd name="connsiteX128" fmla="*/ 1247966 w 2915191"/>
                <a:gd name="connsiteY128" fmla="*/ 83424 h 379377"/>
                <a:gd name="connsiteX129" fmla="*/ 1257725 w 2915191"/>
                <a:gd name="connsiteY129" fmla="*/ 72712 h 379377"/>
                <a:gd name="connsiteX130" fmla="*/ 1267469 w 2915191"/>
                <a:gd name="connsiteY130" fmla="*/ 113979 h 379377"/>
                <a:gd name="connsiteX131" fmla="*/ 1277227 w 2915191"/>
                <a:gd name="connsiteY131" fmla="*/ 106994 h 379377"/>
                <a:gd name="connsiteX132" fmla="*/ 1286971 w 2915191"/>
                <a:gd name="connsiteY132" fmla="*/ 128699 h 379377"/>
                <a:gd name="connsiteX133" fmla="*/ 1296715 w 2915191"/>
                <a:gd name="connsiteY133" fmla="*/ 142108 h 379377"/>
                <a:gd name="connsiteX134" fmla="*/ 1306474 w 2915191"/>
                <a:gd name="connsiteY134" fmla="*/ 133514 h 379377"/>
                <a:gd name="connsiteX135" fmla="*/ 1316218 w 2915191"/>
                <a:gd name="connsiteY135" fmla="*/ 112253 h 379377"/>
                <a:gd name="connsiteX136" fmla="*/ 1325977 w 2915191"/>
                <a:gd name="connsiteY136" fmla="*/ 75380 h 379377"/>
                <a:gd name="connsiteX137" fmla="*/ 1335721 w 2915191"/>
                <a:gd name="connsiteY137" fmla="*/ 81180 h 379377"/>
                <a:gd name="connsiteX138" fmla="*/ 1345465 w 2915191"/>
                <a:gd name="connsiteY138" fmla="*/ 102383 h 379377"/>
                <a:gd name="connsiteX139" fmla="*/ 1355224 w 2915191"/>
                <a:gd name="connsiteY139" fmla="*/ 67340 h 379377"/>
                <a:gd name="connsiteX140" fmla="*/ 1364967 w 2915191"/>
                <a:gd name="connsiteY140" fmla="*/ 103911 h 379377"/>
                <a:gd name="connsiteX141" fmla="*/ 1374726 w 2915191"/>
                <a:gd name="connsiteY141" fmla="*/ 105252 h 379377"/>
                <a:gd name="connsiteX142" fmla="*/ 1384470 w 2915191"/>
                <a:gd name="connsiteY142" fmla="*/ 102048 h 379377"/>
                <a:gd name="connsiteX143" fmla="*/ 1394214 w 2915191"/>
                <a:gd name="connsiteY143" fmla="*/ 103012 h 379377"/>
                <a:gd name="connsiteX144" fmla="*/ 1403973 w 2915191"/>
                <a:gd name="connsiteY144" fmla="*/ 108153 h 379377"/>
                <a:gd name="connsiteX145" fmla="*/ 1413717 w 2915191"/>
                <a:gd name="connsiteY145" fmla="*/ 110927 h 379377"/>
                <a:gd name="connsiteX146" fmla="*/ 1423476 w 2915191"/>
                <a:gd name="connsiteY146" fmla="*/ 132245 h 379377"/>
                <a:gd name="connsiteX147" fmla="*/ 1433220 w 2915191"/>
                <a:gd name="connsiteY147" fmla="*/ 135606 h 379377"/>
                <a:gd name="connsiteX148" fmla="*/ 1442964 w 2915191"/>
                <a:gd name="connsiteY148" fmla="*/ 131192 h 379377"/>
                <a:gd name="connsiteX149" fmla="*/ 1452722 w 2915191"/>
                <a:gd name="connsiteY149" fmla="*/ 126547 h 379377"/>
                <a:gd name="connsiteX150" fmla="*/ 1462466 w 2915191"/>
                <a:gd name="connsiteY150" fmla="*/ 121595 h 379377"/>
                <a:gd name="connsiteX151" fmla="*/ 1472225 w 2915191"/>
                <a:gd name="connsiteY151" fmla="*/ 146987 h 379377"/>
                <a:gd name="connsiteX152" fmla="*/ 1481969 w 2915191"/>
                <a:gd name="connsiteY152" fmla="*/ 156350 h 379377"/>
                <a:gd name="connsiteX153" fmla="*/ 1491713 w 2915191"/>
                <a:gd name="connsiteY153" fmla="*/ 155444 h 379377"/>
                <a:gd name="connsiteX154" fmla="*/ 1501472 w 2915191"/>
                <a:gd name="connsiteY154" fmla="*/ 149246 h 379377"/>
                <a:gd name="connsiteX155" fmla="*/ 1511216 w 2915191"/>
                <a:gd name="connsiteY155" fmla="*/ 166633 h 379377"/>
                <a:gd name="connsiteX156" fmla="*/ 1520960 w 2915191"/>
                <a:gd name="connsiteY156" fmla="*/ 147424 h 379377"/>
                <a:gd name="connsiteX157" fmla="*/ 1530719 w 2915191"/>
                <a:gd name="connsiteY157" fmla="*/ 172474 h 379377"/>
                <a:gd name="connsiteX158" fmla="*/ 1540463 w 2915191"/>
                <a:gd name="connsiteY158" fmla="*/ 136722 h 379377"/>
                <a:gd name="connsiteX159" fmla="*/ 1550221 w 2915191"/>
                <a:gd name="connsiteY159" fmla="*/ 128154 h 379377"/>
                <a:gd name="connsiteX160" fmla="*/ 1559965 w 2915191"/>
                <a:gd name="connsiteY160" fmla="*/ 110290 h 379377"/>
                <a:gd name="connsiteX161" fmla="*/ 1569709 w 2915191"/>
                <a:gd name="connsiteY161" fmla="*/ 88142 h 379377"/>
                <a:gd name="connsiteX162" fmla="*/ 1579468 w 2915191"/>
                <a:gd name="connsiteY162" fmla="*/ 75884 h 379377"/>
                <a:gd name="connsiteX163" fmla="*/ 1589212 w 2915191"/>
                <a:gd name="connsiteY163" fmla="*/ 83373 h 379377"/>
                <a:gd name="connsiteX164" fmla="*/ 1598971 w 2915191"/>
                <a:gd name="connsiteY164" fmla="*/ 72196 h 379377"/>
                <a:gd name="connsiteX165" fmla="*/ 1608715 w 2915191"/>
                <a:gd name="connsiteY165" fmla="*/ 71865 h 379377"/>
                <a:gd name="connsiteX166" fmla="*/ 1618459 w 2915191"/>
                <a:gd name="connsiteY166" fmla="*/ 75445 h 379377"/>
                <a:gd name="connsiteX167" fmla="*/ 1628218 w 2915191"/>
                <a:gd name="connsiteY167" fmla="*/ 56835 h 379377"/>
                <a:gd name="connsiteX168" fmla="*/ 1637962 w 2915191"/>
                <a:gd name="connsiteY168" fmla="*/ 55643 h 379377"/>
                <a:gd name="connsiteX169" fmla="*/ 1647720 w 2915191"/>
                <a:gd name="connsiteY169" fmla="*/ 82546 h 379377"/>
                <a:gd name="connsiteX170" fmla="*/ 1657464 w 2915191"/>
                <a:gd name="connsiteY170" fmla="*/ 78713 h 379377"/>
                <a:gd name="connsiteX171" fmla="*/ 1667208 w 2915191"/>
                <a:gd name="connsiteY171" fmla="*/ 78209 h 379377"/>
                <a:gd name="connsiteX172" fmla="*/ 1676967 w 2915191"/>
                <a:gd name="connsiteY172" fmla="*/ 49494 h 379377"/>
                <a:gd name="connsiteX173" fmla="*/ 1686711 w 2915191"/>
                <a:gd name="connsiteY173" fmla="*/ 64657 h 379377"/>
                <a:gd name="connsiteX174" fmla="*/ 1696470 w 2915191"/>
                <a:gd name="connsiteY174" fmla="*/ 76290 h 379377"/>
                <a:gd name="connsiteX175" fmla="*/ 1706214 w 2915191"/>
                <a:gd name="connsiteY175" fmla="*/ 65383 h 379377"/>
                <a:gd name="connsiteX176" fmla="*/ 1715958 w 2915191"/>
                <a:gd name="connsiteY176" fmla="*/ 75830 h 379377"/>
                <a:gd name="connsiteX177" fmla="*/ 1725716 w 2915191"/>
                <a:gd name="connsiteY177" fmla="*/ 87996 h 379377"/>
                <a:gd name="connsiteX178" fmla="*/ 1735460 w 2915191"/>
                <a:gd name="connsiteY178" fmla="*/ 128435 h 379377"/>
                <a:gd name="connsiteX179" fmla="*/ 1745219 w 2915191"/>
                <a:gd name="connsiteY179" fmla="*/ 152084 h 379377"/>
                <a:gd name="connsiteX180" fmla="*/ 1754963 w 2915191"/>
                <a:gd name="connsiteY180" fmla="*/ 171685 h 379377"/>
                <a:gd name="connsiteX181" fmla="*/ 1764707 w 2915191"/>
                <a:gd name="connsiteY181" fmla="*/ 154567 h 379377"/>
                <a:gd name="connsiteX182" fmla="*/ 1774466 w 2915191"/>
                <a:gd name="connsiteY182" fmla="*/ 206516 h 379377"/>
                <a:gd name="connsiteX183" fmla="*/ 1784210 w 2915191"/>
                <a:gd name="connsiteY183" fmla="*/ 211715 h 379377"/>
                <a:gd name="connsiteX184" fmla="*/ 1793969 w 2915191"/>
                <a:gd name="connsiteY184" fmla="*/ 204842 h 379377"/>
                <a:gd name="connsiteX185" fmla="*/ 1803713 w 2915191"/>
                <a:gd name="connsiteY185" fmla="*/ 186208 h 379377"/>
                <a:gd name="connsiteX186" fmla="*/ 1813457 w 2915191"/>
                <a:gd name="connsiteY186" fmla="*/ 215518 h 379377"/>
                <a:gd name="connsiteX187" fmla="*/ 1823215 w 2915191"/>
                <a:gd name="connsiteY187" fmla="*/ 217646 h 379377"/>
                <a:gd name="connsiteX188" fmla="*/ 1832959 w 2915191"/>
                <a:gd name="connsiteY188" fmla="*/ 211502 h 379377"/>
                <a:gd name="connsiteX189" fmla="*/ 1842703 w 2915191"/>
                <a:gd name="connsiteY189" fmla="*/ 252377 h 379377"/>
                <a:gd name="connsiteX190" fmla="*/ 1852462 w 2915191"/>
                <a:gd name="connsiteY190" fmla="*/ 218322 h 379377"/>
                <a:gd name="connsiteX191" fmla="*/ 1862206 w 2915191"/>
                <a:gd name="connsiteY191" fmla="*/ 195662 h 379377"/>
                <a:gd name="connsiteX192" fmla="*/ 1871965 w 2915191"/>
                <a:gd name="connsiteY192" fmla="*/ 197382 h 379377"/>
                <a:gd name="connsiteX193" fmla="*/ 1881709 w 2915191"/>
                <a:gd name="connsiteY193" fmla="*/ 178478 h 379377"/>
                <a:gd name="connsiteX194" fmla="*/ 1891453 w 2915191"/>
                <a:gd name="connsiteY194" fmla="*/ 183360 h 379377"/>
                <a:gd name="connsiteX195" fmla="*/ 1901212 w 2915191"/>
                <a:gd name="connsiteY195" fmla="*/ 168484 h 379377"/>
                <a:gd name="connsiteX196" fmla="*/ 1910956 w 2915191"/>
                <a:gd name="connsiteY196" fmla="*/ 131330 h 379377"/>
                <a:gd name="connsiteX197" fmla="*/ 1920714 w 2915191"/>
                <a:gd name="connsiteY197" fmla="*/ 131218 h 379377"/>
                <a:gd name="connsiteX198" fmla="*/ 1930458 w 2915191"/>
                <a:gd name="connsiteY198" fmla="*/ 105597 h 379377"/>
                <a:gd name="connsiteX199" fmla="*/ 1940202 w 2915191"/>
                <a:gd name="connsiteY199" fmla="*/ 89591 h 379377"/>
                <a:gd name="connsiteX200" fmla="*/ 1949961 w 2915191"/>
                <a:gd name="connsiteY200" fmla="*/ 80678 h 379377"/>
                <a:gd name="connsiteX201" fmla="*/ 1959705 w 2915191"/>
                <a:gd name="connsiteY201" fmla="*/ 93454 h 379377"/>
                <a:gd name="connsiteX202" fmla="*/ 1969464 w 2915191"/>
                <a:gd name="connsiteY202" fmla="*/ 120691 h 379377"/>
                <a:gd name="connsiteX203" fmla="*/ 1979208 w 2915191"/>
                <a:gd name="connsiteY203" fmla="*/ 107937 h 379377"/>
                <a:gd name="connsiteX204" fmla="*/ 1988952 w 2915191"/>
                <a:gd name="connsiteY204" fmla="*/ 119797 h 379377"/>
                <a:gd name="connsiteX205" fmla="*/ 1998711 w 2915191"/>
                <a:gd name="connsiteY205" fmla="*/ 129003 h 379377"/>
                <a:gd name="connsiteX206" fmla="*/ 2008454 w 2915191"/>
                <a:gd name="connsiteY206" fmla="*/ 135579 h 379377"/>
                <a:gd name="connsiteX207" fmla="*/ 2018213 w 2915191"/>
                <a:gd name="connsiteY207" fmla="*/ 148835 h 379377"/>
                <a:gd name="connsiteX208" fmla="*/ 2027957 w 2915191"/>
                <a:gd name="connsiteY208" fmla="*/ 159964 h 379377"/>
                <a:gd name="connsiteX209" fmla="*/ 2037701 w 2915191"/>
                <a:gd name="connsiteY209" fmla="*/ 160383 h 379377"/>
                <a:gd name="connsiteX210" fmla="*/ 2047460 w 2915191"/>
                <a:gd name="connsiteY210" fmla="*/ 154626 h 379377"/>
                <a:gd name="connsiteX211" fmla="*/ 2057204 w 2915191"/>
                <a:gd name="connsiteY211" fmla="*/ 150428 h 379377"/>
                <a:gd name="connsiteX212" fmla="*/ 2066963 w 2915191"/>
                <a:gd name="connsiteY212" fmla="*/ 104706 h 379377"/>
                <a:gd name="connsiteX213" fmla="*/ 2076707 w 2915191"/>
                <a:gd name="connsiteY213" fmla="*/ 87873 h 379377"/>
                <a:gd name="connsiteX214" fmla="*/ 2086451 w 2915191"/>
                <a:gd name="connsiteY214" fmla="*/ 91441 h 379377"/>
                <a:gd name="connsiteX215" fmla="*/ 2096210 w 2915191"/>
                <a:gd name="connsiteY215" fmla="*/ 83750 h 379377"/>
                <a:gd name="connsiteX216" fmla="*/ 2105954 w 2915191"/>
                <a:gd name="connsiteY216" fmla="*/ 61613 h 379377"/>
                <a:gd name="connsiteX217" fmla="*/ 2115697 w 2915191"/>
                <a:gd name="connsiteY217" fmla="*/ 89977 h 379377"/>
                <a:gd name="connsiteX218" fmla="*/ 2125456 w 2915191"/>
                <a:gd name="connsiteY218" fmla="*/ 120837 h 379377"/>
                <a:gd name="connsiteX219" fmla="*/ 2135200 w 2915191"/>
                <a:gd name="connsiteY219" fmla="*/ 137460 h 379377"/>
                <a:gd name="connsiteX220" fmla="*/ 2144959 w 2915191"/>
                <a:gd name="connsiteY220" fmla="*/ 162287 h 379377"/>
                <a:gd name="connsiteX221" fmla="*/ 2154703 w 2915191"/>
                <a:gd name="connsiteY221" fmla="*/ 171244 h 379377"/>
                <a:gd name="connsiteX222" fmla="*/ 2164447 w 2915191"/>
                <a:gd name="connsiteY222" fmla="*/ 187127 h 379377"/>
                <a:gd name="connsiteX223" fmla="*/ 2174206 w 2915191"/>
                <a:gd name="connsiteY223" fmla="*/ 210128 h 379377"/>
                <a:gd name="connsiteX224" fmla="*/ 2183950 w 2915191"/>
                <a:gd name="connsiteY224" fmla="*/ 200332 h 379377"/>
                <a:gd name="connsiteX225" fmla="*/ 2193709 w 2915191"/>
                <a:gd name="connsiteY225" fmla="*/ 176246 h 379377"/>
                <a:gd name="connsiteX226" fmla="*/ 2203452 w 2915191"/>
                <a:gd name="connsiteY226" fmla="*/ 218817 h 379377"/>
                <a:gd name="connsiteX227" fmla="*/ 2213196 w 2915191"/>
                <a:gd name="connsiteY227" fmla="*/ 223275 h 379377"/>
                <a:gd name="connsiteX228" fmla="*/ 2222955 w 2915191"/>
                <a:gd name="connsiteY228" fmla="*/ 244379 h 379377"/>
                <a:gd name="connsiteX229" fmla="*/ 2232699 w 2915191"/>
                <a:gd name="connsiteY229" fmla="*/ 209779 h 379377"/>
                <a:gd name="connsiteX230" fmla="*/ 2242458 w 2915191"/>
                <a:gd name="connsiteY230" fmla="*/ 226920 h 379377"/>
                <a:gd name="connsiteX231" fmla="*/ 2252202 w 2915191"/>
                <a:gd name="connsiteY231" fmla="*/ 245598 h 379377"/>
                <a:gd name="connsiteX232" fmla="*/ 2261946 w 2915191"/>
                <a:gd name="connsiteY232" fmla="*/ 236118 h 379377"/>
                <a:gd name="connsiteX233" fmla="*/ 2271705 w 2915191"/>
                <a:gd name="connsiteY233" fmla="*/ 266035 h 379377"/>
                <a:gd name="connsiteX234" fmla="*/ 2281449 w 2915191"/>
                <a:gd name="connsiteY234" fmla="*/ 226517 h 379377"/>
                <a:gd name="connsiteX235" fmla="*/ 2291208 w 2915191"/>
                <a:gd name="connsiteY235" fmla="*/ 220439 h 379377"/>
                <a:gd name="connsiteX236" fmla="*/ 2300951 w 2915191"/>
                <a:gd name="connsiteY236" fmla="*/ 208218 h 379377"/>
                <a:gd name="connsiteX237" fmla="*/ 2310695 w 2915191"/>
                <a:gd name="connsiteY237" fmla="*/ 193112 h 379377"/>
                <a:gd name="connsiteX238" fmla="*/ 2320454 w 2915191"/>
                <a:gd name="connsiteY238" fmla="*/ 178624 h 379377"/>
                <a:gd name="connsiteX239" fmla="*/ 2330198 w 2915191"/>
                <a:gd name="connsiteY239" fmla="*/ 175045 h 379377"/>
                <a:gd name="connsiteX240" fmla="*/ 2339957 w 2915191"/>
                <a:gd name="connsiteY240" fmla="*/ 190172 h 379377"/>
                <a:gd name="connsiteX241" fmla="*/ 2349701 w 2915191"/>
                <a:gd name="connsiteY241" fmla="*/ 149997 h 379377"/>
                <a:gd name="connsiteX242" fmla="*/ 2359445 w 2915191"/>
                <a:gd name="connsiteY242" fmla="*/ 158181 h 379377"/>
                <a:gd name="connsiteX243" fmla="*/ 2369204 w 2915191"/>
                <a:gd name="connsiteY243" fmla="*/ 199529 h 379377"/>
                <a:gd name="connsiteX244" fmla="*/ 2378948 w 2915191"/>
                <a:gd name="connsiteY244" fmla="*/ 229680 h 379377"/>
                <a:gd name="connsiteX245" fmla="*/ 2388692 w 2915191"/>
                <a:gd name="connsiteY245" fmla="*/ 245936 h 379377"/>
                <a:gd name="connsiteX246" fmla="*/ 2398450 w 2915191"/>
                <a:gd name="connsiteY246" fmla="*/ 237405 h 379377"/>
                <a:gd name="connsiteX247" fmla="*/ 2408194 w 2915191"/>
                <a:gd name="connsiteY247" fmla="*/ 256391 h 379377"/>
                <a:gd name="connsiteX248" fmla="*/ 2417953 w 2915191"/>
                <a:gd name="connsiteY248" fmla="*/ 300326 h 379377"/>
                <a:gd name="connsiteX249" fmla="*/ 2427697 w 2915191"/>
                <a:gd name="connsiteY249" fmla="*/ 316453 h 379377"/>
                <a:gd name="connsiteX250" fmla="*/ 2437441 w 2915191"/>
                <a:gd name="connsiteY250" fmla="*/ 319780 h 379377"/>
                <a:gd name="connsiteX251" fmla="*/ 2447200 w 2915191"/>
                <a:gd name="connsiteY251" fmla="*/ 307073 h 379377"/>
                <a:gd name="connsiteX252" fmla="*/ 2456944 w 2915191"/>
                <a:gd name="connsiteY252" fmla="*/ 315474 h 379377"/>
                <a:gd name="connsiteX253" fmla="*/ 2466703 w 2915191"/>
                <a:gd name="connsiteY253" fmla="*/ 301274 h 379377"/>
                <a:gd name="connsiteX254" fmla="*/ 2476446 w 2915191"/>
                <a:gd name="connsiteY254" fmla="*/ 311040 h 379377"/>
                <a:gd name="connsiteX255" fmla="*/ 2486190 w 2915191"/>
                <a:gd name="connsiteY255" fmla="*/ 341033 h 379377"/>
                <a:gd name="connsiteX256" fmla="*/ 2495949 w 2915191"/>
                <a:gd name="connsiteY256" fmla="*/ 339829 h 379377"/>
                <a:gd name="connsiteX257" fmla="*/ 2505693 w 2915191"/>
                <a:gd name="connsiteY257" fmla="*/ 318531 h 379377"/>
                <a:gd name="connsiteX258" fmla="*/ 2515452 w 2915191"/>
                <a:gd name="connsiteY258" fmla="*/ 310615 h 379377"/>
                <a:gd name="connsiteX259" fmla="*/ 2525196 w 2915191"/>
                <a:gd name="connsiteY259" fmla="*/ 324123 h 379377"/>
                <a:gd name="connsiteX260" fmla="*/ 2534940 w 2915191"/>
                <a:gd name="connsiteY260" fmla="*/ 317572 h 379377"/>
                <a:gd name="connsiteX261" fmla="*/ 2544699 w 2915191"/>
                <a:gd name="connsiteY261" fmla="*/ 345332 h 379377"/>
                <a:gd name="connsiteX262" fmla="*/ 2554443 w 2915191"/>
                <a:gd name="connsiteY262" fmla="*/ 332091 h 379377"/>
                <a:gd name="connsiteX263" fmla="*/ 2564202 w 2915191"/>
                <a:gd name="connsiteY263" fmla="*/ 342178 h 379377"/>
                <a:gd name="connsiteX264" fmla="*/ 2573946 w 2915191"/>
                <a:gd name="connsiteY264" fmla="*/ 334046 h 379377"/>
                <a:gd name="connsiteX265" fmla="*/ 2583690 w 2915191"/>
                <a:gd name="connsiteY265" fmla="*/ 296850 h 379377"/>
                <a:gd name="connsiteX266" fmla="*/ 2593448 w 2915191"/>
                <a:gd name="connsiteY266" fmla="*/ 281285 h 379377"/>
                <a:gd name="connsiteX267" fmla="*/ 2603192 w 2915191"/>
                <a:gd name="connsiteY267" fmla="*/ 266008 h 379377"/>
                <a:gd name="connsiteX268" fmla="*/ 2612951 w 2915191"/>
                <a:gd name="connsiteY268" fmla="*/ 267246 h 379377"/>
                <a:gd name="connsiteX269" fmla="*/ 2622695 w 2915191"/>
                <a:gd name="connsiteY269" fmla="*/ 254421 h 379377"/>
                <a:gd name="connsiteX270" fmla="*/ 2632439 w 2915191"/>
                <a:gd name="connsiteY270" fmla="*/ 282290 h 379377"/>
                <a:gd name="connsiteX271" fmla="*/ 2642198 w 2915191"/>
                <a:gd name="connsiteY271" fmla="*/ 273477 h 379377"/>
                <a:gd name="connsiteX272" fmla="*/ 2651942 w 2915191"/>
                <a:gd name="connsiteY272" fmla="*/ 293288 h 379377"/>
                <a:gd name="connsiteX273" fmla="*/ 2661685 w 2915191"/>
                <a:gd name="connsiteY273" fmla="*/ 273341 h 379377"/>
                <a:gd name="connsiteX274" fmla="*/ 2671444 w 2915191"/>
                <a:gd name="connsiteY274" fmla="*/ 298114 h 379377"/>
                <a:gd name="connsiteX275" fmla="*/ 2681188 w 2915191"/>
                <a:gd name="connsiteY275" fmla="*/ 301397 h 379377"/>
                <a:gd name="connsiteX276" fmla="*/ 2690947 w 2915191"/>
                <a:gd name="connsiteY276" fmla="*/ 294183 h 379377"/>
                <a:gd name="connsiteX277" fmla="*/ 2700691 w 2915191"/>
                <a:gd name="connsiteY277" fmla="*/ 303717 h 379377"/>
                <a:gd name="connsiteX278" fmla="*/ 2710435 w 2915191"/>
                <a:gd name="connsiteY278" fmla="*/ 293714 h 379377"/>
                <a:gd name="connsiteX279" fmla="*/ 2720194 w 2915191"/>
                <a:gd name="connsiteY279" fmla="*/ 285768 h 379377"/>
                <a:gd name="connsiteX280" fmla="*/ 2729938 w 2915191"/>
                <a:gd name="connsiteY280" fmla="*/ 275746 h 379377"/>
                <a:gd name="connsiteX281" fmla="*/ 2739697 w 2915191"/>
                <a:gd name="connsiteY281" fmla="*/ 298662 h 379377"/>
                <a:gd name="connsiteX282" fmla="*/ 2749441 w 2915191"/>
                <a:gd name="connsiteY282" fmla="*/ 294122 h 379377"/>
                <a:gd name="connsiteX283" fmla="*/ 2759185 w 2915191"/>
                <a:gd name="connsiteY283" fmla="*/ 314035 h 379377"/>
                <a:gd name="connsiteX284" fmla="*/ 2768943 w 2915191"/>
                <a:gd name="connsiteY284" fmla="*/ 303440 h 379377"/>
                <a:gd name="connsiteX285" fmla="*/ 2778687 w 2915191"/>
                <a:gd name="connsiteY285" fmla="*/ 317338 h 379377"/>
                <a:gd name="connsiteX286" fmla="*/ 2788446 w 2915191"/>
                <a:gd name="connsiteY286" fmla="*/ 297332 h 379377"/>
                <a:gd name="connsiteX287" fmla="*/ 2798190 w 2915191"/>
                <a:gd name="connsiteY287" fmla="*/ 271692 h 379377"/>
                <a:gd name="connsiteX288" fmla="*/ 2807934 w 2915191"/>
                <a:gd name="connsiteY288" fmla="*/ 307318 h 379377"/>
                <a:gd name="connsiteX289" fmla="*/ 2817693 w 2915191"/>
                <a:gd name="connsiteY289" fmla="*/ 323950 h 379377"/>
                <a:gd name="connsiteX290" fmla="*/ 2827437 w 2915191"/>
                <a:gd name="connsiteY290" fmla="*/ 310453 h 379377"/>
                <a:gd name="connsiteX291" fmla="*/ 2837196 w 2915191"/>
                <a:gd name="connsiteY291" fmla="*/ 285704 h 379377"/>
                <a:gd name="connsiteX292" fmla="*/ 2846940 w 2915191"/>
                <a:gd name="connsiteY292" fmla="*/ 279739 h 379377"/>
                <a:gd name="connsiteX293" fmla="*/ 2856684 w 2915191"/>
                <a:gd name="connsiteY293" fmla="*/ 314020 h 379377"/>
                <a:gd name="connsiteX294" fmla="*/ 2866442 w 2915191"/>
                <a:gd name="connsiteY294" fmla="*/ 315157 h 379377"/>
                <a:gd name="connsiteX295" fmla="*/ 2876186 w 2915191"/>
                <a:gd name="connsiteY295" fmla="*/ 323966 h 379377"/>
                <a:gd name="connsiteX296" fmla="*/ 2885945 w 2915191"/>
                <a:gd name="connsiteY296" fmla="*/ 327804 h 379377"/>
                <a:gd name="connsiteX297" fmla="*/ 2895689 w 2915191"/>
                <a:gd name="connsiteY297" fmla="*/ 335580 h 379377"/>
                <a:gd name="connsiteX298" fmla="*/ 2905433 w 2915191"/>
                <a:gd name="connsiteY298" fmla="*/ 379377 h 379377"/>
                <a:gd name="connsiteX299" fmla="*/ 2915192 w 2915191"/>
                <a:gd name="connsiteY299" fmla="*/ 350365 h 379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79377">
                  <a:moveTo>
                    <a:pt x="0" y="205034"/>
                  </a:moveTo>
                  <a:lnTo>
                    <a:pt x="9750" y="182420"/>
                  </a:lnTo>
                  <a:lnTo>
                    <a:pt x="19500" y="199694"/>
                  </a:lnTo>
                  <a:lnTo>
                    <a:pt x="29250" y="220641"/>
                  </a:lnTo>
                  <a:lnTo>
                    <a:pt x="39000" y="235829"/>
                  </a:lnTo>
                  <a:lnTo>
                    <a:pt x="48749" y="249510"/>
                  </a:lnTo>
                  <a:lnTo>
                    <a:pt x="58499" y="232323"/>
                  </a:lnTo>
                  <a:lnTo>
                    <a:pt x="68249" y="257170"/>
                  </a:lnTo>
                  <a:lnTo>
                    <a:pt x="77998" y="262326"/>
                  </a:lnTo>
                  <a:lnTo>
                    <a:pt x="87748" y="256960"/>
                  </a:lnTo>
                  <a:lnTo>
                    <a:pt x="97497" y="294623"/>
                  </a:lnTo>
                  <a:lnTo>
                    <a:pt x="107247" y="267875"/>
                  </a:lnTo>
                  <a:lnTo>
                    <a:pt x="116997" y="265440"/>
                  </a:lnTo>
                  <a:lnTo>
                    <a:pt x="126747" y="237175"/>
                  </a:lnTo>
                  <a:lnTo>
                    <a:pt x="136497" y="244078"/>
                  </a:lnTo>
                  <a:lnTo>
                    <a:pt x="146247" y="272441"/>
                  </a:lnTo>
                  <a:lnTo>
                    <a:pt x="155997" y="255583"/>
                  </a:lnTo>
                  <a:lnTo>
                    <a:pt x="165747" y="247469"/>
                  </a:lnTo>
                  <a:lnTo>
                    <a:pt x="175497" y="248521"/>
                  </a:lnTo>
                  <a:lnTo>
                    <a:pt x="185247" y="254129"/>
                  </a:lnTo>
                  <a:lnTo>
                    <a:pt x="194996" y="253369"/>
                  </a:lnTo>
                  <a:lnTo>
                    <a:pt x="204746" y="245522"/>
                  </a:lnTo>
                  <a:lnTo>
                    <a:pt x="214495" y="240340"/>
                  </a:lnTo>
                  <a:lnTo>
                    <a:pt x="224245" y="222707"/>
                  </a:lnTo>
                  <a:lnTo>
                    <a:pt x="233995" y="170212"/>
                  </a:lnTo>
                  <a:lnTo>
                    <a:pt x="243744" y="164462"/>
                  </a:lnTo>
                  <a:lnTo>
                    <a:pt x="253494" y="182790"/>
                  </a:lnTo>
                  <a:lnTo>
                    <a:pt x="263244" y="207750"/>
                  </a:lnTo>
                  <a:lnTo>
                    <a:pt x="272994" y="179265"/>
                  </a:lnTo>
                  <a:lnTo>
                    <a:pt x="282744" y="160916"/>
                  </a:lnTo>
                  <a:lnTo>
                    <a:pt x="292494" y="194181"/>
                  </a:lnTo>
                  <a:lnTo>
                    <a:pt x="302244" y="193921"/>
                  </a:lnTo>
                  <a:lnTo>
                    <a:pt x="311994" y="177140"/>
                  </a:lnTo>
                  <a:lnTo>
                    <a:pt x="321744" y="193848"/>
                  </a:lnTo>
                  <a:lnTo>
                    <a:pt x="331493" y="201640"/>
                  </a:lnTo>
                  <a:lnTo>
                    <a:pt x="341243" y="174498"/>
                  </a:lnTo>
                  <a:lnTo>
                    <a:pt x="350993" y="177013"/>
                  </a:lnTo>
                  <a:lnTo>
                    <a:pt x="360742" y="120271"/>
                  </a:lnTo>
                  <a:lnTo>
                    <a:pt x="370492" y="101368"/>
                  </a:lnTo>
                  <a:lnTo>
                    <a:pt x="380241" y="77002"/>
                  </a:lnTo>
                  <a:lnTo>
                    <a:pt x="389991" y="85259"/>
                  </a:lnTo>
                  <a:lnTo>
                    <a:pt x="399741" y="82651"/>
                  </a:lnTo>
                  <a:lnTo>
                    <a:pt x="409491" y="92293"/>
                  </a:lnTo>
                  <a:lnTo>
                    <a:pt x="419241" y="72472"/>
                  </a:lnTo>
                  <a:lnTo>
                    <a:pt x="428991" y="21851"/>
                  </a:lnTo>
                  <a:lnTo>
                    <a:pt x="438741" y="0"/>
                  </a:lnTo>
                  <a:lnTo>
                    <a:pt x="448491" y="21540"/>
                  </a:lnTo>
                  <a:lnTo>
                    <a:pt x="458241" y="41790"/>
                  </a:lnTo>
                  <a:lnTo>
                    <a:pt x="467991" y="1511"/>
                  </a:lnTo>
                  <a:lnTo>
                    <a:pt x="477740" y="7667"/>
                  </a:lnTo>
                  <a:lnTo>
                    <a:pt x="487490" y="218"/>
                  </a:lnTo>
                  <a:lnTo>
                    <a:pt x="497239" y="13369"/>
                  </a:lnTo>
                  <a:lnTo>
                    <a:pt x="506989" y="42032"/>
                  </a:lnTo>
                  <a:lnTo>
                    <a:pt x="516738" y="66032"/>
                  </a:lnTo>
                  <a:lnTo>
                    <a:pt x="526488" y="61177"/>
                  </a:lnTo>
                  <a:lnTo>
                    <a:pt x="536238" y="72436"/>
                  </a:lnTo>
                  <a:lnTo>
                    <a:pt x="545988" y="115805"/>
                  </a:lnTo>
                  <a:lnTo>
                    <a:pt x="555738" y="145873"/>
                  </a:lnTo>
                  <a:lnTo>
                    <a:pt x="565488" y="156804"/>
                  </a:lnTo>
                  <a:lnTo>
                    <a:pt x="575238" y="134113"/>
                  </a:lnTo>
                  <a:lnTo>
                    <a:pt x="584988" y="136844"/>
                  </a:lnTo>
                  <a:lnTo>
                    <a:pt x="594738" y="152980"/>
                  </a:lnTo>
                  <a:lnTo>
                    <a:pt x="604488" y="147719"/>
                  </a:lnTo>
                  <a:lnTo>
                    <a:pt x="614237" y="138483"/>
                  </a:lnTo>
                  <a:lnTo>
                    <a:pt x="623987" y="120735"/>
                  </a:lnTo>
                  <a:lnTo>
                    <a:pt x="633736" y="140944"/>
                  </a:lnTo>
                  <a:lnTo>
                    <a:pt x="643486" y="131099"/>
                  </a:lnTo>
                  <a:lnTo>
                    <a:pt x="653236" y="104677"/>
                  </a:lnTo>
                  <a:lnTo>
                    <a:pt x="662985" y="79476"/>
                  </a:lnTo>
                  <a:lnTo>
                    <a:pt x="672735" y="44155"/>
                  </a:lnTo>
                  <a:lnTo>
                    <a:pt x="682485" y="30993"/>
                  </a:lnTo>
                  <a:lnTo>
                    <a:pt x="692235" y="26955"/>
                  </a:lnTo>
                  <a:lnTo>
                    <a:pt x="701985" y="20923"/>
                  </a:lnTo>
                  <a:lnTo>
                    <a:pt x="711735" y="46497"/>
                  </a:lnTo>
                  <a:lnTo>
                    <a:pt x="721485" y="47704"/>
                  </a:lnTo>
                  <a:lnTo>
                    <a:pt x="731235" y="57299"/>
                  </a:lnTo>
                  <a:lnTo>
                    <a:pt x="740985" y="85215"/>
                  </a:lnTo>
                  <a:lnTo>
                    <a:pt x="750734" y="93940"/>
                  </a:lnTo>
                  <a:lnTo>
                    <a:pt x="760484" y="125680"/>
                  </a:lnTo>
                  <a:lnTo>
                    <a:pt x="770233" y="92865"/>
                  </a:lnTo>
                  <a:lnTo>
                    <a:pt x="779983" y="90166"/>
                  </a:lnTo>
                  <a:lnTo>
                    <a:pt x="789733" y="141695"/>
                  </a:lnTo>
                  <a:lnTo>
                    <a:pt x="799482" y="132887"/>
                  </a:lnTo>
                  <a:lnTo>
                    <a:pt x="809232" y="169905"/>
                  </a:lnTo>
                  <a:lnTo>
                    <a:pt x="818982" y="166961"/>
                  </a:lnTo>
                  <a:lnTo>
                    <a:pt x="828732" y="162707"/>
                  </a:lnTo>
                  <a:lnTo>
                    <a:pt x="838482" y="177338"/>
                  </a:lnTo>
                  <a:lnTo>
                    <a:pt x="848232" y="158279"/>
                  </a:lnTo>
                  <a:lnTo>
                    <a:pt x="857982" y="140791"/>
                  </a:lnTo>
                  <a:lnTo>
                    <a:pt x="867732" y="172849"/>
                  </a:lnTo>
                  <a:lnTo>
                    <a:pt x="877482" y="151341"/>
                  </a:lnTo>
                  <a:lnTo>
                    <a:pt x="887231" y="124627"/>
                  </a:lnTo>
                  <a:lnTo>
                    <a:pt x="896981" y="160827"/>
                  </a:lnTo>
                  <a:lnTo>
                    <a:pt x="906730" y="149334"/>
                  </a:lnTo>
                  <a:lnTo>
                    <a:pt x="916480" y="212246"/>
                  </a:lnTo>
                  <a:lnTo>
                    <a:pt x="926230" y="236711"/>
                  </a:lnTo>
                  <a:lnTo>
                    <a:pt x="935979" y="222813"/>
                  </a:lnTo>
                  <a:lnTo>
                    <a:pt x="945729" y="232946"/>
                  </a:lnTo>
                  <a:lnTo>
                    <a:pt x="955479" y="217095"/>
                  </a:lnTo>
                  <a:lnTo>
                    <a:pt x="965229" y="193657"/>
                  </a:lnTo>
                  <a:lnTo>
                    <a:pt x="974979" y="173908"/>
                  </a:lnTo>
                  <a:lnTo>
                    <a:pt x="984729" y="166401"/>
                  </a:lnTo>
                  <a:lnTo>
                    <a:pt x="994474" y="179245"/>
                  </a:lnTo>
                  <a:lnTo>
                    <a:pt x="1004233" y="160492"/>
                  </a:lnTo>
                  <a:lnTo>
                    <a:pt x="1013977" y="137257"/>
                  </a:lnTo>
                  <a:lnTo>
                    <a:pt x="1023721" y="118699"/>
                  </a:lnTo>
                  <a:lnTo>
                    <a:pt x="1033480" y="88120"/>
                  </a:lnTo>
                  <a:lnTo>
                    <a:pt x="1043224" y="95686"/>
                  </a:lnTo>
                  <a:lnTo>
                    <a:pt x="1052983" y="126442"/>
                  </a:lnTo>
                  <a:lnTo>
                    <a:pt x="1062727" y="147270"/>
                  </a:lnTo>
                  <a:lnTo>
                    <a:pt x="1072471" y="86067"/>
                  </a:lnTo>
                  <a:lnTo>
                    <a:pt x="1082230" y="59901"/>
                  </a:lnTo>
                  <a:lnTo>
                    <a:pt x="1091973" y="64443"/>
                  </a:lnTo>
                  <a:lnTo>
                    <a:pt x="1101732" y="41372"/>
                  </a:lnTo>
                  <a:lnTo>
                    <a:pt x="1111476" y="48620"/>
                  </a:lnTo>
                  <a:lnTo>
                    <a:pt x="1121220" y="42179"/>
                  </a:lnTo>
                  <a:lnTo>
                    <a:pt x="1130979" y="11442"/>
                  </a:lnTo>
                  <a:lnTo>
                    <a:pt x="1140723" y="43298"/>
                  </a:lnTo>
                  <a:lnTo>
                    <a:pt x="1150482" y="50095"/>
                  </a:lnTo>
                  <a:lnTo>
                    <a:pt x="1160226" y="48840"/>
                  </a:lnTo>
                  <a:lnTo>
                    <a:pt x="1169969" y="41552"/>
                  </a:lnTo>
                  <a:lnTo>
                    <a:pt x="1179728" y="63954"/>
                  </a:lnTo>
                  <a:lnTo>
                    <a:pt x="1189472" y="74096"/>
                  </a:lnTo>
                  <a:lnTo>
                    <a:pt x="1199231" y="46589"/>
                  </a:lnTo>
                  <a:lnTo>
                    <a:pt x="1208975" y="76587"/>
                  </a:lnTo>
                  <a:lnTo>
                    <a:pt x="1218719" y="57501"/>
                  </a:lnTo>
                  <a:lnTo>
                    <a:pt x="1228478" y="56193"/>
                  </a:lnTo>
                  <a:lnTo>
                    <a:pt x="1238222" y="92052"/>
                  </a:lnTo>
                  <a:lnTo>
                    <a:pt x="1247966" y="83424"/>
                  </a:lnTo>
                  <a:lnTo>
                    <a:pt x="1257725" y="72712"/>
                  </a:lnTo>
                  <a:lnTo>
                    <a:pt x="1267469" y="113979"/>
                  </a:lnTo>
                  <a:lnTo>
                    <a:pt x="1277227" y="106994"/>
                  </a:lnTo>
                  <a:lnTo>
                    <a:pt x="1286971" y="128699"/>
                  </a:lnTo>
                  <a:lnTo>
                    <a:pt x="1296715" y="142108"/>
                  </a:lnTo>
                  <a:lnTo>
                    <a:pt x="1306474" y="133514"/>
                  </a:lnTo>
                  <a:lnTo>
                    <a:pt x="1316218" y="112253"/>
                  </a:lnTo>
                  <a:lnTo>
                    <a:pt x="1325977" y="75380"/>
                  </a:lnTo>
                  <a:lnTo>
                    <a:pt x="1335721" y="81180"/>
                  </a:lnTo>
                  <a:lnTo>
                    <a:pt x="1345465" y="102383"/>
                  </a:lnTo>
                  <a:lnTo>
                    <a:pt x="1355224" y="67340"/>
                  </a:lnTo>
                  <a:lnTo>
                    <a:pt x="1364967" y="103911"/>
                  </a:lnTo>
                  <a:lnTo>
                    <a:pt x="1374726" y="105252"/>
                  </a:lnTo>
                  <a:lnTo>
                    <a:pt x="1384470" y="102048"/>
                  </a:lnTo>
                  <a:lnTo>
                    <a:pt x="1394214" y="103012"/>
                  </a:lnTo>
                  <a:lnTo>
                    <a:pt x="1403973" y="108153"/>
                  </a:lnTo>
                  <a:lnTo>
                    <a:pt x="1413717" y="110927"/>
                  </a:lnTo>
                  <a:lnTo>
                    <a:pt x="1423476" y="132245"/>
                  </a:lnTo>
                  <a:lnTo>
                    <a:pt x="1433220" y="135606"/>
                  </a:lnTo>
                  <a:lnTo>
                    <a:pt x="1442964" y="131192"/>
                  </a:lnTo>
                  <a:lnTo>
                    <a:pt x="1452722" y="126547"/>
                  </a:lnTo>
                  <a:lnTo>
                    <a:pt x="1462466" y="121595"/>
                  </a:lnTo>
                  <a:lnTo>
                    <a:pt x="1472225" y="146987"/>
                  </a:lnTo>
                  <a:lnTo>
                    <a:pt x="1481969" y="156350"/>
                  </a:lnTo>
                  <a:lnTo>
                    <a:pt x="1491713" y="155444"/>
                  </a:lnTo>
                  <a:lnTo>
                    <a:pt x="1501472" y="149246"/>
                  </a:lnTo>
                  <a:lnTo>
                    <a:pt x="1511216" y="166633"/>
                  </a:lnTo>
                  <a:lnTo>
                    <a:pt x="1520960" y="147424"/>
                  </a:lnTo>
                  <a:lnTo>
                    <a:pt x="1530719" y="172474"/>
                  </a:lnTo>
                  <a:lnTo>
                    <a:pt x="1540463" y="136722"/>
                  </a:lnTo>
                  <a:lnTo>
                    <a:pt x="1550221" y="128154"/>
                  </a:lnTo>
                  <a:lnTo>
                    <a:pt x="1559965" y="110290"/>
                  </a:lnTo>
                  <a:lnTo>
                    <a:pt x="1569709" y="88142"/>
                  </a:lnTo>
                  <a:lnTo>
                    <a:pt x="1579468" y="75884"/>
                  </a:lnTo>
                  <a:lnTo>
                    <a:pt x="1589212" y="83373"/>
                  </a:lnTo>
                  <a:lnTo>
                    <a:pt x="1598971" y="72196"/>
                  </a:lnTo>
                  <a:lnTo>
                    <a:pt x="1608715" y="71865"/>
                  </a:lnTo>
                  <a:lnTo>
                    <a:pt x="1618459" y="75445"/>
                  </a:lnTo>
                  <a:lnTo>
                    <a:pt x="1628218" y="56835"/>
                  </a:lnTo>
                  <a:lnTo>
                    <a:pt x="1637962" y="55643"/>
                  </a:lnTo>
                  <a:lnTo>
                    <a:pt x="1647720" y="82546"/>
                  </a:lnTo>
                  <a:lnTo>
                    <a:pt x="1657464" y="78713"/>
                  </a:lnTo>
                  <a:lnTo>
                    <a:pt x="1667208" y="78209"/>
                  </a:lnTo>
                  <a:lnTo>
                    <a:pt x="1676967" y="49494"/>
                  </a:lnTo>
                  <a:lnTo>
                    <a:pt x="1686711" y="64657"/>
                  </a:lnTo>
                  <a:lnTo>
                    <a:pt x="1696470" y="76290"/>
                  </a:lnTo>
                  <a:lnTo>
                    <a:pt x="1706214" y="65383"/>
                  </a:lnTo>
                  <a:lnTo>
                    <a:pt x="1715958" y="75830"/>
                  </a:lnTo>
                  <a:lnTo>
                    <a:pt x="1725716" y="87996"/>
                  </a:lnTo>
                  <a:lnTo>
                    <a:pt x="1735460" y="128435"/>
                  </a:lnTo>
                  <a:lnTo>
                    <a:pt x="1745219" y="152084"/>
                  </a:lnTo>
                  <a:lnTo>
                    <a:pt x="1754963" y="171685"/>
                  </a:lnTo>
                  <a:lnTo>
                    <a:pt x="1764707" y="154567"/>
                  </a:lnTo>
                  <a:lnTo>
                    <a:pt x="1774466" y="206516"/>
                  </a:lnTo>
                  <a:lnTo>
                    <a:pt x="1784210" y="211715"/>
                  </a:lnTo>
                  <a:lnTo>
                    <a:pt x="1793969" y="204842"/>
                  </a:lnTo>
                  <a:lnTo>
                    <a:pt x="1803713" y="186208"/>
                  </a:lnTo>
                  <a:lnTo>
                    <a:pt x="1813457" y="215518"/>
                  </a:lnTo>
                  <a:lnTo>
                    <a:pt x="1823215" y="217646"/>
                  </a:lnTo>
                  <a:lnTo>
                    <a:pt x="1832959" y="211502"/>
                  </a:lnTo>
                  <a:lnTo>
                    <a:pt x="1842703" y="252377"/>
                  </a:lnTo>
                  <a:lnTo>
                    <a:pt x="1852462" y="218322"/>
                  </a:lnTo>
                  <a:lnTo>
                    <a:pt x="1862206" y="195662"/>
                  </a:lnTo>
                  <a:lnTo>
                    <a:pt x="1871965" y="197382"/>
                  </a:lnTo>
                  <a:lnTo>
                    <a:pt x="1881709" y="178478"/>
                  </a:lnTo>
                  <a:lnTo>
                    <a:pt x="1891453" y="183360"/>
                  </a:lnTo>
                  <a:lnTo>
                    <a:pt x="1901212" y="168484"/>
                  </a:lnTo>
                  <a:lnTo>
                    <a:pt x="1910956" y="131330"/>
                  </a:lnTo>
                  <a:lnTo>
                    <a:pt x="1920714" y="131218"/>
                  </a:lnTo>
                  <a:lnTo>
                    <a:pt x="1930458" y="105597"/>
                  </a:lnTo>
                  <a:lnTo>
                    <a:pt x="1940202" y="89591"/>
                  </a:lnTo>
                  <a:lnTo>
                    <a:pt x="1949961" y="80678"/>
                  </a:lnTo>
                  <a:lnTo>
                    <a:pt x="1959705" y="93454"/>
                  </a:lnTo>
                  <a:lnTo>
                    <a:pt x="1969464" y="120691"/>
                  </a:lnTo>
                  <a:lnTo>
                    <a:pt x="1979208" y="107937"/>
                  </a:lnTo>
                  <a:lnTo>
                    <a:pt x="1988952" y="119797"/>
                  </a:lnTo>
                  <a:lnTo>
                    <a:pt x="1998711" y="129003"/>
                  </a:lnTo>
                  <a:lnTo>
                    <a:pt x="2008454" y="135579"/>
                  </a:lnTo>
                  <a:lnTo>
                    <a:pt x="2018213" y="148835"/>
                  </a:lnTo>
                  <a:lnTo>
                    <a:pt x="2027957" y="159964"/>
                  </a:lnTo>
                  <a:lnTo>
                    <a:pt x="2037701" y="160383"/>
                  </a:lnTo>
                  <a:lnTo>
                    <a:pt x="2047460" y="154626"/>
                  </a:lnTo>
                  <a:lnTo>
                    <a:pt x="2057204" y="150428"/>
                  </a:lnTo>
                  <a:lnTo>
                    <a:pt x="2066963" y="104706"/>
                  </a:lnTo>
                  <a:lnTo>
                    <a:pt x="2076707" y="87873"/>
                  </a:lnTo>
                  <a:lnTo>
                    <a:pt x="2086451" y="91441"/>
                  </a:lnTo>
                  <a:lnTo>
                    <a:pt x="2096210" y="83750"/>
                  </a:lnTo>
                  <a:lnTo>
                    <a:pt x="2105954" y="61613"/>
                  </a:lnTo>
                  <a:lnTo>
                    <a:pt x="2115697" y="89977"/>
                  </a:lnTo>
                  <a:lnTo>
                    <a:pt x="2125456" y="120837"/>
                  </a:lnTo>
                  <a:lnTo>
                    <a:pt x="2135200" y="137460"/>
                  </a:lnTo>
                  <a:lnTo>
                    <a:pt x="2144959" y="162287"/>
                  </a:lnTo>
                  <a:lnTo>
                    <a:pt x="2154703" y="171244"/>
                  </a:lnTo>
                  <a:lnTo>
                    <a:pt x="2164447" y="187127"/>
                  </a:lnTo>
                  <a:lnTo>
                    <a:pt x="2174206" y="210128"/>
                  </a:lnTo>
                  <a:lnTo>
                    <a:pt x="2183950" y="200332"/>
                  </a:lnTo>
                  <a:lnTo>
                    <a:pt x="2193709" y="176246"/>
                  </a:lnTo>
                  <a:lnTo>
                    <a:pt x="2203452" y="218817"/>
                  </a:lnTo>
                  <a:lnTo>
                    <a:pt x="2213196" y="223275"/>
                  </a:lnTo>
                  <a:lnTo>
                    <a:pt x="2222955" y="244379"/>
                  </a:lnTo>
                  <a:lnTo>
                    <a:pt x="2232699" y="209779"/>
                  </a:lnTo>
                  <a:lnTo>
                    <a:pt x="2242458" y="226920"/>
                  </a:lnTo>
                  <a:lnTo>
                    <a:pt x="2252202" y="245598"/>
                  </a:lnTo>
                  <a:lnTo>
                    <a:pt x="2261946" y="236118"/>
                  </a:lnTo>
                  <a:lnTo>
                    <a:pt x="2271705" y="266035"/>
                  </a:lnTo>
                  <a:lnTo>
                    <a:pt x="2281449" y="226517"/>
                  </a:lnTo>
                  <a:lnTo>
                    <a:pt x="2291208" y="220439"/>
                  </a:lnTo>
                  <a:lnTo>
                    <a:pt x="2300951" y="208218"/>
                  </a:lnTo>
                  <a:lnTo>
                    <a:pt x="2310695" y="193112"/>
                  </a:lnTo>
                  <a:lnTo>
                    <a:pt x="2320454" y="178624"/>
                  </a:lnTo>
                  <a:lnTo>
                    <a:pt x="2330198" y="175045"/>
                  </a:lnTo>
                  <a:lnTo>
                    <a:pt x="2339957" y="190172"/>
                  </a:lnTo>
                  <a:lnTo>
                    <a:pt x="2349701" y="149997"/>
                  </a:lnTo>
                  <a:lnTo>
                    <a:pt x="2359445" y="158181"/>
                  </a:lnTo>
                  <a:lnTo>
                    <a:pt x="2369204" y="199529"/>
                  </a:lnTo>
                  <a:lnTo>
                    <a:pt x="2378948" y="229680"/>
                  </a:lnTo>
                  <a:lnTo>
                    <a:pt x="2388692" y="245936"/>
                  </a:lnTo>
                  <a:lnTo>
                    <a:pt x="2398450" y="237405"/>
                  </a:lnTo>
                  <a:lnTo>
                    <a:pt x="2408194" y="256391"/>
                  </a:lnTo>
                  <a:lnTo>
                    <a:pt x="2417953" y="300326"/>
                  </a:lnTo>
                  <a:lnTo>
                    <a:pt x="2427697" y="316453"/>
                  </a:lnTo>
                  <a:lnTo>
                    <a:pt x="2437441" y="319780"/>
                  </a:lnTo>
                  <a:lnTo>
                    <a:pt x="2447200" y="307073"/>
                  </a:lnTo>
                  <a:lnTo>
                    <a:pt x="2456944" y="315474"/>
                  </a:lnTo>
                  <a:lnTo>
                    <a:pt x="2466703" y="301274"/>
                  </a:lnTo>
                  <a:lnTo>
                    <a:pt x="2476446" y="311040"/>
                  </a:lnTo>
                  <a:lnTo>
                    <a:pt x="2486190" y="341033"/>
                  </a:lnTo>
                  <a:lnTo>
                    <a:pt x="2495949" y="339829"/>
                  </a:lnTo>
                  <a:lnTo>
                    <a:pt x="2505693" y="318531"/>
                  </a:lnTo>
                  <a:lnTo>
                    <a:pt x="2515452" y="310615"/>
                  </a:lnTo>
                  <a:lnTo>
                    <a:pt x="2525196" y="324123"/>
                  </a:lnTo>
                  <a:lnTo>
                    <a:pt x="2534940" y="317572"/>
                  </a:lnTo>
                  <a:lnTo>
                    <a:pt x="2544699" y="345332"/>
                  </a:lnTo>
                  <a:lnTo>
                    <a:pt x="2554443" y="332091"/>
                  </a:lnTo>
                  <a:lnTo>
                    <a:pt x="2564202" y="342178"/>
                  </a:lnTo>
                  <a:lnTo>
                    <a:pt x="2573946" y="334046"/>
                  </a:lnTo>
                  <a:lnTo>
                    <a:pt x="2583690" y="296850"/>
                  </a:lnTo>
                  <a:lnTo>
                    <a:pt x="2593448" y="281285"/>
                  </a:lnTo>
                  <a:lnTo>
                    <a:pt x="2603192" y="266008"/>
                  </a:lnTo>
                  <a:lnTo>
                    <a:pt x="2612951" y="267246"/>
                  </a:lnTo>
                  <a:lnTo>
                    <a:pt x="2622695" y="254421"/>
                  </a:lnTo>
                  <a:lnTo>
                    <a:pt x="2632439" y="282290"/>
                  </a:lnTo>
                  <a:lnTo>
                    <a:pt x="2642198" y="273477"/>
                  </a:lnTo>
                  <a:lnTo>
                    <a:pt x="2651942" y="293288"/>
                  </a:lnTo>
                  <a:lnTo>
                    <a:pt x="2661685" y="273341"/>
                  </a:lnTo>
                  <a:lnTo>
                    <a:pt x="2671444" y="298114"/>
                  </a:lnTo>
                  <a:lnTo>
                    <a:pt x="2681188" y="301397"/>
                  </a:lnTo>
                  <a:lnTo>
                    <a:pt x="2690947" y="294183"/>
                  </a:lnTo>
                  <a:lnTo>
                    <a:pt x="2700691" y="303717"/>
                  </a:lnTo>
                  <a:lnTo>
                    <a:pt x="2710435" y="293714"/>
                  </a:lnTo>
                  <a:lnTo>
                    <a:pt x="2720194" y="285768"/>
                  </a:lnTo>
                  <a:lnTo>
                    <a:pt x="2729938" y="275746"/>
                  </a:lnTo>
                  <a:lnTo>
                    <a:pt x="2739697" y="298662"/>
                  </a:lnTo>
                  <a:lnTo>
                    <a:pt x="2749441" y="294122"/>
                  </a:lnTo>
                  <a:lnTo>
                    <a:pt x="2759185" y="314035"/>
                  </a:lnTo>
                  <a:lnTo>
                    <a:pt x="2768943" y="303440"/>
                  </a:lnTo>
                  <a:lnTo>
                    <a:pt x="2778687" y="317338"/>
                  </a:lnTo>
                  <a:lnTo>
                    <a:pt x="2788446" y="297332"/>
                  </a:lnTo>
                  <a:lnTo>
                    <a:pt x="2798190" y="271692"/>
                  </a:lnTo>
                  <a:lnTo>
                    <a:pt x="2807934" y="307318"/>
                  </a:lnTo>
                  <a:lnTo>
                    <a:pt x="2817693" y="323950"/>
                  </a:lnTo>
                  <a:lnTo>
                    <a:pt x="2827437" y="310453"/>
                  </a:lnTo>
                  <a:lnTo>
                    <a:pt x="2837196" y="285704"/>
                  </a:lnTo>
                  <a:lnTo>
                    <a:pt x="2846940" y="279739"/>
                  </a:lnTo>
                  <a:lnTo>
                    <a:pt x="2856684" y="314020"/>
                  </a:lnTo>
                  <a:lnTo>
                    <a:pt x="2866442" y="315157"/>
                  </a:lnTo>
                  <a:lnTo>
                    <a:pt x="2876186" y="323966"/>
                  </a:lnTo>
                  <a:lnTo>
                    <a:pt x="2885945" y="327804"/>
                  </a:lnTo>
                  <a:lnTo>
                    <a:pt x="2895689" y="335580"/>
                  </a:lnTo>
                  <a:lnTo>
                    <a:pt x="2905433" y="379377"/>
                  </a:lnTo>
                  <a:lnTo>
                    <a:pt x="2915192" y="35036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2" name="Freeform 1201">
              <a:extLst>
                <a:ext uri="{FF2B5EF4-FFF2-40B4-BE49-F238E27FC236}">
                  <a16:creationId xmlns:a16="http://schemas.microsoft.com/office/drawing/2014/main" id="{346A5DB6-7189-CA51-4D6C-CE45252F0B66}"/>
                </a:ext>
              </a:extLst>
            </p:cNvPr>
            <p:cNvSpPr/>
            <p:nvPr/>
          </p:nvSpPr>
          <p:spPr>
            <a:xfrm>
              <a:off x="4426652" y="3279892"/>
              <a:ext cx="2915191" cy="436319"/>
            </a:xfrm>
            <a:custGeom>
              <a:avLst/>
              <a:gdLst>
                <a:gd name="connsiteX0" fmla="*/ 0 w 2915191"/>
                <a:gd name="connsiteY0" fmla="*/ 379105 h 436319"/>
                <a:gd name="connsiteX1" fmla="*/ 9750 w 2915191"/>
                <a:gd name="connsiteY1" fmla="*/ 389567 h 436319"/>
                <a:gd name="connsiteX2" fmla="*/ 19500 w 2915191"/>
                <a:gd name="connsiteY2" fmla="*/ 394749 h 436319"/>
                <a:gd name="connsiteX3" fmla="*/ 29250 w 2915191"/>
                <a:gd name="connsiteY3" fmla="*/ 390793 h 436319"/>
                <a:gd name="connsiteX4" fmla="*/ 39000 w 2915191"/>
                <a:gd name="connsiteY4" fmla="*/ 409174 h 436319"/>
                <a:gd name="connsiteX5" fmla="*/ 48749 w 2915191"/>
                <a:gd name="connsiteY5" fmla="*/ 410166 h 436319"/>
                <a:gd name="connsiteX6" fmla="*/ 58499 w 2915191"/>
                <a:gd name="connsiteY6" fmla="*/ 401612 h 436319"/>
                <a:gd name="connsiteX7" fmla="*/ 68249 w 2915191"/>
                <a:gd name="connsiteY7" fmla="*/ 360536 h 436319"/>
                <a:gd name="connsiteX8" fmla="*/ 77998 w 2915191"/>
                <a:gd name="connsiteY8" fmla="*/ 386858 h 436319"/>
                <a:gd name="connsiteX9" fmla="*/ 87748 w 2915191"/>
                <a:gd name="connsiteY9" fmla="*/ 383069 h 436319"/>
                <a:gd name="connsiteX10" fmla="*/ 97497 w 2915191"/>
                <a:gd name="connsiteY10" fmla="*/ 413094 h 436319"/>
                <a:gd name="connsiteX11" fmla="*/ 107247 w 2915191"/>
                <a:gd name="connsiteY11" fmla="*/ 416289 h 436319"/>
                <a:gd name="connsiteX12" fmla="*/ 116997 w 2915191"/>
                <a:gd name="connsiteY12" fmla="*/ 403584 h 436319"/>
                <a:gd name="connsiteX13" fmla="*/ 126747 w 2915191"/>
                <a:gd name="connsiteY13" fmla="*/ 381436 h 436319"/>
                <a:gd name="connsiteX14" fmla="*/ 136497 w 2915191"/>
                <a:gd name="connsiteY14" fmla="*/ 385018 h 436319"/>
                <a:gd name="connsiteX15" fmla="*/ 146247 w 2915191"/>
                <a:gd name="connsiteY15" fmla="*/ 374954 h 436319"/>
                <a:gd name="connsiteX16" fmla="*/ 155997 w 2915191"/>
                <a:gd name="connsiteY16" fmla="*/ 354570 h 436319"/>
                <a:gd name="connsiteX17" fmla="*/ 165747 w 2915191"/>
                <a:gd name="connsiteY17" fmla="*/ 356323 h 436319"/>
                <a:gd name="connsiteX18" fmla="*/ 175497 w 2915191"/>
                <a:gd name="connsiteY18" fmla="*/ 362157 h 436319"/>
                <a:gd name="connsiteX19" fmla="*/ 185247 w 2915191"/>
                <a:gd name="connsiteY19" fmla="*/ 338940 h 436319"/>
                <a:gd name="connsiteX20" fmla="*/ 194996 w 2915191"/>
                <a:gd name="connsiteY20" fmla="*/ 333147 h 436319"/>
                <a:gd name="connsiteX21" fmla="*/ 204746 w 2915191"/>
                <a:gd name="connsiteY21" fmla="*/ 351927 h 436319"/>
                <a:gd name="connsiteX22" fmla="*/ 214495 w 2915191"/>
                <a:gd name="connsiteY22" fmla="*/ 351239 h 436319"/>
                <a:gd name="connsiteX23" fmla="*/ 224245 w 2915191"/>
                <a:gd name="connsiteY23" fmla="*/ 344189 h 436319"/>
                <a:gd name="connsiteX24" fmla="*/ 233995 w 2915191"/>
                <a:gd name="connsiteY24" fmla="*/ 332450 h 436319"/>
                <a:gd name="connsiteX25" fmla="*/ 243744 w 2915191"/>
                <a:gd name="connsiteY25" fmla="*/ 345087 h 436319"/>
                <a:gd name="connsiteX26" fmla="*/ 253494 w 2915191"/>
                <a:gd name="connsiteY26" fmla="*/ 351373 h 436319"/>
                <a:gd name="connsiteX27" fmla="*/ 263244 w 2915191"/>
                <a:gd name="connsiteY27" fmla="*/ 395346 h 436319"/>
                <a:gd name="connsiteX28" fmla="*/ 272994 w 2915191"/>
                <a:gd name="connsiteY28" fmla="*/ 424216 h 436319"/>
                <a:gd name="connsiteX29" fmla="*/ 282744 w 2915191"/>
                <a:gd name="connsiteY29" fmla="*/ 423402 h 436319"/>
                <a:gd name="connsiteX30" fmla="*/ 292494 w 2915191"/>
                <a:gd name="connsiteY30" fmla="*/ 429937 h 436319"/>
                <a:gd name="connsiteX31" fmla="*/ 302244 w 2915191"/>
                <a:gd name="connsiteY31" fmla="*/ 431902 h 436319"/>
                <a:gd name="connsiteX32" fmla="*/ 311994 w 2915191"/>
                <a:gd name="connsiteY32" fmla="*/ 436320 h 436319"/>
                <a:gd name="connsiteX33" fmla="*/ 321744 w 2915191"/>
                <a:gd name="connsiteY33" fmla="*/ 393799 h 436319"/>
                <a:gd name="connsiteX34" fmla="*/ 331493 w 2915191"/>
                <a:gd name="connsiteY34" fmla="*/ 392245 h 436319"/>
                <a:gd name="connsiteX35" fmla="*/ 341243 w 2915191"/>
                <a:gd name="connsiteY35" fmla="*/ 365521 h 436319"/>
                <a:gd name="connsiteX36" fmla="*/ 350993 w 2915191"/>
                <a:gd name="connsiteY36" fmla="*/ 339518 h 436319"/>
                <a:gd name="connsiteX37" fmla="*/ 360742 w 2915191"/>
                <a:gd name="connsiteY37" fmla="*/ 305805 h 436319"/>
                <a:gd name="connsiteX38" fmla="*/ 370492 w 2915191"/>
                <a:gd name="connsiteY38" fmla="*/ 286172 h 436319"/>
                <a:gd name="connsiteX39" fmla="*/ 380241 w 2915191"/>
                <a:gd name="connsiteY39" fmla="*/ 264479 h 436319"/>
                <a:gd name="connsiteX40" fmla="*/ 389991 w 2915191"/>
                <a:gd name="connsiteY40" fmla="*/ 281454 h 436319"/>
                <a:gd name="connsiteX41" fmla="*/ 399741 w 2915191"/>
                <a:gd name="connsiteY41" fmla="*/ 284851 h 436319"/>
                <a:gd name="connsiteX42" fmla="*/ 409491 w 2915191"/>
                <a:gd name="connsiteY42" fmla="*/ 289390 h 436319"/>
                <a:gd name="connsiteX43" fmla="*/ 419241 w 2915191"/>
                <a:gd name="connsiteY43" fmla="*/ 311338 h 436319"/>
                <a:gd name="connsiteX44" fmla="*/ 428991 w 2915191"/>
                <a:gd name="connsiteY44" fmla="*/ 319453 h 436319"/>
                <a:gd name="connsiteX45" fmla="*/ 438741 w 2915191"/>
                <a:gd name="connsiteY45" fmla="*/ 326194 h 436319"/>
                <a:gd name="connsiteX46" fmla="*/ 448491 w 2915191"/>
                <a:gd name="connsiteY46" fmla="*/ 315414 h 436319"/>
                <a:gd name="connsiteX47" fmla="*/ 458241 w 2915191"/>
                <a:gd name="connsiteY47" fmla="*/ 328759 h 436319"/>
                <a:gd name="connsiteX48" fmla="*/ 467991 w 2915191"/>
                <a:gd name="connsiteY48" fmla="*/ 348811 h 436319"/>
                <a:gd name="connsiteX49" fmla="*/ 477740 w 2915191"/>
                <a:gd name="connsiteY49" fmla="*/ 312669 h 436319"/>
                <a:gd name="connsiteX50" fmla="*/ 487490 w 2915191"/>
                <a:gd name="connsiteY50" fmla="*/ 314148 h 436319"/>
                <a:gd name="connsiteX51" fmla="*/ 497239 w 2915191"/>
                <a:gd name="connsiteY51" fmla="*/ 342312 h 436319"/>
                <a:gd name="connsiteX52" fmla="*/ 506989 w 2915191"/>
                <a:gd name="connsiteY52" fmla="*/ 355527 h 436319"/>
                <a:gd name="connsiteX53" fmla="*/ 516738 w 2915191"/>
                <a:gd name="connsiteY53" fmla="*/ 347489 h 436319"/>
                <a:gd name="connsiteX54" fmla="*/ 526488 w 2915191"/>
                <a:gd name="connsiteY54" fmla="*/ 340547 h 436319"/>
                <a:gd name="connsiteX55" fmla="*/ 536238 w 2915191"/>
                <a:gd name="connsiteY55" fmla="*/ 320485 h 436319"/>
                <a:gd name="connsiteX56" fmla="*/ 545988 w 2915191"/>
                <a:gd name="connsiteY56" fmla="*/ 345860 h 436319"/>
                <a:gd name="connsiteX57" fmla="*/ 555738 w 2915191"/>
                <a:gd name="connsiteY57" fmla="*/ 316584 h 436319"/>
                <a:gd name="connsiteX58" fmla="*/ 565488 w 2915191"/>
                <a:gd name="connsiteY58" fmla="*/ 292403 h 436319"/>
                <a:gd name="connsiteX59" fmla="*/ 575238 w 2915191"/>
                <a:gd name="connsiteY59" fmla="*/ 302685 h 436319"/>
                <a:gd name="connsiteX60" fmla="*/ 584988 w 2915191"/>
                <a:gd name="connsiteY60" fmla="*/ 284608 h 436319"/>
                <a:gd name="connsiteX61" fmla="*/ 594738 w 2915191"/>
                <a:gd name="connsiteY61" fmla="*/ 262553 h 436319"/>
                <a:gd name="connsiteX62" fmla="*/ 604488 w 2915191"/>
                <a:gd name="connsiteY62" fmla="*/ 248780 h 436319"/>
                <a:gd name="connsiteX63" fmla="*/ 614237 w 2915191"/>
                <a:gd name="connsiteY63" fmla="*/ 238375 h 436319"/>
                <a:gd name="connsiteX64" fmla="*/ 623987 w 2915191"/>
                <a:gd name="connsiteY64" fmla="*/ 256572 h 436319"/>
                <a:gd name="connsiteX65" fmla="*/ 633736 w 2915191"/>
                <a:gd name="connsiteY65" fmla="*/ 263685 h 436319"/>
                <a:gd name="connsiteX66" fmla="*/ 643486 w 2915191"/>
                <a:gd name="connsiteY66" fmla="*/ 256437 h 436319"/>
                <a:gd name="connsiteX67" fmla="*/ 653236 w 2915191"/>
                <a:gd name="connsiteY67" fmla="*/ 248284 h 436319"/>
                <a:gd name="connsiteX68" fmla="*/ 662985 w 2915191"/>
                <a:gd name="connsiteY68" fmla="*/ 275341 h 436319"/>
                <a:gd name="connsiteX69" fmla="*/ 672735 w 2915191"/>
                <a:gd name="connsiteY69" fmla="*/ 301333 h 436319"/>
                <a:gd name="connsiteX70" fmla="*/ 682485 w 2915191"/>
                <a:gd name="connsiteY70" fmla="*/ 283942 h 436319"/>
                <a:gd name="connsiteX71" fmla="*/ 692235 w 2915191"/>
                <a:gd name="connsiteY71" fmla="*/ 343785 h 436319"/>
                <a:gd name="connsiteX72" fmla="*/ 701985 w 2915191"/>
                <a:gd name="connsiteY72" fmla="*/ 339879 h 436319"/>
                <a:gd name="connsiteX73" fmla="*/ 711735 w 2915191"/>
                <a:gd name="connsiteY73" fmla="*/ 339011 h 436319"/>
                <a:gd name="connsiteX74" fmla="*/ 721485 w 2915191"/>
                <a:gd name="connsiteY74" fmla="*/ 346184 h 436319"/>
                <a:gd name="connsiteX75" fmla="*/ 731235 w 2915191"/>
                <a:gd name="connsiteY75" fmla="*/ 327222 h 436319"/>
                <a:gd name="connsiteX76" fmla="*/ 740985 w 2915191"/>
                <a:gd name="connsiteY76" fmla="*/ 316994 h 436319"/>
                <a:gd name="connsiteX77" fmla="*/ 750734 w 2915191"/>
                <a:gd name="connsiteY77" fmla="*/ 312226 h 436319"/>
                <a:gd name="connsiteX78" fmla="*/ 760484 w 2915191"/>
                <a:gd name="connsiteY78" fmla="*/ 292977 h 436319"/>
                <a:gd name="connsiteX79" fmla="*/ 770233 w 2915191"/>
                <a:gd name="connsiteY79" fmla="*/ 311502 h 436319"/>
                <a:gd name="connsiteX80" fmla="*/ 779983 w 2915191"/>
                <a:gd name="connsiteY80" fmla="*/ 283222 h 436319"/>
                <a:gd name="connsiteX81" fmla="*/ 789733 w 2915191"/>
                <a:gd name="connsiteY81" fmla="*/ 307283 h 436319"/>
                <a:gd name="connsiteX82" fmla="*/ 799482 w 2915191"/>
                <a:gd name="connsiteY82" fmla="*/ 306545 h 436319"/>
                <a:gd name="connsiteX83" fmla="*/ 809232 w 2915191"/>
                <a:gd name="connsiteY83" fmla="*/ 291580 h 436319"/>
                <a:gd name="connsiteX84" fmla="*/ 818982 w 2915191"/>
                <a:gd name="connsiteY84" fmla="*/ 286344 h 436319"/>
                <a:gd name="connsiteX85" fmla="*/ 828732 w 2915191"/>
                <a:gd name="connsiteY85" fmla="*/ 323479 h 436319"/>
                <a:gd name="connsiteX86" fmla="*/ 838482 w 2915191"/>
                <a:gd name="connsiteY86" fmla="*/ 319032 h 436319"/>
                <a:gd name="connsiteX87" fmla="*/ 848232 w 2915191"/>
                <a:gd name="connsiteY87" fmla="*/ 311068 h 436319"/>
                <a:gd name="connsiteX88" fmla="*/ 857982 w 2915191"/>
                <a:gd name="connsiteY88" fmla="*/ 299362 h 436319"/>
                <a:gd name="connsiteX89" fmla="*/ 867732 w 2915191"/>
                <a:gd name="connsiteY89" fmla="*/ 318174 h 436319"/>
                <a:gd name="connsiteX90" fmla="*/ 877482 w 2915191"/>
                <a:gd name="connsiteY90" fmla="*/ 345677 h 436319"/>
                <a:gd name="connsiteX91" fmla="*/ 887231 w 2915191"/>
                <a:gd name="connsiteY91" fmla="*/ 405035 h 436319"/>
                <a:gd name="connsiteX92" fmla="*/ 896981 w 2915191"/>
                <a:gd name="connsiteY92" fmla="*/ 382309 h 436319"/>
                <a:gd name="connsiteX93" fmla="*/ 906730 w 2915191"/>
                <a:gd name="connsiteY93" fmla="*/ 370049 h 436319"/>
                <a:gd name="connsiteX94" fmla="*/ 916480 w 2915191"/>
                <a:gd name="connsiteY94" fmla="*/ 357276 h 436319"/>
                <a:gd name="connsiteX95" fmla="*/ 926230 w 2915191"/>
                <a:gd name="connsiteY95" fmla="*/ 358164 h 436319"/>
                <a:gd name="connsiteX96" fmla="*/ 935979 w 2915191"/>
                <a:gd name="connsiteY96" fmla="*/ 367395 h 436319"/>
                <a:gd name="connsiteX97" fmla="*/ 945729 w 2915191"/>
                <a:gd name="connsiteY97" fmla="*/ 351695 h 436319"/>
                <a:gd name="connsiteX98" fmla="*/ 955479 w 2915191"/>
                <a:gd name="connsiteY98" fmla="*/ 354128 h 436319"/>
                <a:gd name="connsiteX99" fmla="*/ 965229 w 2915191"/>
                <a:gd name="connsiteY99" fmla="*/ 374683 h 436319"/>
                <a:gd name="connsiteX100" fmla="*/ 974979 w 2915191"/>
                <a:gd name="connsiteY100" fmla="*/ 379106 h 436319"/>
                <a:gd name="connsiteX101" fmla="*/ 984729 w 2915191"/>
                <a:gd name="connsiteY101" fmla="*/ 366014 h 436319"/>
                <a:gd name="connsiteX102" fmla="*/ 994474 w 2915191"/>
                <a:gd name="connsiteY102" fmla="*/ 351114 h 436319"/>
                <a:gd name="connsiteX103" fmla="*/ 1004233 w 2915191"/>
                <a:gd name="connsiteY103" fmla="*/ 321510 h 436319"/>
                <a:gd name="connsiteX104" fmla="*/ 1013977 w 2915191"/>
                <a:gd name="connsiteY104" fmla="*/ 333804 h 436319"/>
                <a:gd name="connsiteX105" fmla="*/ 1023721 w 2915191"/>
                <a:gd name="connsiteY105" fmla="*/ 329989 h 436319"/>
                <a:gd name="connsiteX106" fmla="*/ 1033480 w 2915191"/>
                <a:gd name="connsiteY106" fmla="*/ 370305 h 436319"/>
                <a:gd name="connsiteX107" fmla="*/ 1043224 w 2915191"/>
                <a:gd name="connsiteY107" fmla="*/ 353568 h 436319"/>
                <a:gd name="connsiteX108" fmla="*/ 1052983 w 2915191"/>
                <a:gd name="connsiteY108" fmla="*/ 387308 h 436319"/>
                <a:gd name="connsiteX109" fmla="*/ 1062727 w 2915191"/>
                <a:gd name="connsiteY109" fmla="*/ 407660 h 436319"/>
                <a:gd name="connsiteX110" fmla="*/ 1072471 w 2915191"/>
                <a:gd name="connsiteY110" fmla="*/ 381611 h 436319"/>
                <a:gd name="connsiteX111" fmla="*/ 1082230 w 2915191"/>
                <a:gd name="connsiteY111" fmla="*/ 350041 h 436319"/>
                <a:gd name="connsiteX112" fmla="*/ 1091973 w 2915191"/>
                <a:gd name="connsiteY112" fmla="*/ 354792 h 436319"/>
                <a:gd name="connsiteX113" fmla="*/ 1101732 w 2915191"/>
                <a:gd name="connsiteY113" fmla="*/ 348895 h 436319"/>
                <a:gd name="connsiteX114" fmla="*/ 1111476 w 2915191"/>
                <a:gd name="connsiteY114" fmla="*/ 367904 h 436319"/>
                <a:gd name="connsiteX115" fmla="*/ 1121220 w 2915191"/>
                <a:gd name="connsiteY115" fmla="*/ 343380 h 436319"/>
                <a:gd name="connsiteX116" fmla="*/ 1130979 w 2915191"/>
                <a:gd name="connsiteY116" fmla="*/ 315484 h 436319"/>
                <a:gd name="connsiteX117" fmla="*/ 1140723 w 2915191"/>
                <a:gd name="connsiteY117" fmla="*/ 351086 h 436319"/>
                <a:gd name="connsiteX118" fmla="*/ 1150482 w 2915191"/>
                <a:gd name="connsiteY118" fmla="*/ 356153 h 436319"/>
                <a:gd name="connsiteX119" fmla="*/ 1160226 w 2915191"/>
                <a:gd name="connsiteY119" fmla="*/ 332553 h 436319"/>
                <a:gd name="connsiteX120" fmla="*/ 1169969 w 2915191"/>
                <a:gd name="connsiteY120" fmla="*/ 317628 h 436319"/>
                <a:gd name="connsiteX121" fmla="*/ 1179728 w 2915191"/>
                <a:gd name="connsiteY121" fmla="*/ 299934 h 436319"/>
                <a:gd name="connsiteX122" fmla="*/ 1189472 w 2915191"/>
                <a:gd name="connsiteY122" fmla="*/ 286159 h 436319"/>
                <a:gd name="connsiteX123" fmla="*/ 1199231 w 2915191"/>
                <a:gd name="connsiteY123" fmla="*/ 293261 h 436319"/>
                <a:gd name="connsiteX124" fmla="*/ 1208975 w 2915191"/>
                <a:gd name="connsiteY124" fmla="*/ 274497 h 436319"/>
                <a:gd name="connsiteX125" fmla="*/ 1218719 w 2915191"/>
                <a:gd name="connsiteY125" fmla="*/ 283983 h 436319"/>
                <a:gd name="connsiteX126" fmla="*/ 1228478 w 2915191"/>
                <a:gd name="connsiteY126" fmla="*/ 258912 h 436319"/>
                <a:gd name="connsiteX127" fmla="*/ 1238222 w 2915191"/>
                <a:gd name="connsiteY127" fmla="*/ 257638 h 436319"/>
                <a:gd name="connsiteX128" fmla="*/ 1247966 w 2915191"/>
                <a:gd name="connsiteY128" fmla="*/ 230769 h 436319"/>
                <a:gd name="connsiteX129" fmla="*/ 1257725 w 2915191"/>
                <a:gd name="connsiteY129" fmla="*/ 229496 h 436319"/>
                <a:gd name="connsiteX130" fmla="*/ 1267469 w 2915191"/>
                <a:gd name="connsiteY130" fmla="*/ 200671 h 436319"/>
                <a:gd name="connsiteX131" fmla="*/ 1277227 w 2915191"/>
                <a:gd name="connsiteY131" fmla="*/ 183740 h 436319"/>
                <a:gd name="connsiteX132" fmla="*/ 1286971 w 2915191"/>
                <a:gd name="connsiteY132" fmla="*/ 198171 h 436319"/>
                <a:gd name="connsiteX133" fmla="*/ 1296715 w 2915191"/>
                <a:gd name="connsiteY133" fmla="*/ 211089 h 436319"/>
                <a:gd name="connsiteX134" fmla="*/ 1306474 w 2915191"/>
                <a:gd name="connsiteY134" fmla="*/ 233218 h 436319"/>
                <a:gd name="connsiteX135" fmla="*/ 1316218 w 2915191"/>
                <a:gd name="connsiteY135" fmla="*/ 238238 h 436319"/>
                <a:gd name="connsiteX136" fmla="*/ 1325977 w 2915191"/>
                <a:gd name="connsiteY136" fmla="*/ 243889 h 436319"/>
                <a:gd name="connsiteX137" fmla="*/ 1335721 w 2915191"/>
                <a:gd name="connsiteY137" fmla="*/ 236210 h 436319"/>
                <a:gd name="connsiteX138" fmla="*/ 1345465 w 2915191"/>
                <a:gd name="connsiteY138" fmla="*/ 215398 h 436319"/>
                <a:gd name="connsiteX139" fmla="*/ 1355224 w 2915191"/>
                <a:gd name="connsiteY139" fmla="*/ 233902 h 436319"/>
                <a:gd name="connsiteX140" fmla="*/ 1364967 w 2915191"/>
                <a:gd name="connsiteY140" fmla="*/ 253067 h 436319"/>
                <a:gd name="connsiteX141" fmla="*/ 1374726 w 2915191"/>
                <a:gd name="connsiteY141" fmla="*/ 275278 h 436319"/>
                <a:gd name="connsiteX142" fmla="*/ 1384470 w 2915191"/>
                <a:gd name="connsiteY142" fmla="*/ 260159 h 436319"/>
                <a:gd name="connsiteX143" fmla="*/ 1394214 w 2915191"/>
                <a:gd name="connsiteY143" fmla="*/ 260041 h 436319"/>
                <a:gd name="connsiteX144" fmla="*/ 1403973 w 2915191"/>
                <a:gd name="connsiteY144" fmla="*/ 298066 h 436319"/>
                <a:gd name="connsiteX145" fmla="*/ 1413717 w 2915191"/>
                <a:gd name="connsiteY145" fmla="*/ 286537 h 436319"/>
                <a:gd name="connsiteX146" fmla="*/ 1423476 w 2915191"/>
                <a:gd name="connsiteY146" fmla="*/ 289036 h 436319"/>
                <a:gd name="connsiteX147" fmla="*/ 1433220 w 2915191"/>
                <a:gd name="connsiteY147" fmla="*/ 270656 h 436319"/>
                <a:gd name="connsiteX148" fmla="*/ 1442964 w 2915191"/>
                <a:gd name="connsiteY148" fmla="*/ 261154 h 436319"/>
                <a:gd name="connsiteX149" fmla="*/ 1452722 w 2915191"/>
                <a:gd name="connsiteY149" fmla="*/ 274475 h 436319"/>
                <a:gd name="connsiteX150" fmla="*/ 1462466 w 2915191"/>
                <a:gd name="connsiteY150" fmla="*/ 252565 h 436319"/>
                <a:gd name="connsiteX151" fmla="*/ 1472225 w 2915191"/>
                <a:gd name="connsiteY151" fmla="*/ 275019 h 436319"/>
                <a:gd name="connsiteX152" fmla="*/ 1481969 w 2915191"/>
                <a:gd name="connsiteY152" fmla="*/ 263806 h 436319"/>
                <a:gd name="connsiteX153" fmla="*/ 1491713 w 2915191"/>
                <a:gd name="connsiteY153" fmla="*/ 253481 h 436319"/>
                <a:gd name="connsiteX154" fmla="*/ 1501472 w 2915191"/>
                <a:gd name="connsiteY154" fmla="*/ 257997 h 436319"/>
                <a:gd name="connsiteX155" fmla="*/ 1511216 w 2915191"/>
                <a:gd name="connsiteY155" fmla="*/ 254624 h 436319"/>
                <a:gd name="connsiteX156" fmla="*/ 1520960 w 2915191"/>
                <a:gd name="connsiteY156" fmla="*/ 229756 h 436319"/>
                <a:gd name="connsiteX157" fmla="*/ 1530719 w 2915191"/>
                <a:gd name="connsiteY157" fmla="*/ 190710 h 436319"/>
                <a:gd name="connsiteX158" fmla="*/ 1540463 w 2915191"/>
                <a:gd name="connsiteY158" fmla="*/ 205587 h 436319"/>
                <a:gd name="connsiteX159" fmla="*/ 1550221 w 2915191"/>
                <a:gd name="connsiteY159" fmla="*/ 176134 h 436319"/>
                <a:gd name="connsiteX160" fmla="*/ 1559965 w 2915191"/>
                <a:gd name="connsiteY160" fmla="*/ 156313 h 436319"/>
                <a:gd name="connsiteX161" fmla="*/ 1569709 w 2915191"/>
                <a:gd name="connsiteY161" fmla="*/ 136875 h 436319"/>
                <a:gd name="connsiteX162" fmla="*/ 1579468 w 2915191"/>
                <a:gd name="connsiteY162" fmla="*/ 117067 h 436319"/>
                <a:gd name="connsiteX163" fmla="*/ 1589212 w 2915191"/>
                <a:gd name="connsiteY163" fmla="*/ 117388 h 436319"/>
                <a:gd name="connsiteX164" fmla="*/ 1598971 w 2915191"/>
                <a:gd name="connsiteY164" fmla="*/ 101338 h 436319"/>
                <a:gd name="connsiteX165" fmla="*/ 1608715 w 2915191"/>
                <a:gd name="connsiteY165" fmla="*/ 81806 h 436319"/>
                <a:gd name="connsiteX166" fmla="*/ 1618459 w 2915191"/>
                <a:gd name="connsiteY166" fmla="*/ 85359 h 436319"/>
                <a:gd name="connsiteX167" fmla="*/ 1628218 w 2915191"/>
                <a:gd name="connsiteY167" fmla="*/ 105226 h 436319"/>
                <a:gd name="connsiteX168" fmla="*/ 1637962 w 2915191"/>
                <a:gd name="connsiteY168" fmla="*/ 60682 h 436319"/>
                <a:gd name="connsiteX169" fmla="*/ 1647720 w 2915191"/>
                <a:gd name="connsiteY169" fmla="*/ 69802 h 436319"/>
                <a:gd name="connsiteX170" fmla="*/ 1657464 w 2915191"/>
                <a:gd name="connsiteY170" fmla="*/ 84616 h 436319"/>
                <a:gd name="connsiteX171" fmla="*/ 1667208 w 2915191"/>
                <a:gd name="connsiteY171" fmla="*/ 80179 h 436319"/>
                <a:gd name="connsiteX172" fmla="*/ 1676967 w 2915191"/>
                <a:gd name="connsiteY172" fmla="*/ 107572 h 436319"/>
                <a:gd name="connsiteX173" fmla="*/ 1686711 w 2915191"/>
                <a:gd name="connsiteY173" fmla="*/ 49044 h 436319"/>
                <a:gd name="connsiteX174" fmla="*/ 1696470 w 2915191"/>
                <a:gd name="connsiteY174" fmla="*/ 56616 h 436319"/>
                <a:gd name="connsiteX175" fmla="*/ 1706214 w 2915191"/>
                <a:gd name="connsiteY175" fmla="*/ 14507 h 436319"/>
                <a:gd name="connsiteX176" fmla="*/ 1715958 w 2915191"/>
                <a:gd name="connsiteY176" fmla="*/ 60879 h 436319"/>
                <a:gd name="connsiteX177" fmla="*/ 1725716 w 2915191"/>
                <a:gd name="connsiteY177" fmla="*/ 61455 h 436319"/>
                <a:gd name="connsiteX178" fmla="*/ 1735460 w 2915191"/>
                <a:gd name="connsiteY178" fmla="*/ 60245 h 436319"/>
                <a:gd name="connsiteX179" fmla="*/ 1745219 w 2915191"/>
                <a:gd name="connsiteY179" fmla="*/ 20595 h 436319"/>
                <a:gd name="connsiteX180" fmla="*/ 1754963 w 2915191"/>
                <a:gd name="connsiteY180" fmla="*/ 22444 h 436319"/>
                <a:gd name="connsiteX181" fmla="*/ 1764707 w 2915191"/>
                <a:gd name="connsiteY181" fmla="*/ 26724 h 436319"/>
                <a:gd name="connsiteX182" fmla="*/ 1774466 w 2915191"/>
                <a:gd name="connsiteY182" fmla="*/ 24099 h 436319"/>
                <a:gd name="connsiteX183" fmla="*/ 1784210 w 2915191"/>
                <a:gd name="connsiteY183" fmla="*/ 27834 h 436319"/>
                <a:gd name="connsiteX184" fmla="*/ 1793969 w 2915191"/>
                <a:gd name="connsiteY184" fmla="*/ 21210 h 436319"/>
                <a:gd name="connsiteX185" fmla="*/ 1803713 w 2915191"/>
                <a:gd name="connsiteY185" fmla="*/ 7327 h 436319"/>
                <a:gd name="connsiteX186" fmla="*/ 1813457 w 2915191"/>
                <a:gd name="connsiteY186" fmla="*/ 17988 h 436319"/>
                <a:gd name="connsiteX187" fmla="*/ 1823215 w 2915191"/>
                <a:gd name="connsiteY187" fmla="*/ 8866 h 436319"/>
                <a:gd name="connsiteX188" fmla="*/ 1832959 w 2915191"/>
                <a:gd name="connsiteY188" fmla="*/ 54091 h 436319"/>
                <a:gd name="connsiteX189" fmla="*/ 1842703 w 2915191"/>
                <a:gd name="connsiteY189" fmla="*/ 35549 h 436319"/>
                <a:gd name="connsiteX190" fmla="*/ 1852462 w 2915191"/>
                <a:gd name="connsiteY190" fmla="*/ 10365 h 436319"/>
                <a:gd name="connsiteX191" fmla="*/ 1862206 w 2915191"/>
                <a:gd name="connsiteY191" fmla="*/ 0 h 436319"/>
                <a:gd name="connsiteX192" fmla="*/ 1871965 w 2915191"/>
                <a:gd name="connsiteY192" fmla="*/ 10468 h 436319"/>
                <a:gd name="connsiteX193" fmla="*/ 1881709 w 2915191"/>
                <a:gd name="connsiteY193" fmla="*/ 26431 h 436319"/>
                <a:gd name="connsiteX194" fmla="*/ 1891453 w 2915191"/>
                <a:gd name="connsiteY194" fmla="*/ 7938 h 436319"/>
                <a:gd name="connsiteX195" fmla="*/ 1901212 w 2915191"/>
                <a:gd name="connsiteY195" fmla="*/ 10964 h 436319"/>
                <a:gd name="connsiteX196" fmla="*/ 1910956 w 2915191"/>
                <a:gd name="connsiteY196" fmla="*/ 5349 h 436319"/>
                <a:gd name="connsiteX197" fmla="*/ 1920714 w 2915191"/>
                <a:gd name="connsiteY197" fmla="*/ 55073 h 436319"/>
                <a:gd name="connsiteX198" fmla="*/ 1930458 w 2915191"/>
                <a:gd name="connsiteY198" fmla="*/ 67582 h 436319"/>
                <a:gd name="connsiteX199" fmla="*/ 1940202 w 2915191"/>
                <a:gd name="connsiteY199" fmla="*/ 45193 h 436319"/>
                <a:gd name="connsiteX200" fmla="*/ 1949961 w 2915191"/>
                <a:gd name="connsiteY200" fmla="*/ 52334 h 436319"/>
                <a:gd name="connsiteX201" fmla="*/ 1959705 w 2915191"/>
                <a:gd name="connsiteY201" fmla="*/ 59346 h 436319"/>
                <a:gd name="connsiteX202" fmla="*/ 1969464 w 2915191"/>
                <a:gd name="connsiteY202" fmla="*/ 101146 h 436319"/>
                <a:gd name="connsiteX203" fmla="*/ 1979208 w 2915191"/>
                <a:gd name="connsiteY203" fmla="*/ 108888 h 436319"/>
                <a:gd name="connsiteX204" fmla="*/ 1988952 w 2915191"/>
                <a:gd name="connsiteY204" fmla="*/ 85292 h 436319"/>
                <a:gd name="connsiteX205" fmla="*/ 1998711 w 2915191"/>
                <a:gd name="connsiteY205" fmla="*/ 94769 h 436319"/>
                <a:gd name="connsiteX206" fmla="*/ 2008454 w 2915191"/>
                <a:gd name="connsiteY206" fmla="*/ 100458 h 436319"/>
                <a:gd name="connsiteX207" fmla="*/ 2018213 w 2915191"/>
                <a:gd name="connsiteY207" fmla="*/ 118003 h 436319"/>
                <a:gd name="connsiteX208" fmla="*/ 2027957 w 2915191"/>
                <a:gd name="connsiteY208" fmla="*/ 117344 h 436319"/>
                <a:gd name="connsiteX209" fmla="*/ 2037701 w 2915191"/>
                <a:gd name="connsiteY209" fmla="*/ 151938 h 436319"/>
                <a:gd name="connsiteX210" fmla="*/ 2047460 w 2915191"/>
                <a:gd name="connsiteY210" fmla="*/ 164611 h 436319"/>
                <a:gd name="connsiteX211" fmla="*/ 2057204 w 2915191"/>
                <a:gd name="connsiteY211" fmla="*/ 154456 h 436319"/>
                <a:gd name="connsiteX212" fmla="*/ 2066963 w 2915191"/>
                <a:gd name="connsiteY212" fmla="*/ 162012 h 436319"/>
                <a:gd name="connsiteX213" fmla="*/ 2076707 w 2915191"/>
                <a:gd name="connsiteY213" fmla="*/ 155034 h 436319"/>
                <a:gd name="connsiteX214" fmla="*/ 2086451 w 2915191"/>
                <a:gd name="connsiteY214" fmla="*/ 154908 h 436319"/>
                <a:gd name="connsiteX215" fmla="*/ 2096210 w 2915191"/>
                <a:gd name="connsiteY215" fmla="*/ 146040 h 436319"/>
                <a:gd name="connsiteX216" fmla="*/ 2105954 w 2915191"/>
                <a:gd name="connsiteY216" fmla="*/ 133155 h 436319"/>
                <a:gd name="connsiteX217" fmla="*/ 2115697 w 2915191"/>
                <a:gd name="connsiteY217" fmla="*/ 180385 h 436319"/>
                <a:gd name="connsiteX218" fmla="*/ 2125456 w 2915191"/>
                <a:gd name="connsiteY218" fmla="*/ 162080 h 436319"/>
                <a:gd name="connsiteX219" fmla="*/ 2135200 w 2915191"/>
                <a:gd name="connsiteY219" fmla="*/ 178856 h 436319"/>
                <a:gd name="connsiteX220" fmla="*/ 2144959 w 2915191"/>
                <a:gd name="connsiteY220" fmla="*/ 185935 h 436319"/>
                <a:gd name="connsiteX221" fmla="*/ 2154703 w 2915191"/>
                <a:gd name="connsiteY221" fmla="*/ 160282 h 436319"/>
                <a:gd name="connsiteX222" fmla="*/ 2164447 w 2915191"/>
                <a:gd name="connsiteY222" fmla="*/ 145527 h 436319"/>
                <a:gd name="connsiteX223" fmla="*/ 2174206 w 2915191"/>
                <a:gd name="connsiteY223" fmla="*/ 149799 h 436319"/>
                <a:gd name="connsiteX224" fmla="*/ 2183950 w 2915191"/>
                <a:gd name="connsiteY224" fmla="*/ 180312 h 436319"/>
                <a:gd name="connsiteX225" fmla="*/ 2193709 w 2915191"/>
                <a:gd name="connsiteY225" fmla="*/ 183330 h 436319"/>
                <a:gd name="connsiteX226" fmla="*/ 2203452 w 2915191"/>
                <a:gd name="connsiteY226" fmla="*/ 165045 h 436319"/>
                <a:gd name="connsiteX227" fmla="*/ 2213196 w 2915191"/>
                <a:gd name="connsiteY227" fmla="*/ 170744 h 436319"/>
                <a:gd name="connsiteX228" fmla="*/ 2222955 w 2915191"/>
                <a:gd name="connsiteY228" fmla="*/ 179998 h 436319"/>
                <a:gd name="connsiteX229" fmla="*/ 2232699 w 2915191"/>
                <a:gd name="connsiteY229" fmla="*/ 207668 h 436319"/>
                <a:gd name="connsiteX230" fmla="*/ 2242458 w 2915191"/>
                <a:gd name="connsiteY230" fmla="*/ 179291 h 436319"/>
                <a:gd name="connsiteX231" fmla="*/ 2252202 w 2915191"/>
                <a:gd name="connsiteY231" fmla="*/ 165094 h 436319"/>
                <a:gd name="connsiteX232" fmla="*/ 2261946 w 2915191"/>
                <a:gd name="connsiteY232" fmla="*/ 176116 h 436319"/>
                <a:gd name="connsiteX233" fmla="*/ 2271705 w 2915191"/>
                <a:gd name="connsiteY233" fmla="*/ 189546 h 436319"/>
                <a:gd name="connsiteX234" fmla="*/ 2281449 w 2915191"/>
                <a:gd name="connsiteY234" fmla="*/ 176903 h 436319"/>
                <a:gd name="connsiteX235" fmla="*/ 2291208 w 2915191"/>
                <a:gd name="connsiteY235" fmla="*/ 155355 h 436319"/>
                <a:gd name="connsiteX236" fmla="*/ 2300951 w 2915191"/>
                <a:gd name="connsiteY236" fmla="*/ 196585 h 436319"/>
                <a:gd name="connsiteX237" fmla="*/ 2310695 w 2915191"/>
                <a:gd name="connsiteY237" fmla="*/ 193889 h 436319"/>
                <a:gd name="connsiteX238" fmla="*/ 2320454 w 2915191"/>
                <a:gd name="connsiteY238" fmla="*/ 187730 h 436319"/>
                <a:gd name="connsiteX239" fmla="*/ 2330198 w 2915191"/>
                <a:gd name="connsiteY239" fmla="*/ 148135 h 436319"/>
                <a:gd name="connsiteX240" fmla="*/ 2339957 w 2915191"/>
                <a:gd name="connsiteY240" fmla="*/ 143449 h 436319"/>
                <a:gd name="connsiteX241" fmla="*/ 2349701 w 2915191"/>
                <a:gd name="connsiteY241" fmla="*/ 134220 h 436319"/>
                <a:gd name="connsiteX242" fmla="*/ 2359445 w 2915191"/>
                <a:gd name="connsiteY242" fmla="*/ 178290 h 436319"/>
                <a:gd name="connsiteX243" fmla="*/ 2369204 w 2915191"/>
                <a:gd name="connsiteY243" fmla="*/ 152390 h 436319"/>
                <a:gd name="connsiteX244" fmla="*/ 2378948 w 2915191"/>
                <a:gd name="connsiteY244" fmla="*/ 148704 h 436319"/>
                <a:gd name="connsiteX245" fmla="*/ 2388692 w 2915191"/>
                <a:gd name="connsiteY245" fmla="*/ 137509 h 436319"/>
                <a:gd name="connsiteX246" fmla="*/ 2398450 w 2915191"/>
                <a:gd name="connsiteY246" fmla="*/ 162110 h 436319"/>
                <a:gd name="connsiteX247" fmla="*/ 2408194 w 2915191"/>
                <a:gd name="connsiteY247" fmla="*/ 170623 h 436319"/>
                <a:gd name="connsiteX248" fmla="*/ 2417953 w 2915191"/>
                <a:gd name="connsiteY248" fmla="*/ 151885 h 436319"/>
                <a:gd name="connsiteX249" fmla="*/ 2427697 w 2915191"/>
                <a:gd name="connsiteY249" fmla="*/ 153841 h 436319"/>
                <a:gd name="connsiteX250" fmla="*/ 2437441 w 2915191"/>
                <a:gd name="connsiteY250" fmla="*/ 179089 h 436319"/>
                <a:gd name="connsiteX251" fmla="*/ 2447200 w 2915191"/>
                <a:gd name="connsiteY251" fmla="*/ 164196 h 436319"/>
                <a:gd name="connsiteX252" fmla="*/ 2456944 w 2915191"/>
                <a:gd name="connsiteY252" fmla="*/ 152305 h 436319"/>
                <a:gd name="connsiteX253" fmla="*/ 2466703 w 2915191"/>
                <a:gd name="connsiteY253" fmla="*/ 180583 h 436319"/>
                <a:gd name="connsiteX254" fmla="*/ 2476446 w 2915191"/>
                <a:gd name="connsiteY254" fmla="*/ 183283 h 436319"/>
                <a:gd name="connsiteX255" fmla="*/ 2486190 w 2915191"/>
                <a:gd name="connsiteY255" fmla="*/ 198489 h 436319"/>
                <a:gd name="connsiteX256" fmla="*/ 2495949 w 2915191"/>
                <a:gd name="connsiteY256" fmla="*/ 248497 h 436319"/>
                <a:gd name="connsiteX257" fmla="*/ 2505693 w 2915191"/>
                <a:gd name="connsiteY257" fmla="*/ 270290 h 436319"/>
                <a:gd name="connsiteX258" fmla="*/ 2515452 w 2915191"/>
                <a:gd name="connsiteY258" fmla="*/ 243202 h 436319"/>
                <a:gd name="connsiteX259" fmla="*/ 2525196 w 2915191"/>
                <a:gd name="connsiteY259" fmla="*/ 255701 h 436319"/>
                <a:gd name="connsiteX260" fmla="*/ 2534940 w 2915191"/>
                <a:gd name="connsiteY260" fmla="*/ 268197 h 436319"/>
                <a:gd name="connsiteX261" fmla="*/ 2544699 w 2915191"/>
                <a:gd name="connsiteY261" fmla="*/ 258111 h 436319"/>
                <a:gd name="connsiteX262" fmla="*/ 2554443 w 2915191"/>
                <a:gd name="connsiteY262" fmla="*/ 218130 h 436319"/>
                <a:gd name="connsiteX263" fmla="*/ 2564202 w 2915191"/>
                <a:gd name="connsiteY263" fmla="*/ 228689 h 436319"/>
                <a:gd name="connsiteX264" fmla="*/ 2573946 w 2915191"/>
                <a:gd name="connsiteY264" fmla="*/ 247505 h 436319"/>
                <a:gd name="connsiteX265" fmla="*/ 2583690 w 2915191"/>
                <a:gd name="connsiteY265" fmla="*/ 249323 h 436319"/>
                <a:gd name="connsiteX266" fmla="*/ 2593448 w 2915191"/>
                <a:gd name="connsiteY266" fmla="*/ 216239 h 436319"/>
                <a:gd name="connsiteX267" fmla="*/ 2603192 w 2915191"/>
                <a:gd name="connsiteY267" fmla="*/ 179130 h 436319"/>
                <a:gd name="connsiteX268" fmla="*/ 2612951 w 2915191"/>
                <a:gd name="connsiteY268" fmla="*/ 172010 h 436319"/>
                <a:gd name="connsiteX269" fmla="*/ 2622695 w 2915191"/>
                <a:gd name="connsiteY269" fmla="*/ 188480 h 436319"/>
                <a:gd name="connsiteX270" fmla="*/ 2632439 w 2915191"/>
                <a:gd name="connsiteY270" fmla="*/ 212564 h 436319"/>
                <a:gd name="connsiteX271" fmla="*/ 2642198 w 2915191"/>
                <a:gd name="connsiteY271" fmla="*/ 213419 h 436319"/>
                <a:gd name="connsiteX272" fmla="*/ 2651942 w 2915191"/>
                <a:gd name="connsiteY272" fmla="*/ 190379 h 436319"/>
                <a:gd name="connsiteX273" fmla="*/ 2661685 w 2915191"/>
                <a:gd name="connsiteY273" fmla="*/ 171794 h 436319"/>
                <a:gd name="connsiteX274" fmla="*/ 2671444 w 2915191"/>
                <a:gd name="connsiteY274" fmla="*/ 193395 h 436319"/>
                <a:gd name="connsiteX275" fmla="*/ 2681188 w 2915191"/>
                <a:gd name="connsiteY275" fmla="*/ 228978 h 436319"/>
                <a:gd name="connsiteX276" fmla="*/ 2690947 w 2915191"/>
                <a:gd name="connsiteY276" fmla="*/ 218421 h 436319"/>
                <a:gd name="connsiteX277" fmla="*/ 2700691 w 2915191"/>
                <a:gd name="connsiteY277" fmla="*/ 206914 h 436319"/>
                <a:gd name="connsiteX278" fmla="*/ 2710435 w 2915191"/>
                <a:gd name="connsiteY278" fmla="*/ 233163 h 436319"/>
                <a:gd name="connsiteX279" fmla="*/ 2720194 w 2915191"/>
                <a:gd name="connsiteY279" fmla="*/ 269001 h 436319"/>
                <a:gd name="connsiteX280" fmla="*/ 2729938 w 2915191"/>
                <a:gd name="connsiteY280" fmla="*/ 265923 h 436319"/>
                <a:gd name="connsiteX281" fmla="*/ 2739697 w 2915191"/>
                <a:gd name="connsiteY281" fmla="*/ 288179 h 436319"/>
                <a:gd name="connsiteX282" fmla="*/ 2749441 w 2915191"/>
                <a:gd name="connsiteY282" fmla="*/ 312959 h 436319"/>
                <a:gd name="connsiteX283" fmla="*/ 2759185 w 2915191"/>
                <a:gd name="connsiteY283" fmla="*/ 313329 h 436319"/>
                <a:gd name="connsiteX284" fmla="*/ 2768943 w 2915191"/>
                <a:gd name="connsiteY284" fmla="*/ 280893 h 436319"/>
                <a:gd name="connsiteX285" fmla="*/ 2778687 w 2915191"/>
                <a:gd name="connsiteY285" fmla="*/ 305638 h 436319"/>
                <a:gd name="connsiteX286" fmla="*/ 2788446 w 2915191"/>
                <a:gd name="connsiteY286" fmla="*/ 261347 h 436319"/>
                <a:gd name="connsiteX287" fmla="*/ 2798190 w 2915191"/>
                <a:gd name="connsiteY287" fmla="*/ 249986 h 436319"/>
                <a:gd name="connsiteX288" fmla="*/ 2807934 w 2915191"/>
                <a:gd name="connsiteY288" fmla="*/ 262003 h 436319"/>
                <a:gd name="connsiteX289" fmla="*/ 2817693 w 2915191"/>
                <a:gd name="connsiteY289" fmla="*/ 250565 h 436319"/>
                <a:gd name="connsiteX290" fmla="*/ 2827437 w 2915191"/>
                <a:gd name="connsiteY290" fmla="*/ 269312 h 436319"/>
                <a:gd name="connsiteX291" fmla="*/ 2837196 w 2915191"/>
                <a:gd name="connsiteY291" fmla="*/ 308349 h 436319"/>
                <a:gd name="connsiteX292" fmla="*/ 2846940 w 2915191"/>
                <a:gd name="connsiteY292" fmla="*/ 276179 h 436319"/>
                <a:gd name="connsiteX293" fmla="*/ 2856684 w 2915191"/>
                <a:gd name="connsiteY293" fmla="*/ 274859 h 436319"/>
                <a:gd name="connsiteX294" fmla="*/ 2866442 w 2915191"/>
                <a:gd name="connsiteY294" fmla="*/ 261672 h 436319"/>
                <a:gd name="connsiteX295" fmla="*/ 2876186 w 2915191"/>
                <a:gd name="connsiteY295" fmla="*/ 287351 h 436319"/>
                <a:gd name="connsiteX296" fmla="*/ 2885945 w 2915191"/>
                <a:gd name="connsiteY296" fmla="*/ 254576 h 436319"/>
                <a:gd name="connsiteX297" fmla="*/ 2895689 w 2915191"/>
                <a:gd name="connsiteY297" fmla="*/ 246429 h 436319"/>
                <a:gd name="connsiteX298" fmla="*/ 2905433 w 2915191"/>
                <a:gd name="connsiteY298" fmla="*/ 256496 h 436319"/>
                <a:gd name="connsiteX299" fmla="*/ 2915192 w 2915191"/>
                <a:gd name="connsiteY299" fmla="*/ 261160 h 436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36319">
                  <a:moveTo>
                    <a:pt x="0" y="379105"/>
                  </a:moveTo>
                  <a:lnTo>
                    <a:pt x="9750" y="389567"/>
                  </a:lnTo>
                  <a:lnTo>
                    <a:pt x="19500" y="394749"/>
                  </a:lnTo>
                  <a:lnTo>
                    <a:pt x="29250" y="390793"/>
                  </a:lnTo>
                  <a:lnTo>
                    <a:pt x="39000" y="409174"/>
                  </a:lnTo>
                  <a:lnTo>
                    <a:pt x="48749" y="410166"/>
                  </a:lnTo>
                  <a:lnTo>
                    <a:pt x="58499" y="401612"/>
                  </a:lnTo>
                  <a:lnTo>
                    <a:pt x="68249" y="360536"/>
                  </a:lnTo>
                  <a:lnTo>
                    <a:pt x="77998" y="386858"/>
                  </a:lnTo>
                  <a:lnTo>
                    <a:pt x="87748" y="383069"/>
                  </a:lnTo>
                  <a:lnTo>
                    <a:pt x="97497" y="413094"/>
                  </a:lnTo>
                  <a:lnTo>
                    <a:pt x="107247" y="416289"/>
                  </a:lnTo>
                  <a:lnTo>
                    <a:pt x="116997" y="403584"/>
                  </a:lnTo>
                  <a:lnTo>
                    <a:pt x="126747" y="381436"/>
                  </a:lnTo>
                  <a:lnTo>
                    <a:pt x="136497" y="385018"/>
                  </a:lnTo>
                  <a:lnTo>
                    <a:pt x="146247" y="374954"/>
                  </a:lnTo>
                  <a:lnTo>
                    <a:pt x="155997" y="354570"/>
                  </a:lnTo>
                  <a:lnTo>
                    <a:pt x="165747" y="356323"/>
                  </a:lnTo>
                  <a:lnTo>
                    <a:pt x="175497" y="362157"/>
                  </a:lnTo>
                  <a:lnTo>
                    <a:pt x="185247" y="338940"/>
                  </a:lnTo>
                  <a:lnTo>
                    <a:pt x="194996" y="333147"/>
                  </a:lnTo>
                  <a:lnTo>
                    <a:pt x="204746" y="351927"/>
                  </a:lnTo>
                  <a:lnTo>
                    <a:pt x="214495" y="351239"/>
                  </a:lnTo>
                  <a:lnTo>
                    <a:pt x="224245" y="344189"/>
                  </a:lnTo>
                  <a:lnTo>
                    <a:pt x="233995" y="332450"/>
                  </a:lnTo>
                  <a:lnTo>
                    <a:pt x="243744" y="345087"/>
                  </a:lnTo>
                  <a:lnTo>
                    <a:pt x="253494" y="351373"/>
                  </a:lnTo>
                  <a:lnTo>
                    <a:pt x="263244" y="395346"/>
                  </a:lnTo>
                  <a:lnTo>
                    <a:pt x="272994" y="424216"/>
                  </a:lnTo>
                  <a:lnTo>
                    <a:pt x="282744" y="423402"/>
                  </a:lnTo>
                  <a:lnTo>
                    <a:pt x="292494" y="429937"/>
                  </a:lnTo>
                  <a:lnTo>
                    <a:pt x="302244" y="431902"/>
                  </a:lnTo>
                  <a:lnTo>
                    <a:pt x="311994" y="436320"/>
                  </a:lnTo>
                  <a:lnTo>
                    <a:pt x="321744" y="393799"/>
                  </a:lnTo>
                  <a:lnTo>
                    <a:pt x="331493" y="392245"/>
                  </a:lnTo>
                  <a:lnTo>
                    <a:pt x="341243" y="365521"/>
                  </a:lnTo>
                  <a:lnTo>
                    <a:pt x="350993" y="339518"/>
                  </a:lnTo>
                  <a:lnTo>
                    <a:pt x="360742" y="305805"/>
                  </a:lnTo>
                  <a:lnTo>
                    <a:pt x="370492" y="286172"/>
                  </a:lnTo>
                  <a:lnTo>
                    <a:pt x="380241" y="264479"/>
                  </a:lnTo>
                  <a:lnTo>
                    <a:pt x="389991" y="281454"/>
                  </a:lnTo>
                  <a:lnTo>
                    <a:pt x="399741" y="284851"/>
                  </a:lnTo>
                  <a:lnTo>
                    <a:pt x="409491" y="289390"/>
                  </a:lnTo>
                  <a:lnTo>
                    <a:pt x="419241" y="311338"/>
                  </a:lnTo>
                  <a:lnTo>
                    <a:pt x="428991" y="319453"/>
                  </a:lnTo>
                  <a:lnTo>
                    <a:pt x="438741" y="326194"/>
                  </a:lnTo>
                  <a:lnTo>
                    <a:pt x="448491" y="315414"/>
                  </a:lnTo>
                  <a:lnTo>
                    <a:pt x="458241" y="328759"/>
                  </a:lnTo>
                  <a:lnTo>
                    <a:pt x="467991" y="348811"/>
                  </a:lnTo>
                  <a:lnTo>
                    <a:pt x="477740" y="312669"/>
                  </a:lnTo>
                  <a:lnTo>
                    <a:pt x="487490" y="314148"/>
                  </a:lnTo>
                  <a:lnTo>
                    <a:pt x="497239" y="342312"/>
                  </a:lnTo>
                  <a:lnTo>
                    <a:pt x="506989" y="355527"/>
                  </a:lnTo>
                  <a:lnTo>
                    <a:pt x="516738" y="347489"/>
                  </a:lnTo>
                  <a:lnTo>
                    <a:pt x="526488" y="340547"/>
                  </a:lnTo>
                  <a:lnTo>
                    <a:pt x="536238" y="320485"/>
                  </a:lnTo>
                  <a:lnTo>
                    <a:pt x="545988" y="345860"/>
                  </a:lnTo>
                  <a:lnTo>
                    <a:pt x="555738" y="316584"/>
                  </a:lnTo>
                  <a:lnTo>
                    <a:pt x="565488" y="292403"/>
                  </a:lnTo>
                  <a:lnTo>
                    <a:pt x="575238" y="302685"/>
                  </a:lnTo>
                  <a:lnTo>
                    <a:pt x="584988" y="284608"/>
                  </a:lnTo>
                  <a:lnTo>
                    <a:pt x="594738" y="262553"/>
                  </a:lnTo>
                  <a:lnTo>
                    <a:pt x="604488" y="248780"/>
                  </a:lnTo>
                  <a:lnTo>
                    <a:pt x="614237" y="238375"/>
                  </a:lnTo>
                  <a:lnTo>
                    <a:pt x="623987" y="256572"/>
                  </a:lnTo>
                  <a:lnTo>
                    <a:pt x="633736" y="263685"/>
                  </a:lnTo>
                  <a:lnTo>
                    <a:pt x="643486" y="256437"/>
                  </a:lnTo>
                  <a:lnTo>
                    <a:pt x="653236" y="248284"/>
                  </a:lnTo>
                  <a:lnTo>
                    <a:pt x="662985" y="275341"/>
                  </a:lnTo>
                  <a:lnTo>
                    <a:pt x="672735" y="301333"/>
                  </a:lnTo>
                  <a:lnTo>
                    <a:pt x="682485" y="283942"/>
                  </a:lnTo>
                  <a:lnTo>
                    <a:pt x="692235" y="343785"/>
                  </a:lnTo>
                  <a:lnTo>
                    <a:pt x="701985" y="339879"/>
                  </a:lnTo>
                  <a:lnTo>
                    <a:pt x="711735" y="339011"/>
                  </a:lnTo>
                  <a:lnTo>
                    <a:pt x="721485" y="346184"/>
                  </a:lnTo>
                  <a:lnTo>
                    <a:pt x="731235" y="327222"/>
                  </a:lnTo>
                  <a:lnTo>
                    <a:pt x="740985" y="316994"/>
                  </a:lnTo>
                  <a:lnTo>
                    <a:pt x="750734" y="312226"/>
                  </a:lnTo>
                  <a:lnTo>
                    <a:pt x="760484" y="292977"/>
                  </a:lnTo>
                  <a:lnTo>
                    <a:pt x="770233" y="311502"/>
                  </a:lnTo>
                  <a:lnTo>
                    <a:pt x="779983" y="283222"/>
                  </a:lnTo>
                  <a:lnTo>
                    <a:pt x="789733" y="307283"/>
                  </a:lnTo>
                  <a:lnTo>
                    <a:pt x="799482" y="306545"/>
                  </a:lnTo>
                  <a:lnTo>
                    <a:pt x="809232" y="291580"/>
                  </a:lnTo>
                  <a:lnTo>
                    <a:pt x="818982" y="286344"/>
                  </a:lnTo>
                  <a:lnTo>
                    <a:pt x="828732" y="323479"/>
                  </a:lnTo>
                  <a:lnTo>
                    <a:pt x="838482" y="319032"/>
                  </a:lnTo>
                  <a:lnTo>
                    <a:pt x="848232" y="311068"/>
                  </a:lnTo>
                  <a:lnTo>
                    <a:pt x="857982" y="299362"/>
                  </a:lnTo>
                  <a:lnTo>
                    <a:pt x="867732" y="318174"/>
                  </a:lnTo>
                  <a:lnTo>
                    <a:pt x="877482" y="345677"/>
                  </a:lnTo>
                  <a:lnTo>
                    <a:pt x="887231" y="405035"/>
                  </a:lnTo>
                  <a:lnTo>
                    <a:pt x="896981" y="382309"/>
                  </a:lnTo>
                  <a:lnTo>
                    <a:pt x="906730" y="370049"/>
                  </a:lnTo>
                  <a:lnTo>
                    <a:pt x="916480" y="357276"/>
                  </a:lnTo>
                  <a:lnTo>
                    <a:pt x="926230" y="358164"/>
                  </a:lnTo>
                  <a:lnTo>
                    <a:pt x="935979" y="367395"/>
                  </a:lnTo>
                  <a:lnTo>
                    <a:pt x="945729" y="351695"/>
                  </a:lnTo>
                  <a:lnTo>
                    <a:pt x="955479" y="354128"/>
                  </a:lnTo>
                  <a:lnTo>
                    <a:pt x="965229" y="374683"/>
                  </a:lnTo>
                  <a:lnTo>
                    <a:pt x="974979" y="379106"/>
                  </a:lnTo>
                  <a:lnTo>
                    <a:pt x="984729" y="366014"/>
                  </a:lnTo>
                  <a:lnTo>
                    <a:pt x="994474" y="351114"/>
                  </a:lnTo>
                  <a:lnTo>
                    <a:pt x="1004233" y="321510"/>
                  </a:lnTo>
                  <a:lnTo>
                    <a:pt x="1013977" y="333804"/>
                  </a:lnTo>
                  <a:lnTo>
                    <a:pt x="1023721" y="329989"/>
                  </a:lnTo>
                  <a:lnTo>
                    <a:pt x="1033480" y="370305"/>
                  </a:lnTo>
                  <a:lnTo>
                    <a:pt x="1043224" y="353568"/>
                  </a:lnTo>
                  <a:lnTo>
                    <a:pt x="1052983" y="387308"/>
                  </a:lnTo>
                  <a:lnTo>
                    <a:pt x="1062727" y="407660"/>
                  </a:lnTo>
                  <a:lnTo>
                    <a:pt x="1072471" y="381611"/>
                  </a:lnTo>
                  <a:lnTo>
                    <a:pt x="1082230" y="350041"/>
                  </a:lnTo>
                  <a:lnTo>
                    <a:pt x="1091973" y="354792"/>
                  </a:lnTo>
                  <a:lnTo>
                    <a:pt x="1101732" y="348895"/>
                  </a:lnTo>
                  <a:lnTo>
                    <a:pt x="1111476" y="367904"/>
                  </a:lnTo>
                  <a:lnTo>
                    <a:pt x="1121220" y="343380"/>
                  </a:lnTo>
                  <a:lnTo>
                    <a:pt x="1130979" y="315484"/>
                  </a:lnTo>
                  <a:lnTo>
                    <a:pt x="1140723" y="351086"/>
                  </a:lnTo>
                  <a:lnTo>
                    <a:pt x="1150482" y="356153"/>
                  </a:lnTo>
                  <a:lnTo>
                    <a:pt x="1160226" y="332553"/>
                  </a:lnTo>
                  <a:lnTo>
                    <a:pt x="1169969" y="317628"/>
                  </a:lnTo>
                  <a:lnTo>
                    <a:pt x="1179728" y="299934"/>
                  </a:lnTo>
                  <a:lnTo>
                    <a:pt x="1189472" y="286159"/>
                  </a:lnTo>
                  <a:lnTo>
                    <a:pt x="1199231" y="293261"/>
                  </a:lnTo>
                  <a:lnTo>
                    <a:pt x="1208975" y="274497"/>
                  </a:lnTo>
                  <a:lnTo>
                    <a:pt x="1218719" y="283983"/>
                  </a:lnTo>
                  <a:lnTo>
                    <a:pt x="1228478" y="258912"/>
                  </a:lnTo>
                  <a:lnTo>
                    <a:pt x="1238222" y="257638"/>
                  </a:lnTo>
                  <a:lnTo>
                    <a:pt x="1247966" y="230769"/>
                  </a:lnTo>
                  <a:lnTo>
                    <a:pt x="1257725" y="229496"/>
                  </a:lnTo>
                  <a:lnTo>
                    <a:pt x="1267469" y="200671"/>
                  </a:lnTo>
                  <a:lnTo>
                    <a:pt x="1277227" y="183740"/>
                  </a:lnTo>
                  <a:lnTo>
                    <a:pt x="1286971" y="198171"/>
                  </a:lnTo>
                  <a:lnTo>
                    <a:pt x="1296715" y="211089"/>
                  </a:lnTo>
                  <a:lnTo>
                    <a:pt x="1306474" y="233218"/>
                  </a:lnTo>
                  <a:lnTo>
                    <a:pt x="1316218" y="238238"/>
                  </a:lnTo>
                  <a:lnTo>
                    <a:pt x="1325977" y="243889"/>
                  </a:lnTo>
                  <a:lnTo>
                    <a:pt x="1335721" y="236210"/>
                  </a:lnTo>
                  <a:lnTo>
                    <a:pt x="1345465" y="215398"/>
                  </a:lnTo>
                  <a:lnTo>
                    <a:pt x="1355224" y="233902"/>
                  </a:lnTo>
                  <a:lnTo>
                    <a:pt x="1364967" y="253067"/>
                  </a:lnTo>
                  <a:lnTo>
                    <a:pt x="1374726" y="275278"/>
                  </a:lnTo>
                  <a:lnTo>
                    <a:pt x="1384470" y="260159"/>
                  </a:lnTo>
                  <a:lnTo>
                    <a:pt x="1394214" y="260041"/>
                  </a:lnTo>
                  <a:lnTo>
                    <a:pt x="1403973" y="298066"/>
                  </a:lnTo>
                  <a:lnTo>
                    <a:pt x="1413717" y="286537"/>
                  </a:lnTo>
                  <a:lnTo>
                    <a:pt x="1423476" y="289036"/>
                  </a:lnTo>
                  <a:lnTo>
                    <a:pt x="1433220" y="270656"/>
                  </a:lnTo>
                  <a:lnTo>
                    <a:pt x="1442964" y="261154"/>
                  </a:lnTo>
                  <a:lnTo>
                    <a:pt x="1452722" y="274475"/>
                  </a:lnTo>
                  <a:lnTo>
                    <a:pt x="1462466" y="252565"/>
                  </a:lnTo>
                  <a:lnTo>
                    <a:pt x="1472225" y="275019"/>
                  </a:lnTo>
                  <a:lnTo>
                    <a:pt x="1481969" y="263806"/>
                  </a:lnTo>
                  <a:lnTo>
                    <a:pt x="1491713" y="253481"/>
                  </a:lnTo>
                  <a:lnTo>
                    <a:pt x="1501472" y="257997"/>
                  </a:lnTo>
                  <a:lnTo>
                    <a:pt x="1511216" y="254624"/>
                  </a:lnTo>
                  <a:lnTo>
                    <a:pt x="1520960" y="229756"/>
                  </a:lnTo>
                  <a:lnTo>
                    <a:pt x="1530719" y="190710"/>
                  </a:lnTo>
                  <a:lnTo>
                    <a:pt x="1540463" y="205587"/>
                  </a:lnTo>
                  <a:lnTo>
                    <a:pt x="1550221" y="176134"/>
                  </a:lnTo>
                  <a:lnTo>
                    <a:pt x="1559965" y="156313"/>
                  </a:lnTo>
                  <a:lnTo>
                    <a:pt x="1569709" y="136875"/>
                  </a:lnTo>
                  <a:lnTo>
                    <a:pt x="1579468" y="117067"/>
                  </a:lnTo>
                  <a:lnTo>
                    <a:pt x="1589212" y="117388"/>
                  </a:lnTo>
                  <a:lnTo>
                    <a:pt x="1598971" y="101338"/>
                  </a:lnTo>
                  <a:lnTo>
                    <a:pt x="1608715" y="81806"/>
                  </a:lnTo>
                  <a:lnTo>
                    <a:pt x="1618459" y="85359"/>
                  </a:lnTo>
                  <a:lnTo>
                    <a:pt x="1628218" y="105226"/>
                  </a:lnTo>
                  <a:lnTo>
                    <a:pt x="1637962" y="60682"/>
                  </a:lnTo>
                  <a:lnTo>
                    <a:pt x="1647720" y="69802"/>
                  </a:lnTo>
                  <a:lnTo>
                    <a:pt x="1657464" y="84616"/>
                  </a:lnTo>
                  <a:lnTo>
                    <a:pt x="1667208" y="80179"/>
                  </a:lnTo>
                  <a:lnTo>
                    <a:pt x="1676967" y="107572"/>
                  </a:lnTo>
                  <a:lnTo>
                    <a:pt x="1686711" y="49044"/>
                  </a:lnTo>
                  <a:lnTo>
                    <a:pt x="1696470" y="56616"/>
                  </a:lnTo>
                  <a:lnTo>
                    <a:pt x="1706214" y="14507"/>
                  </a:lnTo>
                  <a:lnTo>
                    <a:pt x="1715958" y="60879"/>
                  </a:lnTo>
                  <a:lnTo>
                    <a:pt x="1725716" y="61455"/>
                  </a:lnTo>
                  <a:lnTo>
                    <a:pt x="1735460" y="60245"/>
                  </a:lnTo>
                  <a:lnTo>
                    <a:pt x="1745219" y="20595"/>
                  </a:lnTo>
                  <a:lnTo>
                    <a:pt x="1754963" y="22444"/>
                  </a:lnTo>
                  <a:lnTo>
                    <a:pt x="1764707" y="26724"/>
                  </a:lnTo>
                  <a:lnTo>
                    <a:pt x="1774466" y="24099"/>
                  </a:lnTo>
                  <a:lnTo>
                    <a:pt x="1784210" y="27834"/>
                  </a:lnTo>
                  <a:lnTo>
                    <a:pt x="1793969" y="21210"/>
                  </a:lnTo>
                  <a:lnTo>
                    <a:pt x="1803713" y="7327"/>
                  </a:lnTo>
                  <a:lnTo>
                    <a:pt x="1813457" y="17988"/>
                  </a:lnTo>
                  <a:lnTo>
                    <a:pt x="1823215" y="8866"/>
                  </a:lnTo>
                  <a:lnTo>
                    <a:pt x="1832959" y="54091"/>
                  </a:lnTo>
                  <a:lnTo>
                    <a:pt x="1842703" y="35549"/>
                  </a:lnTo>
                  <a:lnTo>
                    <a:pt x="1852462" y="10365"/>
                  </a:lnTo>
                  <a:lnTo>
                    <a:pt x="1862206" y="0"/>
                  </a:lnTo>
                  <a:lnTo>
                    <a:pt x="1871965" y="10468"/>
                  </a:lnTo>
                  <a:lnTo>
                    <a:pt x="1881709" y="26431"/>
                  </a:lnTo>
                  <a:lnTo>
                    <a:pt x="1891453" y="7938"/>
                  </a:lnTo>
                  <a:lnTo>
                    <a:pt x="1901212" y="10964"/>
                  </a:lnTo>
                  <a:lnTo>
                    <a:pt x="1910956" y="5349"/>
                  </a:lnTo>
                  <a:lnTo>
                    <a:pt x="1920714" y="55073"/>
                  </a:lnTo>
                  <a:lnTo>
                    <a:pt x="1930458" y="67582"/>
                  </a:lnTo>
                  <a:lnTo>
                    <a:pt x="1940202" y="45193"/>
                  </a:lnTo>
                  <a:lnTo>
                    <a:pt x="1949961" y="52334"/>
                  </a:lnTo>
                  <a:lnTo>
                    <a:pt x="1959705" y="59346"/>
                  </a:lnTo>
                  <a:lnTo>
                    <a:pt x="1969464" y="101146"/>
                  </a:lnTo>
                  <a:lnTo>
                    <a:pt x="1979208" y="108888"/>
                  </a:lnTo>
                  <a:lnTo>
                    <a:pt x="1988952" y="85292"/>
                  </a:lnTo>
                  <a:lnTo>
                    <a:pt x="1998711" y="94769"/>
                  </a:lnTo>
                  <a:lnTo>
                    <a:pt x="2008454" y="100458"/>
                  </a:lnTo>
                  <a:lnTo>
                    <a:pt x="2018213" y="118003"/>
                  </a:lnTo>
                  <a:lnTo>
                    <a:pt x="2027957" y="117344"/>
                  </a:lnTo>
                  <a:lnTo>
                    <a:pt x="2037701" y="151938"/>
                  </a:lnTo>
                  <a:lnTo>
                    <a:pt x="2047460" y="164611"/>
                  </a:lnTo>
                  <a:lnTo>
                    <a:pt x="2057204" y="154456"/>
                  </a:lnTo>
                  <a:lnTo>
                    <a:pt x="2066963" y="162012"/>
                  </a:lnTo>
                  <a:lnTo>
                    <a:pt x="2076707" y="155034"/>
                  </a:lnTo>
                  <a:lnTo>
                    <a:pt x="2086451" y="154908"/>
                  </a:lnTo>
                  <a:lnTo>
                    <a:pt x="2096210" y="146040"/>
                  </a:lnTo>
                  <a:lnTo>
                    <a:pt x="2105954" y="133155"/>
                  </a:lnTo>
                  <a:lnTo>
                    <a:pt x="2115697" y="180385"/>
                  </a:lnTo>
                  <a:lnTo>
                    <a:pt x="2125456" y="162080"/>
                  </a:lnTo>
                  <a:lnTo>
                    <a:pt x="2135200" y="178856"/>
                  </a:lnTo>
                  <a:lnTo>
                    <a:pt x="2144959" y="185935"/>
                  </a:lnTo>
                  <a:lnTo>
                    <a:pt x="2154703" y="160282"/>
                  </a:lnTo>
                  <a:lnTo>
                    <a:pt x="2164447" y="145527"/>
                  </a:lnTo>
                  <a:lnTo>
                    <a:pt x="2174206" y="149799"/>
                  </a:lnTo>
                  <a:lnTo>
                    <a:pt x="2183950" y="180312"/>
                  </a:lnTo>
                  <a:lnTo>
                    <a:pt x="2193709" y="183330"/>
                  </a:lnTo>
                  <a:lnTo>
                    <a:pt x="2203452" y="165045"/>
                  </a:lnTo>
                  <a:lnTo>
                    <a:pt x="2213196" y="170744"/>
                  </a:lnTo>
                  <a:lnTo>
                    <a:pt x="2222955" y="179998"/>
                  </a:lnTo>
                  <a:lnTo>
                    <a:pt x="2232699" y="207668"/>
                  </a:lnTo>
                  <a:lnTo>
                    <a:pt x="2242458" y="179291"/>
                  </a:lnTo>
                  <a:lnTo>
                    <a:pt x="2252202" y="165094"/>
                  </a:lnTo>
                  <a:lnTo>
                    <a:pt x="2261946" y="176116"/>
                  </a:lnTo>
                  <a:lnTo>
                    <a:pt x="2271705" y="189546"/>
                  </a:lnTo>
                  <a:lnTo>
                    <a:pt x="2281449" y="176903"/>
                  </a:lnTo>
                  <a:lnTo>
                    <a:pt x="2291208" y="155355"/>
                  </a:lnTo>
                  <a:lnTo>
                    <a:pt x="2300951" y="196585"/>
                  </a:lnTo>
                  <a:lnTo>
                    <a:pt x="2310695" y="193889"/>
                  </a:lnTo>
                  <a:lnTo>
                    <a:pt x="2320454" y="187730"/>
                  </a:lnTo>
                  <a:lnTo>
                    <a:pt x="2330198" y="148135"/>
                  </a:lnTo>
                  <a:lnTo>
                    <a:pt x="2339957" y="143449"/>
                  </a:lnTo>
                  <a:lnTo>
                    <a:pt x="2349701" y="134220"/>
                  </a:lnTo>
                  <a:lnTo>
                    <a:pt x="2359445" y="178290"/>
                  </a:lnTo>
                  <a:lnTo>
                    <a:pt x="2369204" y="152390"/>
                  </a:lnTo>
                  <a:lnTo>
                    <a:pt x="2378948" y="148704"/>
                  </a:lnTo>
                  <a:lnTo>
                    <a:pt x="2388692" y="137509"/>
                  </a:lnTo>
                  <a:lnTo>
                    <a:pt x="2398450" y="162110"/>
                  </a:lnTo>
                  <a:lnTo>
                    <a:pt x="2408194" y="170623"/>
                  </a:lnTo>
                  <a:lnTo>
                    <a:pt x="2417953" y="151885"/>
                  </a:lnTo>
                  <a:lnTo>
                    <a:pt x="2427697" y="153841"/>
                  </a:lnTo>
                  <a:lnTo>
                    <a:pt x="2437441" y="179089"/>
                  </a:lnTo>
                  <a:lnTo>
                    <a:pt x="2447200" y="164196"/>
                  </a:lnTo>
                  <a:lnTo>
                    <a:pt x="2456944" y="152305"/>
                  </a:lnTo>
                  <a:lnTo>
                    <a:pt x="2466703" y="180583"/>
                  </a:lnTo>
                  <a:lnTo>
                    <a:pt x="2476446" y="183283"/>
                  </a:lnTo>
                  <a:lnTo>
                    <a:pt x="2486190" y="198489"/>
                  </a:lnTo>
                  <a:lnTo>
                    <a:pt x="2495949" y="248497"/>
                  </a:lnTo>
                  <a:lnTo>
                    <a:pt x="2505693" y="270290"/>
                  </a:lnTo>
                  <a:lnTo>
                    <a:pt x="2515452" y="243202"/>
                  </a:lnTo>
                  <a:lnTo>
                    <a:pt x="2525196" y="255701"/>
                  </a:lnTo>
                  <a:lnTo>
                    <a:pt x="2534940" y="268197"/>
                  </a:lnTo>
                  <a:lnTo>
                    <a:pt x="2544699" y="258111"/>
                  </a:lnTo>
                  <a:lnTo>
                    <a:pt x="2554443" y="218130"/>
                  </a:lnTo>
                  <a:lnTo>
                    <a:pt x="2564202" y="228689"/>
                  </a:lnTo>
                  <a:lnTo>
                    <a:pt x="2573946" y="247505"/>
                  </a:lnTo>
                  <a:lnTo>
                    <a:pt x="2583690" y="249323"/>
                  </a:lnTo>
                  <a:lnTo>
                    <a:pt x="2593448" y="216239"/>
                  </a:lnTo>
                  <a:lnTo>
                    <a:pt x="2603192" y="179130"/>
                  </a:lnTo>
                  <a:lnTo>
                    <a:pt x="2612951" y="172010"/>
                  </a:lnTo>
                  <a:lnTo>
                    <a:pt x="2622695" y="188480"/>
                  </a:lnTo>
                  <a:lnTo>
                    <a:pt x="2632439" y="212564"/>
                  </a:lnTo>
                  <a:lnTo>
                    <a:pt x="2642198" y="213419"/>
                  </a:lnTo>
                  <a:lnTo>
                    <a:pt x="2651942" y="190379"/>
                  </a:lnTo>
                  <a:lnTo>
                    <a:pt x="2661685" y="171794"/>
                  </a:lnTo>
                  <a:lnTo>
                    <a:pt x="2671444" y="193395"/>
                  </a:lnTo>
                  <a:lnTo>
                    <a:pt x="2681188" y="228978"/>
                  </a:lnTo>
                  <a:lnTo>
                    <a:pt x="2690947" y="218421"/>
                  </a:lnTo>
                  <a:lnTo>
                    <a:pt x="2700691" y="206914"/>
                  </a:lnTo>
                  <a:lnTo>
                    <a:pt x="2710435" y="233163"/>
                  </a:lnTo>
                  <a:lnTo>
                    <a:pt x="2720194" y="269001"/>
                  </a:lnTo>
                  <a:lnTo>
                    <a:pt x="2729938" y="265923"/>
                  </a:lnTo>
                  <a:lnTo>
                    <a:pt x="2739697" y="288179"/>
                  </a:lnTo>
                  <a:lnTo>
                    <a:pt x="2749441" y="312959"/>
                  </a:lnTo>
                  <a:lnTo>
                    <a:pt x="2759185" y="313329"/>
                  </a:lnTo>
                  <a:lnTo>
                    <a:pt x="2768943" y="280893"/>
                  </a:lnTo>
                  <a:lnTo>
                    <a:pt x="2778687" y="305638"/>
                  </a:lnTo>
                  <a:lnTo>
                    <a:pt x="2788446" y="261347"/>
                  </a:lnTo>
                  <a:lnTo>
                    <a:pt x="2798190" y="249986"/>
                  </a:lnTo>
                  <a:lnTo>
                    <a:pt x="2807934" y="262003"/>
                  </a:lnTo>
                  <a:lnTo>
                    <a:pt x="2817693" y="250565"/>
                  </a:lnTo>
                  <a:lnTo>
                    <a:pt x="2827437" y="269312"/>
                  </a:lnTo>
                  <a:lnTo>
                    <a:pt x="2837196" y="308349"/>
                  </a:lnTo>
                  <a:lnTo>
                    <a:pt x="2846940" y="276179"/>
                  </a:lnTo>
                  <a:lnTo>
                    <a:pt x="2856684" y="274859"/>
                  </a:lnTo>
                  <a:lnTo>
                    <a:pt x="2866442" y="261672"/>
                  </a:lnTo>
                  <a:lnTo>
                    <a:pt x="2876186" y="287351"/>
                  </a:lnTo>
                  <a:lnTo>
                    <a:pt x="2885945" y="254576"/>
                  </a:lnTo>
                  <a:lnTo>
                    <a:pt x="2895689" y="246429"/>
                  </a:lnTo>
                  <a:lnTo>
                    <a:pt x="2905433" y="256496"/>
                  </a:lnTo>
                  <a:lnTo>
                    <a:pt x="2915192" y="26116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3" name="Freeform 1202">
              <a:extLst>
                <a:ext uri="{FF2B5EF4-FFF2-40B4-BE49-F238E27FC236}">
                  <a16:creationId xmlns:a16="http://schemas.microsoft.com/office/drawing/2014/main" id="{7635DD2A-F966-A347-BEF8-BC07F855CE73}"/>
                </a:ext>
              </a:extLst>
            </p:cNvPr>
            <p:cNvSpPr/>
            <p:nvPr/>
          </p:nvSpPr>
          <p:spPr>
            <a:xfrm>
              <a:off x="4426652" y="3195579"/>
              <a:ext cx="2915191" cy="484794"/>
            </a:xfrm>
            <a:custGeom>
              <a:avLst/>
              <a:gdLst>
                <a:gd name="connsiteX0" fmla="*/ 0 w 2915191"/>
                <a:gd name="connsiteY0" fmla="*/ 197207 h 484794"/>
                <a:gd name="connsiteX1" fmla="*/ 9750 w 2915191"/>
                <a:gd name="connsiteY1" fmla="*/ 184321 h 484794"/>
                <a:gd name="connsiteX2" fmla="*/ 19500 w 2915191"/>
                <a:gd name="connsiteY2" fmla="*/ 186136 h 484794"/>
                <a:gd name="connsiteX3" fmla="*/ 29250 w 2915191"/>
                <a:gd name="connsiteY3" fmla="*/ 178958 h 484794"/>
                <a:gd name="connsiteX4" fmla="*/ 39000 w 2915191"/>
                <a:gd name="connsiteY4" fmla="*/ 209124 h 484794"/>
                <a:gd name="connsiteX5" fmla="*/ 48749 w 2915191"/>
                <a:gd name="connsiteY5" fmla="*/ 178405 h 484794"/>
                <a:gd name="connsiteX6" fmla="*/ 58499 w 2915191"/>
                <a:gd name="connsiteY6" fmla="*/ 188337 h 484794"/>
                <a:gd name="connsiteX7" fmla="*/ 68249 w 2915191"/>
                <a:gd name="connsiteY7" fmla="*/ 170155 h 484794"/>
                <a:gd name="connsiteX8" fmla="*/ 77998 w 2915191"/>
                <a:gd name="connsiteY8" fmla="*/ 188711 h 484794"/>
                <a:gd name="connsiteX9" fmla="*/ 87748 w 2915191"/>
                <a:gd name="connsiteY9" fmla="*/ 173725 h 484794"/>
                <a:gd name="connsiteX10" fmla="*/ 97497 w 2915191"/>
                <a:gd name="connsiteY10" fmla="*/ 170678 h 484794"/>
                <a:gd name="connsiteX11" fmla="*/ 107247 w 2915191"/>
                <a:gd name="connsiteY11" fmla="*/ 150611 h 484794"/>
                <a:gd name="connsiteX12" fmla="*/ 116997 w 2915191"/>
                <a:gd name="connsiteY12" fmla="*/ 135210 h 484794"/>
                <a:gd name="connsiteX13" fmla="*/ 126747 w 2915191"/>
                <a:gd name="connsiteY13" fmla="*/ 148071 h 484794"/>
                <a:gd name="connsiteX14" fmla="*/ 136497 w 2915191"/>
                <a:gd name="connsiteY14" fmla="*/ 161121 h 484794"/>
                <a:gd name="connsiteX15" fmla="*/ 146247 w 2915191"/>
                <a:gd name="connsiteY15" fmla="*/ 142661 h 484794"/>
                <a:gd name="connsiteX16" fmla="*/ 155997 w 2915191"/>
                <a:gd name="connsiteY16" fmla="*/ 154029 h 484794"/>
                <a:gd name="connsiteX17" fmla="*/ 165747 w 2915191"/>
                <a:gd name="connsiteY17" fmla="*/ 163834 h 484794"/>
                <a:gd name="connsiteX18" fmla="*/ 175497 w 2915191"/>
                <a:gd name="connsiteY18" fmla="*/ 137938 h 484794"/>
                <a:gd name="connsiteX19" fmla="*/ 185247 w 2915191"/>
                <a:gd name="connsiteY19" fmla="*/ 128282 h 484794"/>
                <a:gd name="connsiteX20" fmla="*/ 194996 w 2915191"/>
                <a:gd name="connsiteY20" fmla="*/ 134219 h 484794"/>
                <a:gd name="connsiteX21" fmla="*/ 204746 w 2915191"/>
                <a:gd name="connsiteY21" fmla="*/ 132375 h 484794"/>
                <a:gd name="connsiteX22" fmla="*/ 214495 w 2915191"/>
                <a:gd name="connsiteY22" fmla="*/ 159976 h 484794"/>
                <a:gd name="connsiteX23" fmla="*/ 224245 w 2915191"/>
                <a:gd name="connsiteY23" fmla="*/ 170938 h 484794"/>
                <a:gd name="connsiteX24" fmla="*/ 233995 w 2915191"/>
                <a:gd name="connsiteY24" fmla="*/ 179667 h 484794"/>
                <a:gd name="connsiteX25" fmla="*/ 243744 w 2915191"/>
                <a:gd name="connsiteY25" fmla="*/ 190062 h 484794"/>
                <a:gd name="connsiteX26" fmla="*/ 253494 w 2915191"/>
                <a:gd name="connsiteY26" fmla="*/ 170008 h 484794"/>
                <a:gd name="connsiteX27" fmla="*/ 263244 w 2915191"/>
                <a:gd name="connsiteY27" fmla="*/ 149444 h 484794"/>
                <a:gd name="connsiteX28" fmla="*/ 272994 w 2915191"/>
                <a:gd name="connsiteY28" fmla="*/ 147643 h 484794"/>
                <a:gd name="connsiteX29" fmla="*/ 282744 w 2915191"/>
                <a:gd name="connsiteY29" fmla="*/ 150078 h 484794"/>
                <a:gd name="connsiteX30" fmla="*/ 292494 w 2915191"/>
                <a:gd name="connsiteY30" fmla="*/ 168418 h 484794"/>
                <a:gd name="connsiteX31" fmla="*/ 302244 w 2915191"/>
                <a:gd name="connsiteY31" fmla="*/ 136712 h 484794"/>
                <a:gd name="connsiteX32" fmla="*/ 311994 w 2915191"/>
                <a:gd name="connsiteY32" fmla="*/ 164364 h 484794"/>
                <a:gd name="connsiteX33" fmla="*/ 321744 w 2915191"/>
                <a:gd name="connsiteY33" fmla="*/ 161676 h 484794"/>
                <a:gd name="connsiteX34" fmla="*/ 331493 w 2915191"/>
                <a:gd name="connsiteY34" fmla="*/ 182639 h 484794"/>
                <a:gd name="connsiteX35" fmla="*/ 341243 w 2915191"/>
                <a:gd name="connsiteY35" fmla="*/ 190016 h 484794"/>
                <a:gd name="connsiteX36" fmla="*/ 350993 w 2915191"/>
                <a:gd name="connsiteY36" fmla="*/ 199710 h 484794"/>
                <a:gd name="connsiteX37" fmla="*/ 360742 w 2915191"/>
                <a:gd name="connsiteY37" fmla="*/ 177621 h 484794"/>
                <a:gd name="connsiteX38" fmla="*/ 370492 w 2915191"/>
                <a:gd name="connsiteY38" fmla="*/ 177183 h 484794"/>
                <a:gd name="connsiteX39" fmla="*/ 380241 w 2915191"/>
                <a:gd name="connsiteY39" fmla="*/ 175354 h 484794"/>
                <a:gd name="connsiteX40" fmla="*/ 389991 w 2915191"/>
                <a:gd name="connsiteY40" fmla="*/ 168323 h 484794"/>
                <a:gd name="connsiteX41" fmla="*/ 399741 w 2915191"/>
                <a:gd name="connsiteY41" fmla="*/ 153442 h 484794"/>
                <a:gd name="connsiteX42" fmla="*/ 409491 w 2915191"/>
                <a:gd name="connsiteY42" fmla="*/ 149659 h 484794"/>
                <a:gd name="connsiteX43" fmla="*/ 419241 w 2915191"/>
                <a:gd name="connsiteY43" fmla="*/ 129708 h 484794"/>
                <a:gd name="connsiteX44" fmla="*/ 428991 w 2915191"/>
                <a:gd name="connsiteY44" fmla="*/ 161435 h 484794"/>
                <a:gd name="connsiteX45" fmla="*/ 438741 w 2915191"/>
                <a:gd name="connsiteY45" fmla="*/ 143854 h 484794"/>
                <a:gd name="connsiteX46" fmla="*/ 448491 w 2915191"/>
                <a:gd name="connsiteY46" fmla="*/ 141485 h 484794"/>
                <a:gd name="connsiteX47" fmla="*/ 458241 w 2915191"/>
                <a:gd name="connsiteY47" fmla="*/ 152719 h 484794"/>
                <a:gd name="connsiteX48" fmla="*/ 467991 w 2915191"/>
                <a:gd name="connsiteY48" fmla="*/ 142469 h 484794"/>
                <a:gd name="connsiteX49" fmla="*/ 477740 w 2915191"/>
                <a:gd name="connsiteY49" fmla="*/ 158954 h 484794"/>
                <a:gd name="connsiteX50" fmla="*/ 487490 w 2915191"/>
                <a:gd name="connsiteY50" fmla="*/ 216570 h 484794"/>
                <a:gd name="connsiteX51" fmla="*/ 497239 w 2915191"/>
                <a:gd name="connsiteY51" fmla="*/ 203115 h 484794"/>
                <a:gd name="connsiteX52" fmla="*/ 506989 w 2915191"/>
                <a:gd name="connsiteY52" fmla="*/ 181610 h 484794"/>
                <a:gd name="connsiteX53" fmla="*/ 516738 w 2915191"/>
                <a:gd name="connsiteY53" fmla="*/ 203854 h 484794"/>
                <a:gd name="connsiteX54" fmla="*/ 526488 w 2915191"/>
                <a:gd name="connsiteY54" fmla="*/ 219560 h 484794"/>
                <a:gd name="connsiteX55" fmla="*/ 536238 w 2915191"/>
                <a:gd name="connsiteY55" fmla="*/ 231554 h 484794"/>
                <a:gd name="connsiteX56" fmla="*/ 545988 w 2915191"/>
                <a:gd name="connsiteY56" fmla="*/ 231846 h 484794"/>
                <a:gd name="connsiteX57" fmla="*/ 555738 w 2915191"/>
                <a:gd name="connsiteY57" fmla="*/ 261294 h 484794"/>
                <a:gd name="connsiteX58" fmla="*/ 565488 w 2915191"/>
                <a:gd name="connsiteY58" fmla="*/ 270956 h 484794"/>
                <a:gd name="connsiteX59" fmla="*/ 575238 w 2915191"/>
                <a:gd name="connsiteY59" fmla="*/ 246212 h 484794"/>
                <a:gd name="connsiteX60" fmla="*/ 584988 w 2915191"/>
                <a:gd name="connsiteY60" fmla="*/ 246736 h 484794"/>
                <a:gd name="connsiteX61" fmla="*/ 594738 w 2915191"/>
                <a:gd name="connsiteY61" fmla="*/ 223695 h 484794"/>
                <a:gd name="connsiteX62" fmla="*/ 604488 w 2915191"/>
                <a:gd name="connsiteY62" fmla="*/ 204949 h 484794"/>
                <a:gd name="connsiteX63" fmla="*/ 614237 w 2915191"/>
                <a:gd name="connsiteY63" fmla="*/ 206413 h 484794"/>
                <a:gd name="connsiteX64" fmla="*/ 623987 w 2915191"/>
                <a:gd name="connsiteY64" fmla="*/ 200770 h 484794"/>
                <a:gd name="connsiteX65" fmla="*/ 633736 w 2915191"/>
                <a:gd name="connsiteY65" fmla="*/ 186544 h 484794"/>
                <a:gd name="connsiteX66" fmla="*/ 643486 w 2915191"/>
                <a:gd name="connsiteY66" fmla="*/ 202613 h 484794"/>
                <a:gd name="connsiteX67" fmla="*/ 653236 w 2915191"/>
                <a:gd name="connsiteY67" fmla="*/ 183113 h 484794"/>
                <a:gd name="connsiteX68" fmla="*/ 662985 w 2915191"/>
                <a:gd name="connsiteY68" fmla="*/ 171151 h 484794"/>
                <a:gd name="connsiteX69" fmla="*/ 672735 w 2915191"/>
                <a:gd name="connsiteY69" fmla="*/ 209563 h 484794"/>
                <a:gd name="connsiteX70" fmla="*/ 682485 w 2915191"/>
                <a:gd name="connsiteY70" fmla="*/ 212063 h 484794"/>
                <a:gd name="connsiteX71" fmla="*/ 692235 w 2915191"/>
                <a:gd name="connsiteY71" fmla="*/ 199092 h 484794"/>
                <a:gd name="connsiteX72" fmla="*/ 701985 w 2915191"/>
                <a:gd name="connsiteY72" fmla="*/ 198830 h 484794"/>
                <a:gd name="connsiteX73" fmla="*/ 711735 w 2915191"/>
                <a:gd name="connsiteY73" fmla="*/ 184873 h 484794"/>
                <a:gd name="connsiteX74" fmla="*/ 721485 w 2915191"/>
                <a:gd name="connsiteY74" fmla="*/ 137163 h 484794"/>
                <a:gd name="connsiteX75" fmla="*/ 731235 w 2915191"/>
                <a:gd name="connsiteY75" fmla="*/ 124567 h 484794"/>
                <a:gd name="connsiteX76" fmla="*/ 740985 w 2915191"/>
                <a:gd name="connsiteY76" fmla="*/ 99589 h 484794"/>
                <a:gd name="connsiteX77" fmla="*/ 750734 w 2915191"/>
                <a:gd name="connsiteY77" fmla="*/ 97997 h 484794"/>
                <a:gd name="connsiteX78" fmla="*/ 760484 w 2915191"/>
                <a:gd name="connsiteY78" fmla="*/ 91443 h 484794"/>
                <a:gd name="connsiteX79" fmla="*/ 770233 w 2915191"/>
                <a:gd name="connsiteY79" fmla="*/ 57121 h 484794"/>
                <a:gd name="connsiteX80" fmla="*/ 779983 w 2915191"/>
                <a:gd name="connsiteY80" fmla="*/ 39837 h 484794"/>
                <a:gd name="connsiteX81" fmla="*/ 789733 w 2915191"/>
                <a:gd name="connsiteY81" fmla="*/ 47161 h 484794"/>
                <a:gd name="connsiteX82" fmla="*/ 799482 w 2915191"/>
                <a:gd name="connsiteY82" fmla="*/ 42562 h 484794"/>
                <a:gd name="connsiteX83" fmla="*/ 809232 w 2915191"/>
                <a:gd name="connsiteY83" fmla="*/ 54722 h 484794"/>
                <a:gd name="connsiteX84" fmla="*/ 818982 w 2915191"/>
                <a:gd name="connsiteY84" fmla="*/ 41589 h 484794"/>
                <a:gd name="connsiteX85" fmla="*/ 828732 w 2915191"/>
                <a:gd name="connsiteY85" fmla="*/ 55923 h 484794"/>
                <a:gd name="connsiteX86" fmla="*/ 838482 w 2915191"/>
                <a:gd name="connsiteY86" fmla="*/ 60584 h 484794"/>
                <a:gd name="connsiteX87" fmla="*/ 848232 w 2915191"/>
                <a:gd name="connsiteY87" fmla="*/ 72399 h 484794"/>
                <a:gd name="connsiteX88" fmla="*/ 857982 w 2915191"/>
                <a:gd name="connsiteY88" fmla="*/ 82829 h 484794"/>
                <a:gd name="connsiteX89" fmla="*/ 867732 w 2915191"/>
                <a:gd name="connsiteY89" fmla="*/ 138410 h 484794"/>
                <a:gd name="connsiteX90" fmla="*/ 877482 w 2915191"/>
                <a:gd name="connsiteY90" fmla="*/ 144487 h 484794"/>
                <a:gd name="connsiteX91" fmla="*/ 887231 w 2915191"/>
                <a:gd name="connsiteY91" fmla="*/ 132909 h 484794"/>
                <a:gd name="connsiteX92" fmla="*/ 896981 w 2915191"/>
                <a:gd name="connsiteY92" fmla="*/ 152980 h 484794"/>
                <a:gd name="connsiteX93" fmla="*/ 906730 w 2915191"/>
                <a:gd name="connsiteY93" fmla="*/ 117394 h 484794"/>
                <a:gd name="connsiteX94" fmla="*/ 916480 w 2915191"/>
                <a:gd name="connsiteY94" fmla="*/ 119503 h 484794"/>
                <a:gd name="connsiteX95" fmla="*/ 926230 w 2915191"/>
                <a:gd name="connsiteY95" fmla="*/ 133416 h 484794"/>
                <a:gd name="connsiteX96" fmla="*/ 935979 w 2915191"/>
                <a:gd name="connsiteY96" fmla="*/ 145916 h 484794"/>
                <a:gd name="connsiteX97" fmla="*/ 945729 w 2915191"/>
                <a:gd name="connsiteY97" fmla="*/ 126309 h 484794"/>
                <a:gd name="connsiteX98" fmla="*/ 955479 w 2915191"/>
                <a:gd name="connsiteY98" fmla="*/ 129642 h 484794"/>
                <a:gd name="connsiteX99" fmla="*/ 965229 w 2915191"/>
                <a:gd name="connsiteY99" fmla="*/ 111132 h 484794"/>
                <a:gd name="connsiteX100" fmla="*/ 974979 w 2915191"/>
                <a:gd name="connsiteY100" fmla="*/ 101934 h 484794"/>
                <a:gd name="connsiteX101" fmla="*/ 984729 w 2915191"/>
                <a:gd name="connsiteY101" fmla="*/ 125767 h 484794"/>
                <a:gd name="connsiteX102" fmla="*/ 994474 w 2915191"/>
                <a:gd name="connsiteY102" fmla="*/ 128863 h 484794"/>
                <a:gd name="connsiteX103" fmla="*/ 1004233 w 2915191"/>
                <a:gd name="connsiteY103" fmla="*/ 85145 h 484794"/>
                <a:gd name="connsiteX104" fmla="*/ 1013977 w 2915191"/>
                <a:gd name="connsiteY104" fmla="*/ 100459 h 484794"/>
                <a:gd name="connsiteX105" fmla="*/ 1023721 w 2915191"/>
                <a:gd name="connsiteY105" fmla="*/ 111024 h 484794"/>
                <a:gd name="connsiteX106" fmla="*/ 1033480 w 2915191"/>
                <a:gd name="connsiteY106" fmla="*/ 117975 h 484794"/>
                <a:gd name="connsiteX107" fmla="*/ 1043224 w 2915191"/>
                <a:gd name="connsiteY107" fmla="*/ 147428 h 484794"/>
                <a:gd name="connsiteX108" fmla="*/ 1052983 w 2915191"/>
                <a:gd name="connsiteY108" fmla="*/ 156748 h 484794"/>
                <a:gd name="connsiteX109" fmla="*/ 1062727 w 2915191"/>
                <a:gd name="connsiteY109" fmla="*/ 191112 h 484794"/>
                <a:gd name="connsiteX110" fmla="*/ 1072471 w 2915191"/>
                <a:gd name="connsiteY110" fmla="*/ 231940 h 484794"/>
                <a:gd name="connsiteX111" fmla="*/ 1082230 w 2915191"/>
                <a:gd name="connsiteY111" fmla="*/ 218759 h 484794"/>
                <a:gd name="connsiteX112" fmla="*/ 1091973 w 2915191"/>
                <a:gd name="connsiteY112" fmla="*/ 201056 h 484794"/>
                <a:gd name="connsiteX113" fmla="*/ 1101732 w 2915191"/>
                <a:gd name="connsiteY113" fmla="*/ 248786 h 484794"/>
                <a:gd name="connsiteX114" fmla="*/ 1111476 w 2915191"/>
                <a:gd name="connsiteY114" fmla="*/ 261757 h 484794"/>
                <a:gd name="connsiteX115" fmla="*/ 1121220 w 2915191"/>
                <a:gd name="connsiteY115" fmla="*/ 283015 h 484794"/>
                <a:gd name="connsiteX116" fmla="*/ 1130979 w 2915191"/>
                <a:gd name="connsiteY116" fmla="*/ 274740 h 484794"/>
                <a:gd name="connsiteX117" fmla="*/ 1140723 w 2915191"/>
                <a:gd name="connsiteY117" fmla="*/ 279123 h 484794"/>
                <a:gd name="connsiteX118" fmla="*/ 1150482 w 2915191"/>
                <a:gd name="connsiteY118" fmla="*/ 298491 h 484794"/>
                <a:gd name="connsiteX119" fmla="*/ 1160226 w 2915191"/>
                <a:gd name="connsiteY119" fmla="*/ 283407 h 484794"/>
                <a:gd name="connsiteX120" fmla="*/ 1169969 w 2915191"/>
                <a:gd name="connsiteY120" fmla="*/ 241110 h 484794"/>
                <a:gd name="connsiteX121" fmla="*/ 1179728 w 2915191"/>
                <a:gd name="connsiteY121" fmla="*/ 218203 h 484794"/>
                <a:gd name="connsiteX122" fmla="*/ 1189472 w 2915191"/>
                <a:gd name="connsiteY122" fmla="*/ 224805 h 484794"/>
                <a:gd name="connsiteX123" fmla="*/ 1199231 w 2915191"/>
                <a:gd name="connsiteY123" fmla="*/ 181909 h 484794"/>
                <a:gd name="connsiteX124" fmla="*/ 1208975 w 2915191"/>
                <a:gd name="connsiteY124" fmla="*/ 194755 h 484794"/>
                <a:gd name="connsiteX125" fmla="*/ 1218719 w 2915191"/>
                <a:gd name="connsiteY125" fmla="*/ 200208 h 484794"/>
                <a:gd name="connsiteX126" fmla="*/ 1228478 w 2915191"/>
                <a:gd name="connsiteY126" fmla="*/ 185698 h 484794"/>
                <a:gd name="connsiteX127" fmla="*/ 1238222 w 2915191"/>
                <a:gd name="connsiteY127" fmla="*/ 209563 h 484794"/>
                <a:gd name="connsiteX128" fmla="*/ 1247966 w 2915191"/>
                <a:gd name="connsiteY128" fmla="*/ 262215 h 484794"/>
                <a:gd name="connsiteX129" fmla="*/ 1257725 w 2915191"/>
                <a:gd name="connsiteY129" fmla="*/ 256133 h 484794"/>
                <a:gd name="connsiteX130" fmla="*/ 1267469 w 2915191"/>
                <a:gd name="connsiteY130" fmla="*/ 263587 h 484794"/>
                <a:gd name="connsiteX131" fmla="*/ 1277227 w 2915191"/>
                <a:gd name="connsiteY131" fmla="*/ 285523 h 484794"/>
                <a:gd name="connsiteX132" fmla="*/ 1286971 w 2915191"/>
                <a:gd name="connsiteY132" fmla="*/ 293428 h 484794"/>
                <a:gd name="connsiteX133" fmla="*/ 1296715 w 2915191"/>
                <a:gd name="connsiteY133" fmla="*/ 293315 h 484794"/>
                <a:gd name="connsiteX134" fmla="*/ 1306474 w 2915191"/>
                <a:gd name="connsiteY134" fmla="*/ 286992 h 484794"/>
                <a:gd name="connsiteX135" fmla="*/ 1316218 w 2915191"/>
                <a:gd name="connsiteY135" fmla="*/ 283094 h 484794"/>
                <a:gd name="connsiteX136" fmla="*/ 1325977 w 2915191"/>
                <a:gd name="connsiteY136" fmla="*/ 256161 h 484794"/>
                <a:gd name="connsiteX137" fmla="*/ 1335721 w 2915191"/>
                <a:gd name="connsiteY137" fmla="*/ 227740 h 484794"/>
                <a:gd name="connsiteX138" fmla="*/ 1345465 w 2915191"/>
                <a:gd name="connsiteY138" fmla="*/ 247074 h 484794"/>
                <a:gd name="connsiteX139" fmla="*/ 1355224 w 2915191"/>
                <a:gd name="connsiteY139" fmla="*/ 230867 h 484794"/>
                <a:gd name="connsiteX140" fmla="*/ 1364967 w 2915191"/>
                <a:gd name="connsiteY140" fmla="*/ 213298 h 484794"/>
                <a:gd name="connsiteX141" fmla="*/ 1374726 w 2915191"/>
                <a:gd name="connsiteY141" fmla="*/ 217306 h 484794"/>
                <a:gd name="connsiteX142" fmla="*/ 1384470 w 2915191"/>
                <a:gd name="connsiteY142" fmla="*/ 235023 h 484794"/>
                <a:gd name="connsiteX143" fmla="*/ 1394214 w 2915191"/>
                <a:gd name="connsiteY143" fmla="*/ 226794 h 484794"/>
                <a:gd name="connsiteX144" fmla="*/ 1403973 w 2915191"/>
                <a:gd name="connsiteY144" fmla="*/ 226602 h 484794"/>
                <a:gd name="connsiteX145" fmla="*/ 1413717 w 2915191"/>
                <a:gd name="connsiteY145" fmla="*/ 245791 h 484794"/>
                <a:gd name="connsiteX146" fmla="*/ 1423476 w 2915191"/>
                <a:gd name="connsiteY146" fmla="*/ 289776 h 484794"/>
                <a:gd name="connsiteX147" fmla="*/ 1433220 w 2915191"/>
                <a:gd name="connsiteY147" fmla="*/ 310368 h 484794"/>
                <a:gd name="connsiteX148" fmla="*/ 1442964 w 2915191"/>
                <a:gd name="connsiteY148" fmla="*/ 317628 h 484794"/>
                <a:gd name="connsiteX149" fmla="*/ 1452722 w 2915191"/>
                <a:gd name="connsiteY149" fmla="*/ 289359 h 484794"/>
                <a:gd name="connsiteX150" fmla="*/ 1462466 w 2915191"/>
                <a:gd name="connsiteY150" fmla="*/ 277543 h 484794"/>
                <a:gd name="connsiteX151" fmla="*/ 1472225 w 2915191"/>
                <a:gd name="connsiteY151" fmla="*/ 295560 h 484794"/>
                <a:gd name="connsiteX152" fmla="*/ 1481969 w 2915191"/>
                <a:gd name="connsiteY152" fmla="*/ 275773 h 484794"/>
                <a:gd name="connsiteX153" fmla="*/ 1491713 w 2915191"/>
                <a:gd name="connsiteY153" fmla="*/ 284702 h 484794"/>
                <a:gd name="connsiteX154" fmla="*/ 1501472 w 2915191"/>
                <a:gd name="connsiteY154" fmla="*/ 243472 h 484794"/>
                <a:gd name="connsiteX155" fmla="*/ 1511216 w 2915191"/>
                <a:gd name="connsiteY155" fmla="*/ 248654 h 484794"/>
                <a:gd name="connsiteX156" fmla="*/ 1520960 w 2915191"/>
                <a:gd name="connsiteY156" fmla="*/ 237323 h 484794"/>
                <a:gd name="connsiteX157" fmla="*/ 1530719 w 2915191"/>
                <a:gd name="connsiteY157" fmla="*/ 282236 h 484794"/>
                <a:gd name="connsiteX158" fmla="*/ 1540463 w 2915191"/>
                <a:gd name="connsiteY158" fmla="*/ 277967 h 484794"/>
                <a:gd name="connsiteX159" fmla="*/ 1550221 w 2915191"/>
                <a:gd name="connsiteY159" fmla="*/ 319902 h 484794"/>
                <a:gd name="connsiteX160" fmla="*/ 1559965 w 2915191"/>
                <a:gd name="connsiteY160" fmla="*/ 294907 h 484794"/>
                <a:gd name="connsiteX161" fmla="*/ 1569709 w 2915191"/>
                <a:gd name="connsiteY161" fmla="*/ 295375 h 484794"/>
                <a:gd name="connsiteX162" fmla="*/ 1579468 w 2915191"/>
                <a:gd name="connsiteY162" fmla="*/ 290874 h 484794"/>
                <a:gd name="connsiteX163" fmla="*/ 1589212 w 2915191"/>
                <a:gd name="connsiteY163" fmla="*/ 285728 h 484794"/>
                <a:gd name="connsiteX164" fmla="*/ 1598971 w 2915191"/>
                <a:gd name="connsiteY164" fmla="*/ 295451 h 484794"/>
                <a:gd name="connsiteX165" fmla="*/ 1608715 w 2915191"/>
                <a:gd name="connsiteY165" fmla="*/ 254762 h 484794"/>
                <a:gd name="connsiteX166" fmla="*/ 1618459 w 2915191"/>
                <a:gd name="connsiteY166" fmla="*/ 230016 h 484794"/>
                <a:gd name="connsiteX167" fmla="*/ 1628218 w 2915191"/>
                <a:gd name="connsiteY167" fmla="*/ 259227 h 484794"/>
                <a:gd name="connsiteX168" fmla="*/ 1637962 w 2915191"/>
                <a:gd name="connsiteY168" fmla="*/ 266148 h 484794"/>
                <a:gd name="connsiteX169" fmla="*/ 1647720 w 2915191"/>
                <a:gd name="connsiteY169" fmla="*/ 225851 h 484794"/>
                <a:gd name="connsiteX170" fmla="*/ 1657464 w 2915191"/>
                <a:gd name="connsiteY170" fmla="*/ 192994 h 484794"/>
                <a:gd name="connsiteX171" fmla="*/ 1667208 w 2915191"/>
                <a:gd name="connsiteY171" fmla="*/ 176145 h 484794"/>
                <a:gd name="connsiteX172" fmla="*/ 1676967 w 2915191"/>
                <a:gd name="connsiteY172" fmla="*/ 161337 h 484794"/>
                <a:gd name="connsiteX173" fmla="*/ 1686711 w 2915191"/>
                <a:gd name="connsiteY173" fmla="*/ 146627 h 484794"/>
                <a:gd name="connsiteX174" fmla="*/ 1696470 w 2915191"/>
                <a:gd name="connsiteY174" fmla="*/ 146572 h 484794"/>
                <a:gd name="connsiteX175" fmla="*/ 1706214 w 2915191"/>
                <a:gd name="connsiteY175" fmla="*/ 143911 h 484794"/>
                <a:gd name="connsiteX176" fmla="*/ 1715958 w 2915191"/>
                <a:gd name="connsiteY176" fmla="*/ 143576 h 484794"/>
                <a:gd name="connsiteX177" fmla="*/ 1725716 w 2915191"/>
                <a:gd name="connsiteY177" fmla="*/ 163422 h 484794"/>
                <a:gd name="connsiteX178" fmla="*/ 1735460 w 2915191"/>
                <a:gd name="connsiteY178" fmla="*/ 137933 h 484794"/>
                <a:gd name="connsiteX179" fmla="*/ 1745219 w 2915191"/>
                <a:gd name="connsiteY179" fmla="*/ 139948 h 484794"/>
                <a:gd name="connsiteX180" fmla="*/ 1754963 w 2915191"/>
                <a:gd name="connsiteY180" fmla="*/ 132725 h 484794"/>
                <a:gd name="connsiteX181" fmla="*/ 1764707 w 2915191"/>
                <a:gd name="connsiteY181" fmla="*/ 137123 h 484794"/>
                <a:gd name="connsiteX182" fmla="*/ 1774466 w 2915191"/>
                <a:gd name="connsiteY182" fmla="*/ 117316 h 484794"/>
                <a:gd name="connsiteX183" fmla="*/ 1784210 w 2915191"/>
                <a:gd name="connsiteY183" fmla="*/ 98347 h 484794"/>
                <a:gd name="connsiteX184" fmla="*/ 1793969 w 2915191"/>
                <a:gd name="connsiteY184" fmla="*/ 130511 h 484794"/>
                <a:gd name="connsiteX185" fmla="*/ 1803713 w 2915191"/>
                <a:gd name="connsiteY185" fmla="*/ 132047 h 484794"/>
                <a:gd name="connsiteX186" fmla="*/ 1813457 w 2915191"/>
                <a:gd name="connsiteY186" fmla="*/ 104397 h 484794"/>
                <a:gd name="connsiteX187" fmla="*/ 1823215 w 2915191"/>
                <a:gd name="connsiteY187" fmla="*/ 119246 h 484794"/>
                <a:gd name="connsiteX188" fmla="*/ 1832959 w 2915191"/>
                <a:gd name="connsiteY188" fmla="*/ 80817 h 484794"/>
                <a:gd name="connsiteX189" fmla="*/ 1842703 w 2915191"/>
                <a:gd name="connsiteY189" fmla="*/ 57675 h 484794"/>
                <a:gd name="connsiteX190" fmla="*/ 1852462 w 2915191"/>
                <a:gd name="connsiteY190" fmla="*/ 28174 h 484794"/>
                <a:gd name="connsiteX191" fmla="*/ 1862206 w 2915191"/>
                <a:gd name="connsiteY191" fmla="*/ 25716 h 484794"/>
                <a:gd name="connsiteX192" fmla="*/ 1871965 w 2915191"/>
                <a:gd name="connsiteY192" fmla="*/ 42169 h 484794"/>
                <a:gd name="connsiteX193" fmla="*/ 1881709 w 2915191"/>
                <a:gd name="connsiteY193" fmla="*/ 12342 h 484794"/>
                <a:gd name="connsiteX194" fmla="*/ 1891453 w 2915191"/>
                <a:gd name="connsiteY194" fmla="*/ 16451 h 484794"/>
                <a:gd name="connsiteX195" fmla="*/ 1901212 w 2915191"/>
                <a:gd name="connsiteY195" fmla="*/ 5958 h 484794"/>
                <a:gd name="connsiteX196" fmla="*/ 1910956 w 2915191"/>
                <a:gd name="connsiteY196" fmla="*/ 28822 h 484794"/>
                <a:gd name="connsiteX197" fmla="*/ 1920714 w 2915191"/>
                <a:gd name="connsiteY197" fmla="*/ 0 h 484794"/>
                <a:gd name="connsiteX198" fmla="*/ 1930458 w 2915191"/>
                <a:gd name="connsiteY198" fmla="*/ 11371 h 484794"/>
                <a:gd name="connsiteX199" fmla="*/ 1940202 w 2915191"/>
                <a:gd name="connsiteY199" fmla="*/ 18953 h 484794"/>
                <a:gd name="connsiteX200" fmla="*/ 1949961 w 2915191"/>
                <a:gd name="connsiteY200" fmla="*/ 27387 h 484794"/>
                <a:gd name="connsiteX201" fmla="*/ 1959705 w 2915191"/>
                <a:gd name="connsiteY201" fmla="*/ 9181 h 484794"/>
                <a:gd name="connsiteX202" fmla="*/ 1969464 w 2915191"/>
                <a:gd name="connsiteY202" fmla="*/ 33383 h 484794"/>
                <a:gd name="connsiteX203" fmla="*/ 1979208 w 2915191"/>
                <a:gd name="connsiteY203" fmla="*/ 37425 h 484794"/>
                <a:gd name="connsiteX204" fmla="*/ 1988952 w 2915191"/>
                <a:gd name="connsiteY204" fmla="*/ 51302 h 484794"/>
                <a:gd name="connsiteX205" fmla="*/ 1998711 w 2915191"/>
                <a:gd name="connsiteY205" fmla="*/ 83780 h 484794"/>
                <a:gd name="connsiteX206" fmla="*/ 2008454 w 2915191"/>
                <a:gd name="connsiteY206" fmla="*/ 72582 h 484794"/>
                <a:gd name="connsiteX207" fmla="*/ 2018213 w 2915191"/>
                <a:gd name="connsiteY207" fmla="*/ 94062 h 484794"/>
                <a:gd name="connsiteX208" fmla="*/ 2027957 w 2915191"/>
                <a:gd name="connsiteY208" fmla="*/ 144988 h 484794"/>
                <a:gd name="connsiteX209" fmla="*/ 2037701 w 2915191"/>
                <a:gd name="connsiteY209" fmla="*/ 152807 h 484794"/>
                <a:gd name="connsiteX210" fmla="*/ 2047460 w 2915191"/>
                <a:gd name="connsiteY210" fmla="*/ 151958 h 484794"/>
                <a:gd name="connsiteX211" fmla="*/ 2057204 w 2915191"/>
                <a:gd name="connsiteY211" fmla="*/ 166694 h 484794"/>
                <a:gd name="connsiteX212" fmla="*/ 2066963 w 2915191"/>
                <a:gd name="connsiteY212" fmla="*/ 154996 h 484794"/>
                <a:gd name="connsiteX213" fmla="*/ 2076707 w 2915191"/>
                <a:gd name="connsiteY213" fmla="*/ 126401 h 484794"/>
                <a:gd name="connsiteX214" fmla="*/ 2086451 w 2915191"/>
                <a:gd name="connsiteY214" fmla="*/ 152104 h 484794"/>
                <a:gd name="connsiteX215" fmla="*/ 2096210 w 2915191"/>
                <a:gd name="connsiteY215" fmla="*/ 115683 h 484794"/>
                <a:gd name="connsiteX216" fmla="*/ 2105954 w 2915191"/>
                <a:gd name="connsiteY216" fmla="*/ 119818 h 484794"/>
                <a:gd name="connsiteX217" fmla="*/ 2115697 w 2915191"/>
                <a:gd name="connsiteY217" fmla="*/ 151679 h 484794"/>
                <a:gd name="connsiteX218" fmla="*/ 2125456 w 2915191"/>
                <a:gd name="connsiteY218" fmla="*/ 152232 h 484794"/>
                <a:gd name="connsiteX219" fmla="*/ 2135200 w 2915191"/>
                <a:gd name="connsiteY219" fmla="*/ 150489 h 484794"/>
                <a:gd name="connsiteX220" fmla="*/ 2144959 w 2915191"/>
                <a:gd name="connsiteY220" fmla="*/ 180865 h 484794"/>
                <a:gd name="connsiteX221" fmla="*/ 2154703 w 2915191"/>
                <a:gd name="connsiteY221" fmla="*/ 206971 h 484794"/>
                <a:gd name="connsiteX222" fmla="*/ 2164447 w 2915191"/>
                <a:gd name="connsiteY222" fmla="*/ 221642 h 484794"/>
                <a:gd name="connsiteX223" fmla="*/ 2174206 w 2915191"/>
                <a:gd name="connsiteY223" fmla="*/ 224641 h 484794"/>
                <a:gd name="connsiteX224" fmla="*/ 2183950 w 2915191"/>
                <a:gd name="connsiteY224" fmla="*/ 223044 h 484794"/>
                <a:gd name="connsiteX225" fmla="*/ 2193709 w 2915191"/>
                <a:gd name="connsiteY225" fmla="*/ 228684 h 484794"/>
                <a:gd name="connsiteX226" fmla="*/ 2203452 w 2915191"/>
                <a:gd name="connsiteY226" fmla="*/ 235435 h 484794"/>
                <a:gd name="connsiteX227" fmla="*/ 2213196 w 2915191"/>
                <a:gd name="connsiteY227" fmla="*/ 274530 h 484794"/>
                <a:gd name="connsiteX228" fmla="*/ 2222955 w 2915191"/>
                <a:gd name="connsiteY228" fmla="*/ 277870 h 484794"/>
                <a:gd name="connsiteX229" fmla="*/ 2232699 w 2915191"/>
                <a:gd name="connsiteY229" fmla="*/ 313768 h 484794"/>
                <a:gd name="connsiteX230" fmla="*/ 2242458 w 2915191"/>
                <a:gd name="connsiteY230" fmla="*/ 299182 h 484794"/>
                <a:gd name="connsiteX231" fmla="*/ 2252202 w 2915191"/>
                <a:gd name="connsiteY231" fmla="*/ 302880 h 484794"/>
                <a:gd name="connsiteX232" fmla="*/ 2261946 w 2915191"/>
                <a:gd name="connsiteY232" fmla="*/ 320237 h 484794"/>
                <a:gd name="connsiteX233" fmla="*/ 2271705 w 2915191"/>
                <a:gd name="connsiteY233" fmla="*/ 301679 h 484794"/>
                <a:gd name="connsiteX234" fmla="*/ 2281449 w 2915191"/>
                <a:gd name="connsiteY234" fmla="*/ 298753 h 484794"/>
                <a:gd name="connsiteX235" fmla="*/ 2291208 w 2915191"/>
                <a:gd name="connsiteY235" fmla="*/ 264394 h 484794"/>
                <a:gd name="connsiteX236" fmla="*/ 2300951 w 2915191"/>
                <a:gd name="connsiteY236" fmla="*/ 274922 h 484794"/>
                <a:gd name="connsiteX237" fmla="*/ 2310695 w 2915191"/>
                <a:gd name="connsiteY237" fmla="*/ 303284 h 484794"/>
                <a:gd name="connsiteX238" fmla="*/ 2320454 w 2915191"/>
                <a:gd name="connsiteY238" fmla="*/ 323277 h 484794"/>
                <a:gd name="connsiteX239" fmla="*/ 2330198 w 2915191"/>
                <a:gd name="connsiteY239" fmla="*/ 299732 h 484794"/>
                <a:gd name="connsiteX240" fmla="*/ 2339957 w 2915191"/>
                <a:gd name="connsiteY240" fmla="*/ 277891 h 484794"/>
                <a:gd name="connsiteX241" fmla="*/ 2349701 w 2915191"/>
                <a:gd name="connsiteY241" fmla="*/ 266363 h 484794"/>
                <a:gd name="connsiteX242" fmla="*/ 2359445 w 2915191"/>
                <a:gd name="connsiteY242" fmla="*/ 292986 h 484794"/>
                <a:gd name="connsiteX243" fmla="*/ 2369204 w 2915191"/>
                <a:gd name="connsiteY243" fmla="*/ 275572 h 484794"/>
                <a:gd name="connsiteX244" fmla="*/ 2378948 w 2915191"/>
                <a:gd name="connsiteY244" fmla="*/ 292682 h 484794"/>
                <a:gd name="connsiteX245" fmla="*/ 2388692 w 2915191"/>
                <a:gd name="connsiteY245" fmla="*/ 306055 h 484794"/>
                <a:gd name="connsiteX246" fmla="*/ 2398450 w 2915191"/>
                <a:gd name="connsiteY246" fmla="*/ 245802 h 484794"/>
                <a:gd name="connsiteX247" fmla="*/ 2408194 w 2915191"/>
                <a:gd name="connsiteY247" fmla="*/ 244573 h 484794"/>
                <a:gd name="connsiteX248" fmla="*/ 2417953 w 2915191"/>
                <a:gd name="connsiteY248" fmla="*/ 284016 h 484794"/>
                <a:gd name="connsiteX249" fmla="*/ 2427697 w 2915191"/>
                <a:gd name="connsiteY249" fmla="*/ 301561 h 484794"/>
                <a:gd name="connsiteX250" fmla="*/ 2437441 w 2915191"/>
                <a:gd name="connsiteY250" fmla="*/ 336638 h 484794"/>
                <a:gd name="connsiteX251" fmla="*/ 2447200 w 2915191"/>
                <a:gd name="connsiteY251" fmla="*/ 348030 h 484794"/>
                <a:gd name="connsiteX252" fmla="*/ 2456944 w 2915191"/>
                <a:gd name="connsiteY252" fmla="*/ 373293 h 484794"/>
                <a:gd name="connsiteX253" fmla="*/ 2466703 w 2915191"/>
                <a:gd name="connsiteY253" fmla="*/ 374067 h 484794"/>
                <a:gd name="connsiteX254" fmla="*/ 2476446 w 2915191"/>
                <a:gd name="connsiteY254" fmla="*/ 414956 h 484794"/>
                <a:gd name="connsiteX255" fmla="*/ 2486190 w 2915191"/>
                <a:gd name="connsiteY255" fmla="*/ 414509 h 484794"/>
                <a:gd name="connsiteX256" fmla="*/ 2495949 w 2915191"/>
                <a:gd name="connsiteY256" fmla="*/ 432465 h 484794"/>
                <a:gd name="connsiteX257" fmla="*/ 2505693 w 2915191"/>
                <a:gd name="connsiteY257" fmla="*/ 418045 h 484794"/>
                <a:gd name="connsiteX258" fmla="*/ 2515452 w 2915191"/>
                <a:gd name="connsiteY258" fmla="*/ 439025 h 484794"/>
                <a:gd name="connsiteX259" fmla="*/ 2525196 w 2915191"/>
                <a:gd name="connsiteY259" fmla="*/ 463540 h 484794"/>
                <a:gd name="connsiteX260" fmla="*/ 2534940 w 2915191"/>
                <a:gd name="connsiteY260" fmla="*/ 473004 h 484794"/>
                <a:gd name="connsiteX261" fmla="*/ 2544699 w 2915191"/>
                <a:gd name="connsiteY261" fmla="*/ 440526 h 484794"/>
                <a:gd name="connsiteX262" fmla="*/ 2554443 w 2915191"/>
                <a:gd name="connsiteY262" fmla="*/ 406578 h 484794"/>
                <a:gd name="connsiteX263" fmla="*/ 2564202 w 2915191"/>
                <a:gd name="connsiteY263" fmla="*/ 429532 h 484794"/>
                <a:gd name="connsiteX264" fmla="*/ 2573946 w 2915191"/>
                <a:gd name="connsiteY264" fmla="*/ 425215 h 484794"/>
                <a:gd name="connsiteX265" fmla="*/ 2583690 w 2915191"/>
                <a:gd name="connsiteY265" fmla="*/ 437732 h 484794"/>
                <a:gd name="connsiteX266" fmla="*/ 2593448 w 2915191"/>
                <a:gd name="connsiteY266" fmla="*/ 457072 h 484794"/>
                <a:gd name="connsiteX267" fmla="*/ 2603192 w 2915191"/>
                <a:gd name="connsiteY267" fmla="*/ 463482 h 484794"/>
                <a:gd name="connsiteX268" fmla="*/ 2612951 w 2915191"/>
                <a:gd name="connsiteY268" fmla="*/ 468554 h 484794"/>
                <a:gd name="connsiteX269" fmla="*/ 2622695 w 2915191"/>
                <a:gd name="connsiteY269" fmla="*/ 479640 h 484794"/>
                <a:gd name="connsiteX270" fmla="*/ 2632439 w 2915191"/>
                <a:gd name="connsiteY270" fmla="*/ 484795 h 484794"/>
                <a:gd name="connsiteX271" fmla="*/ 2642198 w 2915191"/>
                <a:gd name="connsiteY271" fmla="*/ 465176 h 484794"/>
                <a:gd name="connsiteX272" fmla="*/ 2651942 w 2915191"/>
                <a:gd name="connsiteY272" fmla="*/ 413922 h 484794"/>
                <a:gd name="connsiteX273" fmla="*/ 2661685 w 2915191"/>
                <a:gd name="connsiteY273" fmla="*/ 428042 h 484794"/>
                <a:gd name="connsiteX274" fmla="*/ 2671444 w 2915191"/>
                <a:gd name="connsiteY274" fmla="*/ 396465 h 484794"/>
                <a:gd name="connsiteX275" fmla="*/ 2681188 w 2915191"/>
                <a:gd name="connsiteY275" fmla="*/ 406286 h 484794"/>
                <a:gd name="connsiteX276" fmla="*/ 2690947 w 2915191"/>
                <a:gd name="connsiteY276" fmla="*/ 403335 h 484794"/>
                <a:gd name="connsiteX277" fmla="*/ 2700691 w 2915191"/>
                <a:gd name="connsiteY277" fmla="*/ 384388 h 484794"/>
                <a:gd name="connsiteX278" fmla="*/ 2710435 w 2915191"/>
                <a:gd name="connsiteY278" fmla="*/ 371244 h 484794"/>
                <a:gd name="connsiteX279" fmla="*/ 2720194 w 2915191"/>
                <a:gd name="connsiteY279" fmla="*/ 365009 h 484794"/>
                <a:gd name="connsiteX280" fmla="*/ 2729938 w 2915191"/>
                <a:gd name="connsiteY280" fmla="*/ 360643 h 484794"/>
                <a:gd name="connsiteX281" fmla="*/ 2739697 w 2915191"/>
                <a:gd name="connsiteY281" fmla="*/ 358991 h 484794"/>
                <a:gd name="connsiteX282" fmla="*/ 2749441 w 2915191"/>
                <a:gd name="connsiteY282" fmla="*/ 353057 h 484794"/>
                <a:gd name="connsiteX283" fmla="*/ 2759185 w 2915191"/>
                <a:gd name="connsiteY283" fmla="*/ 353064 h 484794"/>
                <a:gd name="connsiteX284" fmla="*/ 2768943 w 2915191"/>
                <a:gd name="connsiteY284" fmla="*/ 352818 h 484794"/>
                <a:gd name="connsiteX285" fmla="*/ 2778687 w 2915191"/>
                <a:gd name="connsiteY285" fmla="*/ 341579 h 484794"/>
                <a:gd name="connsiteX286" fmla="*/ 2788446 w 2915191"/>
                <a:gd name="connsiteY286" fmla="*/ 319835 h 484794"/>
                <a:gd name="connsiteX287" fmla="*/ 2798190 w 2915191"/>
                <a:gd name="connsiteY287" fmla="*/ 312479 h 484794"/>
                <a:gd name="connsiteX288" fmla="*/ 2807934 w 2915191"/>
                <a:gd name="connsiteY288" fmla="*/ 319203 h 484794"/>
                <a:gd name="connsiteX289" fmla="*/ 2817693 w 2915191"/>
                <a:gd name="connsiteY289" fmla="*/ 303431 h 484794"/>
                <a:gd name="connsiteX290" fmla="*/ 2827437 w 2915191"/>
                <a:gd name="connsiteY290" fmla="*/ 342191 h 484794"/>
                <a:gd name="connsiteX291" fmla="*/ 2837196 w 2915191"/>
                <a:gd name="connsiteY291" fmla="*/ 328534 h 484794"/>
                <a:gd name="connsiteX292" fmla="*/ 2846940 w 2915191"/>
                <a:gd name="connsiteY292" fmla="*/ 317471 h 484794"/>
                <a:gd name="connsiteX293" fmla="*/ 2856684 w 2915191"/>
                <a:gd name="connsiteY293" fmla="*/ 336201 h 484794"/>
                <a:gd name="connsiteX294" fmla="*/ 2866442 w 2915191"/>
                <a:gd name="connsiteY294" fmla="*/ 363158 h 484794"/>
                <a:gd name="connsiteX295" fmla="*/ 2876186 w 2915191"/>
                <a:gd name="connsiteY295" fmla="*/ 365460 h 484794"/>
                <a:gd name="connsiteX296" fmla="*/ 2885945 w 2915191"/>
                <a:gd name="connsiteY296" fmla="*/ 388834 h 484794"/>
                <a:gd name="connsiteX297" fmla="*/ 2895689 w 2915191"/>
                <a:gd name="connsiteY297" fmla="*/ 375654 h 484794"/>
                <a:gd name="connsiteX298" fmla="*/ 2905433 w 2915191"/>
                <a:gd name="connsiteY298" fmla="*/ 397413 h 484794"/>
                <a:gd name="connsiteX299" fmla="*/ 2915192 w 2915191"/>
                <a:gd name="connsiteY299" fmla="*/ 383404 h 484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84794">
                  <a:moveTo>
                    <a:pt x="0" y="197207"/>
                  </a:moveTo>
                  <a:lnTo>
                    <a:pt x="9750" y="184321"/>
                  </a:lnTo>
                  <a:lnTo>
                    <a:pt x="19500" y="186136"/>
                  </a:lnTo>
                  <a:lnTo>
                    <a:pt x="29250" y="178958"/>
                  </a:lnTo>
                  <a:lnTo>
                    <a:pt x="39000" y="209124"/>
                  </a:lnTo>
                  <a:lnTo>
                    <a:pt x="48749" y="178405"/>
                  </a:lnTo>
                  <a:lnTo>
                    <a:pt x="58499" y="188337"/>
                  </a:lnTo>
                  <a:lnTo>
                    <a:pt x="68249" y="170155"/>
                  </a:lnTo>
                  <a:lnTo>
                    <a:pt x="77998" y="188711"/>
                  </a:lnTo>
                  <a:lnTo>
                    <a:pt x="87748" y="173725"/>
                  </a:lnTo>
                  <a:lnTo>
                    <a:pt x="97497" y="170678"/>
                  </a:lnTo>
                  <a:lnTo>
                    <a:pt x="107247" y="150611"/>
                  </a:lnTo>
                  <a:lnTo>
                    <a:pt x="116997" y="135210"/>
                  </a:lnTo>
                  <a:lnTo>
                    <a:pt x="126747" y="148071"/>
                  </a:lnTo>
                  <a:lnTo>
                    <a:pt x="136497" y="161121"/>
                  </a:lnTo>
                  <a:lnTo>
                    <a:pt x="146247" y="142661"/>
                  </a:lnTo>
                  <a:lnTo>
                    <a:pt x="155997" y="154029"/>
                  </a:lnTo>
                  <a:lnTo>
                    <a:pt x="165747" y="163834"/>
                  </a:lnTo>
                  <a:lnTo>
                    <a:pt x="175497" y="137938"/>
                  </a:lnTo>
                  <a:lnTo>
                    <a:pt x="185247" y="128282"/>
                  </a:lnTo>
                  <a:lnTo>
                    <a:pt x="194996" y="134219"/>
                  </a:lnTo>
                  <a:lnTo>
                    <a:pt x="204746" y="132375"/>
                  </a:lnTo>
                  <a:lnTo>
                    <a:pt x="214495" y="159976"/>
                  </a:lnTo>
                  <a:lnTo>
                    <a:pt x="224245" y="170938"/>
                  </a:lnTo>
                  <a:lnTo>
                    <a:pt x="233995" y="179667"/>
                  </a:lnTo>
                  <a:lnTo>
                    <a:pt x="243744" y="190062"/>
                  </a:lnTo>
                  <a:lnTo>
                    <a:pt x="253494" y="170008"/>
                  </a:lnTo>
                  <a:lnTo>
                    <a:pt x="263244" y="149444"/>
                  </a:lnTo>
                  <a:lnTo>
                    <a:pt x="272994" y="147643"/>
                  </a:lnTo>
                  <a:lnTo>
                    <a:pt x="282744" y="150078"/>
                  </a:lnTo>
                  <a:lnTo>
                    <a:pt x="292494" y="168418"/>
                  </a:lnTo>
                  <a:lnTo>
                    <a:pt x="302244" y="136712"/>
                  </a:lnTo>
                  <a:lnTo>
                    <a:pt x="311994" y="164364"/>
                  </a:lnTo>
                  <a:lnTo>
                    <a:pt x="321744" y="161676"/>
                  </a:lnTo>
                  <a:lnTo>
                    <a:pt x="331493" y="182639"/>
                  </a:lnTo>
                  <a:lnTo>
                    <a:pt x="341243" y="190016"/>
                  </a:lnTo>
                  <a:lnTo>
                    <a:pt x="350993" y="199710"/>
                  </a:lnTo>
                  <a:lnTo>
                    <a:pt x="360742" y="177621"/>
                  </a:lnTo>
                  <a:lnTo>
                    <a:pt x="370492" y="177183"/>
                  </a:lnTo>
                  <a:lnTo>
                    <a:pt x="380241" y="175354"/>
                  </a:lnTo>
                  <a:lnTo>
                    <a:pt x="389991" y="168323"/>
                  </a:lnTo>
                  <a:lnTo>
                    <a:pt x="399741" y="153442"/>
                  </a:lnTo>
                  <a:lnTo>
                    <a:pt x="409491" y="149659"/>
                  </a:lnTo>
                  <a:lnTo>
                    <a:pt x="419241" y="129708"/>
                  </a:lnTo>
                  <a:lnTo>
                    <a:pt x="428991" y="161435"/>
                  </a:lnTo>
                  <a:lnTo>
                    <a:pt x="438741" y="143854"/>
                  </a:lnTo>
                  <a:lnTo>
                    <a:pt x="448491" y="141485"/>
                  </a:lnTo>
                  <a:lnTo>
                    <a:pt x="458241" y="152719"/>
                  </a:lnTo>
                  <a:lnTo>
                    <a:pt x="467991" y="142469"/>
                  </a:lnTo>
                  <a:lnTo>
                    <a:pt x="477740" y="158954"/>
                  </a:lnTo>
                  <a:lnTo>
                    <a:pt x="487490" y="216570"/>
                  </a:lnTo>
                  <a:lnTo>
                    <a:pt x="497239" y="203115"/>
                  </a:lnTo>
                  <a:lnTo>
                    <a:pt x="506989" y="181610"/>
                  </a:lnTo>
                  <a:lnTo>
                    <a:pt x="516738" y="203854"/>
                  </a:lnTo>
                  <a:lnTo>
                    <a:pt x="526488" y="219560"/>
                  </a:lnTo>
                  <a:lnTo>
                    <a:pt x="536238" y="231554"/>
                  </a:lnTo>
                  <a:lnTo>
                    <a:pt x="545988" y="231846"/>
                  </a:lnTo>
                  <a:lnTo>
                    <a:pt x="555738" y="261294"/>
                  </a:lnTo>
                  <a:lnTo>
                    <a:pt x="565488" y="270956"/>
                  </a:lnTo>
                  <a:lnTo>
                    <a:pt x="575238" y="246212"/>
                  </a:lnTo>
                  <a:lnTo>
                    <a:pt x="584988" y="246736"/>
                  </a:lnTo>
                  <a:lnTo>
                    <a:pt x="594738" y="223695"/>
                  </a:lnTo>
                  <a:lnTo>
                    <a:pt x="604488" y="204949"/>
                  </a:lnTo>
                  <a:lnTo>
                    <a:pt x="614237" y="206413"/>
                  </a:lnTo>
                  <a:lnTo>
                    <a:pt x="623987" y="200770"/>
                  </a:lnTo>
                  <a:lnTo>
                    <a:pt x="633736" y="186544"/>
                  </a:lnTo>
                  <a:lnTo>
                    <a:pt x="643486" y="202613"/>
                  </a:lnTo>
                  <a:lnTo>
                    <a:pt x="653236" y="183113"/>
                  </a:lnTo>
                  <a:lnTo>
                    <a:pt x="662985" y="171151"/>
                  </a:lnTo>
                  <a:lnTo>
                    <a:pt x="672735" y="209563"/>
                  </a:lnTo>
                  <a:lnTo>
                    <a:pt x="682485" y="212063"/>
                  </a:lnTo>
                  <a:lnTo>
                    <a:pt x="692235" y="199092"/>
                  </a:lnTo>
                  <a:lnTo>
                    <a:pt x="701985" y="198830"/>
                  </a:lnTo>
                  <a:lnTo>
                    <a:pt x="711735" y="184873"/>
                  </a:lnTo>
                  <a:lnTo>
                    <a:pt x="721485" y="137163"/>
                  </a:lnTo>
                  <a:lnTo>
                    <a:pt x="731235" y="124567"/>
                  </a:lnTo>
                  <a:lnTo>
                    <a:pt x="740985" y="99589"/>
                  </a:lnTo>
                  <a:lnTo>
                    <a:pt x="750734" y="97997"/>
                  </a:lnTo>
                  <a:lnTo>
                    <a:pt x="760484" y="91443"/>
                  </a:lnTo>
                  <a:lnTo>
                    <a:pt x="770233" y="57121"/>
                  </a:lnTo>
                  <a:lnTo>
                    <a:pt x="779983" y="39837"/>
                  </a:lnTo>
                  <a:lnTo>
                    <a:pt x="789733" y="47161"/>
                  </a:lnTo>
                  <a:lnTo>
                    <a:pt x="799482" y="42562"/>
                  </a:lnTo>
                  <a:lnTo>
                    <a:pt x="809232" y="54722"/>
                  </a:lnTo>
                  <a:lnTo>
                    <a:pt x="818982" y="41589"/>
                  </a:lnTo>
                  <a:lnTo>
                    <a:pt x="828732" y="55923"/>
                  </a:lnTo>
                  <a:lnTo>
                    <a:pt x="838482" y="60584"/>
                  </a:lnTo>
                  <a:lnTo>
                    <a:pt x="848232" y="72399"/>
                  </a:lnTo>
                  <a:lnTo>
                    <a:pt x="857982" y="82829"/>
                  </a:lnTo>
                  <a:lnTo>
                    <a:pt x="867732" y="138410"/>
                  </a:lnTo>
                  <a:lnTo>
                    <a:pt x="877482" y="144487"/>
                  </a:lnTo>
                  <a:lnTo>
                    <a:pt x="887231" y="132909"/>
                  </a:lnTo>
                  <a:lnTo>
                    <a:pt x="896981" y="152980"/>
                  </a:lnTo>
                  <a:lnTo>
                    <a:pt x="906730" y="117394"/>
                  </a:lnTo>
                  <a:lnTo>
                    <a:pt x="916480" y="119503"/>
                  </a:lnTo>
                  <a:lnTo>
                    <a:pt x="926230" y="133416"/>
                  </a:lnTo>
                  <a:lnTo>
                    <a:pt x="935979" y="145916"/>
                  </a:lnTo>
                  <a:lnTo>
                    <a:pt x="945729" y="126309"/>
                  </a:lnTo>
                  <a:lnTo>
                    <a:pt x="955479" y="129642"/>
                  </a:lnTo>
                  <a:lnTo>
                    <a:pt x="965229" y="111132"/>
                  </a:lnTo>
                  <a:lnTo>
                    <a:pt x="974979" y="101934"/>
                  </a:lnTo>
                  <a:lnTo>
                    <a:pt x="984729" y="125767"/>
                  </a:lnTo>
                  <a:lnTo>
                    <a:pt x="994474" y="128863"/>
                  </a:lnTo>
                  <a:lnTo>
                    <a:pt x="1004233" y="85145"/>
                  </a:lnTo>
                  <a:lnTo>
                    <a:pt x="1013977" y="100459"/>
                  </a:lnTo>
                  <a:lnTo>
                    <a:pt x="1023721" y="111024"/>
                  </a:lnTo>
                  <a:lnTo>
                    <a:pt x="1033480" y="117975"/>
                  </a:lnTo>
                  <a:lnTo>
                    <a:pt x="1043224" y="147428"/>
                  </a:lnTo>
                  <a:lnTo>
                    <a:pt x="1052983" y="156748"/>
                  </a:lnTo>
                  <a:lnTo>
                    <a:pt x="1062727" y="191112"/>
                  </a:lnTo>
                  <a:lnTo>
                    <a:pt x="1072471" y="231940"/>
                  </a:lnTo>
                  <a:lnTo>
                    <a:pt x="1082230" y="218759"/>
                  </a:lnTo>
                  <a:lnTo>
                    <a:pt x="1091973" y="201056"/>
                  </a:lnTo>
                  <a:lnTo>
                    <a:pt x="1101732" y="248786"/>
                  </a:lnTo>
                  <a:lnTo>
                    <a:pt x="1111476" y="261757"/>
                  </a:lnTo>
                  <a:lnTo>
                    <a:pt x="1121220" y="283015"/>
                  </a:lnTo>
                  <a:lnTo>
                    <a:pt x="1130979" y="274740"/>
                  </a:lnTo>
                  <a:lnTo>
                    <a:pt x="1140723" y="279123"/>
                  </a:lnTo>
                  <a:lnTo>
                    <a:pt x="1150482" y="298491"/>
                  </a:lnTo>
                  <a:lnTo>
                    <a:pt x="1160226" y="283407"/>
                  </a:lnTo>
                  <a:lnTo>
                    <a:pt x="1169969" y="241110"/>
                  </a:lnTo>
                  <a:lnTo>
                    <a:pt x="1179728" y="218203"/>
                  </a:lnTo>
                  <a:lnTo>
                    <a:pt x="1189472" y="224805"/>
                  </a:lnTo>
                  <a:lnTo>
                    <a:pt x="1199231" y="181909"/>
                  </a:lnTo>
                  <a:lnTo>
                    <a:pt x="1208975" y="194755"/>
                  </a:lnTo>
                  <a:lnTo>
                    <a:pt x="1218719" y="200208"/>
                  </a:lnTo>
                  <a:lnTo>
                    <a:pt x="1228478" y="185698"/>
                  </a:lnTo>
                  <a:lnTo>
                    <a:pt x="1238222" y="209563"/>
                  </a:lnTo>
                  <a:lnTo>
                    <a:pt x="1247966" y="262215"/>
                  </a:lnTo>
                  <a:lnTo>
                    <a:pt x="1257725" y="256133"/>
                  </a:lnTo>
                  <a:lnTo>
                    <a:pt x="1267469" y="263587"/>
                  </a:lnTo>
                  <a:lnTo>
                    <a:pt x="1277227" y="285523"/>
                  </a:lnTo>
                  <a:lnTo>
                    <a:pt x="1286971" y="293428"/>
                  </a:lnTo>
                  <a:lnTo>
                    <a:pt x="1296715" y="293315"/>
                  </a:lnTo>
                  <a:lnTo>
                    <a:pt x="1306474" y="286992"/>
                  </a:lnTo>
                  <a:lnTo>
                    <a:pt x="1316218" y="283094"/>
                  </a:lnTo>
                  <a:lnTo>
                    <a:pt x="1325977" y="256161"/>
                  </a:lnTo>
                  <a:lnTo>
                    <a:pt x="1335721" y="227740"/>
                  </a:lnTo>
                  <a:lnTo>
                    <a:pt x="1345465" y="247074"/>
                  </a:lnTo>
                  <a:lnTo>
                    <a:pt x="1355224" y="230867"/>
                  </a:lnTo>
                  <a:lnTo>
                    <a:pt x="1364967" y="213298"/>
                  </a:lnTo>
                  <a:lnTo>
                    <a:pt x="1374726" y="217306"/>
                  </a:lnTo>
                  <a:lnTo>
                    <a:pt x="1384470" y="235023"/>
                  </a:lnTo>
                  <a:lnTo>
                    <a:pt x="1394214" y="226794"/>
                  </a:lnTo>
                  <a:lnTo>
                    <a:pt x="1403973" y="226602"/>
                  </a:lnTo>
                  <a:lnTo>
                    <a:pt x="1413717" y="245791"/>
                  </a:lnTo>
                  <a:lnTo>
                    <a:pt x="1423476" y="289776"/>
                  </a:lnTo>
                  <a:lnTo>
                    <a:pt x="1433220" y="310368"/>
                  </a:lnTo>
                  <a:lnTo>
                    <a:pt x="1442964" y="317628"/>
                  </a:lnTo>
                  <a:lnTo>
                    <a:pt x="1452722" y="289359"/>
                  </a:lnTo>
                  <a:lnTo>
                    <a:pt x="1462466" y="277543"/>
                  </a:lnTo>
                  <a:lnTo>
                    <a:pt x="1472225" y="295560"/>
                  </a:lnTo>
                  <a:lnTo>
                    <a:pt x="1481969" y="275773"/>
                  </a:lnTo>
                  <a:lnTo>
                    <a:pt x="1491713" y="284702"/>
                  </a:lnTo>
                  <a:lnTo>
                    <a:pt x="1501472" y="243472"/>
                  </a:lnTo>
                  <a:lnTo>
                    <a:pt x="1511216" y="248654"/>
                  </a:lnTo>
                  <a:lnTo>
                    <a:pt x="1520960" y="237323"/>
                  </a:lnTo>
                  <a:lnTo>
                    <a:pt x="1530719" y="282236"/>
                  </a:lnTo>
                  <a:lnTo>
                    <a:pt x="1540463" y="277967"/>
                  </a:lnTo>
                  <a:lnTo>
                    <a:pt x="1550221" y="319902"/>
                  </a:lnTo>
                  <a:lnTo>
                    <a:pt x="1559965" y="294907"/>
                  </a:lnTo>
                  <a:lnTo>
                    <a:pt x="1569709" y="295375"/>
                  </a:lnTo>
                  <a:lnTo>
                    <a:pt x="1579468" y="290874"/>
                  </a:lnTo>
                  <a:lnTo>
                    <a:pt x="1589212" y="285728"/>
                  </a:lnTo>
                  <a:lnTo>
                    <a:pt x="1598971" y="295451"/>
                  </a:lnTo>
                  <a:lnTo>
                    <a:pt x="1608715" y="254762"/>
                  </a:lnTo>
                  <a:lnTo>
                    <a:pt x="1618459" y="230016"/>
                  </a:lnTo>
                  <a:lnTo>
                    <a:pt x="1628218" y="259227"/>
                  </a:lnTo>
                  <a:lnTo>
                    <a:pt x="1637962" y="266148"/>
                  </a:lnTo>
                  <a:lnTo>
                    <a:pt x="1647720" y="225851"/>
                  </a:lnTo>
                  <a:lnTo>
                    <a:pt x="1657464" y="192994"/>
                  </a:lnTo>
                  <a:lnTo>
                    <a:pt x="1667208" y="176145"/>
                  </a:lnTo>
                  <a:lnTo>
                    <a:pt x="1676967" y="161337"/>
                  </a:lnTo>
                  <a:lnTo>
                    <a:pt x="1686711" y="146627"/>
                  </a:lnTo>
                  <a:lnTo>
                    <a:pt x="1696470" y="146572"/>
                  </a:lnTo>
                  <a:lnTo>
                    <a:pt x="1706214" y="143911"/>
                  </a:lnTo>
                  <a:lnTo>
                    <a:pt x="1715958" y="143576"/>
                  </a:lnTo>
                  <a:lnTo>
                    <a:pt x="1725716" y="163422"/>
                  </a:lnTo>
                  <a:lnTo>
                    <a:pt x="1735460" y="137933"/>
                  </a:lnTo>
                  <a:lnTo>
                    <a:pt x="1745219" y="139948"/>
                  </a:lnTo>
                  <a:lnTo>
                    <a:pt x="1754963" y="132725"/>
                  </a:lnTo>
                  <a:lnTo>
                    <a:pt x="1764707" y="137123"/>
                  </a:lnTo>
                  <a:lnTo>
                    <a:pt x="1774466" y="117316"/>
                  </a:lnTo>
                  <a:lnTo>
                    <a:pt x="1784210" y="98347"/>
                  </a:lnTo>
                  <a:lnTo>
                    <a:pt x="1793969" y="130511"/>
                  </a:lnTo>
                  <a:lnTo>
                    <a:pt x="1803713" y="132047"/>
                  </a:lnTo>
                  <a:lnTo>
                    <a:pt x="1813457" y="104397"/>
                  </a:lnTo>
                  <a:lnTo>
                    <a:pt x="1823215" y="119246"/>
                  </a:lnTo>
                  <a:lnTo>
                    <a:pt x="1832959" y="80817"/>
                  </a:lnTo>
                  <a:lnTo>
                    <a:pt x="1842703" y="57675"/>
                  </a:lnTo>
                  <a:lnTo>
                    <a:pt x="1852462" y="28174"/>
                  </a:lnTo>
                  <a:lnTo>
                    <a:pt x="1862206" y="25716"/>
                  </a:lnTo>
                  <a:lnTo>
                    <a:pt x="1871965" y="42169"/>
                  </a:lnTo>
                  <a:lnTo>
                    <a:pt x="1881709" y="12342"/>
                  </a:lnTo>
                  <a:lnTo>
                    <a:pt x="1891453" y="16451"/>
                  </a:lnTo>
                  <a:lnTo>
                    <a:pt x="1901212" y="5958"/>
                  </a:lnTo>
                  <a:lnTo>
                    <a:pt x="1910956" y="28822"/>
                  </a:lnTo>
                  <a:lnTo>
                    <a:pt x="1920714" y="0"/>
                  </a:lnTo>
                  <a:lnTo>
                    <a:pt x="1930458" y="11371"/>
                  </a:lnTo>
                  <a:lnTo>
                    <a:pt x="1940202" y="18953"/>
                  </a:lnTo>
                  <a:lnTo>
                    <a:pt x="1949961" y="27387"/>
                  </a:lnTo>
                  <a:lnTo>
                    <a:pt x="1959705" y="9181"/>
                  </a:lnTo>
                  <a:lnTo>
                    <a:pt x="1969464" y="33383"/>
                  </a:lnTo>
                  <a:lnTo>
                    <a:pt x="1979208" y="37425"/>
                  </a:lnTo>
                  <a:lnTo>
                    <a:pt x="1988952" y="51302"/>
                  </a:lnTo>
                  <a:lnTo>
                    <a:pt x="1998711" y="83780"/>
                  </a:lnTo>
                  <a:lnTo>
                    <a:pt x="2008454" y="72582"/>
                  </a:lnTo>
                  <a:lnTo>
                    <a:pt x="2018213" y="94062"/>
                  </a:lnTo>
                  <a:lnTo>
                    <a:pt x="2027957" y="144988"/>
                  </a:lnTo>
                  <a:lnTo>
                    <a:pt x="2037701" y="152807"/>
                  </a:lnTo>
                  <a:lnTo>
                    <a:pt x="2047460" y="151958"/>
                  </a:lnTo>
                  <a:lnTo>
                    <a:pt x="2057204" y="166694"/>
                  </a:lnTo>
                  <a:lnTo>
                    <a:pt x="2066963" y="154996"/>
                  </a:lnTo>
                  <a:lnTo>
                    <a:pt x="2076707" y="126401"/>
                  </a:lnTo>
                  <a:lnTo>
                    <a:pt x="2086451" y="152104"/>
                  </a:lnTo>
                  <a:lnTo>
                    <a:pt x="2096210" y="115683"/>
                  </a:lnTo>
                  <a:lnTo>
                    <a:pt x="2105954" y="119818"/>
                  </a:lnTo>
                  <a:lnTo>
                    <a:pt x="2115697" y="151679"/>
                  </a:lnTo>
                  <a:lnTo>
                    <a:pt x="2125456" y="152232"/>
                  </a:lnTo>
                  <a:lnTo>
                    <a:pt x="2135200" y="150489"/>
                  </a:lnTo>
                  <a:lnTo>
                    <a:pt x="2144959" y="180865"/>
                  </a:lnTo>
                  <a:lnTo>
                    <a:pt x="2154703" y="206971"/>
                  </a:lnTo>
                  <a:lnTo>
                    <a:pt x="2164447" y="221642"/>
                  </a:lnTo>
                  <a:lnTo>
                    <a:pt x="2174206" y="224641"/>
                  </a:lnTo>
                  <a:lnTo>
                    <a:pt x="2183950" y="223044"/>
                  </a:lnTo>
                  <a:lnTo>
                    <a:pt x="2193709" y="228684"/>
                  </a:lnTo>
                  <a:lnTo>
                    <a:pt x="2203452" y="235435"/>
                  </a:lnTo>
                  <a:lnTo>
                    <a:pt x="2213196" y="274530"/>
                  </a:lnTo>
                  <a:lnTo>
                    <a:pt x="2222955" y="277870"/>
                  </a:lnTo>
                  <a:lnTo>
                    <a:pt x="2232699" y="313768"/>
                  </a:lnTo>
                  <a:lnTo>
                    <a:pt x="2242458" y="299182"/>
                  </a:lnTo>
                  <a:lnTo>
                    <a:pt x="2252202" y="302880"/>
                  </a:lnTo>
                  <a:lnTo>
                    <a:pt x="2261946" y="320237"/>
                  </a:lnTo>
                  <a:lnTo>
                    <a:pt x="2271705" y="301679"/>
                  </a:lnTo>
                  <a:lnTo>
                    <a:pt x="2281449" y="298753"/>
                  </a:lnTo>
                  <a:lnTo>
                    <a:pt x="2291208" y="264394"/>
                  </a:lnTo>
                  <a:lnTo>
                    <a:pt x="2300951" y="274922"/>
                  </a:lnTo>
                  <a:lnTo>
                    <a:pt x="2310695" y="303284"/>
                  </a:lnTo>
                  <a:lnTo>
                    <a:pt x="2320454" y="323277"/>
                  </a:lnTo>
                  <a:lnTo>
                    <a:pt x="2330198" y="299732"/>
                  </a:lnTo>
                  <a:lnTo>
                    <a:pt x="2339957" y="277891"/>
                  </a:lnTo>
                  <a:lnTo>
                    <a:pt x="2349701" y="266363"/>
                  </a:lnTo>
                  <a:lnTo>
                    <a:pt x="2359445" y="292986"/>
                  </a:lnTo>
                  <a:lnTo>
                    <a:pt x="2369204" y="275572"/>
                  </a:lnTo>
                  <a:lnTo>
                    <a:pt x="2378948" y="292682"/>
                  </a:lnTo>
                  <a:lnTo>
                    <a:pt x="2388692" y="306055"/>
                  </a:lnTo>
                  <a:lnTo>
                    <a:pt x="2398450" y="245802"/>
                  </a:lnTo>
                  <a:lnTo>
                    <a:pt x="2408194" y="244573"/>
                  </a:lnTo>
                  <a:lnTo>
                    <a:pt x="2417953" y="284016"/>
                  </a:lnTo>
                  <a:lnTo>
                    <a:pt x="2427697" y="301561"/>
                  </a:lnTo>
                  <a:lnTo>
                    <a:pt x="2437441" y="336638"/>
                  </a:lnTo>
                  <a:lnTo>
                    <a:pt x="2447200" y="348030"/>
                  </a:lnTo>
                  <a:lnTo>
                    <a:pt x="2456944" y="373293"/>
                  </a:lnTo>
                  <a:lnTo>
                    <a:pt x="2466703" y="374067"/>
                  </a:lnTo>
                  <a:lnTo>
                    <a:pt x="2476446" y="414956"/>
                  </a:lnTo>
                  <a:lnTo>
                    <a:pt x="2486190" y="414509"/>
                  </a:lnTo>
                  <a:lnTo>
                    <a:pt x="2495949" y="432465"/>
                  </a:lnTo>
                  <a:lnTo>
                    <a:pt x="2505693" y="418045"/>
                  </a:lnTo>
                  <a:lnTo>
                    <a:pt x="2515452" y="439025"/>
                  </a:lnTo>
                  <a:lnTo>
                    <a:pt x="2525196" y="463540"/>
                  </a:lnTo>
                  <a:lnTo>
                    <a:pt x="2534940" y="473004"/>
                  </a:lnTo>
                  <a:lnTo>
                    <a:pt x="2544699" y="440526"/>
                  </a:lnTo>
                  <a:lnTo>
                    <a:pt x="2554443" y="406578"/>
                  </a:lnTo>
                  <a:lnTo>
                    <a:pt x="2564202" y="429532"/>
                  </a:lnTo>
                  <a:lnTo>
                    <a:pt x="2573946" y="425215"/>
                  </a:lnTo>
                  <a:lnTo>
                    <a:pt x="2583690" y="437732"/>
                  </a:lnTo>
                  <a:lnTo>
                    <a:pt x="2593448" y="457072"/>
                  </a:lnTo>
                  <a:lnTo>
                    <a:pt x="2603192" y="463482"/>
                  </a:lnTo>
                  <a:lnTo>
                    <a:pt x="2612951" y="468554"/>
                  </a:lnTo>
                  <a:lnTo>
                    <a:pt x="2622695" y="479640"/>
                  </a:lnTo>
                  <a:lnTo>
                    <a:pt x="2632439" y="484795"/>
                  </a:lnTo>
                  <a:lnTo>
                    <a:pt x="2642198" y="465176"/>
                  </a:lnTo>
                  <a:lnTo>
                    <a:pt x="2651942" y="413922"/>
                  </a:lnTo>
                  <a:lnTo>
                    <a:pt x="2661685" y="428042"/>
                  </a:lnTo>
                  <a:lnTo>
                    <a:pt x="2671444" y="396465"/>
                  </a:lnTo>
                  <a:lnTo>
                    <a:pt x="2681188" y="406286"/>
                  </a:lnTo>
                  <a:lnTo>
                    <a:pt x="2690947" y="403335"/>
                  </a:lnTo>
                  <a:lnTo>
                    <a:pt x="2700691" y="384388"/>
                  </a:lnTo>
                  <a:lnTo>
                    <a:pt x="2710435" y="371244"/>
                  </a:lnTo>
                  <a:lnTo>
                    <a:pt x="2720194" y="365009"/>
                  </a:lnTo>
                  <a:lnTo>
                    <a:pt x="2729938" y="360643"/>
                  </a:lnTo>
                  <a:lnTo>
                    <a:pt x="2739697" y="358991"/>
                  </a:lnTo>
                  <a:lnTo>
                    <a:pt x="2749441" y="353057"/>
                  </a:lnTo>
                  <a:lnTo>
                    <a:pt x="2759185" y="353064"/>
                  </a:lnTo>
                  <a:lnTo>
                    <a:pt x="2768943" y="352818"/>
                  </a:lnTo>
                  <a:lnTo>
                    <a:pt x="2778687" y="341579"/>
                  </a:lnTo>
                  <a:lnTo>
                    <a:pt x="2788446" y="319835"/>
                  </a:lnTo>
                  <a:lnTo>
                    <a:pt x="2798190" y="312479"/>
                  </a:lnTo>
                  <a:lnTo>
                    <a:pt x="2807934" y="319203"/>
                  </a:lnTo>
                  <a:lnTo>
                    <a:pt x="2817693" y="303431"/>
                  </a:lnTo>
                  <a:lnTo>
                    <a:pt x="2827437" y="342191"/>
                  </a:lnTo>
                  <a:lnTo>
                    <a:pt x="2837196" y="328534"/>
                  </a:lnTo>
                  <a:lnTo>
                    <a:pt x="2846940" y="317471"/>
                  </a:lnTo>
                  <a:lnTo>
                    <a:pt x="2856684" y="336201"/>
                  </a:lnTo>
                  <a:lnTo>
                    <a:pt x="2866442" y="363158"/>
                  </a:lnTo>
                  <a:lnTo>
                    <a:pt x="2876186" y="365460"/>
                  </a:lnTo>
                  <a:lnTo>
                    <a:pt x="2885945" y="388834"/>
                  </a:lnTo>
                  <a:lnTo>
                    <a:pt x="2895689" y="375654"/>
                  </a:lnTo>
                  <a:lnTo>
                    <a:pt x="2905433" y="397413"/>
                  </a:lnTo>
                  <a:lnTo>
                    <a:pt x="2915192" y="38340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4" name="Freeform 1203">
              <a:extLst>
                <a:ext uri="{FF2B5EF4-FFF2-40B4-BE49-F238E27FC236}">
                  <a16:creationId xmlns:a16="http://schemas.microsoft.com/office/drawing/2014/main" id="{824273C3-DA13-98E3-6214-928E4F5FF371}"/>
                </a:ext>
              </a:extLst>
            </p:cNvPr>
            <p:cNvSpPr/>
            <p:nvPr/>
          </p:nvSpPr>
          <p:spPr>
            <a:xfrm>
              <a:off x="4426652" y="3484257"/>
              <a:ext cx="2915191" cy="332764"/>
            </a:xfrm>
            <a:custGeom>
              <a:avLst/>
              <a:gdLst>
                <a:gd name="connsiteX0" fmla="*/ 0 w 2915191"/>
                <a:gd name="connsiteY0" fmla="*/ 46205 h 332764"/>
                <a:gd name="connsiteX1" fmla="*/ 9750 w 2915191"/>
                <a:gd name="connsiteY1" fmla="*/ 34525 h 332764"/>
                <a:gd name="connsiteX2" fmla="*/ 19500 w 2915191"/>
                <a:gd name="connsiteY2" fmla="*/ 46743 h 332764"/>
                <a:gd name="connsiteX3" fmla="*/ 29250 w 2915191"/>
                <a:gd name="connsiteY3" fmla="*/ 74246 h 332764"/>
                <a:gd name="connsiteX4" fmla="*/ 39000 w 2915191"/>
                <a:gd name="connsiteY4" fmla="*/ 49179 h 332764"/>
                <a:gd name="connsiteX5" fmla="*/ 48749 w 2915191"/>
                <a:gd name="connsiteY5" fmla="*/ 33253 h 332764"/>
                <a:gd name="connsiteX6" fmla="*/ 58499 w 2915191"/>
                <a:gd name="connsiteY6" fmla="*/ 37419 h 332764"/>
                <a:gd name="connsiteX7" fmla="*/ 68249 w 2915191"/>
                <a:gd name="connsiteY7" fmla="*/ 30039 h 332764"/>
                <a:gd name="connsiteX8" fmla="*/ 77998 w 2915191"/>
                <a:gd name="connsiteY8" fmla="*/ 69945 h 332764"/>
                <a:gd name="connsiteX9" fmla="*/ 87748 w 2915191"/>
                <a:gd name="connsiteY9" fmla="*/ 66235 h 332764"/>
                <a:gd name="connsiteX10" fmla="*/ 97497 w 2915191"/>
                <a:gd name="connsiteY10" fmla="*/ 75392 h 332764"/>
                <a:gd name="connsiteX11" fmla="*/ 107247 w 2915191"/>
                <a:gd name="connsiteY11" fmla="*/ 70286 h 332764"/>
                <a:gd name="connsiteX12" fmla="*/ 116997 w 2915191"/>
                <a:gd name="connsiteY12" fmla="*/ 109238 h 332764"/>
                <a:gd name="connsiteX13" fmla="*/ 126747 w 2915191"/>
                <a:gd name="connsiteY13" fmla="*/ 107031 h 332764"/>
                <a:gd name="connsiteX14" fmla="*/ 136497 w 2915191"/>
                <a:gd name="connsiteY14" fmla="*/ 145420 h 332764"/>
                <a:gd name="connsiteX15" fmla="*/ 146247 w 2915191"/>
                <a:gd name="connsiteY15" fmla="*/ 150009 h 332764"/>
                <a:gd name="connsiteX16" fmla="*/ 155997 w 2915191"/>
                <a:gd name="connsiteY16" fmla="*/ 145304 h 332764"/>
                <a:gd name="connsiteX17" fmla="*/ 165747 w 2915191"/>
                <a:gd name="connsiteY17" fmla="*/ 162196 h 332764"/>
                <a:gd name="connsiteX18" fmla="*/ 175497 w 2915191"/>
                <a:gd name="connsiteY18" fmla="*/ 138948 h 332764"/>
                <a:gd name="connsiteX19" fmla="*/ 185247 w 2915191"/>
                <a:gd name="connsiteY19" fmla="*/ 126947 h 332764"/>
                <a:gd name="connsiteX20" fmla="*/ 194996 w 2915191"/>
                <a:gd name="connsiteY20" fmla="*/ 120542 h 332764"/>
                <a:gd name="connsiteX21" fmla="*/ 204746 w 2915191"/>
                <a:gd name="connsiteY21" fmla="*/ 122803 h 332764"/>
                <a:gd name="connsiteX22" fmla="*/ 214495 w 2915191"/>
                <a:gd name="connsiteY22" fmla="*/ 106927 h 332764"/>
                <a:gd name="connsiteX23" fmla="*/ 224245 w 2915191"/>
                <a:gd name="connsiteY23" fmla="*/ 81558 h 332764"/>
                <a:gd name="connsiteX24" fmla="*/ 233995 w 2915191"/>
                <a:gd name="connsiteY24" fmla="*/ 69188 h 332764"/>
                <a:gd name="connsiteX25" fmla="*/ 243744 w 2915191"/>
                <a:gd name="connsiteY25" fmla="*/ 100227 h 332764"/>
                <a:gd name="connsiteX26" fmla="*/ 253494 w 2915191"/>
                <a:gd name="connsiteY26" fmla="*/ 142577 h 332764"/>
                <a:gd name="connsiteX27" fmla="*/ 263244 w 2915191"/>
                <a:gd name="connsiteY27" fmla="*/ 118632 h 332764"/>
                <a:gd name="connsiteX28" fmla="*/ 272994 w 2915191"/>
                <a:gd name="connsiteY28" fmla="*/ 120041 h 332764"/>
                <a:gd name="connsiteX29" fmla="*/ 282744 w 2915191"/>
                <a:gd name="connsiteY29" fmla="*/ 126133 h 332764"/>
                <a:gd name="connsiteX30" fmla="*/ 292494 w 2915191"/>
                <a:gd name="connsiteY30" fmla="*/ 133672 h 332764"/>
                <a:gd name="connsiteX31" fmla="*/ 302244 w 2915191"/>
                <a:gd name="connsiteY31" fmla="*/ 126516 h 332764"/>
                <a:gd name="connsiteX32" fmla="*/ 311994 w 2915191"/>
                <a:gd name="connsiteY32" fmla="*/ 134524 h 332764"/>
                <a:gd name="connsiteX33" fmla="*/ 321744 w 2915191"/>
                <a:gd name="connsiteY33" fmla="*/ 133645 h 332764"/>
                <a:gd name="connsiteX34" fmla="*/ 331493 w 2915191"/>
                <a:gd name="connsiteY34" fmla="*/ 80641 h 332764"/>
                <a:gd name="connsiteX35" fmla="*/ 341243 w 2915191"/>
                <a:gd name="connsiteY35" fmla="*/ 95246 h 332764"/>
                <a:gd name="connsiteX36" fmla="*/ 350993 w 2915191"/>
                <a:gd name="connsiteY36" fmla="*/ 102699 h 332764"/>
                <a:gd name="connsiteX37" fmla="*/ 360742 w 2915191"/>
                <a:gd name="connsiteY37" fmla="*/ 92128 h 332764"/>
                <a:gd name="connsiteX38" fmla="*/ 370492 w 2915191"/>
                <a:gd name="connsiteY38" fmla="*/ 104335 h 332764"/>
                <a:gd name="connsiteX39" fmla="*/ 380241 w 2915191"/>
                <a:gd name="connsiteY39" fmla="*/ 121900 h 332764"/>
                <a:gd name="connsiteX40" fmla="*/ 389991 w 2915191"/>
                <a:gd name="connsiteY40" fmla="*/ 135549 h 332764"/>
                <a:gd name="connsiteX41" fmla="*/ 399741 w 2915191"/>
                <a:gd name="connsiteY41" fmla="*/ 144706 h 332764"/>
                <a:gd name="connsiteX42" fmla="*/ 409491 w 2915191"/>
                <a:gd name="connsiteY42" fmla="*/ 148964 h 332764"/>
                <a:gd name="connsiteX43" fmla="*/ 419241 w 2915191"/>
                <a:gd name="connsiteY43" fmla="*/ 181346 h 332764"/>
                <a:gd name="connsiteX44" fmla="*/ 428991 w 2915191"/>
                <a:gd name="connsiteY44" fmla="*/ 199120 h 332764"/>
                <a:gd name="connsiteX45" fmla="*/ 438741 w 2915191"/>
                <a:gd name="connsiteY45" fmla="*/ 188833 h 332764"/>
                <a:gd name="connsiteX46" fmla="*/ 448491 w 2915191"/>
                <a:gd name="connsiteY46" fmla="*/ 226609 h 332764"/>
                <a:gd name="connsiteX47" fmla="*/ 458241 w 2915191"/>
                <a:gd name="connsiteY47" fmla="*/ 216893 h 332764"/>
                <a:gd name="connsiteX48" fmla="*/ 467991 w 2915191"/>
                <a:gd name="connsiteY48" fmla="*/ 206086 h 332764"/>
                <a:gd name="connsiteX49" fmla="*/ 477740 w 2915191"/>
                <a:gd name="connsiteY49" fmla="*/ 176940 h 332764"/>
                <a:gd name="connsiteX50" fmla="*/ 487490 w 2915191"/>
                <a:gd name="connsiteY50" fmla="*/ 163644 h 332764"/>
                <a:gd name="connsiteX51" fmla="*/ 497239 w 2915191"/>
                <a:gd name="connsiteY51" fmla="*/ 171620 h 332764"/>
                <a:gd name="connsiteX52" fmla="*/ 506989 w 2915191"/>
                <a:gd name="connsiteY52" fmla="*/ 189440 h 332764"/>
                <a:gd name="connsiteX53" fmla="*/ 516738 w 2915191"/>
                <a:gd name="connsiteY53" fmla="*/ 172433 h 332764"/>
                <a:gd name="connsiteX54" fmla="*/ 526488 w 2915191"/>
                <a:gd name="connsiteY54" fmla="*/ 169358 h 332764"/>
                <a:gd name="connsiteX55" fmla="*/ 536238 w 2915191"/>
                <a:gd name="connsiteY55" fmla="*/ 156453 h 332764"/>
                <a:gd name="connsiteX56" fmla="*/ 545988 w 2915191"/>
                <a:gd name="connsiteY56" fmla="*/ 167117 h 332764"/>
                <a:gd name="connsiteX57" fmla="*/ 555738 w 2915191"/>
                <a:gd name="connsiteY57" fmla="*/ 178189 h 332764"/>
                <a:gd name="connsiteX58" fmla="*/ 565488 w 2915191"/>
                <a:gd name="connsiteY58" fmla="*/ 154727 h 332764"/>
                <a:gd name="connsiteX59" fmla="*/ 575238 w 2915191"/>
                <a:gd name="connsiteY59" fmla="*/ 148307 h 332764"/>
                <a:gd name="connsiteX60" fmla="*/ 584988 w 2915191"/>
                <a:gd name="connsiteY60" fmla="*/ 165380 h 332764"/>
                <a:gd name="connsiteX61" fmla="*/ 594738 w 2915191"/>
                <a:gd name="connsiteY61" fmla="*/ 188319 h 332764"/>
                <a:gd name="connsiteX62" fmla="*/ 604488 w 2915191"/>
                <a:gd name="connsiteY62" fmla="*/ 194566 h 332764"/>
                <a:gd name="connsiteX63" fmla="*/ 614237 w 2915191"/>
                <a:gd name="connsiteY63" fmla="*/ 203373 h 332764"/>
                <a:gd name="connsiteX64" fmla="*/ 623987 w 2915191"/>
                <a:gd name="connsiteY64" fmla="*/ 203702 h 332764"/>
                <a:gd name="connsiteX65" fmla="*/ 633736 w 2915191"/>
                <a:gd name="connsiteY65" fmla="*/ 220071 h 332764"/>
                <a:gd name="connsiteX66" fmla="*/ 643486 w 2915191"/>
                <a:gd name="connsiteY66" fmla="*/ 215614 h 332764"/>
                <a:gd name="connsiteX67" fmla="*/ 653236 w 2915191"/>
                <a:gd name="connsiteY67" fmla="*/ 204003 h 332764"/>
                <a:gd name="connsiteX68" fmla="*/ 662985 w 2915191"/>
                <a:gd name="connsiteY68" fmla="*/ 212775 h 332764"/>
                <a:gd name="connsiteX69" fmla="*/ 672735 w 2915191"/>
                <a:gd name="connsiteY69" fmla="*/ 207103 h 332764"/>
                <a:gd name="connsiteX70" fmla="*/ 682485 w 2915191"/>
                <a:gd name="connsiteY70" fmla="*/ 173780 h 332764"/>
                <a:gd name="connsiteX71" fmla="*/ 692235 w 2915191"/>
                <a:gd name="connsiteY71" fmla="*/ 171660 h 332764"/>
                <a:gd name="connsiteX72" fmla="*/ 701985 w 2915191"/>
                <a:gd name="connsiteY72" fmla="*/ 198846 h 332764"/>
                <a:gd name="connsiteX73" fmla="*/ 711735 w 2915191"/>
                <a:gd name="connsiteY73" fmla="*/ 237107 h 332764"/>
                <a:gd name="connsiteX74" fmla="*/ 721485 w 2915191"/>
                <a:gd name="connsiteY74" fmla="*/ 259642 h 332764"/>
                <a:gd name="connsiteX75" fmla="*/ 731235 w 2915191"/>
                <a:gd name="connsiteY75" fmla="*/ 241585 h 332764"/>
                <a:gd name="connsiteX76" fmla="*/ 740985 w 2915191"/>
                <a:gd name="connsiteY76" fmla="*/ 207818 h 332764"/>
                <a:gd name="connsiteX77" fmla="*/ 750734 w 2915191"/>
                <a:gd name="connsiteY77" fmla="*/ 202339 h 332764"/>
                <a:gd name="connsiteX78" fmla="*/ 760484 w 2915191"/>
                <a:gd name="connsiteY78" fmla="*/ 197803 h 332764"/>
                <a:gd name="connsiteX79" fmla="*/ 770233 w 2915191"/>
                <a:gd name="connsiteY79" fmla="*/ 210123 h 332764"/>
                <a:gd name="connsiteX80" fmla="*/ 779983 w 2915191"/>
                <a:gd name="connsiteY80" fmla="*/ 188638 h 332764"/>
                <a:gd name="connsiteX81" fmla="*/ 789733 w 2915191"/>
                <a:gd name="connsiteY81" fmla="*/ 156144 h 332764"/>
                <a:gd name="connsiteX82" fmla="*/ 799482 w 2915191"/>
                <a:gd name="connsiteY82" fmla="*/ 198566 h 332764"/>
                <a:gd name="connsiteX83" fmla="*/ 809232 w 2915191"/>
                <a:gd name="connsiteY83" fmla="*/ 246824 h 332764"/>
                <a:gd name="connsiteX84" fmla="*/ 818982 w 2915191"/>
                <a:gd name="connsiteY84" fmla="*/ 236250 h 332764"/>
                <a:gd name="connsiteX85" fmla="*/ 828732 w 2915191"/>
                <a:gd name="connsiteY85" fmla="*/ 228330 h 332764"/>
                <a:gd name="connsiteX86" fmla="*/ 838482 w 2915191"/>
                <a:gd name="connsiteY86" fmla="*/ 220614 h 332764"/>
                <a:gd name="connsiteX87" fmla="*/ 848232 w 2915191"/>
                <a:gd name="connsiteY87" fmla="*/ 243779 h 332764"/>
                <a:gd name="connsiteX88" fmla="*/ 857982 w 2915191"/>
                <a:gd name="connsiteY88" fmla="*/ 205399 h 332764"/>
                <a:gd name="connsiteX89" fmla="*/ 867732 w 2915191"/>
                <a:gd name="connsiteY89" fmla="*/ 191996 h 332764"/>
                <a:gd name="connsiteX90" fmla="*/ 877482 w 2915191"/>
                <a:gd name="connsiteY90" fmla="*/ 189403 h 332764"/>
                <a:gd name="connsiteX91" fmla="*/ 887231 w 2915191"/>
                <a:gd name="connsiteY91" fmla="*/ 174001 h 332764"/>
                <a:gd name="connsiteX92" fmla="*/ 896981 w 2915191"/>
                <a:gd name="connsiteY92" fmla="*/ 204119 h 332764"/>
                <a:gd name="connsiteX93" fmla="*/ 906730 w 2915191"/>
                <a:gd name="connsiteY93" fmla="*/ 185686 h 332764"/>
                <a:gd name="connsiteX94" fmla="*/ 916480 w 2915191"/>
                <a:gd name="connsiteY94" fmla="*/ 173622 h 332764"/>
                <a:gd name="connsiteX95" fmla="*/ 926230 w 2915191"/>
                <a:gd name="connsiteY95" fmla="*/ 136293 h 332764"/>
                <a:gd name="connsiteX96" fmla="*/ 935979 w 2915191"/>
                <a:gd name="connsiteY96" fmla="*/ 142831 h 332764"/>
                <a:gd name="connsiteX97" fmla="*/ 945729 w 2915191"/>
                <a:gd name="connsiteY97" fmla="*/ 119934 h 332764"/>
                <a:gd name="connsiteX98" fmla="*/ 955479 w 2915191"/>
                <a:gd name="connsiteY98" fmla="*/ 109682 h 332764"/>
                <a:gd name="connsiteX99" fmla="*/ 965229 w 2915191"/>
                <a:gd name="connsiteY99" fmla="*/ 68699 h 332764"/>
                <a:gd name="connsiteX100" fmla="*/ 974979 w 2915191"/>
                <a:gd name="connsiteY100" fmla="*/ 71357 h 332764"/>
                <a:gd name="connsiteX101" fmla="*/ 984729 w 2915191"/>
                <a:gd name="connsiteY101" fmla="*/ 12196 h 332764"/>
                <a:gd name="connsiteX102" fmla="*/ 994474 w 2915191"/>
                <a:gd name="connsiteY102" fmla="*/ 0 h 332764"/>
                <a:gd name="connsiteX103" fmla="*/ 1004233 w 2915191"/>
                <a:gd name="connsiteY103" fmla="*/ 25801 h 332764"/>
                <a:gd name="connsiteX104" fmla="*/ 1013977 w 2915191"/>
                <a:gd name="connsiteY104" fmla="*/ 11143 h 332764"/>
                <a:gd name="connsiteX105" fmla="*/ 1023721 w 2915191"/>
                <a:gd name="connsiteY105" fmla="*/ 13197 h 332764"/>
                <a:gd name="connsiteX106" fmla="*/ 1033480 w 2915191"/>
                <a:gd name="connsiteY106" fmla="*/ 48673 h 332764"/>
                <a:gd name="connsiteX107" fmla="*/ 1043224 w 2915191"/>
                <a:gd name="connsiteY107" fmla="*/ 83683 h 332764"/>
                <a:gd name="connsiteX108" fmla="*/ 1052983 w 2915191"/>
                <a:gd name="connsiteY108" fmla="*/ 105424 h 332764"/>
                <a:gd name="connsiteX109" fmla="*/ 1062727 w 2915191"/>
                <a:gd name="connsiteY109" fmla="*/ 101900 h 332764"/>
                <a:gd name="connsiteX110" fmla="*/ 1072471 w 2915191"/>
                <a:gd name="connsiteY110" fmla="*/ 111130 h 332764"/>
                <a:gd name="connsiteX111" fmla="*/ 1082230 w 2915191"/>
                <a:gd name="connsiteY111" fmla="*/ 114292 h 332764"/>
                <a:gd name="connsiteX112" fmla="*/ 1091973 w 2915191"/>
                <a:gd name="connsiteY112" fmla="*/ 99847 h 332764"/>
                <a:gd name="connsiteX113" fmla="*/ 1101732 w 2915191"/>
                <a:gd name="connsiteY113" fmla="*/ 128021 h 332764"/>
                <a:gd name="connsiteX114" fmla="*/ 1111476 w 2915191"/>
                <a:gd name="connsiteY114" fmla="*/ 110308 h 332764"/>
                <a:gd name="connsiteX115" fmla="*/ 1121220 w 2915191"/>
                <a:gd name="connsiteY115" fmla="*/ 112955 h 332764"/>
                <a:gd name="connsiteX116" fmla="*/ 1130979 w 2915191"/>
                <a:gd name="connsiteY116" fmla="*/ 106458 h 332764"/>
                <a:gd name="connsiteX117" fmla="*/ 1140723 w 2915191"/>
                <a:gd name="connsiteY117" fmla="*/ 111406 h 332764"/>
                <a:gd name="connsiteX118" fmla="*/ 1150482 w 2915191"/>
                <a:gd name="connsiteY118" fmla="*/ 96656 h 332764"/>
                <a:gd name="connsiteX119" fmla="*/ 1160226 w 2915191"/>
                <a:gd name="connsiteY119" fmla="*/ 152263 h 332764"/>
                <a:gd name="connsiteX120" fmla="*/ 1169969 w 2915191"/>
                <a:gd name="connsiteY120" fmla="*/ 147032 h 332764"/>
                <a:gd name="connsiteX121" fmla="*/ 1179728 w 2915191"/>
                <a:gd name="connsiteY121" fmla="*/ 111863 h 332764"/>
                <a:gd name="connsiteX122" fmla="*/ 1189472 w 2915191"/>
                <a:gd name="connsiteY122" fmla="*/ 115424 h 332764"/>
                <a:gd name="connsiteX123" fmla="*/ 1199231 w 2915191"/>
                <a:gd name="connsiteY123" fmla="*/ 137251 h 332764"/>
                <a:gd name="connsiteX124" fmla="*/ 1208975 w 2915191"/>
                <a:gd name="connsiteY124" fmla="*/ 131230 h 332764"/>
                <a:gd name="connsiteX125" fmla="*/ 1218719 w 2915191"/>
                <a:gd name="connsiteY125" fmla="*/ 138526 h 332764"/>
                <a:gd name="connsiteX126" fmla="*/ 1228478 w 2915191"/>
                <a:gd name="connsiteY126" fmla="*/ 121653 h 332764"/>
                <a:gd name="connsiteX127" fmla="*/ 1238222 w 2915191"/>
                <a:gd name="connsiteY127" fmla="*/ 118512 h 332764"/>
                <a:gd name="connsiteX128" fmla="*/ 1247966 w 2915191"/>
                <a:gd name="connsiteY128" fmla="*/ 150770 h 332764"/>
                <a:gd name="connsiteX129" fmla="*/ 1257725 w 2915191"/>
                <a:gd name="connsiteY129" fmla="*/ 136008 h 332764"/>
                <a:gd name="connsiteX130" fmla="*/ 1267469 w 2915191"/>
                <a:gd name="connsiteY130" fmla="*/ 129562 h 332764"/>
                <a:gd name="connsiteX131" fmla="*/ 1277227 w 2915191"/>
                <a:gd name="connsiteY131" fmla="*/ 109096 h 332764"/>
                <a:gd name="connsiteX132" fmla="*/ 1286971 w 2915191"/>
                <a:gd name="connsiteY132" fmla="*/ 117118 h 332764"/>
                <a:gd name="connsiteX133" fmla="*/ 1296715 w 2915191"/>
                <a:gd name="connsiteY133" fmla="*/ 121026 h 332764"/>
                <a:gd name="connsiteX134" fmla="*/ 1306474 w 2915191"/>
                <a:gd name="connsiteY134" fmla="*/ 98485 h 332764"/>
                <a:gd name="connsiteX135" fmla="*/ 1316218 w 2915191"/>
                <a:gd name="connsiteY135" fmla="*/ 75714 h 332764"/>
                <a:gd name="connsiteX136" fmla="*/ 1325977 w 2915191"/>
                <a:gd name="connsiteY136" fmla="*/ 54530 h 332764"/>
                <a:gd name="connsiteX137" fmla="*/ 1335721 w 2915191"/>
                <a:gd name="connsiteY137" fmla="*/ 59609 h 332764"/>
                <a:gd name="connsiteX138" fmla="*/ 1345465 w 2915191"/>
                <a:gd name="connsiteY138" fmla="*/ 49256 h 332764"/>
                <a:gd name="connsiteX139" fmla="*/ 1355224 w 2915191"/>
                <a:gd name="connsiteY139" fmla="*/ 33634 h 332764"/>
                <a:gd name="connsiteX140" fmla="*/ 1364967 w 2915191"/>
                <a:gd name="connsiteY140" fmla="*/ 71251 h 332764"/>
                <a:gd name="connsiteX141" fmla="*/ 1374726 w 2915191"/>
                <a:gd name="connsiteY141" fmla="*/ 97563 h 332764"/>
                <a:gd name="connsiteX142" fmla="*/ 1384470 w 2915191"/>
                <a:gd name="connsiteY142" fmla="*/ 118895 h 332764"/>
                <a:gd name="connsiteX143" fmla="*/ 1394214 w 2915191"/>
                <a:gd name="connsiteY143" fmla="*/ 96061 h 332764"/>
                <a:gd name="connsiteX144" fmla="*/ 1403973 w 2915191"/>
                <a:gd name="connsiteY144" fmla="*/ 101547 h 332764"/>
                <a:gd name="connsiteX145" fmla="*/ 1413717 w 2915191"/>
                <a:gd name="connsiteY145" fmla="*/ 138321 h 332764"/>
                <a:gd name="connsiteX146" fmla="*/ 1423476 w 2915191"/>
                <a:gd name="connsiteY146" fmla="*/ 161573 h 332764"/>
                <a:gd name="connsiteX147" fmla="*/ 1433220 w 2915191"/>
                <a:gd name="connsiteY147" fmla="*/ 173944 h 332764"/>
                <a:gd name="connsiteX148" fmla="*/ 1442964 w 2915191"/>
                <a:gd name="connsiteY148" fmla="*/ 169914 h 332764"/>
                <a:gd name="connsiteX149" fmla="*/ 1452722 w 2915191"/>
                <a:gd name="connsiteY149" fmla="*/ 166375 h 332764"/>
                <a:gd name="connsiteX150" fmla="*/ 1462466 w 2915191"/>
                <a:gd name="connsiteY150" fmla="*/ 177150 h 332764"/>
                <a:gd name="connsiteX151" fmla="*/ 1472225 w 2915191"/>
                <a:gd name="connsiteY151" fmla="*/ 204493 h 332764"/>
                <a:gd name="connsiteX152" fmla="*/ 1481969 w 2915191"/>
                <a:gd name="connsiteY152" fmla="*/ 210499 h 332764"/>
                <a:gd name="connsiteX153" fmla="*/ 1491713 w 2915191"/>
                <a:gd name="connsiteY153" fmla="*/ 221248 h 332764"/>
                <a:gd name="connsiteX154" fmla="*/ 1501472 w 2915191"/>
                <a:gd name="connsiteY154" fmla="*/ 224125 h 332764"/>
                <a:gd name="connsiteX155" fmla="*/ 1511216 w 2915191"/>
                <a:gd name="connsiteY155" fmla="*/ 214995 h 332764"/>
                <a:gd name="connsiteX156" fmla="*/ 1520960 w 2915191"/>
                <a:gd name="connsiteY156" fmla="*/ 207851 h 332764"/>
                <a:gd name="connsiteX157" fmla="*/ 1530719 w 2915191"/>
                <a:gd name="connsiteY157" fmla="*/ 245117 h 332764"/>
                <a:gd name="connsiteX158" fmla="*/ 1540463 w 2915191"/>
                <a:gd name="connsiteY158" fmla="*/ 239680 h 332764"/>
                <a:gd name="connsiteX159" fmla="*/ 1550221 w 2915191"/>
                <a:gd name="connsiteY159" fmla="*/ 259430 h 332764"/>
                <a:gd name="connsiteX160" fmla="*/ 1559965 w 2915191"/>
                <a:gd name="connsiteY160" fmla="*/ 233942 h 332764"/>
                <a:gd name="connsiteX161" fmla="*/ 1569709 w 2915191"/>
                <a:gd name="connsiteY161" fmla="*/ 237396 h 332764"/>
                <a:gd name="connsiteX162" fmla="*/ 1579468 w 2915191"/>
                <a:gd name="connsiteY162" fmla="*/ 237752 h 332764"/>
                <a:gd name="connsiteX163" fmla="*/ 1589212 w 2915191"/>
                <a:gd name="connsiteY163" fmla="*/ 207060 h 332764"/>
                <a:gd name="connsiteX164" fmla="*/ 1598971 w 2915191"/>
                <a:gd name="connsiteY164" fmla="*/ 198718 h 332764"/>
                <a:gd name="connsiteX165" fmla="*/ 1608715 w 2915191"/>
                <a:gd name="connsiteY165" fmla="*/ 199126 h 332764"/>
                <a:gd name="connsiteX166" fmla="*/ 1618459 w 2915191"/>
                <a:gd name="connsiteY166" fmla="*/ 234237 h 332764"/>
                <a:gd name="connsiteX167" fmla="*/ 1628218 w 2915191"/>
                <a:gd name="connsiteY167" fmla="*/ 248008 h 332764"/>
                <a:gd name="connsiteX168" fmla="*/ 1637962 w 2915191"/>
                <a:gd name="connsiteY168" fmla="*/ 275756 h 332764"/>
                <a:gd name="connsiteX169" fmla="*/ 1647720 w 2915191"/>
                <a:gd name="connsiteY169" fmla="*/ 290468 h 332764"/>
                <a:gd name="connsiteX170" fmla="*/ 1657464 w 2915191"/>
                <a:gd name="connsiteY170" fmla="*/ 278638 h 332764"/>
                <a:gd name="connsiteX171" fmla="*/ 1667208 w 2915191"/>
                <a:gd name="connsiteY171" fmla="*/ 287454 h 332764"/>
                <a:gd name="connsiteX172" fmla="*/ 1676967 w 2915191"/>
                <a:gd name="connsiteY172" fmla="*/ 258281 h 332764"/>
                <a:gd name="connsiteX173" fmla="*/ 1686711 w 2915191"/>
                <a:gd name="connsiteY173" fmla="*/ 235955 h 332764"/>
                <a:gd name="connsiteX174" fmla="*/ 1696470 w 2915191"/>
                <a:gd name="connsiteY174" fmla="*/ 196903 h 332764"/>
                <a:gd name="connsiteX175" fmla="*/ 1706214 w 2915191"/>
                <a:gd name="connsiteY175" fmla="*/ 177354 h 332764"/>
                <a:gd name="connsiteX176" fmla="*/ 1715958 w 2915191"/>
                <a:gd name="connsiteY176" fmla="*/ 154258 h 332764"/>
                <a:gd name="connsiteX177" fmla="*/ 1725716 w 2915191"/>
                <a:gd name="connsiteY177" fmla="*/ 146484 h 332764"/>
                <a:gd name="connsiteX178" fmla="*/ 1735460 w 2915191"/>
                <a:gd name="connsiteY178" fmla="*/ 139450 h 332764"/>
                <a:gd name="connsiteX179" fmla="*/ 1745219 w 2915191"/>
                <a:gd name="connsiteY179" fmla="*/ 138976 h 332764"/>
                <a:gd name="connsiteX180" fmla="*/ 1754963 w 2915191"/>
                <a:gd name="connsiteY180" fmla="*/ 131975 h 332764"/>
                <a:gd name="connsiteX181" fmla="*/ 1764707 w 2915191"/>
                <a:gd name="connsiteY181" fmla="*/ 115494 h 332764"/>
                <a:gd name="connsiteX182" fmla="*/ 1774466 w 2915191"/>
                <a:gd name="connsiteY182" fmla="*/ 141882 h 332764"/>
                <a:gd name="connsiteX183" fmla="*/ 1784210 w 2915191"/>
                <a:gd name="connsiteY183" fmla="*/ 133888 h 332764"/>
                <a:gd name="connsiteX184" fmla="*/ 1793969 w 2915191"/>
                <a:gd name="connsiteY184" fmla="*/ 179835 h 332764"/>
                <a:gd name="connsiteX185" fmla="*/ 1803713 w 2915191"/>
                <a:gd name="connsiteY185" fmla="*/ 192052 h 332764"/>
                <a:gd name="connsiteX186" fmla="*/ 1813457 w 2915191"/>
                <a:gd name="connsiteY186" fmla="*/ 171508 h 332764"/>
                <a:gd name="connsiteX187" fmla="*/ 1823215 w 2915191"/>
                <a:gd name="connsiteY187" fmla="*/ 185302 h 332764"/>
                <a:gd name="connsiteX188" fmla="*/ 1832959 w 2915191"/>
                <a:gd name="connsiteY188" fmla="*/ 175775 h 332764"/>
                <a:gd name="connsiteX189" fmla="*/ 1842703 w 2915191"/>
                <a:gd name="connsiteY189" fmla="*/ 151751 h 332764"/>
                <a:gd name="connsiteX190" fmla="*/ 1852462 w 2915191"/>
                <a:gd name="connsiteY190" fmla="*/ 153297 h 332764"/>
                <a:gd name="connsiteX191" fmla="*/ 1862206 w 2915191"/>
                <a:gd name="connsiteY191" fmla="*/ 163616 h 332764"/>
                <a:gd name="connsiteX192" fmla="*/ 1871965 w 2915191"/>
                <a:gd name="connsiteY192" fmla="*/ 172639 h 332764"/>
                <a:gd name="connsiteX193" fmla="*/ 1881709 w 2915191"/>
                <a:gd name="connsiteY193" fmla="*/ 198511 h 332764"/>
                <a:gd name="connsiteX194" fmla="*/ 1891453 w 2915191"/>
                <a:gd name="connsiteY194" fmla="*/ 185744 h 332764"/>
                <a:gd name="connsiteX195" fmla="*/ 1901212 w 2915191"/>
                <a:gd name="connsiteY195" fmla="*/ 220048 h 332764"/>
                <a:gd name="connsiteX196" fmla="*/ 1910956 w 2915191"/>
                <a:gd name="connsiteY196" fmla="*/ 245204 h 332764"/>
                <a:gd name="connsiteX197" fmla="*/ 1920714 w 2915191"/>
                <a:gd name="connsiteY197" fmla="*/ 221724 h 332764"/>
                <a:gd name="connsiteX198" fmla="*/ 1930458 w 2915191"/>
                <a:gd name="connsiteY198" fmla="*/ 226318 h 332764"/>
                <a:gd name="connsiteX199" fmla="*/ 1940202 w 2915191"/>
                <a:gd name="connsiteY199" fmla="*/ 197715 h 332764"/>
                <a:gd name="connsiteX200" fmla="*/ 1949961 w 2915191"/>
                <a:gd name="connsiteY200" fmla="*/ 195604 h 332764"/>
                <a:gd name="connsiteX201" fmla="*/ 1959705 w 2915191"/>
                <a:gd name="connsiteY201" fmla="*/ 263231 h 332764"/>
                <a:gd name="connsiteX202" fmla="*/ 1969464 w 2915191"/>
                <a:gd name="connsiteY202" fmla="*/ 231013 h 332764"/>
                <a:gd name="connsiteX203" fmla="*/ 1979208 w 2915191"/>
                <a:gd name="connsiteY203" fmla="*/ 225436 h 332764"/>
                <a:gd name="connsiteX204" fmla="*/ 1988952 w 2915191"/>
                <a:gd name="connsiteY204" fmla="*/ 204456 h 332764"/>
                <a:gd name="connsiteX205" fmla="*/ 1998711 w 2915191"/>
                <a:gd name="connsiteY205" fmla="*/ 224784 h 332764"/>
                <a:gd name="connsiteX206" fmla="*/ 2008454 w 2915191"/>
                <a:gd name="connsiteY206" fmla="*/ 222767 h 332764"/>
                <a:gd name="connsiteX207" fmla="*/ 2018213 w 2915191"/>
                <a:gd name="connsiteY207" fmla="*/ 229331 h 332764"/>
                <a:gd name="connsiteX208" fmla="*/ 2027957 w 2915191"/>
                <a:gd name="connsiteY208" fmla="*/ 266328 h 332764"/>
                <a:gd name="connsiteX209" fmla="*/ 2037701 w 2915191"/>
                <a:gd name="connsiteY209" fmla="*/ 242920 h 332764"/>
                <a:gd name="connsiteX210" fmla="*/ 2047460 w 2915191"/>
                <a:gd name="connsiteY210" fmla="*/ 213699 h 332764"/>
                <a:gd name="connsiteX211" fmla="*/ 2057204 w 2915191"/>
                <a:gd name="connsiteY211" fmla="*/ 228793 h 332764"/>
                <a:gd name="connsiteX212" fmla="*/ 2066963 w 2915191"/>
                <a:gd name="connsiteY212" fmla="*/ 224471 h 332764"/>
                <a:gd name="connsiteX213" fmla="*/ 2076707 w 2915191"/>
                <a:gd name="connsiteY213" fmla="*/ 196720 h 332764"/>
                <a:gd name="connsiteX214" fmla="*/ 2086451 w 2915191"/>
                <a:gd name="connsiteY214" fmla="*/ 179652 h 332764"/>
                <a:gd name="connsiteX215" fmla="*/ 2096210 w 2915191"/>
                <a:gd name="connsiteY215" fmla="*/ 194987 h 332764"/>
                <a:gd name="connsiteX216" fmla="*/ 2105954 w 2915191"/>
                <a:gd name="connsiteY216" fmla="*/ 174126 h 332764"/>
                <a:gd name="connsiteX217" fmla="*/ 2115697 w 2915191"/>
                <a:gd name="connsiteY217" fmla="*/ 183135 h 332764"/>
                <a:gd name="connsiteX218" fmla="*/ 2125456 w 2915191"/>
                <a:gd name="connsiteY218" fmla="*/ 173438 h 332764"/>
                <a:gd name="connsiteX219" fmla="*/ 2135200 w 2915191"/>
                <a:gd name="connsiteY219" fmla="*/ 134641 h 332764"/>
                <a:gd name="connsiteX220" fmla="*/ 2144959 w 2915191"/>
                <a:gd name="connsiteY220" fmla="*/ 148471 h 332764"/>
                <a:gd name="connsiteX221" fmla="*/ 2154703 w 2915191"/>
                <a:gd name="connsiteY221" fmla="*/ 125589 h 332764"/>
                <a:gd name="connsiteX222" fmla="*/ 2164447 w 2915191"/>
                <a:gd name="connsiteY222" fmla="*/ 98162 h 332764"/>
                <a:gd name="connsiteX223" fmla="*/ 2174206 w 2915191"/>
                <a:gd name="connsiteY223" fmla="*/ 105202 h 332764"/>
                <a:gd name="connsiteX224" fmla="*/ 2183950 w 2915191"/>
                <a:gd name="connsiteY224" fmla="*/ 103701 h 332764"/>
                <a:gd name="connsiteX225" fmla="*/ 2193709 w 2915191"/>
                <a:gd name="connsiteY225" fmla="*/ 109603 h 332764"/>
                <a:gd name="connsiteX226" fmla="*/ 2203452 w 2915191"/>
                <a:gd name="connsiteY226" fmla="*/ 114455 h 332764"/>
                <a:gd name="connsiteX227" fmla="*/ 2213196 w 2915191"/>
                <a:gd name="connsiteY227" fmla="*/ 85802 h 332764"/>
                <a:gd name="connsiteX228" fmla="*/ 2222955 w 2915191"/>
                <a:gd name="connsiteY228" fmla="*/ 58917 h 332764"/>
                <a:gd name="connsiteX229" fmla="*/ 2232699 w 2915191"/>
                <a:gd name="connsiteY229" fmla="*/ 82785 h 332764"/>
                <a:gd name="connsiteX230" fmla="*/ 2242458 w 2915191"/>
                <a:gd name="connsiteY230" fmla="*/ 81925 h 332764"/>
                <a:gd name="connsiteX231" fmla="*/ 2252202 w 2915191"/>
                <a:gd name="connsiteY231" fmla="*/ 83248 h 332764"/>
                <a:gd name="connsiteX232" fmla="*/ 2261946 w 2915191"/>
                <a:gd name="connsiteY232" fmla="*/ 66676 h 332764"/>
                <a:gd name="connsiteX233" fmla="*/ 2271705 w 2915191"/>
                <a:gd name="connsiteY233" fmla="*/ 71266 h 332764"/>
                <a:gd name="connsiteX234" fmla="*/ 2281449 w 2915191"/>
                <a:gd name="connsiteY234" fmla="*/ 95647 h 332764"/>
                <a:gd name="connsiteX235" fmla="*/ 2291208 w 2915191"/>
                <a:gd name="connsiteY235" fmla="*/ 109788 h 332764"/>
                <a:gd name="connsiteX236" fmla="*/ 2300951 w 2915191"/>
                <a:gd name="connsiteY236" fmla="*/ 100005 h 332764"/>
                <a:gd name="connsiteX237" fmla="*/ 2310695 w 2915191"/>
                <a:gd name="connsiteY237" fmla="*/ 78065 h 332764"/>
                <a:gd name="connsiteX238" fmla="*/ 2320454 w 2915191"/>
                <a:gd name="connsiteY238" fmla="*/ 74063 h 332764"/>
                <a:gd name="connsiteX239" fmla="*/ 2330198 w 2915191"/>
                <a:gd name="connsiteY239" fmla="*/ 94389 h 332764"/>
                <a:gd name="connsiteX240" fmla="*/ 2339957 w 2915191"/>
                <a:gd name="connsiteY240" fmla="*/ 83714 h 332764"/>
                <a:gd name="connsiteX241" fmla="*/ 2349701 w 2915191"/>
                <a:gd name="connsiteY241" fmla="*/ 87022 h 332764"/>
                <a:gd name="connsiteX242" fmla="*/ 2359445 w 2915191"/>
                <a:gd name="connsiteY242" fmla="*/ 104546 h 332764"/>
                <a:gd name="connsiteX243" fmla="*/ 2369204 w 2915191"/>
                <a:gd name="connsiteY243" fmla="*/ 88205 h 332764"/>
                <a:gd name="connsiteX244" fmla="*/ 2378948 w 2915191"/>
                <a:gd name="connsiteY244" fmla="*/ 99688 h 332764"/>
                <a:gd name="connsiteX245" fmla="*/ 2388692 w 2915191"/>
                <a:gd name="connsiteY245" fmla="*/ 117112 h 332764"/>
                <a:gd name="connsiteX246" fmla="*/ 2398450 w 2915191"/>
                <a:gd name="connsiteY246" fmla="*/ 98086 h 332764"/>
                <a:gd name="connsiteX247" fmla="*/ 2408194 w 2915191"/>
                <a:gd name="connsiteY247" fmla="*/ 101398 h 332764"/>
                <a:gd name="connsiteX248" fmla="*/ 2417953 w 2915191"/>
                <a:gd name="connsiteY248" fmla="*/ 110072 h 332764"/>
                <a:gd name="connsiteX249" fmla="*/ 2427697 w 2915191"/>
                <a:gd name="connsiteY249" fmla="*/ 141671 h 332764"/>
                <a:gd name="connsiteX250" fmla="*/ 2437441 w 2915191"/>
                <a:gd name="connsiteY250" fmla="*/ 191388 h 332764"/>
                <a:gd name="connsiteX251" fmla="*/ 2447200 w 2915191"/>
                <a:gd name="connsiteY251" fmla="*/ 193024 h 332764"/>
                <a:gd name="connsiteX252" fmla="*/ 2456944 w 2915191"/>
                <a:gd name="connsiteY252" fmla="*/ 222968 h 332764"/>
                <a:gd name="connsiteX253" fmla="*/ 2466703 w 2915191"/>
                <a:gd name="connsiteY253" fmla="*/ 238050 h 332764"/>
                <a:gd name="connsiteX254" fmla="*/ 2476446 w 2915191"/>
                <a:gd name="connsiteY254" fmla="*/ 241188 h 332764"/>
                <a:gd name="connsiteX255" fmla="*/ 2486190 w 2915191"/>
                <a:gd name="connsiteY255" fmla="*/ 226582 h 332764"/>
                <a:gd name="connsiteX256" fmla="*/ 2495949 w 2915191"/>
                <a:gd name="connsiteY256" fmla="*/ 224291 h 332764"/>
                <a:gd name="connsiteX257" fmla="*/ 2505693 w 2915191"/>
                <a:gd name="connsiteY257" fmla="*/ 270504 h 332764"/>
                <a:gd name="connsiteX258" fmla="*/ 2515452 w 2915191"/>
                <a:gd name="connsiteY258" fmla="*/ 279302 h 332764"/>
                <a:gd name="connsiteX259" fmla="*/ 2525196 w 2915191"/>
                <a:gd name="connsiteY259" fmla="*/ 319536 h 332764"/>
                <a:gd name="connsiteX260" fmla="*/ 2534940 w 2915191"/>
                <a:gd name="connsiteY260" fmla="*/ 288057 h 332764"/>
                <a:gd name="connsiteX261" fmla="*/ 2544699 w 2915191"/>
                <a:gd name="connsiteY261" fmla="*/ 332764 h 332764"/>
                <a:gd name="connsiteX262" fmla="*/ 2554443 w 2915191"/>
                <a:gd name="connsiteY262" fmla="*/ 325652 h 332764"/>
                <a:gd name="connsiteX263" fmla="*/ 2564202 w 2915191"/>
                <a:gd name="connsiteY263" fmla="*/ 316307 h 332764"/>
                <a:gd name="connsiteX264" fmla="*/ 2573946 w 2915191"/>
                <a:gd name="connsiteY264" fmla="*/ 279065 h 332764"/>
                <a:gd name="connsiteX265" fmla="*/ 2583690 w 2915191"/>
                <a:gd name="connsiteY265" fmla="*/ 248147 h 332764"/>
                <a:gd name="connsiteX266" fmla="*/ 2593448 w 2915191"/>
                <a:gd name="connsiteY266" fmla="*/ 245870 h 332764"/>
                <a:gd name="connsiteX267" fmla="*/ 2603192 w 2915191"/>
                <a:gd name="connsiteY267" fmla="*/ 234556 h 332764"/>
                <a:gd name="connsiteX268" fmla="*/ 2612951 w 2915191"/>
                <a:gd name="connsiteY268" fmla="*/ 203110 h 332764"/>
                <a:gd name="connsiteX269" fmla="*/ 2622695 w 2915191"/>
                <a:gd name="connsiteY269" fmla="*/ 203931 h 332764"/>
                <a:gd name="connsiteX270" fmla="*/ 2632439 w 2915191"/>
                <a:gd name="connsiteY270" fmla="*/ 211351 h 332764"/>
                <a:gd name="connsiteX271" fmla="*/ 2642198 w 2915191"/>
                <a:gd name="connsiteY271" fmla="*/ 210490 h 332764"/>
                <a:gd name="connsiteX272" fmla="*/ 2651942 w 2915191"/>
                <a:gd name="connsiteY272" fmla="*/ 189530 h 332764"/>
                <a:gd name="connsiteX273" fmla="*/ 2661685 w 2915191"/>
                <a:gd name="connsiteY273" fmla="*/ 176925 h 332764"/>
                <a:gd name="connsiteX274" fmla="*/ 2671444 w 2915191"/>
                <a:gd name="connsiteY274" fmla="*/ 156910 h 332764"/>
                <a:gd name="connsiteX275" fmla="*/ 2681188 w 2915191"/>
                <a:gd name="connsiteY275" fmla="*/ 154568 h 332764"/>
                <a:gd name="connsiteX276" fmla="*/ 2690947 w 2915191"/>
                <a:gd name="connsiteY276" fmla="*/ 177344 h 332764"/>
                <a:gd name="connsiteX277" fmla="*/ 2700691 w 2915191"/>
                <a:gd name="connsiteY277" fmla="*/ 163814 h 332764"/>
                <a:gd name="connsiteX278" fmla="*/ 2710435 w 2915191"/>
                <a:gd name="connsiteY278" fmla="*/ 160107 h 332764"/>
                <a:gd name="connsiteX279" fmla="*/ 2720194 w 2915191"/>
                <a:gd name="connsiteY279" fmla="*/ 158638 h 332764"/>
                <a:gd name="connsiteX280" fmla="*/ 2729938 w 2915191"/>
                <a:gd name="connsiteY280" fmla="*/ 160934 h 332764"/>
                <a:gd name="connsiteX281" fmla="*/ 2739697 w 2915191"/>
                <a:gd name="connsiteY281" fmla="*/ 144803 h 332764"/>
                <a:gd name="connsiteX282" fmla="*/ 2749441 w 2915191"/>
                <a:gd name="connsiteY282" fmla="*/ 166775 h 332764"/>
                <a:gd name="connsiteX283" fmla="*/ 2759185 w 2915191"/>
                <a:gd name="connsiteY283" fmla="*/ 179183 h 332764"/>
                <a:gd name="connsiteX284" fmla="*/ 2768943 w 2915191"/>
                <a:gd name="connsiteY284" fmla="*/ 165286 h 332764"/>
                <a:gd name="connsiteX285" fmla="*/ 2778687 w 2915191"/>
                <a:gd name="connsiteY285" fmla="*/ 184162 h 332764"/>
                <a:gd name="connsiteX286" fmla="*/ 2788446 w 2915191"/>
                <a:gd name="connsiteY286" fmla="*/ 122395 h 332764"/>
                <a:gd name="connsiteX287" fmla="*/ 2798190 w 2915191"/>
                <a:gd name="connsiteY287" fmla="*/ 158038 h 332764"/>
                <a:gd name="connsiteX288" fmla="*/ 2807934 w 2915191"/>
                <a:gd name="connsiteY288" fmla="*/ 132206 h 332764"/>
                <a:gd name="connsiteX289" fmla="*/ 2817693 w 2915191"/>
                <a:gd name="connsiteY289" fmla="*/ 167497 h 332764"/>
                <a:gd name="connsiteX290" fmla="*/ 2827437 w 2915191"/>
                <a:gd name="connsiteY290" fmla="*/ 173546 h 332764"/>
                <a:gd name="connsiteX291" fmla="*/ 2837196 w 2915191"/>
                <a:gd name="connsiteY291" fmla="*/ 202123 h 332764"/>
                <a:gd name="connsiteX292" fmla="*/ 2846940 w 2915191"/>
                <a:gd name="connsiteY292" fmla="*/ 197039 h 332764"/>
                <a:gd name="connsiteX293" fmla="*/ 2856684 w 2915191"/>
                <a:gd name="connsiteY293" fmla="*/ 185814 h 332764"/>
                <a:gd name="connsiteX294" fmla="*/ 2866442 w 2915191"/>
                <a:gd name="connsiteY294" fmla="*/ 182925 h 332764"/>
                <a:gd name="connsiteX295" fmla="*/ 2876186 w 2915191"/>
                <a:gd name="connsiteY295" fmla="*/ 229736 h 332764"/>
                <a:gd name="connsiteX296" fmla="*/ 2885945 w 2915191"/>
                <a:gd name="connsiteY296" fmla="*/ 220340 h 332764"/>
                <a:gd name="connsiteX297" fmla="*/ 2895689 w 2915191"/>
                <a:gd name="connsiteY297" fmla="*/ 200551 h 332764"/>
                <a:gd name="connsiteX298" fmla="*/ 2905433 w 2915191"/>
                <a:gd name="connsiteY298" fmla="*/ 240052 h 332764"/>
                <a:gd name="connsiteX299" fmla="*/ 2915192 w 2915191"/>
                <a:gd name="connsiteY299" fmla="*/ 254026 h 332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32764">
                  <a:moveTo>
                    <a:pt x="0" y="46205"/>
                  </a:moveTo>
                  <a:lnTo>
                    <a:pt x="9750" y="34525"/>
                  </a:lnTo>
                  <a:lnTo>
                    <a:pt x="19500" y="46743"/>
                  </a:lnTo>
                  <a:lnTo>
                    <a:pt x="29250" y="74246"/>
                  </a:lnTo>
                  <a:lnTo>
                    <a:pt x="39000" y="49179"/>
                  </a:lnTo>
                  <a:lnTo>
                    <a:pt x="48749" y="33253"/>
                  </a:lnTo>
                  <a:lnTo>
                    <a:pt x="58499" y="37419"/>
                  </a:lnTo>
                  <a:lnTo>
                    <a:pt x="68249" y="30039"/>
                  </a:lnTo>
                  <a:lnTo>
                    <a:pt x="77998" y="69945"/>
                  </a:lnTo>
                  <a:lnTo>
                    <a:pt x="87748" y="66235"/>
                  </a:lnTo>
                  <a:lnTo>
                    <a:pt x="97497" y="75392"/>
                  </a:lnTo>
                  <a:lnTo>
                    <a:pt x="107247" y="70286"/>
                  </a:lnTo>
                  <a:lnTo>
                    <a:pt x="116997" y="109238"/>
                  </a:lnTo>
                  <a:lnTo>
                    <a:pt x="126747" y="107031"/>
                  </a:lnTo>
                  <a:lnTo>
                    <a:pt x="136497" y="145420"/>
                  </a:lnTo>
                  <a:lnTo>
                    <a:pt x="146247" y="150009"/>
                  </a:lnTo>
                  <a:lnTo>
                    <a:pt x="155997" y="145304"/>
                  </a:lnTo>
                  <a:lnTo>
                    <a:pt x="165747" y="162196"/>
                  </a:lnTo>
                  <a:lnTo>
                    <a:pt x="175497" y="138948"/>
                  </a:lnTo>
                  <a:lnTo>
                    <a:pt x="185247" y="126947"/>
                  </a:lnTo>
                  <a:lnTo>
                    <a:pt x="194996" y="120542"/>
                  </a:lnTo>
                  <a:lnTo>
                    <a:pt x="204746" y="122803"/>
                  </a:lnTo>
                  <a:lnTo>
                    <a:pt x="214495" y="106927"/>
                  </a:lnTo>
                  <a:lnTo>
                    <a:pt x="224245" y="81558"/>
                  </a:lnTo>
                  <a:lnTo>
                    <a:pt x="233995" y="69188"/>
                  </a:lnTo>
                  <a:lnTo>
                    <a:pt x="243744" y="100227"/>
                  </a:lnTo>
                  <a:lnTo>
                    <a:pt x="253494" y="142577"/>
                  </a:lnTo>
                  <a:lnTo>
                    <a:pt x="263244" y="118632"/>
                  </a:lnTo>
                  <a:lnTo>
                    <a:pt x="272994" y="120041"/>
                  </a:lnTo>
                  <a:lnTo>
                    <a:pt x="282744" y="126133"/>
                  </a:lnTo>
                  <a:lnTo>
                    <a:pt x="292494" y="133672"/>
                  </a:lnTo>
                  <a:lnTo>
                    <a:pt x="302244" y="126516"/>
                  </a:lnTo>
                  <a:lnTo>
                    <a:pt x="311994" y="134524"/>
                  </a:lnTo>
                  <a:lnTo>
                    <a:pt x="321744" y="133645"/>
                  </a:lnTo>
                  <a:lnTo>
                    <a:pt x="331493" y="80641"/>
                  </a:lnTo>
                  <a:lnTo>
                    <a:pt x="341243" y="95246"/>
                  </a:lnTo>
                  <a:lnTo>
                    <a:pt x="350993" y="102699"/>
                  </a:lnTo>
                  <a:lnTo>
                    <a:pt x="360742" y="92128"/>
                  </a:lnTo>
                  <a:lnTo>
                    <a:pt x="370492" y="104335"/>
                  </a:lnTo>
                  <a:lnTo>
                    <a:pt x="380241" y="121900"/>
                  </a:lnTo>
                  <a:lnTo>
                    <a:pt x="389991" y="135549"/>
                  </a:lnTo>
                  <a:lnTo>
                    <a:pt x="399741" y="144706"/>
                  </a:lnTo>
                  <a:lnTo>
                    <a:pt x="409491" y="148964"/>
                  </a:lnTo>
                  <a:lnTo>
                    <a:pt x="419241" y="181346"/>
                  </a:lnTo>
                  <a:lnTo>
                    <a:pt x="428991" y="199120"/>
                  </a:lnTo>
                  <a:lnTo>
                    <a:pt x="438741" y="188833"/>
                  </a:lnTo>
                  <a:lnTo>
                    <a:pt x="448491" y="226609"/>
                  </a:lnTo>
                  <a:lnTo>
                    <a:pt x="458241" y="216893"/>
                  </a:lnTo>
                  <a:lnTo>
                    <a:pt x="467991" y="206086"/>
                  </a:lnTo>
                  <a:lnTo>
                    <a:pt x="477740" y="176940"/>
                  </a:lnTo>
                  <a:lnTo>
                    <a:pt x="487490" y="163644"/>
                  </a:lnTo>
                  <a:lnTo>
                    <a:pt x="497239" y="171620"/>
                  </a:lnTo>
                  <a:lnTo>
                    <a:pt x="506989" y="189440"/>
                  </a:lnTo>
                  <a:lnTo>
                    <a:pt x="516738" y="172433"/>
                  </a:lnTo>
                  <a:lnTo>
                    <a:pt x="526488" y="169358"/>
                  </a:lnTo>
                  <a:lnTo>
                    <a:pt x="536238" y="156453"/>
                  </a:lnTo>
                  <a:lnTo>
                    <a:pt x="545988" y="167117"/>
                  </a:lnTo>
                  <a:lnTo>
                    <a:pt x="555738" y="178189"/>
                  </a:lnTo>
                  <a:lnTo>
                    <a:pt x="565488" y="154727"/>
                  </a:lnTo>
                  <a:lnTo>
                    <a:pt x="575238" y="148307"/>
                  </a:lnTo>
                  <a:lnTo>
                    <a:pt x="584988" y="165380"/>
                  </a:lnTo>
                  <a:lnTo>
                    <a:pt x="594738" y="188319"/>
                  </a:lnTo>
                  <a:lnTo>
                    <a:pt x="604488" y="194566"/>
                  </a:lnTo>
                  <a:lnTo>
                    <a:pt x="614237" y="203373"/>
                  </a:lnTo>
                  <a:lnTo>
                    <a:pt x="623987" y="203702"/>
                  </a:lnTo>
                  <a:lnTo>
                    <a:pt x="633736" y="220071"/>
                  </a:lnTo>
                  <a:lnTo>
                    <a:pt x="643486" y="215614"/>
                  </a:lnTo>
                  <a:lnTo>
                    <a:pt x="653236" y="204003"/>
                  </a:lnTo>
                  <a:lnTo>
                    <a:pt x="662985" y="212775"/>
                  </a:lnTo>
                  <a:lnTo>
                    <a:pt x="672735" y="207103"/>
                  </a:lnTo>
                  <a:lnTo>
                    <a:pt x="682485" y="173780"/>
                  </a:lnTo>
                  <a:lnTo>
                    <a:pt x="692235" y="171660"/>
                  </a:lnTo>
                  <a:lnTo>
                    <a:pt x="701985" y="198846"/>
                  </a:lnTo>
                  <a:lnTo>
                    <a:pt x="711735" y="237107"/>
                  </a:lnTo>
                  <a:lnTo>
                    <a:pt x="721485" y="259642"/>
                  </a:lnTo>
                  <a:lnTo>
                    <a:pt x="731235" y="241585"/>
                  </a:lnTo>
                  <a:lnTo>
                    <a:pt x="740985" y="207818"/>
                  </a:lnTo>
                  <a:lnTo>
                    <a:pt x="750734" y="202339"/>
                  </a:lnTo>
                  <a:lnTo>
                    <a:pt x="760484" y="197803"/>
                  </a:lnTo>
                  <a:lnTo>
                    <a:pt x="770233" y="210123"/>
                  </a:lnTo>
                  <a:lnTo>
                    <a:pt x="779983" y="188638"/>
                  </a:lnTo>
                  <a:lnTo>
                    <a:pt x="789733" y="156144"/>
                  </a:lnTo>
                  <a:lnTo>
                    <a:pt x="799482" y="198566"/>
                  </a:lnTo>
                  <a:lnTo>
                    <a:pt x="809232" y="246824"/>
                  </a:lnTo>
                  <a:lnTo>
                    <a:pt x="818982" y="236250"/>
                  </a:lnTo>
                  <a:lnTo>
                    <a:pt x="828732" y="228330"/>
                  </a:lnTo>
                  <a:lnTo>
                    <a:pt x="838482" y="220614"/>
                  </a:lnTo>
                  <a:lnTo>
                    <a:pt x="848232" y="243779"/>
                  </a:lnTo>
                  <a:lnTo>
                    <a:pt x="857982" y="205399"/>
                  </a:lnTo>
                  <a:lnTo>
                    <a:pt x="867732" y="191996"/>
                  </a:lnTo>
                  <a:lnTo>
                    <a:pt x="877482" y="189403"/>
                  </a:lnTo>
                  <a:lnTo>
                    <a:pt x="887231" y="174001"/>
                  </a:lnTo>
                  <a:lnTo>
                    <a:pt x="896981" y="204119"/>
                  </a:lnTo>
                  <a:lnTo>
                    <a:pt x="906730" y="185686"/>
                  </a:lnTo>
                  <a:lnTo>
                    <a:pt x="916480" y="173622"/>
                  </a:lnTo>
                  <a:lnTo>
                    <a:pt x="926230" y="136293"/>
                  </a:lnTo>
                  <a:lnTo>
                    <a:pt x="935979" y="142831"/>
                  </a:lnTo>
                  <a:lnTo>
                    <a:pt x="945729" y="119934"/>
                  </a:lnTo>
                  <a:lnTo>
                    <a:pt x="955479" y="109682"/>
                  </a:lnTo>
                  <a:lnTo>
                    <a:pt x="965229" y="68699"/>
                  </a:lnTo>
                  <a:lnTo>
                    <a:pt x="974979" y="71357"/>
                  </a:lnTo>
                  <a:lnTo>
                    <a:pt x="984729" y="12196"/>
                  </a:lnTo>
                  <a:lnTo>
                    <a:pt x="994474" y="0"/>
                  </a:lnTo>
                  <a:lnTo>
                    <a:pt x="1004233" y="25801"/>
                  </a:lnTo>
                  <a:lnTo>
                    <a:pt x="1013977" y="11143"/>
                  </a:lnTo>
                  <a:lnTo>
                    <a:pt x="1023721" y="13197"/>
                  </a:lnTo>
                  <a:lnTo>
                    <a:pt x="1033480" y="48673"/>
                  </a:lnTo>
                  <a:lnTo>
                    <a:pt x="1043224" y="83683"/>
                  </a:lnTo>
                  <a:lnTo>
                    <a:pt x="1052983" y="105424"/>
                  </a:lnTo>
                  <a:lnTo>
                    <a:pt x="1062727" y="101900"/>
                  </a:lnTo>
                  <a:lnTo>
                    <a:pt x="1072471" y="111130"/>
                  </a:lnTo>
                  <a:lnTo>
                    <a:pt x="1082230" y="114292"/>
                  </a:lnTo>
                  <a:lnTo>
                    <a:pt x="1091973" y="99847"/>
                  </a:lnTo>
                  <a:lnTo>
                    <a:pt x="1101732" y="128021"/>
                  </a:lnTo>
                  <a:lnTo>
                    <a:pt x="1111476" y="110308"/>
                  </a:lnTo>
                  <a:lnTo>
                    <a:pt x="1121220" y="112955"/>
                  </a:lnTo>
                  <a:lnTo>
                    <a:pt x="1130979" y="106458"/>
                  </a:lnTo>
                  <a:lnTo>
                    <a:pt x="1140723" y="111406"/>
                  </a:lnTo>
                  <a:lnTo>
                    <a:pt x="1150482" y="96656"/>
                  </a:lnTo>
                  <a:lnTo>
                    <a:pt x="1160226" y="152263"/>
                  </a:lnTo>
                  <a:lnTo>
                    <a:pt x="1169969" y="147032"/>
                  </a:lnTo>
                  <a:lnTo>
                    <a:pt x="1179728" y="111863"/>
                  </a:lnTo>
                  <a:lnTo>
                    <a:pt x="1189472" y="115424"/>
                  </a:lnTo>
                  <a:lnTo>
                    <a:pt x="1199231" y="137251"/>
                  </a:lnTo>
                  <a:lnTo>
                    <a:pt x="1208975" y="131230"/>
                  </a:lnTo>
                  <a:lnTo>
                    <a:pt x="1218719" y="138526"/>
                  </a:lnTo>
                  <a:lnTo>
                    <a:pt x="1228478" y="121653"/>
                  </a:lnTo>
                  <a:lnTo>
                    <a:pt x="1238222" y="118512"/>
                  </a:lnTo>
                  <a:lnTo>
                    <a:pt x="1247966" y="150770"/>
                  </a:lnTo>
                  <a:lnTo>
                    <a:pt x="1257725" y="136008"/>
                  </a:lnTo>
                  <a:lnTo>
                    <a:pt x="1267469" y="129562"/>
                  </a:lnTo>
                  <a:lnTo>
                    <a:pt x="1277227" y="109096"/>
                  </a:lnTo>
                  <a:lnTo>
                    <a:pt x="1286971" y="117118"/>
                  </a:lnTo>
                  <a:lnTo>
                    <a:pt x="1296715" y="121026"/>
                  </a:lnTo>
                  <a:lnTo>
                    <a:pt x="1306474" y="98485"/>
                  </a:lnTo>
                  <a:lnTo>
                    <a:pt x="1316218" y="75714"/>
                  </a:lnTo>
                  <a:lnTo>
                    <a:pt x="1325977" y="54530"/>
                  </a:lnTo>
                  <a:lnTo>
                    <a:pt x="1335721" y="59609"/>
                  </a:lnTo>
                  <a:lnTo>
                    <a:pt x="1345465" y="49256"/>
                  </a:lnTo>
                  <a:lnTo>
                    <a:pt x="1355224" y="33634"/>
                  </a:lnTo>
                  <a:lnTo>
                    <a:pt x="1364967" y="71251"/>
                  </a:lnTo>
                  <a:lnTo>
                    <a:pt x="1374726" y="97563"/>
                  </a:lnTo>
                  <a:lnTo>
                    <a:pt x="1384470" y="118895"/>
                  </a:lnTo>
                  <a:lnTo>
                    <a:pt x="1394214" y="96061"/>
                  </a:lnTo>
                  <a:lnTo>
                    <a:pt x="1403973" y="101547"/>
                  </a:lnTo>
                  <a:lnTo>
                    <a:pt x="1413717" y="138321"/>
                  </a:lnTo>
                  <a:lnTo>
                    <a:pt x="1423476" y="161573"/>
                  </a:lnTo>
                  <a:lnTo>
                    <a:pt x="1433220" y="173944"/>
                  </a:lnTo>
                  <a:lnTo>
                    <a:pt x="1442964" y="169914"/>
                  </a:lnTo>
                  <a:lnTo>
                    <a:pt x="1452722" y="166375"/>
                  </a:lnTo>
                  <a:lnTo>
                    <a:pt x="1462466" y="177150"/>
                  </a:lnTo>
                  <a:lnTo>
                    <a:pt x="1472225" y="204493"/>
                  </a:lnTo>
                  <a:lnTo>
                    <a:pt x="1481969" y="210499"/>
                  </a:lnTo>
                  <a:lnTo>
                    <a:pt x="1491713" y="221248"/>
                  </a:lnTo>
                  <a:lnTo>
                    <a:pt x="1501472" y="224125"/>
                  </a:lnTo>
                  <a:lnTo>
                    <a:pt x="1511216" y="214995"/>
                  </a:lnTo>
                  <a:lnTo>
                    <a:pt x="1520960" y="207851"/>
                  </a:lnTo>
                  <a:lnTo>
                    <a:pt x="1530719" y="245117"/>
                  </a:lnTo>
                  <a:lnTo>
                    <a:pt x="1540463" y="239680"/>
                  </a:lnTo>
                  <a:lnTo>
                    <a:pt x="1550221" y="259430"/>
                  </a:lnTo>
                  <a:lnTo>
                    <a:pt x="1559965" y="233942"/>
                  </a:lnTo>
                  <a:lnTo>
                    <a:pt x="1569709" y="237396"/>
                  </a:lnTo>
                  <a:lnTo>
                    <a:pt x="1579468" y="237752"/>
                  </a:lnTo>
                  <a:lnTo>
                    <a:pt x="1589212" y="207060"/>
                  </a:lnTo>
                  <a:lnTo>
                    <a:pt x="1598971" y="198718"/>
                  </a:lnTo>
                  <a:lnTo>
                    <a:pt x="1608715" y="199126"/>
                  </a:lnTo>
                  <a:lnTo>
                    <a:pt x="1618459" y="234237"/>
                  </a:lnTo>
                  <a:lnTo>
                    <a:pt x="1628218" y="248008"/>
                  </a:lnTo>
                  <a:lnTo>
                    <a:pt x="1637962" y="275756"/>
                  </a:lnTo>
                  <a:lnTo>
                    <a:pt x="1647720" y="290468"/>
                  </a:lnTo>
                  <a:lnTo>
                    <a:pt x="1657464" y="278638"/>
                  </a:lnTo>
                  <a:lnTo>
                    <a:pt x="1667208" y="287454"/>
                  </a:lnTo>
                  <a:lnTo>
                    <a:pt x="1676967" y="258281"/>
                  </a:lnTo>
                  <a:lnTo>
                    <a:pt x="1686711" y="235955"/>
                  </a:lnTo>
                  <a:lnTo>
                    <a:pt x="1696470" y="196903"/>
                  </a:lnTo>
                  <a:lnTo>
                    <a:pt x="1706214" y="177354"/>
                  </a:lnTo>
                  <a:lnTo>
                    <a:pt x="1715958" y="154258"/>
                  </a:lnTo>
                  <a:lnTo>
                    <a:pt x="1725716" y="146484"/>
                  </a:lnTo>
                  <a:lnTo>
                    <a:pt x="1735460" y="139450"/>
                  </a:lnTo>
                  <a:lnTo>
                    <a:pt x="1745219" y="138976"/>
                  </a:lnTo>
                  <a:lnTo>
                    <a:pt x="1754963" y="131975"/>
                  </a:lnTo>
                  <a:lnTo>
                    <a:pt x="1764707" y="115494"/>
                  </a:lnTo>
                  <a:lnTo>
                    <a:pt x="1774466" y="141882"/>
                  </a:lnTo>
                  <a:lnTo>
                    <a:pt x="1784210" y="133888"/>
                  </a:lnTo>
                  <a:lnTo>
                    <a:pt x="1793969" y="179835"/>
                  </a:lnTo>
                  <a:lnTo>
                    <a:pt x="1803713" y="192052"/>
                  </a:lnTo>
                  <a:lnTo>
                    <a:pt x="1813457" y="171508"/>
                  </a:lnTo>
                  <a:lnTo>
                    <a:pt x="1823215" y="185302"/>
                  </a:lnTo>
                  <a:lnTo>
                    <a:pt x="1832959" y="175775"/>
                  </a:lnTo>
                  <a:lnTo>
                    <a:pt x="1842703" y="151751"/>
                  </a:lnTo>
                  <a:lnTo>
                    <a:pt x="1852462" y="153297"/>
                  </a:lnTo>
                  <a:lnTo>
                    <a:pt x="1862206" y="163616"/>
                  </a:lnTo>
                  <a:lnTo>
                    <a:pt x="1871965" y="172639"/>
                  </a:lnTo>
                  <a:lnTo>
                    <a:pt x="1881709" y="198511"/>
                  </a:lnTo>
                  <a:lnTo>
                    <a:pt x="1891453" y="185744"/>
                  </a:lnTo>
                  <a:lnTo>
                    <a:pt x="1901212" y="220048"/>
                  </a:lnTo>
                  <a:lnTo>
                    <a:pt x="1910956" y="245204"/>
                  </a:lnTo>
                  <a:lnTo>
                    <a:pt x="1920714" y="221724"/>
                  </a:lnTo>
                  <a:lnTo>
                    <a:pt x="1930458" y="226318"/>
                  </a:lnTo>
                  <a:lnTo>
                    <a:pt x="1940202" y="197715"/>
                  </a:lnTo>
                  <a:lnTo>
                    <a:pt x="1949961" y="195604"/>
                  </a:lnTo>
                  <a:lnTo>
                    <a:pt x="1959705" y="263231"/>
                  </a:lnTo>
                  <a:lnTo>
                    <a:pt x="1969464" y="231013"/>
                  </a:lnTo>
                  <a:lnTo>
                    <a:pt x="1979208" y="225436"/>
                  </a:lnTo>
                  <a:lnTo>
                    <a:pt x="1988952" y="204456"/>
                  </a:lnTo>
                  <a:lnTo>
                    <a:pt x="1998711" y="224784"/>
                  </a:lnTo>
                  <a:lnTo>
                    <a:pt x="2008454" y="222767"/>
                  </a:lnTo>
                  <a:lnTo>
                    <a:pt x="2018213" y="229331"/>
                  </a:lnTo>
                  <a:lnTo>
                    <a:pt x="2027957" y="266328"/>
                  </a:lnTo>
                  <a:lnTo>
                    <a:pt x="2037701" y="242920"/>
                  </a:lnTo>
                  <a:lnTo>
                    <a:pt x="2047460" y="213699"/>
                  </a:lnTo>
                  <a:lnTo>
                    <a:pt x="2057204" y="228793"/>
                  </a:lnTo>
                  <a:lnTo>
                    <a:pt x="2066963" y="224471"/>
                  </a:lnTo>
                  <a:lnTo>
                    <a:pt x="2076707" y="196720"/>
                  </a:lnTo>
                  <a:lnTo>
                    <a:pt x="2086451" y="179652"/>
                  </a:lnTo>
                  <a:lnTo>
                    <a:pt x="2096210" y="194987"/>
                  </a:lnTo>
                  <a:lnTo>
                    <a:pt x="2105954" y="174126"/>
                  </a:lnTo>
                  <a:lnTo>
                    <a:pt x="2115697" y="183135"/>
                  </a:lnTo>
                  <a:lnTo>
                    <a:pt x="2125456" y="173438"/>
                  </a:lnTo>
                  <a:lnTo>
                    <a:pt x="2135200" y="134641"/>
                  </a:lnTo>
                  <a:lnTo>
                    <a:pt x="2144959" y="148471"/>
                  </a:lnTo>
                  <a:lnTo>
                    <a:pt x="2154703" y="125589"/>
                  </a:lnTo>
                  <a:lnTo>
                    <a:pt x="2164447" y="98162"/>
                  </a:lnTo>
                  <a:lnTo>
                    <a:pt x="2174206" y="105202"/>
                  </a:lnTo>
                  <a:lnTo>
                    <a:pt x="2183950" y="103701"/>
                  </a:lnTo>
                  <a:lnTo>
                    <a:pt x="2193709" y="109603"/>
                  </a:lnTo>
                  <a:lnTo>
                    <a:pt x="2203452" y="114455"/>
                  </a:lnTo>
                  <a:lnTo>
                    <a:pt x="2213196" y="85802"/>
                  </a:lnTo>
                  <a:lnTo>
                    <a:pt x="2222955" y="58917"/>
                  </a:lnTo>
                  <a:lnTo>
                    <a:pt x="2232699" y="82785"/>
                  </a:lnTo>
                  <a:lnTo>
                    <a:pt x="2242458" y="81925"/>
                  </a:lnTo>
                  <a:lnTo>
                    <a:pt x="2252202" y="83248"/>
                  </a:lnTo>
                  <a:lnTo>
                    <a:pt x="2261946" y="66676"/>
                  </a:lnTo>
                  <a:lnTo>
                    <a:pt x="2271705" y="71266"/>
                  </a:lnTo>
                  <a:lnTo>
                    <a:pt x="2281449" y="95647"/>
                  </a:lnTo>
                  <a:lnTo>
                    <a:pt x="2291208" y="109788"/>
                  </a:lnTo>
                  <a:lnTo>
                    <a:pt x="2300951" y="100005"/>
                  </a:lnTo>
                  <a:lnTo>
                    <a:pt x="2310695" y="78065"/>
                  </a:lnTo>
                  <a:lnTo>
                    <a:pt x="2320454" y="74063"/>
                  </a:lnTo>
                  <a:lnTo>
                    <a:pt x="2330198" y="94389"/>
                  </a:lnTo>
                  <a:lnTo>
                    <a:pt x="2339957" y="83714"/>
                  </a:lnTo>
                  <a:lnTo>
                    <a:pt x="2349701" y="87022"/>
                  </a:lnTo>
                  <a:lnTo>
                    <a:pt x="2359445" y="104546"/>
                  </a:lnTo>
                  <a:lnTo>
                    <a:pt x="2369204" y="88205"/>
                  </a:lnTo>
                  <a:lnTo>
                    <a:pt x="2378948" y="99688"/>
                  </a:lnTo>
                  <a:lnTo>
                    <a:pt x="2388692" y="117112"/>
                  </a:lnTo>
                  <a:lnTo>
                    <a:pt x="2398450" y="98086"/>
                  </a:lnTo>
                  <a:lnTo>
                    <a:pt x="2408194" y="101398"/>
                  </a:lnTo>
                  <a:lnTo>
                    <a:pt x="2417953" y="110072"/>
                  </a:lnTo>
                  <a:lnTo>
                    <a:pt x="2427697" y="141671"/>
                  </a:lnTo>
                  <a:lnTo>
                    <a:pt x="2437441" y="191388"/>
                  </a:lnTo>
                  <a:lnTo>
                    <a:pt x="2447200" y="193024"/>
                  </a:lnTo>
                  <a:lnTo>
                    <a:pt x="2456944" y="222968"/>
                  </a:lnTo>
                  <a:lnTo>
                    <a:pt x="2466703" y="238050"/>
                  </a:lnTo>
                  <a:lnTo>
                    <a:pt x="2476446" y="241188"/>
                  </a:lnTo>
                  <a:lnTo>
                    <a:pt x="2486190" y="226582"/>
                  </a:lnTo>
                  <a:lnTo>
                    <a:pt x="2495949" y="224291"/>
                  </a:lnTo>
                  <a:lnTo>
                    <a:pt x="2505693" y="270504"/>
                  </a:lnTo>
                  <a:lnTo>
                    <a:pt x="2515452" y="279302"/>
                  </a:lnTo>
                  <a:lnTo>
                    <a:pt x="2525196" y="319536"/>
                  </a:lnTo>
                  <a:lnTo>
                    <a:pt x="2534940" y="288057"/>
                  </a:lnTo>
                  <a:lnTo>
                    <a:pt x="2544699" y="332764"/>
                  </a:lnTo>
                  <a:lnTo>
                    <a:pt x="2554443" y="325652"/>
                  </a:lnTo>
                  <a:lnTo>
                    <a:pt x="2564202" y="316307"/>
                  </a:lnTo>
                  <a:lnTo>
                    <a:pt x="2573946" y="279065"/>
                  </a:lnTo>
                  <a:lnTo>
                    <a:pt x="2583690" y="248147"/>
                  </a:lnTo>
                  <a:lnTo>
                    <a:pt x="2593448" y="245870"/>
                  </a:lnTo>
                  <a:lnTo>
                    <a:pt x="2603192" y="234556"/>
                  </a:lnTo>
                  <a:lnTo>
                    <a:pt x="2612951" y="203110"/>
                  </a:lnTo>
                  <a:lnTo>
                    <a:pt x="2622695" y="203931"/>
                  </a:lnTo>
                  <a:lnTo>
                    <a:pt x="2632439" y="211351"/>
                  </a:lnTo>
                  <a:lnTo>
                    <a:pt x="2642198" y="210490"/>
                  </a:lnTo>
                  <a:lnTo>
                    <a:pt x="2651942" y="189530"/>
                  </a:lnTo>
                  <a:lnTo>
                    <a:pt x="2661685" y="176925"/>
                  </a:lnTo>
                  <a:lnTo>
                    <a:pt x="2671444" y="156910"/>
                  </a:lnTo>
                  <a:lnTo>
                    <a:pt x="2681188" y="154568"/>
                  </a:lnTo>
                  <a:lnTo>
                    <a:pt x="2690947" y="177344"/>
                  </a:lnTo>
                  <a:lnTo>
                    <a:pt x="2700691" y="163814"/>
                  </a:lnTo>
                  <a:lnTo>
                    <a:pt x="2710435" y="160107"/>
                  </a:lnTo>
                  <a:lnTo>
                    <a:pt x="2720194" y="158638"/>
                  </a:lnTo>
                  <a:lnTo>
                    <a:pt x="2729938" y="160934"/>
                  </a:lnTo>
                  <a:lnTo>
                    <a:pt x="2739697" y="144803"/>
                  </a:lnTo>
                  <a:lnTo>
                    <a:pt x="2749441" y="166775"/>
                  </a:lnTo>
                  <a:lnTo>
                    <a:pt x="2759185" y="179183"/>
                  </a:lnTo>
                  <a:lnTo>
                    <a:pt x="2768943" y="165286"/>
                  </a:lnTo>
                  <a:lnTo>
                    <a:pt x="2778687" y="184162"/>
                  </a:lnTo>
                  <a:lnTo>
                    <a:pt x="2788446" y="122395"/>
                  </a:lnTo>
                  <a:lnTo>
                    <a:pt x="2798190" y="158038"/>
                  </a:lnTo>
                  <a:lnTo>
                    <a:pt x="2807934" y="132206"/>
                  </a:lnTo>
                  <a:lnTo>
                    <a:pt x="2817693" y="167497"/>
                  </a:lnTo>
                  <a:lnTo>
                    <a:pt x="2827437" y="173546"/>
                  </a:lnTo>
                  <a:lnTo>
                    <a:pt x="2837196" y="202123"/>
                  </a:lnTo>
                  <a:lnTo>
                    <a:pt x="2846940" y="197039"/>
                  </a:lnTo>
                  <a:lnTo>
                    <a:pt x="2856684" y="185814"/>
                  </a:lnTo>
                  <a:lnTo>
                    <a:pt x="2866442" y="182925"/>
                  </a:lnTo>
                  <a:lnTo>
                    <a:pt x="2876186" y="229736"/>
                  </a:lnTo>
                  <a:lnTo>
                    <a:pt x="2885945" y="220340"/>
                  </a:lnTo>
                  <a:lnTo>
                    <a:pt x="2895689" y="200551"/>
                  </a:lnTo>
                  <a:lnTo>
                    <a:pt x="2905433" y="240052"/>
                  </a:lnTo>
                  <a:lnTo>
                    <a:pt x="2915192" y="25402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5" name="Freeform 1204">
              <a:extLst>
                <a:ext uri="{FF2B5EF4-FFF2-40B4-BE49-F238E27FC236}">
                  <a16:creationId xmlns:a16="http://schemas.microsoft.com/office/drawing/2014/main" id="{6F259FC4-BC14-5AA1-04D0-E134A99E9D8E}"/>
                </a:ext>
              </a:extLst>
            </p:cNvPr>
            <p:cNvSpPr/>
            <p:nvPr/>
          </p:nvSpPr>
          <p:spPr>
            <a:xfrm>
              <a:off x="4426652" y="3530852"/>
              <a:ext cx="2915191" cy="436492"/>
            </a:xfrm>
            <a:custGeom>
              <a:avLst/>
              <a:gdLst>
                <a:gd name="connsiteX0" fmla="*/ 0 w 2915191"/>
                <a:gd name="connsiteY0" fmla="*/ 256060 h 436492"/>
                <a:gd name="connsiteX1" fmla="*/ 9750 w 2915191"/>
                <a:gd name="connsiteY1" fmla="*/ 227041 h 436492"/>
                <a:gd name="connsiteX2" fmla="*/ 19500 w 2915191"/>
                <a:gd name="connsiteY2" fmla="*/ 196044 h 436492"/>
                <a:gd name="connsiteX3" fmla="*/ 29250 w 2915191"/>
                <a:gd name="connsiteY3" fmla="*/ 210150 h 436492"/>
                <a:gd name="connsiteX4" fmla="*/ 39000 w 2915191"/>
                <a:gd name="connsiteY4" fmla="*/ 224744 h 436492"/>
                <a:gd name="connsiteX5" fmla="*/ 48749 w 2915191"/>
                <a:gd name="connsiteY5" fmla="*/ 204435 h 436492"/>
                <a:gd name="connsiteX6" fmla="*/ 58499 w 2915191"/>
                <a:gd name="connsiteY6" fmla="*/ 229619 h 436492"/>
                <a:gd name="connsiteX7" fmla="*/ 68249 w 2915191"/>
                <a:gd name="connsiteY7" fmla="*/ 240102 h 436492"/>
                <a:gd name="connsiteX8" fmla="*/ 77998 w 2915191"/>
                <a:gd name="connsiteY8" fmla="*/ 266926 h 436492"/>
                <a:gd name="connsiteX9" fmla="*/ 87748 w 2915191"/>
                <a:gd name="connsiteY9" fmla="*/ 260451 h 436492"/>
                <a:gd name="connsiteX10" fmla="*/ 97497 w 2915191"/>
                <a:gd name="connsiteY10" fmla="*/ 242265 h 436492"/>
                <a:gd name="connsiteX11" fmla="*/ 107247 w 2915191"/>
                <a:gd name="connsiteY11" fmla="*/ 249424 h 436492"/>
                <a:gd name="connsiteX12" fmla="*/ 116997 w 2915191"/>
                <a:gd name="connsiteY12" fmla="*/ 255722 h 436492"/>
                <a:gd name="connsiteX13" fmla="*/ 126747 w 2915191"/>
                <a:gd name="connsiteY13" fmla="*/ 260498 h 436492"/>
                <a:gd name="connsiteX14" fmla="*/ 136497 w 2915191"/>
                <a:gd name="connsiteY14" fmla="*/ 280852 h 436492"/>
                <a:gd name="connsiteX15" fmla="*/ 146247 w 2915191"/>
                <a:gd name="connsiteY15" fmla="*/ 274016 h 436492"/>
                <a:gd name="connsiteX16" fmla="*/ 155997 w 2915191"/>
                <a:gd name="connsiteY16" fmla="*/ 287029 h 436492"/>
                <a:gd name="connsiteX17" fmla="*/ 165747 w 2915191"/>
                <a:gd name="connsiteY17" fmla="*/ 313503 h 436492"/>
                <a:gd name="connsiteX18" fmla="*/ 175497 w 2915191"/>
                <a:gd name="connsiteY18" fmla="*/ 303662 h 436492"/>
                <a:gd name="connsiteX19" fmla="*/ 185247 w 2915191"/>
                <a:gd name="connsiteY19" fmla="*/ 267099 h 436492"/>
                <a:gd name="connsiteX20" fmla="*/ 194996 w 2915191"/>
                <a:gd name="connsiteY20" fmla="*/ 282042 h 436492"/>
                <a:gd name="connsiteX21" fmla="*/ 204746 w 2915191"/>
                <a:gd name="connsiteY21" fmla="*/ 291137 h 436492"/>
                <a:gd name="connsiteX22" fmla="*/ 214495 w 2915191"/>
                <a:gd name="connsiteY22" fmla="*/ 294338 h 436492"/>
                <a:gd name="connsiteX23" fmla="*/ 224245 w 2915191"/>
                <a:gd name="connsiteY23" fmla="*/ 281983 h 436492"/>
                <a:gd name="connsiteX24" fmla="*/ 233995 w 2915191"/>
                <a:gd name="connsiteY24" fmla="*/ 282424 h 436492"/>
                <a:gd name="connsiteX25" fmla="*/ 243744 w 2915191"/>
                <a:gd name="connsiteY25" fmla="*/ 278344 h 436492"/>
                <a:gd name="connsiteX26" fmla="*/ 253494 w 2915191"/>
                <a:gd name="connsiteY26" fmla="*/ 258920 h 436492"/>
                <a:gd name="connsiteX27" fmla="*/ 263244 w 2915191"/>
                <a:gd name="connsiteY27" fmla="*/ 301736 h 436492"/>
                <a:gd name="connsiteX28" fmla="*/ 272994 w 2915191"/>
                <a:gd name="connsiteY28" fmla="*/ 256194 h 436492"/>
                <a:gd name="connsiteX29" fmla="*/ 282744 w 2915191"/>
                <a:gd name="connsiteY29" fmla="*/ 281561 h 436492"/>
                <a:gd name="connsiteX30" fmla="*/ 292494 w 2915191"/>
                <a:gd name="connsiteY30" fmla="*/ 289675 h 436492"/>
                <a:gd name="connsiteX31" fmla="*/ 302244 w 2915191"/>
                <a:gd name="connsiteY31" fmla="*/ 292136 h 436492"/>
                <a:gd name="connsiteX32" fmla="*/ 311994 w 2915191"/>
                <a:gd name="connsiteY32" fmla="*/ 274822 h 436492"/>
                <a:gd name="connsiteX33" fmla="*/ 321744 w 2915191"/>
                <a:gd name="connsiteY33" fmla="*/ 264098 h 436492"/>
                <a:gd name="connsiteX34" fmla="*/ 331493 w 2915191"/>
                <a:gd name="connsiteY34" fmla="*/ 259354 h 436492"/>
                <a:gd name="connsiteX35" fmla="*/ 341243 w 2915191"/>
                <a:gd name="connsiteY35" fmla="*/ 291862 h 436492"/>
                <a:gd name="connsiteX36" fmla="*/ 350993 w 2915191"/>
                <a:gd name="connsiteY36" fmla="*/ 302740 h 436492"/>
                <a:gd name="connsiteX37" fmla="*/ 360742 w 2915191"/>
                <a:gd name="connsiteY37" fmla="*/ 286350 h 436492"/>
                <a:gd name="connsiteX38" fmla="*/ 370492 w 2915191"/>
                <a:gd name="connsiteY38" fmla="*/ 307817 h 436492"/>
                <a:gd name="connsiteX39" fmla="*/ 380241 w 2915191"/>
                <a:gd name="connsiteY39" fmla="*/ 325163 h 436492"/>
                <a:gd name="connsiteX40" fmla="*/ 389991 w 2915191"/>
                <a:gd name="connsiteY40" fmla="*/ 335884 h 436492"/>
                <a:gd name="connsiteX41" fmla="*/ 399741 w 2915191"/>
                <a:gd name="connsiteY41" fmla="*/ 335419 h 436492"/>
                <a:gd name="connsiteX42" fmla="*/ 409491 w 2915191"/>
                <a:gd name="connsiteY42" fmla="*/ 338024 h 436492"/>
                <a:gd name="connsiteX43" fmla="*/ 419241 w 2915191"/>
                <a:gd name="connsiteY43" fmla="*/ 395720 h 436492"/>
                <a:gd name="connsiteX44" fmla="*/ 428991 w 2915191"/>
                <a:gd name="connsiteY44" fmla="*/ 414862 h 436492"/>
                <a:gd name="connsiteX45" fmla="*/ 438741 w 2915191"/>
                <a:gd name="connsiteY45" fmla="*/ 436493 h 436492"/>
                <a:gd name="connsiteX46" fmla="*/ 448491 w 2915191"/>
                <a:gd name="connsiteY46" fmla="*/ 391872 h 436492"/>
                <a:gd name="connsiteX47" fmla="*/ 458241 w 2915191"/>
                <a:gd name="connsiteY47" fmla="*/ 389085 h 436492"/>
                <a:gd name="connsiteX48" fmla="*/ 467991 w 2915191"/>
                <a:gd name="connsiteY48" fmla="*/ 414732 h 436492"/>
                <a:gd name="connsiteX49" fmla="*/ 477740 w 2915191"/>
                <a:gd name="connsiteY49" fmla="*/ 390584 h 436492"/>
                <a:gd name="connsiteX50" fmla="*/ 487490 w 2915191"/>
                <a:gd name="connsiteY50" fmla="*/ 366204 h 436492"/>
                <a:gd name="connsiteX51" fmla="*/ 497239 w 2915191"/>
                <a:gd name="connsiteY51" fmla="*/ 361788 h 436492"/>
                <a:gd name="connsiteX52" fmla="*/ 506989 w 2915191"/>
                <a:gd name="connsiteY52" fmla="*/ 388510 h 436492"/>
                <a:gd name="connsiteX53" fmla="*/ 516738 w 2915191"/>
                <a:gd name="connsiteY53" fmla="*/ 386997 h 436492"/>
                <a:gd name="connsiteX54" fmla="*/ 526488 w 2915191"/>
                <a:gd name="connsiteY54" fmla="*/ 390762 h 436492"/>
                <a:gd name="connsiteX55" fmla="*/ 536238 w 2915191"/>
                <a:gd name="connsiteY55" fmla="*/ 387369 h 436492"/>
                <a:gd name="connsiteX56" fmla="*/ 545988 w 2915191"/>
                <a:gd name="connsiteY56" fmla="*/ 400066 h 436492"/>
                <a:gd name="connsiteX57" fmla="*/ 555738 w 2915191"/>
                <a:gd name="connsiteY57" fmla="*/ 406934 h 436492"/>
                <a:gd name="connsiteX58" fmla="*/ 565488 w 2915191"/>
                <a:gd name="connsiteY58" fmla="*/ 386977 h 436492"/>
                <a:gd name="connsiteX59" fmla="*/ 575238 w 2915191"/>
                <a:gd name="connsiteY59" fmla="*/ 393874 h 436492"/>
                <a:gd name="connsiteX60" fmla="*/ 584988 w 2915191"/>
                <a:gd name="connsiteY60" fmla="*/ 355849 h 436492"/>
                <a:gd name="connsiteX61" fmla="*/ 594738 w 2915191"/>
                <a:gd name="connsiteY61" fmla="*/ 366254 h 436492"/>
                <a:gd name="connsiteX62" fmla="*/ 604488 w 2915191"/>
                <a:gd name="connsiteY62" fmla="*/ 369837 h 436492"/>
                <a:gd name="connsiteX63" fmla="*/ 614237 w 2915191"/>
                <a:gd name="connsiteY63" fmla="*/ 380371 h 436492"/>
                <a:gd name="connsiteX64" fmla="*/ 623987 w 2915191"/>
                <a:gd name="connsiteY64" fmla="*/ 364660 h 436492"/>
                <a:gd name="connsiteX65" fmla="*/ 633736 w 2915191"/>
                <a:gd name="connsiteY65" fmla="*/ 338121 h 436492"/>
                <a:gd name="connsiteX66" fmla="*/ 643486 w 2915191"/>
                <a:gd name="connsiteY66" fmla="*/ 311511 h 436492"/>
                <a:gd name="connsiteX67" fmla="*/ 653236 w 2915191"/>
                <a:gd name="connsiteY67" fmla="*/ 311688 h 436492"/>
                <a:gd name="connsiteX68" fmla="*/ 662985 w 2915191"/>
                <a:gd name="connsiteY68" fmla="*/ 323089 h 436492"/>
                <a:gd name="connsiteX69" fmla="*/ 672735 w 2915191"/>
                <a:gd name="connsiteY69" fmla="*/ 324475 h 436492"/>
                <a:gd name="connsiteX70" fmla="*/ 682485 w 2915191"/>
                <a:gd name="connsiteY70" fmla="*/ 302688 h 436492"/>
                <a:gd name="connsiteX71" fmla="*/ 692235 w 2915191"/>
                <a:gd name="connsiteY71" fmla="*/ 303090 h 436492"/>
                <a:gd name="connsiteX72" fmla="*/ 701985 w 2915191"/>
                <a:gd name="connsiteY72" fmla="*/ 269925 h 436492"/>
                <a:gd name="connsiteX73" fmla="*/ 711735 w 2915191"/>
                <a:gd name="connsiteY73" fmla="*/ 265539 h 436492"/>
                <a:gd name="connsiteX74" fmla="*/ 721485 w 2915191"/>
                <a:gd name="connsiteY74" fmla="*/ 249042 h 436492"/>
                <a:gd name="connsiteX75" fmla="*/ 731235 w 2915191"/>
                <a:gd name="connsiteY75" fmla="*/ 241529 h 436492"/>
                <a:gd name="connsiteX76" fmla="*/ 740985 w 2915191"/>
                <a:gd name="connsiteY76" fmla="*/ 228254 h 436492"/>
                <a:gd name="connsiteX77" fmla="*/ 750734 w 2915191"/>
                <a:gd name="connsiteY77" fmla="*/ 232761 h 436492"/>
                <a:gd name="connsiteX78" fmla="*/ 760484 w 2915191"/>
                <a:gd name="connsiteY78" fmla="*/ 208082 h 436492"/>
                <a:gd name="connsiteX79" fmla="*/ 770233 w 2915191"/>
                <a:gd name="connsiteY79" fmla="*/ 190656 h 436492"/>
                <a:gd name="connsiteX80" fmla="*/ 779983 w 2915191"/>
                <a:gd name="connsiteY80" fmla="*/ 188100 h 436492"/>
                <a:gd name="connsiteX81" fmla="*/ 789733 w 2915191"/>
                <a:gd name="connsiteY81" fmla="*/ 193416 h 436492"/>
                <a:gd name="connsiteX82" fmla="*/ 799482 w 2915191"/>
                <a:gd name="connsiteY82" fmla="*/ 204447 h 436492"/>
                <a:gd name="connsiteX83" fmla="*/ 809232 w 2915191"/>
                <a:gd name="connsiteY83" fmla="*/ 183798 h 436492"/>
                <a:gd name="connsiteX84" fmla="*/ 818982 w 2915191"/>
                <a:gd name="connsiteY84" fmla="*/ 165686 h 436492"/>
                <a:gd name="connsiteX85" fmla="*/ 828732 w 2915191"/>
                <a:gd name="connsiteY85" fmla="*/ 157670 h 436492"/>
                <a:gd name="connsiteX86" fmla="*/ 838482 w 2915191"/>
                <a:gd name="connsiteY86" fmla="*/ 146658 h 436492"/>
                <a:gd name="connsiteX87" fmla="*/ 848232 w 2915191"/>
                <a:gd name="connsiteY87" fmla="*/ 168609 h 436492"/>
                <a:gd name="connsiteX88" fmla="*/ 857982 w 2915191"/>
                <a:gd name="connsiteY88" fmla="*/ 149879 h 436492"/>
                <a:gd name="connsiteX89" fmla="*/ 867732 w 2915191"/>
                <a:gd name="connsiteY89" fmla="*/ 123463 h 436492"/>
                <a:gd name="connsiteX90" fmla="*/ 877482 w 2915191"/>
                <a:gd name="connsiteY90" fmla="*/ 134228 h 436492"/>
                <a:gd name="connsiteX91" fmla="*/ 887231 w 2915191"/>
                <a:gd name="connsiteY91" fmla="*/ 135430 h 436492"/>
                <a:gd name="connsiteX92" fmla="*/ 896981 w 2915191"/>
                <a:gd name="connsiteY92" fmla="*/ 118562 h 436492"/>
                <a:gd name="connsiteX93" fmla="*/ 906730 w 2915191"/>
                <a:gd name="connsiteY93" fmla="*/ 89303 h 436492"/>
                <a:gd name="connsiteX94" fmla="*/ 916480 w 2915191"/>
                <a:gd name="connsiteY94" fmla="*/ 67548 h 436492"/>
                <a:gd name="connsiteX95" fmla="*/ 926230 w 2915191"/>
                <a:gd name="connsiteY95" fmla="*/ 69264 h 436492"/>
                <a:gd name="connsiteX96" fmla="*/ 935979 w 2915191"/>
                <a:gd name="connsiteY96" fmla="*/ 50099 h 436492"/>
                <a:gd name="connsiteX97" fmla="*/ 945729 w 2915191"/>
                <a:gd name="connsiteY97" fmla="*/ 73915 h 436492"/>
                <a:gd name="connsiteX98" fmla="*/ 955479 w 2915191"/>
                <a:gd name="connsiteY98" fmla="*/ 68848 h 436492"/>
                <a:gd name="connsiteX99" fmla="*/ 965229 w 2915191"/>
                <a:gd name="connsiteY99" fmla="*/ 65283 h 436492"/>
                <a:gd name="connsiteX100" fmla="*/ 974979 w 2915191"/>
                <a:gd name="connsiteY100" fmla="*/ 29636 h 436492"/>
                <a:gd name="connsiteX101" fmla="*/ 984729 w 2915191"/>
                <a:gd name="connsiteY101" fmla="*/ 45259 h 436492"/>
                <a:gd name="connsiteX102" fmla="*/ 994474 w 2915191"/>
                <a:gd name="connsiteY102" fmla="*/ 39390 h 436492"/>
                <a:gd name="connsiteX103" fmla="*/ 1004233 w 2915191"/>
                <a:gd name="connsiteY103" fmla="*/ 49608 h 436492"/>
                <a:gd name="connsiteX104" fmla="*/ 1013977 w 2915191"/>
                <a:gd name="connsiteY104" fmla="*/ 66184 h 436492"/>
                <a:gd name="connsiteX105" fmla="*/ 1023721 w 2915191"/>
                <a:gd name="connsiteY105" fmla="*/ 96499 h 436492"/>
                <a:gd name="connsiteX106" fmla="*/ 1033480 w 2915191"/>
                <a:gd name="connsiteY106" fmla="*/ 96501 h 436492"/>
                <a:gd name="connsiteX107" fmla="*/ 1043224 w 2915191"/>
                <a:gd name="connsiteY107" fmla="*/ 77855 h 436492"/>
                <a:gd name="connsiteX108" fmla="*/ 1052983 w 2915191"/>
                <a:gd name="connsiteY108" fmla="*/ 116774 h 436492"/>
                <a:gd name="connsiteX109" fmla="*/ 1062727 w 2915191"/>
                <a:gd name="connsiteY109" fmla="*/ 125753 h 436492"/>
                <a:gd name="connsiteX110" fmla="*/ 1072471 w 2915191"/>
                <a:gd name="connsiteY110" fmla="*/ 122254 h 436492"/>
                <a:gd name="connsiteX111" fmla="*/ 1082230 w 2915191"/>
                <a:gd name="connsiteY111" fmla="*/ 126460 h 436492"/>
                <a:gd name="connsiteX112" fmla="*/ 1091973 w 2915191"/>
                <a:gd name="connsiteY112" fmla="*/ 138216 h 436492"/>
                <a:gd name="connsiteX113" fmla="*/ 1101732 w 2915191"/>
                <a:gd name="connsiteY113" fmla="*/ 141969 h 436492"/>
                <a:gd name="connsiteX114" fmla="*/ 1111476 w 2915191"/>
                <a:gd name="connsiteY114" fmla="*/ 152058 h 436492"/>
                <a:gd name="connsiteX115" fmla="*/ 1121220 w 2915191"/>
                <a:gd name="connsiteY115" fmla="*/ 150959 h 436492"/>
                <a:gd name="connsiteX116" fmla="*/ 1130979 w 2915191"/>
                <a:gd name="connsiteY116" fmla="*/ 183222 h 436492"/>
                <a:gd name="connsiteX117" fmla="*/ 1140723 w 2915191"/>
                <a:gd name="connsiteY117" fmla="*/ 201460 h 436492"/>
                <a:gd name="connsiteX118" fmla="*/ 1150482 w 2915191"/>
                <a:gd name="connsiteY118" fmla="*/ 203715 h 436492"/>
                <a:gd name="connsiteX119" fmla="*/ 1160226 w 2915191"/>
                <a:gd name="connsiteY119" fmla="*/ 229202 h 436492"/>
                <a:gd name="connsiteX120" fmla="*/ 1169969 w 2915191"/>
                <a:gd name="connsiteY120" fmla="*/ 205822 h 436492"/>
                <a:gd name="connsiteX121" fmla="*/ 1179728 w 2915191"/>
                <a:gd name="connsiteY121" fmla="*/ 173236 h 436492"/>
                <a:gd name="connsiteX122" fmla="*/ 1189472 w 2915191"/>
                <a:gd name="connsiteY122" fmla="*/ 126607 h 436492"/>
                <a:gd name="connsiteX123" fmla="*/ 1199231 w 2915191"/>
                <a:gd name="connsiteY123" fmla="*/ 96276 h 436492"/>
                <a:gd name="connsiteX124" fmla="*/ 1208975 w 2915191"/>
                <a:gd name="connsiteY124" fmla="*/ 126613 h 436492"/>
                <a:gd name="connsiteX125" fmla="*/ 1218719 w 2915191"/>
                <a:gd name="connsiteY125" fmla="*/ 123511 h 436492"/>
                <a:gd name="connsiteX126" fmla="*/ 1228478 w 2915191"/>
                <a:gd name="connsiteY126" fmla="*/ 134678 h 436492"/>
                <a:gd name="connsiteX127" fmla="*/ 1238222 w 2915191"/>
                <a:gd name="connsiteY127" fmla="*/ 143693 h 436492"/>
                <a:gd name="connsiteX128" fmla="*/ 1247966 w 2915191"/>
                <a:gd name="connsiteY128" fmla="*/ 120557 h 436492"/>
                <a:gd name="connsiteX129" fmla="*/ 1257725 w 2915191"/>
                <a:gd name="connsiteY129" fmla="*/ 129722 h 436492"/>
                <a:gd name="connsiteX130" fmla="*/ 1267469 w 2915191"/>
                <a:gd name="connsiteY130" fmla="*/ 138407 h 436492"/>
                <a:gd name="connsiteX131" fmla="*/ 1277227 w 2915191"/>
                <a:gd name="connsiteY131" fmla="*/ 166523 h 436492"/>
                <a:gd name="connsiteX132" fmla="*/ 1286971 w 2915191"/>
                <a:gd name="connsiteY132" fmla="*/ 174050 h 436492"/>
                <a:gd name="connsiteX133" fmla="*/ 1296715 w 2915191"/>
                <a:gd name="connsiteY133" fmla="*/ 192520 h 436492"/>
                <a:gd name="connsiteX134" fmla="*/ 1306474 w 2915191"/>
                <a:gd name="connsiteY134" fmla="*/ 210181 h 436492"/>
                <a:gd name="connsiteX135" fmla="*/ 1316218 w 2915191"/>
                <a:gd name="connsiteY135" fmla="*/ 181988 h 436492"/>
                <a:gd name="connsiteX136" fmla="*/ 1325977 w 2915191"/>
                <a:gd name="connsiteY136" fmla="*/ 202857 h 436492"/>
                <a:gd name="connsiteX137" fmla="*/ 1335721 w 2915191"/>
                <a:gd name="connsiteY137" fmla="*/ 243059 h 436492"/>
                <a:gd name="connsiteX138" fmla="*/ 1345465 w 2915191"/>
                <a:gd name="connsiteY138" fmla="*/ 229586 h 436492"/>
                <a:gd name="connsiteX139" fmla="*/ 1355224 w 2915191"/>
                <a:gd name="connsiteY139" fmla="*/ 203320 h 436492"/>
                <a:gd name="connsiteX140" fmla="*/ 1364967 w 2915191"/>
                <a:gd name="connsiteY140" fmla="*/ 179023 h 436492"/>
                <a:gd name="connsiteX141" fmla="*/ 1374726 w 2915191"/>
                <a:gd name="connsiteY141" fmla="*/ 165245 h 436492"/>
                <a:gd name="connsiteX142" fmla="*/ 1384470 w 2915191"/>
                <a:gd name="connsiteY142" fmla="*/ 174510 h 436492"/>
                <a:gd name="connsiteX143" fmla="*/ 1394214 w 2915191"/>
                <a:gd name="connsiteY143" fmla="*/ 206381 h 436492"/>
                <a:gd name="connsiteX144" fmla="*/ 1403973 w 2915191"/>
                <a:gd name="connsiteY144" fmla="*/ 200735 h 436492"/>
                <a:gd name="connsiteX145" fmla="*/ 1413717 w 2915191"/>
                <a:gd name="connsiteY145" fmla="*/ 188640 h 436492"/>
                <a:gd name="connsiteX146" fmla="*/ 1423476 w 2915191"/>
                <a:gd name="connsiteY146" fmla="*/ 140278 h 436492"/>
                <a:gd name="connsiteX147" fmla="*/ 1433220 w 2915191"/>
                <a:gd name="connsiteY147" fmla="*/ 162305 h 436492"/>
                <a:gd name="connsiteX148" fmla="*/ 1442964 w 2915191"/>
                <a:gd name="connsiteY148" fmla="*/ 198392 h 436492"/>
                <a:gd name="connsiteX149" fmla="*/ 1452722 w 2915191"/>
                <a:gd name="connsiteY149" fmla="*/ 227332 h 436492"/>
                <a:gd name="connsiteX150" fmla="*/ 1462466 w 2915191"/>
                <a:gd name="connsiteY150" fmla="*/ 225994 h 436492"/>
                <a:gd name="connsiteX151" fmla="*/ 1472225 w 2915191"/>
                <a:gd name="connsiteY151" fmla="*/ 243083 h 436492"/>
                <a:gd name="connsiteX152" fmla="*/ 1481969 w 2915191"/>
                <a:gd name="connsiteY152" fmla="*/ 209751 h 436492"/>
                <a:gd name="connsiteX153" fmla="*/ 1491713 w 2915191"/>
                <a:gd name="connsiteY153" fmla="*/ 210959 h 436492"/>
                <a:gd name="connsiteX154" fmla="*/ 1501472 w 2915191"/>
                <a:gd name="connsiteY154" fmla="*/ 244656 h 436492"/>
                <a:gd name="connsiteX155" fmla="*/ 1511216 w 2915191"/>
                <a:gd name="connsiteY155" fmla="*/ 214814 h 436492"/>
                <a:gd name="connsiteX156" fmla="*/ 1520960 w 2915191"/>
                <a:gd name="connsiteY156" fmla="*/ 200803 h 436492"/>
                <a:gd name="connsiteX157" fmla="*/ 1530719 w 2915191"/>
                <a:gd name="connsiteY157" fmla="*/ 182374 h 436492"/>
                <a:gd name="connsiteX158" fmla="*/ 1540463 w 2915191"/>
                <a:gd name="connsiteY158" fmla="*/ 155630 h 436492"/>
                <a:gd name="connsiteX159" fmla="*/ 1550221 w 2915191"/>
                <a:gd name="connsiteY159" fmla="*/ 161432 h 436492"/>
                <a:gd name="connsiteX160" fmla="*/ 1559965 w 2915191"/>
                <a:gd name="connsiteY160" fmla="*/ 145454 h 436492"/>
                <a:gd name="connsiteX161" fmla="*/ 1569709 w 2915191"/>
                <a:gd name="connsiteY161" fmla="*/ 133775 h 436492"/>
                <a:gd name="connsiteX162" fmla="*/ 1579468 w 2915191"/>
                <a:gd name="connsiteY162" fmla="*/ 148227 h 436492"/>
                <a:gd name="connsiteX163" fmla="*/ 1589212 w 2915191"/>
                <a:gd name="connsiteY163" fmla="*/ 142822 h 436492"/>
                <a:gd name="connsiteX164" fmla="*/ 1598971 w 2915191"/>
                <a:gd name="connsiteY164" fmla="*/ 192608 h 436492"/>
                <a:gd name="connsiteX165" fmla="*/ 1608715 w 2915191"/>
                <a:gd name="connsiteY165" fmla="*/ 188746 h 436492"/>
                <a:gd name="connsiteX166" fmla="*/ 1618459 w 2915191"/>
                <a:gd name="connsiteY166" fmla="*/ 197735 h 436492"/>
                <a:gd name="connsiteX167" fmla="*/ 1628218 w 2915191"/>
                <a:gd name="connsiteY167" fmla="*/ 214992 h 436492"/>
                <a:gd name="connsiteX168" fmla="*/ 1637962 w 2915191"/>
                <a:gd name="connsiteY168" fmla="*/ 227403 h 436492"/>
                <a:gd name="connsiteX169" fmla="*/ 1647720 w 2915191"/>
                <a:gd name="connsiteY169" fmla="*/ 219568 h 436492"/>
                <a:gd name="connsiteX170" fmla="*/ 1657464 w 2915191"/>
                <a:gd name="connsiteY170" fmla="*/ 224192 h 436492"/>
                <a:gd name="connsiteX171" fmla="*/ 1667208 w 2915191"/>
                <a:gd name="connsiteY171" fmla="*/ 227384 h 436492"/>
                <a:gd name="connsiteX172" fmla="*/ 1676967 w 2915191"/>
                <a:gd name="connsiteY172" fmla="*/ 261570 h 436492"/>
                <a:gd name="connsiteX173" fmla="*/ 1686711 w 2915191"/>
                <a:gd name="connsiteY173" fmla="*/ 235864 h 436492"/>
                <a:gd name="connsiteX174" fmla="*/ 1696470 w 2915191"/>
                <a:gd name="connsiteY174" fmla="*/ 232150 h 436492"/>
                <a:gd name="connsiteX175" fmla="*/ 1706214 w 2915191"/>
                <a:gd name="connsiteY175" fmla="*/ 257810 h 436492"/>
                <a:gd name="connsiteX176" fmla="*/ 1715958 w 2915191"/>
                <a:gd name="connsiteY176" fmla="*/ 245277 h 436492"/>
                <a:gd name="connsiteX177" fmla="*/ 1725716 w 2915191"/>
                <a:gd name="connsiteY177" fmla="*/ 247824 h 436492"/>
                <a:gd name="connsiteX178" fmla="*/ 1735460 w 2915191"/>
                <a:gd name="connsiteY178" fmla="*/ 272648 h 436492"/>
                <a:gd name="connsiteX179" fmla="*/ 1745219 w 2915191"/>
                <a:gd name="connsiteY179" fmla="*/ 306210 h 436492"/>
                <a:gd name="connsiteX180" fmla="*/ 1754963 w 2915191"/>
                <a:gd name="connsiteY180" fmla="*/ 311900 h 436492"/>
                <a:gd name="connsiteX181" fmla="*/ 1764707 w 2915191"/>
                <a:gd name="connsiteY181" fmla="*/ 303623 h 436492"/>
                <a:gd name="connsiteX182" fmla="*/ 1774466 w 2915191"/>
                <a:gd name="connsiteY182" fmla="*/ 259186 h 436492"/>
                <a:gd name="connsiteX183" fmla="*/ 1784210 w 2915191"/>
                <a:gd name="connsiteY183" fmla="*/ 248460 h 436492"/>
                <a:gd name="connsiteX184" fmla="*/ 1793969 w 2915191"/>
                <a:gd name="connsiteY184" fmla="*/ 283498 h 436492"/>
                <a:gd name="connsiteX185" fmla="*/ 1803713 w 2915191"/>
                <a:gd name="connsiteY185" fmla="*/ 305632 h 436492"/>
                <a:gd name="connsiteX186" fmla="*/ 1813457 w 2915191"/>
                <a:gd name="connsiteY186" fmla="*/ 282872 h 436492"/>
                <a:gd name="connsiteX187" fmla="*/ 1823215 w 2915191"/>
                <a:gd name="connsiteY187" fmla="*/ 266455 h 436492"/>
                <a:gd name="connsiteX188" fmla="*/ 1832959 w 2915191"/>
                <a:gd name="connsiteY188" fmla="*/ 268502 h 436492"/>
                <a:gd name="connsiteX189" fmla="*/ 1842703 w 2915191"/>
                <a:gd name="connsiteY189" fmla="*/ 293935 h 436492"/>
                <a:gd name="connsiteX190" fmla="*/ 1852462 w 2915191"/>
                <a:gd name="connsiteY190" fmla="*/ 290541 h 436492"/>
                <a:gd name="connsiteX191" fmla="*/ 1862206 w 2915191"/>
                <a:gd name="connsiteY191" fmla="*/ 310982 h 436492"/>
                <a:gd name="connsiteX192" fmla="*/ 1871965 w 2915191"/>
                <a:gd name="connsiteY192" fmla="*/ 310891 h 436492"/>
                <a:gd name="connsiteX193" fmla="*/ 1881709 w 2915191"/>
                <a:gd name="connsiteY193" fmla="*/ 343687 h 436492"/>
                <a:gd name="connsiteX194" fmla="*/ 1891453 w 2915191"/>
                <a:gd name="connsiteY194" fmla="*/ 325339 h 436492"/>
                <a:gd name="connsiteX195" fmla="*/ 1901212 w 2915191"/>
                <a:gd name="connsiteY195" fmla="*/ 325976 h 436492"/>
                <a:gd name="connsiteX196" fmla="*/ 1910956 w 2915191"/>
                <a:gd name="connsiteY196" fmla="*/ 334946 h 436492"/>
                <a:gd name="connsiteX197" fmla="*/ 1920714 w 2915191"/>
                <a:gd name="connsiteY197" fmla="*/ 379346 h 436492"/>
                <a:gd name="connsiteX198" fmla="*/ 1930458 w 2915191"/>
                <a:gd name="connsiteY198" fmla="*/ 405795 h 436492"/>
                <a:gd name="connsiteX199" fmla="*/ 1940202 w 2915191"/>
                <a:gd name="connsiteY199" fmla="*/ 399151 h 436492"/>
                <a:gd name="connsiteX200" fmla="*/ 1949961 w 2915191"/>
                <a:gd name="connsiteY200" fmla="*/ 403521 h 436492"/>
                <a:gd name="connsiteX201" fmla="*/ 1959705 w 2915191"/>
                <a:gd name="connsiteY201" fmla="*/ 396894 h 436492"/>
                <a:gd name="connsiteX202" fmla="*/ 1969464 w 2915191"/>
                <a:gd name="connsiteY202" fmla="*/ 405881 h 436492"/>
                <a:gd name="connsiteX203" fmla="*/ 1979208 w 2915191"/>
                <a:gd name="connsiteY203" fmla="*/ 403664 h 436492"/>
                <a:gd name="connsiteX204" fmla="*/ 1988952 w 2915191"/>
                <a:gd name="connsiteY204" fmla="*/ 396455 h 436492"/>
                <a:gd name="connsiteX205" fmla="*/ 1998711 w 2915191"/>
                <a:gd name="connsiteY205" fmla="*/ 402262 h 436492"/>
                <a:gd name="connsiteX206" fmla="*/ 2008454 w 2915191"/>
                <a:gd name="connsiteY206" fmla="*/ 408700 h 436492"/>
                <a:gd name="connsiteX207" fmla="*/ 2018213 w 2915191"/>
                <a:gd name="connsiteY207" fmla="*/ 382309 h 436492"/>
                <a:gd name="connsiteX208" fmla="*/ 2027957 w 2915191"/>
                <a:gd name="connsiteY208" fmla="*/ 380002 h 436492"/>
                <a:gd name="connsiteX209" fmla="*/ 2037701 w 2915191"/>
                <a:gd name="connsiteY209" fmla="*/ 350779 h 436492"/>
                <a:gd name="connsiteX210" fmla="*/ 2047460 w 2915191"/>
                <a:gd name="connsiteY210" fmla="*/ 318910 h 436492"/>
                <a:gd name="connsiteX211" fmla="*/ 2057204 w 2915191"/>
                <a:gd name="connsiteY211" fmla="*/ 327389 h 436492"/>
                <a:gd name="connsiteX212" fmla="*/ 2066963 w 2915191"/>
                <a:gd name="connsiteY212" fmla="*/ 324467 h 436492"/>
                <a:gd name="connsiteX213" fmla="*/ 2076707 w 2915191"/>
                <a:gd name="connsiteY213" fmla="*/ 339374 h 436492"/>
                <a:gd name="connsiteX214" fmla="*/ 2086451 w 2915191"/>
                <a:gd name="connsiteY214" fmla="*/ 346148 h 436492"/>
                <a:gd name="connsiteX215" fmla="*/ 2096210 w 2915191"/>
                <a:gd name="connsiteY215" fmla="*/ 335464 h 436492"/>
                <a:gd name="connsiteX216" fmla="*/ 2105954 w 2915191"/>
                <a:gd name="connsiteY216" fmla="*/ 324866 h 436492"/>
                <a:gd name="connsiteX217" fmla="*/ 2115697 w 2915191"/>
                <a:gd name="connsiteY217" fmla="*/ 323336 h 436492"/>
                <a:gd name="connsiteX218" fmla="*/ 2125456 w 2915191"/>
                <a:gd name="connsiteY218" fmla="*/ 317466 h 436492"/>
                <a:gd name="connsiteX219" fmla="*/ 2135200 w 2915191"/>
                <a:gd name="connsiteY219" fmla="*/ 338252 h 436492"/>
                <a:gd name="connsiteX220" fmla="*/ 2144959 w 2915191"/>
                <a:gd name="connsiteY220" fmla="*/ 331817 h 436492"/>
                <a:gd name="connsiteX221" fmla="*/ 2154703 w 2915191"/>
                <a:gd name="connsiteY221" fmla="*/ 310542 h 436492"/>
                <a:gd name="connsiteX222" fmla="*/ 2164447 w 2915191"/>
                <a:gd name="connsiteY222" fmla="*/ 305416 h 436492"/>
                <a:gd name="connsiteX223" fmla="*/ 2174206 w 2915191"/>
                <a:gd name="connsiteY223" fmla="*/ 295351 h 436492"/>
                <a:gd name="connsiteX224" fmla="*/ 2183950 w 2915191"/>
                <a:gd name="connsiteY224" fmla="*/ 277398 h 436492"/>
                <a:gd name="connsiteX225" fmla="*/ 2193709 w 2915191"/>
                <a:gd name="connsiteY225" fmla="*/ 271492 h 436492"/>
                <a:gd name="connsiteX226" fmla="*/ 2203452 w 2915191"/>
                <a:gd name="connsiteY226" fmla="*/ 265953 h 436492"/>
                <a:gd name="connsiteX227" fmla="*/ 2213196 w 2915191"/>
                <a:gd name="connsiteY227" fmla="*/ 248806 h 436492"/>
                <a:gd name="connsiteX228" fmla="*/ 2222955 w 2915191"/>
                <a:gd name="connsiteY228" fmla="*/ 232658 h 436492"/>
                <a:gd name="connsiteX229" fmla="*/ 2232699 w 2915191"/>
                <a:gd name="connsiteY229" fmla="*/ 213687 h 436492"/>
                <a:gd name="connsiteX230" fmla="*/ 2242458 w 2915191"/>
                <a:gd name="connsiteY230" fmla="*/ 206178 h 436492"/>
                <a:gd name="connsiteX231" fmla="*/ 2252202 w 2915191"/>
                <a:gd name="connsiteY231" fmla="*/ 172021 h 436492"/>
                <a:gd name="connsiteX232" fmla="*/ 2261946 w 2915191"/>
                <a:gd name="connsiteY232" fmla="*/ 172818 h 436492"/>
                <a:gd name="connsiteX233" fmla="*/ 2271705 w 2915191"/>
                <a:gd name="connsiteY233" fmla="*/ 146017 h 436492"/>
                <a:gd name="connsiteX234" fmla="*/ 2281449 w 2915191"/>
                <a:gd name="connsiteY234" fmla="*/ 134995 h 436492"/>
                <a:gd name="connsiteX235" fmla="*/ 2291208 w 2915191"/>
                <a:gd name="connsiteY235" fmla="*/ 132756 h 436492"/>
                <a:gd name="connsiteX236" fmla="*/ 2300951 w 2915191"/>
                <a:gd name="connsiteY236" fmla="*/ 143354 h 436492"/>
                <a:gd name="connsiteX237" fmla="*/ 2310695 w 2915191"/>
                <a:gd name="connsiteY237" fmla="*/ 159890 h 436492"/>
                <a:gd name="connsiteX238" fmla="*/ 2320454 w 2915191"/>
                <a:gd name="connsiteY238" fmla="*/ 155094 h 436492"/>
                <a:gd name="connsiteX239" fmla="*/ 2330198 w 2915191"/>
                <a:gd name="connsiteY239" fmla="*/ 192252 h 436492"/>
                <a:gd name="connsiteX240" fmla="*/ 2339957 w 2915191"/>
                <a:gd name="connsiteY240" fmla="*/ 185260 h 436492"/>
                <a:gd name="connsiteX241" fmla="*/ 2349701 w 2915191"/>
                <a:gd name="connsiteY241" fmla="*/ 150718 h 436492"/>
                <a:gd name="connsiteX242" fmla="*/ 2359445 w 2915191"/>
                <a:gd name="connsiteY242" fmla="*/ 176462 h 436492"/>
                <a:gd name="connsiteX243" fmla="*/ 2369204 w 2915191"/>
                <a:gd name="connsiteY243" fmla="*/ 198575 h 436492"/>
                <a:gd name="connsiteX244" fmla="*/ 2378948 w 2915191"/>
                <a:gd name="connsiteY244" fmla="*/ 198892 h 436492"/>
                <a:gd name="connsiteX245" fmla="*/ 2388692 w 2915191"/>
                <a:gd name="connsiteY245" fmla="*/ 180723 h 436492"/>
                <a:gd name="connsiteX246" fmla="*/ 2398450 w 2915191"/>
                <a:gd name="connsiteY246" fmla="*/ 163856 h 436492"/>
                <a:gd name="connsiteX247" fmla="*/ 2408194 w 2915191"/>
                <a:gd name="connsiteY247" fmla="*/ 130823 h 436492"/>
                <a:gd name="connsiteX248" fmla="*/ 2417953 w 2915191"/>
                <a:gd name="connsiteY248" fmla="*/ 112459 h 436492"/>
                <a:gd name="connsiteX249" fmla="*/ 2427697 w 2915191"/>
                <a:gd name="connsiteY249" fmla="*/ 90779 h 436492"/>
                <a:gd name="connsiteX250" fmla="*/ 2437441 w 2915191"/>
                <a:gd name="connsiteY250" fmla="*/ 61634 h 436492"/>
                <a:gd name="connsiteX251" fmla="*/ 2447200 w 2915191"/>
                <a:gd name="connsiteY251" fmla="*/ 74271 h 436492"/>
                <a:gd name="connsiteX252" fmla="*/ 2456944 w 2915191"/>
                <a:gd name="connsiteY252" fmla="*/ 73319 h 436492"/>
                <a:gd name="connsiteX253" fmla="*/ 2466703 w 2915191"/>
                <a:gd name="connsiteY253" fmla="*/ 81433 h 436492"/>
                <a:gd name="connsiteX254" fmla="*/ 2476446 w 2915191"/>
                <a:gd name="connsiteY254" fmla="*/ 71210 h 436492"/>
                <a:gd name="connsiteX255" fmla="*/ 2486190 w 2915191"/>
                <a:gd name="connsiteY255" fmla="*/ 72989 h 436492"/>
                <a:gd name="connsiteX256" fmla="*/ 2495949 w 2915191"/>
                <a:gd name="connsiteY256" fmla="*/ 68066 h 436492"/>
                <a:gd name="connsiteX257" fmla="*/ 2505693 w 2915191"/>
                <a:gd name="connsiteY257" fmla="*/ 73021 h 436492"/>
                <a:gd name="connsiteX258" fmla="*/ 2515452 w 2915191"/>
                <a:gd name="connsiteY258" fmla="*/ 66683 h 436492"/>
                <a:gd name="connsiteX259" fmla="*/ 2525196 w 2915191"/>
                <a:gd name="connsiteY259" fmla="*/ 61278 h 436492"/>
                <a:gd name="connsiteX260" fmla="*/ 2534940 w 2915191"/>
                <a:gd name="connsiteY260" fmla="*/ 61286 h 436492"/>
                <a:gd name="connsiteX261" fmla="*/ 2544699 w 2915191"/>
                <a:gd name="connsiteY261" fmla="*/ 54180 h 436492"/>
                <a:gd name="connsiteX262" fmla="*/ 2554443 w 2915191"/>
                <a:gd name="connsiteY262" fmla="*/ 58516 h 436492"/>
                <a:gd name="connsiteX263" fmla="*/ 2564202 w 2915191"/>
                <a:gd name="connsiteY263" fmla="*/ 37697 h 436492"/>
                <a:gd name="connsiteX264" fmla="*/ 2573946 w 2915191"/>
                <a:gd name="connsiteY264" fmla="*/ 47160 h 436492"/>
                <a:gd name="connsiteX265" fmla="*/ 2583690 w 2915191"/>
                <a:gd name="connsiteY265" fmla="*/ 42914 h 436492"/>
                <a:gd name="connsiteX266" fmla="*/ 2593448 w 2915191"/>
                <a:gd name="connsiteY266" fmla="*/ 63866 h 436492"/>
                <a:gd name="connsiteX267" fmla="*/ 2603192 w 2915191"/>
                <a:gd name="connsiteY267" fmla="*/ 38393 h 436492"/>
                <a:gd name="connsiteX268" fmla="*/ 2612951 w 2915191"/>
                <a:gd name="connsiteY268" fmla="*/ 52108 h 436492"/>
                <a:gd name="connsiteX269" fmla="*/ 2622695 w 2915191"/>
                <a:gd name="connsiteY269" fmla="*/ 40035 h 436492"/>
                <a:gd name="connsiteX270" fmla="*/ 2632439 w 2915191"/>
                <a:gd name="connsiteY270" fmla="*/ 38037 h 436492"/>
                <a:gd name="connsiteX271" fmla="*/ 2642198 w 2915191"/>
                <a:gd name="connsiteY271" fmla="*/ 66728 h 436492"/>
                <a:gd name="connsiteX272" fmla="*/ 2651942 w 2915191"/>
                <a:gd name="connsiteY272" fmla="*/ 68297 h 436492"/>
                <a:gd name="connsiteX273" fmla="*/ 2661685 w 2915191"/>
                <a:gd name="connsiteY273" fmla="*/ 107124 h 436492"/>
                <a:gd name="connsiteX274" fmla="*/ 2671444 w 2915191"/>
                <a:gd name="connsiteY274" fmla="*/ 114825 h 436492"/>
                <a:gd name="connsiteX275" fmla="*/ 2681188 w 2915191"/>
                <a:gd name="connsiteY275" fmla="*/ 107250 h 436492"/>
                <a:gd name="connsiteX276" fmla="*/ 2690947 w 2915191"/>
                <a:gd name="connsiteY276" fmla="*/ 101315 h 436492"/>
                <a:gd name="connsiteX277" fmla="*/ 2700691 w 2915191"/>
                <a:gd name="connsiteY277" fmla="*/ 86548 h 436492"/>
                <a:gd name="connsiteX278" fmla="*/ 2710435 w 2915191"/>
                <a:gd name="connsiteY278" fmla="*/ 66694 h 436492"/>
                <a:gd name="connsiteX279" fmla="*/ 2720194 w 2915191"/>
                <a:gd name="connsiteY279" fmla="*/ 65259 h 436492"/>
                <a:gd name="connsiteX280" fmla="*/ 2729938 w 2915191"/>
                <a:gd name="connsiteY280" fmla="*/ 43350 h 436492"/>
                <a:gd name="connsiteX281" fmla="*/ 2739697 w 2915191"/>
                <a:gd name="connsiteY281" fmla="*/ 48580 h 436492"/>
                <a:gd name="connsiteX282" fmla="*/ 2749441 w 2915191"/>
                <a:gd name="connsiteY282" fmla="*/ 37486 h 436492"/>
                <a:gd name="connsiteX283" fmla="*/ 2759185 w 2915191"/>
                <a:gd name="connsiteY283" fmla="*/ 28472 h 436492"/>
                <a:gd name="connsiteX284" fmla="*/ 2768943 w 2915191"/>
                <a:gd name="connsiteY284" fmla="*/ 0 h 436492"/>
                <a:gd name="connsiteX285" fmla="*/ 2778687 w 2915191"/>
                <a:gd name="connsiteY285" fmla="*/ 37142 h 436492"/>
                <a:gd name="connsiteX286" fmla="*/ 2788446 w 2915191"/>
                <a:gd name="connsiteY286" fmla="*/ 29551 h 436492"/>
                <a:gd name="connsiteX287" fmla="*/ 2798190 w 2915191"/>
                <a:gd name="connsiteY287" fmla="*/ 40768 h 436492"/>
                <a:gd name="connsiteX288" fmla="*/ 2807934 w 2915191"/>
                <a:gd name="connsiteY288" fmla="*/ 46109 h 436492"/>
                <a:gd name="connsiteX289" fmla="*/ 2817693 w 2915191"/>
                <a:gd name="connsiteY289" fmla="*/ 50059 h 436492"/>
                <a:gd name="connsiteX290" fmla="*/ 2827437 w 2915191"/>
                <a:gd name="connsiteY290" fmla="*/ 40476 h 436492"/>
                <a:gd name="connsiteX291" fmla="*/ 2837196 w 2915191"/>
                <a:gd name="connsiteY291" fmla="*/ 50980 h 436492"/>
                <a:gd name="connsiteX292" fmla="*/ 2846940 w 2915191"/>
                <a:gd name="connsiteY292" fmla="*/ 70837 h 436492"/>
                <a:gd name="connsiteX293" fmla="*/ 2856684 w 2915191"/>
                <a:gd name="connsiteY293" fmla="*/ 49119 h 436492"/>
                <a:gd name="connsiteX294" fmla="*/ 2866442 w 2915191"/>
                <a:gd name="connsiteY294" fmla="*/ 70053 h 436492"/>
                <a:gd name="connsiteX295" fmla="*/ 2876186 w 2915191"/>
                <a:gd name="connsiteY295" fmla="*/ 92724 h 436492"/>
                <a:gd name="connsiteX296" fmla="*/ 2885945 w 2915191"/>
                <a:gd name="connsiteY296" fmla="*/ 111479 h 436492"/>
                <a:gd name="connsiteX297" fmla="*/ 2895689 w 2915191"/>
                <a:gd name="connsiteY297" fmla="*/ 92369 h 436492"/>
                <a:gd name="connsiteX298" fmla="*/ 2905433 w 2915191"/>
                <a:gd name="connsiteY298" fmla="*/ 75858 h 436492"/>
                <a:gd name="connsiteX299" fmla="*/ 2915192 w 2915191"/>
                <a:gd name="connsiteY299" fmla="*/ 65335 h 436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36492">
                  <a:moveTo>
                    <a:pt x="0" y="256060"/>
                  </a:moveTo>
                  <a:lnTo>
                    <a:pt x="9750" y="227041"/>
                  </a:lnTo>
                  <a:lnTo>
                    <a:pt x="19500" y="196044"/>
                  </a:lnTo>
                  <a:lnTo>
                    <a:pt x="29250" y="210150"/>
                  </a:lnTo>
                  <a:lnTo>
                    <a:pt x="39000" y="224744"/>
                  </a:lnTo>
                  <a:lnTo>
                    <a:pt x="48749" y="204435"/>
                  </a:lnTo>
                  <a:lnTo>
                    <a:pt x="58499" y="229619"/>
                  </a:lnTo>
                  <a:lnTo>
                    <a:pt x="68249" y="240102"/>
                  </a:lnTo>
                  <a:lnTo>
                    <a:pt x="77998" y="266926"/>
                  </a:lnTo>
                  <a:lnTo>
                    <a:pt x="87748" y="260451"/>
                  </a:lnTo>
                  <a:lnTo>
                    <a:pt x="97497" y="242265"/>
                  </a:lnTo>
                  <a:lnTo>
                    <a:pt x="107247" y="249424"/>
                  </a:lnTo>
                  <a:lnTo>
                    <a:pt x="116997" y="255722"/>
                  </a:lnTo>
                  <a:lnTo>
                    <a:pt x="126747" y="260498"/>
                  </a:lnTo>
                  <a:lnTo>
                    <a:pt x="136497" y="280852"/>
                  </a:lnTo>
                  <a:lnTo>
                    <a:pt x="146247" y="274016"/>
                  </a:lnTo>
                  <a:lnTo>
                    <a:pt x="155997" y="287029"/>
                  </a:lnTo>
                  <a:lnTo>
                    <a:pt x="165747" y="313503"/>
                  </a:lnTo>
                  <a:lnTo>
                    <a:pt x="175497" y="303662"/>
                  </a:lnTo>
                  <a:lnTo>
                    <a:pt x="185247" y="267099"/>
                  </a:lnTo>
                  <a:lnTo>
                    <a:pt x="194996" y="282042"/>
                  </a:lnTo>
                  <a:lnTo>
                    <a:pt x="204746" y="291137"/>
                  </a:lnTo>
                  <a:lnTo>
                    <a:pt x="214495" y="294338"/>
                  </a:lnTo>
                  <a:lnTo>
                    <a:pt x="224245" y="281983"/>
                  </a:lnTo>
                  <a:lnTo>
                    <a:pt x="233995" y="282424"/>
                  </a:lnTo>
                  <a:lnTo>
                    <a:pt x="243744" y="278344"/>
                  </a:lnTo>
                  <a:lnTo>
                    <a:pt x="253494" y="258920"/>
                  </a:lnTo>
                  <a:lnTo>
                    <a:pt x="263244" y="301736"/>
                  </a:lnTo>
                  <a:lnTo>
                    <a:pt x="272994" y="256194"/>
                  </a:lnTo>
                  <a:lnTo>
                    <a:pt x="282744" y="281561"/>
                  </a:lnTo>
                  <a:lnTo>
                    <a:pt x="292494" y="289675"/>
                  </a:lnTo>
                  <a:lnTo>
                    <a:pt x="302244" y="292136"/>
                  </a:lnTo>
                  <a:lnTo>
                    <a:pt x="311994" y="274822"/>
                  </a:lnTo>
                  <a:lnTo>
                    <a:pt x="321744" y="264098"/>
                  </a:lnTo>
                  <a:lnTo>
                    <a:pt x="331493" y="259354"/>
                  </a:lnTo>
                  <a:lnTo>
                    <a:pt x="341243" y="291862"/>
                  </a:lnTo>
                  <a:lnTo>
                    <a:pt x="350993" y="302740"/>
                  </a:lnTo>
                  <a:lnTo>
                    <a:pt x="360742" y="286350"/>
                  </a:lnTo>
                  <a:lnTo>
                    <a:pt x="370492" y="307817"/>
                  </a:lnTo>
                  <a:lnTo>
                    <a:pt x="380241" y="325163"/>
                  </a:lnTo>
                  <a:lnTo>
                    <a:pt x="389991" y="335884"/>
                  </a:lnTo>
                  <a:lnTo>
                    <a:pt x="399741" y="335419"/>
                  </a:lnTo>
                  <a:lnTo>
                    <a:pt x="409491" y="338024"/>
                  </a:lnTo>
                  <a:lnTo>
                    <a:pt x="419241" y="395720"/>
                  </a:lnTo>
                  <a:lnTo>
                    <a:pt x="428991" y="414862"/>
                  </a:lnTo>
                  <a:lnTo>
                    <a:pt x="438741" y="436493"/>
                  </a:lnTo>
                  <a:lnTo>
                    <a:pt x="448491" y="391872"/>
                  </a:lnTo>
                  <a:lnTo>
                    <a:pt x="458241" y="389085"/>
                  </a:lnTo>
                  <a:lnTo>
                    <a:pt x="467991" y="414732"/>
                  </a:lnTo>
                  <a:lnTo>
                    <a:pt x="477740" y="390584"/>
                  </a:lnTo>
                  <a:lnTo>
                    <a:pt x="487490" y="366204"/>
                  </a:lnTo>
                  <a:lnTo>
                    <a:pt x="497239" y="361788"/>
                  </a:lnTo>
                  <a:lnTo>
                    <a:pt x="506989" y="388510"/>
                  </a:lnTo>
                  <a:lnTo>
                    <a:pt x="516738" y="386997"/>
                  </a:lnTo>
                  <a:lnTo>
                    <a:pt x="526488" y="390762"/>
                  </a:lnTo>
                  <a:lnTo>
                    <a:pt x="536238" y="387369"/>
                  </a:lnTo>
                  <a:lnTo>
                    <a:pt x="545988" y="400066"/>
                  </a:lnTo>
                  <a:lnTo>
                    <a:pt x="555738" y="406934"/>
                  </a:lnTo>
                  <a:lnTo>
                    <a:pt x="565488" y="386977"/>
                  </a:lnTo>
                  <a:lnTo>
                    <a:pt x="575238" y="393874"/>
                  </a:lnTo>
                  <a:lnTo>
                    <a:pt x="584988" y="355849"/>
                  </a:lnTo>
                  <a:lnTo>
                    <a:pt x="594738" y="366254"/>
                  </a:lnTo>
                  <a:lnTo>
                    <a:pt x="604488" y="369837"/>
                  </a:lnTo>
                  <a:lnTo>
                    <a:pt x="614237" y="380371"/>
                  </a:lnTo>
                  <a:lnTo>
                    <a:pt x="623987" y="364660"/>
                  </a:lnTo>
                  <a:lnTo>
                    <a:pt x="633736" y="338121"/>
                  </a:lnTo>
                  <a:lnTo>
                    <a:pt x="643486" y="311511"/>
                  </a:lnTo>
                  <a:lnTo>
                    <a:pt x="653236" y="311688"/>
                  </a:lnTo>
                  <a:lnTo>
                    <a:pt x="662985" y="323089"/>
                  </a:lnTo>
                  <a:lnTo>
                    <a:pt x="672735" y="324475"/>
                  </a:lnTo>
                  <a:lnTo>
                    <a:pt x="682485" y="302688"/>
                  </a:lnTo>
                  <a:lnTo>
                    <a:pt x="692235" y="303090"/>
                  </a:lnTo>
                  <a:lnTo>
                    <a:pt x="701985" y="269925"/>
                  </a:lnTo>
                  <a:lnTo>
                    <a:pt x="711735" y="265539"/>
                  </a:lnTo>
                  <a:lnTo>
                    <a:pt x="721485" y="249042"/>
                  </a:lnTo>
                  <a:lnTo>
                    <a:pt x="731235" y="241529"/>
                  </a:lnTo>
                  <a:lnTo>
                    <a:pt x="740985" y="228254"/>
                  </a:lnTo>
                  <a:lnTo>
                    <a:pt x="750734" y="232761"/>
                  </a:lnTo>
                  <a:lnTo>
                    <a:pt x="760484" y="208082"/>
                  </a:lnTo>
                  <a:lnTo>
                    <a:pt x="770233" y="190656"/>
                  </a:lnTo>
                  <a:lnTo>
                    <a:pt x="779983" y="188100"/>
                  </a:lnTo>
                  <a:lnTo>
                    <a:pt x="789733" y="193416"/>
                  </a:lnTo>
                  <a:lnTo>
                    <a:pt x="799482" y="204447"/>
                  </a:lnTo>
                  <a:lnTo>
                    <a:pt x="809232" y="183798"/>
                  </a:lnTo>
                  <a:lnTo>
                    <a:pt x="818982" y="165686"/>
                  </a:lnTo>
                  <a:lnTo>
                    <a:pt x="828732" y="157670"/>
                  </a:lnTo>
                  <a:lnTo>
                    <a:pt x="838482" y="146658"/>
                  </a:lnTo>
                  <a:lnTo>
                    <a:pt x="848232" y="168609"/>
                  </a:lnTo>
                  <a:lnTo>
                    <a:pt x="857982" y="149879"/>
                  </a:lnTo>
                  <a:lnTo>
                    <a:pt x="867732" y="123463"/>
                  </a:lnTo>
                  <a:lnTo>
                    <a:pt x="877482" y="134228"/>
                  </a:lnTo>
                  <a:lnTo>
                    <a:pt x="887231" y="135430"/>
                  </a:lnTo>
                  <a:lnTo>
                    <a:pt x="896981" y="118562"/>
                  </a:lnTo>
                  <a:lnTo>
                    <a:pt x="906730" y="89303"/>
                  </a:lnTo>
                  <a:lnTo>
                    <a:pt x="916480" y="67548"/>
                  </a:lnTo>
                  <a:lnTo>
                    <a:pt x="926230" y="69264"/>
                  </a:lnTo>
                  <a:lnTo>
                    <a:pt x="935979" y="50099"/>
                  </a:lnTo>
                  <a:lnTo>
                    <a:pt x="945729" y="73915"/>
                  </a:lnTo>
                  <a:lnTo>
                    <a:pt x="955479" y="68848"/>
                  </a:lnTo>
                  <a:lnTo>
                    <a:pt x="965229" y="65283"/>
                  </a:lnTo>
                  <a:lnTo>
                    <a:pt x="974979" y="29636"/>
                  </a:lnTo>
                  <a:lnTo>
                    <a:pt x="984729" y="45259"/>
                  </a:lnTo>
                  <a:lnTo>
                    <a:pt x="994474" y="39390"/>
                  </a:lnTo>
                  <a:lnTo>
                    <a:pt x="1004233" y="49608"/>
                  </a:lnTo>
                  <a:lnTo>
                    <a:pt x="1013977" y="66184"/>
                  </a:lnTo>
                  <a:lnTo>
                    <a:pt x="1023721" y="96499"/>
                  </a:lnTo>
                  <a:lnTo>
                    <a:pt x="1033480" y="96501"/>
                  </a:lnTo>
                  <a:lnTo>
                    <a:pt x="1043224" y="77855"/>
                  </a:lnTo>
                  <a:lnTo>
                    <a:pt x="1052983" y="116774"/>
                  </a:lnTo>
                  <a:lnTo>
                    <a:pt x="1062727" y="125753"/>
                  </a:lnTo>
                  <a:lnTo>
                    <a:pt x="1072471" y="122254"/>
                  </a:lnTo>
                  <a:lnTo>
                    <a:pt x="1082230" y="126460"/>
                  </a:lnTo>
                  <a:lnTo>
                    <a:pt x="1091973" y="138216"/>
                  </a:lnTo>
                  <a:lnTo>
                    <a:pt x="1101732" y="141969"/>
                  </a:lnTo>
                  <a:lnTo>
                    <a:pt x="1111476" y="152058"/>
                  </a:lnTo>
                  <a:lnTo>
                    <a:pt x="1121220" y="150959"/>
                  </a:lnTo>
                  <a:lnTo>
                    <a:pt x="1130979" y="183222"/>
                  </a:lnTo>
                  <a:lnTo>
                    <a:pt x="1140723" y="201460"/>
                  </a:lnTo>
                  <a:lnTo>
                    <a:pt x="1150482" y="203715"/>
                  </a:lnTo>
                  <a:lnTo>
                    <a:pt x="1160226" y="229202"/>
                  </a:lnTo>
                  <a:lnTo>
                    <a:pt x="1169969" y="205822"/>
                  </a:lnTo>
                  <a:lnTo>
                    <a:pt x="1179728" y="173236"/>
                  </a:lnTo>
                  <a:lnTo>
                    <a:pt x="1189472" y="126607"/>
                  </a:lnTo>
                  <a:lnTo>
                    <a:pt x="1199231" y="96276"/>
                  </a:lnTo>
                  <a:lnTo>
                    <a:pt x="1208975" y="126613"/>
                  </a:lnTo>
                  <a:lnTo>
                    <a:pt x="1218719" y="123511"/>
                  </a:lnTo>
                  <a:lnTo>
                    <a:pt x="1228478" y="134678"/>
                  </a:lnTo>
                  <a:lnTo>
                    <a:pt x="1238222" y="143693"/>
                  </a:lnTo>
                  <a:lnTo>
                    <a:pt x="1247966" y="120557"/>
                  </a:lnTo>
                  <a:lnTo>
                    <a:pt x="1257725" y="129722"/>
                  </a:lnTo>
                  <a:lnTo>
                    <a:pt x="1267469" y="138407"/>
                  </a:lnTo>
                  <a:lnTo>
                    <a:pt x="1277227" y="166523"/>
                  </a:lnTo>
                  <a:lnTo>
                    <a:pt x="1286971" y="174050"/>
                  </a:lnTo>
                  <a:lnTo>
                    <a:pt x="1296715" y="192520"/>
                  </a:lnTo>
                  <a:lnTo>
                    <a:pt x="1306474" y="210181"/>
                  </a:lnTo>
                  <a:lnTo>
                    <a:pt x="1316218" y="181988"/>
                  </a:lnTo>
                  <a:lnTo>
                    <a:pt x="1325977" y="202857"/>
                  </a:lnTo>
                  <a:lnTo>
                    <a:pt x="1335721" y="243059"/>
                  </a:lnTo>
                  <a:lnTo>
                    <a:pt x="1345465" y="229586"/>
                  </a:lnTo>
                  <a:lnTo>
                    <a:pt x="1355224" y="203320"/>
                  </a:lnTo>
                  <a:lnTo>
                    <a:pt x="1364967" y="179023"/>
                  </a:lnTo>
                  <a:lnTo>
                    <a:pt x="1374726" y="165245"/>
                  </a:lnTo>
                  <a:lnTo>
                    <a:pt x="1384470" y="174510"/>
                  </a:lnTo>
                  <a:lnTo>
                    <a:pt x="1394214" y="206381"/>
                  </a:lnTo>
                  <a:lnTo>
                    <a:pt x="1403973" y="200735"/>
                  </a:lnTo>
                  <a:lnTo>
                    <a:pt x="1413717" y="188640"/>
                  </a:lnTo>
                  <a:lnTo>
                    <a:pt x="1423476" y="140278"/>
                  </a:lnTo>
                  <a:lnTo>
                    <a:pt x="1433220" y="162305"/>
                  </a:lnTo>
                  <a:lnTo>
                    <a:pt x="1442964" y="198392"/>
                  </a:lnTo>
                  <a:lnTo>
                    <a:pt x="1452722" y="227332"/>
                  </a:lnTo>
                  <a:lnTo>
                    <a:pt x="1462466" y="225994"/>
                  </a:lnTo>
                  <a:lnTo>
                    <a:pt x="1472225" y="243083"/>
                  </a:lnTo>
                  <a:lnTo>
                    <a:pt x="1481969" y="209751"/>
                  </a:lnTo>
                  <a:lnTo>
                    <a:pt x="1491713" y="210959"/>
                  </a:lnTo>
                  <a:lnTo>
                    <a:pt x="1501472" y="244656"/>
                  </a:lnTo>
                  <a:lnTo>
                    <a:pt x="1511216" y="214814"/>
                  </a:lnTo>
                  <a:lnTo>
                    <a:pt x="1520960" y="200803"/>
                  </a:lnTo>
                  <a:lnTo>
                    <a:pt x="1530719" y="182374"/>
                  </a:lnTo>
                  <a:lnTo>
                    <a:pt x="1540463" y="155630"/>
                  </a:lnTo>
                  <a:lnTo>
                    <a:pt x="1550221" y="161432"/>
                  </a:lnTo>
                  <a:lnTo>
                    <a:pt x="1559965" y="145454"/>
                  </a:lnTo>
                  <a:lnTo>
                    <a:pt x="1569709" y="133775"/>
                  </a:lnTo>
                  <a:lnTo>
                    <a:pt x="1579468" y="148227"/>
                  </a:lnTo>
                  <a:lnTo>
                    <a:pt x="1589212" y="142822"/>
                  </a:lnTo>
                  <a:lnTo>
                    <a:pt x="1598971" y="192608"/>
                  </a:lnTo>
                  <a:lnTo>
                    <a:pt x="1608715" y="188746"/>
                  </a:lnTo>
                  <a:lnTo>
                    <a:pt x="1618459" y="197735"/>
                  </a:lnTo>
                  <a:lnTo>
                    <a:pt x="1628218" y="214992"/>
                  </a:lnTo>
                  <a:lnTo>
                    <a:pt x="1637962" y="227403"/>
                  </a:lnTo>
                  <a:lnTo>
                    <a:pt x="1647720" y="219568"/>
                  </a:lnTo>
                  <a:lnTo>
                    <a:pt x="1657464" y="224192"/>
                  </a:lnTo>
                  <a:lnTo>
                    <a:pt x="1667208" y="227384"/>
                  </a:lnTo>
                  <a:lnTo>
                    <a:pt x="1676967" y="261570"/>
                  </a:lnTo>
                  <a:lnTo>
                    <a:pt x="1686711" y="235864"/>
                  </a:lnTo>
                  <a:lnTo>
                    <a:pt x="1696470" y="232150"/>
                  </a:lnTo>
                  <a:lnTo>
                    <a:pt x="1706214" y="257810"/>
                  </a:lnTo>
                  <a:lnTo>
                    <a:pt x="1715958" y="245277"/>
                  </a:lnTo>
                  <a:lnTo>
                    <a:pt x="1725716" y="247824"/>
                  </a:lnTo>
                  <a:lnTo>
                    <a:pt x="1735460" y="272648"/>
                  </a:lnTo>
                  <a:lnTo>
                    <a:pt x="1745219" y="306210"/>
                  </a:lnTo>
                  <a:lnTo>
                    <a:pt x="1754963" y="311900"/>
                  </a:lnTo>
                  <a:lnTo>
                    <a:pt x="1764707" y="303623"/>
                  </a:lnTo>
                  <a:lnTo>
                    <a:pt x="1774466" y="259186"/>
                  </a:lnTo>
                  <a:lnTo>
                    <a:pt x="1784210" y="248460"/>
                  </a:lnTo>
                  <a:lnTo>
                    <a:pt x="1793969" y="283498"/>
                  </a:lnTo>
                  <a:lnTo>
                    <a:pt x="1803713" y="305632"/>
                  </a:lnTo>
                  <a:lnTo>
                    <a:pt x="1813457" y="282872"/>
                  </a:lnTo>
                  <a:lnTo>
                    <a:pt x="1823215" y="266455"/>
                  </a:lnTo>
                  <a:lnTo>
                    <a:pt x="1832959" y="268502"/>
                  </a:lnTo>
                  <a:lnTo>
                    <a:pt x="1842703" y="293935"/>
                  </a:lnTo>
                  <a:lnTo>
                    <a:pt x="1852462" y="290541"/>
                  </a:lnTo>
                  <a:lnTo>
                    <a:pt x="1862206" y="310982"/>
                  </a:lnTo>
                  <a:lnTo>
                    <a:pt x="1871965" y="310891"/>
                  </a:lnTo>
                  <a:lnTo>
                    <a:pt x="1881709" y="343687"/>
                  </a:lnTo>
                  <a:lnTo>
                    <a:pt x="1891453" y="325339"/>
                  </a:lnTo>
                  <a:lnTo>
                    <a:pt x="1901212" y="325976"/>
                  </a:lnTo>
                  <a:lnTo>
                    <a:pt x="1910956" y="334946"/>
                  </a:lnTo>
                  <a:lnTo>
                    <a:pt x="1920714" y="379346"/>
                  </a:lnTo>
                  <a:lnTo>
                    <a:pt x="1930458" y="405795"/>
                  </a:lnTo>
                  <a:lnTo>
                    <a:pt x="1940202" y="399151"/>
                  </a:lnTo>
                  <a:lnTo>
                    <a:pt x="1949961" y="403521"/>
                  </a:lnTo>
                  <a:lnTo>
                    <a:pt x="1959705" y="396894"/>
                  </a:lnTo>
                  <a:lnTo>
                    <a:pt x="1969464" y="405881"/>
                  </a:lnTo>
                  <a:lnTo>
                    <a:pt x="1979208" y="403664"/>
                  </a:lnTo>
                  <a:lnTo>
                    <a:pt x="1988952" y="396455"/>
                  </a:lnTo>
                  <a:lnTo>
                    <a:pt x="1998711" y="402262"/>
                  </a:lnTo>
                  <a:lnTo>
                    <a:pt x="2008454" y="408700"/>
                  </a:lnTo>
                  <a:lnTo>
                    <a:pt x="2018213" y="382309"/>
                  </a:lnTo>
                  <a:lnTo>
                    <a:pt x="2027957" y="380002"/>
                  </a:lnTo>
                  <a:lnTo>
                    <a:pt x="2037701" y="350779"/>
                  </a:lnTo>
                  <a:lnTo>
                    <a:pt x="2047460" y="318910"/>
                  </a:lnTo>
                  <a:lnTo>
                    <a:pt x="2057204" y="327389"/>
                  </a:lnTo>
                  <a:lnTo>
                    <a:pt x="2066963" y="324467"/>
                  </a:lnTo>
                  <a:lnTo>
                    <a:pt x="2076707" y="339374"/>
                  </a:lnTo>
                  <a:lnTo>
                    <a:pt x="2086451" y="346148"/>
                  </a:lnTo>
                  <a:lnTo>
                    <a:pt x="2096210" y="335464"/>
                  </a:lnTo>
                  <a:lnTo>
                    <a:pt x="2105954" y="324866"/>
                  </a:lnTo>
                  <a:lnTo>
                    <a:pt x="2115697" y="323336"/>
                  </a:lnTo>
                  <a:lnTo>
                    <a:pt x="2125456" y="317466"/>
                  </a:lnTo>
                  <a:lnTo>
                    <a:pt x="2135200" y="338252"/>
                  </a:lnTo>
                  <a:lnTo>
                    <a:pt x="2144959" y="331817"/>
                  </a:lnTo>
                  <a:lnTo>
                    <a:pt x="2154703" y="310542"/>
                  </a:lnTo>
                  <a:lnTo>
                    <a:pt x="2164447" y="305416"/>
                  </a:lnTo>
                  <a:lnTo>
                    <a:pt x="2174206" y="295351"/>
                  </a:lnTo>
                  <a:lnTo>
                    <a:pt x="2183950" y="277398"/>
                  </a:lnTo>
                  <a:lnTo>
                    <a:pt x="2193709" y="271492"/>
                  </a:lnTo>
                  <a:lnTo>
                    <a:pt x="2203452" y="265953"/>
                  </a:lnTo>
                  <a:lnTo>
                    <a:pt x="2213196" y="248806"/>
                  </a:lnTo>
                  <a:lnTo>
                    <a:pt x="2222955" y="232658"/>
                  </a:lnTo>
                  <a:lnTo>
                    <a:pt x="2232699" y="213687"/>
                  </a:lnTo>
                  <a:lnTo>
                    <a:pt x="2242458" y="206178"/>
                  </a:lnTo>
                  <a:lnTo>
                    <a:pt x="2252202" y="172021"/>
                  </a:lnTo>
                  <a:lnTo>
                    <a:pt x="2261946" y="172818"/>
                  </a:lnTo>
                  <a:lnTo>
                    <a:pt x="2271705" y="146017"/>
                  </a:lnTo>
                  <a:lnTo>
                    <a:pt x="2281449" y="134995"/>
                  </a:lnTo>
                  <a:lnTo>
                    <a:pt x="2291208" y="132756"/>
                  </a:lnTo>
                  <a:lnTo>
                    <a:pt x="2300951" y="143354"/>
                  </a:lnTo>
                  <a:lnTo>
                    <a:pt x="2310695" y="159890"/>
                  </a:lnTo>
                  <a:lnTo>
                    <a:pt x="2320454" y="155094"/>
                  </a:lnTo>
                  <a:lnTo>
                    <a:pt x="2330198" y="192252"/>
                  </a:lnTo>
                  <a:lnTo>
                    <a:pt x="2339957" y="185260"/>
                  </a:lnTo>
                  <a:lnTo>
                    <a:pt x="2349701" y="150718"/>
                  </a:lnTo>
                  <a:lnTo>
                    <a:pt x="2359445" y="176462"/>
                  </a:lnTo>
                  <a:lnTo>
                    <a:pt x="2369204" y="198575"/>
                  </a:lnTo>
                  <a:lnTo>
                    <a:pt x="2378948" y="198892"/>
                  </a:lnTo>
                  <a:lnTo>
                    <a:pt x="2388692" y="180723"/>
                  </a:lnTo>
                  <a:lnTo>
                    <a:pt x="2398450" y="163856"/>
                  </a:lnTo>
                  <a:lnTo>
                    <a:pt x="2408194" y="130823"/>
                  </a:lnTo>
                  <a:lnTo>
                    <a:pt x="2417953" y="112459"/>
                  </a:lnTo>
                  <a:lnTo>
                    <a:pt x="2427697" y="90779"/>
                  </a:lnTo>
                  <a:lnTo>
                    <a:pt x="2437441" y="61634"/>
                  </a:lnTo>
                  <a:lnTo>
                    <a:pt x="2447200" y="74271"/>
                  </a:lnTo>
                  <a:lnTo>
                    <a:pt x="2456944" y="73319"/>
                  </a:lnTo>
                  <a:lnTo>
                    <a:pt x="2466703" y="81433"/>
                  </a:lnTo>
                  <a:lnTo>
                    <a:pt x="2476446" y="71210"/>
                  </a:lnTo>
                  <a:lnTo>
                    <a:pt x="2486190" y="72989"/>
                  </a:lnTo>
                  <a:lnTo>
                    <a:pt x="2495949" y="68066"/>
                  </a:lnTo>
                  <a:lnTo>
                    <a:pt x="2505693" y="73021"/>
                  </a:lnTo>
                  <a:lnTo>
                    <a:pt x="2515452" y="66683"/>
                  </a:lnTo>
                  <a:lnTo>
                    <a:pt x="2525196" y="61278"/>
                  </a:lnTo>
                  <a:lnTo>
                    <a:pt x="2534940" y="61286"/>
                  </a:lnTo>
                  <a:lnTo>
                    <a:pt x="2544699" y="54180"/>
                  </a:lnTo>
                  <a:lnTo>
                    <a:pt x="2554443" y="58516"/>
                  </a:lnTo>
                  <a:lnTo>
                    <a:pt x="2564202" y="37697"/>
                  </a:lnTo>
                  <a:lnTo>
                    <a:pt x="2573946" y="47160"/>
                  </a:lnTo>
                  <a:lnTo>
                    <a:pt x="2583690" y="42914"/>
                  </a:lnTo>
                  <a:lnTo>
                    <a:pt x="2593448" y="63866"/>
                  </a:lnTo>
                  <a:lnTo>
                    <a:pt x="2603192" y="38393"/>
                  </a:lnTo>
                  <a:lnTo>
                    <a:pt x="2612951" y="52108"/>
                  </a:lnTo>
                  <a:lnTo>
                    <a:pt x="2622695" y="40035"/>
                  </a:lnTo>
                  <a:lnTo>
                    <a:pt x="2632439" y="38037"/>
                  </a:lnTo>
                  <a:lnTo>
                    <a:pt x="2642198" y="66728"/>
                  </a:lnTo>
                  <a:lnTo>
                    <a:pt x="2651942" y="68297"/>
                  </a:lnTo>
                  <a:lnTo>
                    <a:pt x="2661685" y="107124"/>
                  </a:lnTo>
                  <a:lnTo>
                    <a:pt x="2671444" y="114825"/>
                  </a:lnTo>
                  <a:lnTo>
                    <a:pt x="2681188" y="107250"/>
                  </a:lnTo>
                  <a:lnTo>
                    <a:pt x="2690947" y="101315"/>
                  </a:lnTo>
                  <a:lnTo>
                    <a:pt x="2700691" y="86548"/>
                  </a:lnTo>
                  <a:lnTo>
                    <a:pt x="2710435" y="66694"/>
                  </a:lnTo>
                  <a:lnTo>
                    <a:pt x="2720194" y="65259"/>
                  </a:lnTo>
                  <a:lnTo>
                    <a:pt x="2729938" y="43350"/>
                  </a:lnTo>
                  <a:lnTo>
                    <a:pt x="2739697" y="48580"/>
                  </a:lnTo>
                  <a:lnTo>
                    <a:pt x="2749441" y="37486"/>
                  </a:lnTo>
                  <a:lnTo>
                    <a:pt x="2759185" y="28472"/>
                  </a:lnTo>
                  <a:lnTo>
                    <a:pt x="2768943" y="0"/>
                  </a:lnTo>
                  <a:lnTo>
                    <a:pt x="2778687" y="37142"/>
                  </a:lnTo>
                  <a:lnTo>
                    <a:pt x="2788446" y="29551"/>
                  </a:lnTo>
                  <a:lnTo>
                    <a:pt x="2798190" y="40768"/>
                  </a:lnTo>
                  <a:lnTo>
                    <a:pt x="2807934" y="46109"/>
                  </a:lnTo>
                  <a:lnTo>
                    <a:pt x="2817693" y="50059"/>
                  </a:lnTo>
                  <a:lnTo>
                    <a:pt x="2827437" y="40476"/>
                  </a:lnTo>
                  <a:lnTo>
                    <a:pt x="2837196" y="50980"/>
                  </a:lnTo>
                  <a:lnTo>
                    <a:pt x="2846940" y="70837"/>
                  </a:lnTo>
                  <a:lnTo>
                    <a:pt x="2856684" y="49119"/>
                  </a:lnTo>
                  <a:lnTo>
                    <a:pt x="2866442" y="70053"/>
                  </a:lnTo>
                  <a:lnTo>
                    <a:pt x="2876186" y="92724"/>
                  </a:lnTo>
                  <a:lnTo>
                    <a:pt x="2885945" y="111479"/>
                  </a:lnTo>
                  <a:lnTo>
                    <a:pt x="2895689" y="92369"/>
                  </a:lnTo>
                  <a:lnTo>
                    <a:pt x="2905433" y="75858"/>
                  </a:lnTo>
                  <a:lnTo>
                    <a:pt x="2915192" y="6533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6" name="Freeform 1205">
              <a:extLst>
                <a:ext uri="{FF2B5EF4-FFF2-40B4-BE49-F238E27FC236}">
                  <a16:creationId xmlns:a16="http://schemas.microsoft.com/office/drawing/2014/main" id="{0535A68A-A6AC-44CF-677F-0762CD754AC8}"/>
                </a:ext>
              </a:extLst>
            </p:cNvPr>
            <p:cNvSpPr/>
            <p:nvPr/>
          </p:nvSpPr>
          <p:spPr>
            <a:xfrm>
              <a:off x="4426652" y="3204423"/>
              <a:ext cx="2915191" cy="469265"/>
            </a:xfrm>
            <a:custGeom>
              <a:avLst/>
              <a:gdLst>
                <a:gd name="connsiteX0" fmla="*/ 0 w 2915191"/>
                <a:gd name="connsiteY0" fmla="*/ 136168 h 469265"/>
                <a:gd name="connsiteX1" fmla="*/ 9750 w 2915191"/>
                <a:gd name="connsiteY1" fmla="*/ 139022 h 469265"/>
                <a:gd name="connsiteX2" fmla="*/ 19500 w 2915191"/>
                <a:gd name="connsiteY2" fmla="*/ 144134 h 469265"/>
                <a:gd name="connsiteX3" fmla="*/ 29250 w 2915191"/>
                <a:gd name="connsiteY3" fmla="*/ 130806 h 469265"/>
                <a:gd name="connsiteX4" fmla="*/ 39000 w 2915191"/>
                <a:gd name="connsiteY4" fmla="*/ 90248 h 469265"/>
                <a:gd name="connsiteX5" fmla="*/ 48749 w 2915191"/>
                <a:gd name="connsiteY5" fmla="*/ 80291 h 469265"/>
                <a:gd name="connsiteX6" fmla="*/ 58499 w 2915191"/>
                <a:gd name="connsiteY6" fmla="*/ 122386 h 469265"/>
                <a:gd name="connsiteX7" fmla="*/ 68249 w 2915191"/>
                <a:gd name="connsiteY7" fmla="*/ 110039 h 469265"/>
                <a:gd name="connsiteX8" fmla="*/ 77998 w 2915191"/>
                <a:gd name="connsiteY8" fmla="*/ 97779 h 469265"/>
                <a:gd name="connsiteX9" fmla="*/ 87748 w 2915191"/>
                <a:gd name="connsiteY9" fmla="*/ 77586 h 469265"/>
                <a:gd name="connsiteX10" fmla="*/ 97497 w 2915191"/>
                <a:gd name="connsiteY10" fmla="*/ 106452 h 469265"/>
                <a:gd name="connsiteX11" fmla="*/ 107247 w 2915191"/>
                <a:gd name="connsiteY11" fmla="*/ 100345 h 469265"/>
                <a:gd name="connsiteX12" fmla="*/ 116997 w 2915191"/>
                <a:gd name="connsiteY12" fmla="*/ 64419 h 469265"/>
                <a:gd name="connsiteX13" fmla="*/ 126747 w 2915191"/>
                <a:gd name="connsiteY13" fmla="*/ 54493 h 469265"/>
                <a:gd name="connsiteX14" fmla="*/ 136497 w 2915191"/>
                <a:gd name="connsiteY14" fmla="*/ 45420 h 469265"/>
                <a:gd name="connsiteX15" fmla="*/ 146247 w 2915191"/>
                <a:gd name="connsiteY15" fmla="*/ 30963 h 469265"/>
                <a:gd name="connsiteX16" fmla="*/ 155997 w 2915191"/>
                <a:gd name="connsiteY16" fmla="*/ 11010 h 469265"/>
                <a:gd name="connsiteX17" fmla="*/ 165747 w 2915191"/>
                <a:gd name="connsiteY17" fmla="*/ 3918 h 469265"/>
                <a:gd name="connsiteX18" fmla="*/ 175497 w 2915191"/>
                <a:gd name="connsiteY18" fmla="*/ 0 h 469265"/>
                <a:gd name="connsiteX19" fmla="*/ 185247 w 2915191"/>
                <a:gd name="connsiteY19" fmla="*/ 18841 h 469265"/>
                <a:gd name="connsiteX20" fmla="*/ 194996 w 2915191"/>
                <a:gd name="connsiteY20" fmla="*/ 56568 h 469265"/>
                <a:gd name="connsiteX21" fmla="*/ 204746 w 2915191"/>
                <a:gd name="connsiteY21" fmla="*/ 97708 h 469265"/>
                <a:gd name="connsiteX22" fmla="*/ 214495 w 2915191"/>
                <a:gd name="connsiteY22" fmla="*/ 92573 h 469265"/>
                <a:gd name="connsiteX23" fmla="*/ 224245 w 2915191"/>
                <a:gd name="connsiteY23" fmla="*/ 134098 h 469265"/>
                <a:gd name="connsiteX24" fmla="*/ 233995 w 2915191"/>
                <a:gd name="connsiteY24" fmla="*/ 116301 h 469265"/>
                <a:gd name="connsiteX25" fmla="*/ 243744 w 2915191"/>
                <a:gd name="connsiteY25" fmla="*/ 125910 h 469265"/>
                <a:gd name="connsiteX26" fmla="*/ 253494 w 2915191"/>
                <a:gd name="connsiteY26" fmla="*/ 107522 h 469265"/>
                <a:gd name="connsiteX27" fmla="*/ 263244 w 2915191"/>
                <a:gd name="connsiteY27" fmla="*/ 135876 h 469265"/>
                <a:gd name="connsiteX28" fmla="*/ 272994 w 2915191"/>
                <a:gd name="connsiteY28" fmla="*/ 124877 h 469265"/>
                <a:gd name="connsiteX29" fmla="*/ 282744 w 2915191"/>
                <a:gd name="connsiteY29" fmla="*/ 146098 h 469265"/>
                <a:gd name="connsiteX30" fmla="*/ 292494 w 2915191"/>
                <a:gd name="connsiteY30" fmla="*/ 118577 h 469265"/>
                <a:gd name="connsiteX31" fmla="*/ 302244 w 2915191"/>
                <a:gd name="connsiteY31" fmla="*/ 114946 h 469265"/>
                <a:gd name="connsiteX32" fmla="*/ 311994 w 2915191"/>
                <a:gd name="connsiteY32" fmla="*/ 115321 h 469265"/>
                <a:gd name="connsiteX33" fmla="*/ 321744 w 2915191"/>
                <a:gd name="connsiteY33" fmla="*/ 104768 h 469265"/>
                <a:gd name="connsiteX34" fmla="*/ 331493 w 2915191"/>
                <a:gd name="connsiteY34" fmla="*/ 100969 h 469265"/>
                <a:gd name="connsiteX35" fmla="*/ 341243 w 2915191"/>
                <a:gd name="connsiteY35" fmla="*/ 113250 h 469265"/>
                <a:gd name="connsiteX36" fmla="*/ 350993 w 2915191"/>
                <a:gd name="connsiteY36" fmla="*/ 105917 h 469265"/>
                <a:gd name="connsiteX37" fmla="*/ 360742 w 2915191"/>
                <a:gd name="connsiteY37" fmla="*/ 127155 h 469265"/>
                <a:gd name="connsiteX38" fmla="*/ 370492 w 2915191"/>
                <a:gd name="connsiteY38" fmla="*/ 108923 h 469265"/>
                <a:gd name="connsiteX39" fmla="*/ 380241 w 2915191"/>
                <a:gd name="connsiteY39" fmla="*/ 114381 h 469265"/>
                <a:gd name="connsiteX40" fmla="*/ 389991 w 2915191"/>
                <a:gd name="connsiteY40" fmla="*/ 123513 h 469265"/>
                <a:gd name="connsiteX41" fmla="*/ 399741 w 2915191"/>
                <a:gd name="connsiteY41" fmla="*/ 136418 h 469265"/>
                <a:gd name="connsiteX42" fmla="*/ 409491 w 2915191"/>
                <a:gd name="connsiteY42" fmla="*/ 113231 h 469265"/>
                <a:gd name="connsiteX43" fmla="*/ 419241 w 2915191"/>
                <a:gd name="connsiteY43" fmla="*/ 125712 h 469265"/>
                <a:gd name="connsiteX44" fmla="*/ 428991 w 2915191"/>
                <a:gd name="connsiteY44" fmla="*/ 152758 h 469265"/>
                <a:gd name="connsiteX45" fmla="*/ 438741 w 2915191"/>
                <a:gd name="connsiteY45" fmla="*/ 153716 h 469265"/>
                <a:gd name="connsiteX46" fmla="*/ 448491 w 2915191"/>
                <a:gd name="connsiteY46" fmla="*/ 171398 h 469265"/>
                <a:gd name="connsiteX47" fmla="*/ 458241 w 2915191"/>
                <a:gd name="connsiteY47" fmla="*/ 174482 h 469265"/>
                <a:gd name="connsiteX48" fmla="*/ 467991 w 2915191"/>
                <a:gd name="connsiteY48" fmla="*/ 187036 h 469265"/>
                <a:gd name="connsiteX49" fmla="*/ 477740 w 2915191"/>
                <a:gd name="connsiteY49" fmla="*/ 177113 h 469265"/>
                <a:gd name="connsiteX50" fmla="*/ 487490 w 2915191"/>
                <a:gd name="connsiteY50" fmla="*/ 192565 h 469265"/>
                <a:gd name="connsiteX51" fmla="*/ 497239 w 2915191"/>
                <a:gd name="connsiteY51" fmla="*/ 206221 h 469265"/>
                <a:gd name="connsiteX52" fmla="*/ 506989 w 2915191"/>
                <a:gd name="connsiteY52" fmla="*/ 239856 h 469265"/>
                <a:gd name="connsiteX53" fmla="*/ 516738 w 2915191"/>
                <a:gd name="connsiteY53" fmla="*/ 228422 h 469265"/>
                <a:gd name="connsiteX54" fmla="*/ 526488 w 2915191"/>
                <a:gd name="connsiteY54" fmla="*/ 235353 h 469265"/>
                <a:gd name="connsiteX55" fmla="*/ 536238 w 2915191"/>
                <a:gd name="connsiteY55" fmla="*/ 243476 h 469265"/>
                <a:gd name="connsiteX56" fmla="*/ 545988 w 2915191"/>
                <a:gd name="connsiteY56" fmla="*/ 225413 h 469265"/>
                <a:gd name="connsiteX57" fmla="*/ 555738 w 2915191"/>
                <a:gd name="connsiteY57" fmla="*/ 228886 h 469265"/>
                <a:gd name="connsiteX58" fmla="*/ 565488 w 2915191"/>
                <a:gd name="connsiteY58" fmla="*/ 224703 h 469265"/>
                <a:gd name="connsiteX59" fmla="*/ 575238 w 2915191"/>
                <a:gd name="connsiteY59" fmla="*/ 259192 h 469265"/>
                <a:gd name="connsiteX60" fmla="*/ 584988 w 2915191"/>
                <a:gd name="connsiteY60" fmla="*/ 295326 h 469265"/>
                <a:gd name="connsiteX61" fmla="*/ 594738 w 2915191"/>
                <a:gd name="connsiteY61" fmla="*/ 296436 h 469265"/>
                <a:gd name="connsiteX62" fmla="*/ 604488 w 2915191"/>
                <a:gd name="connsiteY62" fmla="*/ 294598 h 469265"/>
                <a:gd name="connsiteX63" fmla="*/ 614237 w 2915191"/>
                <a:gd name="connsiteY63" fmla="*/ 302548 h 469265"/>
                <a:gd name="connsiteX64" fmla="*/ 623987 w 2915191"/>
                <a:gd name="connsiteY64" fmla="*/ 319117 h 469265"/>
                <a:gd name="connsiteX65" fmla="*/ 633736 w 2915191"/>
                <a:gd name="connsiteY65" fmla="*/ 323354 h 469265"/>
                <a:gd name="connsiteX66" fmla="*/ 643486 w 2915191"/>
                <a:gd name="connsiteY66" fmla="*/ 317572 h 469265"/>
                <a:gd name="connsiteX67" fmla="*/ 653236 w 2915191"/>
                <a:gd name="connsiteY67" fmla="*/ 324184 h 469265"/>
                <a:gd name="connsiteX68" fmla="*/ 662985 w 2915191"/>
                <a:gd name="connsiteY68" fmla="*/ 310262 h 469265"/>
                <a:gd name="connsiteX69" fmla="*/ 672735 w 2915191"/>
                <a:gd name="connsiteY69" fmla="*/ 350734 h 469265"/>
                <a:gd name="connsiteX70" fmla="*/ 682485 w 2915191"/>
                <a:gd name="connsiteY70" fmla="*/ 359541 h 469265"/>
                <a:gd name="connsiteX71" fmla="*/ 692235 w 2915191"/>
                <a:gd name="connsiteY71" fmla="*/ 371238 h 469265"/>
                <a:gd name="connsiteX72" fmla="*/ 701985 w 2915191"/>
                <a:gd name="connsiteY72" fmla="*/ 352878 h 469265"/>
                <a:gd name="connsiteX73" fmla="*/ 711735 w 2915191"/>
                <a:gd name="connsiteY73" fmla="*/ 346720 h 469265"/>
                <a:gd name="connsiteX74" fmla="*/ 721485 w 2915191"/>
                <a:gd name="connsiteY74" fmla="*/ 324290 h 469265"/>
                <a:gd name="connsiteX75" fmla="*/ 731235 w 2915191"/>
                <a:gd name="connsiteY75" fmla="*/ 336884 h 469265"/>
                <a:gd name="connsiteX76" fmla="*/ 740985 w 2915191"/>
                <a:gd name="connsiteY76" fmla="*/ 355873 h 469265"/>
                <a:gd name="connsiteX77" fmla="*/ 750734 w 2915191"/>
                <a:gd name="connsiteY77" fmla="*/ 367866 h 469265"/>
                <a:gd name="connsiteX78" fmla="*/ 760484 w 2915191"/>
                <a:gd name="connsiteY78" fmla="*/ 354578 h 469265"/>
                <a:gd name="connsiteX79" fmla="*/ 770233 w 2915191"/>
                <a:gd name="connsiteY79" fmla="*/ 370244 h 469265"/>
                <a:gd name="connsiteX80" fmla="*/ 779983 w 2915191"/>
                <a:gd name="connsiteY80" fmla="*/ 363389 h 469265"/>
                <a:gd name="connsiteX81" fmla="*/ 789733 w 2915191"/>
                <a:gd name="connsiteY81" fmla="*/ 348210 h 469265"/>
                <a:gd name="connsiteX82" fmla="*/ 799482 w 2915191"/>
                <a:gd name="connsiteY82" fmla="*/ 334072 h 469265"/>
                <a:gd name="connsiteX83" fmla="*/ 809232 w 2915191"/>
                <a:gd name="connsiteY83" fmla="*/ 318864 h 469265"/>
                <a:gd name="connsiteX84" fmla="*/ 818982 w 2915191"/>
                <a:gd name="connsiteY84" fmla="*/ 349715 h 469265"/>
                <a:gd name="connsiteX85" fmla="*/ 828732 w 2915191"/>
                <a:gd name="connsiteY85" fmla="*/ 351714 h 469265"/>
                <a:gd name="connsiteX86" fmla="*/ 838482 w 2915191"/>
                <a:gd name="connsiteY86" fmla="*/ 367541 h 469265"/>
                <a:gd name="connsiteX87" fmla="*/ 848232 w 2915191"/>
                <a:gd name="connsiteY87" fmla="*/ 345054 h 469265"/>
                <a:gd name="connsiteX88" fmla="*/ 857982 w 2915191"/>
                <a:gd name="connsiteY88" fmla="*/ 354503 h 469265"/>
                <a:gd name="connsiteX89" fmla="*/ 867732 w 2915191"/>
                <a:gd name="connsiteY89" fmla="*/ 376871 h 469265"/>
                <a:gd name="connsiteX90" fmla="*/ 877482 w 2915191"/>
                <a:gd name="connsiteY90" fmla="*/ 352196 h 469265"/>
                <a:gd name="connsiteX91" fmla="*/ 887231 w 2915191"/>
                <a:gd name="connsiteY91" fmla="*/ 334345 h 469265"/>
                <a:gd name="connsiteX92" fmla="*/ 896981 w 2915191"/>
                <a:gd name="connsiteY92" fmla="*/ 322541 h 469265"/>
                <a:gd name="connsiteX93" fmla="*/ 906730 w 2915191"/>
                <a:gd name="connsiteY93" fmla="*/ 295912 h 469265"/>
                <a:gd name="connsiteX94" fmla="*/ 916480 w 2915191"/>
                <a:gd name="connsiteY94" fmla="*/ 258552 h 469265"/>
                <a:gd name="connsiteX95" fmla="*/ 926230 w 2915191"/>
                <a:gd name="connsiteY95" fmla="*/ 263639 h 469265"/>
                <a:gd name="connsiteX96" fmla="*/ 935979 w 2915191"/>
                <a:gd name="connsiteY96" fmla="*/ 292705 h 469265"/>
                <a:gd name="connsiteX97" fmla="*/ 945729 w 2915191"/>
                <a:gd name="connsiteY97" fmla="*/ 311416 h 469265"/>
                <a:gd name="connsiteX98" fmla="*/ 955479 w 2915191"/>
                <a:gd name="connsiteY98" fmla="*/ 303245 h 469265"/>
                <a:gd name="connsiteX99" fmla="*/ 965229 w 2915191"/>
                <a:gd name="connsiteY99" fmla="*/ 329944 h 469265"/>
                <a:gd name="connsiteX100" fmla="*/ 974979 w 2915191"/>
                <a:gd name="connsiteY100" fmla="*/ 341909 h 469265"/>
                <a:gd name="connsiteX101" fmla="*/ 984729 w 2915191"/>
                <a:gd name="connsiteY101" fmla="*/ 360502 h 469265"/>
                <a:gd name="connsiteX102" fmla="*/ 994474 w 2915191"/>
                <a:gd name="connsiteY102" fmla="*/ 379747 h 469265"/>
                <a:gd name="connsiteX103" fmla="*/ 1004233 w 2915191"/>
                <a:gd name="connsiteY103" fmla="*/ 370882 h 469265"/>
                <a:gd name="connsiteX104" fmla="*/ 1013977 w 2915191"/>
                <a:gd name="connsiteY104" fmla="*/ 354348 h 469265"/>
                <a:gd name="connsiteX105" fmla="*/ 1023721 w 2915191"/>
                <a:gd name="connsiteY105" fmla="*/ 370308 h 469265"/>
                <a:gd name="connsiteX106" fmla="*/ 1033480 w 2915191"/>
                <a:gd name="connsiteY106" fmla="*/ 377557 h 469265"/>
                <a:gd name="connsiteX107" fmla="*/ 1043224 w 2915191"/>
                <a:gd name="connsiteY107" fmla="*/ 369954 h 469265"/>
                <a:gd name="connsiteX108" fmla="*/ 1052983 w 2915191"/>
                <a:gd name="connsiteY108" fmla="*/ 410375 h 469265"/>
                <a:gd name="connsiteX109" fmla="*/ 1062727 w 2915191"/>
                <a:gd name="connsiteY109" fmla="*/ 402848 h 469265"/>
                <a:gd name="connsiteX110" fmla="*/ 1072471 w 2915191"/>
                <a:gd name="connsiteY110" fmla="*/ 417314 h 469265"/>
                <a:gd name="connsiteX111" fmla="*/ 1082230 w 2915191"/>
                <a:gd name="connsiteY111" fmla="*/ 443634 h 469265"/>
                <a:gd name="connsiteX112" fmla="*/ 1091973 w 2915191"/>
                <a:gd name="connsiteY112" fmla="*/ 463551 h 469265"/>
                <a:gd name="connsiteX113" fmla="*/ 1101732 w 2915191"/>
                <a:gd name="connsiteY113" fmla="*/ 433952 h 469265"/>
                <a:gd name="connsiteX114" fmla="*/ 1111476 w 2915191"/>
                <a:gd name="connsiteY114" fmla="*/ 380833 h 469265"/>
                <a:gd name="connsiteX115" fmla="*/ 1121220 w 2915191"/>
                <a:gd name="connsiteY115" fmla="*/ 404008 h 469265"/>
                <a:gd name="connsiteX116" fmla="*/ 1130979 w 2915191"/>
                <a:gd name="connsiteY116" fmla="*/ 404057 h 469265"/>
                <a:gd name="connsiteX117" fmla="*/ 1140723 w 2915191"/>
                <a:gd name="connsiteY117" fmla="*/ 433501 h 469265"/>
                <a:gd name="connsiteX118" fmla="*/ 1150482 w 2915191"/>
                <a:gd name="connsiteY118" fmla="*/ 423583 h 469265"/>
                <a:gd name="connsiteX119" fmla="*/ 1160226 w 2915191"/>
                <a:gd name="connsiteY119" fmla="*/ 427134 h 469265"/>
                <a:gd name="connsiteX120" fmla="*/ 1169969 w 2915191"/>
                <a:gd name="connsiteY120" fmla="*/ 387175 h 469265"/>
                <a:gd name="connsiteX121" fmla="*/ 1179728 w 2915191"/>
                <a:gd name="connsiteY121" fmla="*/ 412091 h 469265"/>
                <a:gd name="connsiteX122" fmla="*/ 1189472 w 2915191"/>
                <a:gd name="connsiteY122" fmla="*/ 405799 h 469265"/>
                <a:gd name="connsiteX123" fmla="*/ 1199231 w 2915191"/>
                <a:gd name="connsiteY123" fmla="*/ 403207 h 469265"/>
                <a:gd name="connsiteX124" fmla="*/ 1208975 w 2915191"/>
                <a:gd name="connsiteY124" fmla="*/ 362410 h 469265"/>
                <a:gd name="connsiteX125" fmla="*/ 1218719 w 2915191"/>
                <a:gd name="connsiteY125" fmla="*/ 355204 h 469265"/>
                <a:gd name="connsiteX126" fmla="*/ 1228478 w 2915191"/>
                <a:gd name="connsiteY126" fmla="*/ 370420 h 469265"/>
                <a:gd name="connsiteX127" fmla="*/ 1238222 w 2915191"/>
                <a:gd name="connsiteY127" fmla="*/ 374602 h 469265"/>
                <a:gd name="connsiteX128" fmla="*/ 1247966 w 2915191"/>
                <a:gd name="connsiteY128" fmla="*/ 352474 h 469265"/>
                <a:gd name="connsiteX129" fmla="*/ 1257725 w 2915191"/>
                <a:gd name="connsiteY129" fmla="*/ 349974 h 469265"/>
                <a:gd name="connsiteX130" fmla="*/ 1267469 w 2915191"/>
                <a:gd name="connsiteY130" fmla="*/ 371823 h 469265"/>
                <a:gd name="connsiteX131" fmla="*/ 1277227 w 2915191"/>
                <a:gd name="connsiteY131" fmla="*/ 385577 h 469265"/>
                <a:gd name="connsiteX132" fmla="*/ 1286971 w 2915191"/>
                <a:gd name="connsiteY132" fmla="*/ 432616 h 469265"/>
                <a:gd name="connsiteX133" fmla="*/ 1296715 w 2915191"/>
                <a:gd name="connsiteY133" fmla="*/ 430292 h 469265"/>
                <a:gd name="connsiteX134" fmla="*/ 1306474 w 2915191"/>
                <a:gd name="connsiteY134" fmla="*/ 449593 h 469265"/>
                <a:gd name="connsiteX135" fmla="*/ 1316218 w 2915191"/>
                <a:gd name="connsiteY135" fmla="*/ 423180 h 469265"/>
                <a:gd name="connsiteX136" fmla="*/ 1325977 w 2915191"/>
                <a:gd name="connsiteY136" fmla="*/ 401721 h 469265"/>
                <a:gd name="connsiteX137" fmla="*/ 1335721 w 2915191"/>
                <a:gd name="connsiteY137" fmla="*/ 407001 h 469265"/>
                <a:gd name="connsiteX138" fmla="*/ 1345465 w 2915191"/>
                <a:gd name="connsiteY138" fmla="*/ 424541 h 469265"/>
                <a:gd name="connsiteX139" fmla="*/ 1355224 w 2915191"/>
                <a:gd name="connsiteY139" fmla="*/ 426802 h 469265"/>
                <a:gd name="connsiteX140" fmla="*/ 1364967 w 2915191"/>
                <a:gd name="connsiteY140" fmla="*/ 432725 h 469265"/>
                <a:gd name="connsiteX141" fmla="*/ 1374726 w 2915191"/>
                <a:gd name="connsiteY141" fmla="*/ 469266 h 469265"/>
                <a:gd name="connsiteX142" fmla="*/ 1384470 w 2915191"/>
                <a:gd name="connsiteY142" fmla="*/ 400699 h 469265"/>
                <a:gd name="connsiteX143" fmla="*/ 1394214 w 2915191"/>
                <a:gd name="connsiteY143" fmla="*/ 416196 h 469265"/>
                <a:gd name="connsiteX144" fmla="*/ 1403973 w 2915191"/>
                <a:gd name="connsiteY144" fmla="*/ 381628 h 469265"/>
                <a:gd name="connsiteX145" fmla="*/ 1413717 w 2915191"/>
                <a:gd name="connsiteY145" fmla="*/ 382662 h 469265"/>
                <a:gd name="connsiteX146" fmla="*/ 1423476 w 2915191"/>
                <a:gd name="connsiteY146" fmla="*/ 348599 h 469265"/>
                <a:gd name="connsiteX147" fmla="*/ 1433220 w 2915191"/>
                <a:gd name="connsiteY147" fmla="*/ 353721 h 469265"/>
                <a:gd name="connsiteX148" fmla="*/ 1442964 w 2915191"/>
                <a:gd name="connsiteY148" fmla="*/ 374607 h 469265"/>
                <a:gd name="connsiteX149" fmla="*/ 1452722 w 2915191"/>
                <a:gd name="connsiteY149" fmla="*/ 341616 h 469265"/>
                <a:gd name="connsiteX150" fmla="*/ 1462466 w 2915191"/>
                <a:gd name="connsiteY150" fmla="*/ 308203 h 469265"/>
                <a:gd name="connsiteX151" fmla="*/ 1472225 w 2915191"/>
                <a:gd name="connsiteY151" fmla="*/ 282418 h 469265"/>
                <a:gd name="connsiteX152" fmla="*/ 1481969 w 2915191"/>
                <a:gd name="connsiteY152" fmla="*/ 301768 h 469265"/>
                <a:gd name="connsiteX153" fmla="*/ 1491713 w 2915191"/>
                <a:gd name="connsiteY153" fmla="*/ 314020 h 469265"/>
                <a:gd name="connsiteX154" fmla="*/ 1501472 w 2915191"/>
                <a:gd name="connsiteY154" fmla="*/ 314953 h 469265"/>
                <a:gd name="connsiteX155" fmla="*/ 1511216 w 2915191"/>
                <a:gd name="connsiteY155" fmla="*/ 309288 h 469265"/>
                <a:gd name="connsiteX156" fmla="*/ 1520960 w 2915191"/>
                <a:gd name="connsiteY156" fmla="*/ 293981 h 469265"/>
                <a:gd name="connsiteX157" fmla="*/ 1530719 w 2915191"/>
                <a:gd name="connsiteY157" fmla="*/ 283110 h 469265"/>
                <a:gd name="connsiteX158" fmla="*/ 1540463 w 2915191"/>
                <a:gd name="connsiteY158" fmla="*/ 279708 h 469265"/>
                <a:gd name="connsiteX159" fmla="*/ 1550221 w 2915191"/>
                <a:gd name="connsiteY159" fmla="*/ 273216 h 469265"/>
                <a:gd name="connsiteX160" fmla="*/ 1559965 w 2915191"/>
                <a:gd name="connsiteY160" fmla="*/ 265859 h 469265"/>
                <a:gd name="connsiteX161" fmla="*/ 1569709 w 2915191"/>
                <a:gd name="connsiteY161" fmla="*/ 261924 h 469265"/>
                <a:gd name="connsiteX162" fmla="*/ 1579468 w 2915191"/>
                <a:gd name="connsiteY162" fmla="*/ 255705 h 469265"/>
                <a:gd name="connsiteX163" fmla="*/ 1589212 w 2915191"/>
                <a:gd name="connsiteY163" fmla="*/ 204743 h 469265"/>
                <a:gd name="connsiteX164" fmla="*/ 1598971 w 2915191"/>
                <a:gd name="connsiteY164" fmla="*/ 230693 h 469265"/>
                <a:gd name="connsiteX165" fmla="*/ 1608715 w 2915191"/>
                <a:gd name="connsiteY165" fmla="*/ 233433 h 469265"/>
                <a:gd name="connsiteX166" fmla="*/ 1618459 w 2915191"/>
                <a:gd name="connsiteY166" fmla="*/ 244830 h 469265"/>
                <a:gd name="connsiteX167" fmla="*/ 1628218 w 2915191"/>
                <a:gd name="connsiteY167" fmla="*/ 239358 h 469265"/>
                <a:gd name="connsiteX168" fmla="*/ 1637962 w 2915191"/>
                <a:gd name="connsiteY168" fmla="*/ 235133 h 469265"/>
                <a:gd name="connsiteX169" fmla="*/ 1647720 w 2915191"/>
                <a:gd name="connsiteY169" fmla="*/ 210044 h 469265"/>
                <a:gd name="connsiteX170" fmla="*/ 1657464 w 2915191"/>
                <a:gd name="connsiteY170" fmla="*/ 214325 h 469265"/>
                <a:gd name="connsiteX171" fmla="*/ 1667208 w 2915191"/>
                <a:gd name="connsiteY171" fmla="*/ 252502 h 469265"/>
                <a:gd name="connsiteX172" fmla="*/ 1676967 w 2915191"/>
                <a:gd name="connsiteY172" fmla="*/ 240271 h 469265"/>
                <a:gd name="connsiteX173" fmla="*/ 1686711 w 2915191"/>
                <a:gd name="connsiteY173" fmla="*/ 246806 h 469265"/>
                <a:gd name="connsiteX174" fmla="*/ 1696470 w 2915191"/>
                <a:gd name="connsiteY174" fmla="*/ 217221 h 469265"/>
                <a:gd name="connsiteX175" fmla="*/ 1706214 w 2915191"/>
                <a:gd name="connsiteY175" fmla="*/ 214547 h 469265"/>
                <a:gd name="connsiteX176" fmla="*/ 1715958 w 2915191"/>
                <a:gd name="connsiteY176" fmla="*/ 200242 h 469265"/>
                <a:gd name="connsiteX177" fmla="*/ 1725716 w 2915191"/>
                <a:gd name="connsiteY177" fmla="*/ 214221 h 469265"/>
                <a:gd name="connsiteX178" fmla="*/ 1735460 w 2915191"/>
                <a:gd name="connsiteY178" fmla="*/ 217238 h 469265"/>
                <a:gd name="connsiteX179" fmla="*/ 1745219 w 2915191"/>
                <a:gd name="connsiteY179" fmla="*/ 212157 h 469265"/>
                <a:gd name="connsiteX180" fmla="*/ 1754963 w 2915191"/>
                <a:gd name="connsiteY180" fmla="*/ 226097 h 469265"/>
                <a:gd name="connsiteX181" fmla="*/ 1764707 w 2915191"/>
                <a:gd name="connsiteY181" fmla="*/ 221394 h 469265"/>
                <a:gd name="connsiteX182" fmla="*/ 1774466 w 2915191"/>
                <a:gd name="connsiteY182" fmla="*/ 214764 h 469265"/>
                <a:gd name="connsiteX183" fmla="*/ 1784210 w 2915191"/>
                <a:gd name="connsiteY183" fmla="*/ 225831 h 469265"/>
                <a:gd name="connsiteX184" fmla="*/ 1793969 w 2915191"/>
                <a:gd name="connsiteY184" fmla="*/ 192602 h 469265"/>
                <a:gd name="connsiteX185" fmla="*/ 1803713 w 2915191"/>
                <a:gd name="connsiteY185" fmla="*/ 229905 h 469265"/>
                <a:gd name="connsiteX186" fmla="*/ 1813457 w 2915191"/>
                <a:gd name="connsiteY186" fmla="*/ 188821 h 469265"/>
                <a:gd name="connsiteX187" fmla="*/ 1823215 w 2915191"/>
                <a:gd name="connsiteY187" fmla="*/ 206482 h 469265"/>
                <a:gd name="connsiteX188" fmla="*/ 1832959 w 2915191"/>
                <a:gd name="connsiteY188" fmla="*/ 209413 h 469265"/>
                <a:gd name="connsiteX189" fmla="*/ 1842703 w 2915191"/>
                <a:gd name="connsiteY189" fmla="*/ 211019 h 469265"/>
                <a:gd name="connsiteX190" fmla="*/ 1852462 w 2915191"/>
                <a:gd name="connsiteY190" fmla="*/ 196154 h 469265"/>
                <a:gd name="connsiteX191" fmla="*/ 1862206 w 2915191"/>
                <a:gd name="connsiteY191" fmla="*/ 206536 h 469265"/>
                <a:gd name="connsiteX192" fmla="*/ 1871965 w 2915191"/>
                <a:gd name="connsiteY192" fmla="*/ 215433 h 469265"/>
                <a:gd name="connsiteX193" fmla="*/ 1881709 w 2915191"/>
                <a:gd name="connsiteY193" fmla="*/ 261108 h 469265"/>
                <a:gd name="connsiteX194" fmla="*/ 1891453 w 2915191"/>
                <a:gd name="connsiteY194" fmla="*/ 256587 h 469265"/>
                <a:gd name="connsiteX195" fmla="*/ 1901212 w 2915191"/>
                <a:gd name="connsiteY195" fmla="*/ 260908 h 469265"/>
                <a:gd name="connsiteX196" fmla="*/ 1910956 w 2915191"/>
                <a:gd name="connsiteY196" fmla="*/ 248467 h 469265"/>
                <a:gd name="connsiteX197" fmla="*/ 1920714 w 2915191"/>
                <a:gd name="connsiteY197" fmla="*/ 254418 h 469265"/>
                <a:gd name="connsiteX198" fmla="*/ 1930458 w 2915191"/>
                <a:gd name="connsiteY198" fmla="*/ 293644 h 469265"/>
                <a:gd name="connsiteX199" fmla="*/ 1940202 w 2915191"/>
                <a:gd name="connsiteY199" fmla="*/ 291686 h 469265"/>
                <a:gd name="connsiteX200" fmla="*/ 1949961 w 2915191"/>
                <a:gd name="connsiteY200" fmla="*/ 274856 h 469265"/>
                <a:gd name="connsiteX201" fmla="*/ 1959705 w 2915191"/>
                <a:gd name="connsiteY201" fmla="*/ 300837 h 469265"/>
                <a:gd name="connsiteX202" fmla="*/ 1969464 w 2915191"/>
                <a:gd name="connsiteY202" fmla="*/ 307281 h 469265"/>
                <a:gd name="connsiteX203" fmla="*/ 1979208 w 2915191"/>
                <a:gd name="connsiteY203" fmla="*/ 292524 h 469265"/>
                <a:gd name="connsiteX204" fmla="*/ 1988952 w 2915191"/>
                <a:gd name="connsiteY204" fmla="*/ 263328 h 469265"/>
                <a:gd name="connsiteX205" fmla="*/ 1998711 w 2915191"/>
                <a:gd name="connsiteY205" fmla="*/ 269366 h 469265"/>
                <a:gd name="connsiteX206" fmla="*/ 2008454 w 2915191"/>
                <a:gd name="connsiteY206" fmla="*/ 263989 h 469265"/>
                <a:gd name="connsiteX207" fmla="*/ 2018213 w 2915191"/>
                <a:gd name="connsiteY207" fmla="*/ 296739 h 469265"/>
                <a:gd name="connsiteX208" fmla="*/ 2027957 w 2915191"/>
                <a:gd name="connsiteY208" fmla="*/ 301015 h 469265"/>
                <a:gd name="connsiteX209" fmla="*/ 2037701 w 2915191"/>
                <a:gd name="connsiteY209" fmla="*/ 283918 h 469265"/>
                <a:gd name="connsiteX210" fmla="*/ 2047460 w 2915191"/>
                <a:gd name="connsiteY210" fmla="*/ 263843 h 469265"/>
                <a:gd name="connsiteX211" fmla="*/ 2057204 w 2915191"/>
                <a:gd name="connsiteY211" fmla="*/ 297656 h 469265"/>
                <a:gd name="connsiteX212" fmla="*/ 2066963 w 2915191"/>
                <a:gd name="connsiteY212" fmla="*/ 281343 h 469265"/>
                <a:gd name="connsiteX213" fmla="*/ 2076707 w 2915191"/>
                <a:gd name="connsiteY213" fmla="*/ 246519 h 469265"/>
                <a:gd name="connsiteX214" fmla="*/ 2086451 w 2915191"/>
                <a:gd name="connsiteY214" fmla="*/ 248513 h 469265"/>
                <a:gd name="connsiteX215" fmla="*/ 2096210 w 2915191"/>
                <a:gd name="connsiteY215" fmla="*/ 256848 h 469265"/>
                <a:gd name="connsiteX216" fmla="*/ 2105954 w 2915191"/>
                <a:gd name="connsiteY216" fmla="*/ 273708 h 469265"/>
                <a:gd name="connsiteX217" fmla="*/ 2115697 w 2915191"/>
                <a:gd name="connsiteY217" fmla="*/ 299255 h 469265"/>
                <a:gd name="connsiteX218" fmla="*/ 2125456 w 2915191"/>
                <a:gd name="connsiteY218" fmla="*/ 313926 h 469265"/>
                <a:gd name="connsiteX219" fmla="*/ 2135200 w 2915191"/>
                <a:gd name="connsiteY219" fmla="*/ 347051 h 469265"/>
                <a:gd name="connsiteX220" fmla="*/ 2144959 w 2915191"/>
                <a:gd name="connsiteY220" fmla="*/ 392707 h 469265"/>
                <a:gd name="connsiteX221" fmla="*/ 2154703 w 2915191"/>
                <a:gd name="connsiteY221" fmla="*/ 399325 h 469265"/>
                <a:gd name="connsiteX222" fmla="*/ 2164447 w 2915191"/>
                <a:gd name="connsiteY222" fmla="*/ 367026 h 469265"/>
                <a:gd name="connsiteX223" fmla="*/ 2174206 w 2915191"/>
                <a:gd name="connsiteY223" fmla="*/ 370812 h 469265"/>
                <a:gd name="connsiteX224" fmla="*/ 2183950 w 2915191"/>
                <a:gd name="connsiteY224" fmla="*/ 386527 h 469265"/>
                <a:gd name="connsiteX225" fmla="*/ 2193709 w 2915191"/>
                <a:gd name="connsiteY225" fmla="*/ 384516 h 469265"/>
                <a:gd name="connsiteX226" fmla="*/ 2203452 w 2915191"/>
                <a:gd name="connsiteY226" fmla="*/ 386477 h 469265"/>
                <a:gd name="connsiteX227" fmla="*/ 2213196 w 2915191"/>
                <a:gd name="connsiteY227" fmla="*/ 400258 h 469265"/>
                <a:gd name="connsiteX228" fmla="*/ 2222955 w 2915191"/>
                <a:gd name="connsiteY228" fmla="*/ 398281 h 469265"/>
                <a:gd name="connsiteX229" fmla="*/ 2232699 w 2915191"/>
                <a:gd name="connsiteY229" fmla="*/ 399656 h 469265"/>
                <a:gd name="connsiteX230" fmla="*/ 2242458 w 2915191"/>
                <a:gd name="connsiteY230" fmla="*/ 391679 h 469265"/>
                <a:gd name="connsiteX231" fmla="*/ 2252202 w 2915191"/>
                <a:gd name="connsiteY231" fmla="*/ 405979 h 469265"/>
                <a:gd name="connsiteX232" fmla="*/ 2261946 w 2915191"/>
                <a:gd name="connsiteY232" fmla="*/ 397982 h 469265"/>
                <a:gd name="connsiteX233" fmla="*/ 2271705 w 2915191"/>
                <a:gd name="connsiteY233" fmla="*/ 406939 h 469265"/>
                <a:gd name="connsiteX234" fmla="*/ 2281449 w 2915191"/>
                <a:gd name="connsiteY234" fmla="*/ 406070 h 469265"/>
                <a:gd name="connsiteX235" fmla="*/ 2291208 w 2915191"/>
                <a:gd name="connsiteY235" fmla="*/ 374544 h 469265"/>
                <a:gd name="connsiteX236" fmla="*/ 2300951 w 2915191"/>
                <a:gd name="connsiteY236" fmla="*/ 355923 h 469265"/>
                <a:gd name="connsiteX237" fmla="*/ 2310695 w 2915191"/>
                <a:gd name="connsiteY237" fmla="*/ 324735 h 469265"/>
                <a:gd name="connsiteX238" fmla="*/ 2320454 w 2915191"/>
                <a:gd name="connsiteY238" fmla="*/ 312162 h 469265"/>
                <a:gd name="connsiteX239" fmla="*/ 2330198 w 2915191"/>
                <a:gd name="connsiteY239" fmla="*/ 263421 h 469265"/>
                <a:gd name="connsiteX240" fmla="*/ 2339957 w 2915191"/>
                <a:gd name="connsiteY240" fmla="*/ 233397 h 469265"/>
                <a:gd name="connsiteX241" fmla="*/ 2349701 w 2915191"/>
                <a:gd name="connsiteY241" fmla="*/ 205308 h 469265"/>
                <a:gd name="connsiteX242" fmla="*/ 2359445 w 2915191"/>
                <a:gd name="connsiteY242" fmla="*/ 199466 h 469265"/>
                <a:gd name="connsiteX243" fmla="*/ 2369204 w 2915191"/>
                <a:gd name="connsiteY243" fmla="*/ 227650 h 469265"/>
                <a:gd name="connsiteX244" fmla="*/ 2378948 w 2915191"/>
                <a:gd name="connsiteY244" fmla="*/ 219641 h 469265"/>
                <a:gd name="connsiteX245" fmla="*/ 2388692 w 2915191"/>
                <a:gd name="connsiteY245" fmla="*/ 221388 h 469265"/>
                <a:gd name="connsiteX246" fmla="*/ 2398450 w 2915191"/>
                <a:gd name="connsiteY246" fmla="*/ 186120 h 469265"/>
                <a:gd name="connsiteX247" fmla="*/ 2408194 w 2915191"/>
                <a:gd name="connsiteY247" fmla="*/ 166542 h 469265"/>
                <a:gd name="connsiteX248" fmla="*/ 2417953 w 2915191"/>
                <a:gd name="connsiteY248" fmla="*/ 194819 h 469265"/>
                <a:gd name="connsiteX249" fmla="*/ 2427697 w 2915191"/>
                <a:gd name="connsiteY249" fmla="*/ 188864 h 469265"/>
                <a:gd name="connsiteX250" fmla="*/ 2437441 w 2915191"/>
                <a:gd name="connsiteY250" fmla="*/ 176991 h 469265"/>
                <a:gd name="connsiteX251" fmla="*/ 2447200 w 2915191"/>
                <a:gd name="connsiteY251" fmla="*/ 172381 h 469265"/>
                <a:gd name="connsiteX252" fmla="*/ 2456944 w 2915191"/>
                <a:gd name="connsiteY252" fmla="*/ 167964 h 469265"/>
                <a:gd name="connsiteX253" fmla="*/ 2466703 w 2915191"/>
                <a:gd name="connsiteY253" fmla="*/ 147482 h 469265"/>
                <a:gd name="connsiteX254" fmla="*/ 2476446 w 2915191"/>
                <a:gd name="connsiteY254" fmla="*/ 157345 h 469265"/>
                <a:gd name="connsiteX255" fmla="*/ 2486190 w 2915191"/>
                <a:gd name="connsiteY255" fmla="*/ 171024 h 469265"/>
                <a:gd name="connsiteX256" fmla="*/ 2495949 w 2915191"/>
                <a:gd name="connsiteY256" fmla="*/ 152655 h 469265"/>
                <a:gd name="connsiteX257" fmla="*/ 2505693 w 2915191"/>
                <a:gd name="connsiteY257" fmla="*/ 189890 h 469265"/>
                <a:gd name="connsiteX258" fmla="*/ 2515452 w 2915191"/>
                <a:gd name="connsiteY258" fmla="*/ 250370 h 469265"/>
                <a:gd name="connsiteX259" fmla="*/ 2525196 w 2915191"/>
                <a:gd name="connsiteY259" fmla="*/ 268232 h 469265"/>
                <a:gd name="connsiteX260" fmla="*/ 2534940 w 2915191"/>
                <a:gd name="connsiteY260" fmla="*/ 255529 h 469265"/>
                <a:gd name="connsiteX261" fmla="*/ 2544699 w 2915191"/>
                <a:gd name="connsiteY261" fmla="*/ 289952 h 469265"/>
                <a:gd name="connsiteX262" fmla="*/ 2554443 w 2915191"/>
                <a:gd name="connsiteY262" fmla="*/ 278413 h 469265"/>
                <a:gd name="connsiteX263" fmla="*/ 2564202 w 2915191"/>
                <a:gd name="connsiteY263" fmla="*/ 308504 h 469265"/>
                <a:gd name="connsiteX264" fmla="*/ 2573946 w 2915191"/>
                <a:gd name="connsiteY264" fmla="*/ 300527 h 469265"/>
                <a:gd name="connsiteX265" fmla="*/ 2583690 w 2915191"/>
                <a:gd name="connsiteY265" fmla="*/ 282659 h 469265"/>
                <a:gd name="connsiteX266" fmla="*/ 2593448 w 2915191"/>
                <a:gd name="connsiteY266" fmla="*/ 287838 h 469265"/>
                <a:gd name="connsiteX267" fmla="*/ 2603192 w 2915191"/>
                <a:gd name="connsiteY267" fmla="*/ 282541 h 469265"/>
                <a:gd name="connsiteX268" fmla="*/ 2612951 w 2915191"/>
                <a:gd name="connsiteY268" fmla="*/ 269503 h 469265"/>
                <a:gd name="connsiteX269" fmla="*/ 2622695 w 2915191"/>
                <a:gd name="connsiteY269" fmla="*/ 248418 h 469265"/>
                <a:gd name="connsiteX270" fmla="*/ 2632439 w 2915191"/>
                <a:gd name="connsiteY270" fmla="*/ 236795 h 469265"/>
                <a:gd name="connsiteX271" fmla="*/ 2642198 w 2915191"/>
                <a:gd name="connsiteY271" fmla="*/ 223352 h 469265"/>
                <a:gd name="connsiteX272" fmla="*/ 2651942 w 2915191"/>
                <a:gd name="connsiteY272" fmla="*/ 178482 h 469265"/>
                <a:gd name="connsiteX273" fmla="*/ 2661685 w 2915191"/>
                <a:gd name="connsiteY273" fmla="*/ 182425 h 469265"/>
                <a:gd name="connsiteX274" fmla="*/ 2671444 w 2915191"/>
                <a:gd name="connsiteY274" fmla="*/ 211406 h 469265"/>
                <a:gd name="connsiteX275" fmla="*/ 2681188 w 2915191"/>
                <a:gd name="connsiteY275" fmla="*/ 231296 h 469265"/>
                <a:gd name="connsiteX276" fmla="*/ 2690947 w 2915191"/>
                <a:gd name="connsiteY276" fmla="*/ 246291 h 469265"/>
                <a:gd name="connsiteX277" fmla="*/ 2700691 w 2915191"/>
                <a:gd name="connsiteY277" fmla="*/ 205344 h 469265"/>
                <a:gd name="connsiteX278" fmla="*/ 2710435 w 2915191"/>
                <a:gd name="connsiteY278" fmla="*/ 224866 h 469265"/>
                <a:gd name="connsiteX279" fmla="*/ 2720194 w 2915191"/>
                <a:gd name="connsiteY279" fmla="*/ 200734 h 469265"/>
                <a:gd name="connsiteX280" fmla="*/ 2729938 w 2915191"/>
                <a:gd name="connsiteY280" fmla="*/ 182082 h 469265"/>
                <a:gd name="connsiteX281" fmla="*/ 2739697 w 2915191"/>
                <a:gd name="connsiteY281" fmla="*/ 184594 h 469265"/>
                <a:gd name="connsiteX282" fmla="*/ 2749441 w 2915191"/>
                <a:gd name="connsiteY282" fmla="*/ 178955 h 469265"/>
                <a:gd name="connsiteX283" fmla="*/ 2759185 w 2915191"/>
                <a:gd name="connsiteY283" fmla="*/ 195151 h 469265"/>
                <a:gd name="connsiteX284" fmla="*/ 2768943 w 2915191"/>
                <a:gd name="connsiteY284" fmla="*/ 214030 h 469265"/>
                <a:gd name="connsiteX285" fmla="*/ 2778687 w 2915191"/>
                <a:gd name="connsiteY285" fmla="*/ 159856 h 469265"/>
                <a:gd name="connsiteX286" fmla="*/ 2788446 w 2915191"/>
                <a:gd name="connsiteY286" fmla="*/ 187842 h 469265"/>
                <a:gd name="connsiteX287" fmla="*/ 2798190 w 2915191"/>
                <a:gd name="connsiteY287" fmla="*/ 182176 h 469265"/>
                <a:gd name="connsiteX288" fmla="*/ 2807934 w 2915191"/>
                <a:gd name="connsiteY288" fmla="*/ 197376 h 469265"/>
                <a:gd name="connsiteX289" fmla="*/ 2817693 w 2915191"/>
                <a:gd name="connsiteY289" fmla="*/ 208583 h 469265"/>
                <a:gd name="connsiteX290" fmla="*/ 2827437 w 2915191"/>
                <a:gd name="connsiteY290" fmla="*/ 234722 h 469265"/>
                <a:gd name="connsiteX291" fmla="*/ 2837196 w 2915191"/>
                <a:gd name="connsiteY291" fmla="*/ 205555 h 469265"/>
                <a:gd name="connsiteX292" fmla="*/ 2846940 w 2915191"/>
                <a:gd name="connsiteY292" fmla="*/ 196327 h 469265"/>
                <a:gd name="connsiteX293" fmla="*/ 2856684 w 2915191"/>
                <a:gd name="connsiteY293" fmla="*/ 217506 h 469265"/>
                <a:gd name="connsiteX294" fmla="*/ 2866442 w 2915191"/>
                <a:gd name="connsiteY294" fmla="*/ 216429 h 469265"/>
                <a:gd name="connsiteX295" fmla="*/ 2876186 w 2915191"/>
                <a:gd name="connsiteY295" fmla="*/ 214796 h 469265"/>
                <a:gd name="connsiteX296" fmla="*/ 2885945 w 2915191"/>
                <a:gd name="connsiteY296" fmla="*/ 183347 h 469265"/>
                <a:gd name="connsiteX297" fmla="*/ 2895689 w 2915191"/>
                <a:gd name="connsiteY297" fmla="*/ 204092 h 469265"/>
                <a:gd name="connsiteX298" fmla="*/ 2905433 w 2915191"/>
                <a:gd name="connsiteY298" fmla="*/ 260066 h 469265"/>
                <a:gd name="connsiteX299" fmla="*/ 2915192 w 2915191"/>
                <a:gd name="connsiteY299" fmla="*/ 226514 h 469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69265">
                  <a:moveTo>
                    <a:pt x="0" y="136168"/>
                  </a:moveTo>
                  <a:lnTo>
                    <a:pt x="9750" y="139022"/>
                  </a:lnTo>
                  <a:lnTo>
                    <a:pt x="19500" y="144134"/>
                  </a:lnTo>
                  <a:lnTo>
                    <a:pt x="29250" y="130806"/>
                  </a:lnTo>
                  <a:lnTo>
                    <a:pt x="39000" y="90248"/>
                  </a:lnTo>
                  <a:lnTo>
                    <a:pt x="48749" y="80291"/>
                  </a:lnTo>
                  <a:lnTo>
                    <a:pt x="58499" y="122386"/>
                  </a:lnTo>
                  <a:lnTo>
                    <a:pt x="68249" y="110039"/>
                  </a:lnTo>
                  <a:lnTo>
                    <a:pt x="77998" y="97779"/>
                  </a:lnTo>
                  <a:lnTo>
                    <a:pt x="87748" y="77586"/>
                  </a:lnTo>
                  <a:lnTo>
                    <a:pt x="97497" y="106452"/>
                  </a:lnTo>
                  <a:lnTo>
                    <a:pt x="107247" y="100345"/>
                  </a:lnTo>
                  <a:lnTo>
                    <a:pt x="116997" y="64419"/>
                  </a:lnTo>
                  <a:lnTo>
                    <a:pt x="126747" y="54493"/>
                  </a:lnTo>
                  <a:lnTo>
                    <a:pt x="136497" y="45420"/>
                  </a:lnTo>
                  <a:lnTo>
                    <a:pt x="146247" y="30963"/>
                  </a:lnTo>
                  <a:lnTo>
                    <a:pt x="155997" y="11010"/>
                  </a:lnTo>
                  <a:lnTo>
                    <a:pt x="165747" y="3918"/>
                  </a:lnTo>
                  <a:lnTo>
                    <a:pt x="175497" y="0"/>
                  </a:lnTo>
                  <a:lnTo>
                    <a:pt x="185247" y="18841"/>
                  </a:lnTo>
                  <a:lnTo>
                    <a:pt x="194996" y="56568"/>
                  </a:lnTo>
                  <a:lnTo>
                    <a:pt x="204746" y="97708"/>
                  </a:lnTo>
                  <a:lnTo>
                    <a:pt x="214495" y="92573"/>
                  </a:lnTo>
                  <a:lnTo>
                    <a:pt x="224245" y="134098"/>
                  </a:lnTo>
                  <a:lnTo>
                    <a:pt x="233995" y="116301"/>
                  </a:lnTo>
                  <a:lnTo>
                    <a:pt x="243744" y="125910"/>
                  </a:lnTo>
                  <a:lnTo>
                    <a:pt x="253494" y="107522"/>
                  </a:lnTo>
                  <a:lnTo>
                    <a:pt x="263244" y="135876"/>
                  </a:lnTo>
                  <a:lnTo>
                    <a:pt x="272994" y="124877"/>
                  </a:lnTo>
                  <a:lnTo>
                    <a:pt x="282744" y="146098"/>
                  </a:lnTo>
                  <a:lnTo>
                    <a:pt x="292494" y="118577"/>
                  </a:lnTo>
                  <a:lnTo>
                    <a:pt x="302244" y="114946"/>
                  </a:lnTo>
                  <a:lnTo>
                    <a:pt x="311994" y="115321"/>
                  </a:lnTo>
                  <a:lnTo>
                    <a:pt x="321744" y="104768"/>
                  </a:lnTo>
                  <a:lnTo>
                    <a:pt x="331493" y="100969"/>
                  </a:lnTo>
                  <a:lnTo>
                    <a:pt x="341243" y="113250"/>
                  </a:lnTo>
                  <a:lnTo>
                    <a:pt x="350993" y="105917"/>
                  </a:lnTo>
                  <a:lnTo>
                    <a:pt x="360742" y="127155"/>
                  </a:lnTo>
                  <a:lnTo>
                    <a:pt x="370492" y="108923"/>
                  </a:lnTo>
                  <a:lnTo>
                    <a:pt x="380241" y="114381"/>
                  </a:lnTo>
                  <a:lnTo>
                    <a:pt x="389991" y="123513"/>
                  </a:lnTo>
                  <a:lnTo>
                    <a:pt x="399741" y="136418"/>
                  </a:lnTo>
                  <a:lnTo>
                    <a:pt x="409491" y="113231"/>
                  </a:lnTo>
                  <a:lnTo>
                    <a:pt x="419241" y="125712"/>
                  </a:lnTo>
                  <a:lnTo>
                    <a:pt x="428991" y="152758"/>
                  </a:lnTo>
                  <a:lnTo>
                    <a:pt x="438741" y="153716"/>
                  </a:lnTo>
                  <a:lnTo>
                    <a:pt x="448491" y="171398"/>
                  </a:lnTo>
                  <a:lnTo>
                    <a:pt x="458241" y="174482"/>
                  </a:lnTo>
                  <a:lnTo>
                    <a:pt x="467991" y="187036"/>
                  </a:lnTo>
                  <a:lnTo>
                    <a:pt x="477740" y="177113"/>
                  </a:lnTo>
                  <a:lnTo>
                    <a:pt x="487490" y="192565"/>
                  </a:lnTo>
                  <a:lnTo>
                    <a:pt x="497239" y="206221"/>
                  </a:lnTo>
                  <a:lnTo>
                    <a:pt x="506989" y="239856"/>
                  </a:lnTo>
                  <a:lnTo>
                    <a:pt x="516738" y="228422"/>
                  </a:lnTo>
                  <a:lnTo>
                    <a:pt x="526488" y="235353"/>
                  </a:lnTo>
                  <a:lnTo>
                    <a:pt x="536238" y="243476"/>
                  </a:lnTo>
                  <a:lnTo>
                    <a:pt x="545988" y="225413"/>
                  </a:lnTo>
                  <a:lnTo>
                    <a:pt x="555738" y="228886"/>
                  </a:lnTo>
                  <a:lnTo>
                    <a:pt x="565488" y="224703"/>
                  </a:lnTo>
                  <a:lnTo>
                    <a:pt x="575238" y="259192"/>
                  </a:lnTo>
                  <a:lnTo>
                    <a:pt x="584988" y="295326"/>
                  </a:lnTo>
                  <a:lnTo>
                    <a:pt x="594738" y="296436"/>
                  </a:lnTo>
                  <a:lnTo>
                    <a:pt x="604488" y="294598"/>
                  </a:lnTo>
                  <a:lnTo>
                    <a:pt x="614237" y="302548"/>
                  </a:lnTo>
                  <a:lnTo>
                    <a:pt x="623987" y="319117"/>
                  </a:lnTo>
                  <a:lnTo>
                    <a:pt x="633736" y="323354"/>
                  </a:lnTo>
                  <a:lnTo>
                    <a:pt x="643486" y="317572"/>
                  </a:lnTo>
                  <a:lnTo>
                    <a:pt x="653236" y="324184"/>
                  </a:lnTo>
                  <a:lnTo>
                    <a:pt x="662985" y="310262"/>
                  </a:lnTo>
                  <a:lnTo>
                    <a:pt x="672735" y="350734"/>
                  </a:lnTo>
                  <a:lnTo>
                    <a:pt x="682485" y="359541"/>
                  </a:lnTo>
                  <a:lnTo>
                    <a:pt x="692235" y="371238"/>
                  </a:lnTo>
                  <a:lnTo>
                    <a:pt x="701985" y="352878"/>
                  </a:lnTo>
                  <a:lnTo>
                    <a:pt x="711735" y="346720"/>
                  </a:lnTo>
                  <a:lnTo>
                    <a:pt x="721485" y="324290"/>
                  </a:lnTo>
                  <a:lnTo>
                    <a:pt x="731235" y="336884"/>
                  </a:lnTo>
                  <a:lnTo>
                    <a:pt x="740985" y="355873"/>
                  </a:lnTo>
                  <a:lnTo>
                    <a:pt x="750734" y="367866"/>
                  </a:lnTo>
                  <a:lnTo>
                    <a:pt x="760484" y="354578"/>
                  </a:lnTo>
                  <a:lnTo>
                    <a:pt x="770233" y="370244"/>
                  </a:lnTo>
                  <a:lnTo>
                    <a:pt x="779983" y="363389"/>
                  </a:lnTo>
                  <a:lnTo>
                    <a:pt x="789733" y="348210"/>
                  </a:lnTo>
                  <a:lnTo>
                    <a:pt x="799482" y="334072"/>
                  </a:lnTo>
                  <a:lnTo>
                    <a:pt x="809232" y="318864"/>
                  </a:lnTo>
                  <a:lnTo>
                    <a:pt x="818982" y="349715"/>
                  </a:lnTo>
                  <a:lnTo>
                    <a:pt x="828732" y="351714"/>
                  </a:lnTo>
                  <a:lnTo>
                    <a:pt x="838482" y="367541"/>
                  </a:lnTo>
                  <a:lnTo>
                    <a:pt x="848232" y="345054"/>
                  </a:lnTo>
                  <a:lnTo>
                    <a:pt x="857982" y="354503"/>
                  </a:lnTo>
                  <a:lnTo>
                    <a:pt x="867732" y="376871"/>
                  </a:lnTo>
                  <a:lnTo>
                    <a:pt x="877482" y="352196"/>
                  </a:lnTo>
                  <a:lnTo>
                    <a:pt x="887231" y="334345"/>
                  </a:lnTo>
                  <a:lnTo>
                    <a:pt x="896981" y="322541"/>
                  </a:lnTo>
                  <a:lnTo>
                    <a:pt x="906730" y="295912"/>
                  </a:lnTo>
                  <a:lnTo>
                    <a:pt x="916480" y="258552"/>
                  </a:lnTo>
                  <a:lnTo>
                    <a:pt x="926230" y="263639"/>
                  </a:lnTo>
                  <a:lnTo>
                    <a:pt x="935979" y="292705"/>
                  </a:lnTo>
                  <a:lnTo>
                    <a:pt x="945729" y="311416"/>
                  </a:lnTo>
                  <a:lnTo>
                    <a:pt x="955479" y="303245"/>
                  </a:lnTo>
                  <a:lnTo>
                    <a:pt x="965229" y="329944"/>
                  </a:lnTo>
                  <a:lnTo>
                    <a:pt x="974979" y="341909"/>
                  </a:lnTo>
                  <a:lnTo>
                    <a:pt x="984729" y="360502"/>
                  </a:lnTo>
                  <a:lnTo>
                    <a:pt x="994474" y="379747"/>
                  </a:lnTo>
                  <a:lnTo>
                    <a:pt x="1004233" y="370882"/>
                  </a:lnTo>
                  <a:lnTo>
                    <a:pt x="1013977" y="354348"/>
                  </a:lnTo>
                  <a:lnTo>
                    <a:pt x="1023721" y="370308"/>
                  </a:lnTo>
                  <a:lnTo>
                    <a:pt x="1033480" y="377557"/>
                  </a:lnTo>
                  <a:lnTo>
                    <a:pt x="1043224" y="369954"/>
                  </a:lnTo>
                  <a:lnTo>
                    <a:pt x="1052983" y="410375"/>
                  </a:lnTo>
                  <a:lnTo>
                    <a:pt x="1062727" y="402848"/>
                  </a:lnTo>
                  <a:lnTo>
                    <a:pt x="1072471" y="417314"/>
                  </a:lnTo>
                  <a:lnTo>
                    <a:pt x="1082230" y="443634"/>
                  </a:lnTo>
                  <a:lnTo>
                    <a:pt x="1091973" y="463551"/>
                  </a:lnTo>
                  <a:lnTo>
                    <a:pt x="1101732" y="433952"/>
                  </a:lnTo>
                  <a:lnTo>
                    <a:pt x="1111476" y="380833"/>
                  </a:lnTo>
                  <a:lnTo>
                    <a:pt x="1121220" y="404008"/>
                  </a:lnTo>
                  <a:lnTo>
                    <a:pt x="1130979" y="404057"/>
                  </a:lnTo>
                  <a:lnTo>
                    <a:pt x="1140723" y="433501"/>
                  </a:lnTo>
                  <a:lnTo>
                    <a:pt x="1150482" y="423583"/>
                  </a:lnTo>
                  <a:lnTo>
                    <a:pt x="1160226" y="427134"/>
                  </a:lnTo>
                  <a:lnTo>
                    <a:pt x="1169969" y="387175"/>
                  </a:lnTo>
                  <a:lnTo>
                    <a:pt x="1179728" y="412091"/>
                  </a:lnTo>
                  <a:lnTo>
                    <a:pt x="1189472" y="405799"/>
                  </a:lnTo>
                  <a:lnTo>
                    <a:pt x="1199231" y="403207"/>
                  </a:lnTo>
                  <a:lnTo>
                    <a:pt x="1208975" y="362410"/>
                  </a:lnTo>
                  <a:lnTo>
                    <a:pt x="1218719" y="355204"/>
                  </a:lnTo>
                  <a:lnTo>
                    <a:pt x="1228478" y="370420"/>
                  </a:lnTo>
                  <a:lnTo>
                    <a:pt x="1238222" y="374602"/>
                  </a:lnTo>
                  <a:lnTo>
                    <a:pt x="1247966" y="352474"/>
                  </a:lnTo>
                  <a:lnTo>
                    <a:pt x="1257725" y="349974"/>
                  </a:lnTo>
                  <a:lnTo>
                    <a:pt x="1267469" y="371823"/>
                  </a:lnTo>
                  <a:lnTo>
                    <a:pt x="1277227" y="385577"/>
                  </a:lnTo>
                  <a:lnTo>
                    <a:pt x="1286971" y="432616"/>
                  </a:lnTo>
                  <a:lnTo>
                    <a:pt x="1296715" y="430292"/>
                  </a:lnTo>
                  <a:lnTo>
                    <a:pt x="1306474" y="449593"/>
                  </a:lnTo>
                  <a:lnTo>
                    <a:pt x="1316218" y="423180"/>
                  </a:lnTo>
                  <a:lnTo>
                    <a:pt x="1325977" y="401721"/>
                  </a:lnTo>
                  <a:lnTo>
                    <a:pt x="1335721" y="407001"/>
                  </a:lnTo>
                  <a:lnTo>
                    <a:pt x="1345465" y="424541"/>
                  </a:lnTo>
                  <a:lnTo>
                    <a:pt x="1355224" y="426802"/>
                  </a:lnTo>
                  <a:lnTo>
                    <a:pt x="1364967" y="432725"/>
                  </a:lnTo>
                  <a:lnTo>
                    <a:pt x="1374726" y="469266"/>
                  </a:lnTo>
                  <a:lnTo>
                    <a:pt x="1384470" y="400699"/>
                  </a:lnTo>
                  <a:lnTo>
                    <a:pt x="1394214" y="416196"/>
                  </a:lnTo>
                  <a:lnTo>
                    <a:pt x="1403973" y="381628"/>
                  </a:lnTo>
                  <a:lnTo>
                    <a:pt x="1413717" y="382662"/>
                  </a:lnTo>
                  <a:lnTo>
                    <a:pt x="1423476" y="348599"/>
                  </a:lnTo>
                  <a:lnTo>
                    <a:pt x="1433220" y="353721"/>
                  </a:lnTo>
                  <a:lnTo>
                    <a:pt x="1442964" y="374607"/>
                  </a:lnTo>
                  <a:lnTo>
                    <a:pt x="1452722" y="341616"/>
                  </a:lnTo>
                  <a:lnTo>
                    <a:pt x="1462466" y="308203"/>
                  </a:lnTo>
                  <a:lnTo>
                    <a:pt x="1472225" y="282418"/>
                  </a:lnTo>
                  <a:lnTo>
                    <a:pt x="1481969" y="301768"/>
                  </a:lnTo>
                  <a:lnTo>
                    <a:pt x="1491713" y="314020"/>
                  </a:lnTo>
                  <a:lnTo>
                    <a:pt x="1501472" y="314953"/>
                  </a:lnTo>
                  <a:lnTo>
                    <a:pt x="1511216" y="309288"/>
                  </a:lnTo>
                  <a:lnTo>
                    <a:pt x="1520960" y="293981"/>
                  </a:lnTo>
                  <a:lnTo>
                    <a:pt x="1530719" y="283110"/>
                  </a:lnTo>
                  <a:lnTo>
                    <a:pt x="1540463" y="279708"/>
                  </a:lnTo>
                  <a:lnTo>
                    <a:pt x="1550221" y="273216"/>
                  </a:lnTo>
                  <a:lnTo>
                    <a:pt x="1559965" y="265859"/>
                  </a:lnTo>
                  <a:lnTo>
                    <a:pt x="1569709" y="261924"/>
                  </a:lnTo>
                  <a:lnTo>
                    <a:pt x="1579468" y="255705"/>
                  </a:lnTo>
                  <a:lnTo>
                    <a:pt x="1589212" y="204743"/>
                  </a:lnTo>
                  <a:lnTo>
                    <a:pt x="1598971" y="230693"/>
                  </a:lnTo>
                  <a:lnTo>
                    <a:pt x="1608715" y="233433"/>
                  </a:lnTo>
                  <a:lnTo>
                    <a:pt x="1618459" y="244830"/>
                  </a:lnTo>
                  <a:lnTo>
                    <a:pt x="1628218" y="239358"/>
                  </a:lnTo>
                  <a:lnTo>
                    <a:pt x="1637962" y="235133"/>
                  </a:lnTo>
                  <a:lnTo>
                    <a:pt x="1647720" y="210044"/>
                  </a:lnTo>
                  <a:lnTo>
                    <a:pt x="1657464" y="214325"/>
                  </a:lnTo>
                  <a:lnTo>
                    <a:pt x="1667208" y="252502"/>
                  </a:lnTo>
                  <a:lnTo>
                    <a:pt x="1676967" y="240271"/>
                  </a:lnTo>
                  <a:lnTo>
                    <a:pt x="1686711" y="246806"/>
                  </a:lnTo>
                  <a:lnTo>
                    <a:pt x="1696470" y="217221"/>
                  </a:lnTo>
                  <a:lnTo>
                    <a:pt x="1706214" y="214547"/>
                  </a:lnTo>
                  <a:lnTo>
                    <a:pt x="1715958" y="200242"/>
                  </a:lnTo>
                  <a:lnTo>
                    <a:pt x="1725716" y="214221"/>
                  </a:lnTo>
                  <a:lnTo>
                    <a:pt x="1735460" y="217238"/>
                  </a:lnTo>
                  <a:lnTo>
                    <a:pt x="1745219" y="212157"/>
                  </a:lnTo>
                  <a:lnTo>
                    <a:pt x="1754963" y="226097"/>
                  </a:lnTo>
                  <a:lnTo>
                    <a:pt x="1764707" y="221394"/>
                  </a:lnTo>
                  <a:lnTo>
                    <a:pt x="1774466" y="214764"/>
                  </a:lnTo>
                  <a:lnTo>
                    <a:pt x="1784210" y="225831"/>
                  </a:lnTo>
                  <a:lnTo>
                    <a:pt x="1793969" y="192602"/>
                  </a:lnTo>
                  <a:lnTo>
                    <a:pt x="1803713" y="229905"/>
                  </a:lnTo>
                  <a:lnTo>
                    <a:pt x="1813457" y="188821"/>
                  </a:lnTo>
                  <a:lnTo>
                    <a:pt x="1823215" y="206482"/>
                  </a:lnTo>
                  <a:lnTo>
                    <a:pt x="1832959" y="209413"/>
                  </a:lnTo>
                  <a:lnTo>
                    <a:pt x="1842703" y="211019"/>
                  </a:lnTo>
                  <a:lnTo>
                    <a:pt x="1852462" y="196154"/>
                  </a:lnTo>
                  <a:lnTo>
                    <a:pt x="1862206" y="206536"/>
                  </a:lnTo>
                  <a:lnTo>
                    <a:pt x="1871965" y="215433"/>
                  </a:lnTo>
                  <a:lnTo>
                    <a:pt x="1881709" y="261108"/>
                  </a:lnTo>
                  <a:lnTo>
                    <a:pt x="1891453" y="256587"/>
                  </a:lnTo>
                  <a:lnTo>
                    <a:pt x="1901212" y="260908"/>
                  </a:lnTo>
                  <a:lnTo>
                    <a:pt x="1910956" y="248467"/>
                  </a:lnTo>
                  <a:lnTo>
                    <a:pt x="1920714" y="254418"/>
                  </a:lnTo>
                  <a:lnTo>
                    <a:pt x="1930458" y="293644"/>
                  </a:lnTo>
                  <a:lnTo>
                    <a:pt x="1940202" y="291686"/>
                  </a:lnTo>
                  <a:lnTo>
                    <a:pt x="1949961" y="274856"/>
                  </a:lnTo>
                  <a:lnTo>
                    <a:pt x="1959705" y="300837"/>
                  </a:lnTo>
                  <a:lnTo>
                    <a:pt x="1969464" y="307281"/>
                  </a:lnTo>
                  <a:lnTo>
                    <a:pt x="1979208" y="292524"/>
                  </a:lnTo>
                  <a:lnTo>
                    <a:pt x="1988952" y="263328"/>
                  </a:lnTo>
                  <a:lnTo>
                    <a:pt x="1998711" y="269366"/>
                  </a:lnTo>
                  <a:lnTo>
                    <a:pt x="2008454" y="263989"/>
                  </a:lnTo>
                  <a:lnTo>
                    <a:pt x="2018213" y="296739"/>
                  </a:lnTo>
                  <a:lnTo>
                    <a:pt x="2027957" y="301015"/>
                  </a:lnTo>
                  <a:lnTo>
                    <a:pt x="2037701" y="283918"/>
                  </a:lnTo>
                  <a:lnTo>
                    <a:pt x="2047460" y="263843"/>
                  </a:lnTo>
                  <a:lnTo>
                    <a:pt x="2057204" y="297656"/>
                  </a:lnTo>
                  <a:lnTo>
                    <a:pt x="2066963" y="281343"/>
                  </a:lnTo>
                  <a:lnTo>
                    <a:pt x="2076707" y="246519"/>
                  </a:lnTo>
                  <a:lnTo>
                    <a:pt x="2086451" y="248513"/>
                  </a:lnTo>
                  <a:lnTo>
                    <a:pt x="2096210" y="256848"/>
                  </a:lnTo>
                  <a:lnTo>
                    <a:pt x="2105954" y="273708"/>
                  </a:lnTo>
                  <a:lnTo>
                    <a:pt x="2115697" y="299255"/>
                  </a:lnTo>
                  <a:lnTo>
                    <a:pt x="2125456" y="313926"/>
                  </a:lnTo>
                  <a:lnTo>
                    <a:pt x="2135200" y="347051"/>
                  </a:lnTo>
                  <a:lnTo>
                    <a:pt x="2144959" y="392707"/>
                  </a:lnTo>
                  <a:lnTo>
                    <a:pt x="2154703" y="399325"/>
                  </a:lnTo>
                  <a:lnTo>
                    <a:pt x="2164447" y="367026"/>
                  </a:lnTo>
                  <a:lnTo>
                    <a:pt x="2174206" y="370812"/>
                  </a:lnTo>
                  <a:lnTo>
                    <a:pt x="2183950" y="386527"/>
                  </a:lnTo>
                  <a:lnTo>
                    <a:pt x="2193709" y="384516"/>
                  </a:lnTo>
                  <a:lnTo>
                    <a:pt x="2203452" y="386477"/>
                  </a:lnTo>
                  <a:lnTo>
                    <a:pt x="2213196" y="400258"/>
                  </a:lnTo>
                  <a:lnTo>
                    <a:pt x="2222955" y="398281"/>
                  </a:lnTo>
                  <a:lnTo>
                    <a:pt x="2232699" y="399656"/>
                  </a:lnTo>
                  <a:lnTo>
                    <a:pt x="2242458" y="391679"/>
                  </a:lnTo>
                  <a:lnTo>
                    <a:pt x="2252202" y="405979"/>
                  </a:lnTo>
                  <a:lnTo>
                    <a:pt x="2261946" y="397982"/>
                  </a:lnTo>
                  <a:lnTo>
                    <a:pt x="2271705" y="406939"/>
                  </a:lnTo>
                  <a:lnTo>
                    <a:pt x="2281449" y="406070"/>
                  </a:lnTo>
                  <a:lnTo>
                    <a:pt x="2291208" y="374544"/>
                  </a:lnTo>
                  <a:lnTo>
                    <a:pt x="2300951" y="355923"/>
                  </a:lnTo>
                  <a:lnTo>
                    <a:pt x="2310695" y="324735"/>
                  </a:lnTo>
                  <a:lnTo>
                    <a:pt x="2320454" y="312162"/>
                  </a:lnTo>
                  <a:lnTo>
                    <a:pt x="2330198" y="263421"/>
                  </a:lnTo>
                  <a:lnTo>
                    <a:pt x="2339957" y="233397"/>
                  </a:lnTo>
                  <a:lnTo>
                    <a:pt x="2349701" y="205308"/>
                  </a:lnTo>
                  <a:lnTo>
                    <a:pt x="2359445" y="199466"/>
                  </a:lnTo>
                  <a:lnTo>
                    <a:pt x="2369204" y="227650"/>
                  </a:lnTo>
                  <a:lnTo>
                    <a:pt x="2378948" y="219641"/>
                  </a:lnTo>
                  <a:lnTo>
                    <a:pt x="2388692" y="221388"/>
                  </a:lnTo>
                  <a:lnTo>
                    <a:pt x="2398450" y="186120"/>
                  </a:lnTo>
                  <a:lnTo>
                    <a:pt x="2408194" y="166542"/>
                  </a:lnTo>
                  <a:lnTo>
                    <a:pt x="2417953" y="194819"/>
                  </a:lnTo>
                  <a:lnTo>
                    <a:pt x="2427697" y="188864"/>
                  </a:lnTo>
                  <a:lnTo>
                    <a:pt x="2437441" y="176991"/>
                  </a:lnTo>
                  <a:lnTo>
                    <a:pt x="2447200" y="172381"/>
                  </a:lnTo>
                  <a:lnTo>
                    <a:pt x="2456944" y="167964"/>
                  </a:lnTo>
                  <a:lnTo>
                    <a:pt x="2466703" y="147482"/>
                  </a:lnTo>
                  <a:lnTo>
                    <a:pt x="2476446" y="157345"/>
                  </a:lnTo>
                  <a:lnTo>
                    <a:pt x="2486190" y="171024"/>
                  </a:lnTo>
                  <a:lnTo>
                    <a:pt x="2495949" y="152655"/>
                  </a:lnTo>
                  <a:lnTo>
                    <a:pt x="2505693" y="189890"/>
                  </a:lnTo>
                  <a:lnTo>
                    <a:pt x="2515452" y="250370"/>
                  </a:lnTo>
                  <a:lnTo>
                    <a:pt x="2525196" y="268232"/>
                  </a:lnTo>
                  <a:lnTo>
                    <a:pt x="2534940" y="255529"/>
                  </a:lnTo>
                  <a:lnTo>
                    <a:pt x="2544699" y="289952"/>
                  </a:lnTo>
                  <a:lnTo>
                    <a:pt x="2554443" y="278413"/>
                  </a:lnTo>
                  <a:lnTo>
                    <a:pt x="2564202" y="308504"/>
                  </a:lnTo>
                  <a:lnTo>
                    <a:pt x="2573946" y="300527"/>
                  </a:lnTo>
                  <a:lnTo>
                    <a:pt x="2583690" y="282659"/>
                  </a:lnTo>
                  <a:lnTo>
                    <a:pt x="2593448" y="287838"/>
                  </a:lnTo>
                  <a:lnTo>
                    <a:pt x="2603192" y="282541"/>
                  </a:lnTo>
                  <a:lnTo>
                    <a:pt x="2612951" y="269503"/>
                  </a:lnTo>
                  <a:lnTo>
                    <a:pt x="2622695" y="248418"/>
                  </a:lnTo>
                  <a:lnTo>
                    <a:pt x="2632439" y="236795"/>
                  </a:lnTo>
                  <a:lnTo>
                    <a:pt x="2642198" y="223352"/>
                  </a:lnTo>
                  <a:lnTo>
                    <a:pt x="2651942" y="178482"/>
                  </a:lnTo>
                  <a:lnTo>
                    <a:pt x="2661685" y="182425"/>
                  </a:lnTo>
                  <a:lnTo>
                    <a:pt x="2671444" y="211406"/>
                  </a:lnTo>
                  <a:lnTo>
                    <a:pt x="2681188" y="231296"/>
                  </a:lnTo>
                  <a:lnTo>
                    <a:pt x="2690947" y="246291"/>
                  </a:lnTo>
                  <a:lnTo>
                    <a:pt x="2700691" y="205344"/>
                  </a:lnTo>
                  <a:lnTo>
                    <a:pt x="2710435" y="224866"/>
                  </a:lnTo>
                  <a:lnTo>
                    <a:pt x="2720194" y="200734"/>
                  </a:lnTo>
                  <a:lnTo>
                    <a:pt x="2729938" y="182082"/>
                  </a:lnTo>
                  <a:lnTo>
                    <a:pt x="2739697" y="184594"/>
                  </a:lnTo>
                  <a:lnTo>
                    <a:pt x="2749441" y="178955"/>
                  </a:lnTo>
                  <a:lnTo>
                    <a:pt x="2759185" y="195151"/>
                  </a:lnTo>
                  <a:lnTo>
                    <a:pt x="2768943" y="214030"/>
                  </a:lnTo>
                  <a:lnTo>
                    <a:pt x="2778687" y="159856"/>
                  </a:lnTo>
                  <a:lnTo>
                    <a:pt x="2788446" y="187842"/>
                  </a:lnTo>
                  <a:lnTo>
                    <a:pt x="2798190" y="182176"/>
                  </a:lnTo>
                  <a:lnTo>
                    <a:pt x="2807934" y="197376"/>
                  </a:lnTo>
                  <a:lnTo>
                    <a:pt x="2817693" y="208583"/>
                  </a:lnTo>
                  <a:lnTo>
                    <a:pt x="2827437" y="234722"/>
                  </a:lnTo>
                  <a:lnTo>
                    <a:pt x="2837196" y="205555"/>
                  </a:lnTo>
                  <a:lnTo>
                    <a:pt x="2846940" y="196327"/>
                  </a:lnTo>
                  <a:lnTo>
                    <a:pt x="2856684" y="217506"/>
                  </a:lnTo>
                  <a:lnTo>
                    <a:pt x="2866442" y="216429"/>
                  </a:lnTo>
                  <a:lnTo>
                    <a:pt x="2876186" y="214796"/>
                  </a:lnTo>
                  <a:lnTo>
                    <a:pt x="2885945" y="183347"/>
                  </a:lnTo>
                  <a:lnTo>
                    <a:pt x="2895689" y="204092"/>
                  </a:lnTo>
                  <a:lnTo>
                    <a:pt x="2905433" y="260066"/>
                  </a:lnTo>
                  <a:lnTo>
                    <a:pt x="2915192" y="22651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7" name="Freeform 1206">
              <a:extLst>
                <a:ext uri="{FF2B5EF4-FFF2-40B4-BE49-F238E27FC236}">
                  <a16:creationId xmlns:a16="http://schemas.microsoft.com/office/drawing/2014/main" id="{B61B0E72-2271-8081-8B9D-30292F6E480F}"/>
                </a:ext>
              </a:extLst>
            </p:cNvPr>
            <p:cNvSpPr/>
            <p:nvPr/>
          </p:nvSpPr>
          <p:spPr>
            <a:xfrm>
              <a:off x="4426652" y="3190200"/>
              <a:ext cx="2915191" cy="343707"/>
            </a:xfrm>
            <a:custGeom>
              <a:avLst/>
              <a:gdLst>
                <a:gd name="connsiteX0" fmla="*/ 0 w 2915191"/>
                <a:gd name="connsiteY0" fmla="*/ 186248 h 343707"/>
                <a:gd name="connsiteX1" fmla="*/ 9750 w 2915191"/>
                <a:gd name="connsiteY1" fmla="*/ 216803 h 343707"/>
                <a:gd name="connsiteX2" fmla="*/ 19500 w 2915191"/>
                <a:gd name="connsiteY2" fmla="*/ 196853 h 343707"/>
                <a:gd name="connsiteX3" fmla="*/ 29250 w 2915191"/>
                <a:gd name="connsiteY3" fmla="*/ 209679 h 343707"/>
                <a:gd name="connsiteX4" fmla="*/ 39000 w 2915191"/>
                <a:gd name="connsiteY4" fmla="*/ 225684 h 343707"/>
                <a:gd name="connsiteX5" fmla="*/ 48749 w 2915191"/>
                <a:gd name="connsiteY5" fmla="*/ 216586 h 343707"/>
                <a:gd name="connsiteX6" fmla="*/ 58499 w 2915191"/>
                <a:gd name="connsiteY6" fmla="*/ 230504 h 343707"/>
                <a:gd name="connsiteX7" fmla="*/ 68249 w 2915191"/>
                <a:gd name="connsiteY7" fmla="*/ 234953 h 343707"/>
                <a:gd name="connsiteX8" fmla="*/ 77998 w 2915191"/>
                <a:gd name="connsiteY8" fmla="*/ 171647 h 343707"/>
                <a:gd name="connsiteX9" fmla="*/ 87748 w 2915191"/>
                <a:gd name="connsiteY9" fmla="*/ 148234 h 343707"/>
                <a:gd name="connsiteX10" fmla="*/ 97497 w 2915191"/>
                <a:gd name="connsiteY10" fmla="*/ 169114 h 343707"/>
                <a:gd name="connsiteX11" fmla="*/ 107247 w 2915191"/>
                <a:gd name="connsiteY11" fmla="*/ 122400 h 343707"/>
                <a:gd name="connsiteX12" fmla="*/ 116997 w 2915191"/>
                <a:gd name="connsiteY12" fmla="*/ 135657 h 343707"/>
                <a:gd name="connsiteX13" fmla="*/ 126747 w 2915191"/>
                <a:gd name="connsiteY13" fmla="*/ 136014 h 343707"/>
                <a:gd name="connsiteX14" fmla="*/ 136497 w 2915191"/>
                <a:gd name="connsiteY14" fmla="*/ 102235 h 343707"/>
                <a:gd name="connsiteX15" fmla="*/ 146247 w 2915191"/>
                <a:gd name="connsiteY15" fmla="*/ 77667 h 343707"/>
                <a:gd name="connsiteX16" fmla="*/ 155997 w 2915191"/>
                <a:gd name="connsiteY16" fmla="*/ 80700 h 343707"/>
                <a:gd name="connsiteX17" fmla="*/ 165747 w 2915191"/>
                <a:gd name="connsiteY17" fmla="*/ 77612 h 343707"/>
                <a:gd name="connsiteX18" fmla="*/ 175497 w 2915191"/>
                <a:gd name="connsiteY18" fmla="*/ 76190 h 343707"/>
                <a:gd name="connsiteX19" fmla="*/ 185247 w 2915191"/>
                <a:gd name="connsiteY19" fmla="*/ 98043 h 343707"/>
                <a:gd name="connsiteX20" fmla="*/ 194996 w 2915191"/>
                <a:gd name="connsiteY20" fmla="*/ 85933 h 343707"/>
                <a:gd name="connsiteX21" fmla="*/ 204746 w 2915191"/>
                <a:gd name="connsiteY21" fmla="*/ 107724 h 343707"/>
                <a:gd name="connsiteX22" fmla="*/ 214495 w 2915191"/>
                <a:gd name="connsiteY22" fmla="*/ 107450 h 343707"/>
                <a:gd name="connsiteX23" fmla="*/ 224245 w 2915191"/>
                <a:gd name="connsiteY23" fmla="*/ 94562 h 343707"/>
                <a:gd name="connsiteX24" fmla="*/ 233995 w 2915191"/>
                <a:gd name="connsiteY24" fmla="*/ 92906 h 343707"/>
                <a:gd name="connsiteX25" fmla="*/ 243744 w 2915191"/>
                <a:gd name="connsiteY25" fmla="*/ 101769 h 343707"/>
                <a:gd name="connsiteX26" fmla="*/ 253494 w 2915191"/>
                <a:gd name="connsiteY26" fmla="*/ 103579 h 343707"/>
                <a:gd name="connsiteX27" fmla="*/ 263244 w 2915191"/>
                <a:gd name="connsiteY27" fmla="*/ 119570 h 343707"/>
                <a:gd name="connsiteX28" fmla="*/ 272994 w 2915191"/>
                <a:gd name="connsiteY28" fmla="*/ 121853 h 343707"/>
                <a:gd name="connsiteX29" fmla="*/ 282744 w 2915191"/>
                <a:gd name="connsiteY29" fmla="*/ 130868 h 343707"/>
                <a:gd name="connsiteX30" fmla="*/ 292494 w 2915191"/>
                <a:gd name="connsiteY30" fmla="*/ 147178 h 343707"/>
                <a:gd name="connsiteX31" fmla="*/ 302244 w 2915191"/>
                <a:gd name="connsiteY31" fmla="*/ 103393 h 343707"/>
                <a:gd name="connsiteX32" fmla="*/ 311994 w 2915191"/>
                <a:gd name="connsiteY32" fmla="*/ 114520 h 343707"/>
                <a:gd name="connsiteX33" fmla="*/ 321744 w 2915191"/>
                <a:gd name="connsiteY33" fmla="*/ 106131 h 343707"/>
                <a:gd name="connsiteX34" fmla="*/ 331493 w 2915191"/>
                <a:gd name="connsiteY34" fmla="*/ 58830 h 343707"/>
                <a:gd name="connsiteX35" fmla="*/ 341243 w 2915191"/>
                <a:gd name="connsiteY35" fmla="*/ 46820 h 343707"/>
                <a:gd name="connsiteX36" fmla="*/ 350993 w 2915191"/>
                <a:gd name="connsiteY36" fmla="*/ 75249 h 343707"/>
                <a:gd name="connsiteX37" fmla="*/ 360742 w 2915191"/>
                <a:gd name="connsiteY37" fmla="*/ 91578 h 343707"/>
                <a:gd name="connsiteX38" fmla="*/ 370492 w 2915191"/>
                <a:gd name="connsiteY38" fmla="*/ 130573 h 343707"/>
                <a:gd name="connsiteX39" fmla="*/ 380241 w 2915191"/>
                <a:gd name="connsiteY39" fmla="*/ 165118 h 343707"/>
                <a:gd name="connsiteX40" fmla="*/ 389991 w 2915191"/>
                <a:gd name="connsiteY40" fmla="*/ 169932 h 343707"/>
                <a:gd name="connsiteX41" fmla="*/ 399741 w 2915191"/>
                <a:gd name="connsiteY41" fmla="*/ 178053 h 343707"/>
                <a:gd name="connsiteX42" fmla="*/ 409491 w 2915191"/>
                <a:gd name="connsiteY42" fmla="*/ 142065 h 343707"/>
                <a:gd name="connsiteX43" fmla="*/ 419241 w 2915191"/>
                <a:gd name="connsiteY43" fmla="*/ 142132 h 343707"/>
                <a:gd name="connsiteX44" fmla="*/ 428991 w 2915191"/>
                <a:gd name="connsiteY44" fmla="*/ 156885 h 343707"/>
                <a:gd name="connsiteX45" fmla="*/ 438741 w 2915191"/>
                <a:gd name="connsiteY45" fmla="*/ 162163 h 343707"/>
                <a:gd name="connsiteX46" fmla="*/ 448491 w 2915191"/>
                <a:gd name="connsiteY46" fmla="*/ 179367 h 343707"/>
                <a:gd name="connsiteX47" fmla="*/ 458241 w 2915191"/>
                <a:gd name="connsiteY47" fmla="*/ 189391 h 343707"/>
                <a:gd name="connsiteX48" fmla="*/ 467991 w 2915191"/>
                <a:gd name="connsiteY48" fmla="*/ 237177 h 343707"/>
                <a:gd name="connsiteX49" fmla="*/ 477740 w 2915191"/>
                <a:gd name="connsiteY49" fmla="*/ 226272 h 343707"/>
                <a:gd name="connsiteX50" fmla="*/ 487490 w 2915191"/>
                <a:gd name="connsiteY50" fmla="*/ 220067 h 343707"/>
                <a:gd name="connsiteX51" fmla="*/ 497239 w 2915191"/>
                <a:gd name="connsiteY51" fmla="*/ 239197 h 343707"/>
                <a:gd name="connsiteX52" fmla="*/ 506989 w 2915191"/>
                <a:gd name="connsiteY52" fmla="*/ 229838 h 343707"/>
                <a:gd name="connsiteX53" fmla="*/ 516738 w 2915191"/>
                <a:gd name="connsiteY53" fmla="*/ 217662 h 343707"/>
                <a:gd name="connsiteX54" fmla="*/ 526488 w 2915191"/>
                <a:gd name="connsiteY54" fmla="*/ 213879 h 343707"/>
                <a:gd name="connsiteX55" fmla="*/ 536238 w 2915191"/>
                <a:gd name="connsiteY55" fmla="*/ 201810 h 343707"/>
                <a:gd name="connsiteX56" fmla="*/ 545988 w 2915191"/>
                <a:gd name="connsiteY56" fmla="*/ 230574 h 343707"/>
                <a:gd name="connsiteX57" fmla="*/ 555738 w 2915191"/>
                <a:gd name="connsiteY57" fmla="*/ 234635 h 343707"/>
                <a:gd name="connsiteX58" fmla="*/ 565488 w 2915191"/>
                <a:gd name="connsiteY58" fmla="*/ 254242 h 343707"/>
                <a:gd name="connsiteX59" fmla="*/ 575238 w 2915191"/>
                <a:gd name="connsiteY59" fmla="*/ 267410 h 343707"/>
                <a:gd name="connsiteX60" fmla="*/ 584988 w 2915191"/>
                <a:gd name="connsiteY60" fmla="*/ 254031 h 343707"/>
                <a:gd name="connsiteX61" fmla="*/ 594738 w 2915191"/>
                <a:gd name="connsiteY61" fmla="*/ 267256 h 343707"/>
                <a:gd name="connsiteX62" fmla="*/ 604488 w 2915191"/>
                <a:gd name="connsiteY62" fmla="*/ 256382 h 343707"/>
                <a:gd name="connsiteX63" fmla="*/ 614237 w 2915191"/>
                <a:gd name="connsiteY63" fmla="*/ 267294 h 343707"/>
                <a:gd name="connsiteX64" fmla="*/ 623987 w 2915191"/>
                <a:gd name="connsiteY64" fmla="*/ 310699 h 343707"/>
                <a:gd name="connsiteX65" fmla="*/ 633736 w 2915191"/>
                <a:gd name="connsiteY65" fmla="*/ 334948 h 343707"/>
                <a:gd name="connsiteX66" fmla="*/ 643486 w 2915191"/>
                <a:gd name="connsiteY66" fmla="*/ 341477 h 343707"/>
                <a:gd name="connsiteX67" fmla="*/ 653236 w 2915191"/>
                <a:gd name="connsiteY67" fmla="*/ 330571 h 343707"/>
                <a:gd name="connsiteX68" fmla="*/ 662985 w 2915191"/>
                <a:gd name="connsiteY68" fmla="*/ 343708 h 343707"/>
                <a:gd name="connsiteX69" fmla="*/ 672735 w 2915191"/>
                <a:gd name="connsiteY69" fmla="*/ 324203 h 343707"/>
                <a:gd name="connsiteX70" fmla="*/ 682485 w 2915191"/>
                <a:gd name="connsiteY70" fmla="*/ 325421 h 343707"/>
                <a:gd name="connsiteX71" fmla="*/ 692235 w 2915191"/>
                <a:gd name="connsiteY71" fmla="*/ 295740 h 343707"/>
                <a:gd name="connsiteX72" fmla="*/ 701985 w 2915191"/>
                <a:gd name="connsiteY72" fmla="*/ 278232 h 343707"/>
                <a:gd name="connsiteX73" fmla="*/ 711735 w 2915191"/>
                <a:gd name="connsiteY73" fmla="*/ 278197 h 343707"/>
                <a:gd name="connsiteX74" fmla="*/ 721485 w 2915191"/>
                <a:gd name="connsiteY74" fmla="*/ 261680 h 343707"/>
                <a:gd name="connsiteX75" fmla="*/ 731235 w 2915191"/>
                <a:gd name="connsiteY75" fmla="*/ 233381 h 343707"/>
                <a:gd name="connsiteX76" fmla="*/ 740985 w 2915191"/>
                <a:gd name="connsiteY76" fmla="*/ 197286 h 343707"/>
                <a:gd name="connsiteX77" fmla="*/ 750734 w 2915191"/>
                <a:gd name="connsiteY77" fmla="*/ 168592 h 343707"/>
                <a:gd name="connsiteX78" fmla="*/ 760484 w 2915191"/>
                <a:gd name="connsiteY78" fmla="*/ 152598 h 343707"/>
                <a:gd name="connsiteX79" fmla="*/ 770233 w 2915191"/>
                <a:gd name="connsiteY79" fmla="*/ 150760 h 343707"/>
                <a:gd name="connsiteX80" fmla="*/ 779983 w 2915191"/>
                <a:gd name="connsiteY80" fmla="*/ 141707 h 343707"/>
                <a:gd name="connsiteX81" fmla="*/ 789733 w 2915191"/>
                <a:gd name="connsiteY81" fmla="*/ 106711 h 343707"/>
                <a:gd name="connsiteX82" fmla="*/ 799482 w 2915191"/>
                <a:gd name="connsiteY82" fmla="*/ 92728 h 343707"/>
                <a:gd name="connsiteX83" fmla="*/ 809232 w 2915191"/>
                <a:gd name="connsiteY83" fmla="*/ 91369 h 343707"/>
                <a:gd name="connsiteX84" fmla="*/ 818982 w 2915191"/>
                <a:gd name="connsiteY84" fmla="*/ 51629 h 343707"/>
                <a:gd name="connsiteX85" fmla="*/ 828732 w 2915191"/>
                <a:gd name="connsiteY85" fmla="*/ 45752 h 343707"/>
                <a:gd name="connsiteX86" fmla="*/ 838482 w 2915191"/>
                <a:gd name="connsiteY86" fmla="*/ 100714 h 343707"/>
                <a:gd name="connsiteX87" fmla="*/ 848232 w 2915191"/>
                <a:gd name="connsiteY87" fmla="*/ 100687 h 343707"/>
                <a:gd name="connsiteX88" fmla="*/ 857982 w 2915191"/>
                <a:gd name="connsiteY88" fmla="*/ 113381 h 343707"/>
                <a:gd name="connsiteX89" fmla="*/ 867732 w 2915191"/>
                <a:gd name="connsiteY89" fmla="*/ 135679 h 343707"/>
                <a:gd name="connsiteX90" fmla="*/ 877482 w 2915191"/>
                <a:gd name="connsiteY90" fmla="*/ 99537 h 343707"/>
                <a:gd name="connsiteX91" fmla="*/ 887231 w 2915191"/>
                <a:gd name="connsiteY91" fmla="*/ 115244 h 343707"/>
                <a:gd name="connsiteX92" fmla="*/ 896981 w 2915191"/>
                <a:gd name="connsiteY92" fmla="*/ 115378 h 343707"/>
                <a:gd name="connsiteX93" fmla="*/ 906730 w 2915191"/>
                <a:gd name="connsiteY93" fmla="*/ 150675 h 343707"/>
                <a:gd name="connsiteX94" fmla="*/ 916480 w 2915191"/>
                <a:gd name="connsiteY94" fmla="*/ 139124 h 343707"/>
                <a:gd name="connsiteX95" fmla="*/ 926230 w 2915191"/>
                <a:gd name="connsiteY95" fmla="*/ 129335 h 343707"/>
                <a:gd name="connsiteX96" fmla="*/ 935979 w 2915191"/>
                <a:gd name="connsiteY96" fmla="*/ 132978 h 343707"/>
                <a:gd name="connsiteX97" fmla="*/ 945729 w 2915191"/>
                <a:gd name="connsiteY97" fmla="*/ 123612 h 343707"/>
                <a:gd name="connsiteX98" fmla="*/ 955479 w 2915191"/>
                <a:gd name="connsiteY98" fmla="*/ 120771 h 343707"/>
                <a:gd name="connsiteX99" fmla="*/ 965229 w 2915191"/>
                <a:gd name="connsiteY99" fmla="*/ 170966 h 343707"/>
                <a:gd name="connsiteX100" fmla="*/ 974979 w 2915191"/>
                <a:gd name="connsiteY100" fmla="*/ 165029 h 343707"/>
                <a:gd name="connsiteX101" fmla="*/ 984729 w 2915191"/>
                <a:gd name="connsiteY101" fmla="*/ 179242 h 343707"/>
                <a:gd name="connsiteX102" fmla="*/ 994474 w 2915191"/>
                <a:gd name="connsiteY102" fmla="*/ 145496 h 343707"/>
                <a:gd name="connsiteX103" fmla="*/ 1004233 w 2915191"/>
                <a:gd name="connsiteY103" fmla="*/ 151733 h 343707"/>
                <a:gd name="connsiteX104" fmla="*/ 1013977 w 2915191"/>
                <a:gd name="connsiteY104" fmla="*/ 131364 h 343707"/>
                <a:gd name="connsiteX105" fmla="*/ 1023721 w 2915191"/>
                <a:gd name="connsiteY105" fmla="*/ 157441 h 343707"/>
                <a:gd name="connsiteX106" fmla="*/ 1033480 w 2915191"/>
                <a:gd name="connsiteY106" fmla="*/ 143063 h 343707"/>
                <a:gd name="connsiteX107" fmla="*/ 1043224 w 2915191"/>
                <a:gd name="connsiteY107" fmla="*/ 133015 h 343707"/>
                <a:gd name="connsiteX108" fmla="*/ 1052983 w 2915191"/>
                <a:gd name="connsiteY108" fmla="*/ 152852 h 343707"/>
                <a:gd name="connsiteX109" fmla="*/ 1062727 w 2915191"/>
                <a:gd name="connsiteY109" fmla="*/ 140277 h 343707"/>
                <a:gd name="connsiteX110" fmla="*/ 1072471 w 2915191"/>
                <a:gd name="connsiteY110" fmla="*/ 152093 h 343707"/>
                <a:gd name="connsiteX111" fmla="*/ 1082230 w 2915191"/>
                <a:gd name="connsiteY111" fmla="*/ 169935 h 343707"/>
                <a:gd name="connsiteX112" fmla="*/ 1091973 w 2915191"/>
                <a:gd name="connsiteY112" fmla="*/ 171982 h 343707"/>
                <a:gd name="connsiteX113" fmla="*/ 1101732 w 2915191"/>
                <a:gd name="connsiteY113" fmla="*/ 150045 h 343707"/>
                <a:gd name="connsiteX114" fmla="*/ 1111476 w 2915191"/>
                <a:gd name="connsiteY114" fmla="*/ 161962 h 343707"/>
                <a:gd name="connsiteX115" fmla="*/ 1121220 w 2915191"/>
                <a:gd name="connsiteY115" fmla="*/ 182474 h 343707"/>
                <a:gd name="connsiteX116" fmla="*/ 1130979 w 2915191"/>
                <a:gd name="connsiteY116" fmla="*/ 206557 h 343707"/>
                <a:gd name="connsiteX117" fmla="*/ 1140723 w 2915191"/>
                <a:gd name="connsiteY117" fmla="*/ 203601 h 343707"/>
                <a:gd name="connsiteX118" fmla="*/ 1150482 w 2915191"/>
                <a:gd name="connsiteY118" fmla="*/ 210295 h 343707"/>
                <a:gd name="connsiteX119" fmla="*/ 1160226 w 2915191"/>
                <a:gd name="connsiteY119" fmla="*/ 211434 h 343707"/>
                <a:gd name="connsiteX120" fmla="*/ 1169969 w 2915191"/>
                <a:gd name="connsiteY120" fmla="*/ 174326 h 343707"/>
                <a:gd name="connsiteX121" fmla="*/ 1179728 w 2915191"/>
                <a:gd name="connsiteY121" fmla="*/ 197605 h 343707"/>
                <a:gd name="connsiteX122" fmla="*/ 1189472 w 2915191"/>
                <a:gd name="connsiteY122" fmla="*/ 180947 h 343707"/>
                <a:gd name="connsiteX123" fmla="*/ 1199231 w 2915191"/>
                <a:gd name="connsiteY123" fmla="*/ 170863 h 343707"/>
                <a:gd name="connsiteX124" fmla="*/ 1208975 w 2915191"/>
                <a:gd name="connsiteY124" fmla="*/ 185255 h 343707"/>
                <a:gd name="connsiteX125" fmla="*/ 1218719 w 2915191"/>
                <a:gd name="connsiteY125" fmla="*/ 185887 h 343707"/>
                <a:gd name="connsiteX126" fmla="*/ 1228478 w 2915191"/>
                <a:gd name="connsiteY126" fmla="*/ 216983 h 343707"/>
                <a:gd name="connsiteX127" fmla="*/ 1238222 w 2915191"/>
                <a:gd name="connsiteY127" fmla="*/ 158573 h 343707"/>
                <a:gd name="connsiteX128" fmla="*/ 1247966 w 2915191"/>
                <a:gd name="connsiteY128" fmla="*/ 139237 h 343707"/>
                <a:gd name="connsiteX129" fmla="*/ 1257725 w 2915191"/>
                <a:gd name="connsiteY129" fmla="*/ 130904 h 343707"/>
                <a:gd name="connsiteX130" fmla="*/ 1267469 w 2915191"/>
                <a:gd name="connsiteY130" fmla="*/ 150049 h 343707"/>
                <a:gd name="connsiteX131" fmla="*/ 1277227 w 2915191"/>
                <a:gd name="connsiteY131" fmla="*/ 119695 h 343707"/>
                <a:gd name="connsiteX132" fmla="*/ 1286971 w 2915191"/>
                <a:gd name="connsiteY132" fmla="*/ 139510 h 343707"/>
                <a:gd name="connsiteX133" fmla="*/ 1296715 w 2915191"/>
                <a:gd name="connsiteY133" fmla="*/ 137036 h 343707"/>
                <a:gd name="connsiteX134" fmla="*/ 1306474 w 2915191"/>
                <a:gd name="connsiteY134" fmla="*/ 154902 h 343707"/>
                <a:gd name="connsiteX135" fmla="*/ 1316218 w 2915191"/>
                <a:gd name="connsiteY135" fmla="*/ 171201 h 343707"/>
                <a:gd name="connsiteX136" fmla="*/ 1325977 w 2915191"/>
                <a:gd name="connsiteY136" fmla="*/ 148039 h 343707"/>
                <a:gd name="connsiteX137" fmla="*/ 1335721 w 2915191"/>
                <a:gd name="connsiteY137" fmla="*/ 161197 h 343707"/>
                <a:gd name="connsiteX138" fmla="*/ 1345465 w 2915191"/>
                <a:gd name="connsiteY138" fmla="*/ 194308 h 343707"/>
                <a:gd name="connsiteX139" fmla="*/ 1355224 w 2915191"/>
                <a:gd name="connsiteY139" fmla="*/ 190981 h 343707"/>
                <a:gd name="connsiteX140" fmla="*/ 1364967 w 2915191"/>
                <a:gd name="connsiteY140" fmla="*/ 208318 h 343707"/>
                <a:gd name="connsiteX141" fmla="*/ 1374726 w 2915191"/>
                <a:gd name="connsiteY141" fmla="*/ 207538 h 343707"/>
                <a:gd name="connsiteX142" fmla="*/ 1384470 w 2915191"/>
                <a:gd name="connsiteY142" fmla="*/ 214250 h 343707"/>
                <a:gd name="connsiteX143" fmla="*/ 1394214 w 2915191"/>
                <a:gd name="connsiteY143" fmla="*/ 208933 h 343707"/>
                <a:gd name="connsiteX144" fmla="*/ 1403973 w 2915191"/>
                <a:gd name="connsiteY144" fmla="*/ 186903 h 343707"/>
                <a:gd name="connsiteX145" fmla="*/ 1413717 w 2915191"/>
                <a:gd name="connsiteY145" fmla="*/ 196087 h 343707"/>
                <a:gd name="connsiteX146" fmla="*/ 1423476 w 2915191"/>
                <a:gd name="connsiteY146" fmla="*/ 145739 h 343707"/>
                <a:gd name="connsiteX147" fmla="*/ 1433220 w 2915191"/>
                <a:gd name="connsiteY147" fmla="*/ 164588 h 343707"/>
                <a:gd name="connsiteX148" fmla="*/ 1442964 w 2915191"/>
                <a:gd name="connsiteY148" fmla="*/ 180279 h 343707"/>
                <a:gd name="connsiteX149" fmla="*/ 1452722 w 2915191"/>
                <a:gd name="connsiteY149" fmla="*/ 175455 h 343707"/>
                <a:gd name="connsiteX150" fmla="*/ 1462466 w 2915191"/>
                <a:gd name="connsiteY150" fmla="*/ 184668 h 343707"/>
                <a:gd name="connsiteX151" fmla="*/ 1472225 w 2915191"/>
                <a:gd name="connsiteY151" fmla="*/ 186997 h 343707"/>
                <a:gd name="connsiteX152" fmla="*/ 1481969 w 2915191"/>
                <a:gd name="connsiteY152" fmla="*/ 168122 h 343707"/>
                <a:gd name="connsiteX153" fmla="*/ 1491713 w 2915191"/>
                <a:gd name="connsiteY153" fmla="*/ 170900 h 343707"/>
                <a:gd name="connsiteX154" fmla="*/ 1501472 w 2915191"/>
                <a:gd name="connsiteY154" fmla="*/ 194004 h 343707"/>
                <a:gd name="connsiteX155" fmla="*/ 1511216 w 2915191"/>
                <a:gd name="connsiteY155" fmla="*/ 198235 h 343707"/>
                <a:gd name="connsiteX156" fmla="*/ 1520960 w 2915191"/>
                <a:gd name="connsiteY156" fmla="*/ 203303 h 343707"/>
                <a:gd name="connsiteX157" fmla="*/ 1530719 w 2915191"/>
                <a:gd name="connsiteY157" fmla="*/ 158084 h 343707"/>
                <a:gd name="connsiteX158" fmla="*/ 1540463 w 2915191"/>
                <a:gd name="connsiteY158" fmla="*/ 138108 h 343707"/>
                <a:gd name="connsiteX159" fmla="*/ 1550221 w 2915191"/>
                <a:gd name="connsiteY159" fmla="*/ 158680 h 343707"/>
                <a:gd name="connsiteX160" fmla="*/ 1559965 w 2915191"/>
                <a:gd name="connsiteY160" fmla="*/ 128906 h 343707"/>
                <a:gd name="connsiteX161" fmla="*/ 1569709 w 2915191"/>
                <a:gd name="connsiteY161" fmla="*/ 100144 h 343707"/>
                <a:gd name="connsiteX162" fmla="*/ 1579468 w 2915191"/>
                <a:gd name="connsiteY162" fmla="*/ 127111 h 343707"/>
                <a:gd name="connsiteX163" fmla="*/ 1589212 w 2915191"/>
                <a:gd name="connsiteY163" fmla="*/ 150679 h 343707"/>
                <a:gd name="connsiteX164" fmla="*/ 1598971 w 2915191"/>
                <a:gd name="connsiteY164" fmla="*/ 149620 h 343707"/>
                <a:gd name="connsiteX165" fmla="*/ 1608715 w 2915191"/>
                <a:gd name="connsiteY165" fmla="*/ 162020 h 343707"/>
                <a:gd name="connsiteX166" fmla="*/ 1618459 w 2915191"/>
                <a:gd name="connsiteY166" fmla="*/ 155587 h 343707"/>
                <a:gd name="connsiteX167" fmla="*/ 1628218 w 2915191"/>
                <a:gd name="connsiteY167" fmla="*/ 150152 h 343707"/>
                <a:gd name="connsiteX168" fmla="*/ 1637962 w 2915191"/>
                <a:gd name="connsiteY168" fmla="*/ 146517 h 343707"/>
                <a:gd name="connsiteX169" fmla="*/ 1647720 w 2915191"/>
                <a:gd name="connsiteY169" fmla="*/ 154283 h 343707"/>
                <a:gd name="connsiteX170" fmla="*/ 1657464 w 2915191"/>
                <a:gd name="connsiteY170" fmla="*/ 154453 h 343707"/>
                <a:gd name="connsiteX171" fmla="*/ 1667208 w 2915191"/>
                <a:gd name="connsiteY171" fmla="*/ 137827 h 343707"/>
                <a:gd name="connsiteX172" fmla="*/ 1676967 w 2915191"/>
                <a:gd name="connsiteY172" fmla="*/ 147829 h 343707"/>
                <a:gd name="connsiteX173" fmla="*/ 1686711 w 2915191"/>
                <a:gd name="connsiteY173" fmla="*/ 162947 h 343707"/>
                <a:gd name="connsiteX174" fmla="*/ 1696470 w 2915191"/>
                <a:gd name="connsiteY174" fmla="*/ 172129 h 343707"/>
                <a:gd name="connsiteX175" fmla="*/ 1706214 w 2915191"/>
                <a:gd name="connsiteY175" fmla="*/ 155334 h 343707"/>
                <a:gd name="connsiteX176" fmla="*/ 1715958 w 2915191"/>
                <a:gd name="connsiteY176" fmla="*/ 131339 h 343707"/>
                <a:gd name="connsiteX177" fmla="*/ 1725716 w 2915191"/>
                <a:gd name="connsiteY177" fmla="*/ 108038 h 343707"/>
                <a:gd name="connsiteX178" fmla="*/ 1735460 w 2915191"/>
                <a:gd name="connsiteY178" fmla="*/ 106063 h 343707"/>
                <a:gd name="connsiteX179" fmla="*/ 1745219 w 2915191"/>
                <a:gd name="connsiteY179" fmla="*/ 106768 h 343707"/>
                <a:gd name="connsiteX180" fmla="*/ 1754963 w 2915191"/>
                <a:gd name="connsiteY180" fmla="*/ 113581 h 343707"/>
                <a:gd name="connsiteX181" fmla="*/ 1764707 w 2915191"/>
                <a:gd name="connsiteY181" fmla="*/ 106981 h 343707"/>
                <a:gd name="connsiteX182" fmla="*/ 1774466 w 2915191"/>
                <a:gd name="connsiteY182" fmla="*/ 136369 h 343707"/>
                <a:gd name="connsiteX183" fmla="*/ 1784210 w 2915191"/>
                <a:gd name="connsiteY183" fmla="*/ 132155 h 343707"/>
                <a:gd name="connsiteX184" fmla="*/ 1793969 w 2915191"/>
                <a:gd name="connsiteY184" fmla="*/ 156873 h 343707"/>
                <a:gd name="connsiteX185" fmla="*/ 1803713 w 2915191"/>
                <a:gd name="connsiteY185" fmla="*/ 132442 h 343707"/>
                <a:gd name="connsiteX186" fmla="*/ 1813457 w 2915191"/>
                <a:gd name="connsiteY186" fmla="*/ 81924 h 343707"/>
                <a:gd name="connsiteX187" fmla="*/ 1823215 w 2915191"/>
                <a:gd name="connsiteY187" fmla="*/ 90188 h 343707"/>
                <a:gd name="connsiteX188" fmla="*/ 1832959 w 2915191"/>
                <a:gd name="connsiteY188" fmla="*/ 119798 h 343707"/>
                <a:gd name="connsiteX189" fmla="*/ 1842703 w 2915191"/>
                <a:gd name="connsiteY189" fmla="*/ 134383 h 343707"/>
                <a:gd name="connsiteX190" fmla="*/ 1852462 w 2915191"/>
                <a:gd name="connsiteY190" fmla="*/ 144213 h 343707"/>
                <a:gd name="connsiteX191" fmla="*/ 1862206 w 2915191"/>
                <a:gd name="connsiteY191" fmla="*/ 117663 h 343707"/>
                <a:gd name="connsiteX192" fmla="*/ 1871965 w 2915191"/>
                <a:gd name="connsiteY192" fmla="*/ 151943 h 343707"/>
                <a:gd name="connsiteX193" fmla="*/ 1881709 w 2915191"/>
                <a:gd name="connsiteY193" fmla="*/ 158211 h 343707"/>
                <a:gd name="connsiteX194" fmla="*/ 1891453 w 2915191"/>
                <a:gd name="connsiteY194" fmla="*/ 152405 h 343707"/>
                <a:gd name="connsiteX195" fmla="*/ 1901212 w 2915191"/>
                <a:gd name="connsiteY195" fmla="*/ 108919 h 343707"/>
                <a:gd name="connsiteX196" fmla="*/ 1910956 w 2915191"/>
                <a:gd name="connsiteY196" fmla="*/ 105675 h 343707"/>
                <a:gd name="connsiteX197" fmla="*/ 1920714 w 2915191"/>
                <a:gd name="connsiteY197" fmla="*/ 95976 h 343707"/>
                <a:gd name="connsiteX198" fmla="*/ 1930458 w 2915191"/>
                <a:gd name="connsiteY198" fmla="*/ 59353 h 343707"/>
                <a:gd name="connsiteX199" fmla="*/ 1940202 w 2915191"/>
                <a:gd name="connsiteY199" fmla="*/ 71456 h 343707"/>
                <a:gd name="connsiteX200" fmla="*/ 1949961 w 2915191"/>
                <a:gd name="connsiteY200" fmla="*/ 53174 h 343707"/>
                <a:gd name="connsiteX201" fmla="*/ 1959705 w 2915191"/>
                <a:gd name="connsiteY201" fmla="*/ 57729 h 343707"/>
                <a:gd name="connsiteX202" fmla="*/ 1969464 w 2915191"/>
                <a:gd name="connsiteY202" fmla="*/ 63870 h 343707"/>
                <a:gd name="connsiteX203" fmla="*/ 1979208 w 2915191"/>
                <a:gd name="connsiteY203" fmla="*/ 56075 h 343707"/>
                <a:gd name="connsiteX204" fmla="*/ 1988952 w 2915191"/>
                <a:gd name="connsiteY204" fmla="*/ 52060 h 343707"/>
                <a:gd name="connsiteX205" fmla="*/ 1998711 w 2915191"/>
                <a:gd name="connsiteY205" fmla="*/ 51583 h 343707"/>
                <a:gd name="connsiteX206" fmla="*/ 2008454 w 2915191"/>
                <a:gd name="connsiteY206" fmla="*/ 87473 h 343707"/>
                <a:gd name="connsiteX207" fmla="*/ 2018213 w 2915191"/>
                <a:gd name="connsiteY207" fmla="*/ 77712 h 343707"/>
                <a:gd name="connsiteX208" fmla="*/ 2027957 w 2915191"/>
                <a:gd name="connsiteY208" fmla="*/ 104700 h 343707"/>
                <a:gd name="connsiteX209" fmla="*/ 2037701 w 2915191"/>
                <a:gd name="connsiteY209" fmla="*/ 97287 h 343707"/>
                <a:gd name="connsiteX210" fmla="*/ 2047460 w 2915191"/>
                <a:gd name="connsiteY210" fmla="*/ 79449 h 343707"/>
                <a:gd name="connsiteX211" fmla="*/ 2057204 w 2915191"/>
                <a:gd name="connsiteY211" fmla="*/ 67528 h 343707"/>
                <a:gd name="connsiteX212" fmla="*/ 2066963 w 2915191"/>
                <a:gd name="connsiteY212" fmla="*/ 86116 h 343707"/>
                <a:gd name="connsiteX213" fmla="*/ 2076707 w 2915191"/>
                <a:gd name="connsiteY213" fmla="*/ 98454 h 343707"/>
                <a:gd name="connsiteX214" fmla="*/ 2086451 w 2915191"/>
                <a:gd name="connsiteY214" fmla="*/ 124471 h 343707"/>
                <a:gd name="connsiteX215" fmla="*/ 2096210 w 2915191"/>
                <a:gd name="connsiteY215" fmla="*/ 120850 h 343707"/>
                <a:gd name="connsiteX216" fmla="*/ 2105954 w 2915191"/>
                <a:gd name="connsiteY216" fmla="*/ 110273 h 343707"/>
                <a:gd name="connsiteX217" fmla="*/ 2115697 w 2915191"/>
                <a:gd name="connsiteY217" fmla="*/ 103299 h 343707"/>
                <a:gd name="connsiteX218" fmla="*/ 2125456 w 2915191"/>
                <a:gd name="connsiteY218" fmla="*/ 104612 h 343707"/>
                <a:gd name="connsiteX219" fmla="*/ 2135200 w 2915191"/>
                <a:gd name="connsiteY219" fmla="*/ 106541 h 343707"/>
                <a:gd name="connsiteX220" fmla="*/ 2144959 w 2915191"/>
                <a:gd name="connsiteY220" fmla="*/ 74340 h 343707"/>
                <a:gd name="connsiteX221" fmla="*/ 2154703 w 2915191"/>
                <a:gd name="connsiteY221" fmla="*/ 84583 h 343707"/>
                <a:gd name="connsiteX222" fmla="*/ 2164447 w 2915191"/>
                <a:gd name="connsiteY222" fmla="*/ 97962 h 343707"/>
                <a:gd name="connsiteX223" fmla="*/ 2174206 w 2915191"/>
                <a:gd name="connsiteY223" fmla="*/ 68517 h 343707"/>
                <a:gd name="connsiteX224" fmla="*/ 2183950 w 2915191"/>
                <a:gd name="connsiteY224" fmla="*/ 67106 h 343707"/>
                <a:gd name="connsiteX225" fmla="*/ 2193709 w 2915191"/>
                <a:gd name="connsiteY225" fmla="*/ 91250 h 343707"/>
                <a:gd name="connsiteX226" fmla="*/ 2203452 w 2915191"/>
                <a:gd name="connsiteY226" fmla="*/ 72856 h 343707"/>
                <a:gd name="connsiteX227" fmla="*/ 2213196 w 2915191"/>
                <a:gd name="connsiteY227" fmla="*/ 38687 h 343707"/>
                <a:gd name="connsiteX228" fmla="*/ 2222955 w 2915191"/>
                <a:gd name="connsiteY228" fmla="*/ 23342 h 343707"/>
                <a:gd name="connsiteX229" fmla="*/ 2232699 w 2915191"/>
                <a:gd name="connsiteY229" fmla="*/ 15182 h 343707"/>
                <a:gd name="connsiteX230" fmla="*/ 2242458 w 2915191"/>
                <a:gd name="connsiteY230" fmla="*/ 37572 h 343707"/>
                <a:gd name="connsiteX231" fmla="*/ 2252202 w 2915191"/>
                <a:gd name="connsiteY231" fmla="*/ 62248 h 343707"/>
                <a:gd name="connsiteX232" fmla="*/ 2261946 w 2915191"/>
                <a:gd name="connsiteY232" fmla="*/ 41096 h 343707"/>
                <a:gd name="connsiteX233" fmla="*/ 2271705 w 2915191"/>
                <a:gd name="connsiteY233" fmla="*/ 32650 h 343707"/>
                <a:gd name="connsiteX234" fmla="*/ 2281449 w 2915191"/>
                <a:gd name="connsiteY234" fmla="*/ 26325 h 343707"/>
                <a:gd name="connsiteX235" fmla="*/ 2291208 w 2915191"/>
                <a:gd name="connsiteY235" fmla="*/ 27179 h 343707"/>
                <a:gd name="connsiteX236" fmla="*/ 2300951 w 2915191"/>
                <a:gd name="connsiteY236" fmla="*/ 16714 h 343707"/>
                <a:gd name="connsiteX237" fmla="*/ 2310695 w 2915191"/>
                <a:gd name="connsiteY237" fmla="*/ 64971 h 343707"/>
                <a:gd name="connsiteX238" fmla="*/ 2320454 w 2915191"/>
                <a:gd name="connsiteY238" fmla="*/ 82722 h 343707"/>
                <a:gd name="connsiteX239" fmla="*/ 2330198 w 2915191"/>
                <a:gd name="connsiteY239" fmla="*/ 63927 h 343707"/>
                <a:gd name="connsiteX240" fmla="*/ 2339957 w 2915191"/>
                <a:gd name="connsiteY240" fmla="*/ 48884 h 343707"/>
                <a:gd name="connsiteX241" fmla="*/ 2349701 w 2915191"/>
                <a:gd name="connsiteY241" fmla="*/ 64688 h 343707"/>
                <a:gd name="connsiteX242" fmla="*/ 2359445 w 2915191"/>
                <a:gd name="connsiteY242" fmla="*/ 123964 h 343707"/>
                <a:gd name="connsiteX243" fmla="*/ 2369204 w 2915191"/>
                <a:gd name="connsiteY243" fmla="*/ 112282 h 343707"/>
                <a:gd name="connsiteX244" fmla="*/ 2378948 w 2915191"/>
                <a:gd name="connsiteY244" fmla="*/ 148979 h 343707"/>
                <a:gd name="connsiteX245" fmla="*/ 2388692 w 2915191"/>
                <a:gd name="connsiteY245" fmla="*/ 147922 h 343707"/>
                <a:gd name="connsiteX246" fmla="*/ 2398450 w 2915191"/>
                <a:gd name="connsiteY246" fmla="*/ 171977 h 343707"/>
                <a:gd name="connsiteX247" fmla="*/ 2408194 w 2915191"/>
                <a:gd name="connsiteY247" fmla="*/ 141435 h 343707"/>
                <a:gd name="connsiteX248" fmla="*/ 2417953 w 2915191"/>
                <a:gd name="connsiteY248" fmla="*/ 133093 h 343707"/>
                <a:gd name="connsiteX249" fmla="*/ 2427697 w 2915191"/>
                <a:gd name="connsiteY249" fmla="*/ 119098 h 343707"/>
                <a:gd name="connsiteX250" fmla="*/ 2437441 w 2915191"/>
                <a:gd name="connsiteY250" fmla="*/ 115199 h 343707"/>
                <a:gd name="connsiteX251" fmla="*/ 2447200 w 2915191"/>
                <a:gd name="connsiteY251" fmla="*/ 144991 h 343707"/>
                <a:gd name="connsiteX252" fmla="*/ 2456944 w 2915191"/>
                <a:gd name="connsiteY252" fmla="*/ 120945 h 343707"/>
                <a:gd name="connsiteX253" fmla="*/ 2466703 w 2915191"/>
                <a:gd name="connsiteY253" fmla="*/ 91980 h 343707"/>
                <a:gd name="connsiteX254" fmla="*/ 2476446 w 2915191"/>
                <a:gd name="connsiteY254" fmla="*/ 59185 h 343707"/>
                <a:gd name="connsiteX255" fmla="*/ 2486190 w 2915191"/>
                <a:gd name="connsiteY255" fmla="*/ 42712 h 343707"/>
                <a:gd name="connsiteX256" fmla="*/ 2495949 w 2915191"/>
                <a:gd name="connsiteY256" fmla="*/ 72044 h 343707"/>
                <a:gd name="connsiteX257" fmla="*/ 2505693 w 2915191"/>
                <a:gd name="connsiteY257" fmla="*/ 50835 h 343707"/>
                <a:gd name="connsiteX258" fmla="*/ 2515452 w 2915191"/>
                <a:gd name="connsiteY258" fmla="*/ 55067 h 343707"/>
                <a:gd name="connsiteX259" fmla="*/ 2525196 w 2915191"/>
                <a:gd name="connsiteY259" fmla="*/ 55955 h 343707"/>
                <a:gd name="connsiteX260" fmla="*/ 2534940 w 2915191"/>
                <a:gd name="connsiteY260" fmla="*/ 70970 h 343707"/>
                <a:gd name="connsiteX261" fmla="*/ 2544699 w 2915191"/>
                <a:gd name="connsiteY261" fmla="*/ 62676 h 343707"/>
                <a:gd name="connsiteX262" fmla="*/ 2554443 w 2915191"/>
                <a:gd name="connsiteY262" fmla="*/ 36188 h 343707"/>
                <a:gd name="connsiteX263" fmla="*/ 2564202 w 2915191"/>
                <a:gd name="connsiteY263" fmla="*/ 44436 h 343707"/>
                <a:gd name="connsiteX264" fmla="*/ 2573946 w 2915191"/>
                <a:gd name="connsiteY264" fmla="*/ 66473 h 343707"/>
                <a:gd name="connsiteX265" fmla="*/ 2583690 w 2915191"/>
                <a:gd name="connsiteY265" fmla="*/ 59203 h 343707"/>
                <a:gd name="connsiteX266" fmla="*/ 2593448 w 2915191"/>
                <a:gd name="connsiteY266" fmla="*/ 36778 h 343707"/>
                <a:gd name="connsiteX267" fmla="*/ 2603192 w 2915191"/>
                <a:gd name="connsiteY267" fmla="*/ 30355 h 343707"/>
                <a:gd name="connsiteX268" fmla="*/ 2612951 w 2915191"/>
                <a:gd name="connsiteY268" fmla="*/ 5988 h 343707"/>
                <a:gd name="connsiteX269" fmla="*/ 2622695 w 2915191"/>
                <a:gd name="connsiteY269" fmla="*/ 0 h 343707"/>
                <a:gd name="connsiteX270" fmla="*/ 2632439 w 2915191"/>
                <a:gd name="connsiteY270" fmla="*/ 65488 h 343707"/>
                <a:gd name="connsiteX271" fmla="*/ 2642198 w 2915191"/>
                <a:gd name="connsiteY271" fmla="*/ 85003 h 343707"/>
                <a:gd name="connsiteX272" fmla="*/ 2651942 w 2915191"/>
                <a:gd name="connsiteY272" fmla="*/ 91511 h 343707"/>
                <a:gd name="connsiteX273" fmla="*/ 2661685 w 2915191"/>
                <a:gd name="connsiteY273" fmla="*/ 111821 h 343707"/>
                <a:gd name="connsiteX274" fmla="*/ 2671444 w 2915191"/>
                <a:gd name="connsiteY274" fmla="*/ 129320 h 343707"/>
                <a:gd name="connsiteX275" fmla="*/ 2681188 w 2915191"/>
                <a:gd name="connsiteY275" fmla="*/ 108894 h 343707"/>
                <a:gd name="connsiteX276" fmla="*/ 2690947 w 2915191"/>
                <a:gd name="connsiteY276" fmla="*/ 131327 h 343707"/>
                <a:gd name="connsiteX277" fmla="*/ 2700691 w 2915191"/>
                <a:gd name="connsiteY277" fmla="*/ 117468 h 343707"/>
                <a:gd name="connsiteX278" fmla="*/ 2710435 w 2915191"/>
                <a:gd name="connsiteY278" fmla="*/ 141668 h 343707"/>
                <a:gd name="connsiteX279" fmla="*/ 2720194 w 2915191"/>
                <a:gd name="connsiteY279" fmla="*/ 139799 h 343707"/>
                <a:gd name="connsiteX280" fmla="*/ 2729938 w 2915191"/>
                <a:gd name="connsiteY280" fmla="*/ 133021 h 343707"/>
                <a:gd name="connsiteX281" fmla="*/ 2739697 w 2915191"/>
                <a:gd name="connsiteY281" fmla="*/ 168327 h 343707"/>
                <a:gd name="connsiteX282" fmla="*/ 2749441 w 2915191"/>
                <a:gd name="connsiteY282" fmla="*/ 141010 h 343707"/>
                <a:gd name="connsiteX283" fmla="*/ 2759185 w 2915191"/>
                <a:gd name="connsiteY283" fmla="*/ 163706 h 343707"/>
                <a:gd name="connsiteX284" fmla="*/ 2768943 w 2915191"/>
                <a:gd name="connsiteY284" fmla="*/ 173134 h 343707"/>
                <a:gd name="connsiteX285" fmla="*/ 2778687 w 2915191"/>
                <a:gd name="connsiteY285" fmla="*/ 143208 h 343707"/>
                <a:gd name="connsiteX286" fmla="*/ 2788446 w 2915191"/>
                <a:gd name="connsiteY286" fmla="*/ 125922 h 343707"/>
                <a:gd name="connsiteX287" fmla="*/ 2798190 w 2915191"/>
                <a:gd name="connsiteY287" fmla="*/ 123507 h 343707"/>
                <a:gd name="connsiteX288" fmla="*/ 2807934 w 2915191"/>
                <a:gd name="connsiteY288" fmla="*/ 178007 h 343707"/>
                <a:gd name="connsiteX289" fmla="*/ 2817693 w 2915191"/>
                <a:gd name="connsiteY289" fmla="*/ 170361 h 343707"/>
                <a:gd name="connsiteX290" fmla="*/ 2827437 w 2915191"/>
                <a:gd name="connsiteY290" fmla="*/ 169793 h 343707"/>
                <a:gd name="connsiteX291" fmla="*/ 2837196 w 2915191"/>
                <a:gd name="connsiteY291" fmla="*/ 157527 h 343707"/>
                <a:gd name="connsiteX292" fmla="*/ 2846940 w 2915191"/>
                <a:gd name="connsiteY292" fmla="*/ 145719 h 343707"/>
                <a:gd name="connsiteX293" fmla="*/ 2856684 w 2915191"/>
                <a:gd name="connsiteY293" fmla="*/ 171268 h 343707"/>
                <a:gd name="connsiteX294" fmla="*/ 2866442 w 2915191"/>
                <a:gd name="connsiteY294" fmla="*/ 177949 h 343707"/>
                <a:gd name="connsiteX295" fmla="*/ 2876186 w 2915191"/>
                <a:gd name="connsiteY295" fmla="*/ 162530 h 343707"/>
                <a:gd name="connsiteX296" fmla="*/ 2885945 w 2915191"/>
                <a:gd name="connsiteY296" fmla="*/ 152841 h 343707"/>
                <a:gd name="connsiteX297" fmla="*/ 2895689 w 2915191"/>
                <a:gd name="connsiteY297" fmla="*/ 169932 h 343707"/>
                <a:gd name="connsiteX298" fmla="*/ 2905433 w 2915191"/>
                <a:gd name="connsiteY298" fmla="*/ 136235 h 343707"/>
                <a:gd name="connsiteX299" fmla="*/ 2915192 w 2915191"/>
                <a:gd name="connsiteY299" fmla="*/ 159505 h 343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43707">
                  <a:moveTo>
                    <a:pt x="0" y="186248"/>
                  </a:moveTo>
                  <a:lnTo>
                    <a:pt x="9750" y="216803"/>
                  </a:lnTo>
                  <a:lnTo>
                    <a:pt x="19500" y="196853"/>
                  </a:lnTo>
                  <a:lnTo>
                    <a:pt x="29250" y="209679"/>
                  </a:lnTo>
                  <a:lnTo>
                    <a:pt x="39000" y="225684"/>
                  </a:lnTo>
                  <a:lnTo>
                    <a:pt x="48749" y="216586"/>
                  </a:lnTo>
                  <a:lnTo>
                    <a:pt x="58499" y="230504"/>
                  </a:lnTo>
                  <a:lnTo>
                    <a:pt x="68249" y="234953"/>
                  </a:lnTo>
                  <a:lnTo>
                    <a:pt x="77998" y="171647"/>
                  </a:lnTo>
                  <a:lnTo>
                    <a:pt x="87748" y="148234"/>
                  </a:lnTo>
                  <a:lnTo>
                    <a:pt x="97497" y="169114"/>
                  </a:lnTo>
                  <a:lnTo>
                    <a:pt x="107247" y="122400"/>
                  </a:lnTo>
                  <a:lnTo>
                    <a:pt x="116997" y="135657"/>
                  </a:lnTo>
                  <a:lnTo>
                    <a:pt x="126747" y="136014"/>
                  </a:lnTo>
                  <a:lnTo>
                    <a:pt x="136497" y="102235"/>
                  </a:lnTo>
                  <a:lnTo>
                    <a:pt x="146247" y="77667"/>
                  </a:lnTo>
                  <a:lnTo>
                    <a:pt x="155997" y="80700"/>
                  </a:lnTo>
                  <a:lnTo>
                    <a:pt x="165747" y="77612"/>
                  </a:lnTo>
                  <a:lnTo>
                    <a:pt x="175497" y="76190"/>
                  </a:lnTo>
                  <a:lnTo>
                    <a:pt x="185247" y="98043"/>
                  </a:lnTo>
                  <a:lnTo>
                    <a:pt x="194996" y="85933"/>
                  </a:lnTo>
                  <a:lnTo>
                    <a:pt x="204746" y="107724"/>
                  </a:lnTo>
                  <a:lnTo>
                    <a:pt x="214495" y="107450"/>
                  </a:lnTo>
                  <a:lnTo>
                    <a:pt x="224245" y="94562"/>
                  </a:lnTo>
                  <a:lnTo>
                    <a:pt x="233995" y="92906"/>
                  </a:lnTo>
                  <a:lnTo>
                    <a:pt x="243744" y="101769"/>
                  </a:lnTo>
                  <a:lnTo>
                    <a:pt x="253494" y="103579"/>
                  </a:lnTo>
                  <a:lnTo>
                    <a:pt x="263244" y="119570"/>
                  </a:lnTo>
                  <a:lnTo>
                    <a:pt x="272994" y="121853"/>
                  </a:lnTo>
                  <a:lnTo>
                    <a:pt x="282744" y="130868"/>
                  </a:lnTo>
                  <a:lnTo>
                    <a:pt x="292494" y="147178"/>
                  </a:lnTo>
                  <a:lnTo>
                    <a:pt x="302244" y="103393"/>
                  </a:lnTo>
                  <a:lnTo>
                    <a:pt x="311994" y="114520"/>
                  </a:lnTo>
                  <a:lnTo>
                    <a:pt x="321744" y="106131"/>
                  </a:lnTo>
                  <a:lnTo>
                    <a:pt x="331493" y="58830"/>
                  </a:lnTo>
                  <a:lnTo>
                    <a:pt x="341243" y="46820"/>
                  </a:lnTo>
                  <a:lnTo>
                    <a:pt x="350993" y="75249"/>
                  </a:lnTo>
                  <a:lnTo>
                    <a:pt x="360742" y="91578"/>
                  </a:lnTo>
                  <a:lnTo>
                    <a:pt x="370492" y="130573"/>
                  </a:lnTo>
                  <a:lnTo>
                    <a:pt x="380241" y="165118"/>
                  </a:lnTo>
                  <a:lnTo>
                    <a:pt x="389991" y="169932"/>
                  </a:lnTo>
                  <a:lnTo>
                    <a:pt x="399741" y="178053"/>
                  </a:lnTo>
                  <a:lnTo>
                    <a:pt x="409491" y="142065"/>
                  </a:lnTo>
                  <a:lnTo>
                    <a:pt x="419241" y="142132"/>
                  </a:lnTo>
                  <a:lnTo>
                    <a:pt x="428991" y="156885"/>
                  </a:lnTo>
                  <a:lnTo>
                    <a:pt x="438741" y="162163"/>
                  </a:lnTo>
                  <a:lnTo>
                    <a:pt x="448491" y="179367"/>
                  </a:lnTo>
                  <a:lnTo>
                    <a:pt x="458241" y="189391"/>
                  </a:lnTo>
                  <a:lnTo>
                    <a:pt x="467991" y="237177"/>
                  </a:lnTo>
                  <a:lnTo>
                    <a:pt x="477740" y="226272"/>
                  </a:lnTo>
                  <a:lnTo>
                    <a:pt x="487490" y="220067"/>
                  </a:lnTo>
                  <a:lnTo>
                    <a:pt x="497239" y="239197"/>
                  </a:lnTo>
                  <a:lnTo>
                    <a:pt x="506989" y="229838"/>
                  </a:lnTo>
                  <a:lnTo>
                    <a:pt x="516738" y="217662"/>
                  </a:lnTo>
                  <a:lnTo>
                    <a:pt x="526488" y="213879"/>
                  </a:lnTo>
                  <a:lnTo>
                    <a:pt x="536238" y="201810"/>
                  </a:lnTo>
                  <a:lnTo>
                    <a:pt x="545988" y="230574"/>
                  </a:lnTo>
                  <a:lnTo>
                    <a:pt x="555738" y="234635"/>
                  </a:lnTo>
                  <a:lnTo>
                    <a:pt x="565488" y="254242"/>
                  </a:lnTo>
                  <a:lnTo>
                    <a:pt x="575238" y="267410"/>
                  </a:lnTo>
                  <a:lnTo>
                    <a:pt x="584988" y="254031"/>
                  </a:lnTo>
                  <a:lnTo>
                    <a:pt x="594738" y="267256"/>
                  </a:lnTo>
                  <a:lnTo>
                    <a:pt x="604488" y="256382"/>
                  </a:lnTo>
                  <a:lnTo>
                    <a:pt x="614237" y="267294"/>
                  </a:lnTo>
                  <a:lnTo>
                    <a:pt x="623987" y="310699"/>
                  </a:lnTo>
                  <a:lnTo>
                    <a:pt x="633736" y="334948"/>
                  </a:lnTo>
                  <a:lnTo>
                    <a:pt x="643486" y="341477"/>
                  </a:lnTo>
                  <a:lnTo>
                    <a:pt x="653236" y="330571"/>
                  </a:lnTo>
                  <a:lnTo>
                    <a:pt x="662985" y="343708"/>
                  </a:lnTo>
                  <a:lnTo>
                    <a:pt x="672735" y="324203"/>
                  </a:lnTo>
                  <a:lnTo>
                    <a:pt x="682485" y="325421"/>
                  </a:lnTo>
                  <a:lnTo>
                    <a:pt x="692235" y="295740"/>
                  </a:lnTo>
                  <a:lnTo>
                    <a:pt x="701985" y="278232"/>
                  </a:lnTo>
                  <a:lnTo>
                    <a:pt x="711735" y="278197"/>
                  </a:lnTo>
                  <a:lnTo>
                    <a:pt x="721485" y="261680"/>
                  </a:lnTo>
                  <a:lnTo>
                    <a:pt x="731235" y="233381"/>
                  </a:lnTo>
                  <a:lnTo>
                    <a:pt x="740985" y="197286"/>
                  </a:lnTo>
                  <a:lnTo>
                    <a:pt x="750734" y="168592"/>
                  </a:lnTo>
                  <a:lnTo>
                    <a:pt x="760484" y="152598"/>
                  </a:lnTo>
                  <a:lnTo>
                    <a:pt x="770233" y="150760"/>
                  </a:lnTo>
                  <a:lnTo>
                    <a:pt x="779983" y="141707"/>
                  </a:lnTo>
                  <a:lnTo>
                    <a:pt x="789733" y="106711"/>
                  </a:lnTo>
                  <a:lnTo>
                    <a:pt x="799482" y="92728"/>
                  </a:lnTo>
                  <a:lnTo>
                    <a:pt x="809232" y="91369"/>
                  </a:lnTo>
                  <a:lnTo>
                    <a:pt x="818982" y="51629"/>
                  </a:lnTo>
                  <a:lnTo>
                    <a:pt x="828732" y="45752"/>
                  </a:lnTo>
                  <a:lnTo>
                    <a:pt x="838482" y="100714"/>
                  </a:lnTo>
                  <a:lnTo>
                    <a:pt x="848232" y="100687"/>
                  </a:lnTo>
                  <a:lnTo>
                    <a:pt x="857982" y="113381"/>
                  </a:lnTo>
                  <a:lnTo>
                    <a:pt x="867732" y="135679"/>
                  </a:lnTo>
                  <a:lnTo>
                    <a:pt x="877482" y="99537"/>
                  </a:lnTo>
                  <a:lnTo>
                    <a:pt x="887231" y="115244"/>
                  </a:lnTo>
                  <a:lnTo>
                    <a:pt x="896981" y="115378"/>
                  </a:lnTo>
                  <a:lnTo>
                    <a:pt x="906730" y="150675"/>
                  </a:lnTo>
                  <a:lnTo>
                    <a:pt x="916480" y="139124"/>
                  </a:lnTo>
                  <a:lnTo>
                    <a:pt x="926230" y="129335"/>
                  </a:lnTo>
                  <a:lnTo>
                    <a:pt x="935979" y="132978"/>
                  </a:lnTo>
                  <a:lnTo>
                    <a:pt x="945729" y="123612"/>
                  </a:lnTo>
                  <a:lnTo>
                    <a:pt x="955479" y="120771"/>
                  </a:lnTo>
                  <a:lnTo>
                    <a:pt x="965229" y="170966"/>
                  </a:lnTo>
                  <a:lnTo>
                    <a:pt x="974979" y="165029"/>
                  </a:lnTo>
                  <a:lnTo>
                    <a:pt x="984729" y="179242"/>
                  </a:lnTo>
                  <a:lnTo>
                    <a:pt x="994474" y="145496"/>
                  </a:lnTo>
                  <a:lnTo>
                    <a:pt x="1004233" y="151733"/>
                  </a:lnTo>
                  <a:lnTo>
                    <a:pt x="1013977" y="131364"/>
                  </a:lnTo>
                  <a:lnTo>
                    <a:pt x="1023721" y="157441"/>
                  </a:lnTo>
                  <a:lnTo>
                    <a:pt x="1033480" y="143063"/>
                  </a:lnTo>
                  <a:lnTo>
                    <a:pt x="1043224" y="133015"/>
                  </a:lnTo>
                  <a:lnTo>
                    <a:pt x="1052983" y="152852"/>
                  </a:lnTo>
                  <a:lnTo>
                    <a:pt x="1062727" y="140277"/>
                  </a:lnTo>
                  <a:lnTo>
                    <a:pt x="1072471" y="152093"/>
                  </a:lnTo>
                  <a:lnTo>
                    <a:pt x="1082230" y="169935"/>
                  </a:lnTo>
                  <a:lnTo>
                    <a:pt x="1091973" y="171982"/>
                  </a:lnTo>
                  <a:lnTo>
                    <a:pt x="1101732" y="150045"/>
                  </a:lnTo>
                  <a:lnTo>
                    <a:pt x="1111476" y="161962"/>
                  </a:lnTo>
                  <a:lnTo>
                    <a:pt x="1121220" y="182474"/>
                  </a:lnTo>
                  <a:lnTo>
                    <a:pt x="1130979" y="206557"/>
                  </a:lnTo>
                  <a:lnTo>
                    <a:pt x="1140723" y="203601"/>
                  </a:lnTo>
                  <a:lnTo>
                    <a:pt x="1150482" y="210295"/>
                  </a:lnTo>
                  <a:lnTo>
                    <a:pt x="1160226" y="211434"/>
                  </a:lnTo>
                  <a:lnTo>
                    <a:pt x="1169969" y="174326"/>
                  </a:lnTo>
                  <a:lnTo>
                    <a:pt x="1179728" y="197605"/>
                  </a:lnTo>
                  <a:lnTo>
                    <a:pt x="1189472" y="180947"/>
                  </a:lnTo>
                  <a:lnTo>
                    <a:pt x="1199231" y="170863"/>
                  </a:lnTo>
                  <a:lnTo>
                    <a:pt x="1208975" y="185255"/>
                  </a:lnTo>
                  <a:lnTo>
                    <a:pt x="1218719" y="185887"/>
                  </a:lnTo>
                  <a:lnTo>
                    <a:pt x="1228478" y="216983"/>
                  </a:lnTo>
                  <a:lnTo>
                    <a:pt x="1238222" y="158573"/>
                  </a:lnTo>
                  <a:lnTo>
                    <a:pt x="1247966" y="139237"/>
                  </a:lnTo>
                  <a:lnTo>
                    <a:pt x="1257725" y="130904"/>
                  </a:lnTo>
                  <a:lnTo>
                    <a:pt x="1267469" y="150049"/>
                  </a:lnTo>
                  <a:lnTo>
                    <a:pt x="1277227" y="119695"/>
                  </a:lnTo>
                  <a:lnTo>
                    <a:pt x="1286971" y="139510"/>
                  </a:lnTo>
                  <a:lnTo>
                    <a:pt x="1296715" y="137036"/>
                  </a:lnTo>
                  <a:lnTo>
                    <a:pt x="1306474" y="154902"/>
                  </a:lnTo>
                  <a:lnTo>
                    <a:pt x="1316218" y="171201"/>
                  </a:lnTo>
                  <a:lnTo>
                    <a:pt x="1325977" y="148039"/>
                  </a:lnTo>
                  <a:lnTo>
                    <a:pt x="1335721" y="161197"/>
                  </a:lnTo>
                  <a:lnTo>
                    <a:pt x="1345465" y="194308"/>
                  </a:lnTo>
                  <a:lnTo>
                    <a:pt x="1355224" y="190981"/>
                  </a:lnTo>
                  <a:lnTo>
                    <a:pt x="1364967" y="208318"/>
                  </a:lnTo>
                  <a:lnTo>
                    <a:pt x="1374726" y="207538"/>
                  </a:lnTo>
                  <a:lnTo>
                    <a:pt x="1384470" y="214250"/>
                  </a:lnTo>
                  <a:lnTo>
                    <a:pt x="1394214" y="208933"/>
                  </a:lnTo>
                  <a:lnTo>
                    <a:pt x="1403973" y="186903"/>
                  </a:lnTo>
                  <a:lnTo>
                    <a:pt x="1413717" y="196087"/>
                  </a:lnTo>
                  <a:lnTo>
                    <a:pt x="1423476" y="145739"/>
                  </a:lnTo>
                  <a:lnTo>
                    <a:pt x="1433220" y="164588"/>
                  </a:lnTo>
                  <a:lnTo>
                    <a:pt x="1442964" y="180279"/>
                  </a:lnTo>
                  <a:lnTo>
                    <a:pt x="1452722" y="175455"/>
                  </a:lnTo>
                  <a:lnTo>
                    <a:pt x="1462466" y="184668"/>
                  </a:lnTo>
                  <a:lnTo>
                    <a:pt x="1472225" y="186997"/>
                  </a:lnTo>
                  <a:lnTo>
                    <a:pt x="1481969" y="168122"/>
                  </a:lnTo>
                  <a:lnTo>
                    <a:pt x="1491713" y="170900"/>
                  </a:lnTo>
                  <a:lnTo>
                    <a:pt x="1501472" y="194004"/>
                  </a:lnTo>
                  <a:lnTo>
                    <a:pt x="1511216" y="198235"/>
                  </a:lnTo>
                  <a:lnTo>
                    <a:pt x="1520960" y="203303"/>
                  </a:lnTo>
                  <a:lnTo>
                    <a:pt x="1530719" y="158084"/>
                  </a:lnTo>
                  <a:lnTo>
                    <a:pt x="1540463" y="138108"/>
                  </a:lnTo>
                  <a:lnTo>
                    <a:pt x="1550221" y="158680"/>
                  </a:lnTo>
                  <a:lnTo>
                    <a:pt x="1559965" y="128906"/>
                  </a:lnTo>
                  <a:lnTo>
                    <a:pt x="1569709" y="100144"/>
                  </a:lnTo>
                  <a:lnTo>
                    <a:pt x="1579468" y="127111"/>
                  </a:lnTo>
                  <a:lnTo>
                    <a:pt x="1589212" y="150679"/>
                  </a:lnTo>
                  <a:lnTo>
                    <a:pt x="1598971" y="149620"/>
                  </a:lnTo>
                  <a:lnTo>
                    <a:pt x="1608715" y="162020"/>
                  </a:lnTo>
                  <a:lnTo>
                    <a:pt x="1618459" y="155587"/>
                  </a:lnTo>
                  <a:lnTo>
                    <a:pt x="1628218" y="150152"/>
                  </a:lnTo>
                  <a:lnTo>
                    <a:pt x="1637962" y="146517"/>
                  </a:lnTo>
                  <a:lnTo>
                    <a:pt x="1647720" y="154283"/>
                  </a:lnTo>
                  <a:lnTo>
                    <a:pt x="1657464" y="154453"/>
                  </a:lnTo>
                  <a:lnTo>
                    <a:pt x="1667208" y="137827"/>
                  </a:lnTo>
                  <a:lnTo>
                    <a:pt x="1676967" y="147829"/>
                  </a:lnTo>
                  <a:lnTo>
                    <a:pt x="1686711" y="162947"/>
                  </a:lnTo>
                  <a:lnTo>
                    <a:pt x="1696470" y="172129"/>
                  </a:lnTo>
                  <a:lnTo>
                    <a:pt x="1706214" y="155334"/>
                  </a:lnTo>
                  <a:lnTo>
                    <a:pt x="1715958" y="131339"/>
                  </a:lnTo>
                  <a:lnTo>
                    <a:pt x="1725716" y="108038"/>
                  </a:lnTo>
                  <a:lnTo>
                    <a:pt x="1735460" y="106063"/>
                  </a:lnTo>
                  <a:lnTo>
                    <a:pt x="1745219" y="106768"/>
                  </a:lnTo>
                  <a:lnTo>
                    <a:pt x="1754963" y="113581"/>
                  </a:lnTo>
                  <a:lnTo>
                    <a:pt x="1764707" y="106981"/>
                  </a:lnTo>
                  <a:lnTo>
                    <a:pt x="1774466" y="136369"/>
                  </a:lnTo>
                  <a:lnTo>
                    <a:pt x="1784210" y="132155"/>
                  </a:lnTo>
                  <a:lnTo>
                    <a:pt x="1793969" y="156873"/>
                  </a:lnTo>
                  <a:lnTo>
                    <a:pt x="1803713" y="132442"/>
                  </a:lnTo>
                  <a:lnTo>
                    <a:pt x="1813457" y="81924"/>
                  </a:lnTo>
                  <a:lnTo>
                    <a:pt x="1823215" y="90188"/>
                  </a:lnTo>
                  <a:lnTo>
                    <a:pt x="1832959" y="119798"/>
                  </a:lnTo>
                  <a:lnTo>
                    <a:pt x="1842703" y="134383"/>
                  </a:lnTo>
                  <a:lnTo>
                    <a:pt x="1852462" y="144213"/>
                  </a:lnTo>
                  <a:lnTo>
                    <a:pt x="1862206" y="117663"/>
                  </a:lnTo>
                  <a:lnTo>
                    <a:pt x="1871965" y="151943"/>
                  </a:lnTo>
                  <a:lnTo>
                    <a:pt x="1881709" y="158211"/>
                  </a:lnTo>
                  <a:lnTo>
                    <a:pt x="1891453" y="152405"/>
                  </a:lnTo>
                  <a:lnTo>
                    <a:pt x="1901212" y="108919"/>
                  </a:lnTo>
                  <a:lnTo>
                    <a:pt x="1910956" y="105675"/>
                  </a:lnTo>
                  <a:lnTo>
                    <a:pt x="1920714" y="95976"/>
                  </a:lnTo>
                  <a:lnTo>
                    <a:pt x="1930458" y="59353"/>
                  </a:lnTo>
                  <a:lnTo>
                    <a:pt x="1940202" y="71456"/>
                  </a:lnTo>
                  <a:lnTo>
                    <a:pt x="1949961" y="53174"/>
                  </a:lnTo>
                  <a:lnTo>
                    <a:pt x="1959705" y="57729"/>
                  </a:lnTo>
                  <a:lnTo>
                    <a:pt x="1969464" y="63870"/>
                  </a:lnTo>
                  <a:lnTo>
                    <a:pt x="1979208" y="56075"/>
                  </a:lnTo>
                  <a:lnTo>
                    <a:pt x="1988952" y="52060"/>
                  </a:lnTo>
                  <a:lnTo>
                    <a:pt x="1998711" y="51583"/>
                  </a:lnTo>
                  <a:lnTo>
                    <a:pt x="2008454" y="87473"/>
                  </a:lnTo>
                  <a:lnTo>
                    <a:pt x="2018213" y="77712"/>
                  </a:lnTo>
                  <a:lnTo>
                    <a:pt x="2027957" y="104700"/>
                  </a:lnTo>
                  <a:lnTo>
                    <a:pt x="2037701" y="97287"/>
                  </a:lnTo>
                  <a:lnTo>
                    <a:pt x="2047460" y="79449"/>
                  </a:lnTo>
                  <a:lnTo>
                    <a:pt x="2057204" y="67528"/>
                  </a:lnTo>
                  <a:lnTo>
                    <a:pt x="2066963" y="86116"/>
                  </a:lnTo>
                  <a:lnTo>
                    <a:pt x="2076707" y="98454"/>
                  </a:lnTo>
                  <a:lnTo>
                    <a:pt x="2086451" y="124471"/>
                  </a:lnTo>
                  <a:lnTo>
                    <a:pt x="2096210" y="120850"/>
                  </a:lnTo>
                  <a:lnTo>
                    <a:pt x="2105954" y="110273"/>
                  </a:lnTo>
                  <a:lnTo>
                    <a:pt x="2115697" y="103299"/>
                  </a:lnTo>
                  <a:lnTo>
                    <a:pt x="2125456" y="104612"/>
                  </a:lnTo>
                  <a:lnTo>
                    <a:pt x="2135200" y="106541"/>
                  </a:lnTo>
                  <a:lnTo>
                    <a:pt x="2144959" y="74340"/>
                  </a:lnTo>
                  <a:lnTo>
                    <a:pt x="2154703" y="84583"/>
                  </a:lnTo>
                  <a:lnTo>
                    <a:pt x="2164447" y="97962"/>
                  </a:lnTo>
                  <a:lnTo>
                    <a:pt x="2174206" y="68517"/>
                  </a:lnTo>
                  <a:lnTo>
                    <a:pt x="2183950" y="67106"/>
                  </a:lnTo>
                  <a:lnTo>
                    <a:pt x="2193709" y="91250"/>
                  </a:lnTo>
                  <a:lnTo>
                    <a:pt x="2203452" y="72856"/>
                  </a:lnTo>
                  <a:lnTo>
                    <a:pt x="2213196" y="38687"/>
                  </a:lnTo>
                  <a:lnTo>
                    <a:pt x="2222955" y="23342"/>
                  </a:lnTo>
                  <a:lnTo>
                    <a:pt x="2232699" y="15182"/>
                  </a:lnTo>
                  <a:lnTo>
                    <a:pt x="2242458" y="37572"/>
                  </a:lnTo>
                  <a:lnTo>
                    <a:pt x="2252202" y="62248"/>
                  </a:lnTo>
                  <a:lnTo>
                    <a:pt x="2261946" y="41096"/>
                  </a:lnTo>
                  <a:lnTo>
                    <a:pt x="2271705" y="32650"/>
                  </a:lnTo>
                  <a:lnTo>
                    <a:pt x="2281449" y="26325"/>
                  </a:lnTo>
                  <a:lnTo>
                    <a:pt x="2291208" y="27179"/>
                  </a:lnTo>
                  <a:lnTo>
                    <a:pt x="2300951" y="16714"/>
                  </a:lnTo>
                  <a:lnTo>
                    <a:pt x="2310695" y="64971"/>
                  </a:lnTo>
                  <a:lnTo>
                    <a:pt x="2320454" y="82722"/>
                  </a:lnTo>
                  <a:lnTo>
                    <a:pt x="2330198" y="63927"/>
                  </a:lnTo>
                  <a:lnTo>
                    <a:pt x="2339957" y="48884"/>
                  </a:lnTo>
                  <a:lnTo>
                    <a:pt x="2349701" y="64688"/>
                  </a:lnTo>
                  <a:lnTo>
                    <a:pt x="2359445" y="123964"/>
                  </a:lnTo>
                  <a:lnTo>
                    <a:pt x="2369204" y="112282"/>
                  </a:lnTo>
                  <a:lnTo>
                    <a:pt x="2378948" y="148979"/>
                  </a:lnTo>
                  <a:lnTo>
                    <a:pt x="2388692" y="147922"/>
                  </a:lnTo>
                  <a:lnTo>
                    <a:pt x="2398450" y="171977"/>
                  </a:lnTo>
                  <a:lnTo>
                    <a:pt x="2408194" y="141435"/>
                  </a:lnTo>
                  <a:lnTo>
                    <a:pt x="2417953" y="133093"/>
                  </a:lnTo>
                  <a:lnTo>
                    <a:pt x="2427697" y="119098"/>
                  </a:lnTo>
                  <a:lnTo>
                    <a:pt x="2437441" y="115199"/>
                  </a:lnTo>
                  <a:lnTo>
                    <a:pt x="2447200" y="144991"/>
                  </a:lnTo>
                  <a:lnTo>
                    <a:pt x="2456944" y="120945"/>
                  </a:lnTo>
                  <a:lnTo>
                    <a:pt x="2466703" y="91980"/>
                  </a:lnTo>
                  <a:lnTo>
                    <a:pt x="2476446" y="59185"/>
                  </a:lnTo>
                  <a:lnTo>
                    <a:pt x="2486190" y="42712"/>
                  </a:lnTo>
                  <a:lnTo>
                    <a:pt x="2495949" y="72044"/>
                  </a:lnTo>
                  <a:lnTo>
                    <a:pt x="2505693" y="50835"/>
                  </a:lnTo>
                  <a:lnTo>
                    <a:pt x="2515452" y="55067"/>
                  </a:lnTo>
                  <a:lnTo>
                    <a:pt x="2525196" y="55955"/>
                  </a:lnTo>
                  <a:lnTo>
                    <a:pt x="2534940" y="70970"/>
                  </a:lnTo>
                  <a:lnTo>
                    <a:pt x="2544699" y="62676"/>
                  </a:lnTo>
                  <a:lnTo>
                    <a:pt x="2554443" y="36188"/>
                  </a:lnTo>
                  <a:lnTo>
                    <a:pt x="2564202" y="44436"/>
                  </a:lnTo>
                  <a:lnTo>
                    <a:pt x="2573946" y="66473"/>
                  </a:lnTo>
                  <a:lnTo>
                    <a:pt x="2583690" y="59203"/>
                  </a:lnTo>
                  <a:lnTo>
                    <a:pt x="2593448" y="36778"/>
                  </a:lnTo>
                  <a:lnTo>
                    <a:pt x="2603192" y="30355"/>
                  </a:lnTo>
                  <a:lnTo>
                    <a:pt x="2612951" y="5988"/>
                  </a:lnTo>
                  <a:lnTo>
                    <a:pt x="2622695" y="0"/>
                  </a:lnTo>
                  <a:lnTo>
                    <a:pt x="2632439" y="65488"/>
                  </a:lnTo>
                  <a:lnTo>
                    <a:pt x="2642198" y="85003"/>
                  </a:lnTo>
                  <a:lnTo>
                    <a:pt x="2651942" y="91511"/>
                  </a:lnTo>
                  <a:lnTo>
                    <a:pt x="2661685" y="111821"/>
                  </a:lnTo>
                  <a:lnTo>
                    <a:pt x="2671444" y="129320"/>
                  </a:lnTo>
                  <a:lnTo>
                    <a:pt x="2681188" y="108894"/>
                  </a:lnTo>
                  <a:lnTo>
                    <a:pt x="2690947" y="131327"/>
                  </a:lnTo>
                  <a:lnTo>
                    <a:pt x="2700691" y="117468"/>
                  </a:lnTo>
                  <a:lnTo>
                    <a:pt x="2710435" y="141668"/>
                  </a:lnTo>
                  <a:lnTo>
                    <a:pt x="2720194" y="139799"/>
                  </a:lnTo>
                  <a:lnTo>
                    <a:pt x="2729938" y="133021"/>
                  </a:lnTo>
                  <a:lnTo>
                    <a:pt x="2739697" y="168327"/>
                  </a:lnTo>
                  <a:lnTo>
                    <a:pt x="2749441" y="141010"/>
                  </a:lnTo>
                  <a:lnTo>
                    <a:pt x="2759185" y="163706"/>
                  </a:lnTo>
                  <a:lnTo>
                    <a:pt x="2768943" y="173134"/>
                  </a:lnTo>
                  <a:lnTo>
                    <a:pt x="2778687" y="143208"/>
                  </a:lnTo>
                  <a:lnTo>
                    <a:pt x="2788446" y="125922"/>
                  </a:lnTo>
                  <a:lnTo>
                    <a:pt x="2798190" y="123507"/>
                  </a:lnTo>
                  <a:lnTo>
                    <a:pt x="2807934" y="178007"/>
                  </a:lnTo>
                  <a:lnTo>
                    <a:pt x="2817693" y="170361"/>
                  </a:lnTo>
                  <a:lnTo>
                    <a:pt x="2827437" y="169793"/>
                  </a:lnTo>
                  <a:lnTo>
                    <a:pt x="2837196" y="157527"/>
                  </a:lnTo>
                  <a:lnTo>
                    <a:pt x="2846940" y="145719"/>
                  </a:lnTo>
                  <a:lnTo>
                    <a:pt x="2856684" y="171268"/>
                  </a:lnTo>
                  <a:lnTo>
                    <a:pt x="2866442" y="177949"/>
                  </a:lnTo>
                  <a:lnTo>
                    <a:pt x="2876186" y="162530"/>
                  </a:lnTo>
                  <a:lnTo>
                    <a:pt x="2885945" y="152841"/>
                  </a:lnTo>
                  <a:lnTo>
                    <a:pt x="2895689" y="169932"/>
                  </a:lnTo>
                  <a:lnTo>
                    <a:pt x="2905433" y="136235"/>
                  </a:lnTo>
                  <a:lnTo>
                    <a:pt x="2915192" y="15950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8" name="Freeform 1207">
              <a:extLst>
                <a:ext uri="{FF2B5EF4-FFF2-40B4-BE49-F238E27FC236}">
                  <a16:creationId xmlns:a16="http://schemas.microsoft.com/office/drawing/2014/main" id="{7AECDCA4-D7CB-53F1-5463-E6D6458F5511}"/>
                </a:ext>
              </a:extLst>
            </p:cNvPr>
            <p:cNvSpPr/>
            <p:nvPr/>
          </p:nvSpPr>
          <p:spPr>
            <a:xfrm>
              <a:off x="4426652" y="3136101"/>
              <a:ext cx="2915191" cy="371127"/>
            </a:xfrm>
            <a:custGeom>
              <a:avLst/>
              <a:gdLst>
                <a:gd name="connsiteX0" fmla="*/ 0 w 2915191"/>
                <a:gd name="connsiteY0" fmla="*/ 273971 h 371127"/>
                <a:gd name="connsiteX1" fmla="*/ 9750 w 2915191"/>
                <a:gd name="connsiteY1" fmla="*/ 251732 h 371127"/>
                <a:gd name="connsiteX2" fmla="*/ 19500 w 2915191"/>
                <a:gd name="connsiteY2" fmla="*/ 222884 h 371127"/>
                <a:gd name="connsiteX3" fmla="*/ 29250 w 2915191"/>
                <a:gd name="connsiteY3" fmla="*/ 236819 h 371127"/>
                <a:gd name="connsiteX4" fmla="*/ 39000 w 2915191"/>
                <a:gd name="connsiteY4" fmla="*/ 245772 h 371127"/>
                <a:gd name="connsiteX5" fmla="*/ 48749 w 2915191"/>
                <a:gd name="connsiteY5" fmla="*/ 250567 h 371127"/>
                <a:gd name="connsiteX6" fmla="*/ 58499 w 2915191"/>
                <a:gd name="connsiteY6" fmla="*/ 223461 h 371127"/>
                <a:gd name="connsiteX7" fmla="*/ 68249 w 2915191"/>
                <a:gd name="connsiteY7" fmla="*/ 177262 h 371127"/>
                <a:gd name="connsiteX8" fmla="*/ 77998 w 2915191"/>
                <a:gd name="connsiteY8" fmla="*/ 180316 h 371127"/>
                <a:gd name="connsiteX9" fmla="*/ 87748 w 2915191"/>
                <a:gd name="connsiteY9" fmla="*/ 202105 h 371127"/>
                <a:gd name="connsiteX10" fmla="*/ 97497 w 2915191"/>
                <a:gd name="connsiteY10" fmla="*/ 201805 h 371127"/>
                <a:gd name="connsiteX11" fmla="*/ 107247 w 2915191"/>
                <a:gd name="connsiteY11" fmla="*/ 225456 h 371127"/>
                <a:gd name="connsiteX12" fmla="*/ 116997 w 2915191"/>
                <a:gd name="connsiteY12" fmla="*/ 225343 h 371127"/>
                <a:gd name="connsiteX13" fmla="*/ 126747 w 2915191"/>
                <a:gd name="connsiteY13" fmla="*/ 230665 h 371127"/>
                <a:gd name="connsiteX14" fmla="*/ 136497 w 2915191"/>
                <a:gd name="connsiteY14" fmla="*/ 242955 h 371127"/>
                <a:gd name="connsiteX15" fmla="*/ 146247 w 2915191"/>
                <a:gd name="connsiteY15" fmla="*/ 162418 h 371127"/>
                <a:gd name="connsiteX16" fmla="*/ 155997 w 2915191"/>
                <a:gd name="connsiteY16" fmla="*/ 176824 h 371127"/>
                <a:gd name="connsiteX17" fmla="*/ 165747 w 2915191"/>
                <a:gd name="connsiteY17" fmla="*/ 188535 h 371127"/>
                <a:gd name="connsiteX18" fmla="*/ 175497 w 2915191"/>
                <a:gd name="connsiteY18" fmla="*/ 198961 h 371127"/>
                <a:gd name="connsiteX19" fmla="*/ 185247 w 2915191"/>
                <a:gd name="connsiteY19" fmla="*/ 168586 h 371127"/>
                <a:gd name="connsiteX20" fmla="*/ 194996 w 2915191"/>
                <a:gd name="connsiteY20" fmla="*/ 165242 h 371127"/>
                <a:gd name="connsiteX21" fmla="*/ 204746 w 2915191"/>
                <a:gd name="connsiteY21" fmla="*/ 162442 h 371127"/>
                <a:gd name="connsiteX22" fmla="*/ 214495 w 2915191"/>
                <a:gd name="connsiteY22" fmla="*/ 148248 h 371127"/>
                <a:gd name="connsiteX23" fmla="*/ 224245 w 2915191"/>
                <a:gd name="connsiteY23" fmla="*/ 193077 h 371127"/>
                <a:gd name="connsiteX24" fmla="*/ 233995 w 2915191"/>
                <a:gd name="connsiteY24" fmla="*/ 194608 h 371127"/>
                <a:gd name="connsiteX25" fmla="*/ 243744 w 2915191"/>
                <a:gd name="connsiteY25" fmla="*/ 168761 h 371127"/>
                <a:gd name="connsiteX26" fmla="*/ 253494 w 2915191"/>
                <a:gd name="connsiteY26" fmla="*/ 192543 h 371127"/>
                <a:gd name="connsiteX27" fmla="*/ 263244 w 2915191"/>
                <a:gd name="connsiteY27" fmla="*/ 193407 h 371127"/>
                <a:gd name="connsiteX28" fmla="*/ 272994 w 2915191"/>
                <a:gd name="connsiteY28" fmla="*/ 171660 h 371127"/>
                <a:gd name="connsiteX29" fmla="*/ 282744 w 2915191"/>
                <a:gd name="connsiteY29" fmla="*/ 171049 h 371127"/>
                <a:gd name="connsiteX30" fmla="*/ 292494 w 2915191"/>
                <a:gd name="connsiteY30" fmla="*/ 142978 h 371127"/>
                <a:gd name="connsiteX31" fmla="*/ 302244 w 2915191"/>
                <a:gd name="connsiteY31" fmla="*/ 171405 h 371127"/>
                <a:gd name="connsiteX32" fmla="*/ 311994 w 2915191"/>
                <a:gd name="connsiteY32" fmla="*/ 153011 h 371127"/>
                <a:gd name="connsiteX33" fmla="*/ 321744 w 2915191"/>
                <a:gd name="connsiteY33" fmla="*/ 135009 h 371127"/>
                <a:gd name="connsiteX34" fmla="*/ 331493 w 2915191"/>
                <a:gd name="connsiteY34" fmla="*/ 163281 h 371127"/>
                <a:gd name="connsiteX35" fmla="*/ 341243 w 2915191"/>
                <a:gd name="connsiteY35" fmla="*/ 163786 h 371127"/>
                <a:gd name="connsiteX36" fmla="*/ 350993 w 2915191"/>
                <a:gd name="connsiteY36" fmla="*/ 193533 h 371127"/>
                <a:gd name="connsiteX37" fmla="*/ 360742 w 2915191"/>
                <a:gd name="connsiteY37" fmla="*/ 162846 h 371127"/>
                <a:gd name="connsiteX38" fmla="*/ 370492 w 2915191"/>
                <a:gd name="connsiteY38" fmla="*/ 173104 h 371127"/>
                <a:gd name="connsiteX39" fmla="*/ 380241 w 2915191"/>
                <a:gd name="connsiteY39" fmla="*/ 200831 h 371127"/>
                <a:gd name="connsiteX40" fmla="*/ 389991 w 2915191"/>
                <a:gd name="connsiteY40" fmla="*/ 217643 h 371127"/>
                <a:gd name="connsiteX41" fmla="*/ 399741 w 2915191"/>
                <a:gd name="connsiteY41" fmla="*/ 211904 h 371127"/>
                <a:gd name="connsiteX42" fmla="*/ 409491 w 2915191"/>
                <a:gd name="connsiteY42" fmla="*/ 247341 h 371127"/>
                <a:gd name="connsiteX43" fmla="*/ 419241 w 2915191"/>
                <a:gd name="connsiteY43" fmla="*/ 231958 h 371127"/>
                <a:gd name="connsiteX44" fmla="*/ 428991 w 2915191"/>
                <a:gd name="connsiteY44" fmla="*/ 233902 h 371127"/>
                <a:gd name="connsiteX45" fmla="*/ 438741 w 2915191"/>
                <a:gd name="connsiteY45" fmla="*/ 232342 h 371127"/>
                <a:gd name="connsiteX46" fmla="*/ 448491 w 2915191"/>
                <a:gd name="connsiteY46" fmla="*/ 219161 h 371127"/>
                <a:gd name="connsiteX47" fmla="*/ 458241 w 2915191"/>
                <a:gd name="connsiteY47" fmla="*/ 230159 h 371127"/>
                <a:gd name="connsiteX48" fmla="*/ 467991 w 2915191"/>
                <a:gd name="connsiteY48" fmla="*/ 258548 h 371127"/>
                <a:gd name="connsiteX49" fmla="*/ 477740 w 2915191"/>
                <a:gd name="connsiteY49" fmla="*/ 257749 h 371127"/>
                <a:gd name="connsiteX50" fmla="*/ 487490 w 2915191"/>
                <a:gd name="connsiteY50" fmla="*/ 299826 h 371127"/>
                <a:gd name="connsiteX51" fmla="*/ 497239 w 2915191"/>
                <a:gd name="connsiteY51" fmla="*/ 302867 h 371127"/>
                <a:gd name="connsiteX52" fmla="*/ 506989 w 2915191"/>
                <a:gd name="connsiteY52" fmla="*/ 309447 h 371127"/>
                <a:gd name="connsiteX53" fmla="*/ 516738 w 2915191"/>
                <a:gd name="connsiteY53" fmla="*/ 302120 h 371127"/>
                <a:gd name="connsiteX54" fmla="*/ 526488 w 2915191"/>
                <a:gd name="connsiteY54" fmla="*/ 274660 h 371127"/>
                <a:gd name="connsiteX55" fmla="*/ 536238 w 2915191"/>
                <a:gd name="connsiteY55" fmla="*/ 276616 h 371127"/>
                <a:gd name="connsiteX56" fmla="*/ 545988 w 2915191"/>
                <a:gd name="connsiteY56" fmla="*/ 262705 h 371127"/>
                <a:gd name="connsiteX57" fmla="*/ 555738 w 2915191"/>
                <a:gd name="connsiteY57" fmla="*/ 271212 h 371127"/>
                <a:gd name="connsiteX58" fmla="*/ 565488 w 2915191"/>
                <a:gd name="connsiteY58" fmla="*/ 252384 h 371127"/>
                <a:gd name="connsiteX59" fmla="*/ 575238 w 2915191"/>
                <a:gd name="connsiteY59" fmla="*/ 265951 h 371127"/>
                <a:gd name="connsiteX60" fmla="*/ 584988 w 2915191"/>
                <a:gd name="connsiteY60" fmla="*/ 274286 h 371127"/>
                <a:gd name="connsiteX61" fmla="*/ 594738 w 2915191"/>
                <a:gd name="connsiteY61" fmla="*/ 282845 h 371127"/>
                <a:gd name="connsiteX62" fmla="*/ 604488 w 2915191"/>
                <a:gd name="connsiteY62" fmla="*/ 315344 h 371127"/>
                <a:gd name="connsiteX63" fmla="*/ 614237 w 2915191"/>
                <a:gd name="connsiteY63" fmla="*/ 340364 h 371127"/>
                <a:gd name="connsiteX64" fmla="*/ 623987 w 2915191"/>
                <a:gd name="connsiteY64" fmla="*/ 364057 h 371127"/>
                <a:gd name="connsiteX65" fmla="*/ 633736 w 2915191"/>
                <a:gd name="connsiteY65" fmla="*/ 363897 h 371127"/>
                <a:gd name="connsiteX66" fmla="*/ 643486 w 2915191"/>
                <a:gd name="connsiteY66" fmla="*/ 329372 h 371127"/>
                <a:gd name="connsiteX67" fmla="*/ 653236 w 2915191"/>
                <a:gd name="connsiteY67" fmla="*/ 308644 h 371127"/>
                <a:gd name="connsiteX68" fmla="*/ 662985 w 2915191"/>
                <a:gd name="connsiteY68" fmla="*/ 313241 h 371127"/>
                <a:gd name="connsiteX69" fmla="*/ 672735 w 2915191"/>
                <a:gd name="connsiteY69" fmla="*/ 284523 h 371127"/>
                <a:gd name="connsiteX70" fmla="*/ 682485 w 2915191"/>
                <a:gd name="connsiteY70" fmla="*/ 281732 h 371127"/>
                <a:gd name="connsiteX71" fmla="*/ 692235 w 2915191"/>
                <a:gd name="connsiteY71" fmla="*/ 290196 h 371127"/>
                <a:gd name="connsiteX72" fmla="*/ 701985 w 2915191"/>
                <a:gd name="connsiteY72" fmla="*/ 295302 h 371127"/>
                <a:gd name="connsiteX73" fmla="*/ 711735 w 2915191"/>
                <a:gd name="connsiteY73" fmla="*/ 308190 h 371127"/>
                <a:gd name="connsiteX74" fmla="*/ 721485 w 2915191"/>
                <a:gd name="connsiteY74" fmla="*/ 324498 h 371127"/>
                <a:gd name="connsiteX75" fmla="*/ 731235 w 2915191"/>
                <a:gd name="connsiteY75" fmla="*/ 349900 h 371127"/>
                <a:gd name="connsiteX76" fmla="*/ 740985 w 2915191"/>
                <a:gd name="connsiteY76" fmla="*/ 329598 h 371127"/>
                <a:gd name="connsiteX77" fmla="*/ 750734 w 2915191"/>
                <a:gd name="connsiteY77" fmla="*/ 328189 h 371127"/>
                <a:gd name="connsiteX78" fmla="*/ 760484 w 2915191"/>
                <a:gd name="connsiteY78" fmla="*/ 348726 h 371127"/>
                <a:gd name="connsiteX79" fmla="*/ 770233 w 2915191"/>
                <a:gd name="connsiteY79" fmla="*/ 331846 h 371127"/>
                <a:gd name="connsiteX80" fmla="*/ 779983 w 2915191"/>
                <a:gd name="connsiteY80" fmla="*/ 323573 h 371127"/>
                <a:gd name="connsiteX81" fmla="*/ 789733 w 2915191"/>
                <a:gd name="connsiteY81" fmla="*/ 321681 h 371127"/>
                <a:gd name="connsiteX82" fmla="*/ 799482 w 2915191"/>
                <a:gd name="connsiteY82" fmla="*/ 296575 h 371127"/>
                <a:gd name="connsiteX83" fmla="*/ 809232 w 2915191"/>
                <a:gd name="connsiteY83" fmla="*/ 294021 h 371127"/>
                <a:gd name="connsiteX84" fmla="*/ 818982 w 2915191"/>
                <a:gd name="connsiteY84" fmla="*/ 265947 h 371127"/>
                <a:gd name="connsiteX85" fmla="*/ 828732 w 2915191"/>
                <a:gd name="connsiteY85" fmla="*/ 248259 h 371127"/>
                <a:gd name="connsiteX86" fmla="*/ 838482 w 2915191"/>
                <a:gd name="connsiteY86" fmla="*/ 250561 h 371127"/>
                <a:gd name="connsiteX87" fmla="*/ 848232 w 2915191"/>
                <a:gd name="connsiteY87" fmla="*/ 230566 h 371127"/>
                <a:gd name="connsiteX88" fmla="*/ 857982 w 2915191"/>
                <a:gd name="connsiteY88" fmla="*/ 198036 h 371127"/>
                <a:gd name="connsiteX89" fmla="*/ 867732 w 2915191"/>
                <a:gd name="connsiteY89" fmla="*/ 235185 h 371127"/>
                <a:gd name="connsiteX90" fmla="*/ 877482 w 2915191"/>
                <a:gd name="connsiteY90" fmla="*/ 249881 h 371127"/>
                <a:gd name="connsiteX91" fmla="*/ 887231 w 2915191"/>
                <a:gd name="connsiteY91" fmla="*/ 281488 h 371127"/>
                <a:gd name="connsiteX92" fmla="*/ 896981 w 2915191"/>
                <a:gd name="connsiteY92" fmla="*/ 247782 h 371127"/>
                <a:gd name="connsiteX93" fmla="*/ 906730 w 2915191"/>
                <a:gd name="connsiteY93" fmla="*/ 236970 h 371127"/>
                <a:gd name="connsiteX94" fmla="*/ 916480 w 2915191"/>
                <a:gd name="connsiteY94" fmla="*/ 230206 h 371127"/>
                <a:gd name="connsiteX95" fmla="*/ 926230 w 2915191"/>
                <a:gd name="connsiteY95" fmla="*/ 216309 h 371127"/>
                <a:gd name="connsiteX96" fmla="*/ 935979 w 2915191"/>
                <a:gd name="connsiteY96" fmla="*/ 164984 h 371127"/>
                <a:gd name="connsiteX97" fmla="*/ 945729 w 2915191"/>
                <a:gd name="connsiteY97" fmla="*/ 131874 h 371127"/>
                <a:gd name="connsiteX98" fmla="*/ 955479 w 2915191"/>
                <a:gd name="connsiteY98" fmla="*/ 140850 h 371127"/>
                <a:gd name="connsiteX99" fmla="*/ 965229 w 2915191"/>
                <a:gd name="connsiteY99" fmla="*/ 130680 h 371127"/>
                <a:gd name="connsiteX100" fmla="*/ 974979 w 2915191"/>
                <a:gd name="connsiteY100" fmla="*/ 161209 h 371127"/>
                <a:gd name="connsiteX101" fmla="*/ 984729 w 2915191"/>
                <a:gd name="connsiteY101" fmla="*/ 164243 h 371127"/>
                <a:gd name="connsiteX102" fmla="*/ 994474 w 2915191"/>
                <a:gd name="connsiteY102" fmla="*/ 145669 h 371127"/>
                <a:gd name="connsiteX103" fmla="*/ 1004233 w 2915191"/>
                <a:gd name="connsiteY103" fmla="*/ 148914 h 371127"/>
                <a:gd name="connsiteX104" fmla="*/ 1013977 w 2915191"/>
                <a:gd name="connsiteY104" fmla="*/ 131031 h 371127"/>
                <a:gd name="connsiteX105" fmla="*/ 1023721 w 2915191"/>
                <a:gd name="connsiteY105" fmla="*/ 127687 h 371127"/>
                <a:gd name="connsiteX106" fmla="*/ 1033480 w 2915191"/>
                <a:gd name="connsiteY106" fmla="*/ 131841 h 371127"/>
                <a:gd name="connsiteX107" fmla="*/ 1043224 w 2915191"/>
                <a:gd name="connsiteY107" fmla="*/ 153388 h 371127"/>
                <a:gd name="connsiteX108" fmla="*/ 1052983 w 2915191"/>
                <a:gd name="connsiteY108" fmla="*/ 187353 h 371127"/>
                <a:gd name="connsiteX109" fmla="*/ 1062727 w 2915191"/>
                <a:gd name="connsiteY109" fmla="*/ 175136 h 371127"/>
                <a:gd name="connsiteX110" fmla="*/ 1072471 w 2915191"/>
                <a:gd name="connsiteY110" fmla="*/ 186385 h 371127"/>
                <a:gd name="connsiteX111" fmla="*/ 1082230 w 2915191"/>
                <a:gd name="connsiteY111" fmla="*/ 201904 h 371127"/>
                <a:gd name="connsiteX112" fmla="*/ 1091973 w 2915191"/>
                <a:gd name="connsiteY112" fmla="*/ 215170 h 371127"/>
                <a:gd name="connsiteX113" fmla="*/ 1101732 w 2915191"/>
                <a:gd name="connsiteY113" fmla="*/ 229635 h 371127"/>
                <a:gd name="connsiteX114" fmla="*/ 1111476 w 2915191"/>
                <a:gd name="connsiteY114" fmla="*/ 239553 h 371127"/>
                <a:gd name="connsiteX115" fmla="*/ 1121220 w 2915191"/>
                <a:gd name="connsiteY115" fmla="*/ 240325 h 371127"/>
                <a:gd name="connsiteX116" fmla="*/ 1130979 w 2915191"/>
                <a:gd name="connsiteY116" fmla="*/ 234069 h 371127"/>
                <a:gd name="connsiteX117" fmla="*/ 1140723 w 2915191"/>
                <a:gd name="connsiteY117" fmla="*/ 274475 h 371127"/>
                <a:gd name="connsiteX118" fmla="*/ 1150482 w 2915191"/>
                <a:gd name="connsiteY118" fmla="*/ 253301 h 371127"/>
                <a:gd name="connsiteX119" fmla="*/ 1160226 w 2915191"/>
                <a:gd name="connsiteY119" fmla="*/ 242743 h 371127"/>
                <a:gd name="connsiteX120" fmla="*/ 1169969 w 2915191"/>
                <a:gd name="connsiteY120" fmla="*/ 257609 h 371127"/>
                <a:gd name="connsiteX121" fmla="*/ 1179728 w 2915191"/>
                <a:gd name="connsiteY121" fmla="*/ 220331 h 371127"/>
                <a:gd name="connsiteX122" fmla="*/ 1189472 w 2915191"/>
                <a:gd name="connsiteY122" fmla="*/ 224852 h 371127"/>
                <a:gd name="connsiteX123" fmla="*/ 1199231 w 2915191"/>
                <a:gd name="connsiteY123" fmla="*/ 229203 h 371127"/>
                <a:gd name="connsiteX124" fmla="*/ 1208975 w 2915191"/>
                <a:gd name="connsiteY124" fmla="*/ 246244 h 371127"/>
                <a:gd name="connsiteX125" fmla="*/ 1218719 w 2915191"/>
                <a:gd name="connsiteY125" fmla="*/ 216216 h 371127"/>
                <a:gd name="connsiteX126" fmla="*/ 1228478 w 2915191"/>
                <a:gd name="connsiteY126" fmla="*/ 246431 h 371127"/>
                <a:gd name="connsiteX127" fmla="*/ 1238222 w 2915191"/>
                <a:gd name="connsiteY127" fmla="*/ 242232 h 371127"/>
                <a:gd name="connsiteX128" fmla="*/ 1247966 w 2915191"/>
                <a:gd name="connsiteY128" fmla="*/ 256385 h 371127"/>
                <a:gd name="connsiteX129" fmla="*/ 1257725 w 2915191"/>
                <a:gd name="connsiteY129" fmla="*/ 288349 h 371127"/>
                <a:gd name="connsiteX130" fmla="*/ 1267469 w 2915191"/>
                <a:gd name="connsiteY130" fmla="*/ 263900 h 371127"/>
                <a:gd name="connsiteX131" fmla="*/ 1277227 w 2915191"/>
                <a:gd name="connsiteY131" fmla="*/ 260419 h 371127"/>
                <a:gd name="connsiteX132" fmla="*/ 1286971 w 2915191"/>
                <a:gd name="connsiteY132" fmla="*/ 226560 h 371127"/>
                <a:gd name="connsiteX133" fmla="*/ 1296715 w 2915191"/>
                <a:gd name="connsiteY133" fmla="*/ 223202 h 371127"/>
                <a:gd name="connsiteX134" fmla="*/ 1306474 w 2915191"/>
                <a:gd name="connsiteY134" fmla="*/ 227491 h 371127"/>
                <a:gd name="connsiteX135" fmla="*/ 1316218 w 2915191"/>
                <a:gd name="connsiteY135" fmla="*/ 202315 h 371127"/>
                <a:gd name="connsiteX136" fmla="*/ 1325977 w 2915191"/>
                <a:gd name="connsiteY136" fmla="*/ 214903 h 371127"/>
                <a:gd name="connsiteX137" fmla="*/ 1335721 w 2915191"/>
                <a:gd name="connsiteY137" fmla="*/ 233174 h 371127"/>
                <a:gd name="connsiteX138" fmla="*/ 1345465 w 2915191"/>
                <a:gd name="connsiteY138" fmla="*/ 283191 h 371127"/>
                <a:gd name="connsiteX139" fmla="*/ 1355224 w 2915191"/>
                <a:gd name="connsiteY139" fmla="*/ 282348 h 371127"/>
                <a:gd name="connsiteX140" fmla="*/ 1364967 w 2915191"/>
                <a:gd name="connsiteY140" fmla="*/ 289973 h 371127"/>
                <a:gd name="connsiteX141" fmla="*/ 1374726 w 2915191"/>
                <a:gd name="connsiteY141" fmla="*/ 280689 h 371127"/>
                <a:gd name="connsiteX142" fmla="*/ 1384470 w 2915191"/>
                <a:gd name="connsiteY142" fmla="*/ 229718 h 371127"/>
                <a:gd name="connsiteX143" fmla="*/ 1394214 w 2915191"/>
                <a:gd name="connsiteY143" fmla="*/ 215325 h 371127"/>
                <a:gd name="connsiteX144" fmla="*/ 1403973 w 2915191"/>
                <a:gd name="connsiteY144" fmla="*/ 207808 h 371127"/>
                <a:gd name="connsiteX145" fmla="*/ 1413717 w 2915191"/>
                <a:gd name="connsiteY145" fmla="*/ 196905 h 371127"/>
                <a:gd name="connsiteX146" fmla="*/ 1423476 w 2915191"/>
                <a:gd name="connsiteY146" fmla="*/ 183171 h 371127"/>
                <a:gd name="connsiteX147" fmla="*/ 1433220 w 2915191"/>
                <a:gd name="connsiteY147" fmla="*/ 215472 h 371127"/>
                <a:gd name="connsiteX148" fmla="*/ 1442964 w 2915191"/>
                <a:gd name="connsiteY148" fmla="*/ 234723 h 371127"/>
                <a:gd name="connsiteX149" fmla="*/ 1452722 w 2915191"/>
                <a:gd name="connsiteY149" fmla="*/ 243527 h 371127"/>
                <a:gd name="connsiteX150" fmla="*/ 1462466 w 2915191"/>
                <a:gd name="connsiteY150" fmla="*/ 235112 h 371127"/>
                <a:gd name="connsiteX151" fmla="*/ 1472225 w 2915191"/>
                <a:gd name="connsiteY151" fmla="*/ 222691 h 371127"/>
                <a:gd name="connsiteX152" fmla="*/ 1481969 w 2915191"/>
                <a:gd name="connsiteY152" fmla="*/ 186273 h 371127"/>
                <a:gd name="connsiteX153" fmla="*/ 1491713 w 2915191"/>
                <a:gd name="connsiteY153" fmla="*/ 220065 h 371127"/>
                <a:gd name="connsiteX154" fmla="*/ 1501472 w 2915191"/>
                <a:gd name="connsiteY154" fmla="*/ 221031 h 371127"/>
                <a:gd name="connsiteX155" fmla="*/ 1511216 w 2915191"/>
                <a:gd name="connsiteY155" fmla="*/ 202392 h 371127"/>
                <a:gd name="connsiteX156" fmla="*/ 1520960 w 2915191"/>
                <a:gd name="connsiteY156" fmla="*/ 175753 h 371127"/>
                <a:gd name="connsiteX157" fmla="*/ 1530719 w 2915191"/>
                <a:gd name="connsiteY157" fmla="*/ 187478 h 371127"/>
                <a:gd name="connsiteX158" fmla="*/ 1540463 w 2915191"/>
                <a:gd name="connsiteY158" fmla="*/ 172563 h 371127"/>
                <a:gd name="connsiteX159" fmla="*/ 1550221 w 2915191"/>
                <a:gd name="connsiteY159" fmla="*/ 179698 h 371127"/>
                <a:gd name="connsiteX160" fmla="*/ 1559965 w 2915191"/>
                <a:gd name="connsiteY160" fmla="*/ 170123 h 371127"/>
                <a:gd name="connsiteX161" fmla="*/ 1569709 w 2915191"/>
                <a:gd name="connsiteY161" fmla="*/ 142753 h 371127"/>
                <a:gd name="connsiteX162" fmla="*/ 1579468 w 2915191"/>
                <a:gd name="connsiteY162" fmla="*/ 131194 h 371127"/>
                <a:gd name="connsiteX163" fmla="*/ 1589212 w 2915191"/>
                <a:gd name="connsiteY163" fmla="*/ 117383 h 371127"/>
                <a:gd name="connsiteX164" fmla="*/ 1598971 w 2915191"/>
                <a:gd name="connsiteY164" fmla="*/ 116202 h 371127"/>
                <a:gd name="connsiteX165" fmla="*/ 1608715 w 2915191"/>
                <a:gd name="connsiteY165" fmla="*/ 129743 h 371127"/>
                <a:gd name="connsiteX166" fmla="*/ 1618459 w 2915191"/>
                <a:gd name="connsiteY166" fmla="*/ 143446 h 371127"/>
                <a:gd name="connsiteX167" fmla="*/ 1628218 w 2915191"/>
                <a:gd name="connsiteY167" fmla="*/ 160525 h 371127"/>
                <a:gd name="connsiteX168" fmla="*/ 1637962 w 2915191"/>
                <a:gd name="connsiteY168" fmla="*/ 161953 h 371127"/>
                <a:gd name="connsiteX169" fmla="*/ 1647720 w 2915191"/>
                <a:gd name="connsiteY169" fmla="*/ 191926 h 371127"/>
                <a:gd name="connsiteX170" fmla="*/ 1657464 w 2915191"/>
                <a:gd name="connsiteY170" fmla="*/ 178976 h 371127"/>
                <a:gd name="connsiteX171" fmla="*/ 1667208 w 2915191"/>
                <a:gd name="connsiteY171" fmla="*/ 169144 h 371127"/>
                <a:gd name="connsiteX172" fmla="*/ 1676967 w 2915191"/>
                <a:gd name="connsiteY172" fmla="*/ 155492 h 371127"/>
                <a:gd name="connsiteX173" fmla="*/ 1686711 w 2915191"/>
                <a:gd name="connsiteY173" fmla="*/ 135926 h 371127"/>
                <a:gd name="connsiteX174" fmla="*/ 1696470 w 2915191"/>
                <a:gd name="connsiteY174" fmla="*/ 111041 h 371127"/>
                <a:gd name="connsiteX175" fmla="*/ 1706214 w 2915191"/>
                <a:gd name="connsiteY175" fmla="*/ 130569 h 371127"/>
                <a:gd name="connsiteX176" fmla="*/ 1715958 w 2915191"/>
                <a:gd name="connsiteY176" fmla="*/ 155303 h 371127"/>
                <a:gd name="connsiteX177" fmla="*/ 1725716 w 2915191"/>
                <a:gd name="connsiteY177" fmla="*/ 146460 h 371127"/>
                <a:gd name="connsiteX178" fmla="*/ 1735460 w 2915191"/>
                <a:gd name="connsiteY178" fmla="*/ 164123 h 371127"/>
                <a:gd name="connsiteX179" fmla="*/ 1745219 w 2915191"/>
                <a:gd name="connsiteY179" fmla="*/ 178780 h 371127"/>
                <a:gd name="connsiteX180" fmla="*/ 1754963 w 2915191"/>
                <a:gd name="connsiteY180" fmla="*/ 208175 h 371127"/>
                <a:gd name="connsiteX181" fmla="*/ 1764707 w 2915191"/>
                <a:gd name="connsiteY181" fmla="*/ 175933 h 371127"/>
                <a:gd name="connsiteX182" fmla="*/ 1774466 w 2915191"/>
                <a:gd name="connsiteY182" fmla="*/ 181097 h 371127"/>
                <a:gd name="connsiteX183" fmla="*/ 1784210 w 2915191"/>
                <a:gd name="connsiteY183" fmla="*/ 161685 h 371127"/>
                <a:gd name="connsiteX184" fmla="*/ 1793969 w 2915191"/>
                <a:gd name="connsiteY184" fmla="*/ 148985 h 371127"/>
                <a:gd name="connsiteX185" fmla="*/ 1803713 w 2915191"/>
                <a:gd name="connsiteY185" fmla="*/ 147391 h 371127"/>
                <a:gd name="connsiteX186" fmla="*/ 1813457 w 2915191"/>
                <a:gd name="connsiteY186" fmla="*/ 133648 h 371127"/>
                <a:gd name="connsiteX187" fmla="*/ 1823215 w 2915191"/>
                <a:gd name="connsiteY187" fmla="*/ 189439 h 371127"/>
                <a:gd name="connsiteX188" fmla="*/ 1832959 w 2915191"/>
                <a:gd name="connsiteY188" fmla="*/ 216908 h 371127"/>
                <a:gd name="connsiteX189" fmla="*/ 1842703 w 2915191"/>
                <a:gd name="connsiteY189" fmla="*/ 238790 h 371127"/>
                <a:gd name="connsiteX190" fmla="*/ 1852462 w 2915191"/>
                <a:gd name="connsiteY190" fmla="*/ 235894 h 371127"/>
                <a:gd name="connsiteX191" fmla="*/ 1862206 w 2915191"/>
                <a:gd name="connsiteY191" fmla="*/ 249933 h 371127"/>
                <a:gd name="connsiteX192" fmla="*/ 1871965 w 2915191"/>
                <a:gd name="connsiteY192" fmla="*/ 258043 h 371127"/>
                <a:gd name="connsiteX193" fmla="*/ 1881709 w 2915191"/>
                <a:gd name="connsiteY193" fmla="*/ 276956 h 371127"/>
                <a:gd name="connsiteX194" fmla="*/ 1891453 w 2915191"/>
                <a:gd name="connsiteY194" fmla="*/ 249428 h 371127"/>
                <a:gd name="connsiteX195" fmla="*/ 1901212 w 2915191"/>
                <a:gd name="connsiteY195" fmla="*/ 266719 h 371127"/>
                <a:gd name="connsiteX196" fmla="*/ 1910956 w 2915191"/>
                <a:gd name="connsiteY196" fmla="*/ 293473 h 371127"/>
                <a:gd name="connsiteX197" fmla="*/ 1920714 w 2915191"/>
                <a:gd name="connsiteY197" fmla="*/ 307883 h 371127"/>
                <a:gd name="connsiteX198" fmla="*/ 1930458 w 2915191"/>
                <a:gd name="connsiteY198" fmla="*/ 318254 h 371127"/>
                <a:gd name="connsiteX199" fmla="*/ 1940202 w 2915191"/>
                <a:gd name="connsiteY199" fmla="*/ 275101 h 371127"/>
                <a:gd name="connsiteX200" fmla="*/ 1949961 w 2915191"/>
                <a:gd name="connsiteY200" fmla="*/ 280780 h 371127"/>
                <a:gd name="connsiteX201" fmla="*/ 1959705 w 2915191"/>
                <a:gd name="connsiteY201" fmla="*/ 273791 h 371127"/>
                <a:gd name="connsiteX202" fmla="*/ 1969464 w 2915191"/>
                <a:gd name="connsiteY202" fmla="*/ 268186 h 371127"/>
                <a:gd name="connsiteX203" fmla="*/ 1979208 w 2915191"/>
                <a:gd name="connsiteY203" fmla="*/ 206908 h 371127"/>
                <a:gd name="connsiteX204" fmla="*/ 1988952 w 2915191"/>
                <a:gd name="connsiteY204" fmla="*/ 200202 h 371127"/>
                <a:gd name="connsiteX205" fmla="*/ 1998711 w 2915191"/>
                <a:gd name="connsiteY205" fmla="*/ 214696 h 371127"/>
                <a:gd name="connsiteX206" fmla="*/ 2008454 w 2915191"/>
                <a:gd name="connsiteY206" fmla="*/ 238075 h 371127"/>
                <a:gd name="connsiteX207" fmla="*/ 2018213 w 2915191"/>
                <a:gd name="connsiteY207" fmla="*/ 248917 h 371127"/>
                <a:gd name="connsiteX208" fmla="*/ 2027957 w 2915191"/>
                <a:gd name="connsiteY208" fmla="*/ 269138 h 371127"/>
                <a:gd name="connsiteX209" fmla="*/ 2037701 w 2915191"/>
                <a:gd name="connsiteY209" fmla="*/ 246304 h 371127"/>
                <a:gd name="connsiteX210" fmla="*/ 2047460 w 2915191"/>
                <a:gd name="connsiteY210" fmla="*/ 262025 h 371127"/>
                <a:gd name="connsiteX211" fmla="*/ 2057204 w 2915191"/>
                <a:gd name="connsiteY211" fmla="*/ 261386 h 371127"/>
                <a:gd name="connsiteX212" fmla="*/ 2066963 w 2915191"/>
                <a:gd name="connsiteY212" fmla="*/ 242609 h 371127"/>
                <a:gd name="connsiteX213" fmla="*/ 2076707 w 2915191"/>
                <a:gd name="connsiteY213" fmla="*/ 251720 h 371127"/>
                <a:gd name="connsiteX214" fmla="*/ 2086451 w 2915191"/>
                <a:gd name="connsiteY214" fmla="*/ 254296 h 371127"/>
                <a:gd name="connsiteX215" fmla="*/ 2096210 w 2915191"/>
                <a:gd name="connsiteY215" fmla="*/ 271476 h 371127"/>
                <a:gd name="connsiteX216" fmla="*/ 2105954 w 2915191"/>
                <a:gd name="connsiteY216" fmla="*/ 232020 h 371127"/>
                <a:gd name="connsiteX217" fmla="*/ 2115697 w 2915191"/>
                <a:gd name="connsiteY217" fmla="*/ 248879 h 371127"/>
                <a:gd name="connsiteX218" fmla="*/ 2125456 w 2915191"/>
                <a:gd name="connsiteY218" fmla="*/ 229128 h 371127"/>
                <a:gd name="connsiteX219" fmla="*/ 2135200 w 2915191"/>
                <a:gd name="connsiteY219" fmla="*/ 215837 h 371127"/>
                <a:gd name="connsiteX220" fmla="*/ 2144959 w 2915191"/>
                <a:gd name="connsiteY220" fmla="*/ 248630 h 371127"/>
                <a:gd name="connsiteX221" fmla="*/ 2154703 w 2915191"/>
                <a:gd name="connsiteY221" fmla="*/ 232993 h 371127"/>
                <a:gd name="connsiteX222" fmla="*/ 2164447 w 2915191"/>
                <a:gd name="connsiteY222" fmla="*/ 243689 h 371127"/>
                <a:gd name="connsiteX223" fmla="*/ 2174206 w 2915191"/>
                <a:gd name="connsiteY223" fmla="*/ 263602 h 371127"/>
                <a:gd name="connsiteX224" fmla="*/ 2183950 w 2915191"/>
                <a:gd name="connsiteY224" fmla="*/ 254646 h 371127"/>
                <a:gd name="connsiteX225" fmla="*/ 2193709 w 2915191"/>
                <a:gd name="connsiteY225" fmla="*/ 316791 h 371127"/>
                <a:gd name="connsiteX226" fmla="*/ 2203452 w 2915191"/>
                <a:gd name="connsiteY226" fmla="*/ 332970 h 371127"/>
                <a:gd name="connsiteX227" fmla="*/ 2213196 w 2915191"/>
                <a:gd name="connsiteY227" fmla="*/ 335232 h 371127"/>
                <a:gd name="connsiteX228" fmla="*/ 2222955 w 2915191"/>
                <a:gd name="connsiteY228" fmla="*/ 288581 h 371127"/>
                <a:gd name="connsiteX229" fmla="*/ 2232699 w 2915191"/>
                <a:gd name="connsiteY229" fmla="*/ 298093 h 371127"/>
                <a:gd name="connsiteX230" fmla="*/ 2242458 w 2915191"/>
                <a:gd name="connsiteY230" fmla="*/ 293957 h 371127"/>
                <a:gd name="connsiteX231" fmla="*/ 2252202 w 2915191"/>
                <a:gd name="connsiteY231" fmla="*/ 280090 h 371127"/>
                <a:gd name="connsiteX232" fmla="*/ 2261946 w 2915191"/>
                <a:gd name="connsiteY232" fmla="*/ 232770 h 371127"/>
                <a:gd name="connsiteX233" fmla="*/ 2271705 w 2915191"/>
                <a:gd name="connsiteY233" fmla="*/ 252997 h 371127"/>
                <a:gd name="connsiteX234" fmla="*/ 2281449 w 2915191"/>
                <a:gd name="connsiteY234" fmla="*/ 254014 h 371127"/>
                <a:gd name="connsiteX235" fmla="*/ 2291208 w 2915191"/>
                <a:gd name="connsiteY235" fmla="*/ 264286 h 371127"/>
                <a:gd name="connsiteX236" fmla="*/ 2300951 w 2915191"/>
                <a:gd name="connsiteY236" fmla="*/ 264657 h 371127"/>
                <a:gd name="connsiteX237" fmla="*/ 2310695 w 2915191"/>
                <a:gd name="connsiteY237" fmla="*/ 305036 h 371127"/>
                <a:gd name="connsiteX238" fmla="*/ 2320454 w 2915191"/>
                <a:gd name="connsiteY238" fmla="*/ 263216 h 371127"/>
                <a:gd name="connsiteX239" fmla="*/ 2330198 w 2915191"/>
                <a:gd name="connsiteY239" fmla="*/ 298044 h 371127"/>
                <a:gd name="connsiteX240" fmla="*/ 2339957 w 2915191"/>
                <a:gd name="connsiteY240" fmla="*/ 317478 h 371127"/>
                <a:gd name="connsiteX241" fmla="*/ 2349701 w 2915191"/>
                <a:gd name="connsiteY241" fmla="*/ 336510 h 371127"/>
                <a:gd name="connsiteX242" fmla="*/ 2359445 w 2915191"/>
                <a:gd name="connsiteY242" fmla="*/ 371128 h 371127"/>
                <a:gd name="connsiteX243" fmla="*/ 2369204 w 2915191"/>
                <a:gd name="connsiteY243" fmla="*/ 356925 h 371127"/>
                <a:gd name="connsiteX244" fmla="*/ 2378948 w 2915191"/>
                <a:gd name="connsiteY244" fmla="*/ 312703 h 371127"/>
                <a:gd name="connsiteX245" fmla="*/ 2388692 w 2915191"/>
                <a:gd name="connsiteY245" fmla="*/ 309939 h 371127"/>
                <a:gd name="connsiteX246" fmla="*/ 2398450 w 2915191"/>
                <a:gd name="connsiteY246" fmla="*/ 306871 h 371127"/>
                <a:gd name="connsiteX247" fmla="*/ 2408194 w 2915191"/>
                <a:gd name="connsiteY247" fmla="*/ 288529 h 371127"/>
                <a:gd name="connsiteX248" fmla="*/ 2417953 w 2915191"/>
                <a:gd name="connsiteY248" fmla="*/ 305022 h 371127"/>
                <a:gd name="connsiteX249" fmla="*/ 2427697 w 2915191"/>
                <a:gd name="connsiteY249" fmla="*/ 291613 h 371127"/>
                <a:gd name="connsiteX250" fmla="*/ 2437441 w 2915191"/>
                <a:gd name="connsiteY250" fmla="*/ 266880 h 371127"/>
                <a:gd name="connsiteX251" fmla="*/ 2447200 w 2915191"/>
                <a:gd name="connsiteY251" fmla="*/ 305946 h 371127"/>
                <a:gd name="connsiteX252" fmla="*/ 2456944 w 2915191"/>
                <a:gd name="connsiteY252" fmla="*/ 308384 h 371127"/>
                <a:gd name="connsiteX253" fmla="*/ 2466703 w 2915191"/>
                <a:gd name="connsiteY253" fmla="*/ 260257 h 371127"/>
                <a:gd name="connsiteX254" fmla="*/ 2476446 w 2915191"/>
                <a:gd name="connsiteY254" fmla="*/ 235796 h 371127"/>
                <a:gd name="connsiteX255" fmla="*/ 2486190 w 2915191"/>
                <a:gd name="connsiteY255" fmla="*/ 209751 h 371127"/>
                <a:gd name="connsiteX256" fmla="*/ 2495949 w 2915191"/>
                <a:gd name="connsiteY256" fmla="*/ 180485 h 371127"/>
                <a:gd name="connsiteX257" fmla="*/ 2505693 w 2915191"/>
                <a:gd name="connsiteY257" fmla="*/ 169057 h 371127"/>
                <a:gd name="connsiteX258" fmla="*/ 2515452 w 2915191"/>
                <a:gd name="connsiteY258" fmla="*/ 156141 h 371127"/>
                <a:gd name="connsiteX259" fmla="*/ 2525196 w 2915191"/>
                <a:gd name="connsiteY259" fmla="*/ 159181 h 371127"/>
                <a:gd name="connsiteX260" fmla="*/ 2534940 w 2915191"/>
                <a:gd name="connsiteY260" fmla="*/ 135797 h 371127"/>
                <a:gd name="connsiteX261" fmla="*/ 2544699 w 2915191"/>
                <a:gd name="connsiteY261" fmla="*/ 134606 h 371127"/>
                <a:gd name="connsiteX262" fmla="*/ 2554443 w 2915191"/>
                <a:gd name="connsiteY262" fmla="*/ 114904 h 371127"/>
                <a:gd name="connsiteX263" fmla="*/ 2564202 w 2915191"/>
                <a:gd name="connsiteY263" fmla="*/ 104728 h 371127"/>
                <a:gd name="connsiteX264" fmla="*/ 2573946 w 2915191"/>
                <a:gd name="connsiteY264" fmla="*/ 121200 h 371127"/>
                <a:gd name="connsiteX265" fmla="*/ 2583690 w 2915191"/>
                <a:gd name="connsiteY265" fmla="*/ 112878 h 371127"/>
                <a:gd name="connsiteX266" fmla="*/ 2593448 w 2915191"/>
                <a:gd name="connsiteY266" fmla="*/ 113384 h 371127"/>
                <a:gd name="connsiteX267" fmla="*/ 2603192 w 2915191"/>
                <a:gd name="connsiteY267" fmla="*/ 100106 h 371127"/>
                <a:gd name="connsiteX268" fmla="*/ 2612951 w 2915191"/>
                <a:gd name="connsiteY268" fmla="*/ 55488 h 371127"/>
                <a:gd name="connsiteX269" fmla="*/ 2622695 w 2915191"/>
                <a:gd name="connsiteY269" fmla="*/ 43436 h 371127"/>
                <a:gd name="connsiteX270" fmla="*/ 2632439 w 2915191"/>
                <a:gd name="connsiteY270" fmla="*/ 47355 h 371127"/>
                <a:gd name="connsiteX271" fmla="*/ 2642198 w 2915191"/>
                <a:gd name="connsiteY271" fmla="*/ 14693 h 371127"/>
                <a:gd name="connsiteX272" fmla="*/ 2651942 w 2915191"/>
                <a:gd name="connsiteY272" fmla="*/ 56962 h 371127"/>
                <a:gd name="connsiteX273" fmla="*/ 2661685 w 2915191"/>
                <a:gd name="connsiteY273" fmla="*/ 80769 h 371127"/>
                <a:gd name="connsiteX274" fmla="*/ 2671444 w 2915191"/>
                <a:gd name="connsiteY274" fmla="*/ 80714 h 371127"/>
                <a:gd name="connsiteX275" fmla="*/ 2681188 w 2915191"/>
                <a:gd name="connsiteY275" fmla="*/ 93390 h 371127"/>
                <a:gd name="connsiteX276" fmla="*/ 2690947 w 2915191"/>
                <a:gd name="connsiteY276" fmla="*/ 88923 h 371127"/>
                <a:gd name="connsiteX277" fmla="*/ 2700691 w 2915191"/>
                <a:gd name="connsiteY277" fmla="*/ 106791 h 371127"/>
                <a:gd name="connsiteX278" fmla="*/ 2710435 w 2915191"/>
                <a:gd name="connsiteY278" fmla="*/ 120804 h 371127"/>
                <a:gd name="connsiteX279" fmla="*/ 2720194 w 2915191"/>
                <a:gd name="connsiteY279" fmla="*/ 117735 h 371127"/>
                <a:gd name="connsiteX280" fmla="*/ 2729938 w 2915191"/>
                <a:gd name="connsiteY280" fmla="*/ 75091 h 371127"/>
                <a:gd name="connsiteX281" fmla="*/ 2739697 w 2915191"/>
                <a:gd name="connsiteY281" fmla="*/ 45218 h 371127"/>
                <a:gd name="connsiteX282" fmla="*/ 2749441 w 2915191"/>
                <a:gd name="connsiteY282" fmla="*/ 29226 h 371127"/>
                <a:gd name="connsiteX283" fmla="*/ 2759185 w 2915191"/>
                <a:gd name="connsiteY283" fmla="*/ 31704 h 371127"/>
                <a:gd name="connsiteX284" fmla="*/ 2768943 w 2915191"/>
                <a:gd name="connsiteY284" fmla="*/ 0 h 371127"/>
                <a:gd name="connsiteX285" fmla="*/ 2778687 w 2915191"/>
                <a:gd name="connsiteY285" fmla="*/ 13327 h 371127"/>
                <a:gd name="connsiteX286" fmla="*/ 2788446 w 2915191"/>
                <a:gd name="connsiteY286" fmla="*/ 38088 h 371127"/>
                <a:gd name="connsiteX287" fmla="*/ 2798190 w 2915191"/>
                <a:gd name="connsiteY287" fmla="*/ 6755 h 371127"/>
                <a:gd name="connsiteX288" fmla="*/ 2807934 w 2915191"/>
                <a:gd name="connsiteY288" fmla="*/ 31069 h 371127"/>
                <a:gd name="connsiteX289" fmla="*/ 2817693 w 2915191"/>
                <a:gd name="connsiteY289" fmla="*/ 35585 h 371127"/>
                <a:gd name="connsiteX290" fmla="*/ 2827437 w 2915191"/>
                <a:gd name="connsiteY290" fmla="*/ 10878 h 371127"/>
                <a:gd name="connsiteX291" fmla="*/ 2837196 w 2915191"/>
                <a:gd name="connsiteY291" fmla="*/ 23298 h 371127"/>
                <a:gd name="connsiteX292" fmla="*/ 2846940 w 2915191"/>
                <a:gd name="connsiteY292" fmla="*/ 27955 h 371127"/>
                <a:gd name="connsiteX293" fmla="*/ 2856684 w 2915191"/>
                <a:gd name="connsiteY293" fmla="*/ 73509 h 371127"/>
                <a:gd name="connsiteX294" fmla="*/ 2866442 w 2915191"/>
                <a:gd name="connsiteY294" fmla="*/ 63885 h 371127"/>
                <a:gd name="connsiteX295" fmla="*/ 2876186 w 2915191"/>
                <a:gd name="connsiteY295" fmla="*/ 81243 h 371127"/>
                <a:gd name="connsiteX296" fmla="*/ 2885945 w 2915191"/>
                <a:gd name="connsiteY296" fmla="*/ 86503 h 371127"/>
                <a:gd name="connsiteX297" fmla="*/ 2895689 w 2915191"/>
                <a:gd name="connsiteY297" fmla="*/ 61703 h 371127"/>
                <a:gd name="connsiteX298" fmla="*/ 2905433 w 2915191"/>
                <a:gd name="connsiteY298" fmla="*/ 54198 h 371127"/>
                <a:gd name="connsiteX299" fmla="*/ 2915192 w 2915191"/>
                <a:gd name="connsiteY299" fmla="*/ 45618 h 371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71127">
                  <a:moveTo>
                    <a:pt x="0" y="273971"/>
                  </a:moveTo>
                  <a:lnTo>
                    <a:pt x="9750" y="251732"/>
                  </a:lnTo>
                  <a:lnTo>
                    <a:pt x="19500" y="222884"/>
                  </a:lnTo>
                  <a:lnTo>
                    <a:pt x="29250" y="236819"/>
                  </a:lnTo>
                  <a:lnTo>
                    <a:pt x="39000" y="245772"/>
                  </a:lnTo>
                  <a:lnTo>
                    <a:pt x="48749" y="250567"/>
                  </a:lnTo>
                  <a:lnTo>
                    <a:pt x="58499" y="223461"/>
                  </a:lnTo>
                  <a:lnTo>
                    <a:pt x="68249" y="177262"/>
                  </a:lnTo>
                  <a:lnTo>
                    <a:pt x="77998" y="180316"/>
                  </a:lnTo>
                  <a:lnTo>
                    <a:pt x="87748" y="202105"/>
                  </a:lnTo>
                  <a:lnTo>
                    <a:pt x="97497" y="201805"/>
                  </a:lnTo>
                  <a:lnTo>
                    <a:pt x="107247" y="225456"/>
                  </a:lnTo>
                  <a:lnTo>
                    <a:pt x="116997" y="225343"/>
                  </a:lnTo>
                  <a:lnTo>
                    <a:pt x="126747" y="230665"/>
                  </a:lnTo>
                  <a:lnTo>
                    <a:pt x="136497" y="242955"/>
                  </a:lnTo>
                  <a:lnTo>
                    <a:pt x="146247" y="162418"/>
                  </a:lnTo>
                  <a:lnTo>
                    <a:pt x="155997" y="176824"/>
                  </a:lnTo>
                  <a:lnTo>
                    <a:pt x="165747" y="188535"/>
                  </a:lnTo>
                  <a:lnTo>
                    <a:pt x="175497" y="198961"/>
                  </a:lnTo>
                  <a:lnTo>
                    <a:pt x="185247" y="168586"/>
                  </a:lnTo>
                  <a:lnTo>
                    <a:pt x="194996" y="165242"/>
                  </a:lnTo>
                  <a:lnTo>
                    <a:pt x="204746" y="162442"/>
                  </a:lnTo>
                  <a:lnTo>
                    <a:pt x="214495" y="148248"/>
                  </a:lnTo>
                  <a:lnTo>
                    <a:pt x="224245" y="193077"/>
                  </a:lnTo>
                  <a:lnTo>
                    <a:pt x="233995" y="194608"/>
                  </a:lnTo>
                  <a:lnTo>
                    <a:pt x="243744" y="168761"/>
                  </a:lnTo>
                  <a:lnTo>
                    <a:pt x="253494" y="192543"/>
                  </a:lnTo>
                  <a:lnTo>
                    <a:pt x="263244" y="193407"/>
                  </a:lnTo>
                  <a:lnTo>
                    <a:pt x="272994" y="171660"/>
                  </a:lnTo>
                  <a:lnTo>
                    <a:pt x="282744" y="171049"/>
                  </a:lnTo>
                  <a:lnTo>
                    <a:pt x="292494" y="142978"/>
                  </a:lnTo>
                  <a:lnTo>
                    <a:pt x="302244" y="171405"/>
                  </a:lnTo>
                  <a:lnTo>
                    <a:pt x="311994" y="153011"/>
                  </a:lnTo>
                  <a:lnTo>
                    <a:pt x="321744" y="135009"/>
                  </a:lnTo>
                  <a:lnTo>
                    <a:pt x="331493" y="163281"/>
                  </a:lnTo>
                  <a:lnTo>
                    <a:pt x="341243" y="163786"/>
                  </a:lnTo>
                  <a:lnTo>
                    <a:pt x="350993" y="193533"/>
                  </a:lnTo>
                  <a:lnTo>
                    <a:pt x="360742" y="162846"/>
                  </a:lnTo>
                  <a:lnTo>
                    <a:pt x="370492" y="173104"/>
                  </a:lnTo>
                  <a:lnTo>
                    <a:pt x="380241" y="200831"/>
                  </a:lnTo>
                  <a:lnTo>
                    <a:pt x="389991" y="217643"/>
                  </a:lnTo>
                  <a:lnTo>
                    <a:pt x="399741" y="211904"/>
                  </a:lnTo>
                  <a:lnTo>
                    <a:pt x="409491" y="247341"/>
                  </a:lnTo>
                  <a:lnTo>
                    <a:pt x="419241" y="231958"/>
                  </a:lnTo>
                  <a:lnTo>
                    <a:pt x="428991" y="233902"/>
                  </a:lnTo>
                  <a:lnTo>
                    <a:pt x="438741" y="232342"/>
                  </a:lnTo>
                  <a:lnTo>
                    <a:pt x="448491" y="219161"/>
                  </a:lnTo>
                  <a:lnTo>
                    <a:pt x="458241" y="230159"/>
                  </a:lnTo>
                  <a:lnTo>
                    <a:pt x="467991" y="258548"/>
                  </a:lnTo>
                  <a:lnTo>
                    <a:pt x="477740" y="257749"/>
                  </a:lnTo>
                  <a:lnTo>
                    <a:pt x="487490" y="299826"/>
                  </a:lnTo>
                  <a:lnTo>
                    <a:pt x="497239" y="302867"/>
                  </a:lnTo>
                  <a:lnTo>
                    <a:pt x="506989" y="309447"/>
                  </a:lnTo>
                  <a:lnTo>
                    <a:pt x="516738" y="302120"/>
                  </a:lnTo>
                  <a:lnTo>
                    <a:pt x="526488" y="274660"/>
                  </a:lnTo>
                  <a:lnTo>
                    <a:pt x="536238" y="276616"/>
                  </a:lnTo>
                  <a:lnTo>
                    <a:pt x="545988" y="262705"/>
                  </a:lnTo>
                  <a:lnTo>
                    <a:pt x="555738" y="271212"/>
                  </a:lnTo>
                  <a:lnTo>
                    <a:pt x="565488" y="252384"/>
                  </a:lnTo>
                  <a:lnTo>
                    <a:pt x="575238" y="265951"/>
                  </a:lnTo>
                  <a:lnTo>
                    <a:pt x="584988" y="274286"/>
                  </a:lnTo>
                  <a:lnTo>
                    <a:pt x="594738" y="282845"/>
                  </a:lnTo>
                  <a:lnTo>
                    <a:pt x="604488" y="315344"/>
                  </a:lnTo>
                  <a:lnTo>
                    <a:pt x="614237" y="340364"/>
                  </a:lnTo>
                  <a:lnTo>
                    <a:pt x="623987" y="364057"/>
                  </a:lnTo>
                  <a:lnTo>
                    <a:pt x="633736" y="363897"/>
                  </a:lnTo>
                  <a:lnTo>
                    <a:pt x="643486" y="329372"/>
                  </a:lnTo>
                  <a:lnTo>
                    <a:pt x="653236" y="308644"/>
                  </a:lnTo>
                  <a:lnTo>
                    <a:pt x="662985" y="313241"/>
                  </a:lnTo>
                  <a:lnTo>
                    <a:pt x="672735" y="284523"/>
                  </a:lnTo>
                  <a:lnTo>
                    <a:pt x="682485" y="281732"/>
                  </a:lnTo>
                  <a:lnTo>
                    <a:pt x="692235" y="290196"/>
                  </a:lnTo>
                  <a:lnTo>
                    <a:pt x="701985" y="295302"/>
                  </a:lnTo>
                  <a:lnTo>
                    <a:pt x="711735" y="308190"/>
                  </a:lnTo>
                  <a:lnTo>
                    <a:pt x="721485" y="324498"/>
                  </a:lnTo>
                  <a:lnTo>
                    <a:pt x="731235" y="349900"/>
                  </a:lnTo>
                  <a:lnTo>
                    <a:pt x="740985" y="329598"/>
                  </a:lnTo>
                  <a:lnTo>
                    <a:pt x="750734" y="328189"/>
                  </a:lnTo>
                  <a:lnTo>
                    <a:pt x="760484" y="348726"/>
                  </a:lnTo>
                  <a:lnTo>
                    <a:pt x="770233" y="331846"/>
                  </a:lnTo>
                  <a:lnTo>
                    <a:pt x="779983" y="323573"/>
                  </a:lnTo>
                  <a:lnTo>
                    <a:pt x="789733" y="321681"/>
                  </a:lnTo>
                  <a:lnTo>
                    <a:pt x="799482" y="296575"/>
                  </a:lnTo>
                  <a:lnTo>
                    <a:pt x="809232" y="294021"/>
                  </a:lnTo>
                  <a:lnTo>
                    <a:pt x="818982" y="265947"/>
                  </a:lnTo>
                  <a:lnTo>
                    <a:pt x="828732" y="248259"/>
                  </a:lnTo>
                  <a:lnTo>
                    <a:pt x="838482" y="250561"/>
                  </a:lnTo>
                  <a:lnTo>
                    <a:pt x="848232" y="230566"/>
                  </a:lnTo>
                  <a:lnTo>
                    <a:pt x="857982" y="198036"/>
                  </a:lnTo>
                  <a:lnTo>
                    <a:pt x="867732" y="235185"/>
                  </a:lnTo>
                  <a:lnTo>
                    <a:pt x="877482" y="249881"/>
                  </a:lnTo>
                  <a:lnTo>
                    <a:pt x="887231" y="281488"/>
                  </a:lnTo>
                  <a:lnTo>
                    <a:pt x="896981" y="247782"/>
                  </a:lnTo>
                  <a:lnTo>
                    <a:pt x="906730" y="236970"/>
                  </a:lnTo>
                  <a:lnTo>
                    <a:pt x="916480" y="230206"/>
                  </a:lnTo>
                  <a:lnTo>
                    <a:pt x="926230" y="216309"/>
                  </a:lnTo>
                  <a:lnTo>
                    <a:pt x="935979" y="164984"/>
                  </a:lnTo>
                  <a:lnTo>
                    <a:pt x="945729" y="131874"/>
                  </a:lnTo>
                  <a:lnTo>
                    <a:pt x="955479" y="140850"/>
                  </a:lnTo>
                  <a:lnTo>
                    <a:pt x="965229" y="130680"/>
                  </a:lnTo>
                  <a:lnTo>
                    <a:pt x="974979" y="161209"/>
                  </a:lnTo>
                  <a:lnTo>
                    <a:pt x="984729" y="164243"/>
                  </a:lnTo>
                  <a:lnTo>
                    <a:pt x="994474" y="145669"/>
                  </a:lnTo>
                  <a:lnTo>
                    <a:pt x="1004233" y="148914"/>
                  </a:lnTo>
                  <a:lnTo>
                    <a:pt x="1013977" y="131031"/>
                  </a:lnTo>
                  <a:lnTo>
                    <a:pt x="1023721" y="127687"/>
                  </a:lnTo>
                  <a:lnTo>
                    <a:pt x="1033480" y="131841"/>
                  </a:lnTo>
                  <a:lnTo>
                    <a:pt x="1043224" y="153388"/>
                  </a:lnTo>
                  <a:lnTo>
                    <a:pt x="1052983" y="187353"/>
                  </a:lnTo>
                  <a:lnTo>
                    <a:pt x="1062727" y="175136"/>
                  </a:lnTo>
                  <a:lnTo>
                    <a:pt x="1072471" y="186385"/>
                  </a:lnTo>
                  <a:lnTo>
                    <a:pt x="1082230" y="201904"/>
                  </a:lnTo>
                  <a:lnTo>
                    <a:pt x="1091973" y="215170"/>
                  </a:lnTo>
                  <a:lnTo>
                    <a:pt x="1101732" y="229635"/>
                  </a:lnTo>
                  <a:lnTo>
                    <a:pt x="1111476" y="239553"/>
                  </a:lnTo>
                  <a:lnTo>
                    <a:pt x="1121220" y="240325"/>
                  </a:lnTo>
                  <a:lnTo>
                    <a:pt x="1130979" y="234069"/>
                  </a:lnTo>
                  <a:lnTo>
                    <a:pt x="1140723" y="274475"/>
                  </a:lnTo>
                  <a:lnTo>
                    <a:pt x="1150482" y="253301"/>
                  </a:lnTo>
                  <a:lnTo>
                    <a:pt x="1160226" y="242743"/>
                  </a:lnTo>
                  <a:lnTo>
                    <a:pt x="1169969" y="257609"/>
                  </a:lnTo>
                  <a:lnTo>
                    <a:pt x="1179728" y="220331"/>
                  </a:lnTo>
                  <a:lnTo>
                    <a:pt x="1189472" y="224852"/>
                  </a:lnTo>
                  <a:lnTo>
                    <a:pt x="1199231" y="229203"/>
                  </a:lnTo>
                  <a:lnTo>
                    <a:pt x="1208975" y="246244"/>
                  </a:lnTo>
                  <a:lnTo>
                    <a:pt x="1218719" y="216216"/>
                  </a:lnTo>
                  <a:lnTo>
                    <a:pt x="1228478" y="246431"/>
                  </a:lnTo>
                  <a:lnTo>
                    <a:pt x="1238222" y="242232"/>
                  </a:lnTo>
                  <a:lnTo>
                    <a:pt x="1247966" y="256385"/>
                  </a:lnTo>
                  <a:lnTo>
                    <a:pt x="1257725" y="288349"/>
                  </a:lnTo>
                  <a:lnTo>
                    <a:pt x="1267469" y="263900"/>
                  </a:lnTo>
                  <a:lnTo>
                    <a:pt x="1277227" y="260419"/>
                  </a:lnTo>
                  <a:lnTo>
                    <a:pt x="1286971" y="226560"/>
                  </a:lnTo>
                  <a:lnTo>
                    <a:pt x="1296715" y="223202"/>
                  </a:lnTo>
                  <a:lnTo>
                    <a:pt x="1306474" y="227491"/>
                  </a:lnTo>
                  <a:lnTo>
                    <a:pt x="1316218" y="202315"/>
                  </a:lnTo>
                  <a:lnTo>
                    <a:pt x="1325977" y="214903"/>
                  </a:lnTo>
                  <a:lnTo>
                    <a:pt x="1335721" y="233174"/>
                  </a:lnTo>
                  <a:lnTo>
                    <a:pt x="1345465" y="283191"/>
                  </a:lnTo>
                  <a:lnTo>
                    <a:pt x="1355224" y="282348"/>
                  </a:lnTo>
                  <a:lnTo>
                    <a:pt x="1364967" y="289973"/>
                  </a:lnTo>
                  <a:lnTo>
                    <a:pt x="1374726" y="280689"/>
                  </a:lnTo>
                  <a:lnTo>
                    <a:pt x="1384470" y="229718"/>
                  </a:lnTo>
                  <a:lnTo>
                    <a:pt x="1394214" y="215325"/>
                  </a:lnTo>
                  <a:lnTo>
                    <a:pt x="1403973" y="207808"/>
                  </a:lnTo>
                  <a:lnTo>
                    <a:pt x="1413717" y="196905"/>
                  </a:lnTo>
                  <a:lnTo>
                    <a:pt x="1423476" y="183171"/>
                  </a:lnTo>
                  <a:lnTo>
                    <a:pt x="1433220" y="215472"/>
                  </a:lnTo>
                  <a:lnTo>
                    <a:pt x="1442964" y="234723"/>
                  </a:lnTo>
                  <a:lnTo>
                    <a:pt x="1452722" y="243527"/>
                  </a:lnTo>
                  <a:lnTo>
                    <a:pt x="1462466" y="235112"/>
                  </a:lnTo>
                  <a:lnTo>
                    <a:pt x="1472225" y="222691"/>
                  </a:lnTo>
                  <a:lnTo>
                    <a:pt x="1481969" y="186273"/>
                  </a:lnTo>
                  <a:lnTo>
                    <a:pt x="1491713" y="220065"/>
                  </a:lnTo>
                  <a:lnTo>
                    <a:pt x="1501472" y="221031"/>
                  </a:lnTo>
                  <a:lnTo>
                    <a:pt x="1511216" y="202392"/>
                  </a:lnTo>
                  <a:lnTo>
                    <a:pt x="1520960" y="175753"/>
                  </a:lnTo>
                  <a:lnTo>
                    <a:pt x="1530719" y="187478"/>
                  </a:lnTo>
                  <a:lnTo>
                    <a:pt x="1540463" y="172563"/>
                  </a:lnTo>
                  <a:lnTo>
                    <a:pt x="1550221" y="179698"/>
                  </a:lnTo>
                  <a:lnTo>
                    <a:pt x="1559965" y="170123"/>
                  </a:lnTo>
                  <a:lnTo>
                    <a:pt x="1569709" y="142753"/>
                  </a:lnTo>
                  <a:lnTo>
                    <a:pt x="1579468" y="131194"/>
                  </a:lnTo>
                  <a:lnTo>
                    <a:pt x="1589212" y="117383"/>
                  </a:lnTo>
                  <a:lnTo>
                    <a:pt x="1598971" y="116202"/>
                  </a:lnTo>
                  <a:lnTo>
                    <a:pt x="1608715" y="129743"/>
                  </a:lnTo>
                  <a:lnTo>
                    <a:pt x="1618459" y="143446"/>
                  </a:lnTo>
                  <a:lnTo>
                    <a:pt x="1628218" y="160525"/>
                  </a:lnTo>
                  <a:lnTo>
                    <a:pt x="1637962" y="161953"/>
                  </a:lnTo>
                  <a:lnTo>
                    <a:pt x="1647720" y="191926"/>
                  </a:lnTo>
                  <a:lnTo>
                    <a:pt x="1657464" y="178976"/>
                  </a:lnTo>
                  <a:lnTo>
                    <a:pt x="1667208" y="169144"/>
                  </a:lnTo>
                  <a:lnTo>
                    <a:pt x="1676967" y="155492"/>
                  </a:lnTo>
                  <a:lnTo>
                    <a:pt x="1686711" y="135926"/>
                  </a:lnTo>
                  <a:lnTo>
                    <a:pt x="1696470" y="111041"/>
                  </a:lnTo>
                  <a:lnTo>
                    <a:pt x="1706214" y="130569"/>
                  </a:lnTo>
                  <a:lnTo>
                    <a:pt x="1715958" y="155303"/>
                  </a:lnTo>
                  <a:lnTo>
                    <a:pt x="1725716" y="146460"/>
                  </a:lnTo>
                  <a:lnTo>
                    <a:pt x="1735460" y="164123"/>
                  </a:lnTo>
                  <a:lnTo>
                    <a:pt x="1745219" y="178780"/>
                  </a:lnTo>
                  <a:lnTo>
                    <a:pt x="1754963" y="208175"/>
                  </a:lnTo>
                  <a:lnTo>
                    <a:pt x="1764707" y="175933"/>
                  </a:lnTo>
                  <a:lnTo>
                    <a:pt x="1774466" y="181097"/>
                  </a:lnTo>
                  <a:lnTo>
                    <a:pt x="1784210" y="161685"/>
                  </a:lnTo>
                  <a:lnTo>
                    <a:pt x="1793969" y="148985"/>
                  </a:lnTo>
                  <a:lnTo>
                    <a:pt x="1803713" y="147391"/>
                  </a:lnTo>
                  <a:lnTo>
                    <a:pt x="1813457" y="133648"/>
                  </a:lnTo>
                  <a:lnTo>
                    <a:pt x="1823215" y="189439"/>
                  </a:lnTo>
                  <a:lnTo>
                    <a:pt x="1832959" y="216908"/>
                  </a:lnTo>
                  <a:lnTo>
                    <a:pt x="1842703" y="238790"/>
                  </a:lnTo>
                  <a:lnTo>
                    <a:pt x="1852462" y="235894"/>
                  </a:lnTo>
                  <a:lnTo>
                    <a:pt x="1862206" y="249933"/>
                  </a:lnTo>
                  <a:lnTo>
                    <a:pt x="1871965" y="258043"/>
                  </a:lnTo>
                  <a:lnTo>
                    <a:pt x="1881709" y="276956"/>
                  </a:lnTo>
                  <a:lnTo>
                    <a:pt x="1891453" y="249428"/>
                  </a:lnTo>
                  <a:lnTo>
                    <a:pt x="1901212" y="266719"/>
                  </a:lnTo>
                  <a:lnTo>
                    <a:pt x="1910956" y="293473"/>
                  </a:lnTo>
                  <a:lnTo>
                    <a:pt x="1920714" y="307883"/>
                  </a:lnTo>
                  <a:lnTo>
                    <a:pt x="1930458" y="318254"/>
                  </a:lnTo>
                  <a:lnTo>
                    <a:pt x="1940202" y="275101"/>
                  </a:lnTo>
                  <a:lnTo>
                    <a:pt x="1949961" y="280780"/>
                  </a:lnTo>
                  <a:lnTo>
                    <a:pt x="1959705" y="273791"/>
                  </a:lnTo>
                  <a:lnTo>
                    <a:pt x="1969464" y="268186"/>
                  </a:lnTo>
                  <a:lnTo>
                    <a:pt x="1979208" y="206908"/>
                  </a:lnTo>
                  <a:lnTo>
                    <a:pt x="1988952" y="200202"/>
                  </a:lnTo>
                  <a:lnTo>
                    <a:pt x="1998711" y="214696"/>
                  </a:lnTo>
                  <a:lnTo>
                    <a:pt x="2008454" y="238075"/>
                  </a:lnTo>
                  <a:lnTo>
                    <a:pt x="2018213" y="248917"/>
                  </a:lnTo>
                  <a:lnTo>
                    <a:pt x="2027957" y="269138"/>
                  </a:lnTo>
                  <a:lnTo>
                    <a:pt x="2037701" y="246304"/>
                  </a:lnTo>
                  <a:lnTo>
                    <a:pt x="2047460" y="262025"/>
                  </a:lnTo>
                  <a:lnTo>
                    <a:pt x="2057204" y="261386"/>
                  </a:lnTo>
                  <a:lnTo>
                    <a:pt x="2066963" y="242609"/>
                  </a:lnTo>
                  <a:lnTo>
                    <a:pt x="2076707" y="251720"/>
                  </a:lnTo>
                  <a:lnTo>
                    <a:pt x="2086451" y="254296"/>
                  </a:lnTo>
                  <a:lnTo>
                    <a:pt x="2096210" y="271476"/>
                  </a:lnTo>
                  <a:lnTo>
                    <a:pt x="2105954" y="232020"/>
                  </a:lnTo>
                  <a:lnTo>
                    <a:pt x="2115697" y="248879"/>
                  </a:lnTo>
                  <a:lnTo>
                    <a:pt x="2125456" y="229128"/>
                  </a:lnTo>
                  <a:lnTo>
                    <a:pt x="2135200" y="215837"/>
                  </a:lnTo>
                  <a:lnTo>
                    <a:pt x="2144959" y="248630"/>
                  </a:lnTo>
                  <a:lnTo>
                    <a:pt x="2154703" y="232993"/>
                  </a:lnTo>
                  <a:lnTo>
                    <a:pt x="2164447" y="243689"/>
                  </a:lnTo>
                  <a:lnTo>
                    <a:pt x="2174206" y="263602"/>
                  </a:lnTo>
                  <a:lnTo>
                    <a:pt x="2183950" y="254646"/>
                  </a:lnTo>
                  <a:lnTo>
                    <a:pt x="2193709" y="316791"/>
                  </a:lnTo>
                  <a:lnTo>
                    <a:pt x="2203452" y="332970"/>
                  </a:lnTo>
                  <a:lnTo>
                    <a:pt x="2213196" y="335232"/>
                  </a:lnTo>
                  <a:lnTo>
                    <a:pt x="2222955" y="288581"/>
                  </a:lnTo>
                  <a:lnTo>
                    <a:pt x="2232699" y="298093"/>
                  </a:lnTo>
                  <a:lnTo>
                    <a:pt x="2242458" y="293957"/>
                  </a:lnTo>
                  <a:lnTo>
                    <a:pt x="2252202" y="280090"/>
                  </a:lnTo>
                  <a:lnTo>
                    <a:pt x="2261946" y="232770"/>
                  </a:lnTo>
                  <a:lnTo>
                    <a:pt x="2271705" y="252997"/>
                  </a:lnTo>
                  <a:lnTo>
                    <a:pt x="2281449" y="254014"/>
                  </a:lnTo>
                  <a:lnTo>
                    <a:pt x="2291208" y="264286"/>
                  </a:lnTo>
                  <a:lnTo>
                    <a:pt x="2300951" y="264657"/>
                  </a:lnTo>
                  <a:lnTo>
                    <a:pt x="2310695" y="305036"/>
                  </a:lnTo>
                  <a:lnTo>
                    <a:pt x="2320454" y="263216"/>
                  </a:lnTo>
                  <a:lnTo>
                    <a:pt x="2330198" y="298044"/>
                  </a:lnTo>
                  <a:lnTo>
                    <a:pt x="2339957" y="317478"/>
                  </a:lnTo>
                  <a:lnTo>
                    <a:pt x="2349701" y="336510"/>
                  </a:lnTo>
                  <a:lnTo>
                    <a:pt x="2359445" y="371128"/>
                  </a:lnTo>
                  <a:lnTo>
                    <a:pt x="2369204" y="356925"/>
                  </a:lnTo>
                  <a:lnTo>
                    <a:pt x="2378948" y="312703"/>
                  </a:lnTo>
                  <a:lnTo>
                    <a:pt x="2388692" y="309939"/>
                  </a:lnTo>
                  <a:lnTo>
                    <a:pt x="2398450" y="306871"/>
                  </a:lnTo>
                  <a:lnTo>
                    <a:pt x="2408194" y="288529"/>
                  </a:lnTo>
                  <a:lnTo>
                    <a:pt x="2417953" y="305022"/>
                  </a:lnTo>
                  <a:lnTo>
                    <a:pt x="2427697" y="291613"/>
                  </a:lnTo>
                  <a:lnTo>
                    <a:pt x="2437441" y="266880"/>
                  </a:lnTo>
                  <a:lnTo>
                    <a:pt x="2447200" y="305946"/>
                  </a:lnTo>
                  <a:lnTo>
                    <a:pt x="2456944" y="308384"/>
                  </a:lnTo>
                  <a:lnTo>
                    <a:pt x="2466703" y="260257"/>
                  </a:lnTo>
                  <a:lnTo>
                    <a:pt x="2476446" y="235796"/>
                  </a:lnTo>
                  <a:lnTo>
                    <a:pt x="2486190" y="209751"/>
                  </a:lnTo>
                  <a:lnTo>
                    <a:pt x="2495949" y="180485"/>
                  </a:lnTo>
                  <a:lnTo>
                    <a:pt x="2505693" y="169057"/>
                  </a:lnTo>
                  <a:lnTo>
                    <a:pt x="2515452" y="156141"/>
                  </a:lnTo>
                  <a:lnTo>
                    <a:pt x="2525196" y="159181"/>
                  </a:lnTo>
                  <a:lnTo>
                    <a:pt x="2534940" y="135797"/>
                  </a:lnTo>
                  <a:lnTo>
                    <a:pt x="2544699" y="134606"/>
                  </a:lnTo>
                  <a:lnTo>
                    <a:pt x="2554443" y="114904"/>
                  </a:lnTo>
                  <a:lnTo>
                    <a:pt x="2564202" y="104728"/>
                  </a:lnTo>
                  <a:lnTo>
                    <a:pt x="2573946" y="121200"/>
                  </a:lnTo>
                  <a:lnTo>
                    <a:pt x="2583690" y="112878"/>
                  </a:lnTo>
                  <a:lnTo>
                    <a:pt x="2593448" y="113384"/>
                  </a:lnTo>
                  <a:lnTo>
                    <a:pt x="2603192" y="100106"/>
                  </a:lnTo>
                  <a:lnTo>
                    <a:pt x="2612951" y="55488"/>
                  </a:lnTo>
                  <a:lnTo>
                    <a:pt x="2622695" y="43436"/>
                  </a:lnTo>
                  <a:lnTo>
                    <a:pt x="2632439" y="47355"/>
                  </a:lnTo>
                  <a:lnTo>
                    <a:pt x="2642198" y="14693"/>
                  </a:lnTo>
                  <a:lnTo>
                    <a:pt x="2651942" y="56962"/>
                  </a:lnTo>
                  <a:lnTo>
                    <a:pt x="2661685" y="80769"/>
                  </a:lnTo>
                  <a:lnTo>
                    <a:pt x="2671444" y="80714"/>
                  </a:lnTo>
                  <a:lnTo>
                    <a:pt x="2681188" y="93390"/>
                  </a:lnTo>
                  <a:lnTo>
                    <a:pt x="2690947" y="88923"/>
                  </a:lnTo>
                  <a:lnTo>
                    <a:pt x="2700691" y="106791"/>
                  </a:lnTo>
                  <a:lnTo>
                    <a:pt x="2710435" y="120804"/>
                  </a:lnTo>
                  <a:lnTo>
                    <a:pt x="2720194" y="117735"/>
                  </a:lnTo>
                  <a:lnTo>
                    <a:pt x="2729938" y="75091"/>
                  </a:lnTo>
                  <a:lnTo>
                    <a:pt x="2739697" y="45218"/>
                  </a:lnTo>
                  <a:lnTo>
                    <a:pt x="2749441" y="29226"/>
                  </a:lnTo>
                  <a:lnTo>
                    <a:pt x="2759185" y="31704"/>
                  </a:lnTo>
                  <a:lnTo>
                    <a:pt x="2768943" y="0"/>
                  </a:lnTo>
                  <a:lnTo>
                    <a:pt x="2778687" y="13327"/>
                  </a:lnTo>
                  <a:lnTo>
                    <a:pt x="2788446" y="38088"/>
                  </a:lnTo>
                  <a:lnTo>
                    <a:pt x="2798190" y="6755"/>
                  </a:lnTo>
                  <a:lnTo>
                    <a:pt x="2807934" y="31069"/>
                  </a:lnTo>
                  <a:lnTo>
                    <a:pt x="2817693" y="35585"/>
                  </a:lnTo>
                  <a:lnTo>
                    <a:pt x="2827437" y="10878"/>
                  </a:lnTo>
                  <a:lnTo>
                    <a:pt x="2837196" y="23298"/>
                  </a:lnTo>
                  <a:lnTo>
                    <a:pt x="2846940" y="27955"/>
                  </a:lnTo>
                  <a:lnTo>
                    <a:pt x="2856684" y="73509"/>
                  </a:lnTo>
                  <a:lnTo>
                    <a:pt x="2866442" y="63885"/>
                  </a:lnTo>
                  <a:lnTo>
                    <a:pt x="2876186" y="81243"/>
                  </a:lnTo>
                  <a:lnTo>
                    <a:pt x="2885945" y="86503"/>
                  </a:lnTo>
                  <a:lnTo>
                    <a:pt x="2895689" y="61703"/>
                  </a:lnTo>
                  <a:lnTo>
                    <a:pt x="2905433" y="54198"/>
                  </a:lnTo>
                  <a:lnTo>
                    <a:pt x="2915192" y="4561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9" name="Freeform 1208">
              <a:extLst>
                <a:ext uri="{FF2B5EF4-FFF2-40B4-BE49-F238E27FC236}">
                  <a16:creationId xmlns:a16="http://schemas.microsoft.com/office/drawing/2014/main" id="{171AA492-19DF-5FB1-6CB1-7AC606426858}"/>
                </a:ext>
              </a:extLst>
            </p:cNvPr>
            <p:cNvSpPr/>
            <p:nvPr/>
          </p:nvSpPr>
          <p:spPr>
            <a:xfrm>
              <a:off x="4426652" y="3418870"/>
              <a:ext cx="2915191" cy="495562"/>
            </a:xfrm>
            <a:custGeom>
              <a:avLst/>
              <a:gdLst>
                <a:gd name="connsiteX0" fmla="*/ 0 w 2915191"/>
                <a:gd name="connsiteY0" fmla="*/ 101785 h 495562"/>
                <a:gd name="connsiteX1" fmla="*/ 9750 w 2915191"/>
                <a:gd name="connsiteY1" fmla="*/ 131472 h 495562"/>
                <a:gd name="connsiteX2" fmla="*/ 19500 w 2915191"/>
                <a:gd name="connsiteY2" fmla="*/ 140210 h 495562"/>
                <a:gd name="connsiteX3" fmla="*/ 29250 w 2915191"/>
                <a:gd name="connsiteY3" fmla="*/ 114949 h 495562"/>
                <a:gd name="connsiteX4" fmla="*/ 39000 w 2915191"/>
                <a:gd name="connsiteY4" fmla="*/ 126927 h 495562"/>
                <a:gd name="connsiteX5" fmla="*/ 48749 w 2915191"/>
                <a:gd name="connsiteY5" fmla="*/ 99597 h 495562"/>
                <a:gd name="connsiteX6" fmla="*/ 58499 w 2915191"/>
                <a:gd name="connsiteY6" fmla="*/ 108059 h 495562"/>
                <a:gd name="connsiteX7" fmla="*/ 68249 w 2915191"/>
                <a:gd name="connsiteY7" fmla="*/ 104363 h 495562"/>
                <a:gd name="connsiteX8" fmla="*/ 77998 w 2915191"/>
                <a:gd name="connsiteY8" fmla="*/ 81171 h 495562"/>
                <a:gd name="connsiteX9" fmla="*/ 87748 w 2915191"/>
                <a:gd name="connsiteY9" fmla="*/ 103195 h 495562"/>
                <a:gd name="connsiteX10" fmla="*/ 97497 w 2915191"/>
                <a:gd name="connsiteY10" fmla="*/ 83950 h 495562"/>
                <a:gd name="connsiteX11" fmla="*/ 107247 w 2915191"/>
                <a:gd name="connsiteY11" fmla="*/ 81341 h 495562"/>
                <a:gd name="connsiteX12" fmla="*/ 116997 w 2915191"/>
                <a:gd name="connsiteY12" fmla="*/ 64662 h 495562"/>
                <a:gd name="connsiteX13" fmla="*/ 126747 w 2915191"/>
                <a:gd name="connsiteY13" fmla="*/ 72351 h 495562"/>
                <a:gd name="connsiteX14" fmla="*/ 136497 w 2915191"/>
                <a:gd name="connsiteY14" fmla="*/ 76514 h 495562"/>
                <a:gd name="connsiteX15" fmla="*/ 146247 w 2915191"/>
                <a:gd name="connsiteY15" fmla="*/ 62033 h 495562"/>
                <a:gd name="connsiteX16" fmla="*/ 155997 w 2915191"/>
                <a:gd name="connsiteY16" fmla="*/ 20194 h 495562"/>
                <a:gd name="connsiteX17" fmla="*/ 165747 w 2915191"/>
                <a:gd name="connsiteY17" fmla="*/ 20741 h 495562"/>
                <a:gd name="connsiteX18" fmla="*/ 175497 w 2915191"/>
                <a:gd name="connsiteY18" fmla="*/ 37283 h 495562"/>
                <a:gd name="connsiteX19" fmla="*/ 185247 w 2915191"/>
                <a:gd name="connsiteY19" fmla="*/ 22070 h 495562"/>
                <a:gd name="connsiteX20" fmla="*/ 194996 w 2915191"/>
                <a:gd name="connsiteY20" fmla="*/ 32532 h 495562"/>
                <a:gd name="connsiteX21" fmla="*/ 204746 w 2915191"/>
                <a:gd name="connsiteY21" fmla="*/ 0 h 495562"/>
                <a:gd name="connsiteX22" fmla="*/ 214495 w 2915191"/>
                <a:gd name="connsiteY22" fmla="*/ 4027 h 495562"/>
                <a:gd name="connsiteX23" fmla="*/ 224245 w 2915191"/>
                <a:gd name="connsiteY23" fmla="*/ 4647 h 495562"/>
                <a:gd name="connsiteX24" fmla="*/ 233995 w 2915191"/>
                <a:gd name="connsiteY24" fmla="*/ 22995 h 495562"/>
                <a:gd name="connsiteX25" fmla="*/ 243744 w 2915191"/>
                <a:gd name="connsiteY25" fmla="*/ 64541 h 495562"/>
                <a:gd name="connsiteX26" fmla="*/ 253494 w 2915191"/>
                <a:gd name="connsiteY26" fmla="*/ 66152 h 495562"/>
                <a:gd name="connsiteX27" fmla="*/ 263244 w 2915191"/>
                <a:gd name="connsiteY27" fmla="*/ 83376 h 495562"/>
                <a:gd name="connsiteX28" fmla="*/ 272994 w 2915191"/>
                <a:gd name="connsiteY28" fmla="*/ 91782 h 495562"/>
                <a:gd name="connsiteX29" fmla="*/ 282744 w 2915191"/>
                <a:gd name="connsiteY29" fmla="*/ 63443 h 495562"/>
                <a:gd name="connsiteX30" fmla="*/ 292494 w 2915191"/>
                <a:gd name="connsiteY30" fmla="*/ 53934 h 495562"/>
                <a:gd name="connsiteX31" fmla="*/ 302244 w 2915191"/>
                <a:gd name="connsiteY31" fmla="*/ 62466 h 495562"/>
                <a:gd name="connsiteX32" fmla="*/ 311994 w 2915191"/>
                <a:gd name="connsiteY32" fmla="*/ 36167 h 495562"/>
                <a:gd name="connsiteX33" fmla="*/ 321744 w 2915191"/>
                <a:gd name="connsiteY33" fmla="*/ 26709 h 495562"/>
                <a:gd name="connsiteX34" fmla="*/ 331493 w 2915191"/>
                <a:gd name="connsiteY34" fmla="*/ 28400 h 495562"/>
                <a:gd name="connsiteX35" fmla="*/ 341243 w 2915191"/>
                <a:gd name="connsiteY35" fmla="*/ 9811 h 495562"/>
                <a:gd name="connsiteX36" fmla="*/ 350993 w 2915191"/>
                <a:gd name="connsiteY36" fmla="*/ 20480 h 495562"/>
                <a:gd name="connsiteX37" fmla="*/ 360742 w 2915191"/>
                <a:gd name="connsiteY37" fmla="*/ 23511 h 495562"/>
                <a:gd name="connsiteX38" fmla="*/ 370492 w 2915191"/>
                <a:gd name="connsiteY38" fmla="*/ 27542 h 495562"/>
                <a:gd name="connsiteX39" fmla="*/ 380241 w 2915191"/>
                <a:gd name="connsiteY39" fmla="*/ 19665 h 495562"/>
                <a:gd name="connsiteX40" fmla="*/ 389991 w 2915191"/>
                <a:gd name="connsiteY40" fmla="*/ 9945 h 495562"/>
                <a:gd name="connsiteX41" fmla="*/ 399741 w 2915191"/>
                <a:gd name="connsiteY41" fmla="*/ 5909 h 495562"/>
                <a:gd name="connsiteX42" fmla="*/ 409491 w 2915191"/>
                <a:gd name="connsiteY42" fmla="*/ 19947 h 495562"/>
                <a:gd name="connsiteX43" fmla="*/ 419241 w 2915191"/>
                <a:gd name="connsiteY43" fmla="*/ 38217 h 495562"/>
                <a:gd name="connsiteX44" fmla="*/ 428991 w 2915191"/>
                <a:gd name="connsiteY44" fmla="*/ 55111 h 495562"/>
                <a:gd name="connsiteX45" fmla="*/ 438741 w 2915191"/>
                <a:gd name="connsiteY45" fmla="*/ 35160 h 495562"/>
                <a:gd name="connsiteX46" fmla="*/ 448491 w 2915191"/>
                <a:gd name="connsiteY46" fmla="*/ 19349 h 495562"/>
                <a:gd name="connsiteX47" fmla="*/ 458241 w 2915191"/>
                <a:gd name="connsiteY47" fmla="*/ 53188 h 495562"/>
                <a:gd name="connsiteX48" fmla="*/ 467991 w 2915191"/>
                <a:gd name="connsiteY48" fmla="*/ 70712 h 495562"/>
                <a:gd name="connsiteX49" fmla="*/ 477740 w 2915191"/>
                <a:gd name="connsiteY49" fmla="*/ 108246 h 495562"/>
                <a:gd name="connsiteX50" fmla="*/ 487490 w 2915191"/>
                <a:gd name="connsiteY50" fmla="*/ 97390 h 495562"/>
                <a:gd name="connsiteX51" fmla="*/ 497239 w 2915191"/>
                <a:gd name="connsiteY51" fmla="*/ 100173 h 495562"/>
                <a:gd name="connsiteX52" fmla="*/ 506989 w 2915191"/>
                <a:gd name="connsiteY52" fmla="*/ 100048 h 495562"/>
                <a:gd name="connsiteX53" fmla="*/ 516738 w 2915191"/>
                <a:gd name="connsiteY53" fmla="*/ 101069 h 495562"/>
                <a:gd name="connsiteX54" fmla="*/ 526488 w 2915191"/>
                <a:gd name="connsiteY54" fmla="*/ 94254 h 495562"/>
                <a:gd name="connsiteX55" fmla="*/ 536238 w 2915191"/>
                <a:gd name="connsiteY55" fmla="*/ 112623 h 495562"/>
                <a:gd name="connsiteX56" fmla="*/ 545988 w 2915191"/>
                <a:gd name="connsiteY56" fmla="*/ 105339 h 495562"/>
                <a:gd name="connsiteX57" fmla="*/ 555738 w 2915191"/>
                <a:gd name="connsiteY57" fmla="*/ 61224 h 495562"/>
                <a:gd name="connsiteX58" fmla="*/ 565488 w 2915191"/>
                <a:gd name="connsiteY58" fmla="*/ 62103 h 495562"/>
                <a:gd name="connsiteX59" fmla="*/ 575238 w 2915191"/>
                <a:gd name="connsiteY59" fmla="*/ 79672 h 495562"/>
                <a:gd name="connsiteX60" fmla="*/ 584988 w 2915191"/>
                <a:gd name="connsiteY60" fmla="*/ 86797 h 495562"/>
                <a:gd name="connsiteX61" fmla="*/ 594738 w 2915191"/>
                <a:gd name="connsiteY61" fmla="*/ 76716 h 495562"/>
                <a:gd name="connsiteX62" fmla="*/ 604488 w 2915191"/>
                <a:gd name="connsiteY62" fmla="*/ 74210 h 495562"/>
                <a:gd name="connsiteX63" fmla="*/ 614237 w 2915191"/>
                <a:gd name="connsiteY63" fmla="*/ 71903 h 495562"/>
                <a:gd name="connsiteX64" fmla="*/ 623987 w 2915191"/>
                <a:gd name="connsiteY64" fmla="*/ 86626 h 495562"/>
                <a:gd name="connsiteX65" fmla="*/ 633736 w 2915191"/>
                <a:gd name="connsiteY65" fmla="*/ 119612 h 495562"/>
                <a:gd name="connsiteX66" fmla="*/ 643486 w 2915191"/>
                <a:gd name="connsiteY66" fmla="*/ 102982 h 495562"/>
                <a:gd name="connsiteX67" fmla="*/ 653236 w 2915191"/>
                <a:gd name="connsiteY67" fmla="*/ 83537 h 495562"/>
                <a:gd name="connsiteX68" fmla="*/ 662985 w 2915191"/>
                <a:gd name="connsiteY68" fmla="*/ 101155 h 495562"/>
                <a:gd name="connsiteX69" fmla="*/ 672735 w 2915191"/>
                <a:gd name="connsiteY69" fmla="*/ 130393 h 495562"/>
                <a:gd name="connsiteX70" fmla="*/ 682485 w 2915191"/>
                <a:gd name="connsiteY70" fmla="*/ 135684 h 495562"/>
                <a:gd name="connsiteX71" fmla="*/ 692235 w 2915191"/>
                <a:gd name="connsiteY71" fmla="*/ 156578 h 495562"/>
                <a:gd name="connsiteX72" fmla="*/ 701985 w 2915191"/>
                <a:gd name="connsiteY72" fmla="*/ 184814 h 495562"/>
                <a:gd name="connsiteX73" fmla="*/ 711735 w 2915191"/>
                <a:gd name="connsiteY73" fmla="*/ 227412 h 495562"/>
                <a:gd name="connsiteX74" fmla="*/ 721485 w 2915191"/>
                <a:gd name="connsiteY74" fmla="*/ 241027 h 495562"/>
                <a:gd name="connsiteX75" fmla="*/ 731235 w 2915191"/>
                <a:gd name="connsiteY75" fmla="*/ 224118 h 495562"/>
                <a:gd name="connsiteX76" fmla="*/ 740985 w 2915191"/>
                <a:gd name="connsiteY76" fmla="*/ 193060 h 495562"/>
                <a:gd name="connsiteX77" fmla="*/ 750734 w 2915191"/>
                <a:gd name="connsiteY77" fmla="*/ 194563 h 495562"/>
                <a:gd name="connsiteX78" fmla="*/ 760484 w 2915191"/>
                <a:gd name="connsiteY78" fmla="*/ 195716 h 495562"/>
                <a:gd name="connsiteX79" fmla="*/ 770233 w 2915191"/>
                <a:gd name="connsiteY79" fmla="*/ 205661 h 495562"/>
                <a:gd name="connsiteX80" fmla="*/ 779983 w 2915191"/>
                <a:gd name="connsiteY80" fmla="*/ 204238 h 495562"/>
                <a:gd name="connsiteX81" fmla="*/ 789733 w 2915191"/>
                <a:gd name="connsiteY81" fmla="*/ 211387 h 495562"/>
                <a:gd name="connsiteX82" fmla="*/ 799482 w 2915191"/>
                <a:gd name="connsiteY82" fmla="*/ 189172 h 495562"/>
                <a:gd name="connsiteX83" fmla="*/ 809232 w 2915191"/>
                <a:gd name="connsiteY83" fmla="*/ 222098 h 495562"/>
                <a:gd name="connsiteX84" fmla="*/ 818982 w 2915191"/>
                <a:gd name="connsiteY84" fmla="*/ 224622 h 495562"/>
                <a:gd name="connsiteX85" fmla="*/ 828732 w 2915191"/>
                <a:gd name="connsiteY85" fmla="*/ 272501 h 495562"/>
                <a:gd name="connsiteX86" fmla="*/ 838482 w 2915191"/>
                <a:gd name="connsiteY86" fmla="*/ 257276 h 495562"/>
                <a:gd name="connsiteX87" fmla="*/ 848232 w 2915191"/>
                <a:gd name="connsiteY87" fmla="*/ 229388 h 495562"/>
                <a:gd name="connsiteX88" fmla="*/ 857982 w 2915191"/>
                <a:gd name="connsiteY88" fmla="*/ 253263 h 495562"/>
                <a:gd name="connsiteX89" fmla="*/ 867732 w 2915191"/>
                <a:gd name="connsiteY89" fmla="*/ 266088 h 495562"/>
                <a:gd name="connsiteX90" fmla="*/ 877482 w 2915191"/>
                <a:gd name="connsiteY90" fmla="*/ 280850 h 495562"/>
                <a:gd name="connsiteX91" fmla="*/ 887231 w 2915191"/>
                <a:gd name="connsiteY91" fmla="*/ 271626 h 495562"/>
                <a:gd name="connsiteX92" fmla="*/ 896981 w 2915191"/>
                <a:gd name="connsiteY92" fmla="*/ 283784 h 495562"/>
                <a:gd name="connsiteX93" fmla="*/ 906730 w 2915191"/>
                <a:gd name="connsiteY93" fmla="*/ 264996 h 495562"/>
                <a:gd name="connsiteX94" fmla="*/ 916480 w 2915191"/>
                <a:gd name="connsiteY94" fmla="*/ 247925 h 495562"/>
                <a:gd name="connsiteX95" fmla="*/ 926230 w 2915191"/>
                <a:gd name="connsiteY95" fmla="*/ 279630 h 495562"/>
                <a:gd name="connsiteX96" fmla="*/ 935979 w 2915191"/>
                <a:gd name="connsiteY96" fmla="*/ 267918 h 495562"/>
                <a:gd name="connsiteX97" fmla="*/ 945729 w 2915191"/>
                <a:gd name="connsiteY97" fmla="*/ 253080 h 495562"/>
                <a:gd name="connsiteX98" fmla="*/ 955479 w 2915191"/>
                <a:gd name="connsiteY98" fmla="*/ 273086 h 495562"/>
                <a:gd name="connsiteX99" fmla="*/ 965229 w 2915191"/>
                <a:gd name="connsiteY99" fmla="*/ 282479 h 495562"/>
                <a:gd name="connsiteX100" fmla="*/ 974979 w 2915191"/>
                <a:gd name="connsiteY100" fmla="*/ 281841 h 495562"/>
                <a:gd name="connsiteX101" fmla="*/ 984729 w 2915191"/>
                <a:gd name="connsiteY101" fmla="*/ 283328 h 495562"/>
                <a:gd name="connsiteX102" fmla="*/ 994474 w 2915191"/>
                <a:gd name="connsiteY102" fmla="*/ 304647 h 495562"/>
                <a:gd name="connsiteX103" fmla="*/ 1004233 w 2915191"/>
                <a:gd name="connsiteY103" fmla="*/ 279495 h 495562"/>
                <a:gd name="connsiteX104" fmla="*/ 1013977 w 2915191"/>
                <a:gd name="connsiteY104" fmla="*/ 303460 h 495562"/>
                <a:gd name="connsiteX105" fmla="*/ 1023721 w 2915191"/>
                <a:gd name="connsiteY105" fmla="*/ 290514 h 495562"/>
                <a:gd name="connsiteX106" fmla="*/ 1033480 w 2915191"/>
                <a:gd name="connsiteY106" fmla="*/ 299085 h 495562"/>
                <a:gd name="connsiteX107" fmla="*/ 1043224 w 2915191"/>
                <a:gd name="connsiteY107" fmla="*/ 306731 h 495562"/>
                <a:gd name="connsiteX108" fmla="*/ 1052983 w 2915191"/>
                <a:gd name="connsiteY108" fmla="*/ 287623 h 495562"/>
                <a:gd name="connsiteX109" fmla="*/ 1062727 w 2915191"/>
                <a:gd name="connsiteY109" fmla="*/ 282377 h 495562"/>
                <a:gd name="connsiteX110" fmla="*/ 1072471 w 2915191"/>
                <a:gd name="connsiteY110" fmla="*/ 300943 h 495562"/>
                <a:gd name="connsiteX111" fmla="*/ 1082230 w 2915191"/>
                <a:gd name="connsiteY111" fmla="*/ 287482 h 495562"/>
                <a:gd name="connsiteX112" fmla="*/ 1091973 w 2915191"/>
                <a:gd name="connsiteY112" fmla="*/ 308461 h 495562"/>
                <a:gd name="connsiteX113" fmla="*/ 1101732 w 2915191"/>
                <a:gd name="connsiteY113" fmla="*/ 306634 h 495562"/>
                <a:gd name="connsiteX114" fmla="*/ 1111476 w 2915191"/>
                <a:gd name="connsiteY114" fmla="*/ 293042 h 495562"/>
                <a:gd name="connsiteX115" fmla="*/ 1121220 w 2915191"/>
                <a:gd name="connsiteY115" fmla="*/ 322688 h 495562"/>
                <a:gd name="connsiteX116" fmla="*/ 1130979 w 2915191"/>
                <a:gd name="connsiteY116" fmla="*/ 380943 h 495562"/>
                <a:gd name="connsiteX117" fmla="*/ 1140723 w 2915191"/>
                <a:gd name="connsiteY117" fmla="*/ 390718 h 495562"/>
                <a:gd name="connsiteX118" fmla="*/ 1150482 w 2915191"/>
                <a:gd name="connsiteY118" fmla="*/ 412997 h 495562"/>
                <a:gd name="connsiteX119" fmla="*/ 1160226 w 2915191"/>
                <a:gd name="connsiteY119" fmla="*/ 432826 h 495562"/>
                <a:gd name="connsiteX120" fmla="*/ 1169969 w 2915191"/>
                <a:gd name="connsiteY120" fmla="*/ 421583 h 495562"/>
                <a:gd name="connsiteX121" fmla="*/ 1179728 w 2915191"/>
                <a:gd name="connsiteY121" fmla="*/ 424828 h 495562"/>
                <a:gd name="connsiteX122" fmla="*/ 1189472 w 2915191"/>
                <a:gd name="connsiteY122" fmla="*/ 429727 h 495562"/>
                <a:gd name="connsiteX123" fmla="*/ 1199231 w 2915191"/>
                <a:gd name="connsiteY123" fmla="*/ 400817 h 495562"/>
                <a:gd name="connsiteX124" fmla="*/ 1208975 w 2915191"/>
                <a:gd name="connsiteY124" fmla="*/ 423484 h 495562"/>
                <a:gd name="connsiteX125" fmla="*/ 1218719 w 2915191"/>
                <a:gd name="connsiteY125" fmla="*/ 381654 h 495562"/>
                <a:gd name="connsiteX126" fmla="*/ 1228478 w 2915191"/>
                <a:gd name="connsiteY126" fmla="*/ 371195 h 495562"/>
                <a:gd name="connsiteX127" fmla="*/ 1238222 w 2915191"/>
                <a:gd name="connsiteY127" fmla="*/ 378895 h 495562"/>
                <a:gd name="connsiteX128" fmla="*/ 1247966 w 2915191"/>
                <a:gd name="connsiteY128" fmla="*/ 380246 h 495562"/>
                <a:gd name="connsiteX129" fmla="*/ 1257725 w 2915191"/>
                <a:gd name="connsiteY129" fmla="*/ 395063 h 495562"/>
                <a:gd name="connsiteX130" fmla="*/ 1267469 w 2915191"/>
                <a:gd name="connsiteY130" fmla="*/ 391684 h 495562"/>
                <a:gd name="connsiteX131" fmla="*/ 1277227 w 2915191"/>
                <a:gd name="connsiteY131" fmla="*/ 361294 h 495562"/>
                <a:gd name="connsiteX132" fmla="*/ 1286971 w 2915191"/>
                <a:gd name="connsiteY132" fmla="*/ 408546 h 495562"/>
                <a:gd name="connsiteX133" fmla="*/ 1296715 w 2915191"/>
                <a:gd name="connsiteY133" fmla="*/ 408062 h 495562"/>
                <a:gd name="connsiteX134" fmla="*/ 1306474 w 2915191"/>
                <a:gd name="connsiteY134" fmla="*/ 439656 h 495562"/>
                <a:gd name="connsiteX135" fmla="*/ 1316218 w 2915191"/>
                <a:gd name="connsiteY135" fmla="*/ 451852 h 495562"/>
                <a:gd name="connsiteX136" fmla="*/ 1325977 w 2915191"/>
                <a:gd name="connsiteY136" fmla="*/ 444724 h 495562"/>
                <a:gd name="connsiteX137" fmla="*/ 1335721 w 2915191"/>
                <a:gd name="connsiteY137" fmla="*/ 426220 h 495562"/>
                <a:gd name="connsiteX138" fmla="*/ 1345465 w 2915191"/>
                <a:gd name="connsiteY138" fmla="*/ 426504 h 495562"/>
                <a:gd name="connsiteX139" fmla="*/ 1355224 w 2915191"/>
                <a:gd name="connsiteY139" fmla="*/ 440591 h 495562"/>
                <a:gd name="connsiteX140" fmla="*/ 1364967 w 2915191"/>
                <a:gd name="connsiteY140" fmla="*/ 460659 h 495562"/>
                <a:gd name="connsiteX141" fmla="*/ 1374726 w 2915191"/>
                <a:gd name="connsiteY141" fmla="*/ 449330 h 495562"/>
                <a:gd name="connsiteX142" fmla="*/ 1384470 w 2915191"/>
                <a:gd name="connsiteY142" fmla="*/ 419885 h 495562"/>
                <a:gd name="connsiteX143" fmla="*/ 1394214 w 2915191"/>
                <a:gd name="connsiteY143" fmla="*/ 386684 h 495562"/>
                <a:gd name="connsiteX144" fmla="*/ 1403973 w 2915191"/>
                <a:gd name="connsiteY144" fmla="*/ 385198 h 495562"/>
                <a:gd name="connsiteX145" fmla="*/ 1413717 w 2915191"/>
                <a:gd name="connsiteY145" fmla="*/ 370675 h 495562"/>
                <a:gd name="connsiteX146" fmla="*/ 1423476 w 2915191"/>
                <a:gd name="connsiteY146" fmla="*/ 367808 h 495562"/>
                <a:gd name="connsiteX147" fmla="*/ 1433220 w 2915191"/>
                <a:gd name="connsiteY147" fmla="*/ 390188 h 495562"/>
                <a:gd name="connsiteX148" fmla="*/ 1442964 w 2915191"/>
                <a:gd name="connsiteY148" fmla="*/ 401572 h 495562"/>
                <a:gd name="connsiteX149" fmla="*/ 1452722 w 2915191"/>
                <a:gd name="connsiteY149" fmla="*/ 384969 h 495562"/>
                <a:gd name="connsiteX150" fmla="*/ 1462466 w 2915191"/>
                <a:gd name="connsiteY150" fmla="*/ 398269 h 495562"/>
                <a:gd name="connsiteX151" fmla="*/ 1472225 w 2915191"/>
                <a:gd name="connsiteY151" fmla="*/ 400869 h 495562"/>
                <a:gd name="connsiteX152" fmla="*/ 1481969 w 2915191"/>
                <a:gd name="connsiteY152" fmla="*/ 388095 h 495562"/>
                <a:gd name="connsiteX153" fmla="*/ 1491713 w 2915191"/>
                <a:gd name="connsiteY153" fmla="*/ 410337 h 495562"/>
                <a:gd name="connsiteX154" fmla="*/ 1501472 w 2915191"/>
                <a:gd name="connsiteY154" fmla="*/ 415162 h 495562"/>
                <a:gd name="connsiteX155" fmla="*/ 1511216 w 2915191"/>
                <a:gd name="connsiteY155" fmla="*/ 403382 h 495562"/>
                <a:gd name="connsiteX156" fmla="*/ 1520960 w 2915191"/>
                <a:gd name="connsiteY156" fmla="*/ 406072 h 495562"/>
                <a:gd name="connsiteX157" fmla="*/ 1530719 w 2915191"/>
                <a:gd name="connsiteY157" fmla="*/ 407518 h 495562"/>
                <a:gd name="connsiteX158" fmla="*/ 1540463 w 2915191"/>
                <a:gd name="connsiteY158" fmla="*/ 422630 h 495562"/>
                <a:gd name="connsiteX159" fmla="*/ 1550221 w 2915191"/>
                <a:gd name="connsiteY159" fmla="*/ 394971 h 495562"/>
                <a:gd name="connsiteX160" fmla="*/ 1559965 w 2915191"/>
                <a:gd name="connsiteY160" fmla="*/ 387284 h 495562"/>
                <a:gd name="connsiteX161" fmla="*/ 1569709 w 2915191"/>
                <a:gd name="connsiteY161" fmla="*/ 383343 h 495562"/>
                <a:gd name="connsiteX162" fmla="*/ 1579468 w 2915191"/>
                <a:gd name="connsiteY162" fmla="*/ 391737 h 495562"/>
                <a:gd name="connsiteX163" fmla="*/ 1589212 w 2915191"/>
                <a:gd name="connsiteY163" fmla="*/ 369163 h 495562"/>
                <a:gd name="connsiteX164" fmla="*/ 1598971 w 2915191"/>
                <a:gd name="connsiteY164" fmla="*/ 353292 h 495562"/>
                <a:gd name="connsiteX165" fmla="*/ 1608715 w 2915191"/>
                <a:gd name="connsiteY165" fmla="*/ 352139 h 495562"/>
                <a:gd name="connsiteX166" fmla="*/ 1618459 w 2915191"/>
                <a:gd name="connsiteY166" fmla="*/ 347324 h 495562"/>
                <a:gd name="connsiteX167" fmla="*/ 1628218 w 2915191"/>
                <a:gd name="connsiteY167" fmla="*/ 384458 h 495562"/>
                <a:gd name="connsiteX168" fmla="*/ 1637962 w 2915191"/>
                <a:gd name="connsiteY168" fmla="*/ 365113 h 495562"/>
                <a:gd name="connsiteX169" fmla="*/ 1647720 w 2915191"/>
                <a:gd name="connsiteY169" fmla="*/ 364590 h 495562"/>
                <a:gd name="connsiteX170" fmla="*/ 1657464 w 2915191"/>
                <a:gd name="connsiteY170" fmla="*/ 340685 h 495562"/>
                <a:gd name="connsiteX171" fmla="*/ 1667208 w 2915191"/>
                <a:gd name="connsiteY171" fmla="*/ 346854 h 495562"/>
                <a:gd name="connsiteX172" fmla="*/ 1676967 w 2915191"/>
                <a:gd name="connsiteY172" fmla="*/ 351613 h 495562"/>
                <a:gd name="connsiteX173" fmla="*/ 1686711 w 2915191"/>
                <a:gd name="connsiteY173" fmla="*/ 340191 h 495562"/>
                <a:gd name="connsiteX174" fmla="*/ 1696470 w 2915191"/>
                <a:gd name="connsiteY174" fmla="*/ 301183 h 495562"/>
                <a:gd name="connsiteX175" fmla="*/ 1706214 w 2915191"/>
                <a:gd name="connsiteY175" fmla="*/ 318539 h 495562"/>
                <a:gd name="connsiteX176" fmla="*/ 1715958 w 2915191"/>
                <a:gd name="connsiteY176" fmla="*/ 333560 h 495562"/>
                <a:gd name="connsiteX177" fmla="*/ 1725716 w 2915191"/>
                <a:gd name="connsiteY177" fmla="*/ 306266 h 495562"/>
                <a:gd name="connsiteX178" fmla="*/ 1735460 w 2915191"/>
                <a:gd name="connsiteY178" fmla="*/ 318196 h 495562"/>
                <a:gd name="connsiteX179" fmla="*/ 1745219 w 2915191"/>
                <a:gd name="connsiteY179" fmla="*/ 329604 h 495562"/>
                <a:gd name="connsiteX180" fmla="*/ 1754963 w 2915191"/>
                <a:gd name="connsiteY180" fmla="*/ 329281 h 495562"/>
                <a:gd name="connsiteX181" fmla="*/ 1764707 w 2915191"/>
                <a:gd name="connsiteY181" fmla="*/ 345436 h 495562"/>
                <a:gd name="connsiteX182" fmla="*/ 1774466 w 2915191"/>
                <a:gd name="connsiteY182" fmla="*/ 358958 h 495562"/>
                <a:gd name="connsiteX183" fmla="*/ 1784210 w 2915191"/>
                <a:gd name="connsiteY183" fmla="*/ 358391 h 495562"/>
                <a:gd name="connsiteX184" fmla="*/ 1793969 w 2915191"/>
                <a:gd name="connsiteY184" fmla="*/ 360268 h 495562"/>
                <a:gd name="connsiteX185" fmla="*/ 1803713 w 2915191"/>
                <a:gd name="connsiteY185" fmla="*/ 400644 h 495562"/>
                <a:gd name="connsiteX186" fmla="*/ 1813457 w 2915191"/>
                <a:gd name="connsiteY186" fmla="*/ 403953 h 495562"/>
                <a:gd name="connsiteX187" fmla="*/ 1823215 w 2915191"/>
                <a:gd name="connsiteY187" fmla="*/ 426457 h 495562"/>
                <a:gd name="connsiteX188" fmla="*/ 1832959 w 2915191"/>
                <a:gd name="connsiteY188" fmla="*/ 424623 h 495562"/>
                <a:gd name="connsiteX189" fmla="*/ 1842703 w 2915191"/>
                <a:gd name="connsiteY189" fmla="*/ 438838 h 495562"/>
                <a:gd name="connsiteX190" fmla="*/ 1852462 w 2915191"/>
                <a:gd name="connsiteY190" fmla="*/ 467089 h 495562"/>
                <a:gd name="connsiteX191" fmla="*/ 1862206 w 2915191"/>
                <a:gd name="connsiteY191" fmla="*/ 452863 h 495562"/>
                <a:gd name="connsiteX192" fmla="*/ 1871965 w 2915191"/>
                <a:gd name="connsiteY192" fmla="*/ 420375 h 495562"/>
                <a:gd name="connsiteX193" fmla="*/ 1881709 w 2915191"/>
                <a:gd name="connsiteY193" fmla="*/ 423994 h 495562"/>
                <a:gd name="connsiteX194" fmla="*/ 1891453 w 2915191"/>
                <a:gd name="connsiteY194" fmla="*/ 421380 h 495562"/>
                <a:gd name="connsiteX195" fmla="*/ 1901212 w 2915191"/>
                <a:gd name="connsiteY195" fmla="*/ 402383 h 495562"/>
                <a:gd name="connsiteX196" fmla="*/ 1910956 w 2915191"/>
                <a:gd name="connsiteY196" fmla="*/ 392083 h 495562"/>
                <a:gd name="connsiteX197" fmla="*/ 1920714 w 2915191"/>
                <a:gd name="connsiteY197" fmla="*/ 422330 h 495562"/>
                <a:gd name="connsiteX198" fmla="*/ 1930458 w 2915191"/>
                <a:gd name="connsiteY198" fmla="*/ 481774 h 495562"/>
                <a:gd name="connsiteX199" fmla="*/ 1940202 w 2915191"/>
                <a:gd name="connsiteY199" fmla="*/ 495562 h 495562"/>
                <a:gd name="connsiteX200" fmla="*/ 1949961 w 2915191"/>
                <a:gd name="connsiteY200" fmla="*/ 467423 h 495562"/>
                <a:gd name="connsiteX201" fmla="*/ 1959705 w 2915191"/>
                <a:gd name="connsiteY201" fmla="*/ 480233 h 495562"/>
                <a:gd name="connsiteX202" fmla="*/ 1969464 w 2915191"/>
                <a:gd name="connsiteY202" fmla="*/ 481849 h 495562"/>
                <a:gd name="connsiteX203" fmla="*/ 1979208 w 2915191"/>
                <a:gd name="connsiteY203" fmla="*/ 452399 h 495562"/>
                <a:gd name="connsiteX204" fmla="*/ 1988952 w 2915191"/>
                <a:gd name="connsiteY204" fmla="*/ 456652 h 495562"/>
                <a:gd name="connsiteX205" fmla="*/ 1998711 w 2915191"/>
                <a:gd name="connsiteY205" fmla="*/ 442793 h 495562"/>
                <a:gd name="connsiteX206" fmla="*/ 2008454 w 2915191"/>
                <a:gd name="connsiteY206" fmla="*/ 421561 h 495562"/>
                <a:gd name="connsiteX207" fmla="*/ 2018213 w 2915191"/>
                <a:gd name="connsiteY207" fmla="*/ 389982 h 495562"/>
                <a:gd name="connsiteX208" fmla="*/ 2027957 w 2915191"/>
                <a:gd name="connsiteY208" fmla="*/ 372820 h 495562"/>
                <a:gd name="connsiteX209" fmla="*/ 2037701 w 2915191"/>
                <a:gd name="connsiteY209" fmla="*/ 351556 h 495562"/>
                <a:gd name="connsiteX210" fmla="*/ 2047460 w 2915191"/>
                <a:gd name="connsiteY210" fmla="*/ 349895 h 495562"/>
                <a:gd name="connsiteX211" fmla="*/ 2057204 w 2915191"/>
                <a:gd name="connsiteY211" fmla="*/ 390553 h 495562"/>
                <a:gd name="connsiteX212" fmla="*/ 2066963 w 2915191"/>
                <a:gd name="connsiteY212" fmla="*/ 356898 h 495562"/>
                <a:gd name="connsiteX213" fmla="*/ 2076707 w 2915191"/>
                <a:gd name="connsiteY213" fmla="*/ 372458 h 495562"/>
                <a:gd name="connsiteX214" fmla="*/ 2086451 w 2915191"/>
                <a:gd name="connsiteY214" fmla="*/ 409627 h 495562"/>
                <a:gd name="connsiteX215" fmla="*/ 2096210 w 2915191"/>
                <a:gd name="connsiteY215" fmla="*/ 410096 h 495562"/>
                <a:gd name="connsiteX216" fmla="*/ 2105954 w 2915191"/>
                <a:gd name="connsiteY216" fmla="*/ 424183 h 495562"/>
                <a:gd name="connsiteX217" fmla="*/ 2115697 w 2915191"/>
                <a:gd name="connsiteY217" fmla="*/ 384820 h 495562"/>
                <a:gd name="connsiteX218" fmla="*/ 2125456 w 2915191"/>
                <a:gd name="connsiteY218" fmla="*/ 381070 h 495562"/>
                <a:gd name="connsiteX219" fmla="*/ 2135200 w 2915191"/>
                <a:gd name="connsiteY219" fmla="*/ 354585 h 495562"/>
                <a:gd name="connsiteX220" fmla="*/ 2144959 w 2915191"/>
                <a:gd name="connsiteY220" fmla="*/ 341927 h 495562"/>
                <a:gd name="connsiteX221" fmla="*/ 2154703 w 2915191"/>
                <a:gd name="connsiteY221" fmla="*/ 330334 h 495562"/>
                <a:gd name="connsiteX222" fmla="*/ 2164447 w 2915191"/>
                <a:gd name="connsiteY222" fmla="*/ 358416 h 495562"/>
                <a:gd name="connsiteX223" fmla="*/ 2174206 w 2915191"/>
                <a:gd name="connsiteY223" fmla="*/ 369249 h 495562"/>
                <a:gd name="connsiteX224" fmla="*/ 2183950 w 2915191"/>
                <a:gd name="connsiteY224" fmla="*/ 344634 h 495562"/>
                <a:gd name="connsiteX225" fmla="*/ 2193709 w 2915191"/>
                <a:gd name="connsiteY225" fmla="*/ 343067 h 495562"/>
                <a:gd name="connsiteX226" fmla="*/ 2203452 w 2915191"/>
                <a:gd name="connsiteY226" fmla="*/ 322134 h 495562"/>
                <a:gd name="connsiteX227" fmla="*/ 2213196 w 2915191"/>
                <a:gd name="connsiteY227" fmla="*/ 305583 h 495562"/>
                <a:gd name="connsiteX228" fmla="*/ 2222955 w 2915191"/>
                <a:gd name="connsiteY228" fmla="*/ 288890 h 495562"/>
                <a:gd name="connsiteX229" fmla="*/ 2232699 w 2915191"/>
                <a:gd name="connsiteY229" fmla="*/ 291266 h 495562"/>
                <a:gd name="connsiteX230" fmla="*/ 2242458 w 2915191"/>
                <a:gd name="connsiteY230" fmla="*/ 311180 h 495562"/>
                <a:gd name="connsiteX231" fmla="*/ 2252202 w 2915191"/>
                <a:gd name="connsiteY231" fmla="*/ 353078 h 495562"/>
                <a:gd name="connsiteX232" fmla="*/ 2261946 w 2915191"/>
                <a:gd name="connsiteY232" fmla="*/ 341281 h 495562"/>
                <a:gd name="connsiteX233" fmla="*/ 2271705 w 2915191"/>
                <a:gd name="connsiteY233" fmla="*/ 346653 h 495562"/>
                <a:gd name="connsiteX234" fmla="*/ 2281449 w 2915191"/>
                <a:gd name="connsiteY234" fmla="*/ 332860 h 495562"/>
                <a:gd name="connsiteX235" fmla="*/ 2291208 w 2915191"/>
                <a:gd name="connsiteY235" fmla="*/ 331648 h 495562"/>
                <a:gd name="connsiteX236" fmla="*/ 2300951 w 2915191"/>
                <a:gd name="connsiteY236" fmla="*/ 319904 h 495562"/>
                <a:gd name="connsiteX237" fmla="*/ 2310695 w 2915191"/>
                <a:gd name="connsiteY237" fmla="*/ 314936 h 495562"/>
                <a:gd name="connsiteX238" fmla="*/ 2320454 w 2915191"/>
                <a:gd name="connsiteY238" fmla="*/ 314982 h 495562"/>
                <a:gd name="connsiteX239" fmla="*/ 2330198 w 2915191"/>
                <a:gd name="connsiteY239" fmla="*/ 320109 h 495562"/>
                <a:gd name="connsiteX240" fmla="*/ 2339957 w 2915191"/>
                <a:gd name="connsiteY240" fmla="*/ 301871 h 495562"/>
                <a:gd name="connsiteX241" fmla="*/ 2349701 w 2915191"/>
                <a:gd name="connsiteY241" fmla="*/ 297929 h 495562"/>
                <a:gd name="connsiteX242" fmla="*/ 2359445 w 2915191"/>
                <a:gd name="connsiteY242" fmla="*/ 312852 h 495562"/>
                <a:gd name="connsiteX243" fmla="*/ 2369204 w 2915191"/>
                <a:gd name="connsiteY243" fmla="*/ 295970 h 495562"/>
                <a:gd name="connsiteX244" fmla="*/ 2378948 w 2915191"/>
                <a:gd name="connsiteY244" fmla="*/ 296286 h 495562"/>
                <a:gd name="connsiteX245" fmla="*/ 2388692 w 2915191"/>
                <a:gd name="connsiteY245" fmla="*/ 311317 h 495562"/>
                <a:gd name="connsiteX246" fmla="*/ 2398450 w 2915191"/>
                <a:gd name="connsiteY246" fmla="*/ 315614 h 495562"/>
                <a:gd name="connsiteX247" fmla="*/ 2408194 w 2915191"/>
                <a:gd name="connsiteY247" fmla="*/ 353536 h 495562"/>
                <a:gd name="connsiteX248" fmla="*/ 2417953 w 2915191"/>
                <a:gd name="connsiteY248" fmla="*/ 402512 h 495562"/>
                <a:gd name="connsiteX249" fmla="*/ 2427697 w 2915191"/>
                <a:gd name="connsiteY249" fmla="*/ 380101 h 495562"/>
                <a:gd name="connsiteX250" fmla="*/ 2437441 w 2915191"/>
                <a:gd name="connsiteY250" fmla="*/ 367531 h 495562"/>
                <a:gd name="connsiteX251" fmla="*/ 2447200 w 2915191"/>
                <a:gd name="connsiteY251" fmla="*/ 370043 h 495562"/>
                <a:gd name="connsiteX252" fmla="*/ 2456944 w 2915191"/>
                <a:gd name="connsiteY252" fmla="*/ 347721 h 495562"/>
                <a:gd name="connsiteX253" fmla="*/ 2466703 w 2915191"/>
                <a:gd name="connsiteY253" fmla="*/ 313157 h 495562"/>
                <a:gd name="connsiteX254" fmla="*/ 2476446 w 2915191"/>
                <a:gd name="connsiteY254" fmla="*/ 290854 h 495562"/>
                <a:gd name="connsiteX255" fmla="*/ 2486190 w 2915191"/>
                <a:gd name="connsiteY255" fmla="*/ 259455 h 495562"/>
                <a:gd name="connsiteX256" fmla="*/ 2495949 w 2915191"/>
                <a:gd name="connsiteY256" fmla="*/ 260835 h 495562"/>
                <a:gd name="connsiteX257" fmla="*/ 2505693 w 2915191"/>
                <a:gd name="connsiteY257" fmla="*/ 271221 h 495562"/>
                <a:gd name="connsiteX258" fmla="*/ 2515452 w 2915191"/>
                <a:gd name="connsiteY258" fmla="*/ 232505 h 495562"/>
                <a:gd name="connsiteX259" fmla="*/ 2525196 w 2915191"/>
                <a:gd name="connsiteY259" fmla="*/ 208818 h 495562"/>
                <a:gd name="connsiteX260" fmla="*/ 2534940 w 2915191"/>
                <a:gd name="connsiteY260" fmla="*/ 222604 h 495562"/>
                <a:gd name="connsiteX261" fmla="*/ 2544699 w 2915191"/>
                <a:gd name="connsiteY261" fmla="*/ 239678 h 495562"/>
                <a:gd name="connsiteX262" fmla="*/ 2554443 w 2915191"/>
                <a:gd name="connsiteY262" fmla="*/ 198125 h 495562"/>
                <a:gd name="connsiteX263" fmla="*/ 2564202 w 2915191"/>
                <a:gd name="connsiteY263" fmla="*/ 181353 h 495562"/>
                <a:gd name="connsiteX264" fmla="*/ 2573946 w 2915191"/>
                <a:gd name="connsiteY264" fmla="*/ 219334 h 495562"/>
                <a:gd name="connsiteX265" fmla="*/ 2583690 w 2915191"/>
                <a:gd name="connsiteY265" fmla="*/ 242628 h 495562"/>
                <a:gd name="connsiteX266" fmla="*/ 2593448 w 2915191"/>
                <a:gd name="connsiteY266" fmla="*/ 274338 h 495562"/>
                <a:gd name="connsiteX267" fmla="*/ 2603192 w 2915191"/>
                <a:gd name="connsiteY267" fmla="*/ 278091 h 495562"/>
                <a:gd name="connsiteX268" fmla="*/ 2612951 w 2915191"/>
                <a:gd name="connsiteY268" fmla="*/ 291713 h 495562"/>
                <a:gd name="connsiteX269" fmla="*/ 2622695 w 2915191"/>
                <a:gd name="connsiteY269" fmla="*/ 295200 h 495562"/>
                <a:gd name="connsiteX270" fmla="*/ 2632439 w 2915191"/>
                <a:gd name="connsiteY270" fmla="*/ 280374 h 495562"/>
                <a:gd name="connsiteX271" fmla="*/ 2642198 w 2915191"/>
                <a:gd name="connsiteY271" fmla="*/ 301852 h 495562"/>
                <a:gd name="connsiteX272" fmla="*/ 2651942 w 2915191"/>
                <a:gd name="connsiteY272" fmla="*/ 277275 h 495562"/>
                <a:gd name="connsiteX273" fmla="*/ 2661685 w 2915191"/>
                <a:gd name="connsiteY273" fmla="*/ 284414 h 495562"/>
                <a:gd name="connsiteX274" fmla="*/ 2671444 w 2915191"/>
                <a:gd name="connsiteY274" fmla="*/ 265767 h 495562"/>
                <a:gd name="connsiteX275" fmla="*/ 2681188 w 2915191"/>
                <a:gd name="connsiteY275" fmla="*/ 258567 h 495562"/>
                <a:gd name="connsiteX276" fmla="*/ 2690947 w 2915191"/>
                <a:gd name="connsiteY276" fmla="*/ 228439 h 495562"/>
                <a:gd name="connsiteX277" fmla="*/ 2700691 w 2915191"/>
                <a:gd name="connsiteY277" fmla="*/ 192118 h 495562"/>
                <a:gd name="connsiteX278" fmla="*/ 2710435 w 2915191"/>
                <a:gd name="connsiteY278" fmla="*/ 178980 h 495562"/>
                <a:gd name="connsiteX279" fmla="*/ 2720194 w 2915191"/>
                <a:gd name="connsiteY279" fmla="*/ 188092 h 495562"/>
                <a:gd name="connsiteX280" fmla="*/ 2729938 w 2915191"/>
                <a:gd name="connsiteY280" fmla="*/ 191926 h 495562"/>
                <a:gd name="connsiteX281" fmla="*/ 2739697 w 2915191"/>
                <a:gd name="connsiteY281" fmla="*/ 212699 h 495562"/>
                <a:gd name="connsiteX282" fmla="*/ 2749441 w 2915191"/>
                <a:gd name="connsiteY282" fmla="*/ 203894 h 495562"/>
                <a:gd name="connsiteX283" fmla="*/ 2759185 w 2915191"/>
                <a:gd name="connsiteY283" fmla="*/ 193967 h 495562"/>
                <a:gd name="connsiteX284" fmla="*/ 2768943 w 2915191"/>
                <a:gd name="connsiteY284" fmla="*/ 215581 h 495562"/>
                <a:gd name="connsiteX285" fmla="*/ 2778687 w 2915191"/>
                <a:gd name="connsiteY285" fmla="*/ 214687 h 495562"/>
                <a:gd name="connsiteX286" fmla="*/ 2788446 w 2915191"/>
                <a:gd name="connsiteY286" fmla="*/ 227278 h 495562"/>
                <a:gd name="connsiteX287" fmla="*/ 2798190 w 2915191"/>
                <a:gd name="connsiteY287" fmla="*/ 222713 h 495562"/>
                <a:gd name="connsiteX288" fmla="*/ 2807934 w 2915191"/>
                <a:gd name="connsiteY288" fmla="*/ 208297 h 495562"/>
                <a:gd name="connsiteX289" fmla="*/ 2817693 w 2915191"/>
                <a:gd name="connsiteY289" fmla="*/ 190317 h 495562"/>
                <a:gd name="connsiteX290" fmla="*/ 2827437 w 2915191"/>
                <a:gd name="connsiteY290" fmla="*/ 199374 h 495562"/>
                <a:gd name="connsiteX291" fmla="*/ 2837196 w 2915191"/>
                <a:gd name="connsiteY291" fmla="*/ 212795 h 495562"/>
                <a:gd name="connsiteX292" fmla="*/ 2846940 w 2915191"/>
                <a:gd name="connsiteY292" fmla="*/ 224344 h 495562"/>
                <a:gd name="connsiteX293" fmla="*/ 2856684 w 2915191"/>
                <a:gd name="connsiteY293" fmla="*/ 248393 h 495562"/>
                <a:gd name="connsiteX294" fmla="*/ 2866442 w 2915191"/>
                <a:gd name="connsiteY294" fmla="*/ 233990 h 495562"/>
                <a:gd name="connsiteX295" fmla="*/ 2876186 w 2915191"/>
                <a:gd name="connsiteY295" fmla="*/ 228878 h 495562"/>
                <a:gd name="connsiteX296" fmla="*/ 2885945 w 2915191"/>
                <a:gd name="connsiteY296" fmla="*/ 234014 h 495562"/>
                <a:gd name="connsiteX297" fmla="*/ 2895689 w 2915191"/>
                <a:gd name="connsiteY297" fmla="*/ 225779 h 495562"/>
                <a:gd name="connsiteX298" fmla="*/ 2905433 w 2915191"/>
                <a:gd name="connsiteY298" fmla="*/ 237964 h 495562"/>
                <a:gd name="connsiteX299" fmla="*/ 2915192 w 2915191"/>
                <a:gd name="connsiteY299" fmla="*/ 273475 h 49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95562">
                  <a:moveTo>
                    <a:pt x="0" y="101785"/>
                  </a:moveTo>
                  <a:lnTo>
                    <a:pt x="9750" y="131472"/>
                  </a:lnTo>
                  <a:lnTo>
                    <a:pt x="19500" y="140210"/>
                  </a:lnTo>
                  <a:lnTo>
                    <a:pt x="29250" y="114949"/>
                  </a:lnTo>
                  <a:lnTo>
                    <a:pt x="39000" y="126927"/>
                  </a:lnTo>
                  <a:lnTo>
                    <a:pt x="48749" y="99597"/>
                  </a:lnTo>
                  <a:lnTo>
                    <a:pt x="58499" y="108059"/>
                  </a:lnTo>
                  <a:lnTo>
                    <a:pt x="68249" y="104363"/>
                  </a:lnTo>
                  <a:lnTo>
                    <a:pt x="77998" y="81171"/>
                  </a:lnTo>
                  <a:lnTo>
                    <a:pt x="87748" y="103195"/>
                  </a:lnTo>
                  <a:lnTo>
                    <a:pt x="97497" y="83950"/>
                  </a:lnTo>
                  <a:lnTo>
                    <a:pt x="107247" y="81341"/>
                  </a:lnTo>
                  <a:lnTo>
                    <a:pt x="116997" y="64662"/>
                  </a:lnTo>
                  <a:lnTo>
                    <a:pt x="126747" y="72351"/>
                  </a:lnTo>
                  <a:lnTo>
                    <a:pt x="136497" y="76514"/>
                  </a:lnTo>
                  <a:lnTo>
                    <a:pt x="146247" y="62033"/>
                  </a:lnTo>
                  <a:lnTo>
                    <a:pt x="155997" y="20194"/>
                  </a:lnTo>
                  <a:lnTo>
                    <a:pt x="165747" y="20741"/>
                  </a:lnTo>
                  <a:lnTo>
                    <a:pt x="175497" y="37283"/>
                  </a:lnTo>
                  <a:lnTo>
                    <a:pt x="185247" y="22070"/>
                  </a:lnTo>
                  <a:lnTo>
                    <a:pt x="194996" y="32532"/>
                  </a:lnTo>
                  <a:lnTo>
                    <a:pt x="204746" y="0"/>
                  </a:lnTo>
                  <a:lnTo>
                    <a:pt x="214495" y="4027"/>
                  </a:lnTo>
                  <a:lnTo>
                    <a:pt x="224245" y="4647"/>
                  </a:lnTo>
                  <a:lnTo>
                    <a:pt x="233995" y="22995"/>
                  </a:lnTo>
                  <a:lnTo>
                    <a:pt x="243744" y="64541"/>
                  </a:lnTo>
                  <a:lnTo>
                    <a:pt x="253494" y="66152"/>
                  </a:lnTo>
                  <a:lnTo>
                    <a:pt x="263244" y="83376"/>
                  </a:lnTo>
                  <a:lnTo>
                    <a:pt x="272994" y="91782"/>
                  </a:lnTo>
                  <a:lnTo>
                    <a:pt x="282744" y="63443"/>
                  </a:lnTo>
                  <a:lnTo>
                    <a:pt x="292494" y="53934"/>
                  </a:lnTo>
                  <a:lnTo>
                    <a:pt x="302244" y="62466"/>
                  </a:lnTo>
                  <a:lnTo>
                    <a:pt x="311994" y="36167"/>
                  </a:lnTo>
                  <a:lnTo>
                    <a:pt x="321744" y="26709"/>
                  </a:lnTo>
                  <a:lnTo>
                    <a:pt x="331493" y="28400"/>
                  </a:lnTo>
                  <a:lnTo>
                    <a:pt x="341243" y="9811"/>
                  </a:lnTo>
                  <a:lnTo>
                    <a:pt x="350993" y="20480"/>
                  </a:lnTo>
                  <a:lnTo>
                    <a:pt x="360742" y="23511"/>
                  </a:lnTo>
                  <a:lnTo>
                    <a:pt x="370492" y="27542"/>
                  </a:lnTo>
                  <a:lnTo>
                    <a:pt x="380241" y="19665"/>
                  </a:lnTo>
                  <a:lnTo>
                    <a:pt x="389991" y="9945"/>
                  </a:lnTo>
                  <a:lnTo>
                    <a:pt x="399741" y="5909"/>
                  </a:lnTo>
                  <a:lnTo>
                    <a:pt x="409491" y="19947"/>
                  </a:lnTo>
                  <a:lnTo>
                    <a:pt x="419241" y="38217"/>
                  </a:lnTo>
                  <a:lnTo>
                    <a:pt x="428991" y="55111"/>
                  </a:lnTo>
                  <a:lnTo>
                    <a:pt x="438741" y="35160"/>
                  </a:lnTo>
                  <a:lnTo>
                    <a:pt x="448491" y="19349"/>
                  </a:lnTo>
                  <a:lnTo>
                    <a:pt x="458241" y="53188"/>
                  </a:lnTo>
                  <a:lnTo>
                    <a:pt x="467991" y="70712"/>
                  </a:lnTo>
                  <a:lnTo>
                    <a:pt x="477740" y="108246"/>
                  </a:lnTo>
                  <a:lnTo>
                    <a:pt x="487490" y="97390"/>
                  </a:lnTo>
                  <a:lnTo>
                    <a:pt x="497239" y="100173"/>
                  </a:lnTo>
                  <a:lnTo>
                    <a:pt x="506989" y="100048"/>
                  </a:lnTo>
                  <a:lnTo>
                    <a:pt x="516738" y="101069"/>
                  </a:lnTo>
                  <a:lnTo>
                    <a:pt x="526488" y="94254"/>
                  </a:lnTo>
                  <a:lnTo>
                    <a:pt x="536238" y="112623"/>
                  </a:lnTo>
                  <a:lnTo>
                    <a:pt x="545988" y="105339"/>
                  </a:lnTo>
                  <a:lnTo>
                    <a:pt x="555738" y="61224"/>
                  </a:lnTo>
                  <a:lnTo>
                    <a:pt x="565488" y="62103"/>
                  </a:lnTo>
                  <a:lnTo>
                    <a:pt x="575238" y="79672"/>
                  </a:lnTo>
                  <a:lnTo>
                    <a:pt x="584988" y="86797"/>
                  </a:lnTo>
                  <a:lnTo>
                    <a:pt x="594738" y="76716"/>
                  </a:lnTo>
                  <a:lnTo>
                    <a:pt x="604488" y="74210"/>
                  </a:lnTo>
                  <a:lnTo>
                    <a:pt x="614237" y="71903"/>
                  </a:lnTo>
                  <a:lnTo>
                    <a:pt x="623987" y="86626"/>
                  </a:lnTo>
                  <a:lnTo>
                    <a:pt x="633736" y="119612"/>
                  </a:lnTo>
                  <a:lnTo>
                    <a:pt x="643486" y="102982"/>
                  </a:lnTo>
                  <a:lnTo>
                    <a:pt x="653236" y="83537"/>
                  </a:lnTo>
                  <a:lnTo>
                    <a:pt x="662985" y="101155"/>
                  </a:lnTo>
                  <a:lnTo>
                    <a:pt x="672735" y="130393"/>
                  </a:lnTo>
                  <a:lnTo>
                    <a:pt x="682485" y="135684"/>
                  </a:lnTo>
                  <a:lnTo>
                    <a:pt x="692235" y="156578"/>
                  </a:lnTo>
                  <a:lnTo>
                    <a:pt x="701985" y="184814"/>
                  </a:lnTo>
                  <a:lnTo>
                    <a:pt x="711735" y="227412"/>
                  </a:lnTo>
                  <a:lnTo>
                    <a:pt x="721485" y="241027"/>
                  </a:lnTo>
                  <a:lnTo>
                    <a:pt x="731235" y="224118"/>
                  </a:lnTo>
                  <a:lnTo>
                    <a:pt x="740985" y="193060"/>
                  </a:lnTo>
                  <a:lnTo>
                    <a:pt x="750734" y="194563"/>
                  </a:lnTo>
                  <a:lnTo>
                    <a:pt x="760484" y="195716"/>
                  </a:lnTo>
                  <a:lnTo>
                    <a:pt x="770233" y="205661"/>
                  </a:lnTo>
                  <a:lnTo>
                    <a:pt x="779983" y="204238"/>
                  </a:lnTo>
                  <a:lnTo>
                    <a:pt x="789733" y="211387"/>
                  </a:lnTo>
                  <a:lnTo>
                    <a:pt x="799482" y="189172"/>
                  </a:lnTo>
                  <a:lnTo>
                    <a:pt x="809232" y="222098"/>
                  </a:lnTo>
                  <a:lnTo>
                    <a:pt x="818982" y="224622"/>
                  </a:lnTo>
                  <a:lnTo>
                    <a:pt x="828732" y="272501"/>
                  </a:lnTo>
                  <a:lnTo>
                    <a:pt x="838482" y="257276"/>
                  </a:lnTo>
                  <a:lnTo>
                    <a:pt x="848232" y="229388"/>
                  </a:lnTo>
                  <a:lnTo>
                    <a:pt x="857982" y="253263"/>
                  </a:lnTo>
                  <a:lnTo>
                    <a:pt x="867732" y="266088"/>
                  </a:lnTo>
                  <a:lnTo>
                    <a:pt x="877482" y="280850"/>
                  </a:lnTo>
                  <a:lnTo>
                    <a:pt x="887231" y="271626"/>
                  </a:lnTo>
                  <a:lnTo>
                    <a:pt x="896981" y="283784"/>
                  </a:lnTo>
                  <a:lnTo>
                    <a:pt x="906730" y="264996"/>
                  </a:lnTo>
                  <a:lnTo>
                    <a:pt x="916480" y="247925"/>
                  </a:lnTo>
                  <a:lnTo>
                    <a:pt x="926230" y="279630"/>
                  </a:lnTo>
                  <a:lnTo>
                    <a:pt x="935979" y="267918"/>
                  </a:lnTo>
                  <a:lnTo>
                    <a:pt x="945729" y="253080"/>
                  </a:lnTo>
                  <a:lnTo>
                    <a:pt x="955479" y="273086"/>
                  </a:lnTo>
                  <a:lnTo>
                    <a:pt x="965229" y="282479"/>
                  </a:lnTo>
                  <a:lnTo>
                    <a:pt x="974979" y="281841"/>
                  </a:lnTo>
                  <a:lnTo>
                    <a:pt x="984729" y="283328"/>
                  </a:lnTo>
                  <a:lnTo>
                    <a:pt x="994474" y="304647"/>
                  </a:lnTo>
                  <a:lnTo>
                    <a:pt x="1004233" y="279495"/>
                  </a:lnTo>
                  <a:lnTo>
                    <a:pt x="1013977" y="303460"/>
                  </a:lnTo>
                  <a:lnTo>
                    <a:pt x="1023721" y="290514"/>
                  </a:lnTo>
                  <a:lnTo>
                    <a:pt x="1033480" y="299085"/>
                  </a:lnTo>
                  <a:lnTo>
                    <a:pt x="1043224" y="306731"/>
                  </a:lnTo>
                  <a:lnTo>
                    <a:pt x="1052983" y="287623"/>
                  </a:lnTo>
                  <a:lnTo>
                    <a:pt x="1062727" y="282377"/>
                  </a:lnTo>
                  <a:lnTo>
                    <a:pt x="1072471" y="300943"/>
                  </a:lnTo>
                  <a:lnTo>
                    <a:pt x="1082230" y="287482"/>
                  </a:lnTo>
                  <a:lnTo>
                    <a:pt x="1091973" y="308461"/>
                  </a:lnTo>
                  <a:lnTo>
                    <a:pt x="1101732" y="306634"/>
                  </a:lnTo>
                  <a:lnTo>
                    <a:pt x="1111476" y="293042"/>
                  </a:lnTo>
                  <a:lnTo>
                    <a:pt x="1121220" y="322688"/>
                  </a:lnTo>
                  <a:lnTo>
                    <a:pt x="1130979" y="380943"/>
                  </a:lnTo>
                  <a:lnTo>
                    <a:pt x="1140723" y="390718"/>
                  </a:lnTo>
                  <a:lnTo>
                    <a:pt x="1150482" y="412997"/>
                  </a:lnTo>
                  <a:lnTo>
                    <a:pt x="1160226" y="432826"/>
                  </a:lnTo>
                  <a:lnTo>
                    <a:pt x="1169969" y="421583"/>
                  </a:lnTo>
                  <a:lnTo>
                    <a:pt x="1179728" y="424828"/>
                  </a:lnTo>
                  <a:lnTo>
                    <a:pt x="1189472" y="429727"/>
                  </a:lnTo>
                  <a:lnTo>
                    <a:pt x="1199231" y="400817"/>
                  </a:lnTo>
                  <a:lnTo>
                    <a:pt x="1208975" y="423484"/>
                  </a:lnTo>
                  <a:lnTo>
                    <a:pt x="1218719" y="381654"/>
                  </a:lnTo>
                  <a:lnTo>
                    <a:pt x="1228478" y="371195"/>
                  </a:lnTo>
                  <a:lnTo>
                    <a:pt x="1238222" y="378895"/>
                  </a:lnTo>
                  <a:lnTo>
                    <a:pt x="1247966" y="380246"/>
                  </a:lnTo>
                  <a:lnTo>
                    <a:pt x="1257725" y="395063"/>
                  </a:lnTo>
                  <a:lnTo>
                    <a:pt x="1267469" y="391684"/>
                  </a:lnTo>
                  <a:lnTo>
                    <a:pt x="1277227" y="361294"/>
                  </a:lnTo>
                  <a:lnTo>
                    <a:pt x="1286971" y="408546"/>
                  </a:lnTo>
                  <a:lnTo>
                    <a:pt x="1296715" y="408062"/>
                  </a:lnTo>
                  <a:lnTo>
                    <a:pt x="1306474" y="439656"/>
                  </a:lnTo>
                  <a:lnTo>
                    <a:pt x="1316218" y="451852"/>
                  </a:lnTo>
                  <a:lnTo>
                    <a:pt x="1325977" y="444724"/>
                  </a:lnTo>
                  <a:lnTo>
                    <a:pt x="1335721" y="426220"/>
                  </a:lnTo>
                  <a:lnTo>
                    <a:pt x="1345465" y="426504"/>
                  </a:lnTo>
                  <a:lnTo>
                    <a:pt x="1355224" y="440591"/>
                  </a:lnTo>
                  <a:lnTo>
                    <a:pt x="1364967" y="460659"/>
                  </a:lnTo>
                  <a:lnTo>
                    <a:pt x="1374726" y="449330"/>
                  </a:lnTo>
                  <a:lnTo>
                    <a:pt x="1384470" y="419885"/>
                  </a:lnTo>
                  <a:lnTo>
                    <a:pt x="1394214" y="386684"/>
                  </a:lnTo>
                  <a:lnTo>
                    <a:pt x="1403973" y="385198"/>
                  </a:lnTo>
                  <a:lnTo>
                    <a:pt x="1413717" y="370675"/>
                  </a:lnTo>
                  <a:lnTo>
                    <a:pt x="1423476" y="367808"/>
                  </a:lnTo>
                  <a:lnTo>
                    <a:pt x="1433220" y="390188"/>
                  </a:lnTo>
                  <a:lnTo>
                    <a:pt x="1442964" y="401572"/>
                  </a:lnTo>
                  <a:lnTo>
                    <a:pt x="1452722" y="384969"/>
                  </a:lnTo>
                  <a:lnTo>
                    <a:pt x="1462466" y="398269"/>
                  </a:lnTo>
                  <a:lnTo>
                    <a:pt x="1472225" y="400869"/>
                  </a:lnTo>
                  <a:lnTo>
                    <a:pt x="1481969" y="388095"/>
                  </a:lnTo>
                  <a:lnTo>
                    <a:pt x="1491713" y="410337"/>
                  </a:lnTo>
                  <a:lnTo>
                    <a:pt x="1501472" y="415162"/>
                  </a:lnTo>
                  <a:lnTo>
                    <a:pt x="1511216" y="403382"/>
                  </a:lnTo>
                  <a:lnTo>
                    <a:pt x="1520960" y="406072"/>
                  </a:lnTo>
                  <a:lnTo>
                    <a:pt x="1530719" y="407518"/>
                  </a:lnTo>
                  <a:lnTo>
                    <a:pt x="1540463" y="422630"/>
                  </a:lnTo>
                  <a:lnTo>
                    <a:pt x="1550221" y="394971"/>
                  </a:lnTo>
                  <a:lnTo>
                    <a:pt x="1559965" y="387284"/>
                  </a:lnTo>
                  <a:lnTo>
                    <a:pt x="1569709" y="383343"/>
                  </a:lnTo>
                  <a:lnTo>
                    <a:pt x="1579468" y="391737"/>
                  </a:lnTo>
                  <a:lnTo>
                    <a:pt x="1589212" y="369163"/>
                  </a:lnTo>
                  <a:lnTo>
                    <a:pt x="1598971" y="353292"/>
                  </a:lnTo>
                  <a:lnTo>
                    <a:pt x="1608715" y="352139"/>
                  </a:lnTo>
                  <a:lnTo>
                    <a:pt x="1618459" y="347324"/>
                  </a:lnTo>
                  <a:lnTo>
                    <a:pt x="1628218" y="384458"/>
                  </a:lnTo>
                  <a:lnTo>
                    <a:pt x="1637962" y="365113"/>
                  </a:lnTo>
                  <a:lnTo>
                    <a:pt x="1647720" y="364590"/>
                  </a:lnTo>
                  <a:lnTo>
                    <a:pt x="1657464" y="340685"/>
                  </a:lnTo>
                  <a:lnTo>
                    <a:pt x="1667208" y="346854"/>
                  </a:lnTo>
                  <a:lnTo>
                    <a:pt x="1676967" y="351613"/>
                  </a:lnTo>
                  <a:lnTo>
                    <a:pt x="1686711" y="340191"/>
                  </a:lnTo>
                  <a:lnTo>
                    <a:pt x="1696470" y="301183"/>
                  </a:lnTo>
                  <a:lnTo>
                    <a:pt x="1706214" y="318539"/>
                  </a:lnTo>
                  <a:lnTo>
                    <a:pt x="1715958" y="333560"/>
                  </a:lnTo>
                  <a:lnTo>
                    <a:pt x="1725716" y="306266"/>
                  </a:lnTo>
                  <a:lnTo>
                    <a:pt x="1735460" y="318196"/>
                  </a:lnTo>
                  <a:lnTo>
                    <a:pt x="1745219" y="329604"/>
                  </a:lnTo>
                  <a:lnTo>
                    <a:pt x="1754963" y="329281"/>
                  </a:lnTo>
                  <a:lnTo>
                    <a:pt x="1764707" y="345436"/>
                  </a:lnTo>
                  <a:lnTo>
                    <a:pt x="1774466" y="358958"/>
                  </a:lnTo>
                  <a:lnTo>
                    <a:pt x="1784210" y="358391"/>
                  </a:lnTo>
                  <a:lnTo>
                    <a:pt x="1793969" y="360268"/>
                  </a:lnTo>
                  <a:lnTo>
                    <a:pt x="1803713" y="400644"/>
                  </a:lnTo>
                  <a:lnTo>
                    <a:pt x="1813457" y="403953"/>
                  </a:lnTo>
                  <a:lnTo>
                    <a:pt x="1823215" y="426457"/>
                  </a:lnTo>
                  <a:lnTo>
                    <a:pt x="1832959" y="424623"/>
                  </a:lnTo>
                  <a:lnTo>
                    <a:pt x="1842703" y="438838"/>
                  </a:lnTo>
                  <a:lnTo>
                    <a:pt x="1852462" y="467089"/>
                  </a:lnTo>
                  <a:lnTo>
                    <a:pt x="1862206" y="452863"/>
                  </a:lnTo>
                  <a:lnTo>
                    <a:pt x="1871965" y="420375"/>
                  </a:lnTo>
                  <a:lnTo>
                    <a:pt x="1881709" y="423994"/>
                  </a:lnTo>
                  <a:lnTo>
                    <a:pt x="1891453" y="421380"/>
                  </a:lnTo>
                  <a:lnTo>
                    <a:pt x="1901212" y="402383"/>
                  </a:lnTo>
                  <a:lnTo>
                    <a:pt x="1910956" y="392083"/>
                  </a:lnTo>
                  <a:lnTo>
                    <a:pt x="1920714" y="422330"/>
                  </a:lnTo>
                  <a:lnTo>
                    <a:pt x="1930458" y="481774"/>
                  </a:lnTo>
                  <a:lnTo>
                    <a:pt x="1940202" y="495562"/>
                  </a:lnTo>
                  <a:lnTo>
                    <a:pt x="1949961" y="467423"/>
                  </a:lnTo>
                  <a:lnTo>
                    <a:pt x="1959705" y="480233"/>
                  </a:lnTo>
                  <a:lnTo>
                    <a:pt x="1969464" y="481849"/>
                  </a:lnTo>
                  <a:lnTo>
                    <a:pt x="1979208" y="452399"/>
                  </a:lnTo>
                  <a:lnTo>
                    <a:pt x="1988952" y="456652"/>
                  </a:lnTo>
                  <a:lnTo>
                    <a:pt x="1998711" y="442793"/>
                  </a:lnTo>
                  <a:lnTo>
                    <a:pt x="2008454" y="421561"/>
                  </a:lnTo>
                  <a:lnTo>
                    <a:pt x="2018213" y="389982"/>
                  </a:lnTo>
                  <a:lnTo>
                    <a:pt x="2027957" y="372820"/>
                  </a:lnTo>
                  <a:lnTo>
                    <a:pt x="2037701" y="351556"/>
                  </a:lnTo>
                  <a:lnTo>
                    <a:pt x="2047460" y="349895"/>
                  </a:lnTo>
                  <a:lnTo>
                    <a:pt x="2057204" y="390553"/>
                  </a:lnTo>
                  <a:lnTo>
                    <a:pt x="2066963" y="356898"/>
                  </a:lnTo>
                  <a:lnTo>
                    <a:pt x="2076707" y="372458"/>
                  </a:lnTo>
                  <a:lnTo>
                    <a:pt x="2086451" y="409627"/>
                  </a:lnTo>
                  <a:lnTo>
                    <a:pt x="2096210" y="410096"/>
                  </a:lnTo>
                  <a:lnTo>
                    <a:pt x="2105954" y="424183"/>
                  </a:lnTo>
                  <a:lnTo>
                    <a:pt x="2115697" y="384820"/>
                  </a:lnTo>
                  <a:lnTo>
                    <a:pt x="2125456" y="381070"/>
                  </a:lnTo>
                  <a:lnTo>
                    <a:pt x="2135200" y="354585"/>
                  </a:lnTo>
                  <a:lnTo>
                    <a:pt x="2144959" y="341927"/>
                  </a:lnTo>
                  <a:lnTo>
                    <a:pt x="2154703" y="330334"/>
                  </a:lnTo>
                  <a:lnTo>
                    <a:pt x="2164447" y="358416"/>
                  </a:lnTo>
                  <a:lnTo>
                    <a:pt x="2174206" y="369249"/>
                  </a:lnTo>
                  <a:lnTo>
                    <a:pt x="2183950" y="344634"/>
                  </a:lnTo>
                  <a:lnTo>
                    <a:pt x="2193709" y="343067"/>
                  </a:lnTo>
                  <a:lnTo>
                    <a:pt x="2203452" y="322134"/>
                  </a:lnTo>
                  <a:lnTo>
                    <a:pt x="2213196" y="305583"/>
                  </a:lnTo>
                  <a:lnTo>
                    <a:pt x="2222955" y="288890"/>
                  </a:lnTo>
                  <a:lnTo>
                    <a:pt x="2232699" y="291266"/>
                  </a:lnTo>
                  <a:lnTo>
                    <a:pt x="2242458" y="311180"/>
                  </a:lnTo>
                  <a:lnTo>
                    <a:pt x="2252202" y="353078"/>
                  </a:lnTo>
                  <a:lnTo>
                    <a:pt x="2261946" y="341281"/>
                  </a:lnTo>
                  <a:lnTo>
                    <a:pt x="2271705" y="346653"/>
                  </a:lnTo>
                  <a:lnTo>
                    <a:pt x="2281449" y="332860"/>
                  </a:lnTo>
                  <a:lnTo>
                    <a:pt x="2291208" y="331648"/>
                  </a:lnTo>
                  <a:lnTo>
                    <a:pt x="2300951" y="319904"/>
                  </a:lnTo>
                  <a:lnTo>
                    <a:pt x="2310695" y="314936"/>
                  </a:lnTo>
                  <a:lnTo>
                    <a:pt x="2320454" y="314982"/>
                  </a:lnTo>
                  <a:lnTo>
                    <a:pt x="2330198" y="320109"/>
                  </a:lnTo>
                  <a:lnTo>
                    <a:pt x="2339957" y="301871"/>
                  </a:lnTo>
                  <a:lnTo>
                    <a:pt x="2349701" y="297929"/>
                  </a:lnTo>
                  <a:lnTo>
                    <a:pt x="2359445" y="312852"/>
                  </a:lnTo>
                  <a:lnTo>
                    <a:pt x="2369204" y="295970"/>
                  </a:lnTo>
                  <a:lnTo>
                    <a:pt x="2378948" y="296286"/>
                  </a:lnTo>
                  <a:lnTo>
                    <a:pt x="2388692" y="311317"/>
                  </a:lnTo>
                  <a:lnTo>
                    <a:pt x="2398450" y="315614"/>
                  </a:lnTo>
                  <a:lnTo>
                    <a:pt x="2408194" y="353536"/>
                  </a:lnTo>
                  <a:lnTo>
                    <a:pt x="2417953" y="402512"/>
                  </a:lnTo>
                  <a:lnTo>
                    <a:pt x="2427697" y="380101"/>
                  </a:lnTo>
                  <a:lnTo>
                    <a:pt x="2437441" y="367531"/>
                  </a:lnTo>
                  <a:lnTo>
                    <a:pt x="2447200" y="370043"/>
                  </a:lnTo>
                  <a:lnTo>
                    <a:pt x="2456944" y="347721"/>
                  </a:lnTo>
                  <a:lnTo>
                    <a:pt x="2466703" y="313157"/>
                  </a:lnTo>
                  <a:lnTo>
                    <a:pt x="2476446" y="290854"/>
                  </a:lnTo>
                  <a:lnTo>
                    <a:pt x="2486190" y="259455"/>
                  </a:lnTo>
                  <a:lnTo>
                    <a:pt x="2495949" y="260835"/>
                  </a:lnTo>
                  <a:lnTo>
                    <a:pt x="2505693" y="271221"/>
                  </a:lnTo>
                  <a:lnTo>
                    <a:pt x="2515452" y="232505"/>
                  </a:lnTo>
                  <a:lnTo>
                    <a:pt x="2525196" y="208818"/>
                  </a:lnTo>
                  <a:lnTo>
                    <a:pt x="2534940" y="222604"/>
                  </a:lnTo>
                  <a:lnTo>
                    <a:pt x="2544699" y="239678"/>
                  </a:lnTo>
                  <a:lnTo>
                    <a:pt x="2554443" y="198125"/>
                  </a:lnTo>
                  <a:lnTo>
                    <a:pt x="2564202" y="181353"/>
                  </a:lnTo>
                  <a:lnTo>
                    <a:pt x="2573946" y="219334"/>
                  </a:lnTo>
                  <a:lnTo>
                    <a:pt x="2583690" y="242628"/>
                  </a:lnTo>
                  <a:lnTo>
                    <a:pt x="2593448" y="274338"/>
                  </a:lnTo>
                  <a:lnTo>
                    <a:pt x="2603192" y="278091"/>
                  </a:lnTo>
                  <a:lnTo>
                    <a:pt x="2612951" y="291713"/>
                  </a:lnTo>
                  <a:lnTo>
                    <a:pt x="2622695" y="295200"/>
                  </a:lnTo>
                  <a:lnTo>
                    <a:pt x="2632439" y="280374"/>
                  </a:lnTo>
                  <a:lnTo>
                    <a:pt x="2642198" y="301852"/>
                  </a:lnTo>
                  <a:lnTo>
                    <a:pt x="2651942" y="277275"/>
                  </a:lnTo>
                  <a:lnTo>
                    <a:pt x="2661685" y="284414"/>
                  </a:lnTo>
                  <a:lnTo>
                    <a:pt x="2671444" y="265767"/>
                  </a:lnTo>
                  <a:lnTo>
                    <a:pt x="2681188" y="258567"/>
                  </a:lnTo>
                  <a:lnTo>
                    <a:pt x="2690947" y="228439"/>
                  </a:lnTo>
                  <a:lnTo>
                    <a:pt x="2700691" y="192118"/>
                  </a:lnTo>
                  <a:lnTo>
                    <a:pt x="2710435" y="178980"/>
                  </a:lnTo>
                  <a:lnTo>
                    <a:pt x="2720194" y="188092"/>
                  </a:lnTo>
                  <a:lnTo>
                    <a:pt x="2729938" y="191926"/>
                  </a:lnTo>
                  <a:lnTo>
                    <a:pt x="2739697" y="212699"/>
                  </a:lnTo>
                  <a:lnTo>
                    <a:pt x="2749441" y="203894"/>
                  </a:lnTo>
                  <a:lnTo>
                    <a:pt x="2759185" y="193967"/>
                  </a:lnTo>
                  <a:lnTo>
                    <a:pt x="2768943" y="215581"/>
                  </a:lnTo>
                  <a:lnTo>
                    <a:pt x="2778687" y="214687"/>
                  </a:lnTo>
                  <a:lnTo>
                    <a:pt x="2788446" y="227278"/>
                  </a:lnTo>
                  <a:lnTo>
                    <a:pt x="2798190" y="222713"/>
                  </a:lnTo>
                  <a:lnTo>
                    <a:pt x="2807934" y="208297"/>
                  </a:lnTo>
                  <a:lnTo>
                    <a:pt x="2817693" y="190317"/>
                  </a:lnTo>
                  <a:lnTo>
                    <a:pt x="2827437" y="199374"/>
                  </a:lnTo>
                  <a:lnTo>
                    <a:pt x="2837196" y="212795"/>
                  </a:lnTo>
                  <a:lnTo>
                    <a:pt x="2846940" y="224344"/>
                  </a:lnTo>
                  <a:lnTo>
                    <a:pt x="2856684" y="248393"/>
                  </a:lnTo>
                  <a:lnTo>
                    <a:pt x="2866442" y="233990"/>
                  </a:lnTo>
                  <a:lnTo>
                    <a:pt x="2876186" y="228878"/>
                  </a:lnTo>
                  <a:lnTo>
                    <a:pt x="2885945" y="234014"/>
                  </a:lnTo>
                  <a:lnTo>
                    <a:pt x="2895689" y="225779"/>
                  </a:lnTo>
                  <a:lnTo>
                    <a:pt x="2905433" y="237964"/>
                  </a:lnTo>
                  <a:lnTo>
                    <a:pt x="2915192" y="27347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0" name="Freeform 1209">
              <a:extLst>
                <a:ext uri="{FF2B5EF4-FFF2-40B4-BE49-F238E27FC236}">
                  <a16:creationId xmlns:a16="http://schemas.microsoft.com/office/drawing/2014/main" id="{19556473-5D63-5BA1-04CA-93DC75C3D179}"/>
                </a:ext>
              </a:extLst>
            </p:cNvPr>
            <p:cNvSpPr/>
            <p:nvPr/>
          </p:nvSpPr>
          <p:spPr>
            <a:xfrm>
              <a:off x="4426652" y="3541346"/>
              <a:ext cx="2915191" cy="582521"/>
            </a:xfrm>
            <a:custGeom>
              <a:avLst/>
              <a:gdLst>
                <a:gd name="connsiteX0" fmla="*/ 0 w 2915191"/>
                <a:gd name="connsiteY0" fmla="*/ 315234 h 582521"/>
                <a:gd name="connsiteX1" fmla="*/ 9750 w 2915191"/>
                <a:gd name="connsiteY1" fmla="*/ 292701 h 582521"/>
                <a:gd name="connsiteX2" fmla="*/ 19500 w 2915191"/>
                <a:gd name="connsiteY2" fmla="*/ 301342 h 582521"/>
                <a:gd name="connsiteX3" fmla="*/ 29250 w 2915191"/>
                <a:gd name="connsiteY3" fmla="*/ 273760 h 582521"/>
                <a:gd name="connsiteX4" fmla="*/ 39000 w 2915191"/>
                <a:gd name="connsiteY4" fmla="*/ 320818 h 582521"/>
                <a:gd name="connsiteX5" fmla="*/ 48749 w 2915191"/>
                <a:gd name="connsiteY5" fmla="*/ 329193 h 582521"/>
                <a:gd name="connsiteX6" fmla="*/ 58499 w 2915191"/>
                <a:gd name="connsiteY6" fmla="*/ 335611 h 582521"/>
                <a:gd name="connsiteX7" fmla="*/ 68249 w 2915191"/>
                <a:gd name="connsiteY7" fmla="*/ 314275 h 582521"/>
                <a:gd name="connsiteX8" fmla="*/ 77998 w 2915191"/>
                <a:gd name="connsiteY8" fmla="*/ 325707 h 582521"/>
                <a:gd name="connsiteX9" fmla="*/ 87748 w 2915191"/>
                <a:gd name="connsiteY9" fmla="*/ 336882 h 582521"/>
                <a:gd name="connsiteX10" fmla="*/ 97497 w 2915191"/>
                <a:gd name="connsiteY10" fmla="*/ 306985 h 582521"/>
                <a:gd name="connsiteX11" fmla="*/ 107247 w 2915191"/>
                <a:gd name="connsiteY11" fmla="*/ 308139 h 582521"/>
                <a:gd name="connsiteX12" fmla="*/ 116997 w 2915191"/>
                <a:gd name="connsiteY12" fmla="*/ 316459 h 582521"/>
                <a:gd name="connsiteX13" fmla="*/ 126747 w 2915191"/>
                <a:gd name="connsiteY13" fmla="*/ 328649 h 582521"/>
                <a:gd name="connsiteX14" fmla="*/ 136497 w 2915191"/>
                <a:gd name="connsiteY14" fmla="*/ 318941 h 582521"/>
                <a:gd name="connsiteX15" fmla="*/ 146247 w 2915191"/>
                <a:gd name="connsiteY15" fmla="*/ 292044 h 582521"/>
                <a:gd name="connsiteX16" fmla="*/ 155997 w 2915191"/>
                <a:gd name="connsiteY16" fmla="*/ 291655 h 582521"/>
                <a:gd name="connsiteX17" fmla="*/ 165747 w 2915191"/>
                <a:gd name="connsiteY17" fmla="*/ 283087 h 582521"/>
                <a:gd name="connsiteX18" fmla="*/ 175497 w 2915191"/>
                <a:gd name="connsiteY18" fmla="*/ 257580 h 582521"/>
                <a:gd name="connsiteX19" fmla="*/ 185247 w 2915191"/>
                <a:gd name="connsiteY19" fmla="*/ 285004 h 582521"/>
                <a:gd name="connsiteX20" fmla="*/ 194996 w 2915191"/>
                <a:gd name="connsiteY20" fmla="*/ 309613 h 582521"/>
                <a:gd name="connsiteX21" fmla="*/ 204746 w 2915191"/>
                <a:gd name="connsiteY21" fmla="*/ 306140 h 582521"/>
                <a:gd name="connsiteX22" fmla="*/ 214495 w 2915191"/>
                <a:gd name="connsiteY22" fmla="*/ 304179 h 582521"/>
                <a:gd name="connsiteX23" fmla="*/ 224245 w 2915191"/>
                <a:gd name="connsiteY23" fmla="*/ 312922 h 582521"/>
                <a:gd name="connsiteX24" fmla="*/ 233995 w 2915191"/>
                <a:gd name="connsiteY24" fmla="*/ 314188 h 582521"/>
                <a:gd name="connsiteX25" fmla="*/ 243744 w 2915191"/>
                <a:gd name="connsiteY25" fmla="*/ 304337 h 582521"/>
                <a:gd name="connsiteX26" fmla="*/ 253494 w 2915191"/>
                <a:gd name="connsiteY26" fmla="*/ 330564 h 582521"/>
                <a:gd name="connsiteX27" fmla="*/ 263244 w 2915191"/>
                <a:gd name="connsiteY27" fmla="*/ 324524 h 582521"/>
                <a:gd name="connsiteX28" fmla="*/ 272994 w 2915191"/>
                <a:gd name="connsiteY28" fmla="*/ 323059 h 582521"/>
                <a:gd name="connsiteX29" fmla="*/ 282744 w 2915191"/>
                <a:gd name="connsiteY29" fmla="*/ 336648 h 582521"/>
                <a:gd name="connsiteX30" fmla="*/ 292494 w 2915191"/>
                <a:gd name="connsiteY30" fmla="*/ 389185 h 582521"/>
                <a:gd name="connsiteX31" fmla="*/ 302244 w 2915191"/>
                <a:gd name="connsiteY31" fmla="*/ 405325 h 582521"/>
                <a:gd name="connsiteX32" fmla="*/ 311994 w 2915191"/>
                <a:gd name="connsiteY32" fmla="*/ 402725 h 582521"/>
                <a:gd name="connsiteX33" fmla="*/ 321744 w 2915191"/>
                <a:gd name="connsiteY33" fmla="*/ 422578 h 582521"/>
                <a:gd name="connsiteX34" fmla="*/ 331493 w 2915191"/>
                <a:gd name="connsiteY34" fmla="*/ 419502 h 582521"/>
                <a:gd name="connsiteX35" fmla="*/ 341243 w 2915191"/>
                <a:gd name="connsiteY35" fmla="*/ 416607 h 582521"/>
                <a:gd name="connsiteX36" fmla="*/ 350993 w 2915191"/>
                <a:gd name="connsiteY36" fmla="*/ 422505 h 582521"/>
                <a:gd name="connsiteX37" fmla="*/ 360742 w 2915191"/>
                <a:gd name="connsiteY37" fmla="*/ 434575 h 582521"/>
                <a:gd name="connsiteX38" fmla="*/ 370492 w 2915191"/>
                <a:gd name="connsiteY38" fmla="*/ 452239 h 582521"/>
                <a:gd name="connsiteX39" fmla="*/ 380241 w 2915191"/>
                <a:gd name="connsiteY39" fmla="*/ 459419 h 582521"/>
                <a:gd name="connsiteX40" fmla="*/ 389991 w 2915191"/>
                <a:gd name="connsiteY40" fmla="*/ 458464 h 582521"/>
                <a:gd name="connsiteX41" fmla="*/ 399741 w 2915191"/>
                <a:gd name="connsiteY41" fmla="*/ 459103 h 582521"/>
                <a:gd name="connsiteX42" fmla="*/ 409491 w 2915191"/>
                <a:gd name="connsiteY42" fmla="*/ 434284 h 582521"/>
                <a:gd name="connsiteX43" fmla="*/ 419241 w 2915191"/>
                <a:gd name="connsiteY43" fmla="*/ 453103 h 582521"/>
                <a:gd name="connsiteX44" fmla="*/ 428991 w 2915191"/>
                <a:gd name="connsiteY44" fmla="*/ 466930 h 582521"/>
                <a:gd name="connsiteX45" fmla="*/ 438741 w 2915191"/>
                <a:gd name="connsiteY45" fmla="*/ 503155 h 582521"/>
                <a:gd name="connsiteX46" fmla="*/ 448491 w 2915191"/>
                <a:gd name="connsiteY46" fmla="*/ 497478 h 582521"/>
                <a:gd name="connsiteX47" fmla="*/ 458241 w 2915191"/>
                <a:gd name="connsiteY47" fmla="*/ 475309 h 582521"/>
                <a:gd name="connsiteX48" fmla="*/ 467991 w 2915191"/>
                <a:gd name="connsiteY48" fmla="*/ 480494 h 582521"/>
                <a:gd name="connsiteX49" fmla="*/ 477740 w 2915191"/>
                <a:gd name="connsiteY49" fmla="*/ 460089 h 582521"/>
                <a:gd name="connsiteX50" fmla="*/ 487490 w 2915191"/>
                <a:gd name="connsiteY50" fmla="*/ 487228 h 582521"/>
                <a:gd name="connsiteX51" fmla="*/ 497239 w 2915191"/>
                <a:gd name="connsiteY51" fmla="*/ 462926 h 582521"/>
                <a:gd name="connsiteX52" fmla="*/ 506989 w 2915191"/>
                <a:gd name="connsiteY52" fmla="*/ 469601 h 582521"/>
                <a:gd name="connsiteX53" fmla="*/ 516738 w 2915191"/>
                <a:gd name="connsiteY53" fmla="*/ 428241 h 582521"/>
                <a:gd name="connsiteX54" fmla="*/ 526488 w 2915191"/>
                <a:gd name="connsiteY54" fmla="*/ 406368 h 582521"/>
                <a:gd name="connsiteX55" fmla="*/ 536238 w 2915191"/>
                <a:gd name="connsiteY55" fmla="*/ 429973 h 582521"/>
                <a:gd name="connsiteX56" fmla="*/ 545988 w 2915191"/>
                <a:gd name="connsiteY56" fmla="*/ 432452 h 582521"/>
                <a:gd name="connsiteX57" fmla="*/ 555738 w 2915191"/>
                <a:gd name="connsiteY57" fmla="*/ 423724 h 582521"/>
                <a:gd name="connsiteX58" fmla="*/ 565488 w 2915191"/>
                <a:gd name="connsiteY58" fmla="*/ 477067 h 582521"/>
                <a:gd name="connsiteX59" fmla="*/ 575238 w 2915191"/>
                <a:gd name="connsiteY59" fmla="*/ 491981 h 582521"/>
                <a:gd name="connsiteX60" fmla="*/ 584988 w 2915191"/>
                <a:gd name="connsiteY60" fmla="*/ 491802 h 582521"/>
                <a:gd name="connsiteX61" fmla="*/ 594738 w 2915191"/>
                <a:gd name="connsiteY61" fmla="*/ 504213 h 582521"/>
                <a:gd name="connsiteX62" fmla="*/ 604488 w 2915191"/>
                <a:gd name="connsiteY62" fmla="*/ 497285 h 582521"/>
                <a:gd name="connsiteX63" fmla="*/ 614237 w 2915191"/>
                <a:gd name="connsiteY63" fmla="*/ 460593 h 582521"/>
                <a:gd name="connsiteX64" fmla="*/ 623987 w 2915191"/>
                <a:gd name="connsiteY64" fmla="*/ 475979 h 582521"/>
                <a:gd name="connsiteX65" fmla="*/ 633736 w 2915191"/>
                <a:gd name="connsiteY65" fmla="*/ 523313 h 582521"/>
                <a:gd name="connsiteX66" fmla="*/ 643486 w 2915191"/>
                <a:gd name="connsiteY66" fmla="*/ 499669 h 582521"/>
                <a:gd name="connsiteX67" fmla="*/ 653236 w 2915191"/>
                <a:gd name="connsiteY67" fmla="*/ 545677 h 582521"/>
                <a:gd name="connsiteX68" fmla="*/ 662985 w 2915191"/>
                <a:gd name="connsiteY68" fmla="*/ 549074 h 582521"/>
                <a:gd name="connsiteX69" fmla="*/ 672735 w 2915191"/>
                <a:gd name="connsiteY69" fmla="*/ 532759 h 582521"/>
                <a:gd name="connsiteX70" fmla="*/ 682485 w 2915191"/>
                <a:gd name="connsiteY70" fmla="*/ 536469 h 582521"/>
                <a:gd name="connsiteX71" fmla="*/ 692235 w 2915191"/>
                <a:gd name="connsiteY71" fmla="*/ 509547 h 582521"/>
                <a:gd name="connsiteX72" fmla="*/ 701985 w 2915191"/>
                <a:gd name="connsiteY72" fmla="*/ 513048 h 582521"/>
                <a:gd name="connsiteX73" fmla="*/ 711735 w 2915191"/>
                <a:gd name="connsiteY73" fmla="*/ 536648 h 582521"/>
                <a:gd name="connsiteX74" fmla="*/ 721485 w 2915191"/>
                <a:gd name="connsiteY74" fmla="*/ 523179 h 582521"/>
                <a:gd name="connsiteX75" fmla="*/ 731235 w 2915191"/>
                <a:gd name="connsiteY75" fmla="*/ 522568 h 582521"/>
                <a:gd name="connsiteX76" fmla="*/ 740985 w 2915191"/>
                <a:gd name="connsiteY76" fmla="*/ 538585 h 582521"/>
                <a:gd name="connsiteX77" fmla="*/ 750734 w 2915191"/>
                <a:gd name="connsiteY77" fmla="*/ 532715 h 582521"/>
                <a:gd name="connsiteX78" fmla="*/ 760484 w 2915191"/>
                <a:gd name="connsiteY78" fmla="*/ 549357 h 582521"/>
                <a:gd name="connsiteX79" fmla="*/ 770233 w 2915191"/>
                <a:gd name="connsiteY79" fmla="*/ 537736 h 582521"/>
                <a:gd name="connsiteX80" fmla="*/ 779983 w 2915191"/>
                <a:gd name="connsiteY80" fmla="*/ 526189 h 582521"/>
                <a:gd name="connsiteX81" fmla="*/ 789733 w 2915191"/>
                <a:gd name="connsiteY81" fmla="*/ 569187 h 582521"/>
                <a:gd name="connsiteX82" fmla="*/ 799482 w 2915191"/>
                <a:gd name="connsiteY82" fmla="*/ 540983 h 582521"/>
                <a:gd name="connsiteX83" fmla="*/ 809232 w 2915191"/>
                <a:gd name="connsiteY83" fmla="*/ 571199 h 582521"/>
                <a:gd name="connsiteX84" fmla="*/ 818982 w 2915191"/>
                <a:gd name="connsiteY84" fmla="*/ 562125 h 582521"/>
                <a:gd name="connsiteX85" fmla="*/ 828732 w 2915191"/>
                <a:gd name="connsiteY85" fmla="*/ 561499 h 582521"/>
                <a:gd name="connsiteX86" fmla="*/ 838482 w 2915191"/>
                <a:gd name="connsiteY86" fmla="*/ 566252 h 582521"/>
                <a:gd name="connsiteX87" fmla="*/ 848232 w 2915191"/>
                <a:gd name="connsiteY87" fmla="*/ 572599 h 582521"/>
                <a:gd name="connsiteX88" fmla="*/ 857982 w 2915191"/>
                <a:gd name="connsiteY88" fmla="*/ 582522 h 582521"/>
                <a:gd name="connsiteX89" fmla="*/ 867732 w 2915191"/>
                <a:gd name="connsiteY89" fmla="*/ 550415 h 582521"/>
                <a:gd name="connsiteX90" fmla="*/ 877482 w 2915191"/>
                <a:gd name="connsiteY90" fmla="*/ 568383 h 582521"/>
                <a:gd name="connsiteX91" fmla="*/ 887231 w 2915191"/>
                <a:gd name="connsiteY91" fmla="*/ 565328 h 582521"/>
                <a:gd name="connsiteX92" fmla="*/ 896981 w 2915191"/>
                <a:gd name="connsiteY92" fmla="*/ 552128 h 582521"/>
                <a:gd name="connsiteX93" fmla="*/ 906730 w 2915191"/>
                <a:gd name="connsiteY93" fmla="*/ 541192 h 582521"/>
                <a:gd name="connsiteX94" fmla="*/ 916480 w 2915191"/>
                <a:gd name="connsiteY94" fmla="*/ 550787 h 582521"/>
                <a:gd name="connsiteX95" fmla="*/ 926230 w 2915191"/>
                <a:gd name="connsiteY95" fmla="*/ 556255 h 582521"/>
                <a:gd name="connsiteX96" fmla="*/ 935979 w 2915191"/>
                <a:gd name="connsiteY96" fmla="*/ 541728 h 582521"/>
                <a:gd name="connsiteX97" fmla="*/ 945729 w 2915191"/>
                <a:gd name="connsiteY97" fmla="*/ 533594 h 582521"/>
                <a:gd name="connsiteX98" fmla="*/ 955479 w 2915191"/>
                <a:gd name="connsiteY98" fmla="*/ 499549 h 582521"/>
                <a:gd name="connsiteX99" fmla="*/ 965229 w 2915191"/>
                <a:gd name="connsiteY99" fmla="*/ 497478 h 582521"/>
                <a:gd name="connsiteX100" fmla="*/ 974979 w 2915191"/>
                <a:gd name="connsiteY100" fmla="*/ 494022 h 582521"/>
                <a:gd name="connsiteX101" fmla="*/ 984729 w 2915191"/>
                <a:gd name="connsiteY101" fmla="*/ 484770 h 582521"/>
                <a:gd name="connsiteX102" fmla="*/ 994474 w 2915191"/>
                <a:gd name="connsiteY102" fmla="*/ 481402 h 582521"/>
                <a:gd name="connsiteX103" fmla="*/ 1004233 w 2915191"/>
                <a:gd name="connsiteY103" fmla="*/ 464130 h 582521"/>
                <a:gd name="connsiteX104" fmla="*/ 1013977 w 2915191"/>
                <a:gd name="connsiteY104" fmla="*/ 445356 h 582521"/>
                <a:gd name="connsiteX105" fmla="*/ 1023721 w 2915191"/>
                <a:gd name="connsiteY105" fmla="*/ 400082 h 582521"/>
                <a:gd name="connsiteX106" fmla="*/ 1033480 w 2915191"/>
                <a:gd name="connsiteY106" fmla="*/ 387846 h 582521"/>
                <a:gd name="connsiteX107" fmla="*/ 1043224 w 2915191"/>
                <a:gd name="connsiteY107" fmla="*/ 359947 h 582521"/>
                <a:gd name="connsiteX108" fmla="*/ 1052983 w 2915191"/>
                <a:gd name="connsiteY108" fmla="*/ 367020 h 582521"/>
                <a:gd name="connsiteX109" fmla="*/ 1062727 w 2915191"/>
                <a:gd name="connsiteY109" fmla="*/ 383540 h 582521"/>
                <a:gd name="connsiteX110" fmla="*/ 1072471 w 2915191"/>
                <a:gd name="connsiteY110" fmla="*/ 398391 h 582521"/>
                <a:gd name="connsiteX111" fmla="*/ 1082230 w 2915191"/>
                <a:gd name="connsiteY111" fmla="*/ 411854 h 582521"/>
                <a:gd name="connsiteX112" fmla="*/ 1091973 w 2915191"/>
                <a:gd name="connsiteY112" fmla="*/ 368675 h 582521"/>
                <a:gd name="connsiteX113" fmla="*/ 1101732 w 2915191"/>
                <a:gd name="connsiteY113" fmla="*/ 343731 h 582521"/>
                <a:gd name="connsiteX114" fmla="*/ 1111476 w 2915191"/>
                <a:gd name="connsiteY114" fmla="*/ 368937 h 582521"/>
                <a:gd name="connsiteX115" fmla="*/ 1121220 w 2915191"/>
                <a:gd name="connsiteY115" fmla="*/ 374502 h 582521"/>
                <a:gd name="connsiteX116" fmla="*/ 1130979 w 2915191"/>
                <a:gd name="connsiteY116" fmla="*/ 368879 h 582521"/>
                <a:gd name="connsiteX117" fmla="*/ 1140723 w 2915191"/>
                <a:gd name="connsiteY117" fmla="*/ 390179 h 582521"/>
                <a:gd name="connsiteX118" fmla="*/ 1150482 w 2915191"/>
                <a:gd name="connsiteY118" fmla="*/ 399178 h 582521"/>
                <a:gd name="connsiteX119" fmla="*/ 1160226 w 2915191"/>
                <a:gd name="connsiteY119" fmla="*/ 393570 h 582521"/>
                <a:gd name="connsiteX120" fmla="*/ 1169969 w 2915191"/>
                <a:gd name="connsiteY120" fmla="*/ 388829 h 582521"/>
                <a:gd name="connsiteX121" fmla="*/ 1179728 w 2915191"/>
                <a:gd name="connsiteY121" fmla="*/ 396596 h 582521"/>
                <a:gd name="connsiteX122" fmla="*/ 1189472 w 2915191"/>
                <a:gd name="connsiteY122" fmla="*/ 442063 h 582521"/>
                <a:gd name="connsiteX123" fmla="*/ 1199231 w 2915191"/>
                <a:gd name="connsiteY123" fmla="*/ 452503 h 582521"/>
                <a:gd name="connsiteX124" fmla="*/ 1208975 w 2915191"/>
                <a:gd name="connsiteY124" fmla="*/ 423331 h 582521"/>
                <a:gd name="connsiteX125" fmla="*/ 1218719 w 2915191"/>
                <a:gd name="connsiteY125" fmla="*/ 410148 h 582521"/>
                <a:gd name="connsiteX126" fmla="*/ 1228478 w 2915191"/>
                <a:gd name="connsiteY126" fmla="*/ 381569 h 582521"/>
                <a:gd name="connsiteX127" fmla="*/ 1238222 w 2915191"/>
                <a:gd name="connsiteY127" fmla="*/ 384163 h 582521"/>
                <a:gd name="connsiteX128" fmla="*/ 1247966 w 2915191"/>
                <a:gd name="connsiteY128" fmla="*/ 386652 h 582521"/>
                <a:gd name="connsiteX129" fmla="*/ 1257725 w 2915191"/>
                <a:gd name="connsiteY129" fmla="*/ 352103 h 582521"/>
                <a:gd name="connsiteX130" fmla="*/ 1267469 w 2915191"/>
                <a:gd name="connsiteY130" fmla="*/ 354272 h 582521"/>
                <a:gd name="connsiteX131" fmla="*/ 1277227 w 2915191"/>
                <a:gd name="connsiteY131" fmla="*/ 404084 h 582521"/>
                <a:gd name="connsiteX132" fmla="*/ 1286971 w 2915191"/>
                <a:gd name="connsiteY132" fmla="*/ 409676 h 582521"/>
                <a:gd name="connsiteX133" fmla="*/ 1296715 w 2915191"/>
                <a:gd name="connsiteY133" fmla="*/ 405830 h 582521"/>
                <a:gd name="connsiteX134" fmla="*/ 1306474 w 2915191"/>
                <a:gd name="connsiteY134" fmla="*/ 408825 h 582521"/>
                <a:gd name="connsiteX135" fmla="*/ 1316218 w 2915191"/>
                <a:gd name="connsiteY135" fmla="*/ 423185 h 582521"/>
                <a:gd name="connsiteX136" fmla="*/ 1325977 w 2915191"/>
                <a:gd name="connsiteY136" fmla="*/ 433526 h 582521"/>
                <a:gd name="connsiteX137" fmla="*/ 1335721 w 2915191"/>
                <a:gd name="connsiteY137" fmla="*/ 441007 h 582521"/>
                <a:gd name="connsiteX138" fmla="*/ 1345465 w 2915191"/>
                <a:gd name="connsiteY138" fmla="*/ 416829 h 582521"/>
                <a:gd name="connsiteX139" fmla="*/ 1355224 w 2915191"/>
                <a:gd name="connsiteY139" fmla="*/ 428007 h 582521"/>
                <a:gd name="connsiteX140" fmla="*/ 1364967 w 2915191"/>
                <a:gd name="connsiteY140" fmla="*/ 388522 h 582521"/>
                <a:gd name="connsiteX141" fmla="*/ 1374726 w 2915191"/>
                <a:gd name="connsiteY141" fmla="*/ 406654 h 582521"/>
                <a:gd name="connsiteX142" fmla="*/ 1384470 w 2915191"/>
                <a:gd name="connsiteY142" fmla="*/ 413596 h 582521"/>
                <a:gd name="connsiteX143" fmla="*/ 1394214 w 2915191"/>
                <a:gd name="connsiteY143" fmla="*/ 397047 h 582521"/>
                <a:gd name="connsiteX144" fmla="*/ 1403973 w 2915191"/>
                <a:gd name="connsiteY144" fmla="*/ 415874 h 582521"/>
                <a:gd name="connsiteX145" fmla="*/ 1413717 w 2915191"/>
                <a:gd name="connsiteY145" fmla="*/ 433885 h 582521"/>
                <a:gd name="connsiteX146" fmla="*/ 1423476 w 2915191"/>
                <a:gd name="connsiteY146" fmla="*/ 430600 h 582521"/>
                <a:gd name="connsiteX147" fmla="*/ 1433220 w 2915191"/>
                <a:gd name="connsiteY147" fmla="*/ 411260 h 582521"/>
                <a:gd name="connsiteX148" fmla="*/ 1442964 w 2915191"/>
                <a:gd name="connsiteY148" fmla="*/ 409320 h 582521"/>
                <a:gd name="connsiteX149" fmla="*/ 1452722 w 2915191"/>
                <a:gd name="connsiteY149" fmla="*/ 405075 h 582521"/>
                <a:gd name="connsiteX150" fmla="*/ 1462466 w 2915191"/>
                <a:gd name="connsiteY150" fmla="*/ 388203 h 582521"/>
                <a:gd name="connsiteX151" fmla="*/ 1472225 w 2915191"/>
                <a:gd name="connsiteY151" fmla="*/ 419119 h 582521"/>
                <a:gd name="connsiteX152" fmla="*/ 1481969 w 2915191"/>
                <a:gd name="connsiteY152" fmla="*/ 372661 h 582521"/>
                <a:gd name="connsiteX153" fmla="*/ 1491713 w 2915191"/>
                <a:gd name="connsiteY153" fmla="*/ 353343 h 582521"/>
                <a:gd name="connsiteX154" fmla="*/ 1501472 w 2915191"/>
                <a:gd name="connsiteY154" fmla="*/ 344742 h 582521"/>
                <a:gd name="connsiteX155" fmla="*/ 1511216 w 2915191"/>
                <a:gd name="connsiteY155" fmla="*/ 353030 h 582521"/>
                <a:gd name="connsiteX156" fmla="*/ 1520960 w 2915191"/>
                <a:gd name="connsiteY156" fmla="*/ 288371 h 582521"/>
                <a:gd name="connsiteX157" fmla="*/ 1530719 w 2915191"/>
                <a:gd name="connsiteY157" fmla="*/ 279584 h 582521"/>
                <a:gd name="connsiteX158" fmla="*/ 1540463 w 2915191"/>
                <a:gd name="connsiteY158" fmla="*/ 280983 h 582521"/>
                <a:gd name="connsiteX159" fmla="*/ 1550221 w 2915191"/>
                <a:gd name="connsiteY159" fmla="*/ 278906 h 582521"/>
                <a:gd name="connsiteX160" fmla="*/ 1559965 w 2915191"/>
                <a:gd name="connsiteY160" fmla="*/ 255887 h 582521"/>
                <a:gd name="connsiteX161" fmla="*/ 1569709 w 2915191"/>
                <a:gd name="connsiteY161" fmla="*/ 266158 h 582521"/>
                <a:gd name="connsiteX162" fmla="*/ 1579468 w 2915191"/>
                <a:gd name="connsiteY162" fmla="*/ 296972 h 582521"/>
                <a:gd name="connsiteX163" fmla="*/ 1589212 w 2915191"/>
                <a:gd name="connsiteY163" fmla="*/ 277358 h 582521"/>
                <a:gd name="connsiteX164" fmla="*/ 1598971 w 2915191"/>
                <a:gd name="connsiteY164" fmla="*/ 285518 h 582521"/>
                <a:gd name="connsiteX165" fmla="*/ 1608715 w 2915191"/>
                <a:gd name="connsiteY165" fmla="*/ 261199 h 582521"/>
                <a:gd name="connsiteX166" fmla="*/ 1618459 w 2915191"/>
                <a:gd name="connsiteY166" fmla="*/ 264338 h 582521"/>
                <a:gd name="connsiteX167" fmla="*/ 1628218 w 2915191"/>
                <a:gd name="connsiteY167" fmla="*/ 267787 h 582521"/>
                <a:gd name="connsiteX168" fmla="*/ 1637962 w 2915191"/>
                <a:gd name="connsiteY168" fmla="*/ 264510 h 582521"/>
                <a:gd name="connsiteX169" fmla="*/ 1647720 w 2915191"/>
                <a:gd name="connsiteY169" fmla="*/ 236663 h 582521"/>
                <a:gd name="connsiteX170" fmla="*/ 1657464 w 2915191"/>
                <a:gd name="connsiteY170" fmla="*/ 246064 h 582521"/>
                <a:gd name="connsiteX171" fmla="*/ 1667208 w 2915191"/>
                <a:gd name="connsiteY171" fmla="*/ 251645 h 582521"/>
                <a:gd name="connsiteX172" fmla="*/ 1676967 w 2915191"/>
                <a:gd name="connsiteY172" fmla="*/ 251796 h 582521"/>
                <a:gd name="connsiteX173" fmla="*/ 1686711 w 2915191"/>
                <a:gd name="connsiteY173" fmla="*/ 256869 h 582521"/>
                <a:gd name="connsiteX174" fmla="*/ 1696470 w 2915191"/>
                <a:gd name="connsiteY174" fmla="*/ 264852 h 582521"/>
                <a:gd name="connsiteX175" fmla="*/ 1706214 w 2915191"/>
                <a:gd name="connsiteY175" fmla="*/ 243746 h 582521"/>
                <a:gd name="connsiteX176" fmla="*/ 1715958 w 2915191"/>
                <a:gd name="connsiteY176" fmla="*/ 262213 h 582521"/>
                <a:gd name="connsiteX177" fmla="*/ 1725716 w 2915191"/>
                <a:gd name="connsiteY177" fmla="*/ 247308 h 582521"/>
                <a:gd name="connsiteX178" fmla="*/ 1735460 w 2915191"/>
                <a:gd name="connsiteY178" fmla="*/ 243251 h 582521"/>
                <a:gd name="connsiteX179" fmla="*/ 1745219 w 2915191"/>
                <a:gd name="connsiteY179" fmla="*/ 248329 h 582521"/>
                <a:gd name="connsiteX180" fmla="*/ 1754963 w 2915191"/>
                <a:gd name="connsiteY180" fmla="*/ 247415 h 582521"/>
                <a:gd name="connsiteX181" fmla="*/ 1764707 w 2915191"/>
                <a:gd name="connsiteY181" fmla="*/ 231243 h 582521"/>
                <a:gd name="connsiteX182" fmla="*/ 1774466 w 2915191"/>
                <a:gd name="connsiteY182" fmla="*/ 229967 h 582521"/>
                <a:gd name="connsiteX183" fmla="*/ 1784210 w 2915191"/>
                <a:gd name="connsiteY183" fmla="*/ 207865 h 582521"/>
                <a:gd name="connsiteX184" fmla="*/ 1793969 w 2915191"/>
                <a:gd name="connsiteY184" fmla="*/ 218345 h 582521"/>
                <a:gd name="connsiteX185" fmla="*/ 1803713 w 2915191"/>
                <a:gd name="connsiteY185" fmla="*/ 214416 h 582521"/>
                <a:gd name="connsiteX186" fmla="*/ 1813457 w 2915191"/>
                <a:gd name="connsiteY186" fmla="*/ 211227 h 582521"/>
                <a:gd name="connsiteX187" fmla="*/ 1823215 w 2915191"/>
                <a:gd name="connsiteY187" fmla="*/ 222020 h 582521"/>
                <a:gd name="connsiteX188" fmla="*/ 1832959 w 2915191"/>
                <a:gd name="connsiteY188" fmla="*/ 231629 h 582521"/>
                <a:gd name="connsiteX189" fmla="*/ 1842703 w 2915191"/>
                <a:gd name="connsiteY189" fmla="*/ 232356 h 582521"/>
                <a:gd name="connsiteX190" fmla="*/ 1852462 w 2915191"/>
                <a:gd name="connsiteY190" fmla="*/ 250391 h 582521"/>
                <a:gd name="connsiteX191" fmla="*/ 1862206 w 2915191"/>
                <a:gd name="connsiteY191" fmla="*/ 227591 h 582521"/>
                <a:gd name="connsiteX192" fmla="*/ 1871965 w 2915191"/>
                <a:gd name="connsiteY192" fmla="*/ 217665 h 582521"/>
                <a:gd name="connsiteX193" fmla="*/ 1881709 w 2915191"/>
                <a:gd name="connsiteY193" fmla="*/ 156612 h 582521"/>
                <a:gd name="connsiteX194" fmla="*/ 1891453 w 2915191"/>
                <a:gd name="connsiteY194" fmla="*/ 122742 h 582521"/>
                <a:gd name="connsiteX195" fmla="*/ 1901212 w 2915191"/>
                <a:gd name="connsiteY195" fmla="*/ 108149 h 582521"/>
                <a:gd name="connsiteX196" fmla="*/ 1910956 w 2915191"/>
                <a:gd name="connsiteY196" fmla="*/ 106030 h 582521"/>
                <a:gd name="connsiteX197" fmla="*/ 1920714 w 2915191"/>
                <a:gd name="connsiteY197" fmla="*/ 128639 h 582521"/>
                <a:gd name="connsiteX198" fmla="*/ 1930458 w 2915191"/>
                <a:gd name="connsiteY198" fmla="*/ 132172 h 582521"/>
                <a:gd name="connsiteX199" fmla="*/ 1940202 w 2915191"/>
                <a:gd name="connsiteY199" fmla="*/ 150760 h 582521"/>
                <a:gd name="connsiteX200" fmla="*/ 1949961 w 2915191"/>
                <a:gd name="connsiteY200" fmla="*/ 164853 h 582521"/>
                <a:gd name="connsiteX201" fmla="*/ 1959705 w 2915191"/>
                <a:gd name="connsiteY201" fmla="*/ 201702 h 582521"/>
                <a:gd name="connsiteX202" fmla="*/ 1969464 w 2915191"/>
                <a:gd name="connsiteY202" fmla="*/ 199345 h 582521"/>
                <a:gd name="connsiteX203" fmla="*/ 1979208 w 2915191"/>
                <a:gd name="connsiteY203" fmla="*/ 233626 h 582521"/>
                <a:gd name="connsiteX204" fmla="*/ 1988952 w 2915191"/>
                <a:gd name="connsiteY204" fmla="*/ 252019 h 582521"/>
                <a:gd name="connsiteX205" fmla="*/ 1998711 w 2915191"/>
                <a:gd name="connsiteY205" fmla="*/ 238860 h 582521"/>
                <a:gd name="connsiteX206" fmla="*/ 2008454 w 2915191"/>
                <a:gd name="connsiteY206" fmla="*/ 206357 h 582521"/>
                <a:gd name="connsiteX207" fmla="*/ 2018213 w 2915191"/>
                <a:gd name="connsiteY207" fmla="*/ 177001 h 582521"/>
                <a:gd name="connsiteX208" fmla="*/ 2027957 w 2915191"/>
                <a:gd name="connsiteY208" fmla="*/ 182673 h 582521"/>
                <a:gd name="connsiteX209" fmla="*/ 2037701 w 2915191"/>
                <a:gd name="connsiteY209" fmla="*/ 170067 h 582521"/>
                <a:gd name="connsiteX210" fmla="*/ 2047460 w 2915191"/>
                <a:gd name="connsiteY210" fmla="*/ 188344 h 582521"/>
                <a:gd name="connsiteX211" fmla="*/ 2057204 w 2915191"/>
                <a:gd name="connsiteY211" fmla="*/ 188459 h 582521"/>
                <a:gd name="connsiteX212" fmla="*/ 2066963 w 2915191"/>
                <a:gd name="connsiteY212" fmla="*/ 176058 h 582521"/>
                <a:gd name="connsiteX213" fmla="*/ 2076707 w 2915191"/>
                <a:gd name="connsiteY213" fmla="*/ 146581 h 582521"/>
                <a:gd name="connsiteX214" fmla="*/ 2086451 w 2915191"/>
                <a:gd name="connsiteY214" fmla="*/ 127330 h 582521"/>
                <a:gd name="connsiteX215" fmla="*/ 2096210 w 2915191"/>
                <a:gd name="connsiteY215" fmla="*/ 132947 h 582521"/>
                <a:gd name="connsiteX216" fmla="*/ 2105954 w 2915191"/>
                <a:gd name="connsiteY216" fmla="*/ 107663 h 582521"/>
                <a:gd name="connsiteX217" fmla="*/ 2115697 w 2915191"/>
                <a:gd name="connsiteY217" fmla="*/ 104749 h 582521"/>
                <a:gd name="connsiteX218" fmla="*/ 2125456 w 2915191"/>
                <a:gd name="connsiteY218" fmla="*/ 84219 h 582521"/>
                <a:gd name="connsiteX219" fmla="*/ 2135200 w 2915191"/>
                <a:gd name="connsiteY219" fmla="*/ 77813 h 582521"/>
                <a:gd name="connsiteX220" fmla="*/ 2144959 w 2915191"/>
                <a:gd name="connsiteY220" fmla="*/ 80283 h 582521"/>
                <a:gd name="connsiteX221" fmla="*/ 2154703 w 2915191"/>
                <a:gd name="connsiteY221" fmla="*/ 67223 h 582521"/>
                <a:gd name="connsiteX222" fmla="*/ 2164447 w 2915191"/>
                <a:gd name="connsiteY222" fmla="*/ 61917 h 582521"/>
                <a:gd name="connsiteX223" fmla="*/ 2174206 w 2915191"/>
                <a:gd name="connsiteY223" fmla="*/ 45840 h 582521"/>
                <a:gd name="connsiteX224" fmla="*/ 2183950 w 2915191"/>
                <a:gd name="connsiteY224" fmla="*/ 46294 h 582521"/>
                <a:gd name="connsiteX225" fmla="*/ 2193709 w 2915191"/>
                <a:gd name="connsiteY225" fmla="*/ 997 h 582521"/>
                <a:gd name="connsiteX226" fmla="*/ 2203452 w 2915191"/>
                <a:gd name="connsiteY226" fmla="*/ 0 h 582521"/>
                <a:gd name="connsiteX227" fmla="*/ 2213196 w 2915191"/>
                <a:gd name="connsiteY227" fmla="*/ 5623 h 582521"/>
                <a:gd name="connsiteX228" fmla="*/ 2222955 w 2915191"/>
                <a:gd name="connsiteY228" fmla="*/ 43027 h 582521"/>
                <a:gd name="connsiteX229" fmla="*/ 2232699 w 2915191"/>
                <a:gd name="connsiteY229" fmla="*/ 69924 h 582521"/>
                <a:gd name="connsiteX230" fmla="*/ 2242458 w 2915191"/>
                <a:gd name="connsiteY230" fmla="*/ 63857 h 582521"/>
                <a:gd name="connsiteX231" fmla="*/ 2252202 w 2915191"/>
                <a:gd name="connsiteY231" fmla="*/ 93148 h 582521"/>
                <a:gd name="connsiteX232" fmla="*/ 2261946 w 2915191"/>
                <a:gd name="connsiteY232" fmla="*/ 86258 h 582521"/>
                <a:gd name="connsiteX233" fmla="*/ 2271705 w 2915191"/>
                <a:gd name="connsiteY233" fmla="*/ 74198 h 582521"/>
                <a:gd name="connsiteX234" fmla="*/ 2281449 w 2915191"/>
                <a:gd name="connsiteY234" fmla="*/ 86322 h 582521"/>
                <a:gd name="connsiteX235" fmla="*/ 2291208 w 2915191"/>
                <a:gd name="connsiteY235" fmla="*/ 53498 h 582521"/>
                <a:gd name="connsiteX236" fmla="*/ 2300951 w 2915191"/>
                <a:gd name="connsiteY236" fmla="*/ 51853 h 582521"/>
                <a:gd name="connsiteX237" fmla="*/ 2310695 w 2915191"/>
                <a:gd name="connsiteY237" fmla="*/ 92752 h 582521"/>
                <a:gd name="connsiteX238" fmla="*/ 2320454 w 2915191"/>
                <a:gd name="connsiteY238" fmla="*/ 71046 h 582521"/>
                <a:gd name="connsiteX239" fmla="*/ 2330198 w 2915191"/>
                <a:gd name="connsiteY239" fmla="*/ 100900 h 582521"/>
                <a:gd name="connsiteX240" fmla="*/ 2339957 w 2915191"/>
                <a:gd name="connsiteY240" fmla="*/ 99305 h 582521"/>
                <a:gd name="connsiteX241" fmla="*/ 2349701 w 2915191"/>
                <a:gd name="connsiteY241" fmla="*/ 132136 h 582521"/>
                <a:gd name="connsiteX242" fmla="*/ 2359445 w 2915191"/>
                <a:gd name="connsiteY242" fmla="*/ 122035 h 582521"/>
                <a:gd name="connsiteX243" fmla="*/ 2369204 w 2915191"/>
                <a:gd name="connsiteY243" fmla="*/ 158929 h 582521"/>
                <a:gd name="connsiteX244" fmla="*/ 2378948 w 2915191"/>
                <a:gd name="connsiteY244" fmla="*/ 155389 h 582521"/>
                <a:gd name="connsiteX245" fmla="*/ 2388692 w 2915191"/>
                <a:gd name="connsiteY245" fmla="*/ 127090 h 582521"/>
                <a:gd name="connsiteX246" fmla="*/ 2398450 w 2915191"/>
                <a:gd name="connsiteY246" fmla="*/ 151888 h 582521"/>
                <a:gd name="connsiteX247" fmla="*/ 2408194 w 2915191"/>
                <a:gd name="connsiteY247" fmla="*/ 179835 h 582521"/>
                <a:gd name="connsiteX248" fmla="*/ 2417953 w 2915191"/>
                <a:gd name="connsiteY248" fmla="*/ 207686 h 582521"/>
                <a:gd name="connsiteX249" fmla="*/ 2427697 w 2915191"/>
                <a:gd name="connsiteY249" fmla="*/ 205791 h 582521"/>
                <a:gd name="connsiteX250" fmla="*/ 2437441 w 2915191"/>
                <a:gd name="connsiteY250" fmla="*/ 207063 h 582521"/>
                <a:gd name="connsiteX251" fmla="*/ 2447200 w 2915191"/>
                <a:gd name="connsiteY251" fmla="*/ 197642 h 582521"/>
                <a:gd name="connsiteX252" fmla="*/ 2456944 w 2915191"/>
                <a:gd name="connsiteY252" fmla="*/ 190017 h 582521"/>
                <a:gd name="connsiteX253" fmla="*/ 2466703 w 2915191"/>
                <a:gd name="connsiteY253" fmla="*/ 211233 h 582521"/>
                <a:gd name="connsiteX254" fmla="*/ 2476446 w 2915191"/>
                <a:gd name="connsiteY254" fmla="*/ 190354 h 582521"/>
                <a:gd name="connsiteX255" fmla="*/ 2486190 w 2915191"/>
                <a:gd name="connsiteY255" fmla="*/ 204520 h 582521"/>
                <a:gd name="connsiteX256" fmla="*/ 2495949 w 2915191"/>
                <a:gd name="connsiteY256" fmla="*/ 180321 h 582521"/>
                <a:gd name="connsiteX257" fmla="*/ 2505693 w 2915191"/>
                <a:gd name="connsiteY257" fmla="*/ 182735 h 582521"/>
                <a:gd name="connsiteX258" fmla="*/ 2515452 w 2915191"/>
                <a:gd name="connsiteY258" fmla="*/ 176571 h 582521"/>
                <a:gd name="connsiteX259" fmla="*/ 2525196 w 2915191"/>
                <a:gd name="connsiteY259" fmla="*/ 143416 h 582521"/>
                <a:gd name="connsiteX260" fmla="*/ 2534940 w 2915191"/>
                <a:gd name="connsiteY260" fmla="*/ 119214 h 582521"/>
                <a:gd name="connsiteX261" fmla="*/ 2544699 w 2915191"/>
                <a:gd name="connsiteY261" fmla="*/ 141589 h 582521"/>
                <a:gd name="connsiteX262" fmla="*/ 2554443 w 2915191"/>
                <a:gd name="connsiteY262" fmla="*/ 149750 h 582521"/>
                <a:gd name="connsiteX263" fmla="*/ 2564202 w 2915191"/>
                <a:gd name="connsiteY263" fmla="*/ 190099 h 582521"/>
                <a:gd name="connsiteX264" fmla="*/ 2573946 w 2915191"/>
                <a:gd name="connsiteY264" fmla="*/ 152546 h 582521"/>
                <a:gd name="connsiteX265" fmla="*/ 2583690 w 2915191"/>
                <a:gd name="connsiteY265" fmla="*/ 175324 h 582521"/>
                <a:gd name="connsiteX266" fmla="*/ 2593448 w 2915191"/>
                <a:gd name="connsiteY266" fmla="*/ 179981 h 582521"/>
                <a:gd name="connsiteX267" fmla="*/ 2603192 w 2915191"/>
                <a:gd name="connsiteY267" fmla="*/ 173774 h 582521"/>
                <a:gd name="connsiteX268" fmla="*/ 2612951 w 2915191"/>
                <a:gd name="connsiteY268" fmla="*/ 186973 h 582521"/>
                <a:gd name="connsiteX269" fmla="*/ 2622695 w 2915191"/>
                <a:gd name="connsiteY269" fmla="*/ 184662 h 582521"/>
                <a:gd name="connsiteX270" fmla="*/ 2632439 w 2915191"/>
                <a:gd name="connsiteY270" fmla="*/ 172555 h 582521"/>
                <a:gd name="connsiteX271" fmla="*/ 2642198 w 2915191"/>
                <a:gd name="connsiteY271" fmla="*/ 150282 h 582521"/>
                <a:gd name="connsiteX272" fmla="*/ 2651942 w 2915191"/>
                <a:gd name="connsiteY272" fmla="*/ 157886 h 582521"/>
                <a:gd name="connsiteX273" fmla="*/ 2661685 w 2915191"/>
                <a:gd name="connsiteY273" fmla="*/ 169881 h 582521"/>
                <a:gd name="connsiteX274" fmla="*/ 2671444 w 2915191"/>
                <a:gd name="connsiteY274" fmla="*/ 239614 h 582521"/>
                <a:gd name="connsiteX275" fmla="*/ 2681188 w 2915191"/>
                <a:gd name="connsiteY275" fmla="*/ 276023 h 582521"/>
                <a:gd name="connsiteX276" fmla="*/ 2690947 w 2915191"/>
                <a:gd name="connsiteY276" fmla="*/ 282385 h 582521"/>
                <a:gd name="connsiteX277" fmla="*/ 2700691 w 2915191"/>
                <a:gd name="connsiteY277" fmla="*/ 318640 h 582521"/>
                <a:gd name="connsiteX278" fmla="*/ 2710435 w 2915191"/>
                <a:gd name="connsiteY278" fmla="*/ 341535 h 582521"/>
                <a:gd name="connsiteX279" fmla="*/ 2720194 w 2915191"/>
                <a:gd name="connsiteY279" fmla="*/ 371679 h 582521"/>
                <a:gd name="connsiteX280" fmla="*/ 2729938 w 2915191"/>
                <a:gd name="connsiteY280" fmla="*/ 373291 h 582521"/>
                <a:gd name="connsiteX281" fmla="*/ 2739697 w 2915191"/>
                <a:gd name="connsiteY281" fmla="*/ 369763 h 582521"/>
                <a:gd name="connsiteX282" fmla="*/ 2749441 w 2915191"/>
                <a:gd name="connsiteY282" fmla="*/ 373544 h 582521"/>
                <a:gd name="connsiteX283" fmla="*/ 2759185 w 2915191"/>
                <a:gd name="connsiteY283" fmla="*/ 366482 h 582521"/>
                <a:gd name="connsiteX284" fmla="*/ 2768943 w 2915191"/>
                <a:gd name="connsiteY284" fmla="*/ 354104 h 582521"/>
                <a:gd name="connsiteX285" fmla="*/ 2778687 w 2915191"/>
                <a:gd name="connsiteY285" fmla="*/ 346151 h 582521"/>
                <a:gd name="connsiteX286" fmla="*/ 2788446 w 2915191"/>
                <a:gd name="connsiteY286" fmla="*/ 356138 h 582521"/>
                <a:gd name="connsiteX287" fmla="*/ 2798190 w 2915191"/>
                <a:gd name="connsiteY287" fmla="*/ 366750 h 582521"/>
                <a:gd name="connsiteX288" fmla="*/ 2807934 w 2915191"/>
                <a:gd name="connsiteY288" fmla="*/ 386088 h 582521"/>
                <a:gd name="connsiteX289" fmla="*/ 2817693 w 2915191"/>
                <a:gd name="connsiteY289" fmla="*/ 390294 h 582521"/>
                <a:gd name="connsiteX290" fmla="*/ 2827437 w 2915191"/>
                <a:gd name="connsiteY290" fmla="*/ 362798 h 582521"/>
                <a:gd name="connsiteX291" fmla="*/ 2837196 w 2915191"/>
                <a:gd name="connsiteY291" fmla="*/ 386472 h 582521"/>
                <a:gd name="connsiteX292" fmla="*/ 2846940 w 2915191"/>
                <a:gd name="connsiteY292" fmla="*/ 398168 h 582521"/>
                <a:gd name="connsiteX293" fmla="*/ 2856684 w 2915191"/>
                <a:gd name="connsiteY293" fmla="*/ 363160 h 582521"/>
                <a:gd name="connsiteX294" fmla="*/ 2866442 w 2915191"/>
                <a:gd name="connsiteY294" fmla="*/ 338012 h 582521"/>
                <a:gd name="connsiteX295" fmla="*/ 2876186 w 2915191"/>
                <a:gd name="connsiteY295" fmla="*/ 338155 h 582521"/>
                <a:gd name="connsiteX296" fmla="*/ 2885945 w 2915191"/>
                <a:gd name="connsiteY296" fmla="*/ 364486 h 582521"/>
                <a:gd name="connsiteX297" fmla="*/ 2895689 w 2915191"/>
                <a:gd name="connsiteY297" fmla="*/ 352140 h 582521"/>
                <a:gd name="connsiteX298" fmla="*/ 2905433 w 2915191"/>
                <a:gd name="connsiteY298" fmla="*/ 349928 h 582521"/>
                <a:gd name="connsiteX299" fmla="*/ 2915192 w 2915191"/>
                <a:gd name="connsiteY299" fmla="*/ 335573 h 582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82521">
                  <a:moveTo>
                    <a:pt x="0" y="315234"/>
                  </a:moveTo>
                  <a:lnTo>
                    <a:pt x="9750" y="292701"/>
                  </a:lnTo>
                  <a:lnTo>
                    <a:pt x="19500" y="301342"/>
                  </a:lnTo>
                  <a:lnTo>
                    <a:pt x="29250" y="273760"/>
                  </a:lnTo>
                  <a:lnTo>
                    <a:pt x="39000" y="320818"/>
                  </a:lnTo>
                  <a:lnTo>
                    <a:pt x="48749" y="329193"/>
                  </a:lnTo>
                  <a:lnTo>
                    <a:pt x="58499" y="335611"/>
                  </a:lnTo>
                  <a:lnTo>
                    <a:pt x="68249" y="314275"/>
                  </a:lnTo>
                  <a:lnTo>
                    <a:pt x="77998" y="325707"/>
                  </a:lnTo>
                  <a:lnTo>
                    <a:pt x="87748" y="336882"/>
                  </a:lnTo>
                  <a:lnTo>
                    <a:pt x="97497" y="306985"/>
                  </a:lnTo>
                  <a:lnTo>
                    <a:pt x="107247" y="308139"/>
                  </a:lnTo>
                  <a:lnTo>
                    <a:pt x="116997" y="316459"/>
                  </a:lnTo>
                  <a:lnTo>
                    <a:pt x="126747" y="328649"/>
                  </a:lnTo>
                  <a:lnTo>
                    <a:pt x="136497" y="318941"/>
                  </a:lnTo>
                  <a:lnTo>
                    <a:pt x="146247" y="292044"/>
                  </a:lnTo>
                  <a:lnTo>
                    <a:pt x="155997" y="291655"/>
                  </a:lnTo>
                  <a:lnTo>
                    <a:pt x="165747" y="283087"/>
                  </a:lnTo>
                  <a:lnTo>
                    <a:pt x="175497" y="257580"/>
                  </a:lnTo>
                  <a:lnTo>
                    <a:pt x="185247" y="285004"/>
                  </a:lnTo>
                  <a:lnTo>
                    <a:pt x="194996" y="309613"/>
                  </a:lnTo>
                  <a:lnTo>
                    <a:pt x="204746" y="306140"/>
                  </a:lnTo>
                  <a:lnTo>
                    <a:pt x="214495" y="304179"/>
                  </a:lnTo>
                  <a:lnTo>
                    <a:pt x="224245" y="312922"/>
                  </a:lnTo>
                  <a:lnTo>
                    <a:pt x="233995" y="314188"/>
                  </a:lnTo>
                  <a:lnTo>
                    <a:pt x="243744" y="304337"/>
                  </a:lnTo>
                  <a:lnTo>
                    <a:pt x="253494" y="330564"/>
                  </a:lnTo>
                  <a:lnTo>
                    <a:pt x="263244" y="324524"/>
                  </a:lnTo>
                  <a:lnTo>
                    <a:pt x="272994" y="323059"/>
                  </a:lnTo>
                  <a:lnTo>
                    <a:pt x="282744" y="336648"/>
                  </a:lnTo>
                  <a:lnTo>
                    <a:pt x="292494" y="389185"/>
                  </a:lnTo>
                  <a:lnTo>
                    <a:pt x="302244" y="405325"/>
                  </a:lnTo>
                  <a:lnTo>
                    <a:pt x="311994" y="402725"/>
                  </a:lnTo>
                  <a:lnTo>
                    <a:pt x="321744" y="422578"/>
                  </a:lnTo>
                  <a:lnTo>
                    <a:pt x="331493" y="419502"/>
                  </a:lnTo>
                  <a:lnTo>
                    <a:pt x="341243" y="416607"/>
                  </a:lnTo>
                  <a:lnTo>
                    <a:pt x="350993" y="422505"/>
                  </a:lnTo>
                  <a:lnTo>
                    <a:pt x="360742" y="434575"/>
                  </a:lnTo>
                  <a:lnTo>
                    <a:pt x="370492" y="452239"/>
                  </a:lnTo>
                  <a:lnTo>
                    <a:pt x="380241" y="459419"/>
                  </a:lnTo>
                  <a:lnTo>
                    <a:pt x="389991" y="458464"/>
                  </a:lnTo>
                  <a:lnTo>
                    <a:pt x="399741" y="459103"/>
                  </a:lnTo>
                  <a:lnTo>
                    <a:pt x="409491" y="434284"/>
                  </a:lnTo>
                  <a:lnTo>
                    <a:pt x="419241" y="453103"/>
                  </a:lnTo>
                  <a:lnTo>
                    <a:pt x="428991" y="466930"/>
                  </a:lnTo>
                  <a:lnTo>
                    <a:pt x="438741" y="503155"/>
                  </a:lnTo>
                  <a:lnTo>
                    <a:pt x="448491" y="497478"/>
                  </a:lnTo>
                  <a:lnTo>
                    <a:pt x="458241" y="475309"/>
                  </a:lnTo>
                  <a:lnTo>
                    <a:pt x="467991" y="480494"/>
                  </a:lnTo>
                  <a:lnTo>
                    <a:pt x="477740" y="460089"/>
                  </a:lnTo>
                  <a:lnTo>
                    <a:pt x="487490" y="487228"/>
                  </a:lnTo>
                  <a:lnTo>
                    <a:pt x="497239" y="462926"/>
                  </a:lnTo>
                  <a:lnTo>
                    <a:pt x="506989" y="469601"/>
                  </a:lnTo>
                  <a:lnTo>
                    <a:pt x="516738" y="428241"/>
                  </a:lnTo>
                  <a:lnTo>
                    <a:pt x="526488" y="406368"/>
                  </a:lnTo>
                  <a:lnTo>
                    <a:pt x="536238" y="429973"/>
                  </a:lnTo>
                  <a:lnTo>
                    <a:pt x="545988" y="432452"/>
                  </a:lnTo>
                  <a:lnTo>
                    <a:pt x="555738" y="423724"/>
                  </a:lnTo>
                  <a:lnTo>
                    <a:pt x="565488" y="477067"/>
                  </a:lnTo>
                  <a:lnTo>
                    <a:pt x="575238" y="491981"/>
                  </a:lnTo>
                  <a:lnTo>
                    <a:pt x="584988" y="491802"/>
                  </a:lnTo>
                  <a:lnTo>
                    <a:pt x="594738" y="504213"/>
                  </a:lnTo>
                  <a:lnTo>
                    <a:pt x="604488" y="497285"/>
                  </a:lnTo>
                  <a:lnTo>
                    <a:pt x="614237" y="460593"/>
                  </a:lnTo>
                  <a:lnTo>
                    <a:pt x="623987" y="475979"/>
                  </a:lnTo>
                  <a:lnTo>
                    <a:pt x="633736" y="523313"/>
                  </a:lnTo>
                  <a:lnTo>
                    <a:pt x="643486" y="499669"/>
                  </a:lnTo>
                  <a:lnTo>
                    <a:pt x="653236" y="545677"/>
                  </a:lnTo>
                  <a:lnTo>
                    <a:pt x="662985" y="549074"/>
                  </a:lnTo>
                  <a:lnTo>
                    <a:pt x="672735" y="532759"/>
                  </a:lnTo>
                  <a:lnTo>
                    <a:pt x="682485" y="536469"/>
                  </a:lnTo>
                  <a:lnTo>
                    <a:pt x="692235" y="509547"/>
                  </a:lnTo>
                  <a:lnTo>
                    <a:pt x="701985" y="513048"/>
                  </a:lnTo>
                  <a:lnTo>
                    <a:pt x="711735" y="536648"/>
                  </a:lnTo>
                  <a:lnTo>
                    <a:pt x="721485" y="523179"/>
                  </a:lnTo>
                  <a:lnTo>
                    <a:pt x="731235" y="522568"/>
                  </a:lnTo>
                  <a:lnTo>
                    <a:pt x="740985" y="538585"/>
                  </a:lnTo>
                  <a:lnTo>
                    <a:pt x="750734" y="532715"/>
                  </a:lnTo>
                  <a:lnTo>
                    <a:pt x="760484" y="549357"/>
                  </a:lnTo>
                  <a:lnTo>
                    <a:pt x="770233" y="537736"/>
                  </a:lnTo>
                  <a:lnTo>
                    <a:pt x="779983" y="526189"/>
                  </a:lnTo>
                  <a:lnTo>
                    <a:pt x="789733" y="569187"/>
                  </a:lnTo>
                  <a:lnTo>
                    <a:pt x="799482" y="540983"/>
                  </a:lnTo>
                  <a:lnTo>
                    <a:pt x="809232" y="571199"/>
                  </a:lnTo>
                  <a:lnTo>
                    <a:pt x="818982" y="562125"/>
                  </a:lnTo>
                  <a:lnTo>
                    <a:pt x="828732" y="561499"/>
                  </a:lnTo>
                  <a:lnTo>
                    <a:pt x="838482" y="566252"/>
                  </a:lnTo>
                  <a:lnTo>
                    <a:pt x="848232" y="572599"/>
                  </a:lnTo>
                  <a:lnTo>
                    <a:pt x="857982" y="582522"/>
                  </a:lnTo>
                  <a:lnTo>
                    <a:pt x="867732" y="550415"/>
                  </a:lnTo>
                  <a:lnTo>
                    <a:pt x="877482" y="568383"/>
                  </a:lnTo>
                  <a:lnTo>
                    <a:pt x="887231" y="565328"/>
                  </a:lnTo>
                  <a:lnTo>
                    <a:pt x="896981" y="552128"/>
                  </a:lnTo>
                  <a:lnTo>
                    <a:pt x="906730" y="541192"/>
                  </a:lnTo>
                  <a:lnTo>
                    <a:pt x="916480" y="550787"/>
                  </a:lnTo>
                  <a:lnTo>
                    <a:pt x="926230" y="556255"/>
                  </a:lnTo>
                  <a:lnTo>
                    <a:pt x="935979" y="541728"/>
                  </a:lnTo>
                  <a:lnTo>
                    <a:pt x="945729" y="533594"/>
                  </a:lnTo>
                  <a:lnTo>
                    <a:pt x="955479" y="499549"/>
                  </a:lnTo>
                  <a:lnTo>
                    <a:pt x="965229" y="497478"/>
                  </a:lnTo>
                  <a:lnTo>
                    <a:pt x="974979" y="494022"/>
                  </a:lnTo>
                  <a:lnTo>
                    <a:pt x="984729" y="484770"/>
                  </a:lnTo>
                  <a:lnTo>
                    <a:pt x="994474" y="481402"/>
                  </a:lnTo>
                  <a:lnTo>
                    <a:pt x="1004233" y="464130"/>
                  </a:lnTo>
                  <a:lnTo>
                    <a:pt x="1013977" y="445356"/>
                  </a:lnTo>
                  <a:lnTo>
                    <a:pt x="1023721" y="400082"/>
                  </a:lnTo>
                  <a:lnTo>
                    <a:pt x="1033480" y="387846"/>
                  </a:lnTo>
                  <a:lnTo>
                    <a:pt x="1043224" y="359947"/>
                  </a:lnTo>
                  <a:lnTo>
                    <a:pt x="1052983" y="367020"/>
                  </a:lnTo>
                  <a:lnTo>
                    <a:pt x="1062727" y="383540"/>
                  </a:lnTo>
                  <a:lnTo>
                    <a:pt x="1072471" y="398391"/>
                  </a:lnTo>
                  <a:lnTo>
                    <a:pt x="1082230" y="411854"/>
                  </a:lnTo>
                  <a:lnTo>
                    <a:pt x="1091973" y="368675"/>
                  </a:lnTo>
                  <a:lnTo>
                    <a:pt x="1101732" y="343731"/>
                  </a:lnTo>
                  <a:lnTo>
                    <a:pt x="1111476" y="368937"/>
                  </a:lnTo>
                  <a:lnTo>
                    <a:pt x="1121220" y="374502"/>
                  </a:lnTo>
                  <a:lnTo>
                    <a:pt x="1130979" y="368879"/>
                  </a:lnTo>
                  <a:lnTo>
                    <a:pt x="1140723" y="390179"/>
                  </a:lnTo>
                  <a:lnTo>
                    <a:pt x="1150482" y="399178"/>
                  </a:lnTo>
                  <a:lnTo>
                    <a:pt x="1160226" y="393570"/>
                  </a:lnTo>
                  <a:lnTo>
                    <a:pt x="1169969" y="388829"/>
                  </a:lnTo>
                  <a:lnTo>
                    <a:pt x="1179728" y="396596"/>
                  </a:lnTo>
                  <a:lnTo>
                    <a:pt x="1189472" y="442063"/>
                  </a:lnTo>
                  <a:lnTo>
                    <a:pt x="1199231" y="452503"/>
                  </a:lnTo>
                  <a:lnTo>
                    <a:pt x="1208975" y="423331"/>
                  </a:lnTo>
                  <a:lnTo>
                    <a:pt x="1218719" y="410148"/>
                  </a:lnTo>
                  <a:lnTo>
                    <a:pt x="1228478" y="381569"/>
                  </a:lnTo>
                  <a:lnTo>
                    <a:pt x="1238222" y="384163"/>
                  </a:lnTo>
                  <a:lnTo>
                    <a:pt x="1247966" y="386652"/>
                  </a:lnTo>
                  <a:lnTo>
                    <a:pt x="1257725" y="352103"/>
                  </a:lnTo>
                  <a:lnTo>
                    <a:pt x="1267469" y="354272"/>
                  </a:lnTo>
                  <a:lnTo>
                    <a:pt x="1277227" y="404084"/>
                  </a:lnTo>
                  <a:lnTo>
                    <a:pt x="1286971" y="409676"/>
                  </a:lnTo>
                  <a:lnTo>
                    <a:pt x="1296715" y="405830"/>
                  </a:lnTo>
                  <a:lnTo>
                    <a:pt x="1306474" y="408825"/>
                  </a:lnTo>
                  <a:lnTo>
                    <a:pt x="1316218" y="423185"/>
                  </a:lnTo>
                  <a:lnTo>
                    <a:pt x="1325977" y="433526"/>
                  </a:lnTo>
                  <a:lnTo>
                    <a:pt x="1335721" y="441007"/>
                  </a:lnTo>
                  <a:lnTo>
                    <a:pt x="1345465" y="416829"/>
                  </a:lnTo>
                  <a:lnTo>
                    <a:pt x="1355224" y="428007"/>
                  </a:lnTo>
                  <a:lnTo>
                    <a:pt x="1364967" y="388522"/>
                  </a:lnTo>
                  <a:lnTo>
                    <a:pt x="1374726" y="406654"/>
                  </a:lnTo>
                  <a:lnTo>
                    <a:pt x="1384470" y="413596"/>
                  </a:lnTo>
                  <a:lnTo>
                    <a:pt x="1394214" y="397047"/>
                  </a:lnTo>
                  <a:lnTo>
                    <a:pt x="1403973" y="415874"/>
                  </a:lnTo>
                  <a:lnTo>
                    <a:pt x="1413717" y="433885"/>
                  </a:lnTo>
                  <a:lnTo>
                    <a:pt x="1423476" y="430600"/>
                  </a:lnTo>
                  <a:lnTo>
                    <a:pt x="1433220" y="411260"/>
                  </a:lnTo>
                  <a:lnTo>
                    <a:pt x="1442964" y="409320"/>
                  </a:lnTo>
                  <a:lnTo>
                    <a:pt x="1452722" y="405075"/>
                  </a:lnTo>
                  <a:lnTo>
                    <a:pt x="1462466" y="388203"/>
                  </a:lnTo>
                  <a:lnTo>
                    <a:pt x="1472225" y="419119"/>
                  </a:lnTo>
                  <a:lnTo>
                    <a:pt x="1481969" y="372661"/>
                  </a:lnTo>
                  <a:lnTo>
                    <a:pt x="1491713" y="353343"/>
                  </a:lnTo>
                  <a:lnTo>
                    <a:pt x="1501472" y="344742"/>
                  </a:lnTo>
                  <a:lnTo>
                    <a:pt x="1511216" y="353030"/>
                  </a:lnTo>
                  <a:lnTo>
                    <a:pt x="1520960" y="288371"/>
                  </a:lnTo>
                  <a:lnTo>
                    <a:pt x="1530719" y="279584"/>
                  </a:lnTo>
                  <a:lnTo>
                    <a:pt x="1540463" y="280983"/>
                  </a:lnTo>
                  <a:lnTo>
                    <a:pt x="1550221" y="278906"/>
                  </a:lnTo>
                  <a:lnTo>
                    <a:pt x="1559965" y="255887"/>
                  </a:lnTo>
                  <a:lnTo>
                    <a:pt x="1569709" y="266158"/>
                  </a:lnTo>
                  <a:lnTo>
                    <a:pt x="1579468" y="296972"/>
                  </a:lnTo>
                  <a:lnTo>
                    <a:pt x="1589212" y="277358"/>
                  </a:lnTo>
                  <a:lnTo>
                    <a:pt x="1598971" y="285518"/>
                  </a:lnTo>
                  <a:lnTo>
                    <a:pt x="1608715" y="261199"/>
                  </a:lnTo>
                  <a:lnTo>
                    <a:pt x="1618459" y="264338"/>
                  </a:lnTo>
                  <a:lnTo>
                    <a:pt x="1628218" y="267787"/>
                  </a:lnTo>
                  <a:lnTo>
                    <a:pt x="1637962" y="264510"/>
                  </a:lnTo>
                  <a:lnTo>
                    <a:pt x="1647720" y="236663"/>
                  </a:lnTo>
                  <a:lnTo>
                    <a:pt x="1657464" y="246064"/>
                  </a:lnTo>
                  <a:lnTo>
                    <a:pt x="1667208" y="251645"/>
                  </a:lnTo>
                  <a:lnTo>
                    <a:pt x="1676967" y="251796"/>
                  </a:lnTo>
                  <a:lnTo>
                    <a:pt x="1686711" y="256869"/>
                  </a:lnTo>
                  <a:lnTo>
                    <a:pt x="1696470" y="264852"/>
                  </a:lnTo>
                  <a:lnTo>
                    <a:pt x="1706214" y="243746"/>
                  </a:lnTo>
                  <a:lnTo>
                    <a:pt x="1715958" y="262213"/>
                  </a:lnTo>
                  <a:lnTo>
                    <a:pt x="1725716" y="247308"/>
                  </a:lnTo>
                  <a:lnTo>
                    <a:pt x="1735460" y="243251"/>
                  </a:lnTo>
                  <a:lnTo>
                    <a:pt x="1745219" y="248329"/>
                  </a:lnTo>
                  <a:lnTo>
                    <a:pt x="1754963" y="247415"/>
                  </a:lnTo>
                  <a:lnTo>
                    <a:pt x="1764707" y="231243"/>
                  </a:lnTo>
                  <a:lnTo>
                    <a:pt x="1774466" y="229967"/>
                  </a:lnTo>
                  <a:lnTo>
                    <a:pt x="1784210" y="207865"/>
                  </a:lnTo>
                  <a:lnTo>
                    <a:pt x="1793969" y="218345"/>
                  </a:lnTo>
                  <a:lnTo>
                    <a:pt x="1803713" y="214416"/>
                  </a:lnTo>
                  <a:lnTo>
                    <a:pt x="1813457" y="211227"/>
                  </a:lnTo>
                  <a:lnTo>
                    <a:pt x="1823215" y="222020"/>
                  </a:lnTo>
                  <a:lnTo>
                    <a:pt x="1832959" y="231629"/>
                  </a:lnTo>
                  <a:lnTo>
                    <a:pt x="1842703" y="232356"/>
                  </a:lnTo>
                  <a:lnTo>
                    <a:pt x="1852462" y="250391"/>
                  </a:lnTo>
                  <a:lnTo>
                    <a:pt x="1862206" y="227591"/>
                  </a:lnTo>
                  <a:lnTo>
                    <a:pt x="1871965" y="217665"/>
                  </a:lnTo>
                  <a:lnTo>
                    <a:pt x="1881709" y="156612"/>
                  </a:lnTo>
                  <a:lnTo>
                    <a:pt x="1891453" y="122742"/>
                  </a:lnTo>
                  <a:lnTo>
                    <a:pt x="1901212" y="108149"/>
                  </a:lnTo>
                  <a:lnTo>
                    <a:pt x="1910956" y="106030"/>
                  </a:lnTo>
                  <a:lnTo>
                    <a:pt x="1920714" y="128639"/>
                  </a:lnTo>
                  <a:lnTo>
                    <a:pt x="1930458" y="132172"/>
                  </a:lnTo>
                  <a:lnTo>
                    <a:pt x="1940202" y="150760"/>
                  </a:lnTo>
                  <a:lnTo>
                    <a:pt x="1949961" y="164853"/>
                  </a:lnTo>
                  <a:lnTo>
                    <a:pt x="1959705" y="201702"/>
                  </a:lnTo>
                  <a:lnTo>
                    <a:pt x="1969464" y="199345"/>
                  </a:lnTo>
                  <a:lnTo>
                    <a:pt x="1979208" y="233626"/>
                  </a:lnTo>
                  <a:lnTo>
                    <a:pt x="1988952" y="252019"/>
                  </a:lnTo>
                  <a:lnTo>
                    <a:pt x="1998711" y="238860"/>
                  </a:lnTo>
                  <a:lnTo>
                    <a:pt x="2008454" y="206357"/>
                  </a:lnTo>
                  <a:lnTo>
                    <a:pt x="2018213" y="177001"/>
                  </a:lnTo>
                  <a:lnTo>
                    <a:pt x="2027957" y="182673"/>
                  </a:lnTo>
                  <a:lnTo>
                    <a:pt x="2037701" y="170067"/>
                  </a:lnTo>
                  <a:lnTo>
                    <a:pt x="2047460" y="188344"/>
                  </a:lnTo>
                  <a:lnTo>
                    <a:pt x="2057204" y="188459"/>
                  </a:lnTo>
                  <a:lnTo>
                    <a:pt x="2066963" y="176058"/>
                  </a:lnTo>
                  <a:lnTo>
                    <a:pt x="2076707" y="146581"/>
                  </a:lnTo>
                  <a:lnTo>
                    <a:pt x="2086451" y="127330"/>
                  </a:lnTo>
                  <a:lnTo>
                    <a:pt x="2096210" y="132947"/>
                  </a:lnTo>
                  <a:lnTo>
                    <a:pt x="2105954" y="107663"/>
                  </a:lnTo>
                  <a:lnTo>
                    <a:pt x="2115697" y="104749"/>
                  </a:lnTo>
                  <a:lnTo>
                    <a:pt x="2125456" y="84219"/>
                  </a:lnTo>
                  <a:lnTo>
                    <a:pt x="2135200" y="77813"/>
                  </a:lnTo>
                  <a:lnTo>
                    <a:pt x="2144959" y="80283"/>
                  </a:lnTo>
                  <a:lnTo>
                    <a:pt x="2154703" y="67223"/>
                  </a:lnTo>
                  <a:lnTo>
                    <a:pt x="2164447" y="61917"/>
                  </a:lnTo>
                  <a:lnTo>
                    <a:pt x="2174206" y="45840"/>
                  </a:lnTo>
                  <a:lnTo>
                    <a:pt x="2183950" y="46294"/>
                  </a:lnTo>
                  <a:lnTo>
                    <a:pt x="2193709" y="997"/>
                  </a:lnTo>
                  <a:lnTo>
                    <a:pt x="2203452" y="0"/>
                  </a:lnTo>
                  <a:lnTo>
                    <a:pt x="2213196" y="5623"/>
                  </a:lnTo>
                  <a:lnTo>
                    <a:pt x="2222955" y="43027"/>
                  </a:lnTo>
                  <a:lnTo>
                    <a:pt x="2232699" y="69924"/>
                  </a:lnTo>
                  <a:lnTo>
                    <a:pt x="2242458" y="63857"/>
                  </a:lnTo>
                  <a:lnTo>
                    <a:pt x="2252202" y="93148"/>
                  </a:lnTo>
                  <a:lnTo>
                    <a:pt x="2261946" y="86258"/>
                  </a:lnTo>
                  <a:lnTo>
                    <a:pt x="2271705" y="74198"/>
                  </a:lnTo>
                  <a:lnTo>
                    <a:pt x="2281449" y="86322"/>
                  </a:lnTo>
                  <a:lnTo>
                    <a:pt x="2291208" y="53498"/>
                  </a:lnTo>
                  <a:lnTo>
                    <a:pt x="2300951" y="51853"/>
                  </a:lnTo>
                  <a:lnTo>
                    <a:pt x="2310695" y="92752"/>
                  </a:lnTo>
                  <a:lnTo>
                    <a:pt x="2320454" y="71046"/>
                  </a:lnTo>
                  <a:lnTo>
                    <a:pt x="2330198" y="100900"/>
                  </a:lnTo>
                  <a:lnTo>
                    <a:pt x="2339957" y="99305"/>
                  </a:lnTo>
                  <a:lnTo>
                    <a:pt x="2349701" y="132136"/>
                  </a:lnTo>
                  <a:lnTo>
                    <a:pt x="2359445" y="122035"/>
                  </a:lnTo>
                  <a:lnTo>
                    <a:pt x="2369204" y="158929"/>
                  </a:lnTo>
                  <a:lnTo>
                    <a:pt x="2378948" y="155389"/>
                  </a:lnTo>
                  <a:lnTo>
                    <a:pt x="2388692" y="127090"/>
                  </a:lnTo>
                  <a:lnTo>
                    <a:pt x="2398450" y="151888"/>
                  </a:lnTo>
                  <a:lnTo>
                    <a:pt x="2408194" y="179835"/>
                  </a:lnTo>
                  <a:lnTo>
                    <a:pt x="2417953" y="207686"/>
                  </a:lnTo>
                  <a:lnTo>
                    <a:pt x="2427697" y="205791"/>
                  </a:lnTo>
                  <a:lnTo>
                    <a:pt x="2437441" y="207063"/>
                  </a:lnTo>
                  <a:lnTo>
                    <a:pt x="2447200" y="197642"/>
                  </a:lnTo>
                  <a:lnTo>
                    <a:pt x="2456944" y="190017"/>
                  </a:lnTo>
                  <a:lnTo>
                    <a:pt x="2466703" y="211233"/>
                  </a:lnTo>
                  <a:lnTo>
                    <a:pt x="2476446" y="190354"/>
                  </a:lnTo>
                  <a:lnTo>
                    <a:pt x="2486190" y="204520"/>
                  </a:lnTo>
                  <a:lnTo>
                    <a:pt x="2495949" y="180321"/>
                  </a:lnTo>
                  <a:lnTo>
                    <a:pt x="2505693" y="182735"/>
                  </a:lnTo>
                  <a:lnTo>
                    <a:pt x="2515452" y="176571"/>
                  </a:lnTo>
                  <a:lnTo>
                    <a:pt x="2525196" y="143416"/>
                  </a:lnTo>
                  <a:lnTo>
                    <a:pt x="2534940" y="119214"/>
                  </a:lnTo>
                  <a:lnTo>
                    <a:pt x="2544699" y="141589"/>
                  </a:lnTo>
                  <a:lnTo>
                    <a:pt x="2554443" y="149750"/>
                  </a:lnTo>
                  <a:lnTo>
                    <a:pt x="2564202" y="190099"/>
                  </a:lnTo>
                  <a:lnTo>
                    <a:pt x="2573946" y="152546"/>
                  </a:lnTo>
                  <a:lnTo>
                    <a:pt x="2583690" y="175324"/>
                  </a:lnTo>
                  <a:lnTo>
                    <a:pt x="2593448" y="179981"/>
                  </a:lnTo>
                  <a:lnTo>
                    <a:pt x="2603192" y="173774"/>
                  </a:lnTo>
                  <a:lnTo>
                    <a:pt x="2612951" y="186973"/>
                  </a:lnTo>
                  <a:lnTo>
                    <a:pt x="2622695" y="184662"/>
                  </a:lnTo>
                  <a:lnTo>
                    <a:pt x="2632439" y="172555"/>
                  </a:lnTo>
                  <a:lnTo>
                    <a:pt x="2642198" y="150282"/>
                  </a:lnTo>
                  <a:lnTo>
                    <a:pt x="2651942" y="157886"/>
                  </a:lnTo>
                  <a:lnTo>
                    <a:pt x="2661685" y="169881"/>
                  </a:lnTo>
                  <a:lnTo>
                    <a:pt x="2671444" y="239614"/>
                  </a:lnTo>
                  <a:lnTo>
                    <a:pt x="2681188" y="276023"/>
                  </a:lnTo>
                  <a:lnTo>
                    <a:pt x="2690947" y="282385"/>
                  </a:lnTo>
                  <a:lnTo>
                    <a:pt x="2700691" y="318640"/>
                  </a:lnTo>
                  <a:lnTo>
                    <a:pt x="2710435" y="341535"/>
                  </a:lnTo>
                  <a:lnTo>
                    <a:pt x="2720194" y="371679"/>
                  </a:lnTo>
                  <a:lnTo>
                    <a:pt x="2729938" y="373291"/>
                  </a:lnTo>
                  <a:lnTo>
                    <a:pt x="2739697" y="369763"/>
                  </a:lnTo>
                  <a:lnTo>
                    <a:pt x="2749441" y="373544"/>
                  </a:lnTo>
                  <a:lnTo>
                    <a:pt x="2759185" y="366482"/>
                  </a:lnTo>
                  <a:lnTo>
                    <a:pt x="2768943" y="354104"/>
                  </a:lnTo>
                  <a:lnTo>
                    <a:pt x="2778687" y="346151"/>
                  </a:lnTo>
                  <a:lnTo>
                    <a:pt x="2788446" y="356138"/>
                  </a:lnTo>
                  <a:lnTo>
                    <a:pt x="2798190" y="366750"/>
                  </a:lnTo>
                  <a:lnTo>
                    <a:pt x="2807934" y="386088"/>
                  </a:lnTo>
                  <a:lnTo>
                    <a:pt x="2817693" y="390294"/>
                  </a:lnTo>
                  <a:lnTo>
                    <a:pt x="2827437" y="362798"/>
                  </a:lnTo>
                  <a:lnTo>
                    <a:pt x="2837196" y="386472"/>
                  </a:lnTo>
                  <a:lnTo>
                    <a:pt x="2846940" y="398168"/>
                  </a:lnTo>
                  <a:lnTo>
                    <a:pt x="2856684" y="363160"/>
                  </a:lnTo>
                  <a:lnTo>
                    <a:pt x="2866442" y="338012"/>
                  </a:lnTo>
                  <a:lnTo>
                    <a:pt x="2876186" y="338155"/>
                  </a:lnTo>
                  <a:lnTo>
                    <a:pt x="2885945" y="364486"/>
                  </a:lnTo>
                  <a:lnTo>
                    <a:pt x="2895689" y="352140"/>
                  </a:lnTo>
                  <a:lnTo>
                    <a:pt x="2905433" y="349928"/>
                  </a:lnTo>
                  <a:lnTo>
                    <a:pt x="2915192" y="33557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1" name="Freeform 1210">
              <a:extLst>
                <a:ext uri="{FF2B5EF4-FFF2-40B4-BE49-F238E27FC236}">
                  <a16:creationId xmlns:a16="http://schemas.microsoft.com/office/drawing/2014/main" id="{1A0F82DF-B195-B0F4-5EA5-046556C3FCE5}"/>
                </a:ext>
              </a:extLst>
            </p:cNvPr>
            <p:cNvSpPr/>
            <p:nvPr/>
          </p:nvSpPr>
          <p:spPr>
            <a:xfrm>
              <a:off x="4426652" y="3102793"/>
              <a:ext cx="2915191" cy="730181"/>
            </a:xfrm>
            <a:custGeom>
              <a:avLst/>
              <a:gdLst>
                <a:gd name="connsiteX0" fmla="*/ 0 w 2915191"/>
                <a:gd name="connsiteY0" fmla="*/ 435114 h 730181"/>
                <a:gd name="connsiteX1" fmla="*/ 9750 w 2915191"/>
                <a:gd name="connsiteY1" fmla="*/ 389629 h 730181"/>
                <a:gd name="connsiteX2" fmla="*/ 19500 w 2915191"/>
                <a:gd name="connsiteY2" fmla="*/ 395966 h 730181"/>
                <a:gd name="connsiteX3" fmla="*/ 29250 w 2915191"/>
                <a:gd name="connsiteY3" fmla="*/ 411850 h 730181"/>
                <a:gd name="connsiteX4" fmla="*/ 39000 w 2915191"/>
                <a:gd name="connsiteY4" fmla="*/ 429749 h 730181"/>
                <a:gd name="connsiteX5" fmla="*/ 48749 w 2915191"/>
                <a:gd name="connsiteY5" fmla="*/ 443419 h 730181"/>
                <a:gd name="connsiteX6" fmla="*/ 58499 w 2915191"/>
                <a:gd name="connsiteY6" fmla="*/ 475090 h 730181"/>
                <a:gd name="connsiteX7" fmla="*/ 68249 w 2915191"/>
                <a:gd name="connsiteY7" fmla="*/ 490729 h 730181"/>
                <a:gd name="connsiteX8" fmla="*/ 77998 w 2915191"/>
                <a:gd name="connsiteY8" fmla="*/ 507289 h 730181"/>
                <a:gd name="connsiteX9" fmla="*/ 87748 w 2915191"/>
                <a:gd name="connsiteY9" fmla="*/ 489534 h 730181"/>
                <a:gd name="connsiteX10" fmla="*/ 97497 w 2915191"/>
                <a:gd name="connsiteY10" fmla="*/ 473147 h 730181"/>
                <a:gd name="connsiteX11" fmla="*/ 107247 w 2915191"/>
                <a:gd name="connsiteY11" fmla="*/ 473105 h 730181"/>
                <a:gd name="connsiteX12" fmla="*/ 116997 w 2915191"/>
                <a:gd name="connsiteY12" fmla="*/ 483348 h 730181"/>
                <a:gd name="connsiteX13" fmla="*/ 126747 w 2915191"/>
                <a:gd name="connsiteY13" fmla="*/ 472648 h 730181"/>
                <a:gd name="connsiteX14" fmla="*/ 136497 w 2915191"/>
                <a:gd name="connsiteY14" fmla="*/ 473355 h 730181"/>
                <a:gd name="connsiteX15" fmla="*/ 146247 w 2915191"/>
                <a:gd name="connsiteY15" fmla="*/ 491891 h 730181"/>
                <a:gd name="connsiteX16" fmla="*/ 155997 w 2915191"/>
                <a:gd name="connsiteY16" fmla="*/ 485884 h 730181"/>
                <a:gd name="connsiteX17" fmla="*/ 165747 w 2915191"/>
                <a:gd name="connsiteY17" fmla="*/ 497188 h 730181"/>
                <a:gd name="connsiteX18" fmla="*/ 175497 w 2915191"/>
                <a:gd name="connsiteY18" fmla="*/ 489084 h 730181"/>
                <a:gd name="connsiteX19" fmla="*/ 185247 w 2915191"/>
                <a:gd name="connsiteY19" fmla="*/ 521764 h 730181"/>
                <a:gd name="connsiteX20" fmla="*/ 194996 w 2915191"/>
                <a:gd name="connsiteY20" fmla="*/ 515481 h 730181"/>
                <a:gd name="connsiteX21" fmla="*/ 204746 w 2915191"/>
                <a:gd name="connsiteY21" fmla="*/ 534324 h 730181"/>
                <a:gd name="connsiteX22" fmla="*/ 214495 w 2915191"/>
                <a:gd name="connsiteY22" fmla="*/ 541727 h 730181"/>
                <a:gd name="connsiteX23" fmla="*/ 224245 w 2915191"/>
                <a:gd name="connsiteY23" fmla="*/ 565768 h 730181"/>
                <a:gd name="connsiteX24" fmla="*/ 233995 w 2915191"/>
                <a:gd name="connsiteY24" fmla="*/ 571062 h 730181"/>
                <a:gd name="connsiteX25" fmla="*/ 243744 w 2915191"/>
                <a:gd name="connsiteY25" fmla="*/ 571428 h 730181"/>
                <a:gd name="connsiteX26" fmla="*/ 253494 w 2915191"/>
                <a:gd name="connsiteY26" fmla="*/ 595041 h 730181"/>
                <a:gd name="connsiteX27" fmla="*/ 263244 w 2915191"/>
                <a:gd name="connsiteY27" fmla="*/ 592468 h 730181"/>
                <a:gd name="connsiteX28" fmla="*/ 272994 w 2915191"/>
                <a:gd name="connsiteY28" fmla="*/ 592294 h 730181"/>
                <a:gd name="connsiteX29" fmla="*/ 282744 w 2915191"/>
                <a:gd name="connsiteY29" fmla="*/ 588565 h 730181"/>
                <a:gd name="connsiteX30" fmla="*/ 292494 w 2915191"/>
                <a:gd name="connsiteY30" fmla="*/ 619777 h 730181"/>
                <a:gd name="connsiteX31" fmla="*/ 302244 w 2915191"/>
                <a:gd name="connsiteY31" fmla="*/ 666801 h 730181"/>
                <a:gd name="connsiteX32" fmla="*/ 311994 w 2915191"/>
                <a:gd name="connsiteY32" fmla="*/ 648612 h 730181"/>
                <a:gd name="connsiteX33" fmla="*/ 321744 w 2915191"/>
                <a:gd name="connsiteY33" fmla="*/ 679365 h 730181"/>
                <a:gd name="connsiteX34" fmla="*/ 331493 w 2915191"/>
                <a:gd name="connsiteY34" fmla="*/ 662842 h 730181"/>
                <a:gd name="connsiteX35" fmla="*/ 341243 w 2915191"/>
                <a:gd name="connsiteY35" fmla="*/ 705970 h 730181"/>
                <a:gd name="connsiteX36" fmla="*/ 350993 w 2915191"/>
                <a:gd name="connsiteY36" fmla="*/ 701915 h 730181"/>
                <a:gd name="connsiteX37" fmla="*/ 360742 w 2915191"/>
                <a:gd name="connsiteY37" fmla="*/ 698552 h 730181"/>
                <a:gd name="connsiteX38" fmla="*/ 370492 w 2915191"/>
                <a:gd name="connsiteY38" fmla="*/ 706997 h 730181"/>
                <a:gd name="connsiteX39" fmla="*/ 380241 w 2915191"/>
                <a:gd name="connsiteY39" fmla="*/ 687613 h 730181"/>
                <a:gd name="connsiteX40" fmla="*/ 389991 w 2915191"/>
                <a:gd name="connsiteY40" fmla="*/ 650046 h 730181"/>
                <a:gd name="connsiteX41" fmla="*/ 399741 w 2915191"/>
                <a:gd name="connsiteY41" fmla="*/ 657313 h 730181"/>
                <a:gd name="connsiteX42" fmla="*/ 409491 w 2915191"/>
                <a:gd name="connsiteY42" fmla="*/ 632508 h 730181"/>
                <a:gd name="connsiteX43" fmla="*/ 419241 w 2915191"/>
                <a:gd name="connsiteY43" fmla="*/ 615763 h 730181"/>
                <a:gd name="connsiteX44" fmla="*/ 428991 w 2915191"/>
                <a:gd name="connsiteY44" fmla="*/ 621919 h 730181"/>
                <a:gd name="connsiteX45" fmla="*/ 438741 w 2915191"/>
                <a:gd name="connsiteY45" fmla="*/ 631203 h 730181"/>
                <a:gd name="connsiteX46" fmla="*/ 448491 w 2915191"/>
                <a:gd name="connsiteY46" fmla="*/ 650798 h 730181"/>
                <a:gd name="connsiteX47" fmla="*/ 458241 w 2915191"/>
                <a:gd name="connsiteY47" fmla="*/ 685092 h 730181"/>
                <a:gd name="connsiteX48" fmla="*/ 467991 w 2915191"/>
                <a:gd name="connsiteY48" fmla="*/ 688863 h 730181"/>
                <a:gd name="connsiteX49" fmla="*/ 477740 w 2915191"/>
                <a:gd name="connsiteY49" fmla="*/ 701116 h 730181"/>
                <a:gd name="connsiteX50" fmla="*/ 487490 w 2915191"/>
                <a:gd name="connsiteY50" fmla="*/ 659319 h 730181"/>
                <a:gd name="connsiteX51" fmla="*/ 497239 w 2915191"/>
                <a:gd name="connsiteY51" fmla="*/ 680967 h 730181"/>
                <a:gd name="connsiteX52" fmla="*/ 506989 w 2915191"/>
                <a:gd name="connsiteY52" fmla="*/ 682764 h 730181"/>
                <a:gd name="connsiteX53" fmla="*/ 516738 w 2915191"/>
                <a:gd name="connsiteY53" fmla="*/ 679368 h 730181"/>
                <a:gd name="connsiteX54" fmla="*/ 526488 w 2915191"/>
                <a:gd name="connsiteY54" fmla="*/ 670853 h 730181"/>
                <a:gd name="connsiteX55" fmla="*/ 536238 w 2915191"/>
                <a:gd name="connsiteY55" fmla="*/ 664250 h 730181"/>
                <a:gd name="connsiteX56" fmla="*/ 545988 w 2915191"/>
                <a:gd name="connsiteY56" fmla="*/ 630062 h 730181"/>
                <a:gd name="connsiteX57" fmla="*/ 555738 w 2915191"/>
                <a:gd name="connsiteY57" fmla="*/ 626806 h 730181"/>
                <a:gd name="connsiteX58" fmla="*/ 565488 w 2915191"/>
                <a:gd name="connsiteY58" fmla="*/ 631231 h 730181"/>
                <a:gd name="connsiteX59" fmla="*/ 575238 w 2915191"/>
                <a:gd name="connsiteY59" fmla="*/ 617543 h 730181"/>
                <a:gd name="connsiteX60" fmla="*/ 584988 w 2915191"/>
                <a:gd name="connsiteY60" fmla="*/ 618998 h 730181"/>
                <a:gd name="connsiteX61" fmla="*/ 594738 w 2915191"/>
                <a:gd name="connsiteY61" fmla="*/ 659991 h 730181"/>
                <a:gd name="connsiteX62" fmla="*/ 604488 w 2915191"/>
                <a:gd name="connsiteY62" fmla="*/ 657240 h 730181"/>
                <a:gd name="connsiteX63" fmla="*/ 614237 w 2915191"/>
                <a:gd name="connsiteY63" fmla="*/ 626694 h 730181"/>
                <a:gd name="connsiteX64" fmla="*/ 623987 w 2915191"/>
                <a:gd name="connsiteY64" fmla="*/ 626699 h 730181"/>
                <a:gd name="connsiteX65" fmla="*/ 633736 w 2915191"/>
                <a:gd name="connsiteY65" fmla="*/ 605292 h 730181"/>
                <a:gd name="connsiteX66" fmla="*/ 643486 w 2915191"/>
                <a:gd name="connsiteY66" fmla="*/ 632413 h 730181"/>
                <a:gd name="connsiteX67" fmla="*/ 653236 w 2915191"/>
                <a:gd name="connsiteY67" fmla="*/ 609075 h 730181"/>
                <a:gd name="connsiteX68" fmla="*/ 662985 w 2915191"/>
                <a:gd name="connsiteY68" fmla="*/ 612162 h 730181"/>
                <a:gd name="connsiteX69" fmla="*/ 672735 w 2915191"/>
                <a:gd name="connsiteY69" fmla="*/ 637960 h 730181"/>
                <a:gd name="connsiteX70" fmla="*/ 682485 w 2915191"/>
                <a:gd name="connsiteY70" fmla="*/ 657727 h 730181"/>
                <a:gd name="connsiteX71" fmla="*/ 692235 w 2915191"/>
                <a:gd name="connsiteY71" fmla="*/ 648866 h 730181"/>
                <a:gd name="connsiteX72" fmla="*/ 701985 w 2915191"/>
                <a:gd name="connsiteY72" fmla="*/ 659247 h 730181"/>
                <a:gd name="connsiteX73" fmla="*/ 711735 w 2915191"/>
                <a:gd name="connsiteY73" fmla="*/ 626253 h 730181"/>
                <a:gd name="connsiteX74" fmla="*/ 721485 w 2915191"/>
                <a:gd name="connsiteY74" fmla="*/ 604593 h 730181"/>
                <a:gd name="connsiteX75" fmla="*/ 731235 w 2915191"/>
                <a:gd name="connsiteY75" fmla="*/ 656507 h 730181"/>
                <a:gd name="connsiteX76" fmla="*/ 740985 w 2915191"/>
                <a:gd name="connsiteY76" fmla="*/ 638234 h 730181"/>
                <a:gd name="connsiteX77" fmla="*/ 750734 w 2915191"/>
                <a:gd name="connsiteY77" fmla="*/ 651266 h 730181"/>
                <a:gd name="connsiteX78" fmla="*/ 760484 w 2915191"/>
                <a:gd name="connsiteY78" fmla="*/ 594027 h 730181"/>
                <a:gd name="connsiteX79" fmla="*/ 770233 w 2915191"/>
                <a:gd name="connsiteY79" fmla="*/ 641337 h 730181"/>
                <a:gd name="connsiteX80" fmla="*/ 779983 w 2915191"/>
                <a:gd name="connsiteY80" fmla="*/ 628612 h 730181"/>
                <a:gd name="connsiteX81" fmla="*/ 789733 w 2915191"/>
                <a:gd name="connsiteY81" fmla="*/ 591916 h 730181"/>
                <a:gd name="connsiteX82" fmla="*/ 799482 w 2915191"/>
                <a:gd name="connsiteY82" fmla="*/ 620555 h 730181"/>
                <a:gd name="connsiteX83" fmla="*/ 809232 w 2915191"/>
                <a:gd name="connsiteY83" fmla="*/ 638266 h 730181"/>
                <a:gd name="connsiteX84" fmla="*/ 818982 w 2915191"/>
                <a:gd name="connsiteY84" fmla="*/ 658904 h 730181"/>
                <a:gd name="connsiteX85" fmla="*/ 828732 w 2915191"/>
                <a:gd name="connsiteY85" fmla="*/ 685818 h 730181"/>
                <a:gd name="connsiteX86" fmla="*/ 838482 w 2915191"/>
                <a:gd name="connsiteY86" fmla="*/ 692619 h 730181"/>
                <a:gd name="connsiteX87" fmla="*/ 848232 w 2915191"/>
                <a:gd name="connsiteY87" fmla="*/ 676028 h 730181"/>
                <a:gd name="connsiteX88" fmla="*/ 857982 w 2915191"/>
                <a:gd name="connsiteY88" fmla="*/ 673444 h 730181"/>
                <a:gd name="connsiteX89" fmla="*/ 867732 w 2915191"/>
                <a:gd name="connsiteY89" fmla="*/ 682715 h 730181"/>
                <a:gd name="connsiteX90" fmla="*/ 877482 w 2915191"/>
                <a:gd name="connsiteY90" fmla="*/ 667275 h 730181"/>
                <a:gd name="connsiteX91" fmla="*/ 887231 w 2915191"/>
                <a:gd name="connsiteY91" fmla="*/ 676187 h 730181"/>
                <a:gd name="connsiteX92" fmla="*/ 896981 w 2915191"/>
                <a:gd name="connsiteY92" fmla="*/ 711158 h 730181"/>
                <a:gd name="connsiteX93" fmla="*/ 906730 w 2915191"/>
                <a:gd name="connsiteY93" fmla="*/ 670140 h 730181"/>
                <a:gd name="connsiteX94" fmla="*/ 916480 w 2915191"/>
                <a:gd name="connsiteY94" fmla="*/ 688135 h 730181"/>
                <a:gd name="connsiteX95" fmla="*/ 926230 w 2915191"/>
                <a:gd name="connsiteY95" fmla="*/ 655585 h 730181"/>
                <a:gd name="connsiteX96" fmla="*/ 935979 w 2915191"/>
                <a:gd name="connsiteY96" fmla="*/ 661256 h 730181"/>
                <a:gd name="connsiteX97" fmla="*/ 945729 w 2915191"/>
                <a:gd name="connsiteY97" fmla="*/ 662243 h 730181"/>
                <a:gd name="connsiteX98" fmla="*/ 955479 w 2915191"/>
                <a:gd name="connsiteY98" fmla="*/ 687089 h 730181"/>
                <a:gd name="connsiteX99" fmla="*/ 965229 w 2915191"/>
                <a:gd name="connsiteY99" fmla="*/ 692636 h 730181"/>
                <a:gd name="connsiteX100" fmla="*/ 974979 w 2915191"/>
                <a:gd name="connsiteY100" fmla="*/ 690723 h 730181"/>
                <a:gd name="connsiteX101" fmla="*/ 984729 w 2915191"/>
                <a:gd name="connsiteY101" fmla="*/ 700535 h 730181"/>
                <a:gd name="connsiteX102" fmla="*/ 994474 w 2915191"/>
                <a:gd name="connsiteY102" fmla="*/ 701992 h 730181"/>
                <a:gd name="connsiteX103" fmla="*/ 1004233 w 2915191"/>
                <a:gd name="connsiteY103" fmla="*/ 696958 h 730181"/>
                <a:gd name="connsiteX104" fmla="*/ 1013977 w 2915191"/>
                <a:gd name="connsiteY104" fmla="*/ 685615 h 730181"/>
                <a:gd name="connsiteX105" fmla="*/ 1023721 w 2915191"/>
                <a:gd name="connsiteY105" fmla="*/ 724044 h 730181"/>
                <a:gd name="connsiteX106" fmla="*/ 1033480 w 2915191"/>
                <a:gd name="connsiteY106" fmla="*/ 730181 h 730181"/>
                <a:gd name="connsiteX107" fmla="*/ 1043224 w 2915191"/>
                <a:gd name="connsiteY107" fmla="*/ 717192 h 730181"/>
                <a:gd name="connsiteX108" fmla="*/ 1052983 w 2915191"/>
                <a:gd name="connsiteY108" fmla="*/ 685285 h 730181"/>
                <a:gd name="connsiteX109" fmla="*/ 1062727 w 2915191"/>
                <a:gd name="connsiteY109" fmla="*/ 670141 h 730181"/>
                <a:gd name="connsiteX110" fmla="*/ 1072471 w 2915191"/>
                <a:gd name="connsiteY110" fmla="*/ 623397 h 730181"/>
                <a:gd name="connsiteX111" fmla="*/ 1082230 w 2915191"/>
                <a:gd name="connsiteY111" fmla="*/ 637583 h 730181"/>
                <a:gd name="connsiteX112" fmla="*/ 1091973 w 2915191"/>
                <a:gd name="connsiteY112" fmla="*/ 635363 h 730181"/>
                <a:gd name="connsiteX113" fmla="*/ 1101732 w 2915191"/>
                <a:gd name="connsiteY113" fmla="*/ 638771 h 730181"/>
                <a:gd name="connsiteX114" fmla="*/ 1111476 w 2915191"/>
                <a:gd name="connsiteY114" fmla="*/ 612000 h 730181"/>
                <a:gd name="connsiteX115" fmla="*/ 1121220 w 2915191"/>
                <a:gd name="connsiteY115" fmla="*/ 645974 h 730181"/>
                <a:gd name="connsiteX116" fmla="*/ 1130979 w 2915191"/>
                <a:gd name="connsiteY116" fmla="*/ 650144 h 730181"/>
                <a:gd name="connsiteX117" fmla="*/ 1140723 w 2915191"/>
                <a:gd name="connsiteY117" fmla="*/ 613422 h 730181"/>
                <a:gd name="connsiteX118" fmla="*/ 1150482 w 2915191"/>
                <a:gd name="connsiteY118" fmla="*/ 625867 h 730181"/>
                <a:gd name="connsiteX119" fmla="*/ 1160226 w 2915191"/>
                <a:gd name="connsiteY119" fmla="*/ 597735 h 730181"/>
                <a:gd name="connsiteX120" fmla="*/ 1169969 w 2915191"/>
                <a:gd name="connsiteY120" fmla="*/ 611846 h 730181"/>
                <a:gd name="connsiteX121" fmla="*/ 1179728 w 2915191"/>
                <a:gd name="connsiteY121" fmla="*/ 601238 h 730181"/>
                <a:gd name="connsiteX122" fmla="*/ 1189472 w 2915191"/>
                <a:gd name="connsiteY122" fmla="*/ 574479 h 730181"/>
                <a:gd name="connsiteX123" fmla="*/ 1199231 w 2915191"/>
                <a:gd name="connsiteY123" fmla="*/ 609900 h 730181"/>
                <a:gd name="connsiteX124" fmla="*/ 1208975 w 2915191"/>
                <a:gd name="connsiteY124" fmla="*/ 606436 h 730181"/>
                <a:gd name="connsiteX125" fmla="*/ 1218719 w 2915191"/>
                <a:gd name="connsiteY125" fmla="*/ 589666 h 730181"/>
                <a:gd name="connsiteX126" fmla="*/ 1228478 w 2915191"/>
                <a:gd name="connsiteY126" fmla="*/ 623698 h 730181"/>
                <a:gd name="connsiteX127" fmla="*/ 1238222 w 2915191"/>
                <a:gd name="connsiteY127" fmla="*/ 627347 h 730181"/>
                <a:gd name="connsiteX128" fmla="*/ 1247966 w 2915191"/>
                <a:gd name="connsiteY128" fmla="*/ 608123 h 730181"/>
                <a:gd name="connsiteX129" fmla="*/ 1257725 w 2915191"/>
                <a:gd name="connsiteY129" fmla="*/ 626702 h 730181"/>
                <a:gd name="connsiteX130" fmla="*/ 1267469 w 2915191"/>
                <a:gd name="connsiteY130" fmla="*/ 620555 h 730181"/>
                <a:gd name="connsiteX131" fmla="*/ 1277227 w 2915191"/>
                <a:gd name="connsiteY131" fmla="*/ 602020 h 730181"/>
                <a:gd name="connsiteX132" fmla="*/ 1286971 w 2915191"/>
                <a:gd name="connsiteY132" fmla="*/ 625543 h 730181"/>
                <a:gd name="connsiteX133" fmla="*/ 1296715 w 2915191"/>
                <a:gd name="connsiteY133" fmla="*/ 629425 h 730181"/>
                <a:gd name="connsiteX134" fmla="*/ 1306474 w 2915191"/>
                <a:gd name="connsiteY134" fmla="*/ 635857 h 730181"/>
                <a:gd name="connsiteX135" fmla="*/ 1316218 w 2915191"/>
                <a:gd name="connsiteY135" fmla="*/ 620549 h 730181"/>
                <a:gd name="connsiteX136" fmla="*/ 1325977 w 2915191"/>
                <a:gd name="connsiteY136" fmla="*/ 591786 h 730181"/>
                <a:gd name="connsiteX137" fmla="*/ 1335721 w 2915191"/>
                <a:gd name="connsiteY137" fmla="*/ 588109 h 730181"/>
                <a:gd name="connsiteX138" fmla="*/ 1345465 w 2915191"/>
                <a:gd name="connsiteY138" fmla="*/ 571836 h 730181"/>
                <a:gd name="connsiteX139" fmla="*/ 1355224 w 2915191"/>
                <a:gd name="connsiteY139" fmla="*/ 567800 h 730181"/>
                <a:gd name="connsiteX140" fmla="*/ 1364967 w 2915191"/>
                <a:gd name="connsiteY140" fmla="*/ 578614 h 730181"/>
                <a:gd name="connsiteX141" fmla="*/ 1374726 w 2915191"/>
                <a:gd name="connsiteY141" fmla="*/ 582237 h 730181"/>
                <a:gd name="connsiteX142" fmla="*/ 1384470 w 2915191"/>
                <a:gd name="connsiteY142" fmla="*/ 576383 h 730181"/>
                <a:gd name="connsiteX143" fmla="*/ 1394214 w 2915191"/>
                <a:gd name="connsiteY143" fmla="*/ 592343 h 730181"/>
                <a:gd name="connsiteX144" fmla="*/ 1403973 w 2915191"/>
                <a:gd name="connsiteY144" fmla="*/ 611198 h 730181"/>
                <a:gd name="connsiteX145" fmla="*/ 1413717 w 2915191"/>
                <a:gd name="connsiteY145" fmla="*/ 616322 h 730181"/>
                <a:gd name="connsiteX146" fmla="*/ 1423476 w 2915191"/>
                <a:gd name="connsiteY146" fmla="*/ 653158 h 730181"/>
                <a:gd name="connsiteX147" fmla="*/ 1433220 w 2915191"/>
                <a:gd name="connsiteY147" fmla="*/ 620340 h 730181"/>
                <a:gd name="connsiteX148" fmla="*/ 1442964 w 2915191"/>
                <a:gd name="connsiteY148" fmla="*/ 611813 h 730181"/>
                <a:gd name="connsiteX149" fmla="*/ 1452722 w 2915191"/>
                <a:gd name="connsiteY149" fmla="*/ 626504 h 730181"/>
                <a:gd name="connsiteX150" fmla="*/ 1462466 w 2915191"/>
                <a:gd name="connsiteY150" fmla="*/ 630637 h 730181"/>
                <a:gd name="connsiteX151" fmla="*/ 1472225 w 2915191"/>
                <a:gd name="connsiteY151" fmla="*/ 628816 h 730181"/>
                <a:gd name="connsiteX152" fmla="*/ 1481969 w 2915191"/>
                <a:gd name="connsiteY152" fmla="*/ 633384 h 730181"/>
                <a:gd name="connsiteX153" fmla="*/ 1491713 w 2915191"/>
                <a:gd name="connsiteY153" fmla="*/ 635932 h 730181"/>
                <a:gd name="connsiteX154" fmla="*/ 1501472 w 2915191"/>
                <a:gd name="connsiteY154" fmla="*/ 600694 h 730181"/>
                <a:gd name="connsiteX155" fmla="*/ 1511216 w 2915191"/>
                <a:gd name="connsiteY155" fmla="*/ 587690 h 730181"/>
                <a:gd name="connsiteX156" fmla="*/ 1520960 w 2915191"/>
                <a:gd name="connsiteY156" fmla="*/ 580512 h 730181"/>
                <a:gd name="connsiteX157" fmla="*/ 1530719 w 2915191"/>
                <a:gd name="connsiteY157" fmla="*/ 562773 h 730181"/>
                <a:gd name="connsiteX158" fmla="*/ 1540463 w 2915191"/>
                <a:gd name="connsiteY158" fmla="*/ 565848 h 730181"/>
                <a:gd name="connsiteX159" fmla="*/ 1550221 w 2915191"/>
                <a:gd name="connsiteY159" fmla="*/ 583866 h 730181"/>
                <a:gd name="connsiteX160" fmla="*/ 1559965 w 2915191"/>
                <a:gd name="connsiteY160" fmla="*/ 566137 h 730181"/>
                <a:gd name="connsiteX161" fmla="*/ 1569709 w 2915191"/>
                <a:gd name="connsiteY161" fmla="*/ 548296 h 730181"/>
                <a:gd name="connsiteX162" fmla="*/ 1579468 w 2915191"/>
                <a:gd name="connsiteY162" fmla="*/ 586631 h 730181"/>
                <a:gd name="connsiteX163" fmla="*/ 1589212 w 2915191"/>
                <a:gd name="connsiteY163" fmla="*/ 575898 h 730181"/>
                <a:gd name="connsiteX164" fmla="*/ 1598971 w 2915191"/>
                <a:gd name="connsiteY164" fmla="*/ 580536 h 730181"/>
                <a:gd name="connsiteX165" fmla="*/ 1608715 w 2915191"/>
                <a:gd name="connsiteY165" fmla="*/ 540407 h 730181"/>
                <a:gd name="connsiteX166" fmla="*/ 1618459 w 2915191"/>
                <a:gd name="connsiteY166" fmla="*/ 525122 h 730181"/>
                <a:gd name="connsiteX167" fmla="*/ 1628218 w 2915191"/>
                <a:gd name="connsiteY167" fmla="*/ 497535 h 730181"/>
                <a:gd name="connsiteX168" fmla="*/ 1637962 w 2915191"/>
                <a:gd name="connsiteY168" fmla="*/ 464544 h 730181"/>
                <a:gd name="connsiteX169" fmla="*/ 1647720 w 2915191"/>
                <a:gd name="connsiteY169" fmla="*/ 461846 h 730181"/>
                <a:gd name="connsiteX170" fmla="*/ 1657464 w 2915191"/>
                <a:gd name="connsiteY170" fmla="*/ 454711 h 730181"/>
                <a:gd name="connsiteX171" fmla="*/ 1667208 w 2915191"/>
                <a:gd name="connsiteY171" fmla="*/ 434466 h 730181"/>
                <a:gd name="connsiteX172" fmla="*/ 1676967 w 2915191"/>
                <a:gd name="connsiteY172" fmla="*/ 422653 h 730181"/>
                <a:gd name="connsiteX173" fmla="*/ 1686711 w 2915191"/>
                <a:gd name="connsiteY173" fmla="*/ 464708 h 730181"/>
                <a:gd name="connsiteX174" fmla="*/ 1696470 w 2915191"/>
                <a:gd name="connsiteY174" fmla="*/ 486090 h 730181"/>
                <a:gd name="connsiteX175" fmla="*/ 1706214 w 2915191"/>
                <a:gd name="connsiteY175" fmla="*/ 474950 h 730181"/>
                <a:gd name="connsiteX176" fmla="*/ 1715958 w 2915191"/>
                <a:gd name="connsiteY176" fmla="*/ 464885 h 730181"/>
                <a:gd name="connsiteX177" fmla="*/ 1725716 w 2915191"/>
                <a:gd name="connsiteY177" fmla="*/ 471416 h 730181"/>
                <a:gd name="connsiteX178" fmla="*/ 1735460 w 2915191"/>
                <a:gd name="connsiteY178" fmla="*/ 503075 h 730181"/>
                <a:gd name="connsiteX179" fmla="*/ 1745219 w 2915191"/>
                <a:gd name="connsiteY179" fmla="*/ 556128 h 730181"/>
                <a:gd name="connsiteX180" fmla="*/ 1754963 w 2915191"/>
                <a:gd name="connsiteY180" fmla="*/ 551589 h 730181"/>
                <a:gd name="connsiteX181" fmla="*/ 1764707 w 2915191"/>
                <a:gd name="connsiteY181" fmla="*/ 551384 h 730181"/>
                <a:gd name="connsiteX182" fmla="*/ 1774466 w 2915191"/>
                <a:gd name="connsiteY182" fmla="*/ 555027 h 730181"/>
                <a:gd name="connsiteX183" fmla="*/ 1784210 w 2915191"/>
                <a:gd name="connsiteY183" fmla="*/ 513119 h 730181"/>
                <a:gd name="connsiteX184" fmla="*/ 1793969 w 2915191"/>
                <a:gd name="connsiteY184" fmla="*/ 477541 h 730181"/>
                <a:gd name="connsiteX185" fmla="*/ 1803713 w 2915191"/>
                <a:gd name="connsiteY185" fmla="*/ 431634 h 730181"/>
                <a:gd name="connsiteX186" fmla="*/ 1813457 w 2915191"/>
                <a:gd name="connsiteY186" fmla="*/ 430022 h 730181"/>
                <a:gd name="connsiteX187" fmla="*/ 1823215 w 2915191"/>
                <a:gd name="connsiteY187" fmla="*/ 421987 h 730181"/>
                <a:gd name="connsiteX188" fmla="*/ 1832959 w 2915191"/>
                <a:gd name="connsiteY188" fmla="*/ 407416 h 730181"/>
                <a:gd name="connsiteX189" fmla="*/ 1842703 w 2915191"/>
                <a:gd name="connsiteY189" fmla="*/ 384963 h 730181"/>
                <a:gd name="connsiteX190" fmla="*/ 1852462 w 2915191"/>
                <a:gd name="connsiteY190" fmla="*/ 375785 h 730181"/>
                <a:gd name="connsiteX191" fmla="*/ 1862206 w 2915191"/>
                <a:gd name="connsiteY191" fmla="*/ 395523 h 730181"/>
                <a:gd name="connsiteX192" fmla="*/ 1871965 w 2915191"/>
                <a:gd name="connsiteY192" fmla="*/ 407253 h 730181"/>
                <a:gd name="connsiteX193" fmla="*/ 1881709 w 2915191"/>
                <a:gd name="connsiteY193" fmla="*/ 394361 h 730181"/>
                <a:gd name="connsiteX194" fmla="*/ 1891453 w 2915191"/>
                <a:gd name="connsiteY194" fmla="*/ 433112 h 730181"/>
                <a:gd name="connsiteX195" fmla="*/ 1901212 w 2915191"/>
                <a:gd name="connsiteY195" fmla="*/ 450894 h 730181"/>
                <a:gd name="connsiteX196" fmla="*/ 1910956 w 2915191"/>
                <a:gd name="connsiteY196" fmla="*/ 473464 h 730181"/>
                <a:gd name="connsiteX197" fmla="*/ 1920714 w 2915191"/>
                <a:gd name="connsiteY197" fmla="*/ 496613 h 730181"/>
                <a:gd name="connsiteX198" fmla="*/ 1930458 w 2915191"/>
                <a:gd name="connsiteY198" fmla="*/ 485938 h 730181"/>
                <a:gd name="connsiteX199" fmla="*/ 1940202 w 2915191"/>
                <a:gd name="connsiteY199" fmla="*/ 477667 h 730181"/>
                <a:gd name="connsiteX200" fmla="*/ 1949961 w 2915191"/>
                <a:gd name="connsiteY200" fmla="*/ 498368 h 730181"/>
                <a:gd name="connsiteX201" fmla="*/ 1959705 w 2915191"/>
                <a:gd name="connsiteY201" fmla="*/ 525792 h 730181"/>
                <a:gd name="connsiteX202" fmla="*/ 1969464 w 2915191"/>
                <a:gd name="connsiteY202" fmla="*/ 507155 h 730181"/>
                <a:gd name="connsiteX203" fmla="*/ 1979208 w 2915191"/>
                <a:gd name="connsiteY203" fmla="*/ 485944 h 730181"/>
                <a:gd name="connsiteX204" fmla="*/ 1988952 w 2915191"/>
                <a:gd name="connsiteY204" fmla="*/ 456003 h 730181"/>
                <a:gd name="connsiteX205" fmla="*/ 1998711 w 2915191"/>
                <a:gd name="connsiteY205" fmla="*/ 454413 h 730181"/>
                <a:gd name="connsiteX206" fmla="*/ 2008454 w 2915191"/>
                <a:gd name="connsiteY206" fmla="*/ 466548 h 730181"/>
                <a:gd name="connsiteX207" fmla="*/ 2018213 w 2915191"/>
                <a:gd name="connsiteY207" fmla="*/ 448267 h 730181"/>
                <a:gd name="connsiteX208" fmla="*/ 2027957 w 2915191"/>
                <a:gd name="connsiteY208" fmla="*/ 441108 h 730181"/>
                <a:gd name="connsiteX209" fmla="*/ 2037701 w 2915191"/>
                <a:gd name="connsiteY209" fmla="*/ 454918 h 730181"/>
                <a:gd name="connsiteX210" fmla="*/ 2047460 w 2915191"/>
                <a:gd name="connsiteY210" fmla="*/ 473032 h 730181"/>
                <a:gd name="connsiteX211" fmla="*/ 2057204 w 2915191"/>
                <a:gd name="connsiteY211" fmla="*/ 456362 h 730181"/>
                <a:gd name="connsiteX212" fmla="*/ 2066963 w 2915191"/>
                <a:gd name="connsiteY212" fmla="*/ 469543 h 730181"/>
                <a:gd name="connsiteX213" fmla="*/ 2076707 w 2915191"/>
                <a:gd name="connsiteY213" fmla="*/ 437206 h 730181"/>
                <a:gd name="connsiteX214" fmla="*/ 2086451 w 2915191"/>
                <a:gd name="connsiteY214" fmla="*/ 437273 h 730181"/>
                <a:gd name="connsiteX215" fmla="*/ 2096210 w 2915191"/>
                <a:gd name="connsiteY215" fmla="*/ 384981 h 730181"/>
                <a:gd name="connsiteX216" fmla="*/ 2105954 w 2915191"/>
                <a:gd name="connsiteY216" fmla="*/ 371017 h 730181"/>
                <a:gd name="connsiteX217" fmla="*/ 2115697 w 2915191"/>
                <a:gd name="connsiteY217" fmla="*/ 356415 h 730181"/>
                <a:gd name="connsiteX218" fmla="*/ 2125456 w 2915191"/>
                <a:gd name="connsiteY218" fmla="*/ 331033 h 730181"/>
                <a:gd name="connsiteX219" fmla="*/ 2135200 w 2915191"/>
                <a:gd name="connsiteY219" fmla="*/ 331957 h 730181"/>
                <a:gd name="connsiteX220" fmla="*/ 2144959 w 2915191"/>
                <a:gd name="connsiteY220" fmla="*/ 303270 h 730181"/>
                <a:gd name="connsiteX221" fmla="*/ 2154703 w 2915191"/>
                <a:gd name="connsiteY221" fmla="*/ 266982 h 730181"/>
                <a:gd name="connsiteX222" fmla="*/ 2164447 w 2915191"/>
                <a:gd name="connsiteY222" fmla="*/ 261377 h 730181"/>
                <a:gd name="connsiteX223" fmla="*/ 2174206 w 2915191"/>
                <a:gd name="connsiteY223" fmla="*/ 259935 h 730181"/>
                <a:gd name="connsiteX224" fmla="*/ 2183950 w 2915191"/>
                <a:gd name="connsiteY224" fmla="*/ 267870 h 730181"/>
                <a:gd name="connsiteX225" fmla="*/ 2193709 w 2915191"/>
                <a:gd name="connsiteY225" fmla="*/ 252720 h 730181"/>
                <a:gd name="connsiteX226" fmla="*/ 2203452 w 2915191"/>
                <a:gd name="connsiteY226" fmla="*/ 295769 h 730181"/>
                <a:gd name="connsiteX227" fmla="*/ 2213196 w 2915191"/>
                <a:gd name="connsiteY227" fmla="*/ 286950 h 730181"/>
                <a:gd name="connsiteX228" fmla="*/ 2222955 w 2915191"/>
                <a:gd name="connsiteY228" fmla="*/ 247350 h 730181"/>
                <a:gd name="connsiteX229" fmla="*/ 2232699 w 2915191"/>
                <a:gd name="connsiteY229" fmla="*/ 233941 h 730181"/>
                <a:gd name="connsiteX230" fmla="*/ 2242458 w 2915191"/>
                <a:gd name="connsiteY230" fmla="*/ 221533 h 730181"/>
                <a:gd name="connsiteX231" fmla="*/ 2252202 w 2915191"/>
                <a:gd name="connsiteY231" fmla="*/ 231548 h 730181"/>
                <a:gd name="connsiteX232" fmla="*/ 2261946 w 2915191"/>
                <a:gd name="connsiteY232" fmla="*/ 238722 h 730181"/>
                <a:gd name="connsiteX233" fmla="*/ 2271705 w 2915191"/>
                <a:gd name="connsiteY233" fmla="*/ 272777 h 730181"/>
                <a:gd name="connsiteX234" fmla="*/ 2281449 w 2915191"/>
                <a:gd name="connsiteY234" fmla="*/ 273530 h 730181"/>
                <a:gd name="connsiteX235" fmla="*/ 2291208 w 2915191"/>
                <a:gd name="connsiteY235" fmla="*/ 244300 h 730181"/>
                <a:gd name="connsiteX236" fmla="*/ 2300951 w 2915191"/>
                <a:gd name="connsiteY236" fmla="*/ 247377 h 730181"/>
                <a:gd name="connsiteX237" fmla="*/ 2310695 w 2915191"/>
                <a:gd name="connsiteY237" fmla="*/ 285101 h 730181"/>
                <a:gd name="connsiteX238" fmla="*/ 2320454 w 2915191"/>
                <a:gd name="connsiteY238" fmla="*/ 275886 h 730181"/>
                <a:gd name="connsiteX239" fmla="*/ 2330198 w 2915191"/>
                <a:gd name="connsiteY239" fmla="*/ 261507 h 730181"/>
                <a:gd name="connsiteX240" fmla="*/ 2339957 w 2915191"/>
                <a:gd name="connsiteY240" fmla="*/ 232367 h 730181"/>
                <a:gd name="connsiteX241" fmla="*/ 2349701 w 2915191"/>
                <a:gd name="connsiteY241" fmla="*/ 216430 h 730181"/>
                <a:gd name="connsiteX242" fmla="*/ 2359445 w 2915191"/>
                <a:gd name="connsiteY242" fmla="*/ 207975 h 730181"/>
                <a:gd name="connsiteX243" fmla="*/ 2369204 w 2915191"/>
                <a:gd name="connsiteY243" fmla="*/ 201176 h 730181"/>
                <a:gd name="connsiteX244" fmla="*/ 2378948 w 2915191"/>
                <a:gd name="connsiteY244" fmla="*/ 169844 h 730181"/>
                <a:gd name="connsiteX245" fmla="*/ 2388692 w 2915191"/>
                <a:gd name="connsiteY245" fmla="*/ 143553 h 730181"/>
                <a:gd name="connsiteX246" fmla="*/ 2398450 w 2915191"/>
                <a:gd name="connsiteY246" fmla="*/ 146229 h 730181"/>
                <a:gd name="connsiteX247" fmla="*/ 2408194 w 2915191"/>
                <a:gd name="connsiteY247" fmla="*/ 173368 h 730181"/>
                <a:gd name="connsiteX248" fmla="*/ 2417953 w 2915191"/>
                <a:gd name="connsiteY248" fmla="*/ 169851 h 730181"/>
                <a:gd name="connsiteX249" fmla="*/ 2427697 w 2915191"/>
                <a:gd name="connsiteY249" fmla="*/ 181051 h 730181"/>
                <a:gd name="connsiteX250" fmla="*/ 2437441 w 2915191"/>
                <a:gd name="connsiteY250" fmla="*/ 183688 h 730181"/>
                <a:gd name="connsiteX251" fmla="*/ 2447200 w 2915191"/>
                <a:gd name="connsiteY251" fmla="*/ 155897 h 730181"/>
                <a:gd name="connsiteX252" fmla="*/ 2456944 w 2915191"/>
                <a:gd name="connsiteY252" fmla="*/ 158106 h 730181"/>
                <a:gd name="connsiteX253" fmla="*/ 2466703 w 2915191"/>
                <a:gd name="connsiteY253" fmla="*/ 147272 h 730181"/>
                <a:gd name="connsiteX254" fmla="*/ 2476446 w 2915191"/>
                <a:gd name="connsiteY254" fmla="*/ 152294 h 730181"/>
                <a:gd name="connsiteX255" fmla="*/ 2486190 w 2915191"/>
                <a:gd name="connsiteY255" fmla="*/ 156135 h 730181"/>
                <a:gd name="connsiteX256" fmla="*/ 2495949 w 2915191"/>
                <a:gd name="connsiteY256" fmla="*/ 168960 h 730181"/>
                <a:gd name="connsiteX257" fmla="*/ 2505693 w 2915191"/>
                <a:gd name="connsiteY257" fmla="*/ 156801 h 730181"/>
                <a:gd name="connsiteX258" fmla="*/ 2515452 w 2915191"/>
                <a:gd name="connsiteY258" fmla="*/ 145481 h 730181"/>
                <a:gd name="connsiteX259" fmla="*/ 2525196 w 2915191"/>
                <a:gd name="connsiteY259" fmla="*/ 139885 h 730181"/>
                <a:gd name="connsiteX260" fmla="*/ 2534940 w 2915191"/>
                <a:gd name="connsiteY260" fmla="*/ 123487 h 730181"/>
                <a:gd name="connsiteX261" fmla="*/ 2544699 w 2915191"/>
                <a:gd name="connsiteY261" fmla="*/ 111659 h 730181"/>
                <a:gd name="connsiteX262" fmla="*/ 2554443 w 2915191"/>
                <a:gd name="connsiteY262" fmla="*/ 158911 h 730181"/>
                <a:gd name="connsiteX263" fmla="*/ 2564202 w 2915191"/>
                <a:gd name="connsiteY263" fmla="*/ 127793 h 730181"/>
                <a:gd name="connsiteX264" fmla="*/ 2573946 w 2915191"/>
                <a:gd name="connsiteY264" fmla="*/ 99184 h 730181"/>
                <a:gd name="connsiteX265" fmla="*/ 2583690 w 2915191"/>
                <a:gd name="connsiteY265" fmla="*/ 85231 h 730181"/>
                <a:gd name="connsiteX266" fmla="*/ 2593448 w 2915191"/>
                <a:gd name="connsiteY266" fmla="*/ 59669 h 730181"/>
                <a:gd name="connsiteX267" fmla="*/ 2603192 w 2915191"/>
                <a:gd name="connsiteY267" fmla="*/ 54407 h 730181"/>
                <a:gd name="connsiteX268" fmla="*/ 2612951 w 2915191"/>
                <a:gd name="connsiteY268" fmla="*/ 13066 h 730181"/>
                <a:gd name="connsiteX269" fmla="*/ 2622695 w 2915191"/>
                <a:gd name="connsiteY269" fmla="*/ 30446 h 730181"/>
                <a:gd name="connsiteX270" fmla="*/ 2632439 w 2915191"/>
                <a:gd name="connsiteY270" fmla="*/ 35580 h 730181"/>
                <a:gd name="connsiteX271" fmla="*/ 2642198 w 2915191"/>
                <a:gd name="connsiteY271" fmla="*/ 57665 h 730181"/>
                <a:gd name="connsiteX272" fmla="*/ 2651942 w 2915191"/>
                <a:gd name="connsiteY272" fmla="*/ 54340 h 730181"/>
                <a:gd name="connsiteX273" fmla="*/ 2661685 w 2915191"/>
                <a:gd name="connsiteY273" fmla="*/ 29618 h 730181"/>
                <a:gd name="connsiteX274" fmla="*/ 2671444 w 2915191"/>
                <a:gd name="connsiteY274" fmla="*/ 16709 h 730181"/>
                <a:gd name="connsiteX275" fmla="*/ 2681188 w 2915191"/>
                <a:gd name="connsiteY275" fmla="*/ 16684 h 730181"/>
                <a:gd name="connsiteX276" fmla="*/ 2690947 w 2915191"/>
                <a:gd name="connsiteY276" fmla="*/ 16539 h 730181"/>
                <a:gd name="connsiteX277" fmla="*/ 2700691 w 2915191"/>
                <a:gd name="connsiteY277" fmla="*/ 0 h 730181"/>
                <a:gd name="connsiteX278" fmla="*/ 2710435 w 2915191"/>
                <a:gd name="connsiteY278" fmla="*/ 38460 h 730181"/>
                <a:gd name="connsiteX279" fmla="*/ 2720194 w 2915191"/>
                <a:gd name="connsiteY279" fmla="*/ 65129 h 730181"/>
                <a:gd name="connsiteX280" fmla="*/ 2729938 w 2915191"/>
                <a:gd name="connsiteY280" fmla="*/ 41278 h 730181"/>
                <a:gd name="connsiteX281" fmla="*/ 2739697 w 2915191"/>
                <a:gd name="connsiteY281" fmla="*/ 28736 h 730181"/>
                <a:gd name="connsiteX282" fmla="*/ 2749441 w 2915191"/>
                <a:gd name="connsiteY282" fmla="*/ 31647 h 730181"/>
                <a:gd name="connsiteX283" fmla="*/ 2759185 w 2915191"/>
                <a:gd name="connsiteY283" fmla="*/ 23533 h 730181"/>
                <a:gd name="connsiteX284" fmla="*/ 2768943 w 2915191"/>
                <a:gd name="connsiteY284" fmla="*/ 20657 h 730181"/>
                <a:gd name="connsiteX285" fmla="*/ 2778687 w 2915191"/>
                <a:gd name="connsiteY285" fmla="*/ 19732 h 730181"/>
                <a:gd name="connsiteX286" fmla="*/ 2788446 w 2915191"/>
                <a:gd name="connsiteY286" fmla="*/ 25486 h 730181"/>
                <a:gd name="connsiteX287" fmla="*/ 2798190 w 2915191"/>
                <a:gd name="connsiteY287" fmla="*/ 35293 h 730181"/>
                <a:gd name="connsiteX288" fmla="*/ 2807934 w 2915191"/>
                <a:gd name="connsiteY288" fmla="*/ 29689 h 730181"/>
                <a:gd name="connsiteX289" fmla="*/ 2817693 w 2915191"/>
                <a:gd name="connsiteY289" fmla="*/ 59498 h 730181"/>
                <a:gd name="connsiteX290" fmla="*/ 2827437 w 2915191"/>
                <a:gd name="connsiteY290" fmla="*/ 69753 h 730181"/>
                <a:gd name="connsiteX291" fmla="*/ 2837196 w 2915191"/>
                <a:gd name="connsiteY291" fmla="*/ 49033 h 730181"/>
                <a:gd name="connsiteX292" fmla="*/ 2846940 w 2915191"/>
                <a:gd name="connsiteY292" fmla="*/ 59873 h 730181"/>
                <a:gd name="connsiteX293" fmla="*/ 2856684 w 2915191"/>
                <a:gd name="connsiteY293" fmla="*/ 75407 h 730181"/>
                <a:gd name="connsiteX294" fmla="*/ 2866442 w 2915191"/>
                <a:gd name="connsiteY294" fmla="*/ 45317 h 730181"/>
                <a:gd name="connsiteX295" fmla="*/ 2876186 w 2915191"/>
                <a:gd name="connsiteY295" fmla="*/ 43788 h 730181"/>
                <a:gd name="connsiteX296" fmla="*/ 2885945 w 2915191"/>
                <a:gd name="connsiteY296" fmla="*/ 40832 h 730181"/>
                <a:gd name="connsiteX297" fmla="*/ 2895689 w 2915191"/>
                <a:gd name="connsiteY297" fmla="*/ 45408 h 730181"/>
                <a:gd name="connsiteX298" fmla="*/ 2905433 w 2915191"/>
                <a:gd name="connsiteY298" fmla="*/ 44798 h 730181"/>
                <a:gd name="connsiteX299" fmla="*/ 2915192 w 2915191"/>
                <a:gd name="connsiteY299" fmla="*/ 72145 h 730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730181">
                  <a:moveTo>
                    <a:pt x="0" y="435114"/>
                  </a:moveTo>
                  <a:lnTo>
                    <a:pt x="9750" y="389629"/>
                  </a:lnTo>
                  <a:lnTo>
                    <a:pt x="19500" y="395966"/>
                  </a:lnTo>
                  <a:lnTo>
                    <a:pt x="29250" y="411850"/>
                  </a:lnTo>
                  <a:lnTo>
                    <a:pt x="39000" y="429749"/>
                  </a:lnTo>
                  <a:lnTo>
                    <a:pt x="48749" y="443419"/>
                  </a:lnTo>
                  <a:lnTo>
                    <a:pt x="58499" y="475090"/>
                  </a:lnTo>
                  <a:lnTo>
                    <a:pt x="68249" y="490729"/>
                  </a:lnTo>
                  <a:lnTo>
                    <a:pt x="77998" y="507289"/>
                  </a:lnTo>
                  <a:lnTo>
                    <a:pt x="87748" y="489534"/>
                  </a:lnTo>
                  <a:lnTo>
                    <a:pt x="97497" y="473147"/>
                  </a:lnTo>
                  <a:lnTo>
                    <a:pt x="107247" y="473105"/>
                  </a:lnTo>
                  <a:lnTo>
                    <a:pt x="116997" y="483348"/>
                  </a:lnTo>
                  <a:lnTo>
                    <a:pt x="126747" y="472648"/>
                  </a:lnTo>
                  <a:lnTo>
                    <a:pt x="136497" y="473355"/>
                  </a:lnTo>
                  <a:lnTo>
                    <a:pt x="146247" y="491891"/>
                  </a:lnTo>
                  <a:lnTo>
                    <a:pt x="155997" y="485884"/>
                  </a:lnTo>
                  <a:lnTo>
                    <a:pt x="165747" y="497188"/>
                  </a:lnTo>
                  <a:lnTo>
                    <a:pt x="175497" y="489084"/>
                  </a:lnTo>
                  <a:lnTo>
                    <a:pt x="185247" y="521764"/>
                  </a:lnTo>
                  <a:lnTo>
                    <a:pt x="194996" y="515481"/>
                  </a:lnTo>
                  <a:lnTo>
                    <a:pt x="204746" y="534324"/>
                  </a:lnTo>
                  <a:lnTo>
                    <a:pt x="214495" y="541727"/>
                  </a:lnTo>
                  <a:lnTo>
                    <a:pt x="224245" y="565768"/>
                  </a:lnTo>
                  <a:lnTo>
                    <a:pt x="233995" y="571062"/>
                  </a:lnTo>
                  <a:lnTo>
                    <a:pt x="243744" y="571428"/>
                  </a:lnTo>
                  <a:lnTo>
                    <a:pt x="253494" y="595041"/>
                  </a:lnTo>
                  <a:lnTo>
                    <a:pt x="263244" y="592468"/>
                  </a:lnTo>
                  <a:lnTo>
                    <a:pt x="272994" y="592294"/>
                  </a:lnTo>
                  <a:lnTo>
                    <a:pt x="282744" y="588565"/>
                  </a:lnTo>
                  <a:lnTo>
                    <a:pt x="292494" y="619777"/>
                  </a:lnTo>
                  <a:lnTo>
                    <a:pt x="302244" y="666801"/>
                  </a:lnTo>
                  <a:lnTo>
                    <a:pt x="311994" y="648612"/>
                  </a:lnTo>
                  <a:lnTo>
                    <a:pt x="321744" y="679365"/>
                  </a:lnTo>
                  <a:lnTo>
                    <a:pt x="331493" y="662842"/>
                  </a:lnTo>
                  <a:lnTo>
                    <a:pt x="341243" y="705970"/>
                  </a:lnTo>
                  <a:lnTo>
                    <a:pt x="350993" y="701915"/>
                  </a:lnTo>
                  <a:lnTo>
                    <a:pt x="360742" y="698552"/>
                  </a:lnTo>
                  <a:lnTo>
                    <a:pt x="370492" y="706997"/>
                  </a:lnTo>
                  <a:lnTo>
                    <a:pt x="380241" y="687613"/>
                  </a:lnTo>
                  <a:lnTo>
                    <a:pt x="389991" y="650046"/>
                  </a:lnTo>
                  <a:lnTo>
                    <a:pt x="399741" y="657313"/>
                  </a:lnTo>
                  <a:lnTo>
                    <a:pt x="409491" y="632508"/>
                  </a:lnTo>
                  <a:lnTo>
                    <a:pt x="419241" y="615763"/>
                  </a:lnTo>
                  <a:lnTo>
                    <a:pt x="428991" y="621919"/>
                  </a:lnTo>
                  <a:lnTo>
                    <a:pt x="438741" y="631203"/>
                  </a:lnTo>
                  <a:lnTo>
                    <a:pt x="448491" y="650798"/>
                  </a:lnTo>
                  <a:lnTo>
                    <a:pt x="458241" y="685092"/>
                  </a:lnTo>
                  <a:lnTo>
                    <a:pt x="467991" y="688863"/>
                  </a:lnTo>
                  <a:lnTo>
                    <a:pt x="477740" y="701116"/>
                  </a:lnTo>
                  <a:lnTo>
                    <a:pt x="487490" y="659319"/>
                  </a:lnTo>
                  <a:lnTo>
                    <a:pt x="497239" y="680967"/>
                  </a:lnTo>
                  <a:lnTo>
                    <a:pt x="506989" y="682764"/>
                  </a:lnTo>
                  <a:lnTo>
                    <a:pt x="516738" y="679368"/>
                  </a:lnTo>
                  <a:lnTo>
                    <a:pt x="526488" y="670853"/>
                  </a:lnTo>
                  <a:lnTo>
                    <a:pt x="536238" y="664250"/>
                  </a:lnTo>
                  <a:lnTo>
                    <a:pt x="545988" y="630062"/>
                  </a:lnTo>
                  <a:lnTo>
                    <a:pt x="555738" y="626806"/>
                  </a:lnTo>
                  <a:lnTo>
                    <a:pt x="565488" y="631231"/>
                  </a:lnTo>
                  <a:lnTo>
                    <a:pt x="575238" y="617543"/>
                  </a:lnTo>
                  <a:lnTo>
                    <a:pt x="584988" y="618998"/>
                  </a:lnTo>
                  <a:lnTo>
                    <a:pt x="594738" y="659991"/>
                  </a:lnTo>
                  <a:lnTo>
                    <a:pt x="604488" y="657240"/>
                  </a:lnTo>
                  <a:lnTo>
                    <a:pt x="614237" y="626694"/>
                  </a:lnTo>
                  <a:lnTo>
                    <a:pt x="623987" y="626699"/>
                  </a:lnTo>
                  <a:lnTo>
                    <a:pt x="633736" y="605292"/>
                  </a:lnTo>
                  <a:lnTo>
                    <a:pt x="643486" y="632413"/>
                  </a:lnTo>
                  <a:lnTo>
                    <a:pt x="653236" y="609075"/>
                  </a:lnTo>
                  <a:lnTo>
                    <a:pt x="662985" y="612162"/>
                  </a:lnTo>
                  <a:lnTo>
                    <a:pt x="672735" y="637960"/>
                  </a:lnTo>
                  <a:lnTo>
                    <a:pt x="682485" y="657727"/>
                  </a:lnTo>
                  <a:lnTo>
                    <a:pt x="692235" y="648866"/>
                  </a:lnTo>
                  <a:lnTo>
                    <a:pt x="701985" y="659247"/>
                  </a:lnTo>
                  <a:lnTo>
                    <a:pt x="711735" y="626253"/>
                  </a:lnTo>
                  <a:lnTo>
                    <a:pt x="721485" y="604593"/>
                  </a:lnTo>
                  <a:lnTo>
                    <a:pt x="731235" y="656507"/>
                  </a:lnTo>
                  <a:lnTo>
                    <a:pt x="740985" y="638234"/>
                  </a:lnTo>
                  <a:lnTo>
                    <a:pt x="750734" y="651266"/>
                  </a:lnTo>
                  <a:lnTo>
                    <a:pt x="760484" y="594027"/>
                  </a:lnTo>
                  <a:lnTo>
                    <a:pt x="770233" y="641337"/>
                  </a:lnTo>
                  <a:lnTo>
                    <a:pt x="779983" y="628612"/>
                  </a:lnTo>
                  <a:lnTo>
                    <a:pt x="789733" y="591916"/>
                  </a:lnTo>
                  <a:lnTo>
                    <a:pt x="799482" y="620555"/>
                  </a:lnTo>
                  <a:lnTo>
                    <a:pt x="809232" y="638266"/>
                  </a:lnTo>
                  <a:lnTo>
                    <a:pt x="818982" y="658904"/>
                  </a:lnTo>
                  <a:lnTo>
                    <a:pt x="828732" y="685818"/>
                  </a:lnTo>
                  <a:lnTo>
                    <a:pt x="838482" y="692619"/>
                  </a:lnTo>
                  <a:lnTo>
                    <a:pt x="848232" y="676028"/>
                  </a:lnTo>
                  <a:lnTo>
                    <a:pt x="857982" y="673444"/>
                  </a:lnTo>
                  <a:lnTo>
                    <a:pt x="867732" y="682715"/>
                  </a:lnTo>
                  <a:lnTo>
                    <a:pt x="877482" y="667275"/>
                  </a:lnTo>
                  <a:lnTo>
                    <a:pt x="887231" y="676187"/>
                  </a:lnTo>
                  <a:lnTo>
                    <a:pt x="896981" y="711158"/>
                  </a:lnTo>
                  <a:lnTo>
                    <a:pt x="906730" y="670140"/>
                  </a:lnTo>
                  <a:lnTo>
                    <a:pt x="916480" y="688135"/>
                  </a:lnTo>
                  <a:lnTo>
                    <a:pt x="926230" y="655585"/>
                  </a:lnTo>
                  <a:lnTo>
                    <a:pt x="935979" y="661256"/>
                  </a:lnTo>
                  <a:lnTo>
                    <a:pt x="945729" y="662243"/>
                  </a:lnTo>
                  <a:lnTo>
                    <a:pt x="955479" y="687089"/>
                  </a:lnTo>
                  <a:lnTo>
                    <a:pt x="965229" y="692636"/>
                  </a:lnTo>
                  <a:lnTo>
                    <a:pt x="974979" y="690723"/>
                  </a:lnTo>
                  <a:lnTo>
                    <a:pt x="984729" y="700535"/>
                  </a:lnTo>
                  <a:lnTo>
                    <a:pt x="994474" y="701992"/>
                  </a:lnTo>
                  <a:lnTo>
                    <a:pt x="1004233" y="696958"/>
                  </a:lnTo>
                  <a:lnTo>
                    <a:pt x="1013977" y="685615"/>
                  </a:lnTo>
                  <a:lnTo>
                    <a:pt x="1023721" y="724044"/>
                  </a:lnTo>
                  <a:lnTo>
                    <a:pt x="1033480" y="730181"/>
                  </a:lnTo>
                  <a:lnTo>
                    <a:pt x="1043224" y="717192"/>
                  </a:lnTo>
                  <a:lnTo>
                    <a:pt x="1052983" y="685285"/>
                  </a:lnTo>
                  <a:lnTo>
                    <a:pt x="1062727" y="670141"/>
                  </a:lnTo>
                  <a:lnTo>
                    <a:pt x="1072471" y="623397"/>
                  </a:lnTo>
                  <a:lnTo>
                    <a:pt x="1082230" y="637583"/>
                  </a:lnTo>
                  <a:lnTo>
                    <a:pt x="1091973" y="635363"/>
                  </a:lnTo>
                  <a:lnTo>
                    <a:pt x="1101732" y="638771"/>
                  </a:lnTo>
                  <a:lnTo>
                    <a:pt x="1111476" y="612000"/>
                  </a:lnTo>
                  <a:lnTo>
                    <a:pt x="1121220" y="645974"/>
                  </a:lnTo>
                  <a:lnTo>
                    <a:pt x="1130979" y="650144"/>
                  </a:lnTo>
                  <a:lnTo>
                    <a:pt x="1140723" y="613422"/>
                  </a:lnTo>
                  <a:lnTo>
                    <a:pt x="1150482" y="625867"/>
                  </a:lnTo>
                  <a:lnTo>
                    <a:pt x="1160226" y="597735"/>
                  </a:lnTo>
                  <a:lnTo>
                    <a:pt x="1169969" y="611846"/>
                  </a:lnTo>
                  <a:lnTo>
                    <a:pt x="1179728" y="601238"/>
                  </a:lnTo>
                  <a:lnTo>
                    <a:pt x="1189472" y="574479"/>
                  </a:lnTo>
                  <a:lnTo>
                    <a:pt x="1199231" y="609900"/>
                  </a:lnTo>
                  <a:lnTo>
                    <a:pt x="1208975" y="606436"/>
                  </a:lnTo>
                  <a:lnTo>
                    <a:pt x="1218719" y="589666"/>
                  </a:lnTo>
                  <a:lnTo>
                    <a:pt x="1228478" y="623698"/>
                  </a:lnTo>
                  <a:lnTo>
                    <a:pt x="1238222" y="627347"/>
                  </a:lnTo>
                  <a:lnTo>
                    <a:pt x="1247966" y="608123"/>
                  </a:lnTo>
                  <a:lnTo>
                    <a:pt x="1257725" y="626702"/>
                  </a:lnTo>
                  <a:lnTo>
                    <a:pt x="1267469" y="620555"/>
                  </a:lnTo>
                  <a:lnTo>
                    <a:pt x="1277227" y="602020"/>
                  </a:lnTo>
                  <a:lnTo>
                    <a:pt x="1286971" y="625543"/>
                  </a:lnTo>
                  <a:lnTo>
                    <a:pt x="1296715" y="629425"/>
                  </a:lnTo>
                  <a:lnTo>
                    <a:pt x="1306474" y="635857"/>
                  </a:lnTo>
                  <a:lnTo>
                    <a:pt x="1316218" y="620549"/>
                  </a:lnTo>
                  <a:lnTo>
                    <a:pt x="1325977" y="591786"/>
                  </a:lnTo>
                  <a:lnTo>
                    <a:pt x="1335721" y="588109"/>
                  </a:lnTo>
                  <a:lnTo>
                    <a:pt x="1345465" y="571836"/>
                  </a:lnTo>
                  <a:lnTo>
                    <a:pt x="1355224" y="567800"/>
                  </a:lnTo>
                  <a:lnTo>
                    <a:pt x="1364967" y="578614"/>
                  </a:lnTo>
                  <a:lnTo>
                    <a:pt x="1374726" y="582237"/>
                  </a:lnTo>
                  <a:lnTo>
                    <a:pt x="1384470" y="576383"/>
                  </a:lnTo>
                  <a:lnTo>
                    <a:pt x="1394214" y="592343"/>
                  </a:lnTo>
                  <a:lnTo>
                    <a:pt x="1403973" y="611198"/>
                  </a:lnTo>
                  <a:lnTo>
                    <a:pt x="1413717" y="616322"/>
                  </a:lnTo>
                  <a:lnTo>
                    <a:pt x="1423476" y="653158"/>
                  </a:lnTo>
                  <a:lnTo>
                    <a:pt x="1433220" y="620340"/>
                  </a:lnTo>
                  <a:lnTo>
                    <a:pt x="1442964" y="611813"/>
                  </a:lnTo>
                  <a:lnTo>
                    <a:pt x="1452722" y="626504"/>
                  </a:lnTo>
                  <a:lnTo>
                    <a:pt x="1462466" y="630637"/>
                  </a:lnTo>
                  <a:lnTo>
                    <a:pt x="1472225" y="628816"/>
                  </a:lnTo>
                  <a:lnTo>
                    <a:pt x="1481969" y="633384"/>
                  </a:lnTo>
                  <a:lnTo>
                    <a:pt x="1491713" y="635932"/>
                  </a:lnTo>
                  <a:lnTo>
                    <a:pt x="1501472" y="600694"/>
                  </a:lnTo>
                  <a:lnTo>
                    <a:pt x="1511216" y="587690"/>
                  </a:lnTo>
                  <a:lnTo>
                    <a:pt x="1520960" y="580512"/>
                  </a:lnTo>
                  <a:lnTo>
                    <a:pt x="1530719" y="562773"/>
                  </a:lnTo>
                  <a:lnTo>
                    <a:pt x="1540463" y="565848"/>
                  </a:lnTo>
                  <a:lnTo>
                    <a:pt x="1550221" y="583866"/>
                  </a:lnTo>
                  <a:lnTo>
                    <a:pt x="1559965" y="566137"/>
                  </a:lnTo>
                  <a:lnTo>
                    <a:pt x="1569709" y="548296"/>
                  </a:lnTo>
                  <a:lnTo>
                    <a:pt x="1579468" y="586631"/>
                  </a:lnTo>
                  <a:lnTo>
                    <a:pt x="1589212" y="575898"/>
                  </a:lnTo>
                  <a:lnTo>
                    <a:pt x="1598971" y="580536"/>
                  </a:lnTo>
                  <a:lnTo>
                    <a:pt x="1608715" y="540407"/>
                  </a:lnTo>
                  <a:lnTo>
                    <a:pt x="1618459" y="525122"/>
                  </a:lnTo>
                  <a:lnTo>
                    <a:pt x="1628218" y="497535"/>
                  </a:lnTo>
                  <a:lnTo>
                    <a:pt x="1637962" y="464544"/>
                  </a:lnTo>
                  <a:lnTo>
                    <a:pt x="1647720" y="461846"/>
                  </a:lnTo>
                  <a:lnTo>
                    <a:pt x="1657464" y="454711"/>
                  </a:lnTo>
                  <a:lnTo>
                    <a:pt x="1667208" y="434466"/>
                  </a:lnTo>
                  <a:lnTo>
                    <a:pt x="1676967" y="422653"/>
                  </a:lnTo>
                  <a:lnTo>
                    <a:pt x="1686711" y="464708"/>
                  </a:lnTo>
                  <a:lnTo>
                    <a:pt x="1696470" y="486090"/>
                  </a:lnTo>
                  <a:lnTo>
                    <a:pt x="1706214" y="474950"/>
                  </a:lnTo>
                  <a:lnTo>
                    <a:pt x="1715958" y="464885"/>
                  </a:lnTo>
                  <a:lnTo>
                    <a:pt x="1725716" y="471416"/>
                  </a:lnTo>
                  <a:lnTo>
                    <a:pt x="1735460" y="503075"/>
                  </a:lnTo>
                  <a:lnTo>
                    <a:pt x="1745219" y="556128"/>
                  </a:lnTo>
                  <a:lnTo>
                    <a:pt x="1754963" y="551589"/>
                  </a:lnTo>
                  <a:lnTo>
                    <a:pt x="1764707" y="551384"/>
                  </a:lnTo>
                  <a:lnTo>
                    <a:pt x="1774466" y="555027"/>
                  </a:lnTo>
                  <a:lnTo>
                    <a:pt x="1784210" y="513119"/>
                  </a:lnTo>
                  <a:lnTo>
                    <a:pt x="1793969" y="477541"/>
                  </a:lnTo>
                  <a:lnTo>
                    <a:pt x="1803713" y="431634"/>
                  </a:lnTo>
                  <a:lnTo>
                    <a:pt x="1813457" y="430022"/>
                  </a:lnTo>
                  <a:lnTo>
                    <a:pt x="1823215" y="421987"/>
                  </a:lnTo>
                  <a:lnTo>
                    <a:pt x="1832959" y="407416"/>
                  </a:lnTo>
                  <a:lnTo>
                    <a:pt x="1842703" y="384963"/>
                  </a:lnTo>
                  <a:lnTo>
                    <a:pt x="1852462" y="375785"/>
                  </a:lnTo>
                  <a:lnTo>
                    <a:pt x="1862206" y="395523"/>
                  </a:lnTo>
                  <a:lnTo>
                    <a:pt x="1871965" y="407253"/>
                  </a:lnTo>
                  <a:lnTo>
                    <a:pt x="1881709" y="394361"/>
                  </a:lnTo>
                  <a:lnTo>
                    <a:pt x="1891453" y="433112"/>
                  </a:lnTo>
                  <a:lnTo>
                    <a:pt x="1901212" y="450894"/>
                  </a:lnTo>
                  <a:lnTo>
                    <a:pt x="1910956" y="473464"/>
                  </a:lnTo>
                  <a:lnTo>
                    <a:pt x="1920714" y="496613"/>
                  </a:lnTo>
                  <a:lnTo>
                    <a:pt x="1930458" y="485938"/>
                  </a:lnTo>
                  <a:lnTo>
                    <a:pt x="1940202" y="477667"/>
                  </a:lnTo>
                  <a:lnTo>
                    <a:pt x="1949961" y="498368"/>
                  </a:lnTo>
                  <a:lnTo>
                    <a:pt x="1959705" y="525792"/>
                  </a:lnTo>
                  <a:lnTo>
                    <a:pt x="1969464" y="507155"/>
                  </a:lnTo>
                  <a:lnTo>
                    <a:pt x="1979208" y="485944"/>
                  </a:lnTo>
                  <a:lnTo>
                    <a:pt x="1988952" y="456003"/>
                  </a:lnTo>
                  <a:lnTo>
                    <a:pt x="1998711" y="454413"/>
                  </a:lnTo>
                  <a:lnTo>
                    <a:pt x="2008454" y="466548"/>
                  </a:lnTo>
                  <a:lnTo>
                    <a:pt x="2018213" y="448267"/>
                  </a:lnTo>
                  <a:lnTo>
                    <a:pt x="2027957" y="441108"/>
                  </a:lnTo>
                  <a:lnTo>
                    <a:pt x="2037701" y="454918"/>
                  </a:lnTo>
                  <a:lnTo>
                    <a:pt x="2047460" y="473032"/>
                  </a:lnTo>
                  <a:lnTo>
                    <a:pt x="2057204" y="456362"/>
                  </a:lnTo>
                  <a:lnTo>
                    <a:pt x="2066963" y="469543"/>
                  </a:lnTo>
                  <a:lnTo>
                    <a:pt x="2076707" y="437206"/>
                  </a:lnTo>
                  <a:lnTo>
                    <a:pt x="2086451" y="437273"/>
                  </a:lnTo>
                  <a:lnTo>
                    <a:pt x="2096210" y="384981"/>
                  </a:lnTo>
                  <a:lnTo>
                    <a:pt x="2105954" y="371017"/>
                  </a:lnTo>
                  <a:lnTo>
                    <a:pt x="2115697" y="356415"/>
                  </a:lnTo>
                  <a:lnTo>
                    <a:pt x="2125456" y="331033"/>
                  </a:lnTo>
                  <a:lnTo>
                    <a:pt x="2135200" y="331957"/>
                  </a:lnTo>
                  <a:lnTo>
                    <a:pt x="2144959" y="303270"/>
                  </a:lnTo>
                  <a:lnTo>
                    <a:pt x="2154703" y="266982"/>
                  </a:lnTo>
                  <a:lnTo>
                    <a:pt x="2164447" y="261377"/>
                  </a:lnTo>
                  <a:lnTo>
                    <a:pt x="2174206" y="259935"/>
                  </a:lnTo>
                  <a:lnTo>
                    <a:pt x="2183950" y="267870"/>
                  </a:lnTo>
                  <a:lnTo>
                    <a:pt x="2193709" y="252720"/>
                  </a:lnTo>
                  <a:lnTo>
                    <a:pt x="2203452" y="295769"/>
                  </a:lnTo>
                  <a:lnTo>
                    <a:pt x="2213196" y="286950"/>
                  </a:lnTo>
                  <a:lnTo>
                    <a:pt x="2222955" y="247350"/>
                  </a:lnTo>
                  <a:lnTo>
                    <a:pt x="2232699" y="233941"/>
                  </a:lnTo>
                  <a:lnTo>
                    <a:pt x="2242458" y="221533"/>
                  </a:lnTo>
                  <a:lnTo>
                    <a:pt x="2252202" y="231548"/>
                  </a:lnTo>
                  <a:lnTo>
                    <a:pt x="2261946" y="238722"/>
                  </a:lnTo>
                  <a:lnTo>
                    <a:pt x="2271705" y="272777"/>
                  </a:lnTo>
                  <a:lnTo>
                    <a:pt x="2281449" y="273530"/>
                  </a:lnTo>
                  <a:lnTo>
                    <a:pt x="2291208" y="244300"/>
                  </a:lnTo>
                  <a:lnTo>
                    <a:pt x="2300951" y="247377"/>
                  </a:lnTo>
                  <a:lnTo>
                    <a:pt x="2310695" y="285101"/>
                  </a:lnTo>
                  <a:lnTo>
                    <a:pt x="2320454" y="275886"/>
                  </a:lnTo>
                  <a:lnTo>
                    <a:pt x="2330198" y="261507"/>
                  </a:lnTo>
                  <a:lnTo>
                    <a:pt x="2339957" y="232367"/>
                  </a:lnTo>
                  <a:lnTo>
                    <a:pt x="2349701" y="216430"/>
                  </a:lnTo>
                  <a:lnTo>
                    <a:pt x="2359445" y="207975"/>
                  </a:lnTo>
                  <a:lnTo>
                    <a:pt x="2369204" y="201176"/>
                  </a:lnTo>
                  <a:lnTo>
                    <a:pt x="2378948" y="169844"/>
                  </a:lnTo>
                  <a:lnTo>
                    <a:pt x="2388692" y="143553"/>
                  </a:lnTo>
                  <a:lnTo>
                    <a:pt x="2398450" y="146229"/>
                  </a:lnTo>
                  <a:lnTo>
                    <a:pt x="2408194" y="173368"/>
                  </a:lnTo>
                  <a:lnTo>
                    <a:pt x="2417953" y="169851"/>
                  </a:lnTo>
                  <a:lnTo>
                    <a:pt x="2427697" y="181051"/>
                  </a:lnTo>
                  <a:lnTo>
                    <a:pt x="2437441" y="183688"/>
                  </a:lnTo>
                  <a:lnTo>
                    <a:pt x="2447200" y="155897"/>
                  </a:lnTo>
                  <a:lnTo>
                    <a:pt x="2456944" y="158106"/>
                  </a:lnTo>
                  <a:lnTo>
                    <a:pt x="2466703" y="147272"/>
                  </a:lnTo>
                  <a:lnTo>
                    <a:pt x="2476446" y="152294"/>
                  </a:lnTo>
                  <a:lnTo>
                    <a:pt x="2486190" y="156135"/>
                  </a:lnTo>
                  <a:lnTo>
                    <a:pt x="2495949" y="168960"/>
                  </a:lnTo>
                  <a:lnTo>
                    <a:pt x="2505693" y="156801"/>
                  </a:lnTo>
                  <a:lnTo>
                    <a:pt x="2515452" y="145481"/>
                  </a:lnTo>
                  <a:lnTo>
                    <a:pt x="2525196" y="139885"/>
                  </a:lnTo>
                  <a:lnTo>
                    <a:pt x="2534940" y="123487"/>
                  </a:lnTo>
                  <a:lnTo>
                    <a:pt x="2544699" y="111659"/>
                  </a:lnTo>
                  <a:lnTo>
                    <a:pt x="2554443" y="158911"/>
                  </a:lnTo>
                  <a:lnTo>
                    <a:pt x="2564202" y="127793"/>
                  </a:lnTo>
                  <a:lnTo>
                    <a:pt x="2573946" y="99184"/>
                  </a:lnTo>
                  <a:lnTo>
                    <a:pt x="2583690" y="85231"/>
                  </a:lnTo>
                  <a:lnTo>
                    <a:pt x="2593448" y="59669"/>
                  </a:lnTo>
                  <a:lnTo>
                    <a:pt x="2603192" y="54407"/>
                  </a:lnTo>
                  <a:lnTo>
                    <a:pt x="2612951" y="13066"/>
                  </a:lnTo>
                  <a:lnTo>
                    <a:pt x="2622695" y="30446"/>
                  </a:lnTo>
                  <a:lnTo>
                    <a:pt x="2632439" y="35580"/>
                  </a:lnTo>
                  <a:lnTo>
                    <a:pt x="2642198" y="57665"/>
                  </a:lnTo>
                  <a:lnTo>
                    <a:pt x="2651942" y="54340"/>
                  </a:lnTo>
                  <a:lnTo>
                    <a:pt x="2661685" y="29618"/>
                  </a:lnTo>
                  <a:lnTo>
                    <a:pt x="2671444" y="16709"/>
                  </a:lnTo>
                  <a:lnTo>
                    <a:pt x="2681188" y="16684"/>
                  </a:lnTo>
                  <a:lnTo>
                    <a:pt x="2690947" y="16539"/>
                  </a:lnTo>
                  <a:lnTo>
                    <a:pt x="2700691" y="0"/>
                  </a:lnTo>
                  <a:lnTo>
                    <a:pt x="2710435" y="38460"/>
                  </a:lnTo>
                  <a:lnTo>
                    <a:pt x="2720194" y="65129"/>
                  </a:lnTo>
                  <a:lnTo>
                    <a:pt x="2729938" y="41278"/>
                  </a:lnTo>
                  <a:lnTo>
                    <a:pt x="2739697" y="28736"/>
                  </a:lnTo>
                  <a:lnTo>
                    <a:pt x="2749441" y="31647"/>
                  </a:lnTo>
                  <a:lnTo>
                    <a:pt x="2759185" y="23533"/>
                  </a:lnTo>
                  <a:lnTo>
                    <a:pt x="2768943" y="20657"/>
                  </a:lnTo>
                  <a:lnTo>
                    <a:pt x="2778687" y="19732"/>
                  </a:lnTo>
                  <a:lnTo>
                    <a:pt x="2788446" y="25486"/>
                  </a:lnTo>
                  <a:lnTo>
                    <a:pt x="2798190" y="35293"/>
                  </a:lnTo>
                  <a:lnTo>
                    <a:pt x="2807934" y="29689"/>
                  </a:lnTo>
                  <a:lnTo>
                    <a:pt x="2817693" y="59498"/>
                  </a:lnTo>
                  <a:lnTo>
                    <a:pt x="2827437" y="69753"/>
                  </a:lnTo>
                  <a:lnTo>
                    <a:pt x="2837196" y="49033"/>
                  </a:lnTo>
                  <a:lnTo>
                    <a:pt x="2846940" y="59873"/>
                  </a:lnTo>
                  <a:lnTo>
                    <a:pt x="2856684" y="75407"/>
                  </a:lnTo>
                  <a:lnTo>
                    <a:pt x="2866442" y="45317"/>
                  </a:lnTo>
                  <a:lnTo>
                    <a:pt x="2876186" y="43788"/>
                  </a:lnTo>
                  <a:lnTo>
                    <a:pt x="2885945" y="40832"/>
                  </a:lnTo>
                  <a:lnTo>
                    <a:pt x="2895689" y="45408"/>
                  </a:lnTo>
                  <a:lnTo>
                    <a:pt x="2905433" y="44798"/>
                  </a:lnTo>
                  <a:lnTo>
                    <a:pt x="2915192" y="7214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2" name="Freeform 1211">
              <a:extLst>
                <a:ext uri="{FF2B5EF4-FFF2-40B4-BE49-F238E27FC236}">
                  <a16:creationId xmlns:a16="http://schemas.microsoft.com/office/drawing/2014/main" id="{13DD93D6-88B3-E289-55B5-E6B1B2CC3035}"/>
                </a:ext>
              </a:extLst>
            </p:cNvPr>
            <p:cNvSpPr/>
            <p:nvPr/>
          </p:nvSpPr>
          <p:spPr>
            <a:xfrm>
              <a:off x="4426652" y="3330616"/>
              <a:ext cx="2915191" cy="475706"/>
            </a:xfrm>
            <a:custGeom>
              <a:avLst/>
              <a:gdLst>
                <a:gd name="connsiteX0" fmla="*/ 0 w 2915191"/>
                <a:gd name="connsiteY0" fmla="*/ 385682 h 475706"/>
                <a:gd name="connsiteX1" fmla="*/ 9750 w 2915191"/>
                <a:gd name="connsiteY1" fmla="*/ 410580 h 475706"/>
                <a:gd name="connsiteX2" fmla="*/ 19500 w 2915191"/>
                <a:gd name="connsiteY2" fmla="*/ 433893 h 475706"/>
                <a:gd name="connsiteX3" fmla="*/ 29250 w 2915191"/>
                <a:gd name="connsiteY3" fmla="*/ 475707 h 475706"/>
                <a:gd name="connsiteX4" fmla="*/ 39000 w 2915191"/>
                <a:gd name="connsiteY4" fmla="*/ 466033 h 475706"/>
                <a:gd name="connsiteX5" fmla="*/ 48749 w 2915191"/>
                <a:gd name="connsiteY5" fmla="*/ 430615 h 475706"/>
                <a:gd name="connsiteX6" fmla="*/ 58499 w 2915191"/>
                <a:gd name="connsiteY6" fmla="*/ 403724 h 475706"/>
                <a:gd name="connsiteX7" fmla="*/ 68249 w 2915191"/>
                <a:gd name="connsiteY7" fmla="*/ 412066 h 475706"/>
                <a:gd name="connsiteX8" fmla="*/ 77998 w 2915191"/>
                <a:gd name="connsiteY8" fmla="*/ 378756 h 475706"/>
                <a:gd name="connsiteX9" fmla="*/ 87748 w 2915191"/>
                <a:gd name="connsiteY9" fmla="*/ 367911 h 475706"/>
                <a:gd name="connsiteX10" fmla="*/ 97497 w 2915191"/>
                <a:gd name="connsiteY10" fmla="*/ 360158 h 475706"/>
                <a:gd name="connsiteX11" fmla="*/ 107247 w 2915191"/>
                <a:gd name="connsiteY11" fmla="*/ 336648 h 475706"/>
                <a:gd name="connsiteX12" fmla="*/ 116997 w 2915191"/>
                <a:gd name="connsiteY12" fmla="*/ 341708 h 475706"/>
                <a:gd name="connsiteX13" fmla="*/ 126747 w 2915191"/>
                <a:gd name="connsiteY13" fmla="*/ 347782 h 475706"/>
                <a:gd name="connsiteX14" fmla="*/ 136497 w 2915191"/>
                <a:gd name="connsiteY14" fmla="*/ 313117 h 475706"/>
                <a:gd name="connsiteX15" fmla="*/ 146247 w 2915191"/>
                <a:gd name="connsiteY15" fmla="*/ 299325 h 475706"/>
                <a:gd name="connsiteX16" fmla="*/ 155997 w 2915191"/>
                <a:gd name="connsiteY16" fmla="*/ 321846 h 475706"/>
                <a:gd name="connsiteX17" fmla="*/ 165747 w 2915191"/>
                <a:gd name="connsiteY17" fmla="*/ 345568 h 475706"/>
                <a:gd name="connsiteX18" fmla="*/ 175497 w 2915191"/>
                <a:gd name="connsiteY18" fmla="*/ 309516 h 475706"/>
                <a:gd name="connsiteX19" fmla="*/ 185247 w 2915191"/>
                <a:gd name="connsiteY19" fmla="*/ 307960 h 475706"/>
                <a:gd name="connsiteX20" fmla="*/ 194996 w 2915191"/>
                <a:gd name="connsiteY20" fmla="*/ 292939 h 475706"/>
                <a:gd name="connsiteX21" fmla="*/ 204746 w 2915191"/>
                <a:gd name="connsiteY21" fmla="*/ 273083 h 475706"/>
                <a:gd name="connsiteX22" fmla="*/ 214495 w 2915191"/>
                <a:gd name="connsiteY22" fmla="*/ 290693 h 475706"/>
                <a:gd name="connsiteX23" fmla="*/ 224245 w 2915191"/>
                <a:gd name="connsiteY23" fmla="*/ 273793 h 475706"/>
                <a:gd name="connsiteX24" fmla="*/ 233995 w 2915191"/>
                <a:gd name="connsiteY24" fmla="*/ 273171 h 475706"/>
                <a:gd name="connsiteX25" fmla="*/ 243744 w 2915191"/>
                <a:gd name="connsiteY25" fmla="*/ 232592 h 475706"/>
                <a:gd name="connsiteX26" fmla="*/ 253494 w 2915191"/>
                <a:gd name="connsiteY26" fmla="*/ 239659 h 475706"/>
                <a:gd name="connsiteX27" fmla="*/ 263244 w 2915191"/>
                <a:gd name="connsiteY27" fmla="*/ 234526 h 475706"/>
                <a:gd name="connsiteX28" fmla="*/ 272994 w 2915191"/>
                <a:gd name="connsiteY28" fmla="*/ 249743 h 475706"/>
                <a:gd name="connsiteX29" fmla="*/ 282744 w 2915191"/>
                <a:gd name="connsiteY29" fmla="*/ 215450 h 475706"/>
                <a:gd name="connsiteX30" fmla="*/ 292494 w 2915191"/>
                <a:gd name="connsiteY30" fmla="*/ 224070 h 475706"/>
                <a:gd name="connsiteX31" fmla="*/ 302244 w 2915191"/>
                <a:gd name="connsiteY31" fmla="*/ 241597 h 475706"/>
                <a:gd name="connsiteX32" fmla="*/ 311994 w 2915191"/>
                <a:gd name="connsiteY32" fmla="*/ 236624 h 475706"/>
                <a:gd name="connsiteX33" fmla="*/ 321744 w 2915191"/>
                <a:gd name="connsiteY33" fmla="*/ 225906 h 475706"/>
                <a:gd name="connsiteX34" fmla="*/ 331493 w 2915191"/>
                <a:gd name="connsiteY34" fmla="*/ 227646 h 475706"/>
                <a:gd name="connsiteX35" fmla="*/ 341243 w 2915191"/>
                <a:gd name="connsiteY35" fmla="*/ 213778 h 475706"/>
                <a:gd name="connsiteX36" fmla="*/ 350993 w 2915191"/>
                <a:gd name="connsiteY36" fmla="*/ 204790 h 475706"/>
                <a:gd name="connsiteX37" fmla="*/ 360742 w 2915191"/>
                <a:gd name="connsiteY37" fmla="*/ 207747 h 475706"/>
                <a:gd name="connsiteX38" fmla="*/ 370492 w 2915191"/>
                <a:gd name="connsiteY38" fmla="*/ 192157 h 475706"/>
                <a:gd name="connsiteX39" fmla="*/ 380241 w 2915191"/>
                <a:gd name="connsiteY39" fmla="*/ 189636 h 475706"/>
                <a:gd name="connsiteX40" fmla="*/ 389991 w 2915191"/>
                <a:gd name="connsiteY40" fmla="*/ 186763 h 475706"/>
                <a:gd name="connsiteX41" fmla="*/ 399741 w 2915191"/>
                <a:gd name="connsiteY41" fmla="*/ 141584 h 475706"/>
                <a:gd name="connsiteX42" fmla="*/ 409491 w 2915191"/>
                <a:gd name="connsiteY42" fmla="*/ 184949 h 475706"/>
                <a:gd name="connsiteX43" fmla="*/ 419241 w 2915191"/>
                <a:gd name="connsiteY43" fmla="*/ 168238 h 475706"/>
                <a:gd name="connsiteX44" fmla="*/ 428991 w 2915191"/>
                <a:gd name="connsiteY44" fmla="*/ 175607 h 475706"/>
                <a:gd name="connsiteX45" fmla="*/ 438741 w 2915191"/>
                <a:gd name="connsiteY45" fmla="*/ 165434 h 475706"/>
                <a:gd name="connsiteX46" fmla="*/ 448491 w 2915191"/>
                <a:gd name="connsiteY46" fmla="*/ 159693 h 475706"/>
                <a:gd name="connsiteX47" fmla="*/ 458241 w 2915191"/>
                <a:gd name="connsiteY47" fmla="*/ 137428 h 475706"/>
                <a:gd name="connsiteX48" fmla="*/ 467991 w 2915191"/>
                <a:gd name="connsiteY48" fmla="*/ 147910 h 475706"/>
                <a:gd name="connsiteX49" fmla="*/ 477740 w 2915191"/>
                <a:gd name="connsiteY49" fmla="*/ 154446 h 475706"/>
                <a:gd name="connsiteX50" fmla="*/ 487490 w 2915191"/>
                <a:gd name="connsiteY50" fmla="*/ 145934 h 475706"/>
                <a:gd name="connsiteX51" fmla="*/ 497239 w 2915191"/>
                <a:gd name="connsiteY51" fmla="*/ 134313 h 475706"/>
                <a:gd name="connsiteX52" fmla="*/ 506989 w 2915191"/>
                <a:gd name="connsiteY52" fmla="*/ 166898 h 475706"/>
                <a:gd name="connsiteX53" fmla="*/ 516738 w 2915191"/>
                <a:gd name="connsiteY53" fmla="*/ 177922 h 475706"/>
                <a:gd name="connsiteX54" fmla="*/ 526488 w 2915191"/>
                <a:gd name="connsiteY54" fmla="*/ 201104 h 475706"/>
                <a:gd name="connsiteX55" fmla="*/ 536238 w 2915191"/>
                <a:gd name="connsiteY55" fmla="*/ 207227 h 475706"/>
                <a:gd name="connsiteX56" fmla="*/ 545988 w 2915191"/>
                <a:gd name="connsiteY56" fmla="*/ 244883 h 475706"/>
                <a:gd name="connsiteX57" fmla="*/ 555738 w 2915191"/>
                <a:gd name="connsiteY57" fmla="*/ 259044 h 475706"/>
                <a:gd name="connsiteX58" fmla="*/ 565488 w 2915191"/>
                <a:gd name="connsiteY58" fmla="*/ 269526 h 475706"/>
                <a:gd name="connsiteX59" fmla="*/ 575238 w 2915191"/>
                <a:gd name="connsiteY59" fmla="*/ 243005 h 475706"/>
                <a:gd name="connsiteX60" fmla="*/ 584988 w 2915191"/>
                <a:gd name="connsiteY60" fmla="*/ 243890 h 475706"/>
                <a:gd name="connsiteX61" fmla="*/ 594738 w 2915191"/>
                <a:gd name="connsiteY61" fmla="*/ 234726 h 475706"/>
                <a:gd name="connsiteX62" fmla="*/ 604488 w 2915191"/>
                <a:gd name="connsiteY62" fmla="*/ 257115 h 475706"/>
                <a:gd name="connsiteX63" fmla="*/ 614237 w 2915191"/>
                <a:gd name="connsiteY63" fmla="*/ 255869 h 475706"/>
                <a:gd name="connsiteX64" fmla="*/ 623987 w 2915191"/>
                <a:gd name="connsiteY64" fmla="*/ 262455 h 475706"/>
                <a:gd name="connsiteX65" fmla="*/ 633736 w 2915191"/>
                <a:gd name="connsiteY65" fmla="*/ 264752 h 475706"/>
                <a:gd name="connsiteX66" fmla="*/ 643486 w 2915191"/>
                <a:gd name="connsiteY66" fmla="*/ 246171 h 475706"/>
                <a:gd name="connsiteX67" fmla="*/ 653236 w 2915191"/>
                <a:gd name="connsiteY67" fmla="*/ 242783 h 475706"/>
                <a:gd name="connsiteX68" fmla="*/ 662985 w 2915191"/>
                <a:gd name="connsiteY68" fmla="*/ 248143 h 475706"/>
                <a:gd name="connsiteX69" fmla="*/ 672735 w 2915191"/>
                <a:gd name="connsiteY69" fmla="*/ 223260 h 475706"/>
                <a:gd name="connsiteX70" fmla="*/ 682485 w 2915191"/>
                <a:gd name="connsiteY70" fmla="*/ 225359 h 475706"/>
                <a:gd name="connsiteX71" fmla="*/ 692235 w 2915191"/>
                <a:gd name="connsiteY71" fmla="*/ 225513 h 475706"/>
                <a:gd name="connsiteX72" fmla="*/ 701985 w 2915191"/>
                <a:gd name="connsiteY72" fmla="*/ 233795 h 475706"/>
                <a:gd name="connsiteX73" fmla="*/ 711735 w 2915191"/>
                <a:gd name="connsiteY73" fmla="*/ 237514 h 475706"/>
                <a:gd name="connsiteX74" fmla="*/ 721485 w 2915191"/>
                <a:gd name="connsiteY74" fmla="*/ 234360 h 475706"/>
                <a:gd name="connsiteX75" fmla="*/ 731235 w 2915191"/>
                <a:gd name="connsiteY75" fmla="*/ 245257 h 475706"/>
                <a:gd name="connsiteX76" fmla="*/ 740985 w 2915191"/>
                <a:gd name="connsiteY76" fmla="*/ 260920 h 475706"/>
                <a:gd name="connsiteX77" fmla="*/ 750734 w 2915191"/>
                <a:gd name="connsiteY77" fmla="*/ 264043 h 475706"/>
                <a:gd name="connsiteX78" fmla="*/ 760484 w 2915191"/>
                <a:gd name="connsiteY78" fmla="*/ 258690 h 475706"/>
                <a:gd name="connsiteX79" fmla="*/ 770233 w 2915191"/>
                <a:gd name="connsiteY79" fmla="*/ 250441 h 475706"/>
                <a:gd name="connsiteX80" fmla="*/ 779983 w 2915191"/>
                <a:gd name="connsiteY80" fmla="*/ 222849 h 475706"/>
                <a:gd name="connsiteX81" fmla="*/ 789733 w 2915191"/>
                <a:gd name="connsiteY81" fmla="*/ 200770 h 475706"/>
                <a:gd name="connsiteX82" fmla="*/ 799482 w 2915191"/>
                <a:gd name="connsiteY82" fmla="*/ 167977 h 475706"/>
                <a:gd name="connsiteX83" fmla="*/ 809232 w 2915191"/>
                <a:gd name="connsiteY83" fmla="*/ 134778 h 475706"/>
                <a:gd name="connsiteX84" fmla="*/ 818982 w 2915191"/>
                <a:gd name="connsiteY84" fmla="*/ 158775 h 475706"/>
                <a:gd name="connsiteX85" fmla="*/ 828732 w 2915191"/>
                <a:gd name="connsiteY85" fmla="*/ 130691 h 475706"/>
                <a:gd name="connsiteX86" fmla="*/ 838482 w 2915191"/>
                <a:gd name="connsiteY86" fmla="*/ 121012 h 475706"/>
                <a:gd name="connsiteX87" fmla="*/ 848232 w 2915191"/>
                <a:gd name="connsiteY87" fmla="*/ 154702 h 475706"/>
                <a:gd name="connsiteX88" fmla="*/ 857982 w 2915191"/>
                <a:gd name="connsiteY88" fmla="*/ 211396 h 475706"/>
                <a:gd name="connsiteX89" fmla="*/ 867732 w 2915191"/>
                <a:gd name="connsiteY89" fmla="*/ 223413 h 475706"/>
                <a:gd name="connsiteX90" fmla="*/ 877482 w 2915191"/>
                <a:gd name="connsiteY90" fmla="*/ 275077 h 475706"/>
                <a:gd name="connsiteX91" fmla="*/ 887231 w 2915191"/>
                <a:gd name="connsiteY91" fmla="*/ 292543 h 475706"/>
                <a:gd name="connsiteX92" fmla="*/ 896981 w 2915191"/>
                <a:gd name="connsiteY92" fmla="*/ 258295 h 475706"/>
                <a:gd name="connsiteX93" fmla="*/ 906730 w 2915191"/>
                <a:gd name="connsiteY93" fmla="*/ 284918 h 475706"/>
                <a:gd name="connsiteX94" fmla="*/ 916480 w 2915191"/>
                <a:gd name="connsiteY94" fmla="*/ 258614 h 475706"/>
                <a:gd name="connsiteX95" fmla="*/ 926230 w 2915191"/>
                <a:gd name="connsiteY95" fmla="*/ 241168 h 475706"/>
                <a:gd name="connsiteX96" fmla="*/ 935979 w 2915191"/>
                <a:gd name="connsiteY96" fmla="*/ 209801 h 475706"/>
                <a:gd name="connsiteX97" fmla="*/ 945729 w 2915191"/>
                <a:gd name="connsiteY97" fmla="*/ 223100 h 475706"/>
                <a:gd name="connsiteX98" fmla="*/ 955479 w 2915191"/>
                <a:gd name="connsiteY98" fmla="*/ 190823 h 475706"/>
                <a:gd name="connsiteX99" fmla="*/ 965229 w 2915191"/>
                <a:gd name="connsiteY99" fmla="*/ 200953 h 475706"/>
                <a:gd name="connsiteX100" fmla="*/ 974979 w 2915191"/>
                <a:gd name="connsiteY100" fmla="*/ 190033 h 475706"/>
                <a:gd name="connsiteX101" fmla="*/ 984729 w 2915191"/>
                <a:gd name="connsiteY101" fmla="*/ 177749 h 475706"/>
                <a:gd name="connsiteX102" fmla="*/ 994474 w 2915191"/>
                <a:gd name="connsiteY102" fmla="*/ 162314 h 475706"/>
                <a:gd name="connsiteX103" fmla="*/ 1004233 w 2915191"/>
                <a:gd name="connsiteY103" fmla="*/ 172599 h 475706"/>
                <a:gd name="connsiteX104" fmla="*/ 1013977 w 2915191"/>
                <a:gd name="connsiteY104" fmla="*/ 175479 h 475706"/>
                <a:gd name="connsiteX105" fmla="*/ 1023721 w 2915191"/>
                <a:gd name="connsiteY105" fmla="*/ 174652 h 475706"/>
                <a:gd name="connsiteX106" fmla="*/ 1033480 w 2915191"/>
                <a:gd name="connsiteY106" fmla="*/ 169212 h 475706"/>
                <a:gd name="connsiteX107" fmla="*/ 1043224 w 2915191"/>
                <a:gd name="connsiteY107" fmla="*/ 164528 h 475706"/>
                <a:gd name="connsiteX108" fmla="*/ 1052983 w 2915191"/>
                <a:gd name="connsiteY108" fmla="*/ 151351 h 475706"/>
                <a:gd name="connsiteX109" fmla="*/ 1062727 w 2915191"/>
                <a:gd name="connsiteY109" fmla="*/ 123827 h 475706"/>
                <a:gd name="connsiteX110" fmla="*/ 1072471 w 2915191"/>
                <a:gd name="connsiteY110" fmla="*/ 119026 h 475706"/>
                <a:gd name="connsiteX111" fmla="*/ 1082230 w 2915191"/>
                <a:gd name="connsiteY111" fmla="*/ 137473 h 475706"/>
                <a:gd name="connsiteX112" fmla="*/ 1091973 w 2915191"/>
                <a:gd name="connsiteY112" fmla="*/ 152579 h 475706"/>
                <a:gd name="connsiteX113" fmla="*/ 1101732 w 2915191"/>
                <a:gd name="connsiteY113" fmla="*/ 154619 h 475706"/>
                <a:gd name="connsiteX114" fmla="*/ 1111476 w 2915191"/>
                <a:gd name="connsiteY114" fmla="*/ 149642 h 475706"/>
                <a:gd name="connsiteX115" fmla="*/ 1121220 w 2915191"/>
                <a:gd name="connsiteY115" fmla="*/ 145977 h 475706"/>
                <a:gd name="connsiteX116" fmla="*/ 1130979 w 2915191"/>
                <a:gd name="connsiteY116" fmla="*/ 149157 h 475706"/>
                <a:gd name="connsiteX117" fmla="*/ 1140723 w 2915191"/>
                <a:gd name="connsiteY117" fmla="*/ 130980 h 475706"/>
                <a:gd name="connsiteX118" fmla="*/ 1150482 w 2915191"/>
                <a:gd name="connsiteY118" fmla="*/ 142707 h 475706"/>
                <a:gd name="connsiteX119" fmla="*/ 1160226 w 2915191"/>
                <a:gd name="connsiteY119" fmla="*/ 130032 h 475706"/>
                <a:gd name="connsiteX120" fmla="*/ 1169969 w 2915191"/>
                <a:gd name="connsiteY120" fmla="*/ 185533 h 475706"/>
                <a:gd name="connsiteX121" fmla="*/ 1179728 w 2915191"/>
                <a:gd name="connsiteY121" fmla="*/ 178280 h 475706"/>
                <a:gd name="connsiteX122" fmla="*/ 1189472 w 2915191"/>
                <a:gd name="connsiteY122" fmla="*/ 182063 h 475706"/>
                <a:gd name="connsiteX123" fmla="*/ 1199231 w 2915191"/>
                <a:gd name="connsiteY123" fmla="*/ 232525 h 475706"/>
                <a:gd name="connsiteX124" fmla="*/ 1208975 w 2915191"/>
                <a:gd name="connsiteY124" fmla="*/ 248974 h 475706"/>
                <a:gd name="connsiteX125" fmla="*/ 1218719 w 2915191"/>
                <a:gd name="connsiteY125" fmla="*/ 296542 h 475706"/>
                <a:gd name="connsiteX126" fmla="*/ 1228478 w 2915191"/>
                <a:gd name="connsiteY126" fmla="*/ 283005 h 475706"/>
                <a:gd name="connsiteX127" fmla="*/ 1238222 w 2915191"/>
                <a:gd name="connsiteY127" fmla="*/ 289434 h 475706"/>
                <a:gd name="connsiteX128" fmla="*/ 1247966 w 2915191"/>
                <a:gd name="connsiteY128" fmla="*/ 264309 h 475706"/>
                <a:gd name="connsiteX129" fmla="*/ 1257725 w 2915191"/>
                <a:gd name="connsiteY129" fmla="*/ 253862 h 475706"/>
                <a:gd name="connsiteX130" fmla="*/ 1267469 w 2915191"/>
                <a:gd name="connsiteY130" fmla="*/ 271126 h 475706"/>
                <a:gd name="connsiteX131" fmla="*/ 1277227 w 2915191"/>
                <a:gd name="connsiteY131" fmla="*/ 290447 h 475706"/>
                <a:gd name="connsiteX132" fmla="*/ 1286971 w 2915191"/>
                <a:gd name="connsiteY132" fmla="*/ 271279 h 475706"/>
                <a:gd name="connsiteX133" fmla="*/ 1296715 w 2915191"/>
                <a:gd name="connsiteY133" fmla="*/ 278034 h 475706"/>
                <a:gd name="connsiteX134" fmla="*/ 1306474 w 2915191"/>
                <a:gd name="connsiteY134" fmla="*/ 238160 h 475706"/>
                <a:gd name="connsiteX135" fmla="*/ 1316218 w 2915191"/>
                <a:gd name="connsiteY135" fmla="*/ 233196 h 475706"/>
                <a:gd name="connsiteX136" fmla="*/ 1325977 w 2915191"/>
                <a:gd name="connsiteY136" fmla="*/ 217477 h 475706"/>
                <a:gd name="connsiteX137" fmla="*/ 1335721 w 2915191"/>
                <a:gd name="connsiteY137" fmla="*/ 205624 h 475706"/>
                <a:gd name="connsiteX138" fmla="*/ 1345465 w 2915191"/>
                <a:gd name="connsiteY138" fmla="*/ 179878 h 475706"/>
                <a:gd name="connsiteX139" fmla="*/ 1355224 w 2915191"/>
                <a:gd name="connsiteY139" fmla="*/ 170552 h 475706"/>
                <a:gd name="connsiteX140" fmla="*/ 1364967 w 2915191"/>
                <a:gd name="connsiteY140" fmla="*/ 174109 h 475706"/>
                <a:gd name="connsiteX141" fmla="*/ 1374726 w 2915191"/>
                <a:gd name="connsiteY141" fmla="*/ 191318 h 475706"/>
                <a:gd name="connsiteX142" fmla="*/ 1384470 w 2915191"/>
                <a:gd name="connsiteY142" fmla="*/ 187107 h 475706"/>
                <a:gd name="connsiteX143" fmla="*/ 1394214 w 2915191"/>
                <a:gd name="connsiteY143" fmla="*/ 209799 h 475706"/>
                <a:gd name="connsiteX144" fmla="*/ 1403973 w 2915191"/>
                <a:gd name="connsiteY144" fmla="*/ 183529 h 475706"/>
                <a:gd name="connsiteX145" fmla="*/ 1413717 w 2915191"/>
                <a:gd name="connsiteY145" fmla="*/ 142367 h 475706"/>
                <a:gd name="connsiteX146" fmla="*/ 1423476 w 2915191"/>
                <a:gd name="connsiteY146" fmla="*/ 163972 h 475706"/>
                <a:gd name="connsiteX147" fmla="*/ 1433220 w 2915191"/>
                <a:gd name="connsiteY147" fmla="*/ 173609 h 475706"/>
                <a:gd name="connsiteX148" fmla="*/ 1442964 w 2915191"/>
                <a:gd name="connsiteY148" fmla="*/ 150016 h 475706"/>
                <a:gd name="connsiteX149" fmla="*/ 1452722 w 2915191"/>
                <a:gd name="connsiteY149" fmla="*/ 120855 h 475706"/>
                <a:gd name="connsiteX150" fmla="*/ 1462466 w 2915191"/>
                <a:gd name="connsiteY150" fmla="*/ 126871 h 475706"/>
                <a:gd name="connsiteX151" fmla="*/ 1472225 w 2915191"/>
                <a:gd name="connsiteY151" fmla="*/ 121559 h 475706"/>
                <a:gd name="connsiteX152" fmla="*/ 1481969 w 2915191"/>
                <a:gd name="connsiteY152" fmla="*/ 105999 h 475706"/>
                <a:gd name="connsiteX153" fmla="*/ 1491713 w 2915191"/>
                <a:gd name="connsiteY153" fmla="*/ 61646 h 475706"/>
                <a:gd name="connsiteX154" fmla="*/ 1501472 w 2915191"/>
                <a:gd name="connsiteY154" fmla="*/ 47993 h 475706"/>
                <a:gd name="connsiteX155" fmla="*/ 1511216 w 2915191"/>
                <a:gd name="connsiteY155" fmla="*/ 45154 h 475706"/>
                <a:gd name="connsiteX156" fmla="*/ 1520960 w 2915191"/>
                <a:gd name="connsiteY156" fmla="*/ 33357 h 475706"/>
                <a:gd name="connsiteX157" fmla="*/ 1530719 w 2915191"/>
                <a:gd name="connsiteY157" fmla="*/ 19892 h 475706"/>
                <a:gd name="connsiteX158" fmla="*/ 1540463 w 2915191"/>
                <a:gd name="connsiteY158" fmla="*/ 41312 h 475706"/>
                <a:gd name="connsiteX159" fmla="*/ 1550221 w 2915191"/>
                <a:gd name="connsiteY159" fmla="*/ 54284 h 475706"/>
                <a:gd name="connsiteX160" fmla="*/ 1559965 w 2915191"/>
                <a:gd name="connsiteY160" fmla="*/ 25497 h 475706"/>
                <a:gd name="connsiteX161" fmla="*/ 1569709 w 2915191"/>
                <a:gd name="connsiteY161" fmla="*/ 0 h 475706"/>
                <a:gd name="connsiteX162" fmla="*/ 1579468 w 2915191"/>
                <a:gd name="connsiteY162" fmla="*/ 19784 h 475706"/>
                <a:gd name="connsiteX163" fmla="*/ 1589212 w 2915191"/>
                <a:gd name="connsiteY163" fmla="*/ 29369 h 475706"/>
                <a:gd name="connsiteX164" fmla="*/ 1598971 w 2915191"/>
                <a:gd name="connsiteY164" fmla="*/ 66163 h 475706"/>
                <a:gd name="connsiteX165" fmla="*/ 1608715 w 2915191"/>
                <a:gd name="connsiteY165" fmla="*/ 80344 h 475706"/>
                <a:gd name="connsiteX166" fmla="*/ 1618459 w 2915191"/>
                <a:gd name="connsiteY166" fmla="*/ 90537 h 475706"/>
                <a:gd name="connsiteX167" fmla="*/ 1628218 w 2915191"/>
                <a:gd name="connsiteY167" fmla="*/ 99038 h 475706"/>
                <a:gd name="connsiteX168" fmla="*/ 1637962 w 2915191"/>
                <a:gd name="connsiteY168" fmla="*/ 69967 h 475706"/>
                <a:gd name="connsiteX169" fmla="*/ 1647720 w 2915191"/>
                <a:gd name="connsiteY169" fmla="*/ 130959 h 475706"/>
                <a:gd name="connsiteX170" fmla="*/ 1657464 w 2915191"/>
                <a:gd name="connsiteY170" fmla="*/ 173438 h 475706"/>
                <a:gd name="connsiteX171" fmla="*/ 1667208 w 2915191"/>
                <a:gd name="connsiteY171" fmla="*/ 187443 h 475706"/>
                <a:gd name="connsiteX172" fmla="*/ 1676967 w 2915191"/>
                <a:gd name="connsiteY172" fmla="*/ 172048 h 475706"/>
                <a:gd name="connsiteX173" fmla="*/ 1686711 w 2915191"/>
                <a:gd name="connsiteY173" fmla="*/ 135929 h 475706"/>
                <a:gd name="connsiteX174" fmla="*/ 1696470 w 2915191"/>
                <a:gd name="connsiteY174" fmla="*/ 113153 h 475706"/>
                <a:gd name="connsiteX175" fmla="*/ 1706214 w 2915191"/>
                <a:gd name="connsiteY175" fmla="*/ 130186 h 475706"/>
                <a:gd name="connsiteX176" fmla="*/ 1715958 w 2915191"/>
                <a:gd name="connsiteY176" fmla="*/ 127380 h 475706"/>
                <a:gd name="connsiteX177" fmla="*/ 1725716 w 2915191"/>
                <a:gd name="connsiteY177" fmla="*/ 140128 h 475706"/>
                <a:gd name="connsiteX178" fmla="*/ 1735460 w 2915191"/>
                <a:gd name="connsiteY178" fmla="*/ 180211 h 475706"/>
                <a:gd name="connsiteX179" fmla="*/ 1745219 w 2915191"/>
                <a:gd name="connsiteY179" fmla="*/ 177626 h 475706"/>
                <a:gd name="connsiteX180" fmla="*/ 1754963 w 2915191"/>
                <a:gd name="connsiteY180" fmla="*/ 175955 h 475706"/>
                <a:gd name="connsiteX181" fmla="*/ 1764707 w 2915191"/>
                <a:gd name="connsiteY181" fmla="*/ 167912 h 475706"/>
                <a:gd name="connsiteX182" fmla="*/ 1774466 w 2915191"/>
                <a:gd name="connsiteY182" fmla="*/ 144337 h 475706"/>
                <a:gd name="connsiteX183" fmla="*/ 1784210 w 2915191"/>
                <a:gd name="connsiteY183" fmla="*/ 157634 h 475706"/>
                <a:gd name="connsiteX184" fmla="*/ 1793969 w 2915191"/>
                <a:gd name="connsiteY184" fmla="*/ 162426 h 475706"/>
                <a:gd name="connsiteX185" fmla="*/ 1803713 w 2915191"/>
                <a:gd name="connsiteY185" fmla="*/ 146716 h 475706"/>
                <a:gd name="connsiteX186" fmla="*/ 1813457 w 2915191"/>
                <a:gd name="connsiteY186" fmla="*/ 179703 h 475706"/>
                <a:gd name="connsiteX187" fmla="*/ 1823215 w 2915191"/>
                <a:gd name="connsiteY187" fmla="*/ 156716 h 475706"/>
                <a:gd name="connsiteX188" fmla="*/ 1832959 w 2915191"/>
                <a:gd name="connsiteY188" fmla="*/ 146859 h 475706"/>
                <a:gd name="connsiteX189" fmla="*/ 1842703 w 2915191"/>
                <a:gd name="connsiteY189" fmla="*/ 132921 h 475706"/>
                <a:gd name="connsiteX190" fmla="*/ 1852462 w 2915191"/>
                <a:gd name="connsiteY190" fmla="*/ 153023 h 475706"/>
                <a:gd name="connsiteX191" fmla="*/ 1862206 w 2915191"/>
                <a:gd name="connsiteY191" fmla="*/ 157798 h 475706"/>
                <a:gd name="connsiteX192" fmla="*/ 1871965 w 2915191"/>
                <a:gd name="connsiteY192" fmla="*/ 167649 h 475706"/>
                <a:gd name="connsiteX193" fmla="*/ 1881709 w 2915191"/>
                <a:gd name="connsiteY193" fmla="*/ 170809 h 475706"/>
                <a:gd name="connsiteX194" fmla="*/ 1891453 w 2915191"/>
                <a:gd name="connsiteY194" fmla="*/ 136448 h 475706"/>
                <a:gd name="connsiteX195" fmla="*/ 1901212 w 2915191"/>
                <a:gd name="connsiteY195" fmla="*/ 118362 h 475706"/>
                <a:gd name="connsiteX196" fmla="*/ 1910956 w 2915191"/>
                <a:gd name="connsiteY196" fmla="*/ 122285 h 475706"/>
                <a:gd name="connsiteX197" fmla="*/ 1920714 w 2915191"/>
                <a:gd name="connsiteY197" fmla="*/ 134042 h 475706"/>
                <a:gd name="connsiteX198" fmla="*/ 1930458 w 2915191"/>
                <a:gd name="connsiteY198" fmla="*/ 129067 h 475706"/>
                <a:gd name="connsiteX199" fmla="*/ 1940202 w 2915191"/>
                <a:gd name="connsiteY199" fmla="*/ 136274 h 475706"/>
                <a:gd name="connsiteX200" fmla="*/ 1949961 w 2915191"/>
                <a:gd name="connsiteY200" fmla="*/ 154800 h 475706"/>
                <a:gd name="connsiteX201" fmla="*/ 1959705 w 2915191"/>
                <a:gd name="connsiteY201" fmla="*/ 164993 h 475706"/>
                <a:gd name="connsiteX202" fmla="*/ 1969464 w 2915191"/>
                <a:gd name="connsiteY202" fmla="*/ 167179 h 475706"/>
                <a:gd name="connsiteX203" fmla="*/ 1979208 w 2915191"/>
                <a:gd name="connsiteY203" fmla="*/ 205321 h 475706"/>
                <a:gd name="connsiteX204" fmla="*/ 1988952 w 2915191"/>
                <a:gd name="connsiteY204" fmla="*/ 179768 h 475706"/>
                <a:gd name="connsiteX205" fmla="*/ 1998711 w 2915191"/>
                <a:gd name="connsiteY205" fmla="*/ 154330 h 475706"/>
                <a:gd name="connsiteX206" fmla="*/ 2008454 w 2915191"/>
                <a:gd name="connsiteY206" fmla="*/ 118804 h 475706"/>
                <a:gd name="connsiteX207" fmla="*/ 2018213 w 2915191"/>
                <a:gd name="connsiteY207" fmla="*/ 127917 h 475706"/>
                <a:gd name="connsiteX208" fmla="*/ 2027957 w 2915191"/>
                <a:gd name="connsiteY208" fmla="*/ 142778 h 475706"/>
                <a:gd name="connsiteX209" fmla="*/ 2037701 w 2915191"/>
                <a:gd name="connsiteY209" fmla="*/ 160881 h 475706"/>
                <a:gd name="connsiteX210" fmla="*/ 2047460 w 2915191"/>
                <a:gd name="connsiteY210" fmla="*/ 167165 h 475706"/>
                <a:gd name="connsiteX211" fmla="*/ 2057204 w 2915191"/>
                <a:gd name="connsiteY211" fmla="*/ 185394 h 475706"/>
                <a:gd name="connsiteX212" fmla="*/ 2066963 w 2915191"/>
                <a:gd name="connsiteY212" fmla="*/ 196114 h 475706"/>
                <a:gd name="connsiteX213" fmla="*/ 2076707 w 2915191"/>
                <a:gd name="connsiteY213" fmla="*/ 212515 h 475706"/>
                <a:gd name="connsiteX214" fmla="*/ 2086451 w 2915191"/>
                <a:gd name="connsiteY214" fmla="*/ 245841 h 475706"/>
                <a:gd name="connsiteX215" fmla="*/ 2096210 w 2915191"/>
                <a:gd name="connsiteY215" fmla="*/ 232058 h 475706"/>
                <a:gd name="connsiteX216" fmla="*/ 2105954 w 2915191"/>
                <a:gd name="connsiteY216" fmla="*/ 232591 h 475706"/>
                <a:gd name="connsiteX217" fmla="*/ 2115697 w 2915191"/>
                <a:gd name="connsiteY217" fmla="*/ 261297 h 475706"/>
                <a:gd name="connsiteX218" fmla="*/ 2125456 w 2915191"/>
                <a:gd name="connsiteY218" fmla="*/ 251997 h 475706"/>
                <a:gd name="connsiteX219" fmla="*/ 2135200 w 2915191"/>
                <a:gd name="connsiteY219" fmla="*/ 286195 h 475706"/>
                <a:gd name="connsiteX220" fmla="*/ 2144959 w 2915191"/>
                <a:gd name="connsiteY220" fmla="*/ 275919 h 475706"/>
                <a:gd name="connsiteX221" fmla="*/ 2154703 w 2915191"/>
                <a:gd name="connsiteY221" fmla="*/ 287141 h 475706"/>
                <a:gd name="connsiteX222" fmla="*/ 2164447 w 2915191"/>
                <a:gd name="connsiteY222" fmla="*/ 265956 h 475706"/>
                <a:gd name="connsiteX223" fmla="*/ 2174206 w 2915191"/>
                <a:gd name="connsiteY223" fmla="*/ 291287 h 475706"/>
                <a:gd name="connsiteX224" fmla="*/ 2183950 w 2915191"/>
                <a:gd name="connsiteY224" fmla="*/ 326703 h 475706"/>
                <a:gd name="connsiteX225" fmla="*/ 2193709 w 2915191"/>
                <a:gd name="connsiteY225" fmla="*/ 344655 h 475706"/>
                <a:gd name="connsiteX226" fmla="*/ 2203452 w 2915191"/>
                <a:gd name="connsiteY226" fmla="*/ 318825 h 475706"/>
                <a:gd name="connsiteX227" fmla="*/ 2213196 w 2915191"/>
                <a:gd name="connsiteY227" fmla="*/ 319379 h 475706"/>
                <a:gd name="connsiteX228" fmla="*/ 2222955 w 2915191"/>
                <a:gd name="connsiteY228" fmla="*/ 374027 h 475706"/>
                <a:gd name="connsiteX229" fmla="*/ 2232699 w 2915191"/>
                <a:gd name="connsiteY229" fmla="*/ 353601 h 475706"/>
                <a:gd name="connsiteX230" fmla="*/ 2242458 w 2915191"/>
                <a:gd name="connsiteY230" fmla="*/ 345166 h 475706"/>
                <a:gd name="connsiteX231" fmla="*/ 2252202 w 2915191"/>
                <a:gd name="connsiteY231" fmla="*/ 342470 h 475706"/>
                <a:gd name="connsiteX232" fmla="*/ 2261946 w 2915191"/>
                <a:gd name="connsiteY232" fmla="*/ 315808 h 475706"/>
                <a:gd name="connsiteX233" fmla="*/ 2271705 w 2915191"/>
                <a:gd name="connsiteY233" fmla="*/ 277206 h 475706"/>
                <a:gd name="connsiteX234" fmla="*/ 2281449 w 2915191"/>
                <a:gd name="connsiteY234" fmla="*/ 301329 h 475706"/>
                <a:gd name="connsiteX235" fmla="*/ 2291208 w 2915191"/>
                <a:gd name="connsiteY235" fmla="*/ 321028 h 475706"/>
                <a:gd name="connsiteX236" fmla="*/ 2300951 w 2915191"/>
                <a:gd name="connsiteY236" fmla="*/ 282301 h 475706"/>
                <a:gd name="connsiteX237" fmla="*/ 2310695 w 2915191"/>
                <a:gd name="connsiteY237" fmla="*/ 275913 h 475706"/>
                <a:gd name="connsiteX238" fmla="*/ 2320454 w 2915191"/>
                <a:gd name="connsiteY238" fmla="*/ 253573 h 475706"/>
                <a:gd name="connsiteX239" fmla="*/ 2330198 w 2915191"/>
                <a:gd name="connsiteY239" fmla="*/ 244324 h 475706"/>
                <a:gd name="connsiteX240" fmla="*/ 2339957 w 2915191"/>
                <a:gd name="connsiteY240" fmla="*/ 257541 h 475706"/>
                <a:gd name="connsiteX241" fmla="*/ 2349701 w 2915191"/>
                <a:gd name="connsiteY241" fmla="*/ 239354 h 475706"/>
                <a:gd name="connsiteX242" fmla="*/ 2359445 w 2915191"/>
                <a:gd name="connsiteY242" fmla="*/ 267720 h 475706"/>
                <a:gd name="connsiteX243" fmla="*/ 2369204 w 2915191"/>
                <a:gd name="connsiteY243" fmla="*/ 299733 h 475706"/>
                <a:gd name="connsiteX244" fmla="*/ 2378948 w 2915191"/>
                <a:gd name="connsiteY244" fmla="*/ 275907 h 475706"/>
                <a:gd name="connsiteX245" fmla="*/ 2388692 w 2915191"/>
                <a:gd name="connsiteY245" fmla="*/ 304428 h 475706"/>
                <a:gd name="connsiteX246" fmla="*/ 2398450 w 2915191"/>
                <a:gd name="connsiteY246" fmla="*/ 334603 h 475706"/>
                <a:gd name="connsiteX247" fmla="*/ 2408194 w 2915191"/>
                <a:gd name="connsiteY247" fmla="*/ 288465 h 475706"/>
                <a:gd name="connsiteX248" fmla="*/ 2417953 w 2915191"/>
                <a:gd name="connsiteY248" fmla="*/ 317685 h 475706"/>
                <a:gd name="connsiteX249" fmla="*/ 2427697 w 2915191"/>
                <a:gd name="connsiteY249" fmla="*/ 360003 h 475706"/>
                <a:gd name="connsiteX250" fmla="*/ 2437441 w 2915191"/>
                <a:gd name="connsiteY250" fmla="*/ 344798 h 475706"/>
                <a:gd name="connsiteX251" fmla="*/ 2447200 w 2915191"/>
                <a:gd name="connsiteY251" fmla="*/ 321727 h 475706"/>
                <a:gd name="connsiteX252" fmla="*/ 2456944 w 2915191"/>
                <a:gd name="connsiteY252" fmla="*/ 344390 h 475706"/>
                <a:gd name="connsiteX253" fmla="*/ 2466703 w 2915191"/>
                <a:gd name="connsiteY253" fmla="*/ 313923 h 475706"/>
                <a:gd name="connsiteX254" fmla="*/ 2476446 w 2915191"/>
                <a:gd name="connsiteY254" fmla="*/ 311712 h 475706"/>
                <a:gd name="connsiteX255" fmla="*/ 2486190 w 2915191"/>
                <a:gd name="connsiteY255" fmla="*/ 325418 h 475706"/>
                <a:gd name="connsiteX256" fmla="*/ 2495949 w 2915191"/>
                <a:gd name="connsiteY256" fmla="*/ 346418 h 475706"/>
                <a:gd name="connsiteX257" fmla="*/ 2505693 w 2915191"/>
                <a:gd name="connsiteY257" fmla="*/ 327712 h 475706"/>
                <a:gd name="connsiteX258" fmla="*/ 2515452 w 2915191"/>
                <a:gd name="connsiteY258" fmla="*/ 313986 h 475706"/>
                <a:gd name="connsiteX259" fmla="*/ 2525196 w 2915191"/>
                <a:gd name="connsiteY259" fmla="*/ 312902 h 475706"/>
                <a:gd name="connsiteX260" fmla="*/ 2534940 w 2915191"/>
                <a:gd name="connsiteY260" fmla="*/ 311065 h 475706"/>
                <a:gd name="connsiteX261" fmla="*/ 2544699 w 2915191"/>
                <a:gd name="connsiteY261" fmla="*/ 295413 h 475706"/>
                <a:gd name="connsiteX262" fmla="*/ 2554443 w 2915191"/>
                <a:gd name="connsiteY262" fmla="*/ 279198 h 475706"/>
                <a:gd name="connsiteX263" fmla="*/ 2564202 w 2915191"/>
                <a:gd name="connsiteY263" fmla="*/ 295661 h 475706"/>
                <a:gd name="connsiteX264" fmla="*/ 2573946 w 2915191"/>
                <a:gd name="connsiteY264" fmla="*/ 318683 h 475706"/>
                <a:gd name="connsiteX265" fmla="*/ 2583690 w 2915191"/>
                <a:gd name="connsiteY265" fmla="*/ 338603 h 475706"/>
                <a:gd name="connsiteX266" fmla="*/ 2593448 w 2915191"/>
                <a:gd name="connsiteY266" fmla="*/ 312281 h 475706"/>
                <a:gd name="connsiteX267" fmla="*/ 2603192 w 2915191"/>
                <a:gd name="connsiteY267" fmla="*/ 323828 h 475706"/>
                <a:gd name="connsiteX268" fmla="*/ 2612951 w 2915191"/>
                <a:gd name="connsiteY268" fmla="*/ 310425 h 475706"/>
                <a:gd name="connsiteX269" fmla="*/ 2622695 w 2915191"/>
                <a:gd name="connsiteY269" fmla="*/ 311539 h 475706"/>
                <a:gd name="connsiteX270" fmla="*/ 2632439 w 2915191"/>
                <a:gd name="connsiteY270" fmla="*/ 319486 h 475706"/>
                <a:gd name="connsiteX271" fmla="*/ 2642198 w 2915191"/>
                <a:gd name="connsiteY271" fmla="*/ 286633 h 475706"/>
                <a:gd name="connsiteX272" fmla="*/ 2651942 w 2915191"/>
                <a:gd name="connsiteY272" fmla="*/ 256437 h 475706"/>
                <a:gd name="connsiteX273" fmla="*/ 2661685 w 2915191"/>
                <a:gd name="connsiteY273" fmla="*/ 250640 h 475706"/>
                <a:gd name="connsiteX274" fmla="*/ 2671444 w 2915191"/>
                <a:gd name="connsiteY274" fmla="*/ 249926 h 475706"/>
                <a:gd name="connsiteX275" fmla="*/ 2681188 w 2915191"/>
                <a:gd name="connsiteY275" fmla="*/ 262393 h 475706"/>
                <a:gd name="connsiteX276" fmla="*/ 2690947 w 2915191"/>
                <a:gd name="connsiteY276" fmla="*/ 265771 h 475706"/>
                <a:gd name="connsiteX277" fmla="*/ 2700691 w 2915191"/>
                <a:gd name="connsiteY277" fmla="*/ 253841 h 475706"/>
                <a:gd name="connsiteX278" fmla="*/ 2710435 w 2915191"/>
                <a:gd name="connsiteY278" fmla="*/ 266537 h 475706"/>
                <a:gd name="connsiteX279" fmla="*/ 2720194 w 2915191"/>
                <a:gd name="connsiteY279" fmla="*/ 277781 h 475706"/>
                <a:gd name="connsiteX280" fmla="*/ 2729938 w 2915191"/>
                <a:gd name="connsiteY280" fmla="*/ 271944 h 475706"/>
                <a:gd name="connsiteX281" fmla="*/ 2739697 w 2915191"/>
                <a:gd name="connsiteY281" fmla="*/ 275659 h 475706"/>
                <a:gd name="connsiteX282" fmla="*/ 2749441 w 2915191"/>
                <a:gd name="connsiteY282" fmla="*/ 255273 h 475706"/>
                <a:gd name="connsiteX283" fmla="*/ 2759185 w 2915191"/>
                <a:gd name="connsiteY283" fmla="*/ 267741 h 475706"/>
                <a:gd name="connsiteX284" fmla="*/ 2768943 w 2915191"/>
                <a:gd name="connsiteY284" fmla="*/ 269981 h 475706"/>
                <a:gd name="connsiteX285" fmla="*/ 2778687 w 2915191"/>
                <a:gd name="connsiteY285" fmla="*/ 278419 h 475706"/>
                <a:gd name="connsiteX286" fmla="*/ 2788446 w 2915191"/>
                <a:gd name="connsiteY286" fmla="*/ 303702 h 475706"/>
                <a:gd name="connsiteX287" fmla="*/ 2798190 w 2915191"/>
                <a:gd name="connsiteY287" fmla="*/ 287789 h 475706"/>
                <a:gd name="connsiteX288" fmla="*/ 2807934 w 2915191"/>
                <a:gd name="connsiteY288" fmla="*/ 254236 h 475706"/>
                <a:gd name="connsiteX289" fmla="*/ 2817693 w 2915191"/>
                <a:gd name="connsiteY289" fmla="*/ 222792 h 475706"/>
                <a:gd name="connsiteX290" fmla="*/ 2827437 w 2915191"/>
                <a:gd name="connsiteY290" fmla="*/ 199433 h 475706"/>
                <a:gd name="connsiteX291" fmla="*/ 2837196 w 2915191"/>
                <a:gd name="connsiteY291" fmla="*/ 216774 h 475706"/>
                <a:gd name="connsiteX292" fmla="*/ 2846940 w 2915191"/>
                <a:gd name="connsiteY292" fmla="*/ 205125 h 475706"/>
                <a:gd name="connsiteX293" fmla="*/ 2856684 w 2915191"/>
                <a:gd name="connsiteY293" fmla="*/ 171806 h 475706"/>
                <a:gd name="connsiteX294" fmla="*/ 2866442 w 2915191"/>
                <a:gd name="connsiteY294" fmla="*/ 163202 h 475706"/>
                <a:gd name="connsiteX295" fmla="*/ 2876186 w 2915191"/>
                <a:gd name="connsiteY295" fmla="*/ 147446 h 475706"/>
                <a:gd name="connsiteX296" fmla="*/ 2885945 w 2915191"/>
                <a:gd name="connsiteY296" fmla="*/ 166496 h 475706"/>
                <a:gd name="connsiteX297" fmla="*/ 2895689 w 2915191"/>
                <a:gd name="connsiteY297" fmla="*/ 165103 h 475706"/>
                <a:gd name="connsiteX298" fmla="*/ 2905433 w 2915191"/>
                <a:gd name="connsiteY298" fmla="*/ 182088 h 475706"/>
                <a:gd name="connsiteX299" fmla="*/ 2915192 w 2915191"/>
                <a:gd name="connsiteY299" fmla="*/ 206206 h 475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75706">
                  <a:moveTo>
                    <a:pt x="0" y="385682"/>
                  </a:moveTo>
                  <a:lnTo>
                    <a:pt x="9750" y="410580"/>
                  </a:lnTo>
                  <a:lnTo>
                    <a:pt x="19500" y="433893"/>
                  </a:lnTo>
                  <a:lnTo>
                    <a:pt x="29250" y="475707"/>
                  </a:lnTo>
                  <a:lnTo>
                    <a:pt x="39000" y="466033"/>
                  </a:lnTo>
                  <a:lnTo>
                    <a:pt x="48749" y="430615"/>
                  </a:lnTo>
                  <a:lnTo>
                    <a:pt x="58499" y="403724"/>
                  </a:lnTo>
                  <a:lnTo>
                    <a:pt x="68249" y="412066"/>
                  </a:lnTo>
                  <a:lnTo>
                    <a:pt x="77998" y="378756"/>
                  </a:lnTo>
                  <a:lnTo>
                    <a:pt x="87748" y="367911"/>
                  </a:lnTo>
                  <a:lnTo>
                    <a:pt x="97497" y="360158"/>
                  </a:lnTo>
                  <a:lnTo>
                    <a:pt x="107247" y="336648"/>
                  </a:lnTo>
                  <a:lnTo>
                    <a:pt x="116997" y="341708"/>
                  </a:lnTo>
                  <a:lnTo>
                    <a:pt x="126747" y="347782"/>
                  </a:lnTo>
                  <a:lnTo>
                    <a:pt x="136497" y="313117"/>
                  </a:lnTo>
                  <a:lnTo>
                    <a:pt x="146247" y="299325"/>
                  </a:lnTo>
                  <a:lnTo>
                    <a:pt x="155997" y="321846"/>
                  </a:lnTo>
                  <a:lnTo>
                    <a:pt x="165747" y="345568"/>
                  </a:lnTo>
                  <a:lnTo>
                    <a:pt x="175497" y="309516"/>
                  </a:lnTo>
                  <a:lnTo>
                    <a:pt x="185247" y="307960"/>
                  </a:lnTo>
                  <a:lnTo>
                    <a:pt x="194996" y="292939"/>
                  </a:lnTo>
                  <a:lnTo>
                    <a:pt x="204746" y="273083"/>
                  </a:lnTo>
                  <a:lnTo>
                    <a:pt x="214495" y="290693"/>
                  </a:lnTo>
                  <a:lnTo>
                    <a:pt x="224245" y="273793"/>
                  </a:lnTo>
                  <a:lnTo>
                    <a:pt x="233995" y="273171"/>
                  </a:lnTo>
                  <a:lnTo>
                    <a:pt x="243744" y="232592"/>
                  </a:lnTo>
                  <a:lnTo>
                    <a:pt x="253494" y="239659"/>
                  </a:lnTo>
                  <a:lnTo>
                    <a:pt x="263244" y="234526"/>
                  </a:lnTo>
                  <a:lnTo>
                    <a:pt x="272994" y="249743"/>
                  </a:lnTo>
                  <a:lnTo>
                    <a:pt x="282744" y="215450"/>
                  </a:lnTo>
                  <a:lnTo>
                    <a:pt x="292494" y="224070"/>
                  </a:lnTo>
                  <a:lnTo>
                    <a:pt x="302244" y="241597"/>
                  </a:lnTo>
                  <a:lnTo>
                    <a:pt x="311994" y="236624"/>
                  </a:lnTo>
                  <a:lnTo>
                    <a:pt x="321744" y="225906"/>
                  </a:lnTo>
                  <a:lnTo>
                    <a:pt x="331493" y="227646"/>
                  </a:lnTo>
                  <a:lnTo>
                    <a:pt x="341243" y="213778"/>
                  </a:lnTo>
                  <a:lnTo>
                    <a:pt x="350993" y="204790"/>
                  </a:lnTo>
                  <a:lnTo>
                    <a:pt x="360742" y="207747"/>
                  </a:lnTo>
                  <a:lnTo>
                    <a:pt x="370492" y="192157"/>
                  </a:lnTo>
                  <a:lnTo>
                    <a:pt x="380241" y="189636"/>
                  </a:lnTo>
                  <a:lnTo>
                    <a:pt x="389991" y="186763"/>
                  </a:lnTo>
                  <a:lnTo>
                    <a:pt x="399741" y="141584"/>
                  </a:lnTo>
                  <a:lnTo>
                    <a:pt x="409491" y="184949"/>
                  </a:lnTo>
                  <a:lnTo>
                    <a:pt x="419241" y="168238"/>
                  </a:lnTo>
                  <a:lnTo>
                    <a:pt x="428991" y="175607"/>
                  </a:lnTo>
                  <a:lnTo>
                    <a:pt x="438741" y="165434"/>
                  </a:lnTo>
                  <a:lnTo>
                    <a:pt x="448491" y="159693"/>
                  </a:lnTo>
                  <a:lnTo>
                    <a:pt x="458241" y="137428"/>
                  </a:lnTo>
                  <a:lnTo>
                    <a:pt x="467991" y="147910"/>
                  </a:lnTo>
                  <a:lnTo>
                    <a:pt x="477740" y="154446"/>
                  </a:lnTo>
                  <a:lnTo>
                    <a:pt x="487490" y="145934"/>
                  </a:lnTo>
                  <a:lnTo>
                    <a:pt x="497239" y="134313"/>
                  </a:lnTo>
                  <a:lnTo>
                    <a:pt x="506989" y="166898"/>
                  </a:lnTo>
                  <a:lnTo>
                    <a:pt x="516738" y="177922"/>
                  </a:lnTo>
                  <a:lnTo>
                    <a:pt x="526488" y="201104"/>
                  </a:lnTo>
                  <a:lnTo>
                    <a:pt x="536238" y="207227"/>
                  </a:lnTo>
                  <a:lnTo>
                    <a:pt x="545988" y="244883"/>
                  </a:lnTo>
                  <a:lnTo>
                    <a:pt x="555738" y="259044"/>
                  </a:lnTo>
                  <a:lnTo>
                    <a:pt x="565488" y="269526"/>
                  </a:lnTo>
                  <a:lnTo>
                    <a:pt x="575238" y="243005"/>
                  </a:lnTo>
                  <a:lnTo>
                    <a:pt x="584988" y="243890"/>
                  </a:lnTo>
                  <a:lnTo>
                    <a:pt x="594738" y="234726"/>
                  </a:lnTo>
                  <a:lnTo>
                    <a:pt x="604488" y="257115"/>
                  </a:lnTo>
                  <a:lnTo>
                    <a:pt x="614237" y="255869"/>
                  </a:lnTo>
                  <a:lnTo>
                    <a:pt x="623987" y="262455"/>
                  </a:lnTo>
                  <a:lnTo>
                    <a:pt x="633736" y="264752"/>
                  </a:lnTo>
                  <a:lnTo>
                    <a:pt x="643486" y="246171"/>
                  </a:lnTo>
                  <a:lnTo>
                    <a:pt x="653236" y="242783"/>
                  </a:lnTo>
                  <a:lnTo>
                    <a:pt x="662985" y="248143"/>
                  </a:lnTo>
                  <a:lnTo>
                    <a:pt x="672735" y="223260"/>
                  </a:lnTo>
                  <a:lnTo>
                    <a:pt x="682485" y="225359"/>
                  </a:lnTo>
                  <a:lnTo>
                    <a:pt x="692235" y="225513"/>
                  </a:lnTo>
                  <a:lnTo>
                    <a:pt x="701985" y="233795"/>
                  </a:lnTo>
                  <a:lnTo>
                    <a:pt x="711735" y="237514"/>
                  </a:lnTo>
                  <a:lnTo>
                    <a:pt x="721485" y="234360"/>
                  </a:lnTo>
                  <a:lnTo>
                    <a:pt x="731235" y="245257"/>
                  </a:lnTo>
                  <a:lnTo>
                    <a:pt x="740985" y="260920"/>
                  </a:lnTo>
                  <a:lnTo>
                    <a:pt x="750734" y="264043"/>
                  </a:lnTo>
                  <a:lnTo>
                    <a:pt x="760484" y="258690"/>
                  </a:lnTo>
                  <a:lnTo>
                    <a:pt x="770233" y="250441"/>
                  </a:lnTo>
                  <a:lnTo>
                    <a:pt x="779983" y="222849"/>
                  </a:lnTo>
                  <a:lnTo>
                    <a:pt x="789733" y="200770"/>
                  </a:lnTo>
                  <a:lnTo>
                    <a:pt x="799482" y="167977"/>
                  </a:lnTo>
                  <a:lnTo>
                    <a:pt x="809232" y="134778"/>
                  </a:lnTo>
                  <a:lnTo>
                    <a:pt x="818982" y="158775"/>
                  </a:lnTo>
                  <a:lnTo>
                    <a:pt x="828732" y="130691"/>
                  </a:lnTo>
                  <a:lnTo>
                    <a:pt x="838482" y="121012"/>
                  </a:lnTo>
                  <a:lnTo>
                    <a:pt x="848232" y="154702"/>
                  </a:lnTo>
                  <a:lnTo>
                    <a:pt x="857982" y="211396"/>
                  </a:lnTo>
                  <a:lnTo>
                    <a:pt x="867732" y="223413"/>
                  </a:lnTo>
                  <a:lnTo>
                    <a:pt x="877482" y="275077"/>
                  </a:lnTo>
                  <a:lnTo>
                    <a:pt x="887231" y="292543"/>
                  </a:lnTo>
                  <a:lnTo>
                    <a:pt x="896981" y="258295"/>
                  </a:lnTo>
                  <a:lnTo>
                    <a:pt x="906730" y="284918"/>
                  </a:lnTo>
                  <a:lnTo>
                    <a:pt x="916480" y="258614"/>
                  </a:lnTo>
                  <a:lnTo>
                    <a:pt x="926230" y="241168"/>
                  </a:lnTo>
                  <a:lnTo>
                    <a:pt x="935979" y="209801"/>
                  </a:lnTo>
                  <a:lnTo>
                    <a:pt x="945729" y="223100"/>
                  </a:lnTo>
                  <a:lnTo>
                    <a:pt x="955479" y="190823"/>
                  </a:lnTo>
                  <a:lnTo>
                    <a:pt x="965229" y="200953"/>
                  </a:lnTo>
                  <a:lnTo>
                    <a:pt x="974979" y="190033"/>
                  </a:lnTo>
                  <a:lnTo>
                    <a:pt x="984729" y="177749"/>
                  </a:lnTo>
                  <a:lnTo>
                    <a:pt x="994474" y="162314"/>
                  </a:lnTo>
                  <a:lnTo>
                    <a:pt x="1004233" y="172599"/>
                  </a:lnTo>
                  <a:lnTo>
                    <a:pt x="1013977" y="175479"/>
                  </a:lnTo>
                  <a:lnTo>
                    <a:pt x="1023721" y="174652"/>
                  </a:lnTo>
                  <a:lnTo>
                    <a:pt x="1033480" y="169212"/>
                  </a:lnTo>
                  <a:lnTo>
                    <a:pt x="1043224" y="164528"/>
                  </a:lnTo>
                  <a:lnTo>
                    <a:pt x="1052983" y="151351"/>
                  </a:lnTo>
                  <a:lnTo>
                    <a:pt x="1062727" y="123827"/>
                  </a:lnTo>
                  <a:lnTo>
                    <a:pt x="1072471" y="119026"/>
                  </a:lnTo>
                  <a:lnTo>
                    <a:pt x="1082230" y="137473"/>
                  </a:lnTo>
                  <a:lnTo>
                    <a:pt x="1091973" y="152579"/>
                  </a:lnTo>
                  <a:lnTo>
                    <a:pt x="1101732" y="154619"/>
                  </a:lnTo>
                  <a:lnTo>
                    <a:pt x="1111476" y="149642"/>
                  </a:lnTo>
                  <a:lnTo>
                    <a:pt x="1121220" y="145977"/>
                  </a:lnTo>
                  <a:lnTo>
                    <a:pt x="1130979" y="149157"/>
                  </a:lnTo>
                  <a:lnTo>
                    <a:pt x="1140723" y="130980"/>
                  </a:lnTo>
                  <a:lnTo>
                    <a:pt x="1150482" y="142707"/>
                  </a:lnTo>
                  <a:lnTo>
                    <a:pt x="1160226" y="130032"/>
                  </a:lnTo>
                  <a:lnTo>
                    <a:pt x="1169969" y="185533"/>
                  </a:lnTo>
                  <a:lnTo>
                    <a:pt x="1179728" y="178280"/>
                  </a:lnTo>
                  <a:lnTo>
                    <a:pt x="1189472" y="182063"/>
                  </a:lnTo>
                  <a:lnTo>
                    <a:pt x="1199231" y="232525"/>
                  </a:lnTo>
                  <a:lnTo>
                    <a:pt x="1208975" y="248974"/>
                  </a:lnTo>
                  <a:lnTo>
                    <a:pt x="1218719" y="296542"/>
                  </a:lnTo>
                  <a:lnTo>
                    <a:pt x="1228478" y="283005"/>
                  </a:lnTo>
                  <a:lnTo>
                    <a:pt x="1238222" y="289434"/>
                  </a:lnTo>
                  <a:lnTo>
                    <a:pt x="1247966" y="264309"/>
                  </a:lnTo>
                  <a:lnTo>
                    <a:pt x="1257725" y="253862"/>
                  </a:lnTo>
                  <a:lnTo>
                    <a:pt x="1267469" y="271126"/>
                  </a:lnTo>
                  <a:lnTo>
                    <a:pt x="1277227" y="290447"/>
                  </a:lnTo>
                  <a:lnTo>
                    <a:pt x="1286971" y="271279"/>
                  </a:lnTo>
                  <a:lnTo>
                    <a:pt x="1296715" y="278034"/>
                  </a:lnTo>
                  <a:lnTo>
                    <a:pt x="1306474" y="238160"/>
                  </a:lnTo>
                  <a:lnTo>
                    <a:pt x="1316218" y="233196"/>
                  </a:lnTo>
                  <a:lnTo>
                    <a:pt x="1325977" y="217477"/>
                  </a:lnTo>
                  <a:lnTo>
                    <a:pt x="1335721" y="205624"/>
                  </a:lnTo>
                  <a:lnTo>
                    <a:pt x="1345465" y="179878"/>
                  </a:lnTo>
                  <a:lnTo>
                    <a:pt x="1355224" y="170552"/>
                  </a:lnTo>
                  <a:lnTo>
                    <a:pt x="1364967" y="174109"/>
                  </a:lnTo>
                  <a:lnTo>
                    <a:pt x="1374726" y="191318"/>
                  </a:lnTo>
                  <a:lnTo>
                    <a:pt x="1384470" y="187107"/>
                  </a:lnTo>
                  <a:lnTo>
                    <a:pt x="1394214" y="209799"/>
                  </a:lnTo>
                  <a:lnTo>
                    <a:pt x="1403973" y="183529"/>
                  </a:lnTo>
                  <a:lnTo>
                    <a:pt x="1413717" y="142367"/>
                  </a:lnTo>
                  <a:lnTo>
                    <a:pt x="1423476" y="163972"/>
                  </a:lnTo>
                  <a:lnTo>
                    <a:pt x="1433220" y="173609"/>
                  </a:lnTo>
                  <a:lnTo>
                    <a:pt x="1442964" y="150016"/>
                  </a:lnTo>
                  <a:lnTo>
                    <a:pt x="1452722" y="120855"/>
                  </a:lnTo>
                  <a:lnTo>
                    <a:pt x="1462466" y="126871"/>
                  </a:lnTo>
                  <a:lnTo>
                    <a:pt x="1472225" y="121559"/>
                  </a:lnTo>
                  <a:lnTo>
                    <a:pt x="1481969" y="105999"/>
                  </a:lnTo>
                  <a:lnTo>
                    <a:pt x="1491713" y="61646"/>
                  </a:lnTo>
                  <a:lnTo>
                    <a:pt x="1501472" y="47993"/>
                  </a:lnTo>
                  <a:lnTo>
                    <a:pt x="1511216" y="45154"/>
                  </a:lnTo>
                  <a:lnTo>
                    <a:pt x="1520960" y="33357"/>
                  </a:lnTo>
                  <a:lnTo>
                    <a:pt x="1530719" y="19892"/>
                  </a:lnTo>
                  <a:lnTo>
                    <a:pt x="1540463" y="41312"/>
                  </a:lnTo>
                  <a:lnTo>
                    <a:pt x="1550221" y="54284"/>
                  </a:lnTo>
                  <a:lnTo>
                    <a:pt x="1559965" y="25497"/>
                  </a:lnTo>
                  <a:lnTo>
                    <a:pt x="1569709" y="0"/>
                  </a:lnTo>
                  <a:lnTo>
                    <a:pt x="1579468" y="19784"/>
                  </a:lnTo>
                  <a:lnTo>
                    <a:pt x="1589212" y="29369"/>
                  </a:lnTo>
                  <a:lnTo>
                    <a:pt x="1598971" y="66163"/>
                  </a:lnTo>
                  <a:lnTo>
                    <a:pt x="1608715" y="80344"/>
                  </a:lnTo>
                  <a:lnTo>
                    <a:pt x="1618459" y="90537"/>
                  </a:lnTo>
                  <a:lnTo>
                    <a:pt x="1628218" y="99038"/>
                  </a:lnTo>
                  <a:lnTo>
                    <a:pt x="1637962" y="69967"/>
                  </a:lnTo>
                  <a:lnTo>
                    <a:pt x="1647720" y="130959"/>
                  </a:lnTo>
                  <a:lnTo>
                    <a:pt x="1657464" y="173438"/>
                  </a:lnTo>
                  <a:lnTo>
                    <a:pt x="1667208" y="187443"/>
                  </a:lnTo>
                  <a:lnTo>
                    <a:pt x="1676967" y="172048"/>
                  </a:lnTo>
                  <a:lnTo>
                    <a:pt x="1686711" y="135929"/>
                  </a:lnTo>
                  <a:lnTo>
                    <a:pt x="1696470" y="113153"/>
                  </a:lnTo>
                  <a:lnTo>
                    <a:pt x="1706214" y="130186"/>
                  </a:lnTo>
                  <a:lnTo>
                    <a:pt x="1715958" y="127380"/>
                  </a:lnTo>
                  <a:lnTo>
                    <a:pt x="1725716" y="140128"/>
                  </a:lnTo>
                  <a:lnTo>
                    <a:pt x="1735460" y="180211"/>
                  </a:lnTo>
                  <a:lnTo>
                    <a:pt x="1745219" y="177626"/>
                  </a:lnTo>
                  <a:lnTo>
                    <a:pt x="1754963" y="175955"/>
                  </a:lnTo>
                  <a:lnTo>
                    <a:pt x="1764707" y="167912"/>
                  </a:lnTo>
                  <a:lnTo>
                    <a:pt x="1774466" y="144337"/>
                  </a:lnTo>
                  <a:lnTo>
                    <a:pt x="1784210" y="157634"/>
                  </a:lnTo>
                  <a:lnTo>
                    <a:pt x="1793969" y="162426"/>
                  </a:lnTo>
                  <a:lnTo>
                    <a:pt x="1803713" y="146716"/>
                  </a:lnTo>
                  <a:lnTo>
                    <a:pt x="1813457" y="179703"/>
                  </a:lnTo>
                  <a:lnTo>
                    <a:pt x="1823215" y="156716"/>
                  </a:lnTo>
                  <a:lnTo>
                    <a:pt x="1832959" y="146859"/>
                  </a:lnTo>
                  <a:lnTo>
                    <a:pt x="1842703" y="132921"/>
                  </a:lnTo>
                  <a:lnTo>
                    <a:pt x="1852462" y="153023"/>
                  </a:lnTo>
                  <a:lnTo>
                    <a:pt x="1862206" y="157798"/>
                  </a:lnTo>
                  <a:lnTo>
                    <a:pt x="1871965" y="167649"/>
                  </a:lnTo>
                  <a:lnTo>
                    <a:pt x="1881709" y="170809"/>
                  </a:lnTo>
                  <a:lnTo>
                    <a:pt x="1891453" y="136448"/>
                  </a:lnTo>
                  <a:lnTo>
                    <a:pt x="1901212" y="118362"/>
                  </a:lnTo>
                  <a:lnTo>
                    <a:pt x="1910956" y="122285"/>
                  </a:lnTo>
                  <a:lnTo>
                    <a:pt x="1920714" y="134042"/>
                  </a:lnTo>
                  <a:lnTo>
                    <a:pt x="1930458" y="129067"/>
                  </a:lnTo>
                  <a:lnTo>
                    <a:pt x="1940202" y="136274"/>
                  </a:lnTo>
                  <a:lnTo>
                    <a:pt x="1949961" y="154800"/>
                  </a:lnTo>
                  <a:lnTo>
                    <a:pt x="1959705" y="164993"/>
                  </a:lnTo>
                  <a:lnTo>
                    <a:pt x="1969464" y="167179"/>
                  </a:lnTo>
                  <a:lnTo>
                    <a:pt x="1979208" y="205321"/>
                  </a:lnTo>
                  <a:lnTo>
                    <a:pt x="1988952" y="179768"/>
                  </a:lnTo>
                  <a:lnTo>
                    <a:pt x="1998711" y="154330"/>
                  </a:lnTo>
                  <a:lnTo>
                    <a:pt x="2008454" y="118804"/>
                  </a:lnTo>
                  <a:lnTo>
                    <a:pt x="2018213" y="127917"/>
                  </a:lnTo>
                  <a:lnTo>
                    <a:pt x="2027957" y="142778"/>
                  </a:lnTo>
                  <a:lnTo>
                    <a:pt x="2037701" y="160881"/>
                  </a:lnTo>
                  <a:lnTo>
                    <a:pt x="2047460" y="167165"/>
                  </a:lnTo>
                  <a:lnTo>
                    <a:pt x="2057204" y="185394"/>
                  </a:lnTo>
                  <a:lnTo>
                    <a:pt x="2066963" y="196114"/>
                  </a:lnTo>
                  <a:lnTo>
                    <a:pt x="2076707" y="212515"/>
                  </a:lnTo>
                  <a:lnTo>
                    <a:pt x="2086451" y="245841"/>
                  </a:lnTo>
                  <a:lnTo>
                    <a:pt x="2096210" y="232058"/>
                  </a:lnTo>
                  <a:lnTo>
                    <a:pt x="2105954" y="232591"/>
                  </a:lnTo>
                  <a:lnTo>
                    <a:pt x="2115697" y="261297"/>
                  </a:lnTo>
                  <a:lnTo>
                    <a:pt x="2125456" y="251997"/>
                  </a:lnTo>
                  <a:lnTo>
                    <a:pt x="2135200" y="286195"/>
                  </a:lnTo>
                  <a:lnTo>
                    <a:pt x="2144959" y="275919"/>
                  </a:lnTo>
                  <a:lnTo>
                    <a:pt x="2154703" y="287141"/>
                  </a:lnTo>
                  <a:lnTo>
                    <a:pt x="2164447" y="265956"/>
                  </a:lnTo>
                  <a:lnTo>
                    <a:pt x="2174206" y="291287"/>
                  </a:lnTo>
                  <a:lnTo>
                    <a:pt x="2183950" y="326703"/>
                  </a:lnTo>
                  <a:lnTo>
                    <a:pt x="2193709" y="344655"/>
                  </a:lnTo>
                  <a:lnTo>
                    <a:pt x="2203452" y="318825"/>
                  </a:lnTo>
                  <a:lnTo>
                    <a:pt x="2213196" y="319379"/>
                  </a:lnTo>
                  <a:lnTo>
                    <a:pt x="2222955" y="374027"/>
                  </a:lnTo>
                  <a:lnTo>
                    <a:pt x="2232699" y="353601"/>
                  </a:lnTo>
                  <a:lnTo>
                    <a:pt x="2242458" y="345166"/>
                  </a:lnTo>
                  <a:lnTo>
                    <a:pt x="2252202" y="342470"/>
                  </a:lnTo>
                  <a:lnTo>
                    <a:pt x="2261946" y="315808"/>
                  </a:lnTo>
                  <a:lnTo>
                    <a:pt x="2271705" y="277206"/>
                  </a:lnTo>
                  <a:lnTo>
                    <a:pt x="2281449" y="301329"/>
                  </a:lnTo>
                  <a:lnTo>
                    <a:pt x="2291208" y="321028"/>
                  </a:lnTo>
                  <a:lnTo>
                    <a:pt x="2300951" y="282301"/>
                  </a:lnTo>
                  <a:lnTo>
                    <a:pt x="2310695" y="275913"/>
                  </a:lnTo>
                  <a:lnTo>
                    <a:pt x="2320454" y="253573"/>
                  </a:lnTo>
                  <a:lnTo>
                    <a:pt x="2330198" y="244324"/>
                  </a:lnTo>
                  <a:lnTo>
                    <a:pt x="2339957" y="257541"/>
                  </a:lnTo>
                  <a:lnTo>
                    <a:pt x="2349701" y="239354"/>
                  </a:lnTo>
                  <a:lnTo>
                    <a:pt x="2359445" y="267720"/>
                  </a:lnTo>
                  <a:lnTo>
                    <a:pt x="2369204" y="299733"/>
                  </a:lnTo>
                  <a:lnTo>
                    <a:pt x="2378948" y="275907"/>
                  </a:lnTo>
                  <a:lnTo>
                    <a:pt x="2388692" y="304428"/>
                  </a:lnTo>
                  <a:lnTo>
                    <a:pt x="2398450" y="334603"/>
                  </a:lnTo>
                  <a:lnTo>
                    <a:pt x="2408194" y="288465"/>
                  </a:lnTo>
                  <a:lnTo>
                    <a:pt x="2417953" y="317685"/>
                  </a:lnTo>
                  <a:lnTo>
                    <a:pt x="2427697" y="360003"/>
                  </a:lnTo>
                  <a:lnTo>
                    <a:pt x="2437441" y="344798"/>
                  </a:lnTo>
                  <a:lnTo>
                    <a:pt x="2447200" y="321727"/>
                  </a:lnTo>
                  <a:lnTo>
                    <a:pt x="2456944" y="344390"/>
                  </a:lnTo>
                  <a:lnTo>
                    <a:pt x="2466703" y="313923"/>
                  </a:lnTo>
                  <a:lnTo>
                    <a:pt x="2476446" y="311712"/>
                  </a:lnTo>
                  <a:lnTo>
                    <a:pt x="2486190" y="325418"/>
                  </a:lnTo>
                  <a:lnTo>
                    <a:pt x="2495949" y="346418"/>
                  </a:lnTo>
                  <a:lnTo>
                    <a:pt x="2505693" y="327712"/>
                  </a:lnTo>
                  <a:lnTo>
                    <a:pt x="2515452" y="313986"/>
                  </a:lnTo>
                  <a:lnTo>
                    <a:pt x="2525196" y="312902"/>
                  </a:lnTo>
                  <a:lnTo>
                    <a:pt x="2534940" y="311065"/>
                  </a:lnTo>
                  <a:lnTo>
                    <a:pt x="2544699" y="295413"/>
                  </a:lnTo>
                  <a:lnTo>
                    <a:pt x="2554443" y="279198"/>
                  </a:lnTo>
                  <a:lnTo>
                    <a:pt x="2564202" y="295661"/>
                  </a:lnTo>
                  <a:lnTo>
                    <a:pt x="2573946" y="318683"/>
                  </a:lnTo>
                  <a:lnTo>
                    <a:pt x="2583690" y="338603"/>
                  </a:lnTo>
                  <a:lnTo>
                    <a:pt x="2593448" y="312281"/>
                  </a:lnTo>
                  <a:lnTo>
                    <a:pt x="2603192" y="323828"/>
                  </a:lnTo>
                  <a:lnTo>
                    <a:pt x="2612951" y="310425"/>
                  </a:lnTo>
                  <a:lnTo>
                    <a:pt x="2622695" y="311539"/>
                  </a:lnTo>
                  <a:lnTo>
                    <a:pt x="2632439" y="319486"/>
                  </a:lnTo>
                  <a:lnTo>
                    <a:pt x="2642198" y="286633"/>
                  </a:lnTo>
                  <a:lnTo>
                    <a:pt x="2651942" y="256437"/>
                  </a:lnTo>
                  <a:lnTo>
                    <a:pt x="2661685" y="250640"/>
                  </a:lnTo>
                  <a:lnTo>
                    <a:pt x="2671444" y="249926"/>
                  </a:lnTo>
                  <a:lnTo>
                    <a:pt x="2681188" y="262393"/>
                  </a:lnTo>
                  <a:lnTo>
                    <a:pt x="2690947" y="265771"/>
                  </a:lnTo>
                  <a:lnTo>
                    <a:pt x="2700691" y="253841"/>
                  </a:lnTo>
                  <a:lnTo>
                    <a:pt x="2710435" y="266537"/>
                  </a:lnTo>
                  <a:lnTo>
                    <a:pt x="2720194" y="277781"/>
                  </a:lnTo>
                  <a:lnTo>
                    <a:pt x="2729938" y="271944"/>
                  </a:lnTo>
                  <a:lnTo>
                    <a:pt x="2739697" y="275659"/>
                  </a:lnTo>
                  <a:lnTo>
                    <a:pt x="2749441" y="255273"/>
                  </a:lnTo>
                  <a:lnTo>
                    <a:pt x="2759185" y="267741"/>
                  </a:lnTo>
                  <a:lnTo>
                    <a:pt x="2768943" y="269981"/>
                  </a:lnTo>
                  <a:lnTo>
                    <a:pt x="2778687" y="278419"/>
                  </a:lnTo>
                  <a:lnTo>
                    <a:pt x="2788446" y="303702"/>
                  </a:lnTo>
                  <a:lnTo>
                    <a:pt x="2798190" y="287789"/>
                  </a:lnTo>
                  <a:lnTo>
                    <a:pt x="2807934" y="254236"/>
                  </a:lnTo>
                  <a:lnTo>
                    <a:pt x="2817693" y="222792"/>
                  </a:lnTo>
                  <a:lnTo>
                    <a:pt x="2827437" y="199433"/>
                  </a:lnTo>
                  <a:lnTo>
                    <a:pt x="2837196" y="216774"/>
                  </a:lnTo>
                  <a:lnTo>
                    <a:pt x="2846940" y="205125"/>
                  </a:lnTo>
                  <a:lnTo>
                    <a:pt x="2856684" y="171806"/>
                  </a:lnTo>
                  <a:lnTo>
                    <a:pt x="2866442" y="163202"/>
                  </a:lnTo>
                  <a:lnTo>
                    <a:pt x="2876186" y="147446"/>
                  </a:lnTo>
                  <a:lnTo>
                    <a:pt x="2885945" y="166496"/>
                  </a:lnTo>
                  <a:lnTo>
                    <a:pt x="2895689" y="165103"/>
                  </a:lnTo>
                  <a:lnTo>
                    <a:pt x="2905433" y="182088"/>
                  </a:lnTo>
                  <a:lnTo>
                    <a:pt x="2915192" y="20620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3" name="Freeform 1212">
              <a:extLst>
                <a:ext uri="{FF2B5EF4-FFF2-40B4-BE49-F238E27FC236}">
                  <a16:creationId xmlns:a16="http://schemas.microsoft.com/office/drawing/2014/main" id="{F24F9F48-1240-61DF-3F8C-68D4A46A6250}"/>
                </a:ext>
              </a:extLst>
            </p:cNvPr>
            <p:cNvSpPr/>
            <p:nvPr/>
          </p:nvSpPr>
          <p:spPr>
            <a:xfrm>
              <a:off x="4426652" y="3645121"/>
              <a:ext cx="2915191" cy="407916"/>
            </a:xfrm>
            <a:custGeom>
              <a:avLst/>
              <a:gdLst>
                <a:gd name="connsiteX0" fmla="*/ 0 w 2915191"/>
                <a:gd name="connsiteY0" fmla="*/ 5090 h 407916"/>
                <a:gd name="connsiteX1" fmla="*/ 9750 w 2915191"/>
                <a:gd name="connsiteY1" fmla="*/ 13208 h 407916"/>
                <a:gd name="connsiteX2" fmla="*/ 19500 w 2915191"/>
                <a:gd name="connsiteY2" fmla="*/ 11886 h 407916"/>
                <a:gd name="connsiteX3" fmla="*/ 29250 w 2915191"/>
                <a:gd name="connsiteY3" fmla="*/ 19232 h 407916"/>
                <a:gd name="connsiteX4" fmla="*/ 39000 w 2915191"/>
                <a:gd name="connsiteY4" fmla="*/ 31902 h 407916"/>
                <a:gd name="connsiteX5" fmla="*/ 48749 w 2915191"/>
                <a:gd name="connsiteY5" fmla="*/ 46954 h 407916"/>
                <a:gd name="connsiteX6" fmla="*/ 58499 w 2915191"/>
                <a:gd name="connsiteY6" fmla="*/ 72683 h 407916"/>
                <a:gd name="connsiteX7" fmla="*/ 68249 w 2915191"/>
                <a:gd name="connsiteY7" fmla="*/ 75428 h 407916"/>
                <a:gd name="connsiteX8" fmla="*/ 77998 w 2915191"/>
                <a:gd name="connsiteY8" fmla="*/ 60998 h 407916"/>
                <a:gd name="connsiteX9" fmla="*/ 87748 w 2915191"/>
                <a:gd name="connsiteY9" fmla="*/ 26970 h 407916"/>
                <a:gd name="connsiteX10" fmla="*/ 97497 w 2915191"/>
                <a:gd name="connsiteY10" fmla="*/ 34381 h 407916"/>
                <a:gd name="connsiteX11" fmla="*/ 107247 w 2915191"/>
                <a:gd name="connsiteY11" fmla="*/ 0 h 407916"/>
                <a:gd name="connsiteX12" fmla="*/ 116997 w 2915191"/>
                <a:gd name="connsiteY12" fmla="*/ 10419 h 407916"/>
                <a:gd name="connsiteX13" fmla="*/ 126747 w 2915191"/>
                <a:gd name="connsiteY13" fmla="*/ 3722 h 407916"/>
                <a:gd name="connsiteX14" fmla="*/ 136497 w 2915191"/>
                <a:gd name="connsiteY14" fmla="*/ 33548 h 407916"/>
                <a:gd name="connsiteX15" fmla="*/ 146247 w 2915191"/>
                <a:gd name="connsiteY15" fmla="*/ 55972 h 407916"/>
                <a:gd name="connsiteX16" fmla="*/ 155997 w 2915191"/>
                <a:gd name="connsiteY16" fmla="*/ 65296 h 407916"/>
                <a:gd name="connsiteX17" fmla="*/ 165747 w 2915191"/>
                <a:gd name="connsiteY17" fmla="*/ 84447 h 407916"/>
                <a:gd name="connsiteX18" fmla="*/ 175497 w 2915191"/>
                <a:gd name="connsiteY18" fmla="*/ 86070 h 407916"/>
                <a:gd name="connsiteX19" fmla="*/ 185247 w 2915191"/>
                <a:gd name="connsiteY19" fmla="*/ 85708 h 407916"/>
                <a:gd name="connsiteX20" fmla="*/ 194996 w 2915191"/>
                <a:gd name="connsiteY20" fmla="*/ 139055 h 407916"/>
                <a:gd name="connsiteX21" fmla="*/ 204746 w 2915191"/>
                <a:gd name="connsiteY21" fmla="*/ 146590 h 407916"/>
                <a:gd name="connsiteX22" fmla="*/ 214495 w 2915191"/>
                <a:gd name="connsiteY22" fmla="*/ 130347 h 407916"/>
                <a:gd name="connsiteX23" fmla="*/ 224245 w 2915191"/>
                <a:gd name="connsiteY23" fmla="*/ 167695 h 407916"/>
                <a:gd name="connsiteX24" fmla="*/ 233995 w 2915191"/>
                <a:gd name="connsiteY24" fmla="*/ 154927 h 407916"/>
                <a:gd name="connsiteX25" fmla="*/ 243744 w 2915191"/>
                <a:gd name="connsiteY25" fmla="*/ 143805 h 407916"/>
                <a:gd name="connsiteX26" fmla="*/ 253494 w 2915191"/>
                <a:gd name="connsiteY26" fmla="*/ 155556 h 407916"/>
                <a:gd name="connsiteX27" fmla="*/ 263244 w 2915191"/>
                <a:gd name="connsiteY27" fmla="*/ 197371 h 407916"/>
                <a:gd name="connsiteX28" fmla="*/ 272994 w 2915191"/>
                <a:gd name="connsiteY28" fmla="*/ 200117 h 407916"/>
                <a:gd name="connsiteX29" fmla="*/ 282744 w 2915191"/>
                <a:gd name="connsiteY29" fmla="*/ 202742 h 407916"/>
                <a:gd name="connsiteX30" fmla="*/ 292494 w 2915191"/>
                <a:gd name="connsiteY30" fmla="*/ 198623 h 407916"/>
                <a:gd name="connsiteX31" fmla="*/ 302244 w 2915191"/>
                <a:gd name="connsiteY31" fmla="*/ 200639 h 407916"/>
                <a:gd name="connsiteX32" fmla="*/ 311994 w 2915191"/>
                <a:gd name="connsiteY32" fmla="*/ 199404 h 407916"/>
                <a:gd name="connsiteX33" fmla="*/ 321744 w 2915191"/>
                <a:gd name="connsiteY33" fmla="*/ 164041 h 407916"/>
                <a:gd name="connsiteX34" fmla="*/ 331493 w 2915191"/>
                <a:gd name="connsiteY34" fmla="*/ 185209 h 407916"/>
                <a:gd name="connsiteX35" fmla="*/ 341243 w 2915191"/>
                <a:gd name="connsiteY35" fmla="*/ 202513 h 407916"/>
                <a:gd name="connsiteX36" fmla="*/ 350993 w 2915191"/>
                <a:gd name="connsiteY36" fmla="*/ 236191 h 407916"/>
                <a:gd name="connsiteX37" fmla="*/ 360742 w 2915191"/>
                <a:gd name="connsiteY37" fmla="*/ 250947 h 407916"/>
                <a:gd name="connsiteX38" fmla="*/ 370492 w 2915191"/>
                <a:gd name="connsiteY38" fmla="*/ 253749 h 407916"/>
                <a:gd name="connsiteX39" fmla="*/ 380241 w 2915191"/>
                <a:gd name="connsiteY39" fmla="*/ 282643 h 407916"/>
                <a:gd name="connsiteX40" fmla="*/ 389991 w 2915191"/>
                <a:gd name="connsiteY40" fmla="*/ 314911 h 407916"/>
                <a:gd name="connsiteX41" fmla="*/ 399741 w 2915191"/>
                <a:gd name="connsiteY41" fmla="*/ 319446 h 407916"/>
                <a:gd name="connsiteX42" fmla="*/ 409491 w 2915191"/>
                <a:gd name="connsiteY42" fmla="*/ 333058 h 407916"/>
                <a:gd name="connsiteX43" fmla="*/ 419241 w 2915191"/>
                <a:gd name="connsiteY43" fmla="*/ 325284 h 407916"/>
                <a:gd name="connsiteX44" fmla="*/ 428991 w 2915191"/>
                <a:gd name="connsiteY44" fmla="*/ 305571 h 407916"/>
                <a:gd name="connsiteX45" fmla="*/ 438741 w 2915191"/>
                <a:gd name="connsiteY45" fmla="*/ 320283 h 407916"/>
                <a:gd name="connsiteX46" fmla="*/ 448491 w 2915191"/>
                <a:gd name="connsiteY46" fmla="*/ 280163 h 407916"/>
                <a:gd name="connsiteX47" fmla="*/ 458241 w 2915191"/>
                <a:gd name="connsiteY47" fmla="*/ 259089 h 407916"/>
                <a:gd name="connsiteX48" fmla="*/ 467991 w 2915191"/>
                <a:gd name="connsiteY48" fmla="*/ 293917 h 407916"/>
                <a:gd name="connsiteX49" fmla="*/ 477740 w 2915191"/>
                <a:gd name="connsiteY49" fmla="*/ 285588 h 407916"/>
                <a:gd name="connsiteX50" fmla="*/ 487490 w 2915191"/>
                <a:gd name="connsiteY50" fmla="*/ 276552 h 407916"/>
                <a:gd name="connsiteX51" fmla="*/ 497239 w 2915191"/>
                <a:gd name="connsiteY51" fmla="*/ 300043 h 407916"/>
                <a:gd name="connsiteX52" fmla="*/ 506989 w 2915191"/>
                <a:gd name="connsiteY52" fmla="*/ 306751 h 407916"/>
                <a:gd name="connsiteX53" fmla="*/ 516738 w 2915191"/>
                <a:gd name="connsiteY53" fmla="*/ 309482 h 407916"/>
                <a:gd name="connsiteX54" fmla="*/ 526488 w 2915191"/>
                <a:gd name="connsiteY54" fmla="*/ 314723 h 407916"/>
                <a:gd name="connsiteX55" fmla="*/ 536238 w 2915191"/>
                <a:gd name="connsiteY55" fmla="*/ 342806 h 407916"/>
                <a:gd name="connsiteX56" fmla="*/ 545988 w 2915191"/>
                <a:gd name="connsiteY56" fmla="*/ 325833 h 407916"/>
                <a:gd name="connsiteX57" fmla="*/ 555738 w 2915191"/>
                <a:gd name="connsiteY57" fmla="*/ 309105 h 407916"/>
                <a:gd name="connsiteX58" fmla="*/ 565488 w 2915191"/>
                <a:gd name="connsiteY58" fmla="*/ 312922 h 407916"/>
                <a:gd name="connsiteX59" fmla="*/ 575238 w 2915191"/>
                <a:gd name="connsiteY59" fmla="*/ 308862 h 407916"/>
                <a:gd name="connsiteX60" fmla="*/ 584988 w 2915191"/>
                <a:gd name="connsiteY60" fmla="*/ 350189 h 407916"/>
                <a:gd name="connsiteX61" fmla="*/ 594738 w 2915191"/>
                <a:gd name="connsiteY61" fmla="*/ 372248 h 407916"/>
                <a:gd name="connsiteX62" fmla="*/ 604488 w 2915191"/>
                <a:gd name="connsiteY62" fmla="*/ 358423 h 407916"/>
                <a:gd name="connsiteX63" fmla="*/ 614237 w 2915191"/>
                <a:gd name="connsiteY63" fmla="*/ 352228 h 407916"/>
                <a:gd name="connsiteX64" fmla="*/ 623987 w 2915191"/>
                <a:gd name="connsiteY64" fmla="*/ 355289 h 407916"/>
                <a:gd name="connsiteX65" fmla="*/ 633736 w 2915191"/>
                <a:gd name="connsiteY65" fmla="*/ 330541 h 407916"/>
                <a:gd name="connsiteX66" fmla="*/ 643486 w 2915191"/>
                <a:gd name="connsiteY66" fmla="*/ 310854 h 407916"/>
                <a:gd name="connsiteX67" fmla="*/ 653236 w 2915191"/>
                <a:gd name="connsiteY67" fmla="*/ 316119 h 407916"/>
                <a:gd name="connsiteX68" fmla="*/ 662985 w 2915191"/>
                <a:gd name="connsiteY68" fmla="*/ 309853 h 407916"/>
                <a:gd name="connsiteX69" fmla="*/ 672735 w 2915191"/>
                <a:gd name="connsiteY69" fmla="*/ 286333 h 407916"/>
                <a:gd name="connsiteX70" fmla="*/ 682485 w 2915191"/>
                <a:gd name="connsiteY70" fmla="*/ 301768 h 407916"/>
                <a:gd name="connsiteX71" fmla="*/ 692235 w 2915191"/>
                <a:gd name="connsiteY71" fmla="*/ 292002 h 407916"/>
                <a:gd name="connsiteX72" fmla="*/ 701985 w 2915191"/>
                <a:gd name="connsiteY72" fmla="*/ 263785 h 407916"/>
                <a:gd name="connsiteX73" fmla="*/ 711735 w 2915191"/>
                <a:gd name="connsiteY73" fmla="*/ 289657 h 407916"/>
                <a:gd name="connsiteX74" fmla="*/ 721485 w 2915191"/>
                <a:gd name="connsiteY74" fmla="*/ 316085 h 407916"/>
                <a:gd name="connsiteX75" fmla="*/ 731235 w 2915191"/>
                <a:gd name="connsiteY75" fmla="*/ 284475 h 407916"/>
                <a:gd name="connsiteX76" fmla="*/ 740985 w 2915191"/>
                <a:gd name="connsiteY76" fmla="*/ 294122 h 407916"/>
                <a:gd name="connsiteX77" fmla="*/ 750734 w 2915191"/>
                <a:gd name="connsiteY77" fmla="*/ 288045 h 407916"/>
                <a:gd name="connsiteX78" fmla="*/ 760484 w 2915191"/>
                <a:gd name="connsiteY78" fmla="*/ 308306 h 407916"/>
                <a:gd name="connsiteX79" fmla="*/ 770233 w 2915191"/>
                <a:gd name="connsiteY79" fmla="*/ 335930 h 407916"/>
                <a:gd name="connsiteX80" fmla="*/ 779983 w 2915191"/>
                <a:gd name="connsiteY80" fmla="*/ 302589 h 407916"/>
                <a:gd name="connsiteX81" fmla="*/ 789733 w 2915191"/>
                <a:gd name="connsiteY81" fmla="*/ 295019 h 407916"/>
                <a:gd name="connsiteX82" fmla="*/ 799482 w 2915191"/>
                <a:gd name="connsiteY82" fmla="*/ 332775 h 407916"/>
                <a:gd name="connsiteX83" fmla="*/ 809232 w 2915191"/>
                <a:gd name="connsiteY83" fmla="*/ 346187 h 407916"/>
                <a:gd name="connsiteX84" fmla="*/ 818982 w 2915191"/>
                <a:gd name="connsiteY84" fmla="*/ 367200 h 407916"/>
                <a:gd name="connsiteX85" fmla="*/ 828732 w 2915191"/>
                <a:gd name="connsiteY85" fmla="*/ 383944 h 407916"/>
                <a:gd name="connsiteX86" fmla="*/ 838482 w 2915191"/>
                <a:gd name="connsiteY86" fmla="*/ 387549 h 407916"/>
                <a:gd name="connsiteX87" fmla="*/ 848232 w 2915191"/>
                <a:gd name="connsiteY87" fmla="*/ 385017 h 407916"/>
                <a:gd name="connsiteX88" fmla="*/ 857982 w 2915191"/>
                <a:gd name="connsiteY88" fmla="*/ 407916 h 407916"/>
                <a:gd name="connsiteX89" fmla="*/ 867732 w 2915191"/>
                <a:gd name="connsiteY89" fmla="*/ 402389 h 407916"/>
                <a:gd name="connsiteX90" fmla="*/ 877482 w 2915191"/>
                <a:gd name="connsiteY90" fmla="*/ 376107 h 407916"/>
                <a:gd name="connsiteX91" fmla="*/ 887231 w 2915191"/>
                <a:gd name="connsiteY91" fmla="*/ 360386 h 407916"/>
                <a:gd name="connsiteX92" fmla="*/ 896981 w 2915191"/>
                <a:gd name="connsiteY92" fmla="*/ 378684 h 407916"/>
                <a:gd name="connsiteX93" fmla="*/ 906730 w 2915191"/>
                <a:gd name="connsiteY93" fmla="*/ 385255 h 407916"/>
                <a:gd name="connsiteX94" fmla="*/ 916480 w 2915191"/>
                <a:gd name="connsiteY94" fmla="*/ 363909 h 407916"/>
                <a:gd name="connsiteX95" fmla="*/ 926230 w 2915191"/>
                <a:gd name="connsiteY95" fmla="*/ 344479 h 407916"/>
                <a:gd name="connsiteX96" fmla="*/ 935979 w 2915191"/>
                <a:gd name="connsiteY96" fmla="*/ 348073 h 407916"/>
                <a:gd name="connsiteX97" fmla="*/ 945729 w 2915191"/>
                <a:gd name="connsiteY97" fmla="*/ 359337 h 407916"/>
                <a:gd name="connsiteX98" fmla="*/ 955479 w 2915191"/>
                <a:gd name="connsiteY98" fmla="*/ 364375 h 407916"/>
                <a:gd name="connsiteX99" fmla="*/ 965229 w 2915191"/>
                <a:gd name="connsiteY99" fmla="*/ 344779 h 407916"/>
                <a:gd name="connsiteX100" fmla="*/ 974979 w 2915191"/>
                <a:gd name="connsiteY100" fmla="*/ 387579 h 407916"/>
                <a:gd name="connsiteX101" fmla="*/ 984729 w 2915191"/>
                <a:gd name="connsiteY101" fmla="*/ 405577 h 407916"/>
                <a:gd name="connsiteX102" fmla="*/ 994474 w 2915191"/>
                <a:gd name="connsiteY102" fmla="*/ 362440 h 407916"/>
                <a:gd name="connsiteX103" fmla="*/ 1004233 w 2915191"/>
                <a:gd name="connsiteY103" fmla="*/ 340132 h 407916"/>
                <a:gd name="connsiteX104" fmla="*/ 1013977 w 2915191"/>
                <a:gd name="connsiteY104" fmla="*/ 358808 h 407916"/>
                <a:gd name="connsiteX105" fmla="*/ 1023721 w 2915191"/>
                <a:gd name="connsiteY105" fmla="*/ 361631 h 407916"/>
                <a:gd name="connsiteX106" fmla="*/ 1033480 w 2915191"/>
                <a:gd name="connsiteY106" fmla="*/ 351051 h 407916"/>
                <a:gd name="connsiteX107" fmla="*/ 1043224 w 2915191"/>
                <a:gd name="connsiteY107" fmla="*/ 326254 h 407916"/>
                <a:gd name="connsiteX108" fmla="*/ 1052983 w 2915191"/>
                <a:gd name="connsiteY108" fmla="*/ 316499 h 407916"/>
                <a:gd name="connsiteX109" fmla="*/ 1062727 w 2915191"/>
                <a:gd name="connsiteY109" fmla="*/ 296076 h 407916"/>
                <a:gd name="connsiteX110" fmla="*/ 1072471 w 2915191"/>
                <a:gd name="connsiteY110" fmla="*/ 266242 h 407916"/>
                <a:gd name="connsiteX111" fmla="*/ 1082230 w 2915191"/>
                <a:gd name="connsiteY111" fmla="*/ 271485 h 407916"/>
                <a:gd name="connsiteX112" fmla="*/ 1091973 w 2915191"/>
                <a:gd name="connsiteY112" fmla="*/ 265297 h 407916"/>
                <a:gd name="connsiteX113" fmla="*/ 1101732 w 2915191"/>
                <a:gd name="connsiteY113" fmla="*/ 282930 h 407916"/>
                <a:gd name="connsiteX114" fmla="*/ 1111476 w 2915191"/>
                <a:gd name="connsiteY114" fmla="*/ 270922 h 407916"/>
                <a:gd name="connsiteX115" fmla="*/ 1121220 w 2915191"/>
                <a:gd name="connsiteY115" fmla="*/ 268164 h 407916"/>
                <a:gd name="connsiteX116" fmla="*/ 1130979 w 2915191"/>
                <a:gd name="connsiteY116" fmla="*/ 257527 h 407916"/>
                <a:gd name="connsiteX117" fmla="*/ 1140723 w 2915191"/>
                <a:gd name="connsiteY117" fmla="*/ 266072 h 407916"/>
                <a:gd name="connsiteX118" fmla="*/ 1150482 w 2915191"/>
                <a:gd name="connsiteY118" fmla="*/ 286150 h 407916"/>
                <a:gd name="connsiteX119" fmla="*/ 1160226 w 2915191"/>
                <a:gd name="connsiteY119" fmla="*/ 256826 h 407916"/>
                <a:gd name="connsiteX120" fmla="*/ 1169969 w 2915191"/>
                <a:gd name="connsiteY120" fmla="*/ 208055 h 407916"/>
                <a:gd name="connsiteX121" fmla="*/ 1179728 w 2915191"/>
                <a:gd name="connsiteY121" fmla="*/ 224103 h 407916"/>
                <a:gd name="connsiteX122" fmla="*/ 1189472 w 2915191"/>
                <a:gd name="connsiteY122" fmla="*/ 247767 h 407916"/>
                <a:gd name="connsiteX123" fmla="*/ 1199231 w 2915191"/>
                <a:gd name="connsiteY123" fmla="*/ 259722 h 407916"/>
                <a:gd name="connsiteX124" fmla="*/ 1208975 w 2915191"/>
                <a:gd name="connsiteY124" fmla="*/ 256860 h 407916"/>
                <a:gd name="connsiteX125" fmla="*/ 1218719 w 2915191"/>
                <a:gd name="connsiteY125" fmla="*/ 251046 h 407916"/>
                <a:gd name="connsiteX126" fmla="*/ 1228478 w 2915191"/>
                <a:gd name="connsiteY126" fmla="*/ 265332 h 407916"/>
                <a:gd name="connsiteX127" fmla="*/ 1238222 w 2915191"/>
                <a:gd name="connsiteY127" fmla="*/ 254023 h 407916"/>
                <a:gd name="connsiteX128" fmla="*/ 1247966 w 2915191"/>
                <a:gd name="connsiteY128" fmla="*/ 274481 h 407916"/>
                <a:gd name="connsiteX129" fmla="*/ 1257725 w 2915191"/>
                <a:gd name="connsiteY129" fmla="*/ 286001 h 407916"/>
                <a:gd name="connsiteX130" fmla="*/ 1267469 w 2915191"/>
                <a:gd name="connsiteY130" fmla="*/ 284718 h 407916"/>
                <a:gd name="connsiteX131" fmla="*/ 1277227 w 2915191"/>
                <a:gd name="connsiteY131" fmla="*/ 301369 h 407916"/>
                <a:gd name="connsiteX132" fmla="*/ 1286971 w 2915191"/>
                <a:gd name="connsiteY132" fmla="*/ 310094 h 407916"/>
                <a:gd name="connsiteX133" fmla="*/ 1296715 w 2915191"/>
                <a:gd name="connsiteY133" fmla="*/ 318662 h 407916"/>
                <a:gd name="connsiteX134" fmla="*/ 1306474 w 2915191"/>
                <a:gd name="connsiteY134" fmla="*/ 309011 h 407916"/>
                <a:gd name="connsiteX135" fmla="*/ 1316218 w 2915191"/>
                <a:gd name="connsiteY135" fmla="*/ 277654 h 407916"/>
                <a:gd name="connsiteX136" fmla="*/ 1325977 w 2915191"/>
                <a:gd name="connsiteY136" fmla="*/ 290284 h 407916"/>
                <a:gd name="connsiteX137" fmla="*/ 1335721 w 2915191"/>
                <a:gd name="connsiteY137" fmla="*/ 289694 h 407916"/>
                <a:gd name="connsiteX138" fmla="*/ 1345465 w 2915191"/>
                <a:gd name="connsiteY138" fmla="*/ 280889 h 407916"/>
                <a:gd name="connsiteX139" fmla="*/ 1355224 w 2915191"/>
                <a:gd name="connsiteY139" fmla="*/ 309573 h 407916"/>
                <a:gd name="connsiteX140" fmla="*/ 1364967 w 2915191"/>
                <a:gd name="connsiteY140" fmla="*/ 293073 h 407916"/>
                <a:gd name="connsiteX141" fmla="*/ 1374726 w 2915191"/>
                <a:gd name="connsiteY141" fmla="*/ 290114 h 407916"/>
                <a:gd name="connsiteX142" fmla="*/ 1384470 w 2915191"/>
                <a:gd name="connsiteY142" fmla="*/ 252740 h 407916"/>
                <a:gd name="connsiteX143" fmla="*/ 1394214 w 2915191"/>
                <a:gd name="connsiteY143" fmla="*/ 238568 h 407916"/>
                <a:gd name="connsiteX144" fmla="*/ 1403973 w 2915191"/>
                <a:gd name="connsiteY144" fmla="*/ 223659 h 407916"/>
                <a:gd name="connsiteX145" fmla="*/ 1413717 w 2915191"/>
                <a:gd name="connsiteY145" fmla="*/ 214259 h 407916"/>
                <a:gd name="connsiteX146" fmla="*/ 1423476 w 2915191"/>
                <a:gd name="connsiteY146" fmla="*/ 199281 h 407916"/>
                <a:gd name="connsiteX147" fmla="*/ 1433220 w 2915191"/>
                <a:gd name="connsiteY147" fmla="*/ 197660 h 407916"/>
                <a:gd name="connsiteX148" fmla="*/ 1442964 w 2915191"/>
                <a:gd name="connsiteY148" fmla="*/ 162028 h 407916"/>
                <a:gd name="connsiteX149" fmla="*/ 1452722 w 2915191"/>
                <a:gd name="connsiteY149" fmla="*/ 126290 h 407916"/>
                <a:gd name="connsiteX150" fmla="*/ 1462466 w 2915191"/>
                <a:gd name="connsiteY150" fmla="*/ 139985 h 407916"/>
                <a:gd name="connsiteX151" fmla="*/ 1472225 w 2915191"/>
                <a:gd name="connsiteY151" fmla="*/ 136977 h 407916"/>
                <a:gd name="connsiteX152" fmla="*/ 1481969 w 2915191"/>
                <a:gd name="connsiteY152" fmla="*/ 109007 h 407916"/>
                <a:gd name="connsiteX153" fmla="*/ 1491713 w 2915191"/>
                <a:gd name="connsiteY153" fmla="*/ 120263 h 407916"/>
                <a:gd name="connsiteX154" fmla="*/ 1501472 w 2915191"/>
                <a:gd name="connsiteY154" fmla="*/ 145655 h 407916"/>
                <a:gd name="connsiteX155" fmla="*/ 1511216 w 2915191"/>
                <a:gd name="connsiteY155" fmla="*/ 159462 h 407916"/>
                <a:gd name="connsiteX156" fmla="*/ 1520960 w 2915191"/>
                <a:gd name="connsiteY156" fmla="*/ 167614 h 407916"/>
                <a:gd name="connsiteX157" fmla="*/ 1530719 w 2915191"/>
                <a:gd name="connsiteY157" fmla="*/ 164443 h 407916"/>
                <a:gd name="connsiteX158" fmla="*/ 1540463 w 2915191"/>
                <a:gd name="connsiteY158" fmla="*/ 181864 h 407916"/>
                <a:gd name="connsiteX159" fmla="*/ 1550221 w 2915191"/>
                <a:gd name="connsiteY159" fmla="*/ 157351 h 407916"/>
                <a:gd name="connsiteX160" fmla="*/ 1559965 w 2915191"/>
                <a:gd name="connsiteY160" fmla="*/ 142592 h 407916"/>
                <a:gd name="connsiteX161" fmla="*/ 1569709 w 2915191"/>
                <a:gd name="connsiteY161" fmla="*/ 150370 h 407916"/>
                <a:gd name="connsiteX162" fmla="*/ 1579468 w 2915191"/>
                <a:gd name="connsiteY162" fmla="*/ 176021 h 407916"/>
                <a:gd name="connsiteX163" fmla="*/ 1589212 w 2915191"/>
                <a:gd name="connsiteY163" fmla="*/ 177958 h 407916"/>
                <a:gd name="connsiteX164" fmla="*/ 1598971 w 2915191"/>
                <a:gd name="connsiteY164" fmla="*/ 224507 h 407916"/>
                <a:gd name="connsiteX165" fmla="*/ 1608715 w 2915191"/>
                <a:gd name="connsiteY165" fmla="*/ 233848 h 407916"/>
                <a:gd name="connsiteX166" fmla="*/ 1618459 w 2915191"/>
                <a:gd name="connsiteY166" fmla="*/ 231518 h 407916"/>
                <a:gd name="connsiteX167" fmla="*/ 1628218 w 2915191"/>
                <a:gd name="connsiteY167" fmla="*/ 254789 h 407916"/>
                <a:gd name="connsiteX168" fmla="*/ 1637962 w 2915191"/>
                <a:gd name="connsiteY168" fmla="*/ 274201 h 407916"/>
                <a:gd name="connsiteX169" fmla="*/ 1647720 w 2915191"/>
                <a:gd name="connsiteY169" fmla="*/ 264079 h 407916"/>
                <a:gd name="connsiteX170" fmla="*/ 1657464 w 2915191"/>
                <a:gd name="connsiteY170" fmla="*/ 262477 h 407916"/>
                <a:gd name="connsiteX171" fmla="*/ 1667208 w 2915191"/>
                <a:gd name="connsiteY171" fmla="*/ 248426 h 407916"/>
                <a:gd name="connsiteX172" fmla="*/ 1676967 w 2915191"/>
                <a:gd name="connsiteY172" fmla="*/ 248174 h 407916"/>
                <a:gd name="connsiteX173" fmla="*/ 1686711 w 2915191"/>
                <a:gd name="connsiteY173" fmla="*/ 244220 h 407916"/>
                <a:gd name="connsiteX174" fmla="*/ 1696470 w 2915191"/>
                <a:gd name="connsiteY174" fmla="*/ 226395 h 407916"/>
                <a:gd name="connsiteX175" fmla="*/ 1706214 w 2915191"/>
                <a:gd name="connsiteY175" fmla="*/ 228676 h 407916"/>
                <a:gd name="connsiteX176" fmla="*/ 1715958 w 2915191"/>
                <a:gd name="connsiteY176" fmla="*/ 217610 h 407916"/>
                <a:gd name="connsiteX177" fmla="*/ 1725716 w 2915191"/>
                <a:gd name="connsiteY177" fmla="*/ 213864 h 407916"/>
                <a:gd name="connsiteX178" fmla="*/ 1735460 w 2915191"/>
                <a:gd name="connsiteY178" fmla="*/ 177369 h 407916"/>
                <a:gd name="connsiteX179" fmla="*/ 1745219 w 2915191"/>
                <a:gd name="connsiteY179" fmla="*/ 208061 h 407916"/>
                <a:gd name="connsiteX180" fmla="*/ 1754963 w 2915191"/>
                <a:gd name="connsiteY180" fmla="*/ 196772 h 407916"/>
                <a:gd name="connsiteX181" fmla="*/ 1764707 w 2915191"/>
                <a:gd name="connsiteY181" fmla="*/ 217297 h 407916"/>
                <a:gd name="connsiteX182" fmla="*/ 1774466 w 2915191"/>
                <a:gd name="connsiteY182" fmla="*/ 230367 h 407916"/>
                <a:gd name="connsiteX183" fmla="*/ 1784210 w 2915191"/>
                <a:gd name="connsiteY183" fmla="*/ 223619 h 407916"/>
                <a:gd name="connsiteX184" fmla="*/ 1793969 w 2915191"/>
                <a:gd name="connsiteY184" fmla="*/ 219544 h 407916"/>
                <a:gd name="connsiteX185" fmla="*/ 1803713 w 2915191"/>
                <a:gd name="connsiteY185" fmla="*/ 193673 h 407916"/>
                <a:gd name="connsiteX186" fmla="*/ 1813457 w 2915191"/>
                <a:gd name="connsiteY186" fmla="*/ 207753 h 407916"/>
                <a:gd name="connsiteX187" fmla="*/ 1823215 w 2915191"/>
                <a:gd name="connsiteY187" fmla="*/ 212641 h 407916"/>
                <a:gd name="connsiteX188" fmla="*/ 1832959 w 2915191"/>
                <a:gd name="connsiteY188" fmla="*/ 229027 h 407916"/>
                <a:gd name="connsiteX189" fmla="*/ 1842703 w 2915191"/>
                <a:gd name="connsiteY189" fmla="*/ 229522 h 407916"/>
                <a:gd name="connsiteX190" fmla="*/ 1852462 w 2915191"/>
                <a:gd name="connsiteY190" fmla="*/ 220244 h 407916"/>
                <a:gd name="connsiteX191" fmla="*/ 1862206 w 2915191"/>
                <a:gd name="connsiteY191" fmla="*/ 179840 h 407916"/>
                <a:gd name="connsiteX192" fmla="*/ 1871965 w 2915191"/>
                <a:gd name="connsiteY192" fmla="*/ 221262 h 407916"/>
                <a:gd name="connsiteX193" fmla="*/ 1881709 w 2915191"/>
                <a:gd name="connsiteY193" fmla="*/ 199810 h 407916"/>
                <a:gd name="connsiteX194" fmla="*/ 1891453 w 2915191"/>
                <a:gd name="connsiteY194" fmla="*/ 191747 h 407916"/>
                <a:gd name="connsiteX195" fmla="*/ 1901212 w 2915191"/>
                <a:gd name="connsiteY195" fmla="*/ 169606 h 407916"/>
                <a:gd name="connsiteX196" fmla="*/ 1910956 w 2915191"/>
                <a:gd name="connsiteY196" fmla="*/ 190850 h 407916"/>
                <a:gd name="connsiteX197" fmla="*/ 1920714 w 2915191"/>
                <a:gd name="connsiteY197" fmla="*/ 198843 h 407916"/>
                <a:gd name="connsiteX198" fmla="*/ 1930458 w 2915191"/>
                <a:gd name="connsiteY198" fmla="*/ 183506 h 407916"/>
                <a:gd name="connsiteX199" fmla="*/ 1940202 w 2915191"/>
                <a:gd name="connsiteY199" fmla="*/ 163351 h 407916"/>
                <a:gd name="connsiteX200" fmla="*/ 1949961 w 2915191"/>
                <a:gd name="connsiteY200" fmla="*/ 196521 h 407916"/>
                <a:gd name="connsiteX201" fmla="*/ 1959705 w 2915191"/>
                <a:gd name="connsiteY201" fmla="*/ 237566 h 407916"/>
                <a:gd name="connsiteX202" fmla="*/ 1969464 w 2915191"/>
                <a:gd name="connsiteY202" fmla="*/ 241435 h 407916"/>
                <a:gd name="connsiteX203" fmla="*/ 1979208 w 2915191"/>
                <a:gd name="connsiteY203" fmla="*/ 241471 h 407916"/>
                <a:gd name="connsiteX204" fmla="*/ 1988952 w 2915191"/>
                <a:gd name="connsiteY204" fmla="*/ 232421 h 407916"/>
                <a:gd name="connsiteX205" fmla="*/ 1998711 w 2915191"/>
                <a:gd name="connsiteY205" fmla="*/ 243659 h 407916"/>
                <a:gd name="connsiteX206" fmla="*/ 2008454 w 2915191"/>
                <a:gd name="connsiteY206" fmla="*/ 223160 h 407916"/>
                <a:gd name="connsiteX207" fmla="*/ 2018213 w 2915191"/>
                <a:gd name="connsiteY207" fmla="*/ 255436 h 407916"/>
                <a:gd name="connsiteX208" fmla="*/ 2027957 w 2915191"/>
                <a:gd name="connsiteY208" fmla="*/ 220350 h 407916"/>
                <a:gd name="connsiteX209" fmla="*/ 2037701 w 2915191"/>
                <a:gd name="connsiteY209" fmla="*/ 226770 h 407916"/>
                <a:gd name="connsiteX210" fmla="*/ 2047460 w 2915191"/>
                <a:gd name="connsiteY210" fmla="*/ 191007 h 407916"/>
                <a:gd name="connsiteX211" fmla="*/ 2057204 w 2915191"/>
                <a:gd name="connsiteY211" fmla="*/ 170295 h 407916"/>
                <a:gd name="connsiteX212" fmla="*/ 2066963 w 2915191"/>
                <a:gd name="connsiteY212" fmla="*/ 173134 h 407916"/>
                <a:gd name="connsiteX213" fmla="*/ 2076707 w 2915191"/>
                <a:gd name="connsiteY213" fmla="*/ 138854 h 407916"/>
                <a:gd name="connsiteX214" fmla="*/ 2086451 w 2915191"/>
                <a:gd name="connsiteY214" fmla="*/ 148468 h 407916"/>
                <a:gd name="connsiteX215" fmla="*/ 2096210 w 2915191"/>
                <a:gd name="connsiteY215" fmla="*/ 159520 h 407916"/>
                <a:gd name="connsiteX216" fmla="*/ 2105954 w 2915191"/>
                <a:gd name="connsiteY216" fmla="*/ 151853 h 407916"/>
                <a:gd name="connsiteX217" fmla="*/ 2115697 w 2915191"/>
                <a:gd name="connsiteY217" fmla="*/ 118894 h 407916"/>
                <a:gd name="connsiteX218" fmla="*/ 2125456 w 2915191"/>
                <a:gd name="connsiteY218" fmla="*/ 123796 h 407916"/>
                <a:gd name="connsiteX219" fmla="*/ 2135200 w 2915191"/>
                <a:gd name="connsiteY219" fmla="*/ 123384 h 407916"/>
                <a:gd name="connsiteX220" fmla="*/ 2144959 w 2915191"/>
                <a:gd name="connsiteY220" fmla="*/ 159418 h 407916"/>
                <a:gd name="connsiteX221" fmla="*/ 2154703 w 2915191"/>
                <a:gd name="connsiteY221" fmla="*/ 153573 h 407916"/>
                <a:gd name="connsiteX222" fmla="*/ 2164447 w 2915191"/>
                <a:gd name="connsiteY222" fmla="*/ 127784 h 407916"/>
                <a:gd name="connsiteX223" fmla="*/ 2174206 w 2915191"/>
                <a:gd name="connsiteY223" fmla="*/ 126169 h 407916"/>
                <a:gd name="connsiteX224" fmla="*/ 2183950 w 2915191"/>
                <a:gd name="connsiteY224" fmla="*/ 141219 h 407916"/>
                <a:gd name="connsiteX225" fmla="*/ 2193709 w 2915191"/>
                <a:gd name="connsiteY225" fmla="*/ 136402 h 407916"/>
                <a:gd name="connsiteX226" fmla="*/ 2203452 w 2915191"/>
                <a:gd name="connsiteY226" fmla="*/ 139712 h 407916"/>
                <a:gd name="connsiteX227" fmla="*/ 2213196 w 2915191"/>
                <a:gd name="connsiteY227" fmla="*/ 167368 h 407916"/>
                <a:gd name="connsiteX228" fmla="*/ 2222955 w 2915191"/>
                <a:gd name="connsiteY228" fmla="*/ 164725 h 407916"/>
                <a:gd name="connsiteX229" fmla="*/ 2232699 w 2915191"/>
                <a:gd name="connsiteY229" fmla="*/ 191774 h 407916"/>
                <a:gd name="connsiteX230" fmla="*/ 2242458 w 2915191"/>
                <a:gd name="connsiteY230" fmla="*/ 217570 h 407916"/>
                <a:gd name="connsiteX231" fmla="*/ 2252202 w 2915191"/>
                <a:gd name="connsiteY231" fmla="*/ 211248 h 407916"/>
                <a:gd name="connsiteX232" fmla="*/ 2261946 w 2915191"/>
                <a:gd name="connsiteY232" fmla="*/ 227601 h 407916"/>
                <a:gd name="connsiteX233" fmla="*/ 2271705 w 2915191"/>
                <a:gd name="connsiteY233" fmla="*/ 234364 h 407916"/>
                <a:gd name="connsiteX234" fmla="*/ 2281449 w 2915191"/>
                <a:gd name="connsiteY234" fmla="*/ 223316 h 407916"/>
                <a:gd name="connsiteX235" fmla="*/ 2291208 w 2915191"/>
                <a:gd name="connsiteY235" fmla="*/ 209673 h 407916"/>
                <a:gd name="connsiteX236" fmla="*/ 2300951 w 2915191"/>
                <a:gd name="connsiteY236" fmla="*/ 204961 h 407916"/>
                <a:gd name="connsiteX237" fmla="*/ 2310695 w 2915191"/>
                <a:gd name="connsiteY237" fmla="*/ 237056 h 407916"/>
                <a:gd name="connsiteX238" fmla="*/ 2320454 w 2915191"/>
                <a:gd name="connsiteY238" fmla="*/ 277520 h 407916"/>
                <a:gd name="connsiteX239" fmla="*/ 2330198 w 2915191"/>
                <a:gd name="connsiteY239" fmla="*/ 260930 h 407916"/>
                <a:gd name="connsiteX240" fmla="*/ 2339957 w 2915191"/>
                <a:gd name="connsiteY240" fmla="*/ 274059 h 407916"/>
                <a:gd name="connsiteX241" fmla="*/ 2349701 w 2915191"/>
                <a:gd name="connsiteY241" fmla="*/ 270633 h 407916"/>
                <a:gd name="connsiteX242" fmla="*/ 2359445 w 2915191"/>
                <a:gd name="connsiteY242" fmla="*/ 272234 h 407916"/>
                <a:gd name="connsiteX243" fmla="*/ 2369204 w 2915191"/>
                <a:gd name="connsiteY243" fmla="*/ 286387 h 407916"/>
                <a:gd name="connsiteX244" fmla="*/ 2378948 w 2915191"/>
                <a:gd name="connsiteY244" fmla="*/ 281256 h 407916"/>
                <a:gd name="connsiteX245" fmla="*/ 2388692 w 2915191"/>
                <a:gd name="connsiteY245" fmla="*/ 261838 h 407916"/>
                <a:gd name="connsiteX246" fmla="*/ 2398450 w 2915191"/>
                <a:gd name="connsiteY246" fmla="*/ 251800 h 407916"/>
                <a:gd name="connsiteX247" fmla="*/ 2408194 w 2915191"/>
                <a:gd name="connsiteY247" fmla="*/ 243139 h 407916"/>
                <a:gd name="connsiteX248" fmla="*/ 2417953 w 2915191"/>
                <a:gd name="connsiteY248" fmla="*/ 238959 h 407916"/>
                <a:gd name="connsiteX249" fmla="*/ 2427697 w 2915191"/>
                <a:gd name="connsiteY249" fmla="*/ 253091 h 407916"/>
                <a:gd name="connsiteX250" fmla="*/ 2437441 w 2915191"/>
                <a:gd name="connsiteY250" fmla="*/ 243910 h 407916"/>
                <a:gd name="connsiteX251" fmla="*/ 2447200 w 2915191"/>
                <a:gd name="connsiteY251" fmla="*/ 218470 h 407916"/>
                <a:gd name="connsiteX252" fmla="*/ 2456944 w 2915191"/>
                <a:gd name="connsiteY252" fmla="*/ 254974 h 407916"/>
                <a:gd name="connsiteX253" fmla="*/ 2466703 w 2915191"/>
                <a:gd name="connsiteY253" fmla="*/ 217174 h 407916"/>
                <a:gd name="connsiteX254" fmla="*/ 2476446 w 2915191"/>
                <a:gd name="connsiteY254" fmla="*/ 207419 h 407916"/>
                <a:gd name="connsiteX255" fmla="*/ 2486190 w 2915191"/>
                <a:gd name="connsiteY255" fmla="*/ 201126 h 407916"/>
                <a:gd name="connsiteX256" fmla="*/ 2495949 w 2915191"/>
                <a:gd name="connsiteY256" fmla="*/ 218193 h 407916"/>
                <a:gd name="connsiteX257" fmla="*/ 2505693 w 2915191"/>
                <a:gd name="connsiteY257" fmla="*/ 234339 h 407916"/>
                <a:gd name="connsiteX258" fmla="*/ 2515452 w 2915191"/>
                <a:gd name="connsiteY258" fmla="*/ 225848 h 407916"/>
                <a:gd name="connsiteX259" fmla="*/ 2525196 w 2915191"/>
                <a:gd name="connsiteY259" fmla="*/ 204021 h 407916"/>
                <a:gd name="connsiteX260" fmla="*/ 2534940 w 2915191"/>
                <a:gd name="connsiteY260" fmla="*/ 203079 h 407916"/>
                <a:gd name="connsiteX261" fmla="*/ 2544699 w 2915191"/>
                <a:gd name="connsiteY261" fmla="*/ 192692 h 407916"/>
                <a:gd name="connsiteX262" fmla="*/ 2554443 w 2915191"/>
                <a:gd name="connsiteY262" fmla="*/ 231325 h 407916"/>
                <a:gd name="connsiteX263" fmla="*/ 2564202 w 2915191"/>
                <a:gd name="connsiteY263" fmla="*/ 239887 h 407916"/>
                <a:gd name="connsiteX264" fmla="*/ 2573946 w 2915191"/>
                <a:gd name="connsiteY264" fmla="*/ 222251 h 407916"/>
                <a:gd name="connsiteX265" fmla="*/ 2583690 w 2915191"/>
                <a:gd name="connsiteY265" fmla="*/ 220298 h 407916"/>
                <a:gd name="connsiteX266" fmla="*/ 2593448 w 2915191"/>
                <a:gd name="connsiteY266" fmla="*/ 215929 h 407916"/>
                <a:gd name="connsiteX267" fmla="*/ 2603192 w 2915191"/>
                <a:gd name="connsiteY267" fmla="*/ 239643 h 407916"/>
                <a:gd name="connsiteX268" fmla="*/ 2612951 w 2915191"/>
                <a:gd name="connsiteY268" fmla="*/ 267601 h 407916"/>
                <a:gd name="connsiteX269" fmla="*/ 2622695 w 2915191"/>
                <a:gd name="connsiteY269" fmla="*/ 289679 h 407916"/>
                <a:gd name="connsiteX270" fmla="*/ 2632439 w 2915191"/>
                <a:gd name="connsiteY270" fmla="*/ 295258 h 407916"/>
                <a:gd name="connsiteX271" fmla="*/ 2642198 w 2915191"/>
                <a:gd name="connsiteY271" fmla="*/ 306164 h 407916"/>
                <a:gd name="connsiteX272" fmla="*/ 2651942 w 2915191"/>
                <a:gd name="connsiteY272" fmla="*/ 278744 h 407916"/>
                <a:gd name="connsiteX273" fmla="*/ 2661685 w 2915191"/>
                <a:gd name="connsiteY273" fmla="*/ 282388 h 407916"/>
                <a:gd name="connsiteX274" fmla="*/ 2671444 w 2915191"/>
                <a:gd name="connsiteY274" fmla="*/ 275822 h 407916"/>
                <a:gd name="connsiteX275" fmla="*/ 2681188 w 2915191"/>
                <a:gd name="connsiteY275" fmla="*/ 241526 h 407916"/>
                <a:gd name="connsiteX276" fmla="*/ 2690947 w 2915191"/>
                <a:gd name="connsiteY276" fmla="*/ 253888 h 407916"/>
                <a:gd name="connsiteX277" fmla="*/ 2700691 w 2915191"/>
                <a:gd name="connsiteY277" fmla="*/ 234208 h 407916"/>
                <a:gd name="connsiteX278" fmla="*/ 2710435 w 2915191"/>
                <a:gd name="connsiteY278" fmla="*/ 224821 h 407916"/>
                <a:gd name="connsiteX279" fmla="*/ 2720194 w 2915191"/>
                <a:gd name="connsiteY279" fmla="*/ 206850 h 407916"/>
                <a:gd name="connsiteX280" fmla="*/ 2729938 w 2915191"/>
                <a:gd name="connsiteY280" fmla="*/ 245844 h 407916"/>
                <a:gd name="connsiteX281" fmla="*/ 2739697 w 2915191"/>
                <a:gd name="connsiteY281" fmla="*/ 208125 h 407916"/>
                <a:gd name="connsiteX282" fmla="*/ 2749441 w 2915191"/>
                <a:gd name="connsiteY282" fmla="*/ 212690 h 407916"/>
                <a:gd name="connsiteX283" fmla="*/ 2759185 w 2915191"/>
                <a:gd name="connsiteY283" fmla="*/ 207945 h 407916"/>
                <a:gd name="connsiteX284" fmla="*/ 2768943 w 2915191"/>
                <a:gd name="connsiteY284" fmla="*/ 166249 h 407916"/>
                <a:gd name="connsiteX285" fmla="*/ 2778687 w 2915191"/>
                <a:gd name="connsiteY285" fmla="*/ 182535 h 407916"/>
                <a:gd name="connsiteX286" fmla="*/ 2788446 w 2915191"/>
                <a:gd name="connsiteY286" fmla="*/ 180787 h 407916"/>
                <a:gd name="connsiteX287" fmla="*/ 2798190 w 2915191"/>
                <a:gd name="connsiteY287" fmla="*/ 199269 h 407916"/>
                <a:gd name="connsiteX288" fmla="*/ 2807934 w 2915191"/>
                <a:gd name="connsiteY288" fmla="*/ 205262 h 407916"/>
                <a:gd name="connsiteX289" fmla="*/ 2817693 w 2915191"/>
                <a:gd name="connsiteY289" fmla="*/ 213994 h 407916"/>
                <a:gd name="connsiteX290" fmla="*/ 2827437 w 2915191"/>
                <a:gd name="connsiteY290" fmla="*/ 190857 h 407916"/>
                <a:gd name="connsiteX291" fmla="*/ 2837196 w 2915191"/>
                <a:gd name="connsiteY291" fmla="*/ 196987 h 407916"/>
                <a:gd name="connsiteX292" fmla="*/ 2846940 w 2915191"/>
                <a:gd name="connsiteY292" fmla="*/ 189080 h 407916"/>
                <a:gd name="connsiteX293" fmla="*/ 2856684 w 2915191"/>
                <a:gd name="connsiteY293" fmla="*/ 196419 h 407916"/>
                <a:gd name="connsiteX294" fmla="*/ 2866442 w 2915191"/>
                <a:gd name="connsiteY294" fmla="*/ 161874 h 407916"/>
                <a:gd name="connsiteX295" fmla="*/ 2876186 w 2915191"/>
                <a:gd name="connsiteY295" fmla="*/ 184379 h 407916"/>
                <a:gd name="connsiteX296" fmla="*/ 2885945 w 2915191"/>
                <a:gd name="connsiteY296" fmla="*/ 181870 h 407916"/>
                <a:gd name="connsiteX297" fmla="*/ 2895689 w 2915191"/>
                <a:gd name="connsiteY297" fmla="*/ 181471 h 407916"/>
                <a:gd name="connsiteX298" fmla="*/ 2905433 w 2915191"/>
                <a:gd name="connsiteY298" fmla="*/ 169686 h 407916"/>
                <a:gd name="connsiteX299" fmla="*/ 2915192 w 2915191"/>
                <a:gd name="connsiteY299" fmla="*/ 219988 h 407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07916">
                  <a:moveTo>
                    <a:pt x="0" y="5090"/>
                  </a:moveTo>
                  <a:lnTo>
                    <a:pt x="9750" y="13208"/>
                  </a:lnTo>
                  <a:lnTo>
                    <a:pt x="19500" y="11886"/>
                  </a:lnTo>
                  <a:lnTo>
                    <a:pt x="29250" y="19232"/>
                  </a:lnTo>
                  <a:lnTo>
                    <a:pt x="39000" y="31902"/>
                  </a:lnTo>
                  <a:lnTo>
                    <a:pt x="48749" y="46954"/>
                  </a:lnTo>
                  <a:lnTo>
                    <a:pt x="58499" y="72683"/>
                  </a:lnTo>
                  <a:lnTo>
                    <a:pt x="68249" y="75428"/>
                  </a:lnTo>
                  <a:lnTo>
                    <a:pt x="77998" y="60998"/>
                  </a:lnTo>
                  <a:lnTo>
                    <a:pt x="87748" y="26970"/>
                  </a:lnTo>
                  <a:lnTo>
                    <a:pt x="97497" y="34381"/>
                  </a:lnTo>
                  <a:lnTo>
                    <a:pt x="107247" y="0"/>
                  </a:lnTo>
                  <a:lnTo>
                    <a:pt x="116997" y="10419"/>
                  </a:lnTo>
                  <a:lnTo>
                    <a:pt x="126747" y="3722"/>
                  </a:lnTo>
                  <a:lnTo>
                    <a:pt x="136497" y="33548"/>
                  </a:lnTo>
                  <a:lnTo>
                    <a:pt x="146247" y="55972"/>
                  </a:lnTo>
                  <a:lnTo>
                    <a:pt x="155997" y="65296"/>
                  </a:lnTo>
                  <a:lnTo>
                    <a:pt x="165747" y="84447"/>
                  </a:lnTo>
                  <a:lnTo>
                    <a:pt x="175497" y="86070"/>
                  </a:lnTo>
                  <a:lnTo>
                    <a:pt x="185247" y="85708"/>
                  </a:lnTo>
                  <a:lnTo>
                    <a:pt x="194996" y="139055"/>
                  </a:lnTo>
                  <a:lnTo>
                    <a:pt x="204746" y="146590"/>
                  </a:lnTo>
                  <a:lnTo>
                    <a:pt x="214495" y="130347"/>
                  </a:lnTo>
                  <a:lnTo>
                    <a:pt x="224245" y="167695"/>
                  </a:lnTo>
                  <a:lnTo>
                    <a:pt x="233995" y="154927"/>
                  </a:lnTo>
                  <a:lnTo>
                    <a:pt x="243744" y="143805"/>
                  </a:lnTo>
                  <a:lnTo>
                    <a:pt x="253494" y="155556"/>
                  </a:lnTo>
                  <a:lnTo>
                    <a:pt x="263244" y="197371"/>
                  </a:lnTo>
                  <a:lnTo>
                    <a:pt x="272994" y="200117"/>
                  </a:lnTo>
                  <a:lnTo>
                    <a:pt x="282744" y="202742"/>
                  </a:lnTo>
                  <a:lnTo>
                    <a:pt x="292494" y="198623"/>
                  </a:lnTo>
                  <a:lnTo>
                    <a:pt x="302244" y="200639"/>
                  </a:lnTo>
                  <a:lnTo>
                    <a:pt x="311994" y="199404"/>
                  </a:lnTo>
                  <a:lnTo>
                    <a:pt x="321744" y="164041"/>
                  </a:lnTo>
                  <a:lnTo>
                    <a:pt x="331493" y="185209"/>
                  </a:lnTo>
                  <a:lnTo>
                    <a:pt x="341243" y="202513"/>
                  </a:lnTo>
                  <a:lnTo>
                    <a:pt x="350993" y="236191"/>
                  </a:lnTo>
                  <a:lnTo>
                    <a:pt x="360742" y="250947"/>
                  </a:lnTo>
                  <a:lnTo>
                    <a:pt x="370492" y="253749"/>
                  </a:lnTo>
                  <a:lnTo>
                    <a:pt x="380241" y="282643"/>
                  </a:lnTo>
                  <a:lnTo>
                    <a:pt x="389991" y="314911"/>
                  </a:lnTo>
                  <a:lnTo>
                    <a:pt x="399741" y="319446"/>
                  </a:lnTo>
                  <a:lnTo>
                    <a:pt x="409491" y="333058"/>
                  </a:lnTo>
                  <a:lnTo>
                    <a:pt x="419241" y="325284"/>
                  </a:lnTo>
                  <a:lnTo>
                    <a:pt x="428991" y="305571"/>
                  </a:lnTo>
                  <a:lnTo>
                    <a:pt x="438741" y="320283"/>
                  </a:lnTo>
                  <a:lnTo>
                    <a:pt x="448491" y="280163"/>
                  </a:lnTo>
                  <a:lnTo>
                    <a:pt x="458241" y="259089"/>
                  </a:lnTo>
                  <a:lnTo>
                    <a:pt x="467991" y="293917"/>
                  </a:lnTo>
                  <a:lnTo>
                    <a:pt x="477740" y="285588"/>
                  </a:lnTo>
                  <a:lnTo>
                    <a:pt x="487490" y="276552"/>
                  </a:lnTo>
                  <a:lnTo>
                    <a:pt x="497239" y="300043"/>
                  </a:lnTo>
                  <a:lnTo>
                    <a:pt x="506989" y="306751"/>
                  </a:lnTo>
                  <a:lnTo>
                    <a:pt x="516738" y="309482"/>
                  </a:lnTo>
                  <a:lnTo>
                    <a:pt x="526488" y="314723"/>
                  </a:lnTo>
                  <a:lnTo>
                    <a:pt x="536238" y="342806"/>
                  </a:lnTo>
                  <a:lnTo>
                    <a:pt x="545988" y="325833"/>
                  </a:lnTo>
                  <a:lnTo>
                    <a:pt x="555738" y="309105"/>
                  </a:lnTo>
                  <a:lnTo>
                    <a:pt x="565488" y="312922"/>
                  </a:lnTo>
                  <a:lnTo>
                    <a:pt x="575238" y="308862"/>
                  </a:lnTo>
                  <a:lnTo>
                    <a:pt x="584988" y="350189"/>
                  </a:lnTo>
                  <a:lnTo>
                    <a:pt x="594738" y="372248"/>
                  </a:lnTo>
                  <a:lnTo>
                    <a:pt x="604488" y="358423"/>
                  </a:lnTo>
                  <a:lnTo>
                    <a:pt x="614237" y="352228"/>
                  </a:lnTo>
                  <a:lnTo>
                    <a:pt x="623987" y="355289"/>
                  </a:lnTo>
                  <a:lnTo>
                    <a:pt x="633736" y="330541"/>
                  </a:lnTo>
                  <a:lnTo>
                    <a:pt x="643486" y="310854"/>
                  </a:lnTo>
                  <a:lnTo>
                    <a:pt x="653236" y="316119"/>
                  </a:lnTo>
                  <a:lnTo>
                    <a:pt x="662985" y="309853"/>
                  </a:lnTo>
                  <a:lnTo>
                    <a:pt x="672735" y="286333"/>
                  </a:lnTo>
                  <a:lnTo>
                    <a:pt x="682485" y="301768"/>
                  </a:lnTo>
                  <a:lnTo>
                    <a:pt x="692235" y="292002"/>
                  </a:lnTo>
                  <a:lnTo>
                    <a:pt x="701985" y="263785"/>
                  </a:lnTo>
                  <a:lnTo>
                    <a:pt x="711735" y="289657"/>
                  </a:lnTo>
                  <a:lnTo>
                    <a:pt x="721485" y="316085"/>
                  </a:lnTo>
                  <a:lnTo>
                    <a:pt x="731235" y="284475"/>
                  </a:lnTo>
                  <a:lnTo>
                    <a:pt x="740985" y="294122"/>
                  </a:lnTo>
                  <a:lnTo>
                    <a:pt x="750734" y="288045"/>
                  </a:lnTo>
                  <a:lnTo>
                    <a:pt x="760484" y="308306"/>
                  </a:lnTo>
                  <a:lnTo>
                    <a:pt x="770233" y="335930"/>
                  </a:lnTo>
                  <a:lnTo>
                    <a:pt x="779983" y="302589"/>
                  </a:lnTo>
                  <a:lnTo>
                    <a:pt x="789733" y="295019"/>
                  </a:lnTo>
                  <a:lnTo>
                    <a:pt x="799482" y="332775"/>
                  </a:lnTo>
                  <a:lnTo>
                    <a:pt x="809232" y="346187"/>
                  </a:lnTo>
                  <a:lnTo>
                    <a:pt x="818982" y="367200"/>
                  </a:lnTo>
                  <a:lnTo>
                    <a:pt x="828732" y="383944"/>
                  </a:lnTo>
                  <a:lnTo>
                    <a:pt x="838482" y="387549"/>
                  </a:lnTo>
                  <a:lnTo>
                    <a:pt x="848232" y="385017"/>
                  </a:lnTo>
                  <a:lnTo>
                    <a:pt x="857982" y="407916"/>
                  </a:lnTo>
                  <a:lnTo>
                    <a:pt x="867732" y="402389"/>
                  </a:lnTo>
                  <a:lnTo>
                    <a:pt x="877482" y="376107"/>
                  </a:lnTo>
                  <a:lnTo>
                    <a:pt x="887231" y="360386"/>
                  </a:lnTo>
                  <a:lnTo>
                    <a:pt x="896981" y="378684"/>
                  </a:lnTo>
                  <a:lnTo>
                    <a:pt x="906730" y="385255"/>
                  </a:lnTo>
                  <a:lnTo>
                    <a:pt x="916480" y="363909"/>
                  </a:lnTo>
                  <a:lnTo>
                    <a:pt x="926230" y="344479"/>
                  </a:lnTo>
                  <a:lnTo>
                    <a:pt x="935979" y="348073"/>
                  </a:lnTo>
                  <a:lnTo>
                    <a:pt x="945729" y="359337"/>
                  </a:lnTo>
                  <a:lnTo>
                    <a:pt x="955479" y="364375"/>
                  </a:lnTo>
                  <a:lnTo>
                    <a:pt x="965229" y="344779"/>
                  </a:lnTo>
                  <a:lnTo>
                    <a:pt x="974979" y="387579"/>
                  </a:lnTo>
                  <a:lnTo>
                    <a:pt x="984729" y="405577"/>
                  </a:lnTo>
                  <a:lnTo>
                    <a:pt x="994474" y="362440"/>
                  </a:lnTo>
                  <a:lnTo>
                    <a:pt x="1004233" y="340132"/>
                  </a:lnTo>
                  <a:lnTo>
                    <a:pt x="1013977" y="358808"/>
                  </a:lnTo>
                  <a:lnTo>
                    <a:pt x="1023721" y="361631"/>
                  </a:lnTo>
                  <a:lnTo>
                    <a:pt x="1033480" y="351051"/>
                  </a:lnTo>
                  <a:lnTo>
                    <a:pt x="1043224" y="326254"/>
                  </a:lnTo>
                  <a:lnTo>
                    <a:pt x="1052983" y="316499"/>
                  </a:lnTo>
                  <a:lnTo>
                    <a:pt x="1062727" y="296076"/>
                  </a:lnTo>
                  <a:lnTo>
                    <a:pt x="1072471" y="266242"/>
                  </a:lnTo>
                  <a:lnTo>
                    <a:pt x="1082230" y="271485"/>
                  </a:lnTo>
                  <a:lnTo>
                    <a:pt x="1091973" y="265297"/>
                  </a:lnTo>
                  <a:lnTo>
                    <a:pt x="1101732" y="282930"/>
                  </a:lnTo>
                  <a:lnTo>
                    <a:pt x="1111476" y="270922"/>
                  </a:lnTo>
                  <a:lnTo>
                    <a:pt x="1121220" y="268164"/>
                  </a:lnTo>
                  <a:lnTo>
                    <a:pt x="1130979" y="257527"/>
                  </a:lnTo>
                  <a:lnTo>
                    <a:pt x="1140723" y="266072"/>
                  </a:lnTo>
                  <a:lnTo>
                    <a:pt x="1150482" y="286150"/>
                  </a:lnTo>
                  <a:lnTo>
                    <a:pt x="1160226" y="256826"/>
                  </a:lnTo>
                  <a:lnTo>
                    <a:pt x="1169969" y="208055"/>
                  </a:lnTo>
                  <a:lnTo>
                    <a:pt x="1179728" y="224103"/>
                  </a:lnTo>
                  <a:lnTo>
                    <a:pt x="1189472" y="247767"/>
                  </a:lnTo>
                  <a:lnTo>
                    <a:pt x="1199231" y="259722"/>
                  </a:lnTo>
                  <a:lnTo>
                    <a:pt x="1208975" y="256860"/>
                  </a:lnTo>
                  <a:lnTo>
                    <a:pt x="1218719" y="251046"/>
                  </a:lnTo>
                  <a:lnTo>
                    <a:pt x="1228478" y="265332"/>
                  </a:lnTo>
                  <a:lnTo>
                    <a:pt x="1238222" y="254023"/>
                  </a:lnTo>
                  <a:lnTo>
                    <a:pt x="1247966" y="274481"/>
                  </a:lnTo>
                  <a:lnTo>
                    <a:pt x="1257725" y="286001"/>
                  </a:lnTo>
                  <a:lnTo>
                    <a:pt x="1267469" y="284718"/>
                  </a:lnTo>
                  <a:lnTo>
                    <a:pt x="1277227" y="301369"/>
                  </a:lnTo>
                  <a:lnTo>
                    <a:pt x="1286971" y="310094"/>
                  </a:lnTo>
                  <a:lnTo>
                    <a:pt x="1296715" y="318662"/>
                  </a:lnTo>
                  <a:lnTo>
                    <a:pt x="1306474" y="309011"/>
                  </a:lnTo>
                  <a:lnTo>
                    <a:pt x="1316218" y="277654"/>
                  </a:lnTo>
                  <a:lnTo>
                    <a:pt x="1325977" y="290284"/>
                  </a:lnTo>
                  <a:lnTo>
                    <a:pt x="1335721" y="289694"/>
                  </a:lnTo>
                  <a:lnTo>
                    <a:pt x="1345465" y="280889"/>
                  </a:lnTo>
                  <a:lnTo>
                    <a:pt x="1355224" y="309573"/>
                  </a:lnTo>
                  <a:lnTo>
                    <a:pt x="1364967" y="293073"/>
                  </a:lnTo>
                  <a:lnTo>
                    <a:pt x="1374726" y="290114"/>
                  </a:lnTo>
                  <a:lnTo>
                    <a:pt x="1384470" y="252740"/>
                  </a:lnTo>
                  <a:lnTo>
                    <a:pt x="1394214" y="238568"/>
                  </a:lnTo>
                  <a:lnTo>
                    <a:pt x="1403973" y="223659"/>
                  </a:lnTo>
                  <a:lnTo>
                    <a:pt x="1413717" y="214259"/>
                  </a:lnTo>
                  <a:lnTo>
                    <a:pt x="1423476" y="199281"/>
                  </a:lnTo>
                  <a:lnTo>
                    <a:pt x="1433220" y="197660"/>
                  </a:lnTo>
                  <a:lnTo>
                    <a:pt x="1442964" y="162028"/>
                  </a:lnTo>
                  <a:lnTo>
                    <a:pt x="1452722" y="126290"/>
                  </a:lnTo>
                  <a:lnTo>
                    <a:pt x="1462466" y="139985"/>
                  </a:lnTo>
                  <a:lnTo>
                    <a:pt x="1472225" y="136977"/>
                  </a:lnTo>
                  <a:lnTo>
                    <a:pt x="1481969" y="109007"/>
                  </a:lnTo>
                  <a:lnTo>
                    <a:pt x="1491713" y="120263"/>
                  </a:lnTo>
                  <a:lnTo>
                    <a:pt x="1501472" y="145655"/>
                  </a:lnTo>
                  <a:lnTo>
                    <a:pt x="1511216" y="159462"/>
                  </a:lnTo>
                  <a:lnTo>
                    <a:pt x="1520960" y="167614"/>
                  </a:lnTo>
                  <a:lnTo>
                    <a:pt x="1530719" y="164443"/>
                  </a:lnTo>
                  <a:lnTo>
                    <a:pt x="1540463" y="181864"/>
                  </a:lnTo>
                  <a:lnTo>
                    <a:pt x="1550221" y="157351"/>
                  </a:lnTo>
                  <a:lnTo>
                    <a:pt x="1559965" y="142592"/>
                  </a:lnTo>
                  <a:lnTo>
                    <a:pt x="1569709" y="150370"/>
                  </a:lnTo>
                  <a:lnTo>
                    <a:pt x="1579468" y="176021"/>
                  </a:lnTo>
                  <a:lnTo>
                    <a:pt x="1589212" y="177958"/>
                  </a:lnTo>
                  <a:lnTo>
                    <a:pt x="1598971" y="224507"/>
                  </a:lnTo>
                  <a:lnTo>
                    <a:pt x="1608715" y="233848"/>
                  </a:lnTo>
                  <a:lnTo>
                    <a:pt x="1618459" y="231518"/>
                  </a:lnTo>
                  <a:lnTo>
                    <a:pt x="1628218" y="254789"/>
                  </a:lnTo>
                  <a:lnTo>
                    <a:pt x="1637962" y="274201"/>
                  </a:lnTo>
                  <a:lnTo>
                    <a:pt x="1647720" y="264079"/>
                  </a:lnTo>
                  <a:lnTo>
                    <a:pt x="1657464" y="262477"/>
                  </a:lnTo>
                  <a:lnTo>
                    <a:pt x="1667208" y="248426"/>
                  </a:lnTo>
                  <a:lnTo>
                    <a:pt x="1676967" y="248174"/>
                  </a:lnTo>
                  <a:lnTo>
                    <a:pt x="1686711" y="244220"/>
                  </a:lnTo>
                  <a:lnTo>
                    <a:pt x="1696470" y="226395"/>
                  </a:lnTo>
                  <a:lnTo>
                    <a:pt x="1706214" y="228676"/>
                  </a:lnTo>
                  <a:lnTo>
                    <a:pt x="1715958" y="217610"/>
                  </a:lnTo>
                  <a:lnTo>
                    <a:pt x="1725716" y="213864"/>
                  </a:lnTo>
                  <a:lnTo>
                    <a:pt x="1735460" y="177369"/>
                  </a:lnTo>
                  <a:lnTo>
                    <a:pt x="1745219" y="208061"/>
                  </a:lnTo>
                  <a:lnTo>
                    <a:pt x="1754963" y="196772"/>
                  </a:lnTo>
                  <a:lnTo>
                    <a:pt x="1764707" y="217297"/>
                  </a:lnTo>
                  <a:lnTo>
                    <a:pt x="1774466" y="230367"/>
                  </a:lnTo>
                  <a:lnTo>
                    <a:pt x="1784210" y="223619"/>
                  </a:lnTo>
                  <a:lnTo>
                    <a:pt x="1793969" y="219544"/>
                  </a:lnTo>
                  <a:lnTo>
                    <a:pt x="1803713" y="193673"/>
                  </a:lnTo>
                  <a:lnTo>
                    <a:pt x="1813457" y="207753"/>
                  </a:lnTo>
                  <a:lnTo>
                    <a:pt x="1823215" y="212641"/>
                  </a:lnTo>
                  <a:lnTo>
                    <a:pt x="1832959" y="229027"/>
                  </a:lnTo>
                  <a:lnTo>
                    <a:pt x="1842703" y="229522"/>
                  </a:lnTo>
                  <a:lnTo>
                    <a:pt x="1852462" y="220244"/>
                  </a:lnTo>
                  <a:lnTo>
                    <a:pt x="1862206" y="179840"/>
                  </a:lnTo>
                  <a:lnTo>
                    <a:pt x="1871965" y="221262"/>
                  </a:lnTo>
                  <a:lnTo>
                    <a:pt x="1881709" y="199810"/>
                  </a:lnTo>
                  <a:lnTo>
                    <a:pt x="1891453" y="191747"/>
                  </a:lnTo>
                  <a:lnTo>
                    <a:pt x="1901212" y="169606"/>
                  </a:lnTo>
                  <a:lnTo>
                    <a:pt x="1910956" y="190850"/>
                  </a:lnTo>
                  <a:lnTo>
                    <a:pt x="1920714" y="198843"/>
                  </a:lnTo>
                  <a:lnTo>
                    <a:pt x="1930458" y="183506"/>
                  </a:lnTo>
                  <a:lnTo>
                    <a:pt x="1940202" y="163351"/>
                  </a:lnTo>
                  <a:lnTo>
                    <a:pt x="1949961" y="196521"/>
                  </a:lnTo>
                  <a:lnTo>
                    <a:pt x="1959705" y="237566"/>
                  </a:lnTo>
                  <a:lnTo>
                    <a:pt x="1969464" y="241435"/>
                  </a:lnTo>
                  <a:lnTo>
                    <a:pt x="1979208" y="241471"/>
                  </a:lnTo>
                  <a:lnTo>
                    <a:pt x="1988952" y="232421"/>
                  </a:lnTo>
                  <a:lnTo>
                    <a:pt x="1998711" y="243659"/>
                  </a:lnTo>
                  <a:lnTo>
                    <a:pt x="2008454" y="223160"/>
                  </a:lnTo>
                  <a:lnTo>
                    <a:pt x="2018213" y="255436"/>
                  </a:lnTo>
                  <a:lnTo>
                    <a:pt x="2027957" y="220350"/>
                  </a:lnTo>
                  <a:lnTo>
                    <a:pt x="2037701" y="226770"/>
                  </a:lnTo>
                  <a:lnTo>
                    <a:pt x="2047460" y="191007"/>
                  </a:lnTo>
                  <a:lnTo>
                    <a:pt x="2057204" y="170295"/>
                  </a:lnTo>
                  <a:lnTo>
                    <a:pt x="2066963" y="173134"/>
                  </a:lnTo>
                  <a:lnTo>
                    <a:pt x="2076707" y="138854"/>
                  </a:lnTo>
                  <a:lnTo>
                    <a:pt x="2086451" y="148468"/>
                  </a:lnTo>
                  <a:lnTo>
                    <a:pt x="2096210" y="159520"/>
                  </a:lnTo>
                  <a:lnTo>
                    <a:pt x="2105954" y="151853"/>
                  </a:lnTo>
                  <a:lnTo>
                    <a:pt x="2115697" y="118894"/>
                  </a:lnTo>
                  <a:lnTo>
                    <a:pt x="2125456" y="123796"/>
                  </a:lnTo>
                  <a:lnTo>
                    <a:pt x="2135200" y="123384"/>
                  </a:lnTo>
                  <a:lnTo>
                    <a:pt x="2144959" y="159418"/>
                  </a:lnTo>
                  <a:lnTo>
                    <a:pt x="2154703" y="153573"/>
                  </a:lnTo>
                  <a:lnTo>
                    <a:pt x="2164447" y="127784"/>
                  </a:lnTo>
                  <a:lnTo>
                    <a:pt x="2174206" y="126169"/>
                  </a:lnTo>
                  <a:lnTo>
                    <a:pt x="2183950" y="141219"/>
                  </a:lnTo>
                  <a:lnTo>
                    <a:pt x="2193709" y="136402"/>
                  </a:lnTo>
                  <a:lnTo>
                    <a:pt x="2203452" y="139712"/>
                  </a:lnTo>
                  <a:lnTo>
                    <a:pt x="2213196" y="167368"/>
                  </a:lnTo>
                  <a:lnTo>
                    <a:pt x="2222955" y="164725"/>
                  </a:lnTo>
                  <a:lnTo>
                    <a:pt x="2232699" y="191774"/>
                  </a:lnTo>
                  <a:lnTo>
                    <a:pt x="2242458" y="217570"/>
                  </a:lnTo>
                  <a:lnTo>
                    <a:pt x="2252202" y="211248"/>
                  </a:lnTo>
                  <a:lnTo>
                    <a:pt x="2261946" y="227601"/>
                  </a:lnTo>
                  <a:lnTo>
                    <a:pt x="2271705" y="234364"/>
                  </a:lnTo>
                  <a:lnTo>
                    <a:pt x="2281449" y="223316"/>
                  </a:lnTo>
                  <a:lnTo>
                    <a:pt x="2291208" y="209673"/>
                  </a:lnTo>
                  <a:lnTo>
                    <a:pt x="2300951" y="204961"/>
                  </a:lnTo>
                  <a:lnTo>
                    <a:pt x="2310695" y="237056"/>
                  </a:lnTo>
                  <a:lnTo>
                    <a:pt x="2320454" y="277520"/>
                  </a:lnTo>
                  <a:lnTo>
                    <a:pt x="2330198" y="260930"/>
                  </a:lnTo>
                  <a:lnTo>
                    <a:pt x="2339957" y="274059"/>
                  </a:lnTo>
                  <a:lnTo>
                    <a:pt x="2349701" y="270633"/>
                  </a:lnTo>
                  <a:lnTo>
                    <a:pt x="2359445" y="272234"/>
                  </a:lnTo>
                  <a:lnTo>
                    <a:pt x="2369204" y="286387"/>
                  </a:lnTo>
                  <a:lnTo>
                    <a:pt x="2378948" y="281256"/>
                  </a:lnTo>
                  <a:lnTo>
                    <a:pt x="2388692" y="261838"/>
                  </a:lnTo>
                  <a:lnTo>
                    <a:pt x="2398450" y="251800"/>
                  </a:lnTo>
                  <a:lnTo>
                    <a:pt x="2408194" y="243139"/>
                  </a:lnTo>
                  <a:lnTo>
                    <a:pt x="2417953" y="238959"/>
                  </a:lnTo>
                  <a:lnTo>
                    <a:pt x="2427697" y="253091"/>
                  </a:lnTo>
                  <a:lnTo>
                    <a:pt x="2437441" y="243910"/>
                  </a:lnTo>
                  <a:lnTo>
                    <a:pt x="2447200" y="218470"/>
                  </a:lnTo>
                  <a:lnTo>
                    <a:pt x="2456944" y="254974"/>
                  </a:lnTo>
                  <a:lnTo>
                    <a:pt x="2466703" y="217174"/>
                  </a:lnTo>
                  <a:lnTo>
                    <a:pt x="2476446" y="207419"/>
                  </a:lnTo>
                  <a:lnTo>
                    <a:pt x="2486190" y="201126"/>
                  </a:lnTo>
                  <a:lnTo>
                    <a:pt x="2495949" y="218193"/>
                  </a:lnTo>
                  <a:lnTo>
                    <a:pt x="2505693" y="234339"/>
                  </a:lnTo>
                  <a:lnTo>
                    <a:pt x="2515452" y="225848"/>
                  </a:lnTo>
                  <a:lnTo>
                    <a:pt x="2525196" y="204021"/>
                  </a:lnTo>
                  <a:lnTo>
                    <a:pt x="2534940" y="203079"/>
                  </a:lnTo>
                  <a:lnTo>
                    <a:pt x="2544699" y="192692"/>
                  </a:lnTo>
                  <a:lnTo>
                    <a:pt x="2554443" y="231325"/>
                  </a:lnTo>
                  <a:lnTo>
                    <a:pt x="2564202" y="239887"/>
                  </a:lnTo>
                  <a:lnTo>
                    <a:pt x="2573946" y="222251"/>
                  </a:lnTo>
                  <a:lnTo>
                    <a:pt x="2583690" y="220298"/>
                  </a:lnTo>
                  <a:lnTo>
                    <a:pt x="2593448" y="215929"/>
                  </a:lnTo>
                  <a:lnTo>
                    <a:pt x="2603192" y="239643"/>
                  </a:lnTo>
                  <a:lnTo>
                    <a:pt x="2612951" y="267601"/>
                  </a:lnTo>
                  <a:lnTo>
                    <a:pt x="2622695" y="289679"/>
                  </a:lnTo>
                  <a:lnTo>
                    <a:pt x="2632439" y="295258"/>
                  </a:lnTo>
                  <a:lnTo>
                    <a:pt x="2642198" y="306164"/>
                  </a:lnTo>
                  <a:lnTo>
                    <a:pt x="2651942" y="278744"/>
                  </a:lnTo>
                  <a:lnTo>
                    <a:pt x="2661685" y="282388"/>
                  </a:lnTo>
                  <a:lnTo>
                    <a:pt x="2671444" y="275822"/>
                  </a:lnTo>
                  <a:lnTo>
                    <a:pt x="2681188" y="241526"/>
                  </a:lnTo>
                  <a:lnTo>
                    <a:pt x="2690947" y="253888"/>
                  </a:lnTo>
                  <a:lnTo>
                    <a:pt x="2700691" y="234208"/>
                  </a:lnTo>
                  <a:lnTo>
                    <a:pt x="2710435" y="224821"/>
                  </a:lnTo>
                  <a:lnTo>
                    <a:pt x="2720194" y="206850"/>
                  </a:lnTo>
                  <a:lnTo>
                    <a:pt x="2729938" y="245844"/>
                  </a:lnTo>
                  <a:lnTo>
                    <a:pt x="2739697" y="208125"/>
                  </a:lnTo>
                  <a:lnTo>
                    <a:pt x="2749441" y="212690"/>
                  </a:lnTo>
                  <a:lnTo>
                    <a:pt x="2759185" y="207945"/>
                  </a:lnTo>
                  <a:lnTo>
                    <a:pt x="2768943" y="166249"/>
                  </a:lnTo>
                  <a:lnTo>
                    <a:pt x="2778687" y="182535"/>
                  </a:lnTo>
                  <a:lnTo>
                    <a:pt x="2788446" y="180787"/>
                  </a:lnTo>
                  <a:lnTo>
                    <a:pt x="2798190" y="199269"/>
                  </a:lnTo>
                  <a:lnTo>
                    <a:pt x="2807934" y="205262"/>
                  </a:lnTo>
                  <a:lnTo>
                    <a:pt x="2817693" y="213994"/>
                  </a:lnTo>
                  <a:lnTo>
                    <a:pt x="2827437" y="190857"/>
                  </a:lnTo>
                  <a:lnTo>
                    <a:pt x="2837196" y="196987"/>
                  </a:lnTo>
                  <a:lnTo>
                    <a:pt x="2846940" y="189080"/>
                  </a:lnTo>
                  <a:lnTo>
                    <a:pt x="2856684" y="196419"/>
                  </a:lnTo>
                  <a:lnTo>
                    <a:pt x="2866442" y="161874"/>
                  </a:lnTo>
                  <a:lnTo>
                    <a:pt x="2876186" y="184379"/>
                  </a:lnTo>
                  <a:lnTo>
                    <a:pt x="2885945" y="181870"/>
                  </a:lnTo>
                  <a:lnTo>
                    <a:pt x="2895689" y="181471"/>
                  </a:lnTo>
                  <a:lnTo>
                    <a:pt x="2905433" y="169686"/>
                  </a:lnTo>
                  <a:lnTo>
                    <a:pt x="2915192" y="21998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4" name="Freeform 1213">
              <a:extLst>
                <a:ext uri="{FF2B5EF4-FFF2-40B4-BE49-F238E27FC236}">
                  <a16:creationId xmlns:a16="http://schemas.microsoft.com/office/drawing/2014/main" id="{F3DAB1F3-8049-59DA-3E1D-E43C8E527ADC}"/>
                </a:ext>
              </a:extLst>
            </p:cNvPr>
            <p:cNvSpPr/>
            <p:nvPr/>
          </p:nvSpPr>
          <p:spPr>
            <a:xfrm>
              <a:off x="4426652" y="3575694"/>
              <a:ext cx="2915191" cy="382593"/>
            </a:xfrm>
            <a:custGeom>
              <a:avLst/>
              <a:gdLst>
                <a:gd name="connsiteX0" fmla="*/ 0 w 2915191"/>
                <a:gd name="connsiteY0" fmla="*/ 312000 h 382593"/>
                <a:gd name="connsiteX1" fmla="*/ 9750 w 2915191"/>
                <a:gd name="connsiteY1" fmla="*/ 333789 h 382593"/>
                <a:gd name="connsiteX2" fmla="*/ 19500 w 2915191"/>
                <a:gd name="connsiteY2" fmla="*/ 329983 h 382593"/>
                <a:gd name="connsiteX3" fmla="*/ 29250 w 2915191"/>
                <a:gd name="connsiteY3" fmla="*/ 335083 h 382593"/>
                <a:gd name="connsiteX4" fmla="*/ 39000 w 2915191"/>
                <a:gd name="connsiteY4" fmla="*/ 361692 h 382593"/>
                <a:gd name="connsiteX5" fmla="*/ 48749 w 2915191"/>
                <a:gd name="connsiteY5" fmla="*/ 365962 h 382593"/>
                <a:gd name="connsiteX6" fmla="*/ 58499 w 2915191"/>
                <a:gd name="connsiteY6" fmla="*/ 371022 h 382593"/>
                <a:gd name="connsiteX7" fmla="*/ 68249 w 2915191"/>
                <a:gd name="connsiteY7" fmla="*/ 366493 h 382593"/>
                <a:gd name="connsiteX8" fmla="*/ 77998 w 2915191"/>
                <a:gd name="connsiteY8" fmla="*/ 382594 h 382593"/>
                <a:gd name="connsiteX9" fmla="*/ 87748 w 2915191"/>
                <a:gd name="connsiteY9" fmla="*/ 372436 h 382593"/>
                <a:gd name="connsiteX10" fmla="*/ 97497 w 2915191"/>
                <a:gd name="connsiteY10" fmla="*/ 360855 h 382593"/>
                <a:gd name="connsiteX11" fmla="*/ 107247 w 2915191"/>
                <a:gd name="connsiteY11" fmla="*/ 357664 h 382593"/>
                <a:gd name="connsiteX12" fmla="*/ 116997 w 2915191"/>
                <a:gd name="connsiteY12" fmla="*/ 339058 h 382593"/>
                <a:gd name="connsiteX13" fmla="*/ 126747 w 2915191"/>
                <a:gd name="connsiteY13" fmla="*/ 307411 h 382593"/>
                <a:gd name="connsiteX14" fmla="*/ 136497 w 2915191"/>
                <a:gd name="connsiteY14" fmla="*/ 292994 h 382593"/>
                <a:gd name="connsiteX15" fmla="*/ 146247 w 2915191"/>
                <a:gd name="connsiteY15" fmla="*/ 327185 h 382593"/>
                <a:gd name="connsiteX16" fmla="*/ 155997 w 2915191"/>
                <a:gd name="connsiteY16" fmla="*/ 341033 h 382593"/>
                <a:gd name="connsiteX17" fmla="*/ 165747 w 2915191"/>
                <a:gd name="connsiteY17" fmla="*/ 315723 h 382593"/>
                <a:gd name="connsiteX18" fmla="*/ 175497 w 2915191"/>
                <a:gd name="connsiteY18" fmla="*/ 315195 h 382593"/>
                <a:gd name="connsiteX19" fmla="*/ 185247 w 2915191"/>
                <a:gd name="connsiteY19" fmla="*/ 322766 h 382593"/>
                <a:gd name="connsiteX20" fmla="*/ 194996 w 2915191"/>
                <a:gd name="connsiteY20" fmla="*/ 296018 h 382593"/>
                <a:gd name="connsiteX21" fmla="*/ 204746 w 2915191"/>
                <a:gd name="connsiteY21" fmla="*/ 286557 h 382593"/>
                <a:gd name="connsiteX22" fmla="*/ 214495 w 2915191"/>
                <a:gd name="connsiteY22" fmla="*/ 258855 h 382593"/>
                <a:gd name="connsiteX23" fmla="*/ 224245 w 2915191"/>
                <a:gd name="connsiteY23" fmla="*/ 249443 h 382593"/>
                <a:gd name="connsiteX24" fmla="*/ 233995 w 2915191"/>
                <a:gd name="connsiteY24" fmla="*/ 266902 h 382593"/>
                <a:gd name="connsiteX25" fmla="*/ 243744 w 2915191"/>
                <a:gd name="connsiteY25" fmla="*/ 257595 h 382593"/>
                <a:gd name="connsiteX26" fmla="*/ 253494 w 2915191"/>
                <a:gd name="connsiteY26" fmla="*/ 265557 h 382593"/>
                <a:gd name="connsiteX27" fmla="*/ 263244 w 2915191"/>
                <a:gd name="connsiteY27" fmla="*/ 285745 h 382593"/>
                <a:gd name="connsiteX28" fmla="*/ 272994 w 2915191"/>
                <a:gd name="connsiteY28" fmla="*/ 273878 h 382593"/>
                <a:gd name="connsiteX29" fmla="*/ 282744 w 2915191"/>
                <a:gd name="connsiteY29" fmla="*/ 296959 h 382593"/>
                <a:gd name="connsiteX30" fmla="*/ 292494 w 2915191"/>
                <a:gd name="connsiteY30" fmla="*/ 298811 h 382593"/>
                <a:gd name="connsiteX31" fmla="*/ 302244 w 2915191"/>
                <a:gd name="connsiteY31" fmla="*/ 325608 h 382593"/>
                <a:gd name="connsiteX32" fmla="*/ 311994 w 2915191"/>
                <a:gd name="connsiteY32" fmla="*/ 281960 h 382593"/>
                <a:gd name="connsiteX33" fmla="*/ 321744 w 2915191"/>
                <a:gd name="connsiteY33" fmla="*/ 308399 h 382593"/>
                <a:gd name="connsiteX34" fmla="*/ 331493 w 2915191"/>
                <a:gd name="connsiteY34" fmla="*/ 304961 h 382593"/>
                <a:gd name="connsiteX35" fmla="*/ 341243 w 2915191"/>
                <a:gd name="connsiteY35" fmla="*/ 287844 h 382593"/>
                <a:gd name="connsiteX36" fmla="*/ 350993 w 2915191"/>
                <a:gd name="connsiteY36" fmla="*/ 281692 h 382593"/>
                <a:gd name="connsiteX37" fmla="*/ 360742 w 2915191"/>
                <a:gd name="connsiteY37" fmla="*/ 280059 h 382593"/>
                <a:gd name="connsiteX38" fmla="*/ 370492 w 2915191"/>
                <a:gd name="connsiteY38" fmla="*/ 238782 h 382593"/>
                <a:gd name="connsiteX39" fmla="*/ 380241 w 2915191"/>
                <a:gd name="connsiteY39" fmla="*/ 218008 h 382593"/>
                <a:gd name="connsiteX40" fmla="*/ 389991 w 2915191"/>
                <a:gd name="connsiteY40" fmla="*/ 246520 h 382593"/>
                <a:gd name="connsiteX41" fmla="*/ 399741 w 2915191"/>
                <a:gd name="connsiteY41" fmla="*/ 251326 h 382593"/>
                <a:gd name="connsiteX42" fmla="*/ 409491 w 2915191"/>
                <a:gd name="connsiteY42" fmla="*/ 219185 h 382593"/>
                <a:gd name="connsiteX43" fmla="*/ 419241 w 2915191"/>
                <a:gd name="connsiteY43" fmla="*/ 214705 h 382593"/>
                <a:gd name="connsiteX44" fmla="*/ 428991 w 2915191"/>
                <a:gd name="connsiteY44" fmla="*/ 207127 h 382593"/>
                <a:gd name="connsiteX45" fmla="*/ 438741 w 2915191"/>
                <a:gd name="connsiteY45" fmla="*/ 198061 h 382593"/>
                <a:gd name="connsiteX46" fmla="*/ 448491 w 2915191"/>
                <a:gd name="connsiteY46" fmla="*/ 180209 h 382593"/>
                <a:gd name="connsiteX47" fmla="*/ 458241 w 2915191"/>
                <a:gd name="connsiteY47" fmla="*/ 197532 h 382593"/>
                <a:gd name="connsiteX48" fmla="*/ 467991 w 2915191"/>
                <a:gd name="connsiteY48" fmla="*/ 182443 h 382593"/>
                <a:gd name="connsiteX49" fmla="*/ 477740 w 2915191"/>
                <a:gd name="connsiteY49" fmla="*/ 175181 h 382593"/>
                <a:gd name="connsiteX50" fmla="*/ 487490 w 2915191"/>
                <a:gd name="connsiteY50" fmla="*/ 168311 h 382593"/>
                <a:gd name="connsiteX51" fmla="*/ 497239 w 2915191"/>
                <a:gd name="connsiteY51" fmla="*/ 146345 h 382593"/>
                <a:gd name="connsiteX52" fmla="*/ 506989 w 2915191"/>
                <a:gd name="connsiteY52" fmla="*/ 129916 h 382593"/>
                <a:gd name="connsiteX53" fmla="*/ 516738 w 2915191"/>
                <a:gd name="connsiteY53" fmla="*/ 106909 h 382593"/>
                <a:gd name="connsiteX54" fmla="*/ 526488 w 2915191"/>
                <a:gd name="connsiteY54" fmla="*/ 113284 h 382593"/>
                <a:gd name="connsiteX55" fmla="*/ 536238 w 2915191"/>
                <a:gd name="connsiteY55" fmla="*/ 73488 h 382593"/>
                <a:gd name="connsiteX56" fmla="*/ 545988 w 2915191"/>
                <a:gd name="connsiteY56" fmla="*/ 108168 h 382593"/>
                <a:gd name="connsiteX57" fmla="*/ 555738 w 2915191"/>
                <a:gd name="connsiteY57" fmla="*/ 120437 h 382593"/>
                <a:gd name="connsiteX58" fmla="*/ 565488 w 2915191"/>
                <a:gd name="connsiteY58" fmla="*/ 114527 h 382593"/>
                <a:gd name="connsiteX59" fmla="*/ 575238 w 2915191"/>
                <a:gd name="connsiteY59" fmla="*/ 110026 h 382593"/>
                <a:gd name="connsiteX60" fmla="*/ 584988 w 2915191"/>
                <a:gd name="connsiteY60" fmla="*/ 123986 h 382593"/>
                <a:gd name="connsiteX61" fmla="*/ 594738 w 2915191"/>
                <a:gd name="connsiteY61" fmla="*/ 125886 h 382593"/>
                <a:gd name="connsiteX62" fmla="*/ 604488 w 2915191"/>
                <a:gd name="connsiteY62" fmla="*/ 105102 h 382593"/>
                <a:gd name="connsiteX63" fmla="*/ 614237 w 2915191"/>
                <a:gd name="connsiteY63" fmla="*/ 121993 h 382593"/>
                <a:gd name="connsiteX64" fmla="*/ 623987 w 2915191"/>
                <a:gd name="connsiteY64" fmla="*/ 77892 h 382593"/>
                <a:gd name="connsiteX65" fmla="*/ 633736 w 2915191"/>
                <a:gd name="connsiteY65" fmla="*/ 76432 h 382593"/>
                <a:gd name="connsiteX66" fmla="*/ 643486 w 2915191"/>
                <a:gd name="connsiteY66" fmla="*/ 51938 h 382593"/>
                <a:gd name="connsiteX67" fmla="*/ 653236 w 2915191"/>
                <a:gd name="connsiteY67" fmla="*/ 56548 h 382593"/>
                <a:gd name="connsiteX68" fmla="*/ 662985 w 2915191"/>
                <a:gd name="connsiteY68" fmla="*/ 57395 h 382593"/>
                <a:gd name="connsiteX69" fmla="*/ 672735 w 2915191"/>
                <a:gd name="connsiteY69" fmla="*/ 58623 h 382593"/>
                <a:gd name="connsiteX70" fmla="*/ 682485 w 2915191"/>
                <a:gd name="connsiteY70" fmla="*/ 102048 h 382593"/>
                <a:gd name="connsiteX71" fmla="*/ 692235 w 2915191"/>
                <a:gd name="connsiteY71" fmla="*/ 85414 h 382593"/>
                <a:gd name="connsiteX72" fmla="*/ 701985 w 2915191"/>
                <a:gd name="connsiteY72" fmla="*/ 82958 h 382593"/>
                <a:gd name="connsiteX73" fmla="*/ 711735 w 2915191"/>
                <a:gd name="connsiteY73" fmla="*/ 76041 h 382593"/>
                <a:gd name="connsiteX74" fmla="*/ 721485 w 2915191"/>
                <a:gd name="connsiteY74" fmla="*/ 96629 h 382593"/>
                <a:gd name="connsiteX75" fmla="*/ 731235 w 2915191"/>
                <a:gd name="connsiteY75" fmla="*/ 97162 h 382593"/>
                <a:gd name="connsiteX76" fmla="*/ 740985 w 2915191"/>
                <a:gd name="connsiteY76" fmla="*/ 91240 h 382593"/>
                <a:gd name="connsiteX77" fmla="*/ 750734 w 2915191"/>
                <a:gd name="connsiteY77" fmla="*/ 62896 h 382593"/>
                <a:gd name="connsiteX78" fmla="*/ 760484 w 2915191"/>
                <a:gd name="connsiteY78" fmla="*/ 65460 h 382593"/>
                <a:gd name="connsiteX79" fmla="*/ 770233 w 2915191"/>
                <a:gd name="connsiteY79" fmla="*/ 61064 h 382593"/>
                <a:gd name="connsiteX80" fmla="*/ 779983 w 2915191"/>
                <a:gd name="connsiteY80" fmla="*/ 39116 h 382593"/>
                <a:gd name="connsiteX81" fmla="*/ 789733 w 2915191"/>
                <a:gd name="connsiteY81" fmla="*/ 0 h 382593"/>
                <a:gd name="connsiteX82" fmla="*/ 799482 w 2915191"/>
                <a:gd name="connsiteY82" fmla="*/ 4376 h 382593"/>
                <a:gd name="connsiteX83" fmla="*/ 809232 w 2915191"/>
                <a:gd name="connsiteY83" fmla="*/ 5143 h 382593"/>
                <a:gd name="connsiteX84" fmla="*/ 818982 w 2915191"/>
                <a:gd name="connsiteY84" fmla="*/ 2560 h 382593"/>
                <a:gd name="connsiteX85" fmla="*/ 828732 w 2915191"/>
                <a:gd name="connsiteY85" fmla="*/ 26602 h 382593"/>
                <a:gd name="connsiteX86" fmla="*/ 838482 w 2915191"/>
                <a:gd name="connsiteY86" fmla="*/ 82198 h 382593"/>
                <a:gd name="connsiteX87" fmla="*/ 848232 w 2915191"/>
                <a:gd name="connsiteY87" fmla="*/ 112310 h 382593"/>
                <a:gd name="connsiteX88" fmla="*/ 857982 w 2915191"/>
                <a:gd name="connsiteY88" fmla="*/ 120126 h 382593"/>
                <a:gd name="connsiteX89" fmla="*/ 867732 w 2915191"/>
                <a:gd name="connsiteY89" fmla="*/ 116810 h 382593"/>
                <a:gd name="connsiteX90" fmla="*/ 877482 w 2915191"/>
                <a:gd name="connsiteY90" fmla="*/ 86818 h 382593"/>
                <a:gd name="connsiteX91" fmla="*/ 887231 w 2915191"/>
                <a:gd name="connsiteY91" fmla="*/ 59420 h 382593"/>
                <a:gd name="connsiteX92" fmla="*/ 896981 w 2915191"/>
                <a:gd name="connsiteY92" fmla="*/ 107478 h 382593"/>
                <a:gd name="connsiteX93" fmla="*/ 906730 w 2915191"/>
                <a:gd name="connsiteY93" fmla="*/ 118128 h 382593"/>
                <a:gd name="connsiteX94" fmla="*/ 916480 w 2915191"/>
                <a:gd name="connsiteY94" fmla="*/ 137910 h 382593"/>
                <a:gd name="connsiteX95" fmla="*/ 926230 w 2915191"/>
                <a:gd name="connsiteY95" fmla="*/ 140490 h 382593"/>
                <a:gd name="connsiteX96" fmla="*/ 935979 w 2915191"/>
                <a:gd name="connsiteY96" fmla="*/ 148415 h 382593"/>
                <a:gd name="connsiteX97" fmla="*/ 945729 w 2915191"/>
                <a:gd name="connsiteY97" fmla="*/ 123419 h 382593"/>
                <a:gd name="connsiteX98" fmla="*/ 955479 w 2915191"/>
                <a:gd name="connsiteY98" fmla="*/ 161520 h 382593"/>
                <a:gd name="connsiteX99" fmla="*/ 965229 w 2915191"/>
                <a:gd name="connsiteY99" fmla="*/ 182054 h 382593"/>
                <a:gd name="connsiteX100" fmla="*/ 974979 w 2915191"/>
                <a:gd name="connsiteY100" fmla="*/ 233460 h 382593"/>
                <a:gd name="connsiteX101" fmla="*/ 984729 w 2915191"/>
                <a:gd name="connsiteY101" fmla="*/ 236577 h 382593"/>
                <a:gd name="connsiteX102" fmla="*/ 994474 w 2915191"/>
                <a:gd name="connsiteY102" fmla="*/ 246828 h 382593"/>
                <a:gd name="connsiteX103" fmla="*/ 1004233 w 2915191"/>
                <a:gd name="connsiteY103" fmla="*/ 216235 h 382593"/>
                <a:gd name="connsiteX104" fmla="*/ 1013977 w 2915191"/>
                <a:gd name="connsiteY104" fmla="*/ 229073 h 382593"/>
                <a:gd name="connsiteX105" fmla="*/ 1023721 w 2915191"/>
                <a:gd name="connsiteY105" fmla="*/ 231521 h 382593"/>
                <a:gd name="connsiteX106" fmla="*/ 1033480 w 2915191"/>
                <a:gd name="connsiteY106" fmla="*/ 239319 h 382593"/>
                <a:gd name="connsiteX107" fmla="*/ 1043224 w 2915191"/>
                <a:gd name="connsiteY107" fmla="*/ 235034 h 382593"/>
                <a:gd name="connsiteX108" fmla="*/ 1052983 w 2915191"/>
                <a:gd name="connsiteY108" fmla="*/ 251773 h 382593"/>
                <a:gd name="connsiteX109" fmla="*/ 1062727 w 2915191"/>
                <a:gd name="connsiteY109" fmla="*/ 247527 h 382593"/>
                <a:gd name="connsiteX110" fmla="*/ 1072471 w 2915191"/>
                <a:gd name="connsiteY110" fmla="*/ 245449 h 382593"/>
                <a:gd name="connsiteX111" fmla="*/ 1082230 w 2915191"/>
                <a:gd name="connsiteY111" fmla="*/ 239823 h 382593"/>
                <a:gd name="connsiteX112" fmla="*/ 1091973 w 2915191"/>
                <a:gd name="connsiteY112" fmla="*/ 234509 h 382593"/>
                <a:gd name="connsiteX113" fmla="*/ 1101732 w 2915191"/>
                <a:gd name="connsiteY113" fmla="*/ 266372 h 382593"/>
                <a:gd name="connsiteX114" fmla="*/ 1111476 w 2915191"/>
                <a:gd name="connsiteY114" fmla="*/ 257398 h 382593"/>
                <a:gd name="connsiteX115" fmla="*/ 1121220 w 2915191"/>
                <a:gd name="connsiteY115" fmla="*/ 197410 h 382593"/>
                <a:gd name="connsiteX116" fmla="*/ 1130979 w 2915191"/>
                <a:gd name="connsiteY116" fmla="*/ 179889 h 382593"/>
                <a:gd name="connsiteX117" fmla="*/ 1140723 w 2915191"/>
                <a:gd name="connsiteY117" fmla="*/ 214186 h 382593"/>
                <a:gd name="connsiteX118" fmla="*/ 1150482 w 2915191"/>
                <a:gd name="connsiteY118" fmla="*/ 222320 h 382593"/>
                <a:gd name="connsiteX119" fmla="*/ 1160226 w 2915191"/>
                <a:gd name="connsiteY119" fmla="*/ 239878 h 382593"/>
                <a:gd name="connsiteX120" fmla="*/ 1169969 w 2915191"/>
                <a:gd name="connsiteY120" fmla="*/ 265579 h 382593"/>
                <a:gd name="connsiteX121" fmla="*/ 1179728 w 2915191"/>
                <a:gd name="connsiteY121" fmla="*/ 279880 h 382593"/>
                <a:gd name="connsiteX122" fmla="*/ 1189472 w 2915191"/>
                <a:gd name="connsiteY122" fmla="*/ 266354 h 382593"/>
                <a:gd name="connsiteX123" fmla="*/ 1199231 w 2915191"/>
                <a:gd name="connsiteY123" fmla="*/ 290588 h 382593"/>
                <a:gd name="connsiteX124" fmla="*/ 1208975 w 2915191"/>
                <a:gd name="connsiteY124" fmla="*/ 267543 h 382593"/>
                <a:gd name="connsiteX125" fmla="*/ 1218719 w 2915191"/>
                <a:gd name="connsiteY125" fmla="*/ 241092 h 382593"/>
                <a:gd name="connsiteX126" fmla="*/ 1228478 w 2915191"/>
                <a:gd name="connsiteY126" fmla="*/ 243673 h 382593"/>
                <a:gd name="connsiteX127" fmla="*/ 1238222 w 2915191"/>
                <a:gd name="connsiteY127" fmla="*/ 231785 h 382593"/>
                <a:gd name="connsiteX128" fmla="*/ 1247966 w 2915191"/>
                <a:gd name="connsiteY128" fmla="*/ 256166 h 382593"/>
                <a:gd name="connsiteX129" fmla="*/ 1257725 w 2915191"/>
                <a:gd name="connsiteY129" fmla="*/ 273016 h 382593"/>
                <a:gd name="connsiteX130" fmla="*/ 1267469 w 2915191"/>
                <a:gd name="connsiteY130" fmla="*/ 267355 h 382593"/>
                <a:gd name="connsiteX131" fmla="*/ 1277227 w 2915191"/>
                <a:gd name="connsiteY131" fmla="*/ 292473 h 382593"/>
                <a:gd name="connsiteX132" fmla="*/ 1286971 w 2915191"/>
                <a:gd name="connsiteY132" fmla="*/ 259190 h 382593"/>
                <a:gd name="connsiteX133" fmla="*/ 1296715 w 2915191"/>
                <a:gd name="connsiteY133" fmla="*/ 257685 h 382593"/>
                <a:gd name="connsiteX134" fmla="*/ 1306474 w 2915191"/>
                <a:gd name="connsiteY134" fmla="*/ 249659 h 382593"/>
                <a:gd name="connsiteX135" fmla="*/ 1316218 w 2915191"/>
                <a:gd name="connsiteY135" fmla="*/ 278005 h 382593"/>
                <a:gd name="connsiteX136" fmla="*/ 1325977 w 2915191"/>
                <a:gd name="connsiteY136" fmla="*/ 311325 h 382593"/>
                <a:gd name="connsiteX137" fmla="*/ 1335721 w 2915191"/>
                <a:gd name="connsiteY137" fmla="*/ 316004 h 382593"/>
                <a:gd name="connsiteX138" fmla="*/ 1345465 w 2915191"/>
                <a:gd name="connsiteY138" fmla="*/ 293789 h 382593"/>
                <a:gd name="connsiteX139" fmla="*/ 1355224 w 2915191"/>
                <a:gd name="connsiteY139" fmla="*/ 275421 h 382593"/>
                <a:gd name="connsiteX140" fmla="*/ 1364967 w 2915191"/>
                <a:gd name="connsiteY140" fmla="*/ 242923 h 382593"/>
                <a:gd name="connsiteX141" fmla="*/ 1374726 w 2915191"/>
                <a:gd name="connsiteY141" fmla="*/ 260182 h 382593"/>
                <a:gd name="connsiteX142" fmla="*/ 1384470 w 2915191"/>
                <a:gd name="connsiteY142" fmla="*/ 260129 h 382593"/>
                <a:gd name="connsiteX143" fmla="*/ 1394214 w 2915191"/>
                <a:gd name="connsiteY143" fmla="*/ 271187 h 382593"/>
                <a:gd name="connsiteX144" fmla="*/ 1403973 w 2915191"/>
                <a:gd name="connsiteY144" fmla="*/ 302122 h 382593"/>
                <a:gd name="connsiteX145" fmla="*/ 1413717 w 2915191"/>
                <a:gd name="connsiteY145" fmla="*/ 289116 h 382593"/>
                <a:gd name="connsiteX146" fmla="*/ 1423476 w 2915191"/>
                <a:gd name="connsiteY146" fmla="*/ 272438 h 382593"/>
                <a:gd name="connsiteX147" fmla="*/ 1433220 w 2915191"/>
                <a:gd name="connsiteY147" fmla="*/ 289840 h 382593"/>
                <a:gd name="connsiteX148" fmla="*/ 1442964 w 2915191"/>
                <a:gd name="connsiteY148" fmla="*/ 270718 h 382593"/>
                <a:gd name="connsiteX149" fmla="*/ 1452722 w 2915191"/>
                <a:gd name="connsiteY149" fmla="*/ 268819 h 382593"/>
                <a:gd name="connsiteX150" fmla="*/ 1462466 w 2915191"/>
                <a:gd name="connsiteY150" fmla="*/ 284490 h 382593"/>
                <a:gd name="connsiteX151" fmla="*/ 1472225 w 2915191"/>
                <a:gd name="connsiteY151" fmla="*/ 311457 h 382593"/>
                <a:gd name="connsiteX152" fmla="*/ 1481969 w 2915191"/>
                <a:gd name="connsiteY152" fmla="*/ 334104 h 382593"/>
                <a:gd name="connsiteX153" fmla="*/ 1491713 w 2915191"/>
                <a:gd name="connsiteY153" fmla="*/ 332651 h 382593"/>
                <a:gd name="connsiteX154" fmla="*/ 1501472 w 2915191"/>
                <a:gd name="connsiteY154" fmla="*/ 325069 h 382593"/>
                <a:gd name="connsiteX155" fmla="*/ 1511216 w 2915191"/>
                <a:gd name="connsiteY155" fmla="*/ 330388 h 382593"/>
                <a:gd name="connsiteX156" fmla="*/ 1520960 w 2915191"/>
                <a:gd name="connsiteY156" fmla="*/ 297990 h 382593"/>
                <a:gd name="connsiteX157" fmla="*/ 1530719 w 2915191"/>
                <a:gd name="connsiteY157" fmla="*/ 278626 h 382593"/>
                <a:gd name="connsiteX158" fmla="*/ 1540463 w 2915191"/>
                <a:gd name="connsiteY158" fmla="*/ 278393 h 382593"/>
                <a:gd name="connsiteX159" fmla="*/ 1550221 w 2915191"/>
                <a:gd name="connsiteY159" fmla="*/ 305249 h 382593"/>
                <a:gd name="connsiteX160" fmla="*/ 1559965 w 2915191"/>
                <a:gd name="connsiteY160" fmla="*/ 281574 h 382593"/>
                <a:gd name="connsiteX161" fmla="*/ 1569709 w 2915191"/>
                <a:gd name="connsiteY161" fmla="*/ 300118 h 382593"/>
                <a:gd name="connsiteX162" fmla="*/ 1579468 w 2915191"/>
                <a:gd name="connsiteY162" fmla="*/ 256406 h 382593"/>
                <a:gd name="connsiteX163" fmla="*/ 1589212 w 2915191"/>
                <a:gd name="connsiteY163" fmla="*/ 228208 h 382593"/>
                <a:gd name="connsiteX164" fmla="*/ 1598971 w 2915191"/>
                <a:gd name="connsiteY164" fmla="*/ 246775 h 382593"/>
                <a:gd name="connsiteX165" fmla="*/ 1608715 w 2915191"/>
                <a:gd name="connsiteY165" fmla="*/ 229790 h 382593"/>
                <a:gd name="connsiteX166" fmla="*/ 1618459 w 2915191"/>
                <a:gd name="connsiteY166" fmla="*/ 238355 h 382593"/>
                <a:gd name="connsiteX167" fmla="*/ 1628218 w 2915191"/>
                <a:gd name="connsiteY167" fmla="*/ 230828 h 382593"/>
                <a:gd name="connsiteX168" fmla="*/ 1637962 w 2915191"/>
                <a:gd name="connsiteY168" fmla="*/ 234844 h 382593"/>
                <a:gd name="connsiteX169" fmla="*/ 1647720 w 2915191"/>
                <a:gd name="connsiteY169" fmla="*/ 271346 h 382593"/>
                <a:gd name="connsiteX170" fmla="*/ 1657464 w 2915191"/>
                <a:gd name="connsiteY170" fmla="*/ 281710 h 382593"/>
                <a:gd name="connsiteX171" fmla="*/ 1667208 w 2915191"/>
                <a:gd name="connsiteY171" fmla="*/ 286828 h 382593"/>
                <a:gd name="connsiteX172" fmla="*/ 1676967 w 2915191"/>
                <a:gd name="connsiteY172" fmla="*/ 273800 h 382593"/>
                <a:gd name="connsiteX173" fmla="*/ 1686711 w 2915191"/>
                <a:gd name="connsiteY173" fmla="*/ 290179 h 382593"/>
                <a:gd name="connsiteX174" fmla="*/ 1696470 w 2915191"/>
                <a:gd name="connsiteY174" fmla="*/ 252279 h 382593"/>
                <a:gd name="connsiteX175" fmla="*/ 1706214 w 2915191"/>
                <a:gd name="connsiteY175" fmla="*/ 286151 h 382593"/>
                <a:gd name="connsiteX176" fmla="*/ 1715958 w 2915191"/>
                <a:gd name="connsiteY176" fmla="*/ 301743 h 382593"/>
                <a:gd name="connsiteX177" fmla="*/ 1725716 w 2915191"/>
                <a:gd name="connsiteY177" fmla="*/ 299014 h 382593"/>
                <a:gd name="connsiteX178" fmla="*/ 1735460 w 2915191"/>
                <a:gd name="connsiteY178" fmla="*/ 276658 h 382593"/>
                <a:gd name="connsiteX179" fmla="*/ 1745219 w 2915191"/>
                <a:gd name="connsiteY179" fmla="*/ 290472 h 382593"/>
                <a:gd name="connsiteX180" fmla="*/ 1754963 w 2915191"/>
                <a:gd name="connsiteY180" fmla="*/ 328943 h 382593"/>
                <a:gd name="connsiteX181" fmla="*/ 1764707 w 2915191"/>
                <a:gd name="connsiteY181" fmla="*/ 332192 h 382593"/>
                <a:gd name="connsiteX182" fmla="*/ 1774466 w 2915191"/>
                <a:gd name="connsiteY182" fmla="*/ 319372 h 382593"/>
                <a:gd name="connsiteX183" fmla="*/ 1784210 w 2915191"/>
                <a:gd name="connsiteY183" fmla="*/ 369595 h 382593"/>
                <a:gd name="connsiteX184" fmla="*/ 1793969 w 2915191"/>
                <a:gd name="connsiteY184" fmla="*/ 377770 h 382593"/>
                <a:gd name="connsiteX185" fmla="*/ 1803713 w 2915191"/>
                <a:gd name="connsiteY185" fmla="*/ 359197 h 382593"/>
                <a:gd name="connsiteX186" fmla="*/ 1813457 w 2915191"/>
                <a:gd name="connsiteY186" fmla="*/ 378118 h 382593"/>
                <a:gd name="connsiteX187" fmla="*/ 1823215 w 2915191"/>
                <a:gd name="connsiteY187" fmla="*/ 339393 h 382593"/>
                <a:gd name="connsiteX188" fmla="*/ 1832959 w 2915191"/>
                <a:gd name="connsiteY188" fmla="*/ 307433 h 382593"/>
                <a:gd name="connsiteX189" fmla="*/ 1842703 w 2915191"/>
                <a:gd name="connsiteY189" fmla="*/ 283598 h 382593"/>
                <a:gd name="connsiteX190" fmla="*/ 1852462 w 2915191"/>
                <a:gd name="connsiteY190" fmla="*/ 288266 h 382593"/>
                <a:gd name="connsiteX191" fmla="*/ 1862206 w 2915191"/>
                <a:gd name="connsiteY191" fmla="*/ 265635 h 382593"/>
                <a:gd name="connsiteX192" fmla="*/ 1871965 w 2915191"/>
                <a:gd name="connsiteY192" fmla="*/ 250601 h 382593"/>
                <a:gd name="connsiteX193" fmla="*/ 1881709 w 2915191"/>
                <a:gd name="connsiteY193" fmla="*/ 266734 h 382593"/>
                <a:gd name="connsiteX194" fmla="*/ 1891453 w 2915191"/>
                <a:gd name="connsiteY194" fmla="*/ 257898 h 382593"/>
                <a:gd name="connsiteX195" fmla="*/ 1901212 w 2915191"/>
                <a:gd name="connsiteY195" fmla="*/ 237219 h 382593"/>
                <a:gd name="connsiteX196" fmla="*/ 1910956 w 2915191"/>
                <a:gd name="connsiteY196" fmla="*/ 227345 h 382593"/>
                <a:gd name="connsiteX197" fmla="*/ 1920714 w 2915191"/>
                <a:gd name="connsiteY197" fmla="*/ 219662 h 382593"/>
                <a:gd name="connsiteX198" fmla="*/ 1930458 w 2915191"/>
                <a:gd name="connsiteY198" fmla="*/ 244294 h 382593"/>
                <a:gd name="connsiteX199" fmla="*/ 1940202 w 2915191"/>
                <a:gd name="connsiteY199" fmla="*/ 266847 h 382593"/>
                <a:gd name="connsiteX200" fmla="*/ 1949961 w 2915191"/>
                <a:gd name="connsiteY200" fmla="*/ 251782 h 382593"/>
                <a:gd name="connsiteX201" fmla="*/ 1959705 w 2915191"/>
                <a:gd name="connsiteY201" fmla="*/ 268830 h 382593"/>
                <a:gd name="connsiteX202" fmla="*/ 1969464 w 2915191"/>
                <a:gd name="connsiteY202" fmla="*/ 268916 h 382593"/>
                <a:gd name="connsiteX203" fmla="*/ 1979208 w 2915191"/>
                <a:gd name="connsiteY203" fmla="*/ 277286 h 382593"/>
                <a:gd name="connsiteX204" fmla="*/ 1988952 w 2915191"/>
                <a:gd name="connsiteY204" fmla="*/ 263335 h 382593"/>
                <a:gd name="connsiteX205" fmla="*/ 1998711 w 2915191"/>
                <a:gd name="connsiteY205" fmla="*/ 276837 h 382593"/>
                <a:gd name="connsiteX206" fmla="*/ 2008454 w 2915191"/>
                <a:gd name="connsiteY206" fmla="*/ 253576 h 382593"/>
                <a:gd name="connsiteX207" fmla="*/ 2018213 w 2915191"/>
                <a:gd name="connsiteY207" fmla="*/ 259695 h 382593"/>
                <a:gd name="connsiteX208" fmla="*/ 2027957 w 2915191"/>
                <a:gd name="connsiteY208" fmla="*/ 257831 h 382593"/>
                <a:gd name="connsiteX209" fmla="*/ 2037701 w 2915191"/>
                <a:gd name="connsiteY209" fmla="*/ 315239 h 382593"/>
                <a:gd name="connsiteX210" fmla="*/ 2047460 w 2915191"/>
                <a:gd name="connsiteY210" fmla="*/ 337313 h 382593"/>
                <a:gd name="connsiteX211" fmla="*/ 2057204 w 2915191"/>
                <a:gd name="connsiteY211" fmla="*/ 319263 h 382593"/>
                <a:gd name="connsiteX212" fmla="*/ 2066963 w 2915191"/>
                <a:gd name="connsiteY212" fmla="*/ 311237 h 382593"/>
                <a:gd name="connsiteX213" fmla="*/ 2076707 w 2915191"/>
                <a:gd name="connsiteY213" fmla="*/ 315294 h 382593"/>
                <a:gd name="connsiteX214" fmla="*/ 2086451 w 2915191"/>
                <a:gd name="connsiteY214" fmla="*/ 264999 h 382593"/>
                <a:gd name="connsiteX215" fmla="*/ 2096210 w 2915191"/>
                <a:gd name="connsiteY215" fmla="*/ 270609 h 382593"/>
                <a:gd name="connsiteX216" fmla="*/ 2105954 w 2915191"/>
                <a:gd name="connsiteY216" fmla="*/ 273396 h 382593"/>
                <a:gd name="connsiteX217" fmla="*/ 2115697 w 2915191"/>
                <a:gd name="connsiteY217" fmla="*/ 241265 h 382593"/>
                <a:gd name="connsiteX218" fmla="*/ 2125456 w 2915191"/>
                <a:gd name="connsiteY218" fmla="*/ 242955 h 382593"/>
                <a:gd name="connsiteX219" fmla="*/ 2135200 w 2915191"/>
                <a:gd name="connsiteY219" fmla="*/ 198687 h 382593"/>
                <a:gd name="connsiteX220" fmla="*/ 2144959 w 2915191"/>
                <a:gd name="connsiteY220" fmla="*/ 192666 h 382593"/>
                <a:gd name="connsiteX221" fmla="*/ 2154703 w 2915191"/>
                <a:gd name="connsiteY221" fmla="*/ 221567 h 382593"/>
                <a:gd name="connsiteX222" fmla="*/ 2164447 w 2915191"/>
                <a:gd name="connsiteY222" fmla="*/ 241806 h 382593"/>
                <a:gd name="connsiteX223" fmla="*/ 2174206 w 2915191"/>
                <a:gd name="connsiteY223" fmla="*/ 264397 h 382593"/>
                <a:gd name="connsiteX224" fmla="*/ 2183950 w 2915191"/>
                <a:gd name="connsiteY224" fmla="*/ 250011 h 382593"/>
                <a:gd name="connsiteX225" fmla="*/ 2193709 w 2915191"/>
                <a:gd name="connsiteY225" fmla="*/ 249512 h 382593"/>
                <a:gd name="connsiteX226" fmla="*/ 2203452 w 2915191"/>
                <a:gd name="connsiteY226" fmla="*/ 215374 h 382593"/>
                <a:gd name="connsiteX227" fmla="*/ 2213196 w 2915191"/>
                <a:gd name="connsiteY227" fmla="*/ 210926 h 382593"/>
                <a:gd name="connsiteX228" fmla="*/ 2222955 w 2915191"/>
                <a:gd name="connsiteY228" fmla="*/ 220809 h 382593"/>
                <a:gd name="connsiteX229" fmla="*/ 2232699 w 2915191"/>
                <a:gd name="connsiteY229" fmla="*/ 266976 h 382593"/>
                <a:gd name="connsiteX230" fmla="*/ 2242458 w 2915191"/>
                <a:gd name="connsiteY230" fmla="*/ 285180 h 382593"/>
                <a:gd name="connsiteX231" fmla="*/ 2252202 w 2915191"/>
                <a:gd name="connsiteY231" fmla="*/ 263944 h 382593"/>
                <a:gd name="connsiteX232" fmla="*/ 2261946 w 2915191"/>
                <a:gd name="connsiteY232" fmla="*/ 304294 h 382593"/>
                <a:gd name="connsiteX233" fmla="*/ 2271705 w 2915191"/>
                <a:gd name="connsiteY233" fmla="*/ 309561 h 382593"/>
                <a:gd name="connsiteX234" fmla="*/ 2281449 w 2915191"/>
                <a:gd name="connsiteY234" fmla="*/ 309850 h 382593"/>
                <a:gd name="connsiteX235" fmla="*/ 2291208 w 2915191"/>
                <a:gd name="connsiteY235" fmla="*/ 292108 h 382593"/>
                <a:gd name="connsiteX236" fmla="*/ 2300951 w 2915191"/>
                <a:gd name="connsiteY236" fmla="*/ 302437 h 382593"/>
                <a:gd name="connsiteX237" fmla="*/ 2310695 w 2915191"/>
                <a:gd name="connsiteY237" fmla="*/ 289377 h 382593"/>
                <a:gd name="connsiteX238" fmla="*/ 2320454 w 2915191"/>
                <a:gd name="connsiteY238" fmla="*/ 318797 h 382593"/>
                <a:gd name="connsiteX239" fmla="*/ 2330198 w 2915191"/>
                <a:gd name="connsiteY239" fmla="*/ 289931 h 382593"/>
                <a:gd name="connsiteX240" fmla="*/ 2339957 w 2915191"/>
                <a:gd name="connsiteY240" fmla="*/ 281753 h 382593"/>
                <a:gd name="connsiteX241" fmla="*/ 2349701 w 2915191"/>
                <a:gd name="connsiteY241" fmla="*/ 301617 h 382593"/>
                <a:gd name="connsiteX242" fmla="*/ 2359445 w 2915191"/>
                <a:gd name="connsiteY242" fmla="*/ 303264 h 382593"/>
                <a:gd name="connsiteX243" fmla="*/ 2369204 w 2915191"/>
                <a:gd name="connsiteY243" fmla="*/ 323342 h 382593"/>
                <a:gd name="connsiteX244" fmla="*/ 2378948 w 2915191"/>
                <a:gd name="connsiteY244" fmla="*/ 313011 h 382593"/>
                <a:gd name="connsiteX245" fmla="*/ 2388692 w 2915191"/>
                <a:gd name="connsiteY245" fmla="*/ 342705 h 382593"/>
                <a:gd name="connsiteX246" fmla="*/ 2398450 w 2915191"/>
                <a:gd name="connsiteY246" fmla="*/ 337344 h 382593"/>
                <a:gd name="connsiteX247" fmla="*/ 2408194 w 2915191"/>
                <a:gd name="connsiteY247" fmla="*/ 345344 h 382593"/>
                <a:gd name="connsiteX248" fmla="*/ 2417953 w 2915191"/>
                <a:gd name="connsiteY248" fmla="*/ 332350 h 382593"/>
                <a:gd name="connsiteX249" fmla="*/ 2427697 w 2915191"/>
                <a:gd name="connsiteY249" fmla="*/ 313987 h 382593"/>
                <a:gd name="connsiteX250" fmla="*/ 2437441 w 2915191"/>
                <a:gd name="connsiteY250" fmla="*/ 303504 h 382593"/>
                <a:gd name="connsiteX251" fmla="*/ 2447200 w 2915191"/>
                <a:gd name="connsiteY251" fmla="*/ 309358 h 382593"/>
                <a:gd name="connsiteX252" fmla="*/ 2456944 w 2915191"/>
                <a:gd name="connsiteY252" fmla="*/ 342294 h 382593"/>
                <a:gd name="connsiteX253" fmla="*/ 2466703 w 2915191"/>
                <a:gd name="connsiteY253" fmla="*/ 333225 h 382593"/>
                <a:gd name="connsiteX254" fmla="*/ 2476446 w 2915191"/>
                <a:gd name="connsiteY254" fmla="*/ 331319 h 382593"/>
                <a:gd name="connsiteX255" fmla="*/ 2486190 w 2915191"/>
                <a:gd name="connsiteY255" fmla="*/ 314585 h 382593"/>
                <a:gd name="connsiteX256" fmla="*/ 2495949 w 2915191"/>
                <a:gd name="connsiteY256" fmla="*/ 319120 h 382593"/>
                <a:gd name="connsiteX257" fmla="*/ 2505693 w 2915191"/>
                <a:gd name="connsiteY257" fmla="*/ 300301 h 382593"/>
                <a:gd name="connsiteX258" fmla="*/ 2515452 w 2915191"/>
                <a:gd name="connsiteY258" fmla="*/ 296225 h 382593"/>
                <a:gd name="connsiteX259" fmla="*/ 2525196 w 2915191"/>
                <a:gd name="connsiteY259" fmla="*/ 293163 h 382593"/>
                <a:gd name="connsiteX260" fmla="*/ 2534940 w 2915191"/>
                <a:gd name="connsiteY260" fmla="*/ 314459 h 382593"/>
                <a:gd name="connsiteX261" fmla="*/ 2544699 w 2915191"/>
                <a:gd name="connsiteY261" fmla="*/ 321383 h 382593"/>
                <a:gd name="connsiteX262" fmla="*/ 2554443 w 2915191"/>
                <a:gd name="connsiteY262" fmla="*/ 305611 h 382593"/>
                <a:gd name="connsiteX263" fmla="*/ 2564202 w 2915191"/>
                <a:gd name="connsiteY263" fmla="*/ 294823 h 382593"/>
                <a:gd name="connsiteX264" fmla="*/ 2573946 w 2915191"/>
                <a:gd name="connsiteY264" fmla="*/ 288736 h 382593"/>
                <a:gd name="connsiteX265" fmla="*/ 2583690 w 2915191"/>
                <a:gd name="connsiteY265" fmla="*/ 289311 h 382593"/>
                <a:gd name="connsiteX266" fmla="*/ 2593448 w 2915191"/>
                <a:gd name="connsiteY266" fmla="*/ 282988 h 382593"/>
                <a:gd name="connsiteX267" fmla="*/ 2603192 w 2915191"/>
                <a:gd name="connsiteY267" fmla="*/ 261561 h 382593"/>
                <a:gd name="connsiteX268" fmla="*/ 2612951 w 2915191"/>
                <a:gd name="connsiteY268" fmla="*/ 323403 h 382593"/>
                <a:gd name="connsiteX269" fmla="*/ 2622695 w 2915191"/>
                <a:gd name="connsiteY269" fmla="*/ 315510 h 382593"/>
                <a:gd name="connsiteX270" fmla="*/ 2632439 w 2915191"/>
                <a:gd name="connsiteY270" fmla="*/ 303080 h 382593"/>
                <a:gd name="connsiteX271" fmla="*/ 2642198 w 2915191"/>
                <a:gd name="connsiteY271" fmla="*/ 310791 h 382593"/>
                <a:gd name="connsiteX272" fmla="*/ 2651942 w 2915191"/>
                <a:gd name="connsiteY272" fmla="*/ 329017 h 382593"/>
                <a:gd name="connsiteX273" fmla="*/ 2661685 w 2915191"/>
                <a:gd name="connsiteY273" fmla="*/ 347787 h 382593"/>
                <a:gd name="connsiteX274" fmla="*/ 2671444 w 2915191"/>
                <a:gd name="connsiteY274" fmla="*/ 299914 h 382593"/>
                <a:gd name="connsiteX275" fmla="*/ 2681188 w 2915191"/>
                <a:gd name="connsiteY275" fmla="*/ 288794 h 382593"/>
                <a:gd name="connsiteX276" fmla="*/ 2690947 w 2915191"/>
                <a:gd name="connsiteY276" fmla="*/ 283443 h 382593"/>
                <a:gd name="connsiteX277" fmla="*/ 2700691 w 2915191"/>
                <a:gd name="connsiteY277" fmla="*/ 253618 h 382593"/>
                <a:gd name="connsiteX278" fmla="*/ 2710435 w 2915191"/>
                <a:gd name="connsiteY278" fmla="*/ 239010 h 382593"/>
                <a:gd name="connsiteX279" fmla="*/ 2720194 w 2915191"/>
                <a:gd name="connsiteY279" fmla="*/ 212620 h 382593"/>
                <a:gd name="connsiteX280" fmla="*/ 2729938 w 2915191"/>
                <a:gd name="connsiteY280" fmla="*/ 218683 h 382593"/>
                <a:gd name="connsiteX281" fmla="*/ 2739697 w 2915191"/>
                <a:gd name="connsiteY281" fmla="*/ 231337 h 382593"/>
                <a:gd name="connsiteX282" fmla="*/ 2749441 w 2915191"/>
                <a:gd name="connsiteY282" fmla="*/ 249500 h 382593"/>
                <a:gd name="connsiteX283" fmla="*/ 2759185 w 2915191"/>
                <a:gd name="connsiteY283" fmla="*/ 264022 h 382593"/>
                <a:gd name="connsiteX284" fmla="*/ 2768943 w 2915191"/>
                <a:gd name="connsiteY284" fmla="*/ 242111 h 382593"/>
                <a:gd name="connsiteX285" fmla="*/ 2778687 w 2915191"/>
                <a:gd name="connsiteY285" fmla="*/ 244336 h 382593"/>
                <a:gd name="connsiteX286" fmla="*/ 2788446 w 2915191"/>
                <a:gd name="connsiteY286" fmla="*/ 228227 h 382593"/>
                <a:gd name="connsiteX287" fmla="*/ 2798190 w 2915191"/>
                <a:gd name="connsiteY287" fmla="*/ 278761 h 382593"/>
                <a:gd name="connsiteX288" fmla="*/ 2807934 w 2915191"/>
                <a:gd name="connsiteY288" fmla="*/ 278043 h 382593"/>
                <a:gd name="connsiteX289" fmla="*/ 2817693 w 2915191"/>
                <a:gd name="connsiteY289" fmla="*/ 259285 h 382593"/>
                <a:gd name="connsiteX290" fmla="*/ 2827437 w 2915191"/>
                <a:gd name="connsiteY290" fmla="*/ 245538 h 382593"/>
                <a:gd name="connsiteX291" fmla="*/ 2837196 w 2915191"/>
                <a:gd name="connsiteY291" fmla="*/ 246477 h 382593"/>
                <a:gd name="connsiteX292" fmla="*/ 2846940 w 2915191"/>
                <a:gd name="connsiteY292" fmla="*/ 237116 h 382593"/>
                <a:gd name="connsiteX293" fmla="*/ 2856684 w 2915191"/>
                <a:gd name="connsiteY293" fmla="*/ 251717 h 382593"/>
                <a:gd name="connsiteX294" fmla="*/ 2866442 w 2915191"/>
                <a:gd name="connsiteY294" fmla="*/ 224526 h 382593"/>
                <a:gd name="connsiteX295" fmla="*/ 2876186 w 2915191"/>
                <a:gd name="connsiteY295" fmla="*/ 240408 h 382593"/>
                <a:gd name="connsiteX296" fmla="*/ 2885945 w 2915191"/>
                <a:gd name="connsiteY296" fmla="*/ 255315 h 382593"/>
                <a:gd name="connsiteX297" fmla="*/ 2895689 w 2915191"/>
                <a:gd name="connsiteY297" fmla="*/ 276948 h 382593"/>
                <a:gd name="connsiteX298" fmla="*/ 2905433 w 2915191"/>
                <a:gd name="connsiteY298" fmla="*/ 291716 h 382593"/>
                <a:gd name="connsiteX299" fmla="*/ 2915192 w 2915191"/>
                <a:gd name="connsiteY299" fmla="*/ 319221 h 3825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82593">
                  <a:moveTo>
                    <a:pt x="0" y="312000"/>
                  </a:moveTo>
                  <a:lnTo>
                    <a:pt x="9750" y="333789"/>
                  </a:lnTo>
                  <a:lnTo>
                    <a:pt x="19500" y="329983"/>
                  </a:lnTo>
                  <a:lnTo>
                    <a:pt x="29250" y="335083"/>
                  </a:lnTo>
                  <a:lnTo>
                    <a:pt x="39000" y="361692"/>
                  </a:lnTo>
                  <a:lnTo>
                    <a:pt x="48749" y="365962"/>
                  </a:lnTo>
                  <a:lnTo>
                    <a:pt x="58499" y="371022"/>
                  </a:lnTo>
                  <a:lnTo>
                    <a:pt x="68249" y="366493"/>
                  </a:lnTo>
                  <a:lnTo>
                    <a:pt x="77998" y="382594"/>
                  </a:lnTo>
                  <a:lnTo>
                    <a:pt x="87748" y="372436"/>
                  </a:lnTo>
                  <a:lnTo>
                    <a:pt x="97497" y="360855"/>
                  </a:lnTo>
                  <a:lnTo>
                    <a:pt x="107247" y="357664"/>
                  </a:lnTo>
                  <a:lnTo>
                    <a:pt x="116997" y="339058"/>
                  </a:lnTo>
                  <a:lnTo>
                    <a:pt x="126747" y="307411"/>
                  </a:lnTo>
                  <a:lnTo>
                    <a:pt x="136497" y="292994"/>
                  </a:lnTo>
                  <a:lnTo>
                    <a:pt x="146247" y="327185"/>
                  </a:lnTo>
                  <a:lnTo>
                    <a:pt x="155997" y="341033"/>
                  </a:lnTo>
                  <a:lnTo>
                    <a:pt x="165747" y="315723"/>
                  </a:lnTo>
                  <a:lnTo>
                    <a:pt x="175497" y="315195"/>
                  </a:lnTo>
                  <a:lnTo>
                    <a:pt x="185247" y="322766"/>
                  </a:lnTo>
                  <a:lnTo>
                    <a:pt x="194996" y="296018"/>
                  </a:lnTo>
                  <a:lnTo>
                    <a:pt x="204746" y="286557"/>
                  </a:lnTo>
                  <a:lnTo>
                    <a:pt x="214495" y="258855"/>
                  </a:lnTo>
                  <a:lnTo>
                    <a:pt x="224245" y="249443"/>
                  </a:lnTo>
                  <a:lnTo>
                    <a:pt x="233995" y="266902"/>
                  </a:lnTo>
                  <a:lnTo>
                    <a:pt x="243744" y="257595"/>
                  </a:lnTo>
                  <a:lnTo>
                    <a:pt x="253494" y="265557"/>
                  </a:lnTo>
                  <a:lnTo>
                    <a:pt x="263244" y="285745"/>
                  </a:lnTo>
                  <a:lnTo>
                    <a:pt x="272994" y="273878"/>
                  </a:lnTo>
                  <a:lnTo>
                    <a:pt x="282744" y="296959"/>
                  </a:lnTo>
                  <a:lnTo>
                    <a:pt x="292494" y="298811"/>
                  </a:lnTo>
                  <a:lnTo>
                    <a:pt x="302244" y="325608"/>
                  </a:lnTo>
                  <a:lnTo>
                    <a:pt x="311994" y="281960"/>
                  </a:lnTo>
                  <a:lnTo>
                    <a:pt x="321744" y="308399"/>
                  </a:lnTo>
                  <a:lnTo>
                    <a:pt x="331493" y="304961"/>
                  </a:lnTo>
                  <a:lnTo>
                    <a:pt x="341243" y="287844"/>
                  </a:lnTo>
                  <a:lnTo>
                    <a:pt x="350993" y="281692"/>
                  </a:lnTo>
                  <a:lnTo>
                    <a:pt x="360742" y="280059"/>
                  </a:lnTo>
                  <a:lnTo>
                    <a:pt x="370492" y="238782"/>
                  </a:lnTo>
                  <a:lnTo>
                    <a:pt x="380241" y="218008"/>
                  </a:lnTo>
                  <a:lnTo>
                    <a:pt x="389991" y="246520"/>
                  </a:lnTo>
                  <a:lnTo>
                    <a:pt x="399741" y="251326"/>
                  </a:lnTo>
                  <a:lnTo>
                    <a:pt x="409491" y="219185"/>
                  </a:lnTo>
                  <a:lnTo>
                    <a:pt x="419241" y="214705"/>
                  </a:lnTo>
                  <a:lnTo>
                    <a:pt x="428991" y="207127"/>
                  </a:lnTo>
                  <a:lnTo>
                    <a:pt x="438741" y="198061"/>
                  </a:lnTo>
                  <a:lnTo>
                    <a:pt x="448491" y="180209"/>
                  </a:lnTo>
                  <a:lnTo>
                    <a:pt x="458241" y="197532"/>
                  </a:lnTo>
                  <a:lnTo>
                    <a:pt x="467991" y="182443"/>
                  </a:lnTo>
                  <a:lnTo>
                    <a:pt x="477740" y="175181"/>
                  </a:lnTo>
                  <a:lnTo>
                    <a:pt x="487490" y="168311"/>
                  </a:lnTo>
                  <a:lnTo>
                    <a:pt x="497239" y="146345"/>
                  </a:lnTo>
                  <a:lnTo>
                    <a:pt x="506989" y="129916"/>
                  </a:lnTo>
                  <a:lnTo>
                    <a:pt x="516738" y="106909"/>
                  </a:lnTo>
                  <a:lnTo>
                    <a:pt x="526488" y="113284"/>
                  </a:lnTo>
                  <a:lnTo>
                    <a:pt x="536238" y="73488"/>
                  </a:lnTo>
                  <a:lnTo>
                    <a:pt x="545988" y="108168"/>
                  </a:lnTo>
                  <a:lnTo>
                    <a:pt x="555738" y="120437"/>
                  </a:lnTo>
                  <a:lnTo>
                    <a:pt x="565488" y="114527"/>
                  </a:lnTo>
                  <a:lnTo>
                    <a:pt x="575238" y="110026"/>
                  </a:lnTo>
                  <a:lnTo>
                    <a:pt x="584988" y="123986"/>
                  </a:lnTo>
                  <a:lnTo>
                    <a:pt x="594738" y="125886"/>
                  </a:lnTo>
                  <a:lnTo>
                    <a:pt x="604488" y="105102"/>
                  </a:lnTo>
                  <a:lnTo>
                    <a:pt x="614237" y="121993"/>
                  </a:lnTo>
                  <a:lnTo>
                    <a:pt x="623987" y="77892"/>
                  </a:lnTo>
                  <a:lnTo>
                    <a:pt x="633736" y="76432"/>
                  </a:lnTo>
                  <a:lnTo>
                    <a:pt x="643486" y="51938"/>
                  </a:lnTo>
                  <a:lnTo>
                    <a:pt x="653236" y="56548"/>
                  </a:lnTo>
                  <a:lnTo>
                    <a:pt x="662985" y="57395"/>
                  </a:lnTo>
                  <a:lnTo>
                    <a:pt x="672735" y="58623"/>
                  </a:lnTo>
                  <a:lnTo>
                    <a:pt x="682485" y="102048"/>
                  </a:lnTo>
                  <a:lnTo>
                    <a:pt x="692235" y="85414"/>
                  </a:lnTo>
                  <a:lnTo>
                    <a:pt x="701985" y="82958"/>
                  </a:lnTo>
                  <a:lnTo>
                    <a:pt x="711735" y="76041"/>
                  </a:lnTo>
                  <a:lnTo>
                    <a:pt x="721485" y="96629"/>
                  </a:lnTo>
                  <a:lnTo>
                    <a:pt x="731235" y="97162"/>
                  </a:lnTo>
                  <a:lnTo>
                    <a:pt x="740985" y="91240"/>
                  </a:lnTo>
                  <a:lnTo>
                    <a:pt x="750734" y="62896"/>
                  </a:lnTo>
                  <a:lnTo>
                    <a:pt x="760484" y="65460"/>
                  </a:lnTo>
                  <a:lnTo>
                    <a:pt x="770233" y="61064"/>
                  </a:lnTo>
                  <a:lnTo>
                    <a:pt x="779983" y="39116"/>
                  </a:lnTo>
                  <a:lnTo>
                    <a:pt x="789733" y="0"/>
                  </a:lnTo>
                  <a:lnTo>
                    <a:pt x="799482" y="4376"/>
                  </a:lnTo>
                  <a:lnTo>
                    <a:pt x="809232" y="5143"/>
                  </a:lnTo>
                  <a:lnTo>
                    <a:pt x="818982" y="2560"/>
                  </a:lnTo>
                  <a:lnTo>
                    <a:pt x="828732" y="26602"/>
                  </a:lnTo>
                  <a:lnTo>
                    <a:pt x="838482" y="82198"/>
                  </a:lnTo>
                  <a:lnTo>
                    <a:pt x="848232" y="112310"/>
                  </a:lnTo>
                  <a:lnTo>
                    <a:pt x="857982" y="120126"/>
                  </a:lnTo>
                  <a:lnTo>
                    <a:pt x="867732" y="116810"/>
                  </a:lnTo>
                  <a:lnTo>
                    <a:pt x="877482" y="86818"/>
                  </a:lnTo>
                  <a:lnTo>
                    <a:pt x="887231" y="59420"/>
                  </a:lnTo>
                  <a:lnTo>
                    <a:pt x="896981" y="107478"/>
                  </a:lnTo>
                  <a:lnTo>
                    <a:pt x="906730" y="118128"/>
                  </a:lnTo>
                  <a:lnTo>
                    <a:pt x="916480" y="137910"/>
                  </a:lnTo>
                  <a:lnTo>
                    <a:pt x="926230" y="140490"/>
                  </a:lnTo>
                  <a:lnTo>
                    <a:pt x="935979" y="148415"/>
                  </a:lnTo>
                  <a:lnTo>
                    <a:pt x="945729" y="123419"/>
                  </a:lnTo>
                  <a:lnTo>
                    <a:pt x="955479" y="161520"/>
                  </a:lnTo>
                  <a:lnTo>
                    <a:pt x="965229" y="182054"/>
                  </a:lnTo>
                  <a:lnTo>
                    <a:pt x="974979" y="233460"/>
                  </a:lnTo>
                  <a:lnTo>
                    <a:pt x="984729" y="236577"/>
                  </a:lnTo>
                  <a:lnTo>
                    <a:pt x="994474" y="246828"/>
                  </a:lnTo>
                  <a:lnTo>
                    <a:pt x="1004233" y="216235"/>
                  </a:lnTo>
                  <a:lnTo>
                    <a:pt x="1013977" y="229073"/>
                  </a:lnTo>
                  <a:lnTo>
                    <a:pt x="1023721" y="231521"/>
                  </a:lnTo>
                  <a:lnTo>
                    <a:pt x="1033480" y="239319"/>
                  </a:lnTo>
                  <a:lnTo>
                    <a:pt x="1043224" y="235034"/>
                  </a:lnTo>
                  <a:lnTo>
                    <a:pt x="1052983" y="251773"/>
                  </a:lnTo>
                  <a:lnTo>
                    <a:pt x="1062727" y="247527"/>
                  </a:lnTo>
                  <a:lnTo>
                    <a:pt x="1072471" y="245449"/>
                  </a:lnTo>
                  <a:lnTo>
                    <a:pt x="1082230" y="239823"/>
                  </a:lnTo>
                  <a:lnTo>
                    <a:pt x="1091973" y="234509"/>
                  </a:lnTo>
                  <a:lnTo>
                    <a:pt x="1101732" y="266372"/>
                  </a:lnTo>
                  <a:lnTo>
                    <a:pt x="1111476" y="257398"/>
                  </a:lnTo>
                  <a:lnTo>
                    <a:pt x="1121220" y="197410"/>
                  </a:lnTo>
                  <a:lnTo>
                    <a:pt x="1130979" y="179889"/>
                  </a:lnTo>
                  <a:lnTo>
                    <a:pt x="1140723" y="214186"/>
                  </a:lnTo>
                  <a:lnTo>
                    <a:pt x="1150482" y="222320"/>
                  </a:lnTo>
                  <a:lnTo>
                    <a:pt x="1160226" y="239878"/>
                  </a:lnTo>
                  <a:lnTo>
                    <a:pt x="1169969" y="265579"/>
                  </a:lnTo>
                  <a:lnTo>
                    <a:pt x="1179728" y="279880"/>
                  </a:lnTo>
                  <a:lnTo>
                    <a:pt x="1189472" y="266354"/>
                  </a:lnTo>
                  <a:lnTo>
                    <a:pt x="1199231" y="290588"/>
                  </a:lnTo>
                  <a:lnTo>
                    <a:pt x="1208975" y="267543"/>
                  </a:lnTo>
                  <a:lnTo>
                    <a:pt x="1218719" y="241092"/>
                  </a:lnTo>
                  <a:lnTo>
                    <a:pt x="1228478" y="243673"/>
                  </a:lnTo>
                  <a:lnTo>
                    <a:pt x="1238222" y="231785"/>
                  </a:lnTo>
                  <a:lnTo>
                    <a:pt x="1247966" y="256166"/>
                  </a:lnTo>
                  <a:lnTo>
                    <a:pt x="1257725" y="273016"/>
                  </a:lnTo>
                  <a:lnTo>
                    <a:pt x="1267469" y="267355"/>
                  </a:lnTo>
                  <a:lnTo>
                    <a:pt x="1277227" y="292473"/>
                  </a:lnTo>
                  <a:lnTo>
                    <a:pt x="1286971" y="259190"/>
                  </a:lnTo>
                  <a:lnTo>
                    <a:pt x="1296715" y="257685"/>
                  </a:lnTo>
                  <a:lnTo>
                    <a:pt x="1306474" y="249659"/>
                  </a:lnTo>
                  <a:lnTo>
                    <a:pt x="1316218" y="278005"/>
                  </a:lnTo>
                  <a:lnTo>
                    <a:pt x="1325977" y="311325"/>
                  </a:lnTo>
                  <a:lnTo>
                    <a:pt x="1335721" y="316004"/>
                  </a:lnTo>
                  <a:lnTo>
                    <a:pt x="1345465" y="293789"/>
                  </a:lnTo>
                  <a:lnTo>
                    <a:pt x="1355224" y="275421"/>
                  </a:lnTo>
                  <a:lnTo>
                    <a:pt x="1364967" y="242923"/>
                  </a:lnTo>
                  <a:lnTo>
                    <a:pt x="1374726" y="260182"/>
                  </a:lnTo>
                  <a:lnTo>
                    <a:pt x="1384470" y="260129"/>
                  </a:lnTo>
                  <a:lnTo>
                    <a:pt x="1394214" y="271187"/>
                  </a:lnTo>
                  <a:lnTo>
                    <a:pt x="1403973" y="302122"/>
                  </a:lnTo>
                  <a:lnTo>
                    <a:pt x="1413717" y="289116"/>
                  </a:lnTo>
                  <a:lnTo>
                    <a:pt x="1423476" y="272438"/>
                  </a:lnTo>
                  <a:lnTo>
                    <a:pt x="1433220" y="289840"/>
                  </a:lnTo>
                  <a:lnTo>
                    <a:pt x="1442964" y="270718"/>
                  </a:lnTo>
                  <a:lnTo>
                    <a:pt x="1452722" y="268819"/>
                  </a:lnTo>
                  <a:lnTo>
                    <a:pt x="1462466" y="284490"/>
                  </a:lnTo>
                  <a:lnTo>
                    <a:pt x="1472225" y="311457"/>
                  </a:lnTo>
                  <a:lnTo>
                    <a:pt x="1481969" y="334104"/>
                  </a:lnTo>
                  <a:lnTo>
                    <a:pt x="1491713" y="332651"/>
                  </a:lnTo>
                  <a:lnTo>
                    <a:pt x="1501472" y="325069"/>
                  </a:lnTo>
                  <a:lnTo>
                    <a:pt x="1511216" y="330388"/>
                  </a:lnTo>
                  <a:lnTo>
                    <a:pt x="1520960" y="297990"/>
                  </a:lnTo>
                  <a:lnTo>
                    <a:pt x="1530719" y="278626"/>
                  </a:lnTo>
                  <a:lnTo>
                    <a:pt x="1540463" y="278393"/>
                  </a:lnTo>
                  <a:lnTo>
                    <a:pt x="1550221" y="305249"/>
                  </a:lnTo>
                  <a:lnTo>
                    <a:pt x="1559965" y="281574"/>
                  </a:lnTo>
                  <a:lnTo>
                    <a:pt x="1569709" y="300118"/>
                  </a:lnTo>
                  <a:lnTo>
                    <a:pt x="1579468" y="256406"/>
                  </a:lnTo>
                  <a:lnTo>
                    <a:pt x="1589212" y="228208"/>
                  </a:lnTo>
                  <a:lnTo>
                    <a:pt x="1598971" y="246775"/>
                  </a:lnTo>
                  <a:lnTo>
                    <a:pt x="1608715" y="229790"/>
                  </a:lnTo>
                  <a:lnTo>
                    <a:pt x="1618459" y="238355"/>
                  </a:lnTo>
                  <a:lnTo>
                    <a:pt x="1628218" y="230828"/>
                  </a:lnTo>
                  <a:lnTo>
                    <a:pt x="1637962" y="234844"/>
                  </a:lnTo>
                  <a:lnTo>
                    <a:pt x="1647720" y="271346"/>
                  </a:lnTo>
                  <a:lnTo>
                    <a:pt x="1657464" y="281710"/>
                  </a:lnTo>
                  <a:lnTo>
                    <a:pt x="1667208" y="286828"/>
                  </a:lnTo>
                  <a:lnTo>
                    <a:pt x="1676967" y="273800"/>
                  </a:lnTo>
                  <a:lnTo>
                    <a:pt x="1686711" y="290179"/>
                  </a:lnTo>
                  <a:lnTo>
                    <a:pt x="1696470" y="252279"/>
                  </a:lnTo>
                  <a:lnTo>
                    <a:pt x="1706214" y="286151"/>
                  </a:lnTo>
                  <a:lnTo>
                    <a:pt x="1715958" y="301743"/>
                  </a:lnTo>
                  <a:lnTo>
                    <a:pt x="1725716" y="299014"/>
                  </a:lnTo>
                  <a:lnTo>
                    <a:pt x="1735460" y="276658"/>
                  </a:lnTo>
                  <a:lnTo>
                    <a:pt x="1745219" y="290472"/>
                  </a:lnTo>
                  <a:lnTo>
                    <a:pt x="1754963" y="328943"/>
                  </a:lnTo>
                  <a:lnTo>
                    <a:pt x="1764707" y="332192"/>
                  </a:lnTo>
                  <a:lnTo>
                    <a:pt x="1774466" y="319372"/>
                  </a:lnTo>
                  <a:lnTo>
                    <a:pt x="1784210" y="369595"/>
                  </a:lnTo>
                  <a:lnTo>
                    <a:pt x="1793969" y="377770"/>
                  </a:lnTo>
                  <a:lnTo>
                    <a:pt x="1803713" y="359197"/>
                  </a:lnTo>
                  <a:lnTo>
                    <a:pt x="1813457" y="378118"/>
                  </a:lnTo>
                  <a:lnTo>
                    <a:pt x="1823215" y="339393"/>
                  </a:lnTo>
                  <a:lnTo>
                    <a:pt x="1832959" y="307433"/>
                  </a:lnTo>
                  <a:lnTo>
                    <a:pt x="1842703" y="283598"/>
                  </a:lnTo>
                  <a:lnTo>
                    <a:pt x="1852462" y="288266"/>
                  </a:lnTo>
                  <a:lnTo>
                    <a:pt x="1862206" y="265635"/>
                  </a:lnTo>
                  <a:lnTo>
                    <a:pt x="1871965" y="250601"/>
                  </a:lnTo>
                  <a:lnTo>
                    <a:pt x="1881709" y="266734"/>
                  </a:lnTo>
                  <a:lnTo>
                    <a:pt x="1891453" y="257898"/>
                  </a:lnTo>
                  <a:lnTo>
                    <a:pt x="1901212" y="237219"/>
                  </a:lnTo>
                  <a:lnTo>
                    <a:pt x="1910956" y="227345"/>
                  </a:lnTo>
                  <a:lnTo>
                    <a:pt x="1920714" y="219662"/>
                  </a:lnTo>
                  <a:lnTo>
                    <a:pt x="1930458" y="244294"/>
                  </a:lnTo>
                  <a:lnTo>
                    <a:pt x="1940202" y="266847"/>
                  </a:lnTo>
                  <a:lnTo>
                    <a:pt x="1949961" y="251782"/>
                  </a:lnTo>
                  <a:lnTo>
                    <a:pt x="1959705" y="268830"/>
                  </a:lnTo>
                  <a:lnTo>
                    <a:pt x="1969464" y="268916"/>
                  </a:lnTo>
                  <a:lnTo>
                    <a:pt x="1979208" y="277286"/>
                  </a:lnTo>
                  <a:lnTo>
                    <a:pt x="1988952" y="263335"/>
                  </a:lnTo>
                  <a:lnTo>
                    <a:pt x="1998711" y="276837"/>
                  </a:lnTo>
                  <a:lnTo>
                    <a:pt x="2008454" y="253576"/>
                  </a:lnTo>
                  <a:lnTo>
                    <a:pt x="2018213" y="259695"/>
                  </a:lnTo>
                  <a:lnTo>
                    <a:pt x="2027957" y="257831"/>
                  </a:lnTo>
                  <a:lnTo>
                    <a:pt x="2037701" y="315239"/>
                  </a:lnTo>
                  <a:lnTo>
                    <a:pt x="2047460" y="337313"/>
                  </a:lnTo>
                  <a:lnTo>
                    <a:pt x="2057204" y="319263"/>
                  </a:lnTo>
                  <a:lnTo>
                    <a:pt x="2066963" y="311237"/>
                  </a:lnTo>
                  <a:lnTo>
                    <a:pt x="2076707" y="315294"/>
                  </a:lnTo>
                  <a:lnTo>
                    <a:pt x="2086451" y="264999"/>
                  </a:lnTo>
                  <a:lnTo>
                    <a:pt x="2096210" y="270609"/>
                  </a:lnTo>
                  <a:lnTo>
                    <a:pt x="2105954" y="273396"/>
                  </a:lnTo>
                  <a:lnTo>
                    <a:pt x="2115697" y="241265"/>
                  </a:lnTo>
                  <a:lnTo>
                    <a:pt x="2125456" y="242955"/>
                  </a:lnTo>
                  <a:lnTo>
                    <a:pt x="2135200" y="198687"/>
                  </a:lnTo>
                  <a:lnTo>
                    <a:pt x="2144959" y="192666"/>
                  </a:lnTo>
                  <a:lnTo>
                    <a:pt x="2154703" y="221567"/>
                  </a:lnTo>
                  <a:lnTo>
                    <a:pt x="2164447" y="241806"/>
                  </a:lnTo>
                  <a:lnTo>
                    <a:pt x="2174206" y="264397"/>
                  </a:lnTo>
                  <a:lnTo>
                    <a:pt x="2183950" y="250011"/>
                  </a:lnTo>
                  <a:lnTo>
                    <a:pt x="2193709" y="249512"/>
                  </a:lnTo>
                  <a:lnTo>
                    <a:pt x="2203452" y="215374"/>
                  </a:lnTo>
                  <a:lnTo>
                    <a:pt x="2213196" y="210926"/>
                  </a:lnTo>
                  <a:lnTo>
                    <a:pt x="2222955" y="220809"/>
                  </a:lnTo>
                  <a:lnTo>
                    <a:pt x="2232699" y="266976"/>
                  </a:lnTo>
                  <a:lnTo>
                    <a:pt x="2242458" y="285180"/>
                  </a:lnTo>
                  <a:lnTo>
                    <a:pt x="2252202" y="263944"/>
                  </a:lnTo>
                  <a:lnTo>
                    <a:pt x="2261946" y="304294"/>
                  </a:lnTo>
                  <a:lnTo>
                    <a:pt x="2271705" y="309561"/>
                  </a:lnTo>
                  <a:lnTo>
                    <a:pt x="2281449" y="309850"/>
                  </a:lnTo>
                  <a:lnTo>
                    <a:pt x="2291208" y="292108"/>
                  </a:lnTo>
                  <a:lnTo>
                    <a:pt x="2300951" y="302437"/>
                  </a:lnTo>
                  <a:lnTo>
                    <a:pt x="2310695" y="289377"/>
                  </a:lnTo>
                  <a:lnTo>
                    <a:pt x="2320454" y="318797"/>
                  </a:lnTo>
                  <a:lnTo>
                    <a:pt x="2330198" y="289931"/>
                  </a:lnTo>
                  <a:lnTo>
                    <a:pt x="2339957" y="281753"/>
                  </a:lnTo>
                  <a:lnTo>
                    <a:pt x="2349701" y="301617"/>
                  </a:lnTo>
                  <a:lnTo>
                    <a:pt x="2359445" y="303264"/>
                  </a:lnTo>
                  <a:lnTo>
                    <a:pt x="2369204" y="323342"/>
                  </a:lnTo>
                  <a:lnTo>
                    <a:pt x="2378948" y="313011"/>
                  </a:lnTo>
                  <a:lnTo>
                    <a:pt x="2388692" y="342705"/>
                  </a:lnTo>
                  <a:lnTo>
                    <a:pt x="2398450" y="337344"/>
                  </a:lnTo>
                  <a:lnTo>
                    <a:pt x="2408194" y="345344"/>
                  </a:lnTo>
                  <a:lnTo>
                    <a:pt x="2417953" y="332350"/>
                  </a:lnTo>
                  <a:lnTo>
                    <a:pt x="2427697" y="313987"/>
                  </a:lnTo>
                  <a:lnTo>
                    <a:pt x="2437441" y="303504"/>
                  </a:lnTo>
                  <a:lnTo>
                    <a:pt x="2447200" y="309358"/>
                  </a:lnTo>
                  <a:lnTo>
                    <a:pt x="2456944" y="342294"/>
                  </a:lnTo>
                  <a:lnTo>
                    <a:pt x="2466703" y="333225"/>
                  </a:lnTo>
                  <a:lnTo>
                    <a:pt x="2476446" y="331319"/>
                  </a:lnTo>
                  <a:lnTo>
                    <a:pt x="2486190" y="314585"/>
                  </a:lnTo>
                  <a:lnTo>
                    <a:pt x="2495949" y="319120"/>
                  </a:lnTo>
                  <a:lnTo>
                    <a:pt x="2505693" y="300301"/>
                  </a:lnTo>
                  <a:lnTo>
                    <a:pt x="2515452" y="296225"/>
                  </a:lnTo>
                  <a:lnTo>
                    <a:pt x="2525196" y="293163"/>
                  </a:lnTo>
                  <a:lnTo>
                    <a:pt x="2534940" y="314459"/>
                  </a:lnTo>
                  <a:lnTo>
                    <a:pt x="2544699" y="321383"/>
                  </a:lnTo>
                  <a:lnTo>
                    <a:pt x="2554443" y="305611"/>
                  </a:lnTo>
                  <a:lnTo>
                    <a:pt x="2564202" y="294823"/>
                  </a:lnTo>
                  <a:lnTo>
                    <a:pt x="2573946" y="288736"/>
                  </a:lnTo>
                  <a:lnTo>
                    <a:pt x="2583690" y="289311"/>
                  </a:lnTo>
                  <a:lnTo>
                    <a:pt x="2593448" y="282988"/>
                  </a:lnTo>
                  <a:lnTo>
                    <a:pt x="2603192" y="261561"/>
                  </a:lnTo>
                  <a:lnTo>
                    <a:pt x="2612951" y="323403"/>
                  </a:lnTo>
                  <a:lnTo>
                    <a:pt x="2622695" y="315510"/>
                  </a:lnTo>
                  <a:lnTo>
                    <a:pt x="2632439" y="303080"/>
                  </a:lnTo>
                  <a:lnTo>
                    <a:pt x="2642198" y="310791"/>
                  </a:lnTo>
                  <a:lnTo>
                    <a:pt x="2651942" y="329017"/>
                  </a:lnTo>
                  <a:lnTo>
                    <a:pt x="2661685" y="347787"/>
                  </a:lnTo>
                  <a:lnTo>
                    <a:pt x="2671444" y="299914"/>
                  </a:lnTo>
                  <a:lnTo>
                    <a:pt x="2681188" y="288794"/>
                  </a:lnTo>
                  <a:lnTo>
                    <a:pt x="2690947" y="283443"/>
                  </a:lnTo>
                  <a:lnTo>
                    <a:pt x="2700691" y="253618"/>
                  </a:lnTo>
                  <a:lnTo>
                    <a:pt x="2710435" y="239010"/>
                  </a:lnTo>
                  <a:lnTo>
                    <a:pt x="2720194" y="212620"/>
                  </a:lnTo>
                  <a:lnTo>
                    <a:pt x="2729938" y="218683"/>
                  </a:lnTo>
                  <a:lnTo>
                    <a:pt x="2739697" y="231337"/>
                  </a:lnTo>
                  <a:lnTo>
                    <a:pt x="2749441" y="249500"/>
                  </a:lnTo>
                  <a:lnTo>
                    <a:pt x="2759185" y="264022"/>
                  </a:lnTo>
                  <a:lnTo>
                    <a:pt x="2768943" y="242111"/>
                  </a:lnTo>
                  <a:lnTo>
                    <a:pt x="2778687" y="244336"/>
                  </a:lnTo>
                  <a:lnTo>
                    <a:pt x="2788446" y="228227"/>
                  </a:lnTo>
                  <a:lnTo>
                    <a:pt x="2798190" y="278761"/>
                  </a:lnTo>
                  <a:lnTo>
                    <a:pt x="2807934" y="278043"/>
                  </a:lnTo>
                  <a:lnTo>
                    <a:pt x="2817693" y="259285"/>
                  </a:lnTo>
                  <a:lnTo>
                    <a:pt x="2827437" y="245538"/>
                  </a:lnTo>
                  <a:lnTo>
                    <a:pt x="2837196" y="246477"/>
                  </a:lnTo>
                  <a:lnTo>
                    <a:pt x="2846940" y="237116"/>
                  </a:lnTo>
                  <a:lnTo>
                    <a:pt x="2856684" y="251717"/>
                  </a:lnTo>
                  <a:lnTo>
                    <a:pt x="2866442" y="224526"/>
                  </a:lnTo>
                  <a:lnTo>
                    <a:pt x="2876186" y="240408"/>
                  </a:lnTo>
                  <a:lnTo>
                    <a:pt x="2885945" y="255315"/>
                  </a:lnTo>
                  <a:lnTo>
                    <a:pt x="2895689" y="276948"/>
                  </a:lnTo>
                  <a:lnTo>
                    <a:pt x="2905433" y="291716"/>
                  </a:lnTo>
                  <a:lnTo>
                    <a:pt x="2915192" y="31922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5" name="Freeform 1214">
              <a:extLst>
                <a:ext uri="{FF2B5EF4-FFF2-40B4-BE49-F238E27FC236}">
                  <a16:creationId xmlns:a16="http://schemas.microsoft.com/office/drawing/2014/main" id="{D37DB630-DD9C-7D62-C55C-15D3219E36FD}"/>
                </a:ext>
              </a:extLst>
            </p:cNvPr>
            <p:cNvSpPr/>
            <p:nvPr/>
          </p:nvSpPr>
          <p:spPr>
            <a:xfrm>
              <a:off x="4426652" y="3177377"/>
              <a:ext cx="2915191" cy="720338"/>
            </a:xfrm>
            <a:custGeom>
              <a:avLst/>
              <a:gdLst>
                <a:gd name="connsiteX0" fmla="*/ 0 w 2915191"/>
                <a:gd name="connsiteY0" fmla="*/ 685507 h 720338"/>
                <a:gd name="connsiteX1" fmla="*/ 9750 w 2915191"/>
                <a:gd name="connsiteY1" fmla="*/ 681987 h 720338"/>
                <a:gd name="connsiteX2" fmla="*/ 19500 w 2915191"/>
                <a:gd name="connsiteY2" fmla="*/ 662109 h 720338"/>
                <a:gd name="connsiteX3" fmla="*/ 29250 w 2915191"/>
                <a:gd name="connsiteY3" fmla="*/ 685060 h 720338"/>
                <a:gd name="connsiteX4" fmla="*/ 39000 w 2915191"/>
                <a:gd name="connsiteY4" fmla="*/ 720339 h 720338"/>
                <a:gd name="connsiteX5" fmla="*/ 48749 w 2915191"/>
                <a:gd name="connsiteY5" fmla="*/ 689179 h 720338"/>
                <a:gd name="connsiteX6" fmla="*/ 58499 w 2915191"/>
                <a:gd name="connsiteY6" fmla="*/ 691699 h 720338"/>
                <a:gd name="connsiteX7" fmla="*/ 68249 w 2915191"/>
                <a:gd name="connsiteY7" fmla="*/ 669797 h 720338"/>
                <a:gd name="connsiteX8" fmla="*/ 77998 w 2915191"/>
                <a:gd name="connsiteY8" fmla="*/ 657392 h 720338"/>
                <a:gd name="connsiteX9" fmla="*/ 87748 w 2915191"/>
                <a:gd name="connsiteY9" fmla="*/ 657817 h 720338"/>
                <a:gd name="connsiteX10" fmla="*/ 97497 w 2915191"/>
                <a:gd name="connsiteY10" fmla="*/ 670922 h 720338"/>
                <a:gd name="connsiteX11" fmla="*/ 107247 w 2915191"/>
                <a:gd name="connsiteY11" fmla="*/ 609888 h 720338"/>
                <a:gd name="connsiteX12" fmla="*/ 116997 w 2915191"/>
                <a:gd name="connsiteY12" fmla="*/ 586819 h 720338"/>
                <a:gd name="connsiteX13" fmla="*/ 126747 w 2915191"/>
                <a:gd name="connsiteY13" fmla="*/ 625713 h 720338"/>
                <a:gd name="connsiteX14" fmla="*/ 136497 w 2915191"/>
                <a:gd name="connsiteY14" fmla="*/ 623515 h 720338"/>
                <a:gd name="connsiteX15" fmla="*/ 146247 w 2915191"/>
                <a:gd name="connsiteY15" fmla="*/ 644348 h 720338"/>
                <a:gd name="connsiteX16" fmla="*/ 155997 w 2915191"/>
                <a:gd name="connsiteY16" fmla="*/ 628819 h 720338"/>
                <a:gd name="connsiteX17" fmla="*/ 165747 w 2915191"/>
                <a:gd name="connsiteY17" fmla="*/ 635205 h 720338"/>
                <a:gd name="connsiteX18" fmla="*/ 175497 w 2915191"/>
                <a:gd name="connsiteY18" fmla="*/ 683735 h 720338"/>
                <a:gd name="connsiteX19" fmla="*/ 185247 w 2915191"/>
                <a:gd name="connsiteY19" fmla="*/ 700295 h 720338"/>
                <a:gd name="connsiteX20" fmla="*/ 194996 w 2915191"/>
                <a:gd name="connsiteY20" fmla="*/ 708013 h 720338"/>
                <a:gd name="connsiteX21" fmla="*/ 204746 w 2915191"/>
                <a:gd name="connsiteY21" fmla="*/ 685805 h 720338"/>
                <a:gd name="connsiteX22" fmla="*/ 214495 w 2915191"/>
                <a:gd name="connsiteY22" fmla="*/ 640592 h 720338"/>
                <a:gd name="connsiteX23" fmla="*/ 224245 w 2915191"/>
                <a:gd name="connsiteY23" fmla="*/ 605927 h 720338"/>
                <a:gd name="connsiteX24" fmla="*/ 233995 w 2915191"/>
                <a:gd name="connsiteY24" fmla="*/ 590329 h 720338"/>
                <a:gd name="connsiteX25" fmla="*/ 243744 w 2915191"/>
                <a:gd name="connsiteY25" fmla="*/ 559659 h 720338"/>
                <a:gd name="connsiteX26" fmla="*/ 253494 w 2915191"/>
                <a:gd name="connsiteY26" fmla="*/ 587151 h 720338"/>
                <a:gd name="connsiteX27" fmla="*/ 263244 w 2915191"/>
                <a:gd name="connsiteY27" fmla="*/ 540210 h 720338"/>
                <a:gd name="connsiteX28" fmla="*/ 272994 w 2915191"/>
                <a:gd name="connsiteY28" fmla="*/ 527853 h 720338"/>
                <a:gd name="connsiteX29" fmla="*/ 282744 w 2915191"/>
                <a:gd name="connsiteY29" fmla="*/ 487562 h 720338"/>
                <a:gd name="connsiteX30" fmla="*/ 292494 w 2915191"/>
                <a:gd name="connsiteY30" fmla="*/ 484972 h 720338"/>
                <a:gd name="connsiteX31" fmla="*/ 302244 w 2915191"/>
                <a:gd name="connsiteY31" fmla="*/ 496062 h 720338"/>
                <a:gd name="connsiteX32" fmla="*/ 311994 w 2915191"/>
                <a:gd name="connsiteY32" fmla="*/ 494813 h 720338"/>
                <a:gd name="connsiteX33" fmla="*/ 321744 w 2915191"/>
                <a:gd name="connsiteY33" fmla="*/ 505965 h 720338"/>
                <a:gd name="connsiteX34" fmla="*/ 331493 w 2915191"/>
                <a:gd name="connsiteY34" fmla="*/ 496921 h 720338"/>
                <a:gd name="connsiteX35" fmla="*/ 341243 w 2915191"/>
                <a:gd name="connsiteY35" fmla="*/ 505514 h 720338"/>
                <a:gd name="connsiteX36" fmla="*/ 350993 w 2915191"/>
                <a:gd name="connsiteY36" fmla="*/ 485184 h 720338"/>
                <a:gd name="connsiteX37" fmla="*/ 360742 w 2915191"/>
                <a:gd name="connsiteY37" fmla="*/ 509752 h 720338"/>
                <a:gd name="connsiteX38" fmla="*/ 370492 w 2915191"/>
                <a:gd name="connsiteY38" fmla="*/ 500095 h 720338"/>
                <a:gd name="connsiteX39" fmla="*/ 380241 w 2915191"/>
                <a:gd name="connsiteY39" fmla="*/ 484089 h 720338"/>
                <a:gd name="connsiteX40" fmla="*/ 389991 w 2915191"/>
                <a:gd name="connsiteY40" fmla="*/ 502693 h 720338"/>
                <a:gd name="connsiteX41" fmla="*/ 399741 w 2915191"/>
                <a:gd name="connsiteY41" fmla="*/ 483622 h 720338"/>
                <a:gd name="connsiteX42" fmla="*/ 409491 w 2915191"/>
                <a:gd name="connsiteY42" fmla="*/ 491126 h 720338"/>
                <a:gd name="connsiteX43" fmla="*/ 419241 w 2915191"/>
                <a:gd name="connsiteY43" fmla="*/ 477719 h 720338"/>
                <a:gd name="connsiteX44" fmla="*/ 428991 w 2915191"/>
                <a:gd name="connsiteY44" fmla="*/ 492939 h 720338"/>
                <a:gd name="connsiteX45" fmla="*/ 438741 w 2915191"/>
                <a:gd name="connsiteY45" fmla="*/ 541225 h 720338"/>
                <a:gd name="connsiteX46" fmla="*/ 448491 w 2915191"/>
                <a:gd name="connsiteY46" fmla="*/ 549683 h 720338"/>
                <a:gd name="connsiteX47" fmla="*/ 458241 w 2915191"/>
                <a:gd name="connsiteY47" fmla="*/ 529633 h 720338"/>
                <a:gd name="connsiteX48" fmla="*/ 467991 w 2915191"/>
                <a:gd name="connsiteY48" fmla="*/ 542484 h 720338"/>
                <a:gd name="connsiteX49" fmla="*/ 477740 w 2915191"/>
                <a:gd name="connsiteY49" fmla="*/ 552968 h 720338"/>
                <a:gd name="connsiteX50" fmla="*/ 487490 w 2915191"/>
                <a:gd name="connsiteY50" fmla="*/ 546660 h 720338"/>
                <a:gd name="connsiteX51" fmla="*/ 497239 w 2915191"/>
                <a:gd name="connsiteY51" fmla="*/ 536256 h 720338"/>
                <a:gd name="connsiteX52" fmla="*/ 506989 w 2915191"/>
                <a:gd name="connsiteY52" fmla="*/ 541133 h 720338"/>
                <a:gd name="connsiteX53" fmla="*/ 516738 w 2915191"/>
                <a:gd name="connsiteY53" fmla="*/ 519092 h 720338"/>
                <a:gd name="connsiteX54" fmla="*/ 526488 w 2915191"/>
                <a:gd name="connsiteY54" fmla="*/ 498872 h 720338"/>
                <a:gd name="connsiteX55" fmla="*/ 536238 w 2915191"/>
                <a:gd name="connsiteY55" fmla="*/ 493232 h 720338"/>
                <a:gd name="connsiteX56" fmla="*/ 545988 w 2915191"/>
                <a:gd name="connsiteY56" fmla="*/ 504444 h 720338"/>
                <a:gd name="connsiteX57" fmla="*/ 555738 w 2915191"/>
                <a:gd name="connsiteY57" fmla="*/ 485874 h 720338"/>
                <a:gd name="connsiteX58" fmla="*/ 565488 w 2915191"/>
                <a:gd name="connsiteY58" fmla="*/ 450325 h 720338"/>
                <a:gd name="connsiteX59" fmla="*/ 575238 w 2915191"/>
                <a:gd name="connsiteY59" fmla="*/ 455034 h 720338"/>
                <a:gd name="connsiteX60" fmla="*/ 584988 w 2915191"/>
                <a:gd name="connsiteY60" fmla="*/ 471633 h 720338"/>
                <a:gd name="connsiteX61" fmla="*/ 594738 w 2915191"/>
                <a:gd name="connsiteY61" fmla="*/ 439010 h 720338"/>
                <a:gd name="connsiteX62" fmla="*/ 604488 w 2915191"/>
                <a:gd name="connsiteY62" fmla="*/ 430208 h 720338"/>
                <a:gd name="connsiteX63" fmla="*/ 614237 w 2915191"/>
                <a:gd name="connsiteY63" fmla="*/ 439466 h 720338"/>
                <a:gd name="connsiteX64" fmla="*/ 623987 w 2915191"/>
                <a:gd name="connsiteY64" fmla="*/ 402985 h 720338"/>
                <a:gd name="connsiteX65" fmla="*/ 633736 w 2915191"/>
                <a:gd name="connsiteY65" fmla="*/ 397968 h 720338"/>
                <a:gd name="connsiteX66" fmla="*/ 643486 w 2915191"/>
                <a:gd name="connsiteY66" fmla="*/ 428046 h 720338"/>
                <a:gd name="connsiteX67" fmla="*/ 653236 w 2915191"/>
                <a:gd name="connsiteY67" fmla="*/ 481347 h 720338"/>
                <a:gd name="connsiteX68" fmla="*/ 662985 w 2915191"/>
                <a:gd name="connsiteY68" fmla="*/ 434740 h 720338"/>
                <a:gd name="connsiteX69" fmla="*/ 672735 w 2915191"/>
                <a:gd name="connsiteY69" fmla="*/ 453035 h 720338"/>
                <a:gd name="connsiteX70" fmla="*/ 682485 w 2915191"/>
                <a:gd name="connsiteY70" fmla="*/ 448473 h 720338"/>
                <a:gd name="connsiteX71" fmla="*/ 692235 w 2915191"/>
                <a:gd name="connsiteY71" fmla="*/ 460608 h 720338"/>
                <a:gd name="connsiteX72" fmla="*/ 701985 w 2915191"/>
                <a:gd name="connsiteY72" fmla="*/ 475027 h 720338"/>
                <a:gd name="connsiteX73" fmla="*/ 711735 w 2915191"/>
                <a:gd name="connsiteY73" fmla="*/ 474191 h 720338"/>
                <a:gd name="connsiteX74" fmla="*/ 721485 w 2915191"/>
                <a:gd name="connsiteY74" fmla="*/ 470817 h 720338"/>
                <a:gd name="connsiteX75" fmla="*/ 731235 w 2915191"/>
                <a:gd name="connsiteY75" fmla="*/ 485521 h 720338"/>
                <a:gd name="connsiteX76" fmla="*/ 740985 w 2915191"/>
                <a:gd name="connsiteY76" fmla="*/ 479004 h 720338"/>
                <a:gd name="connsiteX77" fmla="*/ 750734 w 2915191"/>
                <a:gd name="connsiteY77" fmla="*/ 454963 h 720338"/>
                <a:gd name="connsiteX78" fmla="*/ 760484 w 2915191"/>
                <a:gd name="connsiteY78" fmla="*/ 466271 h 720338"/>
                <a:gd name="connsiteX79" fmla="*/ 770233 w 2915191"/>
                <a:gd name="connsiteY79" fmla="*/ 528725 h 720338"/>
                <a:gd name="connsiteX80" fmla="*/ 779983 w 2915191"/>
                <a:gd name="connsiteY80" fmla="*/ 528759 h 720338"/>
                <a:gd name="connsiteX81" fmla="*/ 789733 w 2915191"/>
                <a:gd name="connsiteY81" fmla="*/ 523289 h 720338"/>
                <a:gd name="connsiteX82" fmla="*/ 799482 w 2915191"/>
                <a:gd name="connsiteY82" fmla="*/ 489651 h 720338"/>
                <a:gd name="connsiteX83" fmla="*/ 809232 w 2915191"/>
                <a:gd name="connsiteY83" fmla="*/ 524142 h 720338"/>
                <a:gd name="connsiteX84" fmla="*/ 818982 w 2915191"/>
                <a:gd name="connsiteY84" fmla="*/ 527080 h 720338"/>
                <a:gd name="connsiteX85" fmla="*/ 828732 w 2915191"/>
                <a:gd name="connsiteY85" fmla="*/ 528446 h 720338"/>
                <a:gd name="connsiteX86" fmla="*/ 838482 w 2915191"/>
                <a:gd name="connsiteY86" fmla="*/ 535732 h 720338"/>
                <a:gd name="connsiteX87" fmla="*/ 848232 w 2915191"/>
                <a:gd name="connsiteY87" fmla="*/ 514603 h 720338"/>
                <a:gd name="connsiteX88" fmla="*/ 857982 w 2915191"/>
                <a:gd name="connsiteY88" fmla="*/ 499089 h 720338"/>
                <a:gd name="connsiteX89" fmla="*/ 867732 w 2915191"/>
                <a:gd name="connsiteY89" fmla="*/ 526041 h 720338"/>
                <a:gd name="connsiteX90" fmla="*/ 877482 w 2915191"/>
                <a:gd name="connsiteY90" fmla="*/ 518979 h 720338"/>
                <a:gd name="connsiteX91" fmla="*/ 887231 w 2915191"/>
                <a:gd name="connsiteY91" fmla="*/ 571012 h 720338"/>
                <a:gd name="connsiteX92" fmla="*/ 896981 w 2915191"/>
                <a:gd name="connsiteY92" fmla="*/ 550836 h 720338"/>
                <a:gd name="connsiteX93" fmla="*/ 906730 w 2915191"/>
                <a:gd name="connsiteY93" fmla="*/ 526496 h 720338"/>
                <a:gd name="connsiteX94" fmla="*/ 916480 w 2915191"/>
                <a:gd name="connsiteY94" fmla="*/ 505773 h 720338"/>
                <a:gd name="connsiteX95" fmla="*/ 926230 w 2915191"/>
                <a:gd name="connsiteY95" fmla="*/ 506276 h 720338"/>
                <a:gd name="connsiteX96" fmla="*/ 935979 w 2915191"/>
                <a:gd name="connsiteY96" fmla="*/ 533181 h 720338"/>
                <a:gd name="connsiteX97" fmla="*/ 945729 w 2915191"/>
                <a:gd name="connsiteY97" fmla="*/ 508113 h 720338"/>
                <a:gd name="connsiteX98" fmla="*/ 955479 w 2915191"/>
                <a:gd name="connsiteY98" fmla="*/ 524437 h 720338"/>
                <a:gd name="connsiteX99" fmla="*/ 965229 w 2915191"/>
                <a:gd name="connsiteY99" fmla="*/ 520380 h 720338"/>
                <a:gd name="connsiteX100" fmla="*/ 974979 w 2915191"/>
                <a:gd name="connsiteY100" fmla="*/ 542755 h 720338"/>
                <a:gd name="connsiteX101" fmla="*/ 984729 w 2915191"/>
                <a:gd name="connsiteY101" fmla="*/ 538096 h 720338"/>
                <a:gd name="connsiteX102" fmla="*/ 994474 w 2915191"/>
                <a:gd name="connsiteY102" fmla="*/ 537932 h 720338"/>
                <a:gd name="connsiteX103" fmla="*/ 1004233 w 2915191"/>
                <a:gd name="connsiteY103" fmla="*/ 554101 h 720338"/>
                <a:gd name="connsiteX104" fmla="*/ 1013977 w 2915191"/>
                <a:gd name="connsiteY104" fmla="*/ 536106 h 720338"/>
                <a:gd name="connsiteX105" fmla="*/ 1023721 w 2915191"/>
                <a:gd name="connsiteY105" fmla="*/ 527357 h 720338"/>
                <a:gd name="connsiteX106" fmla="*/ 1033480 w 2915191"/>
                <a:gd name="connsiteY106" fmla="*/ 498799 h 720338"/>
                <a:gd name="connsiteX107" fmla="*/ 1043224 w 2915191"/>
                <a:gd name="connsiteY107" fmla="*/ 466365 h 720338"/>
                <a:gd name="connsiteX108" fmla="*/ 1052983 w 2915191"/>
                <a:gd name="connsiteY108" fmla="*/ 503109 h 720338"/>
                <a:gd name="connsiteX109" fmla="*/ 1062727 w 2915191"/>
                <a:gd name="connsiteY109" fmla="*/ 515567 h 720338"/>
                <a:gd name="connsiteX110" fmla="*/ 1072471 w 2915191"/>
                <a:gd name="connsiteY110" fmla="*/ 488144 h 720338"/>
                <a:gd name="connsiteX111" fmla="*/ 1082230 w 2915191"/>
                <a:gd name="connsiteY111" fmla="*/ 476812 h 720338"/>
                <a:gd name="connsiteX112" fmla="*/ 1091973 w 2915191"/>
                <a:gd name="connsiteY112" fmla="*/ 477708 h 720338"/>
                <a:gd name="connsiteX113" fmla="*/ 1101732 w 2915191"/>
                <a:gd name="connsiteY113" fmla="*/ 457372 h 720338"/>
                <a:gd name="connsiteX114" fmla="*/ 1111476 w 2915191"/>
                <a:gd name="connsiteY114" fmla="*/ 438067 h 720338"/>
                <a:gd name="connsiteX115" fmla="*/ 1121220 w 2915191"/>
                <a:gd name="connsiteY115" fmla="*/ 425758 h 720338"/>
                <a:gd name="connsiteX116" fmla="*/ 1130979 w 2915191"/>
                <a:gd name="connsiteY116" fmla="*/ 446750 h 720338"/>
                <a:gd name="connsiteX117" fmla="*/ 1140723 w 2915191"/>
                <a:gd name="connsiteY117" fmla="*/ 438647 h 720338"/>
                <a:gd name="connsiteX118" fmla="*/ 1150482 w 2915191"/>
                <a:gd name="connsiteY118" fmla="*/ 428447 h 720338"/>
                <a:gd name="connsiteX119" fmla="*/ 1160226 w 2915191"/>
                <a:gd name="connsiteY119" fmla="*/ 392149 h 720338"/>
                <a:gd name="connsiteX120" fmla="*/ 1169969 w 2915191"/>
                <a:gd name="connsiteY120" fmla="*/ 369527 h 720338"/>
                <a:gd name="connsiteX121" fmla="*/ 1179728 w 2915191"/>
                <a:gd name="connsiteY121" fmla="*/ 361114 h 720338"/>
                <a:gd name="connsiteX122" fmla="*/ 1189472 w 2915191"/>
                <a:gd name="connsiteY122" fmla="*/ 366765 h 720338"/>
                <a:gd name="connsiteX123" fmla="*/ 1199231 w 2915191"/>
                <a:gd name="connsiteY123" fmla="*/ 387432 h 720338"/>
                <a:gd name="connsiteX124" fmla="*/ 1208975 w 2915191"/>
                <a:gd name="connsiteY124" fmla="*/ 421835 h 720338"/>
                <a:gd name="connsiteX125" fmla="*/ 1218719 w 2915191"/>
                <a:gd name="connsiteY125" fmla="*/ 443875 h 720338"/>
                <a:gd name="connsiteX126" fmla="*/ 1228478 w 2915191"/>
                <a:gd name="connsiteY126" fmla="*/ 469230 h 720338"/>
                <a:gd name="connsiteX127" fmla="*/ 1238222 w 2915191"/>
                <a:gd name="connsiteY127" fmla="*/ 467903 h 720338"/>
                <a:gd name="connsiteX128" fmla="*/ 1247966 w 2915191"/>
                <a:gd name="connsiteY128" fmla="*/ 493581 h 720338"/>
                <a:gd name="connsiteX129" fmla="*/ 1257725 w 2915191"/>
                <a:gd name="connsiteY129" fmla="*/ 481680 h 720338"/>
                <a:gd name="connsiteX130" fmla="*/ 1267469 w 2915191"/>
                <a:gd name="connsiteY130" fmla="*/ 468181 h 720338"/>
                <a:gd name="connsiteX131" fmla="*/ 1277227 w 2915191"/>
                <a:gd name="connsiteY131" fmla="*/ 463150 h 720338"/>
                <a:gd name="connsiteX132" fmla="*/ 1286971 w 2915191"/>
                <a:gd name="connsiteY132" fmla="*/ 435052 h 720338"/>
                <a:gd name="connsiteX133" fmla="*/ 1296715 w 2915191"/>
                <a:gd name="connsiteY133" fmla="*/ 435387 h 720338"/>
                <a:gd name="connsiteX134" fmla="*/ 1306474 w 2915191"/>
                <a:gd name="connsiteY134" fmla="*/ 404408 h 720338"/>
                <a:gd name="connsiteX135" fmla="*/ 1316218 w 2915191"/>
                <a:gd name="connsiteY135" fmla="*/ 412084 h 720338"/>
                <a:gd name="connsiteX136" fmla="*/ 1325977 w 2915191"/>
                <a:gd name="connsiteY136" fmla="*/ 418450 h 720338"/>
                <a:gd name="connsiteX137" fmla="*/ 1335721 w 2915191"/>
                <a:gd name="connsiteY137" fmla="*/ 389981 h 720338"/>
                <a:gd name="connsiteX138" fmla="*/ 1345465 w 2915191"/>
                <a:gd name="connsiteY138" fmla="*/ 392335 h 720338"/>
                <a:gd name="connsiteX139" fmla="*/ 1355224 w 2915191"/>
                <a:gd name="connsiteY139" fmla="*/ 390322 h 720338"/>
                <a:gd name="connsiteX140" fmla="*/ 1364967 w 2915191"/>
                <a:gd name="connsiteY140" fmla="*/ 364997 h 720338"/>
                <a:gd name="connsiteX141" fmla="*/ 1374726 w 2915191"/>
                <a:gd name="connsiteY141" fmla="*/ 381141 h 720338"/>
                <a:gd name="connsiteX142" fmla="*/ 1384470 w 2915191"/>
                <a:gd name="connsiteY142" fmla="*/ 390692 h 720338"/>
                <a:gd name="connsiteX143" fmla="*/ 1394214 w 2915191"/>
                <a:gd name="connsiteY143" fmla="*/ 387701 h 720338"/>
                <a:gd name="connsiteX144" fmla="*/ 1403973 w 2915191"/>
                <a:gd name="connsiteY144" fmla="*/ 387895 h 720338"/>
                <a:gd name="connsiteX145" fmla="*/ 1413717 w 2915191"/>
                <a:gd name="connsiteY145" fmla="*/ 361335 h 720338"/>
                <a:gd name="connsiteX146" fmla="*/ 1423476 w 2915191"/>
                <a:gd name="connsiteY146" fmla="*/ 369729 h 720338"/>
                <a:gd name="connsiteX147" fmla="*/ 1433220 w 2915191"/>
                <a:gd name="connsiteY147" fmla="*/ 357441 h 720338"/>
                <a:gd name="connsiteX148" fmla="*/ 1442964 w 2915191"/>
                <a:gd name="connsiteY148" fmla="*/ 363246 h 720338"/>
                <a:gd name="connsiteX149" fmla="*/ 1452722 w 2915191"/>
                <a:gd name="connsiteY149" fmla="*/ 364615 h 720338"/>
                <a:gd name="connsiteX150" fmla="*/ 1462466 w 2915191"/>
                <a:gd name="connsiteY150" fmla="*/ 342246 h 720338"/>
                <a:gd name="connsiteX151" fmla="*/ 1472225 w 2915191"/>
                <a:gd name="connsiteY151" fmla="*/ 284828 h 720338"/>
                <a:gd name="connsiteX152" fmla="*/ 1481969 w 2915191"/>
                <a:gd name="connsiteY152" fmla="*/ 301876 h 720338"/>
                <a:gd name="connsiteX153" fmla="*/ 1491713 w 2915191"/>
                <a:gd name="connsiteY153" fmla="*/ 319069 h 720338"/>
                <a:gd name="connsiteX154" fmla="*/ 1501472 w 2915191"/>
                <a:gd name="connsiteY154" fmla="*/ 353970 h 720338"/>
                <a:gd name="connsiteX155" fmla="*/ 1511216 w 2915191"/>
                <a:gd name="connsiteY155" fmla="*/ 318087 h 720338"/>
                <a:gd name="connsiteX156" fmla="*/ 1520960 w 2915191"/>
                <a:gd name="connsiteY156" fmla="*/ 327863 h 720338"/>
                <a:gd name="connsiteX157" fmla="*/ 1530719 w 2915191"/>
                <a:gd name="connsiteY157" fmla="*/ 300548 h 720338"/>
                <a:gd name="connsiteX158" fmla="*/ 1540463 w 2915191"/>
                <a:gd name="connsiteY158" fmla="*/ 344247 h 720338"/>
                <a:gd name="connsiteX159" fmla="*/ 1550221 w 2915191"/>
                <a:gd name="connsiteY159" fmla="*/ 313734 h 720338"/>
                <a:gd name="connsiteX160" fmla="*/ 1559965 w 2915191"/>
                <a:gd name="connsiteY160" fmla="*/ 315216 h 720338"/>
                <a:gd name="connsiteX161" fmla="*/ 1569709 w 2915191"/>
                <a:gd name="connsiteY161" fmla="*/ 327667 h 720338"/>
                <a:gd name="connsiteX162" fmla="*/ 1579468 w 2915191"/>
                <a:gd name="connsiteY162" fmla="*/ 323356 h 720338"/>
                <a:gd name="connsiteX163" fmla="*/ 1589212 w 2915191"/>
                <a:gd name="connsiteY163" fmla="*/ 299879 h 720338"/>
                <a:gd name="connsiteX164" fmla="*/ 1598971 w 2915191"/>
                <a:gd name="connsiteY164" fmla="*/ 298891 h 720338"/>
                <a:gd name="connsiteX165" fmla="*/ 1608715 w 2915191"/>
                <a:gd name="connsiteY165" fmla="*/ 306536 h 720338"/>
                <a:gd name="connsiteX166" fmla="*/ 1618459 w 2915191"/>
                <a:gd name="connsiteY166" fmla="*/ 290550 h 720338"/>
                <a:gd name="connsiteX167" fmla="*/ 1628218 w 2915191"/>
                <a:gd name="connsiteY167" fmla="*/ 262974 h 720338"/>
                <a:gd name="connsiteX168" fmla="*/ 1637962 w 2915191"/>
                <a:gd name="connsiteY168" fmla="*/ 250362 h 720338"/>
                <a:gd name="connsiteX169" fmla="*/ 1647720 w 2915191"/>
                <a:gd name="connsiteY169" fmla="*/ 237941 h 720338"/>
                <a:gd name="connsiteX170" fmla="*/ 1657464 w 2915191"/>
                <a:gd name="connsiteY170" fmla="*/ 246711 h 720338"/>
                <a:gd name="connsiteX171" fmla="*/ 1667208 w 2915191"/>
                <a:gd name="connsiteY171" fmla="*/ 257203 h 720338"/>
                <a:gd name="connsiteX172" fmla="*/ 1676967 w 2915191"/>
                <a:gd name="connsiteY172" fmla="*/ 242576 h 720338"/>
                <a:gd name="connsiteX173" fmla="*/ 1686711 w 2915191"/>
                <a:gd name="connsiteY173" fmla="*/ 203703 h 720338"/>
                <a:gd name="connsiteX174" fmla="*/ 1696470 w 2915191"/>
                <a:gd name="connsiteY174" fmla="*/ 232718 h 720338"/>
                <a:gd name="connsiteX175" fmla="*/ 1706214 w 2915191"/>
                <a:gd name="connsiteY175" fmla="*/ 270959 h 720338"/>
                <a:gd name="connsiteX176" fmla="*/ 1715958 w 2915191"/>
                <a:gd name="connsiteY176" fmla="*/ 264755 h 720338"/>
                <a:gd name="connsiteX177" fmla="*/ 1725716 w 2915191"/>
                <a:gd name="connsiteY177" fmla="*/ 261458 h 720338"/>
                <a:gd name="connsiteX178" fmla="*/ 1735460 w 2915191"/>
                <a:gd name="connsiteY178" fmla="*/ 292749 h 720338"/>
                <a:gd name="connsiteX179" fmla="*/ 1745219 w 2915191"/>
                <a:gd name="connsiteY179" fmla="*/ 318399 h 720338"/>
                <a:gd name="connsiteX180" fmla="*/ 1754963 w 2915191"/>
                <a:gd name="connsiteY180" fmla="*/ 286111 h 720338"/>
                <a:gd name="connsiteX181" fmla="*/ 1764707 w 2915191"/>
                <a:gd name="connsiteY181" fmla="*/ 308309 h 720338"/>
                <a:gd name="connsiteX182" fmla="*/ 1774466 w 2915191"/>
                <a:gd name="connsiteY182" fmla="*/ 307582 h 720338"/>
                <a:gd name="connsiteX183" fmla="*/ 1784210 w 2915191"/>
                <a:gd name="connsiteY183" fmla="*/ 294739 h 720338"/>
                <a:gd name="connsiteX184" fmla="*/ 1793969 w 2915191"/>
                <a:gd name="connsiteY184" fmla="*/ 309435 h 720338"/>
                <a:gd name="connsiteX185" fmla="*/ 1803713 w 2915191"/>
                <a:gd name="connsiteY185" fmla="*/ 308787 h 720338"/>
                <a:gd name="connsiteX186" fmla="*/ 1813457 w 2915191"/>
                <a:gd name="connsiteY186" fmla="*/ 321581 h 720338"/>
                <a:gd name="connsiteX187" fmla="*/ 1823215 w 2915191"/>
                <a:gd name="connsiteY187" fmla="*/ 317584 h 720338"/>
                <a:gd name="connsiteX188" fmla="*/ 1832959 w 2915191"/>
                <a:gd name="connsiteY188" fmla="*/ 307512 h 720338"/>
                <a:gd name="connsiteX189" fmla="*/ 1842703 w 2915191"/>
                <a:gd name="connsiteY189" fmla="*/ 319366 h 720338"/>
                <a:gd name="connsiteX190" fmla="*/ 1852462 w 2915191"/>
                <a:gd name="connsiteY190" fmla="*/ 355560 h 720338"/>
                <a:gd name="connsiteX191" fmla="*/ 1862206 w 2915191"/>
                <a:gd name="connsiteY191" fmla="*/ 344989 h 720338"/>
                <a:gd name="connsiteX192" fmla="*/ 1871965 w 2915191"/>
                <a:gd name="connsiteY192" fmla="*/ 361744 h 720338"/>
                <a:gd name="connsiteX193" fmla="*/ 1881709 w 2915191"/>
                <a:gd name="connsiteY193" fmla="*/ 355382 h 720338"/>
                <a:gd name="connsiteX194" fmla="*/ 1891453 w 2915191"/>
                <a:gd name="connsiteY194" fmla="*/ 350908 h 720338"/>
                <a:gd name="connsiteX195" fmla="*/ 1901212 w 2915191"/>
                <a:gd name="connsiteY195" fmla="*/ 339692 h 720338"/>
                <a:gd name="connsiteX196" fmla="*/ 1910956 w 2915191"/>
                <a:gd name="connsiteY196" fmla="*/ 364246 h 720338"/>
                <a:gd name="connsiteX197" fmla="*/ 1920714 w 2915191"/>
                <a:gd name="connsiteY197" fmla="*/ 365877 h 720338"/>
                <a:gd name="connsiteX198" fmla="*/ 1930458 w 2915191"/>
                <a:gd name="connsiteY198" fmla="*/ 365009 h 720338"/>
                <a:gd name="connsiteX199" fmla="*/ 1940202 w 2915191"/>
                <a:gd name="connsiteY199" fmla="*/ 408406 h 720338"/>
                <a:gd name="connsiteX200" fmla="*/ 1949961 w 2915191"/>
                <a:gd name="connsiteY200" fmla="*/ 374958 h 720338"/>
                <a:gd name="connsiteX201" fmla="*/ 1959705 w 2915191"/>
                <a:gd name="connsiteY201" fmla="*/ 376278 h 720338"/>
                <a:gd name="connsiteX202" fmla="*/ 1969464 w 2915191"/>
                <a:gd name="connsiteY202" fmla="*/ 374276 h 720338"/>
                <a:gd name="connsiteX203" fmla="*/ 1979208 w 2915191"/>
                <a:gd name="connsiteY203" fmla="*/ 407401 h 720338"/>
                <a:gd name="connsiteX204" fmla="*/ 1988952 w 2915191"/>
                <a:gd name="connsiteY204" fmla="*/ 396067 h 720338"/>
                <a:gd name="connsiteX205" fmla="*/ 1998711 w 2915191"/>
                <a:gd name="connsiteY205" fmla="*/ 399845 h 720338"/>
                <a:gd name="connsiteX206" fmla="*/ 2008454 w 2915191"/>
                <a:gd name="connsiteY206" fmla="*/ 399699 h 720338"/>
                <a:gd name="connsiteX207" fmla="*/ 2018213 w 2915191"/>
                <a:gd name="connsiteY207" fmla="*/ 413609 h 720338"/>
                <a:gd name="connsiteX208" fmla="*/ 2027957 w 2915191"/>
                <a:gd name="connsiteY208" fmla="*/ 384176 h 720338"/>
                <a:gd name="connsiteX209" fmla="*/ 2037701 w 2915191"/>
                <a:gd name="connsiteY209" fmla="*/ 395820 h 720338"/>
                <a:gd name="connsiteX210" fmla="*/ 2047460 w 2915191"/>
                <a:gd name="connsiteY210" fmla="*/ 392193 h 720338"/>
                <a:gd name="connsiteX211" fmla="*/ 2057204 w 2915191"/>
                <a:gd name="connsiteY211" fmla="*/ 374991 h 720338"/>
                <a:gd name="connsiteX212" fmla="*/ 2066963 w 2915191"/>
                <a:gd name="connsiteY212" fmla="*/ 375249 h 720338"/>
                <a:gd name="connsiteX213" fmla="*/ 2076707 w 2915191"/>
                <a:gd name="connsiteY213" fmla="*/ 413581 h 720338"/>
                <a:gd name="connsiteX214" fmla="*/ 2086451 w 2915191"/>
                <a:gd name="connsiteY214" fmla="*/ 417714 h 720338"/>
                <a:gd name="connsiteX215" fmla="*/ 2096210 w 2915191"/>
                <a:gd name="connsiteY215" fmla="*/ 406085 h 720338"/>
                <a:gd name="connsiteX216" fmla="*/ 2105954 w 2915191"/>
                <a:gd name="connsiteY216" fmla="*/ 394471 h 720338"/>
                <a:gd name="connsiteX217" fmla="*/ 2115697 w 2915191"/>
                <a:gd name="connsiteY217" fmla="*/ 355551 h 720338"/>
                <a:gd name="connsiteX218" fmla="*/ 2125456 w 2915191"/>
                <a:gd name="connsiteY218" fmla="*/ 364085 h 720338"/>
                <a:gd name="connsiteX219" fmla="*/ 2135200 w 2915191"/>
                <a:gd name="connsiteY219" fmla="*/ 373267 h 720338"/>
                <a:gd name="connsiteX220" fmla="*/ 2144959 w 2915191"/>
                <a:gd name="connsiteY220" fmla="*/ 396490 h 720338"/>
                <a:gd name="connsiteX221" fmla="*/ 2154703 w 2915191"/>
                <a:gd name="connsiteY221" fmla="*/ 371476 h 720338"/>
                <a:gd name="connsiteX222" fmla="*/ 2164447 w 2915191"/>
                <a:gd name="connsiteY222" fmla="*/ 372004 h 720338"/>
                <a:gd name="connsiteX223" fmla="*/ 2174206 w 2915191"/>
                <a:gd name="connsiteY223" fmla="*/ 343167 h 720338"/>
                <a:gd name="connsiteX224" fmla="*/ 2183950 w 2915191"/>
                <a:gd name="connsiteY224" fmla="*/ 359185 h 720338"/>
                <a:gd name="connsiteX225" fmla="*/ 2193709 w 2915191"/>
                <a:gd name="connsiteY225" fmla="*/ 341763 h 720338"/>
                <a:gd name="connsiteX226" fmla="*/ 2203452 w 2915191"/>
                <a:gd name="connsiteY226" fmla="*/ 343006 h 720338"/>
                <a:gd name="connsiteX227" fmla="*/ 2213196 w 2915191"/>
                <a:gd name="connsiteY227" fmla="*/ 328000 h 720338"/>
                <a:gd name="connsiteX228" fmla="*/ 2222955 w 2915191"/>
                <a:gd name="connsiteY228" fmla="*/ 368097 h 720338"/>
                <a:gd name="connsiteX229" fmla="*/ 2232699 w 2915191"/>
                <a:gd name="connsiteY229" fmla="*/ 418155 h 720338"/>
                <a:gd name="connsiteX230" fmla="*/ 2242458 w 2915191"/>
                <a:gd name="connsiteY230" fmla="*/ 414573 h 720338"/>
                <a:gd name="connsiteX231" fmla="*/ 2252202 w 2915191"/>
                <a:gd name="connsiteY231" fmla="*/ 408748 h 720338"/>
                <a:gd name="connsiteX232" fmla="*/ 2261946 w 2915191"/>
                <a:gd name="connsiteY232" fmla="*/ 381071 h 720338"/>
                <a:gd name="connsiteX233" fmla="*/ 2271705 w 2915191"/>
                <a:gd name="connsiteY233" fmla="*/ 388539 h 720338"/>
                <a:gd name="connsiteX234" fmla="*/ 2281449 w 2915191"/>
                <a:gd name="connsiteY234" fmla="*/ 398805 h 720338"/>
                <a:gd name="connsiteX235" fmla="*/ 2291208 w 2915191"/>
                <a:gd name="connsiteY235" fmla="*/ 392764 h 720338"/>
                <a:gd name="connsiteX236" fmla="*/ 2300951 w 2915191"/>
                <a:gd name="connsiteY236" fmla="*/ 400538 h 720338"/>
                <a:gd name="connsiteX237" fmla="*/ 2310695 w 2915191"/>
                <a:gd name="connsiteY237" fmla="*/ 430528 h 720338"/>
                <a:gd name="connsiteX238" fmla="*/ 2320454 w 2915191"/>
                <a:gd name="connsiteY238" fmla="*/ 391910 h 720338"/>
                <a:gd name="connsiteX239" fmla="*/ 2330198 w 2915191"/>
                <a:gd name="connsiteY239" fmla="*/ 394066 h 720338"/>
                <a:gd name="connsiteX240" fmla="*/ 2339957 w 2915191"/>
                <a:gd name="connsiteY240" fmla="*/ 392703 h 720338"/>
                <a:gd name="connsiteX241" fmla="*/ 2349701 w 2915191"/>
                <a:gd name="connsiteY241" fmla="*/ 359004 h 720338"/>
                <a:gd name="connsiteX242" fmla="*/ 2359445 w 2915191"/>
                <a:gd name="connsiteY242" fmla="*/ 347997 h 720338"/>
                <a:gd name="connsiteX243" fmla="*/ 2369204 w 2915191"/>
                <a:gd name="connsiteY243" fmla="*/ 356033 h 720338"/>
                <a:gd name="connsiteX244" fmla="*/ 2378948 w 2915191"/>
                <a:gd name="connsiteY244" fmla="*/ 381470 h 720338"/>
                <a:gd name="connsiteX245" fmla="*/ 2388692 w 2915191"/>
                <a:gd name="connsiteY245" fmla="*/ 362778 h 720338"/>
                <a:gd name="connsiteX246" fmla="*/ 2398450 w 2915191"/>
                <a:gd name="connsiteY246" fmla="*/ 339849 h 720338"/>
                <a:gd name="connsiteX247" fmla="*/ 2408194 w 2915191"/>
                <a:gd name="connsiteY247" fmla="*/ 317393 h 720338"/>
                <a:gd name="connsiteX248" fmla="*/ 2417953 w 2915191"/>
                <a:gd name="connsiteY248" fmla="*/ 321048 h 720338"/>
                <a:gd name="connsiteX249" fmla="*/ 2427697 w 2915191"/>
                <a:gd name="connsiteY249" fmla="*/ 301265 h 720338"/>
                <a:gd name="connsiteX250" fmla="*/ 2437441 w 2915191"/>
                <a:gd name="connsiteY250" fmla="*/ 331417 h 720338"/>
                <a:gd name="connsiteX251" fmla="*/ 2447200 w 2915191"/>
                <a:gd name="connsiteY251" fmla="*/ 316948 h 720338"/>
                <a:gd name="connsiteX252" fmla="*/ 2456944 w 2915191"/>
                <a:gd name="connsiteY252" fmla="*/ 342397 h 720338"/>
                <a:gd name="connsiteX253" fmla="*/ 2466703 w 2915191"/>
                <a:gd name="connsiteY253" fmla="*/ 325605 h 720338"/>
                <a:gd name="connsiteX254" fmla="*/ 2476446 w 2915191"/>
                <a:gd name="connsiteY254" fmla="*/ 331554 h 720338"/>
                <a:gd name="connsiteX255" fmla="*/ 2486190 w 2915191"/>
                <a:gd name="connsiteY255" fmla="*/ 345354 h 720338"/>
                <a:gd name="connsiteX256" fmla="*/ 2495949 w 2915191"/>
                <a:gd name="connsiteY256" fmla="*/ 334606 h 720338"/>
                <a:gd name="connsiteX257" fmla="*/ 2505693 w 2915191"/>
                <a:gd name="connsiteY257" fmla="*/ 318974 h 720338"/>
                <a:gd name="connsiteX258" fmla="*/ 2515452 w 2915191"/>
                <a:gd name="connsiteY258" fmla="*/ 284277 h 720338"/>
                <a:gd name="connsiteX259" fmla="*/ 2525196 w 2915191"/>
                <a:gd name="connsiteY259" fmla="*/ 250495 h 720338"/>
                <a:gd name="connsiteX260" fmla="*/ 2534940 w 2915191"/>
                <a:gd name="connsiteY260" fmla="*/ 239488 h 720338"/>
                <a:gd name="connsiteX261" fmla="*/ 2544699 w 2915191"/>
                <a:gd name="connsiteY261" fmla="*/ 244853 h 720338"/>
                <a:gd name="connsiteX262" fmla="*/ 2554443 w 2915191"/>
                <a:gd name="connsiteY262" fmla="*/ 262529 h 720338"/>
                <a:gd name="connsiteX263" fmla="*/ 2564202 w 2915191"/>
                <a:gd name="connsiteY263" fmla="*/ 244641 h 720338"/>
                <a:gd name="connsiteX264" fmla="*/ 2573946 w 2915191"/>
                <a:gd name="connsiteY264" fmla="*/ 246665 h 720338"/>
                <a:gd name="connsiteX265" fmla="*/ 2583690 w 2915191"/>
                <a:gd name="connsiteY265" fmla="*/ 196652 h 720338"/>
                <a:gd name="connsiteX266" fmla="*/ 2593448 w 2915191"/>
                <a:gd name="connsiteY266" fmla="*/ 203069 h 720338"/>
                <a:gd name="connsiteX267" fmla="*/ 2603192 w 2915191"/>
                <a:gd name="connsiteY267" fmla="*/ 160276 h 720338"/>
                <a:gd name="connsiteX268" fmla="*/ 2612951 w 2915191"/>
                <a:gd name="connsiteY268" fmla="*/ 171887 h 720338"/>
                <a:gd name="connsiteX269" fmla="*/ 2622695 w 2915191"/>
                <a:gd name="connsiteY269" fmla="*/ 150100 h 720338"/>
                <a:gd name="connsiteX270" fmla="*/ 2632439 w 2915191"/>
                <a:gd name="connsiteY270" fmla="*/ 167313 h 720338"/>
                <a:gd name="connsiteX271" fmla="*/ 2642198 w 2915191"/>
                <a:gd name="connsiteY271" fmla="*/ 139785 h 720338"/>
                <a:gd name="connsiteX272" fmla="*/ 2651942 w 2915191"/>
                <a:gd name="connsiteY272" fmla="*/ 173575 h 720338"/>
                <a:gd name="connsiteX273" fmla="*/ 2661685 w 2915191"/>
                <a:gd name="connsiteY273" fmla="*/ 164512 h 720338"/>
                <a:gd name="connsiteX274" fmla="*/ 2671444 w 2915191"/>
                <a:gd name="connsiteY274" fmla="*/ 181373 h 720338"/>
                <a:gd name="connsiteX275" fmla="*/ 2681188 w 2915191"/>
                <a:gd name="connsiteY275" fmla="*/ 178426 h 720338"/>
                <a:gd name="connsiteX276" fmla="*/ 2690947 w 2915191"/>
                <a:gd name="connsiteY276" fmla="*/ 150496 h 720338"/>
                <a:gd name="connsiteX277" fmla="*/ 2700691 w 2915191"/>
                <a:gd name="connsiteY277" fmla="*/ 144966 h 720338"/>
                <a:gd name="connsiteX278" fmla="*/ 2710435 w 2915191"/>
                <a:gd name="connsiteY278" fmla="*/ 119938 h 720338"/>
                <a:gd name="connsiteX279" fmla="*/ 2720194 w 2915191"/>
                <a:gd name="connsiteY279" fmla="*/ 143039 h 720338"/>
                <a:gd name="connsiteX280" fmla="*/ 2729938 w 2915191"/>
                <a:gd name="connsiteY280" fmla="*/ 117562 h 720338"/>
                <a:gd name="connsiteX281" fmla="*/ 2739697 w 2915191"/>
                <a:gd name="connsiteY281" fmla="*/ 139527 h 720338"/>
                <a:gd name="connsiteX282" fmla="*/ 2749441 w 2915191"/>
                <a:gd name="connsiteY282" fmla="*/ 124457 h 720338"/>
                <a:gd name="connsiteX283" fmla="*/ 2759185 w 2915191"/>
                <a:gd name="connsiteY283" fmla="*/ 99084 h 720338"/>
                <a:gd name="connsiteX284" fmla="*/ 2768943 w 2915191"/>
                <a:gd name="connsiteY284" fmla="*/ 94710 h 720338"/>
                <a:gd name="connsiteX285" fmla="*/ 2778687 w 2915191"/>
                <a:gd name="connsiteY285" fmla="*/ 115071 h 720338"/>
                <a:gd name="connsiteX286" fmla="*/ 2788446 w 2915191"/>
                <a:gd name="connsiteY286" fmla="*/ 142300 h 720338"/>
                <a:gd name="connsiteX287" fmla="*/ 2798190 w 2915191"/>
                <a:gd name="connsiteY287" fmla="*/ 123013 h 720338"/>
                <a:gd name="connsiteX288" fmla="*/ 2807934 w 2915191"/>
                <a:gd name="connsiteY288" fmla="*/ 96146 h 720338"/>
                <a:gd name="connsiteX289" fmla="*/ 2817693 w 2915191"/>
                <a:gd name="connsiteY289" fmla="*/ 141715 h 720338"/>
                <a:gd name="connsiteX290" fmla="*/ 2827437 w 2915191"/>
                <a:gd name="connsiteY290" fmla="*/ 124561 h 720338"/>
                <a:gd name="connsiteX291" fmla="*/ 2837196 w 2915191"/>
                <a:gd name="connsiteY291" fmla="*/ 133699 h 720338"/>
                <a:gd name="connsiteX292" fmla="*/ 2846940 w 2915191"/>
                <a:gd name="connsiteY292" fmla="*/ 114675 h 720338"/>
                <a:gd name="connsiteX293" fmla="*/ 2856684 w 2915191"/>
                <a:gd name="connsiteY293" fmla="*/ 70094 h 720338"/>
                <a:gd name="connsiteX294" fmla="*/ 2866442 w 2915191"/>
                <a:gd name="connsiteY294" fmla="*/ 59666 h 720338"/>
                <a:gd name="connsiteX295" fmla="*/ 2876186 w 2915191"/>
                <a:gd name="connsiteY295" fmla="*/ 55722 h 720338"/>
                <a:gd name="connsiteX296" fmla="*/ 2885945 w 2915191"/>
                <a:gd name="connsiteY296" fmla="*/ 32763 h 720338"/>
                <a:gd name="connsiteX297" fmla="*/ 2895689 w 2915191"/>
                <a:gd name="connsiteY297" fmla="*/ 10537 h 720338"/>
                <a:gd name="connsiteX298" fmla="*/ 2905433 w 2915191"/>
                <a:gd name="connsiteY298" fmla="*/ 0 h 720338"/>
                <a:gd name="connsiteX299" fmla="*/ 2915192 w 2915191"/>
                <a:gd name="connsiteY299" fmla="*/ 21192 h 720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720338">
                  <a:moveTo>
                    <a:pt x="0" y="685507"/>
                  </a:moveTo>
                  <a:lnTo>
                    <a:pt x="9750" y="681987"/>
                  </a:lnTo>
                  <a:lnTo>
                    <a:pt x="19500" y="662109"/>
                  </a:lnTo>
                  <a:lnTo>
                    <a:pt x="29250" y="685060"/>
                  </a:lnTo>
                  <a:lnTo>
                    <a:pt x="39000" y="720339"/>
                  </a:lnTo>
                  <a:lnTo>
                    <a:pt x="48749" y="689179"/>
                  </a:lnTo>
                  <a:lnTo>
                    <a:pt x="58499" y="691699"/>
                  </a:lnTo>
                  <a:lnTo>
                    <a:pt x="68249" y="669797"/>
                  </a:lnTo>
                  <a:lnTo>
                    <a:pt x="77998" y="657392"/>
                  </a:lnTo>
                  <a:lnTo>
                    <a:pt x="87748" y="657817"/>
                  </a:lnTo>
                  <a:lnTo>
                    <a:pt x="97497" y="670922"/>
                  </a:lnTo>
                  <a:lnTo>
                    <a:pt x="107247" y="609888"/>
                  </a:lnTo>
                  <a:lnTo>
                    <a:pt x="116997" y="586819"/>
                  </a:lnTo>
                  <a:lnTo>
                    <a:pt x="126747" y="625713"/>
                  </a:lnTo>
                  <a:lnTo>
                    <a:pt x="136497" y="623515"/>
                  </a:lnTo>
                  <a:lnTo>
                    <a:pt x="146247" y="644348"/>
                  </a:lnTo>
                  <a:lnTo>
                    <a:pt x="155997" y="628819"/>
                  </a:lnTo>
                  <a:lnTo>
                    <a:pt x="165747" y="635205"/>
                  </a:lnTo>
                  <a:lnTo>
                    <a:pt x="175497" y="683735"/>
                  </a:lnTo>
                  <a:lnTo>
                    <a:pt x="185247" y="700295"/>
                  </a:lnTo>
                  <a:lnTo>
                    <a:pt x="194996" y="708013"/>
                  </a:lnTo>
                  <a:lnTo>
                    <a:pt x="204746" y="685805"/>
                  </a:lnTo>
                  <a:lnTo>
                    <a:pt x="214495" y="640592"/>
                  </a:lnTo>
                  <a:lnTo>
                    <a:pt x="224245" y="605927"/>
                  </a:lnTo>
                  <a:lnTo>
                    <a:pt x="233995" y="590329"/>
                  </a:lnTo>
                  <a:lnTo>
                    <a:pt x="243744" y="559659"/>
                  </a:lnTo>
                  <a:lnTo>
                    <a:pt x="253494" y="587151"/>
                  </a:lnTo>
                  <a:lnTo>
                    <a:pt x="263244" y="540210"/>
                  </a:lnTo>
                  <a:lnTo>
                    <a:pt x="272994" y="527853"/>
                  </a:lnTo>
                  <a:lnTo>
                    <a:pt x="282744" y="487562"/>
                  </a:lnTo>
                  <a:lnTo>
                    <a:pt x="292494" y="484972"/>
                  </a:lnTo>
                  <a:lnTo>
                    <a:pt x="302244" y="496062"/>
                  </a:lnTo>
                  <a:lnTo>
                    <a:pt x="311994" y="494813"/>
                  </a:lnTo>
                  <a:lnTo>
                    <a:pt x="321744" y="505965"/>
                  </a:lnTo>
                  <a:lnTo>
                    <a:pt x="331493" y="496921"/>
                  </a:lnTo>
                  <a:lnTo>
                    <a:pt x="341243" y="505514"/>
                  </a:lnTo>
                  <a:lnTo>
                    <a:pt x="350993" y="485184"/>
                  </a:lnTo>
                  <a:lnTo>
                    <a:pt x="360742" y="509752"/>
                  </a:lnTo>
                  <a:lnTo>
                    <a:pt x="370492" y="500095"/>
                  </a:lnTo>
                  <a:lnTo>
                    <a:pt x="380241" y="484089"/>
                  </a:lnTo>
                  <a:lnTo>
                    <a:pt x="389991" y="502693"/>
                  </a:lnTo>
                  <a:lnTo>
                    <a:pt x="399741" y="483622"/>
                  </a:lnTo>
                  <a:lnTo>
                    <a:pt x="409491" y="491126"/>
                  </a:lnTo>
                  <a:lnTo>
                    <a:pt x="419241" y="477719"/>
                  </a:lnTo>
                  <a:lnTo>
                    <a:pt x="428991" y="492939"/>
                  </a:lnTo>
                  <a:lnTo>
                    <a:pt x="438741" y="541225"/>
                  </a:lnTo>
                  <a:lnTo>
                    <a:pt x="448491" y="549683"/>
                  </a:lnTo>
                  <a:lnTo>
                    <a:pt x="458241" y="529633"/>
                  </a:lnTo>
                  <a:lnTo>
                    <a:pt x="467991" y="542484"/>
                  </a:lnTo>
                  <a:lnTo>
                    <a:pt x="477740" y="552968"/>
                  </a:lnTo>
                  <a:lnTo>
                    <a:pt x="487490" y="546660"/>
                  </a:lnTo>
                  <a:lnTo>
                    <a:pt x="497239" y="536256"/>
                  </a:lnTo>
                  <a:lnTo>
                    <a:pt x="506989" y="541133"/>
                  </a:lnTo>
                  <a:lnTo>
                    <a:pt x="516738" y="519092"/>
                  </a:lnTo>
                  <a:lnTo>
                    <a:pt x="526488" y="498872"/>
                  </a:lnTo>
                  <a:lnTo>
                    <a:pt x="536238" y="493232"/>
                  </a:lnTo>
                  <a:lnTo>
                    <a:pt x="545988" y="504444"/>
                  </a:lnTo>
                  <a:lnTo>
                    <a:pt x="555738" y="485874"/>
                  </a:lnTo>
                  <a:lnTo>
                    <a:pt x="565488" y="450325"/>
                  </a:lnTo>
                  <a:lnTo>
                    <a:pt x="575238" y="455034"/>
                  </a:lnTo>
                  <a:lnTo>
                    <a:pt x="584988" y="471633"/>
                  </a:lnTo>
                  <a:lnTo>
                    <a:pt x="594738" y="439010"/>
                  </a:lnTo>
                  <a:lnTo>
                    <a:pt x="604488" y="430208"/>
                  </a:lnTo>
                  <a:lnTo>
                    <a:pt x="614237" y="439466"/>
                  </a:lnTo>
                  <a:lnTo>
                    <a:pt x="623987" y="402985"/>
                  </a:lnTo>
                  <a:lnTo>
                    <a:pt x="633736" y="397968"/>
                  </a:lnTo>
                  <a:lnTo>
                    <a:pt x="643486" y="428046"/>
                  </a:lnTo>
                  <a:lnTo>
                    <a:pt x="653236" y="481347"/>
                  </a:lnTo>
                  <a:lnTo>
                    <a:pt x="662985" y="434740"/>
                  </a:lnTo>
                  <a:lnTo>
                    <a:pt x="672735" y="453035"/>
                  </a:lnTo>
                  <a:lnTo>
                    <a:pt x="682485" y="448473"/>
                  </a:lnTo>
                  <a:lnTo>
                    <a:pt x="692235" y="460608"/>
                  </a:lnTo>
                  <a:lnTo>
                    <a:pt x="701985" y="475027"/>
                  </a:lnTo>
                  <a:lnTo>
                    <a:pt x="711735" y="474191"/>
                  </a:lnTo>
                  <a:lnTo>
                    <a:pt x="721485" y="470817"/>
                  </a:lnTo>
                  <a:lnTo>
                    <a:pt x="731235" y="485521"/>
                  </a:lnTo>
                  <a:lnTo>
                    <a:pt x="740985" y="479004"/>
                  </a:lnTo>
                  <a:lnTo>
                    <a:pt x="750734" y="454963"/>
                  </a:lnTo>
                  <a:lnTo>
                    <a:pt x="760484" y="466271"/>
                  </a:lnTo>
                  <a:lnTo>
                    <a:pt x="770233" y="528725"/>
                  </a:lnTo>
                  <a:lnTo>
                    <a:pt x="779983" y="528759"/>
                  </a:lnTo>
                  <a:lnTo>
                    <a:pt x="789733" y="523289"/>
                  </a:lnTo>
                  <a:lnTo>
                    <a:pt x="799482" y="489651"/>
                  </a:lnTo>
                  <a:lnTo>
                    <a:pt x="809232" y="524142"/>
                  </a:lnTo>
                  <a:lnTo>
                    <a:pt x="818982" y="527080"/>
                  </a:lnTo>
                  <a:lnTo>
                    <a:pt x="828732" y="528446"/>
                  </a:lnTo>
                  <a:lnTo>
                    <a:pt x="838482" y="535732"/>
                  </a:lnTo>
                  <a:lnTo>
                    <a:pt x="848232" y="514603"/>
                  </a:lnTo>
                  <a:lnTo>
                    <a:pt x="857982" y="499089"/>
                  </a:lnTo>
                  <a:lnTo>
                    <a:pt x="867732" y="526041"/>
                  </a:lnTo>
                  <a:lnTo>
                    <a:pt x="877482" y="518979"/>
                  </a:lnTo>
                  <a:lnTo>
                    <a:pt x="887231" y="571012"/>
                  </a:lnTo>
                  <a:lnTo>
                    <a:pt x="896981" y="550836"/>
                  </a:lnTo>
                  <a:lnTo>
                    <a:pt x="906730" y="526496"/>
                  </a:lnTo>
                  <a:lnTo>
                    <a:pt x="916480" y="505773"/>
                  </a:lnTo>
                  <a:lnTo>
                    <a:pt x="926230" y="506276"/>
                  </a:lnTo>
                  <a:lnTo>
                    <a:pt x="935979" y="533181"/>
                  </a:lnTo>
                  <a:lnTo>
                    <a:pt x="945729" y="508113"/>
                  </a:lnTo>
                  <a:lnTo>
                    <a:pt x="955479" y="524437"/>
                  </a:lnTo>
                  <a:lnTo>
                    <a:pt x="965229" y="520380"/>
                  </a:lnTo>
                  <a:lnTo>
                    <a:pt x="974979" y="542755"/>
                  </a:lnTo>
                  <a:lnTo>
                    <a:pt x="984729" y="538096"/>
                  </a:lnTo>
                  <a:lnTo>
                    <a:pt x="994474" y="537932"/>
                  </a:lnTo>
                  <a:lnTo>
                    <a:pt x="1004233" y="554101"/>
                  </a:lnTo>
                  <a:lnTo>
                    <a:pt x="1013977" y="536106"/>
                  </a:lnTo>
                  <a:lnTo>
                    <a:pt x="1023721" y="527357"/>
                  </a:lnTo>
                  <a:lnTo>
                    <a:pt x="1033480" y="498799"/>
                  </a:lnTo>
                  <a:lnTo>
                    <a:pt x="1043224" y="466365"/>
                  </a:lnTo>
                  <a:lnTo>
                    <a:pt x="1052983" y="503109"/>
                  </a:lnTo>
                  <a:lnTo>
                    <a:pt x="1062727" y="515567"/>
                  </a:lnTo>
                  <a:lnTo>
                    <a:pt x="1072471" y="488144"/>
                  </a:lnTo>
                  <a:lnTo>
                    <a:pt x="1082230" y="476812"/>
                  </a:lnTo>
                  <a:lnTo>
                    <a:pt x="1091973" y="477708"/>
                  </a:lnTo>
                  <a:lnTo>
                    <a:pt x="1101732" y="457372"/>
                  </a:lnTo>
                  <a:lnTo>
                    <a:pt x="1111476" y="438067"/>
                  </a:lnTo>
                  <a:lnTo>
                    <a:pt x="1121220" y="425758"/>
                  </a:lnTo>
                  <a:lnTo>
                    <a:pt x="1130979" y="446750"/>
                  </a:lnTo>
                  <a:lnTo>
                    <a:pt x="1140723" y="438647"/>
                  </a:lnTo>
                  <a:lnTo>
                    <a:pt x="1150482" y="428447"/>
                  </a:lnTo>
                  <a:lnTo>
                    <a:pt x="1160226" y="392149"/>
                  </a:lnTo>
                  <a:lnTo>
                    <a:pt x="1169969" y="369527"/>
                  </a:lnTo>
                  <a:lnTo>
                    <a:pt x="1179728" y="361114"/>
                  </a:lnTo>
                  <a:lnTo>
                    <a:pt x="1189472" y="366765"/>
                  </a:lnTo>
                  <a:lnTo>
                    <a:pt x="1199231" y="387432"/>
                  </a:lnTo>
                  <a:lnTo>
                    <a:pt x="1208975" y="421835"/>
                  </a:lnTo>
                  <a:lnTo>
                    <a:pt x="1218719" y="443875"/>
                  </a:lnTo>
                  <a:lnTo>
                    <a:pt x="1228478" y="469230"/>
                  </a:lnTo>
                  <a:lnTo>
                    <a:pt x="1238222" y="467903"/>
                  </a:lnTo>
                  <a:lnTo>
                    <a:pt x="1247966" y="493581"/>
                  </a:lnTo>
                  <a:lnTo>
                    <a:pt x="1257725" y="481680"/>
                  </a:lnTo>
                  <a:lnTo>
                    <a:pt x="1267469" y="468181"/>
                  </a:lnTo>
                  <a:lnTo>
                    <a:pt x="1277227" y="463150"/>
                  </a:lnTo>
                  <a:lnTo>
                    <a:pt x="1286971" y="435052"/>
                  </a:lnTo>
                  <a:lnTo>
                    <a:pt x="1296715" y="435387"/>
                  </a:lnTo>
                  <a:lnTo>
                    <a:pt x="1306474" y="404408"/>
                  </a:lnTo>
                  <a:lnTo>
                    <a:pt x="1316218" y="412084"/>
                  </a:lnTo>
                  <a:lnTo>
                    <a:pt x="1325977" y="418450"/>
                  </a:lnTo>
                  <a:lnTo>
                    <a:pt x="1335721" y="389981"/>
                  </a:lnTo>
                  <a:lnTo>
                    <a:pt x="1345465" y="392335"/>
                  </a:lnTo>
                  <a:lnTo>
                    <a:pt x="1355224" y="390322"/>
                  </a:lnTo>
                  <a:lnTo>
                    <a:pt x="1364967" y="364997"/>
                  </a:lnTo>
                  <a:lnTo>
                    <a:pt x="1374726" y="381141"/>
                  </a:lnTo>
                  <a:lnTo>
                    <a:pt x="1384470" y="390692"/>
                  </a:lnTo>
                  <a:lnTo>
                    <a:pt x="1394214" y="387701"/>
                  </a:lnTo>
                  <a:lnTo>
                    <a:pt x="1403973" y="387895"/>
                  </a:lnTo>
                  <a:lnTo>
                    <a:pt x="1413717" y="361335"/>
                  </a:lnTo>
                  <a:lnTo>
                    <a:pt x="1423476" y="369729"/>
                  </a:lnTo>
                  <a:lnTo>
                    <a:pt x="1433220" y="357441"/>
                  </a:lnTo>
                  <a:lnTo>
                    <a:pt x="1442964" y="363246"/>
                  </a:lnTo>
                  <a:lnTo>
                    <a:pt x="1452722" y="364615"/>
                  </a:lnTo>
                  <a:lnTo>
                    <a:pt x="1462466" y="342246"/>
                  </a:lnTo>
                  <a:lnTo>
                    <a:pt x="1472225" y="284828"/>
                  </a:lnTo>
                  <a:lnTo>
                    <a:pt x="1481969" y="301876"/>
                  </a:lnTo>
                  <a:lnTo>
                    <a:pt x="1491713" y="319069"/>
                  </a:lnTo>
                  <a:lnTo>
                    <a:pt x="1501472" y="353970"/>
                  </a:lnTo>
                  <a:lnTo>
                    <a:pt x="1511216" y="318087"/>
                  </a:lnTo>
                  <a:lnTo>
                    <a:pt x="1520960" y="327863"/>
                  </a:lnTo>
                  <a:lnTo>
                    <a:pt x="1530719" y="300548"/>
                  </a:lnTo>
                  <a:lnTo>
                    <a:pt x="1540463" y="344247"/>
                  </a:lnTo>
                  <a:lnTo>
                    <a:pt x="1550221" y="313734"/>
                  </a:lnTo>
                  <a:lnTo>
                    <a:pt x="1559965" y="315216"/>
                  </a:lnTo>
                  <a:lnTo>
                    <a:pt x="1569709" y="327667"/>
                  </a:lnTo>
                  <a:lnTo>
                    <a:pt x="1579468" y="323356"/>
                  </a:lnTo>
                  <a:lnTo>
                    <a:pt x="1589212" y="299879"/>
                  </a:lnTo>
                  <a:lnTo>
                    <a:pt x="1598971" y="298891"/>
                  </a:lnTo>
                  <a:lnTo>
                    <a:pt x="1608715" y="306536"/>
                  </a:lnTo>
                  <a:lnTo>
                    <a:pt x="1618459" y="290550"/>
                  </a:lnTo>
                  <a:lnTo>
                    <a:pt x="1628218" y="262974"/>
                  </a:lnTo>
                  <a:lnTo>
                    <a:pt x="1637962" y="250362"/>
                  </a:lnTo>
                  <a:lnTo>
                    <a:pt x="1647720" y="237941"/>
                  </a:lnTo>
                  <a:lnTo>
                    <a:pt x="1657464" y="246711"/>
                  </a:lnTo>
                  <a:lnTo>
                    <a:pt x="1667208" y="257203"/>
                  </a:lnTo>
                  <a:lnTo>
                    <a:pt x="1676967" y="242576"/>
                  </a:lnTo>
                  <a:lnTo>
                    <a:pt x="1686711" y="203703"/>
                  </a:lnTo>
                  <a:lnTo>
                    <a:pt x="1696470" y="232718"/>
                  </a:lnTo>
                  <a:lnTo>
                    <a:pt x="1706214" y="270959"/>
                  </a:lnTo>
                  <a:lnTo>
                    <a:pt x="1715958" y="264755"/>
                  </a:lnTo>
                  <a:lnTo>
                    <a:pt x="1725716" y="261458"/>
                  </a:lnTo>
                  <a:lnTo>
                    <a:pt x="1735460" y="292749"/>
                  </a:lnTo>
                  <a:lnTo>
                    <a:pt x="1745219" y="318399"/>
                  </a:lnTo>
                  <a:lnTo>
                    <a:pt x="1754963" y="286111"/>
                  </a:lnTo>
                  <a:lnTo>
                    <a:pt x="1764707" y="308309"/>
                  </a:lnTo>
                  <a:lnTo>
                    <a:pt x="1774466" y="307582"/>
                  </a:lnTo>
                  <a:lnTo>
                    <a:pt x="1784210" y="294739"/>
                  </a:lnTo>
                  <a:lnTo>
                    <a:pt x="1793969" y="309435"/>
                  </a:lnTo>
                  <a:lnTo>
                    <a:pt x="1803713" y="308787"/>
                  </a:lnTo>
                  <a:lnTo>
                    <a:pt x="1813457" y="321581"/>
                  </a:lnTo>
                  <a:lnTo>
                    <a:pt x="1823215" y="317584"/>
                  </a:lnTo>
                  <a:lnTo>
                    <a:pt x="1832959" y="307512"/>
                  </a:lnTo>
                  <a:lnTo>
                    <a:pt x="1842703" y="319366"/>
                  </a:lnTo>
                  <a:lnTo>
                    <a:pt x="1852462" y="355560"/>
                  </a:lnTo>
                  <a:lnTo>
                    <a:pt x="1862206" y="344989"/>
                  </a:lnTo>
                  <a:lnTo>
                    <a:pt x="1871965" y="361744"/>
                  </a:lnTo>
                  <a:lnTo>
                    <a:pt x="1881709" y="355382"/>
                  </a:lnTo>
                  <a:lnTo>
                    <a:pt x="1891453" y="350908"/>
                  </a:lnTo>
                  <a:lnTo>
                    <a:pt x="1901212" y="339692"/>
                  </a:lnTo>
                  <a:lnTo>
                    <a:pt x="1910956" y="364246"/>
                  </a:lnTo>
                  <a:lnTo>
                    <a:pt x="1920714" y="365877"/>
                  </a:lnTo>
                  <a:lnTo>
                    <a:pt x="1930458" y="365009"/>
                  </a:lnTo>
                  <a:lnTo>
                    <a:pt x="1940202" y="408406"/>
                  </a:lnTo>
                  <a:lnTo>
                    <a:pt x="1949961" y="374958"/>
                  </a:lnTo>
                  <a:lnTo>
                    <a:pt x="1959705" y="376278"/>
                  </a:lnTo>
                  <a:lnTo>
                    <a:pt x="1969464" y="374276"/>
                  </a:lnTo>
                  <a:lnTo>
                    <a:pt x="1979208" y="407401"/>
                  </a:lnTo>
                  <a:lnTo>
                    <a:pt x="1988952" y="396067"/>
                  </a:lnTo>
                  <a:lnTo>
                    <a:pt x="1998711" y="399845"/>
                  </a:lnTo>
                  <a:lnTo>
                    <a:pt x="2008454" y="399699"/>
                  </a:lnTo>
                  <a:lnTo>
                    <a:pt x="2018213" y="413609"/>
                  </a:lnTo>
                  <a:lnTo>
                    <a:pt x="2027957" y="384176"/>
                  </a:lnTo>
                  <a:lnTo>
                    <a:pt x="2037701" y="395820"/>
                  </a:lnTo>
                  <a:lnTo>
                    <a:pt x="2047460" y="392193"/>
                  </a:lnTo>
                  <a:lnTo>
                    <a:pt x="2057204" y="374991"/>
                  </a:lnTo>
                  <a:lnTo>
                    <a:pt x="2066963" y="375249"/>
                  </a:lnTo>
                  <a:lnTo>
                    <a:pt x="2076707" y="413581"/>
                  </a:lnTo>
                  <a:lnTo>
                    <a:pt x="2086451" y="417714"/>
                  </a:lnTo>
                  <a:lnTo>
                    <a:pt x="2096210" y="406085"/>
                  </a:lnTo>
                  <a:lnTo>
                    <a:pt x="2105954" y="394471"/>
                  </a:lnTo>
                  <a:lnTo>
                    <a:pt x="2115697" y="355551"/>
                  </a:lnTo>
                  <a:lnTo>
                    <a:pt x="2125456" y="364085"/>
                  </a:lnTo>
                  <a:lnTo>
                    <a:pt x="2135200" y="373267"/>
                  </a:lnTo>
                  <a:lnTo>
                    <a:pt x="2144959" y="396490"/>
                  </a:lnTo>
                  <a:lnTo>
                    <a:pt x="2154703" y="371476"/>
                  </a:lnTo>
                  <a:lnTo>
                    <a:pt x="2164447" y="372004"/>
                  </a:lnTo>
                  <a:lnTo>
                    <a:pt x="2174206" y="343167"/>
                  </a:lnTo>
                  <a:lnTo>
                    <a:pt x="2183950" y="359185"/>
                  </a:lnTo>
                  <a:lnTo>
                    <a:pt x="2193709" y="341763"/>
                  </a:lnTo>
                  <a:lnTo>
                    <a:pt x="2203452" y="343006"/>
                  </a:lnTo>
                  <a:lnTo>
                    <a:pt x="2213196" y="328000"/>
                  </a:lnTo>
                  <a:lnTo>
                    <a:pt x="2222955" y="368097"/>
                  </a:lnTo>
                  <a:lnTo>
                    <a:pt x="2232699" y="418155"/>
                  </a:lnTo>
                  <a:lnTo>
                    <a:pt x="2242458" y="414573"/>
                  </a:lnTo>
                  <a:lnTo>
                    <a:pt x="2252202" y="408748"/>
                  </a:lnTo>
                  <a:lnTo>
                    <a:pt x="2261946" y="381071"/>
                  </a:lnTo>
                  <a:lnTo>
                    <a:pt x="2271705" y="388539"/>
                  </a:lnTo>
                  <a:lnTo>
                    <a:pt x="2281449" y="398805"/>
                  </a:lnTo>
                  <a:lnTo>
                    <a:pt x="2291208" y="392764"/>
                  </a:lnTo>
                  <a:lnTo>
                    <a:pt x="2300951" y="400538"/>
                  </a:lnTo>
                  <a:lnTo>
                    <a:pt x="2310695" y="430528"/>
                  </a:lnTo>
                  <a:lnTo>
                    <a:pt x="2320454" y="391910"/>
                  </a:lnTo>
                  <a:lnTo>
                    <a:pt x="2330198" y="394066"/>
                  </a:lnTo>
                  <a:lnTo>
                    <a:pt x="2339957" y="392703"/>
                  </a:lnTo>
                  <a:lnTo>
                    <a:pt x="2349701" y="359004"/>
                  </a:lnTo>
                  <a:lnTo>
                    <a:pt x="2359445" y="347997"/>
                  </a:lnTo>
                  <a:lnTo>
                    <a:pt x="2369204" y="356033"/>
                  </a:lnTo>
                  <a:lnTo>
                    <a:pt x="2378948" y="381470"/>
                  </a:lnTo>
                  <a:lnTo>
                    <a:pt x="2388692" y="362778"/>
                  </a:lnTo>
                  <a:lnTo>
                    <a:pt x="2398450" y="339849"/>
                  </a:lnTo>
                  <a:lnTo>
                    <a:pt x="2408194" y="317393"/>
                  </a:lnTo>
                  <a:lnTo>
                    <a:pt x="2417953" y="321048"/>
                  </a:lnTo>
                  <a:lnTo>
                    <a:pt x="2427697" y="301265"/>
                  </a:lnTo>
                  <a:lnTo>
                    <a:pt x="2437441" y="331417"/>
                  </a:lnTo>
                  <a:lnTo>
                    <a:pt x="2447200" y="316948"/>
                  </a:lnTo>
                  <a:lnTo>
                    <a:pt x="2456944" y="342397"/>
                  </a:lnTo>
                  <a:lnTo>
                    <a:pt x="2466703" y="325605"/>
                  </a:lnTo>
                  <a:lnTo>
                    <a:pt x="2476446" y="331554"/>
                  </a:lnTo>
                  <a:lnTo>
                    <a:pt x="2486190" y="345354"/>
                  </a:lnTo>
                  <a:lnTo>
                    <a:pt x="2495949" y="334606"/>
                  </a:lnTo>
                  <a:lnTo>
                    <a:pt x="2505693" y="318974"/>
                  </a:lnTo>
                  <a:lnTo>
                    <a:pt x="2515452" y="284277"/>
                  </a:lnTo>
                  <a:lnTo>
                    <a:pt x="2525196" y="250495"/>
                  </a:lnTo>
                  <a:lnTo>
                    <a:pt x="2534940" y="239488"/>
                  </a:lnTo>
                  <a:lnTo>
                    <a:pt x="2544699" y="244853"/>
                  </a:lnTo>
                  <a:lnTo>
                    <a:pt x="2554443" y="262529"/>
                  </a:lnTo>
                  <a:lnTo>
                    <a:pt x="2564202" y="244641"/>
                  </a:lnTo>
                  <a:lnTo>
                    <a:pt x="2573946" y="246665"/>
                  </a:lnTo>
                  <a:lnTo>
                    <a:pt x="2583690" y="196652"/>
                  </a:lnTo>
                  <a:lnTo>
                    <a:pt x="2593448" y="203069"/>
                  </a:lnTo>
                  <a:lnTo>
                    <a:pt x="2603192" y="160276"/>
                  </a:lnTo>
                  <a:lnTo>
                    <a:pt x="2612951" y="171887"/>
                  </a:lnTo>
                  <a:lnTo>
                    <a:pt x="2622695" y="150100"/>
                  </a:lnTo>
                  <a:lnTo>
                    <a:pt x="2632439" y="167313"/>
                  </a:lnTo>
                  <a:lnTo>
                    <a:pt x="2642198" y="139785"/>
                  </a:lnTo>
                  <a:lnTo>
                    <a:pt x="2651942" y="173575"/>
                  </a:lnTo>
                  <a:lnTo>
                    <a:pt x="2661685" y="164512"/>
                  </a:lnTo>
                  <a:lnTo>
                    <a:pt x="2671444" y="181373"/>
                  </a:lnTo>
                  <a:lnTo>
                    <a:pt x="2681188" y="178426"/>
                  </a:lnTo>
                  <a:lnTo>
                    <a:pt x="2690947" y="150496"/>
                  </a:lnTo>
                  <a:lnTo>
                    <a:pt x="2700691" y="144966"/>
                  </a:lnTo>
                  <a:lnTo>
                    <a:pt x="2710435" y="119938"/>
                  </a:lnTo>
                  <a:lnTo>
                    <a:pt x="2720194" y="143039"/>
                  </a:lnTo>
                  <a:lnTo>
                    <a:pt x="2729938" y="117562"/>
                  </a:lnTo>
                  <a:lnTo>
                    <a:pt x="2739697" y="139527"/>
                  </a:lnTo>
                  <a:lnTo>
                    <a:pt x="2749441" y="124457"/>
                  </a:lnTo>
                  <a:lnTo>
                    <a:pt x="2759185" y="99084"/>
                  </a:lnTo>
                  <a:lnTo>
                    <a:pt x="2768943" y="94710"/>
                  </a:lnTo>
                  <a:lnTo>
                    <a:pt x="2778687" y="115071"/>
                  </a:lnTo>
                  <a:lnTo>
                    <a:pt x="2788446" y="142300"/>
                  </a:lnTo>
                  <a:lnTo>
                    <a:pt x="2798190" y="123013"/>
                  </a:lnTo>
                  <a:lnTo>
                    <a:pt x="2807934" y="96146"/>
                  </a:lnTo>
                  <a:lnTo>
                    <a:pt x="2817693" y="141715"/>
                  </a:lnTo>
                  <a:lnTo>
                    <a:pt x="2827437" y="124561"/>
                  </a:lnTo>
                  <a:lnTo>
                    <a:pt x="2837196" y="133699"/>
                  </a:lnTo>
                  <a:lnTo>
                    <a:pt x="2846940" y="114675"/>
                  </a:lnTo>
                  <a:lnTo>
                    <a:pt x="2856684" y="70094"/>
                  </a:lnTo>
                  <a:lnTo>
                    <a:pt x="2866442" y="59666"/>
                  </a:lnTo>
                  <a:lnTo>
                    <a:pt x="2876186" y="55722"/>
                  </a:lnTo>
                  <a:lnTo>
                    <a:pt x="2885945" y="32763"/>
                  </a:lnTo>
                  <a:lnTo>
                    <a:pt x="2895689" y="10537"/>
                  </a:lnTo>
                  <a:lnTo>
                    <a:pt x="2905433" y="0"/>
                  </a:lnTo>
                  <a:lnTo>
                    <a:pt x="2915192" y="2119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6" name="Freeform 1215">
              <a:extLst>
                <a:ext uri="{FF2B5EF4-FFF2-40B4-BE49-F238E27FC236}">
                  <a16:creationId xmlns:a16="http://schemas.microsoft.com/office/drawing/2014/main" id="{53B88692-1DFF-B945-176A-62B0AAE3E491}"/>
                </a:ext>
              </a:extLst>
            </p:cNvPr>
            <p:cNvSpPr/>
            <p:nvPr/>
          </p:nvSpPr>
          <p:spPr>
            <a:xfrm>
              <a:off x="4426652" y="3551438"/>
              <a:ext cx="2915191" cy="498083"/>
            </a:xfrm>
            <a:custGeom>
              <a:avLst/>
              <a:gdLst>
                <a:gd name="connsiteX0" fmla="*/ 0 w 2915191"/>
                <a:gd name="connsiteY0" fmla="*/ 369927 h 498083"/>
                <a:gd name="connsiteX1" fmla="*/ 9750 w 2915191"/>
                <a:gd name="connsiteY1" fmla="*/ 379285 h 498083"/>
                <a:gd name="connsiteX2" fmla="*/ 19500 w 2915191"/>
                <a:gd name="connsiteY2" fmla="*/ 374370 h 498083"/>
                <a:gd name="connsiteX3" fmla="*/ 29250 w 2915191"/>
                <a:gd name="connsiteY3" fmla="*/ 382087 h 498083"/>
                <a:gd name="connsiteX4" fmla="*/ 39000 w 2915191"/>
                <a:gd name="connsiteY4" fmla="*/ 387196 h 498083"/>
                <a:gd name="connsiteX5" fmla="*/ 48749 w 2915191"/>
                <a:gd name="connsiteY5" fmla="*/ 401238 h 498083"/>
                <a:gd name="connsiteX6" fmla="*/ 58499 w 2915191"/>
                <a:gd name="connsiteY6" fmla="*/ 412858 h 498083"/>
                <a:gd name="connsiteX7" fmla="*/ 68249 w 2915191"/>
                <a:gd name="connsiteY7" fmla="*/ 407510 h 498083"/>
                <a:gd name="connsiteX8" fmla="*/ 77998 w 2915191"/>
                <a:gd name="connsiteY8" fmla="*/ 434976 h 498083"/>
                <a:gd name="connsiteX9" fmla="*/ 87748 w 2915191"/>
                <a:gd name="connsiteY9" fmla="*/ 415536 h 498083"/>
                <a:gd name="connsiteX10" fmla="*/ 97497 w 2915191"/>
                <a:gd name="connsiteY10" fmla="*/ 405176 h 498083"/>
                <a:gd name="connsiteX11" fmla="*/ 107247 w 2915191"/>
                <a:gd name="connsiteY11" fmla="*/ 371652 h 498083"/>
                <a:gd name="connsiteX12" fmla="*/ 116997 w 2915191"/>
                <a:gd name="connsiteY12" fmla="*/ 335229 h 498083"/>
                <a:gd name="connsiteX13" fmla="*/ 126747 w 2915191"/>
                <a:gd name="connsiteY13" fmla="*/ 325987 h 498083"/>
                <a:gd name="connsiteX14" fmla="*/ 136497 w 2915191"/>
                <a:gd name="connsiteY14" fmla="*/ 304133 h 498083"/>
                <a:gd name="connsiteX15" fmla="*/ 146247 w 2915191"/>
                <a:gd name="connsiteY15" fmla="*/ 317882 h 498083"/>
                <a:gd name="connsiteX16" fmla="*/ 155997 w 2915191"/>
                <a:gd name="connsiteY16" fmla="*/ 333019 h 498083"/>
                <a:gd name="connsiteX17" fmla="*/ 165747 w 2915191"/>
                <a:gd name="connsiteY17" fmla="*/ 299404 h 498083"/>
                <a:gd name="connsiteX18" fmla="*/ 175497 w 2915191"/>
                <a:gd name="connsiteY18" fmla="*/ 282096 h 498083"/>
                <a:gd name="connsiteX19" fmla="*/ 185247 w 2915191"/>
                <a:gd name="connsiteY19" fmla="*/ 297355 h 498083"/>
                <a:gd name="connsiteX20" fmla="*/ 194996 w 2915191"/>
                <a:gd name="connsiteY20" fmla="*/ 295562 h 498083"/>
                <a:gd name="connsiteX21" fmla="*/ 204746 w 2915191"/>
                <a:gd name="connsiteY21" fmla="*/ 271474 h 498083"/>
                <a:gd name="connsiteX22" fmla="*/ 214495 w 2915191"/>
                <a:gd name="connsiteY22" fmla="*/ 267553 h 498083"/>
                <a:gd name="connsiteX23" fmla="*/ 224245 w 2915191"/>
                <a:gd name="connsiteY23" fmla="*/ 268101 h 498083"/>
                <a:gd name="connsiteX24" fmla="*/ 233995 w 2915191"/>
                <a:gd name="connsiteY24" fmla="*/ 261617 h 498083"/>
                <a:gd name="connsiteX25" fmla="*/ 243744 w 2915191"/>
                <a:gd name="connsiteY25" fmla="*/ 257288 h 498083"/>
                <a:gd name="connsiteX26" fmla="*/ 253494 w 2915191"/>
                <a:gd name="connsiteY26" fmla="*/ 279468 h 498083"/>
                <a:gd name="connsiteX27" fmla="*/ 263244 w 2915191"/>
                <a:gd name="connsiteY27" fmla="*/ 304972 h 498083"/>
                <a:gd name="connsiteX28" fmla="*/ 272994 w 2915191"/>
                <a:gd name="connsiteY28" fmla="*/ 313059 h 498083"/>
                <a:gd name="connsiteX29" fmla="*/ 282744 w 2915191"/>
                <a:gd name="connsiteY29" fmla="*/ 321848 h 498083"/>
                <a:gd name="connsiteX30" fmla="*/ 292494 w 2915191"/>
                <a:gd name="connsiteY30" fmla="*/ 321991 h 498083"/>
                <a:gd name="connsiteX31" fmla="*/ 302244 w 2915191"/>
                <a:gd name="connsiteY31" fmla="*/ 375642 h 498083"/>
                <a:gd name="connsiteX32" fmla="*/ 311994 w 2915191"/>
                <a:gd name="connsiteY32" fmla="*/ 347099 h 498083"/>
                <a:gd name="connsiteX33" fmla="*/ 321744 w 2915191"/>
                <a:gd name="connsiteY33" fmla="*/ 369107 h 498083"/>
                <a:gd name="connsiteX34" fmla="*/ 331493 w 2915191"/>
                <a:gd name="connsiteY34" fmla="*/ 368173 h 498083"/>
                <a:gd name="connsiteX35" fmla="*/ 341243 w 2915191"/>
                <a:gd name="connsiteY35" fmla="*/ 367965 h 498083"/>
                <a:gd name="connsiteX36" fmla="*/ 350993 w 2915191"/>
                <a:gd name="connsiteY36" fmla="*/ 384145 h 498083"/>
                <a:gd name="connsiteX37" fmla="*/ 360742 w 2915191"/>
                <a:gd name="connsiteY37" fmla="*/ 391880 h 498083"/>
                <a:gd name="connsiteX38" fmla="*/ 370492 w 2915191"/>
                <a:gd name="connsiteY38" fmla="*/ 386152 h 498083"/>
                <a:gd name="connsiteX39" fmla="*/ 380241 w 2915191"/>
                <a:gd name="connsiteY39" fmla="*/ 422233 h 498083"/>
                <a:gd name="connsiteX40" fmla="*/ 389991 w 2915191"/>
                <a:gd name="connsiteY40" fmla="*/ 413553 h 498083"/>
                <a:gd name="connsiteX41" fmla="*/ 399741 w 2915191"/>
                <a:gd name="connsiteY41" fmla="*/ 418267 h 498083"/>
                <a:gd name="connsiteX42" fmla="*/ 409491 w 2915191"/>
                <a:gd name="connsiteY42" fmla="*/ 406180 h 498083"/>
                <a:gd name="connsiteX43" fmla="*/ 419241 w 2915191"/>
                <a:gd name="connsiteY43" fmla="*/ 435572 h 498083"/>
                <a:gd name="connsiteX44" fmla="*/ 428991 w 2915191"/>
                <a:gd name="connsiteY44" fmla="*/ 445991 h 498083"/>
                <a:gd name="connsiteX45" fmla="*/ 438741 w 2915191"/>
                <a:gd name="connsiteY45" fmla="*/ 465782 h 498083"/>
                <a:gd name="connsiteX46" fmla="*/ 448491 w 2915191"/>
                <a:gd name="connsiteY46" fmla="*/ 487744 h 498083"/>
                <a:gd name="connsiteX47" fmla="*/ 458241 w 2915191"/>
                <a:gd name="connsiteY47" fmla="*/ 489174 h 498083"/>
                <a:gd name="connsiteX48" fmla="*/ 467991 w 2915191"/>
                <a:gd name="connsiteY48" fmla="*/ 479936 h 498083"/>
                <a:gd name="connsiteX49" fmla="*/ 477740 w 2915191"/>
                <a:gd name="connsiteY49" fmla="*/ 445107 h 498083"/>
                <a:gd name="connsiteX50" fmla="*/ 487490 w 2915191"/>
                <a:gd name="connsiteY50" fmla="*/ 444133 h 498083"/>
                <a:gd name="connsiteX51" fmla="*/ 497239 w 2915191"/>
                <a:gd name="connsiteY51" fmla="*/ 469894 h 498083"/>
                <a:gd name="connsiteX52" fmla="*/ 506989 w 2915191"/>
                <a:gd name="connsiteY52" fmla="*/ 438344 h 498083"/>
                <a:gd name="connsiteX53" fmla="*/ 516738 w 2915191"/>
                <a:gd name="connsiteY53" fmla="*/ 454203 h 498083"/>
                <a:gd name="connsiteX54" fmla="*/ 526488 w 2915191"/>
                <a:gd name="connsiteY54" fmla="*/ 455258 h 498083"/>
                <a:gd name="connsiteX55" fmla="*/ 536238 w 2915191"/>
                <a:gd name="connsiteY55" fmla="*/ 453799 h 498083"/>
                <a:gd name="connsiteX56" fmla="*/ 545988 w 2915191"/>
                <a:gd name="connsiteY56" fmla="*/ 479340 h 498083"/>
                <a:gd name="connsiteX57" fmla="*/ 555738 w 2915191"/>
                <a:gd name="connsiteY57" fmla="*/ 495327 h 498083"/>
                <a:gd name="connsiteX58" fmla="*/ 565488 w 2915191"/>
                <a:gd name="connsiteY58" fmla="*/ 472100 h 498083"/>
                <a:gd name="connsiteX59" fmla="*/ 575238 w 2915191"/>
                <a:gd name="connsiteY59" fmla="*/ 496281 h 498083"/>
                <a:gd name="connsiteX60" fmla="*/ 584988 w 2915191"/>
                <a:gd name="connsiteY60" fmla="*/ 498083 h 498083"/>
                <a:gd name="connsiteX61" fmla="*/ 594738 w 2915191"/>
                <a:gd name="connsiteY61" fmla="*/ 482857 h 498083"/>
                <a:gd name="connsiteX62" fmla="*/ 604488 w 2915191"/>
                <a:gd name="connsiteY62" fmla="*/ 462190 h 498083"/>
                <a:gd name="connsiteX63" fmla="*/ 614237 w 2915191"/>
                <a:gd name="connsiteY63" fmla="*/ 409971 h 498083"/>
                <a:gd name="connsiteX64" fmla="*/ 623987 w 2915191"/>
                <a:gd name="connsiteY64" fmla="*/ 412443 h 498083"/>
                <a:gd name="connsiteX65" fmla="*/ 633736 w 2915191"/>
                <a:gd name="connsiteY65" fmla="*/ 406908 h 498083"/>
                <a:gd name="connsiteX66" fmla="*/ 643486 w 2915191"/>
                <a:gd name="connsiteY66" fmla="*/ 399537 h 498083"/>
                <a:gd name="connsiteX67" fmla="*/ 653236 w 2915191"/>
                <a:gd name="connsiteY67" fmla="*/ 419283 h 498083"/>
                <a:gd name="connsiteX68" fmla="*/ 662985 w 2915191"/>
                <a:gd name="connsiteY68" fmla="*/ 440287 h 498083"/>
                <a:gd name="connsiteX69" fmla="*/ 672735 w 2915191"/>
                <a:gd name="connsiteY69" fmla="*/ 390630 h 498083"/>
                <a:gd name="connsiteX70" fmla="*/ 682485 w 2915191"/>
                <a:gd name="connsiteY70" fmla="*/ 382111 h 498083"/>
                <a:gd name="connsiteX71" fmla="*/ 692235 w 2915191"/>
                <a:gd name="connsiteY71" fmla="*/ 373337 h 498083"/>
                <a:gd name="connsiteX72" fmla="*/ 701985 w 2915191"/>
                <a:gd name="connsiteY72" fmla="*/ 399352 h 498083"/>
                <a:gd name="connsiteX73" fmla="*/ 711735 w 2915191"/>
                <a:gd name="connsiteY73" fmla="*/ 387305 h 498083"/>
                <a:gd name="connsiteX74" fmla="*/ 721485 w 2915191"/>
                <a:gd name="connsiteY74" fmla="*/ 380600 h 498083"/>
                <a:gd name="connsiteX75" fmla="*/ 731235 w 2915191"/>
                <a:gd name="connsiteY75" fmla="*/ 335591 h 498083"/>
                <a:gd name="connsiteX76" fmla="*/ 740985 w 2915191"/>
                <a:gd name="connsiteY76" fmla="*/ 330683 h 498083"/>
                <a:gd name="connsiteX77" fmla="*/ 750734 w 2915191"/>
                <a:gd name="connsiteY77" fmla="*/ 317363 h 498083"/>
                <a:gd name="connsiteX78" fmla="*/ 760484 w 2915191"/>
                <a:gd name="connsiteY78" fmla="*/ 298228 h 498083"/>
                <a:gd name="connsiteX79" fmla="*/ 770233 w 2915191"/>
                <a:gd name="connsiteY79" fmla="*/ 301411 h 498083"/>
                <a:gd name="connsiteX80" fmla="*/ 779983 w 2915191"/>
                <a:gd name="connsiteY80" fmla="*/ 320017 h 498083"/>
                <a:gd name="connsiteX81" fmla="*/ 789733 w 2915191"/>
                <a:gd name="connsiteY81" fmla="*/ 330927 h 498083"/>
                <a:gd name="connsiteX82" fmla="*/ 799482 w 2915191"/>
                <a:gd name="connsiteY82" fmla="*/ 322760 h 498083"/>
                <a:gd name="connsiteX83" fmla="*/ 809232 w 2915191"/>
                <a:gd name="connsiteY83" fmla="*/ 310335 h 498083"/>
                <a:gd name="connsiteX84" fmla="*/ 818982 w 2915191"/>
                <a:gd name="connsiteY84" fmla="*/ 323686 h 498083"/>
                <a:gd name="connsiteX85" fmla="*/ 828732 w 2915191"/>
                <a:gd name="connsiteY85" fmla="*/ 337654 h 498083"/>
                <a:gd name="connsiteX86" fmla="*/ 838482 w 2915191"/>
                <a:gd name="connsiteY86" fmla="*/ 367717 h 498083"/>
                <a:gd name="connsiteX87" fmla="*/ 848232 w 2915191"/>
                <a:gd name="connsiteY87" fmla="*/ 384179 h 498083"/>
                <a:gd name="connsiteX88" fmla="*/ 857982 w 2915191"/>
                <a:gd name="connsiteY88" fmla="*/ 382092 h 498083"/>
                <a:gd name="connsiteX89" fmla="*/ 867732 w 2915191"/>
                <a:gd name="connsiteY89" fmla="*/ 379762 h 498083"/>
                <a:gd name="connsiteX90" fmla="*/ 877482 w 2915191"/>
                <a:gd name="connsiteY90" fmla="*/ 356060 h 498083"/>
                <a:gd name="connsiteX91" fmla="*/ 887231 w 2915191"/>
                <a:gd name="connsiteY91" fmla="*/ 362899 h 498083"/>
                <a:gd name="connsiteX92" fmla="*/ 896981 w 2915191"/>
                <a:gd name="connsiteY92" fmla="*/ 378668 h 498083"/>
                <a:gd name="connsiteX93" fmla="*/ 906730 w 2915191"/>
                <a:gd name="connsiteY93" fmla="*/ 359506 h 498083"/>
                <a:gd name="connsiteX94" fmla="*/ 916480 w 2915191"/>
                <a:gd name="connsiteY94" fmla="*/ 326596 h 498083"/>
                <a:gd name="connsiteX95" fmla="*/ 926230 w 2915191"/>
                <a:gd name="connsiteY95" fmla="*/ 343208 h 498083"/>
                <a:gd name="connsiteX96" fmla="*/ 935979 w 2915191"/>
                <a:gd name="connsiteY96" fmla="*/ 341176 h 498083"/>
                <a:gd name="connsiteX97" fmla="*/ 945729 w 2915191"/>
                <a:gd name="connsiteY97" fmla="*/ 318834 h 498083"/>
                <a:gd name="connsiteX98" fmla="*/ 955479 w 2915191"/>
                <a:gd name="connsiteY98" fmla="*/ 267431 h 498083"/>
                <a:gd name="connsiteX99" fmla="*/ 965229 w 2915191"/>
                <a:gd name="connsiteY99" fmla="*/ 236067 h 498083"/>
                <a:gd name="connsiteX100" fmla="*/ 974979 w 2915191"/>
                <a:gd name="connsiteY100" fmla="*/ 224501 h 498083"/>
                <a:gd name="connsiteX101" fmla="*/ 984729 w 2915191"/>
                <a:gd name="connsiteY101" fmla="*/ 202218 h 498083"/>
                <a:gd name="connsiteX102" fmla="*/ 994474 w 2915191"/>
                <a:gd name="connsiteY102" fmla="*/ 184689 h 498083"/>
                <a:gd name="connsiteX103" fmla="*/ 1004233 w 2915191"/>
                <a:gd name="connsiteY103" fmla="*/ 201918 h 498083"/>
                <a:gd name="connsiteX104" fmla="*/ 1013977 w 2915191"/>
                <a:gd name="connsiteY104" fmla="*/ 196641 h 498083"/>
                <a:gd name="connsiteX105" fmla="*/ 1023721 w 2915191"/>
                <a:gd name="connsiteY105" fmla="*/ 159471 h 498083"/>
                <a:gd name="connsiteX106" fmla="*/ 1033480 w 2915191"/>
                <a:gd name="connsiteY106" fmla="*/ 157472 h 498083"/>
                <a:gd name="connsiteX107" fmla="*/ 1043224 w 2915191"/>
                <a:gd name="connsiteY107" fmla="*/ 142988 h 498083"/>
                <a:gd name="connsiteX108" fmla="*/ 1052983 w 2915191"/>
                <a:gd name="connsiteY108" fmla="*/ 143386 h 498083"/>
                <a:gd name="connsiteX109" fmla="*/ 1062727 w 2915191"/>
                <a:gd name="connsiteY109" fmla="*/ 116748 h 498083"/>
                <a:gd name="connsiteX110" fmla="*/ 1072471 w 2915191"/>
                <a:gd name="connsiteY110" fmla="*/ 122443 h 498083"/>
                <a:gd name="connsiteX111" fmla="*/ 1082230 w 2915191"/>
                <a:gd name="connsiteY111" fmla="*/ 122543 h 498083"/>
                <a:gd name="connsiteX112" fmla="*/ 1091973 w 2915191"/>
                <a:gd name="connsiteY112" fmla="*/ 121018 h 498083"/>
                <a:gd name="connsiteX113" fmla="*/ 1101732 w 2915191"/>
                <a:gd name="connsiteY113" fmla="*/ 110021 h 498083"/>
                <a:gd name="connsiteX114" fmla="*/ 1111476 w 2915191"/>
                <a:gd name="connsiteY114" fmla="*/ 131402 h 498083"/>
                <a:gd name="connsiteX115" fmla="*/ 1121220 w 2915191"/>
                <a:gd name="connsiteY115" fmla="*/ 93671 h 498083"/>
                <a:gd name="connsiteX116" fmla="*/ 1130979 w 2915191"/>
                <a:gd name="connsiteY116" fmla="*/ 76520 h 498083"/>
                <a:gd name="connsiteX117" fmla="*/ 1140723 w 2915191"/>
                <a:gd name="connsiteY117" fmla="*/ 53207 h 498083"/>
                <a:gd name="connsiteX118" fmla="*/ 1150482 w 2915191"/>
                <a:gd name="connsiteY118" fmla="*/ 64466 h 498083"/>
                <a:gd name="connsiteX119" fmla="*/ 1160226 w 2915191"/>
                <a:gd name="connsiteY119" fmla="*/ 63672 h 498083"/>
                <a:gd name="connsiteX120" fmla="*/ 1169969 w 2915191"/>
                <a:gd name="connsiteY120" fmla="*/ 76137 h 498083"/>
                <a:gd name="connsiteX121" fmla="*/ 1179728 w 2915191"/>
                <a:gd name="connsiteY121" fmla="*/ 116509 h 498083"/>
                <a:gd name="connsiteX122" fmla="*/ 1189472 w 2915191"/>
                <a:gd name="connsiteY122" fmla="*/ 106890 h 498083"/>
                <a:gd name="connsiteX123" fmla="*/ 1199231 w 2915191"/>
                <a:gd name="connsiteY123" fmla="*/ 110284 h 498083"/>
                <a:gd name="connsiteX124" fmla="*/ 1208975 w 2915191"/>
                <a:gd name="connsiteY124" fmla="*/ 110230 h 498083"/>
                <a:gd name="connsiteX125" fmla="*/ 1218719 w 2915191"/>
                <a:gd name="connsiteY125" fmla="*/ 75335 h 498083"/>
                <a:gd name="connsiteX126" fmla="*/ 1228478 w 2915191"/>
                <a:gd name="connsiteY126" fmla="*/ 82080 h 498083"/>
                <a:gd name="connsiteX127" fmla="*/ 1238222 w 2915191"/>
                <a:gd name="connsiteY127" fmla="*/ 95206 h 498083"/>
                <a:gd name="connsiteX128" fmla="*/ 1247966 w 2915191"/>
                <a:gd name="connsiteY128" fmla="*/ 98178 h 498083"/>
                <a:gd name="connsiteX129" fmla="*/ 1257725 w 2915191"/>
                <a:gd name="connsiteY129" fmla="*/ 114922 h 498083"/>
                <a:gd name="connsiteX130" fmla="*/ 1267469 w 2915191"/>
                <a:gd name="connsiteY130" fmla="*/ 146046 h 498083"/>
                <a:gd name="connsiteX131" fmla="*/ 1277227 w 2915191"/>
                <a:gd name="connsiteY131" fmla="*/ 155596 h 498083"/>
                <a:gd name="connsiteX132" fmla="*/ 1286971 w 2915191"/>
                <a:gd name="connsiteY132" fmla="*/ 166863 h 498083"/>
                <a:gd name="connsiteX133" fmla="*/ 1296715 w 2915191"/>
                <a:gd name="connsiteY133" fmla="*/ 191127 h 498083"/>
                <a:gd name="connsiteX134" fmla="*/ 1306474 w 2915191"/>
                <a:gd name="connsiteY134" fmla="*/ 174719 h 498083"/>
                <a:gd name="connsiteX135" fmla="*/ 1316218 w 2915191"/>
                <a:gd name="connsiteY135" fmla="*/ 162226 h 498083"/>
                <a:gd name="connsiteX136" fmla="*/ 1325977 w 2915191"/>
                <a:gd name="connsiteY136" fmla="*/ 172028 h 498083"/>
                <a:gd name="connsiteX137" fmla="*/ 1335721 w 2915191"/>
                <a:gd name="connsiteY137" fmla="*/ 170628 h 498083"/>
                <a:gd name="connsiteX138" fmla="*/ 1345465 w 2915191"/>
                <a:gd name="connsiteY138" fmla="*/ 143172 h 498083"/>
                <a:gd name="connsiteX139" fmla="*/ 1355224 w 2915191"/>
                <a:gd name="connsiteY139" fmla="*/ 142185 h 498083"/>
                <a:gd name="connsiteX140" fmla="*/ 1364967 w 2915191"/>
                <a:gd name="connsiteY140" fmla="*/ 141403 h 498083"/>
                <a:gd name="connsiteX141" fmla="*/ 1374726 w 2915191"/>
                <a:gd name="connsiteY141" fmla="*/ 140976 h 498083"/>
                <a:gd name="connsiteX142" fmla="*/ 1384470 w 2915191"/>
                <a:gd name="connsiteY142" fmla="*/ 169160 h 498083"/>
                <a:gd name="connsiteX143" fmla="*/ 1394214 w 2915191"/>
                <a:gd name="connsiteY143" fmla="*/ 139705 h 498083"/>
                <a:gd name="connsiteX144" fmla="*/ 1403973 w 2915191"/>
                <a:gd name="connsiteY144" fmla="*/ 136801 h 498083"/>
                <a:gd name="connsiteX145" fmla="*/ 1413717 w 2915191"/>
                <a:gd name="connsiteY145" fmla="*/ 85747 h 498083"/>
                <a:gd name="connsiteX146" fmla="*/ 1423476 w 2915191"/>
                <a:gd name="connsiteY146" fmla="*/ 89628 h 498083"/>
                <a:gd name="connsiteX147" fmla="*/ 1433220 w 2915191"/>
                <a:gd name="connsiteY147" fmla="*/ 44339 h 498083"/>
                <a:gd name="connsiteX148" fmla="*/ 1442964 w 2915191"/>
                <a:gd name="connsiteY148" fmla="*/ 14404 h 498083"/>
                <a:gd name="connsiteX149" fmla="*/ 1452722 w 2915191"/>
                <a:gd name="connsiteY149" fmla="*/ 0 h 498083"/>
                <a:gd name="connsiteX150" fmla="*/ 1462466 w 2915191"/>
                <a:gd name="connsiteY150" fmla="*/ 7770 h 498083"/>
                <a:gd name="connsiteX151" fmla="*/ 1472225 w 2915191"/>
                <a:gd name="connsiteY151" fmla="*/ 66078 h 498083"/>
                <a:gd name="connsiteX152" fmla="*/ 1481969 w 2915191"/>
                <a:gd name="connsiteY152" fmla="*/ 69355 h 498083"/>
                <a:gd name="connsiteX153" fmla="*/ 1491713 w 2915191"/>
                <a:gd name="connsiteY153" fmla="*/ 64456 h 498083"/>
                <a:gd name="connsiteX154" fmla="*/ 1501472 w 2915191"/>
                <a:gd name="connsiteY154" fmla="*/ 72585 h 498083"/>
                <a:gd name="connsiteX155" fmla="*/ 1511216 w 2915191"/>
                <a:gd name="connsiteY155" fmla="*/ 47242 h 498083"/>
                <a:gd name="connsiteX156" fmla="*/ 1520960 w 2915191"/>
                <a:gd name="connsiteY156" fmla="*/ 68754 h 498083"/>
                <a:gd name="connsiteX157" fmla="*/ 1530719 w 2915191"/>
                <a:gd name="connsiteY157" fmla="*/ 52938 h 498083"/>
                <a:gd name="connsiteX158" fmla="*/ 1540463 w 2915191"/>
                <a:gd name="connsiteY158" fmla="*/ 66047 h 498083"/>
                <a:gd name="connsiteX159" fmla="*/ 1550221 w 2915191"/>
                <a:gd name="connsiteY159" fmla="*/ 85326 h 498083"/>
                <a:gd name="connsiteX160" fmla="*/ 1559965 w 2915191"/>
                <a:gd name="connsiteY160" fmla="*/ 101109 h 498083"/>
                <a:gd name="connsiteX161" fmla="*/ 1569709 w 2915191"/>
                <a:gd name="connsiteY161" fmla="*/ 143278 h 498083"/>
                <a:gd name="connsiteX162" fmla="*/ 1579468 w 2915191"/>
                <a:gd name="connsiteY162" fmla="*/ 104723 h 498083"/>
                <a:gd name="connsiteX163" fmla="*/ 1589212 w 2915191"/>
                <a:gd name="connsiteY163" fmla="*/ 110784 h 498083"/>
                <a:gd name="connsiteX164" fmla="*/ 1598971 w 2915191"/>
                <a:gd name="connsiteY164" fmla="*/ 121020 h 498083"/>
                <a:gd name="connsiteX165" fmla="*/ 1608715 w 2915191"/>
                <a:gd name="connsiteY165" fmla="*/ 111872 h 498083"/>
                <a:gd name="connsiteX166" fmla="*/ 1618459 w 2915191"/>
                <a:gd name="connsiteY166" fmla="*/ 139374 h 498083"/>
                <a:gd name="connsiteX167" fmla="*/ 1628218 w 2915191"/>
                <a:gd name="connsiteY167" fmla="*/ 138774 h 498083"/>
                <a:gd name="connsiteX168" fmla="*/ 1637962 w 2915191"/>
                <a:gd name="connsiteY168" fmla="*/ 159164 h 498083"/>
                <a:gd name="connsiteX169" fmla="*/ 1647720 w 2915191"/>
                <a:gd name="connsiteY169" fmla="*/ 127556 h 498083"/>
                <a:gd name="connsiteX170" fmla="*/ 1657464 w 2915191"/>
                <a:gd name="connsiteY170" fmla="*/ 109061 h 498083"/>
                <a:gd name="connsiteX171" fmla="*/ 1667208 w 2915191"/>
                <a:gd name="connsiteY171" fmla="*/ 103129 h 498083"/>
                <a:gd name="connsiteX172" fmla="*/ 1676967 w 2915191"/>
                <a:gd name="connsiteY172" fmla="*/ 70031 h 498083"/>
                <a:gd name="connsiteX173" fmla="*/ 1686711 w 2915191"/>
                <a:gd name="connsiteY173" fmla="*/ 76649 h 498083"/>
                <a:gd name="connsiteX174" fmla="*/ 1696470 w 2915191"/>
                <a:gd name="connsiteY174" fmla="*/ 107191 h 498083"/>
                <a:gd name="connsiteX175" fmla="*/ 1706214 w 2915191"/>
                <a:gd name="connsiteY175" fmla="*/ 117681 h 498083"/>
                <a:gd name="connsiteX176" fmla="*/ 1715958 w 2915191"/>
                <a:gd name="connsiteY176" fmla="*/ 102080 h 498083"/>
                <a:gd name="connsiteX177" fmla="*/ 1725716 w 2915191"/>
                <a:gd name="connsiteY177" fmla="*/ 101537 h 498083"/>
                <a:gd name="connsiteX178" fmla="*/ 1735460 w 2915191"/>
                <a:gd name="connsiteY178" fmla="*/ 94872 h 498083"/>
                <a:gd name="connsiteX179" fmla="*/ 1745219 w 2915191"/>
                <a:gd name="connsiteY179" fmla="*/ 82771 h 498083"/>
                <a:gd name="connsiteX180" fmla="*/ 1754963 w 2915191"/>
                <a:gd name="connsiteY180" fmla="*/ 77734 h 498083"/>
                <a:gd name="connsiteX181" fmla="*/ 1764707 w 2915191"/>
                <a:gd name="connsiteY181" fmla="*/ 70119 h 498083"/>
                <a:gd name="connsiteX182" fmla="*/ 1774466 w 2915191"/>
                <a:gd name="connsiteY182" fmla="*/ 59378 h 498083"/>
                <a:gd name="connsiteX183" fmla="*/ 1784210 w 2915191"/>
                <a:gd name="connsiteY183" fmla="*/ 79811 h 498083"/>
                <a:gd name="connsiteX184" fmla="*/ 1793969 w 2915191"/>
                <a:gd name="connsiteY184" fmla="*/ 48933 h 498083"/>
                <a:gd name="connsiteX185" fmla="*/ 1803713 w 2915191"/>
                <a:gd name="connsiteY185" fmla="*/ 23712 h 498083"/>
                <a:gd name="connsiteX186" fmla="*/ 1813457 w 2915191"/>
                <a:gd name="connsiteY186" fmla="*/ 27733 h 498083"/>
                <a:gd name="connsiteX187" fmla="*/ 1823215 w 2915191"/>
                <a:gd name="connsiteY187" fmla="*/ 29698 h 498083"/>
                <a:gd name="connsiteX188" fmla="*/ 1832959 w 2915191"/>
                <a:gd name="connsiteY188" fmla="*/ 50579 h 498083"/>
                <a:gd name="connsiteX189" fmla="*/ 1842703 w 2915191"/>
                <a:gd name="connsiteY189" fmla="*/ 64504 h 498083"/>
                <a:gd name="connsiteX190" fmla="*/ 1852462 w 2915191"/>
                <a:gd name="connsiteY190" fmla="*/ 75355 h 498083"/>
                <a:gd name="connsiteX191" fmla="*/ 1862206 w 2915191"/>
                <a:gd name="connsiteY191" fmla="*/ 115470 h 498083"/>
                <a:gd name="connsiteX192" fmla="*/ 1871965 w 2915191"/>
                <a:gd name="connsiteY192" fmla="*/ 96602 h 498083"/>
                <a:gd name="connsiteX193" fmla="*/ 1881709 w 2915191"/>
                <a:gd name="connsiteY193" fmla="*/ 123755 h 498083"/>
                <a:gd name="connsiteX194" fmla="*/ 1891453 w 2915191"/>
                <a:gd name="connsiteY194" fmla="*/ 124354 h 498083"/>
                <a:gd name="connsiteX195" fmla="*/ 1901212 w 2915191"/>
                <a:gd name="connsiteY195" fmla="*/ 114064 h 498083"/>
                <a:gd name="connsiteX196" fmla="*/ 1910956 w 2915191"/>
                <a:gd name="connsiteY196" fmla="*/ 138058 h 498083"/>
                <a:gd name="connsiteX197" fmla="*/ 1920714 w 2915191"/>
                <a:gd name="connsiteY197" fmla="*/ 151950 h 498083"/>
                <a:gd name="connsiteX198" fmla="*/ 1930458 w 2915191"/>
                <a:gd name="connsiteY198" fmla="*/ 129171 h 498083"/>
                <a:gd name="connsiteX199" fmla="*/ 1940202 w 2915191"/>
                <a:gd name="connsiteY199" fmla="*/ 129888 h 498083"/>
                <a:gd name="connsiteX200" fmla="*/ 1949961 w 2915191"/>
                <a:gd name="connsiteY200" fmla="*/ 155891 h 498083"/>
                <a:gd name="connsiteX201" fmla="*/ 1959705 w 2915191"/>
                <a:gd name="connsiteY201" fmla="*/ 156059 h 498083"/>
                <a:gd name="connsiteX202" fmla="*/ 1969464 w 2915191"/>
                <a:gd name="connsiteY202" fmla="*/ 151684 h 498083"/>
                <a:gd name="connsiteX203" fmla="*/ 1979208 w 2915191"/>
                <a:gd name="connsiteY203" fmla="*/ 141198 h 498083"/>
                <a:gd name="connsiteX204" fmla="*/ 1988952 w 2915191"/>
                <a:gd name="connsiteY204" fmla="*/ 158914 h 498083"/>
                <a:gd name="connsiteX205" fmla="*/ 1998711 w 2915191"/>
                <a:gd name="connsiteY205" fmla="*/ 166124 h 498083"/>
                <a:gd name="connsiteX206" fmla="*/ 2008454 w 2915191"/>
                <a:gd name="connsiteY206" fmla="*/ 141800 h 498083"/>
                <a:gd name="connsiteX207" fmla="*/ 2018213 w 2915191"/>
                <a:gd name="connsiteY207" fmla="*/ 134054 h 498083"/>
                <a:gd name="connsiteX208" fmla="*/ 2027957 w 2915191"/>
                <a:gd name="connsiteY208" fmla="*/ 123207 h 498083"/>
                <a:gd name="connsiteX209" fmla="*/ 2037701 w 2915191"/>
                <a:gd name="connsiteY209" fmla="*/ 154669 h 498083"/>
                <a:gd name="connsiteX210" fmla="*/ 2047460 w 2915191"/>
                <a:gd name="connsiteY210" fmla="*/ 155581 h 498083"/>
                <a:gd name="connsiteX211" fmla="*/ 2057204 w 2915191"/>
                <a:gd name="connsiteY211" fmla="*/ 137625 h 498083"/>
                <a:gd name="connsiteX212" fmla="*/ 2066963 w 2915191"/>
                <a:gd name="connsiteY212" fmla="*/ 134612 h 498083"/>
                <a:gd name="connsiteX213" fmla="*/ 2076707 w 2915191"/>
                <a:gd name="connsiteY213" fmla="*/ 132629 h 498083"/>
                <a:gd name="connsiteX214" fmla="*/ 2086451 w 2915191"/>
                <a:gd name="connsiteY214" fmla="*/ 127571 h 498083"/>
                <a:gd name="connsiteX215" fmla="*/ 2096210 w 2915191"/>
                <a:gd name="connsiteY215" fmla="*/ 107906 h 498083"/>
                <a:gd name="connsiteX216" fmla="*/ 2105954 w 2915191"/>
                <a:gd name="connsiteY216" fmla="*/ 157581 h 498083"/>
                <a:gd name="connsiteX217" fmla="*/ 2115697 w 2915191"/>
                <a:gd name="connsiteY217" fmla="*/ 171657 h 498083"/>
                <a:gd name="connsiteX218" fmla="*/ 2125456 w 2915191"/>
                <a:gd name="connsiteY218" fmla="*/ 173798 h 498083"/>
                <a:gd name="connsiteX219" fmla="*/ 2135200 w 2915191"/>
                <a:gd name="connsiteY219" fmla="*/ 168785 h 498083"/>
                <a:gd name="connsiteX220" fmla="*/ 2144959 w 2915191"/>
                <a:gd name="connsiteY220" fmla="*/ 169626 h 498083"/>
                <a:gd name="connsiteX221" fmla="*/ 2154703 w 2915191"/>
                <a:gd name="connsiteY221" fmla="*/ 150320 h 498083"/>
                <a:gd name="connsiteX222" fmla="*/ 2164447 w 2915191"/>
                <a:gd name="connsiteY222" fmla="*/ 135041 h 498083"/>
                <a:gd name="connsiteX223" fmla="*/ 2174206 w 2915191"/>
                <a:gd name="connsiteY223" fmla="*/ 158457 h 498083"/>
                <a:gd name="connsiteX224" fmla="*/ 2183950 w 2915191"/>
                <a:gd name="connsiteY224" fmla="*/ 190685 h 498083"/>
                <a:gd name="connsiteX225" fmla="*/ 2193709 w 2915191"/>
                <a:gd name="connsiteY225" fmla="*/ 218784 h 498083"/>
                <a:gd name="connsiteX226" fmla="*/ 2203452 w 2915191"/>
                <a:gd name="connsiteY226" fmla="*/ 204515 h 498083"/>
                <a:gd name="connsiteX227" fmla="*/ 2213196 w 2915191"/>
                <a:gd name="connsiteY227" fmla="*/ 215748 h 498083"/>
                <a:gd name="connsiteX228" fmla="*/ 2222955 w 2915191"/>
                <a:gd name="connsiteY228" fmla="*/ 221576 h 498083"/>
                <a:gd name="connsiteX229" fmla="*/ 2232699 w 2915191"/>
                <a:gd name="connsiteY229" fmla="*/ 219680 h 498083"/>
                <a:gd name="connsiteX230" fmla="*/ 2242458 w 2915191"/>
                <a:gd name="connsiteY230" fmla="*/ 206010 h 498083"/>
                <a:gd name="connsiteX231" fmla="*/ 2252202 w 2915191"/>
                <a:gd name="connsiteY231" fmla="*/ 209347 h 498083"/>
                <a:gd name="connsiteX232" fmla="*/ 2261946 w 2915191"/>
                <a:gd name="connsiteY232" fmla="*/ 223982 h 498083"/>
                <a:gd name="connsiteX233" fmla="*/ 2271705 w 2915191"/>
                <a:gd name="connsiteY233" fmla="*/ 238150 h 498083"/>
                <a:gd name="connsiteX234" fmla="*/ 2281449 w 2915191"/>
                <a:gd name="connsiteY234" fmla="*/ 228173 h 498083"/>
                <a:gd name="connsiteX235" fmla="*/ 2291208 w 2915191"/>
                <a:gd name="connsiteY235" fmla="*/ 226706 h 498083"/>
                <a:gd name="connsiteX236" fmla="*/ 2300951 w 2915191"/>
                <a:gd name="connsiteY236" fmla="*/ 220769 h 498083"/>
                <a:gd name="connsiteX237" fmla="*/ 2310695 w 2915191"/>
                <a:gd name="connsiteY237" fmla="*/ 229200 h 498083"/>
                <a:gd name="connsiteX238" fmla="*/ 2320454 w 2915191"/>
                <a:gd name="connsiteY238" fmla="*/ 204244 h 498083"/>
                <a:gd name="connsiteX239" fmla="*/ 2330198 w 2915191"/>
                <a:gd name="connsiteY239" fmla="*/ 246292 h 498083"/>
                <a:gd name="connsiteX240" fmla="*/ 2339957 w 2915191"/>
                <a:gd name="connsiteY240" fmla="*/ 259585 h 498083"/>
                <a:gd name="connsiteX241" fmla="*/ 2349701 w 2915191"/>
                <a:gd name="connsiteY241" fmla="*/ 251952 h 498083"/>
                <a:gd name="connsiteX242" fmla="*/ 2359445 w 2915191"/>
                <a:gd name="connsiteY242" fmla="*/ 278221 h 498083"/>
                <a:gd name="connsiteX243" fmla="*/ 2369204 w 2915191"/>
                <a:gd name="connsiteY243" fmla="*/ 278033 h 498083"/>
                <a:gd name="connsiteX244" fmla="*/ 2378948 w 2915191"/>
                <a:gd name="connsiteY244" fmla="*/ 275116 h 498083"/>
                <a:gd name="connsiteX245" fmla="*/ 2388692 w 2915191"/>
                <a:gd name="connsiteY245" fmla="*/ 299407 h 498083"/>
                <a:gd name="connsiteX246" fmla="*/ 2398450 w 2915191"/>
                <a:gd name="connsiteY246" fmla="*/ 295925 h 498083"/>
                <a:gd name="connsiteX247" fmla="*/ 2408194 w 2915191"/>
                <a:gd name="connsiteY247" fmla="*/ 262119 h 498083"/>
                <a:gd name="connsiteX248" fmla="*/ 2417953 w 2915191"/>
                <a:gd name="connsiteY248" fmla="*/ 236028 h 498083"/>
                <a:gd name="connsiteX249" fmla="*/ 2427697 w 2915191"/>
                <a:gd name="connsiteY249" fmla="*/ 248289 h 498083"/>
                <a:gd name="connsiteX250" fmla="*/ 2437441 w 2915191"/>
                <a:gd name="connsiteY250" fmla="*/ 229099 h 498083"/>
                <a:gd name="connsiteX251" fmla="*/ 2447200 w 2915191"/>
                <a:gd name="connsiteY251" fmla="*/ 243758 h 498083"/>
                <a:gd name="connsiteX252" fmla="*/ 2456944 w 2915191"/>
                <a:gd name="connsiteY252" fmla="*/ 233568 h 498083"/>
                <a:gd name="connsiteX253" fmla="*/ 2466703 w 2915191"/>
                <a:gd name="connsiteY253" fmla="*/ 223920 h 498083"/>
                <a:gd name="connsiteX254" fmla="*/ 2476446 w 2915191"/>
                <a:gd name="connsiteY254" fmla="*/ 215763 h 498083"/>
                <a:gd name="connsiteX255" fmla="*/ 2486190 w 2915191"/>
                <a:gd name="connsiteY255" fmla="*/ 218996 h 498083"/>
                <a:gd name="connsiteX256" fmla="*/ 2495949 w 2915191"/>
                <a:gd name="connsiteY256" fmla="*/ 213522 h 498083"/>
                <a:gd name="connsiteX257" fmla="*/ 2505693 w 2915191"/>
                <a:gd name="connsiteY257" fmla="*/ 234306 h 498083"/>
                <a:gd name="connsiteX258" fmla="*/ 2515452 w 2915191"/>
                <a:gd name="connsiteY258" fmla="*/ 254413 h 498083"/>
                <a:gd name="connsiteX259" fmla="*/ 2525196 w 2915191"/>
                <a:gd name="connsiteY259" fmla="*/ 267553 h 498083"/>
                <a:gd name="connsiteX260" fmla="*/ 2534940 w 2915191"/>
                <a:gd name="connsiteY260" fmla="*/ 232426 h 498083"/>
                <a:gd name="connsiteX261" fmla="*/ 2544699 w 2915191"/>
                <a:gd name="connsiteY261" fmla="*/ 259227 h 498083"/>
                <a:gd name="connsiteX262" fmla="*/ 2554443 w 2915191"/>
                <a:gd name="connsiteY262" fmla="*/ 262294 h 498083"/>
                <a:gd name="connsiteX263" fmla="*/ 2564202 w 2915191"/>
                <a:gd name="connsiteY263" fmla="*/ 260054 h 498083"/>
                <a:gd name="connsiteX264" fmla="*/ 2573946 w 2915191"/>
                <a:gd name="connsiteY264" fmla="*/ 287802 h 498083"/>
                <a:gd name="connsiteX265" fmla="*/ 2583690 w 2915191"/>
                <a:gd name="connsiteY265" fmla="*/ 324682 h 498083"/>
                <a:gd name="connsiteX266" fmla="*/ 2593448 w 2915191"/>
                <a:gd name="connsiteY266" fmla="*/ 313546 h 498083"/>
                <a:gd name="connsiteX267" fmla="*/ 2603192 w 2915191"/>
                <a:gd name="connsiteY267" fmla="*/ 343909 h 498083"/>
                <a:gd name="connsiteX268" fmla="*/ 2612951 w 2915191"/>
                <a:gd name="connsiteY268" fmla="*/ 352571 h 498083"/>
                <a:gd name="connsiteX269" fmla="*/ 2622695 w 2915191"/>
                <a:gd name="connsiteY269" fmla="*/ 364729 h 498083"/>
                <a:gd name="connsiteX270" fmla="*/ 2632439 w 2915191"/>
                <a:gd name="connsiteY270" fmla="*/ 356783 h 498083"/>
                <a:gd name="connsiteX271" fmla="*/ 2642198 w 2915191"/>
                <a:gd name="connsiteY271" fmla="*/ 387885 h 498083"/>
                <a:gd name="connsiteX272" fmla="*/ 2651942 w 2915191"/>
                <a:gd name="connsiteY272" fmla="*/ 398749 h 498083"/>
                <a:gd name="connsiteX273" fmla="*/ 2661685 w 2915191"/>
                <a:gd name="connsiteY273" fmla="*/ 385562 h 498083"/>
                <a:gd name="connsiteX274" fmla="*/ 2671444 w 2915191"/>
                <a:gd name="connsiteY274" fmla="*/ 350223 h 498083"/>
                <a:gd name="connsiteX275" fmla="*/ 2681188 w 2915191"/>
                <a:gd name="connsiteY275" fmla="*/ 332411 h 498083"/>
                <a:gd name="connsiteX276" fmla="*/ 2690947 w 2915191"/>
                <a:gd name="connsiteY276" fmla="*/ 352079 h 498083"/>
                <a:gd name="connsiteX277" fmla="*/ 2700691 w 2915191"/>
                <a:gd name="connsiteY277" fmla="*/ 333533 h 498083"/>
                <a:gd name="connsiteX278" fmla="*/ 2710435 w 2915191"/>
                <a:gd name="connsiteY278" fmla="*/ 337907 h 498083"/>
                <a:gd name="connsiteX279" fmla="*/ 2720194 w 2915191"/>
                <a:gd name="connsiteY279" fmla="*/ 307104 h 498083"/>
                <a:gd name="connsiteX280" fmla="*/ 2729938 w 2915191"/>
                <a:gd name="connsiteY280" fmla="*/ 299137 h 498083"/>
                <a:gd name="connsiteX281" fmla="*/ 2739697 w 2915191"/>
                <a:gd name="connsiteY281" fmla="*/ 275275 h 498083"/>
                <a:gd name="connsiteX282" fmla="*/ 2749441 w 2915191"/>
                <a:gd name="connsiteY282" fmla="*/ 298546 h 498083"/>
                <a:gd name="connsiteX283" fmla="*/ 2759185 w 2915191"/>
                <a:gd name="connsiteY283" fmla="*/ 278551 h 498083"/>
                <a:gd name="connsiteX284" fmla="*/ 2768943 w 2915191"/>
                <a:gd name="connsiteY284" fmla="*/ 286513 h 498083"/>
                <a:gd name="connsiteX285" fmla="*/ 2778687 w 2915191"/>
                <a:gd name="connsiteY285" fmla="*/ 267070 h 498083"/>
                <a:gd name="connsiteX286" fmla="*/ 2788446 w 2915191"/>
                <a:gd name="connsiteY286" fmla="*/ 252404 h 498083"/>
                <a:gd name="connsiteX287" fmla="*/ 2798190 w 2915191"/>
                <a:gd name="connsiteY287" fmla="*/ 251325 h 498083"/>
                <a:gd name="connsiteX288" fmla="*/ 2807934 w 2915191"/>
                <a:gd name="connsiteY288" fmla="*/ 230457 h 498083"/>
                <a:gd name="connsiteX289" fmla="*/ 2817693 w 2915191"/>
                <a:gd name="connsiteY289" fmla="*/ 223452 h 498083"/>
                <a:gd name="connsiteX290" fmla="*/ 2827437 w 2915191"/>
                <a:gd name="connsiteY290" fmla="*/ 218848 h 498083"/>
                <a:gd name="connsiteX291" fmla="*/ 2837196 w 2915191"/>
                <a:gd name="connsiteY291" fmla="*/ 226445 h 498083"/>
                <a:gd name="connsiteX292" fmla="*/ 2846940 w 2915191"/>
                <a:gd name="connsiteY292" fmla="*/ 243156 h 498083"/>
                <a:gd name="connsiteX293" fmla="*/ 2856684 w 2915191"/>
                <a:gd name="connsiteY293" fmla="*/ 250172 h 498083"/>
                <a:gd name="connsiteX294" fmla="*/ 2866442 w 2915191"/>
                <a:gd name="connsiteY294" fmla="*/ 251811 h 498083"/>
                <a:gd name="connsiteX295" fmla="*/ 2876186 w 2915191"/>
                <a:gd name="connsiteY295" fmla="*/ 258695 h 498083"/>
                <a:gd name="connsiteX296" fmla="*/ 2885945 w 2915191"/>
                <a:gd name="connsiteY296" fmla="*/ 271263 h 498083"/>
                <a:gd name="connsiteX297" fmla="*/ 2895689 w 2915191"/>
                <a:gd name="connsiteY297" fmla="*/ 261605 h 498083"/>
                <a:gd name="connsiteX298" fmla="*/ 2905433 w 2915191"/>
                <a:gd name="connsiteY298" fmla="*/ 259643 h 498083"/>
                <a:gd name="connsiteX299" fmla="*/ 2915192 w 2915191"/>
                <a:gd name="connsiteY299" fmla="*/ 252964 h 498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98083">
                  <a:moveTo>
                    <a:pt x="0" y="369927"/>
                  </a:moveTo>
                  <a:lnTo>
                    <a:pt x="9750" y="379285"/>
                  </a:lnTo>
                  <a:lnTo>
                    <a:pt x="19500" y="374370"/>
                  </a:lnTo>
                  <a:lnTo>
                    <a:pt x="29250" y="382087"/>
                  </a:lnTo>
                  <a:lnTo>
                    <a:pt x="39000" y="387196"/>
                  </a:lnTo>
                  <a:lnTo>
                    <a:pt x="48749" y="401238"/>
                  </a:lnTo>
                  <a:lnTo>
                    <a:pt x="58499" y="412858"/>
                  </a:lnTo>
                  <a:lnTo>
                    <a:pt x="68249" y="407510"/>
                  </a:lnTo>
                  <a:lnTo>
                    <a:pt x="77998" y="434976"/>
                  </a:lnTo>
                  <a:lnTo>
                    <a:pt x="87748" y="415536"/>
                  </a:lnTo>
                  <a:lnTo>
                    <a:pt x="97497" y="405176"/>
                  </a:lnTo>
                  <a:lnTo>
                    <a:pt x="107247" y="371652"/>
                  </a:lnTo>
                  <a:lnTo>
                    <a:pt x="116997" y="335229"/>
                  </a:lnTo>
                  <a:lnTo>
                    <a:pt x="126747" y="325987"/>
                  </a:lnTo>
                  <a:lnTo>
                    <a:pt x="136497" y="304133"/>
                  </a:lnTo>
                  <a:lnTo>
                    <a:pt x="146247" y="317882"/>
                  </a:lnTo>
                  <a:lnTo>
                    <a:pt x="155997" y="333019"/>
                  </a:lnTo>
                  <a:lnTo>
                    <a:pt x="165747" y="299404"/>
                  </a:lnTo>
                  <a:lnTo>
                    <a:pt x="175497" y="282096"/>
                  </a:lnTo>
                  <a:lnTo>
                    <a:pt x="185247" y="297355"/>
                  </a:lnTo>
                  <a:lnTo>
                    <a:pt x="194996" y="295562"/>
                  </a:lnTo>
                  <a:lnTo>
                    <a:pt x="204746" y="271474"/>
                  </a:lnTo>
                  <a:lnTo>
                    <a:pt x="214495" y="267553"/>
                  </a:lnTo>
                  <a:lnTo>
                    <a:pt x="224245" y="268101"/>
                  </a:lnTo>
                  <a:lnTo>
                    <a:pt x="233995" y="261617"/>
                  </a:lnTo>
                  <a:lnTo>
                    <a:pt x="243744" y="257288"/>
                  </a:lnTo>
                  <a:lnTo>
                    <a:pt x="253494" y="279468"/>
                  </a:lnTo>
                  <a:lnTo>
                    <a:pt x="263244" y="304972"/>
                  </a:lnTo>
                  <a:lnTo>
                    <a:pt x="272994" y="313059"/>
                  </a:lnTo>
                  <a:lnTo>
                    <a:pt x="282744" y="321848"/>
                  </a:lnTo>
                  <a:lnTo>
                    <a:pt x="292494" y="321991"/>
                  </a:lnTo>
                  <a:lnTo>
                    <a:pt x="302244" y="375642"/>
                  </a:lnTo>
                  <a:lnTo>
                    <a:pt x="311994" y="347099"/>
                  </a:lnTo>
                  <a:lnTo>
                    <a:pt x="321744" y="369107"/>
                  </a:lnTo>
                  <a:lnTo>
                    <a:pt x="331493" y="368173"/>
                  </a:lnTo>
                  <a:lnTo>
                    <a:pt x="341243" y="367965"/>
                  </a:lnTo>
                  <a:lnTo>
                    <a:pt x="350993" y="384145"/>
                  </a:lnTo>
                  <a:lnTo>
                    <a:pt x="360742" y="391880"/>
                  </a:lnTo>
                  <a:lnTo>
                    <a:pt x="370492" y="386152"/>
                  </a:lnTo>
                  <a:lnTo>
                    <a:pt x="380241" y="422233"/>
                  </a:lnTo>
                  <a:lnTo>
                    <a:pt x="389991" y="413553"/>
                  </a:lnTo>
                  <a:lnTo>
                    <a:pt x="399741" y="418267"/>
                  </a:lnTo>
                  <a:lnTo>
                    <a:pt x="409491" y="406180"/>
                  </a:lnTo>
                  <a:lnTo>
                    <a:pt x="419241" y="435572"/>
                  </a:lnTo>
                  <a:lnTo>
                    <a:pt x="428991" y="445991"/>
                  </a:lnTo>
                  <a:lnTo>
                    <a:pt x="438741" y="465782"/>
                  </a:lnTo>
                  <a:lnTo>
                    <a:pt x="448491" y="487744"/>
                  </a:lnTo>
                  <a:lnTo>
                    <a:pt x="458241" y="489174"/>
                  </a:lnTo>
                  <a:lnTo>
                    <a:pt x="467991" y="479936"/>
                  </a:lnTo>
                  <a:lnTo>
                    <a:pt x="477740" y="445107"/>
                  </a:lnTo>
                  <a:lnTo>
                    <a:pt x="487490" y="444133"/>
                  </a:lnTo>
                  <a:lnTo>
                    <a:pt x="497239" y="469894"/>
                  </a:lnTo>
                  <a:lnTo>
                    <a:pt x="506989" y="438344"/>
                  </a:lnTo>
                  <a:lnTo>
                    <a:pt x="516738" y="454203"/>
                  </a:lnTo>
                  <a:lnTo>
                    <a:pt x="526488" y="455258"/>
                  </a:lnTo>
                  <a:lnTo>
                    <a:pt x="536238" y="453799"/>
                  </a:lnTo>
                  <a:lnTo>
                    <a:pt x="545988" y="479340"/>
                  </a:lnTo>
                  <a:lnTo>
                    <a:pt x="555738" y="495327"/>
                  </a:lnTo>
                  <a:lnTo>
                    <a:pt x="565488" y="472100"/>
                  </a:lnTo>
                  <a:lnTo>
                    <a:pt x="575238" y="496281"/>
                  </a:lnTo>
                  <a:lnTo>
                    <a:pt x="584988" y="498083"/>
                  </a:lnTo>
                  <a:lnTo>
                    <a:pt x="594738" y="482857"/>
                  </a:lnTo>
                  <a:lnTo>
                    <a:pt x="604488" y="462190"/>
                  </a:lnTo>
                  <a:lnTo>
                    <a:pt x="614237" y="409971"/>
                  </a:lnTo>
                  <a:lnTo>
                    <a:pt x="623987" y="412443"/>
                  </a:lnTo>
                  <a:lnTo>
                    <a:pt x="633736" y="406908"/>
                  </a:lnTo>
                  <a:lnTo>
                    <a:pt x="643486" y="399537"/>
                  </a:lnTo>
                  <a:lnTo>
                    <a:pt x="653236" y="419283"/>
                  </a:lnTo>
                  <a:lnTo>
                    <a:pt x="662985" y="440287"/>
                  </a:lnTo>
                  <a:lnTo>
                    <a:pt x="672735" y="390630"/>
                  </a:lnTo>
                  <a:lnTo>
                    <a:pt x="682485" y="382111"/>
                  </a:lnTo>
                  <a:lnTo>
                    <a:pt x="692235" y="373337"/>
                  </a:lnTo>
                  <a:lnTo>
                    <a:pt x="701985" y="399352"/>
                  </a:lnTo>
                  <a:lnTo>
                    <a:pt x="711735" y="387305"/>
                  </a:lnTo>
                  <a:lnTo>
                    <a:pt x="721485" y="380600"/>
                  </a:lnTo>
                  <a:lnTo>
                    <a:pt x="731235" y="335591"/>
                  </a:lnTo>
                  <a:lnTo>
                    <a:pt x="740985" y="330683"/>
                  </a:lnTo>
                  <a:lnTo>
                    <a:pt x="750734" y="317363"/>
                  </a:lnTo>
                  <a:lnTo>
                    <a:pt x="760484" y="298228"/>
                  </a:lnTo>
                  <a:lnTo>
                    <a:pt x="770233" y="301411"/>
                  </a:lnTo>
                  <a:lnTo>
                    <a:pt x="779983" y="320017"/>
                  </a:lnTo>
                  <a:lnTo>
                    <a:pt x="789733" y="330927"/>
                  </a:lnTo>
                  <a:lnTo>
                    <a:pt x="799482" y="322760"/>
                  </a:lnTo>
                  <a:lnTo>
                    <a:pt x="809232" y="310335"/>
                  </a:lnTo>
                  <a:lnTo>
                    <a:pt x="818982" y="323686"/>
                  </a:lnTo>
                  <a:lnTo>
                    <a:pt x="828732" y="337654"/>
                  </a:lnTo>
                  <a:lnTo>
                    <a:pt x="838482" y="367717"/>
                  </a:lnTo>
                  <a:lnTo>
                    <a:pt x="848232" y="384179"/>
                  </a:lnTo>
                  <a:lnTo>
                    <a:pt x="857982" y="382092"/>
                  </a:lnTo>
                  <a:lnTo>
                    <a:pt x="867732" y="379762"/>
                  </a:lnTo>
                  <a:lnTo>
                    <a:pt x="877482" y="356060"/>
                  </a:lnTo>
                  <a:lnTo>
                    <a:pt x="887231" y="362899"/>
                  </a:lnTo>
                  <a:lnTo>
                    <a:pt x="896981" y="378668"/>
                  </a:lnTo>
                  <a:lnTo>
                    <a:pt x="906730" y="359506"/>
                  </a:lnTo>
                  <a:lnTo>
                    <a:pt x="916480" y="326596"/>
                  </a:lnTo>
                  <a:lnTo>
                    <a:pt x="926230" y="343208"/>
                  </a:lnTo>
                  <a:lnTo>
                    <a:pt x="935979" y="341176"/>
                  </a:lnTo>
                  <a:lnTo>
                    <a:pt x="945729" y="318834"/>
                  </a:lnTo>
                  <a:lnTo>
                    <a:pt x="955479" y="267431"/>
                  </a:lnTo>
                  <a:lnTo>
                    <a:pt x="965229" y="236067"/>
                  </a:lnTo>
                  <a:lnTo>
                    <a:pt x="974979" y="224501"/>
                  </a:lnTo>
                  <a:lnTo>
                    <a:pt x="984729" y="202218"/>
                  </a:lnTo>
                  <a:lnTo>
                    <a:pt x="994474" y="184689"/>
                  </a:lnTo>
                  <a:lnTo>
                    <a:pt x="1004233" y="201918"/>
                  </a:lnTo>
                  <a:lnTo>
                    <a:pt x="1013977" y="196641"/>
                  </a:lnTo>
                  <a:lnTo>
                    <a:pt x="1023721" y="159471"/>
                  </a:lnTo>
                  <a:lnTo>
                    <a:pt x="1033480" y="157472"/>
                  </a:lnTo>
                  <a:lnTo>
                    <a:pt x="1043224" y="142988"/>
                  </a:lnTo>
                  <a:lnTo>
                    <a:pt x="1052983" y="143386"/>
                  </a:lnTo>
                  <a:lnTo>
                    <a:pt x="1062727" y="116748"/>
                  </a:lnTo>
                  <a:lnTo>
                    <a:pt x="1072471" y="122443"/>
                  </a:lnTo>
                  <a:lnTo>
                    <a:pt x="1082230" y="122543"/>
                  </a:lnTo>
                  <a:lnTo>
                    <a:pt x="1091973" y="121018"/>
                  </a:lnTo>
                  <a:lnTo>
                    <a:pt x="1101732" y="110021"/>
                  </a:lnTo>
                  <a:lnTo>
                    <a:pt x="1111476" y="131402"/>
                  </a:lnTo>
                  <a:lnTo>
                    <a:pt x="1121220" y="93671"/>
                  </a:lnTo>
                  <a:lnTo>
                    <a:pt x="1130979" y="76520"/>
                  </a:lnTo>
                  <a:lnTo>
                    <a:pt x="1140723" y="53207"/>
                  </a:lnTo>
                  <a:lnTo>
                    <a:pt x="1150482" y="64466"/>
                  </a:lnTo>
                  <a:lnTo>
                    <a:pt x="1160226" y="63672"/>
                  </a:lnTo>
                  <a:lnTo>
                    <a:pt x="1169969" y="76137"/>
                  </a:lnTo>
                  <a:lnTo>
                    <a:pt x="1179728" y="116509"/>
                  </a:lnTo>
                  <a:lnTo>
                    <a:pt x="1189472" y="106890"/>
                  </a:lnTo>
                  <a:lnTo>
                    <a:pt x="1199231" y="110284"/>
                  </a:lnTo>
                  <a:lnTo>
                    <a:pt x="1208975" y="110230"/>
                  </a:lnTo>
                  <a:lnTo>
                    <a:pt x="1218719" y="75335"/>
                  </a:lnTo>
                  <a:lnTo>
                    <a:pt x="1228478" y="82080"/>
                  </a:lnTo>
                  <a:lnTo>
                    <a:pt x="1238222" y="95206"/>
                  </a:lnTo>
                  <a:lnTo>
                    <a:pt x="1247966" y="98178"/>
                  </a:lnTo>
                  <a:lnTo>
                    <a:pt x="1257725" y="114922"/>
                  </a:lnTo>
                  <a:lnTo>
                    <a:pt x="1267469" y="146046"/>
                  </a:lnTo>
                  <a:lnTo>
                    <a:pt x="1277227" y="155596"/>
                  </a:lnTo>
                  <a:lnTo>
                    <a:pt x="1286971" y="166863"/>
                  </a:lnTo>
                  <a:lnTo>
                    <a:pt x="1296715" y="191127"/>
                  </a:lnTo>
                  <a:lnTo>
                    <a:pt x="1306474" y="174719"/>
                  </a:lnTo>
                  <a:lnTo>
                    <a:pt x="1316218" y="162226"/>
                  </a:lnTo>
                  <a:lnTo>
                    <a:pt x="1325977" y="172028"/>
                  </a:lnTo>
                  <a:lnTo>
                    <a:pt x="1335721" y="170628"/>
                  </a:lnTo>
                  <a:lnTo>
                    <a:pt x="1345465" y="143172"/>
                  </a:lnTo>
                  <a:lnTo>
                    <a:pt x="1355224" y="142185"/>
                  </a:lnTo>
                  <a:lnTo>
                    <a:pt x="1364967" y="141403"/>
                  </a:lnTo>
                  <a:lnTo>
                    <a:pt x="1374726" y="140976"/>
                  </a:lnTo>
                  <a:lnTo>
                    <a:pt x="1384470" y="169160"/>
                  </a:lnTo>
                  <a:lnTo>
                    <a:pt x="1394214" y="139705"/>
                  </a:lnTo>
                  <a:lnTo>
                    <a:pt x="1403973" y="136801"/>
                  </a:lnTo>
                  <a:lnTo>
                    <a:pt x="1413717" y="85747"/>
                  </a:lnTo>
                  <a:lnTo>
                    <a:pt x="1423476" y="89628"/>
                  </a:lnTo>
                  <a:lnTo>
                    <a:pt x="1433220" y="44339"/>
                  </a:lnTo>
                  <a:lnTo>
                    <a:pt x="1442964" y="14404"/>
                  </a:lnTo>
                  <a:lnTo>
                    <a:pt x="1452722" y="0"/>
                  </a:lnTo>
                  <a:lnTo>
                    <a:pt x="1462466" y="7770"/>
                  </a:lnTo>
                  <a:lnTo>
                    <a:pt x="1472225" y="66078"/>
                  </a:lnTo>
                  <a:lnTo>
                    <a:pt x="1481969" y="69355"/>
                  </a:lnTo>
                  <a:lnTo>
                    <a:pt x="1491713" y="64456"/>
                  </a:lnTo>
                  <a:lnTo>
                    <a:pt x="1501472" y="72585"/>
                  </a:lnTo>
                  <a:lnTo>
                    <a:pt x="1511216" y="47242"/>
                  </a:lnTo>
                  <a:lnTo>
                    <a:pt x="1520960" y="68754"/>
                  </a:lnTo>
                  <a:lnTo>
                    <a:pt x="1530719" y="52938"/>
                  </a:lnTo>
                  <a:lnTo>
                    <a:pt x="1540463" y="66047"/>
                  </a:lnTo>
                  <a:lnTo>
                    <a:pt x="1550221" y="85326"/>
                  </a:lnTo>
                  <a:lnTo>
                    <a:pt x="1559965" y="101109"/>
                  </a:lnTo>
                  <a:lnTo>
                    <a:pt x="1569709" y="143278"/>
                  </a:lnTo>
                  <a:lnTo>
                    <a:pt x="1579468" y="104723"/>
                  </a:lnTo>
                  <a:lnTo>
                    <a:pt x="1589212" y="110784"/>
                  </a:lnTo>
                  <a:lnTo>
                    <a:pt x="1598971" y="121020"/>
                  </a:lnTo>
                  <a:lnTo>
                    <a:pt x="1608715" y="111872"/>
                  </a:lnTo>
                  <a:lnTo>
                    <a:pt x="1618459" y="139374"/>
                  </a:lnTo>
                  <a:lnTo>
                    <a:pt x="1628218" y="138774"/>
                  </a:lnTo>
                  <a:lnTo>
                    <a:pt x="1637962" y="159164"/>
                  </a:lnTo>
                  <a:lnTo>
                    <a:pt x="1647720" y="127556"/>
                  </a:lnTo>
                  <a:lnTo>
                    <a:pt x="1657464" y="109061"/>
                  </a:lnTo>
                  <a:lnTo>
                    <a:pt x="1667208" y="103129"/>
                  </a:lnTo>
                  <a:lnTo>
                    <a:pt x="1676967" y="70031"/>
                  </a:lnTo>
                  <a:lnTo>
                    <a:pt x="1686711" y="76649"/>
                  </a:lnTo>
                  <a:lnTo>
                    <a:pt x="1696470" y="107191"/>
                  </a:lnTo>
                  <a:lnTo>
                    <a:pt x="1706214" y="117681"/>
                  </a:lnTo>
                  <a:lnTo>
                    <a:pt x="1715958" y="102080"/>
                  </a:lnTo>
                  <a:lnTo>
                    <a:pt x="1725716" y="101537"/>
                  </a:lnTo>
                  <a:lnTo>
                    <a:pt x="1735460" y="94872"/>
                  </a:lnTo>
                  <a:lnTo>
                    <a:pt x="1745219" y="82771"/>
                  </a:lnTo>
                  <a:lnTo>
                    <a:pt x="1754963" y="77734"/>
                  </a:lnTo>
                  <a:lnTo>
                    <a:pt x="1764707" y="70119"/>
                  </a:lnTo>
                  <a:lnTo>
                    <a:pt x="1774466" y="59378"/>
                  </a:lnTo>
                  <a:lnTo>
                    <a:pt x="1784210" y="79811"/>
                  </a:lnTo>
                  <a:lnTo>
                    <a:pt x="1793969" y="48933"/>
                  </a:lnTo>
                  <a:lnTo>
                    <a:pt x="1803713" y="23712"/>
                  </a:lnTo>
                  <a:lnTo>
                    <a:pt x="1813457" y="27733"/>
                  </a:lnTo>
                  <a:lnTo>
                    <a:pt x="1823215" y="29698"/>
                  </a:lnTo>
                  <a:lnTo>
                    <a:pt x="1832959" y="50579"/>
                  </a:lnTo>
                  <a:lnTo>
                    <a:pt x="1842703" y="64504"/>
                  </a:lnTo>
                  <a:lnTo>
                    <a:pt x="1852462" y="75355"/>
                  </a:lnTo>
                  <a:lnTo>
                    <a:pt x="1862206" y="115470"/>
                  </a:lnTo>
                  <a:lnTo>
                    <a:pt x="1871965" y="96602"/>
                  </a:lnTo>
                  <a:lnTo>
                    <a:pt x="1881709" y="123755"/>
                  </a:lnTo>
                  <a:lnTo>
                    <a:pt x="1891453" y="124354"/>
                  </a:lnTo>
                  <a:lnTo>
                    <a:pt x="1901212" y="114064"/>
                  </a:lnTo>
                  <a:lnTo>
                    <a:pt x="1910956" y="138058"/>
                  </a:lnTo>
                  <a:lnTo>
                    <a:pt x="1920714" y="151950"/>
                  </a:lnTo>
                  <a:lnTo>
                    <a:pt x="1930458" y="129171"/>
                  </a:lnTo>
                  <a:lnTo>
                    <a:pt x="1940202" y="129888"/>
                  </a:lnTo>
                  <a:lnTo>
                    <a:pt x="1949961" y="155891"/>
                  </a:lnTo>
                  <a:lnTo>
                    <a:pt x="1959705" y="156059"/>
                  </a:lnTo>
                  <a:lnTo>
                    <a:pt x="1969464" y="151684"/>
                  </a:lnTo>
                  <a:lnTo>
                    <a:pt x="1979208" y="141198"/>
                  </a:lnTo>
                  <a:lnTo>
                    <a:pt x="1988952" y="158914"/>
                  </a:lnTo>
                  <a:lnTo>
                    <a:pt x="1998711" y="166124"/>
                  </a:lnTo>
                  <a:lnTo>
                    <a:pt x="2008454" y="141800"/>
                  </a:lnTo>
                  <a:lnTo>
                    <a:pt x="2018213" y="134054"/>
                  </a:lnTo>
                  <a:lnTo>
                    <a:pt x="2027957" y="123207"/>
                  </a:lnTo>
                  <a:lnTo>
                    <a:pt x="2037701" y="154669"/>
                  </a:lnTo>
                  <a:lnTo>
                    <a:pt x="2047460" y="155581"/>
                  </a:lnTo>
                  <a:lnTo>
                    <a:pt x="2057204" y="137625"/>
                  </a:lnTo>
                  <a:lnTo>
                    <a:pt x="2066963" y="134612"/>
                  </a:lnTo>
                  <a:lnTo>
                    <a:pt x="2076707" y="132629"/>
                  </a:lnTo>
                  <a:lnTo>
                    <a:pt x="2086451" y="127571"/>
                  </a:lnTo>
                  <a:lnTo>
                    <a:pt x="2096210" y="107906"/>
                  </a:lnTo>
                  <a:lnTo>
                    <a:pt x="2105954" y="157581"/>
                  </a:lnTo>
                  <a:lnTo>
                    <a:pt x="2115697" y="171657"/>
                  </a:lnTo>
                  <a:lnTo>
                    <a:pt x="2125456" y="173798"/>
                  </a:lnTo>
                  <a:lnTo>
                    <a:pt x="2135200" y="168785"/>
                  </a:lnTo>
                  <a:lnTo>
                    <a:pt x="2144959" y="169626"/>
                  </a:lnTo>
                  <a:lnTo>
                    <a:pt x="2154703" y="150320"/>
                  </a:lnTo>
                  <a:lnTo>
                    <a:pt x="2164447" y="135041"/>
                  </a:lnTo>
                  <a:lnTo>
                    <a:pt x="2174206" y="158457"/>
                  </a:lnTo>
                  <a:lnTo>
                    <a:pt x="2183950" y="190685"/>
                  </a:lnTo>
                  <a:lnTo>
                    <a:pt x="2193709" y="218784"/>
                  </a:lnTo>
                  <a:lnTo>
                    <a:pt x="2203452" y="204515"/>
                  </a:lnTo>
                  <a:lnTo>
                    <a:pt x="2213196" y="215748"/>
                  </a:lnTo>
                  <a:lnTo>
                    <a:pt x="2222955" y="221576"/>
                  </a:lnTo>
                  <a:lnTo>
                    <a:pt x="2232699" y="219680"/>
                  </a:lnTo>
                  <a:lnTo>
                    <a:pt x="2242458" y="206010"/>
                  </a:lnTo>
                  <a:lnTo>
                    <a:pt x="2252202" y="209347"/>
                  </a:lnTo>
                  <a:lnTo>
                    <a:pt x="2261946" y="223982"/>
                  </a:lnTo>
                  <a:lnTo>
                    <a:pt x="2271705" y="238150"/>
                  </a:lnTo>
                  <a:lnTo>
                    <a:pt x="2281449" y="228173"/>
                  </a:lnTo>
                  <a:lnTo>
                    <a:pt x="2291208" y="226706"/>
                  </a:lnTo>
                  <a:lnTo>
                    <a:pt x="2300951" y="220769"/>
                  </a:lnTo>
                  <a:lnTo>
                    <a:pt x="2310695" y="229200"/>
                  </a:lnTo>
                  <a:lnTo>
                    <a:pt x="2320454" y="204244"/>
                  </a:lnTo>
                  <a:lnTo>
                    <a:pt x="2330198" y="246292"/>
                  </a:lnTo>
                  <a:lnTo>
                    <a:pt x="2339957" y="259585"/>
                  </a:lnTo>
                  <a:lnTo>
                    <a:pt x="2349701" y="251952"/>
                  </a:lnTo>
                  <a:lnTo>
                    <a:pt x="2359445" y="278221"/>
                  </a:lnTo>
                  <a:lnTo>
                    <a:pt x="2369204" y="278033"/>
                  </a:lnTo>
                  <a:lnTo>
                    <a:pt x="2378948" y="275116"/>
                  </a:lnTo>
                  <a:lnTo>
                    <a:pt x="2388692" y="299407"/>
                  </a:lnTo>
                  <a:lnTo>
                    <a:pt x="2398450" y="295925"/>
                  </a:lnTo>
                  <a:lnTo>
                    <a:pt x="2408194" y="262119"/>
                  </a:lnTo>
                  <a:lnTo>
                    <a:pt x="2417953" y="236028"/>
                  </a:lnTo>
                  <a:lnTo>
                    <a:pt x="2427697" y="248289"/>
                  </a:lnTo>
                  <a:lnTo>
                    <a:pt x="2437441" y="229099"/>
                  </a:lnTo>
                  <a:lnTo>
                    <a:pt x="2447200" y="243758"/>
                  </a:lnTo>
                  <a:lnTo>
                    <a:pt x="2456944" y="233568"/>
                  </a:lnTo>
                  <a:lnTo>
                    <a:pt x="2466703" y="223920"/>
                  </a:lnTo>
                  <a:lnTo>
                    <a:pt x="2476446" y="215763"/>
                  </a:lnTo>
                  <a:lnTo>
                    <a:pt x="2486190" y="218996"/>
                  </a:lnTo>
                  <a:lnTo>
                    <a:pt x="2495949" y="213522"/>
                  </a:lnTo>
                  <a:lnTo>
                    <a:pt x="2505693" y="234306"/>
                  </a:lnTo>
                  <a:lnTo>
                    <a:pt x="2515452" y="254413"/>
                  </a:lnTo>
                  <a:lnTo>
                    <a:pt x="2525196" y="267553"/>
                  </a:lnTo>
                  <a:lnTo>
                    <a:pt x="2534940" y="232426"/>
                  </a:lnTo>
                  <a:lnTo>
                    <a:pt x="2544699" y="259227"/>
                  </a:lnTo>
                  <a:lnTo>
                    <a:pt x="2554443" y="262294"/>
                  </a:lnTo>
                  <a:lnTo>
                    <a:pt x="2564202" y="260054"/>
                  </a:lnTo>
                  <a:lnTo>
                    <a:pt x="2573946" y="287802"/>
                  </a:lnTo>
                  <a:lnTo>
                    <a:pt x="2583690" y="324682"/>
                  </a:lnTo>
                  <a:lnTo>
                    <a:pt x="2593448" y="313546"/>
                  </a:lnTo>
                  <a:lnTo>
                    <a:pt x="2603192" y="343909"/>
                  </a:lnTo>
                  <a:lnTo>
                    <a:pt x="2612951" y="352571"/>
                  </a:lnTo>
                  <a:lnTo>
                    <a:pt x="2622695" y="364729"/>
                  </a:lnTo>
                  <a:lnTo>
                    <a:pt x="2632439" y="356783"/>
                  </a:lnTo>
                  <a:lnTo>
                    <a:pt x="2642198" y="387885"/>
                  </a:lnTo>
                  <a:lnTo>
                    <a:pt x="2651942" y="398749"/>
                  </a:lnTo>
                  <a:lnTo>
                    <a:pt x="2661685" y="385562"/>
                  </a:lnTo>
                  <a:lnTo>
                    <a:pt x="2671444" y="350223"/>
                  </a:lnTo>
                  <a:lnTo>
                    <a:pt x="2681188" y="332411"/>
                  </a:lnTo>
                  <a:lnTo>
                    <a:pt x="2690947" y="352079"/>
                  </a:lnTo>
                  <a:lnTo>
                    <a:pt x="2700691" y="333533"/>
                  </a:lnTo>
                  <a:lnTo>
                    <a:pt x="2710435" y="337907"/>
                  </a:lnTo>
                  <a:lnTo>
                    <a:pt x="2720194" y="307104"/>
                  </a:lnTo>
                  <a:lnTo>
                    <a:pt x="2729938" y="299137"/>
                  </a:lnTo>
                  <a:lnTo>
                    <a:pt x="2739697" y="275275"/>
                  </a:lnTo>
                  <a:lnTo>
                    <a:pt x="2749441" y="298546"/>
                  </a:lnTo>
                  <a:lnTo>
                    <a:pt x="2759185" y="278551"/>
                  </a:lnTo>
                  <a:lnTo>
                    <a:pt x="2768943" y="286513"/>
                  </a:lnTo>
                  <a:lnTo>
                    <a:pt x="2778687" y="267070"/>
                  </a:lnTo>
                  <a:lnTo>
                    <a:pt x="2788446" y="252404"/>
                  </a:lnTo>
                  <a:lnTo>
                    <a:pt x="2798190" y="251325"/>
                  </a:lnTo>
                  <a:lnTo>
                    <a:pt x="2807934" y="230457"/>
                  </a:lnTo>
                  <a:lnTo>
                    <a:pt x="2817693" y="223452"/>
                  </a:lnTo>
                  <a:lnTo>
                    <a:pt x="2827437" y="218848"/>
                  </a:lnTo>
                  <a:lnTo>
                    <a:pt x="2837196" y="226445"/>
                  </a:lnTo>
                  <a:lnTo>
                    <a:pt x="2846940" y="243156"/>
                  </a:lnTo>
                  <a:lnTo>
                    <a:pt x="2856684" y="250172"/>
                  </a:lnTo>
                  <a:lnTo>
                    <a:pt x="2866442" y="251811"/>
                  </a:lnTo>
                  <a:lnTo>
                    <a:pt x="2876186" y="258695"/>
                  </a:lnTo>
                  <a:lnTo>
                    <a:pt x="2885945" y="271263"/>
                  </a:lnTo>
                  <a:lnTo>
                    <a:pt x="2895689" y="261605"/>
                  </a:lnTo>
                  <a:lnTo>
                    <a:pt x="2905433" y="259643"/>
                  </a:lnTo>
                  <a:lnTo>
                    <a:pt x="2915192" y="25296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7" name="Freeform 1216">
              <a:extLst>
                <a:ext uri="{FF2B5EF4-FFF2-40B4-BE49-F238E27FC236}">
                  <a16:creationId xmlns:a16="http://schemas.microsoft.com/office/drawing/2014/main" id="{9B554B1A-6D40-4553-3769-57BF88467388}"/>
                </a:ext>
              </a:extLst>
            </p:cNvPr>
            <p:cNvSpPr/>
            <p:nvPr/>
          </p:nvSpPr>
          <p:spPr>
            <a:xfrm>
              <a:off x="4426652" y="3428486"/>
              <a:ext cx="2915191" cy="451963"/>
            </a:xfrm>
            <a:custGeom>
              <a:avLst/>
              <a:gdLst>
                <a:gd name="connsiteX0" fmla="*/ 0 w 2915191"/>
                <a:gd name="connsiteY0" fmla="*/ 35896 h 451963"/>
                <a:gd name="connsiteX1" fmla="*/ 9750 w 2915191"/>
                <a:gd name="connsiteY1" fmla="*/ 49415 h 451963"/>
                <a:gd name="connsiteX2" fmla="*/ 19500 w 2915191"/>
                <a:gd name="connsiteY2" fmla="*/ 55335 h 451963"/>
                <a:gd name="connsiteX3" fmla="*/ 29250 w 2915191"/>
                <a:gd name="connsiteY3" fmla="*/ 48985 h 451963"/>
                <a:gd name="connsiteX4" fmla="*/ 39000 w 2915191"/>
                <a:gd name="connsiteY4" fmla="*/ 0 h 451963"/>
                <a:gd name="connsiteX5" fmla="*/ 48749 w 2915191"/>
                <a:gd name="connsiteY5" fmla="*/ 22134 h 451963"/>
                <a:gd name="connsiteX6" fmla="*/ 58499 w 2915191"/>
                <a:gd name="connsiteY6" fmla="*/ 37730 h 451963"/>
                <a:gd name="connsiteX7" fmla="*/ 68249 w 2915191"/>
                <a:gd name="connsiteY7" fmla="*/ 14030 h 451963"/>
                <a:gd name="connsiteX8" fmla="*/ 77998 w 2915191"/>
                <a:gd name="connsiteY8" fmla="*/ 20914 h 451963"/>
                <a:gd name="connsiteX9" fmla="*/ 87748 w 2915191"/>
                <a:gd name="connsiteY9" fmla="*/ 36456 h 451963"/>
                <a:gd name="connsiteX10" fmla="*/ 97497 w 2915191"/>
                <a:gd name="connsiteY10" fmla="*/ 54201 h 451963"/>
                <a:gd name="connsiteX11" fmla="*/ 107247 w 2915191"/>
                <a:gd name="connsiteY11" fmla="*/ 86812 h 451963"/>
                <a:gd name="connsiteX12" fmla="*/ 116997 w 2915191"/>
                <a:gd name="connsiteY12" fmla="*/ 107650 h 451963"/>
                <a:gd name="connsiteX13" fmla="*/ 126747 w 2915191"/>
                <a:gd name="connsiteY13" fmla="*/ 112784 h 451963"/>
                <a:gd name="connsiteX14" fmla="*/ 136497 w 2915191"/>
                <a:gd name="connsiteY14" fmla="*/ 119476 h 451963"/>
                <a:gd name="connsiteX15" fmla="*/ 146247 w 2915191"/>
                <a:gd name="connsiteY15" fmla="*/ 140858 h 451963"/>
                <a:gd name="connsiteX16" fmla="*/ 155997 w 2915191"/>
                <a:gd name="connsiteY16" fmla="*/ 143178 h 451963"/>
                <a:gd name="connsiteX17" fmla="*/ 165747 w 2915191"/>
                <a:gd name="connsiteY17" fmla="*/ 121707 h 451963"/>
                <a:gd name="connsiteX18" fmla="*/ 175497 w 2915191"/>
                <a:gd name="connsiteY18" fmla="*/ 119691 h 451963"/>
                <a:gd name="connsiteX19" fmla="*/ 185247 w 2915191"/>
                <a:gd name="connsiteY19" fmla="*/ 124642 h 451963"/>
                <a:gd name="connsiteX20" fmla="*/ 194996 w 2915191"/>
                <a:gd name="connsiteY20" fmla="*/ 109591 h 451963"/>
                <a:gd name="connsiteX21" fmla="*/ 204746 w 2915191"/>
                <a:gd name="connsiteY21" fmla="*/ 83938 h 451963"/>
                <a:gd name="connsiteX22" fmla="*/ 214495 w 2915191"/>
                <a:gd name="connsiteY22" fmla="*/ 67822 h 451963"/>
                <a:gd name="connsiteX23" fmla="*/ 224245 w 2915191"/>
                <a:gd name="connsiteY23" fmla="*/ 78920 h 451963"/>
                <a:gd name="connsiteX24" fmla="*/ 233995 w 2915191"/>
                <a:gd name="connsiteY24" fmla="*/ 67950 h 451963"/>
                <a:gd name="connsiteX25" fmla="*/ 243744 w 2915191"/>
                <a:gd name="connsiteY25" fmla="*/ 48183 h 451963"/>
                <a:gd name="connsiteX26" fmla="*/ 253494 w 2915191"/>
                <a:gd name="connsiteY26" fmla="*/ 51039 h 451963"/>
                <a:gd name="connsiteX27" fmla="*/ 263244 w 2915191"/>
                <a:gd name="connsiteY27" fmla="*/ 88194 h 451963"/>
                <a:gd name="connsiteX28" fmla="*/ 272994 w 2915191"/>
                <a:gd name="connsiteY28" fmla="*/ 74389 h 451963"/>
                <a:gd name="connsiteX29" fmla="*/ 282744 w 2915191"/>
                <a:gd name="connsiteY29" fmla="*/ 84713 h 451963"/>
                <a:gd name="connsiteX30" fmla="*/ 292494 w 2915191"/>
                <a:gd name="connsiteY30" fmla="*/ 99293 h 451963"/>
                <a:gd name="connsiteX31" fmla="*/ 302244 w 2915191"/>
                <a:gd name="connsiteY31" fmla="*/ 102158 h 451963"/>
                <a:gd name="connsiteX32" fmla="*/ 311994 w 2915191"/>
                <a:gd name="connsiteY32" fmla="*/ 138709 h 451963"/>
                <a:gd name="connsiteX33" fmla="*/ 321744 w 2915191"/>
                <a:gd name="connsiteY33" fmla="*/ 139340 h 451963"/>
                <a:gd name="connsiteX34" fmla="*/ 331493 w 2915191"/>
                <a:gd name="connsiteY34" fmla="*/ 126285 h 451963"/>
                <a:gd name="connsiteX35" fmla="*/ 341243 w 2915191"/>
                <a:gd name="connsiteY35" fmla="*/ 109624 h 451963"/>
                <a:gd name="connsiteX36" fmla="*/ 350993 w 2915191"/>
                <a:gd name="connsiteY36" fmla="*/ 132303 h 451963"/>
                <a:gd name="connsiteX37" fmla="*/ 360742 w 2915191"/>
                <a:gd name="connsiteY37" fmla="*/ 146995 h 451963"/>
                <a:gd name="connsiteX38" fmla="*/ 370492 w 2915191"/>
                <a:gd name="connsiteY38" fmla="*/ 193800 h 451963"/>
                <a:gd name="connsiteX39" fmla="*/ 380241 w 2915191"/>
                <a:gd name="connsiteY39" fmla="*/ 188642 h 451963"/>
                <a:gd name="connsiteX40" fmla="*/ 389991 w 2915191"/>
                <a:gd name="connsiteY40" fmla="*/ 216546 h 451963"/>
                <a:gd name="connsiteX41" fmla="*/ 399741 w 2915191"/>
                <a:gd name="connsiteY41" fmla="*/ 234844 h 451963"/>
                <a:gd name="connsiteX42" fmla="*/ 409491 w 2915191"/>
                <a:gd name="connsiteY42" fmla="*/ 246070 h 451963"/>
                <a:gd name="connsiteX43" fmla="*/ 419241 w 2915191"/>
                <a:gd name="connsiteY43" fmla="*/ 258435 h 451963"/>
                <a:gd name="connsiteX44" fmla="*/ 428991 w 2915191"/>
                <a:gd name="connsiteY44" fmla="*/ 284855 h 451963"/>
                <a:gd name="connsiteX45" fmla="*/ 438741 w 2915191"/>
                <a:gd name="connsiteY45" fmla="*/ 298599 h 451963"/>
                <a:gd name="connsiteX46" fmla="*/ 448491 w 2915191"/>
                <a:gd name="connsiteY46" fmla="*/ 292416 h 451963"/>
                <a:gd name="connsiteX47" fmla="*/ 458241 w 2915191"/>
                <a:gd name="connsiteY47" fmla="*/ 322250 h 451963"/>
                <a:gd name="connsiteX48" fmla="*/ 467991 w 2915191"/>
                <a:gd name="connsiteY48" fmla="*/ 322433 h 451963"/>
                <a:gd name="connsiteX49" fmla="*/ 477740 w 2915191"/>
                <a:gd name="connsiteY49" fmla="*/ 324553 h 451963"/>
                <a:gd name="connsiteX50" fmla="*/ 487490 w 2915191"/>
                <a:gd name="connsiteY50" fmla="*/ 313974 h 451963"/>
                <a:gd name="connsiteX51" fmla="*/ 497239 w 2915191"/>
                <a:gd name="connsiteY51" fmla="*/ 310577 h 451963"/>
                <a:gd name="connsiteX52" fmla="*/ 506989 w 2915191"/>
                <a:gd name="connsiteY52" fmla="*/ 329649 h 451963"/>
                <a:gd name="connsiteX53" fmla="*/ 516738 w 2915191"/>
                <a:gd name="connsiteY53" fmla="*/ 295214 h 451963"/>
                <a:gd name="connsiteX54" fmla="*/ 526488 w 2915191"/>
                <a:gd name="connsiteY54" fmla="*/ 310741 h 451963"/>
                <a:gd name="connsiteX55" fmla="*/ 536238 w 2915191"/>
                <a:gd name="connsiteY55" fmla="*/ 320158 h 451963"/>
                <a:gd name="connsiteX56" fmla="*/ 545988 w 2915191"/>
                <a:gd name="connsiteY56" fmla="*/ 321855 h 451963"/>
                <a:gd name="connsiteX57" fmla="*/ 555738 w 2915191"/>
                <a:gd name="connsiteY57" fmla="*/ 311395 h 451963"/>
                <a:gd name="connsiteX58" fmla="*/ 565488 w 2915191"/>
                <a:gd name="connsiteY58" fmla="*/ 312004 h 451963"/>
                <a:gd name="connsiteX59" fmla="*/ 575238 w 2915191"/>
                <a:gd name="connsiteY59" fmla="*/ 330808 h 451963"/>
                <a:gd name="connsiteX60" fmla="*/ 584988 w 2915191"/>
                <a:gd name="connsiteY60" fmla="*/ 303596 h 451963"/>
                <a:gd name="connsiteX61" fmla="*/ 594738 w 2915191"/>
                <a:gd name="connsiteY61" fmla="*/ 374067 h 451963"/>
                <a:gd name="connsiteX62" fmla="*/ 604488 w 2915191"/>
                <a:gd name="connsiteY62" fmla="*/ 394255 h 451963"/>
                <a:gd name="connsiteX63" fmla="*/ 614237 w 2915191"/>
                <a:gd name="connsiteY63" fmla="*/ 391135 h 451963"/>
                <a:gd name="connsiteX64" fmla="*/ 623987 w 2915191"/>
                <a:gd name="connsiteY64" fmla="*/ 412237 h 451963"/>
                <a:gd name="connsiteX65" fmla="*/ 633736 w 2915191"/>
                <a:gd name="connsiteY65" fmla="*/ 383437 h 451963"/>
                <a:gd name="connsiteX66" fmla="*/ 643486 w 2915191"/>
                <a:gd name="connsiteY66" fmla="*/ 391828 h 451963"/>
                <a:gd name="connsiteX67" fmla="*/ 653236 w 2915191"/>
                <a:gd name="connsiteY67" fmla="*/ 388589 h 451963"/>
                <a:gd name="connsiteX68" fmla="*/ 662985 w 2915191"/>
                <a:gd name="connsiteY68" fmla="*/ 406543 h 451963"/>
                <a:gd name="connsiteX69" fmla="*/ 672735 w 2915191"/>
                <a:gd name="connsiteY69" fmla="*/ 414981 h 451963"/>
                <a:gd name="connsiteX70" fmla="*/ 682485 w 2915191"/>
                <a:gd name="connsiteY70" fmla="*/ 432292 h 451963"/>
                <a:gd name="connsiteX71" fmla="*/ 692235 w 2915191"/>
                <a:gd name="connsiteY71" fmla="*/ 412371 h 451963"/>
                <a:gd name="connsiteX72" fmla="*/ 701985 w 2915191"/>
                <a:gd name="connsiteY72" fmla="*/ 382978 h 451963"/>
                <a:gd name="connsiteX73" fmla="*/ 711735 w 2915191"/>
                <a:gd name="connsiteY73" fmla="*/ 368882 h 451963"/>
                <a:gd name="connsiteX74" fmla="*/ 721485 w 2915191"/>
                <a:gd name="connsiteY74" fmla="*/ 335807 h 451963"/>
                <a:gd name="connsiteX75" fmla="*/ 731235 w 2915191"/>
                <a:gd name="connsiteY75" fmla="*/ 373248 h 451963"/>
                <a:gd name="connsiteX76" fmla="*/ 740985 w 2915191"/>
                <a:gd name="connsiteY76" fmla="*/ 352990 h 451963"/>
                <a:gd name="connsiteX77" fmla="*/ 750734 w 2915191"/>
                <a:gd name="connsiteY77" fmla="*/ 369314 h 451963"/>
                <a:gd name="connsiteX78" fmla="*/ 760484 w 2915191"/>
                <a:gd name="connsiteY78" fmla="*/ 375706 h 451963"/>
                <a:gd name="connsiteX79" fmla="*/ 770233 w 2915191"/>
                <a:gd name="connsiteY79" fmla="*/ 383391 h 451963"/>
                <a:gd name="connsiteX80" fmla="*/ 779983 w 2915191"/>
                <a:gd name="connsiteY80" fmla="*/ 348146 h 451963"/>
                <a:gd name="connsiteX81" fmla="*/ 789733 w 2915191"/>
                <a:gd name="connsiteY81" fmla="*/ 342051 h 451963"/>
                <a:gd name="connsiteX82" fmla="*/ 799482 w 2915191"/>
                <a:gd name="connsiteY82" fmla="*/ 348980 h 451963"/>
                <a:gd name="connsiteX83" fmla="*/ 809232 w 2915191"/>
                <a:gd name="connsiteY83" fmla="*/ 334805 h 451963"/>
                <a:gd name="connsiteX84" fmla="*/ 818982 w 2915191"/>
                <a:gd name="connsiteY84" fmla="*/ 313206 h 451963"/>
                <a:gd name="connsiteX85" fmla="*/ 828732 w 2915191"/>
                <a:gd name="connsiteY85" fmla="*/ 315552 h 451963"/>
                <a:gd name="connsiteX86" fmla="*/ 838482 w 2915191"/>
                <a:gd name="connsiteY86" fmla="*/ 295472 h 451963"/>
                <a:gd name="connsiteX87" fmla="*/ 848232 w 2915191"/>
                <a:gd name="connsiteY87" fmla="*/ 296648 h 451963"/>
                <a:gd name="connsiteX88" fmla="*/ 857982 w 2915191"/>
                <a:gd name="connsiteY88" fmla="*/ 319631 h 451963"/>
                <a:gd name="connsiteX89" fmla="*/ 867732 w 2915191"/>
                <a:gd name="connsiteY89" fmla="*/ 327357 h 451963"/>
                <a:gd name="connsiteX90" fmla="*/ 877482 w 2915191"/>
                <a:gd name="connsiteY90" fmla="*/ 341002 h 451963"/>
                <a:gd name="connsiteX91" fmla="*/ 887231 w 2915191"/>
                <a:gd name="connsiteY91" fmla="*/ 336015 h 451963"/>
                <a:gd name="connsiteX92" fmla="*/ 896981 w 2915191"/>
                <a:gd name="connsiteY92" fmla="*/ 328211 h 451963"/>
                <a:gd name="connsiteX93" fmla="*/ 906730 w 2915191"/>
                <a:gd name="connsiteY93" fmla="*/ 352036 h 451963"/>
                <a:gd name="connsiteX94" fmla="*/ 916480 w 2915191"/>
                <a:gd name="connsiteY94" fmla="*/ 357434 h 451963"/>
                <a:gd name="connsiteX95" fmla="*/ 926230 w 2915191"/>
                <a:gd name="connsiteY95" fmla="*/ 370156 h 451963"/>
                <a:gd name="connsiteX96" fmla="*/ 935979 w 2915191"/>
                <a:gd name="connsiteY96" fmla="*/ 367021 h 451963"/>
                <a:gd name="connsiteX97" fmla="*/ 945729 w 2915191"/>
                <a:gd name="connsiteY97" fmla="*/ 361028 h 451963"/>
                <a:gd name="connsiteX98" fmla="*/ 955479 w 2915191"/>
                <a:gd name="connsiteY98" fmla="*/ 348736 h 451963"/>
                <a:gd name="connsiteX99" fmla="*/ 965229 w 2915191"/>
                <a:gd name="connsiteY99" fmla="*/ 362079 h 451963"/>
                <a:gd name="connsiteX100" fmla="*/ 974979 w 2915191"/>
                <a:gd name="connsiteY100" fmla="*/ 356714 h 451963"/>
                <a:gd name="connsiteX101" fmla="*/ 984729 w 2915191"/>
                <a:gd name="connsiteY101" fmla="*/ 354988 h 451963"/>
                <a:gd name="connsiteX102" fmla="*/ 994474 w 2915191"/>
                <a:gd name="connsiteY102" fmla="*/ 351519 h 451963"/>
                <a:gd name="connsiteX103" fmla="*/ 1004233 w 2915191"/>
                <a:gd name="connsiteY103" fmla="*/ 389894 h 451963"/>
                <a:gd name="connsiteX104" fmla="*/ 1013977 w 2915191"/>
                <a:gd name="connsiteY104" fmla="*/ 394760 h 451963"/>
                <a:gd name="connsiteX105" fmla="*/ 1023721 w 2915191"/>
                <a:gd name="connsiteY105" fmla="*/ 367762 h 451963"/>
                <a:gd name="connsiteX106" fmla="*/ 1033480 w 2915191"/>
                <a:gd name="connsiteY106" fmla="*/ 330412 h 451963"/>
                <a:gd name="connsiteX107" fmla="*/ 1043224 w 2915191"/>
                <a:gd name="connsiteY107" fmla="*/ 354578 h 451963"/>
                <a:gd name="connsiteX108" fmla="*/ 1052983 w 2915191"/>
                <a:gd name="connsiteY108" fmla="*/ 351784 h 451963"/>
                <a:gd name="connsiteX109" fmla="*/ 1062727 w 2915191"/>
                <a:gd name="connsiteY109" fmla="*/ 343696 h 451963"/>
                <a:gd name="connsiteX110" fmla="*/ 1072471 w 2915191"/>
                <a:gd name="connsiteY110" fmla="*/ 319468 h 451963"/>
                <a:gd name="connsiteX111" fmla="*/ 1082230 w 2915191"/>
                <a:gd name="connsiteY111" fmla="*/ 323224 h 451963"/>
                <a:gd name="connsiteX112" fmla="*/ 1091973 w 2915191"/>
                <a:gd name="connsiteY112" fmla="*/ 340433 h 451963"/>
                <a:gd name="connsiteX113" fmla="*/ 1101732 w 2915191"/>
                <a:gd name="connsiteY113" fmla="*/ 310991 h 451963"/>
                <a:gd name="connsiteX114" fmla="*/ 1111476 w 2915191"/>
                <a:gd name="connsiteY114" fmla="*/ 301028 h 451963"/>
                <a:gd name="connsiteX115" fmla="*/ 1121220 w 2915191"/>
                <a:gd name="connsiteY115" fmla="*/ 299022 h 451963"/>
                <a:gd name="connsiteX116" fmla="*/ 1130979 w 2915191"/>
                <a:gd name="connsiteY116" fmla="*/ 305694 h 451963"/>
                <a:gd name="connsiteX117" fmla="*/ 1140723 w 2915191"/>
                <a:gd name="connsiteY117" fmla="*/ 310340 h 451963"/>
                <a:gd name="connsiteX118" fmla="*/ 1150482 w 2915191"/>
                <a:gd name="connsiteY118" fmla="*/ 309482 h 451963"/>
                <a:gd name="connsiteX119" fmla="*/ 1160226 w 2915191"/>
                <a:gd name="connsiteY119" fmla="*/ 362962 h 451963"/>
                <a:gd name="connsiteX120" fmla="*/ 1169969 w 2915191"/>
                <a:gd name="connsiteY120" fmla="*/ 384850 h 451963"/>
                <a:gd name="connsiteX121" fmla="*/ 1179728 w 2915191"/>
                <a:gd name="connsiteY121" fmla="*/ 413161 h 451963"/>
                <a:gd name="connsiteX122" fmla="*/ 1189472 w 2915191"/>
                <a:gd name="connsiteY122" fmla="*/ 428559 h 451963"/>
                <a:gd name="connsiteX123" fmla="*/ 1199231 w 2915191"/>
                <a:gd name="connsiteY123" fmla="*/ 451964 h 451963"/>
                <a:gd name="connsiteX124" fmla="*/ 1208975 w 2915191"/>
                <a:gd name="connsiteY124" fmla="*/ 424009 h 451963"/>
                <a:gd name="connsiteX125" fmla="*/ 1218719 w 2915191"/>
                <a:gd name="connsiteY125" fmla="*/ 429427 h 451963"/>
                <a:gd name="connsiteX126" fmla="*/ 1228478 w 2915191"/>
                <a:gd name="connsiteY126" fmla="*/ 434719 h 451963"/>
                <a:gd name="connsiteX127" fmla="*/ 1238222 w 2915191"/>
                <a:gd name="connsiteY127" fmla="*/ 418107 h 451963"/>
                <a:gd name="connsiteX128" fmla="*/ 1247966 w 2915191"/>
                <a:gd name="connsiteY128" fmla="*/ 426617 h 451963"/>
                <a:gd name="connsiteX129" fmla="*/ 1257725 w 2915191"/>
                <a:gd name="connsiteY129" fmla="*/ 431960 h 451963"/>
                <a:gd name="connsiteX130" fmla="*/ 1267469 w 2915191"/>
                <a:gd name="connsiteY130" fmla="*/ 422428 h 451963"/>
                <a:gd name="connsiteX131" fmla="*/ 1277227 w 2915191"/>
                <a:gd name="connsiteY131" fmla="*/ 439861 h 451963"/>
                <a:gd name="connsiteX132" fmla="*/ 1286971 w 2915191"/>
                <a:gd name="connsiteY132" fmla="*/ 406371 h 451963"/>
                <a:gd name="connsiteX133" fmla="*/ 1296715 w 2915191"/>
                <a:gd name="connsiteY133" fmla="*/ 405558 h 451963"/>
                <a:gd name="connsiteX134" fmla="*/ 1306474 w 2915191"/>
                <a:gd name="connsiteY134" fmla="*/ 395435 h 451963"/>
                <a:gd name="connsiteX135" fmla="*/ 1316218 w 2915191"/>
                <a:gd name="connsiteY135" fmla="*/ 409616 h 451963"/>
                <a:gd name="connsiteX136" fmla="*/ 1325977 w 2915191"/>
                <a:gd name="connsiteY136" fmla="*/ 368879 h 451963"/>
                <a:gd name="connsiteX137" fmla="*/ 1335721 w 2915191"/>
                <a:gd name="connsiteY137" fmla="*/ 334114 h 451963"/>
                <a:gd name="connsiteX138" fmla="*/ 1345465 w 2915191"/>
                <a:gd name="connsiteY138" fmla="*/ 330726 h 451963"/>
                <a:gd name="connsiteX139" fmla="*/ 1355224 w 2915191"/>
                <a:gd name="connsiteY139" fmla="*/ 311913 h 451963"/>
                <a:gd name="connsiteX140" fmla="*/ 1364967 w 2915191"/>
                <a:gd name="connsiteY140" fmla="*/ 291481 h 451963"/>
                <a:gd name="connsiteX141" fmla="*/ 1374726 w 2915191"/>
                <a:gd name="connsiteY141" fmla="*/ 263378 h 451963"/>
                <a:gd name="connsiteX142" fmla="*/ 1384470 w 2915191"/>
                <a:gd name="connsiteY142" fmla="*/ 288704 h 451963"/>
                <a:gd name="connsiteX143" fmla="*/ 1394214 w 2915191"/>
                <a:gd name="connsiteY143" fmla="*/ 290214 h 451963"/>
                <a:gd name="connsiteX144" fmla="*/ 1403973 w 2915191"/>
                <a:gd name="connsiteY144" fmla="*/ 285488 h 451963"/>
                <a:gd name="connsiteX145" fmla="*/ 1413717 w 2915191"/>
                <a:gd name="connsiteY145" fmla="*/ 290554 h 451963"/>
                <a:gd name="connsiteX146" fmla="*/ 1423476 w 2915191"/>
                <a:gd name="connsiteY146" fmla="*/ 275841 h 451963"/>
                <a:gd name="connsiteX147" fmla="*/ 1433220 w 2915191"/>
                <a:gd name="connsiteY147" fmla="*/ 305164 h 451963"/>
                <a:gd name="connsiteX148" fmla="*/ 1442964 w 2915191"/>
                <a:gd name="connsiteY148" fmla="*/ 329324 h 451963"/>
                <a:gd name="connsiteX149" fmla="*/ 1452722 w 2915191"/>
                <a:gd name="connsiteY149" fmla="*/ 338046 h 451963"/>
                <a:gd name="connsiteX150" fmla="*/ 1462466 w 2915191"/>
                <a:gd name="connsiteY150" fmla="*/ 338246 h 451963"/>
                <a:gd name="connsiteX151" fmla="*/ 1472225 w 2915191"/>
                <a:gd name="connsiteY151" fmla="*/ 339165 h 451963"/>
                <a:gd name="connsiteX152" fmla="*/ 1481969 w 2915191"/>
                <a:gd name="connsiteY152" fmla="*/ 290558 h 451963"/>
                <a:gd name="connsiteX153" fmla="*/ 1491713 w 2915191"/>
                <a:gd name="connsiteY153" fmla="*/ 276522 h 451963"/>
                <a:gd name="connsiteX154" fmla="*/ 1501472 w 2915191"/>
                <a:gd name="connsiteY154" fmla="*/ 293784 h 451963"/>
                <a:gd name="connsiteX155" fmla="*/ 1511216 w 2915191"/>
                <a:gd name="connsiteY155" fmla="*/ 282406 h 451963"/>
                <a:gd name="connsiteX156" fmla="*/ 1520960 w 2915191"/>
                <a:gd name="connsiteY156" fmla="*/ 276778 h 451963"/>
                <a:gd name="connsiteX157" fmla="*/ 1530719 w 2915191"/>
                <a:gd name="connsiteY157" fmla="*/ 265764 h 451963"/>
                <a:gd name="connsiteX158" fmla="*/ 1540463 w 2915191"/>
                <a:gd name="connsiteY158" fmla="*/ 267514 h 451963"/>
                <a:gd name="connsiteX159" fmla="*/ 1550221 w 2915191"/>
                <a:gd name="connsiteY159" fmla="*/ 265765 h 451963"/>
                <a:gd name="connsiteX160" fmla="*/ 1559965 w 2915191"/>
                <a:gd name="connsiteY160" fmla="*/ 273100 h 451963"/>
                <a:gd name="connsiteX161" fmla="*/ 1569709 w 2915191"/>
                <a:gd name="connsiteY161" fmla="*/ 272654 h 451963"/>
                <a:gd name="connsiteX162" fmla="*/ 1579468 w 2915191"/>
                <a:gd name="connsiteY162" fmla="*/ 289009 h 451963"/>
                <a:gd name="connsiteX163" fmla="*/ 1589212 w 2915191"/>
                <a:gd name="connsiteY163" fmla="*/ 294252 h 451963"/>
                <a:gd name="connsiteX164" fmla="*/ 1598971 w 2915191"/>
                <a:gd name="connsiteY164" fmla="*/ 284508 h 451963"/>
                <a:gd name="connsiteX165" fmla="*/ 1608715 w 2915191"/>
                <a:gd name="connsiteY165" fmla="*/ 274082 h 451963"/>
                <a:gd name="connsiteX166" fmla="*/ 1618459 w 2915191"/>
                <a:gd name="connsiteY166" fmla="*/ 251258 h 451963"/>
                <a:gd name="connsiteX167" fmla="*/ 1628218 w 2915191"/>
                <a:gd name="connsiteY167" fmla="*/ 231250 h 451963"/>
                <a:gd name="connsiteX168" fmla="*/ 1637962 w 2915191"/>
                <a:gd name="connsiteY168" fmla="*/ 229701 h 451963"/>
                <a:gd name="connsiteX169" fmla="*/ 1647720 w 2915191"/>
                <a:gd name="connsiteY169" fmla="*/ 256978 h 451963"/>
                <a:gd name="connsiteX170" fmla="*/ 1657464 w 2915191"/>
                <a:gd name="connsiteY170" fmla="*/ 228610 h 451963"/>
                <a:gd name="connsiteX171" fmla="*/ 1667208 w 2915191"/>
                <a:gd name="connsiteY171" fmla="*/ 214842 h 451963"/>
                <a:gd name="connsiteX172" fmla="*/ 1676967 w 2915191"/>
                <a:gd name="connsiteY172" fmla="*/ 190597 h 451963"/>
                <a:gd name="connsiteX173" fmla="*/ 1686711 w 2915191"/>
                <a:gd name="connsiteY173" fmla="*/ 193868 h 451963"/>
                <a:gd name="connsiteX174" fmla="*/ 1696470 w 2915191"/>
                <a:gd name="connsiteY174" fmla="*/ 177897 h 451963"/>
                <a:gd name="connsiteX175" fmla="*/ 1706214 w 2915191"/>
                <a:gd name="connsiteY175" fmla="*/ 154224 h 451963"/>
                <a:gd name="connsiteX176" fmla="*/ 1715958 w 2915191"/>
                <a:gd name="connsiteY176" fmla="*/ 144916 h 451963"/>
                <a:gd name="connsiteX177" fmla="*/ 1725716 w 2915191"/>
                <a:gd name="connsiteY177" fmla="*/ 192884 h 451963"/>
                <a:gd name="connsiteX178" fmla="*/ 1735460 w 2915191"/>
                <a:gd name="connsiteY178" fmla="*/ 153996 h 451963"/>
                <a:gd name="connsiteX179" fmla="*/ 1745219 w 2915191"/>
                <a:gd name="connsiteY179" fmla="*/ 152221 h 451963"/>
                <a:gd name="connsiteX180" fmla="*/ 1754963 w 2915191"/>
                <a:gd name="connsiteY180" fmla="*/ 139276 h 451963"/>
                <a:gd name="connsiteX181" fmla="*/ 1764707 w 2915191"/>
                <a:gd name="connsiteY181" fmla="*/ 124535 h 451963"/>
                <a:gd name="connsiteX182" fmla="*/ 1774466 w 2915191"/>
                <a:gd name="connsiteY182" fmla="*/ 166068 h 451963"/>
                <a:gd name="connsiteX183" fmla="*/ 1784210 w 2915191"/>
                <a:gd name="connsiteY183" fmla="*/ 202185 h 451963"/>
                <a:gd name="connsiteX184" fmla="*/ 1793969 w 2915191"/>
                <a:gd name="connsiteY184" fmla="*/ 214559 h 451963"/>
                <a:gd name="connsiteX185" fmla="*/ 1803713 w 2915191"/>
                <a:gd name="connsiteY185" fmla="*/ 229271 h 451963"/>
                <a:gd name="connsiteX186" fmla="*/ 1813457 w 2915191"/>
                <a:gd name="connsiteY186" fmla="*/ 208910 h 451963"/>
                <a:gd name="connsiteX187" fmla="*/ 1823215 w 2915191"/>
                <a:gd name="connsiteY187" fmla="*/ 227022 h 451963"/>
                <a:gd name="connsiteX188" fmla="*/ 1832959 w 2915191"/>
                <a:gd name="connsiteY188" fmla="*/ 203231 h 451963"/>
                <a:gd name="connsiteX189" fmla="*/ 1842703 w 2915191"/>
                <a:gd name="connsiteY189" fmla="*/ 222829 h 451963"/>
                <a:gd name="connsiteX190" fmla="*/ 1852462 w 2915191"/>
                <a:gd name="connsiteY190" fmla="*/ 246125 h 451963"/>
                <a:gd name="connsiteX191" fmla="*/ 1862206 w 2915191"/>
                <a:gd name="connsiteY191" fmla="*/ 263588 h 451963"/>
                <a:gd name="connsiteX192" fmla="*/ 1871965 w 2915191"/>
                <a:gd name="connsiteY192" fmla="*/ 301590 h 451963"/>
                <a:gd name="connsiteX193" fmla="*/ 1881709 w 2915191"/>
                <a:gd name="connsiteY193" fmla="*/ 308090 h 451963"/>
                <a:gd name="connsiteX194" fmla="*/ 1891453 w 2915191"/>
                <a:gd name="connsiteY194" fmla="*/ 321305 h 451963"/>
                <a:gd name="connsiteX195" fmla="*/ 1901212 w 2915191"/>
                <a:gd name="connsiteY195" fmla="*/ 313446 h 451963"/>
                <a:gd name="connsiteX196" fmla="*/ 1910956 w 2915191"/>
                <a:gd name="connsiteY196" fmla="*/ 313178 h 451963"/>
                <a:gd name="connsiteX197" fmla="*/ 1920714 w 2915191"/>
                <a:gd name="connsiteY197" fmla="*/ 311903 h 451963"/>
                <a:gd name="connsiteX198" fmla="*/ 1930458 w 2915191"/>
                <a:gd name="connsiteY198" fmla="*/ 316469 h 451963"/>
                <a:gd name="connsiteX199" fmla="*/ 1940202 w 2915191"/>
                <a:gd name="connsiteY199" fmla="*/ 302047 h 451963"/>
                <a:gd name="connsiteX200" fmla="*/ 1949961 w 2915191"/>
                <a:gd name="connsiteY200" fmla="*/ 310069 h 451963"/>
                <a:gd name="connsiteX201" fmla="*/ 1959705 w 2915191"/>
                <a:gd name="connsiteY201" fmla="*/ 307664 h 451963"/>
                <a:gd name="connsiteX202" fmla="*/ 1969464 w 2915191"/>
                <a:gd name="connsiteY202" fmla="*/ 306378 h 451963"/>
                <a:gd name="connsiteX203" fmla="*/ 1979208 w 2915191"/>
                <a:gd name="connsiteY203" fmla="*/ 298808 h 451963"/>
                <a:gd name="connsiteX204" fmla="*/ 1988952 w 2915191"/>
                <a:gd name="connsiteY204" fmla="*/ 303790 h 451963"/>
                <a:gd name="connsiteX205" fmla="*/ 1998711 w 2915191"/>
                <a:gd name="connsiteY205" fmla="*/ 310858 h 451963"/>
                <a:gd name="connsiteX206" fmla="*/ 2008454 w 2915191"/>
                <a:gd name="connsiteY206" fmla="*/ 331613 h 451963"/>
                <a:gd name="connsiteX207" fmla="*/ 2018213 w 2915191"/>
                <a:gd name="connsiteY207" fmla="*/ 346005 h 451963"/>
                <a:gd name="connsiteX208" fmla="*/ 2027957 w 2915191"/>
                <a:gd name="connsiteY208" fmla="*/ 330556 h 451963"/>
                <a:gd name="connsiteX209" fmla="*/ 2037701 w 2915191"/>
                <a:gd name="connsiteY209" fmla="*/ 337963 h 451963"/>
                <a:gd name="connsiteX210" fmla="*/ 2047460 w 2915191"/>
                <a:gd name="connsiteY210" fmla="*/ 354597 h 451963"/>
                <a:gd name="connsiteX211" fmla="*/ 2057204 w 2915191"/>
                <a:gd name="connsiteY211" fmla="*/ 368850 h 451963"/>
                <a:gd name="connsiteX212" fmla="*/ 2066963 w 2915191"/>
                <a:gd name="connsiteY212" fmla="*/ 394829 h 451963"/>
                <a:gd name="connsiteX213" fmla="*/ 2076707 w 2915191"/>
                <a:gd name="connsiteY213" fmla="*/ 410257 h 451963"/>
                <a:gd name="connsiteX214" fmla="*/ 2086451 w 2915191"/>
                <a:gd name="connsiteY214" fmla="*/ 394619 h 451963"/>
                <a:gd name="connsiteX215" fmla="*/ 2096210 w 2915191"/>
                <a:gd name="connsiteY215" fmla="*/ 414810 h 451963"/>
                <a:gd name="connsiteX216" fmla="*/ 2105954 w 2915191"/>
                <a:gd name="connsiteY216" fmla="*/ 407667 h 451963"/>
                <a:gd name="connsiteX217" fmla="*/ 2115697 w 2915191"/>
                <a:gd name="connsiteY217" fmla="*/ 354414 h 451963"/>
                <a:gd name="connsiteX218" fmla="*/ 2125456 w 2915191"/>
                <a:gd name="connsiteY218" fmla="*/ 334209 h 451963"/>
                <a:gd name="connsiteX219" fmla="*/ 2135200 w 2915191"/>
                <a:gd name="connsiteY219" fmla="*/ 308649 h 451963"/>
                <a:gd name="connsiteX220" fmla="*/ 2144959 w 2915191"/>
                <a:gd name="connsiteY220" fmla="*/ 297430 h 451963"/>
                <a:gd name="connsiteX221" fmla="*/ 2154703 w 2915191"/>
                <a:gd name="connsiteY221" fmla="*/ 301080 h 451963"/>
                <a:gd name="connsiteX222" fmla="*/ 2164447 w 2915191"/>
                <a:gd name="connsiteY222" fmla="*/ 313454 h 451963"/>
                <a:gd name="connsiteX223" fmla="*/ 2174206 w 2915191"/>
                <a:gd name="connsiteY223" fmla="*/ 323698 h 451963"/>
                <a:gd name="connsiteX224" fmla="*/ 2183950 w 2915191"/>
                <a:gd name="connsiteY224" fmla="*/ 299236 h 451963"/>
                <a:gd name="connsiteX225" fmla="*/ 2193709 w 2915191"/>
                <a:gd name="connsiteY225" fmla="*/ 352751 h 451963"/>
                <a:gd name="connsiteX226" fmla="*/ 2203452 w 2915191"/>
                <a:gd name="connsiteY226" fmla="*/ 363817 h 451963"/>
                <a:gd name="connsiteX227" fmla="*/ 2213196 w 2915191"/>
                <a:gd name="connsiteY227" fmla="*/ 385435 h 451963"/>
                <a:gd name="connsiteX228" fmla="*/ 2222955 w 2915191"/>
                <a:gd name="connsiteY228" fmla="*/ 369021 h 451963"/>
                <a:gd name="connsiteX229" fmla="*/ 2232699 w 2915191"/>
                <a:gd name="connsiteY229" fmla="*/ 349742 h 451963"/>
                <a:gd name="connsiteX230" fmla="*/ 2242458 w 2915191"/>
                <a:gd name="connsiteY230" fmla="*/ 363869 h 451963"/>
                <a:gd name="connsiteX231" fmla="*/ 2252202 w 2915191"/>
                <a:gd name="connsiteY231" fmla="*/ 339341 h 451963"/>
                <a:gd name="connsiteX232" fmla="*/ 2261946 w 2915191"/>
                <a:gd name="connsiteY232" fmla="*/ 357440 h 451963"/>
                <a:gd name="connsiteX233" fmla="*/ 2271705 w 2915191"/>
                <a:gd name="connsiteY233" fmla="*/ 363453 h 451963"/>
                <a:gd name="connsiteX234" fmla="*/ 2281449 w 2915191"/>
                <a:gd name="connsiteY234" fmla="*/ 368854 h 451963"/>
                <a:gd name="connsiteX235" fmla="*/ 2291208 w 2915191"/>
                <a:gd name="connsiteY235" fmla="*/ 370649 h 451963"/>
                <a:gd name="connsiteX236" fmla="*/ 2300951 w 2915191"/>
                <a:gd name="connsiteY236" fmla="*/ 389214 h 451963"/>
                <a:gd name="connsiteX237" fmla="*/ 2310695 w 2915191"/>
                <a:gd name="connsiteY237" fmla="*/ 384791 h 451963"/>
                <a:gd name="connsiteX238" fmla="*/ 2320454 w 2915191"/>
                <a:gd name="connsiteY238" fmla="*/ 389012 h 451963"/>
                <a:gd name="connsiteX239" fmla="*/ 2330198 w 2915191"/>
                <a:gd name="connsiteY239" fmla="*/ 413527 h 451963"/>
                <a:gd name="connsiteX240" fmla="*/ 2339957 w 2915191"/>
                <a:gd name="connsiteY240" fmla="*/ 405714 h 451963"/>
                <a:gd name="connsiteX241" fmla="*/ 2349701 w 2915191"/>
                <a:gd name="connsiteY241" fmla="*/ 380864 h 451963"/>
                <a:gd name="connsiteX242" fmla="*/ 2359445 w 2915191"/>
                <a:gd name="connsiteY242" fmla="*/ 365152 h 451963"/>
                <a:gd name="connsiteX243" fmla="*/ 2369204 w 2915191"/>
                <a:gd name="connsiteY243" fmla="*/ 393676 h 451963"/>
                <a:gd name="connsiteX244" fmla="*/ 2378948 w 2915191"/>
                <a:gd name="connsiteY244" fmla="*/ 361883 h 451963"/>
                <a:gd name="connsiteX245" fmla="*/ 2388692 w 2915191"/>
                <a:gd name="connsiteY245" fmla="*/ 353650 h 451963"/>
                <a:gd name="connsiteX246" fmla="*/ 2398450 w 2915191"/>
                <a:gd name="connsiteY246" fmla="*/ 343895 h 451963"/>
                <a:gd name="connsiteX247" fmla="*/ 2408194 w 2915191"/>
                <a:gd name="connsiteY247" fmla="*/ 353593 h 451963"/>
                <a:gd name="connsiteX248" fmla="*/ 2417953 w 2915191"/>
                <a:gd name="connsiteY248" fmla="*/ 350923 h 451963"/>
                <a:gd name="connsiteX249" fmla="*/ 2427697 w 2915191"/>
                <a:gd name="connsiteY249" fmla="*/ 341021 h 451963"/>
                <a:gd name="connsiteX250" fmla="*/ 2437441 w 2915191"/>
                <a:gd name="connsiteY250" fmla="*/ 335121 h 451963"/>
                <a:gd name="connsiteX251" fmla="*/ 2447200 w 2915191"/>
                <a:gd name="connsiteY251" fmla="*/ 333645 h 451963"/>
                <a:gd name="connsiteX252" fmla="*/ 2456944 w 2915191"/>
                <a:gd name="connsiteY252" fmla="*/ 354418 h 451963"/>
                <a:gd name="connsiteX253" fmla="*/ 2466703 w 2915191"/>
                <a:gd name="connsiteY253" fmla="*/ 352529 h 451963"/>
                <a:gd name="connsiteX254" fmla="*/ 2476446 w 2915191"/>
                <a:gd name="connsiteY254" fmla="*/ 360496 h 451963"/>
                <a:gd name="connsiteX255" fmla="*/ 2486190 w 2915191"/>
                <a:gd name="connsiteY255" fmla="*/ 364204 h 451963"/>
                <a:gd name="connsiteX256" fmla="*/ 2495949 w 2915191"/>
                <a:gd name="connsiteY256" fmla="*/ 384491 h 451963"/>
                <a:gd name="connsiteX257" fmla="*/ 2505693 w 2915191"/>
                <a:gd name="connsiteY257" fmla="*/ 412296 h 451963"/>
                <a:gd name="connsiteX258" fmla="*/ 2515452 w 2915191"/>
                <a:gd name="connsiteY258" fmla="*/ 380255 h 451963"/>
                <a:gd name="connsiteX259" fmla="*/ 2525196 w 2915191"/>
                <a:gd name="connsiteY259" fmla="*/ 377932 h 451963"/>
                <a:gd name="connsiteX260" fmla="*/ 2534940 w 2915191"/>
                <a:gd name="connsiteY260" fmla="*/ 352066 h 451963"/>
                <a:gd name="connsiteX261" fmla="*/ 2544699 w 2915191"/>
                <a:gd name="connsiteY261" fmla="*/ 351476 h 451963"/>
                <a:gd name="connsiteX262" fmla="*/ 2554443 w 2915191"/>
                <a:gd name="connsiteY262" fmla="*/ 338967 h 451963"/>
                <a:gd name="connsiteX263" fmla="*/ 2564202 w 2915191"/>
                <a:gd name="connsiteY263" fmla="*/ 335118 h 451963"/>
                <a:gd name="connsiteX264" fmla="*/ 2573946 w 2915191"/>
                <a:gd name="connsiteY264" fmla="*/ 358090 h 451963"/>
                <a:gd name="connsiteX265" fmla="*/ 2583690 w 2915191"/>
                <a:gd name="connsiteY265" fmla="*/ 373659 h 451963"/>
                <a:gd name="connsiteX266" fmla="*/ 2593448 w 2915191"/>
                <a:gd name="connsiteY266" fmla="*/ 339826 h 451963"/>
                <a:gd name="connsiteX267" fmla="*/ 2603192 w 2915191"/>
                <a:gd name="connsiteY267" fmla="*/ 366168 h 451963"/>
                <a:gd name="connsiteX268" fmla="*/ 2612951 w 2915191"/>
                <a:gd name="connsiteY268" fmla="*/ 340026 h 451963"/>
                <a:gd name="connsiteX269" fmla="*/ 2622695 w 2915191"/>
                <a:gd name="connsiteY269" fmla="*/ 374042 h 451963"/>
                <a:gd name="connsiteX270" fmla="*/ 2632439 w 2915191"/>
                <a:gd name="connsiteY270" fmla="*/ 374636 h 451963"/>
                <a:gd name="connsiteX271" fmla="*/ 2642198 w 2915191"/>
                <a:gd name="connsiteY271" fmla="*/ 361697 h 451963"/>
                <a:gd name="connsiteX272" fmla="*/ 2651942 w 2915191"/>
                <a:gd name="connsiteY272" fmla="*/ 339786 h 451963"/>
                <a:gd name="connsiteX273" fmla="*/ 2661685 w 2915191"/>
                <a:gd name="connsiteY273" fmla="*/ 315423 h 451963"/>
                <a:gd name="connsiteX274" fmla="*/ 2671444 w 2915191"/>
                <a:gd name="connsiteY274" fmla="*/ 302046 h 451963"/>
                <a:gd name="connsiteX275" fmla="*/ 2681188 w 2915191"/>
                <a:gd name="connsiteY275" fmla="*/ 252253 h 451963"/>
                <a:gd name="connsiteX276" fmla="*/ 2690947 w 2915191"/>
                <a:gd name="connsiteY276" fmla="*/ 281387 h 451963"/>
                <a:gd name="connsiteX277" fmla="*/ 2700691 w 2915191"/>
                <a:gd name="connsiteY277" fmla="*/ 263284 h 451963"/>
                <a:gd name="connsiteX278" fmla="*/ 2710435 w 2915191"/>
                <a:gd name="connsiteY278" fmla="*/ 226901 h 451963"/>
                <a:gd name="connsiteX279" fmla="*/ 2720194 w 2915191"/>
                <a:gd name="connsiteY279" fmla="*/ 233321 h 451963"/>
                <a:gd name="connsiteX280" fmla="*/ 2729938 w 2915191"/>
                <a:gd name="connsiteY280" fmla="*/ 245257 h 451963"/>
                <a:gd name="connsiteX281" fmla="*/ 2739697 w 2915191"/>
                <a:gd name="connsiteY281" fmla="*/ 245730 h 451963"/>
                <a:gd name="connsiteX282" fmla="*/ 2749441 w 2915191"/>
                <a:gd name="connsiteY282" fmla="*/ 253935 h 451963"/>
                <a:gd name="connsiteX283" fmla="*/ 2759185 w 2915191"/>
                <a:gd name="connsiteY283" fmla="*/ 252918 h 451963"/>
                <a:gd name="connsiteX284" fmla="*/ 2768943 w 2915191"/>
                <a:gd name="connsiteY284" fmla="*/ 241933 h 451963"/>
                <a:gd name="connsiteX285" fmla="*/ 2778687 w 2915191"/>
                <a:gd name="connsiteY285" fmla="*/ 236497 h 451963"/>
                <a:gd name="connsiteX286" fmla="*/ 2788446 w 2915191"/>
                <a:gd name="connsiteY286" fmla="*/ 254887 h 451963"/>
                <a:gd name="connsiteX287" fmla="*/ 2798190 w 2915191"/>
                <a:gd name="connsiteY287" fmla="*/ 268445 h 451963"/>
                <a:gd name="connsiteX288" fmla="*/ 2807934 w 2915191"/>
                <a:gd name="connsiteY288" fmla="*/ 273134 h 451963"/>
                <a:gd name="connsiteX289" fmla="*/ 2817693 w 2915191"/>
                <a:gd name="connsiteY289" fmla="*/ 240753 h 451963"/>
                <a:gd name="connsiteX290" fmla="*/ 2827437 w 2915191"/>
                <a:gd name="connsiteY290" fmla="*/ 243884 h 451963"/>
                <a:gd name="connsiteX291" fmla="*/ 2837196 w 2915191"/>
                <a:gd name="connsiteY291" fmla="*/ 239431 h 451963"/>
                <a:gd name="connsiteX292" fmla="*/ 2846940 w 2915191"/>
                <a:gd name="connsiteY292" fmla="*/ 240639 h 451963"/>
                <a:gd name="connsiteX293" fmla="*/ 2856684 w 2915191"/>
                <a:gd name="connsiteY293" fmla="*/ 217212 h 451963"/>
                <a:gd name="connsiteX294" fmla="*/ 2866442 w 2915191"/>
                <a:gd name="connsiteY294" fmla="*/ 182597 h 451963"/>
                <a:gd name="connsiteX295" fmla="*/ 2876186 w 2915191"/>
                <a:gd name="connsiteY295" fmla="*/ 143035 h 451963"/>
                <a:gd name="connsiteX296" fmla="*/ 2885945 w 2915191"/>
                <a:gd name="connsiteY296" fmla="*/ 146947 h 451963"/>
                <a:gd name="connsiteX297" fmla="*/ 2895689 w 2915191"/>
                <a:gd name="connsiteY297" fmla="*/ 96019 h 451963"/>
                <a:gd name="connsiteX298" fmla="*/ 2905433 w 2915191"/>
                <a:gd name="connsiteY298" fmla="*/ 86228 h 451963"/>
                <a:gd name="connsiteX299" fmla="*/ 2915192 w 2915191"/>
                <a:gd name="connsiteY299" fmla="*/ 128577 h 451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51963">
                  <a:moveTo>
                    <a:pt x="0" y="35896"/>
                  </a:moveTo>
                  <a:lnTo>
                    <a:pt x="9750" y="49415"/>
                  </a:lnTo>
                  <a:lnTo>
                    <a:pt x="19500" y="55335"/>
                  </a:lnTo>
                  <a:lnTo>
                    <a:pt x="29250" y="48985"/>
                  </a:lnTo>
                  <a:lnTo>
                    <a:pt x="39000" y="0"/>
                  </a:lnTo>
                  <a:lnTo>
                    <a:pt x="48749" y="22134"/>
                  </a:lnTo>
                  <a:lnTo>
                    <a:pt x="58499" y="37730"/>
                  </a:lnTo>
                  <a:lnTo>
                    <a:pt x="68249" y="14030"/>
                  </a:lnTo>
                  <a:lnTo>
                    <a:pt x="77998" y="20914"/>
                  </a:lnTo>
                  <a:lnTo>
                    <a:pt x="87748" y="36456"/>
                  </a:lnTo>
                  <a:lnTo>
                    <a:pt x="97497" y="54201"/>
                  </a:lnTo>
                  <a:lnTo>
                    <a:pt x="107247" y="86812"/>
                  </a:lnTo>
                  <a:lnTo>
                    <a:pt x="116997" y="107650"/>
                  </a:lnTo>
                  <a:lnTo>
                    <a:pt x="126747" y="112784"/>
                  </a:lnTo>
                  <a:lnTo>
                    <a:pt x="136497" y="119476"/>
                  </a:lnTo>
                  <a:lnTo>
                    <a:pt x="146247" y="140858"/>
                  </a:lnTo>
                  <a:lnTo>
                    <a:pt x="155997" y="143178"/>
                  </a:lnTo>
                  <a:lnTo>
                    <a:pt x="165747" y="121707"/>
                  </a:lnTo>
                  <a:lnTo>
                    <a:pt x="175497" y="119691"/>
                  </a:lnTo>
                  <a:lnTo>
                    <a:pt x="185247" y="124642"/>
                  </a:lnTo>
                  <a:lnTo>
                    <a:pt x="194996" y="109591"/>
                  </a:lnTo>
                  <a:lnTo>
                    <a:pt x="204746" y="83938"/>
                  </a:lnTo>
                  <a:lnTo>
                    <a:pt x="214495" y="67822"/>
                  </a:lnTo>
                  <a:lnTo>
                    <a:pt x="224245" y="78920"/>
                  </a:lnTo>
                  <a:lnTo>
                    <a:pt x="233995" y="67950"/>
                  </a:lnTo>
                  <a:lnTo>
                    <a:pt x="243744" y="48183"/>
                  </a:lnTo>
                  <a:lnTo>
                    <a:pt x="253494" y="51039"/>
                  </a:lnTo>
                  <a:lnTo>
                    <a:pt x="263244" y="88194"/>
                  </a:lnTo>
                  <a:lnTo>
                    <a:pt x="272994" y="74389"/>
                  </a:lnTo>
                  <a:lnTo>
                    <a:pt x="282744" y="84713"/>
                  </a:lnTo>
                  <a:lnTo>
                    <a:pt x="292494" y="99293"/>
                  </a:lnTo>
                  <a:lnTo>
                    <a:pt x="302244" y="102158"/>
                  </a:lnTo>
                  <a:lnTo>
                    <a:pt x="311994" y="138709"/>
                  </a:lnTo>
                  <a:lnTo>
                    <a:pt x="321744" y="139340"/>
                  </a:lnTo>
                  <a:lnTo>
                    <a:pt x="331493" y="126285"/>
                  </a:lnTo>
                  <a:lnTo>
                    <a:pt x="341243" y="109624"/>
                  </a:lnTo>
                  <a:lnTo>
                    <a:pt x="350993" y="132303"/>
                  </a:lnTo>
                  <a:lnTo>
                    <a:pt x="360742" y="146995"/>
                  </a:lnTo>
                  <a:lnTo>
                    <a:pt x="370492" y="193800"/>
                  </a:lnTo>
                  <a:lnTo>
                    <a:pt x="380241" y="188642"/>
                  </a:lnTo>
                  <a:lnTo>
                    <a:pt x="389991" y="216546"/>
                  </a:lnTo>
                  <a:lnTo>
                    <a:pt x="399741" y="234844"/>
                  </a:lnTo>
                  <a:lnTo>
                    <a:pt x="409491" y="246070"/>
                  </a:lnTo>
                  <a:lnTo>
                    <a:pt x="419241" y="258435"/>
                  </a:lnTo>
                  <a:lnTo>
                    <a:pt x="428991" y="284855"/>
                  </a:lnTo>
                  <a:lnTo>
                    <a:pt x="438741" y="298599"/>
                  </a:lnTo>
                  <a:lnTo>
                    <a:pt x="448491" y="292416"/>
                  </a:lnTo>
                  <a:lnTo>
                    <a:pt x="458241" y="322250"/>
                  </a:lnTo>
                  <a:lnTo>
                    <a:pt x="467991" y="322433"/>
                  </a:lnTo>
                  <a:lnTo>
                    <a:pt x="477740" y="324553"/>
                  </a:lnTo>
                  <a:lnTo>
                    <a:pt x="487490" y="313974"/>
                  </a:lnTo>
                  <a:lnTo>
                    <a:pt x="497239" y="310577"/>
                  </a:lnTo>
                  <a:lnTo>
                    <a:pt x="506989" y="329649"/>
                  </a:lnTo>
                  <a:lnTo>
                    <a:pt x="516738" y="295214"/>
                  </a:lnTo>
                  <a:lnTo>
                    <a:pt x="526488" y="310741"/>
                  </a:lnTo>
                  <a:lnTo>
                    <a:pt x="536238" y="320158"/>
                  </a:lnTo>
                  <a:lnTo>
                    <a:pt x="545988" y="321855"/>
                  </a:lnTo>
                  <a:lnTo>
                    <a:pt x="555738" y="311395"/>
                  </a:lnTo>
                  <a:lnTo>
                    <a:pt x="565488" y="312004"/>
                  </a:lnTo>
                  <a:lnTo>
                    <a:pt x="575238" y="330808"/>
                  </a:lnTo>
                  <a:lnTo>
                    <a:pt x="584988" y="303596"/>
                  </a:lnTo>
                  <a:lnTo>
                    <a:pt x="594738" y="374067"/>
                  </a:lnTo>
                  <a:lnTo>
                    <a:pt x="604488" y="394255"/>
                  </a:lnTo>
                  <a:lnTo>
                    <a:pt x="614237" y="391135"/>
                  </a:lnTo>
                  <a:lnTo>
                    <a:pt x="623987" y="412237"/>
                  </a:lnTo>
                  <a:lnTo>
                    <a:pt x="633736" y="383437"/>
                  </a:lnTo>
                  <a:lnTo>
                    <a:pt x="643486" y="391828"/>
                  </a:lnTo>
                  <a:lnTo>
                    <a:pt x="653236" y="388589"/>
                  </a:lnTo>
                  <a:lnTo>
                    <a:pt x="662985" y="406543"/>
                  </a:lnTo>
                  <a:lnTo>
                    <a:pt x="672735" y="414981"/>
                  </a:lnTo>
                  <a:lnTo>
                    <a:pt x="682485" y="432292"/>
                  </a:lnTo>
                  <a:lnTo>
                    <a:pt x="692235" y="412371"/>
                  </a:lnTo>
                  <a:lnTo>
                    <a:pt x="701985" y="382978"/>
                  </a:lnTo>
                  <a:lnTo>
                    <a:pt x="711735" y="368882"/>
                  </a:lnTo>
                  <a:lnTo>
                    <a:pt x="721485" y="335807"/>
                  </a:lnTo>
                  <a:lnTo>
                    <a:pt x="731235" y="373248"/>
                  </a:lnTo>
                  <a:lnTo>
                    <a:pt x="740985" y="352990"/>
                  </a:lnTo>
                  <a:lnTo>
                    <a:pt x="750734" y="369314"/>
                  </a:lnTo>
                  <a:lnTo>
                    <a:pt x="760484" y="375706"/>
                  </a:lnTo>
                  <a:lnTo>
                    <a:pt x="770233" y="383391"/>
                  </a:lnTo>
                  <a:lnTo>
                    <a:pt x="779983" y="348146"/>
                  </a:lnTo>
                  <a:lnTo>
                    <a:pt x="789733" y="342051"/>
                  </a:lnTo>
                  <a:lnTo>
                    <a:pt x="799482" y="348980"/>
                  </a:lnTo>
                  <a:lnTo>
                    <a:pt x="809232" y="334805"/>
                  </a:lnTo>
                  <a:lnTo>
                    <a:pt x="818982" y="313206"/>
                  </a:lnTo>
                  <a:lnTo>
                    <a:pt x="828732" y="315552"/>
                  </a:lnTo>
                  <a:lnTo>
                    <a:pt x="838482" y="295472"/>
                  </a:lnTo>
                  <a:lnTo>
                    <a:pt x="848232" y="296648"/>
                  </a:lnTo>
                  <a:lnTo>
                    <a:pt x="857982" y="319631"/>
                  </a:lnTo>
                  <a:lnTo>
                    <a:pt x="867732" y="327357"/>
                  </a:lnTo>
                  <a:lnTo>
                    <a:pt x="877482" y="341002"/>
                  </a:lnTo>
                  <a:lnTo>
                    <a:pt x="887231" y="336015"/>
                  </a:lnTo>
                  <a:lnTo>
                    <a:pt x="896981" y="328211"/>
                  </a:lnTo>
                  <a:lnTo>
                    <a:pt x="906730" y="352036"/>
                  </a:lnTo>
                  <a:lnTo>
                    <a:pt x="916480" y="357434"/>
                  </a:lnTo>
                  <a:lnTo>
                    <a:pt x="926230" y="370156"/>
                  </a:lnTo>
                  <a:lnTo>
                    <a:pt x="935979" y="367021"/>
                  </a:lnTo>
                  <a:lnTo>
                    <a:pt x="945729" y="361028"/>
                  </a:lnTo>
                  <a:lnTo>
                    <a:pt x="955479" y="348736"/>
                  </a:lnTo>
                  <a:lnTo>
                    <a:pt x="965229" y="362079"/>
                  </a:lnTo>
                  <a:lnTo>
                    <a:pt x="974979" y="356714"/>
                  </a:lnTo>
                  <a:lnTo>
                    <a:pt x="984729" y="354988"/>
                  </a:lnTo>
                  <a:lnTo>
                    <a:pt x="994474" y="351519"/>
                  </a:lnTo>
                  <a:lnTo>
                    <a:pt x="1004233" y="389894"/>
                  </a:lnTo>
                  <a:lnTo>
                    <a:pt x="1013977" y="394760"/>
                  </a:lnTo>
                  <a:lnTo>
                    <a:pt x="1023721" y="367762"/>
                  </a:lnTo>
                  <a:lnTo>
                    <a:pt x="1033480" y="330412"/>
                  </a:lnTo>
                  <a:lnTo>
                    <a:pt x="1043224" y="354578"/>
                  </a:lnTo>
                  <a:lnTo>
                    <a:pt x="1052983" y="351784"/>
                  </a:lnTo>
                  <a:lnTo>
                    <a:pt x="1062727" y="343696"/>
                  </a:lnTo>
                  <a:lnTo>
                    <a:pt x="1072471" y="319468"/>
                  </a:lnTo>
                  <a:lnTo>
                    <a:pt x="1082230" y="323224"/>
                  </a:lnTo>
                  <a:lnTo>
                    <a:pt x="1091973" y="340433"/>
                  </a:lnTo>
                  <a:lnTo>
                    <a:pt x="1101732" y="310991"/>
                  </a:lnTo>
                  <a:lnTo>
                    <a:pt x="1111476" y="301028"/>
                  </a:lnTo>
                  <a:lnTo>
                    <a:pt x="1121220" y="299022"/>
                  </a:lnTo>
                  <a:lnTo>
                    <a:pt x="1130979" y="305694"/>
                  </a:lnTo>
                  <a:lnTo>
                    <a:pt x="1140723" y="310340"/>
                  </a:lnTo>
                  <a:lnTo>
                    <a:pt x="1150482" y="309482"/>
                  </a:lnTo>
                  <a:lnTo>
                    <a:pt x="1160226" y="362962"/>
                  </a:lnTo>
                  <a:lnTo>
                    <a:pt x="1169969" y="384850"/>
                  </a:lnTo>
                  <a:lnTo>
                    <a:pt x="1179728" y="413161"/>
                  </a:lnTo>
                  <a:lnTo>
                    <a:pt x="1189472" y="428559"/>
                  </a:lnTo>
                  <a:lnTo>
                    <a:pt x="1199231" y="451964"/>
                  </a:lnTo>
                  <a:lnTo>
                    <a:pt x="1208975" y="424009"/>
                  </a:lnTo>
                  <a:lnTo>
                    <a:pt x="1218719" y="429427"/>
                  </a:lnTo>
                  <a:lnTo>
                    <a:pt x="1228478" y="434719"/>
                  </a:lnTo>
                  <a:lnTo>
                    <a:pt x="1238222" y="418107"/>
                  </a:lnTo>
                  <a:lnTo>
                    <a:pt x="1247966" y="426617"/>
                  </a:lnTo>
                  <a:lnTo>
                    <a:pt x="1257725" y="431960"/>
                  </a:lnTo>
                  <a:lnTo>
                    <a:pt x="1267469" y="422428"/>
                  </a:lnTo>
                  <a:lnTo>
                    <a:pt x="1277227" y="439861"/>
                  </a:lnTo>
                  <a:lnTo>
                    <a:pt x="1286971" y="406371"/>
                  </a:lnTo>
                  <a:lnTo>
                    <a:pt x="1296715" y="405558"/>
                  </a:lnTo>
                  <a:lnTo>
                    <a:pt x="1306474" y="395435"/>
                  </a:lnTo>
                  <a:lnTo>
                    <a:pt x="1316218" y="409616"/>
                  </a:lnTo>
                  <a:lnTo>
                    <a:pt x="1325977" y="368879"/>
                  </a:lnTo>
                  <a:lnTo>
                    <a:pt x="1335721" y="334114"/>
                  </a:lnTo>
                  <a:lnTo>
                    <a:pt x="1345465" y="330726"/>
                  </a:lnTo>
                  <a:lnTo>
                    <a:pt x="1355224" y="311913"/>
                  </a:lnTo>
                  <a:lnTo>
                    <a:pt x="1364967" y="291481"/>
                  </a:lnTo>
                  <a:lnTo>
                    <a:pt x="1374726" y="263378"/>
                  </a:lnTo>
                  <a:lnTo>
                    <a:pt x="1384470" y="288704"/>
                  </a:lnTo>
                  <a:lnTo>
                    <a:pt x="1394214" y="290214"/>
                  </a:lnTo>
                  <a:lnTo>
                    <a:pt x="1403973" y="285488"/>
                  </a:lnTo>
                  <a:lnTo>
                    <a:pt x="1413717" y="290554"/>
                  </a:lnTo>
                  <a:lnTo>
                    <a:pt x="1423476" y="275841"/>
                  </a:lnTo>
                  <a:lnTo>
                    <a:pt x="1433220" y="305164"/>
                  </a:lnTo>
                  <a:lnTo>
                    <a:pt x="1442964" y="329324"/>
                  </a:lnTo>
                  <a:lnTo>
                    <a:pt x="1452722" y="338046"/>
                  </a:lnTo>
                  <a:lnTo>
                    <a:pt x="1462466" y="338246"/>
                  </a:lnTo>
                  <a:lnTo>
                    <a:pt x="1472225" y="339165"/>
                  </a:lnTo>
                  <a:lnTo>
                    <a:pt x="1481969" y="290558"/>
                  </a:lnTo>
                  <a:lnTo>
                    <a:pt x="1491713" y="276522"/>
                  </a:lnTo>
                  <a:lnTo>
                    <a:pt x="1501472" y="293784"/>
                  </a:lnTo>
                  <a:lnTo>
                    <a:pt x="1511216" y="282406"/>
                  </a:lnTo>
                  <a:lnTo>
                    <a:pt x="1520960" y="276778"/>
                  </a:lnTo>
                  <a:lnTo>
                    <a:pt x="1530719" y="265764"/>
                  </a:lnTo>
                  <a:lnTo>
                    <a:pt x="1540463" y="267514"/>
                  </a:lnTo>
                  <a:lnTo>
                    <a:pt x="1550221" y="265765"/>
                  </a:lnTo>
                  <a:lnTo>
                    <a:pt x="1559965" y="273100"/>
                  </a:lnTo>
                  <a:lnTo>
                    <a:pt x="1569709" y="272654"/>
                  </a:lnTo>
                  <a:lnTo>
                    <a:pt x="1579468" y="289009"/>
                  </a:lnTo>
                  <a:lnTo>
                    <a:pt x="1589212" y="294252"/>
                  </a:lnTo>
                  <a:lnTo>
                    <a:pt x="1598971" y="284508"/>
                  </a:lnTo>
                  <a:lnTo>
                    <a:pt x="1608715" y="274082"/>
                  </a:lnTo>
                  <a:lnTo>
                    <a:pt x="1618459" y="251258"/>
                  </a:lnTo>
                  <a:lnTo>
                    <a:pt x="1628218" y="231250"/>
                  </a:lnTo>
                  <a:lnTo>
                    <a:pt x="1637962" y="229701"/>
                  </a:lnTo>
                  <a:lnTo>
                    <a:pt x="1647720" y="256978"/>
                  </a:lnTo>
                  <a:lnTo>
                    <a:pt x="1657464" y="228610"/>
                  </a:lnTo>
                  <a:lnTo>
                    <a:pt x="1667208" y="214842"/>
                  </a:lnTo>
                  <a:lnTo>
                    <a:pt x="1676967" y="190597"/>
                  </a:lnTo>
                  <a:lnTo>
                    <a:pt x="1686711" y="193868"/>
                  </a:lnTo>
                  <a:lnTo>
                    <a:pt x="1696470" y="177897"/>
                  </a:lnTo>
                  <a:lnTo>
                    <a:pt x="1706214" y="154224"/>
                  </a:lnTo>
                  <a:lnTo>
                    <a:pt x="1715958" y="144916"/>
                  </a:lnTo>
                  <a:lnTo>
                    <a:pt x="1725716" y="192884"/>
                  </a:lnTo>
                  <a:lnTo>
                    <a:pt x="1735460" y="153996"/>
                  </a:lnTo>
                  <a:lnTo>
                    <a:pt x="1745219" y="152221"/>
                  </a:lnTo>
                  <a:lnTo>
                    <a:pt x="1754963" y="139276"/>
                  </a:lnTo>
                  <a:lnTo>
                    <a:pt x="1764707" y="124535"/>
                  </a:lnTo>
                  <a:lnTo>
                    <a:pt x="1774466" y="166068"/>
                  </a:lnTo>
                  <a:lnTo>
                    <a:pt x="1784210" y="202185"/>
                  </a:lnTo>
                  <a:lnTo>
                    <a:pt x="1793969" y="214559"/>
                  </a:lnTo>
                  <a:lnTo>
                    <a:pt x="1803713" y="229271"/>
                  </a:lnTo>
                  <a:lnTo>
                    <a:pt x="1813457" y="208910"/>
                  </a:lnTo>
                  <a:lnTo>
                    <a:pt x="1823215" y="227022"/>
                  </a:lnTo>
                  <a:lnTo>
                    <a:pt x="1832959" y="203231"/>
                  </a:lnTo>
                  <a:lnTo>
                    <a:pt x="1842703" y="222829"/>
                  </a:lnTo>
                  <a:lnTo>
                    <a:pt x="1852462" y="246125"/>
                  </a:lnTo>
                  <a:lnTo>
                    <a:pt x="1862206" y="263588"/>
                  </a:lnTo>
                  <a:lnTo>
                    <a:pt x="1871965" y="301590"/>
                  </a:lnTo>
                  <a:lnTo>
                    <a:pt x="1881709" y="308090"/>
                  </a:lnTo>
                  <a:lnTo>
                    <a:pt x="1891453" y="321305"/>
                  </a:lnTo>
                  <a:lnTo>
                    <a:pt x="1901212" y="313446"/>
                  </a:lnTo>
                  <a:lnTo>
                    <a:pt x="1910956" y="313178"/>
                  </a:lnTo>
                  <a:lnTo>
                    <a:pt x="1920714" y="311903"/>
                  </a:lnTo>
                  <a:lnTo>
                    <a:pt x="1930458" y="316469"/>
                  </a:lnTo>
                  <a:lnTo>
                    <a:pt x="1940202" y="302047"/>
                  </a:lnTo>
                  <a:lnTo>
                    <a:pt x="1949961" y="310069"/>
                  </a:lnTo>
                  <a:lnTo>
                    <a:pt x="1959705" y="307664"/>
                  </a:lnTo>
                  <a:lnTo>
                    <a:pt x="1969464" y="306378"/>
                  </a:lnTo>
                  <a:lnTo>
                    <a:pt x="1979208" y="298808"/>
                  </a:lnTo>
                  <a:lnTo>
                    <a:pt x="1988952" y="303790"/>
                  </a:lnTo>
                  <a:lnTo>
                    <a:pt x="1998711" y="310858"/>
                  </a:lnTo>
                  <a:lnTo>
                    <a:pt x="2008454" y="331613"/>
                  </a:lnTo>
                  <a:lnTo>
                    <a:pt x="2018213" y="346005"/>
                  </a:lnTo>
                  <a:lnTo>
                    <a:pt x="2027957" y="330556"/>
                  </a:lnTo>
                  <a:lnTo>
                    <a:pt x="2037701" y="337963"/>
                  </a:lnTo>
                  <a:lnTo>
                    <a:pt x="2047460" y="354597"/>
                  </a:lnTo>
                  <a:lnTo>
                    <a:pt x="2057204" y="368850"/>
                  </a:lnTo>
                  <a:lnTo>
                    <a:pt x="2066963" y="394829"/>
                  </a:lnTo>
                  <a:lnTo>
                    <a:pt x="2076707" y="410257"/>
                  </a:lnTo>
                  <a:lnTo>
                    <a:pt x="2086451" y="394619"/>
                  </a:lnTo>
                  <a:lnTo>
                    <a:pt x="2096210" y="414810"/>
                  </a:lnTo>
                  <a:lnTo>
                    <a:pt x="2105954" y="407667"/>
                  </a:lnTo>
                  <a:lnTo>
                    <a:pt x="2115697" y="354414"/>
                  </a:lnTo>
                  <a:lnTo>
                    <a:pt x="2125456" y="334209"/>
                  </a:lnTo>
                  <a:lnTo>
                    <a:pt x="2135200" y="308649"/>
                  </a:lnTo>
                  <a:lnTo>
                    <a:pt x="2144959" y="297430"/>
                  </a:lnTo>
                  <a:lnTo>
                    <a:pt x="2154703" y="301080"/>
                  </a:lnTo>
                  <a:lnTo>
                    <a:pt x="2164447" y="313454"/>
                  </a:lnTo>
                  <a:lnTo>
                    <a:pt x="2174206" y="323698"/>
                  </a:lnTo>
                  <a:lnTo>
                    <a:pt x="2183950" y="299236"/>
                  </a:lnTo>
                  <a:lnTo>
                    <a:pt x="2193709" y="352751"/>
                  </a:lnTo>
                  <a:lnTo>
                    <a:pt x="2203452" y="363817"/>
                  </a:lnTo>
                  <a:lnTo>
                    <a:pt x="2213196" y="385435"/>
                  </a:lnTo>
                  <a:lnTo>
                    <a:pt x="2222955" y="369021"/>
                  </a:lnTo>
                  <a:lnTo>
                    <a:pt x="2232699" y="349742"/>
                  </a:lnTo>
                  <a:lnTo>
                    <a:pt x="2242458" y="363869"/>
                  </a:lnTo>
                  <a:lnTo>
                    <a:pt x="2252202" y="339341"/>
                  </a:lnTo>
                  <a:lnTo>
                    <a:pt x="2261946" y="357440"/>
                  </a:lnTo>
                  <a:lnTo>
                    <a:pt x="2271705" y="363453"/>
                  </a:lnTo>
                  <a:lnTo>
                    <a:pt x="2281449" y="368854"/>
                  </a:lnTo>
                  <a:lnTo>
                    <a:pt x="2291208" y="370649"/>
                  </a:lnTo>
                  <a:lnTo>
                    <a:pt x="2300951" y="389214"/>
                  </a:lnTo>
                  <a:lnTo>
                    <a:pt x="2310695" y="384791"/>
                  </a:lnTo>
                  <a:lnTo>
                    <a:pt x="2320454" y="389012"/>
                  </a:lnTo>
                  <a:lnTo>
                    <a:pt x="2330198" y="413527"/>
                  </a:lnTo>
                  <a:lnTo>
                    <a:pt x="2339957" y="405714"/>
                  </a:lnTo>
                  <a:lnTo>
                    <a:pt x="2349701" y="380864"/>
                  </a:lnTo>
                  <a:lnTo>
                    <a:pt x="2359445" y="365152"/>
                  </a:lnTo>
                  <a:lnTo>
                    <a:pt x="2369204" y="393676"/>
                  </a:lnTo>
                  <a:lnTo>
                    <a:pt x="2378948" y="361883"/>
                  </a:lnTo>
                  <a:lnTo>
                    <a:pt x="2388692" y="353650"/>
                  </a:lnTo>
                  <a:lnTo>
                    <a:pt x="2398450" y="343895"/>
                  </a:lnTo>
                  <a:lnTo>
                    <a:pt x="2408194" y="353593"/>
                  </a:lnTo>
                  <a:lnTo>
                    <a:pt x="2417953" y="350923"/>
                  </a:lnTo>
                  <a:lnTo>
                    <a:pt x="2427697" y="341021"/>
                  </a:lnTo>
                  <a:lnTo>
                    <a:pt x="2437441" y="335121"/>
                  </a:lnTo>
                  <a:lnTo>
                    <a:pt x="2447200" y="333645"/>
                  </a:lnTo>
                  <a:lnTo>
                    <a:pt x="2456944" y="354418"/>
                  </a:lnTo>
                  <a:lnTo>
                    <a:pt x="2466703" y="352529"/>
                  </a:lnTo>
                  <a:lnTo>
                    <a:pt x="2476446" y="360496"/>
                  </a:lnTo>
                  <a:lnTo>
                    <a:pt x="2486190" y="364204"/>
                  </a:lnTo>
                  <a:lnTo>
                    <a:pt x="2495949" y="384491"/>
                  </a:lnTo>
                  <a:lnTo>
                    <a:pt x="2505693" y="412296"/>
                  </a:lnTo>
                  <a:lnTo>
                    <a:pt x="2515452" y="380255"/>
                  </a:lnTo>
                  <a:lnTo>
                    <a:pt x="2525196" y="377932"/>
                  </a:lnTo>
                  <a:lnTo>
                    <a:pt x="2534940" y="352066"/>
                  </a:lnTo>
                  <a:lnTo>
                    <a:pt x="2544699" y="351476"/>
                  </a:lnTo>
                  <a:lnTo>
                    <a:pt x="2554443" y="338967"/>
                  </a:lnTo>
                  <a:lnTo>
                    <a:pt x="2564202" y="335118"/>
                  </a:lnTo>
                  <a:lnTo>
                    <a:pt x="2573946" y="358090"/>
                  </a:lnTo>
                  <a:lnTo>
                    <a:pt x="2583690" y="373659"/>
                  </a:lnTo>
                  <a:lnTo>
                    <a:pt x="2593448" y="339826"/>
                  </a:lnTo>
                  <a:lnTo>
                    <a:pt x="2603192" y="366168"/>
                  </a:lnTo>
                  <a:lnTo>
                    <a:pt x="2612951" y="340026"/>
                  </a:lnTo>
                  <a:lnTo>
                    <a:pt x="2622695" y="374042"/>
                  </a:lnTo>
                  <a:lnTo>
                    <a:pt x="2632439" y="374636"/>
                  </a:lnTo>
                  <a:lnTo>
                    <a:pt x="2642198" y="361697"/>
                  </a:lnTo>
                  <a:lnTo>
                    <a:pt x="2651942" y="339786"/>
                  </a:lnTo>
                  <a:lnTo>
                    <a:pt x="2661685" y="315423"/>
                  </a:lnTo>
                  <a:lnTo>
                    <a:pt x="2671444" y="302046"/>
                  </a:lnTo>
                  <a:lnTo>
                    <a:pt x="2681188" y="252253"/>
                  </a:lnTo>
                  <a:lnTo>
                    <a:pt x="2690947" y="281387"/>
                  </a:lnTo>
                  <a:lnTo>
                    <a:pt x="2700691" y="263284"/>
                  </a:lnTo>
                  <a:lnTo>
                    <a:pt x="2710435" y="226901"/>
                  </a:lnTo>
                  <a:lnTo>
                    <a:pt x="2720194" y="233321"/>
                  </a:lnTo>
                  <a:lnTo>
                    <a:pt x="2729938" y="245257"/>
                  </a:lnTo>
                  <a:lnTo>
                    <a:pt x="2739697" y="245730"/>
                  </a:lnTo>
                  <a:lnTo>
                    <a:pt x="2749441" y="253935"/>
                  </a:lnTo>
                  <a:lnTo>
                    <a:pt x="2759185" y="252918"/>
                  </a:lnTo>
                  <a:lnTo>
                    <a:pt x="2768943" y="241933"/>
                  </a:lnTo>
                  <a:lnTo>
                    <a:pt x="2778687" y="236497"/>
                  </a:lnTo>
                  <a:lnTo>
                    <a:pt x="2788446" y="254887"/>
                  </a:lnTo>
                  <a:lnTo>
                    <a:pt x="2798190" y="268445"/>
                  </a:lnTo>
                  <a:lnTo>
                    <a:pt x="2807934" y="273134"/>
                  </a:lnTo>
                  <a:lnTo>
                    <a:pt x="2817693" y="240753"/>
                  </a:lnTo>
                  <a:lnTo>
                    <a:pt x="2827437" y="243884"/>
                  </a:lnTo>
                  <a:lnTo>
                    <a:pt x="2837196" y="239431"/>
                  </a:lnTo>
                  <a:lnTo>
                    <a:pt x="2846940" y="240639"/>
                  </a:lnTo>
                  <a:lnTo>
                    <a:pt x="2856684" y="217212"/>
                  </a:lnTo>
                  <a:lnTo>
                    <a:pt x="2866442" y="182597"/>
                  </a:lnTo>
                  <a:lnTo>
                    <a:pt x="2876186" y="143035"/>
                  </a:lnTo>
                  <a:lnTo>
                    <a:pt x="2885945" y="146947"/>
                  </a:lnTo>
                  <a:lnTo>
                    <a:pt x="2895689" y="96019"/>
                  </a:lnTo>
                  <a:lnTo>
                    <a:pt x="2905433" y="86228"/>
                  </a:lnTo>
                  <a:lnTo>
                    <a:pt x="2915192" y="12857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8" name="Freeform 1217">
              <a:extLst>
                <a:ext uri="{FF2B5EF4-FFF2-40B4-BE49-F238E27FC236}">
                  <a16:creationId xmlns:a16="http://schemas.microsoft.com/office/drawing/2014/main" id="{70A18504-D087-67A3-0E32-BC0F6C3F8A41}"/>
                </a:ext>
              </a:extLst>
            </p:cNvPr>
            <p:cNvSpPr/>
            <p:nvPr/>
          </p:nvSpPr>
          <p:spPr>
            <a:xfrm>
              <a:off x="4426652" y="3150651"/>
              <a:ext cx="2915191" cy="669441"/>
            </a:xfrm>
            <a:custGeom>
              <a:avLst/>
              <a:gdLst>
                <a:gd name="connsiteX0" fmla="*/ 0 w 2915191"/>
                <a:gd name="connsiteY0" fmla="*/ 597208 h 669441"/>
                <a:gd name="connsiteX1" fmla="*/ 9750 w 2915191"/>
                <a:gd name="connsiteY1" fmla="*/ 582906 h 669441"/>
                <a:gd name="connsiteX2" fmla="*/ 19500 w 2915191"/>
                <a:gd name="connsiteY2" fmla="*/ 562860 h 669441"/>
                <a:gd name="connsiteX3" fmla="*/ 29250 w 2915191"/>
                <a:gd name="connsiteY3" fmla="*/ 538880 h 669441"/>
                <a:gd name="connsiteX4" fmla="*/ 39000 w 2915191"/>
                <a:gd name="connsiteY4" fmla="*/ 529130 h 669441"/>
                <a:gd name="connsiteX5" fmla="*/ 48749 w 2915191"/>
                <a:gd name="connsiteY5" fmla="*/ 498852 h 669441"/>
                <a:gd name="connsiteX6" fmla="*/ 58499 w 2915191"/>
                <a:gd name="connsiteY6" fmla="*/ 538999 h 669441"/>
                <a:gd name="connsiteX7" fmla="*/ 68249 w 2915191"/>
                <a:gd name="connsiteY7" fmla="*/ 552521 h 669441"/>
                <a:gd name="connsiteX8" fmla="*/ 77998 w 2915191"/>
                <a:gd name="connsiteY8" fmla="*/ 578005 h 669441"/>
                <a:gd name="connsiteX9" fmla="*/ 87748 w 2915191"/>
                <a:gd name="connsiteY9" fmla="*/ 591539 h 669441"/>
                <a:gd name="connsiteX10" fmla="*/ 97497 w 2915191"/>
                <a:gd name="connsiteY10" fmla="*/ 577097 h 669441"/>
                <a:gd name="connsiteX11" fmla="*/ 107247 w 2915191"/>
                <a:gd name="connsiteY11" fmla="*/ 595176 h 669441"/>
                <a:gd name="connsiteX12" fmla="*/ 116997 w 2915191"/>
                <a:gd name="connsiteY12" fmla="*/ 592833 h 669441"/>
                <a:gd name="connsiteX13" fmla="*/ 126747 w 2915191"/>
                <a:gd name="connsiteY13" fmla="*/ 601260 h 669441"/>
                <a:gd name="connsiteX14" fmla="*/ 136497 w 2915191"/>
                <a:gd name="connsiteY14" fmla="*/ 573343 h 669441"/>
                <a:gd name="connsiteX15" fmla="*/ 146247 w 2915191"/>
                <a:gd name="connsiteY15" fmla="*/ 590406 h 669441"/>
                <a:gd name="connsiteX16" fmla="*/ 155997 w 2915191"/>
                <a:gd name="connsiteY16" fmla="*/ 631660 h 669441"/>
                <a:gd name="connsiteX17" fmla="*/ 165747 w 2915191"/>
                <a:gd name="connsiteY17" fmla="*/ 636093 h 669441"/>
                <a:gd name="connsiteX18" fmla="*/ 175497 w 2915191"/>
                <a:gd name="connsiteY18" fmla="*/ 651626 h 669441"/>
                <a:gd name="connsiteX19" fmla="*/ 185247 w 2915191"/>
                <a:gd name="connsiteY19" fmla="*/ 659267 h 669441"/>
                <a:gd name="connsiteX20" fmla="*/ 194996 w 2915191"/>
                <a:gd name="connsiteY20" fmla="*/ 669441 h 669441"/>
                <a:gd name="connsiteX21" fmla="*/ 204746 w 2915191"/>
                <a:gd name="connsiteY21" fmla="*/ 661811 h 669441"/>
                <a:gd name="connsiteX22" fmla="*/ 214495 w 2915191"/>
                <a:gd name="connsiteY22" fmla="*/ 650430 h 669441"/>
                <a:gd name="connsiteX23" fmla="*/ 224245 w 2915191"/>
                <a:gd name="connsiteY23" fmla="*/ 625733 h 669441"/>
                <a:gd name="connsiteX24" fmla="*/ 233995 w 2915191"/>
                <a:gd name="connsiteY24" fmla="*/ 609666 h 669441"/>
                <a:gd name="connsiteX25" fmla="*/ 243744 w 2915191"/>
                <a:gd name="connsiteY25" fmla="*/ 573779 h 669441"/>
                <a:gd name="connsiteX26" fmla="*/ 253494 w 2915191"/>
                <a:gd name="connsiteY26" fmla="*/ 560522 h 669441"/>
                <a:gd name="connsiteX27" fmla="*/ 263244 w 2915191"/>
                <a:gd name="connsiteY27" fmla="*/ 571091 h 669441"/>
                <a:gd name="connsiteX28" fmla="*/ 272994 w 2915191"/>
                <a:gd name="connsiteY28" fmla="*/ 551525 h 669441"/>
                <a:gd name="connsiteX29" fmla="*/ 282744 w 2915191"/>
                <a:gd name="connsiteY29" fmla="*/ 513733 h 669441"/>
                <a:gd name="connsiteX30" fmla="*/ 292494 w 2915191"/>
                <a:gd name="connsiteY30" fmla="*/ 470686 h 669441"/>
                <a:gd name="connsiteX31" fmla="*/ 302244 w 2915191"/>
                <a:gd name="connsiteY31" fmla="*/ 469062 h 669441"/>
                <a:gd name="connsiteX32" fmla="*/ 311994 w 2915191"/>
                <a:gd name="connsiteY32" fmla="*/ 458916 h 669441"/>
                <a:gd name="connsiteX33" fmla="*/ 321744 w 2915191"/>
                <a:gd name="connsiteY33" fmla="*/ 441132 h 669441"/>
                <a:gd name="connsiteX34" fmla="*/ 331493 w 2915191"/>
                <a:gd name="connsiteY34" fmla="*/ 468668 h 669441"/>
                <a:gd name="connsiteX35" fmla="*/ 341243 w 2915191"/>
                <a:gd name="connsiteY35" fmla="*/ 459400 h 669441"/>
                <a:gd name="connsiteX36" fmla="*/ 350993 w 2915191"/>
                <a:gd name="connsiteY36" fmla="*/ 441436 h 669441"/>
                <a:gd name="connsiteX37" fmla="*/ 360742 w 2915191"/>
                <a:gd name="connsiteY37" fmla="*/ 444615 h 669441"/>
                <a:gd name="connsiteX38" fmla="*/ 370492 w 2915191"/>
                <a:gd name="connsiteY38" fmla="*/ 440432 h 669441"/>
                <a:gd name="connsiteX39" fmla="*/ 380241 w 2915191"/>
                <a:gd name="connsiteY39" fmla="*/ 422641 h 669441"/>
                <a:gd name="connsiteX40" fmla="*/ 389991 w 2915191"/>
                <a:gd name="connsiteY40" fmla="*/ 441151 h 669441"/>
                <a:gd name="connsiteX41" fmla="*/ 399741 w 2915191"/>
                <a:gd name="connsiteY41" fmla="*/ 477992 h 669441"/>
                <a:gd name="connsiteX42" fmla="*/ 409491 w 2915191"/>
                <a:gd name="connsiteY42" fmla="*/ 497420 h 669441"/>
                <a:gd name="connsiteX43" fmla="*/ 419241 w 2915191"/>
                <a:gd name="connsiteY43" fmla="*/ 507354 h 669441"/>
                <a:gd name="connsiteX44" fmla="*/ 428991 w 2915191"/>
                <a:gd name="connsiteY44" fmla="*/ 525153 h 669441"/>
                <a:gd name="connsiteX45" fmla="*/ 438741 w 2915191"/>
                <a:gd name="connsiteY45" fmla="*/ 533720 h 669441"/>
                <a:gd name="connsiteX46" fmla="*/ 448491 w 2915191"/>
                <a:gd name="connsiteY46" fmla="*/ 556267 h 669441"/>
                <a:gd name="connsiteX47" fmla="*/ 458241 w 2915191"/>
                <a:gd name="connsiteY47" fmla="*/ 572975 h 669441"/>
                <a:gd name="connsiteX48" fmla="*/ 467991 w 2915191"/>
                <a:gd name="connsiteY48" fmla="*/ 573924 h 669441"/>
                <a:gd name="connsiteX49" fmla="*/ 477740 w 2915191"/>
                <a:gd name="connsiteY49" fmla="*/ 522361 h 669441"/>
                <a:gd name="connsiteX50" fmla="*/ 487490 w 2915191"/>
                <a:gd name="connsiteY50" fmla="*/ 534345 h 669441"/>
                <a:gd name="connsiteX51" fmla="*/ 497239 w 2915191"/>
                <a:gd name="connsiteY51" fmla="*/ 525252 h 669441"/>
                <a:gd name="connsiteX52" fmla="*/ 506989 w 2915191"/>
                <a:gd name="connsiteY52" fmla="*/ 515372 h 669441"/>
                <a:gd name="connsiteX53" fmla="*/ 516738 w 2915191"/>
                <a:gd name="connsiteY53" fmla="*/ 505902 h 669441"/>
                <a:gd name="connsiteX54" fmla="*/ 526488 w 2915191"/>
                <a:gd name="connsiteY54" fmla="*/ 488994 h 669441"/>
                <a:gd name="connsiteX55" fmla="*/ 536238 w 2915191"/>
                <a:gd name="connsiteY55" fmla="*/ 477028 h 669441"/>
                <a:gd name="connsiteX56" fmla="*/ 545988 w 2915191"/>
                <a:gd name="connsiteY56" fmla="*/ 442212 h 669441"/>
                <a:gd name="connsiteX57" fmla="*/ 555738 w 2915191"/>
                <a:gd name="connsiteY57" fmla="*/ 446155 h 669441"/>
                <a:gd name="connsiteX58" fmla="*/ 565488 w 2915191"/>
                <a:gd name="connsiteY58" fmla="*/ 439600 h 669441"/>
                <a:gd name="connsiteX59" fmla="*/ 575238 w 2915191"/>
                <a:gd name="connsiteY59" fmla="*/ 397731 h 669441"/>
                <a:gd name="connsiteX60" fmla="*/ 584988 w 2915191"/>
                <a:gd name="connsiteY60" fmla="*/ 375229 h 669441"/>
                <a:gd name="connsiteX61" fmla="*/ 594738 w 2915191"/>
                <a:gd name="connsiteY61" fmla="*/ 345126 h 669441"/>
                <a:gd name="connsiteX62" fmla="*/ 604488 w 2915191"/>
                <a:gd name="connsiteY62" fmla="*/ 344902 h 669441"/>
                <a:gd name="connsiteX63" fmla="*/ 614237 w 2915191"/>
                <a:gd name="connsiteY63" fmla="*/ 357318 h 669441"/>
                <a:gd name="connsiteX64" fmla="*/ 623987 w 2915191"/>
                <a:gd name="connsiteY64" fmla="*/ 354770 h 669441"/>
                <a:gd name="connsiteX65" fmla="*/ 633736 w 2915191"/>
                <a:gd name="connsiteY65" fmla="*/ 363449 h 669441"/>
                <a:gd name="connsiteX66" fmla="*/ 643486 w 2915191"/>
                <a:gd name="connsiteY66" fmla="*/ 351482 h 669441"/>
                <a:gd name="connsiteX67" fmla="*/ 653236 w 2915191"/>
                <a:gd name="connsiteY67" fmla="*/ 363653 h 669441"/>
                <a:gd name="connsiteX68" fmla="*/ 662985 w 2915191"/>
                <a:gd name="connsiteY68" fmla="*/ 381596 h 669441"/>
                <a:gd name="connsiteX69" fmla="*/ 672735 w 2915191"/>
                <a:gd name="connsiteY69" fmla="*/ 342350 h 669441"/>
                <a:gd name="connsiteX70" fmla="*/ 682485 w 2915191"/>
                <a:gd name="connsiteY70" fmla="*/ 336328 h 669441"/>
                <a:gd name="connsiteX71" fmla="*/ 692235 w 2915191"/>
                <a:gd name="connsiteY71" fmla="*/ 324317 h 669441"/>
                <a:gd name="connsiteX72" fmla="*/ 701985 w 2915191"/>
                <a:gd name="connsiteY72" fmla="*/ 322405 h 669441"/>
                <a:gd name="connsiteX73" fmla="*/ 711735 w 2915191"/>
                <a:gd name="connsiteY73" fmla="*/ 325643 h 669441"/>
                <a:gd name="connsiteX74" fmla="*/ 721485 w 2915191"/>
                <a:gd name="connsiteY74" fmla="*/ 314076 h 669441"/>
                <a:gd name="connsiteX75" fmla="*/ 731235 w 2915191"/>
                <a:gd name="connsiteY75" fmla="*/ 306909 h 669441"/>
                <a:gd name="connsiteX76" fmla="*/ 740985 w 2915191"/>
                <a:gd name="connsiteY76" fmla="*/ 302203 h 669441"/>
                <a:gd name="connsiteX77" fmla="*/ 750734 w 2915191"/>
                <a:gd name="connsiteY77" fmla="*/ 293607 h 669441"/>
                <a:gd name="connsiteX78" fmla="*/ 760484 w 2915191"/>
                <a:gd name="connsiteY78" fmla="*/ 301198 h 669441"/>
                <a:gd name="connsiteX79" fmla="*/ 770233 w 2915191"/>
                <a:gd name="connsiteY79" fmla="*/ 300343 h 669441"/>
                <a:gd name="connsiteX80" fmla="*/ 779983 w 2915191"/>
                <a:gd name="connsiteY80" fmla="*/ 307879 h 669441"/>
                <a:gd name="connsiteX81" fmla="*/ 789733 w 2915191"/>
                <a:gd name="connsiteY81" fmla="*/ 306445 h 669441"/>
                <a:gd name="connsiteX82" fmla="*/ 799482 w 2915191"/>
                <a:gd name="connsiteY82" fmla="*/ 326407 h 669441"/>
                <a:gd name="connsiteX83" fmla="*/ 809232 w 2915191"/>
                <a:gd name="connsiteY83" fmla="*/ 286452 h 669441"/>
                <a:gd name="connsiteX84" fmla="*/ 818982 w 2915191"/>
                <a:gd name="connsiteY84" fmla="*/ 302317 h 669441"/>
                <a:gd name="connsiteX85" fmla="*/ 828732 w 2915191"/>
                <a:gd name="connsiteY85" fmla="*/ 302227 h 669441"/>
                <a:gd name="connsiteX86" fmla="*/ 838482 w 2915191"/>
                <a:gd name="connsiteY86" fmla="*/ 314960 h 669441"/>
                <a:gd name="connsiteX87" fmla="*/ 848232 w 2915191"/>
                <a:gd name="connsiteY87" fmla="*/ 389635 h 669441"/>
                <a:gd name="connsiteX88" fmla="*/ 857982 w 2915191"/>
                <a:gd name="connsiteY88" fmla="*/ 387461 h 669441"/>
                <a:gd name="connsiteX89" fmla="*/ 867732 w 2915191"/>
                <a:gd name="connsiteY89" fmla="*/ 388495 h 669441"/>
                <a:gd name="connsiteX90" fmla="*/ 877482 w 2915191"/>
                <a:gd name="connsiteY90" fmla="*/ 396501 h 669441"/>
                <a:gd name="connsiteX91" fmla="*/ 887231 w 2915191"/>
                <a:gd name="connsiteY91" fmla="*/ 432160 h 669441"/>
                <a:gd name="connsiteX92" fmla="*/ 896981 w 2915191"/>
                <a:gd name="connsiteY92" fmla="*/ 431436 h 669441"/>
                <a:gd name="connsiteX93" fmla="*/ 906730 w 2915191"/>
                <a:gd name="connsiteY93" fmla="*/ 450767 h 669441"/>
                <a:gd name="connsiteX94" fmla="*/ 916480 w 2915191"/>
                <a:gd name="connsiteY94" fmla="*/ 408511 h 669441"/>
                <a:gd name="connsiteX95" fmla="*/ 926230 w 2915191"/>
                <a:gd name="connsiteY95" fmla="*/ 402514 h 669441"/>
                <a:gd name="connsiteX96" fmla="*/ 935979 w 2915191"/>
                <a:gd name="connsiteY96" fmla="*/ 364882 h 669441"/>
                <a:gd name="connsiteX97" fmla="*/ 945729 w 2915191"/>
                <a:gd name="connsiteY97" fmla="*/ 385878 h 669441"/>
                <a:gd name="connsiteX98" fmla="*/ 955479 w 2915191"/>
                <a:gd name="connsiteY98" fmla="*/ 423660 h 669441"/>
                <a:gd name="connsiteX99" fmla="*/ 965229 w 2915191"/>
                <a:gd name="connsiteY99" fmla="*/ 423229 h 669441"/>
                <a:gd name="connsiteX100" fmla="*/ 974979 w 2915191"/>
                <a:gd name="connsiteY100" fmla="*/ 431314 h 669441"/>
                <a:gd name="connsiteX101" fmla="*/ 984729 w 2915191"/>
                <a:gd name="connsiteY101" fmla="*/ 460086 h 669441"/>
                <a:gd name="connsiteX102" fmla="*/ 994474 w 2915191"/>
                <a:gd name="connsiteY102" fmla="*/ 485826 h 669441"/>
                <a:gd name="connsiteX103" fmla="*/ 1004233 w 2915191"/>
                <a:gd name="connsiteY103" fmla="*/ 460676 h 669441"/>
                <a:gd name="connsiteX104" fmla="*/ 1013977 w 2915191"/>
                <a:gd name="connsiteY104" fmla="*/ 512105 h 669441"/>
                <a:gd name="connsiteX105" fmla="*/ 1023721 w 2915191"/>
                <a:gd name="connsiteY105" fmla="*/ 499041 h 669441"/>
                <a:gd name="connsiteX106" fmla="*/ 1033480 w 2915191"/>
                <a:gd name="connsiteY106" fmla="*/ 495233 h 669441"/>
                <a:gd name="connsiteX107" fmla="*/ 1043224 w 2915191"/>
                <a:gd name="connsiteY107" fmla="*/ 501625 h 669441"/>
                <a:gd name="connsiteX108" fmla="*/ 1052983 w 2915191"/>
                <a:gd name="connsiteY108" fmla="*/ 520599 h 669441"/>
                <a:gd name="connsiteX109" fmla="*/ 1062727 w 2915191"/>
                <a:gd name="connsiteY109" fmla="*/ 486912 h 669441"/>
                <a:gd name="connsiteX110" fmla="*/ 1072471 w 2915191"/>
                <a:gd name="connsiteY110" fmla="*/ 459020 h 669441"/>
                <a:gd name="connsiteX111" fmla="*/ 1082230 w 2915191"/>
                <a:gd name="connsiteY111" fmla="*/ 494053 h 669441"/>
                <a:gd name="connsiteX112" fmla="*/ 1091973 w 2915191"/>
                <a:gd name="connsiteY112" fmla="*/ 473922 h 669441"/>
                <a:gd name="connsiteX113" fmla="*/ 1101732 w 2915191"/>
                <a:gd name="connsiteY113" fmla="*/ 473165 h 669441"/>
                <a:gd name="connsiteX114" fmla="*/ 1111476 w 2915191"/>
                <a:gd name="connsiteY114" fmla="*/ 429913 h 669441"/>
                <a:gd name="connsiteX115" fmla="*/ 1121220 w 2915191"/>
                <a:gd name="connsiteY115" fmla="*/ 422389 h 669441"/>
                <a:gd name="connsiteX116" fmla="*/ 1130979 w 2915191"/>
                <a:gd name="connsiteY116" fmla="*/ 407504 h 669441"/>
                <a:gd name="connsiteX117" fmla="*/ 1140723 w 2915191"/>
                <a:gd name="connsiteY117" fmla="*/ 377624 h 669441"/>
                <a:gd name="connsiteX118" fmla="*/ 1150482 w 2915191"/>
                <a:gd name="connsiteY118" fmla="*/ 379204 h 669441"/>
                <a:gd name="connsiteX119" fmla="*/ 1160226 w 2915191"/>
                <a:gd name="connsiteY119" fmla="*/ 419752 h 669441"/>
                <a:gd name="connsiteX120" fmla="*/ 1169969 w 2915191"/>
                <a:gd name="connsiteY120" fmla="*/ 401405 h 669441"/>
                <a:gd name="connsiteX121" fmla="*/ 1179728 w 2915191"/>
                <a:gd name="connsiteY121" fmla="*/ 403442 h 669441"/>
                <a:gd name="connsiteX122" fmla="*/ 1189472 w 2915191"/>
                <a:gd name="connsiteY122" fmla="*/ 381515 h 669441"/>
                <a:gd name="connsiteX123" fmla="*/ 1199231 w 2915191"/>
                <a:gd name="connsiteY123" fmla="*/ 427562 h 669441"/>
                <a:gd name="connsiteX124" fmla="*/ 1208975 w 2915191"/>
                <a:gd name="connsiteY124" fmla="*/ 428799 h 669441"/>
                <a:gd name="connsiteX125" fmla="*/ 1218719 w 2915191"/>
                <a:gd name="connsiteY125" fmla="*/ 411856 h 669441"/>
                <a:gd name="connsiteX126" fmla="*/ 1228478 w 2915191"/>
                <a:gd name="connsiteY126" fmla="*/ 409156 h 669441"/>
                <a:gd name="connsiteX127" fmla="*/ 1238222 w 2915191"/>
                <a:gd name="connsiteY127" fmla="*/ 379736 h 669441"/>
                <a:gd name="connsiteX128" fmla="*/ 1247966 w 2915191"/>
                <a:gd name="connsiteY128" fmla="*/ 388792 h 669441"/>
                <a:gd name="connsiteX129" fmla="*/ 1257725 w 2915191"/>
                <a:gd name="connsiteY129" fmla="*/ 325759 h 669441"/>
                <a:gd name="connsiteX130" fmla="*/ 1267469 w 2915191"/>
                <a:gd name="connsiteY130" fmla="*/ 325379 h 669441"/>
                <a:gd name="connsiteX131" fmla="*/ 1277227 w 2915191"/>
                <a:gd name="connsiteY131" fmla="*/ 352126 h 669441"/>
                <a:gd name="connsiteX132" fmla="*/ 1286971 w 2915191"/>
                <a:gd name="connsiteY132" fmla="*/ 409969 h 669441"/>
                <a:gd name="connsiteX133" fmla="*/ 1296715 w 2915191"/>
                <a:gd name="connsiteY133" fmla="*/ 414871 h 669441"/>
                <a:gd name="connsiteX134" fmla="*/ 1306474 w 2915191"/>
                <a:gd name="connsiteY134" fmla="*/ 406827 h 669441"/>
                <a:gd name="connsiteX135" fmla="*/ 1316218 w 2915191"/>
                <a:gd name="connsiteY135" fmla="*/ 429813 h 669441"/>
                <a:gd name="connsiteX136" fmla="*/ 1325977 w 2915191"/>
                <a:gd name="connsiteY136" fmla="*/ 446332 h 669441"/>
                <a:gd name="connsiteX137" fmla="*/ 1335721 w 2915191"/>
                <a:gd name="connsiteY137" fmla="*/ 485439 h 669441"/>
                <a:gd name="connsiteX138" fmla="*/ 1345465 w 2915191"/>
                <a:gd name="connsiteY138" fmla="*/ 454312 h 669441"/>
                <a:gd name="connsiteX139" fmla="*/ 1355224 w 2915191"/>
                <a:gd name="connsiteY139" fmla="*/ 485136 h 669441"/>
                <a:gd name="connsiteX140" fmla="*/ 1364967 w 2915191"/>
                <a:gd name="connsiteY140" fmla="*/ 471422 h 669441"/>
                <a:gd name="connsiteX141" fmla="*/ 1374726 w 2915191"/>
                <a:gd name="connsiteY141" fmla="*/ 462329 h 669441"/>
                <a:gd name="connsiteX142" fmla="*/ 1384470 w 2915191"/>
                <a:gd name="connsiteY142" fmla="*/ 471815 h 669441"/>
                <a:gd name="connsiteX143" fmla="*/ 1394214 w 2915191"/>
                <a:gd name="connsiteY143" fmla="*/ 434481 h 669441"/>
                <a:gd name="connsiteX144" fmla="*/ 1403973 w 2915191"/>
                <a:gd name="connsiteY144" fmla="*/ 428589 h 669441"/>
                <a:gd name="connsiteX145" fmla="*/ 1413717 w 2915191"/>
                <a:gd name="connsiteY145" fmla="*/ 406435 h 669441"/>
                <a:gd name="connsiteX146" fmla="*/ 1423476 w 2915191"/>
                <a:gd name="connsiteY146" fmla="*/ 412225 h 669441"/>
                <a:gd name="connsiteX147" fmla="*/ 1433220 w 2915191"/>
                <a:gd name="connsiteY147" fmla="*/ 417137 h 669441"/>
                <a:gd name="connsiteX148" fmla="*/ 1442964 w 2915191"/>
                <a:gd name="connsiteY148" fmla="*/ 409592 h 669441"/>
                <a:gd name="connsiteX149" fmla="*/ 1452722 w 2915191"/>
                <a:gd name="connsiteY149" fmla="*/ 402697 h 669441"/>
                <a:gd name="connsiteX150" fmla="*/ 1462466 w 2915191"/>
                <a:gd name="connsiteY150" fmla="*/ 405912 h 669441"/>
                <a:gd name="connsiteX151" fmla="*/ 1472225 w 2915191"/>
                <a:gd name="connsiteY151" fmla="*/ 412148 h 669441"/>
                <a:gd name="connsiteX152" fmla="*/ 1481969 w 2915191"/>
                <a:gd name="connsiteY152" fmla="*/ 416214 h 669441"/>
                <a:gd name="connsiteX153" fmla="*/ 1491713 w 2915191"/>
                <a:gd name="connsiteY153" fmla="*/ 425776 h 669441"/>
                <a:gd name="connsiteX154" fmla="*/ 1501472 w 2915191"/>
                <a:gd name="connsiteY154" fmla="*/ 381994 h 669441"/>
                <a:gd name="connsiteX155" fmla="*/ 1511216 w 2915191"/>
                <a:gd name="connsiteY155" fmla="*/ 362857 h 669441"/>
                <a:gd name="connsiteX156" fmla="*/ 1520960 w 2915191"/>
                <a:gd name="connsiteY156" fmla="*/ 337168 h 669441"/>
                <a:gd name="connsiteX157" fmla="*/ 1530719 w 2915191"/>
                <a:gd name="connsiteY157" fmla="*/ 348018 h 669441"/>
                <a:gd name="connsiteX158" fmla="*/ 1540463 w 2915191"/>
                <a:gd name="connsiteY158" fmla="*/ 360897 h 669441"/>
                <a:gd name="connsiteX159" fmla="*/ 1550221 w 2915191"/>
                <a:gd name="connsiteY159" fmla="*/ 334872 h 669441"/>
                <a:gd name="connsiteX160" fmla="*/ 1559965 w 2915191"/>
                <a:gd name="connsiteY160" fmla="*/ 307569 h 669441"/>
                <a:gd name="connsiteX161" fmla="*/ 1569709 w 2915191"/>
                <a:gd name="connsiteY161" fmla="*/ 288760 h 669441"/>
                <a:gd name="connsiteX162" fmla="*/ 1579468 w 2915191"/>
                <a:gd name="connsiteY162" fmla="*/ 307107 h 669441"/>
                <a:gd name="connsiteX163" fmla="*/ 1589212 w 2915191"/>
                <a:gd name="connsiteY163" fmla="*/ 313551 h 669441"/>
                <a:gd name="connsiteX164" fmla="*/ 1598971 w 2915191"/>
                <a:gd name="connsiteY164" fmla="*/ 325147 h 669441"/>
                <a:gd name="connsiteX165" fmla="*/ 1608715 w 2915191"/>
                <a:gd name="connsiteY165" fmla="*/ 302081 h 669441"/>
                <a:gd name="connsiteX166" fmla="*/ 1618459 w 2915191"/>
                <a:gd name="connsiteY166" fmla="*/ 284229 h 669441"/>
                <a:gd name="connsiteX167" fmla="*/ 1628218 w 2915191"/>
                <a:gd name="connsiteY167" fmla="*/ 323585 h 669441"/>
                <a:gd name="connsiteX168" fmla="*/ 1637962 w 2915191"/>
                <a:gd name="connsiteY168" fmla="*/ 297717 h 669441"/>
                <a:gd name="connsiteX169" fmla="*/ 1647720 w 2915191"/>
                <a:gd name="connsiteY169" fmla="*/ 276777 h 669441"/>
                <a:gd name="connsiteX170" fmla="*/ 1657464 w 2915191"/>
                <a:gd name="connsiteY170" fmla="*/ 297196 h 669441"/>
                <a:gd name="connsiteX171" fmla="*/ 1667208 w 2915191"/>
                <a:gd name="connsiteY171" fmla="*/ 315419 h 669441"/>
                <a:gd name="connsiteX172" fmla="*/ 1676967 w 2915191"/>
                <a:gd name="connsiteY172" fmla="*/ 337779 h 669441"/>
                <a:gd name="connsiteX173" fmla="*/ 1686711 w 2915191"/>
                <a:gd name="connsiteY173" fmla="*/ 327162 h 669441"/>
                <a:gd name="connsiteX174" fmla="*/ 1696470 w 2915191"/>
                <a:gd name="connsiteY174" fmla="*/ 335525 h 669441"/>
                <a:gd name="connsiteX175" fmla="*/ 1706214 w 2915191"/>
                <a:gd name="connsiteY175" fmla="*/ 309491 h 669441"/>
                <a:gd name="connsiteX176" fmla="*/ 1715958 w 2915191"/>
                <a:gd name="connsiteY176" fmla="*/ 284924 h 669441"/>
                <a:gd name="connsiteX177" fmla="*/ 1725716 w 2915191"/>
                <a:gd name="connsiteY177" fmla="*/ 318545 h 669441"/>
                <a:gd name="connsiteX178" fmla="*/ 1735460 w 2915191"/>
                <a:gd name="connsiteY178" fmla="*/ 361542 h 669441"/>
                <a:gd name="connsiteX179" fmla="*/ 1745219 w 2915191"/>
                <a:gd name="connsiteY179" fmla="*/ 339485 h 669441"/>
                <a:gd name="connsiteX180" fmla="*/ 1754963 w 2915191"/>
                <a:gd name="connsiteY180" fmla="*/ 321000 h 669441"/>
                <a:gd name="connsiteX181" fmla="*/ 1764707 w 2915191"/>
                <a:gd name="connsiteY181" fmla="*/ 297774 h 669441"/>
                <a:gd name="connsiteX182" fmla="*/ 1774466 w 2915191"/>
                <a:gd name="connsiteY182" fmla="*/ 278964 h 669441"/>
                <a:gd name="connsiteX183" fmla="*/ 1784210 w 2915191"/>
                <a:gd name="connsiteY183" fmla="*/ 257948 h 669441"/>
                <a:gd name="connsiteX184" fmla="*/ 1793969 w 2915191"/>
                <a:gd name="connsiteY184" fmla="*/ 267720 h 669441"/>
                <a:gd name="connsiteX185" fmla="*/ 1803713 w 2915191"/>
                <a:gd name="connsiteY185" fmla="*/ 244878 h 669441"/>
                <a:gd name="connsiteX186" fmla="*/ 1813457 w 2915191"/>
                <a:gd name="connsiteY186" fmla="*/ 221305 h 669441"/>
                <a:gd name="connsiteX187" fmla="*/ 1823215 w 2915191"/>
                <a:gd name="connsiteY187" fmla="*/ 217317 h 669441"/>
                <a:gd name="connsiteX188" fmla="*/ 1832959 w 2915191"/>
                <a:gd name="connsiteY188" fmla="*/ 226266 h 669441"/>
                <a:gd name="connsiteX189" fmla="*/ 1842703 w 2915191"/>
                <a:gd name="connsiteY189" fmla="*/ 258415 h 669441"/>
                <a:gd name="connsiteX190" fmla="*/ 1852462 w 2915191"/>
                <a:gd name="connsiteY190" fmla="*/ 218738 h 669441"/>
                <a:gd name="connsiteX191" fmla="*/ 1862206 w 2915191"/>
                <a:gd name="connsiteY191" fmla="*/ 247879 h 669441"/>
                <a:gd name="connsiteX192" fmla="*/ 1871965 w 2915191"/>
                <a:gd name="connsiteY192" fmla="*/ 242250 h 669441"/>
                <a:gd name="connsiteX193" fmla="*/ 1881709 w 2915191"/>
                <a:gd name="connsiteY193" fmla="*/ 221578 h 669441"/>
                <a:gd name="connsiteX194" fmla="*/ 1891453 w 2915191"/>
                <a:gd name="connsiteY194" fmla="*/ 225659 h 669441"/>
                <a:gd name="connsiteX195" fmla="*/ 1901212 w 2915191"/>
                <a:gd name="connsiteY195" fmla="*/ 257349 h 669441"/>
                <a:gd name="connsiteX196" fmla="*/ 1910956 w 2915191"/>
                <a:gd name="connsiteY196" fmla="*/ 265930 h 669441"/>
                <a:gd name="connsiteX197" fmla="*/ 1920714 w 2915191"/>
                <a:gd name="connsiteY197" fmla="*/ 271950 h 669441"/>
                <a:gd name="connsiteX198" fmla="*/ 1930458 w 2915191"/>
                <a:gd name="connsiteY198" fmla="*/ 293221 h 669441"/>
                <a:gd name="connsiteX199" fmla="*/ 1940202 w 2915191"/>
                <a:gd name="connsiteY199" fmla="*/ 262843 h 669441"/>
                <a:gd name="connsiteX200" fmla="*/ 1949961 w 2915191"/>
                <a:gd name="connsiteY200" fmla="*/ 268538 h 669441"/>
                <a:gd name="connsiteX201" fmla="*/ 1959705 w 2915191"/>
                <a:gd name="connsiteY201" fmla="*/ 283826 h 669441"/>
                <a:gd name="connsiteX202" fmla="*/ 1969464 w 2915191"/>
                <a:gd name="connsiteY202" fmla="*/ 258174 h 669441"/>
                <a:gd name="connsiteX203" fmla="*/ 1979208 w 2915191"/>
                <a:gd name="connsiteY203" fmla="*/ 255026 h 669441"/>
                <a:gd name="connsiteX204" fmla="*/ 1988952 w 2915191"/>
                <a:gd name="connsiteY204" fmla="*/ 260051 h 669441"/>
                <a:gd name="connsiteX205" fmla="*/ 1998711 w 2915191"/>
                <a:gd name="connsiteY205" fmla="*/ 285871 h 669441"/>
                <a:gd name="connsiteX206" fmla="*/ 2008454 w 2915191"/>
                <a:gd name="connsiteY206" fmla="*/ 262301 h 669441"/>
                <a:gd name="connsiteX207" fmla="*/ 2018213 w 2915191"/>
                <a:gd name="connsiteY207" fmla="*/ 292060 h 669441"/>
                <a:gd name="connsiteX208" fmla="*/ 2027957 w 2915191"/>
                <a:gd name="connsiteY208" fmla="*/ 293722 h 669441"/>
                <a:gd name="connsiteX209" fmla="*/ 2037701 w 2915191"/>
                <a:gd name="connsiteY209" fmla="*/ 273161 h 669441"/>
                <a:gd name="connsiteX210" fmla="*/ 2047460 w 2915191"/>
                <a:gd name="connsiteY210" fmla="*/ 243338 h 669441"/>
                <a:gd name="connsiteX211" fmla="*/ 2057204 w 2915191"/>
                <a:gd name="connsiteY211" fmla="*/ 209380 h 669441"/>
                <a:gd name="connsiteX212" fmla="*/ 2066963 w 2915191"/>
                <a:gd name="connsiteY212" fmla="*/ 212299 h 669441"/>
                <a:gd name="connsiteX213" fmla="*/ 2076707 w 2915191"/>
                <a:gd name="connsiteY213" fmla="*/ 157220 h 669441"/>
                <a:gd name="connsiteX214" fmla="*/ 2086451 w 2915191"/>
                <a:gd name="connsiteY214" fmla="*/ 173972 h 669441"/>
                <a:gd name="connsiteX215" fmla="*/ 2096210 w 2915191"/>
                <a:gd name="connsiteY215" fmla="*/ 174875 h 669441"/>
                <a:gd name="connsiteX216" fmla="*/ 2105954 w 2915191"/>
                <a:gd name="connsiteY216" fmla="*/ 200813 h 669441"/>
                <a:gd name="connsiteX217" fmla="*/ 2115697 w 2915191"/>
                <a:gd name="connsiteY217" fmla="*/ 197821 h 669441"/>
                <a:gd name="connsiteX218" fmla="*/ 2125456 w 2915191"/>
                <a:gd name="connsiteY218" fmla="*/ 178679 h 669441"/>
                <a:gd name="connsiteX219" fmla="*/ 2135200 w 2915191"/>
                <a:gd name="connsiteY219" fmla="*/ 175275 h 669441"/>
                <a:gd name="connsiteX220" fmla="*/ 2144959 w 2915191"/>
                <a:gd name="connsiteY220" fmla="*/ 207498 h 669441"/>
                <a:gd name="connsiteX221" fmla="*/ 2154703 w 2915191"/>
                <a:gd name="connsiteY221" fmla="*/ 199505 h 669441"/>
                <a:gd name="connsiteX222" fmla="*/ 2164447 w 2915191"/>
                <a:gd name="connsiteY222" fmla="*/ 181666 h 669441"/>
                <a:gd name="connsiteX223" fmla="*/ 2174206 w 2915191"/>
                <a:gd name="connsiteY223" fmla="*/ 175358 h 669441"/>
                <a:gd name="connsiteX224" fmla="*/ 2183950 w 2915191"/>
                <a:gd name="connsiteY224" fmla="*/ 201482 h 669441"/>
                <a:gd name="connsiteX225" fmla="*/ 2193709 w 2915191"/>
                <a:gd name="connsiteY225" fmla="*/ 161371 h 669441"/>
                <a:gd name="connsiteX226" fmla="*/ 2203452 w 2915191"/>
                <a:gd name="connsiteY226" fmla="*/ 171644 h 669441"/>
                <a:gd name="connsiteX227" fmla="*/ 2213196 w 2915191"/>
                <a:gd name="connsiteY227" fmla="*/ 183764 h 669441"/>
                <a:gd name="connsiteX228" fmla="*/ 2222955 w 2915191"/>
                <a:gd name="connsiteY228" fmla="*/ 193194 h 669441"/>
                <a:gd name="connsiteX229" fmla="*/ 2232699 w 2915191"/>
                <a:gd name="connsiteY229" fmla="*/ 179935 h 669441"/>
                <a:gd name="connsiteX230" fmla="*/ 2242458 w 2915191"/>
                <a:gd name="connsiteY230" fmla="*/ 180981 h 669441"/>
                <a:gd name="connsiteX231" fmla="*/ 2252202 w 2915191"/>
                <a:gd name="connsiteY231" fmla="*/ 192127 h 669441"/>
                <a:gd name="connsiteX232" fmla="*/ 2261946 w 2915191"/>
                <a:gd name="connsiteY232" fmla="*/ 177559 h 669441"/>
                <a:gd name="connsiteX233" fmla="*/ 2271705 w 2915191"/>
                <a:gd name="connsiteY233" fmla="*/ 177909 h 669441"/>
                <a:gd name="connsiteX234" fmla="*/ 2281449 w 2915191"/>
                <a:gd name="connsiteY234" fmla="*/ 177293 h 669441"/>
                <a:gd name="connsiteX235" fmla="*/ 2291208 w 2915191"/>
                <a:gd name="connsiteY235" fmla="*/ 161471 h 669441"/>
                <a:gd name="connsiteX236" fmla="*/ 2300951 w 2915191"/>
                <a:gd name="connsiteY236" fmla="*/ 169457 h 669441"/>
                <a:gd name="connsiteX237" fmla="*/ 2310695 w 2915191"/>
                <a:gd name="connsiteY237" fmla="*/ 151990 h 669441"/>
                <a:gd name="connsiteX238" fmla="*/ 2320454 w 2915191"/>
                <a:gd name="connsiteY238" fmla="*/ 144599 h 669441"/>
                <a:gd name="connsiteX239" fmla="*/ 2330198 w 2915191"/>
                <a:gd name="connsiteY239" fmla="*/ 128334 h 669441"/>
                <a:gd name="connsiteX240" fmla="*/ 2339957 w 2915191"/>
                <a:gd name="connsiteY240" fmla="*/ 125154 h 669441"/>
                <a:gd name="connsiteX241" fmla="*/ 2349701 w 2915191"/>
                <a:gd name="connsiteY241" fmla="*/ 187687 h 669441"/>
                <a:gd name="connsiteX242" fmla="*/ 2359445 w 2915191"/>
                <a:gd name="connsiteY242" fmla="*/ 171469 h 669441"/>
                <a:gd name="connsiteX243" fmla="*/ 2369204 w 2915191"/>
                <a:gd name="connsiteY243" fmla="*/ 137103 h 669441"/>
                <a:gd name="connsiteX244" fmla="*/ 2378948 w 2915191"/>
                <a:gd name="connsiteY244" fmla="*/ 144936 h 669441"/>
                <a:gd name="connsiteX245" fmla="*/ 2388692 w 2915191"/>
                <a:gd name="connsiteY245" fmla="*/ 115044 h 669441"/>
                <a:gd name="connsiteX246" fmla="*/ 2398450 w 2915191"/>
                <a:gd name="connsiteY246" fmla="*/ 120274 h 669441"/>
                <a:gd name="connsiteX247" fmla="*/ 2408194 w 2915191"/>
                <a:gd name="connsiteY247" fmla="*/ 152551 h 669441"/>
                <a:gd name="connsiteX248" fmla="*/ 2417953 w 2915191"/>
                <a:gd name="connsiteY248" fmla="*/ 159388 h 669441"/>
                <a:gd name="connsiteX249" fmla="*/ 2427697 w 2915191"/>
                <a:gd name="connsiteY249" fmla="*/ 121017 h 669441"/>
                <a:gd name="connsiteX250" fmla="*/ 2437441 w 2915191"/>
                <a:gd name="connsiteY250" fmla="*/ 88686 h 669441"/>
                <a:gd name="connsiteX251" fmla="*/ 2447200 w 2915191"/>
                <a:gd name="connsiteY251" fmla="*/ 98110 h 669441"/>
                <a:gd name="connsiteX252" fmla="*/ 2456944 w 2915191"/>
                <a:gd name="connsiteY252" fmla="*/ 87518 h 669441"/>
                <a:gd name="connsiteX253" fmla="*/ 2466703 w 2915191"/>
                <a:gd name="connsiteY253" fmla="*/ 66888 h 669441"/>
                <a:gd name="connsiteX254" fmla="*/ 2476446 w 2915191"/>
                <a:gd name="connsiteY254" fmla="*/ 70305 h 669441"/>
                <a:gd name="connsiteX255" fmla="*/ 2486190 w 2915191"/>
                <a:gd name="connsiteY255" fmla="*/ 69021 h 669441"/>
                <a:gd name="connsiteX256" fmla="*/ 2495949 w 2915191"/>
                <a:gd name="connsiteY256" fmla="*/ 99259 h 669441"/>
                <a:gd name="connsiteX257" fmla="*/ 2505693 w 2915191"/>
                <a:gd name="connsiteY257" fmla="*/ 106888 h 669441"/>
                <a:gd name="connsiteX258" fmla="*/ 2515452 w 2915191"/>
                <a:gd name="connsiteY258" fmla="*/ 96218 h 669441"/>
                <a:gd name="connsiteX259" fmla="*/ 2525196 w 2915191"/>
                <a:gd name="connsiteY259" fmla="*/ 108010 h 669441"/>
                <a:gd name="connsiteX260" fmla="*/ 2534940 w 2915191"/>
                <a:gd name="connsiteY260" fmla="*/ 116774 h 669441"/>
                <a:gd name="connsiteX261" fmla="*/ 2544699 w 2915191"/>
                <a:gd name="connsiteY261" fmla="*/ 97575 h 669441"/>
                <a:gd name="connsiteX262" fmla="*/ 2554443 w 2915191"/>
                <a:gd name="connsiteY262" fmla="*/ 69873 h 669441"/>
                <a:gd name="connsiteX263" fmla="*/ 2564202 w 2915191"/>
                <a:gd name="connsiteY263" fmla="*/ 58431 h 669441"/>
                <a:gd name="connsiteX264" fmla="*/ 2573946 w 2915191"/>
                <a:gd name="connsiteY264" fmla="*/ 68954 h 669441"/>
                <a:gd name="connsiteX265" fmla="*/ 2583690 w 2915191"/>
                <a:gd name="connsiteY265" fmla="*/ 47014 h 669441"/>
                <a:gd name="connsiteX266" fmla="*/ 2593448 w 2915191"/>
                <a:gd name="connsiteY266" fmla="*/ 51458 h 669441"/>
                <a:gd name="connsiteX267" fmla="*/ 2603192 w 2915191"/>
                <a:gd name="connsiteY267" fmla="*/ 70886 h 669441"/>
                <a:gd name="connsiteX268" fmla="*/ 2612951 w 2915191"/>
                <a:gd name="connsiteY268" fmla="*/ 32323 h 669441"/>
                <a:gd name="connsiteX269" fmla="*/ 2622695 w 2915191"/>
                <a:gd name="connsiteY269" fmla="*/ 52248 h 669441"/>
                <a:gd name="connsiteX270" fmla="*/ 2632439 w 2915191"/>
                <a:gd name="connsiteY270" fmla="*/ 74493 h 669441"/>
                <a:gd name="connsiteX271" fmla="*/ 2642198 w 2915191"/>
                <a:gd name="connsiteY271" fmla="*/ 58708 h 669441"/>
                <a:gd name="connsiteX272" fmla="*/ 2651942 w 2915191"/>
                <a:gd name="connsiteY272" fmla="*/ 22705 h 669441"/>
                <a:gd name="connsiteX273" fmla="*/ 2661685 w 2915191"/>
                <a:gd name="connsiteY273" fmla="*/ 46366 h 669441"/>
                <a:gd name="connsiteX274" fmla="*/ 2671444 w 2915191"/>
                <a:gd name="connsiteY274" fmla="*/ 61762 h 669441"/>
                <a:gd name="connsiteX275" fmla="*/ 2681188 w 2915191"/>
                <a:gd name="connsiteY275" fmla="*/ 66350 h 669441"/>
                <a:gd name="connsiteX276" fmla="*/ 2690947 w 2915191"/>
                <a:gd name="connsiteY276" fmla="*/ 78036 h 669441"/>
                <a:gd name="connsiteX277" fmla="*/ 2700691 w 2915191"/>
                <a:gd name="connsiteY277" fmla="*/ 71178 h 669441"/>
                <a:gd name="connsiteX278" fmla="*/ 2710435 w 2915191"/>
                <a:gd name="connsiteY278" fmla="*/ 49278 h 669441"/>
                <a:gd name="connsiteX279" fmla="*/ 2720194 w 2915191"/>
                <a:gd name="connsiteY279" fmla="*/ 37045 h 669441"/>
                <a:gd name="connsiteX280" fmla="*/ 2729938 w 2915191"/>
                <a:gd name="connsiteY280" fmla="*/ 46200 h 669441"/>
                <a:gd name="connsiteX281" fmla="*/ 2739697 w 2915191"/>
                <a:gd name="connsiteY281" fmla="*/ 46640 h 669441"/>
                <a:gd name="connsiteX282" fmla="*/ 2749441 w 2915191"/>
                <a:gd name="connsiteY282" fmla="*/ 6478 h 669441"/>
                <a:gd name="connsiteX283" fmla="*/ 2759185 w 2915191"/>
                <a:gd name="connsiteY283" fmla="*/ 15790 h 669441"/>
                <a:gd name="connsiteX284" fmla="*/ 2768943 w 2915191"/>
                <a:gd name="connsiteY284" fmla="*/ 44029 h 669441"/>
                <a:gd name="connsiteX285" fmla="*/ 2778687 w 2915191"/>
                <a:gd name="connsiteY285" fmla="*/ 20059 h 669441"/>
                <a:gd name="connsiteX286" fmla="*/ 2788446 w 2915191"/>
                <a:gd name="connsiteY286" fmla="*/ 30676 h 669441"/>
                <a:gd name="connsiteX287" fmla="*/ 2798190 w 2915191"/>
                <a:gd name="connsiteY287" fmla="*/ 0 h 669441"/>
                <a:gd name="connsiteX288" fmla="*/ 2807934 w 2915191"/>
                <a:gd name="connsiteY288" fmla="*/ 20529 h 669441"/>
                <a:gd name="connsiteX289" fmla="*/ 2817693 w 2915191"/>
                <a:gd name="connsiteY289" fmla="*/ 46932 h 669441"/>
                <a:gd name="connsiteX290" fmla="*/ 2827437 w 2915191"/>
                <a:gd name="connsiteY290" fmla="*/ 66083 h 669441"/>
                <a:gd name="connsiteX291" fmla="*/ 2837196 w 2915191"/>
                <a:gd name="connsiteY291" fmla="*/ 69435 h 669441"/>
                <a:gd name="connsiteX292" fmla="*/ 2846940 w 2915191"/>
                <a:gd name="connsiteY292" fmla="*/ 112833 h 669441"/>
                <a:gd name="connsiteX293" fmla="*/ 2856684 w 2915191"/>
                <a:gd name="connsiteY293" fmla="*/ 135770 h 669441"/>
                <a:gd name="connsiteX294" fmla="*/ 2866442 w 2915191"/>
                <a:gd name="connsiteY294" fmla="*/ 98454 h 669441"/>
                <a:gd name="connsiteX295" fmla="*/ 2876186 w 2915191"/>
                <a:gd name="connsiteY295" fmla="*/ 81599 h 669441"/>
                <a:gd name="connsiteX296" fmla="*/ 2885945 w 2915191"/>
                <a:gd name="connsiteY296" fmla="*/ 74999 h 669441"/>
                <a:gd name="connsiteX297" fmla="*/ 2895689 w 2915191"/>
                <a:gd name="connsiteY297" fmla="*/ 45178 h 669441"/>
                <a:gd name="connsiteX298" fmla="*/ 2905433 w 2915191"/>
                <a:gd name="connsiteY298" fmla="*/ 35542 h 669441"/>
                <a:gd name="connsiteX299" fmla="*/ 2915192 w 2915191"/>
                <a:gd name="connsiteY299" fmla="*/ 41282 h 669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69441">
                  <a:moveTo>
                    <a:pt x="0" y="597208"/>
                  </a:moveTo>
                  <a:lnTo>
                    <a:pt x="9750" y="582906"/>
                  </a:lnTo>
                  <a:lnTo>
                    <a:pt x="19500" y="562860"/>
                  </a:lnTo>
                  <a:lnTo>
                    <a:pt x="29250" y="538880"/>
                  </a:lnTo>
                  <a:lnTo>
                    <a:pt x="39000" y="529130"/>
                  </a:lnTo>
                  <a:lnTo>
                    <a:pt x="48749" y="498852"/>
                  </a:lnTo>
                  <a:lnTo>
                    <a:pt x="58499" y="538999"/>
                  </a:lnTo>
                  <a:lnTo>
                    <a:pt x="68249" y="552521"/>
                  </a:lnTo>
                  <a:lnTo>
                    <a:pt x="77998" y="578005"/>
                  </a:lnTo>
                  <a:lnTo>
                    <a:pt x="87748" y="591539"/>
                  </a:lnTo>
                  <a:lnTo>
                    <a:pt x="97497" y="577097"/>
                  </a:lnTo>
                  <a:lnTo>
                    <a:pt x="107247" y="595176"/>
                  </a:lnTo>
                  <a:lnTo>
                    <a:pt x="116997" y="592833"/>
                  </a:lnTo>
                  <a:lnTo>
                    <a:pt x="126747" y="601260"/>
                  </a:lnTo>
                  <a:lnTo>
                    <a:pt x="136497" y="573343"/>
                  </a:lnTo>
                  <a:lnTo>
                    <a:pt x="146247" y="590406"/>
                  </a:lnTo>
                  <a:lnTo>
                    <a:pt x="155997" y="631660"/>
                  </a:lnTo>
                  <a:lnTo>
                    <a:pt x="165747" y="636093"/>
                  </a:lnTo>
                  <a:lnTo>
                    <a:pt x="175497" y="651626"/>
                  </a:lnTo>
                  <a:lnTo>
                    <a:pt x="185247" y="659267"/>
                  </a:lnTo>
                  <a:lnTo>
                    <a:pt x="194996" y="669441"/>
                  </a:lnTo>
                  <a:lnTo>
                    <a:pt x="204746" y="661811"/>
                  </a:lnTo>
                  <a:lnTo>
                    <a:pt x="214495" y="650430"/>
                  </a:lnTo>
                  <a:lnTo>
                    <a:pt x="224245" y="625733"/>
                  </a:lnTo>
                  <a:lnTo>
                    <a:pt x="233995" y="609666"/>
                  </a:lnTo>
                  <a:lnTo>
                    <a:pt x="243744" y="573779"/>
                  </a:lnTo>
                  <a:lnTo>
                    <a:pt x="253494" y="560522"/>
                  </a:lnTo>
                  <a:lnTo>
                    <a:pt x="263244" y="571091"/>
                  </a:lnTo>
                  <a:lnTo>
                    <a:pt x="272994" y="551525"/>
                  </a:lnTo>
                  <a:lnTo>
                    <a:pt x="282744" y="513733"/>
                  </a:lnTo>
                  <a:lnTo>
                    <a:pt x="292494" y="470686"/>
                  </a:lnTo>
                  <a:lnTo>
                    <a:pt x="302244" y="469062"/>
                  </a:lnTo>
                  <a:lnTo>
                    <a:pt x="311994" y="458916"/>
                  </a:lnTo>
                  <a:lnTo>
                    <a:pt x="321744" y="441132"/>
                  </a:lnTo>
                  <a:lnTo>
                    <a:pt x="331493" y="468668"/>
                  </a:lnTo>
                  <a:lnTo>
                    <a:pt x="341243" y="459400"/>
                  </a:lnTo>
                  <a:lnTo>
                    <a:pt x="350993" y="441436"/>
                  </a:lnTo>
                  <a:lnTo>
                    <a:pt x="360742" y="444615"/>
                  </a:lnTo>
                  <a:lnTo>
                    <a:pt x="370492" y="440432"/>
                  </a:lnTo>
                  <a:lnTo>
                    <a:pt x="380241" y="422641"/>
                  </a:lnTo>
                  <a:lnTo>
                    <a:pt x="389991" y="441151"/>
                  </a:lnTo>
                  <a:lnTo>
                    <a:pt x="399741" y="477992"/>
                  </a:lnTo>
                  <a:lnTo>
                    <a:pt x="409491" y="497420"/>
                  </a:lnTo>
                  <a:lnTo>
                    <a:pt x="419241" y="507354"/>
                  </a:lnTo>
                  <a:lnTo>
                    <a:pt x="428991" y="525153"/>
                  </a:lnTo>
                  <a:lnTo>
                    <a:pt x="438741" y="533720"/>
                  </a:lnTo>
                  <a:lnTo>
                    <a:pt x="448491" y="556267"/>
                  </a:lnTo>
                  <a:lnTo>
                    <a:pt x="458241" y="572975"/>
                  </a:lnTo>
                  <a:lnTo>
                    <a:pt x="467991" y="573924"/>
                  </a:lnTo>
                  <a:lnTo>
                    <a:pt x="477740" y="522361"/>
                  </a:lnTo>
                  <a:lnTo>
                    <a:pt x="487490" y="534345"/>
                  </a:lnTo>
                  <a:lnTo>
                    <a:pt x="497239" y="525252"/>
                  </a:lnTo>
                  <a:lnTo>
                    <a:pt x="506989" y="515372"/>
                  </a:lnTo>
                  <a:lnTo>
                    <a:pt x="516738" y="505902"/>
                  </a:lnTo>
                  <a:lnTo>
                    <a:pt x="526488" y="488994"/>
                  </a:lnTo>
                  <a:lnTo>
                    <a:pt x="536238" y="477028"/>
                  </a:lnTo>
                  <a:lnTo>
                    <a:pt x="545988" y="442212"/>
                  </a:lnTo>
                  <a:lnTo>
                    <a:pt x="555738" y="446155"/>
                  </a:lnTo>
                  <a:lnTo>
                    <a:pt x="565488" y="439600"/>
                  </a:lnTo>
                  <a:lnTo>
                    <a:pt x="575238" y="397731"/>
                  </a:lnTo>
                  <a:lnTo>
                    <a:pt x="584988" y="375229"/>
                  </a:lnTo>
                  <a:lnTo>
                    <a:pt x="594738" y="345126"/>
                  </a:lnTo>
                  <a:lnTo>
                    <a:pt x="604488" y="344902"/>
                  </a:lnTo>
                  <a:lnTo>
                    <a:pt x="614237" y="357318"/>
                  </a:lnTo>
                  <a:lnTo>
                    <a:pt x="623987" y="354770"/>
                  </a:lnTo>
                  <a:lnTo>
                    <a:pt x="633736" y="363449"/>
                  </a:lnTo>
                  <a:lnTo>
                    <a:pt x="643486" y="351482"/>
                  </a:lnTo>
                  <a:lnTo>
                    <a:pt x="653236" y="363653"/>
                  </a:lnTo>
                  <a:lnTo>
                    <a:pt x="662985" y="381596"/>
                  </a:lnTo>
                  <a:lnTo>
                    <a:pt x="672735" y="342350"/>
                  </a:lnTo>
                  <a:lnTo>
                    <a:pt x="682485" y="336328"/>
                  </a:lnTo>
                  <a:lnTo>
                    <a:pt x="692235" y="324317"/>
                  </a:lnTo>
                  <a:lnTo>
                    <a:pt x="701985" y="322405"/>
                  </a:lnTo>
                  <a:lnTo>
                    <a:pt x="711735" y="325643"/>
                  </a:lnTo>
                  <a:lnTo>
                    <a:pt x="721485" y="314076"/>
                  </a:lnTo>
                  <a:lnTo>
                    <a:pt x="731235" y="306909"/>
                  </a:lnTo>
                  <a:lnTo>
                    <a:pt x="740985" y="302203"/>
                  </a:lnTo>
                  <a:lnTo>
                    <a:pt x="750734" y="293607"/>
                  </a:lnTo>
                  <a:lnTo>
                    <a:pt x="760484" y="301198"/>
                  </a:lnTo>
                  <a:lnTo>
                    <a:pt x="770233" y="300343"/>
                  </a:lnTo>
                  <a:lnTo>
                    <a:pt x="779983" y="307879"/>
                  </a:lnTo>
                  <a:lnTo>
                    <a:pt x="789733" y="306445"/>
                  </a:lnTo>
                  <a:lnTo>
                    <a:pt x="799482" y="326407"/>
                  </a:lnTo>
                  <a:lnTo>
                    <a:pt x="809232" y="286452"/>
                  </a:lnTo>
                  <a:lnTo>
                    <a:pt x="818982" y="302317"/>
                  </a:lnTo>
                  <a:lnTo>
                    <a:pt x="828732" y="302227"/>
                  </a:lnTo>
                  <a:lnTo>
                    <a:pt x="838482" y="314960"/>
                  </a:lnTo>
                  <a:lnTo>
                    <a:pt x="848232" y="389635"/>
                  </a:lnTo>
                  <a:lnTo>
                    <a:pt x="857982" y="387461"/>
                  </a:lnTo>
                  <a:lnTo>
                    <a:pt x="867732" y="388495"/>
                  </a:lnTo>
                  <a:lnTo>
                    <a:pt x="877482" y="396501"/>
                  </a:lnTo>
                  <a:lnTo>
                    <a:pt x="887231" y="432160"/>
                  </a:lnTo>
                  <a:lnTo>
                    <a:pt x="896981" y="431436"/>
                  </a:lnTo>
                  <a:lnTo>
                    <a:pt x="906730" y="450767"/>
                  </a:lnTo>
                  <a:lnTo>
                    <a:pt x="916480" y="408511"/>
                  </a:lnTo>
                  <a:lnTo>
                    <a:pt x="926230" y="402514"/>
                  </a:lnTo>
                  <a:lnTo>
                    <a:pt x="935979" y="364882"/>
                  </a:lnTo>
                  <a:lnTo>
                    <a:pt x="945729" y="385878"/>
                  </a:lnTo>
                  <a:lnTo>
                    <a:pt x="955479" y="423660"/>
                  </a:lnTo>
                  <a:lnTo>
                    <a:pt x="965229" y="423229"/>
                  </a:lnTo>
                  <a:lnTo>
                    <a:pt x="974979" y="431314"/>
                  </a:lnTo>
                  <a:lnTo>
                    <a:pt x="984729" y="460086"/>
                  </a:lnTo>
                  <a:lnTo>
                    <a:pt x="994474" y="485826"/>
                  </a:lnTo>
                  <a:lnTo>
                    <a:pt x="1004233" y="460676"/>
                  </a:lnTo>
                  <a:lnTo>
                    <a:pt x="1013977" y="512105"/>
                  </a:lnTo>
                  <a:lnTo>
                    <a:pt x="1023721" y="499041"/>
                  </a:lnTo>
                  <a:lnTo>
                    <a:pt x="1033480" y="495233"/>
                  </a:lnTo>
                  <a:lnTo>
                    <a:pt x="1043224" y="501625"/>
                  </a:lnTo>
                  <a:lnTo>
                    <a:pt x="1052983" y="520599"/>
                  </a:lnTo>
                  <a:lnTo>
                    <a:pt x="1062727" y="486912"/>
                  </a:lnTo>
                  <a:lnTo>
                    <a:pt x="1072471" y="459020"/>
                  </a:lnTo>
                  <a:lnTo>
                    <a:pt x="1082230" y="494053"/>
                  </a:lnTo>
                  <a:lnTo>
                    <a:pt x="1091973" y="473922"/>
                  </a:lnTo>
                  <a:lnTo>
                    <a:pt x="1101732" y="473165"/>
                  </a:lnTo>
                  <a:lnTo>
                    <a:pt x="1111476" y="429913"/>
                  </a:lnTo>
                  <a:lnTo>
                    <a:pt x="1121220" y="422389"/>
                  </a:lnTo>
                  <a:lnTo>
                    <a:pt x="1130979" y="407504"/>
                  </a:lnTo>
                  <a:lnTo>
                    <a:pt x="1140723" y="377624"/>
                  </a:lnTo>
                  <a:lnTo>
                    <a:pt x="1150482" y="379204"/>
                  </a:lnTo>
                  <a:lnTo>
                    <a:pt x="1160226" y="419752"/>
                  </a:lnTo>
                  <a:lnTo>
                    <a:pt x="1169969" y="401405"/>
                  </a:lnTo>
                  <a:lnTo>
                    <a:pt x="1179728" y="403442"/>
                  </a:lnTo>
                  <a:lnTo>
                    <a:pt x="1189472" y="381515"/>
                  </a:lnTo>
                  <a:lnTo>
                    <a:pt x="1199231" y="427562"/>
                  </a:lnTo>
                  <a:lnTo>
                    <a:pt x="1208975" y="428799"/>
                  </a:lnTo>
                  <a:lnTo>
                    <a:pt x="1218719" y="411856"/>
                  </a:lnTo>
                  <a:lnTo>
                    <a:pt x="1228478" y="409156"/>
                  </a:lnTo>
                  <a:lnTo>
                    <a:pt x="1238222" y="379736"/>
                  </a:lnTo>
                  <a:lnTo>
                    <a:pt x="1247966" y="388792"/>
                  </a:lnTo>
                  <a:lnTo>
                    <a:pt x="1257725" y="325759"/>
                  </a:lnTo>
                  <a:lnTo>
                    <a:pt x="1267469" y="325379"/>
                  </a:lnTo>
                  <a:lnTo>
                    <a:pt x="1277227" y="352126"/>
                  </a:lnTo>
                  <a:lnTo>
                    <a:pt x="1286971" y="409969"/>
                  </a:lnTo>
                  <a:lnTo>
                    <a:pt x="1296715" y="414871"/>
                  </a:lnTo>
                  <a:lnTo>
                    <a:pt x="1306474" y="406827"/>
                  </a:lnTo>
                  <a:lnTo>
                    <a:pt x="1316218" y="429813"/>
                  </a:lnTo>
                  <a:lnTo>
                    <a:pt x="1325977" y="446332"/>
                  </a:lnTo>
                  <a:lnTo>
                    <a:pt x="1335721" y="485439"/>
                  </a:lnTo>
                  <a:lnTo>
                    <a:pt x="1345465" y="454312"/>
                  </a:lnTo>
                  <a:lnTo>
                    <a:pt x="1355224" y="485136"/>
                  </a:lnTo>
                  <a:lnTo>
                    <a:pt x="1364967" y="471422"/>
                  </a:lnTo>
                  <a:lnTo>
                    <a:pt x="1374726" y="462329"/>
                  </a:lnTo>
                  <a:lnTo>
                    <a:pt x="1384470" y="471815"/>
                  </a:lnTo>
                  <a:lnTo>
                    <a:pt x="1394214" y="434481"/>
                  </a:lnTo>
                  <a:lnTo>
                    <a:pt x="1403973" y="428589"/>
                  </a:lnTo>
                  <a:lnTo>
                    <a:pt x="1413717" y="406435"/>
                  </a:lnTo>
                  <a:lnTo>
                    <a:pt x="1423476" y="412225"/>
                  </a:lnTo>
                  <a:lnTo>
                    <a:pt x="1433220" y="417137"/>
                  </a:lnTo>
                  <a:lnTo>
                    <a:pt x="1442964" y="409592"/>
                  </a:lnTo>
                  <a:lnTo>
                    <a:pt x="1452722" y="402697"/>
                  </a:lnTo>
                  <a:lnTo>
                    <a:pt x="1462466" y="405912"/>
                  </a:lnTo>
                  <a:lnTo>
                    <a:pt x="1472225" y="412148"/>
                  </a:lnTo>
                  <a:lnTo>
                    <a:pt x="1481969" y="416214"/>
                  </a:lnTo>
                  <a:lnTo>
                    <a:pt x="1491713" y="425776"/>
                  </a:lnTo>
                  <a:lnTo>
                    <a:pt x="1501472" y="381994"/>
                  </a:lnTo>
                  <a:lnTo>
                    <a:pt x="1511216" y="362857"/>
                  </a:lnTo>
                  <a:lnTo>
                    <a:pt x="1520960" y="337168"/>
                  </a:lnTo>
                  <a:lnTo>
                    <a:pt x="1530719" y="348018"/>
                  </a:lnTo>
                  <a:lnTo>
                    <a:pt x="1540463" y="360897"/>
                  </a:lnTo>
                  <a:lnTo>
                    <a:pt x="1550221" y="334872"/>
                  </a:lnTo>
                  <a:lnTo>
                    <a:pt x="1559965" y="307569"/>
                  </a:lnTo>
                  <a:lnTo>
                    <a:pt x="1569709" y="288760"/>
                  </a:lnTo>
                  <a:lnTo>
                    <a:pt x="1579468" y="307107"/>
                  </a:lnTo>
                  <a:lnTo>
                    <a:pt x="1589212" y="313551"/>
                  </a:lnTo>
                  <a:lnTo>
                    <a:pt x="1598971" y="325147"/>
                  </a:lnTo>
                  <a:lnTo>
                    <a:pt x="1608715" y="302081"/>
                  </a:lnTo>
                  <a:lnTo>
                    <a:pt x="1618459" y="284229"/>
                  </a:lnTo>
                  <a:lnTo>
                    <a:pt x="1628218" y="323585"/>
                  </a:lnTo>
                  <a:lnTo>
                    <a:pt x="1637962" y="297717"/>
                  </a:lnTo>
                  <a:lnTo>
                    <a:pt x="1647720" y="276777"/>
                  </a:lnTo>
                  <a:lnTo>
                    <a:pt x="1657464" y="297196"/>
                  </a:lnTo>
                  <a:lnTo>
                    <a:pt x="1667208" y="315419"/>
                  </a:lnTo>
                  <a:lnTo>
                    <a:pt x="1676967" y="337779"/>
                  </a:lnTo>
                  <a:lnTo>
                    <a:pt x="1686711" y="327162"/>
                  </a:lnTo>
                  <a:lnTo>
                    <a:pt x="1696470" y="335525"/>
                  </a:lnTo>
                  <a:lnTo>
                    <a:pt x="1706214" y="309491"/>
                  </a:lnTo>
                  <a:lnTo>
                    <a:pt x="1715958" y="284924"/>
                  </a:lnTo>
                  <a:lnTo>
                    <a:pt x="1725716" y="318545"/>
                  </a:lnTo>
                  <a:lnTo>
                    <a:pt x="1735460" y="361542"/>
                  </a:lnTo>
                  <a:lnTo>
                    <a:pt x="1745219" y="339485"/>
                  </a:lnTo>
                  <a:lnTo>
                    <a:pt x="1754963" y="321000"/>
                  </a:lnTo>
                  <a:lnTo>
                    <a:pt x="1764707" y="297774"/>
                  </a:lnTo>
                  <a:lnTo>
                    <a:pt x="1774466" y="278964"/>
                  </a:lnTo>
                  <a:lnTo>
                    <a:pt x="1784210" y="257948"/>
                  </a:lnTo>
                  <a:lnTo>
                    <a:pt x="1793969" y="267720"/>
                  </a:lnTo>
                  <a:lnTo>
                    <a:pt x="1803713" y="244878"/>
                  </a:lnTo>
                  <a:lnTo>
                    <a:pt x="1813457" y="221305"/>
                  </a:lnTo>
                  <a:lnTo>
                    <a:pt x="1823215" y="217317"/>
                  </a:lnTo>
                  <a:lnTo>
                    <a:pt x="1832959" y="226266"/>
                  </a:lnTo>
                  <a:lnTo>
                    <a:pt x="1842703" y="258415"/>
                  </a:lnTo>
                  <a:lnTo>
                    <a:pt x="1852462" y="218738"/>
                  </a:lnTo>
                  <a:lnTo>
                    <a:pt x="1862206" y="247879"/>
                  </a:lnTo>
                  <a:lnTo>
                    <a:pt x="1871965" y="242250"/>
                  </a:lnTo>
                  <a:lnTo>
                    <a:pt x="1881709" y="221578"/>
                  </a:lnTo>
                  <a:lnTo>
                    <a:pt x="1891453" y="225659"/>
                  </a:lnTo>
                  <a:lnTo>
                    <a:pt x="1901212" y="257349"/>
                  </a:lnTo>
                  <a:lnTo>
                    <a:pt x="1910956" y="265930"/>
                  </a:lnTo>
                  <a:lnTo>
                    <a:pt x="1920714" y="271950"/>
                  </a:lnTo>
                  <a:lnTo>
                    <a:pt x="1930458" y="293221"/>
                  </a:lnTo>
                  <a:lnTo>
                    <a:pt x="1940202" y="262843"/>
                  </a:lnTo>
                  <a:lnTo>
                    <a:pt x="1949961" y="268538"/>
                  </a:lnTo>
                  <a:lnTo>
                    <a:pt x="1959705" y="283826"/>
                  </a:lnTo>
                  <a:lnTo>
                    <a:pt x="1969464" y="258174"/>
                  </a:lnTo>
                  <a:lnTo>
                    <a:pt x="1979208" y="255026"/>
                  </a:lnTo>
                  <a:lnTo>
                    <a:pt x="1988952" y="260051"/>
                  </a:lnTo>
                  <a:lnTo>
                    <a:pt x="1998711" y="285871"/>
                  </a:lnTo>
                  <a:lnTo>
                    <a:pt x="2008454" y="262301"/>
                  </a:lnTo>
                  <a:lnTo>
                    <a:pt x="2018213" y="292060"/>
                  </a:lnTo>
                  <a:lnTo>
                    <a:pt x="2027957" y="293722"/>
                  </a:lnTo>
                  <a:lnTo>
                    <a:pt x="2037701" y="273161"/>
                  </a:lnTo>
                  <a:lnTo>
                    <a:pt x="2047460" y="243338"/>
                  </a:lnTo>
                  <a:lnTo>
                    <a:pt x="2057204" y="209380"/>
                  </a:lnTo>
                  <a:lnTo>
                    <a:pt x="2066963" y="212299"/>
                  </a:lnTo>
                  <a:lnTo>
                    <a:pt x="2076707" y="157220"/>
                  </a:lnTo>
                  <a:lnTo>
                    <a:pt x="2086451" y="173972"/>
                  </a:lnTo>
                  <a:lnTo>
                    <a:pt x="2096210" y="174875"/>
                  </a:lnTo>
                  <a:lnTo>
                    <a:pt x="2105954" y="200813"/>
                  </a:lnTo>
                  <a:lnTo>
                    <a:pt x="2115697" y="197821"/>
                  </a:lnTo>
                  <a:lnTo>
                    <a:pt x="2125456" y="178679"/>
                  </a:lnTo>
                  <a:lnTo>
                    <a:pt x="2135200" y="175275"/>
                  </a:lnTo>
                  <a:lnTo>
                    <a:pt x="2144959" y="207498"/>
                  </a:lnTo>
                  <a:lnTo>
                    <a:pt x="2154703" y="199505"/>
                  </a:lnTo>
                  <a:lnTo>
                    <a:pt x="2164447" y="181666"/>
                  </a:lnTo>
                  <a:lnTo>
                    <a:pt x="2174206" y="175358"/>
                  </a:lnTo>
                  <a:lnTo>
                    <a:pt x="2183950" y="201482"/>
                  </a:lnTo>
                  <a:lnTo>
                    <a:pt x="2193709" y="161371"/>
                  </a:lnTo>
                  <a:lnTo>
                    <a:pt x="2203452" y="171644"/>
                  </a:lnTo>
                  <a:lnTo>
                    <a:pt x="2213196" y="183764"/>
                  </a:lnTo>
                  <a:lnTo>
                    <a:pt x="2222955" y="193194"/>
                  </a:lnTo>
                  <a:lnTo>
                    <a:pt x="2232699" y="179935"/>
                  </a:lnTo>
                  <a:lnTo>
                    <a:pt x="2242458" y="180981"/>
                  </a:lnTo>
                  <a:lnTo>
                    <a:pt x="2252202" y="192127"/>
                  </a:lnTo>
                  <a:lnTo>
                    <a:pt x="2261946" y="177559"/>
                  </a:lnTo>
                  <a:lnTo>
                    <a:pt x="2271705" y="177909"/>
                  </a:lnTo>
                  <a:lnTo>
                    <a:pt x="2281449" y="177293"/>
                  </a:lnTo>
                  <a:lnTo>
                    <a:pt x="2291208" y="161471"/>
                  </a:lnTo>
                  <a:lnTo>
                    <a:pt x="2300951" y="169457"/>
                  </a:lnTo>
                  <a:lnTo>
                    <a:pt x="2310695" y="151990"/>
                  </a:lnTo>
                  <a:lnTo>
                    <a:pt x="2320454" y="144599"/>
                  </a:lnTo>
                  <a:lnTo>
                    <a:pt x="2330198" y="128334"/>
                  </a:lnTo>
                  <a:lnTo>
                    <a:pt x="2339957" y="125154"/>
                  </a:lnTo>
                  <a:lnTo>
                    <a:pt x="2349701" y="187687"/>
                  </a:lnTo>
                  <a:lnTo>
                    <a:pt x="2359445" y="171469"/>
                  </a:lnTo>
                  <a:lnTo>
                    <a:pt x="2369204" y="137103"/>
                  </a:lnTo>
                  <a:lnTo>
                    <a:pt x="2378948" y="144936"/>
                  </a:lnTo>
                  <a:lnTo>
                    <a:pt x="2388692" y="115044"/>
                  </a:lnTo>
                  <a:lnTo>
                    <a:pt x="2398450" y="120274"/>
                  </a:lnTo>
                  <a:lnTo>
                    <a:pt x="2408194" y="152551"/>
                  </a:lnTo>
                  <a:lnTo>
                    <a:pt x="2417953" y="159388"/>
                  </a:lnTo>
                  <a:lnTo>
                    <a:pt x="2427697" y="121017"/>
                  </a:lnTo>
                  <a:lnTo>
                    <a:pt x="2437441" y="88686"/>
                  </a:lnTo>
                  <a:lnTo>
                    <a:pt x="2447200" y="98110"/>
                  </a:lnTo>
                  <a:lnTo>
                    <a:pt x="2456944" y="87518"/>
                  </a:lnTo>
                  <a:lnTo>
                    <a:pt x="2466703" y="66888"/>
                  </a:lnTo>
                  <a:lnTo>
                    <a:pt x="2476446" y="70305"/>
                  </a:lnTo>
                  <a:lnTo>
                    <a:pt x="2486190" y="69021"/>
                  </a:lnTo>
                  <a:lnTo>
                    <a:pt x="2495949" y="99259"/>
                  </a:lnTo>
                  <a:lnTo>
                    <a:pt x="2505693" y="106888"/>
                  </a:lnTo>
                  <a:lnTo>
                    <a:pt x="2515452" y="96218"/>
                  </a:lnTo>
                  <a:lnTo>
                    <a:pt x="2525196" y="108010"/>
                  </a:lnTo>
                  <a:lnTo>
                    <a:pt x="2534940" y="116774"/>
                  </a:lnTo>
                  <a:lnTo>
                    <a:pt x="2544699" y="97575"/>
                  </a:lnTo>
                  <a:lnTo>
                    <a:pt x="2554443" y="69873"/>
                  </a:lnTo>
                  <a:lnTo>
                    <a:pt x="2564202" y="58431"/>
                  </a:lnTo>
                  <a:lnTo>
                    <a:pt x="2573946" y="68954"/>
                  </a:lnTo>
                  <a:lnTo>
                    <a:pt x="2583690" y="47014"/>
                  </a:lnTo>
                  <a:lnTo>
                    <a:pt x="2593448" y="51458"/>
                  </a:lnTo>
                  <a:lnTo>
                    <a:pt x="2603192" y="70886"/>
                  </a:lnTo>
                  <a:lnTo>
                    <a:pt x="2612951" y="32323"/>
                  </a:lnTo>
                  <a:lnTo>
                    <a:pt x="2622695" y="52248"/>
                  </a:lnTo>
                  <a:lnTo>
                    <a:pt x="2632439" y="74493"/>
                  </a:lnTo>
                  <a:lnTo>
                    <a:pt x="2642198" y="58708"/>
                  </a:lnTo>
                  <a:lnTo>
                    <a:pt x="2651942" y="22705"/>
                  </a:lnTo>
                  <a:lnTo>
                    <a:pt x="2661685" y="46366"/>
                  </a:lnTo>
                  <a:lnTo>
                    <a:pt x="2671444" y="61762"/>
                  </a:lnTo>
                  <a:lnTo>
                    <a:pt x="2681188" y="66350"/>
                  </a:lnTo>
                  <a:lnTo>
                    <a:pt x="2690947" y="78036"/>
                  </a:lnTo>
                  <a:lnTo>
                    <a:pt x="2700691" y="71178"/>
                  </a:lnTo>
                  <a:lnTo>
                    <a:pt x="2710435" y="49278"/>
                  </a:lnTo>
                  <a:lnTo>
                    <a:pt x="2720194" y="37045"/>
                  </a:lnTo>
                  <a:lnTo>
                    <a:pt x="2729938" y="46200"/>
                  </a:lnTo>
                  <a:lnTo>
                    <a:pt x="2739697" y="46640"/>
                  </a:lnTo>
                  <a:lnTo>
                    <a:pt x="2749441" y="6478"/>
                  </a:lnTo>
                  <a:lnTo>
                    <a:pt x="2759185" y="15790"/>
                  </a:lnTo>
                  <a:lnTo>
                    <a:pt x="2768943" y="44029"/>
                  </a:lnTo>
                  <a:lnTo>
                    <a:pt x="2778687" y="20059"/>
                  </a:lnTo>
                  <a:lnTo>
                    <a:pt x="2788446" y="30676"/>
                  </a:lnTo>
                  <a:lnTo>
                    <a:pt x="2798190" y="0"/>
                  </a:lnTo>
                  <a:lnTo>
                    <a:pt x="2807934" y="20529"/>
                  </a:lnTo>
                  <a:lnTo>
                    <a:pt x="2817693" y="46932"/>
                  </a:lnTo>
                  <a:lnTo>
                    <a:pt x="2827437" y="66083"/>
                  </a:lnTo>
                  <a:lnTo>
                    <a:pt x="2837196" y="69435"/>
                  </a:lnTo>
                  <a:lnTo>
                    <a:pt x="2846940" y="112833"/>
                  </a:lnTo>
                  <a:lnTo>
                    <a:pt x="2856684" y="135770"/>
                  </a:lnTo>
                  <a:lnTo>
                    <a:pt x="2866442" y="98454"/>
                  </a:lnTo>
                  <a:lnTo>
                    <a:pt x="2876186" y="81599"/>
                  </a:lnTo>
                  <a:lnTo>
                    <a:pt x="2885945" y="74999"/>
                  </a:lnTo>
                  <a:lnTo>
                    <a:pt x="2895689" y="45178"/>
                  </a:lnTo>
                  <a:lnTo>
                    <a:pt x="2905433" y="35542"/>
                  </a:lnTo>
                  <a:lnTo>
                    <a:pt x="2915192" y="4128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9" name="Freeform 1218">
              <a:extLst>
                <a:ext uri="{FF2B5EF4-FFF2-40B4-BE49-F238E27FC236}">
                  <a16:creationId xmlns:a16="http://schemas.microsoft.com/office/drawing/2014/main" id="{48904E3D-1A5E-C08C-C7C0-F95D9575113D}"/>
                </a:ext>
              </a:extLst>
            </p:cNvPr>
            <p:cNvSpPr/>
            <p:nvPr/>
          </p:nvSpPr>
          <p:spPr>
            <a:xfrm>
              <a:off x="4426652" y="3489275"/>
              <a:ext cx="2915191" cy="422629"/>
            </a:xfrm>
            <a:custGeom>
              <a:avLst/>
              <a:gdLst>
                <a:gd name="connsiteX0" fmla="*/ 0 w 2915191"/>
                <a:gd name="connsiteY0" fmla="*/ 208867 h 422629"/>
                <a:gd name="connsiteX1" fmla="*/ 9750 w 2915191"/>
                <a:gd name="connsiteY1" fmla="*/ 204457 h 422629"/>
                <a:gd name="connsiteX2" fmla="*/ 19500 w 2915191"/>
                <a:gd name="connsiteY2" fmla="*/ 234675 h 422629"/>
                <a:gd name="connsiteX3" fmla="*/ 29250 w 2915191"/>
                <a:gd name="connsiteY3" fmla="*/ 229654 h 422629"/>
                <a:gd name="connsiteX4" fmla="*/ 39000 w 2915191"/>
                <a:gd name="connsiteY4" fmla="*/ 244437 h 422629"/>
                <a:gd name="connsiteX5" fmla="*/ 48749 w 2915191"/>
                <a:gd name="connsiteY5" fmla="*/ 266094 h 422629"/>
                <a:gd name="connsiteX6" fmla="*/ 58499 w 2915191"/>
                <a:gd name="connsiteY6" fmla="*/ 272815 h 422629"/>
                <a:gd name="connsiteX7" fmla="*/ 68249 w 2915191"/>
                <a:gd name="connsiteY7" fmla="*/ 289605 h 422629"/>
                <a:gd name="connsiteX8" fmla="*/ 77998 w 2915191"/>
                <a:gd name="connsiteY8" fmla="*/ 260163 h 422629"/>
                <a:gd name="connsiteX9" fmla="*/ 87748 w 2915191"/>
                <a:gd name="connsiteY9" fmla="*/ 235020 h 422629"/>
                <a:gd name="connsiteX10" fmla="*/ 97497 w 2915191"/>
                <a:gd name="connsiteY10" fmla="*/ 246265 h 422629"/>
                <a:gd name="connsiteX11" fmla="*/ 107247 w 2915191"/>
                <a:gd name="connsiteY11" fmla="*/ 242941 h 422629"/>
                <a:gd name="connsiteX12" fmla="*/ 116997 w 2915191"/>
                <a:gd name="connsiteY12" fmla="*/ 223723 h 422629"/>
                <a:gd name="connsiteX13" fmla="*/ 126747 w 2915191"/>
                <a:gd name="connsiteY13" fmla="*/ 232292 h 422629"/>
                <a:gd name="connsiteX14" fmla="*/ 136497 w 2915191"/>
                <a:gd name="connsiteY14" fmla="*/ 256763 h 422629"/>
                <a:gd name="connsiteX15" fmla="*/ 146247 w 2915191"/>
                <a:gd name="connsiteY15" fmla="*/ 237046 h 422629"/>
                <a:gd name="connsiteX16" fmla="*/ 155997 w 2915191"/>
                <a:gd name="connsiteY16" fmla="*/ 253037 h 422629"/>
                <a:gd name="connsiteX17" fmla="*/ 165747 w 2915191"/>
                <a:gd name="connsiteY17" fmla="*/ 225614 h 422629"/>
                <a:gd name="connsiteX18" fmla="*/ 175497 w 2915191"/>
                <a:gd name="connsiteY18" fmla="*/ 173621 h 422629"/>
                <a:gd name="connsiteX19" fmla="*/ 185247 w 2915191"/>
                <a:gd name="connsiteY19" fmla="*/ 162935 h 422629"/>
                <a:gd name="connsiteX20" fmla="*/ 194996 w 2915191"/>
                <a:gd name="connsiteY20" fmla="*/ 136385 h 422629"/>
                <a:gd name="connsiteX21" fmla="*/ 204746 w 2915191"/>
                <a:gd name="connsiteY21" fmla="*/ 141944 h 422629"/>
                <a:gd name="connsiteX22" fmla="*/ 214495 w 2915191"/>
                <a:gd name="connsiteY22" fmla="*/ 131853 h 422629"/>
                <a:gd name="connsiteX23" fmla="*/ 224245 w 2915191"/>
                <a:gd name="connsiteY23" fmla="*/ 143108 h 422629"/>
                <a:gd name="connsiteX24" fmla="*/ 233995 w 2915191"/>
                <a:gd name="connsiteY24" fmla="*/ 130076 h 422629"/>
                <a:gd name="connsiteX25" fmla="*/ 243744 w 2915191"/>
                <a:gd name="connsiteY25" fmla="*/ 148285 h 422629"/>
                <a:gd name="connsiteX26" fmla="*/ 253494 w 2915191"/>
                <a:gd name="connsiteY26" fmla="*/ 157591 h 422629"/>
                <a:gd name="connsiteX27" fmla="*/ 263244 w 2915191"/>
                <a:gd name="connsiteY27" fmla="*/ 157293 h 422629"/>
                <a:gd name="connsiteX28" fmla="*/ 272994 w 2915191"/>
                <a:gd name="connsiteY28" fmla="*/ 164349 h 422629"/>
                <a:gd name="connsiteX29" fmla="*/ 282744 w 2915191"/>
                <a:gd name="connsiteY29" fmla="*/ 153118 h 422629"/>
                <a:gd name="connsiteX30" fmla="*/ 292494 w 2915191"/>
                <a:gd name="connsiteY30" fmla="*/ 144423 h 422629"/>
                <a:gd name="connsiteX31" fmla="*/ 302244 w 2915191"/>
                <a:gd name="connsiteY31" fmla="*/ 91870 h 422629"/>
                <a:gd name="connsiteX32" fmla="*/ 311994 w 2915191"/>
                <a:gd name="connsiteY32" fmla="*/ 78582 h 422629"/>
                <a:gd name="connsiteX33" fmla="*/ 321744 w 2915191"/>
                <a:gd name="connsiteY33" fmla="*/ 77907 h 422629"/>
                <a:gd name="connsiteX34" fmla="*/ 331493 w 2915191"/>
                <a:gd name="connsiteY34" fmla="*/ 38842 h 422629"/>
                <a:gd name="connsiteX35" fmla="*/ 341243 w 2915191"/>
                <a:gd name="connsiteY35" fmla="*/ 40403 h 422629"/>
                <a:gd name="connsiteX36" fmla="*/ 350993 w 2915191"/>
                <a:gd name="connsiteY36" fmla="*/ 14805 h 422629"/>
                <a:gd name="connsiteX37" fmla="*/ 360742 w 2915191"/>
                <a:gd name="connsiteY37" fmla="*/ 46898 h 422629"/>
                <a:gd name="connsiteX38" fmla="*/ 370492 w 2915191"/>
                <a:gd name="connsiteY38" fmla="*/ 16620 h 422629"/>
                <a:gd name="connsiteX39" fmla="*/ 380241 w 2915191"/>
                <a:gd name="connsiteY39" fmla="*/ 0 h 422629"/>
                <a:gd name="connsiteX40" fmla="*/ 389991 w 2915191"/>
                <a:gd name="connsiteY40" fmla="*/ 26505 h 422629"/>
                <a:gd name="connsiteX41" fmla="*/ 399741 w 2915191"/>
                <a:gd name="connsiteY41" fmla="*/ 13217 h 422629"/>
                <a:gd name="connsiteX42" fmla="*/ 409491 w 2915191"/>
                <a:gd name="connsiteY42" fmla="*/ 19190 h 422629"/>
                <a:gd name="connsiteX43" fmla="*/ 419241 w 2915191"/>
                <a:gd name="connsiteY43" fmla="*/ 46360 h 422629"/>
                <a:gd name="connsiteX44" fmla="*/ 428991 w 2915191"/>
                <a:gd name="connsiteY44" fmla="*/ 48772 h 422629"/>
                <a:gd name="connsiteX45" fmla="*/ 438741 w 2915191"/>
                <a:gd name="connsiteY45" fmla="*/ 69857 h 422629"/>
                <a:gd name="connsiteX46" fmla="*/ 448491 w 2915191"/>
                <a:gd name="connsiteY46" fmla="*/ 88671 h 422629"/>
                <a:gd name="connsiteX47" fmla="*/ 458241 w 2915191"/>
                <a:gd name="connsiteY47" fmla="*/ 66800 h 422629"/>
                <a:gd name="connsiteX48" fmla="*/ 467991 w 2915191"/>
                <a:gd name="connsiteY48" fmla="*/ 52608 h 422629"/>
                <a:gd name="connsiteX49" fmla="*/ 477740 w 2915191"/>
                <a:gd name="connsiteY49" fmla="*/ 68267 h 422629"/>
                <a:gd name="connsiteX50" fmla="*/ 487490 w 2915191"/>
                <a:gd name="connsiteY50" fmla="*/ 70763 h 422629"/>
                <a:gd name="connsiteX51" fmla="*/ 497239 w 2915191"/>
                <a:gd name="connsiteY51" fmla="*/ 86983 h 422629"/>
                <a:gd name="connsiteX52" fmla="*/ 506989 w 2915191"/>
                <a:gd name="connsiteY52" fmla="*/ 96472 h 422629"/>
                <a:gd name="connsiteX53" fmla="*/ 516738 w 2915191"/>
                <a:gd name="connsiteY53" fmla="*/ 96550 h 422629"/>
                <a:gd name="connsiteX54" fmla="*/ 526488 w 2915191"/>
                <a:gd name="connsiteY54" fmla="*/ 119383 h 422629"/>
                <a:gd name="connsiteX55" fmla="*/ 536238 w 2915191"/>
                <a:gd name="connsiteY55" fmla="*/ 136476 h 422629"/>
                <a:gd name="connsiteX56" fmla="*/ 545988 w 2915191"/>
                <a:gd name="connsiteY56" fmla="*/ 91636 h 422629"/>
                <a:gd name="connsiteX57" fmla="*/ 555738 w 2915191"/>
                <a:gd name="connsiteY57" fmla="*/ 92305 h 422629"/>
                <a:gd name="connsiteX58" fmla="*/ 565488 w 2915191"/>
                <a:gd name="connsiteY58" fmla="*/ 88835 h 422629"/>
                <a:gd name="connsiteX59" fmla="*/ 575238 w 2915191"/>
                <a:gd name="connsiteY59" fmla="*/ 62978 h 422629"/>
                <a:gd name="connsiteX60" fmla="*/ 584988 w 2915191"/>
                <a:gd name="connsiteY60" fmla="*/ 70721 h 422629"/>
                <a:gd name="connsiteX61" fmla="*/ 594738 w 2915191"/>
                <a:gd name="connsiteY61" fmla="*/ 95604 h 422629"/>
                <a:gd name="connsiteX62" fmla="*/ 604488 w 2915191"/>
                <a:gd name="connsiteY62" fmla="*/ 99427 h 422629"/>
                <a:gd name="connsiteX63" fmla="*/ 614237 w 2915191"/>
                <a:gd name="connsiteY63" fmla="*/ 106482 h 422629"/>
                <a:gd name="connsiteX64" fmla="*/ 623987 w 2915191"/>
                <a:gd name="connsiteY64" fmla="*/ 126251 h 422629"/>
                <a:gd name="connsiteX65" fmla="*/ 633736 w 2915191"/>
                <a:gd name="connsiteY65" fmla="*/ 148044 h 422629"/>
                <a:gd name="connsiteX66" fmla="*/ 643486 w 2915191"/>
                <a:gd name="connsiteY66" fmla="*/ 142661 h 422629"/>
                <a:gd name="connsiteX67" fmla="*/ 653236 w 2915191"/>
                <a:gd name="connsiteY67" fmla="*/ 98365 h 422629"/>
                <a:gd name="connsiteX68" fmla="*/ 662985 w 2915191"/>
                <a:gd name="connsiteY68" fmla="*/ 87911 h 422629"/>
                <a:gd name="connsiteX69" fmla="*/ 672735 w 2915191"/>
                <a:gd name="connsiteY69" fmla="*/ 88439 h 422629"/>
                <a:gd name="connsiteX70" fmla="*/ 682485 w 2915191"/>
                <a:gd name="connsiteY70" fmla="*/ 109540 h 422629"/>
                <a:gd name="connsiteX71" fmla="*/ 692235 w 2915191"/>
                <a:gd name="connsiteY71" fmla="*/ 96347 h 422629"/>
                <a:gd name="connsiteX72" fmla="*/ 701985 w 2915191"/>
                <a:gd name="connsiteY72" fmla="*/ 88828 h 422629"/>
                <a:gd name="connsiteX73" fmla="*/ 711735 w 2915191"/>
                <a:gd name="connsiteY73" fmla="*/ 86100 h 422629"/>
                <a:gd name="connsiteX74" fmla="*/ 721485 w 2915191"/>
                <a:gd name="connsiteY74" fmla="*/ 77417 h 422629"/>
                <a:gd name="connsiteX75" fmla="*/ 731235 w 2915191"/>
                <a:gd name="connsiteY75" fmla="*/ 79631 h 422629"/>
                <a:gd name="connsiteX76" fmla="*/ 740985 w 2915191"/>
                <a:gd name="connsiteY76" fmla="*/ 115318 h 422629"/>
                <a:gd name="connsiteX77" fmla="*/ 750734 w 2915191"/>
                <a:gd name="connsiteY77" fmla="*/ 114554 h 422629"/>
                <a:gd name="connsiteX78" fmla="*/ 760484 w 2915191"/>
                <a:gd name="connsiteY78" fmla="*/ 128997 h 422629"/>
                <a:gd name="connsiteX79" fmla="*/ 770233 w 2915191"/>
                <a:gd name="connsiteY79" fmla="*/ 109452 h 422629"/>
                <a:gd name="connsiteX80" fmla="*/ 779983 w 2915191"/>
                <a:gd name="connsiteY80" fmla="*/ 126927 h 422629"/>
                <a:gd name="connsiteX81" fmla="*/ 789733 w 2915191"/>
                <a:gd name="connsiteY81" fmla="*/ 127126 h 422629"/>
                <a:gd name="connsiteX82" fmla="*/ 799482 w 2915191"/>
                <a:gd name="connsiteY82" fmla="*/ 116135 h 422629"/>
                <a:gd name="connsiteX83" fmla="*/ 809232 w 2915191"/>
                <a:gd name="connsiteY83" fmla="*/ 155273 h 422629"/>
                <a:gd name="connsiteX84" fmla="*/ 818982 w 2915191"/>
                <a:gd name="connsiteY84" fmla="*/ 139073 h 422629"/>
                <a:gd name="connsiteX85" fmla="*/ 828732 w 2915191"/>
                <a:gd name="connsiteY85" fmla="*/ 161231 h 422629"/>
                <a:gd name="connsiteX86" fmla="*/ 838482 w 2915191"/>
                <a:gd name="connsiteY86" fmla="*/ 149696 h 422629"/>
                <a:gd name="connsiteX87" fmla="*/ 848232 w 2915191"/>
                <a:gd name="connsiteY87" fmla="*/ 136975 h 422629"/>
                <a:gd name="connsiteX88" fmla="*/ 857982 w 2915191"/>
                <a:gd name="connsiteY88" fmla="*/ 144419 h 422629"/>
                <a:gd name="connsiteX89" fmla="*/ 867732 w 2915191"/>
                <a:gd name="connsiteY89" fmla="*/ 162372 h 422629"/>
                <a:gd name="connsiteX90" fmla="*/ 877482 w 2915191"/>
                <a:gd name="connsiteY90" fmla="*/ 184510 h 422629"/>
                <a:gd name="connsiteX91" fmla="*/ 887231 w 2915191"/>
                <a:gd name="connsiteY91" fmla="*/ 204202 h 422629"/>
                <a:gd name="connsiteX92" fmla="*/ 896981 w 2915191"/>
                <a:gd name="connsiteY92" fmla="*/ 215608 h 422629"/>
                <a:gd name="connsiteX93" fmla="*/ 906730 w 2915191"/>
                <a:gd name="connsiteY93" fmla="*/ 198311 h 422629"/>
                <a:gd name="connsiteX94" fmla="*/ 916480 w 2915191"/>
                <a:gd name="connsiteY94" fmla="*/ 212793 h 422629"/>
                <a:gd name="connsiteX95" fmla="*/ 926230 w 2915191"/>
                <a:gd name="connsiteY95" fmla="*/ 228784 h 422629"/>
                <a:gd name="connsiteX96" fmla="*/ 935979 w 2915191"/>
                <a:gd name="connsiteY96" fmla="*/ 234388 h 422629"/>
                <a:gd name="connsiteX97" fmla="*/ 945729 w 2915191"/>
                <a:gd name="connsiteY97" fmla="*/ 223224 h 422629"/>
                <a:gd name="connsiteX98" fmla="*/ 955479 w 2915191"/>
                <a:gd name="connsiteY98" fmla="*/ 244054 h 422629"/>
                <a:gd name="connsiteX99" fmla="*/ 965229 w 2915191"/>
                <a:gd name="connsiteY99" fmla="*/ 228443 h 422629"/>
                <a:gd name="connsiteX100" fmla="*/ 974979 w 2915191"/>
                <a:gd name="connsiteY100" fmla="*/ 220596 h 422629"/>
                <a:gd name="connsiteX101" fmla="*/ 984729 w 2915191"/>
                <a:gd name="connsiteY101" fmla="*/ 194797 h 422629"/>
                <a:gd name="connsiteX102" fmla="*/ 994474 w 2915191"/>
                <a:gd name="connsiteY102" fmla="*/ 192155 h 422629"/>
                <a:gd name="connsiteX103" fmla="*/ 1004233 w 2915191"/>
                <a:gd name="connsiteY103" fmla="*/ 174576 h 422629"/>
                <a:gd name="connsiteX104" fmla="*/ 1013977 w 2915191"/>
                <a:gd name="connsiteY104" fmla="*/ 180722 h 422629"/>
                <a:gd name="connsiteX105" fmla="*/ 1023721 w 2915191"/>
                <a:gd name="connsiteY105" fmla="*/ 187416 h 422629"/>
                <a:gd name="connsiteX106" fmla="*/ 1033480 w 2915191"/>
                <a:gd name="connsiteY106" fmla="*/ 182571 h 422629"/>
                <a:gd name="connsiteX107" fmla="*/ 1043224 w 2915191"/>
                <a:gd name="connsiteY107" fmla="*/ 195695 h 422629"/>
                <a:gd name="connsiteX108" fmla="*/ 1052983 w 2915191"/>
                <a:gd name="connsiteY108" fmla="*/ 195998 h 422629"/>
                <a:gd name="connsiteX109" fmla="*/ 1062727 w 2915191"/>
                <a:gd name="connsiteY109" fmla="*/ 187404 h 422629"/>
                <a:gd name="connsiteX110" fmla="*/ 1072471 w 2915191"/>
                <a:gd name="connsiteY110" fmla="*/ 185452 h 422629"/>
                <a:gd name="connsiteX111" fmla="*/ 1082230 w 2915191"/>
                <a:gd name="connsiteY111" fmla="*/ 167783 h 422629"/>
                <a:gd name="connsiteX112" fmla="*/ 1091973 w 2915191"/>
                <a:gd name="connsiteY112" fmla="*/ 159617 h 422629"/>
                <a:gd name="connsiteX113" fmla="*/ 1101732 w 2915191"/>
                <a:gd name="connsiteY113" fmla="*/ 174485 h 422629"/>
                <a:gd name="connsiteX114" fmla="*/ 1111476 w 2915191"/>
                <a:gd name="connsiteY114" fmla="*/ 132750 h 422629"/>
                <a:gd name="connsiteX115" fmla="*/ 1121220 w 2915191"/>
                <a:gd name="connsiteY115" fmla="*/ 109812 h 422629"/>
                <a:gd name="connsiteX116" fmla="*/ 1130979 w 2915191"/>
                <a:gd name="connsiteY116" fmla="*/ 131270 h 422629"/>
                <a:gd name="connsiteX117" fmla="*/ 1140723 w 2915191"/>
                <a:gd name="connsiteY117" fmla="*/ 107816 h 422629"/>
                <a:gd name="connsiteX118" fmla="*/ 1150482 w 2915191"/>
                <a:gd name="connsiteY118" fmla="*/ 114548 h 422629"/>
                <a:gd name="connsiteX119" fmla="*/ 1160226 w 2915191"/>
                <a:gd name="connsiteY119" fmla="*/ 97687 h 422629"/>
                <a:gd name="connsiteX120" fmla="*/ 1169969 w 2915191"/>
                <a:gd name="connsiteY120" fmla="*/ 123238 h 422629"/>
                <a:gd name="connsiteX121" fmla="*/ 1179728 w 2915191"/>
                <a:gd name="connsiteY121" fmla="*/ 130225 h 422629"/>
                <a:gd name="connsiteX122" fmla="*/ 1189472 w 2915191"/>
                <a:gd name="connsiteY122" fmla="*/ 154601 h 422629"/>
                <a:gd name="connsiteX123" fmla="*/ 1199231 w 2915191"/>
                <a:gd name="connsiteY123" fmla="*/ 150371 h 422629"/>
                <a:gd name="connsiteX124" fmla="*/ 1208975 w 2915191"/>
                <a:gd name="connsiteY124" fmla="*/ 125750 h 422629"/>
                <a:gd name="connsiteX125" fmla="*/ 1218719 w 2915191"/>
                <a:gd name="connsiteY125" fmla="*/ 111136 h 422629"/>
                <a:gd name="connsiteX126" fmla="*/ 1228478 w 2915191"/>
                <a:gd name="connsiteY126" fmla="*/ 121243 h 422629"/>
                <a:gd name="connsiteX127" fmla="*/ 1238222 w 2915191"/>
                <a:gd name="connsiteY127" fmla="*/ 147938 h 422629"/>
                <a:gd name="connsiteX128" fmla="*/ 1247966 w 2915191"/>
                <a:gd name="connsiteY128" fmla="*/ 180351 h 422629"/>
                <a:gd name="connsiteX129" fmla="*/ 1257725 w 2915191"/>
                <a:gd name="connsiteY129" fmla="*/ 209971 h 422629"/>
                <a:gd name="connsiteX130" fmla="*/ 1267469 w 2915191"/>
                <a:gd name="connsiteY130" fmla="*/ 215982 h 422629"/>
                <a:gd name="connsiteX131" fmla="*/ 1277227 w 2915191"/>
                <a:gd name="connsiteY131" fmla="*/ 204562 h 422629"/>
                <a:gd name="connsiteX132" fmla="*/ 1286971 w 2915191"/>
                <a:gd name="connsiteY132" fmla="*/ 197198 h 422629"/>
                <a:gd name="connsiteX133" fmla="*/ 1296715 w 2915191"/>
                <a:gd name="connsiteY133" fmla="*/ 217597 h 422629"/>
                <a:gd name="connsiteX134" fmla="*/ 1306474 w 2915191"/>
                <a:gd name="connsiteY134" fmla="*/ 211717 h 422629"/>
                <a:gd name="connsiteX135" fmla="*/ 1316218 w 2915191"/>
                <a:gd name="connsiteY135" fmla="*/ 238741 h 422629"/>
                <a:gd name="connsiteX136" fmla="*/ 1325977 w 2915191"/>
                <a:gd name="connsiteY136" fmla="*/ 242116 h 422629"/>
                <a:gd name="connsiteX137" fmla="*/ 1335721 w 2915191"/>
                <a:gd name="connsiteY137" fmla="*/ 211031 h 422629"/>
                <a:gd name="connsiteX138" fmla="*/ 1345465 w 2915191"/>
                <a:gd name="connsiteY138" fmla="*/ 226609 h 422629"/>
                <a:gd name="connsiteX139" fmla="*/ 1355224 w 2915191"/>
                <a:gd name="connsiteY139" fmla="*/ 237183 h 422629"/>
                <a:gd name="connsiteX140" fmla="*/ 1364967 w 2915191"/>
                <a:gd name="connsiteY140" fmla="*/ 215697 h 422629"/>
                <a:gd name="connsiteX141" fmla="*/ 1374726 w 2915191"/>
                <a:gd name="connsiteY141" fmla="*/ 222592 h 422629"/>
                <a:gd name="connsiteX142" fmla="*/ 1384470 w 2915191"/>
                <a:gd name="connsiteY142" fmla="*/ 221511 h 422629"/>
                <a:gd name="connsiteX143" fmla="*/ 1394214 w 2915191"/>
                <a:gd name="connsiteY143" fmla="*/ 205973 h 422629"/>
                <a:gd name="connsiteX144" fmla="*/ 1403973 w 2915191"/>
                <a:gd name="connsiteY144" fmla="*/ 248394 h 422629"/>
                <a:gd name="connsiteX145" fmla="*/ 1413717 w 2915191"/>
                <a:gd name="connsiteY145" fmla="*/ 239504 h 422629"/>
                <a:gd name="connsiteX146" fmla="*/ 1423476 w 2915191"/>
                <a:gd name="connsiteY146" fmla="*/ 223158 h 422629"/>
                <a:gd name="connsiteX147" fmla="*/ 1433220 w 2915191"/>
                <a:gd name="connsiteY147" fmla="*/ 217695 h 422629"/>
                <a:gd name="connsiteX148" fmla="*/ 1442964 w 2915191"/>
                <a:gd name="connsiteY148" fmla="*/ 189107 h 422629"/>
                <a:gd name="connsiteX149" fmla="*/ 1452722 w 2915191"/>
                <a:gd name="connsiteY149" fmla="*/ 180477 h 422629"/>
                <a:gd name="connsiteX150" fmla="*/ 1462466 w 2915191"/>
                <a:gd name="connsiteY150" fmla="*/ 164470 h 422629"/>
                <a:gd name="connsiteX151" fmla="*/ 1472225 w 2915191"/>
                <a:gd name="connsiteY151" fmla="*/ 189533 h 422629"/>
                <a:gd name="connsiteX152" fmla="*/ 1481969 w 2915191"/>
                <a:gd name="connsiteY152" fmla="*/ 182477 h 422629"/>
                <a:gd name="connsiteX153" fmla="*/ 1491713 w 2915191"/>
                <a:gd name="connsiteY153" fmla="*/ 192583 h 422629"/>
                <a:gd name="connsiteX154" fmla="*/ 1501472 w 2915191"/>
                <a:gd name="connsiteY154" fmla="*/ 149431 h 422629"/>
                <a:gd name="connsiteX155" fmla="*/ 1511216 w 2915191"/>
                <a:gd name="connsiteY155" fmla="*/ 140681 h 422629"/>
                <a:gd name="connsiteX156" fmla="*/ 1520960 w 2915191"/>
                <a:gd name="connsiteY156" fmla="*/ 163695 h 422629"/>
                <a:gd name="connsiteX157" fmla="*/ 1530719 w 2915191"/>
                <a:gd name="connsiteY157" fmla="*/ 180024 h 422629"/>
                <a:gd name="connsiteX158" fmla="*/ 1540463 w 2915191"/>
                <a:gd name="connsiteY158" fmla="*/ 199906 h 422629"/>
                <a:gd name="connsiteX159" fmla="*/ 1550221 w 2915191"/>
                <a:gd name="connsiteY159" fmla="*/ 214609 h 422629"/>
                <a:gd name="connsiteX160" fmla="*/ 1559965 w 2915191"/>
                <a:gd name="connsiteY160" fmla="*/ 226187 h 422629"/>
                <a:gd name="connsiteX161" fmla="*/ 1569709 w 2915191"/>
                <a:gd name="connsiteY161" fmla="*/ 208432 h 422629"/>
                <a:gd name="connsiteX162" fmla="*/ 1579468 w 2915191"/>
                <a:gd name="connsiteY162" fmla="*/ 194068 h 422629"/>
                <a:gd name="connsiteX163" fmla="*/ 1589212 w 2915191"/>
                <a:gd name="connsiteY163" fmla="*/ 188518 h 422629"/>
                <a:gd name="connsiteX164" fmla="*/ 1598971 w 2915191"/>
                <a:gd name="connsiteY164" fmla="*/ 191212 h 422629"/>
                <a:gd name="connsiteX165" fmla="*/ 1608715 w 2915191"/>
                <a:gd name="connsiteY165" fmla="*/ 167912 h 422629"/>
                <a:gd name="connsiteX166" fmla="*/ 1618459 w 2915191"/>
                <a:gd name="connsiteY166" fmla="*/ 177374 h 422629"/>
                <a:gd name="connsiteX167" fmla="*/ 1628218 w 2915191"/>
                <a:gd name="connsiteY167" fmla="*/ 193107 h 422629"/>
                <a:gd name="connsiteX168" fmla="*/ 1637962 w 2915191"/>
                <a:gd name="connsiteY168" fmla="*/ 212100 h 422629"/>
                <a:gd name="connsiteX169" fmla="*/ 1647720 w 2915191"/>
                <a:gd name="connsiteY169" fmla="*/ 185342 h 422629"/>
                <a:gd name="connsiteX170" fmla="*/ 1657464 w 2915191"/>
                <a:gd name="connsiteY170" fmla="*/ 190354 h 422629"/>
                <a:gd name="connsiteX171" fmla="*/ 1667208 w 2915191"/>
                <a:gd name="connsiteY171" fmla="*/ 208696 h 422629"/>
                <a:gd name="connsiteX172" fmla="*/ 1676967 w 2915191"/>
                <a:gd name="connsiteY172" fmla="*/ 175445 h 422629"/>
                <a:gd name="connsiteX173" fmla="*/ 1686711 w 2915191"/>
                <a:gd name="connsiteY173" fmla="*/ 168621 h 422629"/>
                <a:gd name="connsiteX174" fmla="*/ 1696470 w 2915191"/>
                <a:gd name="connsiteY174" fmla="*/ 186669 h 422629"/>
                <a:gd name="connsiteX175" fmla="*/ 1706214 w 2915191"/>
                <a:gd name="connsiteY175" fmla="*/ 184072 h 422629"/>
                <a:gd name="connsiteX176" fmla="*/ 1715958 w 2915191"/>
                <a:gd name="connsiteY176" fmla="*/ 210013 h 422629"/>
                <a:gd name="connsiteX177" fmla="*/ 1725716 w 2915191"/>
                <a:gd name="connsiteY177" fmla="*/ 178493 h 422629"/>
                <a:gd name="connsiteX178" fmla="*/ 1735460 w 2915191"/>
                <a:gd name="connsiteY178" fmla="*/ 202869 h 422629"/>
                <a:gd name="connsiteX179" fmla="*/ 1745219 w 2915191"/>
                <a:gd name="connsiteY179" fmla="*/ 188071 h 422629"/>
                <a:gd name="connsiteX180" fmla="*/ 1754963 w 2915191"/>
                <a:gd name="connsiteY180" fmla="*/ 192855 h 422629"/>
                <a:gd name="connsiteX181" fmla="*/ 1764707 w 2915191"/>
                <a:gd name="connsiteY181" fmla="*/ 197134 h 422629"/>
                <a:gd name="connsiteX182" fmla="*/ 1774466 w 2915191"/>
                <a:gd name="connsiteY182" fmla="*/ 231491 h 422629"/>
                <a:gd name="connsiteX183" fmla="*/ 1784210 w 2915191"/>
                <a:gd name="connsiteY183" fmla="*/ 225586 h 422629"/>
                <a:gd name="connsiteX184" fmla="*/ 1793969 w 2915191"/>
                <a:gd name="connsiteY184" fmla="*/ 223175 h 422629"/>
                <a:gd name="connsiteX185" fmla="*/ 1803713 w 2915191"/>
                <a:gd name="connsiteY185" fmla="*/ 220737 h 422629"/>
                <a:gd name="connsiteX186" fmla="*/ 1813457 w 2915191"/>
                <a:gd name="connsiteY186" fmla="*/ 229972 h 422629"/>
                <a:gd name="connsiteX187" fmla="*/ 1823215 w 2915191"/>
                <a:gd name="connsiteY187" fmla="*/ 214453 h 422629"/>
                <a:gd name="connsiteX188" fmla="*/ 1832959 w 2915191"/>
                <a:gd name="connsiteY188" fmla="*/ 224429 h 422629"/>
                <a:gd name="connsiteX189" fmla="*/ 1842703 w 2915191"/>
                <a:gd name="connsiteY189" fmla="*/ 227096 h 422629"/>
                <a:gd name="connsiteX190" fmla="*/ 1852462 w 2915191"/>
                <a:gd name="connsiteY190" fmla="*/ 231804 h 422629"/>
                <a:gd name="connsiteX191" fmla="*/ 1862206 w 2915191"/>
                <a:gd name="connsiteY191" fmla="*/ 240696 h 422629"/>
                <a:gd name="connsiteX192" fmla="*/ 1871965 w 2915191"/>
                <a:gd name="connsiteY192" fmla="*/ 248235 h 422629"/>
                <a:gd name="connsiteX193" fmla="*/ 1881709 w 2915191"/>
                <a:gd name="connsiteY193" fmla="*/ 269284 h 422629"/>
                <a:gd name="connsiteX194" fmla="*/ 1891453 w 2915191"/>
                <a:gd name="connsiteY194" fmla="*/ 262796 h 422629"/>
                <a:gd name="connsiteX195" fmla="*/ 1901212 w 2915191"/>
                <a:gd name="connsiteY195" fmla="*/ 289651 h 422629"/>
                <a:gd name="connsiteX196" fmla="*/ 1910956 w 2915191"/>
                <a:gd name="connsiteY196" fmla="*/ 294087 h 422629"/>
                <a:gd name="connsiteX197" fmla="*/ 1920714 w 2915191"/>
                <a:gd name="connsiteY197" fmla="*/ 287664 h 422629"/>
                <a:gd name="connsiteX198" fmla="*/ 1930458 w 2915191"/>
                <a:gd name="connsiteY198" fmla="*/ 276571 h 422629"/>
                <a:gd name="connsiteX199" fmla="*/ 1940202 w 2915191"/>
                <a:gd name="connsiteY199" fmla="*/ 243509 h 422629"/>
                <a:gd name="connsiteX200" fmla="*/ 1949961 w 2915191"/>
                <a:gd name="connsiteY200" fmla="*/ 279600 h 422629"/>
                <a:gd name="connsiteX201" fmla="*/ 1959705 w 2915191"/>
                <a:gd name="connsiteY201" fmla="*/ 283127 h 422629"/>
                <a:gd name="connsiteX202" fmla="*/ 1969464 w 2915191"/>
                <a:gd name="connsiteY202" fmla="*/ 300101 h 422629"/>
                <a:gd name="connsiteX203" fmla="*/ 1979208 w 2915191"/>
                <a:gd name="connsiteY203" fmla="*/ 297120 h 422629"/>
                <a:gd name="connsiteX204" fmla="*/ 1988952 w 2915191"/>
                <a:gd name="connsiteY204" fmla="*/ 295213 h 422629"/>
                <a:gd name="connsiteX205" fmla="*/ 1998711 w 2915191"/>
                <a:gd name="connsiteY205" fmla="*/ 302034 h 422629"/>
                <a:gd name="connsiteX206" fmla="*/ 2008454 w 2915191"/>
                <a:gd name="connsiteY206" fmla="*/ 281874 h 422629"/>
                <a:gd name="connsiteX207" fmla="*/ 2018213 w 2915191"/>
                <a:gd name="connsiteY207" fmla="*/ 228050 h 422629"/>
                <a:gd name="connsiteX208" fmla="*/ 2027957 w 2915191"/>
                <a:gd name="connsiteY208" fmla="*/ 216311 h 422629"/>
                <a:gd name="connsiteX209" fmla="*/ 2037701 w 2915191"/>
                <a:gd name="connsiteY209" fmla="*/ 216773 h 422629"/>
                <a:gd name="connsiteX210" fmla="*/ 2047460 w 2915191"/>
                <a:gd name="connsiteY210" fmla="*/ 248606 h 422629"/>
                <a:gd name="connsiteX211" fmla="*/ 2057204 w 2915191"/>
                <a:gd name="connsiteY211" fmla="*/ 248813 h 422629"/>
                <a:gd name="connsiteX212" fmla="*/ 2066963 w 2915191"/>
                <a:gd name="connsiteY212" fmla="*/ 284408 h 422629"/>
                <a:gd name="connsiteX213" fmla="*/ 2076707 w 2915191"/>
                <a:gd name="connsiteY213" fmla="*/ 253834 h 422629"/>
                <a:gd name="connsiteX214" fmla="*/ 2086451 w 2915191"/>
                <a:gd name="connsiteY214" fmla="*/ 265613 h 422629"/>
                <a:gd name="connsiteX215" fmla="*/ 2096210 w 2915191"/>
                <a:gd name="connsiteY215" fmla="*/ 257654 h 422629"/>
                <a:gd name="connsiteX216" fmla="*/ 2105954 w 2915191"/>
                <a:gd name="connsiteY216" fmla="*/ 237341 h 422629"/>
                <a:gd name="connsiteX217" fmla="*/ 2115697 w 2915191"/>
                <a:gd name="connsiteY217" fmla="*/ 239069 h 422629"/>
                <a:gd name="connsiteX218" fmla="*/ 2125456 w 2915191"/>
                <a:gd name="connsiteY218" fmla="*/ 255428 h 422629"/>
                <a:gd name="connsiteX219" fmla="*/ 2135200 w 2915191"/>
                <a:gd name="connsiteY219" fmla="*/ 272520 h 422629"/>
                <a:gd name="connsiteX220" fmla="*/ 2144959 w 2915191"/>
                <a:gd name="connsiteY220" fmla="*/ 268028 h 422629"/>
                <a:gd name="connsiteX221" fmla="*/ 2154703 w 2915191"/>
                <a:gd name="connsiteY221" fmla="*/ 237643 h 422629"/>
                <a:gd name="connsiteX222" fmla="*/ 2164447 w 2915191"/>
                <a:gd name="connsiteY222" fmla="*/ 210640 h 422629"/>
                <a:gd name="connsiteX223" fmla="*/ 2174206 w 2915191"/>
                <a:gd name="connsiteY223" fmla="*/ 239088 h 422629"/>
                <a:gd name="connsiteX224" fmla="*/ 2183950 w 2915191"/>
                <a:gd name="connsiteY224" fmla="*/ 245258 h 422629"/>
                <a:gd name="connsiteX225" fmla="*/ 2193709 w 2915191"/>
                <a:gd name="connsiteY225" fmla="*/ 260412 h 422629"/>
                <a:gd name="connsiteX226" fmla="*/ 2203452 w 2915191"/>
                <a:gd name="connsiteY226" fmla="*/ 267394 h 422629"/>
                <a:gd name="connsiteX227" fmla="*/ 2213196 w 2915191"/>
                <a:gd name="connsiteY227" fmla="*/ 274816 h 422629"/>
                <a:gd name="connsiteX228" fmla="*/ 2222955 w 2915191"/>
                <a:gd name="connsiteY228" fmla="*/ 293579 h 422629"/>
                <a:gd name="connsiteX229" fmla="*/ 2232699 w 2915191"/>
                <a:gd name="connsiteY229" fmla="*/ 308618 h 422629"/>
                <a:gd name="connsiteX230" fmla="*/ 2242458 w 2915191"/>
                <a:gd name="connsiteY230" fmla="*/ 289805 h 422629"/>
                <a:gd name="connsiteX231" fmla="*/ 2252202 w 2915191"/>
                <a:gd name="connsiteY231" fmla="*/ 270473 h 422629"/>
                <a:gd name="connsiteX232" fmla="*/ 2261946 w 2915191"/>
                <a:gd name="connsiteY232" fmla="*/ 293707 h 422629"/>
                <a:gd name="connsiteX233" fmla="*/ 2271705 w 2915191"/>
                <a:gd name="connsiteY233" fmla="*/ 294729 h 422629"/>
                <a:gd name="connsiteX234" fmla="*/ 2281449 w 2915191"/>
                <a:gd name="connsiteY234" fmla="*/ 308005 h 422629"/>
                <a:gd name="connsiteX235" fmla="*/ 2291208 w 2915191"/>
                <a:gd name="connsiteY235" fmla="*/ 313335 h 422629"/>
                <a:gd name="connsiteX236" fmla="*/ 2300951 w 2915191"/>
                <a:gd name="connsiteY236" fmla="*/ 310987 h 422629"/>
                <a:gd name="connsiteX237" fmla="*/ 2310695 w 2915191"/>
                <a:gd name="connsiteY237" fmla="*/ 330251 h 422629"/>
                <a:gd name="connsiteX238" fmla="*/ 2320454 w 2915191"/>
                <a:gd name="connsiteY238" fmla="*/ 335095 h 422629"/>
                <a:gd name="connsiteX239" fmla="*/ 2330198 w 2915191"/>
                <a:gd name="connsiteY239" fmla="*/ 326989 h 422629"/>
                <a:gd name="connsiteX240" fmla="*/ 2339957 w 2915191"/>
                <a:gd name="connsiteY240" fmla="*/ 303121 h 422629"/>
                <a:gd name="connsiteX241" fmla="*/ 2349701 w 2915191"/>
                <a:gd name="connsiteY241" fmla="*/ 278863 h 422629"/>
                <a:gd name="connsiteX242" fmla="*/ 2359445 w 2915191"/>
                <a:gd name="connsiteY242" fmla="*/ 267477 h 422629"/>
                <a:gd name="connsiteX243" fmla="*/ 2369204 w 2915191"/>
                <a:gd name="connsiteY243" fmla="*/ 251443 h 422629"/>
                <a:gd name="connsiteX244" fmla="*/ 2378948 w 2915191"/>
                <a:gd name="connsiteY244" fmla="*/ 271954 h 422629"/>
                <a:gd name="connsiteX245" fmla="*/ 2388692 w 2915191"/>
                <a:gd name="connsiteY245" fmla="*/ 263868 h 422629"/>
                <a:gd name="connsiteX246" fmla="*/ 2398450 w 2915191"/>
                <a:gd name="connsiteY246" fmla="*/ 222567 h 422629"/>
                <a:gd name="connsiteX247" fmla="*/ 2408194 w 2915191"/>
                <a:gd name="connsiteY247" fmla="*/ 196139 h 422629"/>
                <a:gd name="connsiteX248" fmla="*/ 2417953 w 2915191"/>
                <a:gd name="connsiteY248" fmla="*/ 199676 h 422629"/>
                <a:gd name="connsiteX249" fmla="*/ 2427697 w 2915191"/>
                <a:gd name="connsiteY249" fmla="*/ 213429 h 422629"/>
                <a:gd name="connsiteX250" fmla="*/ 2437441 w 2915191"/>
                <a:gd name="connsiteY250" fmla="*/ 219672 h 422629"/>
                <a:gd name="connsiteX251" fmla="*/ 2447200 w 2915191"/>
                <a:gd name="connsiteY251" fmla="*/ 245790 h 422629"/>
                <a:gd name="connsiteX252" fmla="*/ 2456944 w 2915191"/>
                <a:gd name="connsiteY252" fmla="*/ 247825 h 422629"/>
                <a:gd name="connsiteX253" fmla="*/ 2466703 w 2915191"/>
                <a:gd name="connsiteY253" fmla="*/ 274208 h 422629"/>
                <a:gd name="connsiteX254" fmla="*/ 2476446 w 2915191"/>
                <a:gd name="connsiteY254" fmla="*/ 297549 h 422629"/>
                <a:gd name="connsiteX255" fmla="*/ 2486190 w 2915191"/>
                <a:gd name="connsiteY255" fmla="*/ 308769 h 422629"/>
                <a:gd name="connsiteX256" fmla="*/ 2495949 w 2915191"/>
                <a:gd name="connsiteY256" fmla="*/ 339388 h 422629"/>
                <a:gd name="connsiteX257" fmla="*/ 2505693 w 2915191"/>
                <a:gd name="connsiteY257" fmla="*/ 337203 h 422629"/>
                <a:gd name="connsiteX258" fmla="*/ 2515452 w 2915191"/>
                <a:gd name="connsiteY258" fmla="*/ 310262 h 422629"/>
                <a:gd name="connsiteX259" fmla="*/ 2525196 w 2915191"/>
                <a:gd name="connsiteY259" fmla="*/ 319060 h 422629"/>
                <a:gd name="connsiteX260" fmla="*/ 2534940 w 2915191"/>
                <a:gd name="connsiteY260" fmla="*/ 361390 h 422629"/>
                <a:gd name="connsiteX261" fmla="*/ 2544699 w 2915191"/>
                <a:gd name="connsiteY261" fmla="*/ 334852 h 422629"/>
                <a:gd name="connsiteX262" fmla="*/ 2554443 w 2915191"/>
                <a:gd name="connsiteY262" fmla="*/ 328022 h 422629"/>
                <a:gd name="connsiteX263" fmla="*/ 2564202 w 2915191"/>
                <a:gd name="connsiteY263" fmla="*/ 378361 h 422629"/>
                <a:gd name="connsiteX264" fmla="*/ 2573946 w 2915191"/>
                <a:gd name="connsiteY264" fmla="*/ 387867 h 422629"/>
                <a:gd name="connsiteX265" fmla="*/ 2583690 w 2915191"/>
                <a:gd name="connsiteY265" fmla="*/ 399144 h 422629"/>
                <a:gd name="connsiteX266" fmla="*/ 2593448 w 2915191"/>
                <a:gd name="connsiteY266" fmla="*/ 378488 h 422629"/>
                <a:gd name="connsiteX267" fmla="*/ 2603192 w 2915191"/>
                <a:gd name="connsiteY267" fmla="*/ 394476 h 422629"/>
                <a:gd name="connsiteX268" fmla="*/ 2612951 w 2915191"/>
                <a:gd name="connsiteY268" fmla="*/ 403612 h 422629"/>
                <a:gd name="connsiteX269" fmla="*/ 2622695 w 2915191"/>
                <a:gd name="connsiteY269" fmla="*/ 422629 h 422629"/>
                <a:gd name="connsiteX270" fmla="*/ 2632439 w 2915191"/>
                <a:gd name="connsiteY270" fmla="*/ 393433 h 422629"/>
                <a:gd name="connsiteX271" fmla="*/ 2642198 w 2915191"/>
                <a:gd name="connsiteY271" fmla="*/ 402629 h 422629"/>
                <a:gd name="connsiteX272" fmla="*/ 2651942 w 2915191"/>
                <a:gd name="connsiteY272" fmla="*/ 401803 h 422629"/>
                <a:gd name="connsiteX273" fmla="*/ 2661685 w 2915191"/>
                <a:gd name="connsiteY273" fmla="*/ 399693 h 422629"/>
                <a:gd name="connsiteX274" fmla="*/ 2671444 w 2915191"/>
                <a:gd name="connsiteY274" fmla="*/ 375748 h 422629"/>
                <a:gd name="connsiteX275" fmla="*/ 2681188 w 2915191"/>
                <a:gd name="connsiteY275" fmla="*/ 375864 h 422629"/>
                <a:gd name="connsiteX276" fmla="*/ 2690947 w 2915191"/>
                <a:gd name="connsiteY276" fmla="*/ 384611 h 422629"/>
                <a:gd name="connsiteX277" fmla="*/ 2700691 w 2915191"/>
                <a:gd name="connsiteY277" fmla="*/ 354852 h 422629"/>
                <a:gd name="connsiteX278" fmla="*/ 2710435 w 2915191"/>
                <a:gd name="connsiteY278" fmla="*/ 310297 h 422629"/>
                <a:gd name="connsiteX279" fmla="*/ 2720194 w 2915191"/>
                <a:gd name="connsiteY279" fmla="*/ 301406 h 422629"/>
                <a:gd name="connsiteX280" fmla="*/ 2729938 w 2915191"/>
                <a:gd name="connsiteY280" fmla="*/ 333061 h 422629"/>
                <a:gd name="connsiteX281" fmla="*/ 2739697 w 2915191"/>
                <a:gd name="connsiteY281" fmla="*/ 349016 h 422629"/>
                <a:gd name="connsiteX282" fmla="*/ 2749441 w 2915191"/>
                <a:gd name="connsiteY282" fmla="*/ 339494 h 422629"/>
                <a:gd name="connsiteX283" fmla="*/ 2759185 w 2915191"/>
                <a:gd name="connsiteY283" fmla="*/ 334971 h 422629"/>
                <a:gd name="connsiteX284" fmla="*/ 2768943 w 2915191"/>
                <a:gd name="connsiteY284" fmla="*/ 330442 h 422629"/>
                <a:gd name="connsiteX285" fmla="*/ 2778687 w 2915191"/>
                <a:gd name="connsiteY285" fmla="*/ 323886 h 422629"/>
                <a:gd name="connsiteX286" fmla="*/ 2788446 w 2915191"/>
                <a:gd name="connsiteY286" fmla="*/ 286153 h 422629"/>
                <a:gd name="connsiteX287" fmla="*/ 2798190 w 2915191"/>
                <a:gd name="connsiteY287" fmla="*/ 298382 h 422629"/>
                <a:gd name="connsiteX288" fmla="*/ 2807934 w 2915191"/>
                <a:gd name="connsiteY288" fmla="*/ 322293 h 422629"/>
                <a:gd name="connsiteX289" fmla="*/ 2817693 w 2915191"/>
                <a:gd name="connsiteY289" fmla="*/ 337691 h 422629"/>
                <a:gd name="connsiteX290" fmla="*/ 2827437 w 2915191"/>
                <a:gd name="connsiteY290" fmla="*/ 316728 h 422629"/>
                <a:gd name="connsiteX291" fmla="*/ 2837196 w 2915191"/>
                <a:gd name="connsiteY291" fmla="*/ 329175 h 422629"/>
                <a:gd name="connsiteX292" fmla="*/ 2846940 w 2915191"/>
                <a:gd name="connsiteY292" fmla="*/ 336625 h 422629"/>
                <a:gd name="connsiteX293" fmla="*/ 2856684 w 2915191"/>
                <a:gd name="connsiteY293" fmla="*/ 364572 h 422629"/>
                <a:gd name="connsiteX294" fmla="*/ 2866442 w 2915191"/>
                <a:gd name="connsiteY294" fmla="*/ 365997 h 422629"/>
                <a:gd name="connsiteX295" fmla="*/ 2876186 w 2915191"/>
                <a:gd name="connsiteY295" fmla="*/ 375128 h 422629"/>
                <a:gd name="connsiteX296" fmla="*/ 2885945 w 2915191"/>
                <a:gd name="connsiteY296" fmla="*/ 338222 h 422629"/>
                <a:gd name="connsiteX297" fmla="*/ 2895689 w 2915191"/>
                <a:gd name="connsiteY297" fmla="*/ 322377 h 422629"/>
                <a:gd name="connsiteX298" fmla="*/ 2905433 w 2915191"/>
                <a:gd name="connsiteY298" fmla="*/ 305381 h 422629"/>
                <a:gd name="connsiteX299" fmla="*/ 2915192 w 2915191"/>
                <a:gd name="connsiteY299" fmla="*/ 316669 h 422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22629">
                  <a:moveTo>
                    <a:pt x="0" y="208867"/>
                  </a:moveTo>
                  <a:lnTo>
                    <a:pt x="9750" y="204457"/>
                  </a:lnTo>
                  <a:lnTo>
                    <a:pt x="19500" y="234675"/>
                  </a:lnTo>
                  <a:lnTo>
                    <a:pt x="29250" y="229654"/>
                  </a:lnTo>
                  <a:lnTo>
                    <a:pt x="39000" y="244437"/>
                  </a:lnTo>
                  <a:lnTo>
                    <a:pt x="48749" y="266094"/>
                  </a:lnTo>
                  <a:lnTo>
                    <a:pt x="58499" y="272815"/>
                  </a:lnTo>
                  <a:lnTo>
                    <a:pt x="68249" y="289605"/>
                  </a:lnTo>
                  <a:lnTo>
                    <a:pt x="77998" y="260163"/>
                  </a:lnTo>
                  <a:lnTo>
                    <a:pt x="87748" y="235020"/>
                  </a:lnTo>
                  <a:lnTo>
                    <a:pt x="97497" y="246265"/>
                  </a:lnTo>
                  <a:lnTo>
                    <a:pt x="107247" y="242941"/>
                  </a:lnTo>
                  <a:lnTo>
                    <a:pt x="116997" y="223723"/>
                  </a:lnTo>
                  <a:lnTo>
                    <a:pt x="126747" y="232292"/>
                  </a:lnTo>
                  <a:lnTo>
                    <a:pt x="136497" y="256763"/>
                  </a:lnTo>
                  <a:lnTo>
                    <a:pt x="146247" y="237046"/>
                  </a:lnTo>
                  <a:lnTo>
                    <a:pt x="155997" y="253037"/>
                  </a:lnTo>
                  <a:lnTo>
                    <a:pt x="165747" y="225614"/>
                  </a:lnTo>
                  <a:lnTo>
                    <a:pt x="175497" y="173621"/>
                  </a:lnTo>
                  <a:lnTo>
                    <a:pt x="185247" y="162935"/>
                  </a:lnTo>
                  <a:lnTo>
                    <a:pt x="194996" y="136385"/>
                  </a:lnTo>
                  <a:lnTo>
                    <a:pt x="204746" y="141944"/>
                  </a:lnTo>
                  <a:lnTo>
                    <a:pt x="214495" y="131853"/>
                  </a:lnTo>
                  <a:lnTo>
                    <a:pt x="224245" y="143108"/>
                  </a:lnTo>
                  <a:lnTo>
                    <a:pt x="233995" y="130076"/>
                  </a:lnTo>
                  <a:lnTo>
                    <a:pt x="243744" y="148285"/>
                  </a:lnTo>
                  <a:lnTo>
                    <a:pt x="253494" y="157591"/>
                  </a:lnTo>
                  <a:lnTo>
                    <a:pt x="263244" y="157293"/>
                  </a:lnTo>
                  <a:lnTo>
                    <a:pt x="272994" y="164349"/>
                  </a:lnTo>
                  <a:lnTo>
                    <a:pt x="282744" y="153118"/>
                  </a:lnTo>
                  <a:lnTo>
                    <a:pt x="292494" y="144423"/>
                  </a:lnTo>
                  <a:lnTo>
                    <a:pt x="302244" y="91870"/>
                  </a:lnTo>
                  <a:lnTo>
                    <a:pt x="311994" y="78582"/>
                  </a:lnTo>
                  <a:lnTo>
                    <a:pt x="321744" y="77907"/>
                  </a:lnTo>
                  <a:lnTo>
                    <a:pt x="331493" y="38842"/>
                  </a:lnTo>
                  <a:lnTo>
                    <a:pt x="341243" y="40403"/>
                  </a:lnTo>
                  <a:lnTo>
                    <a:pt x="350993" y="14805"/>
                  </a:lnTo>
                  <a:lnTo>
                    <a:pt x="360742" y="46898"/>
                  </a:lnTo>
                  <a:lnTo>
                    <a:pt x="370492" y="16620"/>
                  </a:lnTo>
                  <a:lnTo>
                    <a:pt x="380241" y="0"/>
                  </a:lnTo>
                  <a:lnTo>
                    <a:pt x="389991" y="26505"/>
                  </a:lnTo>
                  <a:lnTo>
                    <a:pt x="399741" y="13217"/>
                  </a:lnTo>
                  <a:lnTo>
                    <a:pt x="409491" y="19190"/>
                  </a:lnTo>
                  <a:lnTo>
                    <a:pt x="419241" y="46360"/>
                  </a:lnTo>
                  <a:lnTo>
                    <a:pt x="428991" y="48772"/>
                  </a:lnTo>
                  <a:lnTo>
                    <a:pt x="438741" y="69857"/>
                  </a:lnTo>
                  <a:lnTo>
                    <a:pt x="448491" y="88671"/>
                  </a:lnTo>
                  <a:lnTo>
                    <a:pt x="458241" y="66800"/>
                  </a:lnTo>
                  <a:lnTo>
                    <a:pt x="467991" y="52608"/>
                  </a:lnTo>
                  <a:lnTo>
                    <a:pt x="477740" y="68267"/>
                  </a:lnTo>
                  <a:lnTo>
                    <a:pt x="487490" y="70763"/>
                  </a:lnTo>
                  <a:lnTo>
                    <a:pt x="497239" y="86983"/>
                  </a:lnTo>
                  <a:lnTo>
                    <a:pt x="506989" y="96472"/>
                  </a:lnTo>
                  <a:lnTo>
                    <a:pt x="516738" y="96550"/>
                  </a:lnTo>
                  <a:lnTo>
                    <a:pt x="526488" y="119383"/>
                  </a:lnTo>
                  <a:lnTo>
                    <a:pt x="536238" y="136476"/>
                  </a:lnTo>
                  <a:lnTo>
                    <a:pt x="545988" y="91636"/>
                  </a:lnTo>
                  <a:lnTo>
                    <a:pt x="555738" y="92305"/>
                  </a:lnTo>
                  <a:lnTo>
                    <a:pt x="565488" y="88835"/>
                  </a:lnTo>
                  <a:lnTo>
                    <a:pt x="575238" y="62978"/>
                  </a:lnTo>
                  <a:lnTo>
                    <a:pt x="584988" y="70721"/>
                  </a:lnTo>
                  <a:lnTo>
                    <a:pt x="594738" y="95604"/>
                  </a:lnTo>
                  <a:lnTo>
                    <a:pt x="604488" y="99427"/>
                  </a:lnTo>
                  <a:lnTo>
                    <a:pt x="614237" y="106482"/>
                  </a:lnTo>
                  <a:lnTo>
                    <a:pt x="623987" y="126251"/>
                  </a:lnTo>
                  <a:lnTo>
                    <a:pt x="633736" y="148044"/>
                  </a:lnTo>
                  <a:lnTo>
                    <a:pt x="643486" y="142661"/>
                  </a:lnTo>
                  <a:lnTo>
                    <a:pt x="653236" y="98365"/>
                  </a:lnTo>
                  <a:lnTo>
                    <a:pt x="662985" y="87911"/>
                  </a:lnTo>
                  <a:lnTo>
                    <a:pt x="672735" y="88439"/>
                  </a:lnTo>
                  <a:lnTo>
                    <a:pt x="682485" y="109540"/>
                  </a:lnTo>
                  <a:lnTo>
                    <a:pt x="692235" y="96347"/>
                  </a:lnTo>
                  <a:lnTo>
                    <a:pt x="701985" y="88828"/>
                  </a:lnTo>
                  <a:lnTo>
                    <a:pt x="711735" y="86100"/>
                  </a:lnTo>
                  <a:lnTo>
                    <a:pt x="721485" y="77417"/>
                  </a:lnTo>
                  <a:lnTo>
                    <a:pt x="731235" y="79631"/>
                  </a:lnTo>
                  <a:lnTo>
                    <a:pt x="740985" y="115318"/>
                  </a:lnTo>
                  <a:lnTo>
                    <a:pt x="750734" y="114554"/>
                  </a:lnTo>
                  <a:lnTo>
                    <a:pt x="760484" y="128997"/>
                  </a:lnTo>
                  <a:lnTo>
                    <a:pt x="770233" y="109452"/>
                  </a:lnTo>
                  <a:lnTo>
                    <a:pt x="779983" y="126927"/>
                  </a:lnTo>
                  <a:lnTo>
                    <a:pt x="789733" y="127126"/>
                  </a:lnTo>
                  <a:lnTo>
                    <a:pt x="799482" y="116135"/>
                  </a:lnTo>
                  <a:lnTo>
                    <a:pt x="809232" y="155273"/>
                  </a:lnTo>
                  <a:lnTo>
                    <a:pt x="818982" y="139073"/>
                  </a:lnTo>
                  <a:lnTo>
                    <a:pt x="828732" y="161231"/>
                  </a:lnTo>
                  <a:lnTo>
                    <a:pt x="838482" y="149696"/>
                  </a:lnTo>
                  <a:lnTo>
                    <a:pt x="848232" y="136975"/>
                  </a:lnTo>
                  <a:lnTo>
                    <a:pt x="857982" y="144419"/>
                  </a:lnTo>
                  <a:lnTo>
                    <a:pt x="867732" y="162372"/>
                  </a:lnTo>
                  <a:lnTo>
                    <a:pt x="877482" y="184510"/>
                  </a:lnTo>
                  <a:lnTo>
                    <a:pt x="887231" y="204202"/>
                  </a:lnTo>
                  <a:lnTo>
                    <a:pt x="896981" y="215608"/>
                  </a:lnTo>
                  <a:lnTo>
                    <a:pt x="906730" y="198311"/>
                  </a:lnTo>
                  <a:lnTo>
                    <a:pt x="916480" y="212793"/>
                  </a:lnTo>
                  <a:lnTo>
                    <a:pt x="926230" y="228784"/>
                  </a:lnTo>
                  <a:lnTo>
                    <a:pt x="935979" y="234388"/>
                  </a:lnTo>
                  <a:lnTo>
                    <a:pt x="945729" y="223224"/>
                  </a:lnTo>
                  <a:lnTo>
                    <a:pt x="955479" y="244054"/>
                  </a:lnTo>
                  <a:lnTo>
                    <a:pt x="965229" y="228443"/>
                  </a:lnTo>
                  <a:lnTo>
                    <a:pt x="974979" y="220596"/>
                  </a:lnTo>
                  <a:lnTo>
                    <a:pt x="984729" y="194797"/>
                  </a:lnTo>
                  <a:lnTo>
                    <a:pt x="994474" y="192155"/>
                  </a:lnTo>
                  <a:lnTo>
                    <a:pt x="1004233" y="174576"/>
                  </a:lnTo>
                  <a:lnTo>
                    <a:pt x="1013977" y="180722"/>
                  </a:lnTo>
                  <a:lnTo>
                    <a:pt x="1023721" y="187416"/>
                  </a:lnTo>
                  <a:lnTo>
                    <a:pt x="1033480" y="182571"/>
                  </a:lnTo>
                  <a:lnTo>
                    <a:pt x="1043224" y="195695"/>
                  </a:lnTo>
                  <a:lnTo>
                    <a:pt x="1052983" y="195998"/>
                  </a:lnTo>
                  <a:lnTo>
                    <a:pt x="1062727" y="187404"/>
                  </a:lnTo>
                  <a:lnTo>
                    <a:pt x="1072471" y="185452"/>
                  </a:lnTo>
                  <a:lnTo>
                    <a:pt x="1082230" y="167783"/>
                  </a:lnTo>
                  <a:lnTo>
                    <a:pt x="1091973" y="159617"/>
                  </a:lnTo>
                  <a:lnTo>
                    <a:pt x="1101732" y="174485"/>
                  </a:lnTo>
                  <a:lnTo>
                    <a:pt x="1111476" y="132750"/>
                  </a:lnTo>
                  <a:lnTo>
                    <a:pt x="1121220" y="109812"/>
                  </a:lnTo>
                  <a:lnTo>
                    <a:pt x="1130979" y="131270"/>
                  </a:lnTo>
                  <a:lnTo>
                    <a:pt x="1140723" y="107816"/>
                  </a:lnTo>
                  <a:lnTo>
                    <a:pt x="1150482" y="114548"/>
                  </a:lnTo>
                  <a:lnTo>
                    <a:pt x="1160226" y="97687"/>
                  </a:lnTo>
                  <a:lnTo>
                    <a:pt x="1169969" y="123238"/>
                  </a:lnTo>
                  <a:lnTo>
                    <a:pt x="1179728" y="130225"/>
                  </a:lnTo>
                  <a:lnTo>
                    <a:pt x="1189472" y="154601"/>
                  </a:lnTo>
                  <a:lnTo>
                    <a:pt x="1199231" y="150371"/>
                  </a:lnTo>
                  <a:lnTo>
                    <a:pt x="1208975" y="125750"/>
                  </a:lnTo>
                  <a:lnTo>
                    <a:pt x="1218719" y="111136"/>
                  </a:lnTo>
                  <a:lnTo>
                    <a:pt x="1228478" y="121243"/>
                  </a:lnTo>
                  <a:lnTo>
                    <a:pt x="1238222" y="147938"/>
                  </a:lnTo>
                  <a:lnTo>
                    <a:pt x="1247966" y="180351"/>
                  </a:lnTo>
                  <a:lnTo>
                    <a:pt x="1257725" y="209971"/>
                  </a:lnTo>
                  <a:lnTo>
                    <a:pt x="1267469" y="215982"/>
                  </a:lnTo>
                  <a:lnTo>
                    <a:pt x="1277227" y="204562"/>
                  </a:lnTo>
                  <a:lnTo>
                    <a:pt x="1286971" y="197198"/>
                  </a:lnTo>
                  <a:lnTo>
                    <a:pt x="1296715" y="217597"/>
                  </a:lnTo>
                  <a:lnTo>
                    <a:pt x="1306474" y="211717"/>
                  </a:lnTo>
                  <a:lnTo>
                    <a:pt x="1316218" y="238741"/>
                  </a:lnTo>
                  <a:lnTo>
                    <a:pt x="1325977" y="242116"/>
                  </a:lnTo>
                  <a:lnTo>
                    <a:pt x="1335721" y="211031"/>
                  </a:lnTo>
                  <a:lnTo>
                    <a:pt x="1345465" y="226609"/>
                  </a:lnTo>
                  <a:lnTo>
                    <a:pt x="1355224" y="237183"/>
                  </a:lnTo>
                  <a:lnTo>
                    <a:pt x="1364967" y="215697"/>
                  </a:lnTo>
                  <a:lnTo>
                    <a:pt x="1374726" y="222592"/>
                  </a:lnTo>
                  <a:lnTo>
                    <a:pt x="1384470" y="221511"/>
                  </a:lnTo>
                  <a:lnTo>
                    <a:pt x="1394214" y="205973"/>
                  </a:lnTo>
                  <a:lnTo>
                    <a:pt x="1403973" y="248394"/>
                  </a:lnTo>
                  <a:lnTo>
                    <a:pt x="1413717" y="239504"/>
                  </a:lnTo>
                  <a:lnTo>
                    <a:pt x="1423476" y="223158"/>
                  </a:lnTo>
                  <a:lnTo>
                    <a:pt x="1433220" y="217695"/>
                  </a:lnTo>
                  <a:lnTo>
                    <a:pt x="1442964" y="189107"/>
                  </a:lnTo>
                  <a:lnTo>
                    <a:pt x="1452722" y="180477"/>
                  </a:lnTo>
                  <a:lnTo>
                    <a:pt x="1462466" y="164470"/>
                  </a:lnTo>
                  <a:lnTo>
                    <a:pt x="1472225" y="189533"/>
                  </a:lnTo>
                  <a:lnTo>
                    <a:pt x="1481969" y="182477"/>
                  </a:lnTo>
                  <a:lnTo>
                    <a:pt x="1491713" y="192583"/>
                  </a:lnTo>
                  <a:lnTo>
                    <a:pt x="1501472" y="149431"/>
                  </a:lnTo>
                  <a:lnTo>
                    <a:pt x="1511216" y="140681"/>
                  </a:lnTo>
                  <a:lnTo>
                    <a:pt x="1520960" y="163695"/>
                  </a:lnTo>
                  <a:lnTo>
                    <a:pt x="1530719" y="180024"/>
                  </a:lnTo>
                  <a:lnTo>
                    <a:pt x="1540463" y="199906"/>
                  </a:lnTo>
                  <a:lnTo>
                    <a:pt x="1550221" y="214609"/>
                  </a:lnTo>
                  <a:lnTo>
                    <a:pt x="1559965" y="226187"/>
                  </a:lnTo>
                  <a:lnTo>
                    <a:pt x="1569709" y="208432"/>
                  </a:lnTo>
                  <a:lnTo>
                    <a:pt x="1579468" y="194068"/>
                  </a:lnTo>
                  <a:lnTo>
                    <a:pt x="1589212" y="188518"/>
                  </a:lnTo>
                  <a:lnTo>
                    <a:pt x="1598971" y="191212"/>
                  </a:lnTo>
                  <a:lnTo>
                    <a:pt x="1608715" y="167912"/>
                  </a:lnTo>
                  <a:lnTo>
                    <a:pt x="1618459" y="177374"/>
                  </a:lnTo>
                  <a:lnTo>
                    <a:pt x="1628218" y="193107"/>
                  </a:lnTo>
                  <a:lnTo>
                    <a:pt x="1637962" y="212100"/>
                  </a:lnTo>
                  <a:lnTo>
                    <a:pt x="1647720" y="185342"/>
                  </a:lnTo>
                  <a:lnTo>
                    <a:pt x="1657464" y="190354"/>
                  </a:lnTo>
                  <a:lnTo>
                    <a:pt x="1667208" y="208696"/>
                  </a:lnTo>
                  <a:lnTo>
                    <a:pt x="1676967" y="175445"/>
                  </a:lnTo>
                  <a:lnTo>
                    <a:pt x="1686711" y="168621"/>
                  </a:lnTo>
                  <a:lnTo>
                    <a:pt x="1696470" y="186669"/>
                  </a:lnTo>
                  <a:lnTo>
                    <a:pt x="1706214" y="184072"/>
                  </a:lnTo>
                  <a:lnTo>
                    <a:pt x="1715958" y="210013"/>
                  </a:lnTo>
                  <a:lnTo>
                    <a:pt x="1725716" y="178493"/>
                  </a:lnTo>
                  <a:lnTo>
                    <a:pt x="1735460" y="202869"/>
                  </a:lnTo>
                  <a:lnTo>
                    <a:pt x="1745219" y="188071"/>
                  </a:lnTo>
                  <a:lnTo>
                    <a:pt x="1754963" y="192855"/>
                  </a:lnTo>
                  <a:lnTo>
                    <a:pt x="1764707" y="197134"/>
                  </a:lnTo>
                  <a:lnTo>
                    <a:pt x="1774466" y="231491"/>
                  </a:lnTo>
                  <a:lnTo>
                    <a:pt x="1784210" y="225586"/>
                  </a:lnTo>
                  <a:lnTo>
                    <a:pt x="1793969" y="223175"/>
                  </a:lnTo>
                  <a:lnTo>
                    <a:pt x="1803713" y="220737"/>
                  </a:lnTo>
                  <a:lnTo>
                    <a:pt x="1813457" y="229972"/>
                  </a:lnTo>
                  <a:lnTo>
                    <a:pt x="1823215" y="214453"/>
                  </a:lnTo>
                  <a:lnTo>
                    <a:pt x="1832959" y="224429"/>
                  </a:lnTo>
                  <a:lnTo>
                    <a:pt x="1842703" y="227096"/>
                  </a:lnTo>
                  <a:lnTo>
                    <a:pt x="1852462" y="231804"/>
                  </a:lnTo>
                  <a:lnTo>
                    <a:pt x="1862206" y="240696"/>
                  </a:lnTo>
                  <a:lnTo>
                    <a:pt x="1871965" y="248235"/>
                  </a:lnTo>
                  <a:lnTo>
                    <a:pt x="1881709" y="269284"/>
                  </a:lnTo>
                  <a:lnTo>
                    <a:pt x="1891453" y="262796"/>
                  </a:lnTo>
                  <a:lnTo>
                    <a:pt x="1901212" y="289651"/>
                  </a:lnTo>
                  <a:lnTo>
                    <a:pt x="1910956" y="294087"/>
                  </a:lnTo>
                  <a:lnTo>
                    <a:pt x="1920714" y="287664"/>
                  </a:lnTo>
                  <a:lnTo>
                    <a:pt x="1930458" y="276571"/>
                  </a:lnTo>
                  <a:lnTo>
                    <a:pt x="1940202" y="243509"/>
                  </a:lnTo>
                  <a:lnTo>
                    <a:pt x="1949961" y="279600"/>
                  </a:lnTo>
                  <a:lnTo>
                    <a:pt x="1959705" y="283127"/>
                  </a:lnTo>
                  <a:lnTo>
                    <a:pt x="1969464" y="300101"/>
                  </a:lnTo>
                  <a:lnTo>
                    <a:pt x="1979208" y="297120"/>
                  </a:lnTo>
                  <a:lnTo>
                    <a:pt x="1988952" y="295213"/>
                  </a:lnTo>
                  <a:lnTo>
                    <a:pt x="1998711" y="302034"/>
                  </a:lnTo>
                  <a:lnTo>
                    <a:pt x="2008454" y="281874"/>
                  </a:lnTo>
                  <a:lnTo>
                    <a:pt x="2018213" y="228050"/>
                  </a:lnTo>
                  <a:lnTo>
                    <a:pt x="2027957" y="216311"/>
                  </a:lnTo>
                  <a:lnTo>
                    <a:pt x="2037701" y="216773"/>
                  </a:lnTo>
                  <a:lnTo>
                    <a:pt x="2047460" y="248606"/>
                  </a:lnTo>
                  <a:lnTo>
                    <a:pt x="2057204" y="248813"/>
                  </a:lnTo>
                  <a:lnTo>
                    <a:pt x="2066963" y="284408"/>
                  </a:lnTo>
                  <a:lnTo>
                    <a:pt x="2076707" y="253834"/>
                  </a:lnTo>
                  <a:lnTo>
                    <a:pt x="2086451" y="265613"/>
                  </a:lnTo>
                  <a:lnTo>
                    <a:pt x="2096210" y="257654"/>
                  </a:lnTo>
                  <a:lnTo>
                    <a:pt x="2105954" y="237341"/>
                  </a:lnTo>
                  <a:lnTo>
                    <a:pt x="2115697" y="239069"/>
                  </a:lnTo>
                  <a:lnTo>
                    <a:pt x="2125456" y="255428"/>
                  </a:lnTo>
                  <a:lnTo>
                    <a:pt x="2135200" y="272520"/>
                  </a:lnTo>
                  <a:lnTo>
                    <a:pt x="2144959" y="268028"/>
                  </a:lnTo>
                  <a:lnTo>
                    <a:pt x="2154703" y="237643"/>
                  </a:lnTo>
                  <a:lnTo>
                    <a:pt x="2164447" y="210640"/>
                  </a:lnTo>
                  <a:lnTo>
                    <a:pt x="2174206" y="239088"/>
                  </a:lnTo>
                  <a:lnTo>
                    <a:pt x="2183950" y="245258"/>
                  </a:lnTo>
                  <a:lnTo>
                    <a:pt x="2193709" y="260412"/>
                  </a:lnTo>
                  <a:lnTo>
                    <a:pt x="2203452" y="267394"/>
                  </a:lnTo>
                  <a:lnTo>
                    <a:pt x="2213196" y="274816"/>
                  </a:lnTo>
                  <a:lnTo>
                    <a:pt x="2222955" y="293579"/>
                  </a:lnTo>
                  <a:lnTo>
                    <a:pt x="2232699" y="308618"/>
                  </a:lnTo>
                  <a:lnTo>
                    <a:pt x="2242458" y="289805"/>
                  </a:lnTo>
                  <a:lnTo>
                    <a:pt x="2252202" y="270473"/>
                  </a:lnTo>
                  <a:lnTo>
                    <a:pt x="2261946" y="293707"/>
                  </a:lnTo>
                  <a:lnTo>
                    <a:pt x="2271705" y="294729"/>
                  </a:lnTo>
                  <a:lnTo>
                    <a:pt x="2281449" y="308005"/>
                  </a:lnTo>
                  <a:lnTo>
                    <a:pt x="2291208" y="313335"/>
                  </a:lnTo>
                  <a:lnTo>
                    <a:pt x="2300951" y="310987"/>
                  </a:lnTo>
                  <a:lnTo>
                    <a:pt x="2310695" y="330251"/>
                  </a:lnTo>
                  <a:lnTo>
                    <a:pt x="2320454" y="335095"/>
                  </a:lnTo>
                  <a:lnTo>
                    <a:pt x="2330198" y="326989"/>
                  </a:lnTo>
                  <a:lnTo>
                    <a:pt x="2339957" y="303121"/>
                  </a:lnTo>
                  <a:lnTo>
                    <a:pt x="2349701" y="278863"/>
                  </a:lnTo>
                  <a:lnTo>
                    <a:pt x="2359445" y="267477"/>
                  </a:lnTo>
                  <a:lnTo>
                    <a:pt x="2369204" y="251443"/>
                  </a:lnTo>
                  <a:lnTo>
                    <a:pt x="2378948" y="271954"/>
                  </a:lnTo>
                  <a:lnTo>
                    <a:pt x="2388692" y="263868"/>
                  </a:lnTo>
                  <a:lnTo>
                    <a:pt x="2398450" y="222567"/>
                  </a:lnTo>
                  <a:lnTo>
                    <a:pt x="2408194" y="196139"/>
                  </a:lnTo>
                  <a:lnTo>
                    <a:pt x="2417953" y="199676"/>
                  </a:lnTo>
                  <a:lnTo>
                    <a:pt x="2427697" y="213429"/>
                  </a:lnTo>
                  <a:lnTo>
                    <a:pt x="2437441" y="219672"/>
                  </a:lnTo>
                  <a:lnTo>
                    <a:pt x="2447200" y="245790"/>
                  </a:lnTo>
                  <a:lnTo>
                    <a:pt x="2456944" y="247825"/>
                  </a:lnTo>
                  <a:lnTo>
                    <a:pt x="2466703" y="274208"/>
                  </a:lnTo>
                  <a:lnTo>
                    <a:pt x="2476446" y="297549"/>
                  </a:lnTo>
                  <a:lnTo>
                    <a:pt x="2486190" y="308769"/>
                  </a:lnTo>
                  <a:lnTo>
                    <a:pt x="2495949" y="339388"/>
                  </a:lnTo>
                  <a:lnTo>
                    <a:pt x="2505693" y="337203"/>
                  </a:lnTo>
                  <a:lnTo>
                    <a:pt x="2515452" y="310262"/>
                  </a:lnTo>
                  <a:lnTo>
                    <a:pt x="2525196" y="319060"/>
                  </a:lnTo>
                  <a:lnTo>
                    <a:pt x="2534940" y="361390"/>
                  </a:lnTo>
                  <a:lnTo>
                    <a:pt x="2544699" y="334852"/>
                  </a:lnTo>
                  <a:lnTo>
                    <a:pt x="2554443" y="328022"/>
                  </a:lnTo>
                  <a:lnTo>
                    <a:pt x="2564202" y="378361"/>
                  </a:lnTo>
                  <a:lnTo>
                    <a:pt x="2573946" y="387867"/>
                  </a:lnTo>
                  <a:lnTo>
                    <a:pt x="2583690" y="399144"/>
                  </a:lnTo>
                  <a:lnTo>
                    <a:pt x="2593448" y="378488"/>
                  </a:lnTo>
                  <a:lnTo>
                    <a:pt x="2603192" y="394476"/>
                  </a:lnTo>
                  <a:lnTo>
                    <a:pt x="2612951" y="403612"/>
                  </a:lnTo>
                  <a:lnTo>
                    <a:pt x="2622695" y="422629"/>
                  </a:lnTo>
                  <a:lnTo>
                    <a:pt x="2632439" y="393433"/>
                  </a:lnTo>
                  <a:lnTo>
                    <a:pt x="2642198" y="402629"/>
                  </a:lnTo>
                  <a:lnTo>
                    <a:pt x="2651942" y="401803"/>
                  </a:lnTo>
                  <a:lnTo>
                    <a:pt x="2661685" y="399693"/>
                  </a:lnTo>
                  <a:lnTo>
                    <a:pt x="2671444" y="375748"/>
                  </a:lnTo>
                  <a:lnTo>
                    <a:pt x="2681188" y="375864"/>
                  </a:lnTo>
                  <a:lnTo>
                    <a:pt x="2690947" y="384611"/>
                  </a:lnTo>
                  <a:lnTo>
                    <a:pt x="2700691" y="354852"/>
                  </a:lnTo>
                  <a:lnTo>
                    <a:pt x="2710435" y="310297"/>
                  </a:lnTo>
                  <a:lnTo>
                    <a:pt x="2720194" y="301406"/>
                  </a:lnTo>
                  <a:lnTo>
                    <a:pt x="2729938" y="333061"/>
                  </a:lnTo>
                  <a:lnTo>
                    <a:pt x="2739697" y="349016"/>
                  </a:lnTo>
                  <a:lnTo>
                    <a:pt x="2749441" y="339494"/>
                  </a:lnTo>
                  <a:lnTo>
                    <a:pt x="2759185" y="334971"/>
                  </a:lnTo>
                  <a:lnTo>
                    <a:pt x="2768943" y="330442"/>
                  </a:lnTo>
                  <a:lnTo>
                    <a:pt x="2778687" y="323886"/>
                  </a:lnTo>
                  <a:lnTo>
                    <a:pt x="2788446" y="286153"/>
                  </a:lnTo>
                  <a:lnTo>
                    <a:pt x="2798190" y="298382"/>
                  </a:lnTo>
                  <a:lnTo>
                    <a:pt x="2807934" y="322293"/>
                  </a:lnTo>
                  <a:lnTo>
                    <a:pt x="2817693" y="337691"/>
                  </a:lnTo>
                  <a:lnTo>
                    <a:pt x="2827437" y="316728"/>
                  </a:lnTo>
                  <a:lnTo>
                    <a:pt x="2837196" y="329175"/>
                  </a:lnTo>
                  <a:lnTo>
                    <a:pt x="2846940" y="336625"/>
                  </a:lnTo>
                  <a:lnTo>
                    <a:pt x="2856684" y="364572"/>
                  </a:lnTo>
                  <a:lnTo>
                    <a:pt x="2866442" y="365997"/>
                  </a:lnTo>
                  <a:lnTo>
                    <a:pt x="2876186" y="375128"/>
                  </a:lnTo>
                  <a:lnTo>
                    <a:pt x="2885945" y="338222"/>
                  </a:lnTo>
                  <a:lnTo>
                    <a:pt x="2895689" y="322377"/>
                  </a:lnTo>
                  <a:lnTo>
                    <a:pt x="2905433" y="305381"/>
                  </a:lnTo>
                  <a:lnTo>
                    <a:pt x="2915192" y="31666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0" name="Freeform 1219">
              <a:extLst>
                <a:ext uri="{FF2B5EF4-FFF2-40B4-BE49-F238E27FC236}">
                  <a16:creationId xmlns:a16="http://schemas.microsoft.com/office/drawing/2014/main" id="{367110DF-EF6B-BF6B-082E-458199FD24CF}"/>
                </a:ext>
              </a:extLst>
            </p:cNvPr>
            <p:cNvSpPr/>
            <p:nvPr/>
          </p:nvSpPr>
          <p:spPr>
            <a:xfrm>
              <a:off x="4426652" y="3643648"/>
              <a:ext cx="2915191" cy="585078"/>
            </a:xfrm>
            <a:custGeom>
              <a:avLst/>
              <a:gdLst>
                <a:gd name="connsiteX0" fmla="*/ 0 w 2915191"/>
                <a:gd name="connsiteY0" fmla="*/ 317748 h 585078"/>
                <a:gd name="connsiteX1" fmla="*/ 9750 w 2915191"/>
                <a:gd name="connsiteY1" fmla="*/ 281037 h 585078"/>
                <a:gd name="connsiteX2" fmla="*/ 19500 w 2915191"/>
                <a:gd name="connsiteY2" fmla="*/ 288149 h 585078"/>
                <a:gd name="connsiteX3" fmla="*/ 29250 w 2915191"/>
                <a:gd name="connsiteY3" fmla="*/ 267663 h 585078"/>
                <a:gd name="connsiteX4" fmla="*/ 39000 w 2915191"/>
                <a:gd name="connsiteY4" fmla="*/ 256268 h 585078"/>
                <a:gd name="connsiteX5" fmla="*/ 48749 w 2915191"/>
                <a:gd name="connsiteY5" fmla="*/ 255775 h 585078"/>
                <a:gd name="connsiteX6" fmla="*/ 58499 w 2915191"/>
                <a:gd name="connsiteY6" fmla="*/ 237065 h 585078"/>
                <a:gd name="connsiteX7" fmla="*/ 68249 w 2915191"/>
                <a:gd name="connsiteY7" fmla="*/ 237892 h 585078"/>
                <a:gd name="connsiteX8" fmla="*/ 77998 w 2915191"/>
                <a:gd name="connsiteY8" fmla="*/ 192627 h 585078"/>
                <a:gd name="connsiteX9" fmla="*/ 87748 w 2915191"/>
                <a:gd name="connsiteY9" fmla="*/ 203589 h 585078"/>
                <a:gd name="connsiteX10" fmla="*/ 97497 w 2915191"/>
                <a:gd name="connsiteY10" fmla="*/ 207657 h 585078"/>
                <a:gd name="connsiteX11" fmla="*/ 107247 w 2915191"/>
                <a:gd name="connsiteY11" fmla="*/ 238382 h 585078"/>
                <a:gd name="connsiteX12" fmla="*/ 116997 w 2915191"/>
                <a:gd name="connsiteY12" fmla="*/ 253202 h 585078"/>
                <a:gd name="connsiteX13" fmla="*/ 126747 w 2915191"/>
                <a:gd name="connsiteY13" fmla="*/ 304558 h 585078"/>
                <a:gd name="connsiteX14" fmla="*/ 136497 w 2915191"/>
                <a:gd name="connsiteY14" fmla="*/ 310863 h 585078"/>
                <a:gd name="connsiteX15" fmla="*/ 146247 w 2915191"/>
                <a:gd name="connsiteY15" fmla="*/ 308322 h 585078"/>
                <a:gd name="connsiteX16" fmla="*/ 155997 w 2915191"/>
                <a:gd name="connsiteY16" fmla="*/ 284025 h 585078"/>
                <a:gd name="connsiteX17" fmla="*/ 165747 w 2915191"/>
                <a:gd name="connsiteY17" fmla="*/ 238482 h 585078"/>
                <a:gd name="connsiteX18" fmla="*/ 175497 w 2915191"/>
                <a:gd name="connsiteY18" fmla="*/ 234716 h 585078"/>
                <a:gd name="connsiteX19" fmla="*/ 185247 w 2915191"/>
                <a:gd name="connsiteY19" fmla="*/ 244300 h 585078"/>
                <a:gd name="connsiteX20" fmla="*/ 194996 w 2915191"/>
                <a:gd name="connsiteY20" fmla="*/ 260999 h 585078"/>
                <a:gd name="connsiteX21" fmla="*/ 204746 w 2915191"/>
                <a:gd name="connsiteY21" fmla="*/ 252055 h 585078"/>
                <a:gd name="connsiteX22" fmla="*/ 214495 w 2915191"/>
                <a:gd name="connsiteY22" fmla="*/ 286391 h 585078"/>
                <a:gd name="connsiteX23" fmla="*/ 224245 w 2915191"/>
                <a:gd name="connsiteY23" fmla="*/ 324764 h 585078"/>
                <a:gd name="connsiteX24" fmla="*/ 233995 w 2915191"/>
                <a:gd name="connsiteY24" fmla="*/ 351488 h 585078"/>
                <a:gd name="connsiteX25" fmla="*/ 243744 w 2915191"/>
                <a:gd name="connsiteY25" fmla="*/ 337177 h 585078"/>
                <a:gd name="connsiteX26" fmla="*/ 253494 w 2915191"/>
                <a:gd name="connsiteY26" fmla="*/ 344630 h 585078"/>
                <a:gd name="connsiteX27" fmla="*/ 263244 w 2915191"/>
                <a:gd name="connsiteY27" fmla="*/ 363917 h 585078"/>
                <a:gd name="connsiteX28" fmla="*/ 272994 w 2915191"/>
                <a:gd name="connsiteY28" fmla="*/ 322319 h 585078"/>
                <a:gd name="connsiteX29" fmla="*/ 282744 w 2915191"/>
                <a:gd name="connsiteY29" fmla="*/ 344308 h 585078"/>
                <a:gd name="connsiteX30" fmla="*/ 292494 w 2915191"/>
                <a:gd name="connsiteY30" fmla="*/ 356516 h 585078"/>
                <a:gd name="connsiteX31" fmla="*/ 302244 w 2915191"/>
                <a:gd name="connsiteY31" fmla="*/ 414798 h 585078"/>
                <a:gd name="connsiteX32" fmla="*/ 311994 w 2915191"/>
                <a:gd name="connsiteY32" fmla="*/ 445982 h 585078"/>
                <a:gd name="connsiteX33" fmla="*/ 321744 w 2915191"/>
                <a:gd name="connsiteY33" fmla="*/ 427492 h 585078"/>
                <a:gd name="connsiteX34" fmla="*/ 331493 w 2915191"/>
                <a:gd name="connsiteY34" fmla="*/ 461640 h 585078"/>
                <a:gd name="connsiteX35" fmla="*/ 341243 w 2915191"/>
                <a:gd name="connsiteY35" fmla="*/ 473589 h 585078"/>
                <a:gd name="connsiteX36" fmla="*/ 350993 w 2915191"/>
                <a:gd name="connsiteY36" fmla="*/ 503998 h 585078"/>
                <a:gd name="connsiteX37" fmla="*/ 360742 w 2915191"/>
                <a:gd name="connsiteY37" fmla="*/ 519150 h 585078"/>
                <a:gd name="connsiteX38" fmla="*/ 370492 w 2915191"/>
                <a:gd name="connsiteY38" fmla="*/ 536314 h 585078"/>
                <a:gd name="connsiteX39" fmla="*/ 380241 w 2915191"/>
                <a:gd name="connsiteY39" fmla="*/ 530831 h 585078"/>
                <a:gd name="connsiteX40" fmla="*/ 389991 w 2915191"/>
                <a:gd name="connsiteY40" fmla="*/ 525319 h 585078"/>
                <a:gd name="connsiteX41" fmla="*/ 399741 w 2915191"/>
                <a:gd name="connsiteY41" fmla="*/ 541618 h 585078"/>
                <a:gd name="connsiteX42" fmla="*/ 409491 w 2915191"/>
                <a:gd name="connsiteY42" fmla="*/ 521475 h 585078"/>
                <a:gd name="connsiteX43" fmla="*/ 419241 w 2915191"/>
                <a:gd name="connsiteY43" fmla="*/ 532932 h 585078"/>
                <a:gd name="connsiteX44" fmla="*/ 428991 w 2915191"/>
                <a:gd name="connsiteY44" fmla="*/ 532306 h 585078"/>
                <a:gd name="connsiteX45" fmla="*/ 438741 w 2915191"/>
                <a:gd name="connsiteY45" fmla="*/ 525572 h 585078"/>
                <a:gd name="connsiteX46" fmla="*/ 448491 w 2915191"/>
                <a:gd name="connsiteY46" fmla="*/ 524574 h 585078"/>
                <a:gd name="connsiteX47" fmla="*/ 458241 w 2915191"/>
                <a:gd name="connsiteY47" fmla="*/ 508721 h 585078"/>
                <a:gd name="connsiteX48" fmla="*/ 467991 w 2915191"/>
                <a:gd name="connsiteY48" fmla="*/ 560972 h 585078"/>
                <a:gd name="connsiteX49" fmla="*/ 477740 w 2915191"/>
                <a:gd name="connsiteY49" fmla="*/ 576988 h 585078"/>
                <a:gd name="connsiteX50" fmla="*/ 487490 w 2915191"/>
                <a:gd name="connsiteY50" fmla="*/ 585078 h 585078"/>
                <a:gd name="connsiteX51" fmla="*/ 497239 w 2915191"/>
                <a:gd name="connsiteY51" fmla="*/ 555906 h 585078"/>
                <a:gd name="connsiteX52" fmla="*/ 506989 w 2915191"/>
                <a:gd name="connsiteY52" fmla="*/ 548397 h 585078"/>
                <a:gd name="connsiteX53" fmla="*/ 516738 w 2915191"/>
                <a:gd name="connsiteY53" fmla="*/ 531889 h 585078"/>
                <a:gd name="connsiteX54" fmla="*/ 526488 w 2915191"/>
                <a:gd name="connsiteY54" fmla="*/ 536523 h 585078"/>
                <a:gd name="connsiteX55" fmla="*/ 536238 w 2915191"/>
                <a:gd name="connsiteY55" fmla="*/ 532515 h 585078"/>
                <a:gd name="connsiteX56" fmla="*/ 545988 w 2915191"/>
                <a:gd name="connsiteY56" fmla="*/ 523114 h 585078"/>
                <a:gd name="connsiteX57" fmla="*/ 555738 w 2915191"/>
                <a:gd name="connsiteY57" fmla="*/ 497934 h 585078"/>
                <a:gd name="connsiteX58" fmla="*/ 565488 w 2915191"/>
                <a:gd name="connsiteY58" fmla="*/ 499722 h 585078"/>
                <a:gd name="connsiteX59" fmla="*/ 575238 w 2915191"/>
                <a:gd name="connsiteY59" fmla="*/ 484987 h 585078"/>
                <a:gd name="connsiteX60" fmla="*/ 584988 w 2915191"/>
                <a:gd name="connsiteY60" fmla="*/ 488429 h 585078"/>
                <a:gd name="connsiteX61" fmla="*/ 594738 w 2915191"/>
                <a:gd name="connsiteY61" fmla="*/ 480070 h 585078"/>
                <a:gd name="connsiteX62" fmla="*/ 604488 w 2915191"/>
                <a:gd name="connsiteY62" fmla="*/ 450794 h 585078"/>
                <a:gd name="connsiteX63" fmla="*/ 614237 w 2915191"/>
                <a:gd name="connsiteY63" fmla="*/ 440260 h 585078"/>
                <a:gd name="connsiteX64" fmla="*/ 623987 w 2915191"/>
                <a:gd name="connsiteY64" fmla="*/ 452731 h 585078"/>
                <a:gd name="connsiteX65" fmla="*/ 633736 w 2915191"/>
                <a:gd name="connsiteY65" fmla="*/ 446652 h 585078"/>
                <a:gd name="connsiteX66" fmla="*/ 643486 w 2915191"/>
                <a:gd name="connsiteY66" fmla="*/ 429265 h 585078"/>
                <a:gd name="connsiteX67" fmla="*/ 653236 w 2915191"/>
                <a:gd name="connsiteY67" fmla="*/ 449408 h 585078"/>
                <a:gd name="connsiteX68" fmla="*/ 662985 w 2915191"/>
                <a:gd name="connsiteY68" fmla="*/ 462922 h 585078"/>
                <a:gd name="connsiteX69" fmla="*/ 672735 w 2915191"/>
                <a:gd name="connsiteY69" fmla="*/ 448380 h 585078"/>
                <a:gd name="connsiteX70" fmla="*/ 682485 w 2915191"/>
                <a:gd name="connsiteY70" fmla="*/ 453506 h 585078"/>
                <a:gd name="connsiteX71" fmla="*/ 692235 w 2915191"/>
                <a:gd name="connsiteY71" fmla="*/ 445132 h 585078"/>
                <a:gd name="connsiteX72" fmla="*/ 701985 w 2915191"/>
                <a:gd name="connsiteY72" fmla="*/ 458705 h 585078"/>
                <a:gd name="connsiteX73" fmla="*/ 711735 w 2915191"/>
                <a:gd name="connsiteY73" fmla="*/ 459227 h 585078"/>
                <a:gd name="connsiteX74" fmla="*/ 721485 w 2915191"/>
                <a:gd name="connsiteY74" fmla="*/ 433541 h 585078"/>
                <a:gd name="connsiteX75" fmla="*/ 731235 w 2915191"/>
                <a:gd name="connsiteY75" fmla="*/ 417122 h 585078"/>
                <a:gd name="connsiteX76" fmla="*/ 740985 w 2915191"/>
                <a:gd name="connsiteY76" fmla="*/ 411446 h 585078"/>
                <a:gd name="connsiteX77" fmla="*/ 750734 w 2915191"/>
                <a:gd name="connsiteY77" fmla="*/ 443210 h 585078"/>
                <a:gd name="connsiteX78" fmla="*/ 760484 w 2915191"/>
                <a:gd name="connsiteY78" fmla="*/ 446458 h 585078"/>
                <a:gd name="connsiteX79" fmla="*/ 770233 w 2915191"/>
                <a:gd name="connsiteY79" fmla="*/ 469254 h 585078"/>
                <a:gd name="connsiteX80" fmla="*/ 779983 w 2915191"/>
                <a:gd name="connsiteY80" fmla="*/ 456679 h 585078"/>
                <a:gd name="connsiteX81" fmla="*/ 789733 w 2915191"/>
                <a:gd name="connsiteY81" fmla="*/ 474468 h 585078"/>
                <a:gd name="connsiteX82" fmla="*/ 799482 w 2915191"/>
                <a:gd name="connsiteY82" fmla="*/ 460776 h 585078"/>
                <a:gd name="connsiteX83" fmla="*/ 809232 w 2915191"/>
                <a:gd name="connsiteY83" fmla="*/ 480458 h 585078"/>
                <a:gd name="connsiteX84" fmla="*/ 818982 w 2915191"/>
                <a:gd name="connsiteY84" fmla="*/ 470133 h 585078"/>
                <a:gd name="connsiteX85" fmla="*/ 828732 w 2915191"/>
                <a:gd name="connsiteY85" fmla="*/ 452016 h 585078"/>
                <a:gd name="connsiteX86" fmla="*/ 838482 w 2915191"/>
                <a:gd name="connsiteY86" fmla="*/ 440588 h 585078"/>
                <a:gd name="connsiteX87" fmla="*/ 848232 w 2915191"/>
                <a:gd name="connsiteY87" fmla="*/ 447159 h 585078"/>
                <a:gd name="connsiteX88" fmla="*/ 857982 w 2915191"/>
                <a:gd name="connsiteY88" fmla="*/ 441095 h 585078"/>
                <a:gd name="connsiteX89" fmla="*/ 867732 w 2915191"/>
                <a:gd name="connsiteY89" fmla="*/ 443657 h 585078"/>
                <a:gd name="connsiteX90" fmla="*/ 877482 w 2915191"/>
                <a:gd name="connsiteY90" fmla="*/ 447084 h 585078"/>
                <a:gd name="connsiteX91" fmla="*/ 887231 w 2915191"/>
                <a:gd name="connsiteY91" fmla="*/ 443985 h 585078"/>
                <a:gd name="connsiteX92" fmla="*/ 896981 w 2915191"/>
                <a:gd name="connsiteY92" fmla="*/ 460508 h 585078"/>
                <a:gd name="connsiteX93" fmla="*/ 906730 w 2915191"/>
                <a:gd name="connsiteY93" fmla="*/ 425048 h 585078"/>
                <a:gd name="connsiteX94" fmla="*/ 916480 w 2915191"/>
                <a:gd name="connsiteY94" fmla="*/ 373707 h 585078"/>
                <a:gd name="connsiteX95" fmla="*/ 926230 w 2915191"/>
                <a:gd name="connsiteY95" fmla="*/ 333770 h 585078"/>
                <a:gd name="connsiteX96" fmla="*/ 935979 w 2915191"/>
                <a:gd name="connsiteY96" fmla="*/ 339931 h 585078"/>
                <a:gd name="connsiteX97" fmla="*/ 945729 w 2915191"/>
                <a:gd name="connsiteY97" fmla="*/ 326194 h 585078"/>
                <a:gd name="connsiteX98" fmla="*/ 955479 w 2915191"/>
                <a:gd name="connsiteY98" fmla="*/ 320517 h 585078"/>
                <a:gd name="connsiteX99" fmla="*/ 965229 w 2915191"/>
                <a:gd name="connsiteY99" fmla="*/ 320420 h 585078"/>
                <a:gd name="connsiteX100" fmla="*/ 974979 w 2915191"/>
                <a:gd name="connsiteY100" fmla="*/ 297208 h 585078"/>
                <a:gd name="connsiteX101" fmla="*/ 984729 w 2915191"/>
                <a:gd name="connsiteY101" fmla="*/ 285475 h 585078"/>
                <a:gd name="connsiteX102" fmla="*/ 994474 w 2915191"/>
                <a:gd name="connsiteY102" fmla="*/ 296810 h 585078"/>
                <a:gd name="connsiteX103" fmla="*/ 1004233 w 2915191"/>
                <a:gd name="connsiteY103" fmla="*/ 322386 h 585078"/>
                <a:gd name="connsiteX104" fmla="*/ 1013977 w 2915191"/>
                <a:gd name="connsiteY104" fmla="*/ 304540 h 585078"/>
                <a:gd name="connsiteX105" fmla="*/ 1023721 w 2915191"/>
                <a:gd name="connsiteY105" fmla="*/ 271994 h 585078"/>
                <a:gd name="connsiteX106" fmla="*/ 1033480 w 2915191"/>
                <a:gd name="connsiteY106" fmla="*/ 260027 h 585078"/>
                <a:gd name="connsiteX107" fmla="*/ 1043224 w 2915191"/>
                <a:gd name="connsiteY107" fmla="*/ 273968 h 585078"/>
                <a:gd name="connsiteX108" fmla="*/ 1052983 w 2915191"/>
                <a:gd name="connsiteY108" fmla="*/ 253029 h 585078"/>
                <a:gd name="connsiteX109" fmla="*/ 1062727 w 2915191"/>
                <a:gd name="connsiteY109" fmla="*/ 284836 h 585078"/>
                <a:gd name="connsiteX110" fmla="*/ 1072471 w 2915191"/>
                <a:gd name="connsiteY110" fmla="*/ 285064 h 585078"/>
                <a:gd name="connsiteX111" fmla="*/ 1082230 w 2915191"/>
                <a:gd name="connsiteY111" fmla="*/ 282447 h 585078"/>
                <a:gd name="connsiteX112" fmla="*/ 1091973 w 2915191"/>
                <a:gd name="connsiteY112" fmla="*/ 273523 h 585078"/>
                <a:gd name="connsiteX113" fmla="*/ 1101732 w 2915191"/>
                <a:gd name="connsiteY113" fmla="*/ 249075 h 585078"/>
                <a:gd name="connsiteX114" fmla="*/ 1111476 w 2915191"/>
                <a:gd name="connsiteY114" fmla="*/ 266036 h 585078"/>
                <a:gd name="connsiteX115" fmla="*/ 1121220 w 2915191"/>
                <a:gd name="connsiteY115" fmla="*/ 237651 h 585078"/>
                <a:gd name="connsiteX116" fmla="*/ 1130979 w 2915191"/>
                <a:gd name="connsiteY116" fmla="*/ 208563 h 585078"/>
                <a:gd name="connsiteX117" fmla="*/ 1140723 w 2915191"/>
                <a:gd name="connsiteY117" fmla="*/ 215769 h 585078"/>
                <a:gd name="connsiteX118" fmla="*/ 1150482 w 2915191"/>
                <a:gd name="connsiteY118" fmla="*/ 245415 h 585078"/>
                <a:gd name="connsiteX119" fmla="*/ 1160226 w 2915191"/>
                <a:gd name="connsiteY119" fmla="*/ 269756 h 585078"/>
                <a:gd name="connsiteX120" fmla="*/ 1169969 w 2915191"/>
                <a:gd name="connsiteY120" fmla="*/ 257666 h 585078"/>
                <a:gd name="connsiteX121" fmla="*/ 1179728 w 2915191"/>
                <a:gd name="connsiteY121" fmla="*/ 276194 h 585078"/>
                <a:gd name="connsiteX122" fmla="*/ 1189472 w 2915191"/>
                <a:gd name="connsiteY122" fmla="*/ 249215 h 585078"/>
                <a:gd name="connsiteX123" fmla="*/ 1199231 w 2915191"/>
                <a:gd name="connsiteY123" fmla="*/ 255787 h 585078"/>
                <a:gd name="connsiteX124" fmla="*/ 1208975 w 2915191"/>
                <a:gd name="connsiteY124" fmla="*/ 228963 h 585078"/>
                <a:gd name="connsiteX125" fmla="*/ 1218719 w 2915191"/>
                <a:gd name="connsiteY125" fmla="*/ 241723 h 585078"/>
                <a:gd name="connsiteX126" fmla="*/ 1228478 w 2915191"/>
                <a:gd name="connsiteY126" fmla="*/ 247557 h 585078"/>
                <a:gd name="connsiteX127" fmla="*/ 1238222 w 2915191"/>
                <a:gd name="connsiteY127" fmla="*/ 249226 h 585078"/>
                <a:gd name="connsiteX128" fmla="*/ 1247966 w 2915191"/>
                <a:gd name="connsiteY128" fmla="*/ 240371 h 585078"/>
                <a:gd name="connsiteX129" fmla="*/ 1257725 w 2915191"/>
                <a:gd name="connsiteY129" fmla="*/ 238851 h 585078"/>
                <a:gd name="connsiteX130" fmla="*/ 1267469 w 2915191"/>
                <a:gd name="connsiteY130" fmla="*/ 261678 h 585078"/>
                <a:gd name="connsiteX131" fmla="*/ 1277227 w 2915191"/>
                <a:gd name="connsiteY131" fmla="*/ 286512 h 585078"/>
                <a:gd name="connsiteX132" fmla="*/ 1286971 w 2915191"/>
                <a:gd name="connsiteY132" fmla="*/ 288195 h 585078"/>
                <a:gd name="connsiteX133" fmla="*/ 1296715 w 2915191"/>
                <a:gd name="connsiteY133" fmla="*/ 274181 h 585078"/>
                <a:gd name="connsiteX134" fmla="*/ 1306474 w 2915191"/>
                <a:gd name="connsiteY134" fmla="*/ 290967 h 585078"/>
                <a:gd name="connsiteX135" fmla="*/ 1316218 w 2915191"/>
                <a:gd name="connsiteY135" fmla="*/ 318691 h 585078"/>
                <a:gd name="connsiteX136" fmla="*/ 1325977 w 2915191"/>
                <a:gd name="connsiteY136" fmla="*/ 282236 h 585078"/>
                <a:gd name="connsiteX137" fmla="*/ 1335721 w 2915191"/>
                <a:gd name="connsiteY137" fmla="*/ 294782 h 585078"/>
                <a:gd name="connsiteX138" fmla="*/ 1345465 w 2915191"/>
                <a:gd name="connsiteY138" fmla="*/ 251043 h 585078"/>
                <a:gd name="connsiteX139" fmla="*/ 1355224 w 2915191"/>
                <a:gd name="connsiteY139" fmla="*/ 245041 h 585078"/>
                <a:gd name="connsiteX140" fmla="*/ 1364967 w 2915191"/>
                <a:gd name="connsiteY140" fmla="*/ 251332 h 585078"/>
                <a:gd name="connsiteX141" fmla="*/ 1374726 w 2915191"/>
                <a:gd name="connsiteY141" fmla="*/ 222041 h 585078"/>
                <a:gd name="connsiteX142" fmla="*/ 1384470 w 2915191"/>
                <a:gd name="connsiteY142" fmla="*/ 254245 h 585078"/>
                <a:gd name="connsiteX143" fmla="*/ 1394214 w 2915191"/>
                <a:gd name="connsiteY143" fmla="*/ 243861 h 585078"/>
                <a:gd name="connsiteX144" fmla="*/ 1403973 w 2915191"/>
                <a:gd name="connsiteY144" fmla="*/ 257499 h 585078"/>
                <a:gd name="connsiteX145" fmla="*/ 1413717 w 2915191"/>
                <a:gd name="connsiteY145" fmla="*/ 185908 h 585078"/>
                <a:gd name="connsiteX146" fmla="*/ 1423476 w 2915191"/>
                <a:gd name="connsiteY146" fmla="*/ 191818 h 585078"/>
                <a:gd name="connsiteX147" fmla="*/ 1433220 w 2915191"/>
                <a:gd name="connsiteY147" fmla="*/ 164659 h 585078"/>
                <a:gd name="connsiteX148" fmla="*/ 1442964 w 2915191"/>
                <a:gd name="connsiteY148" fmla="*/ 140824 h 585078"/>
                <a:gd name="connsiteX149" fmla="*/ 1452722 w 2915191"/>
                <a:gd name="connsiteY149" fmla="*/ 163640 h 585078"/>
                <a:gd name="connsiteX150" fmla="*/ 1462466 w 2915191"/>
                <a:gd name="connsiteY150" fmla="*/ 134159 h 585078"/>
                <a:gd name="connsiteX151" fmla="*/ 1472225 w 2915191"/>
                <a:gd name="connsiteY151" fmla="*/ 127581 h 585078"/>
                <a:gd name="connsiteX152" fmla="*/ 1481969 w 2915191"/>
                <a:gd name="connsiteY152" fmla="*/ 125259 h 585078"/>
                <a:gd name="connsiteX153" fmla="*/ 1491713 w 2915191"/>
                <a:gd name="connsiteY153" fmla="*/ 149154 h 585078"/>
                <a:gd name="connsiteX154" fmla="*/ 1501472 w 2915191"/>
                <a:gd name="connsiteY154" fmla="*/ 131123 h 585078"/>
                <a:gd name="connsiteX155" fmla="*/ 1511216 w 2915191"/>
                <a:gd name="connsiteY155" fmla="*/ 153808 h 585078"/>
                <a:gd name="connsiteX156" fmla="*/ 1520960 w 2915191"/>
                <a:gd name="connsiteY156" fmla="*/ 187422 h 585078"/>
                <a:gd name="connsiteX157" fmla="*/ 1530719 w 2915191"/>
                <a:gd name="connsiteY157" fmla="*/ 143301 h 585078"/>
                <a:gd name="connsiteX158" fmla="*/ 1540463 w 2915191"/>
                <a:gd name="connsiteY158" fmla="*/ 122361 h 585078"/>
                <a:gd name="connsiteX159" fmla="*/ 1550221 w 2915191"/>
                <a:gd name="connsiteY159" fmla="*/ 107544 h 585078"/>
                <a:gd name="connsiteX160" fmla="*/ 1559965 w 2915191"/>
                <a:gd name="connsiteY160" fmla="*/ 145716 h 585078"/>
                <a:gd name="connsiteX161" fmla="*/ 1569709 w 2915191"/>
                <a:gd name="connsiteY161" fmla="*/ 143154 h 585078"/>
                <a:gd name="connsiteX162" fmla="*/ 1579468 w 2915191"/>
                <a:gd name="connsiteY162" fmla="*/ 128633 h 585078"/>
                <a:gd name="connsiteX163" fmla="*/ 1589212 w 2915191"/>
                <a:gd name="connsiteY163" fmla="*/ 115166 h 585078"/>
                <a:gd name="connsiteX164" fmla="*/ 1598971 w 2915191"/>
                <a:gd name="connsiteY164" fmla="*/ 92776 h 585078"/>
                <a:gd name="connsiteX165" fmla="*/ 1608715 w 2915191"/>
                <a:gd name="connsiteY165" fmla="*/ 51850 h 585078"/>
                <a:gd name="connsiteX166" fmla="*/ 1618459 w 2915191"/>
                <a:gd name="connsiteY166" fmla="*/ 44445 h 585078"/>
                <a:gd name="connsiteX167" fmla="*/ 1628218 w 2915191"/>
                <a:gd name="connsiteY167" fmla="*/ 24927 h 585078"/>
                <a:gd name="connsiteX168" fmla="*/ 1637962 w 2915191"/>
                <a:gd name="connsiteY168" fmla="*/ 24995 h 585078"/>
                <a:gd name="connsiteX169" fmla="*/ 1647720 w 2915191"/>
                <a:gd name="connsiteY169" fmla="*/ 20413 h 585078"/>
                <a:gd name="connsiteX170" fmla="*/ 1657464 w 2915191"/>
                <a:gd name="connsiteY170" fmla="*/ 45309 h 585078"/>
                <a:gd name="connsiteX171" fmla="*/ 1667208 w 2915191"/>
                <a:gd name="connsiteY171" fmla="*/ 62994 h 585078"/>
                <a:gd name="connsiteX172" fmla="*/ 1676967 w 2915191"/>
                <a:gd name="connsiteY172" fmla="*/ 35404 h 585078"/>
                <a:gd name="connsiteX173" fmla="*/ 1686711 w 2915191"/>
                <a:gd name="connsiteY173" fmla="*/ 59825 h 585078"/>
                <a:gd name="connsiteX174" fmla="*/ 1696470 w 2915191"/>
                <a:gd name="connsiteY174" fmla="*/ 48039 h 585078"/>
                <a:gd name="connsiteX175" fmla="*/ 1706214 w 2915191"/>
                <a:gd name="connsiteY175" fmla="*/ 55523 h 585078"/>
                <a:gd name="connsiteX176" fmla="*/ 1715958 w 2915191"/>
                <a:gd name="connsiteY176" fmla="*/ 48369 h 585078"/>
                <a:gd name="connsiteX177" fmla="*/ 1725716 w 2915191"/>
                <a:gd name="connsiteY177" fmla="*/ 12642 h 585078"/>
                <a:gd name="connsiteX178" fmla="*/ 1735460 w 2915191"/>
                <a:gd name="connsiteY178" fmla="*/ 30026 h 585078"/>
                <a:gd name="connsiteX179" fmla="*/ 1745219 w 2915191"/>
                <a:gd name="connsiteY179" fmla="*/ 27422 h 585078"/>
                <a:gd name="connsiteX180" fmla="*/ 1754963 w 2915191"/>
                <a:gd name="connsiteY180" fmla="*/ 39747 h 585078"/>
                <a:gd name="connsiteX181" fmla="*/ 1764707 w 2915191"/>
                <a:gd name="connsiteY181" fmla="*/ 59210 h 585078"/>
                <a:gd name="connsiteX182" fmla="*/ 1774466 w 2915191"/>
                <a:gd name="connsiteY182" fmla="*/ 67342 h 585078"/>
                <a:gd name="connsiteX183" fmla="*/ 1784210 w 2915191"/>
                <a:gd name="connsiteY183" fmla="*/ 76695 h 585078"/>
                <a:gd name="connsiteX184" fmla="*/ 1793969 w 2915191"/>
                <a:gd name="connsiteY184" fmla="*/ 111745 h 585078"/>
                <a:gd name="connsiteX185" fmla="*/ 1803713 w 2915191"/>
                <a:gd name="connsiteY185" fmla="*/ 142264 h 585078"/>
                <a:gd name="connsiteX186" fmla="*/ 1813457 w 2915191"/>
                <a:gd name="connsiteY186" fmla="*/ 140289 h 585078"/>
                <a:gd name="connsiteX187" fmla="*/ 1823215 w 2915191"/>
                <a:gd name="connsiteY187" fmla="*/ 143266 h 585078"/>
                <a:gd name="connsiteX188" fmla="*/ 1832959 w 2915191"/>
                <a:gd name="connsiteY188" fmla="*/ 143774 h 585078"/>
                <a:gd name="connsiteX189" fmla="*/ 1842703 w 2915191"/>
                <a:gd name="connsiteY189" fmla="*/ 156734 h 585078"/>
                <a:gd name="connsiteX190" fmla="*/ 1852462 w 2915191"/>
                <a:gd name="connsiteY190" fmla="*/ 172222 h 585078"/>
                <a:gd name="connsiteX191" fmla="*/ 1862206 w 2915191"/>
                <a:gd name="connsiteY191" fmla="*/ 187475 h 585078"/>
                <a:gd name="connsiteX192" fmla="*/ 1871965 w 2915191"/>
                <a:gd name="connsiteY192" fmla="*/ 168241 h 585078"/>
                <a:gd name="connsiteX193" fmla="*/ 1881709 w 2915191"/>
                <a:gd name="connsiteY193" fmla="*/ 118621 h 585078"/>
                <a:gd name="connsiteX194" fmla="*/ 1891453 w 2915191"/>
                <a:gd name="connsiteY194" fmla="*/ 72933 h 585078"/>
                <a:gd name="connsiteX195" fmla="*/ 1901212 w 2915191"/>
                <a:gd name="connsiteY195" fmla="*/ 61181 h 585078"/>
                <a:gd name="connsiteX196" fmla="*/ 1910956 w 2915191"/>
                <a:gd name="connsiteY196" fmla="*/ 49170 h 585078"/>
                <a:gd name="connsiteX197" fmla="*/ 1920714 w 2915191"/>
                <a:gd name="connsiteY197" fmla="*/ 35884 h 585078"/>
                <a:gd name="connsiteX198" fmla="*/ 1930458 w 2915191"/>
                <a:gd name="connsiteY198" fmla="*/ 20546 h 585078"/>
                <a:gd name="connsiteX199" fmla="*/ 1940202 w 2915191"/>
                <a:gd name="connsiteY199" fmla="*/ 4292 h 585078"/>
                <a:gd name="connsiteX200" fmla="*/ 1949961 w 2915191"/>
                <a:gd name="connsiteY200" fmla="*/ 18896 h 585078"/>
                <a:gd name="connsiteX201" fmla="*/ 1959705 w 2915191"/>
                <a:gd name="connsiteY201" fmla="*/ 43335 h 585078"/>
                <a:gd name="connsiteX202" fmla="*/ 1969464 w 2915191"/>
                <a:gd name="connsiteY202" fmla="*/ 50040 h 585078"/>
                <a:gd name="connsiteX203" fmla="*/ 1979208 w 2915191"/>
                <a:gd name="connsiteY203" fmla="*/ 85689 h 585078"/>
                <a:gd name="connsiteX204" fmla="*/ 1988952 w 2915191"/>
                <a:gd name="connsiteY204" fmla="*/ 74805 h 585078"/>
                <a:gd name="connsiteX205" fmla="*/ 1998711 w 2915191"/>
                <a:gd name="connsiteY205" fmla="*/ 60032 h 585078"/>
                <a:gd name="connsiteX206" fmla="*/ 2008454 w 2915191"/>
                <a:gd name="connsiteY206" fmla="*/ 40184 h 585078"/>
                <a:gd name="connsiteX207" fmla="*/ 2018213 w 2915191"/>
                <a:gd name="connsiteY207" fmla="*/ 52285 h 585078"/>
                <a:gd name="connsiteX208" fmla="*/ 2027957 w 2915191"/>
                <a:gd name="connsiteY208" fmla="*/ 19890 h 585078"/>
                <a:gd name="connsiteX209" fmla="*/ 2037701 w 2915191"/>
                <a:gd name="connsiteY209" fmla="*/ 37615 h 585078"/>
                <a:gd name="connsiteX210" fmla="*/ 2047460 w 2915191"/>
                <a:gd name="connsiteY210" fmla="*/ 50798 h 585078"/>
                <a:gd name="connsiteX211" fmla="*/ 2057204 w 2915191"/>
                <a:gd name="connsiteY211" fmla="*/ 49052 h 585078"/>
                <a:gd name="connsiteX212" fmla="*/ 2066963 w 2915191"/>
                <a:gd name="connsiteY212" fmla="*/ 48684 h 585078"/>
                <a:gd name="connsiteX213" fmla="*/ 2076707 w 2915191"/>
                <a:gd name="connsiteY213" fmla="*/ 36826 h 585078"/>
                <a:gd name="connsiteX214" fmla="*/ 2086451 w 2915191"/>
                <a:gd name="connsiteY214" fmla="*/ 37216 h 585078"/>
                <a:gd name="connsiteX215" fmla="*/ 2096210 w 2915191"/>
                <a:gd name="connsiteY215" fmla="*/ 0 h 585078"/>
                <a:gd name="connsiteX216" fmla="*/ 2105954 w 2915191"/>
                <a:gd name="connsiteY216" fmla="*/ 39199 h 585078"/>
                <a:gd name="connsiteX217" fmla="*/ 2115697 w 2915191"/>
                <a:gd name="connsiteY217" fmla="*/ 78339 h 585078"/>
                <a:gd name="connsiteX218" fmla="*/ 2125456 w 2915191"/>
                <a:gd name="connsiteY218" fmla="*/ 62115 h 585078"/>
                <a:gd name="connsiteX219" fmla="*/ 2135200 w 2915191"/>
                <a:gd name="connsiteY219" fmla="*/ 49530 h 585078"/>
                <a:gd name="connsiteX220" fmla="*/ 2144959 w 2915191"/>
                <a:gd name="connsiteY220" fmla="*/ 91731 h 585078"/>
                <a:gd name="connsiteX221" fmla="*/ 2154703 w 2915191"/>
                <a:gd name="connsiteY221" fmla="*/ 96761 h 585078"/>
                <a:gd name="connsiteX222" fmla="*/ 2164447 w 2915191"/>
                <a:gd name="connsiteY222" fmla="*/ 107177 h 585078"/>
                <a:gd name="connsiteX223" fmla="*/ 2174206 w 2915191"/>
                <a:gd name="connsiteY223" fmla="*/ 99291 h 585078"/>
                <a:gd name="connsiteX224" fmla="*/ 2183950 w 2915191"/>
                <a:gd name="connsiteY224" fmla="*/ 100584 h 585078"/>
                <a:gd name="connsiteX225" fmla="*/ 2193709 w 2915191"/>
                <a:gd name="connsiteY225" fmla="*/ 118226 h 585078"/>
                <a:gd name="connsiteX226" fmla="*/ 2203452 w 2915191"/>
                <a:gd name="connsiteY226" fmla="*/ 102910 h 585078"/>
                <a:gd name="connsiteX227" fmla="*/ 2213196 w 2915191"/>
                <a:gd name="connsiteY227" fmla="*/ 107092 h 585078"/>
                <a:gd name="connsiteX228" fmla="*/ 2222955 w 2915191"/>
                <a:gd name="connsiteY228" fmla="*/ 105783 h 585078"/>
                <a:gd name="connsiteX229" fmla="*/ 2232699 w 2915191"/>
                <a:gd name="connsiteY229" fmla="*/ 118380 h 585078"/>
                <a:gd name="connsiteX230" fmla="*/ 2242458 w 2915191"/>
                <a:gd name="connsiteY230" fmla="*/ 132939 h 585078"/>
                <a:gd name="connsiteX231" fmla="*/ 2252202 w 2915191"/>
                <a:gd name="connsiteY231" fmla="*/ 123165 h 585078"/>
                <a:gd name="connsiteX232" fmla="*/ 2261946 w 2915191"/>
                <a:gd name="connsiteY232" fmla="*/ 114059 h 585078"/>
                <a:gd name="connsiteX233" fmla="*/ 2271705 w 2915191"/>
                <a:gd name="connsiteY233" fmla="*/ 87143 h 585078"/>
                <a:gd name="connsiteX234" fmla="*/ 2281449 w 2915191"/>
                <a:gd name="connsiteY234" fmla="*/ 127362 h 585078"/>
                <a:gd name="connsiteX235" fmla="*/ 2291208 w 2915191"/>
                <a:gd name="connsiteY235" fmla="*/ 140809 h 585078"/>
                <a:gd name="connsiteX236" fmla="*/ 2300951 w 2915191"/>
                <a:gd name="connsiteY236" fmla="*/ 119317 h 585078"/>
                <a:gd name="connsiteX237" fmla="*/ 2310695 w 2915191"/>
                <a:gd name="connsiteY237" fmla="*/ 109868 h 585078"/>
                <a:gd name="connsiteX238" fmla="*/ 2320454 w 2915191"/>
                <a:gd name="connsiteY238" fmla="*/ 143570 h 585078"/>
                <a:gd name="connsiteX239" fmla="*/ 2330198 w 2915191"/>
                <a:gd name="connsiteY239" fmla="*/ 162429 h 585078"/>
                <a:gd name="connsiteX240" fmla="*/ 2339957 w 2915191"/>
                <a:gd name="connsiteY240" fmla="*/ 179650 h 585078"/>
                <a:gd name="connsiteX241" fmla="*/ 2349701 w 2915191"/>
                <a:gd name="connsiteY241" fmla="*/ 189029 h 585078"/>
                <a:gd name="connsiteX242" fmla="*/ 2359445 w 2915191"/>
                <a:gd name="connsiteY242" fmla="*/ 203314 h 585078"/>
                <a:gd name="connsiteX243" fmla="*/ 2369204 w 2915191"/>
                <a:gd name="connsiteY243" fmla="*/ 220477 h 585078"/>
                <a:gd name="connsiteX244" fmla="*/ 2378948 w 2915191"/>
                <a:gd name="connsiteY244" fmla="*/ 201468 h 585078"/>
                <a:gd name="connsiteX245" fmla="*/ 2388692 w 2915191"/>
                <a:gd name="connsiteY245" fmla="*/ 201229 h 585078"/>
                <a:gd name="connsiteX246" fmla="*/ 2398450 w 2915191"/>
                <a:gd name="connsiteY246" fmla="*/ 216783 h 585078"/>
                <a:gd name="connsiteX247" fmla="*/ 2408194 w 2915191"/>
                <a:gd name="connsiteY247" fmla="*/ 234567 h 585078"/>
                <a:gd name="connsiteX248" fmla="*/ 2417953 w 2915191"/>
                <a:gd name="connsiteY248" fmla="*/ 205612 h 585078"/>
                <a:gd name="connsiteX249" fmla="*/ 2427697 w 2915191"/>
                <a:gd name="connsiteY249" fmla="*/ 197334 h 585078"/>
                <a:gd name="connsiteX250" fmla="*/ 2437441 w 2915191"/>
                <a:gd name="connsiteY250" fmla="*/ 179066 h 585078"/>
                <a:gd name="connsiteX251" fmla="*/ 2447200 w 2915191"/>
                <a:gd name="connsiteY251" fmla="*/ 177849 h 585078"/>
                <a:gd name="connsiteX252" fmla="*/ 2456944 w 2915191"/>
                <a:gd name="connsiteY252" fmla="*/ 165015 h 585078"/>
                <a:gd name="connsiteX253" fmla="*/ 2466703 w 2915191"/>
                <a:gd name="connsiteY253" fmla="*/ 169459 h 585078"/>
                <a:gd name="connsiteX254" fmla="*/ 2476446 w 2915191"/>
                <a:gd name="connsiteY254" fmla="*/ 166895 h 585078"/>
                <a:gd name="connsiteX255" fmla="*/ 2486190 w 2915191"/>
                <a:gd name="connsiteY255" fmla="*/ 182937 h 585078"/>
                <a:gd name="connsiteX256" fmla="*/ 2495949 w 2915191"/>
                <a:gd name="connsiteY256" fmla="*/ 158565 h 585078"/>
                <a:gd name="connsiteX257" fmla="*/ 2505693 w 2915191"/>
                <a:gd name="connsiteY257" fmla="*/ 161204 h 585078"/>
                <a:gd name="connsiteX258" fmla="*/ 2515452 w 2915191"/>
                <a:gd name="connsiteY258" fmla="*/ 155164 h 585078"/>
                <a:gd name="connsiteX259" fmla="*/ 2525196 w 2915191"/>
                <a:gd name="connsiteY259" fmla="*/ 178301 h 585078"/>
                <a:gd name="connsiteX260" fmla="*/ 2534940 w 2915191"/>
                <a:gd name="connsiteY260" fmla="*/ 165115 h 585078"/>
                <a:gd name="connsiteX261" fmla="*/ 2544699 w 2915191"/>
                <a:gd name="connsiteY261" fmla="*/ 164230 h 585078"/>
                <a:gd name="connsiteX262" fmla="*/ 2554443 w 2915191"/>
                <a:gd name="connsiteY262" fmla="*/ 194859 h 585078"/>
                <a:gd name="connsiteX263" fmla="*/ 2564202 w 2915191"/>
                <a:gd name="connsiteY263" fmla="*/ 207453 h 585078"/>
                <a:gd name="connsiteX264" fmla="*/ 2573946 w 2915191"/>
                <a:gd name="connsiteY264" fmla="*/ 204204 h 585078"/>
                <a:gd name="connsiteX265" fmla="*/ 2583690 w 2915191"/>
                <a:gd name="connsiteY265" fmla="*/ 214803 h 585078"/>
                <a:gd name="connsiteX266" fmla="*/ 2593448 w 2915191"/>
                <a:gd name="connsiteY266" fmla="*/ 205408 h 585078"/>
                <a:gd name="connsiteX267" fmla="*/ 2603192 w 2915191"/>
                <a:gd name="connsiteY267" fmla="*/ 182212 h 585078"/>
                <a:gd name="connsiteX268" fmla="*/ 2612951 w 2915191"/>
                <a:gd name="connsiteY268" fmla="*/ 191176 h 585078"/>
                <a:gd name="connsiteX269" fmla="*/ 2622695 w 2915191"/>
                <a:gd name="connsiteY269" fmla="*/ 175094 h 585078"/>
                <a:gd name="connsiteX270" fmla="*/ 2632439 w 2915191"/>
                <a:gd name="connsiteY270" fmla="*/ 184350 h 585078"/>
                <a:gd name="connsiteX271" fmla="*/ 2642198 w 2915191"/>
                <a:gd name="connsiteY271" fmla="*/ 163545 h 585078"/>
                <a:gd name="connsiteX272" fmla="*/ 2651942 w 2915191"/>
                <a:gd name="connsiteY272" fmla="*/ 190843 h 585078"/>
                <a:gd name="connsiteX273" fmla="*/ 2661685 w 2915191"/>
                <a:gd name="connsiteY273" fmla="*/ 156529 h 585078"/>
                <a:gd name="connsiteX274" fmla="*/ 2671444 w 2915191"/>
                <a:gd name="connsiteY274" fmla="*/ 146454 h 585078"/>
                <a:gd name="connsiteX275" fmla="*/ 2681188 w 2915191"/>
                <a:gd name="connsiteY275" fmla="*/ 174217 h 585078"/>
                <a:gd name="connsiteX276" fmla="*/ 2690947 w 2915191"/>
                <a:gd name="connsiteY276" fmla="*/ 206112 h 585078"/>
                <a:gd name="connsiteX277" fmla="*/ 2700691 w 2915191"/>
                <a:gd name="connsiteY277" fmla="*/ 203599 h 585078"/>
                <a:gd name="connsiteX278" fmla="*/ 2710435 w 2915191"/>
                <a:gd name="connsiteY278" fmla="*/ 181176 h 585078"/>
                <a:gd name="connsiteX279" fmla="*/ 2720194 w 2915191"/>
                <a:gd name="connsiteY279" fmla="*/ 179506 h 585078"/>
                <a:gd name="connsiteX280" fmla="*/ 2729938 w 2915191"/>
                <a:gd name="connsiteY280" fmla="*/ 182372 h 585078"/>
                <a:gd name="connsiteX281" fmla="*/ 2739697 w 2915191"/>
                <a:gd name="connsiteY281" fmla="*/ 157083 h 585078"/>
                <a:gd name="connsiteX282" fmla="*/ 2749441 w 2915191"/>
                <a:gd name="connsiteY282" fmla="*/ 170589 h 585078"/>
                <a:gd name="connsiteX283" fmla="*/ 2759185 w 2915191"/>
                <a:gd name="connsiteY283" fmla="*/ 190635 h 585078"/>
                <a:gd name="connsiteX284" fmla="*/ 2768943 w 2915191"/>
                <a:gd name="connsiteY284" fmla="*/ 173658 h 585078"/>
                <a:gd name="connsiteX285" fmla="*/ 2778687 w 2915191"/>
                <a:gd name="connsiteY285" fmla="*/ 158299 h 585078"/>
                <a:gd name="connsiteX286" fmla="*/ 2788446 w 2915191"/>
                <a:gd name="connsiteY286" fmla="*/ 169558 h 585078"/>
                <a:gd name="connsiteX287" fmla="*/ 2798190 w 2915191"/>
                <a:gd name="connsiteY287" fmla="*/ 173369 h 585078"/>
                <a:gd name="connsiteX288" fmla="*/ 2807934 w 2915191"/>
                <a:gd name="connsiteY288" fmla="*/ 176236 h 585078"/>
                <a:gd name="connsiteX289" fmla="*/ 2817693 w 2915191"/>
                <a:gd name="connsiteY289" fmla="*/ 207935 h 585078"/>
                <a:gd name="connsiteX290" fmla="*/ 2827437 w 2915191"/>
                <a:gd name="connsiteY290" fmla="*/ 180330 h 585078"/>
                <a:gd name="connsiteX291" fmla="*/ 2837196 w 2915191"/>
                <a:gd name="connsiteY291" fmla="*/ 158670 h 585078"/>
                <a:gd name="connsiteX292" fmla="*/ 2846940 w 2915191"/>
                <a:gd name="connsiteY292" fmla="*/ 151520 h 585078"/>
                <a:gd name="connsiteX293" fmla="*/ 2856684 w 2915191"/>
                <a:gd name="connsiteY293" fmla="*/ 162537 h 585078"/>
                <a:gd name="connsiteX294" fmla="*/ 2866442 w 2915191"/>
                <a:gd name="connsiteY294" fmla="*/ 150204 h 585078"/>
                <a:gd name="connsiteX295" fmla="*/ 2876186 w 2915191"/>
                <a:gd name="connsiteY295" fmla="*/ 130411 h 585078"/>
                <a:gd name="connsiteX296" fmla="*/ 2885945 w 2915191"/>
                <a:gd name="connsiteY296" fmla="*/ 143710 h 585078"/>
                <a:gd name="connsiteX297" fmla="*/ 2895689 w 2915191"/>
                <a:gd name="connsiteY297" fmla="*/ 113128 h 585078"/>
                <a:gd name="connsiteX298" fmla="*/ 2905433 w 2915191"/>
                <a:gd name="connsiteY298" fmla="*/ 133763 h 585078"/>
                <a:gd name="connsiteX299" fmla="*/ 2915192 w 2915191"/>
                <a:gd name="connsiteY299" fmla="*/ 139805 h 585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85078">
                  <a:moveTo>
                    <a:pt x="0" y="317748"/>
                  </a:moveTo>
                  <a:lnTo>
                    <a:pt x="9750" y="281037"/>
                  </a:lnTo>
                  <a:lnTo>
                    <a:pt x="19500" y="288149"/>
                  </a:lnTo>
                  <a:lnTo>
                    <a:pt x="29250" y="267663"/>
                  </a:lnTo>
                  <a:lnTo>
                    <a:pt x="39000" y="256268"/>
                  </a:lnTo>
                  <a:lnTo>
                    <a:pt x="48749" y="255775"/>
                  </a:lnTo>
                  <a:lnTo>
                    <a:pt x="58499" y="237065"/>
                  </a:lnTo>
                  <a:lnTo>
                    <a:pt x="68249" y="237892"/>
                  </a:lnTo>
                  <a:lnTo>
                    <a:pt x="77998" y="192627"/>
                  </a:lnTo>
                  <a:lnTo>
                    <a:pt x="87748" y="203589"/>
                  </a:lnTo>
                  <a:lnTo>
                    <a:pt x="97497" y="207657"/>
                  </a:lnTo>
                  <a:lnTo>
                    <a:pt x="107247" y="238382"/>
                  </a:lnTo>
                  <a:lnTo>
                    <a:pt x="116997" y="253202"/>
                  </a:lnTo>
                  <a:lnTo>
                    <a:pt x="126747" y="304558"/>
                  </a:lnTo>
                  <a:lnTo>
                    <a:pt x="136497" y="310863"/>
                  </a:lnTo>
                  <a:lnTo>
                    <a:pt x="146247" y="308322"/>
                  </a:lnTo>
                  <a:lnTo>
                    <a:pt x="155997" y="284025"/>
                  </a:lnTo>
                  <a:lnTo>
                    <a:pt x="165747" y="238482"/>
                  </a:lnTo>
                  <a:lnTo>
                    <a:pt x="175497" y="234716"/>
                  </a:lnTo>
                  <a:lnTo>
                    <a:pt x="185247" y="244300"/>
                  </a:lnTo>
                  <a:lnTo>
                    <a:pt x="194996" y="260999"/>
                  </a:lnTo>
                  <a:lnTo>
                    <a:pt x="204746" y="252055"/>
                  </a:lnTo>
                  <a:lnTo>
                    <a:pt x="214495" y="286391"/>
                  </a:lnTo>
                  <a:lnTo>
                    <a:pt x="224245" y="324764"/>
                  </a:lnTo>
                  <a:lnTo>
                    <a:pt x="233995" y="351488"/>
                  </a:lnTo>
                  <a:lnTo>
                    <a:pt x="243744" y="337177"/>
                  </a:lnTo>
                  <a:lnTo>
                    <a:pt x="253494" y="344630"/>
                  </a:lnTo>
                  <a:lnTo>
                    <a:pt x="263244" y="363917"/>
                  </a:lnTo>
                  <a:lnTo>
                    <a:pt x="272994" y="322319"/>
                  </a:lnTo>
                  <a:lnTo>
                    <a:pt x="282744" y="344308"/>
                  </a:lnTo>
                  <a:lnTo>
                    <a:pt x="292494" y="356516"/>
                  </a:lnTo>
                  <a:lnTo>
                    <a:pt x="302244" y="414798"/>
                  </a:lnTo>
                  <a:lnTo>
                    <a:pt x="311994" y="445982"/>
                  </a:lnTo>
                  <a:lnTo>
                    <a:pt x="321744" y="427492"/>
                  </a:lnTo>
                  <a:lnTo>
                    <a:pt x="331493" y="461640"/>
                  </a:lnTo>
                  <a:lnTo>
                    <a:pt x="341243" y="473589"/>
                  </a:lnTo>
                  <a:lnTo>
                    <a:pt x="350993" y="503998"/>
                  </a:lnTo>
                  <a:lnTo>
                    <a:pt x="360742" y="519150"/>
                  </a:lnTo>
                  <a:lnTo>
                    <a:pt x="370492" y="536314"/>
                  </a:lnTo>
                  <a:lnTo>
                    <a:pt x="380241" y="530831"/>
                  </a:lnTo>
                  <a:lnTo>
                    <a:pt x="389991" y="525319"/>
                  </a:lnTo>
                  <a:lnTo>
                    <a:pt x="399741" y="541618"/>
                  </a:lnTo>
                  <a:lnTo>
                    <a:pt x="409491" y="521475"/>
                  </a:lnTo>
                  <a:lnTo>
                    <a:pt x="419241" y="532932"/>
                  </a:lnTo>
                  <a:lnTo>
                    <a:pt x="428991" y="532306"/>
                  </a:lnTo>
                  <a:lnTo>
                    <a:pt x="438741" y="525572"/>
                  </a:lnTo>
                  <a:lnTo>
                    <a:pt x="448491" y="524574"/>
                  </a:lnTo>
                  <a:lnTo>
                    <a:pt x="458241" y="508721"/>
                  </a:lnTo>
                  <a:lnTo>
                    <a:pt x="467991" y="560972"/>
                  </a:lnTo>
                  <a:lnTo>
                    <a:pt x="477740" y="576988"/>
                  </a:lnTo>
                  <a:lnTo>
                    <a:pt x="487490" y="585078"/>
                  </a:lnTo>
                  <a:lnTo>
                    <a:pt x="497239" y="555906"/>
                  </a:lnTo>
                  <a:lnTo>
                    <a:pt x="506989" y="548397"/>
                  </a:lnTo>
                  <a:lnTo>
                    <a:pt x="516738" y="531889"/>
                  </a:lnTo>
                  <a:lnTo>
                    <a:pt x="526488" y="536523"/>
                  </a:lnTo>
                  <a:lnTo>
                    <a:pt x="536238" y="532515"/>
                  </a:lnTo>
                  <a:lnTo>
                    <a:pt x="545988" y="523114"/>
                  </a:lnTo>
                  <a:lnTo>
                    <a:pt x="555738" y="497934"/>
                  </a:lnTo>
                  <a:lnTo>
                    <a:pt x="565488" y="499722"/>
                  </a:lnTo>
                  <a:lnTo>
                    <a:pt x="575238" y="484987"/>
                  </a:lnTo>
                  <a:lnTo>
                    <a:pt x="584988" y="488429"/>
                  </a:lnTo>
                  <a:lnTo>
                    <a:pt x="594738" y="480070"/>
                  </a:lnTo>
                  <a:lnTo>
                    <a:pt x="604488" y="450794"/>
                  </a:lnTo>
                  <a:lnTo>
                    <a:pt x="614237" y="440260"/>
                  </a:lnTo>
                  <a:lnTo>
                    <a:pt x="623987" y="452731"/>
                  </a:lnTo>
                  <a:lnTo>
                    <a:pt x="633736" y="446652"/>
                  </a:lnTo>
                  <a:lnTo>
                    <a:pt x="643486" y="429265"/>
                  </a:lnTo>
                  <a:lnTo>
                    <a:pt x="653236" y="449408"/>
                  </a:lnTo>
                  <a:lnTo>
                    <a:pt x="662985" y="462922"/>
                  </a:lnTo>
                  <a:lnTo>
                    <a:pt x="672735" y="448380"/>
                  </a:lnTo>
                  <a:lnTo>
                    <a:pt x="682485" y="453506"/>
                  </a:lnTo>
                  <a:lnTo>
                    <a:pt x="692235" y="445132"/>
                  </a:lnTo>
                  <a:lnTo>
                    <a:pt x="701985" y="458705"/>
                  </a:lnTo>
                  <a:lnTo>
                    <a:pt x="711735" y="459227"/>
                  </a:lnTo>
                  <a:lnTo>
                    <a:pt x="721485" y="433541"/>
                  </a:lnTo>
                  <a:lnTo>
                    <a:pt x="731235" y="417122"/>
                  </a:lnTo>
                  <a:lnTo>
                    <a:pt x="740985" y="411446"/>
                  </a:lnTo>
                  <a:lnTo>
                    <a:pt x="750734" y="443210"/>
                  </a:lnTo>
                  <a:lnTo>
                    <a:pt x="760484" y="446458"/>
                  </a:lnTo>
                  <a:lnTo>
                    <a:pt x="770233" y="469254"/>
                  </a:lnTo>
                  <a:lnTo>
                    <a:pt x="779983" y="456679"/>
                  </a:lnTo>
                  <a:lnTo>
                    <a:pt x="789733" y="474468"/>
                  </a:lnTo>
                  <a:lnTo>
                    <a:pt x="799482" y="460776"/>
                  </a:lnTo>
                  <a:lnTo>
                    <a:pt x="809232" y="480458"/>
                  </a:lnTo>
                  <a:lnTo>
                    <a:pt x="818982" y="470133"/>
                  </a:lnTo>
                  <a:lnTo>
                    <a:pt x="828732" y="452016"/>
                  </a:lnTo>
                  <a:lnTo>
                    <a:pt x="838482" y="440588"/>
                  </a:lnTo>
                  <a:lnTo>
                    <a:pt x="848232" y="447159"/>
                  </a:lnTo>
                  <a:lnTo>
                    <a:pt x="857982" y="441095"/>
                  </a:lnTo>
                  <a:lnTo>
                    <a:pt x="867732" y="443657"/>
                  </a:lnTo>
                  <a:lnTo>
                    <a:pt x="877482" y="447084"/>
                  </a:lnTo>
                  <a:lnTo>
                    <a:pt x="887231" y="443985"/>
                  </a:lnTo>
                  <a:lnTo>
                    <a:pt x="896981" y="460508"/>
                  </a:lnTo>
                  <a:lnTo>
                    <a:pt x="906730" y="425048"/>
                  </a:lnTo>
                  <a:lnTo>
                    <a:pt x="916480" y="373707"/>
                  </a:lnTo>
                  <a:lnTo>
                    <a:pt x="926230" y="333770"/>
                  </a:lnTo>
                  <a:lnTo>
                    <a:pt x="935979" y="339931"/>
                  </a:lnTo>
                  <a:lnTo>
                    <a:pt x="945729" y="326194"/>
                  </a:lnTo>
                  <a:lnTo>
                    <a:pt x="955479" y="320517"/>
                  </a:lnTo>
                  <a:lnTo>
                    <a:pt x="965229" y="320420"/>
                  </a:lnTo>
                  <a:lnTo>
                    <a:pt x="974979" y="297208"/>
                  </a:lnTo>
                  <a:lnTo>
                    <a:pt x="984729" y="285475"/>
                  </a:lnTo>
                  <a:lnTo>
                    <a:pt x="994474" y="296810"/>
                  </a:lnTo>
                  <a:lnTo>
                    <a:pt x="1004233" y="322386"/>
                  </a:lnTo>
                  <a:lnTo>
                    <a:pt x="1013977" y="304540"/>
                  </a:lnTo>
                  <a:lnTo>
                    <a:pt x="1023721" y="271994"/>
                  </a:lnTo>
                  <a:lnTo>
                    <a:pt x="1033480" y="260027"/>
                  </a:lnTo>
                  <a:lnTo>
                    <a:pt x="1043224" y="273968"/>
                  </a:lnTo>
                  <a:lnTo>
                    <a:pt x="1052983" y="253029"/>
                  </a:lnTo>
                  <a:lnTo>
                    <a:pt x="1062727" y="284836"/>
                  </a:lnTo>
                  <a:lnTo>
                    <a:pt x="1072471" y="285064"/>
                  </a:lnTo>
                  <a:lnTo>
                    <a:pt x="1082230" y="282447"/>
                  </a:lnTo>
                  <a:lnTo>
                    <a:pt x="1091973" y="273523"/>
                  </a:lnTo>
                  <a:lnTo>
                    <a:pt x="1101732" y="249075"/>
                  </a:lnTo>
                  <a:lnTo>
                    <a:pt x="1111476" y="266036"/>
                  </a:lnTo>
                  <a:lnTo>
                    <a:pt x="1121220" y="237651"/>
                  </a:lnTo>
                  <a:lnTo>
                    <a:pt x="1130979" y="208563"/>
                  </a:lnTo>
                  <a:lnTo>
                    <a:pt x="1140723" y="215769"/>
                  </a:lnTo>
                  <a:lnTo>
                    <a:pt x="1150482" y="245415"/>
                  </a:lnTo>
                  <a:lnTo>
                    <a:pt x="1160226" y="269756"/>
                  </a:lnTo>
                  <a:lnTo>
                    <a:pt x="1169969" y="257666"/>
                  </a:lnTo>
                  <a:lnTo>
                    <a:pt x="1179728" y="276194"/>
                  </a:lnTo>
                  <a:lnTo>
                    <a:pt x="1189472" y="249215"/>
                  </a:lnTo>
                  <a:lnTo>
                    <a:pt x="1199231" y="255787"/>
                  </a:lnTo>
                  <a:lnTo>
                    <a:pt x="1208975" y="228963"/>
                  </a:lnTo>
                  <a:lnTo>
                    <a:pt x="1218719" y="241723"/>
                  </a:lnTo>
                  <a:lnTo>
                    <a:pt x="1228478" y="247557"/>
                  </a:lnTo>
                  <a:lnTo>
                    <a:pt x="1238222" y="249226"/>
                  </a:lnTo>
                  <a:lnTo>
                    <a:pt x="1247966" y="240371"/>
                  </a:lnTo>
                  <a:lnTo>
                    <a:pt x="1257725" y="238851"/>
                  </a:lnTo>
                  <a:lnTo>
                    <a:pt x="1267469" y="261678"/>
                  </a:lnTo>
                  <a:lnTo>
                    <a:pt x="1277227" y="286512"/>
                  </a:lnTo>
                  <a:lnTo>
                    <a:pt x="1286971" y="288195"/>
                  </a:lnTo>
                  <a:lnTo>
                    <a:pt x="1296715" y="274181"/>
                  </a:lnTo>
                  <a:lnTo>
                    <a:pt x="1306474" y="290967"/>
                  </a:lnTo>
                  <a:lnTo>
                    <a:pt x="1316218" y="318691"/>
                  </a:lnTo>
                  <a:lnTo>
                    <a:pt x="1325977" y="282236"/>
                  </a:lnTo>
                  <a:lnTo>
                    <a:pt x="1335721" y="294782"/>
                  </a:lnTo>
                  <a:lnTo>
                    <a:pt x="1345465" y="251043"/>
                  </a:lnTo>
                  <a:lnTo>
                    <a:pt x="1355224" y="245041"/>
                  </a:lnTo>
                  <a:lnTo>
                    <a:pt x="1364967" y="251332"/>
                  </a:lnTo>
                  <a:lnTo>
                    <a:pt x="1374726" y="222041"/>
                  </a:lnTo>
                  <a:lnTo>
                    <a:pt x="1384470" y="254245"/>
                  </a:lnTo>
                  <a:lnTo>
                    <a:pt x="1394214" y="243861"/>
                  </a:lnTo>
                  <a:lnTo>
                    <a:pt x="1403973" y="257499"/>
                  </a:lnTo>
                  <a:lnTo>
                    <a:pt x="1413717" y="185908"/>
                  </a:lnTo>
                  <a:lnTo>
                    <a:pt x="1423476" y="191818"/>
                  </a:lnTo>
                  <a:lnTo>
                    <a:pt x="1433220" y="164659"/>
                  </a:lnTo>
                  <a:lnTo>
                    <a:pt x="1442964" y="140824"/>
                  </a:lnTo>
                  <a:lnTo>
                    <a:pt x="1452722" y="163640"/>
                  </a:lnTo>
                  <a:lnTo>
                    <a:pt x="1462466" y="134159"/>
                  </a:lnTo>
                  <a:lnTo>
                    <a:pt x="1472225" y="127581"/>
                  </a:lnTo>
                  <a:lnTo>
                    <a:pt x="1481969" y="125259"/>
                  </a:lnTo>
                  <a:lnTo>
                    <a:pt x="1491713" y="149154"/>
                  </a:lnTo>
                  <a:lnTo>
                    <a:pt x="1501472" y="131123"/>
                  </a:lnTo>
                  <a:lnTo>
                    <a:pt x="1511216" y="153808"/>
                  </a:lnTo>
                  <a:lnTo>
                    <a:pt x="1520960" y="187422"/>
                  </a:lnTo>
                  <a:lnTo>
                    <a:pt x="1530719" y="143301"/>
                  </a:lnTo>
                  <a:lnTo>
                    <a:pt x="1540463" y="122361"/>
                  </a:lnTo>
                  <a:lnTo>
                    <a:pt x="1550221" y="107544"/>
                  </a:lnTo>
                  <a:lnTo>
                    <a:pt x="1559965" y="145716"/>
                  </a:lnTo>
                  <a:lnTo>
                    <a:pt x="1569709" y="143154"/>
                  </a:lnTo>
                  <a:lnTo>
                    <a:pt x="1579468" y="128633"/>
                  </a:lnTo>
                  <a:lnTo>
                    <a:pt x="1589212" y="115166"/>
                  </a:lnTo>
                  <a:lnTo>
                    <a:pt x="1598971" y="92776"/>
                  </a:lnTo>
                  <a:lnTo>
                    <a:pt x="1608715" y="51850"/>
                  </a:lnTo>
                  <a:lnTo>
                    <a:pt x="1618459" y="44445"/>
                  </a:lnTo>
                  <a:lnTo>
                    <a:pt x="1628218" y="24927"/>
                  </a:lnTo>
                  <a:lnTo>
                    <a:pt x="1637962" y="24995"/>
                  </a:lnTo>
                  <a:lnTo>
                    <a:pt x="1647720" y="20413"/>
                  </a:lnTo>
                  <a:lnTo>
                    <a:pt x="1657464" y="45309"/>
                  </a:lnTo>
                  <a:lnTo>
                    <a:pt x="1667208" y="62994"/>
                  </a:lnTo>
                  <a:lnTo>
                    <a:pt x="1676967" y="35404"/>
                  </a:lnTo>
                  <a:lnTo>
                    <a:pt x="1686711" y="59825"/>
                  </a:lnTo>
                  <a:lnTo>
                    <a:pt x="1696470" y="48039"/>
                  </a:lnTo>
                  <a:lnTo>
                    <a:pt x="1706214" y="55523"/>
                  </a:lnTo>
                  <a:lnTo>
                    <a:pt x="1715958" y="48369"/>
                  </a:lnTo>
                  <a:lnTo>
                    <a:pt x="1725716" y="12642"/>
                  </a:lnTo>
                  <a:lnTo>
                    <a:pt x="1735460" y="30026"/>
                  </a:lnTo>
                  <a:lnTo>
                    <a:pt x="1745219" y="27422"/>
                  </a:lnTo>
                  <a:lnTo>
                    <a:pt x="1754963" y="39747"/>
                  </a:lnTo>
                  <a:lnTo>
                    <a:pt x="1764707" y="59210"/>
                  </a:lnTo>
                  <a:lnTo>
                    <a:pt x="1774466" y="67342"/>
                  </a:lnTo>
                  <a:lnTo>
                    <a:pt x="1784210" y="76695"/>
                  </a:lnTo>
                  <a:lnTo>
                    <a:pt x="1793969" y="111745"/>
                  </a:lnTo>
                  <a:lnTo>
                    <a:pt x="1803713" y="142264"/>
                  </a:lnTo>
                  <a:lnTo>
                    <a:pt x="1813457" y="140289"/>
                  </a:lnTo>
                  <a:lnTo>
                    <a:pt x="1823215" y="143266"/>
                  </a:lnTo>
                  <a:lnTo>
                    <a:pt x="1832959" y="143774"/>
                  </a:lnTo>
                  <a:lnTo>
                    <a:pt x="1842703" y="156734"/>
                  </a:lnTo>
                  <a:lnTo>
                    <a:pt x="1852462" y="172222"/>
                  </a:lnTo>
                  <a:lnTo>
                    <a:pt x="1862206" y="187475"/>
                  </a:lnTo>
                  <a:lnTo>
                    <a:pt x="1871965" y="168241"/>
                  </a:lnTo>
                  <a:lnTo>
                    <a:pt x="1881709" y="118621"/>
                  </a:lnTo>
                  <a:lnTo>
                    <a:pt x="1891453" y="72933"/>
                  </a:lnTo>
                  <a:lnTo>
                    <a:pt x="1901212" y="61181"/>
                  </a:lnTo>
                  <a:lnTo>
                    <a:pt x="1910956" y="49170"/>
                  </a:lnTo>
                  <a:lnTo>
                    <a:pt x="1920714" y="35884"/>
                  </a:lnTo>
                  <a:lnTo>
                    <a:pt x="1930458" y="20546"/>
                  </a:lnTo>
                  <a:lnTo>
                    <a:pt x="1940202" y="4292"/>
                  </a:lnTo>
                  <a:lnTo>
                    <a:pt x="1949961" y="18896"/>
                  </a:lnTo>
                  <a:lnTo>
                    <a:pt x="1959705" y="43335"/>
                  </a:lnTo>
                  <a:lnTo>
                    <a:pt x="1969464" y="50040"/>
                  </a:lnTo>
                  <a:lnTo>
                    <a:pt x="1979208" y="85689"/>
                  </a:lnTo>
                  <a:lnTo>
                    <a:pt x="1988952" y="74805"/>
                  </a:lnTo>
                  <a:lnTo>
                    <a:pt x="1998711" y="60032"/>
                  </a:lnTo>
                  <a:lnTo>
                    <a:pt x="2008454" y="40184"/>
                  </a:lnTo>
                  <a:lnTo>
                    <a:pt x="2018213" y="52285"/>
                  </a:lnTo>
                  <a:lnTo>
                    <a:pt x="2027957" y="19890"/>
                  </a:lnTo>
                  <a:lnTo>
                    <a:pt x="2037701" y="37615"/>
                  </a:lnTo>
                  <a:lnTo>
                    <a:pt x="2047460" y="50798"/>
                  </a:lnTo>
                  <a:lnTo>
                    <a:pt x="2057204" y="49052"/>
                  </a:lnTo>
                  <a:lnTo>
                    <a:pt x="2066963" y="48684"/>
                  </a:lnTo>
                  <a:lnTo>
                    <a:pt x="2076707" y="36826"/>
                  </a:lnTo>
                  <a:lnTo>
                    <a:pt x="2086451" y="37216"/>
                  </a:lnTo>
                  <a:lnTo>
                    <a:pt x="2096210" y="0"/>
                  </a:lnTo>
                  <a:lnTo>
                    <a:pt x="2105954" y="39199"/>
                  </a:lnTo>
                  <a:lnTo>
                    <a:pt x="2115697" y="78339"/>
                  </a:lnTo>
                  <a:lnTo>
                    <a:pt x="2125456" y="62115"/>
                  </a:lnTo>
                  <a:lnTo>
                    <a:pt x="2135200" y="49530"/>
                  </a:lnTo>
                  <a:lnTo>
                    <a:pt x="2144959" y="91731"/>
                  </a:lnTo>
                  <a:lnTo>
                    <a:pt x="2154703" y="96761"/>
                  </a:lnTo>
                  <a:lnTo>
                    <a:pt x="2164447" y="107177"/>
                  </a:lnTo>
                  <a:lnTo>
                    <a:pt x="2174206" y="99291"/>
                  </a:lnTo>
                  <a:lnTo>
                    <a:pt x="2183950" y="100584"/>
                  </a:lnTo>
                  <a:lnTo>
                    <a:pt x="2193709" y="118226"/>
                  </a:lnTo>
                  <a:lnTo>
                    <a:pt x="2203452" y="102910"/>
                  </a:lnTo>
                  <a:lnTo>
                    <a:pt x="2213196" y="107092"/>
                  </a:lnTo>
                  <a:lnTo>
                    <a:pt x="2222955" y="105783"/>
                  </a:lnTo>
                  <a:lnTo>
                    <a:pt x="2232699" y="118380"/>
                  </a:lnTo>
                  <a:lnTo>
                    <a:pt x="2242458" y="132939"/>
                  </a:lnTo>
                  <a:lnTo>
                    <a:pt x="2252202" y="123165"/>
                  </a:lnTo>
                  <a:lnTo>
                    <a:pt x="2261946" y="114059"/>
                  </a:lnTo>
                  <a:lnTo>
                    <a:pt x="2271705" y="87143"/>
                  </a:lnTo>
                  <a:lnTo>
                    <a:pt x="2281449" y="127362"/>
                  </a:lnTo>
                  <a:lnTo>
                    <a:pt x="2291208" y="140809"/>
                  </a:lnTo>
                  <a:lnTo>
                    <a:pt x="2300951" y="119317"/>
                  </a:lnTo>
                  <a:lnTo>
                    <a:pt x="2310695" y="109868"/>
                  </a:lnTo>
                  <a:lnTo>
                    <a:pt x="2320454" y="143570"/>
                  </a:lnTo>
                  <a:lnTo>
                    <a:pt x="2330198" y="162429"/>
                  </a:lnTo>
                  <a:lnTo>
                    <a:pt x="2339957" y="179650"/>
                  </a:lnTo>
                  <a:lnTo>
                    <a:pt x="2349701" y="189029"/>
                  </a:lnTo>
                  <a:lnTo>
                    <a:pt x="2359445" y="203314"/>
                  </a:lnTo>
                  <a:lnTo>
                    <a:pt x="2369204" y="220477"/>
                  </a:lnTo>
                  <a:lnTo>
                    <a:pt x="2378948" y="201468"/>
                  </a:lnTo>
                  <a:lnTo>
                    <a:pt x="2388692" y="201229"/>
                  </a:lnTo>
                  <a:lnTo>
                    <a:pt x="2398450" y="216783"/>
                  </a:lnTo>
                  <a:lnTo>
                    <a:pt x="2408194" y="234567"/>
                  </a:lnTo>
                  <a:lnTo>
                    <a:pt x="2417953" y="205612"/>
                  </a:lnTo>
                  <a:lnTo>
                    <a:pt x="2427697" y="197334"/>
                  </a:lnTo>
                  <a:lnTo>
                    <a:pt x="2437441" y="179066"/>
                  </a:lnTo>
                  <a:lnTo>
                    <a:pt x="2447200" y="177849"/>
                  </a:lnTo>
                  <a:lnTo>
                    <a:pt x="2456944" y="165015"/>
                  </a:lnTo>
                  <a:lnTo>
                    <a:pt x="2466703" y="169459"/>
                  </a:lnTo>
                  <a:lnTo>
                    <a:pt x="2476446" y="166895"/>
                  </a:lnTo>
                  <a:lnTo>
                    <a:pt x="2486190" y="182937"/>
                  </a:lnTo>
                  <a:lnTo>
                    <a:pt x="2495949" y="158565"/>
                  </a:lnTo>
                  <a:lnTo>
                    <a:pt x="2505693" y="161204"/>
                  </a:lnTo>
                  <a:lnTo>
                    <a:pt x="2515452" y="155164"/>
                  </a:lnTo>
                  <a:lnTo>
                    <a:pt x="2525196" y="178301"/>
                  </a:lnTo>
                  <a:lnTo>
                    <a:pt x="2534940" y="165115"/>
                  </a:lnTo>
                  <a:lnTo>
                    <a:pt x="2544699" y="164230"/>
                  </a:lnTo>
                  <a:lnTo>
                    <a:pt x="2554443" y="194859"/>
                  </a:lnTo>
                  <a:lnTo>
                    <a:pt x="2564202" y="207453"/>
                  </a:lnTo>
                  <a:lnTo>
                    <a:pt x="2573946" y="204204"/>
                  </a:lnTo>
                  <a:lnTo>
                    <a:pt x="2583690" y="214803"/>
                  </a:lnTo>
                  <a:lnTo>
                    <a:pt x="2593448" y="205408"/>
                  </a:lnTo>
                  <a:lnTo>
                    <a:pt x="2603192" y="182212"/>
                  </a:lnTo>
                  <a:lnTo>
                    <a:pt x="2612951" y="191176"/>
                  </a:lnTo>
                  <a:lnTo>
                    <a:pt x="2622695" y="175094"/>
                  </a:lnTo>
                  <a:lnTo>
                    <a:pt x="2632439" y="184350"/>
                  </a:lnTo>
                  <a:lnTo>
                    <a:pt x="2642198" y="163545"/>
                  </a:lnTo>
                  <a:lnTo>
                    <a:pt x="2651942" y="190843"/>
                  </a:lnTo>
                  <a:lnTo>
                    <a:pt x="2661685" y="156529"/>
                  </a:lnTo>
                  <a:lnTo>
                    <a:pt x="2671444" y="146454"/>
                  </a:lnTo>
                  <a:lnTo>
                    <a:pt x="2681188" y="174217"/>
                  </a:lnTo>
                  <a:lnTo>
                    <a:pt x="2690947" y="206112"/>
                  </a:lnTo>
                  <a:lnTo>
                    <a:pt x="2700691" y="203599"/>
                  </a:lnTo>
                  <a:lnTo>
                    <a:pt x="2710435" y="181176"/>
                  </a:lnTo>
                  <a:lnTo>
                    <a:pt x="2720194" y="179506"/>
                  </a:lnTo>
                  <a:lnTo>
                    <a:pt x="2729938" y="182372"/>
                  </a:lnTo>
                  <a:lnTo>
                    <a:pt x="2739697" y="157083"/>
                  </a:lnTo>
                  <a:lnTo>
                    <a:pt x="2749441" y="170589"/>
                  </a:lnTo>
                  <a:lnTo>
                    <a:pt x="2759185" y="190635"/>
                  </a:lnTo>
                  <a:lnTo>
                    <a:pt x="2768943" y="173658"/>
                  </a:lnTo>
                  <a:lnTo>
                    <a:pt x="2778687" y="158299"/>
                  </a:lnTo>
                  <a:lnTo>
                    <a:pt x="2788446" y="169558"/>
                  </a:lnTo>
                  <a:lnTo>
                    <a:pt x="2798190" y="173369"/>
                  </a:lnTo>
                  <a:lnTo>
                    <a:pt x="2807934" y="176236"/>
                  </a:lnTo>
                  <a:lnTo>
                    <a:pt x="2817693" y="207935"/>
                  </a:lnTo>
                  <a:lnTo>
                    <a:pt x="2827437" y="180330"/>
                  </a:lnTo>
                  <a:lnTo>
                    <a:pt x="2837196" y="158670"/>
                  </a:lnTo>
                  <a:lnTo>
                    <a:pt x="2846940" y="151520"/>
                  </a:lnTo>
                  <a:lnTo>
                    <a:pt x="2856684" y="162537"/>
                  </a:lnTo>
                  <a:lnTo>
                    <a:pt x="2866442" y="150204"/>
                  </a:lnTo>
                  <a:lnTo>
                    <a:pt x="2876186" y="130411"/>
                  </a:lnTo>
                  <a:lnTo>
                    <a:pt x="2885945" y="143710"/>
                  </a:lnTo>
                  <a:lnTo>
                    <a:pt x="2895689" y="113128"/>
                  </a:lnTo>
                  <a:lnTo>
                    <a:pt x="2905433" y="133763"/>
                  </a:lnTo>
                  <a:lnTo>
                    <a:pt x="2915192" y="13980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1" name="Freeform 1220">
              <a:extLst>
                <a:ext uri="{FF2B5EF4-FFF2-40B4-BE49-F238E27FC236}">
                  <a16:creationId xmlns:a16="http://schemas.microsoft.com/office/drawing/2014/main" id="{AD5DADB1-7C80-F947-7FA9-AABD91C32113}"/>
                </a:ext>
              </a:extLst>
            </p:cNvPr>
            <p:cNvSpPr/>
            <p:nvPr/>
          </p:nvSpPr>
          <p:spPr>
            <a:xfrm>
              <a:off x="4426652" y="3680110"/>
              <a:ext cx="2915191" cy="365314"/>
            </a:xfrm>
            <a:custGeom>
              <a:avLst/>
              <a:gdLst>
                <a:gd name="connsiteX0" fmla="*/ 0 w 2915191"/>
                <a:gd name="connsiteY0" fmla="*/ 354140 h 365314"/>
                <a:gd name="connsiteX1" fmla="*/ 9750 w 2915191"/>
                <a:gd name="connsiteY1" fmla="*/ 364912 h 365314"/>
                <a:gd name="connsiteX2" fmla="*/ 19500 w 2915191"/>
                <a:gd name="connsiteY2" fmla="*/ 363124 h 365314"/>
                <a:gd name="connsiteX3" fmla="*/ 29250 w 2915191"/>
                <a:gd name="connsiteY3" fmla="*/ 363780 h 365314"/>
                <a:gd name="connsiteX4" fmla="*/ 39000 w 2915191"/>
                <a:gd name="connsiteY4" fmla="*/ 365314 h 365314"/>
                <a:gd name="connsiteX5" fmla="*/ 48749 w 2915191"/>
                <a:gd name="connsiteY5" fmla="*/ 363139 h 365314"/>
                <a:gd name="connsiteX6" fmla="*/ 58499 w 2915191"/>
                <a:gd name="connsiteY6" fmla="*/ 358267 h 365314"/>
                <a:gd name="connsiteX7" fmla="*/ 68249 w 2915191"/>
                <a:gd name="connsiteY7" fmla="*/ 322231 h 365314"/>
                <a:gd name="connsiteX8" fmla="*/ 77998 w 2915191"/>
                <a:gd name="connsiteY8" fmla="*/ 309917 h 365314"/>
                <a:gd name="connsiteX9" fmla="*/ 87748 w 2915191"/>
                <a:gd name="connsiteY9" fmla="*/ 287527 h 365314"/>
                <a:gd name="connsiteX10" fmla="*/ 97497 w 2915191"/>
                <a:gd name="connsiteY10" fmla="*/ 307654 h 365314"/>
                <a:gd name="connsiteX11" fmla="*/ 107247 w 2915191"/>
                <a:gd name="connsiteY11" fmla="*/ 311959 h 365314"/>
                <a:gd name="connsiteX12" fmla="*/ 116997 w 2915191"/>
                <a:gd name="connsiteY12" fmla="*/ 315775 h 365314"/>
                <a:gd name="connsiteX13" fmla="*/ 126747 w 2915191"/>
                <a:gd name="connsiteY13" fmla="*/ 295499 h 365314"/>
                <a:gd name="connsiteX14" fmla="*/ 136497 w 2915191"/>
                <a:gd name="connsiteY14" fmla="*/ 308294 h 365314"/>
                <a:gd name="connsiteX15" fmla="*/ 146247 w 2915191"/>
                <a:gd name="connsiteY15" fmla="*/ 296409 h 365314"/>
                <a:gd name="connsiteX16" fmla="*/ 155997 w 2915191"/>
                <a:gd name="connsiteY16" fmla="*/ 293090 h 365314"/>
                <a:gd name="connsiteX17" fmla="*/ 165747 w 2915191"/>
                <a:gd name="connsiteY17" fmla="*/ 312259 h 365314"/>
                <a:gd name="connsiteX18" fmla="*/ 175497 w 2915191"/>
                <a:gd name="connsiteY18" fmla="*/ 296403 h 365314"/>
                <a:gd name="connsiteX19" fmla="*/ 185247 w 2915191"/>
                <a:gd name="connsiteY19" fmla="*/ 329290 h 365314"/>
                <a:gd name="connsiteX20" fmla="*/ 194996 w 2915191"/>
                <a:gd name="connsiteY20" fmla="*/ 339107 h 365314"/>
                <a:gd name="connsiteX21" fmla="*/ 204746 w 2915191"/>
                <a:gd name="connsiteY21" fmla="*/ 344694 h 365314"/>
                <a:gd name="connsiteX22" fmla="*/ 214495 w 2915191"/>
                <a:gd name="connsiteY22" fmla="*/ 319558 h 365314"/>
                <a:gd name="connsiteX23" fmla="*/ 224245 w 2915191"/>
                <a:gd name="connsiteY23" fmla="*/ 322608 h 365314"/>
                <a:gd name="connsiteX24" fmla="*/ 233995 w 2915191"/>
                <a:gd name="connsiteY24" fmla="*/ 339896 h 365314"/>
                <a:gd name="connsiteX25" fmla="*/ 243744 w 2915191"/>
                <a:gd name="connsiteY25" fmla="*/ 306809 h 365314"/>
                <a:gd name="connsiteX26" fmla="*/ 253494 w 2915191"/>
                <a:gd name="connsiteY26" fmla="*/ 284246 h 365314"/>
                <a:gd name="connsiteX27" fmla="*/ 263244 w 2915191"/>
                <a:gd name="connsiteY27" fmla="*/ 320864 h 365314"/>
                <a:gd name="connsiteX28" fmla="*/ 272994 w 2915191"/>
                <a:gd name="connsiteY28" fmla="*/ 314959 h 365314"/>
                <a:gd name="connsiteX29" fmla="*/ 282744 w 2915191"/>
                <a:gd name="connsiteY29" fmla="*/ 285105 h 365314"/>
                <a:gd name="connsiteX30" fmla="*/ 292494 w 2915191"/>
                <a:gd name="connsiteY30" fmla="*/ 305647 h 365314"/>
                <a:gd name="connsiteX31" fmla="*/ 302244 w 2915191"/>
                <a:gd name="connsiteY31" fmla="*/ 297165 h 365314"/>
                <a:gd name="connsiteX32" fmla="*/ 311994 w 2915191"/>
                <a:gd name="connsiteY32" fmla="*/ 296236 h 365314"/>
                <a:gd name="connsiteX33" fmla="*/ 321744 w 2915191"/>
                <a:gd name="connsiteY33" fmla="*/ 299833 h 365314"/>
                <a:gd name="connsiteX34" fmla="*/ 331493 w 2915191"/>
                <a:gd name="connsiteY34" fmla="*/ 318770 h 365314"/>
                <a:gd name="connsiteX35" fmla="*/ 341243 w 2915191"/>
                <a:gd name="connsiteY35" fmla="*/ 301032 h 365314"/>
                <a:gd name="connsiteX36" fmla="*/ 350993 w 2915191"/>
                <a:gd name="connsiteY36" fmla="*/ 279508 h 365314"/>
                <a:gd name="connsiteX37" fmla="*/ 360742 w 2915191"/>
                <a:gd name="connsiteY37" fmla="*/ 282842 h 365314"/>
                <a:gd name="connsiteX38" fmla="*/ 370492 w 2915191"/>
                <a:gd name="connsiteY38" fmla="*/ 286332 h 365314"/>
                <a:gd name="connsiteX39" fmla="*/ 380241 w 2915191"/>
                <a:gd name="connsiteY39" fmla="*/ 292284 h 365314"/>
                <a:gd name="connsiteX40" fmla="*/ 389991 w 2915191"/>
                <a:gd name="connsiteY40" fmla="*/ 279788 h 365314"/>
                <a:gd name="connsiteX41" fmla="*/ 399741 w 2915191"/>
                <a:gd name="connsiteY41" fmla="*/ 310158 h 365314"/>
                <a:gd name="connsiteX42" fmla="*/ 409491 w 2915191"/>
                <a:gd name="connsiteY42" fmla="*/ 281489 h 365314"/>
                <a:gd name="connsiteX43" fmla="*/ 419241 w 2915191"/>
                <a:gd name="connsiteY43" fmla="*/ 262983 h 365314"/>
                <a:gd name="connsiteX44" fmla="*/ 428991 w 2915191"/>
                <a:gd name="connsiteY44" fmla="*/ 214746 h 365314"/>
                <a:gd name="connsiteX45" fmla="*/ 438741 w 2915191"/>
                <a:gd name="connsiteY45" fmla="*/ 222220 h 365314"/>
                <a:gd name="connsiteX46" fmla="*/ 448491 w 2915191"/>
                <a:gd name="connsiteY46" fmla="*/ 248834 h 365314"/>
                <a:gd name="connsiteX47" fmla="*/ 458241 w 2915191"/>
                <a:gd name="connsiteY47" fmla="*/ 265139 h 365314"/>
                <a:gd name="connsiteX48" fmla="*/ 467991 w 2915191"/>
                <a:gd name="connsiteY48" fmla="*/ 301186 h 365314"/>
                <a:gd name="connsiteX49" fmla="*/ 477740 w 2915191"/>
                <a:gd name="connsiteY49" fmla="*/ 260679 h 365314"/>
                <a:gd name="connsiteX50" fmla="*/ 487490 w 2915191"/>
                <a:gd name="connsiteY50" fmla="*/ 262167 h 365314"/>
                <a:gd name="connsiteX51" fmla="*/ 497239 w 2915191"/>
                <a:gd name="connsiteY51" fmla="*/ 274752 h 365314"/>
                <a:gd name="connsiteX52" fmla="*/ 506989 w 2915191"/>
                <a:gd name="connsiteY52" fmla="*/ 290211 h 365314"/>
                <a:gd name="connsiteX53" fmla="*/ 516738 w 2915191"/>
                <a:gd name="connsiteY53" fmla="*/ 275479 h 365314"/>
                <a:gd name="connsiteX54" fmla="*/ 526488 w 2915191"/>
                <a:gd name="connsiteY54" fmla="*/ 263983 h 365314"/>
                <a:gd name="connsiteX55" fmla="*/ 536238 w 2915191"/>
                <a:gd name="connsiteY55" fmla="*/ 254753 h 365314"/>
                <a:gd name="connsiteX56" fmla="*/ 545988 w 2915191"/>
                <a:gd name="connsiteY56" fmla="*/ 258704 h 365314"/>
                <a:gd name="connsiteX57" fmla="*/ 555738 w 2915191"/>
                <a:gd name="connsiteY57" fmla="*/ 238390 h 365314"/>
                <a:gd name="connsiteX58" fmla="*/ 565488 w 2915191"/>
                <a:gd name="connsiteY58" fmla="*/ 246653 h 365314"/>
                <a:gd name="connsiteX59" fmla="*/ 575238 w 2915191"/>
                <a:gd name="connsiteY59" fmla="*/ 214630 h 365314"/>
                <a:gd name="connsiteX60" fmla="*/ 584988 w 2915191"/>
                <a:gd name="connsiteY60" fmla="*/ 222777 h 365314"/>
                <a:gd name="connsiteX61" fmla="*/ 594738 w 2915191"/>
                <a:gd name="connsiteY61" fmla="*/ 219100 h 365314"/>
                <a:gd name="connsiteX62" fmla="*/ 604488 w 2915191"/>
                <a:gd name="connsiteY62" fmla="*/ 216238 h 365314"/>
                <a:gd name="connsiteX63" fmla="*/ 614237 w 2915191"/>
                <a:gd name="connsiteY63" fmla="*/ 230578 h 365314"/>
                <a:gd name="connsiteX64" fmla="*/ 623987 w 2915191"/>
                <a:gd name="connsiteY64" fmla="*/ 249303 h 365314"/>
                <a:gd name="connsiteX65" fmla="*/ 633736 w 2915191"/>
                <a:gd name="connsiteY65" fmla="*/ 250835 h 365314"/>
                <a:gd name="connsiteX66" fmla="*/ 643486 w 2915191"/>
                <a:gd name="connsiteY66" fmla="*/ 215158 h 365314"/>
                <a:gd name="connsiteX67" fmla="*/ 653236 w 2915191"/>
                <a:gd name="connsiteY67" fmla="*/ 217120 h 365314"/>
                <a:gd name="connsiteX68" fmla="*/ 662985 w 2915191"/>
                <a:gd name="connsiteY68" fmla="*/ 226049 h 365314"/>
                <a:gd name="connsiteX69" fmla="*/ 672735 w 2915191"/>
                <a:gd name="connsiteY69" fmla="*/ 256413 h 365314"/>
                <a:gd name="connsiteX70" fmla="*/ 682485 w 2915191"/>
                <a:gd name="connsiteY70" fmla="*/ 266397 h 365314"/>
                <a:gd name="connsiteX71" fmla="*/ 692235 w 2915191"/>
                <a:gd name="connsiteY71" fmla="*/ 258411 h 365314"/>
                <a:gd name="connsiteX72" fmla="*/ 701985 w 2915191"/>
                <a:gd name="connsiteY72" fmla="*/ 247332 h 365314"/>
                <a:gd name="connsiteX73" fmla="*/ 711735 w 2915191"/>
                <a:gd name="connsiteY73" fmla="*/ 255994 h 365314"/>
                <a:gd name="connsiteX74" fmla="*/ 721485 w 2915191"/>
                <a:gd name="connsiteY74" fmla="*/ 223297 h 365314"/>
                <a:gd name="connsiteX75" fmla="*/ 731235 w 2915191"/>
                <a:gd name="connsiteY75" fmla="*/ 218422 h 365314"/>
                <a:gd name="connsiteX76" fmla="*/ 740985 w 2915191"/>
                <a:gd name="connsiteY76" fmla="*/ 260786 h 365314"/>
                <a:gd name="connsiteX77" fmla="*/ 750734 w 2915191"/>
                <a:gd name="connsiteY77" fmla="*/ 257155 h 365314"/>
                <a:gd name="connsiteX78" fmla="*/ 760484 w 2915191"/>
                <a:gd name="connsiteY78" fmla="*/ 282447 h 365314"/>
                <a:gd name="connsiteX79" fmla="*/ 770233 w 2915191"/>
                <a:gd name="connsiteY79" fmla="*/ 291317 h 365314"/>
                <a:gd name="connsiteX80" fmla="*/ 779983 w 2915191"/>
                <a:gd name="connsiteY80" fmla="*/ 296019 h 365314"/>
                <a:gd name="connsiteX81" fmla="*/ 789733 w 2915191"/>
                <a:gd name="connsiteY81" fmla="*/ 274877 h 365314"/>
                <a:gd name="connsiteX82" fmla="*/ 799482 w 2915191"/>
                <a:gd name="connsiteY82" fmla="*/ 260775 h 365314"/>
                <a:gd name="connsiteX83" fmla="*/ 809232 w 2915191"/>
                <a:gd name="connsiteY83" fmla="*/ 254214 h 365314"/>
                <a:gd name="connsiteX84" fmla="*/ 818982 w 2915191"/>
                <a:gd name="connsiteY84" fmla="*/ 223854 h 365314"/>
                <a:gd name="connsiteX85" fmla="*/ 828732 w 2915191"/>
                <a:gd name="connsiteY85" fmla="*/ 188944 h 365314"/>
                <a:gd name="connsiteX86" fmla="*/ 838482 w 2915191"/>
                <a:gd name="connsiteY86" fmla="*/ 229891 h 365314"/>
                <a:gd name="connsiteX87" fmla="*/ 848232 w 2915191"/>
                <a:gd name="connsiteY87" fmla="*/ 213476 h 365314"/>
                <a:gd name="connsiteX88" fmla="*/ 857982 w 2915191"/>
                <a:gd name="connsiteY88" fmla="*/ 157499 h 365314"/>
                <a:gd name="connsiteX89" fmla="*/ 867732 w 2915191"/>
                <a:gd name="connsiteY89" fmla="*/ 155259 h 365314"/>
                <a:gd name="connsiteX90" fmla="*/ 877482 w 2915191"/>
                <a:gd name="connsiteY90" fmla="*/ 162085 h 365314"/>
                <a:gd name="connsiteX91" fmla="*/ 887231 w 2915191"/>
                <a:gd name="connsiteY91" fmla="*/ 165484 h 365314"/>
                <a:gd name="connsiteX92" fmla="*/ 896981 w 2915191"/>
                <a:gd name="connsiteY92" fmla="*/ 177982 h 365314"/>
                <a:gd name="connsiteX93" fmla="*/ 906730 w 2915191"/>
                <a:gd name="connsiteY93" fmla="*/ 194153 h 365314"/>
                <a:gd name="connsiteX94" fmla="*/ 916480 w 2915191"/>
                <a:gd name="connsiteY94" fmla="*/ 185963 h 365314"/>
                <a:gd name="connsiteX95" fmla="*/ 926230 w 2915191"/>
                <a:gd name="connsiteY95" fmla="*/ 161721 h 365314"/>
                <a:gd name="connsiteX96" fmla="*/ 935979 w 2915191"/>
                <a:gd name="connsiteY96" fmla="*/ 161475 h 365314"/>
                <a:gd name="connsiteX97" fmla="*/ 945729 w 2915191"/>
                <a:gd name="connsiteY97" fmla="*/ 151171 h 365314"/>
                <a:gd name="connsiteX98" fmla="*/ 955479 w 2915191"/>
                <a:gd name="connsiteY98" fmla="*/ 120135 h 365314"/>
                <a:gd name="connsiteX99" fmla="*/ 965229 w 2915191"/>
                <a:gd name="connsiteY99" fmla="*/ 118496 h 365314"/>
                <a:gd name="connsiteX100" fmla="*/ 974979 w 2915191"/>
                <a:gd name="connsiteY100" fmla="*/ 162138 h 365314"/>
                <a:gd name="connsiteX101" fmla="*/ 984729 w 2915191"/>
                <a:gd name="connsiteY101" fmla="*/ 156757 h 365314"/>
                <a:gd name="connsiteX102" fmla="*/ 994474 w 2915191"/>
                <a:gd name="connsiteY102" fmla="*/ 153579 h 365314"/>
                <a:gd name="connsiteX103" fmla="*/ 1004233 w 2915191"/>
                <a:gd name="connsiteY103" fmla="*/ 147610 h 365314"/>
                <a:gd name="connsiteX104" fmla="*/ 1013977 w 2915191"/>
                <a:gd name="connsiteY104" fmla="*/ 129605 h 365314"/>
                <a:gd name="connsiteX105" fmla="*/ 1023721 w 2915191"/>
                <a:gd name="connsiteY105" fmla="*/ 110775 h 365314"/>
                <a:gd name="connsiteX106" fmla="*/ 1033480 w 2915191"/>
                <a:gd name="connsiteY106" fmla="*/ 108252 h 365314"/>
                <a:gd name="connsiteX107" fmla="*/ 1043224 w 2915191"/>
                <a:gd name="connsiteY107" fmla="*/ 108204 h 365314"/>
                <a:gd name="connsiteX108" fmla="*/ 1052983 w 2915191"/>
                <a:gd name="connsiteY108" fmla="*/ 135578 h 365314"/>
                <a:gd name="connsiteX109" fmla="*/ 1062727 w 2915191"/>
                <a:gd name="connsiteY109" fmla="*/ 128680 h 365314"/>
                <a:gd name="connsiteX110" fmla="*/ 1072471 w 2915191"/>
                <a:gd name="connsiteY110" fmla="*/ 132173 h 365314"/>
                <a:gd name="connsiteX111" fmla="*/ 1082230 w 2915191"/>
                <a:gd name="connsiteY111" fmla="*/ 154462 h 365314"/>
                <a:gd name="connsiteX112" fmla="*/ 1091973 w 2915191"/>
                <a:gd name="connsiteY112" fmla="*/ 172341 h 365314"/>
                <a:gd name="connsiteX113" fmla="*/ 1101732 w 2915191"/>
                <a:gd name="connsiteY113" fmla="*/ 179534 h 365314"/>
                <a:gd name="connsiteX114" fmla="*/ 1111476 w 2915191"/>
                <a:gd name="connsiteY114" fmla="*/ 153686 h 365314"/>
                <a:gd name="connsiteX115" fmla="*/ 1121220 w 2915191"/>
                <a:gd name="connsiteY115" fmla="*/ 145024 h 365314"/>
                <a:gd name="connsiteX116" fmla="*/ 1130979 w 2915191"/>
                <a:gd name="connsiteY116" fmla="*/ 137449 h 365314"/>
                <a:gd name="connsiteX117" fmla="*/ 1140723 w 2915191"/>
                <a:gd name="connsiteY117" fmla="*/ 137784 h 365314"/>
                <a:gd name="connsiteX118" fmla="*/ 1150482 w 2915191"/>
                <a:gd name="connsiteY118" fmla="*/ 183968 h 365314"/>
                <a:gd name="connsiteX119" fmla="*/ 1160226 w 2915191"/>
                <a:gd name="connsiteY119" fmla="*/ 191634 h 365314"/>
                <a:gd name="connsiteX120" fmla="*/ 1169969 w 2915191"/>
                <a:gd name="connsiteY120" fmla="*/ 147147 h 365314"/>
                <a:gd name="connsiteX121" fmla="*/ 1179728 w 2915191"/>
                <a:gd name="connsiteY121" fmla="*/ 146393 h 365314"/>
                <a:gd name="connsiteX122" fmla="*/ 1189472 w 2915191"/>
                <a:gd name="connsiteY122" fmla="*/ 132000 h 365314"/>
                <a:gd name="connsiteX123" fmla="*/ 1199231 w 2915191"/>
                <a:gd name="connsiteY123" fmla="*/ 162225 h 365314"/>
                <a:gd name="connsiteX124" fmla="*/ 1208975 w 2915191"/>
                <a:gd name="connsiteY124" fmla="*/ 148597 h 365314"/>
                <a:gd name="connsiteX125" fmla="*/ 1218719 w 2915191"/>
                <a:gd name="connsiteY125" fmla="*/ 153145 h 365314"/>
                <a:gd name="connsiteX126" fmla="*/ 1228478 w 2915191"/>
                <a:gd name="connsiteY126" fmla="*/ 148203 h 365314"/>
                <a:gd name="connsiteX127" fmla="*/ 1238222 w 2915191"/>
                <a:gd name="connsiteY127" fmla="*/ 155359 h 365314"/>
                <a:gd name="connsiteX128" fmla="*/ 1247966 w 2915191"/>
                <a:gd name="connsiteY128" fmla="*/ 174951 h 365314"/>
                <a:gd name="connsiteX129" fmla="*/ 1257725 w 2915191"/>
                <a:gd name="connsiteY129" fmla="*/ 231605 h 365314"/>
                <a:gd name="connsiteX130" fmla="*/ 1267469 w 2915191"/>
                <a:gd name="connsiteY130" fmla="*/ 222574 h 365314"/>
                <a:gd name="connsiteX131" fmla="*/ 1277227 w 2915191"/>
                <a:gd name="connsiteY131" fmla="*/ 211282 h 365314"/>
                <a:gd name="connsiteX132" fmla="*/ 1286971 w 2915191"/>
                <a:gd name="connsiteY132" fmla="*/ 204088 h 365314"/>
                <a:gd name="connsiteX133" fmla="*/ 1296715 w 2915191"/>
                <a:gd name="connsiteY133" fmla="*/ 223295 h 365314"/>
                <a:gd name="connsiteX134" fmla="*/ 1306474 w 2915191"/>
                <a:gd name="connsiteY134" fmla="*/ 240549 h 365314"/>
                <a:gd name="connsiteX135" fmla="*/ 1316218 w 2915191"/>
                <a:gd name="connsiteY135" fmla="*/ 259062 h 365314"/>
                <a:gd name="connsiteX136" fmla="*/ 1325977 w 2915191"/>
                <a:gd name="connsiteY136" fmla="*/ 244915 h 365314"/>
                <a:gd name="connsiteX137" fmla="*/ 1335721 w 2915191"/>
                <a:gd name="connsiteY137" fmla="*/ 230666 h 365314"/>
                <a:gd name="connsiteX138" fmla="*/ 1345465 w 2915191"/>
                <a:gd name="connsiteY138" fmla="*/ 239866 h 365314"/>
                <a:gd name="connsiteX139" fmla="*/ 1355224 w 2915191"/>
                <a:gd name="connsiteY139" fmla="*/ 273848 h 365314"/>
                <a:gd name="connsiteX140" fmla="*/ 1364967 w 2915191"/>
                <a:gd name="connsiteY140" fmla="*/ 266737 h 365314"/>
                <a:gd name="connsiteX141" fmla="*/ 1374726 w 2915191"/>
                <a:gd name="connsiteY141" fmla="*/ 255436 h 365314"/>
                <a:gd name="connsiteX142" fmla="*/ 1384470 w 2915191"/>
                <a:gd name="connsiteY142" fmla="*/ 275329 h 365314"/>
                <a:gd name="connsiteX143" fmla="*/ 1394214 w 2915191"/>
                <a:gd name="connsiteY143" fmla="*/ 262012 h 365314"/>
                <a:gd name="connsiteX144" fmla="*/ 1403973 w 2915191"/>
                <a:gd name="connsiteY144" fmla="*/ 249691 h 365314"/>
                <a:gd name="connsiteX145" fmla="*/ 1413717 w 2915191"/>
                <a:gd name="connsiteY145" fmla="*/ 268031 h 365314"/>
                <a:gd name="connsiteX146" fmla="*/ 1423476 w 2915191"/>
                <a:gd name="connsiteY146" fmla="*/ 247906 h 365314"/>
                <a:gd name="connsiteX147" fmla="*/ 1433220 w 2915191"/>
                <a:gd name="connsiteY147" fmla="*/ 247101 h 365314"/>
                <a:gd name="connsiteX148" fmla="*/ 1442964 w 2915191"/>
                <a:gd name="connsiteY148" fmla="*/ 226205 h 365314"/>
                <a:gd name="connsiteX149" fmla="*/ 1452722 w 2915191"/>
                <a:gd name="connsiteY149" fmla="*/ 212184 h 365314"/>
                <a:gd name="connsiteX150" fmla="*/ 1462466 w 2915191"/>
                <a:gd name="connsiteY150" fmla="*/ 214574 h 365314"/>
                <a:gd name="connsiteX151" fmla="*/ 1472225 w 2915191"/>
                <a:gd name="connsiteY151" fmla="*/ 210491 h 365314"/>
                <a:gd name="connsiteX152" fmla="*/ 1481969 w 2915191"/>
                <a:gd name="connsiteY152" fmla="*/ 216455 h 365314"/>
                <a:gd name="connsiteX153" fmla="*/ 1491713 w 2915191"/>
                <a:gd name="connsiteY153" fmla="*/ 209310 h 365314"/>
                <a:gd name="connsiteX154" fmla="*/ 1501472 w 2915191"/>
                <a:gd name="connsiteY154" fmla="*/ 181379 h 365314"/>
                <a:gd name="connsiteX155" fmla="*/ 1511216 w 2915191"/>
                <a:gd name="connsiteY155" fmla="*/ 197544 h 365314"/>
                <a:gd name="connsiteX156" fmla="*/ 1520960 w 2915191"/>
                <a:gd name="connsiteY156" fmla="*/ 152026 h 365314"/>
                <a:gd name="connsiteX157" fmla="*/ 1530719 w 2915191"/>
                <a:gd name="connsiteY157" fmla="*/ 158999 h 365314"/>
                <a:gd name="connsiteX158" fmla="*/ 1540463 w 2915191"/>
                <a:gd name="connsiteY158" fmla="*/ 147816 h 365314"/>
                <a:gd name="connsiteX159" fmla="*/ 1550221 w 2915191"/>
                <a:gd name="connsiteY159" fmla="*/ 124772 h 365314"/>
                <a:gd name="connsiteX160" fmla="*/ 1559965 w 2915191"/>
                <a:gd name="connsiteY160" fmla="*/ 124772 h 365314"/>
                <a:gd name="connsiteX161" fmla="*/ 1569709 w 2915191"/>
                <a:gd name="connsiteY161" fmla="*/ 147558 h 365314"/>
                <a:gd name="connsiteX162" fmla="*/ 1579468 w 2915191"/>
                <a:gd name="connsiteY162" fmla="*/ 118721 h 365314"/>
                <a:gd name="connsiteX163" fmla="*/ 1589212 w 2915191"/>
                <a:gd name="connsiteY163" fmla="*/ 142899 h 365314"/>
                <a:gd name="connsiteX164" fmla="*/ 1598971 w 2915191"/>
                <a:gd name="connsiteY164" fmla="*/ 101371 h 365314"/>
                <a:gd name="connsiteX165" fmla="*/ 1608715 w 2915191"/>
                <a:gd name="connsiteY165" fmla="*/ 126206 h 365314"/>
                <a:gd name="connsiteX166" fmla="*/ 1618459 w 2915191"/>
                <a:gd name="connsiteY166" fmla="*/ 109932 h 365314"/>
                <a:gd name="connsiteX167" fmla="*/ 1628218 w 2915191"/>
                <a:gd name="connsiteY167" fmla="*/ 153561 h 365314"/>
                <a:gd name="connsiteX168" fmla="*/ 1637962 w 2915191"/>
                <a:gd name="connsiteY168" fmla="*/ 112054 h 365314"/>
                <a:gd name="connsiteX169" fmla="*/ 1647720 w 2915191"/>
                <a:gd name="connsiteY169" fmla="*/ 143100 h 365314"/>
                <a:gd name="connsiteX170" fmla="*/ 1657464 w 2915191"/>
                <a:gd name="connsiteY170" fmla="*/ 128983 h 365314"/>
                <a:gd name="connsiteX171" fmla="*/ 1667208 w 2915191"/>
                <a:gd name="connsiteY171" fmla="*/ 127455 h 365314"/>
                <a:gd name="connsiteX172" fmla="*/ 1676967 w 2915191"/>
                <a:gd name="connsiteY172" fmla="*/ 132029 h 365314"/>
                <a:gd name="connsiteX173" fmla="*/ 1686711 w 2915191"/>
                <a:gd name="connsiteY173" fmla="*/ 118533 h 365314"/>
                <a:gd name="connsiteX174" fmla="*/ 1696470 w 2915191"/>
                <a:gd name="connsiteY174" fmla="*/ 88936 h 365314"/>
                <a:gd name="connsiteX175" fmla="*/ 1706214 w 2915191"/>
                <a:gd name="connsiteY175" fmla="*/ 83269 h 365314"/>
                <a:gd name="connsiteX176" fmla="*/ 1715958 w 2915191"/>
                <a:gd name="connsiteY176" fmla="*/ 103248 h 365314"/>
                <a:gd name="connsiteX177" fmla="*/ 1725716 w 2915191"/>
                <a:gd name="connsiteY177" fmla="*/ 96249 h 365314"/>
                <a:gd name="connsiteX178" fmla="*/ 1735460 w 2915191"/>
                <a:gd name="connsiteY178" fmla="*/ 64527 h 365314"/>
                <a:gd name="connsiteX179" fmla="*/ 1745219 w 2915191"/>
                <a:gd name="connsiteY179" fmla="*/ 97007 h 365314"/>
                <a:gd name="connsiteX180" fmla="*/ 1754963 w 2915191"/>
                <a:gd name="connsiteY180" fmla="*/ 102371 h 365314"/>
                <a:gd name="connsiteX181" fmla="*/ 1764707 w 2915191"/>
                <a:gd name="connsiteY181" fmla="*/ 108840 h 365314"/>
                <a:gd name="connsiteX182" fmla="*/ 1774466 w 2915191"/>
                <a:gd name="connsiteY182" fmla="*/ 135739 h 365314"/>
                <a:gd name="connsiteX183" fmla="*/ 1784210 w 2915191"/>
                <a:gd name="connsiteY183" fmla="*/ 128793 h 365314"/>
                <a:gd name="connsiteX184" fmla="*/ 1793969 w 2915191"/>
                <a:gd name="connsiteY184" fmla="*/ 140228 h 365314"/>
                <a:gd name="connsiteX185" fmla="*/ 1803713 w 2915191"/>
                <a:gd name="connsiteY185" fmla="*/ 157911 h 365314"/>
                <a:gd name="connsiteX186" fmla="*/ 1813457 w 2915191"/>
                <a:gd name="connsiteY186" fmla="*/ 138249 h 365314"/>
                <a:gd name="connsiteX187" fmla="*/ 1823215 w 2915191"/>
                <a:gd name="connsiteY187" fmla="*/ 105576 h 365314"/>
                <a:gd name="connsiteX188" fmla="*/ 1832959 w 2915191"/>
                <a:gd name="connsiteY188" fmla="*/ 133213 h 365314"/>
                <a:gd name="connsiteX189" fmla="*/ 1842703 w 2915191"/>
                <a:gd name="connsiteY189" fmla="*/ 115798 h 365314"/>
                <a:gd name="connsiteX190" fmla="*/ 1852462 w 2915191"/>
                <a:gd name="connsiteY190" fmla="*/ 111303 h 365314"/>
                <a:gd name="connsiteX191" fmla="*/ 1862206 w 2915191"/>
                <a:gd name="connsiteY191" fmla="*/ 109718 h 365314"/>
                <a:gd name="connsiteX192" fmla="*/ 1871965 w 2915191"/>
                <a:gd name="connsiteY192" fmla="*/ 120077 h 365314"/>
                <a:gd name="connsiteX193" fmla="*/ 1881709 w 2915191"/>
                <a:gd name="connsiteY193" fmla="*/ 99959 h 365314"/>
                <a:gd name="connsiteX194" fmla="*/ 1891453 w 2915191"/>
                <a:gd name="connsiteY194" fmla="*/ 103307 h 365314"/>
                <a:gd name="connsiteX195" fmla="*/ 1901212 w 2915191"/>
                <a:gd name="connsiteY195" fmla="*/ 61661 h 365314"/>
                <a:gd name="connsiteX196" fmla="*/ 1910956 w 2915191"/>
                <a:gd name="connsiteY196" fmla="*/ 80410 h 365314"/>
                <a:gd name="connsiteX197" fmla="*/ 1920714 w 2915191"/>
                <a:gd name="connsiteY197" fmla="*/ 82511 h 365314"/>
                <a:gd name="connsiteX198" fmla="*/ 1930458 w 2915191"/>
                <a:gd name="connsiteY198" fmla="*/ 110281 h 365314"/>
                <a:gd name="connsiteX199" fmla="*/ 1940202 w 2915191"/>
                <a:gd name="connsiteY199" fmla="*/ 120685 h 365314"/>
                <a:gd name="connsiteX200" fmla="*/ 1949961 w 2915191"/>
                <a:gd name="connsiteY200" fmla="*/ 120992 h 365314"/>
                <a:gd name="connsiteX201" fmla="*/ 1959705 w 2915191"/>
                <a:gd name="connsiteY201" fmla="*/ 109391 h 365314"/>
                <a:gd name="connsiteX202" fmla="*/ 1969464 w 2915191"/>
                <a:gd name="connsiteY202" fmla="*/ 94470 h 365314"/>
                <a:gd name="connsiteX203" fmla="*/ 1979208 w 2915191"/>
                <a:gd name="connsiteY203" fmla="*/ 112644 h 365314"/>
                <a:gd name="connsiteX204" fmla="*/ 1988952 w 2915191"/>
                <a:gd name="connsiteY204" fmla="*/ 112399 h 365314"/>
                <a:gd name="connsiteX205" fmla="*/ 1998711 w 2915191"/>
                <a:gd name="connsiteY205" fmla="*/ 118346 h 365314"/>
                <a:gd name="connsiteX206" fmla="*/ 2008454 w 2915191"/>
                <a:gd name="connsiteY206" fmla="*/ 88852 h 365314"/>
                <a:gd name="connsiteX207" fmla="*/ 2018213 w 2915191"/>
                <a:gd name="connsiteY207" fmla="*/ 119643 h 365314"/>
                <a:gd name="connsiteX208" fmla="*/ 2027957 w 2915191"/>
                <a:gd name="connsiteY208" fmla="*/ 129798 h 365314"/>
                <a:gd name="connsiteX209" fmla="*/ 2037701 w 2915191"/>
                <a:gd name="connsiteY209" fmla="*/ 155793 h 365314"/>
                <a:gd name="connsiteX210" fmla="*/ 2047460 w 2915191"/>
                <a:gd name="connsiteY210" fmla="*/ 168144 h 365314"/>
                <a:gd name="connsiteX211" fmla="*/ 2057204 w 2915191"/>
                <a:gd name="connsiteY211" fmla="*/ 150517 h 365314"/>
                <a:gd name="connsiteX212" fmla="*/ 2066963 w 2915191"/>
                <a:gd name="connsiteY212" fmla="*/ 149981 h 365314"/>
                <a:gd name="connsiteX213" fmla="*/ 2076707 w 2915191"/>
                <a:gd name="connsiteY213" fmla="*/ 165483 h 365314"/>
                <a:gd name="connsiteX214" fmla="*/ 2086451 w 2915191"/>
                <a:gd name="connsiteY214" fmla="*/ 208964 h 365314"/>
                <a:gd name="connsiteX215" fmla="*/ 2096210 w 2915191"/>
                <a:gd name="connsiteY215" fmla="*/ 251934 h 365314"/>
                <a:gd name="connsiteX216" fmla="*/ 2105954 w 2915191"/>
                <a:gd name="connsiteY216" fmla="*/ 275572 h 365314"/>
                <a:gd name="connsiteX217" fmla="*/ 2115697 w 2915191"/>
                <a:gd name="connsiteY217" fmla="*/ 277915 h 365314"/>
                <a:gd name="connsiteX218" fmla="*/ 2125456 w 2915191"/>
                <a:gd name="connsiteY218" fmla="*/ 259096 h 365314"/>
                <a:gd name="connsiteX219" fmla="*/ 2135200 w 2915191"/>
                <a:gd name="connsiteY219" fmla="*/ 278450 h 365314"/>
                <a:gd name="connsiteX220" fmla="*/ 2144959 w 2915191"/>
                <a:gd name="connsiteY220" fmla="*/ 254866 h 365314"/>
                <a:gd name="connsiteX221" fmla="*/ 2154703 w 2915191"/>
                <a:gd name="connsiteY221" fmla="*/ 253269 h 365314"/>
                <a:gd name="connsiteX222" fmla="*/ 2164447 w 2915191"/>
                <a:gd name="connsiteY222" fmla="*/ 235767 h 365314"/>
                <a:gd name="connsiteX223" fmla="*/ 2174206 w 2915191"/>
                <a:gd name="connsiteY223" fmla="*/ 214738 h 365314"/>
                <a:gd name="connsiteX224" fmla="*/ 2183950 w 2915191"/>
                <a:gd name="connsiteY224" fmla="*/ 206777 h 365314"/>
                <a:gd name="connsiteX225" fmla="*/ 2193709 w 2915191"/>
                <a:gd name="connsiteY225" fmla="*/ 219297 h 365314"/>
                <a:gd name="connsiteX226" fmla="*/ 2203452 w 2915191"/>
                <a:gd name="connsiteY226" fmla="*/ 246079 h 365314"/>
                <a:gd name="connsiteX227" fmla="*/ 2213196 w 2915191"/>
                <a:gd name="connsiteY227" fmla="*/ 215252 h 365314"/>
                <a:gd name="connsiteX228" fmla="*/ 2222955 w 2915191"/>
                <a:gd name="connsiteY228" fmla="*/ 203764 h 365314"/>
                <a:gd name="connsiteX229" fmla="*/ 2232699 w 2915191"/>
                <a:gd name="connsiteY229" fmla="*/ 224403 h 365314"/>
                <a:gd name="connsiteX230" fmla="*/ 2242458 w 2915191"/>
                <a:gd name="connsiteY230" fmla="*/ 228200 h 365314"/>
                <a:gd name="connsiteX231" fmla="*/ 2252202 w 2915191"/>
                <a:gd name="connsiteY231" fmla="*/ 252305 h 365314"/>
                <a:gd name="connsiteX232" fmla="*/ 2261946 w 2915191"/>
                <a:gd name="connsiteY232" fmla="*/ 247484 h 365314"/>
                <a:gd name="connsiteX233" fmla="*/ 2271705 w 2915191"/>
                <a:gd name="connsiteY233" fmla="*/ 246650 h 365314"/>
                <a:gd name="connsiteX234" fmla="*/ 2281449 w 2915191"/>
                <a:gd name="connsiteY234" fmla="*/ 183718 h 365314"/>
                <a:gd name="connsiteX235" fmla="*/ 2291208 w 2915191"/>
                <a:gd name="connsiteY235" fmla="*/ 184046 h 365314"/>
                <a:gd name="connsiteX236" fmla="*/ 2300951 w 2915191"/>
                <a:gd name="connsiteY236" fmla="*/ 194003 h 365314"/>
                <a:gd name="connsiteX237" fmla="*/ 2310695 w 2915191"/>
                <a:gd name="connsiteY237" fmla="*/ 160981 h 365314"/>
                <a:gd name="connsiteX238" fmla="*/ 2320454 w 2915191"/>
                <a:gd name="connsiteY238" fmla="*/ 175719 h 365314"/>
                <a:gd name="connsiteX239" fmla="*/ 2330198 w 2915191"/>
                <a:gd name="connsiteY239" fmla="*/ 192343 h 365314"/>
                <a:gd name="connsiteX240" fmla="*/ 2339957 w 2915191"/>
                <a:gd name="connsiteY240" fmla="*/ 197528 h 365314"/>
                <a:gd name="connsiteX241" fmla="*/ 2349701 w 2915191"/>
                <a:gd name="connsiteY241" fmla="*/ 178736 h 365314"/>
                <a:gd name="connsiteX242" fmla="*/ 2359445 w 2915191"/>
                <a:gd name="connsiteY242" fmla="*/ 168905 h 365314"/>
                <a:gd name="connsiteX243" fmla="*/ 2369204 w 2915191"/>
                <a:gd name="connsiteY243" fmla="*/ 167347 h 365314"/>
                <a:gd name="connsiteX244" fmla="*/ 2378948 w 2915191"/>
                <a:gd name="connsiteY244" fmla="*/ 168202 h 365314"/>
                <a:gd name="connsiteX245" fmla="*/ 2388692 w 2915191"/>
                <a:gd name="connsiteY245" fmla="*/ 185233 h 365314"/>
                <a:gd name="connsiteX246" fmla="*/ 2398450 w 2915191"/>
                <a:gd name="connsiteY246" fmla="*/ 176425 h 365314"/>
                <a:gd name="connsiteX247" fmla="*/ 2408194 w 2915191"/>
                <a:gd name="connsiteY247" fmla="*/ 189959 h 365314"/>
                <a:gd name="connsiteX248" fmla="*/ 2417953 w 2915191"/>
                <a:gd name="connsiteY248" fmla="*/ 213245 h 365314"/>
                <a:gd name="connsiteX249" fmla="*/ 2427697 w 2915191"/>
                <a:gd name="connsiteY249" fmla="*/ 190194 h 365314"/>
                <a:gd name="connsiteX250" fmla="*/ 2437441 w 2915191"/>
                <a:gd name="connsiteY250" fmla="*/ 182204 h 365314"/>
                <a:gd name="connsiteX251" fmla="*/ 2447200 w 2915191"/>
                <a:gd name="connsiteY251" fmla="*/ 162283 h 365314"/>
                <a:gd name="connsiteX252" fmla="*/ 2456944 w 2915191"/>
                <a:gd name="connsiteY252" fmla="*/ 191264 h 365314"/>
                <a:gd name="connsiteX253" fmla="*/ 2466703 w 2915191"/>
                <a:gd name="connsiteY253" fmla="*/ 185083 h 365314"/>
                <a:gd name="connsiteX254" fmla="*/ 2476446 w 2915191"/>
                <a:gd name="connsiteY254" fmla="*/ 184041 h 365314"/>
                <a:gd name="connsiteX255" fmla="*/ 2486190 w 2915191"/>
                <a:gd name="connsiteY255" fmla="*/ 129600 h 365314"/>
                <a:gd name="connsiteX256" fmla="*/ 2495949 w 2915191"/>
                <a:gd name="connsiteY256" fmla="*/ 75170 h 365314"/>
                <a:gd name="connsiteX257" fmla="*/ 2505693 w 2915191"/>
                <a:gd name="connsiteY257" fmla="*/ 66078 h 365314"/>
                <a:gd name="connsiteX258" fmla="*/ 2515452 w 2915191"/>
                <a:gd name="connsiteY258" fmla="*/ 83974 h 365314"/>
                <a:gd name="connsiteX259" fmla="*/ 2525196 w 2915191"/>
                <a:gd name="connsiteY259" fmla="*/ 63769 h 365314"/>
                <a:gd name="connsiteX260" fmla="*/ 2534940 w 2915191"/>
                <a:gd name="connsiteY260" fmla="*/ 44646 h 365314"/>
                <a:gd name="connsiteX261" fmla="*/ 2544699 w 2915191"/>
                <a:gd name="connsiteY261" fmla="*/ 34213 h 365314"/>
                <a:gd name="connsiteX262" fmla="*/ 2554443 w 2915191"/>
                <a:gd name="connsiteY262" fmla="*/ 16428 h 365314"/>
                <a:gd name="connsiteX263" fmla="*/ 2564202 w 2915191"/>
                <a:gd name="connsiteY263" fmla="*/ 25543 h 365314"/>
                <a:gd name="connsiteX264" fmla="*/ 2573946 w 2915191"/>
                <a:gd name="connsiteY264" fmla="*/ 46345 h 365314"/>
                <a:gd name="connsiteX265" fmla="*/ 2583690 w 2915191"/>
                <a:gd name="connsiteY265" fmla="*/ 2159 h 365314"/>
                <a:gd name="connsiteX266" fmla="*/ 2593448 w 2915191"/>
                <a:gd name="connsiteY266" fmla="*/ 42158 h 365314"/>
                <a:gd name="connsiteX267" fmla="*/ 2603192 w 2915191"/>
                <a:gd name="connsiteY267" fmla="*/ 59806 h 365314"/>
                <a:gd name="connsiteX268" fmla="*/ 2612951 w 2915191"/>
                <a:gd name="connsiteY268" fmla="*/ 57325 h 365314"/>
                <a:gd name="connsiteX269" fmla="*/ 2622695 w 2915191"/>
                <a:gd name="connsiteY269" fmla="*/ 59690 h 365314"/>
                <a:gd name="connsiteX270" fmla="*/ 2632439 w 2915191"/>
                <a:gd name="connsiteY270" fmla="*/ 50129 h 365314"/>
                <a:gd name="connsiteX271" fmla="*/ 2642198 w 2915191"/>
                <a:gd name="connsiteY271" fmla="*/ 28879 h 365314"/>
                <a:gd name="connsiteX272" fmla="*/ 2651942 w 2915191"/>
                <a:gd name="connsiteY272" fmla="*/ 0 h 365314"/>
                <a:gd name="connsiteX273" fmla="*/ 2661685 w 2915191"/>
                <a:gd name="connsiteY273" fmla="*/ 12867 h 365314"/>
                <a:gd name="connsiteX274" fmla="*/ 2671444 w 2915191"/>
                <a:gd name="connsiteY274" fmla="*/ 1812 h 365314"/>
                <a:gd name="connsiteX275" fmla="*/ 2681188 w 2915191"/>
                <a:gd name="connsiteY275" fmla="*/ 4741 h 365314"/>
                <a:gd name="connsiteX276" fmla="*/ 2690947 w 2915191"/>
                <a:gd name="connsiteY276" fmla="*/ 50427 h 365314"/>
                <a:gd name="connsiteX277" fmla="*/ 2700691 w 2915191"/>
                <a:gd name="connsiteY277" fmla="*/ 43961 h 365314"/>
                <a:gd name="connsiteX278" fmla="*/ 2710435 w 2915191"/>
                <a:gd name="connsiteY278" fmla="*/ 38891 h 365314"/>
                <a:gd name="connsiteX279" fmla="*/ 2720194 w 2915191"/>
                <a:gd name="connsiteY279" fmla="*/ 33889 h 365314"/>
                <a:gd name="connsiteX280" fmla="*/ 2729938 w 2915191"/>
                <a:gd name="connsiteY280" fmla="*/ 31729 h 365314"/>
                <a:gd name="connsiteX281" fmla="*/ 2739697 w 2915191"/>
                <a:gd name="connsiteY281" fmla="*/ 54375 h 365314"/>
                <a:gd name="connsiteX282" fmla="*/ 2749441 w 2915191"/>
                <a:gd name="connsiteY282" fmla="*/ 43277 h 365314"/>
                <a:gd name="connsiteX283" fmla="*/ 2759185 w 2915191"/>
                <a:gd name="connsiteY283" fmla="*/ 69404 h 365314"/>
                <a:gd name="connsiteX284" fmla="*/ 2768943 w 2915191"/>
                <a:gd name="connsiteY284" fmla="*/ 58458 h 365314"/>
                <a:gd name="connsiteX285" fmla="*/ 2778687 w 2915191"/>
                <a:gd name="connsiteY285" fmla="*/ 65851 h 365314"/>
                <a:gd name="connsiteX286" fmla="*/ 2788446 w 2915191"/>
                <a:gd name="connsiteY286" fmla="*/ 65766 h 365314"/>
                <a:gd name="connsiteX287" fmla="*/ 2798190 w 2915191"/>
                <a:gd name="connsiteY287" fmla="*/ 85495 h 365314"/>
                <a:gd name="connsiteX288" fmla="*/ 2807934 w 2915191"/>
                <a:gd name="connsiteY288" fmla="*/ 56022 h 365314"/>
                <a:gd name="connsiteX289" fmla="*/ 2817693 w 2915191"/>
                <a:gd name="connsiteY289" fmla="*/ 42236 h 365314"/>
                <a:gd name="connsiteX290" fmla="*/ 2827437 w 2915191"/>
                <a:gd name="connsiteY290" fmla="*/ 60003 h 365314"/>
                <a:gd name="connsiteX291" fmla="*/ 2837196 w 2915191"/>
                <a:gd name="connsiteY291" fmla="*/ 47240 h 365314"/>
                <a:gd name="connsiteX292" fmla="*/ 2846940 w 2915191"/>
                <a:gd name="connsiteY292" fmla="*/ 23926 h 365314"/>
                <a:gd name="connsiteX293" fmla="*/ 2856684 w 2915191"/>
                <a:gd name="connsiteY293" fmla="*/ 41686 h 365314"/>
                <a:gd name="connsiteX294" fmla="*/ 2866442 w 2915191"/>
                <a:gd name="connsiteY294" fmla="*/ 38177 h 365314"/>
                <a:gd name="connsiteX295" fmla="*/ 2876186 w 2915191"/>
                <a:gd name="connsiteY295" fmla="*/ 18664 h 365314"/>
                <a:gd name="connsiteX296" fmla="*/ 2885945 w 2915191"/>
                <a:gd name="connsiteY296" fmla="*/ 49542 h 365314"/>
                <a:gd name="connsiteX297" fmla="*/ 2895689 w 2915191"/>
                <a:gd name="connsiteY297" fmla="*/ 47675 h 365314"/>
                <a:gd name="connsiteX298" fmla="*/ 2905433 w 2915191"/>
                <a:gd name="connsiteY298" fmla="*/ 30327 h 365314"/>
                <a:gd name="connsiteX299" fmla="*/ 2915192 w 2915191"/>
                <a:gd name="connsiteY299" fmla="*/ 1693 h 365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65314">
                  <a:moveTo>
                    <a:pt x="0" y="354140"/>
                  </a:moveTo>
                  <a:lnTo>
                    <a:pt x="9750" y="364912"/>
                  </a:lnTo>
                  <a:lnTo>
                    <a:pt x="19500" y="363124"/>
                  </a:lnTo>
                  <a:lnTo>
                    <a:pt x="29250" y="363780"/>
                  </a:lnTo>
                  <a:lnTo>
                    <a:pt x="39000" y="365314"/>
                  </a:lnTo>
                  <a:lnTo>
                    <a:pt x="48749" y="363139"/>
                  </a:lnTo>
                  <a:lnTo>
                    <a:pt x="58499" y="358267"/>
                  </a:lnTo>
                  <a:lnTo>
                    <a:pt x="68249" y="322231"/>
                  </a:lnTo>
                  <a:lnTo>
                    <a:pt x="77998" y="309917"/>
                  </a:lnTo>
                  <a:lnTo>
                    <a:pt x="87748" y="287527"/>
                  </a:lnTo>
                  <a:lnTo>
                    <a:pt x="97497" y="307654"/>
                  </a:lnTo>
                  <a:lnTo>
                    <a:pt x="107247" y="311959"/>
                  </a:lnTo>
                  <a:lnTo>
                    <a:pt x="116997" y="315775"/>
                  </a:lnTo>
                  <a:lnTo>
                    <a:pt x="126747" y="295499"/>
                  </a:lnTo>
                  <a:lnTo>
                    <a:pt x="136497" y="308294"/>
                  </a:lnTo>
                  <a:lnTo>
                    <a:pt x="146247" y="296409"/>
                  </a:lnTo>
                  <a:lnTo>
                    <a:pt x="155997" y="293090"/>
                  </a:lnTo>
                  <a:lnTo>
                    <a:pt x="165747" y="312259"/>
                  </a:lnTo>
                  <a:lnTo>
                    <a:pt x="175497" y="296403"/>
                  </a:lnTo>
                  <a:lnTo>
                    <a:pt x="185247" y="329290"/>
                  </a:lnTo>
                  <a:lnTo>
                    <a:pt x="194996" y="339107"/>
                  </a:lnTo>
                  <a:lnTo>
                    <a:pt x="204746" y="344694"/>
                  </a:lnTo>
                  <a:lnTo>
                    <a:pt x="214495" y="319558"/>
                  </a:lnTo>
                  <a:lnTo>
                    <a:pt x="224245" y="322608"/>
                  </a:lnTo>
                  <a:lnTo>
                    <a:pt x="233995" y="339896"/>
                  </a:lnTo>
                  <a:lnTo>
                    <a:pt x="243744" y="306809"/>
                  </a:lnTo>
                  <a:lnTo>
                    <a:pt x="253494" y="284246"/>
                  </a:lnTo>
                  <a:lnTo>
                    <a:pt x="263244" y="320864"/>
                  </a:lnTo>
                  <a:lnTo>
                    <a:pt x="272994" y="314959"/>
                  </a:lnTo>
                  <a:lnTo>
                    <a:pt x="282744" y="285105"/>
                  </a:lnTo>
                  <a:lnTo>
                    <a:pt x="292494" y="305647"/>
                  </a:lnTo>
                  <a:lnTo>
                    <a:pt x="302244" y="297165"/>
                  </a:lnTo>
                  <a:lnTo>
                    <a:pt x="311994" y="296236"/>
                  </a:lnTo>
                  <a:lnTo>
                    <a:pt x="321744" y="299833"/>
                  </a:lnTo>
                  <a:lnTo>
                    <a:pt x="331493" y="318770"/>
                  </a:lnTo>
                  <a:lnTo>
                    <a:pt x="341243" y="301032"/>
                  </a:lnTo>
                  <a:lnTo>
                    <a:pt x="350993" y="279508"/>
                  </a:lnTo>
                  <a:lnTo>
                    <a:pt x="360742" y="282842"/>
                  </a:lnTo>
                  <a:lnTo>
                    <a:pt x="370492" y="286332"/>
                  </a:lnTo>
                  <a:lnTo>
                    <a:pt x="380241" y="292284"/>
                  </a:lnTo>
                  <a:lnTo>
                    <a:pt x="389991" y="279788"/>
                  </a:lnTo>
                  <a:lnTo>
                    <a:pt x="399741" y="310158"/>
                  </a:lnTo>
                  <a:lnTo>
                    <a:pt x="409491" y="281489"/>
                  </a:lnTo>
                  <a:lnTo>
                    <a:pt x="419241" y="262983"/>
                  </a:lnTo>
                  <a:lnTo>
                    <a:pt x="428991" y="214746"/>
                  </a:lnTo>
                  <a:lnTo>
                    <a:pt x="438741" y="222220"/>
                  </a:lnTo>
                  <a:lnTo>
                    <a:pt x="448491" y="248834"/>
                  </a:lnTo>
                  <a:lnTo>
                    <a:pt x="458241" y="265139"/>
                  </a:lnTo>
                  <a:lnTo>
                    <a:pt x="467991" y="301186"/>
                  </a:lnTo>
                  <a:lnTo>
                    <a:pt x="477740" y="260679"/>
                  </a:lnTo>
                  <a:lnTo>
                    <a:pt x="487490" y="262167"/>
                  </a:lnTo>
                  <a:lnTo>
                    <a:pt x="497239" y="274752"/>
                  </a:lnTo>
                  <a:lnTo>
                    <a:pt x="506989" y="290211"/>
                  </a:lnTo>
                  <a:lnTo>
                    <a:pt x="516738" y="275479"/>
                  </a:lnTo>
                  <a:lnTo>
                    <a:pt x="526488" y="263983"/>
                  </a:lnTo>
                  <a:lnTo>
                    <a:pt x="536238" y="254753"/>
                  </a:lnTo>
                  <a:lnTo>
                    <a:pt x="545988" y="258704"/>
                  </a:lnTo>
                  <a:lnTo>
                    <a:pt x="555738" y="238390"/>
                  </a:lnTo>
                  <a:lnTo>
                    <a:pt x="565488" y="246653"/>
                  </a:lnTo>
                  <a:lnTo>
                    <a:pt x="575238" y="214630"/>
                  </a:lnTo>
                  <a:lnTo>
                    <a:pt x="584988" y="222777"/>
                  </a:lnTo>
                  <a:lnTo>
                    <a:pt x="594738" y="219100"/>
                  </a:lnTo>
                  <a:lnTo>
                    <a:pt x="604488" y="216238"/>
                  </a:lnTo>
                  <a:lnTo>
                    <a:pt x="614237" y="230578"/>
                  </a:lnTo>
                  <a:lnTo>
                    <a:pt x="623987" y="249303"/>
                  </a:lnTo>
                  <a:lnTo>
                    <a:pt x="633736" y="250835"/>
                  </a:lnTo>
                  <a:lnTo>
                    <a:pt x="643486" y="215158"/>
                  </a:lnTo>
                  <a:lnTo>
                    <a:pt x="653236" y="217120"/>
                  </a:lnTo>
                  <a:lnTo>
                    <a:pt x="662985" y="226049"/>
                  </a:lnTo>
                  <a:lnTo>
                    <a:pt x="672735" y="256413"/>
                  </a:lnTo>
                  <a:lnTo>
                    <a:pt x="682485" y="266397"/>
                  </a:lnTo>
                  <a:lnTo>
                    <a:pt x="692235" y="258411"/>
                  </a:lnTo>
                  <a:lnTo>
                    <a:pt x="701985" y="247332"/>
                  </a:lnTo>
                  <a:lnTo>
                    <a:pt x="711735" y="255994"/>
                  </a:lnTo>
                  <a:lnTo>
                    <a:pt x="721485" y="223297"/>
                  </a:lnTo>
                  <a:lnTo>
                    <a:pt x="731235" y="218422"/>
                  </a:lnTo>
                  <a:lnTo>
                    <a:pt x="740985" y="260786"/>
                  </a:lnTo>
                  <a:lnTo>
                    <a:pt x="750734" y="257155"/>
                  </a:lnTo>
                  <a:lnTo>
                    <a:pt x="760484" y="282447"/>
                  </a:lnTo>
                  <a:lnTo>
                    <a:pt x="770233" y="291317"/>
                  </a:lnTo>
                  <a:lnTo>
                    <a:pt x="779983" y="296019"/>
                  </a:lnTo>
                  <a:lnTo>
                    <a:pt x="789733" y="274877"/>
                  </a:lnTo>
                  <a:lnTo>
                    <a:pt x="799482" y="260775"/>
                  </a:lnTo>
                  <a:lnTo>
                    <a:pt x="809232" y="254214"/>
                  </a:lnTo>
                  <a:lnTo>
                    <a:pt x="818982" y="223854"/>
                  </a:lnTo>
                  <a:lnTo>
                    <a:pt x="828732" y="188944"/>
                  </a:lnTo>
                  <a:lnTo>
                    <a:pt x="838482" y="229891"/>
                  </a:lnTo>
                  <a:lnTo>
                    <a:pt x="848232" y="213476"/>
                  </a:lnTo>
                  <a:lnTo>
                    <a:pt x="857982" y="157499"/>
                  </a:lnTo>
                  <a:lnTo>
                    <a:pt x="867732" y="155259"/>
                  </a:lnTo>
                  <a:lnTo>
                    <a:pt x="877482" y="162085"/>
                  </a:lnTo>
                  <a:lnTo>
                    <a:pt x="887231" y="165484"/>
                  </a:lnTo>
                  <a:lnTo>
                    <a:pt x="896981" y="177982"/>
                  </a:lnTo>
                  <a:lnTo>
                    <a:pt x="906730" y="194153"/>
                  </a:lnTo>
                  <a:lnTo>
                    <a:pt x="916480" y="185963"/>
                  </a:lnTo>
                  <a:lnTo>
                    <a:pt x="926230" y="161721"/>
                  </a:lnTo>
                  <a:lnTo>
                    <a:pt x="935979" y="161475"/>
                  </a:lnTo>
                  <a:lnTo>
                    <a:pt x="945729" y="151171"/>
                  </a:lnTo>
                  <a:lnTo>
                    <a:pt x="955479" y="120135"/>
                  </a:lnTo>
                  <a:lnTo>
                    <a:pt x="965229" y="118496"/>
                  </a:lnTo>
                  <a:lnTo>
                    <a:pt x="974979" y="162138"/>
                  </a:lnTo>
                  <a:lnTo>
                    <a:pt x="984729" y="156757"/>
                  </a:lnTo>
                  <a:lnTo>
                    <a:pt x="994474" y="153579"/>
                  </a:lnTo>
                  <a:lnTo>
                    <a:pt x="1004233" y="147610"/>
                  </a:lnTo>
                  <a:lnTo>
                    <a:pt x="1013977" y="129605"/>
                  </a:lnTo>
                  <a:lnTo>
                    <a:pt x="1023721" y="110775"/>
                  </a:lnTo>
                  <a:lnTo>
                    <a:pt x="1033480" y="108252"/>
                  </a:lnTo>
                  <a:lnTo>
                    <a:pt x="1043224" y="108204"/>
                  </a:lnTo>
                  <a:lnTo>
                    <a:pt x="1052983" y="135578"/>
                  </a:lnTo>
                  <a:lnTo>
                    <a:pt x="1062727" y="128680"/>
                  </a:lnTo>
                  <a:lnTo>
                    <a:pt x="1072471" y="132173"/>
                  </a:lnTo>
                  <a:lnTo>
                    <a:pt x="1082230" y="154462"/>
                  </a:lnTo>
                  <a:lnTo>
                    <a:pt x="1091973" y="172341"/>
                  </a:lnTo>
                  <a:lnTo>
                    <a:pt x="1101732" y="179534"/>
                  </a:lnTo>
                  <a:lnTo>
                    <a:pt x="1111476" y="153686"/>
                  </a:lnTo>
                  <a:lnTo>
                    <a:pt x="1121220" y="145024"/>
                  </a:lnTo>
                  <a:lnTo>
                    <a:pt x="1130979" y="137449"/>
                  </a:lnTo>
                  <a:lnTo>
                    <a:pt x="1140723" y="137784"/>
                  </a:lnTo>
                  <a:lnTo>
                    <a:pt x="1150482" y="183968"/>
                  </a:lnTo>
                  <a:lnTo>
                    <a:pt x="1160226" y="191634"/>
                  </a:lnTo>
                  <a:lnTo>
                    <a:pt x="1169969" y="147147"/>
                  </a:lnTo>
                  <a:lnTo>
                    <a:pt x="1179728" y="146393"/>
                  </a:lnTo>
                  <a:lnTo>
                    <a:pt x="1189472" y="132000"/>
                  </a:lnTo>
                  <a:lnTo>
                    <a:pt x="1199231" y="162225"/>
                  </a:lnTo>
                  <a:lnTo>
                    <a:pt x="1208975" y="148597"/>
                  </a:lnTo>
                  <a:lnTo>
                    <a:pt x="1218719" y="153145"/>
                  </a:lnTo>
                  <a:lnTo>
                    <a:pt x="1228478" y="148203"/>
                  </a:lnTo>
                  <a:lnTo>
                    <a:pt x="1238222" y="155359"/>
                  </a:lnTo>
                  <a:lnTo>
                    <a:pt x="1247966" y="174951"/>
                  </a:lnTo>
                  <a:lnTo>
                    <a:pt x="1257725" y="231605"/>
                  </a:lnTo>
                  <a:lnTo>
                    <a:pt x="1267469" y="222574"/>
                  </a:lnTo>
                  <a:lnTo>
                    <a:pt x="1277227" y="211282"/>
                  </a:lnTo>
                  <a:lnTo>
                    <a:pt x="1286971" y="204088"/>
                  </a:lnTo>
                  <a:lnTo>
                    <a:pt x="1296715" y="223295"/>
                  </a:lnTo>
                  <a:lnTo>
                    <a:pt x="1306474" y="240549"/>
                  </a:lnTo>
                  <a:lnTo>
                    <a:pt x="1316218" y="259062"/>
                  </a:lnTo>
                  <a:lnTo>
                    <a:pt x="1325977" y="244915"/>
                  </a:lnTo>
                  <a:lnTo>
                    <a:pt x="1335721" y="230666"/>
                  </a:lnTo>
                  <a:lnTo>
                    <a:pt x="1345465" y="239866"/>
                  </a:lnTo>
                  <a:lnTo>
                    <a:pt x="1355224" y="273848"/>
                  </a:lnTo>
                  <a:lnTo>
                    <a:pt x="1364967" y="266737"/>
                  </a:lnTo>
                  <a:lnTo>
                    <a:pt x="1374726" y="255436"/>
                  </a:lnTo>
                  <a:lnTo>
                    <a:pt x="1384470" y="275329"/>
                  </a:lnTo>
                  <a:lnTo>
                    <a:pt x="1394214" y="262012"/>
                  </a:lnTo>
                  <a:lnTo>
                    <a:pt x="1403973" y="249691"/>
                  </a:lnTo>
                  <a:lnTo>
                    <a:pt x="1413717" y="268031"/>
                  </a:lnTo>
                  <a:lnTo>
                    <a:pt x="1423476" y="247906"/>
                  </a:lnTo>
                  <a:lnTo>
                    <a:pt x="1433220" y="247101"/>
                  </a:lnTo>
                  <a:lnTo>
                    <a:pt x="1442964" y="226205"/>
                  </a:lnTo>
                  <a:lnTo>
                    <a:pt x="1452722" y="212184"/>
                  </a:lnTo>
                  <a:lnTo>
                    <a:pt x="1462466" y="214574"/>
                  </a:lnTo>
                  <a:lnTo>
                    <a:pt x="1472225" y="210491"/>
                  </a:lnTo>
                  <a:lnTo>
                    <a:pt x="1481969" y="216455"/>
                  </a:lnTo>
                  <a:lnTo>
                    <a:pt x="1491713" y="209310"/>
                  </a:lnTo>
                  <a:lnTo>
                    <a:pt x="1501472" y="181379"/>
                  </a:lnTo>
                  <a:lnTo>
                    <a:pt x="1511216" y="197544"/>
                  </a:lnTo>
                  <a:lnTo>
                    <a:pt x="1520960" y="152026"/>
                  </a:lnTo>
                  <a:lnTo>
                    <a:pt x="1530719" y="158999"/>
                  </a:lnTo>
                  <a:lnTo>
                    <a:pt x="1540463" y="147816"/>
                  </a:lnTo>
                  <a:lnTo>
                    <a:pt x="1550221" y="124772"/>
                  </a:lnTo>
                  <a:lnTo>
                    <a:pt x="1559965" y="124772"/>
                  </a:lnTo>
                  <a:lnTo>
                    <a:pt x="1569709" y="147558"/>
                  </a:lnTo>
                  <a:lnTo>
                    <a:pt x="1579468" y="118721"/>
                  </a:lnTo>
                  <a:lnTo>
                    <a:pt x="1589212" y="142899"/>
                  </a:lnTo>
                  <a:lnTo>
                    <a:pt x="1598971" y="101371"/>
                  </a:lnTo>
                  <a:lnTo>
                    <a:pt x="1608715" y="126206"/>
                  </a:lnTo>
                  <a:lnTo>
                    <a:pt x="1618459" y="109932"/>
                  </a:lnTo>
                  <a:lnTo>
                    <a:pt x="1628218" y="153561"/>
                  </a:lnTo>
                  <a:lnTo>
                    <a:pt x="1637962" y="112054"/>
                  </a:lnTo>
                  <a:lnTo>
                    <a:pt x="1647720" y="143100"/>
                  </a:lnTo>
                  <a:lnTo>
                    <a:pt x="1657464" y="128983"/>
                  </a:lnTo>
                  <a:lnTo>
                    <a:pt x="1667208" y="127455"/>
                  </a:lnTo>
                  <a:lnTo>
                    <a:pt x="1676967" y="132029"/>
                  </a:lnTo>
                  <a:lnTo>
                    <a:pt x="1686711" y="118533"/>
                  </a:lnTo>
                  <a:lnTo>
                    <a:pt x="1696470" y="88936"/>
                  </a:lnTo>
                  <a:lnTo>
                    <a:pt x="1706214" y="83269"/>
                  </a:lnTo>
                  <a:lnTo>
                    <a:pt x="1715958" y="103248"/>
                  </a:lnTo>
                  <a:lnTo>
                    <a:pt x="1725716" y="96249"/>
                  </a:lnTo>
                  <a:lnTo>
                    <a:pt x="1735460" y="64527"/>
                  </a:lnTo>
                  <a:lnTo>
                    <a:pt x="1745219" y="97007"/>
                  </a:lnTo>
                  <a:lnTo>
                    <a:pt x="1754963" y="102371"/>
                  </a:lnTo>
                  <a:lnTo>
                    <a:pt x="1764707" y="108840"/>
                  </a:lnTo>
                  <a:lnTo>
                    <a:pt x="1774466" y="135739"/>
                  </a:lnTo>
                  <a:lnTo>
                    <a:pt x="1784210" y="128793"/>
                  </a:lnTo>
                  <a:lnTo>
                    <a:pt x="1793969" y="140228"/>
                  </a:lnTo>
                  <a:lnTo>
                    <a:pt x="1803713" y="157911"/>
                  </a:lnTo>
                  <a:lnTo>
                    <a:pt x="1813457" y="138249"/>
                  </a:lnTo>
                  <a:lnTo>
                    <a:pt x="1823215" y="105576"/>
                  </a:lnTo>
                  <a:lnTo>
                    <a:pt x="1832959" y="133213"/>
                  </a:lnTo>
                  <a:lnTo>
                    <a:pt x="1842703" y="115798"/>
                  </a:lnTo>
                  <a:lnTo>
                    <a:pt x="1852462" y="111303"/>
                  </a:lnTo>
                  <a:lnTo>
                    <a:pt x="1862206" y="109718"/>
                  </a:lnTo>
                  <a:lnTo>
                    <a:pt x="1871965" y="120077"/>
                  </a:lnTo>
                  <a:lnTo>
                    <a:pt x="1881709" y="99959"/>
                  </a:lnTo>
                  <a:lnTo>
                    <a:pt x="1891453" y="103307"/>
                  </a:lnTo>
                  <a:lnTo>
                    <a:pt x="1901212" y="61661"/>
                  </a:lnTo>
                  <a:lnTo>
                    <a:pt x="1910956" y="80410"/>
                  </a:lnTo>
                  <a:lnTo>
                    <a:pt x="1920714" y="82511"/>
                  </a:lnTo>
                  <a:lnTo>
                    <a:pt x="1930458" y="110281"/>
                  </a:lnTo>
                  <a:lnTo>
                    <a:pt x="1940202" y="120685"/>
                  </a:lnTo>
                  <a:lnTo>
                    <a:pt x="1949961" y="120992"/>
                  </a:lnTo>
                  <a:lnTo>
                    <a:pt x="1959705" y="109391"/>
                  </a:lnTo>
                  <a:lnTo>
                    <a:pt x="1969464" y="94470"/>
                  </a:lnTo>
                  <a:lnTo>
                    <a:pt x="1979208" y="112644"/>
                  </a:lnTo>
                  <a:lnTo>
                    <a:pt x="1988952" y="112399"/>
                  </a:lnTo>
                  <a:lnTo>
                    <a:pt x="1998711" y="118346"/>
                  </a:lnTo>
                  <a:lnTo>
                    <a:pt x="2008454" y="88852"/>
                  </a:lnTo>
                  <a:lnTo>
                    <a:pt x="2018213" y="119643"/>
                  </a:lnTo>
                  <a:lnTo>
                    <a:pt x="2027957" y="129798"/>
                  </a:lnTo>
                  <a:lnTo>
                    <a:pt x="2037701" y="155793"/>
                  </a:lnTo>
                  <a:lnTo>
                    <a:pt x="2047460" y="168144"/>
                  </a:lnTo>
                  <a:lnTo>
                    <a:pt x="2057204" y="150517"/>
                  </a:lnTo>
                  <a:lnTo>
                    <a:pt x="2066963" y="149981"/>
                  </a:lnTo>
                  <a:lnTo>
                    <a:pt x="2076707" y="165483"/>
                  </a:lnTo>
                  <a:lnTo>
                    <a:pt x="2086451" y="208964"/>
                  </a:lnTo>
                  <a:lnTo>
                    <a:pt x="2096210" y="251934"/>
                  </a:lnTo>
                  <a:lnTo>
                    <a:pt x="2105954" y="275572"/>
                  </a:lnTo>
                  <a:lnTo>
                    <a:pt x="2115697" y="277915"/>
                  </a:lnTo>
                  <a:lnTo>
                    <a:pt x="2125456" y="259096"/>
                  </a:lnTo>
                  <a:lnTo>
                    <a:pt x="2135200" y="278450"/>
                  </a:lnTo>
                  <a:lnTo>
                    <a:pt x="2144959" y="254866"/>
                  </a:lnTo>
                  <a:lnTo>
                    <a:pt x="2154703" y="253269"/>
                  </a:lnTo>
                  <a:lnTo>
                    <a:pt x="2164447" y="235767"/>
                  </a:lnTo>
                  <a:lnTo>
                    <a:pt x="2174206" y="214738"/>
                  </a:lnTo>
                  <a:lnTo>
                    <a:pt x="2183950" y="206777"/>
                  </a:lnTo>
                  <a:lnTo>
                    <a:pt x="2193709" y="219297"/>
                  </a:lnTo>
                  <a:lnTo>
                    <a:pt x="2203452" y="246079"/>
                  </a:lnTo>
                  <a:lnTo>
                    <a:pt x="2213196" y="215252"/>
                  </a:lnTo>
                  <a:lnTo>
                    <a:pt x="2222955" y="203764"/>
                  </a:lnTo>
                  <a:lnTo>
                    <a:pt x="2232699" y="224403"/>
                  </a:lnTo>
                  <a:lnTo>
                    <a:pt x="2242458" y="228200"/>
                  </a:lnTo>
                  <a:lnTo>
                    <a:pt x="2252202" y="252305"/>
                  </a:lnTo>
                  <a:lnTo>
                    <a:pt x="2261946" y="247484"/>
                  </a:lnTo>
                  <a:lnTo>
                    <a:pt x="2271705" y="246650"/>
                  </a:lnTo>
                  <a:lnTo>
                    <a:pt x="2281449" y="183718"/>
                  </a:lnTo>
                  <a:lnTo>
                    <a:pt x="2291208" y="184046"/>
                  </a:lnTo>
                  <a:lnTo>
                    <a:pt x="2300951" y="194003"/>
                  </a:lnTo>
                  <a:lnTo>
                    <a:pt x="2310695" y="160981"/>
                  </a:lnTo>
                  <a:lnTo>
                    <a:pt x="2320454" y="175719"/>
                  </a:lnTo>
                  <a:lnTo>
                    <a:pt x="2330198" y="192343"/>
                  </a:lnTo>
                  <a:lnTo>
                    <a:pt x="2339957" y="197528"/>
                  </a:lnTo>
                  <a:lnTo>
                    <a:pt x="2349701" y="178736"/>
                  </a:lnTo>
                  <a:lnTo>
                    <a:pt x="2359445" y="168905"/>
                  </a:lnTo>
                  <a:lnTo>
                    <a:pt x="2369204" y="167347"/>
                  </a:lnTo>
                  <a:lnTo>
                    <a:pt x="2378948" y="168202"/>
                  </a:lnTo>
                  <a:lnTo>
                    <a:pt x="2388692" y="185233"/>
                  </a:lnTo>
                  <a:lnTo>
                    <a:pt x="2398450" y="176425"/>
                  </a:lnTo>
                  <a:lnTo>
                    <a:pt x="2408194" y="189959"/>
                  </a:lnTo>
                  <a:lnTo>
                    <a:pt x="2417953" y="213245"/>
                  </a:lnTo>
                  <a:lnTo>
                    <a:pt x="2427697" y="190194"/>
                  </a:lnTo>
                  <a:lnTo>
                    <a:pt x="2437441" y="182204"/>
                  </a:lnTo>
                  <a:lnTo>
                    <a:pt x="2447200" y="162283"/>
                  </a:lnTo>
                  <a:lnTo>
                    <a:pt x="2456944" y="191264"/>
                  </a:lnTo>
                  <a:lnTo>
                    <a:pt x="2466703" y="185083"/>
                  </a:lnTo>
                  <a:lnTo>
                    <a:pt x="2476446" y="184041"/>
                  </a:lnTo>
                  <a:lnTo>
                    <a:pt x="2486190" y="129600"/>
                  </a:lnTo>
                  <a:lnTo>
                    <a:pt x="2495949" y="75170"/>
                  </a:lnTo>
                  <a:lnTo>
                    <a:pt x="2505693" y="66078"/>
                  </a:lnTo>
                  <a:lnTo>
                    <a:pt x="2515452" y="83974"/>
                  </a:lnTo>
                  <a:lnTo>
                    <a:pt x="2525196" y="63769"/>
                  </a:lnTo>
                  <a:lnTo>
                    <a:pt x="2534940" y="44646"/>
                  </a:lnTo>
                  <a:lnTo>
                    <a:pt x="2544699" y="34213"/>
                  </a:lnTo>
                  <a:lnTo>
                    <a:pt x="2554443" y="16428"/>
                  </a:lnTo>
                  <a:lnTo>
                    <a:pt x="2564202" y="25543"/>
                  </a:lnTo>
                  <a:lnTo>
                    <a:pt x="2573946" y="46345"/>
                  </a:lnTo>
                  <a:lnTo>
                    <a:pt x="2583690" y="2159"/>
                  </a:lnTo>
                  <a:lnTo>
                    <a:pt x="2593448" y="42158"/>
                  </a:lnTo>
                  <a:lnTo>
                    <a:pt x="2603192" y="59806"/>
                  </a:lnTo>
                  <a:lnTo>
                    <a:pt x="2612951" y="57325"/>
                  </a:lnTo>
                  <a:lnTo>
                    <a:pt x="2622695" y="59690"/>
                  </a:lnTo>
                  <a:lnTo>
                    <a:pt x="2632439" y="50129"/>
                  </a:lnTo>
                  <a:lnTo>
                    <a:pt x="2642198" y="28879"/>
                  </a:lnTo>
                  <a:lnTo>
                    <a:pt x="2651942" y="0"/>
                  </a:lnTo>
                  <a:lnTo>
                    <a:pt x="2661685" y="12867"/>
                  </a:lnTo>
                  <a:lnTo>
                    <a:pt x="2671444" y="1812"/>
                  </a:lnTo>
                  <a:lnTo>
                    <a:pt x="2681188" y="4741"/>
                  </a:lnTo>
                  <a:lnTo>
                    <a:pt x="2690947" y="50427"/>
                  </a:lnTo>
                  <a:lnTo>
                    <a:pt x="2700691" y="43961"/>
                  </a:lnTo>
                  <a:lnTo>
                    <a:pt x="2710435" y="38891"/>
                  </a:lnTo>
                  <a:lnTo>
                    <a:pt x="2720194" y="33889"/>
                  </a:lnTo>
                  <a:lnTo>
                    <a:pt x="2729938" y="31729"/>
                  </a:lnTo>
                  <a:lnTo>
                    <a:pt x="2739697" y="54375"/>
                  </a:lnTo>
                  <a:lnTo>
                    <a:pt x="2749441" y="43277"/>
                  </a:lnTo>
                  <a:lnTo>
                    <a:pt x="2759185" y="69404"/>
                  </a:lnTo>
                  <a:lnTo>
                    <a:pt x="2768943" y="58458"/>
                  </a:lnTo>
                  <a:lnTo>
                    <a:pt x="2778687" y="65851"/>
                  </a:lnTo>
                  <a:lnTo>
                    <a:pt x="2788446" y="65766"/>
                  </a:lnTo>
                  <a:lnTo>
                    <a:pt x="2798190" y="85495"/>
                  </a:lnTo>
                  <a:lnTo>
                    <a:pt x="2807934" y="56022"/>
                  </a:lnTo>
                  <a:lnTo>
                    <a:pt x="2817693" y="42236"/>
                  </a:lnTo>
                  <a:lnTo>
                    <a:pt x="2827437" y="60003"/>
                  </a:lnTo>
                  <a:lnTo>
                    <a:pt x="2837196" y="47240"/>
                  </a:lnTo>
                  <a:lnTo>
                    <a:pt x="2846940" y="23926"/>
                  </a:lnTo>
                  <a:lnTo>
                    <a:pt x="2856684" y="41686"/>
                  </a:lnTo>
                  <a:lnTo>
                    <a:pt x="2866442" y="38177"/>
                  </a:lnTo>
                  <a:lnTo>
                    <a:pt x="2876186" y="18664"/>
                  </a:lnTo>
                  <a:lnTo>
                    <a:pt x="2885945" y="49542"/>
                  </a:lnTo>
                  <a:lnTo>
                    <a:pt x="2895689" y="47675"/>
                  </a:lnTo>
                  <a:lnTo>
                    <a:pt x="2905433" y="30327"/>
                  </a:lnTo>
                  <a:lnTo>
                    <a:pt x="2915192" y="169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2" name="Freeform 1221">
              <a:extLst>
                <a:ext uri="{FF2B5EF4-FFF2-40B4-BE49-F238E27FC236}">
                  <a16:creationId xmlns:a16="http://schemas.microsoft.com/office/drawing/2014/main" id="{B71EB63C-4135-592F-A307-C7114C038BA5}"/>
                </a:ext>
              </a:extLst>
            </p:cNvPr>
            <p:cNvSpPr/>
            <p:nvPr/>
          </p:nvSpPr>
          <p:spPr>
            <a:xfrm>
              <a:off x="4426652" y="2797995"/>
              <a:ext cx="2915191" cy="867700"/>
            </a:xfrm>
            <a:custGeom>
              <a:avLst/>
              <a:gdLst>
                <a:gd name="connsiteX0" fmla="*/ 0 w 2915191"/>
                <a:gd name="connsiteY0" fmla="*/ 241514 h 867700"/>
                <a:gd name="connsiteX1" fmla="*/ 9750 w 2915191"/>
                <a:gd name="connsiteY1" fmla="*/ 244263 h 867700"/>
                <a:gd name="connsiteX2" fmla="*/ 19500 w 2915191"/>
                <a:gd name="connsiteY2" fmla="*/ 261175 h 867700"/>
                <a:gd name="connsiteX3" fmla="*/ 29250 w 2915191"/>
                <a:gd name="connsiteY3" fmla="*/ 229711 h 867700"/>
                <a:gd name="connsiteX4" fmla="*/ 39000 w 2915191"/>
                <a:gd name="connsiteY4" fmla="*/ 233929 h 867700"/>
                <a:gd name="connsiteX5" fmla="*/ 48749 w 2915191"/>
                <a:gd name="connsiteY5" fmla="*/ 205152 h 867700"/>
                <a:gd name="connsiteX6" fmla="*/ 58499 w 2915191"/>
                <a:gd name="connsiteY6" fmla="*/ 188892 h 867700"/>
                <a:gd name="connsiteX7" fmla="*/ 68249 w 2915191"/>
                <a:gd name="connsiteY7" fmla="*/ 191625 h 867700"/>
                <a:gd name="connsiteX8" fmla="*/ 77998 w 2915191"/>
                <a:gd name="connsiteY8" fmla="*/ 186830 h 867700"/>
                <a:gd name="connsiteX9" fmla="*/ 87748 w 2915191"/>
                <a:gd name="connsiteY9" fmla="*/ 203301 h 867700"/>
                <a:gd name="connsiteX10" fmla="*/ 97497 w 2915191"/>
                <a:gd name="connsiteY10" fmla="*/ 185215 h 867700"/>
                <a:gd name="connsiteX11" fmla="*/ 107247 w 2915191"/>
                <a:gd name="connsiteY11" fmla="*/ 184445 h 867700"/>
                <a:gd name="connsiteX12" fmla="*/ 116997 w 2915191"/>
                <a:gd name="connsiteY12" fmla="*/ 151901 h 867700"/>
                <a:gd name="connsiteX13" fmla="*/ 126747 w 2915191"/>
                <a:gd name="connsiteY13" fmla="*/ 129413 h 867700"/>
                <a:gd name="connsiteX14" fmla="*/ 136497 w 2915191"/>
                <a:gd name="connsiteY14" fmla="*/ 116151 h 867700"/>
                <a:gd name="connsiteX15" fmla="*/ 146247 w 2915191"/>
                <a:gd name="connsiteY15" fmla="*/ 105158 h 867700"/>
                <a:gd name="connsiteX16" fmla="*/ 155997 w 2915191"/>
                <a:gd name="connsiteY16" fmla="*/ 127751 h 867700"/>
                <a:gd name="connsiteX17" fmla="*/ 165747 w 2915191"/>
                <a:gd name="connsiteY17" fmla="*/ 70837 h 867700"/>
                <a:gd name="connsiteX18" fmla="*/ 175497 w 2915191"/>
                <a:gd name="connsiteY18" fmla="*/ 44548 h 867700"/>
                <a:gd name="connsiteX19" fmla="*/ 185247 w 2915191"/>
                <a:gd name="connsiteY19" fmla="*/ 9318 h 867700"/>
                <a:gd name="connsiteX20" fmla="*/ 194996 w 2915191"/>
                <a:gd name="connsiteY20" fmla="*/ 9470 h 867700"/>
                <a:gd name="connsiteX21" fmla="*/ 204746 w 2915191"/>
                <a:gd name="connsiteY21" fmla="*/ 3041 h 867700"/>
                <a:gd name="connsiteX22" fmla="*/ 214495 w 2915191"/>
                <a:gd name="connsiteY22" fmla="*/ 33383 h 867700"/>
                <a:gd name="connsiteX23" fmla="*/ 224245 w 2915191"/>
                <a:gd name="connsiteY23" fmla="*/ 68030 h 867700"/>
                <a:gd name="connsiteX24" fmla="*/ 233995 w 2915191"/>
                <a:gd name="connsiteY24" fmla="*/ 45062 h 867700"/>
                <a:gd name="connsiteX25" fmla="*/ 243744 w 2915191"/>
                <a:gd name="connsiteY25" fmla="*/ 80057 h 867700"/>
                <a:gd name="connsiteX26" fmla="*/ 253494 w 2915191"/>
                <a:gd name="connsiteY26" fmla="*/ 90709 h 867700"/>
                <a:gd name="connsiteX27" fmla="*/ 263244 w 2915191"/>
                <a:gd name="connsiteY27" fmla="*/ 47315 h 867700"/>
                <a:gd name="connsiteX28" fmla="*/ 272994 w 2915191"/>
                <a:gd name="connsiteY28" fmla="*/ 19425 h 867700"/>
                <a:gd name="connsiteX29" fmla="*/ 282744 w 2915191"/>
                <a:gd name="connsiteY29" fmla="*/ 24218 h 867700"/>
                <a:gd name="connsiteX30" fmla="*/ 292494 w 2915191"/>
                <a:gd name="connsiteY30" fmla="*/ 0 h 867700"/>
                <a:gd name="connsiteX31" fmla="*/ 302244 w 2915191"/>
                <a:gd name="connsiteY31" fmla="*/ 14525 h 867700"/>
                <a:gd name="connsiteX32" fmla="*/ 311994 w 2915191"/>
                <a:gd name="connsiteY32" fmla="*/ 9017 h 867700"/>
                <a:gd name="connsiteX33" fmla="*/ 321744 w 2915191"/>
                <a:gd name="connsiteY33" fmla="*/ 30576 h 867700"/>
                <a:gd name="connsiteX34" fmla="*/ 331493 w 2915191"/>
                <a:gd name="connsiteY34" fmla="*/ 38211 h 867700"/>
                <a:gd name="connsiteX35" fmla="*/ 341243 w 2915191"/>
                <a:gd name="connsiteY35" fmla="*/ 37316 h 867700"/>
                <a:gd name="connsiteX36" fmla="*/ 350993 w 2915191"/>
                <a:gd name="connsiteY36" fmla="*/ 60870 h 867700"/>
                <a:gd name="connsiteX37" fmla="*/ 360742 w 2915191"/>
                <a:gd name="connsiteY37" fmla="*/ 38156 h 867700"/>
                <a:gd name="connsiteX38" fmla="*/ 370492 w 2915191"/>
                <a:gd name="connsiteY38" fmla="*/ 58656 h 867700"/>
                <a:gd name="connsiteX39" fmla="*/ 380241 w 2915191"/>
                <a:gd name="connsiteY39" fmla="*/ 33545 h 867700"/>
                <a:gd name="connsiteX40" fmla="*/ 389991 w 2915191"/>
                <a:gd name="connsiteY40" fmla="*/ 34910 h 867700"/>
                <a:gd name="connsiteX41" fmla="*/ 399741 w 2915191"/>
                <a:gd name="connsiteY41" fmla="*/ 43711 h 867700"/>
                <a:gd name="connsiteX42" fmla="*/ 409491 w 2915191"/>
                <a:gd name="connsiteY42" fmla="*/ 50084 h 867700"/>
                <a:gd name="connsiteX43" fmla="*/ 419241 w 2915191"/>
                <a:gd name="connsiteY43" fmla="*/ 58630 h 867700"/>
                <a:gd name="connsiteX44" fmla="*/ 428991 w 2915191"/>
                <a:gd name="connsiteY44" fmla="*/ 80177 h 867700"/>
                <a:gd name="connsiteX45" fmla="*/ 438741 w 2915191"/>
                <a:gd name="connsiteY45" fmla="*/ 88682 h 867700"/>
                <a:gd name="connsiteX46" fmla="*/ 448491 w 2915191"/>
                <a:gd name="connsiteY46" fmla="*/ 99919 h 867700"/>
                <a:gd name="connsiteX47" fmla="*/ 458241 w 2915191"/>
                <a:gd name="connsiteY47" fmla="*/ 120656 h 867700"/>
                <a:gd name="connsiteX48" fmla="*/ 467991 w 2915191"/>
                <a:gd name="connsiteY48" fmla="*/ 91516 h 867700"/>
                <a:gd name="connsiteX49" fmla="*/ 477740 w 2915191"/>
                <a:gd name="connsiteY49" fmla="*/ 87234 h 867700"/>
                <a:gd name="connsiteX50" fmla="*/ 487490 w 2915191"/>
                <a:gd name="connsiteY50" fmla="*/ 107066 h 867700"/>
                <a:gd name="connsiteX51" fmla="*/ 497239 w 2915191"/>
                <a:gd name="connsiteY51" fmla="*/ 126743 h 867700"/>
                <a:gd name="connsiteX52" fmla="*/ 506989 w 2915191"/>
                <a:gd name="connsiteY52" fmla="*/ 164881 h 867700"/>
                <a:gd name="connsiteX53" fmla="*/ 516738 w 2915191"/>
                <a:gd name="connsiteY53" fmla="*/ 160820 h 867700"/>
                <a:gd name="connsiteX54" fmla="*/ 526488 w 2915191"/>
                <a:gd name="connsiteY54" fmla="*/ 169507 h 867700"/>
                <a:gd name="connsiteX55" fmla="*/ 536238 w 2915191"/>
                <a:gd name="connsiteY55" fmla="*/ 218197 h 867700"/>
                <a:gd name="connsiteX56" fmla="*/ 545988 w 2915191"/>
                <a:gd name="connsiteY56" fmla="*/ 200417 h 867700"/>
                <a:gd name="connsiteX57" fmla="*/ 555738 w 2915191"/>
                <a:gd name="connsiteY57" fmla="*/ 199167 h 867700"/>
                <a:gd name="connsiteX58" fmla="*/ 565488 w 2915191"/>
                <a:gd name="connsiteY58" fmla="*/ 196321 h 867700"/>
                <a:gd name="connsiteX59" fmla="*/ 575238 w 2915191"/>
                <a:gd name="connsiteY59" fmla="*/ 196494 h 867700"/>
                <a:gd name="connsiteX60" fmla="*/ 584988 w 2915191"/>
                <a:gd name="connsiteY60" fmla="*/ 211399 h 867700"/>
                <a:gd name="connsiteX61" fmla="*/ 594738 w 2915191"/>
                <a:gd name="connsiteY61" fmla="*/ 200061 h 867700"/>
                <a:gd name="connsiteX62" fmla="*/ 604488 w 2915191"/>
                <a:gd name="connsiteY62" fmla="*/ 183810 h 867700"/>
                <a:gd name="connsiteX63" fmla="*/ 614237 w 2915191"/>
                <a:gd name="connsiteY63" fmla="*/ 188530 h 867700"/>
                <a:gd name="connsiteX64" fmla="*/ 623987 w 2915191"/>
                <a:gd name="connsiteY64" fmla="*/ 216698 h 867700"/>
                <a:gd name="connsiteX65" fmla="*/ 633736 w 2915191"/>
                <a:gd name="connsiteY65" fmla="*/ 209344 h 867700"/>
                <a:gd name="connsiteX66" fmla="*/ 643486 w 2915191"/>
                <a:gd name="connsiteY66" fmla="*/ 230365 h 867700"/>
                <a:gd name="connsiteX67" fmla="*/ 653236 w 2915191"/>
                <a:gd name="connsiteY67" fmla="*/ 195123 h 867700"/>
                <a:gd name="connsiteX68" fmla="*/ 662985 w 2915191"/>
                <a:gd name="connsiteY68" fmla="*/ 191297 h 867700"/>
                <a:gd name="connsiteX69" fmla="*/ 672735 w 2915191"/>
                <a:gd name="connsiteY69" fmla="*/ 187906 h 867700"/>
                <a:gd name="connsiteX70" fmla="*/ 682485 w 2915191"/>
                <a:gd name="connsiteY70" fmla="*/ 181271 h 867700"/>
                <a:gd name="connsiteX71" fmla="*/ 692235 w 2915191"/>
                <a:gd name="connsiteY71" fmla="*/ 223929 h 867700"/>
                <a:gd name="connsiteX72" fmla="*/ 701985 w 2915191"/>
                <a:gd name="connsiteY72" fmla="*/ 223750 h 867700"/>
                <a:gd name="connsiteX73" fmla="*/ 711735 w 2915191"/>
                <a:gd name="connsiteY73" fmla="*/ 238026 h 867700"/>
                <a:gd name="connsiteX74" fmla="*/ 721485 w 2915191"/>
                <a:gd name="connsiteY74" fmla="*/ 257276 h 867700"/>
                <a:gd name="connsiteX75" fmla="*/ 731235 w 2915191"/>
                <a:gd name="connsiteY75" fmla="*/ 269694 h 867700"/>
                <a:gd name="connsiteX76" fmla="*/ 740985 w 2915191"/>
                <a:gd name="connsiteY76" fmla="*/ 258856 h 867700"/>
                <a:gd name="connsiteX77" fmla="*/ 750734 w 2915191"/>
                <a:gd name="connsiteY77" fmla="*/ 242384 h 867700"/>
                <a:gd name="connsiteX78" fmla="*/ 760484 w 2915191"/>
                <a:gd name="connsiteY78" fmla="*/ 248503 h 867700"/>
                <a:gd name="connsiteX79" fmla="*/ 770233 w 2915191"/>
                <a:gd name="connsiteY79" fmla="*/ 274783 h 867700"/>
                <a:gd name="connsiteX80" fmla="*/ 779983 w 2915191"/>
                <a:gd name="connsiteY80" fmla="*/ 285570 h 867700"/>
                <a:gd name="connsiteX81" fmla="*/ 789733 w 2915191"/>
                <a:gd name="connsiteY81" fmla="*/ 300699 h 867700"/>
                <a:gd name="connsiteX82" fmla="*/ 799482 w 2915191"/>
                <a:gd name="connsiteY82" fmla="*/ 316055 h 867700"/>
                <a:gd name="connsiteX83" fmla="*/ 809232 w 2915191"/>
                <a:gd name="connsiteY83" fmla="*/ 337882 h 867700"/>
                <a:gd name="connsiteX84" fmla="*/ 818982 w 2915191"/>
                <a:gd name="connsiteY84" fmla="*/ 295526 h 867700"/>
                <a:gd name="connsiteX85" fmla="*/ 828732 w 2915191"/>
                <a:gd name="connsiteY85" fmla="*/ 264022 h 867700"/>
                <a:gd name="connsiteX86" fmla="*/ 838482 w 2915191"/>
                <a:gd name="connsiteY86" fmla="*/ 257218 h 867700"/>
                <a:gd name="connsiteX87" fmla="*/ 848232 w 2915191"/>
                <a:gd name="connsiteY87" fmla="*/ 263919 h 867700"/>
                <a:gd name="connsiteX88" fmla="*/ 857982 w 2915191"/>
                <a:gd name="connsiteY88" fmla="*/ 250976 h 867700"/>
                <a:gd name="connsiteX89" fmla="*/ 867732 w 2915191"/>
                <a:gd name="connsiteY89" fmla="*/ 262151 h 867700"/>
                <a:gd name="connsiteX90" fmla="*/ 877482 w 2915191"/>
                <a:gd name="connsiteY90" fmla="*/ 266903 h 867700"/>
                <a:gd name="connsiteX91" fmla="*/ 887231 w 2915191"/>
                <a:gd name="connsiteY91" fmla="*/ 313260 h 867700"/>
                <a:gd name="connsiteX92" fmla="*/ 896981 w 2915191"/>
                <a:gd name="connsiteY92" fmla="*/ 290250 h 867700"/>
                <a:gd name="connsiteX93" fmla="*/ 906730 w 2915191"/>
                <a:gd name="connsiteY93" fmla="*/ 280536 h 867700"/>
                <a:gd name="connsiteX94" fmla="*/ 916480 w 2915191"/>
                <a:gd name="connsiteY94" fmla="*/ 306518 h 867700"/>
                <a:gd name="connsiteX95" fmla="*/ 926230 w 2915191"/>
                <a:gd name="connsiteY95" fmla="*/ 308437 h 867700"/>
                <a:gd name="connsiteX96" fmla="*/ 935979 w 2915191"/>
                <a:gd name="connsiteY96" fmla="*/ 320345 h 867700"/>
                <a:gd name="connsiteX97" fmla="*/ 945729 w 2915191"/>
                <a:gd name="connsiteY97" fmla="*/ 328682 h 867700"/>
                <a:gd name="connsiteX98" fmla="*/ 955479 w 2915191"/>
                <a:gd name="connsiteY98" fmla="*/ 342173 h 867700"/>
                <a:gd name="connsiteX99" fmla="*/ 965229 w 2915191"/>
                <a:gd name="connsiteY99" fmla="*/ 347610 h 867700"/>
                <a:gd name="connsiteX100" fmla="*/ 974979 w 2915191"/>
                <a:gd name="connsiteY100" fmla="*/ 358008 h 867700"/>
                <a:gd name="connsiteX101" fmla="*/ 984729 w 2915191"/>
                <a:gd name="connsiteY101" fmla="*/ 363039 h 867700"/>
                <a:gd name="connsiteX102" fmla="*/ 994474 w 2915191"/>
                <a:gd name="connsiteY102" fmla="*/ 352958 h 867700"/>
                <a:gd name="connsiteX103" fmla="*/ 1004233 w 2915191"/>
                <a:gd name="connsiteY103" fmla="*/ 359565 h 867700"/>
                <a:gd name="connsiteX104" fmla="*/ 1013977 w 2915191"/>
                <a:gd name="connsiteY104" fmla="*/ 360433 h 867700"/>
                <a:gd name="connsiteX105" fmla="*/ 1023721 w 2915191"/>
                <a:gd name="connsiteY105" fmla="*/ 352243 h 867700"/>
                <a:gd name="connsiteX106" fmla="*/ 1033480 w 2915191"/>
                <a:gd name="connsiteY106" fmla="*/ 311593 h 867700"/>
                <a:gd name="connsiteX107" fmla="*/ 1043224 w 2915191"/>
                <a:gd name="connsiteY107" fmla="*/ 323260 h 867700"/>
                <a:gd name="connsiteX108" fmla="*/ 1052983 w 2915191"/>
                <a:gd name="connsiteY108" fmla="*/ 304412 h 867700"/>
                <a:gd name="connsiteX109" fmla="*/ 1062727 w 2915191"/>
                <a:gd name="connsiteY109" fmla="*/ 313172 h 867700"/>
                <a:gd name="connsiteX110" fmla="*/ 1072471 w 2915191"/>
                <a:gd name="connsiteY110" fmla="*/ 306406 h 867700"/>
                <a:gd name="connsiteX111" fmla="*/ 1082230 w 2915191"/>
                <a:gd name="connsiteY111" fmla="*/ 314039 h 867700"/>
                <a:gd name="connsiteX112" fmla="*/ 1091973 w 2915191"/>
                <a:gd name="connsiteY112" fmla="*/ 286741 h 867700"/>
                <a:gd name="connsiteX113" fmla="*/ 1101732 w 2915191"/>
                <a:gd name="connsiteY113" fmla="*/ 313427 h 867700"/>
                <a:gd name="connsiteX114" fmla="*/ 1111476 w 2915191"/>
                <a:gd name="connsiteY114" fmla="*/ 333685 h 867700"/>
                <a:gd name="connsiteX115" fmla="*/ 1121220 w 2915191"/>
                <a:gd name="connsiteY115" fmla="*/ 328524 h 867700"/>
                <a:gd name="connsiteX116" fmla="*/ 1130979 w 2915191"/>
                <a:gd name="connsiteY116" fmla="*/ 362674 h 867700"/>
                <a:gd name="connsiteX117" fmla="*/ 1140723 w 2915191"/>
                <a:gd name="connsiteY117" fmla="*/ 347526 h 867700"/>
                <a:gd name="connsiteX118" fmla="*/ 1150482 w 2915191"/>
                <a:gd name="connsiteY118" fmla="*/ 348343 h 867700"/>
                <a:gd name="connsiteX119" fmla="*/ 1160226 w 2915191"/>
                <a:gd name="connsiteY119" fmla="*/ 324363 h 867700"/>
                <a:gd name="connsiteX120" fmla="*/ 1169969 w 2915191"/>
                <a:gd name="connsiteY120" fmla="*/ 335874 h 867700"/>
                <a:gd name="connsiteX121" fmla="*/ 1179728 w 2915191"/>
                <a:gd name="connsiteY121" fmla="*/ 356197 h 867700"/>
                <a:gd name="connsiteX122" fmla="*/ 1189472 w 2915191"/>
                <a:gd name="connsiteY122" fmla="*/ 348112 h 867700"/>
                <a:gd name="connsiteX123" fmla="*/ 1199231 w 2915191"/>
                <a:gd name="connsiteY123" fmla="*/ 339549 h 867700"/>
                <a:gd name="connsiteX124" fmla="*/ 1208975 w 2915191"/>
                <a:gd name="connsiteY124" fmla="*/ 374197 h 867700"/>
                <a:gd name="connsiteX125" fmla="*/ 1218719 w 2915191"/>
                <a:gd name="connsiteY125" fmla="*/ 342654 h 867700"/>
                <a:gd name="connsiteX126" fmla="*/ 1228478 w 2915191"/>
                <a:gd name="connsiteY126" fmla="*/ 358729 h 867700"/>
                <a:gd name="connsiteX127" fmla="*/ 1238222 w 2915191"/>
                <a:gd name="connsiteY127" fmla="*/ 349508 h 867700"/>
                <a:gd name="connsiteX128" fmla="*/ 1247966 w 2915191"/>
                <a:gd name="connsiteY128" fmla="*/ 337298 h 867700"/>
                <a:gd name="connsiteX129" fmla="*/ 1257725 w 2915191"/>
                <a:gd name="connsiteY129" fmla="*/ 361759 h 867700"/>
                <a:gd name="connsiteX130" fmla="*/ 1267469 w 2915191"/>
                <a:gd name="connsiteY130" fmla="*/ 335914 h 867700"/>
                <a:gd name="connsiteX131" fmla="*/ 1277227 w 2915191"/>
                <a:gd name="connsiteY131" fmla="*/ 346521 h 867700"/>
                <a:gd name="connsiteX132" fmla="*/ 1286971 w 2915191"/>
                <a:gd name="connsiteY132" fmla="*/ 334524 h 867700"/>
                <a:gd name="connsiteX133" fmla="*/ 1296715 w 2915191"/>
                <a:gd name="connsiteY133" fmla="*/ 363903 h 867700"/>
                <a:gd name="connsiteX134" fmla="*/ 1306474 w 2915191"/>
                <a:gd name="connsiteY134" fmla="*/ 353866 h 867700"/>
                <a:gd name="connsiteX135" fmla="*/ 1316218 w 2915191"/>
                <a:gd name="connsiteY135" fmla="*/ 359124 h 867700"/>
                <a:gd name="connsiteX136" fmla="*/ 1325977 w 2915191"/>
                <a:gd name="connsiteY136" fmla="*/ 400441 h 867700"/>
                <a:gd name="connsiteX137" fmla="*/ 1335721 w 2915191"/>
                <a:gd name="connsiteY137" fmla="*/ 400568 h 867700"/>
                <a:gd name="connsiteX138" fmla="*/ 1345465 w 2915191"/>
                <a:gd name="connsiteY138" fmla="*/ 399394 h 867700"/>
                <a:gd name="connsiteX139" fmla="*/ 1355224 w 2915191"/>
                <a:gd name="connsiteY139" fmla="*/ 414813 h 867700"/>
                <a:gd name="connsiteX140" fmla="*/ 1364967 w 2915191"/>
                <a:gd name="connsiteY140" fmla="*/ 399521 h 867700"/>
                <a:gd name="connsiteX141" fmla="*/ 1374726 w 2915191"/>
                <a:gd name="connsiteY141" fmla="*/ 412968 h 867700"/>
                <a:gd name="connsiteX142" fmla="*/ 1384470 w 2915191"/>
                <a:gd name="connsiteY142" fmla="*/ 429804 h 867700"/>
                <a:gd name="connsiteX143" fmla="*/ 1394214 w 2915191"/>
                <a:gd name="connsiteY143" fmla="*/ 372922 h 867700"/>
                <a:gd name="connsiteX144" fmla="*/ 1403973 w 2915191"/>
                <a:gd name="connsiteY144" fmla="*/ 390017 h 867700"/>
                <a:gd name="connsiteX145" fmla="*/ 1413717 w 2915191"/>
                <a:gd name="connsiteY145" fmla="*/ 398746 h 867700"/>
                <a:gd name="connsiteX146" fmla="*/ 1423476 w 2915191"/>
                <a:gd name="connsiteY146" fmla="*/ 405278 h 867700"/>
                <a:gd name="connsiteX147" fmla="*/ 1433220 w 2915191"/>
                <a:gd name="connsiteY147" fmla="*/ 422654 h 867700"/>
                <a:gd name="connsiteX148" fmla="*/ 1442964 w 2915191"/>
                <a:gd name="connsiteY148" fmla="*/ 416963 h 867700"/>
                <a:gd name="connsiteX149" fmla="*/ 1452722 w 2915191"/>
                <a:gd name="connsiteY149" fmla="*/ 405653 h 867700"/>
                <a:gd name="connsiteX150" fmla="*/ 1462466 w 2915191"/>
                <a:gd name="connsiteY150" fmla="*/ 419368 h 867700"/>
                <a:gd name="connsiteX151" fmla="*/ 1472225 w 2915191"/>
                <a:gd name="connsiteY151" fmla="*/ 419567 h 867700"/>
                <a:gd name="connsiteX152" fmla="*/ 1481969 w 2915191"/>
                <a:gd name="connsiteY152" fmla="*/ 428060 h 867700"/>
                <a:gd name="connsiteX153" fmla="*/ 1491713 w 2915191"/>
                <a:gd name="connsiteY153" fmla="*/ 431863 h 867700"/>
                <a:gd name="connsiteX154" fmla="*/ 1501472 w 2915191"/>
                <a:gd name="connsiteY154" fmla="*/ 427316 h 867700"/>
                <a:gd name="connsiteX155" fmla="*/ 1511216 w 2915191"/>
                <a:gd name="connsiteY155" fmla="*/ 405307 h 867700"/>
                <a:gd name="connsiteX156" fmla="*/ 1520960 w 2915191"/>
                <a:gd name="connsiteY156" fmla="*/ 407256 h 867700"/>
                <a:gd name="connsiteX157" fmla="*/ 1530719 w 2915191"/>
                <a:gd name="connsiteY157" fmla="*/ 385353 h 867700"/>
                <a:gd name="connsiteX158" fmla="*/ 1540463 w 2915191"/>
                <a:gd name="connsiteY158" fmla="*/ 415545 h 867700"/>
                <a:gd name="connsiteX159" fmla="*/ 1550221 w 2915191"/>
                <a:gd name="connsiteY159" fmla="*/ 433626 h 867700"/>
                <a:gd name="connsiteX160" fmla="*/ 1559965 w 2915191"/>
                <a:gd name="connsiteY160" fmla="*/ 434505 h 867700"/>
                <a:gd name="connsiteX161" fmla="*/ 1569709 w 2915191"/>
                <a:gd name="connsiteY161" fmla="*/ 416979 h 867700"/>
                <a:gd name="connsiteX162" fmla="*/ 1579468 w 2915191"/>
                <a:gd name="connsiteY162" fmla="*/ 416042 h 867700"/>
                <a:gd name="connsiteX163" fmla="*/ 1589212 w 2915191"/>
                <a:gd name="connsiteY163" fmla="*/ 418548 h 867700"/>
                <a:gd name="connsiteX164" fmla="*/ 1598971 w 2915191"/>
                <a:gd name="connsiteY164" fmla="*/ 434757 h 867700"/>
                <a:gd name="connsiteX165" fmla="*/ 1608715 w 2915191"/>
                <a:gd name="connsiteY165" fmla="*/ 470832 h 867700"/>
                <a:gd name="connsiteX166" fmla="*/ 1618459 w 2915191"/>
                <a:gd name="connsiteY166" fmla="*/ 463992 h 867700"/>
                <a:gd name="connsiteX167" fmla="*/ 1628218 w 2915191"/>
                <a:gd name="connsiteY167" fmla="*/ 473250 h 867700"/>
                <a:gd name="connsiteX168" fmla="*/ 1637962 w 2915191"/>
                <a:gd name="connsiteY168" fmla="*/ 478438 h 867700"/>
                <a:gd name="connsiteX169" fmla="*/ 1647720 w 2915191"/>
                <a:gd name="connsiteY169" fmla="*/ 493404 h 867700"/>
                <a:gd name="connsiteX170" fmla="*/ 1657464 w 2915191"/>
                <a:gd name="connsiteY170" fmla="*/ 519420 h 867700"/>
                <a:gd name="connsiteX171" fmla="*/ 1667208 w 2915191"/>
                <a:gd name="connsiteY171" fmla="*/ 524334 h 867700"/>
                <a:gd name="connsiteX172" fmla="*/ 1676967 w 2915191"/>
                <a:gd name="connsiteY172" fmla="*/ 508930 h 867700"/>
                <a:gd name="connsiteX173" fmla="*/ 1686711 w 2915191"/>
                <a:gd name="connsiteY173" fmla="*/ 487346 h 867700"/>
                <a:gd name="connsiteX174" fmla="*/ 1696470 w 2915191"/>
                <a:gd name="connsiteY174" fmla="*/ 458591 h 867700"/>
                <a:gd name="connsiteX175" fmla="*/ 1706214 w 2915191"/>
                <a:gd name="connsiteY175" fmla="*/ 437888 h 867700"/>
                <a:gd name="connsiteX176" fmla="*/ 1715958 w 2915191"/>
                <a:gd name="connsiteY176" fmla="*/ 424941 h 867700"/>
                <a:gd name="connsiteX177" fmla="*/ 1725716 w 2915191"/>
                <a:gd name="connsiteY177" fmla="*/ 390180 h 867700"/>
                <a:gd name="connsiteX178" fmla="*/ 1735460 w 2915191"/>
                <a:gd name="connsiteY178" fmla="*/ 399412 h 867700"/>
                <a:gd name="connsiteX179" fmla="*/ 1745219 w 2915191"/>
                <a:gd name="connsiteY179" fmla="*/ 412425 h 867700"/>
                <a:gd name="connsiteX180" fmla="*/ 1754963 w 2915191"/>
                <a:gd name="connsiteY180" fmla="*/ 403704 h 867700"/>
                <a:gd name="connsiteX181" fmla="*/ 1764707 w 2915191"/>
                <a:gd name="connsiteY181" fmla="*/ 400242 h 867700"/>
                <a:gd name="connsiteX182" fmla="*/ 1774466 w 2915191"/>
                <a:gd name="connsiteY182" fmla="*/ 414880 h 867700"/>
                <a:gd name="connsiteX183" fmla="*/ 1784210 w 2915191"/>
                <a:gd name="connsiteY183" fmla="*/ 407216 h 867700"/>
                <a:gd name="connsiteX184" fmla="*/ 1793969 w 2915191"/>
                <a:gd name="connsiteY184" fmla="*/ 430579 h 867700"/>
                <a:gd name="connsiteX185" fmla="*/ 1803713 w 2915191"/>
                <a:gd name="connsiteY185" fmla="*/ 471864 h 867700"/>
                <a:gd name="connsiteX186" fmla="*/ 1813457 w 2915191"/>
                <a:gd name="connsiteY186" fmla="*/ 492051 h 867700"/>
                <a:gd name="connsiteX187" fmla="*/ 1823215 w 2915191"/>
                <a:gd name="connsiteY187" fmla="*/ 522011 h 867700"/>
                <a:gd name="connsiteX188" fmla="*/ 1832959 w 2915191"/>
                <a:gd name="connsiteY188" fmla="*/ 501903 h 867700"/>
                <a:gd name="connsiteX189" fmla="*/ 1842703 w 2915191"/>
                <a:gd name="connsiteY189" fmla="*/ 504698 h 867700"/>
                <a:gd name="connsiteX190" fmla="*/ 1852462 w 2915191"/>
                <a:gd name="connsiteY190" fmla="*/ 554457 h 867700"/>
                <a:gd name="connsiteX191" fmla="*/ 1862206 w 2915191"/>
                <a:gd name="connsiteY191" fmla="*/ 565010 h 867700"/>
                <a:gd name="connsiteX192" fmla="*/ 1871965 w 2915191"/>
                <a:gd name="connsiteY192" fmla="*/ 558000 h 867700"/>
                <a:gd name="connsiteX193" fmla="*/ 1881709 w 2915191"/>
                <a:gd name="connsiteY193" fmla="*/ 569165 h 867700"/>
                <a:gd name="connsiteX194" fmla="*/ 1891453 w 2915191"/>
                <a:gd name="connsiteY194" fmla="*/ 604546 h 867700"/>
                <a:gd name="connsiteX195" fmla="*/ 1901212 w 2915191"/>
                <a:gd name="connsiteY195" fmla="*/ 592948 h 867700"/>
                <a:gd name="connsiteX196" fmla="*/ 1910956 w 2915191"/>
                <a:gd name="connsiteY196" fmla="*/ 600495 h 867700"/>
                <a:gd name="connsiteX197" fmla="*/ 1920714 w 2915191"/>
                <a:gd name="connsiteY197" fmla="*/ 624823 h 867700"/>
                <a:gd name="connsiteX198" fmla="*/ 1930458 w 2915191"/>
                <a:gd name="connsiteY198" fmla="*/ 640202 h 867700"/>
                <a:gd name="connsiteX199" fmla="*/ 1940202 w 2915191"/>
                <a:gd name="connsiteY199" fmla="*/ 632042 h 867700"/>
                <a:gd name="connsiteX200" fmla="*/ 1949961 w 2915191"/>
                <a:gd name="connsiteY200" fmla="*/ 635833 h 867700"/>
                <a:gd name="connsiteX201" fmla="*/ 1959705 w 2915191"/>
                <a:gd name="connsiteY201" fmla="*/ 647565 h 867700"/>
                <a:gd name="connsiteX202" fmla="*/ 1969464 w 2915191"/>
                <a:gd name="connsiteY202" fmla="*/ 634090 h 867700"/>
                <a:gd name="connsiteX203" fmla="*/ 1979208 w 2915191"/>
                <a:gd name="connsiteY203" fmla="*/ 623022 h 867700"/>
                <a:gd name="connsiteX204" fmla="*/ 1988952 w 2915191"/>
                <a:gd name="connsiteY204" fmla="*/ 648605 h 867700"/>
                <a:gd name="connsiteX205" fmla="*/ 1998711 w 2915191"/>
                <a:gd name="connsiteY205" fmla="*/ 643407 h 867700"/>
                <a:gd name="connsiteX206" fmla="*/ 2008454 w 2915191"/>
                <a:gd name="connsiteY206" fmla="*/ 644660 h 867700"/>
                <a:gd name="connsiteX207" fmla="*/ 2018213 w 2915191"/>
                <a:gd name="connsiteY207" fmla="*/ 642489 h 867700"/>
                <a:gd name="connsiteX208" fmla="*/ 2027957 w 2915191"/>
                <a:gd name="connsiteY208" fmla="*/ 651284 h 867700"/>
                <a:gd name="connsiteX209" fmla="*/ 2037701 w 2915191"/>
                <a:gd name="connsiteY209" fmla="*/ 632672 h 867700"/>
                <a:gd name="connsiteX210" fmla="*/ 2047460 w 2915191"/>
                <a:gd name="connsiteY210" fmla="*/ 616660 h 867700"/>
                <a:gd name="connsiteX211" fmla="*/ 2057204 w 2915191"/>
                <a:gd name="connsiteY211" fmla="*/ 603029 h 867700"/>
                <a:gd name="connsiteX212" fmla="*/ 2066963 w 2915191"/>
                <a:gd name="connsiteY212" fmla="*/ 606047 h 867700"/>
                <a:gd name="connsiteX213" fmla="*/ 2076707 w 2915191"/>
                <a:gd name="connsiteY213" fmla="*/ 595670 h 867700"/>
                <a:gd name="connsiteX214" fmla="*/ 2086451 w 2915191"/>
                <a:gd name="connsiteY214" fmla="*/ 607849 h 867700"/>
                <a:gd name="connsiteX215" fmla="*/ 2096210 w 2915191"/>
                <a:gd name="connsiteY215" fmla="*/ 638767 h 867700"/>
                <a:gd name="connsiteX216" fmla="*/ 2105954 w 2915191"/>
                <a:gd name="connsiteY216" fmla="*/ 636379 h 867700"/>
                <a:gd name="connsiteX217" fmla="*/ 2115697 w 2915191"/>
                <a:gd name="connsiteY217" fmla="*/ 660813 h 867700"/>
                <a:gd name="connsiteX218" fmla="*/ 2125456 w 2915191"/>
                <a:gd name="connsiteY218" fmla="*/ 657915 h 867700"/>
                <a:gd name="connsiteX219" fmla="*/ 2135200 w 2915191"/>
                <a:gd name="connsiteY219" fmla="*/ 634378 h 867700"/>
                <a:gd name="connsiteX220" fmla="*/ 2144959 w 2915191"/>
                <a:gd name="connsiteY220" fmla="*/ 655913 h 867700"/>
                <a:gd name="connsiteX221" fmla="*/ 2154703 w 2915191"/>
                <a:gd name="connsiteY221" fmla="*/ 656299 h 867700"/>
                <a:gd name="connsiteX222" fmla="*/ 2164447 w 2915191"/>
                <a:gd name="connsiteY222" fmla="*/ 652893 h 867700"/>
                <a:gd name="connsiteX223" fmla="*/ 2174206 w 2915191"/>
                <a:gd name="connsiteY223" fmla="*/ 623659 h 867700"/>
                <a:gd name="connsiteX224" fmla="*/ 2183950 w 2915191"/>
                <a:gd name="connsiteY224" fmla="*/ 619380 h 867700"/>
                <a:gd name="connsiteX225" fmla="*/ 2193709 w 2915191"/>
                <a:gd name="connsiteY225" fmla="*/ 630690 h 867700"/>
                <a:gd name="connsiteX226" fmla="*/ 2203452 w 2915191"/>
                <a:gd name="connsiteY226" fmla="*/ 603965 h 867700"/>
                <a:gd name="connsiteX227" fmla="*/ 2213196 w 2915191"/>
                <a:gd name="connsiteY227" fmla="*/ 580111 h 867700"/>
                <a:gd name="connsiteX228" fmla="*/ 2222955 w 2915191"/>
                <a:gd name="connsiteY228" fmla="*/ 571383 h 867700"/>
                <a:gd name="connsiteX229" fmla="*/ 2232699 w 2915191"/>
                <a:gd name="connsiteY229" fmla="*/ 597039 h 867700"/>
                <a:gd name="connsiteX230" fmla="*/ 2242458 w 2915191"/>
                <a:gd name="connsiteY230" fmla="*/ 616499 h 867700"/>
                <a:gd name="connsiteX231" fmla="*/ 2252202 w 2915191"/>
                <a:gd name="connsiteY231" fmla="*/ 616621 h 867700"/>
                <a:gd name="connsiteX232" fmla="*/ 2261946 w 2915191"/>
                <a:gd name="connsiteY232" fmla="*/ 609093 h 867700"/>
                <a:gd name="connsiteX233" fmla="*/ 2271705 w 2915191"/>
                <a:gd name="connsiteY233" fmla="*/ 604942 h 867700"/>
                <a:gd name="connsiteX234" fmla="*/ 2281449 w 2915191"/>
                <a:gd name="connsiteY234" fmla="*/ 585604 h 867700"/>
                <a:gd name="connsiteX235" fmla="*/ 2291208 w 2915191"/>
                <a:gd name="connsiteY235" fmla="*/ 602181 h 867700"/>
                <a:gd name="connsiteX236" fmla="*/ 2300951 w 2915191"/>
                <a:gd name="connsiteY236" fmla="*/ 585701 h 867700"/>
                <a:gd name="connsiteX237" fmla="*/ 2310695 w 2915191"/>
                <a:gd name="connsiteY237" fmla="*/ 592284 h 867700"/>
                <a:gd name="connsiteX238" fmla="*/ 2320454 w 2915191"/>
                <a:gd name="connsiteY238" fmla="*/ 591881 h 867700"/>
                <a:gd name="connsiteX239" fmla="*/ 2330198 w 2915191"/>
                <a:gd name="connsiteY239" fmla="*/ 591309 h 867700"/>
                <a:gd name="connsiteX240" fmla="*/ 2339957 w 2915191"/>
                <a:gd name="connsiteY240" fmla="*/ 601163 h 867700"/>
                <a:gd name="connsiteX241" fmla="*/ 2349701 w 2915191"/>
                <a:gd name="connsiteY241" fmla="*/ 628005 h 867700"/>
                <a:gd name="connsiteX242" fmla="*/ 2359445 w 2915191"/>
                <a:gd name="connsiteY242" fmla="*/ 662045 h 867700"/>
                <a:gd name="connsiteX243" fmla="*/ 2369204 w 2915191"/>
                <a:gd name="connsiteY243" fmla="*/ 644852 h 867700"/>
                <a:gd name="connsiteX244" fmla="*/ 2378948 w 2915191"/>
                <a:gd name="connsiteY244" fmla="*/ 648880 h 867700"/>
                <a:gd name="connsiteX245" fmla="*/ 2388692 w 2915191"/>
                <a:gd name="connsiteY245" fmla="*/ 647049 h 867700"/>
                <a:gd name="connsiteX246" fmla="*/ 2398450 w 2915191"/>
                <a:gd name="connsiteY246" fmla="*/ 674103 h 867700"/>
                <a:gd name="connsiteX247" fmla="*/ 2408194 w 2915191"/>
                <a:gd name="connsiteY247" fmla="*/ 692074 h 867700"/>
                <a:gd name="connsiteX248" fmla="*/ 2417953 w 2915191"/>
                <a:gd name="connsiteY248" fmla="*/ 690383 h 867700"/>
                <a:gd name="connsiteX249" fmla="*/ 2427697 w 2915191"/>
                <a:gd name="connsiteY249" fmla="*/ 706808 h 867700"/>
                <a:gd name="connsiteX250" fmla="*/ 2437441 w 2915191"/>
                <a:gd name="connsiteY250" fmla="*/ 725317 h 867700"/>
                <a:gd name="connsiteX251" fmla="*/ 2447200 w 2915191"/>
                <a:gd name="connsiteY251" fmla="*/ 737699 h 867700"/>
                <a:gd name="connsiteX252" fmla="*/ 2456944 w 2915191"/>
                <a:gd name="connsiteY252" fmla="*/ 749005 h 867700"/>
                <a:gd name="connsiteX253" fmla="*/ 2466703 w 2915191"/>
                <a:gd name="connsiteY253" fmla="*/ 755279 h 867700"/>
                <a:gd name="connsiteX254" fmla="*/ 2476446 w 2915191"/>
                <a:gd name="connsiteY254" fmla="*/ 797848 h 867700"/>
                <a:gd name="connsiteX255" fmla="*/ 2486190 w 2915191"/>
                <a:gd name="connsiteY255" fmla="*/ 770279 h 867700"/>
                <a:gd name="connsiteX256" fmla="*/ 2495949 w 2915191"/>
                <a:gd name="connsiteY256" fmla="*/ 769336 h 867700"/>
                <a:gd name="connsiteX257" fmla="*/ 2505693 w 2915191"/>
                <a:gd name="connsiteY257" fmla="*/ 753371 h 867700"/>
                <a:gd name="connsiteX258" fmla="*/ 2515452 w 2915191"/>
                <a:gd name="connsiteY258" fmla="*/ 786388 h 867700"/>
                <a:gd name="connsiteX259" fmla="*/ 2525196 w 2915191"/>
                <a:gd name="connsiteY259" fmla="*/ 791221 h 867700"/>
                <a:gd name="connsiteX260" fmla="*/ 2534940 w 2915191"/>
                <a:gd name="connsiteY260" fmla="*/ 771574 h 867700"/>
                <a:gd name="connsiteX261" fmla="*/ 2544699 w 2915191"/>
                <a:gd name="connsiteY261" fmla="*/ 750511 h 867700"/>
                <a:gd name="connsiteX262" fmla="*/ 2554443 w 2915191"/>
                <a:gd name="connsiteY262" fmla="*/ 770674 h 867700"/>
                <a:gd name="connsiteX263" fmla="*/ 2564202 w 2915191"/>
                <a:gd name="connsiteY263" fmla="*/ 795264 h 867700"/>
                <a:gd name="connsiteX264" fmla="*/ 2573946 w 2915191"/>
                <a:gd name="connsiteY264" fmla="*/ 791765 h 867700"/>
                <a:gd name="connsiteX265" fmla="*/ 2583690 w 2915191"/>
                <a:gd name="connsiteY265" fmla="*/ 829839 h 867700"/>
                <a:gd name="connsiteX266" fmla="*/ 2593448 w 2915191"/>
                <a:gd name="connsiteY266" fmla="*/ 822454 h 867700"/>
                <a:gd name="connsiteX267" fmla="*/ 2603192 w 2915191"/>
                <a:gd name="connsiteY267" fmla="*/ 834782 h 867700"/>
                <a:gd name="connsiteX268" fmla="*/ 2612951 w 2915191"/>
                <a:gd name="connsiteY268" fmla="*/ 834127 h 867700"/>
                <a:gd name="connsiteX269" fmla="*/ 2622695 w 2915191"/>
                <a:gd name="connsiteY269" fmla="*/ 850707 h 867700"/>
                <a:gd name="connsiteX270" fmla="*/ 2632439 w 2915191"/>
                <a:gd name="connsiteY270" fmla="*/ 849963 h 867700"/>
                <a:gd name="connsiteX271" fmla="*/ 2642198 w 2915191"/>
                <a:gd name="connsiteY271" fmla="*/ 859129 h 867700"/>
                <a:gd name="connsiteX272" fmla="*/ 2651942 w 2915191"/>
                <a:gd name="connsiteY272" fmla="*/ 853099 h 867700"/>
                <a:gd name="connsiteX273" fmla="*/ 2661685 w 2915191"/>
                <a:gd name="connsiteY273" fmla="*/ 856002 h 867700"/>
                <a:gd name="connsiteX274" fmla="*/ 2671444 w 2915191"/>
                <a:gd name="connsiteY274" fmla="*/ 867700 h 867700"/>
                <a:gd name="connsiteX275" fmla="*/ 2681188 w 2915191"/>
                <a:gd name="connsiteY275" fmla="*/ 850940 h 867700"/>
                <a:gd name="connsiteX276" fmla="*/ 2690947 w 2915191"/>
                <a:gd name="connsiteY276" fmla="*/ 829759 h 867700"/>
                <a:gd name="connsiteX277" fmla="*/ 2700691 w 2915191"/>
                <a:gd name="connsiteY277" fmla="*/ 832159 h 867700"/>
                <a:gd name="connsiteX278" fmla="*/ 2710435 w 2915191"/>
                <a:gd name="connsiteY278" fmla="*/ 787413 h 867700"/>
                <a:gd name="connsiteX279" fmla="*/ 2720194 w 2915191"/>
                <a:gd name="connsiteY279" fmla="*/ 759079 h 867700"/>
                <a:gd name="connsiteX280" fmla="*/ 2729938 w 2915191"/>
                <a:gd name="connsiteY280" fmla="*/ 744949 h 867700"/>
                <a:gd name="connsiteX281" fmla="*/ 2739697 w 2915191"/>
                <a:gd name="connsiteY281" fmla="*/ 720741 h 867700"/>
                <a:gd name="connsiteX282" fmla="*/ 2749441 w 2915191"/>
                <a:gd name="connsiteY282" fmla="*/ 666083 h 867700"/>
                <a:gd name="connsiteX283" fmla="*/ 2759185 w 2915191"/>
                <a:gd name="connsiteY283" fmla="*/ 655563 h 867700"/>
                <a:gd name="connsiteX284" fmla="*/ 2768943 w 2915191"/>
                <a:gd name="connsiteY284" fmla="*/ 677200 h 867700"/>
                <a:gd name="connsiteX285" fmla="*/ 2778687 w 2915191"/>
                <a:gd name="connsiteY285" fmla="*/ 675357 h 867700"/>
                <a:gd name="connsiteX286" fmla="*/ 2788446 w 2915191"/>
                <a:gd name="connsiteY286" fmla="*/ 695359 h 867700"/>
                <a:gd name="connsiteX287" fmla="*/ 2798190 w 2915191"/>
                <a:gd name="connsiteY287" fmla="*/ 745877 h 867700"/>
                <a:gd name="connsiteX288" fmla="*/ 2807934 w 2915191"/>
                <a:gd name="connsiteY288" fmla="*/ 705683 h 867700"/>
                <a:gd name="connsiteX289" fmla="*/ 2817693 w 2915191"/>
                <a:gd name="connsiteY289" fmla="*/ 689328 h 867700"/>
                <a:gd name="connsiteX290" fmla="*/ 2827437 w 2915191"/>
                <a:gd name="connsiteY290" fmla="*/ 711297 h 867700"/>
                <a:gd name="connsiteX291" fmla="*/ 2837196 w 2915191"/>
                <a:gd name="connsiteY291" fmla="*/ 692397 h 867700"/>
                <a:gd name="connsiteX292" fmla="*/ 2846940 w 2915191"/>
                <a:gd name="connsiteY292" fmla="*/ 686947 h 867700"/>
                <a:gd name="connsiteX293" fmla="*/ 2856684 w 2915191"/>
                <a:gd name="connsiteY293" fmla="*/ 701736 h 867700"/>
                <a:gd name="connsiteX294" fmla="*/ 2866442 w 2915191"/>
                <a:gd name="connsiteY294" fmla="*/ 689856 h 867700"/>
                <a:gd name="connsiteX295" fmla="*/ 2876186 w 2915191"/>
                <a:gd name="connsiteY295" fmla="*/ 714698 h 867700"/>
                <a:gd name="connsiteX296" fmla="*/ 2885945 w 2915191"/>
                <a:gd name="connsiteY296" fmla="*/ 662564 h 867700"/>
                <a:gd name="connsiteX297" fmla="*/ 2895689 w 2915191"/>
                <a:gd name="connsiteY297" fmla="*/ 650165 h 867700"/>
                <a:gd name="connsiteX298" fmla="*/ 2905433 w 2915191"/>
                <a:gd name="connsiteY298" fmla="*/ 665831 h 867700"/>
                <a:gd name="connsiteX299" fmla="*/ 2915192 w 2915191"/>
                <a:gd name="connsiteY299" fmla="*/ 629825 h 867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867700">
                  <a:moveTo>
                    <a:pt x="0" y="241514"/>
                  </a:moveTo>
                  <a:lnTo>
                    <a:pt x="9750" y="244263"/>
                  </a:lnTo>
                  <a:lnTo>
                    <a:pt x="19500" y="261175"/>
                  </a:lnTo>
                  <a:lnTo>
                    <a:pt x="29250" y="229711"/>
                  </a:lnTo>
                  <a:lnTo>
                    <a:pt x="39000" y="233929"/>
                  </a:lnTo>
                  <a:lnTo>
                    <a:pt x="48749" y="205152"/>
                  </a:lnTo>
                  <a:lnTo>
                    <a:pt x="58499" y="188892"/>
                  </a:lnTo>
                  <a:lnTo>
                    <a:pt x="68249" y="191625"/>
                  </a:lnTo>
                  <a:lnTo>
                    <a:pt x="77998" y="186830"/>
                  </a:lnTo>
                  <a:lnTo>
                    <a:pt x="87748" y="203301"/>
                  </a:lnTo>
                  <a:lnTo>
                    <a:pt x="97497" y="185215"/>
                  </a:lnTo>
                  <a:lnTo>
                    <a:pt x="107247" y="184445"/>
                  </a:lnTo>
                  <a:lnTo>
                    <a:pt x="116997" y="151901"/>
                  </a:lnTo>
                  <a:lnTo>
                    <a:pt x="126747" y="129413"/>
                  </a:lnTo>
                  <a:lnTo>
                    <a:pt x="136497" y="116151"/>
                  </a:lnTo>
                  <a:lnTo>
                    <a:pt x="146247" y="105158"/>
                  </a:lnTo>
                  <a:lnTo>
                    <a:pt x="155997" y="127751"/>
                  </a:lnTo>
                  <a:lnTo>
                    <a:pt x="165747" y="70837"/>
                  </a:lnTo>
                  <a:lnTo>
                    <a:pt x="175497" y="44548"/>
                  </a:lnTo>
                  <a:lnTo>
                    <a:pt x="185247" y="9318"/>
                  </a:lnTo>
                  <a:lnTo>
                    <a:pt x="194996" y="9470"/>
                  </a:lnTo>
                  <a:lnTo>
                    <a:pt x="204746" y="3041"/>
                  </a:lnTo>
                  <a:lnTo>
                    <a:pt x="214495" y="33383"/>
                  </a:lnTo>
                  <a:lnTo>
                    <a:pt x="224245" y="68030"/>
                  </a:lnTo>
                  <a:lnTo>
                    <a:pt x="233995" y="45062"/>
                  </a:lnTo>
                  <a:lnTo>
                    <a:pt x="243744" y="80057"/>
                  </a:lnTo>
                  <a:lnTo>
                    <a:pt x="253494" y="90709"/>
                  </a:lnTo>
                  <a:lnTo>
                    <a:pt x="263244" y="47315"/>
                  </a:lnTo>
                  <a:lnTo>
                    <a:pt x="272994" y="19425"/>
                  </a:lnTo>
                  <a:lnTo>
                    <a:pt x="282744" y="24218"/>
                  </a:lnTo>
                  <a:lnTo>
                    <a:pt x="292494" y="0"/>
                  </a:lnTo>
                  <a:lnTo>
                    <a:pt x="302244" y="14525"/>
                  </a:lnTo>
                  <a:lnTo>
                    <a:pt x="311994" y="9017"/>
                  </a:lnTo>
                  <a:lnTo>
                    <a:pt x="321744" y="30576"/>
                  </a:lnTo>
                  <a:lnTo>
                    <a:pt x="331493" y="38211"/>
                  </a:lnTo>
                  <a:lnTo>
                    <a:pt x="341243" y="37316"/>
                  </a:lnTo>
                  <a:lnTo>
                    <a:pt x="350993" y="60870"/>
                  </a:lnTo>
                  <a:lnTo>
                    <a:pt x="360742" y="38156"/>
                  </a:lnTo>
                  <a:lnTo>
                    <a:pt x="370492" y="58656"/>
                  </a:lnTo>
                  <a:lnTo>
                    <a:pt x="380241" y="33545"/>
                  </a:lnTo>
                  <a:lnTo>
                    <a:pt x="389991" y="34910"/>
                  </a:lnTo>
                  <a:lnTo>
                    <a:pt x="399741" y="43711"/>
                  </a:lnTo>
                  <a:lnTo>
                    <a:pt x="409491" y="50084"/>
                  </a:lnTo>
                  <a:lnTo>
                    <a:pt x="419241" y="58630"/>
                  </a:lnTo>
                  <a:lnTo>
                    <a:pt x="428991" y="80177"/>
                  </a:lnTo>
                  <a:lnTo>
                    <a:pt x="438741" y="88682"/>
                  </a:lnTo>
                  <a:lnTo>
                    <a:pt x="448491" y="99919"/>
                  </a:lnTo>
                  <a:lnTo>
                    <a:pt x="458241" y="120656"/>
                  </a:lnTo>
                  <a:lnTo>
                    <a:pt x="467991" y="91516"/>
                  </a:lnTo>
                  <a:lnTo>
                    <a:pt x="477740" y="87234"/>
                  </a:lnTo>
                  <a:lnTo>
                    <a:pt x="487490" y="107066"/>
                  </a:lnTo>
                  <a:lnTo>
                    <a:pt x="497239" y="126743"/>
                  </a:lnTo>
                  <a:lnTo>
                    <a:pt x="506989" y="164881"/>
                  </a:lnTo>
                  <a:lnTo>
                    <a:pt x="516738" y="160820"/>
                  </a:lnTo>
                  <a:lnTo>
                    <a:pt x="526488" y="169507"/>
                  </a:lnTo>
                  <a:lnTo>
                    <a:pt x="536238" y="218197"/>
                  </a:lnTo>
                  <a:lnTo>
                    <a:pt x="545988" y="200417"/>
                  </a:lnTo>
                  <a:lnTo>
                    <a:pt x="555738" y="199167"/>
                  </a:lnTo>
                  <a:lnTo>
                    <a:pt x="565488" y="196321"/>
                  </a:lnTo>
                  <a:lnTo>
                    <a:pt x="575238" y="196494"/>
                  </a:lnTo>
                  <a:lnTo>
                    <a:pt x="584988" y="211399"/>
                  </a:lnTo>
                  <a:lnTo>
                    <a:pt x="594738" y="200061"/>
                  </a:lnTo>
                  <a:lnTo>
                    <a:pt x="604488" y="183810"/>
                  </a:lnTo>
                  <a:lnTo>
                    <a:pt x="614237" y="188530"/>
                  </a:lnTo>
                  <a:lnTo>
                    <a:pt x="623987" y="216698"/>
                  </a:lnTo>
                  <a:lnTo>
                    <a:pt x="633736" y="209344"/>
                  </a:lnTo>
                  <a:lnTo>
                    <a:pt x="643486" y="230365"/>
                  </a:lnTo>
                  <a:lnTo>
                    <a:pt x="653236" y="195123"/>
                  </a:lnTo>
                  <a:lnTo>
                    <a:pt x="662985" y="191297"/>
                  </a:lnTo>
                  <a:lnTo>
                    <a:pt x="672735" y="187906"/>
                  </a:lnTo>
                  <a:lnTo>
                    <a:pt x="682485" y="181271"/>
                  </a:lnTo>
                  <a:lnTo>
                    <a:pt x="692235" y="223929"/>
                  </a:lnTo>
                  <a:lnTo>
                    <a:pt x="701985" y="223750"/>
                  </a:lnTo>
                  <a:lnTo>
                    <a:pt x="711735" y="238026"/>
                  </a:lnTo>
                  <a:lnTo>
                    <a:pt x="721485" y="257276"/>
                  </a:lnTo>
                  <a:lnTo>
                    <a:pt x="731235" y="269694"/>
                  </a:lnTo>
                  <a:lnTo>
                    <a:pt x="740985" y="258856"/>
                  </a:lnTo>
                  <a:lnTo>
                    <a:pt x="750734" y="242384"/>
                  </a:lnTo>
                  <a:lnTo>
                    <a:pt x="760484" y="248503"/>
                  </a:lnTo>
                  <a:lnTo>
                    <a:pt x="770233" y="274783"/>
                  </a:lnTo>
                  <a:lnTo>
                    <a:pt x="779983" y="285570"/>
                  </a:lnTo>
                  <a:lnTo>
                    <a:pt x="789733" y="300699"/>
                  </a:lnTo>
                  <a:lnTo>
                    <a:pt x="799482" y="316055"/>
                  </a:lnTo>
                  <a:lnTo>
                    <a:pt x="809232" y="337882"/>
                  </a:lnTo>
                  <a:lnTo>
                    <a:pt x="818982" y="295526"/>
                  </a:lnTo>
                  <a:lnTo>
                    <a:pt x="828732" y="264022"/>
                  </a:lnTo>
                  <a:lnTo>
                    <a:pt x="838482" y="257218"/>
                  </a:lnTo>
                  <a:lnTo>
                    <a:pt x="848232" y="263919"/>
                  </a:lnTo>
                  <a:lnTo>
                    <a:pt x="857982" y="250976"/>
                  </a:lnTo>
                  <a:lnTo>
                    <a:pt x="867732" y="262151"/>
                  </a:lnTo>
                  <a:lnTo>
                    <a:pt x="877482" y="266903"/>
                  </a:lnTo>
                  <a:lnTo>
                    <a:pt x="887231" y="313260"/>
                  </a:lnTo>
                  <a:lnTo>
                    <a:pt x="896981" y="290250"/>
                  </a:lnTo>
                  <a:lnTo>
                    <a:pt x="906730" y="280536"/>
                  </a:lnTo>
                  <a:lnTo>
                    <a:pt x="916480" y="306518"/>
                  </a:lnTo>
                  <a:lnTo>
                    <a:pt x="926230" y="308437"/>
                  </a:lnTo>
                  <a:lnTo>
                    <a:pt x="935979" y="320345"/>
                  </a:lnTo>
                  <a:lnTo>
                    <a:pt x="945729" y="328682"/>
                  </a:lnTo>
                  <a:lnTo>
                    <a:pt x="955479" y="342173"/>
                  </a:lnTo>
                  <a:lnTo>
                    <a:pt x="965229" y="347610"/>
                  </a:lnTo>
                  <a:lnTo>
                    <a:pt x="974979" y="358008"/>
                  </a:lnTo>
                  <a:lnTo>
                    <a:pt x="984729" y="363039"/>
                  </a:lnTo>
                  <a:lnTo>
                    <a:pt x="994474" y="352958"/>
                  </a:lnTo>
                  <a:lnTo>
                    <a:pt x="1004233" y="359565"/>
                  </a:lnTo>
                  <a:lnTo>
                    <a:pt x="1013977" y="360433"/>
                  </a:lnTo>
                  <a:lnTo>
                    <a:pt x="1023721" y="352243"/>
                  </a:lnTo>
                  <a:lnTo>
                    <a:pt x="1033480" y="311593"/>
                  </a:lnTo>
                  <a:lnTo>
                    <a:pt x="1043224" y="323260"/>
                  </a:lnTo>
                  <a:lnTo>
                    <a:pt x="1052983" y="304412"/>
                  </a:lnTo>
                  <a:lnTo>
                    <a:pt x="1062727" y="313172"/>
                  </a:lnTo>
                  <a:lnTo>
                    <a:pt x="1072471" y="306406"/>
                  </a:lnTo>
                  <a:lnTo>
                    <a:pt x="1082230" y="314039"/>
                  </a:lnTo>
                  <a:lnTo>
                    <a:pt x="1091973" y="286741"/>
                  </a:lnTo>
                  <a:lnTo>
                    <a:pt x="1101732" y="313427"/>
                  </a:lnTo>
                  <a:lnTo>
                    <a:pt x="1111476" y="333685"/>
                  </a:lnTo>
                  <a:lnTo>
                    <a:pt x="1121220" y="328524"/>
                  </a:lnTo>
                  <a:lnTo>
                    <a:pt x="1130979" y="362674"/>
                  </a:lnTo>
                  <a:lnTo>
                    <a:pt x="1140723" y="347526"/>
                  </a:lnTo>
                  <a:lnTo>
                    <a:pt x="1150482" y="348343"/>
                  </a:lnTo>
                  <a:lnTo>
                    <a:pt x="1160226" y="324363"/>
                  </a:lnTo>
                  <a:lnTo>
                    <a:pt x="1169969" y="335874"/>
                  </a:lnTo>
                  <a:lnTo>
                    <a:pt x="1179728" y="356197"/>
                  </a:lnTo>
                  <a:lnTo>
                    <a:pt x="1189472" y="348112"/>
                  </a:lnTo>
                  <a:lnTo>
                    <a:pt x="1199231" y="339549"/>
                  </a:lnTo>
                  <a:lnTo>
                    <a:pt x="1208975" y="374197"/>
                  </a:lnTo>
                  <a:lnTo>
                    <a:pt x="1218719" y="342654"/>
                  </a:lnTo>
                  <a:lnTo>
                    <a:pt x="1228478" y="358729"/>
                  </a:lnTo>
                  <a:lnTo>
                    <a:pt x="1238222" y="349508"/>
                  </a:lnTo>
                  <a:lnTo>
                    <a:pt x="1247966" y="337298"/>
                  </a:lnTo>
                  <a:lnTo>
                    <a:pt x="1257725" y="361759"/>
                  </a:lnTo>
                  <a:lnTo>
                    <a:pt x="1267469" y="335914"/>
                  </a:lnTo>
                  <a:lnTo>
                    <a:pt x="1277227" y="346521"/>
                  </a:lnTo>
                  <a:lnTo>
                    <a:pt x="1286971" y="334524"/>
                  </a:lnTo>
                  <a:lnTo>
                    <a:pt x="1296715" y="363903"/>
                  </a:lnTo>
                  <a:lnTo>
                    <a:pt x="1306474" y="353866"/>
                  </a:lnTo>
                  <a:lnTo>
                    <a:pt x="1316218" y="359124"/>
                  </a:lnTo>
                  <a:lnTo>
                    <a:pt x="1325977" y="400441"/>
                  </a:lnTo>
                  <a:lnTo>
                    <a:pt x="1335721" y="400568"/>
                  </a:lnTo>
                  <a:lnTo>
                    <a:pt x="1345465" y="399394"/>
                  </a:lnTo>
                  <a:lnTo>
                    <a:pt x="1355224" y="414813"/>
                  </a:lnTo>
                  <a:lnTo>
                    <a:pt x="1364967" y="399521"/>
                  </a:lnTo>
                  <a:lnTo>
                    <a:pt x="1374726" y="412968"/>
                  </a:lnTo>
                  <a:lnTo>
                    <a:pt x="1384470" y="429804"/>
                  </a:lnTo>
                  <a:lnTo>
                    <a:pt x="1394214" y="372922"/>
                  </a:lnTo>
                  <a:lnTo>
                    <a:pt x="1403973" y="390017"/>
                  </a:lnTo>
                  <a:lnTo>
                    <a:pt x="1413717" y="398746"/>
                  </a:lnTo>
                  <a:lnTo>
                    <a:pt x="1423476" y="405278"/>
                  </a:lnTo>
                  <a:lnTo>
                    <a:pt x="1433220" y="422654"/>
                  </a:lnTo>
                  <a:lnTo>
                    <a:pt x="1442964" y="416963"/>
                  </a:lnTo>
                  <a:lnTo>
                    <a:pt x="1452722" y="405653"/>
                  </a:lnTo>
                  <a:lnTo>
                    <a:pt x="1462466" y="419368"/>
                  </a:lnTo>
                  <a:lnTo>
                    <a:pt x="1472225" y="419567"/>
                  </a:lnTo>
                  <a:lnTo>
                    <a:pt x="1481969" y="428060"/>
                  </a:lnTo>
                  <a:lnTo>
                    <a:pt x="1491713" y="431863"/>
                  </a:lnTo>
                  <a:lnTo>
                    <a:pt x="1501472" y="427316"/>
                  </a:lnTo>
                  <a:lnTo>
                    <a:pt x="1511216" y="405307"/>
                  </a:lnTo>
                  <a:lnTo>
                    <a:pt x="1520960" y="407256"/>
                  </a:lnTo>
                  <a:lnTo>
                    <a:pt x="1530719" y="385353"/>
                  </a:lnTo>
                  <a:lnTo>
                    <a:pt x="1540463" y="415545"/>
                  </a:lnTo>
                  <a:lnTo>
                    <a:pt x="1550221" y="433626"/>
                  </a:lnTo>
                  <a:lnTo>
                    <a:pt x="1559965" y="434505"/>
                  </a:lnTo>
                  <a:lnTo>
                    <a:pt x="1569709" y="416979"/>
                  </a:lnTo>
                  <a:lnTo>
                    <a:pt x="1579468" y="416042"/>
                  </a:lnTo>
                  <a:lnTo>
                    <a:pt x="1589212" y="418548"/>
                  </a:lnTo>
                  <a:lnTo>
                    <a:pt x="1598971" y="434757"/>
                  </a:lnTo>
                  <a:lnTo>
                    <a:pt x="1608715" y="470832"/>
                  </a:lnTo>
                  <a:lnTo>
                    <a:pt x="1618459" y="463992"/>
                  </a:lnTo>
                  <a:lnTo>
                    <a:pt x="1628218" y="473250"/>
                  </a:lnTo>
                  <a:lnTo>
                    <a:pt x="1637962" y="478438"/>
                  </a:lnTo>
                  <a:lnTo>
                    <a:pt x="1647720" y="493404"/>
                  </a:lnTo>
                  <a:lnTo>
                    <a:pt x="1657464" y="519420"/>
                  </a:lnTo>
                  <a:lnTo>
                    <a:pt x="1667208" y="524334"/>
                  </a:lnTo>
                  <a:lnTo>
                    <a:pt x="1676967" y="508930"/>
                  </a:lnTo>
                  <a:lnTo>
                    <a:pt x="1686711" y="487346"/>
                  </a:lnTo>
                  <a:lnTo>
                    <a:pt x="1696470" y="458591"/>
                  </a:lnTo>
                  <a:lnTo>
                    <a:pt x="1706214" y="437888"/>
                  </a:lnTo>
                  <a:lnTo>
                    <a:pt x="1715958" y="424941"/>
                  </a:lnTo>
                  <a:lnTo>
                    <a:pt x="1725716" y="390180"/>
                  </a:lnTo>
                  <a:lnTo>
                    <a:pt x="1735460" y="399412"/>
                  </a:lnTo>
                  <a:lnTo>
                    <a:pt x="1745219" y="412425"/>
                  </a:lnTo>
                  <a:lnTo>
                    <a:pt x="1754963" y="403704"/>
                  </a:lnTo>
                  <a:lnTo>
                    <a:pt x="1764707" y="400242"/>
                  </a:lnTo>
                  <a:lnTo>
                    <a:pt x="1774466" y="414880"/>
                  </a:lnTo>
                  <a:lnTo>
                    <a:pt x="1784210" y="407216"/>
                  </a:lnTo>
                  <a:lnTo>
                    <a:pt x="1793969" y="430579"/>
                  </a:lnTo>
                  <a:lnTo>
                    <a:pt x="1803713" y="471864"/>
                  </a:lnTo>
                  <a:lnTo>
                    <a:pt x="1813457" y="492051"/>
                  </a:lnTo>
                  <a:lnTo>
                    <a:pt x="1823215" y="522011"/>
                  </a:lnTo>
                  <a:lnTo>
                    <a:pt x="1832959" y="501903"/>
                  </a:lnTo>
                  <a:lnTo>
                    <a:pt x="1842703" y="504698"/>
                  </a:lnTo>
                  <a:lnTo>
                    <a:pt x="1852462" y="554457"/>
                  </a:lnTo>
                  <a:lnTo>
                    <a:pt x="1862206" y="565010"/>
                  </a:lnTo>
                  <a:lnTo>
                    <a:pt x="1871965" y="558000"/>
                  </a:lnTo>
                  <a:lnTo>
                    <a:pt x="1881709" y="569165"/>
                  </a:lnTo>
                  <a:lnTo>
                    <a:pt x="1891453" y="604546"/>
                  </a:lnTo>
                  <a:lnTo>
                    <a:pt x="1901212" y="592948"/>
                  </a:lnTo>
                  <a:lnTo>
                    <a:pt x="1910956" y="600495"/>
                  </a:lnTo>
                  <a:lnTo>
                    <a:pt x="1920714" y="624823"/>
                  </a:lnTo>
                  <a:lnTo>
                    <a:pt x="1930458" y="640202"/>
                  </a:lnTo>
                  <a:lnTo>
                    <a:pt x="1940202" y="632042"/>
                  </a:lnTo>
                  <a:lnTo>
                    <a:pt x="1949961" y="635833"/>
                  </a:lnTo>
                  <a:lnTo>
                    <a:pt x="1959705" y="647565"/>
                  </a:lnTo>
                  <a:lnTo>
                    <a:pt x="1969464" y="634090"/>
                  </a:lnTo>
                  <a:lnTo>
                    <a:pt x="1979208" y="623022"/>
                  </a:lnTo>
                  <a:lnTo>
                    <a:pt x="1988952" y="648605"/>
                  </a:lnTo>
                  <a:lnTo>
                    <a:pt x="1998711" y="643407"/>
                  </a:lnTo>
                  <a:lnTo>
                    <a:pt x="2008454" y="644660"/>
                  </a:lnTo>
                  <a:lnTo>
                    <a:pt x="2018213" y="642489"/>
                  </a:lnTo>
                  <a:lnTo>
                    <a:pt x="2027957" y="651284"/>
                  </a:lnTo>
                  <a:lnTo>
                    <a:pt x="2037701" y="632672"/>
                  </a:lnTo>
                  <a:lnTo>
                    <a:pt x="2047460" y="616660"/>
                  </a:lnTo>
                  <a:lnTo>
                    <a:pt x="2057204" y="603029"/>
                  </a:lnTo>
                  <a:lnTo>
                    <a:pt x="2066963" y="606047"/>
                  </a:lnTo>
                  <a:lnTo>
                    <a:pt x="2076707" y="595670"/>
                  </a:lnTo>
                  <a:lnTo>
                    <a:pt x="2086451" y="607849"/>
                  </a:lnTo>
                  <a:lnTo>
                    <a:pt x="2096210" y="638767"/>
                  </a:lnTo>
                  <a:lnTo>
                    <a:pt x="2105954" y="636379"/>
                  </a:lnTo>
                  <a:lnTo>
                    <a:pt x="2115697" y="660813"/>
                  </a:lnTo>
                  <a:lnTo>
                    <a:pt x="2125456" y="657915"/>
                  </a:lnTo>
                  <a:lnTo>
                    <a:pt x="2135200" y="634378"/>
                  </a:lnTo>
                  <a:lnTo>
                    <a:pt x="2144959" y="655913"/>
                  </a:lnTo>
                  <a:lnTo>
                    <a:pt x="2154703" y="656299"/>
                  </a:lnTo>
                  <a:lnTo>
                    <a:pt x="2164447" y="652893"/>
                  </a:lnTo>
                  <a:lnTo>
                    <a:pt x="2174206" y="623659"/>
                  </a:lnTo>
                  <a:lnTo>
                    <a:pt x="2183950" y="619380"/>
                  </a:lnTo>
                  <a:lnTo>
                    <a:pt x="2193709" y="630690"/>
                  </a:lnTo>
                  <a:lnTo>
                    <a:pt x="2203452" y="603965"/>
                  </a:lnTo>
                  <a:lnTo>
                    <a:pt x="2213196" y="580111"/>
                  </a:lnTo>
                  <a:lnTo>
                    <a:pt x="2222955" y="571383"/>
                  </a:lnTo>
                  <a:lnTo>
                    <a:pt x="2232699" y="597039"/>
                  </a:lnTo>
                  <a:lnTo>
                    <a:pt x="2242458" y="616499"/>
                  </a:lnTo>
                  <a:lnTo>
                    <a:pt x="2252202" y="616621"/>
                  </a:lnTo>
                  <a:lnTo>
                    <a:pt x="2261946" y="609093"/>
                  </a:lnTo>
                  <a:lnTo>
                    <a:pt x="2271705" y="604942"/>
                  </a:lnTo>
                  <a:lnTo>
                    <a:pt x="2281449" y="585604"/>
                  </a:lnTo>
                  <a:lnTo>
                    <a:pt x="2291208" y="602181"/>
                  </a:lnTo>
                  <a:lnTo>
                    <a:pt x="2300951" y="585701"/>
                  </a:lnTo>
                  <a:lnTo>
                    <a:pt x="2310695" y="592284"/>
                  </a:lnTo>
                  <a:lnTo>
                    <a:pt x="2320454" y="591881"/>
                  </a:lnTo>
                  <a:lnTo>
                    <a:pt x="2330198" y="591309"/>
                  </a:lnTo>
                  <a:lnTo>
                    <a:pt x="2339957" y="601163"/>
                  </a:lnTo>
                  <a:lnTo>
                    <a:pt x="2349701" y="628005"/>
                  </a:lnTo>
                  <a:lnTo>
                    <a:pt x="2359445" y="662045"/>
                  </a:lnTo>
                  <a:lnTo>
                    <a:pt x="2369204" y="644852"/>
                  </a:lnTo>
                  <a:lnTo>
                    <a:pt x="2378948" y="648880"/>
                  </a:lnTo>
                  <a:lnTo>
                    <a:pt x="2388692" y="647049"/>
                  </a:lnTo>
                  <a:lnTo>
                    <a:pt x="2398450" y="674103"/>
                  </a:lnTo>
                  <a:lnTo>
                    <a:pt x="2408194" y="692074"/>
                  </a:lnTo>
                  <a:lnTo>
                    <a:pt x="2417953" y="690383"/>
                  </a:lnTo>
                  <a:lnTo>
                    <a:pt x="2427697" y="706808"/>
                  </a:lnTo>
                  <a:lnTo>
                    <a:pt x="2437441" y="725317"/>
                  </a:lnTo>
                  <a:lnTo>
                    <a:pt x="2447200" y="737699"/>
                  </a:lnTo>
                  <a:lnTo>
                    <a:pt x="2456944" y="749005"/>
                  </a:lnTo>
                  <a:lnTo>
                    <a:pt x="2466703" y="755279"/>
                  </a:lnTo>
                  <a:lnTo>
                    <a:pt x="2476446" y="797848"/>
                  </a:lnTo>
                  <a:lnTo>
                    <a:pt x="2486190" y="770279"/>
                  </a:lnTo>
                  <a:lnTo>
                    <a:pt x="2495949" y="769336"/>
                  </a:lnTo>
                  <a:lnTo>
                    <a:pt x="2505693" y="753371"/>
                  </a:lnTo>
                  <a:lnTo>
                    <a:pt x="2515452" y="786388"/>
                  </a:lnTo>
                  <a:lnTo>
                    <a:pt x="2525196" y="791221"/>
                  </a:lnTo>
                  <a:lnTo>
                    <a:pt x="2534940" y="771574"/>
                  </a:lnTo>
                  <a:lnTo>
                    <a:pt x="2544699" y="750511"/>
                  </a:lnTo>
                  <a:lnTo>
                    <a:pt x="2554443" y="770674"/>
                  </a:lnTo>
                  <a:lnTo>
                    <a:pt x="2564202" y="795264"/>
                  </a:lnTo>
                  <a:lnTo>
                    <a:pt x="2573946" y="791765"/>
                  </a:lnTo>
                  <a:lnTo>
                    <a:pt x="2583690" y="829839"/>
                  </a:lnTo>
                  <a:lnTo>
                    <a:pt x="2593448" y="822454"/>
                  </a:lnTo>
                  <a:lnTo>
                    <a:pt x="2603192" y="834782"/>
                  </a:lnTo>
                  <a:lnTo>
                    <a:pt x="2612951" y="834127"/>
                  </a:lnTo>
                  <a:lnTo>
                    <a:pt x="2622695" y="850707"/>
                  </a:lnTo>
                  <a:lnTo>
                    <a:pt x="2632439" y="849963"/>
                  </a:lnTo>
                  <a:lnTo>
                    <a:pt x="2642198" y="859129"/>
                  </a:lnTo>
                  <a:lnTo>
                    <a:pt x="2651942" y="853099"/>
                  </a:lnTo>
                  <a:lnTo>
                    <a:pt x="2661685" y="856002"/>
                  </a:lnTo>
                  <a:lnTo>
                    <a:pt x="2671444" y="867700"/>
                  </a:lnTo>
                  <a:lnTo>
                    <a:pt x="2681188" y="850940"/>
                  </a:lnTo>
                  <a:lnTo>
                    <a:pt x="2690947" y="829759"/>
                  </a:lnTo>
                  <a:lnTo>
                    <a:pt x="2700691" y="832159"/>
                  </a:lnTo>
                  <a:lnTo>
                    <a:pt x="2710435" y="787413"/>
                  </a:lnTo>
                  <a:lnTo>
                    <a:pt x="2720194" y="759079"/>
                  </a:lnTo>
                  <a:lnTo>
                    <a:pt x="2729938" y="744949"/>
                  </a:lnTo>
                  <a:lnTo>
                    <a:pt x="2739697" y="720741"/>
                  </a:lnTo>
                  <a:lnTo>
                    <a:pt x="2749441" y="666083"/>
                  </a:lnTo>
                  <a:lnTo>
                    <a:pt x="2759185" y="655563"/>
                  </a:lnTo>
                  <a:lnTo>
                    <a:pt x="2768943" y="677200"/>
                  </a:lnTo>
                  <a:lnTo>
                    <a:pt x="2778687" y="675357"/>
                  </a:lnTo>
                  <a:lnTo>
                    <a:pt x="2788446" y="695359"/>
                  </a:lnTo>
                  <a:lnTo>
                    <a:pt x="2798190" y="745877"/>
                  </a:lnTo>
                  <a:lnTo>
                    <a:pt x="2807934" y="705683"/>
                  </a:lnTo>
                  <a:lnTo>
                    <a:pt x="2817693" y="689328"/>
                  </a:lnTo>
                  <a:lnTo>
                    <a:pt x="2827437" y="711297"/>
                  </a:lnTo>
                  <a:lnTo>
                    <a:pt x="2837196" y="692397"/>
                  </a:lnTo>
                  <a:lnTo>
                    <a:pt x="2846940" y="686947"/>
                  </a:lnTo>
                  <a:lnTo>
                    <a:pt x="2856684" y="701736"/>
                  </a:lnTo>
                  <a:lnTo>
                    <a:pt x="2866442" y="689856"/>
                  </a:lnTo>
                  <a:lnTo>
                    <a:pt x="2876186" y="714698"/>
                  </a:lnTo>
                  <a:lnTo>
                    <a:pt x="2885945" y="662564"/>
                  </a:lnTo>
                  <a:lnTo>
                    <a:pt x="2895689" y="650165"/>
                  </a:lnTo>
                  <a:lnTo>
                    <a:pt x="2905433" y="665831"/>
                  </a:lnTo>
                  <a:lnTo>
                    <a:pt x="2915192" y="62982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3" name="Freeform 1222">
              <a:extLst>
                <a:ext uri="{FF2B5EF4-FFF2-40B4-BE49-F238E27FC236}">
                  <a16:creationId xmlns:a16="http://schemas.microsoft.com/office/drawing/2014/main" id="{2CC0E882-449B-82C1-444C-8CFFB1E14A74}"/>
                </a:ext>
              </a:extLst>
            </p:cNvPr>
            <p:cNvSpPr/>
            <p:nvPr/>
          </p:nvSpPr>
          <p:spPr>
            <a:xfrm>
              <a:off x="4426652" y="3492834"/>
              <a:ext cx="2915191" cy="279913"/>
            </a:xfrm>
            <a:custGeom>
              <a:avLst/>
              <a:gdLst>
                <a:gd name="connsiteX0" fmla="*/ 0 w 2915191"/>
                <a:gd name="connsiteY0" fmla="*/ 18506 h 279913"/>
                <a:gd name="connsiteX1" fmla="*/ 9750 w 2915191"/>
                <a:gd name="connsiteY1" fmla="*/ 50195 h 279913"/>
                <a:gd name="connsiteX2" fmla="*/ 19500 w 2915191"/>
                <a:gd name="connsiteY2" fmla="*/ 33378 h 279913"/>
                <a:gd name="connsiteX3" fmla="*/ 29250 w 2915191"/>
                <a:gd name="connsiteY3" fmla="*/ 32606 h 279913"/>
                <a:gd name="connsiteX4" fmla="*/ 39000 w 2915191"/>
                <a:gd name="connsiteY4" fmla="*/ 54767 h 279913"/>
                <a:gd name="connsiteX5" fmla="*/ 48749 w 2915191"/>
                <a:gd name="connsiteY5" fmla="*/ 83036 h 279913"/>
                <a:gd name="connsiteX6" fmla="*/ 58499 w 2915191"/>
                <a:gd name="connsiteY6" fmla="*/ 90473 h 279913"/>
                <a:gd name="connsiteX7" fmla="*/ 68249 w 2915191"/>
                <a:gd name="connsiteY7" fmla="*/ 67899 h 279913"/>
                <a:gd name="connsiteX8" fmla="*/ 77998 w 2915191"/>
                <a:gd name="connsiteY8" fmla="*/ 64241 h 279913"/>
                <a:gd name="connsiteX9" fmla="*/ 87748 w 2915191"/>
                <a:gd name="connsiteY9" fmla="*/ 64423 h 279913"/>
                <a:gd name="connsiteX10" fmla="*/ 97497 w 2915191"/>
                <a:gd name="connsiteY10" fmla="*/ 54918 h 279913"/>
                <a:gd name="connsiteX11" fmla="*/ 107247 w 2915191"/>
                <a:gd name="connsiteY11" fmla="*/ 67260 h 279913"/>
                <a:gd name="connsiteX12" fmla="*/ 116997 w 2915191"/>
                <a:gd name="connsiteY12" fmla="*/ 58425 h 279913"/>
                <a:gd name="connsiteX13" fmla="*/ 126747 w 2915191"/>
                <a:gd name="connsiteY13" fmla="*/ 78360 h 279913"/>
                <a:gd name="connsiteX14" fmla="*/ 136497 w 2915191"/>
                <a:gd name="connsiteY14" fmla="*/ 76071 h 279913"/>
                <a:gd name="connsiteX15" fmla="*/ 146247 w 2915191"/>
                <a:gd name="connsiteY15" fmla="*/ 48843 h 279913"/>
                <a:gd name="connsiteX16" fmla="*/ 155997 w 2915191"/>
                <a:gd name="connsiteY16" fmla="*/ 42882 h 279913"/>
                <a:gd name="connsiteX17" fmla="*/ 165747 w 2915191"/>
                <a:gd name="connsiteY17" fmla="*/ 25902 h 279913"/>
                <a:gd name="connsiteX18" fmla="*/ 175497 w 2915191"/>
                <a:gd name="connsiteY18" fmla="*/ 5930 h 279913"/>
                <a:gd name="connsiteX19" fmla="*/ 185247 w 2915191"/>
                <a:gd name="connsiteY19" fmla="*/ 41313 h 279913"/>
                <a:gd name="connsiteX20" fmla="*/ 194996 w 2915191"/>
                <a:gd name="connsiteY20" fmla="*/ 51887 h 279913"/>
                <a:gd name="connsiteX21" fmla="*/ 204746 w 2915191"/>
                <a:gd name="connsiteY21" fmla="*/ 29001 h 279913"/>
                <a:gd name="connsiteX22" fmla="*/ 214495 w 2915191"/>
                <a:gd name="connsiteY22" fmla="*/ 8218 h 279913"/>
                <a:gd name="connsiteX23" fmla="*/ 224245 w 2915191"/>
                <a:gd name="connsiteY23" fmla="*/ 28149 h 279913"/>
                <a:gd name="connsiteX24" fmla="*/ 233995 w 2915191"/>
                <a:gd name="connsiteY24" fmla="*/ 35975 h 279913"/>
                <a:gd name="connsiteX25" fmla="*/ 243744 w 2915191"/>
                <a:gd name="connsiteY25" fmla="*/ 44970 h 279913"/>
                <a:gd name="connsiteX26" fmla="*/ 253494 w 2915191"/>
                <a:gd name="connsiteY26" fmla="*/ 28171 h 279913"/>
                <a:gd name="connsiteX27" fmla="*/ 263244 w 2915191"/>
                <a:gd name="connsiteY27" fmla="*/ 0 h 279913"/>
                <a:gd name="connsiteX28" fmla="*/ 272994 w 2915191"/>
                <a:gd name="connsiteY28" fmla="*/ 17909 h 279913"/>
                <a:gd name="connsiteX29" fmla="*/ 282744 w 2915191"/>
                <a:gd name="connsiteY29" fmla="*/ 21037 h 279913"/>
                <a:gd name="connsiteX30" fmla="*/ 292494 w 2915191"/>
                <a:gd name="connsiteY30" fmla="*/ 37444 h 279913"/>
                <a:gd name="connsiteX31" fmla="*/ 302244 w 2915191"/>
                <a:gd name="connsiteY31" fmla="*/ 15651 h 279913"/>
                <a:gd name="connsiteX32" fmla="*/ 311994 w 2915191"/>
                <a:gd name="connsiteY32" fmla="*/ 50670 h 279913"/>
                <a:gd name="connsiteX33" fmla="*/ 321744 w 2915191"/>
                <a:gd name="connsiteY33" fmla="*/ 79644 h 279913"/>
                <a:gd name="connsiteX34" fmla="*/ 331493 w 2915191"/>
                <a:gd name="connsiteY34" fmla="*/ 71324 h 279913"/>
                <a:gd name="connsiteX35" fmla="*/ 341243 w 2915191"/>
                <a:gd name="connsiteY35" fmla="*/ 44536 h 279913"/>
                <a:gd name="connsiteX36" fmla="*/ 350993 w 2915191"/>
                <a:gd name="connsiteY36" fmla="*/ 46488 h 279913"/>
                <a:gd name="connsiteX37" fmla="*/ 360742 w 2915191"/>
                <a:gd name="connsiteY37" fmla="*/ 58166 h 279913"/>
                <a:gd name="connsiteX38" fmla="*/ 370492 w 2915191"/>
                <a:gd name="connsiteY38" fmla="*/ 43060 h 279913"/>
                <a:gd name="connsiteX39" fmla="*/ 380241 w 2915191"/>
                <a:gd name="connsiteY39" fmla="*/ 43992 h 279913"/>
                <a:gd name="connsiteX40" fmla="*/ 389991 w 2915191"/>
                <a:gd name="connsiteY40" fmla="*/ 60871 h 279913"/>
                <a:gd name="connsiteX41" fmla="*/ 399741 w 2915191"/>
                <a:gd name="connsiteY41" fmla="*/ 43520 h 279913"/>
                <a:gd name="connsiteX42" fmla="*/ 409491 w 2915191"/>
                <a:gd name="connsiteY42" fmla="*/ 48724 h 279913"/>
                <a:gd name="connsiteX43" fmla="*/ 419241 w 2915191"/>
                <a:gd name="connsiteY43" fmla="*/ 61257 h 279913"/>
                <a:gd name="connsiteX44" fmla="*/ 428991 w 2915191"/>
                <a:gd name="connsiteY44" fmla="*/ 66613 h 279913"/>
                <a:gd name="connsiteX45" fmla="*/ 438741 w 2915191"/>
                <a:gd name="connsiteY45" fmla="*/ 74124 h 279913"/>
                <a:gd name="connsiteX46" fmla="*/ 448491 w 2915191"/>
                <a:gd name="connsiteY46" fmla="*/ 77245 h 279913"/>
                <a:gd name="connsiteX47" fmla="*/ 458241 w 2915191"/>
                <a:gd name="connsiteY47" fmla="*/ 64879 h 279913"/>
                <a:gd name="connsiteX48" fmla="*/ 467991 w 2915191"/>
                <a:gd name="connsiteY48" fmla="*/ 66834 h 279913"/>
                <a:gd name="connsiteX49" fmla="*/ 477740 w 2915191"/>
                <a:gd name="connsiteY49" fmla="*/ 74152 h 279913"/>
                <a:gd name="connsiteX50" fmla="*/ 487490 w 2915191"/>
                <a:gd name="connsiteY50" fmla="*/ 90440 h 279913"/>
                <a:gd name="connsiteX51" fmla="*/ 497239 w 2915191"/>
                <a:gd name="connsiteY51" fmla="*/ 101888 h 279913"/>
                <a:gd name="connsiteX52" fmla="*/ 506989 w 2915191"/>
                <a:gd name="connsiteY52" fmla="*/ 130791 h 279913"/>
                <a:gd name="connsiteX53" fmla="*/ 516738 w 2915191"/>
                <a:gd name="connsiteY53" fmla="*/ 167946 h 279913"/>
                <a:gd name="connsiteX54" fmla="*/ 526488 w 2915191"/>
                <a:gd name="connsiteY54" fmla="*/ 147914 h 279913"/>
                <a:gd name="connsiteX55" fmla="*/ 536238 w 2915191"/>
                <a:gd name="connsiteY55" fmla="*/ 156336 h 279913"/>
                <a:gd name="connsiteX56" fmla="*/ 545988 w 2915191"/>
                <a:gd name="connsiteY56" fmla="*/ 154876 h 279913"/>
                <a:gd name="connsiteX57" fmla="*/ 555738 w 2915191"/>
                <a:gd name="connsiteY57" fmla="*/ 158516 h 279913"/>
                <a:gd name="connsiteX58" fmla="*/ 565488 w 2915191"/>
                <a:gd name="connsiteY58" fmla="*/ 174658 h 279913"/>
                <a:gd name="connsiteX59" fmla="*/ 575238 w 2915191"/>
                <a:gd name="connsiteY59" fmla="*/ 189196 h 279913"/>
                <a:gd name="connsiteX60" fmla="*/ 584988 w 2915191"/>
                <a:gd name="connsiteY60" fmla="*/ 180990 h 279913"/>
                <a:gd name="connsiteX61" fmla="*/ 594738 w 2915191"/>
                <a:gd name="connsiteY61" fmla="*/ 138033 h 279913"/>
                <a:gd name="connsiteX62" fmla="*/ 604488 w 2915191"/>
                <a:gd name="connsiteY62" fmla="*/ 107851 h 279913"/>
                <a:gd name="connsiteX63" fmla="*/ 614237 w 2915191"/>
                <a:gd name="connsiteY63" fmla="*/ 137877 h 279913"/>
                <a:gd name="connsiteX64" fmla="*/ 623987 w 2915191"/>
                <a:gd name="connsiteY64" fmla="*/ 143070 h 279913"/>
                <a:gd name="connsiteX65" fmla="*/ 633736 w 2915191"/>
                <a:gd name="connsiteY65" fmla="*/ 164978 h 279913"/>
                <a:gd name="connsiteX66" fmla="*/ 643486 w 2915191"/>
                <a:gd name="connsiteY66" fmla="*/ 172691 h 279913"/>
                <a:gd name="connsiteX67" fmla="*/ 653236 w 2915191"/>
                <a:gd name="connsiteY67" fmla="*/ 160599 h 279913"/>
                <a:gd name="connsiteX68" fmla="*/ 662985 w 2915191"/>
                <a:gd name="connsiteY68" fmla="*/ 152294 h 279913"/>
                <a:gd name="connsiteX69" fmla="*/ 672735 w 2915191"/>
                <a:gd name="connsiteY69" fmla="*/ 166143 h 279913"/>
                <a:gd name="connsiteX70" fmla="*/ 682485 w 2915191"/>
                <a:gd name="connsiteY70" fmla="*/ 143003 h 279913"/>
                <a:gd name="connsiteX71" fmla="*/ 692235 w 2915191"/>
                <a:gd name="connsiteY71" fmla="*/ 111453 h 279913"/>
                <a:gd name="connsiteX72" fmla="*/ 701985 w 2915191"/>
                <a:gd name="connsiteY72" fmla="*/ 125615 h 279913"/>
                <a:gd name="connsiteX73" fmla="*/ 711735 w 2915191"/>
                <a:gd name="connsiteY73" fmla="*/ 119901 h 279913"/>
                <a:gd name="connsiteX74" fmla="*/ 721485 w 2915191"/>
                <a:gd name="connsiteY74" fmla="*/ 147613 h 279913"/>
                <a:gd name="connsiteX75" fmla="*/ 731235 w 2915191"/>
                <a:gd name="connsiteY75" fmla="*/ 196598 h 279913"/>
                <a:gd name="connsiteX76" fmla="*/ 740985 w 2915191"/>
                <a:gd name="connsiteY76" fmla="*/ 209073 h 279913"/>
                <a:gd name="connsiteX77" fmla="*/ 750734 w 2915191"/>
                <a:gd name="connsiteY77" fmla="*/ 224334 h 279913"/>
                <a:gd name="connsiteX78" fmla="*/ 760484 w 2915191"/>
                <a:gd name="connsiteY78" fmla="*/ 210676 h 279913"/>
                <a:gd name="connsiteX79" fmla="*/ 770233 w 2915191"/>
                <a:gd name="connsiteY79" fmla="*/ 194458 h 279913"/>
                <a:gd name="connsiteX80" fmla="*/ 779983 w 2915191"/>
                <a:gd name="connsiteY80" fmla="*/ 175614 h 279913"/>
                <a:gd name="connsiteX81" fmla="*/ 789733 w 2915191"/>
                <a:gd name="connsiteY81" fmla="*/ 187790 h 279913"/>
                <a:gd name="connsiteX82" fmla="*/ 799482 w 2915191"/>
                <a:gd name="connsiteY82" fmla="*/ 202210 h 279913"/>
                <a:gd name="connsiteX83" fmla="*/ 809232 w 2915191"/>
                <a:gd name="connsiteY83" fmla="*/ 206795 h 279913"/>
                <a:gd name="connsiteX84" fmla="*/ 818982 w 2915191"/>
                <a:gd name="connsiteY84" fmla="*/ 174178 h 279913"/>
                <a:gd name="connsiteX85" fmla="*/ 828732 w 2915191"/>
                <a:gd name="connsiteY85" fmla="*/ 156071 h 279913"/>
                <a:gd name="connsiteX86" fmla="*/ 838482 w 2915191"/>
                <a:gd name="connsiteY86" fmla="*/ 173247 h 279913"/>
                <a:gd name="connsiteX87" fmla="*/ 848232 w 2915191"/>
                <a:gd name="connsiteY87" fmla="*/ 184139 h 279913"/>
                <a:gd name="connsiteX88" fmla="*/ 857982 w 2915191"/>
                <a:gd name="connsiteY88" fmla="*/ 204310 h 279913"/>
                <a:gd name="connsiteX89" fmla="*/ 867732 w 2915191"/>
                <a:gd name="connsiteY89" fmla="*/ 223252 h 279913"/>
                <a:gd name="connsiteX90" fmla="*/ 877482 w 2915191"/>
                <a:gd name="connsiteY90" fmla="*/ 196684 h 279913"/>
                <a:gd name="connsiteX91" fmla="*/ 887231 w 2915191"/>
                <a:gd name="connsiteY91" fmla="*/ 194880 h 279913"/>
                <a:gd name="connsiteX92" fmla="*/ 896981 w 2915191"/>
                <a:gd name="connsiteY92" fmla="*/ 218096 h 279913"/>
                <a:gd name="connsiteX93" fmla="*/ 906730 w 2915191"/>
                <a:gd name="connsiteY93" fmla="*/ 260091 h 279913"/>
                <a:gd name="connsiteX94" fmla="*/ 916480 w 2915191"/>
                <a:gd name="connsiteY94" fmla="*/ 236354 h 279913"/>
                <a:gd name="connsiteX95" fmla="*/ 926230 w 2915191"/>
                <a:gd name="connsiteY95" fmla="*/ 240426 h 279913"/>
                <a:gd name="connsiteX96" fmla="*/ 935979 w 2915191"/>
                <a:gd name="connsiteY96" fmla="*/ 226102 h 279913"/>
                <a:gd name="connsiteX97" fmla="*/ 945729 w 2915191"/>
                <a:gd name="connsiteY97" fmla="*/ 178062 h 279913"/>
                <a:gd name="connsiteX98" fmla="*/ 955479 w 2915191"/>
                <a:gd name="connsiteY98" fmla="*/ 170337 h 279913"/>
                <a:gd name="connsiteX99" fmla="*/ 965229 w 2915191"/>
                <a:gd name="connsiteY99" fmla="*/ 165198 h 279913"/>
                <a:gd name="connsiteX100" fmla="*/ 974979 w 2915191"/>
                <a:gd name="connsiteY100" fmla="*/ 141122 h 279913"/>
                <a:gd name="connsiteX101" fmla="*/ 984729 w 2915191"/>
                <a:gd name="connsiteY101" fmla="*/ 149212 h 279913"/>
                <a:gd name="connsiteX102" fmla="*/ 994474 w 2915191"/>
                <a:gd name="connsiteY102" fmla="*/ 121804 h 279913"/>
                <a:gd name="connsiteX103" fmla="*/ 1004233 w 2915191"/>
                <a:gd name="connsiteY103" fmla="*/ 133334 h 279913"/>
                <a:gd name="connsiteX104" fmla="*/ 1013977 w 2915191"/>
                <a:gd name="connsiteY104" fmla="*/ 86579 h 279913"/>
                <a:gd name="connsiteX105" fmla="*/ 1023721 w 2915191"/>
                <a:gd name="connsiteY105" fmla="*/ 113989 h 279913"/>
                <a:gd name="connsiteX106" fmla="*/ 1033480 w 2915191"/>
                <a:gd name="connsiteY106" fmla="*/ 137450 h 279913"/>
                <a:gd name="connsiteX107" fmla="*/ 1043224 w 2915191"/>
                <a:gd name="connsiteY107" fmla="*/ 124453 h 279913"/>
                <a:gd name="connsiteX108" fmla="*/ 1052983 w 2915191"/>
                <a:gd name="connsiteY108" fmla="*/ 130908 h 279913"/>
                <a:gd name="connsiteX109" fmla="*/ 1062727 w 2915191"/>
                <a:gd name="connsiteY109" fmla="*/ 160048 h 279913"/>
                <a:gd name="connsiteX110" fmla="*/ 1072471 w 2915191"/>
                <a:gd name="connsiteY110" fmla="*/ 179965 h 279913"/>
                <a:gd name="connsiteX111" fmla="*/ 1082230 w 2915191"/>
                <a:gd name="connsiteY111" fmla="*/ 194996 h 279913"/>
                <a:gd name="connsiteX112" fmla="*/ 1091973 w 2915191"/>
                <a:gd name="connsiteY112" fmla="*/ 208461 h 279913"/>
                <a:gd name="connsiteX113" fmla="*/ 1101732 w 2915191"/>
                <a:gd name="connsiteY113" fmla="*/ 212504 h 279913"/>
                <a:gd name="connsiteX114" fmla="*/ 1111476 w 2915191"/>
                <a:gd name="connsiteY114" fmla="*/ 188381 h 279913"/>
                <a:gd name="connsiteX115" fmla="*/ 1121220 w 2915191"/>
                <a:gd name="connsiteY115" fmla="*/ 193633 h 279913"/>
                <a:gd name="connsiteX116" fmla="*/ 1130979 w 2915191"/>
                <a:gd name="connsiteY116" fmla="*/ 215247 h 279913"/>
                <a:gd name="connsiteX117" fmla="*/ 1140723 w 2915191"/>
                <a:gd name="connsiteY117" fmla="*/ 243035 h 279913"/>
                <a:gd name="connsiteX118" fmla="*/ 1150482 w 2915191"/>
                <a:gd name="connsiteY118" fmla="*/ 237359 h 279913"/>
                <a:gd name="connsiteX119" fmla="*/ 1160226 w 2915191"/>
                <a:gd name="connsiteY119" fmla="*/ 248236 h 279913"/>
                <a:gd name="connsiteX120" fmla="*/ 1169969 w 2915191"/>
                <a:gd name="connsiteY120" fmla="*/ 202428 h 279913"/>
                <a:gd name="connsiteX121" fmla="*/ 1179728 w 2915191"/>
                <a:gd name="connsiteY121" fmla="*/ 178715 h 279913"/>
                <a:gd name="connsiteX122" fmla="*/ 1189472 w 2915191"/>
                <a:gd name="connsiteY122" fmla="*/ 184674 h 279913"/>
                <a:gd name="connsiteX123" fmla="*/ 1199231 w 2915191"/>
                <a:gd name="connsiteY123" fmla="*/ 187195 h 279913"/>
                <a:gd name="connsiteX124" fmla="*/ 1208975 w 2915191"/>
                <a:gd name="connsiteY124" fmla="*/ 185013 h 279913"/>
                <a:gd name="connsiteX125" fmla="*/ 1218719 w 2915191"/>
                <a:gd name="connsiteY125" fmla="*/ 197814 h 279913"/>
                <a:gd name="connsiteX126" fmla="*/ 1228478 w 2915191"/>
                <a:gd name="connsiteY126" fmla="*/ 176997 h 279913"/>
                <a:gd name="connsiteX127" fmla="*/ 1238222 w 2915191"/>
                <a:gd name="connsiteY127" fmla="*/ 181905 h 279913"/>
                <a:gd name="connsiteX128" fmla="*/ 1247966 w 2915191"/>
                <a:gd name="connsiteY128" fmla="*/ 205792 h 279913"/>
                <a:gd name="connsiteX129" fmla="*/ 1257725 w 2915191"/>
                <a:gd name="connsiteY129" fmla="*/ 196859 h 279913"/>
                <a:gd name="connsiteX130" fmla="*/ 1267469 w 2915191"/>
                <a:gd name="connsiteY130" fmla="*/ 221478 h 279913"/>
                <a:gd name="connsiteX131" fmla="*/ 1277227 w 2915191"/>
                <a:gd name="connsiteY131" fmla="*/ 186039 h 279913"/>
                <a:gd name="connsiteX132" fmla="*/ 1286971 w 2915191"/>
                <a:gd name="connsiteY132" fmla="*/ 183399 h 279913"/>
                <a:gd name="connsiteX133" fmla="*/ 1296715 w 2915191"/>
                <a:gd name="connsiteY133" fmla="*/ 155237 h 279913"/>
                <a:gd name="connsiteX134" fmla="*/ 1306474 w 2915191"/>
                <a:gd name="connsiteY134" fmla="*/ 187229 h 279913"/>
                <a:gd name="connsiteX135" fmla="*/ 1316218 w 2915191"/>
                <a:gd name="connsiteY135" fmla="*/ 175485 h 279913"/>
                <a:gd name="connsiteX136" fmla="*/ 1325977 w 2915191"/>
                <a:gd name="connsiteY136" fmla="*/ 159839 h 279913"/>
                <a:gd name="connsiteX137" fmla="*/ 1335721 w 2915191"/>
                <a:gd name="connsiteY137" fmla="*/ 153141 h 279913"/>
                <a:gd name="connsiteX138" fmla="*/ 1345465 w 2915191"/>
                <a:gd name="connsiteY138" fmla="*/ 160554 h 279913"/>
                <a:gd name="connsiteX139" fmla="*/ 1355224 w 2915191"/>
                <a:gd name="connsiteY139" fmla="*/ 144913 h 279913"/>
                <a:gd name="connsiteX140" fmla="*/ 1364967 w 2915191"/>
                <a:gd name="connsiteY140" fmla="*/ 164015 h 279913"/>
                <a:gd name="connsiteX141" fmla="*/ 1374726 w 2915191"/>
                <a:gd name="connsiteY141" fmla="*/ 149684 h 279913"/>
                <a:gd name="connsiteX142" fmla="*/ 1384470 w 2915191"/>
                <a:gd name="connsiteY142" fmla="*/ 156009 h 279913"/>
                <a:gd name="connsiteX143" fmla="*/ 1394214 w 2915191"/>
                <a:gd name="connsiteY143" fmla="*/ 143716 h 279913"/>
                <a:gd name="connsiteX144" fmla="*/ 1403973 w 2915191"/>
                <a:gd name="connsiteY144" fmla="*/ 133335 h 279913"/>
                <a:gd name="connsiteX145" fmla="*/ 1413717 w 2915191"/>
                <a:gd name="connsiteY145" fmla="*/ 104110 h 279913"/>
                <a:gd name="connsiteX146" fmla="*/ 1423476 w 2915191"/>
                <a:gd name="connsiteY146" fmla="*/ 87362 h 279913"/>
                <a:gd name="connsiteX147" fmla="*/ 1433220 w 2915191"/>
                <a:gd name="connsiteY147" fmla="*/ 137912 h 279913"/>
                <a:gd name="connsiteX148" fmla="*/ 1442964 w 2915191"/>
                <a:gd name="connsiteY148" fmla="*/ 126857 h 279913"/>
                <a:gd name="connsiteX149" fmla="*/ 1452722 w 2915191"/>
                <a:gd name="connsiteY149" fmla="*/ 115281 h 279913"/>
                <a:gd name="connsiteX150" fmla="*/ 1462466 w 2915191"/>
                <a:gd name="connsiteY150" fmla="*/ 104869 h 279913"/>
                <a:gd name="connsiteX151" fmla="*/ 1472225 w 2915191"/>
                <a:gd name="connsiteY151" fmla="*/ 119600 h 279913"/>
                <a:gd name="connsiteX152" fmla="*/ 1481969 w 2915191"/>
                <a:gd name="connsiteY152" fmla="*/ 96845 h 279913"/>
                <a:gd name="connsiteX153" fmla="*/ 1491713 w 2915191"/>
                <a:gd name="connsiteY153" fmla="*/ 125507 h 279913"/>
                <a:gd name="connsiteX154" fmla="*/ 1501472 w 2915191"/>
                <a:gd name="connsiteY154" fmla="*/ 134921 h 279913"/>
                <a:gd name="connsiteX155" fmla="*/ 1511216 w 2915191"/>
                <a:gd name="connsiteY155" fmla="*/ 143640 h 279913"/>
                <a:gd name="connsiteX156" fmla="*/ 1520960 w 2915191"/>
                <a:gd name="connsiteY156" fmla="*/ 137266 h 279913"/>
                <a:gd name="connsiteX157" fmla="*/ 1530719 w 2915191"/>
                <a:gd name="connsiteY157" fmla="*/ 158123 h 279913"/>
                <a:gd name="connsiteX158" fmla="*/ 1540463 w 2915191"/>
                <a:gd name="connsiteY158" fmla="*/ 130171 h 279913"/>
                <a:gd name="connsiteX159" fmla="*/ 1550221 w 2915191"/>
                <a:gd name="connsiteY159" fmla="*/ 110994 h 279913"/>
                <a:gd name="connsiteX160" fmla="*/ 1559965 w 2915191"/>
                <a:gd name="connsiteY160" fmla="*/ 88180 h 279913"/>
                <a:gd name="connsiteX161" fmla="*/ 1569709 w 2915191"/>
                <a:gd name="connsiteY161" fmla="*/ 59256 h 279913"/>
                <a:gd name="connsiteX162" fmla="*/ 1579468 w 2915191"/>
                <a:gd name="connsiteY162" fmla="*/ 45560 h 279913"/>
                <a:gd name="connsiteX163" fmla="*/ 1589212 w 2915191"/>
                <a:gd name="connsiteY163" fmla="*/ 38992 h 279913"/>
                <a:gd name="connsiteX164" fmla="*/ 1598971 w 2915191"/>
                <a:gd name="connsiteY164" fmla="*/ 41455 h 279913"/>
                <a:gd name="connsiteX165" fmla="*/ 1608715 w 2915191"/>
                <a:gd name="connsiteY165" fmla="*/ 55399 h 279913"/>
                <a:gd name="connsiteX166" fmla="*/ 1618459 w 2915191"/>
                <a:gd name="connsiteY166" fmla="*/ 47818 h 279913"/>
                <a:gd name="connsiteX167" fmla="*/ 1628218 w 2915191"/>
                <a:gd name="connsiteY167" fmla="*/ 50356 h 279913"/>
                <a:gd name="connsiteX168" fmla="*/ 1637962 w 2915191"/>
                <a:gd name="connsiteY168" fmla="*/ 103394 h 279913"/>
                <a:gd name="connsiteX169" fmla="*/ 1647720 w 2915191"/>
                <a:gd name="connsiteY169" fmla="*/ 79769 h 279913"/>
                <a:gd name="connsiteX170" fmla="*/ 1657464 w 2915191"/>
                <a:gd name="connsiteY170" fmla="*/ 75799 h 279913"/>
                <a:gd name="connsiteX171" fmla="*/ 1667208 w 2915191"/>
                <a:gd name="connsiteY171" fmla="*/ 80566 h 279913"/>
                <a:gd name="connsiteX172" fmla="*/ 1676967 w 2915191"/>
                <a:gd name="connsiteY172" fmla="*/ 122477 h 279913"/>
                <a:gd name="connsiteX173" fmla="*/ 1686711 w 2915191"/>
                <a:gd name="connsiteY173" fmla="*/ 125376 h 279913"/>
                <a:gd name="connsiteX174" fmla="*/ 1696470 w 2915191"/>
                <a:gd name="connsiteY174" fmla="*/ 95508 h 279913"/>
                <a:gd name="connsiteX175" fmla="*/ 1706214 w 2915191"/>
                <a:gd name="connsiteY175" fmla="*/ 87800 h 279913"/>
                <a:gd name="connsiteX176" fmla="*/ 1715958 w 2915191"/>
                <a:gd name="connsiteY176" fmla="*/ 125795 h 279913"/>
                <a:gd name="connsiteX177" fmla="*/ 1725716 w 2915191"/>
                <a:gd name="connsiteY177" fmla="*/ 130220 h 279913"/>
                <a:gd name="connsiteX178" fmla="*/ 1735460 w 2915191"/>
                <a:gd name="connsiteY178" fmla="*/ 127091 h 279913"/>
                <a:gd name="connsiteX179" fmla="*/ 1745219 w 2915191"/>
                <a:gd name="connsiteY179" fmla="*/ 103868 h 279913"/>
                <a:gd name="connsiteX180" fmla="*/ 1754963 w 2915191"/>
                <a:gd name="connsiteY180" fmla="*/ 107159 h 279913"/>
                <a:gd name="connsiteX181" fmla="*/ 1764707 w 2915191"/>
                <a:gd name="connsiteY181" fmla="*/ 81472 h 279913"/>
                <a:gd name="connsiteX182" fmla="*/ 1774466 w 2915191"/>
                <a:gd name="connsiteY182" fmla="*/ 88355 h 279913"/>
                <a:gd name="connsiteX183" fmla="*/ 1784210 w 2915191"/>
                <a:gd name="connsiteY183" fmla="*/ 67616 h 279913"/>
                <a:gd name="connsiteX184" fmla="*/ 1793969 w 2915191"/>
                <a:gd name="connsiteY184" fmla="*/ 61835 h 279913"/>
                <a:gd name="connsiteX185" fmla="*/ 1803713 w 2915191"/>
                <a:gd name="connsiteY185" fmla="*/ 92672 h 279913"/>
                <a:gd name="connsiteX186" fmla="*/ 1813457 w 2915191"/>
                <a:gd name="connsiteY186" fmla="*/ 103576 h 279913"/>
                <a:gd name="connsiteX187" fmla="*/ 1823215 w 2915191"/>
                <a:gd name="connsiteY187" fmla="*/ 129801 h 279913"/>
                <a:gd name="connsiteX188" fmla="*/ 1832959 w 2915191"/>
                <a:gd name="connsiteY188" fmla="*/ 165928 h 279913"/>
                <a:gd name="connsiteX189" fmla="*/ 1842703 w 2915191"/>
                <a:gd name="connsiteY189" fmla="*/ 167436 h 279913"/>
                <a:gd name="connsiteX190" fmla="*/ 1852462 w 2915191"/>
                <a:gd name="connsiteY190" fmla="*/ 160982 h 279913"/>
                <a:gd name="connsiteX191" fmla="*/ 1862206 w 2915191"/>
                <a:gd name="connsiteY191" fmla="*/ 142491 h 279913"/>
                <a:gd name="connsiteX192" fmla="*/ 1871965 w 2915191"/>
                <a:gd name="connsiteY192" fmla="*/ 138407 h 279913"/>
                <a:gd name="connsiteX193" fmla="*/ 1881709 w 2915191"/>
                <a:gd name="connsiteY193" fmla="*/ 136902 h 279913"/>
                <a:gd name="connsiteX194" fmla="*/ 1891453 w 2915191"/>
                <a:gd name="connsiteY194" fmla="*/ 168586 h 279913"/>
                <a:gd name="connsiteX195" fmla="*/ 1901212 w 2915191"/>
                <a:gd name="connsiteY195" fmla="*/ 169069 h 279913"/>
                <a:gd name="connsiteX196" fmla="*/ 1910956 w 2915191"/>
                <a:gd name="connsiteY196" fmla="*/ 159038 h 279913"/>
                <a:gd name="connsiteX197" fmla="*/ 1920714 w 2915191"/>
                <a:gd name="connsiteY197" fmla="*/ 189152 h 279913"/>
                <a:gd name="connsiteX198" fmla="*/ 1930458 w 2915191"/>
                <a:gd name="connsiteY198" fmla="*/ 158047 h 279913"/>
                <a:gd name="connsiteX199" fmla="*/ 1940202 w 2915191"/>
                <a:gd name="connsiteY199" fmla="*/ 156827 h 279913"/>
                <a:gd name="connsiteX200" fmla="*/ 1949961 w 2915191"/>
                <a:gd name="connsiteY200" fmla="*/ 147488 h 279913"/>
                <a:gd name="connsiteX201" fmla="*/ 1959705 w 2915191"/>
                <a:gd name="connsiteY201" fmla="*/ 141631 h 279913"/>
                <a:gd name="connsiteX202" fmla="*/ 1969464 w 2915191"/>
                <a:gd name="connsiteY202" fmla="*/ 163394 h 279913"/>
                <a:gd name="connsiteX203" fmla="*/ 1979208 w 2915191"/>
                <a:gd name="connsiteY203" fmla="*/ 166530 h 279913"/>
                <a:gd name="connsiteX204" fmla="*/ 1988952 w 2915191"/>
                <a:gd name="connsiteY204" fmla="*/ 131183 h 279913"/>
                <a:gd name="connsiteX205" fmla="*/ 1998711 w 2915191"/>
                <a:gd name="connsiteY205" fmla="*/ 139752 h 279913"/>
                <a:gd name="connsiteX206" fmla="*/ 2008454 w 2915191"/>
                <a:gd name="connsiteY206" fmla="*/ 140006 h 279913"/>
                <a:gd name="connsiteX207" fmla="*/ 2018213 w 2915191"/>
                <a:gd name="connsiteY207" fmla="*/ 153246 h 279913"/>
                <a:gd name="connsiteX208" fmla="*/ 2027957 w 2915191"/>
                <a:gd name="connsiteY208" fmla="*/ 113174 h 279913"/>
                <a:gd name="connsiteX209" fmla="*/ 2037701 w 2915191"/>
                <a:gd name="connsiteY209" fmla="*/ 110874 h 279913"/>
                <a:gd name="connsiteX210" fmla="*/ 2047460 w 2915191"/>
                <a:gd name="connsiteY210" fmla="*/ 93286 h 279913"/>
                <a:gd name="connsiteX211" fmla="*/ 2057204 w 2915191"/>
                <a:gd name="connsiteY211" fmla="*/ 89941 h 279913"/>
                <a:gd name="connsiteX212" fmla="*/ 2066963 w 2915191"/>
                <a:gd name="connsiteY212" fmla="*/ 94521 h 279913"/>
                <a:gd name="connsiteX213" fmla="*/ 2076707 w 2915191"/>
                <a:gd name="connsiteY213" fmla="*/ 60241 h 279913"/>
                <a:gd name="connsiteX214" fmla="*/ 2086451 w 2915191"/>
                <a:gd name="connsiteY214" fmla="*/ 72591 h 279913"/>
                <a:gd name="connsiteX215" fmla="*/ 2096210 w 2915191"/>
                <a:gd name="connsiteY215" fmla="*/ 59517 h 279913"/>
                <a:gd name="connsiteX216" fmla="*/ 2105954 w 2915191"/>
                <a:gd name="connsiteY216" fmla="*/ 55792 h 279913"/>
                <a:gd name="connsiteX217" fmla="*/ 2115697 w 2915191"/>
                <a:gd name="connsiteY217" fmla="*/ 35108 h 279913"/>
                <a:gd name="connsiteX218" fmla="*/ 2125456 w 2915191"/>
                <a:gd name="connsiteY218" fmla="*/ 41383 h 279913"/>
                <a:gd name="connsiteX219" fmla="*/ 2135200 w 2915191"/>
                <a:gd name="connsiteY219" fmla="*/ 31784 h 279913"/>
                <a:gd name="connsiteX220" fmla="*/ 2144959 w 2915191"/>
                <a:gd name="connsiteY220" fmla="*/ 77426 h 279913"/>
                <a:gd name="connsiteX221" fmla="*/ 2154703 w 2915191"/>
                <a:gd name="connsiteY221" fmla="*/ 51019 h 279913"/>
                <a:gd name="connsiteX222" fmla="*/ 2164447 w 2915191"/>
                <a:gd name="connsiteY222" fmla="*/ 78577 h 279913"/>
                <a:gd name="connsiteX223" fmla="*/ 2174206 w 2915191"/>
                <a:gd name="connsiteY223" fmla="*/ 43022 h 279913"/>
                <a:gd name="connsiteX224" fmla="*/ 2183950 w 2915191"/>
                <a:gd name="connsiteY224" fmla="*/ 6544 h 279913"/>
                <a:gd name="connsiteX225" fmla="*/ 2193709 w 2915191"/>
                <a:gd name="connsiteY225" fmla="*/ 50467 h 279913"/>
                <a:gd name="connsiteX226" fmla="*/ 2203452 w 2915191"/>
                <a:gd name="connsiteY226" fmla="*/ 57158 h 279913"/>
                <a:gd name="connsiteX227" fmla="*/ 2213196 w 2915191"/>
                <a:gd name="connsiteY227" fmla="*/ 94446 h 279913"/>
                <a:gd name="connsiteX228" fmla="*/ 2222955 w 2915191"/>
                <a:gd name="connsiteY228" fmla="*/ 109650 h 279913"/>
                <a:gd name="connsiteX229" fmla="*/ 2232699 w 2915191"/>
                <a:gd name="connsiteY229" fmla="*/ 116987 h 279913"/>
                <a:gd name="connsiteX230" fmla="*/ 2242458 w 2915191"/>
                <a:gd name="connsiteY230" fmla="*/ 114049 h 279913"/>
                <a:gd name="connsiteX231" fmla="*/ 2252202 w 2915191"/>
                <a:gd name="connsiteY231" fmla="*/ 133291 h 279913"/>
                <a:gd name="connsiteX232" fmla="*/ 2261946 w 2915191"/>
                <a:gd name="connsiteY232" fmla="*/ 131701 h 279913"/>
                <a:gd name="connsiteX233" fmla="*/ 2271705 w 2915191"/>
                <a:gd name="connsiteY233" fmla="*/ 148005 h 279913"/>
                <a:gd name="connsiteX234" fmla="*/ 2281449 w 2915191"/>
                <a:gd name="connsiteY234" fmla="*/ 136437 h 279913"/>
                <a:gd name="connsiteX235" fmla="*/ 2291208 w 2915191"/>
                <a:gd name="connsiteY235" fmla="*/ 122882 h 279913"/>
                <a:gd name="connsiteX236" fmla="*/ 2300951 w 2915191"/>
                <a:gd name="connsiteY236" fmla="*/ 136421 h 279913"/>
                <a:gd name="connsiteX237" fmla="*/ 2310695 w 2915191"/>
                <a:gd name="connsiteY237" fmla="*/ 103402 h 279913"/>
                <a:gd name="connsiteX238" fmla="*/ 2320454 w 2915191"/>
                <a:gd name="connsiteY238" fmla="*/ 146390 h 279913"/>
                <a:gd name="connsiteX239" fmla="*/ 2330198 w 2915191"/>
                <a:gd name="connsiteY239" fmla="*/ 132762 h 279913"/>
                <a:gd name="connsiteX240" fmla="*/ 2339957 w 2915191"/>
                <a:gd name="connsiteY240" fmla="*/ 158685 h 279913"/>
                <a:gd name="connsiteX241" fmla="*/ 2349701 w 2915191"/>
                <a:gd name="connsiteY241" fmla="*/ 178162 h 279913"/>
                <a:gd name="connsiteX242" fmla="*/ 2359445 w 2915191"/>
                <a:gd name="connsiteY242" fmla="*/ 200257 h 279913"/>
                <a:gd name="connsiteX243" fmla="*/ 2369204 w 2915191"/>
                <a:gd name="connsiteY243" fmla="*/ 208419 h 279913"/>
                <a:gd name="connsiteX244" fmla="*/ 2378948 w 2915191"/>
                <a:gd name="connsiteY244" fmla="*/ 219554 h 279913"/>
                <a:gd name="connsiteX245" fmla="*/ 2388692 w 2915191"/>
                <a:gd name="connsiteY245" fmla="*/ 201500 h 279913"/>
                <a:gd name="connsiteX246" fmla="*/ 2398450 w 2915191"/>
                <a:gd name="connsiteY246" fmla="*/ 181195 h 279913"/>
                <a:gd name="connsiteX247" fmla="*/ 2408194 w 2915191"/>
                <a:gd name="connsiteY247" fmla="*/ 173117 h 279913"/>
                <a:gd name="connsiteX248" fmla="*/ 2417953 w 2915191"/>
                <a:gd name="connsiteY248" fmla="*/ 163467 h 279913"/>
                <a:gd name="connsiteX249" fmla="*/ 2427697 w 2915191"/>
                <a:gd name="connsiteY249" fmla="*/ 187055 h 279913"/>
                <a:gd name="connsiteX250" fmla="*/ 2437441 w 2915191"/>
                <a:gd name="connsiteY250" fmla="*/ 207357 h 279913"/>
                <a:gd name="connsiteX251" fmla="*/ 2447200 w 2915191"/>
                <a:gd name="connsiteY251" fmla="*/ 206789 h 279913"/>
                <a:gd name="connsiteX252" fmla="*/ 2456944 w 2915191"/>
                <a:gd name="connsiteY252" fmla="*/ 190615 h 279913"/>
                <a:gd name="connsiteX253" fmla="*/ 2466703 w 2915191"/>
                <a:gd name="connsiteY253" fmla="*/ 163242 h 279913"/>
                <a:gd name="connsiteX254" fmla="*/ 2476446 w 2915191"/>
                <a:gd name="connsiteY254" fmla="*/ 142746 h 279913"/>
                <a:gd name="connsiteX255" fmla="*/ 2486190 w 2915191"/>
                <a:gd name="connsiteY255" fmla="*/ 114108 h 279913"/>
                <a:gd name="connsiteX256" fmla="*/ 2495949 w 2915191"/>
                <a:gd name="connsiteY256" fmla="*/ 121601 h 279913"/>
                <a:gd name="connsiteX257" fmla="*/ 2505693 w 2915191"/>
                <a:gd name="connsiteY257" fmla="*/ 112951 h 279913"/>
                <a:gd name="connsiteX258" fmla="*/ 2515452 w 2915191"/>
                <a:gd name="connsiteY258" fmla="*/ 125540 h 279913"/>
                <a:gd name="connsiteX259" fmla="*/ 2525196 w 2915191"/>
                <a:gd name="connsiteY259" fmla="*/ 96037 h 279913"/>
                <a:gd name="connsiteX260" fmla="*/ 2534940 w 2915191"/>
                <a:gd name="connsiteY260" fmla="*/ 96137 h 279913"/>
                <a:gd name="connsiteX261" fmla="*/ 2544699 w 2915191"/>
                <a:gd name="connsiteY261" fmla="*/ 125061 h 279913"/>
                <a:gd name="connsiteX262" fmla="*/ 2554443 w 2915191"/>
                <a:gd name="connsiteY262" fmla="*/ 142136 h 279913"/>
                <a:gd name="connsiteX263" fmla="*/ 2564202 w 2915191"/>
                <a:gd name="connsiteY263" fmla="*/ 160303 h 279913"/>
                <a:gd name="connsiteX264" fmla="*/ 2573946 w 2915191"/>
                <a:gd name="connsiteY264" fmla="*/ 145322 h 279913"/>
                <a:gd name="connsiteX265" fmla="*/ 2583690 w 2915191"/>
                <a:gd name="connsiteY265" fmla="*/ 183031 h 279913"/>
                <a:gd name="connsiteX266" fmla="*/ 2593448 w 2915191"/>
                <a:gd name="connsiteY266" fmla="*/ 164921 h 279913"/>
                <a:gd name="connsiteX267" fmla="*/ 2603192 w 2915191"/>
                <a:gd name="connsiteY267" fmla="*/ 181164 h 279913"/>
                <a:gd name="connsiteX268" fmla="*/ 2612951 w 2915191"/>
                <a:gd name="connsiteY268" fmla="*/ 197470 h 279913"/>
                <a:gd name="connsiteX269" fmla="*/ 2622695 w 2915191"/>
                <a:gd name="connsiteY269" fmla="*/ 155551 h 279913"/>
                <a:gd name="connsiteX270" fmla="*/ 2632439 w 2915191"/>
                <a:gd name="connsiteY270" fmla="*/ 145891 h 279913"/>
                <a:gd name="connsiteX271" fmla="*/ 2642198 w 2915191"/>
                <a:gd name="connsiteY271" fmla="*/ 143541 h 279913"/>
                <a:gd name="connsiteX272" fmla="*/ 2651942 w 2915191"/>
                <a:gd name="connsiteY272" fmla="*/ 166848 h 279913"/>
                <a:gd name="connsiteX273" fmla="*/ 2661685 w 2915191"/>
                <a:gd name="connsiteY273" fmla="*/ 166067 h 279913"/>
                <a:gd name="connsiteX274" fmla="*/ 2671444 w 2915191"/>
                <a:gd name="connsiteY274" fmla="*/ 167074 h 279913"/>
                <a:gd name="connsiteX275" fmla="*/ 2681188 w 2915191"/>
                <a:gd name="connsiteY275" fmla="*/ 166204 h 279913"/>
                <a:gd name="connsiteX276" fmla="*/ 2690947 w 2915191"/>
                <a:gd name="connsiteY276" fmla="*/ 174513 h 279913"/>
                <a:gd name="connsiteX277" fmla="*/ 2700691 w 2915191"/>
                <a:gd name="connsiteY277" fmla="*/ 173080 h 279913"/>
                <a:gd name="connsiteX278" fmla="*/ 2710435 w 2915191"/>
                <a:gd name="connsiteY278" fmla="*/ 199622 h 279913"/>
                <a:gd name="connsiteX279" fmla="*/ 2720194 w 2915191"/>
                <a:gd name="connsiteY279" fmla="*/ 176215 h 279913"/>
                <a:gd name="connsiteX280" fmla="*/ 2729938 w 2915191"/>
                <a:gd name="connsiteY280" fmla="*/ 220783 h 279913"/>
                <a:gd name="connsiteX281" fmla="*/ 2739697 w 2915191"/>
                <a:gd name="connsiteY281" fmla="*/ 192478 h 279913"/>
                <a:gd name="connsiteX282" fmla="*/ 2749441 w 2915191"/>
                <a:gd name="connsiteY282" fmla="*/ 231040 h 279913"/>
                <a:gd name="connsiteX283" fmla="*/ 2759185 w 2915191"/>
                <a:gd name="connsiteY283" fmla="*/ 213392 h 279913"/>
                <a:gd name="connsiteX284" fmla="*/ 2768943 w 2915191"/>
                <a:gd name="connsiteY284" fmla="*/ 200126 h 279913"/>
                <a:gd name="connsiteX285" fmla="*/ 2778687 w 2915191"/>
                <a:gd name="connsiteY285" fmla="*/ 216563 h 279913"/>
                <a:gd name="connsiteX286" fmla="*/ 2788446 w 2915191"/>
                <a:gd name="connsiteY286" fmla="*/ 236231 h 279913"/>
                <a:gd name="connsiteX287" fmla="*/ 2798190 w 2915191"/>
                <a:gd name="connsiteY287" fmla="*/ 242167 h 279913"/>
                <a:gd name="connsiteX288" fmla="*/ 2807934 w 2915191"/>
                <a:gd name="connsiteY288" fmla="*/ 222564 h 279913"/>
                <a:gd name="connsiteX289" fmla="*/ 2817693 w 2915191"/>
                <a:gd name="connsiteY289" fmla="*/ 223567 h 279913"/>
                <a:gd name="connsiteX290" fmla="*/ 2827437 w 2915191"/>
                <a:gd name="connsiteY290" fmla="*/ 203548 h 279913"/>
                <a:gd name="connsiteX291" fmla="*/ 2837196 w 2915191"/>
                <a:gd name="connsiteY291" fmla="*/ 214331 h 279913"/>
                <a:gd name="connsiteX292" fmla="*/ 2846940 w 2915191"/>
                <a:gd name="connsiteY292" fmla="*/ 220843 h 279913"/>
                <a:gd name="connsiteX293" fmla="*/ 2856684 w 2915191"/>
                <a:gd name="connsiteY293" fmla="*/ 211302 h 279913"/>
                <a:gd name="connsiteX294" fmla="*/ 2866442 w 2915191"/>
                <a:gd name="connsiteY294" fmla="*/ 191738 h 279913"/>
                <a:gd name="connsiteX295" fmla="*/ 2876186 w 2915191"/>
                <a:gd name="connsiteY295" fmla="*/ 238926 h 279913"/>
                <a:gd name="connsiteX296" fmla="*/ 2885945 w 2915191"/>
                <a:gd name="connsiteY296" fmla="*/ 233369 h 279913"/>
                <a:gd name="connsiteX297" fmla="*/ 2895689 w 2915191"/>
                <a:gd name="connsiteY297" fmla="*/ 228386 h 279913"/>
                <a:gd name="connsiteX298" fmla="*/ 2905433 w 2915191"/>
                <a:gd name="connsiteY298" fmla="*/ 262605 h 279913"/>
                <a:gd name="connsiteX299" fmla="*/ 2915192 w 2915191"/>
                <a:gd name="connsiteY299" fmla="*/ 279913 h 279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279913">
                  <a:moveTo>
                    <a:pt x="0" y="18506"/>
                  </a:moveTo>
                  <a:lnTo>
                    <a:pt x="9750" y="50195"/>
                  </a:lnTo>
                  <a:lnTo>
                    <a:pt x="19500" y="33378"/>
                  </a:lnTo>
                  <a:lnTo>
                    <a:pt x="29250" y="32606"/>
                  </a:lnTo>
                  <a:lnTo>
                    <a:pt x="39000" y="54767"/>
                  </a:lnTo>
                  <a:lnTo>
                    <a:pt x="48749" y="83036"/>
                  </a:lnTo>
                  <a:lnTo>
                    <a:pt x="58499" y="90473"/>
                  </a:lnTo>
                  <a:lnTo>
                    <a:pt x="68249" y="67899"/>
                  </a:lnTo>
                  <a:lnTo>
                    <a:pt x="77998" y="64241"/>
                  </a:lnTo>
                  <a:lnTo>
                    <a:pt x="87748" y="64423"/>
                  </a:lnTo>
                  <a:lnTo>
                    <a:pt x="97497" y="54918"/>
                  </a:lnTo>
                  <a:lnTo>
                    <a:pt x="107247" y="67260"/>
                  </a:lnTo>
                  <a:lnTo>
                    <a:pt x="116997" y="58425"/>
                  </a:lnTo>
                  <a:lnTo>
                    <a:pt x="126747" y="78360"/>
                  </a:lnTo>
                  <a:lnTo>
                    <a:pt x="136497" y="76071"/>
                  </a:lnTo>
                  <a:lnTo>
                    <a:pt x="146247" y="48843"/>
                  </a:lnTo>
                  <a:lnTo>
                    <a:pt x="155997" y="42882"/>
                  </a:lnTo>
                  <a:lnTo>
                    <a:pt x="165747" y="25902"/>
                  </a:lnTo>
                  <a:lnTo>
                    <a:pt x="175497" y="5930"/>
                  </a:lnTo>
                  <a:lnTo>
                    <a:pt x="185247" y="41313"/>
                  </a:lnTo>
                  <a:lnTo>
                    <a:pt x="194996" y="51887"/>
                  </a:lnTo>
                  <a:lnTo>
                    <a:pt x="204746" y="29001"/>
                  </a:lnTo>
                  <a:lnTo>
                    <a:pt x="214495" y="8218"/>
                  </a:lnTo>
                  <a:lnTo>
                    <a:pt x="224245" y="28149"/>
                  </a:lnTo>
                  <a:lnTo>
                    <a:pt x="233995" y="35975"/>
                  </a:lnTo>
                  <a:lnTo>
                    <a:pt x="243744" y="44970"/>
                  </a:lnTo>
                  <a:lnTo>
                    <a:pt x="253494" y="28171"/>
                  </a:lnTo>
                  <a:lnTo>
                    <a:pt x="263244" y="0"/>
                  </a:lnTo>
                  <a:lnTo>
                    <a:pt x="272994" y="17909"/>
                  </a:lnTo>
                  <a:lnTo>
                    <a:pt x="282744" y="21037"/>
                  </a:lnTo>
                  <a:lnTo>
                    <a:pt x="292494" y="37444"/>
                  </a:lnTo>
                  <a:lnTo>
                    <a:pt x="302244" y="15651"/>
                  </a:lnTo>
                  <a:lnTo>
                    <a:pt x="311994" y="50670"/>
                  </a:lnTo>
                  <a:lnTo>
                    <a:pt x="321744" y="79644"/>
                  </a:lnTo>
                  <a:lnTo>
                    <a:pt x="331493" y="71324"/>
                  </a:lnTo>
                  <a:lnTo>
                    <a:pt x="341243" y="44536"/>
                  </a:lnTo>
                  <a:lnTo>
                    <a:pt x="350993" y="46488"/>
                  </a:lnTo>
                  <a:lnTo>
                    <a:pt x="360742" y="58166"/>
                  </a:lnTo>
                  <a:lnTo>
                    <a:pt x="370492" y="43060"/>
                  </a:lnTo>
                  <a:lnTo>
                    <a:pt x="380241" y="43992"/>
                  </a:lnTo>
                  <a:lnTo>
                    <a:pt x="389991" y="60871"/>
                  </a:lnTo>
                  <a:lnTo>
                    <a:pt x="399741" y="43520"/>
                  </a:lnTo>
                  <a:lnTo>
                    <a:pt x="409491" y="48724"/>
                  </a:lnTo>
                  <a:lnTo>
                    <a:pt x="419241" y="61257"/>
                  </a:lnTo>
                  <a:lnTo>
                    <a:pt x="428991" y="66613"/>
                  </a:lnTo>
                  <a:lnTo>
                    <a:pt x="438741" y="74124"/>
                  </a:lnTo>
                  <a:lnTo>
                    <a:pt x="448491" y="77245"/>
                  </a:lnTo>
                  <a:lnTo>
                    <a:pt x="458241" y="64879"/>
                  </a:lnTo>
                  <a:lnTo>
                    <a:pt x="467991" y="66834"/>
                  </a:lnTo>
                  <a:lnTo>
                    <a:pt x="477740" y="74152"/>
                  </a:lnTo>
                  <a:lnTo>
                    <a:pt x="487490" y="90440"/>
                  </a:lnTo>
                  <a:lnTo>
                    <a:pt x="497239" y="101888"/>
                  </a:lnTo>
                  <a:lnTo>
                    <a:pt x="506989" y="130791"/>
                  </a:lnTo>
                  <a:lnTo>
                    <a:pt x="516738" y="167946"/>
                  </a:lnTo>
                  <a:lnTo>
                    <a:pt x="526488" y="147914"/>
                  </a:lnTo>
                  <a:lnTo>
                    <a:pt x="536238" y="156336"/>
                  </a:lnTo>
                  <a:lnTo>
                    <a:pt x="545988" y="154876"/>
                  </a:lnTo>
                  <a:lnTo>
                    <a:pt x="555738" y="158516"/>
                  </a:lnTo>
                  <a:lnTo>
                    <a:pt x="565488" y="174658"/>
                  </a:lnTo>
                  <a:lnTo>
                    <a:pt x="575238" y="189196"/>
                  </a:lnTo>
                  <a:lnTo>
                    <a:pt x="584988" y="180990"/>
                  </a:lnTo>
                  <a:lnTo>
                    <a:pt x="594738" y="138033"/>
                  </a:lnTo>
                  <a:lnTo>
                    <a:pt x="604488" y="107851"/>
                  </a:lnTo>
                  <a:lnTo>
                    <a:pt x="614237" y="137877"/>
                  </a:lnTo>
                  <a:lnTo>
                    <a:pt x="623987" y="143070"/>
                  </a:lnTo>
                  <a:lnTo>
                    <a:pt x="633736" y="164978"/>
                  </a:lnTo>
                  <a:lnTo>
                    <a:pt x="643486" y="172691"/>
                  </a:lnTo>
                  <a:lnTo>
                    <a:pt x="653236" y="160599"/>
                  </a:lnTo>
                  <a:lnTo>
                    <a:pt x="662985" y="152294"/>
                  </a:lnTo>
                  <a:lnTo>
                    <a:pt x="672735" y="166143"/>
                  </a:lnTo>
                  <a:lnTo>
                    <a:pt x="682485" y="143003"/>
                  </a:lnTo>
                  <a:lnTo>
                    <a:pt x="692235" y="111453"/>
                  </a:lnTo>
                  <a:lnTo>
                    <a:pt x="701985" y="125615"/>
                  </a:lnTo>
                  <a:lnTo>
                    <a:pt x="711735" y="119901"/>
                  </a:lnTo>
                  <a:lnTo>
                    <a:pt x="721485" y="147613"/>
                  </a:lnTo>
                  <a:lnTo>
                    <a:pt x="731235" y="196598"/>
                  </a:lnTo>
                  <a:lnTo>
                    <a:pt x="740985" y="209073"/>
                  </a:lnTo>
                  <a:lnTo>
                    <a:pt x="750734" y="224334"/>
                  </a:lnTo>
                  <a:lnTo>
                    <a:pt x="760484" y="210676"/>
                  </a:lnTo>
                  <a:lnTo>
                    <a:pt x="770233" y="194458"/>
                  </a:lnTo>
                  <a:lnTo>
                    <a:pt x="779983" y="175614"/>
                  </a:lnTo>
                  <a:lnTo>
                    <a:pt x="789733" y="187790"/>
                  </a:lnTo>
                  <a:lnTo>
                    <a:pt x="799482" y="202210"/>
                  </a:lnTo>
                  <a:lnTo>
                    <a:pt x="809232" y="206795"/>
                  </a:lnTo>
                  <a:lnTo>
                    <a:pt x="818982" y="174178"/>
                  </a:lnTo>
                  <a:lnTo>
                    <a:pt x="828732" y="156071"/>
                  </a:lnTo>
                  <a:lnTo>
                    <a:pt x="838482" y="173247"/>
                  </a:lnTo>
                  <a:lnTo>
                    <a:pt x="848232" y="184139"/>
                  </a:lnTo>
                  <a:lnTo>
                    <a:pt x="857982" y="204310"/>
                  </a:lnTo>
                  <a:lnTo>
                    <a:pt x="867732" y="223252"/>
                  </a:lnTo>
                  <a:lnTo>
                    <a:pt x="877482" y="196684"/>
                  </a:lnTo>
                  <a:lnTo>
                    <a:pt x="887231" y="194880"/>
                  </a:lnTo>
                  <a:lnTo>
                    <a:pt x="896981" y="218096"/>
                  </a:lnTo>
                  <a:lnTo>
                    <a:pt x="906730" y="260091"/>
                  </a:lnTo>
                  <a:lnTo>
                    <a:pt x="916480" y="236354"/>
                  </a:lnTo>
                  <a:lnTo>
                    <a:pt x="926230" y="240426"/>
                  </a:lnTo>
                  <a:lnTo>
                    <a:pt x="935979" y="226102"/>
                  </a:lnTo>
                  <a:lnTo>
                    <a:pt x="945729" y="178062"/>
                  </a:lnTo>
                  <a:lnTo>
                    <a:pt x="955479" y="170337"/>
                  </a:lnTo>
                  <a:lnTo>
                    <a:pt x="965229" y="165198"/>
                  </a:lnTo>
                  <a:lnTo>
                    <a:pt x="974979" y="141122"/>
                  </a:lnTo>
                  <a:lnTo>
                    <a:pt x="984729" y="149212"/>
                  </a:lnTo>
                  <a:lnTo>
                    <a:pt x="994474" y="121804"/>
                  </a:lnTo>
                  <a:lnTo>
                    <a:pt x="1004233" y="133334"/>
                  </a:lnTo>
                  <a:lnTo>
                    <a:pt x="1013977" y="86579"/>
                  </a:lnTo>
                  <a:lnTo>
                    <a:pt x="1023721" y="113989"/>
                  </a:lnTo>
                  <a:lnTo>
                    <a:pt x="1033480" y="137450"/>
                  </a:lnTo>
                  <a:lnTo>
                    <a:pt x="1043224" y="124453"/>
                  </a:lnTo>
                  <a:lnTo>
                    <a:pt x="1052983" y="130908"/>
                  </a:lnTo>
                  <a:lnTo>
                    <a:pt x="1062727" y="160048"/>
                  </a:lnTo>
                  <a:lnTo>
                    <a:pt x="1072471" y="179965"/>
                  </a:lnTo>
                  <a:lnTo>
                    <a:pt x="1082230" y="194996"/>
                  </a:lnTo>
                  <a:lnTo>
                    <a:pt x="1091973" y="208461"/>
                  </a:lnTo>
                  <a:lnTo>
                    <a:pt x="1101732" y="212504"/>
                  </a:lnTo>
                  <a:lnTo>
                    <a:pt x="1111476" y="188381"/>
                  </a:lnTo>
                  <a:lnTo>
                    <a:pt x="1121220" y="193633"/>
                  </a:lnTo>
                  <a:lnTo>
                    <a:pt x="1130979" y="215247"/>
                  </a:lnTo>
                  <a:lnTo>
                    <a:pt x="1140723" y="243035"/>
                  </a:lnTo>
                  <a:lnTo>
                    <a:pt x="1150482" y="237359"/>
                  </a:lnTo>
                  <a:lnTo>
                    <a:pt x="1160226" y="248236"/>
                  </a:lnTo>
                  <a:lnTo>
                    <a:pt x="1169969" y="202428"/>
                  </a:lnTo>
                  <a:lnTo>
                    <a:pt x="1179728" y="178715"/>
                  </a:lnTo>
                  <a:lnTo>
                    <a:pt x="1189472" y="184674"/>
                  </a:lnTo>
                  <a:lnTo>
                    <a:pt x="1199231" y="187195"/>
                  </a:lnTo>
                  <a:lnTo>
                    <a:pt x="1208975" y="185013"/>
                  </a:lnTo>
                  <a:lnTo>
                    <a:pt x="1218719" y="197814"/>
                  </a:lnTo>
                  <a:lnTo>
                    <a:pt x="1228478" y="176997"/>
                  </a:lnTo>
                  <a:lnTo>
                    <a:pt x="1238222" y="181905"/>
                  </a:lnTo>
                  <a:lnTo>
                    <a:pt x="1247966" y="205792"/>
                  </a:lnTo>
                  <a:lnTo>
                    <a:pt x="1257725" y="196859"/>
                  </a:lnTo>
                  <a:lnTo>
                    <a:pt x="1267469" y="221478"/>
                  </a:lnTo>
                  <a:lnTo>
                    <a:pt x="1277227" y="186039"/>
                  </a:lnTo>
                  <a:lnTo>
                    <a:pt x="1286971" y="183399"/>
                  </a:lnTo>
                  <a:lnTo>
                    <a:pt x="1296715" y="155237"/>
                  </a:lnTo>
                  <a:lnTo>
                    <a:pt x="1306474" y="187229"/>
                  </a:lnTo>
                  <a:lnTo>
                    <a:pt x="1316218" y="175485"/>
                  </a:lnTo>
                  <a:lnTo>
                    <a:pt x="1325977" y="159839"/>
                  </a:lnTo>
                  <a:lnTo>
                    <a:pt x="1335721" y="153141"/>
                  </a:lnTo>
                  <a:lnTo>
                    <a:pt x="1345465" y="160554"/>
                  </a:lnTo>
                  <a:lnTo>
                    <a:pt x="1355224" y="144913"/>
                  </a:lnTo>
                  <a:lnTo>
                    <a:pt x="1364967" y="164015"/>
                  </a:lnTo>
                  <a:lnTo>
                    <a:pt x="1374726" y="149684"/>
                  </a:lnTo>
                  <a:lnTo>
                    <a:pt x="1384470" y="156009"/>
                  </a:lnTo>
                  <a:lnTo>
                    <a:pt x="1394214" y="143716"/>
                  </a:lnTo>
                  <a:lnTo>
                    <a:pt x="1403973" y="133335"/>
                  </a:lnTo>
                  <a:lnTo>
                    <a:pt x="1413717" y="104110"/>
                  </a:lnTo>
                  <a:lnTo>
                    <a:pt x="1423476" y="87362"/>
                  </a:lnTo>
                  <a:lnTo>
                    <a:pt x="1433220" y="137912"/>
                  </a:lnTo>
                  <a:lnTo>
                    <a:pt x="1442964" y="126857"/>
                  </a:lnTo>
                  <a:lnTo>
                    <a:pt x="1452722" y="115281"/>
                  </a:lnTo>
                  <a:lnTo>
                    <a:pt x="1462466" y="104869"/>
                  </a:lnTo>
                  <a:lnTo>
                    <a:pt x="1472225" y="119600"/>
                  </a:lnTo>
                  <a:lnTo>
                    <a:pt x="1481969" y="96845"/>
                  </a:lnTo>
                  <a:lnTo>
                    <a:pt x="1491713" y="125507"/>
                  </a:lnTo>
                  <a:lnTo>
                    <a:pt x="1501472" y="134921"/>
                  </a:lnTo>
                  <a:lnTo>
                    <a:pt x="1511216" y="143640"/>
                  </a:lnTo>
                  <a:lnTo>
                    <a:pt x="1520960" y="137266"/>
                  </a:lnTo>
                  <a:lnTo>
                    <a:pt x="1530719" y="158123"/>
                  </a:lnTo>
                  <a:lnTo>
                    <a:pt x="1540463" y="130171"/>
                  </a:lnTo>
                  <a:lnTo>
                    <a:pt x="1550221" y="110994"/>
                  </a:lnTo>
                  <a:lnTo>
                    <a:pt x="1559965" y="88180"/>
                  </a:lnTo>
                  <a:lnTo>
                    <a:pt x="1569709" y="59256"/>
                  </a:lnTo>
                  <a:lnTo>
                    <a:pt x="1579468" y="45560"/>
                  </a:lnTo>
                  <a:lnTo>
                    <a:pt x="1589212" y="38992"/>
                  </a:lnTo>
                  <a:lnTo>
                    <a:pt x="1598971" y="41455"/>
                  </a:lnTo>
                  <a:lnTo>
                    <a:pt x="1608715" y="55399"/>
                  </a:lnTo>
                  <a:lnTo>
                    <a:pt x="1618459" y="47818"/>
                  </a:lnTo>
                  <a:lnTo>
                    <a:pt x="1628218" y="50356"/>
                  </a:lnTo>
                  <a:lnTo>
                    <a:pt x="1637962" y="103394"/>
                  </a:lnTo>
                  <a:lnTo>
                    <a:pt x="1647720" y="79769"/>
                  </a:lnTo>
                  <a:lnTo>
                    <a:pt x="1657464" y="75799"/>
                  </a:lnTo>
                  <a:lnTo>
                    <a:pt x="1667208" y="80566"/>
                  </a:lnTo>
                  <a:lnTo>
                    <a:pt x="1676967" y="122477"/>
                  </a:lnTo>
                  <a:lnTo>
                    <a:pt x="1686711" y="125376"/>
                  </a:lnTo>
                  <a:lnTo>
                    <a:pt x="1696470" y="95508"/>
                  </a:lnTo>
                  <a:lnTo>
                    <a:pt x="1706214" y="87800"/>
                  </a:lnTo>
                  <a:lnTo>
                    <a:pt x="1715958" y="125795"/>
                  </a:lnTo>
                  <a:lnTo>
                    <a:pt x="1725716" y="130220"/>
                  </a:lnTo>
                  <a:lnTo>
                    <a:pt x="1735460" y="127091"/>
                  </a:lnTo>
                  <a:lnTo>
                    <a:pt x="1745219" y="103868"/>
                  </a:lnTo>
                  <a:lnTo>
                    <a:pt x="1754963" y="107159"/>
                  </a:lnTo>
                  <a:lnTo>
                    <a:pt x="1764707" y="81472"/>
                  </a:lnTo>
                  <a:lnTo>
                    <a:pt x="1774466" y="88355"/>
                  </a:lnTo>
                  <a:lnTo>
                    <a:pt x="1784210" y="67616"/>
                  </a:lnTo>
                  <a:lnTo>
                    <a:pt x="1793969" y="61835"/>
                  </a:lnTo>
                  <a:lnTo>
                    <a:pt x="1803713" y="92672"/>
                  </a:lnTo>
                  <a:lnTo>
                    <a:pt x="1813457" y="103576"/>
                  </a:lnTo>
                  <a:lnTo>
                    <a:pt x="1823215" y="129801"/>
                  </a:lnTo>
                  <a:lnTo>
                    <a:pt x="1832959" y="165928"/>
                  </a:lnTo>
                  <a:lnTo>
                    <a:pt x="1842703" y="167436"/>
                  </a:lnTo>
                  <a:lnTo>
                    <a:pt x="1852462" y="160982"/>
                  </a:lnTo>
                  <a:lnTo>
                    <a:pt x="1862206" y="142491"/>
                  </a:lnTo>
                  <a:lnTo>
                    <a:pt x="1871965" y="138407"/>
                  </a:lnTo>
                  <a:lnTo>
                    <a:pt x="1881709" y="136902"/>
                  </a:lnTo>
                  <a:lnTo>
                    <a:pt x="1891453" y="168586"/>
                  </a:lnTo>
                  <a:lnTo>
                    <a:pt x="1901212" y="169069"/>
                  </a:lnTo>
                  <a:lnTo>
                    <a:pt x="1910956" y="159038"/>
                  </a:lnTo>
                  <a:lnTo>
                    <a:pt x="1920714" y="189152"/>
                  </a:lnTo>
                  <a:lnTo>
                    <a:pt x="1930458" y="158047"/>
                  </a:lnTo>
                  <a:lnTo>
                    <a:pt x="1940202" y="156827"/>
                  </a:lnTo>
                  <a:lnTo>
                    <a:pt x="1949961" y="147488"/>
                  </a:lnTo>
                  <a:lnTo>
                    <a:pt x="1959705" y="141631"/>
                  </a:lnTo>
                  <a:lnTo>
                    <a:pt x="1969464" y="163394"/>
                  </a:lnTo>
                  <a:lnTo>
                    <a:pt x="1979208" y="166530"/>
                  </a:lnTo>
                  <a:lnTo>
                    <a:pt x="1988952" y="131183"/>
                  </a:lnTo>
                  <a:lnTo>
                    <a:pt x="1998711" y="139752"/>
                  </a:lnTo>
                  <a:lnTo>
                    <a:pt x="2008454" y="140006"/>
                  </a:lnTo>
                  <a:lnTo>
                    <a:pt x="2018213" y="153246"/>
                  </a:lnTo>
                  <a:lnTo>
                    <a:pt x="2027957" y="113174"/>
                  </a:lnTo>
                  <a:lnTo>
                    <a:pt x="2037701" y="110874"/>
                  </a:lnTo>
                  <a:lnTo>
                    <a:pt x="2047460" y="93286"/>
                  </a:lnTo>
                  <a:lnTo>
                    <a:pt x="2057204" y="89941"/>
                  </a:lnTo>
                  <a:lnTo>
                    <a:pt x="2066963" y="94521"/>
                  </a:lnTo>
                  <a:lnTo>
                    <a:pt x="2076707" y="60241"/>
                  </a:lnTo>
                  <a:lnTo>
                    <a:pt x="2086451" y="72591"/>
                  </a:lnTo>
                  <a:lnTo>
                    <a:pt x="2096210" y="59517"/>
                  </a:lnTo>
                  <a:lnTo>
                    <a:pt x="2105954" y="55792"/>
                  </a:lnTo>
                  <a:lnTo>
                    <a:pt x="2115697" y="35108"/>
                  </a:lnTo>
                  <a:lnTo>
                    <a:pt x="2125456" y="41383"/>
                  </a:lnTo>
                  <a:lnTo>
                    <a:pt x="2135200" y="31784"/>
                  </a:lnTo>
                  <a:lnTo>
                    <a:pt x="2144959" y="77426"/>
                  </a:lnTo>
                  <a:lnTo>
                    <a:pt x="2154703" y="51019"/>
                  </a:lnTo>
                  <a:lnTo>
                    <a:pt x="2164447" y="78577"/>
                  </a:lnTo>
                  <a:lnTo>
                    <a:pt x="2174206" y="43022"/>
                  </a:lnTo>
                  <a:lnTo>
                    <a:pt x="2183950" y="6544"/>
                  </a:lnTo>
                  <a:lnTo>
                    <a:pt x="2193709" y="50467"/>
                  </a:lnTo>
                  <a:lnTo>
                    <a:pt x="2203452" y="57158"/>
                  </a:lnTo>
                  <a:lnTo>
                    <a:pt x="2213196" y="94446"/>
                  </a:lnTo>
                  <a:lnTo>
                    <a:pt x="2222955" y="109650"/>
                  </a:lnTo>
                  <a:lnTo>
                    <a:pt x="2232699" y="116987"/>
                  </a:lnTo>
                  <a:lnTo>
                    <a:pt x="2242458" y="114049"/>
                  </a:lnTo>
                  <a:lnTo>
                    <a:pt x="2252202" y="133291"/>
                  </a:lnTo>
                  <a:lnTo>
                    <a:pt x="2261946" y="131701"/>
                  </a:lnTo>
                  <a:lnTo>
                    <a:pt x="2271705" y="148005"/>
                  </a:lnTo>
                  <a:lnTo>
                    <a:pt x="2281449" y="136437"/>
                  </a:lnTo>
                  <a:lnTo>
                    <a:pt x="2291208" y="122882"/>
                  </a:lnTo>
                  <a:lnTo>
                    <a:pt x="2300951" y="136421"/>
                  </a:lnTo>
                  <a:lnTo>
                    <a:pt x="2310695" y="103402"/>
                  </a:lnTo>
                  <a:lnTo>
                    <a:pt x="2320454" y="146390"/>
                  </a:lnTo>
                  <a:lnTo>
                    <a:pt x="2330198" y="132762"/>
                  </a:lnTo>
                  <a:lnTo>
                    <a:pt x="2339957" y="158685"/>
                  </a:lnTo>
                  <a:lnTo>
                    <a:pt x="2349701" y="178162"/>
                  </a:lnTo>
                  <a:lnTo>
                    <a:pt x="2359445" y="200257"/>
                  </a:lnTo>
                  <a:lnTo>
                    <a:pt x="2369204" y="208419"/>
                  </a:lnTo>
                  <a:lnTo>
                    <a:pt x="2378948" y="219554"/>
                  </a:lnTo>
                  <a:lnTo>
                    <a:pt x="2388692" y="201500"/>
                  </a:lnTo>
                  <a:lnTo>
                    <a:pt x="2398450" y="181195"/>
                  </a:lnTo>
                  <a:lnTo>
                    <a:pt x="2408194" y="173117"/>
                  </a:lnTo>
                  <a:lnTo>
                    <a:pt x="2417953" y="163467"/>
                  </a:lnTo>
                  <a:lnTo>
                    <a:pt x="2427697" y="187055"/>
                  </a:lnTo>
                  <a:lnTo>
                    <a:pt x="2437441" y="207357"/>
                  </a:lnTo>
                  <a:lnTo>
                    <a:pt x="2447200" y="206789"/>
                  </a:lnTo>
                  <a:lnTo>
                    <a:pt x="2456944" y="190615"/>
                  </a:lnTo>
                  <a:lnTo>
                    <a:pt x="2466703" y="163242"/>
                  </a:lnTo>
                  <a:lnTo>
                    <a:pt x="2476446" y="142746"/>
                  </a:lnTo>
                  <a:lnTo>
                    <a:pt x="2486190" y="114108"/>
                  </a:lnTo>
                  <a:lnTo>
                    <a:pt x="2495949" y="121601"/>
                  </a:lnTo>
                  <a:lnTo>
                    <a:pt x="2505693" y="112951"/>
                  </a:lnTo>
                  <a:lnTo>
                    <a:pt x="2515452" y="125540"/>
                  </a:lnTo>
                  <a:lnTo>
                    <a:pt x="2525196" y="96037"/>
                  </a:lnTo>
                  <a:lnTo>
                    <a:pt x="2534940" y="96137"/>
                  </a:lnTo>
                  <a:lnTo>
                    <a:pt x="2544699" y="125061"/>
                  </a:lnTo>
                  <a:lnTo>
                    <a:pt x="2554443" y="142136"/>
                  </a:lnTo>
                  <a:lnTo>
                    <a:pt x="2564202" y="160303"/>
                  </a:lnTo>
                  <a:lnTo>
                    <a:pt x="2573946" y="145322"/>
                  </a:lnTo>
                  <a:lnTo>
                    <a:pt x="2583690" y="183031"/>
                  </a:lnTo>
                  <a:lnTo>
                    <a:pt x="2593448" y="164921"/>
                  </a:lnTo>
                  <a:lnTo>
                    <a:pt x="2603192" y="181164"/>
                  </a:lnTo>
                  <a:lnTo>
                    <a:pt x="2612951" y="197470"/>
                  </a:lnTo>
                  <a:lnTo>
                    <a:pt x="2622695" y="155551"/>
                  </a:lnTo>
                  <a:lnTo>
                    <a:pt x="2632439" y="145891"/>
                  </a:lnTo>
                  <a:lnTo>
                    <a:pt x="2642198" y="143541"/>
                  </a:lnTo>
                  <a:lnTo>
                    <a:pt x="2651942" y="166848"/>
                  </a:lnTo>
                  <a:lnTo>
                    <a:pt x="2661685" y="166067"/>
                  </a:lnTo>
                  <a:lnTo>
                    <a:pt x="2671444" y="167074"/>
                  </a:lnTo>
                  <a:lnTo>
                    <a:pt x="2681188" y="166204"/>
                  </a:lnTo>
                  <a:lnTo>
                    <a:pt x="2690947" y="174513"/>
                  </a:lnTo>
                  <a:lnTo>
                    <a:pt x="2700691" y="173080"/>
                  </a:lnTo>
                  <a:lnTo>
                    <a:pt x="2710435" y="199622"/>
                  </a:lnTo>
                  <a:lnTo>
                    <a:pt x="2720194" y="176215"/>
                  </a:lnTo>
                  <a:lnTo>
                    <a:pt x="2729938" y="220783"/>
                  </a:lnTo>
                  <a:lnTo>
                    <a:pt x="2739697" y="192478"/>
                  </a:lnTo>
                  <a:lnTo>
                    <a:pt x="2749441" y="231040"/>
                  </a:lnTo>
                  <a:lnTo>
                    <a:pt x="2759185" y="213392"/>
                  </a:lnTo>
                  <a:lnTo>
                    <a:pt x="2768943" y="200126"/>
                  </a:lnTo>
                  <a:lnTo>
                    <a:pt x="2778687" y="216563"/>
                  </a:lnTo>
                  <a:lnTo>
                    <a:pt x="2788446" y="236231"/>
                  </a:lnTo>
                  <a:lnTo>
                    <a:pt x="2798190" y="242167"/>
                  </a:lnTo>
                  <a:lnTo>
                    <a:pt x="2807934" y="222564"/>
                  </a:lnTo>
                  <a:lnTo>
                    <a:pt x="2817693" y="223567"/>
                  </a:lnTo>
                  <a:lnTo>
                    <a:pt x="2827437" y="203548"/>
                  </a:lnTo>
                  <a:lnTo>
                    <a:pt x="2837196" y="214331"/>
                  </a:lnTo>
                  <a:lnTo>
                    <a:pt x="2846940" y="220843"/>
                  </a:lnTo>
                  <a:lnTo>
                    <a:pt x="2856684" y="211302"/>
                  </a:lnTo>
                  <a:lnTo>
                    <a:pt x="2866442" y="191738"/>
                  </a:lnTo>
                  <a:lnTo>
                    <a:pt x="2876186" y="238926"/>
                  </a:lnTo>
                  <a:lnTo>
                    <a:pt x="2885945" y="233369"/>
                  </a:lnTo>
                  <a:lnTo>
                    <a:pt x="2895689" y="228386"/>
                  </a:lnTo>
                  <a:lnTo>
                    <a:pt x="2905433" y="262605"/>
                  </a:lnTo>
                  <a:lnTo>
                    <a:pt x="2915192" y="27991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4" name="Freeform 1223">
              <a:extLst>
                <a:ext uri="{FF2B5EF4-FFF2-40B4-BE49-F238E27FC236}">
                  <a16:creationId xmlns:a16="http://schemas.microsoft.com/office/drawing/2014/main" id="{C3A22DD7-2C27-2A72-2927-15565B92E9C3}"/>
                </a:ext>
              </a:extLst>
            </p:cNvPr>
            <p:cNvSpPr/>
            <p:nvPr/>
          </p:nvSpPr>
          <p:spPr>
            <a:xfrm>
              <a:off x="4426652" y="3418867"/>
              <a:ext cx="2915191" cy="655163"/>
            </a:xfrm>
            <a:custGeom>
              <a:avLst/>
              <a:gdLst>
                <a:gd name="connsiteX0" fmla="*/ 0 w 2915191"/>
                <a:gd name="connsiteY0" fmla="*/ 155608 h 655163"/>
                <a:gd name="connsiteX1" fmla="*/ 9750 w 2915191"/>
                <a:gd name="connsiteY1" fmla="*/ 175818 h 655163"/>
                <a:gd name="connsiteX2" fmla="*/ 19500 w 2915191"/>
                <a:gd name="connsiteY2" fmla="*/ 162304 h 655163"/>
                <a:gd name="connsiteX3" fmla="*/ 29250 w 2915191"/>
                <a:gd name="connsiteY3" fmla="*/ 170426 h 655163"/>
                <a:gd name="connsiteX4" fmla="*/ 39000 w 2915191"/>
                <a:gd name="connsiteY4" fmla="*/ 146640 h 655163"/>
                <a:gd name="connsiteX5" fmla="*/ 48749 w 2915191"/>
                <a:gd name="connsiteY5" fmla="*/ 152047 h 655163"/>
                <a:gd name="connsiteX6" fmla="*/ 58499 w 2915191"/>
                <a:gd name="connsiteY6" fmla="*/ 195566 h 655163"/>
                <a:gd name="connsiteX7" fmla="*/ 68249 w 2915191"/>
                <a:gd name="connsiteY7" fmla="*/ 193289 h 655163"/>
                <a:gd name="connsiteX8" fmla="*/ 77998 w 2915191"/>
                <a:gd name="connsiteY8" fmla="*/ 154234 h 655163"/>
                <a:gd name="connsiteX9" fmla="*/ 87748 w 2915191"/>
                <a:gd name="connsiteY9" fmla="*/ 164100 h 655163"/>
                <a:gd name="connsiteX10" fmla="*/ 97497 w 2915191"/>
                <a:gd name="connsiteY10" fmla="*/ 149253 h 655163"/>
                <a:gd name="connsiteX11" fmla="*/ 107247 w 2915191"/>
                <a:gd name="connsiteY11" fmla="*/ 133031 h 655163"/>
                <a:gd name="connsiteX12" fmla="*/ 116997 w 2915191"/>
                <a:gd name="connsiteY12" fmla="*/ 149581 h 655163"/>
                <a:gd name="connsiteX13" fmla="*/ 126747 w 2915191"/>
                <a:gd name="connsiteY13" fmla="*/ 156447 h 655163"/>
                <a:gd name="connsiteX14" fmla="*/ 136497 w 2915191"/>
                <a:gd name="connsiteY14" fmla="*/ 126019 h 655163"/>
                <a:gd name="connsiteX15" fmla="*/ 146247 w 2915191"/>
                <a:gd name="connsiteY15" fmla="*/ 139664 h 655163"/>
                <a:gd name="connsiteX16" fmla="*/ 155997 w 2915191"/>
                <a:gd name="connsiteY16" fmla="*/ 151941 h 655163"/>
                <a:gd name="connsiteX17" fmla="*/ 165747 w 2915191"/>
                <a:gd name="connsiteY17" fmla="*/ 144858 h 655163"/>
                <a:gd name="connsiteX18" fmla="*/ 175497 w 2915191"/>
                <a:gd name="connsiteY18" fmla="*/ 146722 h 655163"/>
                <a:gd name="connsiteX19" fmla="*/ 185247 w 2915191"/>
                <a:gd name="connsiteY19" fmla="*/ 142036 h 655163"/>
                <a:gd name="connsiteX20" fmla="*/ 194996 w 2915191"/>
                <a:gd name="connsiteY20" fmla="*/ 152253 h 655163"/>
                <a:gd name="connsiteX21" fmla="*/ 204746 w 2915191"/>
                <a:gd name="connsiteY21" fmla="*/ 117575 h 655163"/>
                <a:gd name="connsiteX22" fmla="*/ 214495 w 2915191"/>
                <a:gd name="connsiteY22" fmla="*/ 132549 h 655163"/>
                <a:gd name="connsiteX23" fmla="*/ 224245 w 2915191"/>
                <a:gd name="connsiteY23" fmla="*/ 133464 h 655163"/>
                <a:gd name="connsiteX24" fmla="*/ 233995 w 2915191"/>
                <a:gd name="connsiteY24" fmla="*/ 152653 h 655163"/>
                <a:gd name="connsiteX25" fmla="*/ 243744 w 2915191"/>
                <a:gd name="connsiteY25" fmla="*/ 154650 h 655163"/>
                <a:gd name="connsiteX26" fmla="*/ 253494 w 2915191"/>
                <a:gd name="connsiteY26" fmla="*/ 147396 h 655163"/>
                <a:gd name="connsiteX27" fmla="*/ 263244 w 2915191"/>
                <a:gd name="connsiteY27" fmla="*/ 123662 h 655163"/>
                <a:gd name="connsiteX28" fmla="*/ 272994 w 2915191"/>
                <a:gd name="connsiteY28" fmla="*/ 142004 h 655163"/>
                <a:gd name="connsiteX29" fmla="*/ 282744 w 2915191"/>
                <a:gd name="connsiteY29" fmla="*/ 143304 h 655163"/>
                <a:gd name="connsiteX30" fmla="*/ 292494 w 2915191"/>
                <a:gd name="connsiteY30" fmla="*/ 128805 h 655163"/>
                <a:gd name="connsiteX31" fmla="*/ 302244 w 2915191"/>
                <a:gd name="connsiteY31" fmla="*/ 117866 h 655163"/>
                <a:gd name="connsiteX32" fmla="*/ 311994 w 2915191"/>
                <a:gd name="connsiteY32" fmla="*/ 111815 h 655163"/>
                <a:gd name="connsiteX33" fmla="*/ 321744 w 2915191"/>
                <a:gd name="connsiteY33" fmla="*/ 102220 h 655163"/>
                <a:gd name="connsiteX34" fmla="*/ 331493 w 2915191"/>
                <a:gd name="connsiteY34" fmla="*/ 113365 h 655163"/>
                <a:gd name="connsiteX35" fmla="*/ 341243 w 2915191"/>
                <a:gd name="connsiteY35" fmla="*/ 74988 h 655163"/>
                <a:gd name="connsiteX36" fmla="*/ 350993 w 2915191"/>
                <a:gd name="connsiteY36" fmla="*/ 66366 h 655163"/>
                <a:gd name="connsiteX37" fmla="*/ 360742 w 2915191"/>
                <a:gd name="connsiteY37" fmla="*/ 60520 h 655163"/>
                <a:gd name="connsiteX38" fmla="*/ 370492 w 2915191"/>
                <a:gd name="connsiteY38" fmla="*/ 63745 h 655163"/>
                <a:gd name="connsiteX39" fmla="*/ 380241 w 2915191"/>
                <a:gd name="connsiteY39" fmla="*/ 67430 h 655163"/>
                <a:gd name="connsiteX40" fmla="*/ 389991 w 2915191"/>
                <a:gd name="connsiteY40" fmla="*/ 50715 h 655163"/>
                <a:gd name="connsiteX41" fmla="*/ 399741 w 2915191"/>
                <a:gd name="connsiteY41" fmla="*/ 72552 h 655163"/>
                <a:gd name="connsiteX42" fmla="*/ 409491 w 2915191"/>
                <a:gd name="connsiteY42" fmla="*/ 48562 h 655163"/>
                <a:gd name="connsiteX43" fmla="*/ 419241 w 2915191"/>
                <a:gd name="connsiteY43" fmla="*/ 59451 h 655163"/>
                <a:gd name="connsiteX44" fmla="*/ 428991 w 2915191"/>
                <a:gd name="connsiteY44" fmla="*/ 46532 h 655163"/>
                <a:gd name="connsiteX45" fmla="*/ 438741 w 2915191"/>
                <a:gd name="connsiteY45" fmla="*/ 28085 h 655163"/>
                <a:gd name="connsiteX46" fmla="*/ 448491 w 2915191"/>
                <a:gd name="connsiteY46" fmla="*/ 26447 h 655163"/>
                <a:gd name="connsiteX47" fmla="*/ 458241 w 2915191"/>
                <a:gd name="connsiteY47" fmla="*/ 9440 h 655163"/>
                <a:gd name="connsiteX48" fmla="*/ 467991 w 2915191"/>
                <a:gd name="connsiteY48" fmla="*/ 6322 h 655163"/>
                <a:gd name="connsiteX49" fmla="*/ 477740 w 2915191"/>
                <a:gd name="connsiteY49" fmla="*/ 9489 h 655163"/>
                <a:gd name="connsiteX50" fmla="*/ 487490 w 2915191"/>
                <a:gd name="connsiteY50" fmla="*/ 2531 h 655163"/>
                <a:gd name="connsiteX51" fmla="*/ 497239 w 2915191"/>
                <a:gd name="connsiteY51" fmla="*/ 8388 h 655163"/>
                <a:gd name="connsiteX52" fmla="*/ 506989 w 2915191"/>
                <a:gd name="connsiteY52" fmla="*/ 18414 h 655163"/>
                <a:gd name="connsiteX53" fmla="*/ 516738 w 2915191"/>
                <a:gd name="connsiteY53" fmla="*/ 0 h 655163"/>
                <a:gd name="connsiteX54" fmla="*/ 526488 w 2915191"/>
                <a:gd name="connsiteY54" fmla="*/ 52184 h 655163"/>
                <a:gd name="connsiteX55" fmla="*/ 536238 w 2915191"/>
                <a:gd name="connsiteY55" fmla="*/ 45552 h 655163"/>
                <a:gd name="connsiteX56" fmla="*/ 545988 w 2915191"/>
                <a:gd name="connsiteY56" fmla="*/ 67114 h 655163"/>
                <a:gd name="connsiteX57" fmla="*/ 555738 w 2915191"/>
                <a:gd name="connsiteY57" fmla="*/ 103648 h 655163"/>
                <a:gd name="connsiteX58" fmla="*/ 565488 w 2915191"/>
                <a:gd name="connsiteY58" fmla="*/ 133940 h 655163"/>
                <a:gd name="connsiteX59" fmla="*/ 575238 w 2915191"/>
                <a:gd name="connsiteY59" fmla="*/ 137027 h 655163"/>
                <a:gd name="connsiteX60" fmla="*/ 584988 w 2915191"/>
                <a:gd name="connsiteY60" fmla="*/ 162123 h 655163"/>
                <a:gd name="connsiteX61" fmla="*/ 594738 w 2915191"/>
                <a:gd name="connsiteY61" fmla="*/ 164468 h 655163"/>
                <a:gd name="connsiteX62" fmla="*/ 604488 w 2915191"/>
                <a:gd name="connsiteY62" fmla="*/ 155328 h 655163"/>
                <a:gd name="connsiteX63" fmla="*/ 614237 w 2915191"/>
                <a:gd name="connsiteY63" fmla="*/ 142373 h 655163"/>
                <a:gd name="connsiteX64" fmla="*/ 623987 w 2915191"/>
                <a:gd name="connsiteY64" fmla="*/ 182374 h 655163"/>
                <a:gd name="connsiteX65" fmla="*/ 633736 w 2915191"/>
                <a:gd name="connsiteY65" fmla="*/ 169421 h 655163"/>
                <a:gd name="connsiteX66" fmla="*/ 643486 w 2915191"/>
                <a:gd name="connsiteY66" fmla="*/ 157904 h 655163"/>
                <a:gd name="connsiteX67" fmla="*/ 653236 w 2915191"/>
                <a:gd name="connsiteY67" fmla="*/ 203991 h 655163"/>
                <a:gd name="connsiteX68" fmla="*/ 662985 w 2915191"/>
                <a:gd name="connsiteY68" fmla="*/ 219525 h 655163"/>
                <a:gd name="connsiteX69" fmla="*/ 672735 w 2915191"/>
                <a:gd name="connsiteY69" fmla="*/ 261480 h 655163"/>
                <a:gd name="connsiteX70" fmla="*/ 682485 w 2915191"/>
                <a:gd name="connsiteY70" fmla="*/ 278553 h 655163"/>
                <a:gd name="connsiteX71" fmla="*/ 692235 w 2915191"/>
                <a:gd name="connsiteY71" fmla="*/ 256675 h 655163"/>
                <a:gd name="connsiteX72" fmla="*/ 701985 w 2915191"/>
                <a:gd name="connsiteY72" fmla="*/ 253278 h 655163"/>
                <a:gd name="connsiteX73" fmla="*/ 711735 w 2915191"/>
                <a:gd name="connsiteY73" fmla="*/ 262264 h 655163"/>
                <a:gd name="connsiteX74" fmla="*/ 721485 w 2915191"/>
                <a:gd name="connsiteY74" fmla="*/ 265767 h 655163"/>
                <a:gd name="connsiteX75" fmla="*/ 731235 w 2915191"/>
                <a:gd name="connsiteY75" fmla="*/ 285196 h 655163"/>
                <a:gd name="connsiteX76" fmla="*/ 740985 w 2915191"/>
                <a:gd name="connsiteY76" fmla="*/ 269150 h 655163"/>
                <a:gd name="connsiteX77" fmla="*/ 750734 w 2915191"/>
                <a:gd name="connsiteY77" fmla="*/ 301281 h 655163"/>
                <a:gd name="connsiteX78" fmla="*/ 760484 w 2915191"/>
                <a:gd name="connsiteY78" fmla="*/ 329722 h 655163"/>
                <a:gd name="connsiteX79" fmla="*/ 770233 w 2915191"/>
                <a:gd name="connsiteY79" fmla="*/ 343679 h 655163"/>
                <a:gd name="connsiteX80" fmla="*/ 779983 w 2915191"/>
                <a:gd name="connsiteY80" fmla="*/ 383202 h 655163"/>
                <a:gd name="connsiteX81" fmla="*/ 789733 w 2915191"/>
                <a:gd name="connsiteY81" fmla="*/ 408125 h 655163"/>
                <a:gd name="connsiteX82" fmla="*/ 799482 w 2915191"/>
                <a:gd name="connsiteY82" fmla="*/ 418767 h 655163"/>
                <a:gd name="connsiteX83" fmla="*/ 809232 w 2915191"/>
                <a:gd name="connsiteY83" fmla="*/ 394915 h 655163"/>
                <a:gd name="connsiteX84" fmla="*/ 818982 w 2915191"/>
                <a:gd name="connsiteY84" fmla="*/ 392167 h 655163"/>
                <a:gd name="connsiteX85" fmla="*/ 828732 w 2915191"/>
                <a:gd name="connsiteY85" fmla="*/ 424654 h 655163"/>
                <a:gd name="connsiteX86" fmla="*/ 838482 w 2915191"/>
                <a:gd name="connsiteY86" fmla="*/ 453260 h 655163"/>
                <a:gd name="connsiteX87" fmla="*/ 848232 w 2915191"/>
                <a:gd name="connsiteY87" fmla="*/ 433420 h 655163"/>
                <a:gd name="connsiteX88" fmla="*/ 857982 w 2915191"/>
                <a:gd name="connsiteY88" fmla="*/ 461897 h 655163"/>
                <a:gd name="connsiteX89" fmla="*/ 867732 w 2915191"/>
                <a:gd name="connsiteY89" fmla="*/ 461219 h 655163"/>
                <a:gd name="connsiteX90" fmla="*/ 877482 w 2915191"/>
                <a:gd name="connsiteY90" fmla="*/ 427401 h 655163"/>
                <a:gd name="connsiteX91" fmla="*/ 887231 w 2915191"/>
                <a:gd name="connsiteY91" fmla="*/ 466731 h 655163"/>
                <a:gd name="connsiteX92" fmla="*/ 896981 w 2915191"/>
                <a:gd name="connsiteY92" fmla="*/ 471714 h 655163"/>
                <a:gd name="connsiteX93" fmla="*/ 906730 w 2915191"/>
                <a:gd name="connsiteY93" fmla="*/ 482438 h 655163"/>
                <a:gd name="connsiteX94" fmla="*/ 916480 w 2915191"/>
                <a:gd name="connsiteY94" fmla="*/ 535440 h 655163"/>
                <a:gd name="connsiteX95" fmla="*/ 926230 w 2915191"/>
                <a:gd name="connsiteY95" fmla="*/ 514106 h 655163"/>
                <a:gd name="connsiteX96" fmla="*/ 935979 w 2915191"/>
                <a:gd name="connsiteY96" fmla="*/ 498736 h 655163"/>
                <a:gd name="connsiteX97" fmla="*/ 945729 w 2915191"/>
                <a:gd name="connsiteY97" fmla="*/ 505323 h 655163"/>
                <a:gd name="connsiteX98" fmla="*/ 955479 w 2915191"/>
                <a:gd name="connsiteY98" fmla="*/ 493186 h 655163"/>
                <a:gd name="connsiteX99" fmla="*/ 965229 w 2915191"/>
                <a:gd name="connsiteY99" fmla="*/ 483284 h 655163"/>
                <a:gd name="connsiteX100" fmla="*/ 974979 w 2915191"/>
                <a:gd name="connsiteY100" fmla="*/ 511159 h 655163"/>
                <a:gd name="connsiteX101" fmla="*/ 984729 w 2915191"/>
                <a:gd name="connsiteY101" fmla="*/ 503739 h 655163"/>
                <a:gd name="connsiteX102" fmla="*/ 994474 w 2915191"/>
                <a:gd name="connsiteY102" fmla="*/ 493770 h 655163"/>
                <a:gd name="connsiteX103" fmla="*/ 1004233 w 2915191"/>
                <a:gd name="connsiteY103" fmla="*/ 494338 h 655163"/>
                <a:gd name="connsiteX104" fmla="*/ 1013977 w 2915191"/>
                <a:gd name="connsiteY104" fmla="*/ 462491 h 655163"/>
                <a:gd name="connsiteX105" fmla="*/ 1023721 w 2915191"/>
                <a:gd name="connsiteY105" fmla="*/ 452385 h 655163"/>
                <a:gd name="connsiteX106" fmla="*/ 1033480 w 2915191"/>
                <a:gd name="connsiteY106" fmla="*/ 460973 h 655163"/>
                <a:gd name="connsiteX107" fmla="*/ 1043224 w 2915191"/>
                <a:gd name="connsiteY107" fmla="*/ 417301 h 655163"/>
                <a:gd name="connsiteX108" fmla="*/ 1052983 w 2915191"/>
                <a:gd name="connsiteY108" fmla="*/ 386892 h 655163"/>
                <a:gd name="connsiteX109" fmla="*/ 1062727 w 2915191"/>
                <a:gd name="connsiteY109" fmla="*/ 430779 h 655163"/>
                <a:gd name="connsiteX110" fmla="*/ 1072471 w 2915191"/>
                <a:gd name="connsiteY110" fmla="*/ 462794 h 655163"/>
                <a:gd name="connsiteX111" fmla="*/ 1082230 w 2915191"/>
                <a:gd name="connsiteY111" fmla="*/ 433574 h 655163"/>
                <a:gd name="connsiteX112" fmla="*/ 1091973 w 2915191"/>
                <a:gd name="connsiteY112" fmla="*/ 438017 h 655163"/>
                <a:gd name="connsiteX113" fmla="*/ 1101732 w 2915191"/>
                <a:gd name="connsiteY113" fmla="*/ 439252 h 655163"/>
                <a:gd name="connsiteX114" fmla="*/ 1111476 w 2915191"/>
                <a:gd name="connsiteY114" fmla="*/ 437069 h 655163"/>
                <a:gd name="connsiteX115" fmla="*/ 1121220 w 2915191"/>
                <a:gd name="connsiteY115" fmla="*/ 439554 h 655163"/>
                <a:gd name="connsiteX116" fmla="*/ 1130979 w 2915191"/>
                <a:gd name="connsiteY116" fmla="*/ 445649 h 655163"/>
                <a:gd name="connsiteX117" fmla="*/ 1140723 w 2915191"/>
                <a:gd name="connsiteY117" fmla="*/ 476529 h 655163"/>
                <a:gd name="connsiteX118" fmla="*/ 1150482 w 2915191"/>
                <a:gd name="connsiteY118" fmla="*/ 479032 h 655163"/>
                <a:gd name="connsiteX119" fmla="*/ 1160226 w 2915191"/>
                <a:gd name="connsiteY119" fmla="*/ 475620 h 655163"/>
                <a:gd name="connsiteX120" fmla="*/ 1169969 w 2915191"/>
                <a:gd name="connsiteY120" fmla="*/ 499716 h 655163"/>
                <a:gd name="connsiteX121" fmla="*/ 1179728 w 2915191"/>
                <a:gd name="connsiteY121" fmla="*/ 511895 h 655163"/>
                <a:gd name="connsiteX122" fmla="*/ 1189472 w 2915191"/>
                <a:gd name="connsiteY122" fmla="*/ 469874 h 655163"/>
                <a:gd name="connsiteX123" fmla="*/ 1199231 w 2915191"/>
                <a:gd name="connsiteY123" fmla="*/ 469664 h 655163"/>
                <a:gd name="connsiteX124" fmla="*/ 1208975 w 2915191"/>
                <a:gd name="connsiteY124" fmla="*/ 470739 h 655163"/>
                <a:gd name="connsiteX125" fmla="*/ 1218719 w 2915191"/>
                <a:gd name="connsiteY125" fmla="*/ 494464 h 655163"/>
                <a:gd name="connsiteX126" fmla="*/ 1228478 w 2915191"/>
                <a:gd name="connsiteY126" fmla="*/ 508477 h 655163"/>
                <a:gd name="connsiteX127" fmla="*/ 1238222 w 2915191"/>
                <a:gd name="connsiteY127" fmla="*/ 512880 h 655163"/>
                <a:gd name="connsiteX128" fmla="*/ 1247966 w 2915191"/>
                <a:gd name="connsiteY128" fmla="*/ 576920 h 655163"/>
                <a:gd name="connsiteX129" fmla="*/ 1257725 w 2915191"/>
                <a:gd name="connsiteY129" fmla="*/ 570199 h 655163"/>
                <a:gd name="connsiteX130" fmla="*/ 1267469 w 2915191"/>
                <a:gd name="connsiteY130" fmla="*/ 604864 h 655163"/>
                <a:gd name="connsiteX131" fmla="*/ 1277227 w 2915191"/>
                <a:gd name="connsiteY131" fmla="*/ 608500 h 655163"/>
                <a:gd name="connsiteX132" fmla="*/ 1286971 w 2915191"/>
                <a:gd name="connsiteY132" fmla="*/ 595725 h 655163"/>
                <a:gd name="connsiteX133" fmla="*/ 1296715 w 2915191"/>
                <a:gd name="connsiteY133" fmla="*/ 564892 h 655163"/>
                <a:gd name="connsiteX134" fmla="*/ 1306474 w 2915191"/>
                <a:gd name="connsiteY134" fmla="*/ 566014 h 655163"/>
                <a:gd name="connsiteX135" fmla="*/ 1316218 w 2915191"/>
                <a:gd name="connsiteY135" fmla="*/ 558171 h 655163"/>
                <a:gd name="connsiteX136" fmla="*/ 1325977 w 2915191"/>
                <a:gd name="connsiteY136" fmla="*/ 536791 h 655163"/>
                <a:gd name="connsiteX137" fmla="*/ 1335721 w 2915191"/>
                <a:gd name="connsiteY137" fmla="*/ 527259 h 655163"/>
                <a:gd name="connsiteX138" fmla="*/ 1345465 w 2915191"/>
                <a:gd name="connsiteY138" fmla="*/ 555009 h 655163"/>
                <a:gd name="connsiteX139" fmla="*/ 1355224 w 2915191"/>
                <a:gd name="connsiteY139" fmla="*/ 545820 h 655163"/>
                <a:gd name="connsiteX140" fmla="*/ 1364967 w 2915191"/>
                <a:gd name="connsiteY140" fmla="*/ 538163 h 655163"/>
                <a:gd name="connsiteX141" fmla="*/ 1374726 w 2915191"/>
                <a:gd name="connsiteY141" fmla="*/ 529960 h 655163"/>
                <a:gd name="connsiteX142" fmla="*/ 1384470 w 2915191"/>
                <a:gd name="connsiteY142" fmla="*/ 504308 h 655163"/>
                <a:gd name="connsiteX143" fmla="*/ 1394214 w 2915191"/>
                <a:gd name="connsiteY143" fmla="*/ 511251 h 655163"/>
                <a:gd name="connsiteX144" fmla="*/ 1403973 w 2915191"/>
                <a:gd name="connsiteY144" fmla="*/ 511728 h 655163"/>
                <a:gd name="connsiteX145" fmla="*/ 1413717 w 2915191"/>
                <a:gd name="connsiteY145" fmla="*/ 562234 h 655163"/>
                <a:gd name="connsiteX146" fmla="*/ 1423476 w 2915191"/>
                <a:gd name="connsiteY146" fmla="*/ 559646 h 655163"/>
                <a:gd name="connsiteX147" fmla="*/ 1433220 w 2915191"/>
                <a:gd name="connsiteY147" fmla="*/ 590684 h 655163"/>
                <a:gd name="connsiteX148" fmla="*/ 1442964 w 2915191"/>
                <a:gd name="connsiteY148" fmla="*/ 581159 h 655163"/>
                <a:gd name="connsiteX149" fmla="*/ 1452722 w 2915191"/>
                <a:gd name="connsiteY149" fmla="*/ 595396 h 655163"/>
                <a:gd name="connsiteX150" fmla="*/ 1462466 w 2915191"/>
                <a:gd name="connsiteY150" fmla="*/ 571546 h 655163"/>
                <a:gd name="connsiteX151" fmla="*/ 1472225 w 2915191"/>
                <a:gd name="connsiteY151" fmla="*/ 557350 h 655163"/>
                <a:gd name="connsiteX152" fmla="*/ 1481969 w 2915191"/>
                <a:gd name="connsiteY152" fmla="*/ 558813 h 655163"/>
                <a:gd name="connsiteX153" fmla="*/ 1491713 w 2915191"/>
                <a:gd name="connsiteY153" fmla="*/ 552389 h 655163"/>
                <a:gd name="connsiteX154" fmla="*/ 1501472 w 2915191"/>
                <a:gd name="connsiteY154" fmla="*/ 546885 h 655163"/>
                <a:gd name="connsiteX155" fmla="*/ 1511216 w 2915191"/>
                <a:gd name="connsiteY155" fmla="*/ 549492 h 655163"/>
                <a:gd name="connsiteX156" fmla="*/ 1520960 w 2915191"/>
                <a:gd name="connsiteY156" fmla="*/ 548948 h 655163"/>
                <a:gd name="connsiteX157" fmla="*/ 1530719 w 2915191"/>
                <a:gd name="connsiteY157" fmla="*/ 533525 h 655163"/>
                <a:gd name="connsiteX158" fmla="*/ 1540463 w 2915191"/>
                <a:gd name="connsiteY158" fmla="*/ 526770 h 655163"/>
                <a:gd name="connsiteX159" fmla="*/ 1550221 w 2915191"/>
                <a:gd name="connsiteY159" fmla="*/ 546611 h 655163"/>
                <a:gd name="connsiteX160" fmla="*/ 1559965 w 2915191"/>
                <a:gd name="connsiteY160" fmla="*/ 541722 h 655163"/>
                <a:gd name="connsiteX161" fmla="*/ 1569709 w 2915191"/>
                <a:gd name="connsiteY161" fmla="*/ 521007 h 655163"/>
                <a:gd name="connsiteX162" fmla="*/ 1579468 w 2915191"/>
                <a:gd name="connsiteY162" fmla="*/ 533324 h 655163"/>
                <a:gd name="connsiteX163" fmla="*/ 1589212 w 2915191"/>
                <a:gd name="connsiteY163" fmla="*/ 505265 h 655163"/>
                <a:gd name="connsiteX164" fmla="*/ 1598971 w 2915191"/>
                <a:gd name="connsiteY164" fmla="*/ 478129 h 655163"/>
                <a:gd name="connsiteX165" fmla="*/ 1608715 w 2915191"/>
                <a:gd name="connsiteY165" fmla="*/ 513082 h 655163"/>
                <a:gd name="connsiteX166" fmla="*/ 1618459 w 2915191"/>
                <a:gd name="connsiteY166" fmla="*/ 523978 h 655163"/>
                <a:gd name="connsiteX167" fmla="*/ 1628218 w 2915191"/>
                <a:gd name="connsiteY167" fmla="*/ 539374 h 655163"/>
                <a:gd name="connsiteX168" fmla="*/ 1637962 w 2915191"/>
                <a:gd name="connsiteY168" fmla="*/ 570379 h 655163"/>
                <a:gd name="connsiteX169" fmla="*/ 1647720 w 2915191"/>
                <a:gd name="connsiteY169" fmla="*/ 583857 h 655163"/>
                <a:gd name="connsiteX170" fmla="*/ 1657464 w 2915191"/>
                <a:gd name="connsiteY170" fmla="*/ 590701 h 655163"/>
                <a:gd name="connsiteX171" fmla="*/ 1667208 w 2915191"/>
                <a:gd name="connsiteY171" fmla="*/ 559256 h 655163"/>
                <a:gd name="connsiteX172" fmla="*/ 1676967 w 2915191"/>
                <a:gd name="connsiteY172" fmla="*/ 553570 h 655163"/>
                <a:gd name="connsiteX173" fmla="*/ 1686711 w 2915191"/>
                <a:gd name="connsiteY173" fmla="*/ 565959 h 655163"/>
                <a:gd name="connsiteX174" fmla="*/ 1696470 w 2915191"/>
                <a:gd name="connsiteY174" fmla="*/ 554503 h 655163"/>
                <a:gd name="connsiteX175" fmla="*/ 1706214 w 2915191"/>
                <a:gd name="connsiteY175" fmla="*/ 546073 h 655163"/>
                <a:gd name="connsiteX176" fmla="*/ 1715958 w 2915191"/>
                <a:gd name="connsiteY176" fmla="*/ 522038 h 655163"/>
                <a:gd name="connsiteX177" fmla="*/ 1725716 w 2915191"/>
                <a:gd name="connsiteY177" fmla="*/ 530286 h 655163"/>
                <a:gd name="connsiteX178" fmla="*/ 1735460 w 2915191"/>
                <a:gd name="connsiteY178" fmla="*/ 552111 h 655163"/>
                <a:gd name="connsiteX179" fmla="*/ 1745219 w 2915191"/>
                <a:gd name="connsiteY179" fmla="*/ 523324 h 655163"/>
                <a:gd name="connsiteX180" fmla="*/ 1754963 w 2915191"/>
                <a:gd name="connsiteY180" fmla="*/ 533559 h 655163"/>
                <a:gd name="connsiteX181" fmla="*/ 1764707 w 2915191"/>
                <a:gd name="connsiteY181" fmla="*/ 524560 h 655163"/>
                <a:gd name="connsiteX182" fmla="*/ 1774466 w 2915191"/>
                <a:gd name="connsiteY182" fmla="*/ 521525 h 655163"/>
                <a:gd name="connsiteX183" fmla="*/ 1784210 w 2915191"/>
                <a:gd name="connsiteY183" fmla="*/ 502154 h 655163"/>
                <a:gd name="connsiteX184" fmla="*/ 1793969 w 2915191"/>
                <a:gd name="connsiteY184" fmla="*/ 509363 h 655163"/>
                <a:gd name="connsiteX185" fmla="*/ 1803713 w 2915191"/>
                <a:gd name="connsiteY185" fmla="*/ 481131 h 655163"/>
                <a:gd name="connsiteX186" fmla="*/ 1813457 w 2915191"/>
                <a:gd name="connsiteY186" fmla="*/ 497300 h 655163"/>
                <a:gd name="connsiteX187" fmla="*/ 1823215 w 2915191"/>
                <a:gd name="connsiteY187" fmla="*/ 503816 h 655163"/>
                <a:gd name="connsiteX188" fmla="*/ 1832959 w 2915191"/>
                <a:gd name="connsiteY188" fmla="*/ 516271 h 655163"/>
                <a:gd name="connsiteX189" fmla="*/ 1842703 w 2915191"/>
                <a:gd name="connsiteY189" fmla="*/ 542753 h 655163"/>
                <a:gd name="connsiteX190" fmla="*/ 1852462 w 2915191"/>
                <a:gd name="connsiteY190" fmla="*/ 544097 h 655163"/>
                <a:gd name="connsiteX191" fmla="*/ 1862206 w 2915191"/>
                <a:gd name="connsiteY191" fmla="*/ 544680 h 655163"/>
                <a:gd name="connsiteX192" fmla="*/ 1871965 w 2915191"/>
                <a:gd name="connsiteY192" fmla="*/ 556119 h 655163"/>
                <a:gd name="connsiteX193" fmla="*/ 1881709 w 2915191"/>
                <a:gd name="connsiteY193" fmla="*/ 541095 h 655163"/>
                <a:gd name="connsiteX194" fmla="*/ 1891453 w 2915191"/>
                <a:gd name="connsiteY194" fmla="*/ 565299 h 655163"/>
                <a:gd name="connsiteX195" fmla="*/ 1901212 w 2915191"/>
                <a:gd name="connsiteY195" fmla="*/ 555887 h 655163"/>
                <a:gd name="connsiteX196" fmla="*/ 1910956 w 2915191"/>
                <a:gd name="connsiteY196" fmla="*/ 599322 h 655163"/>
                <a:gd name="connsiteX197" fmla="*/ 1920714 w 2915191"/>
                <a:gd name="connsiteY197" fmla="*/ 604462 h 655163"/>
                <a:gd name="connsiteX198" fmla="*/ 1930458 w 2915191"/>
                <a:gd name="connsiteY198" fmla="*/ 621209 h 655163"/>
                <a:gd name="connsiteX199" fmla="*/ 1940202 w 2915191"/>
                <a:gd name="connsiteY199" fmla="*/ 612791 h 655163"/>
                <a:gd name="connsiteX200" fmla="*/ 1949961 w 2915191"/>
                <a:gd name="connsiteY200" fmla="*/ 641888 h 655163"/>
                <a:gd name="connsiteX201" fmla="*/ 1959705 w 2915191"/>
                <a:gd name="connsiteY201" fmla="*/ 623309 h 655163"/>
                <a:gd name="connsiteX202" fmla="*/ 1969464 w 2915191"/>
                <a:gd name="connsiteY202" fmla="*/ 611986 h 655163"/>
                <a:gd name="connsiteX203" fmla="*/ 1979208 w 2915191"/>
                <a:gd name="connsiteY203" fmla="*/ 616143 h 655163"/>
                <a:gd name="connsiteX204" fmla="*/ 1988952 w 2915191"/>
                <a:gd name="connsiteY204" fmla="*/ 619510 h 655163"/>
                <a:gd name="connsiteX205" fmla="*/ 1998711 w 2915191"/>
                <a:gd name="connsiteY205" fmla="*/ 606995 h 655163"/>
                <a:gd name="connsiteX206" fmla="*/ 2008454 w 2915191"/>
                <a:gd name="connsiteY206" fmla="*/ 582391 h 655163"/>
                <a:gd name="connsiteX207" fmla="*/ 2018213 w 2915191"/>
                <a:gd name="connsiteY207" fmla="*/ 570399 h 655163"/>
                <a:gd name="connsiteX208" fmla="*/ 2027957 w 2915191"/>
                <a:gd name="connsiteY208" fmla="*/ 540131 h 655163"/>
                <a:gd name="connsiteX209" fmla="*/ 2037701 w 2915191"/>
                <a:gd name="connsiteY209" fmla="*/ 524584 h 655163"/>
                <a:gd name="connsiteX210" fmla="*/ 2047460 w 2915191"/>
                <a:gd name="connsiteY210" fmla="*/ 529286 h 655163"/>
                <a:gd name="connsiteX211" fmla="*/ 2057204 w 2915191"/>
                <a:gd name="connsiteY211" fmla="*/ 521536 h 655163"/>
                <a:gd name="connsiteX212" fmla="*/ 2066963 w 2915191"/>
                <a:gd name="connsiteY212" fmla="*/ 561695 h 655163"/>
                <a:gd name="connsiteX213" fmla="*/ 2076707 w 2915191"/>
                <a:gd name="connsiteY213" fmla="*/ 531804 h 655163"/>
                <a:gd name="connsiteX214" fmla="*/ 2086451 w 2915191"/>
                <a:gd name="connsiteY214" fmla="*/ 531347 h 655163"/>
                <a:gd name="connsiteX215" fmla="*/ 2096210 w 2915191"/>
                <a:gd name="connsiteY215" fmla="*/ 535186 h 655163"/>
                <a:gd name="connsiteX216" fmla="*/ 2105954 w 2915191"/>
                <a:gd name="connsiteY216" fmla="*/ 549118 h 655163"/>
                <a:gd name="connsiteX217" fmla="*/ 2115697 w 2915191"/>
                <a:gd name="connsiteY217" fmla="*/ 555109 h 655163"/>
                <a:gd name="connsiteX218" fmla="*/ 2125456 w 2915191"/>
                <a:gd name="connsiteY218" fmla="*/ 549212 h 655163"/>
                <a:gd name="connsiteX219" fmla="*/ 2135200 w 2915191"/>
                <a:gd name="connsiteY219" fmla="*/ 538774 h 655163"/>
                <a:gd name="connsiteX220" fmla="*/ 2144959 w 2915191"/>
                <a:gd name="connsiteY220" fmla="*/ 538534 h 655163"/>
                <a:gd name="connsiteX221" fmla="*/ 2154703 w 2915191"/>
                <a:gd name="connsiteY221" fmla="*/ 546171 h 655163"/>
                <a:gd name="connsiteX222" fmla="*/ 2164447 w 2915191"/>
                <a:gd name="connsiteY222" fmla="*/ 543963 h 655163"/>
                <a:gd name="connsiteX223" fmla="*/ 2174206 w 2915191"/>
                <a:gd name="connsiteY223" fmla="*/ 576121 h 655163"/>
                <a:gd name="connsiteX224" fmla="*/ 2183950 w 2915191"/>
                <a:gd name="connsiteY224" fmla="*/ 584995 h 655163"/>
                <a:gd name="connsiteX225" fmla="*/ 2193709 w 2915191"/>
                <a:gd name="connsiteY225" fmla="*/ 589654 h 655163"/>
                <a:gd name="connsiteX226" fmla="*/ 2203452 w 2915191"/>
                <a:gd name="connsiteY226" fmla="*/ 591577 h 655163"/>
                <a:gd name="connsiteX227" fmla="*/ 2213196 w 2915191"/>
                <a:gd name="connsiteY227" fmla="*/ 584953 h 655163"/>
                <a:gd name="connsiteX228" fmla="*/ 2222955 w 2915191"/>
                <a:gd name="connsiteY228" fmla="*/ 571060 h 655163"/>
                <a:gd name="connsiteX229" fmla="*/ 2232699 w 2915191"/>
                <a:gd name="connsiteY229" fmla="*/ 590974 h 655163"/>
                <a:gd name="connsiteX230" fmla="*/ 2242458 w 2915191"/>
                <a:gd name="connsiteY230" fmla="*/ 616068 h 655163"/>
                <a:gd name="connsiteX231" fmla="*/ 2252202 w 2915191"/>
                <a:gd name="connsiteY231" fmla="*/ 621879 h 655163"/>
                <a:gd name="connsiteX232" fmla="*/ 2261946 w 2915191"/>
                <a:gd name="connsiteY232" fmla="*/ 603613 h 655163"/>
                <a:gd name="connsiteX233" fmla="*/ 2271705 w 2915191"/>
                <a:gd name="connsiteY233" fmla="*/ 576468 h 655163"/>
                <a:gd name="connsiteX234" fmla="*/ 2281449 w 2915191"/>
                <a:gd name="connsiteY234" fmla="*/ 615666 h 655163"/>
                <a:gd name="connsiteX235" fmla="*/ 2291208 w 2915191"/>
                <a:gd name="connsiteY235" fmla="*/ 601140 h 655163"/>
                <a:gd name="connsiteX236" fmla="*/ 2300951 w 2915191"/>
                <a:gd name="connsiteY236" fmla="*/ 584663 h 655163"/>
                <a:gd name="connsiteX237" fmla="*/ 2310695 w 2915191"/>
                <a:gd name="connsiteY237" fmla="*/ 615577 h 655163"/>
                <a:gd name="connsiteX238" fmla="*/ 2320454 w 2915191"/>
                <a:gd name="connsiteY238" fmla="*/ 618765 h 655163"/>
                <a:gd name="connsiteX239" fmla="*/ 2330198 w 2915191"/>
                <a:gd name="connsiteY239" fmla="*/ 614489 h 655163"/>
                <a:gd name="connsiteX240" fmla="*/ 2339957 w 2915191"/>
                <a:gd name="connsiteY240" fmla="*/ 615234 h 655163"/>
                <a:gd name="connsiteX241" fmla="*/ 2349701 w 2915191"/>
                <a:gd name="connsiteY241" fmla="*/ 599769 h 655163"/>
                <a:gd name="connsiteX242" fmla="*/ 2359445 w 2915191"/>
                <a:gd name="connsiteY242" fmla="*/ 624099 h 655163"/>
                <a:gd name="connsiteX243" fmla="*/ 2369204 w 2915191"/>
                <a:gd name="connsiteY243" fmla="*/ 627556 h 655163"/>
                <a:gd name="connsiteX244" fmla="*/ 2378948 w 2915191"/>
                <a:gd name="connsiteY244" fmla="*/ 612344 h 655163"/>
                <a:gd name="connsiteX245" fmla="*/ 2388692 w 2915191"/>
                <a:gd name="connsiteY245" fmla="*/ 625753 h 655163"/>
                <a:gd name="connsiteX246" fmla="*/ 2398450 w 2915191"/>
                <a:gd name="connsiteY246" fmla="*/ 642618 h 655163"/>
                <a:gd name="connsiteX247" fmla="*/ 2408194 w 2915191"/>
                <a:gd name="connsiteY247" fmla="*/ 636480 h 655163"/>
                <a:gd name="connsiteX248" fmla="*/ 2417953 w 2915191"/>
                <a:gd name="connsiteY248" fmla="*/ 650440 h 655163"/>
                <a:gd name="connsiteX249" fmla="*/ 2427697 w 2915191"/>
                <a:gd name="connsiteY249" fmla="*/ 639505 h 655163"/>
                <a:gd name="connsiteX250" fmla="*/ 2437441 w 2915191"/>
                <a:gd name="connsiteY250" fmla="*/ 639728 h 655163"/>
                <a:gd name="connsiteX251" fmla="*/ 2447200 w 2915191"/>
                <a:gd name="connsiteY251" fmla="*/ 637463 h 655163"/>
                <a:gd name="connsiteX252" fmla="*/ 2456944 w 2915191"/>
                <a:gd name="connsiteY252" fmla="*/ 655163 h 655163"/>
                <a:gd name="connsiteX253" fmla="*/ 2466703 w 2915191"/>
                <a:gd name="connsiteY253" fmla="*/ 633470 h 655163"/>
                <a:gd name="connsiteX254" fmla="*/ 2476446 w 2915191"/>
                <a:gd name="connsiteY254" fmla="*/ 628152 h 655163"/>
                <a:gd name="connsiteX255" fmla="*/ 2486190 w 2915191"/>
                <a:gd name="connsiteY255" fmla="*/ 642127 h 655163"/>
                <a:gd name="connsiteX256" fmla="*/ 2495949 w 2915191"/>
                <a:gd name="connsiteY256" fmla="*/ 627824 h 655163"/>
                <a:gd name="connsiteX257" fmla="*/ 2505693 w 2915191"/>
                <a:gd name="connsiteY257" fmla="*/ 632040 h 655163"/>
                <a:gd name="connsiteX258" fmla="*/ 2515452 w 2915191"/>
                <a:gd name="connsiteY258" fmla="*/ 629224 h 655163"/>
                <a:gd name="connsiteX259" fmla="*/ 2525196 w 2915191"/>
                <a:gd name="connsiteY259" fmla="*/ 640637 h 655163"/>
                <a:gd name="connsiteX260" fmla="*/ 2534940 w 2915191"/>
                <a:gd name="connsiteY260" fmla="*/ 634647 h 655163"/>
                <a:gd name="connsiteX261" fmla="*/ 2544699 w 2915191"/>
                <a:gd name="connsiteY261" fmla="*/ 628300 h 655163"/>
                <a:gd name="connsiteX262" fmla="*/ 2554443 w 2915191"/>
                <a:gd name="connsiteY262" fmla="*/ 635988 h 655163"/>
                <a:gd name="connsiteX263" fmla="*/ 2564202 w 2915191"/>
                <a:gd name="connsiteY263" fmla="*/ 613819 h 655163"/>
                <a:gd name="connsiteX264" fmla="*/ 2573946 w 2915191"/>
                <a:gd name="connsiteY264" fmla="*/ 617439 h 655163"/>
                <a:gd name="connsiteX265" fmla="*/ 2583690 w 2915191"/>
                <a:gd name="connsiteY265" fmla="*/ 634484 h 655163"/>
                <a:gd name="connsiteX266" fmla="*/ 2593448 w 2915191"/>
                <a:gd name="connsiteY266" fmla="*/ 595999 h 655163"/>
                <a:gd name="connsiteX267" fmla="*/ 2603192 w 2915191"/>
                <a:gd name="connsiteY267" fmla="*/ 602644 h 655163"/>
                <a:gd name="connsiteX268" fmla="*/ 2612951 w 2915191"/>
                <a:gd name="connsiteY268" fmla="*/ 577592 h 655163"/>
                <a:gd name="connsiteX269" fmla="*/ 2622695 w 2915191"/>
                <a:gd name="connsiteY269" fmla="*/ 585652 h 655163"/>
                <a:gd name="connsiteX270" fmla="*/ 2632439 w 2915191"/>
                <a:gd name="connsiteY270" fmla="*/ 585095 h 655163"/>
                <a:gd name="connsiteX271" fmla="*/ 2642198 w 2915191"/>
                <a:gd name="connsiteY271" fmla="*/ 562326 h 655163"/>
                <a:gd name="connsiteX272" fmla="*/ 2651942 w 2915191"/>
                <a:gd name="connsiteY272" fmla="*/ 575342 h 655163"/>
                <a:gd name="connsiteX273" fmla="*/ 2661685 w 2915191"/>
                <a:gd name="connsiteY273" fmla="*/ 646552 h 655163"/>
                <a:gd name="connsiteX274" fmla="*/ 2671444 w 2915191"/>
                <a:gd name="connsiteY274" fmla="*/ 631861 h 655163"/>
                <a:gd name="connsiteX275" fmla="*/ 2681188 w 2915191"/>
                <a:gd name="connsiteY275" fmla="*/ 594749 h 655163"/>
                <a:gd name="connsiteX276" fmla="*/ 2690947 w 2915191"/>
                <a:gd name="connsiteY276" fmla="*/ 618363 h 655163"/>
                <a:gd name="connsiteX277" fmla="*/ 2700691 w 2915191"/>
                <a:gd name="connsiteY277" fmla="*/ 624039 h 655163"/>
                <a:gd name="connsiteX278" fmla="*/ 2710435 w 2915191"/>
                <a:gd name="connsiteY278" fmla="*/ 607636 h 655163"/>
                <a:gd name="connsiteX279" fmla="*/ 2720194 w 2915191"/>
                <a:gd name="connsiteY279" fmla="*/ 592833 h 655163"/>
                <a:gd name="connsiteX280" fmla="*/ 2729938 w 2915191"/>
                <a:gd name="connsiteY280" fmla="*/ 579238 h 655163"/>
                <a:gd name="connsiteX281" fmla="*/ 2739697 w 2915191"/>
                <a:gd name="connsiteY281" fmla="*/ 546152 h 655163"/>
                <a:gd name="connsiteX282" fmla="*/ 2749441 w 2915191"/>
                <a:gd name="connsiteY282" fmla="*/ 535575 h 655163"/>
                <a:gd name="connsiteX283" fmla="*/ 2759185 w 2915191"/>
                <a:gd name="connsiteY283" fmla="*/ 526193 h 655163"/>
                <a:gd name="connsiteX284" fmla="*/ 2768943 w 2915191"/>
                <a:gd name="connsiteY284" fmla="*/ 518088 h 655163"/>
                <a:gd name="connsiteX285" fmla="*/ 2778687 w 2915191"/>
                <a:gd name="connsiteY285" fmla="*/ 535438 h 655163"/>
                <a:gd name="connsiteX286" fmla="*/ 2788446 w 2915191"/>
                <a:gd name="connsiteY286" fmla="*/ 509964 h 655163"/>
                <a:gd name="connsiteX287" fmla="*/ 2798190 w 2915191"/>
                <a:gd name="connsiteY287" fmla="*/ 505372 h 655163"/>
                <a:gd name="connsiteX288" fmla="*/ 2807934 w 2915191"/>
                <a:gd name="connsiteY288" fmla="*/ 474774 h 655163"/>
                <a:gd name="connsiteX289" fmla="*/ 2817693 w 2915191"/>
                <a:gd name="connsiteY289" fmla="*/ 449024 h 655163"/>
                <a:gd name="connsiteX290" fmla="*/ 2827437 w 2915191"/>
                <a:gd name="connsiteY290" fmla="*/ 447786 h 655163"/>
                <a:gd name="connsiteX291" fmla="*/ 2837196 w 2915191"/>
                <a:gd name="connsiteY291" fmla="*/ 456491 h 655163"/>
                <a:gd name="connsiteX292" fmla="*/ 2846940 w 2915191"/>
                <a:gd name="connsiteY292" fmla="*/ 417097 h 655163"/>
                <a:gd name="connsiteX293" fmla="*/ 2856684 w 2915191"/>
                <a:gd name="connsiteY293" fmla="*/ 392168 h 655163"/>
                <a:gd name="connsiteX294" fmla="*/ 2866442 w 2915191"/>
                <a:gd name="connsiteY294" fmla="*/ 381722 h 655163"/>
                <a:gd name="connsiteX295" fmla="*/ 2876186 w 2915191"/>
                <a:gd name="connsiteY295" fmla="*/ 374134 h 655163"/>
                <a:gd name="connsiteX296" fmla="*/ 2885945 w 2915191"/>
                <a:gd name="connsiteY296" fmla="*/ 396533 h 655163"/>
                <a:gd name="connsiteX297" fmla="*/ 2895689 w 2915191"/>
                <a:gd name="connsiteY297" fmla="*/ 382436 h 655163"/>
                <a:gd name="connsiteX298" fmla="*/ 2905433 w 2915191"/>
                <a:gd name="connsiteY298" fmla="*/ 366037 h 655163"/>
                <a:gd name="connsiteX299" fmla="*/ 2915192 w 2915191"/>
                <a:gd name="connsiteY299" fmla="*/ 401979 h 655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55163">
                  <a:moveTo>
                    <a:pt x="0" y="155608"/>
                  </a:moveTo>
                  <a:lnTo>
                    <a:pt x="9750" y="175818"/>
                  </a:lnTo>
                  <a:lnTo>
                    <a:pt x="19500" y="162304"/>
                  </a:lnTo>
                  <a:lnTo>
                    <a:pt x="29250" y="170426"/>
                  </a:lnTo>
                  <a:lnTo>
                    <a:pt x="39000" y="146640"/>
                  </a:lnTo>
                  <a:lnTo>
                    <a:pt x="48749" y="152047"/>
                  </a:lnTo>
                  <a:lnTo>
                    <a:pt x="58499" y="195566"/>
                  </a:lnTo>
                  <a:lnTo>
                    <a:pt x="68249" y="193289"/>
                  </a:lnTo>
                  <a:lnTo>
                    <a:pt x="77998" y="154234"/>
                  </a:lnTo>
                  <a:lnTo>
                    <a:pt x="87748" y="164100"/>
                  </a:lnTo>
                  <a:lnTo>
                    <a:pt x="97497" y="149253"/>
                  </a:lnTo>
                  <a:lnTo>
                    <a:pt x="107247" y="133031"/>
                  </a:lnTo>
                  <a:lnTo>
                    <a:pt x="116997" y="149581"/>
                  </a:lnTo>
                  <a:lnTo>
                    <a:pt x="126747" y="156447"/>
                  </a:lnTo>
                  <a:lnTo>
                    <a:pt x="136497" y="126019"/>
                  </a:lnTo>
                  <a:lnTo>
                    <a:pt x="146247" y="139664"/>
                  </a:lnTo>
                  <a:lnTo>
                    <a:pt x="155997" y="151941"/>
                  </a:lnTo>
                  <a:lnTo>
                    <a:pt x="165747" y="144858"/>
                  </a:lnTo>
                  <a:lnTo>
                    <a:pt x="175497" y="146722"/>
                  </a:lnTo>
                  <a:lnTo>
                    <a:pt x="185247" y="142036"/>
                  </a:lnTo>
                  <a:lnTo>
                    <a:pt x="194996" y="152253"/>
                  </a:lnTo>
                  <a:lnTo>
                    <a:pt x="204746" y="117575"/>
                  </a:lnTo>
                  <a:lnTo>
                    <a:pt x="214495" y="132549"/>
                  </a:lnTo>
                  <a:lnTo>
                    <a:pt x="224245" y="133464"/>
                  </a:lnTo>
                  <a:lnTo>
                    <a:pt x="233995" y="152653"/>
                  </a:lnTo>
                  <a:lnTo>
                    <a:pt x="243744" y="154650"/>
                  </a:lnTo>
                  <a:lnTo>
                    <a:pt x="253494" y="147396"/>
                  </a:lnTo>
                  <a:lnTo>
                    <a:pt x="263244" y="123662"/>
                  </a:lnTo>
                  <a:lnTo>
                    <a:pt x="272994" y="142004"/>
                  </a:lnTo>
                  <a:lnTo>
                    <a:pt x="282744" y="143304"/>
                  </a:lnTo>
                  <a:lnTo>
                    <a:pt x="292494" y="128805"/>
                  </a:lnTo>
                  <a:lnTo>
                    <a:pt x="302244" y="117866"/>
                  </a:lnTo>
                  <a:lnTo>
                    <a:pt x="311994" y="111815"/>
                  </a:lnTo>
                  <a:lnTo>
                    <a:pt x="321744" y="102220"/>
                  </a:lnTo>
                  <a:lnTo>
                    <a:pt x="331493" y="113365"/>
                  </a:lnTo>
                  <a:lnTo>
                    <a:pt x="341243" y="74988"/>
                  </a:lnTo>
                  <a:lnTo>
                    <a:pt x="350993" y="66366"/>
                  </a:lnTo>
                  <a:lnTo>
                    <a:pt x="360742" y="60520"/>
                  </a:lnTo>
                  <a:lnTo>
                    <a:pt x="370492" y="63745"/>
                  </a:lnTo>
                  <a:lnTo>
                    <a:pt x="380241" y="67430"/>
                  </a:lnTo>
                  <a:lnTo>
                    <a:pt x="389991" y="50715"/>
                  </a:lnTo>
                  <a:lnTo>
                    <a:pt x="399741" y="72552"/>
                  </a:lnTo>
                  <a:lnTo>
                    <a:pt x="409491" y="48562"/>
                  </a:lnTo>
                  <a:lnTo>
                    <a:pt x="419241" y="59451"/>
                  </a:lnTo>
                  <a:lnTo>
                    <a:pt x="428991" y="46532"/>
                  </a:lnTo>
                  <a:lnTo>
                    <a:pt x="438741" y="28085"/>
                  </a:lnTo>
                  <a:lnTo>
                    <a:pt x="448491" y="26447"/>
                  </a:lnTo>
                  <a:lnTo>
                    <a:pt x="458241" y="9440"/>
                  </a:lnTo>
                  <a:lnTo>
                    <a:pt x="467991" y="6322"/>
                  </a:lnTo>
                  <a:lnTo>
                    <a:pt x="477740" y="9489"/>
                  </a:lnTo>
                  <a:lnTo>
                    <a:pt x="487490" y="2531"/>
                  </a:lnTo>
                  <a:lnTo>
                    <a:pt x="497239" y="8388"/>
                  </a:lnTo>
                  <a:lnTo>
                    <a:pt x="506989" y="18414"/>
                  </a:lnTo>
                  <a:lnTo>
                    <a:pt x="516738" y="0"/>
                  </a:lnTo>
                  <a:lnTo>
                    <a:pt x="526488" y="52184"/>
                  </a:lnTo>
                  <a:lnTo>
                    <a:pt x="536238" y="45552"/>
                  </a:lnTo>
                  <a:lnTo>
                    <a:pt x="545988" y="67114"/>
                  </a:lnTo>
                  <a:lnTo>
                    <a:pt x="555738" y="103648"/>
                  </a:lnTo>
                  <a:lnTo>
                    <a:pt x="565488" y="133940"/>
                  </a:lnTo>
                  <a:lnTo>
                    <a:pt x="575238" y="137027"/>
                  </a:lnTo>
                  <a:lnTo>
                    <a:pt x="584988" y="162123"/>
                  </a:lnTo>
                  <a:lnTo>
                    <a:pt x="594738" y="164468"/>
                  </a:lnTo>
                  <a:lnTo>
                    <a:pt x="604488" y="155328"/>
                  </a:lnTo>
                  <a:lnTo>
                    <a:pt x="614237" y="142373"/>
                  </a:lnTo>
                  <a:lnTo>
                    <a:pt x="623987" y="182374"/>
                  </a:lnTo>
                  <a:lnTo>
                    <a:pt x="633736" y="169421"/>
                  </a:lnTo>
                  <a:lnTo>
                    <a:pt x="643486" y="157904"/>
                  </a:lnTo>
                  <a:lnTo>
                    <a:pt x="653236" y="203991"/>
                  </a:lnTo>
                  <a:lnTo>
                    <a:pt x="662985" y="219525"/>
                  </a:lnTo>
                  <a:lnTo>
                    <a:pt x="672735" y="261480"/>
                  </a:lnTo>
                  <a:lnTo>
                    <a:pt x="682485" y="278553"/>
                  </a:lnTo>
                  <a:lnTo>
                    <a:pt x="692235" y="256675"/>
                  </a:lnTo>
                  <a:lnTo>
                    <a:pt x="701985" y="253278"/>
                  </a:lnTo>
                  <a:lnTo>
                    <a:pt x="711735" y="262264"/>
                  </a:lnTo>
                  <a:lnTo>
                    <a:pt x="721485" y="265767"/>
                  </a:lnTo>
                  <a:lnTo>
                    <a:pt x="731235" y="285196"/>
                  </a:lnTo>
                  <a:lnTo>
                    <a:pt x="740985" y="269150"/>
                  </a:lnTo>
                  <a:lnTo>
                    <a:pt x="750734" y="301281"/>
                  </a:lnTo>
                  <a:lnTo>
                    <a:pt x="760484" y="329722"/>
                  </a:lnTo>
                  <a:lnTo>
                    <a:pt x="770233" y="343679"/>
                  </a:lnTo>
                  <a:lnTo>
                    <a:pt x="779983" y="383202"/>
                  </a:lnTo>
                  <a:lnTo>
                    <a:pt x="789733" y="408125"/>
                  </a:lnTo>
                  <a:lnTo>
                    <a:pt x="799482" y="418767"/>
                  </a:lnTo>
                  <a:lnTo>
                    <a:pt x="809232" y="394915"/>
                  </a:lnTo>
                  <a:lnTo>
                    <a:pt x="818982" y="392167"/>
                  </a:lnTo>
                  <a:lnTo>
                    <a:pt x="828732" y="424654"/>
                  </a:lnTo>
                  <a:lnTo>
                    <a:pt x="838482" y="453260"/>
                  </a:lnTo>
                  <a:lnTo>
                    <a:pt x="848232" y="433420"/>
                  </a:lnTo>
                  <a:lnTo>
                    <a:pt x="857982" y="461897"/>
                  </a:lnTo>
                  <a:lnTo>
                    <a:pt x="867732" y="461219"/>
                  </a:lnTo>
                  <a:lnTo>
                    <a:pt x="877482" y="427401"/>
                  </a:lnTo>
                  <a:lnTo>
                    <a:pt x="887231" y="466731"/>
                  </a:lnTo>
                  <a:lnTo>
                    <a:pt x="896981" y="471714"/>
                  </a:lnTo>
                  <a:lnTo>
                    <a:pt x="906730" y="482438"/>
                  </a:lnTo>
                  <a:lnTo>
                    <a:pt x="916480" y="535440"/>
                  </a:lnTo>
                  <a:lnTo>
                    <a:pt x="926230" y="514106"/>
                  </a:lnTo>
                  <a:lnTo>
                    <a:pt x="935979" y="498736"/>
                  </a:lnTo>
                  <a:lnTo>
                    <a:pt x="945729" y="505323"/>
                  </a:lnTo>
                  <a:lnTo>
                    <a:pt x="955479" y="493186"/>
                  </a:lnTo>
                  <a:lnTo>
                    <a:pt x="965229" y="483284"/>
                  </a:lnTo>
                  <a:lnTo>
                    <a:pt x="974979" y="511159"/>
                  </a:lnTo>
                  <a:lnTo>
                    <a:pt x="984729" y="503739"/>
                  </a:lnTo>
                  <a:lnTo>
                    <a:pt x="994474" y="493770"/>
                  </a:lnTo>
                  <a:lnTo>
                    <a:pt x="1004233" y="494338"/>
                  </a:lnTo>
                  <a:lnTo>
                    <a:pt x="1013977" y="462491"/>
                  </a:lnTo>
                  <a:lnTo>
                    <a:pt x="1023721" y="452385"/>
                  </a:lnTo>
                  <a:lnTo>
                    <a:pt x="1033480" y="460973"/>
                  </a:lnTo>
                  <a:lnTo>
                    <a:pt x="1043224" y="417301"/>
                  </a:lnTo>
                  <a:lnTo>
                    <a:pt x="1052983" y="386892"/>
                  </a:lnTo>
                  <a:lnTo>
                    <a:pt x="1062727" y="430779"/>
                  </a:lnTo>
                  <a:lnTo>
                    <a:pt x="1072471" y="462794"/>
                  </a:lnTo>
                  <a:lnTo>
                    <a:pt x="1082230" y="433574"/>
                  </a:lnTo>
                  <a:lnTo>
                    <a:pt x="1091973" y="438017"/>
                  </a:lnTo>
                  <a:lnTo>
                    <a:pt x="1101732" y="439252"/>
                  </a:lnTo>
                  <a:lnTo>
                    <a:pt x="1111476" y="437069"/>
                  </a:lnTo>
                  <a:lnTo>
                    <a:pt x="1121220" y="439554"/>
                  </a:lnTo>
                  <a:lnTo>
                    <a:pt x="1130979" y="445649"/>
                  </a:lnTo>
                  <a:lnTo>
                    <a:pt x="1140723" y="476529"/>
                  </a:lnTo>
                  <a:lnTo>
                    <a:pt x="1150482" y="479032"/>
                  </a:lnTo>
                  <a:lnTo>
                    <a:pt x="1160226" y="475620"/>
                  </a:lnTo>
                  <a:lnTo>
                    <a:pt x="1169969" y="499716"/>
                  </a:lnTo>
                  <a:lnTo>
                    <a:pt x="1179728" y="511895"/>
                  </a:lnTo>
                  <a:lnTo>
                    <a:pt x="1189472" y="469874"/>
                  </a:lnTo>
                  <a:lnTo>
                    <a:pt x="1199231" y="469664"/>
                  </a:lnTo>
                  <a:lnTo>
                    <a:pt x="1208975" y="470739"/>
                  </a:lnTo>
                  <a:lnTo>
                    <a:pt x="1218719" y="494464"/>
                  </a:lnTo>
                  <a:lnTo>
                    <a:pt x="1228478" y="508477"/>
                  </a:lnTo>
                  <a:lnTo>
                    <a:pt x="1238222" y="512880"/>
                  </a:lnTo>
                  <a:lnTo>
                    <a:pt x="1247966" y="576920"/>
                  </a:lnTo>
                  <a:lnTo>
                    <a:pt x="1257725" y="570199"/>
                  </a:lnTo>
                  <a:lnTo>
                    <a:pt x="1267469" y="604864"/>
                  </a:lnTo>
                  <a:lnTo>
                    <a:pt x="1277227" y="608500"/>
                  </a:lnTo>
                  <a:lnTo>
                    <a:pt x="1286971" y="595725"/>
                  </a:lnTo>
                  <a:lnTo>
                    <a:pt x="1296715" y="564892"/>
                  </a:lnTo>
                  <a:lnTo>
                    <a:pt x="1306474" y="566014"/>
                  </a:lnTo>
                  <a:lnTo>
                    <a:pt x="1316218" y="558171"/>
                  </a:lnTo>
                  <a:lnTo>
                    <a:pt x="1325977" y="536791"/>
                  </a:lnTo>
                  <a:lnTo>
                    <a:pt x="1335721" y="527259"/>
                  </a:lnTo>
                  <a:lnTo>
                    <a:pt x="1345465" y="555009"/>
                  </a:lnTo>
                  <a:lnTo>
                    <a:pt x="1355224" y="545820"/>
                  </a:lnTo>
                  <a:lnTo>
                    <a:pt x="1364967" y="538163"/>
                  </a:lnTo>
                  <a:lnTo>
                    <a:pt x="1374726" y="529960"/>
                  </a:lnTo>
                  <a:lnTo>
                    <a:pt x="1384470" y="504308"/>
                  </a:lnTo>
                  <a:lnTo>
                    <a:pt x="1394214" y="511251"/>
                  </a:lnTo>
                  <a:lnTo>
                    <a:pt x="1403973" y="511728"/>
                  </a:lnTo>
                  <a:lnTo>
                    <a:pt x="1413717" y="562234"/>
                  </a:lnTo>
                  <a:lnTo>
                    <a:pt x="1423476" y="559646"/>
                  </a:lnTo>
                  <a:lnTo>
                    <a:pt x="1433220" y="590684"/>
                  </a:lnTo>
                  <a:lnTo>
                    <a:pt x="1442964" y="581159"/>
                  </a:lnTo>
                  <a:lnTo>
                    <a:pt x="1452722" y="595396"/>
                  </a:lnTo>
                  <a:lnTo>
                    <a:pt x="1462466" y="571546"/>
                  </a:lnTo>
                  <a:lnTo>
                    <a:pt x="1472225" y="557350"/>
                  </a:lnTo>
                  <a:lnTo>
                    <a:pt x="1481969" y="558813"/>
                  </a:lnTo>
                  <a:lnTo>
                    <a:pt x="1491713" y="552389"/>
                  </a:lnTo>
                  <a:lnTo>
                    <a:pt x="1501472" y="546885"/>
                  </a:lnTo>
                  <a:lnTo>
                    <a:pt x="1511216" y="549492"/>
                  </a:lnTo>
                  <a:lnTo>
                    <a:pt x="1520960" y="548948"/>
                  </a:lnTo>
                  <a:lnTo>
                    <a:pt x="1530719" y="533525"/>
                  </a:lnTo>
                  <a:lnTo>
                    <a:pt x="1540463" y="526770"/>
                  </a:lnTo>
                  <a:lnTo>
                    <a:pt x="1550221" y="546611"/>
                  </a:lnTo>
                  <a:lnTo>
                    <a:pt x="1559965" y="541722"/>
                  </a:lnTo>
                  <a:lnTo>
                    <a:pt x="1569709" y="521007"/>
                  </a:lnTo>
                  <a:lnTo>
                    <a:pt x="1579468" y="533324"/>
                  </a:lnTo>
                  <a:lnTo>
                    <a:pt x="1589212" y="505265"/>
                  </a:lnTo>
                  <a:lnTo>
                    <a:pt x="1598971" y="478129"/>
                  </a:lnTo>
                  <a:lnTo>
                    <a:pt x="1608715" y="513082"/>
                  </a:lnTo>
                  <a:lnTo>
                    <a:pt x="1618459" y="523978"/>
                  </a:lnTo>
                  <a:lnTo>
                    <a:pt x="1628218" y="539374"/>
                  </a:lnTo>
                  <a:lnTo>
                    <a:pt x="1637962" y="570379"/>
                  </a:lnTo>
                  <a:lnTo>
                    <a:pt x="1647720" y="583857"/>
                  </a:lnTo>
                  <a:lnTo>
                    <a:pt x="1657464" y="590701"/>
                  </a:lnTo>
                  <a:lnTo>
                    <a:pt x="1667208" y="559256"/>
                  </a:lnTo>
                  <a:lnTo>
                    <a:pt x="1676967" y="553570"/>
                  </a:lnTo>
                  <a:lnTo>
                    <a:pt x="1686711" y="565959"/>
                  </a:lnTo>
                  <a:lnTo>
                    <a:pt x="1696470" y="554503"/>
                  </a:lnTo>
                  <a:lnTo>
                    <a:pt x="1706214" y="546073"/>
                  </a:lnTo>
                  <a:lnTo>
                    <a:pt x="1715958" y="522038"/>
                  </a:lnTo>
                  <a:lnTo>
                    <a:pt x="1725716" y="530286"/>
                  </a:lnTo>
                  <a:lnTo>
                    <a:pt x="1735460" y="552111"/>
                  </a:lnTo>
                  <a:lnTo>
                    <a:pt x="1745219" y="523324"/>
                  </a:lnTo>
                  <a:lnTo>
                    <a:pt x="1754963" y="533559"/>
                  </a:lnTo>
                  <a:lnTo>
                    <a:pt x="1764707" y="524560"/>
                  </a:lnTo>
                  <a:lnTo>
                    <a:pt x="1774466" y="521525"/>
                  </a:lnTo>
                  <a:lnTo>
                    <a:pt x="1784210" y="502154"/>
                  </a:lnTo>
                  <a:lnTo>
                    <a:pt x="1793969" y="509363"/>
                  </a:lnTo>
                  <a:lnTo>
                    <a:pt x="1803713" y="481131"/>
                  </a:lnTo>
                  <a:lnTo>
                    <a:pt x="1813457" y="497300"/>
                  </a:lnTo>
                  <a:lnTo>
                    <a:pt x="1823215" y="503816"/>
                  </a:lnTo>
                  <a:lnTo>
                    <a:pt x="1832959" y="516271"/>
                  </a:lnTo>
                  <a:lnTo>
                    <a:pt x="1842703" y="542753"/>
                  </a:lnTo>
                  <a:lnTo>
                    <a:pt x="1852462" y="544097"/>
                  </a:lnTo>
                  <a:lnTo>
                    <a:pt x="1862206" y="544680"/>
                  </a:lnTo>
                  <a:lnTo>
                    <a:pt x="1871965" y="556119"/>
                  </a:lnTo>
                  <a:lnTo>
                    <a:pt x="1881709" y="541095"/>
                  </a:lnTo>
                  <a:lnTo>
                    <a:pt x="1891453" y="565299"/>
                  </a:lnTo>
                  <a:lnTo>
                    <a:pt x="1901212" y="555887"/>
                  </a:lnTo>
                  <a:lnTo>
                    <a:pt x="1910956" y="599322"/>
                  </a:lnTo>
                  <a:lnTo>
                    <a:pt x="1920714" y="604462"/>
                  </a:lnTo>
                  <a:lnTo>
                    <a:pt x="1930458" y="621209"/>
                  </a:lnTo>
                  <a:lnTo>
                    <a:pt x="1940202" y="612791"/>
                  </a:lnTo>
                  <a:lnTo>
                    <a:pt x="1949961" y="641888"/>
                  </a:lnTo>
                  <a:lnTo>
                    <a:pt x="1959705" y="623309"/>
                  </a:lnTo>
                  <a:lnTo>
                    <a:pt x="1969464" y="611986"/>
                  </a:lnTo>
                  <a:lnTo>
                    <a:pt x="1979208" y="616143"/>
                  </a:lnTo>
                  <a:lnTo>
                    <a:pt x="1988952" y="619510"/>
                  </a:lnTo>
                  <a:lnTo>
                    <a:pt x="1998711" y="606995"/>
                  </a:lnTo>
                  <a:lnTo>
                    <a:pt x="2008454" y="582391"/>
                  </a:lnTo>
                  <a:lnTo>
                    <a:pt x="2018213" y="570399"/>
                  </a:lnTo>
                  <a:lnTo>
                    <a:pt x="2027957" y="540131"/>
                  </a:lnTo>
                  <a:lnTo>
                    <a:pt x="2037701" y="524584"/>
                  </a:lnTo>
                  <a:lnTo>
                    <a:pt x="2047460" y="529286"/>
                  </a:lnTo>
                  <a:lnTo>
                    <a:pt x="2057204" y="521536"/>
                  </a:lnTo>
                  <a:lnTo>
                    <a:pt x="2066963" y="561695"/>
                  </a:lnTo>
                  <a:lnTo>
                    <a:pt x="2076707" y="531804"/>
                  </a:lnTo>
                  <a:lnTo>
                    <a:pt x="2086451" y="531347"/>
                  </a:lnTo>
                  <a:lnTo>
                    <a:pt x="2096210" y="535186"/>
                  </a:lnTo>
                  <a:lnTo>
                    <a:pt x="2105954" y="549118"/>
                  </a:lnTo>
                  <a:lnTo>
                    <a:pt x="2115697" y="555109"/>
                  </a:lnTo>
                  <a:lnTo>
                    <a:pt x="2125456" y="549212"/>
                  </a:lnTo>
                  <a:lnTo>
                    <a:pt x="2135200" y="538774"/>
                  </a:lnTo>
                  <a:lnTo>
                    <a:pt x="2144959" y="538534"/>
                  </a:lnTo>
                  <a:lnTo>
                    <a:pt x="2154703" y="546171"/>
                  </a:lnTo>
                  <a:lnTo>
                    <a:pt x="2164447" y="543963"/>
                  </a:lnTo>
                  <a:lnTo>
                    <a:pt x="2174206" y="576121"/>
                  </a:lnTo>
                  <a:lnTo>
                    <a:pt x="2183950" y="584995"/>
                  </a:lnTo>
                  <a:lnTo>
                    <a:pt x="2193709" y="589654"/>
                  </a:lnTo>
                  <a:lnTo>
                    <a:pt x="2203452" y="591577"/>
                  </a:lnTo>
                  <a:lnTo>
                    <a:pt x="2213196" y="584953"/>
                  </a:lnTo>
                  <a:lnTo>
                    <a:pt x="2222955" y="571060"/>
                  </a:lnTo>
                  <a:lnTo>
                    <a:pt x="2232699" y="590974"/>
                  </a:lnTo>
                  <a:lnTo>
                    <a:pt x="2242458" y="616068"/>
                  </a:lnTo>
                  <a:lnTo>
                    <a:pt x="2252202" y="621879"/>
                  </a:lnTo>
                  <a:lnTo>
                    <a:pt x="2261946" y="603613"/>
                  </a:lnTo>
                  <a:lnTo>
                    <a:pt x="2271705" y="576468"/>
                  </a:lnTo>
                  <a:lnTo>
                    <a:pt x="2281449" y="615666"/>
                  </a:lnTo>
                  <a:lnTo>
                    <a:pt x="2291208" y="601140"/>
                  </a:lnTo>
                  <a:lnTo>
                    <a:pt x="2300951" y="584663"/>
                  </a:lnTo>
                  <a:lnTo>
                    <a:pt x="2310695" y="615577"/>
                  </a:lnTo>
                  <a:lnTo>
                    <a:pt x="2320454" y="618765"/>
                  </a:lnTo>
                  <a:lnTo>
                    <a:pt x="2330198" y="614489"/>
                  </a:lnTo>
                  <a:lnTo>
                    <a:pt x="2339957" y="615234"/>
                  </a:lnTo>
                  <a:lnTo>
                    <a:pt x="2349701" y="599769"/>
                  </a:lnTo>
                  <a:lnTo>
                    <a:pt x="2359445" y="624099"/>
                  </a:lnTo>
                  <a:lnTo>
                    <a:pt x="2369204" y="627556"/>
                  </a:lnTo>
                  <a:lnTo>
                    <a:pt x="2378948" y="612344"/>
                  </a:lnTo>
                  <a:lnTo>
                    <a:pt x="2388692" y="625753"/>
                  </a:lnTo>
                  <a:lnTo>
                    <a:pt x="2398450" y="642618"/>
                  </a:lnTo>
                  <a:lnTo>
                    <a:pt x="2408194" y="636480"/>
                  </a:lnTo>
                  <a:lnTo>
                    <a:pt x="2417953" y="650440"/>
                  </a:lnTo>
                  <a:lnTo>
                    <a:pt x="2427697" y="639505"/>
                  </a:lnTo>
                  <a:lnTo>
                    <a:pt x="2437441" y="639728"/>
                  </a:lnTo>
                  <a:lnTo>
                    <a:pt x="2447200" y="637463"/>
                  </a:lnTo>
                  <a:lnTo>
                    <a:pt x="2456944" y="655163"/>
                  </a:lnTo>
                  <a:lnTo>
                    <a:pt x="2466703" y="633470"/>
                  </a:lnTo>
                  <a:lnTo>
                    <a:pt x="2476446" y="628152"/>
                  </a:lnTo>
                  <a:lnTo>
                    <a:pt x="2486190" y="642127"/>
                  </a:lnTo>
                  <a:lnTo>
                    <a:pt x="2495949" y="627824"/>
                  </a:lnTo>
                  <a:lnTo>
                    <a:pt x="2505693" y="632040"/>
                  </a:lnTo>
                  <a:lnTo>
                    <a:pt x="2515452" y="629224"/>
                  </a:lnTo>
                  <a:lnTo>
                    <a:pt x="2525196" y="640637"/>
                  </a:lnTo>
                  <a:lnTo>
                    <a:pt x="2534940" y="634647"/>
                  </a:lnTo>
                  <a:lnTo>
                    <a:pt x="2544699" y="628300"/>
                  </a:lnTo>
                  <a:lnTo>
                    <a:pt x="2554443" y="635988"/>
                  </a:lnTo>
                  <a:lnTo>
                    <a:pt x="2564202" y="613819"/>
                  </a:lnTo>
                  <a:lnTo>
                    <a:pt x="2573946" y="617439"/>
                  </a:lnTo>
                  <a:lnTo>
                    <a:pt x="2583690" y="634484"/>
                  </a:lnTo>
                  <a:lnTo>
                    <a:pt x="2593448" y="595999"/>
                  </a:lnTo>
                  <a:lnTo>
                    <a:pt x="2603192" y="602644"/>
                  </a:lnTo>
                  <a:lnTo>
                    <a:pt x="2612951" y="577592"/>
                  </a:lnTo>
                  <a:lnTo>
                    <a:pt x="2622695" y="585652"/>
                  </a:lnTo>
                  <a:lnTo>
                    <a:pt x="2632439" y="585095"/>
                  </a:lnTo>
                  <a:lnTo>
                    <a:pt x="2642198" y="562326"/>
                  </a:lnTo>
                  <a:lnTo>
                    <a:pt x="2651942" y="575342"/>
                  </a:lnTo>
                  <a:lnTo>
                    <a:pt x="2661685" y="646552"/>
                  </a:lnTo>
                  <a:lnTo>
                    <a:pt x="2671444" y="631861"/>
                  </a:lnTo>
                  <a:lnTo>
                    <a:pt x="2681188" y="594749"/>
                  </a:lnTo>
                  <a:lnTo>
                    <a:pt x="2690947" y="618363"/>
                  </a:lnTo>
                  <a:lnTo>
                    <a:pt x="2700691" y="624039"/>
                  </a:lnTo>
                  <a:lnTo>
                    <a:pt x="2710435" y="607636"/>
                  </a:lnTo>
                  <a:lnTo>
                    <a:pt x="2720194" y="592833"/>
                  </a:lnTo>
                  <a:lnTo>
                    <a:pt x="2729938" y="579238"/>
                  </a:lnTo>
                  <a:lnTo>
                    <a:pt x="2739697" y="546152"/>
                  </a:lnTo>
                  <a:lnTo>
                    <a:pt x="2749441" y="535575"/>
                  </a:lnTo>
                  <a:lnTo>
                    <a:pt x="2759185" y="526193"/>
                  </a:lnTo>
                  <a:lnTo>
                    <a:pt x="2768943" y="518088"/>
                  </a:lnTo>
                  <a:lnTo>
                    <a:pt x="2778687" y="535438"/>
                  </a:lnTo>
                  <a:lnTo>
                    <a:pt x="2788446" y="509964"/>
                  </a:lnTo>
                  <a:lnTo>
                    <a:pt x="2798190" y="505372"/>
                  </a:lnTo>
                  <a:lnTo>
                    <a:pt x="2807934" y="474774"/>
                  </a:lnTo>
                  <a:lnTo>
                    <a:pt x="2817693" y="449024"/>
                  </a:lnTo>
                  <a:lnTo>
                    <a:pt x="2827437" y="447786"/>
                  </a:lnTo>
                  <a:lnTo>
                    <a:pt x="2837196" y="456491"/>
                  </a:lnTo>
                  <a:lnTo>
                    <a:pt x="2846940" y="417097"/>
                  </a:lnTo>
                  <a:lnTo>
                    <a:pt x="2856684" y="392168"/>
                  </a:lnTo>
                  <a:lnTo>
                    <a:pt x="2866442" y="381722"/>
                  </a:lnTo>
                  <a:lnTo>
                    <a:pt x="2876186" y="374134"/>
                  </a:lnTo>
                  <a:lnTo>
                    <a:pt x="2885945" y="396533"/>
                  </a:lnTo>
                  <a:lnTo>
                    <a:pt x="2895689" y="382436"/>
                  </a:lnTo>
                  <a:lnTo>
                    <a:pt x="2905433" y="366037"/>
                  </a:lnTo>
                  <a:lnTo>
                    <a:pt x="2915192" y="40197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5" name="Freeform 1224">
              <a:extLst>
                <a:ext uri="{FF2B5EF4-FFF2-40B4-BE49-F238E27FC236}">
                  <a16:creationId xmlns:a16="http://schemas.microsoft.com/office/drawing/2014/main" id="{318965A3-B90A-FF3F-ED9F-021091C012C7}"/>
                </a:ext>
              </a:extLst>
            </p:cNvPr>
            <p:cNvSpPr/>
            <p:nvPr/>
          </p:nvSpPr>
          <p:spPr>
            <a:xfrm>
              <a:off x="4426652" y="3632398"/>
              <a:ext cx="2915191" cy="747523"/>
            </a:xfrm>
            <a:custGeom>
              <a:avLst/>
              <a:gdLst>
                <a:gd name="connsiteX0" fmla="*/ 0 w 2915191"/>
                <a:gd name="connsiteY0" fmla="*/ 44189 h 747523"/>
                <a:gd name="connsiteX1" fmla="*/ 9750 w 2915191"/>
                <a:gd name="connsiteY1" fmla="*/ 87183 h 747523"/>
                <a:gd name="connsiteX2" fmla="*/ 19500 w 2915191"/>
                <a:gd name="connsiteY2" fmla="*/ 103824 h 747523"/>
                <a:gd name="connsiteX3" fmla="*/ 29250 w 2915191"/>
                <a:gd name="connsiteY3" fmla="*/ 78975 h 747523"/>
                <a:gd name="connsiteX4" fmla="*/ 39000 w 2915191"/>
                <a:gd name="connsiteY4" fmla="*/ 61116 h 747523"/>
                <a:gd name="connsiteX5" fmla="*/ 48749 w 2915191"/>
                <a:gd name="connsiteY5" fmla="*/ 51790 h 747523"/>
                <a:gd name="connsiteX6" fmla="*/ 58499 w 2915191"/>
                <a:gd name="connsiteY6" fmla="*/ 24941 h 747523"/>
                <a:gd name="connsiteX7" fmla="*/ 68249 w 2915191"/>
                <a:gd name="connsiteY7" fmla="*/ 264 h 747523"/>
                <a:gd name="connsiteX8" fmla="*/ 77998 w 2915191"/>
                <a:gd name="connsiteY8" fmla="*/ 43177 h 747523"/>
                <a:gd name="connsiteX9" fmla="*/ 87748 w 2915191"/>
                <a:gd name="connsiteY9" fmla="*/ 9409 h 747523"/>
                <a:gd name="connsiteX10" fmla="*/ 97497 w 2915191"/>
                <a:gd name="connsiteY10" fmla="*/ 7518 h 747523"/>
                <a:gd name="connsiteX11" fmla="*/ 107247 w 2915191"/>
                <a:gd name="connsiteY11" fmla="*/ 39172 h 747523"/>
                <a:gd name="connsiteX12" fmla="*/ 116997 w 2915191"/>
                <a:gd name="connsiteY12" fmla="*/ 11070 h 747523"/>
                <a:gd name="connsiteX13" fmla="*/ 126747 w 2915191"/>
                <a:gd name="connsiteY13" fmla="*/ 0 h 747523"/>
                <a:gd name="connsiteX14" fmla="*/ 136497 w 2915191"/>
                <a:gd name="connsiteY14" fmla="*/ 19284 h 747523"/>
                <a:gd name="connsiteX15" fmla="*/ 146247 w 2915191"/>
                <a:gd name="connsiteY15" fmla="*/ 36301 h 747523"/>
                <a:gd name="connsiteX16" fmla="*/ 155997 w 2915191"/>
                <a:gd name="connsiteY16" fmla="*/ 11125 h 747523"/>
                <a:gd name="connsiteX17" fmla="*/ 165747 w 2915191"/>
                <a:gd name="connsiteY17" fmla="*/ 5954 h 747523"/>
                <a:gd name="connsiteX18" fmla="*/ 175497 w 2915191"/>
                <a:gd name="connsiteY18" fmla="*/ 49202 h 747523"/>
                <a:gd name="connsiteX19" fmla="*/ 185247 w 2915191"/>
                <a:gd name="connsiteY19" fmla="*/ 39421 h 747523"/>
                <a:gd name="connsiteX20" fmla="*/ 194996 w 2915191"/>
                <a:gd name="connsiteY20" fmla="*/ 19687 h 747523"/>
                <a:gd name="connsiteX21" fmla="*/ 204746 w 2915191"/>
                <a:gd name="connsiteY21" fmla="*/ 37113 h 747523"/>
                <a:gd name="connsiteX22" fmla="*/ 214495 w 2915191"/>
                <a:gd name="connsiteY22" fmla="*/ 49907 h 747523"/>
                <a:gd name="connsiteX23" fmla="*/ 224245 w 2915191"/>
                <a:gd name="connsiteY23" fmla="*/ 38527 h 747523"/>
                <a:gd name="connsiteX24" fmla="*/ 233995 w 2915191"/>
                <a:gd name="connsiteY24" fmla="*/ 40232 h 747523"/>
                <a:gd name="connsiteX25" fmla="*/ 243744 w 2915191"/>
                <a:gd name="connsiteY25" fmla="*/ 71467 h 747523"/>
                <a:gd name="connsiteX26" fmla="*/ 253494 w 2915191"/>
                <a:gd name="connsiteY26" fmla="*/ 76788 h 747523"/>
                <a:gd name="connsiteX27" fmla="*/ 263244 w 2915191"/>
                <a:gd name="connsiteY27" fmla="*/ 95347 h 747523"/>
                <a:gd name="connsiteX28" fmla="*/ 272994 w 2915191"/>
                <a:gd name="connsiteY28" fmla="*/ 124698 h 747523"/>
                <a:gd name="connsiteX29" fmla="*/ 282744 w 2915191"/>
                <a:gd name="connsiteY29" fmla="*/ 87412 h 747523"/>
                <a:gd name="connsiteX30" fmla="*/ 292494 w 2915191"/>
                <a:gd name="connsiteY30" fmla="*/ 86518 h 747523"/>
                <a:gd name="connsiteX31" fmla="*/ 302244 w 2915191"/>
                <a:gd name="connsiteY31" fmla="*/ 71098 h 747523"/>
                <a:gd name="connsiteX32" fmla="*/ 311994 w 2915191"/>
                <a:gd name="connsiteY32" fmla="*/ 40838 h 747523"/>
                <a:gd name="connsiteX33" fmla="*/ 321744 w 2915191"/>
                <a:gd name="connsiteY33" fmla="*/ 18598 h 747523"/>
                <a:gd name="connsiteX34" fmla="*/ 331493 w 2915191"/>
                <a:gd name="connsiteY34" fmla="*/ 55295 h 747523"/>
                <a:gd name="connsiteX35" fmla="*/ 341243 w 2915191"/>
                <a:gd name="connsiteY35" fmla="*/ 29542 h 747523"/>
                <a:gd name="connsiteX36" fmla="*/ 350993 w 2915191"/>
                <a:gd name="connsiteY36" fmla="*/ 39914 h 747523"/>
                <a:gd name="connsiteX37" fmla="*/ 360742 w 2915191"/>
                <a:gd name="connsiteY37" fmla="*/ 59319 h 747523"/>
                <a:gd name="connsiteX38" fmla="*/ 370492 w 2915191"/>
                <a:gd name="connsiteY38" fmla="*/ 71907 h 747523"/>
                <a:gd name="connsiteX39" fmla="*/ 380241 w 2915191"/>
                <a:gd name="connsiteY39" fmla="*/ 96577 h 747523"/>
                <a:gd name="connsiteX40" fmla="*/ 389991 w 2915191"/>
                <a:gd name="connsiteY40" fmla="*/ 82070 h 747523"/>
                <a:gd name="connsiteX41" fmla="*/ 399741 w 2915191"/>
                <a:gd name="connsiteY41" fmla="*/ 81277 h 747523"/>
                <a:gd name="connsiteX42" fmla="*/ 409491 w 2915191"/>
                <a:gd name="connsiteY42" fmla="*/ 86143 h 747523"/>
                <a:gd name="connsiteX43" fmla="*/ 419241 w 2915191"/>
                <a:gd name="connsiteY43" fmla="*/ 115917 h 747523"/>
                <a:gd name="connsiteX44" fmla="*/ 428991 w 2915191"/>
                <a:gd name="connsiteY44" fmla="*/ 118888 h 747523"/>
                <a:gd name="connsiteX45" fmla="*/ 438741 w 2915191"/>
                <a:gd name="connsiteY45" fmla="*/ 143278 h 747523"/>
                <a:gd name="connsiteX46" fmla="*/ 448491 w 2915191"/>
                <a:gd name="connsiteY46" fmla="*/ 161048 h 747523"/>
                <a:gd name="connsiteX47" fmla="*/ 458241 w 2915191"/>
                <a:gd name="connsiteY47" fmla="*/ 172994 h 747523"/>
                <a:gd name="connsiteX48" fmla="*/ 467991 w 2915191"/>
                <a:gd name="connsiteY48" fmla="*/ 207392 h 747523"/>
                <a:gd name="connsiteX49" fmla="*/ 477740 w 2915191"/>
                <a:gd name="connsiteY49" fmla="*/ 227405 h 747523"/>
                <a:gd name="connsiteX50" fmla="*/ 487490 w 2915191"/>
                <a:gd name="connsiteY50" fmla="*/ 200841 h 747523"/>
                <a:gd name="connsiteX51" fmla="*/ 497239 w 2915191"/>
                <a:gd name="connsiteY51" fmla="*/ 201646 h 747523"/>
                <a:gd name="connsiteX52" fmla="*/ 506989 w 2915191"/>
                <a:gd name="connsiteY52" fmla="*/ 212194 h 747523"/>
                <a:gd name="connsiteX53" fmla="*/ 516738 w 2915191"/>
                <a:gd name="connsiteY53" fmla="*/ 196383 h 747523"/>
                <a:gd name="connsiteX54" fmla="*/ 526488 w 2915191"/>
                <a:gd name="connsiteY54" fmla="*/ 230228 h 747523"/>
                <a:gd name="connsiteX55" fmla="*/ 536238 w 2915191"/>
                <a:gd name="connsiteY55" fmla="*/ 233692 h 747523"/>
                <a:gd name="connsiteX56" fmla="*/ 545988 w 2915191"/>
                <a:gd name="connsiteY56" fmla="*/ 233407 h 747523"/>
                <a:gd name="connsiteX57" fmla="*/ 555738 w 2915191"/>
                <a:gd name="connsiteY57" fmla="*/ 198560 h 747523"/>
                <a:gd name="connsiteX58" fmla="*/ 565488 w 2915191"/>
                <a:gd name="connsiteY58" fmla="*/ 234900 h 747523"/>
                <a:gd name="connsiteX59" fmla="*/ 575238 w 2915191"/>
                <a:gd name="connsiteY59" fmla="*/ 253426 h 747523"/>
                <a:gd name="connsiteX60" fmla="*/ 584988 w 2915191"/>
                <a:gd name="connsiteY60" fmla="*/ 206625 h 747523"/>
                <a:gd name="connsiteX61" fmla="*/ 594738 w 2915191"/>
                <a:gd name="connsiteY61" fmla="*/ 205038 h 747523"/>
                <a:gd name="connsiteX62" fmla="*/ 604488 w 2915191"/>
                <a:gd name="connsiteY62" fmla="*/ 224765 h 747523"/>
                <a:gd name="connsiteX63" fmla="*/ 614237 w 2915191"/>
                <a:gd name="connsiteY63" fmla="*/ 277641 h 747523"/>
                <a:gd name="connsiteX64" fmla="*/ 623987 w 2915191"/>
                <a:gd name="connsiteY64" fmla="*/ 282296 h 747523"/>
                <a:gd name="connsiteX65" fmla="*/ 633736 w 2915191"/>
                <a:gd name="connsiteY65" fmla="*/ 281107 h 747523"/>
                <a:gd name="connsiteX66" fmla="*/ 643486 w 2915191"/>
                <a:gd name="connsiteY66" fmla="*/ 275211 h 747523"/>
                <a:gd name="connsiteX67" fmla="*/ 653236 w 2915191"/>
                <a:gd name="connsiteY67" fmla="*/ 228784 h 747523"/>
                <a:gd name="connsiteX68" fmla="*/ 662985 w 2915191"/>
                <a:gd name="connsiteY68" fmla="*/ 264065 h 747523"/>
                <a:gd name="connsiteX69" fmla="*/ 672735 w 2915191"/>
                <a:gd name="connsiteY69" fmla="*/ 277273 h 747523"/>
                <a:gd name="connsiteX70" fmla="*/ 682485 w 2915191"/>
                <a:gd name="connsiteY70" fmla="*/ 291804 h 747523"/>
                <a:gd name="connsiteX71" fmla="*/ 692235 w 2915191"/>
                <a:gd name="connsiteY71" fmla="*/ 306101 h 747523"/>
                <a:gd name="connsiteX72" fmla="*/ 701985 w 2915191"/>
                <a:gd name="connsiteY72" fmla="*/ 331473 h 747523"/>
                <a:gd name="connsiteX73" fmla="*/ 711735 w 2915191"/>
                <a:gd name="connsiteY73" fmla="*/ 350145 h 747523"/>
                <a:gd name="connsiteX74" fmla="*/ 721485 w 2915191"/>
                <a:gd name="connsiteY74" fmla="*/ 361734 h 747523"/>
                <a:gd name="connsiteX75" fmla="*/ 731235 w 2915191"/>
                <a:gd name="connsiteY75" fmla="*/ 357918 h 747523"/>
                <a:gd name="connsiteX76" fmla="*/ 740985 w 2915191"/>
                <a:gd name="connsiteY76" fmla="*/ 354502 h 747523"/>
                <a:gd name="connsiteX77" fmla="*/ 750734 w 2915191"/>
                <a:gd name="connsiteY77" fmla="*/ 361244 h 747523"/>
                <a:gd name="connsiteX78" fmla="*/ 760484 w 2915191"/>
                <a:gd name="connsiteY78" fmla="*/ 355290 h 747523"/>
                <a:gd name="connsiteX79" fmla="*/ 770233 w 2915191"/>
                <a:gd name="connsiteY79" fmla="*/ 340844 h 747523"/>
                <a:gd name="connsiteX80" fmla="*/ 779983 w 2915191"/>
                <a:gd name="connsiteY80" fmla="*/ 377563 h 747523"/>
                <a:gd name="connsiteX81" fmla="*/ 789733 w 2915191"/>
                <a:gd name="connsiteY81" fmla="*/ 384733 h 747523"/>
                <a:gd name="connsiteX82" fmla="*/ 799482 w 2915191"/>
                <a:gd name="connsiteY82" fmla="*/ 385940 h 747523"/>
                <a:gd name="connsiteX83" fmla="*/ 809232 w 2915191"/>
                <a:gd name="connsiteY83" fmla="*/ 392108 h 747523"/>
                <a:gd name="connsiteX84" fmla="*/ 818982 w 2915191"/>
                <a:gd name="connsiteY84" fmla="*/ 422562 h 747523"/>
                <a:gd name="connsiteX85" fmla="*/ 828732 w 2915191"/>
                <a:gd name="connsiteY85" fmla="*/ 414815 h 747523"/>
                <a:gd name="connsiteX86" fmla="*/ 838482 w 2915191"/>
                <a:gd name="connsiteY86" fmla="*/ 412773 h 747523"/>
                <a:gd name="connsiteX87" fmla="*/ 848232 w 2915191"/>
                <a:gd name="connsiteY87" fmla="*/ 395103 h 747523"/>
                <a:gd name="connsiteX88" fmla="*/ 857982 w 2915191"/>
                <a:gd name="connsiteY88" fmla="*/ 415351 h 747523"/>
                <a:gd name="connsiteX89" fmla="*/ 867732 w 2915191"/>
                <a:gd name="connsiteY89" fmla="*/ 433572 h 747523"/>
                <a:gd name="connsiteX90" fmla="*/ 877482 w 2915191"/>
                <a:gd name="connsiteY90" fmla="*/ 467333 h 747523"/>
                <a:gd name="connsiteX91" fmla="*/ 887231 w 2915191"/>
                <a:gd name="connsiteY91" fmla="*/ 476586 h 747523"/>
                <a:gd name="connsiteX92" fmla="*/ 896981 w 2915191"/>
                <a:gd name="connsiteY92" fmla="*/ 462119 h 747523"/>
                <a:gd name="connsiteX93" fmla="*/ 906730 w 2915191"/>
                <a:gd name="connsiteY93" fmla="*/ 430890 h 747523"/>
                <a:gd name="connsiteX94" fmla="*/ 916480 w 2915191"/>
                <a:gd name="connsiteY94" fmla="*/ 438996 h 747523"/>
                <a:gd name="connsiteX95" fmla="*/ 926230 w 2915191"/>
                <a:gd name="connsiteY95" fmla="*/ 403819 h 747523"/>
                <a:gd name="connsiteX96" fmla="*/ 935979 w 2915191"/>
                <a:gd name="connsiteY96" fmla="*/ 420640 h 747523"/>
                <a:gd name="connsiteX97" fmla="*/ 945729 w 2915191"/>
                <a:gd name="connsiteY97" fmla="*/ 409347 h 747523"/>
                <a:gd name="connsiteX98" fmla="*/ 955479 w 2915191"/>
                <a:gd name="connsiteY98" fmla="*/ 424603 h 747523"/>
                <a:gd name="connsiteX99" fmla="*/ 965229 w 2915191"/>
                <a:gd name="connsiteY99" fmla="*/ 416319 h 747523"/>
                <a:gd name="connsiteX100" fmla="*/ 974979 w 2915191"/>
                <a:gd name="connsiteY100" fmla="*/ 425512 h 747523"/>
                <a:gd name="connsiteX101" fmla="*/ 984729 w 2915191"/>
                <a:gd name="connsiteY101" fmla="*/ 407931 h 747523"/>
                <a:gd name="connsiteX102" fmla="*/ 994474 w 2915191"/>
                <a:gd name="connsiteY102" fmla="*/ 406367 h 747523"/>
                <a:gd name="connsiteX103" fmla="*/ 1004233 w 2915191"/>
                <a:gd name="connsiteY103" fmla="*/ 423679 h 747523"/>
                <a:gd name="connsiteX104" fmla="*/ 1013977 w 2915191"/>
                <a:gd name="connsiteY104" fmla="*/ 422532 h 747523"/>
                <a:gd name="connsiteX105" fmla="*/ 1023721 w 2915191"/>
                <a:gd name="connsiteY105" fmla="*/ 423784 h 747523"/>
                <a:gd name="connsiteX106" fmla="*/ 1033480 w 2915191"/>
                <a:gd name="connsiteY106" fmla="*/ 428045 h 747523"/>
                <a:gd name="connsiteX107" fmla="*/ 1043224 w 2915191"/>
                <a:gd name="connsiteY107" fmla="*/ 445506 h 747523"/>
                <a:gd name="connsiteX108" fmla="*/ 1052983 w 2915191"/>
                <a:gd name="connsiteY108" fmla="*/ 455295 h 747523"/>
                <a:gd name="connsiteX109" fmla="*/ 1062727 w 2915191"/>
                <a:gd name="connsiteY109" fmla="*/ 454252 h 747523"/>
                <a:gd name="connsiteX110" fmla="*/ 1072471 w 2915191"/>
                <a:gd name="connsiteY110" fmla="*/ 476988 h 747523"/>
                <a:gd name="connsiteX111" fmla="*/ 1082230 w 2915191"/>
                <a:gd name="connsiteY111" fmla="*/ 510928 h 747523"/>
                <a:gd name="connsiteX112" fmla="*/ 1091973 w 2915191"/>
                <a:gd name="connsiteY112" fmla="*/ 514265 h 747523"/>
                <a:gd name="connsiteX113" fmla="*/ 1101732 w 2915191"/>
                <a:gd name="connsiteY113" fmla="*/ 513773 h 747523"/>
                <a:gd name="connsiteX114" fmla="*/ 1111476 w 2915191"/>
                <a:gd name="connsiteY114" fmla="*/ 478776 h 747523"/>
                <a:gd name="connsiteX115" fmla="*/ 1121220 w 2915191"/>
                <a:gd name="connsiteY115" fmla="*/ 466156 h 747523"/>
                <a:gd name="connsiteX116" fmla="*/ 1130979 w 2915191"/>
                <a:gd name="connsiteY116" fmla="*/ 449037 h 747523"/>
                <a:gd name="connsiteX117" fmla="*/ 1140723 w 2915191"/>
                <a:gd name="connsiteY117" fmla="*/ 433736 h 747523"/>
                <a:gd name="connsiteX118" fmla="*/ 1150482 w 2915191"/>
                <a:gd name="connsiteY118" fmla="*/ 423068 h 747523"/>
                <a:gd name="connsiteX119" fmla="*/ 1160226 w 2915191"/>
                <a:gd name="connsiteY119" fmla="*/ 446251 h 747523"/>
                <a:gd name="connsiteX120" fmla="*/ 1169969 w 2915191"/>
                <a:gd name="connsiteY120" fmla="*/ 415366 h 747523"/>
                <a:gd name="connsiteX121" fmla="*/ 1179728 w 2915191"/>
                <a:gd name="connsiteY121" fmla="*/ 400094 h 747523"/>
                <a:gd name="connsiteX122" fmla="*/ 1189472 w 2915191"/>
                <a:gd name="connsiteY122" fmla="*/ 410121 h 747523"/>
                <a:gd name="connsiteX123" fmla="*/ 1199231 w 2915191"/>
                <a:gd name="connsiteY123" fmla="*/ 407976 h 747523"/>
                <a:gd name="connsiteX124" fmla="*/ 1208975 w 2915191"/>
                <a:gd name="connsiteY124" fmla="*/ 382216 h 747523"/>
                <a:gd name="connsiteX125" fmla="*/ 1218719 w 2915191"/>
                <a:gd name="connsiteY125" fmla="*/ 395401 h 747523"/>
                <a:gd name="connsiteX126" fmla="*/ 1228478 w 2915191"/>
                <a:gd name="connsiteY126" fmla="*/ 415485 h 747523"/>
                <a:gd name="connsiteX127" fmla="*/ 1238222 w 2915191"/>
                <a:gd name="connsiteY127" fmla="*/ 448918 h 747523"/>
                <a:gd name="connsiteX128" fmla="*/ 1247966 w 2915191"/>
                <a:gd name="connsiteY128" fmla="*/ 434287 h 747523"/>
                <a:gd name="connsiteX129" fmla="*/ 1257725 w 2915191"/>
                <a:gd name="connsiteY129" fmla="*/ 434675 h 747523"/>
                <a:gd name="connsiteX130" fmla="*/ 1267469 w 2915191"/>
                <a:gd name="connsiteY130" fmla="*/ 454133 h 747523"/>
                <a:gd name="connsiteX131" fmla="*/ 1277227 w 2915191"/>
                <a:gd name="connsiteY131" fmla="*/ 453135 h 747523"/>
                <a:gd name="connsiteX132" fmla="*/ 1286971 w 2915191"/>
                <a:gd name="connsiteY132" fmla="*/ 461687 h 747523"/>
                <a:gd name="connsiteX133" fmla="*/ 1296715 w 2915191"/>
                <a:gd name="connsiteY133" fmla="*/ 459794 h 747523"/>
                <a:gd name="connsiteX134" fmla="*/ 1306474 w 2915191"/>
                <a:gd name="connsiteY134" fmla="*/ 459526 h 747523"/>
                <a:gd name="connsiteX135" fmla="*/ 1316218 w 2915191"/>
                <a:gd name="connsiteY135" fmla="*/ 477048 h 747523"/>
                <a:gd name="connsiteX136" fmla="*/ 1325977 w 2915191"/>
                <a:gd name="connsiteY136" fmla="*/ 498264 h 747523"/>
                <a:gd name="connsiteX137" fmla="*/ 1335721 w 2915191"/>
                <a:gd name="connsiteY137" fmla="*/ 494733 h 747523"/>
                <a:gd name="connsiteX138" fmla="*/ 1345465 w 2915191"/>
                <a:gd name="connsiteY138" fmla="*/ 494539 h 747523"/>
                <a:gd name="connsiteX139" fmla="*/ 1355224 w 2915191"/>
                <a:gd name="connsiteY139" fmla="*/ 505683 h 747523"/>
                <a:gd name="connsiteX140" fmla="*/ 1364967 w 2915191"/>
                <a:gd name="connsiteY140" fmla="*/ 493511 h 747523"/>
                <a:gd name="connsiteX141" fmla="*/ 1374726 w 2915191"/>
                <a:gd name="connsiteY141" fmla="*/ 468302 h 747523"/>
                <a:gd name="connsiteX142" fmla="*/ 1384470 w 2915191"/>
                <a:gd name="connsiteY142" fmla="*/ 480012 h 747523"/>
                <a:gd name="connsiteX143" fmla="*/ 1394214 w 2915191"/>
                <a:gd name="connsiteY143" fmla="*/ 448590 h 747523"/>
                <a:gd name="connsiteX144" fmla="*/ 1403973 w 2915191"/>
                <a:gd name="connsiteY144" fmla="*/ 455965 h 747523"/>
                <a:gd name="connsiteX145" fmla="*/ 1413717 w 2915191"/>
                <a:gd name="connsiteY145" fmla="*/ 474172 h 747523"/>
                <a:gd name="connsiteX146" fmla="*/ 1423476 w 2915191"/>
                <a:gd name="connsiteY146" fmla="*/ 484423 h 747523"/>
                <a:gd name="connsiteX147" fmla="*/ 1433220 w 2915191"/>
                <a:gd name="connsiteY147" fmla="*/ 453269 h 747523"/>
                <a:gd name="connsiteX148" fmla="*/ 1442964 w 2915191"/>
                <a:gd name="connsiteY148" fmla="*/ 445417 h 747523"/>
                <a:gd name="connsiteX149" fmla="*/ 1452722 w 2915191"/>
                <a:gd name="connsiteY149" fmla="*/ 438400 h 747523"/>
                <a:gd name="connsiteX150" fmla="*/ 1462466 w 2915191"/>
                <a:gd name="connsiteY150" fmla="*/ 454178 h 747523"/>
                <a:gd name="connsiteX151" fmla="*/ 1472225 w 2915191"/>
                <a:gd name="connsiteY151" fmla="*/ 430369 h 747523"/>
                <a:gd name="connsiteX152" fmla="*/ 1481969 w 2915191"/>
                <a:gd name="connsiteY152" fmla="*/ 420536 h 747523"/>
                <a:gd name="connsiteX153" fmla="*/ 1491713 w 2915191"/>
                <a:gd name="connsiteY153" fmla="*/ 435479 h 747523"/>
                <a:gd name="connsiteX154" fmla="*/ 1501472 w 2915191"/>
                <a:gd name="connsiteY154" fmla="*/ 451853 h 747523"/>
                <a:gd name="connsiteX155" fmla="*/ 1511216 w 2915191"/>
                <a:gd name="connsiteY155" fmla="*/ 432798 h 747523"/>
                <a:gd name="connsiteX156" fmla="*/ 1520960 w 2915191"/>
                <a:gd name="connsiteY156" fmla="*/ 421743 h 747523"/>
                <a:gd name="connsiteX157" fmla="*/ 1530719 w 2915191"/>
                <a:gd name="connsiteY157" fmla="*/ 422368 h 747523"/>
                <a:gd name="connsiteX158" fmla="*/ 1540463 w 2915191"/>
                <a:gd name="connsiteY158" fmla="*/ 390887 h 747523"/>
                <a:gd name="connsiteX159" fmla="*/ 1550221 w 2915191"/>
                <a:gd name="connsiteY159" fmla="*/ 381107 h 747523"/>
                <a:gd name="connsiteX160" fmla="*/ 1559965 w 2915191"/>
                <a:gd name="connsiteY160" fmla="*/ 385985 h 747523"/>
                <a:gd name="connsiteX161" fmla="*/ 1569709 w 2915191"/>
                <a:gd name="connsiteY161" fmla="*/ 395267 h 747523"/>
                <a:gd name="connsiteX162" fmla="*/ 1579468 w 2915191"/>
                <a:gd name="connsiteY162" fmla="*/ 402568 h 747523"/>
                <a:gd name="connsiteX163" fmla="*/ 1589212 w 2915191"/>
                <a:gd name="connsiteY163" fmla="*/ 415783 h 747523"/>
                <a:gd name="connsiteX164" fmla="*/ 1598971 w 2915191"/>
                <a:gd name="connsiteY164" fmla="*/ 385449 h 747523"/>
                <a:gd name="connsiteX165" fmla="*/ 1608715 w 2915191"/>
                <a:gd name="connsiteY165" fmla="*/ 399185 h 747523"/>
                <a:gd name="connsiteX166" fmla="*/ 1618459 w 2915191"/>
                <a:gd name="connsiteY166" fmla="*/ 406605 h 747523"/>
                <a:gd name="connsiteX167" fmla="*/ 1628218 w 2915191"/>
                <a:gd name="connsiteY167" fmla="*/ 441528 h 747523"/>
                <a:gd name="connsiteX168" fmla="*/ 1637962 w 2915191"/>
                <a:gd name="connsiteY168" fmla="*/ 442586 h 747523"/>
                <a:gd name="connsiteX169" fmla="*/ 1647720 w 2915191"/>
                <a:gd name="connsiteY169" fmla="*/ 438161 h 747523"/>
                <a:gd name="connsiteX170" fmla="*/ 1657464 w 2915191"/>
                <a:gd name="connsiteY170" fmla="*/ 420744 h 747523"/>
                <a:gd name="connsiteX171" fmla="*/ 1667208 w 2915191"/>
                <a:gd name="connsiteY171" fmla="*/ 428849 h 747523"/>
                <a:gd name="connsiteX172" fmla="*/ 1676967 w 2915191"/>
                <a:gd name="connsiteY172" fmla="*/ 408482 h 747523"/>
                <a:gd name="connsiteX173" fmla="*/ 1686711 w 2915191"/>
                <a:gd name="connsiteY173" fmla="*/ 403357 h 747523"/>
                <a:gd name="connsiteX174" fmla="*/ 1696470 w 2915191"/>
                <a:gd name="connsiteY174" fmla="*/ 378334 h 747523"/>
                <a:gd name="connsiteX175" fmla="*/ 1706214 w 2915191"/>
                <a:gd name="connsiteY175" fmla="*/ 387743 h 747523"/>
                <a:gd name="connsiteX176" fmla="*/ 1715958 w 2915191"/>
                <a:gd name="connsiteY176" fmla="*/ 425959 h 747523"/>
                <a:gd name="connsiteX177" fmla="*/ 1725716 w 2915191"/>
                <a:gd name="connsiteY177" fmla="*/ 441901 h 747523"/>
                <a:gd name="connsiteX178" fmla="*/ 1735460 w 2915191"/>
                <a:gd name="connsiteY178" fmla="*/ 367123 h 747523"/>
                <a:gd name="connsiteX179" fmla="*/ 1745219 w 2915191"/>
                <a:gd name="connsiteY179" fmla="*/ 409212 h 747523"/>
                <a:gd name="connsiteX180" fmla="*/ 1754963 w 2915191"/>
                <a:gd name="connsiteY180" fmla="*/ 369860 h 747523"/>
                <a:gd name="connsiteX181" fmla="*/ 1764707 w 2915191"/>
                <a:gd name="connsiteY181" fmla="*/ 389397 h 747523"/>
                <a:gd name="connsiteX182" fmla="*/ 1774466 w 2915191"/>
                <a:gd name="connsiteY182" fmla="*/ 348562 h 747523"/>
                <a:gd name="connsiteX183" fmla="*/ 1784210 w 2915191"/>
                <a:gd name="connsiteY183" fmla="*/ 339867 h 747523"/>
                <a:gd name="connsiteX184" fmla="*/ 1793969 w 2915191"/>
                <a:gd name="connsiteY184" fmla="*/ 385329 h 747523"/>
                <a:gd name="connsiteX185" fmla="*/ 1803713 w 2915191"/>
                <a:gd name="connsiteY185" fmla="*/ 397606 h 747523"/>
                <a:gd name="connsiteX186" fmla="*/ 1813457 w 2915191"/>
                <a:gd name="connsiteY186" fmla="*/ 397502 h 747523"/>
                <a:gd name="connsiteX187" fmla="*/ 1823215 w 2915191"/>
                <a:gd name="connsiteY187" fmla="*/ 397487 h 747523"/>
                <a:gd name="connsiteX188" fmla="*/ 1832959 w 2915191"/>
                <a:gd name="connsiteY188" fmla="*/ 434854 h 747523"/>
                <a:gd name="connsiteX189" fmla="*/ 1842703 w 2915191"/>
                <a:gd name="connsiteY189" fmla="*/ 421102 h 747523"/>
                <a:gd name="connsiteX190" fmla="*/ 1852462 w 2915191"/>
                <a:gd name="connsiteY190" fmla="*/ 389144 h 747523"/>
                <a:gd name="connsiteX191" fmla="*/ 1862206 w 2915191"/>
                <a:gd name="connsiteY191" fmla="*/ 384942 h 747523"/>
                <a:gd name="connsiteX192" fmla="*/ 1871965 w 2915191"/>
                <a:gd name="connsiteY192" fmla="*/ 349439 h 747523"/>
                <a:gd name="connsiteX193" fmla="*/ 1881709 w 2915191"/>
                <a:gd name="connsiteY193" fmla="*/ 361296 h 747523"/>
                <a:gd name="connsiteX194" fmla="*/ 1891453 w 2915191"/>
                <a:gd name="connsiteY194" fmla="*/ 380054 h 747523"/>
                <a:gd name="connsiteX195" fmla="*/ 1901212 w 2915191"/>
                <a:gd name="connsiteY195" fmla="*/ 386596 h 747523"/>
                <a:gd name="connsiteX196" fmla="*/ 1910956 w 2915191"/>
                <a:gd name="connsiteY196" fmla="*/ 376974 h 747523"/>
                <a:gd name="connsiteX197" fmla="*/ 1920714 w 2915191"/>
                <a:gd name="connsiteY197" fmla="*/ 386611 h 747523"/>
                <a:gd name="connsiteX198" fmla="*/ 1930458 w 2915191"/>
                <a:gd name="connsiteY198" fmla="*/ 388682 h 747523"/>
                <a:gd name="connsiteX199" fmla="*/ 1940202 w 2915191"/>
                <a:gd name="connsiteY199" fmla="*/ 425169 h 747523"/>
                <a:gd name="connsiteX200" fmla="*/ 1949961 w 2915191"/>
                <a:gd name="connsiteY200" fmla="*/ 391676 h 747523"/>
                <a:gd name="connsiteX201" fmla="*/ 1959705 w 2915191"/>
                <a:gd name="connsiteY201" fmla="*/ 398560 h 747523"/>
                <a:gd name="connsiteX202" fmla="*/ 1969464 w 2915191"/>
                <a:gd name="connsiteY202" fmla="*/ 404326 h 747523"/>
                <a:gd name="connsiteX203" fmla="*/ 1979208 w 2915191"/>
                <a:gd name="connsiteY203" fmla="*/ 451809 h 747523"/>
                <a:gd name="connsiteX204" fmla="*/ 1988952 w 2915191"/>
                <a:gd name="connsiteY204" fmla="*/ 400288 h 747523"/>
                <a:gd name="connsiteX205" fmla="*/ 1998711 w 2915191"/>
                <a:gd name="connsiteY205" fmla="*/ 407961 h 747523"/>
                <a:gd name="connsiteX206" fmla="*/ 2008454 w 2915191"/>
                <a:gd name="connsiteY206" fmla="*/ 431248 h 747523"/>
                <a:gd name="connsiteX207" fmla="*/ 2018213 w 2915191"/>
                <a:gd name="connsiteY207" fmla="*/ 422979 h 747523"/>
                <a:gd name="connsiteX208" fmla="*/ 2027957 w 2915191"/>
                <a:gd name="connsiteY208" fmla="*/ 388935 h 747523"/>
                <a:gd name="connsiteX209" fmla="*/ 2037701 w 2915191"/>
                <a:gd name="connsiteY209" fmla="*/ 402091 h 747523"/>
                <a:gd name="connsiteX210" fmla="*/ 2047460 w 2915191"/>
                <a:gd name="connsiteY210" fmla="*/ 408736 h 747523"/>
                <a:gd name="connsiteX211" fmla="*/ 2057204 w 2915191"/>
                <a:gd name="connsiteY211" fmla="*/ 429058 h 747523"/>
                <a:gd name="connsiteX212" fmla="*/ 2066963 w 2915191"/>
                <a:gd name="connsiteY212" fmla="*/ 406993 h 747523"/>
                <a:gd name="connsiteX213" fmla="*/ 2076707 w 2915191"/>
                <a:gd name="connsiteY213" fmla="*/ 420670 h 747523"/>
                <a:gd name="connsiteX214" fmla="*/ 2086451 w 2915191"/>
                <a:gd name="connsiteY214" fmla="*/ 381871 h 747523"/>
                <a:gd name="connsiteX215" fmla="*/ 2096210 w 2915191"/>
                <a:gd name="connsiteY215" fmla="*/ 370119 h 747523"/>
                <a:gd name="connsiteX216" fmla="*/ 2105954 w 2915191"/>
                <a:gd name="connsiteY216" fmla="*/ 391274 h 747523"/>
                <a:gd name="connsiteX217" fmla="*/ 2115697 w 2915191"/>
                <a:gd name="connsiteY217" fmla="*/ 388503 h 747523"/>
                <a:gd name="connsiteX218" fmla="*/ 2125456 w 2915191"/>
                <a:gd name="connsiteY218" fmla="*/ 408304 h 747523"/>
                <a:gd name="connsiteX219" fmla="*/ 2135200 w 2915191"/>
                <a:gd name="connsiteY219" fmla="*/ 365736 h 747523"/>
                <a:gd name="connsiteX220" fmla="*/ 2144959 w 2915191"/>
                <a:gd name="connsiteY220" fmla="*/ 399171 h 747523"/>
                <a:gd name="connsiteX221" fmla="*/ 2154703 w 2915191"/>
                <a:gd name="connsiteY221" fmla="*/ 409451 h 747523"/>
                <a:gd name="connsiteX222" fmla="*/ 2164447 w 2915191"/>
                <a:gd name="connsiteY222" fmla="*/ 366856 h 747523"/>
                <a:gd name="connsiteX223" fmla="*/ 2174206 w 2915191"/>
                <a:gd name="connsiteY223" fmla="*/ 369127 h 747523"/>
                <a:gd name="connsiteX224" fmla="*/ 2183950 w 2915191"/>
                <a:gd name="connsiteY224" fmla="*/ 383720 h 747523"/>
                <a:gd name="connsiteX225" fmla="*/ 2193709 w 2915191"/>
                <a:gd name="connsiteY225" fmla="*/ 377925 h 747523"/>
                <a:gd name="connsiteX226" fmla="*/ 2203452 w 2915191"/>
                <a:gd name="connsiteY226" fmla="*/ 357060 h 747523"/>
                <a:gd name="connsiteX227" fmla="*/ 2213196 w 2915191"/>
                <a:gd name="connsiteY227" fmla="*/ 370436 h 747523"/>
                <a:gd name="connsiteX228" fmla="*/ 2222955 w 2915191"/>
                <a:gd name="connsiteY228" fmla="*/ 402791 h 747523"/>
                <a:gd name="connsiteX229" fmla="*/ 2232699 w 2915191"/>
                <a:gd name="connsiteY229" fmla="*/ 436999 h 747523"/>
                <a:gd name="connsiteX230" fmla="*/ 2242458 w 2915191"/>
                <a:gd name="connsiteY230" fmla="*/ 464622 h 747523"/>
                <a:gd name="connsiteX231" fmla="*/ 2252202 w 2915191"/>
                <a:gd name="connsiteY231" fmla="*/ 452285 h 747523"/>
                <a:gd name="connsiteX232" fmla="*/ 2261946 w 2915191"/>
                <a:gd name="connsiteY232" fmla="*/ 439502 h 747523"/>
                <a:gd name="connsiteX233" fmla="*/ 2271705 w 2915191"/>
                <a:gd name="connsiteY233" fmla="*/ 449008 h 747523"/>
                <a:gd name="connsiteX234" fmla="*/ 2281449 w 2915191"/>
                <a:gd name="connsiteY234" fmla="*/ 483454 h 747523"/>
                <a:gd name="connsiteX235" fmla="*/ 2291208 w 2915191"/>
                <a:gd name="connsiteY235" fmla="*/ 514474 h 747523"/>
                <a:gd name="connsiteX236" fmla="*/ 2300951 w 2915191"/>
                <a:gd name="connsiteY236" fmla="*/ 520314 h 747523"/>
                <a:gd name="connsiteX237" fmla="*/ 2310695 w 2915191"/>
                <a:gd name="connsiteY237" fmla="*/ 511553 h 747523"/>
                <a:gd name="connsiteX238" fmla="*/ 2320454 w 2915191"/>
                <a:gd name="connsiteY238" fmla="*/ 495999 h 747523"/>
                <a:gd name="connsiteX239" fmla="*/ 2330198 w 2915191"/>
                <a:gd name="connsiteY239" fmla="*/ 546939 h 747523"/>
                <a:gd name="connsiteX240" fmla="*/ 2339957 w 2915191"/>
                <a:gd name="connsiteY240" fmla="*/ 566039 h 747523"/>
                <a:gd name="connsiteX241" fmla="*/ 2349701 w 2915191"/>
                <a:gd name="connsiteY241" fmla="*/ 579046 h 747523"/>
                <a:gd name="connsiteX242" fmla="*/ 2359445 w 2915191"/>
                <a:gd name="connsiteY242" fmla="*/ 606982 h 747523"/>
                <a:gd name="connsiteX243" fmla="*/ 2369204 w 2915191"/>
                <a:gd name="connsiteY243" fmla="*/ 589639 h 747523"/>
                <a:gd name="connsiteX244" fmla="*/ 2378948 w 2915191"/>
                <a:gd name="connsiteY244" fmla="*/ 566650 h 747523"/>
                <a:gd name="connsiteX245" fmla="*/ 2388692 w 2915191"/>
                <a:gd name="connsiteY245" fmla="*/ 546924 h 747523"/>
                <a:gd name="connsiteX246" fmla="*/ 2398450 w 2915191"/>
                <a:gd name="connsiteY246" fmla="*/ 548890 h 747523"/>
                <a:gd name="connsiteX247" fmla="*/ 2408194 w 2915191"/>
                <a:gd name="connsiteY247" fmla="*/ 567633 h 747523"/>
                <a:gd name="connsiteX248" fmla="*/ 2417953 w 2915191"/>
                <a:gd name="connsiteY248" fmla="*/ 587374 h 747523"/>
                <a:gd name="connsiteX249" fmla="*/ 2427697 w 2915191"/>
                <a:gd name="connsiteY249" fmla="*/ 614893 h 747523"/>
                <a:gd name="connsiteX250" fmla="*/ 2437441 w 2915191"/>
                <a:gd name="connsiteY250" fmla="*/ 586928 h 747523"/>
                <a:gd name="connsiteX251" fmla="*/ 2447200 w 2915191"/>
                <a:gd name="connsiteY251" fmla="*/ 582786 h 747523"/>
                <a:gd name="connsiteX252" fmla="*/ 2456944 w 2915191"/>
                <a:gd name="connsiteY252" fmla="*/ 588075 h 747523"/>
                <a:gd name="connsiteX253" fmla="*/ 2466703 w 2915191"/>
                <a:gd name="connsiteY253" fmla="*/ 608159 h 747523"/>
                <a:gd name="connsiteX254" fmla="*/ 2476446 w 2915191"/>
                <a:gd name="connsiteY254" fmla="*/ 612747 h 747523"/>
                <a:gd name="connsiteX255" fmla="*/ 2486190 w 2915191"/>
                <a:gd name="connsiteY255" fmla="*/ 628958 h 747523"/>
                <a:gd name="connsiteX256" fmla="*/ 2495949 w 2915191"/>
                <a:gd name="connsiteY256" fmla="*/ 662272 h 747523"/>
                <a:gd name="connsiteX257" fmla="*/ 2505693 w 2915191"/>
                <a:gd name="connsiteY257" fmla="*/ 647328 h 747523"/>
                <a:gd name="connsiteX258" fmla="*/ 2515452 w 2915191"/>
                <a:gd name="connsiteY258" fmla="*/ 614297 h 747523"/>
                <a:gd name="connsiteX259" fmla="*/ 2525196 w 2915191"/>
                <a:gd name="connsiteY259" fmla="*/ 609559 h 747523"/>
                <a:gd name="connsiteX260" fmla="*/ 2534940 w 2915191"/>
                <a:gd name="connsiteY260" fmla="*/ 630328 h 747523"/>
                <a:gd name="connsiteX261" fmla="*/ 2544699 w 2915191"/>
                <a:gd name="connsiteY261" fmla="*/ 628645 h 747523"/>
                <a:gd name="connsiteX262" fmla="*/ 2554443 w 2915191"/>
                <a:gd name="connsiteY262" fmla="*/ 634381 h 747523"/>
                <a:gd name="connsiteX263" fmla="*/ 2564202 w 2915191"/>
                <a:gd name="connsiteY263" fmla="*/ 648773 h 747523"/>
                <a:gd name="connsiteX264" fmla="*/ 2573946 w 2915191"/>
                <a:gd name="connsiteY264" fmla="*/ 668246 h 747523"/>
                <a:gd name="connsiteX265" fmla="*/ 2583690 w 2915191"/>
                <a:gd name="connsiteY265" fmla="*/ 666011 h 747523"/>
                <a:gd name="connsiteX266" fmla="*/ 2593448 w 2915191"/>
                <a:gd name="connsiteY266" fmla="*/ 635096 h 747523"/>
                <a:gd name="connsiteX267" fmla="*/ 2603192 w 2915191"/>
                <a:gd name="connsiteY267" fmla="*/ 638135 h 747523"/>
                <a:gd name="connsiteX268" fmla="*/ 2612951 w 2915191"/>
                <a:gd name="connsiteY268" fmla="*/ 633830 h 747523"/>
                <a:gd name="connsiteX269" fmla="*/ 2622695 w 2915191"/>
                <a:gd name="connsiteY269" fmla="*/ 685261 h 747523"/>
                <a:gd name="connsiteX270" fmla="*/ 2632439 w 2915191"/>
                <a:gd name="connsiteY270" fmla="*/ 693396 h 747523"/>
                <a:gd name="connsiteX271" fmla="*/ 2642198 w 2915191"/>
                <a:gd name="connsiteY271" fmla="*/ 734174 h 747523"/>
                <a:gd name="connsiteX272" fmla="*/ 2651942 w 2915191"/>
                <a:gd name="connsiteY272" fmla="*/ 712198 h 747523"/>
                <a:gd name="connsiteX273" fmla="*/ 2661685 w 2915191"/>
                <a:gd name="connsiteY273" fmla="*/ 694170 h 747523"/>
                <a:gd name="connsiteX274" fmla="*/ 2671444 w 2915191"/>
                <a:gd name="connsiteY274" fmla="*/ 679361 h 747523"/>
                <a:gd name="connsiteX275" fmla="*/ 2681188 w 2915191"/>
                <a:gd name="connsiteY275" fmla="*/ 665326 h 747523"/>
                <a:gd name="connsiteX276" fmla="*/ 2690947 w 2915191"/>
                <a:gd name="connsiteY276" fmla="*/ 655657 h 747523"/>
                <a:gd name="connsiteX277" fmla="*/ 2700691 w 2915191"/>
                <a:gd name="connsiteY277" fmla="*/ 713733 h 747523"/>
                <a:gd name="connsiteX278" fmla="*/ 2710435 w 2915191"/>
                <a:gd name="connsiteY278" fmla="*/ 725205 h 747523"/>
                <a:gd name="connsiteX279" fmla="*/ 2720194 w 2915191"/>
                <a:gd name="connsiteY279" fmla="*/ 733727 h 747523"/>
                <a:gd name="connsiteX280" fmla="*/ 2729938 w 2915191"/>
                <a:gd name="connsiteY280" fmla="*/ 747524 h 747523"/>
                <a:gd name="connsiteX281" fmla="*/ 2739697 w 2915191"/>
                <a:gd name="connsiteY281" fmla="*/ 733057 h 747523"/>
                <a:gd name="connsiteX282" fmla="*/ 2749441 w 2915191"/>
                <a:gd name="connsiteY282" fmla="*/ 731388 h 747523"/>
                <a:gd name="connsiteX283" fmla="*/ 2759185 w 2915191"/>
                <a:gd name="connsiteY283" fmla="*/ 731388 h 747523"/>
                <a:gd name="connsiteX284" fmla="*/ 2768943 w 2915191"/>
                <a:gd name="connsiteY284" fmla="*/ 703125 h 747523"/>
                <a:gd name="connsiteX285" fmla="*/ 2778687 w 2915191"/>
                <a:gd name="connsiteY285" fmla="*/ 656968 h 747523"/>
                <a:gd name="connsiteX286" fmla="*/ 2788446 w 2915191"/>
                <a:gd name="connsiteY286" fmla="*/ 654867 h 747523"/>
                <a:gd name="connsiteX287" fmla="*/ 2798190 w 2915191"/>
                <a:gd name="connsiteY287" fmla="*/ 607756 h 747523"/>
                <a:gd name="connsiteX288" fmla="*/ 2807934 w 2915191"/>
                <a:gd name="connsiteY288" fmla="*/ 587792 h 747523"/>
                <a:gd name="connsiteX289" fmla="*/ 2817693 w 2915191"/>
                <a:gd name="connsiteY289" fmla="*/ 596135 h 747523"/>
                <a:gd name="connsiteX290" fmla="*/ 2827437 w 2915191"/>
                <a:gd name="connsiteY290" fmla="*/ 572044 h 747523"/>
                <a:gd name="connsiteX291" fmla="*/ 2837196 w 2915191"/>
                <a:gd name="connsiteY291" fmla="*/ 595196 h 747523"/>
                <a:gd name="connsiteX292" fmla="*/ 2846940 w 2915191"/>
                <a:gd name="connsiteY292" fmla="*/ 586257 h 747523"/>
                <a:gd name="connsiteX293" fmla="*/ 2856684 w 2915191"/>
                <a:gd name="connsiteY293" fmla="*/ 575932 h 747523"/>
                <a:gd name="connsiteX294" fmla="*/ 2866442 w 2915191"/>
                <a:gd name="connsiteY294" fmla="*/ 589773 h 747523"/>
                <a:gd name="connsiteX295" fmla="*/ 2876186 w 2915191"/>
                <a:gd name="connsiteY295" fmla="*/ 614535 h 747523"/>
                <a:gd name="connsiteX296" fmla="*/ 2885945 w 2915191"/>
                <a:gd name="connsiteY296" fmla="*/ 615400 h 747523"/>
                <a:gd name="connsiteX297" fmla="*/ 2895689 w 2915191"/>
                <a:gd name="connsiteY297" fmla="*/ 637092 h 747523"/>
                <a:gd name="connsiteX298" fmla="*/ 2905433 w 2915191"/>
                <a:gd name="connsiteY298" fmla="*/ 632504 h 747523"/>
                <a:gd name="connsiteX299" fmla="*/ 2915192 w 2915191"/>
                <a:gd name="connsiteY299" fmla="*/ 612971 h 747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747523">
                  <a:moveTo>
                    <a:pt x="0" y="44189"/>
                  </a:moveTo>
                  <a:lnTo>
                    <a:pt x="9750" y="87183"/>
                  </a:lnTo>
                  <a:lnTo>
                    <a:pt x="19500" y="103824"/>
                  </a:lnTo>
                  <a:lnTo>
                    <a:pt x="29250" y="78975"/>
                  </a:lnTo>
                  <a:lnTo>
                    <a:pt x="39000" y="61116"/>
                  </a:lnTo>
                  <a:lnTo>
                    <a:pt x="48749" y="51790"/>
                  </a:lnTo>
                  <a:lnTo>
                    <a:pt x="58499" y="24941"/>
                  </a:lnTo>
                  <a:lnTo>
                    <a:pt x="68249" y="264"/>
                  </a:lnTo>
                  <a:lnTo>
                    <a:pt x="77998" y="43177"/>
                  </a:lnTo>
                  <a:lnTo>
                    <a:pt x="87748" y="9409"/>
                  </a:lnTo>
                  <a:lnTo>
                    <a:pt x="97497" y="7518"/>
                  </a:lnTo>
                  <a:lnTo>
                    <a:pt x="107247" y="39172"/>
                  </a:lnTo>
                  <a:lnTo>
                    <a:pt x="116997" y="11070"/>
                  </a:lnTo>
                  <a:lnTo>
                    <a:pt x="126747" y="0"/>
                  </a:lnTo>
                  <a:lnTo>
                    <a:pt x="136497" y="19284"/>
                  </a:lnTo>
                  <a:lnTo>
                    <a:pt x="146247" y="36301"/>
                  </a:lnTo>
                  <a:lnTo>
                    <a:pt x="155997" y="11125"/>
                  </a:lnTo>
                  <a:lnTo>
                    <a:pt x="165747" y="5954"/>
                  </a:lnTo>
                  <a:lnTo>
                    <a:pt x="175497" y="49202"/>
                  </a:lnTo>
                  <a:lnTo>
                    <a:pt x="185247" y="39421"/>
                  </a:lnTo>
                  <a:lnTo>
                    <a:pt x="194996" y="19687"/>
                  </a:lnTo>
                  <a:lnTo>
                    <a:pt x="204746" y="37113"/>
                  </a:lnTo>
                  <a:lnTo>
                    <a:pt x="214495" y="49907"/>
                  </a:lnTo>
                  <a:lnTo>
                    <a:pt x="224245" y="38527"/>
                  </a:lnTo>
                  <a:lnTo>
                    <a:pt x="233995" y="40232"/>
                  </a:lnTo>
                  <a:lnTo>
                    <a:pt x="243744" y="71467"/>
                  </a:lnTo>
                  <a:lnTo>
                    <a:pt x="253494" y="76788"/>
                  </a:lnTo>
                  <a:lnTo>
                    <a:pt x="263244" y="95347"/>
                  </a:lnTo>
                  <a:lnTo>
                    <a:pt x="272994" y="124698"/>
                  </a:lnTo>
                  <a:lnTo>
                    <a:pt x="282744" y="87412"/>
                  </a:lnTo>
                  <a:lnTo>
                    <a:pt x="292494" y="86518"/>
                  </a:lnTo>
                  <a:lnTo>
                    <a:pt x="302244" y="71098"/>
                  </a:lnTo>
                  <a:lnTo>
                    <a:pt x="311994" y="40838"/>
                  </a:lnTo>
                  <a:lnTo>
                    <a:pt x="321744" y="18598"/>
                  </a:lnTo>
                  <a:lnTo>
                    <a:pt x="331493" y="55295"/>
                  </a:lnTo>
                  <a:lnTo>
                    <a:pt x="341243" y="29542"/>
                  </a:lnTo>
                  <a:lnTo>
                    <a:pt x="350993" y="39914"/>
                  </a:lnTo>
                  <a:lnTo>
                    <a:pt x="360742" y="59319"/>
                  </a:lnTo>
                  <a:lnTo>
                    <a:pt x="370492" y="71907"/>
                  </a:lnTo>
                  <a:lnTo>
                    <a:pt x="380241" y="96577"/>
                  </a:lnTo>
                  <a:lnTo>
                    <a:pt x="389991" y="82070"/>
                  </a:lnTo>
                  <a:lnTo>
                    <a:pt x="399741" y="81277"/>
                  </a:lnTo>
                  <a:lnTo>
                    <a:pt x="409491" y="86143"/>
                  </a:lnTo>
                  <a:lnTo>
                    <a:pt x="419241" y="115917"/>
                  </a:lnTo>
                  <a:lnTo>
                    <a:pt x="428991" y="118888"/>
                  </a:lnTo>
                  <a:lnTo>
                    <a:pt x="438741" y="143278"/>
                  </a:lnTo>
                  <a:lnTo>
                    <a:pt x="448491" y="161048"/>
                  </a:lnTo>
                  <a:lnTo>
                    <a:pt x="458241" y="172994"/>
                  </a:lnTo>
                  <a:lnTo>
                    <a:pt x="467991" y="207392"/>
                  </a:lnTo>
                  <a:lnTo>
                    <a:pt x="477740" y="227405"/>
                  </a:lnTo>
                  <a:lnTo>
                    <a:pt x="487490" y="200841"/>
                  </a:lnTo>
                  <a:lnTo>
                    <a:pt x="497239" y="201646"/>
                  </a:lnTo>
                  <a:lnTo>
                    <a:pt x="506989" y="212194"/>
                  </a:lnTo>
                  <a:lnTo>
                    <a:pt x="516738" y="196383"/>
                  </a:lnTo>
                  <a:lnTo>
                    <a:pt x="526488" y="230228"/>
                  </a:lnTo>
                  <a:lnTo>
                    <a:pt x="536238" y="233692"/>
                  </a:lnTo>
                  <a:lnTo>
                    <a:pt x="545988" y="233407"/>
                  </a:lnTo>
                  <a:lnTo>
                    <a:pt x="555738" y="198560"/>
                  </a:lnTo>
                  <a:lnTo>
                    <a:pt x="565488" y="234900"/>
                  </a:lnTo>
                  <a:lnTo>
                    <a:pt x="575238" y="253426"/>
                  </a:lnTo>
                  <a:lnTo>
                    <a:pt x="584988" y="206625"/>
                  </a:lnTo>
                  <a:lnTo>
                    <a:pt x="594738" y="205038"/>
                  </a:lnTo>
                  <a:lnTo>
                    <a:pt x="604488" y="224765"/>
                  </a:lnTo>
                  <a:lnTo>
                    <a:pt x="614237" y="277641"/>
                  </a:lnTo>
                  <a:lnTo>
                    <a:pt x="623987" y="282296"/>
                  </a:lnTo>
                  <a:lnTo>
                    <a:pt x="633736" y="281107"/>
                  </a:lnTo>
                  <a:lnTo>
                    <a:pt x="643486" y="275211"/>
                  </a:lnTo>
                  <a:lnTo>
                    <a:pt x="653236" y="228784"/>
                  </a:lnTo>
                  <a:lnTo>
                    <a:pt x="662985" y="264065"/>
                  </a:lnTo>
                  <a:lnTo>
                    <a:pt x="672735" y="277273"/>
                  </a:lnTo>
                  <a:lnTo>
                    <a:pt x="682485" y="291804"/>
                  </a:lnTo>
                  <a:lnTo>
                    <a:pt x="692235" y="306101"/>
                  </a:lnTo>
                  <a:lnTo>
                    <a:pt x="701985" y="331473"/>
                  </a:lnTo>
                  <a:lnTo>
                    <a:pt x="711735" y="350145"/>
                  </a:lnTo>
                  <a:lnTo>
                    <a:pt x="721485" y="361734"/>
                  </a:lnTo>
                  <a:lnTo>
                    <a:pt x="731235" y="357918"/>
                  </a:lnTo>
                  <a:lnTo>
                    <a:pt x="740985" y="354502"/>
                  </a:lnTo>
                  <a:lnTo>
                    <a:pt x="750734" y="361244"/>
                  </a:lnTo>
                  <a:lnTo>
                    <a:pt x="760484" y="355290"/>
                  </a:lnTo>
                  <a:lnTo>
                    <a:pt x="770233" y="340844"/>
                  </a:lnTo>
                  <a:lnTo>
                    <a:pt x="779983" y="377563"/>
                  </a:lnTo>
                  <a:lnTo>
                    <a:pt x="789733" y="384733"/>
                  </a:lnTo>
                  <a:lnTo>
                    <a:pt x="799482" y="385940"/>
                  </a:lnTo>
                  <a:lnTo>
                    <a:pt x="809232" y="392108"/>
                  </a:lnTo>
                  <a:lnTo>
                    <a:pt x="818982" y="422562"/>
                  </a:lnTo>
                  <a:lnTo>
                    <a:pt x="828732" y="414815"/>
                  </a:lnTo>
                  <a:lnTo>
                    <a:pt x="838482" y="412773"/>
                  </a:lnTo>
                  <a:lnTo>
                    <a:pt x="848232" y="395103"/>
                  </a:lnTo>
                  <a:lnTo>
                    <a:pt x="857982" y="415351"/>
                  </a:lnTo>
                  <a:lnTo>
                    <a:pt x="867732" y="433572"/>
                  </a:lnTo>
                  <a:lnTo>
                    <a:pt x="877482" y="467333"/>
                  </a:lnTo>
                  <a:lnTo>
                    <a:pt x="887231" y="476586"/>
                  </a:lnTo>
                  <a:lnTo>
                    <a:pt x="896981" y="462119"/>
                  </a:lnTo>
                  <a:lnTo>
                    <a:pt x="906730" y="430890"/>
                  </a:lnTo>
                  <a:lnTo>
                    <a:pt x="916480" y="438996"/>
                  </a:lnTo>
                  <a:lnTo>
                    <a:pt x="926230" y="403819"/>
                  </a:lnTo>
                  <a:lnTo>
                    <a:pt x="935979" y="420640"/>
                  </a:lnTo>
                  <a:lnTo>
                    <a:pt x="945729" y="409347"/>
                  </a:lnTo>
                  <a:lnTo>
                    <a:pt x="955479" y="424603"/>
                  </a:lnTo>
                  <a:lnTo>
                    <a:pt x="965229" y="416319"/>
                  </a:lnTo>
                  <a:lnTo>
                    <a:pt x="974979" y="425512"/>
                  </a:lnTo>
                  <a:lnTo>
                    <a:pt x="984729" y="407931"/>
                  </a:lnTo>
                  <a:lnTo>
                    <a:pt x="994474" y="406367"/>
                  </a:lnTo>
                  <a:lnTo>
                    <a:pt x="1004233" y="423679"/>
                  </a:lnTo>
                  <a:lnTo>
                    <a:pt x="1013977" y="422532"/>
                  </a:lnTo>
                  <a:lnTo>
                    <a:pt x="1023721" y="423784"/>
                  </a:lnTo>
                  <a:lnTo>
                    <a:pt x="1033480" y="428045"/>
                  </a:lnTo>
                  <a:lnTo>
                    <a:pt x="1043224" y="445506"/>
                  </a:lnTo>
                  <a:lnTo>
                    <a:pt x="1052983" y="455295"/>
                  </a:lnTo>
                  <a:lnTo>
                    <a:pt x="1062727" y="454252"/>
                  </a:lnTo>
                  <a:lnTo>
                    <a:pt x="1072471" y="476988"/>
                  </a:lnTo>
                  <a:lnTo>
                    <a:pt x="1082230" y="510928"/>
                  </a:lnTo>
                  <a:lnTo>
                    <a:pt x="1091973" y="514265"/>
                  </a:lnTo>
                  <a:lnTo>
                    <a:pt x="1101732" y="513773"/>
                  </a:lnTo>
                  <a:lnTo>
                    <a:pt x="1111476" y="478776"/>
                  </a:lnTo>
                  <a:lnTo>
                    <a:pt x="1121220" y="466156"/>
                  </a:lnTo>
                  <a:lnTo>
                    <a:pt x="1130979" y="449037"/>
                  </a:lnTo>
                  <a:lnTo>
                    <a:pt x="1140723" y="433736"/>
                  </a:lnTo>
                  <a:lnTo>
                    <a:pt x="1150482" y="423068"/>
                  </a:lnTo>
                  <a:lnTo>
                    <a:pt x="1160226" y="446251"/>
                  </a:lnTo>
                  <a:lnTo>
                    <a:pt x="1169969" y="415366"/>
                  </a:lnTo>
                  <a:lnTo>
                    <a:pt x="1179728" y="400094"/>
                  </a:lnTo>
                  <a:lnTo>
                    <a:pt x="1189472" y="410121"/>
                  </a:lnTo>
                  <a:lnTo>
                    <a:pt x="1199231" y="407976"/>
                  </a:lnTo>
                  <a:lnTo>
                    <a:pt x="1208975" y="382216"/>
                  </a:lnTo>
                  <a:lnTo>
                    <a:pt x="1218719" y="395401"/>
                  </a:lnTo>
                  <a:lnTo>
                    <a:pt x="1228478" y="415485"/>
                  </a:lnTo>
                  <a:lnTo>
                    <a:pt x="1238222" y="448918"/>
                  </a:lnTo>
                  <a:lnTo>
                    <a:pt x="1247966" y="434287"/>
                  </a:lnTo>
                  <a:lnTo>
                    <a:pt x="1257725" y="434675"/>
                  </a:lnTo>
                  <a:lnTo>
                    <a:pt x="1267469" y="454133"/>
                  </a:lnTo>
                  <a:lnTo>
                    <a:pt x="1277227" y="453135"/>
                  </a:lnTo>
                  <a:lnTo>
                    <a:pt x="1286971" y="461687"/>
                  </a:lnTo>
                  <a:lnTo>
                    <a:pt x="1296715" y="459794"/>
                  </a:lnTo>
                  <a:lnTo>
                    <a:pt x="1306474" y="459526"/>
                  </a:lnTo>
                  <a:lnTo>
                    <a:pt x="1316218" y="477048"/>
                  </a:lnTo>
                  <a:lnTo>
                    <a:pt x="1325977" y="498264"/>
                  </a:lnTo>
                  <a:lnTo>
                    <a:pt x="1335721" y="494733"/>
                  </a:lnTo>
                  <a:lnTo>
                    <a:pt x="1345465" y="494539"/>
                  </a:lnTo>
                  <a:lnTo>
                    <a:pt x="1355224" y="505683"/>
                  </a:lnTo>
                  <a:lnTo>
                    <a:pt x="1364967" y="493511"/>
                  </a:lnTo>
                  <a:lnTo>
                    <a:pt x="1374726" y="468302"/>
                  </a:lnTo>
                  <a:lnTo>
                    <a:pt x="1384470" y="480012"/>
                  </a:lnTo>
                  <a:lnTo>
                    <a:pt x="1394214" y="448590"/>
                  </a:lnTo>
                  <a:lnTo>
                    <a:pt x="1403973" y="455965"/>
                  </a:lnTo>
                  <a:lnTo>
                    <a:pt x="1413717" y="474172"/>
                  </a:lnTo>
                  <a:lnTo>
                    <a:pt x="1423476" y="484423"/>
                  </a:lnTo>
                  <a:lnTo>
                    <a:pt x="1433220" y="453269"/>
                  </a:lnTo>
                  <a:lnTo>
                    <a:pt x="1442964" y="445417"/>
                  </a:lnTo>
                  <a:lnTo>
                    <a:pt x="1452722" y="438400"/>
                  </a:lnTo>
                  <a:lnTo>
                    <a:pt x="1462466" y="454178"/>
                  </a:lnTo>
                  <a:lnTo>
                    <a:pt x="1472225" y="430369"/>
                  </a:lnTo>
                  <a:lnTo>
                    <a:pt x="1481969" y="420536"/>
                  </a:lnTo>
                  <a:lnTo>
                    <a:pt x="1491713" y="435479"/>
                  </a:lnTo>
                  <a:lnTo>
                    <a:pt x="1501472" y="451853"/>
                  </a:lnTo>
                  <a:lnTo>
                    <a:pt x="1511216" y="432798"/>
                  </a:lnTo>
                  <a:lnTo>
                    <a:pt x="1520960" y="421743"/>
                  </a:lnTo>
                  <a:lnTo>
                    <a:pt x="1530719" y="422368"/>
                  </a:lnTo>
                  <a:lnTo>
                    <a:pt x="1540463" y="390887"/>
                  </a:lnTo>
                  <a:lnTo>
                    <a:pt x="1550221" y="381107"/>
                  </a:lnTo>
                  <a:lnTo>
                    <a:pt x="1559965" y="385985"/>
                  </a:lnTo>
                  <a:lnTo>
                    <a:pt x="1569709" y="395267"/>
                  </a:lnTo>
                  <a:lnTo>
                    <a:pt x="1579468" y="402568"/>
                  </a:lnTo>
                  <a:lnTo>
                    <a:pt x="1589212" y="415783"/>
                  </a:lnTo>
                  <a:lnTo>
                    <a:pt x="1598971" y="385449"/>
                  </a:lnTo>
                  <a:lnTo>
                    <a:pt x="1608715" y="399185"/>
                  </a:lnTo>
                  <a:lnTo>
                    <a:pt x="1618459" y="406605"/>
                  </a:lnTo>
                  <a:lnTo>
                    <a:pt x="1628218" y="441528"/>
                  </a:lnTo>
                  <a:lnTo>
                    <a:pt x="1637962" y="442586"/>
                  </a:lnTo>
                  <a:lnTo>
                    <a:pt x="1647720" y="438161"/>
                  </a:lnTo>
                  <a:lnTo>
                    <a:pt x="1657464" y="420744"/>
                  </a:lnTo>
                  <a:lnTo>
                    <a:pt x="1667208" y="428849"/>
                  </a:lnTo>
                  <a:lnTo>
                    <a:pt x="1676967" y="408482"/>
                  </a:lnTo>
                  <a:lnTo>
                    <a:pt x="1686711" y="403357"/>
                  </a:lnTo>
                  <a:lnTo>
                    <a:pt x="1696470" y="378334"/>
                  </a:lnTo>
                  <a:lnTo>
                    <a:pt x="1706214" y="387743"/>
                  </a:lnTo>
                  <a:lnTo>
                    <a:pt x="1715958" y="425959"/>
                  </a:lnTo>
                  <a:lnTo>
                    <a:pt x="1725716" y="441901"/>
                  </a:lnTo>
                  <a:lnTo>
                    <a:pt x="1735460" y="367123"/>
                  </a:lnTo>
                  <a:lnTo>
                    <a:pt x="1745219" y="409212"/>
                  </a:lnTo>
                  <a:lnTo>
                    <a:pt x="1754963" y="369860"/>
                  </a:lnTo>
                  <a:lnTo>
                    <a:pt x="1764707" y="389397"/>
                  </a:lnTo>
                  <a:lnTo>
                    <a:pt x="1774466" y="348562"/>
                  </a:lnTo>
                  <a:lnTo>
                    <a:pt x="1784210" y="339867"/>
                  </a:lnTo>
                  <a:lnTo>
                    <a:pt x="1793969" y="385329"/>
                  </a:lnTo>
                  <a:lnTo>
                    <a:pt x="1803713" y="397606"/>
                  </a:lnTo>
                  <a:lnTo>
                    <a:pt x="1813457" y="397502"/>
                  </a:lnTo>
                  <a:lnTo>
                    <a:pt x="1823215" y="397487"/>
                  </a:lnTo>
                  <a:lnTo>
                    <a:pt x="1832959" y="434854"/>
                  </a:lnTo>
                  <a:lnTo>
                    <a:pt x="1842703" y="421102"/>
                  </a:lnTo>
                  <a:lnTo>
                    <a:pt x="1852462" y="389144"/>
                  </a:lnTo>
                  <a:lnTo>
                    <a:pt x="1862206" y="384942"/>
                  </a:lnTo>
                  <a:lnTo>
                    <a:pt x="1871965" y="349439"/>
                  </a:lnTo>
                  <a:lnTo>
                    <a:pt x="1881709" y="361296"/>
                  </a:lnTo>
                  <a:lnTo>
                    <a:pt x="1891453" y="380054"/>
                  </a:lnTo>
                  <a:lnTo>
                    <a:pt x="1901212" y="386596"/>
                  </a:lnTo>
                  <a:lnTo>
                    <a:pt x="1910956" y="376974"/>
                  </a:lnTo>
                  <a:lnTo>
                    <a:pt x="1920714" y="386611"/>
                  </a:lnTo>
                  <a:lnTo>
                    <a:pt x="1930458" y="388682"/>
                  </a:lnTo>
                  <a:lnTo>
                    <a:pt x="1940202" y="425169"/>
                  </a:lnTo>
                  <a:lnTo>
                    <a:pt x="1949961" y="391676"/>
                  </a:lnTo>
                  <a:lnTo>
                    <a:pt x="1959705" y="398560"/>
                  </a:lnTo>
                  <a:lnTo>
                    <a:pt x="1969464" y="404326"/>
                  </a:lnTo>
                  <a:lnTo>
                    <a:pt x="1979208" y="451809"/>
                  </a:lnTo>
                  <a:lnTo>
                    <a:pt x="1988952" y="400288"/>
                  </a:lnTo>
                  <a:lnTo>
                    <a:pt x="1998711" y="407961"/>
                  </a:lnTo>
                  <a:lnTo>
                    <a:pt x="2008454" y="431248"/>
                  </a:lnTo>
                  <a:lnTo>
                    <a:pt x="2018213" y="422979"/>
                  </a:lnTo>
                  <a:lnTo>
                    <a:pt x="2027957" y="388935"/>
                  </a:lnTo>
                  <a:lnTo>
                    <a:pt x="2037701" y="402091"/>
                  </a:lnTo>
                  <a:lnTo>
                    <a:pt x="2047460" y="408736"/>
                  </a:lnTo>
                  <a:lnTo>
                    <a:pt x="2057204" y="429058"/>
                  </a:lnTo>
                  <a:lnTo>
                    <a:pt x="2066963" y="406993"/>
                  </a:lnTo>
                  <a:lnTo>
                    <a:pt x="2076707" y="420670"/>
                  </a:lnTo>
                  <a:lnTo>
                    <a:pt x="2086451" y="381871"/>
                  </a:lnTo>
                  <a:lnTo>
                    <a:pt x="2096210" y="370119"/>
                  </a:lnTo>
                  <a:lnTo>
                    <a:pt x="2105954" y="391274"/>
                  </a:lnTo>
                  <a:lnTo>
                    <a:pt x="2115697" y="388503"/>
                  </a:lnTo>
                  <a:lnTo>
                    <a:pt x="2125456" y="408304"/>
                  </a:lnTo>
                  <a:lnTo>
                    <a:pt x="2135200" y="365736"/>
                  </a:lnTo>
                  <a:lnTo>
                    <a:pt x="2144959" y="399171"/>
                  </a:lnTo>
                  <a:lnTo>
                    <a:pt x="2154703" y="409451"/>
                  </a:lnTo>
                  <a:lnTo>
                    <a:pt x="2164447" y="366856"/>
                  </a:lnTo>
                  <a:lnTo>
                    <a:pt x="2174206" y="369127"/>
                  </a:lnTo>
                  <a:lnTo>
                    <a:pt x="2183950" y="383720"/>
                  </a:lnTo>
                  <a:lnTo>
                    <a:pt x="2193709" y="377925"/>
                  </a:lnTo>
                  <a:lnTo>
                    <a:pt x="2203452" y="357060"/>
                  </a:lnTo>
                  <a:lnTo>
                    <a:pt x="2213196" y="370436"/>
                  </a:lnTo>
                  <a:lnTo>
                    <a:pt x="2222955" y="402791"/>
                  </a:lnTo>
                  <a:lnTo>
                    <a:pt x="2232699" y="436999"/>
                  </a:lnTo>
                  <a:lnTo>
                    <a:pt x="2242458" y="464622"/>
                  </a:lnTo>
                  <a:lnTo>
                    <a:pt x="2252202" y="452285"/>
                  </a:lnTo>
                  <a:lnTo>
                    <a:pt x="2261946" y="439502"/>
                  </a:lnTo>
                  <a:lnTo>
                    <a:pt x="2271705" y="449008"/>
                  </a:lnTo>
                  <a:lnTo>
                    <a:pt x="2281449" y="483454"/>
                  </a:lnTo>
                  <a:lnTo>
                    <a:pt x="2291208" y="514474"/>
                  </a:lnTo>
                  <a:lnTo>
                    <a:pt x="2300951" y="520314"/>
                  </a:lnTo>
                  <a:lnTo>
                    <a:pt x="2310695" y="511553"/>
                  </a:lnTo>
                  <a:lnTo>
                    <a:pt x="2320454" y="495999"/>
                  </a:lnTo>
                  <a:lnTo>
                    <a:pt x="2330198" y="546939"/>
                  </a:lnTo>
                  <a:lnTo>
                    <a:pt x="2339957" y="566039"/>
                  </a:lnTo>
                  <a:lnTo>
                    <a:pt x="2349701" y="579046"/>
                  </a:lnTo>
                  <a:lnTo>
                    <a:pt x="2359445" y="606982"/>
                  </a:lnTo>
                  <a:lnTo>
                    <a:pt x="2369204" y="589639"/>
                  </a:lnTo>
                  <a:lnTo>
                    <a:pt x="2378948" y="566650"/>
                  </a:lnTo>
                  <a:lnTo>
                    <a:pt x="2388692" y="546924"/>
                  </a:lnTo>
                  <a:lnTo>
                    <a:pt x="2398450" y="548890"/>
                  </a:lnTo>
                  <a:lnTo>
                    <a:pt x="2408194" y="567633"/>
                  </a:lnTo>
                  <a:lnTo>
                    <a:pt x="2417953" y="587374"/>
                  </a:lnTo>
                  <a:lnTo>
                    <a:pt x="2427697" y="614893"/>
                  </a:lnTo>
                  <a:lnTo>
                    <a:pt x="2437441" y="586928"/>
                  </a:lnTo>
                  <a:lnTo>
                    <a:pt x="2447200" y="582786"/>
                  </a:lnTo>
                  <a:lnTo>
                    <a:pt x="2456944" y="588075"/>
                  </a:lnTo>
                  <a:lnTo>
                    <a:pt x="2466703" y="608159"/>
                  </a:lnTo>
                  <a:lnTo>
                    <a:pt x="2476446" y="612747"/>
                  </a:lnTo>
                  <a:lnTo>
                    <a:pt x="2486190" y="628958"/>
                  </a:lnTo>
                  <a:lnTo>
                    <a:pt x="2495949" y="662272"/>
                  </a:lnTo>
                  <a:lnTo>
                    <a:pt x="2505693" y="647328"/>
                  </a:lnTo>
                  <a:lnTo>
                    <a:pt x="2515452" y="614297"/>
                  </a:lnTo>
                  <a:lnTo>
                    <a:pt x="2525196" y="609559"/>
                  </a:lnTo>
                  <a:lnTo>
                    <a:pt x="2534940" y="630328"/>
                  </a:lnTo>
                  <a:lnTo>
                    <a:pt x="2544699" y="628645"/>
                  </a:lnTo>
                  <a:lnTo>
                    <a:pt x="2554443" y="634381"/>
                  </a:lnTo>
                  <a:lnTo>
                    <a:pt x="2564202" y="648773"/>
                  </a:lnTo>
                  <a:lnTo>
                    <a:pt x="2573946" y="668246"/>
                  </a:lnTo>
                  <a:lnTo>
                    <a:pt x="2583690" y="666011"/>
                  </a:lnTo>
                  <a:lnTo>
                    <a:pt x="2593448" y="635096"/>
                  </a:lnTo>
                  <a:lnTo>
                    <a:pt x="2603192" y="638135"/>
                  </a:lnTo>
                  <a:lnTo>
                    <a:pt x="2612951" y="633830"/>
                  </a:lnTo>
                  <a:lnTo>
                    <a:pt x="2622695" y="685261"/>
                  </a:lnTo>
                  <a:lnTo>
                    <a:pt x="2632439" y="693396"/>
                  </a:lnTo>
                  <a:lnTo>
                    <a:pt x="2642198" y="734174"/>
                  </a:lnTo>
                  <a:lnTo>
                    <a:pt x="2651942" y="712198"/>
                  </a:lnTo>
                  <a:lnTo>
                    <a:pt x="2661685" y="694170"/>
                  </a:lnTo>
                  <a:lnTo>
                    <a:pt x="2671444" y="679361"/>
                  </a:lnTo>
                  <a:lnTo>
                    <a:pt x="2681188" y="665326"/>
                  </a:lnTo>
                  <a:lnTo>
                    <a:pt x="2690947" y="655657"/>
                  </a:lnTo>
                  <a:lnTo>
                    <a:pt x="2700691" y="713733"/>
                  </a:lnTo>
                  <a:lnTo>
                    <a:pt x="2710435" y="725205"/>
                  </a:lnTo>
                  <a:lnTo>
                    <a:pt x="2720194" y="733727"/>
                  </a:lnTo>
                  <a:lnTo>
                    <a:pt x="2729938" y="747524"/>
                  </a:lnTo>
                  <a:lnTo>
                    <a:pt x="2739697" y="733057"/>
                  </a:lnTo>
                  <a:lnTo>
                    <a:pt x="2749441" y="731388"/>
                  </a:lnTo>
                  <a:lnTo>
                    <a:pt x="2759185" y="731388"/>
                  </a:lnTo>
                  <a:lnTo>
                    <a:pt x="2768943" y="703125"/>
                  </a:lnTo>
                  <a:lnTo>
                    <a:pt x="2778687" y="656968"/>
                  </a:lnTo>
                  <a:lnTo>
                    <a:pt x="2788446" y="654867"/>
                  </a:lnTo>
                  <a:lnTo>
                    <a:pt x="2798190" y="607756"/>
                  </a:lnTo>
                  <a:lnTo>
                    <a:pt x="2807934" y="587792"/>
                  </a:lnTo>
                  <a:lnTo>
                    <a:pt x="2817693" y="596135"/>
                  </a:lnTo>
                  <a:lnTo>
                    <a:pt x="2827437" y="572044"/>
                  </a:lnTo>
                  <a:lnTo>
                    <a:pt x="2837196" y="595196"/>
                  </a:lnTo>
                  <a:lnTo>
                    <a:pt x="2846940" y="586257"/>
                  </a:lnTo>
                  <a:lnTo>
                    <a:pt x="2856684" y="575932"/>
                  </a:lnTo>
                  <a:lnTo>
                    <a:pt x="2866442" y="589773"/>
                  </a:lnTo>
                  <a:lnTo>
                    <a:pt x="2876186" y="614535"/>
                  </a:lnTo>
                  <a:lnTo>
                    <a:pt x="2885945" y="615400"/>
                  </a:lnTo>
                  <a:lnTo>
                    <a:pt x="2895689" y="637092"/>
                  </a:lnTo>
                  <a:lnTo>
                    <a:pt x="2905433" y="632504"/>
                  </a:lnTo>
                  <a:lnTo>
                    <a:pt x="2915192" y="61297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6" name="Freeform 1225">
              <a:extLst>
                <a:ext uri="{FF2B5EF4-FFF2-40B4-BE49-F238E27FC236}">
                  <a16:creationId xmlns:a16="http://schemas.microsoft.com/office/drawing/2014/main" id="{EC1220D3-0E12-FA2E-AD0F-0DC01345C0EF}"/>
                </a:ext>
              </a:extLst>
            </p:cNvPr>
            <p:cNvSpPr/>
            <p:nvPr/>
          </p:nvSpPr>
          <p:spPr>
            <a:xfrm>
              <a:off x="4426652" y="3297241"/>
              <a:ext cx="2915191" cy="542141"/>
            </a:xfrm>
            <a:custGeom>
              <a:avLst/>
              <a:gdLst>
                <a:gd name="connsiteX0" fmla="*/ 0 w 2915191"/>
                <a:gd name="connsiteY0" fmla="*/ 396955 h 542141"/>
                <a:gd name="connsiteX1" fmla="*/ 9750 w 2915191"/>
                <a:gd name="connsiteY1" fmla="*/ 426881 h 542141"/>
                <a:gd name="connsiteX2" fmla="*/ 19500 w 2915191"/>
                <a:gd name="connsiteY2" fmla="*/ 417934 h 542141"/>
                <a:gd name="connsiteX3" fmla="*/ 29250 w 2915191"/>
                <a:gd name="connsiteY3" fmla="*/ 417840 h 542141"/>
                <a:gd name="connsiteX4" fmla="*/ 39000 w 2915191"/>
                <a:gd name="connsiteY4" fmla="*/ 445998 h 542141"/>
                <a:gd name="connsiteX5" fmla="*/ 48749 w 2915191"/>
                <a:gd name="connsiteY5" fmla="*/ 447008 h 542141"/>
                <a:gd name="connsiteX6" fmla="*/ 58499 w 2915191"/>
                <a:gd name="connsiteY6" fmla="*/ 451587 h 542141"/>
                <a:gd name="connsiteX7" fmla="*/ 68249 w 2915191"/>
                <a:gd name="connsiteY7" fmla="*/ 452360 h 542141"/>
                <a:gd name="connsiteX8" fmla="*/ 77998 w 2915191"/>
                <a:gd name="connsiteY8" fmla="*/ 466293 h 542141"/>
                <a:gd name="connsiteX9" fmla="*/ 87748 w 2915191"/>
                <a:gd name="connsiteY9" fmla="*/ 474829 h 542141"/>
                <a:gd name="connsiteX10" fmla="*/ 97497 w 2915191"/>
                <a:gd name="connsiteY10" fmla="*/ 460438 h 542141"/>
                <a:gd name="connsiteX11" fmla="*/ 107247 w 2915191"/>
                <a:gd name="connsiteY11" fmla="*/ 487612 h 542141"/>
                <a:gd name="connsiteX12" fmla="*/ 116997 w 2915191"/>
                <a:gd name="connsiteY12" fmla="*/ 509436 h 542141"/>
                <a:gd name="connsiteX13" fmla="*/ 126747 w 2915191"/>
                <a:gd name="connsiteY13" fmla="*/ 542141 h 542141"/>
                <a:gd name="connsiteX14" fmla="*/ 136497 w 2915191"/>
                <a:gd name="connsiteY14" fmla="*/ 513067 h 542141"/>
                <a:gd name="connsiteX15" fmla="*/ 146247 w 2915191"/>
                <a:gd name="connsiteY15" fmla="*/ 486900 h 542141"/>
                <a:gd name="connsiteX16" fmla="*/ 155997 w 2915191"/>
                <a:gd name="connsiteY16" fmla="*/ 503069 h 542141"/>
                <a:gd name="connsiteX17" fmla="*/ 165747 w 2915191"/>
                <a:gd name="connsiteY17" fmla="*/ 495019 h 542141"/>
                <a:gd name="connsiteX18" fmla="*/ 175497 w 2915191"/>
                <a:gd name="connsiteY18" fmla="*/ 510742 h 542141"/>
                <a:gd name="connsiteX19" fmla="*/ 185247 w 2915191"/>
                <a:gd name="connsiteY19" fmla="*/ 489989 h 542141"/>
                <a:gd name="connsiteX20" fmla="*/ 194996 w 2915191"/>
                <a:gd name="connsiteY20" fmla="*/ 477127 h 542141"/>
                <a:gd name="connsiteX21" fmla="*/ 204746 w 2915191"/>
                <a:gd name="connsiteY21" fmla="*/ 475407 h 542141"/>
                <a:gd name="connsiteX22" fmla="*/ 214495 w 2915191"/>
                <a:gd name="connsiteY22" fmla="*/ 506062 h 542141"/>
                <a:gd name="connsiteX23" fmla="*/ 224245 w 2915191"/>
                <a:gd name="connsiteY23" fmla="*/ 472874 h 542141"/>
                <a:gd name="connsiteX24" fmla="*/ 233995 w 2915191"/>
                <a:gd name="connsiteY24" fmla="*/ 475547 h 542141"/>
                <a:gd name="connsiteX25" fmla="*/ 243744 w 2915191"/>
                <a:gd name="connsiteY25" fmla="*/ 469001 h 542141"/>
                <a:gd name="connsiteX26" fmla="*/ 253494 w 2915191"/>
                <a:gd name="connsiteY26" fmla="*/ 520828 h 542141"/>
                <a:gd name="connsiteX27" fmla="*/ 263244 w 2915191"/>
                <a:gd name="connsiteY27" fmla="*/ 470058 h 542141"/>
                <a:gd name="connsiteX28" fmla="*/ 272994 w 2915191"/>
                <a:gd name="connsiteY28" fmla="*/ 469540 h 542141"/>
                <a:gd name="connsiteX29" fmla="*/ 282744 w 2915191"/>
                <a:gd name="connsiteY29" fmla="*/ 512379 h 542141"/>
                <a:gd name="connsiteX30" fmla="*/ 292494 w 2915191"/>
                <a:gd name="connsiteY30" fmla="*/ 540251 h 542141"/>
                <a:gd name="connsiteX31" fmla="*/ 302244 w 2915191"/>
                <a:gd name="connsiteY31" fmla="*/ 537642 h 542141"/>
                <a:gd name="connsiteX32" fmla="*/ 311994 w 2915191"/>
                <a:gd name="connsiteY32" fmla="*/ 510689 h 542141"/>
                <a:gd name="connsiteX33" fmla="*/ 321744 w 2915191"/>
                <a:gd name="connsiteY33" fmla="*/ 485305 h 542141"/>
                <a:gd name="connsiteX34" fmla="*/ 331493 w 2915191"/>
                <a:gd name="connsiteY34" fmla="*/ 477112 h 542141"/>
                <a:gd name="connsiteX35" fmla="*/ 341243 w 2915191"/>
                <a:gd name="connsiteY35" fmla="*/ 450861 h 542141"/>
                <a:gd name="connsiteX36" fmla="*/ 350993 w 2915191"/>
                <a:gd name="connsiteY36" fmla="*/ 467761 h 542141"/>
                <a:gd name="connsiteX37" fmla="*/ 360742 w 2915191"/>
                <a:gd name="connsiteY37" fmla="*/ 465651 h 542141"/>
                <a:gd name="connsiteX38" fmla="*/ 370492 w 2915191"/>
                <a:gd name="connsiteY38" fmla="*/ 434651 h 542141"/>
                <a:gd name="connsiteX39" fmla="*/ 380241 w 2915191"/>
                <a:gd name="connsiteY39" fmla="*/ 406510 h 542141"/>
                <a:gd name="connsiteX40" fmla="*/ 389991 w 2915191"/>
                <a:gd name="connsiteY40" fmla="*/ 409659 h 542141"/>
                <a:gd name="connsiteX41" fmla="*/ 399741 w 2915191"/>
                <a:gd name="connsiteY41" fmla="*/ 406410 h 542141"/>
                <a:gd name="connsiteX42" fmla="*/ 409491 w 2915191"/>
                <a:gd name="connsiteY42" fmla="*/ 403411 h 542141"/>
                <a:gd name="connsiteX43" fmla="*/ 419241 w 2915191"/>
                <a:gd name="connsiteY43" fmla="*/ 380116 h 542141"/>
                <a:gd name="connsiteX44" fmla="*/ 428991 w 2915191"/>
                <a:gd name="connsiteY44" fmla="*/ 383842 h 542141"/>
                <a:gd name="connsiteX45" fmla="*/ 438741 w 2915191"/>
                <a:gd name="connsiteY45" fmla="*/ 381414 h 542141"/>
                <a:gd name="connsiteX46" fmla="*/ 448491 w 2915191"/>
                <a:gd name="connsiteY46" fmla="*/ 375731 h 542141"/>
                <a:gd name="connsiteX47" fmla="*/ 458241 w 2915191"/>
                <a:gd name="connsiteY47" fmla="*/ 372263 h 542141"/>
                <a:gd name="connsiteX48" fmla="*/ 467991 w 2915191"/>
                <a:gd name="connsiteY48" fmla="*/ 356256 h 542141"/>
                <a:gd name="connsiteX49" fmla="*/ 477740 w 2915191"/>
                <a:gd name="connsiteY49" fmla="*/ 354436 h 542141"/>
                <a:gd name="connsiteX50" fmla="*/ 487490 w 2915191"/>
                <a:gd name="connsiteY50" fmla="*/ 323213 h 542141"/>
                <a:gd name="connsiteX51" fmla="*/ 497239 w 2915191"/>
                <a:gd name="connsiteY51" fmla="*/ 259269 h 542141"/>
                <a:gd name="connsiteX52" fmla="*/ 506989 w 2915191"/>
                <a:gd name="connsiteY52" fmla="*/ 283571 h 542141"/>
                <a:gd name="connsiteX53" fmla="*/ 516738 w 2915191"/>
                <a:gd name="connsiteY53" fmla="*/ 240954 h 542141"/>
                <a:gd name="connsiteX54" fmla="*/ 526488 w 2915191"/>
                <a:gd name="connsiteY54" fmla="*/ 264393 h 542141"/>
                <a:gd name="connsiteX55" fmla="*/ 536238 w 2915191"/>
                <a:gd name="connsiteY55" fmla="*/ 272538 h 542141"/>
                <a:gd name="connsiteX56" fmla="*/ 545988 w 2915191"/>
                <a:gd name="connsiteY56" fmla="*/ 270080 h 542141"/>
                <a:gd name="connsiteX57" fmla="*/ 555738 w 2915191"/>
                <a:gd name="connsiteY57" fmla="*/ 276145 h 542141"/>
                <a:gd name="connsiteX58" fmla="*/ 565488 w 2915191"/>
                <a:gd name="connsiteY58" fmla="*/ 270668 h 542141"/>
                <a:gd name="connsiteX59" fmla="*/ 575238 w 2915191"/>
                <a:gd name="connsiteY59" fmla="*/ 214986 h 542141"/>
                <a:gd name="connsiteX60" fmla="*/ 584988 w 2915191"/>
                <a:gd name="connsiteY60" fmla="*/ 232905 h 542141"/>
                <a:gd name="connsiteX61" fmla="*/ 594738 w 2915191"/>
                <a:gd name="connsiteY61" fmla="*/ 244463 h 542141"/>
                <a:gd name="connsiteX62" fmla="*/ 604488 w 2915191"/>
                <a:gd name="connsiteY62" fmla="*/ 249451 h 542141"/>
                <a:gd name="connsiteX63" fmla="*/ 614237 w 2915191"/>
                <a:gd name="connsiteY63" fmla="*/ 252234 h 542141"/>
                <a:gd name="connsiteX64" fmla="*/ 623987 w 2915191"/>
                <a:gd name="connsiteY64" fmla="*/ 273863 h 542141"/>
                <a:gd name="connsiteX65" fmla="*/ 633736 w 2915191"/>
                <a:gd name="connsiteY65" fmla="*/ 295824 h 542141"/>
                <a:gd name="connsiteX66" fmla="*/ 643486 w 2915191"/>
                <a:gd name="connsiteY66" fmla="*/ 291960 h 542141"/>
                <a:gd name="connsiteX67" fmla="*/ 653236 w 2915191"/>
                <a:gd name="connsiteY67" fmla="*/ 310668 h 542141"/>
                <a:gd name="connsiteX68" fmla="*/ 662985 w 2915191"/>
                <a:gd name="connsiteY68" fmla="*/ 306977 h 542141"/>
                <a:gd name="connsiteX69" fmla="*/ 672735 w 2915191"/>
                <a:gd name="connsiteY69" fmla="*/ 297840 h 542141"/>
                <a:gd name="connsiteX70" fmla="*/ 682485 w 2915191"/>
                <a:gd name="connsiteY70" fmla="*/ 309988 h 542141"/>
                <a:gd name="connsiteX71" fmla="*/ 692235 w 2915191"/>
                <a:gd name="connsiteY71" fmla="*/ 335054 h 542141"/>
                <a:gd name="connsiteX72" fmla="*/ 701985 w 2915191"/>
                <a:gd name="connsiteY72" fmla="*/ 354074 h 542141"/>
                <a:gd name="connsiteX73" fmla="*/ 711735 w 2915191"/>
                <a:gd name="connsiteY73" fmla="*/ 342969 h 542141"/>
                <a:gd name="connsiteX74" fmla="*/ 721485 w 2915191"/>
                <a:gd name="connsiteY74" fmla="*/ 353215 h 542141"/>
                <a:gd name="connsiteX75" fmla="*/ 731235 w 2915191"/>
                <a:gd name="connsiteY75" fmla="*/ 376485 h 542141"/>
                <a:gd name="connsiteX76" fmla="*/ 740985 w 2915191"/>
                <a:gd name="connsiteY76" fmla="*/ 370369 h 542141"/>
                <a:gd name="connsiteX77" fmla="*/ 750734 w 2915191"/>
                <a:gd name="connsiteY77" fmla="*/ 340479 h 542141"/>
                <a:gd name="connsiteX78" fmla="*/ 760484 w 2915191"/>
                <a:gd name="connsiteY78" fmla="*/ 355721 h 542141"/>
                <a:gd name="connsiteX79" fmla="*/ 770233 w 2915191"/>
                <a:gd name="connsiteY79" fmla="*/ 338097 h 542141"/>
                <a:gd name="connsiteX80" fmla="*/ 779983 w 2915191"/>
                <a:gd name="connsiteY80" fmla="*/ 350881 h 542141"/>
                <a:gd name="connsiteX81" fmla="*/ 789733 w 2915191"/>
                <a:gd name="connsiteY81" fmla="*/ 347593 h 542141"/>
                <a:gd name="connsiteX82" fmla="*/ 799482 w 2915191"/>
                <a:gd name="connsiteY82" fmla="*/ 338292 h 542141"/>
                <a:gd name="connsiteX83" fmla="*/ 809232 w 2915191"/>
                <a:gd name="connsiteY83" fmla="*/ 330319 h 542141"/>
                <a:gd name="connsiteX84" fmla="*/ 818982 w 2915191"/>
                <a:gd name="connsiteY84" fmla="*/ 293161 h 542141"/>
                <a:gd name="connsiteX85" fmla="*/ 828732 w 2915191"/>
                <a:gd name="connsiteY85" fmla="*/ 265121 h 542141"/>
                <a:gd name="connsiteX86" fmla="*/ 838482 w 2915191"/>
                <a:gd name="connsiteY86" fmla="*/ 272295 h 542141"/>
                <a:gd name="connsiteX87" fmla="*/ 848232 w 2915191"/>
                <a:gd name="connsiteY87" fmla="*/ 264077 h 542141"/>
                <a:gd name="connsiteX88" fmla="*/ 857982 w 2915191"/>
                <a:gd name="connsiteY88" fmla="*/ 272172 h 542141"/>
                <a:gd name="connsiteX89" fmla="*/ 867732 w 2915191"/>
                <a:gd name="connsiteY89" fmla="*/ 269341 h 542141"/>
                <a:gd name="connsiteX90" fmla="*/ 877482 w 2915191"/>
                <a:gd name="connsiteY90" fmla="*/ 323496 h 542141"/>
                <a:gd name="connsiteX91" fmla="*/ 887231 w 2915191"/>
                <a:gd name="connsiteY91" fmla="*/ 299173 h 542141"/>
                <a:gd name="connsiteX92" fmla="*/ 896981 w 2915191"/>
                <a:gd name="connsiteY92" fmla="*/ 285949 h 542141"/>
                <a:gd name="connsiteX93" fmla="*/ 906730 w 2915191"/>
                <a:gd name="connsiteY93" fmla="*/ 271503 h 542141"/>
                <a:gd name="connsiteX94" fmla="*/ 916480 w 2915191"/>
                <a:gd name="connsiteY94" fmla="*/ 296725 h 542141"/>
                <a:gd name="connsiteX95" fmla="*/ 926230 w 2915191"/>
                <a:gd name="connsiteY95" fmla="*/ 273711 h 542141"/>
                <a:gd name="connsiteX96" fmla="*/ 935979 w 2915191"/>
                <a:gd name="connsiteY96" fmla="*/ 225886 h 542141"/>
                <a:gd name="connsiteX97" fmla="*/ 945729 w 2915191"/>
                <a:gd name="connsiteY97" fmla="*/ 239392 h 542141"/>
                <a:gd name="connsiteX98" fmla="*/ 955479 w 2915191"/>
                <a:gd name="connsiteY98" fmla="*/ 225822 h 542141"/>
                <a:gd name="connsiteX99" fmla="*/ 965229 w 2915191"/>
                <a:gd name="connsiteY99" fmla="*/ 226062 h 542141"/>
                <a:gd name="connsiteX100" fmla="*/ 974979 w 2915191"/>
                <a:gd name="connsiteY100" fmla="*/ 246368 h 542141"/>
                <a:gd name="connsiteX101" fmla="*/ 984729 w 2915191"/>
                <a:gd name="connsiteY101" fmla="*/ 240715 h 542141"/>
                <a:gd name="connsiteX102" fmla="*/ 994474 w 2915191"/>
                <a:gd name="connsiteY102" fmla="*/ 213800 h 542141"/>
                <a:gd name="connsiteX103" fmla="*/ 1004233 w 2915191"/>
                <a:gd name="connsiteY103" fmla="*/ 227671 h 542141"/>
                <a:gd name="connsiteX104" fmla="*/ 1013977 w 2915191"/>
                <a:gd name="connsiteY104" fmla="*/ 252788 h 542141"/>
                <a:gd name="connsiteX105" fmla="*/ 1023721 w 2915191"/>
                <a:gd name="connsiteY105" fmla="*/ 246936 h 542141"/>
                <a:gd name="connsiteX106" fmla="*/ 1033480 w 2915191"/>
                <a:gd name="connsiteY106" fmla="*/ 259983 h 542141"/>
                <a:gd name="connsiteX107" fmla="*/ 1043224 w 2915191"/>
                <a:gd name="connsiteY107" fmla="*/ 244717 h 542141"/>
                <a:gd name="connsiteX108" fmla="*/ 1052983 w 2915191"/>
                <a:gd name="connsiteY108" fmla="*/ 213736 h 542141"/>
                <a:gd name="connsiteX109" fmla="*/ 1062727 w 2915191"/>
                <a:gd name="connsiteY109" fmla="*/ 193934 h 542141"/>
                <a:gd name="connsiteX110" fmla="*/ 1072471 w 2915191"/>
                <a:gd name="connsiteY110" fmla="*/ 157134 h 542141"/>
                <a:gd name="connsiteX111" fmla="*/ 1082230 w 2915191"/>
                <a:gd name="connsiteY111" fmla="*/ 161824 h 542141"/>
                <a:gd name="connsiteX112" fmla="*/ 1091973 w 2915191"/>
                <a:gd name="connsiteY112" fmla="*/ 201092 h 542141"/>
                <a:gd name="connsiteX113" fmla="*/ 1101732 w 2915191"/>
                <a:gd name="connsiteY113" fmla="*/ 195518 h 542141"/>
                <a:gd name="connsiteX114" fmla="*/ 1111476 w 2915191"/>
                <a:gd name="connsiteY114" fmla="*/ 162616 h 542141"/>
                <a:gd name="connsiteX115" fmla="*/ 1121220 w 2915191"/>
                <a:gd name="connsiteY115" fmla="*/ 158682 h 542141"/>
                <a:gd name="connsiteX116" fmla="*/ 1130979 w 2915191"/>
                <a:gd name="connsiteY116" fmla="*/ 187593 h 542141"/>
                <a:gd name="connsiteX117" fmla="*/ 1140723 w 2915191"/>
                <a:gd name="connsiteY117" fmla="*/ 171210 h 542141"/>
                <a:gd name="connsiteX118" fmla="*/ 1150482 w 2915191"/>
                <a:gd name="connsiteY118" fmla="*/ 191909 h 542141"/>
                <a:gd name="connsiteX119" fmla="*/ 1160226 w 2915191"/>
                <a:gd name="connsiteY119" fmla="*/ 168382 h 542141"/>
                <a:gd name="connsiteX120" fmla="*/ 1169969 w 2915191"/>
                <a:gd name="connsiteY120" fmla="*/ 152522 h 542141"/>
                <a:gd name="connsiteX121" fmla="*/ 1179728 w 2915191"/>
                <a:gd name="connsiteY121" fmla="*/ 221862 h 542141"/>
                <a:gd name="connsiteX122" fmla="*/ 1189472 w 2915191"/>
                <a:gd name="connsiteY122" fmla="*/ 264610 h 542141"/>
                <a:gd name="connsiteX123" fmla="*/ 1199231 w 2915191"/>
                <a:gd name="connsiteY123" fmla="*/ 233370 h 542141"/>
                <a:gd name="connsiteX124" fmla="*/ 1208975 w 2915191"/>
                <a:gd name="connsiteY124" fmla="*/ 221223 h 542141"/>
                <a:gd name="connsiteX125" fmla="*/ 1218719 w 2915191"/>
                <a:gd name="connsiteY125" fmla="*/ 269916 h 542141"/>
                <a:gd name="connsiteX126" fmla="*/ 1228478 w 2915191"/>
                <a:gd name="connsiteY126" fmla="*/ 279474 h 542141"/>
                <a:gd name="connsiteX127" fmla="*/ 1238222 w 2915191"/>
                <a:gd name="connsiteY127" fmla="*/ 287556 h 542141"/>
                <a:gd name="connsiteX128" fmla="*/ 1247966 w 2915191"/>
                <a:gd name="connsiteY128" fmla="*/ 308023 h 542141"/>
                <a:gd name="connsiteX129" fmla="*/ 1257725 w 2915191"/>
                <a:gd name="connsiteY129" fmla="*/ 308179 h 542141"/>
                <a:gd name="connsiteX130" fmla="*/ 1267469 w 2915191"/>
                <a:gd name="connsiteY130" fmla="*/ 296925 h 542141"/>
                <a:gd name="connsiteX131" fmla="*/ 1277227 w 2915191"/>
                <a:gd name="connsiteY131" fmla="*/ 308616 h 542141"/>
                <a:gd name="connsiteX132" fmla="*/ 1286971 w 2915191"/>
                <a:gd name="connsiteY132" fmla="*/ 296452 h 542141"/>
                <a:gd name="connsiteX133" fmla="*/ 1296715 w 2915191"/>
                <a:gd name="connsiteY133" fmla="*/ 295021 h 542141"/>
                <a:gd name="connsiteX134" fmla="*/ 1306474 w 2915191"/>
                <a:gd name="connsiteY134" fmla="*/ 282018 h 542141"/>
                <a:gd name="connsiteX135" fmla="*/ 1316218 w 2915191"/>
                <a:gd name="connsiteY135" fmla="*/ 279138 h 542141"/>
                <a:gd name="connsiteX136" fmla="*/ 1325977 w 2915191"/>
                <a:gd name="connsiteY136" fmla="*/ 259989 h 542141"/>
                <a:gd name="connsiteX137" fmla="*/ 1335721 w 2915191"/>
                <a:gd name="connsiteY137" fmla="*/ 244328 h 542141"/>
                <a:gd name="connsiteX138" fmla="*/ 1345465 w 2915191"/>
                <a:gd name="connsiteY138" fmla="*/ 267900 h 542141"/>
                <a:gd name="connsiteX139" fmla="*/ 1355224 w 2915191"/>
                <a:gd name="connsiteY139" fmla="*/ 252246 h 542141"/>
                <a:gd name="connsiteX140" fmla="*/ 1364967 w 2915191"/>
                <a:gd name="connsiteY140" fmla="*/ 248004 h 542141"/>
                <a:gd name="connsiteX141" fmla="*/ 1374726 w 2915191"/>
                <a:gd name="connsiteY141" fmla="*/ 247083 h 542141"/>
                <a:gd name="connsiteX142" fmla="*/ 1384470 w 2915191"/>
                <a:gd name="connsiteY142" fmla="*/ 245072 h 542141"/>
                <a:gd name="connsiteX143" fmla="*/ 1394214 w 2915191"/>
                <a:gd name="connsiteY143" fmla="*/ 259169 h 542141"/>
                <a:gd name="connsiteX144" fmla="*/ 1403973 w 2915191"/>
                <a:gd name="connsiteY144" fmla="*/ 271403 h 542141"/>
                <a:gd name="connsiteX145" fmla="*/ 1413717 w 2915191"/>
                <a:gd name="connsiteY145" fmla="*/ 244555 h 542141"/>
                <a:gd name="connsiteX146" fmla="*/ 1423476 w 2915191"/>
                <a:gd name="connsiteY146" fmla="*/ 232609 h 542141"/>
                <a:gd name="connsiteX147" fmla="*/ 1433220 w 2915191"/>
                <a:gd name="connsiteY147" fmla="*/ 267832 h 542141"/>
                <a:gd name="connsiteX148" fmla="*/ 1442964 w 2915191"/>
                <a:gd name="connsiteY148" fmla="*/ 266465 h 542141"/>
                <a:gd name="connsiteX149" fmla="*/ 1452722 w 2915191"/>
                <a:gd name="connsiteY149" fmla="*/ 268064 h 542141"/>
                <a:gd name="connsiteX150" fmla="*/ 1462466 w 2915191"/>
                <a:gd name="connsiteY150" fmla="*/ 281604 h 542141"/>
                <a:gd name="connsiteX151" fmla="*/ 1472225 w 2915191"/>
                <a:gd name="connsiteY151" fmla="*/ 273294 h 542141"/>
                <a:gd name="connsiteX152" fmla="*/ 1481969 w 2915191"/>
                <a:gd name="connsiteY152" fmla="*/ 288571 h 542141"/>
                <a:gd name="connsiteX153" fmla="*/ 1491713 w 2915191"/>
                <a:gd name="connsiteY153" fmla="*/ 249078 h 542141"/>
                <a:gd name="connsiteX154" fmla="*/ 1501472 w 2915191"/>
                <a:gd name="connsiteY154" fmla="*/ 226564 h 542141"/>
                <a:gd name="connsiteX155" fmla="*/ 1511216 w 2915191"/>
                <a:gd name="connsiteY155" fmla="*/ 231421 h 542141"/>
                <a:gd name="connsiteX156" fmla="*/ 1520960 w 2915191"/>
                <a:gd name="connsiteY156" fmla="*/ 261501 h 542141"/>
                <a:gd name="connsiteX157" fmla="*/ 1530719 w 2915191"/>
                <a:gd name="connsiteY157" fmla="*/ 237777 h 542141"/>
                <a:gd name="connsiteX158" fmla="*/ 1540463 w 2915191"/>
                <a:gd name="connsiteY158" fmla="*/ 217904 h 542141"/>
                <a:gd name="connsiteX159" fmla="*/ 1550221 w 2915191"/>
                <a:gd name="connsiteY159" fmla="*/ 230593 h 542141"/>
                <a:gd name="connsiteX160" fmla="*/ 1559965 w 2915191"/>
                <a:gd name="connsiteY160" fmla="*/ 226962 h 542141"/>
                <a:gd name="connsiteX161" fmla="*/ 1569709 w 2915191"/>
                <a:gd name="connsiteY161" fmla="*/ 239258 h 542141"/>
                <a:gd name="connsiteX162" fmla="*/ 1579468 w 2915191"/>
                <a:gd name="connsiteY162" fmla="*/ 281364 h 542141"/>
                <a:gd name="connsiteX163" fmla="*/ 1589212 w 2915191"/>
                <a:gd name="connsiteY163" fmla="*/ 288009 h 542141"/>
                <a:gd name="connsiteX164" fmla="*/ 1598971 w 2915191"/>
                <a:gd name="connsiteY164" fmla="*/ 261082 h 542141"/>
                <a:gd name="connsiteX165" fmla="*/ 1608715 w 2915191"/>
                <a:gd name="connsiteY165" fmla="*/ 290496 h 542141"/>
                <a:gd name="connsiteX166" fmla="*/ 1618459 w 2915191"/>
                <a:gd name="connsiteY166" fmla="*/ 305790 h 542141"/>
                <a:gd name="connsiteX167" fmla="*/ 1628218 w 2915191"/>
                <a:gd name="connsiteY167" fmla="*/ 305024 h 542141"/>
                <a:gd name="connsiteX168" fmla="*/ 1637962 w 2915191"/>
                <a:gd name="connsiteY168" fmla="*/ 310966 h 542141"/>
                <a:gd name="connsiteX169" fmla="*/ 1647720 w 2915191"/>
                <a:gd name="connsiteY169" fmla="*/ 280914 h 542141"/>
                <a:gd name="connsiteX170" fmla="*/ 1657464 w 2915191"/>
                <a:gd name="connsiteY170" fmla="*/ 283875 h 542141"/>
                <a:gd name="connsiteX171" fmla="*/ 1667208 w 2915191"/>
                <a:gd name="connsiteY171" fmla="*/ 317974 h 542141"/>
                <a:gd name="connsiteX172" fmla="*/ 1676967 w 2915191"/>
                <a:gd name="connsiteY172" fmla="*/ 296640 h 542141"/>
                <a:gd name="connsiteX173" fmla="*/ 1686711 w 2915191"/>
                <a:gd name="connsiteY173" fmla="*/ 298023 h 542141"/>
                <a:gd name="connsiteX174" fmla="*/ 1696470 w 2915191"/>
                <a:gd name="connsiteY174" fmla="*/ 304745 h 542141"/>
                <a:gd name="connsiteX175" fmla="*/ 1706214 w 2915191"/>
                <a:gd name="connsiteY175" fmla="*/ 307847 h 542141"/>
                <a:gd name="connsiteX176" fmla="*/ 1715958 w 2915191"/>
                <a:gd name="connsiteY176" fmla="*/ 297443 h 542141"/>
                <a:gd name="connsiteX177" fmla="*/ 1725716 w 2915191"/>
                <a:gd name="connsiteY177" fmla="*/ 333316 h 542141"/>
                <a:gd name="connsiteX178" fmla="*/ 1735460 w 2915191"/>
                <a:gd name="connsiteY178" fmla="*/ 343548 h 542141"/>
                <a:gd name="connsiteX179" fmla="*/ 1745219 w 2915191"/>
                <a:gd name="connsiteY179" fmla="*/ 324026 h 542141"/>
                <a:gd name="connsiteX180" fmla="*/ 1754963 w 2915191"/>
                <a:gd name="connsiteY180" fmla="*/ 284675 h 542141"/>
                <a:gd name="connsiteX181" fmla="*/ 1764707 w 2915191"/>
                <a:gd name="connsiteY181" fmla="*/ 273042 h 542141"/>
                <a:gd name="connsiteX182" fmla="*/ 1774466 w 2915191"/>
                <a:gd name="connsiteY182" fmla="*/ 308391 h 542141"/>
                <a:gd name="connsiteX183" fmla="*/ 1784210 w 2915191"/>
                <a:gd name="connsiteY183" fmla="*/ 293777 h 542141"/>
                <a:gd name="connsiteX184" fmla="*/ 1793969 w 2915191"/>
                <a:gd name="connsiteY184" fmla="*/ 322439 h 542141"/>
                <a:gd name="connsiteX185" fmla="*/ 1803713 w 2915191"/>
                <a:gd name="connsiteY185" fmla="*/ 354673 h 542141"/>
                <a:gd name="connsiteX186" fmla="*/ 1813457 w 2915191"/>
                <a:gd name="connsiteY186" fmla="*/ 348119 h 542141"/>
                <a:gd name="connsiteX187" fmla="*/ 1823215 w 2915191"/>
                <a:gd name="connsiteY187" fmla="*/ 379923 h 542141"/>
                <a:gd name="connsiteX188" fmla="*/ 1832959 w 2915191"/>
                <a:gd name="connsiteY188" fmla="*/ 349266 h 542141"/>
                <a:gd name="connsiteX189" fmla="*/ 1842703 w 2915191"/>
                <a:gd name="connsiteY189" fmla="*/ 344359 h 542141"/>
                <a:gd name="connsiteX190" fmla="*/ 1852462 w 2915191"/>
                <a:gd name="connsiteY190" fmla="*/ 330196 h 542141"/>
                <a:gd name="connsiteX191" fmla="*/ 1862206 w 2915191"/>
                <a:gd name="connsiteY191" fmla="*/ 289858 h 542141"/>
                <a:gd name="connsiteX192" fmla="*/ 1871965 w 2915191"/>
                <a:gd name="connsiteY192" fmla="*/ 316150 h 542141"/>
                <a:gd name="connsiteX193" fmla="*/ 1881709 w 2915191"/>
                <a:gd name="connsiteY193" fmla="*/ 327669 h 542141"/>
                <a:gd name="connsiteX194" fmla="*/ 1891453 w 2915191"/>
                <a:gd name="connsiteY194" fmla="*/ 332925 h 542141"/>
                <a:gd name="connsiteX195" fmla="*/ 1901212 w 2915191"/>
                <a:gd name="connsiteY195" fmla="*/ 344847 h 542141"/>
                <a:gd name="connsiteX196" fmla="*/ 1910956 w 2915191"/>
                <a:gd name="connsiteY196" fmla="*/ 342747 h 542141"/>
                <a:gd name="connsiteX197" fmla="*/ 1920714 w 2915191"/>
                <a:gd name="connsiteY197" fmla="*/ 304240 h 542141"/>
                <a:gd name="connsiteX198" fmla="*/ 1930458 w 2915191"/>
                <a:gd name="connsiteY198" fmla="*/ 302372 h 542141"/>
                <a:gd name="connsiteX199" fmla="*/ 1940202 w 2915191"/>
                <a:gd name="connsiteY199" fmla="*/ 287039 h 542141"/>
                <a:gd name="connsiteX200" fmla="*/ 1949961 w 2915191"/>
                <a:gd name="connsiteY200" fmla="*/ 288608 h 542141"/>
                <a:gd name="connsiteX201" fmla="*/ 1959705 w 2915191"/>
                <a:gd name="connsiteY201" fmla="*/ 262632 h 542141"/>
                <a:gd name="connsiteX202" fmla="*/ 1969464 w 2915191"/>
                <a:gd name="connsiteY202" fmla="*/ 263730 h 542141"/>
                <a:gd name="connsiteX203" fmla="*/ 1979208 w 2915191"/>
                <a:gd name="connsiteY203" fmla="*/ 279088 h 542141"/>
                <a:gd name="connsiteX204" fmla="*/ 1988952 w 2915191"/>
                <a:gd name="connsiteY204" fmla="*/ 280129 h 542141"/>
                <a:gd name="connsiteX205" fmla="*/ 1998711 w 2915191"/>
                <a:gd name="connsiteY205" fmla="*/ 293772 h 542141"/>
                <a:gd name="connsiteX206" fmla="*/ 2008454 w 2915191"/>
                <a:gd name="connsiteY206" fmla="*/ 243423 h 542141"/>
                <a:gd name="connsiteX207" fmla="*/ 2018213 w 2915191"/>
                <a:gd name="connsiteY207" fmla="*/ 230809 h 542141"/>
                <a:gd name="connsiteX208" fmla="*/ 2027957 w 2915191"/>
                <a:gd name="connsiteY208" fmla="*/ 214907 h 542141"/>
                <a:gd name="connsiteX209" fmla="*/ 2037701 w 2915191"/>
                <a:gd name="connsiteY209" fmla="*/ 222621 h 542141"/>
                <a:gd name="connsiteX210" fmla="*/ 2047460 w 2915191"/>
                <a:gd name="connsiteY210" fmla="*/ 207257 h 542141"/>
                <a:gd name="connsiteX211" fmla="*/ 2057204 w 2915191"/>
                <a:gd name="connsiteY211" fmla="*/ 207500 h 542141"/>
                <a:gd name="connsiteX212" fmla="*/ 2066963 w 2915191"/>
                <a:gd name="connsiteY212" fmla="*/ 222378 h 542141"/>
                <a:gd name="connsiteX213" fmla="*/ 2076707 w 2915191"/>
                <a:gd name="connsiteY213" fmla="*/ 222354 h 542141"/>
                <a:gd name="connsiteX214" fmla="*/ 2086451 w 2915191"/>
                <a:gd name="connsiteY214" fmla="*/ 232369 h 542141"/>
                <a:gd name="connsiteX215" fmla="*/ 2096210 w 2915191"/>
                <a:gd name="connsiteY215" fmla="*/ 227169 h 542141"/>
                <a:gd name="connsiteX216" fmla="*/ 2105954 w 2915191"/>
                <a:gd name="connsiteY216" fmla="*/ 241688 h 542141"/>
                <a:gd name="connsiteX217" fmla="*/ 2115697 w 2915191"/>
                <a:gd name="connsiteY217" fmla="*/ 208963 h 542141"/>
                <a:gd name="connsiteX218" fmla="*/ 2125456 w 2915191"/>
                <a:gd name="connsiteY218" fmla="*/ 216552 h 542141"/>
                <a:gd name="connsiteX219" fmla="*/ 2135200 w 2915191"/>
                <a:gd name="connsiteY219" fmla="*/ 224210 h 542141"/>
                <a:gd name="connsiteX220" fmla="*/ 2144959 w 2915191"/>
                <a:gd name="connsiteY220" fmla="*/ 173382 h 542141"/>
                <a:gd name="connsiteX221" fmla="*/ 2154703 w 2915191"/>
                <a:gd name="connsiteY221" fmla="*/ 170324 h 542141"/>
                <a:gd name="connsiteX222" fmla="*/ 2164447 w 2915191"/>
                <a:gd name="connsiteY222" fmla="*/ 173739 h 542141"/>
                <a:gd name="connsiteX223" fmla="*/ 2174206 w 2915191"/>
                <a:gd name="connsiteY223" fmla="*/ 137988 h 542141"/>
                <a:gd name="connsiteX224" fmla="*/ 2183950 w 2915191"/>
                <a:gd name="connsiteY224" fmla="*/ 153282 h 542141"/>
                <a:gd name="connsiteX225" fmla="*/ 2193709 w 2915191"/>
                <a:gd name="connsiteY225" fmla="*/ 138006 h 542141"/>
                <a:gd name="connsiteX226" fmla="*/ 2203452 w 2915191"/>
                <a:gd name="connsiteY226" fmla="*/ 123842 h 542141"/>
                <a:gd name="connsiteX227" fmla="*/ 2213196 w 2915191"/>
                <a:gd name="connsiteY227" fmla="*/ 153331 h 542141"/>
                <a:gd name="connsiteX228" fmla="*/ 2222955 w 2915191"/>
                <a:gd name="connsiteY228" fmla="*/ 148717 h 542141"/>
                <a:gd name="connsiteX229" fmla="*/ 2232699 w 2915191"/>
                <a:gd name="connsiteY229" fmla="*/ 157707 h 542141"/>
                <a:gd name="connsiteX230" fmla="*/ 2242458 w 2915191"/>
                <a:gd name="connsiteY230" fmla="*/ 146385 h 542141"/>
                <a:gd name="connsiteX231" fmla="*/ 2252202 w 2915191"/>
                <a:gd name="connsiteY231" fmla="*/ 146217 h 542141"/>
                <a:gd name="connsiteX232" fmla="*/ 2261946 w 2915191"/>
                <a:gd name="connsiteY232" fmla="*/ 136446 h 542141"/>
                <a:gd name="connsiteX233" fmla="*/ 2271705 w 2915191"/>
                <a:gd name="connsiteY233" fmla="*/ 151763 h 542141"/>
                <a:gd name="connsiteX234" fmla="*/ 2281449 w 2915191"/>
                <a:gd name="connsiteY234" fmla="*/ 154243 h 542141"/>
                <a:gd name="connsiteX235" fmla="*/ 2291208 w 2915191"/>
                <a:gd name="connsiteY235" fmla="*/ 127008 h 542141"/>
                <a:gd name="connsiteX236" fmla="*/ 2300951 w 2915191"/>
                <a:gd name="connsiteY236" fmla="*/ 129320 h 542141"/>
                <a:gd name="connsiteX237" fmla="*/ 2310695 w 2915191"/>
                <a:gd name="connsiteY237" fmla="*/ 99881 h 542141"/>
                <a:gd name="connsiteX238" fmla="*/ 2320454 w 2915191"/>
                <a:gd name="connsiteY238" fmla="*/ 96612 h 542141"/>
                <a:gd name="connsiteX239" fmla="*/ 2330198 w 2915191"/>
                <a:gd name="connsiteY239" fmla="*/ 97004 h 542141"/>
                <a:gd name="connsiteX240" fmla="*/ 2339957 w 2915191"/>
                <a:gd name="connsiteY240" fmla="*/ 99512 h 542141"/>
                <a:gd name="connsiteX241" fmla="*/ 2349701 w 2915191"/>
                <a:gd name="connsiteY241" fmla="*/ 68951 h 542141"/>
                <a:gd name="connsiteX242" fmla="*/ 2359445 w 2915191"/>
                <a:gd name="connsiteY242" fmla="*/ 67738 h 542141"/>
                <a:gd name="connsiteX243" fmla="*/ 2369204 w 2915191"/>
                <a:gd name="connsiteY243" fmla="*/ 62945 h 542141"/>
                <a:gd name="connsiteX244" fmla="*/ 2378948 w 2915191"/>
                <a:gd name="connsiteY244" fmla="*/ 54852 h 542141"/>
                <a:gd name="connsiteX245" fmla="*/ 2388692 w 2915191"/>
                <a:gd name="connsiteY245" fmla="*/ 93290 h 542141"/>
                <a:gd name="connsiteX246" fmla="*/ 2398450 w 2915191"/>
                <a:gd name="connsiteY246" fmla="*/ 71874 h 542141"/>
                <a:gd name="connsiteX247" fmla="*/ 2408194 w 2915191"/>
                <a:gd name="connsiteY247" fmla="*/ 52935 h 542141"/>
                <a:gd name="connsiteX248" fmla="*/ 2417953 w 2915191"/>
                <a:gd name="connsiteY248" fmla="*/ 33128 h 542141"/>
                <a:gd name="connsiteX249" fmla="*/ 2427697 w 2915191"/>
                <a:gd name="connsiteY249" fmla="*/ 50013 h 542141"/>
                <a:gd name="connsiteX250" fmla="*/ 2437441 w 2915191"/>
                <a:gd name="connsiteY250" fmla="*/ 47592 h 542141"/>
                <a:gd name="connsiteX251" fmla="*/ 2447200 w 2915191"/>
                <a:gd name="connsiteY251" fmla="*/ 64331 h 542141"/>
                <a:gd name="connsiteX252" fmla="*/ 2456944 w 2915191"/>
                <a:gd name="connsiteY252" fmla="*/ 84659 h 542141"/>
                <a:gd name="connsiteX253" fmla="*/ 2466703 w 2915191"/>
                <a:gd name="connsiteY253" fmla="*/ 39812 h 542141"/>
                <a:gd name="connsiteX254" fmla="*/ 2476446 w 2915191"/>
                <a:gd name="connsiteY254" fmla="*/ 23080 h 542141"/>
                <a:gd name="connsiteX255" fmla="*/ 2486190 w 2915191"/>
                <a:gd name="connsiteY255" fmla="*/ 55084 h 542141"/>
                <a:gd name="connsiteX256" fmla="*/ 2495949 w 2915191"/>
                <a:gd name="connsiteY256" fmla="*/ 43651 h 542141"/>
                <a:gd name="connsiteX257" fmla="*/ 2505693 w 2915191"/>
                <a:gd name="connsiteY257" fmla="*/ 51625 h 542141"/>
                <a:gd name="connsiteX258" fmla="*/ 2515452 w 2915191"/>
                <a:gd name="connsiteY258" fmla="*/ 49259 h 542141"/>
                <a:gd name="connsiteX259" fmla="*/ 2525196 w 2915191"/>
                <a:gd name="connsiteY259" fmla="*/ 56370 h 542141"/>
                <a:gd name="connsiteX260" fmla="*/ 2534940 w 2915191"/>
                <a:gd name="connsiteY260" fmla="*/ 35406 h 542141"/>
                <a:gd name="connsiteX261" fmla="*/ 2544699 w 2915191"/>
                <a:gd name="connsiteY261" fmla="*/ 51480 h 542141"/>
                <a:gd name="connsiteX262" fmla="*/ 2554443 w 2915191"/>
                <a:gd name="connsiteY262" fmla="*/ 19491 h 542141"/>
                <a:gd name="connsiteX263" fmla="*/ 2564202 w 2915191"/>
                <a:gd name="connsiteY263" fmla="*/ 41899 h 542141"/>
                <a:gd name="connsiteX264" fmla="*/ 2573946 w 2915191"/>
                <a:gd name="connsiteY264" fmla="*/ 48271 h 542141"/>
                <a:gd name="connsiteX265" fmla="*/ 2583690 w 2915191"/>
                <a:gd name="connsiteY265" fmla="*/ 45306 h 542141"/>
                <a:gd name="connsiteX266" fmla="*/ 2593448 w 2915191"/>
                <a:gd name="connsiteY266" fmla="*/ 54678 h 542141"/>
                <a:gd name="connsiteX267" fmla="*/ 2603192 w 2915191"/>
                <a:gd name="connsiteY267" fmla="*/ 49938 h 542141"/>
                <a:gd name="connsiteX268" fmla="*/ 2612951 w 2915191"/>
                <a:gd name="connsiteY268" fmla="*/ 47199 h 542141"/>
                <a:gd name="connsiteX269" fmla="*/ 2622695 w 2915191"/>
                <a:gd name="connsiteY269" fmla="*/ 50263 h 542141"/>
                <a:gd name="connsiteX270" fmla="*/ 2632439 w 2915191"/>
                <a:gd name="connsiteY270" fmla="*/ 0 h 542141"/>
                <a:gd name="connsiteX271" fmla="*/ 2642198 w 2915191"/>
                <a:gd name="connsiteY271" fmla="*/ 10486 h 542141"/>
                <a:gd name="connsiteX272" fmla="*/ 2651942 w 2915191"/>
                <a:gd name="connsiteY272" fmla="*/ 15212 h 542141"/>
                <a:gd name="connsiteX273" fmla="*/ 2661685 w 2915191"/>
                <a:gd name="connsiteY273" fmla="*/ 26034 h 542141"/>
                <a:gd name="connsiteX274" fmla="*/ 2671444 w 2915191"/>
                <a:gd name="connsiteY274" fmla="*/ 45221 h 542141"/>
                <a:gd name="connsiteX275" fmla="*/ 2681188 w 2915191"/>
                <a:gd name="connsiteY275" fmla="*/ 86872 h 542141"/>
                <a:gd name="connsiteX276" fmla="*/ 2690947 w 2915191"/>
                <a:gd name="connsiteY276" fmla="*/ 78714 h 542141"/>
                <a:gd name="connsiteX277" fmla="*/ 2700691 w 2915191"/>
                <a:gd name="connsiteY277" fmla="*/ 66730 h 542141"/>
                <a:gd name="connsiteX278" fmla="*/ 2710435 w 2915191"/>
                <a:gd name="connsiteY278" fmla="*/ 53446 h 542141"/>
                <a:gd name="connsiteX279" fmla="*/ 2720194 w 2915191"/>
                <a:gd name="connsiteY279" fmla="*/ 54675 h 542141"/>
                <a:gd name="connsiteX280" fmla="*/ 2729938 w 2915191"/>
                <a:gd name="connsiteY280" fmla="*/ 41877 h 542141"/>
                <a:gd name="connsiteX281" fmla="*/ 2739697 w 2915191"/>
                <a:gd name="connsiteY281" fmla="*/ 61525 h 542141"/>
                <a:gd name="connsiteX282" fmla="*/ 2749441 w 2915191"/>
                <a:gd name="connsiteY282" fmla="*/ 42829 h 542141"/>
                <a:gd name="connsiteX283" fmla="*/ 2759185 w 2915191"/>
                <a:gd name="connsiteY283" fmla="*/ 42964 h 542141"/>
                <a:gd name="connsiteX284" fmla="*/ 2768943 w 2915191"/>
                <a:gd name="connsiteY284" fmla="*/ 71962 h 542141"/>
                <a:gd name="connsiteX285" fmla="*/ 2778687 w 2915191"/>
                <a:gd name="connsiteY285" fmla="*/ 87144 h 542141"/>
                <a:gd name="connsiteX286" fmla="*/ 2788446 w 2915191"/>
                <a:gd name="connsiteY286" fmla="*/ 102420 h 542141"/>
                <a:gd name="connsiteX287" fmla="*/ 2798190 w 2915191"/>
                <a:gd name="connsiteY287" fmla="*/ 91755 h 542141"/>
                <a:gd name="connsiteX288" fmla="*/ 2807934 w 2915191"/>
                <a:gd name="connsiteY288" fmla="*/ 96168 h 542141"/>
                <a:gd name="connsiteX289" fmla="*/ 2817693 w 2915191"/>
                <a:gd name="connsiteY289" fmla="*/ 89045 h 542141"/>
                <a:gd name="connsiteX290" fmla="*/ 2827437 w 2915191"/>
                <a:gd name="connsiteY290" fmla="*/ 50521 h 542141"/>
                <a:gd name="connsiteX291" fmla="*/ 2837196 w 2915191"/>
                <a:gd name="connsiteY291" fmla="*/ 36059 h 542141"/>
                <a:gd name="connsiteX292" fmla="*/ 2846940 w 2915191"/>
                <a:gd name="connsiteY292" fmla="*/ 69443 h 542141"/>
                <a:gd name="connsiteX293" fmla="*/ 2856684 w 2915191"/>
                <a:gd name="connsiteY293" fmla="*/ 82414 h 542141"/>
                <a:gd name="connsiteX294" fmla="*/ 2866442 w 2915191"/>
                <a:gd name="connsiteY294" fmla="*/ 58295 h 542141"/>
                <a:gd name="connsiteX295" fmla="*/ 2876186 w 2915191"/>
                <a:gd name="connsiteY295" fmla="*/ 93169 h 542141"/>
                <a:gd name="connsiteX296" fmla="*/ 2885945 w 2915191"/>
                <a:gd name="connsiteY296" fmla="*/ 90476 h 542141"/>
                <a:gd name="connsiteX297" fmla="*/ 2895689 w 2915191"/>
                <a:gd name="connsiteY297" fmla="*/ 74243 h 542141"/>
                <a:gd name="connsiteX298" fmla="*/ 2905433 w 2915191"/>
                <a:gd name="connsiteY298" fmla="*/ 34430 h 542141"/>
                <a:gd name="connsiteX299" fmla="*/ 2915192 w 2915191"/>
                <a:gd name="connsiteY299" fmla="*/ 17822 h 542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42141">
                  <a:moveTo>
                    <a:pt x="0" y="396955"/>
                  </a:moveTo>
                  <a:lnTo>
                    <a:pt x="9750" y="426881"/>
                  </a:lnTo>
                  <a:lnTo>
                    <a:pt x="19500" y="417934"/>
                  </a:lnTo>
                  <a:lnTo>
                    <a:pt x="29250" y="417840"/>
                  </a:lnTo>
                  <a:lnTo>
                    <a:pt x="39000" y="445998"/>
                  </a:lnTo>
                  <a:lnTo>
                    <a:pt x="48749" y="447008"/>
                  </a:lnTo>
                  <a:lnTo>
                    <a:pt x="58499" y="451587"/>
                  </a:lnTo>
                  <a:lnTo>
                    <a:pt x="68249" y="452360"/>
                  </a:lnTo>
                  <a:lnTo>
                    <a:pt x="77998" y="466293"/>
                  </a:lnTo>
                  <a:lnTo>
                    <a:pt x="87748" y="474829"/>
                  </a:lnTo>
                  <a:lnTo>
                    <a:pt x="97497" y="460438"/>
                  </a:lnTo>
                  <a:lnTo>
                    <a:pt x="107247" y="487612"/>
                  </a:lnTo>
                  <a:lnTo>
                    <a:pt x="116997" y="509436"/>
                  </a:lnTo>
                  <a:lnTo>
                    <a:pt x="126747" y="542141"/>
                  </a:lnTo>
                  <a:lnTo>
                    <a:pt x="136497" y="513067"/>
                  </a:lnTo>
                  <a:lnTo>
                    <a:pt x="146247" y="486900"/>
                  </a:lnTo>
                  <a:lnTo>
                    <a:pt x="155997" y="503069"/>
                  </a:lnTo>
                  <a:lnTo>
                    <a:pt x="165747" y="495019"/>
                  </a:lnTo>
                  <a:lnTo>
                    <a:pt x="175497" y="510742"/>
                  </a:lnTo>
                  <a:lnTo>
                    <a:pt x="185247" y="489989"/>
                  </a:lnTo>
                  <a:lnTo>
                    <a:pt x="194996" y="477127"/>
                  </a:lnTo>
                  <a:lnTo>
                    <a:pt x="204746" y="475407"/>
                  </a:lnTo>
                  <a:lnTo>
                    <a:pt x="214495" y="506062"/>
                  </a:lnTo>
                  <a:lnTo>
                    <a:pt x="224245" y="472874"/>
                  </a:lnTo>
                  <a:lnTo>
                    <a:pt x="233995" y="475547"/>
                  </a:lnTo>
                  <a:lnTo>
                    <a:pt x="243744" y="469001"/>
                  </a:lnTo>
                  <a:lnTo>
                    <a:pt x="253494" y="520828"/>
                  </a:lnTo>
                  <a:lnTo>
                    <a:pt x="263244" y="470058"/>
                  </a:lnTo>
                  <a:lnTo>
                    <a:pt x="272994" y="469540"/>
                  </a:lnTo>
                  <a:lnTo>
                    <a:pt x="282744" y="512379"/>
                  </a:lnTo>
                  <a:lnTo>
                    <a:pt x="292494" y="540251"/>
                  </a:lnTo>
                  <a:lnTo>
                    <a:pt x="302244" y="537642"/>
                  </a:lnTo>
                  <a:lnTo>
                    <a:pt x="311994" y="510689"/>
                  </a:lnTo>
                  <a:lnTo>
                    <a:pt x="321744" y="485305"/>
                  </a:lnTo>
                  <a:lnTo>
                    <a:pt x="331493" y="477112"/>
                  </a:lnTo>
                  <a:lnTo>
                    <a:pt x="341243" y="450861"/>
                  </a:lnTo>
                  <a:lnTo>
                    <a:pt x="350993" y="467761"/>
                  </a:lnTo>
                  <a:lnTo>
                    <a:pt x="360742" y="465651"/>
                  </a:lnTo>
                  <a:lnTo>
                    <a:pt x="370492" y="434651"/>
                  </a:lnTo>
                  <a:lnTo>
                    <a:pt x="380241" y="406510"/>
                  </a:lnTo>
                  <a:lnTo>
                    <a:pt x="389991" y="409659"/>
                  </a:lnTo>
                  <a:lnTo>
                    <a:pt x="399741" y="406410"/>
                  </a:lnTo>
                  <a:lnTo>
                    <a:pt x="409491" y="403411"/>
                  </a:lnTo>
                  <a:lnTo>
                    <a:pt x="419241" y="380116"/>
                  </a:lnTo>
                  <a:lnTo>
                    <a:pt x="428991" y="383842"/>
                  </a:lnTo>
                  <a:lnTo>
                    <a:pt x="438741" y="381414"/>
                  </a:lnTo>
                  <a:lnTo>
                    <a:pt x="448491" y="375731"/>
                  </a:lnTo>
                  <a:lnTo>
                    <a:pt x="458241" y="372263"/>
                  </a:lnTo>
                  <a:lnTo>
                    <a:pt x="467991" y="356256"/>
                  </a:lnTo>
                  <a:lnTo>
                    <a:pt x="477740" y="354436"/>
                  </a:lnTo>
                  <a:lnTo>
                    <a:pt x="487490" y="323213"/>
                  </a:lnTo>
                  <a:lnTo>
                    <a:pt x="497239" y="259269"/>
                  </a:lnTo>
                  <a:lnTo>
                    <a:pt x="506989" y="283571"/>
                  </a:lnTo>
                  <a:lnTo>
                    <a:pt x="516738" y="240954"/>
                  </a:lnTo>
                  <a:lnTo>
                    <a:pt x="526488" y="264393"/>
                  </a:lnTo>
                  <a:lnTo>
                    <a:pt x="536238" y="272538"/>
                  </a:lnTo>
                  <a:lnTo>
                    <a:pt x="545988" y="270080"/>
                  </a:lnTo>
                  <a:lnTo>
                    <a:pt x="555738" y="276145"/>
                  </a:lnTo>
                  <a:lnTo>
                    <a:pt x="565488" y="270668"/>
                  </a:lnTo>
                  <a:lnTo>
                    <a:pt x="575238" y="214986"/>
                  </a:lnTo>
                  <a:lnTo>
                    <a:pt x="584988" y="232905"/>
                  </a:lnTo>
                  <a:lnTo>
                    <a:pt x="594738" y="244463"/>
                  </a:lnTo>
                  <a:lnTo>
                    <a:pt x="604488" y="249451"/>
                  </a:lnTo>
                  <a:lnTo>
                    <a:pt x="614237" y="252234"/>
                  </a:lnTo>
                  <a:lnTo>
                    <a:pt x="623987" y="273863"/>
                  </a:lnTo>
                  <a:lnTo>
                    <a:pt x="633736" y="295824"/>
                  </a:lnTo>
                  <a:lnTo>
                    <a:pt x="643486" y="291960"/>
                  </a:lnTo>
                  <a:lnTo>
                    <a:pt x="653236" y="310668"/>
                  </a:lnTo>
                  <a:lnTo>
                    <a:pt x="662985" y="306977"/>
                  </a:lnTo>
                  <a:lnTo>
                    <a:pt x="672735" y="297840"/>
                  </a:lnTo>
                  <a:lnTo>
                    <a:pt x="682485" y="309988"/>
                  </a:lnTo>
                  <a:lnTo>
                    <a:pt x="692235" y="335054"/>
                  </a:lnTo>
                  <a:lnTo>
                    <a:pt x="701985" y="354074"/>
                  </a:lnTo>
                  <a:lnTo>
                    <a:pt x="711735" y="342969"/>
                  </a:lnTo>
                  <a:lnTo>
                    <a:pt x="721485" y="353215"/>
                  </a:lnTo>
                  <a:lnTo>
                    <a:pt x="731235" y="376485"/>
                  </a:lnTo>
                  <a:lnTo>
                    <a:pt x="740985" y="370369"/>
                  </a:lnTo>
                  <a:lnTo>
                    <a:pt x="750734" y="340479"/>
                  </a:lnTo>
                  <a:lnTo>
                    <a:pt x="760484" y="355721"/>
                  </a:lnTo>
                  <a:lnTo>
                    <a:pt x="770233" y="338097"/>
                  </a:lnTo>
                  <a:lnTo>
                    <a:pt x="779983" y="350881"/>
                  </a:lnTo>
                  <a:lnTo>
                    <a:pt x="789733" y="347593"/>
                  </a:lnTo>
                  <a:lnTo>
                    <a:pt x="799482" y="338292"/>
                  </a:lnTo>
                  <a:lnTo>
                    <a:pt x="809232" y="330319"/>
                  </a:lnTo>
                  <a:lnTo>
                    <a:pt x="818982" y="293161"/>
                  </a:lnTo>
                  <a:lnTo>
                    <a:pt x="828732" y="265121"/>
                  </a:lnTo>
                  <a:lnTo>
                    <a:pt x="838482" y="272295"/>
                  </a:lnTo>
                  <a:lnTo>
                    <a:pt x="848232" y="264077"/>
                  </a:lnTo>
                  <a:lnTo>
                    <a:pt x="857982" y="272172"/>
                  </a:lnTo>
                  <a:lnTo>
                    <a:pt x="867732" y="269341"/>
                  </a:lnTo>
                  <a:lnTo>
                    <a:pt x="877482" y="323496"/>
                  </a:lnTo>
                  <a:lnTo>
                    <a:pt x="887231" y="299173"/>
                  </a:lnTo>
                  <a:lnTo>
                    <a:pt x="896981" y="285949"/>
                  </a:lnTo>
                  <a:lnTo>
                    <a:pt x="906730" y="271503"/>
                  </a:lnTo>
                  <a:lnTo>
                    <a:pt x="916480" y="296725"/>
                  </a:lnTo>
                  <a:lnTo>
                    <a:pt x="926230" y="273711"/>
                  </a:lnTo>
                  <a:lnTo>
                    <a:pt x="935979" y="225886"/>
                  </a:lnTo>
                  <a:lnTo>
                    <a:pt x="945729" y="239392"/>
                  </a:lnTo>
                  <a:lnTo>
                    <a:pt x="955479" y="225822"/>
                  </a:lnTo>
                  <a:lnTo>
                    <a:pt x="965229" y="226062"/>
                  </a:lnTo>
                  <a:lnTo>
                    <a:pt x="974979" y="246368"/>
                  </a:lnTo>
                  <a:lnTo>
                    <a:pt x="984729" y="240715"/>
                  </a:lnTo>
                  <a:lnTo>
                    <a:pt x="994474" y="213800"/>
                  </a:lnTo>
                  <a:lnTo>
                    <a:pt x="1004233" y="227671"/>
                  </a:lnTo>
                  <a:lnTo>
                    <a:pt x="1013977" y="252788"/>
                  </a:lnTo>
                  <a:lnTo>
                    <a:pt x="1023721" y="246936"/>
                  </a:lnTo>
                  <a:lnTo>
                    <a:pt x="1033480" y="259983"/>
                  </a:lnTo>
                  <a:lnTo>
                    <a:pt x="1043224" y="244717"/>
                  </a:lnTo>
                  <a:lnTo>
                    <a:pt x="1052983" y="213736"/>
                  </a:lnTo>
                  <a:lnTo>
                    <a:pt x="1062727" y="193934"/>
                  </a:lnTo>
                  <a:lnTo>
                    <a:pt x="1072471" y="157134"/>
                  </a:lnTo>
                  <a:lnTo>
                    <a:pt x="1082230" y="161824"/>
                  </a:lnTo>
                  <a:lnTo>
                    <a:pt x="1091973" y="201092"/>
                  </a:lnTo>
                  <a:lnTo>
                    <a:pt x="1101732" y="195518"/>
                  </a:lnTo>
                  <a:lnTo>
                    <a:pt x="1111476" y="162616"/>
                  </a:lnTo>
                  <a:lnTo>
                    <a:pt x="1121220" y="158682"/>
                  </a:lnTo>
                  <a:lnTo>
                    <a:pt x="1130979" y="187593"/>
                  </a:lnTo>
                  <a:lnTo>
                    <a:pt x="1140723" y="171210"/>
                  </a:lnTo>
                  <a:lnTo>
                    <a:pt x="1150482" y="191909"/>
                  </a:lnTo>
                  <a:lnTo>
                    <a:pt x="1160226" y="168382"/>
                  </a:lnTo>
                  <a:lnTo>
                    <a:pt x="1169969" y="152522"/>
                  </a:lnTo>
                  <a:lnTo>
                    <a:pt x="1179728" y="221862"/>
                  </a:lnTo>
                  <a:lnTo>
                    <a:pt x="1189472" y="264610"/>
                  </a:lnTo>
                  <a:lnTo>
                    <a:pt x="1199231" y="233370"/>
                  </a:lnTo>
                  <a:lnTo>
                    <a:pt x="1208975" y="221223"/>
                  </a:lnTo>
                  <a:lnTo>
                    <a:pt x="1218719" y="269916"/>
                  </a:lnTo>
                  <a:lnTo>
                    <a:pt x="1228478" y="279474"/>
                  </a:lnTo>
                  <a:lnTo>
                    <a:pt x="1238222" y="287556"/>
                  </a:lnTo>
                  <a:lnTo>
                    <a:pt x="1247966" y="308023"/>
                  </a:lnTo>
                  <a:lnTo>
                    <a:pt x="1257725" y="308179"/>
                  </a:lnTo>
                  <a:lnTo>
                    <a:pt x="1267469" y="296925"/>
                  </a:lnTo>
                  <a:lnTo>
                    <a:pt x="1277227" y="308616"/>
                  </a:lnTo>
                  <a:lnTo>
                    <a:pt x="1286971" y="296452"/>
                  </a:lnTo>
                  <a:lnTo>
                    <a:pt x="1296715" y="295021"/>
                  </a:lnTo>
                  <a:lnTo>
                    <a:pt x="1306474" y="282018"/>
                  </a:lnTo>
                  <a:lnTo>
                    <a:pt x="1316218" y="279138"/>
                  </a:lnTo>
                  <a:lnTo>
                    <a:pt x="1325977" y="259989"/>
                  </a:lnTo>
                  <a:lnTo>
                    <a:pt x="1335721" y="244328"/>
                  </a:lnTo>
                  <a:lnTo>
                    <a:pt x="1345465" y="267900"/>
                  </a:lnTo>
                  <a:lnTo>
                    <a:pt x="1355224" y="252246"/>
                  </a:lnTo>
                  <a:lnTo>
                    <a:pt x="1364967" y="248004"/>
                  </a:lnTo>
                  <a:lnTo>
                    <a:pt x="1374726" y="247083"/>
                  </a:lnTo>
                  <a:lnTo>
                    <a:pt x="1384470" y="245072"/>
                  </a:lnTo>
                  <a:lnTo>
                    <a:pt x="1394214" y="259169"/>
                  </a:lnTo>
                  <a:lnTo>
                    <a:pt x="1403973" y="271403"/>
                  </a:lnTo>
                  <a:lnTo>
                    <a:pt x="1413717" y="244555"/>
                  </a:lnTo>
                  <a:lnTo>
                    <a:pt x="1423476" y="232609"/>
                  </a:lnTo>
                  <a:lnTo>
                    <a:pt x="1433220" y="267832"/>
                  </a:lnTo>
                  <a:lnTo>
                    <a:pt x="1442964" y="266465"/>
                  </a:lnTo>
                  <a:lnTo>
                    <a:pt x="1452722" y="268064"/>
                  </a:lnTo>
                  <a:lnTo>
                    <a:pt x="1462466" y="281604"/>
                  </a:lnTo>
                  <a:lnTo>
                    <a:pt x="1472225" y="273294"/>
                  </a:lnTo>
                  <a:lnTo>
                    <a:pt x="1481969" y="288571"/>
                  </a:lnTo>
                  <a:lnTo>
                    <a:pt x="1491713" y="249078"/>
                  </a:lnTo>
                  <a:lnTo>
                    <a:pt x="1501472" y="226564"/>
                  </a:lnTo>
                  <a:lnTo>
                    <a:pt x="1511216" y="231421"/>
                  </a:lnTo>
                  <a:lnTo>
                    <a:pt x="1520960" y="261501"/>
                  </a:lnTo>
                  <a:lnTo>
                    <a:pt x="1530719" y="237777"/>
                  </a:lnTo>
                  <a:lnTo>
                    <a:pt x="1540463" y="217904"/>
                  </a:lnTo>
                  <a:lnTo>
                    <a:pt x="1550221" y="230593"/>
                  </a:lnTo>
                  <a:lnTo>
                    <a:pt x="1559965" y="226962"/>
                  </a:lnTo>
                  <a:lnTo>
                    <a:pt x="1569709" y="239258"/>
                  </a:lnTo>
                  <a:lnTo>
                    <a:pt x="1579468" y="281364"/>
                  </a:lnTo>
                  <a:lnTo>
                    <a:pt x="1589212" y="288009"/>
                  </a:lnTo>
                  <a:lnTo>
                    <a:pt x="1598971" y="261082"/>
                  </a:lnTo>
                  <a:lnTo>
                    <a:pt x="1608715" y="290496"/>
                  </a:lnTo>
                  <a:lnTo>
                    <a:pt x="1618459" y="305790"/>
                  </a:lnTo>
                  <a:lnTo>
                    <a:pt x="1628218" y="305024"/>
                  </a:lnTo>
                  <a:lnTo>
                    <a:pt x="1637962" y="310966"/>
                  </a:lnTo>
                  <a:lnTo>
                    <a:pt x="1647720" y="280914"/>
                  </a:lnTo>
                  <a:lnTo>
                    <a:pt x="1657464" y="283875"/>
                  </a:lnTo>
                  <a:lnTo>
                    <a:pt x="1667208" y="317974"/>
                  </a:lnTo>
                  <a:lnTo>
                    <a:pt x="1676967" y="296640"/>
                  </a:lnTo>
                  <a:lnTo>
                    <a:pt x="1686711" y="298023"/>
                  </a:lnTo>
                  <a:lnTo>
                    <a:pt x="1696470" y="304745"/>
                  </a:lnTo>
                  <a:lnTo>
                    <a:pt x="1706214" y="307847"/>
                  </a:lnTo>
                  <a:lnTo>
                    <a:pt x="1715958" y="297443"/>
                  </a:lnTo>
                  <a:lnTo>
                    <a:pt x="1725716" y="333316"/>
                  </a:lnTo>
                  <a:lnTo>
                    <a:pt x="1735460" y="343548"/>
                  </a:lnTo>
                  <a:lnTo>
                    <a:pt x="1745219" y="324026"/>
                  </a:lnTo>
                  <a:lnTo>
                    <a:pt x="1754963" y="284675"/>
                  </a:lnTo>
                  <a:lnTo>
                    <a:pt x="1764707" y="273042"/>
                  </a:lnTo>
                  <a:lnTo>
                    <a:pt x="1774466" y="308391"/>
                  </a:lnTo>
                  <a:lnTo>
                    <a:pt x="1784210" y="293777"/>
                  </a:lnTo>
                  <a:lnTo>
                    <a:pt x="1793969" y="322439"/>
                  </a:lnTo>
                  <a:lnTo>
                    <a:pt x="1803713" y="354673"/>
                  </a:lnTo>
                  <a:lnTo>
                    <a:pt x="1813457" y="348119"/>
                  </a:lnTo>
                  <a:lnTo>
                    <a:pt x="1823215" y="379923"/>
                  </a:lnTo>
                  <a:lnTo>
                    <a:pt x="1832959" y="349266"/>
                  </a:lnTo>
                  <a:lnTo>
                    <a:pt x="1842703" y="344359"/>
                  </a:lnTo>
                  <a:lnTo>
                    <a:pt x="1852462" y="330196"/>
                  </a:lnTo>
                  <a:lnTo>
                    <a:pt x="1862206" y="289858"/>
                  </a:lnTo>
                  <a:lnTo>
                    <a:pt x="1871965" y="316150"/>
                  </a:lnTo>
                  <a:lnTo>
                    <a:pt x="1881709" y="327669"/>
                  </a:lnTo>
                  <a:lnTo>
                    <a:pt x="1891453" y="332925"/>
                  </a:lnTo>
                  <a:lnTo>
                    <a:pt x="1901212" y="344847"/>
                  </a:lnTo>
                  <a:lnTo>
                    <a:pt x="1910956" y="342747"/>
                  </a:lnTo>
                  <a:lnTo>
                    <a:pt x="1920714" y="304240"/>
                  </a:lnTo>
                  <a:lnTo>
                    <a:pt x="1930458" y="302372"/>
                  </a:lnTo>
                  <a:lnTo>
                    <a:pt x="1940202" y="287039"/>
                  </a:lnTo>
                  <a:lnTo>
                    <a:pt x="1949961" y="288608"/>
                  </a:lnTo>
                  <a:lnTo>
                    <a:pt x="1959705" y="262632"/>
                  </a:lnTo>
                  <a:lnTo>
                    <a:pt x="1969464" y="263730"/>
                  </a:lnTo>
                  <a:lnTo>
                    <a:pt x="1979208" y="279088"/>
                  </a:lnTo>
                  <a:lnTo>
                    <a:pt x="1988952" y="280129"/>
                  </a:lnTo>
                  <a:lnTo>
                    <a:pt x="1998711" y="293772"/>
                  </a:lnTo>
                  <a:lnTo>
                    <a:pt x="2008454" y="243423"/>
                  </a:lnTo>
                  <a:lnTo>
                    <a:pt x="2018213" y="230809"/>
                  </a:lnTo>
                  <a:lnTo>
                    <a:pt x="2027957" y="214907"/>
                  </a:lnTo>
                  <a:lnTo>
                    <a:pt x="2037701" y="222621"/>
                  </a:lnTo>
                  <a:lnTo>
                    <a:pt x="2047460" y="207257"/>
                  </a:lnTo>
                  <a:lnTo>
                    <a:pt x="2057204" y="207500"/>
                  </a:lnTo>
                  <a:lnTo>
                    <a:pt x="2066963" y="222378"/>
                  </a:lnTo>
                  <a:lnTo>
                    <a:pt x="2076707" y="222354"/>
                  </a:lnTo>
                  <a:lnTo>
                    <a:pt x="2086451" y="232369"/>
                  </a:lnTo>
                  <a:lnTo>
                    <a:pt x="2096210" y="227169"/>
                  </a:lnTo>
                  <a:lnTo>
                    <a:pt x="2105954" y="241688"/>
                  </a:lnTo>
                  <a:lnTo>
                    <a:pt x="2115697" y="208963"/>
                  </a:lnTo>
                  <a:lnTo>
                    <a:pt x="2125456" y="216552"/>
                  </a:lnTo>
                  <a:lnTo>
                    <a:pt x="2135200" y="224210"/>
                  </a:lnTo>
                  <a:lnTo>
                    <a:pt x="2144959" y="173382"/>
                  </a:lnTo>
                  <a:lnTo>
                    <a:pt x="2154703" y="170324"/>
                  </a:lnTo>
                  <a:lnTo>
                    <a:pt x="2164447" y="173739"/>
                  </a:lnTo>
                  <a:lnTo>
                    <a:pt x="2174206" y="137988"/>
                  </a:lnTo>
                  <a:lnTo>
                    <a:pt x="2183950" y="153282"/>
                  </a:lnTo>
                  <a:lnTo>
                    <a:pt x="2193709" y="138006"/>
                  </a:lnTo>
                  <a:lnTo>
                    <a:pt x="2203452" y="123842"/>
                  </a:lnTo>
                  <a:lnTo>
                    <a:pt x="2213196" y="153331"/>
                  </a:lnTo>
                  <a:lnTo>
                    <a:pt x="2222955" y="148717"/>
                  </a:lnTo>
                  <a:lnTo>
                    <a:pt x="2232699" y="157707"/>
                  </a:lnTo>
                  <a:lnTo>
                    <a:pt x="2242458" y="146385"/>
                  </a:lnTo>
                  <a:lnTo>
                    <a:pt x="2252202" y="146217"/>
                  </a:lnTo>
                  <a:lnTo>
                    <a:pt x="2261946" y="136446"/>
                  </a:lnTo>
                  <a:lnTo>
                    <a:pt x="2271705" y="151763"/>
                  </a:lnTo>
                  <a:lnTo>
                    <a:pt x="2281449" y="154243"/>
                  </a:lnTo>
                  <a:lnTo>
                    <a:pt x="2291208" y="127008"/>
                  </a:lnTo>
                  <a:lnTo>
                    <a:pt x="2300951" y="129320"/>
                  </a:lnTo>
                  <a:lnTo>
                    <a:pt x="2310695" y="99881"/>
                  </a:lnTo>
                  <a:lnTo>
                    <a:pt x="2320454" y="96612"/>
                  </a:lnTo>
                  <a:lnTo>
                    <a:pt x="2330198" y="97004"/>
                  </a:lnTo>
                  <a:lnTo>
                    <a:pt x="2339957" y="99512"/>
                  </a:lnTo>
                  <a:lnTo>
                    <a:pt x="2349701" y="68951"/>
                  </a:lnTo>
                  <a:lnTo>
                    <a:pt x="2359445" y="67738"/>
                  </a:lnTo>
                  <a:lnTo>
                    <a:pt x="2369204" y="62945"/>
                  </a:lnTo>
                  <a:lnTo>
                    <a:pt x="2378948" y="54852"/>
                  </a:lnTo>
                  <a:lnTo>
                    <a:pt x="2388692" y="93290"/>
                  </a:lnTo>
                  <a:lnTo>
                    <a:pt x="2398450" y="71874"/>
                  </a:lnTo>
                  <a:lnTo>
                    <a:pt x="2408194" y="52935"/>
                  </a:lnTo>
                  <a:lnTo>
                    <a:pt x="2417953" y="33128"/>
                  </a:lnTo>
                  <a:lnTo>
                    <a:pt x="2427697" y="50013"/>
                  </a:lnTo>
                  <a:lnTo>
                    <a:pt x="2437441" y="47592"/>
                  </a:lnTo>
                  <a:lnTo>
                    <a:pt x="2447200" y="64331"/>
                  </a:lnTo>
                  <a:lnTo>
                    <a:pt x="2456944" y="84659"/>
                  </a:lnTo>
                  <a:lnTo>
                    <a:pt x="2466703" y="39812"/>
                  </a:lnTo>
                  <a:lnTo>
                    <a:pt x="2476446" y="23080"/>
                  </a:lnTo>
                  <a:lnTo>
                    <a:pt x="2486190" y="55084"/>
                  </a:lnTo>
                  <a:lnTo>
                    <a:pt x="2495949" y="43651"/>
                  </a:lnTo>
                  <a:lnTo>
                    <a:pt x="2505693" y="51625"/>
                  </a:lnTo>
                  <a:lnTo>
                    <a:pt x="2515452" y="49259"/>
                  </a:lnTo>
                  <a:lnTo>
                    <a:pt x="2525196" y="56370"/>
                  </a:lnTo>
                  <a:lnTo>
                    <a:pt x="2534940" y="35406"/>
                  </a:lnTo>
                  <a:lnTo>
                    <a:pt x="2544699" y="51480"/>
                  </a:lnTo>
                  <a:lnTo>
                    <a:pt x="2554443" y="19491"/>
                  </a:lnTo>
                  <a:lnTo>
                    <a:pt x="2564202" y="41899"/>
                  </a:lnTo>
                  <a:lnTo>
                    <a:pt x="2573946" y="48271"/>
                  </a:lnTo>
                  <a:lnTo>
                    <a:pt x="2583690" y="45306"/>
                  </a:lnTo>
                  <a:lnTo>
                    <a:pt x="2593448" y="54678"/>
                  </a:lnTo>
                  <a:lnTo>
                    <a:pt x="2603192" y="49938"/>
                  </a:lnTo>
                  <a:lnTo>
                    <a:pt x="2612951" y="47199"/>
                  </a:lnTo>
                  <a:lnTo>
                    <a:pt x="2622695" y="50263"/>
                  </a:lnTo>
                  <a:lnTo>
                    <a:pt x="2632439" y="0"/>
                  </a:lnTo>
                  <a:lnTo>
                    <a:pt x="2642198" y="10486"/>
                  </a:lnTo>
                  <a:lnTo>
                    <a:pt x="2651942" y="15212"/>
                  </a:lnTo>
                  <a:lnTo>
                    <a:pt x="2661685" y="26034"/>
                  </a:lnTo>
                  <a:lnTo>
                    <a:pt x="2671444" y="45221"/>
                  </a:lnTo>
                  <a:lnTo>
                    <a:pt x="2681188" y="86872"/>
                  </a:lnTo>
                  <a:lnTo>
                    <a:pt x="2690947" y="78714"/>
                  </a:lnTo>
                  <a:lnTo>
                    <a:pt x="2700691" y="66730"/>
                  </a:lnTo>
                  <a:lnTo>
                    <a:pt x="2710435" y="53446"/>
                  </a:lnTo>
                  <a:lnTo>
                    <a:pt x="2720194" y="54675"/>
                  </a:lnTo>
                  <a:lnTo>
                    <a:pt x="2729938" y="41877"/>
                  </a:lnTo>
                  <a:lnTo>
                    <a:pt x="2739697" y="61525"/>
                  </a:lnTo>
                  <a:lnTo>
                    <a:pt x="2749441" y="42829"/>
                  </a:lnTo>
                  <a:lnTo>
                    <a:pt x="2759185" y="42964"/>
                  </a:lnTo>
                  <a:lnTo>
                    <a:pt x="2768943" y="71962"/>
                  </a:lnTo>
                  <a:lnTo>
                    <a:pt x="2778687" y="87144"/>
                  </a:lnTo>
                  <a:lnTo>
                    <a:pt x="2788446" y="102420"/>
                  </a:lnTo>
                  <a:lnTo>
                    <a:pt x="2798190" y="91755"/>
                  </a:lnTo>
                  <a:lnTo>
                    <a:pt x="2807934" y="96168"/>
                  </a:lnTo>
                  <a:lnTo>
                    <a:pt x="2817693" y="89045"/>
                  </a:lnTo>
                  <a:lnTo>
                    <a:pt x="2827437" y="50521"/>
                  </a:lnTo>
                  <a:lnTo>
                    <a:pt x="2837196" y="36059"/>
                  </a:lnTo>
                  <a:lnTo>
                    <a:pt x="2846940" y="69443"/>
                  </a:lnTo>
                  <a:lnTo>
                    <a:pt x="2856684" y="82414"/>
                  </a:lnTo>
                  <a:lnTo>
                    <a:pt x="2866442" y="58295"/>
                  </a:lnTo>
                  <a:lnTo>
                    <a:pt x="2876186" y="93169"/>
                  </a:lnTo>
                  <a:lnTo>
                    <a:pt x="2885945" y="90476"/>
                  </a:lnTo>
                  <a:lnTo>
                    <a:pt x="2895689" y="74243"/>
                  </a:lnTo>
                  <a:lnTo>
                    <a:pt x="2905433" y="34430"/>
                  </a:lnTo>
                  <a:lnTo>
                    <a:pt x="2915192" y="17822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7" name="Freeform 1226">
              <a:extLst>
                <a:ext uri="{FF2B5EF4-FFF2-40B4-BE49-F238E27FC236}">
                  <a16:creationId xmlns:a16="http://schemas.microsoft.com/office/drawing/2014/main" id="{3BAF2BFC-887E-D2C7-67A5-69FDA815D864}"/>
                </a:ext>
              </a:extLst>
            </p:cNvPr>
            <p:cNvSpPr/>
            <p:nvPr/>
          </p:nvSpPr>
          <p:spPr>
            <a:xfrm>
              <a:off x="4426652" y="3643827"/>
              <a:ext cx="2915191" cy="349339"/>
            </a:xfrm>
            <a:custGeom>
              <a:avLst/>
              <a:gdLst>
                <a:gd name="connsiteX0" fmla="*/ 0 w 2915191"/>
                <a:gd name="connsiteY0" fmla="*/ 315763 h 349339"/>
                <a:gd name="connsiteX1" fmla="*/ 9750 w 2915191"/>
                <a:gd name="connsiteY1" fmla="*/ 332825 h 349339"/>
                <a:gd name="connsiteX2" fmla="*/ 19500 w 2915191"/>
                <a:gd name="connsiteY2" fmla="*/ 333046 h 349339"/>
                <a:gd name="connsiteX3" fmla="*/ 29250 w 2915191"/>
                <a:gd name="connsiteY3" fmla="*/ 297026 h 349339"/>
                <a:gd name="connsiteX4" fmla="*/ 39000 w 2915191"/>
                <a:gd name="connsiteY4" fmla="*/ 298526 h 349339"/>
                <a:gd name="connsiteX5" fmla="*/ 48749 w 2915191"/>
                <a:gd name="connsiteY5" fmla="*/ 280131 h 349339"/>
                <a:gd name="connsiteX6" fmla="*/ 58499 w 2915191"/>
                <a:gd name="connsiteY6" fmla="*/ 269491 h 349339"/>
                <a:gd name="connsiteX7" fmla="*/ 68249 w 2915191"/>
                <a:gd name="connsiteY7" fmla="*/ 288614 h 349339"/>
                <a:gd name="connsiteX8" fmla="*/ 77998 w 2915191"/>
                <a:gd name="connsiteY8" fmla="*/ 248226 h 349339"/>
                <a:gd name="connsiteX9" fmla="*/ 87748 w 2915191"/>
                <a:gd name="connsiteY9" fmla="*/ 238604 h 349339"/>
                <a:gd name="connsiteX10" fmla="*/ 97497 w 2915191"/>
                <a:gd name="connsiteY10" fmla="*/ 233655 h 349339"/>
                <a:gd name="connsiteX11" fmla="*/ 107247 w 2915191"/>
                <a:gd name="connsiteY11" fmla="*/ 220262 h 349339"/>
                <a:gd name="connsiteX12" fmla="*/ 116997 w 2915191"/>
                <a:gd name="connsiteY12" fmla="*/ 248317 h 349339"/>
                <a:gd name="connsiteX13" fmla="*/ 126747 w 2915191"/>
                <a:gd name="connsiteY13" fmla="*/ 267100 h 349339"/>
                <a:gd name="connsiteX14" fmla="*/ 136497 w 2915191"/>
                <a:gd name="connsiteY14" fmla="*/ 278368 h 349339"/>
                <a:gd name="connsiteX15" fmla="*/ 146247 w 2915191"/>
                <a:gd name="connsiteY15" fmla="*/ 271765 h 349339"/>
                <a:gd name="connsiteX16" fmla="*/ 155997 w 2915191"/>
                <a:gd name="connsiteY16" fmla="*/ 255218 h 349339"/>
                <a:gd name="connsiteX17" fmla="*/ 165747 w 2915191"/>
                <a:gd name="connsiteY17" fmla="*/ 237676 h 349339"/>
                <a:gd name="connsiteX18" fmla="*/ 175497 w 2915191"/>
                <a:gd name="connsiteY18" fmla="*/ 263104 h 349339"/>
                <a:gd name="connsiteX19" fmla="*/ 185247 w 2915191"/>
                <a:gd name="connsiteY19" fmla="*/ 277392 h 349339"/>
                <a:gd name="connsiteX20" fmla="*/ 194996 w 2915191"/>
                <a:gd name="connsiteY20" fmla="*/ 274153 h 349339"/>
                <a:gd name="connsiteX21" fmla="*/ 204746 w 2915191"/>
                <a:gd name="connsiteY21" fmla="*/ 281926 h 349339"/>
                <a:gd name="connsiteX22" fmla="*/ 214495 w 2915191"/>
                <a:gd name="connsiteY22" fmla="*/ 289304 h 349339"/>
                <a:gd name="connsiteX23" fmla="*/ 224245 w 2915191"/>
                <a:gd name="connsiteY23" fmla="*/ 265540 h 349339"/>
                <a:gd name="connsiteX24" fmla="*/ 233995 w 2915191"/>
                <a:gd name="connsiteY24" fmla="*/ 224046 h 349339"/>
                <a:gd name="connsiteX25" fmla="*/ 243744 w 2915191"/>
                <a:gd name="connsiteY25" fmla="*/ 235057 h 349339"/>
                <a:gd name="connsiteX26" fmla="*/ 253494 w 2915191"/>
                <a:gd name="connsiteY26" fmla="*/ 225672 h 349339"/>
                <a:gd name="connsiteX27" fmla="*/ 263244 w 2915191"/>
                <a:gd name="connsiteY27" fmla="*/ 213966 h 349339"/>
                <a:gd name="connsiteX28" fmla="*/ 272994 w 2915191"/>
                <a:gd name="connsiteY28" fmla="*/ 218590 h 349339"/>
                <a:gd name="connsiteX29" fmla="*/ 282744 w 2915191"/>
                <a:gd name="connsiteY29" fmla="*/ 174889 h 349339"/>
                <a:gd name="connsiteX30" fmla="*/ 292494 w 2915191"/>
                <a:gd name="connsiteY30" fmla="*/ 197873 h 349339"/>
                <a:gd name="connsiteX31" fmla="*/ 302244 w 2915191"/>
                <a:gd name="connsiteY31" fmla="*/ 217214 h 349339"/>
                <a:gd name="connsiteX32" fmla="*/ 311994 w 2915191"/>
                <a:gd name="connsiteY32" fmla="*/ 229869 h 349339"/>
                <a:gd name="connsiteX33" fmla="*/ 321744 w 2915191"/>
                <a:gd name="connsiteY33" fmla="*/ 236506 h 349339"/>
                <a:gd name="connsiteX34" fmla="*/ 331493 w 2915191"/>
                <a:gd name="connsiteY34" fmla="*/ 247849 h 349339"/>
                <a:gd name="connsiteX35" fmla="*/ 341243 w 2915191"/>
                <a:gd name="connsiteY35" fmla="*/ 230332 h 349339"/>
                <a:gd name="connsiteX36" fmla="*/ 350993 w 2915191"/>
                <a:gd name="connsiteY36" fmla="*/ 233376 h 349339"/>
                <a:gd name="connsiteX37" fmla="*/ 360742 w 2915191"/>
                <a:gd name="connsiteY37" fmla="*/ 232834 h 349339"/>
                <a:gd name="connsiteX38" fmla="*/ 370492 w 2915191"/>
                <a:gd name="connsiteY38" fmla="*/ 236320 h 349339"/>
                <a:gd name="connsiteX39" fmla="*/ 380241 w 2915191"/>
                <a:gd name="connsiteY39" fmla="*/ 247323 h 349339"/>
                <a:gd name="connsiteX40" fmla="*/ 389991 w 2915191"/>
                <a:gd name="connsiteY40" fmla="*/ 230174 h 349339"/>
                <a:gd name="connsiteX41" fmla="*/ 399741 w 2915191"/>
                <a:gd name="connsiteY41" fmla="*/ 254346 h 349339"/>
                <a:gd name="connsiteX42" fmla="*/ 409491 w 2915191"/>
                <a:gd name="connsiteY42" fmla="*/ 224925 h 349339"/>
                <a:gd name="connsiteX43" fmla="*/ 419241 w 2915191"/>
                <a:gd name="connsiteY43" fmla="*/ 237429 h 349339"/>
                <a:gd name="connsiteX44" fmla="*/ 428991 w 2915191"/>
                <a:gd name="connsiteY44" fmla="*/ 218459 h 349339"/>
                <a:gd name="connsiteX45" fmla="*/ 438741 w 2915191"/>
                <a:gd name="connsiteY45" fmla="*/ 197587 h 349339"/>
                <a:gd name="connsiteX46" fmla="*/ 448491 w 2915191"/>
                <a:gd name="connsiteY46" fmla="*/ 181356 h 349339"/>
                <a:gd name="connsiteX47" fmla="*/ 458241 w 2915191"/>
                <a:gd name="connsiteY47" fmla="*/ 224611 h 349339"/>
                <a:gd name="connsiteX48" fmla="*/ 467991 w 2915191"/>
                <a:gd name="connsiteY48" fmla="*/ 200530 h 349339"/>
                <a:gd name="connsiteX49" fmla="*/ 477740 w 2915191"/>
                <a:gd name="connsiteY49" fmla="*/ 203155 h 349339"/>
                <a:gd name="connsiteX50" fmla="*/ 487490 w 2915191"/>
                <a:gd name="connsiteY50" fmla="*/ 241153 h 349339"/>
                <a:gd name="connsiteX51" fmla="*/ 497239 w 2915191"/>
                <a:gd name="connsiteY51" fmla="*/ 228489 h 349339"/>
                <a:gd name="connsiteX52" fmla="*/ 506989 w 2915191"/>
                <a:gd name="connsiteY52" fmla="*/ 213075 h 349339"/>
                <a:gd name="connsiteX53" fmla="*/ 516738 w 2915191"/>
                <a:gd name="connsiteY53" fmla="*/ 217129 h 349339"/>
                <a:gd name="connsiteX54" fmla="*/ 526488 w 2915191"/>
                <a:gd name="connsiteY54" fmla="*/ 216576 h 349339"/>
                <a:gd name="connsiteX55" fmla="*/ 536238 w 2915191"/>
                <a:gd name="connsiteY55" fmla="*/ 201242 h 349339"/>
                <a:gd name="connsiteX56" fmla="*/ 545988 w 2915191"/>
                <a:gd name="connsiteY56" fmla="*/ 181246 h 349339"/>
                <a:gd name="connsiteX57" fmla="*/ 555738 w 2915191"/>
                <a:gd name="connsiteY57" fmla="*/ 193414 h 349339"/>
                <a:gd name="connsiteX58" fmla="*/ 565488 w 2915191"/>
                <a:gd name="connsiteY58" fmla="*/ 185533 h 349339"/>
                <a:gd name="connsiteX59" fmla="*/ 575238 w 2915191"/>
                <a:gd name="connsiteY59" fmla="*/ 187288 h 349339"/>
                <a:gd name="connsiteX60" fmla="*/ 584988 w 2915191"/>
                <a:gd name="connsiteY60" fmla="*/ 214228 h 349339"/>
                <a:gd name="connsiteX61" fmla="*/ 594738 w 2915191"/>
                <a:gd name="connsiteY61" fmla="*/ 182833 h 349339"/>
                <a:gd name="connsiteX62" fmla="*/ 604488 w 2915191"/>
                <a:gd name="connsiteY62" fmla="*/ 158242 h 349339"/>
                <a:gd name="connsiteX63" fmla="*/ 614237 w 2915191"/>
                <a:gd name="connsiteY63" fmla="*/ 151161 h 349339"/>
                <a:gd name="connsiteX64" fmla="*/ 623987 w 2915191"/>
                <a:gd name="connsiteY64" fmla="*/ 152810 h 349339"/>
                <a:gd name="connsiteX65" fmla="*/ 633736 w 2915191"/>
                <a:gd name="connsiteY65" fmla="*/ 155754 h 349339"/>
                <a:gd name="connsiteX66" fmla="*/ 643486 w 2915191"/>
                <a:gd name="connsiteY66" fmla="*/ 133441 h 349339"/>
                <a:gd name="connsiteX67" fmla="*/ 653236 w 2915191"/>
                <a:gd name="connsiteY67" fmla="*/ 117823 h 349339"/>
                <a:gd name="connsiteX68" fmla="*/ 662985 w 2915191"/>
                <a:gd name="connsiteY68" fmla="*/ 112694 h 349339"/>
                <a:gd name="connsiteX69" fmla="*/ 672735 w 2915191"/>
                <a:gd name="connsiteY69" fmla="*/ 125110 h 349339"/>
                <a:gd name="connsiteX70" fmla="*/ 682485 w 2915191"/>
                <a:gd name="connsiteY70" fmla="*/ 159294 h 349339"/>
                <a:gd name="connsiteX71" fmla="*/ 692235 w 2915191"/>
                <a:gd name="connsiteY71" fmla="*/ 126616 h 349339"/>
                <a:gd name="connsiteX72" fmla="*/ 701985 w 2915191"/>
                <a:gd name="connsiteY72" fmla="*/ 141995 h 349339"/>
                <a:gd name="connsiteX73" fmla="*/ 711735 w 2915191"/>
                <a:gd name="connsiteY73" fmla="*/ 144419 h 349339"/>
                <a:gd name="connsiteX74" fmla="*/ 721485 w 2915191"/>
                <a:gd name="connsiteY74" fmla="*/ 134754 h 349339"/>
                <a:gd name="connsiteX75" fmla="*/ 731235 w 2915191"/>
                <a:gd name="connsiteY75" fmla="*/ 118451 h 349339"/>
                <a:gd name="connsiteX76" fmla="*/ 740985 w 2915191"/>
                <a:gd name="connsiteY76" fmla="*/ 136659 h 349339"/>
                <a:gd name="connsiteX77" fmla="*/ 750734 w 2915191"/>
                <a:gd name="connsiteY77" fmla="*/ 109873 h 349339"/>
                <a:gd name="connsiteX78" fmla="*/ 760484 w 2915191"/>
                <a:gd name="connsiteY78" fmla="*/ 85124 h 349339"/>
                <a:gd name="connsiteX79" fmla="*/ 770233 w 2915191"/>
                <a:gd name="connsiteY79" fmla="*/ 67771 h 349339"/>
                <a:gd name="connsiteX80" fmla="*/ 779983 w 2915191"/>
                <a:gd name="connsiteY80" fmla="*/ 46056 h 349339"/>
                <a:gd name="connsiteX81" fmla="*/ 789733 w 2915191"/>
                <a:gd name="connsiteY81" fmla="*/ 50657 h 349339"/>
                <a:gd name="connsiteX82" fmla="*/ 799482 w 2915191"/>
                <a:gd name="connsiteY82" fmla="*/ 60368 h 349339"/>
                <a:gd name="connsiteX83" fmla="*/ 809232 w 2915191"/>
                <a:gd name="connsiteY83" fmla="*/ 37101 h 349339"/>
                <a:gd name="connsiteX84" fmla="*/ 818982 w 2915191"/>
                <a:gd name="connsiteY84" fmla="*/ 72482 h 349339"/>
                <a:gd name="connsiteX85" fmla="*/ 828732 w 2915191"/>
                <a:gd name="connsiteY85" fmla="*/ 117067 h 349339"/>
                <a:gd name="connsiteX86" fmla="*/ 838482 w 2915191"/>
                <a:gd name="connsiteY86" fmla="*/ 173205 h 349339"/>
                <a:gd name="connsiteX87" fmla="*/ 848232 w 2915191"/>
                <a:gd name="connsiteY87" fmla="*/ 208885 h 349339"/>
                <a:gd name="connsiteX88" fmla="*/ 857982 w 2915191"/>
                <a:gd name="connsiteY88" fmla="*/ 211841 h 349339"/>
                <a:gd name="connsiteX89" fmla="*/ 867732 w 2915191"/>
                <a:gd name="connsiteY89" fmla="*/ 222713 h 349339"/>
                <a:gd name="connsiteX90" fmla="*/ 877482 w 2915191"/>
                <a:gd name="connsiteY90" fmla="*/ 195416 h 349339"/>
                <a:gd name="connsiteX91" fmla="*/ 887231 w 2915191"/>
                <a:gd name="connsiteY91" fmla="*/ 208145 h 349339"/>
                <a:gd name="connsiteX92" fmla="*/ 896981 w 2915191"/>
                <a:gd name="connsiteY92" fmla="*/ 238771 h 349339"/>
                <a:gd name="connsiteX93" fmla="*/ 906730 w 2915191"/>
                <a:gd name="connsiteY93" fmla="*/ 227047 h 349339"/>
                <a:gd name="connsiteX94" fmla="*/ 916480 w 2915191"/>
                <a:gd name="connsiteY94" fmla="*/ 260234 h 349339"/>
                <a:gd name="connsiteX95" fmla="*/ 926230 w 2915191"/>
                <a:gd name="connsiteY95" fmla="*/ 263886 h 349339"/>
                <a:gd name="connsiteX96" fmla="*/ 935979 w 2915191"/>
                <a:gd name="connsiteY96" fmla="*/ 286002 h 349339"/>
                <a:gd name="connsiteX97" fmla="*/ 945729 w 2915191"/>
                <a:gd name="connsiteY97" fmla="*/ 275937 h 349339"/>
                <a:gd name="connsiteX98" fmla="*/ 955479 w 2915191"/>
                <a:gd name="connsiteY98" fmla="*/ 271920 h 349339"/>
                <a:gd name="connsiteX99" fmla="*/ 965229 w 2915191"/>
                <a:gd name="connsiteY99" fmla="*/ 309733 h 349339"/>
                <a:gd name="connsiteX100" fmla="*/ 974979 w 2915191"/>
                <a:gd name="connsiteY100" fmla="*/ 334808 h 349339"/>
                <a:gd name="connsiteX101" fmla="*/ 984729 w 2915191"/>
                <a:gd name="connsiteY101" fmla="*/ 321115 h 349339"/>
                <a:gd name="connsiteX102" fmla="*/ 994474 w 2915191"/>
                <a:gd name="connsiteY102" fmla="*/ 299049 h 349339"/>
                <a:gd name="connsiteX103" fmla="*/ 1004233 w 2915191"/>
                <a:gd name="connsiteY103" fmla="*/ 299021 h 349339"/>
                <a:gd name="connsiteX104" fmla="*/ 1013977 w 2915191"/>
                <a:gd name="connsiteY104" fmla="*/ 299096 h 349339"/>
                <a:gd name="connsiteX105" fmla="*/ 1023721 w 2915191"/>
                <a:gd name="connsiteY105" fmla="*/ 302498 h 349339"/>
                <a:gd name="connsiteX106" fmla="*/ 1033480 w 2915191"/>
                <a:gd name="connsiteY106" fmla="*/ 300404 h 349339"/>
                <a:gd name="connsiteX107" fmla="*/ 1043224 w 2915191"/>
                <a:gd name="connsiteY107" fmla="*/ 303693 h 349339"/>
                <a:gd name="connsiteX108" fmla="*/ 1052983 w 2915191"/>
                <a:gd name="connsiteY108" fmla="*/ 270399 h 349339"/>
                <a:gd name="connsiteX109" fmla="*/ 1062727 w 2915191"/>
                <a:gd name="connsiteY109" fmla="*/ 264116 h 349339"/>
                <a:gd name="connsiteX110" fmla="*/ 1072471 w 2915191"/>
                <a:gd name="connsiteY110" fmla="*/ 279675 h 349339"/>
                <a:gd name="connsiteX111" fmla="*/ 1082230 w 2915191"/>
                <a:gd name="connsiteY111" fmla="*/ 242709 h 349339"/>
                <a:gd name="connsiteX112" fmla="*/ 1091973 w 2915191"/>
                <a:gd name="connsiteY112" fmla="*/ 229103 h 349339"/>
                <a:gd name="connsiteX113" fmla="*/ 1101732 w 2915191"/>
                <a:gd name="connsiteY113" fmla="*/ 247205 h 349339"/>
                <a:gd name="connsiteX114" fmla="*/ 1111476 w 2915191"/>
                <a:gd name="connsiteY114" fmla="*/ 267696 h 349339"/>
                <a:gd name="connsiteX115" fmla="*/ 1121220 w 2915191"/>
                <a:gd name="connsiteY115" fmla="*/ 263705 h 349339"/>
                <a:gd name="connsiteX116" fmla="*/ 1130979 w 2915191"/>
                <a:gd name="connsiteY116" fmla="*/ 246699 h 349339"/>
                <a:gd name="connsiteX117" fmla="*/ 1140723 w 2915191"/>
                <a:gd name="connsiteY117" fmla="*/ 268550 h 349339"/>
                <a:gd name="connsiteX118" fmla="*/ 1150482 w 2915191"/>
                <a:gd name="connsiteY118" fmla="*/ 250513 h 349339"/>
                <a:gd name="connsiteX119" fmla="*/ 1160226 w 2915191"/>
                <a:gd name="connsiteY119" fmla="*/ 256464 h 349339"/>
                <a:gd name="connsiteX120" fmla="*/ 1169969 w 2915191"/>
                <a:gd name="connsiteY120" fmla="*/ 290718 h 349339"/>
                <a:gd name="connsiteX121" fmla="*/ 1179728 w 2915191"/>
                <a:gd name="connsiteY121" fmla="*/ 295766 h 349339"/>
                <a:gd name="connsiteX122" fmla="*/ 1189472 w 2915191"/>
                <a:gd name="connsiteY122" fmla="*/ 294076 h 349339"/>
                <a:gd name="connsiteX123" fmla="*/ 1199231 w 2915191"/>
                <a:gd name="connsiteY123" fmla="*/ 275254 h 349339"/>
                <a:gd name="connsiteX124" fmla="*/ 1208975 w 2915191"/>
                <a:gd name="connsiteY124" fmla="*/ 273565 h 349339"/>
                <a:gd name="connsiteX125" fmla="*/ 1218719 w 2915191"/>
                <a:gd name="connsiteY125" fmla="*/ 264597 h 349339"/>
                <a:gd name="connsiteX126" fmla="*/ 1228478 w 2915191"/>
                <a:gd name="connsiteY126" fmla="*/ 273827 h 349339"/>
                <a:gd name="connsiteX127" fmla="*/ 1238222 w 2915191"/>
                <a:gd name="connsiteY127" fmla="*/ 293918 h 349339"/>
                <a:gd name="connsiteX128" fmla="*/ 1247966 w 2915191"/>
                <a:gd name="connsiteY128" fmla="*/ 293066 h 349339"/>
                <a:gd name="connsiteX129" fmla="*/ 1257725 w 2915191"/>
                <a:gd name="connsiteY129" fmla="*/ 306721 h 349339"/>
                <a:gd name="connsiteX130" fmla="*/ 1267469 w 2915191"/>
                <a:gd name="connsiteY130" fmla="*/ 330774 h 349339"/>
                <a:gd name="connsiteX131" fmla="*/ 1277227 w 2915191"/>
                <a:gd name="connsiteY131" fmla="*/ 337764 h 349339"/>
                <a:gd name="connsiteX132" fmla="*/ 1286971 w 2915191"/>
                <a:gd name="connsiteY132" fmla="*/ 326915 h 349339"/>
                <a:gd name="connsiteX133" fmla="*/ 1296715 w 2915191"/>
                <a:gd name="connsiteY133" fmla="*/ 342513 h 349339"/>
                <a:gd name="connsiteX134" fmla="*/ 1306474 w 2915191"/>
                <a:gd name="connsiteY134" fmla="*/ 301158 h 349339"/>
                <a:gd name="connsiteX135" fmla="*/ 1316218 w 2915191"/>
                <a:gd name="connsiteY135" fmla="*/ 327275 h 349339"/>
                <a:gd name="connsiteX136" fmla="*/ 1325977 w 2915191"/>
                <a:gd name="connsiteY136" fmla="*/ 332034 h 349339"/>
                <a:gd name="connsiteX137" fmla="*/ 1335721 w 2915191"/>
                <a:gd name="connsiteY137" fmla="*/ 349339 h 349339"/>
                <a:gd name="connsiteX138" fmla="*/ 1345465 w 2915191"/>
                <a:gd name="connsiteY138" fmla="*/ 346562 h 349339"/>
                <a:gd name="connsiteX139" fmla="*/ 1355224 w 2915191"/>
                <a:gd name="connsiteY139" fmla="*/ 310145 h 349339"/>
                <a:gd name="connsiteX140" fmla="*/ 1364967 w 2915191"/>
                <a:gd name="connsiteY140" fmla="*/ 265242 h 349339"/>
                <a:gd name="connsiteX141" fmla="*/ 1374726 w 2915191"/>
                <a:gd name="connsiteY141" fmla="*/ 243910 h 349339"/>
                <a:gd name="connsiteX142" fmla="*/ 1384470 w 2915191"/>
                <a:gd name="connsiteY142" fmla="*/ 229858 h 349339"/>
                <a:gd name="connsiteX143" fmla="*/ 1394214 w 2915191"/>
                <a:gd name="connsiteY143" fmla="*/ 232916 h 349339"/>
                <a:gd name="connsiteX144" fmla="*/ 1403973 w 2915191"/>
                <a:gd name="connsiteY144" fmla="*/ 237867 h 349339"/>
                <a:gd name="connsiteX145" fmla="*/ 1413717 w 2915191"/>
                <a:gd name="connsiteY145" fmla="*/ 213279 h 349339"/>
                <a:gd name="connsiteX146" fmla="*/ 1423476 w 2915191"/>
                <a:gd name="connsiteY146" fmla="*/ 230001 h 349339"/>
                <a:gd name="connsiteX147" fmla="*/ 1433220 w 2915191"/>
                <a:gd name="connsiteY147" fmla="*/ 228687 h 349339"/>
                <a:gd name="connsiteX148" fmla="*/ 1442964 w 2915191"/>
                <a:gd name="connsiteY148" fmla="*/ 241124 h 349339"/>
                <a:gd name="connsiteX149" fmla="*/ 1452722 w 2915191"/>
                <a:gd name="connsiteY149" fmla="*/ 264525 h 349339"/>
                <a:gd name="connsiteX150" fmla="*/ 1462466 w 2915191"/>
                <a:gd name="connsiteY150" fmla="*/ 266132 h 349339"/>
                <a:gd name="connsiteX151" fmla="*/ 1472225 w 2915191"/>
                <a:gd name="connsiteY151" fmla="*/ 281218 h 349339"/>
                <a:gd name="connsiteX152" fmla="*/ 1481969 w 2915191"/>
                <a:gd name="connsiteY152" fmla="*/ 286415 h 349339"/>
                <a:gd name="connsiteX153" fmla="*/ 1491713 w 2915191"/>
                <a:gd name="connsiteY153" fmla="*/ 286001 h 349339"/>
                <a:gd name="connsiteX154" fmla="*/ 1501472 w 2915191"/>
                <a:gd name="connsiteY154" fmla="*/ 275588 h 349339"/>
                <a:gd name="connsiteX155" fmla="*/ 1511216 w 2915191"/>
                <a:gd name="connsiteY155" fmla="*/ 281539 h 349339"/>
                <a:gd name="connsiteX156" fmla="*/ 1520960 w 2915191"/>
                <a:gd name="connsiteY156" fmla="*/ 293181 h 349339"/>
                <a:gd name="connsiteX157" fmla="*/ 1530719 w 2915191"/>
                <a:gd name="connsiteY157" fmla="*/ 313939 h 349339"/>
                <a:gd name="connsiteX158" fmla="*/ 1540463 w 2915191"/>
                <a:gd name="connsiteY158" fmla="*/ 315061 h 349339"/>
                <a:gd name="connsiteX159" fmla="*/ 1550221 w 2915191"/>
                <a:gd name="connsiteY159" fmla="*/ 311736 h 349339"/>
                <a:gd name="connsiteX160" fmla="*/ 1559965 w 2915191"/>
                <a:gd name="connsiteY160" fmla="*/ 299829 h 349339"/>
                <a:gd name="connsiteX161" fmla="*/ 1569709 w 2915191"/>
                <a:gd name="connsiteY161" fmla="*/ 297772 h 349339"/>
                <a:gd name="connsiteX162" fmla="*/ 1579468 w 2915191"/>
                <a:gd name="connsiteY162" fmla="*/ 307685 h 349339"/>
                <a:gd name="connsiteX163" fmla="*/ 1589212 w 2915191"/>
                <a:gd name="connsiteY163" fmla="*/ 303482 h 349339"/>
                <a:gd name="connsiteX164" fmla="*/ 1598971 w 2915191"/>
                <a:gd name="connsiteY164" fmla="*/ 298970 h 349339"/>
                <a:gd name="connsiteX165" fmla="*/ 1608715 w 2915191"/>
                <a:gd name="connsiteY165" fmla="*/ 326767 h 349339"/>
                <a:gd name="connsiteX166" fmla="*/ 1618459 w 2915191"/>
                <a:gd name="connsiteY166" fmla="*/ 298389 h 349339"/>
                <a:gd name="connsiteX167" fmla="*/ 1628218 w 2915191"/>
                <a:gd name="connsiteY167" fmla="*/ 298817 h 349339"/>
                <a:gd name="connsiteX168" fmla="*/ 1637962 w 2915191"/>
                <a:gd name="connsiteY168" fmla="*/ 299255 h 349339"/>
                <a:gd name="connsiteX169" fmla="*/ 1647720 w 2915191"/>
                <a:gd name="connsiteY169" fmla="*/ 272978 h 349339"/>
                <a:gd name="connsiteX170" fmla="*/ 1657464 w 2915191"/>
                <a:gd name="connsiteY170" fmla="*/ 310164 h 349339"/>
                <a:gd name="connsiteX171" fmla="*/ 1667208 w 2915191"/>
                <a:gd name="connsiteY171" fmla="*/ 312019 h 349339"/>
                <a:gd name="connsiteX172" fmla="*/ 1676967 w 2915191"/>
                <a:gd name="connsiteY172" fmla="*/ 306484 h 349339"/>
                <a:gd name="connsiteX173" fmla="*/ 1686711 w 2915191"/>
                <a:gd name="connsiteY173" fmla="*/ 304926 h 349339"/>
                <a:gd name="connsiteX174" fmla="*/ 1696470 w 2915191"/>
                <a:gd name="connsiteY174" fmla="*/ 304884 h 349339"/>
                <a:gd name="connsiteX175" fmla="*/ 1706214 w 2915191"/>
                <a:gd name="connsiteY175" fmla="*/ 292273 h 349339"/>
                <a:gd name="connsiteX176" fmla="*/ 1715958 w 2915191"/>
                <a:gd name="connsiteY176" fmla="*/ 298938 h 349339"/>
                <a:gd name="connsiteX177" fmla="*/ 1725716 w 2915191"/>
                <a:gd name="connsiteY177" fmla="*/ 268751 h 349339"/>
                <a:gd name="connsiteX178" fmla="*/ 1735460 w 2915191"/>
                <a:gd name="connsiteY178" fmla="*/ 260576 h 349339"/>
                <a:gd name="connsiteX179" fmla="*/ 1745219 w 2915191"/>
                <a:gd name="connsiteY179" fmla="*/ 273980 h 349339"/>
                <a:gd name="connsiteX180" fmla="*/ 1754963 w 2915191"/>
                <a:gd name="connsiteY180" fmla="*/ 258581 h 349339"/>
                <a:gd name="connsiteX181" fmla="*/ 1764707 w 2915191"/>
                <a:gd name="connsiteY181" fmla="*/ 262736 h 349339"/>
                <a:gd name="connsiteX182" fmla="*/ 1774466 w 2915191"/>
                <a:gd name="connsiteY182" fmla="*/ 253053 h 349339"/>
                <a:gd name="connsiteX183" fmla="*/ 1784210 w 2915191"/>
                <a:gd name="connsiteY183" fmla="*/ 229444 h 349339"/>
                <a:gd name="connsiteX184" fmla="*/ 1793969 w 2915191"/>
                <a:gd name="connsiteY184" fmla="*/ 251361 h 349339"/>
                <a:gd name="connsiteX185" fmla="*/ 1803713 w 2915191"/>
                <a:gd name="connsiteY185" fmla="*/ 276959 h 349339"/>
                <a:gd name="connsiteX186" fmla="*/ 1813457 w 2915191"/>
                <a:gd name="connsiteY186" fmla="*/ 267779 h 349339"/>
                <a:gd name="connsiteX187" fmla="*/ 1823215 w 2915191"/>
                <a:gd name="connsiteY187" fmla="*/ 238939 h 349339"/>
                <a:gd name="connsiteX188" fmla="*/ 1832959 w 2915191"/>
                <a:gd name="connsiteY188" fmla="*/ 231539 h 349339"/>
                <a:gd name="connsiteX189" fmla="*/ 1842703 w 2915191"/>
                <a:gd name="connsiteY189" fmla="*/ 228007 h 349339"/>
                <a:gd name="connsiteX190" fmla="*/ 1852462 w 2915191"/>
                <a:gd name="connsiteY190" fmla="*/ 214097 h 349339"/>
                <a:gd name="connsiteX191" fmla="*/ 1862206 w 2915191"/>
                <a:gd name="connsiteY191" fmla="*/ 205119 h 349339"/>
                <a:gd name="connsiteX192" fmla="*/ 1871965 w 2915191"/>
                <a:gd name="connsiteY192" fmla="*/ 189400 h 349339"/>
                <a:gd name="connsiteX193" fmla="*/ 1881709 w 2915191"/>
                <a:gd name="connsiteY193" fmla="*/ 196897 h 349339"/>
                <a:gd name="connsiteX194" fmla="*/ 1891453 w 2915191"/>
                <a:gd name="connsiteY194" fmla="*/ 181113 h 349339"/>
                <a:gd name="connsiteX195" fmla="*/ 1901212 w 2915191"/>
                <a:gd name="connsiteY195" fmla="*/ 182127 h 349339"/>
                <a:gd name="connsiteX196" fmla="*/ 1910956 w 2915191"/>
                <a:gd name="connsiteY196" fmla="*/ 124313 h 349339"/>
                <a:gd name="connsiteX197" fmla="*/ 1920714 w 2915191"/>
                <a:gd name="connsiteY197" fmla="*/ 144295 h 349339"/>
                <a:gd name="connsiteX198" fmla="*/ 1930458 w 2915191"/>
                <a:gd name="connsiteY198" fmla="*/ 176642 h 349339"/>
                <a:gd name="connsiteX199" fmla="*/ 1940202 w 2915191"/>
                <a:gd name="connsiteY199" fmla="*/ 204934 h 349339"/>
                <a:gd name="connsiteX200" fmla="*/ 1949961 w 2915191"/>
                <a:gd name="connsiteY200" fmla="*/ 215982 h 349339"/>
                <a:gd name="connsiteX201" fmla="*/ 1959705 w 2915191"/>
                <a:gd name="connsiteY201" fmla="*/ 217568 h 349339"/>
                <a:gd name="connsiteX202" fmla="*/ 1969464 w 2915191"/>
                <a:gd name="connsiteY202" fmla="*/ 185391 h 349339"/>
                <a:gd name="connsiteX203" fmla="*/ 1979208 w 2915191"/>
                <a:gd name="connsiteY203" fmla="*/ 190112 h 349339"/>
                <a:gd name="connsiteX204" fmla="*/ 1988952 w 2915191"/>
                <a:gd name="connsiteY204" fmla="*/ 186140 h 349339"/>
                <a:gd name="connsiteX205" fmla="*/ 1998711 w 2915191"/>
                <a:gd name="connsiteY205" fmla="*/ 159032 h 349339"/>
                <a:gd name="connsiteX206" fmla="*/ 2008454 w 2915191"/>
                <a:gd name="connsiteY206" fmla="*/ 167336 h 349339"/>
                <a:gd name="connsiteX207" fmla="*/ 2018213 w 2915191"/>
                <a:gd name="connsiteY207" fmla="*/ 139727 h 349339"/>
                <a:gd name="connsiteX208" fmla="*/ 2027957 w 2915191"/>
                <a:gd name="connsiteY208" fmla="*/ 148589 h 349339"/>
                <a:gd name="connsiteX209" fmla="*/ 2037701 w 2915191"/>
                <a:gd name="connsiteY209" fmla="*/ 163984 h 349339"/>
                <a:gd name="connsiteX210" fmla="*/ 2047460 w 2915191"/>
                <a:gd name="connsiteY210" fmla="*/ 172778 h 349339"/>
                <a:gd name="connsiteX211" fmla="*/ 2057204 w 2915191"/>
                <a:gd name="connsiteY211" fmla="*/ 156600 h 349339"/>
                <a:gd name="connsiteX212" fmla="*/ 2066963 w 2915191"/>
                <a:gd name="connsiteY212" fmla="*/ 141819 h 349339"/>
                <a:gd name="connsiteX213" fmla="*/ 2076707 w 2915191"/>
                <a:gd name="connsiteY213" fmla="*/ 142181 h 349339"/>
                <a:gd name="connsiteX214" fmla="*/ 2086451 w 2915191"/>
                <a:gd name="connsiteY214" fmla="*/ 125595 h 349339"/>
                <a:gd name="connsiteX215" fmla="*/ 2096210 w 2915191"/>
                <a:gd name="connsiteY215" fmla="*/ 143476 h 349339"/>
                <a:gd name="connsiteX216" fmla="*/ 2105954 w 2915191"/>
                <a:gd name="connsiteY216" fmla="*/ 133151 h 349339"/>
                <a:gd name="connsiteX217" fmla="*/ 2115697 w 2915191"/>
                <a:gd name="connsiteY217" fmla="*/ 118179 h 349339"/>
                <a:gd name="connsiteX218" fmla="*/ 2125456 w 2915191"/>
                <a:gd name="connsiteY218" fmla="*/ 131586 h 349339"/>
                <a:gd name="connsiteX219" fmla="*/ 2135200 w 2915191"/>
                <a:gd name="connsiteY219" fmla="*/ 137160 h 349339"/>
                <a:gd name="connsiteX220" fmla="*/ 2144959 w 2915191"/>
                <a:gd name="connsiteY220" fmla="*/ 148793 h 349339"/>
                <a:gd name="connsiteX221" fmla="*/ 2154703 w 2915191"/>
                <a:gd name="connsiteY221" fmla="*/ 177380 h 349339"/>
                <a:gd name="connsiteX222" fmla="*/ 2164447 w 2915191"/>
                <a:gd name="connsiteY222" fmla="*/ 183251 h 349339"/>
                <a:gd name="connsiteX223" fmla="*/ 2174206 w 2915191"/>
                <a:gd name="connsiteY223" fmla="*/ 153433 h 349339"/>
                <a:gd name="connsiteX224" fmla="*/ 2183950 w 2915191"/>
                <a:gd name="connsiteY224" fmla="*/ 138729 h 349339"/>
                <a:gd name="connsiteX225" fmla="*/ 2193709 w 2915191"/>
                <a:gd name="connsiteY225" fmla="*/ 143592 h 349339"/>
                <a:gd name="connsiteX226" fmla="*/ 2203452 w 2915191"/>
                <a:gd name="connsiteY226" fmla="*/ 141184 h 349339"/>
                <a:gd name="connsiteX227" fmla="*/ 2213196 w 2915191"/>
                <a:gd name="connsiteY227" fmla="*/ 108812 h 349339"/>
                <a:gd name="connsiteX228" fmla="*/ 2222955 w 2915191"/>
                <a:gd name="connsiteY228" fmla="*/ 90213 h 349339"/>
                <a:gd name="connsiteX229" fmla="*/ 2232699 w 2915191"/>
                <a:gd name="connsiteY229" fmla="*/ 61899 h 349339"/>
                <a:gd name="connsiteX230" fmla="*/ 2242458 w 2915191"/>
                <a:gd name="connsiteY230" fmla="*/ 44880 h 349339"/>
                <a:gd name="connsiteX231" fmla="*/ 2252202 w 2915191"/>
                <a:gd name="connsiteY231" fmla="*/ 64016 h 349339"/>
                <a:gd name="connsiteX232" fmla="*/ 2261946 w 2915191"/>
                <a:gd name="connsiteY232" fmla="*/ 51078 h 349339"/>
                <a:gd name="connsiteX233" fmla="*/ 2271705 w 2915191"/>
                <a:gd name="connsiteY233" fmla="*/ 8121 h 349339"/>
                <a:gd name="connsiteX234" fmla="*/ 2281449 w 2915191"/>
                <a:gd name="connsiteY234" fmla="*/ 3513 h 349339"/>
                <a:gd name="connsiteX235" fmla="*/ 2291208 w 2915191"/>
                <a:gd name="connsiteY235" fmla="*/ 29119 h 349339"/>
                <a:gd name="connsiteX236" fmla="*/ 2300951 w 2915191"/>
                <a:gd name="connsiteY236" fmla="*/ 0 h 349339"/>
                <a:gd name="connsiteX237" fmla="*/ 2310695 w 2915191"/>
                <a:gd name="connsiteY237" fmla="*/ 5955 h 349339"/>
                <a:gd name="connsiteX238" fmla="*/ 2320454 w 2915191"/>
                <a:gd name="connsiteY238" fmla="*/ 15148 h 349339"/>
                <a:gd name="connsiteX239" fmla="*/ 2330198 w 2915191"/>
                <a:gd name="connsiteY239" fmla="*/ 61111 h 349339"/>
                <a:gd name="connsiteX240" fmla="*/ 2339957 w 2915191"/>
                <a:gd name="connsiteY240" fmla="*/ 47507 h 349339"/>
                <a:gd name="connsiteX241" fmla="*/ 2349701 w 2915191"/>
                <a:gd name="connsiteY241" fmla="*/ 55078 h 349339"/>
                <a:gd name="connsiteX242" fmla="*/ 2359445 w 2915191"/>
                <a:gd name="connsiteY242" fmla="*/ 52206 h 349339"/>
                <a:gd name="connsiteX243" fmla="*/ 2369204 w 2915191"/>
                <a:gd name="connsiteY243" fmla="*/ 85262 h 349339"/>
                <a:gd name="connsiteX244" fmla="*/ 2378948 w 2915191"/>
                <a:gd name="connsiteY244" fmla="*/ 107633 h 349339"/>
                <a:gd name="connsiteX245" fmla="*/ 2388692 w 2915191"/>
                <a:gd name="connsiteY245" fmla="*/ 100713 h 349339"/>
                <a:gd name="connsiteX246" fmla="*/ 2398450 w 2915191"/>
                <a:gd name="connsiteY246" fmla="*/ 117154 h 349339"/>
                <a:gd name="connsiteX247" fmla="*/ 2408194 w 2915191"/>
                <a:gd name="connsiteY247" fmla="*/ 105045 h 349339"/>
                <a:gd name="connsiteX248" fmla="*/ 2417953 w 2915191"/>
                <a:gd name="connsiteY248" fmla="*/ 118864 h 349339"/>
                <a:gd name="connsiteX249" fmla="*/ 2427697 w 2915191"/>
                <a:gd name="connsiteY249" fmla="*/ 102866 h 349339"/>
                <a:gd name="connsiteX250" fmla="*/ 2437441 w 2915191"/>
                <a:gd name="connsiteY250" fmla="*/ 77010 h 349339"/>
                <a:gd name="connsiteX251" fmla="*/ 2447200 w 2915191"/>
                <a:gd name="connsiteY251" fmla="*/ 65316 h 349339"/>
                <a:gd name="connsiteX252" fmla="*/ 2456944 w 2915191"/>
                <a:gd name="connsiteY252" fmla="*/ 87837 h 349339"/>
                <a:gd name="connsiteX253" fmla="*/ 2466703 w 2915191"/>
                <a:gd name="connsiteY253" fmla="*/ 73972 h 349339"/>
                <a:gd name="connsiteX254" fmla="*/ 2476446 w 2915191"/>
                <a:gd name="connsiteY254" fmla="*/ 70533 h 349339"/>
                <a:gd name="connsiteX255" fmla="*/ 2486190 w 2915191"/>
                <a:gd name="connsiteY255" fmla="*/ 68605 h 349339"/>
                <a:gd name="connsiteX256" fmla="*/ 2495949 w 2915191"/>
                <a:gd name="connsiteY256" fmla="*/ 56127 h 349339"/>
                <a:gd name="connsiteX257" fmla="*/ 2505693 w 2915191"/>
                <a:gd name="connsiteY257" fmla="*/ 61174 h 349339"/>
                <a:gd name="connsiteX258" fmla="*/ 2515452 w 2915191"/>
                <a:gd name="connsiteY258" fmla="*/ 52126 h 349339"/>
                <a:gd name="connsiteX259" fmla="*/ 2525196 w 2915191"/>
                <a:gd name="connsiteY259" fmla="*/ 41261 h 349339"/>
                <a:gd name="connsiteX260" fmla="*/ 2534940 w 2915191"/>
                <a:gd name="connsiteY260" fmla="*/ 68264 h 349339"/>
                <a:gd name="connsiteX261" fmla="*/ 2544699 w 2915191"/>
                <a:gd name="connsiteY261" fmla="*/ 81983 h 349339"/>
                <a:gd name="connsiteX262" fmla="*/ 2554443 w 2915191"/>
                <a:gd name="connsiteY262" fmla="*/ 51573 h 349339"/>
                <a:gd name="connsiteX263" fmla="*/ 2564202 w 2915191"/>
                <a:gd name="connsiteY263" fmla="*/ 9786 h 349339"/>
                <a:gd name="connsiteX264" fmla="*/ 2573946 w 2915191"/>
                <a:gd name="connsiteY264" fmla="*/ 36537 h 349339"/>
                <a:gd name="connsiteX265" fmla="*/ 2583690 w 2915191"/>
                <a:gd name="connsiteY265" fmla="*/ 29649 h 349339"/>
                <a:gd name="connsiteX266" fmla="*/ 2593448 w 2915191"/>
                <a:gd name="connsiteY266" fmla="*/ 41638 h 349339"/>
                <a:gd name="connsiteX267" fmla="*/ 2603192 w 2915191"/>
                <a:gd name="connsiteY267" fmla="*/ 50692 h 349339"/>
                <a:gd name="connsiteX268" fmla="*/ 2612951 w 2915191"/>
                <a:gd name="connsiteY268" fmla="*/ 88910 h 349339"/>
                <a:gd name="connsiteX269" fmla="*/ 2622695 w 2915191"/>
                <a:gd name="connsiteY269" fmla="*/ 101972 h 349339"/>
                <a:gd name="connsiteX270" fmla="*/ 2632439 w 2915191"/>
                <a:gd name="connsiteY270" fmla="*/ 118980 h 349339"/>
                <a:gd name="connsiteX271" fmla="*/ 2642198 w 2915191"/>
                <a:gd name="connsiteY271" fmla="*/ 85487 h 349339"/>
                <a:gd name="connsiteX272" fmla="*/ 2651942 w 2915191"/>
                <a:gd name="connsiteY272" fmla="*/ 90744 h 349339"/>
                <a:gd name="connsiteX273" fmla="*/ 2661685 w 2915191"/>
                <a:gd name="connsiteY273" fmla="*/ 99375 h 349339"/>
                <a:gd name="connsiteX274" fmla="*/ 2671444 w 2915191"/>
                <a:gd name="connsiteY274" fmla="*/ 112662 h 349339"/>
                <a:gd name="connsiteX275" fmla="*/ 2681188 w 2915191"/>
                <a:gd name="connsiteY275" fmla="*/ 118428 h 349339"/>
                <a:gd name="connsiteX276" fmla="*/ 2690947 w 2915191"/>
                <a:gd name="connsiteY276" fmla="*/ 101493 h 349339"/>
                <a:gd name="connsiteX277" fmla="*/ 2700691 w 2915191"/>
                <a:gd name="connsiteY277" fmla="*/ 98660 h 349339"/>
                <a:gd name="connsiteX278" fmla="*/ 2710435 w 2915191"/>
                <a:gd name="connsiteY278" fmla="*/ 105510 h 349339"/>
                <a:gd name="connsiteX279" fmla="*/ 2720194 w 2915191"/>
                <a:gd name="connsiteY279" fmla="*/ 104245 h 349339"/>
                <a:gd name="connsiteX280" fmla="*/ 2729938 w 2915191"/>
                <a:gd name="connsiteY280" fmla="*/ 110895 h 349339"/>
                <a:gd name="connsiteX281" fmla="*/ 2739697 w 2915191"/>
                <a:gd name="connsiteY281" fmla="*/ 116188 h 349339"/>
                <a:gd name="connsiteX282" fmla="*/ 2749441 w 2915191"/>
                <a:gd name="connsiteY282" fmla="*/ 140597 h 349339"/>
                <a:gd name="connsiteX283" fmla="*/ 2759185 w 2915191"/>
                <a:gd name="connsiteY283" fmla="*/ 153297 h 349339"/>
                <a:gd name="connsiteX284" fmla="*/ 2768943 w 2915191"/>
                <a:gd name="connsiteY284" fmla="*/ 158382 h 349339"/>
                <a:gd name="connsiteX285" fmla="*/ 2778687 w 2915191"/>
                <a:gd name="connsiteY285" fmla="*/ 148483 h 349339"/>
                <a:gd name="connsiteX286" fmla="*/ 2788446 w 2915191"/>
                <a:gd name="connsiteY286" fmla="*/ 174871 h 349339"/>
                <a:gd name="connsiteX287" fmla="*/ 2798190 w 2915191"/>
                <a:gd name="connsiteY287" fmla="*/ 202864 h 349339"/>
                <a:gd name="connsiteX288" fmla="*/ 2807934 w 2915191"/>
                <a:gd name="connsiteY288" fmla="*/ 229726 h 349339"/>
                <a:gd name="connsiteX289" fmla="*/ 2817693 w 2915191"/>
                <a:gd name="connsiteY289" fmla="*/ 221371 h 349339"/>
                <a:gd name="connsiteX290" fmla="*/ 2827437 w 2915191"/>
                <a:gd name="connsiteY290" fmla="*/ 251879 h 349339"/>
                <a:gd name="connsiteX291" fmla="*/ 2837196 w 2915191"/>
                <a:gd name="connsiteY291" fmla="*/ 289592 h 349339"/>
                <a:gd name="connsiteX292" fmla="*/ 2846940 w 2915191"/>
                <a:gd name="connsiteY292" fmla="*/ 315543 h 349339"/>
                <a:gd name="connsiteX293" fmla="*/ 2856684 w 2915191"/>
                <a:gd name="connsiteY293" fmla="*/ 299176 h 349339"/>
                <a:gd name="connsiteX294" fmla="*/ 2866442 w 2915191"/>
                <a:gd name="connsiteY294" fmla="*/ 322019 h 349339"/>
                <a:gd name="connsiteX295" fmla="*/ 2876186 w 2915191"/>
                <a:gd name="connsiteY295" fmla="*/ 283726 h 349339"/>
                <a:gd name="connsiteX296" fmla="*/ 2885945 w 2915191"/>
                <a:gd name="connsiteY296" fmla="*/ 299332 h 349339"/>
                <a:gd name="connsiteX297" fmla="*/ 2895689 w 2915191"/>
                <a:gd name="connsiteY297" fmla="*/ 298996 h 349339"/>
                <a:gd name="connsiteX298" fmla="*/ 2905433 w 2915191"/>
                <a:gd name="connsiteY298" fmla="*/ 307017 h 349339"/>
                <a:gd name="connsiteX299" fmla="*/ 2915192 w 2915191"/>
                <a:gd name="connsiteY299" fmla="*/ 298513 h 349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49339">
                  <a:moveTo>
                    <a:pt x="0" y="315763"/>
                  </a:moveTo>
                  <a:lnTo>
                    <a:pt x="9750" y="332825"/>
                  </a:lnTo>
                  <a:lnTo>
                    <a:pt x="19500" y="333046"/>
                  </a:lnTo>
                  <a:lnTo>
                    <a:pt x="29250" y="297026"/>
                  </a:lnTo>
                  <a:lnTo>
                    <a:pt x="39000" y="298526"/>
                  </a:lnTo>
                  <a:lnTo>
                    <a:pt x="48749" y="280131"/>
                  </a:lnTo>
                  <a:lnTo>
                    <a:pt x="58499" y="269491"/>
                  </a:lnTo>
                  <a:lnTo>
                    <a:pt x="68249" y="288614"/>
                  </a:lnTo>
                  <a:lnTo>
                    <a:pt x="77998" y="248226"/>
                  </a:lnTo>
                  <a:lnTo>
                    <a:pt x="87748" y="238604"/>
                  </a:lnTo>
                  <a:lnTo>
                    <a:pt x="97497" y="233655"/>
                  </a:lnTo>
                  <a:lnTo>
                    <a:pt x="107247" y="220262"/>
                  </a:lnTo>
                  <a:lnTo>
                    <a:pt x="116997" y="248317"/>
                  </a:lnTo>
                  <a:lnTo>
                    <a:pt x="126747" y="267100"/>
                  </a:lnTo>
                  <a:lnTo>
                    <a:pt x="136497" y="278368"/>
                  </a:lnTo>
                  <a:lnTo>
                    <a:pt x="146247" y="271765"/>
                  </a:lnTo>
                  <a:lnTo>
                    <a:pt x="155997" y="255218"/>
                  </a:lnTo>
                  <a:lnTo>
                    <a:pt x="165747" y="237676"/>
                  </a:lnTo>
                  <a:lnTo>
                    <a:pt x="175497" y="263104"/>
                  </a:lnTo>
                  <a:lnTo>
                    <a:pt x="185247" y="277392"/>
                  </a:lnTo>
                  <a:lnTo>
                    <a:pt x="194996" y="274153"/>
                  </a:lnTo>
                  <a:lnTo>
                    <a:pt x="204746" y="281926"/>
                  </a:lnTo>
                  <a:lnTo>
                    <a:pt x="214495" y="289304"/>
                  </a:lnTo>
                  <a:lnTo>
                    <a:pt x="224245" y="265540"/>
                  </a:lnTo>
                  <a:lnTo>
                    <a:pt x="233995" y="224046"/>
                  </a:lnTo>
                  <a:lnTo>
                    <a:pt x="243744" y="235057"/>
                  </a:lnTo>
                  <a:lnTo>
                    <a:pt x="253494" y="225672"/>
                  </a:lnTo>
                  <a:lnTo>
                    <a:pt x="263244" y="213966"/>
                  </a:lnTo>
                  <a:lnTo>
                    <a:pt x="272994" y="218590"/>
                  </a:lnTo>
                  <a:lnTo>
                    <a:pt x="282744" y="174889"/>
                  </a:lnTo>
                  <a:lnTo>
                    <a:pt x="292494" y="197873"/>
                  </a:lnTo>
                  <a:lnTo>
                    <a:pt x="302244" y="217214"/>
                  </a:lnTo>
                  <a:lnTo>
                    <a:pt x="311994" y="229869"/>
                  </a:lnTo>
                  <a:lnTo>
                    <a:pt x="321744" y="236506"/>
                  </a:lnTo>
                  <a:lnTo>
                    <a:pt x="331493" y="247849"/>
                  </a:lnTo>
                  <a:lnTo>
                    <a:pt x="341243" y="230332"/>
                  </a:lnTo>
                  <a:lnTo>
                    <a:pt x="350993" y="233376"/>
                  </a:lnTo>
                  <a:lnTo>
                    <a:pt x="360742" y="232834"/>
                  </a:lnTo>
                  <a:lnTo>
                    <a:pt x="370492" y="236320"/>
                  </a:lnTo>
                  <a:lnTo>
                    <a:pt x="380241" y="247323"/>
                  </a:lnTo>
                  <a:lnTo>
                    <a:pt x="389991" y="230174"/>
                  </a:lnTo>
                  <a:lnTo>
                    <a:pt x="399741" y="254346"/>
                  </a:lnTo>
                  <a:lnTo>
                    <a:pt x="409491" y="224925"/>
                  </a:lnTo>
                  <a:lnTo>
                    <a:pt x="419241" y="237429"/>
                  </a:lnTo>
                  <a:lnTo>
                    <a:pt x="428991" y="218459"/>
                  </a:lnTo>
                  <a:lnTo>
                    <a:pt x="438741" y="197587"/>
                  </a:lnTo>
                  <a:lnTo>
                    <a:pt x="448491" y="181356"/>
                  </a:lnTo>
                  <a:lnTo>
                    <a:pt x="458241" y="224611"/>
                  </a:lnTo>
                  <a:lnTo>
                    <a:pt x="467991" y="200530"/>
                  </a:lnTo>
                  <a:lnTo>
                    <a:pt x="477740" y="203155"/>
                  </a:lnTo>
                  <a:lnTo>
                    <a:pt x="487490" y="241153"/>
                  </a:lnTo>
                  <a:lnTo>
                    <a:pt x="497239" y="228489"/>
                  </a:lnTo>
                  <a:lnTo>
                    <a:pt x="506989" y="213075"/>
                  </a:lnTo>
                  <a:lnTo>
                    <a:pt x="516738" y="217129"/>
                  </a:lnTo>
                  <a:lnTo>
                    <a:pt x="526488" y="216576"/>
                  </a:lnTo>
                  <a:lnTo>
                    <a:pt x="536238" y="201242"/>
                  </a:lnTo>
                  <a:lnTo>
                    <a:pt x="545988" y="181246"/>
                  </a:lnTo>
                  <a:lnTo>
                    <a:pt x="555738" y="193414"/>
                  </a:lnTo>
                  <a:lnTo>
                    <a:pt x="565488" y="185533"/>
                  </a:lnTo>
                  <a:lnTo>
                    <a:pt x="575238" y="187288"/>
                  </a:lnTo>
                  <a:lnTo>
                    <a:pt x="584988" y="214228"/>
                  </a:lnTo>
                  <a:lnTo>
                    <a:pt x="594738" y="182833"/>
                  </a:lnTo>
                  <a:lnTo>
                    <a:pt x="604488" y="158242"/>
                  </a:lnTo>
                  <a:lnTo>
                    <a:pt x="614237" y="151161"/>
                  </a:lnTo>
                  <a:lnTo>
                    <a:pt x="623987" y="152810"/>
                  </a:lnTo>
                  <a:lnTo>
                    <a:pt x="633736" y="155754"/>
                  </a:lnTo>
                  <a:lnTo>
                    <a:pt x="643486" y="133441"/>
                  </a:lnTo>
                  <a:lnTo>
                    <a:pt x="653236" y="117823"/>
                  </a:lnTo>
                  <a:lnTo>
                    <a:pt x="662985" y="112694"/>
                  </a:lnTo>
                  <a:lnTo>
                    <a:pt x="672735" y="125110"/>
                  </a:lnTo>
                  <a:lnTo>
                    <a:pt x="682485" y="159294"/>
                  </a:lnTo>
                  <a:lnTo>
                    <a:pt x="692235" y="126616"/>
                  </a:lnTo>
                  <a:lnTo>
                    <a:pt x="701985" y="141995"/>
                  </a:lnTo>
                  <a:lnTo>
                    <a:pt x="711735" y="144419"/>
                  </a:lnTo>
                  <a:lnTo>
                    <a:pt x="721485" y="134754"/>
                  </a:lnTo>
                  <a:lnTo>
                    <a:pt x="731235" y="118451"/>
                  </a:lnTo>
                  <a:lnTo>
                    <a:pt x="740985" y="136659"/>
                  </a:lnTo>
                  <a:lnTo>
                    <a:pt x="750734" y="109873"/>
                  </a:lnTo>
                  <a:lnTo>
                    <a:pt x="760484" y="85124"/>
                  </a:lnTo>
                  <a:lnTo>
                    <a:pt x="770233" y="67771"/>
                  </a:lnTo>
                  <a:lnTo>
                    <a:pt x="779983" y="46056"/>
                  </a:lnTo>
                  <a:lnTo>
                    <a:pt x="789733" y="50657"/>
                  </a:lnTo>
                  <a:lnTo>
                    <a:pt x="799482" y="60368"/>
                  </a:lnTo>
                  <a:lnTo>
                    <a:pt x="809232" y="37101"/>
                  </a:lnTo>
                  <a:lnTo>
                    <a:pt x="818982" y="72482"/>
                  </a:lnTo>
                  <a:lnTo>
                    <a:pt x="828732" y="117067"/>
                  </a:lnTo>
                  <a:lnTo>
                    <a:pt x="838482" y="173205"/>
                  </a:lnTo>
                  <a:lnTo>
                    <a:pt x="848232" y="208885"/>
                  </a:lnTo>
                  <a:lnTo>
                    <a:pt x="857982" y="211841"/>
                  </a:lnTo>
                  <a:lnTo>
                    <a:pt x="867732" y="222713"/>
                  </a:lnTo>
                  <a:lnTo>
                    <a:pt x="877482" y="195416"/>
                  </a:lnTo>
                  <a:lnTo>
                    <a:pt x="887231" y="208145"/>
                  </a:lnTo>
                  <a:lnTo>
                    <a:pt x="896981" y="238771"/>
                  </a:lnTo>
                  <a:lnTo>
                    <a:pt x="906730" y="227047"/>
                  </a:lnTo>
                  <a:lnTo>
                    <a:pt x="916480" y="260234"/>
                  </a:lnTo>
                  <a:lnTo>
                    <a:pt x="926230" y="263886"/>
                  </a:lnTo>
                  <a:lnTo>
                    <a:pt x="935979" y="286002"/>
                  </a:lnTo>
                  <a:lnTo>
                    <a:pt x="945729" y="275937"/>
                  </a:lnTo>
                  <a:lnTo>
                    <a:pt x="955479" y="271920"/>
                  </a:lnTo>
                  <a:lnTo>
                    <a:pt x="965229" y="309733"/>
                  </a:lnTo>
                  <a:lnTo>
                    <a:pt x="974979" y="334808"/>
                  </a:lnTo>
                  <a:lnTo>
                    <a:pt x="984729" y="321115"/>
                  </a:lnTo>
                  <a:lnTo>
                    <a:pt x="994474" y="299049"/>
                  </a:lnTo>
                  <a:lnTo>
                    <a:pt x="1004233" y="299021"/>
                  </a:lnTo>
                  <a:lnTo>
                    <a:pt x="1013977" y="299096"/>
                  </a:lnTo>
                  <a:lnTo>
                    <a:pt x="1023721" y="302498"/>
                  </a:lnTo>
                  <a:lnTo>
                    <a:pt x="1033480" y="300404"/>
                  </a:lnTo>
                  <a:lnTo>
                    <a:pt x="1043224" y="303693"/>
                  </a:lnTo>
                  <a:lnTo>
                    <a:pt x="1052983" y="270399"/>
                  </a:lnTo>
                  <a:lnTo>
                    <a:pt x="1062727" y="264116"/>
                  </a:lnTo>
                  <a:lnTo>
                    <a:pt x="1072471" y="279675"/>
                  </a:lnTo>
                  <a:lnTo>
                    <a:pt x="1082230" y="242709"/>
                  </a:lnTo>
                  <a:lnTo>
                    <a:pt x="1091973" y="229103"/>
                  </a:lnTo>
                  <a:lnTo>
                    <a:pt x="1101732" y="247205"/>
                  </a:lnTo>
                  <a:lnTo>
                    <a:pt x="1111476" y="267696"/>
                  </a:lnTo>
                  <a:lnTo>
                    <a:pt x="1121220" y="263705"/>
                  </a:lnTo>
                  <a:lnTo>
                    <a:pt x="1130979" y="246699"/>
                  </a:lnTo>
                  <a:lnTo>
                    <a:pt x="1140723" y="268550"/>
                  </a:lnTo>
                  <a:lnTo>
                    <a:pt x="1150482" y="250513"/>
                  </a:lnTo>
                  <a:lnTo>
                    <a:pt x="1160226" y="256464"/>
                  </a:lnTo>
                  <a:lnTo>
                    <a:pt x="1169969" y="290718"/>
                  </a:lnTo>
                  <a:lnTo>
                    <a:pt x="1179728" y="295766"/>
                  </a:lnTo>
                  <a:lnTo>
                    <a:pt x="1189472" y="294076"/>
                  </a:lnTo>
                  <a:lnTo>
                    <a:pt x="1199231" y="275254"/>
                  </a:lnTo>
                  <a:lnTo>
                    <a:pt x="1208975" y="273565"/>
                  </a:lnTo>
                  <a:lnTo>
                    <a:pt x="1218719" y="264597"/>
                  </a:lnTo>
                  <a:lnTo>
                    <a:pt x="1228478" y="273827"/>
                  </a:lnTo>
                  <a:lnTo>
                    <a:pt x="1238222" y="293918"/>
                  </a:lnTo>
                  <a:lnTo>
                    <a:pt x="1247966" y="293066"/>
                  </a:lnTo>
                  <a:lnTo>
                    <a:pt x="1257725" y="306721"/>
                  </a:lnTo>
                  <a:lnTo>
                    <a:pt x="1267469" y="330774"/>
                  </a:lnTo>
                  <a:lnTo>
                    <a:pt x="1277227" y="337764"/>
                  </a:lnTo>
                  <a:lnTo>
                    <a:pt x="1286971" y="326915"/>
                  </a:lnTo>
                  <a:lnTo>
                    <a:pt x="1296715" y="342513"/>
                  </a:lnTo>
                  <a:lnTo>
                    <a:pt x="1306474" y="301158"/>
                  </a:lnTo>
                  <a:lnTo>
                    <a:pt x="1316218" y="327275"/>
                  </a:lnTo>
                  <a:lnTo>
                    <a:pt x="1325977" y="332034"/>
                  </a:lnTo>
                  <a:lnTo>
                    <a:pt x="1335721" y="349339"/>
                  </a:lnTo>
                  <a:lnTo>
                    <a:pt x="1345465" y="346562"/>
                  </a:lnTo>
                  <a:lnTo>
                    <a:pt x="1355224" y="310145"/>
                  </a:lnTo>
                  <a:lnTo>
                    <a:pt x="1364967" y="265242"/>
                  </a:lnTo>
                  <a:lnTo>
                    <a:pt x="1374726" y="243910"/>
                  </a:lnTo>
                  <a:lnTo>
                    <a:pt x="1384470" y="229858"/>
                  </a:lnTo>
                  <a:lnTo>
                    <a:pt x="1394214" y="232916"/>
                  </a:lnTo>
                  <a:lnTo>
                    <a:pt x="1403973" y="237867"/>
                  </a:lnTo>
                  <a:lnTo>
                    <a:pt x="1413717" y="213279"/>
                  </a:lnTo>
                  <a:lnTo>
                    <a:pt x="1423476" y="230001"/>
                  </a:lnTo>
                  <a:lnTo>
                    <a:pt x="1433220" y="228687"/>
                  </a:lnTo>
                  <a:lnTo>
                    <a:pt x="1442964" y="241124"/>
                  </a:lnTo>
                  <a:lnTo>
                    <a:pt x="1452722" y="264525"/>
                  </a:lnTo>
                  <a:lnTo>
                    <a:pt x="1462466" y="266132"/>
                  </a:lnTo>
                  <a:lnTo>
                    <a:pt x="1472225" y="281218"/>
                  </a:lnTo>
                  <a:lnTo>
                    <a:pt x="1481969" y="286415"/>
                  </a:lnTo>
                  <a:lnTo>
                    <a:pt x="1491713" y="286001"/>
                  </a:lnTo>
                  <a:lnTo>
                    <a:pt x="1501472" y="275588"/>
                  </a:lnTo>
                  <a:lnTo>
                    <a:pt x="1511216" y="281539"/>
                  </a:lnTo>
                  <a:lnTo>
                    <a:pt x="1520960" y="293181"/>
                  </a:lnTo>
                  <a:lnTo>
                    <a:pt x="1530719" y="313939"/>
                  </a:lnTo>
                  <a:lnTo>
                    <a:pt x="1540463" y="315061"/>
                  </a:lnTo>
                  <a:lnTo>
                    <a:pt x="1550221" y="311736"/>
                  </a:lnTo>
                  <a:lnTo>
                    <a:pt x="1559965" y="299829"/>
                  </a:lnTo>
                  <a:lnTo>
                    <a:pt x="1569709" y="297772"/>
                  </a:lnTo>
                  <a:lnTo>
                    <a:pt x="1579468" y="307685"/>
                  </a:lnTo>
                  <a:lnTo>
                    <a:pt x="1589212" y="303482"/>
                  </a:lnTo>
                  <a:lnTo>
                    <a:pt x="1598971" y="298970"/>
                  </a:lnTo>
                  <a:lnTo>
                    <a:pt x="1608715" y="326767"/>
                  </a:lnTo>
                  <a:lnTo>
                    <a:pt x="1618459" y="298389"/>
                  </a:lnTo>
                  <a:lnTo>
                    <a:pt x="1628218" y="298817"/>
                  </a:lnTo>
                  <a:lnTo>
                    <a:pt x="1637962" y="299255"/>
                  </a:lnTo>
                  <a:lnTo>
                    <a:pt x="1647720" y="272978"/>
                  </a:lnTo>
                  <a:lnTo>
                    <a:pt x="1657464" y="310164"/>
                  </a:lnTo>
                  <a:lnTo>
                    <a:pt x="1667208" y="312019"/>
                  </a:lnTo>
                  <a:lnTo>
                    <a:pt x="1676967" y="306484"/>
                  </a:lnTo>
                  <a:lnTo>
                    <a:pt x="1686711" y="304926"/>
                  </a:lnTo>
                  <a:lnTo>
                    <a:pt x="1696470" y="304884"/>
                  </a:lnTo>
                  <a:lnTo>
                    <a:pt x="1706214" y="292273"/>
                  </a:lnTo>
                  <a:lnTo>
                    <a:pt x="1715958" y="298938"/>
                  </a:lnTo>
                  <a:lnTo>
                    <a:pt x="1725716" y="268751"/>
                  </a:lnTo>
                  <a:lnTo>
                    <a:pt x="1735460" y="260576"/>
                  </a:lnTo>
                  <a:lnTo>
                    <a:pt x="1745219" y="273980"/>
                  </a:lnTo>
                  <a:lnTo>
                    <a:pt x="1754963" y="258581"/>
                  </a:lnTo>
                  <a:lnTo>
                    <a:pt x="1764707" y="262736"/>
                  </a:lnTo>
                  <a:lnTo>
                    <a:pt x="1774466" y="253053"/>
                  </a:lnTo>
                  <a:lnTo>
                    <a:pt x="1784210" y="229444"/>
                  </a:lnTo>
                  <a:lnTo>
                    <a:pt x="1793969" y="251361"/>
                  </a:lnTo>
                  <a:lnTo>
                    <a:pt x="1803713" y="276959"/>
                  </a:lnTo>
                  <a:lnTo>
                    <a:pt x="1813457" y="267779"/>
                  </a:lnTo>
                  <a:lnTo>
                    <a:pt x="1823215" y="238939"/>
                  </a:lnTo>
                  <a:lnTo>
                    <a:pt x="1832959" y="231539"/>
                  </a:lnTo>
                  <a:lnTo>
                    <a:pt x="1842703" y="228007"/>
                  </a:lnTo>
                  <a:lnTo>
                    <a:pt x="1852462" y="214097"/>
                  </a:lnTo>
                  <a:lnTo>
                    <a:pt x="1862206" y="205119"/>
                  </a:lnTo>
                  <a:lnTo>
                    <a:pt x="1871965" y="189400"/>
                  </a:lnTo>
                  <a:lnTo>
                    <a:pt x="1881709" y="196897"/>
                  </a:lnTo>
                  <a:lnTo>
                    <a:pt x="1891453" y="181113"/>
                  </a:lnTo>
                  <a:lnTo>
                    <a:pt x="1901212" y="182127"/>
                  </a:lnTo>
                  <a:lnTo>
                    <a:pt x="1910956" y="124313"/>
                  </a:lnTo>
                  <a:lnTo>
                    <a:pt x="1920714" y="144295"/>
                  </a:lnTo>
                  <a:lnTo>
                    <a:pt x="1930458" y="176642"/>
                  </a:lnTo>
                  <a:lnTo>
                    <a:pt x="1940202" y="204934"/>
                  </a:lnTo>
                  <a:lnTo>
                    <a:pt x="1949961" y="215982"/>
                  </a:lnTo>
                  <a:lnTo>
                    <a:pt x="1959705" y="217568"/>
                  </a:lnTo>
                  <a:lnTo>
                    <a:pt x="1969464" y="185391"/>
                  </a:lnTo>
                  <a:lnTo>
                    <a:pt x="1979208" y="190112"/>
                  </a:lnTo>
                  <a:lnTo>
                    <a:pt x="1988952" y="186140"/>
                  </a:lnTo>
                  <a:lnTo>
                    <a:pt x="1998711" y="159032"/>
                  </a:lnTo>
                  <a:lnTo>
                    <a:pt x="2008454" y="167336"/>
                  </a:lnTo>
                  <a:lnTo>
                    <a:pt x="2018213" y="139727"/>
                  </a:lnTo>
                  <a:lnTo>
                    <a:pt x="2027957" y="148589"/>
                  </a:lnTo>
                  <a:lnTo>
                    <a:pt x="2037701" y="163984"/>
                  </a:lnTo>
                  <a:lnTo>
                    <a:pt x="2047460" y="172778"/>
                  </a:lnTo>
                  <a:lnTo>
                    <a:pt x="2057204" y="156600"/>
                  </a:lnTo>
                  <a:lnTo>
                    <a:pt x="2066963" y="141819"/>
                  </a:lnTo>
                  <a:lnTo>
                    <a:pt x="2076707" y="142181"/>
                  </a:lnTo>
                  <a:lnTo>
                    <a:pt x="2086451" y="125595"/>
                  </a:lnTo>
                  <a:lnTo>
                    <a:pt x="2096210" y="143476"/>
                  </a:lnTo>
                  <a:lnTo>
                    <a:pt x="2105954" y="133151"/>
                  </a:lnTo>
                  <a:lnTo>
                    <a:pt x="2115697" y="118179"/>
                  </a:lnTo>
                  <a:lnTo>
                    <a:pt x="2125456" y="131586"/>
                  </a:lnTo>
                  <a:lnTo>
                    <a:pt x="2135200" y="137160"/>
                  </a:lnTo>
                  <a:lnTo>
                    <a:pt x="2144959" y="148793"/>
                  </a:lnTo>
                  <a:lnTo>
                    <a:pt x="2154703" y="177380"/>
                  </a:lnTo>
                  <a:lnTo>
                    <a:pt x="2164447" y="183251"/>
                  </a:lnTo>
                  <a:lnTo>
                    <a:pt x="2174206" y="153433"/>
                  </a:lnTo>
                  <a:lnTo>
                    <a:pt x="2183950" y="138729"/>
                  </a:lnTo>
                  <a:lnTo>
                    <a:pt x="2193709" y="143592"/>
                  </a:lnTo>
                  <a:lnTo>
                    <a:pt x="2203452" y="141184"/>
                  </a:lnTo>
                  <a:lnTo>
                    <a:pt x="2213196" y="108812"/>
                  </a:lnTo>
                  <a:lnTo>
                    <a:pt x="2222955" y="90213"/>
                  </a:lnTo>
                  <a:lnTo>
                    <a:pt x="2232699" y="61899"/>
                  </a:lnTo>
                  <a:lnTo>
                    <a:pt x="2242458" y="44880"/>
                  </a:lnTo>
                  <a:lnTo>
                    <a:pt x="2252202" y="64016"/>
                  </a:lnTo>
                  <a:lnTo>
                    <a:pt x="2261946" y="51078"/>
                  </a:lnTo>
                  <a:lnTo>
                    <a:pt x="2271705" y="8121"/>
                  </a:lnTo>
                  <a:lnTo>
                    <a:pt x="2281449" y="3513"/>
                  </a:lnTo>
                  <a:lnTo>
                    <a:pt x="2291208" y="29119"/>
                  </a:lnTo>
                  <a:lnTo>
                    <a:pt x="2300951" y="0"/>
                  </a:lnTo>
                  <a:lnTo>
                    <a:pt x="2310695" y="5955"/>
                  </a:lnTo>
                  <a:lnTo>
                    <a:pt x="2320454" y="15148"/>
                  </a:lnTo>
                  <a:lnTo>
                    <a:pt x="2330198" y="61111"/>
                  </a:lnTo>
                  <a:lnTo>
                    <a:pt x="2339957" y="47507"/>
                  </a:lnTo>
                  <a:lnTo>
                    <a:pt x="2349701" y="55078"/>
                  </a:lnTo>
                  <a:lnTo>
                    <a:pt x="2359445" y="52206"/>
                  </a:lnTo>
                  <a:lnTo>
                    <a:pt x="2369204" y="85262"/>
                  </a:lnTo>
                  <a:lnTo>
                    <a:pt x="2378948" y="107633"/>
                  </a:lnTo>
                  <a:lnTo>
                    <a:pt x="2388692" y="100713"/>
                  </a:lnTo>
                  <a:lnTo>
                    <a:pt x="2398450" y="117154"/>
                  </a:lnTo>
                  <a:lnTo>
                    <a:pt x="2408194" y="105045"/>
                  </a:lnTo>
                  <a:lnTo>
                    <a:pt x="2417953" y="118864"/>
                  </a:lnTo>
                  <a:lnTo>
                    <a:pt x="2427697" y="102866"/>
                  </a:lnTo>
                  <a:lnTo>
                    <a:pt x="2437441" y="77010"/>
                  </a:lnTo>
                  <a:lnTo>
                    <a:pt x="2447200" y="65316"/>
                  </a:lnTo>
                  <a:lnTo>
                    <a:pt x="2456944" y="87837"/>
                  </a:lnTo>
                  <a:lnTo>
                    <a:pt x="2466703" y="73972"/>
                  </a:lnTo>
                  <a:lnTo>
                    <a:pt x="2476446" y="70533"/>
                  </a:lnTo>
                  <a:lnTo>
                    <a:pt x="2486190" y="68605"/>
                  </a:lnTo>
                  <a:lnTo>
                    <a:pt x="2495949" y="56127"/>
                  </a:lnTo>
                  <a:lnTo>
                    <a:pt x="2505693" y="61174"/>
                  </a:lnTo>
                  <a:lnTo>
                    <a:pt x="2515452" y="52126"/>
                  </a:lnTo>
                  <a:lnTo>
                    <a:pt x="2525196" y="41261"/>
                  </a:lnTo>
                  <a:lnTo>
                    <a:pt x="2534940" y="68264"/>
                  </a:lnTo>
                  <a:lnTo>
                    <a:pt x="2544699" y="81983"/>
                  </a:lnTo>
                  <a:lnTo>
                    <a:pt x="2554443" y="51573"/>
                  </a:lnTo>
                  <a:lnTo>
                    <a:pt x="2564202" y="9786"/>
                  </a:lnTo>
                  <a:lnTo>
                    <a:pt x="2573946" y="36537"/>
                  </a:lnTo>
                  <a:lnTo>
                    <a:pt x="2583690" y="29649"/>
                  </a:lnTo>
                  <a:lnTo>
                    <a:pt x="2593448" y="41638"/>
                  </a:lnTo>
                  <a:lnTo>
                    <a:pt x="2603192" y="50692"/>
                  </a:lnTo>
                  <a:lnTo>
                    <a:pt x="2612951" y="88910"/>
                  </a:lnTo>
                  <a:lnTo>
                    <a:pt x="2622695" y="101972"/>
                  </a:lnTo>
                  <a:lnTo>
                    <a:pt x="2632439" y="118980"/>
                  </a:lnTo>
                  <a:lnTo>
                    <a:pt x="2642198" y="85487"/>
                  </a:lnTo>
                  <a:lnTo>
                    <a:pt x="2651942" y="90744"/>
                  </a:lnTo>
                  <a:lnTo>
                    <a:pt x="2661685" y="99375"/>
                  </a:lnTo>
                  <a:lnTo>
                    <a:pt x="2671444" y="112662"/>
                  </a:lnTo>
                  <a:lnTo>
                    <a:pt x="2681188" y="118428"/>
                  </a:lnTo>
                  <a:lnTo>
                    <a:pt x="2690947" y="101493"/>
                  </a:lnTo>
                  <a:lnTo>
                    <a:pt x="2700691" y="98660"/>
                  </a:lnTo>
                  <a:lnTo>
                    <a:pt x="2710435" y="105510"/>
                  </a:lnTo>
                  <a:lnTo>
                    <a:pt x="2720194" y="104245"/>
                  </a:lnTo>
                  <a:lnTo>
                    <a:pt x="2729938" y="110895"/>
                  </a:lnTo>
                  <a:lnTo>
                    <a:pt x="2739697" y="116188"/>
                  </a:lnTo>
                  <a:lnTo>
                    <a:pt x="2749441" y="140597"/>
                  </a:lnTo>
                  <a:lnTo>
                    <a:pt x="2759185" y="153297"/>
                  </a:lnTo>
                  <a:lnTo>
                    <a:pt x="2768943" y="158382"/>
                  </a:lnTo>
                  <a:lnTo>
                    <a:pt x="2778687" y="148483"/>
                  </a:lnTo>
                  <a:lnTo>
                    <a:pt x="2788446" y="174871"/>
                  </a:lnTo>
                  <a:lnTo>
                    <a:pt x="2798190" y="202864"/>
                  </a:lnTo>
                  <a:lnTo>
                    <a:pt x="2807934" y="229726"/>
                  </a:lnTo>
                  <a:lnTo>
                    <a:pt x="2817693" y="221371"/>
                  </a:lnTo>
                  <a:lnTo>
                    <a:pt x="2827437" y="251879"/>
                  </a:lnTo>
                  <a:lnTo>
                    <a:pt x="2837196" y="289592"/>
                  </a:lnTo>
                  <a:lnTo>
                    <a:pt x="2846940" y="315543"/>
                  </a:lnTo>
                  <a:lnTo>
                    <a:pt x="2856684" y="299176"/>
                  </a:lnTo>
                  <a:lnTo>
                    <a:pt x="2866442" y="322019"/>
                  </a:lnTo>
                  <a:lnTo>
                    <a:pt x="2876186" y="283726"/>
                  </a:lnTo>
                  <a:lnTo>
                    <a:pt x="2885945" y="299332"/>
                  </a:lnTo>
                  <a:lnTo>
                    <a:pt x="2895689" y="298996"/>
                  </a:lnTo>
                  <a:lnTo>
                    <a:pt x="2905433" y="307017"/>
                  </a:lnTo>
                  <a:lnTo>
                    <a:pt x="2915192" y="29851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8" name="Freeform 1227">
              <a:extLst>
                <a:ext uri="{FF2B5EF4-FFF2-40B4-BE49-F238E27FC236}">
                  <a16:creationId xmlns:a16="http://schemas.microsoft.com/office/drawing/2014/main" id="{E658777D-CDAE-5D59-865F-88243EF3E6D3}"/>
                </a:ext>
              </a:extLst>
            </p:cNvPr>
            <p:cNvSpPr/>
            <p:nvPr/>
          </p:nvSpPr>
          <p:spPr>
            <a:xfrm>
              <a:off x="4426652" y="2938177"/>
              <a:ext cx="2915191" cy="557990"/>
            </a:xfrm>
            <a:custGeom>
              <a:avLst/>
              <a:gdLst>
                <a:gd name="connsiteX0" fmla="*/ 0 w 2915191"/>
                <a:gd name="connsiteY0" fmla="*/ 373345 h 557990"/>
                <a:gd name="connsiteX1" fmla="*/ 9750 w 2915191"/>
                <a:gd name="connsiteY1" fmla="*/ 362942 h 557990"/>
                <a:gd name="connsiteX2" fmla="*/ 19500 w 2915191"/>
                <a:gd name="connsiteY2" fmla="*/ 388688 h 557990"/>
                <a:gd name="connsiteX3" fmla="*/ 29250 w 2915191"/>
                <a:gd name="connsiteY3" fmla="*/ 406274 h 557990"/>
                <a:gd name="connsiteX4" fmla="*/ 39000 w 2915191"/>
                <a:gd name="connsiteY4" fmla="*/ 406659 h 557990"/>
                <a:gd name="connsiteX5" fmla="*/ 48749 w 2915191"/>
                <a:gd name="connsiteY5" fmla="*/ 406414 h 557990"/>
                <a:gd name="connsiteX6" fmla="*/ 58499 w 2915191"/>
                <a:gd name="connsiteY6" fmla="*/ 392047 h 557990"/>
                <a:gd name="connsiteX7" fmla="*/ 68249 w 2915191"/>
                <a:gd name="connsiteY7" fmla="*/ 379887 h 557990"/>
                <a:gd name="connsiteX8" fmla="*/ 77998 w 2915191"/>
                <a:gd name="connsiteY8" fmla="*/ 396033 h 557990"/>
                <a:gd name="connsiteX9" fmla="*/ 87748 w 2915191"/>
                <a:gd name="connsiteY9" fmla="*/ 387235 h 557990"/>
                <a:gd name="connsiteX10" fmla="*/ 97497 w 2915191"/>
                <a:gd name="connsiteY10" fmla="*/ 367321 h 557990"/>
                <a:gd name="connsiteX11" fmla="*/ 107247 w 2915191"/>
                <a:gd name="connsiteY11" fmla="*/ 355944 h 557990"/>
                <a:gd name="connsiteX12" fmla="*/ 116997 w 2915191"/>
                <a:gd name="connsiteY12" fmla="*/ 370958 h 557990"/>
                <a:gd name="connsiteX13" fmla="*/ 126747 w 2915191"/>
                <a:gd name="connsiteY13" fmla="*/ 330796 h 557990"/>
                <a:gd name="connsiteX14" fmla="*/ 136497 w 2915191"/>
                <a:gd name="connsiteY14" fmla="*/ 347413 h 557990"/>
                <a:gd name="connsiteX15" fmla="*/ 146247 w 2915191"/>
                <a:gd name="connsiteY15" fmla="*/ 330050 h 557990"/>
                <a:gd name="connsiteX16" fmla="*/ 155997 w 2915191"/>
                <a:gd name="connsiteY16" fmla="*/ 374358 h 557990"/>
                <a:gd name="connsiteX17" fmla="*/ 165747 w 2915191"/>
                <a:gd name="connsiteY17" fmla="*/ 376695 h 557990"/>
                <a:gd name="connsiteX18" fmla="*/ 175497 w 2915191"/>
                <a:gd name="connsiteY18" fmla="*/ 362310 h 557990"/>
                <a:gd name="connsiteX19" fmla="*/ 185247 w 2915191"/>
                <a:gd name="connsiteY19" fmla="*/ 385866 h 557990"/>
                <a:gd name="connsiteX20" fmla="*/ 194996 w 2915191"/>
                <a:gd name="connsiteY20" fmla="*/ 387239 h 557990"/>
                <a:gd name="connsiteX21" fmla="*/ 204746 w 2915191"/>
                <a:gd name="connsiteY21" fmla="*/ 383743 h 557990"/>
                <a:gd name="connsiteX22" fmla="*/ 214495 w 2915191"/>
                <a:gd name="connsiteY22" fmla="*/ 365500 h 557990"/>
                <a:gd name="connsiteX23" fmla="*/ 224245 w 2915191"/>
                <a:gd name="connsiteY23" fmla="*/ 345871 h 557990"/>
                <a:gd name="connsiteX24" fmla="*/ 233995 w 2915191"/>
                <a:gd name="connsiteY24" fmla="*/ 344161 h 557990"/>
                <a:gd name="connsiteX25" fmla="*/ 243744 w 2915191"/>
                <a:gd name="connsiteY25" fmla="*/ 319623 h 557990"/>
                <a:gd name="connsiteX26" fmla="*/ 253494 w 2915191"/>
                <a:gd name="connsiteY26" fmla="*/ 309015 h 557990"/>
                <a:gd name="connsiteX27" fmla="*/ 263244 w 2915191"/>
                <a:gd name="connsiteY27" fmla="*/ 307898 h 557990"/>
                <a:gd name="connsiteX28" fmla="*/ 272994 w 2915191"/>
                <a:gd name="connsiteY28" fmla="*/ 294547 h 557990"/>
                <a:gd name="connsiteX29" fmla="*/ 282744 w 2915191"/>
                <a:gd name="connsiteY29" fmla="*/ 317476 h 557990"/>
                <a:gd name="connsiteX30" fmla="*/ 292494 w 2915191"/>
                <a:gd name="connsiteY30" fmla="*/ 278177 h 557990"/>
                <a:gd name="connsiteX31" fmla="*/ 302244 w 2915191"/>
                <a:gd name="connsiteY31" fmla="*/ 315052 h 557990"/>
                <a:gd name="connsiteX32" fmla="*/ 311994 w 2915191"/>
                <a:gd name="connsiteY32" fmla="*/ 343356 h 557990"/>
                <a:gd name="connsiteX33" fmla="*/ 321744 w 2915191"/>
                <a:gd name="connsiteY33" fmla="*/ 357376 h 557990"/>
                <a:gd name="connsiteX34" fmla="*/ 331493 w 2915191"/>
                <a:gd name="connsiteY34" fmla="*/ 371676 h 557990"/>
                <a:gd name="connsiteX35" fmla="*/ 341243 w 2915191"/>
                <a:gd name="connsiteY35" fmla="*/ 385574 h 557990"/>
                <a:gd name="connsiteX36" fmla="*/ 350993 w 2915191"/>
                <a:gd name="connsiteY36" fmla="*/ 376987 h 557990"/>
                <a:gd name="connsiteX37" fmla="*/ 360742 w 2915191"/>
                <a:gd name="connsiteY37" fmla="*/ 364888 h 557990"/>
                <a:gd name="connsiteX38" fmla="*/ 370492 w 2915191"/>
                <a:gd name="connsiteY38" fmla="*/ 396098 h 557990"/>
                <a:gd name="connsiteX39" fmla="*/ 380241 w 2915191"/>
                <a:gd name="connsiteY39" fmla="*/ 392545 h 557990"/>
                <a:gd name="connsiteX40" fmla="*/ 389991 w 2915191"/>
                <a:gd name="connsiteY40" fmla="*/ 397648 h 557990"/>
                <a:gd name="connsiteX41" fmla="*/ 399741 w 2915191"/>
                <a:gd name="connsiteY41" fmla="*/ 395415 h 557990"/>
                <a:gd name="connsiteX42" fmla="*/ 409491 w 2915191"/>
                <a:gd name="connsiteY42" fmla="*/ 412259 h 557990"/>
                <a:gd name="connsiteX43" fmla="*/ 419241 w 2915191"/>
                <a:gd name="connsiteY43" fmla="*/ 411343 h 557990"/>
                <a:gd name="connsiteX44" fmla="*/ 428991 w 2915191"/>
                <a:gd name="connsiteY44" fmla="*/ 398119 h 557990"/>
                <a:gd name="connsiteX45" fmla="*/ 438741 w 2915191"/>
                <a:gd name="connsiteY45" fmla="*/ 389869 h 557990"/>
                <a:gd name="connsiteX46" fmla="*/ 448491 w 2915191"/>
                <a:gd name="connsiteY46" fmla="*/ 391666 h 557990"/>
                <a:gd name="connsiteX47" fmla="*/ 458241 w 2915191"/>
                <a:gd name="connsiteY47" fmla="*/ 356320 h 557990"/>
                <a:gd name="connsiteX48" fmla="*/ 467991 w 2915191"/>
                <a:gd name="connsiteY48" fmla="*/ 361665 h 557990"/>
                <a:gd name="connsiteX49" fmla="*/ 477740 w 2915191"/>
                <a:gd name="connsiteY49" fmla="*/ 352203 h 557990"/>
                <a:gd name="connsiteX50" fmla="*/ 487490 w 2915191"/>
                <a:gd name="connsiteY50" fmla="*/ 301946 h 557990"/>
                <a:gd name="connsiteX51" fmla="*/ 497239 w 2915191"/>
                <a:gd name="connsiteY51" fmla="*/ 275253 h 557990"/>
                <a:gd name="connsiteX52" fmla="*/ 506989 w 2915191"/>
                <a:gd name="connsiteY52" fmla="*/ 284408 h 557990"/>
                <a:gd name="connsiteX53" fmla="*/ 516738 w 2915191"/>
                <a:gd name="connsiteY53" fmla="*/ 293216 h 557990"/>
                <a:gd name="connsiteX54" fmla="*/ 526488 w 2915191"/>
                <a:gd name="connsiteY54" fmla="*/ 291539 h 557990"/>
                <a:gd name="connsiteX55" fmla="*/ 536238 w 2915191"/>
                <a:gd name="connsiteY55" fmla="*/ 282348 h 557990"/>
                <a:gd name="connsiteX56" fmla="*/ 545988 w 2915191"/>
                <a:gd name="connsiteY56" fmla="*/ 277127 h 557990"/>
                <a:gd name="connsiteX57" fmla="*/ 555738 w 2915191"/>
                <a:gd name="connsiteY57" fmla="*/ 270159 h 557990"/>
                <a:gd name="connsiteX58" fmla="*/ 565488 w 2915191"/>
                <a:gd name="connsiteY58" fmla="*/ 265248 h 557990"/>
                <a:gd name="connsiteX59" fmla="*/ 575238 w 2915191"/>
                <a:gd name="connsiteY59" fmla="*/ 269390 h 557990"/>
                <a:gd name="connsiteX60" fmla="*/ 584988 w 2915191"/>
                <a:gd name="connsiteY60" fmla="*/ 231597 h 557990"/>
                <a:gd name="connsiteX61" fmla="*/ 594738 w 2915191"/>
                <a:gd name="connsiteY61" fmla="*/ 218544 h 557990"/>
                <a:gd name="connsiteX62" fmla="*/ 604488 w 2915191"/>
                <a:gd name="connsiteY62" fmla="*/ 208468 h 557990"/>
                <a:gd name="connsiteX63" fmla="*/ 614237 w 2915191"/>
                <a:gd name="connsiteY63" fmla="*/ 254354 h 557990"/>
                <a:gd name="connsiteX64" fmla="*/ 623987 w 2915191"/>
                <a:gd name="connsiteY64" fmla="*/ 227230 h 557990"/>
                <a:gd name="connsiteX65" fmla="*/ 633736 w 2915191"/>
                <a:gd name="connsiteY65" fmla="*/ 230288 h 557990"/>
                <a:gd name="connsiteX66" fmla="*/ 643486 w 2915191"/>
                <a:gd name="connsiteY66" fmla="*/ 230845 h 557990"/>
                <a:gd name="connsiteX67" fmla="*/ 653236 w 2915191"/>
                <a:gd name="connsiteY67" fmla="*/ 228917 h 557990"/>
                <a:gd name="connsiteX68" fmla="*/ 662985 w 2915191"/>
                <a:gd name="connsiteY68" fmla="*/ 217550 h 557990"/>
                <a:gd name="connsiteX69" fmla="*/ 672735 w 2915191"/>
                <a:gd name="connsiteY69" fmla="*/ 232123 h 557990"/>
                <a:gd name="connsiteX70" fmla="*/ 682485 w 2915191"/>
                <a:gd name="connsiteY70" fmla="*/ 183184 h 557990"/>
                <a:gd name="connsiteX71" fmla="*/ 692235 w 2915191"/>
                <a:gd name="connsiteY71" fmla="*/ 191501 h 557990"/>
                <a:gd name="connsiteX72" fmla="*/ 701985 w 2915191"/>
                <a:gd name="connsiteY72" fmla="*/ 210022 h 557990"/>
                <a:gd name="connsiteX73" fmla="*/ 711735 w 2915191"/>
                <a:gd name="connsiteY73" fmla="*/ 200345 h 557990"/>
                <a:gd name="connsiteX74" fmla="*/ 721485 w 2915191"/>
                <a:gd name="connsiteY74" fmla="*/ 192769 h 557990"/>
                <a:gd name="connsiteX75" fmla="*/ 731235 w 2915191"/>
                <a:gd name="connsiteY75" fmla="*/ 195157 h 557990"/>
                <a:gd name="connsiteX76" fmla="*/ 740985 w 2915191"/>
                <a:gd name="connsiteY76" fmla="*/ 201328 h 557990"/>
                <a:gd name="connsiteX77" fmla="*/ 750734 w 2915191"/>
                <a:gd name="connsiteY77" fmla="*/ 217066 h 557990"/>
                <a:gd name="connsiteX78" fmla="*/ 760484 w 2915191"/>
                <a:gd name="connsiteY78" fmla="*/ 241124 h 557990"/>
                <a:gd name="connsiteX79" fmla="*/ 770233 w 2915191"/>
                <a:gd name="connsiteY79" fmla="*/ 220347 h 557990"/>
                <a:gd name="connsiteX80" fmla="*/ 779983 w 2915191"/>
                <a:gd name="connsiteY80" fmla="*/ 192764 h 557990"/>
                <a:gd name="connsiteX81" fmla="*/ 789733 w 2915191"/>
                <a:gd name="connsiteY81" fmla="*/ 199520 h 557990"/>
                <a:gd name="connsiteX82" fmla="*/ 799482 w 2915191"/>
                <a:gd name="connsiteY82" fmla="*/ 217796 h 557990"/>
                <a:gd name="connsiteX83" fmla="*/ 809232 w 2915191"/>
                <a:gd name="connsiteY83" fmla="*/ 246060 h 557990"/>
                <a:gd name="connsiteX84" fmla="*/ 818982 w 2915191"/>
                <a:gd name="connsiteY84" fmla="*/ 260068 h 557990"/>
                <a:gd name="connsiteX85" fmla="*/ 828732 w 2915191"/>
                <a:gd name="connsiteY85" fmla="*/ 272386 h 557990"/>
                <a:gd name="connsiteX86" fmla="*/ 838482 w 2915191"/>
                <a:gd name="connsiteY86" fmla="*/ 248438 h 557990"/>
                <a:gd name="connsiteX87" fmla="*/ 848232 w 2915191"/>
                <a:gd name="connsiteY87" fmla="*/ 259190 h 557990"/>
                <a:gd name="connsiteX88" fmla="*/ 857982 w 2915191"/>
                <a:gd name="connsiteY88" fmla="*/ 247189 h 557990"/>
                <a:gd name="connsiteX89" fmla="*/ 867732 w 2915191"/>
                <a:gd name="connsiteY89" fmla="*/ 288651 h 557990"/>
                <a:gd name="connsiteX90" fmla="*/ 877482 w 2915191"/>
                <a:gd name="connsiteY90" fmla="*/ 266735 h 557990"/>
                <a:gd name="connsiteX91" fmla="*/ 887231 w 2915191"/>
                <a:gd name="connsiteY91" fmla="*/ 259875 h 557990"/>
                <a:gd name="connsiteX92" fmla="*/ 896981 w 2915191"/>
                <a:gd name="connsiteY92" fmla="*/ 274103 h 557990"/>
                <a:gd name="connsiteX93" fmla="*/ 906730 w 2915191"/>
                <a:gd name="connsiteY93" fmla="*/ 236778 h 557990"/>
                <a:gd name="connsiteX94" fmla="*/ 916480 w 2915191"/>
                <a:gd name="connsiteY94" fmla="*/ 251031 h 557990"/>
                <a:gd name="connsiteX95" fmla="*/ 926230 w 2915191"/>
                <a:gd name="connsiteY95" fmla="*/ 218736 h 557990"/>
                <a:gd name="connsiteX96" fmla="*/ 935979 w 2915191"/>
                <a:gd name="connsiteY96" fmla="*/ 228409 h 557990"/>
                <a:gd name="connsiteX97" fmla="*/ 945729 w 2915191"/>
                <a:gd name="connsiteY97" fmla="*/ 226815 h 557990"/>
                <a:gd name="connsiteX98" fmla="*/ 955479 w 2915191"/>
                <a:gd name="connsiteY98" fmla="*/ 219587 h 557990"/>
                <a:gd name="connsiteX99" fmla="*/ 965229 w 2915191"/>
                <a:gd name="connsiteY99" fmla="*/ 239300 h 557990"/>
                <a:gd name="connsiteX100" fmla="*/ 974979 w 2915191"/>
                <a:gd name="connsiteY100" fmla="*/ 195138 h 557990"/>
                <a:gd name="connsiteX101" fmla="*/ 984729 w 2915191"/>
                <a:gd name="connsiteY101" fmla="*/ 163649 h 557990"/>
                <a:gd name="connsiteX102" fmla="*/ 994474 w 2915191"/>
                <a:gd name="connsiteY102" fmla="*/ 183173 h 557990"/>
                <a:gd name="connsiteX103" fmla="*/ 1004233 w 2915191"/>
                <a:gd name="connsiteY103" fmla="*/ 182715 h 557990"/>
                <a:gd name="connsiteX104" fmla="*/ 1013977 w 2915191"/>
                <a:gd name="connsiteY104" fmla="*/ 173545 h 557990"/>
                <a:gd name="connsiteX105" fmla="*/ 1023721 w 2915191"/>
                <a:gd name="connsiteY105" fmla="*/ 184758 h 557990"/>
                <a:gd name="connsiteX106" fmla="*/ 1033480 w 2915191"/>
                <a:gd name="connsiteY106" fmla="*/ 186206 h 557990"/>
                <a:gd name="connsiteX107" fmla="*/ 1043224 w 2915191"/>
                <a:gd name="connsiteY107" fmla="*/ 204147 h 557990"/>
                <a:gd name="connsiteX108" fmla="*/ 1052983 w 2915191"/>
                <a:gd name="connsiteY108" fmla="*/ 183636 h 557990"/>
                <a:gd name="connsiteX109" fmla="*/ 1062727 w 2915191"/>
                <a:gd name="connsiteY109" fmla="*/ 169729 h 557990"/>
                <a:gd name="connsiteX110" fmla="*/ 1072471 w 2915191"/>
                <a:gd name="connsiteY110" fmla="*/ 203729 h 557990"/>
                <a:gd name="connsiteX111" fmla="*/ 1082230 w 2915191"/>
                <a:gd name="connsiteY111" fmla="*/ 191848 h 557990"/>
                <a:gd name="connsiteX112" fmla="*/ 1091973 w 2915191"/>
                <a:gd name="connsiteY112" fmla="*/ 168974 h 557990"/>
                <a:gd name="connsiteX113" fmla="*/ 1101732 w 2915191"/>
                <a:gd name="connsiteY113" fmla="*/ 176593 h 557990"/>
                <a:gd name="connsiteX114" fmla="*/ 1111476 w 2915191"/>
                <a:gd name="connsiteY114" fmla="*/ 172615 h 557990"/>
                <a:gd name="connsiteX115" fmla="*/ 1121220 w 2915191"/>
                <a:gd name="connsiteY115" fmla="*/ 138794 h 557990"/>
                <a:gd name="connsiteX116" fmla="*/ 1130979 w 2915191"/>
                <a:gd name="connsiteY116" fmla="*/ 109327 h 557990"/>
                <a:gd name="connsiteX117" fmla="*/ 1140723 w 2915191"/>
                <a:gd name="connsiteY117" fmla="*/ 113852 h 557990"/>
                <a:gd name="connsiteX118" fmla="*/ 1150482 w 2915191"/>
                <a:gd name="connsiteY118" fmla="*/ 99099 h 557990"/>
                <a:gd name="connsiteX119" fmla="*/ 1160226 w 2915191"/>
                <a:gd name="connsiteY119" fmla="*/ 93706 h 557990"/>
                <a:gd name="connsiteX120" fmla="*/ 1169969 w 2915191"/>
                <a:gd name="connsiteY120" fmla="*/ 61180 h 557990"/>
                <a:gd name="connsiteX121" fmla="*/ 1179728 w 2915191"/>
                <a:gd name="connsiteY121" fmla="*/ 64621 h 557990"/>
                <a:gd name="connsiteX122" fmla="*/ 1189472 w 2915191"/>
                <a:gd name="connsiteY122" fmla="*/ 40463 h 557990"/>
                <a:gd name="connsiteX123" fmla="*/ 1199231 w 2915191"/>
                <a:gd name="connsiteY123" fmla="*/ 34070 h 557990"/>
                <a:gd name="connsiteX124" fmla="*/ 1208975 w 2915191"/>
                <a:gd name="connsiteY124" fmla="*/ 33265 h 557990"/>
                <a:gd name="connsiteX125" fmla="*/ 1218719 w 2915191"/>
                <a:gd name="connsiteY125" fmla="*/ 23034 h 557990"/>
                <a:gd name="connsiteX126" fmla="*/ 1228478 w 2915191"/>
                <a:gd name="connsiteY126" fmla="*/ 17143 h 557990"/>
                <a:gd name="connsiteX127" fmla="*/ 1238222 w 2915191"/>
                <a:gd name="connsiteY127" fmla="*/ 14635 h 557990"/>
                <a:gd name="connsiteX128" fmla="*/ 1247966 w 2915191"/>
                <a:gd name="connsiteY128" fmla="*/ 0 h 557990"/>
                <a:gd name="connsiteX129" fmla="*/ 1257725 w 2915191"/>
                <a:gd name="connsiteY129" fmla="*/ 2779 h 557990"/>
                <a:gd name="connsiteX130" fmla="*/ 1267469 w 2915191"/>
                <a:gd name="connsiteY130" fmla="*/ 5320 h 557990"/>
                <a:gd name="connsiteX131" fmla="*/ 1277227 w 2915191"/>
                <a:gd name="connsiteY131" fmla="*/ 31531 h 557990"/>
                <a:gd name="connsiteX132" fmla="*/ 1286971 w 2915191"/>
                <a:gd name="connsiteY132" fmla="*/ 33269 h 557990"/>
                <a:gd name="connsiteX133" fmla="*/ 1296715 w 2915191"/>
                <a:gd name="connsiteY133" fmla="*/ 44308 h 557990"/>
                <a:gd name="connsiteX134" fmla="*/ 1306474 w 2915191"/>
                <a:gd name="connsiteY134" fmla="*/ 53186 h 557990"/>
                <a:gd name="connsiteX135" fmla="*/ 1316218 w 2915191"/>
                <a:gd name="connsiteY135" fmla="*/ 87168 h 557990"/>
                <a:gd name="connsiteX136" fmla="*/ 1325977 w 2915191"/>
                <a:gd name="connsiteY136" fmla="*/ 82597 h 557990"/>
                <a:gd name="connsiteX137" fmla="*/ 1335721 w 2915191"/>
                <a:gd name="connsiteY137" fmla="*/ 113973 h 557990"/>
                <a:gd name="connsiteX138" fmla="*/ 1345465 w 2915191"/>
                <a:gd name="connsiteY138" fmla="*/ 147588 h 557990"/>
                <a:gd name="connsiteX139" fmla="*/ 1355224 w 2915191"/>
                <a:gd name="connsiteY139" fmla="*/ 182845 h 557990"/>
                <a:gd name="connsiteX140" fmla="*/ 1364967 w 2915191"/>
                <a:gd name="connsiteY140" fmla="*/ 197042 h 557990"/>
                <a:gd name="connsiteX141" fmla="*/ 1374726 w 2915191"/>
                <a:gd name="connsiteY141" fmla="*/ 180677 h 557990"/>
                <a:gd name="connsiteX142" fmla="*/ 1384470 w 2915191"/>
                <a:gd name="connsiteY142" fmla="*/ 186786 h 557990"/>
                <a:gd name="connsiteX143" fmla="*/ 1394214 w 2915191"/>
                <a:gd name="connsiteY143" fmla="*/ 183710 h 557990"/>
                <a:gd name="connsiteX144" fmla="*/ 1403973 w 2915191"/>
                <a:gd name="connsiteY144" fmla="*/ 184889 h 557990"/>
                <a:gd name="connsiteX145" fmla="*/ 1413717 w 2915191"/>
                <a:gd name="connsiteY145" fmla="*/ 176966 h 557990"/>
                <a:gd name="connsiteX146" fmla="*/ 1423476 w 2915191"/>
                <a:gd name="connsiteY146" fmla="*/ 183448 h 557990"/>
                <a:gd name="connsiteX147" fmla="*/ 1433220 w 2915191"/>
                <a:gd name="connsiteY147" fmla="*/ 198930 h 557990"/>
                <a:gd name="connsiteX148" fmla="*/ 1442964 w 2915191"/>
                <a:gd name="connsiteY148" fmla="*/ 184700 h 557990"/>
                <a:gd name="connsiteX149" fmla="*/ 1452722 w 2915191"/>
                <a:gd name="connsiteY149" fmla="*/ 173089 h 557990"/>
                <a:gd name="connsiteX150" fmla="*/ 1462466 w 2915191"/>
                <a:gd name="connsiteY150" fmla="*/ 183241 h 557990"/>
                <a:gd name="connsiteX151" fmla="*/ 1472225 w 2915191"/>
                <a:gd name="connsiteY151" fmla="*/ 192593 h 557990"/>
                <a:gd name="connsiteX152" fmla="*/ 1481969 w 2915191"/>
                <a:gd name="connsiteY152" fmla="*/ 177024 h 557990"/>
                <a:gd name="connsiteX153" fmla="*/ 1491713 w 2915191"/>
                <a:gd name="connsiteY153" fmla="*/ 171860 h 557990"/>
                <a:gd name="connsiteX154" fmla="*/ 1501472 w 2915191"/>
                <a:gd name="connsiteY154" fmla="*/ 155885 h 557990"/>
                <a:gd name="connsiteX155" fmla="*/ 1511216 w 2915191"/>
                <a:gd name="connsiteY155" fmla="*/ 168916 h 557990"/>
                <a:gd name="connsiteX156" fmla="*/ 1520960 w 2915191"/>
                <a:gd name="connsiteY156" fmla="*/ 157777 h 557990"/>
                <a:gd name="connsiteX157" fmla="*/ 1530719 w 2915191"/>
                <a:gd name="connsiteY157" fmla="*/ 162691 h 557990"/>
                <a:gd name="connsiteX158" fmla="*/ 1540463 w 2915191"/>
                <a:gd name="connsiteY158" fmla="*/ 129947 h 557990"/>
                <a:gd name="connsiteX159" fmla="*/ 1550221 w 2915191"/>
                <a:gd name="connsiteY159" fmla="*/ 130220 h 557990"/>
                <a:gd name="connsiteX160" fmla="*/ 1559965 w 2915191"/>
                <a:gd name="connsiteY160" fmla="*/ 125937 h 557990"/>
                <a:gd name="connsiteX161" fmla="*/ 1569709 w 2915191"/>
                <a:gd name="connsiteY161" fmla="*/ 133602 h 557990"/>
                <a:gd name="connsiteX162" fmla="*/ 1579468 w 2915191"/>
                <a:gd name="connsiteY162" fmla="*/ 142632 h 557990"/>
                <a:gd name="connsiteX163" fmla="*/ 1589212 w 2915191"/>
                <a:gd name="connsiteY163" fmla="*/ 161304 h 557990"/>
                <a:gd name="connsiteX164" fmla="*/ 1598971 w 2915191"/>
                <a:gd name="connsiteY164" fmla="*/ 173472 h 557990"/>
                <a:gd name="connsiteX165" fmla="*/ 1608715 w 2915191"/>
                <a:gd name="connsiteY165" fmla="*/ 216177 h 557990"/>
                <a:gd name="connsiteX166" fmla="*/ 1618459 w 2915191"/>
                <a:gd name="connsiteY166" fmla="*/ 219197 h 557990"/>
                <a:gd name="connsiteX167" fmla="*/ 1628218 w 2915191"/>
                <a:gd name="connsiteY167" fmla="*/ 231624 h 557990"/>
                <a:gd name="connsiteX168" fmla="*/ 1637962 w 2915191"/>
                <a:gd name="connsiteY168" fmla="*/ 261970 h 557990"/>
                <a:gd name="connsiteX169" fmla="*/ 1647720 w 2915191"/>
                <a:gd name="connsiteY169" fmla="*/ 274123 h 557990"/>
                <a:gd name="connsiteX170" fmla="*/ 1657464 w 2915191"/>
                <a:gd name="connsiteY170" fmla="*/ 265701 h 557990"/>
                <a:gd name="connsiteX171" fmla="*/ 1667208 w 2915191"/>
                <a:gd name="connsiteY171" fmla="*/ 285585 h 557990"/>
                <a:gd name="connsiteX172" fmla="*/ 1676967 w 2915191"/>
                <a:gd name="connsiteY172" fmla="*/ 307741 h 557990"/>
                <a:gd name="connsiteX173" fmla="*/ 1686711 w 2915191"/>
                <a:gd name="connsiteY173" fmla="*/ 286504 h 557990"/>
                <a:gd name="connsiteX174" fmla="*/ 1696470 w 2915191"/>
                <a:gd name="connsiteY174" fmla="*/ 272961 h 557990"/>
                <a:gd name="connsiteX175" fmla="*/ 1706214 w 2915191"/>
                <a:gd name="connsiteY175" fmla="*/ 277567 h 557990"/>
                <a:gd name="connsiteX176" fmla="*/ 1715958 w 2915191"/>
                <a:gd name="connsiteY176" fmla="*/ 267344 h 557990"/>
                <a:gd name="connsiteX177" fmla="*/ 1725716 w 2915191"/>
                <a:gd name="connsiteY177" fmla="*/ 295603 h 557990"/>
                <a:gd name="connsiteX178" fmla="*/ 1735460 w 2915191"/>
                <a:gd name="connsiteY178" fmla="*/ 290675 h 557990"/>
                <a:gd name="connsiteX179" fmla="*/ 1745219 w 2915191"/>
                <a:gd name="connsiteY179" fmla="*/ 291668 h 557990"/>
                <a:gd name="connsiteX180" fmla="*/ 1754963 w 2915191"/>
                <a:gd name="connsiteY180" fmla="*/ 311618 h 557990"/>
                <a:gd name="connsiteX181" fmla="*/ 1764707 w 2915191"/>
                <a:gd name="connsiteY181" fmla="*/ 312098 h 557990"/>
                <a:gd name="connsiteX182" fmla="*/ 1774466 w 2915191"/>
                <a:gd name="connsiteY182" fmla="*/ 312388 h 557990"/>
                <a:gd name="connsiteX183" fmla="*/ 1784210 w 2915191"/>
                <a:gd name="connsiteY183" fmla="*/ 299522 h 557990"/>
                <a:gd name="connsiteX184" fmla="*/ 1793969 w 2915191"/>
                <a:gd name="connsiteY184" fmla="*/ 307487 h 557990"/>
                <a:gd name="connsiteX185" fmla="*/ 1803713 w 2915191"/>
                <a:gd name="connsiteY185" fmla="*/ 351701 h 557990"/>
                <a:gd name="connsiteX186" fmla="*/ 1813457 w 2915191"/>
                <a:gd name="connsiteY186" fmla="*/ 406537 h 557990"/>
                <a:gd name="connsiteX187" fmla="*/ 1823215 w 2915191"/>
                <a:gd name="connsiteY187" fmla="*/ 422286 h 557990"/>
                <a:gd name="connsiteX188" fmla="*/ 1832959 w 2915191"/>
                <a:gd name="connsiteY188" fmla="*/ 444569 h 557990"/>
                <a:gd name="connsiteX189" fmla="*/ 1842703 w 2915191"/>
                <a:gd name="connsiteY189" fmla="*/ 473323 h 557990"/>
                <a:gd name="connsiteX190" fmla="*/ 1852462 w 2915191"/>
                <a:gd name="connsiteY190" fmla="*/ 480595 h 557990"/>
                <a:gd name="connsiteX191" fmla="*/ 1862206 w 2915191"/>
                <a:gd name="connsiteY191" fmla="*/ 479628 h 557990"/>
                <a:gd name="connsiteX192" fmla="*/ 1871965 w 2915191"/>
                <a:gd name="connsiteY192" fmla="*/ 516426 h 557990"/>
                <a:gd name="connsiteX193" fmla="*/ 1881709 w 2915191"/>
                <a:gd name="connsiteY193" fmla="*/ 541112 h 557990"/>
                <a:gd name="connsiteX194" fmla="*/ 1891453 w 2915191"/>
                <a:gd name="connsiteY194" fmla="*/ 523157 h 557990"/>
                <a:gd name="connsiteX195" fmla="*/ 1901212 w 2915191"/>
                <a:gd name="connsiteY195" fmla="*/ 549790 h 557990"/>
                <a:gd name="connsiteX196" fmla="*/ 1910956 w 2915191"/>
                <a:gd name="connsiteY196" fmla="*/ 539839 h 557990"/>
                <a:gd name="connsiteX197" fmla="*/ 1920714 w 2915191"/>
                <a:gd name="connsiteY197" fmla="*/ 557991 h 557990"/>
                <a:gd name="connsiteX198" fmla="*/ 1930458 w 2915191"/>
                <a:gd name="connsiteY198" fmla="*/ 547201 h 557990"/>
                <a:gd name="connsiteX199" fmla="*/ 1940202 w 2915191"/>
                <a:gd name="connsiteY199" fmla="*/ 539432 h 557990"/>
                <a:gd name="connsiteX200" fmla="*/ 1949961 w 2915191"/>
                <a:gd name="connsiteY200" fmla="*/ 502847 h 557990"/>
                <a:gd name="connsiteX201" fmla="*/ 1959705 w 2915191"/>
                <a:gd name="connsiteY201" fmla="*/ 488280 h 557990"/>
                <a:gd name="connsiteX202" fmla="*/ 1969464 w 2915191"/>
                <a:gd name="connsiteY202" fmla="*/ 483777 h 557990"/>
                <a:gd name="connsiteX203" fmla="*/ 1979208 w 2915191"/>
                <a:gd name="connsiteY203" fmla="*/ 443456 h 557990"/>
                <a:gd name="connsiteX204" fmla="*/ 1988952 w 2915191"/>
                <a:gd name="connsiteY204" fmla="*/ 454377 h 557990"/>
                <a:gd name="connsiteX205" fmla="*/ 1998711 w 2915191"/>
                <a:gd name="connsiteY205" fmla="*/ 479933 h 557990"/>
                <a:gd name="connsiteX206" fmla="*/ 2008454 w 2915191"/>
                <a:gd name="connsiteY206" fmla="*/ 508000 h 557990"/>
                <a:gd name="connsiteX207" fmla="*/ 2018213 w 2915191"/>
                <a:gd name="connsiteY207" fmla="*/ 471317 h 557990"/>
                <a:gd name="connsiteX208" fmla="*/ 2027957 w 2915191"/>
                <a:gd name="connsiteY208" fmla="*/ 398022 h 557990"/>
                <a:gd name="connsiteX209" fmla="*/ 2037701 w 2915191"/>
                <a:gd name="connsiteY209" fmla="*/ 408541 h 557990"/>
                <a:gd name="connsiteX210" fmla="*/ 2047460 w 2915191"/>
                <a:gd name="connsiteY210" fmla="*/ 437252 h 557990"/>
                <a:gd name="connsiteX211" fmla="*/ 2057204 w 2915191"/>
                <a:gd name="connsiteY211" fmla="*/ 428817 h 557990"/>
                <a:gd name="connsiteX212" fmla="*/ 2066963 w 2915191"/>
                <a:gd name="connsiteY212" fmla="*/ 393580 h 557990"/>
                <a:gd name="connsiteX213" fmla="*/ 2076707 w 2915191"/>
                <a:gd name="connsiteY213" fmla="*/ 406659 h 557990"/>
                <a:gd name="connsiteX214" fmla="*/ 2086451 w 2915191"/>
                <a:gd name="connsiteY214" fmla="*/ 386962 h 557990"/>
                <a:gd name="connsiteX215" fmla="*/ 2096210 w 2915191"/>
                <a:gd name="connsiteY215" fmla="*/ 402915 h 557990"/>
                <a:gd name="connsiteX216" fmla="*/ 2105954 w 2915191"/>
                <a:gd name="connsiteY216" fmla="*/ 404725 h 557990"/>
                <a:gd name="connsiteX217" fmla="*/ 2115697 w 2915191"/>
                <a:gd name="connsiteY217" fmla="*/ 395672 h 557990"/>
                <a:gd name="connsiteX218" fmla="*/ 2125456 w 2915191"/>
                <a:gd name="connsiteY218" fmla="*/ 404215 h 557990"/>
                <a:gd name="connsiteX219" fmla="*/ 2135200 w 2915191"/>
                <a:gd name="connsiteY219" fmla="*/ 400260 h 557990"/>
                <a:gd name="connsiteX220" fmla="*/ 2144959 w 2915191"/>
                <a:gd name="connsiteY220" fmla="*/ 413092 h 557990"/>
                <a:gd name="connsiteX221" fmla="*/ 2154703 w 2915191"/>
                <a:gd name="connsiteY221" fmla="*/ 417139 h 557990"/>
                <a:gd name="connsiteX222" fmla="*/ 2164447 w 2915191"/>
                <a:gd name="connsiteY222" fmla="*/ 408560 h 557990"/>
                <a:gd name="connsiteX223" fmla="*/ 2174206 w 2915191"/>
                <a:gd name="connsiteY223" fmla="*/ 387277 h 557990"/>
                <a:gd name="connsiteX224" fmla="*/ 2183950 w 2915191"/>
                <a:gd name="connsiteY224" fmla="*/ 418423 h 557990"/>
                <a:gd name="connsiteX225" fmla="*/ 2193709 w 2915191"/>
                <a:gd name="connsiteY225" fmla="*/ 394628 h 557990"/>
                <a:gd name="connsiteX226" fmla="*/ 2203452 w 2915191"/>
                <a:gd name="connsiteY226" fmla="*/ 378550 h 557990"/>
                <a:gd name="connsiteX227" fmla="*/ 2213196 w 2915191"/>
                <a:gd name="connsiteY227" fmla="*/ 343918 h 557990"/>
                <a:gd name="connsiteX228" fmla="*/ 2222955 w 2915191"/>
                <a:gd name="connsiteY228" fmla="*/ 340814 h 557990"/>
                <a:gd name="connsiteX229" fmla="*/ 2232699 w 2915191"/>
                <a:gd name="connsiteY229" fmla="*/ 334417 h 557990"/>
                <a:gd name="connsiteX230" fmla="*/ 2242458 w 2915191"/>
                <a:gd name="connsiteY230" fmla="*/ 356738 h 557990"/>
                <a:gd name="connsiteX231" fmla="*/ 2252202 w 2915191"/>
                <a:gd name="connsiteY231" fmla="*/ 361887 h 557990"/>
                <a:gd name="connsiteX232" fmla="*/ 2261946 w 2915191"/>
                <a:gd name="connsiteY232" fmla="*/ 371430 h 557990"/>
                <a:gd name="connsiteX233" fmla="*/ 2271705 w 2915191"/>
                <a:gd name="connsiteY233" fmla="*/ 362817 h 557990"/>
                <a:gd name="connsiteX234" fmla="*/ 2281449 w 2915191"/>
                <a:gd name="connsiteY234" fmla="*/ 368911 h 557990"/>
                <a:gd name="connsiteX235" fmla="*/ 2291208 w 2915191"/>
                <a:gd name="connsiteY235" fmla="*/ 364094 h 557990"/>
                <a:gd name="connsiteX236" fmla="*/ 2300951 w 2915191"/>
                <a:gd name="connsiteY236" fmla="*/ 378305 h 557990"/>
                <a:gd name="connsiteX237" fmla="*/ 2310695 w 2915191"/>
                <a:gd name="connsiteY237" fmla="*/ 374161 h 557990"/>
                <a:gd name="connsiteX238" fmla="*/ 2320454 w 2915191"/>
                <a:gd name="connsiteY238" fmla="*/ 380437 h 557990"/>
                <a:gd name="connsiteX239" fmla="*/ 2330198 w 2915191"/>
                <a:gd name="connsiteY239" fmla="*/ 363207 h 557990"/>
                <a:gd name="connsiteX240" fmla="*/ 2339957 w 2915191"/>
                <a:gd name="connsiteY240" fmla="*/ 357373 h 557990"/>
                <a:gd name="connsiteX241" fmla="*/ 2349701 w 2915191"/>
                <a:gd name="connsiteY241" fmla="*/ 385530 h 557990"/>
                <a:gd name="connsiteX242" fmla="*/ 2359445 w 2915191"/>
                <a:gd name="connsiteY242" fmla="*/ 351148 h 557990"/>
                <a:gd name="connsiteX243" fmla="*/ 2369204 w 2915191"/>
                <a:gd name="connsiteY243" fmla="*/ 334113 h 557990"/>
                <a:gd name="connsiteX244" fmla="*/ 2378948 w 2915191"/>
                <a:gd name="connsiteY244" fmla="*/ 301888 h 557990"/>
                <a:gd name="connsiteX245" fmla="*/ 2388692 w 2915191"/>
                <a:gd name="connsiteY245" fmla="*/ 305492 h 557990"/>
                <a:gd name="connsiteX246" fmla="*/ 2398450 w 2915191"/>
                <a:gd name="connsiteY246" fmla="*/ 295454 h 557990"/>
                <a:gd name="connsiteX247" fmla="*/ 2408194 w 2915191"/>
                <a:gd name="connsiteY247" fmla="*/ 300848 h 557990"/>
                <a:gd name="connsiteX248" fmla="*/ 2417953 w 2915191"/>
                <a:gd name="connsiteY248" fmla="*/ 309489 h 557990"/>
                <a:gd name="connsiteX249" fmla="*/ 2427697 w 2915191"/>
                <a:gd name="connsiteY249" fmla="*/ 285071 h 557990"/>
                <a:gd name="connsiteX250" fmla="*/ 2437441 w 2915191"/>
                <a:gd name="connsiteY250" fmla="*/ 263004 h 557990"/>
                <a:gd name="connsiteX251" fmla="*/ 2447200 w 2915191"/>
                <a:gd name="connsiteY251" fmla="*/ 296607 h 557990"/>
                <a:gd name="connsiteX252" fmla="*/ 2456944 w 2915191"/>
                <a:gd name="connsiteY252" fmla="*/ 276750 h 557990"/>
                <a:gd name="connsiteX253" fmla="*/ 2466703 w 2915191"/>
                <a:gd name="connsiteY253" fmla="*/ 270819 h 557990"/>
                <a:gd name="connsiteX254" fmla="*/ 2476446 w 2915191"/>
                <a:gd name="connsiteY254" fmla="*/ 266672 h 557990"/>
                <a:gd name="connsiteX255" fmla="*/ 2486190 w 2915191"/>
                <a:gd name="connsiteY255" fmla="*/ 243867 h 557990"/>
                <a:gd name="connsiteX256" fmla="*/ 2495949 w 2915191"/>
                <a:gd name="connsiteY256" fmla="*/ 232573 h 557990"/>
                <a:gd name="connsiteX257" fmla="*/ 2505693 w 2915191"/>
                <a:gd name="connsiteY257" fmla="*/ 240982 h 557990"/>
                <a:gd name="connsiteX258" fmla="*/ 2515452 w 2915191"/>
                <a:gd name="connsiteY258" fmla="*/ 257092 h 557990"/>
                <a:gd name="connsiteX259" fmla="*/ 2525196 w 2915191"/>
                <a:gd name="connsiteY259" fmla="*/ 267432 h 557990"/>
                <a:gd name="connsiteX260" fmla="*/ 2534940 w 2915191"/>
                <a:gd name="connsiteY260" fmla="*/ 260807 h 557990"/>
                <a:gd name="connsiteX261" fmla="*/ 2544699 w 2915191"/>
                <a:gd name="connsiteY261" fmla="*/ 272540 h 557990"/>
                <a:gd name="connsiteX262" fmla="*/ 2554443 w 2915191"/>
                <a:gd name="connsiteY262" fmla="*/ 294925 h 557990"/>
                <a:gd name="connsiteX263" fmla="*/ 2564202 w 2915191"/>
                <a:gd name="connsiteY263" fmla="*/ 274691 h 557990"/>
                <a:gd name="connsiteX264" fmla="*/ 2573946 w 2915191"/>
                <a:gd name="connsiteY264" fmla="*/ 269743 h 557990"/>
                <a:gd name="connsiteX265" fmla="*/ 2583690 w 2915191"/>
                <a:gd name="connsiteY265" fmla="*/ 246121 h 557990"/>
                <a:gd name="connsiteX266" fmla="*/ 2593448 w 2915191"/>
                <a:gd name="connsiteY266" fmla="*/ 248348 h 557990"/>
                <a:gd name="connsiteX267" fmla="*/ 2603192 w 2915191"/>
                <a:gd name="connsiteY267" fmla="*/ 240666 h 557990"/>
                <a:gd name="connsiteX268" fmla="*/ 2612951 w 2915191"/>
                <a:gd name="connsiteY268" fmla="*/ 236387 h 557990"/>
                <a:gd name="connsiteX269" fmla="*/ 2622695 w 2915191"/>
                <a:gd name="connsiteY269" fmla="*/ 244194 h 557990"/>
                <a:gd name="connsiteX270" fmla="*/ 2632439 w 2915191"/>
                <a:gd name="connsiteY270" fmla="*/ 272572 h 557990"/>
                <a:gd name="connsiteX271" fmla="*/ 2642198 w 2915191"/>
                <a:gd name="connsiteY271" fmla="*/ 256383 h 557990"/>
                <a:gd name="connsiteX272" fmla="*/ 2651942 w 2915191"/>
                <a:gd name="connsiteY272" fmla="*/ 303202 h 557990"/>
                <a:gd name="connsiteX273" fmla="*/ 2661685 w 2915191"/>
                <a:gd name="connsiteY273" fmla="*/ 328257 h 557990"/>
                <a:gd name="connsiteX274" fmla="*/ 2671444 w 2915191"/>
                <a:gd name="connsiteY274" fmla="*/ 335857 h 557990"/>
                <a:gd name="connsiteX275" fmla="*/ 2681188 w 2915191"/>
                <a:gd name="connsiteY275" fmla="*/ 332895 h 557990"/>
                <a:gd name="connsiteX276" fmla="*/ 2690947 w 2915191"/>
                <a:gd name="connsiteY276" fmla="*/ 312290 h 557990"/>
                <a:gd name="connsiteX277" fmla="*/ 2700691 w 2915191"/>
                <a:gd name="connsiteY277" fmla="*/ 336631 h 557990"/>
                <a:gd name="connsiteX278" fmla="*/ 2710435 w 2915191"/>
                <a:gd name="connsiteY278" fmla="*/ 324422 h 557990"/>
                <a:gd name="connsiteX279" fmla="*/ 2720194 w 2915191"/>
                <a:gd name="connsiteY279" fmla="*/ 366406 h 557990"/>
                <a:gd name="connsiteX280" fmla="*/ 2729938 w 2915191"/>
                <a:gd name="connsiteY280" fmla="*/ 366370 h 557990"/>
                <a:gd name="connsiteX281" fmla="*/ 2739697 w 2915191"/>
                <a:gd name="connsiteY281" fmla="*/ 385434 h 557990"/>
                <a:gd name="connsiteX282" fmla="*/ 2749441 w 2915191"/>
                <a:gd name="connsiteY282" fmla="*/ 356986 h 557990"/>
                <a:gd name="connsiteX283" fmla="*/ 2759185 w 2915191"/>
                <a:gd name="connsiteY283" fmla="*/ 362500 h 557990"/>
                <a:gd name="connsiteX284" fmla="*/ 2768943 w 2915191"/>
                <a:gd name="connsiteY284" fmla="*/ 364587 h 557990"/>
                <a:gd name="connsiteX285" fmla="*/ 2778687 w 2915191"/>
                <a:gd name="connsiteY285" fmla="*/ 353608 h 557990"/>
                <a:gd name="connsiteX286" fmla="*/ 2788446 w 2915191"/>
                <a:gd name="connsiteY286" fmla="*/ 342161 h 557990"/>
                <a:gd name="connsiteX287" fmla="*/ 2798190 w 2915191"/>
                <a:gd name="connsiteY287" fmla="*/ 357163 h 557990"/>
                <a:gd name="connsiteX288" fmla="*/ 2807934 w 2915191"/>
                <a:gd name="connsiteY288" fmla="*/ 346011 h 557990"/>
                <a:gd name="connsiteX289" fmla="*/ 2817693 w 2915191"/>
                <a:gd name="connsiteY289" fmla="*/ 351769 h 557990"/>
                <a:gd name="connsiteX290" fmla="*/ 2827437 w 2915191"/>
                <a:gd name="connsiteY290" fmla="*/ 355247 h 557990"/>
                <a:gd name="connsiteX291" fmla="*/ 2837196 w 2915191"/>
                <a:gd name="connsiteY291" fmla="*/ 368401 h 557990"/>
                <a:gd name="connsiteX292" fmla="*/ 2846940 w 2915191"/>
                <a:gd name="connsiteY292" fmla="*/ 371387 h 557990"/>
                <a:gd name="connsiteX293" fmla="*/ 2856684 w 2915191"/>
                <a:gd name="connsiteY293" fmla="*/ 350868 h 557990"/>
                <a:gd name="connsiteX294" fmla="*/ 2866442 w 2915191"/>
                <a:gd name="connsiteY294" fmla="*/ 326431 h 557990"/>
                <a:gd name="connsiteX295" fmla="*/ 2876186 w 2915191"/>
                <a:gd name="connsiteY295" fmla="*/ 340741 h 557990"/>
                <a:gd name="connsiteX296" fmla="*/ 2885945 w 2915191"/>
                <a:gd name="connsiteY296" fmla="*/ 330239 h 557990"/>
                <a:gd name="connsiteX297" fmla="*/ 2895689 w 2915191"/>
                <a:gd name="connsiteY297" fmla="*/ 296697 h 557990"/>
                <a:gd name="connsiteX298" fmla="*/ 2905433 w 2915191"/>
                <a:gd name="connsiteY298" fmla="*/ 320252 h 557990"/>
                <a:gd name="connsiteX299" fmla="*/ 2915192 w 2915191"/>
                <a:gd name="connsiteY299" fmla="*/ 328333 h 557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57990">
                  <a:moveTo>
                    <a:pt x="0" y="373345"/>
                  </a:moveTo>
                  <a:lnTo>
                    <a:pt x="9750" y="362942"/>
                  </a:lnTo>
                  <a:lnTo>
                    <a:pt x="19500" y="388688"/>
                  </a:lnTo>
                  <a:lnTo>
                    <a:pt x="29250" y="406274"/>
                  </a:lnTo>
                  <a:lnTo>
                    <a:pt x="39000" y="406659"/>
                  </a:lnTo>
                  <a:lnTo>
                    <a:pt x="48749" y="406414"/>
                  </a:lnTo>
                  <a:lnTo>
                    <a:pt x="58499" y="392047"/>
                  </a:lnTo>
                  <a:lnTo>
                    <a:pt x="68249" y="379887"/>
                  </a:lnTo>
                  <a:lnTo>
                    <a:pt x="77998" y="396033"/>
                  </a:lnTo>
                  <a:lnTo>
                    <a:pt x="87748" y="387235"/>
                  </a:lnTo>
                  <a:lnTo>
                    <a:pt x="97497" y="367321"/>
                  </a:lnTo>
                  <a:lnTo>
                    <a:pt x="107247" y="355944"/>
                  </a:lnTo>
                  <a:lnTo>
                    <a:pt x="116997" y="370958"/>
                  </a:lnTo>
                  <a:lnTo>
                    <a:pt x="126747" y="330796"/>
                  </a:lnTo>
                  <a:lnTo>
                    <a:pt x="136497" y="347413"/>
                  </a:lnTo>
                  <a:lnTo>
                    <a:pt x="146247" y="330050"/>
                  </a:lnTo>
                  <a:lnTo>
                    <a:pt x="155997" y="374358"/>
                  </a:lnTo>
                  <a:lnTo>
                    <a:pt x="165747" y="376695"/>
                  </a:lnTo>
                  <a:lnTo>
                    <a:pt x="175497" y="362310"/>
                  </a:lnTo>
                  <a:lnTo>
                    <a:pt x="185247" y="385866"/>
                  </a:lnTo>
                  <a:lnTo>
                    <a:pt x="194996" y="387239"/>
                  </a:lnTo>
                  <a:lnTo>
                    <a:pt x="204746" y="383743"/>
                  </a:lnTo>
                  <a:lnTo>
                    <a:pt x="214495" y="365500"/>
                  </a:lnTo>
                  <a:lnTo>
                    <a:pt x="224245" y="345871"/>
                  </a:lnTo>
                  <a:lnTo>
                    <a:pt x="233995" y="344161"/>
                  </a:lnTo>
                  <a:lnTo>
                    <a:pt x="243744" y="319623"/>
                  </a:lnTo>
                  <a:lnTo>
                    <a:pt x="253494" y="309015"/>
                  </a:lnTo>
                  <a:lnTo>
                    <a:pt x="263244" y="307898"/>
                  </a:lnTo>
                  <a:lnTo>
                    <a:pt x="272994" y="294547"/>
                  </a:lnTo>
                  <a:lnTo>
                    <a:pt x="282744" y="317476"/>
                  </a:lnTo>
                  <a:lnTo>
                    <a:pt x="292494" y="278177"/>
                  </a:lnTo>
                  <a:lnTo>
                    <a:pt x="302244" y="315052"/>
                  </a:lnTo>
                  <a:lnTo>
                    <a:pt x="311994" y="343356"/>
                  </a:lnTo>
                  <a:lnTo>
                    <a:pt x="321744" y="357376"/>
                  </a:lnTo>
                  <a:lnTo>
                    <a:pt x="331493" y="371676"/>
                  </a:lnTo>
                  <a:lnTo>
                    <a:pt x="341243" y="385574"/>
                  </a:lnTo>
                  <a:lnTo>
                    <a:pt x="350993" y="376987"/>
                  </a:lnTo>
                  <a:lnTo>
                    <a:pt x="360742" y="364888"/>
                  </a:lnTo>
                  <a:lnTo>
                    <a:pt x="370492" y="396098"/>
                  </a:lnTo>
                  <a:lnTo>
                    <a:pt x="380241" y="392545"/>
                  </a:lnTo>
                  <a:lnTo>
                    <a:pt x="389991" y="397648"/>
                  </a:lnTo>
                  <a:lnTo>
                    <a:pt x="399741" y="395415"/>
                  </a:lnTo>
                  <a:lnTo>
                    <a:pt x="409491" y="412259"/>
                  </a:lnTo>
                  <a:lnTo>
                    <a:pt x="419241" y="411343"/>
                  </a:lnTo>
                  <a:lnTo>
                    <a:pt x="428991" y="398119"/>
                  </a:lnTo>
                  <a:lnTo>
                    <a:pt x="438741" y="389869"/>
                  </a:lnTo>
                  <a:lnTo>
                    <a:pt x="448491" y="391666"/>
                  </a:lnTo>
                  <a:lnTo>
                    <a:pt x="458241" y="356320"/>
                  </a:lnTo>
                  <a:lnTo>
                    <a:pt x="467991" y="361665"/>
                  </a:lnTo>
                  <a:lnTo>
                    <a:pt x="477740" y="352203"/>
                  </a:lnTo>
                  <a:lnTo>
                    <a:pt x="487490" y="301946"/>
                  </a:lnTo>
                  <a:lnTo>
                    <a:pt x="497239" y="275253"/>
                  </a:lnTo>
                  <a:lnTo>
                    <a:pt x="506989" y="284408"/>
                  </a:lnTo>
                  <a:lnTo>
                    <a:pt x="516738" y="293216"/>
                  </a:lnTo>
                  <a:lnTo>
                    <a:pt x="526488" y="291539"/>
                  </a:lnTo>
                  <a:lnTo>
                    <a:pt x="536238" y="282348"/>
                  </a:lnTo>
                  <a:lnTo>
                    <a:pt x="545988" y="277127"/>
                  </a:lnTo>
                  <a:lnTo>
                    <a:pt x="555738" y="270159"/>
                  </a:lnTo>
                  <a:lnTo>
                    <a:pt x="565488" y="265248"/>
                  </a:lnTo>
                  <a:lnTo>
                    <a:pt x="575238" y="269390"/>
                  </a:lnTo>
                  <a:lnTo>
                    <a:pt x="584988" y="231597"/>
                  </a:lnTo>
                  <a:lnTo>
                    <a:pt x="594738" y="218544"/>
                  </a:lnTo>
                  <a:lnTo>
                    <a:pt x="604488" y="208468"/>
                  </a:lnTo>
                  <a:lnTo>
                    <a:pt x="614237" y="254354"/>
                  </a:lnTo>
                  <a:lnTo>
                    <a:pt x="623987" y="227230"/>
                  </a:lnTo>
                  <a:lnTo>
                    <a:pt x="633736" y="230288"/>
                  </a:lnTo>
                  <a:lnTo>
                    <a:pt x="643486" y="230845"/>
                  </a:lnTo>
                  <a:lnTo>
                    <a:pt x="653236" y="228917"/>
                  </a:lnTo>
                  <a:lnTo>
                    <a:pt x="662985" y="217550"/>
                  </a:lnTo>
                  <a:lnTo>
                    <a:pt x="672735" y="232123"/>
                  </a:lnTo>
                  <a:lnTo>
                    <a:pt x="682485" y="183184"/>
                  </a:lnTo>
                  <a:lnTo>
                    <a:pt x="692235" y="191501"/>
                  </a:lnTo>
                  <a:lnTo>
                    <a:pt x="701985" y="210022"/>
                  </a:lnTo>
                  <a:lnTo>
                    <a:pt x="711735" y="200345"/>
                  </a:lnTo>
                  <a:lnTo>
                    <a:pt x="721485" y="192769"/>
                  </a:lnTo>
                  <a:lnTo>
                    <a:pt x="731235" y="195157"/>
                  </a:lnTo>
                  <a:lnTo>
                    <a:pt x="740985" y="201328"/>
                  </a:lnTo>
                  <a:lnTo>
                    <a:pt x="750734" y="217066"/>
                  </a:lnTo>
                  <a:lnTo>
                    <a:pt x="760484" y="241124"/>
                  </a:lnTo>
                  <a:lnTo>
                    <a:pt x="770233" y="220347"/>
                  </a:lnTo>
                  <a:lnTo>
                    <a:pt x="779983" y="192764"/>
                  </a:lnTo>
                  <a:lnTo>
                    <a:pt x="789733" y="199520"/>
                  </a:lnTo>
                  <a:lnTo>
                    <a:pt x="799482" y="217796"/>
                  </a:lnTo>
                  <a:lnTo>
                    <a:pt x="809232" y="246060"/>
                  </a:lnTo>
                  <a:lnTo>
                    <a:pt x="818982" y="260068"/>
                  </a:lnTo>
                  <a:lnTo>
                    <a:pt x="828732" y="272386"/>
                  </a:lnTo>
                  <a:lnTo>
                    <a:pt x="838482" y="248438"/>
                  </a:lnTo>
                  <a:lnTo>
                    <a:pt x="848232" y="259190"/>
                  </a:lnTo>
                  <a:lnTo>
                    <a:pt x="857982" y="247189"/>
                  </a:lnTo>
                  <a:lnTo>
                    <a:pt x="867732" y="288651"/>
                  </a:lnTo>
                  <a:lnTo>
                    <a:pt x="877482" y="266735"/>
                  </a:lnTo>
                  <a:lnTo>
                    <a:pt x="887231" y="259875"/>
                  </a:lnTo>
                  <a:lnTo>
                    <a:pt x="896981" y="274103"/>
                  </a:lnTo>
                  <a:lnTo>
                    <a:pt x="906730" y="236778"/>
                  </a:lnTo>
                  <a:lnTo>
                    <a:pt x="916480" y="251031"/>
                  </a:lnTo>
                  <a:lnTo>
                    <a:pt x="926230" y="218736"/>
                  </a:lnTo>
                  <a:lnTo>
                    <a:pt x="935979" y="228409"/>
                  </a:lnTo>
                  <a:lnTo>
                    <a:pt x="945729" y="226815"/>
                  </a:lnTo>
                  <a:lnTo>
                    <a:pt x="955479" y="219587"/>
                  </a:lnTo>
                  <a:lnTo>
                    <a:pt x="965229" y="239300"/>
                  </a:lnTo>
                  <a:lnTo>
                    <a:pt x="974979" y="195138"/>
                  </a:lnTo>
                  <a:lnTo>
                    <a:pt x="984729" y="163649"/>
                  </a:lnTo>
                  <a:lnTo>
                    <a:pt x="994474" y="183173"/>
                  </a:lnTo>
                  <a:lnTo>
                    <a:pt x="1004233" y="182715"/>
                  </a:lnTo>
                  <a:lnTo>
                    <a:pt x="1013977" y="173545"/>
                  </a:lnTo>
                  <a:lnTo>
                    <a:pt x="1023721" y="184758"/>
                  </a:lnTo>
                  <a:lnTo>
                    <a:pt x="1033480" y="186206"/>
                  </a:lnTo>
                  <a:lnTo>
                    <a:pt x="1043224" y="204147"/>
                  </a:lnTo>
                  <a:lnTo>
                    <a:pt x="1052983" y="183636"/>
                  </a:lnTo>
                  <a:lnTo>
                    <a:pt x="1062727" y="169729"/>
                  </a:lnTo>
                  <a:lnTo>
                    <a:pt x="1072471" y="203729"/>
                  </a:lnTo>
                  <a:lnTo>
                    <a:pt x="1082230" y="191848"/>
                  </a:lnTo>
                  <a:lnTo>
                    <a:pt x="1091973" y="168974"/>
                  </a:lnTo>
                  <a:lnTo>
                    <a:pt x="1101732" y="176593"/>
                  </a:lnTo>
                  <a:lnTo>
                    <a:pt x="1111476" y="172615"/>
                  </a:lnTo>
                  <a:lnTo>
                    <a:pt x="1121220" y="138794"/>
                  </a:lnTo>
                  <a:lnTo>
                    <a:pt x="1130979" y="109327"/>
                  </a:lnTo>
                  <a:lnTo>
                    <a:pt x="1140723" y="113852"/>
                  </a:lnTo>
                  <a:lnTo>
                    <a:pt x="1150482" y="99099"/>
                  </a:lnTo>
                  <a:lnTo>
                    <a:pt x="1160226" y="93706"/>
                  </a:lnTo>
                  <a:lnTo>
                    <a:pt x="1169969" y="61180"/>
                  </a:lnTo>
                  <a:lnTo>
                    <a:pt x="1179728" y="64621"/>
                  </a:lnTo>
                  <a:lnTo>
                    <a:pt x="1189472" y="40463"/>
                  </a:lnTo>
                  <a:lnTo>
                    <a:pt x="1199231" y="34070"/>
                  </a:lnTo>
                  <a:lnTo>
                    <a:pt x="1208975" y="33265"/>
                  </a:lnTo>
                  <a:lnTo>
                    <a:pt x="1218719" y="23034"/>
                  </a:lnTo>
                  <a:lnTo>
                    <a:pt x="1228478" y="17143"/>
                  </a:lnTo>
                  <a:lnTo>
                    <a:pt x="1238222" y="14635"/>
                  </a:lnTo>
                  <a:lnTo>
                    <a:pt x="1247966" y="0"/>
                  </a:lnTo>
                  <a:lnTo>
                    <a:pt x="1257725" y="2779"/>
                  </a:lnTo>
                  <a:lnTo>
                    <a:pt x="1267469" y="5320"/>
                  </a:lnTo>
                  <a:lnTo>
                    <a:pt x="1277227" y="31531"/>
                  </a:lnTo>
                  <a:lnTo>
                    <a:pt x="1286971" y="33269"/>
                  </a:lnTo>
                  <a:lnTo>
                    <a:pt x="1296715" y="44308"/>
                  </a:lnTo>
                  <a:lnTo>
                    <a:pt x="1306474" y="53186"/>
                  </a:lnTo>
                  <a:lnTo>
                    <a:pt x="1316218" y="87168"/>
                  </a:lnTo>
                  <a:lnTo>
                    <a:pt x="1325977" y="82597"/>
                  </a:lnTo>
                  <a:lnTo>
                    <a:pt x="1335721" y="113973"/>
                  </a:lnTo>
                  <a:lnTo>
                    <a:pt x="1345465" y="147588"/>
                  </a:lnTo>
                  <a:lnTo>
                    <a:pt x="1355224" y="182845"/>
                  </a:lnTo>
                  <a:lnTo>
                    <a:pt x="1364967" y="197042"/>
                  </a:lnTo>
                  <a:lnTo>
                    <a:pt x="1374726" y="180677"/>
                  </a:lnTo>
                  <a:lnTo>
                    <a:pt x="1384470" y="186786"/>
                  </a:lnTo>
                  <a:lnTo>
                    <a:pt x="1394214" y="183710"/>
                  </a:lnTo>
                  <a:lnTo>
                    <a:pt x="1403973" y="184889"/>
                  </a:lnTo>
                  <a:lnTo>
                    <a:pt x="1413717" y="176966"/>
                  </a:lnTo>
                  <a:lnTo>
                    <a:pt x="1423476" y="183448"/>
                  </a:lnTo>
                  <a:lnTo>
                    <a:pt x="1433220" y="198930"/>
                  </a:lnTo>
                  <a:lnTo>
                    <a:pt x="1442964" y="184700"/>
                  </a:lnTo>
                  <a:lnTo>
                    <a:pt x="1452722" y="173089"/>
                  </a:lnTo>
                  <a:lnTo>
                    <a:pt x="1462466" y="183241"/>
                  </a:lnTo>
                  <a:lnTo>
                    <a:pt x="1472225" y="192593"/>
                  </a:lnTo>
                  <a:lnTo>
                    <a:pt x="1481969" y="177024"/>
                  </a:lnTo>
                  <a:lnTo>
                    <a:pt x="1491713" y="171860"/>
                  </a:lnTo>
                  <a:lnTo>
                    <a:pt x="1501472" y="155885"/>
                  </a:lnTo>
                  <a:lnTo>
                    <a:pt x="1511216" y="168916"/>
                  </a:lnTo>
                  <a:lnTo>
                    <a:pt x="1520960" y="157777"/>
                  </a:lnTo>
                  <a:lnTo>
                    <a:pt x="1530719" y="162691"/>
                  </a:lnTo>
                  <a:lnTo>
                    <a:pt x="1540463" y="129947"/>
                  </a:lnTo>
                  <a:lnTo>
                    <a:pt x="1550221" y="130220"/>
                  </a:lnTo>
                  <a:lnTo>
                    <a:pt x="1559965" y="125937"/>
                  </a:lnTo>
                  <a:lnTo>
                    <a:pt x="1569709" y="133602"/>
                  </a:lnTo>
                  <a:lnTo>
                    <a:pt x="1579468" y="142632"/>
                  </a:lnTo>
                  <a:lnTo>
                    <a:pt x="1589212" y="161304"/>
                  </a:lnTo>
                  <a:lnTo>
                    <a:pt x="1598971" y="173472"/>
                  </a:lnTo>
                  <a:lnTo>
                    <a:pt x="1608715" y="216177"/>
                  </a:lnTo>
                  <a:lnTo>
                    <a:pt x="1618459" y="219197"/>
                  </a:lnTo>
                  <a:lnTo>
                    <a:pt x="1628218" y="231624"/>
                  </a:lnTo>
                  <a:lnTo>
                    <a:pt x="1637962" y="261970"/>
                  </a:lnTo>
                  <a:lnTo>
                    <a:pt x="1647720" y="274123"/>
                  </a:lnTo>
                  <a:lnTo>
                    <a:pt x="1657464" y="265701"/>
                  </a:lnTo>
                  <a:lnTo>
                    <a:pt x="1667208" y="285585"/>
                  </a:lnTo>
                  <a:lnTo>
                    <a:pt x="1676967" y="307741"/>
                  </a:lnTo>
                  <a:lnTo>
                    <a:pt x="1686711" y="286504"/>
                  </a:lnTo>
                  <a:lnTo>
                    <a:pt x="1696470" y="272961"/>
                  </a:lnTo>
                  <a:lnTo>
                    <a:pt x="1706214" y="277567"/>
                  </a:lnTo>
                  <a:lnTo>
                    <a:pt x="1715958" y="267344"/>
                  </a:lnTo>
                  <a:lnTo>
                    <a:pt x="1725716" y="295603"/>
                  </a:lnTo>
                  <a:lnTo>
                    <a:pt x="1735460" y="290675"/>
                  </a:lnTo>
                  <a:lnTo>
                    <a:pt x="1745219" y="291668"/>
                  </a:lnTo>
                  <a:lnTo>
                    <a:pt x="1754963" y="311618"/>
                  </a:lnTo>
                  <a:lnTo>
                    <a:pt x="1764707" y="312098"/>
                  </a:lnTo>
                  <a:lnTo>
                    <a:pt x="1774466" y="312388"/>
                  </a:lnTo>
                  <a:lnTo>
                    <a:pt x="1784210" y="299522"/>
                  </a:lnTo>
                  <a:lnTo>
                    <a:pt x="1793969" y="307487"/>
                  </a:lnTo>
                  <a:lnTo>
                    <a:pt x="1803713" y="351701"/>
                  </a:lnTo>
                  <a:lnTo>
                    <a:pt x="1813457" y="406537"/>
                  </a:lnTo>
                  <a:lnTo>
                    <a:pt x="1823215" y="422286"/>
                  </a:lnTo>
                  <a:lnTo>
                    <a:pt x="1832959" y="444569"/>
                  </a:lnTo>
                  <a:lnTo>
                    <a:pt x="1842703" y="473323"/>
                  </a:lnTo>
                  <a:lnTo>
                    <a:pt x="1852462" y="480595"/>
                  </a:lnTo>
                  <a:lnTo>
                    <a:pt x="1862206" y="479628"/>
                  </a:lnTo>
                  <a:lnTo>
                    <a:pt x="1871965" y="516426"/>
                  </a:lnTo>
                  <a:lnTo>
                    <a:pt x="1881709" y="541112"/>
                  </a:lnTo>
                  <a:lnTo>
                    <a:pt x="1891453" y="523157"/>
                  </a:lnTo>
                  <a:lnTo>
                    <a:pt x="1901212" y="549790"/>
                  </a:lnTo>
                  <a:lnTo>
                    <a:pt x="1910956" y="539839"/>
                  </a:lnTo>
                  <a:lnTo>
                    <a:pt x="1920714" y="557991"/>
                  </a:lnTo>
                  <a:lnTo>
                    <a:pt x="1930458" y="547201"/>
                  </a:lnTo>
                  <a:lnTo>
                    <a:pt x="1940202" y="539432"/>
                  </a:lnTo>
                  <a:lnTo>
                    <a:pt x="1949961" y="502847"/>
                  </a:lnTo>
                  <a:lnTo>
                    <a:pt x="1959705" y="488280"/>
                  </a:lnTo>
                  <a:lnTo>
                    <a:pt x="1969464" y="483777"/>
                  </a:lnTo>
                  <a:lnTo>
                    <a:pt x="1979208" y="443456"/>
                  </a:lnTo>
                  <a:lnTo>
                    <a:pt x="1988952" y="454377"/>
                  </a:lnTo>
                  <a:lnTo>
                    <a:pt x="1998711" y="479933"/>
                  </a:lnTo>
                  <a:lnTo>
                    <a:pt x="2008454" y="508000"/>
                  </a:lnTo>
                  <a:lnTo>
                    <a:pt x="2018213" y="471317"/>
                  </a:lnTo>
                  <a:lnTo>
                    <a:pt x="2027957" y="398022"/>
                  </a:lnTo>
                  <a:lnTo>
                    <a:pt x="2037701" y="408541"/>
                  </a:lnTo>
                  <a:lnTo>
                    <a:pt x="2047460" y="437252"/>
                  </a:lnTo>
                  <a:lnTo>
                    <a:pt x="2057204" y="428817"/>
                  </a:lnTo>
                  <a:lnTo>
                    <a:pt x="2066963" y="393580"/>
                  </a:lnTo>
                  <a:lnTo>
                    <a:pt x="2076707" y="406659"/>
                  </a:lnTo>
                  <a:lnTo>
                    <a:pt x="2086451" y="386962"/>
                  </a:lnTo>
                  <a:lnTo>
                    <a:pt x="2096210" y="402915"/>
                  </a:lnTo>
                  <a:lnTo>
                    <a:pt x="2105954" y="404725"/>
                  </a:lnTo>
                  <a:lnTo>
                    <a:pt x="2115697" y="395672"/>
                  </a:lnTo>
                  <a:lnTo>
                    <a:pt x="2125456" y="404215"/>
                  </a:lnTo>
                  <a:lnTo>
                    <a:pt x="2135200" y="400260"/>
                  </a:lnTo>
                  <a:lnTo>
                    <a:pt x="2144959" y="413092"/>
                  </a:lnTo>
                  <a:lnTo>
                    <a:pt x="2154703" y="417139"/>
                  </a:lnTo>
                  <a:lnTo>
                    <a:pt x="2164447" y="408560"/>
                  </a:lnTo>
                  <a:lnTo>
                    <a:pt x="2174206" y="387277"/>
                  </a:lnTo>
                  <a:lnTo>
                    <a:pt x="2183950" y="418423"/>
                  </a:lnTo>
                  <a:lnTo>
                    <a:pt x="2193709" y="394628"/>
                  </a:lnTo>
                  <a:lnTo>
                    <a:pt x="2203452" y="378550"/>
                  </a:lnTo>
                  <a:lnTo>
                    <a:pt x="2213196" y="343918"/>
                  </a:lnTo>
                  <a:lnTo>
                    <a:pt x="2222955" y="340814"/>
                  </a:lnTo>
                  <a:lnTo>
                    <a:pt x="2232699" y="334417"/>
                  </a:lnTo>
                  <a:lnTo>
                    <a:pt x="2242458" y="356738"/>
                  </a:lnTo>
                  <a:lnTo>
                    <a:pt x="2252202" y="361887"/>
                  </a:lnTo>
                  <a:lnTo>
                    <a:pt x="2261946" y="371430"/>
                  </a:lnTo>
                  <a:lnTo>
                    <a:pt x="2271705" y="362817"/>
                  </a:lnTo>
                  <a:lnTo>
                    <a:pt x="2281449" y="368911"/>
                  </a:lnTo>
                  <a:lnTo>
                    <a:pt x="2291208" y="364094"/>
                  </a:lnTo>
                  <a:lnTo>
                    <a:pt x="2300951" y="378305"/>
                  </a:lnTo>
                  <a:lnTo>
                    <a:pt x="2310695" y="374161"/>
                  </a:lnTo>
                  <a:lnTo>
                    <a:pt x="2320454" y="380437"/>
                  </a:lnTo>
                  <a:lnTo>
                    <a:pt x="2330198" y="363207"/>
                  </a:lnTo>
                  <a:lnTo>
                    <a:pt x="2339957" y="357373"/>
                  </a:lnTo>
                  <a:lnTo>
                    <a:pt x="2349701" y="385530"/>
                  </a:lnTo>
                  <a:lnTo>
                    <a:pt x="2359445" y="351148"/>
                  </a:lnTo>
                  <a:lnTo>
                    <a:pt x="2369204" y="334113"/>
                  </a:lnTo>
                  <a:lnTo>
                    <a:pt x="2378948" y="301888"/>
                  </a:lnTo>
                  <a:lnTo>
                    <a:pt x="2388692" y="305492"/>
                  </a:lnTo>
                  <a:lnTo>
                    <a:pt x="2398450" y="295454"/>
                  </a:lnTo>
                  <a:lnTo>
                    <a:pt x="2408194" y="300848"/>
                  </a:lnTo>
                  <a:lnTo>
                    <a:pt x="2417953" y="309489"/>
                  </a:lnTo>
                  <a:lnTo>
                    <a:pt x="2427697" y="285071"/>
                  </a:lnTo>
                  <a:lnTo>
                    <a:pt x="2437441" y="263004"/>
                  </a:lnTo>
                  <a:lnTo>
                    <a:pt x="2447200" y="296607"/>
                  </a:lnTo>
                  <a:lnTo>
                    <a:pt x="2456944" y="276750"/>
                  </a:lnTo>
                  <a:lnTo>
                    <a:pt x="2466703" y="270819"/>
                  </a:lnTo>
                  <a:lnTo>
                    <a:pt x="2476446" y="266672"/>
                  </a:lnTo>
                  <a:lnTo>
                    <a:pt x="2486190" y="243867"/>
                  </a:lnTo>
                  <a:lnTo>
                    <a:pt x="2495949" y="232573"/>
                  </a:lnTo>
                  <a:lnTo>
                    <a:pt x="2505693" y="240982"/>
                  </a:lnTo>
                  <a:lnTo>
                    <a:pt x="2515452" y="257092"/>
                  </a:lnTo>
                  <a:lnTo>
                    <a:pt x="2525196" y="267432"/>
                  </a:lnTo>
                  <a:lnTo>
                    <a:pt x="2534940" y="260807"/>
                  </a:lnTo>
                  <a:lnTo>
                    <a:pt x="2544699" y="272540"/>
                  </a:lnTo>
                  <a:lnTo>
                    <a:pt x="2554443" y="294925"/>
                  </a:lnTo>
                  <a:lnTo>
                    <a:pt x="2564202" y="274691"/>
                  </a:lnTo>
                  <a:lnTo>
                    <a:pt x="2573946" y="269743"/>
                  </a:lnTo>
                  <a:lnTo>
                    <a:pt x="2583690" y="246121"/>
                  </a:lnTo>
                  <a:lnTo>
                    <a:pt x="2593448" y="248348"/>
                  </a:lnTo>
                  <a:lnTo>
                    <a:pt x="2603192" y="240666"/>
                  </a:lnTo>
                  <a:lnTo>
                    <a:pt x="2612951" y="236387"/>
                  </a:lnTo>
                  <a:lnTo>
                    <a:pt x="2622695" y="244194"/>
                  </a:lnTo>
                  <a:lnTo>
                    <a:pt x="2632439" y="272572"/>
                  </a:lnTo>
                  <a:lnTo>
                    <a:pt x="2642198" y="256383"/>
                  </a:lnTo>
                  <a:lnTo>
                    <a:pt x="2651942" y="303202"/>
                  </a:lnTo>
                  <a:lnTo>
                    <a:pt x="2661685" y="328257"/>
                  </a:lnTo>
                  <a:lnTo>
                    <a:pt x="2671444" y="335857"/>
                  </a:lnTo>
                  <a:lnTo>
                    <a:pt x="2681188" y="332895"/>
                  </a:lnTo>
                  <a:lnTo>
                    <a:pt x="2690947" y="312290"/>
                  </a:lnTo>
                  <a:lnTo>
                    <a:pt x="2700691" y="336631"/>
                  </a:lnTo>
                  <a:lnTo>
                    <a:pt x="2710435" y="324422"/>
                  </a:lnTo>
                  <a:lnTo>
                    <a:pt x="2720194" y="366406"/>
                  </a:lnTo>
                  <a:lnTo>
                    <a:pt x="2729938" y="366370"/>
                  </a:lnTo>
                  <a:lnTo>
                    <a:pt x="2739697" y="385434"/>
                  </a:lnTo>
                  <a:lnTo>
                    <a:pt x="2749441" y="356986"/>
                  </a:lnTo>
                  <a:lnTo>
                    <a:pt x="2759185" y="362500"/>
                  </a:lnTo>
                  <a:lnTo>
                    <a:pt x="2768943" y="364587"/>
                  </a:lnTo>
                  <a:lnTo>
                    <a:pt x="2778687" y="353608"/>
                  </a:lnTo>
                  <a:lnTo>
                    <a:pt x="2788446" y="342161"/>
                  </a:lnTo>
                  <a:lnTo>
                    <a:pt x="2798190" y="357163"/>
                  </a:lnTo>
                  <a:lnTo>
                    <a:pt x="2807934" y="346011"/>
                  </a:lnTo>
                  <a:lnTo>
                    <a:pt x="2817693" y="351769"/>
                  </a:lnTo>
                  <a:lnTo>
                    <a:pt x="2827437" y="355247"/>
                  </a:lnTo>
                  <a:lnTo>
                    <a:pt x="2837196" y="368401"/>
                  </a:lnTo>
                  <a:lnTo>
                    <a:pt x="2846940" y="371387"/>
                  </a:lnTo>
                  <a:lnTo>
                    <a:pt x="2856684" y="350868"/>
                  </a:lnTo>
                  <a:lnTo>
                    <a:pt x="2866442" y="326431"/>
                  </a:lnTo>
                  <a:lnTo>
                    <a:pt x="2876186" y="340741"/>
                  </a:lnTo>
                  <a:lnTo>
                    <a:pt x="2885945" y="330239"/>
                  </a:lnTo>
                  <a:lnTo>
                    <a:pt x="2895689" y="296697"/>
                  </a:lnTo>
                  <a:lnTo>
                    <a:pt x="2905433" y="320252"/>
                  </a:lnTo>
                  <a:lnTo>
                    <a:pt x="2915192" y="32833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9" name="Freeform 1228">
              <a:extLst>
                <a:ext uri="{FF2B5EF4-FFF2-40B4-BE49-F238E27FC236}">
                  <a16:creationId xmlns:a16="http://schemas.microsoft.com/office/drawing/2014/main" id="{6E5A405A-6072-E41B-CAD8-568613F7D2A8}"/>
                </a:ext>
              </a:extLst>
            </p:cNvPr>
            <p:cNvSpPr/>
            <p:nvPr/>
          </p:nvSpPr>
          <p:spPr>
            <a:xfrm>
              <a:off x="4426652" y="3262890"/>
              <a:ext cx="2915191" cy="739375"/>
            </a:xfrm>
            <a:custGeom>
              <a:avLst/>
              <a:gdLst>
                <a:gd name="connsiteX0" fmla="*/ 0 w 2915191"/>
                <a:gd name="connsiteY0" fmla="*/ 64611 h 739375"/>
                <a:gd name="connsiteX1" fmla="*/ 9750 w 2915191"/>
                <a:gd name="connsiteY1" fmla="*/ 37353 h 739375"/>
                <a:gd name="connsiteX2" fmla="*/ 19500 w 2915191"/>
                <a:gd name="connsiteY2" fmla="*/ 57655 h 739375"/>
                <a:gd name="connsiteX3" fmla="*/ 29250 w 2915191"/>
                <a:gd name="connsiteY3" fmla="*/ 59973 h 739375"/>
                <a:gd name="connsiteX4" fmla="*/ 39000 w 2915191"/>
                <a:gd name="connsiteY4" fmla="*/ 26237 h 739375"/>
                <a:gd name="connsiteX5" fmla="*/ 48749 w 2915191"/>
                <a:gd name="connsiteY5" fmla="*/ 41369 h 739375"/>
                <a:gd name="connsiteX6" fmla="*/ 58499 w 2915191"/>
                <a:gd name="connsiteY6" fmla="*/ 14981 h 739375"/>
                <a:gd name="connsiteX7" fmla="*/ 68249 w 2915191"/>
                <a:gd name="connsiteY7" fmla="*/ 32703 h 739375"/>
                <a:gd name="connsiteX8" fmla="*/ 77998 w 2915191"/>
                <a:gd name="connsiteY8" fmla="*/ 33912 h 739375"/>
                <a:gd name="connsiteX9" fmla="*/ 87748 w 2915191"/>
                <a:gd name="connsiteY9" fmla="*/ 59149 h 739375"/>
                <a:gd name="connsiteX10" fmla="*/ 97497 w 2915191"/>
                <a:gd name="connsiteY10" fmla="*/ 41607 h 739375"/>
                <a:gd name="connsiteX11" fmla="*/ 107247 w 2915191"/>
                <a:gd name="connsiteY11" fmla="*/ 42684 h 739375"/>
                <a:gd name="connsiteX12" fmla="*/ 116997 w 2915191"/>
                <a:gd name="connsiteY12" fmla="*/ 48846 h 739375"/>
                <a:gd name="connsiteX13" fmla="*/ 126747 w 2915191"/>
                <a:gd name="connsiteY13" fmla="*/ 47011 h 739375"/>
                <a:gd name="connsiteX14" fmla="*/ 136497 w 2915191"/>
                <a:gd name="connsiteY14" fmla="*/ 36508 h 739375"/>
                <a:gd name="connsiteX15" fmla="*/ 146247 w 2915191"/>
                <a:gd name="connsiteY15" fmla="*/ 7412 h 739375"/>
                <a:gd name="connsiteX16" fmla="*/ 155997 w 2915191"/>
                <a:gd name="connsiteY16" fmla="*/ 0 h 739375"/>
                <a:gd name="connsiteX17" fmla="*/ 165747 w 2915191"/>
                <a:gd name="connsiteY17" fmla="*/ 16729 h 739375"/>
                <a:gd name="connsiteX18" fmla="*/ 175497 w 2915191"/>
                <a:gd name="connsiteY18" fmla="*/ 6757 h 739375"/>
                <a:gd name="connsiteX19" fmla="*/ 185247 w 2915191"/>
                <a:gd name="connsiteY19" fmla="*/ 7967 h 739375"/>
                <a:gd name="connsiteX20" fmla="*/ 194996 w 2915191"/>
                <a:gd name="connsiteY20" fmla="*/ 12238 h 739375"/>
                <a:gd name="connsiteX21" fmla="*/ 204746 w 2915191"/>
                <a:gd name="connsiteY21" fmla="*/ 19005 h 739375"/>
                <a:gd name="connsiteX22" fmla="*/ 214495 w 2915191"/>
                <a:gd name="connsiteY22" fmla="*/ 30434 h 739375"/>
                <a:gd name="connsiteX23" fmla="*/ 224245 w 2915191"/>
                <a:gd name="connsiteY23" fmla="*/ 53635 h 739375"/>
                <a:gd name="connsiteX24" fmla="*/ 233995 w 2915191"/>
                <a:gd name="connsiteY24" fmla="*/ 108935 h 739375"/>
                <a:gd name="connsiteX25" fmla="*/ 243744 w 2915191"/>
                <a:gd name="connsiteY25" fmla="*/ 87754 h 739375"/>
                <a:gd name="connsiteX26" fmla="*/ 253494 w 2915191"/>
                <a:gd name="connsiteY26" fmla="*/ 117718 h 739375"/>
                <a:gd name="connsiteX27" fmla="*/ 263244 w 2915191"/>
                <a:gd name="connsiteY27" fmla="*/ 120892 h 739375"/>
                <a:gd name="connsiteX28" fmla="*/ 272994 w 2915191"/>
                <a:gd name="connsiteY28" fmla="*/ 130969 h 739375"/>
                <a:gd name="connsiteX29" fmla="*/ 282744 w 2915191"/>
                <a:gd name="connsiteY29" fmla="*/ 156952 h 739375"/>
                <a:gd name="connsiteX30" fmla="*/ 292494 w 2915191"/>
                <a:gd name="connsiteY30" fmla="*/ 174734 h 739375"/>
                <a:gd name="connsiteX31" fmla="*/ 302244 w 2915191"/>
                <a:gd name="connsiteY31" fmla="*/ 193642 h 739375"/>
                <a:gd name="connsiteX32" fmla="*/ 311994 w 2915191"/>
                <a:gd name="connsiteY32" fmla="*/ 174078 h 739375"/>
                <a:gd name="connsiteX33" fmla="*/ 321744 w 2915191"/>
                <a:gd name="connsiteY33" fmla="*/ 192391 h 739375"/>
                <a:gd name="connsiteX34" fmla="*/ 331493 w 2915191"/>
                <a:gd name="connsiteY34" fmla="*/ 181079 h 739375"/>
                <a:gd name="connsiteX35" fmla="*/ 341243 w 2915191"/>
                <a:gd name="connsiteY35" fmla="*/ 178186 h 739375"/>
                <a:gd name="connsiteX36" fmla="*/ 350993 w 2915191"/>
                <a:gd name="connsiteY36" fmla="*/ 162791 h 739375"/>
                <a:gd name="connsiteX37" fmla="*/ 360742 w 2915191"/>
                <a:gd name="connsiteY37" fmla="*/ 148659 h 739375"/>
                <a:gd name="connsiteX38" fmla="*/ 370492 w 2915191"/>
                <a:gd name="connsiteY38" fmla="*/ 119932 h 739375"/>
                <a:gd name="connsiteX39" fmla="*/ 380241 w 2915191"/>
                <a:gd name="connsiteY39" fmla="*/ 148404 h 739375"/>
                <a:gd name="connsiteX40" fmla="*/ 389991 w 2915191"/>
                <a:gd name="connsiteY40" fmla="*/ 192909 h 739375"/>
                <a:gd name="connsiteX41" fmla="*/ 399741 w 2915191"/>
                <a:gd name="connsiteY41" fmla="*/ 205542 h 739375"/>
                <a:gd name="connsiteX42" fmla="*/ 409491 w 2915191"/>
                <a:gd name="connsiteY42" fmla="*/ 192718 h 739375"/>
                <a:gd name="connsiteX43" fmla="*/ 419241 w 2915191"/>
                <a:gd name="connsiteY43" fmla="*/ 208350 h 739375"/>
                <a:gd name="connsiteX44" fmla="*/ 428991 w 2915191"/>
                <a:gd name="connsiteY44" fmla="*/ 192322 h 739375"/>
                <a:gd name="connsiteX45" fmla="*/ 438741 w 2915191"/>
                <a:gd name="connsiteY45" fmla="*/ 176979 h 739375"/>
                <a:gd name="connsiteX46" fmla="*/ 448491 w 2915191"/>
                <a:gd name="connsiteY46" fmla="*/ 138128 h 739375"/>
                <a:gd name="connsiteX47" fmla="*/ 458241 w 2915191"/>
                <a:gd name="connsiteY47" fmla="*/ 126545 h 739375"/>
                <a:gd name="connsiteX48" fmla="*/ 467991 w 2915191"/>
                <a:gd name="connsiteY48" fmla="*/ 125783 h 739375"/>
                <a:gd name="connsiteX49" fmla="*/ 477740 w 2915191"/>
                <a:gd name="connsiteY49" fmla="*/ 77263 h 739375"/>
                <a:gd name="connsiteX50" fmla="*/ 487490 w 2915191"/>
                <a:gd name="connsiteY50" fmla="*/ 90431 h 739375"/>
                <a:gd name="connsiteX51" fmla="*/ 497239 w 2915191"/>
                <a:gd name="connsiteY51" fmla="*/ 76867 h 739375"/>
                <a:gd name="connsiteX52" fmla="*/ 506989 w 2915191"/>
                <a:gd name="connsiteY52" fmla="*/ 69227 h 739375"/>
                <a:gd name="connsiteX53" fmla="*/ 516738 w 2915191"/>
                <a:gd name="connsiteY53" fmla="*/ 91490 h 739375"/>
                <a:gd name="connsiteX54" fmla="*/ 526488 w 2915191"/>
                <a:gd name="connsiteY54" fmla="*/ 110498 h 739375"/>
                <a:gd name="connsiteX55" fmla="*/ 536238 w 2915191"/>
                <a:gd name="connsiteY55" fmla="*/ 125268 h 739375"/>
                <a:gd name="connsiteX56" fmla="*/ 545988 w 2915191"/>
                <a:gd name="connsiteY56" fmla="*/ 144145 h 739375"/>
                <a:gd name="connsiteX57" fmla="*/ 555738 w 2915191"/>
                <a:gd name="connsiteY57" fmla="*/ 123711 h 739375"/>
                <a:gd name="connsiteX58" fmla="*/ 565488 w 2915191"/>
                <a:gd name="connsiteY58" fmla="*/ 129384 h 739375"/>
                <a:gd name="connsiteX59" fmla="*/ 575238 w 2915191"/>
                <a:gd name="connsiteY59" fmla="*/ 134609 h 739375"/>
                <a:gd name="connsiteX60" fmla="*/ 584988 w 2915191"/>
                <a:gd name="connsiteY60" fmla="*/ 175041 h 739375"/>
                <a:gd name="connsiteX61" fmla="*/ 594738 w 2915191"/>
                <a:gd name="connsiteY61" fmla="*/ 174799 h 739375"/>
                <a:gd name="connsiteX62" fmla="*/ 604488 w 2915191"/>
                <a:gd name="connsiteY62" fmla="*/ 177545 h 739375"/>
                <a:gd name="connsiteX63" fmla="*/ 614237 w 2915191"/>
                <a:gd name="connsiteY63" fmla="*/ 186276 h 739375"/>
                <a:gd name="connsiteX64" fmla="*/ 623987 w 2915191"/>
                <a:gd name="connsiteY64" fmla="*/ 215643 h 739375"/>
                <a:gd name="connsiteX65" fmla="*/ 633736 w 2915191"/>
                <a:gd name="connsiteY65" fmla="*/ 202410 h 739375"/>
                <a:gd name="connsiteX66" fmla="*/ 643486 w 2915191"/>
                <a:gd name="connsiteY66" fmla="*/ 193013 h 739375"/>
                <a:gd name="connsiteX67" fmla="*/ 653236 w 2915191"/>
                <a:gd name="connsiteY67" fmla="*/ 192058 h 739375"/>
                <a:gd name="connsiteX68" fmla="*/ 662985 w 2915191"/>
                <a:gd name="connsiteY68" fmla="*/ 180617 h 739375"/>
                <a:gd name="connsiteX69" fmla="*/ 672735 w 2915191"/>
                <a:gd name="connsiteY69" fmla="*/ 175775 h 739375"/>
                <a:gd name="connsiteX70" fmla="*/ 682485 w 2915191"/>
                <a:gd name="connsiteY70" fmla="*/ 168050 h 739375"/>
                <a:gd name="connsiteX71" fmla="*/ 692235 w 2915191"/>
                <a:gd name="connsiteY71" fmla="*/ 146593 h 739375"/>
                <a:gd name="connsiteX72" fmla="*/ 701985 w 2915191"/>
                <a:gd name="connsiteY72" fmla="*/ 165867 h 739375"/>
                <a:gd name="connsiteX73" fmla="*/ 711735 w 2915191"/>
                <a:gd name="connsiteY73" fmla="*/ 217446 h 739375"/>
                <a:gd name="connsiteX74" fmla="*/ 721485 w 2915191"/>
                <a:gd name="connsiteY74" fmla="*/ 239722 h 739375"/>
                <a:gd name="connsiteX75" fmla="*/ 731235 w 2915191"/>
                <a:gd name="connsiteY75" fmla="*/ 249317 h 739375"/>
                <a:gd name="connsiteX76" fmla="*/ 740985 w 2915191"/>
                <a:gd name="connsiteY76" fmla="*/ 250062 h 739375"/>
                <a:gd name="connsiteX77" fmla="*/ 750734 w 2915191"/>
                <a:gd name="connsiteY77" fmla="*/ 274514 h 739375"/>
                <a:gd name="connsiteX78" fmla="*/ 760484 w 2915191"/>
                <a:gd name="connsiteY78" fmla="*/ 310304 h 739375"/>
                <a:gd name="connsiteX79" fmla="*/ 770233 w 2915191"/>
                <a:gd name="connsiteY79" fmla="*/ 337133 h 739375"/>
                <a:gd name="connsiteX80" fmla="*/ 779983 w 2915191"/>
                <a:gd name="connsiteY80" fmla="*/ 316203 h 739375"/>
                <a:gd name="connsiteX81" fmla="*/ 789733 w 2915191"/>
                <a:gd name="connsiteY81" fmla="*/ 328596 h 739375"/>
                <a:gd name="connsiteX82" fmla="*/ 799482 w 2915191"/>
                <a:gd name="connsiteY82" fmla="*/ 332329 h 739375"/>
                <a:gd name="connsiteX83" fmla="*/ 809232 w 2915191"/>
                <a:gd name="connsiteY83" fmla="*/ 304948 h 739375"/>
                <a:gd name="connsiteX84" fmla="*/ 818982 w 2915191"/>
                <a:gd name="connsiteY84" fmla="*/ 322392 h 739375"/>
                <a:gd name="connsiteX85" fmla="*/ 828732 w 2915191"/>
                <a:gd name="connsiteY85" fmla="*/ 299443 h 739375"/>
                <a:gd name="connsiteX86" fmla="*/ 838482 w 2915191"/>
                <a:gd name="connsiteY86" fmla="*/ 307931 h 739375"/>
                <a:gd name="connsiteX87" fmla="*/ 848232 w 2915191"/>
                <a:gd name="connsiteY87" fmla="*/ 323534 h 739375"/>
                <a:gd name="connsiteX88" fmla="*/ 857982 w 2915191"/>
                <a:gd name="connsiteY88" fmla="*/ 314403 h 739375"/>
                <a:gd name="connsiteX89" fmla="*/ 867732 w 2915191"/>
                <a:gd name="connsiteY89" fmla="*/ 280986 h 739375"/>
                <a:gd name="connsiteX90" fmla="*/ 877482 w 2915191"/>
                <a:gd name="connsiteY90" fmla="*/ 258402 h 739375"/>
                <a:gd name="connsiteX91" fmla="*/ 887231 w 2915191"/>
                <a:gd name="connsiteY91" fmla="*/ 261029 h 739375"/>
                <a:gd name="connsiteX92" fmla="*/ 896981 w 2915191"/>
                <a:gd name="connsiteY92" fmla="*/ 259451 h 739375"/>
                <a:gd name="connsiteX93" fmla="*/ 906730 w 2915191"/>
                <a:gd name="connsiteY93" fmla="*/ 259034 h 739375"/>
                <a:gd name="connsiteX94" fmla="*/ 916480 w 2915191"/>
                <a:gd name="connsiteY94" fmla="*/ 301004 h 739375"/>
                <a:gd name="connsiteX95" fmla="*/ 926230 w 2915191"/>
                <a:gd name="connsiteY95" fmla="*/ 283717 h 739375"/>
                <a:gd name="connsiteX96" fmla="*/ 935979 w 2915191"/>
                <a:gd name="connsiteY96" fmla="*/ 306033 h 739375"/>
                <a:gd name="connsiteX97" fmla="*/ 945729 w 2915191"/>
                <a:gd name="connsiteY97" fmla="*/ 316066 h 739375"/>
                <a:gd name="connsiteX98" fmla="*/ 955479 w 2915191"/>
                <a:gd name="connsiteY98" fmla="*/ 266085 h 739375"/>
                <a:gd name="connsiteX99" fmla="*/ 965229 w 2915191"/>
                <a:gd name="connsiteY99" fmla="*/ 271914 h 739375"/>
                <a:gd name="connsiteX100" fmla="*/ 974979 w 2915191"/>
                <a:gd name="connsiteY100" fmla="*/ 282777 h 739375"/>
                <a:gd name="connsiteX101" fmla="*/ 984729 w 2915191"/>
                <a:gd name="connsiteY101" fmla="*/ 297865 h 739375"/>
                <a:gd name="connsiteX102" fmla="*/ 994474 w 2915191"/>
                <a:gd name="connsiteY102" fmla="*/ 315486 h 739375"/>
                <a:gd name="connsiteX103" fmla="*/ 1004233 w 2915191"/>
                <a:gd name="connsiteY103" fmla="*/ 316249 h 739375"/>
                <a:gd name="connsiteX104" fmla="*/ 1013977 w 2915191"/>
                <a:gd name="connsiteY104" fmla="*/ 354405 h 739375"/>
                <a:gd name="connsiteX105" fmla="*/ 1023721 w 2915191"/>
                <a:gd name="connsiteY105" fmla="*/ 378968 h 739375"/>
                <a:gd name="connsiteX106" fmla="*/ 1033480 w 2915191"/>
                <a:gd name="connsiteY106" fmla="*/ 377305 h 739375"/>
                <a:gd name="connsiteX107" fmla="*/ 1043224 w 2915191"/>
                <a:gd name="connsiteY107" fmla="*/ 365226 h 739375"/>
                <a:gd name="connsiteX108" fmla="*/ 1052983 w 2915191"/>
                <a:gd name="connsiteY108" fmla="*/ 348468 h 739375"/>
                <a:gd name="connsiteX109" fmla="*/ 1062727 w 2915191"/>
                <a:gd name="connsiteY109" fmla="*/ 363821 h 739375"/>
                <a:gd name="connsiteX110" fmla="*/ 1072471 w 2915191"/>
                <a:gd name="connsiteY110" fmla="*/ 392079 h 739375"/>
                <a:gd name="connsiteX111" fmla="*/ 1082230 w 2915191"/>
                <a:gd name="connsiteY111" fmla="*/ 411869 h 739375"/>
                <a:gd name="connsiteX112" fmla="*/ 1091973 w 2915191"/>
                <a:gd name="connsiteY112" fmla="*/ 375127 h 739375"/>
                <a:gd name="connsiteX113" fmla="*/ 1101732 w 2915191"/>
                <a:gd name="connsiteY113" fmla="*/ 395209 h 739375"/>
                <a:gd name="connsiteX114" fmla="*/ 1111476 w 2915191"/>
                <a:gd name="connsiteY114" fmla="*/ 428027 h 739375"/>
                <a:gd name="connsiteX115" fmla="*/ 1121220 w 2915191"/>
                <a:gd name="connsiteY115" fmla="*/ 388425 h 739375"/>
                <a:gd name="connsiteX116" fmla="*/ 1130979 w 2915191"/>
                <a:gd name="connsiteY116" fmla="*/ 392204 h 739375"/>
                <a:gd name="connsiteX117" fmla="*/ 1140723 w 2915191"/>
                <a:gd name="connsiteY117" fmla="*/ 407185 h 739375"/>
                <a:gd name="connsiteX118" fmla="*/ 1150482 w 2915191"/>
                <a:gd name="connsiteY118" fmla="*/ 407800 h 739375"/>
                <a:gd name="connsiteX119" fmla="*/ 1160226 w 2915191"/>
                <a:gd name="connsiteY119" fmla="*/ 422470 h 739375"/>
                <a:gd name="connsiteX120" fmla="*/ 1169969 w 2915191"/>
                <a:gd name="connsiteY120" fmla="*/ 413868 h 739375"/>
                <a:gd name="connsiteX121" fmla="*/ 1179728 w 2915191"/>
                <a:gd name="connsiteY121" fmla="*/ 383825 h 739375"/>
                <a:gd name="connsiteX122" fmla="*/ 1189472 w 2915191"/>
                <a:gd name="connsiteY122" fmla="*/ 353751 h 739375"/>
                <a:gd name="connsiteX123" fmla="*/ 1199231 w 2915191"/>
                <a:gd name="connsiteY123" fmla="*/ 342641 h 739375"/>
                <a:gd name="connsiteX124" fmla="*/ 1208975 w 2915191"/>
                <a:gd name="connsiteY124" fmla="*/ 316596 h 739375"/>
                <a:gd name="connsiteX125" fmla="*/ 1218719 w 2915191"/>
                <a:gd name="connsiteY125" fmla="*/ 286963 h 739375"/>
                <a:gd name="connsiteX126" fmla="*/ 1228478 w 2915191"/>
                <a:gd name="connsiteY126" fmla="*/ 260540 h 739375"/>
                <a:gd name="connsiteX127" fmla="*/ 1238222 w 2915191"/>
                <a:gd name="connsiteY127" fmla="*/ 268672 h 739375"/>
                <a:gd name="connsiteX128" fmla="*/ 1247966 w 2915191"/>
                <a:gd name="connsiteY128" fmla="*/ 292457 h 739375"/>
                <a:gd name="connsiteX129" fmla="*/ 1257725 w 2915191"/>
                <a:gd name="connsiteY129" fmla="*/ 301097 h 739375"/>
                <a:gd name="connsiteX130" fmla="*/ 1267469 w 2915191"/>
                <a:gd name="connsiteY130" fmla="*/ 303194 h 739375"/>
                <a:gd name="connsiteX131" fmla="*/ 1277227 w 2915191"/>
                <a:gd name="connsiteY131" fmla="*/ 296213 h 739375"/>
                <a:gd name="connsiteX132" fmla="*/ 1286971 w 2915191"/>
                <a:gd name="connsiteY132" fmla="*/ 284110 h 739375"/>
                <a:gd name="connsiteX133" fmla="*/ 1296715 w 2915191"/>
                <a:gd name="connsiteY133" fmla="*/ 301678 h 739375"/>
                <a:gd name="connsiteX134" fmla="*/ 1306474 w 2915191"/>
                <a:gd name="connsiteY134" fmla="*/ 313947 h 739375"/>
                <a:gd name="connsiteX135" fmla="*/ 1316218 w 2915191"/>
                <a:gd name="connsiteY135" fmla="*/ 330391 h 739375"/>
                <a:gd name="connsiteX136" fmla="*/ 1325977 w 2915191"/>
                <a:gd name="connsiteY136" fmla="*/ 309580 h 739375"/>
                <a:gd name="connsiteX137" fmla="*/ 1335721 w 2915191"/>
                <a:gd name="connsiteY137" fmla="*/ 290524 h 739375"/>
                <a:gd name="connsiteX138" fmla="*/ 1345465 w 2915191"/>
                <a:gd name="connsiteY138" fmla="*/ 294866 h 739375"/>
                <a:gd name="connsiteX139" fmla="*/ 1355224 w 2915191"/>
                <a:gd name="connsiteY139" fmla="*/ 265701 h 739375"/>
                <a:gd name="connsiteX140" fmla="*/ 1364967 w 2915191"/>
                <a:gd name="connsiteY140" fmla="*/ 267090 h 739375"/>
                <a:gd name="connsiteX141" fmla="*/ 1374726 w 2915191"/>
                <a:gd name="connsiteY141" fmla="*/ 257788 h 739375"/>
                <a:gd name="connsiteX142" fmla="*/ 1384470 w 2915191"/>
                <a:gd name="connsiteY142" fmla="*/ 293602 h 739375"/>
                <a:gd name="connsiteX143" fmla="*/ 1394214 w 2915191"/>
                <a:gd name="connsiteY143" fmla="*/ 257139 h 739375"/>
                <a:gd name="connsiteX144" fmla="*/ 1403973 w 2915191"/>
                <a:gd name="connsiteY144" fmla="*/ 247189 h 739375"/>
                <a:gd name="connsiteX145" fmla="*/ 1413717 w 2915191"/>
                <a:gd name="connsiteY145" fmla="*/ 277181 h 739375"/>
                <a:gd name="connsiteX146" fmla="*/ 1423476 w 2915191"/>
                <a:gd name="connsiteY146" fmla="*/ 255602 h 739375"/>
                <a:gd name="connsiteX147" fmla="*/ 1433220 w 2915191"/>
                <a:gd name="connsiteY147" fmla="*/ 244585 h 739375"/>
                <a:gd name="connsiteX148" fmla="*/ 1442964 w 2915191"/>
                <a:gd name="connsiteY148" fmla="*/ 263006 h 739375"/>
                <a:gd name="connsiteX149" fmla="*/ 1452722 w 2915191"/>
                <a:gd name="connsiteY149" fmla="*/ 259205 h 739375"/>
                <a:gd name="connsiteX150" fmla="*/ 1462466 w 2915191"/>
                <a:gd name="connsiteY150" fmla="*/ 293115 h 739375"/>
                <a:gd name="connsiteX151" fmla="*/ 1472225 w 2915191"/>
                <a:gd name="connsiteY151" fmla="*/ 308016 h 739375"/>
                <a:gd name="connsiteX152" fmla="*/ 1481969 w 2915191"/>
                <a:gd name="connsiteY152" fmla="*/ 288844 h 739375"/>
                <a:gd name="connsiteX153" fmla="*/ 1491713 w 2915191"/>
                <a:gd name="connsiteY153" fmla="*/ 291561 h 739375"/>
                <a:gd name="connsiteX154" fmla="*/ 1501472 w 2915191"/>
                <a:gd name="connsiteY154" fmla="*/ 275735 h 739375"/>
                <a:gd name="connsiteX155" fmla="*/ 1511216 w 2915191"/>
                <a:gd name="connsiteY155" fmla="*/ 251459 h 739375"/>
                <a:gd name="connsiteX156" fmla="*/ 1520960 w 2915191"/>
                <a:gd name="connsiteY156" fmla="*/ 229975 h 739375"/>
                <a:gd name="connsiteX157" fmla="*/ 1530719 w 2915191"/>
                <a:gd name="connsiteY157" fmla="*/ 218978 h 739375"/>
                <a:gd name="connsiteX158" fmla="*/ 1540463 w 2915191"/>
                <a:gd name="connsiteY158" fmla="*/ 201327 h 739375"/>
                <a:gd name="connsiteX159" fmla="*/ 1550221 w 2915191"/>
                <a:gd name="connsiteY159" fmla="*/ 229881 h 739375"/>
                <a:gd name="connsiteX160" fmla="*/ 1559965 w 2915191"/>
                <a:gd name="connsiteY160" fmla="*/ 218754 h 739375"/>
                <a:gd name="connsiteX161" fmla="*/ 1569709 w 2915191"/>
                <a:gd name="connsiteY161" fmla="*/ 216104 h 739375"/>
                <a:gd name="connsiteX162" fmla="*/ 1579468 w 2915191"/>
                <a:gd name="connsiteY162" fmla="*/ 229359 h 739375"/>
                <a:gd name="connsiteX163" fmla="*/ 1589212 w 2915191"/>
                <a:gd name="connsiteY163" fmla="*/ 250792 h 739375"/>
                <a:gd name="connsiteX164" fmla="*/ 1598971 w 2915191"/>
                <a:gd name="connsiteY164" fmla="*/ 231383 h 739375"/>
                <a:gd name="connsiteX165" fmla="*/ 1608715 w 2915191"/>
                <a:gd name="connsiteY165" fmla="*/ 244795 h 739375"/>
                <a:gd name="connsiteX166" fmla="*/ 1618459 w 2915191"/>
                <a:gd name="connsiteY166" fmla="*/ 238898 h 739375"/>
                <a:gd name="connsiteX167" fmla="*/ 1628218 w 2915191"/>
                <a:gd name="connsiteY167" fmla="*/ 241872 h 739375"/>
                <a:gd name="connsiteX168" fmla="*/ 1637962 w 2915191"/>
                <a:gd name="connsiteY168" fmla="*/ 273130 h 739375"/>
                <a:gd name="connsiteX169" fmla="*/ 1647720 w 2915191"/>
                <a:gd name="connsiteY169" fmla="*/ 280442 h 739375"/>
                <a:gd name="connsiteX170" fmla="*/ 1657464 w 2915191"/>
                <a:gd name="connsiteY170" fmla="*/ 236417 h 739375"/>
                <a:gd name="connsiteX171" fmla="*/ 1667208 w 2915191"/>
                <a:gd name="connsiteY171" fmla="*/ 267663 h 739375"/>
                <a:gd name="connsiteX172" fmla="*/ 1676967 w 2915191"/>
                <a:gd name="connsiteY172" fmla="*/ 264856 h 739375"/>
                <a:gd name="connsiteX173" fmla="*/ 1686711 w 2915191"/>
                <a:gd name="connsiteY173" fmla="*/ 280239 h 739375"/>
                <a:gd name="connsiteX174" fmla="*/ 1696470 w 2915191"/>
                <a:gd name="connsiteY174" fmla="*/ 293829 h 739375"/>
                <a:gd name="connsiteX175" fmla="*/ 1706214 w 2915191"/>
                <a:gd name="connsiteY175" fmla="*/ 278897 h 739375"/>
                <a:gd name="connsiteX176" fmla="*/ 1715958 w 2915191"/>
                <a:gd name="connsiteY176" fmla="*/ 290707 h 739375"/>
                <a:gd name="connsiteX177" fmla="*/ 1725716 w 2915191"/>
                <a:gd name="connsiteY177" fmla="*/ 246784 h 739375"/>
                <a:gd name="connsiteX178" fmla="*/ 1735460 w 2915191"/>
                <a:gd name="connsiteY178" fmla="*/ 237970 h 739375"/>
                <a:gd name="connsiteX179" fmla="*/ 1745219 w 2915191"/>
                <a:gd name="connsiteY179" fmla="*/ 205514 h 739375"/>
                <a:gd name="connsiteX180" fmla="*/ 1754963 w 2915191"/>
                <a:gd name="connsiteY180" fmla="*/ 239993 h 739375"/>
                <a:gd name="connsiteX181" fmla="*/ 1764707 w 2915191"/>
                <a:gd name="connsiteY181" fmla="*/ 214270 h 739375"/>
                <a:gd name="connsiteX182" fmla="*/ 1774466 w 2915191"/>
                <a:gd name="connsiteY182" fmla="*/ 211414 h 739375"/>
                <a:gd name="connsiteX183" fmla="*/ 1784210 w 2915191"/>
                <a:gd name="connsiteY183" fmla="*/ 238184 h 739375"/>
                <a:gd name="connsiteX184" fmla="*/ 1793969 w 2915191"/>
                <a:gd name="connsiteY184" fmla="*/ 239245 h 739375"/>
                <a:gd name="connsiteX185" fmla="*/ 1803713 w 2915191"/>
                <a:gd name="connsiteY185" fmla="*/ 181200 h 739375"/>
                <a:gd name="connsiteX186" fmla="*/ 1813457 w 2915191"/>
                <a:gd name="connsiteY186" fmla="*/ 206793 h 739375"/>
                <a:gd name="connsiteX187" fmla="*/ 1823215 w 2915191"/>
                <a:gd name="connsiteY187" fmla="*/ 215055 h 739375"/>
                <a:gd name="connsiteX188" fmla="*/ 1832959 w 2915191"/>
                <a:gd name="connsiteY188" fmla="*/ 231994 h 739375"/>
                <a:gd name="connsiteX189" fmla="*/ 1842703 w 2915191"/>
                <a:gd name="connsiteY189" fmla="*/ 216624 h 739375"/>
                <a:gd name="connsiteX190" fmla="*/ 1852462 w 2915191"/>
                <a:gd name="connsiteY190" fmla="*/ 222956 h 739375"/>
                <a:gd name="connsiteX191" fmla="*/ 1862206 w 2915191"/>
                <a:gd name="connsiteY191" fmla="*/ 227083 h 739375"/>
                <a:gd name="connsiteX192" fmla="*/ 1871965 w 2915191"/>
                <a:gd name="connsiteY192" fmla="*/ 207762 h 739375"/>
                <a:gd name="connsiteX193" fmla="*/ 1881709 w 2915191"/>
                <a:gd name="connsiteY193" fmla="*/ 227396 h 739375"/>
                <a:gd name="connsiteX194" fmla="*/ 1891453 w 2915191"/>
                <a:gd name="connsiteY194" fmla="*/ 231149 h 739375"/>
                <a:gd name="connsiteX195" fmla="*/ 1901212 w 2915191"/>
                <a:gd name="connsiteY195" fmla="*/ 228440 h 739375"/>
                <a:gd name="connsiteX196" fmla="*/ 1910956 w 2915191"/>
                <a:gd name="connsiteY196" fmla="*/ 240391 h 739375"/>
                <a:gd name="connsiteX197" fmla="*/ 1920714 w 2915191"/>
                <a:gd name="connsiteY197" fmla="*/ 258727 h 739375"/>
                <a:gd name="connsiteX198" fmla="*/ 1930458 w 2915191"/>
                <a:gd name="connsiteY198" fmla="*/ 294484 h 739375"/>
                <a:gd name="connsiteX199" fmla="*/ 1940202 w 2915191"/>
                <a:gd name="connsiteY199" fmla="*/ 319896 h 739375"/>
                <a:gd name="connsiteX200" fmla="*/ 1949961 w 2915191"/>
                <a:gd name="connsiteY200" fmla="*/ 307464 h 739375"/>
                <a:gd name="connsiteX201" fmla="*/ 1959705 w 2915191"/>
                <a:gd name="connsiteY201" fmla="*/ 289375 h 739375"/>
                <a:gd name="connsiteX202" fmla="*/ 1969464 w 2915191"/>
                <a:gd name="connsiteY202" fmla="*/ 296332 h 739375"/>
                <a:gd name="connsiteX203" fmla="*/ 1979208 w 2915191"/>
                <a:gd name="connsiteY203" fmla="*/ 300529 h 739375"/>
                <a:gd name="connsiteX204" fmla="*/ 1988952 w 2915191"/>
                <a:gd name="connsiteY204" fmla="*/ 306502 h 739375"/>
                <a:gd name="connsiteX205" fmla="*/ 1998711 w 2915191"/>
                <a:gd name="connsiteY205" fmla="*/ 311322 h 739375"/>
                <a:gd name="connsiteX206" fmla="*/ 2008454 w 2915191"/>
                <a:gd name="connsiteY206" fmla="*/ 307339 h 739375"/>
                <a:gd name="connsiteX207" fmla="*/ 2018213 w 2915191"/>
                <a:gd name="connsiteY207" fmla="*/ 291177 h 739375"/>
                <a:gd name="connsiteX208" fmla="*/ 2027957 w 2915191"/>
                <a:gd name="connsiteY208" fmla="*/ 304231 h 739375"/>
                <a:gd name="connsiteX209" fmla="*/ 2037701 w 2915191"/>
                <a:gd name="connsiteY209" fmla="*/ 323496 h 739375"/>
                <a:gd name="connsiteX210" fmla="*/ 2047460 w 2915191"/>
                <a:gd name="connsiteY210" fmla="*/ 337030 h 739375"/>
                <a:gd name="connsiteX211" fmla="*/ 2057204 w 2915191"/>
                <a:gd name="connsiteY211" fmla="*/ 369969 h 739375"/>
                <a:gd name="connsiteX212" fmla="*/ 2066963 w 2915191"/>
                <a:gd name="connsiteY212" fmla="*/ 331127 h 739375"/>
                <a:gd name="connsiteX213" fmla="*/ 2076707 w 2915191"/>
                <a:gd name="connsiteY213" fmla="*/ 352660 h 739375"/>
                <a:gd name="connsiteX214" fmla="*/ 2086451 w 2915191"/>
                <a:gd name="connsiteY214" fmla="*/ 361866 h 739375"/>
                <a:gd name="connsiteX215" fmla="*/ 2096210 w 2915191"/>
                <a:gd name="connsiteY215" fmla="*/ 365113 h 739375"/>
                <a:gd name="connsiteX216" fmla="*/ 2105954 w 2915191"/>
                <a:gd name="connsiteY216" fmla="*/ 382052 h 739375"/>
                <a:gd name="connsiteX217" fmla="*/ 2115697 w 2915191"/>
                <a:gd name="connsiteY217" fmla="*/ 412727 h 739375"/>
                <a:gd name="connsiteX218" fmla="*/ 2125456 w 2915191"/>
                <a:gd name="connsiteY218" fmla="*/ 422908 h 739375"/>
                <a:gd name="connsiteX219" fmla="*/ 2135200 w 2915191"/>
                <a:gd name="connsiteY219" fmla="*/ 451421 h 739375"/>
                <a:gd name="connsiteX220" fmla="*/ 2144959 w 2915191"/>
                <a:gd name="connsiteY220" fmla="*/ 450979 h 739375"/>
                <a:gd name="connsiteX221" fmla="*/ 2154703 w 2915191"/>
                <a:gd name="connsiteY221" fmla="*/ 494363 h 739375"/>
                <a:gd name="connsiteX222" fmla="*/ 2164447 w 2915191"/>
                <a:gd name="connsiteY222" fmla="*/ 510044 h 739375"/>
                <a:gd name="connsiteX223" fmla="*/ 2174206 w 2915191"/>
                <a:gd name="connsiteY223" fmla="*/ 546150 h 739375"/>
                <a:gd name="connsiteX224" fmla="*/ 2183950 w 2915191"/>
                <a:gd name="connsiteY224" fmla="*/ 534966 h 739375"/>
                <a:gd name="connsiteX225" fmla="*/ 2193709 w 2915191"/>
                <a:gd name="connsiteY225" fmla="*/ 542780 h 739375"/>
                <a:gd name="connsiteX226" fmla="*/ 2203452 w 2915191"/>
                <a:gd name="connsiteY226" fmla="*/ 533887 h 739375"/>
                <a:gd name="connsiteX227" fmla="*/ 2213196 w 2915191"/>
                <a:gd name="connsiteY227" fmla="*/ 533954 h 739375"/>
                <a:gd name="connsiteX228" fmla="*/ 2222955 w 2915191"/>
                <a:gd name="connsiteY228" fmla="*/ 516689 h 739375"/>
                <a:gd name="connsiteX229" fmla="*/ 2232699 w 2915191"/>
                <a:gd name="connsiteY229" fmla="*/ 521552 h 739375"/>
                <a:gd name="connsiteX230" fmla="*/ 2242458 w 2915191"/>
                <a:gd name="connsiteY230" fmla="*/ 518248 h 739375"/>
                <a:gd name="connsiteX231" fmla="*/ 2252202 w 2915191"/>
                <a:gd name="connsiteY231" fmla="*/ 503447 h 739375"/>
                <a:gd name="connsiteX232" fmla="*/ 2261946 w 2915191"/>
                <a:gd name="connsiteY232" fmla="*/ 494820 h 739375"/>
                <a:gd name="connsiteX233" fmla="*/ 2271705 w 2915191"/>
                <a:gd name="connsiteY233" fmla="*/ 529695 h 739375"/>
                <a:gd name="connsiteX234" fmla="*/ 2281449 w 2915191"/>
                <a:gd name="connsiteY234" fmla="*/ 522077 h 739375"/>
                <a:gd name="connsiteX235" fmla="*/ 2291208 w 2915191"/>
                <a:gd name="connsiteY235" fmla="*/ 511241 h 739375"/>
                <a:gd name="connsiteX236" fmla="*/ 2300951 w 2915191"/>
                <a:gd name="connsiteY236" fmla="*/ 513434 h 739375"/>
                <a:gd name="connsiteX237" fmla="*/ 2310695 w 2915191"/>
                <a:gd name="connsiteY237" fmla="*/ 524726 h 739375"/>
                <a:gd name="connsiteX238" fmla="*/ 2320454 w 2915191"/>
                <a:gd name="connsiteY238" fmla="*/ 545538 h 739375"/>
                <a:gd name="connsiteX239" fmla="*/ 2330198 w 2915191"/>
                <a:gd name="connsiteY239" fmla="*/ 553321 h 739375"/>
                <a:gd name="connsiteX240" fmla="*/ 2339957 w 2915191"/>
                <a:gd name="connsiteY240" fmla="*/ 534106 h 739375"/>
                <a:gd name="connsiteX241" fmla="*/ 2349701 w 2915191"/>
                <a:gd name="connsiteY241" fmla="*/ 547800 h 739375"/>
                <a:gd name="connsiteX242" fmla="*/ 2359445 w 2915191"/>
                <a:gd name="connsiteY242" fmla="*/ 572091 h 739375"/>
                <a:gd name="connsiteX243" fmla="*/ 2369204 w 2915191"/>
                <a:gd name="connsiteY243" fmla="*/ 594849 h 739375"/>
                <a:gd name="connsiteX244" fmla="*/ 2378948 w 2915191"/>
                <a:gd name="connsiteY244" fmla="*/ 577718 h 739375"/>
                <a:gd name="connsiteX245" fmla="*/ 2388692 w 2915191"/>
                <a:gd name="connsiteY245" fmla="*/ 597960 h 739375"/>
                <a:gd name="connsiteX246" fmla="*/ 2398450 w 2915191"/>
                <a:gd name="connsiteY246" fmla="*/ 602476 h 739375"/>
                <a:gd name="connsiteX247" fmla="*/ 2408194 w 2915191"/>
                <a:gd name="connsiteY247" fmla="*/ 625844 h 739375"/>
                <a:gd name="connsiteX248" fmla="*/ 2417953 w 2915191"/>
                <a:gd name="connsiteY248" fmla="*/ 638824 h 739375"/>
                <a:gd name="connsiteX249" fmla="*/ 2427697 w 2915191"/>
                <a:gd name="connsiteY249" fmla="*/ 648249 h 739375"/>
                <a:gd name="connsiteX250" fmla="*/ 2437441 w 2915191"/>
                <a:gd name="connsiteY250" fmla="*/ 651763 h 739375"/>
                <a:gd name="connsiteX251" fmla="*/ 2447200 w 2915191"/>
                <a:gd name="connsiteY251" fmla="*/ 659933 h 739375"/>
                <a:gd name="connsiteX252" fmla="*/ 2456944 w 2915191"/>
                <a:gd name="connsiteY252" fmla="*/ 678312 h 739375"/>
                <a:gd name="connsiteX253" fmla="*/ 2466703 w 2915191"/>
                <a:gd name="connsiteY253" fmla="*/ 684027 h 739375"/>
                <a:gd name="connsiteX254" fmla="*/ 2476446 w 2915191"/>
                <a:gd name="connsiteY254" fmla="*/ 697248 h 739375"/>
                <a:gd name="connsiteX255" fmla="*/ 2486190 w 2915191"/>
                <a:gd name="connsiteY255" fmla="*/ 716196 h 739375"/>
                <a:gd name="connsiteX256" fmla="*/ 2495949 w 2915191"/>
                <a:gd name="connsiteY256" fmla="*/ 681889 h 739375"/>
                <a:gd name="connsiteX257" fmla="*/ 2505693 w 2915191"/>
                <a:gd name="connsiteY257" fmla="*/ 679683 h 739375"/>
                <a:gd name="connsiteX258" fmla="*/ 2515452 w 2915191"/>
                <a:gd name="connsiteY258" fmla="*/ 674462 h 739375"/>
                <a:gd name="connsiteX259" fmla="*/ 2525196 w 2915191"/>
                <a:gd name="connsiteY259" fmla="*/ 681745 h 739375"/>
                <a:gd name="connsiteX260" fmla="*/ 2534940 w 2915191"/>
                <a:gd name="connsiteY260" fmla="*/ 681578 h 739375"/>
                <a:gd name="connsiteX261" fmla="*/ 2544699 w 2915191"/>
                <a:gd name="connsiteY261" fmla="*/ 699241 h 739375"/>
                <a:gd name="connsiteX262" fmla="*/ 2554443 w 2915191"/>
                <a:gd name="connsiteY262" fmla="*/ 712736 h 739375"/>
                <a:gd name="connsiteX263" fmla="*/ 2564202 w 2915191"/>
                <a:gd name="connsiteY263" fmla="*/ 712456 h 739375"/>
                <a:gd name="connsiteX264" fmla="*/ 2573946 w 2915191"/>
                <a:gd name="connsiteY264" fmla="*/ 730844 h 739375"/>
                <a:gd name="connsiteX265" fmla="*/ 2583690 w 2915191"/>
                <a:gd name="connsiteY265" fmla="*/ 731829 h 739375"/>
                <a:gd name="connsiteX266" fmla="*/ 2593448 w 2915191"/>
                <a:gd name="connsiteY266" fmla="*/ 737678 h 739375"/>
                <a:gd name="connsiteX267" fmla="*/ 2603192 w 2915191"/>
                <a:gd name="connsiteY267" fmla="*/ 735645 h 739375"/>
                <a:gd name="connsiteX268" fmla="*/ 2612951 w 2915191"/>
                <a:gd name="connsiteY268" fmla="*/ 715068 h 739375"/>
                <a:gd name="connsiteX269" fmla="*/ 2622695 w 2915191"/>
                <a:gd name="connsiteY269" fmla="*/ 705924 h 739375"/>
                <a:gd name="connsiteX270" fmla="*/ 2632439 w 2915191"/>
                <a:gd name="connsiteY270" fmla="*/ 726121 h 739375"/>
                <a:gd name="connsiteX271" fmla="*/ 2642198 w 2915191"/>
                <a:gd name="connsiteY271" fmla="*/ 703995 h 739375"/>
                <a:gd name="connsiteX272" fmla="*/ 2651942 w 2915191"/>
                <a:gd name="connsiteY272" fmla="*/ 679909 h 739375"/>
                <a:gd name="connsiteX273" fmla="*/ 2661685 w 2915191"/>
                <a:gd name="connsiteY273" fmla="*/ 665694 h 739375"/>
                <a:gd name="connsiteX274" fmla="*/ 2671444 w 2915191"/>
                <a:gd name="connsiteY274" fmla="*/ 669748 h 739375"/>
                <a:gd name="connsiteX275" fmla="*/ 2681188 w 2915191"/>
                <a:gd name="connsiteY275" fmla="*/ 684866 h 739375"/>
                <a:gd name="connsiteX276" fmla="*/ 2690947 w 2915191"/>
                <a:gd name="connsiteY276" fmla="*/ 671497 h 739375"/>
                <a:gd name="connsiteX277" fmla="*/ 2700691 w 2915191"/>
                <a:gd name="connsiteY277" fmla="*/ 687926 h 739375"/>
                <a:gd name="connsiteX278" fmla="*/ 2710435 w 2915191"/>
                <a:gd name="connsiteY278" fmla="*/ 660803 h 739375"/>
                <a:gd name="connsiteX279" fmla="*/ 2720194 w 2915191"/>
                <a:gd name="connsiteY279" fmla="*/ 685910 h 739375"/>
                <a:gd name="connsiteX280" fmla="*/ 2729938 w 2915191"/>
                <a:gd name="connsiteY280" fmla="*/ 698575 h 739375"/>
                <a:gd name="connsiteX281" fmla="*/ 2739697 w 2915191"/>
                <a:gd name="connsiteY281" fmla="*/ 731731 h 739375"/>
                <a:gd name="connsiteX282" fmla="*/ 2749441 w 2915191"/>
                <a:gd name="connsiteY282" fmla="*/ 707012 h 739375"/>
                <a:gd name="connsiteX283" fmla="*/ 2759185 w 2915191"/>
                <a:gd name="connsiteY283" fmla="*/ 721018 h 739375"/>
                <a:gd name="connsiteX284" fmla="*/ 2768943 w 2915191"/>
                <a:gd name="connsiteY284" fmla="*/ 739375 h 739375"/>
                <a:gd name="connsiteX285" fmla="*/ 2778687 w 2915191"/>
                <a:gd name="connsiteY285" fmla="*/ 691168 h 739375"/>
                <a:gd name="connsiteX286" fmla="*/ 2788446 w 2915191"/>
                <a:gd name="connsiteY286" fmla="*/ 683057 h 739375"/>
                <a:gd name="connsiteX287" fmla="*/ 2798190 w 2915191"/>
                <a:gd name="connsiteY287" fmla="*/ 663030 h 739375"/>
                <a:gd name="connsiteX288" fmla="*/ 2807934 w 2915191"/>
                <a:gd name="connsiteY288" fmla="*/ 697934 h 739375"/>
                <a:gd name="connsiteX289" fmla="*/ 2817693 w 2915191"/>
                <a:gd name="connsiteY289" fmla="*/ 691244 h 739375"/>
                <a:gd name="connsiteX290" fmla="*/ 2827437 w 2915191"/>
                <a:gd name="connsiteY290" fmla="*/ 684510 h 739375"/>
                <a:gd name="connsiteX291" fmla="*/ 2837196 w 2915191"/>
                <a:gd name="connsiteY291" fmla="*/ 688908 h 739375"/>
                <a:gd name="connsiteX292" fmla="*/ 2846940 w 2915191"/>
                <a:gd name="connsiteY292" fmla="*/ 721105 h 739375"/>
                <a:gd name="connsiteX293" fmla="*/ 2856684 w 2915191"/>
                <a:gd name="connsiteY293" fmla="*/ 729217 h 739375"/>
                <a:gd name="connsiteX294" fmla="*/ 2866442 w 2915191"/>
                <a:gd name="connsiteY294" fmla="*/ 713456 h 739375"/>
                <a:gd name="connsiteX295" fmla="*/ 2876186 w 2915191"/>
                <a:gd name="connsiteY295" fmla="*/ 733630 h 739375"/>
                <a:gd name="connsiteX296" fmla="*/ 2885945 w 2915191"/>
                <a:gd name="connsiteY296" fmla="*/ 714741 h 739375"/>
                <a:gd name="connsiteX297" fmla="*/ 2895689 w 2915191"/>
                <a:gd name="connsiteY297" fmla="*/ 701788 h 739375"/>
                <a:gd name="connsiteX298" fmla="*/ 2905433 w 2915191"/>
                <a:gd name="connsiteY298" fmla="*/ 682491 h 739375"/>
                <a:gd name="connsiteX299" fmla="*/ 2915192 w 2915191"/>
                <a:gd name="connsiteY299" fmla="*/ 647651 h 73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739375">
                  <a:moveTo>
                    <a:pt x="0" y="64611"/>
                  </a:moveTo>
                  <a:lnTo>
                    <a:pt x="9750" y="37353"/>
                  </a:lnTo>
                  <a:lnTo>
                    <a:pt x="19500" y="57655"/>
                  </a:lnTo>
                  <a:lnTo>
                    <a:pt x="29250" y="59973"/>
                  </a:lnTo>
                  <a:lnTo>
                    <a:pt x="39000" y="26237"/>
                  </a:lnTo>
                  <a:lnTo>
                    <a:pt x="48749" y="41369"/>
                  </a:lnTo>
                  <a:lnTo>
                    <a:pt x="58499" y="14981"/>
                  </a:lnTo>
                  <a:lnTo>
                    <a:pt x="68249" y="32703"/>
                  </a:lnTo>
                  <a:lnTo>
                    <a:pt x="77998" y="33912"/>
                  </a:lnTo>
                  <a:lnTo>
                    <a:pt x="87748" y="59149"/>
                  </a:lnTo>
                  <a:lnTo>
                    <a:pt x="97497" y="41607"/>
                  </a:lnTo>
                  <a:lnTo>
                    <a:pt x="107247" y="42684"/>
                  </a:lnTo>
                  <a:lnTo>
                    <a:pt x="116997" y="48846"/>
                  </a:lnTo>
                  <a:lnTo>
                    <a:pt x="126747" y="47011"/>
                  </a:lnTo>
                  <a:lnTo>
                    <a:pt x="136497" y="36508"/>
                  </a:lnTo>
                  <a:lnTo>
                    <a:pt x="146247" y="7412"/>
                  </a:lnTo>
                  <a:lnTo>
                    <a:pt x="155997" y="0"/>
                  </a:lnTo>
                  <a:lnTo>
                    <a:pt x="165747" y="16729"/>
                  </a:lnTo>
                  <a:lnTo>
                    <a:pt x="175497" y="6757"/>
                  </a:lnTo>
                  <a:lnTo>
                    <a:pt x="185247" y="7967"/>
                  </a:lnTo>
                  <a:lnTo>
                    <a:pt x="194996" y="12238"/>
                  </a:lnTo>
                  <a:lnTo>
                    <a:pt x="204746" y="19005"/>
                  </a:lnTo>
                  <a:lnTo>
                    <a:pt x="214495" y="30434"/>
                  </a:lnTo>
                  <a:lnTo>
                    <a:pt x="224245" y="53635"/>
                  </a:lnTo>
                  <a:lnTo>
                    <a:pt x="233995" y="108935"/>
                  </a:lnTo>
                  <a:lnTo>
                    <a:pt x="243744" y="87754"/>
                  </a:lnTo>
                  <a:lnTo>
                    <a:pt x="253494" y="117718"/>
                  </a:lnTo>
                  <a:lnTo>
                    <a:pt x="263244" y="120892"/>
                  </a:lnTo>
                  <a:lnTo>
                    <a:pt x="272994" y="130969"/>
                  </a:lnTo>
                  <a:lnTo>
                    <a:pt x="282744" y="156952"/>
                  </a:lnTo>
                  <a:lnTo>
                    <a:pt x="292494" y="174734"/>
                  </a:lnTo>
                  <a:lnTo>
                    <a:pt x="302244" y="193642"/>
                  </a:lnTo>
                  <a:lnTo>
                    <a:pt x="311994" y="174078"/>
                  </a:lnTo>
                  <a:lnTo>
                    <a:pt x="321744" y="192391"/>
                  </a:lnTo>
                  <a:lnTo>
                    <a:pt x="331493" y="181079"/>
                  </a:lnTo>
                  <a:lnTo>
                    <a:pt x="341243" y="178186"/>
                  </a:lnTo>
                  <a:lnTo>
                    <a:pt x="350993" y="162791"/>
                  </a:lnTo>
                  <a:lnTo>
                    <a:pt x="360742" y="148659"/>
                  </a:lnTo>
                  <a:lnTo>
                    <a:pt x="370492" y="119932"/>
                  </a:lnTo>
                  <a:lnTo>
                    <a:pt x="380241" y="148404"/>
                  </a:lnTo>
                  <a:lnTo>
                    <a:pt x="389991" y="192909"/>
                  </a:lnTo>
                  <a:lnTo>
                    <a:pt x="399741" y="205542"/>
                  </a:lnTo>
                  <a:lnTo>
                    <a:pt x="409491" y="192718"/>
                  </a:lnTo>
                  <a:lnTo>
                    <a:pt x="419241" y="208350"/>
                  </a:lnTo>
                  <a:lnTo>
                    <a:pt x="428991" y="192322"/>
                  </a:lnTo>
                  <a:lnTo>
                    <a:pt x="438741" y="176979"/>
                  </a:lnTo>
                  <a:lnTo>
                    <a:pt x="448491" y="138128"/>
                  </a:lnTo>
                  <a:lnTo>
                    <a:pt x="458241" y="126545"/>
                  </a:lnTo>
                  <a:lnTo>
                    <a:pt x="467991" y="125783"/>
                  </a:lnTo>
                  <a:lnTo>
                    <a:pt x="477740" y="77263"/>
                  </a:lnTo>
                  <a:lnTo>
                    <a:pt x="487490" y="90431"/>
                  </a:lnTo>
                  <a:lnTo>
                    <a:pt x="497239" y="76867"/>
                  </a:lnTo>
                  <a:lnTo>
                    <a:pt x="506989" y="69227"/>
                  </a:lnTo>
                  <a:lnTo>
                    <a:pt x="516738" y="91490"/>
                  </a:lnTo>
                  <a:lnTo>
                    <a:pt x="526488" y="110498"/>
                  </a:lnTo>
                  <a:lnTo>
                    <a:pt x="536238" y="125268"/>
                  </a:lnTo>
                  <a:lnTo>
                    <a:pt x="545988" y="144145"/>
                  </a:lnTo>
                  <a:lnTo>
                    <a:pt x="555738" y="123711"/>
                  </a:lnTo>
                  <a:lnTo>
                    <a:pt x="565488" y="129384"/>
                  </a:lnTo>
                  <a:lnTo>
                    <a:pt x="575238" y="134609"/>
                  </a:lnTo>
                  <a:lnTo>
                    <a:pt x="584988" y="175041"/>
                  </a:lnTo>
                  <a:lnTo>
                    <a:pt x="594738" y="174799"/>
                  </a:lnTo>
                  <a:lnTo>
                    <a:pt x="604488" y="177545"/>
                  </a:lnTo>
                  <a:lnTo>
                    <a:pt x="614237" y="186276"/>
                  </a:lnTo>
                  <a:lnTo>
                    <a:pt x="623987" y="215643"/>
                  </a:lnTo>
                  <a:lnTo>
                    <a:pt x="633736" y="202410"/>
                  </a:lnTo>
                  <a:lnTo>
                    <a:pt x="643486" y="193013"/>
                  </a:lnTo>
                  <a:lnTo>
                    <a:pt x="653236" y="192058"/>
                  </a:lnTo>
                  <a:lnTo>
                    <a:pt x="662985" y="180617"/>
                  </a:lnTo>
                  <a:lnTo>
                    <a:pt x="672735" y="175775"/>
                  </a:lnTo>
                  <a:lnTo>
                    <a:pt x="682485" y="168050"/>
                  </a:lnTo>
                  <a:lnTo>
                    <a:pt x="692235" y="146593"/>
                  </a:lnTo>
                  <a:lnTo>
                    <a:pt x="701985" y="165867"/>
                  </a:lnTo>
                  <a:lnTo>
                    <a:pt x="711735" y="217446"/>
                  </a:lnTo>
                  <a:lnTo>
                    <a:pt x="721485" y="239722"/>
                  </a:lnTo>
                  <a:lnTo>
                    <a:pt x="731235" y="249317"/>
                  </a:lnTo>
                  <a:lnTo>
                    <a:pt x="740985" y="250062"/>
                  </a:lnTo>
                  <a:lnTo>
                    <a:pt x="750734" y="274514"/>
                  </a:lnTo>
                  <a:lnTo>
                    <a:pt x="760484" y="310304"/>
                  </a:lnTo>
                  <a:lnTo>
                    <a:pt x="770233" y="337133"/>
                  </a:lnTo>
                  <a:lnTo>
                    <a:pt x="779983" y="316203"/>
                  </a:lnTo>
                  <a:lnTo>
                    <a:pt x="789733" y="328596"/>
                  </a:lnTo>
                  <a:lnTo>
                    <a:pt x="799482" y="332329"/>
                  </a:lnTo>
                  <a:lnTo>
                    <a:pt x="809232" y="304948"/>
                  </a:lnTo>
                  <a:lnTo>
                    <a:pt x="818982" y="322392"/>
                  </a:lnTo>
                  <a:lnTo>
                    <a:pt x="828732" y="299443"/>
                  </a:lnTo>
                  <a:lnTo>
                    <a:pt x="838482" y="307931"/>
                  </a:lnTo>
                  <a:lnTo>
                    <a:pt x="848232" y="323534"/>
                  </a:lnTo>
                  <a:lnTo>
                    <a:pt x="857982" y="314403"/>
                  </a:lnTo>
                  <a:lnTo>
                    <a:pt x="867732" y="280986"/>
                  </a:lnTo>
                  <a:lnTo>
                    <a:pt x="877482" y="258402"/>
                  </a:lnTo>
                  <a:lnTo>
                    <a:pt x="887231" y="261029"/>
                  </a:lnTo>
                  <a:lnTo>
                    <a:pt x="896981" y="259451"/>
                  </a:lnTo>
                  <a:lnTo>
                    <a:pt x="906730" y="259034"/>
                  </a:lnTo>
                  <a:lnTo>
                    <a:pt x="916480" y="301004"/>
                  </a:lnTo>
                  <a:lnTo>
                    <a:pt x="926230" y="283717"/>
                  </a:lnTo>
                  <a:lnTo>
                    <a:pt x="935979" y="306033"/>
                  </a:lnTo>
                  <a:lnTo>
                    <a:pt x="945729" y="316066"/>
                  </a:lnTo>
                  <a:lnTo>
                    <a:pt x="955479" y="266085"/>
                  </a:lnTo>
                  <a:lnTo>
                    <a:pt x="965229" y="271914"/>
                  </a:lnTo>
                  <a:lnTo>
                    <a:pt x="974979" y="282777"/>
                  </a:lnTo>
                  <a:lnTo>
                    <a:pt x="984729" y="297865"/>
                  </a:lnTo>
                  <a:lnTo>
                    <a:pt x="994474" y="315486"/>
                  </a:lnTo>
                  <a:lnTo>
                    <a:pt x="1004233" y="316249"/>
                  </a:lnTo>
                  <a:lnTo>
                    <a:pt x="1013977" y="354405"/>
                  </a:lnTo>
                  <a:lnTo>
                    <a:pt x="1023721" y="378968"/>
                  </a:lnTo>
                  <a:lnTo>
                    <a:pt x="1033480" y="377305"/>
                  </a:lnTo>
                  <a:lnTo>
                    <a:pt x="1043224" y="365226"/>
                  </a:lnTo>
                  <a:lnTo>
                    <a:pt x="1052983" y="348468"/>
                  </a:lnTo>
                  <a:lnTo>
                    <a:pt x="1062727" y="363821"/>
                  </a:lnTo>
                  <a:lnTo>
                    <a:pt x="1072471" y="392079"/>
                  </a:lnTo>
                  <a:lnTo>
                    <a:pt x="1082230" y="411869"/>
                  </a:lnTo>
                  <a:lnTo>
                    <a:pt x="1091973" y="375127"/>
                  </a:lnTo>
                  <a:lnTo>
                    <a:pt x="1101732" y="395209"/>
                  </a:lnTo>
                  <a:lnTo>
                    <a:pt x="1111476" y="428027"/>
                  </a:lnTo>
                  <a:lnTo>
                    <a:pt x="1121220" y="388425"/>
                  </a:lnTo>
                  <a:lnTo>
                    <a:pt x="1130979" y="392204"/>
                  </a:lnTo>
                  <a:lnTo>
                    <a:pt x="1140723" y="407185"/>
                  </a:lnTo>
                  <a:lnTo>
                    <a:pt x="1150482" y="407800"/>
                  </a:lnTo>
                  <a:lnTo>
                    <a:pt x="1160226" y="422470"/>
                  </a:lnTo>
                  <a:lnTo>
                    <a:pt x="1169969" y="413868"/>
                  </a:lnTo>
                  <a:lnTo>
                    <a:pt x="1179728" y="383825"/>
                  </a:lnTo>
                  <a:lnTo>
                    <a:pt x="1189472" y="353751"/>
                  </a:lnTo>
                  <a:lnTo>
                    <a:pt x="1199231" y="342641"/>
                  </a:lnTo>
                  <a:lnTo>
                    <a:pt x="1208975" y="316596"/>
                  </a:lnTo>
                  <a:lnTo>
                    <a:pt x="1218719" y="286963"/>
                  </a:lnTo>
                  <a:lnTo>
                    <a:pt x="1228478" y="260540"/>
                  </a:lnTo>
                  <a:lnTo>
                    <a:pt x="1238222" y="268672"/>
                  </a:lnTo>
                  <a:lnTo>
                    <a:pt x="1247966" y="292457"/>
                  </a:lnTo>
                  <a:lnTo>
                    <a:pt x="1257725" y="301097"/>
                  </a:lnTo>
                  <a:lnTo>
                    <a:pt x="1267469" y="303194"/>
                  </a:lnTo>
                  <a:lnTo>
                    <a:pt x="1277227" y="296213"/>
                  </a:lnTo>
                  <a:lnTo>
                    <a:pt x="1286971" y="284110"/>
                  </a:lnTo>
                  <a:lnTo>
                    <a:pt x="1296715" y="301678"/>
                  </a:lnTo>
                  <a:lnTo>
                    <a:pt x="1306474" y="313947"/>
                  </a:lnTo>
                  <a:lnTo>
                    <a:pt x="1316218" y="330391"/>
                  </a:lnTo>
                  <a:lnTo>
                    <a:pt x="1325977" y="309580"/>
                  </a:lnTo>
                  <a:lnTo>
                    <a:pt x="1335721" y="290524"/>
                  </a:lnTo>
                  <a:lnTo>
                    <a:pt x="1345465" y="294866"/>
                  </a:lnTo>
                  <a:lnTo>
                    <a:pt x="1355224" y="265701"/>
                  </a:lnTo>
                  <a:lnTo>
                    <a:pt x="1364967" y="267090"/>
                  </a:lnTo>
                  <a:lnTo>
                    <a:pt x="1374726" y="257788"/>
                  </a:lnTo>
                  <a:lnTo>
                    <a:pt x="1384470" y="293602"/>
                  </a:lnTo>
                  <a:lnTo>
                    <a:pt x="1394214" y="257139"/>
                  </a:lnTo>
                  <a:lnTo>
                    <a:pt x="1403973" y="247189"/>
                  </a:lnTo>
                  <a:lnTo>
                    <a:pt x="1413717" y="277181"/>
                  </a:lnTo>
                  <a:lnTo>
                    <a:pt x="1423476" y="255602"/>
                  </a:lnTo>
                  <a:lnTo>
                    <a:pt x="1433220" y="244585"/>
                  </a:lnTo>
                  <a:lnTo>
                    <a:pt x="1442964" y="263006"/>
                  </a:lnTo>
                  <a:lnTo>
                    <a:pt x="1452722" y="259205"/>
                  </a:lnTo>
                  <a:lnTo>
                    <a:pt x="1462466" y="293115"/>
                  </a:lnTo>
                  <a:lnTo>
                    <a:pt x="1472225" y="308016"/>
                  </a:lnTo>
                  <a:lnTo>
                    <a:pt x="1481969" y="288844"/>
                  </a:lnTo>
                  <a:lnTo>
                    <a:pt x="1491713" y="291561"/>
                  </a:lnTo>
                  <a:lnTo>
                    <a:pt x="1501472" y="275735"/>
                  </a:lnTo>
                  <a:lnTo>
                    <a:pt x="1511216" y="251459"/>
                  </a:lnTo>
                  <a:lnTo>
                    <a:pt x="1520960" y="229975"/>
                  </a:lnTo>
                  <a:lnTo>
                    <a:pt x="1530719" y="218978"/>
                  </a:lnTo>
                  <a:lnTo>
                    <a:pt x="1540463" y="201327"/>
                  </a:lnTo>
                  <a:lnTo>
                    <a:pt x="1550221" y="229881"/>
                  </a:lnTo>
                  <a:lnTo>
                    <a:pt x="1559965" y="218754"/>
                  </a:lnTo>
                  <a:lnTo>
                    <a:pt x="1569709" y="216104"/>
                  </a:lnTo>
                  <a:lnTo>
                    <a:pt x="1579468" y="229359"/>
                  </a:lnTo>
                  <a:lnTo>
                    <a:pt x="1589212" y="250792"/>
                  </a:lnTo>
                  <a:lnTo>
                    <a:pt x="1598971" y="231383"/>
                  </a:lnTo>
                  <a:lnTo>
                    <a:pt x="1608715" y="244795"/>
                  </a:lnTo>
                  <a:lnTo>
                    <a:pt x="1618459" y="238898"/>
                  </a:lnTo>
                  <a:lnTo>
                    <a:pt x="1628218" y="241872"/>
                  </a:lnTo>
                  <a:lnTo>
                    <a:pt x="1637962" y="273130"/>
                  </a:lnTo>
                  <a:lnTo>
                    <a:pt x="1647720" y="280442"/>
                  </a:lnTo>
                  <a:lnTo>
                    <a:pt x="1657464" y="236417"/>
                  </a:lnTo>
                  <a:lnTo>
                    <a:pt x="1667208" y="267663"/>
                  </a:lnTo>
                  <a:lnTo>
                    <a:pt x="1676967" y="264856"/>
                  </a:lnTo>
                  <a:lnTo>
                    <a:pt x="1686711" y="280239"/>
                  </a:lnTo>
                  <a:lnTo>
                    <a:pt x="1696470" y="293829"/>
                  </a:lnTo>
                  <a:lnTo>
                    <a:pt x="1706214" y="278897"/>
                  </a:lnTo>
                  <a:lnTo>
                    <a:pt x="1715958" y="290707"/>
                  </a:lnTo>
                  <a:lnTo>
                    <a:pt x="1725716" y="246784"/>
                  </a:lnTo>
                  <a:lnTo>
                    <a:pt x="1735460" y="237970"/>
                  </a:lnTo>
                  <a:lnTo>
                    <a:pt x="1745219" y="205514"/>
                  </a:lnTo>
                  <a:lnTo>
                    <a:pt x="1754963" y="239993"/>
                  </a:lnTo>
                  <a:lnTo>
                    <a:pt x="1764707" y="214270"/>
                  </a:lnTo>
                  <a:lnTo>
                    <a:pt x="1774466" y="211414"/>
                  </a:lnTo>
                  <a:lnTo>
                    <a:pt x="1784210" y="238184"/>
                  </a:lnTo>
                  <a:lnTo>
                    <a:pt x="1793969" y="239245"/>
                  </a:lnTo>
                  <a:lnTo>
                    <a:pt x="1803713" y="181200"/>
                  </a:lnTo>
                  <a:lnTo>
                    <a:pt x="1813457" y="206793"/>
                  </a:lnTo>
                  <a:lnTo>
                    <a:pt x="1823215" y="215055"/>
                  </a:lnTo>
                  <a:lnTo>
                    <a:pt x="1832959" y="231994"/>
                  </a:lnTo>
                  <a:lnTo>
                    <a:pt x="1842703" y="216624"/>
                  </a:lnTo>
                  <a:lnTo>
                    <a:pt x="1852462" y="222956"/>
                  </a:lnTo>
                  <a:lnTo>
                    <a:pt x="1862206" y="227083"/>
                  </a:lnTo>
                  <a:lnTo>
                    <a:pt x="1871965" y="207762"/>
                  </a:lnTo>
                  <a:lnTo>
                    <a:pt x="1881709" y="227396"/>
                  </a:lnTo>
                  <a:lnTo>
                    <a:pt x="1891453" y="231149"/>
                  </a:lnTo>
                  <a:lnTo>
                    <a:pt x="1901212" y="228440"/>
                  </a:lnTo>
                  <a:lnTo>
                    <a:pt x="1910956" y="240391"/>
                  </a:lnTo>
                  <a:lnTo>
                    <a:pt x="1920714" y="258727"/>
                  </a:lnTo>
                  <a:lnTo>
                    <a:pt x="1930458" y="294484"/>
                  </a:lnTo>
                  <a:lnTo>
                    <a:pt x="1940202" y="319896"/>
                  </a:lnTo>
                  <a:lnTo>
                    <a:pt x="1949961" y="307464"/>
                  </a:lnTo>
                  <a:lnTo>
                    <a:pt x="1959705" y="289375"/>
                  </a:lnTo>
                  <a:lnTo>
                    <a:pt x="1969464" y="296332"/>
                  </a:lnTo>
                  <a:lnTo>
                    <a:pt x="1979208" y="300529"/>
                  </a:lnTo>
                  <a:lnTo>
                    <a:pt x="1988952" y="306502"/>
                  </a:lnTo>
                  <a:lnTo>
                    <a:pt x="1998711" y="311322"/>
                  </a:lnTo>
                  <a:lnTo>
                    <a:pt x="2008454" y="307339"/>
                  </a:lnTo>
                  <a:lnTo>
                    <a:pt x="2018213" y="291177"/>
                  </a:lnTo>
                  <a:lnTo>
                    <a:pt x="2027957" y="304231"/>
                  </a:lnTo>
                  <a:lnTo>
                    <a:pt x="2037701" y="323496"/>
                  </a:lnTo>
                  <a:lnTo>
                    <a:pt x="2047460" y="337030"/>
                  </a:lnTo>
                  <a:lnTo>
                    <a:pt x="2057204" y="369969"/>
                  </a:lnTo>
                  <a:lnTo>
                    <a:pt x="2066963" y="331127"/>
                  </a:lnTo>
                  <a:lnTo>
                    <a:pt x="2076707" y="352660"/>
                  </a:lnTo>
                  <a:lnTo>
                    <a:pt x="2086451" y="361866"/>
                  </a:lnTo>
                  <a:lnTo>
                    <a:pt x="2096210" y="365113"/>
                  </a:lnTo>
                  <a:lnTo>
                    <a:pt x="2105954" y="382052"/>
                  </a:lnTo>
                  <a:lnTo>
                    <a:pt x="2115697" y="412727"/>
                  </a:lnTo>
                  <a:lnTo>
                    <a:pt x="2125456" y="422908"/>
                  </a:lnTo>
                  <a:lnTo>
                    <a:pt x="2135200" y="451421"/>
                  </a:lnTo>
                  <a:lnTo>
                    <a:pt x="2144959" y="450979"/>
                  </a:lnTo>
                  <a:lnTo>
                    <a:pt x="2154703" y="494363"/>
                  </a:lnTo>
                  <a:lnTo>
                    <a:pt x="2164447" y="510044"/>
                  </a:lnTo>
                  <a:lnTo>
                    <a:pt x="2174206" y="546150"/>
                  </a:lnTo>
                  <a:lnTo>
                    <a:pt x="2183950" y="534966"/>
                  </a:lnTo>
                  <a:lnTo>
                    <a:pt x="2193709" y="542780"/>
                  </a:lnTo>
                  <a:lnTo>
                    <a:pt x="2203452" y="533887"/>
                  </a:lnTo>
                  <a:lnTo>
                    <a:pt x="2213196" y="533954"/>
                  </a:lnTo>
                  <a:lnTo>
                    <a:pt x="2222955" y="516689"/>
                  </a:lnTo>
                  <a:lnTo>
                    <a:pt x="2232699" y="521552"/>
                  </a:lnTo>
                  <a:lnTo>
                    <a:pt x="2242458" y="518248"/>
                  </a:lnTo>
                  <a:lnTo>
                    <a:pt x="2252202" y="503447"/>
                  </a:lnTo>
                  <a:lnTo>
                    <a:pt x="2261946" y="494820"/>
                  </a:lnTo>
                  <a:lnTo>
                    <a:pt x="2271705" y="529695"/>
                  </a:lnTo>
                  <a:lnTo>
                    <a:pt x="2281449" y="522077"/>
                  </a:lnTo>
                  <a:lnTo>
                    <a:pt x="2291208" y="511241"/>
                  </a:lnTo>
                  <a:lnTo>
                    <a:pt x="2300951" y="513434"/>
                  </a:lnTo>
                  <a:lnTo>
                    <a:pt x="2310695" y="524726"/>
                  </a:lnTo>
                  <a:lnTo>
                    <a:pt x="2320454" y="545538"/>
                  </a:lnTo>
                  <a:lnTo>
                    <a:pt x="2330198" y="553321"/>
                  </a:lnTo>
                  <a:lnTo>
                    <a:pt x="2339957" y="534106"/>
                  </a:lnTo>
                  <a:lnTo>
                    <a:pt x="2349701" y="547800"/>
                  </a:lnTo>
                  <a:lnTo>
                    <a:pt x="2359445" y="572091"/>
                  </a:lnTo>
                  <a:lnTo>
                    <a:pt x="2369204" y="594849"/>
                  </a:lnTo>
                  <a:lnTo>
                    <a:pt x="2378948" y="577718"/>
                  </a:lnTo>
                  <a:lnTo>
                    <a:pt x="2388692" y="597960"/>
                  </a:lnTo>
                  <a:lnTo>
                    <a:pt x="2398450" y="602476"/>
                  </a:lnTo>
                  <a:lnTo>
                    <a:pt x="2408194" y="625844"/>
                  </a:lnTo>
                  <a:lnTo>
                    <a:pt x="2417953" y="638824"/>
                  </a:lnTo>
                  <a:lnTo>
                    <a:pt x="2427697" y="648249"/>
                  </a:lnTo>
                  <a:lnTo>
                    <a:pt x="2437441" y="651763"/>
                  </a:lnTo>
                  <a:lnTo>
                    <a:pt x="2447200" y="659933"/>
                  </a:lnTo>
                  <a:lnTo>
                    <a:pt x="2456944" y="678312"/>
                  </a:lnTo>
                  <a:lnTo>
                    <a:pt x="2466703" y="684027"/>
                  </a:lnTo>
                  <a:lnTo>
                    <a:pt x="2476446" y="697248"/>
                  </a:lnTo>
                  <a:lnTo>
                    <a:pt x="2486190" y="716196"/>
                  </a:lnTo>
                  <a:lnTo>
                    <a:pt x="2495949" y="681889"/>
                  </a:lnTo>
                  <a:lnTo>
                    <a:pt x="2505693" y="679683"/>
                  </a:lnTo>
                  <a:lnTo>
                    <a:pt x="2515452" y="674462"/>
                  </a:lnTo>
                  <a:lnTo>
                    <a:pt x="2525196" y="681745"/>
                  </a:lnTo>
                  <a:lnTo>
                    <a:pt x="2534940" y="681578"/>
                  </a:lnTo>
                  <a:lnTo>
                    <a:pt x="2544699" y="699241"/>
                  </a:lnTo>
                  <a:lnTo>
                    <a:pt x="2554443" y="712736"/>
                  </a:lnTo>
                  <a:lnTo>
                    <a:pt x="2564202" y="712456"/>
                  </a:lnTo>
                  <a:lnTo>
                    <a:pt x="2573946" y="730844"/>
                  </a:lnTo>
                  <a:lnTo>
                    <a:pt x="2583690" y="731829"/>
                  </a:lnTo>
                  <a:lnTo>
                    <a:pt x="2593448" y="737678"/>
                  </a:lnTo>
                  <a:lnTo>
                    <a:pt x="2603192" y="735645"/>
                  </a:lnTo>
                  <a:lnTo>
                    <a:pt x="2612951" y="715068"/>
                  </a:lnTo>
                  <a:lnTo>
                    <a:pt x="2622695" y="705924"/>
                  </a:lnTo>
                  <a:lnTo>
                    <a:pt x="2632439" y="726121"/>
                  </a:lnTo>
                  <a:lnTo>
                    <a:pt x="2642198" y="703995"/>
                  </a:lnTo>
                  <a:lnTo>
                    <a:pt x="2651942" y="679909"/>
                  </a:lnTo>
                  <a:lnTo>
                    <a:pt x="2661685" y="665694"/>
                  </a:lnTo>
                  <a:lnTo>
                    <a:pt x="2671444" y="669748"/>
                  </a:lnTo>
                  <a:lnTo>
                    <a:pt x="2681188" y="684866"/>
                  </a:lnTo>
                  <a:lnTo>
                    <a:pt x="2690947" y="671497"/>
                  </a:lnTo>
                  <a:lnTo>
                    <a:pt x="2700691" y="687926"/>
                  </a:lnTo>
                  <a:lnTo>
                    <a:pt x="2710435" y="660803"/>
                  </a:lnTo>
                  <a:lnTo>
                    <a:pt x="2720194" y="685910"/>
                  </a:lnTo>
                  <a:lnTo>
                    <a:pt x="2729938" y="698575"/>
                  </a:lnTo>
                  <a:lnTo>
                    <a:pt x="2739697" y="731731"/>
                  </a:lnTo>
                  <a:lnTo>
                    <a:pt x="2749441" y="707012"/>
                  </a:lnTo>
                  <a:lnTo>
                    <a:pt x="2759185" y="721018"/>
                  </a:lnTo>
                  <a:lnTo>
                    <a:pt x="2768943" y="739375"/>
                  </a:lnTo>
                  <a:lnTo>
                    <a:pt x="2778687" y="691168"/>
                  </a:lnTo>
                  <a:lnTo>
                    <a:pt x="2788446" y="683057"/>
                  </a:lnTo>
                  <a:lnTo>
                    <a:pt x="2798190" y="663030"/>
                  </a:lnTo>
                  <a:lnTo>
                    <a:pt x="2807934" y="697934"/>
                  </a:lnTo>
                  <a:lnTo>
                    <a:pt x="2817693" y="691244"/>
                  </a:lnTo>
                  <a:lnTo>
                    <a:pt x="2827437" y="684510"/>
                  </a:lnTo>
                  <a:lnTo>
                    <a:pt x="2837196" y="688908"/>
                  </a:lnTo>
                  <a:lnTo>
                    <a:pt x="2846940" y="721105"/>
                  </a:lnTo>
                  <a:lnTo>
                    <a:pt x="2856684" y="729217"/>
                  </a:lnTo>
                  <a:lnTo>
                    <a:pt x="2866442" y="713456"/>
                  </a:lnTo>
                  <a:lnTo>
                    <a:pt x="2876186" y="733630"/>
                  </a:lnTo>
                  <a:lnTo>
                    <a:pt x="2885945" y="714741"/>
                  </a:lnTo>
                  <a:lnTo>
                    <a:pt x="2895689" y="701788"/>
                  </a:lnTo>
                  <a:lnTo>
                    <a:pt x="2905433" y="682491"/>
                  </a:lnTo>
                  <a:lnTo>
                    <a:pt x="2915192" y="64765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0" name="Freeform 1229">
              <a:extLst>
                <a:ext uri="{FF2B5EF4-FFF2-40B4-BE49-F238E27FC236}">
                  <a16:creationId xmlns:a16="http://schemas.microsoft.com/office/drawing/2014/main" id="{1C3B5C5F-65A9-37B3-05E4-5132017052D8}"/>
                </a:ext>
              </a:extLst>
            </p:cNvPr>
            <p:cNvSpPr/>
            <p:nvPr/>
          </p:nvSpPr>
          <p:spPr>
            <a:xfrm>
              <a:off x="4426652" y="3202978"/>
              <a:ext cx="2915191" cy="435883"/>
            </a:xfrm>
            <a:custGeom>
              <a:avLst/>
              <a:gdLst>
                <a:gd name="connsiteX0" fmla="*/ 0 w 2915191"/>
                <a:gd name="connsiteY0" fmla="*/ 119947 h 435883"/>
                <a:gd name="connsiteX1" fmla="*/ 9750 w 2915191"/>
                <a:gd name="connsiteY1" fmla="*/ 126449 h 435883"/>
                <a:gd name="connsiteX2" fmla="*/ 19500 w 2915191"/>
                <a:gd name="connsiteY2" fmla="*/ 136136 h 435883"/>
                <a:gd name="connsiteX3" fmla="*/ 29250 w 2915191"/>
                <a:gd name="connsiteY3" fmla="*/ 132735 h 435883"/>
                <a:gd name="connsiteX4" fmla="*/ 39000 w 2915191"/>
                <a:gd name="connsiteY4" fmla="*/ 126619 h 435883"/>
                <a:gd name="connsiteX5" fmla="*/ 48749 w 2915191"/>
                <a:gd name="connsiteY5" fmla="*/ 120731 h 435883"/>
                <a:gd name="connsiteX6" fmla="*/ 58499 w 2915191"/>
                <a:gd name="connsiteY6" fmla="*/ 123519 h 435883"/>
                <a:gd name="connsiteX7" fmla="*/ 68249 w 2915191"/>
                <a:gd name="connsiteY7" fmla="*/ 135418 h 435883"/>
                <a:gd name="connsiteX8" fmla="*/ 77998 w 2915191"/>
                <a:gd name="connsiteY8" fmla="*/ 127209 h 435883"/>
                <a:gd name="connsiteX9" fmla="*/ 87748 w 2915191"/>
                <a:gd name="connsiteY9" fmla="*/ 130198 h 435883"/>
                <a:gd name="connsiteX10" fmla="*/ 97497 w 2915191"/>
                <a:gd name="connsiteY10" fmla="*/ 142013 h 435883"/>
                <a:gd name="connsiteX11" fmla="*/ 107247 w 2915191"/>
                <a:gd name="connsiteY11" fmla="*/ 153258 h 435883"/>
                <a:gd name="connsiteX12" fmla="*/ 116997 w 2915191"/>
                <a:gd name="connsiteY12" fmla="*/ 172496 h 435883"/>
                <a:gd name="connsiteX13" fmla="*/ 126747 w 2915191"/>
                <a:gd name="connsiteY13" fmla="*/ 154131 h 435883"/>
                <a:gd name="connsiteX14" fmla="*/ 136497 w 2915191"/>
                <a:gd name="connsiteY14" fmla="*/ 173309 h 435883"/>
                <a:gd name="connsiteX15" fmla="*/ 146247 w 2915191"/>
                <a:gd name="connsiteY15" fmla="*/ 170762 h 435883"/>
                <a:gd name="connsiteX16" fmla="*/ 155997 w 2915191"/>
                <a:gd name="connsiteY16" fmla="*/ 159327 h 435883"/>
                <a:gd name="connsiteX17" fmla="*/ 165747 w 2915191"/>
                <a:gd name="connsiteY17" fmla="*/ 158697 h 435883"/>
                <a:gd name="connsiteX18" fmla="*/ 175497 w 2915191"/>
                <a:gd name="connsiteY18" fmla="*/ 166340 h 435883"/>
                <a:gd name="connsiteX19" fmla="*/ 185247 w 2915191"/>
                <a:gd name="connsiteY19" fmla="*/ 160428 h 435883"/>
                <a:gd name="connsiteX20" fmla="*/ 194996 w 2915191"/>
                <a:gd name="connsiteY20" fmla="*/ 154932 h 435883"/>
                <a:gd name="connsiteX21" fmla="*/ 204746 w 2915191"/>
                <a:gd name="connsiteY21" fmla="*/ 149979 h 435883"/>
                <a:gd name="connsiteX22" fmla="*/ 214495 w 2915191"/>
                <a:gd name="connsiteY22" fmla="*/ 127707 h 435883"/>
                <a:gd name="connsiteX23" fmla="*/ 224245 w 2915191"/>
                <a:gd name="connsiteY23" fmla="*/ 111789 h 435883"/>
                <a:gd name="connsiteX24" fmla="*/ 233995 w 2915191"/>
                <a:gd name="connsiteY24" fmla="*/ 120089 h 435883"/>
                <a:gd name="connsiteX25" fmla="*/ 243744 w 2915191"/>
                <a:gd name="connsiteY25" fmla="*/ 117560 h 435883"/>
                <a:gd name="connsiteX26" fmla="*/ 253494 w 2915191"/>
                <a:gd name="connsiteY26" fmla="*/ 113290 h 435883"/>
                <a:gd name="connsiteX27" fmla="*/ 263244 w 2915191"/>
                <a:gd name="connsiteY27" fmla="*/ 116698 h 435883"/>
                <a:gd name="connsiteX28" fmla="*/ 272994 w 2915191"/>
                <a:gd name="connsiteY28" fmla="*/ 122698 h 435883"/>
                <a:gd name="connsiteX29" fmla="*/ 282744 w 2915191"/>
                <a:gd name="connsiteY29" fmla="*/ 127148 h 435883"/>
                <a:gd name="connsiteX30" fmla="*/ 292494 w 2915191"/>
                <a:gd name="connsiteY30" fmla="*/ 124848 h 435883"/>
                <a:gd name="connsiteX31" fmla="*/ 302244 w 2915191"/>
                <a:gd name="connsiteY31" fmla="*/ 109789 h 435883"/>
                <a:gd name="connsiteX32" fmla="*/ 311994 w 2915191"/>
                <a:gd name="connsiteY32" fmla="*/ 122251 h 435883"/>
                <a:gd name="connsiteX33" fmla="*/ 321744 w 2915191"/>
                <a:gd name="connsiteY33" fmla="*/ 112572 h 435883"/>
                <a:gd name="connsiteX34" fmla="*/ 331493 w 2915191"/>
                <a:gd name="connsiteY34" fmla="*/ 162350 h 435883"/>
                <a:gd name="connsiteX35" fmla="*/ 341243 w 2915191"/>
                <a:gd name="connsiteY35" fmla="*/ 138559 h 435883"/>
                <a:gd name="connsiteX36" fmla="*/ 350993 w 2915191"/>
                <a:gd name="connsiteY36" fmla="*/ 132777 h 435883"/>
                <a:gd name="connsiteX37" fmla="*/ 360742 w 2915191"/>
                <a:gd name="connsiteY37" fmla="*/ 67402 h 435883"/>
                <a:gd name="connsiteX38" fmla="*/ 370492 w 2915191"/>
                <a:gd name="connsiteY38" fmla="*/ 40892 h 435883"/>
                <a:gd name="connsiteX39" fmla="*/ 380241 w 2915191"/>
                <a:gd name="connsiteY39" fmla="*/ 48943 h 435883"/>
                <a:gd name="connsiteX40" fmla="*/ 389991 w 2915191"/>
                <a:gd name="connsiteY40" fmla="*/ 40989 h 435883"/>
                <a:gd name="connsiteX41" fmla="*/ 399741 w 2915191"/>
                <a:gd name="connsiteY41" fmla="*/ 50000 h 435883"/>
                <a:gd name="connsiteX42" fmla="*/ 409491 w 2915191"/>
                <a:gd name="connsiteY42" fmla="*/ 53090 h 435883"/>
                <a:gd name="connsiteX43" fmla="*/ 419241 w 2915191"/>
                <a:gd name="connsiteY43" fmla="*/ 43006 h 435883"/>
                <a:gd name="connsiteX44" fmla="*/ 428991 w 2915191"/>
                <a:gd name="connsiteY44" fmla="*/ 24291 h 435883"/>
                <a:gd name="connsiteX45" fmla="*/ 438741 w 2915191"/>
                <a:gd name="connsiteY45" fmla="*/ 61799 h 435883"/>
                <a:gd name="connsiteX46" fmla="*/ 448491 w 2915191"/>
                <a:gd name="connsiteY46" fmla="*/ 114692 h 435883"/>
                <a:gd name="connsiteX47" fmla="*/ 458241 w 2915191"/>
                <a:gd name="connsiteY47" fmla="*/ 109415 h 435883"/>
                <a:gd name="connsiteX48" fmla="*/ 467991 w 2915191"/>
                <a:gd name="connsiteY48" fmla="*/ 75496 h 435883"/>
                <a:gd name="connsiteX49" fmla="*/ 477740 w 2915191"/>
                <a:gd name="connsiteY49" fmla="*/ 79940 h 435883"/>
                <a:gd name="connsiteX50" fmla="*/ 487490 w 2915191"/>
                <a:gd name="connsiteY50" fmla="*/ 94147 h 435883"/>
                <a:gd name="connsiteX51" fmla="*/ 497239 w 2915191"/>
                <a:gd name="connsiteY51" fmla="*/ 100665 h 435883"/>
                <a:gd name="connsiteX52" fmla="*/ 506989 w 2915191"/>
                <a:gd name="connsiteY52" fmla="*/ 112516 h 435883"/>
                <a:gd name="connsiteX53" fmla="*/ 516738 w 2915191"/>
                <a:gd name="connsiteY53" fmla="*/ 100272 h 435883"/>
                <a:gd name="connsiteX54" fmla="*/ 526488 w 2915191"/>
                <a:gd name="connsiteY54" fmla="*/ 65062 h 435883"/>
                <a:gd name="connsiteX55" fmla="*/ 536238 w 2915191"/>
                <a:gd name="connsiteY55" fmla="*/ 50379 h 435883"/>
                <a:gd name="connsiteX56" fmla="*/ 545988 w 2915191"/>
                <a:gd name="connsiteY56" fmla="*/ 29820 h 435883"/>
                <a:gd name="connsiteX57" fmla="*/ 555738 w 2915191"/>
                <a:gd name="connsiteY57" fmla="*/ 0 h 435883"/>
                <a:gd name="connsiteX58" fmla="*/ 565488 w 2915191"/>
                <a:gd name="connsiteY58" fmla="*/ 9841 h 435883"/>
                <a:gd name="connsiteX59" fmla="*/ 575238 w 2915191"/>
                <a:gd name="connsiteY59" fmla="*/ 43594 h 435883"/>
                <a:gd name="connsiteX60" fmla="*/ 584988 w 2915191"/>
                <a:gd name="connsiteY60" fmla="*/ 60469 h 435883"/>
                <a:gd name="connsiteX61" fmla="*/ 594738 w 2915191"/>
                <a:gd name="connsiteY61" fmla="*/ 70422 h 435883"/>
                <a:gd name="connsiteX62" fmla="*/ 604488 w 2915191"/>
                <a:gd name="connsiteY62" fmla="*/ 70393 h 435883"/>
                <a:gd name="connsiteX63" fmla="*/ 614237 w 2915191"/>
                <a:gd name="connsiteY63" fmla="*/ 83104 h 435883"/>
                <a:gd name="connsiteX64" fmla="*/ 623987 w 2915191"/>
                <a:gd name="connsiteY64" fmla="*/ 86413 h 435883"/>
                <a:gd name="connsiteX65" fmla="*/ 633736 w 2915191"/>
                <a:gd name="connsiteY65" fmla="*/ 90176 h 435883"/>
                <a:gd name="connsiteX66" fmla="*/ 643486 w 2915191"/>
                <a:gd name="connsiteY66" fmla="*/ 102979 h 435883"/>
                <a:gd name="connsiteX67" fmla="*/ 653236 w 2915191"/>
                <a:gd name="connsiteY67" fmla="*/ 82709 h 435883"/>
                <a:gd name="connsiteX68" fmla="*/ 662985 w 2915191"/>
                <a:gd name="connsiteY68" fmla="*/ 50035 h 435883"/>
                <a:gd name="connsiteX69" fmla="*/ 672735 w 2915191"/>
                <a:gd name="connsiteY69" fmla="*/ 71099 h 435883"/>
                <a:gd name="connsiteX70" fmla="*/ 682485 w 2915191"/>
                <a:gd name="connsiteY70" fmla="*/ 118600 h 435883"/>
                <a:gd name="connsiteX71" fmla="*/ 692235 w 2915191"/>
                <a:gd name="connsiteY71" fmla="*/ 97576 h 435883"/>
                <a:gd name="connsiteX72" fmla="*/ 701985 w 2915191"/>
                <a:gd name="connsiteY72" fmla="*/ 106501 h 435883"/>
                <a:gd name="connsiteX73" fmla="*/ 711735 w 2915191"/>
                <a:gd name="connsiteY73" fmla="*/ 133860 h 435883"/>
                <a:gd name="connsiteX74" fmla="*/ 721485 w 2915191"/>
                <a:gd name="connsiteY74" fmla="*/ 153391 h 435883"/>
                <a:gd name="connsiteX75" fmla="*/ 731235 w 2915191"/>
                <a:gd name="connsiteY75" fmla="*/ 132103 h 435883"/>
                <a:gd name="connsiteX76" fmla="*/ 740985 w 2915191"/>
                <a:gd name="connsiteY76" fmla="*/ 121750 h 435883"/>
                <a:gd name="connsiteX77" fmla="*/ 750734 w 2915191"/>
                <a:gd name="connsiteY77" fmla="*/ 161503 h 435883"/>
                <a:gd name="connsiteX78" fmla="*/ 760484 w 2915191"/>
                <a:gd name="connsiteY78" fmla="*/ 178077 h 435883"/>
                <a:gd name="connsiteX79" fmla="*/ 770233 w 2915191"/>
                <a:gd name="connsiteY79" fmla="*/ 150127 h 435883"/>
                <a:gd name="connsiteX80" fmla="*/ 779983 w 2915191"/>
                <a:gd name="connsiteY80" fmla="*/ 162013 h 435883"/>
                <a:gd name="connsiteX81" fmla="*/ 789733 w 2915191"/>
                <a:gd name="connsiteY81" fmla="*/ 129439 h 435883"/>
                <a:gd name="connsiteX82" fmla="*/ 799482 w 2915191"/>
                <a:gd name="connsiteY82" fmla="*/ 159559 h 435883"/>
                <a:gd name="connsiteX83" fmla="*/ 809232 w 2915191"/>
                <a:gd name="connsiteY83" fmla="*/ 133256 h 435883"/>
                <a:gd name="connsiteX84" fmla="*/ 818982 w 2915191"/>
                <a:gd name="connsiteY84" fmla="*/ 152412 h 435883"/>
                <a:gd name="connsiteX85" fmla="*/ 828732 w 2915191"/>
                <a:gd name="connsiteY85" fmla="*/ 160464 h 435883"/>
                <a:gd name="connsiteX86" fmla="*/ 838482 w 2915191"/>
                <a:gd name="connsiteY86" fmla="*/ 179734 h 435883"/>
                <a:gd name="connsiteX87" fmla="*/ 848232 w 2915191"/>
                <a:gd name="connsiteY87" fmla="*/ 178542 h 435883"/>
                <a:gd name="connsiteX88" fmla="*/ 857982 w 2915191"/>
                <a:gd name="connsiteY88" fmla="*/ 182390 h 435883"/>
                <a:gd name="connsiteX89" fmla="*/ 867732 w 2915191"/>
                <a:gd name="connsiteY89" fmla="*/ 195071 h 435883"/>
                <a:gd name="connsiteX90" fmla="*/ 877482 w 2915191"/>
                <a:gd name="connsiteY90" fmla="*/ 192969 h 435883"/>
                <a:gd name="connsiteX91" fmla="*/ 887231 w 2915191"/>
                <a:gd name="connsiteY91" fmla="*/ 220554 h 435883"/>
                <a:gd name="connsiteX92" fmla="*/ 896981 w 2915191"/>
                <a:gd name="connsiteY92" fmla="*/ 223938 h 435883"/>
                <a:gd name="connsiteX93" fmla="*/ 906730 w 2915191"/>
                <a:gd name="connsiteY93" fmla="*/ 196841 h 435883"/>
                <a:gd name="connsiteX94" fmla="*/ 916480 w 2915191"/>
                <a:gd name="connsiteY94" fmla="*/ 189642 h 435883"/>
                <a:gd name="connsiteX95" fmla="*/ 926230 w 2915191"/>
                <a:gd name="connsiteY95" fmla="*/ 184461 h 435883"/>
                <a:gd name="connsiteX96" fmla="*/ 935979 w 2915191"/>
                <a:gd name="connsiteY96" fmla="*/ 172128 h 435883"/>
                <a:gd name="connsiteX97" fmla="*/ 945729 w 2915191"/>
                <a:gd name="connsiteY97" fmla="*/ 138754 h 435883"/>
                <a:gd name="connsiteX98" fmla="*/ 955479 w 2915191"/>
                <a:gd name="connsiteY98" fmla="*/ 113156 h 435883"/>
                <a:gd name="connsiteX99" fmla="*/ 965229 w 2915191"/>
                <a:gd name="connsiteY99" fmla="*/ 88351 h 435883"/>
                <a:gd name="connsiteX100" fmla="*/ 974979 w 2915191"/>
                <a:gd name="connsiteY100" fmla="*/ 76514 h 435883"/>
                <a:gd name="connsiteX101" fmla="*/ 984729 w 2915191"/>
                <a:gd name="connsiteY101" fmla="*/ 58112 h 435883"/>
                <a:gd name="connsiteX102" fmla="*/ 994474 w 2915191"/>
                <a:gd name="connsiteY102" fmla="*/ 60353 h 435883"/>
                <a:gd name="connsiteX103" fmla="*/ 1004233 w 2915191"/>
                <a:gd name="connsiteY103" fmla="*/ 61917 h 435883"/>
                <a:gd name="connsiteX104" fmla="*/ 1013977 w 2915191"/>
                <a:gd name="connsiteY104" fmla="*/ 50372 h 435883"/>
                <a:gd name="connsiteX105" fmla="*/ 1023721 w 2915191"/>
                <a:gd name="connsiteY105" fmla="*/ 48216 h 435883"/>
                <a:gd name="connsiteX106" fmla="*/ 1033480 w 2915191"/>
                <a:gd name="connsiteY106" fmla="*/ 34369 h 435883"/>
                <a:gd name="connsiteX107" fmla="*/ 1043224 w 2915191"/>
                <a:gd name="connsiteY107" fmla="*/ 26037 h 435883"/>
                <a:gd name="connsiteX108" fmla="*/ 1052983 w 2915191"/>
                <a:gd name="connsiteY108" fmla="*/ 72378 h 435883"/>
                <a:gd name="connsiteX109" fmla="*/ 1062727 w 2915191"/>
                <a:gd name="connsiteY109" fmla="*/ 85970 h 435883"/>
                <a:gd name="connsiteX110" fmla="*/ 1072471 w 2915191"/>
                <a:gd name="connsiteY110" fmla="*/ 91656 h 435883"/>
                <a:gd name="connsiteX111" fmla="*/ 1082230 w 2915191"/>
                <a:gd name="connsiteY111" fmla="*/ 122929 h 435883"/>
                <a:gd name="connsiteX112" fmla="*/ 1091973 w 2915191"/>
                <a:gd name="connsiteY112" fmla="*/ 131667 h 435883"/>
                <a:gd name="connsiteX113" fmla="*/ 1101732 w 2915191"/>
                <a:gd name="connsiteY113" fmla="*/ 134302 h 435883"/>
                <a:gd name="connsiteX114" fmla="*/ 1111476 w 2915191"/>
                <a:gd name="connsiteY114" fmla="*/ 135591 h 435883"/>
                <a:gd name="connsiteX115" fmla="*/ 1121220 w 2915191"/>
                <a:gd name="connsiteY115" fmla="*/ 137623 h 435883"/>
                <a:gd name="connsiteX116" fmla="*/ 1130979 w 2915191"/>
                <a:gd name="connsiteY116" fmla="*/ 132194 h 435883"/>
                <a:gd name="connsiteX117" fmla="*/ 1140723 w 2915191"/>
                <a:gd name="connsiteY117" fmla="*/ 130362 h 435883"/>
                <a:gd name="connsiteX118" fmla="*/ 1150482 w 2915191"/>
                <a:gd name="connsiteY118" fmla="*/ 131749 h 435883"/>
                <a:gd name="connsiteX119" fmla="*/ 1160226 w 2915191"/>
                <a:gd name="connsiteY119" fmla="*/ 150948 h 435883"/>
                <a:gd name="connsiteX120" fmla="*/ 1169969 w 2915191"/>
                <a:gd name="connsiteY120" fmla="*/ 160550 h 435883"/>
                <a:gd name="connsiteX121" fmla="*/ 1179728 w 2915191"/>
                <a:gd name="connsiteY121" fmla="*/ 151164 h 435883"/>
                <a:gd name="connsiteX122" fmla="*/ 1189472 w 2915191"/>
                <a:gd name="connsiteY122" fmla="*/ 136114 h 435883"/>
                <a:gd name="connsiteX123" fmla="*/ 1199231 w 2915191"/>
                <a:gd name="connsiteY123" fmla="*/ 172189 h 435883"/>
                <a:gd name="connsiteX124" fmla="*/ 1208975 w 2915191"/>
                <a:gd name="connsiteY124" fmla="*/ 180345 h 435883"/>
                <a:gd name="connsiteX125" fmla="*/ 1218719 w 2915191"/>
                <a:gd name="connsiteY125" fmla="*/ 197166 h 435883"/>
                <a:gd name="connsiteX126" fmla="*/ 1228478 w 2915191"/>
                <a:gd name="connsiteY126" fmla="*/ 185750 h 435883"/>
                <a:gd name="connsiteX127" fmla="*/ 1238222 w 2915191"/>
                <a:gd name="connsiteY127" fmla="*/ 205961 h 435883"/>
                <a:gd name="connsiteX128" fmla="*/ 1247966 w 2915191"/>
                <a:gd name="connsiteY128" fmla="*/ 188638 h 435883"/>
                <a:gd name="connsiteX129" fmla="*/ 1257725 w 2915191"/>
                <a:gd name="connsiteY129" fmla="*/ 157378 h 435883"/>
                <a:gd name="connsiteX130" fmla="*/ 1267469 w 2915191"/>
                <a:gd name="connsiteY130" fmla="*/ 162052 h 435883"/>
                <a:gd name="connsiteX131" fmla="*/ 1277227 w 2915191"/>
                <a:gd name="connsiteY131" fmla="*/ 143281 h 435883"/>
                <a:gd name="connsiteX132" fmla="*/ 1286971 w 2915191"/>
                <a:gd name="connsiteY132" fmla="*/ 179399 h 435883"/>
                <a:gd name="connsiteX133" fmla="*/ 1296715 w 2915191"/>
                <a:gd name="connsiteY133" fmla="*/ 196948 h 435883"/>
                <a:gd name="connsiteX134" fmla="*/ 1306474 w 2915191"/>
                <a:gd name="connsiteY134" fmla="*/ 215566 h 435883"/>
                <a:gd name="connsiteX135" fmla="*/ 1316218 w 2915191"/>
                <a:gd name="connsiteY135" fmla="*/ 212303 h 435883"/>
                <a:gd name="connsiteX136" fmla="*/ 1325977 w 2915191"/>
                <a:gd name="connsiteY136" fmla="*/ 234805 h 435883"/>
                <a:gd name="connsiteX137" fmla="*/ 1335721 w 2915191"/>
                <a:gd name="connsiteY137" fmla="*/ 241448 h 435883"/>
                <a:gd name="connsiteX138" fmla="*/ 1345465 w 2915191"/>
                <a:gd name="connsiteY138" fmla="*/ 215524 h 435883"/>
                <a:gd name="connsiteX139" fmla="*/ 1355224 w 2915191"/>
                <a:gd name="connsiteY139" fmla="*/ 231670 h 435883"/>
                <a:gd name="connsiteX140" fmla="*/ 1364967 w 2915191"/>
                <a:gd name="connsiteY140" fmla="*/ 272426 h 435883"/>
                <a:gd name="connsiteX141" fmla="*/ 1374726 w 2915191"/>
                <a:gd name="connsiteY141" fmla="*/ 282136 h 435883"/>
                <a:gd name="connsiteX142" fmla="*/ 1384470 w 2915191"/>
                <a:gd name="connsiteY142" fmla="*/ 297071 h 435883"/>
                <a:gd name="connsiteX143" fmla="*/ 1394214 w 2915191"/>
                <a:gd name="connsiteY143" fmla="*/ 295842 h 435883"/>
                <a:gd name="connsiteX144" fmla="*/ 1403973 w 2915191"/>
                <a:gd name="connsiteY144" fmla="*/ 313077 h 435883"/>
                <a:gd name="connsiteX145" fmla="*/ 1413717 w 2915191"/>
                <a:gd name="connsiteY145" fmla="*/ 298218 h 435883"/>
                <a:gd name="connsiteX146" fmla="*/ 1423476 w 2915191"/>
                <a:gd name="connsiteY146" fmla="*/ 309979 h 435883"/>
                <a:gd name="connsiteX147" fmla="*/ 1433220 w 2915191"/>
                <a:gd name="connsiteY147" fmla="*/ 309941 h 435883"/>
                <a:gd name="connsiteX148" fmla="*/ 1442964 w 2915191"/>
                <a:gd name="connsiteY148" fmla="*/ 268988 h 435883"/>
                <a:gd name="connsiteX149" fmla="*/ 1452722 w 2915191"/>
                <a:gd name="connsiteY149" fmla="*/ 277042 h 435883"/>
                <a:gd name="connsiteX150" fmla="*/ 1462466 w 2915191"/>
                <a:gd name="connsiteY150" fmla="*/ 305749 h 435883"/>
                <a:gd name="connsiteX151" fmla="*/ 1472225 w 2915191"/>
                <a:gd name="connsiteY151" fmla="*/ 334858 h 435883"/>
                <a:gd name="connsiteX152" fmla="*/ 1481969 w 2915191"/>
                <a:gd name="connsiteY152" fmla="*/ 353717 h 435883"/>
                <a:gd name="connsiteX153" fmla="*/ 1491713 w 2915191"/>
                <a:gd name="connsiteY153" fmla="*/ 334135 h 435883"/>
                <a:gd name="connsiteX154" fmla="*/ 1501472 w 2915191"/>
                <a:gd name="connsiteY154" fmla="*/ 345412 h 435883"/>
                <a:gd name="connsiteX155" fmla="*/ 1511216 w 2915191"/>
                <a:gd name="connsiteY155" fmla="*/ 364186 h 435883"/>
                <a:gd name="connsiteX156" fmla="*/ 1520960 w 2915191"/>
                <a:gd name="connsiteY156" fmla="*/ 340434 h 435883"/>
                <a:gd name="connsiteX157" fmla="*/ 1530719 w 2915191"/>
                <a:gd name="connsiteY157" fmla="*/ 335540 h 435883"/>
                <a:gd name="connsiteX158" fmla="*/ 1540463 w 2915191"/>
                <a:gd name="connsiteY158" fmla="*/ 377942 h 435883"/>
                <a:gd name="connsiteX159" fmla="*/ 1550221 w 2915191"/>
                <a:gd name="connsiteY159" fmla="*/ 392378 h 435883"/>
                <a:gd name="connsiteX160" fmla="*/ 1559965 w 2915191"/>
                <a:gd name="connsiteY160" fmla="*/ 426089 h 435883"/>
                <a:gd name="connsiteX161" fmla="*/ 1569709 w 2915191"/>
                <a:gd name="connsiteY161" fmla="*/ 435883 h 435883"/>
                <a:gd name="connsiteX162" fmla="*/ 1579468 w 2915191"/>
                <a:gd name="connsiteY162" fmla="*/ 429195 h 435883"/>
                <a:gd name="connsiteX163" fmla="*/ 1589212 w 2915191"/>
                <a:gd name="connsiteY163" fmla="*/ 435481 h 435883"/>
                <a:gd name="connsiteX164" fmla="*/ 1598971 w 2915191"/>
                <a:gd name="connsiteY164" fmla="*/ 397590 h 435883"/>
                <a:gd name="connsiteX165" fmla="*/ 1608715 w 2915191"/>
                <a:gd name="connsiteY165" fmla="*/ 347820 h 435883"/>
                <a:gd name="connsiteX166" fmla="*/ 1618459 w 2915191"/>
                <a:gd name="connsiteY166" fmla="*/ 334327 h 435883"/>
                <a:gd name="connsiteX167" fmla="*/ 1628218 w 2915191"/>
                <a:gd name="connsiteY167" fmla="*/ 323612 h 435883"/>
                <a:gd name="connsiteX168" fmla="*/ 1637962 w 2915191"/>
                <a:gd name="connsiteY168" fmla="*/ 318227 h 435883"/>
                <a:gd name="connsiteX169" fmla="*/ 1647720 w 2915191"/>
                <a:gd name="connsiteY169" fmla="*/ 306290 h 435883"/>
                <a:gd name="connsiteX170" fmla="*/ 1657464 w 2915191"/>
                <a:gd name="connsiteY170" fmla="*/ 349953 h 435883"/>
                <a:gd name="connsiteX171" fmla="*/ 1667208 w 2915191"/>
                <a:gd name="connsiteY171" fmla="*/ 345954 h 435883"/>
                <a:gd name="connsiteX172" fmla="*/ 1676967 w 2915191"/>
                <a:gd name="connsiteY172" fmla="*/ 312110 h 435883"/>
                <a:gd name="connsiteX173" fmla="*/ 1686711 w 2915191"/>
                <a:gd name="connsiteY173" fmla="*/ 294142 h 435883"/>
                <a:gd name="connsiteX174" fmla="*/ 1696470 w 2915191"/>
                <a:gd name="connsiteY174" fmla="*/ 305648 h 435883"/>
                <a:gd name="connsiteX175" fmla="*/ 1706214 w 2915191"/>
                <a:gd name="connsiteY175" fmla="*/ 269518 h 435883"/>
                <a:gd name="connsiteX176" fmla="*/ 1715958 w 2915191"/>
                <a:gd name="connsiteY176" fmla="*/ 268454 h 435883"/>
                <a:gd name="connsiteX177" fmla="*/ 1725716 w 2915191"/>
                <a:gd name="connsiteY177" fmla="*/ 259724 h 435883"/>
                <a:gd name="connsiteX178" fmla="*/ 1735460 w 2915191"/>
                <a:gd name="connsiteY178" fmla="*/ 278972 h 435883"/>
                <a:gd name="connsiteX179" fmla="*/ 1745219 w 2915191"/>
                <a:gd name="connsiteY179" fmla="*/ 259087 h 435883"/>
                <a:gd name="connsiteX180" fmla="*/ 1754963 w 2915191"/>
                <a:gd name="connsiteY180" fmla="*/ 261935 h 435883"/>
                <a:gd name="connsiteX181" fmla="*/ 1764707 w 2915191"/>
                <a:gd name="connsiteY181" fmla="*/ 283739 h 435883"/>
                <a:gd name="connsiteX182" fmla="*/ 1774466 w 2915191"/>
                <a:gd name="connsiteY182" fmla="*/ 292050 h 435883"/>
                <a:gd name="connsiteX183" fmla="*/ 1784210 w 2915191"/>
                <a:gd name="connsiteY183" fmla="*/ 270533 h 435883"/>
                <a:gd name="connsiteX184" fmla="*/ 1793969 w 2915191"/>
                <a:gd name="connsiteY184" fmla="*/ 246171 h 435883"/>
                <a:gd name="connsiteX185" fmla="*/ 1803713 w 2915191"/>
                <a:gd name="connsiteY185" fmla="*/ 260112 h 435883"/>
                <a:gd name="connsiteX186" fmla="*/ 1813457 w 2915191"/>
                <a:gd name="connsiteY186" fmla="*/ 240097 h 435883"/>
                <a:gd name="connsiteX187" fmla="*/ 1823215 w 2915191"/>
                <a:gd name="connsiteY187" fmla="*/ 268644 h 435883"/>
                <a:gd name="connsiteX188" fmla="*/ 1832959 w 2915191"/>
                <a:gd name="connsiteY188" fmla="*/ 256833 h 435883"/>
                <a:gd name="connsiteX189" fmla="*/ 1842703 w 2915191"/>
                <a:gd name="connsiteY189" fmla="*/ 289235 h 435883"/>
                <a:gd name="connsiteX190" fmla="*/ 1852462 w 2915191"/>
                <a:gd name="connsiteY190" fmla="*/ 288966 h 435883"/>
                <a:gd name="connsiteX191" fmla="*/ 1862206 w 2915191"/>
                <a:gd name="connsiteY191" fmla="*/ 255230 h 435883"/>
                <a:gd name="connsiteX192" fmla="*/ 1871965 w 2915191"/>
                <a:gd name="connsiteY192" fmla="*/ 240976 h 435883"/>
                <a:gd name="connsiteX193" fmla="*/ 1881709 w 2915191"/>
                <a:gd name="connsiteY193" fmla="*/ 200627 h 435883"/>
                <a:gd name="connsiteX194" fmla="*/ 1891453 w 2915191"/>
                <a:gd name="connsiteY194" fmla="*/ 185574 h 435883"/>
                <a:gd name="connsiteX195" fmla="*/ 1901212 w 2915191"/>
                <a:gd name="connsiteY195" fmla="*/ 158351 h 435883"/>
                <a:gd name="connsiteX196" fmla="*/ 1910956 w 2915191"/>
                <a:gd name="connsiteY196" fmla="*/ 166615 h 435883"/>
                <a:gd name="connsiteX197" fmla="*/ 1920714 w 2915191"/>
                <a:gd name="connsiteY197" fmla="*/ 134526 h 435883"/>
                <a:gd name="connsiteX198" fmla="*/ 1930458 w 2915191"/>
                <a:gd name="connsiteY198" fmla="*/ 159501 h 435883"/>
                <a:gd name="connsiteX199" fmla="*/ 1940202 w 2915191"/>
                <a:gd name="connsiteY199" fmla="*/ 138149 h 435883"/>
                <a:gd name="connsiteX200" fmla="*/ 1949961 w 2915191"/>
                <a:gd name="connsiteY200" fmla="*/ 143336 h 435883"/>
                <a:gd name="connsiteX201" fmla="*/ 1959705 w 2915191"/>
                <a:gd name="connsiteY201" fmla="*/ 152457 h 435883"/>
                <a:gd name="connsiteX202" fmla="*/ 1969464 w 2915191"/>
                <a:gd name="connsiteY202" fmla="*/ 119351 h 435883"/>
                <a:gd name="connsiteX203" fmla="*/ 1979208 w 2915191"/>
                <a:gd name="connsiteY203" fmla="*/ 142652 h 435883"/>
                <a:gd name="connsiteX204" fmla="*/ 1988952 w 2915191"/>
                <a:gd name="connsiteY204" fmla="*/ 153346 h 435883"/>
                <a:gd name="connsiteX205" fmla="*/ 1998711 w 2915191"/>
                <a:gd name="connsiteY205" fmla="*/ 161383 h 435883"/>
                <a:gd name="connsiteX206" fmla="*/ 2008454 w 2915191"/>
                <a:gd name="connsiteY206" fmla="*/ 155164 h 435883"/>
                <a:gd name="connsiteX207" fmla="*/ 2018213 w 2915191"/>
                <a:gd name="connsiteY207" fmla="*/ 166836 h 435883"/>
                <a:gd name="connsiteX208" fmla="*/ 2027957 w 2915191"/>
                <a:gd name="connsiteY208" fmla="*/ 173242 h 435883"/>
                <a:gd name="connsiteX209" fmla="*/ 2037701 w 2915191"/>
                <a:gd name="connsiteY209" fmla="*/ 182630 h 435883"/>
                <a:gd name="connsiteX210" fmla="*/ 2047460 w 2915191"/>
                <a:gd name="connsiteY210" fmla="*/ 145003 h 435883"/>
                <a:gd name="connsiteX211" fmla="*/ 2057204 w 2915191"/>
                <a:gd name="connsiteY211" fmla="*/ 155672 h 435883"/>
                <a:gd name="connsiteX212" fmla="*/ 2066963 w 2915191"/>
                <a:gd name="connsiteY212" fmla="*/ 157774 h 435883"/>
                <a:gd name="connsiteX213" fmla="*/ 2076707 w 2915191"/>
                <a:gd name="connsiteY213" fmla="*/ 159221 h 435883"/>
                <a:gd name="connsiteX214" fmla="*/ 2086451 w 2915191"/>
                <a:gd name="connsiteY214" fmla="*/ 173880 h 435883"/>
                <a:gd name="connsiteX215" fmla="*/ 2096210 w 2915191"/>
                <a:gd name="connsiteY215" fmla="*/ 172132 h 435883"/>
                <a:gd name="connsiteX216" fmla="*/ 2105954 w 2915191"/>
                <a:gd name="connsiteY216" fmla="*/ 172287 h 435883"/>
                <a:gd name="connsiteX217" fmla="*/ 2115697 w 2915191"/>
                <a:gd name="connsiteY217" fmla="*/ 184819 h 435883"/>
                <a:gd name="connsiteX218" fmla="*/ 2125456 w 2915191"/>
                <a:gd name="connsiteY218" fmla="*/ 173290 h 435883"/>
                <a:gd name="connsiteX219" fmla="*/ 2135200 w 2915191"/>
                <a:gd name="connsiteY219" fmla="*/ 165617 h 435883"/>
                <a:gd name="connsiteX220" fmla="*/ 2144959 w 2915191"/>
                <a:gd name="connsiteY220" fmla="*/ 177988 h 435883"/>
                <a:gd name="connsiteX221" fmla="*/ 2154703 w 2915191"/>
                <a:gd name="connsiteY221" fmla="*/ 165638 h 435883"/>
                <a:gd name="connsiteX222" fmla="*/ 2164447 w 2915191"/>
                <a:gd name="connsiteY222" fmla="*/ 172742 h 435883"/>
                <a:gd name="connsiteX223" fmla="*/ 2174206 w 2915191"/>
                <a:gd name="connsiteY223" fmla="*/ 191112 h 435883"/>
                <a:gd name="connsiteX224" fmla="*/ 2183950 w 2915191"/>
                <a:gd name="connsiteY224" fmla="*/ 187760 h 435883"/>
                <a:gd name="connsiteX225" fmla="*/ 2193709 w 2915191"/>
                <a:gd name="connsiteY225" fmla="*/ 187259 h 435883"/>
                <a:gd name="connsiteX226" fmla="*/ 2203452 w 2915191"/>
                <a:gd name="connsiteY226" fmla="*/ 224282 h 435883"/>
                <a:gd name="connsiteX227" fmla="*/ 2213196 w 2915191"/>
                <a:gd name="connsiteY227" fmla="*/ 215116 h 435883"/>
                <a:gd name="connsiteX228" fmla="*/ 2222955 w 2915191"/>
                <a:gd name="connsiteY228" fmla="*/ 202708 h 435883"/>
                <a:gd name="connsiteX229" fmla="*/ 2232699 w 2915191"/>
                <a:gd name="connsiteY229" fmla="*/ 215566 h 435883"/>
                <a:gd name="connsiteX230" fmla="*/ 2242458 w 2915191"/>
                <a:gd name="connsiteY230" fmla="*/ 232819 h 435883"/>
                <a:gd name="connsiteX231" fmla="*/ 2252202 w 2915191"/>
                <a:gd name="connsiteY231" fmla="*/ 223088 h 435883"/>
                <a:gd name="connsiteX232" fmla="*/ 2261946 w 2915191"/>
                <a:gd name="connsiteY232" fmla="*/ 236377 h 435883"/>
                <a:gd name="connsiteX233" fmla="*/ 2271705 w 2915191"/>
                <a:gd name="connsiteY233" fmla="*/ 211080 h 435883"/>
                <a:gd name="connsiteX234" fmla="*/ 2281449 w 2915191"/>
                <a:gd name="connsiteY234" fmla="*/ 189369 h 435883"/>
                <a:gd name="connsiteX235" fmla="*/ 2291208 w 2915191"/>
                <a:gd name="connsiteY235" fmla="*/ 216140 h 435883"/>
                <a:gd name="connsiteX236" fmla="*/ 2300951 w 2915191"/>
                <a:gd name="connsiteY236" fmla="*/ 224389 h 435883"/>
                <a:gd name="connsiteX237" fmla="*/ 2310695 w 2915191"/>
                <a:gd name="connsiteY237" fmla="*/ 230942 h 435883"/>
                <a:gd name="connsiteX238" fmla="*/ 2320454 w 2915191"/>
                <a:gd name="connsiteY238" fmla="*/ 255269 h 435883"/>
                <a:gd name="connsiteX239" fmla="*/ 2330198 w 2915191"/>
                <a:gd name="connsiteY239" fmla="*/ 226417 h 435883"/>
                <a:gd name="connsiteX240" fmla="*/ 2339957 w 2915191"/>
                <a:gd name="connsiteY240" fmla="*/ 235116 h 435883"/>
                <a:gd name="connsiteX241" fmla="*/ 2349701 w 2915191"/>
                <a:gd name="connsiteY241" fmla="*/ 228536 h 435883"/>
                <a:gd name="connsiteX242" fmla="*/ 2359445 w 2915191"/>
                <a:gd name="connsiteY242" fmla="*/ 245400 h 435883"/>
                <a:gd name="connsiteX243" fmla="*/ 2369204 w 2915191"/>
                <a:gd name="connsiteY243" fmla="*/ 267625 h 435883"/>
                <a:gd name="connsiteX244" fmla="*/ 2378948 w 2915191"/>
                <a:gd name="connsiteY244" fmla="*/ 262624 h 435883"/>
                <a:gd name="connsiteX245" fmla="*/ 2388692 w 2915191"/>
                <a:gd name="connsiteY245" fmla="*/ 233701 h 435883"/>
                <a:gd name="connsiteX246" fmla="*/ 2398450 w 2915191"/>
                <a:gd name="connsiteY246" fmla="*/ 273179 h 435883"/>
                <a:gd name="connsiteX247" fmla="*/ 2408194 w 2915191"/>
                <a:gd name="connsiteY247" fmla="*/ 291052 h 435883"/>
                <a:gd name="connsiteX248" fmla="*/ 2417953 w 2915191"/>
                <a:gd name="connsiteY248" fmla="*/ 314066 h 435883"/>
                <a:gd name="connsiteX249" fmla="*/ 2427697 w 2915191"/>
                <a:gd name="connsiteY249" fmla="*/ 342945 h 435883"/>
                <a:gd name="connsiteX250" fmla="*/ 2437441 w 2915191"/>
                <a:gd name="connsiteY250" fmla="*/ 349541 h 435883"/>
                <a:gd name="connsiteX251" fmla="*/ 2447200 w 2915191"/>
                <a:gd name="connsiteY251" fmla="*/ 356780 h 435883"/>
                <a:gd name="connsiteX252" fmla="*/ 2456944 w 2915191"/>
                <a:gd name="connsiteY252" fmla="*/ 358307 h 435883"/>
                <a:gd name="connsiteX253" fmla="*/ 2466703 w 2915191"/>
                <a:gd name="connsiteY253" fmla="*/ 343962 h 435883"/>
                <a:gd name="connsiteX254" fmla="*/ 2476446 w 2915191"/>
                <a:gd name="connsiteY254" fmla="*/ 348653 h 435883"/>
                <a:gd name="connsiteX255" fmla="*/ 2486190 w 2915191"/>
                <a:gd name="connsiteY255" fmla="*/ 298220 h 435883"/>
                <a:gd name="connsiteX256" fmla="*/ 2495949 w 2915191"/>
                <a:gd name="connsiteY256" fmla="*/ 287144 h 435883"/>
                <a:gd name="connsiteX257" fmla="*/ 2505693 w 2915191"/>
                <a:gd name="connsiteY257" fmla="*/ 286662 h 435883"/>
                <a:gd name="connsiteX258" fmla="*/ 2515452 w 2915191"/>
                <a:gd name="connsiteY258" fmla="*/ 292908 h 435883"/>
                <a:gd name="connsiteX259" fmla="*/ 2525196 w 2915191"/>
                <a:gd name="connsiteY259" fmla="*/ 301946 h 435883"/>
                <a:gd name="connsiteX260" fmla="*/ 2534940 w 2915191"/>
                <a:gd name="connsiteY260" fmla="*/ 287836 h 435883"/>
                <a:gd name="connsiteX261" fmla="*/ 2544699 w 2915191"/>
                <a:gd name="connsiteY261" fmla="*/ 291385 h 435883"/>
                <a:gd name="connsiteX262" fmla="*/ 2554443 w 2915191"/>
                <a:gd name="connsiteY262" fmla="*/ 302585 h 435883"/>
                <a:gd name="connsiteX263" fmla="*/ 2564202 w 2915191"/>
                <a:gd name="connsiteY263" fmla="*/ 333776 h 435883"/>
                <a:gd name="connsiteX264" fmla="*/ 2573946 w 2915191"/>
                <a:gd name="connsiteY264" fmla="*/ 356714 h 435883"/>
                <a:gd name="connsiteX265" fmla="*/ 2583690 w 2915191"/>
                <a:gd name="connsiteY265" fmla="*/ 355168 h 435883"/>
                <a:gd name="connsiteX266" fmla="*/ 2593448 w 2915191"/>
                <a:gd name="connsiteY266" fmla="*/ 366904 h 435883"/>
                <a:gd name="connsiteX267" fmla="*/ 2603192 w 2915191"/>
                <a:gd name="connsiteY267" fmla="*/ 354100 h 435883"/>
                <a:gd name="connsiteX268" fmla="*/ 2612951 w 2915191"/>
                <a:gd name="connsiteY268" fmla="*/ 375758 h 435883"/>
                <a:gd name="connsiteX269" fmla="*/ 2622695 w 2915191"/>
                <a:gd name="connsiteY269" fmla="*/ 362820 h 435883"/>
                <a:gd name="connsiteX270" fmla="*/ 2632439 w 2915191"/>
                <a:gd name="connsiteY270" fmla="*/ 347116 h 435883"/>
                <a:gd name="connsiteX271" fmla="*/ 2642198 w 2915191"/>
                <a:gd name="connsiteY271" fmla="*/ 381748 h 435883"/>
                <a:gd name="connsiteX272" fmla="*/ 2651942 w 2915191"/>
                <a:gd name="connsiteY272" fmla="*/ 386865 h 435883"/>
                <a:gd name="connsiteX273" fmla="*/ 2661685 w 2915191"/>
                <a:gd name="connsiteY273" fmla="*/ 370000 h 435883"/>
                <a:gd name="connsiteX274" fmla="*/ 2671444 w 2915191"/>
                <a:gd name="connsiteY274" fmla="*/ 335425 h 435883"/>
                <a:gd name="connsiteX275" fmla="*/ 2681188 w 2915191"/>
                <a:gd name="connsiteY275" fmla="*/ 339345 h 435883"/>
                <a:gd name="connsiteX276" fmla="*/ 2690947 w 2915191"/>
                <a:gd name="connsiteY276" fmla="*/ 330701 h 435883"/>
                <a:gd name="connsiteX277" fmla="*/ 2700691 w 2915191"/>
                <a:gd name="connsiteY277" fmla="*/ 303176 h 435883"/>
                <a:gd name="connsiteX278" fmla="*/ 2710435 w 2915191"/>
                <a:gd name="connsiteY278" fmla="*/ 324042 h 435883"/>
                <a:gd name="connsiteX279" fmla="*/ 2720194 w 2915191"/>
                <a:gd name="connsiteY279" fmla="*/ 317657 h 435883"/>
                <a:gd name="connsiteX280" fmla="*/ 2729938 w 2915191"/>
                <a:gd name="connsiteY280" fmla="*/ 310475 h 435883"/>
                <a:gd name="connsiteX281" fmla="*/ 2739697 w 2915191"/>
                <a:gd name="connsiteY281" fmla="*/ 291989 h 435883"/>
                <a:gd name="connsiteX282" fmla="*/ 2749441 w 2915191"/>
                <a:gd name="connsiteY282" fmla="*/ 298562 h 435883"/>
                <a:gd name="connsiteX283" fmla="*/ 2759185 w 2915191"/>
                <a:gd name="connsiteY283" fmla="*/ 254099 h 435883"/>
                <a:gd name="connsiteX284" fmla="*/ 2768943 w 2915191"/>
                <a:gd name="connsiteY284" fmla="*/ 255690 h 435883"/>
                <a:gd name="connsiteX285" fmla="*/ 2778687 w 2915191"/>
                <a:gd name="connsiteY285" fmla="*/ 236754 h 435883"/>
                <a:gd name="connsiteX286" fmla="*/ 2788446 w 2915191"/>
                <a:gd name="connsiteY286" fmla="*/ 226993 h 435883"/>
                <a:gd name="connsiteX287" fmla="*/ 2798190 w 2915191"/>
                <a:gd name="connsiteY287" fmla="*/ 236632 h 435883"/>
                <a:gd name="connsiteX288" fmla="*/ 2807934 w 2915191"/>
                <a:gd name="connsiteY288" fmla="*/ 263283 h 435883"/>
                <a:gd name="connsiteX289" fmla="*/ 2817693 w 2915191"/>
                <a:gd name="connsiteY289" fmla="*/ 235730 h 435883"/>
                <a:gd name="connsiteX290" fmla="*/ 2827437 w 2915191"/>
                <a:gd name="connsiteY290" fmla="*/ 214641 h 435883"/>
                <a:gd name="connsiteX291" fmla="*/ 2837196 w 2915191"/>
                <a:gd name="connsiteY291" fmla="*/ 198298 h 435883"/>
                <a:gd name="connsiteX292" fmla="*/ 2846940 w 2915191"/>
                <a:gd name="connsiteY292" fmla="*/ 171828 h 435883"/>
                <a:gd name="connsiteX293" fmla="*/ 2856684 w 2915191"/>
                <a:gd name="connsiteY293" fmla="*/ 147335 h 435883"/>
                <a:gd name="connsiteX294" fmla="*/ 2866442 w 2915191"/>
                <a:gd name="connsiteY294" fmla="*/ 158510 h 435883"/>
                <a:gd name="connsiteX295" fmla="*/ 2876186 w 2915191"/>
                <a:gd name="connsiteY295" fmla="*/ 153609 h 435883"/>
                <a:gd name="connsiteX296" fmla="*/ 2885945 w 2915191"/>
                <a:gd name="connsiteY296" fmla="*/ 164659 h 435883"/>
                <a:gd name="connsiteX297" fmla="*/ 2895689 w 2915191"/>
                <a:gd name="connsiteY297" fmla="*/ 167366 h 435883"/>
                <a:gd name="connsiteX298" fmla="*/ 2905433 w 2915191"/>
                <a:gd name="connsiteY298" fmla="*/ 166548 h 435883"/>
                <a:gd name="connsiteX299" fmla="*/ 2915192 w 2915191"/>
                <a:gd name="connsiteY299" fmla="*/ 150115 h 435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35883">
                  <a:moveTo>
                    <a:pt x="0" y="119947"/>
                  </a:moveTo>
                  <a:lnTo>
                    <a:pt x="9750" y="126449"/>
                  </a:lnTo>
                  <a:lnTo>
                    <a:pt x="19500" y="136136"/>
                  </a:lnTo>
                  <a:lnTo>
                    <a:pt x="29250" y="132735"/>
                  </a:lnTo>
                  <a:lnTo>
                    <a:pt x="39000" y="126619"/>
                  </a:lnTo>
                  <a:lnTo>
                    <a:pt x="48749" y="120731"/>
                  </a:lnTo>
                  <a:lnTo>
                    <a:pt x="58499" y="123519"/>
                  </a:lnTo>
                  <a:lnTo>
                    <a:pt x="68249" y="135418"/>
                  </a:lnTo>
                  <a:lnTo>
                    <a:pt x="77998" y="127209"/>
                  </a:lnTo>
                  <a:lnTo>
                    <a:pt x="87748" y="130198"/>
                  </a:lnTo>
                  <a:lnTo>
                    <a:pt x="97497" y="142013"/>
                  </a:lnTo>
                  <a:lnTo>
                    <a:pt x="107247" y="153258"/>
                  </a:lnTo>
                  <a:lnTo>
                    <a:pt x="116997" y="172496"/>
                  </a:lnTo>
                  <a:lnTo>
                    <a:pt x="126747" y="154131"/>
                  </a:lnTo>
                  <a:lnTo>
                    <a:pt x="136497" y="173309"/>
                  </a:lnTo>
                  <a:lnTo>
                    <a:pt x="146247" y="170762"/>
                  </a:lnTo>
                  <a:lnTo>
                    <a:pt x="155997" y="159327"/>
                  </a:lnTo>
                  <a:lnTo>
                    <a:pt x="165747" y="158697"/>
                  </a:lnTo>
                  <a:lnTo>
                    <a:pt x="175497" y="166340"/>
                  </a:lnTo>
                  <a:lnTo>
                    <a:pt x="185247" y="160428"/>
                  </a:lnTo>
                  <a:lnTo>
                    <a:pt x="194996" y="154932"/>
                  </a:lnTo>
                  <a:lnTo>
                    <a:pt x="204746" y="149979"/>
                  </a:lnTo>
                  <a:lnTo>
                    <a:pt x="214495" y="127707"/>
                  </a:lnTo>
                  <a:lnTo>
                    <a:pt x="224245" y="111789"/>
                  </a:lnTo>
                  <a:lnTo>
                    <a:pt x="233995" y="120089"/>
                  </a:lnTo>
                  <a:lnTo>
                    <a:pt x="243744" y="117560"/>
                  </a:lnTo>
                  <a:lnTo>
                    <a:pt x="253494" y="113290"/>
                  </a:lnTo>
                  <a:lnTo>
                    <a:pt x="263244" y="116698"/>
                  </a:lnTo>
                  <a:lnTo>
                    <a:pt x="272994" y="122698"/>
                  </a:lnTo>
                  <a:lnTo>
                    <a:pt x="282744" y="127148"/>
                  </a:lnTo>
                  <a:lnTo>
                    <a:pt x="292494" y="124848"/>
                  </a:lnTo>
                  <a:lnTo>
                    <a:pt x="302244" y="109789"/>
                  </a:lnTo>
                  <a:lnTo>
                    <a:pt x="311994" y="122251"/>
                  </a:lnTo>
                  <a:lnTo>
                    <a:pt x="321744" y="112572"/>
                  </a:lnTo>
                  <a:lnTo>
                    <a:pt x="331493" y="162350"/>
                  </a:lnTo>
                  <a:lnTo>
                    <a:pt x="341243" y="138559"/>
                  </a:lnTo>
                  <a:lnTo>
                    <a:pt x="350993" y="132777"/>
                  </a:lnTo>
                  <a:lnTo>
                    <a:pt x="360742" y="67402"/>
                  </a:lnTo>
                  <a:lnTo>
                    <a:pt x="370492" y="40892"/>
                  </a:lnTo>
                  <a:lnTo>
                    <a:pt x="380241" y="48943"/>
                  </a:lnTo>
                  <a:lnTo>
                    <a:pt x="389991" y="40989"/>
                  </a:lnTo>
                  <a:lnTo>
                    <a:pt x="399741" y="50000"/>
                  </a:lnTo>
                  <a:lnTo>
                    <a:pt x="409491" y="53090"/>
                  </a:lnTo>
                  <a:lnTo>
                    <a:pt x="419241" y="43006"/>
                  </a:lnTo>
                  <a:lnTo>
                    <a:pt x="428991" y="24291"/>
                  </a:lnTo>
                  <a:lnTo>
                    <a:pt x="438741" y="61799"/>
                  </a:lnTo>
                  <a:lnTo>
                    <a:pt x="448491" y="114692"/>
                  </a:lnTo>
                  <a:lnTo>
                    <a:pt x="458241" y="109415"/>
                  </a:lnTo>
                  <a:lnTo>
                    <a:pt x="467991" y="75496"/>
                  </a:lnTo>
                  <a:lnTo>
                    <a:pt x="477740" y="79940"/>
                  </a:lnTo>
                  <a:lnTo>
                    <a:pt x="487490" y="94147"/>
                  </a:lnTo>
                  <a:lnTo>
                    <a:pt x="497239" y="100665"/>
                  </a:lnTo>
                  <a:lnTo>
                    <a:pt x="506989" y="112516"/>
                  </a:lnTo>
                  <a:lnTo>
                    <a:pt x="516738" y="100272"/>
                  </a:lnTo>
                  <a:lnTo>
                    <a:pt x="526488" y="65062"/>
                  </a:lnTo>
                  <a:lnTo>
                    <a:pt x="536238" y="50379"/>
                  </a:lnTo>
                  <a:lnTo>
                    <a:pt x="545988" y="29820"/>
                  </a:lnTo>
                  <a:lnTo>
                    <a:pt x="555738" y="0"/>
                  </a:lnTo>
                  <a:lnTo>
                    <a:pt x="565488" y="9841"/>
                  </a:lnTo>
                  <a:lnTo>
                    <a:pt x="575238" y="43594"/>
                  </a:lnTo>
                  <a:lnTo>
                    <a:pt x="584988" y="60469"/>
                  </a:lnTo>
                  <a:lnTo>
                    <a:pt x="594738" y="70422"/>
                  </a:lnTo>
                  <a:lnTo>
                    <a:pt x="604488" y="70393"/>
                  </a:lnTo>
                  <a:lnTo>
                    <a:pt x="614237" y="83104"/>
                  </a:lnTo>
                  <a:lnTo>
                    <a:pt x="623987" y="86413"/>
                  </a:lnTo>
                  <a:lnTo>
                    <a:pt x="633736" y="90176"/>
                  </a:lnTo>
                  <a:lnTo>
                    <a:pt x="643486" y="102979"/>
                  </a:lnTo>
                  <a:lnTo>
                    <a:pt x="653236" y="82709"/>
                  </a:lnTo>
                  <a:lnTo>
                    <a:pt x="662985" y="50035"/>
                  </a:lnTo>
                  <a:lnTo>
                    <a:pt x="672735" y="71099"/>
                  </a:lnTo>
                  <a:lnTo>
                    <a:pt x="682485" y="118600"/>
                  </a:lnTo>
                  <a:lnTo>
                    <a:pt x="692235" y="97576"/>
                  </a:lnTo>
                  <a:lnTo>
                    <a:pt x="701985" y="106501"/>
                  </a:lnTo>
                  <a:lnTo>
                    <a:pt x="711735" y="133860"/>
                  </a:lnTo>
                  <a:lnTo>
                    <a:pt x="721485" y="153391"/>
                  </a:lnTo>
                  <a:lnTo>
                    <a:pt x="731235" y="132103"/>
                  </a:lnTo>
                  <a:lnTo>
                    <a:pt x="740985" y="121750"/>
                  </a:lnTo>
                  <a:lnTo>
                    <a:pt x="750734" y="161503"/>
                  </a:lnTo>
                  <a:lnTo>
                    <a:pt x="760484" y="178077"/>
                  </a:lnTo>
                  <a:lnTo>
                    <a:pt x="770233" y="150127"/>
                  </a:lnTo>
                  <a:lnTo>
                    <a:pt x="779983" y="162013"/>
                  </a:lnTo>
                  <a:lnTo>
                    <a:pt x="789733" y="129439"/>
                  </a:lnTo>
                  <a:lnTo>
                    <a:pt x="799482" y="159559"/>
                  </a:lnTo>
                  <a:lnTo>
                    <a:pt x="809232" y="133256"/>
                  </a:lnTo>
                  <a:lnTo>
                    <a:pt x="818982" y="152412"/>
                  </a:lnTo>
                  <a:lnTo>
                    <a:pt x="828732" y="160464"/>
                  </a:lnTo>
                  <a:lnTo>
                    <a:pt x="838482" y="179734"/>
                  </a:lnTo>
                  <a:lnTo>
                    <a:pt x="848232" y="178542"/>
                  </a:lnTo>
                  <a:lnTo>
                    <a:pt x="857982" y="182390"/>
                  </a:lnTo>
                  <a:lnTo>
                    <a:pt x="867732" y="195071"/>
                  </a:lnTo>
                  <a:lnTo>
                    <a:pt x="877482" y="192969"/>
                  </a:lnTo>
                  <a:lnTo>
                    <a:pt x="887231" y="220554"/>
                  </a:lnTo>
                  <a:lnTo>
                    <a:pt x="896981" y="223938"/>
                  </a:lnTo>
                  <a:lnTo>
                    <a:pt x="906730" y="196841"/>
                  </a:lnTo>
                  <a:lnTo>
                    <a:pt x="916480" y="189642"/>
                  </a:lnTo>
                  <a:lnTo>
                    <a:pt x="926230" y="184461"/>
                  </a:lnTo>
                  <a:lnTo>
                    <a:pt x="935979" y="172128"/>
                  </a:lnTo>
                  <a:lnTo>
                    <a:pt x="945729" y="138754"/>
                  </a:lnTo>
                  <a:lnTo>
                    <a:pt x="955479" y="113156"/>
                  </a:lnTo>
                  <a:lnTo>
                    <a:pt x="965229" y="88351"/>
                  </a:lnTo>
                  <a:lnTo>
                    <a:pt x="974979" y="76514"/>
                  </a:lnTo>
                  <a:lnTo>
                    <a:pt x="984729" y="58112"/>
                  </a:lnTo>
                  <a:lnTo>
                    <a:pt x="994474" y="60353"/>
                  </a:lnTo>
                  <a:lnTo>
                    <a:pt x="1004233" y="61917"/>
                  </a:lnTo>
                  <a:lnTo>
                    <a:pt x="1013977" y="50372"/>
                  </a:lnTo>
                  <a:lnTo>
                    <a:pt x="1023721" y="48216"/>
                  </a:lnTo>
                  <a:lnTo>
                    <a:pt x="1033480" y="34369"/>
                  </a:lnTo>
                  <a:lnTo>
                    <a:pt x="1043224" y="26037"/>
                  </a:lnTo>
                  <a:lnTo>
                    <a:pt x="1052983" y="72378"/>
                  </a:lnTo>
                  <a:lnTo>
                    <a:pt x="1062727" y="85970"/>
                  </a:lnTo>
                  <a:lnTo>
                    <a:pt x="1072471" y="91656"/>
                  </a:lnTo>
                  <a:lnTo>
                    <a:pt x="1082230" y="122929"/>
                  </a:lnTo>
                  <a:lnTo>
                    <a:pt x="1091973" y="131667"/>
                  </a:lnTo>
                  <a:lnTo>
                    <a:pt x="1101732" y="134302"/>
                  </a:lnTo>
                  <a:lnTo>
                    <a:pt x="1111476" y="135591"/>
                  </a:lnTo>
                  <a:lnTo>
                    <a:pt x="1121220" y="137623"/>
                  </a:lnTo>
                  <a:lnTo>
                    <a:pt x="1130979" y="132194"/>
                  </a:lnTo>
                  <a:lnTo>
                    <a:pt x="1140723" y="130362"/>
                  </a:lnTo>
                  <a:lnTo>
                    <a:pt x="1150482" y="131749"/>
                  </a:lnTo>
                  <a:lnTo>
                    <a:pt x="1160226" y="150948"/>
                  </a:lnTo>
                  <a:lnTo>
                    <a:pt x="1169969" y="160550"/>
                  </a:lnTo>
                  <a:lnTo>
                    <a:pt x="1179728" y="151164"/>
                  </a:lnTo>
                  <a:lnTo>
                    <a:pt x="1189472" y="136114"/>
                  </a:lnTo>
                  <a:lnTo>
                    <a:pt x="1199231" y="172189"/>
                  </a:lnTo>
                  <a:lnTo>
                    <a:pt x="1208975" y="180345"/>
                  </a:lnTo>
                  <a:lnTo>
                    <a:pt x="1218719" y="197166"/>
                  </a:lnTo>
                  <a:lnTo>
                    <a:pt x="1228478" y="185750"/>
                  </a:lnTo>
                  <a:lnTo>
                    <a:pt x="1238222" y="205961"/>
                  </a:lnTo>
                  <a:lnTo>
                    <a:pt x="1247966" y="188638"/>
                  </a:lnTo>
                  <a:lnTo>
                    <a:pt x="1257725" y="157378"/>
                  </a:lnTo>
                  <a:lnTo>
                    <a:pt x="1267469" y="162052"/>
                  </a:lnTo>
                  <a:lnTo>
                    <a:pt x="1277227" y="143281"/>
                  </a:lnTo>
                  <a:lnTo>
                    <a:pt x="1286971" y="179399"/>
                  </a:lnTo>
                  <a:lnTo>
                    <a:pt x="1296715" y="196948"/>
                  </a:lnTo>
                  <a:lnTo>
                    <a:pt x="1306474" y="215566"/>
                  </a:lnTo>
                  <a:lnTo>
                    <a:pt x="1316218" y="212303"/>
                  </a:lnTo>
                  <a:lnTo>
                    <a:pt x="1325977" y="234805"/>
                  </a:lnTo>
                  <a:lnTo>
                    <a:pt x="1335721" y="241448"/>
                  </a:lnTo>
                  <a:lnTo>
                    <a:pt x="1345465" y="215524"/>
                  </a:lnTo>
                  <a:lnTo>
                    <a:pt x="1355224" y="231670"/>
                  </a:lnTo>
                  <a:lnTo>
                    <a:pt x="1364967" y="272426"/>
                  </a:lnTo>
                  <a:lnTo>
                    <a:pt x="1374726" y="282136"/>
                  </a:lnTo>
                  <a:lnTo>
                    <a:pt x="1384470" y="297071"/>
                  </a:lnTo>
                  <a:lnTo>
                    <a:pt x="1394214" y="295842"/>
                  </a:lnTo>
                  <a:lnTo>
                    <a:pt x="1403973" y="313077"/>
                  </a:lnTo>
                  <a:lnTo>
                    <a:pt x="1413717" y="298218"/>
                  </a:lnTo>
                  <a:lnTo>
                    <a:pt x="1423476" y="309979"/>
                  </a:lnTo>
                  <a:lnTo>
                    <a:pt x="1433220" y="309941"/>
                  </a:lnTo>
                  <a:lnTo>
                    <a:pt x="1442964" y="268988"/>
                  </a:lnTo>
                  <a:lnTo>
                    <a:pt x="1452722" y="277042"/>
                  </a:lnTo>
                  <a:lnTo>
                    <a:pt x="1462466" y="305749"/>
                  </a:lnTo>
                  <a:lnTo>
                    <a:pt x="1472225" y="334858"/>
                  </a:lnTo>
                  <a:lnTo>
                    <a:pt x="1481969" y="353717"/>
                  </a:lnTo>
                  <a:lnTo>
                    <a:pt x="1491713" y="334135"/>
                  </a:lnTo>
                  <a:lnTo>
                    <a:pt x="1501472" y="345412"/>
                  </a:lnTo>
                  <a:lnTo>
                    <a:pt x="1511216" y="364186"/>
                  </a:lnTo>
                  <a:lnTo>
                    <a:pt x="1520960" y="340434"/>
                  </a:lnTo>
                  <a:lnTo>
                    <a:pt x="1530719" y="335540"/>
                  </a:lnTo>
                  <a:lnTo>
                    <a:pt x="1540463" y="377942"/>
                  </a:lnTo>
                  <a:lnTo>
                    <a:pt x="1550221" y="392378"/>
                  </a:lnTo>
                  <a:lnTo>
                    <a:pt x="1559965" y="426089"/>
                  </a:lnTo>
                  <a:lnTo>
                    <a:pt x="1569709" y="435883"/>
                  </a:lnTo>
                  <a:lnTo>
                    <a:pt x="1579468" y="429195"/>
                  </a:lnTo>
                  <a:lnTo>
                    <a:pt x="1589212" y="435481"/>
                  </a:lnTo>
                  <a:lnTo>
                    <a:pt x="1598971" y="397590"/>
                  </a:lnTo>
                  <a:lnTo>
                    <a:pt x="1608715" y="347820"/>
                  </a:lnTo>
                  <a:lnTo>
                    <a:pt x="1618459" y="334327"/>
                  </a:lnTo>
                  <a:lnTo>
                    <a:pt x="1628218" y="323612"/>
                  </a:lnTo>
                  <a:lnTo>
                    <a:pt x="1637962" y="318227"/>
                  </a:lnTo>
                  <a:lnTo>
                    <a:pt x="1647720" y="306290"/>
                  </a:lnTo>
                  <a:lnTo>
                    <a:pt x="1657464" y="349953"/>
                  </a:lnTo>
                  <a:lnTo>
                    <a:pt x="1667208" y="345954"/>
                  </a:lnTo>
                  <a:lnTo>
                    <a:pt x="1676967" y="312110"/>
                  </a:lnTo>
                  <a:lnTo>
                    <a:pt x="1686711" y="294142"/>
                  </a:lnTo>
                  <a:lnTo>
                    <a:pt x="1696470" y="305648"/>
                  </a:lnTo>
                  <a:lnTo>
                    <a:pt x="1706214" y="269518"/>
                  </a:lnTo>
                  <a:lnTo>
                    <a:pt x="1715958" y="268454"/>
                  </a:lnTo>
                  <a:lnTo>
                    <a:pt x="1725716" y="259724"/>
                  </a:lnTo>
                  <a:lnTo>
                    <a:pt x="1735460" y="278972"/>
                  </a:lnTo>
                  <a:lnTo>
                    <a:pt x="1745219" y="259087"/>
                  </a:lnTo>
                  <a:lnTo>
                    <a:pt x="1754963" y="261935"/>
                  </a:lnTo>
                  <a:lnTo>
                    <a:pt x="1764707" y="283739"/>
                  </a:lnTo>
                  <a:lnTo>
                    <a:pt x="1774466" y="292050"/>
                  </a:lnTo>
                  <a:lnTo>
                    <a:pt x="1784210" y="270533"/>
                  </a:lnTo>
                  <a:lnTo>
                    <a:pt x="1793969" y="246171"/>
                  </a:lnTo>
                  <a:lnTo>
                    <a:pt x="1803713" y="260112"/>
                  </a:lnTo>
                  <a:lnTo>
                    <a:pt x="1813457" y="240097"/>
                  </a:lnTo>
                  <a:lnTo>
                    <a:pt x="1823215" y="268644"/>
                  </a:lnTo>
                  <a:lnTo>
                    <a:pt x="1832959" y="256833"/>
                  </a:lnTo>
                  <a:lnTo>
                    <a:pt x="1842703" y="289235"/>
                  </a:lnTo>
                  <a:lnTo>
                    <a:pt x="1852462" y="288966"/>
                  </a:lnTo>
                  <a:lnTo>
                    <a:pt x="1862206" y="255230"/>
                  </a:lnTo>
                  <a:lnTo>
                    <a:pt x="1871965" y="240976"/>
                  </a:lnTo>
                  <a:lnTo>
                    <a:pt x="1881709" y="200627"/>
                  </a:lnTo>
                  <a:lnTo>
                    <a:pt x="1891453" y="185574"/>
                  </a:lnTo>
                  <a:lnTo>
                    <a:pt x="1901212" y="158351"/>
                  </a:lnTo>
                  <a:lnTo>
                    <a:pt x="1910956" y="166615"/>
                  </a:lnTo>
                  <a:lnTo>
                    <a:pt x="1920714" y="134526"/>
                  </a:lnTo>
                  <a:lnTo>
                    <a:pt x="1930458" y="159501"/>
                  </a:lnTo>
                  <a:lnTo>
                    <a:pt x="1940202" y="138149"/>
                  </a:lnTo>
                  <a:lnTo>
                    <a:pt x="1949961" y="143336"/>
                  </a:lnTo>
                  <a:lnTo>
                    <a:pt x="1959705" y="152457"/>
                  </a:lnTo>
                  <a:lnTo>
                    <a:pt x="1969464" y="119351"/>
                  </a:lnTo>
                  <a:lnTo>
                    <a:pt x="1979208" y="142652"/>
                  </a:lnTo>
                  <a:lnTo>
                    <a:pt x="1988952" y="153346"/>
                  </a:lnTo>
                  <a:lnTo>
                    <a:pt x="1998711" y="161383"/>
                  </a:lnTo>
                  <a:lnTo>
                    <a:pt x="2008454" y="155164"/>
                  </a:lnTo>
                  <a:lnTo>
                    <a:pt x="2018213" y="166836"/>
                  </a:lnTo>
                  <a:lnTo>
                    <a:pt x="2027957" y="173242"/>
                  </a:lnTo>
                  <a:lnTo>
                    <a:pt x="2037701" y="182630"/>
                  </a:lnTo>
                  <a:lnTo>
                    <a:pt x="2047460" y="145003"/>
                  </a:lnTo>
                  <a:lnTo>
                    <a:pt x="2057204" y="155672"/>
                  </a:lnTo>
                  <a:lnTo>
                    <a:pt x="2066963" y="157774"/>
                  </a:lnTo>
                  <a:lnTo>
                    <a:pt x="2076707" y="159221"/>
                  </a:lnTo>
                  <a:lnTo>
                    <a:pt x="2086451" y="173880"/>
                  </a:lnTo>
                  <a:lnTo>
                    <a:pt x="2096210" y="172132"/>
                  </a:lnTo>
                  <a:lnTo>
                    <a:pt x="2105954" y="172287"/>
                  </a:lnTo>
                  <a:lnTo>
                    <a:pt x="2115697" y="184819"/>
                  </a:lnTo>
                  <a:lnTo>
                    <a:pt x="2125456" y="173290"/>
                  </a:lnTo>
                  <a:lnTo>
                    <a:pt x="2135200" y="165617"/>
                  </a:lnTo>
                  <a:lnTo>
                    <a:pt x="2144959" y="177988"/>
                  </a:lnTo>
                  <a:lnTo>
                    <a:pt x="2154703" y="165638"/>
                  </a:lnTo>
                  <a:lnTo>
                    <a:pt x="2164447" y="172742"/>
                  </a:lnTo>
                  <a:lnTo>
                    <a:pt x="2174206" y="191112"/>
                  </a:lnTo>
                  <a:lnTo>
                    <a:pt x="2183950" y="187760"/>
                  </a:lnTo>
                  <a:lnTo>
                    <a:pt x="2193709" y="187259"/>
                  </a:lnTo>
                  <a:lnTo>
                    <a:pt x="2203452" y="224282"/>
                  </a:lnTo>
                  <a:lnTo>
                    <a:pt x="2213196" y="215116"/>
                  </a:lnTo>
                  <a:lnTo>
                    <a:pt x="2222955" y="202708"/>
                  </a:lnTo>
                  <a:lnTo>
                    <a:pt x="2232699" y="215566"/>
                  </a:lnTo>
                  <a:lnTo>
                    <a:pt x="2242458" y="232819"/>
                  </a:lnTo>
                  <a:lnTo>
                    <a:pt x="2252202" y="223088"/>
                  </a:lnTo>
                  <a:lnTo>
                    <a:pt x="2261946" y="236377"/>
                  </a:lnTo>
                  <a:lnTo>
                    <a:pt x="2271705" y="211080"/>
                  </a:lnTo>
                  <a:lnTo>
                    <a:pt x="2281449" y="189369"/>
                  </a:lnTo>
                  <a:lnTo>
                    <a:pt x="2291208" y="216140"/>
                  </a:lnTo>
                  <a:lnTo>
                    <a:pt x="2300951" y="224389"/>
                  </a:lnTo>
                  <a:lnTo>
                    <a:pt x="2310695" y="230942"/>
                  </a:lnTo>
                  <a:lnTo>
                    <a:pt x="2320454" y="255269"/>
                  </a:lnTo>
                  <a:lnTo>
                    <a:pt x="2330198" y="226417"/>
                  </a:lnTo>
                  <a:lnTo>
                    <a:pt x="2339957" y="235116"/>
                  </a:lnTo>
                  <a:lnTo>
                    <a:pt x="2349701" y="228536"/>
                  </a:lnTo>
                  <a:lnTo>
                    <a:pt x="2359445" y="245400"/>
                  </a:lnTo>
                  <a:lnTo>
                    <a:pt x="2369204" y="267625"/>
                  </a:lnTo>
                  <a:lnTo>
                    <a:pt x="2378948" y="262624"/>
                  </a:lnTo>
                  <a:lnTo>
                    <a:pt x="2388692" y="233701"/>
                  </a:lnTo>
                  <a:lnTo>
                    <a:pt x="2398450" y="273179"/>
                  </a:lnTo>
                  <a:lnTo>
                    <a:pt x="2408194" y="291052"/>
                  </a:lnTo>
                  <a:lnTo>
                    <a:pt x="2417953" y="314066"/>
                  </a:lnTo>
                  <a:lnTo>
                    <a:pt x="2427697" y="342945"/>
                  </a:lnTo>
                  <a:lnTo>
                    <a:pt x="2437441" y="349541"/>
                  </a:lnTo>
                  <a:lnTo>
                    <a:pt x="2447200" y="356780"/>
                  </a:lnTo>
                  <a:lnTo>
                    <a:pt x="2456944" y="358307"/>
                  </a:lnTo>
                  <a:lnTo>
                    <a:pt x="2466703" y="343962"/>
                  </a:lnTo>
                  <a:lnTo>
                    <a:pt x="2476446" y="348653"/>
                  </a:lnTo>
                  <a:lnTo>
                    <a:pt x="2486190" y="298220"/>
                  </a:lnTo>
                  <a:lnTo>
                    <a:pt x="2495949" y="287144"/>
                  </a:lnTo>
                  <a:lnTo>
                    <a:pt x="2505693" y="286662"/>
                  </a:lnTo>
                  <a:lnTo>
                    <a:pt x="2515452" y="292908"/>
                  </a:lnTo>
                  <a:lnTo>
                    <a:pt x="2525196" y="301946"/>
                  </a:lnTo>
                  <a:lnTo>
                    <a:pt x="2534940" y="287836"/>
                  </a:lnTo>
                  <a:lnTo>
                    <a:pt x="2544699" y="291385"/>
                  </a:lnTo>
                  <a:lnTo>
                    <a:pt x="2554443" y="302585"/>
                  </a:lnTo>
                  <a:lnTo>
                    <a:pt x="2564202" y="333776"/>
                  </a:lnTo>
                  <a:lnTo>
                    <a:pt x="2573946" y="356714"/>
                  </a:lnTo>
                  <a:lnTo>
                    <a:pt x="2583690" y="355168"/>
                  </a:lnTo>
                  <a:lnTo>
                    <a:pt x="2593448" y="366904"/>
                  </a:lnTo>
                  <a:lnTo>
                    <a:pt x="2603192" y="354100"/>
                  </a:lnTo>
                  <a:lnTo>
                    <a:pt x="2612951" y="375758"/>
                  </a:lnTo>
                  <a:lnTo>
                    <a:pt x="2622695" y="362820"/>
                  </a:lnTo>
                  <a:lnTo>
                    <a:pt x="2632439" y="347116"/>
                  </a:lnTo>
                  <a:lnTo>
                    <a:pt x="2642198" y="381748"/>
                  </a:lnTo>
                  <a:lnTo>
                    <a:pt x="2651942" y="386865"/>
                  </a:lnTo>
                  <a:lnTo>
                    <a:pt x="2661685" y="370000"/>
                  </a:lnTo>
                  <a:lnTo>
                    <a:pt x="2671444" y="335425"/>
                  </a:lnTo>
                  <a:lnTo>
                    <a:pt x="2681188" y="339345"/>
                  </a:lnTo>
                  <a:lnTo>
                    <a:pt x="2690947" y="330701"/>
                  </a:lnTo>
                  <a:lnTo>
                    <a:pt x="2700691" y="303176"/>
                  </a:lnTo>
                  <a:lnTo>
                    <a:pt x="2710435" y="324042"/>
                  </a:lnTo>
                  <a:lnTo>
                    <a:pt x="2720194" y="317657"/>
                  </a:lnTo>
                  <a:lnTo>
                    <a:pt x="2729938" y="310475"/>
                  </a:lnTo>
                  <a:lnTo>
                    <a:pt x="2739697" y="291989"/>
                  </a:lnTo>
                  <a:lnTo>
                    <a:pt x="2749441" y="298562"/>
                  </a:lnTo>
                  <a:lnTo>
                    <a:pt x="2759185" y="254099"/>
                  </a:lnTo>
                  <a:lnTo>
                    <a:pt x="2768943" y="255690"/>
                  </a:lnTo>
                  <a:lnTo>
                    <a:pt x="2778687" y="236754"/>
                  </a:lnTo>
                  <a:lnTo>
                    <a:pt x="2788446" y="226993"/>
                  </a:lnTo>
                  <a:lnTo>
                    <a:pt x="2798190" y="236632"/>
                  </a:lnTo>
                  <a:lnTo>
                    <a:pt x="2807934" y="263283"/>
                  </a:lnTo>
                  <a:lnTo>
                    <a:pt x="2817693" y="235730"/>
                  </a:lnTo>
                  <a:lnTo>
                    <a:pt x="2827437" y="214641"/>
                  </a:lnTo>
                  <a:lnTo>
                    <a:pt x="2837196" y="198298"/>
                  </a:lnTo>
                  <a:lnTo>
                    <a:pt x="2846940" y="171828"/>
                  </a:lnTo>
                  <a:lnTo>
                    <a:pt x="2856684" y="147335"/>
                  </a:lnTo>
                  <a:lnTo>
                    <a:pt x="2866442" y="158510"/>
                  </a:lnTo>
                  <a:lnTo>
                    <a:pt x="2876186" y="153609"/>
                  </a:lnTo>
                  <a:lnTo>
                    <a:pt x="2885945" y="164659"/>
                  </a:lnTo>
                  <a:lnTo>
                    <a:pt x="2895689" y="167366"/>
                  </a:lnTo>
                  <a:lnTo>
                    <a:pt x="2905433" y="166548"/>
                  </a:lnTo>
                  <a:lnTo>
                    <a:pt x="2915192" y="15011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1" name="Freeform 1230">
              <a:extLst>
                <a:ext uri="{FF2B5EF4-FFF2-40B4-BE49-F238E27FC236}">
                  <a16:creationId xmlns:a16="http://schemas.microsoft.com/office/drawing/2014/main" id="{7CEB384A-2CA7-BCBA-A430-50535A6CC933}"/>
                </a:ext>
              </a:extLst>
            </p:cNvPr>
            <p:cNvSpPr/>
            <p:nvPr/>
          </p:nvSpPr>
          <p:spPr>
            <a:xfrm>
              <a:off x="4426652" y="3259499"/>
              <a:ext cx="2915191" cy="437529"/>
            </a:xfrm>
            <a:custGeom>
              <a:avLst/>
              <a:gdLst>
                <a:gd name="connsiteX0" fmla="*/ 0 w 2915191"/>
                <a:gd name="connsiteY0" fmla="*/ 306106 h 437529"/>
                <a:gd name="connsiteX1" fmla="*/ 9750 w 2915191"/>
                <a:gd name="connsiteY1" fmla="*/ 295857 h 437529"/>
                <a:gd name="connsiteX2" fmla="*/ 19500 w 2915191"/>
                <a:gd name="connsiteY2" fmla="*/ 292993 h 437529"/>
                <a:gd name="connsiteX3" fmla="*/ 29250 w 2915191"/>
                <a:gd name="connsiteY3" fmla="*/ 295560 h 437529"/>
                <a:gd name="connsiteX4" fmla="*/ 39000 w 2915191"/>
                <a:gd name="connsiteY4" fmla="*/ 294458 h 437529"/>
                <a:gd name="connsiteX5" fmla="*/ 48749 w 2915191"/>
                <a:gd name="connsiteY5" fmla="*/ 273016 h 437529"/>
                <a:gd name="connsiteX6" fmla="*/ 58499 w 2915191"/>
                <a:gd name="connsiteY6" fmla="*/ 240349 h 437529"/>
                <a:gd name="connsiteX7" fmla="*/ 68249 w 2915191"/>
                <a:gd name="connsiteY7" fmla="*/ 233680 h 437529"/>
                <a:gd name="connsiteX8" fmla="*/ 77998 w 2915191"/>
                <a:gd name="connsiteY8" fmla="*/ 224329 h 437529"/>
                <a:gd name="connsiteX9" fmla="*/ 87748 w 2915191"/>
                <a:gd name="connsiteY9" fmla="*/ 236851 h 437529"/>
                <a:gd name="connsiteX10" fmla="*/ 97497 w 2915191"/>
                <a:gd name="connsiteY10" fmla="*/ 218552 h 437529"/>
                <a:gd name="connsiteX11" fmla="*/ 107247 w 2915191"/>
                <a:gd name="connsiteY11" fmla="*/ 238729 h 437529"/>
                <a:gd name="connsiteX12" fmla="*/ 116997 w 2915191"/>
                <a:gd name="connsiteY12" fmla="*/ 197166 h 437529"/>
                <a:gd name="connsiteX13" fmla="*/ 126747 w 2915191"/>
                <a:gd name="connsiteY13" fmla="*/ 168299 h 437529"/>
                <a:gd name="connsiteX14" fmla="*/ 136497 w 2915191"/>
                <a:gd name="connsiteY14" fmla="*/ 185014 h 437529"/>
                <a:gd name="connsiteX15" fmla="*/ 146247 w 2915191"/>
                <a:gd name="connsiteY15" fmla="*/ 159559 h 437529"/>
                <a:gd name="connsiteX16" fmla="*/ 155997 w 2915191"/>
                <a:gd name="connsiteY16" fmla="*/ 137494 h 437529"/>
                <a:gd name="connsiteX17" fmla="*/ 165747 w 2915191"/>
                <a:gd name="connsiteY17" fmla="*/ 159388 h 437529"/>
                <a:gd name="connsiteX18" fmla="*/ 175497 w 2915191"/>
                <a:gd name="connsiteY18" fmla="*/ 175853 h 437529"/>
                <a:gd name="connsiteX19" fmla="*/ 185247 w 2915191"/>
                <a:gd name="connsiteY19" fmla="*/ 199852 h 437529"/>
                <a:gd name="connsiteX20" fmla="*/ 194996 w 2915191"/>
                <a:gd name="connsiteY20" fmla="*/ 209895 h 437529"/>
                <a:gd name="connsiteX21" fmla="*/ 204746 w 2915191"/>
                <a:gd name="connsiteY21" fmla="*/ 169951 h 437529"/>
                <a:gd name="connsiteX22" fmla="*/ 214495 w 2915191"/>
                <a:gd name="connsiteY22" fmla="*/ 185953 h 437529"/>
                <a:gd name="connsiteX23" fmla="*/ 224245 w 2915191"/>
                <a:gd name="connsiteY23" fmla="*/ 116702 h 437529"/>
                <a:gd name="connsiteX24" fmla="*/ 233995 w 2915191"/>
                <a:gd name="connsiteY24" fmla="*/ 122419 h 437529"/>
                <a:gd name="connsiteX25" fmla="*/ 243744 w 2915191"/>
                <a:gd name="connsiteY25" fmla="*/ 110546 h 437529"/>
                <a:gd name="connsiteX26" fmla="*/ 253494 w 2915191"/>
                <a:gd name="connsiteY26" fmla="*/ 125753 h 437529"/>
                <a:gd name="connsiteX27" fmla="*/ 263244 w 2915191"/>
                <a:gd name="connsiteY27" fmla="*/ 146807 h 437529"/>
                <a:gd name="connsiteX28" fmla="*/ 272994 w 2915191"/>
                <a:gd name="connsiteY28" fmla="*/ 138705 h 437529"/>
                <a:gd name="connsiteX29" fmla="*/ 282744 w 2915191"/>
                <a:gd name="connsiteY29" fmla="*/ 160444 h 437529"/>
                <a:gd name="connsiteX30" fmla="*/ 292494 w 2915191"/>
                <a:gd name="connsiteY30" fmla="*/ 162917 h 437529"/>
                <a:gd name="connsiteX31" fmla="*/ 302244 w 2915191"/>
                <a:gd name="connsiteY31" fmla="*/ 161574 h 437529"/>
                <a:gd name="connsiteX32" fmla="*/ 311994 w 2915191"/>
                <a:gd name="connsiteY32" fmla="*/ 174580 h 437529"/>
                <a:gd name="connsiteX33" fmla="*/ 321744 w 2915191"/>
                <a:gd name="connsiteY33" fmla="*/ 213528 h 437529"/>
                <a:gd name="connsiteX34" fmla="*/ 331493 w 2915191"/>
                <a:gd name="connsiteY34" fmla="*/ 225165 h 437529"/>
                <a:gd name="connsiteX35" fmla="*/ 341243 w 2915191"/>
                <a:gd name="connsiteY35" fmla="*/ 236334 h 437529"/>
                <a:gd name="connsiteX36" fmla="*/ 350993 w 2915191"/>
                <a:gd name="connsiteY36" fmla="*/ 208322 h 437529"/>
                <a:gd name="connsiteX37" fmla="*/ 360742 w 2915191"/>
                <a:gd name="connsiteY37" fmla="*/ 195721 h 437529"/>
                <a:gd name="connsiteX38" fmla="*/ 370492 w 2915191"/>
                <a:gd name="connsiteY38" fmla="*/ 169819 h 437529"/>
                <a:gd name="connsiteX39" fmla="*/ 380241 w 2915191"/>
                <a:gd name="connsiteY39" fmla="*/ 167412 h 437529"/>
                <a:gd name="connsiteX40" fmla="*/ 389991 w 2915191"/>
                <a:gd name="connsiteY40" fmla="*/ 174844 h 437529"/>
                <a:gd name="connsiteX41" fmla="*/ 399741 w 2915191"/>
                <a:gd name="connsiteY41" fmla="*/ 186434 h 437529"/>
                <a:gd name="connsiteX42" fmla="*/ 409491 w 2915191"/>
                <a:gd name="connsiteY42" fmla="*/ 183852 h 437529"/>
                <a:gd name="connsiteX43" fmla="*/ 419241 w 2915191"/>
                <a:gd name="connsiteY43" fmla="*/ 166040 h 437529"/>
                <a:gd name="connsiteX44" fmla="*/ 428991 w 2915191"/>
                <a:gd name="connsiteY44" fmla="*/ 169598 h 437529"/>
                <a:gd name="connsiteX45" fmla="*/ 438741 w 2915191"/>
                <a:gd name="connsiteY45" fmla="*/ 169617 h 437529"/>
                <a:gd name="connsiteX46" fmla="*/ 448491 w 2915191"/>
                <a:gd name="connsiteY46" fmla="*/ 186719 h 437529"/>
                <a:gd name="connsiteX47" fmla="*/ 458241 w 2915191"/>
                <a:gd name="connsiteY47" fmla="*/ 197219 h 437529"/>
                <a:gd name="connsiteX48" fmla="*/ 467991 w 2915191"/>
                <a:gd name="connsiteY48" fmla="*/ 210283 h 437529"/>
                <a:gd name="connsiteX49" fmla="*/ 477740 w 2915191"/>
                <a:gd name="connsiteY49" fmla="*/ 225213 h 437529"/>
                <a:gd name="connsiteX50" fmla="*/ 487490 w 2915191"/>
                <a:gd name="connsiteY50" fmla="*/ 241143 h 437529"/>
                <a:gd name="connsiteX51" fmla="*/ 497239 w 2915191"/>
                <a:gd name="connsiteY51" fmla="*/ 263709 h 437529"/>
                <a:gd name="connsiteX52" fmla="*/ 506989 w 2915191"/>
                <a:gd name="connsiteY52" fmla="*/ 254282 h 437529"/>
                <a:gd name="connsiteX53" fmla="*/ 516738 w 2915191"/>
                <a:gd name="connsiteY53" fmla="*/ 262563 h 437529"/>
                <a:gd name="connsiteX54" fmla="*/ 526488 w 2915191"/>
                <a:gd name="connsiteY54" fmla="*/ 239695 h 437529"/>
                <a:gd name="connsiteX55" fmla="*/ 536238 w 2915191"/>
                <a:gd name="connsiteY55" fmla="*/ 246931 h 437529"/>
                <a:gd name="connsiteX56" fmla="*/ 545988 w 2915191"/>
                <a:gd name="connsiteY56" fmla="*/ 265180 h 437529"/>
                <a:gd name="connsiteX57" fmla="*/ 555738 w 2915191"/>
                <a:gd name="connsiteY57" fmla="*/ 266337 h 437529"/>
                <a:gd name="connsiteX58" fmla="*/ 565488 w 2915191"/>
                <a:gd name="connsiteY58" fmla="*/ 268387 h 437529"/>
                <a:gd name="connsiteX59" fmla="*/ 575238 w 2915191"/>
                <a:gd name="connsiteY59" fmla="*/ 272258 h 437529"/>
                <a:gd name="connsiteX60" fmla="*/ 584988 w 2915191"/>
                <a:gd name="connsiteY60" fmla="*/ 290122 h 437529"/>
                <a:gd name="connsiteX61" fmla="*/ 594738 w 2915191"/>
                <a:gd name="connsiteY61" fmla="*/ 290314 h 437529"/>
                <a:gd name="connsiteX62" fmla="*/ 604488 w 2915191"/>
                <a:gd name="connsiteY62" fmla="*/ 275108 h 437529"/>
                <a:gd name="connsiteX63" fmla="*/ 614237 w 2915191"/>
                <a:gd name="connsiteY63" fmla="*/ 251915 h 437529"/>
                <a:gd name="connsiteX64" fmla="*/ 623987 w 2915191"/>
                <a:gd name="connsiteY64" fmla="*/ 241113 h 437529"/>
                <a:gd name="connsiteX65" fmla="*/ 633736 w 2915191"/>
                <a:gd name="connsiteY65" fmla="*/ 253709 h 437529"/>
                <a:gd name="connsiteX66" fmla="*/ 643486 w 2915191"/>
                <a:gd name="connsiteY66" fmla="*/ 258859 h 437529"/>
                <a:gd name="connsiteX67" fmla="*/ 653236 w 2915191"/>
                <a:gd name="connsiteY67" fmla="*/ 246194 h 437529"/>
                <a:gd name="connsiteX68" fmla="*/ 662985 w 2915191"/>
                <a:gd name="connsiteY68" fmla="*/ 271053 h 437529"/>
                <a:gd name="connsiteX69" fmla="*/ 672735 w 2915191"/>
                <a:gd name="connsiteY69" fmla="*/ 298260 h 437529"/>
                <a:gd name="connsiteX70" fmla="*/ 682485 w 2915191"/>
                <a:gd name="connsiteY70" fmla="*/ 274477 h 437529"/>
                <a:gd name="connsiteX71" fmla="*/ 692235 w 2915191"/>
                <a:gd name="connsiteY71" fmla="*/ 307768 h 437529"/>
                <a:gd name="connsiteX72" fmla="*/ 701985 w 2915191"/>
                <a:gd name="connsiteY72" fmla="*/ 267703 h 437529"/>
                <a:gd name="connsiteX73" fmla="*/ 711735 w 2915191"/>
                <a:gd name="connsiteY73" fmla="*/ 256709 h 437529"/>
                <a:gd name="connsiteX74" fmla="*/ 721485 w 2915191"/>
                <a:gd name="connsiteY74" fmla="*/ 243877 h 437529"/>
                <a:gd name="connsiteX75" fmla="*/ 731235 w 2915191"/>
                <a:gd name="connsiteY75" fmla="*/ 248527 h 437529"/>
                <a:gd name="connsiteX76" fmla="*/ 740985 w 2915191"/>
                <a:gd name="connsiteY76" fmla="*/ 265752 h 437529"/>
                <a:gd name="connsiteX77" fmla="*/ 750734 w 2915191"/>
                <a:gd name="connsiteY77" fmla="*/ 259932 h 437529"/>
                <a:gd name="connsiteX78" fmla="*/ 760484 w 2915191"/>
                <a:gd name="connsiteY78" fmla="*/ 275941 h 437529"/>
                <a:gd name="connsiteX79" fmla="*/ 770233 w 2915191"/>
                <a:gd name="connsiteY79" fmla="*/ 271944 h 437529"/>
                <a:gd name="connsiteX80" fmla="*/ 779983 w 2915191"/>
                <a:gd name="connsiteY80" fmla="*/ 259920 h 437529"/>
                <a:gd name="connsiteX81" fmla="*/ 789733 w 2915191"/>
                <a:gd name="connsiteY81" fmla="*/ 257670 h 437529"/>
                <a:gd name="connsiteX82" fmla="*/ 799482 w 2915191"/>
                <a:gd name="connsiteY82" fmla="*/ 281385 h 437529"/>
                <a:gd name="connsiteX83" fmla="*/ 809232 w 2915191"/>
                <a:gd name="connsiteY83" fmla="*/ 263073 h 437529"/>
                <a:gd name="connsiteX84" fmla="*/ 818982 w 2915191"/>
                <a:gd name="connsiteY84" fmla="*/ 233431 h 437529"/>
                <a:gd name="connsiteX85" fmla="*/ 828732 w 2915191"/>
                <a:gd name="connsiteY85" fmla="*/ 224423 h 437529"/>
                <a:gd name="connsiteX86" fmla="*/ 838482 w 2915191"/>
                <a:gd name="connsiteY86" fmla="*/ 240477 h 437529"/>
                <a:gd name="connsiteX87" fmla="*/ 848232 w 2915191"/>
                <a:gd name="connsiteY87" fmla="*/ 248101 h 437529"/>
                <a:gd name="connsiteX88" fmla="*/ 857982 w 2915191"/>
                <a:gd name="connsiteY88" fmla="*/ 261134 h 437529"/>
                <a:gd name="connsiteX89" fmla="*/ 867732 w 2915191"/>
                <a:gd name="connsiteY89" fmla="*/ 249013 h 437529"/>
                <a:gd name="connsiteX90" fmla="*/ 877482 w 2915191"/>
                <a:gd name="connsiteY90" fmla="*/ 271024 h 437529"/>
                <a:gd name="connsiteX91" fmla="*/ 887231 w 2915191"/>
                <a:gd name="connsiteY91" fmla="*/ 292993 h 437529"/>
                <a:gd name="connsiteX92" fmla="*/ 896981 w 2915191"/>
                <a:gd name="connsiteY92" fmla="*/ 295375 h 437529"/>
                <a:gd name="connsiteX93" fmla="*/ 906730 w 2915191"/>
                <a:gd name="connsiteY93" fmla="*/ 274578 h 437529"/>
                <a:gd name="connsiteX94" fmla="*/ 916480 w 2915191"/>
                <a:gd name="connsiteY94" fmla="*/ 242196 h 437529"/>
                <a:gd name="connsiteX95" fmla="*/ 926230 w 2915191"/>
                <a:gd name="connsiteY95" fmla="*/ 267286 h 437529"/>
                <a:gd name="connsiteX96" fmla="*/ 935979 w 2915191"/>
                <a:gd name="connsiteY96" fmla="*/ 274447 h 437529"/>
                <a:gd name="connsiteX97" fmla="*/ 945729 w 2915191"/>
                <a:gd name="connsiteY97" fmla="*/ 248183 h 437529"/>
                <a:gd name="connsiteX98" fmla="*/ 955479 w 2915191"/>
                <a:gd name="connsiteY98" fmla="*/ 225037 h 437529"/>
                <a:gd name="connsiteX99" fmla="*/ 965229 w 2915191"/>
                <a:gd name="connsiteY99" fmla="*/ 225854 h 437529"/>
                <a:gd name="connsiteX100" fmla="*/ 974979 w 2915191"/>
                <a:gd name="connsiteY100" fmla="*/ 232505 h 437529"/>
                <a:gd name="connsiteX101" fmla="*/ 984729 w 2915191"/>
                <a:gd name="connsiteY101" fmla="*/ 254673 h 437529"/>
                <a:gd name="connsiteX102" fmla="*/ 994474 w 2915191"/>
                <a:gd name="connsiteY102" fmla="*/ 282854 h 437529"/>
                <a:gd name="connsiteX103" fmla="*/ 1004233 w 2915191"/>
                <a:gd name="connsiteY103" fmla="*/ 309500 h 437529"/>
                <a:gd name="connsiteX104" fmla="*/ 1013977 w 2915191"/>
                <a:gd name="connsiteY104" fmla="*/ 326684 h 437529"/>
                <a:gd name="connsiteX105" fmla="*/ 1023721 w 2915191"/>
                <a:gd name="connsiteY105" fmla="*/ 286360 h 437529"/>
                <a:gd name="connsiteX106" fmla="*/ 1033480 w 2915191"/>
                <a:gd name="connsiteY106" fmla="*/ 305307 h 437529"/>
                <a:gd name="connsiteX107" fmla="*/ 1043224 w 2915191"/>
                <a:gd name="connsiteY107" fmla="*/ 318052 h 437529"/>
                <a:gd name="connsiteX108" fmla="*/ 1052983 w 2915191"/>
                <a:gd name="connsiteY108" fmla="*/ 320692 h 437529"/>
                <a:gd name="connsiteX109" fmla="*/ 1062727 w 2915191"/>
                <a:gd name="connsiteY109" fmla="*/ 323566 h 437529"/>
                <a:gd name="connsiteX110" fmla="*/ 1072471 w 2915191"/>
                <a:gd name="connsiteY110" fmla="*/ 305876 h 437529"/>
                <a:gd name="connsiteX111" fmla="*/ 1082230 w 2915191"/>
                <a:gd name="connsiteY111" fmla="*/ 304058 h 437529"/>
                <a:gd name="connsiteX112" fmla="*/ 1091973 w 2915191"/>
                <a:gd name="connsiteY112" fmla="*/ 261641 h 437529"/>
                <a:gd name="connsiteX113" fmla="*/ 1101732 w 2915191"/>
                <a:gd name="connsiteY113" fmla="*/ 289347 h 437529"/>
                <a:gd name="connsiteX114" fmla="*/ 1111476 w 2915191"/>
                <a:gd name="connsiteY114" fmla="*/ 296296 h 437529"/>
                <a:gd name="connsiteX115" fmla="*/ 1121220 w 2915191"/>
                <a:gd name="connsiteY115" fmla="*/ 286570 h 437529"/>
                <a:gd name="connsiteX116" fmla="*/ 1130979 w 2915191"/>
                <a:gd name="connsiteY116" fmla="*/ 266716 h 437529"/>
                <a:gd name="connsiteX117" fmla="*/ 1140723 w 2915191"/>
                <a:gd name="connsiteY117" fmla="*/ 305268 h 437529"/>
                <a:gd name="connsiteX118" fmla="*/ 1150482 w 2915191"/>
                <a:gd name="connsiteY118" fmla="*/ 333280 h 437529"/>
                <a:gd name="connsiteX119" fmla="*/ 1160226 w 2915191"/>
                <a:gd name="connsiteY119" fmla="*/ 299687 h 437529"/>
                <a:gd name="connsiteX120" fmla="*/ 1169969 w 2915191"/>
                <a:gd name="connsiteY120" fmla="*/ 280354 h 437529"/>
                <a:gd name="connsiteX121" fmla="*/ 1179728 w 2915191"/>
                <a:gd name="connsiteY121" fmla="*/ 291823 h 437529"/>
                <a:gd name="connsiteX122" fmla="*/ 1189472 w 2915191"/>
                <a:gd name="connsiteY122" fmla="*/ 290046 h 437529"/>
                <a:gd name="connsiteX123" fmla="*/ 1199231 w 2915191"/>
                <a:gd name="connsiteY123" fmla="*/ 302049 h 437529"/>
                <a:gd name="connsiteX124" fmla="*/ 1208975 w 2915191"/>
                <a:gd name="connsiteY124" fmla="*/ 307735 h 437529"/>
                <a:gd name="connsiteX125" fmla="*/ 1218719 w 2915191"/>
                <a:gd name="connsiteY125" fmla="*/ 249662 h 437529"/>
                <a:gd name="connsiteX126" fmla="*/ 1228478 w 2915191"/>
                <a:gd name="connsiteY126" fmla="*/ 202179 h 437529"/>
                <a:gd name="connsiteX127" fmla="*/ 1238222 w 2915191"/>
                <a:gd name="connsiteY127" fmla="*/ 206689 h 437529"/>
                <a:gd name="connsiteX128" fmla="*/ 1247966 w 2915191"/>
                <a:gd name="connsiteY128" fmla="*/ 202047 h 437529"/>
                <a:gd name="connsiteX129" fmla="*/ 1257725 w 2915191"/>
                <a:gd name="connsiteY129" fmla="*/ 176003 h 437529"/>
                <a:gd name="connsiteX130" fmla="*/ 1267469 w 2915191"/>
                <a:gd name="connsiteY130" fmla="*/ 187724 h 437529"/>
                <a:gd name="connsiteX131" fmla="*/ 1277227 w 2915191"/>
                <a:gd name="connsiteY131" fmla="*/ 164038 h 437529"/>
                <a:gd name="connsiteX132" fmla="*/ 1286971 w 2915191"/>
                <a:gd name="connsiteY132" fmla="*/ 167363 h 437529"/>
                <a:gd name="connsiteX133" fmla="*/ 1296715 w 2915191"/>
                <a:gd name="connsiteY133" fmla="*/ 193754 h 437529"/>
                <a:gd name="connsiteX134" fmla="*/ 1306474 w 2915191"/>
                <a:gd name="connsiteY134" fmla="*/ 183006 h 437529"/>
                <a:gd name="connsiteX135" fmla="*/ 1316218 w 2915191"/>
                <a:gd name="connsiteY135" fmla="*/ 156426 h 437529"/>
                <a:gd name="connsiteX136" fmla="*/ 1325977 w 2915191"/>
                <a:gd name="connsiteY136" fmla="*/ 150675 h 437529"/>
                <a:gd name="connsiteX137" fmla="*/ 1335721 w 2915191"/>
                <a:gd name="connsiteY137" fmla="*/ 115618 h 437529"/>
                <a:gd name="connsiteX138" fmla="*/ 1345465 w 2915191"/>
                <a:gd name="connsiteY138" fmla="*/ 87427 h 437529"/>
                <a:gd name="connsiteX139" fmla="*/ 1355224 w 2915191"/>
                <a:gd name="connsiteY139" fmla="*/ 103177 h 437529"/>
                <a:gd name="connsiteX140" fmla="*/ 1364967 w 2915191"/>
                <a:gd name="connsiteY140" fmla="*/ 100844 h 437529"/>
                <a:gd name="connsiteX141" fmla="*/ 1374726 w 2915191"/>
                <a:gd name="connsiteY141" fmla="*/ 76752 h 437529"/>
                <a:gd name="connsiteX142" fmla="*/ 1384470 w 2915191"/>
                <a:gd name="connsiteY142" fmla="*/ 102951 h 437529"/>
                <a:gd name="connsiteX143" fmla="*/ 1394214 w 2915191"/>
                <a:gd name="connsiteY143" fmla="*/ 129834 h 437529"/>
                <a:gd name="connsiteX144" fmla="*/ 1403973 w 2915191"/>
                <a:gd name="connsiteY144" fmla="*/ 113119 h 437529"/>
                <a:gd name="connsiteX145" fmla="*/ 1413717 w 2915191"/>
                <a:gd name="connsiteY145" fmla="*/ 102113 h 437529"/>
                <a:gd name="connsiteX146" fmla="*/ 1423476 w 2915191"/>
                <a:gd name="connsiteY146" fmla="*/ 87913 h 437529"/>
                <a:gd name="connsiteX147" fmla="*/ 1433220 w 2915191"/>
                <a:gd name="connsiteY147" fmla="*/ 65688 h 437529"/>
                <a:gd name="connsiteX148" fmla="*/ 1442964 w 2915191"/>
                <a:gd name="connsiteY148" fmla="*/ 96687 h 437529"/>
                <a:gd name="connsiteX149" fmla="*/ 1452722 w 2915191"/>
                <a:gd name="connsiteY149" fmla="*/ 110488 h 437529"/>
                <a:gd name="connsiteX150" fmla="*/ 1462466 w 2915191"/>
                <a:gd name="connsiteY150" fmla="*/ 95611 h 437529"/>
                <a:gd name="connsiteX151" fmla="*/ 1472225 w 2915191"/>
                <a:gd name="connsiteY151" fmla="*/ 92596 h 437529"/>
                <a:gd name="connsiteX152" fmla="*/ 1481969 w 2915191"/>
                <a:gd name="connsiteY152" fmla="*/ 94811 h 437529"/>
                <a:gd name="connsiteX153" fmla="*/ 1491713 w 2915191"/>
                <a:gd name="connsiteY153" fmla="*/ 107873 h 437529"/>
                <a:gd name="connsiteX154" fmla="*/ 1501472 w 2915191"/>
                <a:gd name="connsiteY154" fmla="*/ 99062 h 437529"/>
                <a:gd name="connsiteX155" fmla="*/ 1511216 w 2915191"/>
                <a:gd name="connsiteY155" fmla="*/ 63538 h 437529"/>
                <a:gd name="connsiteX156" fmla="*/ 1520960 w 2915191"/>
                <a:gd name="connsiteY156" fmla="*/ 71436 h 437529"/>
                <a:gd name="connsiteX157" fmla="*/ 1530719 w 2915191"/>
                <a:gd name="connsiteY157" fmla="*/ 58745 h 437529"/>
                <a:gd name="connsiteX158" fmla="*/ 1540463 w 2915191"/>
                <a:gd name="connsiteY158" fmla="*/ 29938 h 437529"/>
                <a:gd name="connsiteX159" fmla="*/ 1550221 w 2915191"/>
                <a:gd name="connsiteY159" fmla="*/ 24062 h 437529"/>
                <a:gd name="connsiteX160" fmla="*/ 1559965 w 2915191"/>
                <a:gd name="connsiteY160" fmla="*/ 9057 h 437529"/>
                <a:gd name="connsiteX161" fmla="*/ 1569709 w 2915191"/>
                <a:gd name="connsiteY161" fmla="*/ 0 h 437529"/>
                <a:gd name="connsiteX162" fmla="*/ 1579468 w 2915191"/>
                <a:gd name="connsiteY162" fmla="*/ 28454 h 437529"/>
                <a:gd name="connsiteX163" fmla="*/ 1589212 w 2915191"/>
                <a:gd name="connsiteY163" fmla="*/ 14243 h 437529"/>
                <a:gd name="connsiteX164" fmla="*/ 1598971 w 2915191"/>
                <a:gd name="connsiteY164" fmla="*/ 16946 h 437529"/>
                <a:gd name="connsiteX165" fmla="*/ 1608715 w 2915191"/>
                <a:gd name="connsiteY165" fmla="*/ 62398 h 437529"/>
                <a:gd name="connsiteX166" fmla="*/ 1618459 w 2915191"/>
                <a:gd name="connsiteY166" fmla="*/ 96495 h 437529"/>
                <a:gd name="connsiteX167" fmla="*/ 1628218 w 2915191"/>
                <a:gd name="connsiteY167" fmla="*/ 113119 h 437529"/>
                <a:gd name="connsiteX168" fmla="*/ 1637962 w 2915191"/>
                <a:gd name="connsiteY168" fmla="*/ 109384 h 437529"/>
                <a:gd name="connsiteX169" fmla="*/ 1647720 w 2915191"/>
                <a:gd name="connsiteY169" fmla="*/ 108459 h 437529"/>
                <a:gd name="connsiteX170" fmla="*/ 1657464 w 2915191"/>
                <a:gd name="connsiteY170" fmla="*/ 132300 h 437529"/>
                <a:gd name="connsiteX171" fmla="*/ 1667208 w 2915191"/>
                <a:gd name="connsiteY171" fmla="*/ 111584 h 437529"/>
                <a:gd name="connsiteX172" fmla="*/ 1676967 w 2915191"/>
                <a:gd name="connsiteY172" fmla="*/ 107949 h 437529"/>
                <a:gd name="connsiteX173" fmla="*/ 1686711 w 2915191"/>
                <a:gd name="connsiteY173" fmla="*/ 112177 h 437529"/>
                <a:gd name="connsiteX174" fmla="*/ 1696470 w 2915191"/>
                <a:gd name="connsiteY174" fmla="*/ 135801 h 437529"/>
                <a:gd name="connsiteX175" fmla="*/ 1706214 w 2915191"/>
                <a:gd name="connsiteY175" fmla="*/ 114047 h 437529"/>
                <a:gd name="connsiteX176" fmla="*/ 1715958 w 2915191"/>
                <a:gd name="connsiteY176" fmla="*/ 91322 h 437529"/>
                <a:gd name="connsiteX177" fmla="*/ 1725716 w 2915191"/>
                <a:gd name="connsiteY177" fmla="*/ 128020 h 437529"/>
                <a:gd name="connsiteX178" fmla="*/ 1735460 w 2915191"/>
                <a:gd name="connsiteY178" fmla="*/ 159275 h 437529"/>
                <a:gd name="connsiteX179" fmla="*/ 1745219 w 2915191"/>
                <a:gd name="connsiteY179" fmla="*/ 144753 h 437529"/>
                <a:gd name="connsiteX180" fmla="*/ 1754963 w 2915191"/>
                <a:gd name="connsiteY180" fmla="*/ 151622 h 437529"/>
                <a:gd name="connsiteX181" fmla="*/ 1764707 w 2915191"/>
                <a:gd name="connsiteY181" fmla="*/ 154759 h 437529"/>
                <a:gd name="connsiteX182" fmla="*/ 1774466 w 2915191"/>
                <a:gd name="connsiteY182" fmla="*/ 161857 h 437529"/>
                <a:gd name="connsiteX183" fmla="*/ 1784210 w 2915191"/>
                <a:gd name="connsiteY183" fmla="*/ 174884 h 437529"/>
                <a:gd name="connsiteX184" fmla="*/ 1793969 w 2915191"/>
                <a:gd name="connsiteY184" fmla="*/ 174686 h 437529"/>
                <a:gd name="connsiteX185" fmla="*/ 1803713 w 2915191"/>
                <a:gd name="connsiteY185" fmla="*/ 214101 h 437529"/>
                <a:gd name="connsiteX186" fmla="*/ 1813457 w 2915191"/>
                <a:gd name="connsiteY186" fmla="*/ 237928 h 437529"/>
                <a:gd name="connsiteX187" fmla="*/ 1823215 w 2915191"/>
                <a:gd name="connsiteY187" fmla="*/ 222402 h 437529"/>
                <a:gd name="connsiteX188" fmla="*/ 1832959 w 2915191"/>
                <a:gd name="connsiteY188" fmla="*/ 218164 h 437529"/>
                <a:gd name="connsiteX189" fmla="*/ 1842703 w 2915191"/>
                <a:gd name="connsiteY189" fmla="*/ 185708 h 437529"/>
                <a:gd name="connsiteX190" fmla="*/ 1852462 w 2915191"/>
                <a:gd name="connsiteY190" fmla="*/ 189986 h 437529"/>
                <a:gd name="connsiteX191" fmla="*/ 1862206 w 2915191"/>
                <a:gd name="connsiteY191" fmla="*/ 189345 h 437529"/>
                <a:gd name="connsiteX192" fmla="*/ 1871965 w 2915191"/>
                <a:gd name="connsiteY192" fmla="*/ 226535 h 437529"/>
                <a:gd name="connsiteX193" fmla="*/ 1881709 w 2915191"/>
                <a:gd name="connsiteY193" fmla="*/ 243601 h 437529"/>
                <a:gd name="connsiteX194" fmla="*/ 1891453 w 2915191"/>
                <a:gd name="connsiteY194" fmla="*/ 257288 h 437529"/>
                <a:gd name="connsiteX195" fmla="*/ 1901212 w 2915191"/>
                <a:gd name="connsiteY195" fmla="*/ 265013 h 437529"/>
                <a:gd name="connsiteX196" fmla="*/ 1910956 w 2915191"/>
                <a:gd name="connsiteY196" fmla="*/ 238996 h 437529"/>
                <a:gd name="connsiteX197" fmla="*/ 1920714 w 2915191"/>
                <a:gd name="connsiteY197" fmla="*/ 241092 h 437529"/>
                <a:gd name="connsiteX198" fmla="*/ 1930458 w 2915191"/>
                <a:gd name="connsiteY198" fmla="*/ 255832 h 437529"/>
                <a:gd name="connsiteX199" fmla="*/ 1940202 w 2915191"/>
                <a:gd name="connsiteY199" fmla="*/ 219583 h 437529"/>
                <a:gd name="connsiteX200" fmla="*/ 1949961 w 2915191"/>
                <a:gd name="connsiteY200" fmla="*/ 199415 h 437529"/>
                <a:gd name="connsiteX201" fmla="*/ 1959705 w 2915191"/>
                <a:gd name="connsiteY201" fmla="*/ 206999 h 437529"/>
                <a:gd name="connsiteX202" fmla="*/ 1969464 w 2915191"/>
                <a:gd name="connsiteY202" fmla="*/ 197255 h 437529"/>
                <a:gd name="connsiteX203" fmla="*/ 1979208 w 2915191"/>
                <a:gd name="connsiteY203" fmla="*/ 213170 h 437529"/>
                <a:gd name="connsiteX204" fmla="*/ 1988952 w 2915191"/>
                <a:gd name="connsiteY204" fmla="*/ 240991 h 437529"/>
                <a:gd name="connsiteX205" fmla="*/ 1998711 w 2915191"/>
                <a:gd name="connsiteY205" fmla="*/ 218756 h 437529"/>
                <a:gd name="connsiteX206" fmla="*/ 2008454 w 2915191"/>
                <a:gd name="connsiteY206" fmla="*/ 245185 h 437529"/>
                <a:gd name="connsiteX207" fmla="*/ 2018213 w 2915191"/>
                <a:gd name="connsiteY207" fmla="*/ 216761 h 437529"/>
                <a:gd name="connsiteX208" fmla="*/ 2027957 w 2915191"/>
                <a:gd name="connsiteY208" fmla="*/ 232378 h 437529"/>
                <a:gd name="connsiteX209" fmla="*/ 2037701 w 2915191"/>
                <a:gd name="connsiteY209" fmla="*/ 232721 h 437529"/>
                <a:gd name="connsiteX210" fmla="*/ 2047460 w 2915191"/>
                <a:gd name="connsiteY210" fmla="*/ 228801 h 437529"/>
                <a:gd name="connsiteX211" fmla="*/ 2057204 w 2915191"/>
                <a:gd name="connsiteY211" fmla="*/ 214298 h 437529"/>
                <a:gd name="connsiteX212" fmla="*/ 2066963 w 2915191"/>
                <a:gd name="connsiteY212" fmla="*/ 234607 h 437529"/>
                <a:gd name="connsiteX213" fmla="*/ 2076707 w 2915191"/>
                <a:gd name="connsiteY213" fmla="*/ 259382 h 437529"/>
                <a:gd name="connsiteX214" fmla="*/ 2086451 w 2915191"/>
                <a:gd name="connsiteY214" fmla="*/ 249543 h 437529"/>
                <a:gd name="connsiteX215" fmla="*/ 2096210 w 2915191"/>
                <a:gd name="connsiteY215" fmla="*/ 215423 h 437529"/>
                <a:gd name="connsiteX216" fmla="*/ 2105954 w 2915191"/>
                <a:gd name="connsiteY216" fmla="*/ 219125 h 437529"/>
                <a:gd name="connsiteX217" fmla="*/ 2115697 w 2915191"/>
                <a:gd name="connsiteY217" fmla="*/ 194935 h 437529"/>
                <a:gd name="connsiteX218" fmla="*/ 2125456 w 2915191"/>
                <a:gd name="connsiteY218" fmla="*/ 201339 h 437529"/>
                <a:gd name="connsiteX219" fmla="*/ 2135200 w 2915191"/>
                <a:gd name="connsiteY219" fmla="*/ 234245 h 437529"/>
                <a:gd name="connsiteX220" fmla="*/ 2144959 w 2915191"/>
                <a:gd name="connsiteY220" fmla="*/ 241066 h 437529"/>
                <a:gd name="connsiteX221" fmla="*/ 2154703 w 2915191"/>
                <a:gd name="connsiteY221" fmla="*/ 254902 h 437529"/>
                <a:gd name="connsiteX222" fmla="*/ 2164447 w 2915191"/>
                <a:gd name="connsiteY222" fmla="*/ 224440 h 437529"/>
                <a:gd name="connsiteX223" fmla="*/ 2174206 w 2915191"/>
                <a:gd name="connsiteY223" fmla="*/ 206801 h 437529"/>
                <a:gd name="connsiteX224" fmla="*/ 2183950 w 2915191"/>
                <a:gd name="connsiteY224" fmla="*/ 213750 h 437529"/>
                <a:gd name="connsiteX225" fmla="*/ 2193709 w 2915191"/>
                <a:gd name="connsiteY225" fmla="*/ 253509 h 437529"/>
                <a:gd name="connsiteX226" fmla="*/ 2203452 w 2915191"/>
                <a:gd name="connsiteY226" fmla="*/ 275948 h 437529"/>
                <a:gd name="connsiteX227" fmla="*/ 2213196 w 2915191"/>
                <a:gd name="connsiteY227" fmla="*/ 309632 h 437529"/>
                <a:gd name="connsiteX228" fmla="*/ 2222955 w 2915191"/>
                <a:gd name="connsiteY228" fmla="*/ 287078 h 437529"/>
                <a:gd name="connsiteX229" fmla="*/ 2232699 w 2915191"/>
                <a:gd name="connsiteY229" fmla="*/ 275986 h 437529"/>
                <a:gd name="connsiteX230" fmla="*/ 2242458 w 2915191"/>
                <a:gd name="connsiteY230" fmla="*/ 305325 h 437529"/>
                <a:gd name="connsiteX231" fmla="*/ 2252202 w 2915191"/>
                <a:gd name="connsiteY231" fmla="*/ 310407 h 437529"/>
                <a:gd name="connsiteX232" fmla="*/ 2261946 w 2915191"/>
                <a:gd name="connsiteY232" fmla="*/ 329296 h 437529"/>
                <a:gd name="connsiteX233" fmla="*/ 2271705 w 2915191"/>
                <a:gd name="connsiteY233" fmla="*/ 327272 h 437529"/>
                <a:gd name="connsiteX234" fmla="*/ 2281449 w 2915191"/>
                <a:gd name="connsiteY234" fmla="*/ 337043 h 437529"/>
                <a:gd name="connsiteX235" fmla="*/ 2291208 w 2915191"/>
                <a:gd name="connsiteY235" fmla="*/ 312944 h 437529"/>
                <a:gd name="connsiteX236" fmla="*/ 2300951 w 2915191"/>
                <a:gd name="connsiteY236" fmla="*/ 340141 h 437529"/>
                <a:gd name="connsiteX237" fmla="*/ 2310695 w 2915191"/>
                <a:gd name="connsiteY237" fmla="*/ 348526 h 437529"/>
                <a:gd name="connsiteX238" fmla="*/ 2320454 w 2915191"/>
                <a:gd name="connsiteY238" fmla="*/ 339278 h 437529"/>
                <a:gd name="connsiteX239" fmla="*/ 2330198 w 2915191"/>
                <a:gd name="connsiteY239" fmla="*/ 319679 h 437529"/>
                <a:gd name="connsiteX240" fmla="*/ 2339957 w 2915191"/>
                <a:gd name="connsiteY240" fmla="*/ 308574 h 437529"/>
                <a:gd name="connsiteX241" fmla="*/ 2349701 w 2915191"/>
                <a:gd name="connsiteY241" fmla="*/ 328193 h 437529"/>
                <a:gd name="connsiteX242" fmla="*/ 2359445 w 2915191"/>
                <a:gd name="connsiteY242" fmla="*/ 319765 h 437529"/>
                <a:gd name="connsiteX243" fmla="*/ 2369204 w 2915191"/>
                <a:gd name="connsiteY243" fmla="*/ 335182 h 437529"/>
                <a:gd name="connsiteX244" fmla="*/ 2378948 w 2915191"/>
                <a:gd name="connsiteY244" fmla="*/ 359107 h 437529"/>
                <a:gd name="connsiteX245" fmla="*/ 2388692 w 2915191"/>
                <a:gd name="connsiteY245" fmla="*/ 346774 h 437529"/>
                <a:gd name="connsiteX246" fmla="*/ 2398450 w 2915191"/>
                <a:gd name="connsiteY246" fmla="*/ 334567 h 437529"/>
                <a:gd name="connsiteX247" fmla="*/ 2408194 w 2915191"/>
                <a:gd name="connsiteY247" fmla="*/ 334157 h 437529"/>
                <a:gd name="connsiteX248" fmla="*/ 2417953 w 2915191"/>
                <a:gd name="connsiteY248" fmla="*/ 329594 h 437529"/>
                <a:gd name="connsiteX249" fmla="*/ 2427697 w 2915191"/>
                <a:gd name="connsiteY249" fmla="*/ 334828 h 437529"/>
                <a:gd name="connsiteX250" fmla="*/ 2437441 w 2915191"/>
                <a:gd name="connsiteY250" fmla="*/ 346418 h 437529"/>
                <a:gd name="connsiteX251" fmla="*/ 2447200 w 2915191"/>
                <a:gd name="connsiteY251" fmla="*/ 415156 h 437529"/>
                <a:gd name="connsiteX252" fmla="*/ 2456944 w 2915191"/>
                <a:gd name="connsiteY252" fmla="*/ 425656 h 437529"/>
                <a:gd name="connsiteX253" fmla="*/ 2466703 w 2915191"/>
                <a:gd name="connsiteY253" fmla="*/ 437530 h 437529"/>
                <a:gd name="connsiteX254" fmla="*/ 2476446 w 2915191"/>
                <a:gd name="connsiteY254" fmla="*/ 386153 h 437529"/>
                <a:gd name="connsiteX255" fmla="*/ 2486190 w 2915191"/>
                <a:gd name="connsiteY255" fmla="*/ 385015 h 437529"/>
                <a:gd name="connsiteX256" fmla="*/ 2495949 w 2915191"/>
                <a:gd name="connsiteY256" fmla="*/ 377956 h 437529"/>
                <a:gd name="connsiteX257" fmla="*/ 2505693 w 2915191"/>
                <a:gd name="connsiteY257" fmla="*/ 385900 h 437529"/>
                <a:gd name="connsiteX258" fmla="*/ 2515452 w 2915191"/>
                <a:gd name="connsiteY258" fmla="*/ 371736 h 437529"/>
                <a:gd name="connsiteX259" fmla="*/ 2525196 w 2915191"/>
                <a:gd name="connsiteY259" fmla="*/ 373038 h 437529"/>
                <a:gd name="connsiteX260" fmla="*/ 2534940 w 2915191"/>
                <a:gd name="connsiteY260" fmla="*/ 390753 h 437529"/>
                <a:gd name="connsiteX261" fmla="*/ 2544699 w 2915191"/>
                <a:gd name="connsiteY261" fmla="*/ 403463 h 437529"/>
                <a:gd name="connsiteX262" fmla="*/ 2554443 w 2915191"/>
                <a:gd name="connsiteY262" fmla="*/ 433066 h 437529"/>
                <a:gd name="connsiteX263" fmla="*/ 2564202 w 2915191"/>
                <a:gd name="connsiteY263" fmla="*/ 377114 h 437529"/>
                <a:gd name="connsiteX264" fmla="*/ 2573946 w 2915191"/>
                <a:gd name="connsiteY264" fmla="*/ 353440 h 437529"/>
                <a:gd name="connsiteX265" fmla="*/ 2583690 w 2915191"/>
                <a:gd name="connsiteY265" fmla="*/ 346948 h 437529"/>
                <a:gd name="connsiteX266" fmla="*/ 2593448 w 2915191"/>
                <a:gd name="connsiteY266" fmla="*/ 370225 h 437529"/>
                <a:gd name="connsiteX267" fmla="*/ 2603192 w 2915191"/>
                <a:gd name="connsiteY267" fmla="*/ 388841 h 437529"/>
                <a:gd name="connsiteX268" fmla="*/ 2612951 w 2915191"/>
                <a:gd name="connsiteY268" fmla="*/ 384245 h 437529"/>
                <a:gd name="connsiteX269" fmla="*/ 2622695 w 2915191"/>
                <a:gd name="connsiteY269" fmla="*/ 397103 h 437529"/>
                <a:gd name="connsiteX270" fmla="*/ 2632439 w 2915191"/>
                <a:gd name="connsiteY270" fmla="*/ 374261 h 437529"/>
                <a:gd name="connsiteX271" fmla="*/ 2642198 w 2915191"/>
                <a:gd name="connsiteY271" fmla="*/ 342429 h 437529"/>
                <a:gd name="connsiteX272" fmla="*/ 2651942 w 2915191"/>
                <a:gd name="connsiteY272" fmla="*/ 358921 h 437529"/>
                <a:gd name="connsiteX273" fmla="*/ 2661685 w 2915191"/>
                <a:gd name="connsiteY273" fmla="*/ 357285 h 437529"/>
                <a:gd name="connsiteX274" fmla="*/ 2671444 w 2915191"/>
                <a:gd name="connsiteY274" fmla="*/ 335203 h 437529"/>
                <a:gd name="connsiteX275" fmla="*/ 2681188 w 2915191"/>
                <a:gd name="connsiteY275" fmla="*/ 305521 h 437529"/>
                <a:gd name="connsiteX276" fmla="*/ 2690947 w 2915191"/>
                <a:gd name="connsiteY276" fmla="*/ 304721 h 437529"/>
                <a:gd name="connsiteX277" fmla="*/ 2700691 w 2915191"/>
                <a:gd name="connsiteY277" fmla="*/ 281947 h 437529"/>
                <a:gd name="connsiteX278" fmla="*/ 2710435 w 2915191"/>
                <a:gd name="connsiteY278" fmla="*/ 312479 h 437529"/>
                <a:gd name="connsiteX279" fmla="*/ 2720194 w 2915191"/>
                <a:gd name="connsiteY279" fmla="*/ 313482 h 437529"/>
                <a:gd name="connsiteX280" fmla="*/ 2729938 w 2915191"/>
                <a:gd name="connsiteY280" fmla="*/ 323317 h 437529"/>
                <a:gd name="connsiteX281" fmla="*/ 2739697 w 2915191"/>
                <a:gd name="connsiteY281" fmla="*/ 340457 h 437529"/>
                <a:gd name="connsiteX282" fmla="*/ 2749441 w 2915191"/>
                <a:gd name="connsiteY282" fmla="*/ 350722 h 437529"/>
                <a:gd name="connsiteX283" fmla="*/ 2759185 w 2915191"/>
                <a:gd name="connsiteY283" fmla="*/ 353621 h 437529"/>
                <a:gd name="connsiteX284" fmla="*/ 2768943 w 2915191"/>
                <a:gd name="connsiteY284" fmla="*/ 382963 h 437529"/>
                <a:gd name="connsiteX285" fmla="*/ 2778687 w 2915191"/>
                <a:gd name="connsiteY285" fmla="*/ 397623 h 437529"/>
                <a:gd name="connsiteX286" fmla="*/ 2788446 w 2915191"/>
                <a:gd name="connsiteY286" fmla="*/ 382768 h 437529"/>
                <a:gd name="connsiteX287" fmla="*/ 2798190 w 2915191"/>
                <a:gd name="connsiteY287" fmla="*/ 393138 h 437529"/>
                <a:gd name="connsiteX288" fmla="*/ 2807934 w 2915191"/>
                <a:gd name="connsiteY288" fmla="*/ 367635 h 437529"/>
                <a:gd name="connsiteX289" fmla="*/ 2817693 w 2915191"/>
                <a:gd name="connsiteY289" fmla="*/ 334487 h 437529"/>
                <a:gd name="connsiteX290" fmla="*/ 2827437 w 2915191"/>
                <a:gd name="connsiteY290" fmla="*/ 352505 h 437529"/>
                <a:gd name="connsiteX291" fmla="*/ 2837196 w 2915191"/>
                <a:gd name="connsiteY291" fmla="*/ 324686 h 437529"/>
                <a:gd name="connsiteX292" fmla="*/ 2846940 w 2915191"/>
                <a:gd name="connsiteY292" fmla="*/ 334734 h 437529"/>
                <a:gd name="connsiteX293" fmla="*/ 2856684 w 2915191"/>
                <a:gd name="connsiteY293" fmla="*/ 369842 h 437529"/>
                <a:gd name="connsiteX294" fmla="*/ 2866442 w 2915191"/>
                <a:gd name="connsiteY294" fmla="*/ 333792 h 437529"/>
                <a:gd name="connsiteX295" fmla="*/ 2876186 w 2915191"/>
                <a:gd name="connsiteY295" fmla="*/ 321678 h 437529"/>
                <a:gd name="connsiteX296" fmla="*/ 2885945 w 2915191"/>
                <a:gd name="connsiteY296" fmla="*/ 320791 h 437529"/>
                <a:gd name="connsiteX297" fmla="*/ 2895689 w 2915191"/>
                <a:gd name="connsiteY297" fmla="*/ 321933 h 437529"/>
                <a:gd name="connsiteX298" fmla="*/ 2905433 w 2915191"/>
                <a:gd name="connsiteY298" fmla="*/ 322313 h 437529"/>
                <a:gd name="connsiteX299" fmla="*/ 2915192 w 2915191"/>
                <a:gd name="connsiteY299" fmla="*/ 338541 h 437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37529">
                  <a:moveTo>
                    <a:pt x="0" y="306106"/>
                  </a:moveTo>
                  <a:lnTo>
                    <a:pt x="9750" y="295857"/>
                  </a:lnTo>
                  <a:lnTo>
                    <a:pt x="19500" y="292993"/>
                  </a:lnTo>
                  <a:lnTo>
                    <a:pt x="29250" y="295560"/>
                  </a:lnTo>
                  <a:lnTo>
                    <a:pt x="39000" y="294458"/>
                  </a:lnTo>
                  <a:lnTo>
                    <a:pt x="48749" y="273016"/>
                  </a:lnTo>
                  <a:lnTo>
                    <a:pt x="58499" y="240349"/>
                  </a:lnTo>
                  <a:lnTo>
                    <a:pt x="68249" y="233680"/>
                  </a:lnTo>
                  <a:lnTo>
                    <a:pt x="77998" y="224329"/>
                  </a:lnTo>
                  <a:lnTo>
                    <a:pt x="87748" y="236851"/>
                  </a:lnTo>
                  <a:lnTo>
                    <a:pt x="97497" y="218552"/>
                  </a:lnTo>
                  <a:lnTo>
                    <a:pt x="107247" y="238729"/>
                  </a:lnTo>
                  <a:lnTo>
                    <a:pt x="116997" y="197166"/>
                  </a:lnTo>
                  <a:lnTo>
                    <a:pt x="126747" y="168299"/>
                  </a:lnTo>
                  <a:lnTo>
                    <a:pt x="136497" y="185014"/>
                  </a:lnTo>
                  <a:lnTo>
                    <a:pt x="146247" y="159559"/>
                  </a:lnTo>
                  <a:lnTo>
                    <a:pt x="155997" y="137494"/>
                  </a:lnTo>
                  <a:lnTo>
                    <a:pt x="165747" y="159388"/>
                  </a:lnTo>
                  <a:lnTo>
                    <a:pt x="175497" y="175853"/>
                  </a:lnTo>
                  <a:lnTo>
                    <a:pt x="185247" y="199852"/>
                  </a:lnTo>
                  <a:lnTo>
                    <a:pt x="194996" y="209895"/>
                  </a:lnTo>
                  <a:lnTo>
                    <a:pt x="204746" y="169951"/>
                  </a:lnTo>
                  <a:lnTo>
                    <a:pt x="214495" y="185953"/>
                  </a:lnTo>
                  <a:lnTo>
                    <a:pt x="224245" y="116702"/>
                  </a:lnTo>
                  <a:lnTo>
                    <a:pt x="233995" y="122419"/>
                  </a:lnTo>
                  <a:lnTo>
                    <a:pt x="243744" y="110546"/>
                  </a:lnTo>
                  <a:lnTo>
                    <a:pt x="253494" y="125753"/>
                  </a:lnTo>
                  <a:lnTo>
                    <a:pt x="263244" y="146807"/>
                  </a:lnTo>
                  <a:lnTo>
                    <a:pt x="272994" y="138705"/>
                  </a:lnTo>
                  <a:lnTo>
                    <a:pt x="282744" y="160444"/>
                  </a:lnTo>
                  <a:lnTo>
                    <a:pt x="292494" y="162917"/>
                  </a:lnTo>
                  <a:lnTo>
                    <a:pt x="302244" y="161574"/>
                  </a:lnTo>
                  <a:lnTo>
                    <a:pt x="311994" y="174580"/>
                  </a:lnTo>
                  <a:lnTo>
                    <a:pt x="321744" y="213528"/>
                  </a:lnTo>
                  <a:lnTo>
                    <a:pt x="331493" y="225165"/>
                  </a:lnTo>
                  <a:lnTo>
                    <a:pt x="341243" y="236334"/>
                  </a:lnTo>
                  <a:lnTo>
                    <a:pt x="350993" y="208322"/>
                  </a:lnTo>
                  <a:lnTo>
                    <a:pt x="360742" y="195721"/>
                  </a:lnTo>
                  <a:lnTo>
                    <a:pt x="370492" y="169819"/>
                  </a:lnTo>
                  <a:lnTo>
                    <a:pt x="380241" y="167412"/>
                  </a:lnTo>
                  <a:lnTo>
                    <a:pt x="389991" y="174844"/>
                  </a:lnTo>
                  <a:lnTo>
                    <a:pt x="399741" y="186434"/>
                  </a:lnTo>
                  <a:lnTo>
                    <a:pt x="409491" y="183852"/>
                  </a:lnTo>
                  <a:lnTo>
                    <a:pt x="419241" y="166040"/>
                  </a:lnTo>
                  <a:lnTo>
                    <a:pt x="428991" y="169598"/>
                  </a:lnTo>
                  <a:lnTo>
                    <a:pt x="438741" y="169617"/>
                  </a:lnTo>
                  <a:lnTo>
                    <a:pt x="448491" y="186719"/>
                  </a:lnTo>
                  <a:lnTo>
                    <a:pt x="458241" y="197219"/>
                  </a:lnTo>
                  <a:lnTo>
                    <a:pt x="467991" y="210283"/>
                  </a:lnTo>
                  <a:lnTo>
                    <a:pt x="477740" y="225213"/>
                  </a:lnTo>
                  <a:lnTo>
                    <a:pt x="487490" y="241143"/>
                  </a:lnTo>
                  <a:lnTo>
                    <a:pt x="497239" y="263709"/>
                  </a:lnTo>
                  <a:lnTo>
                    <a:pt x="506989" y="254282"/>
                  </a:lnTo>
                  <a:lnTo>
                    <a:pt x="516738" y="262563"/>
                  </a:lnTo>
                  <a:lnTo>
                    <a:pt x="526488" y="239695"/>
                  </a:lnTo>
                  <a:lnTo>
                    <a:pt x="536238" y="246931"/>
                  </a:lnTo>
                  <a:lnTo>
                    <a:pt x="545988" y="265180"/>
                  </a:lnTo>
                  <a:lnTo>
                    <a:pt x="555738" y="266337"/>
                  </a:lnTo>
                  <a:lnTo>
                    <a:pt x="565488" y="268387"/>
                  </a:lnTo>
                  <a:lnTo>
                    <a:pt x="575238" y="272258"/>
                  </a:lnTo>
                  <a:lnTo>
                    <a:pt x="584988" y="290122"/>
                  </a:lnTo>
                  <a:lnTo>
                    <a:pt x="594738" y="290314"/>
                  </a:lnTo>
                  <a:lnTo>
                    <a:pt x="604488" y="275108"/>
                  </a:lnTo>
                  <a:lnTo>
                    <a:pt x="614237" y="251915"/>
                  </a:lnTo>
                  <a:lnTo>
                    <a:pt x="623987" y="241113"/>
                  </a:lnTo>
                  <a:lnTo>
                    <a:pt x="633736" y="253709"/>
                  </a:lnTo>
                  <a:lnTo>
                    <a:pt x="643486" y="258859"/>
                  </a:lnTo>
                  <a:lnTo>
                    <a:pt x="653236" y="246194"/>
                  </a:lnTo>
                  <a:lnTo>
                    <a:pt x="662985" y="271053"/>
                  </a:lnTo>
                  <a:lnTo>
                    <a:pt x="672735" y="298260"/>
                  </a:lnTo>
                  <a:lnTo>
                    <a:pt x="682485" y="274477"/>
                  </a:lnTo>
                  <a:lnTo>
                    <a:pt x="692235" y="307768"/>
                  </a:lnTo>
                  <a:lnTo>
                    <a:pt x="701985" y="267703"/>
                  </a:lnTo>
                  <a:lnTo>
                    <a:pt x="711735" y="256709"/>
                  </a:lnTo>
                  <a:lnTo>
                    <a:pt x="721485" y="243877"/>
                  </a:lnTo>
                  <a:lnTo>
                    <a:pt x="731235" y="248527"/>
                  </a:lnTo>
                  <a:lnTo>
                    <a:pt x="740985" y="265752"/>
                  </a:lnTo>
                  <a:lnTo>
                    <a:pt x="750734" y="259932"/>
                  </a:lnTo>
                  <a:lnTo>
                    <a:pt x="760484" y="275941"/>
                  </a:lnTo>
                  <a:lnTo>
                    <a:pt x="770233" y="271944"/>
                  </a:lnTo>
                  <a:lnTo>
                    <a:pt x="779983" y="259920"/>
                  </a:lnTo>
                  <a:lnTo>
                    <a:pt x="789733" y="257670"/>
                  </a:lnTo>
                  <a:lnTo>
                    <a:pt x="799482" y="281385"/>
                  </a:lnTo>
                  <a:lnTo>
                    <a:pt x="809232" y="263073"/>
                  </a:lnTo>
                  <a:lnTo>
                    <a:pt x="818982" y="233431"/>
                  </a:lnTo>
                  <a:lnTo>
                    <a:pt x="828732" y="224423"/>
                  </a:lnTo>
                  <a:lnTo>
                    <a:pt x="838482" y="240477"/>
                  </a:lnTo>
                  <a:lnTo>
                    <a:pt x="848232" y="248101"/>
                  </a:lnTo>
                  <a:lnTo>
                    <a:pt x="857982" y="261134"/>
                  </a:lnTo>
                  <a:lnTo>
                    <a:pt x="867732" y="249013"/>
                  </a:lnTo>
                  <a:lnTo>
                    <a:pt x="877482" y="271024"/>
                  </a:lnTo>
                  <a:lnTo>
                    <a:pt x="887231" y="292993"/>
                  </a:lnTo>
                  <a:lnTo>
                    <a:pt x="896981" y="295375"/>
                  </a:lnTo>
                  <a:lnTo>
                    <a:pt x="906730" y="274578"/>
                  </a:lnTo>
                  <a:lnTo>
                    <a:pt x="916480" y="242196"/>
                  </a:lnTo>
                  <a:lnTo>
                    <a:pt x="926230" y="267286"/>
                  </a:lnTo>
                  <a:lnTo>
                    <a:pt x="935979" y="274447"/>
                  </a:lnTo>
                  <a:lnTo>
                    <a:pt x="945729" y="248183"/>
                  </a:lnTo>
                  <a:lnTo>
                    <a:pt x="955479" y="225037"/>
                  </a:lnTo>
                  <a:lnTo>
                    <a:pt x="965229" y="225854"/>
                  </a:lnTo>
                  <a:lnTo>
                    <a:pt x="974979" y="232505"/>
                  </a:lnTo>
                  <a:lnTo>
                    <a:pt x="984729" y="254673"/>
                  </a:lnTo>
                  <a:lnTo>
                    <a:pt x="994474" y="282854"/>
                  </a:lnTo>
                  <a:lnTo>
                    <a:pt x="1004233" y="309500"/>
                  </a:lnTo>
                  <a:lnTo>
                    <a:pt x="1013977" y="326684"/>
                  </a:lnTo>
                  <a:lnTo>
                    <a:pt x="1023721" y="286360"/>
                  </a:lnTo>
                  <a:lnTo>
                    <a:pt x="1033480" y="305307"/>
                  </a:lnTo>
                  <a:lnTo>
                    <a:pt x="1043224" y="318052"/>
                  </a:lnTo>
                  <a:lnTo>
                    <a:pt x="1052983" y="320692"/>
                  </a:lnTo>
                  <a:lnTo>
                    <a:pt x="1062727" y="323566"/>
                  </a:lnTo>
                  <a:lnTo>
                    <a:pt x="1072471" y="305876"/>
                  </a:lnTo>
                  <a:lnTo>
                    <a:pt x="1082230" y="304058"/>
                  </a:lnTo>
                  <a:lnTo>
                    <a:pt x="1091973" y="261641"/>
                  </a:lnTo>
                  <a:lnTo>
                    <a:pt x="1101732" y="289347"/>
                  </a:lnTo>
                  <a:lnTo>
                    <a:pt x="1111476" y="296296"/>
                  </a:lnTo>
                  <a:lnTo>
                    <a:pt x="1121220" y="286570"/>
                  </a:lnTo>
                  <a:lnTo>
                    <a:pt x="1130979" y="266716"/>
                  </a:lnTo>
                  <a:lnTo>
                    <a:pt x="1140723" y="305268"/>
                  </a:lnTo>
                  <a:lnTo>
                    <a:pt x="1150482" y="333280"/>
                  </a:lnTo>
                  <a:lnTo>
                    <a:pt x="1160226" y="299687"/>
                  </a:lnTo>
                  <a:lnTo>
                    <a:pt x="1169969" y="280354"/>
                  </a:lnTo>
                  <a:lnTo>
                    <a:pt x="1179728" y="291823"/>
                  </a:lnTo>
                  <a:lnTo>
                    <a:pt x="1189472" y="290046"/>
                  </a:lnTo>
                  <a:lnTo>
                    <a:pt x="1199231" y="302049"/>
                  </a:lnTo>
                  <a:lnTo>
                    <a:pt x="1208975" y="307735"/>
                  </a:lnTo>
                  <a:lnTo>
                    <a:pt x="1218719" y="249662"/>
                  </a:lnTo>
                  <a:lnTo>
                    <a:pt x="1228478" y="202179"/>
                  </a:lnTo>
                  <a:lnTo>
                    <a:pt x="1238222" y="206689"/>
                  </a:lnTo>
                  <a:lnTo>
                    <a:pt x="1247966" y="202047"/>
                  </a:lnTo>
                  <a:lnTo>
                    <a:pt x="1257725" y="176003"/>
                  </a:lnTo>
                  <a:lnTo>
                    <a:pt x="1267469" y="187724"/>
                  </a:lnTo>
                  <a:lnTo>
                    <a:pt x="1277227" y="164038"/>
                  </a:lnTo>
                  <a:lnTo>
                    <a:pt x="1286971" y="167363"/>
                  </a:lnTo>
                  <a:lnTo>
                    <a:pt x="1296715" y="193754"/>
                  </a:lnTo>
                  <a:lnTo>
                    <a:pt x="1306474" y="183006"/>
                  </a:lnTo>
                  <a:lnTo>
                    <a:pt x="1316218" y="156426"/>
                  </a:lnTo>
                  <a:lnTo>
                    <a:pt x="1325977" y="150675"/>
                  </a:lnTo>
                  <a:lnTo>
                    <a:pt x="1335721" y="115618"/>
                  </a:lnTo>
                  <a:lnTo>
                    <a:pt x="1345465" y="87427"/>
                  </a:lnTo>
                  <a:lnTo>
                    <a:pt x="1355224" y="103177"/>
                  </a:lnTo>
                  <a:lnTo>
                    <a:pt x="1364967" y="100844"/>
                  </a:lnTo>
                  <a:lnTo>
                    <a:pt x="1374726" y="76752"/>
                  </a:lnTo>
                  <a:lnTo>
                    <a:pt x="1384470" y="102951"/>
                  </a:lnTo>
                  <a:lnTo>
                    <a:pt x="1394214" y="129834"/>
                  </a:lnTo>
                  <a:lnTo>
                    <a:pt x="1403973" y="113119"/>
                  </a:lnTo>
                  <a:lnTo>
                    <a:pt x="1413717" y="102113"/>
                  </a:lnTo>
                  <a:lnTo>
                    <a:pt x="1423476" y="87913"/>
                  </a:lnTo>
                  <a:lnTo>
                    <a:pt x="1433220" y="65688"/>
                  </a:lnTo>
                  <a:lnTo>
                    <a:pt x="1442964" y="96687"/>
                  </a:lnTo>
                  <a:lnTo>
                    <a:pt x="1452722" y="110488"/>
                  </a:lnTo>
                  <a:lnTo>
                    <a:pt x="1462466" y="95611"/>
                  </a:lnTo>
                  <a:lnTo>
                    <a:pt x="1472225" y="92596"/>
                  </a:lnTo>
                  <a:lnTo>
                    <a:pt x="1481969" y="94811"/>
                  </a:lnTo>
                  <a:lnTo>
                    <a:pt x="1491713" y="107873"/>
                  </a:lnTo>
                  <a:lnTo>
                    <a:pt x="1501472" y="99062"/>
                  </a:lnTo>
                  <a:lnTo>
                    <a:pt x="1511216" y="63538"/>
                  </a:lnTo>
                  <a:lnTo>
                    <a:pt x="1520960" y="71436"/>
                  </a:lnTo>
                  <a:lnTo>
                    <a:pt x="1530719" y="58745"/>
                  </a:lnTo>
                  <a:lnTo>
                    <a:pt x="1540463" y="29938"/>
                  </a:lnTo>
                  <a:lnTo>
                    <a:pt x="1550221" y="24062"/>
                  </a:lnTo>
                  <a:lnTo>
                    <a:pt x="1559965" y="9057"/>
                  </a:lnTo>
                  <a:lnTo>
                    <a:pt x="1569709" y="0"/>
                  </a:lnTo>
                  <a:lnTo>
                    <a:pt x="1579468" y="28454"/>
                  </a:lnTo>
                  <a:lnTo>
                    <a:pt x="1589212" y="14243"/>
                  </a:lnTo>
                  <a:lnTo>
                    <a:pt x="1598971" y="16946"/>
                  </a:lnTo>
                  <a:lnTo>
                    <a:pt x="1608715" y="62398"/>
                  </a:lnTo>
                  <a:lnTo>
                    <a:pt x="1618459" y="96495"/>
                  </a:lnTo>
                  <a:lnTo>
                    <a:pt x="1628218" y="113119"/>
                  </a:lnTo>
                  <a:lnTo>
                    <a:pt x="1637962" y="109384"/>
                  </a:lnTo>
                  <a:lnTo>
                    <a:pt x="1647720" y="108459"/>
                  </a:lnTo>
                  <a:lnTo>
                    <a:pt x="1657464" y="132300"/>
                  </a:lnTo>
                  <a:lnTo>
                    <a:pt x="1667208" y="111584"/>
                  </a:lnTo>
                  <a:lnTo>
                    <a:pt x="1676967" y="107949"/>
                  </a:lnTo>
                  <a:lnTo>
                    <a:pt x="1686711" y="112177"/>
                  </a:lnTo>
                  <a:lnTo>
                    <a:pt x="1696470" y="135801"/>
                  </a:lnTo>
                  <a:lnTo>
                    <a:pt x="1706214" y="114047"/>
                  </a:lnTo>
                  <a:lnTo>
                    <a:pt x="1715958" y="91322"/>
                  </a:lnTo>
                  <a:lnTo>
                    <a:pt x="1725716" y="128020"/>
                  </a:lnTo>
                  <a:lnTo>
                    <a:pt x="1735460" y="159275"/>
                  </a:lnTo>
                  <a:lnTo>
                    <a:pt x="1745219" y="144753"/>
                  </a:lnTo>
                  <a:lnTo>
                    <a:pt x="1754963" y="151622"/>
                  </a:lnTo>
                  <a:lnTo>
                    <a:pt x="1764707" y="154759"/>
                  </a:lnTo>
                  <a:lnTo>
                    <a:pt x="1774466" y="161857"/>
                  </a:lnTo>
                  <a:lnTo>
                    <a:pt x="1784210" y="174884"/>
                  </a:lnTo>
                  <a:lnTo>
                    <a:pt x="1793969" y="174686"/>
                  </a:lnTo>
                  <a:lnTo>
                    <a:pt x="1803713" y="214101"/>
                  </a:lnTo>
                  <a:lnTo>
                    <a:pt x="1813457" y="237928"/>
                  </a:lnTo>
                  <a:lnTo>
                    <a:pt x="1823215" y="222402"/>
                  </a:lnTo>
                  <a:lnTo>
                    <a:pt x="1832959" y="218164"/>
                  </a:lnTo>
                  <a:lnTo>
                    <a:pt x="1842703" y="185708"/>
                  </a:lnTo>
                  <a:lnTo>
                    <a:pt x="1852462" y="189986"/>
                  </a:lnTo>
                  <a:lnTo>
                    <a:pt x="1862206" y="189345"/>
                  </a:lnTo>
                  <a:lnTo>
                    <a:pt x="1871965" y="226535"/>
                  </a:lnTo>
                  <a:lnTo>
                    <a:pt x="1881709" y="243601"/>
                  </a:lnTo>
                  <a:lnTo>
                    <a:pt x="1891453" y="257288"/>
                  </a:lnTo>
                  <a:lnTo>
                    <a:pt x="1901212" y="265013"/>
                  </a:lnTo>
                  <a:lnTo>
                    <a:pt x="1910956" y="238996"/>
                  </a:lnTo>
                  <a:lnTo>
                    <a:pt x="1920714" y="241092"/>
                  </a:lnTo>
                  <a:lnTo>
                    <a:pt x="1930458" y="255832"/>
                  </a:lnTo>
                  <a:lnTo>
                    <a:pt x="1940202" y="219583"/>
                  </a:lnTo>
                  <a:lnTo>
                    <a:pt x="1949961" y="199415"/>
                  </a:lnTo>
                  <a:lnTo>
                    <a:pt x="1959705" y="206999"/>
                  </a:lnTo>
                  <a:lnTo>
                    <a:pt x="1969464" y="197255"/>
                  </a:lnTo>
                  <a:lnTo>
                    <a:pt x="1979208" y="213170"/>
                  </a:lnTo>
                  <a:lnTo>
                    <a:pt x="1988952" y="240991"/>
                  </a:lnTo>
                  <a:lnTo>
                    <a:pt x="1998711" y="218756"/>
                  </a:lnTo>
                  <a:lnTo>
                    <a:pt x="2008454" y="245185"/>
                  </a:lnTo>
                  <a:lnTo>
                    <a:pt x="2018213" y="216761"/>
                  </a:lnTo>
                  <a:lnTo>
                    <a:pt x="2027957" y="232378"/>
                  </a:lnTo>
                  <a:lnTo>
                    <a:pt x="2037701" y="232721"/>
                  </a:lnTo>
                  <a:lnTo>
                    <a:pt x="2047460" y="228801"/>
                  </a:lnTo>
                  <a:lnTo>
                    <a:pt x="2057204" y="214298"/>
                  </a:lnTo>
                  <a:lnTo>
                    <a:pt x="2066963" y="234607"/>
                  </a:lnTo>
                  <a:lnTo>
                    <a:pt x="2076707" y="259382"/>
                  </a:lnTo>
                  <a:lnTo>
                    <a:pt x="2086451" y="249543"/>
                  </a:lnTo>
                  <a:lnTo>
                    <a:pt x="2096210" y="215423"/>
                  </a:lnTo>
                  <a:lnTo>
                    <a:pt x="2105954" y="219125"/>
                  </a:lnTo>
                  <a:lnTo>
                    <a:pt x="2115697" y="194935"/>
                  </a:lnTo>
                  <a:lnTo>
                    <a:pt x="2125456" y="201339"/>
                  </a:lnTo>
                  <a:lnTo>
                    <a:pt x="2135200" y="234245"/>
                  </a:lnTo>
                  <a:lnTo>
                    <a:pt x="2144959" y="241066"/>
                  </a:lnTo>
                  <a:lnTo>
                    <a:pt x="2154703" y="254902"/>
                  </a:lnTo>
                  <a:lnTo>
                    <a:pt x="2164447" y="224440"/>
                  </a:lnTo>
                  <a:lnTo>
                    <a:pt x="2174206" y="206801"/>
                  </a:lnTo>
                  <a:lnTo>
                    <a:pt x="2183950" y="213750"/>
                  </a:lnTo>
                  <a:lnTo>
                    <a:pt x="2193709" y="253509"/>
                  </a:lnTo>
                  <a:lnTo>
                    <a:pt x="2203452" y="275948"/>
                  </a:lnTo>
                  <a:lnTo>
                    <a:pt x="2213196" y="309632"/>
                  </a:lnTo>
                  <a:lnTo>
                    <a:pt x="2222955" y="287078"/>
                  </a:lnTo>
                  <a:lnTo>
                    <a:pt x="2232699" y="275986"/>
                  </a:lnTo>
                  <a:lnTo>
                    <a:pt x="2242458" y="305325"/>
                  </a:lnTo>
                  <a:lnTo>
                    <a:pt x="2252202" y="310407"/>
                  </a:lnTo>
                  <a:lnTo>
                    <a:pt x="2261946" y="329296"/>
                  </a:lnTo>
                  <a:lnTo>
                    <a:pt x="2271705" y="327272"/>
                  </a:lnTo>
                  <a:lnTo>
                    <a:pt x="2281449" y="337043"/>
                  </a:lnTo>
                  <a:lnTo>
                    <a:pt x="2291208" y="312944"/>
                  </a:lnTo>
                  <a:lnTo>
                    <a:pt x="2300951" y="340141"/>
                  </a:lnTo>
                  <a:lnTo>
                    <a:pt x="2310695" y="348526"/>
                  </a:lnTo>
                  <a:lnTo>
                    <a:pt x="2320454" y="339278"/>
                  </a:lnTo>
                  <a:lnTo>
                    <a:pt x="2330198" y="319679"/>
                  </a:lnTo>
                  <a:lnTo>
                    <a:pt x="2339957" y="308574"/>
                  </a:lnTo>
                  <a:lnTo>
                    <a:pt x="2349701" y="328193"/>
                  </a:lnTo>
                  <a:lnTo>
                    <a:pt x="2359445" y="319765"/>
                  </a:lnTo>
                  <a:lnTo>
                    <a:pt x="2369204" y="335182"/>
                  </a:lnTo>
                  <a:lnTo>
                    <a:pt x="2378948" y="359107"/>
                  </a:lnTo>
                  <a:lnTo>
                    <a:pt x="2388692" y="346774"/>
                  </a:lnTo>
                  <a:lnTo>
                    <a:pt x="2398450" y="334567"/>
                  </a:lnTo>
                  <a:lnTo>
                    <a:pt x="2408194" y="334157"/>
                  </a:lnTo>
                  <a:lnTo>
                    <a:pt x="2417953" y="329594"/>
                  </a:lnTo>
                  <a:lnTo>
                    <a:pt x="2427697" y="334828"/>
                  </a:lnTo>
                  <a:lnTo>
                    <a:pt x="2437441" y="346418"/>
                  </a:lnTo>
                  <a:lnTo>
                    <a:pt x="2447200" y="415156"/>
                  </a:lnTo>
                  <a:lnTo>
                    <a:pt x="2456944" y="425656"/>
                  </a:lnTo>
                  <a:lnTo>
                    <a:pt x="2466703" y="437530"/>
                  </a:lnTo>
                  <a:lnTo>
                    <a:pt x="2476446" y="386153"/>
                  </a:lnTo>
                  <a:lnTo>
                    <a:pt x="2486190" y="385015"/>
                  </a:lnTo>
                  <a:lnTo>
                    <a:pt x="2495949" y="377956"/>
                  </a:lnTo>
                  <a:lnTo>
                    <a:pt x="2505693" y="385900"/>
                  </a:lnTo>
                  <a:lnTo>
                    <a:pt x="2515452" y="371736"/>
                  </a:lnTo>
                  <a:lnTo>
                    <a:pt x="2525196" y="373038"/>
                  </a:lnTo>
                  <a:lnTo>
                    <a:pt x="2534940" y="390753"/>
                  </a:lnTo>
                  <a:lnTo>
                    <a:pt x="2544699" y="403463"/>
                  </a:lnTo>
                  <a:lnTo>
                    <a:pt x="2554443" y="433066"/>
                  </a:lnTo>
                  <a:lnTo>
                    <a:pt x="2564202" y="377114"/>
                  </a:lnTo>
                  <a:lnTo>
                    <a:pt x="2573946" y="353440"/>
                  </a:lnTo>
                  <a:lnTo>
                    <a:pt x="2583690" y="346948"/>
                  </a:lnTo>
                  <a:lnTo>
                    <a:pt x="2593448" y="370225"/>
                  </a:lnTo>
                  <a:lnTo>
                    <a:pt x="2603192" y="388841"/>
                  </a:lnTo>
                  <a:lnTo>
                    <a:pt x="2612951" y="384245"/>
                  </a:lnTo>
                  <a:lnTo>
                    <a:pt x="2622695" y="397103"/>
                  </a:lnTo>
                  <a:lnTo>
                    <a:pt x="2632439" y="374261"/>
                  </a:lnTo>
                  <a:lnTo>
                    <a:pt x="2642198" y="342429"/>
                  </a:lnTo>
                  <a:lnTo>
                    <a:pt x="2651942" y="358921"/>
                  </a:lnTo>
                  <a:lnTo>
                    <a:pt x="2661685" y="357285"/>
                  </a:lnTo>
                  <a:lnTo>
                    <a:pt x="2671444" y="335203"/>
                  </a:lnTo>
                  <a:lnTo>
                    <a:pt x="2681188" y="305521"/>
                  </a:lnTo>
                  <a:lnTo>
                    <a:pt x="2690947" y="304721"/>
                  </a:lnTo>
                  <a:lnTo>
                    <a:pt x="2700691" y="281947"/>
                  </a:lnTo>
                  <a:lnTo>
                    <a:pt x="2710435" y="312479"/>
                  </a:lnTo>
                  <a:lnTo>
                    <a:pt x="2720194" y="313482"/>
                  </a:lnTo>
                  <a:lnTo>
                    <a:pt x="2729938" y="323317"/>
                  </a:lnTo>
                  <a:lnTo>
                    <a:pt x="2739697" y="340457"/>
                  </a:lnTo>
                  <a:lnTo>
                    <a:pt x="2749441" y="350722"/>
                  </a:lnTo>
                  <a:lnTo>
                    <a:pt x="2759185" y="353621"/>
                  </a:lnTo>
                  <a:lnTo>
                    <a:pt x="2768943" y="382963"/>
                  </a:lnTo>
                  <a:lnTo>
                    <a:pt x="2778687" y="397623"/>
                  </a:lnTo>
                  <a:lnTo>
                    <a:pt x="2788446" y="382768"/>
                  </a:lnTo>
                  <a:lnTo>
                    <a:pt x="2798190" y="393138"/>
                  </a:lnTo>
                  <a:lnTo>
                    <a:pt x="2807934" y="367635"/>
                  </a:lnTo>
                  <a:lnTo>
                    <a:pt x="2817693" y="334487"/>
                  </a:lnTo>
                  <a:lnTo>
                    <a:pt x="2827437" y="352505"/>
                  </a:lnTo>
                  <a:lnTo>
                    <a:pt x="2837196" y="324686"/>
                  </a:lnTo>
                  <a:lnTo>
                    <a:pt x="2846940" y="334734"/>
                  </a:lnTo>
                  <a:lnTo>
                    <a:pt x="2856684" y="369842"/>
                  </a:lnTo>
                  <a:lnTo>
                    <a:pt x="2866442" y="333792"/>
                  </a:lnTo>
                  <a:lnTo>
                    <a:pt x="2876186" y="321678"/>
                  </a:lnTo>
                  <a:lnTo>
                    <a:pt x="2885945" y="320791"/>
                  </a:lnTo>
                  <a:lnTo>
                    <a:pt x="2895689" y="321933"/>
                  </a:lnTo>
                  <a:lnTo>
                    <a:pt x="2905433" y="322313"/>
                  </a:lnTo>
                  <a:lnTo>
                    <a:pt x="2915192" y="33854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2" name="Freeform 1231">
              <a:extLst>
                <a:ext uri="{FF2B5EF4-FFF2-40B4-BE49-F238E27FC236}">
                  <a16:creationId xmlns:a16="http://schemas.microsoft.com/office/drawing/2014/main" id="{0BD229F2-5580-A89B-B239-C489FA6494CB}"/>
                </a:ext>
              </a:extLst>
            </p:cNvPr>
            <p:cNvSpPr/>
            <p:nvPr/>
          </p:nvSpPr>
          <p:spPr>
            <a:xfrm>
              <a:off x="4426652" y="3057920"/>
              <a:ext cx="2915191" cy="479376"/>
            </a:xfrm>
            <a:custGeom>
              <a:avLst/>
              <a:gdLst>
                <a:gd name="connsiteX0" fmla="*/ 0 w 2915191"/>
                <a:gd name="connsiteY0" fmla="*/ 130043 h 479376"/>
                <a:gd name="connsiteX1" fmla="*/ 9750 w 2915191"/>
                <a:gd name="connsiteY1" fmla="*/ 132951 h 479376"/>
                <a:gd name="connsiteX2" fmla="*/ 19500 w 2915191"/>
                <a:gd name="connsiteY2" fmla="*/ 123380 h 479376"/>
                <a:gd name="connsiteX3" fmla="*/ 29250 w 2915191"/>
                <a:gd name="connsiteY3" fmla="*/ 97712 h 479376"/>
                <a:gd name="connsiteX4" fmla="*/ 39000 w 2915191"/>
                <a:gd name="connsiteY4" fmla="*/ 97946 h 479376"/>
                <a:gd name="connsiteX5" fmla="*/ 48749 w 2915191"/>
                <a:gd name="connsiteY5" fmla="*/ 79318 h 479376"/>
                <a:gd name="connsiteX6" fmla="*/ 58499 w 2915191"/>
                <a:gd name="connsiteY6" fmla="*/ 68981 h 479376"/>
                <a:gd name="connsiteX7" fmla="*/ 68249 w 2915191"/>
                <a:gd name="connsiteY7" fmla="*/ 93895 h 479376"/>
                <a:gd name="connsiteX8" fmla="*/ 77998 w 2915191"/>
                <a:gd name="connsiteY8" fmla="*/ 67848 h 479376"/>
                <a:gd name="connsiteX9" fmla="*/ 87748 w 2915191"/>
                <a:gd name="connsiteY9" fmla="*/ 72203 h 479376"/>
                <a:gd name="connsiteX10" fmla="*/ 97497 w 2915191"/>
                <a:gd name="connsiteY10" fmla="*/ 63882 h 479376"/>
                <a:gd name="connsiteX11" fmla="*/ 107247 w 2915191"/>
                <a:gd name="connsiteY11" fmla="*/ 45393 h 479376"/>
                <a:gd name="connsiteX12" fmla="*/ 116997 w 2915191"/>
                <a:gd name="connsiteY12" fmla="*/ 44110 h 479376"/>
                <a:gd name="connsiteX13" fmla="*/ 126747 w 2915191"/>
                <a:gd name="connsiteY13" fmla="*/ 40160 h 479376"/>
                <a:gd name="connsiteX14" fmla="*/ 136497 w 2915191"/>
                <a:gd name="connsiteY14" fmla="*/ 31201 h 479376"/>
                <a:gd name="connsiteX15" fmla="*/ 146247 w 2915191"/>
                <a:gd name="connsiteY15" fmla="*/ 45864 h 479376"/>
                <a:gd name="connsiteX16" fmla="*/ 155997 w 2915191"/>
                <a:gd name="connsiteY16" fmla="*/ 64638 h 479376"/>
                <a:gd name="connsiteX17" fmla="*/ 165747 w 2915191"/>
                <a:gd name="connsiteY17" fmla="*/ 95735 h 479376"/>
                <a:gd name="connsiteX18" fmla="*/ 175497 w 2915191"/>
                <a:gd name="connsiteY18" fmla="*/ 81570 h 479376"/>
                <a:gd name="connsiteX19" fmla="*/ 185247 w 2915191"/>
                <a:gd name="connsiteY19" fmla="*/ 89613 h 479376"/>
                <a:gd name="connsiteX20" fmla="*/ 194996 w 2915191"/>
                <a:gd name="connsiteY20" fmla="*/ 85671 h 479376"/>
                <a:gd name="connsiteX21" fmla="*/ 204746 w 2915191"/>
                <a:gd name="connsiteY21" fmla="*/ 76380 h 479376"/>
                <a:gd name="connsiteX22" fmla="*/ 214495 w 2915191"/>
                <a:gd name="connsiteY22" fmla="*/ 81040 h 479376"/>
                <a:gd name="connsiteX23" fmla="*/ 224245 w 2915191"/>
                <a:gd name="connsiteY23" fmla="*/ 64641 h 479376"/>
                <a:gd name="connsiteX24" fmla="*/ 233995 w 2915191"/>
                <a:gd name="connsiteY24" fmla="*/ 97886 h 479376"/>
                <a:gd name="connsiteX25" fmla="*/ 243744 w 2915191"/>
                <a:gd name="connsiteY25" fmla="*/ 82353 h 479376"/>
                <a:gd name="connsiteX26" fmla="*/ 253494 w 2915191"/>
                <a:gd name="connsiteY26" fmla="*/ 82202 h 479376"/>
                <a:gd name="connsiteX27" fmla="*/ 263244 w 2915191"/>
                <a:gd name="connsiteY27" fmla="*/ 76301 h 479376"/>
                <a:gd name="connsiteX28" fmla="*/ 272994 w 2915191"/>
                <a:gd name="connsiteY28" fmla="*/ 102200 h 479376"/>
                <a:gd name="connsiteX29" fmla="*/ 282744 w 2915191"/>
                <a:gd name="connsiteY29" fmla="*/ 106182 h 479376"/>
                <a:gd name="connsiteX30" fmla="*/ 292494 w 2915191"/>
                <a:gd name="connsiteY30" fmla="*/ 146703 h 479376"/>
                <a:gd name="connsiteX31" fmla="*/ 302244 w 2915191"/>
                <a:gd name="connsiteY31" fmla="*/ 151886 h 479376"/>
                <a:gd name="connsiteX32" fmla="*/ 311994 w 2915191"/>
                <a:gd name="connsiteY32" fmla="*/ 117794 h 479376"/>
                <a:gd name="connsiteX33" fmla="*/ 321744 w 2915191"/>
                <a:gd name="connsiteY33" fmla="*/ 110872 h 479376"/>
                <a:gd name="connsiteX34" fmla="*/ 331493 w 2915191"/>
                <a:gd name="connsiteY34" fmla="*/ 126980 h 479376"/>
                <a:gd name="connsiteX35" fmla="*/ 341243 w 2915191"/>
                <a:gd name="connsiteY35" fmla="*/ 115798 h 479376"/>
                <a:gd name="connsiteX36" fmla="*/ 350993 w 2915191"/>
                <a:gd name="connsiteY36" fmla="*/ 104169 h 479376"/>
                <a:gd name="connsiteX37" fmla="*/ 360742 w 2915191"/>
                <a:gd name="connsiteY37" fmla="*/ 125506 h 479376"/>
                <a:gd name="connsiteX38" fmla="*/ 370492 w 2915191"/>
                <a:gd name="connsiteY38" fmla="*/ 121065 h 479376"/>
                <a:gd name="connsiteX39" fmla="*/ 380241 w 2915191"/>
                <a:gd name="connsiteY39" fmla="*/ 125248 h 479376"/>
                <a:gd name="connsiteX40" fmla="*/ 389991 w 2915191"/>
                <a:gd name="connsiteY40" fmla="*/ 150417 h 479376"/>
                <a:gd name="connsiteX41" fmla="*/ 399741 w 2915191"/>
                <a:gd name="connsiteY41" fmla="*/ 199810 h 479376"/>
                <a:gd name="connsiteX42" fmla="*/ 409491 w 2915191"/>
                <a:gd name="connsiteY42" fmla="*/ 198072 h 479376"/>
                <a:gd name="connsiteX43" fmla="*/ 419241 w 2915191"/>
                <a:gd name="connsiteY43" fmla="*/ 196695 h 479376"/>
                <a:gd name="connsiteX44" fmla="*/ 428991 w 2915191"/>
                <a:gd name="connsiteY44" fmla="*/ 221086 h 479376"/>
                <a:gd name="connsiteX45" fmla="*/ 438741 w 2915191"/>
                <a:gd name="connsiteY45" fmla="*/ 225223 h 479376"/>
                <a:gd name="connsiteX46" fmla="*/ 448491 w 2915191"/>
                <a:gd name="connsiteY46" fmla="*/ 243458 h 479376"/>
                <a:gd name="connsiteX47" fmla="*/ 458241 w 2915191"/>
                <a:gd name="connsiteY47" fmla="*/ 203976 h 479376"/>
                <a:gd name="connsiteX48" fmla="*/ 467991 w 2915191"/>
                <a:gd name="connsiteY48" fmla="*/ 202263 h 479376"/>
                <a:gd name="connsiteX49" fmla="*/ 477740 w 2915191"/>
                <a:gd name="connsiteY49" fmla="*/ 180693 h 479376"/>
                <a:gd name="connsiteX50" fmla="*/ 487490 w 2915191"/>
                <a:gd name="connsiteY50" fmla="*/ 190889 h 479376"/>
                <a:gd name="connsiteX51" fmla="*/ 497239 w 2915191"/>
                <a:gd name="connsiteY51" fmla="*/ 148631 h 479376"/>
                <a:gd name="connsiteX52" fmla="*/ 506989 w 2915191"/>
                <a:gd name="connsiteY52" fmla="*/ 131321 h 479376"/>
                <a:gd name="connsiteX53" fmla="*/ 516738 w 2915191"/>
                <a:gd name="connsiteY53" fmla="*/ 150285 h 479376"/>
                <a:gd name="connsiteX54" fmla="*/ 526488 w 2915191"/>
                <a:gd name="connsiteY54" fmla="*/ 169135 h 479376"/>
                <a:gd name="connsiteX55" fmla="*/ 536238 w 2915191"/>
                <a:gd name="connsiteY55" fmla="*/ 162926 h 479376"/>
                <a:gd name="connsiteX56" fmla="*/ 545988 w 2915191"/>
                <a:gd name="connsiteY56" fmla="*/ 169096 h 479376"/>
                <a:gd name="connsiteX57" fmla="*/ 555738 w 2915191"/>
                <a:gd name="connsiteY57" fmla="*/ 155352 h 479376"/>
                <a:gd name="connsiteX58" fmla="*/ 565488 w 2915191"/>
                <a:gd name="connsiteY58" fmla="*/ 150317 h 479376"/>
                <a:gd name="connsiteX59" fmla="*/ 575238 w 2915191"/>
                <a:gd name="connsiteY59" fmla="*/ 146980 h 479376"/>
                <a:gd name="connsiteX60" fmla="*/ 584988 w 2915191"/>
                <a:gd name="connsiteY60" fmla="*/ 139319 h 479376"/>
                <a:gd name="connsiteX61" fmla="*/ 594738 w 2915191"/>
                <a:gd name="connsiteY61" fmla="*/ 191333 h 479376"/>
                <a:gd name="connsiteX62" fmla="*/ 604488 w 2915191"/>
                <a:gd name="connsiteY62" fmla="*/ 193413 h 479376"/>
                <a:gd name="connsiteX63" fmla="*/ 614237 w 2915191"/>
                <a:gd name="connsiteY63" fmla="*/ 168448 h 479376"/>
                <a:gd name="connsiteX64" fmla="*/ 623987 w 2915191"/>
                <a:gd name="connsiteY64" fmla="*/ 162134 h 479376"/>
                <a:gd name="connsiteX65" fmla="*/ 633736 w 2915191"/>
                <a:gd name="connsiteY65" fmla="*/ 143216 h 479376"/>
                <a:gd name="connsiteX66" fmla="*/ 643486 w 2915191"/>
                <a:gd name="connsiteY66" fmla="*/ 137045 h 479376"/>
                <a:gd name="connsiteX67" fmla="*/ 653236 w 2915191"/>
                <a:gd name="connsiteY67" fmla="*/ 156429 h 479376"/>
                <a:gd name="connsiteX68" fmla="*/ 662985 w 2915191"/>
                <a:gd name="connsiteY68" fmla="*/ 177721 h 479376"/>
                <a:gd name="connsiteX69" fmla="*/ 672735 w 2915191"/>
                <a:gd name="connsiteY69" fmla="*/ 206348 h 479376"/>
                <a:gd name="connsiteX70" fmla="*/ 682485 w 2915191"/>
                <a:gd name="connsiteY70" fmla="*/ 217419 h 479376"/>
                <a:gd name="connsiteX71" fmla="*/ 692235 w 2915191"/>
                <a:gd name="connsiteY71" fmla="*/ 208988 h 479376"/>
                <a:gd name="connsiteX72" fmla="*/ 701985 w 2915191"/>
                <a:gd name="connsiteY72" fmla="*/ 225262 h 479376"/>
                <a:gd name="connsiteX73" fmla="*/ 711735 w 2915191"/>
                <a:gd name="connsiteY73" fmla="*/ 243779 h 479376"/>
                <a:gd name="connsiteX74" fmla="*/ 721485 w 2915191"/>
                <a:gd name="connsiteY74" fmla="*/ 238592 h 479376"/>
                <a:gd name="connsiteX75" fmla="*/ 731235 w 2915191"/>
                <a:gd name="connsiteY75" fmla="*/ 273515 h 479376"/>
                <a:gd name="connsiteX76" fmla="*/ 740985 w 2915191"/>
                <a:gd name="connsiteY76" fmla="*/ 279155 h 479376"/>
                <a:gd name="connsiteX77" fmla="*/ 750734 w 2915191"/>
                <a:gd name="connsiteY77" fmla="*/ 304099 h 479376"/>
                <a:gd name="connsiteX78" fmla="*/ 760484 w 2915191"/>
                <a:gd name="connsiteY78" fmla="*/ 302126 h 479376"/>
                <a:gd name="connsiteX79" fmla="*/ 770233 w 2915191"/>
                <a:gd name="connsiteY79" fmla="*/ 318603 h 479376"/>
                <a:gd name="connsiteX80" fmla="*/ 779983 w 2915191"/>
                <a:gd name="connsiteY80" fmla="*/ 343234 h 479376"/>
                <a:gd name="connsiteX81" fmla="*/ 789733 w 2915191"/>
                <a:gd name="connsiteY81" fmla="*/ 364355 h 479376"/>
                <a:gd name="connsiteX82" fmla="*/ 799482 w 2915191"/>
                <a:gd name="connsiteY82" fmla="*/ 369618 h 479376"/>
                <a:gd name="connsiteX83" fmla="*/ 809232 w 2915191"/>
                <a:gd name="connsiteY83" fmla="*/ 356647 h 479376"/>
                <a:gd name="connsiteX84" fmla="*/ 818982 w 2915191"/>
                <a:gd name="connsiteY84" fmla="*/ 337985 h 479376"/>
                <a:gd name="connsiteX85" fmla="*/ 828732 w 2915191"/>
                <a:gd name="connsiteY85" fmla="*/ 368619 h 479376"/>
                <a:gd name="connsiteX86" fmla="*/ 838482 w 2915191"/>
                <a:gd name="connsiteY86" fmla="*/ 353390 h 479376"/>
                <a:gd name="connsiteX87" fmla="*/ 848232 w 2915191"/>
                <a:gd name="connsiteY87" fmla="*/ 358723 h 479376"/>
                <a:gd name="connsiteX88" fmla="*/ 857982 w 2915191"/>
                <a:gd name="connsiteY88" fmla="*/ 392046 h 479376"/>
                <a:gd name="connsiteX89" fmla="*/ 867732 w 2915191"/>
                <a:gd name="connsiteY89" fmla="*/ 394677 h 479376"/>
                <a:gd name="connsiteX90" fmla="*/ 877482 w 2915191"/>
                <a:gd name="connsiteY90" fmla="*/ 397678 h 479376"/>
                <a:gd name="connsiteX91" fmla="*/ 887231 w 2915191"/>
                <a:gd name="connsiteY91" fmla="*/ 432576 h 479376"/>
                <a:gd name="connsiteX92" fmla="*/ 896981 w 2915191"/>
                <a:gd name="connsiteY92" fmla="*/ 449152 h 479376"/>
                <a:gd name="connsiteX93" fmla="*/ 906730 w 2915191"/>
                <a:gd name="connsiteY93" fmla="*/ 479376 h 479376"/>
                <a:gd name="connsiteX94" fmla="*/ 916480 w 2915191"/>
                <a:gd name="connsiteY94" fmla="*/ 467964 h 479376"/>
                <a:gd name="connsiteX95" fmla="*/ 926230 w 2915191"/>
                <a:gd name="connsiteY95" fmla="*/ 469850 h 479376"/>
                <a:gd name="connsiteX96" fmla="*/ 935979 w 2915191"/>
                <a:gd name="connsiteY96" fmla="*/ 472815 h 479376"/>
                <a:gd name="connsiteX97" fmla="*/ 945729 w 2915191"/>
                <a:gd name="connsiteY97" fmla="*/ 441661 h 479376"/>
                <a:gd name="connsiteX98" fmla="*/ 955479 w 2915191"/>
                <a:gd name="connsiteY98" fmla="*/ 394033 h 479376"/>
                <a:gd name="connsiteX99" fmla="*/ 965229 w 2915191"/>
                <a:gd name="connsiteY99" fmla="*/ 429293 h 479376"/>
                <a:gd name="connsiteX100" fmla="*/ 974979 w 2915191"/>
                <a:gd name="connsiteY100" fmla="*/ 424727 h 479376"/>
                <a:gd name="connsiteX101" fmla="*/ 984729 w 2915191"/>
                <a:gd name="connsiteY101" fmla="*/ 442982 h 479376"/>
                <a:gd name="connsiteX102" fmla="*/ 994474 w 2915191"/>
                <a:gd name="connsiteY102" fmla="*/ 432222 h 479376"/>
                <a:gd name="connsiteX103" fmla="*/ 1004233 w 2915191"/>
                <a:gd name="connsiteY103" fmla="*/ 417852 h 479376"/>
                <a:gd name="connsiteX104" fmla="*/ 1013977 w 2915191"/>
                <a:gd name="connsiteY104" fmla="*/ 413524 h 479376"/>
                <a:gd name="connsiteX105" fmla="*/ 1023721 w 2915191"/>
                <a:gd name="connsiteY105" fmla="*/ 407656 h 479376"/>
                <a:gd name="connsiteX106" fmla="*/ 1033480 w 2915191"/>
                <a:gd name="connsiteY106" fmla="*/ 402919 h 479376"/>
                <a:gd name="connsiteX107" fmla="*/ 1043224 w 2915191"/>
                <a:gd name="connsiteY107" fmla="*/ 387447 h 479376"/>
                <a:gd name="connsiteX108" fmla="*/ 1052983 w 2915191"/>
                <a:gd name="connsiteY108" fmla="*/ 378330 h 479376"/>
                <a:gd name="connsiteX109" fmla="*/ 1062727 w 2915191"/>
                <a:gd name="connsiteY109" fmla="*/ 410127 h 479376"/>
                <a:gd name="connsiteX110" fmla="*/ 1072471 w 2915191"/>
                <a:gd name="connsiteY110" fmla="*/ 412451 h 479376"/>
                <a:gd name="connsiteX111" fmla="*/ 1082230 w 2915191"/>
                <a:gd name="connsiteY111" fmla="*/ 424737 h 479376"/>
                <a:gd name="connsiteX112" fmla="*/ 1091973 w 2915191"/>
                <a:gd name="connsiteY112" fmla="*/ 404837 h 479376"/>
                <a:gd name="connsiteX113" fmla="*/ 1101732 w 2915191"/>
                <a:gd name="connsiteY113" fmla="*/ 408843 h 479376"/>
                <a:gd name="connsiteX114" fmla="*/ 1111476 w 2915191"/>
                <a:gd name="connsiteY114" fmla="*/ 381721 h 479376"/>
                <a:gd name="connsiteX115" fmla="*/ 1121220 w 2915191"/>
                <a:gd name="connsiteY115" fmla="*/ 389598 h 479376"/>
                <a:gd name="connsiteX116" fmla="*/ 1130979 w 2915191"/>
                <a:gd name="connsiteY116" fmla="*/ 372507 h 479376"/>
                <a:gd name="connsiteX117" fmla="*/ 1140723 w 2915191"/>
                <a:gd name="connsiteY117" fmla="*/ 393530 h 479376"/>
                <a:gd name="connsiteX118" fmla="*/ 1150482 w 2915191"/>
                <a:gd name="connsiteY118" fmla="*/ 402122 h 479376"/>
                <a:gd name="connsiteX119" fmla="*/ 1160226 w 2915191"/>
                <a:gd name="connsiteY119" fmla="*/ 402414 h 479376"/>
                <a:gd name="connsiteX120" fmla="*/ 1169969 w 2915191"/>
                <a:gd name="connsiteY120" fmla="*/ 386091 h 479376"/>
                <a:gd name="connsiteX121" fmla="*/ 1179728 w 2915191"/>
                <a:gd name="connsiteY121" fmla="*/ 381997 h 479376"/>
                <a:gd name="connsiteX122" fmla="*/ 1189472 w 2915191"/>
                <a:gd name="connsiteY122" fmla="*/ 373976 h 479376"/>
                <a:gd name="connsiteX123" fmla="*/ 1199231 w 2915191"/>
                <a:gd name="connsiteY123" fmla="*/ 372260 h 479376"/>
                <a:gd name="connsiteX124" fmla="*/ 1208975 w 2915191"/>
                <a:gd name="connsiteY124" fmla="*/ 348006 h 479376"/>
                <a:gd name="connsiteX125" fmla="*/ 1218719 w 2915191"/>
                <a:gd name="connsiteY125" fmla="*/ 325696 h 479376"/>
                <a:gd name="connsiteX126" fmla="*/ 1228478 w 2915191"/>
                <a:gd name="connsiteY126" fmla="*/ 333532 h 479376"/>
                <a:gd name="connsiteX127" fmla="*/ 1238222 w 2915191"/>
                <a:gd name="connsiteY127" fmla="*/ 365664 h 479376"/>
                <a:gd name="connsiteX128" fmla="*/ 1247966 w 2915191"/>
                <a:gd name="connsiteY128" fmla="*/ 330656 h 479376"/>
                <a:gd name="connsiteX129" fmla="*/ 1257725 w 2915191"/>
                <a:gd name="connsiteY129" fmla="*/ 311092 h 479376"/>
                <a:gd name="connsiteX130" fmla="*/ 1267469 w 2915191"/>
                <a:gd name="connsiteY130" fmla="*/ 301030 h 479376"/>
                <a:gd name="connsiteX131" fmla="*/ 1277227 w 2915191"/>
                <a:gd name="connsiteY131" fmla="*/ 295900 h 479376"/>
                <a:gd name="connsiteX132" fmla="*/ 1286971 w 2915191"/>
                <a:gd name="connsiteY132" fmla="*/ 342371 h 479376"/>
                <a:gd name="connsiteX133" fmla="*/ 1296715 w 2915191"/>
                <a:gd name="connsiteY133" fmla="*/ 319306 h 479376"/>
                <a:gd name="connsiteX134" fmla="*/ 1306474 w 2915191"/>
                <a:gd name="connsiteY134" fmla="*/ 341097 h 479376"/>
                <a:gd name="connsiteX135" fmla="*/ 1316218 w 2915191"/>
                <a:gd name="connsiteY135" fmla="*/ 330002 h 479376"/>
                <a:gd name="connsiteX136" fmla="*/ 1325977 w 2915191"/>
                <a:gd name="connsiteY136" fmla="*/ 301170 h 479376"/>
                <a:gd name="connsiteX137" fmla="*/ 1335721 w 2915191"/>
                <a:gd name="connsiteY137" fmla="*/ 298296 h 479376"/>
                <a:gd name="connsiteX138" fmla="*/ 1345465 w 2915191"/>
                <a:gd name="connsiteY138" fmla="*/ 298862 h 479376"/>
                <a:gd name="connsiteX139" fmla="*/ 1355224 w 2915191"/>
                <a:gd name="connsiteY139" fmla="*/ 297501 h 479376"/>
                <a:gd name="connsiteX140" fmla="*/ 1364967 w 2915191"/>
                <a:gd name="connsiteY140" fmla="*/ 282361 h 479376"/>
                <a:gd name="connsiteX141" fmla="*/ 1374726 w 2915191"/>
                <a:gd name="connsiteY141" fmla="*/ 322398 h 479376"/>
                <a:gd name="connsiteX142" fmla="*/ 1384470 w 2915191"/>
                <a:gd name="connsiteY142" fmla="*/ 303878 h 479376"/>
                <a:gd name="connsiteX143" fmla="*/ 1394214 w 2915191"/>
                <a:gd name="connsiteY143" fmla="*/ 340108 h 479376"/>
                <a:gd name="connsiteX144" fmla="*/ 1403973 w 2915191"/>
                <a:gd name="connsiteY144" fmla="*/ 335157 h 479376"/>
                <a:gd name="connsiteX145" fmla="*/ 1413717 w 2915191"/>
                <a:gd name="connsiteY145" fmla="*/ 360131 h 479376"/>
                <a:gd name="connsiteX146" fmla="*/ 1423476 w 2915191"/>
                <a:gd name="connsiteY146" fmla="*/ 358422 h 479376"/>
                <a:gd name="connsiteX147" fmla="*/ 1433220 w 2915191"/>
                <a:gd name="connsiteY147" fmla="*/ 388680 h 479376"/>
                <a:gd name="connsiteX148" fmla="*/ 1442964 w 2915191"/>
                <a:gd name="connsiteY148" fmla="*/ 350360 h 479376"/>
                <a:gd name="connsiteX149" fmla="*/ 1452722 w 2915191"/>
                <a:gd name="connsiteY149" fmla="*/ 324624 h 479376"/>
                <a:gd name="connsiteX150" fmla="*/ 1462466 w 2915191"/>
                <a:gd name="connsiteY150" fmla="*/ 338468 h 479376"/>
                <a:gd name="connsiteX151" fmla="*/ 1472225 w 2915191"/>
                <a:gd name="connsiteY151" fmla="*/ 326969 h 479376"/>
                <a:gd name="connsiteX152" fmla="*/ 1481969 w 2915191"/>
                <a:gd name="connsiteY152" fmla="*/ 341833 h 479376"/>
                <a:gd name="connsiteX153" fmla="*/ 1491713 w 2915191"/>
                <a:gd name="connsiteY153" fmla="*/ 343608 h 479376"/>
                <a:gd name="connsiteX154" fmla="*/ 1501472 w 2915191"/>
                <a:gd name="connsiteY154" fmla="*/ 338408 h 479376"/>
                <a:gd name="connsiteX155" fmla="*/ 1511216 w 2915191"/>
                <a:gd name="connsiteY155" fmla="*/ 305331 h 479376"/>
                <a:gd name="connsiteX156" fmla="*/ 1520960 w 2915191"/>
                <a:gd name="connsiteY156" fmla="*/ 305118 h 479376"/>
                <a:gd name="connsiteX157" fmla="*/ 1530719 w 2915191"/>
                <a:gd name="connsiteY157" fmla="*/ 300404 h 479376"/>
                <a:gd name="connsiteX158" fmla="*/ 1540463 w 2915191"/>
                <a:gd name="connsiteY158" fmla="*/ 284311 h 479376"/>
                <a:gd name="connsiteX159" fmla="*/ 1550221 w 2915191"/>
                <a:gd name="connsiteY159" fmla="*/ 248716 h 479376"/>
                <a:gd name="connsiteX160" fmla="*/ 1559965 w 2915191"/>
                <a:gd name="connsiteY160" fmla="*/ 229453 h 479376"/>
                <a:gd name="connsiteX161" fmla="*/ 1569709 w 2915191"/>
                <a:gd name="connsiteY161" fmla="*/ 215789 h 479376"/>
                <a:gd name="connsiteX162" fmla="*/ 1579468 w 2915191"/>
                <a:gd name="connsiteY162" fmla="*/ 220627 h 479376"/>
                <a:gd name="connsiteX163" fmla="*/ 1589212 w 2915191"/>
                <a:gd name="connsiteY163" fmla="*/ 221810 h 479376"/>
                <a:gd name="connsiteX164" fmla="*/ 1598971 w 2915191"/>
                <a:gd name="connsiteY164" fmla="*/ 225070 h 479376"/>
                <a:gd name="connsiteX165" fmla="*/ 1608715 w 2915191"/>
                <a:gd name="connsiteY165" fmla="*/ 207902 h 479376"/>
                <a:gd name="connsiteX166" fmla="*/ 1618459 w 2915191"/>
                <a:gd name="connsiteY166" fmla="*/ 201927 h 479376"/>
                <a:gd name="connsiteX167" fmla="*/ 1628218 w 2915191"/>
                <a:gd name="connsiteY167" fmla="*/ 193369 h 479376"/>
                <a:gd name="connsiteX168" fmla="*/ 1637962 w 2915191"/>
                <a:gd name="connsiteY168" fmla="*/ 158697 h 479376"/>
                <a:gd name="connsiteX169" fmla="*/ 1647720 w 2915191"/>
                <a:gd name="connsiteY169" fmla="*/ 125309 h 479376"/>
                <a:gd name="connsiteX170" fmla="*/ 1657464 w 2915191"/>
                <a:gd name="connsiteY170" fmla="*/ 91393 h 479376"/>
                <a:gd name="connsiteX171" fmla="*/ 1667208 w 2915191"/>
                <a:gd name="connsiteY171" fmla="*/ 72738 h 479376"/>
                <a:gd name="connsiteX172" fmla="*/ 1676967 w 2915191"/>
                <a:gd name="connsiteY172" fmla="*/ 65477 h 479376"/>
                <a:gd name="connsiteX173" fmla="*/ 1686711 w 2915191"/>
                <a:gd name="connsiteY173" fmla="*/ 23111 h 479376"/>
                <a:gd name="connsiteX174" fmla="*/ 1696470 w 2915191"/>
                <a:gd name="connsiteY174" fmla="*/ 14756 h 479376"/>
                <a:gd name="connsiteX175" fmla="*/ 1706214 w 2915191"/>
                <a:gd name="connsiteY175" fmla="*/ 590 h 479376"/>
                <a:gd name="connsiteX176" fmla="*/ 1715958 w 2915191"/>
                <a:gd name="connsiteY176" fmla="*/ 3942 h 479376"/>
                <a:gd name="connsiteX177" fmla="*/ 1725716 w 2915191"/>
                <a:gd name="connsiteY177" fmla="*/ 24017 h 479376"/>
                <a:gd name="connsiteX178" fmla="*/ 1735460 w 2915191"/>
                <a:gd name="connsiteY178" fmla="*/ 32460 h 479376"/>
                <a:gd name="connsiteX179" fmla="*/ 1745219 w 2915191"/>
                <a:gd name="connsiteY179" fmla="*/ 45984 h 479376"/>
                <a:gd name="connsiteX180" fmla="*/ 1754963 w 2915191"/>
                <a:gd name="connsiteY180" fmla="*/ 33046 h 479376"/>
                <a:gd name="connsiteX181" fmla="*/ 1764707 w 2915191"/>
                <a:gd name="connsiteY181" fmla="*/ 0 h 479376"/>
                <a:gd name="connsiteX182" fmla="*/ 1774466 w 2915191"/>
                <a:gd name="connsiteY182" fmla="*/ 8893 h 479376"/>
                <a:gd name="connsiteX183" fmla="*/ 1784210 w 2915191"/>
                <a:gd name="connsiteY183" fmla="*/ 18053 h 479376"/>
                <a:gd name="connsiteX184" fmla="*/ 1793969 w 2915191"/>
                <a:gd name="connsiteY184" fmla="*/ 3457 h 479376"/>
                <a:gd name="connsiteX185" fmla="*/ 1803713 w 2915191"/>
                <a:gd name="connsiteY185" fmla="*/ 23435 h 479376"/>
                <a:gd name="connsiteX186" fmla="*/ 1813457 w 2915191"/>
                <a:gd name="connsiteY186" fmla="*/ 48726 h 479376"/>
                <a:gd name="connsiteX187" fmla="*/ 1823215 w 2915191"/>
                <a:gd name="connsiteY187" fmla="*/ 39950 h 479376"/>
                <a:gd name="connsiteX188" fmla="*/ 1832959 w 2915191"/>
                <a:gd name="connsiteY188" fmla="*/ 48688 h 479376"/>
                <a:gd name="connsiteX189" fmla="*/ 1842703 w 2915191"/>
                <a:gd name="connsiteY189" fmla="*/ 57655 h 479376"/>
                <a:gd name="connsiteX190" fmla="*/ 1852462 w 2915191"/>
                <a:gd name="connsiteY190" fmla="*/ 53785 h 479376"/>
                <a:gd name="connsiteX191" fmla="*/ 1862206 w 2915191"/>
                <a:gd name="connsiteY191" fmla="*/ 62610 h 479376"/>
                <a:gd name="connsiteX192" fmla="*/ 1871965 w 2915191"/>
                <a:gd name="connsiteY192" fmla="*/ 61774 h 479376"/>
                <a:gd name="connsiteX193" fmla="*/ 1881709 w 2915191"/>
                <a:gd name="connsiteY193" fmla="*/ 75441 h 479376"/>
                <a:gd name="connsiteX194" fmla="*/ 1891453 w 2915191"/>
                <a:gd name="connsiteY194" fmla="*/ 87377 h 479376"/>
                <a:gd name="connsiteX195" fmla="*/ 1901212 w 2915191"/>
                <a:gd name="connsiteY195" fmla="*/ 80161 h 479376"/>
                <a:gd name="connsiteX196" fmla="*/ 1910956 w 2915191"/>
                <a:gd name="connsiteY196" fmla="*/ 89406 h 479376"/>
                <a:gd name="connsiteX197" fmla="*/ 1920714 w 2915191"/>
                <a:gd name="connsiteY197" fmla="*/ 104430 h 479376"/>
                <a:gd name="connsiteX198" fmla="*/ 1930458 w 2915191"/>
                <a:gd name="connsiteY198" fmla="*/ 117994 h 479376"/>
                <a:gd name="connsiteX199" fmla="*/ 1940202 w 2915191"/>
                <a:gd name="connsiteY199" fmla="*/ 151514 h 479376"/>
                <a:gd name="connsiteX200" fmla="*/ 1949961 w 2915191"/>
                <a:gd name="connsiteY200" fmla="*/ 148077 h 479376"/>
                <a:gd name="connsiteX201" fmla="*/ 1959705 w 2915191"/>
                <a:gd name="connsiteY201" fmla="*/ 152275 h 479376"/>
                <a:gd name="connsiteX202" fmla="*/ 1969464 w 2915191"/>
                <a:gd name="connsiteY202" fmla="*/ 146466 h 479376"/>
                <a:gd name="connsiteX203" fmla="*/ 1979208 w 2915191"/>
                <a:gd name="connsiteY203" fmla="*/ 140767 h 479376"/>
                <a:gd name="connsiteX204" fmla="*/ 1988952 w 2915191"/>
                <a:gd name="connsiteY204" fmla="*/ 136476 h 479376"/>
                <a:gd name="connsiteX205" fmla="*/ 1998711 w 2915191"/>
                <a:gd name="connsiteY205" fmla="*/ 144197 h 479376"/>
                <a:gd name="connsiteX206" fmla="*/ 2008454 w 2915191"/>
                <a:gd name="connsiteY206" fmla="*/ 150356 h 479376"/>
                <a:gd name="connsiteX207" fmla="*/ 2018213 w 2915191"/>
                <a:gd name="connsiteY207" fmla="*/ 171481 h 479376"/>
                <a:gd name="connsiteX208" fmla="*/ 2027957 w 2915191"/>
                <a:gd name="connsiteY208" fmla="*/ 193214 h 479376"/>
                <a:gd name="connsiteX209" fmla="*/ 2037701 w 2915191"/>
                <a:gd name="connsiteY209" fmla="*/ 219490 h 479376"/>
                <a:gd name="connsiteX210" fmla="*/ 2047460 w 2915191"/>
                <a:gd name="connsiteY210" fmla="*/ 231398 h 479376"/>
                <a:gd name="connsiteX211" fmla="*/ 2057204 w 2915191"/>
                <a:gd name="connsiteY211" fmla="*/ 205928 h 479376"/>
                <a:gd name="connsiteX212" fmla="*/ 2066963 w 2915191"/>
                <a:gd name="connsiteY212" fmla="*/ 216432 h 479376"/>
                <a:gd name="connsiteX213" fmla="*/ 2076707 w 2915191"/>
                <a:gd name="connsiteY213" fmla="*/ 184594 h 479376"/>
                <a:gd name="connsiteX214" fmla="*/ 2086451 w 2915191"/>
                <a:gd name="connsiteY214" fmla="*/ 187639 h 479376"/>
                <a:gd name="connsiteX215" fmla="*/ 2096210 w 2915191"/>
                <a:gd name="connsiteY215" fmla="*/ 184129 h 479376"/>
                <a:gd name="connsiteX216" fmla="*/ 2105954 w 2915191"/>
                <a:gd name="connsiteY216" fmla="*/ 215661 h 479376"/>
                <a:gd name="connsiteX217" fmla="*/ 2115697 w 2915191"/>
                <a:gd name="connsiteY217" fmla="*/ 244851 h 479376"/>
                <a:gd name="connsiteX218" fmla="*/ 2125456 w 2915191"/>
                <a:gd name="connsiteY218" fmla="*/ 218133 h 479376"/>
                <a:gd name="connsiteX219" fmla="*/ 2135200 w 2915191"/>
                <a:gd name="connsiteY219" fmla="*/ 249063 h 479376"/>
                <a:gd name="connsiteX220" fmla="*/ 2144959 w 2915191"/>
                <a:gd name="connsiteY220" fmla="*/ 266428 h 479376"/>
                <a:gd name="connsiteX221" fmla="*/ 2154703 w 2915191"/>
                <a:gd name="connsiteY221" fmla="*/ 284454 h 479376"/>
                <a:gd name="connsiteX222" fmla="*/ 2164447 w 2915191"/>
                <a:gd name="connsiteY222" fmla="*/ 300270 h 479376"/>
                <a:gd name="connsiteX223" fmla="*/ 2174206 w 2915191"/>
                <a:gd name="connsiteY223" fmla="*/ 306469 h 479376"/>
                <a:gd name="connsiteX224" fmla="*/ 2183950 w 2915191"/>
                <a:gd name="connsiteY224" fmla="*/ 273860 h 479376"/>
                <a:gd name="connsiteX225" fmla="*/ 2193709 w 2915191"/>
                <a:gd name="connsiteY225" fmla="*/ 293151 h 479376"/>
                <a:gd name="connsiteX226" fmla="*/ 2203452 w 2915191"/>
                <a:gd name="connsiteY226" fmla="*/ 294398 h 479376"/>
                <a:gd name="connsiteX227" fmla="*/ 2213196 w 2915191"/>
                <a:gd name="connsiteY227" fmla="*/ 295149 h 479376"/>
                <a:gd name="connsiteX228" fmla="*/ 2222955 w 2915191"/>
                <a:gd name="connsiteY228" fmla="*/ 278253 h 479376"/>
                <a:gd name="connsiteX229" fmla="*/ 2232699 w 2915191"/>
                <a:gd name="connsiteY229" fmla="*/ 261872 h 479376"/>
                <a:gd name="connsiteX230" fmla="*/ 2242458 w 2915191"/>
                <a:gd name="connsiteY230" fmla="*/ 277443 h 479376"/>
                <a:gd name="connsiteX231" fmla="*/ 2252202 w 2915191"/>
                <a:gd name="connsiteY231" fmla="*/ 277791 h 479376"/>
                <a:gd name="connsiteX232" fmla="*/ 2261946 w 2915191"/>
                <a:gd name="connsiteY232" fmla="*/ 283236 h 479376"/>
                <a:gd name="connsiteX233" fmla="*/ 2271705 w 2915191"/>
                <a:gd name="connsiteY233" fmla="*/ 304036 h 479376"/>
                <a:gd name="connsiteX234" fmla="*/ 2281449 w 2915191"/>
                <a:gd name="connsiteY234" fmla="*/ 320052 h 479376"/>
                <a:gd name="connsiteX235" fmla="*/ 2291208 w 2915191"/>
                <a:gd name="connsiteY235" fmla="*/ 288832 h 479376"/>
                <a:gd name="connsiteX236" fmla="*/ 2300951 w 2915191"/>
                <a:gd name="connsiteY236" fmla="*/ 302265 h 479376"/>
                <a:gd name="connsiteX237" fmla="*/ 2310695 w 2915191"/>
                <a:gd name="connsiteY237" fmla="*/ 315288 h 479376"/>
                <a:gd name="connsiteX238" fmla="*/ 2320454 w 2915191"/>
                <a:gd name="connsiteY238" fmla="*/ 306041 h 479376"/>
                <a:gd name="connsiteX239" fmla="*/ 2330198 w 2915191"/>
                <a:gd name="connsiteY239" fmla="*/ 370146 h 479376"/>
                <a:gd name="connsiteX240" fmla="*/ 2339957 w 2915191"/>
                <a:gd name="connsiteY240" fmla="*/ 385976 h 479376"/>
                <a:gd name="connsiteX241" fmla="*/ 2349701 w 2915191"/>
                <a:gd name="connsiteY241" fmla="*/ 403974 h 479376"/>
                <a:gd name="connsiteX242" fmla="*/ 2359445 w 2915191"/>
                <a:gd name="connsiteY242" fmla="*/ 396875 h 479376"/>
                <a:gd name="connsiteX243" fmla="*/ 2369204 w 2915191"/>
                <a:gd name="connsiteY243" fmla="*/ 397027 h 479376"/>
                <a:gd name="connsiteX244" fmla="*/ 2378948 w 2915191"/>
                <a:gd name="connsiteY244" fmla="*/ 380191 h 479376"/>
                <a:gd name="connsiteX245" fmla="*/ 2388692 w 2915191"/>
                <a:gd name="connsiteY245" fmla="*/ 351068 h 479376"/>
                <a:gd name="connsiteX246" fmla="*/ 2398450 w 2915191"/>
                <a:gd name="connsiteY246" fmla="*/ 326599 h 479376"/>
                <a:gd name="connsiteX247" fmla="*/ 2408194 w 2915191"/>
                <a:gd name="connsiteY247" fmla="*/ 331967 h 479376"/>
                <a:gd name="connsiteX248" fmla="*/ 2417953 w 2915191"/>
                <a:gd name="connsiteY248" fmla="*/ 342557 h 479376"/>
                <a:gd name="connsiteX249" fmla="*/ 2427697 w 2915191"/>
                <a:gd name="connsiteY249" fmla="*/ 319780 h 479376"/>
                <a:gd name="connsiteX250" fmla="*/ 2437441 w 2915191"/>
                <a:gd name="connsiteY250" fmla="*/ 320356 h 479376"/>
                <a:gd name="connsiteX251" fmla="*/ 2447200 w 2915191"/>
                <a:gd name="connsiteY251" fmla="*/ 313178 h 479376"/>
                <a:gd name="connsiteX252" fmla="*/ 2456944 w 2915191"/>
                <a:gd name="connsiteY252" fmla="*/ 331078 h 479376"/>
                <a:gd name="connsiteX253" fmla="*/ 2466703 w 2915191"/>
                <a:gd name="connsiteY253" fmla="*/ 347374 h 479376"/>
                <a:gd name="connsiteX254" fmla="*/ 2476446 w 2915191"/>
                <a:gd name="connsiteY254" fmla="*/ 353910 h 479376"/>
                <a:gd name="connsiteX255" fmla="*/ 2486190 w 2915191"/>
                <a:gd name="connsiteY255" fmla="*/ 332298 h 479376"/>
                <a:gd name="connsiteX256" fmla="*/ 2495949 w 2915191"/>
                <a:gd name="connsiteY256" fmla="*/ 297239 h 479376"/>
                <a:gd name="connsiteX257" fmla="*/ 2505693 w 2915191"/>
                <a:gd name="connsiteY257" fmla="*/ 290527 h 479376"/>
                <a:gd name="connsiteX258" fmla="*/ 2515452 w 2915191"/>
                <a:gd name="connsiteY258" fmla="*/ 295657 h 479376"/>
                <a:gd name="connsiteX259" fmla="*/ 2525196 w 2915191"/>
                <a:gd name="connsiteY259" fmla="*/ 314769 h 479376"/>
                <a:gd name="connsiteX260" fmla="*/ 2534940 w 2915191"/>
                <a:gd name="connsiteY260" fmla="*/ 295535 h 479376"/>
                <a:gd name="connsiteX261" fmla="*/ 2544699 w 2915191"/>
                <a:gd name="connsiteY261" fmla="*/ 279816 h 479376"/>
                <a:gd name="connsiteX262" fmla="*/ 2554443 w 2915191"/>
                <a:gd name="connsiteY262" fmla="*/ 282757 h 479376"/>
                <a:gd name="connsiteX263" fmla="*/ 2564202 w 2915191"/>
                <a:gd name="connsiteY263" fmla="*/ 253466 h 479376"/>
                <a:gd name="connsiteX264" fmla="*/ 2573946 w 2915191"/>
                <a:gd name="connsiteY264" fmla="*/ 235207 h 479376"/>
                <a:gd name="connsiteX265" fmla="*/ 2583690 w 2915191"/>
                <a:gd name="connsiteY265" fmla="*/ 237229 h 479376"/>
                <a:gd name="connsiteX266" fmla="*/ 2593448 w 2915191"/>
                <a:gd name="connsiteY266" fmla="*/ 233139 h 479376"/>
                <a:gd name="connsiteX267" fmla="*/ 2603192 w 2915191"/>
                <a:gd name="connsiteY267" fmla="*/ 235560 h 479376"/>
                <a:gd name="connsiteX268" fmla="*/ 2612951 w 2915191"/>
                <a:gd name="connsiteY268" fmla="*/ 245538 h 479376"/>
                <a:gd name="connsiteX269" fmla="*/ 2622695 w 2915191"/>
                <a:gd name="connsiteY269" fmla="*/ 219432 h 479376"/>
                <a:gd name="connsiteX270" fmla="*/ 2632439 w 2915191"/>
                <a:gd name="connsiteY270" fmla="*/ 269305 h 479376"/>
                <a:gd name="connsiteX271" fmla="*/ 2642198 w 2915191"/>
                <a:gd name="connsiteY271" fmla="*/ 238722 h 479376"/>
                <a:gd name="connsiteX272" fmla="*/ 2651942 w 2915191"/>
                <a:gd name="connsiteY272" fmla="*/ 240253 h 479376"/>
                <a:gd name="connsiteX273" fmla="*/ 2661685 w 2915191"/>
                <a:gd name="connsiteY273" fmla="*/ 202130 h 479376"/>
                <a:gd name="connsiteX274" fmla="*/ 2671444 w 2915191"/>
                <a:gd name="connsiteY274" fmla="*/ 217390 h 479376"/>
                <a:gd name="connsiteX275" fmla="*/ 2681188 w 2915191"/>
                <a:gd name="connsiteY275" fmla="*/ 226363 h 479376"/>
                <a:gd name="connsiteX276" fmla="*/ 2690947 w 2915191"/>
                <a:gd name="connsiteY276" fmla="*/ 239071 h 479376"/>
                <a:gd name="connsiteX277" fmla="*/ 2700691 w 2915191"/>
                <a:gd name="connsiteY277" fmla="*/ 268083 h 479376"/>
                <a:gd name="connsiteX278" fmla="*/ 2710435 w 2915191"/>
                <a:gd name="connsiteY278" fmla="*/ 256829 h 479376"/>
                <a:gd name="connsiteX279" fmla="*/ 2720194 w 2915191"/>
                <a:gd name="connsiteY279" fmla="*/ 254412 h 479376"/>
                <a:gd name="connsiteX280" fmla="*/ 2729938 w 2915191"/>
                <a:gd name="connsiteY280" fmla="*/ 266921 h 479376"/>
                <a:gd name="connsiteX281" fmla="*/ 2739697 w 2915191"/>
                <a:gd name="connsiteY281" fmla="*/ 247775 h 479376"/>
                <a:gd name="connsiteX282" fmla="*/ 2749441 w 2915191"/>
                <a:gd name="connsiteY282" fmla="*/ 243065 h 479376"/>
                <a:gd name="connsiteX283" fmla="*/ 2759185 w 2915191"/>
                <a:gd name="connsiteY283" fmla="*/ 287044 h 479376"/>
                <a:gd name="connsiteX284" fmla="*/ 2768943 w 2915191"/>
                <a:gd name="connsiteY284" fmla="*/ 293389 h 479376"/>
                <a:gd name="connsiteX285" fmla="*/ 2778687 w 2915191"/>
                <a:gd name="connsiteY285" fmla="*/ 306409 h 479376"/>
                <a:gd name="connsiteX286" fmla="*/ 2788446 w 2915191"/>
                <a:gd name="connsiteY286" fmla="*/ 302333 h 479376"/>
                <a:gd name="connsiteX287" fmla="*/ 2798190 w 2915191"/>
                <a:gd name="connsiteY287" fmla="*/ 287625 h 479376"/>
                <a:gd name="connsiteX288" fmla="*/ 2807934 w 2915191"/>
                <a:gd name="connsiteY288" fmla="*/ 300788 h 479376"/>
                <a:gd name="connsiteX289" fmla="*/ 2817693 w 2915191"/>
                <a:gd name="connsiteY289" fmla="*/ 352152 h 479376"/>
                <a:gd name="connsiteX290" fmla="*/ 2827437 w 2915191"/>
                <a:gd name="connsiteY290" fmla="*/ 369110 h 479376"/>
                <a:gd name="connsiteX291" fmla="*/ 2837196 w 2915191"/>
                <a:gd name="connsiteY291" fmla="*/ 381147 h 479376"/>
                <a:gd name="connsiteX292" fmla="*/ 2846940 w 2915191"/>
                <a:gd name="connsiteY292" fmla="*/ 372436 h 479376"/>
                <a:gd name="connsiteX293" fmla="*/ 2856684 w 2915191"/>
                <a:gd name="connsiteY293" fmla="*/ 389956 h 479376"/>
                <a:gd name="connsiteX294" fmla="*/ 2866442 w 2915191"/>
                <a:gd name="connsiteY294" fmla="*/ 364648 h 479376"/>
                <a:gd name="connsiteX295" fmla="*/ 2876186 w 2915191"/>
                <a:gd name="connsiteY295" fmla="*/ 380396 h 479376"/>
                <a:gd name="connsiteX296" fmla="*/ 2885945 w 2915191"/>
                <a:gd name="connsiteY296" fmla="*/ 371810 h 479376"/>
                <a:gd name="connsiteX297" fmla="*/ 2895689 w 2915191"/>
                <a:gd name="connsiteY297" fmla="*/ 401209 h 479376"/>
                <a:gd name="connsiteX298" fmla="*/ 2905433 w 2915191"/>
                <a:gd name="connsiteY298" fmla="*/ 412241 h 479376"/>
                <a:gd name="connsiteX299" fmla="*/ 2915192 w 2915191"/>
                <a:gd name="connsiteY299" fmla="*/ 447860 h 479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79376">
                  <a:moveTo>
                    <a:pt x="0" y="130043"/>
                  </a:moveTo>
                  <a:lnTo>
                    <a:pt x="9750" y="132951"/>
                  </a:lnTo>
                  <a:lnTo>
                    <a:pt x="19500" y="123380"/>
                  </a:lnTo>
                  <a:lnTo>
                    <a:pt x="29250" y="97712"/>
                  </a:lnTo>
                  <a:lnTo>
                    <a:pt x="39000" y="97946"/>
                  </a:lnTo>
                  <a:lnTo>
                    <a:pt x="48749" y="79318"/>
                  </a:lnTo>
                  <a:lnTo>
                    <a:pt x="58499" y="68981"/>
                  </a:lnTo>
                  <a:lnTo>
                    <a:pt x="68249" y="93895"/>
                  </a:lnTo>
                  <a:lnTo>
                    <a:pt x="77998" y="67848"/>
                  </a:lnTo>
                  <a:lnTo>
                    <a:pt x="87748" y="72203"/>
                  </a:lnTo>
                  <a:lnTo>
                    <a:pt x="97497" y="63882"/>
                  </a:lnTo>
                  <a:lnTo>
                    <a:pt x="107247" y="45393"/>
                  </a:lnTo>
                  <a:lnTo>
                    <a:pt x="116997" y="44110"/>
                  </a:lnTo>
                  <a:lnTo>
                    <a:pt x="126747" y="40160"/>
                  </a:lnTo>
                  <a:lnTo>
                    <a:pt x="136497" y="31201"/>
                  </a:lnTo>
                  <a:lnTo>
                    <a:pt x="146247" y="45864"/>
                  </a:lnTo>
                  <a:lnTo>
                    <a:pt x="155997" y="64638"/>
                  </a:lnTo>
                  <a:lnTo>
                    <a:pt x="165747" y="95735"/>
                  </a:lnTo>
                  <a:lnTo>
                    <a:pt x="175497" y="81570"/>
                  </a:lnTo>
                  <a:lnTo>
                    <a:pt x="185247" y="89613"/>
                  </a:lnTo>
                  <a:lnTo>
                    <a:pt x="194996" y="85671"/>
                  </a:lnTo>
                  <a:lnTo>
                    <a:pt x="204746" y="76380"/>
                  </a:lnTo>
                  <a:lnTo>
                    <a:pt x="214495" y="81040"/>
                  </a:lnTo>
                  <a:lnTo>
                    <a:pt x="224245" y="64641"/>
                  </a:lnTo>
                  <a:lnTo>
                    <a:pt x="233995" y="97886"/>
                  </a:lnTo>
                  <a:lnTo>
                    <a:pt x="243744" y="82353"/>
                  </a:lnTo>
                  <a:lnTo>
                    <a:pt x="253494" y="82202"/>
                  </a:lnTo>
                  <a:lnTo>
                    <a:pt x="263244" y="76301"/>
                  </a:lnTo>
                  <a:lnTo>
                    <a:pt x="272994" y="102200"/>
                  </a:lnTo>
                  <a:lnTo>
                    <a:pt x="282744" y="106182"/>
                  </a:lnTo>
                  <a:lnTo>
                    <a:pt x="292494" y="146703"/>
                  </a:lnTo>
                  <a:lnTo>
                    <a:pt x="302244" y="151886"/>
                  </a:lnTo>
                  <a:lnTo>
                    <a:pt x="311994" y="117794"/>
                  </a:lnTo>
                  <a:lnTo>
                    <a:pt x="321744" y="110872"/>
                  </a:lnTo>
                  <a:lnTo>
                    <a:pt x="331493" y="126980"/>
                  </a:lnTo>
                  <a:lnTo>
                    <a:pt x="341243" y="115798"/>
                  </a:lnTo>
                  <a:lnTo>
                    <a:pt x="350993" y="104169"/>
                  </a:lnTo>
                  <a:lnTo>
                    <a:pt x="360742" y="125506"/>
                  </a:lnTo>
                  <a:lnTo>
                    <a:pt x="370492" y="121065"/>
                  </a:lnTo>
                  <a:lnTo>
                    <a:pt x="380241" y="125248"/>
                  </a:lnTo>
                  <a:lnTo>
                    <a:pt x="389991" y="150417"/>
                  </a:lnTo>
                  <a:lnTo>
                    <a:pt x="399741" y="199810"/>
                  </a:lnTo>
                  <a:lnTo>
                    <a:pt x="409491" y="198072"/>
                  </a:lnTo>
                  <a:lnTo>
                    <a:pt x="419241" y="196695"/>
                  </a:lnTo>
                  <a:lnTo>
                    <a:pt x="428991" y="221086"/>
                  </a:lnTo>
                  <a:lnTo>
                    <a:pt x="438741" y="225223"/>
                  </a:lnTo>
                  <a:lnTo>
                    <a:pt x="448491" y="243458"/>
                  </a:lnTo>
                  <a:lnTo>
                    <a:pt x="458241" y="203976"/>
                  </a:lnTo>
                  <a:lnTo>
                    <a:pt x="467991" y="202263"/>
                  </a:lnTo>
                  <a:lnTo>
                    <a:pt x="477740" y="180693"/>
                  </a:lnTo>
                  <a:lnTo>
                    <a:pt x="487490" y="190889"/>
                  </a:lnTo>
                  <a:lnTo>
                    <a:pt x="497239" y="148631"/>
                  </a:lnTo>
                  <a:lnTo>
                    <a:pt x="506989" y="131321"/>
                  </a:lnTo>
                  <a:lnTo>
                    <a:pt x="516738" y="150285"/>
                  </a:lnTo>
                  <a:lnTo>
                    <a:pt x="526488" y="169135"/>
                  </a:lnTo>
                  <a:lnTo>
                    <a:pt x="536238" y="162926"/>
                  </a:lnTo>
                  <a:lnTo>
                    <a:pt x="545988" y="169096"/>
                  </a:lnTo>
                  <a:lnTo>
                    <a:pt x="555738" y="155352"/>
                  </a:lnTo>
                  <a:lnTo>
                    <a:pt x="565488" y="150317"/>
                  </a:lnTo>
                  <a:lnTo>
                    <a:pt x="575238" y="146980"/>
                  </a:lnTo>
                  <a:lnTo>
                    <a:pt x="584988" y="139319"/>
                  </a:lnTo>
                  <a:lnTo>
                    <a:pt x="594738" y="191333"/>
                  </a:lnTo>
                  <a:lnTo>
                    <a:pt x="604488" y="193413"/>
                  </a:lnTo>
                  <a:lnTo>
                    <a:pt x="614237" y="168448"/>
                  </a:lnTo>
                  <a:lnTo>
                    <a:pt x="623987" y="162134"/>
                  </a:lnTo>
                  <a:lnTo>
                    <a:pt x="633736" y="143216"/>
                  </a:lnTo>
                  <a:lnTo>
                    <a:pt x="643486" y="137045"/>
                  </a:lnTo>
                  <a:lnTo>
                    <a:pt x="653236" y="156429"/>
                  </a:lnTo>
                  <a:lnTo>
                    <a:pt x="662985" y="177721"/>
                  </a:lnTo>
                  <a:lnTo>
                    <a:pt x="672735" y="206348"/>
                  </a:lnTo>
                  <a:lnTo>
                    <a:pt x="682485" y="217419"/>
                  </a:lnTo>
                  <a:lnTo>
                    <a:pt x="692235" y="208988"/>
                  </a:lnTo>
                  <a:lnTo>
                    <a:pt x="701985" y="225262"/>
                  </a:lnTo>
                  <a:lnTo>
                    <a:pt x="711735" y="243779"/>
                  </a:lnTo>
                  <a:lnTo>
                    <a:pt x="721485" y="238592"/>
                  </a:lnTo>
                  <a:lnTo>
                    <a:pt x="731235" y="273515"/>
                  </a:lnTo>
                  <a:lnTo>
                    <a:pt x="740985" y="279155"/>
                  </a:lnTo>
                  <a:lnTo>
                    <a:pt x="750734" y="304099"/>
                  </a:lnTo>
                  <a:lnTo>
                    <a:pt x="760484" y="302126"/>
                  </a:lnTo>
                  <a:lnTo>
                    <a:pt x="770233" y="318603"/>
                  </a:lnTo>
                  <a:lnTo>
                    <a:pt x="779983" y="343234"/>
                  </a:lnTo>
                  <a:lnTo>
                    <a:pt x="789733" y="364355"/>
                  </a:lnTo>
                  <a:lnTo>
                    <a:pt x="799482" y="369618"/>
                  </a:lnTo>
                  <a:lnTo>
                    <a:pt x="809232" y="356647"/>
                  </a:lnTo>
                  <a:lnTo>
                    <a:pt x="818982" y="337985"/>
                  </a:lnTo>
                  <a:lnTo>
                    <a:pt x="828732" y="368619"/>
                  </a:lnTo>
                  <a:lnTo>
                    <a:pt x="838482" y="353390"/>
                  </a:lnTo>
                  <a:lnTo>
                    <a:pt x="848232" y="358723"/>
                  </a:lnTo>
                  <a:lnTo>
                    <a:pt x="857982" y="392046"/>
                  </a:lnTo>
                  <a:lnTo>
                    <a:pt x="867732" y="394677"/>
                  </a:lnTo>
                  <a:lnTo>
                    <a:pt x="877482" y="397678"/>
                  </a:lnTo>
                  <a:lnTo>
                    <a:pt x="887231" y="432576"/>
                  </a:lnTo>
                  <a:lnTo>
                    <a:pt x="896981" y="449152"/>
                  </a:lnTo>
                  <a:lnTo>
                    <a:pt x="906730" y="479376"/>
                  </a:lnTo>
                  <a:lnTo>
                    <a:pt x="916480" y="467964"/>
                  </a:lnTo>
                  <a:lnTo>
                    <a:pt x="926230" y="469850"/>
                  </a:lnTo>
                  <a:lnTo>
                    <a:pt x="935979" y="472815"/>
                  </a:lnTo>
                  <a:lnTo>
                    <a:pt x="945729" y="441661"/>
                  </a:lnTo>
                  <a:lnTo>
                    <a:pt x="955479" y="394033"/>
                  </a:lnTo>
                  <a:lnTo>
                    <a:pt x="965229" y="429293"/>
                  </a:lnTo>
                  <a:lnTo>
                    <a:pt x="974979" y="424727"/>
                  </a:lnTo>
                  <a:lnTo>
                    <a:pt x="984729" y="442982"/>
                  </a:lnTo>
                  <a:lnTo>
                    <a:pt x="994474" y="432222"/>
                  </a:lnTo>
                  <a:lnTo>
                    <a:pt x="1004233" y="417852"/>
                  </a:lnTo>
                  <a:lnTo>
                    <a:pt x="1013977" y="413524"/>
                  </a:lnTo>
                  <a:lnTo>
                    <a:pt x="1023721" y="407656"/>
                  </a:lnTo>
                  <a:lnTo>
                    <a:pt x="1033480" y="402919"/>
                  </a:lnTo>
                  <a:lnTo>
                    <a:pt x="1043224" y="387447"/>
                  </a:lnTo>
                  <a:lnTo>
                    <a:pt x="1052983" y="378330"/>
                  </a:lnTo>
                  <a:lnTo>
                    <a:pt x="1062727" y="410127"/>
                  </a:lnTo>
                  <a:lnTo>
                    <a:pt x="1072471" y="412451"/>
                  </a:lnTo>
                  <a:lnTo>
                    <a:pt x="1082230" y="424737"/>
                  </a:lnTo>
                  <a:lnTo>
                    <a:pt x="1091973" y="404837"/>
                  </a:lnTo>
                  <a:lnTo>
                    <a:pt x="1101732" y="408843"/>
                  </a:lnTo>
                  <a:lnTo>
                    <a:pt x="1111476" y="381721"/>
                  </a:lnTo>
                  <a:lnTo>
                    <a:pt x="1121220" y="389598"/>
                  </a:lnTo>
                  <a:lnTo>
                    <a:pt x="1130979" y="372507"/>
                  </a:lnTo>
                  <a:lnTo>
                    <a:pt x="1140723" y="393530"/>
                  </a:lnTo>
                  <a:lnTo>
                    <a:pt x="1150482" y="402122"/>
                  </a:lnTo>
                  <a:lnTo>
                    <a:pt x="1160226" y="402414"/>
                  </a:lnTo>
                  <a:lnTo>
                    <a:pt x="1169969" y="386091"/>
                  </a:lnTo>
                  <a:lnTo>
                    <a:pt x="1179728" y="381997"/>
                  </a:lnTo>
                  <a:lnTo>
                    <a:pt x="1189472" y="373976"/>
                  </a:lnTo>
                  <a:lnTo>
                    <a:pt x="1199231" y="372260"/>
                  </a:lnTo>
                  <a:lnTo>
                    <a:pt x="1208975" y="348006"/>
                  </a:lnTo>
                  <a:lnTo>
                    <a:pt x="1218719" y="325696"/>
                  </a:lnTo>
                  <a:lnTo>
                    <a:pt x="1228478" y="333532"/>
                  </a:lnTo>
                  <a:lnTo>
                    <a:pt x="1238222" y="365664"/>
                  </a:lnTo>
                  <a:lnTo>
                    <a:pt x="1247966" y="330656"/>
                  </a:lnTo>
                  <a:lnTo>
                    <a:pt x="1257725" y="311092"/>
                  </a:lnTo>
                  <a:lnTo>
                    <a:pt x="1267469" y="301030"/>
                  </a:lnTo>
                  <a:lnTo>
                    <a:pt x="1277227" y="295900"/>
                  </a:lnTo>
                  <a:lnTo>
                    <a:pt x="1286971" y="342371"/>
                  </a:lnTo>
                  <a:lnTo>
                    <a:pt x="1296715" y="319306"/>
                  </a:lnTo>
                  <a:lnTo>
                    <a:pt x="1306474" y="341097"/>
                  </a:lnTo>
                  <a:lnTo>
                    <a:pt x="1316218" y="330002"/>
                  </a:lnTo>
                  <a:lnTo>
                    <a:pt x="1325977" y="301170"/>
                  </a:lnTo>
                  <a:lnTo>
                    <a:pt x="1335721" y="298296"/>
                  </a:lnTo>
                  <a:lnTo>
                    <a:pt x="1345465" y="298862"/>
                  </a:lnTo>
                  <a:lnTo>
                    <a:pt x="1355224" y="297501"/>
                  </a:lnTo>
                  <a:lnTo>
                    <a:pt x="1364967" y="282361"/>
                  </a:lnTo>
                  <a:lnTo>
                    <a:pt x="1374726" y="322398"/>
                  </a:lnTo>
                  <a:lnTo>
                    <a:pt x="1384470" y="303878"/>
                  </a:lnTo>
                  <a:lnTo>
                    <a:pt x="1394214" y="340108"/>
                  </a:lnTo>
                  <a:lnTo>
                    <a:pt x="1403973" y="335157"/>
                  </a:lnTo>
                  <a:lnTo>
                    <a:pt x="1413717" y="360131"/>
                  </a:lnTo>
                  <a:lnTo>
                    <a:pt x="1423476" y="358422"/>
                  </a:lnTo>
                  <a:lnTo>
                    <a:pt x="1433220" y="388680"/>
                  </a:lnTo>
                  <a:lnTo>
                    <a:pt x="1442964" y="350360"/>
                  </a:lnTo>
                  <a:lnTo>
                    <a:pt x="1452722" y="324624"/>
                  </a:lnTo>
                  <a:lnTo>
                    <a:pt x="1462466" y="338468"/>
                  </a:lnTo>
                  <a:lnTo>
                    <a:pt x="1472225" y="326969"/>
                  </a:lnTo>
                  <a:lnTo>
                    <a:pt x="1481969" y="341833"/>
                  </a:lnTo>
                  <a:lnTo>
                    <a:pt x="1491713" y="343608"/>
                  </a:lnTo>
                  <a:lnTo>
                    <a:pt x="1501472" y="338408"/>
                  </a:lnTo>
                  <a:lnTo>
                    <a:pt x="1511216" y="305331"/>
                  </a:lnTo>
                  <a:lnTo>
                    <a:pt x="1520960" y="305118"/>
                  </a:lnTo>
                  <a:lnTo>
                    <a:pt x="1530719" y="300404"/>
                  </a:lnTo>
                  <a:lnTo>
                    <a:pt x="1540463" y="284311"/>
                  </a:lnTo>
                  <a:lnTo>
                    <a:pt x="1550221" y="248716"/>
                  </a:lnTo>
                  <a:lnTo>
                    <a:pt x="1559965" y="229453"/>
                  </a:lnTo>
                  <a:lnTo>
                    <a:pt x="1569709" y="215789"/>
                  </a:lnTo>
                  <a:lnTo>
                    <a:pt x="1579468" y="220627"/>
                  </a:lnTo>
                  <a:lnTo>
                    <a:pt x="1589212" y="221810"/>
                  </a:lnTo>
                  <a:lnTo>
                    <a:pt x="1598971" y="225070"/>
                  </a:lnTo>
                  <a:lnTo>
                    <a:pt x="1608715" y="207902"/>
                  </a:lnTo>
                  <a:lnTo>
                    <a:pt x="1618459" y="201927"/>
                  </a:lnTo>
                  <a:lnTo>
                    <a:pt x="1628218" y="193369"/>
                  </a:lnTo>
                  <a:lnTo>
                    <a:pt x="1637962" y="158697"/>
                  </a:lnTo>
                  <a:lnTo>
                    <a:pt x="1647720" y="125309"/>
                  </a:lnTo>
                  <a:lnTo>
                    <a:pt x="1657464" y="91393"/>
                  </a:lnTo>
                  <a:lnTo>
                    <a:pt x="1667208" y="72738"/>
                  </a:lnTo>
                  <a:lnTo>
                    <a:pt x="1676967" y="65477"/>
                  </a:lnTo>
                  <a:lnTo>
                    <a:pt x="1686711" y="23111"/>
                  </a:lnTo>
                  <a:lnTo>
                    <a:pt x="1696470" y="14756"/>
                  </a:lnTo>
                  <a:lnTo>
                    <a:pt x="1706214" y="590"/>
                  </a:lnTo>
                  <a:lnTo>
                    <a:pt x="1715958" y="3942"/>
                  </a:lnTo>
                  <a:lnTo>
                    <a:pt x="1725716" y="24017"/>
                  </a:lnTo>
                  <a:lnTo>
                    <a:pt x="1735460" y="32460"/>
                  </a:lnTo>
                  <a:lnTo>
                    <a:pt x="1745219" y="45984"/>
                  </a:lnTo>
                  <a:lnTo>
                    <a:pt x="1754963" y="33046"/>
                  </a:lnTo>
                  <a:lnTo>
                    <a:pt x="1764707" y="0"/>
                  </a:lnTo>
                  <a:lnTo>
                    <a:pt x="1774466" y="8893"/>
                  </a:lnTo>
                  <a:lnTo>
                    <a:pt x="1784210" y="18053"/>
                  </a:lnTo>
                  <a:lnTo>
                    <a:pt x="1793969" y="3457"/>
                  </a:lnTo>
                  <a:lnTo>
                    <a:pt x="1803713" y="23435"/>
                  </a:lnTo>
                  <a:lnTo>
                    <a:pt x="1813457" y="48726"/>
                  </a:lnTo>
                  <a:lnTo>
                    <a:pt x="1823215" y="39950"/>
                  </a:lnTo>
                  <a:lnTo>
                    <a:pt x="1832959" y="48688"/>
                  </a:lnTo>
                  <a:lnTo>
                    <a:pt x="1842703" y="57655"/>
                  </a:lnTo>
                  <a:lnTo>
                    <a:pt x="1852462" y="53785"/>
                  </a:lnTo>
                  <a:lnTo>
                    <a:pt x="1862206" y="62610"/>
                  </a:lnTo>
                  <a:lnTo>
                    <a:pt x="1871965" y="61774"/>
                  </a:lnTo>
                  <a:lnTo>
                    <a:pt x="1881709" y="75441"/>
                  </a:lnTo>
                  <a:lnTo>
                    <a:pt x="1891453" y="87377"/>
                  </a:lnTo>
                  <a:lnTo>
                    <a:pt x="1901212" y="80161"/>
                  </a:lnTo>
                  <a:lnTo>
                    <a:pt x="1910956" y="89406"/>
                  </a:lnTo>
                  <a:lnTo>
                    <a:pt x="1920714" y="104430"/>
                  </a:lnTo>
                  <a:lnTo>
                    <a:pt x="1930458" y="117994"/>
                  </a:lnTo>
                  <a:lnTo>
                    <a:pt x="1940202" y="151514"/>
                  </a:lnTo>
                  <a:lnTo>
                    <a:pt x="1949961" y="148077"/>
                  </a:lnTo>
                  <a:lnTo>
                    <a:pt x="1959705" y="152275"/>
                  </a:lnTo>
                  <a:lnTo>
                    <a:pt x="1969464" y="146466"/>
                  </a:lnTo>
                  <a:lnTo>
                    <a:pt x="1979208" y="140767"/>
                  </a:lnTo>
                  <a:lnTo>
                    <a:pt x="1988952" y="136476"/>
                  </a:lnTo>
                  <a:lnTo>
                    <a:pt x="1998711" y="144197"/>
                  </a:lnTo>
                  <a:lnTo>
                    <a:pt x="2008454" y="150356"/>
                  </a:lnTo>
                  <a:lnTo>
                    <a:pt x="2018213" y="171481"/>
                  </a:lnTo>
                  <a:lnTo>
                    <a:pt x="2027957" y="193214"/>
                  </a:lnTo>
                  <a:lnTo>
                    <a:pt x="2037701" y="219490"/>
                  </a:lnTo>
                  <a:lnTo>
                    <a:pt x="2047460" y="231398"/>
                  </a:lnTo>
                  <a:lnTo>
                    <a:pt x="2057204" y="205928"/>
                  </a:lnTo>
                  <a:lnTo>
                    <a:pt x="2066963" y="216432"/>
                  </a:lnTo>
                  <a:lnTo>
                    <a:pt x="2076707" y="184594"/>
                  </a:lnTo>
                  <a:lnTo>
                    <a:pt x="2086451" y="187639"/>
                  </a:lnTo>
                  <a:lnTo>
                    <a:pt x="2096210" y="184129"/>
                  </a:lnTo>
                  <a:lnTo>
                    <a:pt x="2105954" y="215661"/>
                  </a:lnTo>
                  <a:lnTo>
                    <a:pt x="2115697" y="244851"/>
                  </a:lnTo>
                  <a:lnTo>
                    <a:pt x="2125456" y="218133"/>
                  </a:lnTo>
                  <a:lnTo>
                    <a:pt x="2135200" y="249063"/>
                  </a:lnTo>
                  <a:lnTo>
                    <a:pt x="2144959" y="266428"/>
                  </a:lnTo>
                  <a:lnTo>
                    <a:pt x="2154703" y="284454"/>
                  </a:lnTo>
                  <a:lnTo>
                    <a:pt x="2164447" y="300270"/>
                  </a:lnTo>
                  <a:lnTo>
                    <a:pt x="2174206" y="306469"/>
                  </a:lnTo>
                  <a:lnTo>
                    <a:pt x="2183950" y="273860"/>
                  </a:lnTo>
                  <a:lnTo>
                    <a:pt x="2193709" y="293151"/>
                  </a:lnTo>
                  <a:lnTo>
                    <a:pt x="2203452" y="294398"/>
                  </a:lnTo>
                  <a:lnTo>
                    <a:pt x="2213196" y="295149"/>
                  </a:lnTo>
                  <a:lnTo>
                    <a:pt x="2222955" y="278253"/>
                  </a:lnTo>
                  <a:lnTo>
                    <a:pt x="2232699" y="261872"/>
                  </a:lnTo>
                  <a:lnTo>
                    <a:pt x="2242458" y="277443"/>
                  </a:lnTo>
                  <a:lnTo>
                    <a:pt x="2252202" y="277791"/>
                  </a:lnTo>
                  <a:lnTo>
                    <a:pt x="2261946" y="283236"/>
                  </a:lnTo>
                  <a:lnTo>
                    <a:pt x="2271705" y="304036"/>
                  </a:lnTo>
                  <a:lnTo>
                    <a:pt x="2281449" y="320052"/>
                  </a:lnTo>
                  <a:lnTo>
                    <a:pt x="2291208" y="288832"/>
                  </a:lnTo>
                  <a:lnTo>
                    <a:pt x="2300951" y="302265"/>
                  </a:lnTo>
                  <a:lnTo>
                    <a:pt x="2310695" y="315288"/>
                  </a:lnTo>
                  <a:lnTo>
                    <a:pt x="2320454" y="306041"/>
                  </a:lnTo>
                  <a:lnTo>
                    <a:pt x="2330198" y="370146"/>
                  </a:lnTo>
                  <a:lnTo>
                    <a:pt x="2339957" y="385976"/>
                  </a:lnTo>
                  <a:lnTo>
                    <a:pt x="2349701" y="403974"/>
                  </a:lnTo>
                  <a:lnTo>
                    <a:pt x="2359445" y="396875"/>
                  </a:lnTo>
                  <a:lnTo>
                    <a:pt x="2369204" y="397027"/>
                  </a:lnTo>
                  <a:lnTo>
                    <a:pt x="2378948" y="380191"/>
                  </a:lnTo>
                  <a:lnTo>
                    <a:pt x="2388692" y="351068"/>
                  </a:lnTo>
                  <a:lnTo>
                    <a:pt x="2398450" y="326599"/>
                  </a:lnTo>
                  <a:lnTo>
                    <a:pt x="2408194" y="331967"/>
                  </a:lnTo>
                  <a:lnTo>
                    <a:pt x="2417953" y="342557"/>
                  </a:lnTo>
                  <a:lnTo>
                    <a:pt x="2427697" y="319780"/>
                  </a:lnTo>
                  <a:lnTo>
                    <a:pt x="2437441" y="320356"/>
                  </a:lnTo>
                  <a:lnTo>
                    <a:pt x="2447200" y="313178"/>
                  </a:lnTo>
                  <a:lnTo>
                    <a:pt x="2456944" y="331078"/>
                  </a:lnTo>
                  <a:lnTo>
                    <a:pt x="2466703" y="347374"/>
                  </a:lnTo>
                  <a:lnTo>
                    <a:pt x="2476446" y="353910"/>
                  </a:lnTo>
                  <a:lnTo>
                    <a:pt x="2486190" y="332298"/>
                  </a:lnTo>
                  <a:lnTo>
                    <a:pt x="2495949" y="297239"/>
                  </a:lnTo>
                  <a:lnTo>
                    <a:pt x="2505693" y="290527"/>
                  </a:lnTo>
                  <a:lnTo>
                    <a:pt x="2515452" y="295657"/>
                  </a:lnTo>
                  <a:lnTo>
                    <a:pt x="2525196" y="314769"/>
                  </a:lnTo>
                  <a:lnTo>
                    <a:pt x="2534940" y="295535"/>
                  </a:lnTo>
                  <a:lnTo>
                    <a:pt x="2544699" y="279816"/>
                  </a:lnTo>
                  <a:lnTo>
                    <a:pt x="2554443" y="282757"/>
                  </a:lnTo>
                  <a:lnTo>
                    <a:pt x="2564202" y="253466"/>
                  </a:lnTo>
                  <a:lnTo>
                    <a:pt x="2573946" y="235207"/>
                  </a:lnTo>
                  <a:lnTo>
                    <a:pt x="2583690" y="237229"/>
                  </a:lnTo>
                  <a:lnTo>
                    <a:pt x="2593448" y="233139"/>
                  </a:lnTo>
                  <a:lnTo>
                    <a:pt x="2603192" y="235560"/>
                  </a:lnTo>
                  <a:lnTo>
                    <a:pt x="2612951" y="245538"/>
                  </a:lnTo>
                  <a:lnTo>
                    <a:pt x="2622695" y="219432"/>
                  </a:lnTo>
                  <a:lnTo>
                    <a:pt x="2632439" y="269305"/>
                  </a:lnTo>
                  <a:lnTo>
                    <a:pt x="2642198" y="238722"/>
                  </a:lnTo>
                  <a:lnTo>
                    <a:pt x="2651942" y="240253"/>
                  </a:lnTo>
                  <a:lnTo>
                    <a:pt x="2661685" y="202130"/>
                  </a:lnTo>
                  <a:lnTo>
                    <a:pt x="2671444" y="217390"/>
                  </a:lnTo>
                  <a:lnTo>
                    <a:pt x="2681188" y="226363"/>
                  </a:lnTo>
                  <a:lnTo>
                    <a:pt x="2690947" y="239071"/>
                  </a:lnTo>
                  <a:lnTo>
                    <a:pt x="2700691" y="268083"/>
                  </a:lnTo>
                  <a:lnTo>
                    <a:pt x="2710435" y="256829"/>
                  </a:lnTo>
                  <a:lnTo>
                    <a:pt x="2720194" y="254412"/>
                  </a:lnTo>
                  <a:lnTo>
                    <a:pt x="2729938" y="266921"/>
                  </a:lnTo>
                  <a:lnTo>
                    <a:pt x="2739697" y="247775"/>
                  </a:lnTo>
                  <a:lnTo>
                    <a:pt x="2749441" y="243065"/>
                  </a:lnTo>
                  <a:lnTo>
                    <a:pt x="2759185" y="287044"/>
                  </a:lnTo>
                  <a:lnTo>
                    <a:pt x="2768943" y="293389"/>
                  </a:lnTo>
                  <a:lnTo>
                    <a:pt x="2778687" y="306409"/>
                  </a:lnTo>
                  <a:lnTo>
                    <a:pt x="2788446" y="302333"/>
                  </a:lnTo>
                  <a:lnTo>
                    <a:pt x="2798190" y="287625"/>
                  </a:lnTo>
                  <a:lnTo>
                    <a:pt x="2807934" y="300788"/>
                  </a:lnTo>
                  <a:lnTo>
                    <a:pt x="2817693" y="352152"/>
                  </a:lnTo>
                  <a:lnTo>
                    <a:pt x="2827437" y="369110"/>
                  </a:lnTo>
                  <a:lnTo>
                    <a:pt x="2837196" y="381147"/>
                  </a:lnTo>
                  <a:lnTo>
                    <a:pt x="2846940" y="372436"/>
                  </a:lnTo>
                  <a:lnTo>
                    <a:pt x="2856684" y="389956"/>
                  </a:lnTo>
                  <a:lnTo>
                    <a:pt x="2866442" y="364648"/>
                  </a:lnTo>
                  <a:lnTo>
                    <a:pt x="2876186" y="380396"/>
                  </a:lnTo>
                  <a:lnTo>
                    <a:pt x="2885945" y="371810"/>
                  </a:lnTo>
                  <a:lnTo>
                    <a:pt x="2895689" y="401209"/>
                  </a:lnTo>
                  <a:lnTo>
                    <a:pt x="2905433" y="412241"/>
                  </a:lnTo>
                  <a:lnTo>
                    <a:pt x="2915192" y="447860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3" name="Freeform 1232">
              <a:extLst>
                <a:ext uri="{FF2B5EF4-FFF2-40B4-BE49-F238E27FC236}">
                  <a16:creationId xmlns:a16="http://schemas.microsoft.com/office/drawing/2014/main" id="{05217C99-16C3-36F9-DBD0-FDD314FA23BF}"/>
                </a:ext>
              </a:extLst>
            </p:cNvPr>
            <p:cNvSpPr/>
            <p:nvPr/>
          </p:nvSpPr>
          <p:spPr>
            <a:xfrm>
              <a:off x="4426652" y="3378763"/>
              <a:ext cx="2915191" cy="455552"/>
            </a:xfrm>
            <a:custGeom>
              <a:avLst/>
              <a:gdLst>
                <a:gd name="connsiteX0" fmla="*/ 0 w 2915191"/>
                <a:gd name="connsiteY0" fmla="*/ 250899 h 455552"/>
                <a:gd name="connsiteX1" fmla="*/ 9750 w 2915191"/>
                <a:gd name="connsiteY1" fmla="*/ 250330 h 455552"/>
                <a:gd name="connsiteX2" fmla="*/ 19500 w 2915191"/>
                <a:gd name="connsiteY2" fmla="*/ 264542 h 455552"/>
                <a:gd name="connsiteX3" fmla="*/ 29250 w 2915191"/>
                <a:gd name="connsiteY3" fmla="*/ 262548 h 455552"/>
                <a:gd name="connsiteX4" fmla="*/ 39000 w 2915191"/>
                <a:gd name="connsiteY4" fmla="*/ 257708 h 455552"/>
                <a:gd name="connsiteX5" fmla="*/ 48749 w 2915191"/>
                <a:gd name="connsiteY5" fmla="*/ 275099 h 455552"/>
                <a:gd name="connsiteX6" fmla="*/ 58499 w 2915191"/>
                <a:gd name="connsiteY6" fmla="*/ 266531 h 455552"/>
                <a:gd name="connsiteX7" fmla="*/ 68249 w 2915191"/>
                <a:gd name="connsiteY7" fmla="*/ 270549 h 455552"/>
                <a:gd name="connsiteX8" fmla="*/ 77998 w 2915191"/>
                <a:gd name="connsiteY8" fmla="*/ 253752 h 455552"/>
                <a:gd name="connsiteX9" fmla="*/ 87748 w 2915191"/>
                <a:gd name="connsiteY9" fmla="*/ 266011 h 455552"/>
                <a:gd name="connsiteX10" fmla="*/ 97497 w 2915191"/>
                <a:gd name="connsiteY10" fmla="*/ 273583 h 455552"/>
                <a:gd name="connsiteX11" fmla="*/ 107247 w 2915191"/>
                <a:gd name="connsiteY11" fmla="*/ 277632 h 455552"/>
                <a:gd name="connsiteX12" fmla="*/ 116997 w 2915191"/>
                <a:gd name="connsiteY12" fmla="*/ 267979 h 455552"/>
                <a:gd name="connsiteX13" fmla="*/ 126747 w 2915191"/>
                <a:gd name="connsiteY13" fmla="*/ 290527 h 455552"/>
                <a:gd name="connsiteX14" fmla="*/ 136497 w 2915191"/>
                <a:gd name="connsiteY14" fmla="*/ 299891 h 455552"/>
                <a:gd name="connsiteX15" fmla="*/ 146247 w 2915191"/>
                <a:gd name="connsiteY15" fmla="*/ 310133 h 455552"/>
                <a:gd name="connsiteX16" fmla="*/ 155997 w 2915191"/>
                <a:gd name="connsiteY16" fmla="*/ 316699 h 455552"/>
                <a:gd name="connsiteX17" fmla="*/ 165747 w 2915191"/>
                <a:gd name="connsiteY17" fmla="*/ 301135 h 455552"/>
                <a:gd name="connsiteX18" fmla="*/ 175497 w 2915191"/>
                <a:gd name="connsiteY18" fmla="*/ 289742 h 455552"/>
                <a:gd name="connsiteX19" fmla="*/ 185247 w 2915191"/>
                <a:gd name="connsiteY19" fmla="*/ 280895 h 455552"/>
                <a:gd name="connsiteX20" fmla="*/ 194996 w 2915191"/>
                <a:gd name="connsiteY20" fmla="*/ 327937 h 455552"/>
                <a:gd name="connsiteX21" fmla="*/ 204746 w 2915191"/>
                <a:gd name="connsiteY21" fmla="*/ 364867 h 455552"/>
                <a:gd name="connsiteX22" fmla="*/ 214495 w 2915191"/>
                <a:gd name="connsiteY22" fmla="*/ 384261 h 455552"/>
                <a:gd name="connsiteX23" fmla="*/ 224245 w 2915191"/>
                <a:gd name="connsiteY23" fmla="*/ 370149 h 455552"/>
                <a:gd name="connsiteX24" fmla="*/ 233995 w 2915191"/>
                <a:gd name="connsiteY24" fmla="*/ 332985 h 455552"/>
                <a:gd name="connsiteX25" fmla="*/ 243744 w 2915191"/>
                <a:gd name="connsiteY25" fmla="*/ 333763 h 455552"/>
                <a:gd name="connsiteX26" fmla="*/ 253494 w 2915191"/>
                <a:gd name="connsiteY26" fmla="*/ 331920 h 455552"/>
                <a:gd name="connsiteX27" fmla="*/ 263244 w 2915191"/>
                <a:gd name="connsiteY27" fmla="*/ 332653 h 455552"/>
                <a:gd name="connsiteX28" fmla="*/ 272994 w 2915191"/>
                <a:gd name="connsiteY28" fmla="*/ 332262 h 455552"/>
                <a:gd name="connsiteX29" fmla="*/ 282744 w 2915191"/>
                <a:gd name="connsiteY29" fmla="*/ 338545 h 455552"/>
                <a:gd name="connsiteX30" fmla="*/ 292494 w 2915191"/>
                <a:gd name="connsiteY30" fmla="*/ 315638 h 455552"/>
                <a:gd name="connsiteX31" fmla="*/ 302244 w 2915191"/>
                <a:gd name="connsiteY31" fmla="*/ 314298 h 455552"/>
                <a:gd name="connsiteX32" fmla="*/ 311994 w 2915191"/>
                <a:gd name="connsiteY32" fmla="*/ 313686 h 455552"/>
                <a:gd name="connsiteX33" fmla="*/ 321744 w 2915191"/>
                <a:gd name="connsiteY33" fmla="*/ 293775 h 455552"/>
                <a:gd name="connsiteX34" fmla="*/ 331493 w 2915191"/>
                <a:gd name="connsiteY34" fmla="*/ 272605 h 455552"/>
                <a:gd name="connsiteX35" fmla="*/ 341243 w 2915191"/>
                <a:gd name="connsiteY35" fmla="*/ 307436 h 455552"/>
                <a:gd name="connsiteX36" fmla="*/ 350993 w 2915191"/>
                <a:gd name="connsiteY36" fmla="*/ 312101 h 455552"/>
                <a:gd name="connsiteX37" fmla="*/ 360742 w 2915191"/>
                <a:gd name="connsiteY37" fmla="*/ 294139 h 455552"/>
                <a:gd name="connsiteX38" fmla="*/ 370492 w 2915191"/>
                <a:gd name="connsiteY38" fmla="*/ 307743 h 455552"/>
                <a:gd name="connsiteX39" fmla="*/ 380241 w 2915191"/>
                <a:gd name="connsiteY39" fmla="*/ 314814 h 455552"/>
                <a:gd name="connsiteX40" fmla="*/ 389991 w 2915191"/>
                <a:gd name="connsiteY40" fmla="*/ 308983 h 455552"/>
                <a:gd name="connsiteX41" fmla="*/ 399741 w 2915191"/>
                <a:gd name="connsiteY41" fmla="*/ 311360 h 455552"/>
                <a:gd name="connsiteX42" fmla="*/ 409491 w 2915191"/>
                <a:gd name="connsiteY42" fmla="*/ 295903 h 455552"/>
                <a:gd name="connsiteX43" fmla="*/ 419241 w 2915191"/>
                <a:gd name="connsiteY43" fmla="*/ 312581 h 455552"/>
                <a:gd name="connsiteX44" fmla="*/ 428991 w 2915191"/>
                <a:gd name="connsiteY44" fmla="*/ 273542 h 455552"/>
                <a:gd name="connsiteX45" fmla="*/ 438741 w 2915191"/>
                <a:gd name="connsiteY45" fmla="*/ 257337 h 455552"/>
                <a:gd name="connsiteX46" fmla="*/ 448491 w 2915191"/>
                <a:gd name="connsiteY46" fmla="*/ 275271 h 455552"/>
                <a:gd name="connsiteX47" fmla="*/ 458241 w 2915191"/>
                <a:gd name="connsiteY47" fmla="*/ 282516 h 455552"/>
                <a:gd name="connsiteX48" fmla="*/ 467991 w 2915191"/>
                <a:gd name="connsiteY48" fmla="*/ 267388 h 455552"/>
                <a:gd name="connsiteX49" fmla="*/ 477740 w 2915191"/>
                <a:gd name="connsiteY49" fmla="*/ 247997 h 455552"/>
                <a:gd name="connsiteX50" fmla="*/ 487490 w 2915191"/>
                <a:gd name="connsiteY50" fmla="*/ 251967 h 455552"/>
                <a:gd name="connsiteX51" fmla="*/ 497239 w 2915191"/>
                <a:gd name="connsiteY51" fmla="*/ 282297 h 455552"/>
                <a:gd name="connsiteX52" fmla="*/ 506989 w 2915191"/>
                <a:gd name="connsiteY52" fmla="*/ 254008 h 455552"/>
                <a:gd name="connsiteX53" fmla="*/ 516738 w 2915191"/>
                <a:gd name="connsiteY53" fmla="*/ 245349 h 455552"/>
                <a:gd name="connsiteX54" fmla="*/ 526488 w 2915191"/>
                <a:gd name="connsiteY54" fmla="*/ 276682 h 455552"/>
                <a:gd name="connsiteX55" fmla="*/ 536238 w 2915191"/>
                <a:gd name="connsiteY55" fmla="*/ 257918 h 455552"/>
                <a:gd name="connsiteX56" fmla="*/ 545988 w 2915191"/>
                <a:gd name="connsiteY56" fmla="*/ 283811 h 455552"/>
                <a:gd name="connsiteX57" fmla="*/ 555738 w 2915191"/>
                <a:gd name="connsiteY57" fmla="*/ 274377 h 455552"/>
                <a:gd name="connsiteX58" fmla="*/ 565488 w 2915191"/>
                <a:gd name="connsiteY58" fmla="*/ 318762 h 455552"/>
                <a:gd name="connsiteX59" fmla="*/ 575238 w 2915191"/>
                <a:gd name="connsiteY59" fmla="*/ 306550 h 455552"/>
                <a:gd name="connsiteX60" fmla="*/ 584988 w 2915191"/>
                <a:gd name="connsiteY60" fmla="*/ 316049 h 455552"/>
                <a:gd name="connsiteX61" fmla="*/ 594738 w 2915191"/>
                <a:gd name="connsiteY61" fmla="*/ 319398 h 455552"/>
                <a:gd name="connsiteX62" fmla="*/ 604488 w 2915191"/>
                <a:gd name="connsiteY62" fmla="*/ 349122 h 455552"/>
                <a:gd name="connsiteX63" fmla="*/ 614237 w 2915191"/>
                <a:gd name="connsiteY63" fmla="*/ 381344 h 455552"/>
                <a:gd name="connsiteX64" fmla="*/ 623987 w 2915191"/>
                <a:gd name="connsiteY64" fmla="*/ 361850 h 455552"/>
                <a:gd name="connsiteX65" fmla="*/ 633736 w 2915191"/>
                <a:gd name="connsiteY65" fmla="*/ 370332 h 455552"/>
                <a:gd name="connsiteX66" fmla="*/ 643486 w 2915191"/>
                <a:gd name="connsiteY66" fmla="*/ 364328 h 455552"/>
                <a:gd name="connsiteX67" fmla="*/ 653236 w 2915191"/>
                <a:gd name="connsiteY67" fmla="*/ 358840 h 455552"/>
                <a:gd name="connsiteX68" fmla="*/ 662985 w 2915191"/>
                <a:gd name="connsiteY68" fmla="*/ 378156 h 455552"/>
                <a:gd name="connsiteX69" fmla="*/ 672735 w 2915191"/>
                <a:gd name="connsiteY69" fmla="*/ 363903 h 455552"/>
                <a:gd name="connsiteX70" fmla="*/ 682485 w 2915191"/>
                <a:gd name="connsiteY70" fmla="*/ 395474 h 455552"/>
                <a:gd name="connsiteX71" fmla="*/ 692235 w 2915191"/>
                <a:gd name="connsiteY71" fmla="*/ 375655 h 455552"/>
                <a:gd name="connsiteX72" fmla="*/ 701985 w 2915191"/>
                <a:gd name="connsiteY72" fmla="*/ 354156 h 455552"/>
                <a:gd name="connsiteX73" fmla="*/ 711735 w 2915191"/>
                <a:gd name="connsiteY73" fmla="*/ 318862 h 455552"/>
                <a:gd name="connsiteX74" fmla="*/ 721485 w 2915191"/>
                <a:gd name="connsiteY74" fmla="*/ 294945 h 455552"/>
                <a:gd name="connsiteX75" fmla="*/ 731235 w 2915191"/>
                <a:gd name="connsiteY75" fmla="*/ 279091 h 455552"/>
                <a:gd name="connsiteX76" fmla="*/ 740985 w 2915191"/>
                <a:gd name="connsiteY76" fmla="*/ 284681 h 455552"/>
                <a:gd name="connsiteX77" fmla="*/ 750734 w 2915191"/>
                <a:gd name="connsiteY77" fmla="*/ 276701 h 455552"/>
                <a:gd name="connsiteX78" fmla="*/ 760484 w 2915191"/>
                <a:gd name="connsiteY78" fmla="*/ 267142 h 455552"/>
                <a:gd name="connsiteX79" fmla="*/ 770233 w 2915191"/>
                <a:gd name="connsiteY79" fmla="*/ 257507 h 455552"/>
                <a:gd name="connsiteX80" fmla="*/ 779983 w 2915191"/>
                <a:gd name="connsiteY80" fmla="*/ 264149 h 455552"/>
                <a:gd name="connsiteX81" fmla="*/ 789733 w 2915191"/>
                <a:gd name="connsiteY81" fmla="*/ 196664 h 455552"/>
                <a:gd name="connsiteX82" fmla="*/ 799482 w 2915191"/>
                <a:gd name="connsiteY82" fmla="*/ 167076 h 455552"/>
                <a:gd name="connsiteX83" fmla="*/ 809232 w 2915191"/>
                <a:gd name="connsiteY83" fmla="*/ 137136 h 455552"/>
                <a:gd name="connsiteX84" fmla="*/ 818982 w 2915191"/>
                <a:gd name="connsiteY84" fmla="*/ 115641 h 455552"/>
                <a:gd name="connsiteX85" fmla="*/ 828732 w 2915191"/>
                <a:gd name="connsiteY85" fmla="*/ 95581 h 455552"/>
                <a:gd name="connsiteX86" fmla="*/ 838482 w 2915191"/>
                <a:gd name="connsiteY86" fmla="*/ 115354 h 455552"/>
                <a:gd name="connsiteX87" fmla="*/ 848232 w 2915191"/>
                <a:gd name="connsiteY87" fmla="*/ 109342 h 455552"/>
                <a:gd name="connsiteX88" fmla="*/ 857982 w 2915191"/>
                <a:gd name="connsiteY88" fmla="*/ 91225 h 455552"/>
                <a:gd name="connsiteX89" fmla="*/ 867732 w 2915191"/>
                <a:gd name="connsiteY89" fmla="*/ 74170 h 455552"/>
                <a:gd name="connsiteX90" fmla="*/ 877482 w 2915191"/>
                <a:gd name="connsiteY90" fmla="*/ 92889 h 455552"/>
                <a:gd name="connsiteX91" fmla="*/ 887231 w 2915191"/>
                <a:gd name="connsiteY91" fmla="*/ 99837 h 455552"/>
                <a:gd name="connsiteX92" fmla="*/ 896981 w 2915191"/>
                <a:gd name="connsiteY92" fmla="*/ 112440 h 455552"/>
                <a:gd name="connsiteX93" fmla="*/ 906730 w 2915191"/>
                <a:gd name="connsiteY93" fmla="*/ 94628 h 455552"/>
                <a:gd name="connsiteX94" fmla="*/ 916480 w 2915191"/>
                <a:gd name="connsiteY94" fmla="*/ 76532 h 455552"/>
                <a:gd name="connsiteX95" fmla="*/ 926230 w 2915191"/>
                <a:gd name="connsiteY95" fmla="*/ 84734 h 455552"/>
                <a:gd name="connsiteX96" fmla="*/ 935979 w 2915191"/>
                <a:gd name="connsiteY96" fmla="*/ 96148 h 455552"/>
                <a:gd name="connsiteX97" fmla="*/ 945729 w 2915191"/>
                <a:gd name="connsiteY97" fmla="*/ 85337 h 455552"/>
                <a:gd name="connsiteX98" fmla="*/ 955479 w 2915191"/>
                <a:gd name="connsiteY98" fmla="*/ 78805 h 455552"/>
                <a:gd name="connsiteX99" fmla="*/ 965229 w 2915191"/>
                <a:gd name="connsiteY99" fmla="*/ 67618 h 455552"/>
                <a:gd name="connsiteX100" fmla="*/ 974979 w 2915191"/>
                <a:gd name="connsiteY100" fmla="*/ 36391 h 455552"/>
                <a:gd name="connsiteX101" fmla="*/ 984729 w 2915191"/>
                <a:gd name="connsiteY101" fmla="*/ 0 h 455552"/>
                <a:gd name="connsiteX102" fmla="*/ 994474 w 2915191"/>
                <a:gd name="connsiteY102" fmla="*/ 32253 h 455552"/>
                <a:gd name="connsiteX103" fmla="*/ 1004233 w 2915191"/>
                <a:gd name="connsiteY103" fmla="*/ 69505 h 455552"/>
                <a:gd name="connsiteX104" fmla="*/ 1013977 w 2915191"/>
                <a:gd name="connsiteY104" fmla="*/ 97620 h 455552"/>
                <a:gd name="connsiteX105" fmla="*/ 1023721 w 2915191"/>
                <a:gd name="connsiteY105" fmla="*/ 101611 h 455552"/>
                <a:gd name="connsiteX106" fmla="*/ 1033480 w 2915191"/>
                <a:gd name="connsiteY106" fmla="*/ 99567 h 455552"/>
                <a:gd name="connsiteX107" fmla="*/ 1043224 w 2915191"/>
                <a:gd name="connsiteY107" fmla="*/ 115162 h 455552"/>
                <a:gd name="connsiteX108" fmla="*/ 1052983 w 2915191"/>
                <a:gd name="connsiteY108" fmla="*/ 108693 h 455552"/>
                <a:gd name="connsiteX109" fmla="*/ 1062727 w 2915191"/>
                <a:gd name="connsiteY109" fmla="*/ 64916 h 455552"/>
                <a:gd name="connsiteX110" fmla="*/ 1072471 w 2915191"/>
                <a:gd name="connsiteY110" fmla="*/ 76199 h 455552"/>
                <a:gd name="connsiteX111" fmla="*/ 1082230 w 2915191"/>
                <a:gd name="connsiteY111" fmla="*/ 73266 h 455552"/>
                <a:gd name="connsiteX112" fmla="*/ 1091973 w 2915191"/>
                <a:gd name="connsiteY112" fmla="*/ 109491 h 455552"/>
                <a:gd name="connsiteX113" fmla="*/ 1101732 w 2915191"/>
                <a:gd name="connsiteY113" fmla="*/ 105725 h 455552"/>
                <a:gd name="connsiteX114" fmla="*/ 1111476 w 2915191"/>
                <a:gd name="connsiteY114" fmla="*/ 111570 h 455552"/>
                <a:gd name="connsiteX115" fmla="*/ 1121220 w 2915191"/>
                <a:gd name="connsiteY115" fmla="*/ 121984 h 455552"/>
                <a:gd name="connsiteX116" fmla="*/ 1130979 w 2915191"/>
                <a:gd name="connsiteY116" fmla="*/ 131125 h 455552"/>
                <a:gd name="connsiteX117" fmla="*/ 1140723 w 2915191"/>
                <a:gd name="connsiteY117" fmla="*/ 160501 h 455552"/>
                <a:gd name="connsiteX118" fmla="*/ 1150482 w 2915191"/>
                <a:gd name="connsiteY118" fmla="*/ 188949 h 455552"/>
                <a:gd name="connsiteX119" fmla="*/ 1160226 w 2915191"/>
                <a:gd name="connsiteY119" fmla="*/ 183296 h 455552"/>
                <a:gd name="connsiteX120" fmla="*/ 1169969 w 2915191"/>
                <a:gd name="connsiteY120" fmla="*/ 198246 h 455552"/>
                <a:gd name="connsiteX121" fmla="*/ 1179728 w 2915191"/>
                <a:gd name="connsiteY121" fmla="*/ 213669 h 455552"/>
                <a:gd name="connsiteX122" fmla="*/ 1189472 w 2915191"/>
                <a:gd name="connsiteY122" fmla="*/ 234558 h 455552"/>
                <a:gd name="connsiteX123" fmla="*/ 1199231 w 2915191"/>
                <a:gd name="connsiteY123" fmla="*/ 239346 h 455552"/>
                <a:gd name="connsiteX124" fmla="*/ 1208975 w 2915191"/>
                <a:gd name="connsiteY124" fmla="*/ 235948 h 455552"/>
                <a:gd name="connsiteX125" fmla="*/ 1218719 w 2915191"/>
                <a:gd name="connsiteY125" fmla="*/ 245309 h 455552"/>
                <a:gd name="connsiteX126" fmla="*/ 1228478 w 2915191"/>
                <a:gd name="connsiteY126" fmla="*/ 262177 h 455552"/>
                <a:gd name="connsiteX127" fmla="*/ 1238222 w 2915191"/>
                <a:gd name="connsiteY127" fmla="*/ 281989 h 455552"/>
                <a:gd name="connsiteX128" fmla="*/ 1247966 w 2915191"/>
                <a:gd name="connsiteY128" fmla="*/ 280421 h 455552"/>
                <a:gd name="connsiteX129" fmla="*/ 1257725 w 2915191"/>
                <a:gd name="connsiteY129" fmla="*/ 285995 h 455552"/>
                <a:gd name="connsiteX130" fmla="*/ 1267469 w 2915191"/>
                <a:gd name="connsiteY130" fmla="*/ 269916 h 455552"/>
                <a:gd name="connsiteX131" fmla="*/ 1277227 w 2915191"/>
                <a:gd name="connsiteY131" fmla="*/ 267876 h 455552"/>
                <a:gd name="connsiteX132" fmla="*/ 1286971 w 2915191"/>
                <a:gd name="connsiteY132" fmla="*/ 294593 h 455552"/>
                <a:gd name="connsiteX133" fmla="*/ 1296715 w 2915191"/>
                <a:gd name="connsiteY133" fmla="*/ 303340 h 455552"/>
                <a:gd name="connsiteX134" fmla="*/ 1306474 w 2915191"/>
                <a:gd name="connsiteY134" fmla="*/ 310840 h 455552"/>
                <a:gd name="connsiteX135" fmla="*/ 1316218 w 2915191"/>
                <a:gd name="connsiteY135" fmla="*/ 351586 h 455552"/>
                <a:gd name="connsiteX136" fmla="*/ 1325977 w 2915191"/>
                <a:gd name="connsiteY136" fmla="*/ 313838 h 455552"/>
                <a:gd name="connsiteX137" fmla="*/ 1335721 w 2915191"/>
                <a:gd name="connsiteY137" fmla="*/ 297911 h 455552"/>
                <a:gd name="connsiteX138" fmla="*/ 1345465 w 2915191"/>
                <a:gd name="connsiteY138" fmla="*/ 326992 h 455552"/>
                <a:gd name="connsiteX139" fmla="*/ 1355224 w 2915191"/>
                <a:gd name="connsiteY139" fmla="*/ 337100 h 455552"/>
                <a:gd name="connsiteX140" fmla="*/ 1364967 w 2915191"/>
                <a:gd name="connsiteY140" fmla="*/ 364490 h 455552"/>
                <a:gd name="connsiteX141" fmla="*/ 1374726 w 2915191"/>
                <a:gd name="connsiteY141" fmla="*/ 391003 h 455552"/>
                <a:gd name="connsiteX142" fmla="*/ 1384470 w 2915191"/>
                <a:gd name="connsiteY142" fmla="*/ 361630 h 455552"/>
                <a:gd name="connsiteX143" fmla="*/ 1394214 w 2915191"/>
                <a:gd name="connsiteY143" fmla="*/ 361187 h 455552"/>
                <a:gd name="connsiteX144" fmla="*/ 1403973 w 2915191"/>
                <a:gd name="connsiteY144" fmla="*/ 365503 h 455552"/>
                <a:gd name="connsiteX145" fmla="*/ 1413717 w 2915191"/>
                <a:gd name="connsiteY145" fmla="*/ 325053 h 455552"/>
                <a:gd name="connsiteX146" fmla="*/ 1423476 w 2915191"/>
                <a:gd name="connsiteY146" fmla="*/ 327033 h 455552"/>
                <a:gd name="connsiteX147" fmla="*/ 1433220 w 2915191"/>
                <a:gd name="connsiteY147" fmla="*/ 325653 h 455552"/>
                <a:gd name="connsiteX148" fmla="*/ 1442964 w 2915191"/>
                <a:gd name="connsiteY148" fmla="*/ 338831 h 455552"/>
                <a:gd name="connsiteX149" fmla="*/ 1452722 w 2915191"/>
                <a:gd name="connsiteY149" fmla="*/ 389908 h 455552"/>
                <a:gd name="connsiteX150" fmla="*/ 1462466 w 2915191"/>
                <a:gd name="connsiteY150" fmla="*/ 399187 h 455552"/>
                <a:gd name="connsiteX151" fmla="*/ 1472225 w 2915191"/>
                <a:gd name="connsiteY151" fmla="*/ 367589 h 455552"/>
                <a:gd name="connsiteX152" fmla="*/ 1481969 w 2915191"/>
                <a:gd name="connsiteY152" fmla="*/ 386974 h 455552"/>
                <a:gd name="connsiteX153" fmla="*/ 1491713 w 2915191"/>
                <a:gd name="connsiteY153" fmla="*/ 401075 h 455552"/>
                <a:gd name="connsiteX154" fmla="*/ 1501472 w 2915191"/>
                <a:gd name="connsiteY154" fmla="*/ 380256 h 455552"/>
                <a:gd name="connsiteX155" fmla="*/ 1511216 w 2915191"/>
                <a:gd name="connsiteY155" fmla="*/ 384891 h 455552"/>
                <a:gd name="connsiteX156" fmla="*/ 1520960 w 2915191"/>
                <a:gd name="connsiteY156" fmla="*/ 387056 h 455552"/>
                <a:gd name="connsiteX157" fmla="*/ 1530719 w 2915191"/>
                <a:gd name="connsiteY157" fmla="*/ 380435 h 455552"/>
                <a:gd name="connsiteX158" fmla="*/ 1540463 w 2915191"/>
                <a:gd name="connsiteY158" fmla="*/ 364002 h 455552"/>
                <a:gd name="connsiteX159" fmla="*/ 1550221 w 2915191"/>
                <a:gd name="connsiteY159" fmla="*/ 371205 h 455552"/>
                <a:gd name="connsiteX160" fmla="*/ 1559965 w 2915191"/>
                <a:gd name="connsiteY160" fmla="*/ 348297 h 455552"/>
                <a:gd name="connsiteX161" fmla="*/ 1569709 w 2915191"/>
                <a:gd name="connsiteY161" fmla="*/ 376092 h 455552"/>
                <a:gd name="connsiteX162" fmla="*/ 1579468 w 2915191"/>
                <a:gd name="connsiteY162" fmla="*/ 402839 h 455552"/>
                <a:gd name="connsiteX163" fmla="*/ 1589212 w 2915191"/>
                <a:gd name="connsiteY163" fmla="*/ 425367 h 455552"/>
                <a:gd name="connsiteX164" fmla="*/ 1598971 w 2915191"/>
                <a:gd name="connsiteY164" fmla="*/ 408739 h 455552"/>
                <a:gd name="connsiteX165" fmla="*/ 1608715 w 2915191"/>
                <a:gd name="connsiteY165" fmla="*/ 399606 h 455552"/>
                <a:gd name="connsiteX166" fmla="*/ 1618459 w 2915191"/>
                <a:gd name="connsiteY166" fmla="*/ 379929 h 455552"/>
                <a:gd name="connsiteX167" fmla="*/ 1628218 w 2915191"/>
                <a:gd name="connsiteY167" fmla="*/ 376885 h 455552"/>
                <a:gd name="connsiteX168" fmla="*/ 1637962 w 2915191"/>
                <a:gd name="connsiteY168" fmla="*/ 365743 h 455552"/>
                <a:gd name="connsiteX169" fmla="*/ 1647720 w 2915191"/>
                <a:gd name="connsiteY169" fmla="*/ 367491 h 455552"/>
                <a:gd name="connsiteX170" fmla="*/ 1657464 w 2915191"/>
                <a:gd name="connsiteY170" fmla="*/ 365836 h 455552"/>
                <a:gd name="connsiteX171" fmla="*/ 1667208 w 2915191"/>
                <a:gd name="connsiteY171" fmla="*/ 388126 h 455552"/>
                <a:gd name="connsiteX172" fmla="*/ 1676967 w 2915191"/>
                <a:gd name="connsiteY172" fmla="*/ 348095 h 455552"/>
                <a:gd name="connsiteX173" fmla="*/ 1686711 w 2915191"/>
                <a:gd name="connsiteY173" fmla="*/ 352650 h 455552"/>
                <a:gd name="connsiteX174" fmla="*/ 1696470 w 2915191"/>
                <a:gd name="connsiteY174" fmla="*/ 343237 h 455552"/>
                <a:gd name="connsiteX175" fmla="*/ 1706214 w 2915191"/>
                <a:gd name="connsiteY175" fmla="*/ 348146 h 455552"/>
                <a:gd name="connsiteX176" fmla="*/ 1715958 w 2915191"/>
                <a:gd name="connsiteY176" fmla="*/ 366199 h 455552"/>
                <a:gd name="connsiteX177" fmla="*/ 1725716 w 2915191"/>
                <a:gd name="connsiteY177" fmla="*/ 389704 h 455552"/>
                <a:gd name="connsiteX178" fmla="*/ 1735460 w 2915191"/>
                <a:gd name="connsiteY178" fmla="*/ 356990 h 455552"/>
                <a:gd name="connsiteX179" fmla="*/ 1745219 w 2915191"/>
                <a:gd name="connsiteY179" fmla="*/ 342145 h 455552"/>
                <a:gd name="connsiteX180" fmla="*/ 1754963 w 2915191"/>
                <a:gd name="connsiteY180" fmla="*/ 373579 h 455552"/>
                <a:gd name="connsiteX181" fmla="*/ 1764707 w 2915191"/>
                <a:gd name="connsiteY181" fmla="*/ 339168 h 455552"/>
                <a:gd name="connsiteX182" fmla="*/ 1774466 w 2915191"/>
                <a:gd name="connsiteY182" fmla="*/ 335883 h 455552"/>
                <a:gd name="connsiteX183" fmla="*/ 1784210 w 2915191"/>
                <a:gd name="connsiteY183" fmla="*/ 333344 h 455552"/>
                <a:gd name="connsiteX184" fmla="*/ 1793969 w 2915191"/>
                <a:gd name="connsiteY184" fmla="*/ 331578 h 455552"/>
                <a:gd name="connsiteX185" fmla="*/ 1803713 w 2915191"/>
                <a:gd name="connsiteY185" fmla="*/ 335316 h 455552"/>
                <a:gd name="connsiteX186" fmla="*/ 1813457 w 2915191"/>
                <a:gd name="connsiteY186" fmla="*/ 378132 h 455552"/>
                <a:gd name="connsiteX187" fmla="*/ 1823215 w 2915191"/>
                <a:gd name="connsiteY187" fmla="*/ 378169 h 455552"/>
                <a:gd name="connsiteX188" fmla="*/ 1832959 w 2915191"/>
                <a:gd name="connsiteY188" fmla="*/ 415823 h 455552"/>
                <a:gd name="connsiteX189" fmla="*/ 1842703 w 2915191"/>
                <a:gd name="connsiteY189" fmla="*/ 400522 h 455552"/>
                <a:gd name="connsiteX190" fmla="*/ 1852462 w 2915191"/>
                <a:gd name="connsiteY190" fmla="*/ 391448 h 455552"/>
                <a:gd name="connsiteX191" fmla="*/ 1862206 w 2915191"/>
                <a:gd name="connsiteY191" fmla="*/ 413715 h 455552"/>
                <a:gd name="connsiteX192" fmla="*/ 1871965 w 2915191"/>
                <a:gd name="connsiteY192" fmla="*/ 417391 h 455552"/>
                <a:gd name="connsiteX193" fmla="*/ 1881709 w 2915191"/>
                <a:gd name="connsiteY193" fmla="*/ 421442 h 455552"/>
                <a:gd name="connsiteX194" fmla="*/ 1891453 w 2915191"/>
                <a:gd name="connsiteY194" fmla="*/ 400775 h 455552"/>
                <a:gd name="connsiteX195" fmla="*/ 1901212 w 2915191"/>
                <a:gd name="connsiteY195" fmla="*/ 387250 h 455552"/>
                <a:gd name="connsiteX196" fmla="*/ 1910956 w 2915191"/>
                <a:gd name="connsiteY196" fmla="*/ 391992 h 455552"/>
                <a:gd name="connsiteX197" fmla="*/ 1920714 w 2915191"/>
                <a:gd name="connsiteY197" fmla="*/ 396215 h 455552"/>
                <a:gd name="connsiteX198" fmla="*/ 1930458 w 2915191"/>
                <a:gd name="connsiteY198" fmla="*/ 405667 h 455552"/>
                <a:gd name="connsiteX199" fmla="*/ 1940202 w 2915191"/>
                <a:gd name="connsiteY199" fmla="*/ 437214 h 455552"/>
                <a:gd name="connsiteX200" fmla="*/ 1949961 w 2915191"/>
                <a:gd name="connsiteY200" fmla="*/ 400663 h 455552"/>
                <a:gd name="connsiteX201" fmla="*/ 1959705 w 2915191"/>
                <a:gd name="connsiteY201" fmla="*/ 404220 h 455552"/>
                <a:gd name="connsiteX202" fmla="*/ 1969464 w 2915191"/>
                <a:gd name="connsiteY202" fmla="*/ 397272 h 455552"/>
                <a:gd name="connsiteX203" fmla="*/ 1979208 w 2915191"/>
                <a:gd name="connsiteY203" fmla="*/ 404358 h 455552"/>
                <a:gd name="connsiteX204" fmla="*/ 1988952 w 2915191"/>
                <a:gd name="connsiteY204" fmla="*/ 419910 h 455552"/>
                <a:gd name="connsiteX205" fmla="*/ 1998711 w 2915191"/>
                <a:gd name="connsiteY205" fmla="*/ 413985 h 455552"/>
                <a:gd name="connsiteX206" fmla="*/ 2008454 w 2915191"/>
                <a:gd name="connsiteY206" fmla="*/ 420682 h 455552"/>
                <a:gd name="connsiteX207" fmla="*/ 2018213 w 2915191"/>
                <a:gd name="connsiteY207" fmla="*/ 402743 h 455552"/>
                <a:gd name="connsiteX208" fmla="*/ 2027957 w 2915191"/>
                <a:gd name="connsiteY208" fmla="*/ 435037 h 455552"/>
                <a:gd name="connsiteX209" fmla="*/ 2037701 w 2915191"/>
                <a:gd name="connsiteY209" fmla="*/ 455553 h 455552"/>
                <a:gd name="connsiteX210" fmla="*/ 2047460 w 2915191"/>
                <a:gd name="connsiteY210" fmla="*/ 440812 h 455552"/>
                <a:gd name="connsiteX211" fmla="*/ 2057204 w 2915191"/>
                <a:gd name="connsiteY211" fmla="*/ 427409 h 455552"/>
                <a:gd name="connsiteX212" fmla="*/ 2066963 w 2915191"/>
                <a:gd name="connsiteY212" fmla="*/ 425500 h 455552"/>
                <a:gd name="connsiteX213" fmla="*/ 2076707 w 2915191"/>
                <a:gd name="connsiteY213" fmla="*/ 422768 h 455552"/>
                <a:gd name="connsiteX214" fmla="*/ 2086451 w 2915191"/>
                <a:gd name="connsiteY214" fmla="*/ 395224 h 455552"/>
                <a:gd name="connsiteX215" fmla="*/ 2096210 w 2915191"/>
                <a:gd name="connsiteY215" fmla="*/ 370630 h 455552"/>
                <a:gd name="connsiteX216" fmla="*/ 2105954 w 2915191"/>
                <a:gd name="connsiteY216" fmla="*/ 363937 h 455552"/>
                <a:gd name="connsiteX217" fmla="*/ 2115697 w 2915191"/>
                <a:gd name="connsiteY217" fmla="*/ 354439 h 455552"/>
                <a:gd name="connsiteX218" fmla="*/ 2125456 w 2915191"/>
                <a:gd name="connsiteY218" fmla="*/ 342617 h 455552"/>
                <a:gd name="connsiteX219" fmla="*/ 2135200 w 2915191"/>
                <a:gd name="connsiteY219" fmla="*/ 308923 h 455552"/>
                <a:gd name="connsiteX220" fmla="*/ 2144959 w 2915191"/>
                <a:gd name="connsiteY220" fmla="*/ 282976 h 455552"/>
                <a:gd name="connsiteX221" fmla="*/ 2154703 w 2915191"/>
                <a:gd name="connsiteY221" fmla="*/ 283554 h 455552"/>
                <a:gd name="connsiteX222" fmla="*/ 2164447 w 2915191"/>
                <a:gd name="connsiteY222" fmla="*/ 283639 h 455552"/>
                <a:gd name="connsiteX223" fmla="*/ 2174206 w 2915191"/>
                <a:gd name="connsiteY223" fmla="*/ 298242 h 455552"/>
                <a:gd name="connsiteX224" fmla="*/ 2183950 w 2915191"/>
                <a:gd name="connsiteY224" fmla="*/ 289313 h 455552"/>
                <a:gd name="connsiteX225" fmla="*/ 2193709 w 2915191"/>
                <a:gd name="connsiteY225" fmla="*/ 331060 h 455552"/>
                <a:gd name="connsiteX226" fmla="*/ 2203452 w 2915191"/>
                <a:gd name="connsiteY226" fmla="*/ 341985 h 455552"/>
                <a:gd name="connsiteX227" fmla="*/ 2213196 w 2915191"/>
                <a:gd name="connsiteY227" fmla="*/ 347601 h 455552"/>
                <a:gd name="connsiteX228" fmla="*/ 2222955 w 2915191"/>
                <a:gd name="connsiteY228" fmla="*/ 333460 h 455552"/>
                <a:gd name="connsiteX229" fmla="*/ 2232699 w 2915191"/>
                <a:gd name="connsiteY229" fmla="*/ 340218 h 455552"/>
                <a:gd name="connsiteX230" fmla="*/ 2242458 w 2915191"/>
                <a:gd name="connsiteY230" fmla="*/ 322544 h 455552"/>
                <a:gd name="connsiteX231" fmla="*/ 2252202 w 2915191"/>
                <a:gd name="connsiteY231" fmla="*/ 336567 h 455552"/>
                <a:gd name="connsiteX232" fmla="*/ 2261946 w 2915191"/>
                <a:gd name="connsiteY232" fmla="*/ 317228 h 455552"/>
                <a:gd name="connsiteX233" fmla="*/ 2271705 w 2915191"/>
                <a:gd name="connsiteY233" fmla="*/ 287713 h 455552"/>
                <a:gd name="connsiteX234" fmla="*/ 2281449 w 2915191"/>
                <a:gd name="connsiteY234" fmla="*/ 252950 h 455552"/>
                <a:gd name="connsiteX235" fmla="*/ 2291208 w 2915191"/>
                <a:gd name="connsiteY235" fmla="*/ 260829 h 455552"/>
                <a:gd name="connsiteX236" fmla="*/ 2300951 w 2915191"/>
                <a:gd name="connsiteY236" fmla="*/ 272543 h 455552"/>
                <a:gd name="connsiteX237" fmla="*/ 2310695 w 2915191"/>
                <a:gd name="connsiteY237" fmla="*/ 285244 h 455552"/>
                <a:gd name="connsiteX238" fmla="*/ 2320454 w 2915191"/>
                <a:gd name="connsiteY238" fmla="*/ 276345 h 455552"/>
                <a:gd name="connsiteX239" fmla="*/ 2330198 w 2915191"/>
                <a:gd name="connsiteY239" fmla="*/ 307490 h 455552"/>
                <a:gd name="connsiteX240" fmla="*/ 2339957 w 2915191"/>
                <a:gd name="connsiteY240" fmla="*/ 295502 h 455552"/>
                <a:gd name="connsiteX241" fmla="*/ 2349701 w 2915191"/>
                <a:gd name="connsiteY241" fmla="*/ 283228 h 455552"/>
                <a:gd name="connsiteX242" fmla="*/ 2359445 w 2915191"/>
                <a:gd name="connsiteY242" fmla="*/ 292187 h 455552"/>
                <a:gd name="connsiteX243" fmla="*/ 2369204 w 2915191"/>
                <a:gd name="connsiteY243" fmla="*/ 273255 h 455552"/>
                <a:gd name="connsiteX244" fmla="*/ 2378948 w 2915191"/>
                <a:gd name="connsiteY244" fmla="*/ 327998 h 455552"/>
                <a:gd name="connsiteX245" fmla="*/ 2388692 w 2915191"/>
                <a:gd name="connsiteY245" fmla="*/ 332772 h 455552"/>
                <a:gd name="connsiteX246" fmla="*/ 2398450 w 2915191"/>
                <a:gd name="connsiteY246" fmla="*/ 307981 h 455552"/>
                <a:gd name="connsiteX247" fmla="*/ 2408194 w 2915191"/>
                <a:gd name="connsiteY247" fmla="*/ 313603 h 455552"/>
                <a:gd name="connsiteX248" fmla="*/ 2417953 w 2915191"/>
                <a:gd name="connsiteY248" fmla="*/ 317514 h 455552"/>
                <a:gd name="connsiteX249" fmla="*/ 2427697 w 2915191"/>
                <a:gd name="connsiteY249" fmla="*/ 279481 h 455552"/>
                <a:gd name="connsiteX250" fmla="*/ 2437441 w 2915191"/>
                <a:gd name="connsiteY250" fmla="*/ 221922 h 455552"/>
                <a:gd name="connsiteX251" fmla="*/ 2447200 w 2915191"/>
                <a:gd name="connsiteY251" fmla="*/ 260033 h 455552"/>
                <a:gd name="connsiteX252" fmla="*/ 2456944 w 2915191"/>
                <a:gd name="connsiteY252" fmla="*/ 261319 h 455552"/>
                <a:gd name="connsiteX253" fmla="*/ 2466703 w 2915191"/>
                <a:gd name="connsiteY253" fmla="*/ 276171 h 455552"/>
                <a:gd name="connsiteX254" fmla="*/ 2476446 w 2915191"/>
                <a:gd name="connsiteY254" fmla="*/ 284661 h 455552"/>
                <a:gd name="connsiteX255" fmla="*/ 2486190 w 2915191"/>
                <a:gd name="connsiteY255" fmla="*/ 254355 h 455552"/>
                <a:gd name="connsiteX256" fmla="*/ 2495949 w 2915191"/>
                <a:gd name="connsiteY256" fmla="*/ 261903 h 455552"/>
                <a:gd name="connsiteX257" fmla="*/ 2505693 w 2915191"/>
                <a:gd name="connsiteY257" fmla="*/ 306915 h 455552"/>
                <a:gd name="connsiteX258" fmla="*/ 2515452 w 2915191"/>
                <a:gd name="connsiteY258" fmla="*/ 306033 h 455552"/>
                <a:gd name="connsiteX259" fmla="*/ 2525196 w 2915191"/>
                <a:gd name="connsiteY259" fmla="*/ 271019 h 455552"/>
                <a:gd name="connsiteX260" fmla="*/ 2534940 w 2915191"/>
                <a:gd name="connsiteY260" fmla="*/ 272020 h 455552"/>
                <a:gd name="connsiteX261" fmla="*/ 2544699 w 2915191"/>
                <a:gd name="connsiteY261" fmla="*/ 255887 h 455552"/>
                <a:gd name="connsiteX262" fmla="*/ 2554443 w 2915191"/>
                <a:gd name="connsiteY262" fmla="*/ 221050 h 455552"/>
                <a:gd name="connsiteX263" fmla="*/ 2564202 w 2915191"/>
                <a:gd name="connsiteY263" fmla="*/ 231947 h 455552"/>
                <a:gd name="connsiteX264" fmla="*/ 2573946 w 2915191"/>
                <a:gd name="connsiteY264" fmla="*/ 211637 h 455552"/>
                <a:gd name="connsiteX265" fmla="*/ 2583690 w 2915191"/>
                <a:gd name="connsiteY265" fmla="*/ 245863 h 455552"/>
                <a:gd name="connsiteX266" fmla="*/ 2593448 w 2915191"/>
                <a:gd name="connsiteY266" fmla="*/ 246146 h 455552"/>
                <a:gd name="connsiteX267" fmla="*/ 2603192 w 2915191"/>
                <a:gd name="connsiteY267" fmla="*/ 238950 h 455552"/>
                <a:gd name="connsiteX268" fmla="*/ 2612951 w 2915191"/>
                <a:gd name="connsiteY268" fmla="*/ 211430 h 455552"/>
                <a:gd name="connsiteX269" fmla="*/ 2622695 w 2915191"/>
                <a:gd name="connsiteY269" fmla="*/ 214213 h 455552"/>
                <a:gd name="connsiteX270" fmla="*/ 2632439 w 2915191"/>
                <a:gd name="connsiteY270" fmla="*/ 232706 h 455552"/>
                <a:gd name="connsiteX271" fmla="*/ 2642198 w 2915191"/>
                <a:gd name="connsiteY271" fmla="*/ 264969 h 455552"/>
                <a:gd name="connsiteX272" fmla="*/ 2651942 w 2915191"/>
                <a:gd name="connsiteY272" fmla="*/ 279188 h 455552"/>
                <a:gd name="connsiteX273" fmla="*/ 2661685 w 2915191"/>
                <a:gd name="connsiteY273" fmla="*/ 243963 h 455552"/>
                <a:gd name="connsiteX274" fmla="*/ 2671444 w 2915191"/>
                <a:gd name="connsiteY274" fmla="*/ 262717 h 455552"/>
                <a:gd name="connsiteX275" fmla="*/ 2681188 w 2915191"/>
                <a:gd name="connsiteY275" fmla="*/ 240702 h 455552"/>
                <a:gd name="connsiteX276" fmla="*/ 2690947 w 2915191"/>
                <a:gd name="connsiteY276" fmla="*/ 249933 h 455552"/>
                <a:gd name="connsiteX277" fmla="*/ 2700691 w 2915191"/>
                <a:gd name="connsiteY277" fmla="*/ 232336 h 455552"/>
                <a:gd name="connsiteX278" fmla="*/ 2710435 w 2915191"/>
                <a:gd name="connsiteY278" fmla="*/ 257882 h 455552"/>
                <a:gd name="connsiteX279" fmla="*/ 2720194 w 2915191"/>
                <a:gd name="connsiteY279" fmla="*/ 269499 h 455552"/>
                <a:gd name="connsiteX280" fmla="*/ 2729938 w 2915191"/>
                <a:gd name="connsiteY280" fmla="*/ 300875 h 455552"/>
                <a:gd name="connsiteX281" fmla="*/ 2739697 w 2915191"/>
                <a:gd name="connsiteY281" fmla="*/ 321225 h 455552"/>
                <a:gd name="connsiteX282" fmla="*/ 2749441 w 2915191"/>
                <a:gd name="connsiteY282" fmla="*/ 295724 h 455552"/>
                <a:gd name="connsiteX283" fmla="*/ 2759185 w 2915191"/>
                <a:gd name="connsiteY283" fmla="*/ 316361 h 455552"/>
                <a:gd name="connsiteX284" fmla="*/ 2768943 w 2915191"/>
                <a:gd name="connsiteY284" fmla="*/ 330275 h 455552"/>
                <a:gd name="connsiteX285" fmla="*/ 2778687 w 2915191"/>
                <a:gd name="connsiteY285" fmla="*/ 355768 h 455552"/>
                <a:gd name="connsiteX286" fmla="*/ 2788446 w 2915191"/>
                <a:gd name="connsiteY286" fmla="*/ 358557 h 455552"/>
                <a:gd name="connsiteX287" fmla="*/ 2798190 w 2915191"/>
                <a:gd name="connsiteY287" fmla="*/ 353711 h 455552"/>
                <a:gd name="connsiteX288" fmla="*/ 2807934 w 2915191"/>
                <a:gd name="connsiteY288" fmla="*/ 339300 h 455552"/>
                <a:gd name="connsiteX289" fmla="*/ 2817693 w 2915191"/>
                <a:gd name="connsiteY289" fmla="*/ 358137 h 455552"/>
                <a:gd name="connsiteX290" fmla="*/ 2827437 w 2915191"/>
                <a:gd name="connsiteY290" fmla="*/ 385507 h 455552"/>
                <a:gd name="connsiteX291" fmla="*/ 2837196 w 2915191"/>
                <a:gd name="connsiteY291" fmla="*/ 338314 h 455552"/>
                <a:gd name="connsiteX292" fmla="*/ 2846940 w 2915191"/>
                <a:gd name="connsiteY292" fmla="*/ 380379 h 455552"/>
                <a:gd name="connsiteX293" fmla="*/ 2856684 w 2915191"/>
                <a:gd name="connsiteY293" fmla="*/ 419164 h 455552"/>
                <a:gd name="connsiteX294" fmla="*/ 2866442 w 2915191"/>
                <a:gd name="connsiteY294" fmla="*/ 422376 h 455552"/>
                <a:gd name="connsiteX295" fmla="*/ 2876186 w 2915191"/>
                <a:gd name="connsiteY295" fmla="*/ 417303 h 455552"/>
                <a:gd name="connsiteX296" fmla="*/ 2885945 w 2915191"/>
                <a:gd name="connsiteY296" fmla="*/ 415101 h 455552"/>
                <a:gd name="connsiteX297" fmla="*/ 2895689 w 2915191"/>
                <a:gd name="connsiteY297" fmla="*/ 403181 h 455552"/>
                <a:gd name="connsiteX298" fmla="*/ 2905433 w 2915191"/>
                <a:gd name="connsiteY298" fmla="*/ 380086 h 455552"/>
                <a:gd name="connsiteX299" fmla="*/ 2915192 w 2915191"/>
                <a:gd name="connsiteY299" fmla="*/ 415136 h 455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55552">
                  <a:moveTo>
                    <a:pt x="0" y="250899"/>
                  </a:moveTo>
                  <a:lnTo>
                    <a:pt x="9750" y="250330"/>
                  </a:lnTo>
                  <a:lnTo>
                    <a:pt x="19500" y="264542"/>
                  </a:lnTo>
                  <a:lnTo>
                    <a:pt x="29250" y="262548"/>
                  </a:lnTo>
                  <a:lnTo>
                    <a:pt x="39000" y="257708"/>
                  </a:lnTo>
                  <a:lnTo>
                    <a:pt x="48749" y="275099"/>
                  </a:lnTo>
                  <a:lnTo>
                    <a:pt x="58499" y="266531"/>
                  </a:lnTo>
                  <a:lnTo>
                    <a:pt x="68249" y="270549"/>
                  </a:lnTo>
                  <a:lnTo>
                    <a:pt x="77998" y="253752"/>
                  </a:lnTo>
                  <a:lnTo>
                    <a:pt x="87748" y="266011"/>
                  </a:lnTo>
                  <a:lnTo>
                    <a:pt x="97497" y="273583"/>
                  </a:lnTo>
                  <a:lnTo>
                    <a:pt x="107247" y="277632"/>
                  </a:lnTo>
                  <a:lnTo>
                    <a:pt x="116997" y="267979"/>
                  </a:lnTo>
                  <a:lnTo>
                    <a:pt x="126747" y="290527"/>
                  </a:lnTo>
                  <a:lnTo>
                    <a:pt x="136497" y="299891"/>
                  </a:lnTo>
                  <a:lnTo>
                    <a:pt x="146247" y="310133"/>
                  </a:lnTo>
                  <a:lnTo>
                    <a:pt x="155997" y="316699"/>
                  </a:lnTo>
                  <a:lnTo>
                    <a:pt x="165747" y="301135"/>
                  </a:lnTo>
                  <a:lnTo>
                    <a:pt x="175497" y="289742"/>
                  </a:lnTo>
                  <a:lnTo>
                    <a:pt x="185247" y="280895"/>
                  </a:lnTo>
                  <a:lnTo>
                    <a:pt x="194996" y="327937"/>
                  </a:lnTo>
                  <a:lnTo>
                    <a:pt x="204746" y="364867"/>
                  </a:lnTo>
                  <a:lnTo>
                    <a:pt x="214495" y="384261"/>
                  </a:lnTo>
                  <a:lnTo>
                    <a:pt x="224245" y="370149"/>
                  </a:lnTo>
                  <a:lnTo>
                    <a:pt x="233995" y="332985"/>
                  </a:lnTo>
                  <a:lnTo>
                    <a:pt x="243744" y="333763"/>
                  </a:lnTo>
                  <a:lnTo>
                    <a:pt x="253494" y="331920"/>
                  </a:lnTo>
                  <a:lnTo>
                    <a:pt x="263244" y="332653"/>
                  </a:lnTo>
                  <a:lnTo>
                    <a:pt x="272994" y="332262"/>
                  </a:lnTo>
                  <a:lnTo>
                    <a:pt x="282744" y="338545"/>
                  </a:lnTo>
                  <a:lnTo>
                    <a:pt x="292494" y="315638"/>
                  </a:lnTo>
                  <a:lnTo>
                    <a:pt x="302244" y="314298"/>
                  </a:lnTo>
                  <a:lnTo>
                    <a:pt x="311994" y="313686"/>
                  </a:lnTo>
                  <a:lnTo>
                    <a:pt x="321744" y="293775"/>
                  </a:lnTo>
                  <a:lnTo>
                    <a:pt x="331493" y="272605"/>
                  </a:lnTo>
                  <a:lnTo>
                    <a:pt x="341243" y="307436"/>
                  </a:lnTo>
                  <a:lnTo>
                    <a:pt x="350993" y="312101"/>
                  </a:lnTo>
                  <a:lnTo>
                    <a:pt x="360742" y="294139"/>
                  </a:lnTo>
                  <a:lnTo>
                    <a:pt x="370492" y="307743"/>
                  </a:lnTo>
                  <a:lnTo>
                    <a:pt x="380241" y="314814"/>
                  </a:lnTo>
                  <a:lnTo>
                    <a:pt x="389991" y="308983"/>
                  </a:lnTo>
                  <a:lnTo>
                    <a:pt x="399741" y="311360"/>
                  </a:lnTo>
                  <a:lnTo>
                    <a:pt x="409491" y="295903"/>
                  </a:lnTo>
                  <a:lnTo>
                    <a:pt x="419241" y="312581"/>
                  </a:lnTo>
                  <a:lnTo>
                    <a:pt x="428991" y="273542"/>
                  </a:lnTo>
                  <a:lnTo>
                    <a:pt x="438741" y="257337"/>
                  </a:lnTo>
                  <a:lnTo>
                    <a:pt x="448491" y="275271"/>
                  </a:lnTo>
                  <a:lnTo>
                    <a:pt x="458241" y="282516"/>
                  </a:lnTo>
                  <a:lnTo>
                    <a:pt x="467991" y="267388"/>
                  </a:lnTo>
                  <a:lnTo>
                    <a:pt x="477740" y="247997"/>
                  </a:lnTo>
                  <a:lnTo>
                    <a:pt x="487490" y="251967"/>
                  </a:lnTo>
                  <a:lnTo>
                    <a:pt x="497239" y="282297"/>
                  </a:lnTo>
                  <a:lnTo>
                    <a:pt x="506989" y="254008"/>
                  </a:lnTo>
                  <a:lnTo>
                    <a:pt x="516738" y="245349"/>
                  </a:lnTo>
                  <a:lnTo>
                    <a:pt x="526488" y="276682"/>
                  </a:lnTo>
                  <a:lnTo>
                    <a:pt x="536238" y="257918"/>
                  </a:lnTo>
                  <a:lnTo>
                    <a:pt x="545988" y="283811"/>
                  </a:lnTo>
                  <a:lnTo>
                    <a:pt x="555738" y="274377"/>
                  </a:lnTo>
                  <a:lnTo>
                    <a:pt x="565488" y="318762"/>
                  </a:lnTo>
                  <a:lnTo>
                    <a:pt x="575238" y="306550"/>
                  </a:lnTo>
                  <a:lnTo>
                    <a:pt x="584988" y="316049"/>
                  </a:lnTo>
                  <a:lnTo>
                    <a:pt x="594738" y="319398"/>
                  </a:lnTo>
                  <a:lnTo>
                    <a:pt x="604488" y="349122"/>
                  </a:lnTo>
                  <a:lnTo>
                    <a:pt x="614237" y="381344"/>
                  </a:lnTo>
                  <a:lnTo>
                    <a:pt x="623987" y="361850"/>
                  </a:lnTo>
                  <a:lnTo>
                    <a:pt x="633736" y="370332"/>
                  </a:lnTo>
                  <a:lnTo>
                    <a:pt x="643486" y="364328"/>
                  </a:lnTo>
                  <a:lnTo>
                    <a:pt x="653236" y="358840"/>
                  </a:lnTo>
                  <a:lnTo>
                    <a:pt x="662985" y="378156"/>
                  </a:lnTo>
                  <a:lnTo>
                    <a:pt x="672735" y="363903"/>
                  </a:lnTo>
                  <a:lnTo>
                    <a:pt x="682485" y="395474"/>
                  </a:lnTo>
                  <a:lnTo>
                    <a:pt x="692235" y="375655"/>
                  </a:lnTo>
                  <a:lnTo>
                    <a:pt x="701985" y="354156"/>
                  </a:lnTo>
                  <a:lnTo>
                    <a:pt x="711735" y="318862"/>
                  </a:lnTo>
                  <a:lnTo>
                    <a:pt x="721485" y="294945"/>
                  </a:lnTo>
                  <a:lnTo>
                    <a:pt x="731235" y="279091"/>
                  </a:lnTo>
                  <a:lnTo>
                    <a:pt x="740985" y="284681"/>
                  </a:lnTo>
                  <a:lnTo>
                    <a:pt x="750734" y="276701"/>
                  </a:lnTo>
                  <a:lnTo>
                    <a:pt x="760484" y="267142"/>
                  </a:lnTo>
                  <a:lnTo>
                    <a:pt x="770233" y="257507"/>
                  </a:lnTo>
                  <a:lnTo>
                    <a:pt x="779983" y="264149"/>
                  </a:lnTo>
                  <a:lnTo>
                    <a:pt x="789733" y="196664"/>
                  </a:lnTo>
                  <a:lnTo>
                    <a:pt x="799482" y="167076"/>
                  </a:lnTo>
                  <a:lnTo>
                    <a:pt x="809232" y="137136"/>
                  </a:lnTo>
                  <a:lnTo>
                    <a:pt x="818982" y="115641"/>
                  </a:lnTo>
                  <a:lnTo>
                    <a:pt x="828732" y="95581"/>
                  </a:lnTo>
                  <a:lnTo>
                    <a:pt x="838482" y="115354"/>
                  </a:lnTo>
                  <a:lnTo>
                    <a:pt x="848232" y="109342"/>
                  </a:lnTo>
                  <a:lnTo>
                    <a:pt x="857982" y="91225"/>
                  </a:lnTo>
                  <a:lnTo>
                    <a:pt x="867732" y="74170"/>
                  </a:lnTo>
                  <a:lnTo>
                    <a:pt x="877482" y="92889"/>
                  </a:lnTo>
                  <a:lnTo>
                    <a:pt x="887231" y="99837"/>
                  </a:lnTo>
                  <a:lnTo>
                    <a:pt x="896981" y="112440"/>
                  </a:lnTo>
                  <a:lnTo>
                    <a:pt x="906730" y="94628"/>
                  </a:lnTo>
                  <a:lnTo>
                    <a:pt x="916480" y="76532"/>
                  </a:lnTo>
                  <a:lnTo>
                    <a:pt x="926230" y="84734"/>
                  </a:lnTo>
                  <a:lnTo>
                    <a:pt x="935979" y="96148"/>
                  </a:lnTo>
                  <a:lnTo>
                    <a:pt x="945729" y="85337"/>
                  </a:lnTo>
                  <a:lnTo>
                    <a:pt x="955479" y="78805"/>
                  </a:lnTo>
                  <a:lnTo>
                    <a:pt x="965229" y="67618"/>
                  </a:lnTo>
                  <a:lnTo>
                    <a:pt x="974979" y="36391"/>
                  </a:lnTo>
                  <a:lnTo>
                    <a:pt x="984729" y="0"/>
                  </a:lnTo>
                  <a:lnTo>
                    <a:pt x="994474" y="32253"/>
                  </a:lnTo>
                  <a:lnTo>
                    <a:pt x="1004233" y="69505"/>
                  </a:lnTo>
                  <a:lnTo>
                    <a:pt x="1013977" y="97620"/>
                  </a:lnTo>
                  <a:lnTo>
                    <a:pt x="1023721" y="101611"/>
                  </a:lnTo>
                  <a:lnTo>
                    <a:pt x="1033480" y="99567"/>
                  </a:lnTo>
                  <a:lnTo>
                    <a:pt x="1043224" y="115162"/>
                  </a:lnTo>
                  <a:lnTo>
                    <a:pt x="1052983" y="108693"/>
                  </a:lnTo>
                  <a:lnTo>
                    <a:pt x="1062727" y="64916"/>
                  </a:lnTo>
                  <a:lnTo>
                    <a:pt x="1072471" y="76199"/>
                  </a:lnTo>
                  <a:lnTo>
                    <a:pt x="1082230" y="73266"/>
                  </a:lnTo>
                  <a:lnTo>
                    <a:pt x="1091973" y="109491"/>
                  </a:lnTo>
                  <a:lnTo>
                    <a:pt x="1101732" y="105725"/>
                  </a:lnTo>
                  <a:lnTo>
                    <a:pt x="1111476" y="111570"/>
                  </a:lnTo>
                  <a:lnTo>
                    <a:pt x="1121220" y="121984"/>
                  </a:lnTo>
                  <a:lnTo>
                    <a:pt x="1130979" y="131125"/>
                  </a:lnTo>
                  <a:lnTo>
                    <a:pt x="1140723" y="160501"/>
                  </a:lnTo>
                  <a:lnTo>
                    <a:pt x="1150482" y="188949"/>
                  </a:lnTo>
                  <a:lnTo>
                    <a:pt x="1160226" y="183296"/>
                  </a:lnTo>
                  <a:lnTo>
                    <a:pt x="1169969" y="198246"/>
                  </a:lnTo>
                  <a:lnTo>
                    <a:pt x="1179728" y="213669"/>
                  </a:lnTo>
                  <a:lnTo>
                    <a:pt x="1189472" y="234558"/>
                  </a:lnTo>
                  <a:lnTo>
                    <a:pt x="1199231" y="239346"/>
                  </a:lnTo>
                  <a:lnTo>
                    <a:pt x="1208975" y="235948"/>
                  </a:lnTo>
                  <a:lnTo>
                    <a:pt x="1218719" y="245309"/>
                  </a:lnTo>
                  <a:lnTo>
                    <a:pt x="1228478" y="262177"/>
                  </a:lnTo>
                  <a:lnTo>
                    <a:pt x="1238222" y="281989"/>
                  </a:lnTo>
                  <a:lnTo>
                    <a:pt x="1247966" y="280421"/>
                  </a:lnTo>
                  <a:lnTo>
                    <a:pt x="1257725" y="285995"/>
                  </a:lnTo>
                  <a:lnTo>
                    <a:pt x="1267469" y="269916"/>
                  </a:lnTo>
                  <a:lnTo>
                    <a:pt x="1277227" y="267876"/>
                  </a:lnTo>
                  <a:lnTo>
                    <a:pt x="1286971" y="294593"/>
                  </a:lnTo>
                  <a:lnTo>
                    <a:pt x="1296715" y="303340"/>
                  </a:lnTo>
                  <a:lnTo>
                    <a:pt x="1306474" y="310840"/>
                  </a:lnTo>
                  <a:lnTo>
                    <a:pt x="1316218" y="351586"/>
                  </a:lnTo>
                  <a:lnTo>
                    <a:pt x="1325977" y="313838"/>
                  </a:lnTo>
                  <a:lnTo>
                    <a:pt x="1335721" y="297911"/>
                  </a:lnTo>
                  <a:lnTo>
                    <a:pt x="1345465" y="326992"/>
                  </a:lnTo>
                  <a:lnTo>
                    <a:pt x="1355224" y="337100"/>
                  </a:lnTo>
                  <a:lnTo>
                    <a:pt x="1364967" y="364490"/>
                  </a:lnTo>
                  <a:lnTo>
                    <a:pt x="1374726" y="391003"/>
                  </a:lnTo>
                  <a:lnTo>
                    <a:pt x="1384470" y="361630"/>
                  </a:lnTo>
                  <a:lnTo>
                    <a:pt x="1394214" y="361187"/>
                  </a:lnTo>
                  <a:lnTo>
                    <a:pt x="1403973" y="365503"/>
                  </a:lnTo>
                  <a:lnTo>
                    <a:pt x="1413717" y="325053"/>
                  </a:lnTo>
                  <a:lnTo>
                    <a:pt x="1423476" y="327033"/>
                  </a:lnTo>
                  <a:lnTo>
                    <a:pt x="1433220" y="325653"/>
                  </a:lnTo>
                  <a:lnTo>
                    <a:pt x="1442964" y="338831"/>
                  </a:lnTo>
                  <a:lnTo>
                    <a:pt x="1452722" y="389908"/>
                  </a:lnTo>
                  <a:lnTo>
                    <a:pt x="1462466" y="399187"/>
                  </a:lnTo>
                  <a:lnTo>
                    <a:pt x="1472225" y="367589"/>
                  </a:lnTo>
                  <a:lnTo>
                    <a:pt x="1481969" y="386974"/>
                  </a:lnTo>
                  <a:lnTo>
                    <a:pt x="1491713" y="401075"/>
                  </a:lnTo>
                  <a:lnTo>
                    <a:pt x="1501472" y="380256"/>
                  </a:lnTo>
                  <a:lnTo>
                    <a:pt x="1511216" y="384891"/>
                  </a:lnTo>
                  <a:lnTo>
                    <a:pt x="1520960" y="387056"/>
                  </a:lnTo>
                  <a:lnTo>
                    <a:pt x="1530719" y="380435"/>
                  </a:lnTo>
                  <a:lnTo>
                    <a:pt x="1540463" y="364002"/>
                  </a:lnTo>
                  <a:lnTo>
                    <a:pt x="1550221" y="371205"/>
                  </a:lnTo>
                  <a:lnTo>
                    <a:pt x="1559965" y="348297"/>
                  </a:lnTo>
                  <a:lnTo>
                    <a:pt x="1569709" y="376092"/>
                  </a:lnTo>
                  <a:lnTo>
                    <a:pt x="1579468" y="402839"/>
                  </a:lnTo>
                  <a:lnTo>
                    <a:pt x="1589212" y="425367"/>
                  </a:lnTo>
                  <a:lnTo>
                    <a:pt x="1598971" y="408739"/>
                  </a:lnTo>
                  <a:lnTo>
                    <a:pt x="1608715" y="399606"/>
                  </a:lnTo>
                  <a:lnTo>
                    <a:pt x="1618459" y="379929"/>
                  </a:lnTo>
                  <a:lnTo>
                    <a:pt x="1628218" y="376885"/>
                  </a:lnTo>
                  <a:lnTo>
                    <a:pt x="1637962" y="365743"/>
                  </a:lnTo>
                  <a:lnTo>
                    <a:pt x="1647720" y="367491"/>
                  </a:lnTo>
                  <a:lnTo>
                    <a:pt x="1657464" y="365836"/>
                  </a:lnTo>
                  <a:lnTo>
                    <a:pt x="1667208" y="388126"/>
                  </a:lnTo>
                  <a:lnTo>
                    <a:pt x="1676967" y="348095"/>
                  </a:lnTo>
                  <a:lnTo>
                    <a:pt x="1686711" y="352650"/>
                  </a:lnTo>
                  <a:lnTo>
                    <a:pt x="1696470" y="343237"/>
                  </a:lnTo>
                  <a:lnTo>
                    <a:pt x="1706214" y="348146"/>
                  </a:lnTo>
                  <a:lnTo>
                    <a:pt x="1715958" y="366199"/>
                  </a:lnTo>
                  <a:lnTo>
                    <a:pt x="1725716" y="389704"/>
                  </a:lnTo>
                  <a:lnTo>
                    <a:pt x="1735460" y="356990"/>
                  </a:lnTo>
                  <a:lnTo>
                    <a:pt x="1745219" y="342145"/>
                  </a:lnTo>
                  <a:lnTo>
                    <a:pt x="1754963" y="373579"/>
                  </a:lnTo>
                  <a:lnTo>
                    <a:pt x="1764707" y="339168"/>
                  </a:lnTo>
                  <a:lnTo>
                    <a:pt x="1774466" y="335883"/>
                  </a:lnTo>
                  <a:lnTo>
                    <a:pt x="1784210" y="333344"/>
                  </a:lnTo>
                  <a:lnTo>
                    <a:pt x="1793969" y="331578"/>
                  </a:lnTo>
                  <a:lnTo>
                    <a:pt x="1803713" y="335316"/>
                  </a:lnTo>
                  <a:lnTo>
                    <a:pt x="1813457" y="378132"/>
                  </a:lnTo>
                  <a:lnTo>
                    <a:pt x="1823215" y="378169"/>
                  </a:lnTo>
                  <a:lnTo>
                    <a:pt x="1832959" y="415823"/>
                  </a:lnTo>
                  <a:lnTo>
                    <a:pt x="1842703" y="400522"/>
                  </a:lnTo>
                  <a:lnTo>
                    <a:pt x="1852462" y="391448"/>
                  </a:lnTo>
                  <a:lnTo>
                    <a:pt x="1862206" y="413715"/>
                  </a:lnTo>
                  <a:lnTo>
                    <a:pt x="1871965" y="417391"/>
                  </a:lnTo>
                  <a:lnTo>
                    <a:pt x="1881709" y="421442"/>
                  </a:lnTo>
                  <a:lnTo>
                    <a:pt x="1891453" y="400775"/>
                  </a:lnTo>
                  <a:lnTo>
                    <a:pt x="1901212" y="387250"/>
                  </a:lnTo>
                  <a:lnTo>
                    <a:pt x="1910956" y="391992"/>
                  </a:lnTo>
                  <a:lnTo>
                    <a:pt x="1920714" y="396215"/>
                  </a:lnTo>
                  <a:lnTo>
                    <a:pt x="1930458" y="405667"/>
                  </a:lnTo>
                  <a:lnTo>
                    <a:pt x="1940202" y="437214"/>
                  </a:lnTo>
                  <a:lnTo>
                    <a:pt x="1949961" y="400663"/>
                  </a:lnTo>
                  <a:lnTo>
                    <a:pt x="1959705" y="404220"/>
                  </a:lnTo>
                  <a:lnTo>
                    <a:pt x="1969464" y="397272"/>
                  </a:lnTo>
                  <a:lnTo>
                    <a:pt x="1979208" y="404358"/>
                  </a:lnTo>
                  <a:lnTo>
                    <a:pt x="1988952" y="419910"/>
                  </a:lnTo>
                  <a:lnTo>
                    <a:pt x="1998711" y="413985"/>
                  </a:lnTo>
                  <a:lnTo>
                    <a:pt x="2008454" y="420682"/>
                  </a:lnTo>
                  <a:lnTo>
                    <a:pt x="2018213" y="402743"/>
                  </a:lnTo>
                  <a:lnTo>
                    <a:pt x="2027957" y="435037"/>
                  </a:lnTo>
                  <a:lnTo>
                    <a:pt x="2037701" y="455553"/>
                  </a:lnTo>
                  <a:lnTo>
                    <a:pt x="2047460" y="440812"/>
                  </a:lnTo>
                  <a:lnTo>
                    <a:pt x="2057204" y="427409"/>
                  </a:lnTo>
                  <a:lnTo>
                    <a:pt x="2066963" y="425500"/>
                  </a:lnTo>
                  <a:lnTo>
                    <a:pt x="2076707" y="422768"/>
                  </a:lnTo>
                  <a:lnTo>
                    <a:pt x="2086451" y="395224"/>
                  </a:lnTo>
                  <a:lnTo>
                    <a:pt x="2096210" y="370630"/>
                  </a:lnTo>
                  <a:lnTo>
                    <a:pt x="2105954" y="363937"/>
                  </a:lnTo>
                  <a:lnTo>
                    <a:pt x="2115697" y="354439"/>
                  </a:lnTo>
                  <a:lnTo>
                    <a:pt x="2125456" y="342617"/>
                  </a:lnTo>
                  <a:lnTo>
                    <a:pt x="2135200" y="308923"/>
                  </a:lnTo>
                  <a:lnTo>
                    <a:pt x="2144959" y="282976"/>
                  </a:lnTo>
                  <a:lnTo>
                    <a:pt x="2154703" y="283554"/>
                  </a:lnTo>
                  <a:lnTo>
                    <a:pt x="2164447" y="283639"/>
                  </a:lnTo>
                  <a:lnTo>
                    <a:pt x="2174206" y="298242"/>
                  </a:lnTo>
                  <a:lnTo>
                    <a:pt x="2183950" y="289313"/>
                  </a:lnTo>
                  <a:lnTo>
                    <a:pt x="2193709" y="331060"/>
                  </a:lnTo>
                  <a:lnTo>
                    <a:pt x="2203452" y="341985"/>
                  </a:lnTo>
                  <a:lnTo>
                    <a:pt x="2213196" y="347601"/>
                  </a:lnTo>
                  <a:lnTo>
                    <a:pt x="2222955" y="333460"/>
                  </a:lnTo>
                  <a:lnTo>
                    <a:pt x="2232699" y="340218"/>
                  </a:lnTo>
                  <a:lnTo>
                    <a:pt x="2242458" y="322544"/>
                  </a:lnTo>
                  <a:lnTo>
                    <a:pt x="2252202" y="336567"/>
                  </a:lnTo>
                  <a:lnTo>
                    <a:pt x="2261946" y="317228"/>
                  </a:lnTo>
                  <a:lnTo>
                    <a:pt x="2271705" y="287713"/>
                  </a:lnTo>
                  <a:lnTo>
                    <a:pt x="2281449" y="252950"/>
                  </a:lnTo>
                  <a:lnTo>
                    <a:pt x="2291208" y="260829"/>
                  </a:lnTo>
                  <a:lnTo>
                    <a:pt x="2300951" y="272543"/>
                  </a:lnTo>
                  <a:lnTo>
                    <a:pt x="2310695" y="285244"/>
                  </a:lnTo>
                  <a:lnTo>
                    <a:pt x="2320454" y="276345"/>
                  </a:lnTo>
                  <a:lnTo>
                    <a:pt x="2330198" y="307490"/>
                  </a:lnTo>
                  <a:lnTo>
                    <a:pt x="2339957" y="295502"/>
                  </a:lnTo>
                  <a:lnTo>
                    <a:pt x="2349701" y="283228"/>
                  </a:lnTo>
                  <a:lnTo>
                    <a:pt x="2359445" y="292187"/>
                  </a:lnTo>
                  <a:lnTo>
                    <a:pt x="2369204" y="273255"/>
                  </a:lnTo>
                  <a:lnTo>
                    <a:pt x="2378948" y="327998"/>
                  </a:lnTo>
                  <a:lnTo>
                    <a:pt x="2388692" y="332772"/>
                  </a:lnTo>
                  <a:lnTo>
                    <a:pt x="2398450" y="307981"/>
                  </a:lnTo>
                  <a:lnTo>
                    <a:pt x="2408194" y="313603"/>
                  </a:lnTo>
                  <a:lnTo>
                    <a:pt x="2417953" y="317514"/>
                  </a:lnTo>
                  <a:lnTo>
                    <a:pt x="2427697" y="279481"/>
                  </a:lnTo>
                  <a:lnTo>
                    <a:pt x="2437441" y="221922"/>
                  </a:lnTo>
                  <a:lnTo>
                    <a:pt x="2447200" y="260033"/>
                  </a:lnTo>
                  <a:lnTo>
                    <a:pt x="2456944" y="261319"/>
                  </a:lnTo>
                  <a:lnTo>
                    <a:pt x="2466703" y="276171"/>
                  </a:lnTo>
                  <a:lnTo>
                    <a:pt x="2476446" y="284661"/>
                  </a:lnTo>
                  <a:lnTo>
                    <a:pt x="2486190" y="254355"/>
                  </a:lnTo>
                  <a:lnTo>
                    <a:pt x="2495949" y="261903"/>
                  </a:lnTo>
                  <a:lnTo>
                    <a:pt x="2505693" y="306915"/>
                  </a:lnTo>
                  <a:lnTo>
                    <a:pt x="2515452" y="306033"/>
                  </a:lnTo>
                  <a:lnTo>
                    <a:pt x="2525196" y="271019"/>
                  </a:lnTo>
                  <a:lnTo>
                    <a:pt x="2534940" y="272020"/>
                  </a:lnTo>
                  <a:lnTo>
                    <a:pt x="2544699" y="255887"/>
                  </a:lnTo>
                  <a:lnTo>
                    <a:pt x="2554443" y="221050"/>
                  </a:lnTo>
                  <a:lnTo>
                    <a:pt x="2564202" y="231947"/>
                  </a:lnTo>
                  <a:lnTo>
                    <a:pt x="2573946" y="211637"/>
                  </a:lnTo>
                  <a:lnTo>
                    <a:pt x="2583690" y="245863"/>
                  </a:lnTo>
                  <a:lnTo>
                    <a:pt x="2593448" y="246146"/>
                  </a:lnTo>
                  <a:lnTo>
                    <a:pt x="2603192" y="238950"/>
                  </a:lnTo>
                  <a:lnTo>
                    <a:pt x="2612951" y="211430"/>
                  </a:lnTo>
                  <a:lnTo>
                    <a:pt x="2622695" y="214213"/>
                  </a:lnTo>
                  <a:lnTo>
                    <a:pt x="2632439" y="232706"/>
                  </a:lnTo>
                  <a:lnTo>
                    <a:pt x="2642198" y="264969"/>
                  </a:lnTo>
                  <a:lnTo>
                    <a:pt x="2651942" y="279188"/>
                  </a:lnTo>
                  <a:lnTo>
                    <a:pt x="2661685" y="243963"/>
                  </a:lnTo>
                  <a:lnTo>
                    <a:pt x="2671444" y="262717"/>
                  </a:lnTo>
                  <a:lnTo>
                    <a:pt x="2681188" y="240702"/>
                  </a:lnTo>
                  <a:lnTo>
                    <a:pt x="2690947" y="249933"/>
                  </a:lnTo>
                  <a:lnTo>
                    <a:pt x="2700691" y="232336"/>
                  </a:lnTo>
                  <a:lnTo>
                    <a:pt x="2710435" y="257882"/>
                  </a:lnTo>
                  <a:lnTo>
                    <a:pt x="2720194" y="269499"/>
                  </a:lnTo>
                  <a:lnTo>
                    <a:pt x="2729938" y="300875"/>
                  </a:lnTo>
                  <a:lnTo>
                    <a:pt x="2739697" y="321225"/>
                  </a:lnTo>
                  <a:lnTo>
                    <a:pt x="2749441" y="295724"/>
                  </a:lnTo>
                  <a:lnTo>
                    <a:pt x="2759185" y="316361"/>
                  </a:lnTo>
                  <a:lnTo>
                    <a:pt x="2768943" y="330275"/>
                  </a:lnTo>
                  <a:lnTo>
                    <a:pt x="2778687" y="355768"/>
                  </a:lnTo>
                  <a:lnTo>
                    <a:pt x="2788446" y="358557"/>
                  </a:lnTo>
                  <a:lnTo>
                    <a:pt x="2798190" y="353711"/>
                  </a:lnTo>
                  <a:lnTo>
                    <a:pt x="2807934" y="339300"/>
                  </a:lnTo>
                  <a:lnTo>
                    <a:pt x="2817693" y="358137"/>
                  </a:lnTo>
                  <a:lnTo>
                    <a:pt x="2827437" y="385507"/>
                  </a:lnTo>
                  <a:lnTo>
                    <a:pt x="2837196" y="338314"/>
                  </a:lnTo>
                  <a:lnTo>
                    <a:pt x="2846940" y="380379"/>
                  </a:lnTo>
                  <a:lnTo>
                    <a:pt x="2856684" y="419164"/>
                  </a:lnTo>
                  <a:lnTo>
                    <a:pt x="2866442" y="422376"/>
                  </a:lnTo>
                  <a:lnTo>
                    <a:pt x="2876186" y="417303"/>
                  </a:lnTo>
                  <a:lnTo>
                    <a:pt x="2885945" y="415101"/>
                  </a:lnTo>
                  <a:lnTo>
                    <a:pt x="2895689" y="403181"/>
                  </a:lnTo>
                  <a:lnTo>
                    <a:pt x="2905433" y="380086"/>
                  </a:lnTo>
                  <a:lnTo>
                    <a:pt x="2915192" y="415136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4" name="Freeform 1233">
              <a:extLst>
                <a:ext uri="{FF2B5EF4-FFF2-40B4-BE49-F238E27FC236}">
                  <a16:creationId xmlns:a16="http://schemas.microsoft.com/office/drawing/2014/main" id="{E713E90B-D6DE-048C-168F-E9A6A915B44A}"/>
                </a:ext>
              </a:extLst>
            </p:cNvPr>
            <p:cNvSpPr/>
            <p:nvPr/>
          </p:nvSpPr>
          <p:spPr>
            <a:xfrm>
              <a:off x="4426652" y="3165882"/>
              <a:ext cx="2915191" cy="425794"/>
            </a:xfrm>
            <a:custGeom>
              <a:avLst/>
              <a:gdLst>
                <a:gd name="connsiteX0" fmla="*/ 0 w 2915191"/>
                <a:gd name="connsiteY0" fmla="*/ 394647 h 425794"/>
                <a:gd name="connsiteX1" fmla="*/ 9750 w 2915191"/>
                <a:gd name="connsiteY1" fmla="*/ 353587 h 425794"/>
                <a:gd name="connsiteX2" fmla="*/ 19500 w 2915191"/>
                <a:gd name="connsiteY2" fmla="*/ 383437 h 425794"/>
                <a:gd name="connsiteX3" fmla="*/ 29250 w 2915191"/>
                <a:gd name="connsiteY3" fmla="*/ 392110 h 425794"/>
                <a:gd name="connsiteX4" fmla="*/ 39000 w 2915191"/>
                <a:gd name="connsiteY4" fmla="*/ 373862 h 425794"/>
                <a:gd name="connsiteX5" fmla="*/ 48749 w 2915191"/>
                <a:gd name="connsiteY5" fmla="*/ 359723 h 425794"/>
                <a:gd name="connsiteX6" fmla="*/ 58499 w 2915191"/>
                <a:gd name="connsiteY6" fmla="*/ 359651 h 425794"/>
                <a:gd name="connsiteX7" fmla="*/ 68249 w 2915191"/>
                <a:gd name="connsiteY7" fmla="*/ 375068 h 425794"/>
                <a:gd name="connsiteX8" fmla="*/ 77998 w 2915191"/>
                <a:gd name="connsiteY8" fmla="*/ 386313 h 425794"/>
                <a:gd name="connsiteX9" fmla="*/ 87748 w 2915191"/>
                <a:gd name="connsiteY9" fmla="*/ 365913 h 425794"/>
                <a:gd name="connsiteX10" fmla="*/ 97497 w 2915191"/>
                <a:gd name="connsiteY10" fmla="*/ 367077 h 425794"/>
                <a:gd name="connsiteX11" fmla="*/ 107247 w 2915191"/>
                <a:gd name="connsiteY11" fmla="*/ 380423 h 425794"/>
                <a:gd name="connsiteX12" fmla="*/ 116997 w 2915191"/>
                <a:gd name="connsiteY12" fmla="*/ 389713 h 425794"/>
                <a:gd name="connsiteX13" fmla="*/ 126747 w 2915191"/>
                <a:gd name="connsiteY13" fmla="*/ 378613 h 425794"/>
                <a:gd name="connsiteX14" fmla="*/ 136497 w 2915191"/>
                <a:gd name="connsiteY14" fmla="*/ 408579 h 425794"/>
                <a:gd name="connsiteX15" fmla="*/ 146247 w 2915191"/>
                <a:gd name="connsiteY15" fmla="*/ 421954 h 425794"/>
                <a:gd name="connsiteX16" fmla="*/ 155997 w 2915191"/>
                <a:gd name="connsiteY16" fmla="*/ 401449 h 425794"/>
                <a:gd name="connsiteX17" fmla="*/ 165747 w 2915191"/>
                <a:gd name="connsiteY17" fmla="*/ 397070 h 425794"/>
                <a:gd name="connsiteX18" fmla="*/ 175497 w 2915191"/>
                <a:gd name="connsiteY18" fmla="*/ 425795 h 425794"/>
                <a:gd name="connsiteX19" fmla="*/ 185247 w 2915191"/>
                <a:gd name="connsiteY19" fmla="*/ 408660 h 425794"/>
                <a:gd name="connsiteX20" fmla="*/ 194996 w 2915191"/>
                <a:gd name="connsiteY20" fmla="*/ 419643 h 425794"/>
                <a:gd name="connsiteX21" fmla="*/ 204746 w 2915191"/>
                <a:gd name="connsiteY21" fmla="*/ 398056 h 425794"/>
                <a:gd name="connsiteX22" fmla="*/ 214495 w 2915191"/>
                <a:gd name="connsiteY22" fmla="*/ 394330 h 425794"/>
                <a:gd name="connsiteX23" fmla="*/ 224245 w 2915191"/>
                <a:gd name="connsiteY23" fmla="*/ 397010 h 425794"/>
                <a:gd name="connsiteX24" fmla="*/ 233995 w 2915191"/>
                <a:gd name="connsiteY24" fmla="*/ 401328 h 425794"/>
                <a:gd name="connsiteX25" fmla="*/ 243744 w 2915191"/>
                <a:gd name="connsiteY25" fmla="*/ 392022 h 425794"/>
                <a:gd name="connsiteX26" fmla="*/ 253494 w 2915191"/>
                <a:gd name="connsiteY26" fmla="*/ 389988 h 425794"/>
                <a:gd name="connsiteX27" fmla="*/ 263244 w 2915191"/>
                <a:gd name="connsiteY27" fmla="*/ 365977 h 425794"/>
                <a:gd name="connsiteX28" fmla="*/ 272994 w 2915191"/>
                <a:gd name="connsiteY28" fmla="*/ 321127 h 425794"/>
                <a:gd name="connsiteX29" fmla="*/ 282744 w 2915191"/>
                <a:gd name="connsiteY29" fmla="*/ 317077 h 425794"/>
                <a:gd name="connsiteX30" fmla="*/ 292494 w 2915191"/>
                <a:gd name="connsiteY30" fmla="*/ 288331 h 425794"/>
                <a:gd name="connsiteX31" fmla="*/ 302244 w 2915191"/>
                <a:gd name="connsiteY31" fmla="*/ 272307 h 425794"/>
                <a:gd name="connsiteX32" fmla="*/ 311994 w 2915191"/>
                <a:gd name="connsiteY32" fmla="*/ 299921 h 425794"/>
                <a:gd name="connsiteX33" fmla="*/ 321744 w 2915191"/>
                <a:gd name="connsiteY33" fmla="*/ 273499 h 425794"/>
                <a:gd name="connsiteX34" fmla="*/ 331493 w 2915191"/>
                <a:gd name="connsiteY34" fmla="*/ 273082 h 425794"/>
                <a:gd name="connsiteX35" fmla="*/ 341243 w 2915191"/>
                <a:gd name="connsiteY35" fmla="*/ 269418 h 425794"/>
                <a:gd name="connsiteX36" fmla="*/ 350993 w 2915191"/>
                <a:gd name="connsiteY36" fmla="*/ 293842 h 425794"/>
                <a:gd name="connsiteX37" fmla="*/ 360742 w 2915191"/>
                <a:gd name="connsiteY37" fmla="*/ 302583 h 425794"/>
                <a:gd name="connsiteX38" fmla="*/ 370492 w 2915191"/>
                <a:gd name="connsiteY38" fmla="*/ 310976 h 425794"/>
                <a:gd name="connsiteX39" fmla="*/ 380241 w 2915191"/>
                <a:gd name="connsiteY39" fmla="*/ 337097 h 425794"/>
                <a:gd name="connsiteX40" fmla="*/ 389991 w 2915191"/>
                <a:gd name="connsiteY40" fmla="*/ 316310 h 425794"/>
                <a:gd name="connsiteX41" fmla="*/ 399741 w 2915191"/>
                <a:gd name="connsiteY41" fmla="*/ 297042 h 425794"/>
                <a:gd name="connsiteX42" fmla="*/ 409491 w 2915191"/>
                <a:gd name="connsiteY42" fmla="*/ 267769 h 425794"/>
                <a:gd name="connsiteX43" fmla="*/ 419241 w 2915191"/>
                <a:gd name="connsiteY43" fmla="*/ 292083 h 425794"/>
                <a:gd name="connsiteX44" fmla="*/ 428991 w 2915191"/>
                <a:gd name="connsiteY44" fmla="*/ 290463 h 425794"/>
                <a:gd name="connsiteX45" fmla="*/ 438741 w 2915191"/>
                <a:gd name="connsiteY45" fmla="*/ 267803 h 425794"/>
                <a:gd name="connsiteX46" fmla="*/ 448491 w 2915191"/>
                <a:gd name="connsiteY46" fmla="*/ 282881 h 425794"/>
                <a:gd name="connsiteX47" fmla="*/ 458241 w 2915191"/>
                <a:gd name="connsiteY47" fmla="*/ 291452 h 425794"/>
                <a:gd name="connsiteX48" fmla="*/ 467991 w 2915191"/>
                <a:gd name="connsiteY48" fmla="*/ 296394 h 425794"/>
                <a:gd name="connsiteX49" fmla="*/ 477740 w 2915191"/>
                <a:gd name="connsiteY49" fmla="*/ 311319 h 425794"/>
                <a:gd name="connsiteX50" fmla="*/ 487490 w 2915191"/>
                <a:gd name="connsiteY50" fmla="*/ 278247 h 425794"/>
                <a:gd name="connsiteX51" fmla="*/ 497239 w 2915191"/>
                <a:gd name="connsiteY51" fmla="*/ 217345 h 425794"/>
                <a:gd name="connsiteX52" fmla="*/ 506989 w 2915191"/>
                <a:gd name="connsiteY52" fmla="*/ 212664 h 425794"/>
                <a:gd name="connsiteX53" fmla="*/ 516738 w 2915191"/>
                <a:gd name="connsiteY53" fmla="*/ 190093 h 425794"/>
                <a:gd name="connsiteX54" fmla="*/ 526488 w 2915191"/>
                <a:gd name="connsiteY54" fmla="*/ 176279 h 425794"/>
                <a:gd name="connsiteX55" fmla="*/ 536238 w 2915191"/>
                <a:gd name="connsiteY55" fmla="*/ 159824 h 425794"/>
                <a:gd name="connsiteX56" fmla="*/ 545988 w 2915191"/>
                <a:gd name="connsiteY56" fmla="*/ 167325 h 425794"/>
                <a:gd name="connsiteX57" fmla="*/ 555738 w 2915191"/>
                <a:gd name="connsiteY57" fmla="*/ 133033 h 425794"/>
                <a:gd name="connsiteX58" fmla="*/ 565488 w 2915191"/>
                <a:gd name="connsiteY58" fmla="*/ 160270 h 425794"/>
                <a:gd name="connsiteX59" fmla="*/ 575238 w 2915191"/>
                <a:gd name="connsiteY59" fmla="*/ 165233 h 425794"/>
                <a:gd name="connsiteX60" fmla="*/ 584988 w 2915191"/>
                <a:gd name="connsiteY60" fmla="*/ 157253 h 425794"/>
                <a:gd name="connsiteX61" fmla="*/ 594738 w 2915191"/>
                <a:gd name="connsiteY61" fmla="*/ 171934 h 425794"/>
                <a:gd name="connsiteX62" fmla="*/ 604488 w 2915191"/>
                <a:gd name="connsiteY62" fmla="*/ 160386 h 425794"/>
                <a:gd name="connsiteX63" fmla="*/ 614237 w 2915191"/>
                <a:gd name="connsiteY63" fmla="*/ 135765 h 425794"/>
                <a:gd name="connsiteX64" fmla="*/ 623987 w 2915191"/>
                <a:gd name="connsiteY64" fmla="*/ 161952 h 425794"/>
                <a:gd name="connsiteX65" fmla="*/ 633736 w 2915191"/>
                <a:gd name="connsiteY65" fmla="*/ 152665 h 425794"/>
                <a:gd name="connsiteX66" fmla="*/ 643486 w 2915191"/>
                <a:gd name="connsiteY66" fmla="*/ 140371 h 425794"/>
                <a:gd name="connsiteX67" fmla="*/ 653236 w 2915191"/>
                <a:gd name="connsiteY67" fmla="*/ 137185 h 425794"/>
                <a:gd name="connsiteX68" fmla="*/ 662985 w 2915191"/>
                <a:gd name="connsiteY68" fmla="*/ 130584 h 425794"/>
                <a:gd name="connsiteX69" fmla="*/ 672735 w 2915191"/>
                <a:gd name="connsiteY69" fmla="*/ 127730 h 425794"/>
                <a:gd name="connsiteX70" fmla="*/ 682485 w 2915191"/>
                <a:gd name="connsiteY70" fmla="*/ 141369 h 425794"/>
                <a:gd name="connsiteX71" fmla="*/ 692235 w 2915191"/>
                <a:gd name="connsiteY71" fmla="*/ 153720 h 425794"/>
                <a:gd name="connsiteX72" fmla="*/ 701985 w 2915191"/>
                <a:gd name="connsiteY72" fmla="*/ 147542 h 425794"/>
                <a:gd name="connsiteX73" fmla="*/ 711735 w 2915191"/>
                <a:gd name="connsiteY73" fmla="*/ 149610 h 425794"/>
                <a:gd name="connsiteX74" fmla="*/ 721485 w 2915191"/>
                <a:gd name="connsiteY74" fmla="*/ 164160 h 425794"/>
                <a:gd name="connsiteX75" fmla="*/ 731235 w 2915191"/>
                <a:gd name="connsiteY75" fmla="*/ 144288 h 425794"/>
                <a:gd name="connsiteX76" fmla="*/ 740985 w 2915191"/>
                <a:gd name="connsiteY76" fmla="*/ 144949 h 425794"/>
                <a:gd name="connsiteX77" fmla="*/ 750734 w 2915191"/>
                <a:gd name="connsiteY77" fmla="*/ 155322 h 425794"/>
                <a:gd name="connsiteX78" fmla="*/ 760484 w 2915191"/>
                <a:gd name="connsiteY78" fmla="*/ 172572 h 425794"/>
                <a:gd name="connsiteX79" fmla="*/ 770233 w 2915191"/>
                <a:gd name="connsiteY79" fmla="*/ 185552 h 425794"/>
                <a:gd name="connsiteX80" fmla="*/ 779983 w 2915191"/>
                <a:gd name="connsiteY80" fmla="*/ 189275 h 425794"/>
                <a:gd name="connsiteX81" fmla="*/ 789733 w 2915191"/>
                <a:gd name="connsiteY81" fmla="*/ 209234 h 425794"/>
                <a:gd name="connsiteX82" fmla="*/ 799482 w 2915191"/>
                <a:gd name="connsiteY82" fmla="*/ 195358 h 425794"/>
                <a:gd name="connsiteX83" fmla="*/ 809232 w 2915191"/>
                <a:gd name="connsiteY83" fmla="*/ 190871 h 425794"/>
                <a:gd name="connsiteX84" fmla="*/ 818982 w 2915191"/>
                <a:gd name="connsiteY84" fmla="*/ 182638 h 425794"/>
                <a:gd name="connsiteX85" fmla="*/ 828732 w 2915191"/>
                <a:gd name="connsiteY85" fmla="*/ 176310 h 425794"/>
                <a:gd name="connsiteX86" fmla="*/ 838482 w 2915191"/>
                <a:gd name="connsiteY86" fmla="*/ 169056 h 425794"/>
                <a:gd name="connsiteX87" fmla="*/ 848232 w 2915191"/>
                <a:gd name="connsiteY87" fmla="*/ 152859 h 425794"/>
                <a:gd name="connsiteX88" fmla="*/ 857982 w 2915191"/>
                <a:gd name="connsiteY88" fmla="*/ 163570 h 425794"/>
                <a:gd name="connsiteX89" fmla="*/ 867732 w 2915191"/>
                <a:gd name="connsiteY89" fmla="*/ 161235 h 425794"/>
                <a:gd name="connsiteX90" fmla="*/ 877482 w 2915191"/>
                <a:gd name="connsiteY90" fmla="*/ 170340 h 425794"/>
                <a:gd name="connsiteX91" fmla="*/ 887231 w 2915191"/>
                <a:gd name="connsiteY91" fmla="*/ 173898 h 425794"/>
                <a:gd name="connsiteX92" fmla="*/ 896981 w 2915191"/>
                <a:gd name="connsiteY92" fmla="*/ 179375 h 425794"/>
                <a:gd name="connsiteX93" fmla="*/ 906730 w 2915191"/>
                <a:gd name="connsiteY93" fmla="*/ 198033 h 425794"/>
                <a:gd name="connsiteX94" fmla="*/ 916480 w 2915191"/>
                <a:gd name="connsiteY94" fmla="*/ 197818 h 425794"/>
                <a:gd name="connsiteX95" fmla="*/ 926230 w 2915191"/>
                <a:gd name="connsiteY95" fmla="*/ 188165 h 425794"/>
                <a:gd name="connsiteX96" fmla="*/ 935979 w 2915191"/>
                <a:gd name="connsiteY96" fmla="*/ 173855 h 425794"/>
                <a:gd name="connsiteX97" fmla="*/ 945729 w 2915191"/>
                <a:gd name="connsiteY97" fmla="*/ 195762 h 425794"/>
                <a:gd name="connsiteX98" fmla="*/ 955479 w 2915191"/>
                <a:gd name="connsiteY98" fmla="*/ 216993 h 425794"/>
                <a:gd name="connsiteX99" fmla="*/ 965229 w 2915191"/>
                <a:gd name="connsiteY99" fmla="*/ 238320 h 425794"/>
                <a:gd name="connsiteX100" fmla="*/ 974979 w 2915191"/>
                <a:gd name="connsiteY100" fmla="*/ 238178 h 425794"/>
                <a:gd name="connsiteX101" fmla="*/ 984729 w 2915191"/>
                <a:gd name="connsiteY101" fmla="*/ 253205 h 425794"/>
                <a:gd name="connsiteX102" fmla="*/ 994474 w 2915191"/>
                <a:gd name="connsiteY102" fmla="*/ 221643 h 425794"/>
                <a:gd name="connsiteX103" fmla="*/ 1004233 w 2915191"/>
                <a:gd name="connsiteY103" fmla="*/ 226178 h 425794"/>
                <a:gd name="connsiteX104" fmla="*/ 1013977 w 2915191"/>
                <a:gd name="connsiteY104" fmla="*/ 236328 h 425794"/>
                <a:gd name="connsiteX105" fmla="*/ 1023721 w 2915191"/>
                <a:gd name="connsiteY105" fmla="*/ 244798 h 425794"/>
                <a:gd name="connsiteX106" fmla="*/ 1033480 w 2915191"/>
                <a:gd name="connsiteY106" fmla="*/ 222889 h 425794"/>
                <a:gd name="connsiteX107" fmla="*/ 1043224 w 2915191"/>
                <a:gd name="connsiteY107" fmla="*/ 230443 h 425794"/>
                <a:gd name="connsiteX108" fmla="*/ 1052983 w 2915191"/>
                <a:gd name="connsiteY108" fmla="*/ 211682 h 425794"/>
                <a:gd name="connsiteX109" fmla="*/ 1062727 w 2915191"/>
                <a:gd name="connsiteY109" fmla="*/ 229754 h 425794"/>
                <a:gd name="connsiteX110" fmla="*/ 1072471 w 2915191"/>
                <a:gd name="connsiteY110" fmla="*/ 250169 h 425794"/>
                <a:gd name="connsiteX111" fmla="*/ 1082230 w 2915191"/>
                <a:gd name="connsiteY111" fmla="*/ 189767 h 425794"/>
                <a:gd name="connsiteX112" fmla="*/ 1091973 w 2915191"/>
                <a:gd name="connsiteY112" fmla="*/ 190917 h 425794"/>
                <a:gd name="connsiteX113" fmla="*/ 1101732 w 2915191"/>
                <a:gd name="connsiteY113" fmla="*/ 194968 h 425794"/>
                <a:gd name="connsiteX114" fmla="*/ 1111476 w 2915191"/>
                <a:gd name="connsiteY114" fmla="*/ 198872 h 425794"/>
                <a:gd name="connsiteX115" fmla="*/ 1121220 w 2915191"/>
                <a:gd name="connsiteY115" fmla="*/ 223272 h 425794"/>
                <a:gd name="connsiteX116" fmla="*/ 1130979 w 2915191"/>
                <a:gd name="connsiteY116" fmla="*/ 230623 h 425794"/>
                <a:gd name="connsiteX117" fmla="*/ 1140723 w 2915191"/>
                <a:gd name="connsiteY117" fmla="*/ 223026 h 425794"/>
                <a:gd name="connsiteX118" fmla="*/ 1150482 w 2915191"/>
                <a:gd name="connsiteY118" fmla="*/ 259512 h 425794"/>
                <a:gd name="connsiteX119" fmla="*/ 1160226 w 2915191"/>
                <a:gd name="connsiteY119" fmla="*/ 248129 h 425794"/>
                <a:gd name="connsiteX120" fmla="*/ 1169969 w 2915191"/>
                <a:gd name="connsiteY120" fmla="*/ 248138 h 425794"/>
                <a:gd name="connsiteX121" fmla="*/ 1179728 w 2915191"/>
                <a:gd name="connsiteY121" fmla="*/ 216838 h 425794"/>
                <a:gd name="connsiteX122" fmla="*/ 1189472 w 2915191"/>
                <a:gd name="connsiteY122" fmla="*/ 237551 h 425794"/>
                <a:gd name="connsiteX123" fmla="*/ 1199231 w 2915191"/>
                <a:gd name="connsiteY123" fmla="*/ 210573 h 425794"/>
                <a:gd name="connsiteX124" fmla="*/ 1208975 w 2915191"/>
                <a:gd name="connsiteY124" fmla="*/ 183487 h 425794"/>
                <a:gd name="connsiteX125" fmla="*/ 1218719 w 2915191"/>
                <a:gd name="connsiteY125" fmla="*/ 183557 h 425794"/>
                <a:gd name="connsiteX126" fmla="*/ 1228478 w 2915191"/>
                <a:gd name="connsiteY126" fmla="*/ 115592 h 425794"/>
                <a:gd name="connsiteX127" fmla="*/ 1238222 w 2915191"/>
                <a:gd name="connsiteY127" fmla="*/ 120129 h 425794"/>
                <a:gd name="connsiteX128" fmla="*/ 1247966 w 2915191"/>
                <a:gd name="connsiteY128" fmla="*/ 141668 h 425794"/>
                <a:gd name="connsiteX129" fmla="*/ 1257725 w 2915191"/>
                <a:gd name="connsiteY129" fmla="*/ 186470 h 425794"/>
                <a:gd name="connsiteX130" fmla="*/ 1267469 w 2915191"/>
                <a:gd name="connsiteY130" fmla="*/ 207960 h 425794"/>
                <a:gd name="connsiteX131" fmla="*/ 1277227 w 2915191"/>
                <a:gd name="connsiteY131" fmla="*/ 168050 h 425794"/>
                <a:gd name="connsiteX132" fmla="*/ 1286971 w 2915191"/>
                <a:gd name="connsiteY132" fmla="*/ 176264 h 425794"/>
                <a:gd name="connsiteX133" fmla="*/ 1296715 w 2915191"/>
                <a:gd name="connsiteY133" fmla="*/ 176088 h 425794"/>
                <a:gd name="connsiteX134" fmla="*/ 1306474 w 2915191"/>
                <a:gd name="connsiteY134" fmla="*/ 180389 h 425794"/>
                <a:gd name="connsiteX135" fmla="*/ 1316218 w 2915191"/>
                <a:gd name="connsiteY135" fmla="*/ 181255 h 425794"/>
                <a:gd name="connsiteX136" fmla="*/ 1325977 w 2915191"/>
                <a:gd name="connsiteY136" fmla="*/ 192991 h 425794"/>
                <a:gd name="connsiteX137" fmla="*/ 1335721 w 2915191"/>
                <a:gd name="connsiteY137" fmla="*/ 218610 h 425794"/>
                <a:gd name="connsiteX138" fmla="*/ 1345465 w 2915191"/>
                <a:gd name="connsiteY138" fmla="*/ 236226 h 425794"/>
                <a:gd name="connsiteX139" fmla="*/ 1355224 w 2915191"/>
                <a:gd name="connsiteY139" fmla="*/ 234205 h 425794"/>
                <a:gd name="connsiteX140" fmla="*/ 1364967 w 2915191"/>
                <a:gd name="connsiteY140" fmla="*/ 253818 h 425794"/>
                <a:gd name="connsiteX141" fmla="*/ 1374726 w 2915191"/>
                <a:gd name="connsiteY141" fmla="*/ 245887 h 425794"/>
                <a:gd name="connsiteX142" fmla="*/ 1384470 w 2915191"/>
                <a:gd name="connsiteY142" fmla="*/ 216522 h 425794"/>
                <a:gd name="connsiteX143" fmla="*/ 1394214 w 2915191"/>
                <a:gd name="connsiteY143" fmla="*/ 202002 h 425794"/>
                <a:gd name="connsiteX144" fmla="*/ 1403973 w 2915191"/>
                <a:gd name="connsiteY144" fmla="*/ 233951 h 425794"/>
                <a:gd name="connsiteX145" fmla="*/ 1413717 w 2915191"/>
                <a:gd name="connsiteY145" fmla="*/ 237855 h 425794"/>
                <a:gd name="connsiteX146" fmla="*/ 1423476 w 2915191"/>
                <a:gd name="connsiteY146" fmla="*/ 284439 h 425794"/>
                <a:gd name="connsiteX147" fmla="*/ 1433220 w 2915191"/>
                <a:gd name="connsiteY147" fmla="*/ 287293 h 425794"/>
                <a:gd name="connsiteX148" fmla="*/ 1442964 w 2915191"/>
                <a:gd name="connsiteY148" fmla="*/ 297551 h 425794"/>
                <a:gd name="connsiteX149" fmla="*/ 1452722 w 2915191"/>
                <a:gd name="connsiteY149" fmla="*/ 304054 h 425794"/>
                <a:gd name="connsiteX150" fmla="*/ 1462466 w 2915191"/>
                <a:gd name="connsiteY150" fmla="*/ 340087 h 425794"/>
                <a:gd name="connsiteX151" fmla="*/ 1472225 w 2915191"/>
                <a:gd name="connsiteY151" fmla="*/ 307823 h 425794"/>
                <a:gd name="connsiteX152" fmla="*/ 1481969 w 2915191"/>
                <a:gd name="connsiteY152" fmla="*/ 323117 h 425794"/>
                <a:gd name="connsiteX153" fmla="*/ 1491713 w 2915191"/>
                <a:gd name="connsiteY153" fmla="*/ 293352 h 425794"/>
                <a:gd name="connsiteX154" fmla="*/ 1501472 w 2915191"/>
                <a:gd name="connsiteY154" fmla="*/ 279310 h 425794"/>
                <a:gd name="connsiteX155" fmla="*/ 1511216 w 2915191"/>
                <a:gd name="connsiteY155" fmla="*/ 256835 h 425794"/>
                <a:gd name="connsiteX156" fmla="*/ 1520960 w 2915191"/>
                <a:gd name="connsiteY156" fmla="*/ 270186 h 425794"/>
                <a:gd name="connsiteX157" fmla="*/ 1530719 w 2915191"/>
                <a:gd name="connsiteY157" fmla="*/ 270102 h 425794"/>
                <a:gd name="connsiteX158" fmla="*/ 1540463 w 2915191"/>
                <a:gd name="connsiteY158" fmla="*/ 251486 h 425794"/>
                <a:gd name="connsiteX159" fmla="*/ 1550221 w 2915191"/>
                <a:gd name="connsiteY159" fmla="*/ 257553 h 425794"/>
                <a:gd name="connsiteX160" fmla="*/ 1559965 w 2915191"/>
                <a:gd name="connsiteY160" fmla="*/ 251356 h 425794"/>
                <a:gd name="connsiteX161" fmla="*/ 1569709 w 2915191"/>
                <a:gd name="connsiteY161" fmla="*/ 251890 h 425794"/>
                <a:gd name="connsiteX162" fmla="*/ 1579468 w 2915191"/>
                <a:gd name="connsiteY162" fmla="*/ 283695 h 425794"/>
                <a:gd name="connsiteX163" fmla="*/ 1589212 w 2915191"/>
                <a:gd name="connsiteY163" fmla="*/ 261639 h 425794"/>
                <a:gd name="connsiteX164" fmla="*/ 1598971 w 2915191"/>
                <a:gd name="connsiteY164" fmla="*/ 289153 h 425794"/>
                <a:gd name="connsiteX165" fmla="*/ 1608715 w 2915191"/>
                <a:gd name="connsiteY165" fmla="*/ 262274 h 425794"/>
                <a:gd name="connsiteX166" fmla="*/ 1618459 w 2915191"/>
                <a:gd name="connsiteY166" fmla="*/ 273343 h 425794"/>
                <a:gd name="connsiteX167" fmla="*/ 1628218 w 2915191"/>
                <a:gd name="connsiteY167" fmla="*/ 292799 h 425794"/>
                <a:gd name="connsiteX168" fmla="*/ 1637962 w 2915191"/>
                <a:gd name="connsiteY168" fmla="*/ 268579 h 425794"/>
                <a:gd name="connsiteX169" fmla="*/ 1647720 w 2915191"/>
                <a:gd name="connsiteY169" fmla="*/ 284462 h 425794"/>
                <a:gd name="connsiteX170" fmla="*/ 1657464 w 2915191"/>
                <a:gd name="connsiteY170" fmla="*/ 270284 h 425794"/>
                <a:gd name="connsiteX171" fmla="*/ 1667208 w 2915191"/>
                <a:gd name="connsiteY171" fmla="*/ 243916 h 425794"/>
                <a:gd name="connsiteX172" fmla="*/ 1676967 w 2915191"/>
                <a:gd name="connsiteY172" fmla="*/ 241575 h 425794"/>
                <a:gd name="connsiteX173" fmla="*/ 1686711 w 2915191"/>
                <a:gd name="connsiteY173" fmla="*/ 261841 h 425794"/>
                <a:gd name="connsiteX174" fmla="*/ 1696470 w 2915191"/>
                <a:gd name="connsiteY174" fmla="*/ 242779 h 425794"/>
                <a:gd name="connsiteX175" fmla="*/ 1706214 w 2915191"/>
                <a:gd name="connsiteY175" fmla="*/ 240146 h 425794"/>
                <a:gd name="connsiteX176" fmla="*/ 1715958 w 2915191"/>
                <a:gd name="connsiteY176" fmla="*/ 225031 h 425794"/>
                <a:gd name="connsiteX177" fmla="*/ 1725716 w 2915191"/>
                <a:gd name="connsiteY177" fmla="*/ 240744 h 425794"/>
                <a:gd name="connsiteX178" fmla="*/ 1735460 w 2915191"/>
                <a:gd name="connsiteY178" fmla="*/ 232677 h 425794"/>
                <a:gd name="connsiteX179" fmla="*/ 1745219 w 2915191"/>
                <a:gd name="connsiteY179" fmla="*/ 209399 h 425794"/>
                <a:gd name="connsiteX180" fmla="*/ 1754963 w 2915191"/>
                <a:gd name="connsiteY180" fmla="*/ 220751 h 425794"/>
                <a:gd name="connsiteX181" fmla="*/ 1764707 w 2915191"/>
                <a:gd name="connsiteY181" fmla="*/ 233331 h 425794"/>
                <a:gd name="connsiteX182" fmla="*/ 1774466 w 2915191"/>
                <a:gd name="connsiteY182" fmla="*/ 214139 h 425794"/>
                <a:gd name="connsiteX183" fmla="*/ 1784210 w 2915191"/>
                <a:gd name="connsiteY183" fmla="*/ 215836 h 425794"/>
                <a:gd name="connsiteX184" fmla="*/ 1793969 w 2915191"/>
                <a:gd name="connsiteY184" fmla="*/ 208706 h 425794"/>
                <a:gd name="connsiteX185" fmla="*/ 1803713 w 2915191"/>
                <a:gd name="connsiteY185" fmla="*/ 203294 h 425794"/>
                <a:gd name="connsiteX186" fmla="*/ 1813457 w 2915191"/>
                <a:gd name="connsiteY186" fmla="*/ 238987 h 425794"/>
                <a:gd name="connsiteX187" fmla="*/ 1823215 w 2915191"/>
                <a:gd name="connsiteY187" fmla="*/ 224940 h 425794"/>
                <a:gd name="connsiteX188" fmla="*/ 1832959 w 2915191"/>
                <a:gd name="connsiteY188" fmla="*/ 239526 h 425794"/>
                <a:gd name="connsiteX189" fmla="*/ 1842703 w 2915191"/>
                <a:gd name="connsiteY189" fmla="*/ 213145 h 425794"/>
                <a:gd name="connsiteX190" fmla="*/ 1852462 w 2915191"/>
                <a:gd name="connsiteY190" fmla="*/ 204518 h 425794"/>
                <a:gd name="connsiteX191" fmla="*/ 1862206 w 2915191"/>
                <a:gd name="connsiteY191" fmla="*/ 194320 h 425794"/>
                <a:gd name="connsiteX192" fmla="*/ 1871965 w 2915191"/>
                <a:gd name="connsiteY192" fmla="*/ 173013 h 425794"/>
                <a:gd name="connsiteX193" fmla="*/ 1881709 w 2915191"/>
                <a:gd name="connsiteY193" fmla="*/ 202300 h 425794"/>
                <a:gd name="connsiteX194" fmla="*/ 1891453 w 2915191"/>
                <a:gd name="connsiteY194" fmla="*/ 187405 h 425794"/>
                <a:gd name="connsiteX195" fmla="*/ 1901212 w 2915191"/>
                <a:gd name="connsiteY195" fmla="*/ 142641 h 425794"/>
                <a:gd name="connsiteX196" fmla="*/ 1910956 w 2915191"/>
                <a:gd name="connsiteY196" fmla="*/ 162135 h 425794"/>
                <a:gd name="connsiteX197" fmla="*/ 1920714 w 2915191"/>
                <a:gd name="connsiteY197" fmla="*/ 156603 h 425794"/>
                <a:gd name="connsiteX198" fmla="*/ 1930458 w 2915191"/>
                <a:gd name="connsiteY198" fmla="*/ 125446 h 425794"/>
                <a:gd name="connsiteX199" fmla="*/ 1940202 w 2915191"/>
                <a:gd name="connsiteY199" fmla="*/ 152530 h 425794"/>
                <a:gd name="connsiteX200" fmla="*/ 1949961 w 2915191"/>
                <a:gd name="connsiteY200" fmla="*/ 182445 h 425794"/>
                <a:gd name="connsiteX201" fmla="*/ 1959705 w 2915191"/>
                <a:gd name="connsiteY201" fmla="*/ 149769 h 425794"/>
                <a:gd name="connsiteX202" fmla="*/ 1969464 w 2915191"/>
                <a:gd name="connsiteY202" fmla="*/ 157631 h 425794"/>
                <a:gd name="connsiteX203" fmla="*/ 1979208 w 2915191"/>
                <a:gd name="connsiteY203" fmla="*/ 122008 h 425794"/>
                <a:gd name="connsiteX204" fmla="*/ 1988952 w 2915191"/>
                <a:gd name="connsiteY204" fmla="*/ 111963 h 425794"/>
                <a:gd name="connsiteX205" fmla="*/ 1998711 w 2915191"/>
                <a:gd name="connsiteY205" fmla="*/ 133163 h 425794"/>
                <a:gd name="connsiteX206" fmla="*/ 2008454 w 2915191"/>
                <a:gd name="connsiteY206" fmla="*/ 110047 h 425794"/>
                <a:gd name="connsiteX207" fmla="*/ 2018213 w 2915191"/>
                <a:gd name="connsiteY207" fmla="*/ 103838 h 425794"/>
                <a:gd name="connsiteX208" fmla="*/ 2027957 w 2915191"/>
                <a:gd name="connsiteY208" fmla="*/ 96009 h 425794"/>
                <a:gd name="connsiteX209" fmla="*/ 2037701 w 2915191"/>
                <a:gd name="connsiteY209" fmla="*/ 120513 h 425794"/>
                <a:gd name="connsiteX210" fmla="*/ 2047460 w 2915191"/>
                <a:gd name="connsiteY210" fmla="*/ 127000 h 425794"/>
                <a:gd name="connsiteX211" fmla="*/ 2057204 w 2915191"/>
                <a:gd name="connsiteY211" fmla="*/ 153969 h 425794"/>
                <a:gd name="connsiteX212" fmla="*/ 2066963 w 2915191"/>
                <a:gd name="connsiteY212" fmla="*/ 211999 h 425794"/>
                <a:gd name="connsiteX213" fmla="*/ 2076707 w 2915191"/>
                <a:gd name="connsiteY213" fmla="*/ 207127 h 425794"/>
                <a:gd name="connsiteX214" fmla="*/ 2086451 w 2915191"/>
                <a:gd name="connsiteY214" fmla="*/ 205080 h 425794"/>
                <a:gd name="connsiteX215" fmla="*/ 2096210 w 2915191"/>
                <a:gd name="connsiteY215" fmla="*/ 236269 h 425794"/>
                <a:gd name="connsiteX216" fmla="*/ 2105954 w 2915191"/>
                <a:gd name="connsiteY216" fmla="*/ 250497 h 425794"/>
                <a:gd name="connsiteX217" fmla="*/ 2115697 w 2915191"/>
                <a:gd name="connsiteY217" fmla="*/ 220545 h 425794"/>
                <a:gd name="connsiteX218" fmla="*/ 2125456 w 2915191"/>
                <a:gd name="connsiteY218" fmla="*/ 222409 h 425794"/>
                <a:gd name="connsiteX219" fmla="*/ 2135200 w 2915191"/>
                <a:gd name="connsiteY219" fmla="*/ 237123 h 425794"/>
                <a:gd name="connsiteX220" fmla="*/ 2144959 w 2915191"/>
                <a:gd name="connsiteY220" fmla="*/ 223515 h 425794"/>
                <a:gd name="connsiteX221" fmla="*/ 2154703 w 2915191"/>
                <a:gd name="connsiteY221" fmla="*/ 201848 h 425794"/>
                <a:gd name="connsiteX222" fmla="*/ 2164447 w 2915191"/>
                <a:gd name="connsiteY222" fmla="*/ 197493 h 425794"/>
                <a:gd name="connsiteX223" fmla="*/ 2174206 w 2915191"/>
                <a:gd name="connsiteY223" fmla="*/ 192869 h 425794"/>
                <a:gd name="connsiteX224" fmla="*/ 2183950 w 2915191"/>
                <a:gd name="connsiteY224" fmla="*/ 199204 h 425794"/>
                <a:gd name="connsiteX225" fmla="*/ 2193709 w 2915191"/>
                <a:gd name="connsiteY225" fmla="*/ 234793 h 425794"/>
                <a:gd name="connsiteX226" fmla="*/ 2203452 w 2915191"/>
                <a:gd name="connsiteY226" fmla="*/ 258196 h 425794"/>
                <a:gd name="connsiteX227" fmla="*/ 2213196 w 2915191"/>
                <a:gd name="connsiteY227" fmla="*/ 257763 h 425794"/>
                <a:gd name="connsiteX228" fmla="*/ 2222955 w 2915191"/>
                <a:gd name="connsiteY228" fmla="*/ 254333 h 425794"/>
                <a:gd name="connsiteX229" fmla="*/ 2232699 w 2915191"/>
                <a:gd name="connsiteY229" fmla="*/ 245501 h 425794"/>
                <a:gd name="connsiteX230" fmla="*/ 2242458 w 2915191"/>
                <a:gd name="connsiteY230" fmla="*/ 241267 h 425794"/>
                <a:gd name="connsiteX231" fmla="*/ 2252202 w 2915191"/>
                <a:gd name="connsiteY231" fmla="*/ 213306 h 425794"/>
                <a:gd name="connsiteX232" fmla="*/ 2261946 w 2915191"/>
                <a:gd name="connsiteY232" fmla="*/ 225801 h 425794"/>
                <a:gd name="connsiteX233" fmla="*/ 2271705 w 2915191"/>
                <a:gd name="connsiteY233" fmla="*/ 217311 h 425794"/>
                <a:gd name="connsiteX234" fmla="*/ 2281449 w 2915191"/>
                <a:gd name="connsiteY234" fmla="*/ 247719 h 425794"/>
                <a:gd name="connsiteX235" fmla="*/ 2291208 w 2915191"/>
                <a:gd name="connsiteY235" fmla="*/ 237350 h 425794"/>
                <a:gd name="connsiteX236" fmla="*/ 2300951 w 2915191"/>
                <a:gd name="connsiteY236" fmla="*/ 209858 h 425794"/>
                <a:gd name="connsiteX237" fmla="*/ 2310695 w 2915191"/>
                <a:gd name="connsiteY237" fmla="*/ 206224 h 425794"/>
                <a:gd name="connsiteX238" fmla="*/ 2320454 w 2915191"/>
                <a:gd name="connsiteY238" fmla="*/ 221260 h 425794"/>
                <a:gd name="connsiteX239" fmla="*/ 2330198 w 2915191"/>
                <a:gd name="connsiteY239" fmla="*/ 202397 h 425794"/>
                <a:gd name="connsiteX240" fmla="*/ 2339957 w 2915191"/>
                <a:gd name="connsiteY240" fmla="*/ 174957 h 425794"/>
                <a:gd name="connsiteX241" fmla="*/ 2349701 w 2915191"/>
                <a:gd name="connsiteY241" fmla="*/ 190865 h 425794"/>
                <a:gd name="connsiteX242" fmla="*/ 2359445 w 2915191"/>
                <a:gd name="connsiteY242" fmla="*/ 188137 h 425794"/>
                <a:gd name="connsiteX243" fmla="*/ 2369204 w 2915191"/>
                <a:gd name="connsiteY243" fmla="*/ 149376 h 425794"/>
                <a:gd name="connsiteX244" fmla="*/ 2378948 w 2915191"/>
                <a:gd name="connsiteY244" fmla="*/ 159218 h 425794"/>
                <a:gd name="connsiteX245" fmla="*/ 2388692 w 2915191"/>
                <a:gd name="connsiteY245" fmla="*/ 159844 h 425794"/>
                <a:gd name="connsiteX246" fmla="*/ 2398450 w 2915191"/>
                <a:gd name="connsiteY246" fmla="*/ 144939 h 425794"/>
                <a:gd name="connsiteX247" fmla="*/ 2408194 w 2915191"/>
                <a:gd name="connsiteY247" fmla="*/ 131752 h 425794"/>
                <a:gd name="connsiteX248" fmla="*/ 2417953 w 2915191"/>
                <a:gd name="connsiteY248" fmla="*/ 128253 h 425794"/>
                <a:gd name="connsiteX249" fmla="*/ 2427697 w 2915191"/>
                <a:gd name="connsiteY249" fmla="*/ 125278 h 425794"/>
                <a:gd name="connsiteX250" fmla="*/ 2437441 w 2915191"/>
                <a:gd name="connsiteY250" fmla="*/ 109795 h 425794"/>
                <a:gd name="connsiteX251" fmla="*/ 2447200 w 2915191"/>
                <a:gd name="connsiteY251" fmla="*/ 141314 h 425794"/>
                <a:gd name="connsiteX252" fmla="*/ 2456944 w 2915191"/>
                <a:gd name="connsiteY252" fmla="*/ 102217 h 425794"/>
                <a:gd name="connsiteX253" fmla="*/ 2466703 w 2915191"/>
                <a:gd name="connsiteY253" fmla="*/ 97250 h 425794"/>
                <a:gd name="connsiteX254" fmla="*/ 2476446 w 2915191"/>
                <a:gd name="connsiteY254" fmla="*/ 101788 h 425794"/>
                <a:gd name="connsiteX255" fmla="*/ 2486190 w 2915191"/>
                <a:gd name="connsiteY255" fmla="*/ 102588 h 425794"/>
                <a:gd name="connsiteX256" fmla="*/ 2495949 w 2915191"/>
                <a:gd name="connsiteY256" fmla="*/ 106951 h 425794"/>
                <a:gd name="connsiteX257" fmla="*/ 2505693 w 2915191"/>
                <a:gd name="connsiteY257" fmla="*/ 119073 h 425794"/>
                <a:gd name="connsiteX258" fmla="*/ 2515452 w 2915191"/>
                <a:gd name="connsiteY258" fmla="*/ 124047 h 425794"/>
                <a:gd name="connsiteX259" fmla="*/ 2525196 w 2915191"/>
                <a:gd name="connsiteY259" fmla="*/ 140386 h 425794"/>
                <a:gd name="connsiteX260" fmla="*/ 2534940 w 2915191"/>
                <a:gd name="connsiteY260" fmla="*/ 138407 h 425794"/>
                <a:gd name="connsiteX261" fmla="*/ 2544699 w 2915191"/>
                <a:gd name="connsiteY261" fmla="*/ 138984 h 425794"/>
                <a:gd name="connsiteX262" fmla="*/ 2554443 w 2915191"/>
                <a:gd name="connsiteY262" fmla="*/ 165715 h 425794"/>
                <a:gd name="connsiteX263" fmla="*/ 2564202 w 2915191"/>
                <a:gd name="connsiteY263" fmla="*/ 196671 h 425794"/>
                <a:gd name="connsiteX264" fmla="*/ 2573946 w 2915191"/>
                <a:gd name="connsiteY264" fmla="*/ 189070 h 425794"/>
                <a:gd name="connsiteX265" fmla="*/ 2583690 w 2915191"/>
                <a:gd name="connsiteY265" fmla="*/ 214370 h 425794"/>
                <a:gd name="connsiteX266" fmla="*/ 2593448 w 2915191"/>
                <a:gd name="connsiteY266" fmla="*/ 217443 h 425794"/>
                <a:gd name="connsiteX267" fmla="*/ 2603192 w 2915191"/>
                <a:gd name="connsiteY267" fmla="*/ 178928 h 425794"/>
                <a:gd name="connsiteX268" fmla="*/ 2612951 w 2915191"/>
                <a:gd name="connsiteY268" fmla="*/ 179816 h 425794"/>
                <a:gd name="connsiteX269" fmla="*/ 2622695 w 2915191"/>
                <a:gd name="connsiteY269" fmla="*/ 201397 h 425794"/>
                <a:gd name="connsiteX270" fmla="*/ 2632439 w 2915191"/>
                <a:gd name="connsiteY270" fmla="*/ 208179 h 425794"/>
                <a:gd name="connsiteX271" fmla="*/ 2642198 w 2915191"/>
                <a:gd name="connsiteY271" fmla="*/ 202187 h 425794"/>
                <a:gd name="connsiteX272" fmla="*/ 2651942 w 2915191"/>
                <a:gd name="connsiteY272" fmla="*/ 208014 h 425794"/>
                <a:gd name="connsiteX273" fmla="*/ 2661685 w 2915191"/>
                <a:gd name="connsiteY273" fmla="*/ 209790 h 425794"/>
                <a:gd name="connsiteX274" fmla="*/ 2671444 w 2915191"/>
                <a:gd name="connsiteY274" fmla="*/ 182821 h 425794"/>
                <a:gd name="connsiteX275" fmla="*/ 2681188 w 2915191"/>
                <a:gd name="connsiteY275" fmla="*/ 159436 h 425794"/>
                <a:gd name="connsiteX276" fmla="*/ 2690947 w 2915191"/>
                <a:gd name="connsiteY276" fmla="*/ 170356 h 425794"/>
                <a:gd name="connsiteX277" fmla="*/ 2700691 w 2915191"/>
                <a:gd name="connsiteY277" fmla="*/ 197526 h 425794"/>
                <a:gd name="connsiteX278" fmla="*/ 2710435 w 2915191"/>
                <a:gd name="connsiteY278" fmla="*/ 203404 h 425794"/>
                <a:gd name="connsiteX279" fmla="*/ 2720194 w 2915191"/>
                <a:gd name="connsiteY279" fmla="*/ 196687 h 425794"/>
                <a:gd name="connsiteX280" fmla="*/ 2729938 w 2915191"/>
                <a:gd name="connsiteY280" fmla="*/ 203934 h 425794"/>
                <a:gd name="connsiteX281" fmla="*/ 2739697 w 2915191"/>
                <a:gd name="connsiteY281" fmla="*/ 187468 h 425794"/>
                <a:gd name="connsiteX282" fmla="*/ 2749441 w 2915191"/>
                <a:gd name="connsiteY282" fmla="*/ 182499 h 425794"/>
                <a:gd name="connsiteX283" fmla="*/ 2759185 w 2915191"/>
                <a:gd name="connsiteY283" fmla="*/ 145947 h 425794"/>
                <a:gd name="connsiteX284" fmla="*/ 2768943 w 2915191"/>
                <a:gd name="connsiteY284" fmla="*/ 123091 h 425794"/>
                <a:gd name="connsiteX285" fmla="*/ 2778687 w 2915191"/>
                <a:gd name="connsiteY285" fmla="*/ 106487 h 425794"/>
                <a:gd name="connsiteX286" fmla="*/ 2788446 w 2915191"/>
                <a:gd name="connsiteY286" fmla="*/ 119369 h 425794"/>
                <a:gd name="connsiteX287" fmla="*/ 2798190 w 2915191"/>
                <a:gd name="connsiteY287" fmla="*/ 92573 h 425794"/>
                <a:gd name="connsiteX288" fmla="*/ 2807934 w 2915191"/>
                <a:gd name="connsiteY288" fmla="*/ 56005 h 425794"/>
                <a:gd name="connsiteX289" fmla="*/ 2817693 w 2915191"/>
                <a:gd name="connsiteY289" fmla="*/ 62972 h 425794"/>
                <a:gd name="connsiteX290" fmla="*/ 2827437 w 2915191"/>
                <a:gd name="connsiteY290" fmla="*/ 83719 h 425794"/>
                <a:gd name="connsiteX291" fmla="*/ 2837196 w 2915191"/>
                <a:gd name="connsiteY291" fmla="*/ 38070 h 425794"/>
                <a:gd name="connsiteX292" fmla="*/ 2846940 w 2915191"/>
                <a:gd name="connsiteY292" fmla="*/ 55573 h 425794"/>
                <a:gd name="connsiteX293" fmla="*/ 2856684 w 2915191"/>
                <a:gd name="connsiteY293" fmla="*/ 72786 h 425794"/>
                <a:gd name="connsiteX294" fmla="*/ 2866442 w 2915191"/>
                <a:gd name="connsiteY294" fmla="*/ 46918 h 425794"/>
                <a:gd name="connsiteX295" fmla="*/ 2876186 w 2915191"/>
                <a:gd name="connsiteY295" fmla="*/ 25562 h 425794"/>
                <a:gd name="connsiteX296" fmla="*/ 2885945 w 2915191"/>
                <a:gd name="connsiteY296" fmla="*/ 22965 h 425794"/>
                <a:gd name="connsiteX297" fmla="*/ 2895689 w 2915191"/>
                <a:gd name="connsiteY297" fmla="*/ 3005 h 425794"/>
                <a:gd name="connsiteX298" fmla="*/ 2905433 w 2915191"/>
                <a:gd name="connsiteY298" fmla="*/ 0 h 425794"/>
                <a:gd name="connsiteX299" fmla="*/ 2915192 w 2915191"/>
                <a:gd name="connsiteY299" fmla="*/ 26875 h 425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25794">
                  <a:moveTo>
                    <a:pt x="0" y="394647"/>
                  </a:moveTo>
                  <a:lnTo>
                    <a:pt x="9750" y="353587"/>
                  </a:lnTo>
                  <a:lnTo>
                    <a:pt x="19500" y="383437"/>
                  </a:lnTo>
                  <a:lnTo>
                    <a:pt x="29250" y="392110"/>
                  </a:lnTo>
                  <a:lnTo>
                    <a:pt x="39000" y="373862"/>
                  </a:lnTo>
                  <a:lnTo>
                    <a:pt x="48749" y="359723"/>
                  </a:lnTo>
                  <a:lnTo>
                    <a:pt x="58499" y="359651"/>
                  </a:lnTo>
                  <a:lnTo>
                    <a:pt x="68249" y="375068"/>
                  </a:lnTo>
                  <a:lnTo>
                    <a:pt x="77998" y="386313"/>
                  </a:lnTo>
                  <a:lnTo>
                    <a:pt x="87748" y="365913"/>
                  </a:lnTo>
                  <a:lnTo>
                    <a:pt x="97497" y="367077"/>
                  </a:lnTo>
                  <a:lnTo>
                    <a:pt x="107247" y="380423"/>
                  </a:lnTo>
                  <a:lnTo>
                    <a:pt x="116997" y="389713"/>
                  </a:lnTo>
                  <a:lnTo>
                    <a:pt x="126747" y="378613"/>
                  </a:lnTo>
                  <a:lnTo>
                    <a:pt x="136497" y="408579"/>
                  </a:lnTo>
                  <a:lnTo>
                    <a:pt x="146247" y="421954"/>
                  </a:lnTo>
                  <a:lnTo>
                    <a:pt x="155997" y="401449"/>
                  </a:lnTo>
                  <a:lnTo>
                    <a:pt x="165747" y="397070"/>
                  </a:lnTo>
                  <a:lnTo>
                    <a:pt x="175497" y="425795"/>
                  </a:lnTo>
                  <a:lnTo>
                    <a:pt x="185247" y="408660"/>
                  </a:lnTo>
                  <a:lnTo>
                    <a:pt x="194996" y="419643"/>
                  </a:lnTo>
                  <a:lnTo>
                    <a:pt x="204746" y="398056"/>
                  </a:lnTo>
                  <a:lnTo>
                    <a:pt x="214495" y="394330"/>
                  </a:lnTo>
                  <a:lnTo>
                    <a:pt x="224245" y="397010"/>
                  </a:lnTo>
                  <a:lnTo>
                    <a:pt x="233995" y="401328"/>
                  </a:lnTo>
                  <a:lnTo>
                    <a:pt x="243744" y="392022"/>
                  </a:lnTo>
                  <a:lnTo>
                    <a:pt x="253494" y="389988"/>
                  </a:lnTo>
                  <a:lnTo>
                    <a:pt x="263244" y="365977"/>
                  </a:lnTo>
                  <a:lnTo>
                    <a:pt x="272994" y="321127"/>
                  </a:lnTo>
                  <a:lnTo>
                    <a:pt x="282744" y="317077"/>
                  </a:lnTo>
                  <a:lnTo>
                    <a:pt x="292494" y="288331"/>
                  </a:lnTo>
                  <a:lnTo>
                    <a:pt x="302244" y="272307"/>
                  </a:lnTo>
                  <a:lnTo>
                    <a:pt x="311994" y="299921"/>
                  </a:lnTo>
                  <a:lnTo>
                    <a:pt x="321744" y="273499"/>
                  </a:lnTo>
                  <a:lnTo>
                    <a:pt x="331493" y="273082"/>
                  </a:lnTo>
                  <a:lnTo>
                    <a:pt x="341243" y="269418"/>
                  </a:lnTo>
                  <a:lnTo>
                    <a:pt x="350993" y="293842"/>
                  </a:lnTo>
                  <a:lnTo>
                    <a:pt x="360742" y="302583"/>
                  </a:lnTo>
                  <a:lnTo>
                    <a:pt x="370492" y="310976"/>
                  </a:lnTo>
                  <a:lnTo>
                    <a:pt x="380241" y="337097"/>
                  </a:lnTo>
                  <a:lnTo>
                    <a:pt x="389991" y="316310"/>
                  </a:lnTo>
                  <a:lnTo>
                    <a:pt x="399741" y="297042"/>
                  </a:lnTo>
                  <a:lnTo>
                    <a:pt x="409491" y="267769"/>
                  </a:lnTo>
                  <a:lnTo>
                    <a:pt x="419241" y="292083"/>
                  </a:lnTo>
                  <a:lnTo>
                    <a:pt x="428991" y="290463"/>
                  </a:lnTo>
                  <a:lnTo>
                    <a:pt x="438741" y="267803"/>
                  </a:lnTo>
                  <a:lnTo>
                    <a:pt x="448491" y="282881"/>
                  </a:lnTo>
                  <a:lnTo>
                    <a:pt x="458241" y="291452"/>
                  </a:lnTo>
                  <a:lnTo>
                    <a:pt x="467991" y="296394"/>
                  </a:lnTo>
                  <a:lnTo>
                    <a:pt x="477740" y="311319"/>
                  </a:lnTo>
                  <a:lnTo>
                    <a:pt x="487490" y="278247"/>
                  </a:lnTo>
                  <a:lnTo>
                    <a:pt x="497239" y="217345"/>
                  </a:lnTo>
                  <a:lnTo>
                    <a:pt x="506989" y="212664"/>
                  </a:lnTo>
                  <a:lnTo>
                    <a:pt x="516738" y="190093"/>
                  </a:lnTo>
                  <a:lnTo>
                    <a:pt x="526488" y="176279"/>
                  </a:lnTo>
                  <a:lnTo>
                    <a:pt x="536238" y="159824"/>
                  </a:lnTo>
                  <a:lnTo>
                    <a:pt x="545988" y="167325"/>
                  </a:lnTo>
                  <a:lnTo>
                    <a:pt x="555738" y="133033"/>
                  </a:lnTo>
                  <a:lnTo>
                    <a:pt x="565488" y="160270"/>
                  </a:lnTo>
                  <a:lnTo>
                    <a:pt x="575238" y="165233"/>
                  </a:lnTo>
                  <a:lnTo>
                    <a:pt x="584988" y="157253"/>
                  </a:lnTo>
                  <a:lnTo>
                    <a:pt x="594738" y="171934"/>
                  </a:lnTo>
                  <a:lnTo>
                    <a:pt x="604488" y="160386"/>
                  </a:lnTo>
                  <a:lnTo>
                    <a:pt x="614237" y="135765"/>
                  </a:lnTo>
                  <a:lnTo>
                    <a:pt x="623987" y="161952"/>
                  </a:lnTo>
                  <a:lnTo>
                    <a:pt x="633736" y="152665"/>
                  </a:lnTo>
                  <a:lnTo>
                    <a:pt x="643486" y="140371"/>
                  </a:lnTo>
                  <a:lnTo>
                    <a:pt x="653236" y="137185"/>
                  </a:lnTo>
                  <a:lnTo>
                    <a:pt x="662985" y="130584"/>
                  </a:lnTo>
                  <a:lnTo>
                    <a:pt x="672735" y="127730"/>
                  </a:lnTo>
                  <a:lnTo>
                    <a:pt x="682485" y="141369"/>
                  </a:lnTo>
                  <a:lnTo>
                    <a:pt x="692235" y="153720"/>
                  </a:lnTo>
                  <a:lnTo>
                    <a:pt x="701985" y="147542"/>
                  </a:lnTo>
                  <a:lnTo>
                    <a:pt x="711735" y="149610"/>
                  </a:lnTo>
                  <a:lnTo>
                    <a:pt x="721485" y="164160"/>
                  </a:lnTo>
                  <a:lnTo>
                    <a:pt x="731235" y="144288"/>
                  </a:lnTo>
                  <a:lnTo>
                    <a:pt x="740985" y="144949"/>
                  </a:lnTo>
                  <a:lnTo>
                    <a:pt x="750734" y="155322"/>
                  </a:lnTo>
                  <a:lnTo>
                    <a:pt x="760484" y="172572"/>
                  </a:lnTo>
                  <a:lnTo>
                    <a:pt x="770233" y="185552"/>
                  </a:lnTo>
                  <a:lnTo>
                    <a:pt x="779983" y="189275"/>
                  </a:lnTo>
                  <a:lnTo>
                    <a:pt x="789733" y="209234"/>
                  </a:lnTo>
                  <a:lnTo>
                    <a:pt x="799482" y="195358"/>
                  </a:lnTo>
                  <a:lnTo>
                    <a:pt x="809232" y="190871"/>
                  </a:lnTo>
                  <a:lnTo>
                    <a:pt x="818982" y="182638"/>
                  </a:lnTo>
                  <a:lnTo>
                    <a:pt x="828732" y="176310"/>
                  </a:lnTo>
                  <a:lnTo>
                    <a:pt x="838482" y="169056"/>
                  </a:lnTo>
                  <a:lnTo>
                    <a:pt x="848232" y="152859"/>
                  </a:lnTo>
                  <a:lnTo>
                    <a:pt x="857982" y="163570"/>
                  </a:lnTo>
                  <a:lnTo>
                    <a:pt x="867732" y="161235"/>
                  </a:lnTo>
                  <a:lnTo>
                    <a:pt x="877482" y="170340"/>
                  </a:lnTo>
                  <a:lnTo>
                    <a:pt x="887231" y="173898"/>
                  </a:lnTo>
                  <a:lnTo>
                    <a:pt x="896981" y="179375"/>
                  </a:lnTo>
                  <a:lnTo>
                    <a:pt x="906730" y="198033"/>
                  </a:lnTo>
                  <a:lnTo>
                    <a:pt x="916480" y="197818"/>
                  </a:lnTo>
                  <a:lnTo>
                    <a:pt x="926230" y="188165"/>
                  </a:lnTo>
                  <a:lnTo>
                    <a:pt x="935979" y="173855"/>
                  </a:lnTo>
                  <a:lnTo>
                    <a:pt x="945729" y="195762"/>
                  </a:lnTo>
                  <a:lnTo>
                    <a:pt x="955479" y="216993"/>
                  </a:lnTo>
                  <a:lnTo>
                    <a:pt x="965229" y="238320"/>
                  </a:lnTo>
                  <a:lnTo>
                    <a:pt x="974979" y="238178"/>
                  </a:lnTo>
                  <a:lnTo>
                    <a:pt x="984729" y="253205"/>
                  </a:lnTo>
                  <a:lnTo>
                    <a:pt x="994474" y="221643"/>
                  </a:lnTo>
                  <a:lnTo>
                    <a:pt x="1004233" y="226178"/>
                  </a:lnTo>
                  <a:lnTo>
                    <a:pt x="1013977" y="236328"/>
                  </a:lnTo>
                  <a:lnTo>
                    <a:pt x="1023721" y="244798"/>
                  </a:lnTo>
                  <a:lnTo>
                    <a:pt x="1033480" y="222889"/>
                  </a:lnTo>
                  <a:lnTo>
                    <a:pt x="1043224" y="230443"/>
                  </a:lnTo>
                  <a:lnTo>
                    <a:pt x="1052983" y="211682"/>
                  </a:lnTo>
                  <a:lnTo>
                    <a:pt x="1062727" y="229754"/>
                  </a:lnTo>
                  <a:lnTo>
                    <a:pt x="1072471" y="250169"/>
                  </a:lnTo>
                  <a:lnTo>
                    <a:pt x="1082230" y="189767"/>
                  </a:lnTo>
                  <a:lnTo>
                    <a:pt x="1091973" y="190917"/>
                  </a:lnTo>
                  <a:lnTo>
                    <a:pt x="1101732" y="194968"/>
                  </a:lnTo>
                  <a:lnTo>
                    <a:pt x="1111476" y="198872"/>
                  </a:lnTo>
                  <a:lnTo>
                    <a:pt x="1121220" y="223272"/>
                  </a:lnTo>
                  <a:lnTo>
                    <a:pt x="1130979" y="230623"/>
                  </a:lnTo>
                  <a:lnTo>
                    <a:pt x="1140723" y="223026"/>
                  </a:lnTo>
                  <a:lnTo>
                    <a:pt x="1150482" y="259512"/>
                  </a:lnTo>
                  <a:lnTo>
                    <a:pt x="1160226" y="248129"/>
                  </a:lnTo>
                  <a:lnTo>
                    <a:pt x="1169969" y="248138"/>
                  </a:lnTo>
                  <a:lnTo>
                    <a:pt x="1179728" y="216838"/>
                  </a:lnTo>
                  <a:lnTo>
                    <a:pt x="1189472" y="237551"/>
                  </a:lnTo>
                  <a:lnTo>
                    <a:pt x="1199231" y="210573"/>
                  </a:lnTo>
                  <a:lnTo>
                    <a:pt x="1208975" y="183487"/>
                  </a:lnTo>
                  <a:lnTo>
                    <a:pt x="1218719" y="183557"/>
                  </a:lnTo>
                  <a:lnTo>
                    <a:pt x="1228478" y="115592"/>
                  </a:lnTo>
                  <a:lnTo>
                    <a:pt x="1238222" y="120129"/>
                  </a:lnTo>
                  <a:lnTo>
                    <a:pt x="1247966" y="141668"/>
                  </a:lnTo>
                  <a:lnTo>
                    <a:pt x="1257725" y="186470"/>
                  </a:lnTo>
                  <a:lnTo>
                    <a:pt x="1267469" y="207960"/>
                  </a:lnTo>
                  <a:lnTo>
                    <a:pt x="1277227" y="168050"/>
                  </a:lnTo>
                  <a:lnTo>
                    <a:pt x="1286971" y="176264"/>
                  </a:lnTo>
                  <a:lnTo>
                    <a:pt x="1296715" y="176088"/>
                  </a:lnTo>
                  <a:lnTo>
                    <a:pt x="1306474" y="180389"/>
                  </a:lnTo>
                  <a:lnTo>
                    <a:pt x="1316218" y="181255"/>
                  </a:lnTo>
                  <a:lnTo>
                    <a:pt x="1325977" y="192991"/>
                  </a:lnTo>
                  <a:lnTo>
                    <a:pt x="1335721" y="218610"/>
                  </a:lnTo>
                  <a:lnTo>
                    <a:pt x="1345465" y="236226"/>
                  </a:lnTo>
                  <a:lnTo>
                    <a:pt x="1355224" y="234205"/>
                  </a:lnTo>
                  <a:lnTo>
                    <a:pt x="1364967" y="253818"/>
                  </a:lnTo>
                  <a:lnTo>
                    <a:pt x="1374726" y="245887"/>
                  </a:lnTo>
                  <a:lnTo>
                    <a:pt x="1384470" y="216522"/>
                  </a:lnTo>
                  <a:lnTo>
                    <a:pt x="1394214" y="202002"/>
                  </a:lnTo>
                  <a:lnTo>
                    <a:pt x="1403973" y="233951"/>
                  </a:lnTo>
                  <a:lnTo>
                    <a:pt x="1413717" y="237855"/>
                  </a:lnTo>
                  <a:lnTo>
                    <a:pt x="1423476" y="284439"/>
                  </a:lnTo>
                  <a:lnTo>
                    <a:pt x="1433220" y="287293"/>
                  </a:lnTo>
                  <a:lnTo>
                    <a:pt x="1442964" y="297551"/>
                  </a:lnTo>
                  <a:lnTo>
                    <a:pt x="1452722" y="304054"/>
                  </a:lnTo>
                  <a:lnTo>
                    <a:pt x="1462466" y="340087"/>
                  </a:lnTo>
                  <a:lnTo>
                    <a:pt x="1472225" y="307823"/>
                  </a:lnTo>
                  <a:lnTo>
                    <a:pt x="1481969" y="323117"/>
                  </a:lnTo>
                  <a:lnTo>
                    <a:pt x="1491713" y="293352"/>
                  </a:lnTo>
                  <a:lnTo>
                    <a:pt x="1501472" y="279310"/>
                  </a:lnTo>
                  <a:lnTo>
                    <a:pt x="1511216" y="256835"/>
                  </a:lnTo>
                  <a:lnTo>
                    <a:pt x="1520960" y="270186"/>
                  </a:lnTo>
                  <a:lnTo>
                    <a:pt x="1530719" y="270102"/>
                  </a:lnTo>
                  <a:lnTo>
                    <a:pt x="1540463" y="251486"/>
                  </a:lnTo>
                  <a:lnTo>
                    <a:pt x="1550221" y="257553"/>
                  </a:lnTo>
                  <a:lnTo>
                    <a:pt x="1559965" y="251356"/>
                  </a:lnTo>
                  <a:lnTo>
                    <a:pt x="1569709" y="251890"/>
                  </a:lnTo>
                  <a:lnTo>
                    <a:pt x="1579468" y="283695"/>
                  </a:lnTo>
                  <a:lnTo>
                    <a:pt x="1589212" y="261639"/>
                  </a:lnTo>
                  <a:lnTo>
                    <a:pt x="1598971" y="289153"/>
                  </a:lnTo>
                  <a:lnTo>
                    <a:pt x="1608715" y="262274"/>
                  </a:lnTo>
                  <a:lnTo>
                    <a:pt x="1618459" y="273343"/>
                  </a:lnTo>
                  <a:lnTo>
                    <a:pt x="1628218" y="292799"/>
                  </a:lnTo>
                  <a:lnTo>
                    <a:pt x="1637962" y="268579"/>
                  </a:lnTo>
                  <a:lnTo>
                    <a:pt x="1647720" y="284462"/>
                  </a:lnTo>
                  <a:lnTo>
                    <a:pt x="1657464" y="270284"/>
                  </a:lnTo>
                  <a:lnTo>
                    <a:pt x="1667208" y="243916"/>
                  </a:lnTo>
                  <a:lnTo>
                    <a:pt x="1676967" y="241575"/>
                  </a:lnTo>
                  <a:lnTo>
                    <a:pt x="1686711" y="261841"/>
                  </a:lnTo>
                  <a:lnTo>
                    <a:pt x="1696470" y="242779"/>
                  </a:lnTo>
                  <a:lnTo>
                    <a:pt x="1706214" y="240146"/>
                  </a:lnTo>
                  <a:lnTo>
                    <a:pt x="1715958" y="225031"/>
                  </a:lnTo>
                  <a:lnTo>
                    <a:pt x="1725716" y="240744"/>
                  </a:lnTo>
                  <a:lnTo>
                    <a:pt x="1735460" y="232677"/>
                  </a:lnTo>
                  <a:lnTo>
                    <a:pt x="1745219" y="209399"/>
                  </a:lnTo>
                  <a:lnTo>
                    <a:pt x="1754963" y="220751"/>
                  </a:lnTo>
                  <a:lnTo>
                    <a:pt x="1764707" y="233331"/>
                  </a:lnTo>
                  <a:lnTo>
                    <a:pt x="1774466" y="214139"/>
                  </a:lnTo>
                  <a:lnTo>
                    <a:pt x="1784210" y="215836"/>
                  </a:lnTo>
                  <a:lnTo>
                    <a:pt x="1793969" y="208706"/>
                  </a:lnTo>
                  <a:lnTo>
                    <a:pt x="1803713" y="203294"/>
                  </a:lnTo>
                  <a:lnTo>
                    <a:pt x="1813457" y="238987"/>
                  </a:lnTo>
                  <a:lnTo>
                    <a:pt x="1823215" y="224940"/>
                  </a:lnTo>
                  <a:lnTo>
                    <a:pt x="1832959" y="239526"/>
                  </a:lnTo>
                  <a:lnTo>
                    <a:pt x="1842703" y="213145"/>
                  </a:lnTo>
                  <a:lnTo>
                    <a:pt x="1852462" y="204518"/>
                  </a:lnTo>
                  <a:lnTo>
                    <a:pt x="1862206" y="194320"/>
                  </a:lnTo>
                  <a:lnTo>
                    <a:pt x="1871965" y="173013"/>
                  </a:lnTo>
                  <a:lnTo>
                    <a:pt x="1881709" y="202300"/>
                  </a:lnTo>
                  <a:lnTo>
                    <a:pt x="1891453" y="187405"/>
                  </a:lnTo>
                  <a:lnTo>
                    <a:pt x="1901212" y="142641"/>
                  </a:lnTo>
                  <a:lnTo>
                    <a:pt x="1910956" y="162135"/>
                  </a:lnTo>
                  <a:lnTo>
                    <a:pt x="1920714" y="156603"/>
                  </a:lnTo>
                  <a:lnTo>
                    <a:pt x="1930458" y="125446"/>
                  </a:lnTo>
                  <a:lnTo>
                    <a:pt x="1940202" y="152530"/>
                  </a:lnTo>
                  <a:lnTo>
                    <a:pt x="1949961" y="182445"/>
                  </a:lnTo>
                  <a:lnTo>
                    <a:pt x="1959705" y="149769"/>
                  </a:lnTo>
                  <a:lnTo>
                    <a:pt x="1969464" y="157631"/>
                  </a:lnTo>
                  <a:lnTo>
                    <a:pt x="1979208" y="122008"/>
                  </a:lnTo>
                  <a:lnTo>
                    <a:pt x="1988952" y="111963"/>
                  </a:lnTo>
                  <a:lnTo>
                    <a:pt x="1998711" y="133163"/>
                  </a:lnTo>
                  <a:lnTo>
                    <a:pt x="2008454" y="110047"/>
                  </a:lnTo>
                  <a:lnTo>
                    <a:pt x="2018213" y="103838"/>
                  </a:lnTo>
                  <a:lnTo>
                    <a:pt x="2027957" y="96009"/>
                  </a:lnTo>
                  <a:lnTo>
                    <a:pt x="2037701" y="120513"/>
                  </a:lnTo>
                  <a:lnTo>
                    <a:pt x="2047460" y="127000"/>
                  </a:lnTo>
                  <a:lnTo>
                    <a:pt x="2057204" y="153969"/>
                  </a:lnTo>
                  <a:lnTo>
                    <a:pt x="2066963" y="211999"/>
                  </a:lnTo>
                  <a:lnTo>
                    <a:pt x="2076707" y="207127"/>
                  </a:lnTo>
                  <a:lnTo>
                    <a:pt x="2086451" y="205080"/>
                  </a:lnTo>
                  <a:lnTo>
                    <a:pt x="2096210" y="236269"/>
                  </a:lnTo>
                  <a:lnTo>
                    <a:pt x="2105954" y="250497"/>
                  </a:lnTo>
                  <a:lnTo>
                    <a:pt x="2115697" y="220545"/>
                  </a:lnTo>
                  <a:lnTo>
                    <a:pt x="2125456" y="222409"/>
                  </a:lnTo>
                  <a:lnTo>
                    <a:pt x="2135200" y="237123"/>
                  </a:lnTo>
                  <a:lnTo>
                    <a:pt x="2144959" y="223515"/>
                  </a:lnTo>
                  <a:lnTo>
                    <a:pt x="2154703" y="201848"/>
                  </a:lnTo>
                  <a:lnTo>
                    <a:pt x="2164447" y="197493"/>
                  </a:lnTo>
                  <a:lnTo>
                    <a:pt x="2174206" y="192869"/>
                  </a:lnTo>
                  <a:lnTo>
                    <a:pt x="2183950" y="199204"/>
                  </a:lnTo>
                  <a:lnTo>
                    <a:pt x="2193709" y="234793"/>
                  </a:lnTo>
                  <a:lnTo>
                    <a:pt x="2203452" y="258196"/>
                  </a:lnTo>
                  <a:lnTo>
                    <a:pt x="2213196" y="257763"/>
                  </a:lnTo>
                  <a:lnTo>
                    <a:pt x="2222955" y="254333"/>
                  </a:lnTo>
                  <a:lnTo>
                    <a:pt x="2232699" y="245501"/>
                  </a:lnTo>
                  <a:lnTo>
                    <a:pt x="2242458" y="241267"/>
                  </a:lnTo>
                  <a:lnTo>
                    <a:pt x="2252202" y="213306"/>
                  </a:lnTo>
                  <a:lnTo>
                    <a:pt x="2261946" y="225801"/>
                  </a:lnTo>
                  <a:lnTo>
                    <a:pt x="2271705" y="217311"/>
                  </a:lnTo>
                  <a:lnTo>
                    <a:pt x="2281449" y="247719"/>
                  </a:lnTo>
                  <a:lnTo>
                    <a:pt x="2291208" y="237350"/>
                  </a:lnTo>
                  <a:lnTo>
                    <a:pt x="2300951" y="209858"/>
                  </a:lnTo>
                  <a:lnTo>
                    <a:pt x="2310695" y="206224"/>
                  </a:lnTo>
                  <a:lnTo>
                    <a:pt x="2320454" y="221260"/>
                  </a:lnTo>
                  <a:lnTo>
                    <a:pt x="2330198" y="202397"/>
                  </a:lnTo>
                  <a:lnTo>
                    <a:pt x="2339957" y="174957"/>
                  </a:lnTo>
                  <a:lnTo>
                    <a:pt x="2349701" y="190865"/>
                  </a:lnTo>
                  <a:lnTo>
                    <a:pt x="2359445" y="188137"/>
                  </a:lnTo>
                  <a:lnTo>
                    <a:pt x="2369204" y="149376"/>
                  </a:lnTo>
                  <a:lnTo>
                    <a:pt x="2378948" y="159218"/>
                  </a:lnTo>
                  <a:lnTo>
                    <a:pt x="2388692" y="159844"/>
                  </a:lnTo>
                  <a:lnTo>
                    <a:pt x="2398450" y="144939"/>
                  </a:lnTo>
                  <a:lnTo>
                    <a:pt x="2408194" y="131752"/>
                  </a:lnTo>
                  <a:lnTo>
                    <a:pt x="2417953" y="128253"/>
                  </a:lnTo>
                  <a:lnTo>
                    <a:pt x="2427697" y="125278"/>
                  </a:lnTo>
                  <a:lnTo>
                    <a:pt x="2437441" y="109795"/>
                  </a:lnTo>
                  <a:lnTo>
                    <a:pt x="2447200" y="141314"/>
                  </a:lnTo>
                  <a:lnTo>
                    <a:pt x="2456944" y="102217"/>
                  </a:lnTo>
                  <a:lnTo>
                    <a:pt x="2466703" y="97250"/>
                  </a:lnTo>
                  <a:lnTo>
                    <a:pt x="2476446" y="101788"/>
                  </a:lnTo>
                  <a:lnTo>
                    <a:pt x="2486190" y="102588"/>
                  </a:lnTo>
                  <a:lnTo>
                    <a:pt x="2495949" y="106951"/>
                  </a:lnTo>
                  <a:lnTo>
                    <a:pt x="2505693" y="119073"/>
                  </a:lnTo>
                  <a:lnTo>
                    <a:pt x="2515452" y="124047"/>
                  </a:lnTo>
                  <a:lnTo>
                    <a:pt x="2525196" y="140386"/>
                  </a:lnTo>
                  <a:lnTo>
                    <a:pt x="2534940" y="138407"/>
                  </a:lnTo>
                  <a:lnTo>
                    <a:pt x="2544699" y="138984"/>
                  </a:lnTo>
                  <a:lnTo>
                    <a:pt x="2554443" y="165715"/>
                  </a:lnTo>
                  <a:lnTo>
                    <a:pt x="2564202" y="196671"/>
                  </a:lnTo>
                  <a:lnTo>
                    <a:pt x="2573946" y="189070"/>
                  </a:lnTo>
                  <a:lnTo>
                    <a:pt x="2583690" y="214370"/>
                  </a:lnTo>
                  <a:lnTo>
                    <a:pt x="2593448" y="217443"/>
                  </a:lnTo>
                  <a:lnTo>
                    <a:pt x="2603192" y="178928"/>
                  </a:lnTo>
                  <a:lnTo>
                    <a:pt x="2612951" y="179816"/>
                  </a:lnTo>
                  <a:lnTo>
                    <a:pt x="2622695" y="201397"/>
                  </a:lnTo>
                  <a:lnTo>
                    <a:pt x="2632439" y="208179"/>
                  </a:lnTo>
                  <a:lnTo>
                    <a:pt x="2642198" y="202187"/>
                  </a:lnTo>
                  <a:lnTo>
                    <a:pt x="2651942" y="208014"/>
                  </a:lnTo>
                  <a:lnTo>
                    <a:pt x="2661685" y="209790"/>
                  </a:lnTo>
                  <a:lnTo>
                    <a:pt x="2671444" y="182821"/>
                  </a:lnTo>
                  <a:lnTo>
                    <a:pt x="2681188" y="159436"/>
                  </a:lnTo>
                  <a:lnTo>
                    <a:pt x="2690947" y="170356"/>
                  </a:lnTo>
                  <a:lnTo>
                    <a:pt x="2700691" y="197526"/>
                  </a:lnTo>
                  <a:lnTo>
                    <a:pt x="2710435" y="203404"/>
                  </a:lnTo>
                  <a:lnTo>
                    <a:pt x="2720194" y="196687"/>
                  </a:lnTo>
                  <a:lnTo>
                    <a:pt x="2729938" y="203934"/>
                  </a:lnTo>
                  <a:lnTo>
                    <a:pt x="2739697" y="187468"/>
                  </a:lnTo>
                  <a:lnTo>
                    <a:pt x="2749441" y="182499"/>
                  </a:lnTo>
                  <a:lnTo>
                    <a:pt x="2759185" y="145947"/>
                  </a:lnTo>
                  <a:lnTo>
                    <a:pt x="2768943" y="123091"/>
                  </a:lnTo>
                  <a:lnTo>
                    <a:pt x="2778687" y="106487"/>
                  </a:lnTo>
                  <a:lnTo>
                    <a:pt x="2788446" y="119369"/>
                  </a:lnTo>
                  <a:lnTo>
                    <a:pt x="2798190" y="92573"/>
                  </a:lnTo>
                  <a:lnTo>
                    <a:pt x="2807934" y="56005"/>
                  </a:lnTo>
                  <a:lnTo>
                    <a:pt x="2817693" y="62972"/>
                  </a:lnTo>
                  <a:lnTo>
                    <a:pt x="2827437" y="83719"/>
                  </a:lnTo>
                  <a:lnTo>
                    <a:pt x="2837196" y="38070"/>
                  </a:lnTo>
                  <a:lnTo>
                    <a:pt x="2846940" y="55573"/>
                  </a:lnTo>
                  <a:lnTo>
                    <a:pt x="2856684" y="72786"/>
                  </a:lnTo>
                  <a:lnTo>
                    <a:pt x="2866442" y="46918"/>
                  </a:lnTo>
                  <a:lnTo>
                    <a:pt x="2876186" y="25562"/>
                  </a:lnTo>
                  <a:lnTo>
                    <a:pt x="2885945" y="22965"/>
                  </a:lnTo>
                  <a:lnTo>
                    <a:pt x="2895689" y="3005"/>
                  </a:lnTo>
                  <a:lnTo>
                    <a:pt x="2905433" y="0"/>
                  </a:lnTo>
                  <a:lnTo>
                    <a:pt x="2915192" y="2687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5" name="Freeform 1234">
              <a:extLst>
                <a:ext uri="{FF2B5EF4-FFF2-40B4-BE49-F238E27FC236}">
                  <a16:creationId xmlns:a16="http://schemas.microsoft.com/office/drawing/2014/main" id="{170C44F4-C9D8-6921-036A-B125AD09460C}"/>
                </a:ext>
              </a:extLst>
            </p:cNvPr>
            <p:cNvSpPr/>
            <p:nvPr/>
          </p:nvSpPr>
          <p:spPr>
            <a:xfrm>
              <a:off x="4426652" y="3185935"/>
              <a:ext cx="2915191" cy="588688"/>
            </a:xfrm>
            <a:custGeom>
              <a:avLst/>
              <a:gdLst>
                <a:gd name="connsiteX0" fmla="*/ 0 w 2915191"/>
                <a:gd name="connsiteY0" fmla="*/ 386845 h 588688"/>
                <a:gd name="connsiteX1" fmla="*/ 9750 w 2915191"/>
                <a:gd name="connsiteY1" fmla="*/ 415954 h 588688"/>
                <a:gd name="connsiteX2" fmla="*/ 19500 w 2915191"/>
                <a:gd name="connsiteY2" fmla="*/ 399550 h 588688"/>
                <a:gd name="connsiteX3" fmla="*/ 29250 w 2915191"/>
                <a:gd name="connsiteY3" fmla="*/ 371508 h 588688"/>
                <a:gd name="connsiteX4" fmla="*/ 39000 w 2915191"/>
                <a:gd name="connsiteY4" fmla="*/ 362215 h 588688"/>
                <a:gd name="connsiteX5" fmla="*/ 48749 w 2915191"/>
                <a:gd name="connsiteY5" fmla="*/ 354907 h 588688"/>
                <a:gd name="connsiteX6" fmla="*/ 58499 w 2915191"/>
                <a:gd name="connsiteY6" fmla="*/ 333018 h 588688"/>
                <a:gd name="connsiteX7" fmla="*/ 68249 w 2915191"/>
                <a:gd name="connsiteY7" fmla="*/ 352491 h 588688"/>
                <a:gd name="connsiteX8" fmla="*/ 77998 w 2915191"/>
                <a:gd name="connsiteY8" fmla="*/ 325453 h 588688"/>
                <a:gd name="connsiteX9" fmla="*/ 87748 w 2915191"/>
                <a:gd name="connsiteY9" fmla="*/ 345773 h 588688"/>
                <a:gd name="connsiteX10" fmla="*/ 97497 w 2915191"/>
                <a:gd name="connsiteY10" fmla="*/ 337280 h 588688"/>
                <a:gd name="connsiteX11" fmla="*/ 107247 w 2915191"/>
                <a:gd name="connsiteY11" fmla="*/ 330550 h 588688"/>
                <a:gd name="connsiteX12" fmla="*/ 116997 w 2915191"/>
                <a:gd name="connsiteY12" fmla="*/ 343585 h 588688"/>
                <a:gd name="connsiteX13" fmla="*/ 126747 w 2915191"/>
                <a:gd name="connsiteY13" fmla="*/ 342082 h 588688"/>
                <a:gd name="connsiteX14" fmla="*/ 136497 w 2915191"/>
                <a:gd name="connsiteY14" fmla="*/ 325634 h 588688"/>
                <a:gd name="connsiteX15" fmla="*/ 146247 w 2915191"/>
                <a:gd name="connsiteY15" fmla="*/ 372007 h 588688"/>
                <a:gd name="connsiteX16" fmla="*/ 155997 w 2915191"/>
                <a:gd name="connsiteY16" fmla="*/ 384218 h 588688"/>
                <a:gd name="connsiteX17" fmla="*/ 165747 w 2915191"/>
                <a:gd name="connsiteY17" fmla="*/ 384657 h 588688"/>
                <a:gd name="connsiteX18" fmla="*/ 175497 w 2915191"/>
                <a:gd name="connsiteY18" fmla="*/ 391624 h 588688"/>
                <a:gd name="connsiteX19" fmla="*/ 185247 w 2915191"/>
                <a:gd name="connsiteY19" fmla="*/ 400480 h 588688"/>
                <a:gd name="connsiteX20" fmla="*/ 194996 w 2915191"/>
                <a:gd name="connsiteY20" fmla="*/ 416057 h 588688"/>
                <a:gd name="connsiteX21" fmla="*/ 204746 w 2915191"/>
                <a:gd name="connsiteY21" fmla="*/ 448997 h 588688"/>
                <a:gd name="connsiteX22" fmla="*/ 214495 w 2915191"/>
                <a:gd name="connsiteY22" fmla="*/ 414618 h 588688"/>
                <a:gd name="connsiteX23" fmla="*/ 224245 w 2915191"/>
                <a:gd name="connsiteY23" fmla="*/ 393065 h 588688"/>
                <a:gd name="connsiteX24" fmla="*/ 233995 w 2915191"/>
                <a:gd name="connsiteY24" fmla="*/ 407036 h 588688"/>
                <a:gd name="connsiteX25" fmla="*/ 243744 w 2915191"/>
                <a:gd name="connsiteY25" fmla="*/ 414154 h 588688"/>
                <a:gd name="connsiteX26" fmla="*/ 253494 w 2915191"/>
                <a:gd name="connsiteY26" fmla="*/ 455085 h 588688"/>
                <a:gd name="connsiteX27" fmla="*/ 263244 w 2915191"/>
                <a:gd name="connsiteY27" fmla="*/ 445481 h 588688"/>
                <a:gd name="connsiteX28" fmla="*/ 272994 w 2915191"/>
                <a:gd name="connsiteY28" fmla="*/ 443307 h 588688"/>
                <a:gd name="connsiteX29" fmla="*/ 282744 w 2915191"/>
                <a:gd name="connsiteY29" fmla="*/ 471238 h 588688"/>
                <a:gd name="connsiteX30" fmla="*/ 292494 w 2915191"/>
                <a:gd name="connsiteY30" fmla="*/ 460209 h 588688"/>
                <a:gd name="connsiteX31" fmla="*/ 302244 w 2915191"/>
                <a:gd name="connsiteY31" fmla="*/ 496753 h 588688"/>
                <a:gd name="connsiteX32" fmla="*/ 311994 w 2915191"/>
                <a:gd name="connsiteY32" fmla="*/ 502777 h 588688"/>
                <a:gd name="connsiteX33" fmla="*/ 321744 w 2915191"/>
                <a:gd name="connsiteY33" fmla="*/ 519916 h 588688"/>
                <a:gd name="connsiteX34" fmla="*/ 331493 w 2915191"/>
                <a:gd name="connsiteY34" fmla="*/ 514293 h 588688"/>
                <a:gd name="connsiteX35" fmla="*/ 341243 w 2915191"/>
                <a:gd name="connsiteY35" fmla="*/ 494046 h 588688"/>
                <a:gd name="connsiteX36" fmla="*/ 350993 w 2915191"/>
                <a:gd name="connsiteY36" fmla="*/ 543704 h 588688"/>
                <a:gd name="connsiteX37" fmla="*/ 360742 w 2915191"/>
                <a:gd name="connsiteY37" fmla="*/ 504772 h 588688"/>
                <a:gd name="connsiteX38" fmla="*/ 370492 w 2915191"/>
                <a:gd name="connsiteY38" fmla="*/ 534216 h 588688"/>
                <a:gd name="connsiteX39" fmla="*/ 380241 w 2915191"/>
                <a:gd name="connsiteY39" fmla="*/ 568094 h 588688"/>
                <a:gd name="connsiteX40" fmla="*/ 389991 w 2915191"/>
                <a:gd name="connsiteY40" fmla="*/ 568752 h 588688"/>
                <a:gd name="connsiteX41" fmla="*/ 399741 w 2915191"/>
                <a:gd name="connsiteY41" fmla="*/ 575321 h 588688"/>
                <a:gd name="connsiteX42" fmla="*/ 409491 w 2915191"/>
                <a:gd name="connsiteY42" fmla="*/ 561917 h 588688"/>
                <a:gd name="connsiteX43" fmla="*/ 419241 w 2915191"/>
                <a:gd name="connsiteY43" fmla="*/ 556267 h 588688"/>
                <a:gd name="connsiteX44" fmla="*/ 428991 w 2915191"/>
                <a:gd name="connsiteY44" fmla="*/ 540130 h 588688"/>
                <a:gd name="connsiteX45" fmla="*/ 438741 w 2915191"/>
                <a:gd name="connsiteY45" fmla="*/ 531655 h 588688"/>
                <a:gd name="connsiteX46" fmla="*/ 448491 w 2915191"/>
                <a:gd name="connsiteY46" fmla="*/ 549302 h 588688"/>
                <a:gd name="connsiteX47" fmla="*/ 458241 w 2915191"/>
                <a:gd name="connsiteY47" fmla="*/ 522941 h 588688"/>
                <a:gd name="connsiteX48" fmla="*/ 467991 w 2915191"/>
                <a:gd name="connsiteY48" fmla="*/ 548296 h 588688"/>
                <a:gd name="connsiteX49" fmla="*/ 477740 w 2915191"/>
                <a:gd name="connsiteY49" fmla="*/ 574296 h 588688"/>
                <a:gd name="connsiteX50" fmla="*/ 487490 w 2915191"/>
                <a:gd name="connsiteY50" fmla="*/ 588689 h 588688"/>
                <a:gd name="connsiteX51" fmla="*/ 497239 w 2915191"/>
                <a:gd name="connsiteY51" fmla="*/ 551385 h 588688"/>
                <a:gd name="connsiteX52" fmla="*/ 506989 w 2915191"/>
                <a:gd name="connsiteY52" fmla="*/ 530136 h 588688"/>
                <a:gd name="connsiteX53" fmla="*/ 516738 w 2915191"/>
                <a:gd name="connsiteY53" fmla="*/ 523062 h 588688"/>
                <a:gd name="connsiteX54" fmla="*/ 526488 w 2915191"/>
                <a:gd name="connsiteY54" fmla="*/ 490288 h 588688"/>
                <a:gd name="connsiteX55" fmla="*/ 536238 w 2915191"/>
                <a:gd name="connsiteY55" fmla="*/ 488789 h 588688"/>
                <a:gd name="connsiteX56" fmla="*/ 545988 w 2915191"/>
                <a:gd name="connsiteY56" fmla="*/ 476641 h 588688"/>
                <a:gd name="connsiteX57" fmla="*/ 555738 w 2915191"/>
                <a:gd name="connsiteY57" fmla="*/ 446227 h 588688"/>
                <a:gd name="connsiteX58" fmla="*/ 565488 w 2915191"/>
                <a:gd name="connsiteY58" fmla="*/ 468576 h 588688"/>
                <a:gd name="connsiteX59" fmla="*/ 575238 w 2915191"/>
                <a:gd name="connsiteY59" fmla="*/ 446375 h 588688"/>
                <a:gd name="connsiteX60" fmla="*/ 584988 w 2915191"/>
                <a:gd name="connsiteY60" fmla="*/ 435494 h 588688"/>
                <a:gd name="connsiteX61" fmla="*/ 594738 w 2915191"/>
                <a:gd name="connsiteY61" fmla="*/ 468712 h 588688"/>
                <a:gd name="connsiteX62" fmla="*/ 604488 w 2915191"/>
                <a:gd name="connsiteY62" fmla="*/ 425872 h 588688"/>
                <a:gd name="connsiteX63" fmla="*/ 614237 w 2915191"/>
                <a:gd name="connsiteY63" fmla="*/ 407560 h 588688"/>
                <a:gd name="connsiteX64" fmla="*/ 623987 w 2915191"/>
                <a:gd name="connsiteY64" fmla="*/ 380478 h 588688"/>
                <a:gd name="connsiteX65" fmla="*/ 633736 w 2915191"/>
                <a:gd name="connsiteY65" fmla="*/ 353730 h 588688"/>
                <a:gd name="connsiteX66" fmla="*/ 643486 w 2915191"/>
                <a:gd name="connsiteY66" fmla="*/ 333627 h 588688"/>
                <a:gd name="connsiteX67" fmla="*/ 653236 w 2915191"/>
                <a:gd name="connsiteY67" fmla="*/ 322085 h 588688"/>
                <a:gd name="connsiteX68" fmla="*/ 662985 w 2915191"/>
                <a:gd name="connsiteY68" fmla="*/ 279722 h 588688"/>
                <a:gd name="connsiteX69" fmla="*/ 672735 w 2915191"/>
                <a:gd name="connsiteY69" fmla="*/ 271422 h 588688"/>
                <a:gd name="connsiteX70" fmla="*/ 682485 w 2915191"/>
                <a:gd name="connsiteY70" fmla="*/ 266133 h 588688"/>
                <a:gd name="connsiteX71" fmla="*/ 692235 w 2915191"/>
                <a:gd name="connsiteY71" fmla="*/ 255905 h 588688"/>
                <a:gd name="connsiteX72" fmla="*/ 701985 w 2915191"/>
                <a:gd name="connsiteY72" fmla="*/ 296752 h 588688"/>
                <a:gd name="connsiteX73" fmla="*/ 711735 w 2915191"/>
                <a:gd name="connsiteY73" fmla="*/ 315498 h 588688"/>
                <a:gd name="connsiteX74" fmla="*/ 721485 w 2915191"/>
                <a:gd name="connsiteY74" fmla="*/ 299118 h 588688"/>
                <a:gd name="connsiteX75" fmla="*/ 731235 w 2915191"/>
                <a:gd name="connsiteY75" fmla="*/ 303211 h 588688"/>
                <a:gd name="connsiteX76" fmla="*/ 740985 w 2915191"/>
                <a:gd name="connsiteY76" fmla="*/ 323485 h 588688"/>
                <a:gd name="connsiteX77" fmla="*/ 750734 w 2915191"/>
                <a:gd name="connsiteY77" fmla="*/ 328511 h 588688"/>
                <a:gd name="connsiteX78" fmla="*/ 760484 w 2915191"/>
                <a:gd name="connsiteY78" fmla="*/ 311149 h 588688"/>
                <a:gd name="connsiteX79" fmla="*/ 770233 w 2915191"/>
                <a:gd name="connsiteY79" fmla="*/ 302932 h 588688"/>
                <a:gd name="connsiteX80" fmla="*/ 779983 w 2915191"/>
                <a:gd name="connsiteY80" fmla="*/ 317993 h 588688"/>
                <a:gd name="connsiteX81" fmla="*/ 789733 w 2915191"/>
                <a:gd name="connsiteY81" fmla="*/ 330678 h 588688"/>
                <a:gd name="connsiteX82" fmla="*/ 799482 w 2915191"/>
                <a:gd name="connsiteY82" fmla="*/ 317059 h 588688"/>
                <a:gd name="connsiteX83" fmla="*/ 809232 w 2915191"/>
                <a:gd name="connsiteY83" fmla="*/ 328891 h 588688"/>
                <a:gd name="connsiteX84" fmla="*/ 818982 w 2915191"/>
                <a:gd name="connsiteY84" fmla="*/ 307536 h 588688"/>
                <a:gd name="connsiteX85" fmla="*/ 828732 w 2915191"/>
                <a:gd name="connsiteY85" fmla="*/ 341309 h 588688"/>
                <a:gd name="connsiteX86" fmla="*/ 838482 w 2915191"/>
                <a:gd name="connsiteY86" fmla="*/ 376406 h 588688"/>
                <a:gd name="connsiteX87" fmla="*/ 848232 w 2915191"/>
                <a:gd name="connsiteY87" fmla="*/ 367699 h 588688"/>
                <a:gd name="connsiteX88" fmla="*/ 857982 w 2915191"/>
                <a:gd name="connsiteY88" fmla="*/ 374306 h 588688"/>
                <a:gd name="connsiteX89" fmla="*/ 867732 w 2915191"/>
                <a:gd name="connsiteY89" fmla="*/ 357345 h 588688"/>
                <a:gd name="connsiteX90" fmla="*/ 877482 w 2915191"/>
                <a:gd name="connsiteY90" fmla="*/ 355572 h 588688"/>
                <a:gd name="connsiteX91" fmla="*/ 887231 w 2915191"/>
                <a:gd name="connsiteY91" fmla="*/ 343030 h 588688"/>
                <a:gd name="connsiteX92" fmla="*/ 896981 w 2915191"/>
                <a:gd name="connsiteY92" fmla="*/ 321648 h 588688"/>
                <a:gd name="connsiteX93" fmla="*/ 906730 w 2915191"/>
                <a:gd name="connsiteY93" fmla="*/ 350618 h 588688"/>
                <a:gd name="connsiteX94" fmla="*/ 916480 w 2915191"/>
                <a:gd name="connsiteY94" fmla="*/ 356883 h 588688"/>
                <a:gd name="connsiteX95" fmla="*/ 926230 w 2915191"/>
                <a:gd name="connsiteY95" fmla="*/ 370779 h 588688"/>
                <a:gd name="connsiteX96" fmla="*/ 935979 w 2915191"/>
                <a:gd name="connsiteY96" fmla="*/ 366622 h 588688"/>
                <a:gd name="connsiteX97" fmla="*/ 945729 w 2915191"/>
                <a:gd name="connsiteY97" fmla="*/ 371362 h 588688"/>
                <a:gd name="connsiteX98" fmla="*/ 955479 w 2915191"/>
                <a:gd name="connsiteY98" fmla="*/ 370773 h 588688"/>
                <a:gd name="connsiteX99" fmla="*/ 965229 w 2915191"/>
                <a:gd name="connsiteY99" fmla="*/ 340553 h 588688"/>
                <a:gd name="connsiteX100" fmla="*/ 974979 w 2915191"/>
                <a:gd name="connsiteY100" fmla="*/ 345421 h 588688"/>
                <a:gd name="connsiteX101" fmla="*/ 984729 w 2915191"/>
                <a:gd name="connsiteY101" fmla="*/ 332997 h 588688"/>
                <a:gd name="connsiteX102" fmla="*/ 994474 w 2915191"/>
                <a:gd name="connsiteY102" fmla="*/ 374146 h 588688"/>
                <a:gd name="connsiteX103" fmla="*/ 1004233 w 2915191"/>
                <a:gd name="connsiteY103" fmla="*/ 360316 h 588688"/>
                <a:gd name="connsiteX104" fmla="*/ 1013977 w 2915191"/>
                <a:gd name="connsiteY104" fmla="*/ 333649 h 588688"/>
                <a:gd name="connsiteX105" fmla="*/ 1023721 w 2915191"/>
                <a:gd name="connsiteY105" fmla="*/ 309918 h 588688"/>
                <a:gd name="connsiteX106" fmla="*/ 1033480 w 2915191"/>
                <a:gd name="connsiteY106" fmla="*/ 298637 h 588688"/>
                <a:gd name="connsiteX107" fmla="*/ 1043224 w 2915191"/>
                <a:gd name="connsiteY107" fmla="*/ 309561 h 588688"/>
                <a:gd name="connsiteX108" fmla="*/ 1052983 w 2915191"/>
                <a:gd name="connsiteY108" fmla="*/ 269572 h 588688"/>
                <a:gd name="connsiteX109" fmla="*/ 1062727 w 2915191"/>
                <a:gd name="connsiteY109" fmla="*/ 250827 h 588688"/>
                <a:gd name="connsiteX110" fmla="*/ 1072471 w 2915191"/>
                <a:gd name="connsiteY110" fmla="*/ 254068 h 588688"/>
                <a:gd name="connsiteX111" fmla="*/ 1082230 w 2915191"/>
                <a:gd name="connsiteY111" fmla="*/ 217914 h 588688"/>
                <a:gd name="connsiteX112" fmla="*/ 1091973 w 2915191"/>
                <a:gd name="connsiteY112" fmla="*/ 195491 h 588688"/>
                <a:gd name="connsiteX113" fmla="*/ 1101732 w 2915191"/>
                <a:gd name="connsiteY113" fmla="*/ 200680 h 588688"/>
                <a:gd name="connsiteX114" fmla="*/ 1111476 w 2915191"/>
                <a:gd name="connsiteY114" fmla="*/ 202982 h 588688"/>
                <a:gd name="connsiteX115" fmla="*/ 1121220 w 2915191"/>
                <a:gd name="connsiteY115" fmla="*/ 203683 h 588688"/>
                <a:gd name="connsiteX116" fmla="*/ 1130979 w 2915191"/>
                <a:gd name="connsiteY116" fmla="*/ 204347 h 588688"/>
                <a:gd name="connsiteX117" fmla="*/ 1140723 w 2915191"/>
                <a:gd name="connsiteY117" fmla="*/ 221658 h 588688"/>
                <a:gd name="connsiteX118" fmla="*/ 1150482 w 2915191"/>
                <a:gd name="connsiteY118" fmla="*/ 232150 h 588688"/>
                <a:gd name="connsiteX119" fmla="*/ 1160226 w 2915191"/>
                <a:gd name="connsiteY119" fmla="*/ 196725 h 588688"/>
                <a:gd name="connsiteX120" fmla="*/ 1169969 w 2915191"/>
                <a:gd name="connsiteY120" fmla="*/ 200160 h 588688"/>
                <a:gd name="connsiteX121" fmla="*/ 1179728 w 2915191"/>
                <a:gd name="connsiteY121" fmla="*/ 190454 h 588688"/>
                <a:gd name="connsiteX122" fmla="*/ 1189472 w 2915191"/>
                <a:gd name="connsiteY122" fmla="*/ 179823 h 588688"/>
                <a:gd name="connsiteX123" fmla="*/ 1199231 w 2915191"/>
                <a:gd name="connsiteY123" fmla="*/ 166641 h 588688"/>
                <a:gd name="connsiteX124" fmla="*/ 1208975 w 2915191"/>
                <a:gd name="connsiteY124" fmla="*/ 185597 h 588688"/>
                <a:gd name="connsiteX125" fmla="*/ 1218719 w 2915191"/>
                <a:gd name="connsiteY125" fmla="*/ 182802 h 588688"/>
                <a:gd name="connsiteX126" fmla="*/ 1228478 w 2915191"/>
                <a:gd name="connsiteY126" fmla="*/ 171602 h 588688"/>
                <a:gd name="connsiteX127" fmla="*/ 1238222 w 2915191"/>
                <a:gd name="connsiteY127" fmla="*/ 191690 h 588688"/>
                <a:gd name="connsiteX128" fmla="*/ 1247966 w 2915191"/>
                <a:gd name="connsiteY128" fmla="*/ 153409 h 588688"/>
                <a:gd name="connsiteX129" fmla="*/ 1257725 w 2915191"/>
                <a:gd name="connsiteY129" fmla="*/ 124037 h 588688"/>
                <a:gd name="connsiteX130" fmla="*/ 1267469 w 2915191"/>
                <a:gd name="connsiteY130" fmla="*/ 147138 h 588688"/>
                <a:gd name="connsiteX131" fmla="*/ 1277227 w 2915191"/>
                <a:gd name="connsiteY131" fmla="*/ 130250 h 588688"/>
                <a:gd name="connsiteX132" fmla="*/ 1286971 w 2915191"/>
                <a:gd name="connsiteY132" fmla="*/ 109324 h 588688"/>
                <a:gd name="connsiteX133" fmla="*/ 1296715 w 2915191"/>
                <a:gd name="connsiteY133" fmla="*/ 97918 h 588688"/>
                <a:gd name="connsiteX134" fmla="*/ 1306474 w 2915191"/>
                <a:gd name="connsiteY134" fmla="*/ 100713 h 588688"/>
                <a:gd name="connsiteX135" fmla="*/ 1316218 w 2915191"/>
                <a:gd name="connsiteY135" fmla="*/ 120896 h 588688"/>
                <a:gd name="connsiteX136" fmla="*/ 1325977 w 2915191"/>
                <a:gd name="connsiteY136" fmla="*/ 163075 h 588688"/>
                <a:gd name="connsiteX137" fmla="*/ 1335721 w 2915191"/>
                <a:gd name="connsiteY137" fmla="*/ 171665 h 588688"/>
                <a:gd name="connsiteX138" fmla="*/ 1345465 w 2915191"/>
                <a:gd name="connsiteY138" fmla="*/ 123308 h 588688"/>
                <a:gd name="connsiteX139" fmla="*/ 1355224 w 2915191"/>
                <a:gd name="connsiteY139" fmla="*/ 143485 h 588688"/>
                <a:gd name="connsiteX140" fmla="*/ 1364967 w 2915191"/>
                <a:gd name="connsiteY140" fmla="*/ 127488 h 588688"/>
                <a:gd name="connsiteX141" fmla="*/ 1374726 w 2915191"/>
                <a:gd name="connsiteY141" fmla="*/ 122417 h 588688"/>
                <a:gd name="connsiteX142" fmla="*/ 1384470 w 2915191"/>
                <a:gd name="connsiteY142" fmla="*/ 126187 h 588688"/>
                <a:gd name="connsiteX143" fmla="*/ 1394214 w 2915191"/>
                <a:gd name="connsiteY143" fmla="*/ 153479 h 588688"/>
                <a:gd name="connsiteX144" fmla="*/ 1403973 w 2915191"/>
                <a:gd name="connsiteY144" fmla="*/ 137491 h 588688"/>
                <a:gd name="connsiteX145" fmla="*/ 1413717 w 2915191"/>
                <a:gd name="connsiteY145" fmla="*/ 95753 h 588688"/>
                <a:gd name="connsiteX146" fmla="*/ 1423476 w 2915191"/>
                <a:gd name="connsiteY146" fmla="*/ 97416 h 588688"/>
                <a:gd name="connsiteX147" fmla="*/ 1433220 w 2915191"/>
                <a:gd name="connsiteY147" fmla="*/ 111830 h 588688"/>
                <a:gd name="connsiteX148" fmla="*/ 1442964 w 2915191"/>
                <a:gd name="connsiteY148" fmla="*/ 118219 h 588688"/>
                <a:gd name="connsiteX149" fmla="*/ 1452722 w 2915191"/>
                <a:gd name="connsiteY149" fmla="*/ 89896 h 588688"/>
                <a:gd name="connsiteX150" fmla="*/ 1462466 w 2915191"/>
                <a:gd name="connsiteY150" fmla="*/ 72212 h 588688"/>
                <a:gd name="connsiteX151" fmla="*/ 1472225 w 2915191"/>
                <a:gd name="connsiteY151" fmla="*/ 87463 h 588688"/>
                <a:gd name="connsiteX152" fmla="*/ 1481969 w 2915191"/>
                <a:gd name="connsiteY152" fmla="*/ 78819 h 588688"/>
                <a:gd name="connsiteX153" fmla="*/ 1491713 w 2915191"/>
                <a:gd name="connsiteY153" fmla="*/ 94917 h 588688"/>
                <a:gd name="connsiteX154" fmla="*/ 1501472 w 2915191"/>
                <a:gd name="connsiteY154" fmla="*/ 90328 h 588688"/>
                <a:gd name="connsiteX155" fmla="*/ 1511216 w 2915191"/>
                <a:gd name="connsiteY155" fmla="*/ 83297 h 588688"/>
                <a:gd name="connsiteX156" fmla="*/ 1520960 w 2915191"/>
                <a:gd name="connsiteY156" fmla="*/ 75583 h 588688"/>
                <a:gd name="connsiteX157" fmla="*/ 1530719 w 2915191"/>
                <a:gd name="connsiteY157" fmla="*/ 69276 h 588688"/>
                <a:gd name="connsiteX158" fmla="*/ 1540463 w 2915191"/>
                <a:gd name="connsiteY158" fmla="*/ 47924 h 588688"/>
                <a:gd name="connsiteX159" fmla="*/ 1550221 w 2915191"/>
                <a:gd name="connsiteY159" fmla="*/ 52629 h 588688"/>
                <a:gd name="connsiteX160" fmla="*/ 1559965 w 2915191"/>
                <a:gd name="connsiteY160" fmla="*/ 25012 h 588688"/>
                <a:gd name="connsiteX161" fmla="*/ 1569709 w 2915191"/>
                <a:gd name="connsiteY161" fmla="*/ 9957 h 588688"/>
                <a:gd name="connsiteX162" fmla="*/ 1579468 w 2915191"/>
                <a:gd name="connsiteY162" fmla="*/ 30783 h 588688"/>
                <a:gd name="connsiteX163" fmla="*/ 1589212 w 2915191"/>
                <a:gd name="connsiteY163" fmla="*/ 10541 h 588688"/>
                <a:gd name="connsiteX164" fmla="*/ 1598971 w 2915191"/>
                <a:gd name="connsiteY164" fmla="*/ 37907 h 588688"/>
                <a:gd name="connsiteX165" fmla="*/ 1608715 w 2915191"/>
                <a:gd name="connsiteY165" fmla="*/ 33244 h 588688"/>
                <a:gd name="connsiteX166" fmla="*/ 1618459 w 2915191"/>
                <a:gd name="connsiteY166" fmla="*/ 53508 h 588688"/>
                <a:gd name="connsiteX167" fmla="*/ 1628218 w 2915191"/>
                <a:gd name="connsiteY167" fmla="*/ 82643 h 588688"/>
                <a:gd name="connsiteX168" fmla="*/ 1637962 w 2915191"/>
                <a:gd name="connsiteY168" fmla="*/ 60964 h 588688"/>
                <a:gd name="connsiteX169" fmla="*/ 1647720 w 2915191"/>
                <a:gd name="connsiteY169" fmla="*/ 83205 h 588688"/>
                <a:gd name="connsiteX170" fmla="*/ 1657464 w 2915191"/>
                <a:gd name="connsiteY170" fmla="*/ 38201 h 588688"/>
                <a:gd name="connsiteX171" fmla="*/ 1667208 w 2915191"/>
                <a:gd name="connsiteY171" fmla="*/ 52193 h 588688"/>
                <a:gd name="connsiteX172" fmla="*/ 1676967 w 2915191"/>
                <a:gd name="connsiteY172" fmla="*/ 79951 h 588688"/>
                <a:gd name="connsiteX173" fmla="*/ 1686711 w 2915191"/>
                <a:gd name="connsiteY173" fmla="*/ 88038 h 588688"/>
                <a:gd name="connsiteX174" fmla="*/ 1696470 w 2915191"/>
                <a:gd name="connsiteY174" fmla="*/ 61457 h 588688"/>
                <a:gd name="connsiteX175" fmla="*/ 1706214 w 2915191"/>
                <a:gd name="connsiteY175" fmla="*/ 69581 h 588688"/>
                <a:gd name="connsiteX176" fmla="*/ 1715958 w 2915191"/>
                <a:gd name="connsiteY176" fmla="*/ 56601 h 588688"/>
                <a:gd name="connsiteX177" fmla="*/ 1725716 w 2915191"/>
                <a:gd name="connsiteY177" fmla="*/ 35045 h 588688"/>
                <a:gd name="connsiteX178" fmla="*/ 1735460 w 2915191"/>
                <a:gd name="connsiteY178" fmla="*/ 73775 h 588688"/>
                <a:gd name="connsiteX179" fmla="*/ 1745219 w 2915191"/>
                <a:gd name="connsiteY179" fmla="*/ 26952 h 588688"/>
                <a:gd name="connsiteX180" fmla="*/ 1754963 w 2915191"/>
                <a:gd name="connsiteY180" fmla="*/ 20704 h 588688"/>
                <a:gd name="connsiteX181" fmla="*/ 1764707 w 2915191"/>
                <a:gd name="connsiteY181" fmla="*/ 44578 h 588688"/>
                <a:gd name="connsiteX182" fmla="*/ 1774466 w 2915191"/>
                <a:gd name="connsiteY182" fmla="*/ 66070 h 588688"/>
                <a:gd name="connsiteX183" fmla="*/ 1784210 w 2915191"/>
                <a:gd name="connsiteY183" fmla="*/ 34855 h 588688"/>
                <a:gd name="connsiteX184" fmla="*/ 1793969 w 2915191"/>
                <a:gd name="connsiteY184" fmla="*/ 42748 h 588688"/>
                <a:gd name="connsiteX185" fmla="*/ 1803713 w 2915191"/>
                <a:gd name="connsiteY185" fmla="*/ 42660 h 588688"/>
                <a:gd name="connsiteX186" fmla="*/ 1813457 w 2915191"/>
                <a:gd name="connsiteY186" fmla="*/ 30030 h 588688"/>
                <a:gd name="connsiteX187" fmla="*/ 1823215 w 2915191"/>
                <a:gd name="connsiteY187" fmla="*/ 34272 h 588688"/>
                <a:gd name="connsiteX188" fmla="*/ 1832959 w 2915191"/>
                <a:gd name="connsiteY188" fmla="*/ 0 h 588688"/>
                <a:gd name="connsiteX189" fmla="*/ 1842703 w 2915191"/>
                <a:gd name="connsiteY189" fmla="*/ 8506 h 588688"/>
                <a:gd name="connsiteX190" fmla="*/ 1852462 w 2915191"/>
                <a:gd name="connsiteY190" fmla="*/ 22949 h 588688"/>
                <a:gd name="connsiteX191" fmla="*/ 1862206 w 2915191"/>
                <a:gd name="connsiteY191" fmla="*/ 51752 h 588688"/>
                <a:gd name="connsiteX192" fmla="*/ 1871965 w 2915191"/>
                <a:gd name="connsiteY192" fmla="*/ 46912 h 588688"/>
                <a:gd name="connsiteX193" fmla="*/ 1881709 w 2915191"/>
                <a:gd name="connsiteY193" fmla="*/ 66149 h 588688"/>
                <a:gd name="connsiteX194" fmla="*/ 1891453 w 2915191"/>
                <a:gd name="connsiteY194" fmla="*/ 71649 h 588688"/>
                <a:gd name="connsiteX195" fmla="*/ 1901212 w 2915191"/>
                <a:gd name="connsiteY195" fmla="*/ 92743 h 588688"/>
                <a:gd name="connsiteX196" fmla="*/ 1910956 w 2915191"/>
                <a:gd name="connsiteY196" fmla="*/ 128952 h 588688"/>
                <a:gd name="connsiteX197" fmla="*/ 1920714 w 2915191"/>
                <a:gd name="connsiteY197" fmla="*/ 159105 h 588688"/>
                <a:gd name="connsiteX198" fmla="*/ 1930458 w 2915191"/>
                <a:gd name="connsiteY198" fmla="*/ 137057 h 588688"/>
                <a:gd name="connsiteX199" fmla="*/ 1940202 w 2915191"/>
                <a:gd name="connsiteY199" fmla="*/ 120350 h 588688"/>
                <a:gd name="connsiteX200" fmla="*/ 1949961 w 2915191"/>
                <a:gd name="connsiteY200" fmla="*/ 87064 h 588688"/>
                <a:gd name="connsiteX201" fmla="*/ 1959705 w 2915191"/>
                <a:gd name="connsiteY201" fmla="*/ 54894 h 588688"/>
                <a:gd name="connsiteX202" fmla="*/ 1969464 w 2915191"/>
                <a:gd name="connsiteY202" fmla="*/ 57894 h 588688"/>
                <a:gd name="connsiteX203" fmla="*/ 1979208 w 2915191"/>
                <a:gd name="connsiteY203" fmla="*/ 41853 h 588688"/>
                <a:gd name="connsiteX204" fmla="*/ 1988952 w 2915191"/>
                <a:gd name="connsiteY204" fmla="*/ 27664 h 588688"/>
                <a:gd name="connsiteX205" fmla="*/ 1998711 w 2915191"/>
                <a:gd name="connsiteY205" fmla="*/ 75046 h 588688"/>
                <a:gd name="connsiteX206" fmla="*/ 2008454 w 2915191"/>
                <a:gd name="connsiteY206" fmla="*/ 85994 h 588688"/>
                <a:gd name="connsiteX207" fmla="*/ 2018213 w 2915191"/>
                <a:gd name="connsiteY207" fmla="*/ 77704 h 588688"/>
                <a:gd name="connsiteX208" fmla="*/ 2027957 w 2915191"/>
                <a:gd name="connsiteY208" fmla="*/ 72856 h 588688"/>
                <a:gd name="connsiteX209" fmla="*/ 2037701 w 2915191"/>
                <a:gd name="connsiteY209" fmla="*/ 86790 h 588688"/>
                <a:gd name="connsiteX210" fmla="*/ 2047460 w 2915191"/>
                <a:gd name="connsiteY210" fmla="*/ 71782 h 588688"/>
                <a:gd name="connsiteX211" fmla="*/ 2057204 w 2915191"/>
                <a:gd name="connsiteY211" fmla="*/ 73869 h 588688"/>
                <a:gd name="connsiteX212" fmla="*/ 2066963 w 2915191"/>
                <a:gd name="connsiteY212" fmla="*/ 77801 h 588688"/>
                <a:gd name="connsiteX213" fmla="*/ 2076707 w 2915191"/>
                <a:gd name="connsiteY213" fmla="*/ 44387 h 588688"/>
                <a:gd name="connsiteX214" fmla="*/ 2086451 w 2915191"/>
                <a:gd name="connsiteY214" fmla="*/ 17146 h 588688"/>
                <a:gd name="connsiteX215" fmla="*/ 2096210 w 2915191"/>
                <a:gd name="connsiteY215" fmla="*/ 34186 h 588688"/>
                <a:gd name="connsiteX216" fmla="*/ 2105954 w 2915191"/>
                <a:gd name="connsiteY216" fmla="*/ 27976 h 588688"/>
                <a:gd name="connsiteX217" fmla="*/ 2115697 w 2915191"/>
                <a:gd name="connsiteY217" fmla="*/ 25552 h 588688"/>
                <a:gd name="connsiteX218" fmla="*/ 2125456 w 2915191"/>
                <a:gd name="connsiteY218" fmla="*/ 14951 h 588688"/>
                <a:gd name="connsiteX219" fmla="*/ 2135200 w 2915191"/>
                <a:gd name="connsiteY219" fmla="*/ 23429 h 588688"/>
                <a:gd name="connsiteX220" fmla="*/ 2144959 w 2915191"/>
                <a:gd name="connsiteY220" fmla="*/ 17187 h 588688"/>
                <a:gd name="connsiteX221" fmla="*/ 2154703 w 2915191"/>
                <a:gd name="connsiteY221" fmla="*/ 8571 h 588688"/>
                <a:gd name="connsiteX222" fmla="*/ 2164447 w 2915191"/>
                <a:gd name="connsiteY222" fmla="*/ 46795 h 588688"/>
                <a:gd name="connsiteX223" fmla="*/ 2174206 w 2915191"/>
                <a:gd name="connsiteY223" fmla="*/ 78744 h 588688"/>
                <a:gd name="connsiteX224" fmla="*/ 2183950 w 2915191"/>
                <a:gd name="connsiteY224" fmla="*/ 104296 h 588688"/>
                <a:gd name="connsiteX225" fmla="*/ 2193709 w 2915191"/>
                <a:gd name="connsiteY225" fmla="*/ 92348 h 588688"/>
                <a:gd name="connsiteX226" fmla="*/ 2203452 w 2915191"/>
                <a:gd name="connsiteY226" fmla="*/ 67884 h 588688"/>
                <a:gd name="connsiteX227" fmla="*/ 2213196 w 2915191"/>
                <a:gd name="connsiteY227" fmla="*/ 88510 h 588688"/>
                <a:gd name="connsiteX228" fmla="*/ 2222955 w 2915191"/>
                <a:gd name="connsiteY228" fmla="*/ 104217 h 588688"/>
                <a:gd name="connsiteX229" fmla="*/ 2232699 w 2915191"/>
                <a:gd name="connsiteY229" fmla="*/ 92996 h 588688"/>
                <a:gd name="connsiteX230" fmla="*/ 2242458 w 2915191"/>
                <a:gd name="connsiteY230" fmla="*/ 103934 h 588688"/>
                <a:gd name="connsiteX231" fmla="*/ 2252202 w 2915191"/>
                <a:gd name="connsiteY231" fmla="*/ 113374 h 588688"/>
                <a:gd name="connsiteX232" fmla="*/ 2261946 w 2915191"/>
                <a:gd name="connsiteY232" fmla="*/ 113958 h 588688"/>
                <a:gd name="connsiteX233" fmla="*/ 2271705 w 2915191"/>
                <a:gd name="connsiteY233" fmla="*/ 153957 h 588688"/>
                <a:gd name="connsiteX234" fmla="*/ 2281449 w 2915191"/>
                <a:gd name="connsiteY234" fmla="*/ 184360 h 588688"/>
                <a:gd name="connsiteX235" fmla="*/ 2291208 w 2915191"/>
                <a:gd name="connsiteY235" fmla="*/ 203686 h 588688"/>
                <a:gd name="connsiteX236" fmla="*/ 2300951 w 2915191"/>
                <a:gd name="connsiteY236" fmla="*/ 209731 h 588688"/>
                <a:gd name="connsiteX237" fmla="*/ 2310695 w 2915191"/>
                <a:gd name="connsiteY237" fmla="*/ 174996 h 588688"/>
                <a:gd name="connsiteX238" fmla="*/ 2320454 w 2915191"/>
                <a:gd name="connsiteY238" fmla="*/ 208052 h 588688"/>
                <a:gd name="connsiteX239" fmla="*/ 2330198 w 2915191"/>
                <a:gd name="connsiteY239" fmla="*/ 239544 h 588688"/>
                <a:gd name="connsiteX240" fmla="*/ 2339957 w 2915191"/>
                <a:gd name="connsiteY240" fmla="*/ 253320 h 588688"/>
                <a:gd name="connsiteX241" fmla="*/ 2349701 w 2915191"/>
                <a:gd name="connsiteY241" fmla="*/ 235955 h 588688"/>
                <a:gd name="connsiteX242" fmla="*/ 2359445 w 2915191"/>
                <a:gd name="connsiteY242" fmla="*/ 244278 h 588688"/>
                <a:gd name="connsiteX243" fmla="*/ 2369204 w 2915191"/>
                <a:gd name="connsiteY243" fmla="*/ 262097 h 588688"/>
                <a:gd name="connsiteX244" fmla="*/ 2378948 w 2915191"/>
                <a:gd name="connsiteY244" fmla="*/ 281829 h 588688"/>
                <a:gd name="connsiteX245" fmla="*/ 2388692 w 2915191"/>
                <a:gd name="connsiteY245" fmla="*/ 262799 h 588688"/>
                <a:gd name="connsiteX246" fmla="*/ 2398450 w 2915191"/>
                <a:gd name="connsiteY246" fmla="*/ 300782 h 588688"/>
                <a:gd name="connsiteX247" fmla="*/ 2408194 w 2915191"/>
                <a:gd name="connsiteY247" fmla="*/ 282988 h 588688"/>
                <a:gd name="connsiteX248" fmla="*/ 2417953 w 2915191"/>
                <a:gd name="connsiteY248" fmla="*/ 285108 h 588688"/>
                <a:gd name="connsiteX249" fmla="*/ 2427697 w 2915191"/>
                <a:gd name="connsiteY249" fmla="*/ 308917 h 588688"/>
                <a:gd name="connsiteX250" fmla="*/ 2437441 w 2915191"/>
                <a:gd name="connsiteY250" fmla="*/ 317758 h 588688"/>
                <a:gd name="connsiteX251" fmla="*/ 2447200 w 2915191"/>
                <a:gd name="connsiteY251" fmla="*/ 296277 h 588688"/>
                <a:gd name="connsiteX252" fmla="*/ 2456944 w 2915191"/>
                <a:gd name="connsiteY252" fmla="*/ 320319 h 588688"/>
                <a:gd name="connsiteX253" fmla="*/ 2466703 w 2915191"/>
                <a:gd name="connsiteY253" fmla="*/ 284933 h 588688"/>
                <a:gd name="connsiteX254" fmla="*/ 2476446 w 2915191"/>
                <a:gd name="connsiteY254" fmla="*/ 278988 h 588688"/>
                <a:gd name="connsiteX255" fmla="*/ 2486190 w 2915191"/>
                <a:gd name="connsiteY255" fmla="*/ 270057 h 588688"/>
                <a:gd name="connsiteX256" fmla="*/ 2495949 w 2915191"/>
                <a:gd name="connsiteY256" fmla="*/ 288854 h 588688"/>
                <a:gd name="connsiteX257" fmla="*/ 2505693 w 2915191"/>
                <a:gd name="connsiteY257" fmla="*/ 269792 h 588688"/>
                <a:gd name="connsiteX258" fmla="*/ 2515452 w 2915191"/>
                <a:gd name="connsiteY258" fmla="*/ 280071 h 588688"/>
                <a:gd name="connsiteX259" fmla="*/ 2525196 w 2915191"/>
                <a:gd name="connsiteY259" fmla="*/ 279910 h 588688"/>
                <a:gd name="connsiteX260" fmla="*/ 2534940 w 2915191"/>
                <a:gd name="connsiteY260" fmla="*/ 241274 h 588688"/>
                <a:gd name="connsiteX261" fmla="*/ 2544699 w 2915191"/>
                <a:gd name="connsiteY261" fmla="*/ 222014 h 588688"/>
                <a:gd name="connsiteX262" fmla="*/ 2554443 w 2915191"/>
                <a:gd name="connsiteY262" fmla="*/ 206291 h 588688"/>
                <a:gd name="connsiteX263" fmla="*/ 2564202 w 2915191"/>
                <a:gd name="connsiteY263" fmla="*/ 233626 h 588688"/>
                <a:gd name="connsiteX264" fmla="*/ 2573946 w 2915191"/>
                <a:gd name="connsiteY264" fmla="*/ 211038 h 588688"/>
                <a:gd name="connsiteX265" fmla="*/ 2583690 w 2915191"/>
                <a:gd name="connsiteY265" fmla="*/ 192787 h 588688"/>
                <a:gd name="connsiteX266" fmla="*/ 2593448 w 2915191"/>
                <a:gd name="connsiteY266" fmla="*/ 209861 h 588688"/>
                <a:gd name="connsiteX267" fmla="*/ 2603192 w 2915191"/>
                <a:gd name="connsiteY267" fmla="*/ 204489 h 588688"/>
                <a:gd name="connsiteX268" fmla="*/ 2612951 w 2915191"/>
                <a:gd name="connsiteY268" fmla="*/ 205132 h 588688"/>
                <a:gd name="connsiteX269" fmla="*/ 2622695 w 2915191"/>
                <a:gd name="connsiteY269" fmla="*/ 184889 h 588688"/>
                <a:gd name="connsiteX270" fmla="*/ 2632439 w 2915191"/>
                <a:gd name="connsiteY270" fmla="*/ 160711 h 588688"/>
                <a:gd name="connsiteX271" fmla="*/ 2642198 w 2915191"/>
                <a:gd name="connsiteY271" fmla="*/ 146402 h 588688"/>
                <a:gd name="connsiteX272" fmla="*/ 2651942 w 2915191"/>
                <a:gd name="connsiteY272" fmla="*/ 142093 h 588688"/>
                <a:gd name="connsiteX273" fmla="*/ 2661685 w 2915191"/>
                <a:gd name="connsiteY273" fmla="*/ 161571 h 588688"/>
                <a:gd name="connsiteX274" fmla="*/ 2671444 w 2915191"/>
                <a:gd name="connsiteY274" fmla="*/ 172296 h 588688"/>
                <a:gd name="connsiteX275" fmla="*/ 2681188 w 2915191"/>
                <a:gd name="connsiteY275" fmla="*/ 151475 h 588688"/>
                <a:gd name="connsiteX276" fmla="*/ 2690947 w 2915191"/>
                <a:gd name="connsiteY276" fmla="*/ 173421 h 588688"/>
                <a:gd name="connsiteX277" fmla="*/ 2700691 w 2915191"/>
                <a:gd name="connsiteY277" fmla="*/ 119082 h 588688"/>
                <a:gd name="connsiteX278" fmla="*/ 2710435 w 2915191"/>
                <a:gd name="connsiteY278" fmla="*/ 145071 h 588688"/>
                <a:gd name="connsiteX279" fmla="*/ 2720194 w 2915191"/>
                <a:gd name="connsiteY279" fmla="*/ 121678 h 588688"/>
                <a:gd name="connsiteX280" fmla="*/ 2729938 w 2915191"/>
                <a:gd name="connsiteY280" fmla="*/ 136005 h 588688"/>
                <a:gd name="connsiteX281" fmla="*/ 2739697 w 2915191"/>
                <a:gd name="connsiteY281" fmla="*/ 157204 h 588688"/>
                <a:gd name="connsiteX282" fmla="*/ 2749441 w 2915191"/>
                <a:gd name="connsiteY282" fmla="*/ 161340 h 588688"/>
                <a:gd name="connsiteX283" fmla="*/ 2759185 w 2915191"/>
                <a:gd name="connsiteY283" fmla="*/ 139227 h 588688"/>
                <a:gd name="connsiteX284" fmla="*/ 2768943 w 2915191"/>
                <a:gd name="connsiteY284" fmla="*/ 142661 h 588688"/>
                <a:gd name="connsiteX285" fmla="*/ 2778687 w 2915191"/>
                <a:gd name="connsiteY285" fmla="*/ 139651 h 588688"/>
                <a:gd name="connsiteX286" fmla="*/ 2788446 w 2915191"/>
                <a:gd name="connsiteY286" fmla="*/ 152892 h 588688"/>
                <a:gd name="connsiteX287" fmla="*/ 2798190 w 2915191"/>
                <a:gd name="connsiteY287" fmla="*/ 125832 h 588688"/>
                <a:gd name="connsiteX288" fmla="*/ 2807934 w 2915191"/>
                <a:gd name="connsiteY288" fmla="*/ 138009 h 588688"/>
                <a:gd name="connsiteX289" fmla="*/ 2817693 w 2915191"/>
                <a:gd name="connsiteY289" fmla="*/ 124652 h 588688"/>
                <a:gd name="connsiteX290" fmla="*/ 2827437 w 2915191"/>
                <a:gd name="connsiteY290" fmla="*/ 129934 h 588688"/>
                <a:gd name="connsiteX291" fmla="*/ 2837196 w 2915191"/>
                <a:gd name="connsiteY291" fmla="*/ 151673 h 588688"/>
                <a:gd name="connsiteX292" fmla="*/ 2846940 w 2915191"/>
                <a:gd name="connsiteY292" fmla="*/ 158326 h 588688"/>
                <a:gd name="connsiteX293" fmla="*/ 2856684 w 2915191"/>
                <a:gd name="connsiteY293" fmla="*/ 139450 h 588688"/>
                <a:gd name="connsiteX294" fmla="*/ 2866442 w 2915191"/>
                <a:gd name="connsiteY294" fmla="*/ 139237 h 588688"/>
                <a:gd name="connsiteX295" fmla="*/ 2876186 w 2915191"/>
                <a:gd name="connsiteY295" fmla="*/ 116279 h 588688"/>
                <a:gd name="connsiteX296" fmla="*/ 2885945 w 2915191"/>
                <a:gd name="connsiteY296" fmla="*/ 109478 h 588688"/>
                <a:gd name="connsiteX297" fmla="*/ 2895689 w 2915191"/>
                <a:gd name="connsiteY297" fmla="*/ 102800 h 588688"/>
                <a:gd name="connsiteX298" fmla="*/ 2905433 w 2915191"/>
                <a:gd name="connsiteY298" fmla="*/ 113716 h 588688"/>
                <a:gd name="connsiteX299" fmla="*/ 2915192 w 2915191"/>
                <a:gd name="connsiteY299" fmla="*/ 85379 h 588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88688">
                  <a:moveTo>
                    <a:pt x="0" y="386845"/>
                  </a:moveTo>
                  <a:lnTo>
                    <a:pt x="9750" y="415954"/>
                  </a:lnTo>
                  <a:lnTo>
                    <a:pt x="19500" y="399550"/>
                  </a:lnTo>
                  <a:lnTo>
                    <a:pt x="29250" y="371508"/>
                  </a:lnTo>
                  <a:lnTo>
                    <a:pt x="39000" y="362215"/>
                  </a:lnTo>
                  <a:lnTo>
                    <a:pt x="48749" y="354907"/>
                  </a:lnTo>
                  <a:lnTo>
                    <a:pt x="58499" y="333018"/>
                  </a:lnTo>
                  <a:lnTo>
                    <a:pt x="68249" y="352491"/>
                  </a:lnTo>
                  <a:lnTo>
                    <a:pt x="77998" y="325453"/>
                  </a:lnTo>
                  <a:lnTo>
                    <a:pt x="87748" y="345773"/>
                  </a:lnTo>
                  <a:lnTo>
                    <a:pt x="97497" y="337280"/>
                  </a:lnTo>
                  <a:lnTo>
                    <a:pt x="107247" y="330550"/>
                  </a:lnTo>
                  <a:lnTo>
                    <a:pt x="116997" y="343585"/>
                  </a:lnTo>
                  <a:lnTo>
                    <a:pt x="126747" y="342082"/>
                  </a:lnTo>
                  <a:lnTo>
                    <a:pt x="136497" y="325634"/>
                  </a:lnTo>
                  <a:lnTo>
                    <a:pt x="146247" y="372007"/>
                  </a:lnTo>
                  <a:lnTo>
                    <a:pt x="155997" y="384218"/>
                  </a:lnTo>
                  <a:lnTo>
                    <a:pt x="165747" y="384657"/>
                  </a:lnTo>
                  <a:lnTo>
                    <a:pt x="175497" y="391624"/>
                  </a:lnTo>
                  <a:lnTo>
                    <a:pt x="185247" y="400480"/>
                  </a:lnTo>
                  <a:lnTo>
                    <a:pt x="194996" y="416057"/>
                  </a:lnTo>
                  <a:lnTo>
                    <a:pt x="204746" y="448997"/>
                  </a:lnTo>
                  <a:lnTo>
                    <a:pt x="214495" y="414618"/>
                  </a:lnTo>
                  <a:lnTo>
                    <a:pt x="224245" y="393065"/>
                  </a:lnTo>
                  <a:lnTo>
                    <a:pt x="233995" y="407036"/>
                  </a:lnTo>
                  <a:lnTo>
                    <a:pt x="243744" y="414154"/>
                  </a:lnTo>
                  <a:lnTo>
                    <a:pt x="253494" y="455085"/>
                  </a:lnTo>
                  <a:lnTo>
                    <a:pt x="263244" y="445481"/>
                  </a:lnTo>
                  <a:lnTo>
                    <a:pt x="272994" y="443307"/>
                  </a:lnTo>
                  <a:lnTo>
                    <a:pt x="282744" y="471238"/>
                  </a:lnTo>
                  <a:lnTo>
                    <a:pt x="292494" y="460209"/>
                  </a:lnTo>
                  <a:lnTo>
                    <a:pt x="302244" y="496753"/>
                  </a:lnTo>
                  <a:lnTo>
                    <a:pt x="311994" y="502777"/>
                  </a:lnTo>
                  <a:lnTo>
                    <a:pt x="321744" y="519916"/>
                  </a:lnTo>
                  <a:lnTo>
                    <a:pt x="331493" y="514293"/>
                  </a:lnTo>
                  <a:lnTo>
                    <a:pt x="341243" y="494046"/>
                  </a:lnTo>
                  <a:lnTo>
                    <a:pt x="350993" y="543704"/>
                  </a:lnTo>
                  <a:lnTo>
                    <a:pt x="360742" y="504772"/>
                  </a:lnTo>
                  <a:lnTo>
                    <a:pt x="370492" y="534216"/>
                  </a:lnTo>
                  <a:lnTo>
                    <a:pt x="380241" y="568094"/>
                  </a:lnTo>
                  <a:lnTo>
                    <a:pt x="389991" y="568752"/>
                  </a:lnTo>
                  <a:lnTo>
                    <a:pt x="399741" y="575321"/>
                  </a:lnTo>
                  <a:lnTo>
                    <a:pt x="409491" y="561917"/>
                  </a:lnTo>
                  <a:lnTo>
                    <a:pt x="419241" y="556267"/>
                  </a:lnTo>
                  <a:lnTo>
                    <a:pt x="428991" y="540130"/>
                  </a:lnTo>
                  <a:lnTo>
                    <a:pt x="438741" y="531655"/>
                  </a:lnTo>
                  <a:lnTo>
                    <a:pt x="448491" y="549302"/>
                  </a:lnTo>
                  <a:lnTo>
                    <a:pt x="458241" y="522941"/>
                  </a:lnTo>
                  <a:lnTo>
                    <a:pt x="467991" y="548296"/>
                  </a:lnTo>
                  <a:lnTo>
                    <a:pt x="477740" y="574296"/>
                  </a:lnTo>
                  <a:lnTo>
                    <a:pt x="487490" y="588689"/>
                  </a:lnTo>
                  <a:lnTo>
                    <a:pt x="497239" y="551385"/>
                  </a:lnTo>
                  <a:lnTo>
                    <a:pt x="506989" y="530136"/>
                  </a:lnTo>
                  <a:lnTo>
                    <a:pt x="516738" y="523062"/>
                  </a:lnTo>
                  <a:lnTo>
                    <a:pt x="526488" y="490288"/>
                  </a:lnTo>
                  <a:lnTo>
                    <a:pt x="536238" y="488789"/>
                  </a:lnTo>
                  <a:lnTo>
                    <a:pt x="545988" y="476641"/>
                  </a:lnTo>
                  <a:lnTo>
                    <a:pt x="555738" y="446227"/>
                  </a:lnTo>
                  <a:lnTo>
                    <a:pt x="565488" y="468576"/>
                  </a:lnTo>
                  <a:lnTo>
                    <a:pt x="575238" y="446375"/>
                  </a:lnTo>
                  <a:lnTo>
                    <a:pt x="584988" y="435494"/>
                  </a:lnTo>
                  <a:lnTo>
                    <a:pt x="594738" y="468712"/>
                  </a:lnTo>
                  <a:lnTo>
                    <a:pt x="604488" y="425872"/>
                  </a:lnTo>
                  <a:lnTo>
                    <a:pt x="614237" y="407560"/>
                  </a:lnTo>
                  <a:lnTo>
                    <a:pt x="623987" y="380478"/>
                  </a:lnTo>
                  <a:lnTo>
                    <a:pt x="633736" y="353730"/>
                  </a:lnTo>
                  <a:lnTo>
                    <a:pt x="643486" y="333627"/>
                  </a:lnTo>
                  <a:lnTo>
                    <a:pt x="653236" y="322085"/>
                  </a:lnTo>
                  <a:lnTo>
                    <a:pt x="662985" y="279722"/>
                  </a:lnTo>
                  <a:lnTo>
                    <a:pt x="672735" y="271422"/>
                  </a:lnTo>
                  <a:lnTo>
                    <a:pt x="682485" y="266133"/>
                  </a:lnTo>
                  <a:lnTo>
                    <a:pt x="692235" y="255905"/>
                  </a:lnTo>
                  <a:lnTo>
                    <a:pt x="701985" y="296752"/>
                  </a:lnTo>
                  <a:lnTo>
                    <a:pt x="711735" y="315498"/>
                  </a:lnTo>
                  <a:lnTo>
                    <a:pt x="721485" y="299118"/>
                  </a:lnTo>
                  <a:lnTo>
                    <a:pt x="731235" y="303211"/>
                  </a:lnTo>
                  <a:lnTo>
                    <a:pt x="740985" y="323485"/>
                  </a:lnTo>
                  <a:lnTo>
                    <a:pt x="750734" y="328511"/>
                  </a:lnTo>
                  <a:lnTo>
                    <a:pt x="760484" y="311149"/>
                  </a:lnTo>
                  <a:lnTo>
                    <a:pt x="770233" y="302932"/>
                  </a:lnTo>
                  <a:lnTo>
                    <a:pt x="779983" y="317993"/>
                  </a:lnTo>
                  <a:lnTo>
                    <a:pt x="789733" y="330678"/>
                  </a:lnTo>
                  <a:lnTo>
                    <a:pt x="799482" y="317059"/>
                  </a:lnTo>
                  <a:lnTo>
                    <a:pt x="809232" y="328891"/>
                  </a:lnTo>
                  <a:lnTo>
                    <a:pt x="818982" y="307536"/>
                  </a:lnTo>
                  <a:lnTo>
                    <a:pt x="828732" y="341309"/>
                  </a:lnTo>
                  <a:lnTo>
                    <a:pt x="838482" y="376406"/>
                  </a:lnTo>
                  <a:lnTo>
                    <a:pt x="848232" y="367699"/>
                  </a:lnTo>
                  <a:lnTo>
                    <a:pt x="857982" y="374306"/>
                  </a:lnTo>
                  <a:lnTo>
                    <a:pt x="867732" y="357345"/>
                  </a:lnTo>
                  <a:lnTo>
                    <a:pt x="877482" y="355572"/>
                  </a:lnTo>
                  <a:lnTo>
                    <a:pt x="887231" y="343030"/>
                  </a:lnTo>
                  <a:lnTo>
                    <a:pt x="896981" y="321648"/>
                  </a:lnTo>
                  <a:lnTo>
                    <a:pt x="906730" y="350618"/>
                  </a:lnTo>
                  <a:lnTo>
                    <a:pt x="916480" y="356883"/>
                  </a:lnTo>
                  <a:lnTo>
                    <a:pt x="926230" y="370779"/>
                  </a:lnTo>
                  <a:lnTo>
                    <a:pt x="935979" y="366622"/>
                  </a:lnTo>
                  <a:lnTo>
                    <a:pt x="945729" y="371362"/>
                  </a:lnTo>
                  <a:lnTo>
                    <a:pt x="955479" y="370773"/>
                  </a:lnTo>
                  <a:lnTo>
                    <a:pt x="965229" y="340553"/>
                  </a:lnTo>
                  <a:lnTo>
                    <a:pt x="974979" y="345421"/>
                  </a:lnTo>
                  <a:lnTo>
                    <a:pt x="984729" y="332997"/>
                  </a:lnTo>
                  <a:lnTo>
                    <a:pt x="994474" y="374146"/>
                  </a:lnTo>
                  <a:lnTo>
                    <a:pt x="1004233" y="360316"/>
                  </a:lnTo>
                  <a:lnTo>
                    <a:pt x="1013977" y="333649"/>
                  </a:lnTo>
                  <a:lnTo>
                    <a:pt x="1023721" y="309918"/>
                  </a:lnTo>
                  <a:lnTo>
                    <a:pt x="1033480" y="298637"/>
                  </a:lnTo>
                  <a:lnTo>
                    <a:pt x="1043224" y="309561"/>
                  </a:lnTo>
                  <a:lnTo>
                    <a:pt x="1052983" y="269572"/>
                  </a:lnTo>
                  <a:lnTo>
                    <a:pt x="1062727" y="250827"/>
                  </a:lnTo>
                  <a:lnTo>
                    <a:pt x="1072471" y="254068"/>
                  </a:lnTo>
                  <a:lnTo>
                    <a:pt x="1082230" y="217914"/>
                  </a:lnTo>
                  <a:lnTo>
                    <a:pt x="1091973" y="195491"/>
                  </a:lnTo>
                  <a:lnTo>
                    <a:pt x="1101732" y="200680"/>
                  </a:lnTo>
                  <a:lnTo>
                    <a:pt x="1111476" y="202982"/>
                  </a:lnTo>
                  <a:lnTo>
                    <a:pt x="1121220" y="203683"/>
                  </a:lnTo>
                  <a:lnTo>
                    <a:pt x="1130979" y="204347"/>
                  </a:lnTo>
                  <a:lnTo>
                    <a:pt x="1140723" y="221658"/>
                  </a:lnTo>
                  <a:lnTo>
                    <a:pt x="1150482" y="232150"/>
                  </a:lnTo>
                  <a:lnTo>
                    <a:pt x="1160226" y="196725"/>
                  </a:lnTo>
                  <a:lnTo>
                    <a:pt x="1169969" y="200160"/>
                  </a:lnTo>
                  <a:lnTo>
                    <a:pt x="1179728" y="190454"/>
                  </a:lnTo>
                  <a:lnTo>
                    <a:pt x="1189472" y="179823"/>
                  </a:lnTo>
                  <a:lnTo>
                    <a:pt x="1199231" y="166641"/>
                  </a:lnTo>
                  <a:lnTo>
                    <a:pt x="1208975" y="185597"/>
                  </a:lnTo>
                  <a:lnTo>
                    <a:pt x="1218719" y="182802"/>
                  </a:lnTo>
                  <a:lnTo>
                    <a:pt x="1228478" y="171602"/>
                  </a:lnTo>
                  <a:lnTo>
                    <a:pt x="1238222" y="191690"/>
                  </a:lnTo>
                  <a:lnTo>
                    <a:pt x="1247966" y="153409"/>
                  </a:lnTo>
                  <a:lnTo>
                    <a:pt x="1257725" y="124037"/>
                  </a:lnTo>
                  <a:lnTo>
                    <a:pt x="1267469" y="147138"/>
                  </a:lnTo>
                  <a:lnTo>
                    <a:pt x="1277227" y="130250"/>
                  </a:lnTo>
                  <a:lnTo>
                    <a:pt x="1286971" y="109324"/>
                  </a:lnTo>
                  <a:lnTo>
                    <a:pt x="1296715" y="97918"/>
                  </a:lnTo>
                  <a:lnTo>
                    <a:pt x="1306474" y="100713"/>
                  </a:lnTo>
                  <a:lnTo>
                    <a:pt x="1316218" y="120896"/>
                  </a:lnTo>
                  <a:lnTo>
                    <a:pt x="1325977" y="163075"/>
                  </a:lnTo>
                  <a:lnTo>
                    <a:pt x="1335721" y="171665"/>
                  </a:lnTo>
                  <a:lnTo>
                    <a:pt x="1345465" y="123308"/>
                  </a:lnTo>
                  <a:lnTo>
                    <a:pt x="1355224" y="143485"/>
                  </a:lnTo>
                  <a:lnTo>
                    <a:pt x="1364967" y="127488"/>
                  </a:lnTo>
                  <a:lnTo>
                    <a:pt x="1374726" y="122417"/>
                  </a:lnTo>
                  <a:lnTo>
                    <a:pt x="1384470" y="126187"/>
                  </a:lnTo>
                  <a:lnTo>
                    <a:pt x="1394214" y="153479"/>
                  </a:lnTo>
                  <a:lnTo>
                    <a:pt x="1403973" y="137491"/>
                  </a:lnTo>
                  <a:lnTo>
                    <a:pt x="1413717" y="95753"/>
                  </a:lnTo>
                  <a:lnTo>
                    <a:pt x="1423476" y="97416"/>
                  </a:lnTo>
                  <a:lnTo>
                    <a:pt x="1433220" y="111830"/>
                  </a:lnTo>
                  <a:lnTo>
                    <a:pt x="1442964" y="118219"/>
                  </a:lnTo>
                  <a:lnTo>
                    <a:pt x="1452722" y="89896"/>
                  </a:lnTo>
                  <a:lnTo>
                    <a:pt x="1462466" y="72212"/>
                  </a:lnTo>
                  <a:lnTo>
                    <a:pt x="1472225" y="87463"/>
                  </a:lnTo>
                  <a:lnTo>
                    <a:pt x="1481969" y="78819"/>
                  </a:lnTo>
                  <a:lnTo>
                    <a:pt x="1491713" y="94917"/>
                  </a:lnTo>
                  <a:lnTo>
                    <a:pt x="1501472" y="90328"/>
                  </a:lnTo>
                  <a:lnTo>
                    <a:pt x="1511216" y="83297"/>
                  </a:lnTo>
                  <a:lnTo>
                    <a:pt x="1520960" y="75583"/>
                  </a:lnTo>
                  <a:lnTo>
                    <a:pt x="1530719" y="69276"/>
                  </a:lnTo>
                  <a:lnTo>
                    <a:pt x="1540463" y="47924"/>
                  </a:lnTo>
                  <a:lnTo>
                    <a:pt x="1550221" y="52629"/>
                  </a:lnTo>
                  <a:lnTo>
                    <a:pt x="1559965" y="25012"/>
                  </a:lnTo>
                  <a:lnTo>
                    <a:pt x="1569709" y="9957"/>
                  </a:lnTo>
                  <a:lnTo>
                    <a:pt x="1579468" y="30783"/>
                  </a:lnTo>
                  <a:lnTo>
                    <a:pt x="1589212" y="10541"/>
                  </a:lnTo>
                  <a:lnTo>
                    <a:pt x="1598971" y="37907"/>
                  </a:lnTo>
                  <a:lnTo>
                    <a:pt x="1608715" y="33244"/>
                  </a:lnTo>
                  <a:lnTo>
                    <a:pt x="1618459" y="53508"/>
                  </a:lnTo>
                  <a:lnTo>
                    <a:pt x="1628218" y="82643"/>
                  </a:lnTo>
                  <a:lnTo>
                    <a:pt x="1637962" y="60964"/>
                  </a:lnTo>
                  <a:lnTo>
                    <a:pt x="1647720" y="83205"/>
                  </a:lnTo>
                  <a:lnTo>
                    <a:pt x="1657464" y="38201"/>
                  </a:lnTo>
                  <a:lnTo>
                    <a:pt x="1667208" y="52193"/>
                  </a:lnTo>
                  <a:lnTo>
                    <a:pt x="1676967" y="79951"/>
                  </a:lnTo>
                  <a:lnTo>
                    <a:pt x="1686711" y="88038"/>
                  </a:lnTo>
                  <a:lnTo>
                    <a:pt x="1696470" y="61457"/>
                  </a:lnTo>
                  <a:lnTo>
                    <a:pt x="1706214" y="69581"/>
                  </a:lnTo>
                  <a:lnTo>
                    <a:pt x="1715958" y="56601"/>
                  </a:lnTo>
                  <a:lnTo>
                    <a:pt x="1725716" y="35045"/>
                  </a:lnTo>
                  <a:lnTo>
                    <a:pt x="1735460" y="73775"/>
                  </a:lnTo>
                  <a:lnTo>
                    <a:pt x="1745219" y="26952"/>
                  </a:lnTo>
                  <a:lnTo>
                    <a:pt x="1754963" y="20704"/>
                  </a:lnTo>
                  <a:lnTo>
                    <a:pt x="1764707" y="44578"/>
                  </a:lnTo>
                  <a:lnTo>
                    <a:pt x="1774466" y="66070"/>
                  </a:lnTo>
                  <a:lnTo>
                    <a:pt x="1784210" y="34855"/>
                  </a:lnTo>
                  <a:lnTo>
                    <a:pt x="1793969" y="42748"/>
                  </a:lnTo>
                  <a:lnTo>
                    <a:pt x="1803713" y="42660"/>
                  </a:lnTo>
                  <a:lnTo>
                    <a:pt x="1813457" y="30030"/>
                  </a:lnTo>
                  <a:lnTo>
                    <a:pt x="1823215" y="34272"/>
                  </a:lnTo>
                  <a:lnTo>
                    <a:pt x="1832959" y="0"/>
                  </a:lnTo>
                  <a:lnTo>
                    <a:pt x="1842703" y="8506"/>
                  </a:lnTo>
                  <a:lnTo>
                    <a:pt x="1852462" y="22949"/>
                  </a:lnTo>
                  <a:lnTo>
                    <a:pt x="1862206" y="51752"/>
                  </a:lnTo>
                  <a:lnTo>
                    <a:pt x="1871965" y="46912"/>
                  </a:lnTo>
                  <a:lnTo>
                    <a:pt x="1881709" y="66149"/>
                  </a:lnTo>
                  <a:lnTo>
                    <a:pt x="1891453" y="71649"/>
                  </a:lnTo>
                  <a:lnTo>
                    <a:pt x="1901212" y="92743"/>
                  </a:lnTo>
                  <a:lnTo>
                    <a:pt x="1910956" y="128952"/>
                  </a:lnTo>
                  <a:lnTo>
                    <a:pt x="1920714" y="159105"/>
                  </a:lnTo>
                  <a:lnTo>
                    <a:pt x="1930458" y="137057"/>
                  </a:lnTo>
                  <a:lnTo>
                    <a:pt x="1940202" y="120350"/>
                  </a:lnTo>
                  <a:lnTo>
                    <a:pt x="1949961" y="87064"/>
                  </a:lnTo>
                  <a:lnTo>
                    <a:pt x="1959705" y="54894"/>
                  </a:lnTo>
                  <a:lnTo>
                    <a:pt x="1969464" y="57894"/>
                  </a:lnTo>
                  <a:lnTo>
                    <a:pt x="1979208" y="41853"/>
                  </a:lnTo>
                  <a:lnTo>
                    <a:pt x="1988952" y="27664"/>
                  </a:lnTo>
                  <a:lnTo>
                    <a:pt x="1998711" y="75046"/>
                  </a:lnTo>
                  <a:lnTo>
                    <a:pt x="2008454" y="85994"/>
                  </a:lnTo>
                  <a:lnTo>
                    <a:pt x="2018213" y="77704"/>
                  </a:lnTo>
                  <a:lnTo>
                    <a:pt x="2027957" y="72856"/>
                  </a:lnTo>
                  <a:lnTo>
                    <a:pt x="2037701" y="86790"/>
                  </a:lnTo>
                  <a:lnTo>
                    <a:pt x="2047460" y="71782"/>
                  </a:lnTo>
                  <a:lnTo>
                    <a:pt x="2057204" y="73869"/>
                  </a:lnTo>
                  <a:lnTo>
                    <a:pt x="2066963" y="77801"/>
                  </a:lnTo>
                  <a:lnTo>
                    <a:pt x="2076707" y="44387"/>
                  </a:lnTo>
                  <a:lnTo>
                    <a:pt x="2086451" y="17146"/>
                  </a:lnTo>
                  <a:lnTo>
                    <a:pt x="2096210" y="34186"/>
                  </a:lnTo>
                  <a:lnTo>
                    <a:pt x="2105954" y="27976"/>
                  </a:lnTo>
                  <a:lnTo>
                    <a:pt x="2115697" y="25552"/>
                  </a:lnTo>
                  <a:lnTo>
                    <a:pt x="2125456" y="14951"/>
                  </a:lnTo>
                  <a:lnTo>
                    <a:pt x="2135200" y="23429"/>
                  </a:lnTo>
                  <a:lnTo>
                    <a:pt x="2144959" y="17187"/>
                  </a:lnTo>
                  <a:lnTo>
                    <a:pt x="2154703" y="8571"/>
                  </a:lnTo>
                  <a:lnTo>
                    <a:pt x="2164447" y="46795"/>
                  </a:lnTo>
                  <a:lnTo>
                    <a:pt x="2174206" y="78744"/>
                  </a:lnTo>
                  <a:lnTo>
                    <a:pt x="2183950" y="104296"/>
                  </a:lnTo>
                  <a:lnTo>
                    <a:pt x="2193709" y="92348"/>
                  </a:lnTo>
                  <a:lnTo>
                    <a:pt x="2203452" y="67884"/>
                  </a:lnTo>
                  <a:lnTo>
                    <a:pt x="2213196" y="88510"/>
                  </a:lnTo>
                  <a:lnTo>
                    <a:pt x="2222955" y="104217"/>
                  </a:lnTo>
                  <a:lnTo>
                    <a:pt x="2232699" y="92996"/>
                  </a:lnTo>
                  <a:lnTo>
                    <a:pt x="2242458" y="103934"/>
                  </a:lnTo>
                  <a:lnTo>
                    <a:pt x="2252202" y="113374"/>
                  </a:lnTo>
                  <a:lnTo>
                    <a:pt x="2261946" y="113958"/>
                  </a:lnTo>
                  <a:lnTo>
                    <a:pt x="2271705" y="153957"/>
                  </a:lnTo>
                  <a:lnTo>
                    <a:pt x="2281449" y="184360"/>
                  </a:lnTo>
                  <a:lnTo>
                    <a:pt x="2291208" y="203686"/>
                  </a:lnTo>
                  <a:lnTo>
                    <a:pt x="2300951" y="209731"/>
                  </a:lnTo>
                  <a:lnTo>
                    <a:pt x="2310695" y="174996"/>
                  </a:lnTo>
                  <a:lnTo>
                    <a:pt x="2320454" y="208052"/>
                  </a:lnTo>
                  <a:lnTo>
                    <a:pt x="2330198" y="239544"/>
                  </a:lnTo>
                  <a:lnTo>
                    <a:pt x="2339957" y="253320"/>
                  </a:lnTo>
                  <a:lnTo>
                    <a:pt x="2349701" y="235955"/>
                  </a:lnTo>
                  <a:lnTo>
                    <a:pt x="2359445" y="244278"/>
                  </a:lnTo>
                  <a:lnTo>
                    <a:pt x="2369204" y="262097"/>
                  </a:lnTo>
                  <a:lnTo>
                    <a:pt x="2378948" y="281829"/>
                  </a:lnTo>
                  <a:lnTo>
                    <a:pt x="2388692" y="262799"/>
                  </a:lnTo>
                  <a:lnTo>
                    <a:pt x="2398450" y="300782"/>
                  </a:lnTo>
                  <a:lnTo>
                    <a:pt x="2408194" y="282988"/>
                  </a:lnTo>
                  <a:lnTo>
                    <a:pt x="2417953" y="285108"/>
                  </a:lnTo>
                  <a:lnTo>
                    <a:pt x="2427697" y="308917"/>
                  </a:lnTo>
                  <a:lnTo>
                    <a:pt x="2437441" y="317758"/>
                  </a:lnTo>
                  <a:lnTo>
                    <a:pt x="2447200" y="296277"/>
                  </a:lnTo>
                  <a:lnTo>
                    <a:pt x="2456944" y="320319"/>
                  </a:lnTo>
                  <a:lnTo>
                    <a:pt x="2466703" y="284933"/>
                  </a:lnTo>
                  <a:lnTo>
                    <a:pt x="2476446" y="278988"/>
                  </a:lnTo>
                  <a:lnTo>
                    <a:pt x="2486190" y="270057"/>
                  </a:lnTo>
                  <a:lnTo>
                    <a:pt x="2495949" y="288854"/>
                  </a:lnTo>
                  <a:lnTo>
                    <a:pt x="2505693" y="269792"/>
                  </a:lnTo>
                  <a:lnTo>
                    <a:pt x="2515452" y="280071"/>
                  </a:lnTo>
                  <a:lnTo>
                    <a:pt x="2525196" y="279910"/>
                  </a:lnTo>
                  <a:lnTo>
                    <a:pt x="2534940" y="241274"/>
                  </a:lnTo>
                  <a:lnTo>
                    <a:pt x="2544699" y="222014"/>
                  </a:lnTo>
                  <a:lnTo>
                    <a:pt x="2554443" y="206291"/>
                  </a:lnTo>
                  <a:lnTo>
                    <a:pt x="2564202" y="233626"/>
                  </a:lnTo>
                  <a:lnTo>
                    <a:pt x="2573946" y="211038"/>
                  </a:lnTo>
                  <a:lnTo>
                    <a:pt x="2583690" y="192787"/>
                  </a:lnTo>
                  <a:lnTo>
                    <a:pt x="2593448" y="209861"/>
                  </a:lnTo>
                  <a:lnTo>
                    <a:pt x="2603192" y="204489"/>
                  </a:lnTo>
                  <a:lnTo>
                    <a:pt x="2612951" y="205132"/>
                  </a:lnTo>
                  <a:lnTo>
                    <a:pt x="2622695" y="184889"/>
                  </a:lnTo>
                  <a:lnTo>
                    <a:pt x="2632439" y="160711"/>
                  </a:lnTo>
                  <a:lnTo>
                    <a:pt x="2642198" y="146402"/>
                  </a:lnTo>
                  <a:lnTo>
                    <a:pt x="2651942" y="142093"/>
                  </a:lnTo>
                  <a:lnTo>
                    <a:pt x="2661685" y="161571"/>
                  </a:lnTo>
                  <a:lnTo>
                    <a:pt x="2671444" y="172296"/>
                  </a:lnTo>
                  <a:lnTo>
                    <a:pt x="2681188" y="151475"/>
                  </a:lnTo>
                  <a:lnTo>
                    <a:pt x="2690947" y="173421"/>
                  </a:lnTo>
                  <a:lnTo>
                    <a:pt x="2700691" y="119082"/>
                  </a:lnTo>
                  <a:lnTo>
                    <a:pt x="2710435" y="145071"/>
                  </a:lnTo>
                  <a:lnTo>
                    <a:pt x="2720194" y="121678"/>
                  </a:lnTo>
                  <a:lnTo>
                    <a:pt x="2729938" y="136005"/>
                  </a:lnTo>
                  <a:lnTo>
                    <a:pt x="2739697" y="157204"/>
                  </a:lnTo>
                  <a:lnTo>
                    <a:pt x="2749441" y="161340"/>
                  </a:lnTo>
                  <a:lnTo>
                    <a:pt x="2759185" y="139227"/>
                  </a:lnTo>
                  <a:lnTo>
                    <a:pt x="2768943" y="142661"/>
                  </a:lnTo>
                  <a:lnTo>
                    <a:pt x="2778687" y="139651"/>
                  </a:lnTo>
                  <a:lnTo>
                    <a:pt x="2788446" y="152892"/>
                  </a:lnTo>
                  <a:lnTo>
                    <a:pt x="2798190" y="125832"/>
                  </a:lnTo>
                  <a:lnTo>
                    <a:pt x="2807934" y="138009"/>
                  </a:lnTo>
                  <a:lnTo>
                    <a:pt x="2817693" y="124652"/>
                  </a:lnTo>
                  <a:lnTo>
                    <a:pt x="2827437" y="129934"/>
                  </a:lnTo>
                  <a:lnTo>
                    <a:pt x="2837196" y="151673"/>
                  </a:lnTo>
                  <a:lnTo>
                    <a:pt x="2846940" y="158326"/>
                  </a:lnTo>
                  <a:lnTo>
                    <a:pt x="2856684" y="139450"/>
                  </a:lnTo>
                  <a:lnTo>
                    <a:pt x="2866442" y="139237"/>
                  </a:lnTo>
                  <a:lnTo>
                    <a:pt x="2876186" y="116279"/>
                  </a:lnTo>
                  <a:lnTo>
                    <a:pt x="2885945" y="109478"/>
                  </a:lnTo>
                  <a:lnTo>
                    <a:pt x="2895689" y="102800"/>
                  </a:lnTo>
                  <a:lnTo>
                    <a:pt x="2905433" y="113716"/>
                  </a:lnTo>
                  <a:lnTo>
                    <a:pt x="2915192" y="8537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6" name="Freeform 1235">
              <a:extLst>
                <a:ext uri="{FF2B5EF4-FFF2-40B4-BE49-F238E27FC236}">
                  <a16:creationId xmlns:a16="http://schemas.microsoft.com/office/drawing/2014/main" id="{AC45A92B-5718-7AF6-820A-17A2ACDEA6AE}"/>
                </a:ext>
              </a:extLst>
            </p:cNvPr>
            <p:cNvSpPr/>
            <p:nvPr/>
          </p:nvSpPr>
          <p:spPr>
            <a:xfrm>
              <a:off x="4426652" y="3567192"/>
              <a:ext cx="2915191" cy="655470"/>
            </a:xfrm>
            <a:custGeom>
              <a:avLst/>
              <a:gdLst>
                <a:gd name="connsiteX0" fmla="*/ 0 w 2915191"/>
                <a:gd name="connsiteY0" fmla="*/ 434541 h 655470"/>
                <a:gd name="connsiteX1" fmla="*/ 9750 w 2915191"/>
                <a:gd name="connsiteY1" fmla="*/ 440423 h 655470"/>
                <a:gd name="connsiteX2" fmla="*/ 19500 w 2915191"/>
                <a:gd name="connsiteY2" fmla="*/ 418180 h 655470"/>
                <a:gd name="connsiteX3" fmla="*/ 29250 w 2915191"/>
                <a:gd name="connsiteY3" fmla="*/ 407451 h 655470"/>
                <a:gd name="connsiteX4" fmla="*/ 39000 w 2915191"/>
                <a:gd name="connsiteY4" fmla="*/ 370034 h 655470"/>
                <a:gd name="connsiteX5" fmla="*/ 48749 w 2915191"/>
                <a:gd name="connsiteY5" fmla="*/ 334460 h 655470"/>
                <a:gd name="connsiteX6" fmla="*/ 58499 w 2915191"/>
                <a:gd name="connsiteY6" fmla="*/ 364831 h 655470"/>
                <a:gd name="connsiteX7" fmla="*/ 68249 w 2915191"/>
                <a:gd name="connsiteY7" fmla="*/ 323295 h 655470"/>
                <a:gd name="connsiteX8" fmla="*/ 77998 w 2915191"/>
                <a:gd name="connsiteY8" fmla="*/ 259817 h 655470"/>
                <a:gd name="connsiteX9" fmla="*/ 87748 w 2915191"/>
                <a:gd name="connsiteY9" fmla="*/ 307789 h 655470"/>
                <a:gd name="connsiteX10" fmla="*/ 97497 w 2915191"/>
                <a:gd name="connsiteY10" fmla="*/ 339074 h 655470"/>
                <a:gd name="connsiteX11" fmla="*/ 107247 w 2915191"/>
                <a:gd name="connsiteY11" fmla="*/ 331152 h 655470"/>
                <a:gd name="connsiteX12" fmla="*/ 116997 w 2915191"/>
                <a:gd name="connsiteY12" fmla="*/ 348574 h 655470"/>
                <a:gd name="connsiteX13" fmla="*/ 126747 w 2915191"/>
                <a:gd name="connsiteY13" fmla="*/ 374958 h 655470"/>
                <a:gd name="connsiteX14" fmla="*/ 136497 w 2915191"/>
                <a:gd name="connsiteY14" fmla="*/ 418825 h 655470"/>
                <a:gd name="connsiteX15" fmla="*/ 146247 w 2915191"/>
                <a:gd name="connsiteY15" fmla="*/ 417453 h 655470"/>
                <a:gd name="connsiteX16" fmla="*/ 155997 w 2915191"/>
                <a:gd name="connsiteY16" fmla="*/ 434368 h 655470"/>
                <a:gd name="connsiteX17" fmla="*/ 165747 w 2915191"/>
                <a:gd name="connsiteY17" fmla="*/ 452919 h 655470"/>
                <a:gd name="connsiteX18" fmla="*/ 175497 w 2915191"/>
                <a:gd name="connsiteY18" fmla="*/ 461292 h 655470"/>
                <a:gd name="connsiteX19" fmla="*/ 185247 w 2915191"/>
                <a:gd name="connsiteY19" fmla="*/ 470053 h 655470"/>
                <a:gd name="connsiteX20" fmla="*/ 194996 w 2915191"/>
                <a:gd name="connsiteY20" fmla="*/ 471185 h 655470"/>
                <a:gd name="connsiteX21" fmla="*/ 204746 w 2915191"/>
                <a:gd name="connsiteY21" fmla="*/ 437108 h 655470"/>
                <a:gd name="connsiteX22" fmla="*/ 214495 w 2915191"/>
                <a:gd name="connsiteY22" fmla="*/ 470440 h 655470"/>
                <a:gd name="connsiteX23" fmla="*/ 224245 w 2915191"/>
                <a:gd name="connsiteY23" fmla="*/ 479841 h 655470"/>
                <a:gd name="connsiteX24" fmla="*/ 233995 w 2915191"/>
                <a:gd name="connsiteY24" fmla="*/ 464674 h 655470"/>
                <a:gd name="connsiteX25" fmla="*/ 243744 w 2915191"/>
                <a:gd name="connsiteY25" fmla="*/ 517655 h 655470"/>
                <a:gd name="connsiteX26" fmla="*/ 253494 w 2915191"/>
                <a:gd name="connsiteY26" fmla="*/ 507449 h 655470"/>
                <a:gd name="connsiteX27" fmla="*/ 263244 w 2915191"/>
                <a:gd name="connsiteY27" fmla="*/ 532092 h 655470"/>
                <a:gd name="connsiteX28" fmla="*/ 272994 w 2915191"/>
                <a:gd name="connsiteY28" fmla="*/ 531526 h 655470"/>
                <a:gd name="connsiteX29" fmla="*/ 282744 w 2915191"/>
                <a:gd name="connsiteY29" fmla="*/ 539109 h 655470"/>
                <a:gd name="connsiteX30" fmla="*/ 292494 w 2915191"/>
                <a:gd name="connsiteY30" fmla="*/ 543356 h 655470"/>
                <a:gd name="connsiteX31" fmla="*/ 302244 w 2915191"/>
                <a:gd name="connsiteY31" fmla="*/ 554753 h 655470"/>
                <a:gd name="connsiteX32" fmla="*/ 311994 w 2915191"/>
                <a:gd name="connsiteY32" fmla="*/ 567060 h 655470"/>
                <a:gd name="connsiteX33" fmla="*/ 321744 w 2915191"/>
                <a:gd name="connsiteY33" fmla="*/ 546201 h 655470"/>
                <a:gd name="connsiteX34" fmla="*/ 331493 w 2915191"/>
                <a:gd name="connsiteY34" fmla="*/ 525581 h 655470"/>
                <a:gd name="connsiteX35" fmla="*/ 341243 w 2915191"/>
                <a:gd name="connsiteY35" fmla="*/ 548645 h 655470"/>
                <a:gd name="connsiteX36" fmla="*/ 350993 w 2915191"/>
                <a:gd name="connsiteY36" fmla="*/ 539422 h 655470"/>
                <a:gd name="connsiteX37" fmla="*/ 360742 w 2915191"/>
                <a:gd name="connsiteY37" fmla="*/ 562545 h 655470"/>
                <a:gd name="connsiteX38" fmla="*/ 370492 w 2915191"/>
                <a:gd name="connsiteY38" fmla="*/ 589825 h 655470"/>
                <a:gd name="connsiteX39" fmla="*/ 380241 w 2915191"/>
                <a:gd name="connsiteY39" fmla="*/ 611429 h 655470"/>
                <a:gd name="connsiteX40" fmla="*/ 389991 w 2915191"/>
                <a:gd name="connsiteY40" fmla="*/ 590868 h 655470"/>
                <a:gd name="connsiteX41" fmla="*/ 399741 w 2915191"/>
                <a:gd name="connsiteY41" fmla="*/ 600940 h 655470"/>
                <a:gd name="connsiteX42" fmla="*/ 409491 w 2915191"/>
                <a:gd name="connsiteY42" fmla="*/ 569682 h 655470"/>
                <a:gd name="connsiteX43" fmla="*/ 419241 w 2915191"/>
                <a:gd name="connsiteY43" fmla="*/ 548511 h 655470"/>
                <a:gd name="connsiteX44" fmla="*/ 428991 w 2915191"/>
                <a:gd name="connsiteY44" fmla="*/ 526982 h 655470"/>
                <a:gd name="connsiteX45" fmla="*/ 438741 w 2915191"/>
                <a:gd name="connsiteY45" fmla="*/ 490613 h 655470"/>
                <a:gd name="connsiteX46" fmla="*/ 448491 w 2915191"/>
                <a:gd name="connsiteY46" fmla="*/ 554023 h 655470"/>
                <a:gd name="connsiteX47" fmla="*/ 458241 w 2915191"/>
                <a:gd name="connsiteY47" fmla="*/ 534178 h 655470"/>
                <a:gd name="connsiteX48" fmla="*/ 467991 w 2915191"/>
                <a:gd name="connsiteY48" fmla="*/ 505259 h 655470"/>
                <a:gd name="connsiteX49" fmla="*/ 477740 w 2915191"/>
                <a:gd name="connsiteY49" fmla="*/ 492192 h 655470"/>
                <a:gd name="connsiteX50" fmla="*/ 487490 w 2915191"/>
                <a:gd name="connsiteY50" fmla="*/ 472243 h 655470"/>
                <a:gd name="connsiteX51" fmla="*/ 497239 w 2915191"/>
                <a:gd name="connsiteY51" fmla="*/ 486084 h 655470"/>
                <a:gd name="connsiteX52" fmla="*/ 506989 w 2915191"/>
                <a:gd name="connsiteY52" fmla="*/ 518623 h 655470"/>
                <a:gd name="connsiteX53" fmla="*/ 516738 w 2915191"/>
                <a:gd name="connsiteY53" fmla="*/ 531094 h 655470"/>
                <a:gd name="connsiteX54" fmla="*/ 526488 w 2915191"/>
                <a:gd name="connsiteY54" fmla="*/ 521230 h 655470"/>
                <a:gd name="connsiteX55" fmla="*/ 536238 w 2915191"/>
                <a:gd name="connsiteY55" fmla="*/ 557346 h 655470"/>
                <a:gd name="connsiteX56" fmla="*/ 545988 w 2915191"/>
                <a:gd name="connsiteY56" fmla="*/ 577042 h 655470"/>
                <a:gd name="connsiteX57" fmla="*/ 555738 w 2915191"/>
                <a:gd name="connsiteY57" fmla="*/ 618163 h 655470"/>
                <a:gd name="connsiteX58" fmla="*/ 565488 w 2915191"/>
                <a:gd name="connsiteY58" fmla="*/ 629963 h 655470"/>
                <a:gd name="connsiteX59" fmla="*/ 575238 w 2915191"/>
                <a:gd name="connsiteY59" fmla="*/ 641152 h 655470"/>
                <a:gd name="connsiteX60" fmla="*/ 584988 w 2915191"/>
                <a:gd name="connsiteY60" fmla="*/ 634940 h 655470"/>
                <a:gd name="connsiteX61" fmla="*/ 594738 w 2915191"/>
                <a:gd name="connsiteY61" fmla="*/ 609507 h 655470"/>
                <a:gd name="connsiteX62" fmla="*/ 604488 w 2915191"/>
                <a:gd name="connsiteY62" fmla="*/ 628890 h 655470"/>
                <a:gd name="connsiteX63" fmla="*/ 614237 w 2915191"/>
                <a:gd name="connsiteY63" fmla="*/ 649585 h 655470"/>
                <a:gd name="connsiteX64" fmla="*/ 623987 w 2915191"/>
                <a:gd name="connsiteY64" fmla="*/ 646903 h 655470"/>
                <a:gd name="connsiteX65" fmla="*/ 633736 w 2915191"/>
                <a:gd name="connsiteY65" fmla="*/ 610937 h 655470"/>
                <a:gd name="connsiteX66" fmla="*/ 643486 w 2915191"/>
                <a:gd name="connsiteY66" fmla="*/ 624629 h 655470"/>
                <a:gd name="connsiteX67" fmla="*/ 653236 w 2915191"/>
                <a:gd name="connsiteY67" fmla="*/ 638158 h 655470"/>
                <a:gd name="connsiteX68" fmla="*/ 662985 w 2915191"/>
                <a:gd name="connsiteY68" fmla="*/ 638292 h 655470"/>
                <a:gd name="connsiteX69" fmla="*/ 672735 w 2915191"/>
                <a:gd name="connsiteY69" fmla="*/ 655470 h 655470"/>
                <a:gd name="connsiteX70" fmla="*/ 682485 w 2915191"/>
                <a:gd name="connsiteY70" fmla="*/ 628637 h 655470"/>
                <a:gd name="connsiteX71" fmla="*/ 692235 w 2915191"/>
                <a:gd name="connsiteY71" fmla="*/ 585356 h 655470"/>
                <a:gd name="connsiteX72" fmla="*/ 701985 w 2915191"/>
                <a:gd name="connsiteY72" fmla="*/ 573243 h 655470"/>
                <a:gd name="connsiteX73" fmla="*/ 711735 w 2915191"/>
                <a:gd name="connsiteY73" fmla="*/ 557659 h 655470"/>
                <a:gd name="connsiteX74" fmla="*/ 721485 w 2915191"/>
                <a:gd name="connsiteY74" fmla="*/ 571276 h 655470"/>
                <a:gd name="connsiteX75" fmla="*/ 731235 w 2915191"/>
                <a:gd name="connsiteY75" fmla="*/ 554664 h 655470"/>
                <a:gd name="connsiteX76" fmla="*/ 740985 w 2915191"/>
                <a:gd name="connsiteY76" fmla="*/ 540048 h 655470"/>
                <a:gd name="connsiteX77" fmla="*/ 750734 w 2915191"/>
                <a:gd name="connsiteY77" fmla="*/ 577057 h 655470"/>
                <a:gd name="connsiteX78" fmla="*/ 760484 w 2915191"/>
                <a:gd name="connsiteY78" fmla="*/ 605589 h 655470"/>
                <a:gd name="connsiteX79" fmla="*/ 770233 w 2915191"/>
                <a:gd name="connsiteY79" fmla="*/ 577742 h 655470"/>
                <a:gd name="connsiteX80" fmla="*/ 779983 w 2915191"/>
                <a:gd name="connsiteY80" fmla="*/ 589676 h 655470"/>
                <a:gd name="connsiteX81" fmla="*/ 789733 w 2915191"/>
                <a:gd name="connsiteY81" fmla="*/ 591420 h 655470"/>
                <a:gd name="connsiteX82" fmla="*/ 799482 w 2915191"/>
                <a:gd name="connsiteY82" fmla="*/ 578398 h 655470"/>
                <a:gd name="connsiteX83" fmla="*/ 809232 w 2915191"/>
                <a:gd name="connsiteY83" fmla="*/ 552414 h 655470"/>
                <a:gd name="connsiteX84" fmla="*/ 818982 w 2915191"/>
                <a:gd name="connsiteY84" fmla="*/ 549851 h 655470"/>
                <a:gd name="connsiteX85" fmla="*/ 828732 w 2915191"/>
                <a:gd name="connsiteY85" fmla="*/ 563454 h 655470"/>
                <a:gd name="connsiteX86" fmla="*/ 838482 w 2915191"/>
                <a:gd name="connsiteY86" fmla="*/ 541210 h 655470"/>
                <a:gd name="connsiteX87" fmla="*/ 848232 w 2915191"/>
                <a:gd name="connsiteY87" fmla="*/ 520798 h 655470"/>
                <a:gd name="connsiteX88" fmla="*/ 857982 w 2915191"/>
                <a:gd name="connsiteY88" fmla="*/ 516671 h 655470"/>
                <a:gd name="connsiteX89" fmla="*/ 867732 w 2915191"/>
                <a:gd name="connsiteY89" fmla="*/ 530855 h 655470"/>
                <a:gd name="connsiteX90" fmla="*/ 877482 w 2915191"/>
                <a:gd name="connsiteY90" fmla="*/ 526847 h 655470"/>
                <a:gd name="connsiteX91" fmla="*/ 887231 w 2915191"/>
                <a:gd name="connsiteY91" fmla="*/ 516075 h 655470"/>
                <a:gd name="connsiteX92" fmla="*/ 896981 w 2915191"/>
                <a:gd name="connsiteY92" fmla="*/ 528561 h 655470"/>
                <a:gd name="connsiteX93" fmla="*/ 906730 w 2915191"/>
                <a:gd name="connsiteY93" fmla="*/ 557807 h 655470"/>
                <a:gd name="connsiteX94" fmla="*/ 916480 w 2915191"/>
                <a:gd name="connsiteY94" fmla="*/ 552980 h 655470"/>
                <a:gd name="connsiteX95" fmla="*/ 926230 w 2915191"/>
                <a:gd name="connsiteY95" fmla="*/ 560653 h 655470"/>
                <a:gd name="connsiteX96" fmla="*/ 935979 w 2915191"/>
                <a:gd name="connsiteY96" fmla="*/ 563648 h 655470"/>
                <a:gd name="connsiteX97" fmla="*/ 945729 w 2915191"/>
                <a:gd name="connsiteY97" fmla="*/ 519189 h 655470"/>
                <a:gd name="connsiteX98" fmla="*/ 955479 w 2915191"/>
                <a:gd name="connsiteY98" fmla="*/ 509952 h 655470"/>
                <a:gd name="connsiteX99" fmla="*/ 965229 w 2915191"/>
                <a:gd name="connsiteY99" fmla="*/ 516925 h 655470"/>
                <a:gd name="connsiteX100" fmla="*/ 974979 w 2915191"/>
                <a:gd name="connsiteY100" fmla="*/ 518891 h 655470"/>
                <a:gd name="connsiteX101" fmla="*/ 984729 w 2915191"/>
                <a:gd name="connsiteY101" fmla="*/ 507896 h 655470"/>
                <a:gd name="connsiteX102" fmla="*/ 994474 w 2915191"/>
                <a:gd name="connsiteY102" fmla="*/ 501385 h 655470"/>
                <a:gd name="connsiteX103" fmla="*/ 1004233 w 2915191"/>
                <a:gd name="connsiteY103" fmla="*/ 481763 h 655470"/>
                <a:gd name="connsiteX104" fmla="*/ 1013977 w 2915191"/>
                <a:gd name="connsiteY104" fmla="*/ 488006 h 655470"/>
                <a:gd name="connsiteX105" fmla="*/ 1023721 w 2915191"/>
                <a:gd name="connsiteY105" fmla="*/ 512261 h 655470"/>
                <a:gd name="connsiteX106" fmla="*/ 1033480 w 2915191"/>
                <a:gd name="connsiteY106" fmla="*/ 473956 h 655470"/>
                <a:gd name="connsiteX107" fmla="*/ 1043224 w 2915191"/>
                <a:gd name="connsiteY107" fmla="*/ 411553 h 655470"/>
                <a:gd name="connsiteX108" fmla="*/ 1052983 w 2915191"/>
                <a:gd name="connsiteY108" fmla="*/ 381542 h 655470"/>
                <a:gd name="connsiteX109" fmla="*/ 1062727 w 2915191"/>
                <a:gd name="connsiteY109" fmla="*/ 367180 h 655470"/>
                <a:gd name="connsiteX110" fmla="*/ 1072471 w 2915191"/>
                <a:gd name="connsiteY110" fmla="*/ 369818 h 655470"/>
                <a:gd name="connsiteX111" fmla="*/ 1082230 w 2915191"/>
                <a:gd name="connsiteY111" fmla="*/ 359645 h 655470"/>
                <a:gd name="connsiteX112" fmla="*/ 1091973 w 2915191"/>
                <a:gd name="connsiteY112" fmla="*/ 346145 h 655470"/>
                <a:gd name="connsiteX113" fmla="*/ 1101732 w 2915191"/>
                <a:gd name="connsiteY113" fmla="*/ 371406 h 655470"/>
                <a:gd name="connsiteX114" fmla="*/ 1111476 w 2915191"/>
                <a:gd name="connsiteY114" fmla="*/ 378833 h 655470"/>
                <a:gd name="connsiteX115" fmla="*/ 1121220 w 2915191"/>
                <a:gd name="connsiteY115" fmla="*/ 389634 h 655470"/>
                <a:gd name="connsiteX116" fmla="*/ 1130979 w 2915191"/>
                <a:gd name="connsiteY116" fmla="*/ 442276 h 655470"/>
                <a:gd name="connsiteX117" fmla="*/ 1140723 w 2915191"/>
                <a:gd name="connsiteY117" fmla="*/ 465195 h 655470"/>
                <a:gd name="connsiteX118" fmla="*/ 1150482 w 2915191"/>
                <a:gd name="connsiteY118" fmla="*/ 471602 h 655470"/>
                <a:gd name="connsiteX119" fmla="*/ 1160226 w 2915191"/>
                <a:gd name="connsiteY119" fmla="*/ 471542 h 655470"/>
                <a:gd name="connsiteX120" fmla="*/ 1169969 w 2915191"/>
                <a:gd name="connsiteY120" fmla="*/ 466253 h 655470"/>
                <a:gd name="connsiteX121" fmla="*/ 1179728 w 2915191"/>
                <a:gd name="connsiteY121" fmla="*/ 455437 h 655470"/>
                <a:gd name="connsiteX122" fmla="*/ 1189472 w 2915191"/>
                <a:gd name="connsiteY122" fmla="*/ 454319 h 655470"/>
                <a:gd name="connsiteX123" fmla="*/ 1199231 w 2915191"/>
                <a:gd name="connsiteY123" fmla="*/ 415221 h 655470"/>
                <a:gd name="connsiteX124" fmla="*/ 1208975 w 2915191"/>
                <a:gd name="connsiteY124" fmla="*/ 457820 h 655470"/>
                <a:gd name="connsiteX125" fmla="*/ 1218719 w 2915191"/>
                <a:gd name="connsiteY125" fmla="*/ 452472 h 655470"/>
                <a:gd name="connsiteX126" fmla="*/ 1228478 w 2915191"/>
                <a:gd name="connsiteY126" fmla="*/ 458342 h 655470"/>
                <a:gd name="connsiteX127" fmla="*/ 1238222 w 2915191"/>
                <a:gd name="connsiteY127" fmla="*/ 433528 h 655470"/>
                <a:gd name="connsiteX128" fmla="*/ 1247966 w 2915191"/>
                <a:gd name="connsiteY128" fmla="*/ 411000 h 655470"/>
                <a:gd name="connsiteX129" fmla="*/ 1257725 w 2915191"/>
                <a:gd name="connsiteY129" fmla="*/ 396240 h 655470"/>
                <a:gd name="connsiteX130" fmla="*/ 1267469 w 2915191"/>
                <a:gd name="connsiteY130" fmla="*/ 402758 h 655470"/>
                <a:gd name="connsiteX131" fmla="*/ 1277227 w 2915191"/>
                <a:gd name="connsiteY131" fmla="*/ 376557 h 655470"/>
                <a:gd name="connsiteX132" fmla="*/ 1286971 w 2915191"/>
                <a:gd name="connsiteY132" fmla="*/ 369645 h 655470"/>
                <a:gd name="connsiteX133" fmla="*/ 1296715 w 2915191"/>
                <a:gd name="connsiteY133" fmla="*/ 359533 h 655470"/>
                <a:gd name="connsiteX134" fmla="*/ 1306474 w 2915191"/>
                <a:gd name="connsiteY134" fmla="*/ 376749 h 655470"/>
                <a:gd name="connsiteX135" fmla="*/ 1316218 w 2915191"/>
                <a:gd name="connsiteY135" fmla="*/ 347788 h 655470"/>
                <a:gd name="connsiteX136" fmla="*/ 1325977 w 2915191"/>
                <a:gd name="connsiteY136" fmla="*/ 372650 h 655470"/>
                <a:gd name="connsiteX137" fmla="*/ 1335721 w 2915191"/>
                <a:gd name="connsiteY137" fmla="*/ 349342 h 655470"/>
                <a:gd name="connsiteX138" fmla="*/ 1345465 w 2915191"/>
                <a:gd name="connsiteY138" fmla="*/ 341660 h 655470"/>
                <a:gd name="connsiteX139" fmla="*/ 1355224 w 2915191"/>
                <a:gd name="connsiteY139" fmla="*/ 371658 h 655470"/>
                <a:gd name="connsiteX140" fmla="*/ 1364967 w 2915191"/>
                <a:gd name="connsiteY140" fmla="*/ 347479 h 655470"/>
                <a:gd name="connsiteX141" fmla="*/ 1374726 w 2915191"/>
                <a:gd name="connsiteY141" fmla="*/ 355338 h 655470"/>
                <a:gd name="connsiteX142" fmla="*/ 1384470 w 2915191"/>
                <a:gd name="connsiteY142" fmla="*/ 366758 h 655470"/>
                <a:gd name="connsiteX143" fmla="*/ 1394214 w 2915191"/>
                <a:gd name="connsiteY143" fmla="*/ 376290 h 655470"/>
                <a:gd name="connsiteX144" fmla="*/ 1403973 w 2915191"/>
                <a:gd name="connsiteY144" fmla="*/ 403323 h 655470"/>
                <a:gd name="connsiteX145" fmla="*/ 1413717 w 2915191"/>
                <a:gd name="connsiteY145" fmla="*/ 391283 h 655470"/>
                <a:gd name="connsiteX146" fmla="*/ 1423476 w 2915191"/>
                <a:gd name="connsiteY146" fmla="*/ 415567 h 655470"/>
                <a:gd name="connsiteX147" fmla="*/ 1433220 w 2915191"/>
                <a:gd name="connsiteY147" fmla="*/ 427735 h 655470"/>
                <a:gd name="connsiteX148" fmla="*/ 1442964 w 2915191"/>
                <a:gd name="connsiteY148" fmla="*/ 413527 h 655470"/>
                <a:gd name="connsiteX149" fmla="*/ 1452722 w 2915191"/>
                <a:gd name="connsiteY149" fmla="*/ 404951 h 655470"/>
                <a:gd name="connsiteX150" fmla="*/ 1462466 w 2915191"/>
                <a:gd name="connsiteY150" fmla="*/ 403053 h 655470"/>
                <a:gd name="connsiteX151" fmla="*/ 1472225 w 2915191"/>
                <a:gd name="connsiteY151" fmla="*/ 382201 h 655470"/>
                <a:gd name="connsiteX152" fmla="*/ 1481969 w 2915191"/>
                <a:gd name="connsiteY152" fmla="*/ 375454 h 655470"/>
                <a:gd name="connsiteX153" fmla="*/ 1491713 w 2915191"/>
                <a:gd name="connsiteY153" fmla="*/ 349342 h 655470"/>
                <a:gd name="connsiteX154" fmla="*/ 1501472 w 2915191"/>
                <a:gd name="connsiteY154" fmla="*/ 382149 h 655470"/>
                <a:gd name="connsiteX155" fmla="*/ 1511216 w 2915191"/>
                <a:gd name="connsiteY155" fmla="*/ 361990 h 655470"/>
                <a:gd name="connsiteX156" fmla="*/ 1520960 w 2915191"/>
                <a:gd name="connsiteY156" fmla="*/ 365429 h 655470"/>
                <a:gd name="connsiteX157" fmla="*/ 1530719 w 2915191"/>
                <a:gd name="connsiteY157" fmla="*/ 380611 h 655470"/>
                <a:gd name="connsiteX158" fmla="*/ 1540463 w 2915191"/>
                <a:gd name="connsiteY158" fmla="*/ 344503 h 655470"/>
                <a:gd name="connsiteX159" fmla="*/ 1550221 w 2915191"/>
                <a:gd name="connsiteY159" fmla="*/ 359778 h 655470"/>
                <a:gd name="connsiteX160" fmla="*/ 1559965 w 2915191"/>
                <a:gd name="connsiteY160" fmla="*/ 366776 h 655470"/>
                <a:gd name="connsiteX161" fmla="*/ 1569709 w 2915191"/>
                <a:gd name="connsiteY161" fmla="*/ 395257 h 655470"/>
                <a:gd name="connsiteX162" fmla="*/ 1579468 w 2915191"/>
                <a:gd name="connsiteY162" fmla="*/ 374955 h 655470"/>
                <a:gd name="connsiteX163" fmla="*/ 1589212 w 2915191"/>
                <a:gd name="connsiteY163" fmla="*/ 379067 h 655470"/>
                <a:gd name="connsiteX164" fmla="*/ 1598971 w 2915191"/>
                <a:gd name="connsiteY164" fmla="*/ 398916 h 655470"/>
                <a:gd name="connsiteX165" fmla="*/ 1608715 w 2915191"/>
                <a:gd name="connsiteY165" fmla="*/ 433893 h 655470"/>
                <a:gd name="connsiteX166" fmla="*/ 1618459 w 2915191"/>
                <a:gd name="connsiteY166" fmla="*/ 411434 h 655470"/>
                <a:gd name="connsiteX167" fmla="*/ 1628218 w 2915191"/>
                <a:gd name="connsiteY167" fmla="*/ 379508 h 655470"/>
                <a:gd name="connsiteX168" fmla="*/ 1637962 w 2915191"/>
                <a:gd name="connsiteY168" fmla="*/ 396152 h 655470"/>
                <a:gd name="connsiteX169" fmla="*/ 1647720 w 2915191"/>
                <a:gd name="connsiteY169" fmla="*/ 384826 h 655470"/>
                <a:gd name="connsiteX170" fmla="*/ 1657464 w 2915191"/>
                <a:gd name="connsiteY170" fmla="*/ 379917 h 655470"/>
                <a:gd name="connsiteX171" fmla="*/ 1667208 w 2915191"/>
                <a:gd name="connsiteY171" fmla="*/ 389163 h 655470"/>
                <a:gd name="connsiteX172" fmla="*/ 1676967 w 2915191"/>
                <a:gd name="connsiteY172" fmla="*/ 382102 h 655470"/>
                <a:gd name="connsiteX173" fmla="*/ 1686711 w 2915191"/>
                <a:gd name="connsiteY173" fmla="*/ 376788 h 655470"/>
                <a:gd name="connsiteX174" fmla="*/ 1696470 w 2915191"/>
                <a:gd name="connsiteY174" fmla="*/ 377306 h 655470"/>
                <a:gd name="connsiteX175" fmla="*/ 1706214 w 2915191"/>
                <a:gd name="connsiteY175" fmla="*/ 356609 h 655470"/>
                <a:gd name="connsiteX176" fmla="*/ 1715958 w 2915191"/>
                <a:gd name="connsiteY176" fmla="*/ 389729 h 655470"/>
                <a:gd name="connsiteX177" fmla="*/ 1725716 w 2915191"/>
                <a:gd name="connsiteY177" fmla="*/ 375156 h 655470"/>
                <a:gd name="connsiteX178" fmla="*/ 1735460 w 2915191"/>
                <a:gd name="connsiteY178" fmla="*/ 326279 h 655470"/>
                <a:gd name="connsiteX179" fmla="*/ 1745219 w 2915191"/>
                <a:gd name="connsiteY179" fmla="*/ 296436 h 655470"/>
                <a:gd name="connsiteX180" fmla="*/ 1754963 w 2915191"/>
                <a:gd name="connsiteY180" fmla="*/ 274681 h 655470"/>
                <a:gd name="connsiteX181" fmla="*/ 1764707 w 2915191"/>
                <a:gd name="connsiteY181" fmla="*/ 260832 h 655470"/>
                <a:gd name="connsiteX182" fmla="*/ 1774466 w 2915191"/>
                <a:gd name="connsiteY182" fmla="*/ 252801 h 655470"/>
                <a:gd name="connsiteX183" fmla="*/ 1784210 w 2915191"/>
                <a:gd name="connsiteY183" fmla="*/ 254548 h 655470"/>
                <a:gd name="connsiteX184" fmla="*/ 1793969 w 2915191"/>
                <a:gd name="connsiteY184" fmla="*/ 242953 h 655470"/>
                <a:gd name="connsiteX185" fmla="*/ 1803713 w 2915191"/>
                <a:gd name="connsiteY185" fmla="*/ 239780 h 655470"/>
                <a:gd name="connsiteX186" fmla="*/ 1813457 w 2915191"/>
                <a:gd name="connsiteY186" fmla="*/ 257162 h 655470"/>
                <a:gd name="connsiteX187" fmla="*/ 1823215 w 2915191"/>
                <a:gd name="connsiteY187" fmla="*/ 271899 h 655470"/>
                <a:gd name="connsiteX188" fmla="*/ 1832959 w 2915191"/>
                <a:gd name="connsiteY188" fmla="*/ 296905 h 655470"/>
                <a:gd name="connsiteX189" fmla="*/ 1842703 w 2915191"/>
                <a:gd name="connsiteY189" fmla="*/ 309297 h 655470"/>
                <a:gd name="connsiteX190" fmla="*/ 1852462 w 2915191"/>
                <a:gd name="connsiteY190" fmla="*/ 310760 h 655470"/>
                <a:gd name="connsiteX191" fmla="*/ 1862206 w 2915191"/>
                <a:gd name="connsiteY191" fmla="*/ 318381 h 655470"/>
                <a:gd name="connsiteX192" fmla="*/ 1871965 w 2915191"/>
                <a:gd name="connsiteY192" fmla="*/ 336680 h 655470"/>
                <a:gd name="connsiteX193" fmla="*/ 1881709 w 2915191"/>
                <a:gd name="connsiteY193" fmla="*/ 322147 h 655470"/>
                <a:gd name="connsiteX194" fmla="*/ 1891453 w 2915191"/>
                <a:gd name="connsiteY194" fmla="*/ 311213 h 655470"/>
                <a:gd name="connsiteX195" fmla="*/ 1901212 w 2915191"/>
                <a:gd name="connsiteY195" fmla="*/ 298406 h 655470"/>
                <a:gd name="connsiteX196" fmla="*/ 1910956 w 2915191"/>
                <a:gd name="connsiteY196" fmla="*/ 285892 h 655470"/>
                <a:gd name="connsiteX197" fmla="*/ 1920714 w 2915191"/>
                <a:gd name="connsiteY197" fmla="*/ 264899 h 655470"/>
                <a:gd name="connsiteX198" fmla="*/ 1930458 w 2915191"/>
                <a:gd name="connsiteY198" fmla="*/ 270564 h 655470"/>
                <a:gd name="connsiteX199" fmla="*/ 1940202 w 2915191"/>
                <a:gd name="connsiteY199" fmla="*/ 277657 h 655470"/>
                <a:gd name="connsiteX200" fmla="*/ 1949961 w 2915191"/>
                <a:gd name="connsiteY200" fmla="*/ 266254 h 655470"/>
                <a:gd name="connsiteX201" fmla="*/ 1959705 w 2915191"/>
                <a:gd name="connsiteY201" fmla="*/ 251633 h 655470"/>
                <a:gd name="connsiteX202" fmla="*/ 1969464 w 2915191"/>
                <a:gd name="connsiteY202" fmla="*/ 229629 h 655470"/>
                <a:gd name="connsiteX203" fmla="*/ 1979208 w 2915191"/>
                <a:gd name="connsiteY203" fmla="*/ 199027 h 655470"/>
                <a:gd name="connsiteX204" fmla="*/ 1988952 w 2915191"/>
                <a:gd name="connsiteY204" fmla="*/ 179987 h 655470"/>
                <a:gd name="connsiteX205" fmla="*/ 1998711 w 2915191"/>
                <a:gd name="connsiteY205" fmla="*/ 145672 h 655470"/>
                <a:gd name="connsiteX206" fmla="*/ 2008454 w 2915191"/>
                <a:gd name="connsiteY206" fmla="*/ 156478 h 655470"/>
                <a:gd name="connsiteX207" fmla="*/ 2018213 w 2915191"/>
                <a:gd name="connsiteY207" fmla="*/ 137530 h 655470"/>
                <a:gd name="connsiteX208" fmla="*/ 2027957 w 2915191"/>
                <a:gd name="connsiteY208" fmla="*/ 129401 h 655470"/>
                <a:gd name="connsiteX209" fmla="*/ 2037701 w 2915191"/>
                <a:gd name="connsiteY209" fmla="*/ 146509 h 655470"/>
                <a:gd name="connsiteX210" fmla="*/ 2047460 w 2915191"/>
                <a:gd name="connsiteY210" fmla="*/ 158925 h 655470"/>
                <a:gd name="connsiteX211" fmla="*/ 2057204 w 2915191"/>
                <a:gd name="connsiteY211" fmla="*/ 157259 h 655470"/>
                <a:gd name="connsiteX212" fmla="*/ 2066963 w 2915191"/>
                <a:gd name="connsiteY212" fmla="*/ 130773 h 655470"/>
                <a:gd name="connsiteX213" fmla="*/ 2076707 w 2915191"/>
                <a:gd name="connsiteY213" fmla="*/ 130041 h 655470"/>
                <a:gd name="connsiteX214" fmla="*/ 2086451 w 2915191"/>
                <a:gd name="connsiteY214" fmla="*/ 141663 h 655470"/>
                <a:gd name="connsiteX215" fmla="*/ 2096210 w 2915191"/>
                <a:gd name="connsiteY215" fmla="*/ 144349 h 655470"/>
                <a:gd name="connsiteX216" fmla="*/ 2105954 w 2915191"/>
                <a:gd name="connsiteY216" fmla="*/ 124226 h 655470"/>
                <a:gd name="connsiteX217" fmla="*/ 2115697 w 2915191"/>
                <a:gd name="connsiteY217" fmla="*/ 101931 h 655470"/>
                <a:gd name="connsiteX218" fmla="*/ 2125456 w 2915191"/>
                <a:gd name="connsiteY218" fmla="*/ 73994 h 655470"/>
                <a:gd name="connsiteX219" fmla="*/ 2135200 w 2915191"/>
                <a:gd name="connsiteY219" fmla="*/ 89141 h 655470"/>
                <a:gd name="connsiteX220" fmla="*/ 2144959 w 2915191"/>
                <a:gd name="connsiteY220" fmla="*/ 102827 h 655470"/>
                <a:gd name="connsiteX221" fmla="*/ 2154703 w 2915191"/>
                <a:gd name="connsiteY221" fmla="*/ 99944 h 655470"/>
                <a:gd name="connsiteX222" fmla="*/ 2164447 w 2915191"/>
                <a:gd name="connsiteY222" fmla="*/ 99177 h 655470"/>
                <a:gd name="connsiteX223" fmla="*/ 2174206 w 2915191"/>
                <a:gd name="connsiteY223" fmla="*/ 124147 h 655470"/>
                <a:gd name="connsiteX224" fmla="*/ 2183950 w 2915191"/>
                <a:gd name="connsiteY224" fmla="*/ 87149 h 655470"/>
                <a:gd name="connsiteX225" fmla="*/ 2193709 w 2915191"/>
                <a:gd name="connsiteY225" fmla="*/ 52385 h 655470"/>
                <a:gd name="connsiteX226" fmla="*/ 2203452 w 2915191"/>
                <a:gd name="connsiteY226" fmla="*/ 93864 h 655470"/>
                <a:gd name="connsiteX227" fmla="*/ 2213196 w 2915191"/>
                <a:gd name="connsiteY227" fmla="*/ 92833 h 655470"/>
                <a:gd name="connsiteX228" fmla="*/ 2222955 w 2915191"/>
                <a:gd name="connsiteY228" fmla="*/ 96212 h 655470"/>
                <a:gd name="connsiteX229" fmla="*/ 2232699 w 2915191"/>
                <a:gd name="connsiteY229" fmla="*/ 85820 h 655470"/>
                <a:gd name="connsiteX230" fmla="*/ 2242458 w 2915191"/>
                <a:gd name="connsiteY230" fmla="*/ 66969 h 655470"/>
                <a:gd name="connsiteX231" fmla="*/ 2252202 w 2915191"/>
                <a:gd name="connsiteY231" fmla="*/ 73309 h 655470"/>
                <a:gd name="connsiteX232" fmla="*/ 2261946 w 2915191"/>
                <a:gd name="connsiteY232" fmla="*/ 47984 h 655470"/>
                <a:gd name="connsiteX233" fmla="*/ 2271705 w 2915191"/>
                <a:gd name="connsiteY233" fmla="*/ 33390 h 655470"/>
                <a:gd name="connsiteX234" fmla="*/ 2281449 w 2915191"/>
                <a:gd name="connsiteY234" fmla="*/ 5878 h 655470"/>
                <a:gd name="connsiteX235" fmla="*/ 2291208 w 2915191"/>
                <a:gd name="connsiteY235" fmla="*/ 23189 h 655470"/>
                <a:gd name="connsiteX236" fmla="*/ 2300951 w 2915191"/>
                <a:gd name="connsiteY236" fmla="*/ 35086 h 655470"/>
                <a:gd name="connsiteX237" fmla="*/ 2310695 w 2915191"/>
                <a:gd name="connsiteY237" fmla="*/ 36865 h 655470"/>
                <a:gd name="connsiteX238" fmla="*/ 2320454 w 2915191"/>
                <a:gd name="connsiteY238" fmla="*/ 40418 h 655470"/>
                <a:gd name="connsiteX239" fmla="*/ 2330198 w 2915191"/>
                <a:gd name="connsiteY239" fmla="*/ 42800 h 655470"/>
                <a:gd name="connsiteX240" fmla="*/ 2339957 w 2915191"/>
                <a:gd name="connsiteY240" fmla="*/ 58814 h 655470"/>
                <a:gd name="connsiteX241" fmla="*/ 2349701 w 2915191"/>
                <a:gd name="connsiteY241" fmla="*/ 87308 h 655470"/>
                <a:gd name="connsiteX242" fmla="*/ 2359445 w 2915191"/>
                <a:gd name="connsiteY242" fmla="*/ 106864 h 655470"/>
                <a:gd name="connsiteX243" fmla="*/ 2369204 w 2915191"/>
                <a:gd name="connsiteY243" fmla="*/ 117614 h 655470"/>
                <a:gd name="connsiteX244" fmla="*/ 2378948 w 2915191"/>
                <a:gd name="connsiteY244" fmla="*/ 101277 h 655470"/>
                <a:gd name="connsiteX245" fmla="*/ 2388692 w 2915191"/>
                <a:gd name="connsiteY245" fmla="*/ 105622 h 655470"/>
                <a:gd name="connsiteX246" fmla="*/ 2398450 w 2915191"/>
                <a:gd name="connsiteY246" fmla="*/ 107006 h 655470"/>
                <a:gd name="connsiteX247" fmla="*/ 2408194 w 2915191"/>
                <a:gd name="connsiteY247" fmla="*/ 126080 h 655470"/>
                <a:gd name="connsiteX248" fmla="*/ 2417953 w 2915191"/>
                <a:gd name="connsiteY248" fmla="*/ 139785 h 655470"/>
                <a:gd name="connsiteX249" fmla="*/ 2427697 w 2915191"/>
                <a:gd name="connsiteY249" fmla="*/ 141788 h 655470"/>
                <a:gd name="connsiteX250" fmla="*/ 2437441 w 2915191"/>
                <a:gd name="connsiteY250" fmla="*/ 149994 h 655470"/>
                <a:gd name="connsiteX251" fmla="*/ 2447200 w 2915191"/>
                <a:gd name="connsiteY251" fmla="*/ 139547 h 655470"/>
                <a:gd name="connsiteX252" fmla="*/ 2456944 w 2915191"/>
                <a:gd name="connsiteY252" fmla="*/ 134873 h 655470"/>
                <a:gd name="connsiteX253" fmla="*/ 2466703 w 2915191"/>
                <a:gd name="connsiteY253" fmla="*/ 152224 h 655470"/>
                <a:gd name="connsiteX254" fmla="*/ 2476446 w 2915191"/>
                <a:gd name="connsiteY254" fmla="*/ 136798 h 655470"/>
                <a:gd name="connsiteX255" fmla="*/ 2486190 w 2915191"/>
                <a:gd name="connsiteY255" fmla="*/ 164103 h 655470"/>
                <a:gd name="connsiteX256" fmla="*/ 2495949 w 2915191"/>
                <a:gd name="connsiteY256" fmla="*/ 177612 h 655470"/>
                <a:gd name="connsiteX257" fmla="*/ 2505693 w 2915191"/>
                <a:gd name="connsiteY257" fmla="*/ 183801 h 655470"/>
                <a:gd name="connsiteX258" fmla="*/ 2515452 w 2915191"/>
                <a:gd name="connsiteY258" fmla="*/ 158723 h 655470"/>
                <a:gd name="connsiteX259" fmla="*/ 2525196 w 2915191"/>
                <a:gd name="connsiteY259" fmla="*/ 157397 h 655470"/>
                <a:gd name="connsiteX260" fmla="*/ 2534940 w 2915191"/>
                <a:gd name="connsiteY260" fmla="*/ 208566 h 655470"/>
                <a:gd name="connsiteX261" fmla="*/ 2544699 w 2915191"/>
                <a:gd name="connsiteY261" fmla="*/ 198164 h 655470"/>
                <a:gd name="connsiteX262" fmla="*/ 2554443 w 2915191"/>
                <a:gd name="connsiteY262" fmla="*/ 185148 h 655470"/>
                <a:gd name="connsiteX263" fmla="*/ 2564202 w 2915191"/>
                <a:gd name="connsiteY263" fmla="*/ 178199 h 655470"/>
                <a:gd name="connsiteX264" fmla="*/ 2573946 w 2915191"/>
                <a:gd name="connsiteY264" fmla="*/ 165660 h 655470"/>
                <a:gd name="connsiteX265" fmla="*/ 2583690 w 2915191"/>
                <a:gd name="connsiteY265" fmla="*/ 167028 h 655470"/>
                <a:gd name="connsiteX266" fmla="*/ 2593448 w 2915191"/>
                <a:gd name="connsiteY266" fmla="*/ 184762 h 655470"/>
                <a:gd name="connsiteX267" fmla="*/ 2603192 w 2915191"/>
                <a:gd name="connsiteY267" fmla="*/ 187139 h 655470"/>
                <a:gd name="connsiteX268" fmla="*/ 2612951 w 2915191"/>
                <a:gd name="connsiteY268" fmla="*/ 151880 h 655470"/>
                <a:gd name="connsiteX269" fmla="*/ 2622695 w 2915191"/>
                <a:gd name="connsiteY269" fmla="*/ 159663 h 655470"/>
                <a:gd name="connsiteX270" fmla="*/ 2632439 w 2915191"/>
                <a:gd name="connsiteY270" fmla="*/ 146451 h 655470"/>
                <a:gd name="connsiteX271" fmla="*/ 2642198 w 2915191"/>
                <a:gd name="connsiteY271" fmla="*/ 142936 h 655470"/>
                <a:gd name="connsiteX272" fmla="*/ 2651942 w 2915191"/>
                <a:gd name="connsiteY272" fmla="*/ 126913 h 655470"/>
                <a:gd name="connsiteX273" fmla="*/ 2661685 w 2915191"/>
                <a:gd name="connsiteY273" fmla="*/ 108353 h 655470"/>
                <a:gd name="connsiteX274" fmla="*/ 2671444 w 2915191"/>
                <a:gd name="connsiteY274" fmla="*/ 90435 h 655470"/>
                <a:gd name="connsiteX275" fmla="*/ 2681188 w 2915191"/>
                <a:gd name="connsiteY275" fmla="*/ 73015 h 655470"/>
                <a:gd name="connsiteX276" fmla="*/ 2690947 w 2915191"/>
                <a:gd name="connsiteY276" fmla="*/ 35567 h 655470"/>
                <a:gd name="connsiteX277" fmla="*/ 2700691 w 2915191"/>
                <a:gd name="connsiteY277" fmla="*/ 26073 h 655470"/>
                <a:gd name="connsiteX278" fmla="*/ 2710435 w 2915191"/>
                <a:gd name="connsiteY278" fmla="*/ 6250 h 655470"/>
                <a:gd name="connsiteX279" fmla="*/ 2720194 w 2915191"/>
                <a:gd name="connsiteY279" fmla="*/ 14294 h 655470"/>
                <a:gd name="connsiteX280" fmla="*/ 2729938 w 2915191"/>
                <a:gd name="connsiteY280" fmla="*/ 18515 h 655470"/>
                <a:gd name="connsiteX281" fmla="*/ 2739697 w 2915191"/>
                <a:gd name="connsiteY281" fmla="*/ 51364 h 655470"/>
                <a:gd name="connsiteX282" fmla="*/ 2749441 w 2915191"/>
                <a:gd name="connsiteY282" fmla="*/ 12181 h 655470"/>
                <a:gd name="connsiteX283" fmla="*/ 2759185 w 2915191"/>
                <a:gd name="connsiteY283" fmla="*/ 28275 h 655470"/>
                <a:gd name="connsiteX284" fmla="*/ 2768943 w 2915191"/>
                <a:gd name="connsiteY284" fmla="*/ 15620 h 655470"/>
                <a:gd name="connsiteX285" fmla="*/ 2778687 w 2915191"/>
                <a:gd name="connsiteY285" fmla="*/ 0 h 655470"/>
                <a:gd name="connsiteX286" fmla="*/ 2788446 w 2915191"/>
                <a:gd name="connsiteY286" fmla="*/ 7730 h 655470"/>
                <a:gd name="connsiteX287" fmla="*/ 2798190 w 2915191"/>
                <a:gd name="connsiteY287" fmla="*/ 51893 h 655470"/>
                <a:gd name="connsiteX288" fmla="*/ 2807934 w 2915191"/>
                <a:gd name="connsiteY288" fmla="*/ 74680 h 655470"/>
                <a:gd name="connsiteX289" fmla="*/ 2817693 w 2915191"/>
                <a:gd name="connsiteY289" fmla="*/ 81599 h 655470"/>
                <a:gd name="connsiteX290" fmla="*/ 2827437 w 2915191"/>
                <a:gd name="connsiteY290" fmla="*/ 64887 h 655470"/>
                <a:gd name="connsiteX291" fmla="*/ 2837196 w 2915191"/>
                <a:gd name="connsiteY291" fmla="*/ 53493 h 655470"/>
                <a:gd name="connsiteX292" fmla="*/ 2846940 w 2915191"/>
                <a:gd name="connsiteY292" fmla="*/ 39137 h 655470"/>
                <a:gd name="connsiteX293" fmla="*/ 2856684 w 2915191"/>
                <a:gd name="connsiteY293" fmla="*/ 29245 h 655470"/>
                <a:gd name="connsiteX294" fmla="*/ 2866442 w 2915191"/>
                <a:gd name="connsiteY294" fmla="*/ 5739 h 655470"/>
                <a:gd name="connsiteX295" fmla="*/ 2876186 w 2915191"/>
                <a:gd name="connsiteY295" fmla="*/ 4552 h 655470"/>
                <a:gd name="connsiteX296" fmla="*/ 2885945 w 2915191"/>
                <a:gd name="connsiteY296" fmla="*/ 34311 h 655470"/>
                <a:gd name="connsiteX297" fmla="*/ 2895689 w 2915191"/>
                <a:gd name="connsiteY297" fmla="*/ 38992 h 655470"/>
                <a:gd name="connsiteX298" fmla="*/ 2905433 w 2915191"/>
                <a:gd name="connsiteY298" fmla="*/ 11180 h 655470"/>
                <a:gd name="connsiteX299" fmla="*/ 2915192 w 2915191"/>
                <a:gd name="connsiteY299" fmla="*/ 6977 h 6554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55470">
                  <a:moveTo>
                    <a:pt x="0" y="434541"/>
                  </a:moveTo>
                  <a:lnTo>
                    <a:pt x="9750" y="440423"/>
                  </a:lnTo>
                  <a:lnTo>
                    <a:pt x="19500" y="418180"/>
                  </a:lnTo>
                  <a:lnTo>
                    <a:pt x="29250" y="407451"/>
                  </a:lnTo>
                  <a:lnTo>
                    <a:pt x="39000" y="370034"/>
                  </a:lnTo>
                  <a:lnTo>
                    <a:pt x="48749" y="334460"/>
                  </a:lnTo>
                  <a:lnTo>
                    <a:pt x="58499" y="364831"/>
                  </a:lnTo>
                  <a:lnTo>
                    <a:pt x="68249" y="323295"/>
                  </a:lnTo>
                  <a:lnTo>
                    <a:pt x="77998" y="259817"/>
                  </a:lnTo>
                  <a:lnTo>
                    <a:pt x="87748" y="307789"/>
                  </a:lnTo>
                  <a:lnTo>
                    <a:pt x="97497" y="339074"/>
                  </a:lnTo>
                  <a:lnTo>
                    <a:pt x="107247" y="331152"/>
                  </a:lnTo>
                  <a:lnTo>
                    <a:pt x="116997" y="348574"/>
                  </a:lnTo>
                  <a:lnTo>
                    <a:pt x="126747" y="374958"/>
                  </a:lnTo>
                  <a:lnTo>
                    <a:pt x="136497" y="418825"/>
                  </a:lnTo>
                  <a:lnTo>
                    <a:pt x="146247" y="417453"/>
                  </a:lnTo>
                  <a:lnTo>
                    <a:pt x="155997" y="434368"/>
                  </a:lnTo>
                  <a:lnTo>
                    <a:pt x="165747" y="452919"/>
                  </a:lnTo>
                  <a:lnTo>
                    <a:pt x="175497" y="461292"/>
                  </a:lnTo>
                  <a:lnTo>
                    <a:pt x="185247" y="470053"/>
                  </a:lnTo>
                  <a:lnTo>
                    <a:pt x="194996" y="471185"/>
                  </a:lnTo>
                  <a:lnTo>
                    <a:pt x="204746" y="437108"/>
                  </a:lnTo>
                  <a:lnTo>
                    <a:pt x="214495" y="470440"/>
                  </a:lnTo>
                  <a:lnTo>
                    <a:pt x="224245" y="479841"/>
                  </a:lnTo>
                  <a:lnTo>
                    <a:pt x="233995" y="464674"/>
                  </a:lnTo>
                  <a:lnTo>
                    <a:pt x="243744" y="517655"/>
                  </a:lnTo>
                  <a:lnTo>
                    <a:pt x="253494" y="507449"/>
                  </a:lnTo>
                  <a:lnTo>
                    <a:pt x="263244" y="532092"/>
                  </a:lnTo>
                  <a:lnTo>
                    <a:pt x="272994" y="531526"/>
                  </a:lnTo>
                  <a:lnTo>
                    <a:pt x="282744" y="539109"/>
                  </a:lnTo>
                  <a:lnTo>
                    <a:pt x="292494" y="543356"/>
                  </a:lnTo>
                  <a:lnTo>
                    <a:pt x="302244" y="554753"/>
                  </a:lnTo>
                  <a:lnTo>
                    <a:pt x="311994" y="567060"/>
                  </a:lnTo>
                  <a:lnTo>
                    <a:pt x="321744" y="546201"/>
                  </a:lnTo>
                  <a:lnTo>
                    <a:pt x="331493" y="525581"/>
                  </a:lnTo>
                  <a:lnTo>
                    <a:pt x="341243" y="548645"/>
                  </a:lnTo>
                  <a:lnTo>
                    <a:pt x="350993" y="539422"/>
                  </a:lnTo>
                  <a:lnTo>
                    <a:pt x="360742" y="562545"/>
                  </a:lnTo>
                  <a:lnTo>
                    <a:pt x="370492" y="589825"/>
                  </a:lnTo>
                  <a:lnTo>
                    <a:pt x="380241" y="611429"/>
                  </a:lnTo>
                  <a:lnTo>
                    <a:pt x="389991" y="590868"/>
                  </a:lnTo>
                  <a:lnTo>
                    <a:pt x="399741" y="600940"/>
                  </a:lnTo>
                  <a:lnTo>
                    <a:pt x="409491" y="569682"/>
                  </a:lnTo>
                  <a:lnTo>
                    <a:pt x="419241" y="548511"/>
                  </a:lnTo>
                  <a:lnTo>
                    <a:pt x="428991" y="526982"/>
                  </a:lnTo>
                  <a:lnTo>
                    <a:pt x="438741" y="490613"/>
                  </a:lnTo>
                  <a:lnTo>
                    <a:pt x="448491" y="554023"/>
                  </a:lnTo>
                  <a:lnTo>
                    <a:pt x="458241" y="534178"/>
                  </a:lnTo>
                  <a:lnTo>
                    <a:pt x="467991" y="505259"/>
                  </a:lnTo>
                  <a:lnTo>
                    <a:pt x="477740" y="492192"/>
                  </a:lnTo>
                  <a:lnTo>
                    <a:pt x="487490" y="472243"/>
                  </a:lnTo>
                  <a:lnTo>
                    <a:pt x="497239" y="486084"/>
                  </a:lnTo>
                  <a:lnTo>
                    <a:pt x="506989" y="518623"/>
                  </a:lnTo>
                  <a:lnTo>
                    <a:pt x="516738" y="531094"/>
                  </a:lnTo>
                  <a:lnTo>
                    <a:pt x="526488" y="521230"/>
                  </a:lnTo>
                  <a:lnTo>
                    <a:pt x="536238" y="557346"/>
                  </a:lnTo>
                  <a:lnTo>
                    <a:pt x="545988" y="577042"/>
                  </a:lnTo>
                  <a:lnTo>
                    <a:pt x="555738" y="618163"/>
                  </a:lnTo>
                  <a:lnTo>
                    <a:pt x="565488" y="629963"/>
                  </a:lnTo>
                  <a:lnTo>
                    <a:pt x="575238" y="641152"/>
                  </a:lnTo>
                  <a:lnTo>
                    <a:pt x="584988" y="634940"/>
                  </a:lnTo>
                  <a:lnTo>
                    <a:pt x="594738" y="609507"/>
                  </a:lnTo>
                  <a:lnTo>
                    <a:pt x="604488" y="628890"/>
                  </a:lnTo>
                  <a:lnTo>
                    <a:pt x="614237" y="649585"/>
                  </a:lnTo>
                  <a:lnTo>
                    <a:pt x="623987" y="646903"/>
                  </a:lnTo>
                  <a:lnTo>
                    <a:pt x="633736" y="610937"/>
                  </a:lnTo>
                  <a:lnTo>
                    <a:pt x="643486" y="624629"/>
                  </a:lnTo>
                  <a:lnTo>
                    <a:pt x="653236" y="638158"/>
                  </a:lnTo>
                  <a:lnTo>
                    <a:pt x="662985" y="638292"/>
                  </a:lnTo>
                  <a:lnTo>
                    <a:pt x="672735" y="655470"/>
                  </a:lnTo>
                  <a:lnTo>
                    <a:pt x="682485" y="628637"/>
                  </a:lnTo>
                  <a:lnTo>
                    <a:pt x="692235" y="585356"/>
                  </a:lnTo>
                  <a:lnTo>
                    <a:pt x="701985" y="573243"/>
                  </a:lnTo>
                  <a:lnTo>
                    <a:pt x="711735" y="557659"/>
                  </a:lnTo>
                  <a:lnTo>
                    <a:pt x="721485" y="571276"/>
                  </a:lnTo>
                  <a:lnTo>
                    <a:pt x="731235" y="554664"/>
                  </a:lnTo>
                  <a:lnTo>
                    <a:pt x="740985" y="540048"/>
                  </a:lnTo>
                  <a:lnTo>
                    <a:pt x="750734" y="577057"/>
                  </a:lnTo>
                  <a:lnTo>
                    <a:pt x="760484" y="605589"/>
                  </a:lnTo>
                  <a:lnTo>
                    <a:pt x="770233" y="577742"/>
                  </a:lnTo>
                  <a:lnTo>
                    <a:pt x="779983" y="589676"/>
                  </a:lnTo>
                  <a:lnTo>
                    <a:pt x="789733" y="591420"/>
                  </a:lnTo>
                  <a:lnTo>
                    <a:pt x="799482" y="578398"/>
                  </a:lnTo>
                  <a:lnTo>
                    <a:pt x="809232" y="552414"/>
                  </a:lnTo>
                  <a:lnTo>
                    <a:pt x="818982" y="549851"/>
                  </a:lnTo>
                  <a:lnTo>
                    <a:pt x="828732" y="563454"/>
                  </a:lnTo>
                  <a:lnTo>
                    <a:pt x="838482" y="541210"/>
                  </a:lnTo>
                  <a:lnTo>
                    <a:pt x="848232" y="520798"/>
                  </a:lnTo>
                  <a:lnTo>
                    <a:pt x="857982" y="516671"/>
                  </a:lnTo>
                  <a:lnTo>
                    <a:pt x="867732" y="530855"/>
                  </a:lnTo>
                  <a:lnTo>
                    <a:pt x="877482" y="526847"/>
                  </a:lnTo>
                  <a:lnTo>
                    <a:pt x="887231" y="516075"/>
                  </a:lnTo>
                  <a:lnTo>
                    <a:pt x="896981" y="528561"/>
                  </a:lnTo>
                  <a:lnTo>
                    <a:pt x="906730" y="557807"/>
                  </a:lnTo>
                  <a:lnTo>
                    <a:pt x="916480" y="552980"/>
                  </a:lnTo>
                  <a:lnTo>
                    <a:pt x="926230" y="560653"/>
                  </a:lnTo>
                  <a:lnTo>
                    <a:pt x="935979" y="563648"/>
                  </a:lnTo>
                  <a:lnTo>
                    <a:pt x="945729" y="519189"/>
                  </a:lnTo>
                  <a:lnTo>
                    <a:pt x="955479" y="509952"/>
                  </a:lnTo>
                  <a:lnTo>
                    <a:pt x="965229" y="516925"/>
                  </a:lnTo>
                  <a:lnTo>
                    <a:pt x="974979" y="518891"/>
                  </a:lnTo>
                  <a:lnTo>
                    <a:pt x="984729" y="507896"/>
                  </a:lnTo>
                  <a:lnTo>
                    <a:pt x="994474" y="501385"/>
                  </a:lnTo>
                  <a:lnTo>
                    <a:pt x="1004233" y="481763"/>
                  </a:lnTo>
                  <a:lnTo>
                    <a:pt x="1013977" y="488006"/>
                  </a:lnTo>
                  <a:lnTo>
                    <a:pt x="1023721" y="512261"/>
                  </a:lnTo>
                  <a:lnTo>
                    <a:pt x="1033480" y="473956"/>
                  </a:lnTo>
                  <a:lnTo>
                    <a:pt x="1043224" y="411553"/>
                  </a:lnTo>
                  <a:lnTo>
                    <a:pt x="1052983" y="381542"/>
                  </a:lnTo>
                  <a:lnTo>
                    <a:pt x="1062727" y="367180"/>
                  </a:lnTo>
                  <a:lnTo>
                    <a:pt x="1072471" y="369818"/>
                  </a:lnTo>
                  <a:lnTo>
                    <a:pt x="1082230" y="359645"/>
                  </a:lnTo>
                  <a:lnTo>
                    <a:pt x="1091973" y="346145"/>
                  </a:lnTo>
                  <a:lnTo>
                    <a:pt x="1101732" y="371406"/>
                  </a:lnTo>
                  <a:lnTo>
                    <a:pt x="1111476" y="378833"/>
                  </a:lnTo>
                  <a:lnTo>
                    <a:pt x="1121220" y="389634"/>
                  </a:lnTo>
                  <a:lnTo>
                    <a:pt x="1130979" y="442276"/>
                  </a:lnTo>
                  <a:lnTo>
                    <a:pt x="1140723" y="465195"/>
                  </a:lnTo>
                  <a:lnTo>
                    <a:pt x="1150482" y="471602"/>
                  </a:lnTo>
                  <a:lnTo>
                    <a:pt x="1160226" y="471542"/>
                  </a:lnTo>
                  <a:lnTo>
                    <a:pt x="1169969" y="466253"/>
                  </a:lnTo>
                  <a:lnTo>
                    <a:pt x="1179728" y="455437"/>
                  </a:lnTo>
                  <a:lnTo>
                    <a:pt x="1189472" y="454319"/>
                  </a:lnTo>
                  <a:lnTo>
                    <a:pt x="1199231" y="415221"/>
                  </a:lnTo>
                  <a:lnTo>
                    <a:pt x="1208975" y="457820"/>
                  </a:lnTo>
                  <a:lnTo>
                    <a:pt x="1218719" y="452472"/>
                  </a:lnTo>
                  <a:lnTo>
                    <a:pt x="1228478" y="458342"/>
                  </a:lnTo>
                  <a:lnTo>
                    <a:pt x="1238222" y="433528"/>
                  </a:lnTo>
                  <a:lnTo>
                    <a:pt x="1247966" y="411000"/>
                  </a:lnTo>
                  <a:lnTo>
                    <a:pt x="1257725" y="396240"/>
                  </a:lnTo>
                  <a:lnTo>
                    <a:pt x="1267469" y="402758"/>
                  </a:lnTo>
                  <a:lnTo>
                    <a:pt x="1277227" y="376557"/>
                  </a:lnTo>
                  <a:lnTo>
                    <a:pt x="1286971" y="369645"/>
                  </a:lnTo>
                  <a:lnTo>
                    <a:pt x="1296715" y="359533"/>
                  </a:lnTo>
                  <a:lnTo>
                    <a:pt x="1306474" y="376749"/>
                  </a:lnTo>
                  <a:lnTo>
                    <a:pt x="1316218" y="347788"/>
                  </a:lnTo>
                  <a:lnTo>
                    <a:pt x="1325977" y="372650"/>
                  </a:lnTo>
                  <a:lnTo>
                    <a:pt x="1335721" y="349342"/>
                  </a:lnTo>
                  <a:lnTo>
                    <a:pt x="1345465" y="341660"/>
                  </a:lnTo>
                  <a:lnTo>
                    <a:pt x="1355224" y="371658"/>
                  </a:lnTo>
                  <a:lnTo>
                    <a:pt x="1364967" y="347479"/>
                  </a:lnTo>
                  <a:lnTo>
                    <a:pt x="1374726" y="355338"/>
                  </a:lnTo>
                  <a:lnTo>
                    <a:pt x="1384470" y="366758"/>
                  </a:lnTo>
                  <a:lnTo>
                    <a:pt x="1394214" y="376290"/>
                  </a:lnTo>
                  <a:lnTo>
                    <a:pt x="1403973" y="403323"/>
                  </a:lnTo>
                  <a:lnTo>
                    <a:pt x="1413717" y="391283"/>
                  </a:lnTo>
                  <a:lnTo>
                    <a:pt x="1423476" y="415567"/>
                  </a:lnTo>
                  <a:lnTo>
                    <a:pt x="1433220" y="427735"/>
                  </a:lnTo>
                  <a:lnTo>
                    <a:pt x="1442964" y="413527"/>
                  </a:lnTo>
                  <a:lnTo>
                    <a:pt x="1452722" y="404951"/>
                  </a:lnTo>
                  <a:lnTo>
                    <a:pt x="1462466" y="403053"/>
                  </a:lnTo>
                  <a:lnTo>
                    <a:pt x="1472225" y="382201"/>
                  </a:lnTo>
                  <a:lnTo>
                    <a:pt x="1481969" y="375454"/>
                  </a:lnTo>
                  <a:lnTo>
                    <a:pt x="1491713" y="349342"/>
                  </a:lnTo>
                  <a:lnTo>
                    <a:pt x="1501472" y="382149"/>
                  </a:lnTo>
                  <a:lnTo>
                    <a:pt x="1511216" y="361990"/>
                  </a:lnTo>
                  <a:lnTo>
                    <a:pt x="1520960" y="365429"/>
                  </a:lnTo>
                  <a:lnTo>
                    <a:pt x="1530719" y="380611"/>
                  </a:lnTo>
                  <a:lnTo>
                    <a:pt x="1540463" y="344503"/>
                  </a:lnTo>
                  <a:lnTo>
                    <a:pt x="1550221" y="359778"/>
                  </a:lnTo>
                  <a:lnTo>
                    <a:pt x="1559965" y="366776"/>
                  </a:lnTo>
                  <a:lnTo>
                    <a:pt x="1569709" y="395257"/>
                  </a:lnTo>
                  <a:lnTo>
                    <a:pt x="1579468" y="374955"/>
                  </a:lnTo>
                  <a:lnTo>
                    <a:pt x="1589212" y="379067"/>
                  </a:lnTo>
                  <a:lnTo>
                    <a:pt x="1598971" y="398916"/>
                  </a:lnTo>
                  <a:lnTo>
                    <a:pt x="1608715" y="433893"/>
                  </a:lnTo>
                  <a:lnTo>
                    <a:pt x="1618459" y="411434"/>
                  </a:lnTo>
                  <a:lnTo>
                    <a:pt x="1628218" y="379508"/>
                  </a:lnTo>
                  <a:lnTo>
                    <a:pt x="1637962" y="396152"/>
                  </a:lnTo>
                  <a:lnTo>
                    <a:pt x="1647720" y="384826"/>
                  </a:lnTo>
                  <a:lnTo>
                    <a:pt x="1657464" y="379917"/>
                  </a:lnTo>
                  <a:lnTo>
                    <a:pt x="1667208" y="389163"/>
                  </a:lnTo>
                  <a:lnTo>
                    <a:pt x="1676967" y="382102"/>
                  </a:lnTo>
                  <a:lnTo>
                    <a:pt x="1686711" y="376788"/>
                  </a:lnTo>
                  <a:lnTo>
                    <a:pt x="1696470" y="377306"/>
                  </a:lnTo>
                  <a:lnTo>
                    <a:pt x="1706214" y="356609"/>
                  </a:lnTo>
                  <a:lnTo>
                    <a:pt x="1715958" y="389729"/>
                  </a:lnTo>
                  <a:lnTo>
                    <a:pt x="1725716" y="375156"/>
                  </a:lnTo>
                  <a:lnTo>
                    <a:pt x="1735460" y="326279"/>
                  </a:lnTo>
                  <a:lnTo>
                    <a:pt x="1745219" y="296436"/>
                  </a:lnTo>
                  <a:lnTo>
                    <a:pt x="1754963" y="274681"/>
                  </a:lnTo>
                  <a:lnTo>
                    <a:pt x="1764707" y="260832"/>
                  </a:lnTo>
                  <a:lnTo>
                    <a:pt x="1774466" y="252801"/>
                  </a:lnTo>
                  <a:lnTo>
                    <a:pt x="1784210" y="254548"/>
                  </a:lnTo>
                  <a:lnTo>
                    <a:pt x="1793969" y="242953"/>
                  </a:lnTo>
                  <a:lnTo>
                    <a:pt x="1803713" y="239780"/>
                  </a:lnTo>
                  <a:lnTo>
                    <a:pt x="1813457" y="257162"/>
                  </a:lnTo>
                  <a:lnTo>
                    <a:pt x="1823215" y="271899"/>
                  </a:lnTo>
                  <a:lnTo>
                    <a:pt x="1832959" y="296905"/>
                  </a:lnTo>
                  <a:lnTo>
                    <a:pt x="1842703" y="309297"/>
                  </a:lnTo>
                  <a:lnTo>
                    <a:pt x="1852462" y="310760"/>
                  </a:lnTo>
                  <a:lnTo>
                    <a:pt x="1862206" y="318381"/>
                  </a:lnTo>
                  <a:lnTo>
                    <a:pt x="1871965" y="336680"/>
                  </a:lnTo>
                  <a:lnTo>
                    <a:pt x="1881709" y="322147"/>
                  </a:lnTo>
                  <a:lnTo>
                    <a:pt x="1891453" y="311213"/>
                  </a:lnTo>
                  <a:lnTo>
                    <a:pt x="1901212" y="298406"/>
                  </a:lnTo>
                  <a:lnTo>
                    <a:pt x="1910956" y="285892"/>
                  </a:lnTo>
                  <a:lnTo>
                    <a:pt x="1920714" y="264899"/>
                  </a:lnTo>
                  <a:lnTo>
                    <a:pt x="1930458" y="270564"/>
                  </a:lnTo>
                  <a:lnTo>
                    <a:pt x="1940202" y="277657"/>
                  </a:lnTo>
                  <a:lnTo>
                    <a:pt x="1949961" y="266254"/>
                  </a:lnTo>
                  <a:lnTo>
                    <a:pt x="1959705" y="251633"/>
                  </a:lnTo>
                  <a:lnTo>
                    <a:pt x="1969464" y="229629"/>
                  </a:lnTo>
                  <a:lnTo>
                    <a:pt x="1979208" y="199027"/>
                  </a:lnTo>
                  <a:lnTo>
                    <a:pt x="1988952" y="179987"/>
                  </a:lnTo>
                  <a:lnTo>
                    <a:pt x="1998711" y="145672"/>
                  </a:lnTo>
                  <a:lnTo>
                    <a:pt x="2008454" y="156478"/>
                  </a:lnTo>
                  <a:lnTo>
                    <a:pt x="2018213" y="137530"/>
                  </a:lnTo>
                  <a:lnTo>
                    <a:pt x="2027957" y="129401"/>
                  </a:lnTo>
                  <a:lnTo>
                    <a:pt x="2037701" y="146509"/>
                  </a:lnTo>
                  <a:lnTo>
                    <a:pt x="2047460" y="158925"/>
                  </a:lnTo>
                  <a:lnTo>
                    <a:pt x="2057204" y="157259"/>
                  </a:lnTo>
                  <a:lnTo>
                    <a:pt x="2066963" y="130773"/>
                  </a:lnTo>
                  <a:lnTo>
                    <a:pt x="2076707" y="130041"/>
                  </a:lnTo>
                  <a:lnTo>
                    <a:pt x="2086451" y="141663"/>
                  </a:lnTo>
                  <a:lnTo>
                    <a:pt x="2096210" y="144349"/>
                  </a:lnTo>
                  <a:lnTo>
                    <a:pt x="2105954" y="124226"/>
                  </a:lnTo>
                  <a:lnTo>
                    <a:pt x="2115697" y="101931"/>
                  </a:lnTo>
                  <a:lnTo>
                    <a:pt x="2125456" y="73994"/>
                  </a:lnTo>
                  <a:lnTo>
                    <a:pt x="2135200" y="89141"/>
                  </a:lnTo>
                  <a:lnTo>
                    <a:pt x="2144959" y="102827"/>
                  </a:lnTo>
                  <a:lnTo>
                    <a:pt x="2154703" y="99944"/>
                  </a:lnTo>
                  <a:lnTo>
                    <a:pt x="2164447" y="99177"/>
                  </a:lnTo>
                  <a:lnTo>
                    <a:pt x="2174206" y="124147"/>
                  </a:lnTo>
                  <a:lnTo>
                    <a:pt x="2183950" y="87149"/>
                  </a:lnTo>
                  <a:lnTo>
                    <a:pt x="2193709" y="52385"/>
                  </a:lnTo>
                  <a:lnTo>
                    <a:pt x="2203452" y="93864"/>
                  </a:lnTo>
                  <a:lnTo>
                    <a:pt x="2213196" y="92833"/>
                  </a:lnTo>
                  <a:lnTo>
                    <a:pt x="2222955" y="96212"/>
                  </a:lnTo>
                  <a:lnTo>
                    <a:pt x="2232699" y="85820"/>
                  </a:lnTo>
                  <a:lnTo>
                    <a:pt x="2242458" y="66969"/>
                  </a:lnTo>
                  <a:lnTo>
                    <a:pt x="2252202" y="73309"/>
                  </a:lnTo>
                  <a:lnTo>
                    <a:pt x="2261946" y="47984"/>
                  </a:lnTo>
                  <a:lnTo>
                    <a:pt x="2271705" y="33390"/>
                  </a:lnTo>
                  <a:lnTo>
                    <a:pt x="2281449" y="5878"/>
                  </a:lnTo>
                  <a:lnTo>
                    <a:pt x="2291208" y="23189"/>
                  </a:lnTo>
                  <a:lnTo>
                    <a:pt x="2300951" y="35086"/>
                  </a:lnTo>
                  <a:lnTo>
                    <a:pt x="2310695" y="36865"/>
                  </a:lnTo>
                  <a:lnTo>
                    <a:pt x="2320454" y="40418"/>
                  </a:lnTo>
                  <a:lnTo>
                    <a:pt x="2330198" y="42800"/>
                  </a:lnTo>
                  <a:lnTo>
                    <a:pt x="2339957" y="58814"/>
                  </a:lnTo>
                  <a:lnTo>
                    <a:pt x="2349701" y="87308"/>
                  </a:lnTo>
                  <a:lnTo>
                    <a:pt x="2359445" y="106864"/>
                  </a:lnTo>
                  <a:lnTo>
                    <a:pt x="2369204" y="117614"/>
                  </a:lnTo>
                  <a:lnTo>
                    <a:pt x="2378948" y="101277"/>
                  </a:lnTo>
                  <a:lnTo>
                    <a:pt x="2388692" y="105622"/>
                  </a:lnTo>
                  <a:lnTo>
                    <a:pt x="2398450" y="107006"/>
                  </a:lnTo>
                  <a:lnTo>
                    <a:pt x="2408194" y="126080"/>
                  </a:lnTo>
                  <a:lnTo>
                    <a:pt x="2417953" y="139785"/>
                  </a:lnTo>
                  <a:lnTo>
                    <a:pt x="2427697" y="141788"/>
                  </a:lnTo>
                  <a:lnTo>
                    <a:pt x="2437441" y="149994"/>
                  </a:lnTo>
                  <a:lnTo>
                    <a:pt x="2447200" y="139547"/>
                  </a:lnTo>
                  <a:lnTo>
                    <a:pt x="2456944" y="134873"/>
                  </a:lnTo>
                  <a:lnTo>
                    <a:pt x="2466703" y="152224"/>
                  </a:lnTo>
                  <a:lnTo>
                    <a:pt x="2476446" y="136798"/>
                  </a:lnTo>
                  <a:lnTo>
                    <a:pt x="2486190" y="164103"/>
                  </a:lnTo>
                  <a:lnTo>
                    <a:pt x="2495949" y="177612"/>
                  </a:lnTo>
                  <a:lnTo>
                    <a:pt x="2505693" y="183801"/>
                  </a:lnTo>
                  <a:lnTo>
                    <a:pt x="2515452" y="158723"/>
                  </a:lnTo>
                  <a:lnTo>
                    <a:pt x="2525196" y="157397"/>
                  </a:lnTo>
                  <a:lnTo>
                    <a:pt x="2534940" y="208566"/>
                  </a:lnTo>
                  <a:lnTo>
                    <a:pt x="2544699" y="198164"/>
                  </a:lnTo>
                  <a:lnTo>
                    <a:pt x="2554443" y="185148"/>
                  </a:lnTo>
                  <a:lnTo>
                    <a:pt x="2564202" y="178199"/>
                  </a:lnTo>
                  <a:lnTo>
                    <a:pt x="2573946" y="165660"/>
                  </a:lnTo>
                  <a:lnTo>
                    <a:pt x="2583690" y="167028"/>
                  </a:lnTo>
                  <a:lnTo>
                    <a:pt x="2593448" y="184762"/>
                  </a:lnTo>
                  <a:lnTo>
                    <a:pt x="2603192" y="187139"/>
                  </a:lnTo>
                  <a:lnTo>
                    <a:pt x="2612951" y="151880"/>
                  </a:lnTo>
                  <a:lnTo>
                    <a:pt x="2622695" y="159663"/>
                  </a:lnTo>
                  <a:lnTo>
                    <a:pt x="2632439" y="146451"/>
                  </a:lnTo>
                  <a:lnTo>
                    <a:pt x="2642198" y="142936"/>
                  </a:lnTo>
                  <a:lnTo>
                    <a:pt x="2651942" y="126913"/>
                  </a:lnTo>
                  <a:lnTo>
                    <a:pt x="2661685" y="108353"/>
                  </a:lnTo>
                  <a:lnTo>
                    <a:pt x="2671444" y="90435"/>
                  </a:lnTo>
                  <a:lnTo>
                    <a:pt x="2681188" y="73015"/>
                  </a:lnTo>
                  <a:lnTo>
                    <a:pt x="2690947" y="35567"/>
                  </a:lnTo>
                  <a:lnTo>
                    <a:pt x="2700691" y="26073"/>
                  </a:lnTo>
                  <a:lnTo>
                    <a:pt x="2710435" y="6250"/>
                  </a:lnTo>
                  <a:lnTo>
                    <a:pt x="2720194" y="14294"/>
                  </a:lnTo>
                  <a:lnTo>
                    <a:pt x="2729938" y="18515"/>
                  </a:lnTo>
                  <a:lnTo>
                    <a:pt x="2739697" y="51364"/>
                  </a:lnTo>
                  <a:lnTo>
                    <a:pt x="2749441" y="12181"/>
                  </a:lnTo>
                  <a:lnTo>
                    <a:pt x="2759185" y="28275"/>
                  </a:lnTo>
                  <a:lnTo>
                    <a:pt x="2768943" y="15620"/>
                  </a:lnTo>
                  <a:lnTo>
                    <a:pt x="2778687" y="0"/>
                  </a:lnTo>
                  <a:lnTo>
                    <a:pt x="2788446" y="7730"/>
                  </a:lnTo>
                  <a:lnTo>
                    <a:pt x="2798190" y="51893"/>
                  </a:lnTo>
                  <a:lnTo>
                    <a:pt x="2807934" y="74680"/>
                  </a:lnTo>
                  <a:lnTo>
                    <a:pt x="2817693" y="81599"/>
                  </a:lnTo>
                  <a:lnTo>
                    <a:pt x="2827437" y="64887"/>
                  </a:lnTo>
                  <a:lnTo>
                    <a:pt x="2837196" y="53493"/>
                  </a:lnTo>
                  <a:lnTo>
                    <a:pt x="2846940" y="39137"/>
                  </a:lnTo>
                  <a:lnTo>
                    <a:pt x="2856684" y="29245"/>
                  </a:lnTo>
                  <a:lnTo>
                    <a:pt x="2866442" y="5739"/>
                  </a:lnTo>
                  <a:lnTo>
                    <a:pt x="2876186" y="4552"/>
                  </a:lnTo>
                  <a:lnTo>
                    <a:pt x="2885945" y="34311"/>
                  </a:lnTo>
                  <a:lnTo>
                    <a:pt x="2895689" y="38992"/>
                  </a:lnTo>
                  <a:lnTo>
                    <a:pt x="2905433" y="11180"/>
                  </a:lnTo>
                  <a:lnTo>
                    <a:pt x="2915192" y="6977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7" name="Freeform 1236">
              <a:extLst>
                <a:ext uri="{FF2B5EF4-FFF2-40B4-BE49-F238E27FC236}">
                  <a16:creationId xmlns:a16="http://schemas.microsoft.com/office/drawing/2014/main" id="{E454CAD9-214F-3C3B-C4C0-B01ACCAD98AE}"/>
                </a:ext>
              </a:extLst>
            </p:cNvPr>
            <p:cNvSpPr/>
            <p:nvPr/>
          </p:nvSpPr>
          <p:spPr>
            <a:xfrm>
              <a:off x="4426652" y="2950687"/>
              <a:ext cx="2915191" cy="646520"/>
            </a:xfrm>
            <a:custGeom>
              <a:avLst/>
              <a:gdLst>
                <a:gd name="connsiteX0" fmla="*/ 0 w 2915191"/>
                <a:gd name="connsiteY0" fmla="*/ 32857 h 646520"/>
                <a:gd name="connsiteX1" fmla="*/ 9750 w 2915191"/>
                <a:gd name="connsiteY1" fmla="*/ 11672 h 646520"/>
                <a:gd name="connsiteX2" fmla="*/ 19500 w 2915191"/>
                <a:gd name="connsiteY2" fmla="*/ 0 h 646520"/>
                <a:gd name="connsiteX3" fmla="*/ 29250 w 2915191"/>
                <a:gd name="connsiteY3" fmla="*/ 40530 h 646520"/>
                <a:gd name="connsiteX4" fmla="*/ 39000 w 2915191"/>
                <a:gd name="connsiteY4" fmla="*/ 71201 h 646520"/>
                <a:gd name="connsiteX5" fmla="*/ 48749 w 2915191"/>
                <a:gd name="connsiteY5" fmla="*/ 60868 h 646520"/>
                <a:gd name="connsiteX6" fmla="*/ 58499 w 2915191"/>
                <a:gd name="connsiteY6" fmla="*/ 78354 h 646520"/>
                <a:gd name="connsiteX7" fmla="*/ 68249 w 2915191"/>
                <a:gd name="connsiteY7" fmla="*/ 83148 h 646520"/>
                <a:gd name="connsiteX8" fmla="*/ 77998 w 2915191"/>
                <a:gd name="connsiteY8" fmla="*/ 97703 h 646520"/>
                <a:gd name="connsiteX9" fmla="*/ 87748 w 2915191"/>
                <a:gd name="connsiteY9" fmla="*/ 112192 h 646520"/>
                <a:gd name="connsiteX10" fmla="*/ 97497 w 2915191"/>
                <a:gd name="connsiteY10" fmla="*/ 92605 h 646520"/>
                <a:gd name="connsiteX11" fmla="*/ 107247 w 2915191"/>
                <a:gd name="connsiteY11" fmla="*/ 87187 h 646520"/>
                <a:gd name="connsiteX12" fmla="*/ 116997 w 2915191"/>
                <a:gd name="connsiteY12" fmla="*/ 77265 h 646520"/>
                <a:gd name="connsiteX13" fmla="*/ 126747 w 2915191"/>
                <a:gd name="connsiteY13" fmla="*/ 62942 h 646520"/>
                <a:gd name="connsiteX14" fmla="*/ 136497 w 2915191"/>
                <a:gd name="connsiteY14" fmla="*/ 47237 h 646520"/>
                <a:gd name="connsiteX15" fmla="*/ 146247 w 2915191"/>
                <a:gd name="connsiteY15" fmla="*/ 69824 h 646520"/>
                <a:gd name="connsiteX16" fmla="*/ 155997 w 2915191"/>
                <a:gd name="connsiteY16" fmla="*/ 110440 h 646520"/>
                <a:gd name="connsiteX17" fmla="*/ 165747 w 2915191"/>
                <a:gd name="connsiteY17" fmla="*/ 114877 h 646520"/>
                <a:gd name="connsiteX18" fmla="*/ 175497 w 2915191"/>
                <a:gd name="connsiteY18" fmla="*/ 126820 h 646520"/>
                <a:gd name="connsiteX19" fmla="*/ 185247 w 2915191"/>
                <a:gd name="connsiteY19" fmla="*/ 154304 h 646520"/>
                <a:gd name="connsiteX20" fmla="*/ 194996 w 2915191"/>
                <a:gd name="connsiteY20" fmla="*/ 110115 h 646520"/>
                <a:gd name="connsiteX21" fmla="*/ 204746 w 2915191"/>
                <a:gd name="connsiteY21" fmla="*/ 104107 h 646520"/>
                <a:gd name="connsiteX22" fmla="*/ 214495 w 2915191"/>
                <a:gd name="connsiteY22" fmla="*/ 98417 h 646520"/>
                <a:gd name="connsiteX23" fmla="*/ 224245 w 2915191"/>
                <a:gd name="connsiteY23" fmla="*/ 99413 h 646520"/>
                <a:gd name="connsiteX24" fmla="*/ 233995 w 2915191"/>
                <a:gd name="connsiteY24" fmla="*/ 83290 h 646520"/>
                <a:gd name="connsiteX25" fmla="*/ 243744 w 2915191"/>
                <a:gd name="connsiteY25" fmla="*/ 51224 h 646520"/>
                <a:gd name="connsiteX26" fmla="*/ 253494 w 2915191"/>
                <a:gd name="connsiteY26" fmla="*/ 51671 h 646520"/>
                <a:gd name="connsiteX27" fmla="*/ 263244 w 2915191"/>
                <a:gd name="connsiteY27" fmla="*/ 78294 h 646520"/>
                <a:gd name="connsiteX28" fmla="*/ 272994 w 2915191"/>
                <a:gd name="connsiteY28" fmla="*/ 60451 h 646520"/>
                <a:gd name="connsiteX29" fmla="*/ 282744 w 2915191"/>
                <a:gd name="connsiteY29" fmla="*/ 102159 h 646520"/>
                <a:gd name="connsiteX30" fmla="*/ 292494 w 2915191"/>
                <a:gd name="connsiteY30" fmla="*/ 141804 h 646520"/>
                <a:gd name="connsiteX31" fmla="*/ 302244 w 2915191"/>
                <a:gd name="connsiteY31" fmla="*/ 126394 h 646520"/>
                <a:gd name="connsiteX32" fmla="*/ 311994 w 2915191"/>
                <a:gd name="connsiteY32" fmla="*/ 135135 h 646520"/>
                <a:gd name="connsiteX33" fmla="*/ 321744 w 2915191"/>
                <a:gd name="connsiteY33" fmla="*/ 145189 h 646520"/>
                <a:gd name="connsiteX34" fmla="*/ 331493 w 2915191"/>
                <a:gd name="connsiteY34" fmla="*/ 140481 h 646520"/>
                <a:gd name="connsiteX35" fmla="*/ 341243 w 2915191"/>
                <a:gd name="connsiteY35" fmla="*/ 128216 h 646520"/>
                <a:gd name="connsiteX36" fmla="*/ 350993 w 2915191"/>
                <a:gd name="connsiteY36" fmla="*/ 102362 h 646520"/>
                <a:gd name="connsiteX37" fmla="*/ 360742 w 2915191"/>
                <a:gd name="connsiteY37" fmla="*/ 113007 h 646520"/>
                <a:gd name="connsiteX38" fmla="*/ 370492 w 2915191"/>
                <a:gd name="connsiteY38" fmla="*/ 117610 h 646520"/>
                <a:gd name="connsiteX39" fmla="*/ 380241 w 2915191"/>
                <a:gd name="connsiteY39" fmla="*/ 179521 h 646520"/>
                <a:gd name="connsiteX40" fmla="*/ 389991 w 2915191"/>
                <a:gd name="connsiteY40" fmla="*/ 183268 h 646520"/>
                <a:gd name="connsiteX41" fmla="*/ 399741 w 2915191"/>
                <a:gd name="connsiteY41" fmla="*/ 189338 h 646520"/>
                <a:gd name="connsiteX42" fmla="*/ 409491 w 2915191"/>
                <a:gd name="connsiteY42" fmla="*/ 189289 h 646520"/>
                <a:gd name="connsiteX43" fmla="*/ 419241 w 2915191"/>
                <a:gd name="connsiteY43" fmla="*/ 242822 h 646520"/>
                <a:gd name="connsiteX44" fmla="*/ 428991 w 2915191"/>
                <a:gd name="connsiteY44" fmla="*/ 255655 h 646520"/>
                <a:gd name="connsiteX45" fmla="*/ 438741 w 2915191"/>
                <a:gd name="connsiteY45" fmla="*/ 268652 h 646520"/>
                <a:gd name="connsiteX46" fmla="*/ 448491 w 2915191"/>
                <a:gd name="connsiteY46" fmla="*/ 237147 h 646520"/>
                <a:gd name="connsiteX47" fmla="*/ 458241 w 2915191"/>
                <a:gd name="connsiteY47" fmla="*/ 202732 h 646520"/>
                <a:gd name="connsiteX48" fmla="*/ 467991 w 2915191"/>
                <a:gd name="connsiteY48" fmla="*/ 217296 h 646520"/>
                <a:gd name="connsiteX49" fmla="*/ 477740 w 2915191"/>
                <a:gd name="connsiteY49" fmla="*/ 196185 h 646520"/>
                <a:gd name="connsiteX50" fmla="*/ 487490 w 2915191"/>
                <a:gd name="connsiteY50" fmla="*/ 212634 h 646520"/>
                <a:gd name="connsiteX51" fmla="*/ 497239 w 2915191"/>
                <a:gd name="connsiteY51" fmla="*/ 207604 h 646520"/>
                <a:gd name="connsiteX52" fmla="*/ 506989 w 2915191"/>
                <a:gd name="connsiteY52" fmla="*/ 241234 h 646520"/>
                <a:gd name="connsiteX53" fmla="*/ 516738 w 2915191"/>
                <a:gd name="connsiteY53" fmla="*/ 207255 h 646520"/>
                <a:gd name="connsiteX54" fmla="*/ 526488 w 2915191"/>
                <a:gd name="connsiteY54" fmla="*/ 217480 h 646520"/>
                <a:gd name="connsiteX55" fmla="*/ 536238 w 2915191"/>
                <a:gd name="connsiteY55" fmla="*/ 215262 h 646520"/>
                <a:gd name="connsiteX56" fmla="*/ 545988 w 2915191"/>
                <a:gd name="connsiteY56" fmla="*/ 211655 h 646520"/>
                <a:gd name="connsiteX57" fmla="*/ 555738 w 2915191"/>
                <a:gd name="connsiteY57" fmla="*/ 206680 h 646520"/>
                <a:gd name="connsiteX58" fmla="*/ 565488 w 2915191"/>
                <a:gd name="connsiteY58" fmla="*/ 155571 h 646520"/>
                <a:gd name="connsiteX59" fmla="*/ 575238 w 2915191"/>
                <a:gd name="connsiteY59" fmla="*/ 146442 h 646520"/>
                <a:gd name="connsiteX60" fmla="*/ 584988 w 2915191"/>
                <a:gd name="connsiteY60" fmla="*/ 145122 h 646520"/>
                <a:gd name="connsiteX61" fmla="*/ 594738 w 2915191"/>
                <a:gd name="connsiteY61" fmla="*/ 162223 h 646520"/>
                <a:gd name="connsiteX62" fmla="*/ 604488 w 2915191"/>
                <a:gd name="connsiteY62" fmla="*/ 158363 h 646520"/>
                <a:gd name="connsiteX63" fmla="*/ 614237 w 2915191"/>
                <a:gd name="connsiteY63" fmla="*/ 167395 h 646520"/>
                <a:gd name="connsiteX64" fmla="*/ 623987 w 2915191"/>
                <a:gd name="connsiteY64" fmla="*/ 163834 h 646520"/>
                <a:gd name="connsiteX65" fmla="*/ 633736 w 2915191"/>
                <a:gd name="connsiteY65" fmla="*/ 171602 h 646520"/>
                <a:gd name="connsiteX66" fmla="*/ 643486 w 2915191"/>
                <a:gd name="connsiteY66" fmla="*/ 187432 h 646520"/>
                <a:gd name="connsiteX67" fmla="*/ 653236 w 2915191"/>
                <a:gd name="connsiteY67" fmla="*/ 176240 h 646520"/>
                <a:gd name="connsiteX68" fmla="*/ 662985 w 2915191"/>
                <a:gd name="connsiteY68" fmla="*/ 204150 h 646520"/>
                <a:gd name="connsiteX69" fmla="*/ 672735 w 2915191"/>
                <a:gd name="connsiteY69" fmla="*/ 212086 h 646520"/>
                <a:gd name="connsiteX70" fmla="*/ 682485 w 2915191"/>
                <a:gd name="connsiteY70" fmla="*/ 225328 h 646520"/>
                <a:gd name="connsiteX71" fmla="*/ 692235 w 2915191"/>
                <a:gd name="connsiteY71" fmla="*/ 230942 h 646520"/>
                <a:gd name="connsiteX72" fmla="*/ 701985 w 2915191"/>
                <a:gd name="connsiteY72" fmla="*/ 227363 h 646520"/>
                <a:gd name="connsiteX73" fmla="*/ 711735 w 2915191"/>
                <a:gd name="connsiteY73" fmla="*/ 247182 h 646520"/>
                <a:gd name="connsiteX74" fmla="*/ 721485 w 2915191"/>
                <a:gd name="connsiteY74" fmla="*/ 251514 h 646520"/>
                <a:gd name="connsiteX75" fmla="*/ 731235 w 2915191"/>
                <a:gd name="connsiteY75" fmla="*/ 271518 h 646520"/>
                <a:gd name="connsiteX76" fmla="*/ 740985 w 2915191"/>
                <a:gd name="connsiteY76" fmla="*/ 268548 h 646520"/>
                <a:gd name="connsiteX77" fmla="*/ 750734 w 2915191"/>
                <a:gd name="connsiteY77" fmla="*/ 285894 h 646520"/>
                <a:gd name="connsiteX78" fmla="*/ 760484 w 2915191"/>
                <a:gd name="connsiteY78" fmla="*/ 289295 h 646520"/>
                <a:gd name="connsiteX79" fmla="*/ 770233 w 2915191"/>
                <a:gd name="connsiteY79" fmla="*/ 323108 h 646520"/>
                <a:gd name="connsiteX80" fmla="*/ 779983 w 2915191"/>
                <a:gd name="connsiteY80" fmla="*/ 339962 h 646520"/>
                <a:gd name="connsiteX81" fmla="*/ 789733 w 2915191"/>
                <a:gd name="connsiteY81" fmla="*/ 348080 h 646520"/>
                <a:gd name="connsiteX82" fmla="*/ 799482 w 2915191"/>
                <a:gd name="connsiteY82" fmla="*/ 346398 h 646520"/>
                <a:gd name="connsiteX83" fmla="*/ 809232 w 2915191"/>
                <a:gd name="connsiteY83" fmla="*/ 359413 h 646520"/>
                <a:gd name="connsiteX84" fmla="*/ 818982 w 2915191"/>
                <a:gd name="connsiteY84" fmla="*/ 358161 h 646520"/>
                <a:gd name="connsiteX85" fmla="*/ 828732 w 2915191"/>
                <a:gd name="connsiteY85" fmla="*/ 349627 h 646520"/>
                <a:gd name="connsiteX86" fmla="*/ 838482 w 2915191"/>
                <a:gd name="connsiteY86" fmla="*/ 339925 h 646520"/>
                <a:gd name="connsiteX87" fmla="*/ 848232 w 2915191"/>
                <a:gd name="connsiteY87" fmla="*/ 371382 h 646520"/>
                <a:gd name="connsiteX88" fmla="*/ 857982 w 2915191"/>
                <a:gd name="connsiteY88" fmla="*/ 363276 h 646520"/>
                <a:gd name="connsiteX89" fmla="*/ 867732 w 2915191"/>
                <a:gd name="connsiteY89" fmla="*/ 389391 h 646520"/>
                <a:gd name="connsiteX90" fmla="*/ 877482 w 2915191"/>
                <a:gd name="connsiteY90" fmla="*/ 390078 h 646520"/>
                <a:gd name="connsiteX91" fmla="*/ 887231 w 2915191"/>
                <a:gd name="connsiteY91" fmla="*/ 377872 h 646520"/>
                <a:gd name="connsiteX92" fmla="*/ 896981 w 2915191"/>
                <a:gd name="connsiteY92" fmla="*/ 365885 h 646520"/>
                <a:gd name="connsiteX93" fmla="*/ 906730 w 2915191"/>
                <a:gd name="connsiteY93" fmla="*/ 367314 h 646520"/>
                <a:gd name="connsiteX94" fmla="*/ 916480 w 2915191"/>
                <a:gd name="connsiteY94" fmla="*/ 382733 h 646520"/>
                <a:gd name="connsiteX95" fmla="*/ 926230 w 2915191"/>
                <a:gd name="connsiteY95" fmla="*/ 400276 h 646520"/>
                <a:gd name="connsiteX96" fmla="*/ 935979 w 2915191"/>
                <a:gd name="connsiteY96" fmla="*/ 396066 h 646520"/>
                <a:gd name="connsiteX97" fmla="*/ 945729 w 2915191"/>
                <a:gd name="connsiteY97" fmla="*/ 383752 h 646520"/>
                <a:gd name="connsiteX98" fmla="*/ 955479 w 2915191"/>
                <a:gd name="connsiteY98" fmla="*/ 403767 h 646520"/>
                <a:gd name="connsiteX99" fmla="*/ 965229 w 2915191"/>
                <a:gd name="connsiteY99" fmla="*/ 397994 h 646520"/>
                <a:gd name="connsiteX100" fmla="*/ 974979 w 2915191"/>
                <a:gd name="connsiteY100" fmla="*/ 393908 h 646520"/>
                <a:gd name="connsiteX101" fmla="*/ 984729 w 2915191"/>
                <a:gd name="connsiteY101" fmla="*/ 396311 h 646520"/>
                <a:gd name="connsiteX102" fmla="*/ 994474 w 2915191"/>
                <a:gd name="connsiteY102" fmla="*/ 393428 h 646520"/>
                <a:gd name="connsiteX103" fmla="*/ 1004233 w 2915191"/>
                <a:gd name="connsiteY103" fmla="*/ 385532 h 646520"/>
                <a:gd name="connsiteX104" fmla="*/ 1013977 w 2915191"/>
                <a:gd name="connsiteY104" fmla="*/ 402778 h 646520"/>
                <a:gd name="connsiteX105" fmla="*/ 1023721 w 2915191"/>
                <a:gd name="connsiteY105" fmla="*/ 411216 h 646520"/>
                <a:gd name="connsiteX106" fmla="*/ 1033480 w 2915191"/>
                <a:gd name="connsiteY106" fmla="*/ 435438 h 646520"/>
                <a:gd name="connsiteX107" fmla="*/ 1043224 w 2915191"/>
                <a:gd name="connsiteY107" fmla="*/ 412091 h 646520"/>
                <a:gd name="connsiteX108" fmla="*/ 1052983 w 2915191"/>
                <a:gd name="connsiteY108" fmla="*/ 402430 h 646520"/>
                <a:gd name="connsiteX109" fmla="*/ 1062727 w 2915191"/>
                <a:gd name="connsiteY109" fmla="*/ 440077 h 646520"/>
                <a:gd name="connsiteX110" fmla="*/ 1072471 w 2915191"/>
                <a:gd name="connsiteY110" fmla="*/ 426092 h 646520"/>
                <a:gd name="connsiteX111" fmla="*/ 1082230 w 2915191"/>
                <a:gd name="connsiteY111" fmla="*/ 420193 h 646520"/>
                <a:gd name="connsiteX112" fmla="*/ 1091973 w 2915191"/>
                <a:gd name="connsiteY112" fmla="*/ 409399 h 646520"/>
                <a:gd name="connsiteX113" fmla="*/ 1101732 w 2915191"/>
                <a:gd name="connsiteY113" fmla="*/ 417438 h 646520"/>
                <a:gd name="connsiteX114" fmla="*/ 1111476 w 2915191"/>
                <a:gd name="connsiteY114" fmla="*/ 411231 h 646520"/>
                <a:gd name="connsiteX115" fmla="*/ 1121220 w 2915191"/>
                <a:gd name="connsiteY115" fmla="*/ 444046 h 646520"/>
                <a:gd name="connsiteX116" fmla="*/ 1130979 w 2915191"/>
                <a:gd name="connsiteY116" fmla="*/ 461411 h 646520"/>
                <a:gd name="connsiteX117" fmla="*/ 1140723 w 2915191"/>
                <a:gd name="connsiteY117" fmla="*/ 490719 h 646520"/>
                <a:gd name="connsiteX118" fmla="*/ 1150482 w 2915191"/>
                <a:gd name="connsiteY118" fmla="*/ 480027 h 646520"/>
                <a:gd name="connsiteX119" fmla="*/ 1160226 w 2915191"/>
                <a:gd name="connsiteY119" fmla="*/ 451324 h 646520"/>
                <a:gd name="connsiteX120" fmla="*/ 1169969 w 2915191"/>
                <a:gd name="connsiteY120" fmla="*/ 417161 h 646520"/>
                <a:gd name="connsiteX121" fmla="*/ 1179728 w 2915191"/>
                <a:gd name="connsiteY121" fmla="*/ 449392 h 646520"/>
                <a:gd name="connsiteX122" fmla="*/ 1189472 w 2915191"/>
                <a:gd name="connsiteY122" fmla="*/ 436522 h 646520"/>
                <a:gd name="connsiteX123" fmla="*/ 1199231 w 2915191"/>
                <a:gd name="connsiteY123" fmla="*/ 434477 h 646520"/>
                <a:gd name="connsiteX124" fmla="*/ 1208975 w 2915191"/>
                <a:gd name="connsiteY124" fmla="*/ 435756 h 646520"/>
                <a:gd name="connsiteX125" fmla="*/ 1218719 w 2915191"/>
                <a:gd name="connsiteY125" fmla="*/ 446928 h 646520"/>
                <a:gd name="connsiteX126" fmla="*/ 1228478 w 2915191"/>
                <a:gd name="connsiteY126" fmla="*/ 426047 h 646520"/>
                <a:gd name="connsiteX127" fmla="*/ 1238222 w 2915191"/>
                <a:gd name="connsiteY127" fmla="*/ 397995 h 646520"/>
                <a:gd name="connsiteX128" fmla="*/ 1247966 w 2915191"/>
                <a:gd name="connsiteY128" fmla="*/ 424301 h 646520"/>
                <a:gd name="connsiteX129" fmla="*/ 1257725 w 2915191"/>
                <a:gd name="connsiteY129" fmla="*/ 423541 h 646520"/>
                <a:gd name="connsiteX130" fmla="*/ 1267469 w 2915191"/>
                <a:gd name="connsiteY130" fmla="*/ 416497 h 646520"/>
                <a:gd name="connsiteX131" fmla="*/ 1277227 w 2915191"/>
                <a:gd name="connsiteY131" fmla="*/ 391296 h 646520"/>
                <a:gd name="connsiteX132" fmla="*/ 1286971 w 2915191"/>
                <a:gd name="connsiteY132" fmla="*/ 429021 h 646520"/>
                <a:gd name="connsiteX133" fmla="*/ 1296715 w 2915191"/>
                <a:gd name="connsiteY133" fmla="*/ 477307 h 646520"/>
                <a:gd name="connsiteX134" fmla="*/ 1306474 w 2915191"/>
                <a:gd name="connsiteY134" fmla="*/ 488985 h 646520"/>
                <a:gd name="connsiteX135" fmla="*/ 1316218 w 2915191"/>
                <a:gd name="connsiteY135" fmla="*/ 497467 h 646520"/>
                <a:gd name="connsiteX136" fmla="*/ 1325977 w 2915191"/>
                <a:gd name="connsiteY136" fmla="*/ 500211 h 646520"/>
                <a:gd name="connsiteX137" fmla="*/ 1335721 w 2915191"/>
                <a:gd name="connsiteY137" fmla="*/ 473373 h 646520"/>
                <a:gd name="connsiteX138" fmla="*/ 1345465 w 2915191"/>
                <a:gd name="connsiteY138" fmla="*/ 483351 h 646520"/>
                <a:gd name="connsiteX139" fmla="*/ 1355224 w 2915191"/>
                <a:gd name="connsiteY139" fmla="*/ 504696 h 646520"/>
                <a:gd name="connsiteX140" fmla="*/ 1364967 w 2915191"/>
                <a:gd name="connsiteY140" fmla="*/ 497767 h 646520"/>
                <a:gd name="connsiteX141" fmla="*/ 1374726 w 2915191"/>
                <a:gd name="connsiteY141" fmla="*/ 497507 h 646520"/>
                <a:gd name="connsiteX142" fmla="*/ 1384470 w 2915191"/>
                <a:gd name="connsiteY142" fmla="*/ 478993 h 646520"/>
                <a:gd name="connsiteX143" fmla="*/ 1394214 w 2915191"/>
                <a:gd name="connsiteY143" fmla="*/ 470595 h 646520"/>
                <a:gd name="connsiteX144" fmla="*/ 1403973 w 2915191"/>
                <a:gd name="connsiteY144" fmla="*/ 452195 h 646520"/>
                <a:gd name="connsiteX145" fmla="*/ 1413717 w 2915191"/>
                <a:gd name="connsiteY145" fmla="*/ 472588 h 646520"/>
                <a:gd name="connsiteX146" fmla="*/ 1423476 w 2915191"/>
                <a:gd name="connsiteY146" fmla="*/ 459781 h 646520"/>
                <a:gd name="connsiteX147" fmla="*/ 1433220 w 2915191"/>
                <a:gd name="connsiteY147" fmla="*/ 459714 h 646520"/>
                <a:gd name="connsiteX148" fmla="*/ 1442964 w 2915191"/>
                <a:gd name="connsiteY148" fmla="*/ 487013 h 646520"/>
                <a:gd name="connsiteX149" fmla="*/ 1452722 w 2915191"/>
                <a:gd name="connsiteY149" fmla="*/ 526199 h 646520"/>
                <a:gd name="connsiteX150" fmla="*/ 1462466 w 2915191"/>
                <a:gd name="connsiteY150" fmla="*/ 519615 h 646520"/>
                <a:gd name="connsiteX151" fmla="*/ 1472225 w 2915191"/>
                <a:gd name="connsiteY151" fmla="*/ 519955 h 646520"/>
                <a:gd name="connsiteX152" fmla="*/ 1481969 w 2915191"/>
                <a:gd name="connsiteY152" fmla="*/ 538472 h 646520"/>
                <a:gd name="connsiteX153" fmla="*/ 1491713 w 2915191"/>
                <a:gd name="connsiteY153" fmla="*/ 537345 h 646520"/>
                <a:gd name="connsiteX154" fmla="*/ 1501472 w 2915191"/>
                <a:gd name="connsiteY154" fmla="*/ 522470 h 646520"/>
                <a:gd name="connsiteX155" fmla="*/ 1511216 w 2915191"/>
                <a:gd name="connsiteY155" fmla="*/ 510774 h 646520"/>
                <a:gd name="connsiteX156" fmla="*/ 1520960 w 2915191"/>
                <a:gd name="connsiteY156" fmla="*/ 507701 h 646520"/>
                <a:gd name="connsiteX157" fmla="*/ 1530719 w 2915191"/>
                <a:gd name="connsiteY157" fmla="*/ 505196 h 646520"/>
                <a:gd name="connsiteX158" fmla="*/ 1540463 w 2915191"/>
                <a:gd name="connsiteY158" fmla="*/ 516902 h 646520"/>
                <a:gd name="connsiteX159" fmla="*/ 1550221 w 2915191"/>
                <a:gd name="connsiteY159" fmla="*/ 527420 h 646520"/>
                <a:gd name="connsiteX160" fmla="*/ 1559965 w 2915191"/>
                <a:gd name="connsiteY160" fmla="*/ 530322 h 646520"/>
                <a:gd name="connsiteX161" fmla="*/ 1569709 w 2915191"/>
                <a:gd name="connsiteY161" fmla="*/ 531582 h 646520"/>
                <a:gd name="connsiteX162" fmla="*/ 1579468 w 2915191"/>
                <a:gd name="connsiteY162" fmla="*/ 520506 h 646520"/>
                <a:gd name="connsiteX163" fmla="*/ 1589212 w 2915191"/>
                <a:gd name="connsiteY163" fmla="*/ 520725 h 646520"/>
                <a:gd name="connsiteX164" fmla="*/ 1598971 w 2915191"/>
                <a:gd name="connsiteY164" fmla="*/ 520979 h 646520"/>
                <a:gd name="connsiteX165" fmla="*/ 1608715 w 2915191"/>
                <a:gd name="connsiteY165" fmla="*/ 535535 h 646520"/>
                <a:gd name="connsiteX166" fmla="*/ 1618459 w 2915191"/>
                <a:gd name="connsiteY166" fmla="*/ 540073 h 646520"/>
                <a:gd name="connsiteX167" fmla="*/ 1628218 w 2915191"/>
                <a:gd name="connsiteY167" fmla="*/ 549501 h 646520"/>
                <a:gd name="connsiteX168" fmla="*/ 1637962 w 2915191"/>
                <a:gd name="connsiteY168" fmla="*/ 541034 h 646520"/>
                <a:gd name="connsiteX169" fmla="*/ 1647720 w 2915191"/>
                <a:gd name="connsiteY169" fmla="*/ 536755 h 646520"/>
                <a:gd name="connsiteX170" fmla="*/ 1657464 w 2915191"/>
                <a:gd name="connsiteY170" fmla="*/ 562980 h 646520"/>
                <a:gd name="connsiteX171" fmla="*/ 1667208 w 2915191"/>
                <a:gd name="connsiteY171" fmla="*/ 576264 h 646520"/>
                <a:gd name="connsiteX172" fmla="*/ 1676967 w 2915191"/>
                <a:gd name="connsiteY172" fmla="*/ 553368 h 646520"/>
                <a:gd name="connsiteX173" fmla="*/ 1686711 w 2915191"/>
                <a:gd name="connsiteY173" fmla="*/ 561106 h 646520"/>
                <a:gd name="connsiteX174" fmla="*/ 1696470 w 2915191"/>
                <a:gd name="connsiteY174" fmla="*/ 530809 h 646520"/>
                <a:gd name="connsiteX175" fmla="*/ 1706214 w 2915191"/>
                <a:gd name="connsiteY175" fmla="*/ 519541 h 646520"/>
                <a:gd name="connsiteX176" fmla="*/ 1715958 w 2915191"/>
                <a:gd name="connsiteY176" fmla="*/ 533106 h 646520"/>
                <a:gd name="connsiteX177" fmla="*/ 1725716 w 2915191"/>
                <a:gd name="connsiteY177" fmla="*/ 517089 h 646520"/>
                <a:gd name="connsiteX178" fmla="*/ 1735460 w 2915191"/>
                <a:gd name="connsiteY178" fmla="*/ 523748 h 646520"/>
                <a:gd name="connsiteX179" fmla="*/ 1745219 w 2915191"/>
                <a:gd name="connsiteY179" fmla="*/ 530839 h 646520"/>
                <a:gd name="connsiteX180" fmla="*/ 1754963 w 2915191"/>
                <a:gd name="connsiteY180" fmla="*/ 566146 h 646520"/>
                <a:gd name="connsiteX181" fmla="*/ 1764707 w 2915191"/>
                <a:gd name="connsiteY181" fmla="*/ 617336 h 646520"/>
                <a:gd name="connsiteX182" fmla="*/ 1774466 w 2915191"/>
                <a:gd name="connsiteY182" fmla="*/ 632654 h 646520"/>
                <a:gd name="connsiteX183" fmla="*/ 1784210 w 2915191"/>
                <a:gd name="connsiteY183" fmla="*/ 636464 h 646520"/>
                <a:gd name="connsiteX184" fmla="*/ 1793969 w 2915191"/>
                <a:gd name="connsiteY184" fmla="*/ 646520 h 646520"/>
                <a:gd name="connsiteX185" fmla="*/ 1803713 w 2915191"/>
                <a:gd name="connsiteY185" fmla="*/ 630434 h 646520"/>
                <a:gd name="connsiteX186" fmla="*/ 1813457 w 2915191"/>
                <a:gd name="connsiteY186" fmla="*/ 602650 h 646520"/>
                <a:gd name="connsiteX187" fmla="*/ 1823215 w 2915191"/>
                <a:gd name="connsiteY187" fmla="*/ 581422 h 646520"/>
                <a:gd name="connsiteX188" fmla="*/ 1832959 w 2915191"/>
                <a:gd name="connsiteY188" fmla="*/ 584340 h 646520"/>
                <a:gd name="connsiteX189" fmla="*/ 1842703 w 2915191"/>
                <a:gd name="connsiteY189" fmla="*/ 540145 h 646520"/>
                <a:gd name="connsiteX190" fmla="*/ 1852462 w 2915191"/>
                <a:gd name="connsiteY190" fmla="*/ 530660 h 646520"/>
                <a:gd name="connsiteX191" fmla="*/ 1862206 w 2915191"/>
                <a:gd name="connsiteY191" fmla="*/ 555747 h 646520"/>
                <a:gd name="connsiteX192" fmla="*/ 1871965 w 2915191"/>
                <a:gd name="connsiteY192" fmla="*/ 557229 h 646520"/>
                <a:gd name="connsiteX193" fmla="*/ 1881709 w 2915191"/>
                <a:gd name="connsiteY193" fmla="*/ 563989 h 646520"/>
                <a:gd name="connsiteX194" fmla="*/ 1891453 w 2915191"/>
                <a:gd name="connsiteY194" fmla="*/ 587313 h 646520"/>
                <a:gd name="connsiteX195" fmla="*/ 1901212 w 2915191"/>
                <a:gd name="connsiteY195" fmla="*/ 573398 h 646520"/>
                <a:gd name="connsiteX196" fmla="*/ 1910956 w 2915191"/>
                <a:gd name="connsiteY196" fmla="*/ 564591 h 646520"/>
                <a:gd name="connsiteX197" fmla="*/ 1920714 w 2915191"/>
                <a:gd name="connsiteY197" fmla="*/ 577946 h 646520"/>
                <a:gd name="connsiteX198" fmla="*/ 1930458 w 2915191"/>
                <a:gd name="connsiteY198" fmla="*/ 586992 h 646520"/>
                <a:gd name="connsiteX199" fmla="*/ 1940202 w 2915191"/>
                <a:gd name="connsiteY199" fmla="*/ 557375 h 646520"/>
                <a:gd name="connsiteX200" fmla="*/ 1949961 w 2915191"/>
                <a:gd name="connsiteY200" fmla="*/ 551416 h 646520"/>
                <a:gd name="connsiteX201" fmla="*/ 1959705 w 2915191"/>
                <a:gd name="connsiteY201" fmla="*/ 554792 h 646520"/>
                <a:gd name="connsiteX202" fmla="*/ 1969464 w 2915191"/>
                <a:gd name="connsiteY202" fmla="*/ 569871 h 646520"/>
                <a:gd name="connsiteX203" fmla="*/ 1979208 w 2915191"/>
                <a:gd name="connsiteY203" fmla="*/ 581032 h 646520"/>
                <a:gd name="connsiteX204" fmla="*/ 1988952 w 2915191"/>
                <a:gd name="connsiteY204" fmla="*/ 552961 h 646520"/>
                <a:gd name="connsiteX205" fmla="*/ 1998711 w 2915191"/>
                <a:gd name="connsiteY205" fmla="*/ 540534 h 646520"/>
                <a:gd name="connsiteX206" fmla="*/ 2008454 w 2915191"/>
                <a:gd name="connsiteY206" fmla="*/ 520442 h 646520"/>
                <a:gd name="connsiteX207" fmla="*/ 2018213 w 2915191"/>
                <a:gd name="connsiteY207" fmla="*/ 503702 h 646520"/>
                <a:gd name="connsiteX208" fmla="*/ 2027957 w 2915191"/>
                <a:gd name="connsiteY208" fmla="*/ 487556 h 646520"/>
                <a:gd name="connsiteX209" fmla="*/ 2037701 w 2915191"/>
                <a:gd name="connsiteY209" fmla="*/ 476693 h 646520"/>
                <a:gd name="connsiteX210" fmla="*/ 2047460 w 2915191"/>
                <a:gd name="connsiteY210" fmla="*/ 464583 h 646520"/>
                <a:gd name="connsiteX211" fmla="*/ 2057204 w 2915191"/>
                <a:gd name="connsiteY211" fmla="*/ 418770 h 646520"/>
                <a:gd name="connsiteX212" fmla="*/ 2066963 w 2915191"/>
                <a:gd name="connsiteY212" fmla="*/ 412992 h 646520"/>
                <a:gd name="connsiteX213" fmla="*/ 2076707 w 2915191"/>
                <a:gd name="connsiteY213" fmla="*/ 394030 h 646520"/>
                <a:gd name="connsiteX214" fmla="*/ 2086451 w 2915191"/>
                <a:gd name="connsiteY214" fmla="*/ 384876 h 646520"/>
                <a:gd name="connsiteX215" fmla="*/ 2096210 w 2915191"/>
                <a:gd name="connsiteY215" fmla="*/ 414020 h 646520"/>
                <a:gd name="connsiteX216" fmla="*/ 2105954 w 2915191"/>
                <a:gd name="connsiteY216" fmla="*/ 418807 h 646520"/>
                <a:gd name="connsiteX217" fmla="*/ 2115697 w 2915191"/>
                <a:gd name="connsiteY217" fmla="*/ 409704 h 646520"/>
                <a:gd name="connsiteX218" fmla="*/ 2125456 w 2915191"/>
                <a:gd name="connsiteY218" fmla="*/ 405374 h 646520"/>
                <a:gd name="connsiteX219" fmla="*/ 2135200 w 2915191"/>
                <a:gd name="connsiteY219" fmla="*/ 364021 h 646520"/>
                <a:gd name="connsiteX220" fmla="*/ 2144959 w 2915191"/>
                <a:gd name="connsiteY220" fmla="*/ 333377 h 646520"/>
                <a:gd name="connsiteX221" fmla="*/ 2154703 w 2915191"/>
                <a:gd name="connsiteY221" fmla="*/ 301819 h 646520"/>
                <a:gd name="connsiteX222" fmla="*/ 2164447 w 2915191"/>
                <a:gd name="connsiteY222" fmla="*/ 325498 h 646520"/>
                <a:gd name="connsiteX223" fmla="*/ 2174206 w 2915191"/>
                <a:gd name="connsiteY223" fmla="*/ 338380 h 646520"/>
                <a:gd name="connsiteX224" fmla="*/ 2183950 w 2915191"/>
                <a:gd name="connsiteY224" fmla="*/ 332183 h 646520"/>
                <a:gd name="connsiteX225" fmla="*/ 2193709 w 2915191"/>
                <a:gd name="connsiteY225" fmla="*/ 352735 h 646520"/>
                <a:gd name="connsiteX226" fmla="*/ 2203452 w 2915191"/>
                <a:gd name="connsiteY226" fmla="*/ 329229 h 646520"/>
                <a:gd name="connsiteX227" fmla="*/ 2213196 w 2915191"/>
                <a:gd name="connsiteY227" fmla="*/ 343962 h 646520"/>
                <a:gd name="connsiteX228" fmla="*/ 2222955 w 2915191"/>
                <a:gd name="connsiteY228" fmla="*/ 331014 h 646520"/>
                <a:gd name="connsiteX229" fmla="*/ 2232699 w 2915191"/>
                <a:gd name="connsiteY229" fmla="*/ 315739 h 646520"/>
                <a:gd name="connsiteX230" fmla="*/ 2242458 w 2915191"/>
                <a:gd name="connsiteY230" fmla="*/ 300775 h 646520"/>
                <a:gd name="connsiteX231" fmla="*/ 2252202 w 2915191"/>
                <a:gd name="connsiteY231" fmla="*/ 286872 h 646520"/>
                <a:gd name="connsiteX232" fmla="*/ 2261946 w 2915191"/>
                <a:gd name="connsiteY232" fmla="*/ 299575 h 646520"/>
                <a:gd name="connsiteX233" fmla="*/ 2271705 w 2915191"/>
                <a:gd name="connsiteY233" fmla="*/ 310882 h 646520"/>
                <a:gd name="connsiteX234" fmla="*/ 2281449 w 2915191"/>
                <a:gd name="connsiteY234" fmla="*/ 296694 h 646520"/>
                <a:gd name="connsiteX235" fmla="*/ 2291208 w 2915191"/>
                <a:gd name="connsiteY235" fmla="*/ 254129 h 646520"/>
                <a:gd name="connsiteX236" fmla="*/ 2300951 w 2915191"/>
                <a:gd name="connsiteY236" fmla="*/ 268892 h 646520"/>
                <a:gd name="connsiteX237" fmla="*/ 2310695 w 2915191"/>
                <a:gd name="connsiteY237" fmla="*/ 284758 h 646520"/>
                <a:gd name="connsiteX238" fmla="*/ 2320454 w 2915191"/>
                <a:gd name="connsiteY238" fmla="*/ 297334 h 646520"/>
                <a:gd name="connsiteX239" fmla="*/ 2330198 w 2915191"/>
                <a:gd name="connsiteY239" fmla="*/ 319318 h 646520"/>
                <a:gd name="connsiteX240" fmla="*/ 2339957 w 2915191"/>
                <a:gd name="connsiteY240" fmla="*/ 296648 h 646520"/>
                <a:gd name="connsiteX241" fmla="*/ 2349701 w 2915191"/>
                <a:gd name="connsiteY241" fmla="*/ 270808 h 646520"/>
                <a:gd name="connsiteX242" fmla="*/ 2359445 w 2915191"/>
                <a:gd name="connsiteY242" fmla="*/ 282722 h 646520"/>
                <a:gd name="connsiteX243" fmla="*/ 2369204 w 2915191"/>
                <a:gd name="connsiteY243" fmla="*/ 296958 h 646520"/>
                <a:gd name="connsiteX244" fmla="*/ 2378948 w 2915191"/>
                <a:gd name="connsiteY244" fmla="*/ 281673 h 646520"/>
                <a:gd name="connsiteX245" fmla="*/ 2388692 w 2915191"/>
                <a:gd name="connsiteY245" fmla="*/ 285093 h 646520"/>
                <a:gd name="connsiteX246" fmla="*/ 2398450 w 2915191"/>
                <a:gd name="connsiteY246" fmla="*/ 303705 h 646520"/>
                <a:gd name="connsiteX247" fmla="*/ 2408194 w 2915191"/>
                <a:gd name="connsiteY247" fmla="*/ 314772 h 646520"/>
                <a:gd name="connsiteX248" fmla="*/ 2417953 w 2915191"/>
                <a:gd name="connsiteY248" fmla="*/ 291408 h 646520"/>
                <a:gd name="connsiteX249" fmla="*/ 2427697 w 2915191"/>
                <a:gd name="connsiteY249" fmla="*/ 271932 h 646520"/>
                <a:gd name="connsiteX250" fmla="*/ 2437441 w 2915191"/>
                <a:gd name="connsiteY250" fmla="*/ 253520 h 646520"/>
                <a:gd name="connsiteX251" fmla="*/ 2447200 w 2915191"/>
                <a:gd name="connsiteY251" fmla="*/ 221847 h 646520"/>
                <a:gd name="connsiteX252" fmla="*/ 2456944 w 2915191"/>
                <a:gd name="connsiteY252" fmla="*/ 242518 h 646520"/>
                <a:gd name="connsiteX253" fmla="*/ 2466703 w 2915191"/>
                <a:gd name="connsiteY253" fmla="*/ 250790 h 646520"/>
                <a:gd name="connsiteX254" fmla="*/ 2476446 w 2915191"/>
                <a:gd name="connsiteY254" fmla="*/ 251486 h 646520"/>
                <a:gd name="connsiteX255" fmla="*/ 2486190 w 2915191"/>
                <a:gd name="connsiteY255" fmla="*/ 258149 h 646520"/>
                <a:gd name="connsiteX256" fmla="*/ 2495949 w 2915191"/>
                <a:gd name="connsiteY256" fmla="*/ 266872 h 646520"/>
                <a:gd name="connsiteX257" fmla="*/ 2505693 w 2915191"/>
                <a:gd name="connsiteY257" fmla="*/ 307214 h 646520"/>
                <a:gd name="connsiteX258" fmla="*/ 2515452 w 2915191"/>
                <a:gd name="connsiteY258" fmla="*/ 312739 h 646520"/>
                <a:gd name="connsiteX259" fmla="*/ 2525196 w 2915191"/>
                <a:gd name="connsiteY259" fmla="*/ 315400 h 646520"/>
                <a:gd name="connsiteX260" fmla="*/ 2534940 w 2915191"/>
                <a:gd name="connsiteY260" fmla="*/ 308291 h 646520"/>
                <a:gd name="connsiteX261" fmla="*/ 2544699 w 2915191"/>
                <a:gd name="connsiteY261" fmla="*/ 347601 h 646520"/>
                <a:gd name="connsiteX262" fmla="*/ 2554443 w 2915191"/>
                <a:gd name="connsiteY262" fmla="*/ 311760 h 646520"/>
                <a:gd name="connsiteX263" fmla="*/ 2564202 w 2915191"/>
                <a:gd name="connsiteY263" fmla="*/ 310358 h 646520"/>
                <a:gd name="connsiteX264" fmla="*/ 2573946 w 2915191"/>
                <a:gd name="connsiteY264" fmla="*/ 270588 h 646520"/>
                <a:gd name="connsiteX265" fmla="*/ 2583690 w 2915191"/>
                <a:gd name="connsiteY265" fmla="*/ 285862 h 646520"/>
                <a:gd name="connsiteX266" fmla="*/ 2593448 w 2915191"/>
                <a:gd name="connsiteY266" fmla="*/ 293634 h 646520"/>
                <a:gd name="connsiteX267" fmla="*/ 2603192 w 2915191"/>
                <a:gd name="connsiteY267" fmla="*/ 308136 h 646520"/>
                <a:gd name="connsiteX268" fmla="*/ 2612951 w 2915191"/>
                <a:gd name="connsiteY268" fmla="*/ 317023 h 646520"/>
                <a:gd name="connsiteX269" fmla="*/ 2622695 w 2915191"/>
                <a:gd name="connsiteY269" fmla="*/ 322873 h 646520"/>
                <a:gd name="connsiteX270" fmla="*/ 2632439 w 2915191"/>
                <a:gd name="connsiteY270" fmla="*/ 326580 h 646520"/>
                <a:gd name="connsiteX271" fmla="*/ 2642198 w 2915191"/>
                <a:gd name="connsiteY271" fmla="*/ 341239 h 646520"/>
                <a:gd name="connsiteX272" fmla="*/ 2651942 w 2915191"/>
                <a:gd name="connsiteY272" fmla="*/ 335519 h 646520"/>
                <a:gd name="connsiteX273" fmla="*/ 2661685 w 2915191"/>
                <a:gd name="connsiteY273" fmla="*/ 328667 h 646520"/>
                <a:gd name="connsiteX274" fmla="*/ 2671444 w 2915191"/>
                <a:gd name="connsiteY274" fmla="*/ 323865 h 646520"/>
                <a:gd name="connsiteX275" fmla="*/ 2681188 w 2915191"/>
                <a:gd name="connsiteY275" fmla="*/ 332390 h 646520"/>
                <a:gd name="connsiteX276" fmla="*/ 2690947 w 2915191"/>
                <a:gd name="connsiteY276" fmla="*/ 308804 h 646520"/>
                <a:gd name="connsiteX277" fmla="*/ 2700691 w 2915191"/>
                <a:gd name="connsiteY277" fmla="*/ 315157 h 646520"/>
                <a:gd name="connsiteX278" fmla="*/ 2710435 w 2915191"/>
                <a:gd name="connsiteY278" fmla="*/ 315584 h 646520"/>
                <a:gd name="connsiteX279" fmla="*/ 2720194 w 2915191"/>
                <a:gd name="connsiteY279" fmla="*/ 338615 h 646520"/>
                <a:gd name="connsiteX280" fmla="*/ 2729938 w 2915191"/>
                <a:gd name="connsiteY280" fmla="*/ 337067 h 646520"/>
                <a:gd name="connsiteX281" fmla="*/ 2739697 w 2915191"/>
                <a:gd name="connsiteY281" fmla="*/ 324610 h 646520"/>
                <a:gd name="connsiteX282" fmla="*/ 2749441 w 2915191"/>
                <a:gd name="connsiteY282" fmla="*/ 319844 h 646520"/>
                <a:gd name="connsiteX283" fmla="*/ 2759185 w 2915191"/>
                <a:gd name="connsiteY283" fmla="*/ 284800 h 646520"/>
                <a:gd name="connsiteX284" fmla="*/ 2768943 w 2915191"/>
                <a:gd name="connsiteY284" fmla="*/ 271382 h 646520"/>
                <a:gd name="connsiteX285" fmla="*/ 2778687 w 2915191"/>
                <a:gd name="connsiteY285" fmla="*/ 253330 h 646520"/>
                <a:gd name="connsiteX286" fmla="*/ 2788446 w 2915191"/>
                <a:gd name="connsiteY286" fmla="*/ 264658 h 646520"/>
                <a:gd name="connsiteX287" fmla="*/ 2798190 w 2915191"/>
                <a:gd name="connsiteY287" fmla="*/ 339174 h 646520"/>
                <a:gd name="connsiteX288" fmla="*/ 2807934 w 2915191"/>
                <a:gd name="connsiteY288" fmla="*/ 330321 h 646520"/>
                <a:gd name="connsiteX289" fmla="*/ 2817693 w 2915191"/>
                <a:gd name="connsiteY289" fmla="*/ 312698 h 646520"/>
                <a:gd name="connsiteX290" fmla="*/ 2827437 w 2915191"/>
                <a:gd name="connsiteY290" fmla="*/ 307884 h 646520"/>
                <a:gd name="connsiteX291" fmla="*/ 2837196 w 2915191"/>
                <a:gd name="connsiteY291" fmla="*/ 318999 h 646520"/>
                <a:gd name="connsiteX292" fmla="*/ 2846940 w 2915191"/>
                <a:gd name="connsiteY292" fmla="*/ 349900 h 646520"/>
                <a:gd name="connsiteX293" fmla="*/ 2856684 w 2915191"/>
                <a:gd name="connsiteY293" fmla="*/ 318485 h 646520"/>
                <a:gd name="connsiteX294" fmla="*/ 2866442 w 2915191"/>
                <a:gd name="connsiteY294" fmla="*/ 304401 h 646520"/>
                <a:gd name="connsiteX295" fmla="*/ 2876186 w 2915191"/>
                <a:gd name="connsiteY295" fmla="*/ 326450 h 646520"/>
                <a:gd name="connsiteX296" fmla="*/ 2885945 w 2915191"/>
                <a:gd name="connsiteY296" fmla="*/ 304042 h 646520"/>
                <a:gd name="connsiteX297" fmla="*/ 2895689 w 2915191"/>
                <a:gd name="connsiteY297" fmla="*/ 297469 h 646520"/>
                <a:gd name="connsiteX298" fmla="*/ 2905433 w 2915191"/>
                <a:gd name="connsiteY298" fmla="*/ 320714 h 646520"/>
                <a:gd name="connsiteX299" fmla="*/ 2915192 w 2915191"/>
                <a:gd name="connsiteY299" fmla="*/ 354591 h 646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46520">
                  <a:moveTo>
                    <a:pt x="0" y="32857"/>
                  </a:moveTo>
                  <a:lnTo>
                    <a:pt x="9750" y="11672"/>
                  </a:lnTo>
                  <a:lnTo>
                    <a:pt x="19500" y="0"/>
                  </a:lnTo>
                  <a:lnTo>
                    <a:pt x="29250" y="40530"/>
                  </a:lnTo>
                  <a:lnTo>
                    <a:pt x="39000" y="71201"/>
                  </a:lnTo>
                  <a:lnTo>
                    <a:pt x="48749" y="60868"/>
                  </a:lnTo>
                  <a:lnTo>
                    <a:pt x="58499" y="78354"/>
                  </a:lnTo>
                  <a:lnTo>
                    <a:pt x="68249" y="83148"/>
                  </a:lnTo>
                  <a:lnTo>
                    <a:pt x="77998" y="97703"/>
                  </a:lnTo>
                  <a:lnTo>
                    <a:pt x="87748" y="112192"/>
                  </a:lnTo>
                  <a:lnTo>
                    <a:pt x="97497" y="92605"/>
                  </a:lnTo>
                  <a:lnTo>
                    <a:pt x="107247" y="87187"/>
                  </a:lnTo>
                  <a:lnTo>
                    <a:pt x="116997" y="77265"/>
                  </a:lnTo>
                  <a:lnTo>
                    <a:pt x="126747" y="62942"/>
                  </a:lnTo>
                  <a:lnTo>
                    <a:pt x="136497" y="47237"/>
                  </a:lnTo>
                  <a:lnTo>
                    <a:pt x="146247" y="69824"/>
                  </a:lnTo>
                  <a:lnTo>
                    <a:pt x="155997" y="110440"/>
                  </a:lnTo>
                  <a:lnTo>
                    <a:pt x="165747" y="114877"/>
                  </a:lnTo>
                  <a:lnTo>
                    <a:pt x="175497" y="126820"/>
                  </a:lnTo>
                  <a:lnTo>
                    <a:pt x="185247" y="154304"/>
                  </a:lnTo>
                  <a:lnTo>
                    <a:pt x="194996" y="110115"/>
                  </a:lnTo>
                  <a:lnTo>
                    <a:pt x="204746" y="104107"/>
                  </a:lnTo>
                  <a:lnTo>
                    <a:pt x="214495" y="98417"/>
                  </a:lnTo>
                  <a:lnTo>
                    <a:pt x="224245" y="99413"/>
                  </a:lnTo>
                  <a:lnTo>
                    <a:pt x="233995" y="83290"/>
                  </a:lnTo>
                  <a:lnTo>
                    <a:pt x="243744" y="51224"/>
                  </a:lnTo>
                  <a:lnTo>
                    <a:pt x="253494" y="51671"/>
                  </a:lnTo>
                  <a:lnTo>
                    <a:pt x="263244" y="78294"/>
                  </a:lnTo>
                  <a:lnTo>
                    <a:pt x="272994" y="60451"/>
                  </a:lnTo>
                  <a:lnTo>
                    <a:pt x="282744" y="102159"/>
                  </a:lnTo>
                  <a:lnTo>
                    <a:pt x="292494" y="141804"/>
                  </a:lnTo>
                  <a:lnTo>
                    <a:pt x="302244" y="126394"/>
                  </a:lnTo>
                  <a:lnTo>
                    <a:pt x="311994" y="135135"/>
                  </a:lnTo>
                  <a:lnTo>
                    <a:pt x="321744" y="145189"/>
                  </a:lnTo>
                  <a:lnTo>
                    <a:pt x="331493" y="140481"/>
                  </a:lnTo>
                  <a:lnTo>
                    <a:pt x="341243" y="128216"/>
                  </a:lnTo>
                  <a:lnTo>
                    <a:pt x="350993" y="102362"/>
                  </a:lnTo>
                  <a:lnTo>
                    <a:pt x="360742" y="113007"/>
                  </a:lnTo>
                  <a:lnTo>
                    <a:pt x="370492" y="117610"/>
                  </a:lnTo>
                  <a:lnTo>
                    <a:pt x="380241" y="179521"/>
                  </a:lnTo>
                  <a:lnTo>
                    <a:pt x="389991" y="183268"/>
                  </a:lnTo>
                  <a:lnTo>
                    <a:pt x="399741" y="189338"/>
                  </a:lnTo>
                  <a:lnTo>
                    <a:pt x="409491" y="189289"/>
                  </a:lnTo>
                  <a:lnTo>
                    <a:pt x="419241" y="242822"/>
                  </a:lnTo>
                  <a:lnTo>
                    <a:pt x="428991" y="255655"/>
                  </a:lnTo>
                  <a:lnTo>
                    <a:pt x="438741" y="268652"/>
                  </a:lnTo>
                  <a:lnTo>
                    <a:pt x="448491" y="237147"/>
                  </a:lnTo>
                  <a:lnTo>
                    <a:pt x="458241" y="202732"/>
                  </a:lnTo>
                  <a:lnTo>
                    <a:pt x="467991" y="217296"/>
                  </a:lnTo>
                  <a:lnTo>
                    <a:pt x="477740" y="196185"/>
                  </a:lnTo>
                  <a:lnTo>
                    <a:pt x="487490" y="212634"/>
                  </a:lnTo>
                  <a:lnTo>
                    <a:pt x="497239" y="207604"/>
                  </a:lnTo>
                  <a:lnTo>
                    <a:pt x="506989" y="241234"/>
                  </a:lnTo>
                  <a:lnTo>
                    <a:pt x="516738" y="207255"/>
                  </a:lnTo>
                  <a:lnTo>
                    <a:pt x="526488" y="217480"/>
                  </a:lnTo>
                  <a:lnTo>
                    <a:pt x="536238" y="215262"/>
                  </a:lnTo>
                  <a:lnTo>
                    <a:pt x="545988" y="211655"/>
                  </a:lnTo>
                  <a:lnTo>
                    <a:pt x="555738" y="206680"/>
                  </a:lnTo>
                  <a:lnTo>
                    <a:pt x="565488" y="155571"/>
                  </a:lnTo>
                  <a:lnTo>
                    <a:pt x="575238" y="146442"/>
                  </a:lnTo>
                  <a:lnTo>
                    <a:pt x="584988" y="145122"/>
                  </a:lnTo>
                  <a:lnTo>
                    <a:pt x="594738" y="162223"/>
                  </a:lnTo>
                  <a:lnTo>
                    <a:pt x="604488" y="158363"/>
                  </a:lnTo>
                  <a:lnTo>
                    <a:pt x="614237" y="167395"/>
                  </a:lnTo>
                  <a:lnTo>
                    <a:pt x="623987" y="163834"/>
                  </a:lnTo>
                  <a:lnTo>
                    <a:pt x="633736" y="171602"/>
                  </a:lnTo>
                  <a:lnTo>
                    <a:pt x="643486" y="187432"/>
                  </a:lnTo>
                  <a:lnTo>
                    <a:pt x="653236" y="176240"/>
                  </a:lnTo>
                  <a:lnTo>
                    <a:pt x="662985" y="204150"/>
                  </a:lnTo>
                  <a:lnTo>
                    <a:pt x="672735" y="212086"/>
                  </a:lnTo>
                  <a:lnTo>
                    <a:pt x="682485" y="225328"/>
                  </a:lnTo>
                  <a:lnTo>
                    <a:pt x="692235" y="230942"/>
                  </a:lnTo>
                  <a:lnTo>
                    <a:pt x="701985" y="227363"/>
                  </a:lnTo>
                  <a:lnTo>
                    <a:pt x="711735" y="247182"/>
                  </a:lnTo>
                  <a:lnTo>
                    <a:pt x="721485" y="251514"/>
                  </a:lnTo>
                  <a:lnTo>
                    <a:pt x="731235" y="271518"/>
                  </a:lnTo>
                  <a:lnTo>
                    <a:pt x="740985" y="268548"/>
                  </a:lnTo>
                  <a:lnTo>
                    <a:pt x="750734" y="285894"/>
                  </a:lnTo>
                  <a:lnTo>
                    <a:pt x="760484" y="289295"/>
                  </a:lnTo>
                  <a:lnTo>
                    <a:pt x="770233" y="323108"/>
                  </a:lnTo>
                  <a:lnTo>
                    <a:pt x="779983" y="339962"/>
                  </a:lnTo>
                  <a:lnTo>
                    <a:pt x="789733" y="348080"/>
                  </a:lnTo>
                  <a:lnTo>
                    <a:pt x="799482" y="346398"/>
                  </a:lnTo>
                  <a:lnTo>
                    <a:pt x="809232" y="359413"/>
                  </a:lnTo>
                  <a:lnTo>
                    <a:pt x="818982" y="358161"/>
                  </a:lnTo>
                  <a:lnTo>
                    <a:pt x="828732" y="349627"/>
                  </a:lnTo>
                  <a:lnTo>
                    <a:pt x="838482" y="339925"/>
                  </a:lnTo>
                  <a:lnTo>
                    <a:pt x="848232" y="371382"/>
                  </a:lnTo>
                  <a:lnTo>
                    <a:pt x="857982" y="363276"/>
                  </a:lnTo>
                  <a:lnTo>
                    <a:pt x="867732" y="389391"/>
                  </a:lnTo>
                  <a:lnTo>
                    <a:pt x="877482" y="390078"/>
                  </a:lnTo>
                  <a:lnTo>
                    <a:pt x="887231" y="377872"/>
                  </a:lnTo>
                  <a:lnTo>
                    <a:pt x="896981" y="365885"/>
                  </a:lnTo>
                  <a:lnTo>
                    <a:pt x="906730" y="367314"/>
                  </a:lnTo>
                  <a:lnTo>
                    <a:pt x="916480" y="382733"/>
                  </a:lnTo>
                  <a:lnTo>
                    <a:pt x="926230" y="400276"/>
                  </a:lnTo>
                  <a:lnTo>
                    <a:pt x="935979" y="396066"/>
                  </a:lnTo>
                  <a:lnTo>
                    <a:pt x="945729" y="383752"/>
                  </a:lnTo>
                  <a:lnTo>
                    <a:pt x="955479" y="403767"/>
                  </a:lnTo>
                  <a:lnTo>
                    <a:pt x="965229" y="397994"/>
                  </a:lnTo>
                  <a:lnTo>
                    <a:pt x="974979" y="393908"/>
                  </a:lnTo>
                  <a:lnTo>
                    <a:pt x="984729" y="396311"/>
                  </a:lnTo>
                  <a:lnTo>
                    <a:pt x="994474" y="393428"/>
                  </a:lnTo>
                  <a:lnTo>
                    <a:pt x="1004233" y="385532"/>
                  </a:lnTo>
                  <a:lnTo>
                    <a:pt x="1013977" y="402778"/>
                  </a:lnTo>
                  <a:lnTo>
                    <a:pt x="1023721" y="411216"/>
                  </a:lnTo>
                  <a:lnTo>
                    <a:pt x="1033480" y="435438"/>
                  </a:lnTo>
                  <a:lnTo>
                    <a:pt x="1043224" y="412091"/>
                  </a:lnTo>
                  <a:lnTo>
                    <a:pt x="1052983" y="402430"/>
                  </a:lnTo>
                  <a:lnTo>
                    <a:pt x="1062727" y="440077"/>
                  </a:lnTo>
                  <a:lnTo>
                    <a:pt x="1072471" y="426092"/>
                  </a:lnTo>
                  <a:lnTo>
                    <a:pt x="1082230" y="420193"/>
                  </a:lnTo>
                  <a:lnTo>
                    <a:pt x="1091973" y="409399"/>
                  </a:lnTo>
                  <a:lnTo>
                    <a:pt x="1101732" y="417438"/>
                  </a:lnTo>
                  <a:lnTo>
                    <a:pt x="1111476" y="411231"/>
                  </a:lnTo>
                  <a:lnTo>
                    <a:pt x="1121220" y="444046"/>
                  </a:lnTo>
                  <a:lnTo>
                    <a:pt x="1130979" y="461411"/>
                  </a:lnTo>
                  <a:lnTo>
                    <a:pt x="1140723" y="490719"/>
                  </a:lnTo>
                  <a:lnTo>
                    <a:pt x="1150482" y="480027"/>
                  </a:lnTo>
                  <a:lnTo>
                    <a:pt x="1160226" y="451324"/>
                  </a:lnTo>
                  <a:lnTo>
                    <a:pt x="1169969" y="417161"/>
                  </a:lnTo>
                  <a:lnTo>
                    <a:pt x="1179728" y="449392"/>
                  </a:lnTo>
                  <a:lnTo>
                    <a:pt x="1189472" y="436522"/>
                  </a:lnTo>
                  <a:lnTo>
                    <a:pt x="1199231" y="434477"/>
                  </a:lnTo>
                  <a:lnTo>
                    <a:pt x="1208975" y="435756"/>
                  </a:lnTo>
                  <a:lnTo>
                    <a:pt x="1218719" y="446928"/>
                  </a:lnTo>
                  <a:lnTo>
                    <a:pt x="1228478" y="426047"/>
                  </a:lnTo>
                  <a:lnTo>
                    <a:pt x="1238222" y="397995"/>
                  </a:lnTo>
                  <a:lnTo>
                    <a:pt x="1247966" y="424301"/>
                  </a:lnTo>
                  <a:lnTo>
                    <a:pt x="1257725" y="423541"/>
                  </a:lnTo>
                  <a:lnTo>
                    <a:pt x="1267469" y="416497"/>
                  </a:lnTo>
                  <a:lnTo>
                    <a:pt x="1277227" y="391296"/>
                  </a:lnTo>
                  <a:lnTo>
                    <a:pt x="1286971" y="429021"/>
                  </a:lnTo>
                  <a:lnTo>
                    <a:pt x="1296715" y="477307"/>
                  </a:lnTo>
                  <a:lnTo>
                    <a:pt x="1306474" y="488985"/>
                  </a:lnTo>
                  <a:lnTo>
                    <a:pt x="1316218" y="497467"/>
                  </a:lnTo>
                  <a:lnTo>
                    <a:pt x="1325977" y="500211"/>
                  </a:lnTo>
                  <a:lnTo>
                    <a:pt x="1335721" y="473373"/>
                  </a:lnTo>
                  <a:lnTo>
                    <a:pt x="1345465" y="483351"/>
                  </a:lnTo>
                  <a:lnTo>
                    <a:pt x="1355224" y="504696"/>
                  </a:lnTo>
                  <a:lnTo>
                    <a:pt x="1364967" y="497767"/>
                  </a:lnTo>
                  <a:lnTo>
                    <a:pt x="1374726" y="497507"/>
                  </a:lnTo>
                  <a:lnTo>
                    <a:pt x="1384470" y="478993"/>
                  </a:lnTo>
                  <a:lnTo>
                    <a:pt x="1394214" y="470595"/>
                  </a:lnTo>
                  <a:lnTo>
                    <a:pt x="1403973" y="452195"/>
                  </a:lnTo>
                  <a:lnTo>
                    <a:pt x="1413717" y="472588"/>
                  </a:lnTo>
                  <a:lnTo>
                    <a:pt x="1423476" y="459781"/>
                  </a:lnTo>
                  <a:lnTo>
                    <a:pt x="1433220" y="459714"/>
                  </a:lnTo>
                  <a:lnTo>
                    <a:pt x="1442964" y="487013"/>
                  </a:lnTo>
                  <a:lnTo>
                    <a:pt x="1452722" y="526199"/>
                  </a:lnTo>
                  <a:lnTo>
                    <a:pt x="1462466" y="519615"/>
                  </a:lnTo>
                  <a:lnTo>
                    <a:pt x="1472225" y="519955"/>
                  </a:lnTo>
                  <a:lnTo>
                    <a:pt x="1481969" y="538472"/>
                  </a:lnTo>
                  <a:lnTo>
                    <a:pt x="1491713" y="537345"/>
                  </a:lnTo>
                  <a:lnTo>
                    <a:pt x="1501472" y="522470"/>
                  </a:lnTo>
                  <a:lnTo>
                    <a:pt x="1511216" y="510774"/>
                  </a:lnTo>
                  <a:lnTo>
                    <a:pt x="1520960" y="507701"/>
                  </a:lnTo>
                  <a:lnTo>
                    <a:pt x="1530719" y="505196"/>
                  </a:lnTo>
                  <a:lnTo>
                    <a:pt x="1540463" y="516902"/>
                  </a:lnTo>
                  <a:lnTo>
                    <a:pt x="1550221" y="527420"/>
                  </a:lnTo>
                  <a:lnTo>
                    <a:pt x="1559965" y="530322"/>
                  </a:lnTo>
                  <a:lnTo>
                    <a:pt x="1569709" y="531582"/>
                  </a:lnTo>
                  <a:lnTo>
                    <a:pt x="1579468" y="520506"/>
                  </a:lnTo>
                  <a:lnTo>
                    <a:pt x="1589212" y="520725"/>
                  </a:lnTo>
                  <a:lnTo>
                    <a:pt x="1598971" y="520979"/>
                  </a:lnTo>
                  <a:lnTo>
                    <a:pt x="1608715" y="535535"/>
                  </a:lnTo>
                  <a:lnTo>
                    <a:pt x="1618459" y="540073"/>
                  </a:lnTo>
                  <a:lnTo>
                    <a:pt x="1628218" y="549501"/>
                  </a:lnTo>
                  <a:lnTo>
                    <a:pt x="1637962" y="541034"/>
                  </a:lnTo>
                  <a:lnTo>
                    <a:pt x="1647720" y="536755"/>
                  </a:lnTo>
                  <a:lnTo>
                    <a:pt x="1657464" y="562980"/>
                  </a:lnTo>
                  <a:lnTo>
                    <a:pt x="1667208" y="576264"/>
                  </a:lnTo>
                  <a:lnTo>
                    <a:pt x="1676967" y="553368"/>
                  </a:lnTo>
                  <a:lnTo>
                    <a:pt x="1686711" y="561106"/>
                  </a:lnTo>
                  <a:lnTo>
                    <a:pt x="1696470" y="530809"/>
                  </a:lnTo>
                  <a:lnTo>
                    <a:pt x="1706214" y="519541"/>
                  </a:lnTo>
                  <a:lnTo>
                    <a:pt x="1715958" y="533106"/>
                  </a:lnTo>
                  <a:lnTo>
                    <a:pt x="1725716" y="517089"/>
                  </a:lnTo>
                  <a:lnTo>
                    <a:pt x="1735460" y="523748"/>
                  </a:lnTo>
                  <a:lnTo>
                    <a:pt x="1745219" y="530839"/>
                  </a:lnTo>
                  <a:lnTo>
                    <a:pt x="1754963" y="566146"/>
                  </a:lnTo>
                  <a:lnTo>
                    <a:pt x="1764707" y="617336"/>
                  </a:lnTo>
                  <a:lnTo>
                    <a:pt x="1774466" y="632654"/>
                  </a:lnTo>
                  <a:lnTo>
                    <a:pt x="1784210" y="636464"/>
                  </a:lnTo>
                  <a:lnTo>
                    <a:pt x="1793969" y="646520"/>
                  </a:lnTo>
                  <a:lnTo>
                    <a:pt x="1803713" y="630434"/>
                  </a:lnTo>
                  <a:lnTo>
                    <a:pt x="1813457" y="602650"/>
                  </a:lnTo>
                  <a:lnTo>
                    <a:pt x="1823215" y="581422"/>
                  </a:lnTo>
                  <a:lnTo>
                    <a:pt x="1832959" y="584340"/>
                  </a:lnTo>
                  <a:lnTo>
                    <a:pt x="1842703" y="540145"/>
                  </a:lnTo>
                  <a:lnTo>
                    <a:pt x="1852462" y="530660"/>
                  </a:lnTo>
                  <a:lnTo>
                    <a:pt x="1862206" y="555747"/>
                  </a:lnTo>
                  <a:lnTo>
                    <a:pt x="1871965" y="557229"/>
                  </a:lnTo>
                  <a:lnTo>
                    <a:pt x="1881709" y="563989"/>
                  </a:lnTo>
                  <a:lnTo>
                    <a:pt x="1891453" y="587313"/>
                  </a:lnTo>
                  <a:lnTo>
                    <a:pt x="1901212" y="573398"/>
                  </a:lnTo>
                  <a:lnTo>
                    <a:pt x="1910956" y="564591"/>
                  </a:lnTo>
                  <a:lnTo>
                    <a:pt x="1920714" y="577946"/>
                  </a:lnTo>
                  <a:lnTo>
                    <a:pt x="1930458" y="586992"/>
                  </a:lnTo>
                  <a:lnTo>
                    <a:pt x="1940202" y="557375"/>
                  </a:lnTo>
                  <a:lnTo>
                    <a:pt x="1949961" y="551416"/>
                  </a:lnTo>
                  <a:lnTo>
                    <a:pt x="1959705" y="554792"/>
                  </a:lnTo>
                  <a:lnTo>
                    <a:pt x="1969464" y="569871"/>
                  </a:lnTo>
                  <a:lnTo>
                    <a:pt x="1979208" y="581032"/>
                  </a:lnTo>
                  <a:lnTo>
                    <a:pt x="1988952" y="552961"/>
                  </a:lnTo>
                  <a:lnTo>
                    <a:pt x="1998711" y="540534"/>
                  </a:lnTo>
                  <a:lnTo>
                    <a:pt x="2008454" y="520442"/>
                  </a:lnTo>
                  <a:lnTo>
                    <a:pt x="2018213" y="503702"/>
                  </a:lnTo>
                  <a:lnTo>
                    <a:pt x="2027957" y="487556"/>
                  </a:lnTo>
                  <a:lnTo>
                    <a:pt x="2037701" y="476693"/>
                  </a:lnTo>
                  <a:lnTo>
                    <a:pt x="2047460" y="464583"/>
                  </a:lnTo>
                  <a:lnTo>
                    <a:pt x="2057204" y="418770"/>
                  </a:lnTo>
                  <a:lnTo>
                    <a:pt x="2066963" y="412992"/>
                  </a:lnTo>
                  <a:lnTo>
                    <a:pt x="2076707" y="394030"/>
                  </a:lnTo>
                  <a:lnTo>
                    <a:pt x="2086451" y="384876"/>
                  </a:lnTo>
                  <a:lnTo>
                    <a:pt x="2096210" y="414020"/>
                  </a:lnTo>
                  <a:lnTo>
                    <a:pt x="2105954" y="418807"/>
                  </a:lnTo>
                  <a:lnTo>
                    <a:pt x="2115697" y="409704"/>
                  </a:lnTo>
                  <a:lnTo>
                    <a:pt x="2125456" y="405374"/>
                  </a:lnTo>
                  <a:lnTo>
                    <a:pt x="2135200" y="364021"/>
                  </a:lnTo>
                  <a:lnTo>
                    <a:pt x="2144959" y="333377"/>
                  </a:lnTo>
                  <a:lnTo>
                    <a:pt x="2154703" y="301819"/>
                  </a:lnTo>
                  <a:lnTo>
                    <a:pt x="2164447" y="325498"/>
                  </a:lnTo>
                  <a:lnTo>
                    <a:pt x="2174206" y="338380"/>
                  </a:lnTo>
                  <a:lnTo>
                    <a:pt x="2183950" y="332183"/>
                  </a:lnTo>
                  <a:lnTo>
                    <a:pt x="2193709" y="352735"/>
                  </a:lnTo>
                  <a:lnTo>
                    <a:pt x="2203452" y="329229"/>
                  </a:lnTo>
                  <a:lnTo>
                    <a:pt x="2213196" y="343962"/>
                  </a:lnTo>
                  <a:lnTo>
                    <a:pt x="2222955" y="331014"/>
                  </a:lnTo>
                  <a:lnTo>
                    <a:pt x="2232699" y="315739"/>
                  </a:lnTo>
                  <a:lnTo>
                    <a:pt x="2242458" y="300775"/>
                  </a:lnTo>
                  <a:lnTo>
                    <a:pt x="2252202" y="286872"/>
                  </a:lnTo>
                  <a:lnTo>
                    <a:pt x="2261946" y="299575"/>
                  </a:lnTo>
                  <a:lnTo>
                    <a:pt x="2271705" y="310882"/>
                  </a:lnTo>
                  <a:lnTo>
                    <a:pt x="2281449" y="296694"/>
                  </a:lnTo>
                  <a:lnTo>
                    <a:pt x="2291208" y="254129"/>
                  </a:lnTo>
                  <a:lnTo>
                    <a:pt x="2300951" y="268892"/>
                  </a:lnTo>
                  <a:lnTo>
                    <a:pt x="2310695" y="284758"/>
                  </a:lnTo>
                  <a:lnTo>
                    <a:pt x="2320454" y="297334"/>
                  </a:lnTo>
                  <a:lnTo>
                    <a:pt x="2330198" y="319318"/>
                  </a:lnTo>
                  <a:lnTo>
                    <a:pt x="2339957" y="296648"/>
                  </a:lnTo>
                  <a:lnTo>
                    <a:pt x="2349701" y="270808"/>
                  </a:lnTo>
                  <a:lnTo>
                    <a:pt x="2359445" y="282722"/>
                  </a:lnTo>
                  <a:lnTo>
                    <a:pt x="2369204" y="296958"/>
                  </a:lnTo>
                  <a:lnTo>
                    <a:pt x="2378948" y="281673"/>
                  </a:lnTo>
                  <a:lnTo>
                    <a:pt x="2388692" y="285093"/>
                  </a:lnTo>
                  <a:lnTo>
                    <a:pt x="2398450" y="303705"/>
                  </a:lnTo>
                  <a:lnTo>
                    <a:pt x="2408194" y="314772"/>
                  </a:lnTo>
                  <a:lnTo>
                    <a:pt x="2417953" y="291408"/>
                  </a:lnTo>
                  <a:lnTo>
                    <a:pt x="2427697" y="271932"/>
                  </a:lnTo>
                  <a:lnTo>
                    <a:pt x="2437441" y="253520"/>
                  </a:lnTo>
                  <a:lnTo>
                    <a:pt x="2447200" y="221847"/>
                  </a:lnTo>
                  <a:lnTo>
                    <a:pt x="2456944" y="242518"/>
                  </a:lnTo>
                  <a:lnTo>
                    <a:pt x="2466703" y="250790"/>
                  </a:lnTo>
                  <a:lnTo>
                    <a:pt x="2476446" y="251486"/>
                  </a:lnTo>
                  <a:lnTo>
                    <a:pt x="2486190" y="258149"/>
                  </a:lnTo>
                  <a:lnTo>
                    <a:pt x="2495949" y="266872"/>
                  </a:lnTo>
                  <a:lnTo>
                    <a:pt x="2505693" y="307214"/>
                  </a:lnTo>
                  <a:lnTo>
                    <a:pt x="2515452" y="312739"/>
                  </a:lnTo>
                  <a:lnTo>
                    <a:pt x="2525196" y="315400"/>
                  </a:lnTo>
                  <a:lnTo>
                    <a:pt x="2534940" y="308291"/>
                  </a:lnTo>
                  <a:lnTo>
                    <a:pt x="2544699" y="347601"/>
                  </a:lnTo>
                  <a:lnTo>
                    <a:pt x="2554443" y="311760"/>
                  </a:lnTo>
                  <a:lnTo>
                    <a:pt x="2564202" y="310358"/>
                  </a:lnTo>
                  <a:lnTo>
                    <a:pt x="2573946" y="270588"/>
                  </a:lnTo>
                  <a:lnTo>
                    <a:pt x="2583690" y="285862"/>
                  </a:lnTo>
                  <a:lnTo>
                    <a:pt x="2593448" y="293634"/>
                  </a:lnTo>
                  <a:lnTo>
                    <a:pt x="2603192" y="308136"/>
                  </a:lnTo>
                  <a:lnTo>
                    <a:pt x="2612951" y="317023"/>
                  </a:lnTo>
                  <a:lnTo>
                    <a:pt x="2622695" y="322873"/>
                  </a:lnTo>
                  <a:lnTo>
                    <a:pt x="2632439" y="326580"/>
                  </a:lnTo>
                  <a:lnTo>
                    <a:pt x="2642198" y="341239"/>
                  </a:lnTo>
                  <a:lnTo>
                    <a:pt x="2651942" y="335519"/>
                  </a:lnTo>
                  <a:lnTo>
                    <a:pt x="2661685" y="328667"/>
                  </a:lnTo>
                  <a:lnTo>
                    <a:pt x="2671444" y="323865"/>
                  </a:lnTo>
                  <a:lnTo>
                    <a:pt x="2681188" y="332390"/>
                  </a:lnTo>
                  <a:lnTo>
                    <a:pt x="2690947" y="308804"/>
                  </a:lnTo>
                  <a:lnTo>
                    <a:pt x="2700691" y="315157"/>
                  </a:lnTo>
                  <a:lnTo>
                    <a:pt x="2710435" y="315584"/>
                  </a:lnTo>
                  <a:lnTo>
                    <a:pt x="2720194" y="338615"/>
                  </a:lnTo>
                  <a:lnTo>
                    <a:pt x="2729938" y="337067"/>
                  </a:lnTo>
                  <a:lnTo>
                    <a:pt x="2739697" y="324610"/>
                  </a:lnTo>
                  <a:lnTo>
                    <a:pt x="2749441" y="319844"/>
                  </a:lnTo>
                  <a:lnTo>
                    <a:pt x="2759185" y="284800"/>
                  </a:lnTo>
                  <a:lnTo>
                    <a:pt x="2768943" y="271382"/>
                  </a:lnTo>
                  <a:lnTo>
                    <a:pt x="2778687" y="253330"/>
                  </a:lnTo>
                  <a:lnTo>
                    <a:pt x="2788446" y="264658"/>
                  </a:lnTo>
                  <a:lnTo>
                    <a:pt x="2798190" y="339174"/>
                  </a:lnTo>
                  <a:lnTo>
                    <a:pt x="2807934" y="330321"/>
                  </a:lnTo>
                  <a:lnTo>
                    <a:pt x="2817693" y="312698"/>
                  </a:lnTo>
                  <a:lnTo>
                    <a:pt x="2827437" y="307884"/>
                  </a:lnTo>
                  <a:lnTo>
                    <a:pt x="2837196" y="318999"/>
                  </a:lnTo>
                  <a:lnTo>
                    <a:pt x="2846940" y="349900"/>
                  </a:lnTo>
                  <a:lnTo>
                    <a:pt x="2856684" y="318485"/>
                  </a:lnTo>
                  <a:lnTo>
                    <a:pt x="2866442" y="304401"/>
                  </a:lnTo>
                  <a:lnTo>
                    <a:pt x="2876186" y="326450"/>
                  </a:lnTo>
                  <a:lnTo>
                    <a:pt x="2885945" y="304042"/>
                  </a:lnTo>
                  <a:lnTo>
                    <a:pt x="2895689" y="297469"/>
                  </a:lnTo>
                  <a:lnTo>
                    <a:pt x="2905433" y="320714"/>
                  </a:lnTo>
                  <a:lnTo>
                    <a:pt x="2915192" y="35459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8" name="Freeform 1237">
              <a:extLst>
                <a:ext uri="{FF2B5EF4-FFF2-40B4-BE49-F238E27FC236}">
                  <a16:creationId xmlns:a16="http://schemas.microsoft.com/office/drawing/2014/main" id="{F60CB6F4-16F3-E9EA-37D8-F0C9A60CF6CB}"/>
                </a:ext>
              </a:extLst>
            </p:cNvPr>
            <p:cNvSpPr/>
            <p:nvPr/>
          </p:nvSpPr>
          <p:spPr>
            <a:xfrm>
              <a:off x="4426652" y="3157755"/>
              <a:ext cx="2915191" cy="336751"/>
            </a:xfrm>
            <a:custGeom>
              <a:avLst/>
              <a:gdLst>
                <a:gd name="connsiteX0" fmla="*/ 0 w 2915191"/>
                <a:gd name="connsiteY0" fmla="*/ 227597 h 336751"/>
                <a:gd name="connsiteX1" fmla="*/ 9750 w 2915191"/>
                <a:gd name="connsiteY1" fmla="*/ 247651 h 336751"/>
                <a:gd name="connsiteX2" fmla="*/ 19500 w 2915191"/>
                <a:gd name="connsiteY2" fmla="*/ 273137 h 336751"/>
                <a:gd name="connsiteX3" fmla="*/ 29250 w 2915191"/>
                <a:gd name="connsiteY3" fmla="*/ 282564 h 336751"/>
                <a:gd name="connsiteX4" fmla="*/ 39000 w 2915191"/>
                <a:gd name="connsiteY4" fmla="*/ 254495 h 336751"/>
                <a:gd name="connsiteX5" fmla="*/ 48749 w 2915191"/>
                <a:gd name="connsiteY5" fmla="*/ 228112 h 336751"/>
                <a:gd name="connsiteX6" fmla="*/ 58499 w 2915191"/>
                <a:gd name="connsiteY6" fmla="*/ 251791 h 336751"/>
                <a:gd name="connsiteX7" fmla="*/ 68249 w 2915191"/>
                <a:gd name="connsiteY7" fmla="*/ 275646 h 336751"/>
                <a:gd name="connsiteX8" fmla="*/ 77998 w 2915191"/>
                <a:gd name="connsiteY8" fmla="*/ 299759 h 336751"/>
                <a:gd name="connsiteX9" fmla="*/ 87748 w 2915191"/>
                <a:gd name="connsiteY9" fmla="*/ 259150 h 336751"/>
                <a:gd name="connsiteX10" fmla="*/ 97497 w 2915191"/>
                <a:gd name="connsiteY10" fmla="*/ 227993 h 336751"/>
                <a:gd name="connsiteX11" fmla="*/ 107247 w 2915191"/>
                <a:gd name="connsiteY11" fmla="*/ 282287 h 336751"/>
                <a:gd name="connsiteX12" fmla="*/ 116997 w 2915191"/>
                <a:gd name="connsiteY12" fmla="*/ 294091 h 336751"/>
                <a:gd name="connsiteX13" fmla="*/ 126747 w 2915191"/>
                <a:gd name="connsiteY13" fmla="*/ 263182 h 336751"/>
                <a:gd name="connsiteX14" fmla="*/ 136497 w 2915191"/>
                <a:gd name="connsiteY14" fmla="*/ 267557 h 336751"/>
                <a:gd name="connsiteX15" fmla="*/ 146247 w 2915191"/>
                <a:gd name="connsiteY15" fmla="*/ 262973 h 336751"/>
                <a:gd name="connsiteX16" fmla="*/ 155997 w 2915191"/>
                <a:gd name="connsiteY16" fmla="*/ 235627 h 336751"/>
                <a:gd name="connsiteX17" fmla="*/ 165747 w 2915191"/>
                <a:gd name="connsiteY17" fmla="*/ 193541 h 336751"/>
                <a:gd name="connsiteX18" fmla="*/ 175497 w 2915191"/>
                <a:gd name="connsiteY18" fmla="*/ 178374 h 336751"/>
                <a:gd name="connsiteX19" fmla="*/ 185247 w 2915191"/>
                <a:gd name="connsiteY19" fmla="*/ 167332 h 336751"/>
                <a:gd name="connsiteX20" fmla="*/ 194996 w 2915191"/>
                <a:gd name="connsiteY20" fmla="*/ 195616 h 336751"/>
                <a:gd name="connsiteX21" fmla="*/ 204746 w 2915191"/>
                <a:gd name="connsiteY21" fmla="*/ 197666 h 336751"/>
                <a:gd name="connsiteX22" fmla="*/ 214495 w 2915191"/>
                <a:gd name="connsiteY22" fmla="*/ 164585 h 336751"/>
                <a:gd name="connsiteX23" fmla="*/ 224245 w 2915191"/>
                <a:gd name="connsiteY23" fmla="*/ 159240 h 336751"/>
                <a:gd name="connsiteX24" fmla="*/ 233995 w 2915191"/>
                <a:gd name="connsiteY24" fmla="*/ 132637 h 336751"/>
                <a:gd name="connsiteX25" fmla="*/ 243744 w 2915191"/>
                <a:gd name="connsiteY25" fmla="*/ 174017 h 336751"/>
                <a:gd name="connsiteX26" fmla="*/ 253494 w 2915191"/>
                <a:gd name="connsiteY26" fmla="*/ 172857 h 336751"/>
                <a:gd name="connsiteX27" fmla="*/ 263244 w 2915191"/>
                <a:gd name="connsiteY27" fmla="*/ 183900 h 336751"/>
                <a:gd name="connsiteX28" fmla="*/ 272994 w 2915191"/>
                <a:gd name="connsiteY28" fmla="*/ 170240 h 336751"/>
                <a:gd name="connsiteX29" fmla="*/ 282744 w 2915191"/>
                <a:gd name="connsiteY29" fmla="*/ 173320 h 336751"/>
                <a:gd name="connsiteX30" fmla="*/ 292494 w 2915191"/>
                <a:gd name="connsiteY30" fmla="*/ 196331 h 336751"/>
                <a:gd name="connsiteX31" fmla="*/ 302244 w 2915191"/>
                <a:gd name="connsiteY31" fmla="*/ 174635 h 336751"/>
                <a:gd name="connsiteX32" fmla="*/ 311994 w 2915191"/>
                <a:gd name="connsiteY32" fmla="*/ 158348 h 336751"/>
                <a:gd name="connsiteX33" fmla="*/ 321744 w 2915191"/>
                <a:gd name="connsiteY33" fmla="*/ 127412 h 336751"/>
                <a:gd name="connsiteX34" fmla="*/ 331493 w 2915191"/>
                <a:gd name="connsiteY34" fmla="*/ 101633 h 336751"/>
                <a:gd name="connsiteX35" fmla="*/ 341243 w 2915191"/>
                <a:gd name="connsiteY35" fmla="*/ 81342 h 336751"/>
                <a:gd name="connsiteX36" fmla="*/ 350993 w 2915191"/>
                <a:gd name="connsiteY36" fmla="*/ 62051 h 336751"/>
                <a:gd name="connsiteX37" fmla="*/ 360742 w 2915191"/>
                <a:gd name="connsiteY37" fmla="*/ 61878 h 336751"/>
                <a:gd name="connsiteX38" fmla="*/ 370492 w 2915191"/>
                <a:gd name="connsiteY38" fmla="*/ 41856 h 336751"/>
                <a:gd name="connsiteX39" fmla="*/ 380241 w 2915191"/>
                <a:gd name="connsiteY39" fmla="*/ 74776 h 336751"/>
                <a:gd name="connsiteX40" fmla="*/ 389991 w 2915191"/>
                <a:gd name="connsiteY40" fmla="*/ 19893 h 336751"/>
                <a:gd name="connsiteX41" fmla="*/ 399741 w 2915191"/>
                <a:gd name="connsiteY41" fmla="*/ 8548 h 336751"/>
                <a:gd name="connsiteX42" fmla="*/ 409491 w 2915191"/>
                <a:gd name="connsiteY42" fmla="*/ 25108 h 336751"/>
                <a:gd name="connsiteX43" fmla="*/ 419241 w 2915191"/>
                <a:gd name="connsiteY43" fmla="*/ 34108 h 336751"/>
                <a:gd name="connsiteX44" fmla="*/ 428991 w 2915191"/>
                <a:gd name="connsiteY44" fmla="*/ 63994 h 336751"/>
                <a:gd name="connsiteX45" fmla="*/ 438741 w 2915191"/>
                <a:gd name="connsiteY45" fmla="*/ 32395 h 336751"/>
                <a:gd name="connsiteX46" fmla="*/ 448491 w 2915191"/>
                <a:gd name="connsiteY46" fmla="*/ 46084 h 336751"/>
                <a:gd name="connsiteX47" fmla="*/ 458241 w 2915191"/>
                <a:gd name="connsiteY47" fmla="*/ 33515 h 336751"/>
                <a:gd name="connsiteX48" fmla="*/ 467991 w 2915191"/>
                <a:gd name="connsiteY48" fmla="*/ 37587 h 336751"/>
                <a:gd name="connsiteX49" fmla="*/ 477740 w 2915191"/>
                <a:gd name="connsiteY49" fmla="*/ 64086 h 336751"/>
                <a:gd name="connsiteX50" fmla="*/ 487490 w 2915191"/>
                <a:gd name="connsiteY50" fmla="*/ 79610 h 336751"/>
                <a:gd name="connsiteX51" fmla="*/ 497239 w 2915191"/>
                <a:gd name="connsiteY51" fmla="*/ 108620 h 336751"/>
                <a:gd name="connsiteX52" fmla="*/ 506989 w 2915191"/>
                <a:gd name="connsiteY52" fmla="*/ 104606 h 336751"/>
                <a:gd name="connsiteX53" fmla="*/ 516738 w 2915191"/>
                <a:gd name="connsiteY53" fmla="*/ 98260 h 336751"/>
                <a:gd name="connsiteX54" fmla="*/ 526488 w 2915191"/>
                <a:gd name="connsiteY54" fmla="*/ 108192 h 336751"/>
                <a:gd name="connsiteX55" fmla="*/ 536238 w 2915191"/>
                <a:gd name="connsiteY55" fmla="*/ 128887 h 336751"/>
                <a:gd name="connsiteX56" fmla="*/ 545988 w 2915191"/>
                <a:gd name="connsiteY56" fmla="*/ 143947 h 336751"/>
                <a:gd name="connsiteX57" fmla="*/ 555738 w 2915191"/>
                <a:gd name="connsiteY57" fmla="*/ 132471 h 336751"/>
                <a:gd name="connsiteX58" fmla="*/ 565488 w 2915191"/>
                <a:gd name="connsiteY58" fmla="*/ 115789 h 336751"/>
                <a:gd name="connsiteX59" fmla="*/ 575238 w 2915191"/>
                <a:gd name="connsiteY59" fmla="*/ 103929 h 336751"/>
                <a:gd name="connsiteX60" fmla="*/ 584988 w 2915191"/>
                <a:gd name="connsiteY60" fmla="*/ 108378 h 336751"/>
                <a:gd name="connsiteX61" fmla="*/ 594738 w 2915191"/>
                <a:gd name="connsiteY61" fmla="*/ 124675 h 336751"/>
                <a:gd name="connsiteX62" fmla="*/ 604488 w 2915191"/>
                <a:gd name="connsiteY62" fmla="*/ 113124 h 336751"/>
                <a:gd name="connsiteX63" fmla="*/ 614237 w 2915191"/>
                <a:gd name="connsiteY63" fmla="*/ 90699 h 336751"/>
                <a:gd name="connsiteX64" fmla="*/ 623987 w 2915191"/>
                <a:gd name="connsiteY64" fmla="*/ 88622 h 336751"/>
                <a:gd name="connsiteX65" fmla="*/ 633736 w 2915191"/>
                <a:gd name="connsiteY65" fmla="*/ 100599 h 336751"/>
                <a:gd name="connsiteX66" fmla="*/ 643486 w 2915191"/>
                <a:gd name="connsiteY66" fmla="*/ 130536 h 336751"/>
                <a:gd name="connsiteX67" fmla="*/ 653236 w 2915191"/>
                <a:gd name="connsiteY67" fmla="*/ 146464 h 336751"/>
                <a:gd name="connsiteX68" fmla="*/ 662985 w 2915191"/>
                <a:gd name="connsiteY68" fmla="*/ 140907 h 336751"/>
                <a:gd name="connsiteX69" fmla="*/ 672735 w 2915191"/>
                <a:gd name="connsiteY69" fmla="*/ 127957 h 336751"/>
                <a:gd name="connsiteX70" fmla="*/ 682485 w 2915191"/>
                <a:gd name="connsiteY70" fmla="*/ 123647 h 336751"/>
                <a:gd name="connsiteX71" fmla="*/ 692235 w 2915191"/>
                <a:gd name="connsiteY71" fmla="*/ 116918 h 336751"/>
                <a:gd name="connsiteX72" fmla="*/ 701985 w 2915191"/>
                <a:gd name="connsiteY72" fmla="*/ 87776 h 336751"/>
                <a:gd name="connsiteX73" fmla="*/ 711735 w 2915191"/>
                <a:gd name="connsiteY73" fmla="*/ 89068 h 336751"/>
                <a:gd name="connsiteX74" fmla="*/ 721485 w 2915191"/>
                <a:gd name="connsiteY74" fmla="*/ 105878 h 336751"/>
                <a:gd name="connsiteX75" fmla="*/ 731235 w 2915191"/>
                <a:gd name="connsiteY75" fmla="*/ 110939 h 336751"/>
                <a:gd name="connsiteX76" fmla="*/ 740985 w 2915191"/>
                <a:gd name="connsiteY76" fmla="*/ 99834 h 336751"/>
                <a:gd name="connsiteX77" fmla="*/ 750734 w 2915191"/>
                <a:gd name="connsiteY77" fmla="*/ 112893 h 336751"/>
                <a:gd name="connsiteX78" fmla="*/ 760484 w 2915191"/>
                <a:gd name="connsiteY78" fmla="*/ 91292 h 336751"/>
                <a:gd name="connsiteX79" fmla="*/ 770233 w 2915191"/>
                <a:gd name="connsiteY79" fmla="*/ 91745 h 336751"/>
                <a:gd name="connsiteX80" fmla="*/ 779983 w 2915191"/>
                <a:gd name="connsiteY80" fmla="*/ 60587 h 336751"/>
                <a:gd name="connsiteX81" fmla="*/ 789733 w 2915191"/>
                <a:gd name="connsiteY81" fmla="*/ 80273 h 336751"/>
                <a:gd name="connsiteX82" fmla="*/ 799482 w 2915191"/>
                <a:gd name="connsiteY82" fmla="*/ 75036 h 336751"/>
                <a:gd name="connsiteX83" fmla="*/ 809232 w 2915191"/>
                <a:gd name="connsiteY83" fmla="*/ 89884 h 336751"/>
                <a:gd name="connsiteX84" fmla="*/ 818982 w 2915191"/>
                <a:gd name="connsiteY84" fmla="*/ 92207 h 336751"/>
                <a:gd name="connsiteX85" fmla="*/ 828732 w 2915191"/>
                <a:gd name="connsiteY85" fmla="*/ 107159 h 336751"/>
                <a:gd name="connsiteX86" fmla="*/ 838482 w 2915191"/>
                <a:gd name="connsiteY86" fmla="*/ 101906 h 336751"/>
                <a:gd name="connsiteX87" fmla="*/ 848232 w 2915191"/>
                <a:gd name="connsiteY87" fmla="*/ 80776 h 336751"/>
                <a:gd name="connsiteX88" fmla="*/ 857982 w 2915191"/>
                <a:gd name="connsiteY88" fmla="*/ 87734 h 336751"/>
                <a:gd name="connsiteX89" fmla="*/ 867732 w 2915191"/>
                <a:gd name="connsiteY89" fmla="*/ 107256 h 336751"/>
                <a:gd name="connsiteX90" fmla="*/ 877482 w 2915191"/>
                <a:gd name="connsiteY90" fmla="*/ 122876 h 336751"/>
                <a:gd name="connsiteX91" fmla="*/ 887231 w 2915191"/>
                <a:gd name="connsiteY91" fmla="*/ 108465 h 336751"/>
                <a:gd name="connsiteX92" fmla="*/ 896981 w 2915191"/>
                <a:gd name="connsiteY92" fmla="*/ 134027 h 336751"/>
                <a:gd name="connsiteX93" fmla="*/ 906730 w 2915191"/>
                <a:gd name="connsiteY93" fmla="*/ 137804 h 336751"/>
                <a:gd name="connsiteX94" fmla="*/ 916480 w 2915191"/>
                <a:gd name="connsiteY94" fmla="*/ 129655 h 336751"/>
                <a:gd name="connsiteX95" fmla="*/ 926230 w 2915191"/>
                <a:gd name="connsiteY95" fmla="*/ 119120 h 336751"/>
                <a:gd name="connsiteX96" fmla="*/ 935979 w 2915191"/>
                <a:gd name="connsiteY96" fmla="*/ 126309 h 336751"/>
                <a:gd name="connsiteX97" fmla="*/ 945729 w 2915191"/>
                <a:gd name="connsiteY97" fmla="*/ 162102 h 336751"/>
                <a:gd name="connsiteX98" fmla="*/ 955479 w 2915191"/>
                <a:gd name="connsiteY98" fmla="*/ 183891 h 336751"/>
                <a:gd name="connsiteX99" fmla="*/ 965229 w 2915191"/>
                <a:gd name="connsiteY99" fmla="*/ 212106 h 336751"/>
                <a:gd name="connsiteX100" fmla="*/ 974979 w 2915191"/>
                <a:gd name="connsiteY100" fmla="*/ 200694 h 336751"/>
                <a:gd name="connsiteX101" fmla="*/ 984729 w 2915191"/>
                <a:gd name="connsiteY101" fmla="*/ 207206 h 336751"/>
                <a:gd name="connsiteX102" fmla="*/ 994474 w 2915191"/>
                <a:gd name="connsiteY102" fmla="*/ 242710 h 336751"/>
                <a:gd name="connsiteX103" fmla="*/ 1004233 w 2915191"/>
                <a:gd name="connsiteY103" fmla="*/ 190112 h 336751"/>
                <a:gd name="connsiteX104" fmla="*/ 1013977 w 2915191"/>
                <a:gd name="connsiteY104" fmla="*/ 204265 h 336751"/>
                <a:gd name="connsiteX105" fmla="*/ 1023721 w 2915191"/>
                <a:gd name="connsiteY105" fmla="*/ 213634 h 336751"/>
                <a:gd name="connsiteX106" fmla="*/ 1033480 w 2915191"/>
                <a:gd name="connsiteY106" fmla="*/ 230973 h 336751"/>
                <a:gd name="connsiteX107" fmla="*/ 1043224 w 2915191"/>
                <a:gd name="connsiteY107" fmla="*/ 265053 h 336751"/>
                <a:gd name="connsiteX108" fmla="*/ 1052983 w 2915191"/>
                <a:gd name="connsiteY108" fmla="*/ 272686 h 336751"/>
                <a:gd name="connsiteX109" fmla="*/ 1062727 w 2915191"/>
                <a:gd name="connsiteY109" fmla="*/ 297305 h 336751"/>
                <a:gd name="connsiteX110" fmla="*/ 1072471 w 2915191"/>
                <a:gd name="connsiteY110" fmla="*/ 303276 h 336751"/>
                <a:gd name="connsiteX111" fmla="*/ 1082230 w 2915191"/>
                <a:gd name="connsiteY111" fmla="*/ 269381 h 336751"/>
                <a:gd name="connsiteX112" fmla="*/ 1091973 w 2915191"/>
                <a:gd name="connsiteY112" fmla="*/ 262748 h 336751"/>
                <a:gd name="connsiteX113" fmla="*/ 1101732 w 2915191"/>
                <a:gd name="connsiteY113" fmla="*/ 272283 h 336751"/>
                <a:gd name="connsiteX114" fmla="*/ 1111476 w 2915191"/>
                <a:gd name="connsiteY114" fmla="*/ 272756 h 336751"/>
                <a:gd name="connsiteX115" fmla="*/ 1121220 w 2915191"/>
                <a:gd name="connsiteY115" fmla="*/ 314053 h 336751"/>
                <a:gd name="connsiteX116" fmla="*/ 1130979 w 2915191"/>
                <a:gd name="connsiteY116" fmla="*/ 336751 h 336751"/>
                <a:gd name="connsiteX117" fmla="*/ 1140723 w 2915191"/>
                <a:gd name="connsiteY117" fmla="*/ 335141 h 336751"/>
                <a:gd name="connsiteX118" fmla="*/ 1150482 w 2915191"/>
                <a:gd name="connsiteY118" fmla="*/ 321246 h 336751"/>
                <a:gd name="connsiteX119" fmla="*/ 1160226 w 2915191"/>
                <a:gd name="connsiteY119" fmla="*/ 303229 h 336751"/>
                <a:gd name="connsiteX120" fmla="*/ 1169969 w 2915191"/>
                <a:gd name="connsiteY120" fmla="*/ 293272 h 336751"/>
                <a:gd name="connsiteX121" fmla="*/ 1179728 w 2915191"/>
                <a:gd name="connsiteY121" fmla="*/ 285456 h 336751"/>
                <a:gd name="connsiteX122" fmla="*/ 1189472 w 2915191"/>
                <a:gd name="connsiteY122" fmla="*/ 254619 h 336751"/>
                <a:gd name="connsiteX123" fmla="*/ 1199231 w 2915191"/>
                <a:gd name="connsiteY123" fmla="*/ 263293 h 336751"/>
                <a:gd name="connsiteX124" fmla="*/ 1208975 w 2915191"/>
                <a:gd name="connsiteY124" fmla="*/ 244467 h 336751"/>
                <a:gd name="connsiteX125" fmla="*/ 1218719 w 2915191"/>
                <a:gd name="connsiteY125" fmla="*/ 261088 h 336751"/>
                <a:gd name="connsiteX126" fmla="*/ 1228478 w 2915191"/>
                <a:gd name="connsiteY126" fmla="*/ 242995 h 336751"/>
                <a:gd name="connsiteX127" fmla="*/ 1238222 w 2915191"/>
                <a:gd name="connsiteY127" fmla="*/ 259844 h 336751"/>
                <a:gd name="connsiteX128" fmla="*/ 1247966 w 2915191"/>
                <a:gd name="connsiteY128" fmla="*/ 236982 h 336751"/>
                <a:gd name="connsiteX129" fmla="*/ 1257725 w 2915191"/>
                <a:gd name="connsiteY129" fmla="*/ 231620 h 336751"/>
                <a:gd name="connsiteX130" fmla="*/ 1267469 w 2915191"/>
                <a:gd name="connsiteY130" fmla="*/ 238011 h 336751"/>
                <a:gd name="connsiteX131" fmla="*/ 1277227 w 2915191"/>
                <a:gd name="connsiteY131" fmla="*/ 242065 h 336751"/>
                <a:gd name="connsiteX132" fmla="*/ 1286971 w 2915191"/>
                <a:gd name="connsiteY132" fmla="*/ 241229 h 336751"/>
                <a:gd name="connsiteX133" fmla="*/ 1296715 w 2915191"/>
                <a:gd name="connsiteY133" fmla="*/ 240373 h 336751"/>
                <a:gd name="connsiteX134" fmla="*/ 1306474 w 2915191"/>
                <a:gd name="connsiteY134" fmla="*/ 236810 h 336751"/>
                <a:gd name="connsiteX135" fmla="*/ 1316218 w 2915191"/>
                <a:gd name="connsiteY135" fmla="*/ 220357 h 336751"/>
                <a:gd name="connsiteX136" fmla="*/ 1325977 w 2915191"/>
                <a:gd name="connsiteY136" fmla="*/ 211940 h 336751"/>
                <a:gd name="connsiteX137" fmla="*/ 1335721 w 2915191"/>
                <a:gd name="connsiteY137" fmla="*/ 232095 h 336751"/>
                <a:gd name="connsiteX138" fmla="*/ 1345465 w 2915191"/>
                <a:gd name="connsiteY138" fmla="*/ 251157 h 336751"/>
                <a:gd name="connsiteX139" fmla="*/ 1355224 w 2915191"/>
                <a:gd name="connsiteY139" fmla="*/ 243075 h 336751"/>
                <a:gd name="connsiteX140" fmla="*/ 1364967 w 2915191"/>
                <a:gd name="connsiteY140" fmla="*/ 242171 h 336751"/>
                <a:gd name="connsiteX141" fmla="*/ 1374726 w 2915191"/>
                <a:gd name="connsiteY141" fmla="*/ 240967 h 336751"/>
                <a:gd name="connsiteX142" fmla="*/ 1384470 w 2915191"/>
                <a:gd name="connsiteY142" fmla="*/ 286163 h 336751"/>
                <a:gd name="connsiteX143" fmla="*/ 1394214 w 2915191"/>
                <a:gd name="connsiteY143" fmla="*/ 279736 h 336751"/>
                <a:gd name="connsiteX144" fmla="*/ 1403973 w 2915191"/>
                <a:gd name="connsiteY144" fmla="*/ 256033 h 336751"/>
                <a:gd name="connsiteX145" fmla="*/ 1413717 w 2915191"/>
                <a:gd name="connsiteY145" fmla="*/ 263751 h 336751"/>
                <a:gd name="connsiteX146" fmla="*/ 1423476 w 2915191"/>
                <a:gd name="connsiteY146" fmla="*/ 280920 h 336751"/>
                <a:gd name="connsiteX147" fmla="*/ 1433220 w 2915191"/>
                <a:gd name="connsiteY147" fmla="*/ 287351 h 336751"/>
                <a:gd name="connsiteX148" fmla="*/ 1442964 w 2915191"/>
                <a:gd name="connsiteY148" fmla="*/ 277371 h 336751"/>
                <a:gd name="connsiteX149" fmla="*/ 1452722 w 2915191"/>
                <a:gd name="connsiteY149" fmla="*/ 270247 h 336751"/>
                <a:gd name="connsiteX150" fmla="*/ 1462466 w 2915191"/>
                <a:gd name="connsiteY150" fmla="*/ 256772 h 336751"/>
                <a:gd name="connsiteX151" fmla="*/ 1472225 w 2915191"/>
                <a:gd name="connsiteY151" fmla="*/ 252529 h 336751"/>
                <a:gd name="connsiteX152" fmla="*/ 1481969 w 2915191"/>
                <a:gd name="connsiteY152" fmla="*/ 270186 h 336751"/>
                <a:gd name="connsiteX153" fmla="*/ 1491713 w 2915191"/>
                <a:gd name="connsiteY153" fmla="*/ 262772 h 336751"/>
                <a:gd name="connsiteX154" fmla="*/ 1501472 w 2915191"/>
                <a:gd name="connsiteY154" fmla="*/ 257898 h 336751"/>
                <a:gd name="connsiteX155" fmla="*/ 1511216 w 2915191"/>
                <a:gd name="connsiteY155" fmla="*/ 256301 h 336751"/>
                <a:gd name="connsiteX156" fmla="*/ 1520960 w 2915191"/>
                <a:gd name="connsiteY156" fmla="*/ 225301 h 336751"/>
                <a:gd name="connsiteX157" fmla="*/ 1530719 w 2915191"/>
                <a:gd name="connsiteY157" fmla="*/ 228799 h 336751"/>
                <a:gd name="connsiteX158" fmla="*/ 1540463 w 2915191"/>
                <a:gd name="connsiteY158" fmla="*/ 239841 h 336751"/>
                <a:gd name="connsiteX159" fmla="*/ 1550221 w 2915191"/>
                <a:gd name="connsiteY159" fmla="*/ 246313 h 336751"/>
                <a:gd name="connsiteX160" fmla="*/ 1559965 w 2915191"/>
                <a:gd name="connsiteY160" fmla="*/ 260969 h 336751"/>
                <a:gd name="connsiteX161" fmla="*/ 1569709 w 2915191"/>
                <a:gd name="connsiteY161" fmla="*/ 281886 h 336751"/>
                <a:gd name="connsiteX162" fmla="*/ 1579468 w 2915191"/>
                <a:gd name="connsiteY162" fmla="*/ 251121 h 336751"/>
                <a:gd name="connsiteX163" fmla="*/ 1589212 w 2915191"/>
                <a:gd name="connsiteY163" fmla="*/ 254235 h 336751"/>
                <a:gd name="connsiteX164" fmla="*/ 1598971 w 2915191"/>
                <a:gd name="connsiteY164" fmla="*/ 267531 h 336751"/>
                <a:gd name="connsiteX165" fmla="*/ 1608715 w 2915191"/>
                <a:gd name="connsiteY165" fmla="*/ 247401 h 336751"/>
                <a:gd name="connsiteX166" fmla="*/ 1618459 w 2915191"/>
                <a:gd name="connsiteY166" fmla="*/ 266343 h 336751"/>
                <a:gd name="connsiteX167" fmla="*/ 1628218 w 2915191"/>
                <a:gd name="connsiteY167" fmla="*/ 261100 h 336751"/>
                <a:gd name="connsiteX168" fmla="*/ 1637962 w 2915191"/>
                <a:gd name="connsiteY168" fmla="*/ 255366 h 336751"/>
                <a:gd name="connsiteX169" fmla="*/ 1647720 w 2915191"/>
                <a:gd name="connsiteY169" fmla="*/ 264914 h 336751"/>
                <a:gd name="connsiteX170" fmla="*/ 1657464 w 2915191"/>
                <a:gd name="connsiteY170" fmla="*/ 246043 h 336751"/>
                <a:gd name="connsiteX171" fmla="*/ 1667208 w 2915191"/>
                <a:gd name="connsiteY171" fmla="*/ 232260 h 336751"/>
                <a:gd name="connsiteX172" fmla="*/ 1676967 w 2915191"/>
                <a:gd name="connsiteY172" fmla="*/ 258304 h 336751"/>
                <a:gd name="connsiteX173" fmla="*/ 1686711 w 2915191"/>
                <a:gd name="connsiteY173" fmla="*/ 234623 h 336751"/>
                <a:gd name="connsiteX174" fmla="*/ 1696470 w 2915191"/>
                <a:gd name="connsiteY174" fmla="*/ 233442 h 336751"/>
                <a:gd name="connsiteX175" fmla="*/ 1706214 w 2915191"/>
                <a:gd name="connsiteY175" fmla="*/ 194655 h 336751"/>
                <a:gd name="connsiteX176" fmla="*/ 1715958 w 2915191"/>
                <a:gd name="connsiteY176" fmla="*/ 198623 h 336751"/>
                <a:gd name="connsiteX177" fmla="*/ 1725716 w 2915191"/>
                <a:gd name="connsiteY177" fmla="*/ 241970 h 336751"/>
                <a:gd name="connsiteX178" fmla="*/ 1735460 w 2915191"/>
                <a:gd name="connsiteY178" fmla="*/ 190166 h 336751"/>
                <a:gd name="connsiteX179" fmla="*/ 1745219 w 2915191"/>
                <a:gd name="connsiteY179" fmla="*/ 233740 h 336751"/>
                <a:gd name="connsiteX180" fmla="*/ 1754963 w 2915191"/>
                <a:gd name="connsiteY180" fmla="*/ 205427 h 336751"/>
                <a:gd name="connsiteX181" fmla="*/ 1764707 w 2915191"/>
                <a:gd name="connsiteY181" fmla="*/ 231123 h 336751"/>
                <a:gd name="connsiteX182" fmla="*/ 1774466 w 2915191"/>
                <a:gd name="connsiteY182" fmla="*/ 194646 h 336751"/>
                <a:gd name="connsiteX183" fmla="*/ 1784210 w 2915191"/>
                <a:gd name="connsiteY183" fmla="*/ 191659 h 336751"/>
                <a:gd name="connsiteX184" fmla="*/ 1793969 w 2915191"/>
                <a:gd name="connsiteY184" fmla="*/ 205296 h 336751"/>
                <a:gd name="connsiteX185" fmla="*/ 1803713 w 2915191"/>
                <a:gd name="connsiteY185" fmla="*/ 173508 h 336751"/>
                <a:gd name="connsiteX186" fmla="*/ 1813457 w 2915191"/>
                <a:gd name="connsiteY186" fmla="*/ 188743 h 336751"/>
                <a:gd name="connsiteX187" fmla="*/ 1823215 w 2915191"/>
                <a:gd name="connsiteY187" fmla="*/ 219197 h 336751"/>
                <a:gd name="connsiteX188" fmla="*/ 1832959 w 2915191"/>
                <a:gd name="connsiteY188" fmla="*/ 182872 h 336751"/>
                <a:gd name="connsiteX189" fmla="*/ 1842703 w 2915191"/>
                <a:gd name="connsiteY189" fmla="*/ 204441 h 336751"/>
                <a:gd name="connsiteX190" fmla="*/ 1852462 w 2915191"/>
                <a:gd name="connsiteY190" fmla="*/ 239748 h 336751"/>
                <a:gd name="connsiteX191" fmla="*/ 1862206 w 2915191"/>
                <a:gd name="connsiteY191" fmla="*/ 241311 h 336751"/>
                <a:gd name="connsiteX192" fmla="*/ 1871965 w 2915191"/>
                <a:gd name="connsiteY192" fmla="*/ 255608 h 336751"/>
                <a:gd name="connsiteX193" fmla="*/ 1881709 w 2915191"/>
                <a:gd name="connsiteY193" fmla="*/ 287869 h 336751"/>
                <a:gd name="connsiteX194" fmla="*/ 1891453 w 2915191"/>
                <a:gd name="connsiteY194" fmla="*/ 294090 h 336751"/>
                <a:gd name="connsiteX195" fmla="*/ 1901212 w 2915191"/>
                <a:gd name="connsiteY195" fmla="*/ 280922 h 336751"/>
                <a:gd name="connsiteX196" fmla="*/ 1910956 w 2915191"/>
                <a:gd name="connsiteY196" fmla="*/ 297506 h 336751"/>
                <a:gd name="connsiteX197" fmla="*/ 1920714 w 2915191"/>
                <a:gd name="connsiteY197" fmla="*/ 251195 h 336751"/>
                <a:gd name="connsiteX198" fmla="*/ 1930458 w 2915191"/>
                <a:gd name="connsiteY198" fmla="*/ 253853 h 336751"/>
                <a:gd name="connsiteX199" fmla="*/ 1940202 w 2915191"/>
                <a:gd name="connsiteY199" fmla="*/ 249747 h 336751"/>
                <a:gd name="connsiteX200" fmla="*/ 1949961 w 2915191"/>
                <a:gd name="connsiteY200" fmla="*/ 252052 h 336751"/>
                <a:gd name="connsiteX201" fmla="*/ 1959705 w 2915191"/>
                <a:gd name="connsiteY201" fmla="*/ 259703 h 336751"/>
                <a:gd name="connsiteX202" fmla="*/ 1969464 w 2915191"/>
                <a:gd name="connsiteY202" fmla="*/ 238114 h 336751"/>
                <a:gd name="connsiteX203" fmla="*/ 1979208 w 2915191"/>
                <a:gd name="connsiteY203" fmla="*/ 213809 h 336751"/>
                <a:gd name="connsiteX204" fmla="*/ 1988952 w 2915191"/>
                <a:gd name="connsiteY204" fmla="*/ 209612 h 336751"/>
                <a:gd name="connsiteX205" fmla="*/ 1998711 w 2915191"/>
                <a:gd name="connsiteY205" fmla="*/ 234321 h 336751"/>
                <a:gd name="connsiteX206" fmla="*/ 2008454 w 2915191"/>
                <a:gd name="connsiteY206" fmla="*/ 259578 h 336751"/>
                <a:gd name="connsiteX207" fmla="*/ 2018213 w 2915191"/>
                <a:gd name="connsiteY207" fmla="*/ 248922 h 336751"/>
                <a:gd name="connsiteX208" fmla="*/ 2027957 w 2915191"/>
                <a:gd name="connsiteY208" fmla="*/ 257086 h 336751"/>
                <a:gd name="connsiteX209" fmla="*/ 2037701 w 2915191"/>
                <a:gd name="connsiteY209" fmla="*/ 216823 h 336751"/>
                <a:gd name="connsiteX210" fmla="*/ 2047460 w 2915191"/>
                <a:gd name="connsiteY210" fmla="*/ 226420 h 336751"/>
                <a:gd name="connsiteX211" fmla="*/ 2057204 w 2915191"/>
                <a:gd name="connsiteY211" fmla="*/ 195615 h 336751"/>
                <a:gd name="connsiteX212" fmla="*/ 2066963 w 2915191"/>
                <a:gd name="connsiteY212" fmla="*/ 198848 h 336751"/>
                <a:gd name="connsiteX213" fmla="*/ 2076707 w 2915191"/>
                <a:gd name="connsiteY213" fmla="*/ 204262 h 336751"/>
                <a:gd name="connsiteX214" fmla="*/ 2086451 w 2915191"/>
                <a:gd name="connsiteY214" fmla="*/ 205533 h 336751"/>
                <a:gd name="connsiteX215" fmla="*/ 2096210 w 2915191"/>
                <a:gd name="connsiteY215" fmla="*/ 190950 h 336751"/>
                <a:gd name="connsiteX216" fmla="*/ 2105954 w 2915191"/>
                <a:gd name="connsiteY216" fmla="*/ 160411 h 336751"/>
                <a:gd name="connsiteX217" fmla="*/ 2115697 w 2915191"/>
                <a:gd name="connsiteY217" fmla="*/ 161566 h 336751"/>
                <a:gd name="connsiteX218" fmla="*/ 2125456 w 2915191"/>
                <a:gd name="connsiteY218" fmla="*/ 157241 h 336751"/>
                <a:gd name="connsiteX219" fmla="*/ 2135200 w 2915191"/>
                <a:gd name="connsiteY219" fmla="*/ 169275 h 336751"/>
                <a:gd name="connsiteX220" fmla="*/ 2144959 w 2915191"/>
                <a:gd name="connsiteY220" fmla="*/ 173950 h 336751"/>
                <a:gd name="connsiteX221" fmla="*/ 2154703 w 2915191"/>
                <a:gd name="connsiteY221" fmla="*/ 139283 h 336751"/>
                <a:gd name="connsiteX222" fmla="*/ 2164447 w 2915191"/>
                <a:gd name="connsiteY222" fmla="*/ 160029 h 336751"/>
                <a:gd name="connsiteX223" fmla="*/ 2174206 w 2915191"/>
                <a:gd name="connsiteY223" fmla="*/ 141788 h 336751"/>
                <a:gd name="connsiteX224" fmla="*/ 2183950 w 2915191"/>
                <a:gd name="connsiteY224" fmla="*/ 148106 h 336751"/>
                <a:gd name="connsiteX225" fmla="*/ 2193709 w 2915191"/>
                <a:gd name="connsiteY225" fmla="*/ 182802 h 336751"/>
                <a:gd name="connsiteX226" fmla="*/ 2203452 w 2915191"/>
                <a:gd name="connsiteY226" fmla="*/ 162093 h 336751"/>
                <a:gd name="connsiteX227" fmla="*/ 2213196 w 2915191"/>
                <a:gd name="connsiteY227" fmla="*/ 175105 h 336751"/>
                <a:gd name="connsiteX228" fmla="*/ 2222955 w 2915191"/>
                <a:gd name="connsiteY228" fmla="*/ 178663 h 336751"/>
                <a:gd name="connsiteX229" fmla="*/ 2232699 w 2915191"/>
                <a:gd name="connsiteY229" fmla="*/ 215523 h 336751"/>
                <a:gd name="connsiteX230" fmla="*/ 2242458 w 2915191"/>
                <a:gd name="connsiteY230" fmla="*/ 211092 h 336751"/>
                <a:gd name="connsiteX231" fmla="*/ 2252202 w 2915191"/>
                <a:gd name="connsiteY231" fmla="*/ 229079 h 336751"/>
                <a:gd name="connsiteX232" fmla="*/ 2261946 w 2915191"/>
                <a:gd name="connsiteY232" fmla="*/ 238877 h 336751"/>
                <a:gd name="connsiteX233" fmla="*/ 2271705 w 2915191"/>
                <a:gd name="connsiteY233" fmla="*/ 257462 h 336751"/>
                <a:gd name="connsiteX234" fmla="*/ 2281449 w 2915191"/>
                <a:gd name="connsiteY234" fmla="*/ 281941 h 336751"/>
                <a:gd name="connsiteX235" fmla="*/ 2291208 w 2915191"/>
                <a:gd name="connsiteY235" fmla="*/ 262607 h 336751"/>
                <a:gd name="connsiteX236" fmla="*/ 2300951 w 2915191"/>
                <a:gd name="connsiteY236" fmla="*/ 260248 h 336751"/>
                <a:gd name="connsiteX237" fmla="*/ 2310695 w 2915191"/>
                <a:gd name="connsiteY237" fmla="*/ 255723 h 336751"/>
                <a:gd name="connsiteX238" fmla="*/ 2320454 w 2915191"/>
                <a:gd name="connsiteY238" fmla="*/ 253731 h 336751"/>
                <a:gd name="connsiteX239" fmla="*/ 2330198 w 2915191"/>
                <a:gd name="connsiteY239" fmla="*/ 252092 h 336751"/>
                <a:gd name="connsiteX240" fmla="*/ 2339957 w 2915191"/>
                <a:gd name="connsiteY240" fmla="*/ 238206 h 336751"/>
                <a:gd name="connsiteX241" fmla="*/ 2349701 w 2915191"/>
                <a:gd name="connsiteY241" fmla="*/ 261166 h 336751"/>
                <a:gd name="connsiteX242" fmla="*/ 2359445 w 2915191"/>
                <a:gd name="connsiteY242" fmla="*/ 211600 h 336751"/>
                <a:gd name="connsiteX243" fmla="*/ 2369204 w 2915191"/>
                <a:gd name="connsiteY243" fmla="*/ 201653 h 336751"/>
                <a:gd name="connsiteX244" fmla="*/ 2378948 w 2915191"/>
                <a:gd name="connsiteY244" fmla="*/ 249625 h 336751"/>
                <a:gd name="connsiteX245" fmla="*/ 2388692 w 2915191"/>
                <a:gd name="connsiteY245" fmla="*/ 210821 h 336751"/>
                <a:gd name="connsiteX246" fmla="*/ 2398450 w 2915191"/>
                <a:gd name="connsiteY246" fmla="*/ 222048 h 336751"/>
                <a:gd name="connsiteX247" fmla="*/ 2408194 w 2915191"/>
                <a:gd name="connsiteY247" fmla="*/ 245583 h 336751"/>
                <a:gd name="connsiteX248" fmla="*/ 2417953 w 2915191"/>
                <a:gd name="connsiteY248" fmla="*/ 239331 h 336751"/>
                <a:gd name="connsiteX249" fmla="*/ 2427697 w 2915191"/>
                <a:gd name="connsiteY249" fmla="*/ 267493 h 336751"/>
                <a:gd name="connsiteX250" fmla="*/ 2437441 w 2915191"/>
                <a:gd name="connsiteY250" fmla="*/ 231275 h 336751"/>
                <a:gd name="connsiteX251" fmla="*/ 2447200 w 2915191"/>
                <a:gd name="connsiteY251" fmla="*/ 207528 h 336751"/>
                <a:gd name="connsiteX252" fmla="*/ 2456944 w 2915191"/>
                <a:gd name="connsiteY252" fmla="*/ 227086 h 336751"/>
                <a:gd name="connsiteX253" fmla="*/ 2466703 w 2915191"/>
                <a:gd name="connsiteY253" fmla="*/ 233808 h 336751"/>
                <a:gd name="connsiteX254" fmla="*/ 2476446 w 2915191"/>
                <a:gd name="connsiteY254" fmla="*/ 192690 h 336751"/>
                <a:gd name="connsiteX255" fmla="*/ 2486190 w 2915191"/>
                <a:gd name="connsiteY255" fmla="*/ 205371 h 336751"/>
                <a:gd name="connsiteX256" fmla="*/ 2495949 w 2915191"/>
                <a:gd name="connsiteY256" fmla="*/ 198618 h 336751"/>
                <a:gd name="connsiteX257" fmla="*/ 2505693 w 2915191"/>
                <a:gd name="connsiteY257" fmla="*/ 158410 h 336751"/>
                <a:gd name="connsiteX258" fmla="*/ 2515452 w 2915191"/>
                <a:gd name="connsiteY258" fmla="*/ 158209 h 336751"/>
                <a:gd name="connsiteX259" fmla="*/ 2525196 w 2915191"/>
                <a:gd name="connsiteY259" fmla="*/ 173607 h 336751"/>
                <a:gd name="connsiteX260" fmla="*/ 2534940 w 2915191"/>
                <a:gd name="connsiteY260" fmla="*/ 151952 h 336751"/>
                <a:gd name="connsiteX261" fmla="*/ 2544699 w 2915191"/>
                <a:gd name="connsiteY261" fmla="*/ 149869 h 336751"/>
                <a:gd name="connsiteX262" fmla="*/ 2554443 w 2915191"/>
                <a:gd name="connsiteY262" fmla="*/ 144861 h 336751"/>
                <a:gd name="connsiteX263" fmla="*/ 2564202 w 2915191"/>
                <a:gd name="connsiteY263" fmla="*/ 151760 h 336751"/>
                <a:gd name="connsiteX264" fmla="*/ 2573946 w 2915191"/>
                <a:gd name="connsiteY264" fmla="*/ 151943 h 336751"/>
                <a:gd name="connsiteX265" fmla="*/ 2583690 w 2915191"/>
                <a:gd name="connsiteY265" fmla="*/ 164769 h 336751"/>
                <a:gd name="connsiteX266" fmla="*/ 2593448 w 2915191"/>
                <a:gd name="connsiteY266" fmla="*/ 152738 h 336751"/>
                <a:gd name="connsiteX267" fmla="*/ 2603192 w 2915191"/>
                <a:gd name="connsiteY267" fmla="*/ 154550 h 336751"/>
                <a:gd name="connsiteX268" fmla="*/ 2612951 w 2915191"/>
                <a:gd name="connsiteY268" fmla="*/ 137159 h 336751"/>
                <a:gd name="connsiteX269" fmla="*/ 2622695 w 2915191"/>
                <a:gd name="connsiteY269" fmla="*/ 125558 h 336751"/>
                <a:gd name="connsiteX270" fmla="*/ 2632439 w 2915191"/>
                <a:gd name="connsiteY270" fmla="*/ 133593 h 336751"/>
                <a:gd name="connsiteX271" fmla="*/ 2642198 w 2915191"/>
                <a:gd name="connsiteY271" fmla="*/ 101425 h 336751"/>
                <a:gd name="connsiteX272" fmla="*/ 2651942 w 2915191"/>
                <a:gd name="connsiteY272" fmla="*/ 62883 h 336751"/>
                <a:gd name="connsiteX273" fmla="*/ 2661685 w 2915191"/>
                <a:gd name="connsiteY273" fmla="*/ 38424 h 336751"/>
                <a:gd name="connsiteX274" fmla="*/ 2671444 w 2915191"/>
                <a:gd name="connsiteY274" fmla="*/ 0 h 336751"/>
                <a:gd name="connsiteX275" fmla="*/ 2681188 w 2915191"/>
                <a:gd name="connsiteY275" fmla="*/ 30549 h 336751"/>
                <a:gd name="connsiteX276" fmla="*/ 2690947 w 2915191"/>
                <a:gd name="connsiteY276" fmla="*/ 7035 h 336751"/>
                <a:gd name="connsiteX277" fmla="*/ 2700691 w 2915191"/>
                <a:gd name="connsiteY277" fmla="*/ 23004 h 336751"/>
                <a:gd name="connsiteX278" fmla="*/ 2710435 w 2915191"/>
                <a:gd name="connsiteY278" fmla="*/ 41640 h 336751"/>
                <a:gd name="connsiteX279" fmla="*/ 2720194 w 2915191"/>
                <a:gd name="connsiteY279" fmla="*/ 52523 h 336751"/>
                <a:gd name="connsiteX280" fmla="*/ 2729938 w 2915191"/>
                <a:gd name="connsiteY280" fmla="*/ 75808 h 336751"/>
                <a:gd name="connsiteX281" fmla="*/ 2739697 w 2915191"/>
                <a:gd name="connsiteY281" fmla="*/ 69870 h 336751"/>
                <a:gd name="connsiteX282" fmla="*/ 2749441 w 2915191"/>
                <a:gd name="connsiteY282" fmla="*/ 93712 h 336751"/>
                <a:gd name="connsiteX283" fmla="*/ 2759185 w 2915191"/>
                <a:gd name="connsiteY283" fmla="*/ 107226 h 336751"/>
                <a:gd name="connsiteX284" fmla="*/ 2768943 w 2915191"/>
                <a:gd name="connsiteY284" fmla="*/ 120376 h 336751"/>
                <a:gd name="connsiteX285" fmla="*/ 2778687 w 2915191"/>
                <a:gd name="connsiteY285" fmla="*/ 111483 h 336751"/>
                <a:gd name="connsiteX286" fmla="*/ 2788446 w 2915191"/>
                <a:gd name="connsiteY286" fmla="*/ 113509 h 336751"/>
                <a:gd name="connsiteX287" fmla="*/ 2798190 w 2915191"/>
                <a:gd name="connsiteY287" fmla="*/ 118539 h 336751"/>
                <a:gd name="connsiteX288" fmla="*/ 2807934 w 2915191"/>
                <a:gd name="connsiteY288" fmla="*/ 102347 h 336751"/>
                <a:gd name="connsiteX289" fmla="*/ 2817693 w 2915191"/>
                <a:gd name="connsiteY289" fmla="*/ 97110 h 336751"/>
                <a:gd name="connsiteX290" fmla="*/ 2827437 w 2915191"/>
                <a:gd name="connsiteY290" fmla="*/ 91145 h 336751"/>
                <a:gd name="connsiteX291" fmla="*/ 2837196 w 2915191"/>
                <a:gd name="connsiteY291" fmla="*/ 104585 h 336751"/>
                <a:gd name="connsiteX292" fmla="*/ 2846940 w 2915191"/>
                <a:gd name="connsiteY292" fmla="*/ 75624 h 336751"/>
                <a:gd name="connsiteX293" fmla="*/ 2856684 w 2915191"/>
                <a:gd name="connsiteY293" fmla="*/ 54548 h 336751"/>
                <a:gd name="connsiteX294" fmla="*/ 2866442 w 2915191"/>
                <a:gd name="connsiteY294" fmla="*/ 66844 h 336751"/>
                <a:gd name="connsiteX295" fmla="*/ 2876186 w 2915191"/>
                <a:gd name="connsiteY295" fmla="*/ 48505 h 336751"/>
                <a:gd name="connsiteX296" fmla="*/ 2885945 w 2915191"/>
                <a:gd name="connsiteY296" fmla="*/ 30953 h 336751"/>
                <a:gd name="connsiteX297" fmla="*/ 2895689 w 2915191"/>
                <a:gd name="connsiteY297" fmla="*/ 48879 h 336751"/>
                <a:gd name="connsiteX298" fmla="*/ 2905433 w 2915191"/>
                <a:gd name="connsiteY298" fmla="*/ 60739 h 336751"/>
                <a:gd name="connsiteX299" fmla="*/ 2915192 w 2915191"/>
                <a:gd name="connsiteY299" fmla="*/ 62168 h 336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36751">
                  <a:moveTo>
                    <a:pt x="0" y="227597"/>
                  </a:moveTo>
                  <a:lnTo>
                    <a:pt x="9750" y="247651"/>
                  </a:lnTo>
                  <a:lnTo>
                    <a:pt x="19500" y="273137"/>
                  </a:lnTo>
                  <a:lnTo>
                    <a:pt x="29250" y="282564"/>
                  </a:lnTo>
                  <a:lnTo>
                    <a:pt x="39000" y="254495"/>
                  </a:lnTo>
                  <a:lnTo>
                    <a:pt x="48749" y="228112"/>
                  </a:lnTo>
                  <a:lnTo>
                    <a:pt x="58499" y="251791"/>
                  </a:lnTo>
                  <a:lnTo>
                    <a:pt x="68249" y="275646"/>
                  </a:lnTo>
                  <a:lnTo>
                    <a:pt x="77998" y="299759"/>
                  </a:lnTo>
                  <a:lnTo>
                    <a:pt x="87748" y="259150"/>
                  </a:lnTo>
                  <a:lnTo>
                    <a:pt x="97497" y="227993"/>
                  </a:lnTo>
                  <a:lnTo>
                    <a:pt x="107247" y="282287"/>
                  </a:lnTo>
                  <a:lnTo>
                    <a:pt x="116997" y="294091"/>
                  </a:lnTo>
                  <a:lnTo>
                    <a:pt x="126747" y="263182"/>
                  </a:lnTo>
                  <a:lnTo>
                    <a:pt x="136497" y="267557"/>
                  </a:lnTo>
                  <a:lnTo>
                    <a:pt x="146247" y="262973"/>
                  </a:lnTo>
                  <a:lnTo>
                    <a:pt x="155997" y="235627"/>
                  </a:lnTo>
                  <a:lnTo>
                    <a:pt x="165747" y="193541"/>
                  </a:lnTo>
                  <a:lnTo>
                    <a:pt x="175497" y="178374"/>
                  </a:lnTo>
                  <a:lnTo>
                    <a:pt x="185247" y="167332"/>
                  </a:lnTo>
                  <a:lnTo>
                    <a:pt x="194996" y="195616"/>
                  </a:lnTo>
                  <a:lnTo>
                    <a:pt x="204746" y="197666"/>
                  </a:lnTo>
                  <a:lnTo>
                    <a:pt x="214495" y="164585"/>
                  </a:lnTo>
                  <a:lnTo>
                    <a:pt x="224245" y="159240"/>
                  </a:lnTo>
                  <a:lnTo>
                    <a:pt x="233995" y="132637"/>
                  </a:lnTo>
                  <a:lnTo>
                    <a:pt x="243744" y="174017"/>
                  </a:lnTo>
                  <a:lnTo>
                    <a:pt x="253494" y="172857"/>
                  </a:lnTo>
                  <a:lnTo>
                    <a:pt x="263244" y="183900"/>
                  </a:lnTo>
                  <a:lnTo>
                    <a:pt x="272994" y="170240"/>
                  </a:lnTo>
                  <a:lnTo>
                    <a:pt x="282744" y="173320"/>
                  </a:lnTo>
                  <a:lnTo>
                    <a:pt x="292494" y="196331"/>
                  </a:lnTo>
                  <a:lnTo>
                    <a:pt x="302244" y="174635"/>
                  </a:lnTo>
                  <a:lnTo>
                    <a:pt x="311994" y="158348"/>
                  </a:lnTo>
                  <a:lnTo>
                    <a:pt x="321744" y="127412"/>
                  </a:lnTo>
                  <a:lnTo>
                    <a:pt x="331493" y="101633"/>
                  </a:lnTo>
                  <a:lnTo>
                    <a:pt x="341243" y="81342"/>
                  </a:lnTo>
                  <a:lnTo>
                    <a:pt x="350993" y="62051"/>
                  </a:lnTo>
                  <a:lnTo>
                    <a:pt x="360742" y="61878"/>
                  </a:lnTo>
                  <a:lnTo>
                    <a:pt x="370492" y="41856"/>
                  </a:lnTo>
                  <a:lnTo>
                    <a:pt x="380241" y="74776"/>
                  </a:lnTo>
                  <a:lnTo>
                    <a:pt x="389991" y="19893"/>
                  </a:lnTo>
                  <a:lnTo>
                    <a:pt x="399741" y="8548"/>
                  </a:lnTo>
                  <a:lnTo>
                    <a:pt x="409491" y="25108"/>
                  </a:lnTo>
                  <a:lnTo>
                    <a:pt x="419241" y="34108"/>
                  </a:lnTo>
                  <a:lnTo>
                    <a:pt x="428991" y="63994"/>
                  </a:lnTo>
                  <a:lnTo>
                    <a:pt x="438741" y="32395"/>
                  </a:lnTo>
                  <a:lnTo>
                    <a:pt x="448491" y="46084"/>
                  </a:lnTo>
                  <a:lnTo>
                    <a:pt x="458241" y="33515"/>
                  </a:lnTo>
                  <a:lnTo>
                    <a:pt x="467991" y="37587"/>
                  </a:lnTo>
                  <a:lnTo>
                    <a:pt x="477740" y="64086"/>
                  </a:lnTo>
                  <a:lnTo>
                    <a:pt x="487490" y="79610"/>
                  </a:lnTo>
                  <a:lnTo>
                    <a:pt x="497239" y="108620"/>
                  </a:lnTo>
                  <a:lnTo>
                    <a:pt x="506989" y="104606"/>
                  </a:lnTo>
                  <a:lnTo>
                    <a:pt x="516738" y="98260"/>
                  </a:lnTo>
                  <a:lnTo>
                    <a:pt x="526488" y="108192"/>
                  </a:lnTo>
                  <a:lnTo>
                    <a:pt x="536238" y="128887"/>
                  </a:lnTo>
                  <a:lnTo>
                    <a:pt x="545988" y="143947"/>
                  </a:lnTo>
                  <a:lnTo>
                    <a:pt x="555738" y="132471"/>
                  </a:lnTo>
                  <a:lnTo>
                    <a:pt x="565488" y="115789"/>
                  </a:lnTo>
                  <a:lnTo>
                    <a:pt x="575238" y="103929"/>
                  </a:lnTo>
                  <a:lnTo>
                    <a:pt x="584988" y="108378"/>
                  </a:lnTo>
                  <a:lnTo>
                    <a:pt x="594738" y="124675"/>
                  </a:lnTo>
                  <a:lnTo>
                    <a:pt x="604488" y="113124"/>
                  </a:lnTo>
                  <a:lnTo>
                    <a:pt x="614237" y="90699"/>
                  </a:lnTo>
                  <a:lnTo>
                    <a:pt x="623987" y="88622"/>
                  </a:lnTo>
                  <a:lnTo>
                    <a:pt x="633736" y="100599"/>
                  </a:lnTo>
                  <a:lnTo>
                    <a:pt x="643486" y="130536"/>
                  </a:lnTo>
                  <a:lnTo>
                    <a:pt x="653236" y="146464"/>
                  </a:lnTo>
                  <a:lnTo>
                    <a:pt x="662985" y="140907"/>
                  </a:lnTo>
                  <a:lnTo>
                    <a:pt x="672735" y="127957"/>
                  </a:lnTo>
                  <a:lnTo>
                    <a:pt x="682485" y="123647"/>
                  </a:lnTo>
                  <a:lnTo>
                    <a:pt x="692235" y="116918"/>
                  </a:lnTo>
                  <a:lnTo>
                    <a:pt x="701985" y="87776"/>
                  </a:lnTo>
                  <a:lnTo>
                    <a:pt x="711735" y="89068"/>
                  </a:lnTo>
                  <a:lnTo>
                    <a:pt x="721485" y="105878"/>
                  </a:lnTo>
                  <a:lnTo>
                    <a:pt x="731235" y="110939"/>
                  </a:lnTo>
                  <a:lnTo>
                    <a:pt x="740985" y="99834"/>
                  </a:lnTo>
                  <a:lnTo>
                    <a:pt x="750734" y="112893"/>
                  </a:lnTo>
                  <a:lnTo>
                    <a:pt x="760484" y="91292"/>
                  </a:lnTo>
                  <a:lnTo>
                    <a:pt x="770233" y="91745"/>
                  </a:lnTo>
                  <a:lnTo>
                    <a:pt x="779983" y="60587"/>
                  </a:lnTo>
                  <a:lnTo>
                    <a:pt x="789733" y="80273"/>
                  </a:lnTo>
                  <a:lnTo>
                    <a:pt x="799482" y="75036"/>
                  </a:lnTo>
                  <a:lnTo>
                    <a:pt x="809232" y="89884"/>
                  </a:lnTo>
                  <a:lnTo>
                    <a:pt x="818982" y="92207"/>
                  </a:lnTo>
                  <a:lnTo>
                    <a:pt x="828732" y="107159"/>
                  </a:lnTo>
                  <a:lnTo>
                    <a:pt x="838482" y="101906"/>
                  </a:lnTo>
                  <a:lnTo>
                    <a:pt x="848232" y="80776"/>
                  </a:lnTo>
                  <a:lnTo>
                    <a:pt x="857982" y="87734"/>
                  </a:lnTo>
                  <a:lnTo>
                    <a:pt x="867732" y="107256"/>
                  </a:lnTo>
                  <a:lnTo>
                    <a:pt x="877482" y="122876"/>
                  </a:lnTo>
                  <a:lnTo>
                    <a:pt x="887231" y="108465"/>
                  </a:lnTo>
                  <a:lnTo>
                    <a:pt x="896981" y="134027"/>
                  </a:lnTo>
                  <a:lnTo>
                    <a:pt x="906730" y="137804"/>
                  </a:lnTo>
                  <a:lnTo>
                    <a:pt x="916480" y="129655"/>
                  </a:lnTo>
                  <a:lnTo>
                    <a:pt x="926230" y="119120"/>
                  </a:lnTo>
                  <a:lnTo>
                    <a:pt x="935979" y="126309"/>
                  </a:lnTo>
                  <a:lnTo>
                    <a:pt x="945729" y="162102"/>
                  </a:lnTo>
                  <a:lnTo>
                    <a:pt x="955479" y="183891"/>
                  </a:lnTo>
                  <a:lnTo>
                    <a:pt x="965229" y="212106"/>
                  </a:lnTo>
                  <a:lnTo>
                    <a:pt x="974979" y="200694"/>
                  </a:lnTo>
                  <a:lnTo>
                    <a:pt x="984729" y="207206"/>
                  </a:lnTo>
                  <a:lnTo>
                    <a:pt x="994474" y="242710"/>
                  </a:lnTo>
                  <a:lnTo>
                    <a:pt x="1004233" y="190112"/>
                  </a:lnTo>
                  <a:lnTo>
                    <a:pt x="1013977" y="204265"/>
                  </a:lnTo>
                  <a:lnTo>
                    <a:pt x="1023721" y="213634"/>
                  </a:lnTo>
                  <a:lnTo>
                    <a:pt x="1033480" y="230973"/>
                  </a:lnTo>
                  <a:lnTo>
                    <a:pt x="1043224" y="265053"/>
                  </a:lnTo>
                  <a:lnTo>
                    <a:pt x="1052983" y="272686"/>
                  </a:lnTo>
                  <a:lnTo>
                    <a:pt x="1062727" y="297305"/>
                  </a:lnTo>
                  <a:lnTo>
                    <a:pt x="1072471" y="303276"/>
                  </a:lnTo>
                  <a:lnTo>
                    <a:pt x="1082230" y="269381"/>
                  </a:lnTo>
                  <a:lnTo>
                    <a:pt x="1091973" y="262748"/>
                  </a:lnTo>
                  <a:lnTo>
                    <a:pt x="1101732" y="272283"/>
                  </a:lnTo>
                  <a:lnTo>
                    <a:pt x="1111476" y="272756"/>
                  </a:lnTo>
                  <a:lnTo>
                    <a:pt x="1121220" y="314053"/>
                  </a:lnTo>
                  <a:lnTo>
                    <a:pt x="1130979" y="336751"/>
                  </a:lnTo>
                  <a:lnTo>
                    <a:pt x="1140723" y="335141"/>
                  </a:lnTo>
                  <a:lnTo>
                    <a:pt x="1150482" y="321246"/>
                  </a:lnTo>
                  <a:lnTo>
                    <a:pt x="1160226" y="303229"/>
                  </a:lnTo>
                  <a:lnTo>
                    <a:pt x="1169969" y="293272"/>
                  </a:lnTo>
                  <a:lnTo>
                    <a:pt x="1179728" y="285456"/>
                  </a:lnTo>
                  <a:lnTo>
                    <a:pt x="1189472" y="254619"/>
                  </a:lnTo>
                  <a:lnTo>
                    <a:pt x="1199231" y="263293"/>
                  </a:lnTo>
                  <a:lnTo>
                    <a:pt x="1208975" y="244467"/>
                  </a:lnTo>
                  <a:lnTo>
                    <a:pt x="1218719" y="261088"/>
                  </a:lnTo>
                  <a:lnTo>
                    <a:pt x="1228478" y="242995"/>
                  </a:lnTo>
                  <a:lnTo>
                    <a:pt x="1238222" y="259844"/>
                  </a:lnTo>
                  <a:lnTo>
                    <a:pt x="1247966" y="236982"/>
                  </a:lnTo>
                  <a:lnTo>
                    <a:pt x="1257725" y="231620"/>
                  </a:lnTo>
                  <a:lnTo>
                    <a:pt x="1267469" y="238011"/>
                  </a:lnTo>
                  <a:lnTo>
                    <a:pt x="1277227" y="242065"/>
                  </a:lnTo>
                  <a:lnTo>
                    <a:pt x="1286971" y="241229"/>
                  </a:lnTo>
                  <a:lnTo>
                    <a:pt x="1296715" y="240373"/>
                  </a:lnTo>
                  <a:lnTo>
                    <a:pt x="1306474" y="236810"/>
                  </a:lnTo>
                  <a:lnTo>
                    <a:pt x="1316218" y="220357"/>
                  </a:lnTo>
                  <a:lnTo>
                    <a:pt x="1325977" y="211940"/>
                  </a:lnTo>
                  <a:lnTo>
                    <a:pt x="1335721" y="232095"/>
                  </a:lnTo>
                  <a:lnTo>
                    <a:pt x="1345465" y="251157"/>
                  </a:lnTo>
                  <a:lnTo>
                    <a:pt x="1355224" y="243075"/>
                  </a:lnTo>
                  <a:lnTo>
                    <a:pt x="1364967" y="242171"/>
                  </a:lnTo>
                  <a:lnTo>
                    <a:pt x="1374726" y="240967"/>
                  </a:lnTo>
                  <a:lnTo>
                    <a:pt x="1384470" y="286163"/>
                  </a:lnTo>
                  <a:lnTo>
                    <a:pt x="1394214" y="279736"/>
                  </a:lnTo>
                  <a:lnTo>
                    <a:pt x="1403973" y="256033"/>
                  </a:lnTo>
                  <a:lnTo>
                    <a:pt x="1413717" y="263751"/>
                  </a:lnTo>
                  <a:lnTo>
                    <a:pt x="1423476" y="280920"/>
                  </a:lnTo>
                  <a:lnTo>
                    <a:pt x="1433220" y="287351"/>
                  </a:lnTo>
                  <a:lnTo>
                    <a:pt x="1442964" y="277371"/>
                  </a:lnTo>
                  <a:lnTo>
                    <a:pt x="1452722" y="270247"/>
                  </a:lnTo>
                  <a:lnTo>
                    <a:pt x="1462466" y="256772"/>
                  </a:lnTo>
                  <a:lnTo>
                    <a:pt x="1472225" y="252529"/>
                  </a:lnTo>
                  <a:lnTo>
                    <a:pt x="1481969" y="270186"/>
                  </a:lnTo>
                  <a:lnTo>
                    <a:pt x="1491713" y="262772"/>
                  </a:lnTo>
                  <a:lnTo>
                    <a:pt x="1501472" y="257898"/>
                  </a:lnTo>
                  <a:lnTo>
                    <a:pt x="1511216" y="256301"/>
                  </a:lnTo>
                  <a:lnTo>
                    <a:pt x="1520960" y="225301"/>
                  </a:lnTo>
                  <a:lnTo>
                    <a:pt x="1530719" y="228799"/>
                  </a:lnTo>
                  <a:lnTo>
                    <a:pt x="1540463" y="239841"/>
                  </a:lnTo>
                  <a:lnTo>
                    <a:pt x="1550221" y="246313"/>
                  </a:lnTo>
                  <a:lnTo>
                    <a:pt x="1559965" y="260969"/>
                  </a:lnTo>
                  <a:lnTo>
                    <a:pt x="1569709" y="281886"/>
                  </a:lnTo>
                  <a:lnTo>
                    <a:pt x="1579468" y="251121"/>
                  </a:lnTo>
                  <a:lnTo>
                    <a:pt x="1589212" y="254235"/>
                  </a:lnTo>
                  <a:lnTo>
                    <a:pt x="1598971" y="267531"/>
                  </a:lnTo>
                  <a:lnTo>
                    <a:pt x="1608715" y="247401"/>
                  </a:lnTo>
                  <a:lnTo>
                    <a:pt x="1618459" y="266343"/>
                  </a:lnTo>
                  <a:lnTo>
                    <a:pt x="1628218" y="261100"/>
                  </a:lnTo>
                  <a:lnTo>
                    <a:pt x="1637962" y="255366"/>
                  </a:lnTo>
                  <a:lnTo>
                    <a:pt x="1647720" y="264914"/>
                  </a:lnTo>
                  <a:lnTo>
                    <a:pt x="1657464" y="246043"/>
                  </a:lnTo>
                  <a:lnTo>
                    <a:pt x="1667208" y="232260"/>
                  </a:lnTo>
                  <a:lnTo>
                    <a:pt x="1676967" y="258304"/>
                  </a:lnTo>
                  <a:lnTo>
                    <a:pt x="1686711" y="234623"/>
                  </a:lnTo>
                  <a:lnTo>
                    <a:pt x="1696470" y="233442"/>
                  </a:lnTo>
                  <a:lnTo>
                    <a:pt x="1706214" y="194655"/>
                  </a:lnTo>
                  <a:lnTo>
                    <a:pt x="1715958" y="198623"/>
                  </a:lnTo>
                  <a:lnTo>
                    <a:pt x="1725716" y="241970"/>
                  </a:lnTo>
                  <a:lnTo>
                    <a:pt x="1735460" y="190166"/>
                  </a:lnTo>
                  <a:lnTo>
                    <a:pt x="1745219" y="233740"/>
                  </a:lnTo>
                  <a:lnTo>
                    <a:pt x="1754963" y="205427"/>
                  </a:lnTo>
                  <a:lnTo>
                    <a:pt x="1764707" y="231123"/>
                  </a:lnTo>
                  <a:lnTo>
                    <a:pt x="1774466" y="194646"/>
                  </a:lnTo>
                  <a:lnTo>
                    <a:pt x="1784210" y="191659"/>
                  </a:lnTo>
                  <a:lnTo>
                    <a:pt x="1793969" y="205296"/>
                  </a:lnTo>
                  <a:lnTo>
                    <a:pt x="1803713" y="173508"/>
                  </a:lnTo>
                  <a:lnTo>
                    <a:pt x="1813457" y="188743"/>
                  </a:lnTo>
                  <a:lnTo>
                    <a:pt x="1823215" y="219197"/>
                  </a:lnTo>
                  <a:lnTo>
                    <a:pt x="1832959" y="182872"/>
                  </a:lnTo>
                  <a:lnTo>
                    <a:pt x="1842703" y="204441"/>
                  </a:lnTo>
                  <a:lnTo>
                    <a:pt x="1852462" y="239748"/>
                  </a:lnTo>
                  <a:lnTo>
                    <a:pt x="1862206" y="241311"/>
                  </a:lnTo>
                  <a:lnTo>
                    <a:pt x="1871965" y="255608"/>
                  </a:lnTo>
                  <a:lnTo>
                    <a:pt x="1881709" y="287869"/>
                  </a:lnTo>
                  <a:lnTo>
                    <a:pt x="1891453" y="294090"/>
                  </a:lnTo>
                  <a:lnTo>
                    <a:pt x="1901212" y="280922"/>
                  </a:lnTo>
                  <a:lnTo>
                    <a:pt x="1910956" y="297506"/>
                  </a:lnTo>
                  <a:lnTo>
                    <a:pt x="1920714" y="251195"/>
                  </a:lnTo>
                  <a:lnTo>
                    <a:pt x="1930458" y="253853"/>
                  </a:lnTo>
                  <a:lnTo>
                    <a:pt x="1940202" y="249747"/>
                  </a:lnTo>
                  <a:lnTo>
                    <a:pt x="1949961" y="252052"/>
                  </a:lnTo>
                  <a:lnTo>
                    <a:pt x="1959705" y="259703"/>
                  </a:lnTo>
                  <a:lnTo>
                    <a:pt x="1969464" y="238114"/>
                  </a:lnTo>
                  <a:lnTo>
                    <a:pt x="1979208" y="213809"/>
                  </a:lnTo>
                  <a:lnTo>
                    <a:pt x="1988952" y="209612"/>
                  </a:lnTo>
                  <a:lnTo>
                    <a:pt x="1998711" y="234321"/>
                  </a:lnTo>
                  <a:lnTo>
                    <a:pt x="2008454" y="259578"/>
                  </a:lnTo>
                  <a:lnTo>
                    <a:pt x="2018213" y="248922"/>
                  </a:lnTo>
                  <a:lnTo>
                    <a:pt x="2027957" y="257086"/>
                  </a:lnTo>
                  <a:lnTo>
                    <a:pt x="2037701" y="216823"/>
                  </a:lnTo>
                  <a:lnTo>
                    <a:pt x="2047460" y="226420"/>
                  </a:lnTo>
                  <a:lnTo>
                    <a:pt x="2057204" y="195615"/>
                  </a:lnTo>
                  <a:lnTo>
                    <a:pt x="2066963" y="198848"/>
                  </a:lnTo>
                  <a:lnTo>
                    <a:pt x="2076707" y="204262"/>
                  </a:lnTo>
                  <a:lnTo>
                    <a:pt x="2086451" y="205533"/>
                  </a:lnTo>
                  <a:lnTo>
                    <a:pt x="2096210" y="190950"/>
                  </a:lnTo>
                  <a:lnTo>
                    <a:pt x="2105954" y="160411"/>
                  </a:lnTo>
                  <a:lnTo>
                    <a:pt x="2115697" y="161566"/>
                  </a:lnTo>
                  <a:lnTo>
                    <a:pt x="2125456" y="157241"/>
                  </a:lnTo>
                  <a:lnTo>
                    <a:pt x="2135200" y="169275"/>
                  </a:lnTo>
                  <a:lnTo>
                    <a:pt x="2144959" y="173950"/>
                  </a:lnTo>
                  <a:lnTo>
                    <a:pt x="2154703" y="139283"/>
                  </a:lnTo>
                  <a:lnTo>
                    <a:pt x="2164447" y="160029"/>
                  </a:lnTo>
                  <a:lnTo>
                    <a:pt x="2174206" y="141788"/>
                  </a:lnTo>
                  <a:lnTo>
                    <a:pt x="2183950" y="148106"/>
                  </a:lnTo>
                  <a:lnTo>
                    <a:pt x="2193709" y="182802"/>
                  </a:lnTo>
                  <a:lnTo>
                    <a:pt x="2203452" y="162093"/>
                  </a:lnTo>
                  <a:lnTo>
                    <a:pt x="2213196" y="175105"/>
                  </a:lnTo>
                  <a:lnTo>
                    <a:pt x="2222955" y="178663"/>
                  </a:lnTo>
                  <a:lnTo>
                    <a:pt x="2232699" y="215523"/>
                  </a:lnTo>
                  <a:lnTo>
                    <a:pt x="2242458" y="211092"/>
                  </a:lnTo>
                  <a:lnTo>
                    <a:pt x="2252202" y="229079"/>
                  </a:lnTo>
                  <a:lnTo>
                    <a:pt x="2261946" y="238877"/>
                  </a:lnTo>
                  <a:lnTo>
                    <a:pt x="2271705" y="257462"/>
                  </a:lnTo>
                  <a:lnTo>
                    <a:pt x="2281449" y="281941"/>
                  </a:lnTo>
                  <a:lnTo>
                    <a:pt x="2291208" y="262607"/>
                  </a:lnTo>
                  <a:lnTo>
                    <a:pt x="2300951" y="260248"/>
                  </a:lnTo>
                  <a:lnTo>
                    <a:pt x="2310695" y="255723"/>
                  </a:lnTo>
                  <a:lnTo>
                    <a:pt x="2320454" y="253731"/>
                  </a:lnTo>
                  <a:lnTo>
                    <a:pt x="2330198" y="252092"/>
                  </a:lnTo>
                  <a:lnTo>
                    <a:pt x="2339957" y="238206"/>
                  </a:lnTo>
                  <a:lnTo>
                    <a:pt x="2349701" y="261166"/>
                  </a:lnTo>
                  <a:lnTo>
                    <a:pt x="2359445" y="211600"/>
                  </a:lnTo>
                  <a:lnTo>
                    <a:pt x="2369204" y="201653"/>
                  </a:lnTo>
                  <a:lnTo>
                    <a:pt x="2378948" y="249625"/>
                  </a:lnTo>
                  <a:lnTo>
                    <a:pt x="2388692" y="210821"/>
                  </a:lnTo>
                  <a:lnTo>
                    <a:pt x="2398450" y="222048"/>
                  </a:lnTo>
                  <a:lnTo>
                    <a:pt x="2408194" y="245583"/>
                  </a:lnTo>
                  <a:lnTo>
                    <a:pt x="2417953" y="239331"/>
                  </a:lnTo>
                  <a:lnTo>
                    <a:pt x="2427697" y="267493"/>
                  </a:lnTo>
                  <a:lnTo>
                    <a:pt x="2437441" y="231275"/>
                  </a:lnTo>
                  <a:lnTo>
                    <a:pt x="2447200" y="207528"/>
                  </a:lnTo>
                  <a:lnTo>
                    <a:pt x="2456944" y="227086"/>
                  </a:lnTo>
                  <a:lnTo>
                    <a:pt x="2466703" y="233808"/>
                  </a:lnTo>
                  <a:lnTo>
                    <a:pt x="2476446" y="192690"/>
                  </a:lnTo>
                  <a:lnTo>
                    <a:pt x="2486190" y="205371"/>
                  </a:lnTo>
                  <a:lnTo>
                    <a:pt x="2495949" y="198618"/>
                  </a:lnTo>
                  <a:lnTo>
                    <a:pt x="2505693" y="158410"/>
                  </a:lnTo>
                  <a:lnTo>
                    <a:pt x="2515452" y="158209"/>
                  </a:lnTo>
                  <a:lnTo>
                    <a:pt x="2525196" y="173607"/>
                  </a:lnTo>
                  <a:lnTo>
                    <a:pt x="2534940" y="151952"/>
                  </a:lnTo>
                  <a:lnTo>
                    <a:pt x="2544699" y="149869"/>
                  </a:lnTo>
                  <a:lnTo>
                    <a:pt x="2554443" y="144861"/>
                  </a:lnTo>
                  <a:lnTo>
                    <a:pt x="2564202" y="151760"/>
                  </a:lnTo>
                  <a:lnTo>
                    <a:pt x="2573946" y="151943"/>
                  </a:lnTo>
                  <a:lnTo>
                    <a:pt x="2583690" y="164769"/>
                  </a:lnTo>
                  <a:lnTo>
                    <a:pt x="2593448" y="152738"/>
                  </a:lnTo>
                  <a:lnTo>
                    <a:pt x="2603192" y="154550"/>
                  </a:lnTo>
                  <a:lnTo>
                    <a:pt x="2612951" y="137159"/>
                  </a:lnTo>
                  <a:lnTo>
                    <a:pt x="2622695" y="125558"/>
                  </a:lnTo>
                  <a:lnTo>
                    <a:pt x="2632439" y="133593"/>
                  </a:lnTo>
                  <a:lnTo>
                    <a:pt x="2642198" y="101425"/>
                  </a:lnTo>
                  <a:lnTo>
                    <a:pt x="2651942" y="62883"/>
                  </a:lnTo>
                  <a:lnTo>
                    <a:pt x="2661685" y="38424"/>
                  </a:lnTo>
                  <a:lnTo>
                    <a:pt x="2671444" y="0"/>
                  </a:lnTo>
                  <a:lnTo>
                    <a:pt x="2681188" y="30549"/>
                  </a:lnTo>
                  <a:lnTo>
                    <a:pt x="2690947" y="7035"/>
                  </a:lnTo>
                  <a:lnTo>
                    <a:pt x="2700691" y="23004"/>
                  </a:lnTo>
                  <a:lnTo>
                    <a:pt x="2710435" y="41640"/>
                  </a:lnTo>
                  <a:lnTo>
                    <a:pt x="2720194" y="52523"/>
                  </a:lnTo>
                  <a:lnTo>
                    <a:pt x="2729938" y="75808"/>
                  </a:lnTo>
                  <a:lnTo>
                    <a:pt x="2739697" y="69870"/>
                  </a:lnTo>
                  <a:lnTo>
                    <a:pt x="2749441" y="93712"/>
                  </a:lnTo>
                  <a:lnTo>
                    <a:pt x="2759185" y="107226"/>
                  </a:lnTo>
                  <a:lnTo>
                    <a:pt x="2768943" y="120376"/>
                  </a:lnTo>
                  <a:lnTo>
                    <a:pt x="2778687" y="111483"/>
                  </a:lnTo>
                  <a:lnTo>
                    <a:pt x="2788446" y="113509"/>
                  </a:lnTo>
                  <a:lnTo>
                    <a:pt x="2798190" y="118539"/>
                  </a:lnTo>
                  <a:lnTo>
                    <a:pt x="2807934" y="102347"/>
                  </a:lnTo>
                  <a:lnTo>
                    <a:pt x="2817693" y="97110"/>
                  </a:lnTo>
                  <a:lnTo>
                    <a:pt x="2827437" y="91145"/>
                  </a:lnTo>
                  <a:lnTo>
                    <a:pt x="2837196" y="104585"/>
                  </a:lnTo>
                  <a:lnTo>
                    <a:pt x="2846940" y="75624"/>
                  </a:lnTo>
                  <a:lnTo>
                    <a:pt x="2856684" y="54548"/>
                  </a:lnTo>
                  <a:lnTo>
                    <a:pt x="2866442" y="66844"/>
                  </a:lnTo>
                  <a:lnTo>
                    <a:pt x="2876186" y="48505"/>
                  </a:lnTo>
                  <a:lnTo>
                    <a:pt x="2885945" y="30953"/>
                  </a:lnTo>
                  <a:lnTo>
                    <a:pt x="2895689" y="48879"/>
                  </a:lnTo>
                  <a:lnTo>
                    <a:pt x="2905433" y="60739"/>
                  </a:lnTo>
                  <a:lnTo>
                    <a:pt x="2915192" y="62168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9" name="Freeform 1238">
              <a:extLst>
                <a:ext uri="{FF2B5EF4-FFF2-40B4-BE49-F238E27FC236}">
                  <a16:creationId xmlns:a16="http://schemas.microsoft.com/office/drawing/2014/main" id="{45EE2D9E-9B01-3927-7DEB-A51ACF1B1B42}"/>
                </a:ext>
              </a:extLst>
            </p:cNvPr>
            <p:cNvSpPr/>
            <p:nvPr/>
          </p:nvSpPr>
          <p:spPr>
            <a:xfrm>
              <a:off x="4426652" y="3217571"/>
              <a:ext cx="2915191" cy="727262"/>
            </a:xfrm>
            <a:custGeom>
              <a:avLst/>
              <a:gdLst>
                <a:gd name="connsiteX0" fmla="*/ 0 w 2915191"/>
                <a:gd name="connsiteY0" fmla="*/ 531545 h 727262"/>
                <a:gd name="connsiteX1" fmla="*/ 9750 w 2915191"/>
                <a:gd name="connsiteY1" fmla="*/ 559726 h 727262"/>
                <a:gd name="connsiteX2" fmla="*/ 19500 w 2915191"/>
                <a:gd name="connsiteY2" fmla="*/ 565470 h 727262"/>
                <a:gd name="connsiteX3" fmla="*/ 29250 w 2915191"/>
                <a:gd name="connsiteY3" fmla="*/ 545517 h 727262"/>
                <a:gd name="connsiteX4" fmla="*/ 39000 w 2915191"/>
                <a:gd name="connsiteY4" fmla="*/ 543276 h 727262"/>
                <a:gd name="connsiteX5" fmla="*/ 48749 w 2915191"/>
                <a:gd name="connsiteY5" fmla="*/ 539647 h 727262"/>
                <a:gd name="connsiteX6" fmla="*/ 58499 w 2915191"/>
                <a:gd name="connsiteY6" fmla="*/ 513435 h 727262"/>
                <a:gd name="connsiteX7" fmla="*/ 68249 w 2915191"/>
                <a:gd name="connsiteY7" fmla="*/ 554951 h 727262"/>
                <a:gd name="connsiteX8" fmla="*/ 77998 w 2915191"/>
                <a:gd name="connsiteY8" fmla="*/ 563788 h 727262"/>
                <a:gd name="connsiteX9" fmla="*/ 87748 w 2915191"/>
                <a:gd name="connsiteY9" fmla="*/ 566936 h 727262"/>
                <a:gd name="connsiteX10" fmla="*/ 97497 w 2915191"/>
                <a:gd name="connsiteY10" fmla="*/ 564804 h 727262"/>
                <a:gd name="connsiteX11" fmla="*/ 107247 w 2915191"/>
                <a:gd name="connsiteY11" fmla="*/ 564618 h 727262"/>
                <a:gd name="connsiteX12" fmla="*/ 116997 w 2915191"/>
                <a:gd name="connsiteY12" fmla="*/ 575712 h 727262"/>
                <a:gd name="connsiteX13" fmla="*/ 126747 w 2915191"/>
                <a:gd name="connsiteY13" fmla="*/ 547311 h 727262"/>
                <a:gd name="connsiteX14" fmla="*/ 136497 w 2915191"/>
                <a:gd name="connsiteY14" fmla="*/ 554153 h 727262"/>
                <a:gd name="connsiteX15" fmla="*/ 146247 w 2915191"/>
                <a:gd name="connsiteY15" fmla="*/ 531180 h 727262"/>
                <a:gd name="connsiteX16" fmla="*/ 155997 w 2915191"/>
                <a:gd name="connsiteY16" fmla="*/ 542847 h 727262"/>
                <a:gd name="connsiteX17" fmla="*/ 165747 w 2915191"/>
                <a:gd name="connsiteY17" fmla="*/ 563688 h 727262"/>
                <a:gd name="connsiteX18" fmla="*/ 175497 w 2915191"/>
                <a:gd name="connsiteY18" fmla="*/ 561163 h 727262"/>
                <a:gd name="connsiteX19" fmla="*/ 185247 w 2915191"/>
                <a:gd name="connsiteY19" fmla="*/ 622211 h 727262"/>
                <a:gd name="connsiteX20" fmla="*/ 194996 w 2915191"/>
                <a:gd name="connsiteY20" fmla="*/ 655880 h 727262"/>
                <a:gd name="connsiteX21" fmla="*/ 204746 w 2915191"/>
                <a:gd name="connsiteY21" fmla="*/ 669219 h 727262"/>
                <a:gd name="connsiteX22" fmla="*/ 214495 w 2915191"/>
                <a:gd name="connsiteY22" fmla="*/ 654995 h 727262"/>
                <a:gd name="connsiteX23" fmla="*/ 224245 w 2915191"/>
                <a:gd name="connsiteY23" fmla="*/ 656428 h 727262"/>
                <a:gd name="connsiteX24" fmla="*/ 233995 w 2915191"/>
                <a:gd name="connsiteY24" fmla="*/ 659651 h 727262"/>
                <a:gd name="connsiteX25" fmla="*/ 243744 w 2915191"/>
                <a:gd name="connsiteY25" fmla="*/ 665038 h 727262"/>
                <a:gd name="connsiteX26" fmla="*/ 253494 w 2915191"/>
                <a:gd name="connsiteY26" fmla="*/ 660472 h 727262"/>
                <a:gd name="connsiteX27" fmla="*/ 263244 w 2915191"/>
                <a:gd name="connsiteY27" fmla="*/ 680082 h 727262"/>
                <a:gd name="connsiteX28" fmla="*/ 272994 w 2915191"/>
                <a:gd name="connsiteY28" fmla="*/ 677787 h 727262"/>
                <a:gd name="connsiteX29" fmla="*/ 282744 w 2915191"/>
                <a:gd name="connsiteY29" fmla="*/ 685712 h 727262"/>
                <a:gd name="connsiteX30" fmla="*/ 292494 w 2915191"/>
                <a:gd name="connsiteY30" fmla="*/ 709792 h 727262"/>
                <a:gd name="connsiteX31" fmla="*/ 302244 w 2915191"/>
                <a:gd name="connsiteY31" fmla="*/ 727263 h 727262"/>
                <a:gd name="connsiteX32" fmla="*/ 311994 w 2915191"/>
                <a:gd name="connsiteY32" fmla="*/ 705976 h 727262"/>
                <a:gd name="connsiteX33" fmla="*/ 321744 w 2915191"/>
                <a:gd name="connsiteY33" fmla="*/ 651804 h 727262"/>
                <a:gd name="connsiteX34" fmla="*/ 331493 w 2915191"/>
                <a:gd name="connsiteY34" fmla="*/ 640531 h 727262"/>
                <a:gd name="connsiteX35" fmla="*/ 341243 w 2915191"/>
                <a:gd name="connsiteY35" fmla="*/ 646418 h 727262"/>
                <a:gd name="connsiteX36" fmla="*/ 350993 w 2915191"/>
                <a:gd name="connsiteY36" fmla="*/ 649810 h 727262"/>
                <a:gd name="connsiteX37" fmla="*/ 360742 w 2915191"/>
                <a:gd name="connsiteY37" fmla="*/ 655350 h 727262"/>
                <a:gd name="connsiteX38" fmla="*/ 370492 w 2915191"/>
                <a:gd name="connsiteY38" fmla="*/ 654841 h 727262"/>
                <a:gd name="connsiteX39" fmla="*/ 380241 w 2915191"/>
                <a:gd name="connsiteY39" fmla="*/ 690529 h 727262"/>
                <a:gd name="connsiteX40" fmla="*/ 389991 w 2915191"/>
                <a:gd name="connsiteY40" fmla="*/ 671226 h 727262"/>
                <a:gd name="connsiteX41" fmla="*/ 399741 w 2915191"/>
                <a:gd name="connsiteY41" fmla="*/ 654789 h 727262"/>
                <a:gd name="connsiteX42" fmla="*/ 409491 w 2915191"/>
                <a:gd name="connsiteY42" fmla="*/ 665077 h 727262"/>
                <a:gd name="connsiteX43" fmla="*/ 419241 w 2915191"/>
                <a:gd name="connsiteY43" fmla="*/ 692757 h 727262"/>
                <a:gd name="connsiteX44" fmla="*/ 428991 w 2915191"/>
                <a:gd name="connsiteY44" fmla="*/ 698206 h 727262"/>
                <a:gd name="connsiteX45" fmla="*/ 438741 w 2915191"/>
                <a:gd name="connsiteY45" fmla="*/ 668566 h 727262"/>
                <a:gd name="connsiteX46" fmla="*/ 448491 w 2915191"/>
                <a:gd name="connsiteY46" fmla="*/ 654919 h 727262"/>
                <a:gd name="connsiteX47" fmla="*/ 458241 w 2915191"/>
                <a:gd name="connsiteY47" fmla="*/ 696557 h 727262"/>
                <a:gd name="connsiteX48" fmla="*/ 467991 w 2915191"/>
                <a:gd name="connsiteY48" fmla="*/ 670974 h 727262"/>
                <a:gd name="connsiteX49" fmla="*/ 477740 w 2915191"/>
                <a:gd name="connsiteY49" fmla="*/ 687750 h 727262"/>
                <a:gd name="connsiteX50" fmla="*/ 487490 w 2915191"/>
                <a:gd name="connsiteY50" fmla="*/ 671266 h 727262"/>
                <a:gd name="connsiteX51" fmla="*/ 497239 w 2915191"/>
                <a:gd name="connsiteY51" fmla="*/ 699942 h 727262"/>
                <a:gd name="connsiteX52" fmla="*/ 506989 w 2915191"/>
                <a:gd name="connsiteY52" fmla="*/ 711468 h 727262"/>
                <a:gd name="connsiteX53" fmla="*/ 516738 w 2915191"/>
                <a:gd name="connsiteY53" fmla="*/ 713415 h 727262"/>
                <a:gd name="connsiteX54" fmla="*/ 526488 w 2915191"/>
                <a:gd name="connsiteY54" fmla="*/ 717016 h 727262"/>
                <a:gd name="connsiteX55" fmla="*/ 536238 w 2915191"/>
                <a:gd name="connsiteY55" fmla="*/ 703743 h 727262"/>
                <a:gd name="connsiteX56" fmla="*/ 545988 w 2915191"/>
                <a:gd name="connsiteY56" fmla="*/ 641415 h 727262"/>
                <a:gd name="connsiteX57" fmla="*/ 555738 w 2915191"/>
                <a:gd name="connsiteY57" fmla="*/ 637611 h 727262"/>
                <a:gd name="connsiteX58" fmla="*/ 565488 w 2915191"/>
                <a:gd name="connsiteY58" fmla="*/ 672951 h 727262"/>
                <a:gd name="connsiteX59" fmla="*/ 575238 w 2915191"/>
                <a:gd name="connsiteY59" fmla="*/ 671302 h 727262"/>
                <a:gd name="connsiteX60" fmla="*/ 584988 w 2915191"/>
                <a:gd name="connsiteY60" fmla="*/ 648408 h 727262"/>
                <a:gd name="connsiteX61" fmla="*/ 594738 w 2915191"/>
                <a:gd name="connsiteY61" fmla="*/ 670261 h 727262"/>
                <a:gd name="connsiteX62" fmla="*/ 604488 w 2915191"/>
                <a:gd name="connsiteY62" fmla="*/ 684903 h 727262"/>
                <a:gd name="connsiteX63" fmla="*/ 614237 w 2915191"/>
                <a:gd name="connsiteY63" fmla="*/ 706517 h 727262"/>
                <a:gd name="connsiteX64" fmla="*/ 623987 w 2915191"/>
                <a:gd name="connsiteY64" fmla="*/ 656369 h 727262"/>
                <a:gd name="connsiteX65" fmla="*/ 633736 w 2915191"/>
                <a:gd name="connsiteY65" fmla="*/ 664942 h 727262"/>
                <a:gd name="connsiteX66" fmla="*/ 643486 w 2915191"/>
                <a:gd name="connsiteY66" fmla="*/ 659135 h 727262"/>
                <a:gd name="connsiteX67" fmla="*/ 653236 w 2915191"/>
                <a:gd name="connsiteY67" fmla="*/ 674891 h 727262"/>
                <a:gd name="connsiteX68" fmla="*/ 662985 w 2915191"/>
                <a:gd name="connsiteY68" fmla="*/ 724412 h 727262"/>
                <a:gd name="connsiteX69" fmla="*/ 672735 w 2915191"/>
                <a:gd name="connsiteY69" fmla="*/ 718131 h 727262"/>
                <a:gd name="connsiteX70" fmla="*/ 682485 w 2915191"/>
                <a:gd name="connsiteY70" fmla="*/ 688734 h 727262"/>
                <a:gd name="connsiteX71" fmla="*/ 692235 w 2915191"/>
                <a:gd name="connsiteY71" fmla="*/ 702354 h 727262"/>
                <a:gd name="connsiteX72" fmla="*/ 701985 w 2915191"/>
                <a:gd name="connsiteY72" fmla="*/ 683515 h 727262"/>
                <a:gd name="connsiteX73" fmla="*/ 711735 w 2915191"/>
                <a:gd name="connsiteY73" fmla="*/ 681751 h 727262"/>
                <a:gd name="connsiteX74" fmla="*/ 721485 w 2915191"/>
                <a:gd name="connsiteY74" fmla="*/ 660488 h 727262"/>
                <a:gd name="connsiteX75" fmla="*/ 731235 w 2915191"/>
                <a:gd name="connsiteY75" fmla="*/ 667473 h 727262"/>
                <a:gd name="connsiteX76" fmla="*/ 740985 w 2915191"/>
                <a:gd name="connsiteY76" fmla="*/ 627342 h 727262"/>
                <a:gd name="connsiteX77" fmla="*/ 750734 w 2915191"/>
                <a:gd name="connsiteY77" fmla="*/ 612746 h 727262"/>
                <a:gd name="connsiteX78" fmla="*/ 760484 w 2915191"/>
                <a:gd name="connsiteY78" fmla="*/ 623330 h 727262"/>
                <a:gd name="connsiteX79" fmla="*/ 770233 w 2915191"/>
                <a:gd name="connsiteY79" fmla="*/ 620858 h 727262"/>
                <a:gd name="connsiteX80" fmla="*/ 779983 w 2915191"/>
                <a:gd name="connsiteY80" fmla="*/ 609794 h 727262"/>
                <a:gd name="connsiteX81" fmla="*/ 789733 w 2915191"/>
                <a:gd name="connsiteY81" fmla="*/ 637477 h 727262"/>
                <a:gd name="connsiteX82" fmla="*/ 799482 w 2915191"/>
                <a:gd name="connsiteY82" fmla="*/ 632231 h 727262"/>
                <a:gd name="connsiteX83" fmla="*/ 809232 w 2915191"/>
                <a:gd name="connsiteY83" fmla="*/ 626127 h 727262"/>
                <a:gd name="connsiteX84" fmla="*/ 818982 w 2915191"/>
                <a:gd name="connsiteY84" fmla="*/ 605784 h 727262"/>
                <a:gd name="connsiteX85" fmla="*/ 828732 w 2915191"/>
                <a:gd name="connsiteY85" fmla="*/ 612949 h 727262"/>
                <a:gd name="connsiteX86" fmla="*/ 838482 w 2915191"/>
                <a:gd name="connsiteY86" fmla="*/ 627591 h 727262"/>
                <a:gd name="connsiteX87" fmla="*/ 848232 w 2915191"/>
                <a:gd name="connsiteY87" fmla="*/ 619124 h 727262"/>
                <a:gd name="connsiteX88" fmla="*/ 857982 w 2915191"/>
                <a:gd name="connsiteY88" fmla="*/ 610741 h 727262"/>
                <a:gd name="connsiteX89" fmla="*/ 867732 w 2915191"/>
                <a:gd name="connsiteY89" fmla="*/ 607139 h 727262"/>
                <a:gd name="connsiteX90" fmla="*/ 877482 w 2915191"/>
                <a:gd name="connsiteY90" fmla="*/ 614957 h 727262"/>
                <a:gd name="connsiteX91" fmla="*/ 887231 w 2915191"/>
                <a:gd name="connsiteY91" fmla="*/ 602187 h 727262"/>
                <a:gd name="connsiteX92" fmla="*/ 896981 w 2915191"/>
                <a:gd name="connsiteY92" fmla="*/ 616810 h 727262"/>
                <a:gd name="connsiteX93" fmla="*/ 906730 w 2915191"/>
                <a:gd name="connsiteY93" fmla="*/ 626115 h 727262"/>
                <a:gd name="connsiteX94" fmla="*/ 916480 w 2915191"/>
                <a:gd name="connsiteY94" fmla="*/ 616436 h 727262"/>
                <a:gd name="connsiteX95" fmla="*/ 926230 w 2915191"/>
                <a:gd name="connsiteY95" fmla="*/ 609517 h 727262"/>
                <a:gd name="connsiteX96" fmla="*/ 935979 w 2915191"/>
                <a:gd name="connsiteY96" fmla="*/ 656914 h 727262"/>
                <a:gd name="connsiteX97" fmla="*/ 945729 w 2915191"/>
                <a:gd name="connsiteY97" fmla="*/ 635915 h 727262"/>
                <a:gd name="connsiteX98" fmla="*/ 955479 w 2915191"/>
                <a:gd name="connsiteY98" fmla="*/ 648582 h 727262"/>
                <a:gd name="connsiteX99" fmla="*/ 965229 w 2915191"/>
                <a:gd name="connsiteY99" fmla="*/ 647534 h 727262"/>
                <a:gd name="connsiteX100" fmla="*/ 974979 w 2915191"/>
                <a:gd name="connsiteY100" fmla="*/ 660518 h 727262"/>
                <a:gd name="connsiteX101" fmla="*/ 984729 w 2915191"/>
                <a:gd name="connsiteY101" fmla="*/ 670926 h 727262"/>
                <a:gd name="connsiteX102" fmla="*/ 994474 w 2915191"/>
                <a:gd name="connsiteY102" fmla="*/ 669653 h 727262"/>
                <a:gd name="connsiteX103" fmla="*/ 1004233 w 2915191"/>
                <a:gd name="connsiteY103" fmla="*/ 673534 h 727262"/>
                <a:gd name="connsiteX104" fmla="*/ 1013977 w 2915191"/>
                <a:gd name="connsiteY104" fmla="*/ 695581 h 727262"/>
                <a:gd name="connsiteX105" fmla="*/ 1023721 w 2915191"/>
                <a:gd name="connsiteY105" fmla="*/ 680259 h 727262"/>
                <a:gd name="connsiteX106" fmla="*/ 1033480 w 2915191"/>
                <a:gd name="connsiteY106" fmla="*/ 680799 h 727262"/>
                <a:gd name="connsiteX107" fmla="*/ 1043224 w 2915191"/>
                <a:gd name="connsiteY107" fmla="*/ 647730 h 727262"/>
                <a:gd name="connsiteX108" fmla="*/ 1052983 w 2915191"/>
                <a:gd name="connsiteY108" fmla="*/ 648490 h 727262"/>
                <a:gd name="connsiteX109" fmla="*/ 1062727 w 2915191"/>
                <a:gd name="connsiteY109" fmla="*/ 650238 h 727262"/>
                <a:gd name="connsiteX110" fmla="*/ 1072471 w 2915191"/>
                <a:gd name="connsiteY110" fmla="*/ 644575 h 727262"/>
                <a:gd name="connsiteX111" fmla="*/ 1082230 w 2915191"/>
                <a:gd name="connsiteY111" fmla="*/ 653951 h 727262"/>
                <a:gd name="connsiteX112" fmla="*/ 1091973 w 2915191"/>
                <a:gd name="connsiteY112" fmla="*/ 654919 h 727262"/>
                <a:gd name="connsiteX113" fmla="*/ 1101732 w 2915191"/>
                <a:gd name="connsiteY113" fmla="*/ 602755 h 727262"/>
                <a:gd name="connsiteX114" fmla="*/ 1111476 w 2915191"/>
                <a:gd name="connsiteY114" fmla="*/ 558687 h 727262"/>
                <a:gd name="connsiteX115" fmla="*/ 1121220 w 2915191"/>
                <a:gd name="connsiteY115" fmla="*/ 535705 h 727262"/>
                <a:gd name="connsiteX116" fmla="*/ 1130979 w 2915191"/>
                <a:gd name="connsiteY116" fmla="*/ 524970 h 727262"/>
                <a:gd name="connsiteX117" fmla="*/ 1140723 w 2915191"/>
                <a:gd name="connsiteY117" fmla="*/ 509711 h 727262"/>
                <a:gd name="connsiteX118" fmla="*/ 1150482 w 2915191"/>
                <a:gd name="connsiteY118" fmla="*/ 495522 h 727262"/>
                <a:gd name="connsiteX119" fmla="*/ 1160226 w 2915191"/>
                <a:gd name="connsiteY119" fmla="*/ 514372 h 727262"/>
                <a:gd name="connsiteX120" fmla="*/ 1169969 w 2915191"/>
                <a:gd name="connsiteY120" fmla="*/ 518032 h 727262"/>
                <a:gd name="connsiteX121" fmla="*/ 1179728 w 2915191"/>
                <a:gd name="connsiteY121" fmla="*/ 543326 h 727262"/>
                <a:gd name="connsiteX122" fmla="*/ 1189472 w 2915191"/>
                <a:gd name="connsiteY122" fmla="*/ 513137 h 727262"/>
                <a:gd name="connsiteX123" fmla="*/ 1199231 w 2915191"/>
                <a:gd name="connsiteY123" fmla="*/ 519940 h 727262"/>
                <a:gd name="connsiteX124" fmla="*/ 1208975 w 2915191"/>
                <a:gd name="connsiteY124" fmla="*/ 517582 h 727262"/>
                <a:gd name="connsiteX125" fmla="*/ 1218719 w 2915191"/>
                <a:gd name="connsiteY125" fmla="*/ 500942 h 727262"/>
                <a:gd name="connsiteX126" fmla="*/ 1228478 w 2915191"/>
                <a:gd name="connsiteY126" fmla="*/ 500555 h 727262"/>
                <a:gd name="connsiteX127" fmla="*/ 1238222 w 2915191"/>
                <a:gd name="connsiteY127" fmla="*/ 470428 h 727262"/>
                <a:gd name="connsiteX128" fmla="*/ 1247966 w 2915191"/>
                <a:gd name="connsiteY128" fmla="*/ 494220 h 727262"/>
                <a:gd name="connsiteX129" fmla="*/ 1257725 w 2915191"/>
                <a:gd name="connsiteY129" fmla="*/ 493062 h 727262"/>
                <a:gd name="connsiteX130" fmla="*/ 1267469 w 2915191"/>
                <a:gd name="connsiteY130" fmla="*/ 487745 h 727262"/>
                <a:gd name="connsiteX131" fmla="*/ 1277227 w 2915191"/>
                <a:gd name="connsiteY131" fmla="*/ 461926 h 727262"/>
                <a:gd name="connsiteX132" fmla="*/ 1286971 w 2915191"/>
                <a:gd name="connsiteY132" fmla="*/ 462053 h 727262"/>
                <a:gd name="connsiteX133" fmla="*/ 1296715 w 2915191"/>
                <a:gd name="connsiteY133" fmla="*/ 435768 h 727262"/>
                <a:gd name="connsiteX134" fmla="*/ 1306474 w 2915191"/>
                <a:gd name="connsiteY134" fmla="*/ 428355 h 727262"/>
                <a:gd name="connsiteX135" fmla="*/ 1316218 w 2915191"/>
                <a:gd name="connsiteY135" fmla="*/ 388014 h 727262"/>
                <a:gd name="connsiteX136" fmla="*/ 1325977 w 2915191"/>
                <a:gd name="connsiteY136" fmla="*/ 367492 h 727262"/>
                <a:gd name="connsiteX137" fmla="*/ 1335721 w 2915191"/>
                <a:gd name="connsiteY137" fmla="*/ 372348 h 727262"/>
                <a:gd name="connsiteX138" fmla="*/ 1345465 w 2915191"/>
                <a:gd name="connsiteY138" fmla="*/ 389945 h 727262"/>
                <a:gd name="connsiteX139" fmla="*/ 1355224 w 2915191"/>
                <a:gd name="connsiteY139" fmla="*/ 392015 h 727262"/>
                <a:gd name="connsiteX140" fmla="*/ 1364967 w 2915191"/>
                <a:gd name="connsiteY140" fmla="*/ 431886 h 727262"/>
                <a:gd name="connsiteX141" fmla="*/ 1374726 w 2915191"/>
                <a:gd name="connsiteY141" fmla="*/ 432374 h 727262"/>
                <a:gd name="connsiteX142" fmla="*/ 1384470 w 2915191"/>
                <a:gd name="connsiteY142" fmla="*/ 428820 h 727262"/>
                <a:gd name="connsiteX143" fmla="*/ 1394214 w 2915191"/>
                <a:gd name="connsiteY143" fmla="*/ 415488 h 727262"/>
                <a:gd name="connsiteX144" fmla="*/ 1403973 w 2915191"/>
                <a:gd name="connsiteY144" fmla="*/ 422668 h 727262"/>
                <a:gd name="connsiteX145" fmla="*/ 1413717 w 2915191"/>
                <a:gd name="connsiteY145" fmla="*/ 397077 h 727262"/>
                <a:gd name="connsiteX146" fmla="*/ 1423476 w 2915191"/>
                <a:gd name="connsiteY146" fmla="*/ 378722 h 727262"/>
                <a:gd name="connsiteX147" fmla="*/ 1433220 w 2915191"/>
                <a:gd name="connsiteY147" fmla="*/ 383020 h 727262"/>
                <a:gd name="connsiteX148" fmla="*/ 1442964 w 2915191"/>
                <a:gd name="connsiteY148" fmla="*/ 406599 h 727262"/>
                <a:gd name="connsiteX149" fmla="*/ 1452722 w 2915191"/>
                <a:gd name="connsiteY149" fmla="*/ 419147 h 727262"/>
                <a:gd name="connsiteX150" fmla="*/ 1462466 w 2915191"/>
                <a:gd name="connsiteY150" fmla="*/ 424144 h 727262"/>
                <a:gd name="connsiteX151" fmla="*/ 1472225 w 2915191"/>
                <a:gd name="connsiteY151" fmla="*/ 423246 h 727262"/>
                <a:gd name="connsiteX152" fmla="*/ 1481969 w 2915191"/>
                <a:gd name="connsiteY152" fmla="*/ 431193 h 727262"/>
                <a:gd name="connsiteX153" fmla="*/ 1491713 w 2915191"/>
                <a:gd name="connsiteY153" fmla="*/ 432552 h 727262"/>
                <a:gd name="connsiteX154" fmla="*/ 1501472 w 2915191"/>
                <a:gd name="connsiteY154" fmla="*/ 431059 h 727262"/>
                <a:gd name="connsiteX155" fmla="*/ 1511216 w 2915191"/>
                <a:gd name="connsiteY155" fmla="*/ 453367 h 727262"/>
                <a:gd name="connsiteX156" fmla="*/ 1520960 w 2915191"/>
                <a:gd name="connsiteY156" fmla="*/ 449578 h 727262"/>
                <a:gd name="connsiteX157" fmla="*/ 1530719 w 2915191"/>
                <a:gd name="connsiteY157" fmla="*/ 442686 h 727262"/>
                <a:gd name="connsiteX158" fmla="*/ 1540463 w 2915191"/>
                <a:gd name="connsiteY158" fmla="*/ 444322 h 727262"/>
                <a:gd name="connsiteX159" fmla="*/ 1550221 w 2915191"/>
                <a:gd name="connsiteY159" fmla="*/ 421009 h 727262"/>
                <a:gd name="connsiteX160" fmla="*/ 1559965 w 2915191"/>
                <a:gd name="connsiteY160" fmla="*/ 409049 h 727262"/>
                <a:gd name="connsiteX161" fmla="*/ 1569709 w 2915191"/>
                <a:gd name="connsiteY161" fmla="*/ 409604 h 727262"/>
                <a:gd name="connsiteX162" fmla="*/ 1579468 w 2915191"/>
                <a:gd name="connsiteY162" fmla="*/ 377439 h 727262"/>
                <a:gd name="connsiteX163" fmla="*/ 1589212 w 2915191"/>
                <a:gd name="connsiteY163" fmla="*/ 408934 h 727262"/>
                <a:gd name="connsiteX164" fmla="*/ 1598971 w 2915191"/>
                <a:gd name="connsiteY164" fmla="*/ 397827 h 727262"/>
                <a:gd name="connsiteX165" fmla="*/ 1608715 w 2915191"/>
                <a:gd name="connsiteY165" fmla="*/ 360783 h 727262"/>
                <a:gd name="connsiteX166" fmla="*/ 1618459 w 2915191"/>
                <a:gd name="connsiteY166" fmla="*/ 354289 h 727262"/>
                <a:gd name="connsiteX167" fmla="*/ 1628218 w 2915191"/>
                <a:gd name="connsiteY167" fmla="*/ 355172 h 727262"/>
                <a:gd name="connsiteX168" fmla="*/ 1637962 w 2915191"/>
                <a:gd name="connsiteY168" fmla="*/ 359122 h 727262"/>
                <a:gd name="connsiteX169" fmla="*/ 1647720 w 2915191"/>
                <a:gd name="connsiteY169" fmla="*/ 349469 h 727262"/>
                <a:gd name="connsiteX170" fmla="*/ 1657464 w 2915191"/>
                <a:gd name="connsiteY170" fmla="*/ 355521 h 727262"/>
                <a:gd name="connsiteX171" fmla="*/ 1667208 w 2915191"/>
                <a:gd name="connsiteY171" fmla="*/ 335884 h 727262"/>
                <a:gd name="connsiteX172" fmla="*/ 1676967 w 2915191"/>
                <a:gd name="connsiteY172" fmla="*/ 344575 h 727262"/>
                <a:gd name="connsiteX173" fmla="*/ 1686711 w 2915191"/>
                <a:gd name="connsiteY173" fmla="*/ 332593 h 727262"/>
                <a:gd name="connsiteX174" fmla="*/ 1696470 w 2915191"/>
                <a:gd name="connsiteY174" fmla="*/ 304480 h 727262"/>
                <a:gd name="connsiteX175" fmla="*/ 1706214 w 2915191"/>
                <a:gd name="connsiteY175" fmla="*/ 304146 h 727262"/>
                <a:gd name="connsiteX176" fmla="*/ 1715958 w 2915191"/>
                <a:gd name="connsiteY176" fmla="*/ 284872 h 727262"/>
                <a:gd name="connsiteX177" fmla="*/ 1725716 w 2915191"/>
                <a:gd name="connsiteY177" fmla="*/ 296158 h 727262"/>
                <a:gd name="connsiteX178" fmla="*/ 1735460 w 2915191"/>
                <a:gd name="connsiteY178" fmla="*/ 313823 h 727262"/>
                <a:gd name="connsiteX179" fmla="*/ 1745219 w 2915191"/>
                <a:gd name="connsiteY179" fmla="*/ 282304 h 727262"/>
                <a:gd name="connsiteX180" fmla="*/ 1754963 w 2915191"/>
                <a:gd name="connsiteY180" fmla="*/ 277882 h 727262"/>
                <a:gd name="connsiteX181" fmla="*/ 1764707 w 2915191"/>
                <a:gd name="connsiteY181" fmla="*/ 232108 h 727262"/>
                <a:gd name="connsiteX182" fmla="*/ 1774466 w 2915191"/>
                <a:gd name="connsiteY182" fmla="*/ 248910 h 727262"/>
                <a:gd name="connsiteX183" fmla="*/ 1784210 w 2915191"/>
                <a:gd name="connsiteY183" fmla="*/ 226342 h 727262"/>
                <a:gd name="connsiteX184" fmla="*/ 1793969 w 2915191"/>
                <a:gd name="connsiteY184" fmla="*/ 206695 h 727262"/>
                <a:gd name="connsiteX185" fmla="*/ 1803713 w 2915191"/>
                <a:gd name="connsiteY185" fmla="*/ 240601 h 727262"/>
                <a:gd name="connsiteX186" fmla="*/ 1813457 w 2915191"/>
                <a:gd name="connsiteY186" fmla="*/ 219429 h 727262"/>
                <a:gd name="connsiteX187" fmla="*/ 1823215 w 2915191"/>
                <a:gd name="connsiteY187" fmla="*/ 247183 h 727262"/>
                <a:gd name="connsiteX188" fmla="*/ 1832959 w 2915191"/>
                <a:gd name="connsiteY188" fmla="*/ 229051 h 727262"/>
                <a:gd name="connsiteX189" fmla="*/ 1842703 w 2915191"/>
                <a:gd name="connsiteY189" fmla="*/ 238309 h 727262"/>
                <a:gd name="connsiteX190" fmla="*/ 1852462 w 2915191"/>
                <a:gd name="connsiteY190" fmla="*/ 252666 h 727262"/>
                <a:gd name="connsiteX191" fmla="*/ 1862206 w 2915191"/>
                <a:gd name="connsiteY191" fmla="*/ 220840 h 727262"/>
                <a:gd name="connsiteX192" fmla="*/ 1871965 w 2915191"/>
                <a:gd name="connsiteY192" fmla="*/ 252083 h 727262"/>
                <a:gd name="connsiteX193" fmla="*/ 1881709 w 2915191"/>
                <a:gd name="connsiteY193" fmla="*/ 218459 h 727262"/>
                <a:gd name="connsiteX194" fmla="*/ 1891453 w 2915191"/>
                <a:gd name="connsiteY194" fmla="*/ 210512 h 727262"/>
                <a:gd name="connsiteX195" fmla="*/ 1901212 w 2915191"/>
                <a:gd name="connsiteY195" fmla="*/ 202784 h 727262"/>
                <a:gd name="connsiteX196" fmla="*/ 1910956 w 2915191"/>
                <a:gd name="connsiteY196" fmla="*/ 189712 h 727262"/>
                <a:gd name="connsiteX197" fmla="*/ 1920714 w 2915191"/>
                <a:gd name="connsiteY197" fmla="*/ 179884 h 727262"/>
                <a:gd name="connsiteX198" fmla="*/ 1930458 w 2915191"/>
                <a:gd name="connsiteY198" fmla="*/ 181928 h 727262"/>
                <a:gd name="connsiteX199" fmla="*/ 1940202 w 2915191"/>
                <a:gd name="connsiteY199" fmla="*/ 186072 h 727262"/>
                <a:gd name="connsiteX200" fmla="*/ 1949961 w 2915191"/>
                <a:gd name="connsiteY200" fmla="*/ 206038 h 727262"/>
                <a:gd name="connsiteX201" fmla="*/ 1959705 w 2915191"/>
                <a:gd name="connsiteY201" fmla="*/ 171005 h 727262"/>
                <a:gd name="connsiteX202" fmla="*/ 1969464 w 2915191"/>
                <a:gd name="connsiteY202" fmla="*/ 140447 h 727262"/>
                <a:gd name="connsiteX203" fmla="*/ 1979208 w 2915191"/>
                <a:gd name="connsiteY203" fmla="*/ 157539 h 727262"/>
                <a:gd name="connsiteX204" fmla="*/ 1988952 w 2915191"/>
                <a:gd name="connsiteY204" fmla="*/ 141251 h 727262"/>
                <a:gd name="connsiteX205" fmla="*/ 1998711 w 2915191"/>
                <a:gd name="connsiteY205" fmla="*/ 151920 h 727262"/>
                <a:gd name="connsiteX206" fmla="*/ 2008454 w 2915191"/>
                <a:gd name="connsiteY206" fmla="*/ 172049 h 727262"/>
                <a:gd name="connsiteX207" fmla="*/ 2018213 w 2915191"/>
                <a:gd name="connsiteY207" fmla="*/ 159845 h 727262"/>
                <a:gd name="connsiteX208" fmla="*/ 2027957 w 2915191"/>
                <a:gd name="connsiteY208" fmla="*/ 162055 h 727262"/>
                <a:gd name="connsiteX209" fmla="*/ 2037701 w 2915191"/>
                <a:gd name="connsiteY209" fmla="*/ 149066 h 727262"/>
                <a:gd name="connsiteX210" fmla="*/ 2047460 w 2915191"/>
                <a:gd name="connsiteY210" fmla="*/ 164643 h 727262"/>
                <a:gd name="connsiteX211" fmla="*/ 2057204 w 2915191"/>
                <a:gd name="connsiteY211" fmla="*/ 120646 h 727262"/>
                <a:gd name="connsiteX212" fmla="*/ 2066963 w 2915191"/>
                <a:gd name="connsiteY212" fmla="*/ 98399 h 727262"/>
                <a:gd name="connsiteX213" fmla="*/ 2076707 w 2915191"/>
                <a:gd name="connsiteY213" fmla="*/ 80535 h 727262"/>
                <a:gd name="connsiteX214" fmla="*/ 2086451 w 2915191"/>
                <a:gd name="connsiteY214" fmla="*/ 88306 h 727262"/>
                <a:gd name="connsiteX215" fmla="*/ 2096210 w 2915191"/>
                <a:gd name="connsiteY215" fmla="*/ 94558 h 727262"/>
                <a:gd name="connsiteX216" fmla="*/ 2105954 w 2915191"/>
                <a:gd name="connsiteY216" fmla="*/ 81243 h 727262"/>
                <a:gd name="connsiteX217" fmla="*/ 2115697 w 2915191"/>
                <a:gd name="connsiteY217" fmla="*/ 100205 h 727262"/>
                <a:gd name="connsiteX218" fmla="*/ 2125456 w 2915191"/>
                <a:gd name="connsiteY218" fmla="*/ 87368 h 727262"/>
                <a:gd name="connsiteX219" fmla="*/ 2135200 w 2915191"/>
                <a:gd name="connsiteY219" fmla="*/ 102816 h 727262"/>
                <a:gd name="connsiteX220" fmla="*/ 2144959 w 2915191"/>
                <a:gd name="connsiteY220" fmla="*/ 64778 h 727262"/>
                <a:gd name="connsiteX221" fmla="*/ 2154703 w 2915191"/>
                <a:gd name="connsiteY221" fmla="*/ 54968 h 727262"/>
                <a:gd name="connsiteX222" fmla="*/ 2164447 w 2915191"/>
                <a:gd name="connsiteY222" fmla="*/ 28999 h 727262"/>
                <a:gd name="connsiteX223" fmla="*/ 2174206 w 2915191"/>
                <a:gd name="connsiteY223" fmla="*/ 50409 h 727262"/>
                <a:gd name="connsiteX224" fmla="*/ 2183950 w 2915191"/>
                <a:gd name="connsiteY224" fmla="*/ 42271 h 727262"/>
                <a:gd name="connsiteX225" fmla="*/ 2193709 w 2915191"/>
                <a:gd name="connsiteY225" fmla="*/ 66658 h 727262"/>
                <a:gd name="connsiteX226" fmla="*/ 2203452 w 2915191"/>
                <a:gd name="connsiteY226" fmla="*/ 66394 h 727262"/>
                <a:gd name="connsiteX227" fmla="*/ 2213196 w 2915191"/>
                <a:gd name="connsiteY227" fmla="*/ 96934 h 727262"/>
                <a:gd name="connsiteX228" fmla="*/ 2222955 w 2915191"/>
                <a:gd name="connsiteY228" fmla="*/ 83428 h 727262"/>
                <a:gd name="connsiteX229" fmla="*/ 2232699 w 2915191"/>
                <a:gd name="connsiteY229" fmla="*/ 100428 h 727262"/>
                <a:gd name="connsiteX230" fmla="*/ 2242458 w 2915191"/>
                <a:gd name="connsiteY230" fmla="*/ 121212 h 727262"/>
                <a:gd name="connsiteX231" fmla="*/ 2252202 w 2915191"/>
                <a:gd name="connsiteY231" fmla="*/ 93850 h 727262"/>
                <a:gd name="connsiteX232" fmla="*/ 2261946 w 2915191"/>
                <a:gd name="connsiteY232" fmla="*/ 86372 h 727262"/>
                <a:gd name="connsiteX233" fmla="*/ 2271705 w 2915191"/>
                <a:gd name="connsiteY233" fmla="*/ 105856 h 727262"/>
                <a:gd name="connsiteX234" fmla="*/ 2281449 w 2915191"/>
                <a:gd name="connsiteY234" fmla="*/ 88378 h 727262"/>
                <a:gd name="connsiteX235" fmla="*/ 2291208 w 2915191"/>
                <a:gd name="connsiteY235" fmla="*/ 80904 h 727262"/>
                <a:gd name="connsiteX236" fmla="*/ 2300951 w 2915191"/>
                <a:gd name="connsiteY236" fmla="*/ 80179 h 727262"/>
                <a:gd name="connsiteX237" fmla="*/ 2310695 w 2915191"/>
                <a:gd name="connsiteY237" fmla="*/ 81395 h 727262"/>
                <a:gd name="connsiteX238" fmla="*/ 2320454 w 2915191"/>
                <a:gd name="connsiteY238" fmla="*/ 105839 h 727262"/>
                <a:gd name="connsiteX239" fmla="*/ 2330198 w 2915191"/>
                <a:gd name="connsiteY239" fmla="*/ 110536 h 727262"/>
                <a:gd name="connsiteX240" fmla="*/ 2339957 w 2915191"/>
                <a:gd name="connsiteY240" fmla="*/ 117204 h 727262"/>
                <a:gd name="connsiteX241" fmla="*/ 2349701 w 2915191"/>
                <a:gd name="connsiteY241" fmla="*/ 113906 h 727262"/>
                <a:gd name="connsiteX242" fmla="*/ 2359445 w 2915191"/>
                <a:gd name="connsiteY242" fmla="*/ 107289 h 727262"/>
                <a:gd name="connsiteX243" fmla="*/ 2369204 w 2915191"/>
                <a:gd name="connsiteY243" fmla="*/ 117100 h 727262"/>
                <a:gd name="connsiteX244" fmla="*/ 2378948 w 2915191"/>
                <a:gd name="connsiteY244" fmla="*/ 113788 h 727262"/>
                <a:gd name="connsiteX245" fmla="*/ 2388692 w 2915191"/>
                <a:gd name="connsiteY245" fmla="*/ 91323 h 727262"/>
                <a:gd name="connsiteX246" fmla="*/ 2398450 w 2915191"/>
                <a:gd name="connsiteY246" fmla="*/ 52732 h 727262"/>
                <a:gd name="connsiteX247" fmla="*/ 2408194 w 2915191"/>
                <a:gd name="connsiteY247" fmla="*/ 42341 h 727262"/>
                <a:gd name="connsiteX248" fmla="*/ 2417953 w 2915191"/>
                <a:gd name="connsiteY248" fmla="*/ 48179 h 727262"/>
                <a:gd name="connsiteX249" fmla="*/ 2427697 w 2915191"/>
                <a:gd name="connsiteY249" fmla="*/ 27493 h 727262"/>
                <a:gd name="connsiteX250" fmla="*/ 2437441 w 2915191"/>
                <a:gd name="connsiteY250" fmla="*/ 11463 h 727262"/>
                <a:gd name="connsiteX251" fmla="*/ 2447200 w 2915191"/>
                <a:gd name="connsiteY251" fmla="*/ 9461 h 727262"/>
                <a:gd name="connsiteX252" fmla="*/ 2456944 w 2915191"/>
                <a:gd name="connsiteY252" fmla="*/ 0 h 727262"/>
                <a:gd name="connsiteX253" fmla="*/ 2466703 w 2915191"/>
                <a:gd name="connsiteY253" fmla="*/ 22968 h 727262"/>
                <a:gd name="connsiteX254" fmla="*/ 2476446 w 2915191"/>
                <a:gd name="connsiteY254" fmla="*/ 44238 h 727262"/>
                <a:gd name="connsiteX255" fmla="*/ 2486190 w 2915191"/>
                <a:gd name="connsiteY255" fmla="*/ 55427 h 727262"/>
                <a:gd name="connsiteX256" fmla="*/ 2495949 w 2915191"/>
                <a:gd name="connsiteY256" fmla="*/ 50078 h 727262"/>
                <a:gd name="connsiteX257" fmla="*/ 2505693 w 2915191"/>
                <a:gd name="connsiteY257" fmla="*/ 49402 h 727262"/>
                <a:gd name="connsiteX258" fmla="*/ 2515452 w 2915191"/>
                <a:gd name="connsiteY258" fmla="*/ 61040 h 727262"/>
                <a:gd name="connsiteX259" fmla="*/ 2525196 w 2915191"/>
                <a:gd name="connsiteY259" fmla="*/ 60310 h 727262"/>
                <a:gd name="connsiteX260" fmla="*/ 2534940 w 2915191"/>
                <a:gd name="connsiteY260" fmla="*/ 72612 h 727262"/>
                <a:gd name="connsiteX261" fmla="*/ 2544699 w 2915191"/>
                <a:gd name="connsiteY261" fmla="*/ 104096 h 727262"/>
                <a:gd name="connsiteX262" fmla="*/ 2554443 w 2915191"/>
                <a:gd name="connsiteY262" fmla="*/ 132178 h 727262"/>
                <a:gd name="connsiteX263" fmla="*/ 2564202 w 2915191"/>
                <a:gd name="connsiteY263" fmla="*/ 138051 h 727262"/>
                <a:gd name="connsiteX264" fmla="*/ 2573946 w 2915191"/>
                <a:gd name="connsiteY264" fmla="*/ 156219 h 727262"/>
                <a:gd name="connsiteX265" fmla="*/ 2583690 w 2915191"/>
                <a:gd name="connsiteY265" fmla="*/ 134404 h 727262"/>
                <a:gd name="connsiteX266" fmla="*/ 2593448 w 2915191"/>
                <a:gd name="connsiteY266" fmla="*/ 153659 h 727262"/>
                <a:gd name="connsiteX267" fmla="*/ 2603192 w 2915191"/>
                <a:gd name="connsiteY267" fmla="*/ 132613 h 727262"/>
                <a:gd name="connsiteX268" fmla="*/ 2612951 w 2915191"/>
                <a:gd name="connsiteY268" fmla="*/ 90444 h 727262"/>
                <a:gd name="connsiteX269" fmla="*/ 2622695 w 2915191"/>
                <a:gd name="connsiteY269" fmla="*/ 121240 h 727262"/>
                <a:gd name="connsiteX270" fmla="*/ 2632439 w 2915191"/>
                <a:gd name="connsiteY270" fmla="*/ 124004 h 727262"/>
                <a:gd name="connsiteX271" fmla="*/ 2642198 w 2915191"/>
                <a:gd name="connsiteY271" fmla="*/ 133654 h 727262"/>
                <a:gd name="connsiteX272" fmla="*/ 2651942 w 2915191"/>
                <a:gd name="connsiteY272" fmla="*/ 135552 h 727262"/>
                <a:gd name="connsiteX273" fmla="*/ 2661685 w 2915191"/>
                <a:gd name="connsiteY273" fmla="*/ 133678 h 727262"/>
                <a:gd name="connsiteX274" fmla="*/ 2671444 w 2915191"/>
                <a:gd name="connsiteY274" fmla="*/ 177474 h 727262"/>
                <a:gd name="connsiteX275" fmla="*/ 2681188 w 2915191"/>
                <a:gd name="connsiteY275" fmla="*/ 175774 h 727262"/>
                <a:gd name="connsiteX276" fmla="*/ 2690947 w 2915191"/>
                <a:gd name="connsiteY276" fmla="*/ 166347 h 727262"/>
                <a:gd name="connsiteX277" fmla="*/ 2700691 w 2915191"/>
                <a:gd name="connsiteY277" fmla="*/ 157783 h 727262"/>
                <a:gd name="connsiteX278" fmla="*/ 2710435 w 2915191"/>
                <a:gd name="connsiteY278" fmla="*/ 116482 h 727262"/>
                <a:gd name="connsiteX279" fmla="*/ 2720194 w 2915191"/>
                <a:gd name="connsiteY279" fmla="*/ 120977 h 727262"/>
                <a:gd name="connsiteX280" fmla="*/ 2729938 w 2915191"/>
                <a:gd name="connsiteY280" fmla="*/ 109181 h 727262"/>
                <a:gd name="connsiteX281" fmla="*/ 2739697 w 2915191"/>
                <a:gd name="connsiteY281" fmla="*/ 141116 h 727262"/>
                <a:gd name="connsiteX282" fmla="*/ 2749441 w 2915191"/>
                <a:gd name="connsiteY282" fmla="*/ 136367 h 727262"/>
                <a:gd name="connsiteX283" fmla="*/ 2759185 w 2915191"/>
                <a:gd name="connsiteY283" fmla="*/ 74997 h 727262"/>
                <a:gd name="connsiteX284" fmla="*/ 2768943 w 2915191"/>
                <a:gd name="connsiteY284" fmla="*/ 99823 h 727262"/>
                <a:gd name="connsiteX285" fmla="*/ 2778687 w 2915191"/>
                <a:gd name="connsiteY285" fmla="*/ 99087 h 727262"/>
                <a:gd name="connsiteX286" fmla="*/ 2788446 w 2915191"/>
                <a:gd name="connsiteY286" fmla="*/ 91052 h 727262"/>
                <a:gd name="connsiteX287" fmla="*/ 2798190 w 2915191"/>
                <a:gd name="connsiteY287" fmla="*/ 76336 h 727262"/>
                <a:gd name="connsiteX288" fmla="*/ 2807934 w 2915191"/>
                <a:gd name="connsiteY288" fmla="*/ 95051 h 727262"/>
                <a:gd name="connsiteX289" fmla="*/ 2817693 w 2915191"/>
                <a:gd name="connsiteY289" fmla="*/ 112580 h 727262"/>
                <a:gd name="connsiteX290" fmla="*/ 2827437 w 2915191"/>
                <a:gd name="connsiteY290" fmla="*/ 75858 h 727262"/>
                <a:gd name="connsiteX291" fmla="*/ 2837196 w 2915191"/>
                <a:gd name="connsiteY291" fmla="*/ 52291 h 727262"/>
                <a:gd name="connsiteX292" fmla="*/ 2846940 w 2915191"/>
                <a:gd name="connsiteY292" fmla="*/ 18047 h 727262"/>
                <a:gd name="connsiteX293" fmla="*/ 2856684 w 2915191"/>
                <a:gd name="connsiteY293" fmla="*/ 19187 h 727262"/>
                <a:gd name="connsiteX294" fmla="*/ 2866442 w 2915191"/>
                <a:gd name="connsiteY294" fmla="*/ 22572 h 727262"/>
                <a:gd name="connsiteX295" fmla="*/ 2876186 w 2915191"/>
                <a:gd name="connsiteY295" fmla="*/ 20480 h 727262"/>
                <a:gd name="connsiteX296" fmla="*/ 2885945 w 2915191"/>
                <a:gd name="connsiteY296" fmla="*/ 11655 h 727262"/>
                <a:gd name="connsiteX297" fmla="*/ 2895689 w 2915191"/>
                <a:gd name="connsiteY297" fmla="*/ 13729 h 727262"/>
                <a:gd name="connsiteX298" fmla="*/ 2905433 w 2915191"/>
                <a:gd name="connsiteY298" fmla="*/ 29549 h 727262"/>
                <a:gd name="connsiteX299" fmla="*/ 2915192 w 2915191"/>
                <a:gd name="connsiteY299" fmla="*/ 62883 h 727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727262">
                  <a:moveTo>
                    <a:pt x="0" y="531545"/>
                  </a:moveTo>
                  <a:lnTo>
                    <a:pt x="9750" y="559726"/>
                  </a:lnTo>
                  <a:lnTo>
                    <a:pt x="19500" y="565470"/>
                  </a:lnTo>
                  <a:lnTo>
                    <a:pt x="29250" y="545517"/>
                  </a:lnTo>
                  <a:lnTo>
                    <a:pt x="39000" y="543276"/>
                  </a:lnTo>
                  <a:lnTo>
                    <a:pt x="48749" y="539647"/>
                  </a:lnTo>
                  <a:lnTo>
                    <a:pt x="58499" y="513435"/>
                  </a:lnTo>
                  <a:lnTo>
                    <a:pt x="68249" y="554951"/>
                  </a:lnTo>
                  <a:lnTo>
                    <a:pt x="77998" y="563788"/>
                  </a:lnTo>
                  <a:lnTo>
                    <a:pt x="87748" y="566936"/>
                  </a:lnTo>
                  <a:lnTo>
                    <a:pt x="97497" y="564804"/>
                  </a:lnTo>
                  <a:lnTo>
                    <a:pt x="107247" y="564618"/>
                  </a:lnTo>
                  <a:lnTo>
                    <a:pt x="116997" y="575712"/>
                  </a:lnTo>
                  <a:lnTo>
                    <a:pt x="126747" y="547311"/>
                  </a:lnTo>
                  <a:lnTo>
                    <a:pt x="136497" y="554153"/>
                  </a:lnTo>
                  <a:lnTo>
                    <a:pt x="146247" y="531180"/>
                  </a:lnTo>
                  <a:lnTo>
                    <a:pt x="155997" y="542847"/>
                  </a:lnTo>
                  <a:lnTo>
                    <a:pt x="165747" y="563688"/>
                  </a:lnTo>
                  <a:lnTo>
                    <a:pt x="175497" y="561163"/>
                  </a:lnTo>
                  <a:lnTo>
                    <a:pt x="185247" y="622211"/>
                  </a:lnTo>
                  <a:lnTo>
                    <a:pt x="194996" y="655880"/>
                  </a:lnTo>
                  <a:lnTo>
                    <a:pt x="204746" y="669219"/>
                  </a:lnTo>
                  <a:lnTo>
                    <a:pt x="214495" y="654995"/>
                  </a:lnTo>
                  <a:lnTo>
                    <a:pt x="224245" y="656428"/>
                  </a:lnTo>
                  <a:lnTo>
                    <a:pt x="233995" y="659651"/>
                  </a:lnTo>
                  <a:lnTo>
                    <a:pt x="243744" y="665038"/>
                  </a:lnTo>
                  <a:lnTo>
                    <a:pt x="253494" y="660472"/>
                  </a:lnTo>
                  <a:lnTo>
                    <a:pt x="263244" y="680082"/>
                  </a:lnTo>
                  <a:lnTo>
                    <a:pt x="272994" y="677787"/>
                  </a:lnTo>
                  <a:lnTo>
                    <a:pt x="282744" y="685712"/>
                  </a:lnTo>
                  <a:lnTo>
                    <a:pt x="292494" y="709792"/>
                  </a:lnTo>
                  <a:lnTo>
                    <a:pt x="302244" y="727263"/>
                  </a:lnTo>
                  <a:lnTo>
                    <a:pt x="311994" y="705976"/>
                  </a:lnTo>
                  <a:lnTo>
                    <a:pt x="321744" y="651804"/>
                  </a:lnTo>
                  <a:lnTo>
                    <a:pt x="331493" y="640531"/>
                  </a:lnTo>
                  <a:lnTo>
                    <a:pt x="341243" y="646418"/>
                  </a:lnTo>
                  <a:lnTo>
                    <a:pt x="350993" y="649810"/>
                  </a:lnTo>
                  <a:lnTo>
                    <a:pt x="360742" y="655350"/>
                  </a:lnTo>
                  <a:lnTo>
                    <a:pt x="370492" y="654841"/>
                  </a:lnTo>
                  <a:lnTo>
                    <a:pt x="380241" y="690529"/>
                  </a:lnTo>
                  <a:lnTo>
                    <a:pt x="389991" y="671226"/>
                  </a:lnTo>
                  <a:lnTo>
                    <a:pt x="399741" y="654789"/>
                  </a:lnTo>
                  <a:lnTo>
                    <a:pt x="409491" y="665077"/>
                  </a:lnTo>
                  <a:lnTo>
                    <a:pt x="419241" y="692757"/>
                  </a:lnTo>
                  <a:lnTo>
                    <a:pt x="428991" y="698206"/>
                  </a:lnTo>
                  <a:lnTo>
                    <a:pt x="438741" y="668566"/>
                  </a:lnTo>
                  <a:lnTo>
                    <a:pt x="448491" y="654919"/>
                  </a:lnTo>
                  <a:lnTo>
                    <a:pt x="458241" y="696557"/>
                  </a:lnTo>
                  <a:lnTo>
                    <a:pt x="467991" y="670974"/>
                  </a:lnTo>
                  <a:lnTo>
                    <a:pt x="477740" y="687750"/>
                  </a:lnTo>
                  <a:lnTo>
                    <a:pt x="487490" y="671266"/>
                  </a:lnTo>
                  <a:lnTo>
                    <a:pt x="497239" y="699942"/>
                  </a:lnTo>
                  <a:lnTo>
                    <a:pt x="506989" y="711468"/>
                  </a:lnTo>
                  <a:lnTo>
                    <a:pt x="516738" y="713415"/>
                  </a:lnTo>
                  <a:lnTo>
                    <a:pt x="526488" y="717016"/>
                  </a:lnTo>
                  <a:lnTo>
                    <a:pt x="536238" y="703743"/>
                  </a:lnTo>
                  <a:lnTo>
                    <a:pt x="545988" y="641415"/>
                  </a:lnTo>
                  <a:lnTo>
                    <a:pt x="555738" y="637611"/>
                  </a:lnTo>
                  <a:lnTo>
                    <a:pt x="565488" y="672951"/>
                  </a:lnTo>
                  <a:lnTo>
                    <a:pt x="575238" y="671302"/>
                  </a:lnTo>
                  <a:lnTo>
                    <a:pt x="584988" y="648408"/>
                  </a:lnTo>
                  <a:lnTo>
                    <a:pt x="594738" y="670261"/>
                  </a:lnTo>
                  <a:lnTo>
                    <a:pt x="604488" y="684903"/>
                  </a:lnTo>
                  <a:lnTo>
                    <a:pt x="614237" y="706517"/>
                  </a:lnTo>
                  <a:lnTo>
                    <a:pt x="623987" y="656369"/>
                  </a:lnTo>
                  <a:lnTo>
                    <a:pt x="633736" y="664942"/>
                  </a:lnTo>
                  <a:lnTo>
                    <a:pt x="643486" y="659135"/>
                  </a:lnTo>
                  <a:lnTo>
                    <a:pt x="653236" y="674891"/>
                  </a:lnTo>
                  <a:lnTo>
                    <a:pt x="662985" y="724412"/>
                  </a:lnTo>
                  <a:lnTo>
                    <a:pt x="672735" y="718131"/>
                  </a:lnTo>
                  <a:lnTo>
                    <a:pt x="682485" y="688734"/>
                  </a:lnTo>
                  <a:lnTo>
                    <a:pt x="692235" y="702354"/>
                  </a:lnTo>
                  <a:lnTo>
                    <a:pt x="701985" y="683515"/>
                  </a:lnTo>
                  <a:lnTo>
                    <a:pt x="711735" y="681751"/>
                  </a:lnTo>
                  <a:lnTo>
                    <a:pt x="721485" y="660488"/>
                  </a:lnTo>
                  <a:lnTo>
                    <a:pt x="731235" y="667473"/>
                  </a:lnTo>
                  <a:lnTo>
                    <a:pt x="740985" y="627342"/>
                  </a:lnTo>
                  <a:lnTo>
                    <a:pt x="750734" y="612746"/>
                  </a:lnTo>
                  <a:lnTo>
                    <a:pt x="760484" y="623330"/>
                  </a:lnTo>
                  <a:lnTo>
                    <a:pt x="770233" y="620858"/>
                  </a:lnTo>
                  <a:lnTo>
                    <a:pt x="779983" y="609794"/>
                  </a:lnTo>
                  <a:lnTo>
                    <a:pt x="789733" y="637477"/>
                  </a:lnTo>
                  <a:lnTo>
                    <a:pt x="799482" y="632231"/>
                  </a:lnTo>
                  <a:lnTo>
                    <a:pt x="809232" y="626127"/>
                  </a:lnTo>
                  <a:lnTo>
                    <a:pt x="818982" y="605784"/>
                  </a:lnTo>
                  <a:lnTo>
                    <a:pt x="828732" y="612949"/>
                  </a:lnTo>
                  <a:lnTo>
                    <a:pt x="838482" y="627591"/>
                  </a:lnTo>
                  <a:lnTo>
                    <a:pt x="848232" y="619124"/>
                  </a:lnTo>
                  <a:lnTo>
                    <a:pt x="857982" y="610741"/>
                  </a:lnTo>
                  <a:lnTo>
                    <a:pt x="867732" y="607139"/>
                  </a:lnTo>
                  <a:lnTo>
                    <a:pt x="877482" y="614957"/>
                  </a:lnTo>
                  <a:lnTo>
                    <a:pt x="887231" y="602187"/>
                  </a:lnTo>
                  <a:lnTo>
                    <a:pt x="896981" y="616810"/>
                  </a:lnTo>
                  <a:lnTo>
                    <a:pt x="906730" y="626115"/>
                  </a:lnTo>
                  <a:lnTo>
                    <a:pt x="916480" y="616436"/>
                  </a:lnTo>
                  <a:lnTo>
                    <a:pt x="926230" y="609517"/>
                  </a:lnTo>
                  <a:lnTo>
                    <a:pt x="935979" y="656914"/>
                  </a:lnTo>
                  <a:lnTo>
                    <a:pt x="945729" y="635915"/>
                  </a:lnTo>
                  <a:lnTo>
                    <a:pt x="955479" y="648582"/>
                  </a:lnTo>
                  <a:lnTo>
                    <a:pt x="965229" y="647534"/>
                  </a:lnTo>
                  <a:lnTo>
                    <a:pt x="974979" y="660518"/>
                  </a:lnTo>
                  <a:lnTo>
                    <a:pt x="984729" y="670926"/>
                  </a:lnTo>
                  <a:lnTo>
                    <a:pt x="994474" y="669653"/>
                  </a:lnTo>
                  <a:lnTo>
                    <a:pt x="1004233" y="673534"/>
                  </a:lnTo>
                  <a:lnTo>
                    <a:pt x="1013977" y="695581"/>
                  </a:lnTo>
                  <a:lnTo>
                    <a:pt x="1023721" y="680259"/>
                  </a:lnTo>
                  <a:lnTo>
                    <a:pt x="1033480" y="680799"/>
                  </a:lnTo>
                  <a:lnTo>
                    <a:pt x="1043224" y="647730"/>
                  </a:lnTo>
                  <a:lnTo>
                    <a:pt x="1052983" y="648490"/>
                  </a:lnTo>
                  <a:lnTo>
                    <a:pt x="1062727" y="650238"/>
                  </a:lnTo>
                  <a:lnTo>
                    <a:pt x="1072471" y="644575"/>
                  </a:lnTo>
                  <a:lnTo>
                    <a:pt x="1082230" y="653951"/>
                  </a:lnTo>
                  <a:lnTo>
                    <a:pt x="1091973" y="654919"/>
                  </a:lnTo>
                  <a:lnTo>
                    <a:pt x="1101732" y="602755"/>
                  </a:lnTo>
                  <a:lnTo>
                    <a:pt x="1111476" y="558687"/>
                  </a:lnTo>
                  <a:lnTo>
                    <a:pt x="1121220" y="535705"/>
                  </a:lnTo>
                  <a:lnTo>
                    <a:pt x="1130979" y="524970"/>
                  </a:lnTo>
                  <a:lnTo>
                    <a:pt x="1140723" y="509711"/>
                  </a:lnTo>
                  <a:lnTo>
                    <a:pt x="1150482" y="495522"/>
                  </a:lnTo>
                  <a:lnTo>
                    <a:pt x="1160226" y="514372"/>
                  </a:lnTo>
                  <a:lnTo>
                    <a:pt x="1169969" y="518032"/>
                  </a:lnTo>
                  <a:lnTo>
                    <a:pt x="1179728" y="543326"/>
                  </a:lnTo>
                  <a:lnTo>
                    <a:pt x="1189472" y="513137"/>
                  </a:lnTo>
                  <a:lnTo>
                    <a:pt x="1199231" y="519940"/>
                  </a:lnTo>
                  <a:lnTo>
                    <a:pt x="1208975" y="517582"/>
                  </a:lnTo>
                  <a:lnTo>
                    <a:pt x="1218719" y="500942"/>
                  </a:lnTo>
                  <a:lnTo>
                    <a:pt x="1228478" y="500555"/>
                  </a:lnTo>
                  <a:lnTo>
                    <a:pt x="1238222" y="470428"/>
                  </a:lnTo>
                  <a:lnTo>
                    <a:pt x="1247966" y="494220"/>
                  </a:lnTo>
                  <a:lnTo>
                    <a:pt x="1257725" y="493062"/>
                  </a:lnTo>
                  <a:lnTo>
                    <a:pt x="1267469" y="487745"/>
                  </a:lnTo>
                  <a:lnTo>
                    <a:pt x="1277227" y="461926"/>
                  </a:lnTo>
                  <a:lnTo>
                    <a:pt x="1286971" y="462053"/>
                  </a:lnTo>
                  <a:lnTo>
                    <a:pt x="1296715" y="435768"/>
                  </a:lnTo>
                  <a:lnTo>
                    <a:pt x="1306474" y="428355"/>
                  </a:lnTo>
                  <a:lnTo>
                    <a:pt x="1316218" y="388014"/>
                  </a:lnTo>
                  <a:lnTo>
                    <a:pt x="1325977" y="367492"/>
                  </a:lnTo>
                  <a:lnTo>
                    <a:pt x="1335721" y="372348"/>
                  </a:lnTo>
                  <a:lnTo>
                    <a:pt x="1345465" y="389945"/>
                  </a:lnTo>
                  <a:lnTo>
                    <a:pt x="1355224" y="392015"/>
                  </a:lnTo>
                  <a:lnTo>
                    <a:pt x="1364967" y="431886"/>
                  </a:lnTo>
                  <a:lnTo>
                    <a:pt x="1374726" y="432374"/>
                  </a:lnTo>
                  <a:lnTo>
                    <a:pt x="1384470" y="428820"/>
                  </a:lnTo>
                  <a:lnTo>
                    <a:pt x="1394214" y="415488"/>
                  </a:lnTo>
                  <a:lnTo>
                    <a:pt x="1403973" y="422668"/>
                  </a:lnTo>
                  <a:lnTo>
                    <a:pt x="1413717" y="397077"/>
                  </a:lnTo>
                  <a:lnTo>
                    <a:pt x="1423476" y="378722"/>
                  </a:lnTo>
                  <a:lnTo>
                    <a:pt x="1433220" y="383020"/>
                  </a:lnTo>
                  <a:lnTo>
                    <a:pt x="1442964" y="406599"/>
                  </a:lnTo>
                  <a:lnTo>
                    <a:pt x="1452722" y="419147"/>
                  </a:lnTo>
                  <a:lnTo>
                    <a:pt x="1462466" y="424144"/>
                  </a:lnTo>
                  <a:lnTo>
                    <a:pt x="1472225" y="423246"/>
                  </a:lnTo>
                  <a:lnTo>
                    <a:pt x="1481969" y="431193"/>
                  </a:lnTo>
                  <a:lnTo>
                    <a:pt x="1491713" y="432552"/>
                  </a:lnTo>
                  <a:lnTo>
                    <a:pt x="1501472" y="431059"/>
                  </a:lnTo>
                  <a:lnTo>
                    <a:pt x="1511216" y="453367"/>
                  </a:lnTo>
                  <a:lnTo>
                    <a:pt x="1520960" y="449578"/>
                  </a:lnTo>
                  <a:lnTo>
                    <a:pt x="1530719" y="442686"/>
                  </a:lnTo>
                  <a:lnTo>
                    <a:pt x="1540463" y="444322"/>
                  </a:lnTo>
                  <a:lnTo>
                    <a:pt x="1550221" y="421009"/>
                  </a:lnTo>
                  <a:lnTo>
                    <a:pt x="1559965" y="409049"/>
                  </a:lnTo>
                  <a:lnTo>
                    <a:pt x="1569709" y="409604"/>
                  </a:lnTo>
                  <a:lnTo>
                    <a:pt x="1579468" y="377439"/>
                  </a:lnTo>
                  <a:lnTo>
                    <a:pt x="1589212" y="408934"/>
                  </a:lnTo>
                  <a:lnTo>
                    <a:pt x="1598971" y="397827"/>
                  </a:lnTo>
                  <a:lnTo>
                    <a:pt x="1608715" y="360783"/>
                  </a:lnTo>
                  <a:lnTo>
                    <a:pt x="1618459" y="354289"/>
                  </a:lnTo>
                  <a:lnTo>
                    <a:pt x="1628218" y="355172"/>
                  </a:lnTo>
                  <a:lnTo>
                    <a:pt x="1637962" y="359122"/>
                  </a:lnTo>
                  <a:lnTo>
                    <a:pt x="1647720" y="349469"/>
                  </a:lnTo>
                  <a:lnTo>
                    <a:pt x="1657464" y="355521"/>
                  </a:lnTo>
                  <a:lnTo>
                    <a:pt x="1667208" y="335884"/>
                  </a:lnTo>
                  <a:lnTo>
                    <a:pt x="1676967" y="344575"/>
                  </a:lnTo>
                  <a:lnTo>
                    <a:pt x="1686711" y="332593"/>
                  </a:lnTo>
                  <a:lnTo>
                    <a:pt x="1696470" y="304480"/>
                  </a:lnTo>
                  <a:lnTo>
                    <a:pt x="1706214" y="304146"/>
                  </a:lnTo>
                  <a:lnTo>
                    <a:pt x="1715958" y="284872"/>
                  </a:lnTo>
                  <a:lnTo>
                    <a:pt x="1725716" y="296158"/>
                  </a:lnTo>
                  <a:lnTo>
                    <a:pt x="1735460" y="313823"/>
                  </a:lnTo>
                  <a:lnTo>
                    <a:pt x="1745219" y="282304"/>
                  </a:lnTo>
                  <a:lnTo>
                    <a:pt x="1754963" y="277882"/>
                  </a:lnTo>
                  <a:lnTo>
                    <a:pt x="1764707" y="232108"/>
                  </a:lnTo>
                  <a:lnTo>
                    <a:pt x="1774466" y="248910"/>
                  </a:lnTo>
                  <a:lnTo>
                    <a:pt x="1784210" y="226342"/>
                  </a:lnTo>
                  <a:lnTo>
                    <a:pt x="1793969" y="206695"/>
                  </a:lnTo>
                  <a:lnTo>
                    <a:pt x="1803713" y="240601"/>
                  </a:lnTo>
                  <a:lnTo>
                    <a:pt x="1813457" y="219429"/>
                  </a:lnTo>
                  <a:lnTo>
                    <a:pt x="1823215" y="247183"/>
                  </a:lnTo>
                  <a:lnTo>
                    <a:pt x="1832959" y="229051"/>
                  </a:lnTo>
                  <a:lnTo>
                    <a:pt x="1842703" y="238309"/>
                  </a:lnTo>
                  <a:lnTo>
                    <a:pt x="1852462" y="252666"/>
                  </a:lnTo>
                  <a:lnTo>
                    <a:pt x="1862206" y="220840"/>
                  </a:lnTo>
                  <a:lnTo>
                    <a:pt x="1871965" y="252083"/>
                  </a:lnTo>
                  <a:lnTo>
                    <a:pt x="1881709" y="218459"/>
                  </a:lnTo>
                  <a:lnTo>
                    <a:pt x="1891453" y="210512"/>
                  </a:lnTo>
                  <a:lnTo>
                    <a:pt x="1901212" y="202784"/>
                  </a:lnTo>
                  <a:lnTo>
                    <a:pt x="1910956" y="189712"/>
                  </a:lnTo>
                  <a:lnTo>
                    <a:pt x="1920714" y="179884"/>
                  </a:lnTo>
                  <a:lnTo>
                    <a:pt x="1930458" y="181928"/>
                  </a:lnTo>
                  <a:lnTo>
                    <a:pt x="1940202" y="186072"/>
                  </a:lnTo>
                  <a:lnTo>
                    <a:pt x="1949961" y="206038"/>
                  </a:lnTo>
                  <a:lnTo>
                    <a:pt x="1959705" y="171005"/>
                  </a:lnTo>
                  <a:lnTo>
                    <a:pt x="1969464" y="140447"/>
                  </a:lnTo>
                  <a:lnTo>
                    <a:pt x="1979208" y="157539"/>
                  </a:lnTo>
                  <a:lnTo>
                    <a:pt x="1988952" y="141251"/>
                  </a:lnTo>
                  <a:lnTo>
                    <a:pt x="1998711" y="151920"/>
                  </a:lnTo>
                  <a:lnTo>
                    <a:pt x="2008454" y="172049"/>
                  </a:lnTo>
                  <a:lnTo>
                    <a:pt x="2018213" y="159845"/>
                  </a:lnTo>
                  <a:lnTo>
                    <a:pt x="2027957" y="162055"/>
                  </a:lnTo>
                  <a:lnTo>
                    <a:pt x="2037701" y="149066"/>
                  </a:lnTo>
                  <a:lnTo>
                    <a:pt x="2047460" y="164643"/>
                  </a:lnTo>
                  <a:lnTo>
                    <a:pt x="2057204" y="120646"/>
                  </a:lnTo>
                  <a:lnTo>
                    <a:pt x="2066963" y="98399"/>
                  </a:lnTo>
                  <a:lnTo>
                    <a:pt x="2076707" y="80535"/>
                  </a:lnTo>
                  <a:lnTo>
                    <a:pt x="2086451" y="88306"/>
                  </a:lnTo>
                  <a:lnTo>
                    <a:pt x="2096210" y="94558"/>
                  </a:lnTo>
                  <a:lnTo>
                    <a:pt x="2105954" y="81243"/>
                  </a:lnTo>
                  <a:lnTo>
                    <a:pt x="2115697" y="100205"/>
                  </a:lnTo>
                  <a:lnTo>
                    <a:pt x="2125456" y="87368"/>
                  </a:lnTo>
                  <a:lnTo>
                    <a:pt x="2135200" y="102816"/>
                  </a:lnTo>
                  <a:lnTo>
                    <a:pt x="2144959" y="64778"/>
                  </a:lnTo>
                  <a:lnTo>
                    <a:pt x="2154703" y="54968"/>
                  </a:lnTo>
                  <a:lnTo>
                    <a:pt x="2164447" y="28999"/>
                  </a:lnTo>
                  <a:lnTo>
                    <a:pt x="2174206" y="50409"/>
                  </a:lnTo>
                  <a:lnTo>
                    <a:pt x="2183950" y="42271"/>
                  </a:lnTo>
                  <a:lnTo>
                    <a:pt x="2193709" y="66658"/>
                  </a:lnTo>
                  <a:lnTo>
                    <a:pt x="2203452" y="66394"/>
                  </a:lnTo>
                  <a:lnTo>
                    <a:pt x="2213196" y="96934"/>
                  </a:lnTo>
                  <a:lnTo>
                    <a:pt x="2222955" y="83428"/>
                  </a:lnTo>
                  <a:lnTo>
                    <a:pt x="2232699" y="100428"/>
                  </a:lnTo>
                  <a:lnTo>
                    <a:pt x="2242458" y="121212"/>
                  </a:lnTo>
                  <a:lnTo>
                    <a:pt x="2252202" y="93850"/>
                  </a:lnTo>
                  <a:lnTo>
                    <a:pt x="2261946" y="86372"/>
                  </a:lnTo>
                  <a:lnTo>
                    <a:pt x="2271705" y="105856"/>
                  </a:lnTo>
                  <a:lnTo>
                    <a:pt x="2281449" y="88378"/>
                  </a:lnTo>
                  <a:lnTo>
                    <a:pt x="2291208" y="80904"/>
                  </a:lnTo>
                  <a:lnTo>
                    <a:pt x="2300951" y="80179"/>
                  </a:lnTo>
                  <a:lnTo>
                    <a:pt x="2310695" y="81395"/>
                  </a:lnTo>
                  <a:lnTo>
                    <a:pt x="2320454" y="105839"/>
                  </a:lnTo>
                  <a:lnTo>
                    <a:pt x="2330198" y="110536"/>
                  </a:lnTo>
                  <a:lnTo>
                    <a:pt x="2339957" y="117204"/>
                  </a:lnTo>
                  <a:lnTo>
                    <a:pt x="2349701" y="113906"/>
                  </a:lnTo>
                  <a:lnTo>
                    <a:pt x="2359445" y="107289"/>
                  </a:lnTo>
                  <a:lnTo>
                    <a:pt x="2369204" y="117100"/>
                  </a:lnTo>
                  <a:lnTo>
                    <a:pt x="2378948" y="113788"/>
                  </a:lnTo>
                  <a:lnTo>
                    <a:pt x="2388692" y="91323"/>
                  </a:lnTo>
                  <a:lnTo>
                    <a:pt x="2398450" y="52732"/>
                  </a:lnTo>
                  <a:lnTo>
                    <a:pt x="2408194" y="42341"/>
                  </a:lnTo>
                  <a:lnTo>
                    <a:pt x="2417953" y="48179"/>
                  </a:lnTo>
                  <a:lnTo>
                    <a:pt x="2427697" y="27493"/>
                  </a:lnTo>
                  <a:lnTo>
                    <a:pt x="2437441" y="11463"/>
                  </a:lnTo>
                  <a:lnTo>
                    <a:pt x="2447200" y="9461"/>
                  </a:lnTo>
                  <a:lnTo>
                    <a:pt x="2456944" y="0"/>
                  </a:lnTo>
                  <a:lnTo>
                    <a:pt x="2466703" y="22968"/>
                  </a:lnTo>
                  <a:lnTo>
                    <a:pt x="2476446" y="44238"/>
                  </a:lnTo>
                  <a:lnTo>
                    <a:pt x="2486190" y="55427"/>
                  </a:lnTo>
                  <a:lnTo>
                    <a:pt x="2495949" y="50078"/>
                  </a:lnTo>
                  <a:lnTo>
                    <a:pt x="2505693" y="49402"/>
                  </a:lnTo>
                  <a:lnTo>
                    <a:pt x="2515452" y="61040"/>
                  </a:lnTo>
                  <a:lnTo>
                    <a:pt x="2525196" y="60310"/>
                  </a:lnTo>
                  <a:lnTo>
                    <a:pt x="2534940" y="72612"/>
                  </a:lnTo>
                  <a:lnTo>
                    <a:pt x="2544699" y="104096"/>
                  </a:lnTo>
                  <a:lnTo>
                    <a:pt x="2554443" y="132178"/>
                  </a:lnTo>
                  <a:lnTo>
                    <a:pt x="2564202" y="138051"/>
                  </a:lnTo>
                  <a:lnTo>
                    <a:pt x="2573946" y="156219"/>
                  </a:lnTo>
                  <a:lnTo>
                    <a:pt x="2583690" y="134404"/>
                  </a:lnTo>
                  <a:lnTo>
                    <a:pt x="2593448" y="153659"/>
                  </a:lnTo>
                  <a:lnTo>
                    <a:pt x="2603192" y="132613"/>
                  </a:lnTo>
                  <a:lnTo>
                    <a:pt x="2612951" y="90444"/>
                  </a:lnTo>
                  <a:lnTo>
                    <a:pt x="2622695" y="121240"/>
                  </a:lnTo>
                  <a:lnTo>
                    <a:pt x="2632439" y="124004"/>
                  </a:lnTo>
                  <a:lnTo>
                    <a:pt x="2642198" y="133654"/>
                  </a:lnTo>
                  <a:lnTo>
                    <a:pt x="2651942" y="135552"/>
                  </a:lnTo>
                  <a:lnTo>
                    <a:pt x="2661685" y="133678"/>
                  </a:lnTo>
                  <a:lnTo>
                    <a:pt x="2671444" y="177474"/>
                  </a:lnTo>
                  <a:lnTo>
                    <a:pt x="2681188" y="175774"/>
                  </a:lnTo>
                  <a:lnTo>
                    <a:pt x="2690947" y="166347"/>
                  </a:lnTo>
                  <a:lnTo>
                    <a:pt x="2700691" y="157783"/>
                  </a:lnTo>
                  <a:lnTo>
                    <a:pt x="2710435" y="116482"/>
                  </a:lnTo>
                  <a:lnTo>
                    <a:pt x="2720194" y="120977"/>
                  </a:lnTo>
                  <a:lnTo>
                    <a:pt x="2729938" y="109181"/>
                  </a:lnTo>
                  <a:lnTo>
                    <a:pt x="2739697" y="141116"/>
                  </a:lnTo>
                  <a:lnTo>
                    <a:pt x="2749441" y="136367"/>
                  </a:lnTo>
                  <a:lnTo>
                    <a:pt x="2759185" y="74997"/>
                  </a:lnTo>
                  <a:lnTo>
                    <a:pt x="2768943" y="99823"/>
                  </a:lnTo>
                  <a:lnTo>
                    <a:pt x="2778687" y="99087"/>
                  </a:lnTo>
                  <a:lnTo>
                    <a:pt x="2788446" y="91052"/>
                  </a:lnTo>
                  <a:lnTo>
                    <a:pt x="2798190" y="76336"/>
                  </a:lnTo>
                  <a:lnTo>
                    <a:pt x="2807934" y="95051"/>
                  </a:lnTo>
                  <a:lnTo>
                    <a:pt x="2817693" y="112580"/>
                  </a:lnTo>
                  <a:lnTo>
                    <a:pt x="2827437" y="75858"/>
                  </a:lnTo>
                  <a:lnTo>
                    <a:pt x="2837196" y="52291"/>
                  </a:lnTo>
                  <a:lnTo>
                    <a:pt x="2846940" y="18047"/>
                  </a:lnTo>
                  <a:lnTo>
                    <a:pt x="2856684" y="19187"/>
                  </a:lnTo>
                  <a:lnTo>
                    <a:pt x="2866442" y="22572"/>
                  </a:lnTo>
                  <a:lnTo>
                    <a:pt x="2876186" y="20480"/>
                  </a:lnTo>
                  <a:lnTo>
                    <a:pt x="2885945" y="11655"/>
                  </a:lnTo>
                  <a:lnTo>
                    <a:pt x="2895689" y="13729"/>
                  </a:lnTo>
                  <a:lnTo>
                    <a:pt x="2905433" y="29549"/>
                  </a:lnTo>
                  <a:lnTo>
                    <a:pt x="2915192" y="62883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0" name="Freeform 1239">
              <a:extLst>
                <a:ext uri="{FF2B5EF4-FFF2-40B4-BE49-F238E27FC236}">
                  <a16:creationId xmlns:a16="http://schemas.microsoft.com/office/drawing/2014/main" id="{DDA3B262-8AA5-A331-9804-F295B584F4D2}"/>
                </a:ext>
              </a:extLst>
            </p:cNvPr>
            <p:cNvSpPr/>
            <p:nvPr/>
          </p:nvSpPr>
          <p:spPr>
            <a:xfrm>
              <a:off x="4426652" y="2856532"/>
              <a:ext cx="2915191" cy="611989"/>
            </a:xfrm>
            <a:custGeom>
              <a:avLst/>
              <a:gdLst>
                <a:gd name="connsiteX0" fmla="*/ 0 w 2915191"/>
                <a:gd name="connsiteY0" fmla="*/ 611989 h 611989"/>
                <a:gd name="connsiteX1" fmla="*/ 9750 w 2915191"/>
                <a:gd name="connsiteY1" fmla="*/ 592461 h 611989"/>
                <a:gd name="connsiteX2" fmla="*/ 19500 w 2915191"/>
                <a:gd name="connsiteY2" fmla="*/ 600508 h 611989"/>
                <a:gd name="connsiteX3" fmla="*/ 29250 w 2915191"/>
                <a:gd name="connsiteY3" fmla="*/ 574822 h 611989"/>
                <a:gd name="connsiteX4" fmla="*/ 39000 w 2915191"/>
                <a:gd name="connsiteY4" fmla="*/ 542284 h 611989"/>
                <a:gd name="connsiteX5" fmla="*/ 48749 w 2915191"/>
                <a:gd name="connsiteY5" fmla="*/ 511056 h 611989"/>
                <a:gd name="connsiteX6" fmla="*/ 58499 w 2915191"/>
                <a:gd name="connsiteY6" fmla="*/ 506494 h 611989"/>
                <a:gd name="connsiteX7" fmla="*/ 68249 w 2915191"/>
                <a:gd name="connsiteY7" fmla="*/ 469555 h 611989"/>
                <a:gd name="connsiteX8" fmla="*/ 77998 w 2915191"/>
                <a:gd name="connsiteY8" fmla="*/ 445241 h 611989"/>
                <a:gd name="connsiteX9" fmla="*/ 87748 w 2915191"/>
                <a:gd name="connsiteY9" fmla="*/ 430692 h 611989"/>
                <a:gd name="connsiteX10" fmla="*/ 97497 w 2915191"/>
                <a:gd name="connsiteY10" fmla="*/ 432120 h 611989"/>
                <a:gd name="connsiteX11" fmla="*/ 107247 w 2915191"/>
                <a:gd name="connsiteY11" fmla="*/ 434584 h 611989"/>
                <a:gd name="connsiteX12" fmla="*/ 116997 w 2915191"/>
                <a:gd name="connsiteY12" fmla="*/ 402422 h 611989"/>
                <a:gd name="connsiteX13" fmla="*/ 126747 w 2915191"/>
                <a:gd name="connsiteY13" fmla="*/ 423556 h 611989"/>
                <a:gd name="connsiteX14" fmla="*/ 136497 w 2915191"/>
                <a:gd name="connsiteY14" fmla="*/ 435609 h 611989"/>
                <a:gd name="connsiteX15" fmla="*/ 146247 w 2915191"/>
                <a:gd name="connsiteY15" fmla="*/ 410227 h 611989"/>
                <a:gd name="connsiteX16" fmla="*/ 155997 w 2915191"/>
                <a:gd name="connsiteY16" fmla="*/ 420025 h 611989"/>
                <a:gd name="connsiteX17" fmla="*/ 165747 w 2915191"/>
                <a:gd name="connsiteY17" fmla="*/ 397004 h 611989"/>
                <a:gd name="connsiteX18" fmla="*/ 175497 w 2915191"/>
                <a:gd name="connsiteY18" fmla="*/ 387847 h 611989"/>
                <a:gd name="connsiteX19" fmla="*/ 185247 w 2915191"/>
                <a:gd name="connsiteY19" fmla="*/ 391761 h 611989"/>
                <a:gd name="connsiteX20" fmla="*/ 194996 w 2915191"/>
                <a:gd name="connsiteY20" fmla="*/ 354871 h 611989"/>
                <a:gd name="connsiteX21" fmla="*/ 204746 w 2915191"/>
                <a:gd name="connsiteY21" fmla="*/ 342392 h 611989"/>
                <a:gd name="connsiteX22" fmla="*/ 214495 w 2915191"/>
                <a:gd name="connsiteY22" fmla="*/ 322494 h 611989"/>
                <a:gd name="connsiteX23" fmla="*/ 224245 w 2915191"/>
                <a:gd name="connsiteY23" fmla="*/ 327998 h 611989"/>
                <a:gd name="connsiteX24" fmla="*/ 233995 w 2915191"/>
                <a:gd name="connsiteY24" fmla="*/ 338301 h 611989"/>
                <a:gd name="connsiteX25" fmla="*/ 243744 w 2915191"/>
                <a:gd name="connsiteY25" fmla="*/ 337188 h 611989"/>
                <a:gd name="connsiteX26" fmla="*/ 253494 w 2915191"/>
                <a:gd name="connsiteY26" fmla="*/ 325865 h 611989"/>
                <a:gd name="connsiteX27" fmla="*/ 263244 w 2915191"/>
                <a:gd name="connsiteY27" fmla="*/ 314094 h 611989"/>
                <a:gd name="connsiteX28" fmla="*/ 272994 w 2915191"/>
                <a:gd name="connsiteY28" fmla="*/ 313767 h 611989"/>
                <a:gd name="connsiteX29" fmla="*/ 282744 w 2915191"/>
                <a:gd name="connsiteY29" fmla="*/ 346346 h 611989"/>
                <a:gd name="connsiteX30" fmla="*/ 292494 w 2915191"/>
                <a:gd name="connsiteY30" fmla="*/ 343834 h 611989"/>
                <a:gd name="connsiteX31" fmla="*/ 302244 w 2915191"/>
                <a:gd name="connsiteY31" fmla="*/ 360958 h 611989"/>
                <a:gd name="connsiteX32" fmla="*/ 311994 w 2915191"/>
                <a:gd name="connsiteY32" fmla="*/ 348504 h 611989"/>
                <a:gd name="connsiteX33" fmla="*/ 321744 w 2915191"/>
                <a:gd name="connsiteY33" fmla="*/ 356154 h 611989"/>
                <a:gd name="connsiteX34" fmla="*/ 331493 w 2915191"/>
                <a:gd name="connsiteY34" fmla="*/ 371557 h 611989"/>
                <a:gd name="connsiteX35" fmla="*/ 341243 w 2915191"/>
                <a:gd name="connsiteY35" fmla="*/ 386778 h 611989"/>
                <a:gd name="connsiteX36" fmla="*/ 350993 w 2915191"/>
                <a:gd name="connsiteY36" fmla="*/ 364130 h 611989"/>
                <a:gd name="connsiteX37" fmla="*/ 360742 w 2915191"/>
                <a:gd name="connsiteY37" fmla="*/ 369322 h 611989"/>
                <a:gd name="connsiteX38" fmla="*/ 370492 w 2915191"/>
                <a:gd name="connsiteY38" fmla="*/ 359915 h 611989"/>
                <a:gd name="connsiteX39" fmla="*/ 380241 w 2915191"/>
                <a:gd name="connsiteY39" fmla="*/ 373716 h 611989"/>
                <a:gd name="connsiteX40" fmla="*/ 389991 w 2915191"/>
                <a:gd name="connsiteY40" fmla="*/ 408359 h 611989"/>
                <a:gd name="connsiteX41" fmla="*/ 399741 w 2915191"/>
                <a:gd name="connsiteY41" fmla="*/ 429366 h 611989"/>
                <a:gd name="connsiteX42" fmla="*/ 409491 w 2915191"/>
                <a:gd name="connsiteY42" fmla="*/ 425783 h 611989"/>
                <a:gd name="connsiteX43" fmla="*/ 419241 w 2915191"/>
                <a:gd name="connsiteY43" fmla="*/ 417204 h 611989"/>
                <a:gd name="connsiteX44" fmla="*/ 428991 w 2915191"/>
                <a:gd name="connsiteY44" fmla="*/ 410541 h 611989"/>
                <a:gd name="connsiteX45" fmla="*/ 438741 w 2915191"/>
                <a:gd name="connsiteY45" fmla="*/ 443778 h 611989"/>
                <a:gd name="connsiteX46" fmla="*/ 448491 w 2915191"/>
                <a:gd name="connsiteY46" fmla="*/ 417383 h 611989"/>
                <a:gd name="connsiteX47" fmla="*/ 458241 w 2915191"/>
                <a:gd name="connsiteY47" fmla="*/ 390170 h 611989"/>
                <a:gd name="connsiteX48" fmla="*/ 467991 w 2915191"/>
                <a:gd name="connsiteY48" fmla="*/ 419514 h 611989"/>
                <a:gd name="connsiteX49" fmla="*/ 477740 w 2915191"/>
                <a:gd name="connsiteY49" fmla="*/ 372968 h 611989"/>
                <a:gd name="connsiteX50" fmla="*/ 487490 w 2915191"/>
                <a:gd name="connsiteY50" fmla="*/ 369551 h 611989"/>
                <a:gd name="connsiteX51" fmla="*/ 497239 w 2915191"/>
                <a:gd name="connsiteY51" fmla="*/ 374498 h 611989"/>
                <a:gd name="connsiteX52" fmla="*/ 506989 w 2915191"/>
                <a:gd name="connsiteY52" fmla="*/ 389109 h 611989"/>
                <a:gd name="connsiteX53" fmla="*/ 516738 w 2915191"/>
                <a:gd name="connsiteY53" fmla="*/ 387554 h 611989"/>
                <a:gd name="connsiteX54" fmla="*/ 526488 w 2915191"/>
                <a:gd name="connsiteY54" fmla="*/ 421710 h 611989"/>
                <a:gd name="connsiteX55" fmla="*/ 536238 w 2915191"/>
                <a:gd name="connsiteY55" fmla="*/ 409043 h 611989"/>
                <a:gd name="connsiteX56" fmla="*/ 545988 w 2915191"/>
                <a:gd name="connsiteY56" fmla="*/ 417761 h 611989"/>
                <a:gd name="connsiteX57" fmla="*/ 555738 w 2915191"/>
                <a:gd name="connsiteY57" fmla="*/ 425685 h 611989"/>
                <a:gd name="connsiteX58" fmla="*/ 565488 w 2915191"/>
                <a:gd name="connsiteY58" fmla="*/ 380630 h 611989"/>
                <a:gd name="connsiteX59" fmla="*/ 575238 w 2915191"/>
                <a:gd name="connsiteY59" fmla="*/ 371810 h 611989"/>
                <a:gd name="connsiteX60" fmla="*/ 584988 w 2915191"/>
                <a:gd name="connsiteY60" fmla="*/ 370162 h 611989"/>
                <a:gd name="connsiteX61" fmla="*/ 594738 w 2915191"/>
                <a:gd name="connsiteY61" fmla="*/ 380568 h 611989"/>
                <a:gd name="connsiteX62" fmla="*/ 604488 w 2915191"/>
                <a:gd name="connsiteY62" fmla="*/ 355253 h 611989"/>
                <a:gd name="connsiteX63" fmla="*/ 614237 w 2915191"/>
                <a:gd name="connsiteY63" fmla="*/ 343980 h 611989"/>
                <a:gd name="connsiteX64" fmla="*/ 623987 w 2915191"/>
                <a:gd name="connsiteY64" fmla="*/ 371502 h 611989"/>
                <a:gd name="connsiteX65" fmla="*/ 633736 w 2915191"/>
                <a:gd name="connsiteY65" fmla="*/ 359612 h 611989"/>
                <a:gd name="connsiteX66" fmla="*/ 643486 w 2915191"/>
                <a:gd name="connsiteY66" fmla="*/ 380262 h 611989"/>
                <a:gd name="connsiteX67" fmla="*/ 653236 w 2915191"/>
                <a:gd name="connsiteY67" fmla="*/ 410881 h 611989"/>
                <a:gd name="connsiteX68" fmla="*/ 662985 w 2915191"/>
                <a:gd name="connsiteY68" fmla="*/ 429322 h 611989"/>
                <a:gd name="connsiteX69" fmla="*/ 672735 w 2915191"/>
                <a:gd name="connsiteY69" fmla="*/ 439383 h 611989"/>
                <a:gd name="connsiteX70" fmla="*/ 682485 w 2915191"/>
                <a:gd name="connsiteY70" fmla="*/ 439764 h 611989"/>
                <a:gd name="connsiteX71" fmla="*/ 692235 w 2915191"/>
                <a:gd name="connsiteY71" fmla="*/ 452195 h 611989"/>
                <a:gd name="connsiteX72" fmla="*/ 701985 w 2915191"/>
                <a:gd name="connsiteY72" fmla="*/ 468500 h 611989"/>
                <a:gd name="connsiteX73" fmla="*/ 711735 w 2915191"/>
                <a:gd name="connsiteY73" fmla="*/ 464126 h 611989"/>
                <a:gd name="connsiteX74" fmla="*/ 721485 w 2915191"/>
                <a:gd name="connsiteY74" fmla="*/ 447330 h 611989"/>
                <a:gd name="connsiteX75" fmla="*/ 731235 w 2915191"/>
                <a:gd name="connsiteY75" fmla="*/ 444089 h 611989"/>
                <a:gd name="connsiteX76" fmla="*/ 740985 w 2915191"/>
                <a:gd name="connsiteY76" fmla="*/ 422450 h 611989"/>
                <a:gd name="connsiteX77" fmla="*/ 750734 w 2915191"/>
                <a:gd name="connsiteY77" fmla="*/ 433176 h 611989"/>
                <a:gd name="connsiteX78" fmla="*/ 760484 w 2915191"/>
                <a:gd name="connsiteY78" fmla="*/ 425971 h 611989"/>
                <a:gd name="connsiteX79" fmla="*/ 770233 w 2915191"/>
                <a:gd name="connsiteY79" fmla="*/ 415047 h 611989"/>
                <a:gd name="connsiteX80" fmla="*/ 779983 w 2915191"/>
                <a:gd name="connsiteY80" fmla="*/ 390417 h 611989"/>
                <a:gd name="connsiteX81" fmla="*/ 789733 w 2915191"/>
                <a:gd name="connsiteY81" fmla="*/ 390291 h 611989"/>
                <a:gd name="connsiteX82" fmla="*/ 799482 w 2915191"/>
                <a:gd name="connsiteY82" fmla="*/ 359006 h 611989"/>
                <a:gd name="connsiteX83" fmla="*/ 809232 w 2915191"/>
                <a:gd name="connsiteY83" fmla="*/ 370278 h 611989"/>
                <a:gd name="connsiteX84" fmla="*/ 818982 w 2915191"/>
                <a:gd name="connsiteY84" fmla="*/ 378373 h 611989"/>
                <a:gd name="connsiteX85" fmla="*/ 828732 w 2915191"/>
                <a:gd name="connsiteY85" fmla="*/ 368683 h 611989"/>
                <a:gd name="connsiteX86" fmla="*/ 838482 w 2915191"/>
                <a:gd name="connsiteY86" fmla="*/ 333354 h 611989"/>
                <a:gd name="connsiteX87" fmla="*/ 848232 w 2915191"/>
                <a:gd name="connsiteY87" fmla="*/ 337887 h 611989"/>
                <a:gd name="connsiteX88" fmla="*/ 857982 w 2915191"/>
                <a:gd name="connsiteY88" fmla="*/ 371822 h 611989"/>
                <a:gd name="connsiteX89" fmla="*/ 867732 w 2915191"/>
                <a:gd name="connsiteY89" fmla="*/ 329656 h 611989"/>
                <a:gd name="connsiteX90" fmla="*/ 877482 w 2915191"/>
                <a:gd name="connsiteY90" fmla="*/ 322632 h 611989"/>
                <a:gd name="connsiteX91" fmla="*/ 887231 w 2915191"/>
                <a:gd name="connsiteY91" fmla="*/ 301423 h 611989"/>
                <a:gd name="connsiteX92" fmla="*/ 896981 w 2915191"/>
                <a:gd name="connsiteY92" fmla="*/ 292629 h 611989"/>
                <a:gd name="connsiteX93" fmla="*/ 906730 w 2915191"/>
                <a:gd name="connsiteY93" fmla="*/ 309666 h 611989"/>
                <a:gd name="connsiteX94" fmla="*/ 916480 w 2915191"/>
                <a:gd name="connsiteY94" fmla="*/ 309878 h 611989"/>
                <a:gd name="connsiteX95" fmla="*/ 926230 w 2915191"/>
                <a:gd name="connsiteY95" fmla="*/ 301596 h 611989"/>
                <a:gd name="connsiteX96" fmla="*/ 935979 w 2915191"/>
                <a:gd name="connsiteY96" fmla="*/ 279481 h 611989"/>
                <a:gd name="connsiteX97" fmla="*/ 945729 w 2915191"/>
                <a:gd name="connsiteY97" fmla="*/ 247152 h 611989"/>
                <a:gd name="connsiteX98" fmla="*/ 955479 w 2915191"/>
                <a:gd name="connsiteY98" fmla="*/ 256830 h 611989"/>
                <a:gd name="connsiteX99" fmla="*/ 965229 w 2915191"/>
                <a:gd name="connsiteY99" fmla="*/ 243502 h 611989"/>
                <a:gd name="connsiteX100" fmla="*/ 974979 w 2915191"/>
                <a:gd name="connsiteY100" fmla="*/ 260139 h 611989"/>
                <a:gd name="connsiteX101" fmla="*/ 984729 w 2915191"/>
                <a:gd name="connsiteY101" fmla="*/ 238852 h 611989"/>
                <a:gd name="connsiteX102" fmla="*/ 994474 w 2915191"/>
                <a:gd name="connsiteY102" fmla="*/ 217072 h 611989"/>
                <a:gd name="connsiteX103" fmla="*/ 1004233 w 2915191"/>
                <a:gd name="connsiteY103" fmla="*/ 198983 h 611989"/>
                <a:gd name="connsiteX104" fmla="*/ 1013977 w 2915191"/>
                <a:gd name="connsiteY104" fmla="*/ 219271 h 611989"/>
                <a:gd name="connsiteX105" fmla="*/ 1023721 w 2915191"/>
                <a:gd name="connsiteY105" fmla="*/ 204018 h 611989"/>
                <a:gd name="connsiteX106" fmla="*/ 1033480 w 2915191"/>
                <a:gd name="connsiteY106" fmla="*/ 210716 h 611989"/>
                <a:gd name="connsiteX107" fmla="*/ 1043224 w 2915191"/>
                <a:gd name="connsiteY107" fmla="*/ 196029 h 611989"/>
                <a:gd name="connsiteX108" fmla="*/ 1052983 w 2915191"/>
                <a:gd name="connsiteY108" fmla="*/ 178061 h 611989"/>
                <a:gd name="connsiteX109" fmla="*/ 1062727 w 2915191"/>
                <a:gd name="connsiteY109" fmla="*/ 177161 h 611989"/>
                <a:gd name="connsiteX110" fmla="*/ 1072471 w 2915191"/>
                <a:gd name="connsiteY110" fmla="*/ 160933 h 611989"/>
                <a:gd name="connsiteX111" fmla="*/ 1082230 w 2915191"/>
                <a:gd name="connsiteY111" fmla="*/ 154319 h 611989"/>
                <a:gd name="connsiteX112" fmla="*/ 1091973 w 2915191"/>
                <a:gd name="connsiteY112" fmla="*/ 132938 h 611989"/>
                <a:gd name="connsiteX113" fmla="*/ 1101732 w 2915191"/>
                <a:gd name="connsiteY113" fmla="*/ 147798 h 611989"/>
                <a:gd name="connsiteX114" fmla="*/ 1111476 w 2915191"/>
                <a:gd name="connsiteY114" fmla="*/ 147805 h 611989"/>
                <a:gd name="connsiteX115" fmla="*/ 1121220 w 2915191"/>
                <a:gd name="connsiteY115" fmla="*/ 158627 h 611989"/>
                <a:gd name="connsiteX116" fmla="*/ 1130979 w 2915191"/>
                <a:gd name="connsiteY116" fmla="*/ 132264 h 611989"/>
                <a:gd name="connsiteX117" fmla="*/ 1140723 w 2915191"/>
                <a:gd name="connsiteY117" fmla="*/ 144176 h 611989"/>
                <a:gd name="connsiteX118" fmla="*/ 1150482 w 2915191"/>
                <a:gd name="connsiteY118" fmla="*/ 115650 h 611989"/>
                <a:gd name="connsiteX119" fmla="*/ 1160226 w 2915191"/>
                <a:gd name="connsiteY119" fmla="*/ 128498 h 611989"/>
                <a:gd name="connsiteX120" fmla="*/ 1169969 w 2915191"/>
                <a:gd name="connsiteY120" fmla="*/ 116059 h 611989"/>
                <a:gd name="connsiteX121" fmla="*/ 1179728 w 2915191"/>
                <a:gd name="connsiteY121" fmla="*/ 144341 h 611989"/>
                <a:gd name="connsiteX122" fmla="*/ 1189472 w 2915191"/>
                <a:gd name="connsiteY122" fmla="*/ 152919 h 611989"/>
                <a:gd name="connsiteX123" fmla="*/ 1199231 w 2915191"/>
                <a:gd name="connsiteY123" fmla="*/ 163814 h 611989"/>
                <a:gd name="connsiteX124" fmla="*/ 1208975 w 2915191"/>
                <a:gd name="connsiteY124" fmla="*/ 178031 h 611989"/>
                <a:gd name="connsiteX125" fmla="*/ 1218719 w 2915191"/>
                <a:gd name="connsiteY125" fmla="*/ 173755 h 611989"/>
                <a:gd name="connsiteX126" fmla="*/ 1228478 w 2915191"/>
                <a:gd name="connsiteY126" fmla="*/ 164963 h 611989"/>
                <a:gd name="connsiteX127" fmla="*/ 1238222 w 2915191"/>
                <a:gd name="connsiteY127" fmla="*/ 155569 h 611989"/>
                <a:gd name="connsiteX128" fmla="*/ 1247966 w 2915191"/>
                <a:gd name="connsiteY128" fmla="*/ 141078 h 611989"/>
                <a:gd name="connsiteX129" fmla="*/ 1257725 w 2915191"/>
                <a:gd name="connsiteY129" fmla="*/ 163784 h 611989"/>
                <a:gd name="connsiteX130" fmla="*/ 1267469 w 2915191"/>
                <a:gd name="connsiteY130" fmla="*/ 151551 h 611989"/>
                <a:gd name="connsiteX131" fmla="*/ 1277227 w 2915191"/>
                <a:gd name="connsiteY131" fmla="*/ 162864 h 611989"/>
                <a:gd name="connsiteX132" fmla="*/ 1286971 w 2915191"/>
                <a:gd name="connsiteY132" fmla="*/ 202230 h 611989"/>
                <a:gd name="connsiteX133" fmla="*/ 1296715 w 2915191"/>
                <a:gd name="connsiteY133" fmla="*/ 206688 h 611989"/>
                <a:gd name="connsiteX134" fmla="*/ 1306474 w 2915191"/>
                <a:gd name="connsiteY134" fmla="*/ 223558 h 611989"/>
                <a:gd name="connsiteX135" fmla="*/ 1316218 w 2915191"/>
                <a:gd name="connsiteY135" fmla="*/ 221609 h 611989"/>
                <a:gd name="connsiteX136" fmla="*/ 1325977 w 2915191"/>
                <a:gd name="connsiteY136" fmla="*/ 222126 h 611989"/>
                <a:gd name="connsiteX137" fmla="*/ 1335721 w 2915191"/>
                <a:gd name="connsiteY137" fmla="*/ 226582 h 611989"/>
                <a:gd name="connsiteX138" fmla="*/ 1345465 w 2915191"/>
                <a:gd name="connsiteY138" fmla="*/ 225520 h 611989"/>
                <a:gd name="connsiteX139" fmla="*/ 1355224 w 2915191"/>
                <a:gd name="connsiteY139" fmla="*/ 224534 h 611989"/>
                <a:gd name="connsiteX140" fmla="*/ 1364967 w 2915191"/>
                <a:gd name="connsiteY140" fmla="*/ 246954 h 611989"/>
                <a:gd name="connsiteX141" fmla="*/ 1374726 w 2915191"/>
                <a:gd name="connsiteY141" fmla="*/ 218410 h 611989"/>
                <a:gd name="connsiteX142" fmla="*/ 1384470 w 2915191"/>
                <a:gd name="connsiteY142" fmla="*/ 204465 h 611989"/>
                <a:gd name="connsiteX143" fmla="*/ 1394214 w 2915191"/>
                <a:gd name="connsiteY143" fmla="*/ 211695 h 611989"/>
                <a:gd name="connsiteX144" fmla="*/ 1403973 w 2915191"/>
                <a:gd name="connsiteY144" fmla="*/ 203854 h 611989"/>
                <a:gd name="connsiteX145" fmla="*/ 1413717 w 2915191"/>
                <a:gd name="connsiteY145" fmla="*/ 176154 h 611989"/>
                <a:gd name="connsiteX146" fmla="*/ 1423476 w 2915191"/>
                <a:gd name="connsiteY146" fmla="*/ 216542 h 611989"/>
                <a:gd name="connsiteX147" fmla="*/ 1433220 w 2915191"/>
                <a:gd name="connsiteY147" fmla="*/ 239887 h 611989"/>
                <a:gd name="connsiteX148" fmla="*/ 1442964 w 2915191"/>
                <a:gd name="connsiteY148" fmla="*/ 273425 h 611989"/>
                <a:gd name="connsiteX149" fmla="*/ 1452722 w 2915191"/>
                <a:gd name="connsiteY149" fmla="*/ 246921 h 611989"/>
                <a:gd name="connsiteX150" fmla="*/ 1462466 w 2915191"/>
                <a:gd name="connsiteY150" fmla="*/ 239757 h 611989"/>
                <a:gd name="connsiteX151" fmla="*/ 1472225 w 2915191"/>
                <a:gd name="connsiteY151" fmla="*/ 270212 h 611989"/>
                <a:gd name="connsiteX152" fmla="*/ 1481969 w 2915191"/>
                <a:gd name="connsiteY152" fmla="*/ 267911 h 611989"/>
                <a:gd name="connsiteX153" fmla="*/ 1491713 w 2915191"/>
                <a:gd name="connsiteY153" fmla="*/ 285710 h 611989"/>
                <a:gd name="connsiteX154" fmla="*/ 1501472 w 2915191"/>
                <a:gd name="connsiteY154" fmla="*/ 264968 h 611989"/>
                <a:gd name="connsiteX155" fmla="*/ 1511216 w 2915191"/>
                <a:gd name="connsiteY155" fmla="*/ 265764 h 611989"/>
                <a:gd name="connsiteX156" fmla="*/ 1520960 w 2915191"/>
                <a:gd name="connsiteY156" fmla="*/ 247935 h 611989"/>
                <a:gd name="connsiteX157" fmla="*/ 1530719 w 2915191"/>
                <a:gd name="connsiteY157" fmla="*/ 231485 h 611989"/>
                <a:gd name="connsiteX158" fmla="*/ 1540463 w 2915191"/>
                <a:gd name="connsiteY158" fmla="*/ 212552 h 611989"/>
                <a:gd name="connsiteX159" fmla="*/ 1550221 w 2915191"/>
                <a:gd name="connsiteY159" fmla="*/ 242353 h 611989"/>
                <a:gd name="connsiteX160" fmla="*/ 1559965 w 2915191"/>
                <a:gd name="connsiteY160" fmla="*/ 264928 h 611989"/>
                <a:gd name="connsiteX161" fmla="*/ 1569709 w 2915191"/>
                <a:gd name="connsiteY161" fmla="*/ 234388 h 611989"/>
                <a:gd name="connsiteX162" fmla="*/ 1579468 w 2915191"/>
                <a:gd name="connsiteY162" fmla="*/ 224990 h 611989"/>
                <a:gd name="connsiteX163" fmla="*/ 1589212 w 2915191"/>
                <a:gd name="connsiteY163" fmla="*/ 230490 h 611989"/>
                <a:gd name="connsiteX164" fmla="*/ 1598971 w 2915191"/>
                <a:gd name="connsiteY164" fmla="*/ 248847 h 611989"/>
                <a:gd name="connsiteX165" fmla="*/ 1608715 w 2915191"/>
                <a:gd name="connsiteY165" fmla="*/ 264806 h 611989"/>
                <a:gd name="connsiteX166" fmla="*/ 1618459 w 2915191"/>
                <a:gd name="connsiteY166" fmla="*/ 243399 h 611989"/>
                <a:gd name="connsiteX167" fmla="*/ 1628218 w 2915191"/>
                <a:gd name="connsiteY167" fmla="*/ 247342 h 611989"/>
                <a:gd name="connsiteX168" fmla="*/ 1637962 w 2915191"/>
                <a:gd name="connsiteY168" fmla="*/ 235239 h 611989"/>
                <a:gd name="connsiteX169" fmla="*/ 1647720 w 2915191"/>
                <a:gd name="connsiteY169" fmla="*/ 233171 h 611989"/>
                <a:gd name="connsiteX170" fmla="*/ 1657464 w 2915191"/>
                <a:gd name="connsiteY170" fmla="*/ 238206 h 611989"/>
                <a:gd name="connsiteX171" fmla="*/ 1667208 w 2915191"/>
                <a:gd name="connsiteY171" fmla="*/ 265618 h 611989"/>
                <a:gd name="connsiteX172" fmla="*/ 1676967 w 2915191"/>
                <a:gd name="connsiteY172" fmla="*/ 254649 h 611989"/>
                <a:gd name="connsiteX173" fmla="*/ 1686711 w 2915191"/>
                <a:gd name="connsiteY173" fmla="*/ 241659 h 611989"/>
                <a:gd name="connsiteX174" fmla="*/ 1696470 w 2915191"/>
                <a:gd name="connsiteY174" fmla="*/ 238525 h 611989"/>
                <a:gd name="connsiteX175" fmla="*/ 1706214 w 2915191"/>
                <a:gd name="connsiteY175" fmla="*/ 244387 h 611989"/>
                <a:gd name="connsiteX176" fmla="*/ 1715958 w 2915191"/>
                <a:gd name="connsiteY176" fmla="*/ 244924 h 611989"/>
                <a:gd name="connsiteX177" fmla="*/ 1725716 w 2915191"/>
                <a:gd name="connsiteY177" fmla="*/ 228208 h 611989"/>
                <a:gd name="connsiteX178" fmla="*/ 1735460 w 2915191"/>
                <a:gd name="connsiteY178" fmla="*/ 209733 h 611989"/>
                <a:gd name="connsiteX179" fmla="*/ 1745219 w 2915191"/>
                <a:gd name="connsiteY179" fmla="*/ 207155 h 611989"/>
                <a:gd name="connsiteX180" fmla="*/ 1754963 w 2915191"/>
                <a:gd name="connsiteY180" fmla="*/ 202321 h 611989"/>
                <a:gd name="connsiteX181" fmla="*/ 1764707 w 2915191"/>
                <a:gd name="connsiteY181" fmla="*/ 188018 h 611989"/>
                <a:gd name="connsiteX182" fmla="*/ 1774466 w 2915191"/>
                <a:gd name="connsiteY182" fmla="*/ 162467 h 611989"/>
                <a:gd name="connsiteX183" fmla="*/ 1784210 w 2915191"/>
                <a:gd name="connsiteY183" fmla="*/ 164167 h 611989"/>
                <a:gd name="connsiteX184" fmla="*/ 1793969 w 2915191"/>
                <a:gd name="connsiteY184" fmla="*/ 160300 h 611989"/>
                <a:gd name="connsiteX185" fmla="*/ 1803713 w 2915191"/>
                <a:gd name="connsiteY185" fmla="*/ 151843 h 611989"/>
                <a:gd name="connsiteX186" fmla="*/ 1813457 w 2915191"/>
                <a:gd name="connsiteY186" fmla="*/ 140678 h 611989"/>
                <a:gd name="connsiteX187" fmla="*/ 1823215 w 2915191"/>
                <a:gd name="connsiteY187" fmla="*/ 157378 h 611989"/>
                <a:gd name="connsiteX188" fmla="*/ 1832959 w 2915191"/>
                <a:gd name="connsiteY188" fmla="*/ 159149 h 611989"/>
                <a:gd name="connsiteX189" fmla="*/ 1842703 w 2915191"/>
                <a:gd name="connsiteY189" fmla="*/ 139086 h 611989"/>
                <a:gd name="connsiteX190" fmla="*/ 1852462 w 2915191"/>
                <a:gd name="connsiteY190" fmla="*/ 115382 h 611989"/>
                <a:gd name="connsiteX191" fmla="*/ 1862206 w 2915191"/>
                <a:gd name="connsiteY191" fmla="*/ 101659 h 611989"/>
                <a:gd name="connsiteX192" fmla="*/ 1871965 w 2915191"/>
                <a:gd name="connsiteY192" fmla="*/ 95936 h 611989"/>
                <a:gd name="connsiteX193" fmla="*/ 1881709 w 2915191"/>
                <a:gd name="connsiteY193" fmla="*/ 98771 h 611989"/>
                <a:gd name="connsiteX194" fmla="*/ 1891453 w 2915191"/>
                <a:gd name="connsiteY194" fmla="*/ 85782 h 611989"/>
                <a:gd name="connsiteX195" fmla="*/ 1901212 w 2915191"/>
                <a:gd name="connsiteY195" fmla="*/ 104436 h 611989"/>
                <a:gd name="connsiteX196" fmla="*/ 1910956 w 2915191"/>
                <a:gd name="connsiteY196" fmla="*/ 119681 h 611989"/>
                <a:gd name="connsiteX197" fmla="*/ 1920714 w 2915191"/>
                <a:gd name="connsiteY197" fmla="*/ 118445 h 611989"/>
                <a:gd name="connsiteX198" fmla="*/ 1930458 w 2915191"/>
                <a:gd name="connsiteY198" fmla="*/ 86730 h 611989"/>
                <a:gd name="connsiteX199" fmla="*/ 1940202 w 2915191"/>
                <a:gd name="connsiteY199" fmla="*/ 96355 h 611989"/>
                <a:gd name="connsiteX200" fmla="*/ 1949961 w 2915191"/>
                <a:gd name="connsiteY200" fmla="*/ 75830 h 611989"/>
                <a:gd name="connsiteX201" fmla="*/ 1959705 w 2915191"/>
                <a:gd name="connsiteY201" fmla="*/ 107532 h 611989"/>
                <a:gd name="connsiteX202" fmla="*/ 1969464 w 2915191"/>
                <a:gd name="connsiteY202" fmla="*/ 70147 h 611989"/>
                <a:gd name="connsiteX203" fmla="*/ 1979208 w 2915191"/>
                <a:gd name="connsiteY203" fmla="*/ 55783 h 611989"/>
                <a:gd name="connsiteX204" fmla="*/ 1988952 w 2915191"/>
                <a:gd name="connsiteY204" fmla="*/ 27141 h 611989"/>
                <a:gd name="connsiteX205" fmla="*/ 1998711 w 2915191"/>
                <a:gd name="connsiteY205" fmla="*/ 18440 h 611989"/>
                <a:gd name="connsiteX206" fmla="*/ 2008454 w 2915191"/>
                <a:gd name="connsiteY206" fmla="*/ 0 h 611989"/>
                <a:gd name="connsiteX207" fmla="*/ 2018213 w 2915191"/>
                <a:gd name="connsiteY207" fmla="*/ 7497 h 611989"/>
                <a:gd name="connsiteX208" fmla="*/ 2027957 w 2915191"/>
                <a:gd name="connsiteY208" fmla="*/ 18783 h 611989"/>
                <a:gd name="connsiteX209" fmla="*/ 2037701 w 2915191"/>
                <a:gd name="connsiteY209" fmla="*/ 49229 h 611989"/>
                <a:gd name="connsiteX210" fmla="*/ 2047460 w 2915191"/>
                <a:gd name="connsiteY210" fmla="*/ 60365 h 611989"/>
                <a:gd name="connsiteX211" fmla="*/ 2057204 w 2915191"/>
                <a:gd name="connsiteY211" fmla="*/ 53958 h 611989"/>
                <a:gd name="connsiteX212" fmla="*/ 2066963 w 2915191"/>
                <a:gd name="connsiteY212" fmla="*/ 58526 h 611989"/>
                <a:gd name="connsiteX213" fmla="*/ 2076707 w 2915191"/>
                <a:gd name="connsiteY213" fmla="*/ 85012 h 611989"/>
                <a:gd name="connsiteX214" fmla="*/ 2086451 w 2915191"/>
                <a:gd name="connsiteY214" fmla="*/ 71938 h 611989"/>
                <a:gd name="connsiteX215" fmla="*/ 2096210 w 2915191"/>
                <a:gd name="connsiteY215" fmla="*/ 86626 h 611989"/>
                <a:gd name="connsiteX216" fmla="*/ 2105954 w 2915191"/>
                <a:gd name="connsiteY216" fmla="*/ 93402 h 611989"/>
                <a:gd name="connsiteX217" fmla="*/ 2115697 w 2915191"/>
                <a:gd name="connsiteY217" fmla="*/ 79263 h 611989"/>
                <a:gd name="connsiteX218" fmla="*/ 2125456 w 2915191"/>
                <a:gd name="connsiteY218" fmla="*/ 92046 h 611989"/>
                <a:gd name="connsiteX219" fmla="*/ 2135200 w 2915191"/>
                <a:gd name="connsiteY219" fmla="*/ 95871 h 611989"/>
                <a:gd name="connsiteX220" fmla="*/ 2144959 w 2915191"/>
                <a:gd name="connsiteY220" fmla="*/ 121392 h 611989"/>
                <a:gd name="connsiteX221" fmla="*/ 2154703 w 2915191"/>
                <a:gd name="connsiteY221" fmla="*/ 138911 h 611989"/>
                <a:gd name="connsiteX222" fmla="*/ 2164447 w 2915191"/>
                <a:gd name="connsiteY222" fmla="*/ 131622 h 611989"/>
                <a:gd name="connsiteX223" fmla="*/ 2174206 w 2915191"/>
                <a:gd name="connsiteY223" fmla="*/ 139837 h 611989"/>
                <a:gd name="connsiteX224" fmla="*/ 2183950 w 2915191"/>
                <a:gd name="connsiteY224" fmla="*/ 203237 h 611989"/>
                <a:gd name="connsiteX225" fmla="*/ 2193709 w 2915191"/>
                <a:gd name="connsiteY225" fmla="*/ 172743 h 611989"/>
                <a:gd name="connsiteX226" fmla="*/ 2203452 w 2915191"/>
                <a:gd name="connsiteY226" fmla="*/ 221453 h 611989"/>
                <a:gd name="connsiteX227" fmla="*/ 2213196 w 2915191"/>
                <a:gd name="connsiteY227" fmla="*/ 218730 h 611989"/>
                <a:gd name="connsiteX228" fmla="*/ 2222955 w 2915191"/>
                <a:gd name="connsiteY228" fmla="*/ 243735 h 611989"/>
                <a:gd name="connsiteX229" fmla="*/ 2232699 w 2915191"/>
                <a:gd name="connsiteY229" fmla="*/ 220176 h 611989"/>
                <a:gd name="connsiteX230" fmla="*/ 2242458 w 2915191"/>
                <a:gd name="connsiteY230" fmla="*/ 238618 h 611989"/>
                <a:gd name="connsiteX231" fmla="*/ 2252202 w 2915191"/>
                <a:gd name="connsiteY231" fmla="*/ 234225 h 611989"/>
                <a:gd name="connsiteX232" fmla="*/ 2261946 w 2915191"/>
                <a:gd name="connsiteY232" fmla="*/ 250693 h 611989"/>
                <a:gd name="connsiteX233" fmla="*/ 2271705 w 2915191"/>
                <a:gd name="connsiteY233" fmla="*/ 317563 h 611989"/>
                <a:gd name="connsiteX234" fmla="*/ 2281449 w 2915191"/>
                <a:gd name="connsiteY234" fmla="*/ 317961 h 611989"/>
                <a:gd name="connsiteX235" fmla="*/ 2291208 w 2915191"/>
                <a:gd name="connsiteY235" fmla="*/ 332490 h 611989"/>
                <a:gd name="connsiteX236" fmla="*/ 2300951 w 2915191"/>
                <a:gd name="connsiteY236" fmla="*/ 333170 h 611989"/>
                <a:gd name="connsiteX237" fmla="*/ 2310695 w 2915191"/>
                <a:gd name="connsiteY237" fmla="*/ 324019 h 611989"/>
                <a:gd name="connsiteX238" fmla="*/ 2320454 w 2915191"/>
                <a:gd name="connsiteY238" fmla="*/ 339029 h 611989"/>
                <a:gd name="connsiteX239" fmla="*/ 2330198 w 2915191"/>
                <a:gd name="connsiteY239" fmla="*/ 360821 h 611989"/>
                <a:gd name="connsiteX240" fmla="*/ 2339957 w 2915191"/>
                <a:gd name="connsiteY240" fmla="*/ 387609 h 611989"/>
                <a:gd name="connsiteX241" fmla="*/ 2349701 w 2915191"/>
                <a:gd name="connsiteY241" fmla="*/ 391730 h 611989"/>
                <a:gd name="connsiteX242" fmla="*/ 2359445 w 2915191"/>
                <a:gd name="connsiteY242" fmla="*/ 365801 h 611989"/>
                <a:gd name="connsiteX243" fmla="*/ 2369204 w 2915191"/>
                <a:gd name="connsiteY243" fmla="*/ 362485 h 611989"/>
                <a:gd name="connsiteX244" fmla="*/ 2378948 w 2915191"/>
                <a:gd name="connsiteY244" fmla="*/ 356032 h 611989"/>
                <a:gd name="connsiteX245" fmla="*/ 2388692 w 2915191"/>
                <a:gd name="connsiteY245" fmla="*/ 344670 h 611989"/>
                <a:gd name="connsiteX246" fmla="*/ 2398450 w 2915191"/>
                <a:gd name="connsiteY246" fmla="*/ 349184 h 611989"/>
                <a:gd name="connsiteX247" fmla="*/ 2408194 w 2915191"/>
                <a:gd name="connsiteY247" fmla="*/ 386740 h 611989"/>
                <a:gd name="connsiteX248" fmla="*/ 2417953 w 2915191"/>
                <a:gd name="connsiteY248" fmla="*/ 371901 h 611989"/>
                <a:gd name="connsiteX249" fmla="*/ 2427697 w 2915191"/>
                <a:gd name="connsiteY249" fmla="*/ 370818 h 611989"/>
                <a:gd name="connsiteX250" fmla="*/ 2437441 w 2915191"/>
                <a:gd name="connsiteY250" fmla="*/ 373811 h 611989"/>
                <a:gd name="connsiteX251" fmla="*/ 2447200 w 2915191"/>
                <a:gd name="connsiteY251" fmla="*/ 390994 h 611989"/>
                <a:gd name="connsiteX252" fmla="*/ 2456944 w 2915191"/>
                <a:gd name="connsiteY252" fmla="*/ 371810 h 611989"/>
                <a:gd name="connsiteX253" fmla="*/ 2466703 w 2915191"/>
                <a:gd name="connsiteY253" fmla="*/ 395900 h 611989"/>
                <a:gd name="connsiteX254" fmla="*/ 2476446 w 2915191"/>
                <a:gd name="connsiteY254" fmla="*/ 381845 h 611989"/>
                <a:gd name="connsiteX255" fmla="*/ 2486190 w 2915191"/>
                <a:gd name="connsiteY255" fmla="*/ 389583 h 611989"/>
                <a:gd name="connsiteX256" fmla="*/ 2495949 w 2915191"/>
                <a:gd name="connsiteY256" fmla="*/ 406753 h 611989"/>
                <a:gd name="connsiteX257" fmla="*/ 2505693 w 2915191"/>
                <a:gd name="connsiteY257" fmla="*/ 408914 h 611989"/>
                <a:gd name="connsiteX258" fmla="*/ 2515452 w 2915191"/>
                <a:gd name="connsiteY258" fmla="*/ 377595 h 611989"/>
                <a:gd name="connsiteX259" fmla="*/ 2525196 w 2915191"/>
                <a:gd name="connsiteY259" fmla="*/ 385097 h 611989"/>
                <a:gd name="connsiteX260" fmla="*/ 2534940 w 2915191"/>
                <a:gd name="connsiteY260" fmla="*/ 371222 h 611989"/>
                <a:gd name="connsiteX261" fmla="*/ 2544699 w 2915191"/>
                <a:gd name="connsiteY261" fmla="*/ 382058 h 611989"/>
                <a:gd name="connsiteX262" fmla="*/ 2554443 w 2915191"/>
                <a:gd name="connsiteY262" fmla="*/ 384817 h 611989"/>
                <a:gd name="connsiteX263" fmla="*/ 2564202 w 2915191"/>
                <a:gd name="connsiteY263" fmla="*/ 365551 h 611989"/>
                <a:gd name="connsiteX264" fmla="*/ 2573946 w 2915191"/>
                <a:gd name="connsiteY264" fmla="*/ 395139 h 611989"/>
                <a:gd name="connsiteX265" fmla="*/ 2583690 w 2915191"/>
                <a:gd name="connsiteY265" fmla="*/ 414360 h 611989"/>
                <a:gd name="connsiteX266" fmla="*/ 2593448 w 2915191"/>
                <a:gd name="connsiteY266" fmla="*/ 448503 h 611989"/>
                <a:gd name="connsiteX267" fmla="*/ 2603192 w 2915191"/>
                <a:gd name="connsiteY267" fmla="*/ 460239 h 611989"/>
                <a:gd name="connsiteX268" fmla="*/ 2612951 w 2915191"/>
                <a:gd name="connsiteY268" fmla="*/ 479679 h 611989"/>
                <a:gd name="connsiteX269" fmla="*/ 2622695 w 2915191"/>
                <a:gd name="connsiteY269" fmla="*/ 446619 h 611989"/>
                <a:gd name="connsiteX270" fmla="*/ 2632439 w 2915191"/>
                <a:gd name="connsiteY270" fmla="*/ 473916 h 611989"/>
                <a:gd name="connsiteX271" fmla="*/ 2642198 w 2915191"/>
                <a:gd name="connsiteY271" fmla="*/ 489692 h 611989"/>
                <a:gd name="connsiteX272" fmla="*/ 2651942 w 2915191"/>
                <a:gd name="connsiteY272" fmla="*/ 490981 h 611989"/>
                <a:gd name="connsiteX273" fmla="*/ 2661685 w 2915191"/>
                <a:gd name="connsiteY273" fmla="*/ 482760 h 611989"/>
                <a:gd name="connsiteX274" fmla="*/ 2671444 w 2915191"/>
                <a:gd name="connsiteY274" fmla="*/ 441998 h 611989"/>
                <a:gd name="connsiteX275" fmla="*/ 2681188 w 2915191"/>
                <a:gd name="connsiteY275" fmla="*/ 441189 h 611989"/>
                <a:gd name="connsiteX276" fmla="*/ 2690947 w 2915191"/>
                <a:gd name="connsiteY276" fmla="*/ 472864 h 611989"/>
                <a:gd name="connsiteX277" fmla="*/ 2700691 w 2915191"/>
                <a:gd name="connsiteY277" fmla="*/ 489171 h 611989"/>
                <a:gd name="connsiteX278" fmla="*/ 2710435 w 2915191"/>
                <a:gd name="connsiteY278" fmla="*/ 483077 h 611989"/>
                <a:gd name="connsiteX279" fmla="*/ 2720194 w 2915191"/>
                <a:gd name="connsiteY279" fmla="*/ 499022 h 611989"/>
                <a:gd name="connsiteX280" fmla="*/ 2729938 w 2915191"/>
                <a:gd name="connsiteY280" fmla="*/ 512339 h 611989"/>
                <a:gd name="connsiteX281" fmla="*/ 2739697 w 2915191"/>
                <a:gd name="connsiteY281" fmla="*/ 527271 h 611989"/>
                <a:gd name="connsiteX282" fmla="*/ 2749441 w 2915191"/>
                <a:gd name="connsiteY282" fmla="*/ 552381 h 611989"/>
                <a:gd name="connsiteX283" fmla="*/ 2759185 w 2915191"/>
                <a:gd name="connsiteY283" fmla="*/ 572547 h 611989"/>
                <a:gd name="connsiteX284" fmla="*/ 2768943 w 2915191"/>
                <a:gd name="connsiteY284" fmla="*/ 554057 h 611989"/>
                <a:gd name="connsiteX285" fmla="*/ 2778687 w 2915191"/>
                <a:gd name="connsiteY285" fmla="*/ 528787 h 611989"/>
                <a:gd name="connsiteX286" fmla="*/ 2788446 w 2915191"/>
                <a:gd name="connsiteY286" fmla="*/ 519857 h 611989"/>
                <a:gd name="connsiteX287" fmla="*/ 2798190 w 2915191"/>
                <a:gd name="connsiteY287" fmla="*/ 505090 h 611989"/>
                <a:gd name="connsiteX288" fmla="*/ 2807934 w 2915191"/>
                <a:gd name="connsiteY288" fmla="*/ 513182 h 611989"/>
                <a:gd name="connsiteX289" fmla="*/ 2817693 w 2915191"/>
                <a:gd name="connsiteY289" fmla="*/ 508736 h 611989"/>
                <a:gd name="connsiteX290" fmla="*/ 2827437 w 2915191"/>
                <a:gd name="connsiteY290" fmla="*/ 503909 h 611989"/>
                <a:gd name="connsiteX291" fmla="*/ 2837196 w 2915191"/>
                <a:gd name="connsiteY291" fmla="*/ 515165 h 611989"/>
                <a:gd name="connsiteX292" fmla="*/ 2846940 w 2915191"/>
                <a:gd name="connsiteY292" fmla="*/ 522886 h 611989"/>
                <a:gd name="connsiteX293" fmla="*/ 2856684 w 2915191"/>
                <a:gd name="connsiteY293" fmla="*/ 553189 h 611989"/>
                <a:gd name="connsiteX294" fmla="*/ 2866442 w 2915191"/>
                <a:gd name="connsiteY294" fmla="*/ 516799 h 611989"/>
                <a:gd name="connsiteX295" fmla="*/ 2876186 w 2915191"/>
                <a:gd name="connsiteY295" fmla="*/ 549311 h 611989"/>
                <a:gd name="connsiteX296" fmla="*/ 2885945 w 2915191"/>
                <a:gd name="connsiteY296" fmla="*/ 571516 h 611989"/>
                <a:gd name="connsiteX297" fmla="*/ 2895689 w 2915191"/>
                <a:gd name="connsiteY297" fmla="*/ 569636 h 611989"/>
                <a:gd name="connsiteX298" fmla="*/ 2905433 w 2915191"/>
                <a:gd name="connsiteY298" fmla="*/ 587988 h 611989"/>
                <a:gd name="connsiteX299" fmla="*/ 2915192 w 2915191"/>
                <a:gd name="connsiteY299" fmla="*/ 602844 h 611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11989">
                  <a:moveTo>
                    <a:pt x="0" y="611989"/>
                  </a:moveTo>
                  <a:lnTo>
                    <a:pt x="9750" y="592461"/>
                  </a:lnTo>
                  <a:lnTo>
                    <a:pt x="19500" y="600508"/>
                  </a:lnTo>
                  <a:lnTo>
                    <a:pt x="29250" y="574822"/>
                  </a:lnTo>
                  <a:lnTo>
                    <a:pt x="39000" y="542284"/>
                  </a:lnTo>
                  <a:lnTo>
                    <a:pt x="48749" y="511056"/>
                  </a:lnTo>
                  <a:lnTo>
                    <a:pt x="58499" y="506494"/>
                  </a:lnTo>
                  <a:lnTo>
                    <a:pt x="68249" y="469555"/>
                  </a:lnTo>
                  <a:lnTo>
                    <a:pt x="77998" y="445241"/>
                  </a:lnTo>
                  <a:lnTo>
                    <a:pt x="87748" y="430692"/>
                  </a:lnTo>
                  <a:lnTo>
                    <a:pt x="97497" y="432120"/>
                  </a:lnTo>
                  <a:lnTo>
                    <a:pt x="107247" y="434584"/>
                  </a:lnTo>
                  <a:lnTo>
                    <a:pt x="116997" y="402422"/>
                  </a:lnTo>
                  <a:lnTo>
                    <a:pt x="126747" y="423556"/>
                  </a:lnTo>
                  <a:lnTo>
                    <a:pt x="136497" y="435609"/>
                  </a:lnTo>
                  <a:lnTo>
                    <a:pt x="146247" y="410227"/>
                  </a:lnTo>
                  <a:lnTo>
                    <a:pt x="155997" y="420025"/>
                  </a:lnTo>
                  <a:lnTo>
                    <a:pt x="165747" y="397004"/>
                  </a:lnTo>
                  <a:lnTo>
                    <a:pt x="175497" y="387847"/>
                  </a:lnTo>
                  <a:lnTo>
                    <a:pt x="185247" y="391761"/>
                  </a:lnTo>
                  <a:lnTo>
                    <a:pt x="194996" y="354871"/>
                  </a:lnTo>
                  <a:lnTo>
                    <a:pt x="204746" y="342392"/>
                  </a:lnTo>
                  <a:lnTo>
                    <a:pt x="214495" y="322494"/>
                  </a:lnTo>
                  <a:lnTo>
                    <a:pt x="224245" y="327998"/>
                  </a:lnTo>
                  <a:lnTo>
                    <a:pt x="233995" y="338301"/>
                  </a:lnTo>
                  <a:lnTo>
                    <a:pt x="243744" y="337188"/>
                  </a:lnTo>
                  <a:lnTo>
                    <a:pt x="253494" y="325865"/>
                  </a:lnTo>
                  <a:lnTo>
                    <a:pt x="263244" y="314094"/>
                  </a:lnTo>
                  <a:lnTo>
                    <a:pt x="272994" y="313767"/>
                  </a:lnTo>
                  <a:lnTo>
                    <a:pt x="282744" y="346346"/>
                  </a:lnTo>
                  <a:lnTo>
                    <a:pt x="292494" y="343834"/>
                  </a:lnTo>
                  <a:lnTo>
                    <a:pt x="302244" y="360958"/>
                  </a:lnTo>
                  <a:lnTo>
                    <a:pt x="311994" y="348504"/>
                  </a:lnTo>
                  <a:lnTo>
                    <a:pt x="321744" y="356154"/>
                  </a:lnTo>
                  <a:lnTo>
                    <a:pt x="331493" y="371557"/>
                  </a:lnTo>
                  <a:lnTo>
                    <a:pt x="341243" y="386778"/>
                  </a:lnTo>
                  <a:lnTo>
                    <a:pt x="350993" y="364130"/>
                  </a:lnTo>
                  <a:lnTo>
                    <a:pt x="360742" y="369322"/>
                  </a:lnTo>
                  <a:lnTo>
                    <a:pt x="370492" y="359915"/>
                  </a:lnTo>
                  <a:lnTo>
                    <a:pt x="380241" y="373716"/>
                  </a:lnTo>
                  <a:lnTo>
                    <a:pt x="389991" y="408359"/>
                  </a:lnTo>
                  <a:lnTo>
                    <a:pt x="399741" y="429366"/>
                  </a:lnTo>
                  <a:lnTo>
                    <a:pt x="409491" y="425783"/>
                  </a:lnTo>
                  <a:lnTo>
                    <a:pt x="419241" y="417204"/>
                  </a:lnTo>
                  <a:lnTo>
                    <a:pt x="428991" y="410541"/>
                  </a:lnTo>
                  <a:lnTo>
                    <a:pt x="438741" y="443778"/>
                  </a:lnTo>
                  <a:lnTo>
                    <a:pt x="448491" y="417383"/>
                  </a:lnTo>
                  <a:lnTo>
                    <a:pt x="458241" y="390170"/>
                  </a:lnTo>
                  <a:lnTo>
                    <a:pt x="467991" y="419514"/>
                  </a:lnTo>
                  <a:lnTo>
                    <a:pt x="477740" y="372968"/>
                  </a:lnTo>
                  <a:lnTo>
                    <a:pt x="487490" y="369551"/>
                  </a:lnTo>
                  <a:lnTo>
                    <a:pt x="497239" y="374498"/>
                  </a:lnTo>
                  <a:lnTo>
                    <a:pt x="506989" y="389109"/>
                  </a:lnTo>
                  <a:lnTo>
                    <a:pt x="516738" y="387554"/>
                  </a:lnTo>
                  <a:lnTo>
                    <a:pt x="526488" y="421710"/>
                  </a:lnTo>
                  <a:lnTo>
                    <a:pt x="536238" y="409043"/>
                  </a:lnTo>
                  <a:lnTo>
                    <a:pt x="545988" y="417761"/>
                  </a:lnTo>
                  <a:lnTo>
                    <a:pt x="555738" y="425685"/>
                  </a:lnTo>
                  <a:lnTo>
                    <a:pt x="565488" y="380630"/>
                  </a:lnTo>
                  <a:lnTo>
                    <a:pt x="575238" y="371810"/>
                  </a:lnTo>
                  <a:lnTo>
                    <a:pt x="584988" y="370162"/>
                  </a:lnTo>
                  <a:lnTo>
                    <a:pt x="594738" y="380568"/>
                  </a:lnTo>
                  <a:lnTo>
                    <a:pt x="604488" y="355253"/>
                  </a:lnTo>
                  <a:lnTo>
                    <a:pt x="614237" y="343980"/>
                  </a:lnTo>
                  <a:lnTo>
                    <a:pt x="623987" y="371502"/>
                  </a:lnTo>
                  <a:lnTo>
                    <a:pt x="633736" y="359612"/>
                  </a:lnTo>
                  <a:lnTo>
                    <a:pt x="643486" y="380262"/>
                  </a:lnTo>
                  <a:lnTo>
                    <a:pt x="653236" y="410881"/>
                  </a:lnTo>
                  <a:lnTo>
                    <a:pt x="662985" y="429322"/>
                  </a:lnTo>
                  <a:lnTo>
                    <a:pt x="672735" y="439383"/>
                  </a:lnTo>
                  <a:lnTo>
                    <a:pt x="682485" y="439764"/>
                  </a:lnTo>
                  <a:lnTo>
                    <a:pt x="692235" y="452195"/>
                  </a:lnTo>
                  <a:lnTo>
                    <a:pt x="701985" y="468500"/>
                  </a:lnTo>
                  <a:lnTo>
                    <a:pt x="711735" y="464126"/>
                  </a:lnTo>
                  <a:lnTo>
                    <a:pt x="721485" y="447330"/>
                  </a:lnTo>
                  <a:lnTo>
                    <a:pt x="731235" y="444089"/>
                  </a:lnTo>
                  <a:lnTo>
                    <a:pt x="740985" y="422450"/>
                  </a:lnTo>
                  <a:lnTo>
                    <a:pt x="750734" y="433176"/>
                  </a:lnTo>
                  <a:lnTo>
                    <a:pt x="760484" y="425971"/>
                  </a:lnTo>
                  <a:lnTo>
                    <a:pt x="770233" y="415047"/>
                  </a:lnTo>
                  <a:lnTo>
                    <a:pt x="779983" y="390417"/>
                  </a:lnTo>
                  <a:lnTo>
                    <a:pt x="789733" y="390291"/>
                  </a:lnTo>
                  <a:lnTo>
                    <a:pt x="799482" y="359006"/>
                  </a:lnTo>
                  <a:lnTo>
                    <a:pt x="809232" y="370278"/>
                  </a:lnTo>
                  <a:lnTo>
                    <a:pt x="818982" y="378373"/>
                  </a:lnTo>
                  <a:lnTo>
                    <a:pt x="828732" y="368683"/>
                  </a:lnTo>
                  <a:lnTo>
                    <a:pt x="838482" y="333354"/>
                  </a:lnTo>
                  <a:lnTo>
                    <a:pt x="848232" y="337887"/>
                  </a:lnTo>
                  <a:lnTo>
                    <a:pt x="857982" y="371822"/>
                  </a:lnTo>
                  <a:lnTo>
                    <a:pt x="867732" y="329656"/>
                  </a:lnTo>
                  <a:lnTo>
                    <a:pt x="877482" y="322632"/>
                  </a:lnTo>
                  <a:lnTo>
                    <a:pt x="887231" y="301423"/>
                  </a:lnTo>
                  <a:lnTo>
                    <a:pt x="896981" y="292629"/>
                  </a:lnTo>
                  <a:lnTo>
                    <a:pt x="906730" y="309666"/>
                  </a:lnTo>
                  <a:lnTo>
                    <a:pt x="916480" y="309878"/>
                  </a:lnTo>
                  <a:lnTo>
                    <a:pt x="926230" y="301596"/>
                  </a:lnTo>
                  <a:lnTo>
                    <a:pt x="935979" y="279481"/>
                  </a:lnTo>
                  <a:lnTo>
                    <a:pt x="945729" y="247152"/>
                  </a:lnTo>
                  <a:lnTo>
                    <a:pt x="955479" y="256830"/>
                  </a:lnTo>
                  <a:lnTo>
                    <a:pt x="965229" y="243502"/>
                  </a:lnTo>
                  <a:lnTo>
                    <a:pt x="974979" y="260139"/>
                  </a:lnTo>
                  <a:lnTo>
                    <a:pt x="984729" y="238852"/>
                  </a:lnTo>
                  <a:lnTo>
                    <a:pt x="994474" y="217072"/>
                  </a:lnTo>
                  <a:lnTo>
                    <a:pt x="1004233" y="198983"/>
                  </a:lnTo>
                  <a:lnTo>
                    <a:pt x="1013977" y="219271"/>
                  </a:lnTo>
                  <a:lnTo>
                    <a:pt x="1023721" y="204018"/>
                  </a:lnTo>
                  <a:lnTo>
                    <a:pt x="1033480" y="210716"/>
                  </a:lnTo>
                  <a:lnTo>
                    <a:pt x="1043224" y="196029"/>
                  </a:lnTo>
                  <a:lnTo>
                    <a:pt x="1052983" y="178061"/>
                  </a:lnTo>
                  <a:lnTo>
                    <a:pt x="1062727" y="177161"/>
                  </a:lnTo>
                  <a:lnTo>
                    <a:pt x="1072471" y="160933"/>
                  </a:lnTo>
                  <a:lnTo>
                    <a:pt x="1082230" y="154319"/>
                  </a:lnTo>
                  <a:lnTo>
                    <a:pt x="1091973" y="132938"/>
                  </a:lnTo>
                  <a:lnTo>
                    <a:pt x="1101732" y="147798"/>
                  </a:lnTo>
                  <a:lnTo>
                    <a:pt x="1111476" y="147805"/>
                  </a:lnTo>
                  <a:lnTo>
                    <a:pt x="1121220" y="158627"/>
                  </a:lnTo>
                  <a:lnTo>
                    <a:pt x="1130979" y="132264"/>
                  </a:lnTo>
                  <a:lnTo>
                    <a:pt x="1140723" y="144176"/>
                  </a:lnTo>
                  <a:lnTo>
                    <a:pt x="1150482" y="115650"/>
                  </a:lnTo>
                  <a:lnTo>
                    <a:pt x="1160226" y="128498"/>
                  </a:lnTo>
                  <a:lnTo>
                    <a:pt x="1169969" y="116059"/>
                  </a:lnTo>
                  <a:lnTo>
                    <a:pt x="1179728" y="144341"/>
                  </a:lnTo>
                  <a:lnTo>
                    <a:pt x="1189472" y="152919"/>
                  </a:lnTo>
                  <a:lnTo>
                    <a:pt x="1199231" y="163814"/>
                  </a:lnTo>
                  <a:lnTo>
                    <a:pt x="1208975" y="178031"/>
                  </a:lnTo>
                  <a:lnTo>
                    <a:pt x="1218719" y="173755"/>
                  </a:lnTo>
                  <a:lnTo>
                    <a:pt x="1228478" y="164963"/>
                  </a:lnTo>
                  <a:lnTo>
                    <a:pt x="1238222" y="155569"/>
                  </a:lnTo>
                  <a:lnTo>
                    <a:pt x="1247966" y="141078"/>
                  </a:lnTo>
                  <a:lnTo>
                    <a:pt x="1257725" y="163784"/>
                  </a:lnTo>
                  <a:lnTo>
                    <a:pt x="1267469" y="151551"/>
                  </a:lnTo>
                  <a:lnTo>
                    <a:pt x="1277227" y="162864"/>
                  </a:lnTo>
                  <a:lnTo>
                    <a:pt x="1286971" y="202230"/>
                  </a:lnTo>
                  <a:lnTo>
                    <a:pt x="1296715" y="206688"/>
                  </a:lnTo>
                  <a:lnTo>
                    <a:pt x="1306474" y="223558"/>
                  </a:lnTo>
                  <a:lnTo>
                    <a:pt x="1316218" y="221609"/>
                  </a:lnTo>
                  <a:lnTo>
                    <a:pt x="1325977" y="222126"/>
                  </a:lnTo>
                  <a:lnTo>
                    <a:pt x="1335721" y="226582"/>
                  </a:lnTo>
                  <a:lnTo>
                    <a:pt x="1345465" y="225520"/>
                  </a:lnTo>
                  <a:lnTo>
                    <a:pt x="1355224" y="224534"/>
                  </a:lnTo>
                  <a:lnTo>
                    <a:pt x="1364967" y="246954"/>
                  </a:lnTo>
                  <a:lnTo>
                    <a:pt x="1374726" y="218410"/>
                  </a:lnTo>
                  <a:lnTo>
                    <a:pt x="1384470" y="204465"/>
                  </a:lnTo>
                  <a:lnTo>
                    <a:pt x="1394214" y="211695"/>
                  </a:lnTo>
                  <a:lnTo>
                    <a:pt x="1403973" y="203854"/>
                  </a:lnTo>
                  <a:lnTo>
                    <a:pt x="1413717" y="176154"/>
                  </a:lnTo>
                  <a:lnTo>
                    <a:pt x="1423476" y="216542"/>
                  </a:lnTo>
                  <a:lnTo>
                    <a:pt x="1433220" y="239887"/>
                  </a:lnTo>
                  <a:lnTo>
                    <a:pt x="1442964" y="273425"/>
                  </a:lnTo>
                  <a:lnTo>
                    <a:pt x="1452722" y="246921"/>
                  </a:lnTo>
                  <a:lnTo>
                    <a:pt x="1462466" y="239757"/>
                  </a:lnTo>
                  <a:lnTo>
                    <a:pt x="1472225" y="270212"/>
                  </a:lnTo>
                  <a:lnTo>
                    <a:pt x="1481969" y="267911"/>
                  </a:lnTo>
                  <a:lnTo>
                    <a:pt x="1491713" y="285710"/>
                  </a:lnTo>
                  <a:lnTo>
                    <a:pt x="1501472" y="264968"/>
                  </a:lnTo>
                  <a:lnTo>
                    <a:pt x="1511216" y="265764"/>
                  </a:lnTo>
                  <a:lnTo>
                    <a:pt x="1520960" y="247935"/>
                  </a:lnTo>
                  <a:lnTo>
                    <a:pt x="1530719" y="231485"/>
                  </a:lnTo>
                  <a:lnTo>
                    <a:pt x="1540463" y="212552"/>
                  </a:lnTo>
                  <a:lnTo>
                    <a:pt x="1550221" y="242353"/>
                  </a:lnTo>
                  <a:lnTo>
                    <a:pt x="1559965" y="264928"/>
                  </a:lnTo>
                  <a:lnTo>
                    <a:pt x="1569709" y="234388"/>
                  </a:lnTo>
                  <a:lnTo>
                    <a:pt x="1579468" y="224990"/>
                  </a:lnTo>
                  <a:lnTo>
                    <a:pt x="1589212" y="230490"/>
                  </a:lnTo>
                  <a:lnTo>
                    <a:pt x="1598971" y="248847"/>
                  </a:lnTo>
                  <a:lnTo>
                    <a:pt x="1608715" y="264806"/>
                  </a:lnTo>
                  <a:lnTo>
                    <a:pt x="1618459" y="243399"/>
                  </a:lnTo>
                  <a:lnTo>
                    <a:pt x="1628218" y="247342"/>
                  </a:lnTo>
                  <a:lnTo>
                    <a:pt x="1637962" y="235239"/>
                  </a:lnTo>
                  <a:lnTo>
                    <a:pt x="1647720" y="233171"/>
                  </a:lnTo>
                  <a:lnTo>
                    <a:pt x="1657464" y="238206"/>
                  </a:lnTo>
                  <a:lnTo>
                    <a:pt x="1667208" y="265618"/>
                  </a:lnTo>
                  <a:lnTo>
                    <a:pt x="1676967" y="254649"/>
                  </a:lnTo>
                  <a:lnTo>
                    <a:pt x="1686711" y="241659"/>
                  </a:lnTo>
                  <a:lnTo>
                    <a:pt x="1696470" y="238525"/>
                  </a:lnTo>
                  <a:lnTo>
                    <a:pt x="1706214" y="244387"/>
                  </a:lnTo>
                  <a:lnTo>
                    <a:pt x="1715958" y="244924"/>
                  </a:lnTo>
                  <a:lnTo>
                    <a:pt x="1725716" y="228208"/>
                  </a:lnTo>
                  <a:lnTo>
                    <a:pt x="1735460" y="209733"/>
                  </a:lnTo>
                  <a:lnTo>
                    <a:pt x="1745219" y="207155"/>
                  </a:lnTo>
                  <a:lnTo>
                    <a:pt x="1754963" y="202321"/>
                  </a:lnTo>
                  <a:lnTo>
                    <a:pt x="1764707" y="188018"/>
                  </a:lnTo>
                  <a:lnTo>
                    <a:pt x="1774466" y="162467"/>
                  </a:lnTo>
                  <a:lnTo>
                    <a:pt x="1784210" y="164167"/>
                  </a:lnTo>
                  <a:lnTo>
                    <a:pt x="1793969" y="160300"/>
                  </a:lnTo>
                  <a:lnTo>
                    <a:pt x="1803713" y="151843"/>
                  </a:lnTo>
                  <a:lnTo>
                    <a:pt x="1813457" y="140678"/>
                  </a:lnTo>
                  <a:lnTo>
                    <a:pt x="1823215" y="157378"/>
                  </a:lnTo>
                  <a:lnTo>
                    <a:pt x="1832959" y="159149"/>
                  </a:lnTo>
                  <a:lnTo>
                    <a:pt x="1842703" y="139086"/>
                  </a:lnTo>
                  <a:lnTo>
                    <a:pt x="1852462" y="115382"/>
                  </a:lnTo>
                  <a:lnTo>
                    <a:pt x="1862206" y="101659"/>
                  </a:lnTo>
                  <a:lnTo>
                    <a:pt x="1871965" y="95936"/>
                  </a:lnTo>
                  <a:lnTo>
                    <a:pt x="1881709" y="98771"/>
                  </a:lnTo>
                  <a:lnTo>
                    <a:pt x="1891453" y="85782"/>
                  </a:lnTo>
                  <a:lnTo>
                    <a:pt x="1901212" y="104436"/>
                  </a:lnTo>
                  <a:lnTo>
                    <a:pt x="1910956" y="119681"/>
                  </a:lnTo>
                  <a:lnTo>
                    <a:pt x="1920714" y="118445"/>
                  </a:lnTo>
                  <a:lnTo>
                    <a:pt x="1930458" y="86730"/>
                  </a:lnTo>
                  <a:lnTo>
                    <a:pt x="1940202" y="96355"/>
                  </a:lnTo>
                  <a:lnTo>
                    <a:pt x="1949961" y="75830"/>
                  </a:lnTo>
                  <a:lnTo>
                    <a:pt x="1959705" y="107532"/>
                  </a:lnTo>
                  <a:lnTo>
                    <a:pt x="1969464" y="70147"/>
                  </a:lnTo>
                  <a:lnTo>
                    <a:pt x="1979208" y="55783"/>
                  </a:lnTo>
                  <a:lnTo>
                    <a:pt x="1988952" y="27141"/>
                  </a:lnTo>
                  <a:lnTo>
                    <a:pt x="1998711" y="18440"/>
                  </a:lnTo>
                  <a:lnTo>
                    <a:pt x="2008454" y="0"/>
                  </a:lnTo>
                  <a:lnTo>
                    <a:pt x="2018213" y="7497"/>
                  </a:lnTo>
                  <a:lnTo>
                    <a:pt x="2027957" y="18783"/>
                  </a:lnTo>
                  <a:lnTo>
                    <a:pt x="2037701" y="49229"/>
                  </a:lnTo>
                  <a:lnTo>
                    <a:pt x="2047460" y="60365"/>
                  </a:lnTo>
                  <a:lnTo>
                    <a:pt x="2057204" y="53958"/>
                  </a:lnTo>
                  <a:lnTo>
                    <a:pt x="2066963" y="58526"/>
                  </a:lnTo>
                  <a:lnTo>
                    <a:pt x="2076707" y="85012"/>
                  </a:lnTo>
                  <a:lnTo>
                    <a:pt x="2086451" y="71938"/>
                  </a:lnTo>
                  <a:lnTo>
                    <a:pt x="2096210" y="86626"/>
                  </a:lnTo>
                  <a:lnTo>
                    <a:pt x="2105954" y="93402"/>
                  </a:lnTo>
                  <a:lnTo>
                    <a:pt x="2115697" y="79263"/>
                  </a:lnTo>
                  <a:lnTo>
                    <a:pt x="2125456" y="92046"/>
                  </a:lnTo>
                  <a:lnTo>
                    <a:pt x="2135200" y="95871"/>
                  </a:lnTo>
                  <a:lnTo>
                    <a:pt x="2144959" y="121392"/>
                  </a:lnTo>
                  <a:lnTo>
                    <a:pt x="2154703" y="138911"/>
                  </a:lnTo>
                  <a:lnTo>
                    <a:pt x="2164447" y="131622"/>
                  </a:lnTo>
                  <a:lnTo>
                    <a:pt x="2174206" y="139837"/>
                  </a:lnTo>
                  <a:lnTo>
                    <a:pt x="2183950" y="203237"/>
                  </a:lnTo>
                  <a:lnTo>
                    <a:pt x="2193709" y="172743"/>
                  </a:lnTo>
                  <a:lnTo>
                    <a:pt x="2203452" y="221453"/>
                  </a:lnTo>
                  <a:lnTo>
                    <a:pt x="2213196" y="218730"/>
                  </a:lnTo>
                  <a:lnTo>
                    <a:pt x="2222955" y="243735"/>
                  </a:lnTo>
                  <a:lnTo>
                    <a:pt x="2232699" y="220176"/>
                  </a:lnTo>
                  <a:lnTo>
                    <a:pt x="2242458" y="238618"/>
                  </a:lnTo>
                  <a:lnTo>
                    <a:pt x="2252202" y="234225"/>
                  </a:lnTo>
                  <a:lnTo>
                    <a:pt x="2261946" y="250693"/>
                  </a:lnTo>
                  <a:lnTo>
                    <a:pt x="2271705" y="317563"/>
                  </a:lnTo>
                  <a:lnTo>
                    <a:pt x="2281449" y="317961"/>
                  </a:lnTo>
                  <a:lnTo>
                    <a:pt x="2291208" y="332490"/>
                  </a:lnTo>
                  <a:lnTo>
                    <a:pt x="2300951" y="333170"/>
                  </a:lnTo>
                  <a:lnTo>
                    <a:pt x="2310695" y="324019"/>
                  </a:lnTo>
                  <a:lnTo>
                    <a:pt x="2320454" y="339029"/>
                  </a:lnTo>
                  <a:lnTo>
                    <a:pt x="2330198" y="360821"/>
                  </a:lnTo>
                  <a:lnTo>
                    <a:pt x="2339957" y="387609"/>
                  </a:lnTo>
                  <a:lnTo>
                    <a:pt x="2349701" y="391730"/>
                  </a:lnTo>
                  <a:lnTo>
                    <a:pt x="2359445" y="365801"/>
                  </a:lnTo>
                  <a:lnTo>
                    <a:pt x="2369204" y="362485"/>
                  </a:lnTo>
                  <a:lnTo>
                    <a:pt x="2378948" y="356032"/>
                  </a:lnTo>
                  <a:lnTo>
                    <a:pt x="2388692" y="344670"/>
                  </a:lnTo>
                  <a:lnTo>
                    <a:pt x="2398450" y="349184"/>
                  </a:lnTo>
                  <a:lnTo>
                    <a:pt x="2408194" y="386740"/>
                  </a:lnTo>
                  <a:lnTo>
                    <a:pt x="2417953" y="371901"/>
                  </a:lnTo>
                  <a:lnTo>
                    <a:pt x="2427697" y="370818"/>
                  </a:lnTo>
                  <a:lnTo>
                    <a:pt x="2437441" y="373811"/>
                  </a:lnTo>
                  <a:lnTo>
                    <a:pt x="2447200" y="390994"/>
                  </a:lnTo>
                  <a:lnTo>
                    <a:pt x="2456944" y="371810"/>
                  </a:lnTo>
                  <a:lnTo>
                    <a:pt x="2466703" y="395900"/>
                  </a:lnTo>
                  <a:lnTo>
                    <a:pt x="2476446" y="381845"/>
                  </a:lnTo>
                  <a:lnTo>
                    <a:pt x="2486190" y="389583"/>
                  </a:lnTo>
                  <a:lnTo>
                    <a:pt x="2495949" y="406753"/>
                  </a:lnTo>
                  <a:lnTo>
                    <a:pt x="2505693" y="408914"/>
                  </a:lnTo>
                  <a:lnTo>
                    <a:pt x="2515452" y="377595"/>
                  </a:lnTo>
                  <a:lnTo>
                    <a:pt x="2525196" y="385097"/>
                  </a:lnTo>
                  <a:lnTo>
                    <a:pt x="2534940" y="371222"/>
                  </a:lnTo>
                  <a:lnTo>
                    <a:pt x="2544699" y="382058"/>
                  </a:lnTo>
                  <a:lnTo>
                    <a:pt x="2554443" y="384817"/>
                  </a:lnTo>
                  <a:lnTo>
                    <a:pt x="2564202" y="365551"/>
                  </a:lnTo>
                  <a:lnTo>
                    <a:pt x="2573946" y="395139"/>
                  </a:lnTo>
                  <a:lnTo>
                    <a:pt x="2583690" y="414360"/>
                  </a:lnTo>
                  <a:lnTo>
                    <a:pt x="2593448" y="448503"/>
                  </a:lnTo>
                  <a:lnTo>
                    <a:pt x="2603192" y="460239"/>
                  </a:lnTo>
                  <a:lnTo>
                    <a:pt x="2612951" y="479679"/>
                  </a:lnTo>
                  <a:lnTo>
                    <a:pt x="2622695" y="446619"/>
                  </a:lnTo>
                  <a:lnTo>
                    <a:pt x="2632439" y="473916"/>
                  </a:lnTo>
                  <a:lnTo>
                    <a:pt x="2642198" y="489692"/>
                  </a:lnTo>
                  <a:lnTo>
                    <a:pt x="2651942" y="490981"/>
                  </a:lnTo>
                  <a:lnTo>
                    <a:pt x="2661685" y="482760"/>
                  </a:lnTo>
                  <a:lnTo>
                    <a:pt x="2671444" y="441998"/>
                  </a:lnTo>
                  <a:lnTo>
                    <a:pt x="2681188" y="441189"/>
                  </a:lnTo>
                  <a:lnTo>
                    <a:pt x="2690947" y="472864"/>
                  </a:lnTo>
                  <a:lnTo>
                    <a:pt x="2700691" y="489171"/>
                  </a:lnTo>
                  <a:lnTo>
                    <a:pt x="2710435" y="483077"/>
                  </a:lnTo>
                  <a:lnTo>
                    <a:pt x="2720194" y="499022"/>
                  </a:lnTo>
                  <a:lnTo>
                    <a:pt x="2729938" y="512339"/>
                  </a:lnTo>
                  <a:lnTo>
                    <a:pt x="2739697" y="527271"/>
                  </a:lnTo>
                  <a:lnTo>
                    <a:pt x="2749441" y="552381"/>
                  </a:lnTo>
                  <a:lnTo>
                    <a:pt x="2759185" y="572547"/>
                  </a:lnTo>
                  <a:lnTo>
                    <a:pt x="2768943" y="554057"/>
                  </a:lnTo>
                  <a:lnTo>
                    <a:pt x="2778687" y="528787"/>
                  </a:lnTo>
                  <a:lnTo>
                    <a:pt x="2788446" y="519857"/>
                  </a:lnTo>
                  <a:lnTo>
                    <a:pt x="2798190" y="505090"/>
                  </a:lnTo>
                  <a:lnTo>
                    <a:pt x="2807934" y="513182"/>
                  </a:lnTo>
                  <a:lnTo>
                    <a:pt x="2817693" y="508736"/>
                  </a:lnTo>
                  <a:lnTo>
                    <a:pt x="2827437" y="503909"/>
                  </a:lnTo>
                  <a:lnTo>
                    <a:pt x="2837196" y="515165"/>
                  </a:lnTo>
                  <a:lnTo>
                    <a:pt x="2846940" y="522886"/>
                  </a:lnTo>
                  <a:lnTo>
                    <a:pt x="2856684" y="553189"/>
                  </a:lnTo>
                  <a:lnTo>
                    <a:pt x="2866442" y="516799"/>
                  </a:lnTo>
                  <a:lnTo>
                    <a:pt x="2876186" y="549311"/>
                  </a:lnTo>
                  <a:lnTo>
                    <a:pt x="2885945" y="571516"/>
                  </a:lnTo>
                  <a:lnTo>
                    <a:pt x="2895689" y="569636"/>
                  </a:lnTo>
                  <a:lnTo>
                    <a:pt x="2905433" y="587988"/>
                  </a:lnTo>
                  <a:lnTo>
                    <a:pt x="2915192" y="60284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1" name="Freeform 1240">
              <a:extLst>
                <a:ext uri="{FF2B5EF4-FFF2-40B4-BE49-F238E27FC236}">
                  <a16:creationId xmlns:a16="http://schemas.microsoft.com/office/drawing/2014/main" id="{ABBFDCEE-2AD0-BDEC-926E-8EC6843CA8AF}"/>
                </a:ext>
              </a:extLst>
            </p:cNvPr>
            <p:cNvSpPr/>
            <p:nvPr/>
          </p:nvSpPr>
          <p:spPr>
            <a:xfrm>
              <a:off x="4426652" y="3464947"/>
              <a:ext cx="2915191" cy="304292"/>
            </a:xfrm>
            <a:custGeom>
              <a:avLst/>
              <a:gdLst>
                <a:gd name="connsiteX0" fmla="*/ 0 w 2915191"/>
                <a:gd name="connsiteY0" fmla="*/ 193252 h 304292"/>
                <a:gd name="connsiteX1" fmla="*/ 9750 w 2915191"/>
                <a:gd name="connsiteY1" fmla="*/ 198432 h 304292"/>
                <a:gd name="connsiteX2" fmla="*/ 19500 w 2915191"/>
                <a:gd name="connsiteY2" fmla="*/ 212607 h 304292"/>
                <a:gd name="connsiteX3" fmla="*/ 29250 w 2915191"/>
                <a:gd name="connsiteY3" fmla="*/ 184172 h 304292"/>
                <a:gd name="connsiteX4" fmla="*/ 39000 w 2915191"/>
                <a:gd name="connsiteY4" fmla="*/ 198568 h 304292"/>
                <a:gd name="connsiteX5" fmla="*/ 48749 w 2915191"/>
                <a:gd name="connsiteY5" fmla="*/ 197814 h 304292"/>
                <a:gd name="connsiteX6" fmla="*/ 58499 w 2915191"/>
                <a:gd name="connsiteY6" fmla="*/ 192099 h 304292"/>
                <a:gd name="connsiteX7" fmla="*/ 68249 w 2915191"/>
                <a:gd name="connsiteY7" fmla="*/ 173999 h 304292"/>
                <a:gd name="connsiteX8" fmla="*/ 77998 w 2915191"/>
                <a:gd name="connsiteY8" fmla="*/ 186786 h 304292"/>
                <a:gd name="connsiteX9" fmla="*/ 87748 w 2915191"/>
                <a:gd name="connsiteY9" fmla="*/ 181374 h 304292"/>
                <a:gd name="connsiteX10" fmla="*/ 97497 w 2915191"/>
                <a:gd name="connsiteY10" fmla="*/ 176745 h 304292"/>
                <a:gd name="connsiteX11" fmla="*/ 107247 w 2915191"/>
                <a:gd name="connsiteY11" fmla="*/ 172045 h 304292"/>
                <a:gd name="connsiteX12" fmla="*/ 116997 w 2915191"/>
                <a:gd name="connsiteY12" fmla="*/ 163859 h 304292"/>
                <a:gd name="connsiteX13" fmla="*/ 126747 w 2915191"/>
                <a:gd name="connsiteY13" fmla="*/ 133961 h 304292"/>
                <a:gd name="connsiteX14" fmla="*/ 136497 w 2915191"/>
                <a:gd name="connsiteY14" fmla="*/ 110688 h 304292"/>
                <a:gd name="connsiteX15" fmla="*/ 146247 w 2915191"/>
                <a:gd name="connsiteY15" fmla="*/ 144298 h 304292"/>
                <a:gd name="connsiteX16" fmla="*/ 155997 w 2915191"/>
                <a:gd name="connsiteY16" fmla="*/ 117994 h 304292"/>
                <a:gd name="connsiteX17" fmla="*/ 165747 w 2915191"/>
                <a:gd name="connsiteY17" fmla="*/ 123636 h 304292"/>
                <a:gd name="connsiteX18" fmla="*/ 175497 w 2915191"/>
                <a:gd name="connsiteY18" fmla="*/ 141960 h 304292"/>
                <a:gd name="connsiteX19" fmla="*/ 185247 w 2915191"/>
                <a:gd name="connsiteY19" fmla="*/ 108217 h 304292"/>
                <a:gd name="connsiteX20" fmla="*/ 194996 w 2915191"/>
                <a:gd name="connsiteY20" fmla="*/ 117569 h 304292"/>
                <a:gd name="connsiteX21" fmla="*/ 204746 w 2915191"/>
                <a:gd name="connsiteY21" fmla="*/ 127958 h 304292"/>
                <a:gd name="connsiteX22" fmla="*/ 214495 w 2915191"/>
                <a:gd name="connsiteY22" fmla="*/ 155474 h 304292"/>
                <a:gd name="connsiteX23" fmla="*/ 224245 w 2915191"/>
                <a:gd name="connsiteY23" fmla="*/ 112645 h 304292"/>
                <a:gd name="connsiteX24" fmla="*/ 233995 w 2915191"/>
                <a:gd name="connsiteY24" fmla="*/ 103716 h 304292"/>
                <a:gd name="connsiteX25" fmla="*/ 243744 w 2915191"/>
                <a:gd name="connsiteY25" fmla="*/ 115553 h 304292"/>
                <a:gd name="connsiteX26" fmla="*/ 253494 w 2915191"/>
                <a:gd name="connsiteY26" fmla="*/ 105851 h 304292"/>
                <a:gd name="connsiteX27" fmla="*/ 263244 w 2915191"/>
                <a:gd name="connsiteY27" fmla="*/ 99294 h 304292"/>
                <a:gd name="connsiteX28" fmla="*/ 272994 w 2915191"/>
                <a:gd name="connsiteY28" fmla="*/ 146561 h 304292"/>
                <a:gd name="connsiteX29" fmla="*/ 282744 w 2915191"/>
                <a:gd name="connsiteY29" fmla="*/ 162207 h 304292"/>
                <a:gd name="connsiteX30" fmla="*/ 292494 w 2915191"/>
                <a:gd name="connsiteY30" fmla="*/ 153510 h 304292"/>
                <a:gd name="connsiteX31" fmla="*/ 302244 w 2915191"/>
                <a:gd name="connsiteY31" fmla="*/ 128177 h 304292"/>
                <a:gd name="connsiteX32" fmla="*/ 311994 w 2915191"/>
                <a:gd name="connsiteY32" fmla="*/ 126768 h 304292"/>
                <a:gd name="connsiteX33" fmla="*/ 321744 w 2915191"/>
                <a:gd name="connsiteY33" fmla="*/ 128499 h 304292"/>
                <a:gd name="connsiteX34" fmla="*/ 331493 w 2915191"/>
                <a:gd name="connsiteY34" fmla="*/ 133055 h 304292"/>
                <a:gd name="connsiteX35" fmla="*/ 341243 w 2915191"/>
                <a:gd name="connsiteY35" fmla="*/ 145189 h 304292"/>
                <a:gd name="connsiteX36" fmla="*/ 350993 w 2915191"/>
                <a:gd name="connsiteY36" fmla="*/ 169176 h 304292"/>
                <a:gd name="connsiteX37" fmla="*/ 360742 w 2915191"/>
                <a:gd name="connsiteY37" fmla="*/ 159076 h 304292"/>
                <a:gd name="connsiteX38" fmla="*/ 370492 w 2915191"/>
                <a:gd name="connsiteY38" fmla="*/ 166827 h 304292"/>
                <a:gd name="connsiteX39" fmla="*/ 380241 w 2915191"/>
                <a:gd name="connsiteY39" fmla="*/ 164233 h 304292"/>
                <a:gd name="connsiteX40" fmla="*/ 389991 w 2915191"/>
                <a:gd name="connsiteY40" fmla="*/ 162929 h 304292"/>
                <a:gd name="connsiteX41" fmla="*/ 399741 w 2915191"/>
                <a:gd name="connsiteY41" fmla="*/ 163212 h 304292"/>
                <a:gd name="connsiteX42" fmla="*/ 409491 w 2915191"/>
                <a:gd name="connsiteY42" fmla="*/ 149429 h 304292"/>
                <a:gd name="connsiteX43" fmla="*/ 419241 w 2915191"/>
                <a:gd name="connsiteY43" fmla="*/ 132567 h 304292"/>
                <a:gd name="connsiteX44" fmla="*/ 428991 w 2915191"/>
                <a:gd name="connsiteY44" fmla="*/ 137802 h 304292"/>
                <a:gd name="connsiteX45" fmla="*/ 438741 w 2915191"/>
                <a:gd name="connsiteY45" fmla="*/ 141503 h 304292"/>
                <a:gd name="connsiteX46" fmla="*/ 448491 w 2915191"/>
                <a:gd name="connsiteY46" fmla="*/ 130524 h 304292"/>
                <a:gd name="connsiteX47" fmla="*/ 458241 w 2915191"/>
                <a:gd name="connsiteY47" fmla="*/ 186409 h 304292"/>
                <a:gd name="connsiteX48" fmla="*/ 467991 w 2915191"/>
                <a:gd name="connsiteY48" fmla="*/ 205435 h 304292"/>
                <a:gd name="connsiteX49" fmla="*/ 477740 w 2915191"/>
                <a:gd name="connsiteY49" fmla="*/ 151487 h 304292"/>
                <a:gd name="connsiteX50" fmla="*/ 487490 w 2915191"/>
                <a:gd name="connsiteY50" fmla="*/ 173961 h 304292"/>
                <a:gd name="connsiteX51" fmla="*/ 497239 w 2915191"/>
                <a:gd name="connsiteY51" fmla="*/ 151466 h 304292"/>
                <a:gd name="connsiteX52" fmla="*/ 506989 w 2915191"/>
                <a:gd name="connsiteY52" fmla="*/ 157490 h 304292"/>
                <a:gd name="connsiteX53" fmla="*/ 516738 w 2915191"/>
                <a:gd name="connsiteY53" fmla="*/ 144273 h 304292"/>
                <a:gd name="connsiteX54" fmla="*/ 526488 w 2915191"/>
                <a:gd name="connsiteY54" fmla="*/ 124214 h 304292"/>
                <a:gd name="connsiteX55" fmla="*/ 536238 w 2915191"/>
                <a:gd name="connsiteY55" fmla="*/ 130202 h 304292"/>
                <a:gd name="connsiteX56" fmla="*/ 545988 w 2915191"/>
                <a:gd name="connsiteY56" fmla="*/ 132363 h 304292"/>
                <a:gd name="connsiteX57" fmla="*/ 555738 w 2915191"/>
                <a:gd name="connsiteY57" fmla="*/ 160206 h 304292"/>
                <a:gd name="connsiteX58" fmla="*/ 565488 w 2915191"/>
                <a:gd name="connsiteY58" fmla="*/ 159190 h 304292"/>
                <a:gd name="connsiteX59" fmla="*/ 575238 w 2915191"/>
                <a:gd name="connsiteY59" fmla="*/ 116336 h 304292"/>
                <a:gd name="connsiteX60" fmla="*/ 584988 w 2915191"/>
                <a:gd name="connsiteY60" fmla="*/ 121288 h 304292"/>
                <a:gd name="connsiteX61" fmla="*/ 594738 w 2915191"/>
                <a:gd name="connsiteY61" fmla="*/ 106760 h 304292"/>
                <a:gd name="connsiteX62" fmla="*/ 604488 w 2915191"/>
                <a:gd name="connsiteY62" fmla="*/ 131676 h 304292"/>
                <a:gd name="connsiteX63" fmla="*/ 614237 w 2915191"/>
                <a:gd name="connsiteY63" fmla="*/ 149653 h 304292"/>
                <a:gd name="connsiteX64" fmla="*/ 623987 w 2915191"/>
                <a:gd name="connsiteY64" fmla="*/ 157858 h 304292"/>
                <a:gd name="connsiteX65" fmla="*/ 633736 w 2915191"/>
                <a:gd name="connsiteY65" fmla="*/ 150089 h 304292"/>
                <a:gd name="connsiteX66" fmla="*/ 643486 w 2915191"/>
                <a:gd name="connsiteY66" fmla="*/ 131117 h 304292"/>
                <a:gd name="connsiteX67" fmla="*/ 653236 w 2915191"/>
                <a:gd name="connsiteY67" fmla="*/ 111881 h 304292"/>
                <a:gd name="connsiteX68" fmla="*/ 662985 w 2915191"/>
                <a:gd name="connsiteY68" fmla="*/ 127495 h 304292"/>
                <a:gd name="connsiteX69" fmla="*/ 672735 w 2915191"/>
                <a:gd name="connsiteY69" fmla="*/ 105282 h 304292"/>
                <a:gd name="connsiteX70" fmla="*/ 682485 w 2915191"/>
                <a:gd name="connsiteY70" fmla="*/ 97316 h 304292"/>
                <a:gd name="connsiteX71" fmla="*/ 692235 w 2915191"/>
                <a:gd name="connsiteY71" fmla="*/ 98761 h 304292"/>
                <a:gd name="connsiteX72" fmla="*/ 701985 w 2915191"/>
                <a:gd name="connsiteY72" fmla="*/ 87594 h 304292"/>
                <a:gd name="connsiteX73" fmla="*/ 711735 w 2915191"/>
                <a:gd name="connsiteY73" fmla="*/ 102116 h 304292"/>
                <a:gd name="connsiteX74" fmla="*/ 721485 w 2915191"/>
                <a:gd name="connsiteY74" fmla="*/ 86648 h 304292"/>
                <a:gd name="connsiteX75" fmla="*/ 731235 w 2915191"/>
                <a:gd name="connsiteY75" fmla="*/ 74438 h 304292"/>
                <a:gd name="connsiteX76" fmla="*/ 740985 w 2915191"/>
                <a:gd name="connsiteY76" fmla="*/ 99522 h 304292"/>
                <a:gd name="connsiteX77" fmla="*/ 750734 w 2915191"/>
                <a:gd name="connsiteY77" fmla="*/ 102559 h 304292"/>
                <a:gd name="connsiteX78" fmla="*/ 760484 w 2915191"/>
                <a:gd name="connsiteY78" fmla="*/ 94112 h 304292"/>
                <a:gd name="connsiteX79" fmla="*/ 770233 w 2915191"/>
                <a:gd name="connsiteY79" fmla="*/ 126863 h 304292"/>
                <a:gd name="connsiteX80" fmla="*/ 779983 w 2915191"/>
                <a:gd name="connsiteY80" fmla="*/ 135368 h 304292"/>
                <a:gd name="connsiteX81" fmla="*/ 789733 w 2915191"/>
                <a:gd name="connsiteY81" fmla="*/ 112571 h 304292"/>
                <a:gd name="connsiteX82" fmla="*/ 799482 w 2915191"/>
                <a:gd name="connsiteY82" fmla="*/ 133830 h 304292"/>
                <a:gd name="connsiteX83" fmla="*/ 809232 w 2915191"/>
                <a:gd name="connsiteY83" fmla="*/ 152938 h 304292"/>
                <a:gd name="connsiteX84" fmla="*/ 818982 w 2915191"/>
                <a:gd name="connsiteY84" fmla="*/ 127811 h 304292"/>
                <a:gd name="connsiteX85" fmla="*/ 828732 w 2915191"/>
                <a:gd name="connsiteY85" fmla="*/ 90473 h 304292"/>
                <a:gd name="connsiteX86" fmla="*/ 838482 w 2915191"/>
                <a:gd name="connsiteY86" fmla="*/ 113141 h 304292"/>
                <a:gd name="connsiteX87" fmla="*/ 848232 w 2915191"/>
                <a:gd name="connsiteY87" fmla="*/ 96808 h 304292"/>
                <a:gd name="connsiteX88" fmla="*/ 857982 w 2915191"/>
                <a:gd name="connsiteY88" fmla="*/ 101052 h 304292"/>
                <a:gd name="connsiteX89" fmla="*/ 867732 w 2915191"/>
                <a:gd name="connsiteY89" fmla="*/ 116321 h 304292"/>
                <a:gd name="connsiteX90" fmla="*/ 877482 w 2915191"/>
                <a:gd name="connsiteY90" fmla="*/ 119894 h 304292"/>
                <a:gd name="connsiteX91" fmla="*/ 887231 w 2915191"/>
                <a:gd name="connsiteY91" fmla="*/ 160334 h 304292"/>
                <a:gd name="connsiteX92" fmla="*/ 896981 w 2915191"/>
                <a:gd name="connsiteY92" fmla="*/ 115446 h 304292"/>
                <a:gd name="connsiteX93" fmla="*/ 906730 w 2915191"/>
                <a:gd name="connsiteY93" fmla="*/ 101921 h 304292"/>
                <a:gd name="connsiteX94" fmla="*/ 916480 w 2915191"/>
                <a:gd name="connsiteY94" fmla="*/ 93180 h 304292"/>
                <a:gd name="connsiteX95" fmla="*/ 926230 w 2915191"/>
                <a:gd name="connsiteY95" fmla="*/ 52683 h 304292"/>
                <a:gd name="connsiteX96" fmla="*/ 935979 w 2915191"/>
                <a:gd name="connsiteY96" fmla="*/ 87710 h 304292"/>
                <a:gd name="connsiteX97" fmla="*/ 945729 w 2915191"/>
                <a:gd name="connsiteY97" fmla="*/ 93729 h 304292"/>
                <a:gd name="connsiteX98" fmla="*/ 955479 w 2915191"/>
                <a:gd name="connsiteY98" fmla="*/ 115561 h 304292"/>
                <a:gd name="connsiteX99" fmla="*/ 965229 w 2915191"/>
                <a:gd name="connsiteY99" fmla="*/ 83247 h 304292"/>
                <a:gd name="connsiteX100" fmla="*/ 974979 w 2915191"/>
                <a:gd name="connsiteY100" fmla="*/ 64076 h 304292"/>
                <a:gd name="connsiteX101" fmla="*/ 984729 w 2915191"/>
                <a:gd name="connsiteY101" fmla="*/ 73164 h 304292"/>
                <a:gd name="connsiteX102" fmla="*/ 994474 w 2915191"/>
                <a:gd name="connsiteY102" fmla="*/ 53613 h 304292"/>
                <a:gd name="connsiteX103" fmla="*/ 1004233 w 2915191"/>
                <a:gd name="connsiteY103" fmla="*/ 49718 h 304292"/>
                <a:gd name="connsiteX104" fmla="*/ 1013977 w 2915191"/>
                <a:gd name="connsiteY104" fmla="*/ 46096 h 304292"/>
                <a:gd name="connsiteX105" fmla="*/ 1023721 w 2915191"/>
                <a:gd name="connsiteY105" fmla="*/ 70588 h 304292"/>
                <a:gd name="connsiteX106" fmla="*/ 1033480 w 2915191"/>
                <a:gd name="connsiteY106" fmla="*/ 59238 h 304292"/>
                <a:gd name="connsiteX107" fmla="*/ 1043224 w 2915191"/>
                <a:gd name="connsiteY107" fmla="*/ 42998 h 304292"/>
                <a:gd name="connsiteX108" fmla="*/ 1052983 w 2915191"/>
                <a:gd name="connsiteY108" fmla="*/ 0 h 304292"/>
                <a:gd name="connsiteX109" fmla="*/ 1062727 w 2915191"/>
                <a:gd name="connsiteY109" fmla="*/ 18466 h 304292"/>
                <a:gd name="connsiteX110" fmla="*/ 1072471 w 2915191"/>
                <a:gd name="connsiteY110" fmla="*/ 19774 h 304292"/>
                <a:gd name="connsiteX111" fmla="*/ 1082230 w 2915191"/>
                <a:gd name="connsiteY111" fmla="*/ 15312 h 304292"/>
                <a:gd name="connsiteX112" fmla="*/ 1091973 w 2915191"/>
                <a:gd name="connsiteY112" fmla="*/ 48142 h 304292"/>
                <a:gd name="connsiteX113" fmla="*/ 1101732 w 2915191"/>
                <a:gd name="connsiteY113" fmla="*/ 41236 h 304292"/>
                <a:gd name="connsiteX114" fmla="*/ 1111476 w 2915191"/>
                <a:gd name="connsiteY114" fmla="*/ 51300 h 304292"/>
                <a:gd name="connsiteX115" fmla="*/ 1121220 w 2915191"/>
                <a:gd name="connsiteY115" fmla="*/ 49910 h 304292"/>
                <a:gd name="connsiteX116" fmla="*/ 1130979 w 2915191"/>
                <a:gd name="connsiteY116" fmla="*/ 80469 h 304292"/>
                <a:gd name="connsiteX117" fmla="*/ 1140723 w 2915191"/>
                <a:gd name="connsiteY117" fmla="*/ 64158 h 304292"/>
                <a:gd name="connsiteX118" fmla="*/ 1150482 w 2915191"/>
                <a:gd name="connsiteY118" fmla="*/ 51744 h 304292"/>
                <a:gd name="connsiteX119" fmla="*/ 1160226 w 2915191"/>
                <a:gd name="connsiteY119" fmla="*/ 29965 h 304292"/>
                <a:gd name="connsiteX120" fmla="*/ 1169969 w 2915191"/>
                <a:gd name="connsiteY120" fmla="*/ 34762 h 304292"/>
                <a:gd name="connsiteX121" fmla="*/ 1179728 w 2915191"/>
                <a:gd name="connsiteY121" fmla="*/ 65588 h 304292"/>
                <a:gd name="connsiteX122" fmla="*/ 1189472 w 2915191"/>
                <a:gd name="connsiteY122" fmla="*/ 47371 h 304292"/>
                <a:gd name="connsiteX123" fmla="*/ 1199231 w 2915191"/>
                <a:gd name="connsiteY123" fmla="*/ 43940 h 304292"/>
                <a:gd name="connsiteX124" fmla="*/ 1208975 w 2915191"/>
                <a:gd name="connsiteY124" fmla="*/ 94850 h 304292"/>
                <a:gd name="connsiteX125" fmla="*/ 1218719 w 2915191"/>
                <a:gd name="connsiteY125" fmla="*/ 84252 h 304292"/>
                <a:gd name="connsiteX126" fmla="*/ 1228478 w 2915191"/>
                <a:gd name="connsiteY126" fmla="*/ 100459 h 304292"/>
                <a:gd name="connsiteX127" fmla="*/ 1238222 w 2915191"/>
                <a:gd name="connsiteY127" fmla="*/ 98718 h 304292"/>
                <a:gd name="connsiteX128" fmla="*/ 1247966 w 2915191"/>
                <a:gd name="connsiteY128" fmla="*/ 80720 h 304292"/>
                <a:gd name="connsiteX129" fmla="*/ 1257725 w 2915191"/>
                <a:gd name="connsiteY129" fmla="*/ 70787 h 304292"/>
                <a:gd name="connsiteX130" fmla="*/ 1267469 w 2915191"/>
                <a:gd name="connsiteY130" fmla="*/ 62853 h 304292"/>
                <a:gd name="connsiteX131" fmla="*/ 1277227 w 2915191"/>
                <a:gd name="connsiteY131" fmla="*/ 68105 h 304292"/>
                <a:gd name="connsiteX132" fmla="*/ 1286971 w 2915191"/>
                <a:gd name="connsiteY132" fmla="*/ 85815 h 304292"/>
                <a:gd name="connsiteX133" fmla="*/ 1296715 w 2915191"/>
                <a:gd name="connsiteY133" fmla="*/ 112857 h 304292"/>
                <a:gd name="connsiteX134" fmla="*/ 1306474 w 2915191"/>
                <a:gd name="connsiteY134" fmla="*/ 131086 h 304292"/>
                <a:gd name="connsiteX135" fmla="*/ 1316218 w 2915191"/>
                <a:gd name="connsiteY135" fmla="*/ 106662 h 304292"/>
                <a:gd name="connsiteX136" fmla="*/ 1325977 w 2915191"/>
                <a:gd name="connsiteY136" fmla="*/ 103698 h 304292"/>
                <a:gd name="connsiteX137" fmla="*/ 1335721 w 2915191"/>
                <a:gd name="connsiteY137" fmla="*/ 78731 h 304292"/>
                <a:gd name="connsiteX138" fmla="*/ 1345465 w 2915191"/>
                <a:gd name="connsiteY138" fmla="*/ 74893 h 304292"/>
                <a:gd name="connsiteX139" fmla="*/ 1355224 w 2915191"/>
                <a:gd name="connsiteY139" fmla="*/ 119251 h 304292"/>
                <a:gd name="connsiteX140" fmla="*/ 1364967 w 2915191"/>
                <a:gd name="connsiteY140" fmla="*/ 110203 h 304292"/>
                <a:gd name="connsiteX141" fmla="*/ 1374726 w 2915191"/>
                <a:gd name="connsiteY141" fmla="*/ 142729 h 304292"/>
                <a:gd name="connsiteX142" fmla="*/ 1384470 w 2915191"/>
                <a:gd name="connsiteY142" fmla="*/ 141363 h 304292"/>
                <a:gd name="connsiteX143" fmla="*/ 1394214 w 2915191"/>
                <a:gd name="connsiteY143" fmla="*/ 144677 h 304292"/>
                <a:gd name="connsiteX144" fmla="*/ 1403973 w 2915191"/>
                <a:gd name="connsiteY144" fmla="*/ 137178 h 304292"/>
                <a:gd name="connsiteX145" fmla="*/ 1413717 w 2915191"/>
                <a:gd name="connsiteY145" fmla="*/ 128507 h 304292"/>
                <a:gd name="connsiteX146" fmla="*/ 1423476 w 2915191"/>
                <a:gd name="connsiteY146" fmla="*/ 101534 h 304292"/>
                <a:gd name="connsiteX147" fmla="*/ 1433220 w 2915191"/>
                <a:gd name="connsiteY147" fmla="*/ 105315 h 304292"/>
                <a:gd name="connsiteX148" fmla="*/ 1442964 w 2915191"/>
                <a:gd name="connsiteY148" fmla="*/ 122520 h 304292"/>
                <a:gd name="connsiteX149" fmla="*/ 1452722 w 2915191"/>
                <a:gd name="connsiteY149" fmla="*/ 152117 h 304292"/>
                <a:gd name="connsiteX150" fmla="*/ 1462466 w 2915191"/>
                <a:gd name="connsiteY150" fmla="*/ 134787 h 304292"/>
                <a:gd name="connsiteX151" fmla="*/ 1472225 w 2915191"/>
                <a:gd name="connsiteY151" fmla="*/ 125600 h 304292"/>
                <a:gd name="connsiteX152" fmla="*/ 1481969 w 2915191"/>
                <a:gd name="connsiteY152" fmla="*/ 100745 h 304292"/>
                <a:gd name="connsiteX153" fmla="*/ 1491713 w 2915191"/>
                <a:gd name="connsiteY153" fmla="*/ 93202 h 304292"/>
                <a:gd name="connsiteX154" fmla="*/ 1501472 w 2915191"/>
                <a:gd name="connsiteY154" fmla="*/ 105178 h 304292"/>
                <a:gd name="connsiteX155" fmla="*/ 1511216 w 2915191"/>
                <a:gd name="connsiteY155" fmla="*/ 92737 h 304292"/>
                <a:gd name="connsiteX156" fmla="*/ 1520960 w 2915191"/>
                <a:gd name="connsiteY156" fmla="*/ 102630 h 304292"/>
                <a:gd name="connsiteX157" fmla="*/ 1530719 w 2915191"/>
                <a:gd name="connsiteY157" fmla="*/ 94530 h 304292"/>
                <a:gd name="connsiteX158" fmla="*/ 1540463 w 2915191"/>
                <a:gd name="connsiteY158" fmla="*/ 78203 h 304292"/>
                <a:gd name="connsiteX159" fmla="*/ 1550221 w 2915191"/>
                <a:gd name="connsiteY159" fmla="*/ 112967 h 304292"/>
                <a:gd name="connsiteX160" fmla="*/ 1559965 w 2915191"/>
                <a:gd name="connsiteY160" fmla="*/ 93034 h 304292"/>
                <a:gd name="connsiteX161" fmla="*/ 1569709 w 2915191"/>
                <a:gd name="connsiteY161" fmla="*/ 101930 h 304292"/>
                <a:gd name="connsiteX162" fmla="*/ 1579468 w 2915191"/>
                <a:gd name="connsiteY162" fmla="*/ 76022 h 304292"/>
                <a:gd name="connsiteX163" fmla="*/ 1589212 w 2915191"/>
                <a:gd name="connsiteY163" fmla="*/ 93415 h 304292"/>
                <a:gd name="connsiteX164" fmla="*/ 1598971 w 2915191"/>
                <a:gd name="connsiteY164" fmla="*/ 102200 h 304292"/>
                <a:gd name="connsiteX165" fmla="*/ 1608715 w 2915191"/>
                <a:gd name="connsiteY165" fmla="*/ 102880 h 304292"/>
                <a:gd name="connsiteX166" fmla="*/ 1618459 w 2915191"/>
                <a:gd name="connsiteY166" fmla="*/ 124460 h 304292"/>
                <a:gd name="connsiteX167" fmla="*/ 1628218 w 2915191"/>
                <a:gd name="connsiteY167" fmla="*/ 165195 h 304292"/>
                <a:gd name="connsiteX168" fmla="*/ 1637962 w 2915191"/>
                <a:gd name="connsiteY168" fmla="*/ 172012 h 304292"/>
                <a:gd name="connsiteX169" fmla="*/ 1647720 w 2915191"/>
                <a:gd name="connsiteY169" fmla="*/ 117256 h 304292"/>
                <a:gd name="connsiteX170" fmla="*/ 1657464 w 2915191"/>
                <a:gd name="connsiteY170" fmla="*/ 126562 h 304292"/>
                <a:gd name="connsiteX171" fmla="*/ 1667208 w 2915191"/>
                <a:gd name="connsiteY171" fmla="*/ 140260 h 304292"/>
                <a:gd name="connsiteX172" fmla="*/ 1676967 w 2915191"/>
                <a:gd name="connsiteY172" fmla="*/ 112507 h 304292"/>
                <a:gd name="connsiteX173" fmla="*/ 1686711 w 2915191"/>
                <a:gd name="connsiteY173" fmla="*/ 125050 h 304292"/>
                <a:gd name="connsiteX174" fmla="*/ 1696470 w 2915191"/>
                <a:gd name="connsiteY174" fmla="*/ 95058 h 304292"/>
                <a:gd name="connsiteX175" fmla="*/ 1706214 w 2915191"/>
                <a:gd name="connsiteY175" fmla="*/ 120084 h 304292"/>
                <a:gd name="connsiteX176" fmla="*/ 1715958 w 2915191"/>
                <a:gd name="connsiteY176" fmla="*/ 137702 h 304292"/>
                <a:gd name="connsiteX177" fmla="*/ 1725716 w 2915191"/>
                <a:gd name="connsiteY177" fmla="*/ 147945 h 304292"/>
                <a:gd name="connsiteX178" fmla="*/ 1735460 w 2915191"/>
                <a:gd name="connsiteY178" fmla="*/ 164257 h 304292"/>
                <a:gd name="connsiteX179" fmla="*/ 1745219 w 2915191"/>
                <a:gd name="connsiteY179" fmla="*/ 166587 h 304292"/>
                <a:gd name="connsiteX180" fmla="*/ 1754963 w 2915191"/>
                <a:gd name="connsiteY180" fmla="*/ 168732 h 304292"/>
                <a:gd name="connsiteX181" fmla="*/ 1764707 w 2915191"/>
                <a:gd name="connsiteY181" fmla="*/ 168074 h 304292"/>
                <a:gd name="connsiteX182" fmla="*/ 1774466 w 2915191"/>
                <a:gd name="connsiteY182" fmla="*/ 150772 h 304292"/>
                <a:gd name="connsiteX183" fmla="*/ 1784210 w 2915191"/>
                <a:gd name="connsiteY183" fmla="*/ 130457 h 304292"/>
                <a:gd name="connsiteX184" fmla="*/ 1793969 w 2915191"/>
                <a:gd name="connsiteY184" fmla="*/ 149607 h 304292"/>
                <a:gd name="connsiteX185" fmla="*/ 1803713 w 2915191"/>
                <a:gd name="connsiteY185" fmla="*/ 145113 h 304292"/>
                <a:gd name="connsiteX186" fmla="*/ 1813457 w 2915191"/>
                <a:gd name="connsiteY186" fmla="*/ 122557 h 304292"/>
                <a:gd name="connsiteX187" fmla="*/ 1823215 w 2915191"/>
                <a:gd name="connsiteY187" fmla="*/ 152008 h 304292"/>
                <a:gd name="connsiteX188" fmla="*/ 1832959 w 2915191"/>
                <a:gd name="connsiteY188" fmla="*/ 110777 h 304292"/>
                <a:gd name="connsiteX189" fmla="*/ 1842703 w 2915191"/>
                <a:gd name="connsiteY189" fmla="*/ 132951 h 304292"/>
                <a:gd name="connsiteX190" fmla="*/ 1852462 w 2915191"/>
                <a:gd name="connsiteY190" fmla="*/ 105722 h 304292"/>
                <a:gd name="connsiteX191" fmla="*/ 1862206 w 2915191"/>
                <a:gd name="connsiteY191" fmla="*/ 110406 h 304292"/>
                <a:gd name="connsiteX192" fmla="*/ 1871965 w 2915191"/>
                <a:gd name="connsiteY192" fmla="*/ 78629 h 304292"/>
                <a:gd name="connsiteX193" fmla="*/ 1881709 w 2915191"/>
                <a:gd name="connsiteY193" fmla="*/ 99747 h 304292"/>
                <a:gd name="connsiteX194" fmla="*/ 1891453 w 2915191"/>
                <a:gd name="connsiteY194" fmla="*/ 78659 h 304292"/>
                <a:gd name="connsiteX195" fmla="*/ 1901212 w 2915191"/>
                <a:gd name="connsiteY195" fmla="*/ 78483 h 304292"/>
                <a:gd name="connsiteX196" fmla="*/ 1910956 w 2915191"/>
                <a:gd name="connsiteY196" fmla="*/ 107621 h 304292"/>
                <a:gd name="connsiteX197" fmla="*/ 1920714 w 2915191"/>
                <a:gd name="connsiteY197" fmla="*/ 124253 h 304292"/>
                <a:gd name="connsiteX198" fmla="*/ 1930458 w 2915191"/>
                <a:gd name="connsiteY198" fmla="*/ 165245 h 304292"/>
                <a:gd name="connsiteX199" fmla="*/ 1940202 w 2915191"/>
                <a:gd name="connsiteY199" fmla="*/ 170373 h 304292"/>
                <a:gd name="connsiteX200" fmla="*/ 1949961 w 2915191"/>
                <a:gd name="connsiteY200" fmla="*/ 168174 h 304292"/>
                <a:gd name="connsiteX201" fmla="*/ 1959705 w 2915191"/>
                <a:gd name="connsiteY201" fmla="*/ 168065 h 304292"/>
                <a:gd name="connsiteX202" fmla="*/ 1969464 w 2915191"/>
                <a:gd name="connsiteY202" fmla="*/ 173256 h 304292"/>
                <a:gd name="connsiteX203" fmla="*/ 1979208 w 2915191"/>
                <a:gd name="connsiteY203" fmla="*/ 200652 h 304292"/>
                <a:gd name="connsiteX204" fmla="*/ 1988952 w 2915191"/>
                <a:gd name="connsiteY204" fmla="*/ 222193 h 304292"/>
                <a:gd name="connsiteX205" fmla="*/ 1998711 w 2915191"/>
                <a:gd name="connsiteY205" fmla="*/ 215931 h 304292"/>
                <a:gd name="connsiteX206" fmla="*/ 2008454 w 2915191"/>
                <a:gd name="connsiteY206" fmla="*/ 221679 h 304292"/>
                <a:gd name="connsiteX207" fmla="*/ 2018213 w 2915191"/>
                <a:gd name="connsiteY207" fmla="*/ 209280 h 304292"/>
                <a:gd name="connsiteX208" fmla="*/ 2027957 w 2915191"/>
                <a:gd name="connsiteY208" fmla="*/ 226180 h 304292"/>
                <a:gd name="connsiteX209" fmla="*/ 2037701 w 2915191"/>
                <a:gd name="connsiteY209" fmla="*/ 246517 h 304292"/>
                <a:gd name="connsiteX210" fmla="*/ 2047460 w 2915191"/>
                <a:gd name="connsiteY210" fmla="*/ 227686 h 304292"/>
                <a:gd name="connsiteX211" fmla="*/ 2057204 w 2915191"/>
                <a:gd name="connsiteY211" fmla="*/ 232375 h 304292"/>
                <a:gd name="connsiteX212" fmla="*/ 2066963 w 2915191"/>
                <a:gd name="connsiteY212" fmla="*/ 216865 h 304292"/>
                <a:gd name="connsiteX213" fmla="*/ 2076707 w 2915191"/>
                <a:gd name="connsiteY213" fmla="*/ 262468 h 304292"/>
                <a:gd name="connsiteX214" fmla="*/ 2086451 w 2915191"/>
                <a:gd name="connsiteY214" fmla="*/ 224823 h 304292"/>
                <a:gd name="connsiteX215" fmla="*/ 2096210 w 2915191"/>
                <a:gd name="connsiteY215" fmla="*/ 203449 h 304292"/>
                <a:gd name="connsiteX216" fmla="*/ 2105954 w 2915191"/>
                <a:gd name="connsiteY216" fmla="*/ 226911 h 304292"/>
                <a:gd name="connsiteX217" fmla="*/ 2115697 w 2915191"/>
                <a:gd name="connsiteY217" fmla="*/ 241340 h 304292"/>
                <a:gd name="connsiteX218" fmla="*/ 2125456 w 2915191"/>
                <a:gd name="connsiteY218" fmla="*/ 191285 h 304292"/>
                <a:gd name="connsiteX219" fmla="*/ 2135200 w 2915191"/>
                <a:gd name="connsiteY219" fmla="*/ 209533 h 304292"/>
                <a:gd name="connsiteX220" fmla="*/ 2144959 w 2915191"/>
                <a:gd name="connsiteY220" fmla="*/ 223421 h 304292"/>
                <a:gd name="connsiteX221" fmla="*/ 2154703 w 2915191"/>
                <a:gd name="connsiteY221" fmla="*/ 215625 h 304292"/>
                <a:gd name="connsiteX222" fmla="*/ 2164447 w 2915191"/>
                <a:gd name="connsiteY222" fmla="*/ 191681 h 304292"/>
                <a:gd name="connsiteX223" fmla="*/ 2174206 w 2915191"/>
                <a:gd name="connsiteY223" fmla="*/ 174694 h 304292"/>
                <a:gd name="connsiteX224" fmla="*/ 2183950 w 2915191"/>
                <a:gd name="connsiteY224" fmla="*/ 169182 h 304292"/>
                <a:gd name="connsiteX225" fmla="*/ 2193709 w 2915191"/>
                <a:gd name="connsiteY225" fmla="*/ 179525 h 304292"/>
                <a:gd name="connsiteX226" fmla="*/ 2203452 w 2915191"/>
                <a:gd name="connsiteY226" fmla="*/ 199545 h 304292"/>
                <a:gd name="connsiteX227" fmla="*/ 2213196 w 2915191"/>
                <a:gd name="connsiteY227" fmla="*/ 188800 h 304292"/>
                <a:gd name="connsiteX228" fmla="*/ 2222955 w 2915191"/>
                <a:gd name="connsiteY228" fmla="*/ 157788 h 304292"/>
                <a:gd name="connsiteX229" fmla="*/ 2232699 w 2915191"/>
                <a:gd name="connsiteY229" fmla="*/ 162473 h 304292"/>
                <a:gd name="connsiteX230" fmla="*/ 2242458 w 2915191"/>
                <a:gd name="connsiteY230" fmla="*/ 175734 h 304292"/>
                <a:gd name="connsiteX231" fmla="*/ 2252202 w 2915191"/>
                <a:gd name="connsiteY231" fmla="*/ 168872 h 304292"/>
                <a:gd name="connsiteX232" fmla="*/ 2261946 w 2915191"/>
                <a:gd name="connsiteY232" fmla="*/ 192684 h 304292"/>
                <a:gd name="connsiteX233" fmla="*/ 2271705 w 2915191"/>
                <a:gd name="connsiteY233" fmla="*/ 162295 h 304292"/>
                <a:gd name="connsiteX234" fmla="*/ 2281449 w 2915191"/>
                <a:gd name="connsiteY234" fmla="*/ 169296 h 304292"/>
                <a:gd name="connsiteX235" fmla="*/ 2291208 w 2915191"/>
                <a:gd name="connsiteY235" fmla="*/ 155066 h 304292"/>
                <a:gd name="connsiteX236" fmla="*/ 2300951 w 2915191"/>
                <a:gd name="connsiteY236" fmla="*/ 126549 h 304292"/>
                <a:gd name="connsiteX237" fmla="*/ 2310695 w 2915191"/>
                <a:gd name="connsiteY237" fmla="*/ 110890 h 304292"/>
                <a:gd name="connsiteX238" fmla="*/ 2320454 w 2915191"/>
                <a:gd name="connsiteY238" fmla="*/ 113307 h 304292"/>
                <a:gd name="connsiteX239" fmla="*/ 2330198 w 2915191"/>
                <a:gd name="connsiteY239" fmla="*/ 62127 h 304292"/>
                <a:gd name="connsiteX240" fmla="*/ 2339957 w 2915191"/>
                <a:gd name="connsiteY240" fmla="*/ 66426 h 304292"/>
                <a:gd name="connsiteX241" fmla="*/ 2349701 w 2915191"/>
                <a:gd name="connsiteY241" fmla="*/ 87205 h 304292"/>
                <a:gd name="connsiteX242" fmla="*/ 2359445 w 2915191"/>
                <a:gd name="connsiteY242" fmla="*/ 64003 h 304292"/>
                <a:gd name="connsiteX243" fmla="*/ 2369204 w 2915191"/>
                <a:gd name="connsiteY243" fmla="*/ 68093 h 304292"/>
                <a:gd name="connsiteX244" fmla="*/ 2378948 w 2915191"/>
                <a:gd name="connsiteY244" fmla="*/ 89077 h 304292"/>
                <a:gd name="connsiteX245" fmla="*/ 2388692 w 2915191"/>
                <a:gd name="connsiteY245" fmla="*/ 109385 h 304292"/>
                <a:gd name="connsiteX246" fmla="*/ 2398450 w 2915191"/>
                <a:gd name="connsiteY246" fmla="*/ 112441 h 304292"/>
                <a:gd name="connsiteX247" fmla="*/ 2408194 w 2915191"/>
                <a:gd name="connsiteY247" fmla="*/ 122364 h 304292"/>
                <a:gd name="connsiteX248" fmla="*/ 2417953 w 2915191"/>
                <a:gd name="connsiteY248" fmla="*/ 124946 h 304292"/>
                <a:gd name="connsiteX249" fmla="*/ 2427697 w 2915191"/>
                <a:gd name="connsiteY249" fmla="*/ 126022 h 304292"/>
                <a:gd name="connsiteX250" fmla="*/ 2437441 w 2915191"/>
                <a:gd name="connsiteY250" fmla="*/ 99643 h 304292"/>
                <a:gd name="connsiteX251" fmla="*/ 2447200 w 2915191"/>
                <a:gd name="connsiteY251" fmla="*/ 82199 h 304292"/>
                <a:gd name="connsiteX252" fmla="*/ 2456944 w 2915191"/>
                <a:gd name="connsiteY252" fmla="*/ 88357 h 304292"/>
                <a:gd name="connsiteX253" fmla="*/ 2466703 w 2915191"/>
                <a:gd name="connsiteY253" fmla="*/ 151503 h 304292"/>
                <a:gd name="connsiteX254" fmla="*/ 2476446 w 2915191"/>
                <a:gd name="connsiteY254" fmla="*/ 165356 h 304292"/>
                <a:gd name="connsiteX255" fmla="*/ 2486190 w 2915191"/>
                <a:gd name="connsiteY255" fmla="*/ 141281 h 304292"/>
                <a:gd name="connsiteX256" fmla="*/ 2495949 w 2915191"/>
                <a:gd name="connsiteY256" fmla="*/ 150139 h 304292"/>
                <a:gd name="connsiteX257" fmla="*/ 2505693 w 2915191"/>
                <a:gd name="connsiteY257" fmla="*/ 171560 h 304292"/>
                <a:gd name="connsiteX258" fmla="*/ 2515452 w 2915191"/>
                <a:gd name="connsiteY258" fmla="*/ 182973 h 304292"/>
                <a:gd name="connsiteX259" fmla="*/ 2525196 w 2915191"/>
                <a:gd name="connsiteY259" fmla="*/ 209013 h 304292"/>
                <a:gd name="connsiteX260" fmla="*/ 2534940 w 2915191"/>
                <a:gd name="connsiteY260" fmla="*/ 181750 h 304292"/>
                <a:gd name="connsiteX261" fmla="*/ 2544699 w 2915191"/>
                <a:gd name="connsiteY261" fmla="*/ 210992 h 304292"/>
                <a:gd name="connsiteX262" fmla="*/ 2554443 w 2915191"/>
                <a:gd name="connsiteY262" fmla="*/ 208529 h 304292"/>
                <a:gd name="connsiteX263" fmla="*/ 2564202 w 2915191"/>
                <a:gd name="connsiteY263" fmla="*/ 217066 h 304292"/>
                <a:gd name="connsiteX264" fmla="*/ 2573946 w 2915191"/>
                <a:gd name="connsiteY264" fmla="*/ 237338 h 304292"/>
                <a:gd name="connsiteX265" fmla="*/ 2583690 w 2915191"/>
                <a:gd name="connsiteY265" fmla="*/ 210852 h 304292"/>
                <a:gd name="connsiteX266" fmla="*/ 2593448 w 2915191"/>
                <a:gd name="connsiteY266" fmla="*/ 233171 h 304292"/>
                <a:gd name="connsiteX267" fmla="*/ 2603192 w 2915191"/>
                <a:gd name="connsiteY267" fmla="*/ 253883 h 304292"/>
                <a:gd name="connsiteX268" fmla="*/ 2612951 w 2915191"/>
                <a:gd name="connsiteY268" fmla="*/ 259351 h 304292"/>
                <a:gd name="connsiteX269" fmla="*/ 2622695 w 2915191"/>
                <a:gd name="connsiteY269" fmla="*/ 225779 h 304292"/>
                <a:gd name="connsiteX270" fmla="*/ 2632439 w 2915191"/>
                <a:gd name="connsiteY270" fmla="*/ 201397 h 304292"/>
                <a:gd name="connsiteX271" fmla="*/ 2642198 w 2915191"/>
                <a:gd name="connsiteY271" fmla="*/ 181155 h 304292"/>
                <a:gd name="connsiteX272" fmla="*/ 2651942 w 2915191"/>
                <a:gd name="connsiteY272" fmla="*/ 194922 h 304292"/>
                <a:gd name="connsiteX273" fmla="*/ 2661685 w 2915191"/>
                <a:gd name="connsiteY273" fmla="*/ 214156 h 304292"/>
                <a:gd name="connsiteX274" fmla="*/ 2671444 w 2915191"/>
                <a:gd name="connsiteY274" fmla="*/ 232424 h 304292"/>
                <a:gd name="connsiteX275" fmla="*/ 2681188 w 2915191"/>
                <a:gd name="connsiteY275" fmla="*/ 239008 h 304292"/>
                <a:gd name="connsiteX276" fmla="*/ 2690947 w 2915191"/>
                <a:gd name="connsiteY276" fmla="*/ 266489 h 304292"/>
                <a:gd name="connsiteX277" fmla="*/ 2700691 w 2915191"/>
                <a:gd name="connsiteY277" fmla="*/ 284799 h 304292"/>
                <a:gd name="connsiteX278" fmla="*/ 2710435 w 2915191"/>
                <a:gd name="connsiteY278" fmla="*/ 284124 h 304292"/>
                <a:gd name="connsiteX279" fmla="*/ 2720194 w 2915191"/>
                <a:gd name="connsiteY279" fmla="*/ 304292 h 304292"/>
                <a:gd name="connsiteX280" fmla="*/ 2729938 w 2915191"/>
                <a:gd name="connsiteY280" fmla="*/ 260595 h 304292"/>
                <a:gd name="connsiteX281" fmla="*/ 2739697 w 2915191"/>
                <a:gd name="connsiteY281" fmla="*/ 253634 h 304292"/>
                <a:gd name="connsiteX282" fmla="*/ 2749441 w 2915191"/>
                <a:gd name="connsiteY282" fmla="*/ 258447 h 304292"/>
                <a:gd name="connsiteX283" fmla="*/ 2759185 w 2915191"/>
                <a:gd name="connsiteY283" fmla="*/ 265686 h 304292"/>
                <a:gd name="connsiteX284" fmla="*/ 2768943 w 2915191"/>
                <a:gd name="connsiteY284" fmla="*/ 276759 h 304292"/>
                <a:gd name="connsiteX285" fmla="*/ 2778687 w 2915191"/>
                <a:gd name="connsiteY285" fmla="*/ 251836 h 304292"/>
                <a:gd name="connsiteX286" fmla="*/ 2788446 w 2915191"/>
                <a:gd name="connsiteY286" fmla="*/ 247010 h 304292"/>
                <a:gd name="connsiteX287" fmla="*/ 2798190 w 2915191"/>
                <a:gd name="connsiteY287" fmla="*/ 253783 h 304292"/>
                <a:gd name="connsiteX288" fmla="*/ 2807934 w 2915191"/>
                <a:gd name="connsiteY288" fmla="*/ 247271 h 304292"/>
                <a:gd name="connsiteX289" fmla="*/ 2817693 w 2915191"/>
                <a:gd name="connsiteY289" fmla="*/ 295137 h 304292"/>
                <a:gd name="connsiteX290" fmla="*/ 2827437 w 2915191"/>
                <a:gd name="connsiteY290" fmla="*/ 281710 h 304292"/>
                <a:gd name="connsiteX291" fmla="*/ 2837196 w 2915191"/>
                <a:gd name="connsiteY291" fmla="*/ 231460 h 304292"/>
                <a:gd name="connsiteX292" fmla="*/ 2846940 w 2915191"/>
                <a:gd name="connsiteY292" fmla="*/ 242929 h 304292"/>
                <a:gd name="connsiteX293" fmla="*/ 2856684 w 2915191"/>
                <a:gd name="connsiteY293" fmla="*/ 243141 h 304292"/>
                <a:gd name="connsiteX294" fmla="*/ 2866442 w 2915191"/>
                <a:gd name="connsiteY294" fmla="*/ 221736 h 304292"/>
                <a:gd name="connsiteX295" fmla="*/ 2876186 w 2915191"/>
                <a:gd name="connsiteY295" fmla="*/ 238458 h 304292"/>
                <a:gd name="connsiteX296" fmla="*/ 2885945 w 2915191"/>
                <a:gd name="connsiteY296" fmla="*/ 255307 h 304292"/>
                <a:gd name="connsiteX297" fmla="*/ 2895689 w 2915191"/>
                <a:gd name="connsiteY297" fmla="*/ 261248 h 304292"/>
                <a:gd name="connsiteX298" fmla="*/ 2905433 w 2915191"/>
                <a:gd name="connsiteY298" fmla="*/ 261446 h 304292"/>
                <a:gd name="connsiteX299" fmla="*/ 2915192 w 2915191"/>
                <a:gd name="connsiteY299" fmla="*/ 274819 h 304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04292">
                  <a:moveTo>
                    <a:pt x="0" y="193252"/>
                  </a:moveTo>
                  <a:lnTo>
                    <a:pt x="9750" y="198432"/>
                  </a:lnTo>
                  <a:lnTo>
                    <a:pt x="19500" y="212607"/>
                  </a:lnTo>
                  <a:lnTo>
                    <a:pt x="29250" y="184172"/>
                  </a:lnTo>
                  <a:lnTo>
                    <a:pt x="39000" y="198568"/>
                  </a:lnTo>
                  <a:lnTo>
                    <a:pt x="48749" y="197814"/>
                  </a:lnTo>
                  <a:lnTo>
                    <a:pt x="58499" y="192099"/>
                  </a:lnTo>
                  <a:lnTo>
                    <a:pt x="68249" y="173999"/>
                  </a:lnTo>
                  <a:lnTo>
                    <a:pt x="77998" y="186786"/>
                  </a:lnTo>
                  <a:lnTo>
                    <a:pt x="87748" y="181374"/>
                  </a:lnTo>
                  <a:lnTo>
                    <a:pt x="97497" y="176745"/>
                  </a:lnTo>
                  <a:lnTo>
                    <a:pt x="107247" y="172045"/>
                  </a:lnTo>
                  <a:lnTo>
                    <a:pt x="116997" y="163859"/>
                  </a:lnTo>
                  <a:lnTo>
                    <a:pt x="126747" y="133961"/>
                  </a:lnTo>
                  <a:lnTo>
                    <a:pt x="136497" y="110688"/>
                  </a:lnTo>
                  <a:lnTo>
                    <a:pt x="146247" y="144298"/>
                  </a:lnTo>
                  <a:lnTo>
                    <a:pt x="155997" y="117994"/>
                  </a:lnTo>
                  <a:lnTo>
                    <a:pt x="165747" y="123636"/>
                  </a:lnTo>
                  <a:lnTo>
                    <a:pt x="175497" y="141960"/>
                  </a:lnTo>
                  <a:lnTo>
                    <a:pt x="185247" y="108217"/>
                  </a:lnTo>
                  <a:lnTo>
                    <a:pt x="194996" y="117569"/>
                  </a:lnTo>
                  <a:lnTo>
                    <a:pt x="204746" y="127958"/>
                  </a:lnTo>
                  <a:lnTo>
                    <a:pt x="214495" y="155474"/>
                  </a:lnTo>
                  <a:lnTo>
                    <a:pt x="224245" y="112645"/>
                  </a:lnTo>
                  <a:lnTo>
                    <a:pt x="233995" y="103716"/>
                  </a:lnTo>
                  <a:lnTo>
                    <a:pt x="243744" y="115553"/>
                  </a:lnTo>
                  <a:lnTo>
                    <a:pt x="253494" y="105851"/>
                  </a:lnTo>
                  <a:lnTo>
                    <a:pt x="263244" y="99294"/>
                  </a:lnTo>
                  <a:lnTo>
                    <a:pt x="272994" y="146561"/>
                  </a:lnTo>
                  <a:lnTo>
                    <a:pt x="282744" y="162207"/>
                  </a:lnTo>
                  <a:lnTo>
                    <a:pt x="292494" y="153510"/>
                  </a:lnTo>
                  <a:lnTo>
                    <a:pt x="302244" y="128177"/>
                  </a:lnTo>
                  <a:lnTo>
                    <a:pt x="311994" y="126768"/>
                  </a:lnTo>
                  <a:lnTo>
                    <a:pt x="321744" y="128499"/>
                  </a:lnTo>
                  <a:lnTo>
                    <a:pt x="331493" y="133055"/>
                  </a:lnTo>
                  <a:lnTo>
                    <a:pt x="341243" y="145189"/>
                  </a:lnTo>
                  <a:lnTo>
                    <a:pt x="350993" y="169176"/>
                  </a:lnTo>
                  <a:lnTo>
                    <a:pt x="360742" y="159076"/>
                  </a:lnTo>
                  <a:lnTo>
                    <a:pt x="370492" y="166827"/>
                  </a:lnTo>
                  <a:lnTo>
                    <a:pt x="380241" y="164233"/>
                  </a:lnTo>
                  <a:lnTo>
                    <a:pt x="389991" y="162929"/>
                  </a:lnTo>
                  <a:lnTo>
                    <a:pt x="399741" y="163212"/>
                  </a:lnTo>
                  <a:lnTo>
                    <a:pt x="409491" y="149429"/>
                  </a:lnTo>
                  <a:lnTo>
                    <a:pt x="419241" y="132567"/>
                  </a:lnTo>
                  <a:lnTo>
                    <a:pt x="428991" y="137802"/>
                  </a:lnTo>
                  <a:lnTo>
                    <a:pt x="438741" y="141503"/>
                  </a:lnTo>
                  <a:lnTo>
                    <a:pt x="448491" y="130524"/>
                  </a:lnTo>
                  <a:lnTo>
                    <a:pt x="458241" y="186409"/>
                  </a:lnTo>
                  <a:lnTo>
                    <a:pt x="467991" y="205435"/>
                  </a:lnTo>
                  <a:lnTo>
                    <a:pt x="477740" y="151487"/>
                  </a:lnTo>
                  <a:lnTo>
                    <a:pt x="487490" y="173961"/>
                  </a:lnTo>
                  <a:lnTo>
                    <a:pt x="497239" y="151466"/>
                  </a:lnTo>
                  <a:lnTo>
                    <a:pt x="506989" y="157490"/>
                  </a:lnTo>
                  <a:lnTo>
                    <a:pt x="516738" y="144273"/>
                  </a:lnTo>
                  <a:lnTo>
                    <a:pt x="526488" y="124214"/>
                  </a:lnTo>
                  <a:lnTo>
                    <a:pt x="536238" y="130202"/>
                  </a:lnTo>
                  <a:lnTo>
                    <a:pt x="545988" y="132363"/>
                  </a:lnTo>
                  <a:lnTo>
                    <a:pt x="555738" y="160206"/>
                  </a:lnTo>
                  <a:lnTo>
                    <a:pt x="565488" y="159190"/>
                  </a:lnTo>
                  <a:lnTo>
                    <a:pt x="575238" y="116336"/>
                  </a:lnTo>
                  <a:lnTo>
                    <a:pt x="584988" y="121288"/>
                  </a:lnTo>
                  <a:lnTo>
                    <a:pt x="594738" y="106760"/>
                  </a:lnTo>
                  <a:lnTo>
                    <a:pt x="604488" y="131676"/>
                  </a:lnTo>
                  <a:lnTo>
                    <a:pt x="614237" y="149653"/>
                  </a:lnTo>
                  <a:lnTo>
                    <a:pt x="623987" y="157858"/>
                  </a:lnTo>
                  <a:lnTo>
                    <a:pt x="633736" y="150089"/>
                  </a:lnTo>
                  <a:lnTo>
                    <a:pt x="643486" y="131117"/>
                  </a:lnTo>
                  <a:lnTo>
                    <a:pt x="653236" y="111881"/>
                  </a:lnTo>
                  <a:lnTo>
                    <a:pt x="662985" y="127495"/>
                  </a:lnTo>
                  <a:lnTo>
                    <a:pt x="672735" y="105282"/>
                  </a:lnTo>
                  <a:lnTo>
                    <a:pt x="682485" y="97316"/>
                  </a:lnTo>
                  <a:lnTo>
                    <a:pt x="692235" y="98761"/>
                  </a:lnTo>
                  <a:lnTo>
                    <a:pt x="701985" y="87594"/>
                  </a:lnTo>
                  <a:lnTo>
                    <a:pt x="711735" y="102116"/>
                  </a:lnTo>
                  <a:lnTo>
                    <a:pt x="721485" y="86648"/>
                  </a:lnTo>
                  <a:lnTo>
                    <a:pt x="731235" y="74438"/>
                  </a:lnTo>
                  <a:lnTo>
                    <a:pt x="740985" y="99522"/>
                  </a:lnTo>
                  <a:lnTo>
                    <a:pt x="750734" y="102559"/>
                  </a:lnTo>
                  <a:lnTo>
                    <a:pt x="760484" y="94112"/>
                  </a:lnTo>
                  <a:lnTo>
                    <a:pt x="770233" y="126863"/>
                  </a:lnTo>
                  <a:lnTo>
                    <a:pt x="779983" y="135368"/>
                  </a:lnTo>
                  <a:lnTo>
                    <a:pt x="789733" y="112571"/>
                  </a:lnTo>
                  <a:lnTo>
                    <a:pt x="799482" y="133830"/>
                  </a:lnTo>
                  <a:lnTo>
                    <a:pt x="809232" y="152938"/>
                  </a:lnTo>
                  <a:lnTo>
                    <a:pt x="818982" y="127811"/>
                  </a:lnTo>
                  <a:lnTo>
                    <a:pt x="828732" y="90473"/>
                  </a:lnTo>
                  <a:lnTo>
                    <a:pt x="838482" y="113141"/>
                  </a:lnTo>
                  <a:lnTo>
                    <a:pt x="848232" y="96808"/>
                  </a:lnTo>
                  <a:lnTo>
                    <a:pt x="857982" y="101052"/>
                  </a:lnTo>
                  <a:lnTo>
                    <a:pt x="867732" y="116321"/>
                  </a:lnTo>
                  <a:lnTo>
                    <a:pt x="877482" y="119894"/>
                  </a:lnTo>
                  <a:lnTo>
                    <a:pt x="887231" y="160334"/>
                  </a:lnTo>
                  <a:lnTo>
                    <a:pt x="896981" y="115446"/>
                  </a:lnTo>
                  <a:lnTo>
                    <a:pt x="906730" y="101921"/>
                  </a:lnTo>
                  <a:lnTo>
                    <a:pt x="916480" y="93180"/>
                  </a:lnTo>
                  <a:lnTo>
                    <a:pt x="926230" y="52683"/>
                  </a:lnTo>
                  <a:lnTo>
                    <a:pt x="935979" y="87710"/>
                  </a:lnTo>
                  <a:lnTo>
                    <a:pt x="945729" y="93729"/>
                  </a:lnTo>
                  <a:lnTo>
                    <a:pt x="955479" y="115561"/>
                  </a:lnTo>
                  <a:lnTo>
                    <a:pt x="965229" y="83247"/>
                  </a:lnTo>
                  <a:lnTo>
                    <a:pt x="974979" y="64076"/>
                  </a:lnTo>
                  <a:lnTo>
                    <a:pt x="984729" y="73164"/>
                  </a:lnTo>
                  <a:lnTo>
                    <a:pt x="994474" y="53613"/>
                  </a:lnTo>
                  <a:lnTo>
                    <a:pt x="1004233" y="49718"/>
                  </a:lnTo>
                  <a:lnTo>
                    <a:pt x="1013977" y="46096"/>
                  </a:lnTo>
                  <a:lnTo>
                    <a:pt x="1023721" y="70588"/>
                  </a:lnTo>
                  <a:lnTo>
                    <a:pt x="1033480" y="59238"/>
                  </a:lnTo>
                  <a:lnTo>
                    <a:pt x="1043224" y="42998"/>
                  </a:lnTo>
                  <a:lnTo>
                    <a:pt x="1052983" y="0"/>
                  </a:lnTo>
                  <a:lnTo>
                    <a:pt x="1062727" y="18466"/>
                  </a:lnTo>
                  <a:lnTo>
                    <a:pt x="1072471" y="19774"/>
                  </a:lnTo>
                  <a:lnTo>
                    <a:pt x="1082230" y="15312"/>
                  </a:lnTo>
                  <a:lnTo>
                    <a:pt x="1091973" y="48142"/>
                  </a:lnTo>
                  <a:lnTo>
                    <a:pt x="1101732" y="41236"/>
                  </a:lnTo>
                  <a:lnTo>
                    <a:pt x="1111476" y="51300"/>
                  </a:lnTo>
                  <a:lnTo>
                    <a:pt x="1121220" y="49910"/>
                  </a:lnTo>
                  <a:lnTo>
                    <a:pt x="1130979" y="80469"/>
                  </a:lnTo>
                  <a:lnTo>
                    <a:pt x="1140723" y="64158"/>
                  </a:lnTo>
                  <a:lnTo>
                    <a:pt x="1150482" y="51744"/>
                  </a:lnTo>
                  <a:lnTo>
                    <a:pt x="1160226" y="29965"/>
                  </a:lnTo>
                  <a:lnTo>
                    <a:pt x="1169969" y="34762"/>
                  </a:lnTo>
                  <a:lnTo>
                    <a:pt x="1179728" y="65588"/>
                  </a:lnTo>
                  <a:lnTo>
                    <a:pt x="1189472" y="47371"/>
                  </a:lnTo>
                  <a:lnTo>
                    <a:pt x="1199231" y="43940"/>
                  </a:lnTo>
                  <a:lnTo>
                    <a:pt x="1208975" y="94850"/>
                  </a:lnTo>
                  <a:lnTo>
                    <a:pt x="1218719" y="84252"/>
                  </a:lnTo>
                  <a:lnTo>
                    <a:pt x="1228478" y="100459"/>
                  </a:lnTo>
                  <a:lnTo>
                    <a:pt x="1238222" y="98718"/>
                  </a:lnTo>
                  <a:lnTo>
                    <a:pt x="1247966" y="80720"/>
                  </a:lnTo>
                  <a:lnTo>
                    <a:pt x="1257725" y="70787"/>
                  </a:lnTo>
                  <a:lnTo>
                    <a:pt x="1267469" y="62853"/>
                  </a:lnTo>
                  <a:lnTo>
                    <a:pt x="1277227" y="68105"/>
                  </a:lnTo>
                  <a:lnTo>
                    <a:pt x="1286971" y="85815"/>
                  </a:lnTo>
                  <a:lnTo>
                    <a:pt x="1296715" y="112857"/>
                  </a:lnTo>
                  <a:lnTo>
                    <a:pt x="1306474" y="131086"/>
                  </a:lnTo>
                  <a:lnTo>
                    <a:pt x="1316218" y="106662"/>
                  </a:lnTo>
                  <a:lnTo>
                    <a:pt x="1325977" y="103698"/>
                  </a:lnTo>
                  <a:lnTo>
                    <a:pt x="1335721" y="78731"/>
                  </a:lnTo>
                  <a:lnTo>
                    <a:pt x="1345465" y="74893"/>
                  </a:lnTo>
                  <a:lnTo>
                    <a:pt x="1355224" y="119251"/>
                  </a:lnTo>
                  <a:lnTo>
                    <a:pt x="1364967" y="110203"/>
                  </a:lnTo>
                  <a:lnTo>
                    <a:pt x="1374726" y="142729"/>
                  </a:lnTo>
                  <a:lnTo>
                    <a:pt x="1384470" y="141363"/>
                  </a:lnTo>
                  <a:lnTo>
                    <a:pt x="1394214" y="144677"/>
                  </a:lnTo>
                  <a:lnTo>
                    <a:pt x="1403973" y="137178"/>
                  </a:lnTo>
                  <a:lnTo>
                    <a:pt x="1413717" y="128507"/>
                  </a:lnTo>
                  <a:lnTo>
                    <a:pt x="1423476" y="101534"/>
                  </a:lnTo>
                  <a:lnTo>
                    <a:pt x="1433220" y="105315"/>
                  </a:lnTo>
                  <a:lnTo>
                    <a:pt x="1442964" y="122520"/>
                  </a:lnTo>
                  <a:lnTo>
                    <a:pt x="1452722" y="152117"/>
                  </a:lnTo>
                  <a:lnTo>
                    <a:pt x="1462466" y="134787"/>
                  </a:lnTo>
                  <a:lnTo>
                    <a:pt x="1472225" y="125600"/>
                  </a:lnTo>
                  <a:lnTo>
                    <a:pt x="1481969" y="100745"/>
                  </a:lnTo>
                  <a:lnTo>
                    <a:pt x="1491713" y="93202"/>
                  </a:lnTo>
                  <a:lnTo>
                    <a:pt x="1501472" y="105178"/>
                  </a:lnTo>
                  <a:lnTo>
                    <a:pt x="1511216" y="92737"/>
                  </a:lnTo>
                  <a:lnTo>
                    <a:pt x="1520960" y="102630"/>
                  </a:lnTo>
                  <a:lnTo>
                    <a:pt x="1530719" y="94530"/>
                  </a:lnTo>
                  <a:lnTo>
                    <a:pt x="1540463" y="78203"/>
                  </a:lnTo>
                  <a:lnTo>
                    <a:pt x="1550221" y="112967"/>
                  </a:lnTo>
                  <a:lnTo>
                    <a:pt x="1559965" y="93034"/>
                  </a:lnTo>
                  <a:lnTo>
                    <a:pt x="1569709" y="101930"/>
                  </a:lnTo>
                  <a:lnTo>
                    <a:pt x="1579468" y="76022"/>
                  </a:lnTo>
                  <a:lnTo>
                    <a:pt x="1589212" y="93415"/>
                  </a:lnTo>
                  <a:lnTo>
                    <a:pt x="1598971" y="102200"/>
                  </a:lnTo>
                  <a:lnTo>
                    <a:pt x="1608715" y="102880"/>
                  </a:lnTo>
                  <a:lnTo>
                    <a:pt x="1618459" y="124460"/>
                  </a:lnTo>
                  <a:lnTo>
                    <a:pt x="1628218" y="165195"/>
                  </a:lnTo>
                  <a:lnTo>
                    <a:pt x="1637962" y="172012"/>
                  </a:lnTo>
                  <a:lnTo>
                    <a:pt x="1647720" y="117256"/>
                  </a:lnTo>
                  <a:lnTo>
                    <a:pt x="1657464" y="126562"/>
                  </a:lnTo>
                  <a:lnTo>
                    <a:pt x="1667208" y="140260"/>
                  </a:lnTo>
                  <a:lnTo>
                    <a:pt x="1676967" y="112507"/>
                  </a:lnTo>
                  <a:lnTo>
                    <a:pt x="1686711" y="125050"/>
                  </a:lnTo>
                  <a:lnTo>
                    <a:pt x="1696470" y="95058"/>
                  </a:lnTo>
                  <a:lnTo>
                    <a:pt x="1706214" y="120084"/>
                  </a:lnTo>
                  <a:lnTo>
                    <a:pt x="1715958" y="137702"/>
                  </a:lnTo>
                  <a:lnTo>
                    <a:pt x="1725716" y="147945"/>
                  </a:lnTo>
                  <a:lnTo>
                    <a:pt x="1735460" y="164257"/>
                  </a:lnTo>
                  <a:lnTo>
                    <a:pt x="1745219" y="166587"/>
                  </a:lnTo>
                  <a:lnTo>
                    <a:pt x="1754963" y="168732"/>
                  </a:lnTo>
                  <a:lnTo>
                    <a:pt x="1764707" y="168074"/>
                  </a:lnTo>
                  <a:lnTo>
                    <a:pt x="1774466" y="150772"/>
                  </a:lnTo>
                  <a:lnTo>
                    <a:pt x="1784210" y="130457"/>
                  </a:lnTo>
                  <a:lnTo>
                    <a:pt x="1793969" y="149607"/>
                  </a:lnTo>
                  <a:lnTo>
                    <a:pt x="1803713" y="145113"/>
                  </a:lnTo>
                  <a:lnTo>
                    <a:pt x="1813457" y="122557"/>
                  </a:lnTo>
                  <a:lnTo>
                    <a:pt x="1823215" y="152008"/>
                  </a:lnTo>
                  <a:lnTo>
                    <a:pt x="1832959" y="110777"/>
                  </a:lnTo>
                  <a:lnTo>
                    <a:pt x="1842703" y="132951"/>
                  </a:lnTo>
                  <a:lnTo>
                    <a:pt x="1852462" y="105722"/>
                  </a:lnTo>
                  <a:lnTo>
                    <a:pt x="1862206" y="110406"/>
                  </a:lnTo>
                  <a:lnTo>
                    <a:pt x="1871965" y="78629"/>
                  </a:lnTo>
                  <a:lnTo>
                    <a:pt x="1881709" y="99747"/>
                  </a:lnTo>
                  <a:lnTo>
                    <a:pt x="1891453" y="78659"/>
                  </a:lnTo>
                  <a:lnTo>
                    <a:pt x="1901212" y="78483"/>
                  </a:lnTo>
                  <a:lnTo>
                    <a:pt x="1910956" y="107621"/>
                  </a:lnTo>
                  <a:lnTo>
                    <a:pt x="1920714" y="124253"/>
                  </a:lnTo>
                  <a:lnTo>
                    <a:pt x="1930458" y="165245"/>
                  </a:lnTo>
                  <a:lnTo>
                    <a:pt x="1940202" y="170373"/>
                  </a:lnTo>
                  <a:lnTo>
                    <a:pt x="1949961" y="168174"/>
                  </a:lnTo>
                  <a:lnTo>
                    <a:pt x="1959705" y="168065"/>
                  </a:lnTo>
                  <a:lnTo>
                    <a:pt x="1969464" y="173256"/>
                  </a:lnTo>
                  <a:lnTo>
                    <a:pt x="1979208" y="200652"/>
                  </a:lnTo>
                  <a:lnTo>
                    <a:pt x="1988952" y="222193"/>
                  </a:lnTo>
                  <a:lnTo>
                    <a:pt x="1998711" y="215931"/>
                  </a:lnTo>
                  <a:lnTo>
                    <a:pt x="2008454" y="221679"/>
                  </a:lnTo>
                  <a:lnTo>
                    <a:pt x="2018213" y="209280"/>
                  </a:lnTo>
                  <a:lnTo>
                    <a:pt x="2027957" y="226180"/>
                  </a:lnTo>
                  <a:lnTo>
                    <a:pt x="2037701" y="246517"/>
                  </a:lnTo>
                  <a:lnTo>
                    <a:pt x="2047460" y="227686"/>
                  </a:lnTo>
                  <a:lnTo>
                    <a:pt x="2057204" y="232375"/>
                  </a:lnTo>
                  <a:lnTo>
                    <a:pt x="2066963" y="216865"/>
                  </a:lnTo>
                  <a:lnTo>
                    <a:pt x="2076707" y="262468"/>
                  </a:lnTo>
                  <a:lnTo>
                    <a:pt x="2086451" y="224823"/>
                  </a:lnTo>
                  <a:lnTo>
                    <a:pt x="2096210" y="203449"/>
                  </a:lnTo>
                  <a:lnTo>
                    <a:pt x="2105954" y="226911"/>
                  </a:lnTo>
                  <a:lnTo>
                    <a:pt x="2115697" y="241340"/>
                  </a:lnTo>
                  <a:lnTo>
                    <a:pt x="2125456" y="191285"/>
                  </a:lnTo>
                  <a:lnTo>
                    <a:pt x="2135200" y="209533"/>
                  </a:lnTo>
                  <a:lnTo>
                    <a:pt x="2144959" y="223421"/>
                  </a:lnTo>
                  <a:lnTo>
                    <a:pt x="2154703" y="215625"/>
                  </a:lnTo>
                  <a:lnTo>
                    <a:pt x="2164447" y="191681"/>
                  </a:lnTo>
                  <a:lnTo>
                    <a:pt x="2174206" y="174694"/>
                  </a:lnTo>
                  <a:lnTo>
                    <a:pt x="2183950" y="169182"/>
                  </a:lnTo>
                  <a:lnTo>
                    <a:pt x="2193709" y="179525"/>
                  </a:lnTo>
                  <a:lnTo>
                    <a:pt x="2203452" y="199545"/>
                  </a:lnTo>
                  <a:lnTo>
                    <a:pt x="2213196" y="188800"/>
                  </a:lnTo>
                  <a:lnTo>
                    <a:pt x="2222955" y="157788"/>
                  </a:lnTo>
                  <a:lnTo>
                    <a:pt x="2232699" y="162473"/>
                  </a:lnTo>
                  <a:lnTo>
                    <a:pt x="2242458" y="175734"/>
                  </a:lnTo>
                  <a:lnTo>
                    <a:pt x="2252202" y="168872"/>
                  </a:lnTo>
                  <a:lnTo>
                    <a:pt x="2261946" y="192684"/>
                  </a:lnTo>
                  <a:lnTo>
                    <a:pt x="2271705" y="162295"/>
                  </a:lnTo>
                  <a:lnTo>
                    <a:pt x="2281449" y="169296"/>
                  </a:lnTo>
                  <a:lnTo>
                    <a:pt x="2291208" y="155066"/>
                  </a:lnTo>
                  <a:lnTo>
                    <a:pt x="2300951" y="126549"/>
                  </a:lnTo>
                  <a:lnTo>
                    <a:pt x="2310695" y="110890"/>
                  </a:lnTo>
                  <a:lnTo>
                    <a:pt x="2320454" y="113307"/>
                  </a:lnTo>
                  <a:lnTo>
                    <a:pt x="2330198" y="62127"/>
                  </a:lnTo>
                  <a:lnTo>
                    <a:pt x="2339957" y="66426"/>
                  </a:lnTo>
                  <a:lnTo>
                    <a:pt x="2349701" y="87205"/>
                  </a:lnTo>
                  <a:lnTo>
                    <a:pt x="2359445" y="64003"/>
                  </a:lnTo>
                  <a:lnTo>
                    <a:pt x="2369204" y="68093"/>
                  </a:lnTo>
                  <a:lnTo>
                    <a:pt x="2378948" y="89077"/>
                  </a:lnTo>
                  <a:lnTo>
                    <a:pt x="2388692" y="109385"/>
                  </a:lnTo>
                  <a:lnTo>
                    <a:pt x="2398450" y="112441"/>
                  </a:lnTo>
                  <a:lnTo>
                    <a:pt x="2408194" y="122364"/>
                  </a:lnTo>
                  <a:lnTo>
                    <a:pt x="2417953" y="124946"/>
                  </a:lnTo>
                  <a:lnTo>
                    <a:pt x="2427697" y="126022"/>
                  </a:lnTo>
                  <a:lnTo>
                    <a:pt x="2437441" y="99643"/>
                  </a:lnTo>
                  <a:lnTo>
                    <a:pt x="2447200" y="82199"/>
                  </a:lnTo>
                  <a:lnTo>
                    <a:pt x="2456944" y="88357"/>
                  </a:lnTo>
                  <a:lnTo>
                    <a:pt x="2466703" y="151503"/>
                  </a:lnTo>
                  <a:lnTo>
                    <a:pt x="2476446" y="165356"/>
                  </a:lnTo>
                  <a:lnTo>
                    <a:pt x="2486190" y="141281"/>
                  </a:lnTo>
                  <a:lnTo>
                    <a:pt x="2495949" y="150139"/>
                  </a:lnTo>
                  <a:lnTo>
                    <a:pt x="2505693" y="171560"/>
                  </a:lnTo>
                  <a:lnTo>
                    <a:pt x="2515452" y="182973"/>
                  </a:lnTo>
                  <a:lnTo>
                    <a:pt x="2525196" y="209013"/>
                  </a:lnTo>
                  <a:lnTo>
                    <a:pt x="2534940" y="181750"/>
                  </a:lnTo>
                  <a:lnTo>
                    <a:pt x="2544699" y="210992"/>
                  </a:lnTo>
                  <a:lnTo>
                    <a:pt x="2554443" y="208529"/>
                  </a:lnTo>
                  <a:lnTo>
                    <a:pt x="2564202" y="217066"/>
                  </a:lnTo>
                  <a:lnTo>
                    <a:pt x="2573946" y="237338"/>
                  </a:lnTo>
                  <a:lnTo>
                    <a:pt x="2583690" y="210852"/>
                  </a:lnTo>
                  <a:lnTo>
                    <a:pt x="2593448" y="233171"/>
                  </a:lnTo>
                  <a:lnTo>
                    <a:pt x="2603192" y="253883"/>
                  </a:lnTo>
                  <a:lnTo>
                    <a:pt x="2612951" y="259351"/>
                  </a:lnTo>
                  <a:lnTo>
                    <a:pt x="2622695" y="225779"/>
                  </a:lnTo>
                  <a:lnTo>
                    <a:pt x="2632439" y="201397"/>
                  </a:lnTo>
                  <a:lnTo>
                    <a:pt x="2642198" y="181155"/>
                  </a:lnTo>
                  <a:lnTo>
                    <a:pt x="2651942" y="194922"/>
                  </a:lnTo>
                  <a:lnTo>
                    <a:pt x="2661685" y="214156"/>
                  </a:lnTo>
                  <a:lnTo>
                    <a:pt x="2671444" y="232424"/>
                  </a:lnTo>
                  <a:lnTo>
                    <a:pt x="2681188" y="239008"/>
                  </a:lnTo>
                  <a:lnTo>
                    <a:pt x="2690947" y="266489"/>
                  </a:lnTo>
                  <a:lnTo>
                    <a:pt x="2700691" y="284799"/>
                  </a:lnTo>
                  <a:lnTo>
                    <a:pt x="2710435" y="284124"/>
                  </a:lnTo>
                  <a:lnTo>
                    <a:pt x="2720194" y="304292"/>
                  </a:lnTo>
                  <a:lnTo>
                    <a:pt x="2729938" y="260595"/>
                  </a:lnTo>
                  <a:lnTo>
                    <a:pt x="2739697" y="253634"/>
                  </a:lnTo>
                  <a:lnTo>
                    <a:pt x="2749441" y="258447"/>
                  </a:lnTo>
                  <a:lnTo>
                    <a:pt x="2759185" y="265686"/>
                  </a:lnTo>
                  <a:lnTo>
                    <a:pt x="2768943" y="276759"/>
                  </a:lnTo>
                  <a:lnTo>
                    <a:pt x="2778687" y="251836"/>
                  </a:lnTo>
                  <a:lnTo>
                    <a:pt x="2788446" y="247010"/>
                  </a:lnTo>
                  <a:lnTo>
                    <a:pt x="2798190" y="253783"/>
                  </a:lnTo>
                  <a:lnTo>
                    <a:pt x="2807934" y="247271"/>
                  </a:lnTo>
                  <a:lnTo>
                    <a:pt x="2817693" y="295137"/>
                  </a:lnTo>
                  <a:lnTo>
                    <a:pt x="2827437" y="281710"/>
                  </a:lnTo>
                  <a:lnTo>
                    <a:pt x="2837196" y="231460"/>
                  </a:lnTo>
                  <a:lnTo>
                    <a:pt x="2846940" y="242929"/>
                  </a:lnTo>
                  <a:lnTo>
                    <a:pt x="2856684" y="243141"/>
                  </a:lnTo>
                  <a:lnTo>
                    <a:pt x="2866442" y="221736"/>
                  </a:lnTo>
                  <a:lnTo>
                    <a:pt x="2876186" y="238458"/>
                  </a:lnTo>
                  <a:lnTo>
                    <a:pt x="2885945" y="255307"/>
                  </a:lnTo>
                  <a:lnTo>
                    <a:pt x="2895689" y="261248"/>
                  </a:lnTo>
                  <a:lnTo>
                    <a:pt x="2905433" y="261446"/>
                  </a:lnTo>
                  <a:lnTo>
                    <a:pt x="2915192" y="27481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2" name="Freeform 1241">
              <a:extLst>
                <a:ext uri="{FF2B5EF4-FFF2-40B4-BE49-F238E27FC236}">
                  <a16:creationId xmlns:a16="http://schemas.microsoft.com/office/drawing/2014/main" id="{2F3147F7-30FB-C7C4-6272-AD9C07906CD3}"/>
                </a:ext>
              </a:extLst>
            </p:cNvPr>
            <p:cNvSpPr/>
            <p:nvPr/>
          </p:nvSpPr>
          <p:spPr>
            <a:xfrm>
              <a:off x="4426652" y="3599732"/>
              <a:ext cx="2915191" cy="627147"/>
            </a:xfrm>
            <a:custGeom>
              <a:avLst/>
              <a:gdLst>
                <a:gd name="connsiteX0" fmla="*/ 0 w 2915191"/>
                <a:gd name="connsiteY0" fmla="*/ 248071 h 627147"/>
                <a:gd name="connsiteX1" fmla="*/ 9750 w 2915191"/>
                <a:gd name="connsiteY1" fmla="*/ 232004 h 627147"/>
                <a:gd name="connsiteX2" fmla="*/ 19500 w 2915191"/>
                <a:gd name="connsiteY2" fmla="*/ 245325 h 627147"/>
                <a:gd name="connsiteX3" fmla="*/ 29250 w 2915191"/>
                <a:gd name="connsiteY3" fmla="*/ 263500 h 627147"/>
                <a:gd name="connsiteX4" fmla="*/ 39000 w 2915191"/>
                <a:gd name="connsiteY4" fmla="*/ 240282 h 627147"/>
                <a:gd name="connsiteX5" fmla="*/ 48749 w 2915191"/>
                <a:gd name="connsiteY5" fmla="*/ 241299 h 627147"/>
                <a:gd name="connsiteX6" fmla="*/ 58499 w 2915191"/>
                <a:gd name="connsiteY6" fmla="*/ 227674 h 627147"/>
                <a:gd name="connsiteX7" fmla="*/ 68249 w 2915191"/>
                <a:gd name="connsiteY7" fmla="*/ 196527 h 627147"/>
                <a:gd name="connsiteX8" fmla="*/ 77998 w 2915191"/>
                <a:gd name="connsiteY8" fmla="*/ 195129 h 627147"/>
                <a:gd name="connsiteX9" fmla="*/ 87748 w 2915191"/>
                <a:gd name="connsiteY9" fmla="*/ 218202 h 627147"/>
                <a:gd name="connsiteX10" fmla="*/ 97497 w 2915191"/>
                <a:gd name="connsiteY10" fmla="*/ 212504 h 627147"/>
                <a:gd name="connsiteX11" fmla="*/ 107247 w 2915191"/>
                <a:gd name="connsiteY11" fmla="*/ 174670 h 627147"/>
                <a:gd name="connsiteX12" fmla="*/ 116997 w 2915191"/>
                <a:gd name="connsiteY12" fmla="*/ 148567 h 627147"/>
                <a:gd name="connsiteX13" fmla="*/ 126747 w 2915191"/>
                <a:gd name="connsiteY13" fmla="*/ 157172 h 627147"/>
                <a:gd name="connsiteX14" fmla="*/ 136497 w 2915191"/>
                <a:gd name="connsiteY14" fmla="*/ 124593 h 627147"/>
                <a:gd name="connsiteX15" fmla="*/ 146247 w 2915191"/>
                <a:gd name="connsiteY15" fmla="*/ 133602 h 627147"/>
                <a:gd name="connsiteX16" fmla="*/ 155997 w 2915191"/>
                <a:gd name="connsiteY16" fmla="*/ 135609 h 627147"/>
                <a:gd name="connsiteX17" fmla="*/ 165747 w 2915191"/>
                <a:gd name="connsiteY17" fmla="*/ 122519 h 627147"/>
                <a:gd name="connsiteX18" fmla="*/ 175497 w 2915191"/>
                <a:gd name="connsiteY18" fmla="*/ 150314 h 627147"/>
                <a:gd name="connsiteX19" fmla="*/ 185247 w 2915191"/>
                <a:gd name="connsiteY19" fmla="*/ 149277 h 627147"/>
                <a:gd name="connsiteX20" fmla="*/ 194996 w 2915191"/>
                <a:gd name="connsiteY20" fmla="*/ 180486 h 627147"/>
                <a:gd name="connsiteX21" fmla="*/ 204746 w 2915191"/>
                <a:gd name="connsiteY21" fmla="*/ 203194 h 627147"/>
                <a:gd name="connsiteX22" fmla="*/ 214495 w 2915191"/>
                <a:gd name="connsiteY22" fmla="*/ 184169 h 627147"/>
                <a:gd name="connsiteX23" fmla="*/ 224245 w 2915191"/>
                <a:gd name="connsiteY23" fmla="*/ 193649 h 627147"/>
                <a:gd name="connsiteX24" fmla="*/ 233995 w 2915191"/>
                <a:gd name="connsiteY24" fmla="*/ 186277 h 627147"/>
                <a:gd name="connsiteX25" fmla="*/ 243744 w 2915191"/>
                <a:gd name="connsiteY25" fmla="*/ 194728 h 627147"/>
                <a:gd name="connsiteX26" fmla="*/ 253494 w 2915191"/>
                <a:gd name="connsiteY26" fmla="*/ 180523 h 627147"/>
                <a:gd name="connsiteX27" fmla="*/ 263244 w 2915191"/>
                <a:gd name="connsiteY27" fmla="*/ 193201 h 627147"/>
                <a:gd name="connsiteX28" fmla="*/ 272994 w 2915191"/>
                <a:gd name="connsiteY28" fmla="*/ 172876 h 627147"/>
                <a:gd name="connsiteX29" fmla="*/ 282744 w 2915191"/>
                <a:gd name="connsiteY29" fmla="*/ 177904 h 627147"/>
                <a:gd name="connsiteX30" fmla="*/ 292494 w 2915191"/>
                <a:gd name="connsiteY30" fmla="*/ 200356 h 627147"/>
                <a:gd name="connsiteX31" fmla="*/ 302244 w 2915191"/>
                <a:gd name="connsiteY31" fmla="*/ 183000 h 627147"/>
                <a:gd name="connsiteX32" fmla="*/ 311994 w 2915191"/>
                <a:gd name="connsiteY32" fmla="*/ 234859 h 627147"/>
                <a:gd name="connsiteX33" fmla="*/ 321744 w 2915191"/>
                <a:gd name="connsiteY33" fmla="*/ 230200 h 627147"/>
                <a:gd name="connsiteX34" fmla="*/ 331493 w 2915191"/>
                <a:gd name="connsiteY34" fmla="*/ 218391 h 627147"/>
                <a:gd name="connsiteX35" fmla="*/ 341243 w 2915191"/>
                <a:gd name="connsiteY35" fmla="*/ 220684 h 627147"/>
                <a:gd name="connsiteX36" fmla="*/ 350993 w 2915191"/>
                <a:gd name="connsiteY36" fmla="*/ 182080 h 627147"/>
                <a:gd name="connsiteX37" fmla="*/ 360742 w 2915191"/>
                <a:gd name="connsiteY37" fmla="*/ 167943 h 627147"/>
                <a:gd name="connsiteX38" fmla="*/ 370492 w 2915191"/>
                <a:gd name="connsiteY38" fmla="*/ 168624 h 627147"/>
                <a:gd name="connsiteX39" fmla="*/ 380241 w 2915191"/>
                <a:gd name="connsiteY39" fmla="*/ 166299 h 627147"/>
                <a:gd name="connsiteX40" fmla="*/ 389991 w 2915191"/>
                <a:gd name="connsiteY40" fmla="*/ 144937 h 627147"/>
                <a:gd name="connsiteX41" fmla="*/ 399741 w 2915191"/>
                <a:gd name="connsiteY41" fmla="*/ 187721 h 627147"/>
                <a:gd name="connsiteX42" fmla="*/ 409491 w 2915191"/>
                <a:gd name="connsiteY42" fmla="*/ 143069 h 627147"/>
                <a:gd name="connsiteX43" fmla="*/ 419241 w 2915191"/>
                <a:gd name="connsiteY43" fmla="*/ 146955 h 627147"/>
                <a:gd name="connsiteX44" fmla="*/ 428991 w 2915191"/>
                <a:gd name="connsiteY44" fmla="*/ 132284 h 627147"/>
                <a:gd name="connsiteX45" fmla="*/ 438741 w 2915191"/>
                <a:gd name="connsiteY45" fmla="*/ 116555 h 627147"/>
                <a:gd name="connsiteX46" fmla="*/ 448491 w 2915191"/>
                <a:gd name="connsiteY46" fmla="*/ 87536 h 627147"/>
                <a:gd name="connsiteX47" fmla="*/ 458241 w 2915191"/>
                <a:gd name="connsiteY47" fmla="*/ 70787 h 627147"/>
                <a:gd name="connsiteX48" fmla="*/ 467991 w 2915191"/>
                <a:gd name="connsiteY48" fmla="*/ 87155 h 627147"/>
                <a:gd name="connsiteX49" fmla="*/ 477740 w 2915191"/>
                <a:gd name="connsiteY49" fmla="*/ 61350 h 627147"/>
                <a:gd name="connsiteX50" fmla="*/ 487490 w 2915191"/>
                <a:gd name="connsiteY50" fmla="*/ 54247 h 627147"/>
                <a:gd name="connsiteX51" fmla="*/ 497239 w 2915191"/>
                <a:gd name="connsiteY51" fmla="*/ 59322 h 627147"/>
                <a:gd name="connsiteX52" fmla="*/ 506989 w 2915191"/>
                <a:gd name="connsiteY52" fmla="*/ 83613 h 627147"/>
                <a:gd name="connsiteX53" fmla="*/ 516738 w 2915191"/>
                <a:gd name="connsiteY53" fmla="*/ 86721 h 627147"/>
                <a:gd name="connsiteX54" fmla="*/ 526488 w 2915191"/>
                <a:gd name="connsiteY54" fmla="*/ 54085 h 627147"/>
                <a:gd name="connsiteX55" fmla="*/ 536238 w 2915191"/>
                <a:gd name="connsiteY55" fmla="*/ 77956 h 627147"/>
                <a:gd name="connsiteX56" fmla="*/ 545988 w 2915191"/>
                <a:gd name="connsiteY56" fmla="*/ 92223 h 627147"/>
                <a:gd name="connsiteX57" fmla="*/ 555738 w 2915191"/>
                <a:gd name="connsiteY57" fmla="*/ 75870 h 627147"/>
                <a:gd name="connsiteX58" fmla="*/ 565488 w 2915191"/>
                <a:gd name="connsiteY58" fmla="*/ 93476 h 627147"/>
                <a:gd name="connsiteX59" fmla="*/ 575238 w 2915191"/>
                <a:gd name="connsiteY59" fmla="*/ 99667 h 627147"/>
                <a:gd name="connsiteX60" fmla="*/ 584988 w 2915191"/>
                <a:gd name="connsiteY60" fmla="*/ 95787 h 627147"/>
                <a:gd name="connsiteX61" fmla="*/ 594738 w 2915191"/>
                <a:gd name="connsiteY61" fmla="*/ 77647 h 627147"/>
                <a:gd name="connsiteX62" fmla="*/ 604488 w 2915191"/>
                <a:gd name="connsiteY62" fmla="*/ 76450 h 627147"/>
                <a:gd name="connsiteX63" fmla="*/ 614237 w 2915191"/>
                <a:gd name="connsiteY63" fmla="*/ 92348 h 627147"/>
                <a:gd name="connsiteX64" fmla="*/ 623987 w 2915191"/>
                <a:gd name="connsiteY64" fmla="*/ 76833 h 627147"/>
                <a:gd name="connsiteX65" fmla="*/ 633736 w 2915191"/>
                <a:gd name="connsiteY65" fmla="*/ 81651 h 627147"/>
                <a:gd name="connsiteX66" fmla="*/ 643486 w 2915191"/>
                <a:gd name="connsiteY66" fmla="*/ 109612 h 627147"/>
                <a:gd name="connsiteX67" fmla="*/ 653236 w 2915191"/>
                <a:gd name="connsiteY67" fmla="*/ 129398 h 627147"/>
                <a:gd name="connsiteX68" fmla="*/ 662985 w 2915191"/>
                <a:gd name="connsiteY68" fmla="*/ 149940 h 627147"/>
                <a:gd name="connsiteX69" fmla="*/ 672735 w 2915191"/>
                <a:gd name="connsiteY69" fmla="*/ 144194 h 627147"/>
                <a:gd name="connsiteX70" fmla="*/ 682485 w 2915191"/>
                <a:gd name="connsiteY70" fmla="*/ 149115 h 627147"/>
                <a:gd name="connsiteX71" fmla="*/ 692235 w 2915191"/>
                <a:gd name="connsiteY71" fmla="*/ 152756 h 627147"/>
                <a:gd name="connsiteX72" fmla="*/ 701985 w 2915191"/>
                <a:gd name="connsiteY72" fmla="*/ 172019 h 627147"/>
                <a:gd name="connsiteX73" fmla="*/ 711735 w 2915191"/>
                <a:gd name="connsiteY73" fmla="*/ 180824 h 627147"/>
                <a:gd name="connsiteX74" fmla="*/ 721485 w 2915191"/>
                <a:gd name="connsiteY74" fmla="*/ 217215 h 627147"/>
                <a:gd name="connsiteX75" fmla="*/ 731235 w 2915191"/>
                <a:gd name="connsiteY75" fmla="*/ 194694 h 627147"/>
                <a:gd name="connsiteX76" fmla="*/ 740985 w 2915191"/>
                <a:gd name="connsiteY76" fmla="*/ 214752 h 627147"/>
                <a:gd name="connsiteX77" fmla="*/ 750734 w 2915191"/>
                <a:gd name="connsiteY77" fmla="*/ 221382 h 627147"/>
                <a:gd name="connsiteX78" fmla="*/ 760484 w 2915191"/>
                <a:gd name="connsiteY78" fmla="*/ 212090 h 627147"/>
                <a:gd name="connsiteX79" fmla="*/ 770233 w 2915191"/>
                <a:gd name="connsiteY79" fmla="*/ 237125 h 627147"/>
                <a:gd name="connsiteX80" fmla="*/ 779983 w 2915191"/>
                <a:gd name="connsiteY80" fmla="*/ 230304 h 627147"/>
                <a:gd name="connsiteX81" fmla="*/ 789733 w 2915191"/>
                <a:gd name="connsiteY81" fmla="*/ 211996 h 627147"/>
                <a:gd name="connsiteX82" fmla="*/ 799482 w 2915191"/>
                <a:gd name="connsiteY82" fmla="*/ 208078 h 627147"/>
                <a:gd name="connsiteX83" fmla="*/ 809232 w 2915191"/>
                <a:gd name="connsiteY83" fmla="*/ 183935 h 627147"/>
                <a:gd name="connsiteX84" fmla="*/ 818982 w 2915191"/>
                <a:gd name="connsiteY84" fmla="*/ 186047 h 627147"/>
                <a:gd name="connsiteX85" fmla="*/ 828732 w 2915191"/>
                <a:gd name="connsiteY85" fmla="*/ 179257 h 627147"/>
                <a:gd name="connsiteX86" fmla="*/ 838482 w 2915191"/>
                <a:gd name="connsiteY86" fmla="*/ 186754 h 627147"/>
                <a:gd name="connsiteX87" fmla="*/ 848232 w 2915191"/>
                <a:gd name="connsiteY87" fmla="*/ 168002 h 627147"/>
                <a:gd name="connsiteX88" fmla="*/ 857982 w 2915191"/>
                <a:gd name="connsiteY88" fmla="*/ 206017 h 627147"/>
                <a:gd name="connsiteX89" fmla="*/ 867732 w 2915191"/>
                <a:gd name="connsiteY89" fmla="*/ 224131 h 627147"/>
                <a:gd name="connsiteX90" fmla="*/ 877482 w 2915191"/>
                <a:gd name="connsiteY90" fmla="*/ 251146 h 627147"/>
                <a:gd name="connsiteX91" fmla="*/ 887231 w 2915191"/>
                <a:gd name="connsiteY91" fmla="*/ 246301 h 627147"/>
                <a:gd name="connsiteX92" fmla="*/ 896981 w 2915191"/>
                <a:gd name="connsiteY92" fmla="*/ 235285 h 627147"/>
                <a:gd name="connsiteX93" fmla="*/ 906730 w 2915191"/>
                <a:gd name="connsiteY93" fmla="*/ 255759 h 627147"/>
                <a:gd name="connsiteX94" fmla="*/ 916480 w 2915191"/>
                <a:gd name="connsiteY94" fmla="*/ 264004 h 627147"/>
                <a:gd name="connsiteX95" fmla="*/ 926230 w 2915191"/>
                <a:gd name="connsiteY95" fmla="*/ 262879 h 627147"/>
                <a:gd name="connsiteX96" fmla="*/ 935979 w 2915191"/>
                <a:gd name="connsiteY96" fmla="*/ 269406 h 627147"/>
                <a:gd name="connsiteX97" fmla="*/ 945729 w 2915191"/>
                <a:gd name="connsiteY97" fmla="*/ 269332 h 627147"/>
                <a:gd name="connsiteX98" fmla="*/ 955479 w 2915191"/>
                <a:gd name="connsiteY98" fmla="*/ 253977 h 627147"/>
                <a:gd name="connsiteX99" fmla="*/ 965229 w 2915191"/>
                <a:gd name="connsiteY99" fmla="*/ 220967 h 627147"/>
                <a:gd name="connsiteX100" fmla="*/ 974979 w 2915191"/>
                <a:gd name="connsiteY100" fmla="*/ 233488 h 627147"/>
                <a:gd name="connsiteX101" fmla="*/ 984729 w 2915191"/>
                <a:gd name="connsiteY101" fmla="*/ 215858 h 627147"/>
                <a:gd name="connsiteX102" fmla="*/ 994474 w 2915191"/>
                <a:gd name="connsiteY102" fmla="*/ 218845 h 627147"/>
                <a:gd name="connsiteX103" fmla="*/ 1004233 w 2915191"/>
                <a:gd name="connsiteY103" fmla="*/ 235344 h 627147"/>
                <a:gd name="connsiteX104" fmla="*/ 1013977 w 2915191"/>
                <a:gd name="connsiteY104" fmla="*/ 212352 h 627147"/>
                <a:gd name="connsiteX105" fmla="*/ 1023721 w 2915191"/>
                <a:gd name="connsiteY105" fmla="*/ 220100 h 627147"/>
                <a:gd name="connsiteX106" fmla="*/ 1033480 w 2915191"/>
                <a:gd name="connsiteY106" fmla="*/ 245140 h 627147"/>
                <a:gd name="connsiteX107" fmla="*/ 1043224 w 2915191"/>
                <a:gd name="connsiteY107" fmla="*/ 282760 h 627147"/>
                <a:gd name="connsiteX108" fmla="*/ 1052983 w 2915191"/>
                <a:gd name="connsiteY108" fmla="*/ 284520 h 627147"/>
                <a:gd name="connsiteX109" fmla="*/ 1062727 w 2915191"/>
                <a:gd name="connsiteY109" fmla="*/ 259615 h 627147"/>
                <a:gd name="connsiteX110" fmla="*/ 1072471 w 2915191"/>
                <a:gd name="connsiteY110" fmla="*/ 255002 h 627147"/>
                <a:gd name="connsiteX111" fmla="*/ 1082230 w 2915191"/>
                <a:gd name="connsiteY111" fmla="*/ 248248 h 627147"/>
                <a:gd name="connsiteX112" fmla="*/ 1091973 w 2915191"/>
                <a:gd name="connsiteY112" fmla="*/ 236112 h 627147"/>
                <a:gd name="connsiteX113" fmla="*/ 1101732 w 2915191"/>
                <a:gd name="connsiteY113" fmla="*/ 246812 h 627147"/>
                <a:gd name="connsiteX114" fmla="*/ 1111476 w 2915191"/>
                <a:gd name="connsiteY114" fmla="*/ 250193 h 627147"/>
                <a:gd name="connsiteX115" fmla="*/ 1121220 w 2915191"/>
                <a:gd name="connsiteY115" fmla="*/ 257223 h 627147"/>
                <a:gd name="connsiteX116" fmla="*/ 1130979 w 2915191"/>
                <a:gd name="connsiteY116" fmla="*/ 265796 h 627147"/>
                <a:gd name="connsiteX117" fmla="*/ 1140723 w 2915191"/>
                <a:gd name="connsiteY117" fmla="*/ 210445 h 627147"/>
                <a:gd name="connsiteX118" fmla="*/ 1150482 w 2915191"/>
                <a:gd name="connsiteY118" fmla="*/ 216458 h 627147"/>
                <a:gd name="connsiteX119" fmla="*/ 1160226 w 2915191"/>
                <a:gd name="connsiteY119" fmla="*/ 236982 h 627147"/>
                <a:gd name="connsiteX120" fmla="*/ 1169969 w 2915191"/>
                <a:gd name="connsiteY120" fmla="*/ 194925 h 627147"/>
                <a:gd name="connsiteX121" fmla="*/ 1179728 w 2915191"/>
                <a:gd name="connsiteY121" fmla="*/ 171945 h 627147"/>
                <a:gd name="connsiteX122" fmla="*/ 1189472 w 2915191"/>
                <a:gd name="connsiteY122" fmla="*/ 157755 h 627147"/>
                <a:gd name="connsiteX123" fmla="*/ 1199231 w 2915191"/>
                <a:gd name="connsiteY123" fmla="*/ 152642 h 627147"/>
                <a:gd name="connsiteX124" fmla="*/ 1208975 w 2915191"/>
                <a:gd name="connsiteY124" fmla="*/ 152793 h 627147"/>
                <a:gd name="connsiteX125" fmla="*/ 1218719 w 2915191"/>
                <a:gd name="connsiteY125" fmla="*/ 144455 h 627147"/>
                <a:gd name="connsiteX126" fmla="*/ 1228478 w 2915191"/>
                <a:gd name="connsiteY126" fmla="*/ 127871 h 627147"/>
                <a:gd name="connsiteX127" fmla="*/ 1238222 w 2915191"/>
                <a:gd name="connsiteY127" fmla="*/ 130929 h 627147"/>
                <a:gd name="connsiteX128" fmla="*/ 1247966 w 2915191"/>
                <a:gd name="connsiteY128" fmla="*/ 157394 h 627147"/>
                <a:gd name="connsiteX129" fmla="*/ 1257725 w 2915191"/>
                <a:gd name="connsiteY129" fmla="*/ 147922 h 627147"/>
                <a:gd name="connsiteX130" fmla="*/ 1267469 w 2915191"/>
                <a:gd name="connsiteY130" fmla="*/ 152583 h 627147"/>
                <a:gd name="connsiteX131" fmla="*/ 1277227 w 2915191"/>
                <a:gd name="connsiteY131" fmla="*/ 196698 h 627147"/>
                <a:gd name="connsiteX132" fmla="*/ 1286971 w 2915191"/>
                <a:gd name="connsiteY132" fmla="*/ 199308 h 627147"/>
                <a:gd name="connsiteX133" fmla="*/ 1296715 w 2915191"/>
                <a:gd name="connsiteY133" fmla="*/ 169106 h 627147"/>
                <a:gd name="connsiteX134" fmla="*/ 1306474 w 2915191"/>
                <a:gd name="connsiteY134" fmla="*/ 202888 h 627147"/>
                <a:gd name="connsiteX135" fmla="*/ 1316218 w 2915191"/>
                <a:gd name="connsiteY135" fmla="*/ 175622 h 627147"/>
                <a:gd name="connsiteX136" fmla="*/ 1325977 w 2915191"/>
                <a:gd name="connsiteY136" fmla="*/ 169105 h 627147"/>
                <a:gd name="connsiteX137" fmla="*/ 1335721 w 2915191"/>
                <a:gd name="connsiteY137" fmla="*/ 168484 h 627147"/>
                <a:gd name="connsiteX138" fmla="*/ 1345465 w 2915191"/>
                <a:gd name="connsiteY138" fmla="*/ 124372 h 627147"/>
                <a:gd name="connsiteX139" fmla="*/ 1355224 w 2915191"/>
                <a:gd name="connsiteY139" fmla="*/ 146677 h 627147"/>
                <a:gd name="connsiteX140" fmla="*/ 1364967 w 2915191"/>
                <a:gd name="connsiteY140" fmla="*/ 155358 h 627147"/>
                <a:gd name="connsiteX141" fmla="*/ 1374726 w 2915191"/>
                <a:gd name="connsiteY141" fmla="*/ 186221 h 627147"/>
                <a:gd name="connsiteX142" fmla="*/ 1384470 w 2915191"/>
                <a:gd name="connsiteY142" fmla="*/ 180987 h 627147"/>
                <a:gd name="connsiteX143" fmla="*/ 1394214 w 2915191"/>
                <a:gd name="connsiteY143" fmla="*/ 176805 h 627147"/>
                <a:gd name="connsiteX144" fmla="*/ 1403973 w 2915191"/>
                <a:gd name="connsiteY144" fmla="*/ 203081 h 627147"/>
                <a:gd name="connsiteX145" fmla="*/ 1413717 w 2915191"/>
                <a:gd name="connsiteY145" fmla="*/ 208240 h 627147"/>
                <a:gd name="connsiteX146" fmla="*/ 1423476 w 2915191"/>
                <a:gd name="connsiteY146" fmla="*/ 209468 h 627147"/>
                <a:gd name="connsiteX147" fmla="*/ 1433220 w 2915191"/>
                <a:gd name="connsiteY147" fmla="*/ 204827 h 627147"/>
                <a:gd name="connsiteX148" fmla="*/ 1442964 w 2915191"/>
                <a:gd name="connsiteY148" fmla="*/ 242322 h 627147"/>
                <a:gd name="connsiteX149" fmla="*/ 1452722 w 2915191"/>
                <a:gd name="connsiteY149" fmla="*/ 225633 h 627147"/>
                <a:gd name="connsiteX150" fmla="*/ 1462466 w 2915191"/>
                <a:gd name="connsiteY150" fmla="*/ 219787 h 627147"/>
                <a:gd name="connsiteX151" fmla="*/ 1472225 w 2915191"/>
                <a:gd name="connsiteY151" fmla="*/ 213388 h 627147"/>
                <a:gd name="connsiteX152" fmla="*/ 1481969 w 2915191"/>
                <a:gd name="connsiteY152" fmla="*/ 184575 h 627147"/>
                <a:gd name="connsiteX153" fmla="*/ 1491713 w 2915191"/>
                <a:gd name="connsiteY153" fmla="*/ 216290 h 627147"/>
                <a:gd name="connsiteX154" fmla="*/ 1501472 w 2915191"/>
                <a:gd name="connsiteY154" fmla="*/ 223446 h 627147"/>
                <a:gd name="connsiteX155" fmla="*/ 1511216 w 2915191"/>
                <a:gd name="connsiteY155" fmla="*/ 194681 h 627147"/>
                <a:gd name="connsiteX156" fmla="*/ 1520960 w 2915191"/>
                <a:gd name="connsiteY156" fmla="*/ 170759 h 627147"/>
                <a:gd name="connsiteX157" fmla="*/ 1530719 w 2915191"/>
                <a:gd name="connsiteY157" fmla="*/ 177989 h 627147"/>
                <a:gd name="connsiteX158" fmla="*/ 1540463 w 2915191"/>
                <a:gd name="connsiteY158" fmla="*/ 170583 h 627147"/>
                <a:gd name="connsiteX159" fmla="*/ 1550221 w 2915191"/>
                <a:gd name="connsiteY159" fmla="*/ 167907 h 627147"/>
                <a:gd name="connsiteX160" fmla="*/ 1559965 w 2915191"/>
                <a:gd name="connsiteY160" fmla="*/ 142971 h 627147"/>
                <a:gd name="connsiteX161" fmla="*/ 1569709 w 2915191"/>
                <a:gd name="connsiteY161" fmla="*/ 138970 h 627147"/>
                <a:gd name="connsiteX162" fmla="*/ 1579468 w 2915191"/>
                <a:gd name="connsiteY162" fmla="*/ 143066 h 627147"/>
                <a:gd name="connsiteX163" fmla="*/ 1589212 w 2915191"/>
                <a:gd name="connsiteY163" fmla="*/ 164032 h 627147"/>
                <a:gd name="connsiteX164" fmla="*/ 1598971 w 2915191"/>
                <a:gd name="connsiteY164" fmla="*/ 176569 h 627147"/>
                <a:gd name="connsiteX165" fmla="*/ 1608715 w 2915191"/>
                <a:gd name="connsiteY165" fmla="*/ 154435 h 627147"/>
                <a:gd name="connsiteX166" fmla="*/ 1618459 w 2915191"/>
                <a:gd name="connsiteY166" fmla="*/ 173275 h 627147"/>
                <a:gd name="connsiteX167" fmla="*/ 1628218 w 2915191"/>
                <a:gd name="connsiteY167" fmla="*/ 160554 h 627147"/>
                <a:gd name="connsiteX168" fmla="*/ 1637962 w 2915191"/>
                <a:gd name="connsiteY168" fmla="*/ 139210 h 627147"/>
                <a:gd name="connsiteX169" fmla="*/ 1647720 w 2915191"/>
                <a:gd name="connsiteY169" fmla="*/ 167307 h 627147"/>
                <a:gd name="connsiteX170" fmla="*/ 1657464 w 2915191"/>
                <a:gd name="connsiteY170" fmla="*/ 191565 h 627147"/>
                <a:gd name="connsiteX171" fmla="*/ 1667208 w 2915191"/>
                <a:gd name="connsiteY171" fmla="*/ 196728 h 627147"/>
                <a:gd name="connsiteX172" fmla="*/ 1676967 w 2915191"/>
                <a:gd name="connsiteY172" fmla="*/ 165918 h 627147"/>
                <a:gd name="connsiteX173" fmla="*/ 1686711 w 2915191"/>
                <a:gd name="connsiteY173" fmla="*/ 177401 h 627147"/>
                <a:gd name="connsiteX174" fmla="*/ 1696470 w 2915191"/>
                <a:gd name="connsiteY174" fmla="*/ 144291 h 627147"/>
                <a:gd name="connsiteX175" fmla="*/ 1706214 w 2915191"/>
                <a:gd name="connsiteY175" fmla="*/ 140123 h 627147"/>
                <a:gd name="connsiteX176" fmla="*/ 1715958 w 2915191"/>
                <a:gd name="connsiteY176" fmla="*/ 114105 h 627147"/>
                <a:gd name="connsiteX177" fmla="*/ 1725716 w 2915191"/>
                <a:gd name="connsiteY177" fmla="*/ 91046 h 627147"/>
                <a:gd name="connsiteX178" fmla="*/ 1735460 w 2915191"/>
                <a:gd name="connsiteY178" fmla="*/ 90699 h 627147"/>
                <a:gd name="connsiteX179" fmla="*/ 1745219 w 2915191"/>
                <a:gd name="connsiteY179" fmla="*/ 74237 h 627147"/>
                <a:gd name="connsiteX180" fmla="*/ 1754963 w 2915191"/>
                <a:gd name="connsiteY180" fmla="*/ 56267 h 627147"/>
                <a:gd name="connsiteX181" fmla="*/ 1764707 w 2915191"/>
                <a:gd name="connsiteY181" fmla="*/ 46482 h 627147"/>
                <a:gd name="connsiteX182" fmla="*/ 1774466 w 2915191"/>
                <a:gd name="connsiteY182" fmla="*/ 68133 h 627147"/>
                <a:gd name="connsiteX183" fmla="*/ 1784210 w 2915191"/>
                <a:gd name="connsiteY183" fmla="*/ 58061 h 627147"/>
                <a:gd name="connsiteX184" fmla="*/ 1793969 w 2915191"/>
                <a:gd name="connsiteY184" fmla="*/ 48240 h 627147"/>
                <a:gd name="connsiteX185" fmla="*/ 1803713 w 2915191"/>
                <a:gd name="connsiteY185" fmla="*/ 67848 h 627147"/>
                <a:gd name="connsiteX186" fmla="*/ 1813457 w 2915191"/>
                <a:gd name="connsiteY186" fmla="*/ 46997 h 627147"/>
                <a:gd name="connsiteX187" fmla="*/ 1823215 w 2915191"/>
                <a:gd name="connsiteY187" fmla="*/ 10079 h 627147"/>
                <a:gd name="connsiteX188" fmla="*/ 1832959 w 2915191"/>
                <a:gd name="connsiteY188" fmla="*/ 0 h 627147"/>
                <a:gd name="connsiteX189" fmla="*/ 1842703 w 2915191"/>
                <a:gd name="connsiteY189" fmla="*/ 15879 h 627147"/>
                <a:gd name="connsiteX190" fmla="*/ 1852462 w 2915191"/>
                <a:gd name="connsiteY190" fmla="*/ 36449 h 627147"/>
                <a:gd name="connsiteX191" fmla="*/ 1862206 w 2915191"/>
                <a:gd name="connsiteY191" fmla="*/ 47867 h 627147"/>
                <a:gd name="connsiteX192" fmla="*/ 1871965 w 2915191"/>
                <a:gd name="connsiteY192" fmla="*/ 54713 h 627147"/>
                <a:gd name="connsiteX193" fmla="*/ 1881709 w 2915191"/>
                <a:gd name="connsiteY193" fmla="*/ 11231 h 627147"/>
                <a:gd name="connsiteX194" fmla="*/ 1891453 w 2915191"/>
                <a:gd name="connsiteY194" fmla="*/ 44786 h 627147"/>
                <a:gd name="connsiteX195" fmla="*/ 1901212 w 2915191"/>
                <a:gd name="connsiteY195" fmla="*/ 51631 h 627147"/>
                <a:gd name="connsiteX196" fmla="*/ 1910956 w 2915191"/>
                <a:gd name="connsiteY196" fmla="*/ 35342 h 627147"/>
                <a:gd name="connsiteX197" fmla="*/ 1920714 w 2915191"/>
                <a:gd name="connsiteY197" fmla="*/ 77023 h 627147"/>
                <a:gd name="connsiteX198" fmla="*/ 1930458 w 2915191"/>
                <a:gd name="connsiteY198" fmla="*/ 28487 h 627147"/>
                <a:gd name="connsiteX199" fmla="*/ 1940202 w 2915191"/>
                <a:gd name="connsiteY199" fmla="*/ 11501 h 627147"/>
                <a:gd name="connsiteX200" fmla="*/ 1949961 w 2915191"/>
                <a:gd name="connsiteY200" fmla="*/ 57802 h 627147"/>
                <a:gd name="connsiteX201" fmla="*/ 1959705 w 2915191"/>
                <a:gd name="connsiteY201" fmla="*/ 37505 h 627147"/>
                <a:gd name="connsiteX202" fmla="*/ 1969464 w 2915191"/>
                <a:gd name="connsiteY202" fmla="*/ 64511 h 627147"/>
                <a:gd name="connsiteX203" fmla="*/ 1979208 w 2915191"/>
                <a:gd name="connsiteY203" fmla="*/ 75907 h 627147"/>
                <a:gd name="connsiteX204" fmla="*/ 1988952 w 2915191"/>
                <a:gd name="connsiteY204" fmla="*/ 101537 h 627147"/>
                <a:gd name="connsiteX205" fmla="*/ 1998711 w 2915191"/>
                <a:gd name="connsiteY205" fmla="*/ 110968 h 627147"/>
                <a:gd name="connsiteX206" fmla="*/ 2008454 w 2915191"/>
                <a:gd name="connsiteY206" fmla="*/ 104431 h 627147"/>
                <a:gd name="connsiteX207" fmla="*/ 2018213 w 2915191"/>
                <a:gd name="connsiteY207" fmla="*/ 103046 h 627147"/>
                <a:gd name="connsiteX208" fmla="*/ 2027957 w 2915191"/>
                <a:gd name="connsiteY208" fmla="*/ 135609 h 627147"/>
                <a:gd name="connsiteX209" fmla="*/ 2037701 w 2915191"/>
                <a:gd name="connsiteY209" fmla="*/ 102128 h 627147"/>
                <a:gd name="connsiteX210" fmla="*/ 2047460 w 2915191"/>
                <a:gd name="connsiteY210" fmla="*/ 91943 h 627147"/>
                <a:gd name="connsiteX211" fmla="*/ 2057204 w 2915191"/>
                <a:gd name="connsiteY211" fmla="*/ 112641 h 627147"/>
                <a:gd name="connsiteX212" fmla="*/ 2066963 w 2915191"/>
                <a:gd name="connsiteY212" fmla="*/ 107428 h 627147"/>
                <a:gd name="connsiteX213" fmla="*/ 2076707 w 2915191"/>
                <a:gd name="connsiteY213" fmla="*/ 100389 h 627147"/>
                <a:gd name="connsiteX214" fmla="*/ 2086451 w 2915191"/>
                <a:gd name="connsiteY214" fmla="*/ 149239 h 627147"/>
                <a:gd name="connsiteX215" fmla="*/ 2096210 w 2915191"/>
                <a:gd name="connsiteY215" fmla="*/ 173193 h 627147"/>
                <a:gd name="connsiteX216" fmla="*/ 2105954 w 2915191"/>
                <a:gd name="connsiteY216" fmla="*/ 185121 h 627147"/>
                <a:gd name="connsiteX217" fmla="*/ 2115697 w 2915191"/>
                <a:gd name="connsiteY217" fmla="*/ 197961 h 627147"/>
                <a:gd name="connsiteX218" fmla="*/ 2125456 w 2915191"/>
                <a:gd name="connsiteY218" fmla="*/ 178178 h 627147"/>
                <a:gd name="connsiteX219" fmla="*/ 2135200 w 2915191"/>
                <a:gd name="connsiteY219" fmla="*/ 182602 h 627147"/>
                <a:gd name="connsiteX220" fmla="*/ 2144959 w 2915191"/>
                <a:gd name="connsiteY220" fmla="*/ 218479 h 627147"/>
                <a:gd name="connsiteX221" fmla="*/ 2154703 w 2915191"/>
                <a:gd name="connsiteY221" fmla="*/ 240553 h 627147"/>
                <a:gd name="connsiteX222" fmla="*/ 2164447 w 2915191"/>
                <a:gd name="connsiteY222" fmla="*/ 253113 h 627147"/>
                <a:gd name="connsiteX223" fmla="*/ 2174206 w 2915191"/>
                <a:gd name="connsiteY223" fmla="*/ 236643 h 627147"/>
                <a:gd name="connsiteX224" fmla="*/ 2183950 w 2915191"/>
                <a:gd name="connsiteY224" fmla="*/ 242582 h 627147"/>
                <a:gd name="connsiteX225" fmla="*/ 2193709 w 2915191"/>
                <a:gd name="connsiteY225" fmla="*/ 247326 h 627147"/>
                <a:gd name="connsiteX226" fmla="*/ 2203452 w 2915191"/>
                <a:gd name="connsiteY226" fmla="*/ 207675 h 627147"/>
                <a:gd name="connsiteX227" fmla="*/ 2213196 w 2915191"/>
                <a:gd name="connsiteY227" fmla="*/ 205792 h 627147"/>
                <a:gd name="connsiteX228" fmla="*/ 2222955 w 2915191"/>
                <a:gd name="connsiteY228" fmla="*/ 219218 h 627147"/>
                <a:gd name="connsiteX229" fmla="*/ 2232699 w 2915191"/>
                <a:gd name="connsiteY229" fmla="*/ 251478 h 627147"/>
                <a:gd name="connsiteX230" fmla="*/ 2242458 w 2915191"/>
                <a:gd name="connsiteY230" fmla="*/ 273854 h 627147"/>
                <a:gd name="connsiteX231" fmla="*/ 2252202 w 2915191"/>
                <a:gd name="connsiteY231" fmla="*/ 294320 h 627147"/>
                <a:gd name="connsiteX232" fmla="*/ 2261946 w 2915191"/>
                <a:gd name="connsiteY232" fmla="*/ 321599 h 627147"/>
                <a:gd name="connsiteX233" fmla="*/ 2271705 w 2915191"/>
                <a:gd name="connsiteY233" fmla="*/ 344278 h 627147"/>
                <a:gd name="connsiteX234" fmla="*/ 2281449 w 2915191"/>
                <a:gd name="connsiteY234" fmla="*/ 312512 h 627147"/>
                <a:gd name="connsiteX235" fmla="*/ 2291208 w 2915191"/>
                <a:gd name="connsiteY235" fmla="*/ 305227 h 627147"/>
                <a:gd name="connsiteX236" fmla="*/ 2300951 w 2915191"/>
                <a:gd name="connsiteY236" fmla="*/ 297816 h 627147"/>
                <a:gd name="connsiteX237" fmla="*/ 2310695 w 2915191"/>
                <a:gd name="connsiteY237" fmla="*/ 278194 h 627147"/>
                <a:gd name="connsiteX238" fmla="*/ 2320454 w 2915191"/>
                <a:gd name="connsiteY238" fmla="*/ 279518 h 627147"/>
                <a:gd name="connsiteX239" fmla="*/ 2330198 w 2915191"/>
                <a:gd name="connsiteY239" fmla="*/ 288903 h 627147"/>
                <a:gd name="connsiteX240" fmla="*/ 2339957 w 2915191"/>
                <a:gd name="connsiteY240" fmla="*/ 287725 h 627147"/>
                <a:gd name="connsiteX241" fmla="*/ 2349701 w 2915191"/>
                <a:gd name="connsiteY241" fmla="*/ 294629 h 627147"/>
                <a:gd name="connsiteX242" fmla="*/ 2359445 w 2915191"/>
                <a:gd name="connsiteY242" fmla="*/ 327195 h 627147"/>
                <a:gd name="connsiteX243" fmla="*/ 2369204 w 2915191"/>
                <a:gd name="connsiteY243" fmla="*/ 319258 h 627147"/>
                <a:gd name="connsiteX244" fmla="*/ 2378948 w 2915191"/>
                <a:gd name="connsiteY244" fmla="*/ 319199 h 627147"/>
                <a:gd name="connsiteX245" fmla="*/ 2388692 w 2915191"/>
                <a:gd name="connsiteY245" fmla="*/ 335184 h 627147"/>
                <a:gd name="connsiteX246" fmla="*/ 2398450 w 2915191"/>
                <a:gd name="connsiteY246" fmla="*/ 274113 h 627147"/>
                <a:gd name="connsiteX247" fmla="*/ 2408194 w 2915191"/>
                <a:gd name="connsiteY247" fmla="*/ 276343 h 627147"/>
                <a:gd name="connsiteX248" fmla="*/ 2417953 w 2915191"/>
                <a:gd name="connsiteY248" fmla="*/ 318268 h 627147"/>
                <a:gd name="connsiteX249" fmla="*/ 2427697 w 2915191"/>
                <a:gd name="connsiteY249" fmla="*/ 333453 h 627147"/>
                <a:gd name="connsiteX250" fmla="*/ 2437441 w 2915191"/>
                <a:gd name="connsiteY250" fmla="*/ 322098 h 627147"/>
                <a:gd name="connsiteX251" fmla="*/ 2447200 w 2915191"/>
                <a:gd name="connsiteY251" fmla="*/ 341407 h 627147"/>
                <a:gd name="connsiteX252" fmla="*/ 2456944 w 2915191"/>
                <a:gd name="connsiteY252" fmla="*/ 364809 h 627147"/>
                <a:gd name="connsiteX253" fmla="*/ 2466703 w 2915191"/>
                <a:gd name="connsiteY253" fmla="*/ 395102 h 627147"/>
                <a:gd name="connsiteX254" fmla="*/ 2476446 w 2915191"/>
                <a:gd name="connsiteY254" fmla="*/ 433073 h 627147"/>
                <a:gd name="connsiteX255" fmla="*/ 2486190 w 2915191"/>
                <a:gd name="connsiteY255" fmla="*/ 440701 h 627147"/>
                <a:gd name="connsiteX256" fmla="*/ 2495949 w 2915191"/>
                <a:gd name="connsiteY256" fmla="*/ 435621 h 627147"/>
                <a:gd name="connsiteX257" fmla="*/ 2505693 w 2915191"/>
                <a:gd name="connsiteY257" fmla="*/ 456822 h 627147"/>
                <a:gd name="connsiteX258" fmla="*/ 2515452 w 2915191"/>
                <a:gd name="connsiteY258" fmla="*/ 445797 h 627147"/>
                <a:gd name="connsiteX259" fmla="*/ 2525196 w 2915191"/>
                <a:gd name="connsiteY259" fmla="*/ 419649 h 627147"/>
                <a:gd name="connsiteX260" fmla="*/ 2534940 w 2915191"/>
                <a:gd name="connsiteY260" fmla="*/ 394381 h 627147"/>
                <a:gd name="connsiteX261" fmla="*/ 2544699 w 2915191"/>
                <a:gd name="connsiteY261" fmla="*/ 433624 h 627147"/>
                <a:gd name="connsiteX262" fmla="*/ 2554443 w 2915191"/>
                <a:gd name="connsiteY262" fmla="*/ 410126 h 627147"/>
                <a:gd name="connsiteX263" fmla="*/ 2564202 w 2915191"/>
                <a:gd name="connsiteY263" fmla="*/ 455884 h 627147"/>
                <a:gd name="connsiteX264" fmla="*/ 2573946 w 2915191"/>
                <a:gd name="connsiteY264" fmla="*/ 430183 h 627147"/>
                <a:gd name="connsiteX265" fmla="*/ 2583690 w 2915191"/>
                <a:gd name="connsiteY265" fmla="*/ 433773 h 627147"/>
                <a:gd name="connsiteX266" fmla="*/ 2593448 w 2915191"/>
                <a:gd name="connsiteY266" fmla="*/ 488527 h 627147"/>
                <a:gd name="connsiteX267" fmla="*/ 2603192 w 2915191"/>
                <a:gd name="connsiteY267" fmla="*/ 486024 h 627147"/>
                <a:gd name="connsiteX268" fmla="*/ 2612951 w 2915191"/>
                <a:gd name="connsiteY268" fmla="*/ 486233 h 627147"/>
                <a:gd name="connsiteX269" fmla="*/ 2622695 w 2915191"/>
                <a:gd name="connsiteY269" fmla="*/ 476131 h 627147"/>
                <a:gd name="connsiteX270" fmla="*/ 2632439 w 2915191"/>
                <a:gd name="connsiteY270" fmla="*/ 511427 h 627147"/>
                <a:gd name="connsiteX271" fmla="*/ 2642198 w 2915191"/>
                <a:gd name="connsiteY271" fmla="*/ 501996 h 627147"/>
                <a:gd name="connsiteX272" fmla="*/ 2651942 w 2915191"/>
                <a:gd name="connsiteY272" fmla="*/ 504901 h 627147"/>
                <a:gd name="connsiteX273" fmla="*/ 2661685 w 2915191"/>
                <a:gd name="connsiteY273" fmla="*/ 491269 h 627147"/>
                <a:gd name="connsiteX274" fmla="*/ 2671444 w 2915191"/>
                <a:gd name="connsiteY274" fmla="*/ 516627 h 627147"/>
                <a:gd name="connsiteX275" fmla="*/ 2681188 w 2915191"/>
                <a:gd name="connsiteY275" fmla="*/ 535608 h 627147"/>
                <a:gd name="connsiteX276" fmla="*/ 2690947 w 2915191"/>
                <a:gd name="connsiteY276" fmla="*/ 546112 h 627147"/>
                <a:gd name="connsiteX277" fmla="*/ 2700691 w 2915191"/>
                <a:gd name="connsiteY277" fmla="*/ 552876 h 627147"/>
                <a:gd name="connsiteX278" fmla="*/ 2710435 w 2915191"/>
                <a:gd name="connsiteY278" fmla="*/ 550120 h 627147"/>
                <a:gd name="connsiteX279" fmla="*/ 2720194 w 2915191"/>
                <a:gd name="connsiteY279" fmla="*/ 552027 h 627147"/>
                <a:gd name="connsiteX280" fmla="*/ 2729938 w 2915191"/>
                <a:gd name="connsiteY280" fmla="*/ 534610 h 627147"/>
                <a:gd name="connsiteX281" fmla="*/ 2739697 w 2915191"/>
                <a:gd name="connsiteY281" fmla="*/ 546365 h 627147"/>
                <a:gd name="connsiteX282" fmla="*/ 2749441 w 2915191"/>
                <a:gd name="connsiteY282" fmla="*/ 541121 h 627147"/>
                <a:gd name="connsiteX283" fmla="*/ 2759185 w 2915191"/>
                <a:gd name="connsiteY283" fmla="*/ 541448 h 627147"/>
                <a:gd name="connsiteX284" fmla="*/ 2768943 w 2915191"/>
                <a:gd name="connsiteY284" fmla="*/ 604531 h 627147"/>
                <a:gd name="connsiteX285" fmla="*/ 2778687 w 2915191"/>
                <a:gd name="connsiteY285" fmla="*/ 581974 h 627147"/>
                <a:gd name="connsiteX286" fmla="*/ 2788446 w 2915191"/>
                <a:gd name="connsiteY286" fmla="*/ 540957 h 627147"/>
                <a:gd name="connsiteX287" fmla="*/ 2798190 w 2915191"/>
                <a:gd name="connsiteY287" fmla="*/ 544786 h 627147"/>
                <a:gd name="connsiteX288" fmla="*/ 2807934 w 2915191"/>
                <a:gd name="connsiteY288" fmla="*/ 557346 h 627147"/>
                <a:gd name="connsiteX289" fmla="*/ 2817693 w 2915191"/>
                <a:gd name="connsiteY289" fmla="*/ 536442 h 627147"/>
                <a:gd name="connsiteX290" fmla="*/ 2827437 w 2915191"/>
                <a:gd name="connsiteY290" fmla="*/ 575850 h 627147"/>
                <a:gd name="connsiteX291" fmla="*/ 2837196 w 2915191"/>
                <a:gd name="connsiteY291" fmla="*/ 544249 h 627147"/>
                <a:gd name="connsiteX292" fmla="*/ 2846940 w 2915191"/>
                <a:gd name="connsiteY292" fmla="*/ 584343 h 627147"/>
                <a:gd name="connsiteX293" fmla="*/ 2856684 w 2915191"/>
                <a:gd name="connsiteY293" fmla="*/ 575880 h 627147"/>
                <a:gd name="connsiteX294" fmla="*/ 2866442 w 2915191"/>
                <a:gd name="connsiteY294" fmla="*/ 605574 h 627147"/>
                <a:gd name="connsiteX295" fmla="*/ 2876186 w 2915191"/>
                <a:gd name="connsiteY295" fmla="*/ 627147 h 627147"/>
                <a:gd name="connsiteX296" fmla="*/ 2885945 w 2915191"/>
                <a:gd name="connsiteY296" fmla="*/ 577742 h 627147"/>
                <a:gd name="connsiteX297" fmla="*/ 2895689 w 2915191"/>
                <a:gd name="connsiteY297" fmla="*/ 592239 h 627147"/>
                <a:gd name="connsiteX298" fmla="*/ 2905433 w 2915191"/>
                <a:gd name="connsiteY298" fmla="*/ 595815 h 627147"/>
                <a:gd name="connsiteX299" fmla="*/ 2915192 w 2915191"/>
                <a:gd name="connsiteY299" fmla="*/ 605395 h 627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27147">
                  <a:moveTo>
                    <a:pt x="0" y="248071"/>
                  </a:moveTo>
                  <a:lnTo>
                    <a:pt x="9750" y="232004"/>
                  </a:lnTo>
                  <a:lnTo>
                    <a:pt x="19500" y="245325"/>
                  </a:lnTo>
                  <a:lnTo>
                    <a:pt x="29250" y="263500"/>
                  </a:lnTo>
                  <a:lnTo>
                    <a:pt x="39000" y="240282"/>
                  </a:lnTo>
                  <a:lnTo>
                    <a:pt x="48749" y="241299"/>
                  </a:lnTo>
                  <a:lnTo>
                    <a:pt x="58499" y="227674"/>
                  </a:lnTo>
                  <a:lnTo>
                    <a:pt x="68249" y="196527"/>
                  </a:lnTo>
                  <a:lnTo>
                    <a:pt x="77998" y="195129"/>
                  </a:lnTo>
                  <a:lnTo>
                    <a:pt x="87748" y="218202"/>
                  </a:lnTo>
                  <a:lnTo>
                    <a:pt x="97497" y="212504"/>
                  </a:lnTo>
                  <a:lnTo>
                    <a:pt x="107247" y="174670"/>
                  </a:lnTo>
                  <a:lnTo>
                    <a:pt x="116997" y="148567"/>
                  </a:lnTo>
                  <a:lnTo>
                    <a:pt x="126747" y="157172"/>
                  </a:lnTo>
                  <a:lnTo>
                    <a:pt x="136497" y="124593"/>
                  </a:lnTo>
                  <a:lnTo>
                    <a:pt x="146247" y="133602"/>
                  </a:lnTo>
                  <a:lnTo>
                    <a:pt x="155997" y="135609"/>
                  </a:lnTo>
                  <a:lnTo>
                    <a:pt x="165747" y="122519"/>
                  </a:lnTo>
                  <a:lnTo>
                    <a:pt x="175497" y="150314"/>
                  </a:lnTo>
                  <a:lnTo>
                    <a:pt x="185247" y="149277"/>
                  </a:lnTo>
                  <a:lnTo>
                    <a:pt x="194996" y="180486"/>
                  </a:lnTo>
                  <a:lnTo>
                    <a:pt x="204746" y="203194"/>
                  </a:lnTo>
                  <a:lnTo>
                    <a:pt x="214495" y="184169"/>
                  </a:lnTo>
                  <a:lnTo>
                    <a:pt x="224245" y="193649"/>
                  </a:lnTo>
                  <a:lnTo>
                    <a:pt x="233995" y="186277"/>
                  </a:lnTo>
                  <a:lnTo>
                    <a:pt x="243744" y="194728"/>
                  </a:lnTo>
                  <a:lnTo>
                    <a:pt x="253494" y="180523"/>
                  </a:lnTo>
                  <a:lnTo>
                    <a:pt x="263244" y="193201"/>
                  </a:lnTo>
                  <a:lnTo>
                    <a:pt x="272994" y="172876"/>
                  </a:lnTo>
                  <a:lnTo>
                    <a:pt x="282744" y="177904"/>
                  </a:lnTo>
                  <a:lnTo>
                    <a:pt x="292494" y="200356"/>
                  </a:lnTo>
                  <a:lnTo>
                    <a:pt x="302244" y="183000"/>
                  </a:lnTo>
                  <a:lnTo>
                    <a:pt x="311994" y="234859"/>
                  </a:lnTo>
                  <a:lnTo>
                    <a:pt x="321744" y="230200"/>
                  </a:lnTo>
                  <a:lnTo>
                    <a:pt x="331493" y="218391"/>
                  </a:lnTo>
                  <a:lnTo>
                    <a:pt x="341243" y="220684"/>
                  </a:lnTo>
                  <a:lnTo>
                    <a:pt x="350993" y="182080"/>
                  </a:lnTo>
                  <a:lnTo>
                    <a:pt x="360742" y="167943"/>
                  </a:lnTo>
                  <a:lnTo>
                    <a:pt x="370492" y="168624"/>
                  </a:lnTo>
                  <a:lnTo>
                    <a:pt x="380241" y="166299"/>
                  </a:lnTo>
                  <a:lnTo>
                    <a:pt x="389991" y="144937"/>
                  </a:lnTo>
                  <a:lnTo>
                    <a:pt x="399741" y="187721"/>
                  </a:lnTo>
                  <a:lnTo>
                    <a:pt x="409491" y="143069"/>
                  </a:lnTo>
                  <a:lnTo>
                    <a:pt x="419241" y="146955"/>
                  </a:lnTo>
                  <a:lnTo>
                    <a:pt x="428991" y="132284"/>
                  </a:lnTo>
                  <a:lnTo>
                    <a:pt x="438741" y="116555"/>
                  </a:lnTo>
                  <a:lnTo>
                    <a:pt x="448491" y="87536"/>
                  </a:lnTo>
                  <a:lnTo>
                    <a:pt x="458241" y="70787"/>
                  </a:lnTo>
                  <a:lnTo>
                    <a:pt x="467991" y="87155"/>
                  </a:lnTo>
                  <a:lnTo>
                    <a:pt x="477740" y="61350"/>
                  </a:lnTo>
                  <a:lnTo>
                    <a:pt x="487490" y="54247"/>
                  </a:lnTo>
                  <a:lnTo>
                    <a:pt x="497239" y="59322"/>
                  </a:lnTo>
                  <a:lnTo>
                    <a:pt x="506989" y="83613"/>
                  </a:lnTo>
                  <a:lnTo>
                    <a:pt x="516738" y="86721"/>
                  </a:lnTo>
                  <a:lnTo>
                    <a:pt x="526488" y="54085"/>
                  </a:lnTo>
                  <a:lnTo>
                    <a:pt x="536238" y="77956"/>
                  </a:lnTo>
                  <a:lnTo>
                    <a:pt x="545988" y="92223"/>
                  </a:lnTo>
                  <a:lnTo>
                    <a:pt x="555738" y="75870"/>
                  </a:lnTo>
                  <a:lnTo>
                    <a:pt x="565488" y="93476"/>
                  </a:lnTo>
                  <a:lnTo>
                    <a:pt x="575238" y="99667"/>
                  </a:lnTo>
                  <a:lnTo>
                    <a:pt x="584988" y="95787"/>
                  </a:lnTo>
                  <a:lnTo>
                    <a:pt x="594738" y="77647"/>
                  </a:lnTo>
                  <a:lnTo>
                    <a:pt x="604488" y="76450"/>
                  </a:lnTo>
                  <a:lnTo>
                    <a:pt x="614237" y="92348"/>
                  </a:lnTo>
                  <a:lnTo>
                    <a:pt x="623987" y="76833"/>
                  </a:lnTo>
                  <a:lnTo>
                    <a:pt x="633736" y="81651"/>
                  </a:lnTo>
                  <a:lnTo>
                    <a:pt x="643486" y="109612"/>
                  </a:lnTo>
                  <a:lnTo>
                    <a:pt x="653236" y="129398"/>
                  </a:lnTo>
                  <a:lnTo>
                    <a:pt x="662985" y="149940"/>
                  </a:lnTo>
                  <a:lnTo>
                    <a:pt x="672735" y="144194"/>
                  </a:lnTo>
                  <a:lnTo>
                    <a:pt x="682485" y="149115"/>
                  </a:lnTo>
                  <a:lnTo>
                    <a:pt x="692235" y="152756"/>
                  </a:lnTo>
                  <a:lnTo>
                    <a:pt x="701985" y="172019"/>
                  </a:lnTo>
                  <a:lnTo>
                    <a:pt x="711735" y="180824"/>
                  </a:lnTo>
                  <a:lnTo>
                    <a:pt x="721485" y="217215"/>
                  </a:lnTo>
                  <a:lnTo>
                    <a:pt x="731235" y="194694"/>
                  </a:lnTo>
                  <a:lnTo>
                    <a:pt x="740985" y="214752"/>
                  </a:lnTo>
                  <a:lnTo>
                    <a:pt x="750734" y="221382"/>
                  </a:lnTo>
                  <a:lnTo>
                    <a:pt x="760484" y="212090"/>
                  </a:lnTo>
                  <a:lnTo>
                    <a:pt x="770233" y="237125"/>
                  </a:lnTo>
                  <a:lnTo>
                    <a:pt x="779983" y="230304"/>
                  </a:lnTo>
                  <a:lnTo>
                    <a:pt x="789733" y="211996"/>
                  </a:lnTo>
                  <a:lnTo>
                    <a:pt x="799482" y="208078"/>
                  </a:lnTo>
                  <a:lnTo>
                    <a:pt x="809232" y="183935"/>
                  </a:lnTo>
                  <a:lnTo>
                    <a:pt x="818982" y="186047"/>
                  </a:lnTo>
                  <a:lnTo>
                    <a:pt x="828732" y="179257"/>
                  </a:lnTo>
                  <a:lnTo>
                    <a:pt x="838482" y="186754"/>
                  </a:lnTo>
                  <a:lnTo>
                    <a:pt x="848232" y="168002"/>
                  </a:lnTo>
                  <a:lnTo>
                    <a:pt x="857982" y="206017"/>
                  </a:lnTo>
                  <a:lnTo>
                    <a:pt x="867732" y="224131"/>
                  </a:lnTo>
                  <a:lnTo>
                    <a:pt x="877482" y="251146"/>
                  </a:lnTo>
                  <a:lnTo>
                    <a:pt x="887231" y="246301"/>
                  </a:lnTo>
                  <a:lnTo>
                    <a:pt x="896981" y="235285"/>
                  </a:lnTo>
                  <a:lnTo>
                    <a:pt x="906730" y="255759"/>
                  </a:lnTo>
                  <a:lnTo>
                    <a:pt x="916480" y="264004"/>
                  </a:lnTo>
                  <a:lnTo>
                    <a:pt x="926230" y="262879"/>
                  </a:lnTo>
                  <a:lnTo>
                    <a:pt x="935979" y="269406"/>
                  </a:lnTo>
                  <a:lnTo>
                    <a:pt x="945729" y="269332"/>
                  </a:lnTo>
                  <a:lnTo>
                    <a:pt x="955479" y="253977"/>
                  </a:lnTo>
                  <a:lnTo>
                    <a:pt x="965229" y="220967"/>
                  </a:lnTo>
                  <a:lnTo>
                    <a:pt x="974979" y="233488"/>
                  </a:lnTo>
                  <a:lnTo>
                    <a:pt x="984729" y="215858"/>
                  </a:lnTo>
                  <a:lnTo>
                    <a:pt x="994474" y="218845"/>
                  </a:lnTo>
                  <a:lnTo>
                    <a:pt x="1004233" y="235344"/>
                  </a:lnTo>
                  <a:lnTo>
                    <a:pt x="1013977" y="212352"/>
                  </a:lnTo>
                  <a:lnTo>
                    <a:pt x="1023721" y="220100"/>
                  </a:lnTo>
                  <a:lnTo>
                    <a:pt x="1033480" y="245140"/>
                  </a:lnTo>
                  <a:lnTo>
                    <a:pt x="1043224" y="282760"/>
                  </a:lnTo>
                  <a:lnTo>
                    <a:pt x="1052983" y="284520"/>
                  </a:lnTo>
                  <a:lnTo>
                    <a:pt x="1062727" y="259615"/>
                  </a:lnTo>
                  <a:lnTo>
                    <a:pt x="1072471" y="255002"/>
                  </a:lnTo>
                  <a:lnTo>
                    <a:pt x="1082230" y="248248"/>
                  </a:lnTo>
                  <a:lnTo>
                    <a:pt x="1091973" y="236112"/>
                  </a:lnTo>
                  <a:lnTo>
                    <a:pt x="1101732" y="246812"/>
                  </a:lnTo>
                  <a:lnTo>
                    <a:pt x="1111476" y="250193"/>
                  </a:lnTo>
                  <a:lnTo>
                    <a:pt x="1121220" y="257223"/>
                  </a:lnTo>
                  <a:lnTo>
                    <a:pt x="1130979" y="265796"/>
                  </a:lnTo>
                  <a:lnTo>
                    <a:pt x="1140723" y="210445"/>
                  </a:lnTo>
                  <a:lnTo>
                    <a:pt x="1150482" y="216458"/>
                  </a:lnTo>
                  <a:lnTo>
                    <a:pt x="1160226" y="236982"/>
                  </a:lnTo>
                  <a:lnTo>
                    <a:pt x="1169969" y="194925"/>
                  </a:lnTo>
                  <a:lnTo>
                    <a:pt x="1179728" y="171945"/>
                  </a:lnTo>
                  <a:lnTo>
                    <a:pt x="1189472" y="157755"/>
                  </a:lnTo>
                  <a:lnTo>
                    <a:pt x="1199231" y="152642"/>
                  </a:lnTo>
                  <a:lnTo>
                    <a:pt x="1208975" y="152793"/>
                  </a:lnTo>
                  <a:lnTo>
                    <a:pt x="1218719" y="144455"/>
                  </a:lnTo>
                  <a:lnTo>
                    <a:pt x="1228478" y="127871"/>
                  </a:lnTo>
                  <a:lnTo>
                    <a:pt x="1238222" y="130929"/>
                  </a:lnTo>
                  <a:lnTo>
                    <a:pt x="1247966" y="157394"/>
                  </a:lnTo>
                  <a:lnTo>
                    <a:pt x="1257725" y="147922"/>
                  </a:lnTo>
                  <a:lnTo>
                    <a:pt x="1267469" y="152583"/>
                  </a:lnTo>
                  <a:lnTo>
                    <a:pt x="1277227" y="196698"/>
                  </a:lnTo>
                  <a:lnTo>
                    <a:pt x="1286971" y="199308"/>
                  </a:lnTo>
                  <a:lnTo>
                    <a:pt x="1296715" y="169106"/>
                  </a:lnTo>
                  <a:lnTo>
                    <a:pt x="1306474" y="202888"/>
                  </a:lnTo>
                  <a:lnTo>
                    <a:pt x="1316218" y="175622"/>
                  </a:lnTo>
                  <a:lnTo>
                    <a:pt x="1325977" y="169105"/>
                  </a:lnTo>
                  <a:lnTo>
                    <a:pt x="1335721" y="168484"/>
                  </a:lnTo>
                  <a:lnTo>
                    <a:pt x="1345465" y="124372"/>
                  </a:lnTo>
                  <a:lnTo>
                    <a:pt x="1355224" y="146677"/>
                  </a:lnTo>
                  <a:lnTo>
                    <a:pt x="1364967" y="155358"/>
                  </a:lnTo>
                  <a:lnTo>
                    <a:pt x="1374726" y="186221"/>
                  </a:lnTo>
                  <a:lnTo>
                    <a:pt x="1384470" y="180987"/>
                  </a:lnTo>
                  <a:lnTo>
                    <a:pt x="1394214" y="176805"/>
                  </a:lnTo>
                  <a:lnTo>
                    <a:pt x="1403973" y="203081"/>
                  </a:lnTo>
                  <a:lnTo>
                    <a:pt x="1413717" y="208240"/>
                  </a:lnTo>
                  <a:lnTo>
                    <a:pt x="1423476" y="209468"/>
                  </a:lnTo>
                  <a:lnTo>
                    <a:pt x="1433220" y="204827"/>
                  </a:lnTo>
                  <a:lnTo>
                    <a:pt x="1442964" y="242322"/>
                  </a:lnTo>
                  <a:lnTo>
                    <a:pt x="1452722" y="225633"/>
                  </a:lnTo>
                  <a:lnTo>
                    <a:pt x="1462466" y="219787"/>
                  </a:lnTo>
                  <a:lnTo>
                    <a:pt x="1472225" y="213388"/>
                  </a:lnTo>
                  <a:lnTo>
                    <a:pt x="1481969" y="184575"/>
                  </a:lnTo>
                  <a:lnTo>
                    <a:pt x="1491713" y="216290"/>
                  </a:lnTo>
                  <a:lnTo>
                    <a:pt x="1501472" y="223446"/>
                  </a:lnTo>
                  <a:lnTo>
                    <a:pt x="1511216" y="194681"/>
                  </a:lnTo>
                  <a:lnTo>
                    <a:pt x="1520960" y="170759"/>
                  </a:lnTo>
                  <a:lnTo>
                    <a:pt x="1530719" y="177989"/>
                  </a:lnTo>
                  <a:lnTo>
                    <a:pt x="1540463" y="170583"/>
                  </a:lnTo>
                  <a:lnTo>
                    <a:pt x="1550221" y="167907"/>
                  </a:lnTo>
                  <a:lnTo>
                    <a:pt x="1559965" y="142971"/>
                  </a:lnTo>
                  <a:lnTo>
                    <a:pt x="1569709" y="138970"/>
                  </a:lnTo>
                  <a:lnTo>
                    <a:pt x="1579468" y="143066"/>
                  </a:lnTo>
                  <a:lnTo>
                    <a:pt x="1589212" y="164032"/>
                  </a:lnTo>
                  <a:lnTo>
                    <a:pt x="1598971" y="176569"/>
                  </a:lnTo>
                  <a:lnTo>
                    <a:pt x="1608715" y="154435"/>
                  </a:lnTo>
                  <a:lnTo>
                    <a:pt x="1618459" y="173275"/>
                  </a:lnTo>
                  <a:lnTo>
                    <a:pt x="1628218" y="160554"/>
                  </a:lnTo>
                  <a:lnTo>
                    <a:pt x="1637962" y="139210"/>
                  </a:lnTo>
                  <a:lnTo>
                    <a:pt x="1647720" y="167307"/>
                  </a:lnTo>
                  <a:lnTo>
                    <a:pt x="1657464" y="191565"/>
                  </a:lnTo>
                  <a:lnTo>
                    <a:pt x="1667208" y="196728"/>
                  </a:lnTo>
                  <a:lnTo>
                    <a:pt x="1676967" y="165918"/>
                  </a:lnTo>
                  <a:lnTo>
                    <a:pt x="1686711" y="177401"/>
                  </a:lnTo>
                  <a:lnTo>
                    <a:pt x="1696470" y="144291"/>
                  </a:lnTo>
                  <a:lnTo>
                    <a:pt x="1706214" y="140123"/>
                  </a:lnTo>
                  <a:lnTo>
                    <a:pt x="1715958" y="114105"/>
                  </a:lnTo>
                  <a:lnTo>
                    <a:pt x="1725716" y="91046"/>
                  </a:lnTo>
                  <a:lnTo>
                    <a:pt x="1735460" y="90699"/>
                  </a:lnTo>
                  <a:lnTo>
                    <a:pt x="1745219" y="74237"/>
                  </a:lnTo>
                  <a:lnTo>
                    <a:pt x="1754963" y="56267"/>
                  </a:lnTo>
                  <a:lnTo>
                    <a:pt x="1764707" y="46482"/>
                  </a:lnTo>
                  <a:lnTo>
                    <a:pt x="1774466" y="68133"/>
                  </a:lnTo>
                  <a:lnTo>
                    <a:pt x="1784210" y="58061"/>
                  </a:lnTo>
                  <a:lnTo>
                    <a:pt x="1793969" y="48240"/>
                  </a:lnTo>
                  <a:lnTo>
                    <a:pt x="1803713" y="67848"/>
                  </a:lnTo>
                  <a:lnTo>
                    <a:pt x="1813457" y="46997"/>
                  </a:lnTo>
                  <a:lnTo>
                    <a:pt x="1823215" y="10079"/>
                  </a:lnTo>
                  <a:lnTo>
                    <a:pt x="1832959" y="0"/>
                  </a:lnTo>
                  <a:lnTo>
                    <a:pt x="1842703" y="15879"/>
                  </a:lnTo>
                  <a:lnTo>
                    <a:pt x="1852462" y="36449"/>
                  </a:lnTo>
                  <a:lnTo>
                    <a:pt x="1862206" y="47867"/>
                  </a:lnTo>
                  <a:lnTo>
                    <a:pt x="1871965" y="54713"/>
                  </a:lnTo>
                  <a:lnTo>
                    <a:pt x="1881709" y="11231"/>
                  </a:lnTo>
                  <a:lnTo>
                    <a:pt x="1891453" y="44786"/>
                  </a:lnTo>
                  <a:lnTo>
                    <a:pt x="1901212" y="51631"/>
                  </a:lnTo>
                  <a:lnTo>
                    <a:pt x="1910956" y="35342"/>
                  </a:lnTo>
                  <a:lnTo>
                    <a:pt x="1920714" y="77023"/>
                  </a:lnTo>
                  <a:lnTo>
                    <a:pt x="1930458" y="28487"/>
                  </a:lnTo>
                  <a:lnTo>
                    <a:pt x="1940202" y="11501"/>
                  </a:lnTo>
                  <a:lnTo>
                    <a:pt x="1949961" y="57802"/>
                  </a:lnTo>
                  <a:lnTo>
                    <a:pt x="1959705" y="37505"/>
                  </a:lnTo>
                  <a:lnTo>
                    <a:pt x="1969464" y="64511"/>
                  </a:lnTo>
                  <a:lnTo>
                    <a:pt x="1979208" y="75907"/>
                  </a:lnTo>
                  <a:lnTo>
                    <a:pt x="1988952" y="101537"/>
                  </a:lnTo>
                  <a:lnTo>
                    <a:pt x="1998711" y="110968"/>
                  </a:lnTo>
                  <a:lnTo>
                    <a:pt x="2008454" y="104431"/>
                  </a:lnTo>
                  <a:lnTo>
                    <a:pt x="2018213" y="103046"/>
                  </a:lnTo>
                  <a:lnTo>
                    <a:pt x="2027957" y="135609"/>
                  </a:lnTo>
                  <a:lnTo>
                    <a:pt x="2037701" y="102128"/>
                  </a:lnTo>
                  <a:lnTo>
                    <a:pt x="2047460" y="91943"/>
                  </a:lnTo>
                  <a:lnTo>
                    <a:pt x="2057204" y="112641"/>
                  </a:lnTo>
                  <a:lnTo>
                    <a:pt x="2066963" y="107428"/>
                  </a:lnTo>
                  <a:lnTo>
                    <a:pt x="2076707" y="100389"/>
                  </a:lnTo>
                  <a:lnTo>
                    <a:pt x="2086451" y="149239"/>
                  </a:lnTo>
                  <a:lnTo>
                    <a:pt x="2096210" y="173193"/>
                  </a:lnTo>
                  <a:lnTo>
                    <a:pt x="2105954" y="185121"/>
                  </a:lnTo>
                  <a:lnTo>
                    <a:pt x="2115697" y="197961"/>
                  </a:lnTo>
                  <a:lnTo>
                    <a:pt x="2125456" y="178178"/>
                  </a:lnTo>
                  <a:lnTo>
                    <a:pt x="2135200" y="182602"/>
                  </a:lnTo>
                  <a:lnTo>
                    <a:pt x="2144959" y="218479"/>
                  </a:lnTo>
                  <a:lnTo>
                    <a:pt x="2154703" y="240553"/>
                  </a:lnTo>
                  <a:lnTo>
                    <a:pt x="2164447" y="253113"/>
                  </a:lnTo>
                  <a:lnTo>
                    <a:pt x="2174206" y="236643"/>
                  </a:lnTo>
                  <a:lnTo>
                    <a:pt x="2183950" y="242582"/>
                  </a:lnTo>
                  <a:lnTo>
                    <a:pt x="2193709" y="247326"/>
                  </a:lnTo>
                  <a:lnTo>
                    <a:pt x="2203452" y="207675"/>
                  </a:lnTo>
                  <a:lnTo>
                    <a:pt x="2213196" y="205792"/>
                  </a:lnTo>
                  <a:lnTo>
                    <a:pt x="2222955" y="219218"/>
                  </a:lnTo>
                  <a:lnTo>
                    <a:pt x="2232699" y="251478"/>
                  </a:lnTo>
                  <a:lnTo>
                    <a:pt x="2242458" y="273854"/>
                  </a:lnTo>
                  <a:lnTo>
                    <a:pt x="2252202" y="294320"/>
                  </a:lnTo>
                  <a:lnTo>
                    <a:pt x="2261946" y="321599"/>
                  </a:lnTo>
                  <a:lnTo>
                    <a:pt x="2271705" y="344278"/>
                  </a:lnTo>
                  <a:lnTo>
                    <a:pt x="2281449" y="312512"/>
                  </a:lnTo>
                  <a:lnTo>
                    <a:pt x="2291208" y="305227"/>
                  </a:lnTo>
                  <a:lnTo>
                    <a:pt x="2300951" y="297816"/>
                  </a:lnTo>
                  <a:lnTo>
                    <a:pt x="2310695" y="278194"/>
                  </a:lnTo>
                  <a:lnTo>
                    <a:pt x="2320454" y="279518"/>
                  </a:lnTo>
                  <a:lnTo>
                    <a:pt x="2330198" y="288903"/>
                  </a:lnTo>
                  <a:lnTo>
                    <a:pt x="2339957" y="287725"/>
                  </a:lnTo>
                  <a:lnTo>
                    <a:pt x="2349701" y="294629"/>
                  </a:lnTo>
                  <a:lnTo>
                    <a:pt x="2359445" y="327195"/>
                  </a:lnTo>
                  <a:lnTo>
                    <a:pt x="2369204" y="319258"/>
                  </a:lnTo>
                  <a:lnTo>
                    <a:pt x="2378948" y="319199"/>
                  </a:lnTo>
                  <a:lnTo>
                    <a:pt x="2388692" y="335184"/>
                  </a:lnTo>
                  <a:lnTo>
                    <a:pt x="2398450" y="274113"/>
                  </a:lnTo>
                  <a:lnTo>
                    <a:pt x="2408194" y="276343"/>
                  </a:lnTo>
                  <a:lnTo>
                    <a:pt x="2417953" y="318268"/>
                  </a:lnTo>
                  <a:lnTo>
                    <a:pt x="2427697" y="333453"/>
                  </a:lnTo>
                  <a:lnTo>
                    <a:pt x="2437441" y="322098"/>
                  </a:lnTo>
                  <a:lnTo>
                    <a:pt x="2447200" y="341407"/>
                  </a:lnTo>
                  <a:lnTo>
                    <a:pt x="2456944" y="364809"/>
                  </a:lnTo>
                  <a:lnTo>
                    <a:pt x="2466703" y="395102"/>
                  </a:lnTo>
                  <a:lnTo>
                    <a:pt x="2476446" y="433073"/>
                  </a:lnTo>
                  <a:lnTo>
                    <a:pt x="2486190" y="440701"/>
                  </a:lnTo>
                  <a:lnTo>
                    <a:pt x="2495949" y="435621"/>
                  </a:lnTo>
                  <a:lnTo>
                    <a:pt x="2505693" y="456822"/>
                  </a:lnTo>
                  <a:lnTo>
                    <a:pt x="2515452" y="445797"/>
                  </a:lnTo>
                  <a:lnTo>
                    <a:pt x="2525196" y="419649"/>
                  </a:lnTo>
                  <a:lnTo>
                    <a:pt x="2534940" y="394381"/>
                  </a:lnTo>
                  <a:lnTo>
                    <a:pt x="2544699" y="433624"/>
                  </a:lnTo>
                  <a:lnTo>
                    <a:pt x="2554443" y="410126"/>
                  </a:lnTo>
                  <a:lnTo>
                    <a:pt x="2564202" y="455884"/>
                  </a:lnTo>
                  <a:lnTo>
                    <a:pt x="2573946" y="430183"/>
                  </a:lnTo>
                  <a:lnTo>
                    <a:pt x="2583690" y="433773"/>
                  </a:lnTo>
                  <a:lnTo>
                    <a:pt x="2593448" y="488527"/>
                  </a:lnTo>
                  <a:lnTo>
                    <a:pt x="2603192" y="486024"/>
                  </a:lnTo>
                  <a:lnTo>
                    <a:pt x="2612951" y="486233"/>
                  </a:lnTo>
                  <a:lnTo>
                    <a:pt x="2622695" y="476131"/>
                  </a:lnTo>
                  <a:lnTo>
                    <a:pt x="2632439" y="511427"/>
                  </a:lnTo>
                  <a:lnTo>
                    <a:pt x="2642198" y="501996"/>
                  </a:lnTo>
                  <a:lnTo>
                    <a:pt x="2651942" y="504901"/>
                  </a:lnTo>
                  <a:lnTo>
                    <a:pt x="2661685" y="491269"/>
                  </a:lnTo>
                  <a:lnTo>
                    <a:pt x="2671444" y="516627"/>
                  </a:lnTo>
                  <a:lnTo>
                    <a:pt x="2681188" y="535608"/>
                  </a:lnTo>
                  <a:lnTo>
                    <a:pt x="2690947" y="546112"/>
                  </a:lnTo>
                  <a:lnTo>
                    <a:pt x="2700691" y="552876"/>
                  </a:lnTo>
                  <a:lnTo>
                    <a:pt x="2710435" y="550120"/>
                  </a:lnTo>
                  <a:lnTo>
                    <a:pt x="2720194" y="552027"/>
                  </a:lnTo>
                  <a:lnTo>
                    <a:pt x="2729938" y="534610"/>
                  </a:lnTo>
                  <a:lnTo>
                    <a:pt x="2739697" y="546365"/>
                  </a:lnTo>
                  <a:lnTo>
                    <a:pt x="2749441" y="541121"/>
                  </a:lnTo>
                  <a:lnTo>
                    <a:pt x="2759185" y="541448"/>
                  </a:lnTo>
                  <a:lnTo>
                    <a:pt x="2768943" y="604531"/>
                  </a:lnTo>
                  <a:lnTo>
                    <a:pt x="2778687" y="581974"/>
                  </a:lnTo>
                  <a:lnTo>
                    <a:pt x="2788446" y="540957"/>
                  </a:lnTo>
                  <a:lnTo>
                    <a:pt x="2798190" y="544786"/>
                  </a:lnTo>
                  <a:lnTo>
                    <a:pt x="2807934" y="557346"/>
                  </a:lnTo>
                  <a:lnTo>
                    <a:pt x="2817693" y="536442"/>
                  </a:lnTo>
                  <a:lnTo>
                    <a:pt x="2827437" y="575850"/>
                  </a:lnTo>
                  <a:lnTo>
                    <a:pt x="2837196" y="544249"/>
                  </a:lnTo>
                  <a:lnTo>
                    <a:pt x="2846940" y="584343"/>
                  </a:lnTo>
                  <a:lnTo>
                    <a:pt x="2856684" y="575880"/>
                  </a:lnTo>
                  <a:lnTo>
                    <a:pt x="2866442" y="605574"/>
                  </a:lnTo>
                  <a:lnTo>
                    <a:pt x="2876186" y="627147"/>
                  </a:lnTo>
                  <a:lnTo>
                    <a:pt x="2885945" y="577742"/>
                  </a:lnTo>
                  <a:lnTo>
                    <a:pt x="2895689" y="592239"/>
                  </a:lnTo>
                  <a:lnTo>
                    <a:pt x="2905433" y="595815"/>
                  </a:lnTo>
                  <a:lnTo>
                    <a:pt x="2915192" y="60539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3" name="Freeform 1242">
              <a:extLst>
                <a:ext uri="{FF2B5EF4-FFF2-40B4-BE49-F238E27FC236}">
                  <a16:creationId xmlns:a16="http://schemas.microsoft.com/office/drawing/2014/main" id="{8AE7DD31-199B-BA4C-B6CA-F9227FA5163E}"/>
                </a:ext>
              </a:extLst>
            </p:cNvPr>
            <p:cNvSpPr/>
            <p:nvPr/>
          </p:nvSpPr>
          <p:spPr>
            <a:xfrm>
              <a:off x="4426652" y="3388942"/>
              <a:ext cx="2915191" cy="440699"/>
            </a:xfrm>
            <a:custGeom>
              <a:avLst/>
              <a:gdLst>
                <a:gd name="connsiteX0" fmla="*/ 0 w 2915191"/>
                <a:gd name="connsiteY0" fmla="*/ 142002 h 440699"/>
                <a:gd name="connsiteX1" fmla="*/ 9750 w 2915191"/>
                <a:gd name="connsiteY1" fmla="*/ 178345 h 440699"/>
                <a:gd name="connsiteX2" fmla="*/ 19500 w 2915191"/>
                <a:gd name="connsiteY2" fmla="*/ 163913 h 440699"/>
                <a:gd name="connsiteX3" fmla="*/ 29250 w 2915191"/>
                <a:gd name="connsiteY3" fmla="*/ 180628 h 440699"/>
                <a:gd name="connsiteX4" fmla="*/ 39000 w 2915191"/>
                <a:gd name="connsiteY4" fmla="*/ 185331 h 440699"/>
                <a:gd name="connsiteX5" fmla="*/ 48749 w 2915191"/>
                <a:gd name="connsiteY5" fmla="*/ 198925 h 440699"/>
                <a:gd name="connsiteX6" fmla="*/ 58499 w 2915191"/>
                <a:gd name="connsiteY6" fmla="*/ 175544 h 440699"/>
                <a:gd name="connsiteX7" fmla="*/ 68249 w 2915191"/>
                <a:gd name="connsiteY7" fmla="*/ 197513 h 440699"/>
                <a:gd name="connsiteX8" fmla="*/ 77998 w 2915191"/>
                <a:gd name="connsiteY8" fmla="*/ 207903 h 440699"/>
                <a:gd name="connsiteX9" fmla="*/ 87748 w 2915191"/>
                <a:gd name="connsiteY9" fmla="*/ 185193 h 440699"/>
                <a:gd name="connsiteX10" fmla="*/ 97497 w 2915191"/>
                <a:gd name="connsiteY10" fmla="*/ 182225 h 440699"/>
                <a:gd name="connsiteX11" fmla="*/ 107247 w 2915191"/>
                <a:gd name="connsiteY11" fmla="*/ 189758 h 440699"/>
                <a:gd name="connsiteX12" fmla="*/ 116997 w 2915191"/>
                <a:gd name="connsiteY12" fmla="*/ 131409 h 440699"/>
                <a:gd name="connsiteX13" fmla="*/ 126747 w 2915191"/>
                <a:gd name="connsiteY13" fmla="*/ 139384 h 440699"/>
                <a:gd name="connsiteX14" fmla="*/ 136497 w 2915191"/>
                <a:gd name="connsiteY14" fmla="*/ 108003 h 440699"/>
                <a:gd name="connsiteX15" fmla="*/ 146247 w 2915191"/>
                <a:gd name="connsiteY15" fmla="*/ 152892 h 440699"/>
                <a:gd name="connsiteX16" fmla="*/ 155997 w 2915191"/>
                <a:gd name="connsiteY16" fmla="*/ 120266 h 440699"/>
                <a:gd name="connsiteX17" fmla="*/ 165747 w 2915191"/>
                <a:gd name="connsiteY17" fmla="*/ 124415 h 440699"/>
                <a:gd name="connsiteX18" fmla="*/ 175497 w 2915191"/>
                <a:gd name="connsiteY18" fmla="*/ 133288 h 440699"/>
                <a:gd name="connsiteX19" fmla="*/ 185247 w 2915191"/>
                <a:gd name="connsiteY19" fmla="*/ 129773 h 440699"/>
                <a:gd name="connsiteX20" fmla="*/ 194996 w 2915191"/>
                <a:gd name="connsiteY20" fmla="*/ 145319 h 440699"/>
                <a:gd name="connsiteX21" fmla="*/ 204746 w 2915191"/>
                <a:gd name="connsiteY21" fmla="*/ 163156 h 440699"/>
                <a:gd name="connsiteX22" fmla="*/ 214495 w 2915191"/>
                <a:gd name="connsiteY22" fmla="*/ 129781 h 440699"/>
                <a:gd name="connsiteX23" fmla="*/ 224245 w 2915191"/>
                <a:gd name="connsiteY23" fmla="*/ 129062 h 440699"/>
                <a:gd name="connsiteX24" fmla="*/ 233995 w 2915191"/>
                <a:gd name="connsiteY24" fmla="*/ 96434 h 440699"/>
                <a:gd name="connsiteX25" fmla="*/ 243744 w 2915191"/>
                <a:gd name="connsiteY25" fmla="*/ 83109 h 440699"/>
                <a:gd name="connsiteX26" fmla="*/ 253494 w 2915191"/>
                <a:gd name="connsiteY26" fmla="*/ 75589 h 440699"/>
                <a:gd name="connsiteX27" fmla="*/ 263244 w 2915191"/>
                <a:gd name="connsiteY27" fmla="*/ 48662 h 440699"/>
                <a:gd name="connsiteX28" fmla="*/ 272994 w 2915191"/>
                <a:gd name="connsiteY28" fmla="*/ 26170 h 440699"/>
                <a:gd name="connsiteX29" fmla="*/ 282744 w 2915191"/>
                <a:gd name="connsiteY29" fmla="*/ 23652 h 440699"/>
                <a:gd name="connsiteX30" fmla="*/ 292494 w 2915191"/>
                <a:gd name="connsiteY30" fmla="*/ 52337 h 440699"/>
                <a:gd name="connsiteX31" fmla="*/ 302244 w 2915191"/>
                <a:gd name="connsiteY31" fmla="*/ 69812 h 440699"/>
                <a:gd name="connsiteX32" fmla="*/ 311994 w 2915191"/>
                <a:gd name="connsiteY32" fmla="*/ 76664 h 440699"/>
                <a:gd name="connsiteX33" fmla="*/ 321744 w 2915191"/>
                <a:gd name="connsiteY33" fmla="*/ 48943 h 440699"/>
                <a:gd name="connsiteX34" fmla="*/ 331493 w 2915191"/>
                <a:gd name="connsiteY34" fmla="*/ 83390 h 440699"/>
                <a:gd name="connsiteX35" fmla="*/ 341243 w 2915191"/>
                <a:gd name="connsiteY35" fmla="*/ 107462 h 440699"/>
                <a:gd name="connsiteX36" fmla="*/ 350993 w 2915191"/>
                <a:gd name="connsiteY36" fmla="*/ 115209 h 440699"/>
                <a:gd name="connsiteX37" fmla="*/ 360742 w 2915191"/>
                <a:gd name="connsiteY37" fmla="*/ 118886 h 440699"/>
                <a:gd name="connsiteX38" fmla="*/ 370492 w 2915191"/>
                <a:gd name="connsiteY38" fmla="*/ 117660 h 440699"/>
                <a:gd name="connsiteX39" fmla="*/ 380241 w 2915191"/>
                <a:gd name="connsiteY39" fmla="*/ 104977 h 440699"/>
                <a:gd name="connsiteX40" fmla="*/ 389991 w 2915191"/>
                <a:gd name="connsiteY40" fmla="*/ 121002 h 440699"/>
                <a:gd name="connsiteX41" fmla="*/ 399741 w 2915191"/>
                <a:gd name="connsiteY41" fmla="*/ 105504 h 440699"/>
                <a:gd name="connsiteX42" fmla="*/ 409491 w 2915191"/>
                <a:gd name="connsiteY42" fmla="*/ 116588 h 440699"/>
                <a:gd name="connsiteX43" fmla="*/ 419241 w 2915191"/>
                <a:gd name="connsiteY43" fmla="*/ 121366 h 440699"/>
                <a:gd name="connsiteX44" fmla="*/ 428991 w 2915191"/>
                <a:gd name="connsiteY44" fmla="*/ 110093 h 440699"/>
                <a:gd name="connsiteX45" fmla="*/ 438741 w 2915191"/>
                <a:gd name="connsiteY45" fmla="*/ 117195 h 440699"/>
                <a:gd name="connsiteX46" fmla="*/ 448491 w 2915191"/>
                <a:gd name="connsiteY46" fmla="*/ 86186 h 440699"/>
                <a:gd name="connsiteX47" fmla="*/ 458241 w 2915191"/>
                <a:gd name="connsiteY47" fmla="*/ 93442 h 440699"/>
                <a:gd name="connsiteX48" fmla="*/ 467991 w 2915191"/>
                <a:gd name="connsiteY48" fmla="*/ 111270 h 440699"/>
                <a:gd name="connsiteX49" fmla="*/ 477740 w 2915191"/>
                <a:gd name="connsiteY49" fmla="*/ 61782 h 440699"/>
                <a:gd name="connsiteX50" fmla="*/ 487490 w 2915191"/>
                <a:gd name="connsiteY50" fmla="*/ 68620 h 440699"/>
                <a:gd name="connsiteX51" fmla="*/ 497239 w 2915191"/>
                <a:gd name="connsiteY51" fmla="*/ 55277 h 440699"/>
                <a:gd name="connsiteX52" fmla="*/ 506989 w 2915191"/>
                <a:gd name="connsiteY52" fmla="*/ 84327 h 440699"/>
                <a:gd name="connsiteX53" fmla="*/ 516738 w 2915191"/>
                <a:gd name="connsiteY53" fmla="*/ 48356 h 440699"/>
                <a:gd name="connsiteX54" fmla="*/ 526488 w 2915191"/>
                <a:gd name="connsiteY54" fmla="*/ 80416 h 440699"/>
                <a:gd name="connsiteX55" fmla="*/ 536238 w 2915191"/>
                <a:gd name="connsiteY55" fmla="*/ 64255 h 440699"/>
                <a:gd name="connsiteX56" fmla="*/ 545988 w 2915191"/>
                <a:gd name="connsiteY56" fmla="*/ 69426 h 440699"/>
                <a:gd name="connsiteX57" fmla="*/ 555738 w 2915191"/>
                <a:gd name="connsiteY57" fmla="*/ 47791 h 440699"/>
                <a:gd name="connsiteX58" fmla="*/ 565488 w 2915191"/>
                <a:gd name="connsiteY58" fmla="*/ 31674 h 440699"/>
                <a:gd name="connsiteX59" fmla="*/ 575238 w 2915191"/>
                <a:gd name="connsiteY59" fmla="*/ 12983 h 440699"/>
                <a:gd name="connsiteX60" fmla="*/ 584988 w 2915191"/>
                <a:gd name="connsiteY60" fmla="*/ 1798 h 440699"/>
                <a:gd name="connsiteX61" fmla="*/ 594738 w 2915191"/>
                <a:gd name="connsiteY61" fmla="*/ 0 h 440699"/>
                <a:gd name="connsiteX62" fmla="*/ 604488 w 2915191"/>
                <a:gd name="connsiteY62" fmla="*/ 2111 h 440699"/>
                <a:gd name="connsiteX63" fmla="*/ 614237 w 2915191"/>
                <a:gd name="connsiteY63" fmla="*/ 6937 h 440699"/>
                <a:gd name="connsiteX64" fmla="*/ 623987 w 2915191"/>
                <a:gd name="connsiteY64" fmla="*/ 8542 h 440699"/>
                <a:gd name="connsiteX65" fmla="*/ 633736 w 2915191"/>
                <a:gd name="connsiteY65" fmla="*/ 20097 h 440699"/>
                <a:gd name="connsiteX66" fmla="*/ 643486 w 2915191"/>
                <a:gd name="connsiteY66" fmla="*/ 22389 h 440699"/>
                <a:gd name="connsiteX67" fmla="*/ 653236 w 2915191"/>
                <a:gd name="connsiteY67" fmla="*/ 52568 h 440699"/>
                <a:gd name="connsiteX68" fmla="*/ 662985 w 2915191"/>
                <a:gd name="connsiteY68" fmla="*/ 71505 h 440699"/>
                <a:gd name="connsiteX69" fmla="*/ 672735 w 2915191"/>
                <a:gd name="connsiteY69" fmla="*/ 70526 h 440699"/>
                <a:gd name="connsiteX70" fmla="*/ 682485 w 2915191"/>
                <a:gd name="connsiteY70" fmla="*/ 103083 h 440699"/>
                <a:gd name="connsiteX71" fmla="*/ 692235 w 2915191"/>
                <a:gd name="connsiteY71" fmla="*/ 116608 h 440699"/>
                <a:gd name="connsiteX72" fmla="*/ 701985 w 2915191"/>
                <a:gd name="connsiteY72" fmla="*/ 108241 h 440699"/>
                <a:gd name="connsiteX73" fmla="*/ 711735 w 2915191"/>
                <a:gd name="connsiteY73" fmla="*/ 129198 h 440699"/>
                <a:gd name="connsiteX74" fmla="*/ 721485 w 2915191"/>
                <a:gd name="connsiteY74" fmla="*/ 138744 h 440699"/>
                <a:gd name="connsiteX75" fmla="*/ 731235 w 2915191"/>
                <a:gd name="connsiteY75" fmla="*/ 167992 h 440699"/>
                <a:gd name="connsiteX76" fmla="*/ 740985 w 2915191"/>
                <a:gd name="connsiteY76" fmla="*/ 161642 h 440699"/>
                <a:gd name="connsiteX77" fmla="*/ 750734 w 2915191"/>
                <a:gd name="connsiteY77" fmla="*/ 166699 h 440699"/>
                <a:gd name="connsiteX78" fmla="*/ 760484 w 2915191"/>
                <a:gd name="connsiteY78" fmla="*/ 170581 h 440699"/>
                <a:gd name="connsiteX79" fmla="*/ 770233 w 2915191"/>
                <a:gd name="connsiteY79" fmla="*/ 179619 h 440699"/>
                <a:gd name="connsiteX80" fmla="*/ 779983 w 2915191"/>
                <a:gd name="connsiteY80" fmla="*/ 181219 h 440699"/>
                <a:gd name="connsiteX81" fmla="*/ 789733 w 2915191"/>
                <a:gd name="connsiteY81" fmla="*/ 167277 h 440699"/>
                <a:gd name="connsiteX82" fmla="*/ 799482 w 2915191"/>
                <a:gd name="connsiteY82" fmla="*/ 141323 h 440699"/>
                <a:gd name="connsiteX83" fmla="*/ 809232 w 2915191"/>
                <a:gd name="connsiteY83" fmla="*/ 171161 h 440699"/>
                <a:gd name="connsiteX84" fmla="*/ 818982 w 2915191"/>
                <a:gd name="connsiteY84" fmla="*/ 156737 h 440699"/>
                <a:gd name="connsiteX85" fmla="*/ 828732 w 2915191"/>
                <a:gd name="connsiteY85" fmla="*/ 127219 h 440699"/>
                <a:gd name="connsiteX86" fmla="*/ 838482 w 2915191"/>
                <a:gd name="connsiteY86" fmla="*/ 157137 h 440699"/>
                <a:gd name="connsiteX87" fmla="*/ 848232 w 2915191"/>
                <a:gd name="connsiteY87" fmla="*/ 127741 h 440699"/>
                <a:gd name="connsiteX88" fmla="*/ 857982 w 2915191"/>
                <a:gd name="connsiteY88" fmla="*/ 125253 h 440699"/>
                <a:gd name="connsiteX89" fmla="*/ 867732 w 2915191"/>
                <a:gd name="connsiteY89" fmla="*/ 149261 h 440699"/>
                <a:gd name="connsiteX90" fmla="*/ 877482 w 2915191"/>
                <a:gd name="connsiteY90" fmla="*/ 165481 h 440699"/>
                <a:gd name="connsiteX91" fmla="*/ 887231 w 2915191"/>
                <a:gd name="connsiteY91" fmla="*/ 173409 h 440699"/>
                <a:gd name="connsiteX92" fmla="*/ 896981 w 2915191"/>
                <a:gd name="connsiteY92" fmla="*/ 190989 h 440699"/>
                <a:gd name="connsiteX93" fmla="*/ 906730 w 2915191"/>
                <a:gd name="connsiteY93" fmla="*/ 177910 h 440699"/>
                <a:gd name="connsiteX94" fmla="*/ 916480 w 2915191"/>
                <a:gd name="connsiteY94" fmla="*/ 167579 h 440699"/>
                <a:gd name="connsiteX95" fmla="*/ 926230 w 2915191"/>
                <a:gd name="connsiteY95" fmla="*/ 174908 h 440699"/>
                <a:gd name="connsiteX96" fmla="*/ 935979 w 2915191"/>
                <a:gd name="connsiteY96" fmla="*/ 196211 h 440699"/>
                <a:gd name="connsiteX97" fmla="*/ 945729 w 2915191"/>
                <a:gd name="connsiteY97" fmla="*/ 216752 h 440699"/>
                <a:gd name="connsiteX98" fmla="*/ 955479 w 2915191"/>
                <a:gd name="connsiteY98" fmla="*/ 198839 h 440699"/>
                <a:gd name="connsiteX99" fmla="*/ 965229 w 2915191"/>
                <a:gd name="connsiteY99" fmla="*/ 210514 h 440699"/>
                <a:gd name="connsiteX100" fmla="*/ 974979 w 2915191"/>
                <a:gd name="connsiteY100" fmla="*/ 183834 h 440699"/>
                <a:gd name="connsiteX101" fmla="*/ 984729 w 2915191"/>
                <a:gd name="connsiteY101" fmla="*/ 175792 h 440699"/>
                <a:gd name="connsiteX102" fmla="*/ 994474 w 2915191"/>
                <a:gd name="connsiteY102" fmla="*/ 190525 h 440699"/>
                <a:gd name="connsiteX103" fmla="*/ 1004233 w 2915191"/>
                <a:gd name="connsiteY103" fmla="*/ 169503 h 440699"/>
                <a:gd name="connsiteX104" fmla="*/ 1013977 w 2915191"/>
                <a:gd name="connsiteY104" fmla="*/ 173643 h 440699"/>
                <a:gd name="connsiteX105" fmla="*/ 1023721 w 2915191"/>
                <a:gd name="connsiteY105" fmla="*/ 190853 h 440699"/>
                <a:gd name="connsiteX106" fmla="*/ 1033480 w 2915191"/>
                <a:gd name="connsiteY106" fmla="*/ 186418 h 440699"/>
                <a:gd name="connsiteX107" fmla="*/ 1043224 w 2915191"/>
                <a:gd name="connsiteY107" fmla="*/ 169074 h 440699"/>
                <a:gd name="connsiteX108" fmla="*/ 1052983 w 2915191"/>
                <a:gd name="connsiteY108" fmla="*/ 164482 h 440699"/>
                <a:gd name="connsiteX109" fmla="*/ 1062727 w 2915191"/>
                <a:gd name="connsiteY109" fmla="*/ 166693 h 440699"/>
                <a:gd name="connsiteX110" fmla="*/ 1072471 w 2915191"/>
                <a:gd name="connsiteY110" fmla="*/ 177363 h 440699"/>
                <a:gd name="connsiteX111" fmla="*/ 1082230 w 2915191"/>
                <a:gd name="connsiteY111" fmla="*/ 189464 h 440699"/>
                <a:gd name="connsiteX112" fmla="*/ 1091973 w 2915191"/>
                <a:gd name="connsiteY112" fmla="*/ 166209 h 440699"/>
                <a:gd name="connsiteX113" fmla="*/ 1101732 w 2915191"/>
                <a:gd name="connsiteY113" fmla="*/ 141779 h 440699"/>
                <a:gd name="connsiteX114" fmla="*/ 1111476 w 2915191"/>
                <a:gd name="connsiteY114" fmla="*/ 180675 h 440699"/>
                <a:gd name="connsiteX115" fmla="*/ 1121220 w 2915191"/>
                <a:gd name="connsiteY115" fmla="*/ 179135 h 440699"/>
                <a:gd name="connsiteX116" fmla="*/ 1130979 w 2915191"/>
                <a:gd name="connsiteY116" fmla="*/ 183086 h 440699"/>
                <a:gd name="connsiteX117" fmla="*/ 1140723 w 2915191"/>
                <a:gd name="connsiteY117" fmla="*/ 202298 h 440699"/>
                <a:gd name="connsiteX118" fmla="*/ 1150482 w 2915191"/>
                <a:gd name="connsiteY118" fmla="*/ 172786 h 440699"/>
                <a:gd name="connsiteX119" fmla="*/ 1160226 w 2915191"/>
                <a:gd name="connsiteY119" fmla="*/ 168694 h 440699"/>
                <a:gd name="connsiteX120" fmla="*/ 1169969 w 2915191"/>
                <a:gd name="connsiteY120" fmla="*/ 142661 h 440699"/>
                <a:gd name="connsiteX121" fmla="*/ 1179728 w 2915191"/>
                <a:gd name="connsiteY121" fmla="*/ 136144 h 440699"/>
                <a:gd name="connsiteX122" fmla="*/ 1189472 w 2915191"/>
                <a:gd name="connsiteY122" fmla="*/ 110174 h 440699"/>
                <a:gd name="connsiteX123" fmla="*/ 1199231 w 2915191"/>
                <a:gd name="connsiteY123" fmla="*/ 104649 h 440699"/>
                <a:gd name="connsiteX124" fmla="*/ 1208975 w 2915191"/>
                <a:gd name="connsiteY124" fmla="*/ 86216 h 440699"/>
                <a:gd name="connsiteX125" fmla="*/ 1218719 w 2915191"/>
                <a:gd name="connsiteY125" fmla="*/ 108430 h 440699"/>
                <a:gd name="connsiteX126" fmla="*/ 1228478 w 2915191"/>
                <a:gd name="connsiteY126" fmla="*/ 124441 h 440699"/>
                <a:gd name="connsiteX127" fmla="*/ 1238222 w 2915191"/>
                <a:gd name="connsiteY127" fmla="*/ 126765 h 440699"/>
                <a:gd name="connsiteX128" fmla="*/ 1247966 w 2915191"/>
                <a:gd name="connsiteY128" fmla="*/ 144270 h 440699"/>
                <a:gd name="connsiteX129" fmla="*/ 1257725 w 2915191"/>
                <a:gd name="connsiteY129" fmla="*/ 154380 h 440699"/>
                <a:gd name="connsiteX130" fmla="*/ 1267469 w 2915191"/>
                <a:gd name="connsiteY130" fmla="*/ 158418 h 440699"/>
                <a:gd name="connsiteX131" fmla="*/ 1277227 w 2915191"/>
                <a:gd name="connsiteY131" fmla="*/ 172466 h 440699"/>
                <a:gd name="connsiteX132" fmla="*/ 1286971 w 2915191"/>
                <a:gd name="connsiteY132" fmla="*/ 188895 h 440699"/>
                <a:gd name="connsiteX133" fmla="*/ 1296715 w 2915191"/>
                <a:gd name="connsiteY133" fmla="*/ 211510 h 440699"/>
                <a:gd name="connsiteX134" fmla="*/ 1306474 w 2915191"/>
                <a:gd name="connsiteY134" fmla="*/ 201972 h 440699"/>
                <a:gd name="connsiteX135" fmla="*/ 1316218 w 2915191"/>
                <a:gd name="connsiteY135" fmla="*/ 200880 h 440699"/>
                <a:gd name="connsiteX136" fmla="*/ 1325977 w 2915191"/>
                <a:gd name="connsiteY136" fmla="*/ 189427 h 440699"/>
                <a:gd name="connsiteX137" fmla="*/ 1335721 w 2915191"/>
                <a:gd name="connsiteY137" fmla="*/ 168332 h 440699"/>
                <a:gd name="connsiteX138" fmla="*/ 1345465 w 2915191"/>
                <a:gd name="connsiteY138" fmla="*/ 166040 h 440699"/>
                <a:gd name="connsiteX139" fmla="*/ 1355224 w 2915191"/>
                <a:gd name="connsiteY139" fmla="*/ 155527 h 440699"/>
                <a:gd name="connsiteX140" fmla="*/ 1364967 w 2915191"/>
                <a:gd name="connsiteY140" fmla="*/ 149759 h 440699"/>
                <a:gd name="connsiteX141" fmla="*/ 1374726 w 2915191"/>
                <a:gd name="connsiteY141" fmla="*/ 162870 h 440699"/>
                <a:gd name="connsiteX142" fmla="*/ 1384470 w 2915191"/>
                <a:gd name="connsiteY142" fmla="*/ 154966 h 440699"/>
                <a:gd name="connsiteX143" fmla="*/ 1394214 w 2915191"/>
                <a:gd name="connsiteY143" fmla="*/ 139209 h 440699"/>
                <a:gd name="connsiteX144" fmla="*/ 1403973 w 2915191"/>
                <a:gd name="connsiteY144" fmla="*/ 141406 h 440699"/>
                <a:gd name="connsiteX145" fmla="*/ 1413717 w 2915191"/>
                <a:gd name="connsiteY145" fmla="*/ 110705 h 440699"/>
                <a:gd name="connsiteX146" fmla="*/ 1423476 w 2915191"/>
                <a:gd name="connsiteY146" fmla="*/ 120180 h 440699"/>
                <a:gd name="connsiteX147" fmla="*/ 1433220 w 2915191"/>
                <a:gd name="connsiteY147" fmla="*/ 106316 h 440699"/>
                <a:gd name="connsiteX148" fmla="*/ 1442964 w 2915191"/>
                <a:gd name="connsiteY148" fmla="*/ 123168 h 440699"/>
                <a:gd name="connsiteX149" fmla="*/ 1452722 w 2915191"/>
                <a:gd name="connsiteY149" fmla="*/ 102991 h 440699"/>
                <a:gd name="connsiteX150" fmla="*/ 1462466 w 2915191"/>
                <a:gd name="connsiteY150" fmla="*/ 93618 h 440699"/>
                <a:gd name="connsiteX151" fmla="*/ 1472225 w 2915191"/>
                <a:gd name="connsiteY151" fmla="*/ 84921 h 440699"/>
                <a:gd name="connsiteX152" fmla="*/ 1481969 w 2915191"/>
                <a:gd name="connsiteY152" fmla="*/ 101994 h 440699"/>
                <a:gd name="connsiteX153" fmla="*/ 1491713 w 2915191"/>
                <a:gd name="connsiteY153" fmla="*/ 116258 h 440699"/>
                <a:gd name="connsiteX154" fmla="*/ 1501472 w 2915191"/>
                <a:gd name="connsiteY154" fmla="*/ 109683 h 440699"/>
                <a:gd name="connsiteX155" fmla="*/ 1511216 w 2915191"/>
                <a:gd name="connsiteY155" fmla="*/ 111093 h 440699"/>
                <a:gd name="connsiteX156" fmla="*/ 1520960 w 2915191"/>
                <a:gd name="connsiteY156" fmla="*/ 69350 h 440699"/>
                <a:gd name="connsiteX157" fmla="*/ 1530719 w 2915191"/>
                <a:gd name="connsiteY157" fmla="*/ 75892 h 440699"/>
                <a:gd name="connsiteX158" fmla="*/ 1540463 w 2915191"/>
                <a:gd name="connsiteY158" fmla="*/ 125807 h 440699"/>
                <a:gd name="connsiteX159" fmla="*/ 1550221 w 2915191"/>
                <a:gd name="connsiteY159" fmla="*/ 101717 h 440699"/>
                <a:gd name="connsiteX160" fmla="*/ 1559965 w 2915191"/>
                <a:gd name="connsiteY160" fmla="*/ 80571 h 440699"/>
                <a:gd name="connsiteX161" fmla="*/ 1569709 w 2915191"/>
                <a:gd name="connsiteY161" fmla="*/ 91772 h 440699"/>
                <a:gd name="connsiteX162" fmla="*/ 1579468 w 2915191"/>
                <a:gd name="connsiteY162" fmla="*/ 87567 h 440699"/>
                <a:gd name="connsiteX163" fmla="*/ 1589212 w 2915191"/>
                <a:gd name="connsiteY163" fmla="*/ 94033 h 440699"/>
                <a:gd name="connsiteX164" fmla="*/ 1598971 w 2915191"/>
                <a:gd name="connsiteY164" fmla="*/ 97791 h 440699"/>
                <a:gd name="connsiteX165" fmla="*/ 1608715 w 2915191"/>
                <a:gd name="connsiteY165" fmla="*/ 88858 h 440699"/>
                <a:gd name="connsiteX166" fmla="*/ 1618459 w 2915191"/>
                <a:gd name="connsiteY166" fmla="*/ 103575 h 440699"/>
                <a:gd name="connsiteX167" fmla="*/ 1628218 w 2915191"/>
                <a:gd name="connsiteY167" fmla="*/ 95662 h 440699"/>
                <a:gd name="connsiteX168" fmla="*/ 1637962 w 2915191"/>
                <a:gd name="connsiteY168" fmla="*/ 102012 h 440699"/>
                <a:gd name="connsiteX169" fmla="*/ 1647720 w 2915191"/>
                <a:gd name="connsiteY169" fmla="*/ 114387 h 440699"/>
                <a:gd name="connsiteX170" fmla="*/ 1657464 w 2915191"/>
                <a:gd name="connsiteY170" fmla="*/ 113110 h 440699"/>
                <a:gd name="connsiteX171" fmla="*/ 1667208 w 2915191"/>
                <a:gd name="connsiteY171" fmla="*/ 99609 h 440699"/>
                <a:gd name="connsiteX172" fmla="*/ 1676967 w 2915191"/>
                <a:gd name="connsiteY172" fmla="*/ 144136 h 440699"/>
                <a:gd name="connsiteX173" fmla="*/ 1686711 w 2915191"/>
                <a:gd name="connsiteY173" fmla="*/ 137714 h 440699"/>
                <a:gd name="connsiteX174" fmla="*/ 1696470 w 2915191"/>
                <a:gd name="connsiteY174" fmla="*/ 176505 h 440699"/>
                <a:gd name="connsiteX175" fmla="*/ 1706214 w 2915191"/>
                <a:gd name="connsiteY175" fmla="*/ 216920 h 440699"/>
                <a:gd name="connsiteX176" fmla="*/ 1715958 w 2915191"/>
                <a:gd name="connsiteY176" fmla="*/ 237677 h 440699"/>
                <a:gd name="connsiteX177" fmla="*/ 1725716 w 2915191"/>
                <a:gd name="connsiteY177" fmla="*/ 218477 h 440699"/>
                <a:gd name="connsiteX178" fmla="*/ 1735460 w 2915191"/>
                <a:gd name="connsiteY178" fmla="*/ 262586 h 440699"/>
                <a:gd name="connsiteX179" fmla="*/ 1745219 w 2915191"/>
                <a:gd name="connsiteY179" fmla="*/ 276229 h 440699"/>
                <a:gd name="connsiteX180" fmla="*/ 1754963 w 2915191"/>
                <a:gd name="connsiteY180" fmla="*/ 280356 h 440699"/>
                <a:gd name="connsiteX181" fmla="*/ 1764707 w 2915191"/>
                <a:gd name="connsiteY181" fmla="*/ 283908 h 440699"/>
                <a:gd name="connsiteX182" fmla="*/ 1774466 w 2915191"/>
                <a:gd name="connsiteY182" fmla="*/ 311491 h 440699"/>
                <a:gd name="connsiteX183" fmla="*/ 1784210 w 2915191"/>
                <a:gd name="connsiteY183" fmla="*/ 298093 h 440699"/>
                <a:gd name="connsiteX184" fmla="*/ 1793969 w 2915191"/>
                <a:gd name="connsiteY184" fmla="*/ 318664 h 440699"/>
                <a:gd name="connsiteX185" fmla="*/ 1803713 w 2915191"/>
                <a:gd name="connsiteY185" fmla="*/ 339289 h 440699"/>
                <a:gd name="connsiteX186" fmla="*/ 1813457 w 2915191"/>
                <a:gd name="connsiteY186" fmla="*/ 341544 h 440699"/>
                <a:gd name="connsiteX187" fmla="*/ 1823215 w 2915191"/>
                <a:gd name="connsiteY187" fmla="*/ 372098 h 440699"/>
                <a:gd name="connsiteX188" fmla="*/ 1832959 w 2915191"/>
                <a:gd name="connsiteY188" fmla="*/ 413761 h 440699"/>
                <a:gd name="connsiteX189" fmla="*/ 1842703 w 2915191"/>
                <a:gd name="connsiteY189" fmla="*/ 393104 h 440699"/>
                <a:gd name="connsiteX190" fmla="*/ 1852462 w 2915191"/>
                <a:gd name="connsiteY190" fmla="*/ 440700 h 440699"/>
                <a:gd name="connsiteX191" fmla="*/ 1862206 w 2915191"/>
                <a:gd name="connsiteY191" fmla="*/ 419283 h 440699"/>
                <a:gd name="connsiteX192" fmla="*/ 1871965 w 2915191"/>
                <a:gd name="connsiteY192" fmla="*/ 399022 h 440699"/>
                <a:gd name="connsiteX193" fmla="*/ 1881709 w 2915191"/>
                <a:gd name="connsiteY193" fmla="*/ 424657 h 440699"/>
                <a:gd name="connsiteX194" fmla="*/ 1891453 w 2915191"/>
                <a:gd name="connsiteY194" fmla="*/ 397746 h 440699"/>
                <a:gd name="connsiteX195" fmla="*/ 1901212 w 2915191"/>
                <a:gd name="connsiteY195" fmla="*/ 356343 h 440699"/>
                <a:gd name="connsiteX196" fmla="*/ 1910956 w 2915191"/>
                <a:gd name="connsiteY196" fmla="*/ 336711 h 440699"/>
                <a:gd name="connsiteX197" fmla="*/ 1920714 w 2915191"/>
                <a:gd name="connsiteY197" fmla="*/ 336420 h 440699"/>
                <a:gd name="connsiteX198" fmla="*/ 1930458 w 2915191"/>
                <a:gd name="connsiteY198" fmla="*/ 340485 h 440699"/>
                <a:gd name="connsiteX199" fmla="*/ 1940202 w 2915191"/>
                <a:gd name="connsiteY199" fmla="*/ 395254 h 440699"/>
                <a:gd name="connsiteX200" fmla="*/ 1949961 w 2915191"/>
                <a:gd name="connsiteY200" fmla="*/ 399586 h 440699"/>
                <a:gd name="connsiteX201" fmla="*/ 1959705 w 2915191"/>
                <a:gd name="connsiteY201" fmla="*/ 410835 h 440699"/>
                <a:gd name="connsiteX202" fmla="*/ 1969464 w 2915191"/>
                <a:gd name="connsiteY202" fmla="*/ 411137 h 440699"/>
                <a:gd name="connsiteX203" fmla="*/ 1979208 w 2915191"/>
                <a:gd name="connsiteY203" fmla="*/ 422952 h 440699"/>
                <a:gd name="connsiteX204" fmla="*/ 1988952 w 2915191"/>
                <a:gd name="connsiteY204" fmla="*/ 373733 h 440699"/>
                <a:gd name="connsiteX205" fmla="*/ 1998711 w 2915191"/>
                <a:gd name="connsiteY205" fmla="*/ 402280 h 440699"/>
                <a:gd name="connsiteX206" fmla="*/ 2008454 w 2915191"/>
                <a:gd name="connsiteY206" fmla="*/ 388616 h 440699"/>
                <a:gd name="connsiteX207" fmla="*/ 2018213 w 2915191"/>
                <a:gd name="connsiteY207" fmla="*/ 395358 h 440699"/>
                <a:gd name="connsiteX208" fmla="*/ 2027957 w 2915191"/>
                <a:gd name="connsiteY208" fmla="*/ 377002 h 440699"/>
                <a:gd name="connsiteX209" fmla="*/ 2037701 w 2915191"/>
                <a:gd name="connsiteY209" fmla="*/ 421804 h 440699"/>
                <a:gd name="connsiteX210" fmla="*/ 2047460 w 2915191"/>
                <a:gd name="connsiteY210" fmla="*/ 420022 h 440699"/>
                <a:gd name="connsiteX211" fmla="*/ 2057204 w 2915191"/>
                <a:gd name="connsiteY211" fmla="*/ 406659 h 440699"/>
                <a:gd name="connsiteX212" fmla="*/ 2066963 w 2915191"/>
                <a:gd name="connsiteY212" fmla="*/ 357497 h 440699"/>
                <a:gd name="connsiteX213" fmla="*/ 2076707 w 2915191"/>
                <a:gd name="connsiteY213" fmla="*/ 382555 h 440699"/>
                <a:gd name="connsiteX214" fmla="*/ 2086451 w 2915191"/>
                <a:gd name="connsiteY214" fmla="*/ 396790 h 440699"/>
                <a:gd name="connsiteX215" fmla="*/ 2096210 w 2915191"/>
                <a:gd name="connsiteY215" fmla="*/ 407831 h 440699"/>
                <a:gd name="connsiteX216" fmla="*/ 2105954 w 2915191"/>
                <a:gd name="connsiteY216" fmla="*/ 417812 h 440699"/>
                <a:gd name="connsiteX217" fmla="*/ 2115697 w 2915191"/>
                <a:gd name="connsiteY217" fmla="*/ 393131 h 440699"/>
                <a:gd name="connsiteX218" fmla="*/ 2125456 w 2915191"/>
                <a:gd name="connsiteY218" fmla="*/ 397418 h 440699"/>
                <a:gd name="connsiteX219" fmla="*/ 2135200 w 2915191"/>
                <a:gd name="connsiteY219" fmla="*/ 362430 h 440699"/>
                <a:gd name="connsiteX220" fmla="*/ 2144959 w 2915191"/>
                <a:gd name="connsiteY220" fmla="*/ 394886 h 440699"/>
                <a:gd name="connsiteX221" fmla="*/ 2154703 w 2915191"/>
                <a:gd name="connsiteY221" fmla="*/ 372291 h 440699"/>
                <a:gd name="connsiteX222" fmla="*/ 2164447 w 2915191"/>
                <a:gd name="connsiteY222" fmla="*/ 382950 h 440699"/>
                <a:gd name="connsiteX223" fmla="*/ 2174206 w 2915191"/>
                <a:gd name="connsiteY223" fmla="*/ 359802 h 440699"/>
                <a:gd name="connsiteX224" fmla="*/ 2183950 w 2915191"/>
                <a:gd name="connsiteY224" fmla="*/ 319477 h 440699"/>
                <a:gd name="connsiteX225" fmla="*/ 2193709 w 2915191"/>
                <a:gd name="connsiteY225" fmla="*/ 291810 h 440699"/>
                <a:gd name="connsiteX226" fmla="*/ 2203452 w 2915191"/>
                <a:gd name="connsiteY226" fmla="*/ 337153 h 440699"/>
                <a:gd name="connsiteX227" fmla="*/ 2213196 w 2915191"/>
                <a:gd name="connsiteY227" fmla="*/ 360827 h 440699"/>
                <a:gd name="connsiteX228" fmla="*/ 2222955 w 2915191"/>
                <a:gd name="connsiteY228" fmla="*/ 347613 h 440699"/>
                <a:gd name="connsiteX229" fmla="*/ 2232699 w 2915191"/>
                <a:gd name="connsiteY229" fmla="*/ 350321 h 440699"/>
                <a:gd name="connsiteX230" fmla="*/ 2242458 w 2915191"/>
                <a:gd name="connsiteY230" fmla="*/ 352812 h 440699"/>
                <a:gd name="connsiteX231" fmla="*/ 2252202 w 2915191"/>
                <a:gd name="connsiteY231" fmla="*/ 340820 h 440699"/>
                <a:gd name="connsiteX232" fmla="*/ 2261946 w 2915191"/>
                <a:gd name="connsiteY232" fmla="*/ 350688 h 440699"/>
                <a:gd name="connsiteX233" fmla="*/ 2271705 w 2915191"/>
                <a:gd name="connsiteY233" fmla="*/ 307625 h 440699"/>
                <a:gd name="connsiteX234" fmla="*/ 2281449 w 2915191"/>
                <a:gd name="connsiteY234" fmla="*/ 348906 h 440699"/>
                <a:gd name="connsiteX235" fmla="*/ 2291208 w 2915191"/>
                <a:gd name="connsiteY235" fmla="*/ 348253 h 440699"/>
                <a:gd name="connsiteX236" fmla="*/ 2300951 w 2915191"/>
                <a:gd name="connsiteY236" fmla="*/ 361832 h 440699"/>
                <a:gd name="connsiteX237" fmla="*/ 2310695 w 2915191"/>
                <a:gd name="connsiteY237" fmla="*/ 378880 h 440699"/>
                <a:gd name="connsiteX238" fmla="*/ 2320454 w 2915191"/>
                <a:gd name="connsiteY238" fmla="*/ 391398 h 440699"/>
                <a:gd name="connsiteX239" fmla="*/ 2330198 w 2915191"/>
                <a:gd name="connsiteY239" fmla="*/ 398040 h 440699"/>
                <a:gd name="connsiteX240" fmla="*/ 2339957 w 2915191"/>
                <a:gd name="connsiteY240" fmla="*/ 387882 h 440699"/>
                <a:gd name="connsiteX241" fmla="*/ 2349701 w 2915191"/>
                <a:gd name="connsiteY241" fmla="*/ 407378 h 440699"/>
                <a:gd name="connsiteX242" fmla="*/ 2359445 w 2915191"/>
                <a:gd name="connsiteY242" fmla="*/ 395619 h 440699"/>
                <a:gd name="connsiteX243" fmla="*/ 2369204 w 2915191"/>
                <a:gd name="connsiteY243" fmla="*/ 402758 h 440699"/>
                <a:gd name="connsiteX244" fmla="*/ 2378948 w 2915191"/>
                <a:gd name="connsiteY244" fmla="*/ 354858 h 440699"/>
                <a:gd name="connsiteX245" fmla="*/ 2388692 w 2915191"/>
                <a:gd name="connsiteY245" fmla="*/ 334525 h 440699"/>
                <a:gd name="connsiteX246" fmla="*/ 2398450 w 2915191"/>
                <a:gd name="connsiteY246" fmla="*/ 339177 h 440699"/>
                <a:gd name="connsiteX247" fmla="*/ 2408194 w 2915191"/>
                <a:gd name="connsiteY247" fmla="*/ 357202 h 440699"/>
                <a:gd name="connsiteX248" fmla="*/ 2417953 w 2915191"/>
                <a:gd name="connsiteY248" fmla="*/ 327073 h 440699"/>
                <a:gd name="connsiteX249" fmla="*/ 2427697 w 2915191"/>
                <a:gd name="connsiteY249" fmla="*/ 357008 h 440699"/>
                <a:gd name="connsiteX250" fmla="*/ 2437441 w 2915191"/>
                <a:gd name="connsiteY250" fmla="*/ 367047 h 440699"/>
                <a:gd name="connsiteX251" fmla="*/ 2447200 w 2915191"/>
                <a:gd name="connsiteY251" fmla="*/ 335598 h 440699"/>
                <a:gd name="connsiteX252" fmla="*/ 2456944 w 2915191"/>
                <a:gd name="connsiteY252" fmla="*/ 345321 h 440699"/>
                <a:gd name="connsiteX253" fmla="*/ 2466703 w 2915191"/>
                <a:gd name="connsiteY253" fmla="*/ 304474 h 440699"/>
                <a:gd name="connsiteX254" fmla="*/ 2476446 w 2915191"/>
                <a:gd name="connsiteY254" fmla="*/ 301673 h 440699"/>
                <a:gd name="connsiteX255" fmla="*/ 2486190 w 2915191"/>
                <a:gd name="connsiteY255" fmla="*/ 313078 h 440699"/>
                <a:gd name="connsiteX256" fmla="*/ 2495949 w 2915191"/>
                <a:gd name="connsiteY256" fmla="*/ 315991 h 440699"/>
                <a:gd name="connsiteX257" fmla="*/ 2505693 w 2915191"/>
                <a:gd name="connsiteY257" fmla="*/ 301335 h 440699"/>
                <a:gd name="connsiteX258" fmla="*/ 2515452 w 2915191"/>
                <a:gd name="connsiteY258" fmla="*/ 314991 h 440699"/>
                <a:gd name="connsiteX259" fmla="*/ 2525196 w 2915191"/>
                <a:gd name="connsiteY259" fmla="*/ 307922 h 440699"/>
                <a:gd name="connsiteX260" fmla="*/ 2534940 w 2915191"/>
                <a:gd name="connsiteY260" fmla="*/ 315289 h 440699"/>
                <a:gd name="connsiteX261" fmla="*/ 2544699 w 2915191"/>
                <a:gd name="connsiteY261" fmla="*/ 293094 h 440699"/>
                <a:gd name="connsiteX262" fmla="*/ 2554443 w 2915191"/>
                <a:gd name="connsiteY262" fmla="*/ 296399 h 440699"/>
                <a:gd name="connsiteX263" fmla="*/ 2564202 w 2915191"/>
                <a:gd name="connsiteY263" fmla="*/ 282723 h 440699"/>
                <a:gd name="connsiteX264" fmla="*/ 2573946 w 2915191"/>
                <a:gd name="connsiteY264" fmla="*/ 255534 h 440699"/>
                <a:gd name="connsiteX265" fmla="*/ 2583690 w 2915191"/>
                <a:gd name="connsiteY265" fmla="*/ 252761 h 440699"/>
                <a:gd name="connsiteX266" fmla="*/ 2593448 w 2915191"/>
                <a:gd name="connsiteY266" fmla="*/ 263238 h 440699"/>
                <a:gd name="connsiteX267" fmla="*/ 2603192 w 2915191"/>
                <a:gd name="connsiteY267" fmla="*/ 229355 h 440699"/>
                <a:gd name="connsiteX268" fmla="*/ 2612951 w 2915191"/>
                <a:gd name="connsiteY268" fmla="*/ 213155 h 440699"/>
                <a:gd name="connsiteX269" fmla="*/ 2622695 w 2915191"/>
                <a:gd name="connsiteY269" fmla="*/ 231465 h 440699"/>
                <a:gd name="connsiteX270" fmla="*/ 2632439 w 2915191"/>
                <a:gd name="connsiteY270" fmla="*/ 212459 h 440699"/>
                <a:gd name="connsiteX271" fmla="*/ 2642198 w 2915191"/>
                <a:gd name="connsiteY271" fmla="*/ 220868 h 440699"/>
                <a:gd name="connsiteX272" fmla="*/ 2651942 w 2915191"/>
                <a:gd name="connsiteY272" fmla="*/ 261248 h 440699"/>
                <a:gd name="connsiteX273" fmla="*/ 2661685 w 2915191"/>
                <a:gd name="connsiteY273" fmla="*/ 246504 h 440699"/>
                <a:gd name="connsiteX274" fmla="*/ 2671444 w 2915191"/>
                <a:gd name="connsiteY274" fmla="*/ 217997 h 440699"/>
                <a:gd name="connsiteX275" fmla="*/ 2681188 w 2915191"/>
                <a:gd name="connsiteY275" fmla="*/ 175763 h 440699"/>
                <a:gd name="connsiteX276" fmla="*/ 2690947 w 2915191"/>
                <a:gd name="connsiteY276" fmla="*/ 193384 h 440699"/>
                <a:gd name="connsiteX277" fmla="*/ 2700691 w 2915191"/>
                <a:gd name="connsiteY277" fmla="*/ 233123 h 440699"/>
                <a:gd name="connsiteX278" fmla="*/ 2710435 w 2915191"/>
                <a:gd name="connsiteY278" fmla="*/ 208695 h 440699"/>
                <a:gd name="connsiteX279" fmla="*/ 2720194 w 2915191"/>
                <a:gd name="connsiteY279" fmla="*/ 206065 h 440699"/>
                <a:gd name="connsiteX280" fmla="*/ 2729938 w 2915191"/>
                <a:gd name="connsiteY280" fmla="*/ 197839 h 440699"/>
                <a:gd name="connsiteX281" fmla="*/ 2739697 w 2915191"/>
                <a:gd name="connsiteY281" fmla="*/ 201929 h 440699"/>
                <a:gd name="connsiteX282" fmla="*/ 2749441 w 2915191"/>
                <a:gd name="connsiteY282" fmla="*/ 207003 h 440699"/>
                <a:gd name="connsiteX283" fmla="*/ 2759185 w 2915191"/>
                <a:gd name="connsiteY283" fmla="*/ 216709 h 440699"/>
                <a:gd name="connsiteX284" fmla="*/ 2768943 w 2915191"/>
                <a:gd name="connsiteY284" fmla="*/ 229051 h 440699"/>
                <a:gd name="connsiteX285" fmla="*/ 2778687 w 2915191"/>
                <a:gd name="connsiteY285" fmla="*/ 227738 h 440699"/>
                <a:gd name="connsiteX286" fmla="*/ 2788446 w 2915191"/>
                <a:gd name="connsiteY286" fmla="*/ 214116 h 440699"/>
                <a:gd name="connsiteX287" fmla="*/ 2798190 w 2915191"/>
                <a:gd name="connsiteY287" fmla="*/ 204669 h 440699"/>
                <a:gd name="connsiteX288" fmla="*/ 2807934 w 2915191"/>
                <a:gd name="connsiteY288" fmla="*/ 206925 h 440699"/>
                <a:gd name="connsiteX289" fmla="*/ 2817693 w 2915191"/>
                <a:gd name="connsiteY289" fmla="*/ 191430 h 440699"/>
                <a:gd name="connsiteX290" fmla="*/ 2827437 w 2915191"/>
                <a:gd name="connsiteY290" fmla="*/ 200583 h 440699"/>
                <a:gd name="connsiteX291" fmla="*/ 2837196 w 2915191"/>
                <a:gd name="connsiteY291" fmla="*/ 198371 h 440699"/>
                <a:gd name="connsiteX292" fmla="*/ 2846940 w 2915191"/>
                <a:gd name="connsiteY292" fmla="*/ 172416 h 440699"/>
                <a:gd name="connsiteX293" fmla="*/ 2856684 w 2915191"/>
                <a:gd name="connsiteY293" fmla="*/ 177282 h 440699"/>
                <a:gd name="connsiteX294" fmla="*/ 2866442 w 2915191"/>
                <a:gd name="connsiteY294" fmla="*/ 194144 h 440699"/>
                <a:gd name="connsiteX295" fmla="*/ 2876186 w 2915191"/>
                <a:gd name="connsiteY295" fmla="*/ 204013 h 440699"/>
                <a:gd name="connsiteX296" fmla="*/ 2885945 w 2915191"/>
                <a:gd name="connsiteY296" fmla="*/ 152011 h 440699"/>
                <a:gd name="connsiteX297" fmla="*/ 2895689 w 2915191"/>
                <a:gd name="connsiteY297" fmla="*/ 148410 h 440699"/>
                <a:gd name="connsiteX298" fmla="*/ 2905433 w 2915191"/>
                <a:gd name="connsiteY298" fmla="*/ 152210 h 440699"/>
                <a:gd name="connsiteX299" fmla="*/ 2915192 w 2915191"/>
                <a:gd name="connsiteY299" fmla="*/ 156821 h 440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40699">
                  <a:moveTo>
                    <a:pt x="0" y="142002"/>
                  </a:moveTo>
                  <a:lnTo>
                    <a:pt x="9750" y="178345"/>
                  </a:lnTo>
                  <a:lnTo>
                    <a:pt x="19500" y="163913"/>
                  </a:lnTo>
                  <a:lnTo>
                    <a:pt x="29250" y="180628"/>
                  </a:lnTo>
                  <a:lnTo>
                    <a:pt x="39000" y="185331"/>
                  </a:lnTo>
                  <a:lnTo>
                    <a:pt x="48749" y="198925"/>
                  </a:lnTo>
                  <a:lnTo>
                    <a:pt x="58499" y="175544"/>
                  </a:lnTo>
                  <a:lnTo>
                    <a:pt x="68249" y="197513"/>
                  </a:lnTo>
                  <a:lnTo>
                    <a:pt x="77998" y="207903"/>
                  </a:lnTo>
                  <a:lnTo>
                    <a:pt x="87748" y="185193"/>
                  </a:lnTo>
                  <a:lnTo>
                    <a:pt x="97497" y="182225"/>
                  </a:lnTo>
                  <a:lnTo>
                    <a:pt x="107247" y="189758"/>
                  </a:lnTo>
                  <a:lnTo>
                    <a:pt x="116997" y="131409"/>
                  </a:lnTo>
                  <a:lnTo>
                    <a:pt x="126747" y="139384"/>
                  </a:lnTo>
                  <a:lnTo>
                    <a:pt x="136497" y="108003"/>
                  </a:lnTo>
                  <a:lnTo>
                    <a:pt x="146247" y="152892"/>
                  </a:lnTo>
                  <a:lnTo>
                    <a:pt x="155997" y="120266"/>
                  </a:lnTo>
                  <a:lnTo>
                    <a:pt x="165747" y="124415"/>
                  </a:lnTo>
                  <a:lnTo>
                    <a:pt x="175497" y="133288"/>
                  </a:lnTo>
                  <a:lnTo>
                    <a:pt x="185247" y="129773"/>
                  </a:lnTo>
                  <a:lnTo>
                    <a:pt x="194996" y="145319"/>
                  </a:lnTo>
                  <a:lnTo>
                    <a:pt x="204746" y="163156"/>
                  </a:lnTo>
                  <a:lnTo>
                    <a:pt x="214495" y="129781"/>
                  </a:lnTo>
                  <a:lnTo>
                    <a:pt x="224245" y="129062"/>
                  </a:lnTo>
                  <a:lnTo>
                    <a:pt x="233995" y="96434"/>
                  </a:lnTo>
                  <a:lnTo>
                    <a:pt x="243744" y="83109"/>
                  </a:lnTo>
                  <a:lnTo>
                    <a:pt x="253494" y="75589"/>
                  </a:lnTo>
                  <a:lnTo>
                    <a:pt x="263244" y="48662"/>
                  </a:lnTo>
                  <a:lnTo>
                    <a:pt x="272994" y="26170"/>
                  </a:lnTo>
                  <a:lnTo>
                    <a:pt x="282744" y="23652"/>
                  </a:lnTo>
                  <a:lnTo>
                    <a:pt x="292494" y="52337"/>
                  </a:lnTo>
                  <a:lnTo>
                    <a:pt x="302244" y="69812"/>
                  </a:lnTo>
                  <a:lnTo>
                    <a:pt x="311994" y="76664"/>
                  </a:lnTo>
                  <a:lnTo>
                    <a:pt x="321744" y="48943"/>
                  </a:lnTo>
                  <a:lnTo>
                    <a:pt x="331493" y="83390"/>
                  </a:lnTo>
                  <a:lnTo>
                    <a:pt x="341243" y="107462"/>
                  </a:lnTo>
                  <a:lnTo>
                    <a:pt x="350993" y="115209"/>
                  </a:lnTo>
                  <a:lnTo>
                    <a:pt x="360742" y="118886"/>
                  </a:lnTo>
                  <a:lnTo>
                    <a:pt x="370492" y="117660"/>
                  </a:lnTo>
                  <a:lnTo>
                    <a:pt x="380241" y="104977"/>
                  </a:lnTo>
                  <a:lnTo>
                    <a:pt x="389991" y="121002"/>
                  </a:lnTo>
                  <a:lnTo>
                    <a:pt x="399741" y="105504"/>
                  </a:lnTo>
                  <a:lnTo>
                    <a:pt x="409491" y="116588"/>
                  </a:lnTo>
                  <a:lnTo>
                    <a:pt x="419241" y="121366"/>
                  </a:lnTo>
                  <a:lnTo>
                    <a:pt x="428991" y="110093"/>
                  </a:lnTo>
                  <a:lnTo>
                    <a:pt x="438741" y="117195"/>
                  </a:lnTo>
                  <a:lnTo>
                    <a:pt x="448491" y="86186"/>
                  </a:lnTo>
                  <a:lnTo>
                    <a:pt x="458241" y="93442"/>
                  </a:lnTo>
                  <a:lnTo>
                    <a:pt x="467991" y="111270"/>
                  </a:lnTo>
                  <a:lnTo>
                    <a:pt x="477740" y="61782"/>
                  </a:lnTo>
                  <a:lnTo>
                    <a:pt x="487490" y="68620"/>
                  </a:lnTo>
                  <a:lnTo>
                    <a:pt x="497239" y="55277"/>
                  </a:lnTo>
                  <a:lnTo>
                    <a:pt x="506989" y="84327"/>
                  </a:lnTo>
                  <a:lnTo>
                    <a:pt x="516738" y="48356"/>
                  </a:lnTo>
                  <a:lnTo>
                    <a:pt x="526488" y="80416"/>
                  </a:lnTo>
                  <a:lnTo>
                    <a:pt x="536238" y="64255"/>
                  </a:lnTo>
                  <a:lnTo>
                    <a:pt x="545988" y="69426"/>
                  </a:lnTo>
                  <a:lnTo>
                    <a:pt x="555738" y="47791"/>
                  </a:lnTo>
                  <a:lnTo>
                    <a:pt x="565488" y="31674"/>
                  </a:lnTo>
                  <a:lnTo>
                    <a:pt x="575238" y="12983"/>
                  </a:lnTo>
                  <a:lnTo>
                    <a:pt x="584988" y="1798"/>
                  </a:lnTo>
                  <a:lnTo>
                    <a:pt x="594738" y="0"/>
                  </a:lnTo>
                  <a:lnTo>
                    <a:pt x="604488" y="2111"/>
                  </a:lnTo>
                  <a:lnTo>
                    <a:pt x="614237" y="6937"/>
                  </a:lnTo>
                  <a:lnTo>
                    <a:pt x="623987" y="8542"/>
                  </a:lnTo>
                  <a:lnTo>
                    <a:pt x="633736" y="20097"/>
                  </a:lnTo>
                  <a:lnTo>
                    <a:pt x="643486" y="22389"/>
                  </a:lnTo>
                  <a:lnTo>
                    <a:pt x="653236" y="52568"/>
                  </a:lnTo>
                  <a:lnTo>
                    <a:pt x="662985" y="71505"/>
                  </a:lnTo>
                  <a:lnTo>
                    <a:pt x="672735" y="70526"/>
                  </a:lnTo>
                  <a:lnTo>
                    <a:pt x="682485" y="103083"/>
                  </a:lnTo>
                  <a:lnTo>
                    <a:pt x="692235" y="116608"/>
                  </a:lnTo>
                  <a:lnTo>
                    <a:pt x="701985" y="108241"/>
                  </a:lnTo>
                  <a:lnTo>
                    <a:pt x="711735" y="129198"/>
                  </a:lnTo>
                  <a:lnTo>
                    <a:pt x="721485" y="138744"/>
                  </a:lnTo>
                  <a:lnTo>
                    <a:pt x="731235" y="167992"/>
                  </a:lnTo>
                  <a:lnTo>
                    <a:pt x="740985" y="161642"/>
                  </a:lnTo>
                  <a:lnTo>
                    <a:pt x="750734" y="166699"/>
                  </a:lnTo>
                  <a:lnTo>
                    <a:pt x="760484" y="170581"/>
                  </a:lnTo>
                  <a:lnTo>
                    <a:pt x="770233" y="179619"/>
                  </a:lnTo>
                  <a:lnTo>
                    <a:pt x="779983" y="181219"/>
                  </a:lnTo>
                  <a:lnTo>
                    <a:pt x="789733" y="167277"/>
                  </a:lnTo>
                  <a:lnTo>
                    <a:pt x="799482" y="141323"/>
                  </a:lnTo>
                  <a:lnTo>
                    <a:pt x="809232" y="171161"/>
                  </a:lnTo>
                  <a:lnTo>
                    <a:pt x="818982" y="156737"/>
                  </a:lnTo>
                  <a:lnTo>
                    <a:pt x="828732" y="127219"/>
                  </a:lnTo>
                  <a:lnTo>
                    <a:pt x="838482" y="157137"/>
                  </a:lnTo>
                  <a:lnTo>
                    <a:pt x="848232" y="127741"/>
                  </a:lnTo>
                  <a:lnTo>
                    <a:pt x="857982" y="125253"/>
                  </a:lnTo>
                  <a:lnTo>
                    <a:pt x="867732" y="149261"/>
                  </a:lnTo>
                  <a:lnTo>
                    <a:pt x="877482" y="165481"/>
                  </a:lnTo>
                  <a:lnTo>
                    <a:pt x="887231" y="173409"/>
                  </a:lnTo>
                  <a:lnTo>
                    <a:pt x="896981" y="190989"/>
                  </a:lnTo>
                  <a:lnTo>
                    <a:pt x="906730" y="177910"/>
                  </a:lnTo>
                  <a:lnTo>
                    <a:pt x="916480" y="167579"/>
                  </a:lnTo>
                  <a:lnTo>
                    <a:pt x="926230" y="174908"/>
                  </a:lnTo>
                  <a:lnTo>
                    <a:pt x="935979" y="196211"/>
                  </a:lnTo>
                  <a:lnTo>
                    <a:pt x="945729" y="216752"/>
                  </a:lnTo>
                  <a:lnTo>
                    <a:pt x="955479" y="198839"/>
                  </a:lnTo>
                  <a:lnTo>
                    <a:pt x="965229" y="210514"/>
                  </a:lnTo>
                  <a:lnTo>
                    <a:pt x="974979" y="183834"/>
                  </a:lnTo>
                  <a:lnTo>
                    <a:pt x="984729" y="175792"/>
                  </a:lnTo>
                  <a:lnTo>
                    <a:pt x="994474" y="190525"/>
                  </a:lnTo>
                  <a:lnTo>
                    <a:pt x="1004233" y="169503"/>
                  </a:lnTo>
                  <a:lnTo>
                    <a:pt x="1013977" y="173643"/>
                  </a:lnTo>
                  <a:lnTo>
                    <a:pt x="1023721" y="190853"/>
                  </a:lnTo>
                  <a:lnTo>
                    <a:pt x="1033480" y="186418"/>
                  </a:lnTo>
                  <a:lnTo>
                    <a:pt x="1043224" y="169074"/>
                  </a:lnTo>
                  <a:lnTo>
                    <a:pt x="1052983" y="164482"/>
                  </a:lnTo>
                  <a:lnTo>
                    <a:pt x="1062727" y="166693"/>
                  </a:lnTo>
                  <a:lnTo>
                    <a:pt x="1072471" y="177363"/>
                  </a:lnTo>
                  <a:lnTo>
                    <a:pt x="1082230" y="189464"/>
                  </a:lnTo>
                  <a:lnTo>
                    <a:pt x="1091973" y="166209"/>
                  </a:lnTo>
                  <a:lnTo>
                    <a:pt x="1101732" y="141779"/>
                  </a:lnTo>
                  <a:lnTo>
                    <a:pt x="1111476" y="180675"/>
                  </a:lnTo>
                  <a:lnTo>
                    <a:pt x="1121220" y="179135"/>
                  </a:lnTo>
                  <a:lnTo>
                    <a:pt x="1130979" y="183086"/>
                  </a:lnTo>
                  <a:lnTo>
                    <a:pt x="1140723" y="202298"/>
                  </a:lnTo>
                  <a:lnTo>
                    <a:pt x="1150482" y="172786"/>
                  </a:lnTo>
                  <a:lnTo>
                    <a:pt x="1160226" y="168694"/>
                  </a:lnTo>
                  <a:lnTo>
                    <a:pt x="1169969" y="142661"/>
                  </a:lnTo>
                  <a:lnTo>
                    <a:pt x="1179728" y="136144"/>
                  </a:lnTo>
                  <a:lnTo>
                    <a:pt x="1189472" y="110174"/>
                  </a:lnTo>
                  <a:lnTo>
                    <a:pt x="1199231" y="104649"/>
                  </a:lnTo>
                  <a:lnTo>
                    <a:pt x="1208975" y="86216"/>
                  </a:lnTo>
                  <a:lnTo>
                    <a:pt x="1218719" y="108430"/>
                  </a:lnTo>
                  <a:lnTo>
                    <a:pt x="1228478" y="124441"/>
                  </a:lnTo>
                  <a:lnTo>
                    <a:pt x="1238222" y="126765"/>
                  </a:lnTo>
                  <a:lnTo>
                    <a:pt x="1247966" y="144270"/>
                  </a:lnTo>
                  <a:lnTo>
                    <a:pt x="1257725" y="154380"/>
                  </a:lnTo>
                  <a:lnTo>
                    <a:pt x="1267469" y="158418"/>
                  </a:lnTo>
                  <a:lnTo>
                    <a:pt x="1277227" y="172466"/>
                  </a:lnTo>
                  <a:lnTo>
                    <a:pt x="1286971" y="188895"/>
                  </a:lnTo>
                  <a:lnTo>
                    <a:pt x="1296715" y="211510"/>
                  </a:lnTo>
                  <a:lnTo>
                    <a:pt x="1306474" y="201972"/>
                  </a:lnTo>
                  <a:lnTo>
                    <a:pt x="1316218" y="200880"/>
                  </a:lnTo>
                  <a:lnTo>
                    <a:pt x="1325977" y="189427"/>
                  </a:lnTo>
                  <a:lnTo>
                    <a:pt x="1335721" y="168332"/>
                  </a:lnTo>
                  <a:lnTo>
                    <a:pt x="1345465" y="166040"/>
                  </a:lnTo>
                  <a:lnTo>
                    <a:pt x="1355224" y="155527"/>
                  </a:lnTo>
                  <a:lnTo>
                    <a:pt x="1364967" y="149759"/>
                  </a:lnTo>
                  <a:lnTo>
                    <a:pt x="1374726" y="162870"/>
                  </a:lnTo>
                  <a:lnTo>
                    <a:pt x="1384470" y="154966"/>
                  </a:lnTo>
                  <a:lnTo>
                    <a:pt x="1394214" y="139209"/>
                  </a:lnTo>
                  <a:lnTo>
                    <a:pt x="1403973" y="141406"/>
                  </a:lnTo>
                  <a:lnTo>
                    <a:pt x="1413717" y="110705"/>
                  </a:lnTo>
                  <a:lnTo>
                    <a:pt x="1423476" y="120180"/>
                  </a:lnTo>
                  <a:lnTo>
                    <a:pt x="1433220" y="106316"/>
                  </a:lnTo>
                  <a:lnTo>
                    <a:pt x="1442964" y="123168"/>
                  </a:lnTo>
                  <a:lnTo>
                    <a:pt x="1452722" y="102991"/>
                  </a:lnTo>
                  <a:lnTo>
                    <a:pt x="1462466" y="93618"/>
                  </a:lnTo>
                  <a:lnTo>
                    <a:pt x="1472225" y="84921"/>
                  </a:lnTo>
                  <a:lnTo>
                    <a:pt x="1481969" y="101994"/>
                  </a:lnTo>
                  <a:lnTo>
                    <a:pt x="1491713" y="116258"/>
                  </a:lnTo>
                  <a:lnTo>
                    <a:pt x="1501472" y="109683"/>
                  </a:lnTo>
                  <a:lnTo>
                    <a:pt x="1511216" y="111093"/>
                  </a:lnTo>
                  <a:lnTo>
                    <a:pt x="1520960" y="69350"/>
                  </a:lnTo>
                  <a:lnTo>
                    <a:pt x="1530719" y="75892"/>
                  </a:lnTo>
                  <a:lnTo>
                    <a:pt x="1540463" y="125807"/>
                  </a:lnTo>
                  <a:lnTo>
                    <a:pt x="1550221" y="101717"/>
                  </a:lnTo>
                  <a:lnTo>
                    <a:pt x="1559965" y="80571"/>
                  </a:lnTo>
                  <a:lnTo>
                    <a:pt x="1569709" y="91772"/>
                  </a:lnTo>
                  <a:lnTo>
                    <a:pt x="1579468" y="87567"/>
                  </a:lnTo>
                  <a:lnTo>
                    <a:pt x="1589212" y="94033"/>
                  </a:lnTo>
                  <a:lnTo>
                    <a:pt x="1598971" y="97791"/>
                  </a:lnTo>
                  <a:lnTo>
                    <a:pt x="1608715" y="88858"/>
                  </a:lnTo>
                  <a:lnTo>
                    <a:pt x="1618459" y="103575"/>
                  </a:lnTo>
                  <a:lnTo>
                    <a:pt x="1628218" y="95662"/>
                  </a:lnTo>
                  <a:lnTo>
                    <a:pt x="1637962" y="102012"/>
                  </a:lnTo>
                  <a:lnTo>
                    <a:pt x="1647720" y="114387"/>
                  </a:lnTo>
                  <a:lnTo>
                    <a:pt x="1657464" y="113110"/>
                  </a:lnTo>
                  <a:lnTo>
                    <a:pt x="1667208" y="99609"/>
                  </a:lnTo>
                  <a:lnTo>
                    <a:pt x="1676967" y="144136"/>
                  </a:lnTo>
                  <a:lnTo>
                    <a:pt x="1686711" y="137714"/>
                  </a:lnTo>
                  <a:lnTo>
                    <a:pt x="1696470" y="176505"/>
                  </a:lnTo>
                  <a:lnTo>
                    <a:pt x="1706214" y="216920"/>
                  </a:lnTo>
                  <a:lnTo>
                    <a:pt x="1715958" y="237677"/>
                  </a:lnTo>
                  <a:lnTo>
                    <a:pt x="1725716" y="218477"/>
                  </a:lnTo>
                  <a:lnTo>
                    <a:pt x="1735460" y="262586"/>
                  </a:lnTo>
                  <a:lnTo>
                    <a:pt x="1745219" y="276229"/>
                  </a:lnTo>
                  <a:lnTo>
                    <a:pt x="1754963" y="280356"/>
                  </a:lnTo>
                  <a:lnTo>
                    <a:pt x="1764707" y="283908"/>
                  </a:lnTo>
                  <a:lnTo>
                    <a:pt x="1774466" y="311491"/>
                  </a:lnTo>
                  <a:lnTo>
                    <a:pt x="1784210" y="298093"/>
                  </a:lnTo>
                  <a:lnTo>
                    <a:pt x="1793969" y="318664"/>
                  </a:lnTo>
                  <a:lnTo>
                    <a:pt x="1803713" y="339289"/>
                  </a:lnTo>
                  <a:lnTo>
                    <a:pt x="1813457" y="341544"/>
                  </a:lnTo>
                  <a:lnTo>
                    <a:pt x="1823215" y="372098"/>
                  </a:lnTo>
                  <a:lnTo>
                    <a:pt x="1832959" y="413761"/>
                  </a:lnTo>
                  <a:lnTo>
                    <a:pt x="1842703" y="393104"/>
                  </a:lnTo>
                  <a:lnTo>
                    <a:pt x="1852462" y="440700"/>
                  </a:lnTo>
                  <a:lnTo>
                    <a:pt x="1862206" y="419283"/>
                  </a:lnTo>
                  <a:lnTo>
                    <a:pt x="1871965" y="399022"/>
                  </a:lnTo>
                  <a:lnTo>
                    <a:pt x="1881709" y="424657"/>
                  </a:lnTo>
                  <a:lnTo>
                    <a:pt x="1891453" y="397746"/>
                  </a:lnTo>
                  <a:lnTo>
                    <a:pt x="1901212" y="356343"/>
                  </a:lnTo>
                  <a:lnTo>
                    <a:pt x="1910956" y="336711"/>
                  </a:lnTo>
                  <a:lnTo>
                    <a:pt x="1920714" y="336420"/>
                  </a:lnTo>
                  <a:lnTo>
                    <a:pt x="1930458" y="340485"/>
                  </a:lnTo>
                  <a:lnTo>
                    <a:pt x="1940202" y="395254"/>
                  </a:lnTo>
                  <a:lnTo>
                    <a:pt x="1949961" y="399586"/>
                  </a:lnTo>
                  <a:lnTo>
                    <a:pt x="1959705" y="410835"/>
                  </a:lnTo>
                  <a:lnTo>
                    <a:pt x="1969464" y="411137"/>
                  </a:lnTo>
                  <a:lnTo>
                    <a:pt x="1979208" y="422952"/>
                  </a:lnTo>
                  <a:lnTo>
                    <a:pt x="1988952" y="373733"/>
                  </a:lnTo>
                  <a:lnTo>
                    <a:pt x="1998711" y="402280"/>
                  </a:lnTo>
                  <a:lnTo>
                    <a:pt x="2008454" y="388616"/>
                  </a:lnTo>
                  <a:lnTo>
                    <a:pt x="2018213" y="395358"/>
                  </a:lnTo>
                  <a:lnTo>
                    <a:pt x="2027957" y="377002"/>
                  </a:lnTo>
                  <a:lnTo>
                    <a:pt x="2037701" y="421804"/>
                  </a:lnTo>
                  <a:lnTo>
                    <a:pt x="2047460" y="420022"/>
                  </a:lnTo>
                  <a:lnTo>
                    <a:pt x="2057204" y="406659"/>
                  </a:lnTo>
                  <a:lnTo>
                    <a:pt x="2066963" y="357497"/>
                  </a:lnTo>
                  <a:lnTo>
                    <a:pt x="2076707" y="382555"/>
                  </a:lnTo>
                  <a:lnTo>
                    <a:pt x="2086451" y="396790"/>
                  </a:lnTo>
                  <a:lnTo>
                    <a:pt x="2096210" y="407831"/>
                  </a:lnTo>
                  <a:lnTo>
                    <a:pt x="2105954" y="417812"/>
                  </a:lnTo>
                  <a:lnTo>
                    <a:pt x="2115697" y="393131"/>
                  </a:lnTo>
                  <a:lnTo>
                    <a:pt x="2125456" y="397418"/>
                  </a:lnTo>
                  <a:lnTo>
                    <a:pt x="2135200" y="362430"/>
                  </a:lnTo>
                  <a:lnTo>
                    <a:pt x="2144959" y="394886"/>
                  </a:lnTo>
                  <a:lnTo>
                    <a:pt x="2154703" y="372291"/>
                  </a:lnTo>
                  <a:lnTo>
                    <a:pt x="2164447" y="382950"/>
                  </a:lnTo>
                  <a:lnTo>
                    <a:pt x="2174206" y="359802"/>
                  </a:lnTo>
                  <a:lnTo>
                    <a:pt x="2183950" y="319477"/>
                  </a:lnTo>
                  <a:lnTo>
                    <a:pt x="2193709" y="291810"/>
                  </a:lnTo>
                  <a:lnTo>
                    <a:pt x="2203452" y="337153"/>
                  </a:lnTo>
                  <a:lnTo>
                    <a:pt x="2213196" y="360827"/>
                  </a:lnTo>
                  <a:lnTo>
                    <a:pt x="2222955" y="347613"/>
                  </a:lnTo>
                  <a:lnTo>
                    <a:pt x="2232699" y="350321"/>
                  </a:lnTo>
                  <a:lnTo>
                    <a:pt x="2242458" y="352812"/>
                  </a:lnTo>
                  <a:lnTo>
                    <a:pt x="2252202" y="340820"/>
                  </a:lnTo>
                  <a:lnTo>
                    <a:pt x="2261946" y="350688"/>
                  </a:lnTo>
                  <a:lnTo>
                    <a:pt x="2271705" y="307625"/>
                  </a:lnTo>
                  <a:lnTo>
                    <a:pt x="2281449" y="348906"/>
                  </a:lnTo>
                  <a:lnTo>
                    <a:pt x="2291208" y="348253"/>
                  </a:lnTo>
                  <a:lnTo>
                    <a:pt x="2300951" y="361832"/>
                  </a:lnTo>
                  <a:lnTo>
                    <a:pt x="2310695" y="378880"/>
                  </a:lnTo>
                  <a:lnTo>
                    <a:pt x="2320454" y="391398"/>
                  </a:lnTo>
                  <a:lnTo>
                    <a:pt x="2330198" y="398040"/>
                  </a:lnTo>
                  <a:lnTo>
                    <a:pt x="2339957" y="387882"/>
                  </a:lnTo>
                  <a:lnTo>
                    <a:pt x="2349701" y="407378"/>
                  </a:lnTo>
                  <a:lnTo>
                    <a:pt x="2359445" y="395619"/>
                  </a:lnTo>
                  <a:lnTo>
                    <a:pt x="2369204" y="402758"/>
                  </a:lnTo>
                  <a:lnTo>
                    <a:pt x="2378948" y="354858"/>
                  </a:lnTo>
                  <a:lnTo>
                    <a:pt x="2388692" y="334525"/>
                  </a:lnTo>
                  <a:lnTo>
                    <a:pt x="2398450" y="339177"/>
                  </a:lnTo>
                  <a:lnTo>
                    <a:pt x="2408194" y="357202"/>
                  </a:lnTo>
                  <a:lnTo>
                    <a:pt x="2417953" y="327073"/>
                  </a:lnTo>
                  <a:lnTo>
                    <a:pt x="2427697" y="357008"/>
                  </a:lnTo>
                  <a:lnTo>
                    <a:pt x="2437441" y="367047"/>
                  </a:lnTo>
                  <a:lnTo>
                    <a:pt x="2447200" y="335598"/>
                  </a:lnTo>
                  <a:lnTo>
                    <a:pt x="2456944" y="345321"/>
                  </a:lnTo>
                  <a:lnTo>
                    <a:pt x="2466703" y="304474"/>
                  </a:lnTo>
                  <a:lnTo>
                    <a:pt x="2476446" y="301673"/>
                  </a:lnTo>
                  <a:lnTo>
                    <a:pt x="2486190" y="313078"/>
                  </a:lnTo>
                  <a:lnTo>
                    <a:pt x="2495949" y="315991"/>
                  </a:lnTo>
                  <a:lnTo>
                    <a:pt x="2505693" y="301335"/>
                  </a:lnTo>
                  <a:lnTo>
                    <a:pt x="2515452" y="314991"/>
                  </a:lnTo>
                  <a:lnTo>
                    <a:pt x="2525196" y="307922"/>
                  </a:lnTo>
                  <a:lnTo>
                    <a:pt x="2534940" y="315289"/>
                  </a:lnTo>
                  <a:lnTo>
                    <a:pt x="2544699" y="293094"/>
                  </a:lnTo>
                  <a:lnTo>
                    <a:pt x="2554443" y="296399"/>
                  </a:lnTo>
                  <a:lnTo>
                    <a:pt x="2564202" y="282723"/>
                  </a:lnTo>
                  <a:lnTo>
                    <a:pt x="2573946" y="255534"/>
                  </a:lnTo>
                  <a:lnTo>
                    <a:pt x="2583690" y="252761"/>
                  </a:lnTo>
                  <a:lnTo>
                    <a:pt x="2593448" y="263238"/>
                  </a:lnTo>
                  <a:lnTo>
                    <a:pt x="2603192" y="229355"/>
                  </a:lnTo>
                  <a:lnTo>
                    <a:pt x="2612951" y="213155"/>
                  </a:lnTo>
                  <a:lnTo>
                    <a:pt x="2622695" y="231465"/>
                  </a:lnTo>
                  <a:lnTo>
                    <a:pt x="2632439" y="212459"/>
                  </a:lnTo>
                  <a:lnTo>
                    <a:pt x="2642198" y="220868"/>
                  </a:lnTo>
                  <a:lnTo>
                    <a:pt x="2651942" y="261248"/>
                  </a:lnTo>
                  <a:lnTo>
                    <a:pt x="2661685" y="246504"/>
                  </a:lnTo>
                  <a:lnTo>
                    <a:pt x="2671444" y="217997"/>
                  </a:lnTo>
                  <a:lnTo>
                    <a:pt x="2681188" y="175763"/>
                  </a:lnTo>
                  <a:lnTo>
                    <a:pt x="2690947" y="193384"/>
                  </a:lnTo>
                  <a:lnTo>
                    <a:pt x="2700691" y="233123"/>
                  </a:lnTo>
                  <a:lnTo>
                    <a:pt x="2710435" y="208695"/>
                  </a:lnTo>
                  <a:lnTo>
                    <a:pt x="2720194" y="206065"/>
                  </a:lnTo>
                  <a:lnTo>
                    <a:pt x="2729938" y="197839"/>
                  </a:lnTo>
                  <a:lnTo>
                    <a:pt x="2739697" y="201929"/>
                  </a:lnTo>
                  <a:lnTo>
                    <a:pt x="2749441" y="207003"/>
                  </a:lnTo>
                  <a:lnTo>
                    <a:pt x="2759185" y="216709"/>
                  </a:lnTo>
                  <a:lnTo>
                    <a:pt x="2768943" y="229051"/>
                  </a:lnTo>
                  <a:lnTo>
                    <a:pt x="2778687" y="227738"/>
                  </a:lnTo>
                  <a:lnTo>
                    <a:pt x="2788446" y="214116"/>
                  </a:lnTo>
                  <a:lnTo>
                    <a:pt x="2798190" y="204669"/>
                  </a:lnTo>
                  <a:lnTo>
                    <a:pt x="2807934" y="206925"/>
                  </a:lnTo>
                  <a:lnTo>
                    <a:pt x="2817693" y="191430"/>
                  </a:lnTo>
                  <a:lnTo>
                    <a:pt x="2827437" y="200583"/>
                  </a:lnTo>
                  <a:lnTo>
                    <a:pt x="2837196" y="198371"/>
                  </a:lnTo>
                  <a:lnTo>
                    <a:pt x="2846940" y="172416"/>
                  </a:lnTo>
                  <a:lnTo>
                    <a:pt x="2856684" y="177282"/>
                  </a:lnTo>
                  <a:lnTo>
                    <a:pt x="2866442" y="194144"/>
                  </a:lnTo>
                  <a:lnTo>
                    <a:pt x="2876186" y="204013"/>
                  </a:lnTo>
                  <a:lnTo>
                    <a:pt x="2885945" y="152011"/>
                  </a:lnTo>
                  <a:lnTo>
                    <a:pt x="2895689" y="148410"/>
                  </a:lnTo>
                  <a:lnTo>
                    <a:pt x="2905433" y="152210"/>
                  </a:lnTo>
                  <a:lnTo>
                    <a:pt x="2915192" y="15682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4" name="Freeform 1243">
              <a:extLst>
                <a:ext uri="{FF2B5EF4-FFF2-40B4-BE49-F238E27FC236}">
                  <a16:creationId xmlns:a16="http://schemas.microsoft.com/office/drawing/2014/main" id="{55E70A06-F3A2-C433-2116-73FDAFBB6208}"/>
                </a:ext>
              </a:extLst>
            </p:cNvPr>
            <p:cNvSpPr/>
            <p:nvPr/>
          </p:nvSpPr>
          <p:spPr>
            <a:xfrm>
              <a:off x="4426652" y="3343892"/>
              <a:ext cx="2915191" cy="335057"/>
            </a:xfrm>
            <a:custGeom>
              <a:avLst/>
              <a:gdLst>
                <a:gd name="connsiteX0" fmla="*/ 0 w 2915191"/>
                <a:gd name="connsiteY0" fmla="*/ 312774 h 335057"/>
                <a:gd name="connsiteX1" fmla="*/ 9750 w 2915191"/>
                <a:gd name="connsiteY1" fmla="*/ 334277 h 335057"/>
                <a:gd name="connsiteX2" fmla="*/ 19500 w 2915191"/>
                <a:gd name="connsiteY2" fmla="*/ 335057 h 335057"/>
                <a:gd name="connsiteX3" fmla="*/ 29250 w 2915191"/>
                <a:gd name="connsiteY3" fmla="*/ 317116 h 335057"/>
                <a:gd name="connsiteX4" fmla="*/ 39000 w 2915191"/>
                <a:gd name="connsiteY4" fmla="*/ 307580 h 335057"/>
                <a:gd name="connsiteX5" fmla="*/ 48749 w 2915191"/>
                <a:gd name="connsiteY5" fmla="*/ 286852 h 335057"/>
                <a:gd name="connsiteX6" fmla="*/ 58499 w 2915191"/>
                <a:gd name="connsiteY6" fmla="*/ 265340 h 335057"/>
                <a:gd name="connsiteX7" fmla="*/ 68249 w 2915191"/>
                <a:gd name="connsiteY7" fmla="*/ 257524 h 335057"/>
                <a:gd name="connsiteX8" fmla="*/ 77998 w 2915191"/>
                <a:gd name="connsiteY8" fmla="*/ 246705 h 335057"/>
                <a:gd name="connsiteX9" fmla="*/ 87748 w 2915191"/>
                <a:gd name="connsiteY9" fmla="*/ 241130 h 335057"/>
                <a:gd name="connsiteX10" fmla="*/ 97497 w 2915191"/>
                <a:gd name="connsiteY10" fmla="*/ 265515 h 335057"/>
                <a:gd name="connsiteX11" fmla="*/ 107247 w 2915191"/>
                <a:gd name="connsiteY11" fmla="*/ 244392 h 335057"/>
                <a:gd name="connsiteX12" fmla="*/ 116997 w 2915191"/>
                <a:gd name="connsiteY12" fmla="*/ 217685 h 335057"/>
                <a:gd name="connsiteX13" fmla="*/ 126747 w 2915191"/>
                <a:gd name="connsiteY13" fmla="*/ 199123 h 335057"/>
                <a:gd name="connsiteX14" fmla="*/ 136497 w 2915191"/>
                <a:gd name="connsiteY14" fmla="*/ 197759 h 335057"/>
                <a:gd name="connsiteX15" fmla="*/ 146247 w 2915191"/>
                <a:gd name="connsiteY15" fmla="*/ 185394 h 335057"/>
                <a:gd name="connsiteX16" fmla="*/ 155997 w 2915191"/>
                <a:gd name="connsiteY16" fmla="*/ 202440 h 335057"/>
                <a:gd name="connsiteX17" fmla="*/ 165747 w 2915191"/>
                <a:gd name="connsiteY17" fmla="*/ 194436 h 335057"/>
                <a:gd name="connsiteX18" fmla="*/ 175497 w 2915191"/>
                <a:gd name="connsiteY18" fmla="*/ 188933 h 335057"/>
                <a:gd name="connsiteX19" fmla="*/ 185247 w 2915191"/>
                <a:gd name="connsiteY19" fmla="*/ 215505 h 335057"/>
                <a:gd name="connsiteX20" fmla="*/ 194996 w 2915191"/>
                <a:gd name="connsiteY20" fmla="*/ 190573 h 335057"/>
                <a:gd name="connsiteX21" fmla="*/ 204746 w 2915191"/>
                <a:gd name="connsiteY21" fmla="*/ 191169 h 335057"/>
                <a:gd name="connsiteX22" fmla="*/ 214495 w 2915191"/>
                <a:gd name="connsiteY22" fmla="*/ 180750 h 335057"/>
                <a:gd name="connsiteX23" fmla="*/ 224245 w 2915191"/>
                <a:gd name="connsiteY23" fmla="*/ 222221 h 335057"/>
                <a:gd name="connsiteX24" fmla="*/ 233995 w 2915191"/>
                <a:gd name="connsiteY24" fmla="*/ 229669 h 335057"/>
                <a:gd name="connsiteX25" fmla="*/ 243744 w 2915191"/>
                <a:gd name="connsiteY25" fmla="*/ 246151 h 335057"/>
                <a:gd name="connsiteX26" fmla="*/ 253494 w 2915191"/>
                <a:gd name="connsiteY26" fmla="*/ 230685 h 335057"/>
                <a:gd name="connsiteX27" fmla="*/ 263244 w 2915191"/>
                <a:gd name="connsiteY27" fmla="*/ 233884 h 335057"/>
                <a:gd name="connsiteX28" fmla="*/ 272994 w 2915191"/>
                <a:gd name="connsiteY28" fmla="*/ 244321 h 335057"/>
                <a:gd name="connsiteX29" fmla="*/ 282744 w 2915191"/>
                <a:gd name="connsiteY29" fmla="*/ 270153 h 335057"/>
                <a:gd name="connsiteX30" fmla="*/ 292494 w 2915191"/>
                <a:gd name="connsiteY30" fmla="*/ 266325 h 335057"/>
                <a:gd name="connsiteX31" fmla="*/ 302244 w 2915191"/>
                <a:gd name="connsiteY31" fmla="*/ 265601 h 335057"/>
                <a:gd name="connsiteX32" fmla="*/ 311994 w 2915191"/>
                <a:gd name="connsiteY32" fmla="*/ 253642 h 335057"/>
                <a:gd name="connsiteX33" fmla="*/ 321744 w 2915191"/>
                <a:gd name="connsiteY33" fmla="*/ 233443 h 335057"/>
                <a:gd name="connsiteX34" fmla="*/ 331493 w 2915191"/>
                <a:gd name="connsiteY34" fmla="*/ 251219 h 335057"/>
                <a:gd name="connsiteX35" fmla="*/ 341243 w 2915191"/>
                <a:gd name="connsiteY35" fmla="*/ 212205 h 335057"/>
                <a:gd name="connsiteX36" fmla="*/ 350993 w 2915191"/>
                <a:gd name="connsiteY36" fmla="*/ 234158 h 335057"/>
                <a:gd name="connsiteX37" fmla="*/ 360742 w 2915191"/>
                <a:gd name="connsiteY37" fmla="*/ 204977 h 335057"/>
                <a:gd name="connsiteX38" fmla="*/ 370492 w 2915191"/>
                <a:gd name="connsiteY38" fmla="*/ 187767 h 335057"/>
                <a:gd name="connsiteX39" fmla="*/ 380241 w 2915191"/>
                <a:gd name="connsiteY39" fmla="*/ 186008 h 335057"/>
                <a:gd name="connsiteX40" fmla="*/ 389991 w 2915191"/>
                <a:gd name="connsiteY40" fmla="*/ 191468 h 335057"/>
                <a:gd name="connsiteX41" fmla="*/ 399741 w 2915191"/>
                <a:gd name="connsiteY41" fmla="*/ 148489 h 335057"/>
                <a:gd name="connsiteX42" fmla="*/ 409491 w 2915191"/>
                <a:gd name="connsiteY42" fmla="*/ 126373 h 335057"/>
                <a:gd name="connsiteX43" fmla="*/ 419241 w 2915191"/>
                <a:gd name="connsiteY43" fmla="*/ 109220 h 335057"/>
                <a:gd name="connsiteX44" fmla="*/ 428991 w 2915191"/>
                <a:gd name="connsiteY44" fmla="*/ 117700 h 335057"/>
                <a:gd name="connsiteX45" fmla="*/ 438741 w 2915191"/>
                <a:gd name="connsiteY45" fmla="*/ 132920 h 335057"/>
                <a:gd name="connsiteX46" fmla="*/ 448491 w 2915191"/>
                <a:gd name="connsiteY46" fmla="*/ 147397 h 335057"/>
                <a:gd name="connsiteX47" fmla="*/ 458241 w 2915191"/>
                <a:gd name="connsiteY47" fmla="*/ 147165 h 335057"/>
                <a:gd name="connsiteX48" fmla="*/ 467991 w 2915191"/>
                <a:gd name="connsiteY48" fmla="*/ 178834 h 335057"/>
                <a:gd name="connsiteX49" fmla="*/ 477740 w 2915191"/>
                <a:gd name="connsiteY49" fmla="*/ 188332 h 335057"/>
                <a:gd name="connsiteX50" fmla="*/ 487490 w 2915191"/>
                <a:gd name="connsiteY50" fmla="*/ 227378 h 335057"/>
                <a:gd name="connsiteX51" fmla="*/ 497239 w 2915191"/>
                <a:gd name="connsiteY51" fmla="*/ 220131 h 335057"/>
                <a:gd name="connsiteX52" fmla="*/ 506989 w 2915191"/>
                <a:gd name="connsiteY52" fmla="*/ 213553 h 335057"/>
                <a:gd name="connsiteX53" fmla="*/ 516738 w 2915191"/>
                <a:gd name="connsiteY53" fmla="*/ 225809 h 335057"/>
                <a:gd name="connsiteX54" fmla="*/ 526488 w 2915191"/>
                <a:gd name="connsiteY54" fmla="*/ 232277 h 335057"/>
                <a:gd name="connsiteX55" fmla="*/ 536238 w 2915191"/>
                <a:gd name="connsiteY55" fmla="*/ 250474 h 335057"/>
                <a:gd name="connsiteX56" fmla="*/ 545988 w 2915191"/>
                <a:gd name="connsiteY56" fmla="*/ 270046 h 335057"/>
                <a:gd name="connsiteX57" fmla="*/ 555738 w 2915191"/>
                <a:gd name="connsiteY57" fmla="*/ 254641 h 335057"/>
                <a:gd name="connsiteX58" fmla="*/ 565488 w 2915191"/>
                <a:gd name="connsiteY58" fmla="*/ 263514 h 335057"/>
                <a:gd name="connsiteX59" fmla="*/ 575238 w 2915191"/>
                <a:gd name="connsiteY59" fmla="*/ 257821 h 335057"/>
                <a:gd name="connsiteX60" fmla="*/ 584988 w 2915191"/>
                <a:gd name="connsiteY60" fmla="*/ 237509 h 335057"/>
                <a:gd name="connsiteX61" fmla="*/ 594738 w 2915191"/>
                <a:gd name="connsiteY61" fmla="*/ 195671 h 335057"/>
                <a:gd name="connsiteX62" fmla="*/ 604488 w 2915191"/>
                <a:gd name="connsiteY62" fmla="*/ 199764 h 335057"/>
                <a:gd name="connsiteX63" fmla="*/ 614237 w 2915191"/>
                <a:gd name="connsiteY63" fmla="*/ 194687 h 335057"/>
                <a:gd name="connsiteX64" fmla="*/ 623987 w 2915191"/>
                <a:gd name="connsiteY64" fmla="*/ 187113 h 335057"/>
                <a:gd name="connsiteX65" fmla="*/ 633736 w 2915191"/>
                <a:gd name="connsiteY65" fmla="*/ 168814 h 335057"/>
                <a:gd name="connsiteX66" fmla="*/ 643486 w 2915191"/>
                <a:gd name="connsiteY66" fmla="*/ 164373 h 335057"/>
                <a:gd name="connsiteX67" fmla="*/ 653236 w 2915191"/>
                <a:gd name="connsiteY67" fmla="*/ 143589 h 335057"/>
                <a:gd name="connsiteX68" fmla="*/ 662985 w 2915191"/>
                <a:gd name="connsiteY68" fmla="*/ 140806 h 335057"/>
                <a:gd name="connsiteX69" fmla="*/ 672735 w 2915191"/>
                <a:gd name="connsiteY69" fmla="*/ 118255 h 335057"/>
                <a:gd name="connsiteX70" fmla="*/ 682485 w 2915191"/>
                <a:gd name="connsiteY70" fmla="*/ 109049 h 335057"/>
                <a:gd name="connsiteX71" fmla="*/ 692235 w 2915191"/>
                <a:gd name="connsiteY71" fmla="*/ 116510 h 335057"/>
                <a:gd name="connsiteX72" fmla="*/ 701985 w 2915191"/>
                <a:gd name="connsiteY72" fmla="*/ 95997 h 335057"/>
                <a:gd name="connsiteX73" fmla="*/ 711735 w 2915191"/>
                <a:gd name="connsiteY73" fmla="*/ 106765 h 335057"/>
                <a:gd name="connsiteX74" fmla="*/ 721485 w 2915191"/>
                <a:gd name="connsiteY74" fmla="*/ 106975 h 335057"/>
                <a:gd name="connsiteX75" fmla="*/ 731235 w 2915191"/>
                <a:gd name="connsiteY75" fmla="*/ 101045 h 335057"/>
                <a:gd name="connsiteX76" fmla="*/ 740985 w 2915191"/>
                <a:gd name="connsiteY76" fmla="*/ 90677 h 335057"/>
                <a:gd name="connsiteX77" fmla="*/ 750734 w 2915191"/>
                <a:gd name="connsiteY77" fmla="*/ 112386 h 335057"/>
                <a:gd name="connsiteX78" fmla="*/ 760484 w 2915191"/>
                <a:gd name="connsiteY78" fmla="*/ 87645 h 335057"/>
                <a:gd name="connsiteX79" fmla="*/ 770233 w 2915191"/>
                <a:gd name="connsiteY79" fmla="*/ 120189 h 335057"/>
                <a:gd name="connsiteX80" fmla="*/ 779983 w 2915191"/>
                <a:gd name="connsiteY80" fmla="*/ 105825 h 335057"/>
                <a:gd name="connsiteX81" fmla="*/ 789733 w 2915191"/>
                <a:gd name="connsiteY81" fmla="*/ 167564 h 335057"/>
                <a:gd name="connsiteX82" fmla="*/ 799482 w 2915191"/>
                <a:gd name="connsiteY82" fmla="*/ 202799 h 335057"/>
                <a:gd name="connsiteX83" fmla="*/ 809232 w 2915191"/>
                <a:gd name="connsiteY83" fmla="*/ 195119 h 335057"/>
                <a:gd name="connsiteX84" fmla="*/ 818982 w 2915191"/>
                <a:gd name="connsiteY84" fmla="*/ 196193 h 335057"/>
                <a:gd name="connsiteX85" fmla="*/ 828732 w 2915191"/>
                <a:gd name="connsiteY85" fmla="*/ 167490 h 335057"/>
                <a:gd name="connsiteX86" fmla="*/ 838482 w 2915191"/>
                <a:gd name="connsiteY86" fmla="*/ 193512 h 335057"/>
                <a:gd name="connsiteX87" fmla="*/ 848232 w 2915191"/>
                <a:gd name="connsiteY87" fmla="*/ 209253 h 335057"/>
                <a:gd name="connsiteX88" fmla="*/ 857982 w 2915191"/>
                <a:gd name="connsiteY88" fmla="*/ 212723 h 335057"/>
                <a:gd name="connsiteX89" fmla="*/ 867732 w 2915191"/>
                <a:gd name="connsiteY89" fmla="*/ 230651 h 335057"/>
                <a:gd name="connsiteX90" fmla="*/ 877482 w 2915191"/>
                <a:gd name="connsiteY90" fmla="*/ 236889 h 335057"/>
                <a:gd name="connsiteX91" fmla="*/ 887231 w 2915191"/>
                <a:gd name="connsiteY91" fmla="*/ 250045 h 335057"/>
                <a:gd name="connsiteX92" fmla="*/ 896981 w 2915191"/>
                <a:gd name="connsiteY92" fmla="*/ 259396 h 335057"/>
                <a:gd name="connsiteX93" fmla="*/ 906730 w 2915191"/>
                <a:gd name="connsiteY93" fmla="*/ 244287 h 335057"/>
                <a:gd name="connsiteX94" fmla="*/ 916480 w 2915191"/>
                <a:gd name="connsiteY94" fmla="*/ 245769 h 335057"/>
                <a:gd name="connsiteX95" fmla="*/ 926230 w 2915191"/>
                <a:gd name="connsiteY95" fmla="*/ 256067 h 335057"/>
                <a:gd name="connsiteX96" fmla="*/ 935979 w 2915191"/>
                <a:gd name="connsiteY96" fmla="*/ 283802 h 335057"/>
                <a:gd name="connsiteX97" fmla="*/ 945729 w 2915191"/>
                <a:gd name="connsiteY97" fmla="*/ 278703 h 335057"/>
                <a:gd name="connsiteX98" fmla="*/ 955479 w 2915191"/>
                <a:gd name="connsiteY98" fmla="*/ 264443 h 335057"/>
                <a:gd name="connsiteX99" fmla="*/ 965229 w 2915191"/>
                <a:gd name="connsiteY99" fmla="*/ 260988 h 335057"/>
                <a:gd name="connsiteX100" fmla="*/ 974979 w 2915191"/>
                <a:gd name="connsiteY100" fmla="*/ 226774 h 335057"/>
                <a:gd name="connsiteX101" fmla="*/ 984729 w 2915191"/>
                <a:gd name="connsiteY101" fmla="*/ 246501 h 335057"/>
                <a:gd name="connsiteX102" fmla="*/ 994474 w 2915191"/>
                <a:gd name="connsiteY102" fmla="*/ 249704 h 335057"/>
                <a:gd name="connsiteX103" fmla="*/ 1004233 w 2915191"/>
                <a:gd name="connsiteY103" fmla="*/ 263123 h 335057"/>
                <a:gd name="connsiteX104" fmla="*/ 1013977 w 2915191"/>
                <a:gd name="connsiteY104" fmla="*/ 253369 h 335057"/>
                <a:gd name="connsiteX105" fmla="*/ 1023721 w 2915191"/>
                <a:gd name="connsiteY105" fmla="*/ 236418 h 335057"/>
                <a:gd name="connsiteX106" fmla="*/ 1033480 w 2915191"/>
                <a:gd name="connsiteY106" fmla="*/ 216232 h 335057"/>
                <a:gd name="connsiteX107" fmla="*/ 1043224 w 2915191"/>
                <a:gd name="connsiteY107" fmla="*/ 211896 h 335057"/>
                <a:gd name="connsiteX108" fmla="*/ 1052983 w 2915191"/>
                <a:gd name="connsiteY108" fmla="*/ 204921 h 335057"/>
                <a:gd name="connsiteX109" fmla="*/ 1062727 w 2915191"/>
                <a:gd name="connsiteY109" fmla="*/ 182142 h 335057"/>
                <a:gd name="connsiteX110" fmla="*/ 1072471 w 2915191"/>
                <a:gd name="connsiteY110" fmla="*/ 196839 h 335057"/>
                <a:gd name="connsiteX111" fmla="*/ 1082230 w 2915191"/>
                <a:gd name="connsiteY111" fmla="*/ 192174 h 335057"/>
                <a:gd name="connsiteX112" fmla="*/ 1091973 w 2915191"/>
                <a:gd name="connsiteY112" fmla="*/ 158927 h 335057"/>
                <a:gd name="connsiteX113" fmla="*/ 1101732 w 2915191"/>
                <a:gd name="connsiteY113" fmla="*/ 125935 h 335057"/>
                <a:gd name="connsiteX114" fmla="*/ 1111476 w 2915191"/>
                <a:gd name="connsiteY114" fmla="*/ 110157 h 335057"/>
                <a:gd name="connsiteX115" fmla="*/ 1121220 w 2915191"/>
                <a:gd name="connsiteY115" fmla="*/ 116869 h 335057"/>
                <a:gd name="connsiteX116" fmla="*/ 1130979 w 2915191"/>
                <a:gd name="connsiteY116" fmla="*/ 101242 h 335057"/>
                <a:gd name="connsiteX117" fmla="*/ 1140723 w 2915191"/>
                <a:gd name="connsiteY117" fmla="*/ 120856 h 335057"/>
                <a:gd name="connsiteX118" fmla="*/ 1150482 w 2915191"/>
                <a:gd name="connsiteY118" fmla="*/ 142525 h 335057"/>
                <a:gd name="connsiteX119" fmla="*/ 1160226 w 2915191"/>
                <a:gd name="connsiteY119" fmla="*/ 139671 h 335057"/>
                <a:gd name="connsiteX120" fmla="*/ 1169969 w 2915191"/>
                <a:gd name="connsiteY120" fmla="*/ 161931 h 335057"/>
                <a:gd name="connsiteX121" fmla="*/ 1179728 w 2915191"/>
                <a:gd name="connsiteY121" fmla="*/ 145071 h 335057"/>
                <a:gd name="connsiteX122" fmla="*/ 1189472 w 2915191"/>
                <a:gd name="connsiteY122" fmla="*/ 127626 h 335057"/>
                <a:gd name="connsiteX123" fmla="*/ 1199231 w 2915191"/>
                <a:gd name="connsiteY123" fmla="*/ 82405 h 335057"/>
                <a:gd name="connsiteX124" fmla="*/ 1208975 w 2915191"/>
                <a:gd name="connsiteY124" fmla="*/ 121899 h 335057"/>
                <a:gd name="connsiteX125" fmla="*/ 1218719 w 2915191"/>
                <a:gd name="connsiteY125" fmla="*/ 119740 h 335057"/>
                <a:gd name="connsiteX126" fmla="*/ 1228478 w 2915191"/>
                <a:gd name="connsiteY126" fmla="*/ 123812 h 335057"/>
                <a:gd name="connsiteX127" fmla="*/ 1238222 w 2915191"/>
                <a:gd name="connsiteY127" fmla="*/ 118587 h 335057"/>
                <a:gd name="connsiteX128" fmla="*/ 1247966 w 2915191"/>
                <a:gd name="connsiteY128" fmla="*/ 118208 h 335057"/>
                <a:gd name="connsiteX129" fmla="*/ 1257725 w 2915191"/>
                <a:gd name="connsiteY129" fmla="*/ 92931 h 335057"/>
                <a:gd name="connsiteX130" fmla="*/ 1267469 w 2915191"/>
                <a:gd name="connsiteY130" fmla="*/ 103309 h 335057"/>
                <a:gd name="connsiteX131" fmla="*/ 1277227 w 2915191"/>
                <a:gd name="connsiteY131" fmla="*/ 103223 h 335057"/>
                <a:gd name="connsiteX132" fmla="*/ 1286971 w 2915191"/>
                <a:gd name="connsiteY132" fmla="*/ 110682 h 335057"/>
                <a:gd name="connsiteX133" fmla="*/ 1296715 w 2915191"/>
                <a:gd name="connsiteY133" fmla="*/ 96560 h 335057"/>
                <a:gd name="connsiteX134" fmla="*/ 1306474 w 2915191"/>
                <a:gd name="connsiteY134" fmla="*/ 76347 h 335057"/>
                <a:gd name="connsiteX135" fmla="*/ 1316218 w 2915191"/>
                <a:gd name="connsiteY135" fmla="*/ 106060 h 335057"/>
                <a:gd name="connsiteX136" fmla="*/ 1325977 w 2915191"/>
                <a:gd name="connsiteY136" fmla="*/ 123347 h 335057"/>
                <a:gd name="connsiteX137" fmla="*/ 1335721 w 2915191"/>
                <a:gd name="connsiteY137" fmla="*/ 153568 h 335057"/>
                <a:gd name="connsiteX138" fmla="*/ 1345465 w 2915191"/>
                <a:gd name="connsiteY138" fmla="*/ 166422 h 335057"/>
                <a:gd name="connsiteX139" fmla="*/ 1355224 w 2915191"/>
                <a:gd name="connsiteY139" fmla="*/ 123775 h 335057"/>
                <a:gd name="connsiteX140" fmla="*/ 1364967 w 2915191"/>
                <a:gd name="connsiteY140" fmla="*/ 124675 h 335057"/>
                <a:gd name="connsiteX141" fmla="*/ 1374726 w 2915191"/>
                <a:gd name="connsiteY141" fmla="*/ 124496 h 335057"/>
                <a:gd name="connsiteX142" fmla="*/ 1384470 w 2915191"/>
                <a:gd name="connsiteY142" fmla="*/ 136305 h 335057"/>
                <a:gd name="connsiteX143" fmla="*/ 1394214 w 2915191"/>
                <a:gd name="connsiteY143" fmla="*/ 149629 h 335057"/>
                <a:gd name="connsiteX144" fmla="*/ 1403973 w 2915191"/>
                <a:gd name="connsiteY144" fmla="*/ 186635 h 335057"/>
                <a:gd name="connsiteX145" fmla="*/ 1413717 w 2915191"/>
                <a:gd name="connsiteY145" fmla="*/ 156858 h 335057"/>
                <a:gd name="connsiteX146" fmla="*/ 1423476 w 2915191"/>
                <a:gd name="connsiteY146" fmla="*/ 145860 h 335057"/>
                <a:gd name="connsiteX147" fmla="*/ 1433220 w 2915191"/>
                <a:gd name="connsiteY147" fmla="*/ 176662 h 335057"/>
                <a:gd name="connsiteX148" fmla="*/ 1442964 w 2915191"/>
                <a:gd name="connsiteY148" fmla="*/ 168455 h 335057"/>
                <a:gd name="connsiteX149" fmla="*/ 1452722 w 2915191"/>
                <a:gd name="connsiteY149" fmla="*/ 183262 h 335057"/>
                <a:gd name="connsiteX150" fmla="*/ 1462466 w 2915191"/>
                <a:gd name="connsiteY150" fmla="*/ 193852 h 335057"/>
                <a:gd name="connsiteX151" fmla="*/ 1472225 w 2915191"/>
                <a:gd name="connsiteY151" fmla="*/ 210909 h 335057"/>
                <a:gd name="connsiteX152" fmla="*/ 1481969 w 2915191"/>
                <a:gd name="connsiteY152" fmla="*/ 202660 h 335057"/>
                <a:gd name="connsiteX153" fmla="*/ 1491713 w 2915191"/>
                <a:gd name="connsiteY153" fmla="*/ 211764 h 335057"/>
                <a:gd name="connsiteX154" fmla="*/ 1501472 w 2915191"/>
                <a:gd name="connsiteY154" fmla="*/ 205484 h 335057"/>
                <a:gd name="connsiteX155" fmla="*/ 1511216 w 2915191"/>
                <a:gd name="connsiteY155" fmla="*/ 208821 h 335057"/>
                <a:gd name="connsiteX156" fmla="*/ 1520960 w 2915191"/>
                <a:gd name="connsiteY156" fmla="*/ 200589 h 335057"/>
                <a:gd name="connsiteX157" fmla="*/ 1530719 w 2915191"/>
                <a:gd name="connsiteY157" fmla="*/ 217203 h 335057"/>
                <a:gd name="connsiteX158" fmla="*/ 1540463 w 2915191"/>
                <a:gd name="connsiteY158" fmla="*/ 220502 h 335057"/>
                <a:gd name="connsiteX159" fmla="*/ 1550221 w 2915191"/>
                <a:gd name="connsiteY159" fmla="*/ 221743 h 335057"/>
                <a:gd name="connsiteX160" fmla="*/ 1559965 w 2915191"/>
                <a:gd name="connsiteY160" fmla="*/ 236244 h 335057"/>
                <a:gd name="connsiteX161" fmla="*/ 1569709 w 2915191"/>
                <a:gd name="connsiteY161" fmla="*/ 231152 h 335057"/>
                <a:gd name="connsiteX162" fmla="*/ 1579468 w 2915191"/>
                <a:gd name="connsiteY162" fmla="*/ 238860 h 335057"/>
                <a:gd name="connsiteX163" fmla="*/ 1589212 w 2915191"/>
                <a:gd name="connsiteY163" fmla="*/ 230073 h 335057"/>
                <a:gd name="connsiteX164" fmla="*/ 1598971 w 2915191"/>
                <a:gd name="connsiteY164" fmla="*/ 229920 h 335057"/>
                <a:gd name="connsiteX165" fmla="*/ 1608715 w 2915191"/>
                <a:gd name="connsiteY165" fmla="*/ 243221 h 335057"/>
                <a:gd name="connsiteX166" fmla="*/ 1618459 w 2915191"/>
                <a:gd name="connsiteY166" fmla="*/ 224511 h 335057"/>
                <a:gd name="connsiteX167" fmla="*/ 1628218 w 2915191"/>
                <a:gd name="connsiteY167" fmla="*/ 176109 h 335057"/>
                <a:gd name="connsiteX168" fmla="*/ 1637962 w 2915191"/>
                <a:gd name="connsiteY168" fmla="*/ 149014 h 335057"/>
                <a:gd name="connsiteX169" fmla="*/ 1647720 w 2915191"/>
                <a:gd name="connsiteY169" fmla="*/ 153705 h 335057"/>
                <a:gd name="connsiteX170" fmla="*/ 1657464 w 2915191"/>
                <a:gd name="connsiteY170" fmla="*/ 145278 h 335057"/>
                <a:gd name="connsiteX171" fmla="*/ 1667208 w 2915191"/>
                <a:gd name="connsiteY171" fmla="*/ 109972 h 335057"/>
                <a:gd name="connsiteX172" fmla="*/ 1676967 w 2915191"/>
                <a:gd name="connsiteY172" fmla="*/ 154784 h 335057"/>
                <a:gd name="connsiteX173" fmla="*/ 1686711 w 2915191"/>
                <a:gd name="connsiteY173" fmla="*/ 171745 h 335057"/>
                <a:gd name="connsiteX174" fmla="*/ 1696470 w 2915191"/>
                <a:gd name="connsiteY174" fmla="*/ 192599 h 335057"/>
                <a:gd name="connsiteX175" fmla="*/ 1706214 w 2915191"/>
                <a:gd name="connsiteY175" fmla="*/ 200446 h 335057"/>
                <a:gd name="connsiteX176" fmla="*/ 1715958 w 2915191"/>
                <a:gd name="connsiteY176" fmla="*/ 202429 h 335057"/>
                <a:gd name="connsiteX177" fmla="*/ 1725716 w 2915191"/>
                <a:gd name="connsiteY177" fmla="*/ 225886 h 335057"/>
                <a:gd name="connsiteX178" fmla="*/ 1735460 w 2915191"/>
                <a:gd name="connsiteY178" fmla="*/ 216181 h 335057"/>
                <a:gd name="connsiteX179" fmla="*/ 1745219 w 2915191"/>
                <a:gd name="connsiteY179" fmla="*/ 174254 h 335057"/>
                <a:gd name="connsiteX180" fmla="*/ 1754963 w 2915191"/>
                <a:gd name="connsiteY180" fmla="*/ 139912 h 335057"/>
                <a:gd name="connsiteX181" fmla="*/ 1764707 w 2915191"/>
                <a:gd name="connsiteY181" fmla="*/ 127084 h 335057"/>
                <a:gd name="connsiteX182" fmla="*/ 1774466 w 2915191"/>
                <a:gd name="connsiteY182" fmla="*/ 103612 h 335057"/>
                <a:gd name="connsiteX183" fmla="*/ 1784210 w 2915191"/>
                <a:gd name="connsiteY183" fmla="*/ 77414 h 335057"/>
                <a:gd name="connsiteX184" fmla="*/ 1793969 w 2915191"/>
                <a:gd name="connsiteY184" fmla="*/ 61718 h 335057"/>
                <a:gd name="connsiteX185" fmla="*/ 1803713 w 2915191"/>
                <a:gd name="connsiteY185" fmla="*/ 56510 h 335057"/>
                <a:gd name="connsiteX186" fmla="*/ 1813457 w 2915191"/>
                <a:gd name="connsiteY186" fmla="*/ 41068 h 335057"/>
                <a:gd name="connsiteX187" fmla="*/ 1823215 w 2915191"/>
                <a:gd name="connsiteY187" fmla="*/ 42124 h 335057"/>
                <a:gd name="connsiteX188" fmla="*/ 1832959 w 2915191"/>
                <a:gd name="connsiteY188" fmla="*/ 46914 h 335057"/>
                <a:gd name="connsiteX189" fmla="*/ 1842703 w 2915191"/>
                <a:gd name="connsiteY189" fmla="*/ 42376 h 335057"/>
                <a:gd name="connsiteX190" fmla="*/ 1852462 w 2915191"/>
                <a:gd name="connsiteY190" fmla="*/ 34436 h 335057"/>
                <a:gd name="connsiteX191" fmla="*/ 1862206 w 2915191"/>
                <a:gd name="connsiteY191" fmla="*/ 33722 h 335057"/>
                <a:gd name="connsiteX192" fmla="*/ 1871965 w 2915191"/>
                <a:gd name="connsiteY192" fmla="*/ 35869 h 335057"/>
                <a:gd name="connsiteX193" fmla="*/ 1881709 w 2915191"/>
                <a:gd name="connsiteY193" fmla="*/ 30681 h 335057"/>
                <a:gd name="connsiteX194" fmla="*/ 1891453 w 2915191"/>
                <a:gd name="connsiteY194" fmla="*/ 40384 h 335057"/>
                <a:gd name="connsiteX195" fmla="*/ 1901212 w 2915191"/>
                <a:gd name="connsiteY195" fmla="*/ 59571 h 335057"/>
                <a:gd name="connsiteX196" fmla="*/ 1910956 w 2915191"/>
                <a:gd name="connsiteY196" fmla="*/ 70319 h 335057"/>
                <a:gd name="connsiteX197" fmla="*/ 1920714 w 2915191"/>
                <a:gd name="connsiteY197" fmla="*/ 72738 h 335057"/>
                <a:gd name="connsiteX198" fmla="*/ 1930458 w 2915191"/>
                <a:gd name="connsiteY198" fmla="*/ 82677 h 335057"/>
                <a:gd name="connsiteX199" fmla="*/ 1940202 w 2915191"/>
                <a:gd name="connsiteY199" fmla="*/ 95863 h 335057"/>
                <a:gd name="connsiteX200" fmla="*/ 1949961 w 2915191"/>
                <a:gd name="connsiteY200" fmla="*/ 72741 h 335057"/>
                <a:gd name="connsiteX201" fmla="*/ 1959705 w 2915191"/>
                <a:gd name="connsiteY201" fmla="*/ 94521 h 335057"/>
                <a:gd name="connsiteX202" fmla="*/ 1969464 w 2915191"/>
                <a:gd name="connsiteY202" fmla="*/ 146801 h 335057"/>
                <a:gd name="connsiteX203" fmla="*/ 1979208 w 2915191"/>
                <a:gd name="connsiteY203" fmla="*/ 192380 h 335057"/>
                <a:gd name="connsiteX204" fmla="*/ 1988952 w 2915191"/>
                <a:gd name="connsiteY204" fmla="*/ 198617 h 335057"/>
                <a:gd name="connsiteX205" fmla="*/ 1998711 w 2915191"/>
                <a:gd name="connsiteY205" fmla="*/ 189222 h 335057"/>
                <a:gd name="connsiteX206" fmla="*/ 2008454 w 2915191"/>
                <a:gd name="connsiteY206" fmla="*/ 150371 h 335057"/>
                <a:gd name="connsiteX207" fmla="*/ 2018213 w 2915191"/>
                <a:gd name="connsiteY207" fmla="*/ 132400 h 335057"/>
                <a:gd name="connsiteX208" fmla="*/ 2027957 w 2915191"/>
                <a:gd name="connsiteY208" fmla="*/ 160422 h 335057"/>
                <a:gd name="connsiteX209" fmla="*/ 2037701 w 2915191"/>
                <a:gd name="connsiteY209" fmla="*/ 154546 h 335057"/>
                <a:gd name="connsiteX210" fmla="*/ 2047460 w 2915191"/>
                <a:gd name="connsiteY210" fmla="*/ 156095 h 335057"/>
                <a:gd name="connsiteX211" fmla="*/ 2057204 w 2915191"/>
                <a:gd name="connsiteY211" fmla="*/ 154917 h 335057"/>
                <a:gd name="connsiteX212" fmla="*/ 2066963 w 2915191"/>
                <a:gd name="connsiteY212" fmla="*/ 163081 h 335057"/>
                <a:gd name="connsiteX213" fmla="*/ 2076707 w 2915191"/>
                <a:gd name="connsiteY213" fmla="*/ 139833 h 335057"/>
                <a:gd name="connsiteX214" fmla="*/ 2086451 w 2915191"/>
                <a:gd name="connsiteY214" fmla="*/ 134504 h 335057"/>
                <a:gd name="connsiteX215" fmla="*/ 2096210 w 2915191"/>
                <a:gd name="connsiteY215" fmla="*/ 138562 h 335057"/>
                <a:gd name="connsiteX216" fmla="*/ 2105954 w 2915191"/>
                <a:gd name="connsiteY216" fmla="*/ 122531 h 335057"/>
                <a:gd name="connsiteX217" fmla="*/ 2115697 w 2915191"/>
                <a:gd name="connsiteY217" fmla="*/ 99875 h 335057"/>
                <a:gd name="connsiteX218" fmla="*/ 2125456 w 2915191"/>
                <a:gd name="connsiteY218" fmla="*/ 104758 h 335057"/>
                <a:gd name="connsiteX219" fmla="*/ 2135200 w 2915191"/>
                <a:gd name="connsiteY219" fmla="*/ 92628 h 335057"/>
                <a:gd name="connsiteX220" fmla="*/ 2144959 w 2915191"/>
                <a:gd name="connsiteY220" fmla="*/ 69565 h 335057"/>
                <a:gd name="connsiteX221" fmla="*/ 2154703 w 2915191"/>
                <a:gd name="connsiteY221" fmla="*/ 63735 h 335057"/>
                <a:gd name="connsiteX222" fmla="*/ 2164447 w 2915191"/>
                <a:gd name="connsiteY222" fmla="*/ 109321 h 335057"/>
                <a:gd name="connsiteX223" fmla="*/ 2174206 w 2915191"/>
                <a:gd name="connsiteY223" fmla="*/ 119104 h 335057"/>
                <a:gd name="connsiteX224" fmla="*/ 2183950 w 2915191"/>
                <a:gd name="connsiteY224" fmla="*/ 151566 h 335057"/>
                <a:gd name="connsiteX225" fmla="*/ 2193709 w 2915191"/>
                <a:gd name="connsiteY225" fmla="*/ 143517 h 335057"/>
                <a:gd name="connsiteX226" fmla="*/ 2203452 w 2915191"/>
                <a:gd name="connsiteY226" fmla="*/ 138163 h 335057"/>
                <a:gd name="connsiteX227" fmla="*/ 2213196 w 2915191"/>
                <a:gd name="connsiteY227" fmla="*/ 126072 h 335057"/>
                <a:gd name="connsiteX228" fmla="*/ 2222955 w 2915191"/>
                <a:gd name="connsiteY228" fmla="*/ 149802 h 335057"/>
                <a:gd name="connsiteX229" fmla="*/ 2232699 w 2915191"/>
                <a:gd name="connsiteY229" fmla="*/ 164304 h 335057"/>
                <a:gd name="connsiteX230" fmla="*/ 2242458 w 2915191"/>
                <a:gd name="connsiteY230" fmla="*/ 217266 h 335057"/>
                <a:gd name="connsiteX231" fmla="*/ 2252202 w 2915191"/>
                <a:gd name="connsiteY231" fmla="*/ 252910 h 335057"/>
                <a:gd name="connsiteX232" fmla="*/ 2261946 w 2915191"/>
                <a:gd name="connsiteY232" fmla="*/ 253183 h 335057"/>
                <a:gd name="connsiteX233" fmla="*/ 2271705 w 2915191"/>
                <a:gd name="connsiteY233" fmla="*/ 240690 h 335057"/>
                <a:gd name="connsiteX234" fmla="*/ 2281449 w 2915191"/>
                <a:gd name="connsiteY234" fmla="*/ 241834 h 335057"/>
                <a:gd name="connsiteX235" fmla="*/ 2291208 w 2915191"/>
                <a:gd name="connsiteY235" fmla="*/ 222975 h 335057"/>
                <a:gd name="connsiteX236" fmla="*/ 2300951 w 2915191"/>
                <a:gd name="connsiteY236" fmla="*/ 198045 h 335057"/>
                <a:gd name="connsiteX237" fmla="*/ 2310695 w 2915191"/>
                <a:gd name="connsiteY237" fmla="*/ 198536 h 335057"/>
                <a:gd name="connsiteX238" fmla="*/ 2320454 w 2915191"/>
                <a:gd name="connsiteY238" fmla="*/ 211665 h 335057"/>
                <a:gd name="connsiteX239" fmla="*/ 2330198 w 2915191"/>
                <a:gd name="connsiteY239" fmla="*/ 204903 h 335057"/>
                <a:gd name="connsiteX240" fmla="*/ 2339957 w 2915191"/>
                <a:gd name="connsiteY240" fmla="*/ 183402 h 335057"/>
                <a:gd name="connsiteX241" fmla="*/ 2349701 w 2915191"/>
                <a:gd name="connsiteY241" fmla="*/ 135175 h 335057"/>
                <a:gd name="connsiteX242" fmla="*/ 2359445 w 2915191"/>
                <a:gd name="connsiteY242" fmla="*/ 120728 h 335057"/>
                <a:gd name="connsiteX243" fmla="*/ 2369204 w 2915191"/>
                <a:gd name="connsiteY243" fmla="*/ 124308 h 335057"/>
                <a:gd name="connsiteX244" fmla="*/ 2378948 w 2915191"/>
                <a:gd name="connsiteY244" fmla="*/ 129217 h 335057"/>
                <a:gd name="connsiteX245" fmla="*/ 2388692 w 2915191"/>
                <a:gd name="connsiteY245" fmla="*/ 124536 h 335057"/>
                <a:gd name="connsiteX246" fmla="*/ 2398450 w 2915191"/>
                <a:gd name="connsiteY246" fmla="*/ 92374 h 335057"/>
                <a:gd name="connsiteX247" fmla="*/ 2408194 w 2915191"/>
                <a:gd name="connsiteY247" fmla="*/ 77710 h 335057"/>
                <a:gd name="connsiteX248" fmla="*/ 2417953 w 2915191"/>
                <a:gd name="connsiteY248" fmla="*/ 95196 h 335057"/>
                <a:gd name="connsiteX249" fmla="*/ 2427697 w 2915191"/>
                <a:gd name="connsiteY249" fmla="*/ 80486 h 335057"/>
                <a:gd name="connsiteX250" fmla="*/ 2437441 w 2915191"/>
                <a:gd name="connsiteY250" fmla="*/ 112428 h 335057"/>
                <a:gd name="connsiteX251" fmla="*/ 2447200 w 2915191"/>
                <a:gd name="connsiteY251" fmla="*/ 120604 h 335057"/>
                <a:gd name="connsiteX252" fmla="*/ 2456944 w 2915191"/>
                <a:gd name="connsiteY252" fmla="*/ 87357 h 335057"/>
                <a:gd name="connsiteX253" fmla="*/ 2466703 w 2915191"/>
                <a:gd name="connsiteY253" fmla="*/ 98236 h 335057"/>
                <a:gd name="connsiteX254" fmla="*/ 2476446 w 2915191"/>
                <a:gd name="connsiteY254" fmla="*/ 50017 h 335057"/>
                <a:gd name="connsiteX255" fmla="*/ 2486190 w 2915191"/>
                <a:gd name="connsiteY255" fmla="*/ 78732 h 335057"/>
                <a:gd name="connsiteX256" fmla="*/ 2495949 w 2915191"/>
                <a:gd name="connsiteY256" fmla="*/ 108912 h 335057"/>
                <a:gd name="connsiteX257" fmla="*/ 2505693 w 2915191"/>
                <a:gd name="connsiteY257" fmla="*/ 79690 h 335057"/>
                <a:gd name="connsiteX258" fmla="*/ 2515452 w 2915191"/>
                <a:gd name="connsiteY258" fmla="*/ 75834 h 335057"/>
                <a:gd name="connsiteX259" fmla="*/ 2525196 w 2915191"/>
                <a:gd name="connsiteY259" fmla="*/ 85866 h 335057"/>
                <a:gd name="connsiteX260" fmla="*/ 2534940 w 2915191"/>
                <a:gd name="connsiteY260" fmla="*/ 98022 h 335057"/>
                <a:gd name="connsiteX261" fmla="*/ 2544699 w 2915191"/>
                <a:gd name="connsiteY261" fmla="*/ 114076 h 335057"/>
                <a:gd name="connsiteX262" fmla="*/ 2554443 w 2915191"/>
                <a:gd name="connsiteY262" fmla="*/ 97658 h 335057"/>
                <a:gd name="connsiteX263" fmla="*/ 2564202 w 2915191"/>
                <a:gd name="connsiteY263" fmla="*/ 84111 h 335057"/>
                <a:gd name="connsiteX264" fmla="*/ 2573946 w 2915191"/>
                <a:gd name="connsiteY264" fmla="*/ 105504 h 335057"/>
                <a:gd name="connsiteX265" fmla="*/ 2583690 w 2915191"/>
                <a:gd name="connsiteY265" fmla="*/ 121072 h 335057"/>
                <a:gd name="connsiteX266" fmla="*/ 2593448 w 2915191"/>
                <a:gd name="connsiteY266" fmla="*/ 109564 h 335057"/>
                <a:gd name="connsiteX267" fmla="*/ 2603192 w 2915191"/>
                <a:gd name="connsiteY267" fmla="*/ 128417 h 335057"/>
                <a:gd name="connsiteX268" fmla="*/ 2612951 w 2915191"/>
                <a:gd name="connsiteY268" fmla="*/ 112143 h 335057"/>
                <a:gd name="connsiteX269" fmla="*/ 2622695 w 2915191"/>
                <a:gd name="connsiteY269" fmla="*/ 73202 h 335057"/>
                <a:gd name="connsiteX270" fmla="*/ 2632439 w 2915191"/>
                <a:gd name="connsiteY270" fmla="*/ 55289 h 335057"/>
                <a:gd name="connsiteX271" fmla="*/ 2642198 w 2915191"/>
                <a:gd name="connsiteY271" fmla="*/ 37534 h 335057"/>
                <a:gd name="connsiteX272" fmla="*/ 2651942 w 2915191"/>
                <a:gd name="connsiteY272" fmla="*/ 78731 h 335057"/>
                <a:gd name="connsiteX273" fmla="*/ 2661685 w 2915191"/>
                <a:gd name="connsiteY273" fmla="*/ 71248 h 335057"/>
                <a:gd name="connsiteX274" fmla="*/ 2671444 w 2915191"/>
                <a:gd name="connsiteY274" fmla="*/ 52036 h 335057"/>
                <a:gd name="connsiteX275" fmla="*/ 2681188 w 2915191"/>
                <a:gd name="connsiteY275" fmla="*/ 41507 h 335057"/>
                <a:gd name="connsiteX276" fmla="*/ 2690947 w 2915191"/>
                <a:gd name="connsiteY276" fmla="*/ 35533 h 335057"/>
                <a:gd name="connsiteX277" fmla="*/ 2700691 w 2915191"/>
                <a:gd name="connsiteY277" fmla="*/ 15003 h 335057"/>
                <a:gd name="connsiteX278" fmla="*/ 2710435 w 2915191"/>
                <a:gd name="connsiteY278" fmla="*/ 32837 h 335057"/>
                <a:gd name="connsiteX279" fmla="*/ 2720194 w 2915191"/>
                <a:gd name="connsiteY279" fmla="*/ 40953 h 335057"/>
                <a:gd name="connsiteX280" fmla="*/ 2729938 w 2915191"/>
                <a:gd name="connsiteY280" fmla="*/ 31350 h 335057"/>
                <a:gd name="connsiteX281" fmla="*/ 2739697 w 2915191"/>
                <a:gd name="connsiteY281" fmla="*/ 67184 h 335057"/>
                <a:gd name="connsiteX282" fmla="*/ 2749441 w 2915191"/>
                <a:gd name="connsiteY282" fmla="*/ 7660 h 335057"/>
                <a:gd name="connsiteX283" fmla="*/ 2759185 w 2915191"/>
                <a:gd name="connsiteY283" fmla="*/ 30515 h 335057"/>
                <a:gd name="connsiteX284" fmla="*/ 2768943 w 2915191"/>
                <a:gd name="connsiteY284" fmla="*/ 29589 h 335057"/>
                <a:gd name="connsiteX285" fmla="*/ 2778687 w 2915191"/>
                <a:gd name="connsiteY285" fmla="*/ 0 h 335057"/>
                <a:gd name="connsiteX286" fmla="*/ 2788446 w 2915191"/>
                <a:gd name="connsiteY286" fmla="*/ 18065 h 335057"/>
                <a:gd name="connsiteX287" fmla="*/ 2798190 w 2915191"/>
                <a:gd name="connsiteY287" fmla="*/ 18427 h 335057"/>
                <a:gd name="connsiteX288" fmla="*/ 2807934 w 2915191"/>
                <a:gd name="connsiteY288" fmla="*/ 30470 h 335057"/>
                <a:gd name="connsiteX289" fmla="*/ 2817693 w 2915191"/>
                <a:gd name="connsiteY289" fmla="*/ 4172 h 335057"/>
                <a:gd name="connsiteX290" fmla="*/ 2827437 w 2915191"/>
                <a:gd name="connsiteY290" fmla="*/ 25658 h 335057"/>
                <a:gd name="connsiteX291" fmla="*/ 2837196 w 2915191"/>
                <a:gd name="connsiteY291" fmla="*/ 25771 h 335057"/>
                <a:gd name="connsiteX292" fmla="*/ 2846940 w 2915191"/>
                <a:gd name="connsiteY292" fmla="*/ 47587 h 335057"/>
                <a:gd name="connsiteX293" fmla="*/ 2856684 w 2915191"/>
                <a:gd name="connsiteY293" fmla="*/ 24667 h 335057"/>
                <a:gd name="connsiteX294" fmla="*/ 2866442 w 2915191"/>
                <a:gd name="connsiteY294" fmla="*/ 61445 h 335057"/>
                <a:gd name="connsiteX295" fmla="*/ 2876186 w 2915191"/>
                <a:gd name="connsiteY295" fmla="*/ 66816 h 335057"/>
                <a:gd name="connsiteX296" fmla="*/ 2885945 w 2915191"/>
                <a:gd name="connsiteY296" fmla="*/ 26921 h 335057"/>
                <a:gd name="connsiteX297" fmla="*/ 2895689 w 2915191"/>
                <a:gd name="connsiteY297" fmla="*/ 56136 h 335057"/>
                <a:gd name="connsiteX298" fmla="*/ 2905433 w 2915191"/>
                <a:gd name="connsiteY298" fmla="*/ 58626 h 335057"/>
                <a:gd name="connsiteX299" fmla="*/ 2915192 w 2915191"/>
                <a:gd name="connsiteY299" fmla="*/ 55271 h 335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35057">
                  <a:moveTo>
                    <a:pt x="0" y="312774"/>
                  </a:moveTo>
                  <a:lnTo>
                    <a:pt x="9750" y="334277"/>
                  </a:lnTo>
                  <a:lnTo>
                    <a:pt x="19500" y="335057"/>
                  </a:lnTo>
                  <a:lnTo>
                    <a:pt x="29250" y="317116"/>
                  </a:lnTo>
                  <a:lnTo>
                    <a:pt x="39000" y="307580"/>
                  </a:lnTo>
                  <a:lnTo>
                    <a:pt x="48749" y="286852"/>
                  </a:lnTo>
                  <a:lnTo>
                    <a:pt x="58499" y="265340"/>
                  </a:lnTo>
                  <a:lnTo>
                    <a:pt x="68249" y="257524"/>
                  </a:lnTo>
                  <a:lnTo>
                    <a:pt x="77998" y="246705"/>
                  </a:lnTo>
                  <a:lnTo>
                    <a:pt x="87748" y="241130"/>
                  </a:lnTo>
                  <a:lnTo>
                    <a:pt x="97497" y="265515"/>
                  </a:lnTo>
                  <a:lnTo>
                    <a:pt x="107247" y="244392"/>
                  </a:lnTo>
                  <a:lnTo>
                    <a:pt x="116997" y="217685"/>
                  </a:lnTo>
                  <a:lnTo>
                    <a:pt x="126747" y="199123"/>
                  </a:lnTo>
                  <a:lnTo>
                    <a:pt x="136497" y="197759"/>
                  </a:lnTo>
                  <a:lnTo>
                    <a:pt x="146247" y="185394"/>
                  </a:lnTo>
                  <a:lnTo>
                    <a:pt x="155997" y="202440"/>
                  </a:lnTo>
                  <a:lnTo>
                    <a:pt x="165747" y="194436"/>
                  </a:lnTo>
                  <a:lnTo>
                    <a:pt x="175497" y="188933"/>
                  </a:lnTo>
                  <a:lnTo>
                    <a:pt x="185247" y="215505"/>
                  </a:lnTo>
                  <a:lnTo>
                    <a:pt x="194996" y="190573"/>
                  </a:lnTo>
                  <a:lnTo>
                    <a:pt x="204746" y="191169"/>
                  </a:lnTo>
                  <a:lnTo>
                    <a:pt x="214495" y="180750"/>
                  </a:lnTo>
                  <a:lnTo>
                    <a:pt x="224245" y="222221"/>
                  </a:lnTo>
                  <a:lnTo>
                    <a:pt x="233995" y="229669"/>
                  </a:lnTo>
                  <a:lnTo>
                    <a:pt x="243744" y="246151"/>
                  </a:lnTo>
                  <a:lnTo>
                    <a:pt x="253494" y="230685"/>
                  </a:lnTo>
                  <a:lnTo>
                    <a:pt x="263244" y="233884"/>
                  </a:lnTo>
                  <a:lnTo>
                    <a:pt x="272994" y="244321"/>
                  </a:lnTo>
                  <a:lnTo>
                    <a:pt x="282744" y="270153"/>
                  </a:lnTo>
                  <a:lnTo>
                    <a:pt x="292494" y="266325"/>
                  </a:lnTo>
                  <a:lnTo>
                    <a:pt x="302244" y="265601"/>
                  </a:lnTo>
                  <a:lnTo>
                    <a:pt x="311994" y="253642"/>
                  </a:lnTo>
                  <a:lnTo>
                    <a:pt x="321744" y="233443"/>
                  </a:lnTo>
                  <a:lnTo>
                    <a:pt x="331493" y="251219"/>
                  </a:lnTo>
                  <a:lnTo>
                    <a:pt x="341243" y="212205"/>
                  </a:lnTo>
                  <a:lnTo>
                    <a:pt x="350993" y="234158"/>
                  </a:lnTo>
                  <a:lnTo>
                    <a:pt x="360742" y="204977"/>
                  </a:lnTo>
                  <a:lnTo>
                    <a:pt x="370492" y="187767"/>
                  </a:lnTo>
                  <a:lnTo>
                    <a:pt x="380241" y="186008"/>
                  </a:lnTo>
                  <a:lnTo>
                    <a:pt x="389991" y="191468"/>
                  </a:lnTo>
                  <a:lnTo>
                    <a:pt x="399741" y="148489"/>
                  </a:lnTo>
                  <a:lnTo>
                    <a:pt x="409491" y="126373"/>
                  </a:lnTo>
                  <a:lnTo>
                    <a:pt x="419241" y="109220"/>
                  </a:lnTo>
                  <a:lnTo>
                    <a:pt x="428991" y="117700"/>
                  </a:lnTo>
                  <a:lnTo>
                    <a:pt x="438741" y="132920"/>
                  </a:lnTo>
                  <a:lnTo>
                    <a:pt x="448491" y="147397"/>
                  </a:lnTo>
                  <a:lnTo>
                    <a:pt x="458241" y="147165"/>
                  </a:lnTo>
                  <a:lnTo>
                    <a:pt x="467991" y="178834"/>
                  </a:lnTo>
                  <a:lnTo>
                    <a:pt x="477740" y="188332"/>
                  </a:lnTo>
                  <a:lnTo>
                    <a:pt x="487490" y="227378"/>
                  </a:lnTo>
                  <a:lnTo>
                    <a:pt x="497239" y="220131"/>
                  </a:lnTo>
                  <a:lnTo>
                    <a:pt x="506989" y="213553"/>
                  </a:lnTo>
                  <a:lnTo>
                    <a:pt x="516738" y="225809"/>
                  </a:lnTo>
                  <a:lnTo>
                    <a:pt x="526488" y="232277"/>
                  </a:lnTo>
                  <a:lnTo>
                    <a:pt x="536238" y="250474"/>
                  </a:lnTo>
                  <a:lnTo>
                    <a:pt x="545988" y="270046"/>
                  </a:lnTo>
                  <a:lnTo>
                    <a:pt x="555738" y="254641"/>
                  </a:lnTo>
                  <a:lnTo>
                    <a:pt x="565488" y="263514"/>
                  </a:lnTo>
                  <a:lnTo>
                    <a:pt x="575238" y="257821"/>
                  </a:lnTo>
                  <a:lnTo>
                    <a:pt x="584988" y="237509"/>
                  </a:lnTo>
                  <a:lnTo>
                    <a:pt x="594738" y="195671"/>
                  </a:lnTo>
                  <a:lnTo>
                    <a:pt x="604488" y="199764"/>
                  </a:lnTo>
                  <a:lnTo>
                    <a:pt x="614237" y="194687"/>
                  </a:lnTo>
                  <a:lnTo>
                    <a:pt x="623987" y="187113"/>
                  </a:lnTo>
                  <a:lnTo>
                    <a:pt x="633736" y="168814"/>
                  </a:lnTo>
                  <a:lnTo>
                    <a:pt x="643486" y="164373"/>
                  </a:lnTo>
                  <a:lnTo>
                    <a:pt x="653236" y="143589"/>
                  </a:lnTo>
                  <a:lnTo>
                    <a:pt x="662985" y="140806"/>
                  </a:lnTo>
                  <a:lnTo>
                    <a:pt x="672735" y="118255"/>
                  </a:lnTo>
                  <a:lnTo>
                    <a:pt x="682485" y="109049"/>
                  </a:lnTo>
                  <a:lnTo>
                    <a:pt x="692235" y="116510"/>
                  </a:lnTo>
                  <a:lnTo>
                    <a:pt x="701985" y="95997"/>
                  </a:lnTo>
                  <a:lnTo>
                    <a:pt x="711735" y="106765"/>
                  </a:lnTo>
                  <a:lnTo>
                    <a:pt x="721485" y="106975"/>
                  </a:lnTo>
                  <a:lnTo>
                    <a:pt x="731235" y="101045"/>
                  </a:lnTo>
                  <a:lnTo>
                    <a:pt x="740985" y="90677"/>
                  </a:lnTo>
                  <a:lnTo>
                    <a:pt x="750734" y="112386"/>
                  </a:lnTo>
                  <a:lnTo>
                    <a:pt x="760484" y="87645"/>
                  </a:lnTo>
                  <a:lnTo>
                    <a:pt x="770233" y="120189"/>
                  </a:lnTo>
                  <a:lnTo>
                    <a:pt x="779983" y="105825"/>
                  </a:lnTo>
                  <a:lnTo>
                    <a:pt x="789733" y="167564"/>
                  </a:lnTo>
                  <a:lnTo>
                    <a:pt x="799482" y="202799"/>
                  </a:lnTo>
                  <a:lnTo>
                    <a:pt x="809232" y="195119"/>
                  </a:lnTo>
                  <a:lnTo>
                    <a:pt x="818982" y="196193"/>
                  </a:lnTo>
                  <a:lnTo>
                    <a:pt x="828732" y="167490"/>
                  </a:lnTo>
                  <a:lnTo>
                    <a:pt x="838482" y="193512"/>
                  </a:lnTo>
                  <a:lnTo>
                    <a:pt x="848232" y="209253"/>
                  </a:lnTo>
                  <a:lnTo>
                    <a:pt x="857982" y="212723"/>
                  </a:lnTo>
                  <a:lnTo>
                    <a:pt x="867732" y="230651"/>
                  </a:lnTo>
                  <a:lnTo>
                    <a:pt x="877482" y="236889"/>
                  </a:lnTo>
                  <a:lnTo>
                    <a:pt x="887231" y="250045"/>
                  </a:lnTo>
                  <a:lnTo>
                    <a:pt x="896981" y="259396"/>
                  </a:lnTo>
                  <a:lnTo>
                    <a:pt x="906730" y="244287"/>
                  </a:lnTo>
                  <a:lnTo>
                    <a:pt x="916480" y="245769"/>
                  </a:lnTo>
                  <a:lnTo>
                    <a:pt x="926230" y="256067"/>
                  </a:lnTo>
                  <a:lnTo>
                    <a:pt x="935979" y="283802"/>
                  </a:lnTo>
                  <a:lnTo>
                    <a:pt x="945729" y="278703"/>
                  </a:lnTo>
                  <a:lnTo>
                    <a:pt x="955479" y="264443"/>
                  </a:lnTo>
                  <a:lnTo>
                    <a:pt x="965229" y="260988"/>
                  </a:lnTo>
                  <a:lnTo>
                    <a:pt x="974979" y="226774"/>
                  </a:lnTo>
                  <a:lnTo>
                    <a:pt x="984729" y="246501"/>
                  </a:lnTo>
                  <a:lnTo>
                    <a:pt x="994474" y="249704"/>
                  </a:lnTo>
                  <a:lnTo>
                    <a:pt x="1004233" y="263123"/>
                  </a:lnTo>
                  <a:lnTo>
                    <a:pt x="1013977" y="253369"/>
                  </a:lnTo>
                  <a:lnTo>
                    <a:pt x="1023721" y="236418"/>
                  </a:lnTo>
                  <a:lnTo>
                    <a:pt x="1033480" y="216232"/>
                  </a:lnTo>
                  <a:lnTo>
                    <a:pt x="1043224" y="211896"/>
                  </a:lnTo>
                  <a:lnTo>
                    <a:pt x="1052983" y="204921"/>
                  </a:lnTo>
                  <a:lnTo>
                    <a:pt x="1062727" y="182142"/>
                  </a:lnTo>
                  <a:lnTo>
                    <a:pt x="1072471" y="196839"/>
                  </a:lnTo>
                  <a:lnTo>
                    <a:pt x="1082230" y="192174"/>
                  </a:lnTo>
                  <a:lnTo>
                    <a:pt x="1091973" y="158927"/>
                  </a:lnTo>
                  <a:lnTo>
                    <a:pt x="1101732" y="125935"/>
                  </a:lnTo>
                  <a:lnTo>
                    <a:pt x="1111476" y="110157"/>
                  </a:lnTo>
                  <a:lnTo>
                    <a:pt x="1121220" y="116869"/>
                  </a:lnTo>
                  <a:lnTo>
                    <a:pt x="1130979" y="101242"/>
                  </a:lnTo>
                  <a:lnTo>
                    <a:pt x="1140723" y="120856"/>
                  </a:lnTo>
                  <a:lnTo>
                    <a:pt x="1150482" y="142525"/>
                  </a:lnTo>
                  <a:lnTo>
                    <a:pt x="1160226" y="139671"/>
                  </a:lnTo>
                  <a:lnTo>
                    <a:pt x="1169969" y="161931"/>
                  </a:lnTo>
                  <a:lnTo>
                    <a:pt x="1179728" y="145071"/>
                  </a:lnTo>
                  <a:lnTo>
                    <a:pt x="1189472" y="127626"/>
                  </a:lnTo>
                  <a:lnTo>
                    <a:pt x="1199231" y="82405"/>
                  </a:lnTo>
                  <a:lnTo>
                    <a:pt x="1208975" y="121899"/>
                  </a:lnTo>
                  <a:lnTo>
                    <a:pt x="1218719" y="119740"/>
                  </a:lnTo>
                  <a:lnTo>
                    <a:pt x="1228478" y="123812"/>
                  </a:lnTo>
                  <a:lnTo>
                    <a:pt x="1238222" y="118587"/>
                  </a:lnTo>
                  <a:lnTo>
                    <a:pt x="1247966" y="118208"/>
                  </a:lnTo>
                  <a:lnTo>
                    <a:pt x="1257725" y="92931"/>
                  </a:lnTo>
                  <a:lnTo>
                    <a:pt x="1267469" y="103309"/>
                  </a:lnTo>
                  <a:lnTo>
                    <a:pt x="1277227" y="103223"/>
                  </a:lnTo>
                  <a:lnTo>
                    <a:pt x="1286971" y="110682"/>
                  </a:lnTo>
                  <a:lnTo>
                    <a:pt x="1296715" y="96560"/>
                  </a:lnTo>
                  <a:lnTo>
                    <a:pt x="1306474" y="76347"/>
                  </a:lnTo>
                  <a:lnTo>
                    <a:pt x="1316218" y="106060"/>
                  </a:lnTo>
                  <a:lnTo>
                    <a:pt x="1325977" y="123347"/>
                  </a:lnTo>
                  <a:lnTo>
                    <a:pt x="1335721" y="153568"/>
                  </a:lnTo>
                  <a:lnTo>
                    <a:pt x="1345465" y="166422"/>
                  </a:lnTo>
                  <a:lnTo>
                    <a:pt x="1355224" y="123775"/>
                  </a:lnTo>
                  <a:lnTo>
                    <a:pt x="1364967" y="124675"/>
                  </a:lnTo>
                  <a:lnTo>
                    <a:pt x="1374726" y="124496"/>
                  </a:lnTo>
                  <a:lnTo>
                    <a:pt x="1384470" y="136305"/>
                  </a:lnTo>
                  <a:lnTo>
                    <a:pt x="1394214" y="149629"/>
                  </a:lnTo>
                  <a:lnTo>
                    <a:pt x="1403973" y="186635"/>
                  </a:lnTo>
                  <a:lnTo>
                    <a:pt x="1413717" y="156858"/>
                  </a:lnTo>
                  <a:lnTo>
                    <a:pt x="1423476" y="145860"/>
                  </a:lnTo>
                  <a:lnTo>
                    <a:pt x="1433220" y="176662"/>
                  </a:lnTo>
                  <a:lnTo>
                    <a:pt x="1442964" y="168455"/>
                  </a:lnTo>
                  <a:lnTo>
                    <a:pt x="1452722" y="183262"/>
                  </a:lnTo>
                  <a:lnTo>
                    <a:pt x="1462466" y="193852"/>
                  </a:lnTo>
                  <a:lnTo>
                    <a:pt x="1472225" y="210909"/>
                  </a:lnTo>
                  <a:lnTo>
                    <a:pt x="1481969" y="202660"/>
                  </a:lnTo>
                  <a:lnTo>
                    <a:pt x="1491713" y="211764"/>
                  </a:lnTo>
                  <a:lnTo>
                    <a:pt x="1501472" y="205484"/>
                  </a:lnTo>
                  <a:lnTo>
                    <a:pt x="1511216" y="208821"/>
                  </a:lnTo>
                  <a:lnTo>
                    <a:pt x="1520960" y="200589"/>
                  </a:lnTo>
                  <a:lnTo>
                    <a:pt x="1530719" y="217203"/>
                  </a:lnTo>
                  <a:lnTo>
                    <a:pt x="1540463" y="220502"/>
                  </a:lnTo>
                  <a:lnTo>
                    <a:pt x="1550221" y="221743"/>
                  </a:lnTo>
                  <a:lnTo>
                    <a:pt x="1559965" y="236244"/>
                  </a:lnTo>
                  <a:lnTo>
                    <a:pt x="1569709" y="231152"/>
                  </a:lnTo>
                  <a:lnTo>
                    <a:pt x="1579468" y="238860"/>
                  </a:lnTo>
                  <a:lnTo>
                    <a:pt x="1589212" y="230073"/>
                  </a:lnTo>
                  <a:lnTo>
                    <a:pt x="1598971" y="229920"/>
                  </a:lnTo>
                  <a:lnTo>
                    <a:pt x="1608715" y="243221"/>
                  </a:lnTo>
                  <a:lnTo>
                    <a:pt x="1618459" y="224511"/>
                  </a:lnTo>
                  <a:lnTo>
                    <a:pt x="1628218" y="176109"/>
                  </a:lnTo>
                  <a:lnTo>
                    <a:pt x="1637962" y="149014"/>
                  </a:lnTo>
                  <a:lnTo>
                    <a:pt x="1647720" y="153705"/>
                  </a:lnTo>
                  <a:lnTo>
                    <a:pt x="1657464" y="145278"/>
                  </a:lnTo>
                  <a:lnTo>
                    <a:pt x="1667208" y="109972"/>
                  </a:lnTo>
                  <a:lnTo>
                    <a:pt x="1676967" y="154784"/>
                  </a:lnTo>
                  <a:lnTo>
                    <a:pt x="1686711" y="171745"/>
                  </a:lnTo>
                  <a:lnTo>
                    <a:pt x="1696470" y="192599"/>
                  </a:lnTo>
                  <a:lnTo>
                    <a:pt x="1706214" y="200446"/>
                  </a:lnTo>
                  <a:lnTo>
                    <a:pt x="1715958" y="202429"/>
                  </a:lnTo>
                  <a:lnTo>
                    <a:pt x="1725716" y="225886"/>
                  </a:lnTo>
                  <a:lnTo>
                    <a:pt x="1735460" y="216181"/>
                  </a:lnTo>
                  <a:lnTo>
                    <a:pt x="1745219" y="174254"/>
                  </a:lnTo>
                  <a:lnTo>
                    <a:pt x="1754963" y="139912"/>
                  </a:lnTo>
                  <a:lnTo>
                    <a:pt x="1764707" y="127084"/>
                  </a:lnTo>
                  <a:lnTo>
                    <a:pt x="1774466" y="103612"/>
                  </a:lnTo>
                  <a:lnTo>
                    <a:pt x="1784210" y="77414"/>
                  </a:lnTo>
                  <a:lnTo>
                    <a:pt x="1793969" y="61718"/>
                  </a:lnTo>
                  <a:lnTo>
                    <a:pt x="1803713" y="56510"/>
                  </a:lnTo>
                  <a:lnTo>
                    <a:pt x="1813457" y="41068"/>
                  </a:lnTo>
                  <a:lnTo>
                    <a:pt x="1823215" y="42124"/>
                  </a:lnTo>
                  <a:lnTo>
                    <a:pt x="1832959" y="46914"/>
                  </a:lnTo>
                  <a:lnTo>
                    <a:pt x="1842703" y="42376"/>
                  </a:lnTo>
                  <a:lnTo>
                    <a:pt x="1852462" y="34436"/>
                  </a:lnTo>
                  <a:lnTo>
                    <a:pt x="1862206" y="33722"/>
                  </a:lnTo>
                  <a:lnTo>
                    <a:pt x="1871965" y="35869"/>
                  </a:lnTo>
                  <a:lnTo>
                    <a:pt x="1881709" y="30681"/>
                  </a:lnTo>
                  <a:lnTo>
                    <a:pt x="1891453" y="40384"/>
                  </a:lnTo>
                  <a:lnTo>
                    <a:pt x="1901212" y="59571"/>
                  </a:lnTo>
                  <a:lnTo>
                    <a:pt x="1910956" y="70319"/>
                  </a:lnTo>
                  <a:lnTo>
                    <a:pt x="1920714" y="72738"/>
                  </a:lnTo>
                  <a:lnTo>
                    <a:pt x="1930458" y="82677"/>
                  </a:lnTo>
                  <a:lnTo>
                    <a:pt x="1940202" y="95863"/>
                  </a:lnTo>
                  <a:lnTo>
                    <a:pt x="1949961" y="72741"/>
                  </a:lnTo>
                  <a:lnTo>
                    <a:pt x="1959705" y="94521"/>
                  </a:lnTo>
                  <a:lnTo>
                    <a:pt x="1969464" y="146801"/>
                  </a:lnTo>
                  <a:lnTo>
                    <a:pt x="1979208" y="192380"/>
                  </a:lnTo>
                  <a:lnTo>
                    <a:pt x="1988952" y="198617"/>
                  </a:lnTo>
                  <a:lnTo>
                    <a:pt x="1998711" y="189222"/>
                  </a:lnTo>
                  <a:lnTo>
                    <a:pt x="2008454" y="150371"/>
                  </a:lnTo>
                  <a:lnTo>
                    <a:pt x="2018213" y="132400"/>
                  </a:lnTo>
                  <a:lnTo>
                    <a:pt x="2027957" y="160422"/>
                  </a:lnTo>
                  <a:lnTo>
                    <a:pt x="2037701" y="154546"/>
                  </a:lnTo>
                  <a:lnTo>
                    <a:pt x="2047460" y="156095"/>
                  </a:lnTo>
                  <a:lnTo>
                    <a:pt x="2057204" y="154917"/>
                  </a:lnTo>
                  <a:lnTo>
                    <a:pt x="2066963" y="163081"/>
                  </a:lnTo>
                  <a:lnTo>
                    <a:pt x="2076707" y="139833"/>
                  </a:lnTo>
                  <a:lnTo>
                    <a:pt x="2086451" y="134504"/>
                  </a:lnTo>
                  <a:lnTo>
                    <a:pt x="2096210" y="138562"/>
                  </a:lnTo>
                  <a:lnTo>
                    <a:pt x="2105954" y="122531"/>
                  </a:lnTo>
                  <a:lnTo>
                    <a:pt x="2115697" y="99875"/>
                  </a:lnTo>
                  <a:lnTo>
                    <a:pt x="2125456" y="104758"/>
                  </a:lnTo>
                  <a:lnTo>
                    <a:pt x="2135200" y="92628"/>
                  </a:lnTo>
                  <a:lnTo>
                    <a:pt x="2144959" y="69565"/>
                  </a:lnTo>
                  <a:lnTo>
                    <a:pt x="2154703" y="63735"/>
                  </a:lnTo>
                  <a:lnTo>
                    <a:pt x="2164447" y="109321"/>
                  </a:lnTo>
                  <a:lnTo>
                    <a:pt x="2174206" y="119104"/>
                  </a:lnTo>
                  <a:lnTo>
                    <a:pt x="2183950" y="151566"/>
                  </a:lnTo>
                  <a:lnTo>
                    <a:pt x="2193709" y="143517"/>
                  </a:lnTo>
                  <a:lnTo>
                    <a:pt x="2203452" y="138163"/>
                  </a:lnTo>
                  <a:lnTo>
                    <a:pt x="2213196" y="126072"/>
                  </a:lnTo>
                  <a:lnTo>
                    <a:pt x="2222955" y="149802"/>
                  </a:lnTo>
                  <a:lnTo>
                    <a:pt x="2232699" y="164304"/>
                  </a:lnTo>
                  <a:lnTo>
                    <a:pt x="2242458" y="217266"/>
                  </a:lnTo>
                  <a:lnTo>
                    <a:pt x="2252202" y="252910"/>
                  </a:lnTo>
                  <a:lnTo>
                    <a:pt x="2261946" y="253183"/>
                  </a:lnTo>
                  <a:lnTo>
                    <a:pt x="2271705" y="240690"/>
                  </a:lnTo>
                  <a:lnTo>
                    <a:pt x="2281449" y="241834"/>
                  </a:lnTo>
                  <a:lnTo>
                    <a:pt x="2291208" y="222975"/>
                  </a:lnTo>
                  <a:lnTo>
                    <a:pt x="2300951" y="198045"/>
                  </a:lnTo>
                  <a:lnTo>
                    <a:pt x="2310695" y="198536"/>
                  </a:lnTo>
                  <a:lnTo>
                    <a:pt x="2320454" y="211665"/>
                  </a:lnTo>
                  <a:lnTo>
                    <a:pt x="2330198" y="204903"/>
                  </a:lnTo>
                  <a:lnTo>
                    <a:pt x="2339957" y="183402"/>
                  </a:lnTo>
                  <a:lnTo>
                    <a:pt x="2349701" y="135175"/>
                  </a:lnTo>
                  <a:lnTo>
                    <a:pt x="2359445" y="120728"/>
                  </a:lnTo>
                  <a:lnTo>
                    <a:pt x="2369204" y="124308"/>
                  </a:lnTo>
                  <a:lnTo>
                    <a:pt x="2378948" y="129217"/>
                  </a:lnTo>
                  <a:lnTo>
                    <a:pt x="2388692" y="124536"/>
                  </a:lnTo>
                  <a:lnTo>
                    <a:pt x="2398450" y="92374"/>
                  </a:lnTo>
                  <a:lnTo>
                    <a:pt x="2408194" y="77710"/>
                  </a:lnTo>
                  <a:lnTo>
                    <a:pt x="2417953" y="95196"/>
                  </a:lnTo>
                  <a:lnTo>
                    <a:pt x="2427697" y="80486"/>
                  </a:lnTo>
                  <a:lnTo>
                    <a:pt x="2437441" y="112428"/>
                  </a:lnTo>
                  <a:lnTo>
                    <a:pt x="2447200" y="120604"/>
                  </a:lnTo>
                  <a:lnTo>
                    <a:pt x="2456944" y="87357"/>
                  </a:lnTo>
                  <a:lnTo>
                    <a:pt x="2466703" y="98236"/>
                  </a:lnTo>
                  <a:lnTo>
                    <a:pt x="2476446" y="50017"/>
                  </a:lnTo>
                  <a:lnTo>
                    <a:pt x="2486190" y="78732"/>
                  </a:lnTo>
                  <a:lnTo>
                    <a:pt x="2495949" y="108912"/>
                  </a:lnTo>
                  <a:lnTo>
                    <a:pt x="2505693" y="79690"/>
                  </a:lnTo>
                  <a:lnTo>
                    <a:pt x="2515452" y="75834"/>
                  </a:lnTo>
                  <a:lnTo>
                    <a:pt x="2525196" y="85866"/>
                  </a:lnTo>
                  <a:lnTo>
                    <a:pt x="2534940" y="98022"/>
                  </a:lnTo>
                  <a:lnTo>
                    <a:pt x="2544699" y="114076"/>
                  </a:lnTo>
                  <a:lnTo>
                    <a:pt x="2554443" y="97658"/>
                  </a:lnTo>
                  <a:lnTo>
                    <a:pt x="2564202" y="84111"/>
                  </a:lnTo>
                  <a:lnTo>
                    <a:pt x="2573946" y="105504"/>
                  </a:lnTo>
                  <a:lnTo>
                    <a:pt x="2583690" y="121072"/>
                  </a:lnTo>
                  <a:lnTo>
                    <a:pt x="2593448" y="109564"/>
                  </a:lnTo>
                  <a:lnTo>
                    <a:pt x="2603192" y="128417"/>
                  </a:lnTo>
                  <a:lnTo>
                    <a:pt x="2612951" y="112143"/>
                  </a:lnTo>
                  <a:lnTo>
                    <a:pt x="2622695" y="73202"/>
                  </a:lnTo>
                  <a:lnTo>
                    <a:pt x="2632439" y="55289"/>
                  </a:lnTo>
                  <a:lnTo>
                    <a:pt x="2642198" y="37534"/>
                  </a:lnTo>
                  <a:lnTo>
                    <a:pt x="2651942" y="78731"/>
                  </a:lnTo>
                  <a:lnTo>
                    <a:pt x="2661685" y="71248"/>
                  </a:lnTo>
                  <a:lnTo>
                    <a:pt x="2671444" y="52036"/>
                  </a:lnTo>
                  <a:lnTo>
                    <a:pt x="2681188" y="41507"/>
                  </a:lnTo>
                  <a:lnTo>
                    <a:pt x="2690947" y="35533"/>
                  </a:lnTo>
                  <a:lnTo>
                    <a:pt x="2700691" y="15003"/>
                  </a:lnTo>
                  <a:lnTo>
                    <a:pt x="2710435" y="32837"/>
                  </a:lnTo>
                  <a:lnTo>
                    <a:pt x="2720194" y="40953"/>
                  </a:lnTo>
                  <a:lnTo>
                    <a:pt x="2729938" y="31350"/>
                  </a:lnTo>
                  <a:lnTo>
                    <a:pt x="2739697" y="67184"/>
                  </a:lnTo>
                  <a:lnTo>
                    <a:pt x="2749441" y="7660"/>
                  </a:lnTo>
                  <a:lnTo>
                    <a:pt x="2759185" y="30515"/>
                  </a:lnTo>
                  <a:lnTo>
                    <a:pt x="2768943" y="29589"/>
                  </a:lnTo>
                  <a:lnTo>
                    <a:pt x="2778687" y="0"/>
                  </a:lnTo>
                  <a:lnTo>
                    <a:pt x="2788446" y="18065"/>
                  </a:lnTo>
                  <a:lnTo>
                    <a:pt x="2798190" y="18427"/>
                  </a:lnTo>
                  <a:lnTo>
                    <a:pt x="2807934" y="30470"/>
                  </a:lnTo>
                  <a:lnTo>
                    <a:pt x="2817693" y="4172"/>
                  </a:lnTo>
                  <a:lnTo>
                    <a:pt x="2827437" y="25658"/>
                  </a:lnTo>
                  <a:lnTo>
                    <a:pt x="2837196" y="25771"/>
                  </a:lnTo>
                  <a:lnTo>
                    <a:pt x="2846940" y="47587"/>
                  </a:lnTo>
                  <a:lnTo>
                    <a:pt x="2856684" y="24667"/>
                  </a:lnTo>
                  <a:lnTo>
                    <a:pt x="2866442" y="61445"/>
                  </a:lnTo>
                  <a:lnTo>
                    <a:pt x="2876186" y="66816"/>
                  </a:lnTo>
                  <a:lnTo>
                    <a:pt x="2885945" y="26921"/>
                  </a:lnTo>
                  <a:lnTo>
                    <a:pt x="2895689" y="56136"/>
                  </a:lnTo>
                  <a:lnTo>
                    <a:pt x="2905433" y="58626"/>
                  </a:lnTo>
                  <a:lnTo>
                    <a:pt x="2915192" y="5527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5" name="Freeform 1244">
              <a:extLst>
                <a:ext uri="{FF2B5EF4-FFF2-40B4-BE49-F238E27FC236}">
                  <a16:creationId xmlns:a16="http://schemas.microsoft.com/office/drawing/2014/main" id="{BD9B7C0F-02DE-F1ED-8440-78CA9824C1F6}"/>
                </a:ext>
              </a:extLst>
            </p:cNvPr>
            <p:cNvSpPr/>
            <p:nvPr/>
          </p:nvSpPr>
          <p:spPr>
            <a:xfrm>
              <a:off x="4426652" y="3136177"/>
              <a:ext cx="2915191" cy="484111"/>
            </a:xfrm>
            <a:custGeom>
              <a:avLst/>
              <a:gdLst>
                <a:gd name="connsiteX0" fmla="*/ 0 w 2915191"/>
                <a:gd name="connsiteY0" fmla="*/ 267349 h 484111"/>
                <a:gd name="connsiteX1" fmla="*/ 9750 w 2915191"/>
                <a:gd name="connsiteY1" fmla="*/ 320270 h 484111"/>
                <a:gd name="connsiteX2" fmla="*/ 19500 w 2915191"/>
                <a:gd name="connsiteY2" fmla="*/ 280865 h 484111"/>
                <a:gd name="connsiteX3" fmla="*/ 29250 w 2915191"/>
                <a:gd name="connsiteY3" fmla="*/ 268533 h 484111"/>
                <a:gd name="connsiteX4" fmla="*/ 39000 w 2915191"/>
                <a:gd name="connsiteY4" fmla="*/ 264616 h 484111"/>
                <a:gd name="connsiteX5" fmla="*/ 48749 w 2915191"/>
                <a:gd name="connsiteY5" fmla="*/ 285086 h 484111"/>
                <a:gd name="connsiteX6" fmla="*/ 58499 w 2915191"/>
                <a:gd name="connsiteY6" fmla="*/ 287533 h 484111"/>
                <a:gd name="connsiteX7" fmla="*/ 68249 w 2915191"/>
                <a:gd name="connsiteY7" fmla="*/ 253688 h 484111"/>
                <a:gd name="connsiteX8" fmla="*/ 77998 w 2915191"/>
                <a:gd name="connsiteY8" fmla="*/ 254899 h 484111"/>
                <a:gd name="connsiteX9" fmla="*/ 87748 w 2915191"/>
                <a:gd name="connsiteY9" fmla="*/ 219376 h 484111"/>
                <a:gd name="connsiteX10" fmla="*/ 97497 w 2915191"/>
                <a:gd name="connsiteY10" fmla="*/ 193542 h 484111"/>
                <a:gd name="connsiteX11" fmla="*/ 107247 w 2915191"/>
                <a:gd name="connsiteY11" fmla="*/ 201540 h 484111"/>
                <a:gd name="connsiteX12" fmla="*/ 116997 w 2915191"/>
                <a:gd name="connsiteY12" fmla="*/ 176294 h 484111"/>
                <a:gd name="connsiteX13" fmla="*/ 126747 w 2915191"/>
                <a:gd name="connsiteY13" fmla="*/ 158942 h 484111"/>
                <a:gd name="connsiteX14" fmla="*/ 136497 w 2915191"/>
                <a:gd name="connsiteY14" fmla="*/ 190711 h 484111"/>
                <a:gd name="connsiteX15" fmla="*/ 146247 w 2915191"/>
                <a:gd name="connsiteY15" fmla="*/ 206588 h 484111"/>
                <a:gd name="connsiteX16" fmla="*/ 155997 w 2915191"/>
                <a:gd name="connsiteY16" fmla="*/ 209425 h 484111"/>
                <a:gd name="connsiteX17" fmla="*/ 165747 w 2915191"/>
                <a:gd name="connsiteY17" fmla="*/ 162897 h 484111"/>
                <a:gd name="connsiteX18" fmla="*/ 175497 w 2915191"/>
                <a:gd name="connsiteY18" fmla="*/ 190416 h 484111"/>
                <a:gd name="connsiteX19" fmla="*/ 185247 w 2915191"/>
                <a:gd name="connsiteY19" fmla="*/ 211636 h 484111"/>
                <a:gd name="connsiteX20" fmla="*/ 194996 w 2915191"/>
                <a:gd name="connsiteY20" fmla="*/ 227056 h 484111"/>
                <a:gd name="connsiteX21" fmla="*/ 204746 w 2915191"/>
                <a:gd name="connsiteY21" fmla="*/ 252174 h 484111"/>
                <a:gd name="connsiteX22" fmla="*/ 214495 w 2915191"/>
                <a:gd name="connsiteY22" fmla="*/ 261315 h 484111"/>
                <a:gd name="connsiteX23" fmla="*/ 224245 w 2915191"/>
                <a:gd name="connsiteY23" fmla="*/ 238929 h 484111"/>
                <a:gd name="connsiteX24" fmla="*/ 233995 w 2915191"/>
                <a:gd name="connsiteY24" fmla="*/ 263168 h 484111"/>
                <a:gd name="connsiteX25" fmla="*/ 243744 w 2915191"/>
                <a:gd name="connsiteY25" fmla="*/ 261693 h 484111"/>
                <a:gd name="connsiteX26" fmla="*/ 253494 w 2915191"/>
                <a:gd name="connsiteY26" fmla="*/ 261359 h 484111"/>
                <a:gd name="connsiteX27" fmla="*/ 263244 w 2915191"/>
                <a:gd name="connsiteY27" fmla="*/ 313737 h 484111"/>
                <a:gd name="connsiteX28" fmla="*/ 272994 w 2915191"/>
                <a:gd name="connsiteY28" fmla="*/ 296923 h 484111"/>
                <a:gd name="connsiteX29" fmla="*/ 282744 w 2915191"/>
                <a:gd name="connsiteY29" fmla="*/ 321729 h 484111"/>
                <a:gd name="connsiteX30" fmla="*/ 292494 w 2915191"/>
                <a:gd name="connsiteY30" fmla="*/ 334595 h 484111"/>
                <a:gd name="connsiteX31" fmla="*/ 302244 w 2915191"/>
                <a:gd name="connsiteY31" fmla="*/ 338134 h 484111"/>
                <a:gd name="connsiteX32" fmla="*/ 311994 w 2915191"/>
                <a:gd name="connsiteY32" fmla="*/ 323820 h 484111"/>
                <a:gd name="connsiteX33" fmla="*/ 321744 w 2915191"/>
                <a:gd name="connsiteY33" fmla="*/ 336070 h 484111"/>
                <a:gd name="connsiteX34" fmla="*/ 331493 w 2915191"/>
                <a:gd name="connsiteY34" fmla="*/ 308491 h 484111"/>
                <a:gd name="connsiteX35" fmla="*/ 341243 w 2915191"/>
                <a:gd name="connsiteY35" fmla="*/ 323469 h 484111"/>
                <a:gd name="connsiteX36" fmla="*/ 350993 w 2915191"/>
                <a:gd name="connsiteY36" fmla="*/ 265533 h 484111"/>
                <a:gd name="connsiteX37" fmla="*/ 360742 w 2915191"/>
                <a:gd name="connsiteY37" fmla="*/ 263134 h 484111"/>
                <a:gd name="connsiteX38" fmla="*/ 370492 w 2915191"/>
                <a:gd name="connsiteY38" fmla="*/ 275023 h 484111"/>
                <a:gd name="connsiteX39" fmla="*/ 380241 w 2915191"/>
                <a:gd name="connsiteY39" fmla="*/ 273514 h 484111"/>
                <a:gd name="connsiteX40" fmla="*/ 389991 w 2915191"/>
                <a:gd name="connsiteY40" fmla="*/ 299970 h 484111"/>
                <a:gd name="connsiteX41" fmla="*/ 399741 w 2915191"/>
                <a:gd name="connsiteY41" fmla="*/ 296813 h 484111"/>
                <a:gd name="connsiteX42" fmla="*/ 409491 w 2915191"/>
                <a:gd name="connsiteY42" fmla="*/ 302819 h 484111"/>
                <a:gd name="connsiteX43" fmla="*/ 419241 w 2915191"/>
                <a:gd name="connsiteY43" fmla="*/ 287813 h 484111"/>
                <a:gd name="connsiteX44" fmla="*/ 428991 w 2915191"/>
                <a:gd name="connsiteY44" fmla="*/ 280998 h 484111"/>
                <a:gd name="connsiteX45" fmla="*/ 438741 w 2915191"/>
                <a:gd name="connsiteY45" fmla="*/ 286002 h 484111"/>
                <a:gd name="connsiteX46" fmla="*/ 448491 w 2915191"/>
                <a:gd name="connsiteY46" fmla="*/ 310341 h 484111"/>
                <a:gd name="connsiteX47" fmla="*/ 458241 w 2915191"/>
                <a:gd name="connsiteY47" fmla="*/ 326742 h 484111"/>
                <a:gd name="connsiteX48" fmla="*/ 467991 w 2915191"/>
                <a:gd name="connsiteY48" fmla="*/ 307974 h 484111"/>
                <a:gd name="connsiteX49" fmla="*/ 477740 w 2915191"/>
                <a:gd name="connsiteY49" fmla="*/ 289389 h 484111"/>
                <a:gd name="connsiteX50" fmla="*/ 487490 w 2915191"/>
                <a:gd name="connsiteY50" fmla="*/ 334789 h 484111"/>
                <a:gd name="connsiteX51" fmla="*/ 497239 w 2915191"/>
                <a:gd name="connsiteY51" fmla="*/ 311204 h 484111"/>
                <a:gd name="connsiteX52" fmla="*/ 506989 w 2915191"/>
                <a:gd name="connsiteY52" fmla="*/ 277012 h 484111"/>
                <a:gd name="connsiteX53" fmla="*/ 516738 w 2915191"/>
                <a:gd name="connsiteY53" fmla="*/ 282100 h 484111"/>
                <a:gd name="connsiteX54" fmla="*/ 526488 w 2915191"/>
                <a:gd name="connsiteY54" fmla="*/ 268435 h 484111"/>
                <a:gd name="connsiteX55" fmla="*/ 536238 w 2915191"/>
                <a:gd name="connsiteY55" fmla="*/ 231256 h 484111"/>
                <a:gd name="connsiteX56" fmla="*/ 545988 w 2915191"/>
                <a:gd name="connsiteY56" fmla="*/ 227190 h 484111"/>
                <a:gd name="connsiteX57" fmla="*/ 555738 w 2915191"/>
                <a:gd name="connsiteY57" fmla="*/ 244847 h 484111"/>
                <a:gd name="connsiteX58" fmla="*/ 565488 w 2915191"/>
                <a:gd name="connsiteY58" fmla="*/ 245674 h 484111"/>
                <a:gd name="connsiteX59" fmla="*/ 575238 w 2915191"/>
                <a:gd name="connsiteY59" fmla="*/ 245270 h 484111"/>
                <a:gd name="connsiteX60" fmla="*/ 584988 w 2915191"/>
                <a:gd name="connsiteY60" fmla="*/ 242420 h 484111"/>
                <a:gd name="connsiteX61" fmla="*/ 594738 w 2915191"/>
                <a:gd name="connsiteY61" fmla="*/ 250890 h 484111"/>
                <a:gd name="connsiteX62" fmla="*/ 604488 w 2915191"/>
                <a:gd name="connsiteY62" fmla="*/ 268228 h 484111"/>
                <a:gd name="connsiteX63" fmla="*/ 614237 w 2915191"/>
                <a:gd name="connsiteY63" fmla="*/ 277583 h 484111"/>
                <a:gd name="connsiteX64" fmla="*/ 623987 w 2915191"/>
                <a:gd name="connsiteY64" fmla="*/ 277556 h 484111"/>
                <a:gd name="connsiteX65" fmla="*/ 633736 w 2915191"/>
                <a:gd name="connsiteY65" fmla="*/ 261380 h 484111"/>
                <a:gd name="connsiteX66" fmla="*/ 643486 w 2915191"/>
                <a:gd name="connsiteY66" fmla="*/ 283662 h 484111"/>
                <a:gd name="connsiteX67" fmla="*/ 653236 w 2915191"/>
                <a:gd name="connsiteY67" fmla="*/ 312454 h 484111"/>
                <a:gd name="connsiteX68" fmla="*/ 662985 w 2915191"/>
                <a:gd name="connsiteY68" fmla="*/ 310812 h 484111"/>
                <a:gd name="connsiteX69" fmla="*/ 672735 w 2915191"/>
                <a:gd name="connsiteY69" fmla="*/ 337963 h 484111"/>
                <a:gd name="connsiteX70" fmla="*/ 682485 w 2915191"/>
                <a:gd name="connsiteY70" fmla="*/ 331191 h 484111"/>
                <a:gd name="connsiteX71" fmla="*/ 692235 w 2915191"/>
                <a:gd name="connsiteY71" fmla="*/ 338912 h 484111"/>
                <a:gd name="connsiteX72" fmla="*/ 701985 w 2915191"/>
                <a:gd name="connsiteY72" fmla="*/ 334753 h 484111"/>
                <a:gd name="connsiteX73" fmla="*/ 711735 w 2915191"/>
                <a:gd name="connsiteY73" fmla="*/ 315267 h 484111"/>
                <a:gd name="connsiteX74" fmla="*/ 721485 w 2915191"/>
                <a:gd name="connsiteY74" fmla="*/ 322849 h 484111"/>
                <a:gd name="connsiteX75" fmla="*/ 731235 w 2915191"/>
                <a:gd name="connsiteY75" fmla="*/ 314450 h 484111"/>
                <a:gd name="connsiteX76" fmla="*/ 740985 w 2915191"/>
                <a:gd name="connsiteY76" fmla="*/ 297101 h 484111"/>
                <a:gd name="connsiteX77" fmla="*/ 750734 w 2915191"/>
                <a:gd name="connsiteY77" fmla="*/ 307342 h 484111"/>
                <a:gd name="connsiteX78" fmla="*/ 760484 w 2915191"/>
                <a:gd name="connsiteY78" fmla="*/ 338414 h 484111"/>
                <a:gd name="connsiteX79" fmla="*/ 770233 w 2915191"/>
                <a:gd name="connsiteY79" fmla="*/ 346327 h 484111"/>
                <a:gd name="connsiteX80" fmla="*/ 779983 w 2915191"/>
                <a:gd name="connsiteY80" fmla="*/ 354103 h 484111"/>
                <a:gd name="connsiteX81" fmla="*/ 789733 w 2915191"/>
                <a:gd name="connsiteY81" fmla="*/ 353620 h 484111"/>
                <a:gd name="connsiteX82" fmla="*/ 799482 w 2915191"/>
                <a:gd name="connsiteY82" fmla="*/ 351866 h 484111"/>
                <a:gd name="connsiteX83" fmla="*/ 809232 w 2915191"/>
                <a:gd name="connsiteY83" fmla="*/ 352148 h 484111"/>
                <a:gd name="connsiteX84" fmla="*/ 818982 w 2915191"/>
                <a:gd name="connsiteY84" fmla="*/ 372411 h 484111"/>
                <a:gd name="connsiteX85" fmla="*/ 828732 w 2915191"/>
                <a:gd name="connsiteY85" fmla="*/ 355177 h 484111"/>
                <a:gd name="connsiteX86" fmla="*/ 838482 w 2915191"/>
                <a:gd name="connsiteY86" fmla="*/ 339147 h 484111"/>
                <a:gd name="connsiteX87" fmla="*/ 848232 w 2915191"/>
                <a:gd name="connsiteY87" fmla="*/ 363811 h 484111"/>
                <a:gd name="connsiteX88" fmla="*/ 857982 w 2915191"/>
                <a:gd name="connsiteY88" fmla="*/ 377518 h 484111"/>
                <a:gd name="connsiteX89" fmla="*/ 867732 w 2915191"/>
                <a:gd name="connsiteY89" fmla="*/ 351409 h 484111"/>
                <a:gd name="connsiteX90" fmla="*/ 877482 w 2915191"/>
                <a:gd name="connsiteY90" fmla="*/ 378409 h 484111"/>
                <a:gd name="connsiteX91" fmla="*/ 887231 w 2915191"/>
                <a:gd name="connsiteY91" fmla="*/ 388226 h 484111"/>
                <a:gd name="connsiteX92" fmla="*/ 896981 w 2915191"/>
                <a:gd name="connsiteY92" fmla="*/ 340524 h 484111"/>
                <a:gd name="connsiteX93" fmla="*/ 906730 w 2915191"/>
                <a:gd name="connsiteY93" fmla="*/ 328856 h 484111"/>
                <a:gd name="connsiteX94" fmla="*/ 916480 w 2915191"/>
                <a:gd name="connsiteY94" fmla="*/ 321535 h 484111"/>
                <a:gd name="connsiteX95" fmla="*/ 926230 w 2915191"/>
                <a:gd name="connsiteY95" fmla="*/ 308623 h 484111"/>
                <a:gd name="connsiteX96" fmla="*/ 935979 w 2915191"/>
                <a:gd name="connsiteY96" fmla="*/ 340787 h 484111"/>
                <a:gd name="connsiteX97" fmla="*/ 945729 w 2915191"/>
                <a:gd name="connsiteY97" fmla="*/ 351972 h 484111"/>
                <a:gd name="connsiteX98" fmla="*/ 955479 w 2915191"/>
                <a:gd name="connsiteY98" fmla="*/ 358714 h 484111"/>
                <a:gd name="connsiteX99" fmla="*/ 965229 w 2915191"/>
                <a:gd name="connsiteY99" fmla="*/ 357355 h 484111"/>
                <a:gd name="connsiteX100" fmla="*/ 974979 w 2915191"/>
                <a:gd name="connsiteY100" fmla="*/ 357903 h 484111"/>
                <a:gd name="connsiteX101" fmla="*/ 984729 w 2915191"/>
                <a:gd name="connsiteY101" fmla="*/ 380475 h 484111"/>
                <a:gd name="connsiteX102" fmla="*/ 994474 w 2915191"/>
                <a:gd name="connsiteY102" fmla="*/ 370378 h 484111"/>
                <a:gd name="connsiteX103" fmla="*/ 1004233 w 2915191"/>
                <a:gd name="connsiteY103" fmla="*/ 364365 h 484111"/>
                <a:gd name="connsiteX104" fmla="*/ 1013977 w 2915191"/>
                <a:gd name="connsiteY104" fmla="*/ 374520 h 484111"/>
                <a:gd name="connsiteX105" fmla="*/ 1023721 w 2915191"/>
                <a:gd name="connsiteY105" fmla="*/ 336811 h 484111"/>
                <a:gd name="connsiteX106" fmla="*/ 1033480 w 2915191"/>
                <a:gd name="connsiteY106" fmla="*/ 321490 h 484111"/>
                <a:gd name="connsiteX107" fmla="*/ 1043224 w 2915191"/>
                <a:gd name="connsiteY107" fmla="*/ 325377 h 484111"/>
                <a:gd name="connsiteX108" fmla="*/ 1052983 w 2915191"/>
                <a:gd name="connsiteY108" fmla="*/ 330476 h 484111"/>
                <a:gd name="connsiteX109" fmla="*/ 1062727 w 2915191"/>
                <a:gd name="connsiteY109" fmla="*/ 337103 h 484111"/>
                <a:gd name="connsiteX110" fmla="*/ 1072471 w 2915191"/>
                <a:gd name="connsiteY110" fmla="*/ 348642 h 484111"/>
                <a:gd name="connsiteX111" fmla="*/ 1082230 w 2915191"/>
                <a:gd name="connsiteY111" fmla="*/ 355527 h 484111"/>
                <a:gd name="connsiteX112" fmla="*/ 1091973 w 2915191"/>
                <a:gd name="connsiteY112" fmla="*/ 345500 h 484111"/>
                <a:gd name="connsiteX113" fmla="*/ 1101732 w 2915191"/>
                <a:gd name="connsiteY113" fmla="*/ 332714 h 484111"/>
                <a:gd name="connsiteX114" fmla="*/ 1111476 w 2915191"/>
                <a:gd name="connsiteY114" fmla="*/ 325882 h 484111"/>
                <a:gd name="connsiteX115" fmla="*/ 1121220 w 2915191"/>
                <a:gd name="connsiteY115" fmla="*/ 348831 h 484111"/>
                <a:gd name="connsiteX116" fmla="*/ 1130979 w 2915191"/>
                <a:gd name="connsiteY116" fmla="*/ 388260 h 484111"/>
                <a:gd name="connsiteX117" fmla="*/ 1140723 w 2915191"/>
                <a:gd name="connsiteY117" fmla="*/ 417338 h 484111"/>
                <a:gd name="connsiteX118" fmla="*/ 1150482 w 2915191"/>
                <a:gd name="connsiteY118" fmla="*/ 438782 h 484111"/>
                <a:gd name="connsiteX119" fmla="*/ 1160226 w 2915191"/>
                <a:gd name="connsiteY119" fmla="*/ 445635 h 484111"/>
                <a:gd name="connsiteX120" fmla="*/ 1169969 w 2915191"/>
                <a:gd name="connsiteY120" fmla="*/ 424785 h 484111"/>
                <a:gd name="connsiteX121" fmla="*/ 1179728 w 2915191"/>
                <a:gd name="connsiteY121" fmla="*/ 429471 h 484111"/>
                <a:gd name="connsiteX122" fmla="*/ 1189472 w 2915191"/>
                <a:gd name="connsiteY122" fmla="*/ 452865 h 484111"/>
                <a:gd name="connsiteX123" fmla="*/ 1199231 w 2915191"/>
                <a:gd name="connsiteY123" fmla="*/ 484111 h 484111"/>
                <a:gd name="connsiteX124" fmla="*/ 1208975 w 2915191"/>
                <a:gd name="connsiteY124" fmla="*/ 444294 h 484111"/>
                <a:gd name="connsiteX125" fmla="*/ 1218719 w 2915191"/>
                <a:gd name="connsiteY125" fmla="*/ 424709 h 484111"/>
                <a:gd name="connsiteX126" fmla="*/ 1228478 w 2915191"/>
                <a:gd name="connsiteY126" fmla="*/ 412340 h 484111"/>
                <a:gd name="connsiteX127" fmla="*/ 1238222 w 2915191"/>
                <a:gd name="connsiteY127" fmla="*/ 424925 h 484111"/>
                <a:gd name="connsiteX128" fmla="*/ 1247966 w 2915191"/>
                <a:gd name="connsiteY128" fmla="*/ 411867 h 484111"/>
                <a:gd name="connsiteX129" fmla="*/ 1257725 w 2915191"/>
                <a:gd name="connsiteY129" fmla="*/ 410966 h 484111"/>
                <a:gd name="connsiteX130" fmla="*/ 1267469 w 2915191"/>
                <a:gd name="connsiteY130" fmla="*/ 433370 h 484111"/>
                <a:gd name="connsiteX131" fmla="*/ 1277227 w 2915191"/>
                <a:gd name="connsiteY131" fmla="*/ 438114 h 484111"/>
                <a:gd name="connsiteX132" fmla="*/ 1286971 w 2915191"/>
                <a:gd name="connsiteY132" fmla="*/ 407325 h 484111"/>
                <a:gd name="connsiteX133" fmla="*/ 1296715 w 2915191"/>
                <a:gd name="connsiteY133" fmla="*/ 442701 h 484111"/>
                <a:gd name="connsiteX134" fmla="*/ 1306474 w 2915191"/>
                <a:gd name="connsiteY134" fmla="*/ 419530 h 484111"/>
                <a:gd name="connsiteX135" fmla="*/ 1316218 w 2915191"/>
                <a:gd name="connsiteY135" fmla="*/ 396752 h 484111"/>
                <a:gd name="connsiteX136" fmla="*/ 1325977 w 2915191"/>
                <a:gd name="connsiteY136" fmla="*/ 408229 h 484111"/>
                <a:gd name="connsiteX137" fmla="*/ 1335721 w 2915191"/>
                <a:gd name="connsiteY137" fmla="*/ 400592 h 484111"/>
                <a:gd name="connsiteX138" fmla="*/ 1345465 w 2915191"/>
                <a:gd name="connsiteY138" fmla="*/ 399802 h 484111"/>
                <a:gd name="connsiteX139" fmla="*/ 1355224 w 2915191"/>
                <a:gd name="connsiteY139" fmla="*/ 439544 h 484111"/>
                <a:gd name="connsiteX140" fmla="*/ 1364967 w 2915191"/>
                <a:gd name="connsiteY140" fmla="*/ 454441 h 484111"/>
                <a:gd name="connsiteX141" fmla="*/ 1374726 w 2915191"/>
                <a:gd name="connsiteY141" fmla="*/ 475723 h 484111"/>
                <a:gd name="connsiteX142" fmla="*/ 1384470 w 2915191"/>
                <a:gd name="connsiteY142" fmla="*/ 471796 h 484111"/>
                <a:gd name="connsiteX143" fmla="*/ 1394214 w 2915191"/>
                <a:gd name="connsiteY143" fmla="*/ 451679 h 484111"/>
                <a:gd name="connsiteX144" fmla="*/ 1403973 w 2915191"/>
                <a:gd name="connsiteY144" fmla="*/ 452013 h 484111"/>
                <a:gd name="connsiteX145" fmla="*/ 1413717 w 2915191"/>
                <a:gd name="connsiteY145" fmla="*/ 444699 h 484111"/>
                <a:gd name="connsiteX146" fmla="*/ 1423476 w 2915191"/>
                <a:gd name="connsiteY146" fmla="*/ 464695 h 484111"/>
                <a:gd name="connsiteX147" fmla="*/ 1433220 w 2915191"/>
                <a:gd name="connsiteY147" fmla="*/ 461991 h 484111"/>
                <a:gd name="connsiteX148" fmla="*/ 1442964 w 2915191"/>
                <a:gd name="connsiteY148" fmla="*/ 433729 h 484111"/>
                <a:gd name="connsiteX149" fmla="*/ 1452722 w 2915191"/>
                <a:gd name="connsiteY149" fmla="*/ 415898 h 484111"/>
                <a:gd name="connsiteX150" fmla="*/ 1462466 w 2915191"/>
                <a:gd name="connsiteY150" fmla="*/ 396508 h 484111"/>
                <a:gd name="connsiteX151" fmla="*/ 1472225 w 2915191"/>
                <a:gd name="connsiteY151" fmla="*/ 402259 h 484111"/>
                <a:gd name="connsiteX152" fmla="*/ 1481969 w 2915191"/>
                <a:gd name="connsiteY152" fmla="*/ 401890 h 484111"/>
                <a:gd name="connsiteX153" fmla="*/ 1491713 w 2915191"/>
                <a:gd name="connsiteY153" fmla="*/ 403971 h 484111"/>
                <a:gd name="connsiteX154" fmla="*/ 1501472 w 2915191"/>
                <a:gd name="connsiteY154" fmla="*/ 379392 h 484111"/>
                <a:gd name="connsiteX155" fmla="*/ 1511216 w 2915191"/>
                <a:gd name="connsiteY155" fmla="*/ 352497 h 484111"/>
                <a:gd name="connsiteX156" fmla="*/ 1520960 w 2915191"/>
                <a:gd name="connsiteY156" fmla="*/ 341471 h 484111"/>
                <a:gd name="connsiteX157" fmla="*/ 1530719 w 2915191"/>
                <a:gd name="connsiteY157" fmla="*/ 339756 h 484111"/>
                <a:gd name="connsiteX158" fmla="*/ 1540463 w 2915191"/>
                <a:gd name="connsiteY158" fmla="*/ 322421 h 484111"/>
                <a:gd name="connsiteX159" fmla="*/ 1550221 w 2915191"/>
                <a:gd name="connsiteY159" fmla="*/ 354488 h 484111"/>
                <a:gd name="connsiteX160" fmla="*/ 1559965 w 2915191"/>
                <a:gd name="connsiteY160" fmla="*/ 309282 h 484111"/>
                <a:gd name="connsiteX161" fmla="*/ 1569709 w 2915191"/>
                <a:gd name="connsiteY161" fmla="*/ 315282 h 484111"/>
                <a:gd name="connsiteX162" fmla="*/ 1579468 w 2915191"/>
                <a:gd name="connsiteY162" fmla="*/ 300508 h 484111"/>
                <a:gd name="connsiteX163" fmla="*/ 1589212 w 2915191"/>
                <a:gd name="connsiteY163" fmla="*/ 292069 h 484111"/>
                <a:gd name="connsiteX164" fmla="*/ 1598971 w 2915191"/>
                <a:gd name="connsiteY164" fmla="*/ 231770 h 484111"/>
                <a:gd name="connsiteX165" fmla="*/ 1608715 w 2915191"/>
                <a:gd name="connsiteY165" fmla="*/ 272842 h 484111"/>
                <a:gd name="connsiteX166" fmla="*/ 1618459 w 2915191"/>
                <a:gd name="connsiteY166" fmla="*/ 268101 h 484111"/>
                <a:gd name="connsiteX167" fmla="*/ 1628218 w 2915191"/>
                <a:gd name="connsiteY167" fmla="*/ 239075 h 484111"/>
                <a:gd name="connsiteX168" fmla="*/ 1637962 w 2915191"/>
                <a:gd name="connsiteY168" fmla="*/ 219762 h 484111"/>
                <a:gd name="connsiteX169" fmla="*/ 1647720 w 2915191"/>
                <a:gd name="connsiteY169" fmla="*/ 220611 h 484111"/>
                <a:gd name="connsiteX170" fmla="*/ 1657464 w 2915191"/>
                <a:gd name="connsiteY170" fmla="*/ 215904 h 484111"/>
                <a:gd name="connsiteX171" fmla="*/ 1667208 w 2915191"/>
                <a:gd name="connsiteY171" fmla="*/ 163577 h 484111"/>
                <a:gd name="connsiteX172" fmla="*/ 1676967 w 2915191"/>
                <a:gd name="connsiteY172" fmla="*/ 199478 h 484111"/>
                <a:gd name="connsiteX173" fmla="*/ 1686711 w 2915191"/>
                <a:gd name="connsiteY173" fmla="*/ 201319 h 484111"/>
                <a:gd name="connsiteX174" fmla="*/ 1696470 w 2915191"/>
                <a:gd name="connsiteY174" fmla="*/ 186912 h 484111"/>
                <a:gd name="connsiteX175" fmla="*/ 1706214 w 2915191"/>
                <a:gd name="connsiteY175" fmla="*/ 197035 h 484111"/>
                <a:gd name="connsiteX176" fmla="*/ 1715958 w 2915191"/>
                <a:gd name="connsiteY176" fmla="*/ 203410 h 484111"/>
                <a:gd name="connsiteX177" fmla="*/ 1725716 w 2915191"/>
                <a:gd name="connsiteY177" fmla="*/ 201816 h 484111"/>
                <a:gd name="connsiteX178" fmla="*/ 1735460 w 2915191"/>
                <a:gd name="connsiteY178" fmla="*/ 208580 h 484111"/>
                <a:gd name="connsiteX179" fmla="*/ 1745219 w 2915191"/>
                <a:gd name="connsiteY179" fmla="*/ 254162 h 484111"/>
                <a:gd name="connsiteX180" fmla="*/ 1754963 w 2915191"/>
                <a:gd name="connsiteY180" fmla="*/ 220725 h 484111"/>
                <a:gd name="connsiteX181" fmla="*/ 1764707 w 2915191"/>
                <a:gd name="connsiteY181" fmla="*/ 220208 h 484111"/>
                <a:gd name="connsiteX182" fmla="*/ 1774466 w 2915191"/>
                <a:gd name="connsiteY182" fmla="*/ 215698 h 484111"/>
                <a:gd name="connsiteX183" fmla="*/ 1784210 w 2915191"/>
                <a:gd name="connsiteY183" fmla="*/ 224198 h 484111"/>
                <a:gd name="connsiteX184" fmla="*/ 1793969 w 2915191"/>
                <a:gd name="connsiteY184" fmla="*/ 224490 h 484111"/>
                <a:gd name="connsiteX185" fmla="*/ 1803713 w 2915191"/>
                <a:gd name="connsiteY185" fmla="*/ 242044 h 484111"/>
                <a:gd name="connsiteX186" fmla="*/ 1813457 w 2915191"/>
                <a:gd name="connsiteY186" fmla="*/ 211075 h 484111"/>
                <a:gd name="connsiteX187" fmla="*/ 1823215 w 2915191"/>
                <a:gd name="connsiteY187" fmla="*/ 201452 h 484111"/>
                <a:gd name="connsiteX188" fmla="*/ 1832959 w 2915191"/>
                <a:gd name="connsiteY188" fmla="*/ 208562 h 484111"/>
                <a:gd name="connsiteX189" fmla="*/ 1842703 w 2915191"/>
                <a:gd name="connsiteY189" fmla="*/ 199249 h 484111"/>
                <a:gd name="connsiteX190" fmla="*/ 1852462 w 2915191"/>
                <a:gd name="connsiteY190" fmla="*/ 218035 h 484111"/>
                <a:gd name="connsiteX191" fmla="*/ 1862206 w 2915191"/>
                <a:gd name="connsiteY191" fmla="*/ 266224 h 484111"/>
                <a:gd name="connsiteX192" fmla="*/ 1871965 w 2915191"/>
                <a:gd name="connsiteY192" fmla="*/ 225848 h 484111"/>
                <a:gd name="connsiteX193" fmla="*/ 1881709 w 2915191"/>
                <a:gd name="connsiteY193" fmla="*/ 229343 h 484111"/>
                <a:gd name="connsiteX194" fmla="*/ 1891453 w 2915191"/>
                <a:gd name="connsiteY194" fmla="*/ 197568 h 484111"/>
                <a:gd name="connsiteX195" fmla="*/ 1901212 w 2915191"/>
                <a:gd name="connsiteY195" fmla="*/ 184892 h 484111"/>
                <a:gd name="connsiteX196" fmla="*/ 1910956 w 2915191"/>
                <a:gd name="connsiteY196" fmla="*/ 162801 h 484111"/>
                <a:gd name="connsiteX197" fmla="*/ 1920714 w 2915191"/>
                <a:gd name="connsiteY197" fmla="*/ 138648 h 484111"/>
                <a:gd name="connsiteX198" fmla="*/ 1930458 w 2915191"/>
                <a:gd name="connsiteY198" fmla="*/ 146581 h 484111"/>
                <a:gd name="connsiteX199" fmla="*/ 1940202 w 2915191"/>
                <a:gd name="connsiteY199" fmla="*/ 163558 h 484111"/>
                <a:gd name="connsiteX200" fmla="*/ 1949961 w 2915191"/>
                <a:gd name="connsiteY200" fmla="*/ 127048 h 484111"/>
                <a:gd name="connsiteX201" fmla="*/ 1959705 w 2915191"/>
                <a:gd name="connsiteY201" fmla="*/ 107192 h 484111"/>
                <a:gd name="connsiteX202" fmla="*/ 1969464 w 2915191"/>
                <a:gd name="connsiteY202" fmla="*/ 133529 h 484111"/>
                <a:gd name="connsiteX203" fmla="*/ 1979208 w 2915191"/>
                <a:gd name="connsiteY203" fmla="*/ 124061 h 484111"/>
                <a:gd name="connsiteX204" fmla="*/ 1988952 w 2915191"/>
                <a:gd name="connsiteY204" fmla="*/ 113818 h 484111"/>
                <a:gd name="connsiteX205" fmla="*/ 1998711 w 2915191"/>
                <a:gd name="connsiteY205" fmla="*/ 102712 h 484111"/>
                <a:gd name="connsiteX206" fmla="*/ 2008454 w 2915191"/>
                <a:gd name="connsiteY206" fmla="*/ 109570 h 484111"/>
                <a:gd name="connsiteX207" fmla="*/ 2018213 w 2915191"/>
                <a:gd name="connsiteY207" fmla="*/ 108314 h 484111"/>
                <a:gd name="connsiteX208" fmla="*/ 2027957 w 2915191"/>
                <a:gd name="connsiteY208" fmla="*/ 111076 h 484111"/>
                <a:gd name="connsiteX209" fmla="*/ 2037701 w 2915191"/>
                <a:gd name="connsiteY209" fmla="*/ 138482 h 484111"/>
                <a:gd name="connsiteX210" fmla="*/ 2047460 w 2915191"/>
                <a:gd name="connsiteY210" fmla="*/ 119542 h 484111"/>
                <a:gd name="connsiteX211" fmla="*/ 2057204 w 2915191"/>
                <a:gd name="connsiteY211" fmla="*/ 136306 h 484111"/>
                <a:gd name="connsiteX212" fmla="*/ 2066963 w 2915191"/>
                <a:gd name="connsiteY212" fmla="*/ 174601 h 484111"/>
                <a:gd name="connsiteX213" fmla="*/ 2076707 w 2915191"/>
                <a:gd name="connsiteY213" fmla="*/ 176113 h 484111"/>
                <a:gd name="connsiteX214" fmla="*/ 2086451 w 2915191"/>
                <a:gd name="connsiteY214" fmla="*/ 168114 h 484111"/>
                <a:gd name="connsiteX215" fmla="*/ 2096210 w 2915191"/>
                <a:gd name="connsiteY215" fmla="*/ 183106 h 484111"/>
                <a:gd name="connsiteX216" fmla="*/ 2105954 w 2915191"/>
                <a:gd name="connsiteY216" fmla="*/ 195390 h 484111"/>
                <a:gd name="connsiteX217" fmla="*/ 2115697 w 2915191"/>
                <a:gd name="connsiteY217" fmla="*/ 180491 h 484111"/>
                <a:gd name="connsiteX218" fmla="*/ 2125456 w 2915191"/>
                <a:gd name="connsiteY218" fmla="*/ 148039 h 484111"/>
                <a:gd name="connsiteX219" fmla="*/ 2135200 w 2915191"/>
                <a:gd name="connsiteY219" fmla="*/ 118918 h 484111"/>
                <a:gd name="connsiteX220" fmla="*/ 2144959 w 2915191"/>
                <a:gd name="connsiteY220" fmla="*/ 137306 h 484111"/>
                <a:gd name="connsiteX221" fmla="*/ 2154703 w 2915191"/>
                <a:gd name="connsiteY221" fmla="*/ 121074 h 484111"/>
                <a:gd name="connsiteX222" fmla="*/ 2164447 w 2915191"/>
                <a:gd name="connsiteY222" fmla="*/ 133629 h 484111"/>
                <a:gd name="connsiteX223" fmla="*/ 2174206 w 2915191"/>
                <a:gd name="connsiteY223" fmla="*/ 160054 h 484111"/>
                <a:gd name="connsiteX224" fmla="*/ 2183950 w 2915191"/>
                <a:gd name="connsiteY224" fmla="*/ 109953 h 484111"/>
                <a:gd name="connsiteX225" fmla="*/ 2193709 w 2915191"/>
                <a:gd name="connsiteY225" fmla="*/ 136178 h 484111"/>
                <a:gd name="connsiteX226" fmla="*/ 2203452 w 2915191"/>
                <a:gd name="connsiteY226" fmla="*/ 126615 h 484111"/>
                <a:gd name="connsiteX227" fmla="*/ 2213196 w 2915191"/>
                <a:gd name="connsiteY227" fmla="*/ 140693 h 484111"/>
                <a:gd name="connsiteX228" fmla="*/ 2222955 w 2915191"/>
                <a:gd name="connsiteY228" fmla="*/ 174194 h 484111"/>
                <a:gd name="connsiteX229" fmla="*/ 2232699 w 2915191"/>
                <a:gd name="connsiteY229" fmla="*/ 172313 h 484111"/>
                <a:gd name="connsiteX230" fmla="*/ 2242458 w 2915191"/>
                <a:gd name="connsiteY230" fmla="*/ 180868 h 484111"/>
                <a:gd name="connsiteX231" fmla="*/ 2252202 w 2915191"/>
                <a:gd name="connsiteY231" fmla="*/ 170382 h 484111"/>
                <a:gd name="connsiteX232" fmla="*/ 2261946 w 2915191"/>
                <a:gd name="connsiteY232" fmla="*/ 152683 h 484111"/>
                <a:gd name="connsiteX233" fmla="*/ 2271705 w 2915191"/>
                <a:gd name="connsiteY233" fmla="*/ 136804 h 484111"/>
                <a:gd name="connsiteX234" fmla="*/ 2281449 w 2915191"/>
                <a:gd name="connsiteY234" fmla="*/ 158564 h 484111"/>
                <a:gd name="connsiteX235" fmla="*/ 2291208 w 2915191"/>
                <a:gd name="connsiteY235" fmla="*/ 117766 h 484111"/>
                <a:gd name="connsiteX236" fmla="*/ 2300951 w 2915191"/>
                <a:gd name="connsiteY236" fmla="*/ 101356 h 484111"/>
                <a:gd name="connsiteX237" fmla="*/ 2310695 w 2915191"/>
                <a:gd name="connsiteY237" fmla="*/ 71323 h 484111"/>
                <a:gd name="connsiteX238" fmla="*/ 2320454 w 2915191"/>
                <a:gd name="connsiteY238" fmla="*/ 48481 h 484111"/>
                <a:gd name="connsiteX239" fmla="*/ 2330198 w 2915191"/>
                <a:gd name="connsiteY239" fmla="*/ 44479 h 484111"/>
                <a:gd name="connsiteX240" fmla="*/ 2339957 w 2915191"/>
                <a:gd name="connsiteY240" fmla="*/ 70283 h 484111"/>
                <a:gd name="connsiteX241" fmla="*/ 2349701 w 2915191"/>
                <a:gd name="connsiteY241" fmla="*/ 80185 h 484111"/>
                <a:gd name="connsiteX242" fmla="*/ 2359445 w 2915191"/>
                <a:gd name="connsiteY242" fmla="*/ 38788 h 484111"/>
                <a:gd name="connsiteX243" fmla="*/ 2369204 w 2915191"/>
                <a:gd name="connsiteY243" fmla="*/ 21177 h 484111"/>
                <a:gd name="connsiteX244" fmla="*/ 2378948 w 2915191"/>
                <a:gd name="connsiteY244" fmla="*/ 2223 h 484111"/>
                <a:gd name="connsiteX245" fmla="*/ 2388692 w 2915191"/>
                <a:gd name="connsiteY245" fmla="*/ 0 h 484111"/>
                <a:gd name="connsiteX246" fmla="*/ 2398450 w 2915191"/>
                <a:gd name="connsiteY246" fmla="*/ 27110 h 484111"/>
                <a:gd name="connsiteX247" fmla="*/ 2408194 w 2915191"/>
                <a:gd name="connsiteY247" fmla="*/ 36570 h 484111"/>
                <a:gd name="connsiteX248" fmla="*/ 2417953 w 2915191"/>
                <a:gd name="connsiteY248" fmla="*/ 44174 h 484111"/>
                <a:gd name="connsiteX249" fmla="*/ 2427697 w 2915191"/>
                <a:gd name="connsiteY249" fmla="*/ 61947 h 484111"/>
                <a:gd name="connsiteX250" fmla="*/ 2437441 w 2915191"/>
                <a:gd name="connsiteY250" fmla="*/ 81053 h 484111"/>
                <a:gd name="connsiteX251" fmla="*/ 2447200 w 2915191"/>
                <a:gd name="connsiteY251" fmla="*/ 85954 h 484111"/>
                <a:gd name="connsiteX252" fmla="*/ 2456944 w 2915191"/>
                <a:gd name="connsiteY252" fmla="*/ 66750 h 484111"/>
                <a:gd name="connsiteX253" fmla="*/ 2466703 w 2915191"/>
                <a:gd name="connsiteY253" fmla="*/ 102285 h 484111"/>
                <a:gd name="connsiteX254" fmla="*/ 2476446 w 2915191"/>
                <a:gd name="connsiteY254" fmla="*/ 77484 h 484111"/>
                <a:gd name="connsiteX255" fmla="*/ 2486190 w 2915191"/>
                <a:gd name="connsiteY255" fmla="*/ 108255 h 484111"/>
                <a:gd name="connsiteX256" fmla="*/ 2495949 w 2915191"/>
                <a:gd name="connsiteY256" fmla="*/ 86270 h 484111"/>
                <a:gd name="connsiteX257" fmla="*/ 2505693 w 2915191"/>
                <a:gd name="connsiteY257" fmla="*/ 116613 h 484111"/>
                <a:gd name="connsiteX258" fmla="*/ 2515452 w 2915191"/>
                <a:gd name="connsiteY258" fmla="*/ 118450 h 484111"/>
                <a:gd name="connsiteX259" fmla="*/ 2525196 w 2915191"/>
                <a:gd name="connsiteY259" fmla="*/ 129281 h 484111"/>
                <a:gd name="connsiteX260" fmla="*/ 2534940 w 2915191"/>
                <a:gd name="connsiteY260" fmla="*/ 120761 h 484111"/>
                <a:gd name="connsiteX261" fmla="*/ 2544699 w 2915191"/>
                <a:gd name="connsiteY261" fmla="*/ 130934 h 484111"/>
                <a:gd name="connsiteX262" fmla="*/ 2554443 w 2915191"/>
                <a:gd name="connsiteY262" fmla="*/ 156797 h 484111"/>
                <a:gd name="connsiteX263" fmla="*/ 2564202 w 2915191"/>
                <a:gd name="connsiteY263" fmla="*/ 153701 h 484111"/>
                <a:gd name="connsiteX264" fmla="*/ 2573946 w 2915191"/>
                <a:gd name="connsiteY264" fmla="*/ 156652 h 484111"/>
                <a:gd name="connsiteX265" fmla="*/ 2583690 w 2915191"/>
                <a:gd name="connsiteY265" fmla="*/ 171577 h 484111"/>
                <a:gd name="connsiteX266" fmla="*/ 2593448 w 2915191"/>
                <a:gd name="connsiteY266" fmla="*/ 157198 h 484111"/>
                <a:gd name="connsiteX267" fmla="*/ 2603192 w 2915191"/>
                <a:gd name="connsiteY267" fmla="*/ 144414 h 484111"/>
                <a:gd name="connsiteX268" fmla="*/ 2612951 w 2915191"/>
                <a:gd name="connsiteY268" fmla="*/ 143748 h 484111"/>
                <a:gd name="connsiteX269" fmla="*/ 2622695 w 2915191"/>
                <a:gd name="connsiteY269" fmla="*/ 124909 h 484111"/>
                <a:gd name="connsiteX270" fmla="*/ 2632439 w 2915191"/>
                <a:gd name="connsiteY270" fmla="*/ 128051 h 484111"/>
                <a:gd name="connsiteX271" fmla="*/ 2642198 w 2915191"/>
                <a:gd name="connsiteY271" fmla="*/ 110799 h 484111"/>
                <a:gd name="connsiteX272" fmla="*/ 2651942 w 2915191"/>
                <a:gd name="connsiteY272" fmla="*/ 120808 h 484111"/>
                <a:gd name="connsiteX273" fmla="*/ 2661685 w 2915191"/>
                <a:gd name="connsiteY273" fmla="*/ 134520 h 484111"/>
                <a:gd name="connsiteX274" fmla="*/ 2671444 w 2915191"/>
                <a:gd name="connsiteY274" fmla="*/ 160954 h 484111"/>
                <a:gd name="connsiteX275" fmla="*/ 2681188 w 2915191"/>
                <a:gd name="connsiteY275" fmla="*/ 137908 h 484111"/>
                <a:gd name="connsiteX276" fmla="*/ 2690947 w 2915191"/>
                <a:gd name="connsiteY276" fmla="*/ 154239 h 484111"/>
                <a:gd name="connsiteX277" fmla="*/ 2700691 w 2915191"/>
                <a:gd name="connsiteY277" fmla="*/ 158735 h 484111"/>
                <a:gd name="connsiteX278" fmla="*/ 2710435 w 2915191"/>
                <a:gd name="connsiteY278" fmla="*/ 166627 h 484111"/>
                <a:gd name="connsiteX279" fmla="*/ 2720194 w 2915191"/>
                <a:gd name="connsiteY279" fmla="*/ 155276 h 484111"/>
                <a:gd name="connsiteX280" fmla="*/ 2729938 w 2915191"/>
                <a:gd name="connsiteY280" fmla="*/ 143397 h 484111"/>
                <a:gd name="connsiteX281" fmla="*/ 2739697 w 2915191"/>
                <a:gd name="connsiteY281" fmla="*/ 158504 h 484111"/>
                <a:gd name="connsiteX282" fmla="*/ 2749441 w 2915191"/>
                <a:gd name="connsiteY282" fmla="*/ 147519 h 484111"/>
                <a:gd name="connsiteX283" fmla="*/ 2759185 w 2915191"/>
                <a:gd name="connsiteY283" fmla="*/ 168034 h 484111"/>
                <a:gd name="connsiteX284" fmla="*/ 2768943 w 2915191"/>
                <a:gd name="connsiteY284" fmla="*/ 147568 h 484111"/>
                <a:gd name="connsiteX285" fmla="*/ 2778687 w 2915191"/>
                <a:gd name="connsiteY285" fmla="*/ 146931 h 484111"/>
                <a:gd name="connsiteX286" fmla="*/ 2788446 w 2915191"/>
                <a:gd name="connsiteY286" fmla="*/ 152972 h 484111"/>
                <a:gd name="connsiteX287" fmla="*/ 2798190 w 2915191"/>
                <a:gd name="connsiteY287" fmla="*/ 168159 h 484111"/>
                <a:gd name="connsiteX288" fmla="*/ 2807934 w 2915191"/>
                <a:gd name="connsiteY288" fmla="*/ 192049 h 484111"/>
                <a:gd name="connsiteX289" fmla="*/ 2817693 w 2915191"/>
                <a:gd name="connsiteY289" fmla="*/ 206336 h 484111"/>
                <a:gd name="connsiteX290" fmla="*/ 2827437 w 2915191"/>
                <a:gd name="connsiteY290" fmla="*/ 217780 h 484111"/>
                <a:gd name="connsiteX291" fmla="*/ 2837196 w 2915191"/>
                <a:gd name="connsiteY291" fmla="*/ 214320 h 484111"/>
                <a:gd name="connsiteX292" fmla="*/ 2846940 w 2915191"/>
                <a:gd name="connsiteY292" fmla="*/ 191284 h 484111"/>
                <a:gd name="connsiteX293" fmla="*/ 2856684 w 2915191"/>
                <a:gd name="connsiteY293" fmla="*/ 188426 h 484111"/>
                <a:gd name="connsiteX294" fmla="*/ 2866442 w 2915191"/>
                <a:gd name="connsiteY294" fmla="*/ 172173 h 484111"/>
                <a:gd name="connsiteX295" fmla="*/ 2876186 w 2915191"/>
                <a:gd name="connsiteY295" fmla="*/ 180333 h 484111"/>
                <a:gd name="connsiteX296" fmla="*/ 2885945 w 2915191"/>
                <a:gd name="connsiteY296" fmla="*/ 157822 h 484111"/>
                <a:gd name="connsiteX297" fmla="*/ 2895689 w 2915191"/>
                <a:gd name="connsiteY297" fmla="*/ 175568 h 484111"/>
                <a:gd name="connsiteX298" fmla="*/ 2905433 w 2915191"/>
                <a:gd name="connsiteY298" fmla="*/ 174230 h 484111"/>
                <a:gd name="connsiteX299" fmla="*/ 2915192 w 2915191"/>
                <a:gd name="connsiteY299" fmla="*/ 170464 h 484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84111">
                  <a:moveTo>
                    <a:pt x="0" y="267349"/>
                  </a:moveTo>
                  <a:lnTo>
                    <a:pt x="9750" y="320270"/>
                  </a:lnTo>
                  <a:lnTo>
                    <a:pt x="19500" y="280865"/>
                  </a:lnTo>
                  <a:lnTo>
                    <a:pt x="29250" y="268533"/>
                  </a:lnTo>
                  <a:lnTo>
                    <a:pt x="39000" y="264616"/>
                  </a:lnTo>
                  <a:lnTo>
                    <a:pt x="48749" y="285086"/>
                  </a:lnTo>
                  <a:lnTo>
                    <a:pt x="58499" y="287533"/>
                  </a:lnTo>
                  <a:lnTo>
                    <a:pt x="68249" y="253688"/>
                  </a:lnTo>
                  <a:lnTo>
                    <a:pt x="77998" y="254899"/>
                  </a:lnTo>
                  <a:lnTo>
                    <a:pt x="87748" y="219376"/>
                  </a:lnTo>
                  <a:lnTo>
                    <a:pt x="97497" y="193542"/>
                  </a:lnTo>
                  <a:lnTo>
                    <a:pt x="107247" y="201540"/>
                  </a:lnTo>
                  <a:lnTo>
                    <a:pt x="116997" y="176294"/>
                  </a:lnTo>
                  <a:lnTo>
                    <a:pt x="126747" y="158942"/>
                  </a:lnTo>
                  <a:lnTo>
                    <a:pt x="136497" y="190711"/>
                  </a:lnTo>
                  <a:lnTo>
                    <a:pt x="146247" y="206588"/>
                  </a:lnTo>
                  <a:lnTo>
                    <a:pt x="155997" y="209425"/>
                  </a:lnTo>
                  <a:lnTo>
                    <a:pt x="165747" y="162897"/>
                  </a:lnTo>
                  <a:lnTo>
                    <a:pt x="175497" y="190416"/>
                  </a:lnTo>
                  <a:lnTo>
                    <a:pt x="185247" y="211636"/>
                  </a:lnTo>
                  <a:lnTo>
                    <a:pt x="194996" y="227056"/>
                  </a:lnTo>
                  <a:lnTo>
                    <a:pt x="204746" y="252174"/>
                  </a:lnTo>
                  <a:lnTo>
                    <a:pt x="214495" y="261315"/>
                  </a:lnTo>
                  <a:lnTo>
                    <a:pt x="224245" y="238929"/>
                  </a:lnTo>
                  <a:lnTo>
                    <a:pt x="233995" y="263168"/>
                  </a:lnTo>
                  <a:lnTo>
                    <a:pt x="243744" y="261693"/>
                  </a:lnTo>
                  <a:lnTo>
                    <a:pt x="253494" y="261359"/>
                  </a:lnTo>
                  <a:lnTo>
                    <a:pt x="263244" y="313737"/>
                  </a:lnTo>
                  <a:lnTo>
                    <a:pt x="272994" y="296923"/>
                  </a:lnTo>
                  <a:lnTo>
                    <a:pt x="282744" y="321729"/>
                  </a:lnTo>
                  <a:lnTo>
                    <a:pt x="292494" y="334595"/>
                  </a:lnTo>
                  <a:lnTo>
                    <a:pt x="302244" y="338134"/>
                  </a:lnTo>
                  <a:lnTo>
                    <a:pt x="311994" y="323820"/>
                  </a:lnTo>
                  <a:lnTo>
                    <a:pt x="321744" y="336070"/>
                  </a:lnTo>
                  <a:lnTo>
                    <a:pt x="331493" y="308491"/>
                  </a:lnTo>
                  <a:lnTo>
                    <a:pt x="341243" y="323469"/>
                  </a:lnTo>
                  <a:lnTo>
                    <a:pt x="350993" y="265533"/>
                  </a:lnTo>
                  <a:lnTo>
                    <a:pt x="360742" y="263134"/>
                  </a:lnTo>
                  <a:lnTo>
                    <a:pt x="370492" y="275023"/>
                  </a:lnTo>
                  <a:lnTo>
                    <a:pt x="380241" y="273514"/>
                  </a:lnTo>
                  <a:lnTo>
                    <a:pt x="389991" y="299970"/>
                  </a:lnTo>
                  <a:lnTo>
                    <a:pt x="399741" y="296813"/>
                  </a:lnTo>
                  <a:lnTo>
                    <a:pt x="409491" y="302819"/>
                  </a:lnTo>
                  <a:lnTo>
                    <a:pt x="419241" y="287813"/>
                  </a:lnTo>
                  <a:lnTo>
                    <a:pt x="428991" y="280998"/>
                  </a:lnTo>
                  <a:lnTo>
                    <a:pt x="438741" y="286002"/>
                  </a:lnTo>
                  <a:lnTo>
                    <a:pt x="448491" y="310341"/>
                  </a:lnTo>
                  <a:lnTo>
                    <a:pt x="458241" y="326742"/>
                  </a:lnTo>
                  <a:lnTo>
                    <a:pt x="467991" y="307974"/>
                  </a:lnTo>
                  <a:lnTo>
                    <a:pt x="477740" y="289389"/>
                  </a:lnTo>
                  <a:lnTo>
                    <a:pt x="487490" y="334789"/>
                  </a:lnTo>
                  <a:lnTo>
                    <a:pt x="497239" y="311204"/>
                  </a:lnTo>
                  <a:lnTo>
                    <a:pt x="506989" y="277012"/>
                  </a:lnTo>
                  <a:lnTo>
                    <a:pt x="516738" y="282100"/>
                  </a:lnTo>
                  <a:lnTo>
                    <a:pt x="526488" y="268435"/>
                  </a:lnTo>
                  <a:lnTo>
                    <a:pt x="536238" y="231256"/>
                  </a:lnTo>
                  <a:lnTo>
                    <a:pt x="545988" y="227190"/>
                  </a:lnTo>
                  <a:lnTo>
                    <a:pt x="555738" y="244847"/>
                  </a:lnTo>
                  <a:lnTo>
                    <a:pt x="565488" y="245674"/>
                  </a:lnTo>
                  <a:lnTo>
                    <a:pt x="575238" y="245270"/>
                  </a:lnTo>
                  <a:lnTo>
                    <a:pt x="584988" y="242420"/>
                  </a:lnTo>
                  <a:lnTo>
                    <a:pt x="594738" y="250890"/>
                  </a:lnTo>
                  <a:lnTo>
                    <a:pt x="604488" y="268228"/>
                  </a:lnTo>
                  <a:lnTo>
                    <a:pt x="614237" y="277583"/>
                  </a:lnTo>
                  <a:lnTo>
                    <a:pt x="623987" y="277556"/>
                  </a:lnTo>
                  <a:lnTo>
                    <a:pt x="633736" y="261380"/>
                  </a:lnTo>
                  <a:lnTo>
                    <a:pt x="643486" y="283662"/>
                  </a:lnTo>
                  <a:lnTo>
                    <a:pt x="653236" y="312454"/>
                  </a:lnTo>
                  <a:lnTo>
                    <a:pt x="662985" y="310812"/>
                  </a:lnTo>
                  <a:lnTo>
                    <a:pt x="672735" y="337963"/>
                  </a:lnTo>
                  <a:lnTo>
                    <a:pt x="682485" y="331191"/>
                  </a:lnTo>
                  <a:lnTo>
                    <a:pt x="692235" y="338912"/>
                  </a:lnTo>
                  <a:lnTo>
                    <a:pt x="701985" y="334753"/>
                  </a:lnTo>
                  <a:lnTo>
                    <a:pt x="711735" y="315267"/>
                  </a:lnTo>
                  <a:lnTo>
                    <a:pt x="721485" y="322849"/>
                  </a:lnTo>
                  <a:lnTo>
                    <a:pt x="731235" y="314450"/>
                  </a:lnTo>
                  <a:lnTo>
                    <a:pt x="740985" y="297101"/>
                  </a:lnTo>
                  <a:lnTo>
                    <a:pt x="750734" y="307342"/>
                  </a:lnTo>
                  <a:lnTo>
                    <a:pt x="760484" y="338414"/>
                  </a:lnTo>
                  <a:lnTo>
                    <a:pt x="770233" y="346327"/>
                  </a:lnTo>
                  <a:lnTo>
                    <a:pt x="779983" y="354103"/>
                  </a:lnTo>
                  <a:lnTo>
                    <a:pt x="789733" y="353620"/>
                  </a:lnTo>
                  <a:lnTo>
                    <a:pt x="799482" y="351866"/>
                  </a:lnTo>
                  <a:lnTo>
                    <a:pt x="809232" y="352148"/>
                  </a:lnTo>
                  <a:lnTo>
                    <a:pt x="818982" y="372411"/>
                  </a:lnTo>
                  <a:lnTo>
                    <a:pt x="828732" y="355177"/>
                  </a:lnTo>
                  <a:lnTo>
                    <a:pt x="838482" y="339147"/>
                  </a:lnTo>
                  <a:lnTo>
                    <a:pt x="848232" y="363811"/>
                  </a:lnTo>
                  <a:lnTo>
                    <a:pt x="857982" y="377518"/>
                  </a:lnTo>
                  <a:lnTo>
                    <a:pt x="867732" y="351409"/>
                  </a:lnTo>
                  <a:lnTo>
                    <a:pt x="877482" y="378409"/>
                  </a:lnTo>
                  <a:lnTo>
                    <a:pt x="887231" y="388226"/>
                  </a:lnTo>
                  <a:lnTo>
                    <a:pt x="896981" y="340524"/>
                  </a:lnTo>
                  <a:lnTo>
                    <a:pt x="906730" y="328856"/>
                  </a:lnTo>
                  <a:lnTo>
                    <a:pt x="916480" y="321535"/>
                  </a:lnTo>
                  <a:lnTo>
                    <a:pt x="926230" y="308623"/>
                  </a:lnTo>
                  <a:lnTo>
                    <a:pt x="935979" y="340787"/>
                  </a:lnTo>
                  <a:lnTo>
                    <a:pt x="945729" y="351972"/>
                  </a:lnTo>
                  <a:lnTo>
                    <a:pt x="955479" y="358714"/>
                  </a:lnTo>
                  <a:lnTo>
                    <a:pt x="965229" y="357355"/>
                  </a:lnTo>
                  <a:lnTo>
                    <a:pt x="974979" y="357903"/>
                  </a:lnTo>
                  <a:lnTo>
                    <a:pt x="984729" y="380475"/>
                  </a:lnTo>
                  <a:lnTo>
                    <a:pt x="994474" y="370378"/>
                  </a:lnTo>
                  <a:lnTo>
                    <a:pt x="1004233" y="364365"/>
                  </a:lnTo>
                  <a:lnTo>
                    <a:pt x="1013977" y="374520"/>
                  </a:lnTo>
                  <a:lnTo>
                    <a:pt x="1023721" y="336811"/>
                  </a:lnTo>
                  <a:lnTo>
                    <a:pt x="1033480" y="321490"/>
                  </a:lnTo>
                  <a:lnTo>
                    <a:pt x="1043224" y="325377"/>
                  </a:lnTo>
                  <a:lnTo>
                    <a:pt x="1052983" y="330476"/>
                  </a:lnTo>
                  <a:lnTo>
                    <a:pt x="1062727" y="337103"/>
                  </a:lnTo>
                  <a:lnTo>
                    <a:pt x="1072471" y="348642"/>
                  </a:lnTo>
                  <a:lnTo>
                    <a:pt x="1082230" y="355527"/>
                  </a:lnTo>
                  <a:lnTo>
                    <a:pt x="1091973" y="345500"/>
                  </a:lnTo>
                  <a:lnTo>
                    <a:pt x="1101732" y="332714"/>
                  </a:lnTo>
                  <a:lnTo>
                    <a:pt x="1111476" y="325882"/>
                  </a:lnTo>
                  <a:lnTo>
                    <a:pt x="1121220" y="348831"/>
                  </a:lnTo>
                  <a:lnTo>
                    <a:pt x="1130979" y="388260"/>
                  </a:lnTo>
                  <a:lnTo>
                    <a:pt x="1140723" y="417338"/>
                  </a:lnTo>
                  <a:lnTo>
                    <a:pt x="1150482" y="438782"/>
                  </a:lnTo>
                  <a:lnTo>
                    <a:pt x="1160226" y="445635"/>
                  </a:lnTo>
                  <a:lnTo>
                    <a:pt x="1169969" y="424785"/>
                  </a:lnTo>
                  <a:lnTo>
                    <a:pt x="1179728" y="429471"/>
                  </a:lnTo>
                  <a:lnTo>
                    <a:pt x="1189472" y="452865"/>
                  </a:lnTo>
                  <a:lnTo>
                    <a:pt x="1199231" y="484111"/>
                  </a:lnTo>
                  <a:lnTo>
                    <a:pt x="1208975" y="444294"/>
                  </a:lnTo>
                  <a:lnTo>
                    <a:pt x="1218719" y="424709"/>
                  </a:lnTo>
                  <a:lnTo>
                    <a:pt x="1228478" y="412340"/>
                  </a:lnTo>
                  <a:lnTo>
                    <a:pt x="1238222" y="424925"/>
                  </a:lnTo>
                  <a:lnTo>
                    <a:pt x="1247966" y="411867"/>
                  </a:lnTo>
                  <a:lnTo>
                    <a:pt x="1257725" y="410966"/>
                  </a:lnTo>
                  <a:lnTo>
                    <a:pt x="1267469" y="433370"/>
                  </a:lnTo>
                  <a:lnTo>
                    <a:pt x="1277227" y="438114"/>
                  </a:lnTo>
                  <a:lnTo>
                    <a:pt x="1286971" y="407325"/>
                  </a:lnTo>
                  <a:lnTo>
                    <a:pt x="1296715" y="442701"/>
                  </a:lnTo>
                  <a:lnTo>
                    <a:pt x="1306474" y="419530"/>
                  </a:lnTo>
                  <a:lnTo>
                    <a:pt x="1316218" y="396752"/>
                  </a:lnTo>
                  <a:lnTo>
                    <a:pt x="1325977" y="408229"/>
                  </a:lnTo>
                  <a:lnTo>
                    <a:pt x="1335721" y="400592"/>
                  </a:lnTo>
                  <a:lnTo>
                    <a:pt x="1345465" y="399802"/>
                  </a:lnTo>
                  <a:lnTo>
                    <a:pt x="1355224" y="439544"/>
                  </a:lnTo>
                  <a:lnTo>
                    <a:pt x="1364967" y="454441"/>
                  </a:lnTo>
                  <a:lnTo>
                    <a:pt x="1374726" y="475723"/>
                  </a:lnTo>
                  <a:lnTo>
                    <a:pt x="1384470" y="471796"/>
                  </a:lnTo>
                  <a:lnTo>
                    <a:pt x="1394214" y="451679"/>
                  </a:lnTo>
                  <a:lnTo>
                    <a:pt x="1403973" y="452013"/>
                  </a:lnTo>
                  <a:lnTo>
                    <a:pt x="1413717" y="444699"/>
                  </a:lnTo>
                  <a:lnTo>
                    <a:pt x="1423476" y="464695"/>
                  </a:lnTo>
                  <a:lnTo>
                    <a:pt x="1433220" y="461991"/>
                  </a:lnTo>
                  <a:lnTo>
                    <a:pt x="1442964" y="433729"/>
                  </a:lnTo>
                  <a:lnTo>
                    <a:pt x="1452722" y="415898"/>
                  </a:lnTo>
                  <a:lnTo>
                    <a:pt x="1462466" y="396508"/>
                  </a:lnTo>
                  <a:lnTo>
                    <a:pt x="1472225" y="402259"/>
                  </a:lnTo>
                  <a:lnTo>
                    <a:pt x="1481969" y="401890"/>
                  </a:lnTo>
                  <a:lnTo>
                    <a:pt x="1491713" y="403971"/>
                  </a:lnTo>
                  <a:lnTo>
                    <a:pt x="1501472" y="379392"/>
                  </a:lnTo>
                  <a:lnTo>
                    <a:pt x="1511216" y="352497"/>
                  </a:lnTo>
                  <a:lnTo>
                    <a:pt x="1520960" y="341471"/>
                  </a:lnTo>
                  <a:lnTo>
                    <a:pt x="1530719" y="339756"/>
                  </a:lnTo>
                  <a:lnTo>
                    <a:pt x="1540463" y="322421"/>
                  </a:lnTo>
                  <a:lnTo>
                    <a:pt x="1550221" y="354488"/>
                  </a:lnTo>
                  <a:lnTo>
                    <a:pt x="1559965" y="309282"/>
                  </a:lnTo>
                  <a:lnTo>
                    <a:pt x="1569709" y="315282"/>
                  </a:lnTo>
                  <a:lnTo>
                    <a:pt x="1579468" y="300508"/>
                  </a:lnTo>
                  <a:lnTo>
                    <a:pt x="1589212" y="292069"/>
                  </a:lnTo>
                  <a:lnTo>
                    <a:pt x="1598971" y="231770"/>
                  </a:lnTo>
                  <a:lnTo>
                    <a:pt x="1608715" y="272842"/>
                  </a:lnTo>
                  <a:lnTo>
                    <a:pt x="1618459" y="268101"/>
                  </a:lnTo>
                  <a:lnTo>
                    <a:pt x="1628218" y="239075"/>
                  </a:lnTo>
                  <a:lnTo>
                    <a:pt x="1637962" y="219762"/>
                  </a:lnTo>
                  <a:lnTo>
                    <a:pt x="1647720" y="220611"/>
                  </a:lnTo>
                  <a:lnTo>
                    <a:pt x="1657464" y="215904"/>
                  </a:lnTo>
                  <a:lnTo>
                    <a:pt x="1667208" y="163577"/>
                  </a:lnTo>
                  <a:lnTo>
                    <a:pt x="1676967" y="199478"/>
                  </a:lnTo>
                  <a:lnTo>
                    <a:pt x="1686711" y="201319"/>
                  </a:lnTo>
                  <a:lnTo>
                    <a:pt x="1696470" y="186912"/>
                  </a:lnTo>
                  <a:lnTo>
                    <a:pt x="1706214" y="197035"/>
                  </a:lnTo>
                  <a:lnTo>
                    <a:pt x="1715958" y="203410"/>
                  </a:lnTo>
                  <a:lnTo>
                    <a:pt x="1725716" y="201816"/>
                  </a:lnTo>
                  <a:lnTo>
                    <a:pt x="1735460" y="208580"/>
                  </a:lnTo>
                  <a:lnTo>
                    <a:pt x="1745219" y="254162"/>
                  </a:lnTo>
                  <a:lnTo>
                    <a:pt x="1754963" y="220725"/>
                  </a:lnTo>
                  <a:lnTo>
                    <a:pt x="1764707" y="220208"/>
                  </a:lnTo>
                  <a:lnTo>
                    <a:pt x="1774466" y="215698"/>
                  </a:lnTo>
                  <a:lnTo>
                    <a:pt x="1784210" y="224198"/>
                  </a:lnTo>
                  <a:lnTo>
                    <a:pt x="1793969" y="224490"/>
                  </a:lnTo>
                  <a:lnTo>
                    <a:pt x="1803713" y="242044"/>
                  </a:lnTo>
                  <a:lnTo>
                    <a:pt x="1813457" y="211075"/>
                  </a:lnTo>
                  <a:lnTo>
                    <a:pt x="1823215" y="201452"/>
                  </a:lnTo>
                  <a:lnTo>
                    <a:pt x="1832959" y="208562"/>
                  </a:lnTo>
                  <a:lnTo>
                    <a:pt x="1842703" y="199249"/>
                  </a:lnTo>
                  <a:lnTo>
                    <a:pt x="1852462" y="218035"/>
                  </a:lnTo>
                  <a:lnTo>
                    <a:pt x="1862206" y="266224"/>
                  </a:lnTo>
                  <a:lnTo>
                    <a:pt x="1871965" y="225848"/>
                  </a:lnTo>
                  <a:lnTo>
                    <a:pt x="1881709" y="229343"/>
                  </a:lnTo>
                  <a:lnTo>
                    <a:pt x="1891453" y="197568"/>
                  </a:lnTo>
                  <a:lnTo>
                    <a:pt x="1901212" y="184892"/>
                  </a:lnTo>
                  <a:lnTo>
                    <a:pt x="1910956" y="162801"/>
                  </a:lnTo>
                  <a:lnTo>
                    <a:pt x="1920714" y="138648"/>
                  </a:lnTo>
                  <a:lnTo>
                    <a:pt x="1930458" y="146581"/>
                  </a:lnTo>
                  <a:lnTo>
                    <a:pt x="1940202" y="163558"/>
                  </a:lnTo>
                  <a:lnTo>
                    <a:pt x="1949961" y="127048"/>
                  </a:lnTo>
                  <a:lnTo>
                    <a:pt x="1959705" y="107192"/>
                  </a:lnTo>
                  <a:lnTo>
                    <a:pt x="1969464" y="133529"/>
                  </a:lnTo>
                  <a:lnTo>
                    <a:pt x="1979208" y="124061"/>
                  </a:lnTo>
                  <a:lnTo>
                    <a:pt x="1988952" y="113818"/>
                  </a:lnTo>
                  <a:lnTo>
                    <a:pt x="1998711" y="102712"/>
                  </a:lnTo>
                  <a:lnTo>
                    <a:pt x="2008454" y="109570"/>
                  </a:lnTo>
                  <a:lnTo>
                    <a:pt x="2018213" y="108314"/>
                  </a:lnTo>
                  <a:lnTo>
                    <a:pt x="2027957" y="111076"/>
                  </a:lnTo>
                  <a:lnTo>
                    <a:pt x="2037701" y="138482"/>
                  </a:lnTo>
                  <a:lnTo>
                    <a:pt x="2047460" y="119542"/>
                  </a:lnTo>
                  <a:lnTo>
                    <a:pt x="2057204" y="136306"/>
                  </a:lnTo>
                  <a:lnTo>
                    <a:pt x="2066963" y="174601"/>
                  </a:lnTo>
                  <a:lnTo>
                    <a:pt x="2076707" y="176113"/>
                  </a:lnTo>
                  <a:lnTo>
                    <a:pt x="2086451" y="168114"/>
                  </a:lnTo>
                  <a:lnTo>
                    <a:pt x="2096210" y="183106"/>
                  </a:lnTo>
                  <a:lnTo>
                    <a:pt x="2105954" y="195390"/>
                  </a:lnTo>
                  <a:lnTo>
                    <a:pt x="2115697" y="180491"/>
                  </a:lnTo>
                  <a:lnTo>
                    <a:pt x="2125456" y="148039"/>
                  </a:lnTo>
                  <a:lnTo>
                    <a:pt x="2135200" y="118918"/>
                  </a:lnTo>
                  <a:lnTo>
                    <a:pt x="2144959" y="137306"/>
                  </a:lnTo>
                  <a:lnTo>
                    <a:pt x="2154703" y="121074"/>
                  </a:lnTo>
                  <a:lnTo>
                    <a:pt x="2164447" y="133629"/>
                  </a:lnTo>
                  <a:lnTo>
                    <a:pt x="2174206" y="160054"/>
                  </a:lnTo>
                  <a:lnTo>
                    <a:pt x="2183950" y="109953"/>
                  </a:lnTo>
                  <a:lnTo>
                    <a:pt x="2193709" y="136178"/>
                  </a:lnTo>
                  <a:lnTo>
                    <a:pt x="2203452" y="126615"/>
                  </a:lnTo>
                  <a:lnTo>
                    <a:pt x="2213196" y="140693"/>
                  </a:lnTo>
                  <a:lnTo>
                    <a:pt x="2222955" y="174194"/>
                  </a:lnTo>
                  <a:lnTo>
                    <a:pt x="2232699" y="172313"/>
                  </a:lnTo>
                  <a:lnTo>
                    <a:pt x="2242458" y="180868"/>
                  </a:lnTo>
                  <a:lnTo>
                    <a:pt x="2252202" y="170382"/>
                  </a:lnTo>
                  <a:lnTo>
                    <a:pt x="2261946" y="152683"/>
                  </a:lnTo>
                  <a:lnTo>
                    <a:pt x="2271705" y="136804"/>
                  </a:lnTo>
                  <a:lnTo>
                    <a:pt x="2281449" y="158564"/>
                  </a:lnTo>
                  <a:lnTo>
                    <a:pt x="2291208" y="117766"/>
                  </a:lnTo>
                  <a:lnTo>
                    <a:pt x="2300951" y="101356"/>
                  </a:lnTo>
                  <a:lnTo>
                    <a:pt x="2310695" y="71323"/>
                  </a:lnTo>
                  <a:lnTo>
                    <a:pt x="2320454" y="48481"/>
                  </a:lnTo>
                  <a:lnTo>
                    <a:pt x="2330198" y="44479"/>
                  </a:lnTo>
                  <a:lnTo>
                    <a:pt x="2339957" y="70283"/>
                  </a:lnTo>
                  <a:lnTo>
                    <a:pt x="2349701" y="80185"/>
                  </a:lnTo>
                  <a:lnTo>
                    <a:pt x="2359445" y="38788"/>
                  </a:lnTo>
                  <a:lnTo>
                    <a:pt x="2369204" y="21177"/>
                  </a:lnTo>
                  <a:lnTo>
                    <a:pt x="2378948" y="2223"/>
                  </a:lnTo>
                  <a:lnTo>
                    <a:pt x="2388692" y="0"/>
                  </a:lnTo>
                  <a:lnTo>
                    <a:pt x="2398450" y="27110"/>
                  </a:lnTo>
                  <a:lnTo>
                    <a:pt x="2408194" y="36570"/>
                  </a:lnTo>
                  <a:lnTo>
                    <a:pt x="2417953" y="44174"/>
                  </a:lnTo>
                  <a:lnTo>
                    <a:pt x="2427697" y="61947"/>
                  </a:lnTo>
                  <a:lnTo>
                    <a:pt x="2437441" y="81053"/>
                  </a:lnTo>
                  <a:lnTo>
                    <a:pt x="2447200" y="85954"/>
                  </a:lnTo>
                  <a:lnTo>
                    <a:pt x="2456944" y="66750"/>
                  </a:lnTo>
                  <a:lnTo>
                    <a:pt x="2466703" y="102285"/>
                  </a:lnTo>
                  <a:lnTo>
                    <a:pt x="2476446" y="77484"/>
                  </a:lnTo>
                  <a:lnTo>
                    <a:pt x="2486190" y="108255"/>
                  </a:lnTo>
                  <a:lnTo>
                    <a:pt x="2495949" y="86270"/>
                  </a:lnTo>
                  <a:lnTo>
                    <a:pt x="2505693" y="116613"/>
                  </a:lnTo>
                  <a:lnTo>
                    <a:pt x="2515452" y="118450"/>
                  </a:lnTo>
                  <a:lnTo>
                    <a:pt x="2525196" y="129281"/>
                  </a:lnTo>
                  <a:lnTo>
                    <a:pt x="2534940" y="120761"/>
                  </a:lnTo>
                  <a:lnTo>
                    <a:pt x="2544699" y="130934"/>
                  </a:lnTo>
                  <a:lnTo>
                    <a:pt x="2554443" y="156797"/>
                  </a:lnTo>
                  <a:lnTo>
                    <a:pt x="2564202" y="153701"/>
                  </a:lnTo>
                  <a:lnTo>
                    <a:pt x="2573946" y="156652"/>
                  </a:lnTo>
                  <a:lnTo>
                    <a:pt x="2583690" y="171577"/>
                  </a:lnTo>
                  <a:lnTo>
                    <a:pt x="2593448" y="157198"/>
                  </a:lnTo>
                  <a:lnTo>
                    <a:pt x="2603192" y="144414"/>
                  </a:lnTo>
                  <a:lnTo>
                    <a:pt x="2612951" y="143748"/>
                  </a:lnTo>
                  <a:lnTo>
                    <a:pt x="2622695" y="124909"/>
                  </a:lnTo>
                  <a:lnTo>
                    <a:pt x="2632439" y="128051"/>
                  </a:lnTo>
                  <a:lnTo>
                    <a:pt x="2642198" y="110799"/>
                  </a:lnTo>
                  <a:lnTo>
                    <a:pt x="2651942" y="120808"/>
                  </a:lnTo>
                  <a:lnTo>
                    <a:pt x="2661685" y="134520"/>
                  </a:lnTo>
                  <a:lnTo>
                    <a:pt x="2671444" y="160954"/>
                  </a:lnTo>
                  <a:lnTo>
                    <a:pt x="2681188" y="137908"/>
                  </a:lnTo>
                  <a:lnTo>
                    <a:pt x="2690947" y="154239"/>
                  </a:lnTo>
                  <a:lnTo>
                    <a:pt x="2700691" y="158735"/>
                  </a:lnTo>
                  <a:lnTo>
                    <a:pt x="2710435" y="166627"/>
                  </a:lnTo>
                  <a:lnTo>
                    <a:pt x="2720194" y="155276"/>
                  </a:lnTo>
                  <a:lnTo>
                    <a:pt x="2729938" y="143397"/>
                  </a:lnTo>
                  <a:lnTo>
                    <a:pt x="2739697" y="158504"/>
                  </a:lnTo>
                  <a:lnTo>
                    <a:pt x="2749441" y="147519"/>
                  </a:lnTo>
                  <a:lnTo>
                    <a:pt x="2759185" y="168034"/>
                  </a:lnTo>
                  <a:lnTo>
                    <a:pt x="2768943" y="147568"/>
                  </a:lnTo>
                  <a:lnTo>
                    <a:pt x="2778687" y="146931"/>
                  </a:lnTo>
                  <a:lnTo>
                    <a:pt x="2788446" y="152972"/>
                  </a:lnTo>
                  <a:lnTo>
                    <a:pt x="2798190" y="168159"/>
                  </a:lnTo>
                  <a:lnTo>
                    <a:pt x="2807934" y="192049"/>
                  </a:lnTo>
                  <a:lnTo>
                    <a:pt x="2817693" y="206336"/>
                  </a:lnTo>
                  <a:lnTo>
                    <a:pt x="2827437" y="217780"/>
                  </a:lnTo>
                  <a:lnTo>
                    <a:pt x="2837196" y="214320"/>
                  </a:lnTo>
                  <a:lnTo>
                    <a:pt x="2846940" y="191284"/>
                  </a:lnTo>
                  <a:lnTo>
                    <a:pt x="2856684" y="188426"/>
                  </a:lnTo>
                  <a:lnTo>
                    <a:pt x="2866442" y="172173"/>
                  </a:lnTo>
                  <a:lnTo>
                    <a:pt x="2876186" y="180333"/>
                  </a:lnTo>
                  <a:lnTo>
                    <a:pt x="2885945" y="157822"/>
                  </a:lnTo>
                  <a:lnTo>
                    <a:pt x="2895689" y="175568"/>
                  </a:lnTo>
                  <a:lnTo>
                    <a:pt x="2905433" y="174230"/>
                  </a:lnTo>
                  <a:lnTo>
                    <a:pt x="2915192" y="17046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6" name="Freeform 1245">
              <a:extLst>
                <a:ext uri="{FF2B5EF4-FFF2-40B4-BE49-F238E27FC236}">
                  <a16:creationId xmlns:a16="http://schemas.microsoft.com/office/drawing/2014/main" id="{B865E0D7-DF78-17B7-13A0-D9A77F61B660}"/>
                </a:ext>
              </a:extLst>
            </p:cNvPr>
            <p:cNvSpPr/>
            <p:nvPr/>
          </p:nvSpPr>
          <p:spPr>
            <a:xfrm>
              <a:off x="4426652" y="3587731"/>
              <a:ext cx="2915191" cy="500885"/>
            </a:xfrm>
            <a:custGeom>
              <a:avLst/>
              <a:gdLst>
                <a:gd name="connsiteX0" fmla="*/ 0 w 2915191"/>
                <a:gd name="connsiteY0" fmla="*/ 97399 h 500885"/>
                <a:gd name="connsiteX1" fmla="*/ 9750 w 2915191"/>
                <a:gd name="connsiteY1" fmla="*/ 109579 h 500885"/>
                <a:gd name="connsiteX2" fmla="*/ 19500 w 2915191"/>
                <a:gd name="connsiteY2" fmla="*/ 112237 h 500885"/>
                <a:gd name="connsiteX3" fmla="*/ 29250 w 2915191"/>
                <a:gd name="connsiteY3" fmla="*/ 108949 h 500885"/>
                <a:gd name="connsiteX4" fmla="*/ 39000 w 2915191"/>
                <a:gd name="connsiteY4" fmla="*/ 114292 h 500885"/>
                <a:gd name="connsiteX5" fmla="*/ 48749 w 2915191"/>
                <a:gd name="connsiteY5" fmla="*/ 91352 h 500885"/>
                <a:gd name="connsiteX6" fmla="*/ 58499 w 2915191"/>
                <a:gd name="connsiteY6" fmla="*/ 73884 h 500885"/>
                <a:gd name="connsiteX7" fmla="*/ 68249 w 2915191"/>
                <a:gd name="connsiteY7" fmla="*/ 101027 h 500885"/>
                <a:gd name="connsiteX8" fmla="*/ 77998 w 2915191"/>
                <a:gd name="connsiteY8" fmla="*/ 107231 h 500885"/>
                <a:gd name="connsiteX9" fmla="*/ 87748 w 2915191"/>
                <a:gd name="connsiteY9" fmla="*/ 60545 h 500885"/>
                <a:gd name="connsiteX10" fmla="*/ 97497 w 2915191"/>
                <a:gd name="connsiteY10" fmla="*/ 57687 h 500885"/>
                <a:gd name="connsiteX11" fmla="*/ 107247 w 2915191"/>
                <a:gd name="connsiteY11" fmla="*/ 22916 h 500885"/>
                <a:gd name="connsiteX12" fmla="*/ 116997 w 2915191"/>
                <a:gd name="connsiteY12" fmla="*/ 50177 h 500885"/>
                <a:gd name="connsiteX13" fmla="*/ 126747 w 2915191"/>
                <a:gd name="connsiteY13" fmla="*/ 48387 h 500885"/>
                <a:gd name="connsiteX14" fmla="*/ 136497 w 2915191"/>
                <a:gd name="connsiteY14" fmla="*/ 59194 h 500885"/>
                <a:gd name="connsiteX15" fmla="*/ 146247 w 2915191"/>
                <a:gd name="connsiteY15" fmla="*/ 92821 h 500885"/>
                <a:gd name="connsiteX16" fmla="*/ 155997 w 2915191"/>
                <a:gd name="connsiteY16" fmla="*/ 113286 h 500885"/>
                <a:gd name="connsiteX17" fmla="*/ 165747 w 2915191"/>
                <a:gd name="connsiteY17" fmla="*/ 93443 h 500885"/>
                <a:gd name="connsiteX18" fmla="*/ 175497 w 2915191"/>
                <a:gd name="connsiteY18" fmla="*/ 97922 h 500885"/>
                <a:gd name="connsiteX19" fmla="*/ 185247 w 2915191"/>
                <a:gd name="connsiteY19" fmla="*/ 62422 h 500885"/>
                <a:gd name="connsiteX20" fmla="*/ 194996 w 2915191"/>
                <a:gd name="connsiteY20" fmla="*/ 68035 h 500885"/>
                <a:gd name="connsiteX21" fmla="*/ 204746 w 2915191"/>
                <a:gd name="connsiteY21" fmla="*/ 87012 h 500885"/>
                <a:gd name="connsiteX22" fmla="*/ 214495 w 2915191"/>
                <a:gd name="connsiteY22" fmla="*/ 88647 h 500885"/>
                <a:gd name="connsiteX23" fmla="*/ 224245 w 2915191"/>
                <a:gd name="connsiteY23" fmla="*/ 95431 h 500885"/>
                <a:gd name="connsiteX24" fmla="*/ 233995 w 2915191"/>
                <a:gd name="connsiteY24" fmla="*/ 77594 h 500885"/>
                <a:gd name="connsiteX25" fmla="*/ 243744 w 2915191"/>
                <a:gd name="connsiteY25" fmla="*/ 59504 h 500885"/>
                <a:gd name="connsiteX26" fmla="*/ 253494 w 2915191"/>
                <a:gd name="connsiteY26" fmla="*/ 83014 h 500885"/>
                <a:gd name="connsiteX27" fmla="*/ 263244 w 2915191"/>
                <a:gd name="connsiteY27" fmla="*/ 74483 h 500885"/>
                <a:gd name="connsiteX28" fmla="*/ 272994 w 2915191"/>
                <a:gd name="connsiteY28" fmla="*/ 72542 h 500885"/>
                <a:gd name="connsiteX29" fmla="*/ 282744 w 2915191"/>
                <a:gd name="connsiteY29" fmla="*/ 91068 h 500885"/>
                <a:gd name="connsiteX30" fmla="*/ 292494 w 2915191"/>
                <a:gd name="connsiteY30" fmla="*/ 114727 h 500885"/>
                <a:gd name="connsiteX31" fmla="*/ 302244 w 2915191"/>
                <a:gd name="connsiteY31" fmla="*/ 97429 h 500885"/>
                <a:gd name="connsiteX32" fmla="*/ 311994 w 2915191"/>
                <a:gd name="connsiteY32" fmla="*/ 119272 h 500885"/>
                <a:gd name="connsiteX33" fmla="*/ 321744 w 2915191"/>
                <a:gd name="connsiteY33" fmla="*/ 114289 h 500885"/>
                <a:gd name="connsiteX34" fmla="*/ 331493 w 2915191"/>
                <a:gd name="connsiteY34" fmla="*/ 125147 h 500885"/>
                <a:gd name="connsiteX35" fmla="*/ 341243 w 2915191"/>
                <a:gd name="connsiteY35" fmla="*/ 76171 h 500885"/>
                <a:gd name="connsiteX36" fmla="*/ 350993 w 2915191"/>
                <a:gd name="connsiteY36" fmla="*/ 36474 h 500885"/>
                <a:gd name="connsiteX37" fmla="*/ 360742 w 2915191"/>
                <a:gd name="connsiteY37" fmla="*/ 9869 h 500885"/>
                <a:gd name="connsiteX38" fmla="*/ 370492 w 2915191"/>
                <a:gd name="connsiteY38" fmla="*/ 34677 h 500885"/>
                <a:gd name="connsiteX39" fmla="*/ 380241 w 2915191"/>
                <a:gd name="connsiteY39" fmla="*/ 41643 h 500885"/>
                <a:gd name="connsiteX40" fmla="*/ 389991 w 2915191"/>
                <a:gd name="connsiteY40" fmla="*/ 35449 h 500885"/>
                <a:gd name="connsiteX41" fmla="*/ 399741 w 2915191"/>
                <a:gd name="connsiteY41" fmla="*/ 56628 h 500885"/>
                <a:gd name="connsiteX42" fmla="*/ 409491 w 2915191"/>
                <a:gd name="connsiteY42" fmla="*/ 34502 h 500885"/>
                <a:gd name="connsiteX43" fmla="*/ 419241 w 2915191"/>
                <a:gd name="connsiteY43" fmla="*/ 39858 h 500885"/>
                <a:gd name="connsiteX44" fmla="*/ 428991 w 2915191"/>
                <a:gd name="connsiteY44" fmla="*/ 8977 h 500885"/>
                <a:gd name="connsiteX45" fmla="*/ 438741 w 2915191"/>
                <a:gd name="connsiteY45" fmla="*/ 3869 h 500885"/>
                <a:gd name="connsiteX46" fmla="*/ 448491 w 2915191"/>
                <a:gd name="connsiteY46" fmla="*/ 19598 h 500885"/>
                <a:gd name="connsiteX47" fmla="*/ 458241 w 2915191"/>
                <a:gd name="connsiteY47" fmla="*/ 2201 h 500885"/>
                <a:gd name="connsiteX48" fmla="*/ 467991 w 2915191"/>
                <a:gd name="connsiteY48" fmla="*/ 23008 h 500885"/>
                <a:gd name="connsiteX49" fmla="*/ 477740 w 2915191"/>
                <a:gd name="connsiteY49" fmla="*/ 29501 h 500885"/>
                <a:gd name="connsiteX50" fmla="*/ 487490 w 2915191"/>
                <a:gd name="connsiteY50" fmla="*/ 839 h 500885"/>
                <a:gd name="connsiteX51" fmla="*/ 497239 w 2915191"/>
                <a:gd name="connsiteY51" fmla="*/ 29378 h 500885"/>
                <a:gd name="connsiteX52" fmla="*/ 506989 w 2915191"/>
                <a:gd name="connsiteY52" fmla="*/ 62324 h 500885"/>
                <a:gd name="connsiteX53" fmla="*/ 516738 w 2915191"/>
                <a:gd name="connsiteY53" fmla="*/ 71377 h 500885"/>
                <a:gd name="connsiteX54" fmla="*/ 526488 w 2915191"/>
                <a:gd name="connsiteY54" fmla="*/ 84899 h 500885"/>
                <a:gd name="connsiteX55" fmla="*/ 536238 w 2915191"/>
                <a:gd name="connsiteY55" fmla="*/ 77050 h 500885"/>
                <a:gd name="connsiteX56" fmla="*/ 545988 w 2915191"/>
                <a:gd name="connsiteY56" fmla="*/ 88287 h 500885"/>
                <a:gd name="connsiteX57" fmla="*/ 555738 w 2915191"/>
                <a:gd name="connsiteY57" fmla="*/ 72805 h 500885"/>
                <a:gd name="connsiteX58" fmla="*/ 565488 w 2915191"/>
                <a:gd name="connsiteY58" fmla="*/ 99373 h 500885"/>
                <a:gd name="connsiteX59" fmla="*/ 575238 w 2915191"/>
                <a:gd name="connsiteY59" fmla="*/ 106023 h 500885"/>
                <a:gd name="connsiteX60" fmla="*/ 584988 w 2915191"/>
                <a:gd name="connsiteY60" fmla="*/ 98554 h 500885"/>
                <a:gd name="connsiteX61" fmla="*/ 594738 w 2915191"/>
                <a:gd name="connsiteY61" fmla="*/ 92237 h 500885"/>
                <a:gd name="connsiteX62" fmla="*/ 604488 w 2915191"/>
                <a:gd name="connsiteY62" fmla="*/ 95057 h 500885"/>
                <a:gd name="connsiteX63" fmla="*/ 614237 w 2915191"/>
                <a:gd name="connsiteY63" fmla="*/ 97880 h 500885"/>
                <a:gd name="connsiteX64" fmla="*/ 623987 w 2915191"/>
                <a:gd name="connsiteY64" fmla="*/ 59366 h 500885"/>
                <a:gd name="connsiteX65" fmla="*/ 633736 w 2915191"/>
                <a:gd name="connsiteY65" fmla="*/ 17284 h 500885"/>
                <a:gd name="connsiteX66" fmla="*/ 643486 w 2915191"/>
                <a:gd name="connsiteY66" fmla="*/ 28021 h 500885"/>
                <a:gd name="connsiteX67" fmla="*/ 653236 w 2915191"/>
                <a:gd name="connsiteY67" fmla="*/ 64721 h 500885"/>
                <a:gd name="connsiteX68" fmla="*/ 662985 w 2915191"/>
                <a:gd name="connsiteY68" fmla="*/ 93726 h 500885"/>
                <a:gd name="connsiteX69" fmla="*/ 672735 w 2915191"/>
                <a:gd name="connsiteY69" fmla="*/ 94494 h 500885"/>
                <a:gd name="connsiteX70" fmla="*/ 682485 w 2915191"/>
                <a:gd name="connsiteY70" fmla="*/ 70211 h 500885"/>
                <a:gd name="connsiteX71" fmla="*/ 692235 w 2915191"/>
                <a:gd name="connsiteY71" fmla="*/ 84094 h 500885"/>
                <a:gd name="connsiteX72" fmla="*/ 701985 w 2915191"/>
                <a:gd name="connsiteY72" fmla="*/ 94328 h 500885"/>
                <a:gd name="connsiteX73" fmla="*/ 711735 w 2915191"/>
                <a:gd name="connsiteY73" fmla="*/ 62956 h 500885"/>
                <a:gd name="connsiteX74" fmla="*/ 721485 w 2915191"/>
                <a:gd name="connsiteY74" fmla="*/ 58125 h 500885"/>
                <a:gd name="connsiteX75" fmla="*/ 731235 w 2915191"/>
                <a:gd name="connsiteY75" fmla="*/ 27778 h 500885"/>
                <a:gd name="connsiteX76" fmla="*/ 740985 w 2915191"/>
                <a:gd name="connsiteY76" fmla="*/ 53437 h 500885"/>
                <a:gd name="connsiteX77" fmla="*/ 750734 w 2915191"/>
                <a:gd name="connsiteY77" fmla="*/ 49235 h 500885"/>
                <a:gd name="connsiteX78" fmla="*/ 760484 w 2915191"/>
                <a:gd name="connsiteY78" fmla="*/ 28584 h 500885"/>
                <a:gd name="connsiteX79" fmla="*/ 770233 w 2915191"/>
                <a:gd name="connsiteY79" fmla="*/ 60572 h 500885"/>
                <a:gd name="connsiteX80" fmla="*/ 779983 w 2915191"/>
                <a:gd name="connsiteY80" fmla="*/ 59866 h 500885"/>
                <a:gd name="connsiteX81" fmla="*/ 789733 w 2915191"/>
                <a:gd name="connsiteY81" fmla="*/ 83549 h 500885"/>
                <a:gd name="connsiteX82" fmla="*/ 799482 w 2915191"/>
                <a:gd name="connsiteY82" fmla="*/ 73710 h 500885"/>
                <a:gd name="connsiteX83" fmla="*/ 809232 w 2915191"/>
                <a:gd name="connsiteY83" fmla="*/ 67494 h 500885"/>
                <a:gd name="connsiteX84" fmla="*/ 818982 w 2915191"/>
                <a:gd name="connsiteY84" fmla="*/ 52129 h 500885"/>
                <a:gd name="connsiteX85" fmla="*/ 828732 w 2915191"/>
                <a:gd name="connsiteY85" fmla="*/ 48140 h 500885"/>
                <a:gd name="connsiteX86" fmla="*/ 838482 w 2915191"/>
                <a:gd name="connsiteY86" fmla="*/ 32428 h 500885"/>
                <a:gd name="connsiteX87" fmla="*/ 848232 w 2915191"/>
                <a:gd name="connsiteY87" fmla="*/ 51772 h 500885"/>
                <a:gd name="connsiteX88" fmla="*/ 857982 w 2915191"/>
                <a:gd name="connsiteY88" fmla="*/ 31687 h 500885"/>
                <a:gd name="connsiteX89" fmla="*/ 867732 w 2915191"/>
                <a:gd name="connsiteY89" fmla="*/ 68918 h 500885"/>
                <a:gd name="connsiteX90" fmla="*/ 877482 w 2915191"/>
                <a:gd name="connsiteY90" fmla="*/ 47616 h 500885"/>
                <a:gd name="connsiteX91" fmla="*/ 887231 w 2915191"/>
                <a:gd name="connsiteY91" fmla="*/ 33801 h 500885"/>
                <a:gd name="connsiteX92" fmla="*/ 896981 w 2915191"/>
                <a:gd name="connsiteY92" fmla="*/ 31604 h 500885"/>
                <a:gd name="connsiteX93" fmla="*/ 906730 w 2915191"/>
                <a:gd name="connsiteY93" fmla="*/ 5002 h 500885"/>
                <a:gd name="connsiteX94" fmla="*/ 916480 w 2915191"/>
                <a:gd name="connsiteY94" fmla="*/ 39715 h 500885"/>
                <a:gd name="connsiteX95" fmla="*/ 926230 w 2915191"/>
                <a:gd name="connsiteY95" fmla="*/ 51740 h 500885"/>
                <a:gd name="connsiteX96" fmla="*/ 935979 w 2915191"/>
                <a:gd name="connsiteY96" fmla="*/ 60837 h 500885"/>
                <a:gd name="connsiteX97" fmla="*/ 945729 w 2915191"/>
                <a:gd name="connsiteY97" fmla="*/ 53539 h 500885"/>
                <a:gd name="connsiteX98" fmla="*/ 955479 w 2915191"/>
                <a:gd name="connsiteY98" fmla="*/ 44104 h 500885"/>
                <a:gd name="connsiteX99" fmla="*/ 965229 w 2915191"/>
                <a:gd name="connsiteY99" fmla="*/ 12792 h 500885"/>
                <a:gd name="connsiteX100" fmla="*/ 974979 w 2915191"/>
                <a:gd name="connsiteY100" fmla="*/ 34339 h 500885"/>
                <a:gd name="connsiteX101" fmla="*/ 984729 w 2915191"/>
                <a:gd name="connsiteY101" fmla="*/ 27694 h 500885"/>
                <a:gd name="connsiteX102" fmla="*/ 994474 w 2915191"/>
                <a:gd name="connsiteY102" fmla="*/ 58803 h 500885"/>
                <a:gd name="connsiteX103" fmla="*/ 1004233 w 2915191"/>
                <a:gd name="connsiteY103" fmla="*/ 87688 h 500885"/>
                <a:gd name="connsiteX104" fmla="*/ 1013977 w 2915191"/>
                <a:gd name="connsiteY104" fmla="*/ 103271 h 500885"/>
                <a:gd name="connsiteX105" fmla="*/ 1023721 w 2915191"/>
                <a:gd name="connsiteY105" fmla="*/ 118052 h 500885"/>
                <a:gd name="connsiteX106" fmla="*/ 1033480 w 2915191"/>
                <a:gd name="connsiteY106" fmla="*/ 144025 h 500885"/>
                <a:gd name="connsiteX107" fmla="*/ 1043224 w 2915191"/>
                <a:gd name="connsiteY107" fmla="*/ 173192 h 500885"/>
                <a:gd name="connsiteX108" fmla="*/ 1052983 w 2915191"/>
                <a:gd name="connsiteY108" fmla="*/ 186342 h 500885"/>
                <a:gd name="connsiteX109" fmla="*/ 1062727 w 2915191"/>
                <a:gd name="connsiteY109" fmla="*/ 164330 h 500885"/>
                <a:gd name="connsiteX110" fmla="*/ 1072471 w 2915191"/>
                <a:gd name="connsiteY110" fmla="*/ 162907 h 500885"/>
                <a:gd name="connsiteX111" fmla="*/ 1082230 w 2915191"/>
                <a:gd name="connsiteY111" fmla="*/ 133222 h 500885"/>
                <a:gd name="connsiteX112" fmla="*/ 1091973 w 2915191"/>
                <a:gd name="connsiteY112" fmla="*/ 158854 h 500885"/>
                <a:gd name="connsiteX113" fmla="*/ 1101732 w 2915191"/>
                <a:gd name="connsiteY113" fmla="*/ 148602 h 500885"/>
                <a:gd name="connsiteX114" fmla="*/ 1111476 w 2915191"/>
                <a:gd name="connsiteY114" fmla="*/ 133352 h 500885"/>
                <a:gd name="connsiteX115" fmla="*/ 1121220 w 2915191"/>
                <a:gd name="connsiteY115" fmla="*/ 164170 h 500885"/>
                <a:gd name="connsiteX116" fmla="*/ 1130979 w 2915191"/>
                <a:gd name="connsiteY116" fmla="*/ 173008 h 500885"/>
                <a:gd name="connsiteX117" fmla="*/ 1140723 w 2915191"/>
                <a:gd name="connsiteY117" fmla="*/ 188338 h 500885"/>
                <a:gd name="connsiteX118" fmla="*/ 1150482 w 2915191"/>
                <a:gd name="connsiteY118" fmla="*/ 218935 h 500885"/>
                <a:gd name="connsiteX119" fmla="*/ 1160226 w 2915191"/>
                <a:gd name="connsiteY119" fmla="*/ 220633 h 500885"/>
                <a:gd name="connsiteX120" fmla="*/ 1169969 w 2915191"/>
                <a:gd name="connsiteY120" fmla="*/ 267225 h 500885"/>
                <a:gd name="connsiteX121" fmla="*/ 1179728 w 2915191"/>
                <a:gd name="connsiteY121" fmla="*/ 275201 h 500885"/>
                <a:gd name="connsiteX122" fmla="*/ 1189472 w 2915191"/>
                <a:gd name="connsiteY122" fmla="*/ 271129 h 500885"/>
                <a:gd name="connsiteX123" fmla="*/ 1199231 w 2915191"/>
                <a:gd name="connsiteY123" fmla="*/ 297199 h 500885"/>
                <a:gd name="connsiteX124" fmla="*/ 1208975 w 2915191"/>
                <a:gd name="connsiteY124" fmla="*/ 319126 h 500885"/>
                <a:gd name="connsiteX125" fmla="*/ 1218719 w 2915191"/>
                <a:gd name="connsiteY125" fmla="*/ 354943 h 500885"/>
                <a:gd name="connsiteX126" fmla="*/ 1228478 w 2915191"/>
                <a:gd name="connsiteY126" fmla="*/ 345762 h 500885"/>
                <a:gd name="connsiteX127" fmla="*/ 1238222 w 2915191"/>
                <a:gd name="connsiteY127" fmla="*/ 361642 h 500885"/>
                <a:gd name="connsiteX128" fmla="*/ 1247966 w 2915191"/>
                <a:gd name="connsiteY128" fmla="*/ 355302 h 500885"/>
                <a:gd name="connsiteX129" fmla="*/ 1257725 w 2915191"/>
                <a:gd name="connsiteY129" fmla="*/ 354693 h 500885"/>
                <a:gd name="connsiteX130" fmla="*/ 1267469 w 2915191"/>
                <a:gd name="connsiteY130" fmla="*/ 352774 h 500885"/>
                <a:gd name="connsiteX131" fmla="*/ 1277227 w 2915191"/>
                <a:gd name="connsiteY131" fmla="*/ 374298 h 500885"/>
                <a:gd name="connsiteX132" fmla="*/ 1286971 w 2915191"/>
                <a:gd name="connsiteY132" fmla="*/ 368310 h 500885"/>
                <a:gd name="connsiteX133" fmla="*/ 1296715 w 2915191"/>
                <a:gd name="connsiteY133" fmla="*/ 408832 h 500885"/>
                <a:gd name="connsiteX134" fmla="*/ 1306474 w 2915191"/>
                <a:gd name="connsiteY134" fmla="*/ 385426 h 500885"/>
                <a:gd name="connsiteX135" fmla="*/ 1316218 w 2915191"/>
                <a:gd name="connsiteY135" fmla="*/ 393241 h 500885"/>
                <a:gd name="connsiteX136" fmla="*/ 1325977 w 2915191"/>
                <a:gd name="connsiteY136" fmla="*/ 367641 h 500885"/>
                <a:gd name="connsiteX137" fmla="*/ 1335721 w 2915191"/>
                <a:gd name="connsiteY137" fmla="*/ 376445 h 500885"/>
                <a:gd name="connsiteX138" fmla="*/ 1345465 w 2915191"/>
                <a:gd name="connsiteY138" fmla="*/ 410449 h 500885"/>
                <a:gd name="connsiteX139" fmla="*/ 1355224 w 2915191"/>
                <a:gd name="connsiteY139" fmla="*/ 424812 h 500885"/>
                <a:gd name="connsiteX140" fmla="*/ 1364967 w 2915191"/>
                <a:gd name="connsiteY140" fmla="*/ 464815 h 500885"/>
                <a:gd name="connsiteX141" fmla="*/ 1374726 w 2915191"/>
                <a:gd name="connsiteY141" fmla="*/ 461418 h 500885"/>
                <a:gd name="connsiteX142" fmla="*/ 1384470 w 2915191"/>
                <a:gd name="connsiteY142" fmla="*/ 447324 h 500885"/>
                <a:gd name="connsiteX143" fmla="*/ 1394214 w 2915191"/>
                <a:gd name="connsiteY143" fmla="*/ 470924 h 500885"/>
                <a:gd name="connsiteX144" fmla="*/ 1403973 w 2915191"/>
                <a:gd name="connsiteY144" fmla="*/ 500886 h 500885"/>
                <a:gd name="connsiteX145" fmla="*/ 1413717 w 2915191"/>
                <a:gd name="connsiteY145" fmla="*/ 473382 h 500885"/>
                <a:gd name="connsiteX146" fmla="*/ 1423476 w 2915191"/>
                <a:gd name="connsiteY146" fmla="*/ 470149 h 500885"/>
                <a:gd name="connsiteX147" fmla="*/ 1433220 w 2915191"/>
                <a:gd name="connsiteY147" fmla="*/ 429996 h 500885"/>
                <a:gd name="connsiteX148" fmla="*/ 1442964 w 2915191"/>
                <a:gd name="connsiteY148" fmla="*/ 395721 h 500885"/>
                <a:gd name="connsiteX149" fmla="*/ 1452722 w 2915191"/>
                <a:gd name="connsiteY149" fmla="*/ 386964 h 500885"/>
                <a:gd name="connsiteX150" fmla="*/ 1462466 w 2915191"/>
                <a:gd name="connsiteY150" fmla="*/ 420130 h 500885"/>
                <a:gd name="connsiteX151" fmla="*/ 1472225 w 2915191"/>
                <a:gd name="connsiteY151" fmla="*/ 455682 h 500885"/>
                <a:gd name="connsiteX152" fmla="*/ 1481969 w 2915191"/>
                <a:gd name="connsiteY152" fmla="*/ 468764 h 500885"/>
                <a:gd name="connsiteX153" fmla="*/ 1491713 w 2915191"/>
                <a:gd name="connsiteY153" fmla="*/ 426668 h 500885"/>
                <a:gd name="connsiteX154" fmla="*/ 1501472 w 2915191"/>
                <a:gd name="connsiteY154" fmla="*/ 429326 h 500885"/>
                <a:gd name="connsiteX155" fmla="*/ 1511216 w 2915191"/>
                <a:gd name="connsiteY155" fmla="*/ 418810 h 500885"/>
                <a:gd name="connsiteX156" fmla="*/ 1520960 w 2915191"/>
                <a:gd name="connsiteY156" fmla="*/ 419961 h 500885"/>
                <a:gd name="connsiteX157" fmla="*/ 1530719 w 2915191"/>
                <a:gd name="connsiteY157" fmla="*/ 426229 h 500885"/>
                <a:gd name="connsiteX158" fmla="*/ 1540463 w 2915191"/>
                <a:gd name="connsiteY158" fmla="*/ 423213 h 500885"/>
                <a:gd name="connsiteX159" fmla="*/ 1550221 w 2915191"/>
                <a:gd name="connsiteY159" fmla="*/ 424973 h 500885"/>
                <a:gd name="connsiteX160" fmla="*/ 1559965 w 2915191"/>
                <a:gd name="connsiteY160" fmla="*/ 429877 h 500885"/>
                <a:gd name="connsiteX161" fmla="*/ 1569709 w 2915191"/>
                <a:gd name="connsiteY161" fmla="*/ 414472 h 500885"/>
                <a:gd name="connsiteX162" fmla="*/ 1579468 w 2915191"/>
                <a:gd name="connsiteY162" fmla="*/ 434287 h 500885"/>
                <a:gd name="connsiteX163" fmla="*/ 1589212 w 2915191"/>
                <a:gd name="connsiteY163" fmla="*/ 422519 h 500885"/>
                <a:gd name="connsiteX164" fmla="*/ 1598971 w 2915191"/>
                <a:gd name="connsiteY164" fmla="*/ 410144 h 500885"/>
                <a:gd name="connsiteX165" fmla="*/ 1608715 w 2915191"/>
                <a:gd name="connsiteY165" fmla="*/ 379417 h 500885"/>
                <a:gd name="connsiteX166" fmla="*/ 1618459 w 2915191"/>
                <a:gd name="connsiteY166" fmla="*/ 368322 h 500885"/>
                <a:gd name="connsiteX167" fmla="*/ 1628218 w 2915191"/>
                <a:gd name="connsiteY167" fmla="*/ 373167 h 500885"/>
                <a:gd name="connsiteX168" fmla="*/ 1637962 w 2915191"/>
                <a:gd name="connsiteY168" fmla="*/ 368699 h 500885"/>
                <a:gd name="connsiteX169" fmla="*/ 1647720 w 2915191"/>
                <a:gd name="connsiteY169" fmla="*/ 343798 h 500885"/>
                <a:gd name="connsiteX170" fmla="*/ 1657464 w 2915191"/>
                <a:gd name="connsiteY170" fmla="*/ 353566 h 500885"/>
                <a:gd name="connsiteX171" fmla="*/ 1667208 w 2915191"/>
                <a:gd name="connsiteY171" fmla="*/ 362234 h 500885"/>
                <a:gd name="connsiteX172" fmla="*/ 1676967 w 2915191"/>
                <a:gd name="connsiteY172" fmla="*/ 352872 h 500885"/>
                <a:gd name="connsiteX173" fmla="*/ 1686711 w 2915191"/>
                <a:gd name="connsiteY173" fmla="*/ 373462 h 500885"/>
                <a:gd name="connsiteX174" fmla="*/ 1696470 w 2915191"/>
                <a:gd name="connsiteY174" fmla="*/ 347632 h 500885"/>
                <a:gd name="connsiteX175" fmla="*/ 1706214 w 2915191"/>
                <a:gd name="connsiteY175" fmla="*/ 320602 h 500885"/>
                <a:gd name="connsiteX176" fmla="*/ 1715958 w 2915191"/>
                <a:gd name="connsiteY176" fmla="*/ 290645 h 500885"/>
                <a:gd name="connsiteX177" fmla="*/ 1725716 w 2915191"/>
                <a:gd name="connsiteY177" fmla="*/ 310371 h 500885"/>
                <a:gd name="connsiteX178" fmla="*/ 1735460 w 2915191"/>
                <a:gd name="connsiteY178" fmla="*/ 312332 h 500885"/>
                <a:gd name="connsiteX179" fmla="*/ 1745219 w 2915191"/>
                <a:gd name="connsiteY179" fmla="*/ 345250 h 500885"/>
                <a:gd name="connsiteX180" fmla="*/ 1754963 w 2915191"/>
                <a:gd name="connsiteY180" fmla="*/ 337971 h 500885"/>
                <a:gd name="connsiteX181" fmla="*/ 1764707 w 2915191"/>
                <a:gd name="connsiteY181" fmla="*/ 344683 h 500885"/>
                <a:gd name="connsiteX182" fmla="*/ 1774466 w 2915191"/>
                <a:gd name="connsiteY182" fmla="*/ 346179 h 500885"/>
                <a:gd name="connsiteX183" fmla="*/ 1784210 w 2915191"/>
                <a:gd name="connsiteY183" fmla="*/ 329151 h 500885"/>
                <a:gd name="connsiteX184" fmla="*/ 1793969 w 2915191"/>
                <a:gd name="connsiteY184" fmla="*/ 341443 h 500885"/>
                <a:gd name="connsiteX185" fmla="*/ 1803713 w 2915191"/>
                <a:gd name="connsiteY185" fmla="*/ 341915 h 500885"/>
                <a:gd name="connsiteX186" fmla="*/ 1813457 w 2915191"/>
                <a:gd name="connsiteY186" fmla="*/ 312409 h 500885"/>
                <a:gd name="connsiteX187" fmla="*/ 1823215 w 2915191"/>
                <a:gd name="connsiteY187" fmla="*/ 261537 h 500885"/>
                <a:gd name="connsiteX188" fmla="*/ 1832959 w 2915191"/>
                <a:gd name="connsiteY188" fmla="*/ 240267 h 500885"/>
                <a:gd name="connsiteX189" fmla="*/ 1842703 w 2915191"/>
                <a:gd name="connsiteY189" fmla="*/ 216975 h 500885"/>
                <a:gd name="connsiteX190" fmla="*/ 1852462 w 2915191"/>
                <a:gd name="connsiteY190" fmla="*/ 238352 h 500885"/>
                <a:gd name="connsiteX191" fmla="*/ 1862206 w 2915191"/>
                <a:gd name="connsiteY191" fmla="*/ 265211 h 500885"/>
                <a:gd name="connsiteX192" fmla="*/ 1871965 w 2915191"/>
                <a:gd name="connsiteY192" fmla="*/ 252852 h 500885"/>
                <a:gd name="connsiteX193" fmla="*/ 1881709 w 2915191"/>
                <a:gd name="connsiteY193" fmla="*/ 245297 h 500885"/>
                <a:gd name="connsiteX194" fmla="*/ 1891453 w 2915191"/>
                <a:gd name="connsiteY194" fmla="*/ 237166 h 500885"/>
                <a:gd name="connsiteX195" fmla="*/ 1901212 w 2915191"/>
                <a:gd name="connsiteY195" fmla="*/ 247739 h 500885"/>
                <a:gd name="connsiteX196" fmla="*/ 1910956 w 2915191"/>
                <a:gd name="connsiteY196" fmla="*/ 222816 h 500885"/>
                <a:gd name="connsiteX197" fmla="*/ 1920714 w 2915191"/>
                <a:gd name="connsiteY197" fmla="*/ 209675 h 500885"/>
                <a:gd name="connsiteX198" fmla="*/ 1930458 w 2915191"/>
                <a:gd name="connsiteY198" fmla="*/ 191063 h 500885"/>
                <a:gd name="connsiteX199" fmla="*/ 1940202 w 2915191"/>
                <a:gd name="connsiteY199" fmla="*/ 187157 h 500885"/>
                <a:gd name="connsiteX200" fmla="*/ 1949961 w 2915191"/>
                <a:gd name="connsiteY200" fmla="*/ 193162 h 500885"/>
                <a:gd name="connsiteX201" fmla="*/ 1959705 w 2915191"/>
                <a:gd name="connsiteY201" fmla="*/ 167752 h 500885"/>
                <a:gd name="connsiteX202" fmla="*/ 1969464 w 2915191"/>
                <a:gd name="connsiteY202" fmla="*/ 190999 h 500885"/>
                <a:gd name="connsiteX203" fmla="*/ 1979208 w 2915191"/>
                <a:gd name="connsiteY203" fmla="*/ 170613 h 500885"/>
                <a:gd name="connsiteX204" fmla="*/ 1988952 w 2915191"/>
                <a:gd name="connsiteY204" fmla="*/ 179337 h 500885"/>
                <a:gd name="connsiteX205" fmla="*/ 1998711 w 2915191"/>
                <a:gd name="connsiteY205" fmla="*/ 208934 h 500885"/>
                <a:gd name="connsiteX206" fmla="*/ 2008454 w 2915191"/>
                <a:gd name="connsiteY206" fmla="*/ 232244 h 500885"/>
                <a:gd name="connsiteX207" fmla="*/ 2018213 w 2915191"/>
                <a:gd name="connsiteY207" fmla="*/ 261252 h 500885"/>
                <a:gd name="connsiteX208" fmla="*/ 2027957 w 2915191"/>
                <a:gd name="connsiteY208" fmla="*/ 266461 h 500885"/>
                <a:gd name="connsiteX209" fmla="*/ 2037701 w 2915191"/>
                <a:gd name="connsiteY209" fmla="*/ 254978 h 500885"/>
                <a:gd name="connsiteX210" fmla="*/ 2047460 w 2915191"/>
                <a:gd name="connsiteY210" fmla="*/ 248254 h 500885"/>
                <a:gd name="connsiteX211" fmla="*/ 2057204 w 2915191"/>
                <a:gd name="connsiteY211" fmla="*/ 248479 h 500885"/>
                <a:gd name="connsiteX212" fmla="*/ 2066963 w 2915191"/>
                <a:gd name="connsiteY212" fmla="*/ 222090 h 500885"/>
                <a:gd name="connsiteX213" fmla="*/ 2076707 w 2915191"/>
                <a:gd name="connsiteY213" fmla="*/ 215591 h 500885"/>
                <a:gd name="connsiteX214" fmla="*/ 2086451 w 2915191"/>
                <a:gd name="connsiteY214" fmla="*/ 268216 h 500885"/>
                <a:gd name="connsiteX215" fmla="*/ 2096210 w 2915191"/>
                <a:gd name="connsiteY215" fmla="*/ 255211 h 500885"/>
                <a:gd name="connsiteX216" fmla="*/ 2105954 w 2915191"/>
                <a:gd name="connsiteY216" fmla="*/ 234227 h 500885"/>
                <a:gd name="connsiteX217" fmla="*/ 2115697 w 2915191"/>
                <a:gd name="connsiteY217" fmla="*/ 217847 h 500885"/>
                <a:gd name="connsiteX218" fmla="*/ 2125456 w 2915191"/>
                <a:gd name="connsiteY218" fmla="*/ 227148 h 500885"/>
                <a:gd name="connsiteX219" fmla="*/ 2135200 w 2915191"/>
                <a:gd name="connsiteY219" fmla="*/ 243414 h 500885"/>
                <a:gd name="connsiteX220" fmla="*/ 2144959 w 2915191"/>
                <a:gd name="connsiteY220" fmla="*/ 268420 h 500885"/>
                <a:gd name="connsiteX221" fmla="*/ 2154703 w 2915191"/>
                <a:gd name="connsiteY221" fmla="*/ 241255 h 500885"/>
                <a:gd name="connsiteX222" fmla="*/ 2164447 w 2915191"/>
                <a:gd name="connsiteY222" fmla="*/ 241806 h 500885"/>
                <a:gd name="connsiteX223" fmla="*/ 2174206 w 2915191"/>
                <a:gd name="connsiteY223" fmla="*/ 236454 h 500885"/>
                <a:gd name="connsiteX224" fmla="*/ 2183950 w 2915191"/>
                <a:gd name="connsiteY224" fmla="*/ 222780 h 500885"/>
                <a:gd name="connsiteX225" fmla="*/ 2193709 w 2915191"/>
                <a:gd name="connsiteY225" fmla="*/ 240122 h 500885"/>
                <a:gd name="connsiteX226" fmla="*/ 2203452 w 2915191"/>
                <a:gd name="connsiteY226" fmla="*/ 237099 h 500885"/>
                <a:gd name="connsiteX227" fmla="*/ 2213196 w 2915191"/>
                <a:gd name="connsiteY227" fmla="*/ 241086 h 500885"/>
                <a:gd name="connsiteX228" fmla="*/ 2222955 w 2915191"/>
                <a:gd name="connsiteY228" fmla="*/ 228302 h 500885"/>
                <a:gd name="connsiteX229" fmla="*/ 2232699 w 2915191"/>
                <a:gd name="connsiteY229" fmla="*/ 171860 h 500885"/>
                <a:gd name="connsiteX230" fmla="*/ 2242458 w 2915191"/>
                <a:gd name="connsiteY230" fmla="*/ 179369 h 500885"/>
                <a:gd name="connsiteX231" fmla="*/ 2252202 w 2915191"/>
                <a:gd name="connsiteY231" fmla="*/ 182480 h 500885"/>
                <a:gd name="connsiteX232" fmla="*/ 2261946 w 2915191"/>
                <a:gd name="connsiteY232" fmla="*/ 137598 h 500885"/>
                <a:gd name="connsiteX233" fmla="*/ 2271705 w 2915191"/>
                <a:gd name="connsiteY233" fmla="*/ 129672 h 500885"/>
                <a:gd name="connsiteX234" fmla="*/ 2281449 w 2915191"/>
                <a:gd name="connsiteY234" fmla="*/ 112961 h 500885"/>
                <a:gd name="connsiteX235" fmla="*/ 2291208 w 2915191"/>
                <a:gd name="connsiteY235" fmla="*/ 137175 h 500885"/>
                <a:gd name="connsiteX236" fmla="*/ 2300951 w 2915191"/>
                <a:gd name="connsiteY236" fmla="*/ 116793 h 500885"/>
                <a:gd name="connsiteX237" fmla="*/ 2310695 w 2915191"/>
                <a:gd name="connsiteY237" fmla="*/ 167077 h 500885"/>
                <a:gd name="connsiteX238" fmla="*/ 2320454 w 2915191"/>
                <a:gd name="connsiteY238" fmla="*/ 201802 h 500885"/>
                <a:gd name="connsiteX239" fmla="*/ 2330198 w 2915191"/>
                <a:gd name="connsiteY239" fmla="*/ 218526 h 500885"/>
                <a:gd name="connsiteX240" fmla="*/ 2339957 w 2915191"/>
                <a:gd name="connsiteY240" fmla="*/ 203215 h 500885"/>
                <a:gd name="connsiteX241" fmla="*/ 2349701 w 2915191"/>
                <a:gd name="connsiteY241" fmla="*/ 219696 h 500885"/>
                <a:gd name="connsiteX242" fmla="*/ 2359445 w 2915191"/>
                <a:gd name="connsiteY242" fmla="*/ 229139 h 500885"/>
                <a:gd name="connsiteX243" fmla="*/ 2369204 w 2915191"/>
                <a:gd name="connsiteY243" fmla="*/ 209186 h 500885"/>
                <a:gd name="connsiteX244" fmla="*/ 2378948 w 2915191"/>
                <a:gd name="connsiteY244" fmla="*/ 179995 h 500885"/>
                <a:gd name="connsiteX245" fmla="*/ 2388692 w 2915191"/>
                <a:gd name="connsiteY245" fmla="*/ 166289 h 500885"/>
                <a:gd name="connsiteX246" fmla="*/ 2398450 w 2915191"/>
                <a:gd name="connsiteY246" fmla="*/ 157099 h 500885"/>
                <a:gd name="connsiteX247" fmla="*/ 2408194 w 2915191"/>
                <a:gd name="connsiteY247" fmla="*/ 123465 h 500885"/>
                <a:gd name="connsiteX248" fmla="*/ 2417953 w 2915191"/>
                <a:gd name="connsiteY248" fmla="*/ 154075 h 500885"/>
                <a:gd name="connsiteX249" fmla="*/ 2427697 w 2915191"/>
                <a:gd name="connsiteY249" fmla="*/ 133264 h 500885"/>
                <a:gd name="connsiteX250" fmla="*/ 2437441 w 2915191"/>
                <a:gd name="connsiteY250" fmla="*/ 144247 h 500885"/>
                <a:gd name="connsiteX251" fmla="*/ 2447200 w 2915191"/>
                <a:gd name="connsiteY251" fmla="*/ 144258 h 500885"/>
                <a:gd name="connsiteX252" fmla="*/ 2456944 w 2915191"/>
                <a:gd name="connsiteY252" fmla="*/ 138057 h 500885"/>
                <a:gd name="connsiteX253" fmla="*/ 2466703 w 2915191"/>
                <a:gd name="connsiteY253" fmla="*/ 113289 h 500885"/>
                <a:gd name="connsiteX254" fmla="*/ 2476446 w 2915191"/>
                <a:gd name="connsiteY254" fmla="*/ 114154 h 500885"/>
                <a:gd name="connsiteX255" fmla="*/ 2486190 w 2915191"/>
                <a:gd name="connsiteY255" fmla="*/ 116875 h 500885"/>
                <a:gd name="connsiteX256" fmla="*/ 2495949 w 2915191"/>
                <a:gd name="connsiteY256" fmla="*/ 103910 h 500885"/>
                <a:gd name="connsiteX257" fmla="*/ 2505693 w 2915191"/>
                <a:gd name="connsiteY257" fmla="*/ 102769 h 500885"/>
                <a:gd name="connsiteX258" fmla="*/ 2515452 w 2915191"/>
                <a:gd name="connsiteY258" fmla="*/ 109154 h 500885"/>
                <a:gd name="connsiteX259" fmla="*/ 2525196 w 2915191"/>
                <a:gd name="connsiteY259" fmla="*/ 89141 h 500885"/>
                <a:gd name="connsiteX260" fmla="*/ 2534940 w 2915191"/>
                <a:gd name="connsiteY260" fmla="*/ 75748 h 500885"/>
                <a:gd name="connsiteX261" fmla="*/ 2544699 w 2915191"/>
                <a:gd name="connsiteY261" fmla="*/ 35656 h 500885"/>
                <a:gd name="connsiteX262" fmla="*/ 2554443 w 2915191"/>
                <a:gd name="connsiteY262" fmla="*/ 19515 h 500885"/>
                <a:gd name="connsiteX263" fmla="*/ 2564202 w 2915191"/>
                <a:gd name="connsiteY263" fmla="*/ 20042 h 500885"/>
                <a:gd name="connsiteX264" fmla="*/ 2573946 w 2915191"/>
                <a:gd name="connsiteY264" fmla="*/ 6746 h 500885"/>
                <a:gd name="connsiteX265" fmla="*/ 2583690 w 2915191"/>
                <a:gd name="connsiteY265" fmla="*/ 44472 h 500885"/>
                <a:gd name="connsiteX266" fmla="*/ 2593448 w 2915191"/>
                <a:gd name="connsiteY266" fmla="*/ 34658 h 500885"/>
                <a:gd name="connsiteX267" fmla="*/ 2603192 w 2915191"/>
                <a:gd name="connsiteY267" fmla="*/ 26334 h 500885"/>
                <a:gd name="connsiteX268" fmla="*/ 2612951 w 2915191"/>
                <a:gd name="connsiteY268" fmla="*/ 60365 h 500885"/>
                <a:gd name="connsiteX269" fmla="*/ 2622695 w 2915191"/>
                <a:gd name="connsiteY269" fmla="*/ 36300 h 500885"/>
                <a:gd name="connsiteX270" fmla="*/ 2632439 w 2915191"/>
                <a:gd name="connsiteY270" fmla="*/ 40330 h 500885"/>
                <a:gd name="connsiteX271" fmla="*/ 2642198 w 2915191"/>
                <a:gd name="connsiteY271" fmla="*/ 58301 h 500885"/>
                <a:gd name="connsiteX272" fmla="*/ 2651942 w 2915191"/>
                <a:gd name="connsiteY272" fmla="*/ 42252 h 500885"/>
                <a:gd name="connsiteX273" fmla="*/ 2661685 w 2915191"/>
                <a:gd name="connsiteY273" fmla="*/ 19388 h 500885"/>
                <a:gd name="connsiteX274" fmla="*/ 2671444 w 2915191"/>
                <a:gd name="connsiteY274" fmla="*/ 8670 h 500885"/>
                <a:gd name="connsiteX275" fmla="*/ 2681188 w 2915191"/>
                <a:gd name="connsiteY275" fmla="*/ 6927 h 500885"/>
                <a:gd name="connsiteX276" fmla="*/ 2690947 w 2915191"/>
                <a:gd name="connsiteY276" fmla="*/ 4356 h 500885"/>
                <a:gd name="connsiteX277" fmla="*/ 2700691 w 2915191"/>
                <a:gd name="connsiteY277" fmla="*/ 44929 h 500885"/>
                <a:gd name="connsiteX278" fmla="*/ 2710435 w 2915191"/>
                <a:gd name="connsiteY278" fmla="*/ 28061 h 500885"/>
                <a:gd name="connsiteX279" fmla="*/ 2720194 w 2915191"/>
                <a:gd name="connsiteY279" fmla="*/ 38657 h 500885"/>
                <a:gd name="connsiteX280" fmla="*/ 2729938 w 2915191"/>
                <a:gd name="connsiteY280" fmla="*/ 0 h 500885"/>
                <a:gd name="connsiteX281" fmla="*/ 2739697 w 2915191"/>
                <a:gd name="connsiteY281" fmla="*/ 14394 h 500885"/>
                <a:gd name="connsiteX282" fmla="*/ 2749441 w 2915191"/>
                <a:gd name="connsiteY282" fmla="*/ 20169 h 500885"/>
                <a:gd name="connsiteX283" fmla="*/ 2759185 w 2915191"/>
                <a:gd name="connsiteY283" fmla="*/ 28517 h 500885"/>
                <a:gd name="connsiteX284" fmla="*/ 2768943 w 2915191"/>
                <a:gd name="connsiteY284" fmla="*/ 68054 h 500885"/>
                <a:gd name="connsiteX285" fmla="*/ 2778687 w 2915191"/>
                <a:gd name="connsiteY285" fmla="*/ 77189 h 500885"/>
                <a:gd name="connsiteX286" fmla="*/ 2788446 w 2915191"/>
                <a:gd name="connsiteY286" fmla="*/ 74771 h 500885"/>
                <a:gd name="connsiteX287" fmla="*/ 2798190 w 2915191"/>
                <a:gd name="connsiteY287" fmla="*/ 53121 h 500885"/>
                <a:gd name="connsiteX288" fmla="*/ 2807934 w 2915191"/>
                <a:gd name="connsiteY288" fmla="*/ 66107 h 500885"/>
                <a:gd name="connsiteX289" fmla="*/ 2817693 w 2915191"/>
                <a:gd name="connsiteY289" fmla="*/ 80478 h 500885"/>
                <a:gd name="connsiteX290" fmla="*/ 2827437 w 2915191"/>
                <a:gd name="connsiteY290" fmla="*/ 75009 h 500885"/>
                <a:gd name="connsiteX291" fmla="*/ 2837196 w 2915191"/>
                <a:gd name="connsiteY291" fmla="*/ 79675 h 500885"/>
                <a:gd name="connsiteX292" fmla="*/ 2846940 w 2915191"/>
                <a:gd name="connsiteY292" fmla="*/ 77311 h 500885"/>
                <a:gd name="connsiteX293" fmla="*/ 2856684 w 2915191"/>
                <a:gd name="connsiteY293" fmla="*/ 60862 h 500885"/>
                <a:gd name="connsiteX294" fmla="*/ 2866442 w 2915191"/>
                <a:gd name="connsiteY294" fmla="*/ 64633 h 500885"/>
                <a:gd name="connsiteX295" fmla="*/ 2876186 w 2915191"/>
                <a:gd name="connsiteY295" fmla="*/ 99205 h 500885"/>
                <a:gd name="connsiteX296" fmla="*/ 2885945 w 2915191"/>
                <a:gd name="connsiteY296" fmla="*/ 86809 h 500885"/>
                <a:gd name="connsiteX297" fmla="*/ 2895689 w 2915191"/>
                <a:gd name="connsiteY297" fmla="*/ 118770 h 500885"/>
                <a:gd name="connsiteX298" fmla="*/ 2905433 w 2915191"/>
                <a:gd name="connsiteY298" fmla="*/ 147004 h 500885"/>
                <a:gd name="connsiteX299" fmla="*/ 2915192 w 2915191"/>
                <a:gd name="connsiteY299" fmla="*/ 129195 h 500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00885">
                  <a:moveTo>
                    <a:pt x="0" y="97399"/>
                  </a:moveTo>
                  <a:lnTo>
                    <a:pt x="9750" y="109579"/>
                  </a:lnTo>
                  <a:lnTo>
                    <a:pt x="19500" y="112237"/>
                  </a:lnTo>
                  <a:lnTo>
                    <a:pt x="29250" y="108949"/>
                  </a:lnTo>
                  <a:lnTo>
                    <a:pt x="39000" y="114292"/>
                  </a:lnTo>
                  <a:lnTo>
                    <a:pt x="48749" y="91352"/>
                  </a:lnTo>
                  <a:lnTo>
                    <a:pt x="58499" y="73884"/>
                  </a:lnTo>
                  <a:lnTo>
                    <a:pt x="68249" y="101027"/>
                  </a:lnTo>
                  <a:lnTo>
                    <a:pt x="77998" y="107231"/>
                  </a:lnTo>
                  <a:lnTo>
                    <a:pt x="87748" y="60545"/>
                  </a:lnTo>
                  <a:lnTo>
                    <a:pt x="97497" y="57687"/>
                  </a:lnTo>
                  <a:lnTo>
                    <a:pt x="107247" y="22916"/>
                  </a:lnTo>
                  <a:lnTo>
                    <a:pt x="116997" y="50177"/>
                  </a:lnTo>
                  <a:lnTo>
                    <a:pt x="126747" y="48387"/>
                  </a:lnTo>
                  <a:lnTo>
                    <a:pt x="136497" y="59194"/>
                  </a:lnTo>
                  <a:lnTo>
                    <a:pt x="146247" y="92821"/>
                  </a:lnTo>
                  <a:lnTo>
                    <a:pt x="155997" y="113286"/>
                  </a:lnTo>
                  <a:lnTo>
                    <a:pt x="165747" y="93443"/>
                  </a:lnTo>
                  <a:lnTo>
                    <a:pt x="175497" y="97922"/>
                  </a:lnTo>
                  <a:lnTo>
                    <a:pt x="185247" y="62422"/>
                  </a:lnTo>
                  <a:lnTo>
                    <a:pt x="194996" y="68035"/>
                  </a:lnTo>
                  <a:lnTo>
                    <a:pt x="204746" y="87012"/>
                  </a:lnTo>
                  <a:lnTo>
                    <a:pt x="214495" y="88647"/>
                  </a:lnTo>
                  <a:lnTo>
                    <a:pt x="224245" y="95431"/>
                  </a:lnTo>
                  <a:lnTo>
                    <a:pt x="233995" y="77594"/>
                  </a:lnTo>
                  <a:lnTo>
                    <a:pt x="243744" y="59504"/>
                  </a:lnTo>
                  <a:lnTo>
                    <a:pt x="253494" y="83014"/>
                  </a:lnTo>
                  <a:lnTo>
                    <a:pt x="263244" y="74483"/>
                  </a:lnTo>
                  <a:lnTo>
                    <a:pt x="272994" y="72542"/>
                  </a:lnTo>
                  <a:lnTo>
                    <a:pt x="282744" y="91068"/>
                  </a:lnTo>
                  <a:lnTo>
                    <a:pt x="292494" y="114727"/>
                  </a:lnTo>
                  <a:lnTo>
                    <a:pt x="302244" y="97429"/>
                  </a:lnTo>
                  <a:lnTo>
                    <a:pt x="311994" y="119272"/>
                  </a:lnTo>
                  <a:lnTo>
                    <a:pt x="321744" y="114289"/>
                  </a:lnTo>
                  <a:lnTo>
                    <a:pt x="331493" y="125147"/>
                  </a:lnTo>
                  <a:lnTo>
                    <a:pt x="341243" y="76171"/>
                  </a:lnTo>
                  <a:lnTo>
                    <a:pt x="350993" y="36474"/>
                  </a:lnTo>
                  <a:lnTo>
                    <a:pt x="360742" y="9869"/>
                  </a:lnTo>
                  <a:lnTo>
                    <a:pt x="370492" y="34677"/>
                  </a:lnTo>
                  <a:lnTo>
                    <a:pt x="380241" y="41643"/>
                  </a:lnTo>
                  <a:lnTo>
                    <a:pt x="389991" y="35449"/>
                  </a:lnTo>
                  <a:lnTo>
                    <a:pt x="399741" y="56628"/>
                  </a:lnTo>
                  <a:lnTo>
                    <a:pt x="409491" y="34502"/>
                  </a:lnTo>
                  <a:lnTo>
                    <a:pt x="419241" y="39858"/>
                  </a:lnTo>
                  <a:lnTo>
                    <a:pt x="428991" y="8977"/>
                  </a:lnTo>
                  <a:lnTo>
                    <a:pt x="438741" y="3869"/>
                  </a:lnTo>
                  <a:lnTo>
                    <a:pt x="448491" y="19598"/>
                  </a:lnTo>
                  <a:lnTo>
                    <a:pt x="458241" y="2201"/>
                  </a:lnTo>
                  <a:lnTo>
                    <a:pt x="467991" y="23008"/>
                  </a:lnTo>
                  <a:lnTo>
                    <a:pt x="477740" y="29501"/>
                  </a:lnTo>
                  <a:lnTo>
                    <a:pt x="487490" y="839"/>
                  </a:lnTo>
                  <a:lnTo>
                    <a:pt x="497239" y="29378"/>
                  </a:lnTo>
                  <a:lnTo>
                    <a:pt x="506989" y="62324"/>
                  </a:lnTo>
                  <a:lnTo>
                    <a:pt x="516738" y="71377"/>
                  </a:lnTo>
                  <a:lnTo>
                    <a:pt x="526488" y="84899"/>
                  </a:lnTo>
                  <a:lnTo>
                    <a:pt x="536238" y="77050"/>
                  </a:lnTo>
                  <a:lnTo>
                    <a:pt x="545988" y="88287"/>
                  </a:lnTo>
                  <a:lnTo>
                    <a:pt x="555738" y="72805"/>
                  </a:lnTo>
                  <a:lnTo>
                    <a:pt x="565488" y="99373"/>
                  </a:lnTo>
                  <a:lnTo>
                    <a:pt x="575238" y="106023"/>
                  </a:lnTo>
                  <a:lnTo>
                    <a:pt x="584988" y="98554"/>
                  </a:lnTo>
                  <a:lnTo>
                    <a:pt x="594738" y="92237"/>
                  </a:lnTo>
                  <a:lnTo>
                    <a:pt x="604488" y="95057"/>
                  </a:lnTo>
                  <a:lnTo>
                    <a:pt x="614237" y="97880"/>
                  </a:lnTo>
                  <a:lnTo>
                    <a:pt x="623987" y="59366"/>
                  </a:lnTo>
                  <a:lnTo>
                    <a:pt x="633736" y="17284"/>
                  </a:lnTo>
                  <a:lnTo>
                    <a:pt x="643486" y="28021"/>
                  </a:lnTo>
                  <a:lnTo>
                    <a:pt x="653236" y="64721"/>
                  </a:lnTo>
                  <a:lnTo>
                    <a:pt x="662985" y="93726"/>
                  </a:lnTo>
                  <a:lnTo>
                    <a:pt x="672735" y="94494"/>
                  </a:lnTo>
                  <a:lnTo>
                    <a:pt x="682485" y="70211"/>
                  </a:lnTo>
                  <a:lnTo>
                    <a:pt x="692235" y="84094"/>
                  </a:lnTo>
                  <a:lnTo>
                    <a:pt x="701985" y="94328"/>
                  </a:lnTo>
                  <a:lnTo>
                    <a:pt x="711735" y="62956"/>
                  </a:lnTo>
                  <a:lnTo>
                    <a:pt x="721485" y="58125"/>
                  </a:lnTo>
                  <a:lnTo>
                    <a:pt x="731235" y="27778"/>
                  </a:lnTo>
                  <a:lnTo>
                    <a:pt x="740985" y="53437"/>
                  </a:lnTo>
                  <a:lnTo>
                    <a:pt x="750734" y="49235"/>
                  </a:lnTo>
                  <a:lnTo>
                    <a:pt x="760484" y="28584"/>
                  </a:lnTo>
                  <a:lnTo>
                    <a:pt x="770233" y="60572"/>
                  </a:lnTo>
                  <a:lnTo>
                    <a:pt x="779983" y="59866"/>
                  </a:lnTo>
                  <a:lnTo>
                    <a:pt x="789733" y="83549"/>
                  </a:lnTo>
                  <a:lnTo>
                    <a:pt x="799482" y="73710"/>
                  </a:lnTo>
                  <a:lnTo>
                    <a:pt x="809232" y="67494"/>
                  </a:lnTo>
                  <a:lnTo>
                    <a:pt x="818982" y="52129"/>
                  </a:lnTo>
                  <a:lnTo>
                    <a:pt x="828732" y="48140"/>
                  </a:lnTo>
                  <a:lnTo>
                    <a:pt x="838482" y="32428"/>
                  </a:lnTo>
                  <a:lnTo>
                    <a:pt x="848232" y="51772"/>
                  </a:lnTo>
                  <a:lnTo>
                    <a:pt x="857982" y="31687"/>
                  </a:lnTo>
                  <a:lnTo>
                    <a:pt x="867732" y="68918"/>
                  </a:lnTo>
                  <a:lnTo>
                    <a:pt x="877482" y="47616"/>
                  </a:lnTo>
                  <a:lnTo>
                    <a:pt x="887231" y="33801"/>
                  </a:lnTo>
                  <a:lnTo>
                    <a:pt x="896981" y="31604"/>
                  </a:lnTo>
                  <a:lnTo>
                    <a:pt x="906730" y="5002"/>
                  </a:lnTo>
                  <a:lnTo>
                    <a:pt x="916480" y="39715"/>
                  </a:lnTo>
                  <a:lnTo>
                    <a:pt x="926230" y="51740"/>
                  </a:lnTo>
                  <a:lnTo>
                    <a:pt x="935979" y="60837"/>
                  </a:lnTo>
                  <a:lnTo>
                    <a:pt x="945729" y="53539"/>
                  </a:lnTo>
                  <a:lnTo>
                    <a:pt x="955479" y="44104"/>
                  </a:lnTo>
                  <a:lnTo>
                    <a:pt x="965229" y="12792"/>
                  </a:lnTo>
                  <a:lnTo>
                    <a:pt x="974979" y="34339"/>
                  </a:lnTo>
                  <a:lnTo>
                    <a:pt x="984729" y="27694"/>
                  </a:lnTo>
                  <a:lnTo>
                    <a:pt x="994474" y="58803"/>
                  </a:lnTo>
                  <a:lnTo>
                    <a:pt x="1004233" y="87688"/>
                  </a:lnTo>
                  <a:lnTo>
                    <a:pt x="1013977" y="103271"/>
                  </a:lnTo>
                  <a:lnTo>
                    <a:pt x="1023721" y="118052"/>
                  </a:lnTo>
                  <a:lnTo>
                    <a:pt x="1033480" y="144025"/>
                  </a:lnTo>
                  <a:lnTo>
                    <a:pt x="1043224" y="173192"/>
                  </a:lnTo>
                  <a:lnTo>
                    <a:pt x="1052983" y="186342"/>
                  </a:lnTo>
                  <a:lnTo>
                    <a:pt x="1062727" y="164330"/>
                  </a:lnTo>
                  <a:lnTo>
                    <a:pt x="1072471" y="162907"/>
                  </a:lnTo>
                  <a:lnTo>
                    <a:pt x="1082230" y="133222"/>
                  </a:lnTo>
                  <a:lnTo>
                    <a:pt x="1091973" y="158854"/>
                  </a:lnTo>
                  <a:lnTo>
                    <a:pt x="1101732" y="148602"/>
                  </a:lnTo>
                  <a:lnTo>
                    <a:pt x="1111476" y="133352"/>
                  </a:lnTo>
                  <a:lnTo>
                    <a:pt x="1121220" y="164170"/>
                  </a:lnTo>
                  <a:lnTo>
                    <a:pt x="1130979" y="173008"/>
                  </a:lnTo>
                  <a:lnTo>
                    <a:pt x="1140723" y="188338"/>
                  </a:lnTo>
                  <a:lnTo>
                    <a:pt x="1150482" y="218935"/>
                  </a:lnTo>
                  <a:lnTo>
                    <a:pt x="1160226" y="220633"/>
                  </a:lnTo>
                  <a:lnTo>
                    <a:pt x="1169969" y="267225"/>
                  </a:lnTo>
                  <a:lnTo>
                    <a:pt x="1179728" y="275201"/>
                  </a:lnTo>
                  <a:lnTo>
                    <a:pt x="1189472" y="271129"/>
                  </a:lnTo>
                  <a:lnTo>
                    <a:pt x="1199231" y="297199"/>
                  </a:lnTo>
                  <a:lnTo>
                    <a:pt x="1208975" y="319126"/>
                  </a:lnTo>
                  <a:lnTo>
                    <a:pt x="1218719" y="354943"/>
                  </a:lnTo>
                  <a:lnTo>
                    <a:pt x="1228478" y="345762"/>
                  </a:lnTo>
                  <a:lnTo>
                    <a:pt x="1238222" y="361642"/>
                  </a:lnTo>
                  <a:lnTo>
                    <a:pt x="1247966" y="355302"/>
                  </a:lnTo>
                  <a:lnTo>
                    <a:pt x="1257725" y="354693"/>
                  </a:lnTo>
                  <a:lnTo>
                    <a:pt x="1267469" y="352774"/>
                  </a:lnTo>
                  <a:lnTo>
                    <a:pt x="1277227" y="374298"/>
                  </a:lnTo>
                  <a:lnTo>
                    <a:pt x="1286971" y="368310"/>
                  </a:lnTo>
                  <a:lnTo>
                    <a:pt x="1296715" y="408832"/>
                  </a:lnTo>
                  <a:lnTo>
                    <a:pt x="1306474" y="385426"/>
                  </a:lnTo>
                  <a:lnTo>
                    <a:pt x="1316218" y="393241"/>
                  </a:lnTo>
                  <a:lnTo>
                    <a:pt x="1325977" y="367641"/>
                  </a:lnTo>
                  <a:lnTo>
                    <a:pt x="1335721" y="376445"/>
                  </a:lnTo>
                  <a:lnTo>
                    <a:pt x="1345465" y="410449"/>
                  </a:lnTo>
                  <a:lnTo>
                    <a:pt x="1355224" y="424812"/>
                  </a:lnTo>
                  <a:lnTo>
                    <a:pt x="1364967" y="464815"/>
                  </a:lnTo>
                  <a:lnTo>
                    <a:pt x="1374726" y="461418"/>
                  </a:lnTo>
                  <a:lnTo>
                    <a:pt x="1384470" y="447324"/>
                  </a:lnTo>
                  <a:lnTo>
                    <a:pt x="1394214" y="470924"/>
                  </a:lnTo>
                  <a:lnTo>
                    <a:pt x="1403973" y="500886"/>
                  </a:lnTo>
                  <a:lnTo>
                    <a:pt x="1413717" y="473382"/>
                  </a:lnTo>
                  <a:lnTo>
                    <a:pt x="1423476" y="470149"/>
                  </a:lnTo>
                  <a:lnTo>
                    <a:pt x="1433220" y="429996"/>
                  </a:lnTo>
                  <a:lnTo>
                    <a:pt x="1442964" y="395721"/>
                  </a:lnTo>
                  <a:lnTo>
                    <a:pt x="1452722" y="386964"/>
                  </a:lnTo>
                  <a:lnTo>
                    <a:pt x="1462466" y="420130"/>
                  </a:lnTo>
                  <a:lnTo>
                    <a:pt x="1472225" y="455682"/>
                  </a:lnTo>
                  <a:lnTo>
                    <a:pt x="1481969" y="468764"/>
                  </a:lnTo>
                  <a:lnTo>
                    <a:pt x="1491713" y="426668"/>
                  </a:lnTo>
                  <a:lnTo>
                    <a:pt x="1501472" y="429326"/>
                  </a:lnTo>
                  <a:lnTo>
                    <a:pt x="1511216" y="418810"/>
                  </a:lnTo>
                  <a:lnTo>
                    <a:pt x="1520960" y="419961"/>
                  </a:lnTo>
                  <a:lnTo>
                    <a:pt x="1530719" y="426229"/>
                  </a:lnTo>
                  <a:lnTo>
                    <a:pt x="1540463" y="423213"/>
                  </a:lnTo>
                  <a:lnTo>
                    <a:pt x="1550221" y="424973"/>
                  </a:lnTo>
                  <a:lnTo>
                    <a:pt x="1559965" y="429877"/>
                  </a:lnTo>
                  <a:lnTo>
                    <a:pt x="1569709" y="414472"/>
                  </a:lnTo>
                  <a:lnTo>
                    <a:pt x="1579468" y="434287"/>
                  </a:lnTo>
                  <a:lnTo>
                    <a:pt x="1589212" y="422519"/>
                  </a:lnTo>
                  <a:lnTo>
                    <a:pt x="1598971" y="410144"/>
                  </a:lnTo>
                  <a:lnTo>
                    <a:pt x="1608715" y="379417"/>
                  </a:lnTo>
                  <a:lnTo>
                    <a:pt x="1618459" y="368322"/>
                  </a:lnTo>
                  <a:lnTo>
                    <a:pt x="1628218" y="373167"/>
                  </a:lnTo>
                  <a:lnTo>
                    <a:pt x="1637962" y="368699"/>
                  </a:lnTo>
                  <a:lnTo>
                    <a:pt x="1647720" y="343798"/>
                  </a:lnTo>
                  <a:lnTo>
                    <a:pt x="1657464" y="353566"/>
                  </a:lnTo>
                  <a:lnTo>
                    <a:pt x="1667208" y="362234"/>
                  </a:lnTo>
                  <a:lnTo>
                    <a:pt x="1676967" y="352872"/>
                  </a:lnTo>
                  <a:lnTo>
                    <a:pt x="1686711" y="373462"/>
                  </a:lnTo>
                  <a:lnTo>
                    <a:pt x="1696470" y="347632"/>
                  </a:lnTo>
                  <a:lnTo>
                    <a:pt x="1706214" y="320602"/>
                  </a:lnTo>
                  <a:lnTo>
                    <a:pt x="1715958" y="290645"/>
                  </a:lnTo>
                  <a:lnTo>
                    <a:pt x="1725716" y="310371"/>
                  </a:lnTo>
                  <a:lnTo>
                    <a:pt x="1735460" y="312332"/>
                  </a:lnTo>
                  <a:lnTo>
                    <a:pt x="1745219" y="345250"/>
                  </a:lnTo>
                  <a:lnTo>
                    <a:pt x="1754963" y="337971"/>
                  </a:lnTo>
                  <a:lnTo>
                    <a:pt x="1764707" y="344683"/>
                  </a:lnTo>
                  <a:lnTo>
                    <a:pt x="1774466" y="346179"/>
                  </a:lnTo>
                  <a:lnTo>
                    <a:pt x="1784210" y="329151"/>
                  </a:lnTo>
                  <a:lnTo>
                    <a:pt x="1793969" y="341443"/>
                  </a:lnTo>
                  <a:lnTo>
                    <a:pt x="1803713" y="341915"/>
                  </a:lnTo>
                  <a:lnTo>
                    <a:pt x="1813457" y="312409"/>
                  </a:lnTo>
                  <a:lnTo>
                    <a:pt x="1823215" y="261537"/>
                  </a:lnTo>
                  <a:lnTo>
                    <a:pt x="1832959" y="240267"/>
                  </a:lnTo>
                  <a:lnTo>
                    <a:pt x="1842703" y="216975"/>
                  </a:lnTo>
                  <a:lnTo>
                    <a:pt x="1852462" y="238352"/>
                  </a:lnTo>
                  <a:lnTo>
                    <a:pt x="1862206" y="265211"/>
                  </a:lnTo>
                  <a:lnTo>
                    <a:pt x="1871965" y="252852"/>
                  </a:lnTo>
                  <a:lnTo>
                    <a:pt x="1881709" y="245297"/>
                  </a:lnTo>
                  <a:lnTo>
                    <a:pt x="1891453" y="237166"/>
                  </a:lnTo>
                  <a:lnTo>
                    <a:pt x="1901212" y="247739"/>
                  </a:lnTo>
                  <a:lnTo>
                    <a:pt x="1910956" y="222816"/>
                  </a:lnTo>
                  <a:lnTo>
                    <a:pt x="1920714" y="209675"/>
                  </a:lnTo>
                  <a:lnTo>
                    <a:pt x="1930458" y="191063"/>
                  </a:lnTo>
                  <a:lnTo>
                    <a:pt x="1940202" y="187157"/>
                  </a:lnTo>
                  <a:lnTo>
                    <a:pt x="1949961" y="193162"/>
                  </a:lnTo>
                  <a:lnTo>
                    <a:pt x="1959705" y="167752"/>
                  </a:lnTo>
                  <a:lnTo>
                    <a:pt x="1969464" y="190999"/>
                  </a:lnTo>
                  <a:lnTo>
                    <a:pt x="1979208" y="170613"/>
                  </a:lnTo>
                  <a:lnTo>
                    <a:pt x="1988952" y="179337"/>
                  </a:lnTo>
                  <a:lnTo>
                    <a:pt x="1998711" y="208934"/>
                  </a:lnTo>
                  <a:lnTo>
                    <a:pt x="2008454" y="232244"/>
                  </a:lnTo>
                  <a:lnTo>
                    <a:pt x="2018213" y="261252"/>
                  </a:lnTo>
                  <a:lnTo>
                    <a:pt x="2027957" y="266461"/>
                  </a:lnTo>
                  <a:lnTo>
                    <a:pt x="2037701" y="254978"/>
                  </a:lnTo>
                  <a:lnTo>
                    <a:pt x="2047460" y="248254"/>
                  </a:lnTo>
                  <a:lnTo>
                    <a:pt x="2057204" y="248479"/>
                  </a:lnTo>
                  <a:lnTo>
                    <a:pt x="2066963" y="222090"/>
                  </a:lnTo>
                  <a:lnTo>
                    <a:pt x="2076707" y="215591"/>
                  </a:lnTo>
                  <a:lnTo>
                    <a:pt x="2086451" y="268216"/>
                  </a:lnTo>
                  <a:lnTo>
                    <a:pt x="2096210" y="255211"/>
                  </a:lnTo>
                  <a:lnTo>
                    <a:pt x="2105954" y="234227"/>
                  </a:lnTo>
                  <a:lnTo>
                    <a:pt x="2115697" y="217847"/>
                  </a:lnTo>
                  <a:lnTo>
                    <a:pt x="2125456" y="227148"/>
                  </a:lnTo>
                  <a:lnTo>
                    <a:pt x="2135200" y="243414"/>
                  </a:lnTo>
                  <a:lnTo>
                    <a:pt x="2144959" y="268420"/>
                  </a:lnTo>
                  <a:lnTo>
                    <a:pt x="2154703" y="241255"/>
                  </a:lnTo>
                  <a:lnTo>
                    <a:pt x="2164447" y="241806"/>
                  </a:lnTo>
                  <a:lnTo>
                    <a:pt x="2174206" y="236454"/>
                  </a:lnTo>
                  <a:lnTo>
                    <a:pt x="2183950" y="222780"/>
                  </a:lnTo>
                  <a:lnTo>
                    <a:pt x="2193709" y="240122"/>
                  </a:lnTo>
                  <a:lnTo>
                    <a:pt x="2203452" y="237099"/>
                  </a:lnTo>
                  <a:lnTo>
                    <a:pt x="2213196" y="241086"/>
                  </a:lnTo>
                  <a:lnTo>
                    <a:pt x="2222955" y="228302"/>
                  </a:lnTo>
                  <a:lnTo>
                    <a:pt x="2232699" y="171860"/>
                  </a:lnTo>
                  <a:lnTo>
                    <a:pt x="2242458" y="179369"/>
                  </a:lnTo>
                  <a:lnTo>
                    <a:pt x="2252202" y="182480"/>
                  </a:lnTo>
                  <a:lnTo>
                    <a:pt x="2261946" y="137598"/>
                  </a:lnTo>
                  <a:lnTo>
                    <a:pt x="2271705" y="129672"/>
                  </a:lnTo>
                  <a:lnTo>
                    <a:pt x="2281449" y="112961"/>
                  </a:lnTo>
                  <a:lnTo>
                    <a:pt x="2291208" y="137175"/>
                  </a:lnTo>
                  <a:lnTo>
                    <a:pt x="2300951" y="116793"/>
                  </a:lnTo>
                  <a:lnTo>
                    <a:pt x="2310695" y="167077"/>
                  </a:lnTo>
                  <a:lnTo>
                    <a:pt x="2320454" y="201802"/>
                  </a:lnTo>
                  <a:lnTo>
                    <a:pt x="2330198" y="218526"/>
                  </a:lnTo>
                  <a:lnTo>
                    <a:pt x="2339957" y="203215"/>
                  </a:lnTo>
                  <a:lnTo>
                    <a:pt x="2349701" y="219696"/>
                  </a:lnTo>
                  <a:lnTo>
                    <a:pt x="2359445" y="229139"/>
                  </a:lnTo>
                  <a:lnTo>
                    <a:pt x="2369204" y="209186"/>
                  </a:lnTo>
                  <a:lnTo>
                    <a:pt x="2378948" y="179995"/>
                  </a:lnTo>
                  <a:lnTo>
                    <a:pt x="2388692" y="166289"/>
                  </a:lnTo>
                  <a:lnTo>
                    <a:pt x="2398450" y="157099"/>
                  </a:lnTo>
                  <a:lnTo>
                    <a:pt x="2408194" y="123465"/>
                  </a:lnTo>
                  <a:lnTo>
                    <a:pt x="2417953" y="154075"/>
                  </a:lnTo>
                  <a:lnTo>
                    <a:pt x="2427697" y="133264"/>
                  </a:lnTo>
                  <a:lnTo>
                    <a:pt x="2437441" y="144247"/>
                  </a:lnTo>
                  <a:lnTo>
                    <a:pt x="2447200" y="144258"/>
                  </a:lnTo>
                  <a:lnTo>
                    <a:pt x="2456944" y="138057"/>
                  </a:lnTo>
                  <a:lnTo>
                    <a:pt x="2466703" y="113289"/>
                  </a:lnTo>
                  <a:lnTo>
                    <a:pt x="2476446" y="114154"/>
                  </a:lnTo>
                  <a:lnTo>
                    <a:pt x="2486190" y="116875"/>
                  </a:lnTo>
                  <a:lnTo>
                    <a:pt x="2495949" y="103910"/>
                  </a:lnTo>
                  <a:lnTo>
                    <a:pt x="2505693" y="102769"/>
                  </a:lnTo>
                  <a:lnTo>
                    <a:pt x="2515452" y="109154"/>
                  </a:lnTo>
                  <a:lnTo>
                    <a:pt x="2525196" y="89141"/>
                  </a:lnTo>
                  <a:lnTo>
                    <a:pt x="2534940" y="75748"/>
                  </a:lnTo>
                  <a:lnTo>
                    <a:pt x="2544699" y="35656"/>
                  </a:lnTo>
                  <a:lnTo>
                    <a:pt x="2554443" y="19515"/>
                  </a:lnTo>
                  <a:lnTo>
                    <a:pt x="2564202" y="20042"/>
                  </a:lnTo>
                  <a:lnTo>
                    <a:pt x="2573946" y="6746"/>
                  </a:lnTo>
                  <a:lnTo>
                    <a:pt x="2583690" y="44472"/>
                  </a:lnTo>
                  <a:lnTo>
                    <a:pt x="2593448" y="34658"/>
                  </a:lnTo>
                  <a:lnTo>
                    <a:pt x="2603192" y="26334"/>
                  </a:lnTo>
                  <a:lnTo>
                    <a:pt x="2612951" y="60365"/>
                  </a:lnTo>
                  <a:lnTo>
                    <a:pt x="2622695" y="36300"/>
                  </a:lnTo>
                  <a:lnTo>
                    <a:pt x="2632439" y="40330"/>
                  </a:lnTo>
                  <a:lnTo>
                    <a:pt x="2642198" y="58301"/>
                  </a:lnTo>
                  <a:lnTo>
                    <a:pt x="2651942" y="42252"/>
                  </a:lnTo>
                  <a:lnTo>
                    <a:pt x="2661685" y="19388"/>
                  </a:lnTo>
                  <a:lnTo>
                    <a:pt x="2671444" y="8670"/>
                  </a:lnTo>
                  <a:lnTo>
                    <a:pt x="2681188" y="6927"/>
                  </a:lnTo>
                  <a:lnTo>
                    <a:pt x="2690947" y="4356"/>
                  </a:lnTo>
                  <a:lnTo>
                    <a:pt x="2700691" y="44929"/>
                  </a:lnTo>
                  <a:lnTo>
                    <a:pt x="2710435" y="28061"/>
                  </a:lnTo>
                  <a:lnTo>
                    <a:pt x="2720194" y="38657"/>
                  </a:lnTo>
                  <a:lnTo>
                    <a:pt x="2729938" y="0"/>
                  </a:lnTo>
                  <a:lnTo>
                    <a:pt x="2739697" y="14394"/>
                  </a:lnTo>
                  <a:lnTo>
                    <a:pt x="2749441" y="20169"/>
                  </a:lnTo>
                  <a:lnTo>
                    <a:pt x="2759185" y="28517"/>
                  </a:lnTo>
                  <a:lnTo>
                    <a:pt x="2768943" y="68054"/>
                  </a:lnTo>
                  <a:lnTo>
                    <a:pt x="2778687" y="77189"/>
                  </a:lnTo>
                  <a:lnTo>
                    <a:pt x="2788446" y="74771"/>
                  </a:lnTo>
                  <a:lnTo>
                    <a:pt x="2798190" y="53121"/>
                  </a:lnTo>
                  <a:lnTo>
                    <a:pt x="2807934" y="66107"/>
                  </a:lnTo>
                  <a:lnTo>
                    <a:pt x="2817693" y="80478"/>
                  </a:lnTo>
                  <a:lnTo>
                    <a:pt x="2827437" y="75009"/>
                  </a:lnTo>
                  <a:lnTo>
                    <a:pt x="2837196" y="79675"/>
                  </a:lnTo>
                  <a:lnTo>
                    <a:pt x="2846940" y="77311"/>
                  </a:lnTo>
                  <a:lnTo>
                    <a:pt x="2856684" y="60862"/>
                  </a:lnTo>
                  <a:lnTo>
                    <a:pt x="2866442" y="64633"/>
                  </a:lnTo>
                  <a:lnTo>
                    <a:pt x="2876186" y="99205"/>
                  </a:lnTo>
                  <a:lnTo>
                    <a:pt x="2885945" y="86809"/>
                  </a:lnTo>
                  <a:lnTo>
                    <a:pt x="2895689" y="118770"/>
                  </a:lnTo>
                  <a:lnTo>
                    <a:pt x="2905433" y="147004"/>
                  </a:lnTo>
                  <a:lnTo>
                    <a:pt x="2915192" y="129195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7" name="Freeform 1246">
              <a:extLst>
                <a:ext uri="{FF2B5EF4-FFF2-40B4-BE49-F238E27FC236}">
                  <a16:creationId xmlns:a16="http://schemas.microsoft.com/office/drawing/2014/main" id="{221639A7-ECEE-2F1F-C000-42D2321CB84C}"/>
                </a:ext>
              </a:extLst>
            </p:cNvPr>
            <p:cNvSpPr/>
            <p:nvPr/>
          </p:nvSpPr>
          <p:spPr>
            <a:xfrm>
              <a:off x="4426652" y="3207601"/>
              <a:ext cx="2915191" cy="435957"/>
            </a:xfrm>
            <a:custGeom>
              <a:avLst/>
              <a:gdLst>
                <a:gd name="connsiteX0" fmla="*/ 0 w 2915191"/>
                <a:gd name="connsiteY0" fmla="*/ 86538 h 435957"/>
                <a:gd name="connsiteX1" fmla="*/ 9750 w 2915191"/>
                <a:gd name="connsiteY1" fmla="*/ 111696 h 435957"/>
                <a:gd name="connsiteX2" fmla="*/ 19500 w 2915191"/>
                <a:gd name="connsiteY2" fmla="*/ 107410 h 435957"/>
                <a:gd name="connsiteX3" fmla="*/ 29250 w 2915191"/>
                <a:gd name="connsiteY3" fmla="*/ 89071 h 435957"/>
                <a:gd name="connsiteX4" fmla="*/ 39000 w 2915191"/>
                <a:gd name="connsiteY4" fmla="*/ 80267 h 435957"/>
                <a:gd name="connsiteX5" fmla="*/ 48749 w 2915191"/>
                <a:gd name="connsiteY5" fmla="*/ 112742 h 435957"/>
                <a:gd name="connsiteX6" fmla="*/ 58499 w 2915191"/>
                <a:gd name="connsiteY6" fmla="*/ 117230 h 435957"/>
                <a:gd name="connsiteX7" fmla="*/ 68249 w 2915191"/>
                <a:gd name="connsiteY7" fmla="*/ 90738 h 435957"/>
                <a:gd name="connsiteX8" fmla="*/ 77998 w 2915191"/>
                <a:gd name="connsiteY8" fmla="*/ 34873 h 435957"/>
                <a:gd name="connsiteX9" fmla="*/ 87748 w 2915191"/>
                <a:gd name="connsiteY9" fmla="*/ 71320 h 435957"/>
                <a:gd name="connsiteX10" fmla="*/ 97497 w 2915191"/>
                <a:gd name="connsiteY10" fmla="*/ 49164 h 435957"/>
                <a:gd name="connsiteX11" fmla="*/ 107247 w 2915191"/>
                <a:gd name="connsiteY11" fmla="*/ 44350 h 435957"/>
                <a:gd name="connsiteX12" fmla="*/ 116997 w 2915191"/>
                <a:gd name="connsiteY12" fmla="*/ 79416 h 435957"/>
                <a:gd name="connsiteX13" fmla="*/ 126747 w 2915191"/>
                <a:gd name="connsiteY13" fmla="*/ 70223 h 435957"/>
                <a:gd name="connsiteX14" fmla="*/ 136497 w 2915191"/>
                <a:gd name="connsiteY14" fmla="*/ 74516 h 435957"/>
                <a:gd name="connsiteX15" fmla="*/ 146247 w 2915191"/>
                <a:gd name="connsiteY15" fmla="*/ 79097 h 435957"/>
                <a:gd name="connsiteX16" fmla="*/ 155997 w 2915191"/>
                <a:gd name="connsiteY16" fmla="*/ 65006 h 435957"/>
                <a:gd name="connsiteX17" fmla="*/ 165747 w 2915191"/>
                <a:gd name="connsiteY17" fmla="*/ 63850 h 435957"/>
                <a:gd name="connsiteX18" fmla="*/ 175497 w 2915191"/>
                <a:gd name="connsiteY18" fmla="*/ 58896 h 435957"/>
                <a:gd name="connsiteX19" fmla="*/ 185247 w 2915191"/>
                <a:gd name="connsiteY19" fmla="*/ 49228 h 435957"/>
                <a:gd name="connsiteX20" fmla="*/ 194996 w 2915191"/>
                <a:gd name="connsiteY20" fmla="*/ 68964 h 435957"/>
                <a:gd name="connsiteX21" fmla="*/ 204746 w 2915191"/>
                <a:gd name="connsiteY21" fmla="*/ 44987 h 435957"/>
                <a:gd name="connsiteX22" fmla="*/ 214495 w 2915191"/>
                <a:gd name="connsiteY22" fmla="*/ 42549 h 435957"/>
                <a:gd name="connsiteX23" fmla="*/ 224245 w 2915191"/>
                <a:gd name="connsiteY23" fmla="*/ 37520 h 435957"/>
                <a:gd name="connsiteX24" fmla="*/ 233995 w 2915191"/>
                <a:gd name="connsiteY24" fmla="*/ 68802 h 435957"/>
                <a:gd name="connsiteX25" fmla="*/ 243744 w 2915191"/>
                <a:gd name="connsiteY25" fmla="*/ 112748 h 435957"/>
                <a:gd name="connsiteX26" fmla="*/ 253494 w 2915191"/>
                <a:gd name="connsiteY26" fmla="*/ 139308 h 435957"/>
                <a:gd name="connsiteX27" fmla="*/ 263244 w 2915191"/>
                <a:gd name="connsiteY27" fmla="*/ 176292 h 435957"/>
                <a:gd name="connsiteX28" fmla="*/ 272994 w 2915191"/>
                <a:gd name="connsiteY28" fmla="*/ 179554 h 435957"/>
                <a:gd name="connsiteX29" fmla="*/ 282744 w 2915191"/>
                <a:gd name="connsiteY29" fmla="*/ 233522 h 435957"/>
                <a:gd name="connsiteX30" fmla="*/ 292494 w 2915191"/>
                <a:gd name="connsiteY30" fmla="*/ 226544 h 435957"/>
                <a:gd name="connsiteX31" fmla="*/ 302244 w 2915191"/>
                <a:gd name="connsiteY31" fmla="*/ 213610 h 435957"/>
                <a:gd name="connsiteX32" fmla="*/ 311994 w 2915191"/>
                <a:gd name="connsiteY32" fmla="*/ 210447 h 435957"/>
                <a:gd name="connsiteX33" fmla="*/ 321744 w 2915191"/>
                <a:gd name="connsiteY33" fmla="*/ 185792 h 435957"/>
                <a:gd name="connsiteX34" fmla="*/ 331493 w 2915191"/>
                <a:gd name="connsiteY34" fmla="*/ 184725 h 435957"/>
                <a:gd name="connsiteX35" fmla="*/ 341243 w 2915191"/>
                <a:gd name="connsiteY35" fmla="*/ 183947 h 435957"/>
                <a:gd name="connsiteX36" fmla="*/ 350993 w 2915191"/>
                <a:gd name="connsiteY36" fmla="*/ 195040 h 435957"/>
                <a:gd name="connsiteX37" fmla="*/ 360742 w 2915191"/>
                <a:gd name="connsiteY37" fmla="*/ 167041 h 435957"/>
                <a:gd name="connsiteX38" fmla="*/ 370492 w 2915191"/>
                <a:gd name="connsiteY38" fmla="*/ 179805 h 435957"/>
                <a:gd name="connsiteX39" fmla="*/ 380241 w 2915191"/>
                <a:gd name="connsiteY39" fmla="*/ 170257 h 435957"/>
                <a:gd name="connsiteX40" fmla="*/ 389991 w 2915191"/>
                <a:gd name="connsiteY40" fmla="*/ 202321 h 435957"/>
                <a:gd name="connsiteX41" fmla="*/ 399741 w 2915191"/>
                <a:gd name="connsiteY41" fmla="*/ 244404 h 435957"/>
                <a:gd name="connsiteX42" fmla="*/ 409491 w 2915191"/>
                <a:gd name="connsiteY42" fmla="*/ 239129 h 435957"/>
                <a:gd name="connsiteX43" fmla="*/ 419241 w 2915191"/>
                <a:gd name="connsiteY43" fmla="*/ 225445 h 435957"/>
                <a:gd name="connsiteX44" fmla="*/ 428991 w 2915191"/>
                <a:gd name="connsiteY44" fmla="*/ 227411 h 435957"/>
                <a:gd name="connsiteX45" fmla="*/ 438741 w 2915191"/>
                <a:gd name="connsiteY45" fmla="*/ 218117 h 435957"/>
                <a:gd name="connsiteX46" fmla="*/ 448491 w 2915191"/>
                <a:gd name="connsiteY46" fmla="*/ 240985 h 435957"/>
                <a:gd name="connsiteX47" fmla="*/ 458241 w 2915191"/>
                <a:gd name="connsiteY47" fmla="*/ 230963 h 435957"/>
                <a:gd name="connsiteX48" fmla="*/ 467991 w 2915191"/>
                <a:gd name="connsiteY48" fmla="*/ 217294 h 435957"/>
                <a:gd name="connsiteX49" fmla="*/ 477740 w 2915191"/>
                <a:gd name="connsiteY49" fmla="*/ 232779 h 435957"/>
                <a:gd name="connsiteX50" fmla="*/ 487490 w 2915191"/>
                <a:gd name="connsiteY50" fmla="*/ 214049 h 435957"/>
                <a:gd name="connsiteX51" fmla="*/ 497239 w 2915191"/>
                <a:gd name="connsiteY51" fmla="*/ 209153 h 435957"/>
                <a:gd name="connsiteX52" fmla="*/ 506989 w 2915191"/>
                <a:gd name="connsiteY52" fmla="*/ 216472 h 435957"/>
                <a:gd name="connsiteX53" fmla="*/ 516738 w 2915191"/>
                <a:gd name="connsiteY53" fmla="*/ 192143 h 435957"/>
                <a:gd name="connsiteX54" fmla="*/ 526488 w 2915191"/>
                <a:gd name="connsiteY54" fmla="*/ 166995 h 435957"/>
                <a:gd name="connsiteX55" fmla="*/ 536238 w 2915191"/>
                <a:gd name="connsiteY55" fmla="*/ 127364 h 435957"/>
                <a:gd name="connsiteX56" fmla="*/ 545988 w 2915191"/>
                <a:gd name="connsiteY56" fmla="*/ 126413 h 435957"/>
                <a:gd name="connsiteX57" fmla="*/ 555738 w 2915191"/>
                <a:gd name="connsiteY57" fmla="*/ 93762 h 435957"/>
                <a:gd name="connsiteX58" fmla="*/ 565488 w 2915191"/>
                <a:gd name="connsiteY58" fmla="*/ 98122 h 435957"/>
                <a:gd name="connsiteX59" fmla="*/ 575238 w 2915191"/>
                <a:gd name="connsiteY59" fmla="*/ 90394 h 435957"/>
                <a:gd name="connsiteX60" fmla="*/ 584988 w 2915191"/>
                <a:gd name="connsiteY60" fmla="*/ 76198 h 435957"/>
                <a:gd name="connsiteX61" fmla="*/ 594738 w 2915191"/>
                <a:gd name="connsiteY61" fmla="*/ 87129 h 435957"/>
                <a:gd name="connsiteX62" fmla="*/ 604488 w 2915191"/>
                <a:gd name="connsiteY62" fmla="*/ 73829 h 435957"/>
                <a:gd name="connsiteX63" fmla="*/ 614237 w 2915191"/>
                <a:gd name="connsiteY63" fmla="*/ 46898 h 435957"/>
                <a:gd name="connsiteX64" fmla="*/ 623987 w 2915191"/>
                <a:gd name="connsiteY64" fmla="*/ 28524 h 435957"/>
                <a:gd name="connsiteX65" fmla="*/ 633736 w 2915191"/>
                <a:gd name="connsiteY65" fmla="*/ 1199 h 435957"/>
                <a:gd name="connsiteX66" fmla="*/ 643486 w 2915191"/>
                <a:gd name="connsiteY66" fmla="*/ 0 h 435957"/>
                <a:gd name="connsiteX67" fmla="*/ 653236 w 2915191"/>
                <a:gd name="connsiteY67" fmla="*/ 9859 h 435957"/>
                <a:gd name="connsiteX68" fmla="*/ 662985 w 2915191"/>
                <a:gd name="connsiteY68" fmla="*/ 25716 h 435957"/>
                <a:gd name="connsiteX69" fmla="*/ 672735 w 2915191"/>
                <a:gd name="connsiteY69" fmla="*/ 53213 h 435957"/>
                <a:gd name="connsiteX70" fmla="*/ 682485 w 2915191"/>
                <a:gd name="connsiteY70" fmla="*/ 63423 h 435957"/>
                <a:gd name="connsiteX71" fmla="*/ 692235 w 2915191"/>
                <a:gd name="connsiteY71" fmla="*/ 88849 h 435957"/>
                <a:gd name="connsiteX72" fmla="*/ 701985 w 2915191"/>
                <a:gd name="connsiteY72" fmla="*/ 54486 h 435957"/>
                <a:gd name="connsiteX73" fmla="*/ 711735 w 2915191"/>
                <a:gd name="connsiteY73" fmla="*/ 63735 h 435957"/>
                <a:gd name="connsiteX74" fmla="*/ 721485 w 2915191"/>
                <a:gd name="connsiteY74" fmla="*/ 73911 h 435957"/>
                <a:gd name="connsiteX75" fmla="*/ 731235 w 2915191"/>
                <a:gd name="connsiteY75" fmla="*/ 79242 h 435957"/>
                <a:gd name="connsiteX76" fmla="*/ 740985 w 2915191"/>
                <a:gd name="connsiteY76" fmla="*/ 82485 h 435957"/>
                <a:gd name="connsiteX77" fmla="*/ 750734 w 2915191"/>
                <a:gd name="connsiteY77" fmla="*/ 69064 h 435957"/>
                <a:gd name="connsiteX78" fmla="*/ 760484 w 2915191"/>
                <a:gd name="connsiteY78" fmla="*/ 67978 h 435957"/>
                <a:gd name="connsiteX79" fmla="*/ 770233 w 2915191"/>
                <a:gd name="connsiteY79" fmla="*/ 84969 h 435957"/>
                <a:gd name="connsiteX80" fmla="*/ 779983 w 2915191"/>
                <a:gd name="connsiteY80" fmla="*/ 63520 h 435957"/>
                <a:gd name="connsiteX81" fmla="*/ 789733 w 2915191"/>
                <a:gd name="connsiteY81" fmla="*/ 62032 h 435957"/>
                <a:gd name="connsiteX82" fmla="*/ 799482 w 2915191"/>
                <a:gd name="connsiteY82" fmla="*/ 102344 h 435957"/>
                <a:gd name="connsiteX83" fmla="*/ 809232 w 2915191"/>
                <a:gd name="connsiteY83" fmla="*/ 76371 h 435957"/>
                <a:gd name="connsiteX84" fmla="*/ 818982 w 2915191"/>
                <a:gd name="connsiteY84" fmla="*/ 43423 h 435957"/>
                <a:gd name="connsiteX85" fmla="*/ 828732 w 2915191"/>
                <a:gd name="connsiteY85" fmla="*/ 59185 h 435957"/>
                <a:gd name="connsiteX86" fmla="*/ 838482 w 2915191"/>
                <a:gd name="connsiteY86" fmla="*/ 56375 h 435957"/>
                <a:gd name="connsiteX87" fmla="*/ 848232 w 2915191"/>
                <a:gd name="connsiteY87" fmla="*/ 24285 h 435957"/>
                <a:gd name="connsiteX88" fmla="*/ 857982 w 2915191"/>
                <a:gd name="connsiteY88" fmla="*/ 38328 h 435957"/>
                <a:gd name="connsiteX89" fmla="*/ 867732 w 2915191"/>
                <a:gd name="connsiteY89" fmla="*/ 84172 h 435957"/>
                <a:gd name="connsiteX90" fmla="*/ 877482 w 2915191"/>
                <a:gd name="connsiteY90" fmla="*/ 66399 h 435957"/>
                <a:gd name="connsiteX91" fmla="*/ 887231 w 2915191"/>
                <a:gd name="connsiteY91" fmla="*/ 76065 h 435957"/>
                <a:gd name="connsiteX92" fmla="*/ 896981 w 2915191"/>
                <a:gd name="connsiteY92" fmla="*/ 66557 h 435957"/>
                <a:gd name="connsiteX93" fmla="*/ 906730 w 2915191"/>
                <a:gd name="connsiteY93" fmla="*/ 119381 h 435957"/>
                <a:gd name="connsiteX94" fmla="*/ 916480 w 2915191"/>
                <a:gd name="connsiteY94" fmla="*/ 115284 h 435957"/>
                <a:gd name="connsiteX95" fmla="*/ 926230 w 2915191"/>
                <a:gd name="connsiteY95" fmla="*/ 100045 h 435957"/>
                <a:gd name="connsiteX96" fmla="*/ 935979 w 2915191"/>
                <a:gd name="connsiteY96" fmla="*/ 75645 h 435957"/>
                <a:gd name="connsiteX97" fmla="*/ 945729 w 2915191"/>
                <a:gd name="connsiteY97" fmla="*/ 85312 h 435957"/>
                <a:gd name="connsiteX98" fmla="*/ 955479 w 2915191"/>
                <a:gd name="connsiteY98" fmla="*/ 100108 h 435957"/>
                <a:gd name="connsiteX99" fmla="*/ 965229 w 2915191"/>
                <a:gd name="connsiteY99" fmla="*/ 131829 h 435957"/>
                <a:gd name="connsiteX100" fmla="*/ 974979 w 2915191"/>
                <a:gd name="connsiteY100" fmla="*/ 142698 h 435957"/>
                <a:gd name="connsiteX101" fmla="*/ 984729 w 2915191"/>
                <a:gd name="connsiteY101" fmla="*/ 145600 h 435957"/>
                <a:gd name="connsiteX102" fmla="*/ 994474 w 2915191"/>
                <a:gd name="connsiteY102" fmla="*/ 143632 h 435957"/>
                <a:gd name="connsiteX103" fmla="*/ 1004233 w 2915191"/>
                <a:gd name="connsiteY103" fmla="*/ 132588 h 435957"/>
                <a:gd name="connsiteX104" fmla="*/ 1013977 w 2915191"/>
                <a:gd name="connsiteY104" fmla="*/ 132860 h 435957"/>
                <a:gd name="connsiteX105" fmla="*/ 1023721 w 2915191"/>
                <a:gd name="connsiteY105" fmla="*/ 115122 h 435957"/>
                <a:gd name="connsiteX106" fmla="*/ 1033480 w 2915191"/>
                <a:gd name="connsiteY106" fmla="*/ 155678 h 435957"/>
                <a:gd name="connsiteX107" fmla="*/ 1043224 w 2915191"/>
                <a:gd name="connsiteY107" fmla="*/ 176991 h 435957"/>
                <a:gd name="connsiteX108" fmla="*/ 1052983 w 2915191"/>
                <a:gd name="connsiteY108" fmla="*/ 157080 h 435957"/>
                <a:gd name="connsiteX109" fmla="*/ 1062727 w 2915191"/>
                <a:gd name="connsiteY109" fmla="*/ 161953 h 435957"/>
                <a:gd name="connsiteX110" fmla="*/ 1072471 w 2915191"/>
                <a:gd name="connsiteY110" fmla="*/ 185434 h 435957"/>
                <a:gd name="connsiteX111" fmla="*/ 1082230 w 2915191"/>
                <a:gd name="connsiteY111" fmla="*/ 194889 h 435957"/>
                <a:gd name="connsiteX112" fmla="*/ 1091973 w 2915191"/>
                <a:gd name="connsiteY112" fmla="*/ 192240 h 435957"/>
                <a:gd name="connsiteX113" fmla="*/ 1101732 w 2915191"/>
                <a:gd name="connsiteY113" fmla="*/ 242482 h 435957"/>
                <a:gd name="connsiteX114" fmla="*/ 1111476 w 2915191"/>
                <a:gd name="connsiteY114" fmla="*/ 250897 h 435957"/>
                <a:gd name="connsiteX115" fmla="*/ 1121220 w 2915191"/>
                <a:gd name="connsiteY115" fmla="*/ 275807 h 435957"/>
                <a:gd name="connsiteX116" fmla="*/ 1130979 w 2915191"/>
                <a:gd name="connsiteY116" fmla="*/ 285664 h 435957"/>
                <a:gd name="connsiteX117" fmla="*/ 1140723 w 2915191"/>
                <a:gd name="connsiteY117" fmla="*/ 282564 h 435957"/>
                <a:gd name="connsiteX118" fmla="*/ 1150482 w 2915191"/>
                <a:gd name="connsiteY118" fmla="*/ 310182 h 435957"/>
                <a:gd name="connsiteX119" fmla="*/ 1160226 w 2915191"/>
                <a:gd name="connsiteY119" fmla="*/ 311998 h 435957"/>
                <a:gd name="connsiteX120" fmla="*/ 1169969 w 2915191"/>
                <a:gd name="connsiteY120" fmla="*/ 312633 h 435957"/>
                <a:gd name="connsiteX121" fmla="*/ 1179728 w 2915191"/>
                <a:gd name="connsiteY121" fmla="*/ 323868 h 435957"/>
                <a:gd name="connsiteX122" fmla="*/ 1189472 w 2915191"/>
                <a:gd name="connsiteY122" fmla="*/ 338015 h 435957"/>
                <a:gd name="connsiteX123" fmla="*/ 1199231 w 2915191"/>
                <a:gd name="connsiteY123" fmla="*/ 315379 h 435957"/>
                <a:gd name="connsiteX124" fmla="*/ 1208975 w 2915191"/>
                <a:gd name="connsiteY124" fmla="*/ 338626 h 435957"/>
                <a:gd name="connsiteX125" fmla="*/ 1218719 w 2915191"/>
                <a:gd name="connsiteY125" fmla="*/ 332632 h 435957"/>
                <a:gd name="connsiteX126" fmla="*/ 1228478 w 2915191"/>
                <a:gd name="connsiteY126" fmla="*/ 266909 h 435957"/>
                <a:gd name="connsiteX127" fmla="*/ 1238222 w 2915191"/>
                <a:gd name="connsiteY127" fmla="*/ 249831 h 435957"/>
                <a:gd name="connsiteX128" fmla="*/ 1247966 w 2915191"/>
                <a:gd name="connsiteY128" fmla="*/ 287677 h 435957"/>
                <a:gd name="connsiteX129" fmla="*/ 1257725 w 2915191"/>
                <a:gd name="connsiteY129" fmla="*/ 259820 h 435957"/>
                <a:gd name="connsiteX130" fmla="*/ 1267469 w 2915191"/>
                <a:gd name="connsiteY130" fmla="*/ 271440 h 435957"/>
                <a:gd name="connsiteX131" fmla="*/ 1277227 w 2915191"/>
                <a:gd name="connsiteY131" fmla="*/ 291397 h 435957"/>
                <a:gd name="connsiteX132" fmla="*/ 1286971 w 2915191"/>
                <a:gd name="connsiteY132" fmla="*/ 274378 h 435957"/>
                <a:gd name="connsiteX133" fmla="*/ 1296715 w 2915191"/>
                <a:gd name="connsiteY133" fmla="*/ 261292 h 435957"/>
                <a:gd name="connsiteX134" fmla="*/ 1306474 w 2915191"/>
                <a:gd name="connsiteY134" fmla="*/ 286791 h 435957"/>
                <a:gd name="connsiteX135" fmla="*/ 1316218 w 2915191"/>
                <a:gd name="connsiteY135" fmla="*/ 292479 h 435957"/>
                <a:gd name="connsiteX136" fmla="*/ 1325977 w 2915191"/>
                <a:gd name="connsiteY136" fmla="*/ 300679 h 435957"/>
                <a:gd name="connsiteX137" fmla="*/ 1335721 w 2915191"/>
                <a:gd name="connsiteY137" fmla="*/ 326636 h 435957"/>
                <a:gd name="connsiteX138" fmla="*/ 1345465 w 2915191"/>
                <a:gd name="connsiteY138" fmla="*/ 327006 h 435957"/>
                <a:gd name="connsiteX139" fmla="*/ 1355224 w 2915191"/>
                <a:gd name="connsiteY139" fmla="*/ 322128 h 435957"/>
                <a:gd name="connsiteX140" fmla="*/ 1364967 w 2915191"/>
                <a:gd name="connsiteY140" fmla="*/ 336598 h 435957"/>
                <a:gd name="connsiteX141" fmla="*/ 1374726 w 2915191"/>
                <a:gd name="connsiteY141" fmla="*/ 321837 h 435957"/>
                <a:gd name="connsiteX142" fmla="*/ 1384470 w 2915191"/>
                <a:gd name="connsiteY142" fmla="*/ 299483 h 435957"/>
                <a:gd name="connsiteX143" fmla="*/ 1394214 w 2915191"/>
                <a:gd name="connsiteY143" fmla="*/ 287923 h 435957"/>
                <a:gd name="connsiteX144" fmla="*/ 1403973 w 2915191"/>
                <a:gd name="connsiteY144" fmla="*/ 288492 h 435957"/>
                <a:gd name="connsiteX145" fmla="*/ 1413717 w 2915191"/>
                <a:gd name="connsiteY145" fmla="*/ 261155 h 435957"/>
                <a:gd name="connsiteX146" fmla="*/ 1423476 w 2915191"/>
                <a:gd name="connsiteY146" fmla="*/ 268988 h 435957"/>
                <a:gd name="connsiteX147" fmla="*/ 1433220 w 2915191"/>
                <a:gd name="connsiteY147" fmla="*/ 255018 h 435957"/>
                <a:gd name="connsiteX148" fmla="*/ 1442964 w 2915191"/>
                <a:gd name="connsiteY148" fmla="*/ 289262 h 435957"/>
                <a:gd name="connsiteX149" fmla="*/ 1452722 w 2915191"/>
                <a:gd name="connsiteY149" fmla="*/ 288502 h 435957"/>
                <a:gd name="connsiteX150" fmla="*/ 1462466 w 2915191"/>
                <a:gd name="connsiteY150" fmla="*/ 290847 h 435957"/>
                <a:gd name="connsiteX151" fmla="*/ 1472225 w 2915191"/>
                <a:gd name="connsiteY151" fmla="*/ 300468 h 435957"/>
                <a:gd name="connsiteX152" fmla="*/ 1481969 w 2915191"/>
                <a:gd name="connsiteY152" fmla="*/ 318160 h 435957"/>
                <a:gd name="connsiteX153" fmla="*/ 1491713 w 2915191"/>
                <a:gd name="connsiteY153" fmla="*/ 322259 h 435957"/>
                <a:gd name="connsiteX154" fmla="*/ 1501472 w 2915191"/>
                <a:gd name="connsiteY154" fmla="*/ 340486 h 435957"/>
                <a:gd name="connsiteX155" fmla="*/ 1511216 w 2915191"/>
                <a:gd name="connsiteY155" fmla="*/ 324130 h 435957"/>
                <a:gd name="connsiteX156" fmla="*/ 1520960 w 2915191"/>
                <a:gd name="connsiteY156" fmla="*/ 328633 h 435957"/>
                <a:gd name="connsiteX157" fmla="*/ 1530719 w 2915191"/>
                <a:gd name="connsiteY157" fmla="*/ 329367 h 435957"/>
                <a:gd name="connsiteX158" fmla="*/ 1540463 w 2915191"/>
                <a:gd name="connsiteY158" fmla="*/ 355298 h 435957"/>
                <a:gd name="connsiteX159" fmla="*/ 1550221 w 2915191"/>
                <a:gd name="connsiteY159" fmla="*/ 368193 h 435957"/>
                <a:gd name="connsiteX160" fmla="*/ 1559965 w 2915191"/>
                <a:gd name="connsiteY160" fmla="*/ 370751 h 435957"/>
                <a:gd name="connsiteX161" fmla="*/ 1569709 w 2915191"/>
                <a:gd name="connsiteY161" fmla="*/ 361430 h 435957"/>
                <a:gd name="connsiteX162" fmla="*/ 1579468 w 2915191"/>
                <a:gd name="connsiteY162" fmla="*/ 338728 h 435957"/>
                <a:gd name="connsiteX163" fmla="*/ 1589212 w 2915191"/>
                <a:gd name="connsiteY163" fmla="*/ 362877 h 435957"/>
                <a:gd name="connsiteX164" fmla="*/ 1598971 w 2915191"/>
                <a:gd name="connsiteY164" fmla="*/ 312528 h 435957"/>
                <a:gd name="connsiteX165" fmla="*/ 1608715 w 2915191"/>
                <a:gd name="connsiteY165" fmla="*/ 308258 h 435957"/>
                <a:gd name="connsiteX166" fmla="*/ 1618459 w 2915191"/>
                <a:gd name="connsiteY166" fmla="*/ 308397 h 435957"/>
                <a:gd name="connsiteX167" fmla="*/ 1628218 w 2915191"/>
                <a:gd name="connsiteY167" fmla="*/ 288364 h 435957"/>
                <a:gd name="connsiteX168" fmla="*/ 1637962 w 2915191"/>
                <a:gd name="connsiteY168" fmla="*/ 348118 h 435957"/>
                <a:gd name="connsiteX169" fmla="*/ 1647720 w 2915191"/>
                <a:gd name="connsiteY169" fmla="*/ 357276 h 435957"/>
                <a:gd name="connsiteX170" fmla="*/ 1657464 w 2915191"/>
                <a:gd name="connsiteY170" fmla="*/ 340159 h 435957"/>
                <a:gd name="connsiteX171" fmla="*/ 1667208 w 2915191"/>
                <a:gd name="connsiteY171" fmla="*/ 324589 h 435957"/>
                <a:gd name="connsiteX172" fmla="*/ 1676967 w 2915191"/>
                <a:gd name="connsiteY172" fmla="*/ 335606 h 435957"/>
                <a:gd name="connsiteX173" fmla="*/ 1686711 w 2915191"/>
                <a:gd name="connsiteY173" fmla="*/ 334785 h 435957"/>
                <a:gd name="connsiteX174" fmla="*/ 1696470 w 2915191"/>
                <a:gd name="connsiteY174" fmla="*/ 342340 h 435957"/>
                <a:gd name="connsiteX175" fmla="*/ 1706214 w 2915191"/>
                <a:gd name="connsiteY175" fmla="*/ 366849 h 435957"/>
                <a:gd name="connsiteX176" fmla="*/ 1715958 w 2915191"/>
                <a:gd name="connsiteY176" fmla="*/ 350390 h 435957"/>
                <a:gd name="connsiteX177" fmla="*/ 1725716 w 2915191"/>
                <a:gd name="connsiteY177" fmla="*/ 328502 h 435957"/>
                <a:gd name="connsiteX178" fmla="*/ 1735460 w 2915191"/>
                <a:gd name="connsiteY178" fmla="*/ 327177 h 435957"/>
                <a:gd name="connsiteX179" fmla="*/ 1745219 w 2915191"/>
                <a:gd name="connsiteY179" fmla="*/ 327369 h 435957"/>
                <a:gd name="connsiteX180" fmla="*/ 1754963 w 2915191"/>
                <a:gd name="connsiteY180" fmla="*/ 343179 h 435957"/>
                <a:gd name="connsiteX181" fmla="*/ 1764707 w 2915191"/>
                <a:gd name="connsiteY181" fmla="*/ 363464 h 435957"/>
                <a:gd name="connsiteX182" fmla="*/ 1774466 w 2915191"/>
                <a:gd name="connsiteY182" fmla="*/ 396331 h 435957"/>
                <a:gd name="connsiteX183" fmla="*/ 1784210 w 2915191"/>
                <a:gd name="connsiteY183" fmla="*/ 398853 h 435957"/>
                <a:gd name="connsiteX184" fmla="*/ 1793969 w 2915191"/>
                <a:gd name="connsiteY184" fmla="*/ 390298 h 435957"/>
                <a:gd name="connsiteX185" fmla="*/ 1803713 w 2915191"/>
                <a:gd name="connsiteY185" fmla="*/ 367583 h 435957"/>
                <a:gd name="connsiteX186" fmla="*/ 1813457 w 2915191"/>
                <a:gd name="connsiteY186" fmla="*/ 376727 h 435957"/>
                <a:gd name="connsiteX187" fmla="*/ 1823215 w 2915191"/>
                <a:gd name="connsiteY187" fmla="*/ 414113 h 435957"/>
                <a:gd name="connsiteX188" fmla="*/ 1832959 w 2915191"/>
                <a:gd name="connsiteY188" fmla="*/ 414011 h 435957"/>
                <a:gd name="connsiteX189" fmla="*/ 1842703 w 2915191"/>
                <a:gd name="connsiteY189" fmla="*/ 435958 h 435957"/>
                <a:gd name="connsiteX190" fmla="*/ 1852462 w 2915191"/>
                <a:gd name="connsiteY190" fmla="*/ 375699 h 435957"/>
                <a:gd name="connsiteX191" fmla="*/ 1862206 w 2915191"/>
                <a:gd name="connsiteY191" fmla="*/ 381243 h 435957"/>
                <a:gd name="connsiteX192" fmla="*/ 1871965 w 2915191"/>
                <a:gd name="connsiteY192" fmla="*/ 401414 h 435957"/>
                <a:gd name="connsiteX193" fmla="*/ 1881709 w 2915191"/>
                <a:gd name="connsiteY193" fmla="*/ 404735 h 435957"/>
                <a:gd name="connsiteX194" fmla="*/ 1891453 w 2915191"/>
                <a:gd name="connsiteY194" fmla="*/ 403515 h 435957"/>
                <a:gd name="connsiteX195" fmla="*/ 1901212 w 2915191"/>
                <a:gd name="connsiteY195" fmla="*/ 397615 h 435957"/>
                <a:gd name="connsiteX196" fmla="*/ 1910956 w 2915191"/>
                <a:gd name="connsiteY196" fmla="*/ 406744 h 435957"/>
                <a:gd name="connsiteX197" fmla="*/ 1920714 w 2915191"/>
                <a:gd name="connsiteY197" fmla="*/ 411038 h 435957"/>
                <a:gd name="connsiteX198" fmla="*/ 1930458 w 2915191"/>
                <a:gd name="connsiteY198" fmla="*/ 391705 h 435957"/>
                <a:gd name="connsiteX199" fmla="*/ 1940202 w 2915191"/>
                <a:gd name="connsiteY199" fmla="*/ 372485 h 435957"/>
                <a:gd name="connsiteX200" fmla="*/ 1949961 w 2915191"/>
                <a:gd name="connsiteY200" fmla="*/ 382905 h 435957"/>
                <a:gd name="connsiteX201" fmla="*/ 1959705 w 2915191"/>
                <a:gd name="connsiteY201" fmla="*/ 382332 h 435957"/>
                <a:gd name="connsiteX202" fmla="*/ 1969464 w 2915191"/>
                <a:gd name="connsiteY202" fmla="*/ 376216 h 435957"/>
                <a:gd name="connsiteX203" fmla="*/ 1979208 w 2915191"/>
                <a:gd name="connsiteY203" fmla="*/ 368814 h 435957"/>
                <a:gd name="connsiteX204" fmla="*/ 1988952 w 2915191"/>
                <a:gd name="connsiteY204" fmla="*/ 374301 h 435957"/>
                <a:gd name="connsiteX205" fmla="*/ 1998711 w 2915191"/>
                <a:gd name="connsiteY205" fmla="*/ 344138 h 435957"/>
                <a:gd name="connsiteX206" fmla="*/ 2008454 w 2915191"/>
                <a:gd name="connsiteY206" fmla="*/ 349296 h 435957"/>
                <a:gd name="connsiteX207" fmla="*/ 2018213 w 2915191"/>
                <a:gd name="connsiteY207" fmla="*/ 360396 h 435957"/>
                <a:gd name="connsiteX208" fmla="*/ 2027957 w 2915191"/>
                <a:gd name="connsiteY208" fmla="*/ 366186 h 435957"/>
                <a:gd name="connsiteX209" fmla="*/ 2037701 w 2915191"/>
                <a:gd name="connsiteY209" fmla="*/ 362906 h 435957"/>
                <a:gd name="connsiteX210" fmla="*/ 2047460 w 2915191"/>
                <a:gd name="connsiteY210" fmla="*/ 397916 h 435957"/>
                <a:gd name="connsiteX211" fmla="*/ 2057204 w 2915191"/>
                <a:gd name="connsiteY211" fmla="*/ 402222 h 435957"/>
                <a:gd name="connsiteX212" fmla="*/ 2066963 w 2915191"/>
                <a:gd name="connsiteY212" fmla="*/ 368666 h 435957"/>
                <a:gd name="connsiteX213" fmla="*/ 2076707 w 2915191"/>
                <a:gd name="connsiteY213" fmla="*/ 375295 h 435957"/>
                <a:gd name="connsiteX214" fmla="*/ 2086451 w 2915191"/>
                <a:gd name="connsiteY214" fmla="*/ 390221 h 435957"/>
                <a:gd name="connsiteX215" fmla="*/ 2096210 w 2915191"/>
                <a:gd name="connsiteY215" fmla="*/ 361484 h 435957"/>
                <a:gd name="connsiteX216" fmla="*/ 2105954 w 2915191"/>
                <a:gd name="connsiteY216" fmla="*/ 354670 h 435957"/>
                <a:gd name="connsiteX217" fmla="*/ 2115697 w 2915191"/>
                <a:gd name="connsiteY217" fmla="*/ 319607 h 435957"/>
                <a:gd name="connsiteX218" fmla="*/ 2125456 w 2915191"/>
                <a:gd name="connsiteY218" fmla="*/ 322980 h 435957"/>
                <a:gd name="connsiteX219" fmla="*/ 2135200 w 2915191"/>
                <a:gd name="connsiteY219" fmla="*/ 301356 h 435957"/>
                <a:gd name="connsiteX220" fmla="*/ 2144959 w 2915191"/>
                <a:gd name="connsiteY220" fmla="*/ 293586 h 435957"/>
                <a:gd name="connsiteX221" fmla="*/ 2154703 w 2915191"/>
                <a:gd name="connsiteY221" fmla="*/ 279480 h 435957"/>
                <a:gd name="connsiteX222" fmla="*/ 2164447 w 2915191"/>
                <a:gd name="connsiteY222" fmla="*/ 287875 h 435957"/>
                <a:gd name="connsiteX223" fmla="*/ 2174206 w 2915191"/>
                <a:gd name="connsiteY223" fmla="*/ 285755 h 435957"/>
                <a:gd name="connsiteX224" fmla="*/ 2183950 w 2915191"/>
                <a:gd name="connsiteY224" fmla="*/ 270004 h 435957"/>
                <a:gd name="connsiteX225" fmla="*/ 2193709 w 2915191"/>
                <a:gd name="connsiteY225" fmla="*/ 246054 h 435957"/>
                <a:gd name="connsiteX226" fmla="*/ 2203452 w 2915191"/>
                <a:gd name="connsiteY226" fmla="*/ 257325 h 435957"/>
                <a:gd name="connsiteX227" fmla="*/ 2213196 w 2915191"/>
                <a:gd name="connsiteY227" fmla="*/ 230116 h 435957"/>
                <a:gd name="connsiteX228" fmla="*/ 2222955 w 2915191"/>
                <a:gd name="connsiteY228" fmla="*/ 228217 h 435957"/>
                <a:gd name="connsiteX229" fmla="*/ 2232699 w 2915191"/>
                <a:gd name="connsiteY229" fmla="*/ 229814 h 435957"/>
                <a:gd name="connsiteX230" fmla="*/ 2242458 w 2915191"/>
                <a:gd name="connsiteY230" fmla="*/ 216241 h 435957"/>
                <a:gd name="connsiteX231" fmla="*/ 2252202 w 2915191"/>
                <a:gd name="connsiteY231" fmla="*/ 207363 h 435957"/>
                <a:gd name="connsiteX232" fmla="*/ 2261946 w 2915191"/>
                <a:gd name="connsiteY232" fmla="*/ 192733 h 435957"/>
                <a:gd name="connsiteX233" fmla="*/ 2271705 w 2915191"/>
                <a:gd name="connsiteY233" fmla="*/ 182596 h 435957"/>
                <a:gd name="connsiteX234" fmla="*/ 2281449 w 2915191"/>
                <a:gd name="connsiteY234" fmla="*/ 174411 h 435957"/>
                <a:gd name="connsiteX235" fmla="*/ 2291208 w 2915191"/>
                <a:gd name="connsiteY235" fmla="*/ 201744 h 435957"/>
                <a:gd name="connsiteX236" fmla="*/ 2300951 w 2915191"/>
                <a:gd name="connsiteY236" fmla="*/ 182148 h 435957"/>
                <a:gd name="connsiteX237" fmla="*/ 2310695 w 2915191"/>
                <a:gd name="connsiteY237" fmla="*/ 155408 h 435957"/>
                <a:gd name="connsiteX238" fmla="*/ 2320454 w 2915191"/>
                <a:gd name="connsiteY238" fmla="*/ 151125 h 435957"/>
                <a:gd name="connsiteX239" fmla="*/ 2330198 w 2915191"/>
                <a:gd name="connsiteY239" fmla="*/ 152575 h 435957"/>
                <a:gd name="connsiteX240" fmla="*/ 2339957 w 2915191"/>
                <a:gd name="connsiteY240" fmla="*/ 118241 h 435957"/>
                <a:gd name="connsiteX241" fmla="*/ 2349701 w 2915191"/>
                <a:gd name="connsiteY241" fmla="*/ 117677 h 435957"/>
                <a:gd name="connsiteX242" fmla="*/ 2359445 w 2915191"/>
                <a:gd name="connsiteY242" fmla="*/ 148811 h 435957"/>
                <a:gd name="connsiteX243" fmla="*/ 2369204 w 2915191"/>
                <a:gd name="connsiteY243" fmla="*/ 119788 h 435957"/>
                <a:gd name="connsiteX244" fmla="*/ 2378948 w 2915191"/>
                <a:gd name="connsiteY244" fmla="*/ 142109 h 435957"/>
                <a:gd name="connsiteX245" fmla="*/ 2388692 w 2915191"/>
                <a:gd name="connsiteY245" fmla="*/ 140512 h 435957"/>
                <a:gd name="connsiteX246" fmla="*/ 2398450 w 2915191"/>
                <a:gd name="connsiteY246" fmla="*/ 145469 h 435957"/>
                <a:gd name="connsiteX247" fmla="*/ 2408194 w 2915191"/>
                <a:gd name="connsiteY247" fmla="*/ 188544 h 435957"/>
                <a:gd name="connsiteX248" fmla="*/ 2417953 w 2915191"/>
                <a:gd name="connsiteY248" fmla="*/ 159249 h 435957"/>
                <a:gd name="connsiteX249" fmla="*/ 2427697 w 2915191"/>
                <a:gd name="connsiteY249" fmla="*/ 141335 h 435957"/>
                <a:gd name="connsiteX250" fmla="*/ 2437441 w 2915191"/>
                <a:gd name="connsiteY250" fmla="*/ 132853 h 435957"/>
                <a:gd name="connsiteX251" fmla="*/ 2447200 w 2915191"/>
                <a:gd name="connsiteY251" fmla="*/ 127945 h 435957"/>
                <a:gd name="connsiteX252" fmla="*/ 2456944 w 2915191"/>
                <a:gd name="connsiteY252" fmla="*/ 136628 h 435957"/>
                <a:gd name="connsiteX253" fmla="*/ 2466703 w 2915191"/>
                <a:gd name="connsiteY253" fmla="*/ 123679 h 435957"/>
                <a:gd name="connsiteX254" fmla="*/ 2476446 w 2915191"/>
                <a:gd name="connsiteY254" fmla="*/ 111719 h 435957"/>
                <a:gd name="connsiteX255" fmla="*/ 2486190 w 2915191"/>
                <a:gd name="connsiteY255" fmla="*/ 115144 h 435957"/>
                <a:gd name="connsiteX256" fmla="*/ 2495949 w 2915191"/>
                <a:gd name="connsiteY256" fmla="*/ 95234 h 435957"/>
                <a:gd name="connsiteX257" fmla="*/ 2505693 w 2915191"/>
                <a:gd name="connsiteY257" fmla="*/ 96468 h 435957"/>
                <a:gd name="connsiteX258" fmla="*/ 2515452 w 2915191"/>
                <a:gd name="connsiteY258" fmla="*/ 109285 h 435957"/>
                <a:gd name="connsiteX259" fmla="*/ 2525196 w 2915191"/>
                <a:gd name="connsiteY259" fmla="*/ 112453 h 435957"/>
                <a:gd name="connsiteX260" fmla="*/ 2534940 w 2915191"/>
                <a:gd name="connsiteY260" fmla="*/ 143710 h 435957"/>
                <a:gd name="connsiteX261" fmla="*/ 2544699 w 2915191"/>
                <a:gd name="connsiteY261" fmla="*/ 114028 h 435957"/>
                <a:gd name="connsiteX262" fmla="*/ 2554443 w 2915191"/>
                <a:gd name="connsiteY262" fmla="*/ 90452 h 435957"/>
                <a:gd name="connsiteX263" fmla="*/ 2564202 w 2915191"/>
                <a:gd name="connsiteY263" fmla="*/ 90707 h 435957"/>
                <a:gd name="connsiteX264" fmla="*/ 2573946 w 2915191"/>
                <a:gd name="connsiteY264" fmla="*/ 51223 h 435957"/>
                <a:gd name="connsiteX265" fmla="*/ 2583690 w 2915191"/>
                <a:gd name="connsiteY265" fmla="*/ 57947 h 435957"/>
                <a:gd name="connsiteX266" fmla="*/ 2593448 w 2915191"/>
                <a:gd name="connsiteY266" fmla="*/ 87226 h 435957"/>
                <a:gd name="connsiteX267" fmla="*/ 2603192 w 2915191"/>
                <a:gd name="connsiteY267" fmla="*/ 97150 h 435957"/>
                <a:gd name="connsiteX268" fmla="*/ 2612951 w 2915191"/>
                <a:gd name="connsiteY268" fmla="*/ 96091 h 435957"/>
                <a:gd name="connsiteX269" fmla="*/ 2622695 w 2915191"/>
                <a:gd name="connsiteY269" fmla="*/ 115436 h 435957"/>
                <a:gd name="connsiteX270" fmla="*/ 2632439 w 2915191"/>
                <a:gd name="connsiteY270" fmla="*/ 113284 h 435957"/>
                <a:gd name="connsiteX271" fmla="*/ 2642198 w 2915191"/>
                <a:gd name="connsiteY271" fmla="*/ 96922 h 435957"/>
                <a:gd name="connsiteX272" fmla="*/ 2651942 w 2915191"/>
                <a:gd name="connsiteY272" fmla="*/ 110162 h 435957"/>
                <a:gd name="connsiteX273" fmla="*/ 2661685 w 2915191"/>
                <a:gd name="connsiteY273" fmla="*/ 151131 h 435957"/>
                <a:gd name="connsiteX274" fmla="*/ 2671444 w 2915191"/>
                <a:gd name="connsiteY274" fmla="*/ 127386 h 435957"/>
                <a:gd name="connsiteX275" fmla="*/ 2681188 w 2915191"/>
                <a:gd name="connsiteY275" fmla="*/ 143352 h 435957"/>
                <a:gd name="connsiteX276" fmla="*/ 2690947 w 2915191"/>
                <a:gd name="connsiteY276" fmla="*/ 116771 h 435957"/>
                <a:gd name="connsiteX277" fmla="*/ 2700691 w 2915191"/>
                <a:gd name="connsiteY277" fmla="*/ 122178 h 435957"/>
                <a:gd name="connsiteX278" fmla="*/ 2710435 w 2915191"/>
                <a:gd name="connsiteY278" fmla="*/ 100030 h 435957"/>
                <a:gd name="connsiteX279" fmla="*/ 2720194 w 2915191"/>
                <a:gd name="connsiteY279" fmla="*/ 113870 h 435957"/>
                <a:gd name="connsiteX280" fmla="*/ 2729938 w 2915191"/>
                <a:gd name="connsiteY280" fmla="*/ 134350 h 435957"/>
                <a:gd name="connsiteX281" fmla="*/ 2739697 w 2915191"/>
                <a:gd name="connsiteY281" fmla="*/ 119505 h 435957"/>
                <a:gd name="connsiteX282" fmla="*/ 2749441 w 2915191"/>
                <a:gd name="connsiteY282" fmla="*/ 103596 h 435957"/>
                <a:gd name="connsiteX283" fmla="*/ 2759185 w 2915191"/>
                <a:gd name="connsiteY283" fmla="*/ 130257 h 435957"/>
                <a:gd name="connsiteX284" fmla="*/ 2768943 w 2915191"/>
                <a:gd name="connsiteY284" fmla="*/ 114686 h 435957"/>
                <a:gd name="connsiteX285" fmla="*/ 2778687 w 2915191"/>
                <a:gd name="connsiteY285" fmla="*/ 97873 h 435957"/>
                <a:gd name="connsiteX286" fmla="*/ 2788446 w 2915191"/>
                <a:gd name="connsiteY286" fmla="*/ 103257 h 435957"/>
                <a:gd name="connsiteX287" fmla="*/ 2798190 w 2915191"/>
                <a:gd name="connsiteY287" fmla="*/ 108485 h 435957"/>
                <a:gd name="connsiteX288" fmla="*/ 2807934 w 2915191"/>
                <a:gd name="connsiteY288" fmla="*/ 102870 h 435957"/>
                <a:gd name="connsiteX289" fmla="*/ 2817693 w 2915191"/>
                <a:gd name="connsiteY289" fmla="*/ 98275 h 435957"/>
                <a:gd name="connsiteX290" fmla="*/ 2827437 w 2915191"/>
                <a:gd name="connsiteY290" fmla="*/ 134933 h 435957"/>
                <a:gd name="connsiteX291" fmla="*/ 2837196 w 2915191"/>
                <a:gd name="connsiteY291" fmla="*/ 133216 h 435957"/>
                <a:gd name="connsiteX292" fmla="*/ 2846940 w 2915191"/>
                <a:gd name="connsiteY292" fmla="*/ 157491 h 435957"/>
                <a:gd name="connsiteX293" fmla="*/ 2856684 w 2915191"/>
                <a:gd name="connsiteY293" fmla="*/ 155721 h 435957"/>
                <a:gd name="connsiteX294" fmla="*/ 2866442 w 2915191"/>
                <a:gd name="connsiteY294" fmla="*/ 164039 h 435957"/>
                <a:gd name="connsiteX295" fmla="*/ 2876186 w 2915191"/>
                <a:gd name="connsiteY295" fmla="*/ 161539 h 435957"/>
                <a:gd name="connsiteX296" fmla="*/ 2885945 w 2915191"/>
                <a:gd name="connsiteY296" fmla="*/ 189003 h 435957"/>
                <a:gd name="connsiteX297" fmla="*/ 2895689 w 2915191"/>
                <a:gd name="connsiteY297" fmla="*/ 197325 h 435957"/>
                <a:gd name="connsiteX298" fmla="*/ 2905433 w 2915191"/>
                <a:gd name="connsiteY298" fmla="*/ 207150 h 435957"/>
                <a:gd name="connsiteX299" fmla="*/ 2915192 w 2915191"/>
                <a:gd name="connsiteY299" fmla="*/ 221491 h 435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435957">
                  <a:moveTo>
                    <a:pt x="0" y="86538"/>
                  </a:moveTo>
                  <a:lnTo>
                    <a:pt x="9750" y="111696"/>
                  </a:lnTo>
                  <a:lnTo>
                    <a:pt x="19500" y="107410"/>
                  </a:lnTo>
                  <a:lnTo>
                    <a:pt x="29250" y="89071"/>
                  </a:lnTo>
                  <a:lnTo>
                    <a:pt x="39000" y="80267"/>
                  </a:lnTo>
                  <a:lnTo>
                    <a:pt x="48749" y="112742"/>
                  </a:lnTo>
                  <a:lnTo>
                    <a:pt x="58499" y="117230"/>
                  </a:lnTo>
                  <a:lnTo>
                    <a:pt x="68249" y="90738"/>
                  </a:lnTo>
                  <a:lnTo>
                    <a:pt x="77998" y="34873"/>
                  </a:lnTo>
                  <a:lnTo>
                    <a:pt x="87748" y="71320"/>
                  </a:lnTo>
                  <a:lnTo>
                    <a:pt x="97497" y="49164"/>
                  </a:lnTo>
                  <a:lnTo>
                    <a:pt x="107247" y="44350"/>
                  </a:lnTo>
                  <a:lnTo>
                    <a:pt x="116997" y="79416"/>
                  </a:lnTo>
                  <a:lnTo>
                    <a:pt x="126747" y="70223"/>
                  </a:lnTo>
                  <a:lnTo>
                    <a:pt x="136497" y="74516"/>
                  </a:lnTo>
                  <a:lnTo>
                    <a:pt x="146247" y="79097"/>
                  </a:lnTo>
                  <a:lnTo>
                    <a:pt x="155997" y="65006"/>
                  </a:lnTo>
                  <a:lnTo>
                    <a:pt x="165747" y="63850"/>
                  </a:lnTo>
                  <a:lnTo>
                    <a:pt x="175497" y="58896"/>
                  </a:lnTo>
                  <a:lnTo>
                    <a:pt x="185247" y="49228"/>
                  </a:lnTo>
                  <a:lnTo>
                    <a:pt x="194996" y="68964"/>
                  </a:lnTo>
                  <a:lnTo>
                    <a:pt x="204746" y="44987"/>
                  </a:lnTo>
                  <a:lnTo>
                    <a:pt x="214495" y="42549"/>
                  </a:lnTo>
                  <a:lnTo>
                    <a:pt x="224245" y="37520"/>
                  </a:lnTo>
                  <a:lnTo>
                    <a:pt x="233995" y="68802"/>
                  </a:lnTo>
                  <a:lnTo>
                    <a:pt x="243744" y="112748"/>
                  </a:lnTo>
                  <a:lnTo>
                    <a:pt x="253494" y="139308"/>
                  </a:lnTo>
                  <a:lnTo>
                    <a:pt x="263244" y="176292"/>
                  </a:lnTo>
                  <a:lnTo>
                    <a:pt x="272994" y="179554"/>
                  </a:lnTo>
                  <a:lnTo>
                    <a:pt x="282744" y="233522"/>
                  </a:lnTo>
                  <a:lnTo>
                    <a:pt x="292494" y="226544"/>
                  </a:lnTo>
                  <a:lnTo>
                    <a:pt x="302244" y="213610"/>
                  </a:lnTo>
                  <a:lnTo>
                    <a:pt x="311994" y="210447"/>
                  </a:lnTo>
                  <a:lnTo>
                    <a:pt x="321744" y="185792"/>
                  </a:lnTo>
                  <a:lnTo>
                    <a:pt x="331493" y="184725"/>
                  </a:lnTo>
                  <a:lnTo>
                    <a:pt x="341243" y="183947"/>
                  </a:lnTo>
                  <a:lnTo>
                    <a:pt x="350993" y="195040"/>
                  </a:lnTo>
                  <a:lnTo>
                    <a:pt x="360742" y="167041"/>
                  </a:lnTo>
                  <a:lnTo>
                    <a:pt x="370492" y="179805"/>
                  </a:lnTo>
                  <a:lnTo>
                    <a:pt x="380241" y="170257"/>
                  </a:lnTo>
                  <a:lnTo>
                    <a:pt x="389991" y="202321"/>
                  </a:lnTo>
                  <a:lnTo>
                    <a:pt x="399741" y="244404"/>
                  </a:lnTo>
                  <a:lnTo>
                    <a:pt x="409491" y="239129"/>
                  </a:lnTo>
                  <a:lnTo>
                    <a:pt x="419241" y="225445"/>
                  </a:lnTo>
                  <a:lnTo>
                    <a:pt x="428991" y="227411"/>
                  </a:lnTo>
                  <a:lnTo>
                    <a:pt x="438741" y="218117"/>
                  </a:lnTo>
                  <a:lnTo>
                    <a:pt x="448491" y="240985"/>
                  </a:lnTo>
                  <a:lnTo>
                    <a:pt x="458241" y="230963"/>
                  </a:lnTo>
                  <a:lnTo>
                    <a:pt x="467991" y="217294"/>
                  </a:lnTo>
                  <a:lnTo>
                    <a:pt x="477740" y="232779"/>
                  </a:lnTo>
                  <a:lnTo>
                    <a:pt x="487490" y="214049"/>
                  </a:lnTo>
                  <a:lnTo>
                    <a:pt x="497239" y="209153"/>
                  </a:lnTo>
                  <a:lnTo>
                    <a:pt x="506989" y="216472"/>
                  </a:lnTo>
                  <a:lnTo>
                    <a:pt x="516738" y="192143"/>
                  </a:lnTo>
                  <a:lnTo>
                    <a:pt x="526488" y="166995"/>
                  </a:lnTo>
                  <a:lnTo>
                    <a:pt x="536238" y="127364"/>
                  </a:lnTo>
                  <a:lnTo>
                    <a:pt x="545988" y="126413"/>
                  </a:lnTo>
                  <a:lnTo>
                    <a:pt x="555738" y="93762"/>
                  </a:lnTo>
                  <a:lnTo>
                    <a:pt x="565488" y="98122"/>
                  </a:lnTo>
                  <a:lnTo>
                    <a:pt x="575238" y="90394"/>
                  </a:lnTo>
                  <a:lnTo>
                    <a:pt x="584988" y="76198"/>
                  </a:lnTo>
                  <a:lnTo>
                    <a:pt x="594738" y="87129"/>
                  </a:lnTo>
                  <a:lnTo>
                    <a:pt x="604488" y="73829"/>
                  </a:lnTo>
                  <a:lnTo>
                    <a:pt x="614237" y="46898"/>
                  </a:lnTo>
                  <a:lnTo>
                    <a:pt x="623987" y="28524"/>
                  </a:lnTo>
                  <a:lnTo>
                    <a:pt x="633736" y="1199"/>
                  </a:lnTo>
                  <a:lnTo>
                    <a:pt x="643486" y="0"/>
                  </a:lnTo>
                  <a:lnTo>
                    <a:pt x="653236" y="9859"/>
                  </a:lnTo>
                  <a:lnTo>
                    <a:pt x="662985" y="25716"/>
                  </a:lnTo>
                  <a:lnTo>
                    <a:pt x="672735" y="53213"/>
                  </a:lnTo>
                  <a:lnTo>
                    <a:pt x="682485" y="63423"/>
                  </a:lnTo>
                  <a:lnTo>
                    <a:pt x="692235" y="88849"/>
                  </a:lnTo>
                  <a:lnTo>
                    <a:pt x="701985" y="54486"/>
                  </a:lnTo>
                  <a:lnTo>
                    <a:pt x="711735" y="63735"/>
                  </a:lnTo>
                  <a:lnTo>
                    <a:pt x="721485" y="73911"/>
                  </a:lnTo>
                  <a:lnTo>
                    <a:pt x="731235" y="79242"/>
                  </a:lnTo>
                  <a:lnTo>
                    <a:pt x="740985" y="82485"/>
                  </a:lnTo>
                  <a:lnTo>
                    <a:pt x="750734" y="69064"/>
                  </a:lnTo>
                  <a:lnTo>
                    <a:pt x="760484" y="67978"/>
                  </a:lnTo>
                  <a:lnTo>
                    <a:pt x="770233" y="84969"/>
                  </a:lnTo>
                  <a:lnTo>
                    <a:pt x="779983" y="63520"/>
                  </a:lnTo>
                  <a:lnTo>
                    <a:pt x="789733" y="62032"/>
                  </a:lnTo>
                  <a:lnTo>
                    <a:pt x="799482" y="102344"/>
                  </a:lnTo>
                  <a:lnTo>
                    <a:pt x="809232" y="76371"/>
                  </a:lnTo>
                  <a:lnTo>
                    <a:pt x="818982" y="43423"/>
                  </a:lnTo>
                  <a:lnTo>
                    <a:pt x="828732" y="59185"/>
                  </a:lnTo>
                  <a:lnTo>
                    <a:pt x="838482" y="56375"/>
                  </a:lnTo>
                  <a:lnTo>
                    <a:pt x="848232" y="24285"/>
                  </a:lnTo>
                  <a:lnTo>
                    <a:pt x="857982" y="38328"/>
                  </a:lnTo>
                  <a:lnTo>
                    <a:pt x="867732" y="84172"/>
                  </a:lnTo>
                  <a:lnTo>
                    <a:pt x="877482" y="66399"/>
                  </a:lnTo>
                  <a:lnTo>
                    <a:pt x="887231" y="76065"/>
                  </a:lnTo>
                  <a:lnTo>
                    <a:pt x="896981" y="66557"/>
                  </a:lnTo>
                  <a:lnTo>
                    <a:pt x="906730" y="119381"/>
                  </a:lnTo>
                  <a:lnTo>
                    <a:pt x="916480" y="115284"/>
                  </a:lnTo>
                  <a:lnTo>
                    <a:pt x="926230" y="100045"/>
                  </a:lnTo>
                  <a:lnTo>
                    <a:pt x="935979" y="75645"/>
                  </a:lnTo>
                  <a:lnTo>
                    <a:pt x="945729" y="85312"/>
                  </a:lnTo>
                  <a:lnTo>
                    <a:pt x="955479" y="100108"/>
                  </a:lnTo>
                  <a:lnTo>
                    <a:pt x="965229" y="131829"/>
                  </a:lnTo>
                  <a:lnTo>
                    <a:pt x="974979" y="142698"/>
                  </a:lnTo>
                  <a:lnTo>
                    <a:pt x="984729" y="145600"/>
                  </a:lnTo>
                  <a:lnTo>
                    <a:pt x="994474" y="143632"/>
                  </a:lnTo>
                  <a:lnTo>
                    <a:pt x="1004233" y="132588"/>
                  </a:lnTo>
                  <a:lnTo>
                    <a:pt x="1013977" y="132860"/>
                  </a:lnTo>
                  <a:lnTo>
                    <a:pt x="1023721" y="115122"/>
                  </a:lnTo>
                  <a:lnTo>
                    <a:pt x="1033480" y="155678"/>
                  </a:lnTo>
                  <a:lnTo>
                    <a:pt x="1043224" y="176991"/>
                  </a:lnTo>
                  <a:lnTo>
                    <a:pt x="1052983" y="157080"/>
                  </a:lnTo>
                  <a:lnTo>
                    <a:pt x="1062727" y="161953"/>
                  </a:lnTo>
                  <a:lnTo>
                    <a:pt x="1072471" y="185434"/>
                  </a:lnTo>
                  <a:lnTo>
                    <a:pt x="1082230" y="194889"/>
                  </a:lnTo>
                  <a:lnTo>
                    <a:pt x="1091973" y="192240"/>
                  </a:lnTo>
                  <a:lnTo>
                    <a:pt x="1101732" y="242482"/>
                  </a:lnTo>
                  <a:lnTo>
                    <a:pt x="1111476" y="250897"/>
                  </a:lnTo>
                  <a:lnTo>
                    <a:pt x="1121220" y="275807"/>
                  </a:lnTo>
                  <a:lnTo>
                    <a:pt x="1130979" y="285664"/>
                  </a:lnTo>
                  <a:lnTo>
                    <a:pt x="1140723" y="282564"/>
                  </a:lnTo>
                  <a:lnTo>
                    <a:pt x="1150482" y="310182"/>
                  </a:lnTo>
                  <a:lnTo>
                    <a:pt x="1160226" y="311998"/>
                  </a:lnTo>
                  <a:lnTo>
                    <a:pt x="1169969" y="312633"/>
                  </a:lnTo>
                  <a:lnTo>
                    <a:pt x="1179728" y="323868"/>
                  </a:lnTo>
                  <a:lnTo>
                    <a:pt x="1189472" y="338015"/>
                  </a:lnTo>
                  <a:lnTo>
                    <a:pt x="1199231" y="315379"/>
                  </a:lnTo>
                  <a:lnTo>
                    <a:pt x="1208975" y="338626"/>
                  </a:lnTo>
                  <a:lnTo>
                    <a:pt x="1218719" y="332632"/>
                  </a:lnTo>
                  <a:lnTo>
                    <a:pt x="1228478" y="266909"/>
                  </a:lnTo>
                  <a:lnTo>
                    <a:pt x="1238222" y="249831"/>
                  </a:lnTo>
                  <a:lnTo>
                    <a:pt x="1247966" y="287677"/>
                  </a:lnTo>
                  <a:lnTo>
                    <a:pt x="1257725" y="259820"/>
                  </a:lnTo>
                  <a:lnTo>
                    <a:pt x="1267469" y="271440"/>
                  </a:lnTo>
                  <a:lnTo>
                    <a:pt x="1277227" y="291397"/>
                  </a:lnTo>
                  <a:lnTo>
                    <a:pt x="1286971" y="274378"/>
                  </a:lnTo>
                  <a:lnTo>
                    <a:pt x="1296715" y="261292"/>
                  </a:lnTo>
                  <a:lnTo>
                    <a:pt x="1306474" y="286791"/>
                  </a:lnTo>
                  <a:lnTo>
                    <a:pt x="1316218" y="292479"/>
                  </a:lnTo>
                  <a:lnTo>
                    <a:pt x="1325977" y="300679"/>
                  </a:lnTo>
                  <a:lnTo>
                    <a:pt x="1335721" y="326636"/>
                  </a:lnTo>
                  <a:lnTo>
                    <a:pt x="1345465" y="327006"/>
                  </a:lnTo>
                  <a:lnTo>
                    <a:pt x="1355224" y="322128"/>
                  </a:lnTo>
                  <a:lnTo>
                    <a:pt x="1364967" y="336598"/>
                  </a:lnTo>
                  <a:lnTo>
                    <a:pt x="1374726" y="321837"/>
                  </a:lnTo>
                  <a:lnTo>
                    <a:pt x="1384470" y="299483"/>
                  </a:lnTo>
                  <a:lnTo>
                    <a:pt x="1394214" y="287923"/>
                  </a:lnTo>
                  <a:lnTo>
                    <a:pt x="1403973" y="288492"/>
                  </a:lnTo>
                  <a:lnTo>
                    <a:pt x="1413717" y="261155"/>
                  </a:lnTo>
                  <a:lnTo>
                    <a:pt x="1423476" y="268988"/>
                  </a:lnTo>
                  <a:lnTo>
                    <a:pt x="1433220" y="255018"/>
                  </a:lnTo>
                  <a:lnTo>
                    <a:pt x="1442964" y="289262"/>
                  </a:lnTo>
                  <a:lnTo>
                    <a:pt x="1452722" y="288502"/>
                  </a:lnTo>
                  <a:lnTo>
                    <a:pt x="1462466" y="290847"/>
                  </a:lnTo>
                  <a:lnTo>
                    <a:pt x="1472225" y="300468"/>
                  </a:lnTo>
                  <a:lnTo>
                    <a:pt x="1481969" y="318160"/>
                  </a:lnTo>
                  <a:lnTo>
                    <a:pt x="1491713" y="322259"/>
                  </a:lnTo>
                  <a:lnTo>
                    <a:pt x="1501472" y="340486"/>
                  </a:lnTo>
                  <a:lnTo>
                    <a:pt x="1511216" y="324130"/>
                  </a:lnTo>
                  <a:lnTo>
                    <a:pt x="1520960" y="328633"/>
                  </a:lnTo>
                  <a:lnTo>
                    <a:pt x="1530719" y="329367"/>
                  </a:lnTo>
                  <a:lnTo>
                    <a:pt x="1540463" y="355298"/>
                  </a:lnTo>
                  <a:lnTo>
                    <a:pt x="1550221" y="368193"/>
                  </a:lnTo>
                  <a:lnTo>
                    <a:pt x="1559965" y="370751"/>
                  </a:lnTo>
                  <a:lnTo>
                    <a:pt x="1569709" y="361430"/>
                  </a:lnTo>
                  <a:lnTo>
                    <a:pt x="1579468" y="338728"/>
                  </a:lnTo>
                  <a:lnTo>
                    <a:pt x="1589212" y="362877"/>
                  </a:lnTo>
                  <a:lnTo>
                    <a:pt x="1598971" y="312528"/>
                  </a:lnTo>
                  <a:lnTo>
                    <a:pt x="1608715" y="308258"/>
                  </a:lnTo>
                  <a:lnTo>
                    <a:pt x="1618459" y="308397"/>
                  </a:lnTo>
                  <a:lnTo>
                    <a:pt x="1628218" y="288364"/>
                  </a:lnTo>
                  <a:lnTo>
                    <a:pt x="1637962" y="348118"/>
                  </a:lnTo>
                  <a:lnTo>
                    <a:pt x="1647720" y="357276"/>
                  </a:lnTo>
                  <a:lnTo>
                    <a:pt x="1657464" y="340159"/>
                  </a:lnTo>
                  <a:lnTo>
                    <a:pt x="1667208" y="324589"/>
                  </a:lnTo>
                  <a:lnTo>
                    <a:pt x="1676967" y="335606"/>
                  </a:lnTo>
                  <a:lnTo>
                    <a:pt x="1686711" y="334785"/>
                  </a:lnTo>
                  <a:lnTo>
                    <a:pt x="1696470" y="342340"/>
                  </a:lnTo>
                  <a:lnTo>
                    <a:pt x="1706214" y="366849"/>
                  </a:lnTo>
                  <a:lnTo>
                    <a:pt x="1715958" y="350390"/>
                  </a:lnTo>
                  <a:lnTo>
                    <a:pt x="1725716" y="328502"/>
                  </a:lnTo>
                  <a:lnTo>
                    <a:pt x="1735460" y="327177"/>
                  </a:lnTo>
                  <a:lnTo>
                    <a:pt x="1745219" y="327369"/>
                  </a:lnTo>
                  <a:lnTo>
                    <a:pt x="1754963" y="343179"/>
                  </a:lnTo>
                  <a:lnTo>
                    <a:pt x="1764707" y="363464"/>
                  </a:lnTo>
                  <a:lnTo>
                    <a:pt x="1774466" y="396331"/>
                  </a:lnTo>
                  <a:lnTo>
                    <a:pt x="1784210" y="398853"/>
                  </a:lnTo>
                  <a:lnTo>
                    <a:pt x="1793969" y="390298"/>
                  </a:lnTo>
                  <a:lnTo>
                    <a:pt x="1803713" y="367583"/>
                  </a:lnTo>
                  <a:lnTo>
                    <a:pt x="1813457" y="376727"/>
                  </a:lnTo>
                  <a:lnTo>
                    <a:pt x="1823215" y="414113"/>
                  </a:lnTo>
                  <a:lnTo>
                    <a:pt x="1832959" y="414011"/>
                  </a:lnTo>
                  <a:lnTo>
                    <a:pt x="1842703" y="435958"/>
                  </a:lnTo>
                  <a:lnTo>
                    <a:pt x="1852462" y="375699"/>
                  </a:lnTo>
                  <a:lnTo>
                    <a:pt x="1862206" y="381243"/>
                  </a:lnTo>
                  <a:lnTo>
                    <a:pt x="1871965" y="401414"/>
                  </a:lnTo>
                  <a:lnTo>
                    <a:pt x="1881709" y="404735"/>
                  </a:lnTo>
                  <a:lnTo>
                    <a:pt x="1891453" y="403515"/>
                  </a:lnTo>
                  <a:lnTo>
                    <a:pt x="1901212" y="397615"/>
                  </a:lnTo>
                  <a:lnTo>
                    <a:pt x="1910956" y="406744"/>
                  </a:lnTo>
                  <a:lnTo>
                    <a:pt x="1920714" y="411038"/>
                  </a:lnTo>
                  <a:lnTo>
                    <a:pt x="1930458" y="391705"/>
                  </a:lnTo>
                  <a:lnTo>
                    <a:pt x="1940202" y="372485"/>
                  </a:lnTo>
                  <a:lnTo>
                    <a:pt x="1949961" y="382905"/>
                  </a:lnTo>
                  <a:lnTo>
                    <a:pt x="1959705" y="382332"/>
                  </a:lnTo>
                  <a:lnTo>
                    <a:pt x="1969464" y="376216"/>
                  </a:lnTo>
                  <a:lnTo>
                    <a:pt x="1979208" y="368814"/>
                  </a:lnTo>
                  <a:lnTo>
                    <a:pt x="1988952" y="374301"/>
                  </a:lnTo>
                  <a:lnTo>
                    <a:pt x="1998711" y="344138"/>
                  </a:lnTo>
                  <a:lnTo>
                    <a:pt x="2008454" y="349296"/>
                  </a:lnTo>
                  <a:lnTo>
                    <a:pt x="2018213" y="360396"/>
                  </a:lnTo>
                  <a:lnTo>
                    <a:pt x="2027957" y="366186"/>
                  </a:lnTo>
                  <a:lnTo>
                    <a:pt x="2037701" y="362906"/>
                  </a:lnTo>
                  <a:lnTo>
                    <a:pt x="2047460" y="397916"/>
                  </a:lnTo>
                  <a:lnTo>
                    <a:pt x="2057204" y="402222"/>
                  </a:lnTo>
                  <a:lnTo>
                    <a:pt x="2066963" y="368666"/>
                  </a:lnTo>
                  <a:lnTo>
                    <a:pt x="2076707" y="375295"/>
                  </a:lnTo>
                  <a:lnTo>
                    <a:pt x="2086451" y="390221"/>
                  </a:lnTo>
                  <a:lnTo>
                    <a:pt x="2096210" y="361484"/>
                  </a:lnTo>
                  <a:lnTo>
                    <a:pt x="2105954" y="354670"/>
                  </a:lnTo>
                  <a:lnTo>
                    <a:pt x="2115697" y="319607"/>
                  </a:lnTo>
                  <a:lnTo>
                    <a:pt x="2125456" y="322980"/>
                  </a:lnTo>
                  <a:lnTo>
                    <a:pt x="2135200" y="301356"/>
                  </a:lnTo>
                  <a:lnTo>
                    <a:pt x="2144959" y="293586"/>
                  </a:lnTo>
                  <a:lnTo>
                    <a:pt x="2154703" y="279480"/>
                  </a:lnTo>
                  <a:lnTo>
                    <a:pt x="2164447" y="287875"/>
                  </a:lnTo>
                  <a:lnTo>
                    <a:pt x="2174206" y="285755"/>
                  </a:lnTo>
                  <a:lnTo>
                    <a:pt x="2183950" y="270004"/>
                  </a:lnTo>
                  <a:lnTo>
                    <a:pt x="2193709" y="246054"/>
                  </a:lnTo>
                  <a:lnTo>
                    <a:pt x="2203452" y="257325"/>
                  </a:lnTo>
                  <a:lnTo>
                    <a:pt x="2213196" y="230116"/>
                  </a:lnTo>
                  <a:lnTo>
                    <a:pt x="2222955" y="228217"/>
                  </a:lnTo>
                  <a:lnTo>
                    <a:pt x="2232699" y="229814"/>
                  </a:lnTo>
                  <a:lnTo>
                    <a:pt x="2242458" y="216241"/>
                  </a:lnTo>
                  <a:lnTo>
                    <a:pt x="2252202" y="207363"/>
                  </a:lnTo>
                  <a:lnTo>
                    <a:pt x="2261946" y="192733"/>
                  </a:lnTo>
                  <a:lnTo>
                    <a:pt x="2271705" y="182596"/>
                  </a:lnTo>
                  <a:lnTo>
                    <a:pt x="2281449" y="174411"/>
                  </a:lnTo>
                  <a:lnTo>
                    <a:pt x="2291208" y="201744"/>
                  </a:lnTo>
                  <a:lnTo>
                    <a:pt x="2300951" y="182148"/>
                  </a:lnTo>
                  <a:lnTo>
                    <a:pt x="2310695" y="155408"/>
                  </a:lnTo>
                  <a:lnTo>
                    <a:pt x="2320454" y="151125"/>
                  </a:lnTo>
                  <a:lnTo>
                    <a:pt x="2330198" y="152575"/>
                  </a:lnTo>
                  <a:lnTo>
                    <a:pt x="2339957" y="118241"/>
                  </a:lnTo>
                  <a:lnTo>
                    <a:pt x="2349701" y="117677"/>
                  </a:lnTo>
                  <a:lnTo>
                    <a:pt x="2359445" y="148811"/>
                  </a:lnTo>
                  <a:lnTo>
                    <a:pt x="2369204" y="119788"/>
                  </a:lnTo>
                  <a:lnTo>
                    <a:pt x="2378948" y="142109"/>
                  </a:lnTo>
                  <a:lnTo>
                    <a:pt x="2388692" y="140512"/>
                  </a:lnTo>
                  <a:lnTo>
                    <a:pt x="2398450" y="145469"/>
                  </a:lnTo>
                  <a:lnTo>
                    <a:pt x="2408194" y="188544"/>
                  </a:lnTo>
                  <a:lnTo>
                    <a:pt x="2417953" y="159249"/>
                  </a:lnTo>
                  <a:lnTo>
                    <a:pt x="2427697" y="141335"/>
                  </a:lnTo>
                  <a:lnTo>
                    <a:pt x="2437441" y="132853"/>
                  </a:lnTo>
                  <a:lnTo>
                    <a:pt x="2447200" y="127945"/>
                  </a:lnTo>
                  <a:lnTo>
                    <a:pt x="2456944" y="136628"/>
                  </a:lnTo>
                  <a:lnTo>
                    <a:pt x="2466703" y="123679"/>
                  </a:lnTo>
                  <a:lnTo>
                    <a:pt x="2476446" y="111719"/>
                  </a:lnTo>
                  <a:lnTo>
                    <a:pt x="2486190" y="115144"/>
                  </a:lnTo>
                  <a:lnTo>
                    <a:pt x="2495949" y="95234"/>
                  </a:lnTo>
                  <a:lnTo>
                    <a:pt x="2505693" y="96468"/>
                  </a:lnTo>
                  <a:lnTo>
                    <a:pt x="2515452" y="109285"/>
                  </a:lnTo>
                  <a:lnTo>
                    <a:pt x="2525196" y="112453"/>
                  </a:lnTo>
                  <a:lnTo>
                    <a:pt x="2534940" y="143710"/>
                  </a:lnTo>
                  <a:lnTo>
                    <a:pt x="2544699" y="114028"/>
                  </a:lnTo>
                  <a:lnTo>
                    <a:pt x="2554443" y="90452"/>
                  </a:lnTo>
                  <a:lnTo>
                    <a:pt x="2564202" y="90707"/>
                  </a:lnTo>
                  <a:lnTo>
                    <a:pt x="2573946" y="51223"/>
                  </a:lnTo>
                  <a:lnTo>
                    <a:pt x="2583690" y="57947"/>
                  </a:lnTo>
                  <a:lnTo>
                    <a:pt x="2593448" y="87226"/>
                  </a:lnTo>
                  <a:lnTo>
                    <a:pt x="2603192" y="97150"/>
                  </a:lnTo>
                  <a:lnTo>
                    <a:pt x="2612951" y="96091"/>
                  </a:lnTo>
                  <a:lnTo>
                    <a:pt x="2622695" y="115436"/>
                  </a:lnTo>
                  <a:lnTo>
                    <a:pt x="2632439" y="113284"/>
                  </a:lnTo>
                  <a:lnTo>
                    <a:pt x="2642198" y="96922"/>
                  </a:lnTo>
                  <a:lnTo>
                    <a:pt x="2651942" y="110162"/>
                  </a:lnTo>
                  <a:lnTo>
                    <a:pt x="2661685" y="151131"/>
                  </a:lnTo>
                  <a:lnTo>
                    <a:pt x="2671444" y="127386"/>
                  </a:lnTo>
                  <a:lnTo>
                    <a:pt x="2681188" y="143352"/>
                  </a:lnTo>
                  <a:lnTo>
                    <a:pt x="2690947" y="116771"/>
                  </a:lnTo>
                  <a:lnTo>
                    <a:pt x="2700691" y="122178"/>
                  </a:lnTo>
                  <a:lnTo>
                    <a:pt x="2710435" y="100030"/>
                  </a:lnTo>
                  <a:lnTo>
                    <a:pt x="2720194" y="113870"/>
                  </a:lnTo>
                  <a:lnTo>
                    <a:pt x="2729938" y="134350"/>
                  </a:lnTo>
                  <a:lnTo>
                    <a:pt x="2739697" y="119505"/>
                  </a:lnTo>
                  <a:lnTo>
                    <a:pt x="2749441" y="103596"/>
                  </a:lnTo>
                  <a:lnTo>
                    <a:pt x="2759185" y="130257"/>
                  </a:lnTo>
                  <a:lnTo>
                    <a:pt x="2768943" y="114686"/>
                  </a:lnTo>
                  <a:lnTo>
                    <a:pt x="2778687" y="97873"/>
                  </a:lnTo>
                  <a:lnTo>
                    <a:pt x="2788446" y="103257"/>
                  </a:lnTo>
                  <a:lnTo>
                    <a:pt x="2798190" y="108485"/>
                  </a:lnTo>
                  <a:lnTo>
                    <a:pt x="2807934" y="102870"/>
                  </a:lnTo>
                  <a:lnTo>
                    <a:pt x="2817693" y="98275"/>
                  </a:lnTo>
                  <a:lnTo>
                    <a:pt x="2827437" y="134933"/>
                  </a:lnTo>
                  <a:lnTo>
                    <a:pt x="2837196" y="133216"/>
                  </a:lnTo>
                  <a:lnTo>
                    <a:pt x="2846940" y="157491"/>
                  </a:lnTo>
                  <a:lnTo>
                    <a:pt x="2856684" y="155721"/>
                  </a:lnTo>
                  <a:lnTo>
                    <a:pt x="2866442" y="164039"/>
                  </a:lnTo>
                  <a:lnTo>
                    <a:pt x="2876186" y="161539"/>
                  </a:lnTo>
                  <a:lnTo>
                    <a:pt x="2885945" y="189003"/>
                  </a:lnTo>
                  <a:lnTo>
                    <a:pt x="2895689" y="197325"/>
                  </a:lnTo>
                  <a:lnTo>
                    <a:pt x="2905433" y="207150"/>
                  </a:lnTo>
                  <a:lnTo>
                    <a:pt x="2915192" y="22149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8" name="Freeform 1247">
              <a:extLst>
                <a:ext uri="{FF2B5EF4-FFF2-40B4-BE49-F238E27FC236}">
                  <a16:creationId xmlns:a16="http://schemas.microsoft.com/office/drawing/2014/main" id="{F2948853-25A6-0639-F351-304B8354BF4E}"/>
                </a:ext>
              </a:extLst>
            </p:cNvPr>
            <p:cNvSpPr/>
            <p:nvPr/>
          </p:nvSpPr>
          <p:spPr>
            <a:xfrm>
              <a:off x="4426652" y="3058970"/>
              <a:ext cx="2915191" cy="560043"/>
            </a:xfrm>
            <a:custGeom>
              <a:avLst/>
              <a:gdLst>
                <a:gd name="connsiteX0" fmla="*/ 0 w 2915191"/>
                <a:gd name="connsiteY0" fmla="*/ 370150 h 560043"/>
                <a:gd name="connsiteX1" fmla="*/ 9750 w 2915191"/>
                <a:gd name="connsiteY1" fmla="*/ 351138 h 560043"/>
                <a:gd name="connsiteX2" fmla="*/ 19500 w 2915191"/>
                <a:gd name="connsiteY2" fmla="*/ 378394 h 560043"/>
                <a:gd name="connsiteX3" fmla="*/ 29250 w 2915191"/>
                <a:gd name="connsiteY3" fmla="*/ 395647 h 560043"/>
                <a:gd name="connsiteX4" fmla="*/ 39000 w 2915191"/>
                <a:gd name="connsiteY4" fmla="*/ 371181 h 560043"/>
                <a:gd name="connsiteX5" fmla="*/ 48749 w 2915191"/>
                <a:gd name="connsiteY5" fmla="*/ 364296 h 560043"/>
                <a:gd name="connsiteX6" fmla="*/ 58499 w 2915191"/>
                <a:gd name="connsiteY6" fmla="*/ 359736 h 560043"/>
                <a:gd name="connsiteX7" fmla="*/ 68249 w 2915191"/>
                <a:gd name="connsiteY7" fmla="*/ 354007 h 560043"/>
                <a:gd name="connsiteX8" fmla="*/ 77998 w 2915191"/>
                <a:gd name="connsiteY8" fmla="*/ 389144 h 560043"/>
                <a:gd name="connsiteX9" fmla="*/ 87748 w 2915191"/>
                <a:gd name="connsiteY9" fmla="*/ 351333 h 560043"/>
                <a:gd name="connsiteX10" fmla="*/ 97497 w 2915191"/>
                <a:gd name="connsiteY10" fmla="*/ 364003 h 560043"/>
                <a:gd name="connsiteX11" fmla="*/ 107247 w 2915191"/>
                <a:gd name="connsiteY11" fmla="*/ 406245 h 560043"/>
                <a:gd name="connsiteX12" fmla="*/ 116997 w 2915191"/>
                <a:gd name="connsiteY12" fmla="*/ 419578 h 560043"/>
                <a:gd name="connsiteX13" fmla="*/ 126747 w 2915191"/>
                <a:gd name="connsiteY13" fmla="*/ 413137 h 560043"/>
                <a:gd name="connsiteX14" fmla="*/ 136497 w 2915191"/>
                <a:gd name="connsiteY14" fmla="*/ 448437 h 560043"/>
                <a:gd name="connsiteX15" fmla="*/ 146247 w 2915191"/>
                <a:gd name="connsiteY15" fmla="*/ 406033 h 560043"/>
                <a:gd name="connsiteX16" fmla="*/ 155997 w 2915191"/>
                <a:gd name="connsiteY16" fmla="*/ 434943 h 560043"/>
                <a:gd name="connsiteX17" fmla="*/ 165747 w 2915191"/>
                <a:gd name="connsiteY17" fmla="*/ 424706 h 560043"/>
                <a:gd name="connsiteX18" fmla="*/ 175497 w 2915191"/>
                <a:gd name="connsiteY18" fmla="*/ 405182 h 560043"/>
                <a:gd name="connsiteX19" fmla="*/ 185247 w 2915191"/>
                <a:gd name="connsiteY19" fmla="*/ 399601 h 560043"/>
                <a:gd name="connsiteX20" fmla="*/ 194996 w 2915191"/>
                <a:gd name="connsiteY20" fmla="*/ 404577 h 560043"/>
                <a:gd name="connsiteX21" fmla="*/ 204746 w 2915191"/>
                <a:gd name="connsiteY21" fmla="*/ 412921 h 560043"/>
                <a:gd name="connsiteX22" fmla="*/ 214495 w 2915191"/>
                <a:gd name="connsiteY22" fmla="*/ 355707 h 560043"/>
                <a:gd name="connsiteX23" fmla="*/ 224245 w 2915191"/>
                <a:gd name="connsiteY23" fmla="*/ 336587 h 560043"/>
                <a:gd name="connsiteX24" fmla="*/ 233995 w 2915191"/>
                <a:gd name="connsiteY24" fmla="*/ 342473 h 560043"/>
                <a:gd name="connsiteX25" fmla="*/ 243744 w 2915191"/>
                <a:gd name="connsiteY25" fmla="*/ 378640 h 560043"/>
                <a:gd name="connsiteX26" fmla="*/ 253494 w 2915191"/>
                <a:gd name="connsiteY26" fmla="*/ 360900 h 560043"/>
                <a:gd name="connsiteX27" fmla="*/ 263244 w 2915191"/>
                <a:gd name="connsiteY27" fmla="*/ 348563 h 560043"/>
                <a:gd name="connsiteX28" fmla="*/ 272994 w 2915191"/>
                <a:gd name="connsiteY28" fmla="*/ 350365 h 560043"/>
                <a:gd name="connsiteX29" fmla="*/ 282744 w 2915191"/>
                <a:gd name="connsiteY29" fmla="*/ 338533 h 560043"/>
                <a:gd name="connsiteX30" fmla="*/ 292494 w 2915191"/>
                <a:gd name="connsiteY30" fmla="*/ 335293 h 560043"/>
                <a:gd name="connsiteX31" fmla="*/ 302244 w 2915191"/>
                <a:gd name="connsiteY31" fmla="*/ 329119 h 560043"/>
                <a:gd name="connsiteX32" fmla="*/ 311994 w 2915191"/>
                <a:gd name="connsiteY32" fmla="*/ 328336 h 560043"/>
                <a:gd name="connsiteX33" fmla="*/ 321744 w 2915191"/>
                <a:gd name="connsiteY33" fmla="*/ 347779 h 560043"/>
                <a:gd name="connsiteX34" fmla="*/ 331493 w 2915191"/>
                <a:gd name="connsiteY34" fmla="*/ 361983 h 560043"/>
                <a:gd name="connsiteX35" fmla="*/ 341243 w 2915191"/>
                <a:gd name="connsiteY35" fmla="*/ 361327 h 560043"/>
                <a:gd name="connsiteX36" fmla="*/ 350993 w 2915191"/>
                <a:gd name="connsiteY36" fmla="*/ 338924 h 560043"/>
                <a:gd name="connsiteX37" fmla="*/ 360742 w 2915191"/>
                <a:gd name="connsiteY37" fmla="*/ 338791 h 560043"/>
                <a:gd name="connsiteX38" fmla="*/ 370492 w 2915191"/>
                <a:gd name="connsiteY38" fmla="*/ 334965 h 560043"/>
                <a:gd name="connsiteX39" fmla="*/ 380241 w 2915191"/>
                <a:gd name="connsiteY39" fmla="*/ 333311 h 560043"/>
                <a:gd name="connsiteX40" fmla="*/ 389991 w 2915191"/>
                <a:gd name="connsiteY40" fmla="*/ 363039 h 560043"/>
                <a:gd name="connsiteX41" fmla="*/ 399741 w 2915191"/>
                <a:gd name="connsiteY41" fmla="*/ 343809 h 560043"/>
                <a:gd name="connsiteX42" fmla="*/ 409491 w 2915191"/>
                <a:gd name="connsiteY42" fmla="*/ 346291 h 560043"/>
                <a:gd name="connsiteX43" fmla="*/ 419241 w 2915191"/>
                <a:gd name="connsiteY43" fmla="*/ 343036 h 560043"/>
                <a:gd name="connsiteX44" fmla="*/ 428991 w 2915191"/>
                <a:gd name="connsiteY44" fmla="*/ 382788 h 560043"/>
                <a:gd name="connsiteX45" fmla="*/ 438741 w 2915191"/>
                <a:gd name="connsiteY45" fmla="*/ 370195 h 560043"/>
                <a:gd name="connsiteX46" fmla="*/ 448491 w 2915191"/>
                <a:gd name="connsiteY46" fmla="*/ 339487 h 560043"/>
                <a:gd name="connsiteX47" fmla="*/ 458241 w 2915191"/>
                <a:gd name="connsiteY47" fmla="*/ 323567 h 560043"/>
                <a:gd name="connsiteX48" fmla="*/ 467991 w 2915191"/>
                <a:gd name="connsiteY48" fmla="*/ 300949 h 560043"/>
                <a:gd name="connsiteX49" fmla="*/ 477740 w 2915191"/>
                <a:gd name="connsiteY49" fmla="*/ 316818 h 560043"/>
                <a:gd name="connsiteX50" fmla="*/ 487490 w 2915191"/>
                <a:gd name="connsiteY50" fmla="*/ 305259 h 560043"/>
                <a:gd name="connsiteX51" fmla="*/ 497239 w 2915191"/>
                <a:gd name="connsiteY51" fmla="*/ 296871 h 560043"/>
                <a:gd name="connsiteX52" fmla="*/ 506989 w 2915191"/>
                <a:gd name="connsiteY52" fmla="*/ 258904 h 560043"/>
                <a:gd name="connsiteX53" fmla="*/ 516738 w 2915191"/>
                <a:gd name="connsiteY53" fmla="*/ 281944 h 560043"/>
                <a:gd name="connsiteX54" fmla="*/ 526488 w 2915191"/>
                <a:gd name="connsiteY54" fmla="*/ 271853 h 560043"/>
                <a:gd name="connsiteX55" fmla="*/ 536238 w 2915191"/>
                <a:gd name="connsiteY55" fmla="*/ 242843 h 560043"/>
                <a:gd name="connsiteX56" fmla="*/ 545988 w 2915191"/>
                <a:gd name="connsiteY56" fmla="*/ 252235 h 560043"/>
                <a:gd name="connsiteX57" fmla="*/ 555738 w 2915191"/>
                <a:gd name="connsiteY57" fmla="*/ 242061 h 560043"/>
                <a:gd name="connsiteX58" fmla="*/ 565488 w 2915191"/>
                <a:gd name="connsiteY58" fmla="*/ 252104 h 560043"/>
                <a:gd name="connsiteX59" fmla="*/ 575238 w 2915191"/>
                <a:gd name="connsiteY59" fmla="*/ 260075 h 560043"/>
                <a:gd name="connsiteX60" fmla="*/ 584988 w 2915191"/>
                <a:gd name="connsiteY60" fmla="*/ 273696 h 560043"/>
                <a:gd name="connsiteX61" fmla="*/ 594738 w 2915191"/>
                <a:gd name="connsiteY61" fmla="*/ 222005 h 560043"/>
                <a:gd name="connsiteX62" fmla="*/ 604488 w 2915191"/>
                <a:gd name="connsiteY62" fmla="*/ 227058 h 560043"/>
                <a:gd name="connsiteX63" fmla="*/ 614237 w 2915191"/>
                <a:gd name="connsiteY63" fmla="*/ 197330 h 560043"/>
                <a:gd name="connsiteX64" fmla="*/ 623987 w 2915191"/>
                <a:gd name="connsiteY64" fmla="*/ 183620 h 560043"/>
                <a:gd name="connsiteX65" fmla="*/ 633736 w 2915191"/>
                <a:gd name="connsiteY65" fmla="*/ 144858 h 560043"/>
                <a:gd name="connsiteX66" fmla="*/ 643486 w 2915191"/>
                <a:gd name="connsiteY66" fmla="*/ 130059 h 560043"/>
                <a:gd name="connsiteX67" fmla="*/ 653236 w 2915191"/>
                <a:gd name="connsiteY67" fmla="*/ 118289 h 560043"/>
                <a:gd name="connsiteX68" fmla="*/ 662985 w 2915191"/>
                <a:gd name="connsiteY68" fmla="*/ 97048 h 560043"/>
                <a:gd name="connsiteX69" fmla="*/ 672735 w 2915191"/>
                <a:gd name="connsiteY69" fmla="*/ 115260 h 560043"/>
                <a:gd name="connsiteX70" fmla="*/ 682485 w 2915191"/>
                <a:gd name="connsiteY70" fmla="*/ 106943 h 560043"/>
                <a:gd name="connsiteX71" fmla="*/ 692235 w 2915191"/>
                <a:gd name="connsiteY71" fmla="*/ 89686 h 560043"/>
                <a:gd name="connsiteX72" fmla="*/ 701985 w 2915191"/>
                <a:gd name="connsiteY72" fmla="*/ 71338 h 560043"/>
                <a:gd name="connsiteX73" fmla="*/ 711735 w 2915191"/>
                <a:gd name="connsiteY73" fmla="*/ 77995 h 560043"/>
                <a:gd name="connsiteX74" fmla="*/ 721485 w 2915191"/>
                <a:gd name="connsiteY74" fmla="*/ 90336 h 560043"/>
                <a:gd name="connsiteX75" fmla="*/ 731235 w 2915191"/>
                <a:gd name="connsiteY75" fmla="*/ 72168 h 560043"/>
                <a:gd name="connsiteX76" fmla="*/ 740985 w 2915191"/>
                <a:gd name="connsiteY76" fmla="*/ 62866 h 560043"/>
                <a:gd name="connsiteX77" fmla="*/ 750734 w 2915191"/>
                <a:gd name="connsiteY77" fmla="*/ 35485 h 560043"/>
                <a:gd name="connsiteX78" fmla="*/ 760484 w 2915191"/>
                <a:gd name="connsiteY78" fmla="*/ 28579 h 560043"/>
                <a:gd name="connsiteX79" fmla="*/ 770233 w 2915191"/>
                <a:gd name="connsiteY79" fmla="*/ 11217 h 560043"/>
                <a:gd name="connsiteX80" fmla="*/ 779983 w 2915191"/>
                <a:gd name="connsiteY80" fmla="*/ 27760 h 560043"/>
                <a:gd name="connsiteX81" fmla="*/ 789733 w 2915191"/>
                <a:gd name="connsiteY81" fmla="*/ 29326 h 560043"/>
                <a:gd name="connsiteX82" fmla="*/ 799482 w 2915191"/>
                <a:gd name="connsiteY82" fmla="*/ 31266 h 560043"/>
                <a:gd name="connsiteX83" fmla="*/ 809232 w 2915191"/>
                <a:gd name="connsiteY83" fmla="*/ 13753 h 560043"/>
                <a:gd name="connsiteX84" fmla="*/ 818982 w 2915191"/>
                <a:gd name="connsiteY84" fmla="*/ 15690 h 560043"/>
                <a:gd name="connsiteX85" fmla="*/ 828732 w 2915191"/>
                <a:gd name="connsiteY85" fmla="*/ 18817 h 560043"/>
                <a:gd name="connsiteX86" fmla="*/ 838482 w 2915191"/>
                <a:gd name="connsiteY86" fmla="*/ 39251 h 560043"/>
                <a:gd name="connsiteX87" fmla="*/ 848232 w 2915191"/>
                <a:gd name="connsiteY87" fmla="*/ 49840 h 560043"/>
                <a:gd name="connsiteX88" fmla="*/ 857982 w 2915191"/>
                <a:gd name="connsiteY88" fmla="*/ 66400 h 560043"/>
                <a:gd name="connsiteX89" fmla="*/ 867732 w 2915191"/>
                <a:gd name="connsiteY89" fmla="*/ 63502 h 560043"/>
                <a:gd name="connsiteX90" fmla="*/ 877482 w 2915191"/>
                <a:gd name="connsiteY90" fmla="*/ 49050 h 560043"/>
                <a:gd name="connsiteX91" fmla="*/ 887231 w 2915191"/>
                <a:gd name="connsiteY91" fmla="*/ 68123 h 560043"/>
                <a:gd name="connsiteX92" fmla="*/ 896981 w 2915191"/>
                <a:gd name="connsiteY92" fmla="*/ 77557 h 560043"/>
                <a:gd name="connsiteX93" fmla="*/ 906730 w 2915191"/>
                <a:gd name="connsiteY93" fmla="*/ 85243 h 560043"/>
                <a:gd name="connsiteX94" fmla="*/ 916480 w 2915191"/>
                <a:gd name="connsiteY94" fmla="*/ 92459 h 560043"/>
                <a:gd name="connsiteX95" fmla="*/ 926230 w 2915191"/>
                <a:gd name="connsiteY95" fmla="*/ 100546 h 560043"/>
                <a:gd name="connsiteX96" fmla="*/ 935979 w 2915191"/>
                <a:gd name="connsiteY96" fmla="*/ 85094 h 560043"/>
                <a:gd name="connsiteX97" fmla="*/ 945729 w 2915191"/>
                <a:gd name="connsiteY97" fmla="*/ 81927 h 560043"/>
                <a:gd name="connsiteX98" fmla="*/ 955479 w 2915191"/>
                <a:gd name="connsiteY98" fmla="*/ 66475 h 560043"/>
                <a:gd name="connsiteX99" fmla="*/ 965229 w 2915191"/>
                <a:gd name="connsiteY99" fmla="*/ 53605 h 560043"/>
                <a:gd name="connsiteX100" fmla="*/ 974979 w 2915191"/>
                <a:gd name="connsiteY100" fmla="*/ 66041 h 560043"/>
                <a:gd name="connsiteX101" fmla="*/ 984729 w 2915191"/>
                <a:gd name="connsiteY101" fmla="*/ 45822 h 560043"/>
                <a:gd name="connsiteX102" fmla="*/ 994474 w 2915191"/>
                <a:gd name="connsiteY102" fmla="*/ 56515 h 560043"/>
                <a:gd name="connsiteX103" fmla="*/ 1004233 w 2915191"/>
                <a:gd name="connsiteY103" fmla="*/ 62999 h 560043"/>
                <a:gd name="connsiteX104" fmla="*/ 1013977 w 2915191"/>
                <a:gd name="connsiteY104" fmla="*/ 81831 h 560043"/>
                <a:gd name="connsiteX105" fmla="*/ 1023721 w 2915191"/>
                <a:gd name="connsiteY105" fmla="*/ 65141 h 560043"/>
                <a:gd name="connsiteX106" fmla="*/ 1033480 w 2915191"/>
                <a:gd name="connsiteY106" fmla="*/ 49043 h 560043"/>
                <a:gd name="connsiteX107" fmla="*/ 1043224 w 2915191"/>
                <a:gd name="connsiteY107" fmla="*/ 61856 h 560043"/>
                <a:gd name="connsiteX108" fmla="*/ 1052983 w 2915191"/>
                <a:gd name="connsiteY108" fmla="*/ 95896 h 560043"/>
                <a:gd name="connsiteX109" fmla="*/ 1062727 w 2915191"/>
                <a:gd name="connsiteY109" fmla="*/ 96970 h 560043"/>
                <a:gd name="connsiteX110" fmla="*/ 1072471 w 2915191"/>
                <a:gd name="connsiteY110" fmla="*/ 82564 h 560043"/>
                <a:gd name="connsiteX111" fmla="*/ 1082230 w 2915191"/>
                <a:gd name="connsiteY111" fmla="*/ 110691 h 560043"/>
                <a:gd name="connsiteX112" fmla="*/ 1091973 w 2915191"/>
                <a:gd name="connsiteY112" fmla="*/ 88379 h 560043"/>
                <a:gd name="connsiteX113" fmla="*/ 1101732 w 2915191"/>
                <a:gd name="connsiteY113" fmla="*/ 75729 h 560043"/>
                <a:gd name="connsiteX114" fmla="*/ 1111476 w 2915191"/>
                <a:gd name="connsiteY114" fmla="*/ 62726 h 560043"/>
                <a:gd name="connsiteX115" fmla="*/ 1121220 w 2915191"/>
                <a:gd name="connsiteY115" fmla="*/ 91939 h 560043"/>
                <a:gd name="connsiteX116" fmla="*/ 1130979 w 2915191"/>
                <a:gd name="connsiteY116" fmla="*/ 148482 h 560043"/>
                <a:gd name="connsiteX117" fmla="*/ 1140723 w 2915191"/>
                <a:gd name="connsiteY117" fmla="*/ 168294 h 560043"/>
                <a:gd name="connsiteX118" fmla="*/ 1150482 w 2915191"/>
                <a:gd name="connsiteY118" fmla="*/ 149827 h 560043"/>
                <a:gd name="connsiteX119" fmla="*/ 1160226 w 2915191"/>
                <a:gd name="connsiteY119" fmla="*/ 191532 h 560043"/>
                <a:gd name="connsiteX120" fmla="*/ 1169969 w 2915191"/>
                <a:gd name="connsiteY120" fmla="*/ 183874 h 560043"/>
                <a:gd name="connsiteX121" fmla="*/ 1179728 w 2915191"/>
                <a:gd name="connsiteY121" fmla="*/ 147372 h 560043"/>
                <a:gd name="connsiteX122" fmla="*/ 1189472 w 2915191"/>
                <a:gd name="connsiteY122" fmla="*/ 139033 h 560043"/>
                <a:gd name="connsiteX123" fmla="*/ 1199231 w 2915191"/>
                <a:gd name="connsiteY123" fmla="*/ 157071 h 560043"/>
                <a:gd name="connsiteX124" fmla="*/ 1208975 w 2915191"/>
                <a:gd name="connsiteY124" fmla="*/ 188298 h 560043"/>
                <a:gd name="connsiteX125" fmla="*/ 1218719 w 2915191"/>
                <a:gd name="connsiteY125" fmla="*/ 173767 h 560043"/>
                <a:gd name="connsiteX126" fmla="*/ 1228478 w 2915191"/>
                <a:gd name="connsiteY126" fmla="*/ 132018 h 560043"/>
                <a:gd name="connsiteX127" fmla="*/ 1238222 w 2915191"/>
                <a:gd name="connsiteY127" fmla="*/ 103445 h 560043"/>
                <a:gd name="connsiteX128" fmla="*/ 1247966 w 2915191"/>
                <a:gd name="connsiteY128" fmla="*/ 83658 h 560043"/>
                <a:gd name="connsiteX129" fmla="*/ 1257725 w 2915191"/>
                <a:gd name="connsiteY129" fmla="*/ 72463 h 560043"/>
                <a:gd name="connsiteX130" fmla="*/ 1267469 w 2915191"/>
                <a:gd name="connsiteY130" fmla="*/ 46185 h 560043"/>
                <a:gd name="connsiteX131" fmla="*/ 1277227 w 2915191"/>
                <a:gd name="connsiteY131" fmla="*/ 45788 h 560043"/>
                <a:gd name="connsiteX132" fmla="*/ 1286971 w 2915191"/>
                <a:gd name="connsiteY132" fmla="*/ 56059 h 560043"/>
                <a:gd name="connsiteX133" fmla="*/ 1296715 w 2915191"/>
                <a:gd name="connsiteY133" fmla="*/ 77507 h 560043"/>
                <a:gd name="connsiteX134" fmla="*/ 1306474 w 2915191"/>
                <a:gd name="connsiteY134" fmla="*/ 87393 h 560043"/>
                <a:gd name="connsiteX135" fmla="*/ 1316218 w 2915191"/>
                <a:gd name="connsiteY135" fmla="*/ 90911 h 560043"/>
                <a:gd name="connsiteX136" fmla="*/ 1325977 w 2915191"/>
                <a:gd name="connsiteY136" fmla="*/ 113506 h 560043"/>
                <a:gd name="connsiteX137" fmla="*/ 1335721 w 2915191"/>
                <a:gd name="connsiteY137" fmla="*/ 133742 h 560043"/>
                <a:gd name="connsiteX138" fmla="*/ 1345465 w 2915191"/>
                <a:gd name="connsiteY138" fmla="*/ 130314 h 560043"/>
                <a:gd name="connsiteX139" fmla="*/ 1355224 w 2915191"/>
                <a:gd name="connsiteY139" fmla="*/ 140853 h 560043"/>
                <a:gd name="connsiteX140" fmla="*/ 1364967 w 2915191"/>
                <a:gd name="connsiteY140" fmla="*/ 133528 h 560043"/>
                <a:gd name="connsiteX141" fmla="*/ 1374726 w 2915191"/>
                <a:gd name="connsiteY141" fmla="*/ 125771 h 560043"/>
                <a:gd name="connsiteX142" fmla="*/ 1384470 w 2915191"/>
                <a:gd name="connsiteY142" fmla="*/ 119640 h 560043"/>
                <a:gd name="connsiteX143" fmla="*/ 1394214 w 2915191"/>
                <a:gd name="connsiteY143" fmla="*/ 88580 h 560043"/>
                <a:gd name="connsiteX144" fmla="*/ 1403973 w 2915191"/>
                <a:gd name="connsiteY144" fmla="*/ 96383 h 560043"/>
                <a:gd name="connsiteX145" fmla="*/ 1413717 w 2915191"/>
                <a:gd name="connsiteY145" fmla="*/ 127759 h 560043"/>
                <a:gd name="connsiteX146" fmla="*/ 1423476 w 2915191"/>
                <a:gd name="connsiteY146" fmla="*/ 98570 h 560043"/>
                <a:gd name="connsiteX147" fmla="*/ 1433220 w 2915191"/>
                <a:gd name="connsiteY147" fmla="*/ 69733 h 560043"/>
                <a:gd name="connsiteX148" fmla="*/ 1442964 w 2915191"/>
                <a:gd name="connsiteY148" fmla="*/ 69700 h 560043"/>
                <a:gd name="connsiteX149" fmla="*/ 1452722 w 2915191"/>
                <a:gd name="connsiteY149" fmla="*/ 57757 h 560043"/>
                <a:gd name="connsiteX150" fmla="*/ 1462466 w 2915191"/>
                <a:gd name="connsiteY150" fmla="*/ 63678 h 560043"/>
                <a:gd name="connsiteX151" fmla="*/ 1472225 w 2915191"/>
                <a:gd name="connsiteY151" fmla="*/ 78536 h 560043"/>
                <a:gd name="connsiteX152" fmla="*/ 1481969 w 2915191"/>
                <a:gd name="connsiteY152" fmla="*/ 64985 h 560043"/>
                <a:gd name="connsiteX153" fmla="*/ 1491713 w 2915191"/>
                <a:gd name="connsiteY153" fmla="*/ 67214 h 560043"/>
                <a:gd name="connsiteX154" fmla="*/ 1501472 w 2915191"/>
                <a:gd name="connsiteY154" fmla="*/ 69884 h 560043"/>
                <a:gd name="connsiteX155" fmla="*/ 1511216 w 2915191"/>
                <a:gd name="connsiteY155" fmla="*/ 56139 h 560043"/>
                <a:gd name="connsiteX156" fmla="*/ 1520960 w 2915191"/>
                <a:gd name="connsiteY156" fmla="*/ 57769 h 560043"/>
                <a:gd name="connsiteX157" fmla="*/ 1530719 w 2915191"/>
                <a:gd name="connsiteY157" fmla="*/ 21231 h 560043"/>
                <a:gd name="connsiteX158" fmla="*/ 1540463 w 2915191"/>
                <a:gd name="connsiteY158" fmla="*/ 0 h 560043"/>
                <a:gd name="connsiteX159" fmla="*/ 1550221 w 2915191"/>
                <a:gd name="connsiteY159" fmla="*/ 6138 h 560043"/>
                <a:gd name="connsiteX160" fmla="*/ 1559965 w 2915191"/>
                <a:gd name="connsiteY160" fmla="*/ 18254 h 560043"/>
                <a:gd name="connsiteX161" fmla="*/ 1569709 w 2915191"/>
                <a:gd name="connsiteY161" fmla="*/ 47036 h 560043"/>
                <a:gd name="connsiteX162" fmla="*/ 1579468 w 2915191"/>
                <a:gd name="connsiteY162" fmla="*/ 97398 h 560043"/>
                <a:gd name="connsiteX163" fmla="*/ 1589212 w 2915191"/>
                <a:gd name="connsiteY163" fmla="*/ 75942 h 560043"/>
                <a:gd name="connsiteX164" fmla="*/ 1598971 w 2915191"/>
                <a:gd name="connsiteY164" fmla="*/ 116683 h 560043"/>
                <a:gd name="connsiteX165" fmla="*/ 1608715 w 2915191"/>
                <a:gd name="connsiteY165" fmla="*/ 91630 h 560043"/>
                <a:gd name="connsiteX166" fmla="*/ 1618459 w 2915191"/>
                <a:gd name="connsiteY166" fmla="*/ 94670 h 560043"/>
                <a:gd name="connsiteX167" fmla="*/ 1628218 w 2915191"/>
                <a:gd name="connsiteY167" fmla="*/ 69836 h 560043"/>
                <a:gd name="connsiteX168" fmla="*/ 1637962 w 2915191"/>
                <a:gd name="connsiteY168" fmla="*/ 51439 h 560043"/>
                <a:gd name="connsiteX169" fmla="*/ 1647720 w 2915191"/>
                <a:gd name="connsiteY169" fmla="*/ 63488 h 560043"/>
                <a:gd name="connsiteX170" fmla="*/ 1657464 w 2915191"/>
                <a:gd name="connsiteY170" fmla="*/ 84993 h 560043"/>
                <a:gd name="connsiteX171" fmla="*/ 1667208 w 2915191"/>
                <a:gd name="connsiteY171" fmla="*/ 61084 h 560043"/>
                <a:gd name="connsiteX172" fmla="*/ 1676967 w 2915191"/>
                <a:gd name="connsiteY172" fmla="*/ 61064 h 560043"/>
                <a:gd name="connsiteX173" fmla="*/ 1686711 w 2915191"/>
                <a:gd name="connsiteY173" fmla="*/ 80863 h 560043"/>
                <a:gd name="connsiteX174" fmla="*/ 1696470 w 2915191"/>
                <a:gd name="connsiteY174" fmla="*/ 69116 h 560043"/>
                <a:gd name="connsiteX175" fmla="*/ 1706214 w 2915191"/>
                <a:gd name="connsiteY175" fmla="*/ 55502 h 560043"/>
                <a:gd name="connsiteX176" fmla="*/ 1715958 w 2915191"/>
                <a:gd name="connsiteY176" fmla="*/ 87891 h 560043"/>
                <a:gd name="connsiteX177" fmla="*/ 1725716 w 2915191"/>
                <a:gd name="connsiteY177" fmla="*/ 111091 h 560043"/>
                <a:gd name="connsiteX178" fmla="*/ 1735460 w 2915191"/>
                <a:gd name="connsiteY178" fmla="*/ 103262 h 560043"/>
                <a:gd name="connsiteX179" fmla="*/ 1745219 w 2915191"/>
                <a:gd name="connsiteY179" fmla="*/ 96791 h 560043"/>
                <a:gd name="connsiteX180" fmla="*/ 1754963 w 2915191"/>
                <a:gd name="connsiteY180" fmla="*/ 131069 h 560043"/>
                <a:gd name="connsiteX181" fmla="*/ 1764707 w 2915191"/>
                <a:gd name="connsiteY181" fmla="*/ 136232 h 560043"/>
                <a:gd name="connsiteX182" fmla="*/ 1774466 w 2915191"/>
                <a:gd name="connsiteY182" fmla="*/ 145760 h 560043"/>
                <a:gd name="connsiteX183" fmla="*/ 1784210 w 2915191"/>
                <a:gd name="connsiteY183" fmla="*/ 102176 h 560043"/>
                <a:gd name="connsiteX184" fmla="*/ 1793969 w 2915191"/>
                <a:gd name="connsiteY184" fmla="*/ 86997 h 560043"/>
                <a:gd name="connsiteX185" fmla="*/ 1803713 w 2915191"/>
                <a:gd name="connsiteY185" fmla="*/ 57331 h 560043"/>
                <a:gd name="connsiteX186" fmla="*/ 1813457 w 2915191"/>
                <a:gd name="connsiteY186" fmla="*/ 70778 h 560043"/>
                <a:gd name="connsiteX187" fmla="*/ 1823215 w 2915191"/>
                <a:gd name="connsiteY187" fmla="*/ 28196 h 560043"/>
                <a:gd name="connsiteX188" fmla="*/ 1832959 w 2915191"/>
                <a:gd name="connsiteY188" fmla="*/ 40008 h 560043"/>
                <a:gd name="connsiteX189" fmla="*/ 1842703 w 2915191"/>
                <a:gd name="connsiteY189" fmla="*/ 79237 h 560043"/>
                <a:gd name="connsiteX190" fmla="*/ 1852462 w 2915191"/>
                <a:gd name="connsiteY190" fmla="*/ 111044 h 560043"/>
                <a:gd name="connsiteX191" fmla="*/ 1862206 w 2915191"/>
                <a:gd name="connsiteY191" fmla="*/ 85394 h 560043"/>
                <a:gd name="connsiteX192" fmla="*/ 1871965 w 2915191"/>
                <a:gd name="connsiteY192" fmla="*/ 85723 h 560043"/>
                <a:gd name="connsiteX193" fmla="*/ 1881709 w 2915191"/>
                <a:gd name="connsiteY193" fmla="*/ 79719 h 560043"/>
                <a:gd name="connsiteX194" fmla="*/ 1891453 w 2915191"/>
                <a:gd name="connsiteY194" fmla="*/ 78418 h 560043"/>
                <a:gd name="connsiteX195" fmla="*/ 1901212 w 2915191"/>
                <a:gd name="connsiteY195" fmla="*/ 90067 h 560043"/>
                <a:gd name="connsiteX196" fmla="*/ 1910956 w 2915191"/>
                <a:gd name="connsiteY196" fmla="*/ 63824 h 560043"/>
                <a:gd name="connsiteX197" fmla="*/ 1920714 w 2915191"/>
                <a:gd name="connsiteY197" fmla="*/ 51181 h 560043"/>
                <a:gd name="connsiteX198" fmla="*/ 1930458 w 2915191"/>
                <a:gd name="connsiteY198" fmla="*/ 62892 h 560043"/>
                <a:gd name="connsiteX199" fmla="*/ 1940202 w 2915191"/>
                <a:gd name="connsiteY199" fmla="*/ 54663 h 560043"/>
                <a:gd name="connsiteX200" fmla="*/ 1949961 w 2915191"/>
                <a:gd name="connsiteY200" fmla="*/ 55403 h 560043"/>
                <a:gd name="connsiteX201" fmla="*/ 1959705 w 2915191"/>
                <a:gd name="connsiteY201" fmla="*/ 76120 h 560043"/>
                <a:gd name="connsiteX202" fmla="*/ 1969464 w 2915191"/>
                <a:gd name="connsiteY202" fmla="*/ 69194 h 560043"/>
                <a:gd name="connsiteX203" fmla="*/ 1979208 w 2915191"/>
                <a:gd name="connsiteY203" fmla="*/ 65809 h 560043"/>
                <a:gd name="connsiteX204" fmla="*/ 1988952 w 2915191"/>
                <a:gd name="connsiteY204" fmla="*/ 87710 h 560043"/>
                <a:gd name="connsiteX205" fmla="*/ 1998711 w 2915191"/>
                <a:gd name="connsiteY205" fmla="*/ 86842 h 560043"/>
                <a:gd name="connsiteX206" fmla="*/ 2008454 w 2915191"/>
                <a:gd name="connsiteY206" fmla="*/ 79053 h 560043"/>
                <a:gd name="connsiteX207" fmla="*/ 2018213 w 2915191"/>
                <a:gd name="connsiteY207" fmla="*/ 69803 h 560043"/>
                <a:gd name="connsiteX208" fmla="*/ 2027957 w 2915191"/>
                <a:gd name="connsiteY208" fmla="*/ 115235 h 560043"/>
                <a:gd name="connsiteX209" fmla="*/ 2037701 w 2915191"/>
                <a:gd name="connsiteY209" fmla="*/ 147518 h 560043"/>
                <a:gd name="connsiteX210" fmla="*/ 2047460 w 2915191"/>
                <a:gd name="connsiteY210" fmla="*/ 119955 h 560043"/>
                <a:gd name="connsiteX211" fmla="*/ 2057204 w 2915191"/>
                <a:gd name="connsiteY211" fmla="*/ 145331 h 560043"/>
                <a:gd name="connsiteX212" fmla="*/ 2066963 w 2915191"/>
                <a:gd name="connsiteY212" fmla="*/ 99390 h 560043"/>
                <a:gd name="connsiteX213" fmla="*/ 2076707 w 2915191"/>
                <a:gd name="connsiteY213" fmla="*/ 104856 h 560043"/>
                <a:gd name="connsiteX214" fmla="*/ 2086451 w 2915191"/>
                <a:gd name="connsiteY214" fmla="*/ 125290 h 560043"/>
                <a:gd name="connsiteX215" fmla="*/ 2096210 w 2915191"/>
                <a:gd name="connsiteY215" fmla="*/ 146862 h 560043"/>
                <a:gd name="connsiteX216" fmla="*/ 2105954 w 2915191"/>
                <a:gd name="connsiteY216" fmla="*/ 142533 h 560043"/>
                <a:gd name="connsiteX217" fmla="*/ 2115697 w 2915191"/>
                <a:gd name="connsiteY217" fmla="*/ 131402 h 560043"/>
                <a:gd name="connsiteX218" fmla="*/ 2125456 w 2915191"/>
                <a:gd name="connsiteY218" fmla="*/ 146318 h 560043"/>
                <a:gd name="connsiteX219" fmla="*/ 2135200 w 2915191"/>
                <a:gd name="connsiteY219" fmla="*/ 165562 h 560043"/>
                <a:gd name="connsiteX220" fmla="*/ 2144959 w 2915191"/>
                <a:gd name="connsiteY220" fmla="*/ 162268 h 560043"/>
                <a:gd name="connsiteX221" fmla="*/ 2154703 w 2915191"/>
                <a:gd name="connsiteY221" fmla="*/ 144259 h 560043"/>
                <a:gd name="connsiteX222" fmla="*/ 2164447 w 2915191"/>
                <a:gd name="connsiteY222" fmla="*/ 142303 h 560043"/>
                <a:gd name="connsiteX223" fmla="*/ 2174206 w 2915191"/>
                <a:gd name="connsiteY223" fmla="*/ 114420 h 560043"/>
                <a:gd name="connsiteX224" fmla="*/ 2183950 w 2915191"/>
                <a:gd name="connsiteY224" fmla="*/ 91566 h 560043"/>
                <a:gd name="connsiteX225" fmla="*/ 2193709 w 2915191"/>
                <a:gd name="connsiteY225" fmla="*/ 121607 h 560043"/>
                <a:gd name="connsiteX226" fmla="*/ 2203452 w 2915191"/>
                <a:gd name="connsiteY226" fmla="*/ 109534 h 560043"/>
                <a:gd name="connsiteX227" fmla="*/ 2213196 w 2915191"/>
                <a:gd name="connsiteY227" fmla="*/ 124406 h 560043"/>
                <a:gd name="connsiteX228" fmla="*/ 2222955 w 2915191"/>
                <a:gd name="connsiteY228" fmla="*/ 142126 h 560043"/>
                <a:gd name="connsiteX229" fmla="*/ 2232699 w 2915191"/>
                <a:gd name="connsiteY229" fmla="*/ 153184 h 560043"/>
                <a:gd name="connsiteX230" fmla="*/ 2242458 w 2915191"/>
                <a:gd name="connsiteY230" fmla="*/ 117210 h 560043"/>
                <a:gd name="connsiteX231" fmla="*/ 2252202 w 2915191"/>
                <a:gd name="connsiteY231" fmla="*/ 112715 h 560043"/>
                <a:gd name="connsiteX232" fmla="*/ 2261946 w 2915191"/>
                <a:gd name="connsiteY232" fmla="*/ 104560 h 560043"/>
                <a:gd name="connsiteX233" fmla="*/ 2271705 w 2915191"/>
                <a:gd name="connsiteY233" fmla="*/ 126177 h 560043"/>
                <a:gd name="connsiteX234" fmla="*/ 2281449 w 2915191"/>
                <a:gd name="connsiteY234" fmla="*/ 131466 h 560043"/>
                <a:gd name="connsiteX235" fmla="*/ 2291208 w 2915191"/>
                <a:gd name="connsiteY235" fmla="*/ 142029 h 560043"/>
                <a:gd name="connsiteX236" fmla="*/ 2300951 w 2915191"/>
                <a:gd name="connsiteY236" fmla="*/ 134429 h 560043"/>
                <a:gd name="connsiteX237" fmla="*/ 2310695 w 2915191"/>
                <a:gd name="connsiteY237" fmla="*/ 107557 h 560043"/>
                <a:gd name="connsiteX238" fmla="*/ 2320454 w 2915191"/>
                <a:gd name="connsiteY238" fmla="*/ 153586 h 560043"/>
                <a:gd name="connsiteX239" fmla="*/ 2330198 w 2915191"/>
                <a:gd name="connsiteY239" fmla="*/ 148310 h 560043"/>
                <a:gd name="connsiteX240" fmla="*/ 2339957 w 2915191"/>
                <a:gd name="connsiteY240" fmla="*/ 125286 h 560043"/>
                <a:gd name="connsiteX241" fmla="*/ 2349701 w 2915191"/>
                <a:gd name="connsiteY241" fmla="*/ 115262 h 560043"/>
                <a:gd name="connsiteX242" fmla="*/ 2359445 w 2915191"/>
                <a:gd name="connsiteY242" fmla="*/ 127444 h 560043"/>
                <a:gd name="connsiteX243" fmla="*/ 2369204 w 2915191"/>
                <a:gd name="connsiteY243" fmla="*/ 89927 h 560043"/>
                <a:gd name="connsiteX244" fmla="*/ 2378948 w 2915191"/>
                <a:gd name="connsiteY244" fmla="*/ 92258 h 560043"/>
                <a:gd name="connsiteX245" fmla="*/ 2388692 w 2915191"/>
                <a:gd name="connsiteY245" fmla="*/ 111018 h 560043"/>
                <a:gd name="connsiteX246" fmla="*/ 2398450 w 2915191"/>
                <a:gd name="connsiteY246" fmla="*/ 121221 h 560043"/>
                <a:gd name="connsiteX247" fmla="*/ 2408194 w 2915191"/>
                <a:gd name="connsiteY247" fmla="*/ 146862 h 560043"/>
                <a:gd name="connsiteX248" fmla="*/ 2417953 w 2915191"/>
                <a:gd name="connsiteY248" fmla="*/ 158410 h 560043"/>
                <a:gd name="connsiteX249" fmla="*/ 2427697 w 2915191"/>
                <a:gd name="connsiteY249" fmla="*/ 155267 h 560043"/>
                <a:gd name="connsiteX250" fmla="*/ 2437441 w 2915191"/>
                <a:gd name="connsiteY250" fmla="*/ 185410 h 560043"/>
                <a:gd name="connsiteX251" fmla="*/ 2447200 w 2915191"/>
                <a:gd name="connsiteY251" fmla="*/ 199702 h 560043"/>
                <a:gd name="connsiteX252" fmla="*/ 2456944 w 2915191"/>
                <a:gd name="connsiteY252" fmla="*/ 241176 h 560043"/>
                <a:gd name="connsiteX253" fmla="*/ 2466703 w 2915191"/>
                <a:gd name="connsiteY253" fmla="*/ 231742 h 560043"/>
                <a:gd name="connsiteX254" fmla="*/ 2476446 w 2915191"/>
                <a:gd name="connsiteY254" fmla="*/ 194049 h 560043"/>
                <a:gd name="connsiteX255" fmla="*/ 2486190 w 2915191"/>
                <a:gd name="connsiteY255" fmla="*/ 184168 h 560043"/>
                <a:gd name="connsiteX256" fmla="*/ 2495949 w 2915191"/>
                <a:gd name="connsiteY256" fmla="*/ 197310 h 560043"/>
                <a:gd name="connsiteX257" fmla="*/ 2505693 w 2915191"/>
                <a:gd name="connsiteY257" fmla="*/ 215556 h 560043"/>
                <a:gd name="connsiteX258" fmla="*/ 2515452 w 2915191"/>
                <a:gd name="connsiteY258" fmla="*/ 215563 h 560043"/>
                <a:gd name="connsiteX259" fmla="*/ 2525196 w 2915191"/>
                <a:gd name="connsiteY259" fmla="*/ 221533 h 560043"/>
                <a:gd name="connsiteX260" fmla="*/ 2534940 w 2915191"/>
                <a:gd name="connsiteY260" fmla="*/ 217756 h 560043"/>
                <a:gd name="connsiteX261" fmla="*/ 2544699 w 2915191"/>
                <a:gd name="connsiteY261" fmla="*/ 250905 h 560043"/>
                <a:gd name="connsiteX262" fmla="*/ 2554443 w 2915191"/>
                <a:gd name="connsiteY262" fmla="*/ 284471 h 560043"/>
                <a:gd name="connsiteX263" fmla="*/ 2564202 w 2915191"/>
                <a:gd name="connsiteY263" fmla="*/ 281784 h 560043"/>
                <a:gd name="connsiteX264" fmla="*/ 2573946 w 2915191"/>
                <a:gd name="connsiteY264" fmla="*/ 268584 h 560043"/>
                <a:gd name="connsiteX265" fmla="*/ 2583690 w 2915191"/>
                <a:gd name="connsiteY265" fmla="*/ 246402 h 560043"/>
                <a:gd name="connsiteX266" fmla="*/ 2593448 w 2915191"/>
                <a:gd name="connsiteY266" fmla="*/ 262800 h 560043"/>
                <a:gd name="connsiteX267" fmla="*/ 2603192 w 2915191"/>
                <a:gd name="connsiteY267" fmla="*/ 271546 h 560043"/>
                <a:gd name="connsiteX268" fmla="*/ 2612951 w 2915191"/>
                <a:gd name="connsiteY268" fmla="*/ 265512 h 560043"/>
                <a:gd name="connsiteX269" fmla="*/ 2622695 w 2915191"/>
                <a:gd name="connsiteY269" fmla="*/ 277282 h 560043"/>
                <a:gd name="connsiteX270" fmla="*/ 2632439 w 2915191"/>
                <a:gd name="connsiteY270" fmla="*/ 284575 h 560043"/>
                <a:gd name="connsiteX271" fmla="*/ 2642198 w 2915191"/>
                <a:gd name="connsiteY271" fmla="*/ 296512 h 560043"/>
                <a:gd name="connsiteX272" fmla="*/ 2651942 w 2915191"/>
                <a:gd name="connsiteY272" fmla="*/ 294788 h 560043"/>
                <a:gd name="connsiteX273" fmla="*/ 2661685 w 2915191"/>
                <a:gd name="connsiteY273" fmla="*/ 294718 h 560043"/>
                <a:gd name="connsiteX274" fmla="*/ 2671444 w 2915191"/>
                <a:gd name="connsiteY274" fmla="*/ 322450 h 560043"/>
                <a:gd name="connsiteX275" fmla="*/ 2681188 w 2915191"/>
                <a:gd name="connsiteY275" fmla="*/ 318437 h 560043"/>
                <a:gd name="connsiteX276" fmla="*/ 2690947 w 2915191"/>
                <a:gd name="connsiteY276" fmla="*/ 293571 h 560043"/>
                <a:gd name="connsiteX277" fmla="*/ 2700691 w 2915191"/>
                <a:gd name="connsiteY277" fmla="*/ 282452 h 560043"/>
                <a:gd name="connsiteX278" fmla="*/ 2710435 w 2915191"/>
                <a:gd name="connsiteY278" fmla="*/ 294399 h 560043"/>
                <a:gd name="connsiteX279" fmla="*/ 2720194 w 2915191"/>
                <a:gd name="connsiteY279" fmla="*/ 326358 h 560043"/>
                <a:gd name="connsiteX280" fmla="*/ 2729938 w 2915191"/>
                <a:gd name="connsiteY280" fmla="*/ 340428 h 560043"/>
                <a:gd name="connsiteX281" fmla="*/ 2739697 w 2915191"/>
                <a:gd name="connsiteY281" fmla="*/ 344251 h 560043"/>
                <a:gd name="connsiteX282" fmla="*/ 2749441 w 2915191"/>
                <a:gd name="connsiteY282" fmla="*/ 357938 h 560043"/>
                <a:gd name="connsiteX283" fmla="*/ 2759185 w 2915191"/>
                <a:gd name="connsiteY283" fmla="*/ 358537 h 560043"/>
                <a:gd name="connsiteX284" fmla="*/ 2768943 w 2915191"/>
                <a:gd name="connsiteY284" fmla="*/ 326465 h 560043"/>
                <a:gd name="connsiteX285" fmla="*/ 2778687 w 2915191"/>
                <a:gd name="connsiteY285" fmla="*/ 319567 h 560043"/>
                <a:gd name="connsiteX286" fmla="*/ 2788446 w 2915191"/>
                <a:gd name="connsiteY286" fmla="*/ 366952 h 560043"/>
                <a:gd name="connsiteX287" fmla="*/ 2798190 w 2915191"/>
                <a:gd name="connsiteY287" fmla="*/ 355171 h 560043"/>
                <a:gd name="connsiteX288" fmla="*/ 2807934 w 2915191"/>
                <a:gd name="connsiteY288" fmla="*/ 387867 h 560043"/>
                <a:gd name="connsiteX289" fmla="*/ 2817693 w 2915191"/>
                <a:gd name="connsiteY289" fmla="*/ 408700 h 560043"/>
                <a:gd name="connsiteX290" fmla="*/ 2827437 w 2915191"/>
                <a:gd name="connsiteY290" fmla="*/ 428849 h 560043"/>
                <a:gd name="connsiteX291" fmla="*/ 2837196 w 2915191"/>
                <a:gd name="connsiteY291" fmla="*/ 472724 h 560043"/>
                <a:gd name="connsiteX292" fmla="*/ 2846940 w 2915191"/>
                <a:gd name="connsiteY292" fmla="*/ 474674 h 560043"/>
                <a:gd name="connsiteX293" fmla="*/ 2856684 w 2915191"/>
                <a:gd name="connsiteY293" fmla="*/ 489889 h 560043"/>
                <a:gd name="connsiteX294" fmla="*/ 2866442 w 2915191"/>
                <a:gd name="connsiteY294" fmla="*/ 490053 h 560043"/>
                <a:gd name="connsiteX295" fmla="*/ 2876186 w 2915191"/>
                <a:gd name="connsiteY295" fmla="*/ 510383 h 560043"/>
                <a:gd name="connsiteX296" fmla="*/ 2885945 w 2915191"/>
                <a:gd name="connsiteY296" fmla="*/ 522513 h 560043"/>
                <a:gd name="connsiteX297" fmla="*/ 2895689 w 2915191"/>
                <a:gd name="connsiteY297" fmla="*/ 512181 h 560043"/>
                <a:gd name="connsiteX298" fmla="*/ 2905433 w 2915191"/>
                <a:gd name="connsiteY298" fmla="*/ 534483 h 560043"/>
                <a:gd name="connsiteX299" fmla="*/ 2915192 w 2915191"/>
                <a:gd name="connsiteY299" fmla="*/ 560044 h 560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560043">
                  <a:moveTo>
                    <a:pt x="0" y="370150"/>
                  </a:moveTo>
                  <a:lnTo>
                    <a:pt x="9750" y="351138"/>
                  </a:lnTo>
                  <a:lnTo>
                    <a:pt x="19500" y="378394"/>
                  </a:lnTo>
                  <a:lnTo>
                    <a:pt x="29250" y="395647"/>
                  </a:lnTo>
                  <a:lnTo>
                    <a:pt x="39000" y="371181"/>
                  </a:lnTo>
                  <a:lnTo>
                    <a:pt x="48749" y="364296"/>
                  </a:lnTo>
                  <a:lnTo>
                    <a:pt x="58499" y="359736"/>
                  </a:lnTo>
                  <a:lnTo>
                    <a:pt x="68249" y="354007"/>
                  </a:lnTo>
                  <a:lnTo>
                    <a:pt x="77998" y="389144"/>
                  </a:lnTo>
                  <a:lnTo>
                    <a:pt x="87748" y="351333"/>
                  </a:lnTo>
                  <a:lnTo>
                    <a:pt x="97497" y="364003"/>
                  </a:lnTo>
                  <a:lnTo>
                    <a:pt x="107247" y="406245"/>
                  </a:lnTo>
                  <a:lnTo>
                    <a:pt x="116997" y="419578"/>
                  </a:lnTo>
                  <a:lnTo>
                    <a:pt x="126747" y="413137"/>
                  </a:lnTo>
                  <a:lnTo>
                    <a:pt x="136497" y="448437"/>
                  </a:lnTo>
                  <a:lnTo>
                    <a:pt x="146247" y="406033"/>
                  </a:lnTo>
                  <a:lnTo>
                    <a:pt x="155997" y="434943"/>
                  </a:lnTo>
                  <a:lnTo>
                    <a:pt x="165747" y="424706"/>
                  </a:lnTo>
                  <a:lnTo>
                    <a:pt x="175497" y="405182"/>
                  </a:lnTo>
                  <a:lnTo>
                    <a:pt x="185247" y="399601"/>
                  </a:lnTo>
                  <a:lnTo>
                    <a:pt x="194996" y="404577"/>
                  </a:lnTo>
                  <a:lnTo>
                    <a:pt x="204746" y="412921"/>
                  </a:lnTo>
                  <a:lnTo>
                    <a:pt x="214495" y="355707"/>
                  </a:lnTo>
                  <a:lnTo>
                    <a:pt x="224245" y="336587"/>
                  </a:lnTo>
                  <a:lnTo>
                    <a:pt x="233995" y="342473"/>
                  </a:lnTo>
                  <a:lnTo>
                    <a:pt x="243744" y="378640"/>
                  </a:lnTo>
                  <a:lnTo>
                    <a:pt x="253494" y="360900"/>
                  </a:lnTo>
                  <a:lnTo>
                    <a:pt x="263244" y="348563"/>
                  </a:lnTo>
                  <a:lnTo>
                    <a:pt x="272994" y="350365"/>
                  </a:lnTo>
                  <a:lnTo>
                    <a:pt x="282744" y="338533"/>
                  </a:lnTo>
                  <a:lnTo>
                    <a:pt x="292494" y="335293"/>
                  </a:lnTo>
                  <a:lnTo>
                    <a:pt x="302244" y="329119"/>
                  </a:lnTo>
                  <a:lnTo>
                    <a:pt x="311994" y="328336"/>
                  </a:lnTo>
                  <a:lnTo>
                    <a:pt x="321744" y="347779"/>
                  </a:lnTo>
                  <a:lnTo>
                    <a:pt x="331493" y="361983"/>
                  </a:lnTo>
                  <a:lnTo>
                    <a:pt x="341243" y="361327"/>
                  </a:lnTo>
                  <a:lnTo>
                    <a:pt x="350993" y="338924"/>
                  </a:lnTo>
                  <a:lnTo>
                    <a:pt x="360742" y="338791"/>
                  </a:lnTo>
                  <a:lnTo>
                    <a:pt x="370492" y="334965"/>
                  </a:lnTo>
                  <a:lnTo>
                    <a:pt x="380241" y="333311"/>
                  </a:lnTo>
                  <a:lnTo>
                    <a:pt x="389991" y="363039"/>
                  </a:lnTo>
                  <a:lnTo>
                    <a:pt x="399741" y="343809"/>
                  </a:lnTo>
                  <a:lnTo>
                    <a:pt x="409491" y="346291"/>
                  </a:lnTo>
                  <a:lnTo>
                    <a:pt x="419241" y="343036"/>
                  </a:lnTo>
                  <a:lnTo>
                    <a:pt x="428991" y="382788"/>
                  </a:lnTo>
                  <a:lnTo>
                    <a:pt x="438741" y="370195"/>
                  </a:lnTo>
                  <a:lnTo>
                    <a:pt x="448491" y="339487"/>
                  </a:lnTo>
                  <a:lnTo>
                    <a:pt x="458241" y="323567"/>
                  </a:lnTo>
                  <a:lnTo>
                    <a:pt x="467991" y="300949"/>
                  </a:lnTo>
                  <a:lnTo>
                    <a:pt x="477740" y="316818"/>
                  </a:lnTo>
                  <a:lnTo>
                    <a:pt x="487490" y="305259"/>
                  </a:lnTo>
                  <a:lnTo>
                    <a:pt x="497239" y="296871"/>
                  </a:lnTo>
                  <a:lnTo>
                    <a:pt x="506989" y="258904"/>
                  </a:lnTo>
                  <a:lnTo>
                    <a:pt x="516738" y="281944"/>
                  </a:lnTo>
                  <a:lnTo>
                    <a:pt x="526488" y="271853"/>
                  </a:lnTo>
                  <a:lnTo>
                    <a:pt x="536238" y="242843"/>
                  </a:lnTo>
                  <a:lnTo>
                    <a:pt x="545988" y="252235"/>
                  </a:lnTo>
                  <a:lnTo>
                    <a:pt x="555738" y="242061"/>
                  </a:lnTo>
                  <a:lnTo>
                    <a:pt x="565488" y="252104"/>
                  </a:lnTo>
                  <a:lnTo>
                    <a:pt x="575238" y="260075"/>
                  </a:lnTo>
                  <a:lnTo>
                    <a:pt x="584988" y="273696"/>
                  </a:lnTo>
                  <a:lnTo>
                    <a:pt x="594738" y="222005"/>
                  </a:lnTo>
                  <a:lnTo>
                    <a:pt x="604488" y="227058"/>
                  </a:lnTo>
                  <a:lnTo>
                    <a:pt x="614237" y="197330"/>
                  </a:lnTo>
                  <a:lnTo>
                    <a:pt x="623987" y="183620"/>
                  </a:lnTo>
                  <a:lnTo>
                    <a:pt x="633736" y="144858"/>
                  </a:lnTo>
                  <a:lnTo>
                    <a:pt x="643486" y="130059"/>
                  </a:lnTo>
                  <a:lnTo>
                    <a:pt x="653236" y="118289"/>
                  </a:lnTo>
                  <a:lnTo>
                    <a:pt x="662985" y="97048"/>
                  </a:lnTo>
                  <a:lnTo>
                    <a:pt x="672735" y="115260"/>
                  </a:lnTo>
                  <a:lnTo>
                    <a:pt x="682485" y="106943"/>
                  </a:lnTo>
                  <a:lnTo>
                    <a:pt x="692235" y="89686"/>
                  </a:lnTo>
                  <a:lnTo>
                    <a:pt x="701985" y="71338"/>
                  </a:lnTo>
                  <a:lnTo>
                    <a:pt x="711735" y="77995"/>
                  </a:lnTo>
                  <a:lnTo>
                    <a:pt x="721485" y="90336"/>
                  </a:lnTo>
                  <a:lnTo>
                    <a:pt x="731235" y="72168"/>
                  </a:lnTo>
                  <a:lnTo>
                    <a:pt x="740985" y="62866"/>
                  </a:lnTo>
                  <a:lnTo>
                    <a:pt x="750734" y="35485"/>
                  </a:lnTo>
                  <a:lnTo>
                    <a:pt x="760484" y="28579"/>
                  </a:lnTo>
                  <a:lnTo>
                    <a:pt x="770233" y="11217"/>
                  </a:lnTo>
                  <a:lnTo>
                    <a:pt x="779983" y="27760"/>
                  </a:lnTo>
                  <a:lnTo>
                    <a:pt x="789733" y="29326"/>
                  </a:lnTo>
                  <a:lnTo>
                    <a:pt x="799482" y="31266"/>
                  </a:lnTo>
                  <a:lnTo>
                    <a:pt x="809232" y="13753"/>
                  </a:lnTo>
                  <a:lnTo>
                    <a:pt x="818982" y="15690"/>
                  </a:lnTo>
                  <a:lnTo>
                    <a:pt x="828732" y="18817"/>
                  </a:lnTo>
                  <a:lnTo>
                    <a:pt x="838482" y="39251"/>
                  </a:lnTo>
                  <a:lnTo>
                    <a:pt x="848232" y="49840"/>
                  </a:lnTo>
                  <a:lnTo>
                    <a:pt x="857982" y="66400"/>
                  </a:lnTo>
                  <a:lnTo>
                    <a:pt x="867732" y="63502"/>
                  </a:lnTo>
                  <a:lnTo>
                    <a:pt x="877482" y="49050"/>
                  </a:lnTo>
                  <a:lnTo>
                    <a:pt x="887231" y="68123"/>
                  </a:lnTo>
                  <a:lnTo>
                    <a:pt x="896981" y="77557"/>
                  </a:lnTo>
                  <a:lnTo>
                    <a:pt x="906730" y="85243"/>
                  </a:lnTo>
                  <a:lnTo>
                    <a:pt x="916480" y="92459"/>
                  </a:lnTo>
                  <a:lnTo>
                    <a:pt x="926230" y="100546"/>
                  </a:lnTo>
                  <a:lnTo>
                    <a:pt x="935979" y="85094"/>
                  </a:lnTo>
                  <a:lnTo>
                    <a:pt x="945729" y="81927"/>
                  </a:lnTo>
                  <a:lnTo>
                    <a:pt x="955479" y="66475"/>
                  </a:lnTo>
                  <a:lnTo>
                    <a:pt x="965229" y="53605"/>
                  </a:lnTo>
                  <a:lnTo>
                    <a:pt x="974979" y="66041"/>
                  </a:lnTo>
                  <a:lnTo>
                    <a:pt x="984729" y="45822"/>
                  </a:lnTo>
                  <a:lnTo>
                    <a:pt x="994474" y="56515"/>
                  </a:lnTo>
                  <a:lnTo>
                    <a:pt x="1004233" y="62999"/>
                  </a:lnTo>
                  <a:lnTo>
                    <a:pt x="1013977" y="81831"/>
                  </a:lnTo>
                  <a:lnTo>
                    <a:pt x="1023721" y="65141"/>
                  </a:lnTo>
                  <a:lnTo>
                    <a:pt x="1033480" y="49043"/>
                  </a:lnTo>
                  <a:lnTo>
                    <a:pt x="1043224" y="61856"/>
                  </a:lnTo>
                  <a:lnTo>
                    <a:pt x="1052983" y="95896"/>
                  </a:lnTo>
                  <a:lnTo>
                    <a:pt x="1062727" y="96970"/>
                  </a:lnTo>
                  <a:lnTo>
                    <a:pt x="1072471" y="82564"/>
                  </a:lnTo>
                  <a:lnTo>
                    <a:pt x="1082230" y="110691"/>
                  </a:lnTo>
                  <a:lnTo>
                    <a:pt x="1091973" y="88379"/>
                  </a:lnTo>
                  <a:lnTo>
                    <a:pt x="1101732" y="75729"/>
                  </a:lnTo>
                  <a:lnTo>
                    <a:pt x="1111476" y="62726"/>
                  </a:lnTo>
                  <a:lnTo>
                    <a:pt x="1121220" y="91939"/>
                  </a:lnTo>
                  <a:lnTo>
                    <a:pt x="1130979" y="148482"/>
                  </a:lnTo>
                  <a:lnTo>
                    <a:pt x="1140723" y="168294"/>
                  </a:lnTo>
                  <a:lnTo>
                    <a:pt x="1150482" y="149827"/>
                  </a:lnTo>
                  <a:lnTo>
                    <a:pt x="1160226" y="191532"/>
                  </a:lnTo>
                  <a:lnTo>
                    <a:pt x="1169969" y="183874"/>
                  </a:lnTo>
                  <a:lnTo>
                    <a:pt x="1179728" y="147372"/>
                  </a:lnTo>
                  <a:lnTo>
                    <a:pt x="1189472" y="139033"/>
                  </a:lnTo>
                  <a:lnTo>
                    <a:pt x="1199231" y="157071"/>
                  </a:lnTo>
                  <a:lnTo>
                    <a:pt x="1208975" y="188298"/>
                  </a:lnTo>
                  <a:lnTo>
                    <a:pt x="1218719" y="173767"/>
                  </a:lnTo>
                  <a:lnTo>
                    <a:pt x="1228478" y="132018"/>
                  </a:lnTo>
                  <a:lnTo>
                    <a:pt x="1238222" y="103445"/>
                  </a:lnTo>
                  <a:lnTo>
                    <a:pt x="1247966" y="83658"/>
                  </a:lnTo>
                  <a:lnTo>
                    <a:pt x="1257725" y="72463"/>
                  </a:lnTo>
                  <a:lnTo>
                    <a:pt x="1267469" y="46185"/>
                  </a:lnTo>
                  <a:lnTo>
                    <a:pt x="1277227" y="45788"/>
                  </a:lnTo>
                  <a:lnTo>
                    <a:pt x="1286971" y="56059"/>
                  </a:lnTo>
                  <a:lnTo>
                    <a:pt x="1296715" y="77507"/>
                  </a:lnTo>
                  <a:lnTo>
                    <a:pt x="1306474" y="87393"/>
                  </a:lnTo>
                  <a:lnTo>
                    <a:pt x="1316218" y="90911"/>
                  </a:lnTo>
                  <a:lnTo>
                    <a:pt x="1325977" y="113506"/>
                  </a:lnTo>
                  <a:lnTo>
                    <a:pt x="1335721" y="133742"/>
                  </a:lnTo>
                  <a:lnTo>
                    <a:pt x="1345465" y="130314"/>
                  </a:lnTo>
                  <a:lnTo>
                    <a:pt x="1355224" y="140853"/>
                  </a:lnTo>
                  <a:lnTo>
                    <a:pt x="1364967" y="133528"/>
                  </a:lnTo>
                  <a:lnTo>
                    <a:pt x="1374726" y="125771"/>
                  </a:lnTo>
                  <a:lnTo>
                    <a:pt x="1384470" y="119640"/>
                  </a:lnTo>
                  <a:lnTo>
                    <a:pt x="1394214" y="88580"/>
                  </a:lnTo>
                  <a:lnTo>
                    <a:pt x="1403973" y="96383"/>
                  </a:lnTo>
                  <a:lnTo>
                    <a:pt x="1413717" y="127759"/>
                  </a:lnTo>
                  <a:lnTo>
                    <a:pt x="1423476" y="98570"/>
                  </a:lnTo>
                  <a:lnTo>
                    <a:pt x="1433220" y="69733"/>
                  </a:lnTo>
                  <a:lnTo>
                    <a:pt x="1442964" y="69700"/>
                  </a:lnTo>
                  <a:lnTo>
                    <a:pt x="1452722" y="57757"/>
                  </a:lnTo>
                  <a:lnTo>
                    <a:pt x="1462466" y="63678"/>
                  </a:lnTo>
                  <a:lnTo>
                    <a:pt x="1472225" y="78536"/>
                  </a:lnTo>
                  <a:lnTo>
                    <a:pt x="1481969" y="64985"/>
                  </a:lnTo>
                  <a:lnTo>
                    <a:pt x="1491713" y="67214"/>
                  </a:lnTo>
                  <a:lnTo>
                    <a:pt x="1501472" y="69884"/>
                  </a:lnTo>
                  <a:lnTo>
                    <a:pt x="1511216" y="56139"/>
                  </a:lnTo>
                  <a:lnTo>
                    <a:pt x="1520960" y="57769"/>
                  </a:lnTo>
                  <a:lnTo>
                    <a:pt x="1530719" y="21231"/>
                  </a:lnTo>
                  <a:lnTo>
                    <a:pt x="1540463" y="0"/>
                  </a:lnTo>
                  <a:lnTo>
                    <a:pt x="1550221" y="6138"/>
                  </a:lnTo>
                  <a:lnTo>
                    <a:pt x="1559965" y="18254"/>
                  </a:lnTo>
                  <a:lnTo>
                    <a:pt x="1569709" y="47036"/>
                  </a:lnTo>
                  <a:lnTo>
                    <a:pt x="1579468" y="97398"/>
                  </a:lnTo>
                  <a:lnTo>
                    <a:pt x="1589212" y="75942"/>
                  </a:lnTo>
                  <a:lnTo>
                    <a:pt x="1598971" y="116683"/>
                  </a:lnTo>
                  <a:lnTo>
                    <a:pt x="1608715" y="91630"/>
                  </a:lnTo>
                  <a:lnTo>
                    <a:pt x="1618459" y="94670"/>
                  </a:lnTo>
                  <a:lnTo>
                    <a:pt x="1628218" y="69836"/>
                  </a:lnTo>
                  <a:lnTo>
                    <a:pt x="1637962" y="51439"/>
                  </a:lnTo>
                  <a:lnTo>
                    <a:pt x="1647720" y="63488"/>
                  </a:lnTo>
                  <a:lnTo>
                    <a:pt x="1657464" y="84993"/>
                  </a:lnTo>
                  <a:lnTo>
                    <a:pt x="1667208" y="61084"/>
                  </a:lnTo>
                  <a:lnTo>
                    <a:pt x="1676967" y="61064"/>
                  </a:lnTo>
                  <a:lnTo>
                    <a:pt x="1686711" y="80863"/>
                  </a:lnTo>
                  <a:lnTo>
                    <a:pt x="1696470" y="69116"/>
                  </a:lnTo>
                  <a:lnTo>
                    <a:pt x="1706214" y="55502"/>
                  </a:lnTo>
                  <a:lnTo>
                    <a:pt x="1715958" y="87891"/>
                  </a:lnTo>
                  <a:lnTo>
                    <a:pt x="1725716" y="111091"/>
                  </a:lnTo>
                  <a:lnTo>
                    <a:pt x="1735460" y="103262"/>
                  </a:lnTo>
                  <a:lnTo>
                    <a:pt x="1745219" y="96791"/>
                  </a:lnTo>
                  <a:lnTo>
                    <a:pt x="1754963" y="131069"/>
                  </a:lnTo>
                  <a:lnTo>
                    <a:pt x="1764707" y="136232"/>
                  </a:lnTo>
                  <a:lnTo>
                    <a:pt x="1774466" y="145760"/>
                  </a:lnTo>
                  <a:lnTo>
                    <a:pt x="1784210" y="102176"/>
                  </a:lnTo>
                  <a:lnTo>
                    <a:pt x="1793969" y="86997"/>
                  </a:lnTo>
                  <a:lnTo>
                    <a:pt x="1803713" y="57331"/>
                  </a:lnTo>
                  <a:lnTo>
                    <a:pt x="1813457" y="70778"/>
                  </a:lnTo>
                  <a:lnTo>
                    <a:pt x="1823215" y="28196"/>
                  </a:lnTo>
                  <a:lnTo>
                    <a:pt x="1832959" y="40008"/>
                  </a:lnTo>
                  <a:lnTo>
                    <a:pt x="1842703" y="79237"/>
                  </a:lnTo>
                  <a:lnTo>
                    <a:pt x="1852462" y="111044"/>
                  </a:lnTo>
                  <a:lnTo>
                    <a:pt x="1862206" y="85394"/>
                  </a:lnTo>
                  <a:lnTo>
                    <a:pt x="1871965" y="85723"/>
                  </a:lnTo>
                  <a:lnTo>
                    <a:pt x="1881709" y="79719"/>
                  </a:lnTo>
                  <a:lnTo>
                    <a:pt x="1891453" y="78418"/>
                  </a:lnTo>
                  <a:lnTo>
                    <a:pt x="1901212" y="90067"/>
                  </a:lnTo>
                  <a:lnTo>
                    <a:pt x="1910956" y="63824"/>
                  </a:lnTo>
                  <a:lnTo>
                    <a:pt x="1920714" y="51181"/>
                  </a:lnTo>
                  <a:lnTo>
                    <a:pt x="1930458" y="62892"/>
                  </a:lnTo>
                  <a:lnTo>
                    <a:pt x="1940202" y="54663"/>
                  </a:lnTo>
                  <a:lnTo>
                    <a:pt x="1949961" y="55403"/>
                  </a:lnTo>
                  <a:lnTo>
                    <a:pt x="1959705" y="76120"/>
                  </a:lnTo>
                  <a:lnTo>
                    <a:pt x="1969464" y="69194"/>
                  </a:lnTo>
                  <a:lnTo>
                    <a:pt x="1979208" y="65809"/>
                  </a:lnTo>
                  <a:lnTo>
                    <a:pt x="1988952" y="87710"/>
                  </a:lnTo>
                  <a:lnTo>
                    <a:pt x="1998711" y="86842"/>
                  </a:lnTo>
                  <a:lnTo>
                    <a:pt x="2008454" y="79053"/>
                  </a:lnTo>
                  <a:lnTo>
                    <a:pt x="2018213" y="69803"/>
                  </a:lnTo>
                  <a:lnTo>
                    <a:pt x="2027957" y="115235"/>
                  </a:lnTo>
                  <a:lnTo>
                    <a:pt x="2037701" y="147518"/>
                  </a:lnTo>
                  <a:lnTo>
                    <a:pt x="2047460" y="119955"/>
                  </a:lnTo>
                  <a:lnTo>
                    <a:pt x="2057204" y="145331"/>
                  </a:lnTo>
                  <a:lnTo>
                    <a:pt x="2066963" y="99390"/>
                  </a:lnTo>
                  <a:lnTo>
                    <a:pt x="2076707" y="104856"/>
                  </a:lnTo>
                  <a:lnTo>
                    <a:pt x="2086451" y="125290"/>
                  </a:lnTo>
                  <a:lnTo>
                    <a:pt x="2096210" y="146862"/>
                  </a:lnTo>
                  <a:lnTo>
                    <a:pt x="2105954" y="142533"/>
                  </a:lnTo>
                  <a:lnTo>
                    <a:pt x="2115697" y="131402"/>
                  </a:lnTo>
                  <a:lnTo>
                    <a:pt x="2125456" y="146318"/>
                  </a:lnTo>
                  <a:lnTo>
                    <a:pt x="2135200" y="165562"/>
                  </a:lnTo>
                  <a:lnTo>
                    <a:pt x="2144959" y="162268"/>
                  </a:lnTo>
                  <a:lnTo>
                    <a:pt x="2154703" y="144259"/>
                  </a:lnTo>
                  <a:lnTo>
                    <a:pt x="2164447" y="142303"/>
                  </a:lnTo>
                  <a:lnTo>
                    <a:pt x="2174206" y="114420"/>
                  </a:lnTo>
                  <a:lnTo>
                    <a:pt x="2183950" y="91566"/>
                  </a:lnTo>
                  <a:lnTo>
                    <a:pt x="2193709" y="121607"/>
                  </a:lnTo>
                  <a:lnTo>
                    <a:pt x="2203452" y="109534"/>
                  </a:lnTo>
                  <a:lnTo>
                    <a:pt x="2213196" y="124406"/>
                  </a:lnTo>
                  <a:lnTo>
                    <a:pt x="2222955" y="142126"/>
                  </a:lnTo>
                  <a:lnTo>
                    <a:pt x="2232699" y="153184"/>
                  </a:lnTo>
                  <a:lnTo>
                    <a:pt x="2242458" y="117210"/>
                  </a:lnTo>
                  <a:lnTo>
                    <a:pt x="2252202" y="112715"/>
                  </a:lnTo>
                  <a:lnTo>
                    <a:pt x="2261946" y="104560"/>
                  </a:lnTo>
                  <a:lnTo>
                    <a:pt x="2271705" y="126177"/>
                  </a:lnTo>
                  <a:lnTo>
                    <a:pt x="2281449" y="131466"/>
                  </a:lnTo>
                  <a:lnTo>
                    <a:pt x="2291208" y="142029"/>
                  </a:lnTo>
                  <a:lnTo>
                    <a:pt x="2300951" y="134429"/>
                  </a:lnTo>
                  <a:lnTo>
                    <a:pt x="2310695" y="107557"/>
                  </a:lnTo>
                  <a:lnTo>
                    <a:pt x="2320454" y="153586"/>
                  </a:lnTo>
                  <a:lnTo>
                    <a:pt x="2330198" y="148310"/>
                  </a:lnTo>
                  <a:lnTo>
                    <a:pt x="2339957" y="125286"/>
                  </a:lnTo>
                  <a:lnTo>
                    <a:pt x="2349701" y="115262"/>
                  </a:lnTo>
                  <a:lnTo>
                    <a:pt x="2359445" y="127444"/>
                  </a:lnTo>
                  <a:lnTo>
                    <a:pt x="2369204" y="89927"/>
                  </a:lnTo>
                  <a:lnTo>
                    <a:pt x="2378948" y="92258"/>
                  </a:lnTo>
                  <a:lnTo>
                    <a:pt x="2388692" y="111018"/>
                  </a:lnTo>
                  <a:lnTo>
                    <a:pt x="2398450" y="121221"/>
                  </a:lnTo>
                  <a:lnTo>
                    <a:pt x="2408194" y="146862"/>
                  </a:lnTo>
                  <a:lnTo>
                    <a:pt x="2417953" y="158410"/>
                  </a:lnTo>
                  <a:lnTo>
                    <a:pt x="2427697" y="155267"/>
                  </a:lnTo>
                  <a:lnTo>
                    <a:pt x="2437441" y="185410"/>
                  </a:lnTo>
                  <a:lnTo>
                    <a:pt x="2447200" y="199702"/>
                  </a:lnTo>
                  <a:lnTo>
                    <a:pt x="2456944" y="241176"/>
                  </a:lnTo>
                  <a:lnTo>
                    <a:pt x="2466703" y="231742"/>
                  </a:lnTo>
                  <a:lnTo>
                    <a:pt x="2476446" y="194049"/>
                  </a:lnTo>
                  <a:lnTo>
                    <a:pt x="2486190" y="184168"/>
                  </a:lnTo>
                  <a:lnTo>
                    <a:pt x="2495949" y="197310"/>
                  </a:lnTo>
                  <a:lnTo>
                    <a:pt x="2505693" y="215556"/>
                  </a:lnTo>
                  <a:lnTo>
                    <a:pt x="2515452" y="215563"/>
                  </a:lnTo>
                  <a:lnTo>
                    <a:pt x="2525196" y="221533"/>
                  </a:lnTo>
                  <a:lnTo>
                    <a:pt x="2534940" y="217756"/>
                  </a:lnTo>
                  <a:lnTo>
                    <a:pt x="2544699" y="250905"/>
                  </a:lnTo>
                  <a:lnTo>
                    <a:pt x="2554443" y="284471"/>
                  </a:lnTo>
                  <a:lnTo>
                    <a:pt x="2564202" y="281784"/>
                  </a:lnTo>
                  <a:lnTo>
                    <a:pt x="2573946" y="268584"/>
                  </a:lnTo>
                  <a:lnTo>
                    <a:pt x="2583690" y="246402"/>
                  </a:lnTo>
                  <a:lnTo>
                    <a:pt x="2593448" y="262800"/>
                  </a:lnTo>
                  <a:lnTo>
                    <a:pt x="2603192" y="271546"/>
                  </a:lnTo>
                  <a:lnTo>
                    <a:pt x="2612951" y="265512"/>
                  </a:lnTo>
                  <a:lnTo>
                    <a:pt x="2622695" y="277282"/>
                  </a:lnTo>
                  <a:lnTo>
                    <a:pt x="2632439" y="284575"/>
                  </a:lnTo>
                  <a:lnTo>
                    <a:pt x="2642198" y="296512"/>
                  </a:lnTo>
                  <a:lnTo>
                    <a:pt x="2651942" y="294788"/>
                  </a:lnTo>
                  <a:lnTo>
                    <a:pt x="2661685" y="294718"/>
                  </a:lnTo>
                  <a:lnTo>
                    <a:pt x="2671444" y="322450"/>
                  </a:lnTo>
                  <a:lnTo>
                    <a:pt x="2681188" y="318437"/>
                  </a:lnTo>
                  <a:lnTo>
                    <a:pt x="2690947" y="293571"/>
                  </a:lnTo>
                  <a:lnTo>
                    <a:pt x="2700691" y="282452"/>
                  </a:lnTo>
                  <a:lnTo>
                    <a:pt x="2710435" y="294399"/>
                  </a:lnTo>
                  <a:lnTo>
                    <a:pt x="2720194" y="326358"/>
                  </a:lnTo>
                  <a:lnTo>
                    <a:pt x="2729938" y="340428"/>
                  </a:lnTo>
                  <a:lnTo>
                    <a:pt x="2739697" y="344251"/>
                  </a:lnTo>
                  <a:lnTo>
                    <a:pt x="2749441" y="357938"/>
                  </a:lnTo>
                  <a:lnTo>
                    <a:pt x="2759185" y="358537"/>
                  </a:lnTo>
                  <a:lnTo>
                    <a:pt x="2768943" y="326465"/>
                  </a:lnTo>
                  <a:lnTo>
                    <a:pt x="2778687" y="319567"/>
                  </a:lnTo>
                  <a:lnTo>
                    <a:pt x="2788446" y="366952"/>
                  </a:lnTo>
                  <a:lnTo>
                    <a:pt x="2798190" y="355171"/>
                  </a:lnTo>
                  <a:lnTo>
                    <a:pt x="2807934" y="387867"/>
                  </a:lnTo>
                  <a:lnTo>
                    <a:pt x="2817693" y="408700"/>
                  </a:lnTo>
                  <a:lnTo>
                    <a:pt x="2827437" y="428849"/>
                  </a:lnTo>
                  <a:lnTo>
                    <a:pt x="2837196" y="472724"/>
                  </a:lnTo>
                  <a:lnTo>
                    <a:pt x="2846940" y="474674"/>
                  </a:lnTo>
                  <a:lnTo>
                    <a:pt x="2856684" y="489889"/>
                  </a:lnTo>
                  <a:lnTo>
                    <a:pt x="2866442" y="490053"/>
                  </a:lnTo>
                  <a:lnTo>
                    <a:pt x="2876186" y="510383"/>
                  </a:lnTo>
                  <a:lnTo>
                    <a:pt x="2885945" y="522513"/>
                  </a:lnTo>
                  <a:lnTo>
                    <a:pt x="2895689" y="512181"/>
                  </a:lnTo>
                  <a:lnTo>
                    <a:pt x="2905433" y="534483"/>
                  </a:lnTo>
                  <a:lnTo>
                    <a:pt x="2915192" y="560044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9" name="Freeform 1248">
              <a:extLst>
                <a:ext uri="{FF2B5EF4-FFF2-40B4-BE49-F238E27FC236}">
                  <a16:creationId xmlns:a16="http://schemas.microsoft.com/office/drawing/2014/main" id="{249FD157-E475-600F-5EC0-F67FE304D03E}"/>
                </a:ext>
              </a:extLst>
            </p:cNvPr>
            <p:cNvSpPr/>
            <p:nvPr/>
          </p:nvSpPr>
          <p:spPr>
            <a:xfrm>
              <a:off x="4426652" y="3238619"/>
              <a:ext cx="2915191" cy="396482"/>
            </a:xfrm>
            <a:custGeom>
              <a:avLst/>
              <a:gdLst>
                <a:gd name="connsiteX0" fmla="*/ 0 w 2915191"/>
                <a:gd name="connsiteY0" fmla="*/ 257215 h 396482"/>
                <a:gd name="connsiteX1" fmla="*/ 9750 w 2915191"/>
                <a:gd name="connsiteY1" fmla="*/ 250905 h 396482"/>
                <a:gd name="connsiteX2" fmla="*/ 19500 w 2915191"/>
                <a:gd name="connsiteY2" fmla="*/ 224738 h 396482"/>
                <a:gd name="connsiteX3" fmla="*/ 29250 w 2915191"/>
                <a:gd name="connsiteY3" fmla="*/ 210181 h 396482"/>
                <a:gd name="connsiteX4" fmla="*/ 39000 w 2915191"/>
                <a:gd name="connsiteY4" fmla="*/ 209900 h 396482"/>
                <a:gd name="connsiteX5" fmla="*/ 48749 w 2915191"/>
                <a:gd name="connsiteY5" fmla="*/ 209161 h 396482"/>
                <a:gd name="connsiteX6" fmla="*/ 58499 w 2915191"/>
                <a:gd name="connsiteY6" fmla="*/ 192924 h 396482"/>
                <a:gd name="connsiteX7" fmla="*/ 68249 w 2915191"/>
                <a:gd name="connsiteY7" fmla="*/ 192982 h 396482"/>
                <a:gd name="connsiteX8" fmla="*/ 77998 w 2915191"/>
                <a:gd name="connsiteY8" fmla="*/ 184248 h 396482"/>
                <a:gd name="connsiteX9" fmla="*/ 87748 w 2915191"/>
                <a:gd name="connsiteY9" fmla="*/ 211011 h 396482"/>
                <a:gd name="connsiteX10" fmla="*/ 97497 w 2915191"/>
                <a:gd name="connsiteY10" fmla="*/ 233165 h 396482"/>
                <a:gd name="connsiteX11" fmla="*/ 107247 w 2915191"/>
                <a:gd name="connsiteY11" fmla="*/ 254895 h 396482"/>
                <a:gd name="connsiteX12" fmla="*/ 116997 w 2915191"/>
                <a:gd name="connsiteY12" fmla="*/ 226491 h 396482"/>
                <a:gd name="connsiteX13" fmla="*/ 126747 w 2915191"/>
                <a:gd name="connsiteY13" fmla="*/ 226398 h 396482"/>
                <a:gd name="connsiteX14" fmla="*/ 136497 w 2915191"/>
                <a:gd name="connsiteY14" fmla="*/ 225493 h 396482"/>
                <a:gd name="connsiteX15" fmla="*/ 146247 w 2915191"/>
                <a:gd name="connsiteY15" fmla="*/ 265484 h 396482"/>
                <a:gd name="connsiteX16" fmla="*/ 155997 w 2915191"/>
                <a:gd name="connsiteY16" fmla="*/ 227721 h 396482"/>
                <a:gd name="connsiteX17" fmla="*/ 165747 w 2915191"/>
                <a:gd name="connsiteY17" fmla="*/ 223883 h 396482"/>
                <a:gd name="connsiteX18" fmla="*/ 175497 w 2915191"/>
                <a:gd name="connsiteY18" fmla="*/ 229124 h 396482"/>
                <a:gd name="connsiteX19" fmla="*/ 185247 w 2915191"/>
                <a:gd name="connsiteY19" fmla="*/ 257660 h 396482"/>
                <a:gd name="connsiteX20" fmla="*/ 194996 w 2915191"/>
                <a:gd name="connsiteY20" fmla="*/ 260249 h 396482"/>
                <a:gd name="connsiteX21" fmla="*/ 204746 w 2915191"/>
                <a:gd name="connsiteY21" fmla="*/ 275780 h 396482"/>
                <a:gd name="connsiteX22" fmla="*/ 214495 w 2915191"/>
                <a:gd name="connsiteY22" fmla="*/ 277780 h 396482"/>
                <a:gd name="connsiteX23" fmla="*/ 224245 w 2915191"/>
                <a:gd name="connsiteY23" fmla="*/ 263697 h 396482"/>
                <a:gd name="connsiteX24" fmla="*/ 233995 w 2915191"/>
                <a:gd name="connsiteY24" fmla="*/ 274180 h 396482"/>
                <a:gd name="connsiteX25" fmla="*/ 243744 w 2915191"/>
                <a:gd name="connsiteY25" fmla="*/ 285074 h 396482"/>
                <a:gd name="connsiteX26" fmla="*/ 253494 w 2915191"/>
                <a:gd name="connsiteY26" fmla="*/ 313408 h 396482"/>
                <a:gd name="connsiteX27" fmla="*/ 263244 w 2915191"/>
                <a:gd name="connsiteY27" fmla="*/ 265635 h 396482"/>
                <a:gd name="connsiteX28" fmla="*/ 272994 w 2915191"/>
                <a:gd name="connsiteY28" fmla="*/ 253335 h 396482"/>
                <a:gd name="connsiteX29" fmla="*/ 282744 w 2915191"/>
                <a:gd name="connsiteY29" fmla="*/ 255902 h 396482"/>
                <a:gd name="connsiteX30" fmla="*/ 292494 w 2915191"/>
                <a:gd name="connsiteY30" fmla="*/ 275354 h 396482"/>
                <a:gd name="connsiteX31" fmla="*/ 302244 w 2915191"/>
                <a:gd name="connsiteY31" fmla="*/ 281121 h 396482"/>
                <a:gd name="connsiteX32" fmla="*/ 311994 w 2915191"/>
                <a:gd name="connsiteY32" fmla="*/ 302998 h 396482"/>
                <a:gd name="connsiteX33" fmla="*/ 321744 w 2915191"/>
                <a:gd name="connsiteY33" fmla="*/ 325693 h 396482"/>
                <a:gd name="connsiteX34" fmla="*/ 331493 w 2915191"/>
                <a:gd name="connsiteY34" fmla="*/ 349509 h 396482"/>
                <a:gd name="connsiteX35" fmla="*/ 341243 w 2915191"/>
                <a:gd name="connsiteY35" fmla="*/ 324868 h 396482"/>
                <a:gd name="connsiteX36" fmla="*/ 350993 w 2915191"/>
                <a:gd name="connsiteY36" fmla="*/ 371445 h 396482"/>
                <a:gd name="connsiteX37" fmla="*/ 360742 w 2915191"/>
                <a:gd name="connsiteY37" fmla="*/ 348757 h 396482"/>
                <a:gd name="connsiteX38" fmla="*/ 370492 w 2915191"/>
                <a:gd name="connsiteY38" fmla="*/ 337143 h 396482"/>
                <a:gd name="connsiteX39" fmla="*/ 380241 w 2915191"/>
                <a:gd name="connsiteY39" fmla="*/ 300827 h 396482"/>
                <a:gd name="connsiteX40" fmla="*/ 389991 w 2915191"/>
                <a:gd name="connsiteY40" fmla="*/ 328406 h 396482"/>
                <a:gd name="connsiteX41" fmla="*/ 399741 w 2915191"/>
                <a:gd name="connsiteY41" fmla="*/ 315782 h 396482"/>
                <a:gd name="connsiteX42" fmla="*/ 409491 w 2915191"/>
                <a:gd name="connsiteY42" fmla="*/ 294943 h 396482"/>
                <a:gd name="connsiteX43" fmla="*/ 419241 w 2915191"/>
                <a:gd name="connsiteY43" fmla="*/ 295468 h 396482"/>
                <a:gd name="connsiteX44" fmla="*/ 428991 w 2915191"/>
                <a:gd name="connsiteY44" fmla="*/ 301867 h 396482"/>
                <a:gd name="connsiteX45" fmla="*/ 438741 w 2915191"/>
                <a:gd name="connsiteY45" fmla="*/ 287120 h 396482"/>
                <a:gd name="connsiteX46" fmla="*/ 448491 w 2915191"/>
                <a:gd name="connsiteY46" fmla="*/ 292841 h 396482"/>
                <a:gd name="connsiteX47" fmla="*/ 458241 w 2915191"/>
                <a:gd name="connsiteY47" fmla="*/ 307734 h 396482"/>
                <a:gd name="connsiteX48" fmla="*/ 467991 w 2915191"/>
                <a:gd name="connsiteY48" fmla="*/ 272473 h 396482"/>
                <a:gd name="connsiteX49" fmla="*/ 477740 w 2915191"/>
                <a:gd name="connsiteY49" fmla="*/ 267638 h 396482"/>
                <a:gd name="connsiteX50" fmla="*/ 487490 w 2915191"/>
                <a:gd name="connsiteY50" fmla="*/ 259779 h 396482"/>
                <a:gd name="connsiteX51" fmla="*/ 497239 w 2915191"/>
                <a:gd name="connsiteY51" fmla="*/ 241295 h 396482"/>
                <a:gd name="connsiteX52" fmla="*/ 506989 w 2915191"/>
                <a:gd name="connsiteY52" fmla="*/ 199859 h 396482"/>
                <a:gd name="connsiteX53" fmla="*/ 516738 w 2915191"/>
                <a:gd name="connsiteY53" fmla="*/ 184184 h 396482"/>
                <a:gd name="connsiteX54" fmla="*/ 526488 w 2915191"/>
                <a:gd name="connsiteY54" fmla="*/ 218026 h 396482"/>
                <a:gd name="connsiteX55" fmla="*/ 536238 w 2915191"/>
                <a:gd name="connsiteY55" fmla="*/ 219818 h 396482"/>
                <a:gd name="connsiteX56" fmla="*/ 545988 w 2915191"/>
                <a:gd name="connsiteY56" fmla="*/ 223917 h 396482"/>
                <a:gd name="connsiteX57" fmla="*/ 555738 w 2915191"/>
                <a:gd name="connsiteY57" fmla="*/ 222951 h 396482"/>
                <a:gd name="connsiteX58" fmla="*/ 565488 w 2915191"/>
                <a:gd name="connsiteY58" fmla="*/ 216828 h 396482"/>
                <a:gd name="connsiteX59" fmla="*/ 575238 w 2915191"/>
                <a:gd name="connsiteY59" fmla="*/ 202641 h 396482"/>
                <a:gd name="connsiteX60" fmla="*/ 584988 w 2915191"/>
                <a:gd name="connsiteY60" fmla="*/ 169002 h 396482"/>
                <a:gd name="connsiteX61" fmla="*/ 594738 w 2915191"/>
                <a:gd name="connsiteY61" fmla="*/ 153238 h 396482"/>
                <a:gd name="connsiteX62" fmla="*/ 604488 w 2915191"/>
                <a:gd name="connsiteY62" fmla="*/ 153650 h 396482"/>
                <a:gd name="connsiteX63" fmla="*/ 614237 w 2915191"/>
                <a:gd name="connsiteY63" fmla="*/ 139045 h 396482"/>
                <a:gd name="connsiteX64" fmla="*/ 623987 w 2915191"/>
                <a:gd name="connsiteY64" fmla="*/ 123443 h 396482"/>
                <a:gd name="connsiteX65" fmla="*/ 633736 w 2915191"/>
                <a:gd name="connsiteY65" fmla="*/ 158919 h 396482"/>
                <a:gd name="connsiteX66" fmla="*/ 643486 w 2915191"/>
                <a:gd name="connsiteY66" fmla="*/ 148857 h 396482"/>
                <a:gd name="connsiteX67" fmla="*/ 653236 w 2915191"/>
                <a:gd name="connsiteY67" fmla="*/ 157905 h 396482"/>
                <a:gd name="connsiteX68" fmla="*/ 662985 w 2915191"/>
                <a:gd name="connsiteY68" fmla="*/ 139983 h 396482"/>
                <a:gd name="connsiteX69" fmla="*/ 672735 w 2915191"/>
                <a:gd name="connsiteY69" fmla="*/ 167053 h 396482"/>
                <a:gd name="connsiteX70" fmla="*/ 682485 w 2915191"/>
                <a:gd name="connsiteY70" fmla="*/ 156378 h 396482"/>
                <a:gd name="connsiteX71" fmla="*/ 692235 w 2915191"/>
                <a:gd name="connsiteY71" fmla="*/ 133181 h 396482"/>
                <a:gd name="connsiteX72" fmla="*/ 701985 w 2915191"/>
                <a:gd name="connsiteY72" fmla="*/ 138905 h 396482"/>
                <a:gd name="connsiteX73" fmla="*/ 711735 w 2915191"/>
                <a:gd name="connsiteY73" fmla="*/ 112350 h 396482"/>
                <a:gd name="connsiteX74" fmla="*/ 721485 w 2915191"/>
                <a:gd name="connsiteY74" fmla="*/ 99203 h 396482"/>
                <a:gd name="connsiteX75" fmla="*/ 731235 w 2915191"/>
                <a:gd name="connsiteY75" fmla="*/ 98306 h 396482"/>
                <a:gd name="connsiteX76" fmla="*/ 740985 w 2915191"/>
                <a:gd name="connsiteY76" fmla="*/ 91034 h 396482"/>
                <a:gd name="connsiteX77" fmla="*/ 750734 w 2915191"/>
                <a:gd name="connsiteY77" fmla="*/ 65530 h 396482"/>
                <a:gd name="connsiteX78" fmla="*/ 760484 w 2915191"/>
                <a:gd name="connsiteY78" fmla="*/ 39441 h 396482"/>
                <a:gd name="connsiteX79" fmla="*/ 770233 w 2915191"/>
                <a:gd name="connsiteY79" fmla="*/ 11027 h 396482"/>
                <a:gd name="connsiteX80" fmla="*/ 779983 w 2915191"/>
                <a:gd name="connsiteY80" fmla="*/ 27436 h 396482"/>
                <a:gd name="connsiteX81" fmla="*/ 789733 w 2915191"/>
                <a:gd name="connsiteY81" fmla="*/ 24117 h 396482"/>
                <a:gd name="connsiteX82" fmla="*/ 799482 w 2915191"/>
                <a:gd name="connsiteY82" fmla="*/ 23987 h 396482"/>
                <a:gd name="connsiteX83" fmla="*/ 809232 w 2915191"/>
                <a:gd name="connsiteY83" fmla="*/ 0 h 396482"/>
                <a:gd name="connsiteX84" fmla="*/ 818982 w 2915191"/>
                <a:gd name="connsiteY84" fmla="*/ 18360 h 396482"/>
                <a:gd name="connsiteX85" fmla="*/ 828732 w 2915191"/>
                <a:gd name="connsiteY85" fmla="*/ 68960 h 396482"/>
                <a:gd name="connsiteX86" fmla="*/ 838482 w 2915191"/>
                <a:gd name="connsiteY86" fmla="*/ 46473 h 396482"/>
                <a:gd name="connsiteX87" fmla="*/ 848232 w 2915191"/>
                <a:gd name="connsiteY87" fmla="*/ 64501 h 396482"/>
                <a:gd name="connsiteX88" fmla="*/ 857982 w 2915191"/>
                <a:gd name="connsiteY88" fmla="*/ 43827 h 396482"/>
                <a:gd name="connsiteX89" fmla="*/ 867732 w 2915191"/>
                <a:gd name="connsiteY89" fmla="*/ 77761 h 396482"/>
                <a:gd name="connsiteX90" fmla="*/ 877482 w 2915191"/>
                <a:gd name="connsiteY90" fmla="*/ 82660 h 396482"/>
                <a:gd name="connsiteX91" fmla="*/ 887231 w 2915191"/>
                <a:gd name="connsiteY91" fmla="*/ 64122 h 396482"/>
                <a:gd name="connsiteX92" fmla="*/ 896981 w 2915191"/>
                <a:gd name="connsiteY92" fmla="*/ 44678 h 396482"/>
                <a:gd name="connsiteX93" fmla="*/ 906730 w 2915191"/>
                <a:gd name="connsiteY93" fmla="*/ 62904 h 396482"/>
                <a:gd name="connsiteX94" fmla="*/ 916480 w 2915191"/>
                <a:gd name="connsiteY94" fmla="*/ 79903 h 396482"/>
                <a:gd name="connsiteX95" fmla="*/ 926230 w 2915191"/>
                <a:gd name="connsiteY95" fmla="*/ 108049 h 396482"/>
                <a:gd name="connsiteX96" fmla="*/ 935979 w 2915191"/>
                <a:gd name="connsiteY96" fmla="*/ 86927 h 396482"/>
                <a:gd name="connsiteX97" fmla="*/ 945729 w 2915191"/>
                <a:gd name="connsiteY97" fmla="*/ 118889 h 396482"/>
                <a:gd name="connsiteX98" fmla="*/ 955479 w 2915191"/>
                <a:gd name="connsiteY98" fmla="*/ 97289 h 396482"/>
                <a:gd name="connsiteX99" fmla="*/ 965229 w 2915191"/>
                <a:gd name="connsiteY99" fmla="*/ 106087 h 396482"/>
                <a:gd name="connsiteX100" fmla="*/ 974979 w 2915191"/>
                <a:gd name="connsiteY100" fmla="*/ 117182 h 396482"/>
                <a:gd name="connsiteX101" fmla="*/ 984729 w 2915191"/>
                <a:gd name="connsiteY101" fmla="*/ 103760 h 396482"/>
                <a:gd name="connsiteX102" fmla="*/ 994474 w 2915191"/>
                <a:gd name="connsiteY102" fmla="*/ 101254 h 396482"/>
                <a:gd name="connsiteX103" fmla="*/ 1004233 w 2915191"/>
                <a:gd name="connsiteY103" fmla="*/ 118530 h 396482"/>
                <a:gd name="connsiteX104" fmla="*/ 1013977 w 2915191"/>
                <a:gd name="connsiteY104" fmla="*/ 165616 h 396482"/>
                <a:gd name="connsiteX105" fmla="*/ 1023721 w 2915191"/>
                <a:gd name="connsiteY105" fmla="*/ 184378 h 396482"/>
                <a:gd name="connsiteX106" fmla="*/ 1033480 w 2915191"/>
                <a:gd name="connsiteY106" fmla="*/ 179712 h 396482"/>
                <a:gd name="connsiteX107" fmla="*/ 1043224 w 2915191"/>
                <a:gd name="connsiteY107" fmla="*/ 198238 h 396482"/>
                <a:gd name="connsiteX108" fmla="*/ 1052983 w 2915191"/>
                <a:gd name="connsiteY108" fmla="*/ 207091 h 396482"/>
                <a:gd name="connsiteX109" fmla="*/ 1062727 w 2915191"/>
                <a:gd name="connsiteY109" fmla="*/ 190726 h 396482"/>
                <a:gd name="connsiteX110" fmla="*/ 1072471 w 2915191"/>
                <a:gd name="connsiteY110" fmla="*/ 212540 h 396482"/>
                <a:gd name="connsiteX111" fmla="*/ 1082230 w 2915191"/>
                <a:gd name="connsiteY111" fmla="*/ 235700 h 396482"/>
                <a:gd name="connsiteX112" fmla="*/ 1091973 w 2915191"/>
                <a:gd name="connsiteY112" fmla="*/ 234187 h 396482"/>
                <a:gd name="connsiteX113" fmla="*/ 1101732 w 2915191"/>
                <a:gd name="connsiteY113" fmla="*/ 222040 h 396482"/>
                <a:gd name="connsiteX114" fmla="*/ 1111476 w 2915191"/>
                <a:gd name="connsiteY114" fmla="*/ 240073 h 396482"/>
                <a:gd name="connsiteX115" fmla="*/ 1121220 w 2915191"/>
                <a:gd name="connsiteY115" fmla="*/ 247366 h 396482"/>
                <a:gd name="connsiteX116" fmla="*/ 1130979 w 2915191"/>
                <a:gd name="connsiteY116" fmla="*/ 223163 h 396482"/>
                <a:gd name="connsiteX117" fmla="*/ 1140723 w 2915191"/>
                <a:gd name="connsiteY117" fmla="*/ 236505 h 396482"/>
                <a:gd name="connsiteX118" fmla="*/ 1150482 w 2915191"/>
                <a:gd name="connsiteY118" fmla="*/ 239004 h 396482"/>
                <a:gd name="connsiteX119" fmla="*/ 1160226 w 2915191"/>
                <a:gd name="connsiteY119" fmla="*/ 225140 h 396482"/>
                <a:gd name="connsiteX120" fmla="*/ 1169969 w 2915191"/>
                <a:gd name="connsiteY120" fmla="*/ 210502 h 396482"/>
                <a:gd name="connsiteX121" fmla="*/ 1179728 w 2915191"/>
                <a:gd name="connsiteY121" fmla="*/ 235683 h 396482"/>
                <a:gd name="connsiteX122" fmla="*/ 1189472 w 2915191"/>
                <a:gd name="connsiteY122" fmla="*/ 220971 h 396482"/>
                <a:gd name="connsiteX123" fmla="*/ 1199231 w 2915191"/>
                <a:gd name="connsiteY123" fmla="*/ 185244 h 396482"/>
                <a:gd name="connsiteX124" fmla="*/ 1208975 w 2915191"/>
                <a:gd name="connsiteY124" fmla="*/ 218862 h 396482"/>
                <a:gd name="connsiteX125" fmla="*/ 1218719 w 2915191"/>
                <a:gd name="connsiteY125" fmla="*/ 234358 h 396482"/>
                <a:gd name="connsiteX126" fmla="*/ 1228478 w 2915191"/>
                <a:gd name="connsiteY126" fmla="*/ 206302 h 396482"/>
                <a:gd name="connsiteX127" fmla="*/ 1238222 w 2915191"/>
                <a:gd name="connsiteY127" fmla="*/ 186693 h 396482"/>
                <a:gd name="connsiteX128" fmla="*/ 1247966 w 2915191"/>
                <a:gd name="connsiteY128" fmla="*/ 205540 h 396482"/>
                <a:gd name="connsiteX129" fmla="*/ 1257725 w 2915191"/>
                <a:gd name="connsiteY129" fmla="*/ 219414 h 396482"/>
                <a:gd name="connsiteX130" fmla="*/ 1267469 w 2915191"/>
                <a:gd name="connsiteY130" fmla="*/ 195296 h 396482"/>
                <a:gd name="connsiteX131" fmla="*/ 1277227 w 2915191"/>
                <a:gd name="connsiteY131" fmla="*/ 232491 h 396482"/>
                <a:gd name="connsiteX132" fmla="*/ 1286971 w 2915191"/>
                <a:gd name="connsiteY132" fmla="*/ 241262 h 396482"/>
                <a:gd name="connsiteX133" fmla="*/ 1296715 w 2915191"/>
                <a:gd name="connsiteY133" fmla="*/ 233808 h 396482"/>
                <a:gd name="connsiteX134" fmla="*/ 1306474 w 2915191"/>
                <a:gd name="connsiteY134" fmla="*/ 267143 h 396482"/>
                <a:gd name="connsiteX135" fmla="*/ 1316218 w 2915191"/>
                <a:gd name="connsiteY135" fmla="*/ 277946 h 396482"/>
                <a:gd name="connsiteX136" fmla="*/ 1325977 w 2915191"/>
                <a:gd name="connsiteY136" fmla="*/ 296384 h 396482"/>
                <a:gd name="connsiteX137" fmla="*/ 1335721 w 2915191"/>
                <a:gd name="connsiteY137" fmla="*/ 318978 h 396482"/>
                <a:gd name="connsiteX138" fmla="*/ 1345465 w 2915191"/>
                <a:gd name="connsiteY138" fmla="*/ 279466 h 396482"/>
                <a:gd name="connsiteX139" fmla="*/ 1355224 w 2915191"/>
                <a:gd name="connsiteY139" fmla="*/ 250614 h 396482"/>
                <a:gd name="connsiteX140" fmla="*/ 1364967 w 2915191"/>
                <a:gd name="connsiteY140" fmla="*/ 254945 h 396482"/>
                <a:gd name="connsiteX141" fmla="*/ 1374726 w 2915191"/>
                <a:gd name="connsiteY141" fmla="*/ 254414 h 396482"/>
                <a:gd name="connsiteX142" fmla="*/ 1384470 w 2915191"/>
                <a:gd name="connsiteY142" fmla="*/ 257298 h 396482"/>
                <a:gd name="connsiteX143" fmla="*/ 1394214 w 2915191"/>
                <a:gd name="connsiteY143" fmla="*/ 273855 h 396482"/>
                <a:gd name="connsiteX144" fmla="*/ 1403973 w 2915191"/>
                <a:gd name="connsiteY144" fmla="*/ 279317 h 396482"/>
                <a:gd name="connsiteX145" fmla="*/ 1413717 w 2915191"/>
                <a:gd name="connsiteY145" fmla="*/ 282689 h 396482"/>
                <a:gd name="connsiteX146" fmla="*/ 1423476 w 2915191"/>
                <a:gd name="connsiteY146" fmla="*/ 294377 h 396482"/>
                <a:gd name="connsiteX147" fmla="*/ 1433220 w 2915191"/>
                <a:gd name="connsiteY147" fmla="*/ 312667 h 396482"/>
                <a:gd name="connsiteX148" fmla="*/ 1442964 w 2915191"/>
                <a:gd name="connsiteY148" fmla="*/ 336707 h 396482"/>
                <a:gd name="connsiteX149" fmla="*/ 1452722 w 2915191"/>
                <a:gd name="connsiteY149" fmla="*/ 321192 h 396482"/>
                <a:gd name="connsiteX150" fmla="*/ 1462466 w 2915191"/>
                <a:gd name="connsiteY150" fmla="*/ 291394 h 396482"/>
                <a:gd name="connsiteX151" fmla="*/ 1472225 w 2915191"/>
                <a:gd name="connsiteY151" fmla="*/ 317916 h 396482"/>
                <a:gd name="connsiteX152" fmla="*/ 1481969 w 2915191"/>
                <a:gd name="connsiteY152" fmla="*/ 287238 h 396482"/>
                <a:gd name="connsiteX153" fmla="*/ 1491713 w 2915191"/>
                <a:gd name="connsiteY153" fmla="*/ 303011 h 396482"/>
                <a:gd name="connsiteX154" fmla="*/ 1501472 w 2915191"/>
                <a:gd name="connsiteY154" fmla="*/ 319108 h 396482"/>
                <a:gd name="connsiteX155" fmla="*/ 1511216 w 2915191"/>
                <a:gd name="connsiteY155" fmla="*/ 336231 h 396482"/>
                <a:gd name="connsiteX156" fmla="*/ 1520960 w 2915191"/>
                <a:gd name="connsiteY156" fmla="*/ 313658 h 396482"/>
                <a:gd name="connsiteX157" fmla="*/ 1530719 w 2915191"/>
                <a:gd name="connsiteY157" fmla="*/ 312819 h 396482"/>
                <a:gd name="connsiteX158" fmla="*/ 1540463 w 2915191"/>
                <a:gd name="connsiteY158" fmla="*/ 343217 h 396482"/>
                <a:gd name="connsiteX159" fmla="*/ 1550221 w 2915191"/>
                <a:gd name="connsiteY159" fmla="*/ 344147 h 396482"/>
                <a:gd name="connsiteX160" fmla="*/ 1559965 w 2915191"/>
                <a:gd name="connsiteY160" fmla="*/ 327061 h 396482"/>
                <a:gd name="connsiteX161" fmla="*/ 1569709 w 2915191"/>
                <a:gd name="connsiteY161" fmla="*/ 335893 h 396482"/>
                <a:gd name="connsiteX162" fmla="*/ 1579468 w 2915191"/>
                <a:gd name="connsiteY162" fmla="*/ 273149 h 396482"/>
                <a:gd name="connsiteX163" fmla="*/ 1589212 w 2915191"/>
                <a:gd name="connsiteY163" fmla="*/ 278805 h 396482"/>
                <a:gd name="connsiteX164" fmla="*/ 1598971 w 2915191"/>
                <a:gd name="connsiteY164" fmla="*/ 300185 h 396482"/>
                <a:gd name="connsiteX165" fmla="*/ 1608715 w 2915191"/>
                <a:gd name="connsiteY165" fmla="*/ 310896 h 396482"/>
                <a:gd name="connsiteX166" fmla="*/ 1618459 w 2915191"/>
                <a:gd name="connsiteY166" fmla="*/ 313108 h 396482"/>
                <a:gd name="connsiteX167" fmla="*/ 1628218 w 2915191"/>
                <a:gd name="connsiteY167" fmla="*/ 334275 h 396482"/>
                <a:gd name="connsiteX168" fmla="*/ 1637962 w 2915191"/>
                <a:gd name="connsiteY168" fmla="*/ 346236 h 396482"/>
                <a:gd name="connsiteX169" fmla="*/ 1647720 w 2915191"/>
                <a:gd name="connsiteY169" fmla="*/ 352571 h 396482"/>
                <a:gd name="connsiteX170" fmla="*/ 1657464 w 2915191"/>
                <a:gd name="connsiteY170" fmla="*/ 352550 h 396482"/>
                <a:gd name="connsiteX171" fmla="*/ 1667208 w 2915191"/>
                <a:gd name="connsiteY171" fmla="*/ 332335 h 396482"/>
                <a:gd name="connsiteX172" fmla="*/ 1676967 w 2915191"/>
                <a:gd name="connsiteY172" fmla="*/ 349319 h 396482"/>
                <a:gd name="connsiteX173" fmla="*/ 1686711 w 2915191"/>
                <a:gd name="connsiteY173" fmla="*/ 319406 h 396482"/>
                <a:gd name="connsiteX174" fmla="*/ 1696470 w 2915191"/>
                <a:gd name="connsiteY174" fmla="*/ 345914 h 396482"/>
                <a:gd name="connsiteX175" fmla="*/ 1706214 w 2915191"/>
                <a:gd name="connsiteY175" fmla="*/ 361874 h 396482"/>
                <a:gd name="connsiteX176" fmla="*/ 1715958 w 2915191"/>
                <a:gd name="connsiteY176" fmla="*/ 364954 h 396482"/>
                <a:gd name="connsiteX177" fmla="*/ 1725716 w 2915191"/>
                <a:gd name="connsiteY177" fmla="*/ 367813 h 396482"/>
                <a:gd name="connsiteX178" fmla="*/ 1735460 w 2915191"/>
                <a:gd name="connsiteY178" fmla="*/ 371447 h 396482"/>
                <a:gd name="connsiteX179" fmla="*/ 1745219 w 2915191"/>
                <a:gd name="connsiteY179" fmla="*/ 332708 h 396482"/>
                <a:gd name="connsiteX180" fmla="*/ 1754963 w 2915191"/>
                <a:gd name="connsiteY180" fmla="*/ 382989 h 396482"/>
                <a:gd name="connsiteX181" fmla="*/ 1764707 w 2915191"/>
                <a:gd name="connsiteY181" fmla="*/ 396063 h 396482"/>
                <a:gd name="connsiteX182" fmla="*/ 1774466 w 2915191"/>
                <a:gd name="connsiteY182" fmla="*/ 359161 h 396482"/>
                <a:gd name="connsiteX183" fmla="*/ 1784210 w 2915191"/>
                <a:gd name="connsiteY183" fmla="*/ 370080 h 396482"/>
                <a:gd name="connsiteX184" fmla="*/ 1793969 w 2915191"/>
                <a:gd name="connsiteY184" fmla="*/ 372643 h 396482"/>
                <a:gd name="connsiteX185" fmla="*/ 1803713 w 2915191"/>
                <a:gd name="connsiteY185" fmla="*/ 375469 h 396482"/>
                <a:gd name="connsiteX186" fmla="*/ 1813457 w 2915191"/>
                <a:gd name="connsiteY186" fmla="*/ 368075 h 396482"/>
                <a:gd name="connsiteX187" fmla="*/ 1823215 w 2915191"/>
                <a:gd name="connsiteY187" fmla="*/ 385231 h 396482"/>
                <a:gd name="connsiteX188" fmla="*/ 1832959 w 2915191"/>
                <a:gd name="connsiteY188" fmla="*/ 364073 h 396482"/>
                <a:gd name="connsiteX189" fmla="*/ 1842703 w 2915191"/>
                <a:gd name="connsiteY189" fmla="*/ 358599 h 396482"/>
                <a:gd name="connsiteX190" fmla="*/ 1852462 w 2915191"/>
                <a:gd name="connsiteY190" fmla="*/ 355822 h 396482"/>
                <a:gd name="connsiteX191" fmla="*/ 1862206 w 2915191"/>
                <a:gd name="connsiteY191" fmla="*/ 365234 h 396482"/>
                <a:gd name="connsiteX192" fmla="*/ 1871965 w 2915191"/>
                <a:gd name="connsiteY192" fmla="*/ 369630 h 396482"/>
                <a:gd name="connsiteX193" fmla="*/ 1881709 w 2915191"/>
                <a:gd name="connsiteY193" fmla="*/ 359973 h 396482"/>
                <a:gd name="connsiteX194" fmla="*/ 1891453 w 2915191"/>
                <a:gd name="connsiteY194" fmla="*/ 363842 h 396482"/>
                <a:gd name="connsiteX195" fmla="*/ 1901212 w 2915191"/>
                <a:gd name="connsiteY195" fmla="*/ 387371 h 396482"/>
                <a:gd name="connsiteX196" fmla="*/ 1910956 w 2915191"/>
                <a:gd name="connsiteY196" fmla="*/ 382071 h 396482"/>
                <a:gd name="connsiteX197" fmla="*/ 1920714 w 2915191"/>
                <a:gd name="connsiteY197" fmla="*/ 384243 h 396482"/>
                <a:gd name="connsiteX198" fmla="*/ 1930458 w 2915191"/>
                <a:gd name="connsiteY198" fmla="*/ 379620 h 396482"/>
                <a:gd name="connsiteX199" fmla="*/ 1940202 w 2915191"/>
                <a:gd name="connsiteY199" fmla="*/ 390474 h 396482"/>
                <a:gd name="connsiteX200" fmla="*/ 1949961 w 2915191"/>
                <a:gd name="connsiteY200" fmla="*/ 388682 h 396482"/>
                <a:gd name="connsiteX201" fmla="*/ 1959705 w 2915191"/>
                <a:gd name="connsiteY201" fmla="*/ 364221 h 396482"/>
                <a:gd name="connsiteX202" fmla="*/ 1969464 w 2915191"/>
                <a:gd name="connsiteY202" fmla="*/ 387064 h 396482"/>
                <a:gd name="connsiteX203" fmla="*/ 1979208 w 2915191"/>
                <a:gd name="connsiteY203" fmla="*/ 396483 h 396482"/>
                <a:gd name="connsiteX204" fmla="*/ 1988952 w 2915191"/>
                <a:gd name="connsiteY204" fmla="*/ 381404 h 396482"/>
                <a:gd name="connsiteX205" fmla="*/ 1998711 w 2915191"/>
                <a:gd name="connsiteY205" fmla="*/ 384944 h 396482"/>
                <a:gd name="connsiteX206" fmla="*/ 2008454 w 2915191"/>
                <a:gd name="connsiteY206" fmla="*/ 365126 h 396482"/>
                <a:gd name="connsiteX207" fmla="*/ 2018213 w 2915191"/>
                <a:gd name="connsiteY207" fmla="*/ 386529 h 396482"/>
                <a:gd name="connsiteX208" fmla="*/ 2027957 w 2915191"/>
                <a:gd name="connsiteY208" fmla="*/ 385677 h 396482"/>
                <a:gd name="connsiteX209" fmla="*/ 2037701 w 2915191"/>
                <a:gd name="connsiteY209" fmla="*/ 365927 h 396482"/>
                <a:gd name="connsiteX210" fmla="*/ 2047460 w 2915191"/>
                <a:gd name="connsiteY210" fmla="*/ 369677 h 396482"/>
                <a:gd name="connsiteX211" fmla="*/ 2057204 w 2915191"/>
                <a:gd name="connsiteY211" fmla="*/ 352103 h 396482"/>
                <a:gd name="connsiteX212" fmla="*/ 2066963 w 2915191"/>
                <a:gd name="connsiteY212" fmla="*/ 340689 h 396482"/>
                <a:gd name="connsiteX213" fmla="*/ 2076707 w 2915191"/>
                <a:gd name="connsiteY213" fmla="*/ 374222 h 396482"/>
                <a:gd name="connsiteX214" fmla="*/ 2086451 w 2915191"/>
                <a:gd name="connsiteY214" fmla="*/ 349491 h 396482"/>
                <a:gd name="connsiteX215" fmla="*/ 2096210 w 2915191"/>
                <a:gd name="connsiteY215" fmla="*/ 335279 h 396482"/>
                <a:gd name="connsiteX216" fmla="*/ 2105954 w 2915191"/>
                <a:gd name="connsiteY216" fmla="*/ 322216 h 396482"/>
                <a:gd name="connsiteX217" fmla="*/ 2115697 w 2915191"/>
                <a:gd name="connsiteY217" fmla="*/ 324597 h 396482"/>
                <a:gd name="connsiteX218" fmla="*/ 2125456 w 2915191"/>
                <a:gd name="connsiteY218" fmla="*/ 332638 h 396482"/>
                <a:gd name="connsiteX219" fmla="*/ 2135200 w 2915191"/>
                <a:gd name="connsiteY219" fmla="*/ 302285 h 396482"/>
                <a:gd name="connsiteX220" fmla="*/ 2144959 w 2915191"/>
                <a:gd name="connsiteY220" fmla="*/ 316298 h 396482"/>
                <a:gd name="connsiteX221" fmla="*/ 2154703 w 2915191"/>
                <a:gd name="connsiteY221" fmla="*/ 308540 h 396482"/>
                <a:gd name="connsiteX222" fmla="*/ 2164447 w 2915191"/>
                <a:gd name="connsiteY222" fmla="*/ 278039 h 396482"/>
                <a:gd name="connsiteX223" fmla="*/ 2174206 w 2915191"/>
                <a:gd name="connsiteY223" fmla="*/ 303670 h 396482"/>
                <a:gd name="connsiteX224" fmla="*/ 2183950 w 2915191"/>
                <a:gd name="connsiteY224" fmla="*/ 304988 h 396482"/>
                <a:gd name="connsiteX225" fmla="*/ 2193709 w 2915191"/>
                <a:gd name="connsiteY225" fmla="*/ 303558 h 396482"/>
                <a:gd name="connsiteX226" fmla="*/ 2203452 w 2915191"/>
                <a:gd name="connsiteY226" fmla="*/ 279076 h 396482"/>
                <a:gd name="connsiteX227" fmla="*/ 2213196 w 2915191"/>
                <a:gd name="connsiteY227" fmla="*/ 278157 h 396482"/>
                <a:gd name="connsiteX228" fmla="*/ 2222955 w 2915191"/>
                <a:gd name="connsiteY228" fmla="*/ 240760 h 396482"/>
                <a:gd name="connsiteX229" fmla="*/ 2232699 w 2915191"/>
                <a:gd name="connsiteY229" fmla="*/ 234719 h 396482"/>
                <a:gd name="connsiteX230" fmla="*/ 2242458 w 2915191"/>
                <a:gd name="connsiteY230" fmla="*/ 213252 h 396482"/>
                <a:gd name="connsiteX231" fmla="*/ 2252202 w 2915191"/>
                <a:gd name="connsiteY231" fmla="*/ 190212 h 396482"/>
                <a:gd name="connsiteX232" fmla="*/ 2261946 w 2915191"/>
                <a:gd name="connsiteY232" fmla="*/ 176656 h 396482"/>
                <a:gd name="connsiteX233" fmla="*/ 2271705 w 2915191"/>
                <a:gd name="connsiteY233" fmla="*/ 192569 h 396482"/>
                <a:gd name="connsiteX234" fmla="*/ 2281449 w 2915191"/>
                <a:gd name="connsiteY234" fmla="*/ 213671 h 396482"/>
                <a:gd name="connsiteX235" fmla="*/ 2291208 w 2915191"/>
                <a:gd name="connsiteY235" fmla="*/ 174154 h 396482"/>
                <a:gd name="connsiteX236" fmla="*/ 2300951 w 2915191"/>
                <a:gd name="connsiteY236" fmla="*/ 187107 h 396482"/>
                <a:gd name="connsiteX237" fmla="*/ 2310695 w 2915191"/>
                <a:gd name="connsiteY237" fmla="*/ 208766 h 396482"/>
                <a:gd name="connsiteX238" fmla="*/ 2320454 w 2915191"/>
                <a:gd name="connsiteY238" fmla="*/ 200472 h 396482"/>
                <a:gd name="connsiteX239" fmla="*/ 2330198 w 2915191"/>
                <a:gd name="connsiteY239" fmla="*/ 182723 h 396482"/>
                <a:gd name="connsiteX240" fmla="*/ 2339957 w 2915191"/>
                <a:gd name="connsiteY240" fmla="*/ 200588 h 396482"/>
                <a:gd name="connsiteX241" fmla="*/ 2349701 w 2915191"/>
                <a:gd name="connsiteY241" fmla="*/ 183106 h 396482"/>
                <a:gd name="connsiteX242" fmla="*/ 2359445 w 2915191"/>
                <a:gd name="connsiteY242" fmla="*/ 174059 h 396482"/>
                <a:gd name="connsiteX243" fmla="*/ 2369204 w 2915191"/>
                <a:gd name="connsiteY243" fmla="*/ 155131 h 396482"/>
                <a:gd name="connsiteX244" fmla="*/ 2378948 w 2915191"/>
                <a:gd name="connsiteY244" fmla="*/ 176639 h 396482"/>
                <a:gd name="connsiteX245" fmla="*/ 2388692 w 2915191"/>
                <a:gd name="connsiteY245" fmla="*/ 183158 h 396482"/>
                <a:gd name="connsiteX246" fmla="*/ 2398450 w 2915191"/>
                <a:gd name="connsiteY246" fmla="*/ 161989 h 396482"/>
                <a:gd name="connsiteX247" fmla="*/ 2408194 w 2915191"/>
                <a:gd name="connsiteY247" fmla="*/ 165493 h 396482"/>
                <a:gd name="connsiteX248" fmla="*/ 2417953 w 2915191"/>
                <a:gd name="connsiteY248" fmla="*/ 169376 h 396482"/>
                <a:gd name="connsiteX249" fmla="*/ 2427697 w 2915191"/>
                <a:gd name="connsiteY249" fmla="*/ 158218 h 396482"/>
                <a:gd name="connsiteX250" fmla="*/ 2437441 w 2915191"/>
                <a:gd name="connsiteY250" fmla="*/ 132856 h 396482"/>
                <a:gd name="connsiteX251" fmla="*/ 2447200 w 2915191"/>
                <a:gd name="connsiteY251" fmla="*/ 117835 h 396482"/>
                <a:gd name="connsiteX252" fmla="*/ 2456944 w 2915191"/>
                <a:gd name="connsiteY252" fmla="*/ 80566 h 396482"/>
                <a:gd name="connsiteX253" fmla="*/ 2466703 w 2915191"/>
                <a:gd name="connsiteY253" fmla="*/ 88458 h 396482"/>
                <a:gd name="connsiteX254" fmla="*/ 2476446 w 2915191"/>
                <a:gd name="connsiteY254" fmla="*/ 117723 h 396482"/>
                <a:gd name="connsiteX255" fmla="*/ 2486190 w 2915191"/>
                <a:gd name="connsiteY255" fmla="*/ 135390 h 396482"/>
                <a:gd name="connsiteX256" fmla="*/ 2495949 w 2915191"/>
                <a:gd name="connsiteY256" fmla="*/ 114682 h 396482"/>
                <a:gd name="connsiteX257" fmla="*/ 2505693 w 2915191"/>
                <a:gd name="connsiteY257" fmla="*/ 95146 h 396482"/>
                <a:gd name="connsiteX258" fmla="*/ 2515452 w 2915191"/>
                <a:gd name="connsiteY258" fmla="*/ 76819 h 396482"/>
                <a:gd name="connsiteX259" fmla="*/ 2525196 w 2915191"/>
                <a:gd name="connsiteY259" fmla="*/ 56424 h 396482"/>
                <a:gd name="connsiteX260" fmla="*/ 2534940 w 2915191"/>
                <a:gd name="connsiteY260" fmla="*/ 45801 h 396482"/>
                <a:gd name="connsiteX261" fmla="*/ 2544699 w 2915191"/>
                <a:gd name="connsiteY261" fmla="*/ 39105 h 396482"/>
                <a:gd name="connsiteX262" fmla="*/ 2554443 w 2915191"/>
                <a:gd name="connsiteY262" fmla="*/ 72029 h 396482"/>
                <a:gd name="connsiteX263" fmla="*/ 2564202 w 2915191"/>
                <a:gd name="connsiteY263" fmla="*/ 90771 h 396482"/>
                <a:gd name="connsiteX264" fmla="*/ 2573946 w 2915191"/>
                <a:gd name="connsiteY264" fmla="*/ 140271 h 396482"/>
                <a:gd name="connsiteX265" fmla="*/ 2583690 w 2915191"/>
                <a:gd name="connsiteY265" fmla="*/ 123212 h 396482"/>
                <a:gd name="connsiteX266" fmla="*/ 2593448 w 2915191"/>
                <a:gd name="connsiteY266" fmla="*/ 118648 h 396482"/>
                <a:gd name="connsiteX267" fmla="*/ 2603192 w 2915191"/>
                <a:gd name="connsiteY267" fmla="*/ 130262 h 396482"/>
                <a:gd name="connsiteX268" fmla="*/ 2612951 w 2915191"/>
                <a:gd name="connsiteY268" fmla="*/ 175856 h 396482"/>
                <a:gd name="connsiteX269" fmla="*/ 2622695 w 2915191"/>
                <a:gd name="connsiteY269" fmla="*/ 218066 h 396482"/>
                <a:gd name="connsiteX270" fmla="*/ 2632439 w 2915191"/>
                <a:gd name="connsiteY270" fmla="*/ 210615 h 396482"/>
                <a:gd name="connsiteX271" fmla="*/ 2642198 w 2915191"/>
                <a:gd name="connsiteY271" fmla="*/ 193109 h 396482"/>
                <a:gd name="connsiteX272" fmla="*/ 2651942 w 2915191"/>
                <a:gd name="connsiteY272" fmla="*/ 179856 h 396482"/>
                <a:gd name="connsiteX273" fmla="*/ 2661685 w 2915191"/>
                <a:gd name="connsiteY273" fmla="*/ 183475 h 396482"/>
                <a:gd name="connsiteX274" fmla="*/ 2671444 w 2915191"/>
                <a:gd name="connsiteY274" fmla="*/ 154389 h 396482"/>
                <a:gd name="connsiteX275" fmla="*/ 2681188 w 2915191"/>
                <a:gd name="connsiteY275" fmla="*/ 194147 h 396482"/>
                <a:gd name="connsiteX276" fmla="*/ 2690947 w 2915191"/>
                <a:gd name="connsiteY276" fmla="*/ 189600 h 396482"/>
                <a:gd name="connsiteX277" fmla="*/ 2700691 w 2915191"/>
                <a:gd name="connsiteY277" fmla="*/ 182906 h 396482"/>
                <a:gd name="connsiteX278" fmla="*/ 2710435 w 2915191"/>
                <a:gd name="connsiteY278" fmla="*/ 177611 h 396482"/>
                <a:gd name="connsiteX279" fmla="*/ 2720194 w 2915191"/>
                <a:gd name="connsiteY279" fmla="*/ 154495 h 396482"/>
                <a:gd name="connsiteX280" fmla="*/ 2729938 w 2915191"/>
                <a:gd name="connsiteY280" fmla="*/ 113091 h 396482"/>
                <a:gd name="connsiteX281" fmla="*/ 2739697 w 2915191"/>
                <a:gd name="connsiteY281" fmla="*/ 102778 h 396482"/>
                <a:gd name="connsiteX282" fmla="*/ 2749441 w 2915191"/>
                <a:gd name="connsiteY282" fmla="*/ 118481 h 396482"/>
                <a:gd name="connsiteX283" fmla="*/ 2759185 w 2915191"/>
                <a:gd name="connsiteY283" fmla="*/ 158412 h 396482"/>
                <a:gd name="connsiteX284" fmla="*/ 2768943 w 2915191"/>
                <a:gd name="connsiteY284" fmla="*/ 166295 h 396482"/>
                <a:gd name="connsiteX285" fmla="*/ 2778687 w 2915191"/>
                <a:gd name="connsiteY285" fmla="*/ 175494 h 396482"/>
                <a:gd name="connsiteX286" fmla="*/ 2788446 w 2915191"/>
                <a:gd name="connsiteY286" fmla="*/ 173846 h 396482"/>
                <a:gd name="connsiteX287" fmla="*/ 2798190 w 2915191"/>
                <a:gd name="connsiteY287" fmla="*/ 191605 h 396482"/>
                <a:gd name="connsiteX288" fmla="*/ 2807934 w 2915191"/>
                <a:gd name="connsiteY288" fmla="*/ 180394 h 396482"/>
                <a:gd name="connsiteX289" fmla="*/ 2817693 w 2915191"/>
                <a:gd name="connsiteY289" fmla="*/ 149987 h 396482"/>
                <a:gd name="connsiteX290" fmla="*/ 2827437 w 2915191"/>
                <a:gd name="connsiteY290" fmla="*/ 167442 h 396482"/>
                <a:gd name="connsiteX291" fmla="*/ 2837196 w 2915191"/>
                <a:gd name="connsiteY291" fmla="*/ 158910 h 396482"/>
                <a:gd name="connsiteX292" fmla="*/ 2846940 w 2915191"/>
                <a:gd name="connsiteY292" fmla="*/ 201333 h 396482"/>
                <a:gd name="connsiteX293" fmla="*/ 2856684 w 2915191"/>
                <a:gd name="connsiteY293" fmla="*/ 217291 h 396482"/>
                <a:gd name="connsiteX294" fmla="*/ 2866442 w 2915191"/>
                <a:gd name="connsiteY294" fmla="*/ 207009 h 396482"/>
                <a:gd name="connsiteX295" fmla="*/ 2876186 w 2915191"/>
                <a:gd name="connsiteY295" fmla="*/ 179084 h 396482"/>
                <a:gd name="connsiteX296" fmla="*/ 2885945 w 2915191"/>
                <a:gd name="connsiteY296" fmla="*/ 183545 h 396482"/>
                <a:gd name="connsiteX297" fmla="*/ 2895689 w 2915191"/>
                <a:gd name="connsiteY297" fmla="*/ 198197 h 396482"/>
                <a:gd name="connsiteX298" fmla="*/ 2905433 w 2915191"/>
                <a:gd name="connsiteY298" fmla="*/ 213903 h 396482"/>
                <a:gd name="connsiteX299" fmla="*/ 2915192 w 2915191"/>
                <a:gd name="connsiteY299" fmla="*/ 215019 h 396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396482">
                  <a:moveTo>
                    <a:pt x="0" y="257215"/>
                  </a:moveTo>
                  <a:lnTo>
                    <a:pt x="9750" y="250905"/>
                  </a:lnTo>
                  <a:lnTo>
                    <a:pt x="19500" y="224738"/>
                  </a:lnTo>
                  <a:lnTo>
                    <a:pt x="29250" y="210181"/>
                  </a:lnTo>
                  <a:lnTo>
                    <a:pt x="39000" y="209900"/>
                  </a:lnTo>
                  <a:lnTo>
                    <a:pt x="48749" y="209161"/>
                  </a:lnTo>
                  <a:lnTo>
                    <a:pt x="58499" y="192924"/>
                  </a:lnTo>
                  <a:lnTo>
                    <a:pt x="68249" y="192982"/>
                  </a:lnTo>
                  <a:lnTo>
                    <a:pt x="77998" y="184248"/>
                  </a:lnTo>
                  <a:lnTo>
                    <a:pt x="87748" y="211011"/>
                  </a:lnTo>
                  <a:lnTo>
                    <a:pt x="97497" y="233165"/>
                  </a:lnTo>
                  <a:lnTo>
                    <a:pt x="107247" y="254895"/>
                  </a:lnTo>
                  <a:lnTo>
                    <a:pt x="116997" y="226491"/>
                  </a:lnTo>
                  <a:lnTo>
                    <a:pt x="126747" y="226398"/>
                  </a:lnTo>
                  <a:lnTo>
                    <a:pt x="136497" y="225493"/>
                  </a:lnTo>
                  <a:lnTo>
                    <a:pt x="146247" y="265484"/>
                  </a:lnTo>
                  <a:lnTo>
                    <a:pt x="155997" y="227721"/>
                  </a:lnTo>
                  <a:lnTo>
                    <a:pt x="165747" y="223883"/>
                  </a:lnTo>
                  <a:lnTo>
                    <a:pt x="175497" y="229124"/>
                  </a:lnTo>
                  <a:lnTo>
                    <a:pt x="185247" y="257660"/>
                  </a:lnTo>
                  <a:lnTo>
                    <a:pt x="194996" y="260249"/>
                  </a:lnTo>
                  <a:lnTo>
                    <a:pt x="204746" y="275780"/>
                  </a:lnTo>
                  <a:lnTo>
                    <a:pt x="214495" y="277780"/>
                  </a:lnTo>
                  <a:lnTo>
                    <a:pt x="224245" y="263697"/>
                  </a:lnTo>
                  <a:lnTo>
                    <a:pt x="233995" y="274180"/>
                  </a:lnTo>
                  <a:lnTo>
                    <a:pt x="243744" y="285074"/>
                  </a:lnTo>
                  <a:lnTo>
                    <a:pt x="253494" y="313408"/>
                  </a:lnTo>
                  <a:lnTo>
                    <a:pt x="263244" y="265635"/>
                  </a:lnTo>
                  <a:lnTo>
                    <a:pt x="272994" y="253335"/>
                  </a:lnTo>
                  <a:lnTo>
                    <a:pt x="282744" y="255902"/>
                  </a:lnTo>
                  <a:lnTo>
                    <a:pt x="292494" y="275354"/>
                  </a:lnTo>
                  <a:lnTo>
                    <a:pt x="302244" y="281121"/>
                  </a:lnTo>
                  <a:lnTo>
                    <a:pt x="311994" y="302998"/>
                  </a:lnTo>
                  <a:lnTo>
                    <a:pt x="321744" y="325693"/>
                  </a:lnTo>
                  <a:lnTo>
                    <a:pt x="331493" y="349509"/>
                  </a:lnTo>
                  <a:lnTo>
                    <a:pt x="341243" y="324868"/>
                  </a:lnTo>
                  <a:lnTo>
                    <a:pt x="350993" y="371445"/>
                  </a:lnTo>
                  <a:lnTo>
                    <a:pt x="360742" y="348757"/>
                  </a:lnTo>
                  <a:lnTo>
                    <a:pt x="370492" y="337143"/>
                  </a:lnTo>
                  <a:lnTo>
                    <a:pt x="380241" y="300827"/>
                  </a:lnTo>
                  <a:lnTo>
                    <a:pt x="389991" y="328406"/>
                  </a:lnTo>
                  <a:lnTo>
                    <a:pt x="399741" y="315782"/>
                  </a:lnTo>
                  <a:lnTo>
                    <a:pt x="409491" y="294943"/>
                  </a:lnTo>
                  <a:lnTo>
                    <a:pt x="419241" y="295468"/>
                  </a:lnTo>
                  <a:lnTo>
                    <a:pt x="428991" y="301867"/>
                  </a:lnTo>
                  <a:lnTo>
                    <a:pt x="438741" y="287120"/>
                  </a:lnTo>
                  <a:lnTo>
                    <a:pt x="448491" y="292841"/>
                  </a:lnTo>
                  <a:lnTo>
                    <a:pt x="458241" y="307734"/>
                  </a:lnTo>
                  <a:lnTo>
                    <a:pt x="467991" y="272473"/>
                  </a:lnTo>
                  <a:lnTo>
                    <a:pt x="477740" y="267638"/>
                  </a:lnTo>
                  <a:lnTo>
                    <a:pt x="487490" y="259779"/>
                  </a:lnTo>
                  <a:lnTo>
                    <a:pt x="497239" y="241295"/>
                  </a:lnTo>
                  <a:lnTo>
                    <a:pt x="506989" y="199859"/>
                  </a:lnTo>
                  <a:lnTo>
                    <a:pt x="516738" y="184184"/>
                  </a:lnTo>
                  <a:lnTo>
                    <a:pt x="526488" y="218026"/>
                  </a:lnTo>
                  <a:lnTo>
                    <a:pt x="536238" y="219818"/>
                  </a:lnTo>
                  <a:lnTo>
                    <a:pt x="545988" y="223917"/>
                  </a:lnTo>
                  <a:lnTo>
                    <a:pt x="555738" y="222951"/>
                  </a:lnTo>
                  <a:lnTo>
                    <a:pt x="565488" y="216828"/>
                  </a:lnTo>
                  <a:lnTo>
                    <a:pt x="575238" y="202641"/>
                  </a:lnTo>
                  <a:lnTo>
                    <a:pt x="584988" y="169002"/>
                  </a:lnTo>
                  <a:lnTo>
                    <a:pt x="594738" y="153238"/>
                  </a:lnTo>
                  <a:lnTo>
                    <a:pt x="604488" y="153650"/>
                  </a:lnTo>
                  <a:lnTo>
                    <a:pt x="614237" y="139045"/>
                  </a:lnTo>
                  <a:lnTo>
                    <a:pt x="623987" y="123443"/>
                  </a:lnTo>
                  <a:lnTo>
                    <a:pt x="633736" y="158919"/>
                  </a:lnTo>
                  <a:lnTo>
                    <a:pt x="643486" y="148857"/>
                  </a:lnTo>
                  <a:lnTo>
                    <a:pt x="653236" y="157905"/>
                  </a:lnTo>
                  <a:lnTo>
                    <a:pt x="662985" y="139983"/>
                  </a:lnTo>
                  <a:lnTo>
                    <a:pt x="672735" y="167053"/>
                  </a:lnTo>
                  <a:lnTo>
                    <a:pt x="682485" y="156378"/>
                  </a:lnTo>
                  <a:lnTo>
                    <a:pt x="692235" y="133181"/>
                  </a:lnTo>
                  <a:lnTo>
                    <a:pt x="701985" y="138905"/>
                  </a:lnTo>
                  <a:lnTo>
                    <a:pt x="711735" y="112350"/>
                  </a:lnTo>
                  <a:lnTo>
                    <a:pt x="721485" y="99203"/>
                  </a:lnTo>
                  <a:lnTo>
                    <a:pt x="731235" y="98306"/>
                  </a:lnTo>
                  <a:lnTo>
                    <a:pt x="740985" y="91034"/>
                  </a:lnTo>
                  <a:lnTo>
                    <a:pt x="750734" y="65530"/>
                  </a:lnTo>
                  <a:lnTo>
                    <a:pt x="760484" y="39441"/>
                  </a:lnTo>
                  <a:lnTo>
                    <a:pt x="770233" y="11027"/>
                  </a:lnTo>
                  <a:lnTo>
                    <a:pt x="779983" y="27436"/>
                  </a:lnTo>
                  <a:lnTo>
                    <a:pt x="789733" y="24117"/>
                  </a:lnTo>
                  <a:lnTo>
                    <a:pt x="799482" y="23987"/>
                  </a:lnTo>
                  <a:lnTo>
                    <a:pt x="809232" y="0"/>
                  </a:lnTo>
                  <a:lnTo>
                    <a:pt x="818982" y="18360"/>
                  </a:lnTo>
                  <a:lnTo>
                    <a:pt x="828732" y="68960"/>
                  </a:lnTo>
                  <a:lnTo>
                    <a:pt x="838482" y="46473"/>
                  </a:lnTo>
                  <a:lnTo>
                    <a:pt x="848232" y="64501"/>
                  </a:lnTo>
                  <a:lnTo>
                    <a:pt x="857982" y="43827"/>
                  </a:lnTo>
                  <a:lnTo>
                    <a:pt x="867732" y="77761"/>
                  </a:lnTo>
                  <a:lnTo>
                    <a:pt x="877482" y="82660"/>
                  </a:lnTo>
                  <a:lnTo>
                    <a:pt x="887231" y="64122"/>
                  </a:lnTo>
                  <a:lnTo>
                    <a:pt x="896981" y="44678"/>
                  </a:lnTo>
                  <a:lnTo>
                    <a:pt x="906730" y="62904"/>
                  </a:lnTo>
                  <a:lnTo>
                    <a:pt x="916480" y="79903"/>
                  </a:lnTo>
                  <a:lnTo>
                    <a:pt x="926230" y="108049"/>
                  </a:lnTo>
                  <a:lnTo>
                    <a:pt x="935979" y="86927"/>
                  </a:lnTo>
                  <a:lnTo>
                    <a:pt x="945729" y="118889"/>
                  </a:lnTo>
                  <a:lnTo>
                    <a:pt x="955479" y="97289"/>
                  </a:lnTo>
                  <a:lnTo>
                    <a:pt x="965229" y="106087"/>
                  </a:lnTo>
                  <a:lnTo>
                    <a:pt x="974979" y="117182"/>
                  </a:lnTo>
                  <a:lnTo>
                    <a:pt x="984729" y="103760"/>
                  </a:lnTo>
                  <a:lnTo>
                    <a:pt x="994474" y="101254"/>
                  </a:lnTo>
                  <a:lnTo>
                    <a:pt x="1004233" y="118530"/>
                  </a:lnTo>
                  <a:lnTo>
                    <a:pt x="1013977" y="165616"/>
                  </a:lnTo>
                  <a:lnTo>
                    <a:pt x="1023721" y="184378"/>
                  </a:lnTo>
                  <a:lnTo>
                    <a:pt x="1033480" y="179712"/>
                  </a:lnTo>
                  <a:lnTo>
                    <a:pt x="1043224" y="198238"/>
                  </a:lnTo>
                  <a:lnTo>
                    <a:pt x="1052983" y="207091"/>
                  </a:lnTo>
                  <a:lnTo>
                    <a:pt x="1062727" y="190726"/>
                  </a:lnTo>
                  <a:lnTo>
                    <a:pt x="1072471" y="212540"/>
                  </a:lnTo>
                  <a:lnTo>
                    <a:pt x="1082230" y="235700"/>
                  </a:lnTo>
                  <a:lnTo>
                    <a:pt x="1091973" y="234187"/>
                  </a:lnTo>
                  <a:lnTo>
                    <a:pt x="1101732" y="222040"/>
                  </a:lnTo>
                  <a:lnTo>
                    <a:pt x="1111476" y="240073"/>
                  </a:lnTo>
                  <a:lnTo>
                    <a:pt x="1121220" y="247366"/>
                  </a:lnTo>
                  <a:lnTo>
                    <a:pt x="1130979" y="223163"/>
                  </a:lnTo>
                  <a:lnTo>
                    <a:pt x="1140723" y="236505"/>
                  </a:lnTo>
                  <a:lnTo>
                    <a:pt x="1150482" y="239004"/>
                  </a:lnTo>
                  <a:lnTo>
                    <a:pt x="1160226" y="225140"/>
                  </a:lnTo>
                  <a:lnTo>
                    <a:pt x="1169969" y="210502"/>
                  </a:lnTo>
                  <a:lnTo>
                    <a:pt x="1179728" y="235683"/>
                  </a:lnTo>
                  <a:lnTo>
                    <a:pt x="1189472" y="220971"/>
                  </a:lnTo>
                  <a:lnTo>
                    <a:pt x="1199231" y="185244"/>
                  </a:lnTo>
                  <a:lnTo>
                    <a:pt x="1208975" y="218862"/>
                  </a:lnTo>
                  <a:lnTo>
                    <a:pt x="1218719" y="234358"/>
                  </a:lnTo>
                  <a:lnTo>
                    <a:pt x="1228478" y="206302"/>
                  </a:lnTo>
                  <a:lnTo>
                    <a:pt x="1238222" y="186693"/>
                  </a:lnTo>
                  <a:lnTo>
                    <a:pt x="1247966" y="205540"/>
                  </a:lnTo>
                  <a:lnTo>
                    <a:pt x="1257725" y="219414"/>
                  </a:lnTo>
                  <a:lnTo>
                    <a:pt x="1267469" y="195296"/>
                  </a:lnTo>
                  <a:lnTo>
                    <a:pt x="1277227" y="232491"/>
                  </a:lnTo>
                  <a:lnTo>
                    <a:pt x="1286971" y="241262"/>
                  </a:lnTo>
                  <a:lnTo>
                    <a:pt x="1296715" y="233808"/>
                  </a:lnTo>
                  <a:lnTo>
                    <a:pt x="1306474" y="267143"/>
                  </a:lnTo>
                  <a:lnTo>
                    <a:pt x="1316218" y="277946"/>
                  </a:lnTo>
                  <a:lnTo>
                    <a:pt x="1325977" y="296384"/>
                  </a:lnTo>
                  <a:lnTo>
                    <a:pt x="1335721" y="318978"/>
                  </a:lnTo>
                  <a:lnTo>
                    <a:pt x="1345465" y="279466"/>
                  </a:lnTo>
                  <a:lnTo>
                    <a:pt x="1355224" y="250614"/>
                  </a:lnTo>
                  <a:lnTo>
                    <a:pt x="1364967" y="254945"/>
                  </a:lnTo>
                  <a:lnTo>
                    <a:pt x="1374726" y="254414"/>
                  </a:lnTo>
                  <a:lnTo>
                    <a:pt x="1384470" y="257298"/>
                  </a:lnTo>
                  <a:lnTo>
                    <a:pt x="1394214" y="273855"/>
                  </a:lnTo>
                  <a:lnTo>
                    <a:pt x="1403973" y="279317"/>
                  </a:lnTo>
                  <a:lnTo>
                    <a:pt x="1413717" y="282689"/>
                  </a:lnTo>
                  <a:lnTo>
                    <a:pt x="1423476" y="294377"/>
                  </a:lnTo>
                  <a:lnTo>
                    <a:pt x="1433220" y="312667"/>
                  </a:lnTo>
                  <a:lnTo>
                    <a:pt x="1442964" y="336707"/>
                  </a:lnTo>
                  <a:lnTo>
                    <a:pt x="1452722" y="321192"/>
                  </a:lnTo>
                  <a:lnTo>
                    <a:pt x="1462466" y="291394"/>
                  </a:lnTo>
                  <a:lnTo>
                    <a:pt x="1472225" y="317916"/>
                  </a:lnTo>
                  <a:lnTo>
                    <a:pt x="1481969" y="287238"/>
                  </a:lnTo>
                  <a:lnTo>
                    <a:pt x="1491713" y="303011"/>
                  </a:lnTo>
                  <a:lnTo>
                    <a:pt x="1501472" y="319108"/>
                  </a:lnTo>
                  <a:lnTo>
                    <a:pt x="1511216" y="336231"/>
                  </a:lnTo>
                  <a:lnTo>
                    <a:pt x="1520960" y="313658"/>
                  </a:lnTo>
                  <a:lnTo>
                    <a:pt x="1530719" y="312819"/>
                  </a:lnTo>
                  <a:lnTo>
                    <a:pt x="1540463" y="343217"/>
                  </a:lnTo>
                  <a:lnTo>
                    <a:pt x="1550221" y="344147"/>
                  </a:lnTo>
                  <a:lnTo>
                    <a:pt x="1559965" y="327061"/>
                  </a:lnTo>
                  <a:lnTo>
                    <a:pt x="1569709" y="335893"/>
                  </a:lnTo>
                  <a:lnTo>
                    <a:pt x="1579468" y="273149"/>
                  </a:lnTo>
                  <a:lnTo>
                    <a:pt x="1589212" y="278805"/>
                  </a:lnTo>
                  <a:lnTo>
                    <a:pt x="1598971" y="300185"/>
                  </a:lnTo>
                  <a:lnTo>
                    <a:pt x="1608715" y="310896"/>
                  </a:lnTo>
                  <a:lnTo>
                    <a:pt x="1618459" y="313108"/>
                  </a:lnTo>
                  <a:lnTo>
                    <a:pt x="1628218" y="334275"/>
                  </a:lnTo>
                  <a:lnTo>
                    <a:pt x="1637962" y="346236"/>
                  </a:lnTo>
                  <a:lnTo>
                    <a:pt x="1647720" y="352571"/>
                  </a:lnTo>
                  <a:lnTo>
                    <a:pt x="1657464" y="352550"/>
                  </a:lnTo>
                  <a:lnTo>
                    <a:pt x="1667208" y="332335"/>
                  </a:lnTo>
                  <a:lnTo>
                    <a:pt x="1676967" y="349319"/>
                  </a:lnTo>
                  <a:lnTo>
                    <a:pt x="1686711" y="319406"/>
                  </a:lnTo>
                  <a:lnTo>
                    <a:pt x="1696470" y="345914"/>
                  </a:lnTo>
                  <a:lnTo>
                    <a:pt x="1706214" y="361874"/>
                  </a:lnTo>
                  <a:lnTo>
                    <a:pt x="1715958" y="364954"/>
                  </a:lnTo>
                  <a:lnTo>
                    <a:pt x="1725716" y="367813"/>
                  </a:lnTo>
                  <a:lnTo>
                    <a:pt x="1735460" y="371447"/>
                  </a:lnTo>
                  <a:lnTo>
                    <a:pt x="1745219" y="332708"/>
                  </a:lnTo>
                  <a:lnTo>
                    <a:pt x="1754963" y="382989"/>
                  </a:lnTo>
                  <a:lnTo>
                    <a:pt x="1764707" y="396063"/>
                  </a:lnTo>
                  <a:lnTo>
                    <a:pt x="1774466" y="359161"/>
                  </a:lnTo>
                  <a:lnTo>
                    <a:pt x="1784210" y="370080"/>
                  </a:lnTo>
                  <a:lnTo>
                    <a:pt x="1793969" y="372643"/>
                  </a:lnTo>
                  <a:lnTo>
                    <a:pt x="1803713" y="375469"/>
                  </a:lnTo>
                  <a:lnTo>
                    <a:pt x="1813457" y="368075"/>
                  </a:lnTo>
                  <a:lnTo>
                    <a:pt x="1823215" y="385231"/>
                  </a:lnTo>
                  <a:lnTo>
                    <a:pt x="1832959" y="364073"/>
                  </a:lnTo>
                  <a:lnTo>
                    <a:pt x="1842703" y="358599"/>
                  </a:lnTo>
                  <a:lnTo>
                    <a:pt x="1852462" y="355822"/>
                  </a:lnTo>
                  <a:lnTo>
                    <a:pt x="1862206" y="365234"/>
                  </a:lnTo>
                  <a:lnTo>
                    <a:pt x="1871965" y="369630"/>
                  </a:lnTo>
                  <a:lnTo>
                    <a:pt x="1881709" y="359973"/>
                  </a:lnTo>
                  <a:lnTo>
                    <a:pt x="1891453" y="363842"/>
                  </a:lnTo>
                  <a:lnTo>
                    <a:pt x="1901212" y="387371"/>
                  </a:lnTo>
                  <a:lnTo>
                    <a:pt x="1910956" y="382071"/>
                  </a:lnTo>
                  <a:lnTo>
                    <a:pt x="1920714" y="384243"/>
                  </a:lnTo>
                  <a:lnTo>
                    <a:pt x="1930458" y="379620"/>
                  </a:lnTo>
                  <a:lnTo>
                    <a:pt x="1940202" y="390474"/>
                  </a:lnTo>
                  <a:lnTo>
                    <a:pt x="1949961" y="388682"/>
                  </a:lnTo>
                  <a:lnTo>
                    <a:pt x="1959705" y="364221"/>
                  </a:lnTo>
                  <a:lnTo>
                    <a:pt x="1969464" y="387064"/>
                  </a:lnTo>
                  <a:lnTo>
                    <a:pt x="1979208" y="396483"/>
                  </a:lnTo>
                  <a:lnTo>
                    <a:pt x="1988952" y="381404"/>
                  </a:lnTo>
                  <a:lnTo>
                    <a:pt x="1998711" y="384944"/>
                  </a:lnTo>
                  <a:lnTo>
                    <a:pt x="2008454" y="365126"/>
                  </a:lnTo>
                  <a:lnTo>
                    <a:pt x="2018213" y="386529"/>
                  </a:lnTo>
                  <a:lnTo>
                    <a:pt x="2027957" y="385677"/>
                  </a:lnTo>
                  <a:lnTo>
                    <a:pt x="2037701" y="365927"/>
                  </a:lnTo>
                  <a:lnTo>
                    <a:pt x="2047460" y="369677"/>
                  </a:lnTo>
                  <a:lnTo>
                    <a:pt x="2057204" y="352103"/>
                  </a:lnTo>
                  <a:lnTo>
                    <a:pt x="2066963" y="340689"/>
                  </a:lnTo>
                  <a:lnTo>
                    <a:pt x="2076707" y="374222"/>
                  </a:lnTo>
                  <a:lnTo>
                    <a:pt x="2086451" y="349491"/>
                  </a:lnTo>
                  <a:lnTo>
                    <a:pt x="2096210" y="335279"/>
                  </a:lnTo>
                  <a:lnTo>
                    <a:pt x="2105954" y="322216"/>
                  </a:lnTo>
                  <a:lnTo>
                    <a:pt x="2115697" y="324597"/>
                  </a:lnTo>
                  <a:lnTo>
                    <a:pt x="2125456" y="332638"/>
                  </a:lnTo>
                  <a:lnTo>
                    <a:pt x="2135200" y="302285"/>
                  </a:lnTo>
                  <a:lnTo>
                    <a:pt x="2144959" y="316298"/>
                  </a:lnTo>
                  <a:lnTo>
                    <a:pt x="2154703" y="308540"/>
                  </a:lnTo>
                  <a:lnTo>
                    <a:pt x="2164447" y="278039"/>
                  </a:lnTo>
                  <a:lnTo>
                    <a:pt x="2174206" y="303670"/>
                  </a:lnTo>
                  <a:lnTo>
                    <a:pt x="2183950" y="304988"/>
                  </a:lnTo>
                  <a:lnTo>
                    <a:pt x="2193709" y="303558"/>
                  </a:lnTo>
                  <a:lnTo>
                    <a:pt x="2203452" y="279076"/>
                  </a:lnTo>
                  <a:lnTo>
                    <a:pt x="2213196" y="278157"/>
                  </a:lnTo>
                  <a:lnTo>
                    <a:pt x="2222955" y="240760"/>
                  </a:lnTo>
                  <a:lnTo>
                    <a:pt x="2232699" y="234719"/>
                  </a:lnTo>
                  <a:lnTo>
                    <a:pt x="2242458" y="213252"/>
                  </a:lnTo>
                  <a:lnTo>
                    <a:pt x="2252202" y="190212"/>
                  </a:lnTo>
                  <a:lnTo>
                    <a:pt x="2261946" y="176656"/>
                  </a:lnTo>
                  <a:lnTo>
                    <a:pt x="2271705" y="192569"/>
                  </a:lnTo>
                  <a:lnTo>
                    <a:pt x="2281449" y="213671"/>
                  </a:lnTo>
                  <a:lnTo>
                    <a:pt x="2291208" y="174154"/>
                  </a:lnTo>
                  <a:lnTo>
                    <a:pt x="2300951" y="187107"/>
                  </a:lnTo>
                  <a:lnTo>
                    <a:pt x="2310695" y="208766"/>
                  </a:lnTo>
                  <a:lnTo>
                    <a:pt x="2320454" y="200472"/>
                  </a:lnTo>
                  <a:lnTo>
                    <a:pt x="2330198" y="182723"/>
                  </a:lnTo>
                  <a:lnTo>
                    <a:pt x="2339957" y="200588"/>
                  </a:lnTo>
                  <a:lnTo>
                    <a:pt x="2349701" y="183106"/>
                  </a:lnTo>
                  <a:lnTo>
                    <a:pt x="2359445" y="174059"/>
                  </a:lnTo>
                  <a:lnTo>
                    <a:pt x="2369204" y="155131"/>
                  </a:lnTo>
                  <a:lnTo>
                    <a:pt x="2378948" y="176639"/>
                  </a:lnTo>
                  <a:lnTo>
                    <a:pt x="2388692" y="183158"/>
                  </a:lnTo>
                  <a:lnTo>
                    <a:pt x="2398450" y="161989"/>
                  </a:lnTo>
                  <a:lnTo>
                    <a:pt x="2408194" y="165493"/>
                  </a:lnTo>
                  <a:lnTo>
                    <a:pt x="2417953" y="169376"/>
                  </a:lnTo>
                  <a:lnTo>
                    <a:pt x="2427697" y="158218"/>
                  </a:lnTo>
                  <a:lnTo>
                    <a:pt x="2437441" y="132856"/>
                  </a:lnTo>
                  <a:lnTo>
                    <a:pt x="2447200" y="117835"/>
                  </a:lnTo>
                  <a:lnTo>
                    <a:pt x="2456944" y="80566"/>
                  </a:lnTo>
                  <a:lnTo>
                    <a:pt x="2466703" y="88458"/>
                  </a:lnTo>
                  <a:lnTo>
                    <a:pt x="2476446" y="117723"/>
                  </a:lnTo>
                  <a:lnTo>
                    <a:pt x="2486190" y="135390"/>
                  </a:lnTo>
                  <a:lnTo>
                    <a:pt x="2495949" y="114682"/>
                  </a:lnTo>
                  <a:lnTo>
                    <a:pt x="2505693" y="95146"/>
                  </a:lnTo>
                  <a:lnTo>
                    <a:pt x="2515452" y="76819"/>
                  </a:lnTo>
                  <a:lnTo>
                    <a:pt x="2525196" y="56424"/>
                  </a:lnTo>
                  <a:lnTo>
                    <a:pt x="2534940" y="45801"/>
                  </a:lnTo>
                  <a:lnTo>
                    <a:pt x="2544699" y="39105"/>
                  </a:lnTo>
                  <a:lnTo>
                    <a:pt x="2554443" y="72029"/>
                  </a:lnTo>
                  <a:lnTo>
                    <a:pt x="2564202" y="90771"/>
                  </a:lnTo>
                  <a:lnTo>
                    <a:pt x="2573946" y="140271"/>
                  </a:lnTo>
                  <a:lnTo>
                    <a:pt x="2583690" y="123212"/>
                  </a:lnTo>
                  <a:lnTo>
                    <a:pt x="2593448" y="118648"/>
                  </a:lnTo>
                  <a:lnTo>
                    <a:pt x="2603192" y="130262"/>
                  </a:lnTo>
                  <a:lnTo>
                    <a:pt x="2612951" y="175856"/>
                  </a:lnTo>
                  <a:lnTo>
                    <a:pt x="2622695" y="218066"/>
                  </a:lnTo>
                  <a:lnTo>
                    <a:pt x="2632439" y="210615"/>
                  </a:lnTo>
                  <a:lnTo>
                    <a:pt x="2642198" y="193109"/>
                  </a:lnTo>
                  <a:lnTo>
                    <a:pt x="2651942" y="179856"/>
                  </a:lnTo>
                  <a:lnTo>
                    <a:pt x="2661685" y="183475"/>
                  </a:lnTo>
                  <a:lnTo>
                    <a:pt x="2671444" y="154389"/>
                  </a:lnTo>
                  <a:lnTo>
                    <a:pt x="2681188" y="194147"/>
                  </a:lnTo>
                  <a:lnTo>
                    <a:pt x="2690947" y="189600"/>
                  </a:lnTo>
                  <a:lnTo>
                    <a:pt x="2700691" y="182906"/>
                  </a:lnTo>
                  <a:lnTo>
                    <a:pt x="2710435" y="177611"/>
                  </a:lnTo>
                  <a:lnTo>
                    <a:pt x="2720194" y="154495"/>
                  </a:lnTo>
                  <a:lnTo>
                    <a:pt x="2729938" y="113091"/>
                  </a:lnTo>
                  <a:lnTo>
                    <a:pt x="2739697" y="102778"/>
                  </a:lnTo>
                  <a:lnTo>
                    <a:pt x="2749441" y="118481"/>
                  </a:lnTo>
                  <a:lnTo>
                    <a:pt x="2759185" y="158412"/>
                  </a:lnTo>
                  <a:lnTo>
                    <a:pt x="2768943" y="166295"/>
                  </a:lnTo>
                  <a:lnTo>
                    <a:pt x="2778687" y="175494"/>
                  </a:lnTo>
                  <a:lnTo>
                    <a:pt x="2788446" y="173846"/>
                  </a:lnTo>
                  <a:lnTo>
                    <a:pt x="2798190" y="191605"/>
                  </a:lnTo>
                  <a:lnTo>
                    <a:pt x="2807934" y="180394"/>
                  </a:lnTo>
                  <a:lnTo>
                    <a:pt x="2817693" y="149987"/>
                  </a:lnTo>
                  <a:lnTo>
                    <a:pt x="2827437" y="167442"/>
                  </a:lnTo>
                  <a:lnTo>
                    <a:pt x="2837196" y="158910"/>
                  </a:lnTo>
                  <a:lnTo>
                    <a:pt x="2846940" y="201333"/>
                  </a:lnTo>
                  <a:lnTo>
                    <a:pt x="2856684" y="217291"/>
                  </a:lnTo>
                  <a:lnTo>
                    <a:pt x="2866442" y="207009"/>
                  </a:lnTo>
                  <a:lnTo>
                    <a:pt x="2876186" y="179084"/>
                  </a:lnTo>
                  <a:lnTo>
                    <a:pt x="2885945" y="183545"/>
                  </a:lnTo>
                  <a:lnTo>
                    <a:pt x="2895689" y="198197"/>
                  </a:lnTo>
                  <a:lnTo>
                    <a:pt x="2905433" y="213903"/>
                  </a:lnTo>
                  <a:lnTo>
                    <a:pt x="2915192" y="215019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0" name="Freeform 1249">
              <a:extLst>
                <a:ext uri="{FF2B5EF4-FFF2-40B4-BE49-F238E27FC236}">
                  <a16:creationId xmlns:a16="http://schemas.microsoft.com/office/drawing/2014/main" id="{AD626702-9522-8F46-88E8-231DD7C01BCE}"/>
                </a:ext>
              </a:extLst>
            </p:cNvPr>
            <p:cNvSpPr/>
            <p:nvPr/>
          </p:nvSpPr>
          <p:spPr>
            <a:xfrm>
              <a:off x="4426652" y="3188196"/>
              <a:ext cx="2915191" cy="619508"/>
            </a:xfrm>
            <a:custGeom>
              <a:avLst/>
              <a:gdLst>
                <a:gd name="connsiteX0" fmla="*/ 0 w 2915191"/>
                <a:gd name="connsiteY0" fmla="*/ 347981 h 619508"/>
                <a:gd name="connsiteX1" fmla="*/ 9750 w 2915191"/>
                <a:gd name="connsiteY1" fmla="*/ 366695 h 619508"/>
                <a:gd name="connsiteX2" fmla="*/ 19500 w 2915191"/>
                <a:gd name="connsiteY2" fmla="*/ 328935 h 619508"/>
                <a:gd name="connsiteX3" fmla="*/ 29250 w 2915191"/>
                <a:gd name="connsiteY3" fmla="*/ 336841 h 619508"/>
                <a:gd name="connsiteX4" fmla="*/ 39000 w 2915191"/>
                <a:gd name="connsiteY4" fmla="*/ 328891 h 619508"/>
                <a:gd name="connsiteX5" fmla="*/ 48749 w 2915191"/>
                <a:gd name="connsiteY5" fmla="*/ 318814 h 619508"/>
                <a:gd name="connsiteX6" fmla="*/ 58499 w 2915191"/>
                <a:gd name="connsiteY6" fmla="*/ 329817 h 619508"/>
                <a:gd name="connsiteX7" fmla="*/ 68249 w 2915191"/>
                <a:gd name="connsiteY7" fmla="*/ 353840 h 619508"/>
                <a:gd name="connsiteX8" fmla="*/ 77998 w 2915191"/>
                <a:gd name="connsiteY8" fmla="*/ 331152 h 619508"/>
                <a:gd name="connsiteX9" fmla="*/ 87748 w 2915191"/>
                <a:gd name="connsiteY9" fmla="*/ 331493 h 619508"/>
                <a:gd name="connsiteX10" fmla="*/ 97497 w 2915191"/>
                <a:gd name="connsiteY10" fmla="*/ 327860 h 619508"/>
                <a:gd name="connsiteX11" fmla="*/ 107247 w 2915191"/>
                <a:gd name="connsiteY11" fmla="*/ 314878 h 619508"/>
                <a:gd name="connsiteX12" fmla="*/ 116997 w 2915191"/>
                <a:gd name="connsiteY12" fmla="*/ 300691 h 619508"/>
                <a:gd name="connsiteX13" fmla="*/ 126747 w 2915191"/>
                <a:gd name="connsiteY13" fmla="*/ 326101 h 619508"/>
                <a:gd name="connsiteX14" fmla="*/ 136497 w 2915191"/>
                <a:gd name="connsiteY14" fmla="*/ 325266 h 619508"/>
                <a:gd name="connsiteX15" fmla="*/ 146247 w 2915191"/>
                <a:gd name="connsiteY15" fmla="*/ 301108 h 619508"/>
                <a:gd name="connsiteX16" fmla="*/ 155997 w 2915191"/>
                <a:gd name="connsiteY16" fmla="*/ 293559 h 619508"/>
                <a:gd name="connsiteX17" fmla="*/ 165747 w 2915191"/>
                <a:gd name="connsiteY17" fmla="*/ 279623 h 619508"/>
                <a:gd name="connsiteX18" fmla="*/ 175497 w 2915191"/>
                <a:gd name="connsiteY18" fmla="*/ 268754 h 619508"/>
                <a:gd name="connsiteX19" fmla="*/ 185247 w 2915191"/>
                <a:gd name="connsiteY19" fmla="*/ 233226 h 619508"/>
                <a:gd name="connsiteX20" fmla="*/ 194996 w 2915191"/>
                <a:gd name="connsiteY20" fmla="*/ 273769 h 619508"/>
                <a:gd name="connsiteX21" fmla="*/ 204746 w 2915191"/>
                <a:gd name="connsiteY21" fmla="*/ 275619 h 619508"/>
                <a:gd name="connsiteX22" fmla="*/ 214495 w 2915191"/>
                <a:gd name="connsiteY22" fmla="*/ 267154 h 619508"/>
                <a:gd name="connsiteX23" fmla="*/ 224245 w 2915191"/>
                <a:gd name="connsiteY23" fmla="*/ 280616 h 619508"/>
                <a:gd name="connsiteX24" fmla="*/ 233995 w 2915191"/>
                <a:gd name="connsiteY24" fmla="*/ 328241 h 619508"/>
                <a:gd name="connsiteX25" fmla="*/ 243744 w 2915191"/>
                <a:gd name="connsiteY25" fmla="*/ 325626 h 619508"/>
                <a:gd name="connsiteX26" fmla="*/ 253494 w 2915191"/>
                <a:gd name="connsiteY26" fmla="*/ 323558 h 619508"/>
                <a:gd name="connsiteX27" fmla="*/ 263244 w 2915191"/>
                <a:gd name="connsiteY27" fmla="*/ 299998 h 619508"/>
                <a:gd name="connsiteX28" fmla="*/ 272994 w 2915191"/>
                <a:gd name="connsiteY28" fmla="*/ 315137 h 619508"/>
                <a:gd name="connsiteX29" fmla="*/ 282744 w 2915191"/>
                <a:gd name="connsiteY29" fmla="*/ 321401 h 619508"/>
                <a:gd name="connsiteX30" fmla="*/ 292494 w 2915191"/>
                <a:gd name="connsiteY30" fmla="*/ 330565 h 619508"/>
                <a:gd name="connsiteX31" fmla="*/ 302244 w 2915191"/>
                <a:gd name="connsiteY31" fmla="*/ 354208 h 619508"/>
                <a:gd name="connsiteX32" fmla="*/ 311994 w 2915191"/>
                <a:gd name="connsiteY32" fmla="*/ 355000 h 619508"/>
                <a:gd name="connsiteX33" fmla="*/ 321744 w 2915191"/>
                <a:gd name="connsiteY33" fmla="*/ 324109 h 619508"/>
                <a:gd name="connsiteX34" fmla="*/ 331493 w 2915191"/>
                <a:gd name="connsiteY34" fmla="*/ 320987 h 619508"/>
                <a:gd name="connsiteX35" fmla="*/ 341243 w 2915191"/>
                <a:gd name="connsiteY35" fmla="*/ 323393 h 619508"/>
                <a:gd name="connsiteX36" fmla="*/ 350993 w 2915191"/>
                <a:gd name="connsiteY36" fmla="*/ 303746 h 619508"/>
                <a:gd name="connsiteX37" fmla="*/ 360742 w 2915191"/>
                <a:gd name="connsiteY37" fmla="*/ 311234 h 619508"/>
                <a:gd name="connsiteX38" fmla="*/ 370492 w 2915191"/>
                <a:gd name="connsiteY38" fmla="*/ 301901 h 619508"/>
                <a:gd name="connsiteX39" fmla="*/ 380241 w 2915191"/>
                <a:gd name="connsiteY39" fmla="*/ 320988 h 619508"/>
                <a:gd name="connsiteX40" fmla="*/ 389991 w 2915191"/>
                <a:gd name="connsiteY40" fmla="*/ 285958 h 619508"/>
                <a:gd name="connsiteX41" fmla="*/ 399741 w 2915191"/>
                <a:gd name="connsiteY41" fmla="*/ 272385 h 619508"/>
                <a:gd name="connsiteX42" fmla="*/ 409491 w 2915191"/>
                <a:gd name="connsiteY42" fmla="*/ 284583 h 619508"/>
                <a:gd name="connsiteX43" fmla="*/ 419241 w 2915191"/>
                <a:gd name="connsiteY43" fmla="*/ 270247 h 619508"/>
                <a:gd name="connsiteX44" fmla="*/ 428991 w 2915191"/>
                <a:gd name="connsiteY44" fmla="*/ 266516 h 619508"/>
                <a:gd name="connsiteX45" fmla="*/ 438741 w 2915191"/>
                <a:gd name="connsiteY45" fmla="*/ 253567 h 619508"/>
                <a:gd name="connsiteX46" fmla="*/ 448491 w 2915191"/>
                <a:gd name="connsiteY46" fmla="*/ 236772 h 619508"/>
                <a:gd name="connsiteX47" fmla="*/ 458241 w 2915191"/>
                <a:gd name="connsiteY47" fmla="*/ 251608 h 619508"/>
                <a:gd name="connsiteX48" fmla="*/ 467991 w 2915191"/>
                <a:gd name="connsiteY48" fmla="*/ 249829 h 619508"/>
                <a:gd name="connsiteX49" fmla="*/ 477740 w 2915191"/>
                <a:gd name="connsiteY49" fmla="*/ 236317 h 619508"/>
                <a:gd name="connsiteX50" fmla="*/ 487490 w 2915191"/>
                <a:gd name="connsiteY50" fmla="*/ 236205 h 619508"/>
                <a:gd name="connsiteX51" fmla="*/ 497239 w 2915191"/>
                <a:gd name="connsiteY51" fmla="*/ 243512 h 619508"/>
                <a:gd name="connsiteX52" fmla="*/ 506989 w 2915191"/>
                <a:gd name="connsiteY52" fmla="*/ 248682 h 619508"/>
                <a:gd name="connsiteX53" fmla="*/ 516738 w 2915191"/>
                <a:gd name="connsiteY53" fmla="*/ 248488 h 619508"/>
                <a:gd name="connsiteX54" fmla="*/ 526488 w 2915191"/>
                <a:gd name="connsiteY54" fmla="*/ 240650 h 619508"/>
                <a:gd name="connsiteX55" fmla="*/ 536238 w 2915191"/>
                <a:gd name="connsiteY55" fmla="*/ 252985 h 619508"/>
                <a:gd name="connsiteX56" fmla="*/ 545988 w 2915191"/>
                <a:gd name="connsiteY56" fmla="*/ 266912 h 619508"/>
                <a:gd name="connsiteX57" fmla="*/ 555738 w 2915191"/>
                <a:gd name="connsiteY57" fmla="*/ 279588 h 619508"/>
                <a:gd name="connsiteX58" fmla="*/ 565488 w 2915191"/>
                <a:gd name="connsiteY58" fmla="*/ 310006 h 619508"/>
                <a:gd name="connsiteX59" fmla="*/ 575238 w 2915191"/>
                <a:gd name="connsiteY59" fmla="*/ 320715 h 619508"/>
                <a:gd name="connsiteX60" fmla="*/ 584988 w 2915191"/>
                <a:gd name="connsiteY60" fmla="*/ 307823 h 619508"/>
                <a:gd name="connsiteX61" fmla="*/ 594738 w 2915191"/>
                <a:gd name="connsiteY61" fmla="*/ 301004 h 619508"/>
                <a:gd name="connsiteX62" fmla="*/ 604488 w 2915191"/>
                <a:gd name="connsiteY62" fmla="*/ 322614 h 619508"/>
                <a:gd name="connsiteX63" fmla="*/ 614237 w 2915191"/>
                <a:gd name="connsiteY63" fmla="*/ 365378 h 619508"/>
                <a:gd name="connsiteX64" fmla="*/ 623987 w 2915191"/>
                <a:gd name="connsiteY64" fmla="*/ 378322 h 619508"/>
                <a:gd name="connsiteX65" fmla="*/ 633736 w 2915191"/>
                <a:gd name="connsiteY65" fmla="*/ 377206 h 619508"/>
                <a:gd name="connsiteX66" fmla="*/ 643486 w 2915191"/>
                <a:gd name="connsiteY66" fmla="*/ 387041 h 619508"/>
                <a:gd name="connsiteX67" fmla="*/ 653236 w 2915191"/>
                <a:gd name="connsiteY67" fmla="*/ 434664 h 619508"/>
                <a:gd name="connsiteX68" fmla="*/ 662985 w 2915191"/>
                <a:gd name="connsiteY68" fmla="*/ 432219 h 619508"/>
                <a:gd name="connsiteX69" fmla="*/ 672735 w 2915191"/>
                <a:gd name="connsiteY69" fmla="*/ 421550 h 619508"/>
                <a:gd name="connsiteX70" fmla="*/ 682485 w 2915191"/>
                <a:gd name="connsiteY70" fmla="*/ 440780 h 619508"/>
                <a:gd name="connsiteX71" fmla="*/ 692235 w 2915191"/>
                <a:gd name="connsiteY71" fmla="*/ 491035 h 619508"/>
                <a:gd name="connsiteX72" fmla="*/ 701985 w 2915191"/>
                <a:gd name="connsiteY72" fmla="*/ 506454 h 619508"/>
                <a:gd name="connsiteX73" fmla="*/ 711735 w 2915191"/>
                <a:gd name="connsiteY73" fmla="*/ 478242 h 619508"/>
                <a:gd name="connsiteX74" fmla="*/ 721485 w 2915191"/>
                <a:gd name="connsiteY74" fmla="*/ 494259 h 619508"/>
                <a:gd name="connsiteX75" fmla="*/ 731235 w 2915191"/>
                <a:gd name="connsiteY75" fmla="*/ 541416 h 619508"/>
                <a:gd name="connsiteX76" fmla="*/ 740985 w 2915191"/>
                <a:gd name="connsiteY76" fmla="*/ 545696 h 619508"/>
                <a:gd name="connsiteX77" fmla="*/ 750734 w 2915191"/>
                <a:gd name="connsiteY77" fmla="*/ 569201 h 619508"/>
                <a:gd name="connsiteX78" fmla="*/ 760484 w 2915191"/>
                <a:gd name="connsiteY78" fmla="*/ 617257 h 619508"/>
                <a:gd name="connsiteX79" fmla="*/ 770233 w 2915191"/>
                <a:gd name="connsiteY79" fmla="*/ 591786 h 619508"/>
                <a:gd name="connsiteX80" fmla="*/ 779983 w 2915191"/>
                <a:gd name="connsiteY80" fmla="*/ 619509 h 619508"/>
                <a:gd name="connsiteX81" fmla="*/ 789733 w 2915191"/>
                <a:gd name="connsiteY81" fmla="*/ 603012 h 619508"/>
                <a:gd name="connsiteX82" fmla="*/ 799482 w 2915191"/>
                <a:gd name="connsiteY82" fmla="*/ 588134 h 619508"/>
                <a:gd name="connsiteX83" fmla="*/ 809232 w 2915191"/>
                <a:gd name="connsiteY83" fmla="*/ 586646 h 619508"/>
                <a:gd name="connsiteX84" fmla="*/ 818982 w 2915191"/>
                <a:gd name="connsiteY84" fmla="*/ 577645 h 619508"/>
                <a:gd name="connsiteX85" fmla="*/ 828732 w 2915191"/>
                <a:gd name="connsiteY85" fmla="*/ 587342 h 619508"/>
                <a:gd name="connsiteX86" fmla="*/ 838482 w 2915191"/>
                <a:gd name="connsiteY86" fmla="*/ 595471 h 619508"/>
                <a:gd name="connsiteX87" fmla="*/ 848232 w 2915191"/>
                <a:gd name="connsiteY87" fmla="*/ 580195 h 619508"/>
                <a:gd name="connsiteX88" fmla="*/ 857982 w 2915191"/>
                <a:gd name="connsiteY88" fmla="*/ 557660 h 619508"/>
                <a:gd name="connsiteX89" fmla="*/ 867732 w 2915191"/>
                <a:gd name="connsiteY89" fmla="*/ 528582 h 619508"/>
                <a:gd name="connsiteX90" fmla="*/ 877482 w 2915191"/>
                <a:gd name="connsiteY90" fmla="*/ 544704 h 619508"/>
                <a:gd name="connsiteX91" fmla="*/ 887231 w 2915191"/>
                <a:gd name="connsiteY91" fmla="*/ 519590 h 619508"/>
                <a:gd name="connsiteX92" fmla="*/ 896981 w 2915191"/>
                <a:gd name="connsiteY92" fmla="*/ 518958 h 619508"/>
                <a:gd name="connsiteX93" fmla="*/ 906730 w 2915191"/>
                <a:gd name="connsiteY93" fmla="*/ 512759 h 619508"/>
                <a:gd name="connsiteX94" fmla="*/ 916480 w 2915191"/>
                <a:gd name="connsiteY94" fmla="*/ 543028 h 619508"/>
                <a:gd name="connsiteX95" fmla="*/ 926230 w 2915191"/>
                <a:gd name="connsiteY95" fmla="*/ 543402 h 619508"/>
                <a:gd name="connsiteX96" fmla="*/ 935979 w 2915191"/>
                <a:gd name="connsiteY96" fmla="*/ 538881 h 619508"/>
                <a:gd name="connsiteX97" fmla="*/ 945729 w 2915191"/>
                <a:gd name="connsiteY97" fmla="*/ 527163 h 619508"/>
                <a:gd name="connsiteX98" fmla="*/ 955479 w 2915191"/>
                <a:gd name="connsiteY98" fmla="*/ 508674 h 619508"/>
                <a:gd name="connsiteX99" fmla="*/ 965229 w 2915191"/>
                <a:gd name="connsiteY99" fmla="*/ 521831 h 619508"/>
                <a:gd name="connsiteX100" fmla="*/ 974979 w 2915191"/>
                <a:gd name="connsiteY100" fmla="*/ 485217 h 619508"/>
                <a:gd name="connsiteX101" fmla="*/ 984729 w 2915191"/>
                <a:gd name="connsiteY101" fmla="*/ 522765 h 619508"/>
                <a:gd name="connsiteX102" fmla="*/ 994474 w 2915191"/>
                <a:gd name="connsiteY102" fmla="*/ 534364 h 619508"/>
                <a:gd name="connsiteX103" fmla="*/ 1004233 w 2915191"/>
                <a:gd name="connsiteY103" fmla="*/ 522823 h 619508"/>
                <a:gd name="connsiteX104" fmla="*/ 1013977 w 2915191"/>
                <a:gd name="connsiteY104" fmla="*/ 508319 h 619508"/>
                <a:gd name="connsiteX105" fmla="*/ 1023721 w 2915191"/>
                <a:gd name="connsiteY105" fmla="*/ 499661 h 619508"/>
                <a:gd name="connsiteX106" fmla="*/ 1033480 w 2915191"/>
                <a:gd name="connsiteY106" fmla="*/ 494125 h 619508"/>
                <a:gd name="connsiteX107" fmla="*/ 1043224 w 2915191"/>
                <a:gd name="connsiteY107" fmla="*/ 493897 h 619508"/>
                <a:gd name="connsiteX108" fmla="*/ 1052983 w 2915191"/>
                <a:gd name="connsiteY108" fmla="*/ 448608 h 619508"/>
                <a:gd name="connsiteX109" fmla="*/ 1062727 w 2915191"/>
                <a:gd name="connsiteY109" fmla="*/ 436347 h 619508"/>
                <a:gd name="connsiteX110" fmla="*/ 1072471 w 2915191"/>
                <a:gd name="connsiteY110" fmla="*/ 437187 h 619508"/>
                <a:gd name="connsiteX111" fmla="*/ 1082230 w 2915191"/>
                <a:gd name="connsiteY111" fmla="*/ 401382 h 619508"/>
                <a:gd name="connsiteX112" fmla="*/ 1091973 w 2915191"/>
                <a:gd name="connsiteY112" fmla="*/ 385478 h 619508"/>
                <a:gd name="connsiteX113" fmla="*/ 1101732 w 2915191"/>
                <a:gd name="connsiteY113" fmla="*/ 365865 h 619508"/>
                <a:gd name="connsiteX114" fmla="*/ 1111476 w 2915191"/>
                <a:gd name="connsiteY114" fmla="*/ 377732 h 619508"/>
                <a:gd name="connsiteX115" fmla="*/ 1121220 w 2915191"/>
                <a:gd name="connsiteY115" fmla="*/ 371205 h 619508"/>
                <a:gd name="connsiteX116" fmla="*/ 1130979 w 2915191"/>
                <a:gd name="connsiteY116" fmla="*/ 355764 h 619508"/>
                <a:gd name="connsiteX117" fmla="*/ 1140723 w 2915191"/>
                <a:gd name="connsiteY117" fmla="*/ 328238 h 619508"/>
                <a:gd name="connsiteX118" fmla="*/ 1150482 w 2915191"/>
                <a:gd name="connsiteY118" fmla="*/ 323180 h 619508"/>
                <a:gd name="connsiteX119" fmla="*/ 1160226 w 2915191"/>
                <a:gd name="connsiteY119" fmla="*/ 321176 h 619508"/>
                <a:gd name="connsiteX120" fmla="*/ 1169969 w 2915191"/>
                <a:gd name="connsiteY120" fmla="*/ 313303 h 619508"/>
                <a:gd name="connsiteX121" fmla="*/ 1179728 w 2915191"/>
                <a:gd name="connsiteY121" fmla="*/ 324521 h 619508"/>
                <a:gd name="connsiteX122" fmla="*/ 1189472 w 2915191"/>
                <a:gd name="connsiteY122" fmla="*/ 339238 h 619508"/>
                <a:gd name="connsiteX123" fmla="*/ 1199231 w 2915191"/>
                <a:gd name="connsiteY123" fmla="*/ 337808 h 619508"/>
                <a:gd name="connsiteX124" fmla="*/ 1208975 w 2915191"/>
                <a:gd name="connsiteY124" fmla="*/ 352410 h 619508"/>
                <a:gd name="connsiteX125" fmla="*/ 1218719 w 2915191"/>
                <a:gd name="connsiteY125" fmla="*/ 340093 h 619508"/>
                <a:gd name="connsiteX126" fmla="*/ 1228478 w 2915191"/>
                <a:gd name="connsiteY126" fmla="*/ 368522 h 619508"/>
                <a:gd name="connsiteX127" fmla="*/ 1238222 w 2915191"/>
                <a:gd name="connsiteY127" fmla="*/ 379398 h 619508"/>
                <a:gd name="connsiteX128" fmla="*/ 1247966 w 2915191"/>
                <a:gd name="connsiteY128" fmla="*/ 359022 h 619508"/>
                <a:gd name="connsiteX129" fmla="*/ 1257725 w 2915191"/>
                <a:gd name="connsiteY129" fmla="*/ 338734 h 619508"/>
                <a:gd name="connsiteX130" fmla="*/ 1267469 w 2915191"/>
                <a:gd name="connsiteY130" fmla="*/ 342784 h 619508"/>
                <a:gd name="connsiteX131" fmla="*/ 1277227 w 2915191"/>
                <a:gd name="connsiteY131" fmla="*/ 316475 h 619508"/>
                <a:gd name="connsiteX132" fmla="*/ 1286971 w 2915191"/>
                <a:gd name="connsiteY132" fmla="*/ 290676 h 619508"/>
                <a:gd name="connsiteX133" fmla="*/ 1296715 w 2915191"/>
                <a:gd name="connsiteY133" fmla="*/ 347286 h 619508"/>
                <a:gd name="connsiteX134" fmla="*/ 1306474 w 2915191"/>
                <a:gd name="connsiteY134" fmla="*/ 377315 h 619508"/>
                <a:gd name="connsiteX135" fmla="*/ 1316218 w 2915191"/>
                <a:gd name="connsiteY135" fmla="*/ 376983 h 619508"/>
                <a:gd name="connsiteX136" fmla="*/ 1325977 w 2915191"/>
                <a:gd name="connsiteY136" fmla="*/ 398317 h 619508"/>
                <a:gd name="connsiteX137" fmla="*/ 1335721 w 2915191"/>
                <a:gd name="connsiteY137" fmla="*/ 387956 h 619508"/>
                <a:gd name="connsiteX138" fmla="*/ 1345465 w 2915191"/>
                <a:gd name="connsiteY138" fmla="*/ 391700 h 619508"/>
                <a:gd name="connsiteX139" fmla="*/ 1355224 w 2915191"/>
                <a:gd name="connsiteY139" fmla="*/ 356987 h 619508"/>
                <a:gd name="connsiteX140" fmla="*/ 1364967 w 2915191"/>
                <a:gd name="connsiteY140" fmla="*/ 332003 h 619508"/>
                <a:gd name="connsiteX141" fmla="*/ 1374726 w 2915191"/>
                <a:gd name="connsiteY141" fmla="*/ 306120 h 619508"/>
                <a:gd name="connsiteX142" fmla="*/ 1384470 w 2915191"/>
                <a:gd name="connsiteY142" fmla="*/ 296183 h 619508"/>
                <a:gd name="connsiteX143" fmla="*/ 1394214 w 2915191"/>
                <a:gd name="connsiteY143" fmla="*/ 288310 h 619508"/>
                <a:gd name="connsiteX144" fmla="*/ 1403973 w 2915191"/>
                <a:gd name="connsiteY144" fmla="*/ 279259 h 619508"/>
                <a:gd name="connsiteX145" fmla="*/ 1413717 w 2915191"/>
                <a:gd name="connsiteY145" fmla="*/ 288732 h 619508"/>
                <a:gd name="connsiteX146" fmla="*/ 1423476 w 2915191"/>
                <a:gd name="connsiteY146" fmla="*/ 290274 h 619508"/>
                <a:gd name="connsiteX147" fmla="*/ 1433220 w 2915191"/>
                <a:gd name="connsiteY147" fmla="*/ 289793 h 619508"/>
                <a:gd name="connsiteX148" fmla="*/ 1442964 w 2915191"/>
                <a:gd name="connsiteY148" fmla="*/ 298157 h 619508"/>
                <a:gd name="connsiteX149" fmla="*/ 1452722 w 2915191"/>
                <a:gd name="connsiteY149" fmla="*/ 281883 h 619508"/>
                <a:gd name="connsiteX150" fmla="*/ 1462466 w 2915191"/>
                <a:gd name="connsiteY150" fmla="*/ 278325 h 619508"/>
                <a:gd name="connsiteX151" fmla="*/ 1472225 w 2915191"/>
                <a:gd name="connsiteY151" fmla="*/ 271406 h 619508"/>
                <a:gd name="connsiteX152" fmla="*/ 1481969 w 2915191"/>
                <a:gd name="connsiteY152" fmla="*/ 251067 h 619508"/>
                <a:gd name="connsiteX153" fmla="*/ 1491713 w 2915191"/>
                <a:gd name="connsiteY153" fmla="*/ 252246 h 619508"/>
                <a:gd name="connsiteX154" fmla="*/ 1501472 w 2915191"/>
                <a:gd name="connsiteY154" fmla="*/ 245747 h 619508"/>
                <a:gd name="connsiteX155" fmla="*/ 1511216 w 2915191"/>
                <a:gd name="connsiteY155" fmla="*/ 226855 h 619508"/>
                <a:gd name="connsiteX156" fmla="*/ 1520960 w 2915191"/>
                <a:gd name="connsiteY156" fmla="*/ 228860 h 619508"/>
                <a:gd name="connsiteX157" fmla="*/ 1530719 w 2915191"/>
                <a:gd name="connsiteY157" fmla="*/ 238306 h 619508"/>
                <a:gd name="connsiteX158" fmla="*/ 1540463 w 2915191"/>
                <a:gd name="connsiteY158" fmla="*/ 231685 h 619508"/>
                <a:gd name="connsiteX159" fmla="*/ 1550221 w 2915191"/>
                <a:gd name="connsiteY159" fmla="*/ 249419 h 619508"/>
                <a:gd name="connsiteX160" fmla="*/ 1559965 w 2915191"/>
                <a:gd name="connsiteY160" fmla="*/ 213038 h 619508"/>
                <a:gd name="connsiteX161" fmla="*/ 1569709 w 2915191"/>
                <a:gd name="connsiteY161" fmla="*/ 255811 h 619508"/>
                <a:gd name="connsiteX162" fmla="*/ 1579468 w 2915191"/>
                <a:gd name="connsiteY162" fmla="*/ 270199 h 619508"/>
                <a:gd name="connsiteX163" fmla="*/ 1589212 w 2915191"/>
                <a:gd name="connsiteY163" fmla="*/ 249899 h 619508"/>
                <a:gd name="connsiteX164" fmla="*/ 1598971 w 2915191"/>
                <a:gd name="connsiteY164" fmla="*/ 270358 h 619508"/>
                <a:gd name="connsiteX165" fmla="*/ 1608715 w 2915191"/>
                <a:gd name="connsiteY165" fmla="*/ 245471 h 619508"/>
                <a:gd name="connsiteX166" fmla="*/ 1618459 w 2915191"/>
                <a:gd name="connsiteY166" fmla="*/ 246635 h 619508"/>
                <a:gd name="connsiteX167" fmla="*/ 1628218 w 2915191"/>
                <a:gd name="connsiteY167" fmla="*/ 264773 h 619508"/>
                <a:gd name="connsiteX168" fmla="*/ 1637962 w 2915191"/>
                <a:gd name="connsiteY168" fmla="*/ 270546 h 619508"/>
                <a:gd name="connsiteX169" fmla="*/ 1647720 w 2915191"/>
                <a:gd name="connsiteY169" fmla="*/ 269359 h 619508"/>
                <a:gd name="connsiteX170" fmla="*/ 1657464 w 2915191"/>
                <a:gd name="connsiteY170" fmla="*/ 258420 h 619508"/>
                <a:gd name="connsiteX171" fmla="*/ 1667208 w 2915191"/>
                <a:gd name="connsiteY171" fmla="*/ 265548 h 619508"/>
                <a:gd name="connsiteX172" fmla="*/ 1676967 w 2915191"/>
                <a:gd name="connsiteY172" fmla="*/ 273204 h 619508"/>
                <a:gd name="connsiteX173" fmla="*/ 1686711 w 2915191"/>
                <a:gd name="connsiteY173" fmla="*/ 294388 h 619508"/>
                <a:gd name="connsiteX174" fmla="*/ 1696470 w 2915191"/>
                <a:gd name="connsiteY174" fmla="*/ 297191 h 619508"/>
                <a:gd name="connsiteX175" fmla="*/ 1706214 w 2915191"/>
                <a:gd name="connsiteY175" fmla="*/ 268493 h 619508"/>
                <a:gd name="connsiteX176" fmla="*/ 1715958 w 2915191"/>
                <a:gd name="connsiteY176" fmla="*/ 250355 h 619508"/>
                <a:gd name="connsiteX177" fmla="*/ 1725716 w 2915191"/>
                <a:gd name="connsiteY177" fmla="*/ 234076 h 619508"/>
                <a:gd name="connsiteX178" fmla="*/ 1735460 w 2915191"/>
                <a:gd name="connsiteY178" fmla="*/ 245610 h 619508"/>
                <a:gd name="connsiteX179" fmla="*/ 1745219 w 2915191"/>
                <a:gd name="connsiteY179" fmla="*/ 235802 h 619508"/>
                <a:gd name="connsiteX180" fmla="*/ 1754963 w 2915191"/>
                <a:gd name="connsiteY180" fmla="*/ 221220 h 619508"/>
                <a:gd name="connsiteX181" fmla="*/ 1764707 w 2915191"/>
                <a:gd name="connsiteY181" fmla="*/ 162615 h 619508"/>
                <a:gd name="connsiteX182" fmla="*/ 1774466 w 2915191"/>
                <a:gd name="connsiteY182" fmla="*/ 147101 h 619508"/>
                <a:gd name="connsiteX183" fmla="*/ 1784210 w 2915191"/>
                <a:gd name="connsiteY183" fmla="*/ 180464 h 619508"/>
                <a:gd name="connsiteX184" fmla="*/ 1793969 w 2915191"/>
                <a:gd name="connsiteY184" fmla="*/ 198778 h 619508"/>
                <a:gd name="connsiteX185" fmla="*/ 1803713 w 2915191"/>
                <a:gd name="connsiteY185" fmla="*/ 188180 h 619508"/>
                <a:gd name="connsiteX186" fmla="*/ 1813457 w 2915191"/>
                <a:gd name="connsiteY186" fmla="*/ 192937 h 619508"/>
                <a:gd name="connsiteX187" fmla="*/ 1823215 w 2915191"/>
                <a:gd name="connsiteY187" fmla="*/ 199821 h 619508"/>
                <a:gd name="connsiteX188" fmla="*/ 1832959 w 2915191"/>
                <a:gd name="connsiteY188" fmla="*/ 169886 h 619508"/>
                <a:gd name="connsiteX189" fmla="*/ 1842703 w 2915191"/>
                <a:gd name="connsiteY189" fmla="*/ 117002 h 619508"/>
                <a:gd name="connsiteX190" fmla="*/ 1852462 w 2915191"/>
                <a:gd name="connsiteY190" fmla="*/ 107653 h 619508"/>
                <a:gd name="connsiteX191" fmla="*/ 1862206 w 2915191"/>
                <a:gd name="connsiteY191" fmla="*/ 109655 h 619508"/>
                <a:gd name="connsiteX192" fmla="*/ 1871965 w 2915191"/>
                <a:gd name="connsiteY192" fmla="*/ 112185 h 619508"/>
                <a:gd name="connsiteX193" fmla="*/ 1881709 w 2915191"/>
                <a:gd name="connsiteY193" fmla="*/ 88603 h 619508"/>
                <a:gd name="connsiteX194" fmla="*/ 1891453 w 2915191"/>
                <a:gd name="connsiteY194" fmla="*/ 99622 h 619508"/>
                <a:gd name="connsiteX195" fmla="*/ 1901212 w 2915191"/>
                <a:gd name="connsiteY195" fmla="*/ 121133 h 619508"/>
                <a:gd name="connsiteX196" fmla="*/ 1910956 w 2915191"/>
                <a:gd name="connsiteY196" fmla="*/ 123271 h 619508"/>
                <a:gd name="connsiteX197" fmla="*/ 1920714 w 2915191"/>
                <a:gd name="connsiteY197" fmla="*/ 131556 h 619508"/>
                <a:gd name="connsiteX198" fmla="*/ 1930458 w 2915191"/>
                <a:gd name="connsiteY198" fmla="*/ 141148 h 619508"/>
                <a:gd name="connsiteX199" fmla="*/ 1940202 w 2915191"/>
                <a:gd name="connsiteY199" fmla="*/ 117960 h 619508"/>
                <a:gd name="connsiteX200" fmla="*/ 1949961 w 2915191"/>
                <a:gd name="connsiteY200" fmla="*/ 116602 h 619508"/>
                <a:gd name="connsiteX201" fmla="*/ 1959705 w 2915191"/>
                <a:gd name="connsiteY201" fmla="*/ 118359 h 619508"/>
                <a:gd name="connsiteX202" fmla="*/ 1969464 w 2915191"/>
                <a:gd name="connsiteY202" fmla="*/ 122389 h 619508"/>
                <a:gd name="connsiteX203" fmla="*/ 1979208 w 2915191"/>
                <a:gd name="connsiteY203" fmla="*/ 130183 h 619508"/>
                <a:gd name="connsiteX204" fmla="*/ 1988952 w 2915191"/>
                <a:gd name="connsiteY204" fmla="*/ 106204 h 619508"/>
                <a:gd name="connsiteX205" fmla="*/ 1998711 w 2915191"/>
                <a:gd name="connsiteY205" fmla="*/ 63921 h 619508"/>
                <a:gd name="connsiteX206" fmla="*/ 2008454 w 2915191"/>
                <a:gd name="connsiteY206" fmla="*/ 40713 h 619508"/>
                <a:gd name="connsiteX207" fmla="*/ 2018213 w 2915191"/>
                <a:gd name="connsiteY207" fmla="*/ 37058 h 619508"/>
                <a:gd name="connsiteX208" fmla="*/ 2027957 w 2915191"/>
                <a:gd name="connsiteY208" fmla="*/ 98114 h 619508"/>
                <a:gd name="connsiteX209" fmla="*/ 2037701 w 2915191"/>
                <a:gd name="connsiteY209" fmla="*/ 102837 h 619508"/>
                <a:gd name="connsiteX210" fmla="*/ 2047460 w 2915191"/>
                <a:gd name="connsiteY210" fmla="*/ 111039 h 619508"/>
                <a:gd name="connsiteX211" fmla="*/ 2057204 w 2915191"/>
                <a:gd name="connsiteY211" fmla="*/ 105726 h 619508"/>
                <a:gd name="connsiteX212" fmla="*/ 2066963 w 2915191"/>
                <a:gd name="connsiteY212" fmla="*/ 103442 h 619508"/>
                <a:gd name="connsiteX213" fmla="*/ 2076707 w 2915191"/>
                <a:gd name="connsiteY213" fmla="*/ 122106 h 619508"/>
                <a:gd name="connsiteX214" fmla="*/ 2086451 w 2915191"/>
                <a:gd name="connsiteY214" fmla="*/ 116607 h 619508"/>
                <a:gd name="connsiteX215" fmla="*/ 2096210 w 2915191"/>
                <a:gd name="connsiteY215" fmla="*/ 102851 h 619508"/>
                <a:gd name="connsiteX216" fmla="*/ 2105954 w 2915191"/>
                <a:gd name="connsiteY216" fmla="*/ 87169 h 619508"/>
                <a:gd name="connsiteX217" fmla="*/ 2115697 w 2915191"/>
                <a:gd name="connsiteY217" fmla="*/ 87228 h 619508"/>
                <a:gd name="connsiteX218" fmla="*/ 2125456 w 2915191"/>
                <a:gd name="connsiteY218" fmla="*/ 61917 h 619508"/>
                <a:gd name="connsiteX219" fmla="*/ 2135200 w 2915191"/>
                <a:gd name="connsiteY219" fmla="*/ 50724 h 619508"/>
                <a:gd name="connsiteX220" fmla="*/ 2144959 w 2915191"/>
                <a:gd name="connsiteY220" fmla="*/ 62226 h 619508"/>
                <a:gd name="connsiteX221" fmla="*/ 2154703 w 2915191"/>
                <a:gd name="connsiteY221" fmla="*/ 57911 h 619508"/>
                <a:gd name="connsiteX222" fmla="*/ 2164447 w 2915191"/>
                <a:gd name="connsiteY222" fmla="*/ 35939 h 619508"/>
                <a:gd name="connsiteX223" fmla="*/ 2174206 w 2915191"/>
                <a:gd name="connsiteY223" fmla="*/ 43810 h 619508"/>
                <a:gd name="connsiteX224" fmla="*/ 2183950 w 2915191"/>
                <a:gd name="connsiteY224" fmla="*/ 43033 h 619508"/>
                <a:gd name="connsiteX225" fmla="*/ 2193709 w 2915191"/>
                <a:gd name="connsiteY225" fmla="*/ 59806 h 619508"/>
                <a:gd name="connsiteX226" fmla="*/ 2203452 w 2915191"/>
                <a:gd name="connsiteY226" fmla="*/ 73077 h 619508"/>
                <a:gd name="connsiteX227" fmla="*/ 2213196 w 2915191"/>
                <a:gd name="connsiteY227" fmla="*/ 37084 h 619508"/>
                <a:gd name="connsiteX228" fmla="*/ 2222955 w 2915191"/>
                <a:gd name="connsiteY228" fmla="*/ 30613 h 619508"/>
                <a:gd name="connsiteX229" fmla="*/ 2232699 w 2915191"/>
                <a:gd name="connsiteY229" fmla="*/ 23520 h 619508"/>
                <a:gd name="connsiteX230" fmla="*/ 2242458 w 2915191"/>
                <a:gd name="connsiteY230" fmla="*/ 50014 h 619508"/>
                <a:gd name="connsiteX231" fmla="*/ 2252202 w 2915191"/>
                <a:gd name="connsiteY231" fmla="*/ 40192 h 619508"/>
                <a:gd name="connsiteX232" fmla="*/ 2261946 w 2915191"/>
                <a:gd name="connsiteY232" fmla="*/ 42821 h 619508"/>
                <a:gd name="connsiteX233" fmla="*/ 2271705 w 2915191"/>
                <a:gd name="connsiteY233" fmla="*/ 57297 h 619508"/>
                <a:gd name="connsiteX234" fmla="*/ 2281449 w 2915191"/>
                <a:gd name="connsiteY234" fmla="*/ 59870 h 619508"/>
                <a:gd name="connsiteX235" fmla="*/ 2291208 w 2915191"/>
                <a:gd name="connsiteY235" fmla="*/ 46942 h 619508"/>
                <a:gd name="connsiteX236" fmla="*/ 2300951 w 2915191"/>
                <a:gd name="connsiteY236" fmla="*/ 60231 h 619508"/>
                <a:gd name="connsiteX237" fmla="*/ 2310695 w 2915191"/>
                <a:gd name="connsiteY237" fmla="*/ 78938 h 619508"/>
                <a:gd name="connsiteX238" fmla="*/ 2320454 w 2915191"/>
                <a:gd name="connsiteY238" fmla="*/ 56507 h 619508"/>
                <a:gd name="connsiteX239" fmla="*/ 2330198 w 2915191"/>
                <a:gd name="connsiteY239" fmla="*/ 0 h 619508"/>
                <a:gd name="connsiteX240" fmla="*/ 2339957 w 2915191"/>
                <a:gd name="connsiteY240" fmla="*/ 994 h 619508"/>
                <a:gd name="connsiteX241" fmla="*/ 2349701 w 2915191"/>
                <a:gd name="connsiteY241" fmla="*/ 36932 h 619508"/>
                <a:gd name="connsiteX242" fmla="*/ 2359445 w 2915191"/>
                <a:gd name="connsiteY242" fmla="*/ 41960 h 619508"/>
                <a:gd name="connsiteX243" fmla="*/ 2369204 w 2915191"/>
                <a:gd name="connsiteY243" fmla="*/ 88178 h 619508"/>
                <a:gd name="connsiteX244" fmla="*/ 2378948 w 2915191"/>
                <a:gd name="connsiteY244" fmla="*/ 113156 h 619508"/>
                <a:gd name="connsiteX245" fmla="*/ 2388692 w 2915191"/>
                <a:gd name="connsiteY245" fmla="*/ 87546 h 619508"/>
                <a:gd name="connsiteX246" fmla="*/ 2398450 w 2915191"/>
                <a:gd name="connsiteY246" fmla="*/ 84096 h 619508"/>
                <a:gd name="connsiteX247" fmla="*/ 2408194 w 2915191"/>
                <a:gd name="connsiteY247" fmla="*/ 105497 h 619508"/>
                <a:gd name="connsiteX248" fmla="*/ 2417953 w 2915191"/>
                <a:gd name="connsiteY248" fmla="*/ 119707 h 619508"/>
                <a:gd name="connsiteX249" fmla="*/ 2427697 w 2915191"/>
                <a:gd name="connsiteY249" fmla="*/ 91408 h 619508"/>
                <a:gd name="connsiteX250" fmla="*/ 2437441 w 2915191"/>
                <a:gd name="connsiteY250" fmla="*/ 94464 h 619508"/>
                <a:gd name="connsiteX251" fmla="*/ 2447200 w 2915191"/>
                <a:gd name="connsiteY251" fmla="*/ 113076 h 619508"/>
                <a:gd name="connsiteX252" fmla="*/ 2456944 w 2915191"/>
                <a:gd name="connsiteY252" fmla="*/ 94805 h 619508"/>
                <a:gd name="connsiteX253" fmla="*/ 2466703 w 2915191"/>
                <a:gd name="connsiteY253" fmla="*/ 76015 h 619508"/>
                <a:gd name="connsiteX254" fmla="*/ 2476446 w 2915191"/>
                <a:gd name="connsiteY254" fmla="*/ 88476 h 619508"/>
                <a:gd name="connsiteX255" fmla="*/ 2486190 w 2915191"/>
                <a:gd name="connsiteY255" fmla="*/ 100047 h 619508"/>
                <a:gd name="connsiteX256" fmla="*/ 2495949 w 2915191"/>
                <a:gd name="connsiteY256" fmla="*/ 98119 h 619508"/>
                <a:gd name="connsiteX257" fmla="*/ 2505693 w 2915191"/>
                <a:gd name="connsiteY257" fmla="*/ 140412 h 619508"/>
                <a:gd name="connsiteX258" fmla="*/ 2515452 w 2915191"/>
                <a:gd name="connsiteY258" fmla="*/ 177866 h 619508"/>
                <a:gd name="connsiteX259" fmla="*/ 2525196 w 2915191"/>
                <a:gd name="connsiteY259" fmla="*/ 183193 h 619508"/>
                <a:gd name="connsiteX260" fmla="*/ 2534940 w 2915191"/>
                <a:gd name="connsiteY260" fmla="*/ 158622 h 619508"/>
                <a:gd name="connsiteX261" fmla="*/ 2544699 w 2915191"/>
                <a:gd name="connsiteY261" fmla="*/ 138984 h 619508"/>
                <a:gd name="connsiteX262" fmla="*/ 2554443 w 2915191"/>
                <a:gd name="connsiteY262" fmla="*/ 163707 h 619508"/>
                <a:gd name="connsiteX263" fmla="*/ 2564202 w 2915191"/>
                <a:gd name="connsiteY263" fmla="*/ 198830 h 619508"/>
                <a:gd name="connsiteX264" fmla="*/ 2573946 w 2915191"/>
                <a:gd name="connsiteY264" fmla="*/ 222884 h 619508"/>
                <a:gd name="connsiteX265" fmla="*/ 2583690 w 2915191"/>
                <a:gd name="connsiteY265" fmla="*/ 202073 h 619508"/>
                <a:gd name="connsiteX266" fmla="*/ 2593448 w 2915191"/>
                <a:gd name="connsiteY266" fmla="*/ 198237 h 619508"/>
                <a:gd name="connsiteX267" fmla="*/ 2603192 w 2915191"/>
                <a:gd name="connsiteY267" fmla="*/ 162579 h 619508"/>
                <a:gd name="connsiteX268" fmla="*/ 2612951 w 2915191"/>
                <a:gd name="connsiteY268" fmla="*/ 144125 h 619508"/>
                <a:gd name="connsiteX269" fmla="*/ 2622695 w 2915191"/>
                <a:gd name="connsiteY269" fmla="*/ 153358 h 619508"/>
                <a:gd name="connsiteX270" fmla="*/ 2632439 w 2915191"/>
                <a:gd name="connsiteY270" fmla="*/ 151622 h 619508"/>
                <a:gd name="connsiteX271" fmla="*/ 2642198 w 2915191"/>
                <a:gd name="connsiteY271" fmla="*/ 137530 h 619508"/>
                <a:gd name="connsiteX272" fmla="*/ 2651942 w 2915191"/>
                <a:gd name="connsiteY272" fmla="*/ 134323 h 619508"/>
                <a:gd name="connsiteX273" fmla="*/ 2661685 w 2915191"/>
                <a:gd name="connsiteY273" fmla="*/ 147311 h 619508"/>
                <a:gd name="connsiteX274" fmla="*/ 2671444 w 2915191"/>
                <a:gd name="connsiteY274" fmla="*/ 136723 h 619508"/>
                <a:gd name="connsiteX275" fmla="*/ 2681188 w 2915191"/>
                <a:gd name="connsiteY275" fmla="*/ 136554 h 619508"/>
                <a:gd name="connsiteX276" fmla="*/ 2690947 w 2915191"/>
                <a:gd name="connsiteY276" fmla="*/ 169281 h 619508"/>
                <a:gd name="connsiteX277" fmla="*/ 2700691 w 2915191"/>
                <a:gd name="connsiteY277" fmla="*/ 148085 h 619508"/>
                <a:gd name="connsiteX278" fmla="*/ 2710435 w 2915191"/>
                <a:gd name="connsiteY278" fmla="*/ 144395 h 619508"/>
                <a:gd name="connsiteX279" fmla="*/ 2720194 w 2915191"/>
                <a:gd name="connsiteY279" fmla="*/ 172036 h 619508"/>
                <a:gd name="connsiteX280" fmla="*/ 2729938 w 2915191"/>
                <a:gd name="connsiteY280" fmla="*/ 158343 h 619508"/>
                <a:gd name="connsiteX281" fmla="*/ 2739697 w 2915191"/>
                <a:gd name="connsiteY281" fmla="*/ 137807 h 619508"/>
                <a:gd name="connsiteX282" fmla="*/ 2749441 w 2915191"/>
                <a:gd name="connsiteY282" fmla="*/ 149565 h 619508"/>
                <a:gd name="connsiteX283" fmla="*/ 2759185 w 2915191"/>
                <a:gd name="connsiteY283" fmla="*/ 127644 h 619508"/>
                <a:gd name="connsiteX284" fmla="*/ 2768943 w 2915191"/>
                <a:gd name="connsiteY284" fmla="*/ 74529 h 619508"/>
                <a:gd name="connsiteX285" fmla="*/ 2778687 w 2915191"/>
                <a:gd name="connsiteY285" fmla="*/ 80839 h 619508"/>
                <a:gd name="connsiteX286" fmla="*/ 2788446 w 2915191"/>
                <a:gd name="connsiteY286" fmla="*/ 82899 h 619508"/>
                <a:gd name="connsiteX287" fmla="*/ 2798190 w 2915191"/>
                <a:gd name="connsiteY287" fmla="*/ 108782 h 619508"/>
                <a:gd name="connsiteX288" fmla="*/ 2807934 w 2915191"/>
                <a:gd name="connsiteY288" fmla="*/ 123100 h 619508"/>
                <a:gd name="connsiteX289" fmla="*/ 2817693 w 2915191"/>
                <a:gd name="connsiteY289" fmla="*/ 120998 h 619508"/>
                <a:gd name="connsiteX290" fmla="*/ 2827437 w 2915191"/>
                <a:gd name="connsiteY290" fmla="*/ 103827 h 619508"/>
                <a:gd name="connsiteX291" fmla="*/ 2837196 w 2915191"/>
                <a:gd name="connsiteY291" fmla="*/ 96298 h 619508"/>
                <a:gd name="connsiteX292" fmla="*/ 2846940 w 2915191"/>
                <a:gd name="connsiteY292" fmla="*/ 102019 h 619508"/>
                <a:gd name="connsiteX293" fmla="*/ 2856684 w 2915191"/>
                <a:gd name="connsiteY293" fmla="*/ 141405 h 619508"/>
                <a:gd name="connsiteX294" fmla="*/ 2866442 w 2915191"/>
                <a:gd name="connsiteY294" fmla="*/ 122274 h 619508"/>
                <a:gd name="connsiteX295" fmla="*/ 2876186 w 2915191"/>
                <a:gd name="connsiteY295" fmla="*/ 131488 h 619508"/>
                <a:gd name="connsiteX296" fmla="*/ 2885945 w 2915191"/>
                <a:gd name="connsiteY296" fmla="*/ 162111 h 619508"/>
                <a:gd name="connsiteX297" fmla="*/ 2895689 w 2915191"/>
                <a:gd name="connsiteY297" fmla="*/ 147084 h 619508"/>
                <a:gd name="connsiteX298" fmla="*/ 2905433 w 2915191"/>
                <a:gd name="connsiteY298" fmla="*/ 163536 h 619508"/>
                <a:gd name="connsiteX299" fmla="*/ 2915192 w 2915191"/>
                <a:gd name="connsiteY299" fmla="*/ 191501 h 619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</a:cxnLst>
              <a:rect l="l" t="t" r="r" b="b"/>
              <a:pathLst>
                <a:path w="2915191" h="619508">
                  <a:moveTo>
                    <a:pt x="0" y="347981"/>
                  </a:moveTo>
                  <a:lnTo>
                    <a:pt x="9750" y="366695"/>
                  </a:lnTo>
                  <a:lnTo>
                    <a:pt x="19500" y="328935"/>
                  </a:lnTo>
                  <a:lnTo>
                    <a:pt x="29250" y="336841"/>
                  </a:lnTo>
                  <a:lnTo>
                    <a:pt x="39000" y="328891"/>
                  </a:lnTo>
                  <a:lnTo>
                    <a:pt x="48749" y="318814"/>
                  </a:lnTo>
                  <a:lnTo>
                    <a:pt x="58499" y="329817"/>
                  </a:lnTo>
                  <a:lnTo>
                    <a:pt x="68249" y="353840"/>
                  </a:lnTo>
                  <a:lnTo>
                    <a:pt x="77998" y="331152"/>
                  </a:lnTo>
                  <a:lnTo>
                    <a:pt x="87748" y="331493"/>
                  </a:lnTo>
                  <a:lnTo>
                    <a:pt x="97497" y="327860"/>
                  </a:lnTo>
                  <a:lnTo>
                    <a:pt x="107247" y="314878"/>
                  </a:lnTo>
                  <a:lnTo>
                    <a:pt x="116997" y="300691"/>
                  </a:lnTo>
                  <a:lnTo>
                    <a:pt x="126747" y="326101"/>
                  </a:lnTo>
                  <a:lnTo>
                    <a:pt x="136497" y="325266"/>
                  </a:lnTo>
                  <a:lnTo>
                    <a:pt x="146247" y="301108"/>
                  </a:lnTo>
                  <a:lnTo>
                    <a:pt x="155997" y="293559"/>
                  </a:lnTo>
                  <a:lnTo>
                    <a:pt x="165747" y="279623"/>
                  </a:lnTo>
                  <a:lnTo>
                    <a:pt x="175497" y="268754"/>
                  </a:lnTo>
                  <a:lnTo>
                    <a:pt x="185247" y="233226"/>
                  </a:lnTo>
                  <a:lnTo>
                    <a:pt x="194996" y="273769"/>
                  </a:lnTo>
                  <a:lnTo>
                    <a:pt x="204746" y="275619"/>
                  </a:lnTo>
                  <a:lnTo>
                    <a:pt x="214495" y="267154"/>
                  </a:lnTo>
                  <a:lnTo>
                    <a:pt x="224245" y="280616"/>
                  </a:lnTo>
                  <a:lnTo>
                    <a:pt x="233995" y="328241"/>
                  </a:lnTo>
                  <a:lnTo>
                    <a:pt x="243744" y="325626"/>
                  </a:lnTo>
                  <a:lnTo>
                    <a:pt x="253494" y="323558"/>
                  </a:lnTo>
                  <a:lnTo>
                    <a:pt x="263244" y="299998"/>
                  </a:lnTo>
                  <a:lnTo>
                    <a:pt x="272994" y="315137"/>
                  </a:lnTo>
                  <a:lnTo>
                    <a:pt x="282744" y="321401"/>
                  </a:lnTo>
                  <a:lnTo>
                    <a:pt x="292494" y="330565"/>
                  </a:lnTo>
                  <a:lnTo>
                    <a:pt x="302244" y="354208"/>
                  </a:lnTo>
                  <a:lnTo>
                    <a:pt x="311994" y="355000"/>
                  </a:lnTo>
                  <a:lnTo>
                    <a:pt x="321744" y="324109"/>
                  </a:lnTo>
                  <a:lnTo>
                    <a:pt x="331493" y="320987"/>
                  </a:lnTo>
                  <a:lnTo>
                    <a:pt x="341243" y="323393"/>
                  </a:lnTo>
                  <a:lnTo>
                    <a:pt x="350993" y="303746"/>
                  </a:lnTo>
                  <a:lnTo>
                    <a:pt x="360742" y="311234"/>
                  </a:lnTo>
                  <a:lnTo>
                    <a:pt x="370492" y="301901"/>
                  </a:lnTo>
                  <a:lnTo>
                    <a:pt x="380241" y="320988"/>
                  </a:lnTo>
                  <a:lnTo>
                    <a:pt x="389991" y="285958"/>
                  </a:lnTo>
                  <a:lnTo>
                    <a:pt x="399741" y="272385"/>
                  </a:lnTo>
                  <a:lnTo>
                    <a:pt x="409491" y="284583"/>
                  </a:lnTo>
                  <a:lnTo>
                    <a:pt x="419241" y="270247"/>
                  </a:lnTo>
                  <a:lnTo>
                    <a:pt x="428991" y="266516"/>
                  </a:lnTo>
                  <a:lnTo>
                    <a:pt x="438741" y="253567"/>
                  </a:lnTo>
                  <a:lnTo>
                    <a:pt x="448491" y="236772"/>
                  </a:lnTo>
                  <a:lnTo>
                    <a:pt x="458241" y="251608"/>
                  </a:lnTo>
                  <a:lnTo>
                    <a:pt x="467991" y="249829"/>
                  </a:lnTo>
                  <a:lnTo>
                    <a:pt x="477740" y="236317"/>
                  </a:lnTo>
                  <a:lnTo>
                    <a:pt x="487490" y="236205"/>
                  </a:lnTo>
                  <a:lnTo>
                    <a:pt x="497239" y="243512"/>
                  </a:lnTo>
                  <a:lnTo>
                    <a:pt x="506989" y="248682"/>
                  </a:lnTo>
                  <a:lnTo>
                    <a:pt x="516738" y="248488"/>
                  </a:lnTo>
                  <a:lnTo>
                    <a:pt x="526488" y="240650"/>
                  </a:lnTo>
                  <a:lnTo>
                    <a:pt x="536238" y="252985"/>
                  </a:lnTo>
                  <a:lnTo>
                    <a:pt x="545988" y="266912"/>
                  </a:lnTo>
                  <a:lnTo>
                    <a:pt x="555738" y="279588"/>
                  </a:lnTo>
                  <a:lnTo>
                    <a:pt x="565488" y="310006"/>
                  </a:lnTo>
                  <a:lnTo>
                    <a:pt x="575238" y="320715"/>
                  </a:lnTo>
                  <a:lnTo>
                    <a:pt x="584988" y="307823"/>
                  </a:lnTo>
                  <a:lnTo>
                    <a:pt x="594738" y="301004"/>
                  </a:lnTo>
                  <a:lnTo>
                    <a:pt x="604488" y="322614"/>
                  </a:lnTo>
                  <a:lnTo>
                    <a:pt x="614237" y="365378"/>
                  </a:lnTo>
                  <a:lnTo>
                    <a:pt x="623987" y="378322"/>
                  </a:lnTo>
                  <a:lnTo>
                    <a:pt x="633736" y="377206"/>
                  </a:lnTo>
                  <a:lnTo>
                    <a:pt x="643486" y="387041"/>
                  </a:lnTo>
                  <a:lnTo>
                    <a:pt x="653236" y="434664"/>
                  </a:lnTo>
                  <a:lnTo>
                    <a:pt x="662985" y="432219"/>
                  </a:lnTo>
                  <a:lnTo>
                    <a:pt x="672735" y="421550"/>
                  </a:lnTo>
                  <a:lnTo>
                    <a:pt x="682485" y="440780"/>
                  </a:lnTo>
                  <a:lnTo>
                    <a:pt x="692235" y="491035"/>
                  </a:lnTo>
                  <a:lnTo>
                    <a:pt x="701985" y="506454"/>
                  </a:lnTo>
                  <a:lnTo>
                    <a:pt x="711735" y="478242"/>
                  </a:lnTo>
                  <a:lnTo>
                    <a:pt x="721485" y="494259"/>
                  </a:lnTo>
                  <a:lnTo>
                    <a:pt x="731235" y="541416"/>
                  </a:lnTo>
                  <a:lnTo>
                    <a:pt x="740985" y="545696"/>
                  </a:lnTo>
                  <a:lnTo>
                    <a:pt x="750734" y="569201"/>
                  </a:lnTo>
                  <a:lnTo>
                    <a:pt x="760484" y="617257"/>
                  </a:lnTo>
                  <a:lnTo>
                    <a:pt x="770233" y="591786"/>
                  </a:lnTo>
                  <a:lnTo>
                    <a:pt x="779983" y="619509"/>
                  </a:lnTo>
                  <a:lnTo>
                    <a:pt x="789733" y="603012"/>
                  </a:lnTo>
                  <a:lnTo>
                    <a:pt x="799482" y="588134"/>
                  </a:lnTo>
                  <a:lnTo>
                    <a:pt x="809232" y="586646"/>
                  </a:lnTo>
                  <a:lnTo>
                    <a:pt x="818982" y="577645"/>
                  </a:lnTo>
                  <a:lnTo>
                    <a:pt x="828732" y="587342"/>
                  </a:lnTo>
                  <a:lnTo>
                    <a:pt x="838482" y="595471"/>
                  </a:lnTo>
                  <a:lnTo>
                    <a:pt x="848232" y="580195"/>
                  </a:lnTo>
                  <a:lnTo>
                    <a:pt x="857982" y="557660"/>
                  </a:lnTo>
                  <a:lnTo>
                    <a:pt x="867732" y="528582"/>
                  </a:lnTo>
                  <a:lnTo>
                    <a:pt x="877482" y="544704"/>
                  </a:lnTo>
                  <a:lnTo>
                    <a:pt x="887231" y="519590"/>
                  </a:lnTo>
                  <a:lnTo>
                    <a:pt x="896981" y="518958"/>
                  </a:lnTo>
                  <a:lnTo>
                    <a:pt x="906730" y="512759"/>
                  </a:lnTo>
                  <a:lnTo>
                    <a:pt x="916480" y="543028"/>
                  </a:lnTo>
                  <a:lnTo>
                    <a:pt x="926230" y="543402"/>
                  </a:lnTo>
                  <a:lnTo>
                    <a:pt x="935979" y="538881"/>
                  </a:lnTo>
                  <a:lnTo>
                    <a:pt x="945729" y="527163"/>
                  </a:lnTo>
                  <a:lnTo>
                    <a:pt x="955479" y="508674"/>
                  </a:lnTo>
                  <a:lnTo>
                    <a:pt x="965229" y="521831"/>
                  </a:lnTo>
                  <a:lnTo>
                    <a:pt x="974979" y="485217"/>
                  </a:lnTo>
                  <a:lnTo>
                    <a:pt x="984729" y="522765"/>
                  </a:lnTo>
                  <a:lnTo>
                    <a:pt x="994474" y="534364"/>
                  </a:lnTo>
                  <a:lnTo>
                    <a:pt x="1004233" y="522823"/>
                  </a:lnTo>
                  <a:lnTo>
                    <a:pt x="1013977" y="508319"/>
                  </a:lnTo>
                  <a:lnTo>
                    <a:pt x="1023721" y="499661"/>
                  </a:lnTo>
                  <a:lnTo>
                    <a:pt x="1033480" y="494125"/>
                  </a:lnTo>
                  <a:lnTo>
                    <a:pt x="1043224" y="493897"/>
                  </a:lnTo>
                  <a:lnTo>
                    <a:pt x="1052983" y="448608"/>
                  </a:lnTo>
                  <a:lnTo>
                    <a:pt x="1062727" y="436347"/>
                  </a:lnTo>
                  <a:lnTo>
                    <a:pt x="1072471" y="437187"/>
                  </a:lnTo>
                  <a:lnTo>
                    <a:pt x="1082230" y="401382"/>
                  </a:lnTo>
                  <a:lnTo>
                    <a:pt x="1091973" y="385478"/>
                  </a:lnTo>
                  <a:lnTo>
                    <a:pt x="1101732" y="365865"/>
                  </a:lnTo>
                  <a:lnTo>
                    <a:pt x="1111476" y="377732"/>
                  </a:lnTo>
                  <a:lnTo>
                    <a:pt x="1121220" y="371205"/>
                  </a:lnTo>
                  <a:lnTo>
                    <a:pt x="1130979" y="355764"/>
                  </a:lnTo>
                  <a:lnTo>
                    <a:pt x="1140723" y="328238"/>
                  </a:lnTo>
                  <a:lnTo>
                    <a:pt x="1150482" y="323180"/>
                  </a:lnTo>
                  <a:lnTo>
                    <a:pt x="1160226" y="321176"/>
                  </a:lnTo>
                  <a:lnTo>
                    <a:pt x="1169969" y="313303"/>
                  </a:lnTo>
                  <a:lnTo>
                    <a:pt x="1179728" y="324521"/>
                  </a:lnTo>
                  <a:lnTo>
                    <a:pt x="1189472" y="339238"/>
                  </a:lnTo>
                  <a:lnTo>
                    <a:pt x="1199231" y="337808"/>
                  </a:lnTo>
                  <a:lnTo>
                    <a:pt x="1208975" y="352410"/>
                  </a:lnTo>
                  <a:lnTo>
                    <a:pt x="1218719" y="340093"/>
                  </a:lnTo>
                  <a:lnTo>
                    <a:pt x="1228478" y="368522"/>
                  </a:lnTo>
                  <a:lnTo>
                    <a:pt x="1238222" y="379398"/>
                  </a:lnTo>
                  <a:lnTo>
                    <a:pt x="1247966" y="359022"/>
                  </a:lnTo>
                  <a:lnTo>
                    <a:pt x="1257725" y="338734"/>
                  </a:lnTo>
                  <a:lnTo>
                    <a:pt x="1267469" y="342784"/>
                  </a:lnTo>
                  <a:lnTo>
                    <a:pt x="1277227" y="316475"/>
                  </a:lnTo>
                  <a:lnTo>
                    <a:pt x="1286971" y="290676"/>
                  </a:lnTo>
                  <a:lnTo>
                    <a:pt x="1296715" y="347286"/>
                  </a:lnTo>
                  <a:lnTo>
                    <a:pt x="1306474" y="377315"/>
                  </a:lnTo>
                  <a:lnTo>
                    <a:pt x="1316218" y="376983"/>
                  </a:lnTo>
                  <a:lnTo>
                    <a:pt x="1325977" y="398317"/>
                  </a:lnTo>
                  <a:lnTo>
                    <a:pt x="1335721" y="387956"/>
                  </a:lnTo>
                  <a:lnTo>
                    <a:pt x="1345465" y="391700"/>
                  </a:lnTo>
                  <a:lnTo>
                    <a:pt x="1355224" y="356987"/>
                  </a:lnTo>
                  <a:lnTo>
                    <a:pt x="1364967" y="332003"/>
                  </a:lnTo>
                  <a:lnTo>
                    <a:pt x="1374726" y="306120"/>
                  </a:lnTo>
                  <a:lnTo>
                    <a:pt x="1384470" y="296183"/>
                  </a:lnTo>
                  <a:lnTo>
                    <a:pt x="1394214" y="288310"/>
                  </a:lnTo>
                  <a:lnTo>
                    <a:pt x="1403973" y="279259"/>
                  </a:lnTo>
                  <a:lnTo>
                    <a:pt x="1413717" y="288732"/>
                  </a:lnTo>
                  <a:lnTo>
                    <a:pt x="1423476" y="290274"/>
                  </a:lnTo>
                  <a:lnTo>
                    <a:pt x="1433220" y="289793"/>
                  </a:lnTo>
                  <a:lnTo>
                    <a:pt x="1442964" y="298157"/>
                  </a:lnTo>
                  <a:lnTo>
                    <a:pt x="1452722" y="281883"/>
                  </a:lnTo>
                  <a:lnTo>
                    <a:pt x="1462466" y="278325"/>
                  </a:lnTo>
                  <a:lnTo>
                    <a:pt x="1472225" y="271406"/>
                  </a:lnTo>
                  <a:lnTo>
                    <a:pt x="1481969" y="251067"/>
                  </a:lnTo>
                  <a:lnTo>
                    <a:pt x="1491713" y="252246"/>
                  </a:lnTo>
                  <a:lnTo>
                    <a:pt x="1501472" y="245747"/>
                  </a:lnTo>
                  <a:lnTo>
                    <a:pt x="1511216" y="226855"/>
                  </a:lnTo>
                  <a:lnTo>
                    <a:pt x="1520960" y="228860"/>
                  </a:lnTo>
                  <a:lnTo>
                    <a:pt x="1530719" y="238306"/>
                  </a:lnTo>
                  <a:lnTo>
                    <a:pt x="1540463" y="231685"/>
                  </a:lnTo>
                  <a:lnTo>
                    <a:pt x="1550221" y="249419"/>
                  </a:lnTo>
                  <a:lnTo>
                    <a:pt x="1559965" y="213038"/>
                  </a:lnTo>
                  <a:lnTo>
                    <a:pt x="1569709" y="255811"/>
                  </a:lnTo>
                  <a:lnTo>
                    <a:pt x="1579468" y="270199"/>
                  </a:lnTo>
                  <a:lnTo>
                    <a:pt x="1589212" y="249899"/>
                  </a:lnTo>
                  <a:lnTo>
                    <a:pt x="1598971" y="270358"/>
                  </a:lnTo>
                  <a:lnTo>
                    <a:pt x="1608715" y="245471"/>
                  </a:lnTo>
                  <a:lnTo>
                    <a:pt x="1618459" y="246635"/>
                  </a:lnTo>
                  <a:lnTo>
                    <a:pt x="1628218" y="264773"/>
                  </a:lnTo>
                  <a:lnTo>
                    <a:pt x="1637962" y="270546"/>
                  </a:lnTo>
                  <a:lnTo>
                    <a:pt x="1647720" y="269359"/>
                  </a:lnTo>
                  <a:lnTo>
                    <a:pt x="1657464" y="258420"/>
                  </a:lnTo>
                  <a:lnTo>
                    <a:pt x="1667208" y="265548"/>
                  </a:lnTo>
                  <a:lnTo>
                    <a:pt x="1676967" y="273204"/>
                  </a:lnTo>
                  <a:lnTo>
                    <a:pt x="1686711" y="294388"/>
                  </a:lnTo>
                  <a:lnTo>
                    <a:pt x="1696470" y="297191"/>
                  </a:lnTo>
                  <a:lnTo>
                    <a:pt x="1706214" y="268493"/>
                  </a:lnTo>
                  <a:lnTo>
                    <a:pt x="1715958" y="250355"/>
                  </a:lnTo>
                  <a:lnTo>
                    <a:pt x="1725716" y="234076"/>
                  </a:lnTo>
                  <a:lnTo>
                    <a:pt x="1735460" y="245610"/>
                  </a:lnTo>
                  <a:lnTo>
                    <a:pt x="1745219" y="235802"/>
                  </a:lnTo>
                  <a:lnTo>
                    <a:pt x="1754963" y="221220"/>
                  </a:lnTo>
                  <a:lnTo>
                    <a:pt x="1764707" y="162615"/>
                  </a:lnTo>
                  <a:lnTo>
                    <a:pt x="1774466" y="147101"/>
                  </a:lnTo>
                  <a:lnTo>
                    <a:pt x="1784210" y="180464"/>
                  </a:lnTo>
                  <a:lnTo>
                    <a:pt x="1793969" y="198778"/>
                  </a:lnTo>
                  <a:lnTo>
                    <a:pt x="1803713" y="188180"/>
                  </a:lnTo>
                  <a:lnTo>
                    <a:pt x="1813457" y="192937"/>
                  </a:lnTo>
                  <a:lnTo>
                    <a:pt x="1823215" y="199821"/>
                  </a:lnTo>
                  <a:lnTo>
                    <a:pt x="1832959" y="169886"/>
                  </a:lnTo>
                  <a:lnTo>
                    <a:pt x="1842703" y="117002"/>
                  </a:lnTo>
                  <a:lnTo>
                    <a:pt x="1852462" y="107653"/>
                  </a:lnTo>
                  <a:lnTo>
                    <a:pt x="1862206" y="109655"/>
                  </a:lnTo>
                  <a:lnTo>
                    <a:pt x="1871965" y="112185"/>
                  </a:lnTo>
                  <a:lnTo>
                    <a:pt x="1881709" y="88603"/>
                  </a:lnTo>
                  <a:lnTo>
                    <a:pt x="1891453" y="99622"/>
                  </a:lnTo>
                  <a:lnTo>
                    <a:pt x="1901212" y="121133"/>
                  </a:lnTo>
                  <a:lnTo>
                    <a:pt x="1910956" y="123271"/>
                  </a:lnTo>
                  <a:lnTo>
                    <a:pt x="1920714" y="131556"/>
                  </a:lnTo>
                  <a:lnTo>
                    <a:pt x="1930458" y="141148"/>
                  </a:lnTo>
                  <a:lnTo>
                    <a:pt x="1940202" y="117960"/>
                  </a:lnTo>
                  <a:lnTo>
                    <a:pt x="1949961" y="116602"/>
                  </a:lnTo>
                  <a:lnTo>
                    <a:pt x="1959705" y="118359"/>
                  </a:lnTo>
                  <a:lnTo>
                    <a:pt x="1969464" y="122389"/>
                  </a:lnTo>
                  <a:lnTo>
                    <a:pt x="1979208" y="130183"/>
                  </a:lnTo>
                  <a:lnTo>
                    <a:pt x="1988952" y="106204"/>
                  </a:lnTo>
                  <a:lnTo>
                    <a:pt x="1998711" y="63921"/>
                  </a:lnTo>
                  <a:lnTo>
                    <a:pt x="2008454" y="40713"/>
                  </a:lnTo>
                  <a:lnTo>
                    <a:pt x="2018213" y="37058"/>
                  </a:lnTo>
                  <a:lnTo>
                    <a:pt x="2027957" y="98114"/>
                  </a:lnTo>
                  <a:lnTo>
                    <a:pt x="2037701" y="102837"/>
                  </a:lnTo>
                  <a:lnTo>
                    <a:pt x="2047460" y="111039"/>
                  </a:lnTo>
                  <a:lnTo>
                    <a:pt x="2057204" y="105726"/>
                  </a:lnTo>
                  <a:lnTo>
                    <a:pt x="2066963" y="103442"/>
                  </a:lnTo>
                  <a:lnTo>
                    <a:pt x="2076707" y="122106"/>
                  </a:lnTo>
                  <a:lnTo>
                    <a:pt x="2086451" y="116607"/>
                  </a:lnTo>
                  <a:lnTo>
                    <a:pt x="2096210" y="102851"/>
                  </a:lnTo>
                  <a:lnTo>
                    <a:pt x="2105954" y="87169"/>
                  </a:lnTo>
                  <a:lnTo>
                    <a:pt x="2115697" y="87228"/>
                  </a:lnTo>
                  <a:lnTo>
                    <a:pt x="2125456" y="61917"/>
                  </a:lnTo>
                  <a:lnTo>
                    <a:pt x="2135200" y="50724"/>
                  </a:lnTo>
                  <a:lnTo>
                    <a:pt x="2144959" y="62226"/>
                  </a:lnTo>
                  <a:lnTo>
                    <a:pt x="2154703" y="57911"/>
                  </a:lnTo>
                  <a:lnTo>
                    <a:pt x="2164447" y="35939"/>
                  </a:lnTo>
                  <a:lnTo>
                    <a:pt x="2174206" y="43810"/>
                  </a:lnTo>
                  <a:lnTo>
                    <a:pt x="2183950" y="43033"/>
                  </a:lnTo>
                  <a:lnTo>
                    <a:pt x="2193709" y="59806"/>
                  </a:lnTo>
                  <a:lnTo>
                    <a:pt x="2203452" y="73077"/>
                  </a:lnTo>
                  <a:lnTo>
                    <a:pt x="2213196" y="37084"/>
                  </a:lnTo>
                  <a:lnTo>
                    <a:pt x="2222955" y="30613"/>
                  </a:lnTo>
                  <a:lnTo>
                    <a:pt x="2232699" y="23520"/>
                  </a:lnTo>
                  <a:lnTo>
                    <a:pt x="2242458" y="50014"/>
                  </a:lnTo>
                  <a:lnTo>
                    <a:pt x="2252202" y="40192"/>
                  </a:lnTo>
                  <a:lnTo>
                    <a:pt x="2261946" y="42821"/>
                  </a:lnTo>
                  <a:lnTo>
                    <a:pt x="2271705" y="57297"/>
                  </a:lnTo>
                  <a:lnTo>
                    <a:pt x="2281449" y="59870"/>
                  </a:lnTo>
                  <a:lnTo>
                    <a:pt x="2291208" y="46942"/>
                  </a:lnTo>
                  <a:lnTo>
                    <a:pt x="2300951" y="60231"/>
                  </a:lnTo>
                  <a:lnTo>
                    <a:pt x="2310695" y="78938"/>
                  </a:lnTo>
                  <a:lnTo>
                    <a:pt x="2320454" y="56507"/>
                  </a:lnTo>
                  <a:lnTo>
                    <a:pt x="2330198" y="0"/>
                  </a:lnTo>
                  <a:lnTo>
                    <a:pt x="2339957" y="994"/>
                  </a:lnTo>
                  <a:lnTo>
                    <a:pt x="2349701" y="36932"/>
                  </a:lnTo>
                  <a:lnTo>
                    <a:pt x="2359445" y="41960"/>
                  </a:lnTo>
                  <a:lnTo>
                    <a:pt x="2369204" y="88178"/>
                  </a:lnTo>
                  <a:lnTo>
                    <a:pt x="2378948" y="113156"/>
                  </a:lnTo>
                  <a:lnTo>
                    <a:pt x="2388692" y="87546"/>
                  </a:lnTo>
                  <a:lnTo>
                    <a:pt x="2398450" y="84096"/>
                  </a:lnTo>
                  <a:lnTo>
                    <a:pt x="2408194" y="105497"/>
                  </a:lnTo>
                  <a:lnTo>
                    <a:pt x="2417953" y="119707"/>
                  </a:lnTo>
                  <a:lnTo>
                    <a:pt x="2427697" y="91408"/>
                  </a:lnTo>
                  <a:lnTo>
                    <a:pt x="2437441" y="94464"/>
                  </a:lnTo>
                  <a:lnTo>
                    <a:pt x="2447200" y="113076"/>
                  </a:lnTo>
                  <a:lnTo>
                    <a:pt x="2456944" y="94805"/>
                  </a:lnTo>
                  <a:lnTo>
                    <a:pt x="2466703" y="76015"/>
                  </a:lnTo>
                  <a:lnTo>
                    <a:pt x="2476446" y="88476"/>
                  </a:lnTo>
                  <a:lnTo>
                    <a:pt x="2486190" y="100047"/>
                  </a:lnTo>
                  <a:lnTo>
                    <a:pt x="2495949" y="98119"/>
                  </a:lnTo>
                  <a:lnTo>
                    <a:pt x="2505693" y="140412"/>
                  </a:lnTo>
                  <a:lnTo>
                    <a:pt x="2515452" y="177866"/>
                  </a:lnTo>
                  <a:lnTo>
                    <a:pt x="2525196" y="183193"/>
                  </a:lnTo>
                  <a:lnTo>
                    <a:pt x="2534940" y="158622"/>
                  </a:lnTo>
                  <a:lnTo>
                    <a:pt x="2544699" y="138984"/>
                  </a:lnTo>
                  <a:lnTo>
                    <a:pt x="2554443" y="163707"/>
                  </a:lnTo>
                  <a:lnTo>
                    <a:pt x="2564202" y="198830"/>
                  </a:lnTo>
                  <a:lnTo>
                    <a:pt x="2573946" y="222884"/>
                  </a:lnTo>
                  <a:lnTo>
                    <a:pt x="2583690" y="202073"/>
                  </a:lnTo>
                  <a:lnTo>
                    <a:pt x="2593448" y="198237"/>
                  </a:lnTo>
                  <a:lnTo>
                    <a:pt x="2603192" y="162579"/>
                  </a:lnTo>
                  <a:lnTo>
                    <a:pt x="2612951" y="144125"/>
                  </a:lnTo>
                  <a:lnTo>
                    <a:pt x="2622695" y="153358"/>
                  </a:lnTo>
                  <a:lnTo>
                    <a:pt x="2632439" y="151622"/>
                  </a:lnTo>
                  <a:lnTo>
                    <a:pt x="2642198" y="137530"/>
                  </a:lnTo>
                  <a:lnTo>
                    <a:pt x="2651942" y="134323"/>
                  </a:lnTo>
                  <a:lnTo>
                    <a:pt x="2661685" y="147311"/>
                  </a:lnTo>
                  <a:lnTo>
                    <a:pt x="2671444" y="136723"/>
                  </a:lnTo>
                  <a:lnTo>
                    <a:pt x="2681188" y="136554"/>
                  </a:lnTo>
                  <a:lnTo>
                    <a:pt x="2690947" y="169281"/>
                  </a:lnTo>
                  <a:lnTo>
                    <a:pt x="2700691" y="148085"/>
                  </a:lnTo>
                  <a:lnTo>
                    <a:pt x="2710435" y="144395"/>
                  </a:lnTo>
                  <a:lnTo>
                    <a:pt x="2720194" y="172036"/>
                  </a:lnTo>
                  <a:lnTo>
                    <a:pt x="2729938" y="158343"/>
                  </a:lnTo>
                  <a:lnTo>
                    <a:pt x="2739697" y="137807"/>
                  </a:lnTo>
                  <a:lnTo>
                    <a:pt x="2749441" y="149565"/>
                  </a:lnTo>
                  <a:lnTo>
                    <a:pt x="2759185" y="127644"/>
                  </a:lnTo>
                  <a:lnTo>
                    <a:pt x="2768943" y="74529"/>
                  </a:lnTo>
                  <a:lnTo>
                    <a:pt x="2778687" y="80839"/>
                  </a:lnTo>
                  <a:lnTo>
                    <a:pt x="2788446" y="82899"/>
                  </a:lnTo>
                  <a:lnTo>
                    <a:pt x="2798190" y="108782"/>
                  </a:lnTo>
                  <a:lnTo>
                    <a:pt x="2807934" y="123100"/>
                  </a:lnTo>
                  <a:lnTo>
                    <a:pt x="2817693" y="120998"/>
                  </a:lnTo>
                  <a:lnTo>
                    <a:pt x="2827437" y="103827"/>
                  </a:lnTo>
                  <a:lnTo>
                    <a:pt x="2837196" y="96298"/>
                  </a:lnTo>
                  <a:lnTo>
                    <a:pt x="2846940" y="102019"/>
                  </a:lnTo>
                  <a:lnTo>
                    <a:pt x="2856684" y="141405"/>
                  </a:lnTo>
                  <a:lnTo>
                    <a:pt x="2866442" y="122274"/>
                  </a:lnTo>
                  <a:lnTo>
                    <a:pt x="2876186" y="131488"/>
                  </a:lnTo>
                  <a:lnTo>
                    <a:pt x="2885945" y="162111"/>
                  </a:lnTo>
                  <a:lnTo>
                    <a:pt x="2895689" y="147084"/>
                  </a:lnTo>
                  <a:lnTo>
                    <a:pt x="2905433" y="163536"/>
                  </a:lnTo>
                  <a:lnTo>
                    <a:pt x="2915192" y="191501"/>
                  </a:lnTo>
                </a:path>
              </a:pathLst>
            </a:custGeom>
            <a:noFill/>
            <a:ln w="5953" cap="rnd">
              <a:solidFill>
                <a:srgbClr val="FF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51" name="Freeform 1250">
            <a:extLst>
              <a:ext uri="{FF2B5EF4-FFF2-40B4-BE49-F238E27FC236}">
                <a16:creationId xmlns:a16="http://schemas.microsoft.com/office/drawing/2014/main" id="{7D181D3D-67BE-DEBF-3D66-563C7279F7AA}"/>
              </a:ext>
            </a:extLst>
          </p:cNvPr>
          <p:cNvSpPr/>
          <p:nvPr/>
        </p:nvSpPr>
        <p:spPr>
          <a:xfrm>
            <a:off x="4426652" y="3297007"/>
            <a:ext cx="2915191" cy="296470"/>
          </a:xfrm>
          <a:custGeom>
            <a:avLst/>
            <a:gdLst>
              <a:gd name="connsiteX0" fmla="*/ 0 w 2915191"/>
              <a:gd name="connsiteY0" fmla="*/ 169258 h 296470"/>
              <a:gd name="connsiteX1" fmla="*/ 9750 w 2915191"/>
              <a:gd name="connsiteY1" fmla="*/ 159051 h 296470"/>
              <a:gd name="connsiteX2" fmla="*/ 19500 w 2915191"/>
              <a:gd name="connsiteY2" fmla="*/ 189995 h 296470"/>
              <a:gd name="connsiteX3" fmla="*/ 29250 w 2915191"/>
              <a:gd name="connsiteY3" fmla="*/ 158019 h 296470"/>
              <a:gd name="connsiteX4" fmla="*/ 39000 w 2915191"/>
              <a:gd name="connsiteY4" fmla="*/ 154805 h 296470"/>
              <a:gd name="connsiteX5" fmla="*/ 48749 w 2915191"/>
              <a:gd name="connsiteY5" fmla="*/ 162357 h 296470"/>
              <a:gd name="connsiteX6" fmla="*/ 58499 w 2915191"/>
              <a:gd name="connsiteY6" fmla="*/ 135411 h 296470"/>
              <a:gd name="connsiteX7" fmla="*/ 68249 w 2915191"/>
              <a:gd name="connsiteY7" fmla="*/ 109387 h 296470"/>
              <a:gd name="connsiteX8" fmla="*/ 77998 w 2915191"/>
              <a:gd name="connsiteY8" fmla="*/ 57827 h 296470"/>
              <a:gd name="connsiteX9" fmla="*/ 87748 w 2915191"/>
              <a:gd name="connsiteY9" fmla="*/ 54308 h 296470"/>
              <a:gd name="connsiteX10" fmla="*/ 97497 w 2915191"/>
              <a:gd name="connsiteY10" fmla="*/ 68839 h 296470"/>
              <a:gd name="connsiteX11" fmla="*/ 107247 w 2915191"/>
              <a:gd name="connsiteY11" fmla="*/ 78583 h 296470"/>
              <a:gd name="connsiteX12" fmla="*/ 116997 w 2915191"/>
              <a:gd name="connsiteY12" fmla="*/ 47407 h 296470"/>
              <a:gd name="connsiteX13" fmla="*/ 126747 w 2915191"/>
              <a:gd name="connsiteY13" fmla="*/ 42697 h 296470"/>
              <a:gd name="connsiteX14" fmla="*/ 136497 w 2915191"/>
              <a:gd name="connsiteY14" fmla="*/ 27363 h 296470"/>
              <a:gd name="connsiteX15" fmla="*/ 146247 w 2915191"/>
              <a:gd name="connsiteY15" fmla="*/ 38188 h 296470"/>
              <a:gd name="connsiteX16" fmla="*/ 155997 w 2915191"/>
              <a:gd name="connsiteY16" fmla="*/ 28088 h 296470"/>
              <a:gd name="connsiteX17" fmla="*/ 165747 w 2915191"/>
              <a:gd name="connsiteY17" fmla="*/ 55701 h 296470"/>
              <a:gd name="connsiteX18" fmla="*/ 175497 w 2915191"/>
              <a:gd name="connsiteY18" fmla="*/ 84879 h 296470"/>
              <a:gd name="connsiteX19" fmla="*/ 185247 w 2915191"/>
              <a:gd name="connsiteY19" fmla="*/ 87156 h 296470"/>
              <a:gd name="connsiteX20" fmla="*/ 194996 w 2915191"/>
              <a:gd name="connsiteY20" fmla="*/ 73902 h 296470"/>
              <a:gd name="connsiteX21" fmla="*/ 204746 w 2915191"/>
              <a:gd name="connsiteY21" fmla="*/ 100446 h 296470"/>
              <a:gd name="connsiteX22" fmla="*/ 214495 w 2915191"/>
              <a:gd name="connsiteY22" fmla="*/ 107477 h 296470"/>
              <a:gd name="connsiteX23" fmla="*/ 224245 w 2915191"/>
              <a:gd name="connsiteY23" fmla="*/ 125436 h 296470"/>
              <a:gd name="connsiteX24" fmla="*/ 233995 w 2915191"/>
              <a:gd name="connsiteY24" fmla="*/ 129162 h 296470"/>
              <a:gd name="connsiteX25" fmla="*/ 243744 w 2915191"/>
              <a:gd name="connsiteY25" fmla="*/ 118915 h 296470"/>
              <a:gd name="connsiteX26" fmla="*/ 253494 w 2915191"/>
              <a:gd name="connsiteY26" fmla="*/ 101970 h 296470"/>
              <a:gd name="connsiteX27" fmla="*/ 263244 w 2915191"/>
              <a:gd name="connsiteY27" fmla="*/ 78410 h 296470"/>
              <a:gd name="connsiteX28" fmla="*/ 272994 w 2915191"/>
              <a:gd name="connsiteY28" fmla="*/ 110515 h 296470"/>
              <a:gd name="connsiteX29" fmla="*/ 282744 w 2915191"/>
              <a:gd name="connsiteY29" fmla="*/ 121783 h 296470"/>
              <a:gd name="connsiteX30" fmla="*/ 292494 w 2915191"/>
              <a:gd name="connsiteY30" fmla="*/ 169153 h 296470"/>
              <a:gd name="connsiteX31" fmla="*/ 302244 w 2915191"/>
              <a:gd name="connsiteY31" fmla="*/ 101495 h 296470"/>
              <a:gd name="connsiteX32" fmla="*/ 311994 w 2915191"/>
              <a:gd name="connsiteY32" fmla="*/ 130406 h 296470"/>
              <a:gd name="connsiteX33" fmla="*/ 321744 w 2915191"/>
              <a:gd name="connsiteY33" fmla="*/ 144793 h 296470"/>
              <a:gd name="connsiteX34" fmla="*/ 331493 w 2915191"/>
              <a:gd name="connsiteY34" fmla="*/ 101186 h 296470"/>
              <a:gd name="connsiteX35" fmla="*/ 341243 w 2915191"/>
              <a:gd name="connsiteY35" fmla="*/ 113143 h 296470"/>
              <a:gd name="connsiteX36" fmla="*/ 350993 w 2915191"/>
              <a:gd name="connsiteY36" fmla="*/ 111668 h 296470"/>
              <a:gd name="connsiteX37" fmla="*/ 360742 w 2915191"/>
              <a:gd name="connsiteY37" fmla="*/ 149312 h 296470"/>
              <a:gd name="connsiteX38" fmla="*/ 370492 w 2915191"/>
              <a:gd name="connsiteY38" fmla="*/ 147121 h 296470"/>
              <a:gd name="connsiteX39" fmla="*/ 380241 w 2915191"/>
              <a:gd name="connsiteY39" fmla="*/ 142218 h 296470"/>
              <a:gd name="connsiteX40" fmla="*/ 389991 w 2915191"/>
              <a:gd name="connsiteY40" fmla="*/ 144897 h 296470"/>
              <a:gd name="connsiteX41" fmla="*/ 399741 w 2915191"/>
              <a:gd name="connsiteY41" fmla="*/ 88285 h 296470"/>
              <a:gd name="connsiteX42" fmla="*/ 409491 w 2915191"/>
              <a:gd name="connsiteY42" fmla="*/ 109786 h 296470"/>
              <a:gd name="connsiteX43" fmla="*/ 419241 w 2915191"/>
              <a:gd name="connsiteY43" fmla="*/ 77603 h 296470"/>
              <a:gd name="connsiteX44" fmla="*/ 428991 w 2915191"/>
              <a:gd name="connsiteY44" fmla="*/ 86943 h 296470"/>
              <a:gd name="connsiteX45" fmla="*/ 438741 w 2915191"/>
              <a:gd name="connsiteY45" fmla="*/ 93589 h 296470"/>
              <a:gd name="connsiteX46" fmla="*/ 448491 w 2915191"/>
              <a:gd name="connsiteY46" fmla="*/ 108777 h 296470"/>
              <a:gd name="connsiteX47" fmla="*/ 458241 w 2915191"/>
              <a:gd name="connsiteY47" fmla="*/ 100467 h 296470"/>
              <a:gd name="connsiteX48" fmla="*/ 467991 w 2915191"/>
              <a:gd name="connsiteY48" fmla="*/ 125309 h 296470"/>
              <a:gd name="connsiteX49" fmla="*/ 477740 w 2915191"/>
              <a:gd name="connsiteY49" fmla="*/ 99212 h 296470"/>
              <a:gd name="connsiteX50" fmla="*/ 487490 w 2915191"/>
              <a:gd name="connsiteY50" fmla="*/ 85733 h 296470"/>
              <a:gd name="connsiteX51" fmla="*/ 497239 w 2915191"/>
              <a:gd name="connsiteY51" fmla="*/ 58708 h 296470"/>
              <a:gd name="connsiteX52" fmla="*/ 506989 w 2915191"/>
              <a:gd name="connsiteY52" fmla="*/ 64712 h 296470"/>
              <a:gd name="connsiteX53" fmla="*/ 516738 w 2915191"/>
              <a:gd name="connsiteY53" fmla="*/ 61610 h 296470"/>
              <a:gd name="connsiteX54" fmla="*/ 526488 w 2915191"/>
              <a:gd name="connsiteY54" fmla="*/ 50095 h 296470"/>
              <a:gd name="connsiteX55" fmla="*/ 536238 w 2915191"/>
              <a:gd name="connsiteY55" fmla="*/ 45443 h 296470"/>
              <a:gd name="connsiteX56" fmla="*/ 545988 w 2915191"/>
              <a:gd name="connsiteY56" fmla="*/ 71983 h 296470"/>
              <a:gd name="connsiteX57" fmla="*/ 555738 w 2915191"/>
              <a:gd name="connsiteY57" fmla="*/ 95943 h 296470"/>
              <a:gd name="connsiteX58" fmla="*/ 565488 w 2915191"/>
              <a:gd name="connsiteY58" fmla="*/ 72606 h 296470"/>
              <a:gd name="connsiteX59" fmla="*/ 575238 w 2915191"/>
              <a:gd name="connsiteY59" fmla="*/ 65056 h 296470"/>
              <a:gd name="connsiteX60" fmla="*/ 584988 w 2915191"/>
              <a:gd name="connsiteY60" fmla="*/ 77397 h 296470"/>
              <a:gd name="connsiteX61" fmla="*/ 594738 w 2915191"/>
              <a:gd name="connsiteY61" fmla="*/ 67917 h 296470"/>
              <a:gd name="connsiteX62" fmla="*/ 604488 w 2915191"/>
              <a:gd name="connsiteY62" fmla="*/ 107648 h 296470"/>
              <a:gd name="connsiteX63" fmla="*/ 614237 w 2915191"/>
              <a:gd name="connsiteY63" fmla="*/ 96569 h 296470"/>
              <a:gd name="connsiteX64" fmla="*/ 623987 w 2915191"/>
              <a:gd name="connsiteY64" fmla="*/ 84200 h 296470"/>
              <a:gd name="connsiteX65" fmla="*/ 633736 w 2915191"/>
              <a:gd name="connsiteY65" fmla="*/ 80060 h 296470"/>
              <a:gd name="connsiteX66" fmla="*/ 643486 w 2915191"/>
              <a:gd name="connsiteY66" fmla="*/ 69175 h 296470"/>
              <a:gd name="connsiteX67" fmla="*/ 653236 w 2915191"/>
              <a:gd name="connsiteY67" fmla="*/ 67665 h 296470"/>
              <a:gd name="connsiteX68" fmla="*/ 662985 w 2915191"/>
              <a:gd name="connsiteY68" fmla="*/ 91715 h 296470"/>
              <a:gd name="connsiteX69" fmla="*/ 672735 w 2915191"/>
              <a:gd name="connsiteY69" fmla="*/ 73370 h 296470"/>
              <a:gd name="connsiteX70" fmla="*/ 682485 w 2915191"/>
              <a:gd name="connsiteY70" fmla="*/ 91110 h 296470"/>
              <a:gd name="connsiteX71" fmla="*/ 692235 w 2915191"/>
              <a:gd name="connsiteY71" fmla="*/ 79397 h 296470"/>
              <a:gd name="connsiteX72" fmla="*/ 701985 w 2915191"/>
              <a:gd name="connsiteY72" fmla="*/ 62509 h 296470"/>
              <a:gd name="connsiteX73" fmla="*/ 711735 w 2915191"/>
              <a:gd name="connsiteY73" fmla="*/ 67022 h 296470"/>
              <a:gd name="connsiteX74" fmla="*/ 721485 w 2915191"/>
              <a:gd name="connsiteY74" fmla="*/ 77853 h 296470"/>
              <a:gd name="connsiteX75" fmla="*/ 731235 w 2915191"/>
              <a:gd name="connsiteY75" fmla="*/ 70617 h 296470"/>
              <a:gd name="connsiteX76" fmla="*/ 740985 w 2915191"/>
              <a:gd name="connsiteY76" fmla="*/ 69417 h 296470"/>
              <a:gd name="connsiteX77" fmla="*/ 750734 w 2915191"/>
              <a:gd name="connsiteY77" fmla="*/ 121658 h 296470"/>
              <a:gd name="connsiteX78" fmla="*/ 760484 w 2915191"/>
              <a:gd name="connsiteY78" fmla="*/ 107453 h 296470"/>
              <a:gd name="connsiteX79" fmla="*/ 770233 w 2915191"/>
              <a:gd name="connsiteY79" fmla="*/ 136472 h 296470"/>
              <a:gd name="connsiteX80" fmla="*/ 779983 w 2915191"/>
              <a:gd name="connsiteY80" fmla="*/ 144507 h 296470"/>
              <a:gd name="connsiteX81" fmla="*/ 789733 w 2915191"/>
              <a:gd name="connsiteY81" fmla="*/ 147208 h 296470"/>
              <a:gd name="connsiteX82" fmla="*/ 799482 w 2915191"/>
              <a:gd name="connsiteY82" fmla="*/ 165517 h 296470"/>
              <a:gd name="connsiteX83" fmla="*/ 809232 w 2915191"/>
              <a:gd name="connsiteY83" fmla="*/ 170112 h 296470"/>
              <a:gd name="connsiteX84" fmla="*/ 818982 w 2915191"/>
              <a:gd name="connsiteY84" fmla="*/ 188494 h 296470"/>
              <a:gd name="connsiteX85" fmla="*/ 828732 w 2915191"/>
              <a:gd name="connsiteY85" fmla="*/ 152424 h 296470"/>
              <a:gd name="connsiteX86" fmla="*/ 838482 w 2915191"/>
              <a:gd name="connsiteY86" fmla="*/ 165768 h 296470"/>
              <a:gd name="connsiteX87" fmla="*/ 848232 w 2915191"/>
              <a:gd name="connsiteY87" fmla="*/ 141651 h 296470"/>
              <a:gd name="connsiteX88" fmla="*/ 857982 w 2915191"/>
              <a:gd name="connsiteY88" fmla="*/ 183599 h 296470"/>
              <a:gd name="connsiteX89" fmla="*/ 867732 w 2915191"/>
              <a:gd name="connsiteY89" fmla="*/ 175297 h 296470"/>
              <a:gd name="connsiteX90" fmla="*/ 877482 w 2915191"/>
              <a:gd name="connsiteY90" fmla="*/ 200452 h 296470"/>
              <a:gd name="connsiteX91" fmla="*/ 887231 w 2915191"/>
              <a:gd name="connsiteY91" fmla="*/ 225936 h 296470"/>
              <a:gd name="connsiteX92" fmla="*/ 896981 w 2915191"/>
              <a:gd name="connsiteY92" fmla="*/ 236936 h 296470"/>
              <a:gd name="connsiteX93" fmla="*/ 906730 w 2915191"/>
              <a:gd name="connsiteY93" fmla="*/ 217945 h 296470"/>
              <a:gd name="connsiteX94" fmla="*/ 916480 w 2915191"/>
              <a:gd name="connsiteY94" fmla="*/ 194676 h 296470"/>
              <a:gd name="connsiteX95" fmla="*/ 926230 w 2915191"/>
              <a:gd name="connsiteY95" fmla="*/ 192148 h 296470"/>
              <a:gd name="connsiteX96" fmla="*/ 935979 w 2915191"/>
              <a:gd name="connsiteY96" fmla="*/ 169878 h 296470"/>
              <a:gd name="connsiteX97" fmla="*/ 945729 w 2915191"/>
              <a:gd name="connsiteY97" fmla="*/ 180863 h 296470"/>
              <a:gd name="connsiteX98" fmla="*/ 955479 w 2915191"/>
              <a:gd name="connsiteY98" fmla="*/ 177520 h 296470"/>
              <a:gd name="connsiteX99" fmla="*/ 965229 w 2915191"/>
              <a:gd name="connsiteY99" fmla="*/ 161496 h 296470"/>
              <a:gd name="connsiteX100" fmla="*/ 974979 w 2915191"/>
              <a:gd name="connsiteY100" fmla="*/ 135199 h 296470"/>
              <a:gd name="connsiteX101" fmla="*/ 984729 w 2915191"/>
              <a:gd name="connsiteY101" fmla="*/ 122666 h 296470"/>
              <a:gd name="connsiteX102" fmla="*/ 994474 w 2915191"/>
              <a:gd name="connsiteY102" fmla="*/ 117548 h 296470"/>
              <a:gd name="connsiteX103" fmla="*/ 1004233 w 2915191"/>
              <a:gd name="connsiteY103" fmla="*/ 109601 h 296470"/>
              <a:gd name="connsiteX104" fmla="*/ 1013977 w 2915191"/>
              <a:gd name="connsiteY104" fmla="*/ 77327 h 296470"/>
              <a:gd name="connsiteX105" fmla="*/ 1023721 w 2915191"/>
              <a:gd name="connsiteY105" fmla="*/ 75417 h 296470"/>
              <a:gd name="connsiteX106" fmla="*/ 1033480 w 2915191"/>
              <a:gd name="connsiteY106" fmla="*/ 92082 h 296470"/>
              <a:gd name="connsiteX107" fmla="*/ 1043224 w 2915191"/>
              <a:gd name="connsiteY107" fmla="*/ 64825 h 296470"/>
              <a:gd name="connsiteX108" fmla="*/ 1052983 w 2915191"/>
              <a:gd name="connsiteY108" fmla="*/ 67454 h 296470"/>
              <a:gd name="connsiteX109" fmla="*/ 1062727 w 2915191"/>
              <a:gd name="connsiteY109" fmla="*/ 72114 h 296470"/>
              <a:gd name="connsiteX110" fmla="*/ 1072471 w 2915191"/>
              <a:gd name="connsiteY110" fmla="*/ 34245 h 296470"/>
              <a:gd name="connsiteX111" fmla="*/ 1082230 w 2915191"/>
              <a:gd name="connsiteY111" fmla="*/ 28919 h 296470"/>
              <a:gd name="connsiteX112" fmla="*/ 1091973 w 2915191"/>
              <a:gd name="connsiteY112" fmla="*/ 24337 h 296470"/>
              <a:gd name="connsiteX113" fmla="*/ 1101732 w 2915191"/>
              <a:gd name="connsiteY113" fmla="*/ 46169 h 296470"/>
              <a:gd name="connsiteX114" fmla="*/ 1111476 w 2915191"/>
              <a:gd name="connsiteY114" fmla="*/ 39856 h 296470"/>
              <a:gd name="connsiteX115" fmla="*/ 1121220 w 2915191"/>
              <a:gd name="connsiteY115" fmla="*/ 42400 h 296470"/>
              <a:gd name="connsiteX116" fmla="*/ 1130979 w 2915191"/>
              <a:gd name="connsiteY116" fmla="*/ 35828 h 296470"/>
              <a:gd name="connsiteX117" fmla="*/ 1140723 w 2915191"/>
              <a:gd name="connsiteY117" fmla="*/ 17408 h 296470"/>
              <a:gd name="connsiteX118" fmla="*/ 1150482 w 2915191"/>
              <a:gd name="connsiteY118" fmla="*/ 28569 h 296470"/>
              <a:gd name="connsiteX119" fmla="*/ 1160226 w 2915191"/>
              <a:gd name="connsiteY119" fmla="*/ 27439 h 296470"/>
              <a:gd name="connsiteX120" fmla="*/ 1169969 w 2915191"/>
              <a:gd name="connsiteY120" fmla="*/ 28818 h 296470"/>
              <a:gd name="connsiteX121" fmla="*/ 1179728 w 2915191"/>
              <a:gd name="connsiteY121" fmla="*/ 48609 h 296470"/>
              <a:gd name="connsiteX122" fmla="*/ 1189472 w 2915191"/>
              <a:gd name="connsiteY122" fmla="*/ 43515 h 296470"/>
              <a:gd name="connsiteX123" fmla="*/ 1199231 w 2915191"/>
              <a:gd name="connsiteY123" fmla="*/ 50671 h 296470"/>
              <a:gd name="connsiteX124" fmla="*/ 1208975 w 2915191"/>
              <a:gd name="connsiteY124" fmla="*/ 21857 h 296470"/>
              <a:gd name="connsiteX125" fmla="*/ 1218719 w 2915191"/>
              <a:gd name="connsiteY125" fmla="*/ 59003 h 296470"/>
              <a:gd name="connsiteX126" fmla="*/ 1228478 w 2915191"/>
              <a:gd name="connsiteY126" fmla="*/ 46211 h 296470"/>
              <a:gd name="connsiteX127" fmla="*/ 1238222 w 2915191"/>
              <a:gd name="connsiteY127" fmla="*/ 45376 h 296470"/>
              <a:gd name="connsiteX128" fmla="*/ 1247966 w 2915191"/>
              <a:gd name="connsiteY128" fmla="*/ 94512 h 296470"/>
              <a:gd name="connsiteX129" fmla="*/ 1257725 w 2915191"/>
              <a:gd name="connsiteY129" fmla="*/ 41750 h 296470"/>
              <a:gd name="connsiteX130" fmla="*/ 1267469 w 2915191"/>
              <a:gd name="connsiteY130" fmla="*/ 52261 h 296470"/>
              <a:gd name="connsiteX131" fmla="*/ 1277227 w 2915191"/>
              <a:gd name="connsiteY131" fmla="*/ 17390 h 296470"/>
              <a:gd name="connsiteX132" fmla="*/ 1286971 w 2915191"/>
              <a:gd name="connsiteY132" fmla="*/ 32539 h 296470"/>
              <a:gd name="connsiteX133" fmla="*/ 1296715 w 2915191"/>
              <a:gd name="connsiteY133" fmla="*/ 31884 h 296470"/>
              <a:gd name="connsiteX134" fmla="*/ 1306474 w 2915191"/>
              <a:gd name="connsiteY134" fmla="*/ 19227 h 296470"/>
              <a:gd name="connsiteX135" fmla="*/ 1316218 w 2915191"/>
              <a:gd name="connsiteY135" fmla="*/ 19163 h 296470"/>
              <a:gd name="connsiteX136" fmla="*/ 1325977 w 2915191"/>
              <a:gd name="connsiteY136" fmla="*/ 6401 h 296470"/>
              <a:gd name="connsiteX137" fmla="*/ 1335721 w 2915191"/>
              <a:gd name="connsiteY137" fmla="*/ 0 h 296470"/>
              <a:gd name="connsiteX138" fmla="*/ 1345465 w 2915191"/>
              <a:gd name="connsiteY138" fmla="*/ 30097 h 296470"/>
              <a:gd name="connsiteX139" fmla="*/ 1355224 w 2915191"/>
              <a:gd name="connsiteY139" fmla="*/ 53279 h 296470"/>
              <a:gd name="connsiteX140" fmla="*/ 1364967 w 2915191"/>
              <a:gd name="connsiteY140" fmla="*/ 66354 h 296470"/>
              <a:gd name="connsiteX141" fmla="*/ 1374726 w 2915191"/>
              <a:gd name="connsiteY141" fmla="*/ 73960 h 296470"/>
              <a:gd name="connsiteX142" fmla="*/ 1384470 w 2915191"/>
              <a:gd name="connsiteY142" fmla="*/ 74295 h 296470"/>
              <a:gd name="connsiteX143" fmla="*/ 1394214 w 2915191"/>
              <a:gd name="connsiteY143" fmla="*/ 87885 h 296470"/>
              <a:gd name="connsiteX144" fmla="*/ 1403973 w 2915191"/>
              <a:gd name="connsiteY144" fmla="*/ 99394 h 296470"/>
              <a:gd name="connsiteX145" fmla="*/ 1413717 w 2915191"/>
              <a:gd name="connsiteY145" fmla="*/ 133848 h 296470"/>
              <a:gd name="connsiteX146" fmla="*/ 1423476 w 2915191"/>
              <a:gd name="connsiteY146" fmla="*/ 149547 h 296470"/>
              <a:gd name="connsiteX147" fmla="*/ 1433220 w 2915191"/>
              <a:gd name="connsiteY147" fmla="*/ 152201 h 296470"/>
              <a:gd name="connsiteX148" fmla="*/ 1442964 w 2915191"/>
              <a:gd name="connsiteY148" fmla="*/ 174317 h 296470"/>
              <a:gd name="connsiteX149" fmla="*/ 1452722 w 2915191"/>
              <a:gd name="connsiteY149" fmla="*/ 198608 h 296470"/>
              <a:gd name="connsiteX150" fmla="*/ 1462466 w 2915191"/>
              <a:gd name="connsiteY150" fmla="*/ 217753 h 296470"/>
              <a:gd name="connsiteX151" fmla="*/ 1472225 w 2915191"/>
              <a:gd name="connsiteY151" fmla="*/ 238515 h 296470"/>
              <a:gd name="connsiteX152" fmla="*/ 1481969 w 2915191"/>
              <a:gd name="connsiteY152" fmla="*/ 228005 h 296470"/>
              <a:gd name="connsiteX153" fmla="*/ 1491713 w 2915191"/>
              <a:gd name="connsiteY153" fmla="*/ 194126 h 296470"/>
              <a:gd name="connsiteX154" fmla="*/ 1501472 w 2915191"/>
              <a:gd name="connsiteY154" fmla="*/ 199584 h 296470"/>
              <a:gd name="connsiteX155" fmla="*/ 1511216 w 2915191"/>
              <a:gd name="connsiteY155" fmla="*/ 257724 h 296470"/>
              <a:gd name="connsiteX156" fmla="*/ 1520960 w 2915191"/>
              <a:gd name="connsiteY156" fmla="*/ 296470 h 296470"/>
              <a:gd name="connsiteX157" fmla="*/ 1530719 w 2915191"/>
              <a:gd name="connsiteY157" fmla="*/ 262602 h 296470"/>
              <a:gd name="connsiteX158" fmla="*/ 1540463 w 2915191"/>
              <a:gd name="connsiteY158" fmla="*/ 255543 h 296470"/>
              <a:gd name="connsiteX159" fmla="*/ 1550221 w 2915191"/>
              <a:gd name="connsiteY159" fmla="*/ 245061 h 296470"/>
              <a:gd name="connsiteX160" fmla="*/ 1559965 w 2915191"/>
              <a:gd name="connsiteY160" fmla="*/ 247539 h 296470"/>
              <a:gd name="connsiteX161" fmla="*/ 1569709 w 2915191"/>
              <a:gd name="connsiteY161" fmla="*/ 230533 h 296470"/>
              <a:gd name="connsiteX162" fmla="*/ 1579468 w 2915191"/>
              <a:gd name="connsiteY162" fmla="*/ 221387 h 296470"/>
              <a:gd name="connsiteX163" fmla="*/ 1589212 w 2915191"/>
              <a:gd name="connsiteY163" fmla="*/ 194390 h 296470"/>
              <a:gd name="connsiteX164" fmla="*/ 1598971 w 2915191"/>
              <a:gd name="connsiteY164" fmla="*/ 210155 h 296470"/>
              <a:gd name="connsiteX165" fmla="*/ 1608715 w 2915191"/>
              <a:gd name="connsiteY165" fmla="*/ 227339 h 296470"/>
              <a:gd name="connsiteX166" fmla="*/ 1618459 w 2915191"/>
              <a:gd name="connsiteY166" fmla="*/ 230310 h 296470"/>
              <a:gd name="connsiteX167" fmla="*/ 1628218 w 2915191"/>
              <a:gd name="connsiteY167" fmla="*/ 211051 h 296470"/>
              <a:gd name="connsiteX168" fmla="*/ 1637962 w 2915191"/>
              <a:gd name="connsiteY168" fmla="*/ 253458 h 296470"/>
              <a:gd name="connsiteX169" fmla="*/ 1647720 w 2915191"/>
              <a:gd name="connsiteY169" fmla="*/ 248592 h 296470"/>
              <a:gd name="connsiteX170" fmla="*/ 1657464 w 2915191"/>
              <a:gd name="connsiteY170" fmla="*/ 257956 h 296470"/>
              <a:gd name="connsiteX171" fmla="*/ 1667208 w 2915191"/>
              <a:gd name="connsiteY171" fmla="*/ 244470 h 296470"/>
              <a:gd name="connsiteX172" fmla="*/ 1676967 w 2915191"/>
              <a:gd name="connsiteY172" fmla="*/ 224574 h 296470"/>
              <a:gd name="connsiteX173" fmla="*/ 1686711 w 2915191"/>
              <a:gd name="connsiteY173" fmla="*/ 233991 h 296470"/>
              <a:gd name="connsiteX174" fmla="*/ 1696470 w 2915191"/>
              <a:gd name="connsiteY174" fmla="*/ 238111 h 296470"/>
              <a:gd name="connsiteX175" fmla="*/ 1706214 w 2915191"/>
              <a:gd name="connsiteY175" fmla="*/ 258447 h 296470"/>
              <a:gd name="connsiteX176" fmla="*/ 1715958 w 2915191"/>
              <a:gd name="connsiteY176" fmla="*/ 288325 h 296470"/>
              <a:gd name="connsiteX177" fmla="*/ 1725716 w 2915191"/>
              <a:gd name="connsiteY177" fmla="*/ 260060 h 296470"/>
              <a:gd name="connsiteX178" fmla="*/ 1735460 w 2915191"/>
              <a:gd name="connsiteY178" fmla="*/ 248931 h 296470"/>
              <a:gd name="connsiteX179" fmla="*/ 1745219 w 2915191"/>
              <a:gd name="connsiteY179" fmla="*/ 206911 h 296470"/>
              <a:gd name="connsiteX180" fmla="*/ 1754963 w 2915191"/>
              <a:gd name="connsiteY180" fmla="*/ 224417 h 296470"/>
              <a:gd name="connsiteX181" fmla="*/ 1764707 w 2915191"/>
              <a:gd name="connsiteY181" fmla="*/ 259405 h 296470"/>
              <a:gd name="connsiteX182" fmla="*/ 1774466 w 2915191"/>
              <a:gd name="connsiteY182" fmla="*/ 248469 h 296470"/>
              <a:gd name="connsiteX183" fmla="*/ 1784210 w 2915191"/>
              <a:gd name="connsiteY183" fmla="*/ 234868 h 296470"/>
              <a:gd name="connsiteX184" fmla="*/ 1793969 w 2915191"/>
              <a:gd name="connsiteY184" fmla="*/ 228746 h 296470"/>
              <a:gd name="connsiteX185" fmla="*/ 1803713 w 2915191"/>
              <a:gd name="connsiteY185" fmla="*/ 216432 h 296470"/>
              <a:gd name="connsiteX186" fmla="*/ 1813457 w 2915191"/>
              <a:gd name="connsiteY186" fmla="*/ 186923 h 296470"/>
              <a:gd name="connsiteX187" fmla="*/ 1823215 w 2915191"/>
              <a:gd name="connsiteY187" fmla="*/ 179926 h 296470"/>
              <a:gd name="connsiteX188" fmla="*/ 1832959 w 2915191"/>
              <a:gd name="connsiteY188" fmla="*/ 167053 h 296470"/>
              <a:gd name="connsiteX189" fmla="*/ 1842703 w 2915191"/>
              <a:gd name="connsiteY189" fmla="*/ 189309 h 296470"/>
              <a:gd name="connsiteX190" fmla="*/ 1852462 w 2915191"/>
              <a:gd name="connsiteY190" fmla="*/ 212851 h 296470"/>
              <a:gd name="connsiteX191" fmla="*/ 1862206 w 2915191"/>
              <a:gd name="connsiteY191" fmla="*/ 204667 h 296470"/>
              <a:gd name="connsiteX192" fmla="*/ 1871965 w 2915191"/>
              <a:gd name="connsiteY192" fmla="*/ 201691 h 296470"/>
              <a:gd name="connsiteX193" fmla="*/ 1881709 w 2915191"/>
              <a:gd name="connsiteY193" fmla="*/ 255528 h 296470"/>
              <a:gd name="connsiteX194" fmla="*/ 1891453 w 2915191"/>
              <a:gd name="connsiteY194" fmla="*/ 249185 h 296470"/>
              <a:gd name="connsiteX195" fmla="*/ 1901212 w 2915191"/>
              <a:gd name="connsiteY195" fmla="*/ 238722 h 296470"/>
              <a:gd name="connsiteX196" fmla="*/ 1910956 w 2915191"/>
              <a:gd name="connsiteY196" fmla="*/ 212160 h 296470"/>
              <a:gd name="connsiteX197" fmla="*/ 1920714 w 2915191"/>
              <a:gd name="connsiteY197" fmla="*/ 185150 h 296470"/>
              <a:gd name="connsiteX198" fmla="*/ 1930458 w 2915191"/>
              <a:gd name="connsiteY198" fmla="*/ 243002 h 296470"/>
              <a:gd name="connsiteX199" fmla="*/ 1940202 w 2915191"/>
              <a:gd name="connsiteY199" fmla="*/ 241064 h 296470"/>
              <a:gd name="connsiteX200" fmla="*/ 1949961 w 2915191"/>
              <a:gd name="connsiteY200" fmla="*/ 254564 h 296470"/>
              <a:gd name="connsiteX201" fmla="*/ 1959705 w 2915191"/>
              <a:gd name="connsiteY201" fmla="*/ 259625 h 296470"/>
              <a:gd name="connsiteX202" fmla="*/ 1969464 w 2915191"/>
              <a:gd name="connsiteY202" fmla="*/ 273825 h 296470"/>
              <a:gd name="connsiteX203" fmla="*/ 1979208 w 2915191"/>
              <a:gd name="connsiteY203" fmla="*/ 237576 h 296470"/>
              <a:gd name="connsiteX204" fmla="*/ 1988952 w 2915191"/>
              <a:gd name="connsiteY204" fmla="*/ 252672 h 296470"/>
              <a:gd name="connsiteX205" fmla="*/ 1998711 w 2915191"/>
              <a:gd name="connsiteY205" fmla="*/ 257913 h 296470"/>
              <a:gd name="connsiteX206" fmla="*/ 2008454 w 2915191"/>
              <a:gd name="connsiteY206" fmla="*/ 234346 h 296470"/>
              <a:gd name="connsiteX207" fmla="*/ 2018213 w 2915191"/>
              <a:gd name="connsiteY207" fmla="*/ 249095 h 296470"/>
              <a:gd name="connsiteX208" fmla="*/ 2027957 w 2915191"/>
              <a:gd name="connsiteY208" fmla="*/ 221697 h 296470"/>
              <a:gd name="connsiteX209" fmla="*/ 2037701 w 2915191"/>
              <a:gd name="connsiteY209" fmla="*/ 250327 h 296470"/>
              <a:gd name="connsiteX210" fmla="*/ 2047460 w 2915191"/>
              <a:gd name="connsiteY210" fmla="*/ 243972 h 296470"/>
              <a:gd name="connsiteX211" fmla="*/ 2057204 w 2915191"/>
              <a:gd name="connsiteY211" fmla="*/ 271878 h 296470"/>
              <a:gd name="connsiteX212" fmla="*/ 2066963 w 2915191"/>
              <a:gd name="connsiteY212" fmla="*/ 292918 h 296470"/>
              <a:gd name="connsiteX213" fmla="*/ 2076707 w 2915191"/>
              <a:gd name="connsiteY213" fmla="*/ 261803 h 296470"/>
              <a:gd name="connsiteX214" fmla="*/ 2086451 w 2915191"/>
              <a:gd name="connsiteY214" fmla="*/ 280640 h 296470"/>
              <a:gd name="connsiteX215" fmla="*/ 2096210 w 2915191"/>
              <a:gd name="connsiteY215" fmla="*/ 291294 h 296470"/>
              <a:gd name="connsiteX216" fmla="*/ 2105954 w 2915191"/>
              <a:gd name="connsiteY216" fmla="*/ 285369 h 296470"/>
              <a:gd name="connsiteX217" fmla="*/ 2115697 w 2915191"/>
              <a:gd name="connsiteY217" fmla="*/ 277771 h 296470"/>
              <a:gd name="connsiteX218" fmla="*/ 2125456 w 2915191"/>
              <a:gd name="connsiteY218" fmla="*/ 271239 h 296470"/>
              <a:gd name="connsiteX219" fmla="*/ 2135200 w 2915191"/>
              <a:gd name="connsiteY219" fmla="*/ 283513 h 296470"/>
              <a:gd name="connsiteX220" fmla="*/ 2144959 w 2915191"/>
              <a:gd name="connsiteY220" fmla="*/ 273709 h 296470"/>
              <a:gd name="connsiteX221" fmla="*/ 2154703 w 2915191"/>
              <a:gd name="connsiteY221" fmla="*/ 268678 h 296470"/>
              <a:gd name="connsiteX222" fmla="*/ 2164447 w 2915191"/>
              <a:gd name="connsiteY222" fmla="*/ 258931 h 296470"/>
              <a:gd name="connsiteX223" fmla="*/ 2174206 w 2915191"/>
              <a:gd name="connsiteY223" fmla="*/ 264552 h 296470"/>
              <a:gd name="connsiteX224" fmla="*/ 2183950 w 2915191"/>
              <a:gd name="connsiteY224" fmla="*/ 295643 h 296470"/>
              <a:gd name="connsiteX225" fmla="*/ 2193709 w 2915191"/>
              <a:gd name="connsiteY225" fmla="*/ 282397 h 296470"/>
              <a:gd name="connsiteX226" fmla="*/ 2203452 w 2915191"/>
              <a:gd name="connsiteY226" fmla="*/ 258909 h 296470"/>
              <a:gd name="connsiteX227" fmla="*/ 2213196 w 2915191"/>
              <a:gd name="connsiteY227" fmla="*/ 265942 h 296470"/>
              <a:gd name="connsiteX228" fmla="*/ 2222955 w 2915191"/>
              <a:gd name="connsiteY228" fmla="*/ 250719 h 296470"/>
              <a:gd name="connsiteX229" fmla="*/ 2232699 w 2915191"/>
              <a:gd name="connsiteY229" fmla="*/ 244558 h 296470"/>
              <a:gd name="connsiteX230" fmla="*/ 2242458 w 2915191"/>
              <a:gd name="connsiteY230" fmla="*/ 256093 h 296470"/>
              <a:gd name="connsiteX231" fmla="*/ 2252202 w 2915191"/>
              <a:gd name="connsiteY231" fmla="*/ 250932 h 296470"/>
              <a:gd name="connsiteX232" fmla="*/ 2261946 w 2915191"/>
              <a:gd name="connsiteY232" fmla="*/ 212637 h 296470"/>
              <a:gd name="connsiteX233" fmla="*/ 2271705 w 2915191"/>
              <a:gd name="connsiteY233" fmla="*/ 182964 h 296470"/>
              <a:gd name="connsiteX234" fmla="*/ 2281449 w 2915191"/>
              <a:gd name="connsiteY234" fmla="*/ 210295 h 296470"/>
              <a:gd name="connsiteX235" fmla="*/ 2291208 w 2915191"/>
              <a:gd name="connsiteY235" fmla="*/ 224428 h 296470"/>
              <a:gd name="connsiteX236" fmla="*/ 2300951 w 2915191"/>
              <a:gd name="connsiteY236" fmla="*/ 232847 h 296470"/>
              <a:gd name="connsiteX237" fmla="*/ 2310695 w 2915191"/>
              <a:gd name="connsiteY237" fmla="*/ 203781 h 296470"/>
              <a:gd name="connsiteX238" fmla="*/ 2320454 w 2915191"/>
              <a:gd name="connsiteY238" fmla="*/ 198919 h 296470"/>
              <a:gd name="connsiteX239" fmla="*/ 2330198 w 2915191"/>
              <a:gd name="connsiteY239" fmla="*/ 190534 h 296470"/>
              <a:gd name="connsiteX240" fmla="*/ 2339957 w 2915191"/>
              <a:gd name="connsiteY240" fmla="*/ 206883 h 296470"/>
              <a:gd name="connsiteX241" fmla="*/ 2349701 w 2915191"/>
              <a:gd name="connsiteY241" fmla="*/ 159848 h 296470"/>
              <a:gd name="connsiteX242" fmla="*/ 2359445 w 2915191"/>
              <a:gd name="connsiteY242" fmla="*/ 142547 h 296470"/>
              <a:gd name="connsiteX243" fmla="*/ 2369204 w 2915191"/>
              <a:gd name="connsiteY243" fmla="*/ 172493 h 296470"/>
              <a:gd name="connsiteX244" fmla="*/ 2378948 w 2915191"/>
              <a:gd name="connsiteY244" fmla="*/ 160520 h 296470"/>
              <a:gd name="connsiteX245" fmla="*/ 2388692 w 2915191"/>
              <a:gd name="connsiteY245" fmla="*/ 164906 h 296470"/>
              <a:gd name="connsiteX246" fmla="*/ 2398450 w 2915191"/>
              <a:gd name="connsiteY246" fmla="*/ 152563 h 296470"/>
              <a:gd name="connsiteX247" fmla="*/ 2408194 w 2915191"/>
              <a:gd name="connsiteY247" fmla="*/ 117034 h 296470"/>
              <a:gd name="connsiteX248" fmla="*/ 2417953 w 2915191"/>
              <a:gd name="connsiteY248" fmla="*/ 91754 h 296470"/>
              <a:gd name="connsiteX249" fmla="*/ 2427697 w 2915191"/>
              <a:gd name="connsiteY249" fmla="*/ 83768 h 296470"/>
              <a:gd name="connsiteX250" fmla="*/ 2437441 w 2915191"/>
              <a:gd name="connsiteY250" fmla="*/ 81862 h 296470"/>
              <a:gd name="connsiteX251" fmla="*/ 2447200 w 2915191"/>
              <a:gd name="connsiteY251" fmla="*/ 104107 h 296470"/>
              <a:gd name="connsiteX252" fmla="*/ 2456944 w 2915191"/>
              <a:gd name="connsiteY252" fmla="*/ 106298 h 296470"/>
              <a:gd name="connsiteX253" fmla="*/ 2466703 w 2915191"/>
              <a:gd name="connsiteY253" fmla="*/ 97837 h 296470"/>
              <a:gd name="connsiteX254" fmla="*/ 2476446 w 2915191"/>
              <a:gd name="connsiteY254" fmla="*/ 121436 h 296470"/>
              <a:gd name="connsiteX255" fmla="*/ 2486190 w 2915191"/>
              <a:gd name="connsiteY255" fmla="*/ 94403 h 296470"/>
              <a:gd name="connsiteX256" fmla="*/ 2495949 w 2915191"/>
              <a:gd name="connsiteY256" fmla="*/ 106218 h 296470"/>
              <a:gd name="connsiteX257" fmla="*/ 2505693 w 2915191"/>
              <a:gd name="connsiteY257" fmla="*/ 135797 h 296470"/>
              <a:gd name="connsiteX258" fmla="*/ 2515452 w 2915191"/>
              <a:gd name="connsiteY258" fmla="*/ 117839 h 296470"/>
              <a:gd name="connsiteX259" fmla="*/ 2525196 w 2915191"/>
              <a:gd name="connsiteY259" fmla="*/ 109783 h 296470"/>
              <a:gd name="connsiteX260" fmla="*/ 2534940 w 2915191"/>
              <a:gd name="connsiteY260" fmla="*/ 101647 h 296470"/>
              <a:gd name="connsiteX261" fmla="*/ 2544699 w 2915191"/>
              <a:gd name="connsiteY261" fmla="*/ 109519 h 296470"/>
              <a:gd name="connsiteX262" fmla="*/ 2554443 w 2915191"/>
              <a:gd name="connsiteY262" fmla="*/ 102484 h 296470"/>
              <a:gd name="connsiteX263" fmla="*/ 2564202 w 2915191"/>
              <a:gd name="connsiteY263" fmla="*/ 72838 h 296470"/>
              <a:gd name="connsiteX264" fmla="*/ 2573946 w 2915191"/>
              <a:gd name="connsiteY264" fmla="*/ 74300 h 296470"/>
              <a:gd name="connsiteX265" fmla="*/ 2583690 w 2915191"/>
              <a:gd name="connsiteY265" fmla="*/ 93846 h 296470"/>
              <a:gd name="connsiteX266" fmla="*/ 2593448 w 2915191"/>
              <a:gd name="connsiteY266" fmla="*/ 83625 h 296470"/>
              <a:gd name="connsiteX267" fmla="*/ 2603192 w 2915191"/>
              <a:gd name="connsiteY267" fmla="*/ 76064 h 296470"/>
              <a:gd name="connsiteX268" fmla="*/ 2612951 w 2915191"/>
              <a:gd name="connsiteY268" fmla="*/ 84328 h 296470"/>
              <a:gd name="connsiteX269" fmla="*/ 2622695 w 2915191"/>
              <a:gd name="connsiteY269" fmla="*/ 75571 h 296470"/>
              <a:gd name="connsiteX270" fmla="*/ 2632439 w 2915191"/>
              <a:gd name="connsiteY270" fmla="*/ 77211 h 296470"/>
              <a:gd name="connsiteX271" fmla="*/ 2642198 w 2915191"/>
              <a:gd name="connsiteY271" fmla="*/ 57018 h 296470"/>
              <a:gd name="connsiteX272" fmla="*/ 2651942 w 2915191"/>
              <a:gd name="connsiteY272" fmla="*/ 76387 h 296470"/>
              <a:gd name="connsiteX273" fmla="*/ 2661685 w 2915191"/>
              <a:gd name="connsiteY273" fmla="*/ 68687 h 296470"/>
              <a:gd name="connsiteX274" fmla="*/ 2671444 w 2915191"/>
              <a:gd name="connsiteY274" fmla="*/ 51410 h 296470"/>
              <a:gd name="connsiteX275" fmla="*/ 2681188 w 2915191"/>
              <a:gd name="connsiteY275" fmla="*/ 52695 h 296470"/>
              <a:gd name="connsiteX276" fmla="*/ 2690947 w 2915191"/>
              <a:gd name="connsiteY276" fmla="*/ 54571 h 296470"/>
              <a:gd name="connsiteX277" fmla="*/ 2700691 w 2915191"/>
              <a:gd name="connsiteY277" fmla="*/ 43477 h 296470"/>
              <a:gd name="connsiteX278" fmla="*/ 2710435 w 2915191"/>
              <a:gd name="connsiteY278" fmla="*/ 69006 h 296470"/>
              <a:gd name="connsiteX279" fmla="*/ 2720194 w 2915191"/>
              <a:gd name="connsiteY279" fmla="*/ 82916 h 296470"/>
              <a:gd name="connsiteX280" fmla="*/ 2729938 w 2915191"/>
              <a:gd name="connsiteY280" fmla="*/ 71172 h 296470"/>
              <a:gd name="connsiteX281" fmla="*/ 2739697 w 2915191"/>
              <a:gd name="connsiteY281" fmla="*/ 108989 h 296470"/>
              <a:gd name="connsiteX282" fmla="*/ 2749441 w 2915191"/>
              <a:gd name="connsiteY282" fmla="*/ 91179 h 296470"/>
              <a:gd name="connsiteX283" fmla="*/ 2759185 w 2915191"/>
              <a:gd name="connsiteY283" fmla="*/ 97439 h 296470"/>
              <a:gd name="connsiteX284" fmla="*/ 2768943 w 2915191"/>
              <a:gd name="connsiteY284" fmla="*/ 92311 h 296470"/>
              <a:gd name="connsiteX285" fmla="*/ 2778687 w 2915191"/>
              <a:gd name="connsiteY285" fmla="*/ 58368 h 296470"/>
              <a:gd name="connsiteX286" fmla="*/ 2788446 w 2915191"/>
              <a:gd name="connsiteY286" fmla="*/ 64758 h 296470"/>
              <a:gd name="connsiteX287" fmla="*/ 2798190 w 2915191"/>
              <a:gd name="connsiteY287" fmla="*/ 60305 h 296470"/>
              <a:gd name="connsiteX288" fmla="*/ 2807934 w 2915191"/>
              <a:gd name="connsiteY288" fmla="*/ 67244 h 296470"/>
              <a:gd name="connsiteX289" fmla="*/ 2817693 w 2915191"/>
              <a:gd name="connsiteY289" fmla="*/ 44838 h 296470"/>
              <a:gd name="connsiteX290" fmla="*/ 2827437 w 2915191"/>
              <a:gd name="connsiteY290" fmla="*/ 45877 h 296470"/>
              <a:gd name="connsiteX291" fmla="*/ 2837196 w 2915191"/>
              <a:gd name="connsiteY291" fmla="*/ 57409 h 296470"/>
              <a:gd name="connsiteX292" fmla="*/ 2846940 w 2915191"/>
              <a:gd name="connsiteY292" fmla="*/ 58584 h 296470"/>
              <a:gd name="connsiteX293" fmla="*/ 2856684 w 2915191"/>
              <a:gd name="connsiteY293" fmla="*/ 73391 h 296470"/>
              <a:gd name="connsiteX294" fmla="*/ 2866442 w 2915191"/>
              <a:gd name="connsiteY294" fmla="*/ 131232 h 296470"/>
              <a:gd name="connsiteX295" fmla="*/ 2876186 w 2915191"/>
              <a:gd name="connsiteY295" fmla="*/ 127242 h 296470"/>
              <a:gd name="connsiteX296" fmla="*/ 2885945 w 2915191"/>
              <a:gd name="connsiteY296" fmla="*/ 157825 h 296470"/>
              <a:gd name="connsiteX297" fmla="*/ 2895689 w 2915191"/>
              <a:gd name="connsiteY297" fmla="*/ 174126 h 296470"/>
              <a:gd name="connsiteX298" fmla="*/ 2905433 w 2915191"/>
              <a:gd name="connsiteY298" fmla="*/ 163983 h 296470"/>
              <a:gd name="connsiteX299" fmla="*/ 2915192 w 2915191"/>
              <a:gd name="connsiteY299" fmla="*/ 160870 h 2964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</a:cxnLst>
            <a:rect l="l" t="t" r="r" b="b"/>
            <a:pathLst>
              <a:path w="2915191" h="296470">
                <a:moveTo>
                  <a:pt x="0" y="169258"/>
                </a:moveTo>
                <a:lnTo>
                  <a:pt x="9750" y="159051"/>
                </a:lnTo>
                <a:lnTo>
                  <a:pt x="19500" y="189995"/>
                </a:lnTo>
                <a:lnTo>
                  <a:pt x="29250" y="158019"/>
                </a:lnTo>
                <a:lnTo>
                  <a:pt x="39000" y="154805"/>
                </a:lnTo>
                <a:lnTo>
                  <a:pt x="48749" y="162357"/>
                </a:lnTo>
                <a:lnTo>
                  <a:pt x="58499" y="135411"/>
                </a:lnTo>
                <a:lnTo>
                  <a:pt x="68249" y="109387"/>
                </a:lnTo>
                <a:lnTo>
                  <a:pt x="77998" y="57827"/>
                </a:lnTo>
                <a:lnTo>
                  <a:pt x="87748" y="54308"/>
                </a:lnTo>
                <a:lnTo>
                  <a:pt x="97497" y="68839"/>
                </a:lnTo>
                <a:lnTo>
                  <a:pt x="107247" y="78583"/>
                </a:lnTo>
                <a:lnTo>
                  <a:pt x="116997" y="47407"/>
                </a:lnTo>
                <a:lnTo>
                  <a:pt x="126747" y="42697"/>
                </a:lnTo>
                <a:lnTo>
                  <a:pt x="136497" y="27363"/>
                </a:lnTo>
                <a:lnTo>
                  <a:pt x="146247" y="38188"/>
                </a:lnTo>
                <a:lnTo>
                  <a:pt x="155997" y="28088"/>
                </a:lnTo>
                <a:lnTo>
                  <a:pt x="165747" y="55701"/>
                </a:lnTo>
                <a:lnTo>
                  <a:pt x="175497" y="84879"/>
                </a:lnTo>
                <a:lnTo>
                  <a:pt x="185247" y="87156"/>
                </a:lnTo>
                <a:lnTo>
                  <a:pt x="194996" y="73902"/>
                </a:lnTo>
                <a:lnTo>
                  <a:pt x="204746" y="100446"/>
                </a:lnTo>
                <a:lnTo>
                  <a:pt x="214495" y="107477"/>
                </a:lnTo>
                <a:lnTo>
                  <a:pt x="224245" y="125436"/>
                </a:lnTo>
                <a:lnTo>
                  <a:pt x="233995" y="129162"/>
                </a:lnTo>
                <a:lnTo>
                  <a:pt x="243744" y="118915"/>
                </a:lnTo>
                <a:lnTo>
                  <a:pt x="253494" y="101970"/>
                </a:lnTo>
                <a:lnTo>
                  <a:pt x="263244" y="78410"/>
                </a:lnTo>
                <a:lnTo>
                  <a:pt x="272994" y="110515"/>
                </a:lnTo>
                <a:lnTo>
                  <a:pt x="282744" y="121783"/>
                </a:lnTo>
                <a:lnTo>
                  <a:pt x="292494" y="169153"/>
                </a:lnTo>
                <a:lnTo>
                  <a:pt x="302244" y="101495"/>
                </a:lnTo>
                <a:lnTo>
                  <a:pt x="311994" y="130406"/>
                </a:lnTo>
                <a:lnTo>
                  <a:pt x="321744" y="144793"/>
                </a:lnTo>
                <a:lnTo>
                  <a:pt x="331493" y="101186"/>
                </a:lnTo>
                <a:lnTo>
                  <a:pt x="341243" y="113143"/>
                </a:lnTo>
                <a:lnTo>
                  <a:pt x="350993" y="111668"/>
                </a:lnTo>
                <a:lnTo>
                  <a:pt x="360742" y="149312"/>
                </a:lnTo>
                <a:lnTo>
                  <a:pt x="370492" y="147121"/>
                </a:lnTo>
                <a:lnTo>
                  <a:pt x="380241" y="142218"/>
                </a:lnTo>
                <a:lnTo>
                  <a:pt x="389991" y="144897"/>
                </a:lnTo>
                <a:lnTo>
                  <a:pt x="399741" y="88285"/>
                </a:lnTo>
                <a:lnTo>
                  <a:pt x="409491" y="109786"/>
                </a:lnTo>
                <a:lnTo>
                  <a:pt x="419241" y="77603"/>
                </a:lnTo>
                <a:lnTo>
                  <a:pt x="428991" y="86943"/>
                </a:lnTo>
                <a:lnTo>
                  <a:pt x="438741" y="93589"/>
                </a:lnTo>
                <a:lnTo>
                  <a:pt x="448491" y="108777"/>
                </a:lnTo>
                <a:lnTo>
                  <a:pt x="458241" y="100467"/>
                </a:lnTo>
                <a:lnTo>
                  <a:pt x="467991" y="125309"/>
                </a:lnTo>
                <a:lnTo>
                  <a:pt x="477740" y="99212"/>
                </a:lnTo>
                <a:lnTo>
                  <a:pt x="487490" y="85733"/>
                </a:lnTo>
                <a:lnTo>
                  <a:pt x="497239" y="58708"/>
                </a:lnTo>
                <a:lnTo>
                  <a:pt x="506989" y="64712"/>
                </a:lnTo>
                <a:lnTo>
                  <a:pt x="516738" y="61610"/>
                </a:lnTo>
                <a:lnTo>
                  <a:pt x="526488" y="50095"/>
                </a:lnTo>
                <a:lnTo>
                  <a:pt x="536238" y="45443"/>
                </a:lnTo>
                <a:lnTo>
                  <a:pt x="545988" y="71983"/>
                </a:lnTo>
                <a:lnTo>
                  <a:pt x="555738" y="95943"/>
                </a:lnTo>
                <a:lnTo>
                  <a:pt x="565488" y="72606"/>
                </a:lnTo>
                <a:lnTo>
                  <a:pt x="575238" y="65056"/>
                </a:lnTo>
                <a:lnTo>
                  <a:pt x="584988" y="77397"/>
                </a:lnTo>
                <a:lnTo>
                  <a:pt x="594738" y="67917"/>
                </a:lnTo>
                <a:lnTo>
                  <a:pt x="604488" y="107648"/>
                </a:lnTo>
                <a:lnTo>
                  <a:pt x="614237" y="96569"/>
                </a:lnTo>
                <a:lnTo>
                  <a:pt x="623987" y="84200"/>
                </a:lnTo>
                <a:lnTo>
                  <a:pt x="633736" y="80060"/>
                </a:lnTo>
                <a:lnTo>
                  <a:pt x="643486" y="69175"/>
                </a:lnTo>
                <a:lnTo>
                  <a:pt x="653236" y="67665"/>
                </a:lnTo>
                <a:lnTo>
                  <a:pt x="662985" y="91715"/>
                </a:lnTo>
                <a:lnTo>
                  <a:pt x="672735" y="73370"/>
                </a:lnTo>
                <a:lnTo>
                  <a:pt x="682485" y="91110"/>
                </a:lnTo>
                <a:lnTo>
                  <a:pt x="692235" y="79397"/>
                </a:lnTo>
                <a:lnTo>
                  <a:pt x="701985" y="62509"/>
                </a:lnTo>
                <a:lnTo>
                  <a:pt x="711735" y="67022"/>
                </a:lnTo>
                <a:lnTo>
                  <a:pt x="721485" y="77853"/>
                </a:lnTo>
                <a:lnTo>
                  <a:pt x="731235" y="70617"/>
                </a:lnTo>
                <a:lnTo>
                  <a:pt x="740985" y="69417"/>
                </a:lnTo>
                <a:lnTo>
                  <a:pt x="750734" y="121658"/>
                </a:lnTo>
                <a:lnTo>
                  <a:pt x="760484" y="107453"/>
                </a:lnTo>
                <a:lnTo>
                  <a:pt x="770233" y="136472"/>
                </a:lnTo>
                <a:lnTo>
                  <a:pt x="779983" y="144507"/>
                </a:lnTo>
                <a:lnTo>
                  <a:pt x="789733" y="147208"/>
                </a:lnTo>
                <a:lnTo>
                  <a:pt x="799482" y="165517"/>
                </a:lnTo>
                <a:lnTo>
                  <a:pt x="809232" y="170112"/>
                </a:lnTo>
                <a:lnTo>
                  <a:pt x="818982" y="188494"/>
                </a:lnTo>
                <a:lnTo>
                  <a:pt x="828732" y="152424"/>
                </a:lnTo>
                <a:lnTo>
                  <a:pt x="838482" y="165768"/>
                </a:lnTo>
                <a:lnTo>
                  <a:pt x="848232" y="141651"/>
                </a:lnTo>
                <a:lnTo>
                  <a:pt x="857982" y="183599"/>
                </a:lnTo>
                <a:lnTo>
                  <a:pt x="867732" y="175297"/>
                </a:lnTo>
                <a:lnTo>
                  <a:pt x="877482" y="200452"/>
                </a:lnTo>
                <a:lnTo>
                  <a:pt x="887231" y="225936"/>
                </a:lnTo>
                <a:lnTo>
                  <a:pt x="896981" y="236936"/>
                </a:lnTo>
                <a:lnTo>
                  <a:pt x="906730" y="217945"/>
                </a:lnTo>
                <a:lnTo>
                  <a:pt x="916480" y="194676"/>
                </a:lnTo>
                <a:lnTo>
                  <a:pt x="926230" y="192148"/>
                </a:lnTo>
                <a:lnTo>
                  <a:pt x="935979" y="169878"/>
                </a:lnTo>
                <a:lnTo>
                  <a:pt x="945729" y="180863"/>
                </a:lnTo>
                <a:lnTo>
                  <a:pt x="955479" y="177520"/>
                </a:lnTo>
                <a:lnTo>
                  <a:pt x="965229" y="161496"/>
                </a:lnTo>
                <a:lnTo>
                  <a:pt x="974979" y="135199"/>
                </a:lnTo>
                <a:lnTo>
                  <a:pt x="984729" y="122666"/>
                </a:lnTo>
                <a:lnTo>
                  <a:pt x="994474" y="117548"/>
                </a:lnTo>
                <a:lnTo>
                  <a:pt x="1004233" y="109601"/>
                </a:lnTo>
                <a:lnTo>
                  <a:pt x="1013977" y="77327"/>
                </a:lnTo>
                <a:lnTo>
                  <a:pt x="1023721" y="75417"/>
                </a:lnTo>
                <a:lnTo>
                  <a:pt x="1033480" y="92082"/>
                </a:lnTo>
                <a:lnTo>
                  <a:pt x="1043224" y="64825"/>
                </a:lnTo>
                <a:lnTo>
                  <a:pt x="1052983" y="67454"/>
                </a:lnTo>
                <a:lnTo>
                  <a:pt x="1062727" y="72114"/>
                </a:lnTo>
                <a:lnTo>
                  <a:pt x="1072471" y="34245"/>
                </a:lnTo>
                <a:lnTo>
                  <a:pt x="1082230" y="28919"/>
                </a:lnTo>
                <a:lnTo>
                  <a:pt x="1091973" y="24337"/>
                </a:lnTo>
                <a:lnTo>
                  <a:pt x="1101732" y="46169"/>
                </a:lnTo>
                <a:lnTo>
                  <a:pt x="1111476" y="39856"/>
                </a:lnTo>
                <a:lnTo>
                  <a:pt x="1121220" y="42400"/>
                </a:lnTo>
                <a:lnTo>
                  <a:pt x="1130979" y="35828"/>
                </a:lnTo>
                <a:lnTo>
                  <a:pt x="1140723" y="17408"/>
                </a:lnTo>
                <a:lnTo>
                  <a:pt x="1150482" y="28569"/>
                </a:lnTo>
                <a:lnTo>
                  <a:pt x="1160226" y="27439"/>
                </a:lnTo>
                <a:lnTo>
                  <a:pt x="1169969" y="28818"/>
                </a:lnTo>
                <a:lnTo>
                  <a:pt x="1179728" y="48609"/>
                </a:lnTo>
                <a:lnTo>
                  <a:pt x="1189472" y="43515"/>
                </a:lnTo>
                <a:lnTo>
                  <a:pt x="1199231" y="50671"/>
                </a:lnTo>
                <a:lnTo>
                  <a:pt x="1208975" y="21857"/>
                </a:lnTo>
                <a:lnTo>
                  <a:pt x="1218719" y="59003"/>
                </a:lnTo>
                <a:lnTo>
                  <a:pt x="1228478" y="46211"/>
                </a:lnTo>
                <a:lnTo>
                  <a:pt x="1238222" y="45376"/>
                </a:lnTo>
                <a:lnTo>
                  <a:pt x="1247966" y="94512"/>
                </a:lnTo>
                <a:lnTo>
                  <a:pt x="1257725" y="41750"/>
                </a:lnTo>
                <a:lnTo>
                  <a:pt x="1267469" y="52261"/>
                </a:lnTo>
                <a:lnTo>
                  <a:pt x="1277227" y="17390"/>
                </a:lnTo>
                <a:lnTo>
                  <a:pt x="1286971" y="32539"/>
                </a:lnTo>
                <a:lnTo>
                  <a:pt x="1296715" y="31884"/>
                </a:lnTo>
                <a:lnTo>
                  <a:pt x="1306474" y="19227"/>
                </a:lnTo>
                <a:lnTo>
                  <a:pt x="1316218" y="19163"/>
                </a:lnTo>
                <a:lnTo>
                  <a:pt x="1325977" y="6401"/>
                </a:lnTo>
                <a:lnTo>
                  <a:pt x="1335721" y="0"/>
                </a:lnTo>
                <a:lnTo>
                  <a:pt x="1345465" y="30097"/>
                </a:lnTo>
                <a:lnTo>
                  <a:pt x="1355224" y="53279"/>
                </a:lnTo>
                <a:lnTo>
                  <a:pt x="1364967" y="66354"/>
                </a:lnTo>
                <a:lnTo>
                  <a:pt x="1374726" y="73960"/>
                </a:lnTo>
                <a:lnTo>
                  <a:pt x="1384470" y="74295"/>
                </a:lnTo>
                <a:lnTo>
                  <a:pt x="1394214" y="87885"/>
                </a:lnTo>
                <a:lnTo>
                  <a:pt x="1403973" y="99394"/>
                </a:lnTo>
                <a:lnTo>
                  <a:pt x="1413717" y="133848"/>
                </a:lnTo>
                <a:lnTo>
                  <a:pt x="1423476" y="149547"/>
                </a:lnTo>
                <a:lnTo>
                  <a:pt x="1433220" y="152201"/>
                </a:lnTo>
                <a:lnTo>
                  <a:pt x="1442964" y="174317"/>
                </a:lnTo>
                <a:lnTo>
                  <a:pt x="1452722" y="198608"/>
                </a:lnTo>
                <a:lnTo>
                  <a:pt x="1462466" y="217753"/>
                </a:lnTo>
                <a:lnTo>
                  <a:pt x="1472225" y="238515"/>
                </a:lnTo>
                <a:lnTo>
                  <a:pt x="1481969" y="228005"/>
                </a:lnTo>
                <a:lnTo>
                  <a:pt x="1491713" y="194126"/>
                </a:lnTo>
                <a:lnTo>
                  <a:pt x="1501472" y="199584"/>
                </a:lnTo>
                <a:lnTo>
                  <a:pt x="1511216" y="257724"/>
                </a:lnTo>
                <a:lnTo>
                  <a:pt x="1520960" y="296470"/>
                </a:lnTo>
                <a:lnTo>
                  <a:pt x="1530719" y="262602"/>
                </a:lnTo>
                <a:lnTo>
                  <a:pt x="1540463" y="255543"/>
                </a:lnTo>
                <a:lnTo>
                  <a:pt x="1550221" y="245061"/>
                </a:lnTo>
                <a:lnTo>
                  <a:pt x="1559965" y="247539"/>
                </a:lnTo>
                <a:lnTo>
                  <a:pt x="1569709" y="230533"/>
                </a:lnTo>
                <a:lnTo>
                  <a:pt x="1579468" y="221387"/>
                </a:lnTo>
                <a:lnTo>
                  <a:pt x="1589212" y="194390"/>
                </a:lnTo>
                <a:lnTo>
                  <a:pt x="1598971" y="210155"/>
                </a:lnTo>
                <a:lnTo>
                  <a:pt x="1608715" y="227339"/>
                </a:lnTo>
                <a:lnTo>
                  <a:pt x="1618459" y="230310"/>
                </a:lnTo>
                <a:lnTo>
                  <a:pt x="1628218" y="211051"/>
                </a:lnTo>
                <a:lnTo>
                  <a:pt x="1637962" y="253458"/>
                </a:lnTo>
                <a:lnTo>
                  <a:pt x="1647720" y="248592"/>
                </a:lnTo>
                <a:lnTo>
                  <a:pt x="1657464" y="257956"/>
                </a:lnTo>
                <a:lnTo>
                  <a:pt x="1667208" y="244470"/>
                </a:lnTo>
                <a:lnTo>
                  <a:pt x="1676967" y="224574"/>
                </a:lnTo>
                <a:lnTo>
                  <a:pt x="1686711" y="233991"/>
                </a:lnTo>
                <a:lnTo>
                  <a:pt x="1696470" y="238111"/>
                </a:lnTo>
                <a:lnTo>
                  <a:pt x="1706214" y="258447"/>
                </a:lnTo>
                <a:lnTo>
                  <a:pt x="1715958" y="288325"/>
                </a:lnTo>
                <a:lnTo>
                  <a:pt x="1725716" y="260060"/>
                </a:lnTo>
                <a:lnTo>
                  <a:pt x="1735460" y="248931"/>
                </a:lnTo>
                <a:lnTo>
                  <a:pt x="1745219" y="206911"/>
                </a:lnTo>
                <a:lnTo>
                  <a:pt x="1754963" y="224417"/>
                </a:lnTo>
                <a:lnTo>
                  <a:pt x="1764707" y="259405"/>
                </a:lnTo>
                <a:lnTo>
                  <a:pt x="1774466" y="248469"/>
                </a:lnTo>
                <a:lnTo>
                  <a:pt x="1784210" y="234868"/>
                </a:lnTo>
                <a:lnTo>
                  <a:pt x="1793969" y="228746"/>
                </a:lnTo>
                <a:lnTo>
                  <a:pt x="1803713" y="216432"/>
                </a:lnTo>
                <a:lnTo>
                  <a:pt x="1813457" y="186923"/>
                </a:lnTo>
                <a:lnTo>
                  <a:pt x="1823215" y="179926"/>
                </a:lnTo>
                <a:lnTo>
                  <a:pt x="1832959" y="167053"/>
                </a:lnTo>
                <a:lnTo>
                  <a:pt x="1842703" y="189309"/>
                </a:lnTo>
                <a:lnTo>
                  <a:pt x="1852462" y="212851"/>
                </a:lnTo>
                <a:lnTo>
                  <a:pt x="1862206" y="204667"/>
                </a:lnTo>
                <a:lnTo>
                  <a:pt x="1871965" y="201691"/>
                </a:lnTo>
                <a:lnTo>
                  <a:pt x="1881709" y="255528"/>
                </a:lnTo>
                <a:lnTo>
                  <a:pt x="1891453" y="249185"/>
                </a:lnTo>
                <a:lnTo>
                  <a:pt x="1901212" y="238722"/>
                </a:lnTo>
                <a:lnTo>
                  <a:pt x="1910956" y="212160"/>
                </a:lnTo>
                <a:lnTo>
                  <a:pt x="1920714" y="185150"/>
                </a:lnTo>
                <a:lnTo>
                  <a:pt x="1930458" y="243002"/>
                </a:lnTo>
                <a:lnTo>
                  <a:pt x="1940202" y="241064"/>
                </a:lnTo>
                <a:lnTo>
                  <a:pt x="1949961" y="254564"/>
                </a:lnTo>
                <a:lnTo>
                  <a:pt x="1959705" y="259625"/>
                </a:lnTo>
                <a:lnTo>
                  <a:pt x="1969464" y="273825"/>
                </a:lnTo>
                <a:lnTo>
                  <a:pt x="1979208" y="237576"/>
                </a:lnTo>
                <a:lnTo>
                  <a:pt x="1988952" y="252672"/>
                </a:lnTo>
                <a:lnTo>
                  <a:pt x="1998711" y="257913"/>
                </a:lnTo>
                <a:lnTo>
                  <a:pt x="2008454" y="234346"/>
                </a:lnTo>
                <a:lnTo>
                  <a:pt x="2018213" y="249095"/>
                </a:lnTo>
                <a:lnTo>
                  <a:pt x="2027957" y="221697"/>
                </a:lnTo>
                <a:lnTo>
                  <a:pt x="2037701" y="250327"/>
                </a:lnTo>
                <a:lnTo>
                  <a:pt x="2047460" y="243972"/>
                </a:lnTo>
                <a:lnTo>
                  <a:pt x="2057204" y="271878"/>
                </a:lnTo>
                <a:lnTo>
                  <a:pt x="2066963" y="292918"/>
                </a:lnTo>
                <a:lnTo>
                  <a:pt x="2076707" y="261803"/>
                </a:lnTo>
                <a:lnTo>
                  <a:pt x="2086451" y="280640"/>
                </a:lnTo>
                <a:lnTo>
                  <a:pt x="2096210" y="291294"/>
                </a:lnTo>
                <a:lnTo>
                  <a:pt x="2105954" y="285369"/>
                </a:lnTo>
                <a:lnTo>
                  <a:pt x="2115697" y="277771"/>
                </a:lnTo>
                <a:lnTo>
                  <a:pt x="2125456" y="271239"/>
                </a:lnTo>
                <a:lnTo>
                  <a:pt x="2135200" y="283513"/>
                </a:lnTo>
                <a:lnTo>
                  <a:pt x="2144959" y="273709"/>
                </a:lnTo>
                <a:lnTo>
                  <a:pt x="2154703" y="268678"/>
                </a:lnTo>
                <a:lnTo>
                  <a:pt x="2164447" y="258931"/>
                </a:lnTo>
                <a:lnTo>
                  <a:pt x="2174206" y="264552"/>
                </a:lnTo>
                <a:lnTo>
                  <a:pt x="2183950" y="295643"/>
                </a:lnTo>
                <a:lnTo>
                  <a:pt x="2193709" y="282397"/>
                </a:lnTo>
                <a:lnTo>
                  <a:pt x="2203452" y="258909"/>
                </a:lnTo>
                <a:lnTo>
                  <a:pt x="2213196" y="265942"/>
                </a:lnTo>
                <a:lnTo>
                  <a:pt x="2222955" y="250719"/>
                </a:lnTo>
                <a:lnTo>
                  <a:pt x="2232699" y="244558"/>
                </a:lnTo>
                <a:lnTo>
                  <a:pt x="2242458" y="256093"/>
                </a:lnTo>
                <a:lnTo>
                  <a:pt x="2252202" y="250932"/>
                </a:lnTo>
                <a:lnTo>
                  <a:pt x="2261946" y="212637"/>
                </a:lnTo>
                <a:lnTo>
                  <a:pt x="2271705" y="182964"/>
                </a:lnTo>
                <a:lnTo>
                  <a:pt x="2281449" y="210295"/>
                </a:lnTo>
                <a:lnTo>
                  <a:pt x="2291208" y="224428"/>
                </a:lnTo>
                <a:lnTo>
                  <a:pt x="2300951" y="232847"/>
                </a:lnTo>
                <a:lnTo>
                  <a:pt x="2310695" y="203781"/>
                </a:lnTo>
                <a:lnTo>
                  <a:pt x="2320454" y="198919"/>
                </a:lnTo>
                <a:lnTo>
                  <a:pt x="2330198" y="190534"/>
                </a:lnTo>
                <a:lnTo>
                  <a:pt x="2339957" y="206883"/>
                </a:lnTo>
                <a:lnTo>
                  <a:pt x="2349701" y="159848"/>
                </a:lnTo>
                <a:lnTo>
                  <a:pt x="2359445" y="142547"/>
                </a:lnTo>
                <a:lnTo>
                  <a:pt x="2369204" y="172493"/>
                </a:lnTo>
                <a:lnTo>
                  <a:pt x="2378948" y="160520"/>
                </a:lnTo>
                <a:lnTo>
                  <a:pt x="2388692" y="164906"/>
                </a:lnTo>
                <a:lnTo>
                  <a:pt x="2398450" y="152563"/>
                </a:lnTo>
                <a:lnTo>
                  <a:pt x="2408194" y="117034"/>
                </a:lnTo>
                <a:lnTo>
                  <a:pt x="2417953" y="91754"/>
                </a:lnTo>
                <a:lnTo>
                  <a:pt x="2427697" y="83768"/>
                </a:lnTo>
                <a:lnTo>
                  <a:pt x="2437441" y="81862"/>
                </a:lnTo>
                <a:lnTo>
                  <a:pt x="2447200" y="104107"/>
                </a:lnTo>
                <a:lnTo>
                  <a:pt x="2456944" y="106298"/>
                </a:lnTo>
                <a:lnTo>
                  <a:pt x="2466703" y="97837"/>
                </a:lnTo>
                <a:lnTo>
                  <a:pt x="2476446" y="121436"/>
                </a:lnTo>
                <a:lnTo>
                  <a:pt x="2486190" y="94403"/>
                </a:lnTo>
                <a:lnTo>
                  <a:pt x="2495949" y="106218"/>
                </a:lnTo>
                <a:lnTo>
                  <a:pt x="2505693" y="135797"/>
                </a:lnTo>
                <a:lnTo>
                  <a:pt x="2515452" y="117839"/>
                </a:lnTo>
                <a:lnTo>
                  <a:pt x="2525196" y="109783"/>
                </a:lnTo>
                <a:lnTo>
                  <a:pt x="2534940" y="101647"/>
                </a:lnTo>
                <a:lnTo>
                  <a:pt x="2544699" y="109519"/>
                </a:lnTo>
                <a:lnTo>
                  <a:pt x="2554443" y="102484"/>
                </a:lnTo>
                <a:lnTo>
                  <a:pt x="2564202" y="72838"/>
                </a:lnTo>
                <a:lnTo>
                  <a:pt x="2573946" y="74300"/>
                </a:lnTo>
                <a:lnTo>
                  <a:pt x="2583690" y="93846"/>
                </a:lnTo>
                <a:lnTo>
                  <a:pt x="2593448" y="83625"/>
                </a:lnTo>
                <a:lnTo>
                  <a:pt x="2603192" y="76064"/>
                </a:lnTo>
                <a:lnTo>
                  <a:pt x="2612951" y="84328"/>
                </a:lnTo>
                <a:lnTo>
                  <a:pt x="2622695" y="75571"/>
                </a:lnTo>
                <a:lnTo>
                  <a:pt x="2632439" y="77211"/>
                </a:lnTo>
                <a:lnTo>
                  <a:pt x="2642198" y="57018"/>
                </a:lnTo>
                <a:lnTo>
                  <a:pt x="2651942" y="76387"/>
                </a:lnTo>
                <a:lnTo>
                  <a:pt x="2661685" y="68687"/>
                </a:lnTo>
                <a:lnTo>
                  <a:pt x="2671444" y="51410"/>
                </a:lnTo>
                <a:lnTo>
                  <a:pt x="2681188" y="52695"/>
                </a:lnTo>
                <a:lnTo>
                  <a:pt x="2690947" y="54571"/>
                </a:lnTo>
                <a:lnTo>
                  <a:pt x="2700691" y="43477"/>
                </a:lnTo>
                <a:lnTo>
                  <a:pt x="2710435" y="69006"/>
                </a:lnTo>
                <a:lnTo>
                  <a:pt x="2720194" y="82916"/>
                </a:lnTo>
                <a:lnTo>
                  <a:pt x="2729938" y="71172"/>
                </a:lnTo>
                <a:lnTo>
                  <a:pt x="2739697" y="108989"/>
                </a:lnTo>
                <a:lnTo>
                  <a:pt x="2749441" y="91179"/>
                </a:lnTo>
                <a:lnTo>
                  <a:pt x="2759185" y="97439"/>
                </a:lnTo>
                <a:lnTo>
                  <a:pt x="2768943" y="92311"/>
                </a:lnTo>
                <a:lnTo>
                  <a:pt x="2778687" y="58368"/>
                </a:lnTo>
                <a:lnTo>
                  <a:pt x="2788446" y="64758"/>
                </a:lnTo>
                <a:lnTo>
                  <a:pt x="2798190" y="60305"/>
                </a:lnTo>
                <a:lnTo>
                  <a:pt x="2807934" y="67244"/>
                </a:lnTo>
                <a:lnTo>
                  <a:pt x="2817693" y="44838"/>
                </a:lnTo>
                <a:lnTo>
                  <a:pt x="2827437" y="45877"/>
                </a:lnTo>
                <a:lnTo>
                  <a:pt x="2837196" y="57409"/>
                </a:lnTo>
                <a:lnTo>
                  <a:pt x="2846940" y="58584"/>
                </a:lnTo>
                <a:lnTo>
                  <a:pt x="2856684" y="73391"/>
                </a:lnTo>
                <a:lnTo>
                  <a:pt x="2866442" y="131232"/>
                </a:lnTo>
                <a:lnTo>
                  <a:pt x="2876186" y="127242"/>
                </a:lnTo>
                <a:lnTo>
                  <a:pt x="2885945" y="157825"/>
                </a:lnTo>
                <a:lnTo>
                  <a:pt x="2895689" y="174126"/>
                </a:lnTo>
                <a:lnTo>
                  <a:pt x="2905433" y="163983"/>
                </a:lnTo>
                <a:lnTo>
                  <a:pt x="2915192" y="160870"/>
                </a:lnTo>
              </a:path>
            </a:pathLst>
          </a:custGeom>
          <a:noFill/>
          <a:ln w="17859" cap="rnd">
            <a:solidFill>
              <a:srgbClr val="FF00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37689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8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8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8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2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1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2000"/>
                                        <p:tgtEl>
                                          <p:spTgt spid="1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1" grpId="0" animBg="1"/>
      <p:bldP spid="293" grpId="0"/>
      <p:bldP spid="4" grpId="0" animBg="1"/>
      <p:bldP spid="891" grpId="0" animBg="1"/>
      <p:bldP spid="125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342900" indent="-342900"/>
            <a:r>
              <a:rPr lang="en-US" altLang="en-DE" dirty="0"/>
              <a:t>Basic Concepts</a:t>
            </a:r>
          </a:p>
          <a:p>
            <a:pPr marL="342900" indent="-342900"/>
            <a:r>
              <a:rPr lang="en-US" altLang="en-DE" b="1" dirty="0"/>
              <a:t>Gaussian Processes for Regression</a:t>
            </a:r>
          </a:p>
          <a:p>
            <a:pPr marL="342900" indent="-342900"/>
            <a:r>
              <a:rPr lang="en-US" altLang="en-DE" dirty="0"/>
              <a:t>Weight-Space View of Gaussian Processes Regression</a:t>
            </a:r>
          </a:p>
          <a:p>
            <a:pPr marL="342900" indent="-342900"/>
            <a:r>
              <a:rPr lang="en-US" altLang="en-DE" dirty="0"/>
              <a:t>Gaussian Processes for Classification</a:t>
            </a:r>
          </a:p>
          <a:p>
            <a:pPr marL="0" indent="0">
              <a:buNone/>
            </a:pPr>
            <a:endParaRPr lang="en-US" altLang="en-DE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37232534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3A099-B00E-686D-84E4-B7031E679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Process Regression as Factor Graph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CBACF6B-BCEB-75FA-5118-F36016073546}"/>
              </a:ext>
            </a:extLst>
          </p:cNvPr>
          <p:cNvCxnSpPr>
            <a:cxnSpLocks/>
            <a:stCxn id="22" idx="6"/>
            <a:endCxn id="6" idx="1"/>
          </p:cNvCxnSpPr>
          <p:nvPr/>
        </p:nvCxnSpPr>
        <p:spPr bwMode="gray">
          <a:xfrm>
            <a:off x="1443717" y="3868782"/>
            <a:ext cx="745880" cy="81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715F5E2B-4DF8-5AA4-2D56-30CB2883BFD7}"/>
                  </a:ext>
                </a:extLst>
              </p:cNvPr>
              <p:cNvSpPr/>
              <p:nvPr/>
            </p:nvSpPr>
            <p:spPr bwMode="gray">
              <a:xfrm>
                <a:off x="2144596" y="4080471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715F5E2B-4DF8-5AA4-2D56-30CB2883BF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44596" y="4080471"/>
                <a:ext cx="216000" cy="216000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9A7526FD-015D-1202-A044-53734D3C703A}"/>
              </a:ext>
            </a:extLst>
          </p:cNvPr>
          <p:cNvSpPr/>
          <p:nvPr/>
        </p:nvSpPr>
        <p:spPr bwMode="gray">
          <a:xfrm>
            <a:off x="2189597" y="3806598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AAFC87A-3F79-716C-2888-C759E6906F54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 bwMode="gray">
          <a:xfrm flipH="1">
            <a:off x="2252596" y="3932597"/>
            <a:ext cx="1" cy="147874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07F2A4B-0521-9C77-D536-85D69E846C19}"/>
              </a:ext>
            </a:extLst>
          </p:cNvPr>
          <p:cNvCxnSpPr>
            <a:cxnSpLocks/>
            <a:stCxn id="14" idx="0"/>
            <a:endCxn id="5" idx="4"/>
          </p:cNvCxnSpPr>
          <p:nvPr/>
        </p:nvCxnSpPr>
        <p:spPr bwMode="gray">
          <a:xfrm flipH="1" flipV="1">
            <a:off x="2252596" y="4296471"/>
            <a:ext cx="1" cy="150978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C04C82-93D2-D013-6B12-CEADA84305A7}"/>
                  </a:ext>
                </a:extLst>
              </p:cNvPr>
              <p:cNvSpPr txBox="1"/>
              <p:nvPr/>
            </p:nvSpPr>
            <p:spPr bwMode="gray">
              <a:xfrm>
                <a:off x="2291088" y="3705004"/>
                <a:ext cx="937746" cy="276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8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𝝓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C04C82-93D2-D013-6B12-CEADA84305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91088" y="3705004"/>
                <a:ext cx="937746" cy="27655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C7BA25CD-2677-C57B-2C04-262942C400F7}"/>
              </a:ext>
            </a:extLst>
          </p:cNvPr>
          <p:cNvSpPr/>
          <p:nvPr/>
        </p:nvSpPr>
        <p:spPr bwMode="gray">
          <a:xfrm>
            <a:off x="2189597" y="4447449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D95A863-7E45-D627-982A-D5DBB547BAAB}"/>
                  </a:ext>
                </a:extLst>
              </p:cNvPr>
              <p:cNvSpPr txBox="1"/>
              <p:nvPr/>
            </p:nvSpPr>
            <p:spPr bwMode="gray">
              <a:xfrm>
                <a:off x="2257688" y="4406642"/>
                <a:ext cx="812485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D95A863-7E45-D627-982A-D5DBB547BA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57688" y="4406642"/>
                <a:ext cx="812485" cy="215444"/>
              </a:xfrm>
              <a:prstGeom prst="rect">
                <a:avLst/>
              </a:prstGeom>
              <a:blipFill>
                <a:blip r:embed="rId4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7F28E4E0-3386-52CA-0D5B-164EDA0BB95B}"/>
                  </a:ext>
                </a:extLst>
              </p:cNvPr>
              <p:cNvSpPr/>
              <p:nvPr/>
            </p:nvSpPr>
            <p:spPr bwMode="gray">
              <a:xfrm>
                <a:off x="2144596" y="4838714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7F28E4E0-3386-52CA-0D5B-164EDA0BB9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44596" y="4838714"/>
                <a:ext cx="216000" cy="216000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3C0A8BE-313D-C8A4-ADED-D2EB5DA5CF66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 bwMode="gray">
          <a:xfrm flipH="1">
            <a:off x="2252596" y="4573448"/>
            <a:ext cx="1" cy="26526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7A7B86D-F214-D693-B83B-CEDC66BAE58C}"/>
                  </a:ext>
                </a:extLst>
              </p:cNvPr>
              <p:cNvSpPr/>
              <p:nvPr/>
            </p:nvSpPr>
            <p:spPr bwMode="gray">
              <a:xfrm>
                <a:off x="1227717" y="3760782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𝑾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7A7B86D-F214-D693-B83B-CEDC66BAE58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227717" y="3760782"/>
                <a:ext cx="216000" cy="216000"/>
              </a:xfrm>
              <a:prstGeom prst="ellipse">
                <a:avLst/>
              </a:prstGeom>
              <a:blipFill>
                <a:blip r:embed="rId6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ectangle 26">
            <a:extLst>
              <a:ext uri="{FF2B5EF4-FFF2-40B4-BE49-F238E27FC236}">
                <a16:creationId xmlns:a16="http://schemas.microsoft.com/office/drawing/2014/main" id="{29DBA57D-AFCB-8705-8441-9192897A0E30}"/>
              </a:ext>
            </a:extLst>
          </p:cNvPr>
          <p:cNvSpPr/>
          <p:nvPr/>
        </p:nvSpPr>
        <p:spPr bwMode="gray">
          <a:xfrm>
            <a:off x="1272717" y="3488555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277EDD8-E3D9-CDDB-9AF9-21F42C651A7C}"/>
              </a:ext>
            </a:extLst>
          </p:cNvPr>
          <p:cNvCxnSpPr>
            <a:cxnSpLocks/>
            <a:stCxn id="27" idx="2"/>
            <a:endCxn id="22" idx="0"/>
          </p:cNvCxnSpPr>
          <p:nvPr/>
        </p:nvCxnSpPr>
        <p:spPr bwMode="gray">
          <a:xfrm>
            <a:off x="1335717" y="3614554"/>
            <a:ext cx="0" cy="146228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A81845C-F76F-895E-4EC9-58332A8A3CEF}"/>
                  </a:ext>
                </a:extLst>
              </p:cNvPr>
              <p:cNvSpPr txBox="1"/>
              <p:nvPr/>
            </p:nvSpPr>
            <p:spPr bwMode="gray">
              <a:xfrm>
                <a:off x="564611" y="3447887"/>
                <a:ext cx="812485" cy="2168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𝝁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𝜮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A81845C-F76F-895E-4EC9-58332A8A3C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4611" y="3447887"/>
                <a:ext cx="812485" cy="2168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047F98B-B8B0-A40A-9133-CDAA6E506BD2}"/>
              </a:ext>
            </a:extLst>
          </p:cNvPr>
          <p:cNvCxnSpPr>
            <a:cxnSpLocks/>
            <a:stCxn id="22" idx="4"/>
            <a:endCxn id="44" idx="0"/>
          </p:cNvCxnSpPr>
          <p:nvPr/>
        </p:nvCxnSpPr>
        <p:spPr bwMode="gray">
          <a:xfrm>
            <a:off x="1335717" y="3976782"/>
            <a:ext cx="4501" cy="211202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28EC82E6-41B4-3A8E-5015-988336A3831C}"/>
                  </a:ext>
                </a:extLst>
              </p:cNvPr>
              <p:cNvSpPr/>
              <p:nvPr/>
            </p:nvSpPr>
            <p:spPr bwMode="gray">
              <a:xfrm>
                <a:off x="1232217" y="447865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28EC82E6-41B4-3A8E-5015-988336A383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232217" y="4478650"/>
                <a:ext cx="216000" cy="216000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ectangle 43">
            <a:extLst>
              <a:ext uri="{FF2B5EF4-FFF2-40B4-BE49-F238E27FC236}">
                <a16:creationId xmlns:a16="http://schemas.microsoft.com/office/drawing/2014/main" id="{0D15C8BF-01E0-1428-16AB-0B5E34A2DE29}"/>
              </a:ext>
            </a:extLst>
          </p:cNvPr>
          <p:cNvSpPr/>
          <p:nvPr/>
        </p:nvSpPr>
        <p:spPr bwMode="gray">
          <a:xfrm>
            <a:off x="1277218" y="418798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A038E0C-F8CA-7A09-91C4-B50F544AD516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 bwMode="gray">
          <a:xfrm flipH="1">
            <a:off x="1340217" y="4313983"/>
            <a:ext cx="1" cy="164667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B34F0A4-B964-346B-18ED-EDFE9851D67A}"/>
              </a:ext>
            </a:extLst>
          </p:cNvPr>
          <p:cNvCxnSpPr>
            <a:cxnSpLocks/>
            <a:stCxn id="54" idx="0"/>
            <a:endCxn id="43" idx="4"/>
          </p:cNvCxnSpPr>
          <p:nvPr/>
        </p:nvCxnSpPr>
        <p:spPr bwMode="gray">
          <a:xfrm flipV="1">
            <a:off x="1338915" y="4694650"/>
            <a:ext cx="1302" cy="19025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6CDF527-DDBC-4C74-929F-6E9E3CAF73A8}"/>
                  </a:ext>
                </a:extLst>
              </p:cNvPr>
              <p:cNvSpPr txBox="1"/>
              <p:nvPr/>
            </p:nvSpPr>
            <p:spPr bwMode="gray">
              <a:xfrm>
                <a:off x="274334" y="4147958"/>
                <a:ext cx="1097681" cy="276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8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𝝓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6CDF527-DDBC-4C74-929F-6E9E3CAF73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4334" y="4147958"/>
                <a:ext cx="1097681" cy="27655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Rectangle 53">
            <a:extLst>
              <a:ext uri="{FF2B5EF4-FFF2-40B4-BE49-F238E27FC236}">
                <a16:creationId xmlns:a16="http://schemas.microsoft.com/office/drawing/2014/main" id="{F47C3A2C-893A-E206-CD36-B872FEA931AA}"/>
              </a:ext>
            </a:extLst>
          </p:cNvPr>
          <p:cNvSpPr/>
          <p:nvPr/>
        </p:nvSpPr>
        <p:spPr bwMode="gray">
          <a:xfrm>
            <a:off x="1275915" y="4884905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85902A7B-469B-6959-1899-0BC87F173A05}"/>
                  </a:ext>
                </a:extLst>
              </p:cNvPr>
              <p:cNvSpPr txBox="1"/>
              <p:nvPr/>
            </p:nvSpPr>
            <p:spPr bwMode="gray">
              <a:xfrm>
                <a:off x="540357" y="4839270"/>
                <a:ext cx="812485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85902A7B-469B-6959-1899-0BC87F173A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40357" y="4839270"/>
                <a:ext cx="812485" cy="215444"/>
              </a:xfrm>
              <a:prstGeom prst="rect">
                <a:avLst/>
              </a:prstGeom>
              <a:blipFill>
                <a:blip r:embed="rId10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79FB94F7-C399-728B-CF0A-2C98722353D8}"/>
                  </a:ext>
                </a:extLst>
              </p:cNvPr>
              <p:cNvSpPr/>
              <p:nvPr/>
            </p:nvSpPr>
            <p:spPr bwMode="gray">
              <a:xfrm>
                <a:off x="1304201" y="1455615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𝑾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79FB94F7-C399-728B-CF0A-2C98722353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304201" y="1455615"/>
                <a:ext cx="216000" cy="216000"/>
              </a:xfrm>
              <a:prstGeom prst="ellipse">
                <a:avLst/>
              </a:prstGeom>
              <a:blipFill>
                <a:blip r:embed="rId11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5CB0FCA3-9472-354D-4AF3-03C679B850B8}"/>
                  </a:ext>
                </a:extLst>
              </p:cNvPr>
              <p:cNvSpPr/>
              <p:nvPr/>
            </p:nvSpPr>
            <p:spPr bwMode="gray">
              <a:xfrm>
                <a:off x="1304201" y="2103687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5CB0FCA3-9472-354D-4AF3-03C679B850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304201" y="2103687"/>
                <a:ext cx="216000" cy="216000"/>
              </a:xfrm>
              <a:prstGeom prst="ellipse">
                <a:avLst/>
              </a:prstGeom>
              <a:blipFill>
                <a:blip r:embed="rId1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C35414F0-30B3-7648-5376-7643ACDCC102}"/>
                  </a:ext>
                </a:extLst>
              </p:cNvPr>
              <p:cNvSpPr/>
              <p:nvPr/>
            </p:nvSpPr>
            <p:spPr bwMode="gray">
              <a:xfrm>
                <a:off x="872177" y="2103687"/>
                <a:ext cx="216000" cy="216000"/>
              </a:xfrm>
              <a:prstGeom prst="ellipse">
                <a:avLst/>
              </a:prstGeom>
              <a:solidFill>
                <a:schemeClr val="accent6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C35414F0-30B3-7648-5376-7643ACDCC1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72177" y="2103687"/>
                <a:ext cx="216000" cy="216000"/>
              </a:xfrm>
              <a:prstGeom prst="ellipse">
                <a:avLst/>
              </a:prstGeom>
              <a:blipFill>
                <a:blip r:embed="rId13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AFDDFDE4-075A-DBFD-E8BA-A491D9DF8CFA}"/>
                  </a:ext>
                </a:extLst>
              </p:cNvPr>
              <p:cNvSpPr/>
              <p:nvPr/>
            </p:nvSpPr>
            <p:spPr bwMode="gray">
              <a:xfrm>
                <a:off x="1304225" y="2607743"/>
                <a:ext cx="216000" cy="216000"/>
              </a:xfrm>
              <a:prstGeom prst="ellipse">
                <a:avLst/>
              </a:prstGeom>
              <a:solidFill>
                <a:schemeClr val="accent6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AFDDFDE4-075A-DBFD-E8BA-A491D9DF8C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304225" y="2607743"/>
                <a:ext cx="216000" cy="216000"/>
              </a:xfrm>
              <a:prstGeom prst="ellipse">
                <a:avLst/>
              </a:prstGeom>
              <a:blipFill>
                <a:blip r:embed="rId1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74C96307-34E0-D010-0F71-CAF89D2DB2E4}"/>
              </a:ext>
            </a:extLst>
          </p:cNvPr>
          <p:cNvCxnSpPr>
            <a:cxnSpLocks/>
            <a:stCxn id="60" idx="4"/>
            <a:endCxn id="61" idx="0"/>
          </p:cNvCxnSpPr>
          <p:nvPr/>
        </p:nvCxnSpPr>
        <p:spPr bwMode="gray">
          <a:xfrm>
            <a:off x="1412201" y="1671615"/>
            <a:ext cx="0" cy="4320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C7104A3-090B-F74E-212D-ECF95617BCFD}"/>
              </a:ext>
            </a:extLst>
          </p:cNvPr>
          <p:cNvCxnSpPr>
            <a:cxnSpLocks/>
            <a:stCxn id="62" idx="6"/>
            <a:endCxn id="61" idx="2"/>
          </p:cNvCxnSpPr>
          <p:nvPr/>
        </p:nvCxnSpPr>
        <p:spPr bwMode="gray">
          <a:xfrm>
            <a:off x="1088177" y="2211687"/>
            <a:ext cx="2160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96B6F79-A31A-17A8-A3BE-7E2A4DFB3FCB}"/>
              </a:ext>
            </a:extLst>
          </p:cNvPr>
          <p:cNvCxnSpPr>
            <a:cxnSpLocks/>
            <a:stCxn id="61" idx="4"/>
            <a:endCxn id="63" idx="0"/>
          </p:cNvCxnSpPr>
          <p:nvPr/>
        </p:nvCxnSpPr>
        <p:spPr bwMode="gray">
          <a:xfrm>
            <a:off x="1412201" y="2319687"/>
            <a:ext cx="24" cy="2880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585A0C6E-2A8C-FEB6-BD4B-5F62E8691318}"/>
                  </a:ext>
                </a:extLst>
              </p:cNvPr>
              <p:cNvSpPr/>
              <p:nvPr/>
            </p:nvSpPr>
            <p:spPr bwMode="gray">
              <a:xfrm>
                <a:off x="2240305" y="2103687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585A0C6E-2A8C-FEB6-BD4B-5F62E86913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40305" y="2103687"/>
                <a:ext cx="216000" cy="216000"/>
              </a:xfrm>
              <a:prstGeom prst="ellipse">
                <a:avLst/>
              </a:prstGeom>
              <a:blipFill>
                <a:blip r:embed="rId1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19030279-DC00-A1C2-F514-5ADFD9E80709}"/>
                  </a:ext>
                </a:extLst>
              </p:cNvPr>
              <p:cNvSpPr/>
              <p:nvPr/>
            </p:nvSpPr>
            <p:spPr bwMode="gray">
              <a:xfrm>
                <a:off x="1808281" y="2103687"/>
                <a:ext cx="216000" cy="216000"/>
              </a:xfrm>
              <a:prstGeom prst="ellipse">
                <a:avLst/>
              </a:prstGeom>
              <a:solidFill>
                <a:schemeClr val="accent6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19030279-DC00-A1C2-F514-5ADFD9E807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08281" y="2103687"/>
                <a:ext cx="216000" cy="216000"/>
              </a:xfrm>
              <a:prstGeom prst="ellipse">
                <a:avLst/>
              </a:prstGeom>
              <a:blipFill>
                <a:blip r:embed="rId1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7B243B17-A2D3-3C92-88E3-3B06442D20AE}"/>
                  </a:ext>
                </a:extLst>
              </p:cNvPr>
              <p:cNvSpPr/>
              <p:nvPr/>
            </p:nvSpPr>
            <p:spPr bwMode="gray">
              <a:xfrm>
                <a:off x="2240329" y="2607743"/>
                <a:ext cx="216000" cy="216000"/>
              </a:xfrm>
              <a:prstGeom prst="ellipse">
                <a:avLst/>
              </a:prstGeom>
              <a:noFill/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7B243B17-A2D3-3C92-88E3-3B06442D20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40329" y="2607743"/>
                <a:ext cx="216000" cy="216000"/>
              </a:xfrm>
              <a:prstGeom prst="ellipse">
                <a:avLst/>
              </a:prstGeom>
              <a:blipFill>
                <a:blip r:embed="rId1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677D3717-F1CF-526D-5E3A-7E9069C95F81}"/>
              </a:ext>
            </a:extLst>
          </p:cNvPr>
          <p:cNvCxnSpPr>
            <a:cxnSpLocks/>
            <a:stCxn id="75" idx="6"/>
            <a:endCxn id="74" idx="2"/>
          </p:cNvCxnSpPr>
          <p:nvPr/>
        </p:nvCxnSpPr>
        <p:spPr bwMode="gray">
          <a:xfrm>
            <a:off x="2024281" y="2211687"/>
            <a:ext cx="2160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E3C65632-C250-6833-7FBA-A1E9127B6F83}"/>
              </a:ext>
            </a:extLst>
          </p:cNvPr>
          <p:cNvCxnSpPr>
            <a:cxnSpLocks/>
            <a:stCxn id="74" idx="4"/>
            <a:endCxn id="76" idx="0"/>
          </p:cNvCxnSpPr>
          <p:nvPr/>
        </p:nvCxnSpPr>
        <p:spPr bwMode="gray">
          <a:xfrm>
            <a:off x="2348305" y="2319687"/>
            <a:ext cx="24" cy="2880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Rounded Rectangle 79">
                <a:extLst>
                  <a:ext uri="{FF2B5EF4-FFF2-40B4-BE49-F238E27FC236}">
                    <a16:creationId xmlns:a16="http://schemas.microsoft.com/office/drawing/2014/main" id="{691ECEAE-25D0-EFD6-A7B5-65A5A412853F}"/>
                  </a:ext>
                </a:extLst>
              </p:cNvPr>
              <p:cNvSpPr/>
              <p:nvPr/>
            </p:nvSpPr>
            <p:spPr bwMode="gray">
              <a:xfrm>
                <a:off x="772994" y="1932024"/>
                <a:ext cx="828105" cy="1159978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0" name="Rounded Rectangle 79">
                <a:extLst>
                  <a:ext uri="{FF2B5EF4-FFF2-40B4-BE49-F238E27FC236}">
                    <a16:creationId xmlns:a16="http://schemas.microsoft.com/office/drawing/2014/main" id="{691ECEAE-25D0-EFD6-A7B5-65A5A41285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2994" y="1932024"/>
                <a:ext cx="828105" cy="1159978"/>
              </a:xfrm>
              <a:prstGeom prst="roundRect">
                <a:avLst/>
              </a:prstGeom>
              <a:blipFill>
                <a:blip r:embed="rId18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5" name="Elbow Connector 84">
            <a:extLst>
              <a:ext uri="{FF2B5EF4-FFF2-40B4-BE49-F238E27FC236}">
                <a16:creationId xmlns:a16="http://schemas.microsoft.com/office/drawing/2014/main" id="{B03D94A8-209A-90BD-2BE9-1DB7403DDD2B}"/>
              </a:ext>
            </a:extLst>
          </p:cNvPr>
          <p:cNvCxnSpPr>
            <a:cxnSpLocks/>
            <a:stCxn id="60" idx="6"/>
            <a:endCxn id="74" idx="0"/>
          </p:cNvCxnSpPr>
          <p:nvPr/>
        </p:nvCxnSpPr>
        <p:spPr bwMode="gray">
          <a:xfrm>
            <a:off x="1520201" y="1563615"/>
            <a:ext cx="828104" cy="54007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3FD3B371-8278-2BA5-4896-D1C121EE98FF}"/>
              </a:ext>
            </a:extLst>
          </p:cNvPr>
          <p:cNvSpPr txBox="1"/>
          <p:nvPr/>
        </p:nvSpPr>
        <p:spPr bwMode="gray">
          <a:xfrm>
            <a:off x="769588" y="3114416"/>
            <a:ext cx="822645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Training set</a:t>
            </a:r>
            <a:endParaRPr lang="en-DE" sz="1000" dirty="0">
              <a:solidFill>
                <a:srgbClr val="C00000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08FDD5C-2C98-2511-D52B-E36FE74A84C5}"/>
              </a:ext>
            </a:extLst>
          </p:cNvPr>
          <p:cNvSpPr txBox="1"/>
          <p:nvPr/>
        </p:nvSpPr>
        <p:spPr bwMode="gray">
          <a:xfrm>
            <a:off x="1876894" y="3111799"/>
            <a:ext cx="822645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Test point</a:t>
            </a:r>
            <a:endParaRPr lang="en-DE" sz="1000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575A7EF0-1992-AEDB-9501-77C04F9EF2F2}"/>
                  </a:ext>
                </a:extLst>
              </p:cNvPr>
              <p:cNvSpPr/>
              <p:nvPr/>
            </p:nvSpPr>
            <p:spPr bwMode="gray">
              <a:xfrm>
                <a:off x="4904625" y="1455615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575A7EF0-1992-AEDB-9501-77C04F9EF2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04625" y="1455615"/>
                <a:ext cx="216000" cy="216000"/>
              </a:xfrm>
              <a:prstGeom prst="ellipse">
                <a:avLst/>
              </a:prstGeom>
              <a:blipFill>
                <a:blip r:embed="rId1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0384DB55-C0A9-11FD-2BCB-A713272259F1}"/>
                  </a:ext>
                </a:extLst>
              </p:cNvPr>
              <p:cNvSpPr/>
              <p:nvPr/>
            </p:nvSpPr>
            <p:spPr bwMode="gray">
              <a:xfrm>
                <a:off x="4904625" y="2103687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0384DB55-C0A9-11FD-2BCB-A713272259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04625" y="2103687"/>
                <a:ext cx="216000" cy="216000"/>
              </a:xfrm>
              <a:prstGeom prst="ellipse">
                <a:avLst/>
              </a:prstGeom>
              <a:blipFill>
                <a:blip r:embed="rId20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8312CB46-A6AB-89C7-06A9-0D7E6B4454BD}"/>
                  </a:ext>
                </a:extLst>
              </p:cNvPr>
              <p:cNvSpPr/>
              <p:nvPr/>
            </p:nvSpPr>
            <p:spPr bwMode="gray">
              <a:xfrm>
                <a:off x="4904649" y="2607743"/>
                <a:ext cx="216000" cy="216000"/>
              </a:xfrm>
              <a:prstGeom prst="ellipse">
                <a:avLst/>
              </a:prstGeom>
              <a:solidFill>
                <a:schemeClr val="accent6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8312CB46-A6AB-89C7-06A9-0D7E6B4454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04649" y="2607743"/>
                <a:ext cx="216000" cy="216000"/>
              </a:xfrm>
              <a:prstGeom prst="ellipse">
                <a:avLst/>
              </a:prstGeom>
              <a:blipFill>
                <a:blip r:embed="rId2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EF2D6A90-B2B1-1B5C-1966-EE15C5780EFC}"/>
              </a:ext>
            </a:extLst>
          </p:cNvPr>
          <p:cNvCxnSpPr>
            <a:cxnSpLocks/>
            <a:stCxn id="89" idx="4"/>
            <a:endCxn id="90" idx="0"/>
          </p:cNvCxnSpPr>
          <p:nvPr/>
        </p:nvCxnSpPr>
        <p:spPr bwMode="gray">
          <a:xfrm>
            <a:off x="5012625" y="1671615"/>
            <a:ext cx="0" cy="4320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F94A7C06-2F60-93D2-35AE-A3A7A6F910C3}"/>
              </a:ext>
            </a:extLst>
          </p:cNvPr>
          <p:cNvCxnSpPr>
            <a:cxnSpLocks/>
            <a:stCxn id="139" idx="6"/>
            <a:endCxn id="89" idx="2"/>
          </p:cNvCxnSpPr>
          <p:nvPr/>
        </p:nvCxnSpPr>
        <p:spPr bwMode="gray">
          <a:xfrm flipV="1">
            <a:off x="4592527" y="1563615"/>
            <a:ext cx="312098" cy="20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9ADA7F34-524E-5A83-1A98-924251568A8B}"/>
              </a:ext>
            </a:extLst>
          </p:cNvPr>
          <p:cNvCxnSpPr>
            <a:cxnSpLocks/>
            <a:stCxn id="90" idx="4"/>
            <a:endCxn id="92" idx="0"/>
          </p:cNvCxnSpPr>
          <p:nvPr/>
        </p:nvCxnSpPr>
        <p:spPr bwMode="gray">
          <a:xfrm>
            <a:off x="5012625" y="2319687"/>
            <a:ext cx="24" cy="2880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55E9128C-0872-A295-FE40-93F11E998AC5}"/>
                  </a:ext>
                </a:extLst>
              </p:cNvPr>
              <p:cNvSpPr/>
              <p:nvPr/>
            </p:nvSpPr>
            <p:spPr bwMode="gray">
              <a:xfrm>
                <a:off x="5840729" y="2103687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55E9128C-0872-A295-FE40-93F11E998A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840729" y="2103687"/>
                <a:ext cx="216000" cy="216000"/>
              </a:xfrm>
              <a:prstGeom prst="ellipse">
                <a:avLst/>
              </a:prstGeom>
              <a:blipFill>
                <a:blip r:embed="rId2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A3C258D4-C790-4FA3-C110-DF0E33983E52}"/>
                  </a:ext>
                </a:extLst>
              </p:cNvPr>
              <p:cNvSpPr/>
              <p:nvPr/>
            </p:nvSpPr>
            <p:spPr bwMode="gray">
              <a:xfrm>
                <a:off x="5840753" y="2607743"/>
                <a:ext cx="216000" cy="216000"/>
              </a:xfrm>
              <a:prstGeom prst="ellipse">
                <a:avLst/>
              </a:prstGeom>
              <a:noFill/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A3C258D4-C790-4FA3-C110-DF0E33983E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840753" y="2607743"/>
                <a:ext cx="216000" cy="216000"/>
              </a:xfrm>
              <a:prstGeom prst="ellipse">
                <a:avLst/>
              </a:prstGeom>
              <a:blipFill>
                <a:blip r:embed="rId2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0DF72E55-B28C-E2B0-6AC6-0271643CD304}"/>
              </a:ext>
            </a:extLst>
          </p:cNvPr>
          <p:cNvCxnSpPr>
            <a:cxnSpLocks/>
            <a:stCxn id="96" idx="4"/>
            <a:endCxn id="98" idx="0"/>
          </p:cNvCxnSpPr>
          <p:nvPr/>
        </p:nvCxnSpPr>
        <p:spPr bwMode="gray">
          <a:xfrm>
            <a:off x="5948729" y="2319687"/>
            <a:ext cx="24" cy="2880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35C082F1-9CC5-3483-9CF4-82CFCD2DF3B6}"/>
                  </a:ext>
                </a:extLst>
              </p:cNvPr>
              <p:cNvSpPr/>
              <p:nvPr/>
            </p:nvSpPr>
            <p:spPr bwMode="gray">
              <a:xfrm>
                <a:off x="4688602" y="1932024"/>
                <a:ext cx="647998" cy="1159978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35C082F1-9CC5-3483-9CF4-82CFCD2DF3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688602" y="1932024"/>
                <a:ext cx="647998" cy="1159978"/>
              </a:xfrm>
              <a:prstGeom prst="roundRect">
                <a:avLst/>
              </a:prstGeom>
              <a:blipFill>
                <a:blip r:embed="rId24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CC7BE8C7-AB8F-541B-9981-1D25A807841F}"/>
              </a:ext>
            </a:extLst>
          </p:cNvPr>
          <p:cNvCxnSpPr>
            <a:cxnSpLocks/>
            <a:stCxn id="89" idx="6"/>
            <a:endCxn id="96" idx="0"/>
          </p:cNvCxnSpPr>
          <p:nvPr/>
        </p:nvCxnSpPr>
        <p:spPr bwMode="gray">
          <a:xfrm>
            <a:off x="5120625" y="1563615"/>
            <a:ext cx="828104" cy="54007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3AF8EF5D-E07E-21CE-2D03-71F2AB84FC9D}"/>
              </a:ext>
            </a:extLst>
          </p:cNvPr>
          <p:cNvSpPr txBox="1"/>
          <p:nvPr/>
        </p:nvSpPr>
        <p:spPr bwMode="gray">
          <a:xfrm>
            <a:off x="4370012" y="3114416"/>
            <a:ext cx="822645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Training set</a:t>
            </a:r>
            <a:endParaRPr lang="en-DE" sz="1000" dirty="0">
              <a:solidFill>
                <a:srgbClr val="C00000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477271C-9507-1113-FE35-04F5C5950735}"/>
              </a:ext>
            </a:extLst>
          </p:cNvPr>
          <p:cNvSpPr txBox="1"/>
          <p:nvPr/>
        </p:nvSpPr>
        <p:spPr bwMode="gray">
          <a:xfrm>
            <a:off x="5477318" y="3111799"/>
            <a:ext cx="822645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Test point</a:t>
            </a:r>
            <a:endParaRPr lang="en-DE" sz="1000" dirty="0">
              <a:solidFill>
                <a:srgbClr val="C00000"/>
              </a:solidFill>
            </a:endParaRP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7720028B-17BC-65E5-E07C-6DADECCBD351}"/>
              </a:ext>
            </a:extLst>
          </p:cNvPr>
          <p:cNvCxnSpPr>
            <a:cxnSpLocks/>
            <a:stCxn id="121" idx="6"/>
            <a:endCxn id="113" idx="1"/>
          </p:cNvCxnSpPr>
          <p:nvPr/>
        </p:nvCxnSpPr>
        <p:spPr bwMode="gray">
          <a:xfrm>
            <a:off x="5091139" y="3846413"/>
            <a:ext cx="745880" cy="81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52A3076D-8FA4-C363-ADDB-73550FCD7E2D}"/>
                  </a:ext>
                </a:extLst>
              </p:cNvPr>
              <p:cNvSpPr/>
              <p:nvPr/>
            </p:nvSpPr>
            <p:spPr bwMode="gray">
              <a:xfrm>
                <a:off x="5792018" y="4058102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52A3076D-8FA4-C363-ADDB-73550FCD7E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92018" y="4058102"/>
                <a:ext cx="216000" cy="216000"/>
              </a:xfrm>
              <a:prstGeom prst="ellipse">
                <a:avLst/>
              </a:prstGeom>
              <a:blipFill>
                <a:blip r:embed="rId2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3" name="Rectangle 112">
            <a:extLst>
              <a:ext uri="{FF2B5EF4-FFF2-40B4-BE49-F238E27FC236}">
                <a16:creationId xmlns:a16="http://schemas.microsoft.com/office/drawing/2014/main" id="{B9D22848-8EE0-C217-C2B3-5DB4AC582D90}"/>
              </a:ext>
            </a:extLst>
          </p:cNvPr>
          <p:cNvSpPr/>
          <p:nvPr/>
        </p:nvSpPr>
        <p:spPr bwMode="gray">
          <a:xfrm>
            <a:off x="5837019" y="3784229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8F91C709-88CE-0DB0-2177-77C1106AA70A}"/>
              </a:ext>
            </a:extLst>
          </p:cNvPr>
          <p:cNvCxnSpPr>
            <a:cxnSpLocks/>
            <a:stCxn id="113" idx="2"/>
            <a:endCxn id="112" idx="0"/>
          </p:cNvCxnSpPr>
          <p:nvPr/>
        </p:nvCxnSpPr>
        <p:spPr bwMode="gray">
          <a:xfrm flipH="1">
            <a:off x="5900018" y="3910228"/>
            <a:ext cx="1" cy="147874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787D733D-4A33-BFBB-5BB5-69E1699F6DAC}"/>
              </a:ext>
            </a:extLst>
          </p:cNvPr>
          <p:cNvCxnSpPr>
            <a:cxnSpLocks/>
            <a:stCxn id="117" idx="0"/>
            <a:endCxn id="112" idx="4"/>
          </p:cNvCxnSpPr>
          <p:nvPr/>
        </p:nvCxnSpPr>
        <p:spPr bwMode="gray">
          <a:xfrm flipH="1" flipV="1">
            <a:off x="5900018" y="4274102"/>
            <a:ext cx="1" cy="150978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255571BA-6709-D01F-2297-450BFF18FD72}"/>
                  </a:ext>
                </a:extLst>
              </p:cNvPr>
              <p:cNvSpPr txBox="1"/>
              <p:nvPr/>
            </p:nvSpPr>
            <p:spPr bwMode="gray">
              <a:xfrm>
                <a:off x="5938510" y="3682635"/>
                <a:ext cx="937746" cy="231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8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𝑭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255571BA-6709-D01F-2297-450BFF18FD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938510" y="3682635"/>
                <a:ext cx="937746" cy="231282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7" name="Rectangle 116">
            <a:extLst>
              <a:ext uri="{FF2B5EF4-FFF2-40B4-BE49-F238E27FC236}">
                <a16:creationId xmlns:a16="http://schemas.microsoft.com/office/drawing/2014/main" id="{7599FBE6-FB6A-A550-54CE-5DED5F3BDAFF}"/>
              </a:ext>
            </a:extLst>
          </p:cNvPr>
          <p:cNvSpPr/>
          <p:nvPr/>
        </p:nvSpPr>
        <p:spPr bwMode="gray">
          <a:xfrm>
            <a:off x="5837019" y="4425080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6ACC39CF-DAF6-7AC5-9698-EE4525753F72}"/>
                  </a:ext>
                </a:extLst>
              </p:cNvPr>
              <p:cNvSpPr txBox="1"/>
              <p:nvPr/>
            </p:nvSpPr>
            <p:spPr bwMode="gray">
              <a:xfrm>
                <a:off x="5905110" y="4384273"/>
                <a:ext cx="812485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6ACC39CF-DAF6-7AC5-9698-EE4525753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905110" y="4384273"/>
                <a:ext cx="812485" cy="215444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Oval 118">
                <a:extLst>
                  <a:ext uri="{FF2B5EF4-FFF2-40B4-BE49-F238E27FC236}">
                    <a16:creationId xmlns:a16="http://schemas.microsoft.com/office/drawing/2014/main" id="{0861E2CE-D2B1-F0F5-1FA2-0482377D11A3}"/>
                  </a:ext>
                </a:extLst>
              </p:cNvPr>
              <p:cNvSpPr/>
              <p:nvPr/>
            </p:nvSpPr>
            <p:spPr bwMode="gray">
              <a:xfrm>
                <a:off x="5792018" y="4816345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9" name="Oval 118">
                <a:extLst>
                  <a:ext uri="{FF2B5EF4-FFF2-40B4-BE49-F238E27FC236}">
                    <a16:creationId xmlns:a16="http://schemas.microsoft.com/office/drawing/2014/main" id="{0861E2CE-D2B1-F0F5-1FA2-0482377D11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92018" y="4816345"/>
                <a:ext cx="216000" cy="216000"/>
              </a:xfrm>
              <a:prstGeom prst="ellipse">
                <a:avLst/>
              </a:prstGeom>
              <a:blipFill>
                <a:blip r:embed="rId28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5A202541-0B59-29C2-57FE-871784D19295}"/>
              </a:ext>
            </a:extLst>
          </p:cNvPr>
          <p:cNvCxnSpPr>
            <a:cxnSpLocks/>
            <a:stCxn id="117" idx="2"/>
            <a:endCxn id="119" idx="0"/>
          </p:cNvCxnSpPr>
          <p:nvPr/>
        </p:nvCxnSpPr>
        <p:spPr bwMode="gray">
          <a:xfrm flipH="1">
            <a:off x="5900018" y="4551079"/>
            <a:ext cx="1" cy="26526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Oval 120">
                <a:extLst>
                  <a:ext uri="{FF2B5EF4-FFF2-40B4-BE49-F238E27FC236}">
                    <a16:creationId xmlns:a16="http://schemas.microsoft.com/office/drawing/2014/main" id="{366DF6A2-3D19-BDF5-7D5B-735091B9188F}"/>
                  </a:ext>
                </a:extLst>
              </p:cNvPr>
              <p:cNvSpPr/>
              <p:nvPr/>
            </p:nvSpPr>
            <p:spPr bwMode="gray">
              <a:xfrm>
                <a:off x="4875139" y="3738413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1" name="Oval 120">
                <a:extLst>
                  <a:ext uri="{FF2B5EF4-FFF2-40B4-BE49-F238E27FC236}">
                    <a16:creationId xmlns:a16="http://schemas.microsoft.com/office/drawing/2014/main" id="{366DF6A2-3D19-BDF5-7D5B-735091B918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75139" y="3738413"/>
                <a:ext cx="216000" cy="216000"/>
              </a:xfrm>
              <a:prstGeom prst="ellipse">
                <a:avLst/>
              </a:prstGeom>
              <a:blipFill>
                <a:blip r:embed="rId2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2" name="Rectangle 121">
            <a:extLst>
              <a:ext uri="{FF2B5EF4-FFF2-40B4-BE49-F238E27FC236}">
                <a16:creationId xmlns:a16="http://schemas.microsoft.com/office/drawing/2014/main" id="{F668C2A8-DD56-BBFF-9204-8E8032B812F4}"/>
              </a:ext>
            </a:extLst>
          </p:cNvPr>
          <p:cNvSpPr/>
          <p:nvPr/>
        </p:nvSpPr>
        <p:spPr bwMode="gray">
          <a:xfrm>
            <a:off x="4920139" y="3466186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C2415890-7DBB-69A0-6858-6E0230C76B5D}"/>
              </a:ext>
            </a:extLst>
          </p:cNvPr>
          <p:cNvCxnSpPr>
            <a:cxnSpLocks/>
            <a:stCxn id="122" idx="2"/>
            <a:endCxn id="121" idx="0"/>
          </p:cNvCxnSpPr>
          <p:nvPr/>
        </p:nvCxnSpPr>
        <p:spPr bwMode="gray">
          <a:xfrm>
            <a:off x="4983139" y="3592185"/>
            <a:ext cx="0" cy="146228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C992602E-E116-6A24-C284-C5F9CC0CB50D}"/>
                  </a:ext>
                </a:extLst>
              </p:cNvPr>
              <p:cNvSpPr txBox="1"/>
              <p:nvPr/>
            </p:nvSpPr>
            <p:spPr bwMode="gray">
              <a:xfrm>
                <a:off x="4212033" y="3425518"/>
                <a:ext cx="812485" cy="2168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𝑭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C992602E-E116-6A24-C284-C5F9CC0CB5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12033" y="3425518"/>
                <a:ext cx="812485" cy="216854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01F253FD-451C-7D33-3BB1-6120492696F8}"/>
              </a:ext>
            </a:extLst>
          </p:cNvPr>
          <p:cNvCxnSpPr>
            <a:cxnSpLocks/>
            <a:stCxn id="121" idx="4"/>
            <a:endCxn id="127" idx="0"/>
          </p:cNvCxnSpPr>
          <p:nvPr/>
        </p:nvCxnSpPr>
        <p:spPr bwMode="gray">
          <a:xfrm>
            <a:off x="4983139" y="3954413"/>
            <a:ext cx="4501" cy="211202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F787AC64-2982-151A-46CE-B9FC068140E9}"/>
                  </a:ext>
                </a:extLst>
              </p:cNvPr>
              <p:cNvSpPr/>
              <p:nvPr/>
            </p:nvSpPr>
            <p:spPr bwMode="gray">
              <a:xfrm>
                <a:off x="4879639" y="4456281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F787AC64-2982-151A-46CE-B9FC068140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79639" y="4456281"/>
                <a:ext cx="216000" cy="216000"/>
              </a:xfrm>
              <a:prstGeom prst="ellipse">
                <a:avLst/>
              </a:prstGeom>
              <a:blipFill>
                <a:blip r:embed="rId3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7" name="Rectangle 126">
            <a:extLst>
              <a:ext uri="{FF2B5EF4-FFF2-40B4-BE49-F238E27FC236}">
                <a16:creationId xmlns:a16="http://schemas.microsoft.com/office/drawing/2014/main" id="{D0B707D3-0DCA-927A-2674-9F3FB14FEDCC}"/>
              </a:ext>
            </a:extLst>
          </p:cNvPr>
          <p:cNvSpPr/>
          <p:nvPr/>
        </p:nvSpPr>
        <p:spPr bwMode="gray">
          <a:xfrm>
            <a:off x="4924640" y="4165615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727D7A1E-CC90-D133-9772-941B7416F957}"/>
              </a:ext>
            </a:extLst>
          </p:cNvPr>
          <p:cNvCxnSpPr>
            <a:cxnSpLocks/>
            <a:stCxn id="127" idx="2"/>
            <a:endCxn id="126" idx="0"/>
          </p:cNvCxnSpPr>
          <p:nvPr/>
        </p:nvCxnSpPr>
        <p:spPr bwMode="gray">
          <a:xfrm flipH="1">
            <a:off x="4987639" y="4291614"/>
            <a:ext cx="1" cy="164667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0790C845-3F4E-523A-989B-8A8BE03DBBE9}"/>
              </a:ext>
            </a:extLst>
          </p:cNvPr>
          <p:cNvCxnSpPr>
            <a:cxnSpLocks/>
            <a:stCxn id="131" idx="0"/>
            <a:endCxn id="126" idx="4"/>
          </p:cNvCxnSpPr>
          <p:nvPr/>
        </p:nvCxnSpPr>
        <p:spPr bwMode="gray">
          <a:xfrm flipV="1">
            <a:off x="4986337" y="4672281"/>
            <a:ext cx="1302" cy="19025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8BB7BA4-A3A8-52A5-4C59-C2DF94ED3E56}"/>
                  </a:ext>
                </a:extLst>
              </p:cNvPr>
              <p:cNvSpPr txBox="1"/>
              <p:nvPr/>
            </p:nvSpPr>
            <p:spPr bwMode="gray">
              <a:xfrm>
                <a:off x="4183261" y="4125589"/>
                <a:ext cx="817003" cy="231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8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𝑭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8BB7BA4-A3A8-52A5-4C59-C2DF94ED3E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183261" y="4125589"/>
                <a:ext cx="817003" cy="231282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1" name="Rectangle 130">
            <a:extLst>
              <a:ext uri="{FF2B5EF4-FFF2-40B4-BE49-F238E27FC236}">
                <a16:creationId xmlns:a16="http://schemas.microsoft.com/office/drawing/2014/main" id="{BD9965FA-6CDE-2832-3F1E-AC10B2D37A44}"/>
              </a:ext>
            </a:extLst>
          </p:cNvPr>
          <p:cNvSpPr/>
          <p:nvPr/>
        </p:nvSpPr>
        <p:spPr bwMode="gray">
          <a:xfrm>
            <a:off x="4923337" y="4862536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96DCC347-0A6B-9DB1-399C-4430200D5FA5}"/>
                  </a:ext>
                </a:extLst>
              </p:cNvPr>
              <p:cNvSpPr txBox="1"/>
              <p:nvPr/>
            </p:nvSpPr>
            <p:spPr bwMode="gray">
              <a:xfrm>
                <a:off x="4187779" y="4816901"/>
                <a:ext cx="812485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96DCC347-0A6B-9DB1-399C-4430200D5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187779" y="4816901"/>
                <a:ext cx="812485" cy="215444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Rounded Rectangle 132">
                <a:extLst>
                  <a:ext uri="{FF2B5EF4-FFF2-40B4-BE49-F238E27FC236}">
                    <a16:creationId xmlns:a16="http://schemas.microsoft.com/office/drawing/2014/main" id="{359804C4-5C9A-74BE-D60B-DF761BA7BB4C}"/>
                  </a:ext>
                </a:extLst>
              </p:cNvPr>
              <p:cNvSpPr/>
              <p:nvPr/>
            </p:nvSpPr>
            <p:spPr bwMode="gray">
              <a:xfrm>
                <a:off x="358776" y="4095083"/>
                <a:ext cx="1593494" cy="995354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3" name="Rounded Rectangle 132">
                <a:extLst>
                  <a:ext uri="{FF2B5EF4-FFF2-40B4-BE49-F238E27FC236}">
                    <a16:creationId xmlns:a16="http://schemas.microsoft.com/office/drawing/2014/main" id="{359804C4-5C9A-74BE-D60B-DF761BA7BB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58776" y="4095083"/>
                <a:ext cx="1593494" cy="995354"/>
              </a:xfrm>
              <a:prstGeom prst="roundRect">
                <a:avLst/>
              </a:prstGeom>
              <a:blipFill>
                <a:blip r:embed="rId34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Rounded Rectangle 133">
                <a:extLst>
                  <a:ext uri="{FF2B5EF4-FFF2-40B4-BE49-F238E27FC236}">
                    <a16:creationId xmlns:a16="http://schemas.microsoft.com/office/drawing/2014/main" id="{F0E2E55A-AD83-BEA1-7A5A-1BC1AF514014}"/>
                  </a:ext>
                </a:extLst>
              </p:cNvPr>
              <p:cNvSpPr/>
              <p:nvPr/>
            </p:nvSpPr>
            <p:spPr bwMode="gray">
              <a:xfrm>
                <a:off x="4212032" y="4087820"/>
                <a:ext cx="1385115" cy="995354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4" name="Rounded Rectangle 133">
                <a:extLst>
                  <a:ext uri="{FF2B5EF4-FFF2-40B4-BE49-F238E27FC236}">
                    <a16:creationId xmlns:a16="http://schemas.microsoft.com/office/drawing/2014/main" id="{F0E2E55A-AD83-BEA1-7A5A-1BC1AF5140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12032" y="4087820"/>
                <a:ext cx="1385115" cy="995354"/>
              </a:xfrm>
              <a:prstGeom prst="roundRect">
                <a:avLst/>
              </a:prstGeom>
              <a:blipFill>
                <a:blip r:embed="rId35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7" name="TextBox 136">
            <a:extLst>
              <a:ext uri="{FF2B5EF4-FFF2-40B4-BE49-F238E27FC236}">
                <a16:creationId xmlns:a16="http://schemas.microsoft.com/office/drawing/2014/main" id="{DEF31193-D77D-2095-9B55-5DB630A6F4AD}"/>
              </a:ext>
            </a:extLst>
          </p:cNvPr>
          <p:cNvSpPr txBox="1"/>
          <p:nvPr/>
        </p:nvSpPr>
        <p:spPr bwMode="gray">
          <a:xfrm>
            <a:off x="140023" y="1067568"/>
            <a:ext cx="2847801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400" b="1" dirty="0"/>
              <a:t>Bayesian Linear Regression</a:t>
            </a:r>
            <a:endParaRPr lang="en-US" sz="1400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D9D2C029-897A-83A2-1EA5-32A187851F5A}"/>
              </a:ext>
            </a:extLst>
          </p:cNvPr>
          <p:cNvSpPr txBox="1"/>
          <p:nvPr/>
        </p:nvSpPr>
        <p:spPr bwMode="gray">
          <a:xfrm>
            <a:off x="4476117" y="1067568"/>
            <a:ext cx="2847801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400" b="1" dirty="0"/>
              <a:t>Gaussian Process Regression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Oval 138">
                <a:extLst>
                  <a:ext uri="{FF2B5EF4-FFF2-40B4-BE49-F238E27FC236}">
                    <a16:creationId xmlns:a16="http://schemas.microsoft.com/office/drawing/2014/main" id="{0679AFD7-3303-4F2D-C921-65A818B0D885}"/>
                  </a:ext>
                </a:extLst>
              </p:cNvPr>
              <p:cNvSpPr/>
              <p:nvPr/>
            </p:nvSpPr>
            <p:spPr bwMode="gray">
              <a:xfrm>
                <a:off x="4376527" y="1457616"/>
                <a:ext cx="216000" cy="216000"/>
              </a:xfrm>
              <a:prstGeom prst="ellipse">
                <a:avLst/>
              </a:prstGeom>
              <a:solidFill>
                <a:schemeClr val="accent6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9" name="Oval 138">
                <a:extLst>
                  <a:ext uri="{FF2B5EF4-FFF2-40B4-BE49-F238E27FC236}">
                    <a16:creationId xmlns:a16="http://schemas.microsoft.com/office/drawing/2014/main" id="{0679AFD7-3303-4F2D-C921-65A818B0D8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376527" y="1457616"/>
                <a:ext cx="216000" cy="216000"/>
              </a:xfrm>
              <a:prstGeom prst="ellipse">
                <a:avLst/>
              </a:prstGeom>
              <a:blipFill>
                <a:blip r:embed="rId36"/>
                <a:stretch>
                  <a:fillRect l="-5556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Oval 140">
                <a:extLst>
                  <a:ext uri="{FF2B5EF4-FFF2-40B4-BE49-F238E27FC236}">
                    <a16:creationId xmlns:a16="http://schemas.microsoft.com/office/drawing/2014/main" id="{C86502AC-E20F-AF1A-21D8-0990BFB04E81}"/>
                  </a:ext>
                </a:extLst>
              </p:cNvPr>
              <p:cNvSpPr/>
              <p:nvPr/>
            </p:nvSpPr>
            <p:spPr bwMode="gray">
              <a:xfrm>
                <a:off x="4376527" y="1923702"/>
                <a:ext cx="216000" cy="216000"/>
              </a:xfrm>
              <a:prstGeom prst="ellipse">
                <a:avLst/>
              </a:prstGeom>
              <a:solidFill>
                <a:schemeClr val="accent6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1" name="Oval 140">
                <a:extLst>
                  <a:ext uri="{FF2B5EF4-FFF2-40B4-BE49-F238E27FC236}">
                    <a16:creationId xmlns:a16="http://schemas.microsoft.com/office/drawing/2014/main" id="{C86502AC-E20F-AF1A-21D8-0990BFB04E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376527" y="1923702"/>
                <a:ext cx="216000" cy="216000"/>
              </a:xfrm>
              <a:prstGeom prst="ellipse">
                <a:avLst/>
              </a:prstGeom>
              <a:blipFill>
                <a:blip r:embed="rId3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FA813B12-C6BD-5660-830B-8A5A0B87904D}"/>
              </a:ext>
            </a:extLst>
          </p:cNvPr>
          <p:cNvCxnSpPr>
            <a:cxnSpLocks/>
            <a:stCxn id="141" idx="7"/>
            <a:endCxn id="89" idx="3"/>
          </p:cNvCxnSpPr>
          <p:nvPr/>
        </p:nvCxnSpPr>
        <p:spPr bwMode="gray">
          <a:xfrm flipV="1">
            <a:off x="4560895" y="1639983"/>
            <a:ext cx="375362" cy="31535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Rounded Rectangle 151">
                <a:extLst>
                  <a:ext uri="{FF2B5EF4-FFF2-40B4-BE49-F238E27FC236}">
                    <a16:creationId xmlns:a16="http://schemas.microsoft.com/office/drawing/2014/main" id="{E446AE4A-865B-FA6B-CA6E-143F2BDD7D35}"/>
                  </a:ext>
                </a:extLst>
              </p:cNvPr>
              <p:cNvSpPr/>
              <p:nvPr/>
            </p:nvSpPr>
            <p:spPr bwMode="gray">
              <a:xfrm>
                <a:off x="4152002" y="1420611"/>
                <a:ext cx="516120" cy="422788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2" name="Rounded Rectangle 151">
                <a:extLst>
                  <a:ext uri="{FF2B5EF4-FFF2-40B4-BE49-F238E27FC236}">
                    <a16:creationId xmlns:a16="http://schemas.microsoft.com/office/drawing/2014/main" id="{E446AE4A-865B-FA6B-CA6E-143F2BDD7D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152002" y="1420611"/>
                <a:ext cx="516120" cy="422788"/>
              </a:xfrm>
              <a:prstGeom prst="roundRect">
                <a:avLst/>
              </a:prstGeom>
              <a:blipFill>
                <a:blip r:embed="rId38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6911796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500"/>
                            </p:stCondLst>
                            <p:childTnLst>
                              <p:par>
                                <p:cTn id="4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000"/>
                            </p:stCondLst>
                            <p:childTnLst>
                              <p:par>
                                <p:cTn id="5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500"/>
                            </p:stCondLst>
                            <p:childTnLst>
                              <p:par>
                                <p:cTn id="6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000"/>
                            </p:stCondLst>
                            <p:childTnLst>
                              <p:par>
                                <p:cTn id="7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500"/>
                            </p:stCondLst>
                            <p:childTnLst>
                              <p:par>
                                <p:cTn id="7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2000"/>
                            </p:stCondLst>
                            <p:childTnLst>
                              <p:par>
                                <p:cTn id="8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500"/>
                            </p:stCondLst>
                            <p:childTnLst>
                              <p:par>
                                <p:cTn id="8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3000"/>
                            </p:stCondLst>
                            <p:childTnLst>
                              <p:par>
                                <p:cTn id="9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9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500"/>
                            </p:stCondLst>
                            <p:childTnLst>
                              <p:par>
                                <p:cTn id="10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9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3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1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7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1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1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500"/>
                            </p:stCondLst>
                            <p:childTnLst>
                              <p:par>
                                <p:cTn id="12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1000"/>
                            </p:stCondLst>
                            <p:childTnLst>
                              <p:par>
                                <p:cTn id="13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" fill="hold">
                            <p:stCondLst>
                              <p:cond delay="1500"/>
                            </p:stCondLst>
                            <p:childTnLst>
                              <p:par>
                                <p:cTn id="13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000"/>
                            </p:stCondLst>
                            <p:childTnLst>
                              <p:par>
                                <p:cTn id="14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6" fill="hold">
                            <p:stCondLst>
                              <p:cond delay="2500"/>
                            </p:stCondLst>
                            <p:childTnLst>
                              <p:par>
                                <p:cTn id="14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3000"/>
                            </p:stCondLst>
                            <p:childTnLst>
                              <p:par>
                                <p:cTn id="15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500"/>
                            </p:stCondLst>
                            <p:childTnLst>
                              <p:par>
                                <p:cTn id="15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5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0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" fill="hold">
                            <p:stCondLst>
                              <p:cond delay="500"/>
                            </p:stCondLst>
                            <p:childTnLst>
                              <p:par>
                                <p:cTn id="17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4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7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0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1" fill="hold">
                            <p:stCondLst>
                              <p:cond delay="1000"/>
                            </p:stCondLst>
                            <p:childTnLst>
                              <p:par>
                                <p:cTn id="18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4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7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8" fill="hold">
                      <p:stCondLst>
                        <p:cond delay="indefinite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2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5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6" fill="hold">
                            <p:stCondLst>
                              <p:cond delay="500"/>
                            </p:stCondLst>
                            <p:childTnLst>
                              <p:par>
                                <p:cTn id="19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9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0" fill="hold">
                            <p:stCondLst>
                              <p:cond delay="1000"/>
                            </p:stCondLst>
                            <p:childTnLst>
                              <p:par>
                                <p:cTn id="20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3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4" fill="hold">
                      <p:stCondLst>
                        <p:cond delay="indefinite"/>
                      </p:stCondLst>
                      <p:childTnLst>
                        <p:par>
                          <p:cTn id="205" fill="hold">
                            <p:stCondLst>
                              <p:cond delay="0"/>
                            </p:stCondLst>
                            <p:childTnLst>
                              <p:par>
                                <p:cTn id="20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8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9" fill="hold">
                            <p:stCondLst>
                              <p:cond delay="500"/>
                            </p:stCondLst>
                            <p:childTnLst>
                              <p:par>
                                <p:cTn id="21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2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3" fill="hold">
                            <p:stCondLst>
                              <p:cond delay="1000"/>
                            </p:stCondLst>
                            <p:childTnLst>
                              <p:par>
                                <p:cTn id="21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6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1500"/>
                            </p:stCondLst>
                            <p:childTnLst>
                              <p:par>
                                <p:cTn id="21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0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4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5" fill="hold">
                            <p:stCondLst>
                              <p:cond delay="2500"/>
                            </p:stCondLst>
                            <p:childTnLst>
                              <p:par>
                                <p:cTn id="22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8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9" fill="hold">
                      <p:stCondLst>
                        <p:cond delay="indefinite"/>
                      </p:stCondLst>
                      <p:childTnLst>
                        <p:par>
                          <p:cTn id="230" fill="hold">
                            <p:stCondLst>
                              <p:cond delay="0"/>
                            </p:stCondLst>
                            <p:childTnLst>
                              <p:par>
                                <p:cTn id="2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3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4" fill="hold">
                            <p:stCondLst>
                              <p:cond delay="500"/>
                            </p:stCondLst>
                            <p:childTnLst>
                              <p:par>
                                <p:cTn id="23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7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0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1" fill="hold">
                            <p:stCondLst>
                              <p:cond delay="1000"/>
                            </p:stCondLst>
                            <p:childTnLst>
                              <p:par>
                                <p:cTn id="2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4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5" fill="hold">
                            <p:stCondLst>
                              <p:cond delay="1500"/>
                            </p:stCondLst>
                            <p:childTnLst>
                              <p:par>
                                <p:cTn id="24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8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9" fill="hold">
                            <p:stCondLst>
                              <p:cond delay="2000"/>
                            </p:stCondLst>
                            <p:childTnLst>
                              <p:par>
                                <p:cTn id="25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2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3" fill="hold">
                            <p:stCondLst>
                              <p:cond delay="2500"/>
                            </p:stCondLst>
                            <p:childTnLst>
                              <p:par>
                                <p:cTn id="25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6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9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0" fill="hold">
                            <p:stCondLst>
                              <p:cond delay="3000"/>
                            </p:stCondLst>
                            <p:childTnLst>
                              <p:par>
                                <p:cTn id="26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3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4" fill="hold">
                      <p:stCondLst>
                        <p:cond delay="indefinite"/>
                      </p:stCondLst>
                      <p:childTnLst>
                        <p:par>
                          <p:cTn id="265" fill="hold">
                            <p:stCondLst>
                              <p:cond delay="0"/>
                            </p:stCondLst>
                            <p:childTnLst>
                              <p:par>
                                <p:cTn id="26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8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9" fill="hold">
                            <p:stCondLst>
                              <p:cond delay="500"/>
                            </p:stCondLst>
                            <p:childTnLst>
                              <p:par>
                                <p:cTn id="27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2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3" fill="hold">
                            <p:stCondLst>
                              <p:cond delay="1000"/>
                            </p:stCondLst>
                            <p:childTnLst>
                              <p:par>
                                <p:cTn id="27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6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7" fill="hold">
                            <p:stCondLst>
                              <p:cond delay="1500"/>
                            </p:stCondLst>
                            <p:childTnLst>
                              <p:par>
                                <p:cTn id="27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0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1" fill="hold">
                            <p:stCondLst>
                              <p:cond delay="2000"/>
                            </p:stCondLst>
                            <p:childTnLst>
                              <p:par>
                                <p:cTn id="28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4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5" fill="hold">
                      <p:stCondLst>
                        <p:cond delay="indefinite"/>
                      </p:stCondLst>
                      <p:childTnLst>
                        <p:par>
                          <p:cTn id="286" fill="hold">
                            <p:stCondLst>
                              <p:cond delay="0"/>
                            </p:stCondLst>
                            <p:childTnLst>
                              <p:par>
                                <p:cTn id="28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9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0" fill="hold">
                            <p:stCondLst>
                              <p:cond delay="500"/>
                            </p:stCondLst>
                            <p:childTnLst>
                              <p:par>
                                <p:cTn id="29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3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6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7" fill="hold">
                            <p:stCondLst>
                              <p:cond delay="1000"/>
                            </p:stCondLst>
                            <p:childTnLst>
                              <p:par>
                                <p:cTn id="29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0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1" fill="hold">
                            <p:stCondLst>
                              <p:cond delay="1500"/>
                            </p:stCondLst>
                            <p:childTnLst>
                              <p:par>
                                <p:cTn id="30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4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5" fill="hold">
                            <p:stCondLst>
                              <p:cond delay="2000"/>
                            </p:stCondLst>
                            <p:childTnLst>
                              <p:par>
                                <p:cTn id="30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8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9" fill="hold">
                            <p:stCondLst>
                              <p:cond delay="2500"/>
                            </p:stCondLst>
                            <p:childTnLst>
                              <p:par>
                                <p:cTn id="31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2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5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6" fill="hold">
                            <p:stCondLst>
                              <p:cond delay="3000"/>
                            </p:stCondLst>
                            <p:childTnLst>
                              <p:par>
                                <p:cTn id="3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9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0" fill="hold">
                            <p:stCondLst>
                              <p:cond delay="3500"/>
                            </p:stCondLst>
                            <p:childTnLst>
                              <p:par>
                                <p:cTn id="32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9" grpId="0"/>
      <p:bldP spid="14" grpId="0" animBg="1"/>
      <p:bldP spid="15" grpId="0"/>
      <p:bldP spid="16" grpId="0" animBg="1"/>
      <p:bldP spid="22" grpId="0" animBg="1"/>
      <p:bldP spid="27" grpId="0" animBg="1"/>
      <p:bldP spid="29" grpId="0"/>
      <p:bldP spid="43" grpId="0" animBg="1"/>
      <p:bldP spid="44" grpId="0" animBg="1"/>
      <p:bldP spid="47" grpId="0"/>
      <p:bldP spid="54" grpId="0" animBg="1"/>
      <p:bldP spid="55" grpId="0"/>
      <p:bldP spid="60" grpId="0" animBg="1"/>
      <p:bldP spid="61" grpId="0" animBg="1"/>
      <p:bldP spid="62" grpId="0" animBg="1"/>
      <p:bldP spid="63" grpId="0" animBg="1"/>
      <p:bldP spid="74" grpId="0" animBg="1"/>
      <p:bldP spid="75" grpId="0" animBg="1"/>
      <p:bldP spid="76" grpId="0" animBg="1"/>
      <p:bldP spid="80" grpId="0" animBg="1"/>
      <p:bldP spid="87" grpId="0"/>
      <p:bldP spid="88" grpId="0"/>
      <p:bldP spid="89" grpId="0" animBg="1"/>
      <p:bldP spid="90" grpId="0" animBg="1"/>
      <p:bldP spid="92" grpId="0" animBg="1"/>
      <p:bldP spid="96" grpId="0" animBg="1"/>
      <p:bldP spid="98" grpId="0" animBg="1"/>
      <p:bldP spid="101" grpId="0" animBg="1"/>
      <p:bldP spid="103" grpId="0"/>
      <p:bldP spid="104" grpId="0"/>
      <p:bldP spid="112" grpId="0" animBg="1"/>
      <p:bldP spid="113" grpId="0" animBg="1"/>
      <p:bldP spid="116" grpId="0"/>
      <p:bldP spid="117" grpId="0" animBg="1"/>
      <p:bldP spid="118" grpId="0"/>
      <p:bldP spid="119" grpId="0" animBg="1"/>
      <p:bldP spid="121" grpId="0" animBg="1"/>
      <p:bldP spid="122" grpId="0" animBg="1"/>
      <p:bldP spid="124" grpId="0"/>
      <p:bldP spid="126" grpId="0" animBg="1"/>
      <p:bldP spid="127" grpId="0" animBg="1"/>
      <p:bldP spid="130" grpId="0"/>
      <p:bldP spid="131" grpId="0" animBg="1"/>
      <p:bldP spid="132" grpId="0"/>
      <p:bldP spid="133" grpId="0" animBg="1"/>
      <p:bldP spid="134" grpId="0" animBg="1"/>
      <p:bldP spid="138" grpId="0"/>
      <p:bldP spid="139" grpId="0" animBg="1"/>
      <p:bldP spid="141" grpId="0" animBg="1"/>
      <p:bldP spid="15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46669-0FE6-4820-6771-83AEA6D83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 Placeholder 39">
                <a:extLst>
                  <a:ext uri="{FF2B5EF4-FFF2-40B4-BE49-F238E27FC236}">
                    <a16:creationId xmlns:a16="http://schemas.microsoft.com/office/drawing/2014/main" id="{A3AE30F4-9F2E-D179-399B-DD2751F312F1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en-DE" dirty="0"/>
                  <a:t>For each training example we assume Gaussian noise: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2,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;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DE" sz="1200" dirty="0"/>
              </a:p>
              <a:p>
                <a:r>
                  <a:rPr lang="en-DE" dirty="0"/>
                  <a:t>The distribution over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DE" dirty="0"/>
                  <a:t> function values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𝒇</m:t>
                    </m:r>
                  </m:oMath>
                </a14:m>
                <a:r>
                  <a:rPr lang="en-DE" dirty="0"/>
                  <a:t> is the product of</a:t>
                </a:r>
              </a:p>
              <a:p>
                <a:pPr lvl="1"/>
                <a:r>
                  <a:rPr lang="en-US" sz="1200" b="0" dirty="0"/>
                  <a:t>GP prior: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1,0</m:t>
                        </m:r>
                      </m:sub>
                    </m:sSub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𝒇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;</m:t>
                        </m:r>
                        <m:r>
                          <a:rPr lang="en-US" sz="12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𝑪</m:t>
                        </m:r>
                      </m:e>
                    </m:d>
                  </m:oMath>
                </a14:m>
                <a:endParaRPr lang="en-DE" sz="1200" dirty="0"/>
              </a:p>
              <a:p>
                <a:pPr lvl="1"/>
                <a:r>
                  <a:rPr lang="en-GB" sz="1200" dirty="0"/>
                  <a:t>Training data messages: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1,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∝</m:t>
                    </m:r>
                    <m:r>
                      <a:rPr lang="en-US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𝒢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𝒇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;</m:t>
                        </m:r>
                        <m:sSup>
                          <m:s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−2</m:t>
                            </m:r>
                          </m:sup>
                        </m:sSup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𝒆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−2</m:t>
                            </m:r>
                          </m:sup>
                        </m:sSup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𝒆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Sup>
                          <m:sSub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𝒆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</m:oMath>
                </a14:m>
                <a:endParaRPr lang="en-DE" sz="1200" dirty="0"/>
              </a:p>
              <a:p>
                <a:r>
                  <a:rPr lang="en-DE" dirty="0"/>
                  <a:t>Hence, the message from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DE" dirty="0"/>
                  <a:t> function values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r>
                  <a:rPr lang="en-DE" dirty="0"/>
                  <a:t> is Gaussian!</a:t>
                </a:r>
              </a:p>
              <a:p>
                <a:pPr lvl="1"/>
                <a:r>
                  <a:rPr lang="en-US" sz="1200" dirty="0"/>
                  <a:t>GP posterior: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𝒇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;</m:t>
                        </m:r>
                        <m:r>
                          <a:rPr lang="en-US" sz="12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𝝁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𝜮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1200" b="1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𝒇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sz="120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;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1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1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sz="1200" b="1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1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𝝁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sz="120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1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1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sz="1200" b="1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1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𝜮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20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1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𝝈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Sup>
                                    <m:sSubSupPr>
                                      <m:ctrlPr>
                                        <a:rPr lang="en-US" sz="1200" b="1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𝝈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sz="1200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T</m:t>
                                      </m:r>
                                    </m:sup>
                                  </m:sSubSup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20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𝛴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+1,</m:t>
                                      </m:r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</m:d>
                  </m:oMath>
                </a14:m>
                <a:endParaRPr lang="en-DE" sz="1200" dirty="0"/>
              </a:p>
              <a:p>
                <a:r>
                  <a:rPr lang="en-DE" dirty="0"/>
                  <a:t>Using the Gaussian projection factor, the message to the latent function value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DE" dirty="0"/>
                  <a:t> and prediction </a:t>
                </a:r>
                <a14:m>
                  <m:oMath xmlns:m="http://schemas.openxmlformats.org/officeDocument/2006/math">
                    <m:r>
                      <a:rPr lang="en-DE" i="1" dirty="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DE" dirty="0"/>
                  <a:t> at the test point </a:t>
                </a:r>
                <a14:m>
                  <m:oMath xmlns:m="http://schemas.openxmlformats.org/officeDocument/2006/math">
                    <m:r>
                      <a:rPr lang="en-DE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DE" dirty="0"/>
                  <a:t> is also Gaussian!</a:t>
                </a:r>
              </a:p>
              <a:p>
                <a:pPr lvl="1"/>
                <a:r>
                  <a:rPr lang="en-DE" sz="1200" dirty="0"/>
                  <a:t>Test point function value: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;</m:t>
                        </m:r>
                        <m:sSup>
                          <m:sSupPr>
                            <m:ctrlPr>
                              <a:rPr lang="en-US" sz="1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𝝁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sSub>
                          <m:sSubPr>
                            <m:ctrlPr>
                              <a:rPr lang="en-US" sz="1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𝒆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sz="1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  <m:r>
                          <a:rPr lang="en-US" sz="12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𝜮</m:t>
                        </m:r>
                        <m:sSub>
                          <m:sSubPr>
                            <m:ctrlPr>
                              <a:rPr lang="en-US" sz="12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sz="12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;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𝛴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</m:oMath>
                </a14:m>
                <a:endParaRPr lang="en-DE" sz="1200" dirty="0"/>
              </a:p>
              <a:p>
                <a:pPr lvl="1"/>
                <a:r>
                  <a:rPr lang="en-DE" sz="1200" dirty="0"/>
                  <a:t>Prediction function value: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;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𝛴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en-US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DE" sz="1200" dirty="0"/>
              </a:p>
              <a:p>
                <a:r>
                  <a:rPr lang="en-DE" dirty="0"/>
                  <a:t>We need to compute final row of the partitioned mean and covariance!</a:t>
                </a:r>
                <a:endParaRPr lang="en-DE" b="1" dirty="0"/>
              </a:p>
              <a:p>
                <a:pPr lvl="1"/>
                <a:endParaRPr lang="en-DE" sz="1200" dirty="0"/>
              </a:p>
              <a:p>
                <a:pPr lvl="1"/>
                <a:endParaRPr lang="en-DE" sz="1200" dirty="0"/>
              </a:p>
              <a:p>
                <a:pPr lvl="1"/>
                <a:endParaRPr lang="en-DE" dirty="0"/>
              </a:p>
              <a:p>
                <a:pPr lvl="1"/>
                <a:endParaRPr lang="en-DE" sz="1200" dirty="0"/>
              </a:p>
            </p:txBody>
          </p:sp>
        </mc:Choice>
        <mc:Fallback xmlns="">
          <p:sp>
            <p:nvSpPr>
              <p:cNvPr id="40" name="Text Placeholder 39">
                <a:extLst>
                  <a:ext uri="{FF2B5EF4-FFF2-40B4-BE49-F238E27FC236}">
                    <a16:creationId xmlns:a16="http://schemas.microsoft.com/office/drawing/2014/main" id="{A3AE30F4-9F2E-D179-399B-DD2751F312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3"/>
                <a:stretch>
                  <a:fillRect t="-355" b="-7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FAD99033-6890-E8A2-0C00-5F5F0C5B4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Process Regression via Message Passing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05BCD2F-20D4-D052-6B0B-9A89C1994D5D}"/>
              </a:ext>
            </a:extLst>
          </p:cNvPr>
          <p:cNvCxnSpPr>
            <a:cxnSpLocks/>
            <a:stCxn id="121" idx="6"/>
            <a:endCxn id="113" idx="1"/>
          </p:cNvCxnSpPr>
          <p:nvPr/>
        </p:nvCxnSpPr>
        <p:spPr bwMode="gray">
          <a:xfrm>
            <a:off x="7596336" y="1635646"/>
            <a:ext cx="745880" cy="81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5ED17D63-A203-F6EC-C696-B3576983A0D6}"/>
                  </a:ext>
                </a:extLst>
              </p:cNvPr>
              <p:cNvSpPr/>
              <p:nvPr/>
            </p:nvSpPr>
            <p:spPr bwMode="gray">
              <a:xfrm>
                <a:off x="8297215" y="1995686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5ED17D63-A203-F6EC-C696-B3576983A0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97215" y="1995686"/>
                <a:ext cx="216000" cy="216000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3" name="Rectangle 112">
            <a:extLst>
              <a:ext uri="{FF2B5EF4-FFF2-40B4-BE49-F238E27FC236}">
                <a16:creationId xmlns:a16="http://schemas.microsoft.com/office/drawing/2014/main" id="{FA9E301D-865E-09CA-421F-8BB0C71578C3}"/>
              </a:ext>
            </a:extLst>
          </p:cNvPr>
          <p:cNvSpPr/>
          <p:nvPr/>
        </p:nvSpPr>
        <p:spPr bwMode="gray">
          <a:xfrm>
            <a:off x="8342216" y="1573462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E074387C-6679-AA60-C6B6-E1ADC89E76E9}"/>
              </a:ext>
            </a:extLst>
          </p:cNvPr>
          <p:cNvCxnSpPr>
            <a:cxnSpLocks/>
            <a:stCxn id="113" idx="2"/>
            <a:endCxn id="112" idx="0"/>
          </p:cNvCxnSpPr>
          <p:nvPr/>
        </p:nvCxnSpPr>
        <p:spPr bwMode="gray">
          <a:xfrm flipH="1">
            <a:off x="8405215" y="1699461"/>
            <a:ext cx="1" cy="29622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DC8C71AA-84A6-693B-2694-B3DFE42ADD63}"/>
              </a:ext>
            </a:extLst>
          </p:cNvPr>
          <p:cNvCxnSpPr>
            <a:cxnSpLocks/>
            <a:stCxn id="117" idx="0"/>
            <a:endCxn id="112" idx="4"/>
          </p:cNvCxnSpPr>
          <p:nvPr/>
        </p:nvCxnSpPr>
        <p:spPr bwMode="gray">
          <a:xfrm flipH="1" flipV="1">
            <a:off x="8405215" y="2211686"/>
            <a:ext cx="1" cy="32886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97FD3319-A177-984F-241D-E3F60993D970}"/>
                  </a:ext>
                </a:extLst>
              </p:cNvPr>
              <p:cNvSpPr txBox="1"/>
              <p:nvPr/>
            </p:nvSpPr>
            <p:spPr bwMode="gray">
              <a:xfrm>
                <a:off x="8290032" y="1335546"/>
                <a:ext cx="937746" cy="231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8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𝑭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97FD3319-A177-984F-241D-E3F60993D9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90032" y="1335546"/>
                <a:ext cx="937746" cy="23128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7" name="Rectangle 116">
            <a:extLst>
              <a:ext uri="{FF2B5EF4-FFF2-40B4-BE49-F238E27FC236}">
                <a16:creationId xmlns:a16="http://schemas.microsoft.com/office/drawing/2014/main" id="{4BA7163C-F5CD-685C-B297-8FF3F2E63A62}"/>
              </a:ext>
            </a:extLst>
          </p:cNvPr>
          <p:cNvSpPr/>
          <p:nvPr/>
        </p:nvSpPr>
        <p:spPr bwMode="gray">
          <a:xfrm>
            <a:off x="8342216" y="2540549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D86A1B44-D183-9D56-782C-B4EAD958F1FA}"/>
                  </a:ext>
                </a:extLst>
              </p:cNvPr>
              <p:cNvSpPr txBox="1"/>
              <p:nvPr/>
            </p:nvSpPr>
            <p:spPr bwMode="gray">
              <a:xfrm>
                <a:off x="8410307" y="2499742"/>
                <a:ext cx="812485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D86A1B44-D183-9D56-782C-B4EAD958F1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410307" y="2499742"/>
                <a:ext cx="812485" cy="215444"/>
              </a:xfrm>
              <a:prstGeom prst="rect">
                <a:avLst/>
              </a:prstGeom>
              <a:blipFill>
                <a:blip r:embed="rId6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Oval 118">
                <a:extLst>
                  <a:ext uri="{FF2B5EF4-FFF2-40B4-BE49-F238E27FC236}">
                    <a16:creationId xmlns:a16="http://schemas.microsoft.com/office/drawing/2014/main" id="{624D33F7-6F7C-38EB-8259-E4C2AB141225}"/>
                  </a:ext>
                </a:extLst>
              </p:cNvPr>
              <p:cNvSpPr/>
              <p:nvPr/>
            </p:nvSpPr>
            <p:spPr bwMode="gray">
              <a:xfrm>
                <a:off x="8297215" y="307583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9" name="Oval 118">
                <a:extLst>
                  <a:ext uri="{FF2B5EF4-FFF2-40B4-BE49-F238E27FC236}">
                    <a16:creationId xmlns:a16="http://schemas.microsoft.com/office/drawing/2014/main" id="{624D33F7-6F7C-38EB-8259-E4C2AB1412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97215" y="3075830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5259BF0C-F780-2C40-6AA7-470D6D410D0F}"/>
              </a:ext>
            </a:extLst>
          </p:cNvPr>
          <p:cNvCxnSpPr>
            <a:cxnSpLocks/>
            <a:stCxn id="117" idx="2"/>
            <a:endCxn id="119" idx="0"/>
          </p:cNvCxnSpPr>
          <p:nvPr/>
        </p:nvCxnSpPr>
        <p:spPr bwMode="gray">
          <a:xfrm flipH="1">
            <a:off x="8405215" y="2666548"/>
            <a:ext cx="1" cy="409282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Oval 120">
                <a:extLst>
                  <a:ext uri="{FF2B5EF4-FFF2-40B4-BE49-F238E27FC236}">
                    <a16:creationId xmlns:a16="http://schemas.microsoft.com/office/drawing/2014/main" id="{35C5C68E-963B-1A6D-78D7-E1DA0EC43DCF}"/>
                  </a:ext>
                </a:extLst>
              </p:cNvPr>
              <p:cNvSpPr/>
              <p:nvPr/>
            </p:nvSpPr>
            <p:spPr bwMode="gray">
              <a:xfrm>
                <a:off x="7380336" y="1527646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1" name="Oval 120">
                <a:extLst>
                  <a:ext uri="{FF2B5EF4-FFF2-40B4-BE49-F238E27FC236}">
                    <a16:creationId xmlns:a16="http://schemas.microsoft.com/office/drawing/2014/main" id="{35C5C68E-963B-1A6D-78D7-E1DA0EC43D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80336" y="1527646"/>
                <a:ext cx="216000" cy="216000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2" name="Rectangle 121">
            <a:extLst>
              <a:ext uri="{FF2B5EF4-FFF2-40B4-BE49-F238E27FC236}">
                <a16:creationId xmlns:a16="http://schemas.microsoft.com/office/drawing/2014/main" id="{AC9A242F-B73C-36A9-E705-551CE2F2AD6F}"/>
              </a:ext>
            </a:extLst>
          </p:cNvPr>
          <p:cNvSpPr/>
          <p:nvPr/>
        </p:nvSpPr>
        <p:spPr bwMode="gray">
          <a:xfrm>
            <a:off x="7425336" y="1171428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9DF67FD1-D8D5-4538-BAC8-FAD56A0DF365}"/>
              </a:ext>
            </a:extLst>
          </p:cNvPr>
          <p:cNvCxnSpPr>
            <a:cxnSpLocks/>
            <a:stCxn id="122" idx="2"/>
            <a:endCxn id="121" idx="0"/>
          </p:cNvCxnSpPr>
          <p:nvPr/>
        </p:nvCxnSpPr>
        <p:spPr bwMode="gray">
          <a:xfrm>
            <a:off x="7488336" y="1297427"/>
            <a:ext cx="0" cy="23021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AECEE5E1-C453-C2AF-D39C-E43A0426CCF4}"/>
                  </a:ext>
                </a:extLst>
              </p:cNvPr>
              <p:cNvSpPr txBox="1"/>
              <p:nvPr/>
            </p:nvSpPr>
            <p:spPr bwMode="gray">
              <a:xfrm>
                <a:off x="6717230" y="1130760"/>
                <a:ext cx="812485" cy="2168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𝑭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AECEE5E1-C453-C2AF-D39C-E43A0426CC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17230" y="1130760"/>
                <a:ext cx="812485" cy="2168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DFD08BF2-A797-D9FF-C4DE-12D17E6DB22F}"/>
              </a:ext>
            </a:extLst>
          </p:cNvPr>
          <p:cNvCxnSpPr>
            <a:cxnSpLocks/>
            <a:stCxn id="121" idx="4"/>
            <a:endCxn id="127" idx="0"/>
          </p:cNvCxnSpPr>
          <p:nvPr/>
        </p:nvCxnSpPr>
        <p:spPr bwMode="gray">
          <a:xfrm>
            <a:off x="7488336" y="1743646"/>
            <a:ext cx="4501" cy="35955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3E6D6F0C-A09D-23A4-75F1-EA3944FC5E2A}"/>
                  </a:ext>
                </a:extLst>
              </p:cNvPr>
              <p:cNvSpPr/>
              <p:nvPr/>
            </p:nvSpPr>
            <p:spPr bwMode="gray">
              <a:xfrm>
                <a:off x="7384836" y="257175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3E6D6F0C-A09D-23A4-75F1-EA3944FC5E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84836" y="2571750"/>
                <a:ext cx="216000" cy="216000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7" name="Rectangle 126">
            <a:extLst>
              <a:ext uri="{FF2B5EF4-FFF2-40B4-BE49-F238E27FC236}">
                <a16:creationId xmlns:a16="http://schemas.microsoft.com/office/drawing/2014/main" id="{1B3FFFA0-5B80-7355-223B-64BF4542EFB5}"/>
              </a:ext>
            </a:extLst>
          </p:cNvPr>
          <p:cNvSpPr/>
          <p:nvPr/>
        </p:nvSpPr>
        <p:spPr bwMode="gray">
          <a:xfrm>
            <a:off x="7429837" y="2103199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73555AEA-41B0-2227-9FE9-F523C94D7FA8}"/>
              </a:ext>
            </a:extLst>
          </p:cNvPr>
          <p:cNvCxnSpPr>
            <a:cxnSpLocks/>
            <a:stCxn id="127" idx="2"/>
            <a:endCxn id="126" idx="0"/>
          </p:cNvCxnSpPr>
          <p:nvPr/>
        </p:nvCxnSpPr>
        <p:spPr bwMode="gray">
          <a:xfrm flipH="1">
            <a:off x="7492836" y="2229198"/>
            <a:ext cx="1" cy="342552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200B9FE3-343C-C3D8-CBA3-E428E8845ADD}"/>
              </a:ext>
            </a:extLst>
          </p:cNvPr>
          <p:cNvCxnSpPr>
            <a:cxnSpLocks/>
            <a:stCxn id="131" idx="0"/>
            <a:endCxn id="126" idx="4"/>
          </p:cNvCxnSpPr>
          <p:nvPr/>
        </p:nvCxnSpPr>
        <p:spPr bwMode="gray">
          <a:xfrm flipV="1">
            <a:off x="7491534" y="2787750"/>
            <a:ext cx="1302" cy="334271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0E451CF-3866-FB82-BD10-18C109E92CE6}"/>
                  </a:ext>
                </a:extLst>
              </p:cNvPr>
              <p:cNvSpPr txBox="1"/>
              <p:nvPr/>
            </p:nvSpPr>
            <p:spPr bwMode="gray">
              <a:xfrm>
                <a:off x="6688458" y="1914822"/>
                <a:ext cx="817003" cy="231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8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𝑭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0E451CF-3866-FB82-BD10-18C109E92C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88458" y="1914822"/>
                <a:ext cx="817003" cy="23128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1" name="Rectangle 130">
            <a:extLst>
              <a:ext uri="{FF2B5EF4-FFF2-40B4-BE49-F238E27FC236}">
                <a16:creationId xmlns:a16="http://schemas.microsoft.com/office/drawing/2014/main" id="{81B23402-2E53-F3BD-3987-91961D0A97ED}"/>
              </a:ext>
            </a:extLst>
          </p:cNvPr>
          <p:cNvSpPr/>
          <p:nvPr/>
        </p:nvSpPr>
        <p:spPr bwMode="gray">
          <a:xfrm>
            <a:off x="7428534" y="312202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E7CF7DB7-C6C1-E109-655B-9A4D7C614300}"/>
                  </a:ext>
                </a:extLst>
              </p:cNvPr>
              <p:cNvSpPr txBox="1"/>
              <p:nvPr/>
            </p:nvSpPr>
            <p:spPr bwMode="gray">
              <a:xfrm>
                <a:off x="6692976" y="3076386"/>
                <a:ext cx="812485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E7CF7DB7-C6C1-E109-655B-9A4D7C6143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92976" y="3076386"/>
                <a:ext cx="812485" cy="215444"/>
              </a:xfrm>
              <a:prstGeom prst="rect">
                <a:avLst/>
              </a:prstGeom>
              <a:blipFill>
                <a:blip r:embed="rId12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Rounded Rectangle 133">
                <a:extLst>
                  <a:ext uri="{FF2B5EF4-FFF2-40B4-BE49-F238E27FC236}">
                    <a16:creationId xmlns:a16="http://schemas.microsoft.com/office/drawing/2014/main" id="{3CF895DE-7C3B-DFCA-F95B-1D713545C57B}"/>
                  </a:ext>
                </a:extLst>
              </p:cNvPr>
              <p:cNvSpPr/>
              <p:nvPr/>
            </p:nvSpPr>
            <p:spPr bwMode="gray">
              <a:xfrm>
                <a:off x="6717229" y="1877053"/>
                <a:ext cx="1385115" cy="1625906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4" name="Rounded Rectangle 133">
                <a:extLst>
                  <a:ext uri="{FF2B5EF4-FFF2-40B4-BE49-F238E27FC236}">
                    <a16:creationId xmlns:a16="http://schemas.microsoft.com/office/drawing/2014/main" id="{3CF895DE-7C3B-DFCA-F95B-1D713545C5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17229" y="1877053"/>
                <a:ext cx="1385115" cy="1625906"/>
              </a:xfrm>
              <a:prstGeom prst="round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E3BB65E-6E09-D067-1254-58DCB0B9AD0D}"/>
              </a:ext>
            </a:extLst>
          </p:cNvPr>
          <p:cNvCxnSpPr>
            <a:cxnSpLocks/>
          </p:cNvCxnSpPr>
          <p:nvPr/>
        </p:nvCxnSpPr>
        <p:spPr bwMode="gray">
          <a:xfrm flipV="1">
            <a:off x="7592841" y="1761099"/>
            <a:ext cx="0" cy="27157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Placeholder 53">
                <a:extLst>
                  <a:ext uri="{FF2B5EF4-FFF2-40B4-BE49-F238E27FC236}">
                    <a16:creationId xmlns:a16="http://schemas.microsoft.com/office/drawing/2014/main" id="{2DFED9DE-B89D-B104-FFC2-FF24DC8C38E8}"/>
                  </a:ext>
                </a:extLst>
              </p:cNvPr>
              <p:cNvSpPr txBox="1">
                <a:spLocks/>
              </p:cNvSpPr>
              <p:nvPr/>
            </p:nvSpPr>
            <p:spPr bwMode="gray">
              <a:xfrm>
                <a:off x="7567153" y="1869316"/>
                <a:ext cx="444398" cy="200688"/>
              </a:xfrm>
              <a:prstGeom prst="rect">
                <a:avLst/>
              </a:prstGeom>
            </p:spPr>
            <p:txBody>
              <a:bodyPr/>
              <a:lstStyle>
                <a:lvl1pPr marL="268288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■"/>
                  <a:defRPr sz="14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36575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□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06450" indent="-269875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–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27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rabicPeriod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lphaLcParenR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100000"/>
                  <a:buFont typeface="+mj-lt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90000"/>
                  <a:buFont typeface="Arial" panose="020B0604020202020204" pitchFamily="34" charset="0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DE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 Placeholder 53">
                <a:extLst>
                  <a:ext uri="{FF2B5EF4-FFF2-40B4-BE49-F238E27FC236}">
                    <a16:creationId xmlns:a16="http://schemas.microsoft.com/office/drawing/2014/main" id="{2DFED9DE-B89D-B104-FFC2-FF24DC8C38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567153" y="1869316"/>
                <a:ext cx="444398" cy="20068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E310704-057E-FE76-2AFD-7E131A48FF3C}"/>
              </a:ext>
            </a:extLst>
          </p:cNvPr>
          <p:cNvCxnSpPr>
            <a:cxnSpLocks/>
          </p:cNvCxnSpPr>
          <p:nvPr/>
        </p:nvCxnSpPr>
        <p:spPr bwMode="gray">
          <a:xfrm flipV="1">
            <a:off x="7595391" y="1315499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Placeholder 53">
                <a:extLst>
                  <a:ext uri="{FF2B5EF4-FFF2-40B4-BE49-F238E27FC236}">
                    <a16:creationId xmlns:a16="http://schemas.microsoft.com/office/drawing/2014/main" id="{C7044E21-08D9-0C29-52B7-F8F2EDD6CCD6}"/>
                  </a:ext>
                </a:extLst>
              </p:cNvPr>
              <p:cNvSpPr txBox="1">
                <a:spLocks/>
              </p:cNvSpPr>
              <p:nvPr/>
            </p:nvSpPr>
            <p:spPr bwMode="gray">
              <a:xfrm>
                <a:off x="7552785" y="1284799"/>
                <a:ext cx="444398" cy="200688"/>
              </a:xfrm>
              <a:prstGeom prst="rect">
                <a:avLst/>
              </a:prstGeom>
            </p:spPr>
            <p:txBody>
              <a:bodyPr/>
              <a:lstStyle>
                <a:lvl1pPr marL="268288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■"/>
                  <a:defRPr sz="14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36575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□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06450" indent="-269875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–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27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rabicPeriod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lphaLcParenR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100000"/>
                  <a:buFont typeface="+mj-lt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90000"/>
                  <a:buFont typeface="Arial" panose="020B0604020202020204" pitchFamily="34" charset="0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1,0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DE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 Placeholder 53">
                <a:extLst>
                  <a:ext uri="{FF2B5EF4-FFF2-40B4-BE49-F238E27FC236}">
                    <a16:creationId xmlns:a16="http://schemas.microsoft.com/office/drawing/2014/main" id="{C7044E21-08D9-0C29-52B7-F8F2EDD6CC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552785" y="1284799"/>
                <a:ext cx="444398" cy="20068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7BB032A-9BB4-3CA8-F4CB-914CFE336BFC}"/>
              </a:ext>
            </a:extLst>
          </p:cNvPr>
          <p:cNvCxnSpPr>
            <a:cxnSpLocks/>
          </p:cNvCxnSpPr>
          <p:nvPr/>
        </p:nvCxnSpPr>
        <p:spPr bwMode="gray">
          <a:xfrm flipV="1">
            <a:off x="7615475" y="2290538"/>
            <a:ext cx="0" cy="27157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 Placeholder 53">
                <a:extLst>
                  <a:ext uri="{FF2B5EF4-FFF2-40B4-BE49-F238E27FC236}">
                    <a16:creationId xmlns:a16="http://schemas.microsoft.com/office/drawing/2014/main" id="{752B5869-3C6E-9475-2788-436EA62709B2}"/>
                  </a:ext>
                </a:extLst>
              </p:cNvPr>
              <p:cNvSpPr txBox="1">
                <a:spLocks/>
              </p:cNvSpPr>
              <p:nvPr/>
            </p:nvSpPr>
            <p:spPr bwMode="gray">
              <a:xfrm>
                <a:off x="7589787" y="2398755"/>
                <a:ext cx="444398" cy="200688"/>
              </a:xfrm>
              <a:prstGeom prst="rect">
                <a:avLst/>
              </a:prstGeom>
            </p:spPr>
            <p:txBody>
              <a:bodyPr/>
              <a:lstStyle>
                <a:lvl1pPr marL="268288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■"/>
                  <a:defRPr sz="14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36575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□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06450" indent="-269875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–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27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rabicPeriod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lphaLcParenR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100000"/>
                  <a:buFont typeface="+mj-lt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90000"/>
                  <a:buFont typeface="Arial" panose="020B0604020202020204" pitchFamily="34" charset="0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DE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1" name="Text Placeholder 53">
                <a:extLst>
                  <a:ext uri="{FF2B5EF4-FFF2-40B4-BE49-F238E27FC236}">
                    <a16:creationId xmlns:a16="http://schemas.microsoft.com/office/drawing/2014/main" id="{752B5869-3C6E-9475-2788-436EA62709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589787" y="2398755"/>
                <a:ext cx="444398" cy="20068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32EB48D-38A5-D529-E3CB-A263F0B5C719}"/>
              </a:ext>
            </a:extLst>
          </p:cNvPr>
          <p:cNvCxnSpPr>
            <a:cxnSpLocks/>
          </p:cNvCxnSpPr>
          <p:nvPr/>
        </p:nvCxnSpPr>
        <p:spPr bwMode="gray">
          <a:xfrm flipV="1">
            <a:off x="7618584" y="2791963"/>
            <a:ext cx="0" cy="27157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 Placeholder 53">
                <a:extLst>
                  <a:ext uri="{FF2B5EF4-FFF2-40B4-BE49-F238E27FC236}">
                    <a16:creationId xmlns:a16="http://schemas.microsoft.com/office/drawing/2014/main" id="{E43F748E-7952-C4A0-75EE-D6E5F6E626CC}"/>
                  </a:ext>
                </a:extLst>
              </p:cNvPr>
              <p:cNvSpPr txBox="1">
                <a:spLocks/>
              </p:cNvSpPr>
              <p:nvPr/>
            </p:nvSpPr>
            <p:spPr bwMode="gray">
              <a:xfrm>
                <a:off x="7592896" y="2900180"/>
                <a:ext cx="444398" cy="200688"/>
              </a:xfrm>
              <a:prstGeom prst="rect">
                <a:avLst/>
              </a:prstGeom>
            </p:spPr>
            <p:txBody>
              <a:bodyPr/>
              <a:lstStyle>
                <a:lvl1pPr marL="268288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■"/>
                  <a:defRPr sz="14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36575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□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06450" indent="-269875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–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27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rabicPeriod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lphaLcParenR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100000"/>
                  <a:buFont typeface="+mj-lt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90000"/>
                  <a:buFont typeface="Arial" panose="020B0604020202020204" pitchFamily="34" charset="0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DE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4" name="Text Placeholder 53">
                <a:extLst>
                  <a:ext uri="{FF2B5EF4-FFF2-40B4-BE49-F238E27FC236}">
                    <a16:creationId xmlns:a16="http://schemas.microsoft.com/office/drawing/2014/main" id="{E43F748E-7952-C4A0-75EE-D6E5F6E626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592896" y="2900180"/>
                <a:ext cx="444398" cy="20068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40D3BE-2341-62C7-29C2-EC4E09E78D6C}"/>
              </a:ext>
            </a:extLst>
          </p:cNvPr>
          <p:cNvCxnSpPr>
            <a:cxnSpLocks/>
          </p:cNvCxnSpPr>
          <p:nvPr/>
        </p:nvCxnSpPr>
        <p:spPr bwMode="gray">
          <a:xfrm flipV="1">
            <a:off x="8471659" y="1751637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 Placeholder 53">
                <a:extLst>
                  <a:ext uri="{FF2B5EF4-FFF2-40B4-BE49-F238E27FC236}">
                    <a16:creationId xmlns:a16="http://schemas.microsoft.com/office/drawing/2014/main" id="{61E37B61-E520-52BC-277D-A50D58E0574F}"/>
                  </a:ext>
                </a:extLst>
              </p:cNvPr>
              <p:cNvSpPr txBox="1">
                <a:spLocks/>
              </p:cNvSpPr>
              <p:nvPr/>
            </p:nvSpPr>
            <p:spPr bwMode="gray">
              <a:xfrm>
                <a:off x="8429053" y="1720937"/>
                <a:ext cx="444398" cy="200688"/>
              </a:xfrm>
              <a:prstGeom prst="rect">
                <a:avLst/>
              </a:prstGeom>
            </p:spPr>
            <p:txBody>
              <a:bodyPr/>
              <a:lstStyle>
                <a:lvl1pPr marL="268288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■"/>
                  <a:defRPr sz="14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36575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□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06450" indent="-269875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–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27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rabicPeriod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lphaLcParenR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100000"/>
                  <a:buFont typeface="+mj-lt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90000"/>
                  <a:buFont typeface="Arial" panose="020B0604020202020204" pitchFamily="34" charset="0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DE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6" name="Text Placeholder 53">
                <a:extLst>
                  <a:ext uri="{FF2B5EF4-FFF2-40B4-BE49-F238E27FC236}">
                    <a16:creationId xmlns:a16="http://schemas.microsoft.com/office/drawing/2014/main" id="{61E37B61-E520-52BC-277D-A50D58E057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429053" y="1720937"/>
                <a:ext cx="444398" cy="200688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D3E1218-F281-D7AD-D815-971FB89020F4}"/>
              </a:ext>
            </a:extLst>
          </p:cNvPr>
          <p:cNvCxnSpPr>
            <a:cxnSpLocks/>
          </p:cNvCxnSpPr>
          <p:nvPr/>
        </p:nvCxnSpPr>
        <p:spPr bwMode="gray">
          <a:xfrm flipV="1">
            <a:off x="8473013" y="2248550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 Placeholder 53">
                <a:extLst>
                  <a:ext uri="{FF2B5EF4-FFF2-40B4-BE49-F238E27FC236}">
                    <a16:creationId xmlns:a16="http://schemas.microsoft.com/office/drawing/2014/main" id="{05442052-66EF-7A53-4227-C8633C38291A}"/>
                  </a:ext>
                </a:extLst>
              </p:cNvPr>
              <p:cNvSpPr txBox="1">
                <a:spLocks/>
              </p:cNvSpPr>
              <p:nvPr/>
            </p:nvSpPr>
            <p:spPr bwMode="gray">
              <a:xfrm>
                <a:off x="8430407" y="2217850"/>
                <a:ext cx="444398" cy="200688"/>
              </a:xfrm>
              <a:prstGeom prst="rect">
                <a:avLst/>
              </a:prstGeom>
            </p:spPr>
            <p:txBody>
              <a:bodyPr/>
              <a:lstStyle>
                <a:lvl1pPr marL="268288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■"/>
                  <a:defRPr sz="14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36575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□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06450" indent="-269875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–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27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rabicPeriod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lphaLcParenR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100000"/>
                  <a:buFont typeface="+mj-lt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90000"/>
                  <a:buFont typeface="Arial" panose="020B0604020202020204" pitchFamily="34" charset="0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DE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" name="Text Placeholder 53">
                <a:extLst>
                  <a:ext uri="{FF2B5EF4-FFF2-40B4-BE49-F238E27FC236}">
                    <a16:creationId xmlns:a16="http://schemas.microsoft.com/office/drawing/2014/main" id="{05442052-66EF-7A53-4227-C8633C3829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430407" y="2217850"/>
                <a:ext cx="444398" cy="200688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4D4291E-4B1C-EE55-9AF8-EC146C2DEA4B}"/>
              </a:ext>
            </a:extLst>
          </p:cNvPr>
          <p:cNvCxnSpPr>
            <a:cxnSpLocks/>
          </p:cNvCxnSpPr>
          <p:nvPr/>
        </p:nvCxnSpPr>
        <p:spPr bwMode="gray">
          <a:xfrm flipV="1">
            <a:off x="8471659" y="2793064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 Placeholder 53">
                <a:extLst>
                  <a:ext uri="{FF2B5EF4-FFF2-40B4-BE49-F238E27FC236}">
                    <a16:creationId xmlns:a16="http://schemas.microsoft.com/office/drawing/2014/main" id="{DFDFD93E-0076-7BBE-D69C-D56BE1FA1D21}"/>
                  </a:ext>
                </a:extLst>
              </p:cNvPr>
              <p:cNvSpPr txBox="1">
                <a:spLocks/>
              </p:cNvSpPr>
              <p:nvPr/>
            </p:nvSpPr>
            <p:spPr bwMode="gray">
              <a:xfrm>
                <a:off x="8429053" y="2762364"/>
                <a:ext cx="444398" cy="200688"/>
              </a:xfrm>
              <a:prstGeom prst="rect">
                <a:avLst/>
              </a:prstGeom>
            </p:spPr>
            <p:txBody>
              <a:bodyPr/>
              <a:lstStyle>
                <a:lvl1pPr marL="268288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■"/>
                  <a:defRPr sz="14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36575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□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06450" indent="-269875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–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27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rabicPeriod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lphaLcParenR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100000"/>
                  <a:buFont typeface="+mj-lt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90000"/>
                  <a:buFont typeface="Arial" panose="020B0604020202020204" pitchFamily="34" charset="0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DE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3" name="Text Placeholder 53">
                <a:extLst>
                  <a:ext uri="{FF2B5EF4-FFF2-40B4-BE49-F238E27FC236}">
                    <a16:creationId xmlns:a16="http://schemas.microsoft.com/office/drawing/2014/main" id="{DFDFD93E-0076-7BBE-D69C-D56BE1FA1D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429053" y="2762364"/>
                <a:ext cx="444398" cy="200688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803BD9F-0088-8CA0-4EDF-CD1026EB9151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7675955" y="1694794"/>
            <a:ext cx="586642" cy="7973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 Placeholder 53">
                <a:extLst>
                  <a:ext uri="{FF2B5EF4-FFF2-40B4-BE49-F238E27FC236}">
                    <a16:creationId xmlns:a16="http://schemas.microsoft.com/office/drawing/2014/main" id="{458A694F-516A-BF2C-2F46-9362D4C4BD5B}"/>
                  </a:ext>
                </a:extLst>
              </p:cNvPr>
              <p:cNvSpPr txBox="1">
                <a:spLocks/>
              </p:cNvSpPr>
              <p:nvPr/>
            </p:nvSpPr>
            <p:spPr bwMode="gray">
              <a:xfrm>
                <a:off x="7713831" y="1665946"/>
                <a:ext cx="444398" cy="200688"/>
              </a:xfrm>
              <a:prstGeom prst="rect">
                <a:avLst/>
              </a:prstGeom>
            </p:spPr>
            <p:txBody>
              <a:bodyPr/>
              <a:lstStyle>
                <a:lvl1pPr marL="268288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■"/>
                  <a:defRPr sz="14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36575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□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06450" indent="-269875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–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27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rabicPeriod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lphaLcParenR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100000"/>
                  <a:buFont typeface="+mj-lt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90000"/>
                  <a:buFont typeface="Arial" panose="020B0604020202020204" pitchFamily="34" charset="0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DE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7" name="Text Placeholder 53">
                <a:extLst>
                  <a:ext uri="{FF2B5EF4-FFF2-40B4-BE49-F238E27FC236}">
                    <a16:creationId xmlns:a16="http://schemas.microsoft.com/office/drawing/2014/main" id="{458A694F-516A-BF2C-2F46-9362D4C4BD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13831" y="1665946"/>
                <a:ext cx="444398" cy="200688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2A7805C-3782-6341-A26A-99ACA534BCEE}"/>
              </a:ext>
            </a:extLst>
          </p:cNvPr>
          <p:cNvCxnSpPr>
            <a:cxnSpLocks/>
            <a:stCxn id="59" idx="0"/>
            <a:endCxn id="65" idx="2"/>
          </p:cNvCxnSpPr>
          <p:nvPr/>
        </p:nvCxnSpPr>
        <p:spPr bwMode="gray">
          <a:xfrm flipH="1" flipV="1">
            <a:off x="4407719" y="3328206"/>
            <a:ext cx="1368424" cy="66054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9E83595-ED1A-3DA8-0577-5A0B36ECC3E1}"/>
              </a:ext>
            </a:extLst>
          </p:cNvPr>
          <p:cNvCxnSpPr>
            <a:cxnSpLocks/>
            <a:stCxn id="68" idx="0"/>
            <a:endCxn id="66" idx="2"/>
          </p:cNvCxnSpPr>
          <p:nvPr/>
        </p:nvCxnSpPr>
        <p:spPr bwMode="gray">
          <a:xfrm flipH="1" flipV="1">
            <a:off x="5356198" y="3363838"/>
            <a:ext cx="904007" cy="60993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6E6AA786-8992-0BC8-A47A-26E9D39E1701}"/>
              </a:ext>
            </a:extLst>
          </p:cNvPr>
          <p:cNvSpPr/>
          <p:nvPr/>
        </p:nvSpPr>
        <p:spPr bwMode="gray">
          <a:xfrm>
            <a:off x="5611861" y="3988747"/>
            <a:ext cx="328563" cy="155403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072FF3A8-606C-72C2-57FE-DD21776F934A}"/>
              </a:ext>
            </a:extLst>
          </p:cNvPr>
          <p:cNvSpPr/>
          <p:nvPr/>
        </p:nvSpPr>
        <p:spPr bwMode="gray">
          <a:xfrm>
            <a:off x="4243437" y="3172803"/>
            <a:ext cx="328563" cy="155403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978D9025-37AE-8CBA-5582-81141830EF20}"/>
              </a:ext>
            </a:extLst>
          </p:cNvPr>
          <p:cNvSpPr/>
          <p:nvPr/>
        </p:nvSpPr>
        <p:spPr bwMode="gray">
          <a:xfrm>
            <a:off x="5075287" y="3178496"/>
            <a:ext cx="561822" cy="18534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A0071CC0-60B1-2C16-B4E1-39987D61168B}"/>
              </a:ext>
            </a:extLst>
          </p:cNvPr>
          <p:cNvSpPr/>
          <p:nvPr/>
        </p:nvSpPr>
        <p:spPr bwMode="gray">
          <a:xfrm>
            <a:off x="5979294" y="3973777"/>
            <a:ext cx="561822" cy="18534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49C7FB4-8BBD-0E2B-41C3-9F1EA42B89B2}"/>
              </a:ext>
            </a:extLst>
          </p:cNvPr>
          <p:cNvCxnSpPr>
            <a:cxnSpLocks/>
            <a:stCxn id="5" idx="0"/>
            <a:endCxn id="6" idx="2"/>
          </p:cNvCxnSpPr>
          <p:nvPr/>
        </p:nvCxnSpPr>
        <p:spPr bwMode="gray">
          <a:xfrm flipH="1" flipV="1">
            <a:off x="4414583" y="3328206"/>
            <a:ext cx="571428" cy="118776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BC86BA4-404D-1474-63A3-33D005A8E0F2}"/>
              </a:ext>
            </a:extLst>
          </p:cNvPr>
          <p:cNvSpPr/>
          <p:nvPr/>
        </p:nvSpPr>
        <p:spPr bwMode="gray">
          <a:xfrm>
            <a:off x="4751950" y="4515966"/>
            <a:ext cx="468122" cy="216024"/>
          </a:xfrm>
          <a:prstGeom prst="round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B7385F8-7CEF-3111-0066-F88B44D09CDA}"/>
              </a:ext>
            </a:extLst>
          </p:cNvPr>
          <p:cNvSpPr/>
          <p:nvPr/>
        </p:nvSpPr>
        <p:spPr bwMode="gray">
          <a:xfrm>
            <a:off x="4204568" y="3007468"/>
            <a:ext cx="420030" cy="320738"/>
          </a:xfrm>
          <a:prstGeom prst="round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186E1FF-2CD6-9AD2-EEA4-08DAC07D9B42}"/>
              </a:ext>
            </a:extLst>
          </p:cNvPr>
          <p:cNvCxnSpPr>
            <a:cxnSpLocks/>
            <a:stCxn id="16" idx="0"/>
            <a:endCxn id="17" idx="2"/>
          </p:cNvCxnSpPr>
          <p:nvPr/>
        </p:nvCxnSpPr>
        <p:spPr bwMode="gray">
          <a:xfrm flipH="1" flipV="1">
            <a:off x="5201233" y="3363838"/>
            <a:ext cx="890723" cy="115212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9D89BB3-78B2-F191-B5B1-8743C93976D5}"/>
              </a:ext>
            </a:extLst>
          </p:cNvPr>
          <p:cNvSpPr/>
          <p:nvPr/>
        </p:nvSpPr>
        <p:spPr bwMode="gray">
          <a:xfrm>
            <a:off x="5642796" y="4515966"/>
            <a:ext cx="898319" cy="216024"/>
          </a:xfrm>
          <a:prstGeom prst="roundRect">
            <a:avLst/>
          </a:prstGeom>
          <a:solidFill>
            <a:srgbClr val="0070C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A4E2DC64-4087-5504-0AB2-55E215798F96}"/>
              </a:ext>
            </a:extLst>
          </p:cNvPr>
          <p:cNvSpPr/>
          <p:nvPr/>
        </p:nvSpPr>
        <p:spPr bwMode="gray">
          <a:xfrm>
            <a:off x="4697748" y="2974248"/>
            <a:ext cx="1006970" cy="389590"/>
          </a:xfrm>
          <a:prstGeom prst="roundRect">
            <a:avLst/>
          </a:prstGeom>
          <a:solidFill>
            <a:srgbClr val="0070C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645162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7" dur="500"/>
                                        <p:tgtEl>
                                          <p:spTgt spid="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8" dur="500"/>
                                        <p:tgtEl>
                                          <p:spTgt spid="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9" dur="500"/>
                                        <p:tgtEl>
                                          <p:spTgt spid="4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2" dur="500"/>
                                        <p:tgtEl>
                                          <p:spTgt spid="4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3" dur="500"/>
                                        <p:tgtEl>
                                          <p:spTgt spid="4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8" dur="500"/>
                                        <p:tgtEl>
                                          <p:spTgt spid="4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indefinite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5" fill="hold">
                      <p:stCondLst>
                        <p:cond delay="indefinite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9" dur="500"/>
                                        <p:tgtEl>
                                          <p:spTgt spid="4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4" dur="500"/>
                                        <p:tgtEl>
                                          <p:spTgt spid="4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" fill="hold">
                      <p:stCondLst>
                        <p:cond delay="indefinite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2" fill="hold">
                      <p:stCondLst>
                        <p:cond delay="indefinite"/>
                      </p:stCondLst>
                      <p:childTnLst>
                        <p:par>
                          <p:cTn id="213" fill="hold">
                            <p:stCondLst>
                              <p:cond delay="0"/>
                            </p:stCondLst>
                            <p:childTnLst>
                              <p:par>
                                <p:cTn id="21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" grpId="0" animBg="1"/>
      <p:bldP spid="113" grpId="0" animBg="1"/>
      <p:bldP spid="116" grpId="0"/>
      <p:bldP spid="117" grpId="0" animBg="1"/>
      <p:bldP spid="118" grpId="0"/>
      <p:bldP spid="119" grpId="0" animBg="1"/>
      <p:bldP spid="121" grpId="0" animBg="1"/>
      <p:bldP spid="122" grpId="0" animBg="1"/>
      <p:bldP spid="124" grpId="0"/>
      <p:bldP spid="126" grpId="0" animBg="1"/>
      <p:bldP spid="127" grpId="0" animBg="1"/>
      <p:bldP spid="130" grpId="0"/>
      <p:bldP spid="131" grpId="0" animBg="1"/>
      <p:bldP spid="132" grpId="0"/>
      <p:bldP spid="134" grpId="0" animBg="1"/>
      <p:bldP spid="10" grpId="0"/>
      <p:bldP spid="12" grpId="0"/>
      <p:bldP spid="21" grpId="0"/>
      <p:bldP spid="24" grpId="0"/>
      <p:bldP spid="26" grpId="0"/>
      <p:bldP spid="31" grpId="0"/>
      <p:bldP spid="33" grpId="0"/>
      <p:bldP spid="37" grpId="0"/>
      <p:bldP spid="59" grpId="0" animBg="1"/>
      <p:bldP spid="65" grpId="0" animBg="1"/>
      <p:bldP spid="66" grpId="0" animBg="1"/>
      <p:bldP spid="68" grpId="0" animBg="1"/>
      <p:bldP spid="5" grpId="0" animBg="1"/>
      <p:bldP spid="6" grpId="0" animBg="1"/>
      <p:bldP spid="16" grpId="0" animBg="1"/>
      <p:bldP spid="1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FE59282-30CB-A7F5-6659-D2E288B3638F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2553381"/>
              </a:xfrm>
            </p:spPr>
            <p:txBody>
              <a:bodyPr/>
              <a:lstStyle/>
              <a:p>
                <a:r>
                  <a:rPr lang="en-US" b="1" dirty="0"/>
                  <a:t>GP Posterior</a:t>
                </a:r>
                <a:endParaRPr lang="en-US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r>
                  <a:rPr lang="en-US" b="1" dirty="0"/>
                  <a:t>Theorem (Mixed Multiplication)</a:t>
                </a:r>
                <a:r>
                  <a:rPr lang="en-US" dirty="0"/>
                  <a:t>. </a:t>
                </a:r>
                <a:r>
                  <a:rPr lang="en-US" i="1" dirty="0"/>
                  <a:t>Given two multi-dimensional Gaussian distributions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𝒎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𝑺</m:t>
                        </m:r>
                      </m:e>
                    </m:d>
                  </m:oMath>
                </a14:m>
                <a:r>
                  <a:rPr lang="en-US" i="1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𝒢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𝝉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𝑷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i="1" dirty="0"/>
                  <a:t> we have </a:t>
                </a:r>
              </a:p>
              <a:p>
                <a:endParaRPr lang="en-US" i="1" dirty="0"/>
              </a:p>
              <a:p>
                <a:endParaRPr lang="en-US" i="1" dirty="0"/>
              </a:p>
              <a:p>
                <a:r>
                  <a:rPr lang="en-US" b="1" dirty="0"/>
                  <a:t>Partitioned GP Posterior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FE59282-30CB-A7F5-6659-D2E288B363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2553381"/>
              </a:xfrm>
              <a:blipFill>
                <a:blip r:embed="rId2"/>
                <a:stretch>
                  <a:fillRect t="-495" b="-2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1B1BD8D-22AD-71A8-53A2-72291F5DE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Mixed Multivariate Gaussian Multiplication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1367602-402A-52E7-E9B2-BB32C3F9C7D1}"/>
              </a:ext>
            </a:extLst>
          </p:cNvPr>
          <p:cNvCxnSpPr>
            <a:cxnSpLocks/>
            <a:stCxn id="33" idx="6"/>
            <a:endCxn id="13" idx="1"/>
          </p:cNvCxnSpPr>
          <p:nvPr/>
        </p:nvCxnSpPr>
        <p:spPr bwMode="gray">
          <a:xfrm>
            <a:off x="7596336" y="1635646"/>
            <a:ext cx="745880" cy="81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78E8DE73-C073-62DA-CD57-56166A631FC8}"/>
                  </a:ext>
                </a:extLst>
              </p:cNvPr>
              <p:cNvSpPr/>
              <p:nvPr/>
            </p:nvSpPr>
            <p:spPr bwMode="gray">
              <a:xfrm>
                <a:off x="8297215" y="1995686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78E8DE73-C073-62DA-CD57-56166A631F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97215" y="1995686"/>
                <a:ext cx="216000" cy="216000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0590CE01-E706-C2B9-C27F-4A56D49CCF12}"/>
              </a:ext>
            </a:extLst>
          </p:cNvPr>
          <p:cNvSpPr/>
          <p:nvPr/>
        </p:nvSpPr>
        <p:spPr bwMode="gray">
          <a:xfrm>
            <a:off x="8342216" y="1573462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171FB14-A13C-0DA5-1975-848F33CDA286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 bwMode="gray">
          <a:xfrm flipH="1">
            <a:off x="8405215" y="1699461"/>
            <a:ext cx="1" cy="29622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3CB2CA8-69FB-7A99-17ED-945A93834C8B}"/>
              </a:ext>
            </a:extLst>
          </p:cNvPr>
          <p:cNvCxnSpPr>
            <a:cxnSpLocks/>
            <a:stCxn id="29" idx="0"/>
            <a:endCxn id="12" idx="4"/>
          </p:cNvCxnSpPr>
          <p:nvPr/>
        </p:nvCxnSpPr>
        <p:spPr bwMode="gray">
          <a:xfrm flipH="1" flipV="1">
            <a:off x="8405215" y="2211686"/>
            <a:ext cx="1" cy="32886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35AC013-966F-3FEA-DE2E-1DA464E28B5E}"/>
                  </a:ext>
                </a:extLst>
              </p:cNvPr>
              <p:cNvSpPr txBox="1"/>
              <p:nvPr/>
            </p:nvSpPr>
            <p:spPr bwMode="gray">
              <a:xfrm>
                <a:off x="8290032" y="1335546"/>
                <a:ext cx="937746" cy="231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8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𝑭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35AC013-966F-3FEA-DE2E-1DA464E28B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90032" y="1335546"/>
                <a:ext cx="937746" cy="23128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84445F38-0681-0E45-E108-63CA80F4382A}"/>
              </a:ext>
            </a:extLst>
          </p:cNvPr>
          <p:cNvSpPr/>
          <p:nvPr/>
        </p:nvSpPr>
        <p:spPr bwMode="gray">
          <a:xfrm>
            <a:off x="8342216" y="2540549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3E8DD8C-1D9E-A5E5-1BD0-1CFB67F796E8}"/>
                  </a:ext>
                </a:extLst>
              </p:cNvPr>
              <p:cNvSpPr txBox="1"/>
              <p:nvPr/>
            </p:nvSpPr>
            <p:spPr bwMode="gray">
              <a:xfrm>
                <a:off x="8410307" y="2499742"/>
                <a:ext cx="812485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3E8DD8C-1D9E-A5E5-1BD0-1CFB67F796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410307" y="2499742"/>
                <a:ext cx="812485" cy="215444"/>
              </a:xfrm>
              <a:prstGeom prst="rect">
                <a:avLst/>
              </a:prstGeom>
              <a:blipFill>
                <a:blip r:embed="rId5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DAA94D2-AA3C-CF19-01E1-5A782968F6AE}"/>
                  </a:ext>
                </a:extLst>
              </p:cNvPr>
              <p:cNvSpPr/>
              <p:nvPr/>
            </p:nvSpPr>
            <p:spPr bwMode="gray">
              <a:xfrm>
                <a:off x="8297215" y="307583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DAA94D2-AA3C-CF19-01E1-5A782968F6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97215" y="3075830"/>
                <a:ext cx="216000" cy="216000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3B3E2FB-507B-1D3C-FDFB-A95B7EABB380}"/>
              </a:ext>
            </a:extLst>
          </p:cNvPr>
          <p:cNvCxnSpPr>
            <a:cxnSpLocks/>
            <a:stCxn id="29" idx="2"/>
            <a:endCxn id="31" idx="0"/>
          </p:cNvCxnSpPr>
          <p:nvPr/>
        </p:nvCxnSpPr>
        <p:spPr bwMode="gray">
          <a:xfrm flipH="1">
            <a:off x="8405215" y="2666548"/>
            <a:ext cx="1" cy="409282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C5BF466D-2794-5733-A668-05C9F62FA592}"/>
                  </a:ext>
                </a:extLst>
              </p:cNvPr>
              <p:cNvSpPr/>
              <p:nvPr/>
            </p:nvSpPr>
            <p:spPr bwMode="gray">
              <a:xfrm>
                <a:off x="7380336" y="1527646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C5BF466D-2794-5733-A668-05C9F62FA5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80336" y="1527646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A77FA825-4C1D-6CFE-110B-D432B8C7783A}"/>
              </a:ext>
            </a:extLst>
          </p:cNvPr>
          <p:cNvSpPr/>
          <p:nvPr/>
        </p:nvSpPr>
        <p:spPr bwMode="gray">
          <a:xfrm>
            <a:off x="7425336" y="1171428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6815B48-5B4A-A842-D5CA-B9C5B2E79EC9}"/>
              </a:ext>
            </a:extLst>
          </p:cNvPr>
          <p:cNvCxnSpPr>
            <a:cxnSpLocks/>
            <a:stCxn id="34" idx="2"/>
            <a:endCxn id="33" idx="0"/>
          </p:cNvCxnSpPr>
          <p:nvPr/>
        </p:nvCxnSpPr>
        <p:spPr bwMode="gray">
          <a:xfrm>
            <a:off x="7488336" y="1297427"/>
            <a:ext cx="0" cy="23021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46CE6A4-6BAD-EEE5-D615-1268CB9B76F3}"/>
                  </a:ext>
                </a:extLst>
              </p:cNvPr>
              <p:cNvSpPr txBox="1"/>
              <p:nvPr/>
            </p:nvSpPr>
            <p:spPr bwMode="gray">
              <a:xfrm>
                <a:off x="6717230" y="1130760"/>
                <a:ext cx="812485" cy="2168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𝑭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46CE6A4-6BAD-EEE5-D615-1268CB9B76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17230" y="1130760"/>
                <a:ext cx="812485" cy="2168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15EA404-1A8A-B985-1001-B169FB8BA56C}"/>
              </a:ext>
            </a:extLst>
          </p:cNvPr>
          <p:cNvCxnSpPr>
            <a:cxnSpLocks/>
            <a:stCxn id="33" idx="4"/>
            <a:endCxn id="39" idx="0"/>
          </p:cNvCxnSpPr>
          <p:nvPr/>
        </p:nvCxnSpPr>
        <p:spPr bwMode="gray">
          <a:xfrm>
            <a:off x="7488336" y="1743646"/>
            <a:ext cx="4501" cy="35955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64C09B90-6BD1-E254-21C1-6295BBAFB554}"/>
                  </a:ext>
                </a:extLst>
              </p:cNvPr>
              <p:cNvSpPr/>
              <p:nvPr/>
            </p:nvSpPr>
            <p:spPr bwMode="gray">
              <a:xfrm>
                <a:off x="7384836" y="257175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64C09B90-6BD1-E254-21C1-6295BBAFB5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84836" y="2571750"/>
                <a:ext cx="216000" cy="216000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Rectangle 38">
            <a:extLst>
              <a:ext uri="{FF2B5EF4-FFF2-40B4-BE49-F238E27FC236}">
                <a16:creationId xmlns:a16="http://schemas.microsoft.com/office/drawing/2014/main" id="{84043696-093B-C460-BDC9-08FB3BC41586}"/>
              </a:ext>
            </a:extLst>
          </p:cNvPr>
          <p:cNvSpPr/>
          <p:nvPr/>
        </p:nvSpPr>
        <p:spPr bwMode="gray">
          <a:xfrm>
            <a:off x="7429837" y="2103199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4E02596-57EB-E28C-FF6B-EF343A4E2CF5}"/>
              </a:ext>
            </a:extLst>
          </p:cNvPr>
          <p:cNvCxnSpPr>
            <a:cxnSpLocks/>
            <a:stCxn id="39" idx="2"/>
            <a:endCxn id="38" idx="0"/>
          </p:cNvCxnSpPr>
          <p:nvPr/>
        </p:nvCxnSpPr>
        <p:spPr bwMode="gray">
          <a:xfrm flipH="1">
            <a:off x="7492836" y="2229198"/>
            <a:ext cx="1" cy="342552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B5655DE-4035-FCA8-9373-9B06023D9BD1}"/>
              </a:ext>
            </a:extLst>
          </p:cNvPr>
          <p:cNvCxnSpPr>
            <a:cxnSpLocks/>
            <a:stCxn id="43" idx="0"/>
            <a:endCxn id="38" idx="4"/>
          </p:cNvCxnSpPr>
          <p:nvPr/>
        </p:nvCxnSpPr>
        <p:spPr bwMode="gray">
          <a:xfrm flipV="1">
            <a:off x="7491534" y="2787750"/>
            <a:ext cx="1302" cy="334271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B660BE7-D1BE-7523-0DDD-5E9463386FE9}"/>
                  </a:ext>
                </a:extLst>
              </p:cNvPr>
              <p:cNvSpPr txBox="1"/>
              <p:nvPr/>
            </p:nvSpPr>
            <p:spPr bwMode="gray">
              <a:xfrm>
                <a:off x="6688458" y="1914822"/>
                <a:ext cx="817003" cy="231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8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𝑭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B660BE7-D1BE-7523-0DDD-5E9463386F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88458" y="1914822"/>
                <a:ext cx="817003" cy="23128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ctangle 42">
            <a:extLst>
              <a:ext uri="{FF2B5EF4-FFF2-40B4-BE49-F238E27FC236}">
                <a16:creationId xmlns:a16="http://schemas.microsoft.com/office/drawing/2014/main" id="{6655C14E-BCA5-A9FA-D47B-B8EAA3157FA4}"/>
              </a:ext>
            </a:extLst>
          </p:cNvPr>
          <p:cNvSpPr/>
          <p:nvPr/>
        </p:nvSpPr>
        <p:spPr bwMode="gray">
          <a:xfrm>
            <a:off x="7428534" y="312202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3694233-9B8B-B635-061D-0C5A145BAAAC}"/>
                  </a:ext>
                </a:extLst>
              </p:cNvPr>
              <p:cNvSpPr txBox="1"/>
              <p:nvPr/>
            </p:nvSpPr>
            <p:spPr bwMode="gray">
              <a:xfrm>
                <a:off x="6692976" y="3076386"/>
                <a:ext cx="812485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3694233-9B8B-B635-061D-0C5A145BAA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92976" y="3076386"/>
                <a:ext cx="812485" cy="215444"/>
              </a:xfrm>
              <a:prstGeom prst="rect">
                <a:avLst/>
              </a:prstGeom>
              <a:blipFill>
                <a:blip r:embed="rId11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ounded Rectangle 44">
                <a:extLst>
                  <a:ext uri="{FF2B5EF4-FFF2-40B4-BE49-F238E27FC236}">
                    <a16:creationId xmlns:a16="http://schemas.microsoft.com/office/drawing/2014/main" id="{4523A203-41B8-7396-61E5-8AC59C8645CA}"/>
                  </a:ext>
                </a:extLst>
              </p:cNvPr>
              <p:cNvSpPr/>
              <p:nvPr/>
            </p:nvSpPr>
            <p:spPr bwMode="gray">
              <a:xfrm>
                <a:off x="6717229" y="1877053"/>
                <a:ext cx="1385115" cy="1625906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Rounded Rectangle 44">
                <a:extLst>
                  <a:ext uri="{FF2B5EF4-FFF2-40B4-BE49-F238E27FC236}">
                    <a16:creationId xmlns:a16="http://schemas.microsoft.com/office/drawing/2014/main" id="{4523A203-41B8-7396-61E5-8AC59C8645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17229" y="1877053"/>
                <a:ext cx="1385115" cy="1625906"/>
              </a:xfrm>
              <a:prstGeom prst="round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B9600E1-35CE-F8F7-4AEF-C8AD1B98DAA4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7675955" y="1694794"/>
            <a:ext cx="586642" cy="7973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 Placeholder 53">
                <a:extLst>
                  <a:ext uri="{FF2B5EF4-FFF2-40B4-BE49-F238E27FC236}">
                    <a16:creationId xmlns:a16="http://schemas.microsoft.com/office/drawing/2014/main" id="{C2587FEF-EC78-48B2-C6F7-1FDF476B2723}"/>
                  </a:ext>
                </a:extLst>
              </p:cNvPr>
              <p:cNvSpPr txBox="1">
                <a:spLocks/>
              </p:cNvSpPr>
              <p:nvPr/>
            </p:nvSpPr>
            <p:spPr bwMode="gray">
              <a:xfrm>
                <a:off x="7713831" y="1665946"/>
                <a:ext cx="444398" cy="200688"/>
              </a:xfrm>
              <a:prstGeom prst="rect">
                <a:avLst/>
              </a:prstGeom>
            </p:spPr>
            <p:txBody>
              <a:bodyPr/>
              <a:lstStyle>
                <a:lvl1pPr marL="268288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■"/>
                  <a:defRPr sz="14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36575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□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06450" indent="-269875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–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27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rabicPeriod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lphaLcParenR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100000"/>
                  <a:buFont typeface="+mj-lt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90000"/>
                  <a:buFont typeface="Arial" panose="020B0604020202020204" pitchFamily="34" charset="0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DE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1" name="Text Placeholder 53">
                <a:extLst>
                  <a:ext uri="{FF2B5EF4-FFF2-40B4-BE49-F238E27FC236}">
                    <a16:creationId xmlns:a16="http://schemas.microsoft.com/office/drawing/2014/main" id="{C2587FEF-EC78-48B2-C6F7-1FDF476B27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13831" y="1665946"/>
                <a:ext cx="444398" cy="20068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16BAF6B-B634-2456-720C-C5A09F18161C}"/>
                  </a:ext>
                </a:extLst>
              </p:cNvPr>
              <p:cNvSpPr txBox="1"/>
              <p:nvPr/>
            </p:nvSpPr>
            <p:spPr bwMode="gray">
              <a:xfrm>
                <a:off x="1344266" y="1536799"/>
                <a:ext cx="4686300" cy="6805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𝒇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𝒢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𝒇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  <m:nary>
                            <m:naryPr>
                              <m:chr m:val="∑"/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𝒆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  <m:nary>
                            <m:naryPr>
                              <m:chr m:val="∑"/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𝒆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𝒆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bSup>
                            </m:e>
                          </m:nary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16BAF6B-B634-2456-720C-C5A09F1816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344266" y="1536799"/>
                <a:ext cx="4686300" cy="680507"/>
              </a:xfrm>
              <a:prstGeom prst="rect">
                <a:avLst/>
              </a:prstGeom>
              <a:blipFill>
                <a:blip r:embed="rId14"/>
                <a:stretch>
                  <a:fillRect t="-94545" b="-150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5106E5C-AD35-E30A-7AAF-0769AE3E57D7}"/>
              </a:ext>
            </a:extLst>
          </p:cNvPr>
          <p:cNvCxnSpPr>
            <a:cxnSpLocks/>
            <a:stCxn id="65" idx="2"/>
            <a:endCxn id="66" idx="0"/>
          </p:cNvCxnSpPr>
          <p:nvPr/>
        </p:nvCxnSpPr>
        <p:spPr bwMode="gray">
          <a:xfrm>
            <a:off x="4504350" y="1335546"/>
            <a:ext cx="0" cy="15608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CDC47D0D-A826-2B16-6181-40272E621F5C}"/>
              </a:ext>
            </a:extLst>
          </p:cNvPr>
          <p:cNvSpPr txBox="1"/>
          <p:nvPr/>
        </p:nvSpPr>
        <p:spPr bwMode="gray">
          <a:xfrm>
            <a:off x="3976092" y="1119522"/>
            <a:ext cx="1056515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200" dirty="0">
                <a:solidFill>
                  <a:srgbClr val="C00000"/>
                </a:solidFill>
              </a:rPr>
              <a:t>Data likelihood</a:t>
            </a:r>
            <a:endParaRPr lang="en-DE" sz="1200" dirty="0">
              <a:solidFill>
                <a:srgbClr val="C00000"/>
              </a:solidFill>
            </a:endParaRPr>
          </a:p>
        </p:txBody>
      </p:sp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C5B77380-8B6C-78AF-1072-4CFA730186F3}"/>
              </a:ext>
            </a:extLst>
          </p:cNvPr>
          <p:cNvSpPr/>
          <p:nvPr/>
        </p:nvSpPr>
        <p:spPr bwMode="gray">
          <a:xfrm>
            <a:off x="3203848" y="1491630"/>
            <a:ext cx="2601003" cy="73756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CE04471-B8FF-5586-9E61-039C628E9D92}"/>
              </a:ext>
            </a:extLst>
          </p:cNvPr>
          <p:cNvCxnSpPr>
            <a:cxnSpLocks/>
            <a:stCxn id="74" idx="2"/>
            <a:endCxn id="75" idx="0"/>
          </p:cNvCxnSpPr>
          <p:nvPr/>
        </p:nvCxnSpPr>
        <p:spPr bwMode="gray">
          <a:xfrm>
            <a:off x="2667235" y="1350283"/>
            <a:ext cx="2699" cy="14665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41DA72F6-6863-0252-D482-3C1C059C10DE}"/>
              </a:ext>
            </a:extLst>
          </p:cNvPr>
          <p:cNvSpPr txBox="1"/>
          <p:nvPr/>
        </p:nvSpPr>
        <p:spPr bwMode="gray">
          <a:xfrm>
            <a:off x="2138977" y="1134259"/>
            <a:ext cx="1056515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200" dirty="0">
                <a:solidFill>
                  <a:srgbClr val="C00000"/>
                </a:solidFill>
              </a:rPr>
              <a:t>GP prior</a:t>
            </a:r>
            <a:endParaRPr lang="en-DE" sz="1200" dirty="0">
              <a:solidFill>
                <a:srgbClr val="C00000"/>
              </a:solidFill>
            </a:endParaRP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37830623-F68C-AC0C-B936-3791FCF4BE4A}"/>
              </a:ext>
            </a:extLst>
          </p:cNvPr>
          <p:cNvSpPr/>
          <p:nvPr/>
        </p:nvSpPr>
        <p:spPr bwMode="gray">
          <a:xfrm>
            <a:off x="2267744" y="1496938"/>
            <a:ext cx="804379" cy="73756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1AEF5BCB-1C0F-C7A0-7524-20A93B221661}"/>
                  </a:ext>
                </a:extLst>
              </p:cNvPr>
              <p:cNvSpPr txBox="1"/>
              <p:nvPr/>
            </p:nvSpPr>
            <p:spPr bwMode="gray">
              <a:xfrm>
                <a:off x="1144117" y="2984053"/>
                <a:ext cx="545250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 dirty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1" i="1" dirty="0" smtClean="0">
                              <a:latin typeface="Cambria Math" panose="02040503050406030204" pitchFamily="18" charset="0"/>
                            </a:rPr>
                            <m:t>𝒎</m:t>
                          </m:r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1" i="1" dirty="0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</m:d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𝒢</m:t>
                      </m:r>
                      <m:d>
                        <m:dPr>
                          <m:ctrlPr>
                            <a:rPr lang="en-US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 dirty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1" i="1" dirty="0">
                              <a:latin typeface="Cambria Math" panose="02040503050406030204" pitchFamily="18" charset="0"/>
                            </a:rPr>
                            <m:t>𝝉</m:t>
                          </m:r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1" i="1" dirty="0"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∝</m:t>
                      </m:r>
                      <m:r>
                        <a:rPr lang="en-US" sz="1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 dirty="0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1400" i="1" dirty="0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b="1" i="1" dirty="0" smtClean="0">
                                      <a:latin typeface="Cambria Math" panose="02040503050406030204" pitchFamily="18" charset="0"/>
                                    </a:rPr>
                                    <m:t>𝑰</m:t>
                                  </m:r>
                                  <m:r>
                                    <a:rPr lang="en-US" sz="1400" b="0" i="1" dirty="0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1400" b="1" i="1" dirty="0" smtClean="0">
                                      <a:latin typeface="Cambria Math" panose="02040503050406030204" pitchFamily="18" charset="0"/>
                                    </a:rPr>
                                    <m:t>𝑺𝑷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1" i="1" dirty="0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  <m: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400" b="1" i="1" dirty="0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  <m:r>
                                <a:rPr lang="en-US" sz="1400" b="1" i="1" dirty="0" smtClean="0">
                                  <a:latin typeface="Cambria Math" panose="02040503050406030204" pitchFamily="18" charset="0"/>
                                </a:rPr>
                                <m:t>𝝉</m:t>
                              </m:r>
                            </m:e>
                          </m:d>
                          <m:r>
                            <a:rPr lang="en-US" sz="1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b="1" i="1" dirty="0">
                                      <a:latin typeface="Cambria Math" panose="02040503050406030204" pitchFamily="18" charset="0"/>
                                    </a:rPr>
                                    <m:t>𝑰</m:t>
                                  </m:r>
                                  <m:r>
                                    <a:rPr lang="en-US" sz="1400" i="1" dirty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1400" b="1" i="1" dirty="0" smtClean="0">
                                      <a:latin typeface="Cambria Math" panose="02040503050406030204" pitchFamily="18" charset="0"/>
                                    </a:rPr>
                                    <m:t>𝑺</m:t>
                                  </m:r>
                                  <m:r>
                                    <a:rPr lang="en-US" sz="1400" b="1" i="1" dirty="0">
                                      <a:latin typeface="Cambria Math" panose="02040503050406030204" pitchFamily="18" charset="0"/>
                                    </a:rPr>
                                    <m:t>𝑷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sz="1400" b="1" i="1" dirty="0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1AEF5BCB-1C0F-C7A0-7524-20A93B2216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144117" y="2984053"/>
                <a:ext cx="5452506" cy="307777"/>
              </a:xfrm>
              <a:prstGeom prst="rect">
                <a:avLst/>
              </a:prstGeom>
              <a:blipFill>
                <a:blip r:embed="rId15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883CE3FC-964A-FDEB-2545-5BFDA45C00C0}"/>
                  </a:ext>
                </a:extLst>
              </p:cNvPr>
              <p:cNvSpPr txBox="1"/>
              <p:nvPr/>
            </p:nvSpPr>
            <p:spPr bwMode="gray">
              <a:xfrm>
                <a:off x="1163030" y="3683724"/>
                <a:ext cx="4686300" cy="5405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14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𝒇</m:t>
                                        </m:r>
                                      </m:e>
                                      <m:sub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sz="14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𝝁</m:t>
                                        </m:r>
                                      </m:e>
                                      <m:sub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sz="14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𝜮</m:t>
                                        </m:r>
                                      </m:e>
                                      <m:sub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𝝈</m:t>
                                        </m:r>
                                      </m:e>
                                      <m:sub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sz="14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14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𝝈</m:t>
                                        </m:r>
                                      </m:e>
                                      <m:sub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p>
                                    </m:sSubSup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𝛴</m:t>
                                        </m:r>
                                      </m:e>
                                      <m:sub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+1,</m:t>
                                        </m:r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883CE3FC-964A-FDEB-2545-5BFDA45C00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163030" y="3683724"/>
                <a:ext cx="4686300" cy="540597"/>
              </a:xfrm>
              <a:prstGeom prst="rect">
                <a:avLst/>
              </a:prstGeom>
              <a:blipFill>
                <a:blip r:embed="rId16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A19784ED-DEA0-196E-991D-59E9455B836F}"/>
                  </a:ext>
                </a:extLst>
              </p:cNvPr>
              <p:cNvSpPr txBox="1"/>
              <p:nvPr/>
            </p:nvSpPr>
            <p:spPr bwMode="gray">
              <a:xfrm>
                <a:off x="4342300" y="4368606"/>
                <a:ext cx="3674744" cy="5706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2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40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1400" b="1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𝑰</m:t>
                                        </m:r>
                                      </m:e>
                                      <m:e>
                                        <m:r>
                                          <a:rPr lang="en-US" sz="1400" b="1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𝟎</m:t>
                                        </m:r>
                                      </m:e>
                                    </m:mr>
                                    <m:mr>
                                      <m:e>
                                        <m:sSup>
                                          <m:sSupPr>
                                            <m:ctrlPr>
                                              <a:rPr lang="en-US" sz="14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400" b="1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𝟎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400" b="0" i="0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T</m:t>
                                            </m:r>
                                          </m:sup>
                                        </m:sSup>
                                      </m:e>
                                      <m:e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mr>
                                  </m:m>
                                </m:e>
                              </m:d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2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a:rPr lang="en-US" sz="1400" b="1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𝑲</m:t>
                                        </m:r>
                                      </m:e>
                                      <m:e>
                                        <m:r>
                                          <a:rPr lang="en-US" sz="1400" b="1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𝒌</m:t>
                                        </m:r>
                                      </m:e>
                                    </m:mr>
                                    <m:mr>
                                      <m:e>
                                        <m:sSup>
                                          <m:sSupPr>
                                            <m:ctrlPr>
                                              <a:rPr lang="en-US" sz="14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400" b="1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𝒌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400" b="0" i="0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T</m:t>
                                            </m:r>
                                          </m:sup>
                                        </m:sSup>
                                      </m:e>
                                      <m:e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mr>
                                  </m:m>
                                </m:e>
                              </m:d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2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40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sSup>
                                          <m:sSupPr>
                                            <m:ctrlPr>
                                              <a:rPr lang="en-US" sz="1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−2</m:t>
                                            </m:r>
                                          </m:sup>
                                        </m:sSup>
                                        <m:r>
                                          <a:rPr lang="en-US" sz="1400" b="1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𝑰</m:t>
                                        </m:r>
                                      </m:e>
                                      <m:e>
                                        <m:r>
                                          <a:rPr lang="en-US" sz="1400" b="1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𝟎</m:t>
                                        </m:r>
                                      </m:e>
                                    </m:mr>
                                    <m:mr>
                                      <m:e>
                                        <m:sSup>
                                          <m:sSupPr>
                                            <m:ctrlPr>
                                              <a:rPr lang="en-US" sz="1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400" b="1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𝟎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400" b="0" i="0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T</m:t>
                                            </m:r>
                                          </m:sup>
                                        </m:sSup>
                                      </m:e>
                                      <m:e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𝑲</m:t>
                                </m:r>
                              </m:e>
                              <m:e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𝒌</m:t>
                                </m:r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en-US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A19784ED-DEA0-196E-991D-59E9455B83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342300" y="4368606"/>
                <a:ext cx="3674744" cy="570669"/>
              </a:xfrm>
              <a:prstGeom prst="rect">
                <a:avLst/>
              </a:prstGeom>
              <a:blipFill>
                <a:blip r:embed="rId17"/>
                <a:stretch>
                  <a:fillRect b="-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321A318C-133E-80E8-B493-E9C3D78CBB5A}"/>
                  </a:ext>
                </a:extLst>
              </p:cNvPr>
              <p:cNvSpPr txBox="1"/>
              <p:nvPr/>
            </p:nvSpPr>
            <p:spPr bwMode="gray">
              <a:xfrm>
                <a:off x="196726" y="4368606"/>
                <a:ext cx="4129984" cy="5586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2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40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1400" b="1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𝑰</m:t>
                                        </m:r>
                                      </m:e>
                                      <m:e>
                                        <m:r>
                                          <a:rPr lang="en-US" sz="1400" b="1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𝟎</m:t>
                                        </m:r>
                                      </m:e>
                                    </m:mr>
                                    <m:mr>
                                      <m:e>
                                        <m:sSup>
                                          <m:sSupPr>
                                            <m:ctrlPr>
                                              <a:rPr lang="en-US" sz="14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400" b="1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𝟎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400" b="0" i="0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T</m:t>
                                            </m:r>
                                          </m:sup>
                                        </m:sSup>
                                      </m:e>
                                      <m:e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mr>
                                  </m:m>
                                </m:e>
                              </m:d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2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a:rPr lang="en-US" sz="1400" b="1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𝑲</m:t>
                                        </m:r>
                                      </m:e>
                                      <m:e>
                                        <m:r>
                                          <a:rPr lang="en-US" sz="1400" b="1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𝒌</m:t>
                                        </m:r>
                                      </m:e>
                                    </m:mr>
                                    <m:mr>
                                      <m:e>
                                        <m:sSup>
                                          <m:sSupPr>
                                            <m:ctrlPr>
                                              <a:rPr lang="en-US" sz="14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400" b="1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𝒌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400" b="0" i="0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T</m:t>
                                            </m:r>
                                          </m:sup>
                                        </m:sSup>
                                      </m:e>
                                      <m:e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mr>
                                  </m:m>
                                </m:e>
                              </m:d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2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40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sSup>
                                          <m:sSupPr>
                                            <m:ctrlPr>
                                              <a:rPr lang="en-US" sz="1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−2</m:t>
                                            </m:r>
                                          </m:sup>
                                        </m:sSup>
                                        <m:r>
                                          <a:rPr lang="en-US" sz="1400" b="1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𝑰</m:t>
                                        </m:r>
                                      </m:e>
                                      <m:e>
                                        <m:r>
                                          <a:rPr lang="en-US" sz="1400" b="1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𝟎</m:t>
                                        </m:r>
                                      </m:e>
                                    </m:mr>
                                    <m:mr>
                                      <m:e>
                                        <m:sSup>
                                          <m:sSupPr>
                                            <m:ctrlPr>
                                              <a:rPr lang="en-US" sz="1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400" b="1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𝟎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400" b="0" i="0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T</m:t>
                                            </m:r>
                                          </m:sup>
                                        </m:sSup>
                                      </m:e>
                                      <m:e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𝑲</m:t>
                                </m:r>
                              </m:e>
                              <m:e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𝒌</m:t>
                                </m:r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en-US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p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−2</m:t>
                                    </m:r>
                                  </m:sup>
                                </m:sSup>
                                <m:r>
                                  <a:rPr lang="en-US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321A318C-133E-80E8-B493-E9C3D78CBB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96726" y="4368606"/>
                <a:ext cx="4129984" cy="558679"/>
              </a:xfrm>
              <a:prstGeom prst="rect">
                <a:avLst/>
              </a:prstGeom>
              <a:blipFill>
                <a:blip r:embed="rId18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8EC05112-CA96-01FC-E1A0-C780EFE37BC2}"/>
              </a:ext>
            </a:extLst>
          </p:cNvPr>
          <p:cNvSpPr/>
          <p:nvPr/>
        </p:nvSpPr>
        <p:spPr bwMode="gray">
          <a:xfrm>
            <a:off x="334733" y="4431920"/>
            <a:ext cx="3854499" cy="455389"/>
          </a:xfrm>
          <a:prstGeom prst="round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4C6ACB14-3B63-69DD-6D35-A381D899414A}"/>
              </a:ext>
            </a:extLst>
          </p:cNvPr>
          <p:cNvSpPr/>
          <p:nvPr/>
        </p:nvSpPr>
        <p:spPr bwMode="gray">
          <a:xfrm>
            <a:off x="3372820" y="3753164"/>
            <a:ext cx="506358" cy="431948"/>
          </a:xfrm>
          <a:prstGeom prst="round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9D8717AC-E0E3-402B-06C0-7FE3D20BDE66}"/>
              </a:ext>
            </a:extLst>
          </p:cNvPr>
          <p:cNvCxnSpPr>
            <a:cxnSpLocks/>
            <a:stCxn id="90" idx="2"/>
            <a:endCxn id="89" idx="0"/>
          </p:cNvCxnSpPr>
          <p:nvPr/>
        </p:nvCxnSpPr>
        <p:spPr bwMode="gray">
          <a:xfrm flipH="1">
            <a:off x="2261983" y="4185112"/>
            <a:ext cx="1364016" cy="246808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E7B988C4-666E-3EF4-74C8-E0B4C9C14CEC}"/>
              </a:ext>
            </a:extLst>
          </p:cNvPr>
          <p:cNvCxnSpPr>
            <a:cxnSpLocks/>
            <a:stCxn id="96" idx="2"/>
            <a:endCxn id="95" idx="0"/>
          </p:cNvCxnSpPr>
          <p:nvPr/>
        </p:nvCxnSpPr>
        <p:spPr bwMode="gray">
          <a:xfrm>
            <a:off x="4537086" y="4174654"/>
            <a:ext cx="1651740" cy="25578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DC26277D-BCB5-CEB6-2314-A0BAB29ACA7F}"/>
              </a:ext>
            </a:extLst>
          </p:cNvPr>
          <p:cNvSpPr/>
          <p:nvPr/>
        </p:nvSpPr>
        <p:spPr bwMode="gray">
          <a:xfrm>
            <a:off x="4530819" y="4430434"/>
            <a:ext cx="3316013" cy="452711"/>
          </a:xfrm>
          <a:prstGeom prst="roundRect">
            <a:avLst/>
          </a:prstGeom>
          <a:solidFill>
            <a:srgbClr val="0070C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F2547BB3-396E-795F-588D-011237C64182}"/>
              </a:ext>
            </a:extLst>
          </p:cNvPr>
          <p:cNvSpPr/>
          <p:nvPr/>
        </p:nvSpPr>
        <p:spPr bwMode="gray">
          <a:xfrm>
            <a:off x="3933753" y="3742707"/>
            <a:ext cx="1206665" cy="431947"/>
          </a:xfrm>
          <a:prstGeom prst="roundRect">
            <a:avLst/>
          </a:prstGeom>
          <a:solidFill>
            <a:srgbClr val="0070C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92222176-CB0E-9116-887B-B010AFC09DDE}"/>
              </a:ext>
            </a:extLst>
          </p:cNvPr>
          <p:cNvCxnSpPr>
            <a:cxnSpLocks/>
            <a:stCxn id="106" idx="2"/>
          </p:cNvCxnSpPr>
          <p:nvPr/>
        </p:nvCxnSpPr>
        <p:spPr bwMode="gray">
          <a:xfrm flipH="1">
            <a:off x="5642801" y="4312476"/>
            <a:ext cx="192988" cy="20951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A1329FB0-0F93-7630-7DFA-DC6DAC118C23}"/>
              </a:ext>
            </a:extLst>
          </p:cNvPr>
          <p:cNvSpPr txBox="1"/>
          <p:nvPr/>
        </p:nvSpPr>
        <p:spPr bwMode="gray">
          <a:xfrm>
            <a:off x="5307531" y="3753164"/>
            <a:ext cx="1056515" cy="55931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Covariance</a:t>
            </a:r>
            <a:br>
              <a:rPr lang="en-US" sz="1000" dirty="0">
                <a:solidFill>
                  <a:srgbClr val="C00000"/>
                </a:solidFill>
              </a:rPr>
            </a:br>
            <a:r>
              <a:rPr lang="en-US" sz="1000" dirty="0">
                <a:solidFill>
                  <a:srgbClr val="C00000"/>
                </a:solidFill>
              </a:rPr>
              <a:t>between training </a:t>
            </a:r>
            <a:br>
              <a:rPr lang="en-US" sz="1000" dirty="0">
                <a:solidFill>
                  <a:srgbClr val="C00000"/>
                </a:solidFill>
              </a:rPr>
            </a:br>
            <a:r>
              <a:rPr lang="en-US" sz="1000" dirty="0">
                <a:solidFill>
                  <a:srgbClr val="C00000"/>
                </a:solidFill>
              </a:rPr>
              <a:t>points</a:t>
            </a:r>
            <a:endParaRPr lang="en-DE" sz="1000" dirty="0">
              <a:solidFill>
                <a:srgbClr val="C00000"/>
              </a:solidFill>
            </a:endParaRPr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312BEBFB-C4CF-AFFA-25E6-FA1686347303}"/>
              </a:ext>
            </a:extLst>
          </p:cNvPr>
          <p:cNvCxnSpPr>
            <a:cxnSpLocks/>
            <a:stCxn id="113" idx="2"/>
          </p:cNvCxnSpPr>
          <p:nvPr/>
        </p:nvCxnSpPr>
        <p:spPr bwMode="gray">
          <a:xfrm>
            <a:off x="6892304" y="4252995"/>
            <a:ext cx="716776" cy="26899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3978A3A0-8027-7C26-131C-9433DE263015}"/>
              </a:ext>
            </a:extLst>
          </p:cNvPr>
          <p:cNvSpPr txBox="1"/>
          <p:nvPr/>
        </p:nvSpPr>
        <p:spPr bwMode="gray">
          <a:xfrm>
            <a:off x="6364046" y="3580466"/>
            <a:ext cx="1056515" cy="672529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Covariance</a:t>
            </a:r>
            <a:br>
              <a:rPr lang="en-US" sz="1000" dirty="0">
                <a:solidFill>
                  <a:srgbClr val="C00000"/>
                </a:solidFill>
              </a:rPr>
            </a:br>
            <a:r>
              <a:rPr lang="en-US" sz="1000" dirty="0">
                <a:solidFill>
                  <a:srgbClr val="C00000"/>
                </a:solidFill>
              </a:rPr>
              <a:t>between training </a:t>
            </a:r>
            <a:br>
              <a:rPr lang="en-US" sz="1000" dirty="0">
                <a:solidFill>
                  <a:srgbClr val="C00000"/>
                </a:solidFill>
              </a:rPr>
            </a:br>
            <a:r>
              <a:rPr lang="en-US" sz="1000" dirty="0">
                <a:solidFill>
                  <a:srgbClr val="C00000"/>
                </a:solidFill>
              </a:rPr>
              <a:t>points and test </a:t>
            </a:r>
            <a:br>
              <a:rPr lang="en-US" sz="1000" dirty="0">
                <a:solidFill>
                  <a:srgbClr val="C00000"/>
                </a:solidFill>
              </a:rPr>
            </a:br>
            <a:r>
              <a:rPr lang="en-US" sz="1000" dirty="0">
                <a:solidFill>
                  <a:srgbClr val="C00000"/>
                </a:solidFill>
              </a:rPr>
              <a:t>point</a:t>
            </a:r>
            <a:endParaRPr lang="en-DE" sz="1000" dirty="0">
              <a:solidFill>
                <a:srgbClr val="C00000"/>
              </a:solidFill>
            </a:endParaRP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2CF7FA28-9416-1834-6000-F57EED22FD92}"/>
              </a:ext>
            </a:extLst>
          </p:cNvPr>
          <p:cNvCxnSpPr>
            <a:cxnSpLocks/>
            <a:stCxn id="117" idx="1"/>
          </p:cNvCxnSpPr>
          <p:nvPr/>
        </p:nvCxnSpPr>
        <p:spPr bwMode="gray">
          <a:xfrm flipH="1" flipV="1">
            <a:off x="7713831" y="4816877"/>
            <a:ext cx="318803" cy="10128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FA3D5223-2F86-D090-4273-6E64C8A2E195}"/>
              </a:ext>
            </a:extLst>
          </p:cNvPr>
          <p:cNvSpPr txBox="1"/>
          <p:nvPr/>
        </p:nvSpPr>
        <p:spPr bwMode="gray">
          <a:xfrm>
            <a:off x="8032634" y="4715590"/>
            <a:ext cx="745881" cy="40514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Variance at </a:t>
            </a:r>
            <a:br>
              <a:rPr lang="en-US" sz="1000" dirty="0">
                <a:solidFill>
                  <a:srgbClr val="C00000"/>
                </a:solidFill>
              </a:rPr>
            </a:br>
            <a:r>
              <a:rPr lang="en-US" sz="1000" dirty="0">
                <a:solidFill>
                  <a:srgbClr val="C00000"/>
                </a:solidFill>
              </a:rPr>
              <a:t>test point</a:t>
            </a:r>
            <a:endParaRPr lang="en-DE" sz="10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595039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2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5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3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0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/>
      <p:bldP spid="65" grpId="0"/>
      <p:bldP spid="66" grpId="0" animBg="1"/>
      <p:bldP spid="74" grpId="0"/>
      <p:bldP spid="75" grpId="0" animBg="1"/>
      <p:bldP spid="84" grpId="0"/>
      <p:bldP spid="85" grpId="0"/>
      <p:bldP spid="87" grpId="0"/>
      <p:bldP spid="88" grpId="0"/>
      <p:bldP spid="89" grpId="0" animBg="1"/>
      <p:bldP spid="90" grpId="0" animBg="1"/>
      <p:bldP spid="95" grpId="0" animBg="1"/>
      <p:bldP spid="96" grpId="0" animBg="1"/>
      <p:bldP spid="106" grpId="0"/>
      <p:bldP spid="113" grpId="0"/>
      <p:bldP spid="1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5628D-DEFC-FC5F-8005-3415D7EEB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B51B22DD-F468-C986-429D-EF79B7514978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2553381"/>
              </a:xfrm>
            </p:spPr>
            <p:txBody>
              <a:bodyPr/>
              <a:lstStyle/>
              <a:p>
                <a:r>
                  <a:rPr lang="en-US" b="1" dirty="0"/>
                  <a:t>Key Inverse to Compute</a:t>
                </a:r>
                <a:endParaRPr lang="en-US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r>
                  <a:rPr lang="en-US" b="1" dirty="0"/>
                  <a:t>Theorem (Inverse of a Partitioned Matrix)</a:t>
                </a:r>
                <a:r>
                  <a:rPr lang="en-US" dirty="0"/>
                  <a:t>. </a:t>
                </a:r>
                <a:r>
                  <a:rPr lang="en-US" i="1" dirty="0"/>
                  <a:t>Given a matrix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i="1" dirty="0"/>
                  <a:t>, </a:t>
                </a:r>
                <a:br>
                  <a:rPr lang="en-US" i="1" dirty="0"/>
                </a:br>
                <a:r>
                  <a:rPr lang="en-US" i="1" dirty="0"/>
                  <a:t>two vectors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en-US" i="1" dirty="0"/>
                  <a:t> and a number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i="1" dirty="0"/>
                  <a:t> we have</a:t>
                </a:r>
              </a:p>
              <a:p>
                <a:endParaRPr lang="en-US" i="1" dirty="0"/>
              </a:p>
              <a:p>
                <a:endParaRPr lang="en-US" i="1" dirty="0"/>
              </a:p>
              <a:p>
                <a:endParaRPr lang="en-US" b="1" dirty="0"/>
              </a:p>
              <a:p>
                <a:r>
                  <a:rPr lang="en-US" b="1" dirty="0"/>
                  <a:t>Putting it all together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B51B22DD-F468-C986-429D-EF79B75149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2553381"/>
              </a:xfrm>
              <a:blipFill>
                <a:blip r:embed="rId2"/>
                <a:stretch>
                  <a:fillRect t="-495" b="-133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47C5D7EB-FF8B-75D3-C089-48BBA6EA1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Inverse of a Partitioned Matrix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C1240DE-6DA7-24BA-5EDA-BA00A6644C33}"/>
              </a:ext>
            </a:extLst>
          </p:cNvPr>
          <p:cNvCxnSpPr>
            <a:cxnSpLocks/>
            <a:stCxn id="33" idx="6"/>
            <a:endCxn id="13" idx="1"/>
          </p:cNvCxnSpPr>
          <p:nvPr/>
        </p:nvCxnSpPr>
        <p:spPr bwMode="gray">
          <a:xfrm>
            <a:off x="7596336" y="1635646"/>
            <a:ext cx="745880" cy="81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A655CA2D-4B30-2CD1-17C0-CD4EF60DE909}"/>
                  </a:ext>
                </a:extLst>
              </p:cNvPr>
              <p:cNvSpPr/>
              <p:nvPr/>
            </p:nvSpPr>
            <p:spPr bwMode="gray">
              <a:xfrm>
                <a:off x="8297215" y="1995686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A655CA2D-4B30-2CD1-17C0-CD4EF60DE9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97215" y="1995686"/>
                <a:ext cx="216000" cy="216000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9A334041-67BA-AD18-4701-73E5D03CA411}"/>
              </a:ext>
            </a:extLst>
          </p:cNvPr>
          <p:cNvSpPr/>
          <p:nvPr/>
        </p:nvSpPr>
        <p:spPr bwMode="gray">
          <a:xfrm>
            <a:off x="8342216" y="1573462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B68542D-84F7-A95A-D258-9C9048AFAE5E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 bwMode="gray">
          <a:xfrm flipH="1">
            <a:off x="8405215" y="1699461"/>
            <a:ext cx="1" cy="29622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C33BD78-8DA4-ACB9-4306-C3FB1D061E77}"/>
              </a:ext>
            </a:extLst>
          </p:cNvPr>
          <p:cNvCxnSpPr>
            <a:cxnSpLocks/>
            <a:stCxn id="29" idx="0"/>
            <a:endCxn id="12" idx="4"/>
          </p:cNvCxnSpPr>
          <p:nvPr/>
        </p:nvCxnSpPr>
        <p:spPr bwMode="gray">
          <a:xfrm flipH="1" flipV="1">
            <a:off x="8405215" y="2211686"/>
            <a:ext cx="1" cy="32886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B4E77F4-037E-734F-3165-5143CD9CB8AD}"/>
                  </a:ext>
                </a:extLst>
              </p:cNvPr>
              <p:cNvSpPr txBox="1"/>
              <p:nvPr/>
            </p:nvSpPr>
            <p:spPr bwMode="gray">
              <a:xfrm>
                <a:off x="8290032" y="1335546"/>
                <a:ext cx="937746" cy="231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8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𝑭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B4E77F4-037E-734F-3165-5143CD9CB8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90032" y="1335546"/>
                <a:ext cx="937746" cy="23128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2320C874-0DC2-8FDC-A4D2-F02BE7E80091}"/>
              </a:ext>
            </a:extLst>
          </p:cNvPr>
          <p:cNvSpPr/>
          <p:nvPr/>
        </p:nvSpPr>
        <p:spPr bwMode="gray">
          <a:xfrm>
            <a:off x="8342216" y="2540549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DA9C4B2-87A3-67A9-A971-1FAB9DBD354A}"/>
                  </a:ext>
                </a:extLst>
              </p:cNvPr>
              <p:cNvSpPr txBox="1"/>
              <p:nvPr/>
            </p:nvSpPr>
            <p:spPr bwMode="gray">
              <a:xfrm>
                <a:off x="8410307" y="2499742"/>
                <a:ext cx="812485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DA9C4B2-87A3-67A9-A971-1FAB9DBD35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410307" y="2499742"/>
                <a:ext cx="812485" cy="215444"/>
              </a:xfrm>
              <a:prstGeom prst="rect">
                <a:avLst/>
              </a:prstGeom>
              <a:blipFill>
                <a:blip r:embed="rId5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137F16C3-21E2-AE4C-E1FC-43CBCF6611F7}"/>
                  </a:ext>
                </a:extLst>
              </p:cNvPr>
              <p:cNvSpPr/>
              <p:nvPr/>
            </p:nvSpPr>
            <p:spPr bwMode="gray">
              <a:xfrm>
                <a:off x="8297215" y="307583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137F16C3-21E2-AE4C-E1FC-43CBCF6611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97215" y="3075830"/>
                <a:ext cx="216000" cy="216000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11D4EA1-8722-4524-2134-81641C333380}"/>
              </a:ext>
            </a:extLst>
          </p:cNvPr>
          <p:cNvCxnSpPr>
            <a:cxnSpLocks/>
            <a:stCxn id="29" idx="2"/>
            <a:endCxn id="31" idx="0"/>
          </p:cNvCxnSpPr>
          <p:nvPr/>
        </p:nvCxnSpPr>
        <p:spPr bwMode="gray">
          <a:xfrm flipH="1">
            <a:off x="8405215" y="2666548"/>
            <a:ext cx="1" cy="409282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53FA867C-2763-7B28-16FE-544C1892E26C}"/>
                  </a:ext>
                </a:extLst>
              </p:cNvPr>
              <p:cNvSpPr/>
              <p:nvPr/>
            </p:nvSpPr>
            <p:spPr bwMode="gray">
              <a:xfrm>
                <a:off x="7380336" y="1527646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53FA867C-2763-7B28-16FE-544C1892E2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80336" y="1527646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FE1FAAFF-C37A-CF63-CE1A-4843A7EF0EC9}"/>
              </a:ext>
            </a:extLst>
          </p:cNvPr>
          <p:cNvSpPr/>
          <p:nvPr/>
        </p:nvSpPr>
        <p:spPr bwMode="gray">
          <a:xfrm>
            <a:off x="7425336" y="1171428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D884AFC-9E47-25B6-F47C-B0CB24BB257A}"/>
              </a:ext>
            </a:extLst>
          </p:cNvPr>
          <p:cNvCxnSpPr>
            <a:cxnSpLocks/>
            <a:stCxn id="34" idx="2"/>
            <a:endCxn id="33" idx="0"/>
          </p:cNvCxnSpPr>
          <p:nvPr/>
        </p:nvCxnSpPr>
        <p:spPr bwMode="gray">
          <a:xfrm>
            <a:off x="7488336" y="1297427"/>
            <a:ext cx="0" cy="23021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1CD2E0E-4350-E8A3-E6B2-CB7C05DF2B04}"/>
                  </a:ext>
                </a:extLst>
              </p:cNvPr>
              <p:cNvSpPr txBox="1"/>
              <p:nvPr/>
            </p:nvSpPr>
            <p:spPr bwMode="gray">
              <a:xfrm>
                <a:off x="6717230" y="1130760"/>
                <a:ext cx="812485" cy="2168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𝑭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1CD2E0E-4350-E8A3-E6B2-CB7C05DF2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17230" y="1130760"/>
                <a:ext cx="812485" cy="2168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0F578A5-90A3-2010-3177-6AB435900028}"/>
              </a:ext>
            </a:extLst>
          </p:cNvPr>
          <p:cNvCxnSpPr>
            <a:cxnSpLocks/>
            <a:stCxn id="33" idx="4"/>
            <a:endCxn id="39" idx="0"/>
          </p:cNvCxnSpPr>
          <p:nvPr/>
        </p:nvCxnSpPr>
        <p:spPr bwMode="gray">
          <a:xfrm>
            <a:off x="7488336" y="1743646"/>
            <a:ext cx="4501" cy="35955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288E4A17-BDE3-AFFF-EEC4-9A565A866C46}"/>
                  </a:ext>
                </a:extLst>
              </p:cNvPr>
              <p:cNvSpPr/>
              <p:nvPr/>
            </p:nvSpPr>
            <p:spPr bwMode="gray">
              <a:xfrm>
                <a:off x="7384836" y="257175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288E4A17-BDE3-AFFF-EEC4-9A565A866C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84836" y="2571750"/>
                <a:ext cx="216000" cy="216000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Rectangle 38">
            <a:extLst>
              <a:ext uri="{FF2B5EF4-FFF2-40B4-BE49-F238E27FC236}">
                <a16:creationId xmlns:a16="http://schemas.microsoft.com/office/drawing/2014/main" id="{F972E633-1141-C20B-4BD5-50229813EBF2}"/>
              </a:ext>
            </a:extLst>
          </p:cNvPr>
          <p:cNvSpPr/>
          <p:nvPr/>
        </p:nvSpPr>
        <p:spPr bwMode="gray">
          <a:xfrm>
            <a:off x="7429837" y="2103199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FC34039-D23C-0F59-5203-3CC7BEB53B15}"/>
              </a:ext>
            </a:extLst>
          </p:cNvPr>
          <p:cNvCxnSpPr>
            <a:cxnSpLocks/>
            <a:stCxn id="39" idx="2"/>
            <a:endCxn id="38" idx="0"/>
          </p:cNvCxnSpPr>
          <p:nvPr/>
        </p:nvCxnSpPr>
        <p:spPr bwMode="gray">
          <a:xfrm flipH="1">
            <a:off x="7492836" y="2229198"/>
            <a:ext cx="1" cy="342552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34B0A3D-B752-42AE-3B15-2C0D6296F302}"/>
              </a:ext>
            </a:extLst>
          </p:cNvPr>
          <p:cNvCxnSpPr>
            <a:cxnSpLocks/>
            <a:stCxn id="43" idx="0"/>
            <a:endCxn id="38" idx="4"/>
          </p:cNvCxnSpPr>
          <p:nvPr/>
        </p:nvCxnSpPr>
        <p:spPr bwMode="gray">
          <a:xfrm flipV="1">
            <a:off x="7491534" y="2787750"/>
            <a:ext cx="1302" cy="334271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C48DCCB-021D-09F1-FE3F-0B8A426AFD72}"/>
                  </a:ext>
                </a:extLst>
              </p:cNvPr>
              <p:cNvSpPr txBox="1"/>
              <p:nvPr/>
            </p:nvSpPr>
            <p:spPr bwMode="gray">
              <a:xfrm>
                <a:off x="6688458" y="1914822"/>
                <a:ext cx="817003" cy="231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8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𝑭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C48DCCB-021D-09F1-FE3F-0B8A426AFD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88458" y="1914822"/>
                <a:ext cx="817003" cy="23128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ctangle 42">
            <a:extLst>
              <a:ext uri="{FF2B5EF4-FFF2-40B4-BE49-F238E27FC236}">
                <a16:creationId xmlns:a16="http://schemas.microsoft.com/office/drawing/2014/main" id="{3827079D-1011-6A9B-04C5-FC66D2CE978C}"/>
              </a:ext>
            </a:extLst>
          </p:cNvPr>
          <p:cNvSpPr/>
          <p:nvPr/>
        </p:nvSpPr>
        <p:spPr bwMode="gray">
          <a:xfrm>
            <a:off x="7428534" y="312202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1C79563-9C16-C3E4-879D-6C87BDE72130}"/>
                  </a:ext>
                </a:extLst>
              </p:cNvPr>
              <p:cNvSpPr txBox="1"/>
              <p:nvPr/>
            </p:nvSpPr>
            <p:spPr bwMode="gray">
              <a:xfrm>
                <a:off x="6692976" y="3076386"/>
                <a:ext cx="812485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1C79563-9C16-C3E4-879D-6C87BDE721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92976" y="3076386"/>
                <a:ext cx="812485" cy="215444"/>
              </a:xfrm>
              <a:prstGeom prst="rect">
                <a:avLst/>
              </a:prstGeom>
              <a:blipFill>
                <a:blip r:embed="rId11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ounded Rectangle 44">
                <a:extLst>
                  <a:ext uri="{FF2B5EF4-FFF2-40B4-BE49-F238E27FC236}">
                    <a16:creationId xmlns:a16="http://schemas.microsoft.com/office/drawing/2014/main" id="{8E420C01-2C91-C903-0391-28F0ED8CA949}"/>
                  </a:ext>
                </a:extLst>
              </p:cNvPr>
              <p:cNvSpPr/>
              <p:nvPr/>
            </p:nvSpPr>
            <p:spPr bwMode="gray">
              <a:xfrm>
                <a:off x="6717229" y="1877053"/>
                <a:ext cx="1385115" cy="1625906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Rounded Rectangle 44">
                <a:extLst>
                  <a:ext uri="{FF2B5EF4-FFF2-40B4-BE49-F238E27FC236}">
                    <a16:creationId xmlns:a16="http://schemas.microsoft.com/office/drawing/2014/main" id="{8E420C01-2C91-C903-0391-28F0ED8CA9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17229" y="1877053"/>
                <a:ext cx="1385115" cy="1625906"/>
              </a:xfrm>
              <a:prstGeom prst="round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FDFCC1D-FBDD-DACE-6EC5-471A7032020F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7675955" y="1694794"/>
            <a:ext cx="586642" cy="7973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 Placeholder 53">
                <a:extLst>
                  <a:ext uri="{FF2B5EF4-FFF2-40B4-BE49-F238E27FC236}">
                    <a16:creationId xmlns:a16="http://schemas.microsoft.com/office/drawing/2014/main" id="{E71938B2-8CC5-2633-18AF-B131AD12C087}"/>
                  </a:ext>
                </a:extLst>
              </p:cNvPr>
              <p:cNvSpPr txBox="1">
                <a:spLocks/>
              </p:cNvSpPr>
              <p:nvPr/>
            </p:nvSpPr>
            <p:spPr bwMode="gray">
              <a:xfrm>
                <a:off x="7713831" y="1665946"/>
                <a:ext cx="444398" cy="200688"/>
              </a:xfrm>
              <a:prstGeom prst="rect">
                <a:avLst/>
              </a:prstGeom>
            </p:spPr>
            <p:txBody>
              <a:bodyPr/>
              <a:lstStyle>
                <a:lvl1pPr marL="268288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■"/>
                  <a:defRPr sz="14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36575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□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06450" indent="-269875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–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27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rabicPeriod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lphaLcParenR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100000"/>
                  <a:buFont typeface="+mj-lt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90000"/>
                  <a:buFont typeface="Arial" panose="020B0604020202020204" pitchFamily="34" charset="0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DE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1" name="Text Placeholder 53">
                <a:extLst>
                  <a:ext uri="{FF2B5EF4-FFF2-40B4-BE49-F238E27FC236}">
                    <a16:creationId xmlns:a16="http://schemas.microsoft.com/office/drawing/2014/main" id="{E71938B2-8CC5-2633-18AF-B131AD12C0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13831" y="1665946"/>
                <a:ext cx="444398" cy="20068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ED352DDB-ED89-04B4-49A5-B68779D10715}"/>
                  </a:ext>
                </a:extLst>
              </p:cNvPr>
              <p:cNvSpPr txBox="1"/>
              <p:nvPr/>
            </p:nvSpPr>
            <p:spPr bwMode="gray">
              <a:xfrm>
                <a:off x="1116545" y="1573462"/>
                <a:ext cx="3674744" cy="5586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2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40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1400" b="1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𝑰</m:t>
                                        </m:r>
                                      </m:e>
                                      <m:e>
                                        <m:r>
                                          <a:rPr lang="en-US" sz="1400" b="1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𝟎</m:t>
                                        </m:r>
                                      </m:e>
                                    </m:mr>
                                    <m:mr>
                                      <m:e>
                                        <m:sSup>
                                          <m:sSupPr>
                                            <m:ctrlPr>
                                              <a:rPr lang="en-US" sz="14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400" b="1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𝟎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400" b="0" i="0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T</m:t>
                                            </m:r>
                                          </m:sup>
                                        </m:sSup>
                                      </m:e>
                                      <m:e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</m:mr>
                                  </m:m>
                                </m:e>
                              </m:d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2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a:rPr lang="en-US" sz="1400" b="1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𝑲</m:t>
                                        </m:r>
                                      </m:e>
                                      <m:e>
                                        <m:r>
                                          <a:rPr lang="en-US" sz="1400" b="1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𝒌</m:t>
                                        </m:r>
                                      </m:e>
                                    </m:mr>
                                    <m:mr>
                                      <m:e>
                                        <m:sSup>
                                          <m:sSupPr>
                                            <m:ctrlPr>
                                              <a:rPr lang="en-US" sz="14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400" b="1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𝒌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400" b="0" i="0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T</m:t>
                                            </m:r>
                                          </m:sup>
                                        </m:sSup>
                                      </m:e>
                                      <m:e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mr>
                                  </m:m>
                                </m:e>
                              </m:d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2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40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sSup>
                                          <m:sSupPr>
                                            <m:ctrlPr>
                                              <a:rPr lang="en-US" sz="1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−2</m:t>
                                            </m:r>
                                          </m:sup>
                                        </m:sSup>
                                        <m:r>
                                          <a:rPr lang="en-US" sz="1400" b="1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𝑰</m:t>
                                        </m:r>
                                      </m:e>
                                      <m:e>
                                        <m:r>
                                          <a:rPr lang="en-US" sz="1400" b="1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𝟎</m:t>
                                        </m:r>
                                      </m:e>
                                    </m:mr>
                                    <m:mr>
                                      <m:e>
                                        <m:sSup>
                                          <m:sSupPr>
                                            <m:ctrlPr>
                                              <a:rPr lang="en-US" sz="14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400" b="1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𝟎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400" b="0" i="0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T</m:t>
                                            </m:r>
                                          </m:sup>
                                        </m:sSup>
                                      </m:e>
                                      <m:e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ED352DDB-ED89-04B4-49A5-B68779D107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116545" y="1573462"/>
                <a:ext cx="3674744" cy="558679"/>
              </a:xfrm>
              <a:prstGeom prst="rect">
                <a:avLst/>
              </a:prstGeom>
              <a:blipFill>
                <a:blip r:embed="rId14"/>
                <a:stretch>
                  <a:fillRect b="-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290535B-D6C4-6D44-F43E-9AB2DF4C2DE6}"/>
                  </a:ext>
                </a:extLst>
              </p:cNvPr>
              <p:cNvSpPr txBox="1"/>
              <p:nvPr/>
            </p:nvSpPr>
            <p:spPr bwMode="gray">
              <a:xfrm>
                <a:off x="4257515" y="1570142"/>
                <a:ext cx="1631725" cy="6138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𝑰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en-US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en-US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  <m:sup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−2</m:t>
                                        </m:r>
                                      </m:sup>
                                    </m:sSup>
                                    <m:r>
                                      <a:rPr lang="en-US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𝑲</m:t>
                                    </m:r>
                                  </m:e>
                                  <m:e>
                                    <m:r>
                                      <a:rPr lang="en-US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𝟎</m:t>
                                    </m:r>
                                  </m:e>
                                </m:mr>
                                <m:mr>
                                  <m:e>
                                    <m:sSup>
                                      <m:sSupPr>
                                        <m:ctrlPr>
                                          <a:rPr lang="en-US" sz="1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sSup>
                                          <m:sSupPr>
                                            <m:ctrlPr>
                                              <a:rPr lang="en-US" sz="1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−2</m:t>
                                            </m:r>
                                          </m:sup>
                                        </m:sSup>
                                        <m:r>
                                          <a:rPr lang="en-US" sz="14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𝒌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p>
                                    </m:sSup>
                                  </m:e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290535B-D6C4-6D44-F43E-9AB2DF4C2D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57515" y="1570142"/>
                <a:ext cx="1631725" cy="613822"/>
              </a:xfrm>
              <a:prstGeom prst="rect">
                <a:avLst/>
              </a:prstGeom>
              <a:blipFill>
                <a:blip r:embed="rId15"/>
                <a:stretch>
                  <a:fillRect b="-40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435DC0-DD63-69BC-4D8A-BF77CA1A0E50}"/>
                  </a:ext>
                </a:extLst>
              </p:cNvPr>
              <p:cNvSpPr txBox="1"/>
              <p:nvPr/>
            </p:nvSpPr>
            <p:spPr bwMode="gray">
              <a:xfrm>
                <a:off x="733691" y="2959960"/>
                <a:ext cx="3936857" cy="5330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14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e>
                                    <m:r>
                                      <a:rPr lang="en-US" sz="14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𝒃</m:t>
                                    </m:r>
                                  </m:e>
                                </m:mr>
                                <m:mr>
                                  <m:e>
                                    <m:sSup>
                                      <m:sSupPr>
                                        <m:ctrlPr>
                                          <a:rPr lang="en-US" sz="1400" b="1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400" b="1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p>
                                    </m:sSup>
                                  </m:e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p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  <m:r>
                                  <m:rPr>
                                    <m:brk m:alnAt="7"/>
                                  </m:rPr>
                                  <a:rPr lang="en-US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⋅</m:t>
                                </m:r>
                                <m:sSup>
                                  <m:sSupPr>
                                    <m:ctrlPr>
                                      <a:rPr lang="en-US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p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𝒃</m:t>
                                </m:r>
                                <m:sSup>
                                  <m:sSupPr>
                                    <m:ctrlPr>
                                      <a:rPr lang="en-US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p>
                                <m:sSup>
                                  <m:sSupPr>
                                    <m:ctrlPr>
                                      <a:rPr lang="en-US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p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⋅</m:t>
                                </m:r>
                                <m:sSup>
                                  <m:sSup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p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  <m:r>
                                  <a:rPr lang="en-US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𝒃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⋅</m:t>
                                </m:r>
                                <m:sSup>
                                  <m:sSupPr>
                                    <m:ctrlPr>
                                      <a:rPr lang="en-US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𝒄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p>
                                <m:sSup>
                                  <m:sSupPr>
                                    <m:ctrlPr>
                                      <a:rPr lang="en-US" sz="14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p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435DC0-DD63-69BC-4D8A-BF77CA1A0E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3691" y="2959960"/>
                <a:ext cx="3936857" cy="53309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1B88970-742C-E2BC-A4B7-D728718FDD04}"/>
                  </a:ext>
                </a:extLst>
              </p:cNvPr>
              <p:cNvSpPr txBox="1"/>
              <p:nvPr/>
            </p:nvSpPr>
            <p:spPr bwMode="gray">
              <a:xfrm>
                <a:off x="4875904" y="2971405"/>
                <a:ext cx="1547438" cy="5102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𝑨</m:t>
                              </m:r>
                            </m:e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sz="1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𝒃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1B88970-742C-E2BC-A4B7-D728718FDD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75904" y="2971405"/>
                <a:ext cx="1547438" cy="51020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15590A1-4EC0-8B99-14DC-2D1430339F77}"/>
                  </a:ext>
                </a:extLst>
              </p:cNvPr>
              <p:cNvSpPr txBox="1"/>
              <p:nvPr/>
            </p:nvSpPr>
            <p:spPr bwMode="gray">
              <a:xfrm>
                <a:off x="1651836" y="4245118"/>
                <a:ext cx="4896544" cy="534021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lIns="90000" tIns="144000" bIns="14400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sz="1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1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𝑲</m:t>
                                  </m:r>
                                  <m:r>
                                    <a:rPr lang="en-US" sz="1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p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𝑰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sz="1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1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1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𝑲</m:t>
                                  </m:r>
                                  <m:r>
                                    <a:rPr lang="en-US" sz="1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p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𝑰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sz="1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𝒌</m:t>
                          </m:r>
                        </m:e>
                      </m:d>
                    </m:oMath>
                  </m:oMathPara>
                </a14:m>
                <a:br>
                  <a:rPr lang="en-US" sz="1400" dirty="0"/>
                </a:br>
                <a:endParaRPr lang="en-US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15590A1-4EC0-8B99-14DC-2D1430339F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51836" y="4245118"/>
                <a:ext cx="4896544" cy="53402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FE4A9B4-E73D-604D-9042-9315BB06B074}"/>
              </a:ext>
            </a:extLst>
          </p:cNvPr>
          <p:cNvCxnSpPr>
            <a:cxnSpLocks/>
          </p:cNvCxnSpPr>
          <p:nvPr/>
        </p:nvCxnSpPr>
        <p:spPr bwMode="gray">
          <a:xfrm flipV="1">
            <a:off x="8471659" y="2793064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Placeholder 53">
                <a:extLst>
                  <a:ext uri="{FF2B5EF4-FFF2-40B4-BE49-F238E27FC236}">
                    <a16:creationId xmlns:a16="http://schemas.microsoft.com/office/drawing/2014/main" id="{39F925E5-DA14-74F4-8949-B8B2939F7B08}"/>
                  </a:ext>
                </a:extLst>
              </p:cNvPr>
              <p:cNvSpPr txBox="1">
                <a:spLocks/>
              </p:cNvSpPr>
              <p:nvPr/>
            </p:nvSpPr>
            <p:spPr bwMode="gray">
              <a:xfrm>
                <a:off x="8429053" y="2762364"/>
                <a:ext cx="444398" cy="200688"/>
              </a:xfrm>
              <a:prstGeom prst="rect">
                <a:avLst/>
              </a:prstGeom>
            </p:spPr>
            <p:txBody>
              <a:bodyPr/>
              <a:lstStyle>
                <a:lvl1pPr marL="268288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■"/>
                  <a:defRPr sz="14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36575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□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06450" indent="-269875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–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27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rabicPeriod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lphaLcParenR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100000"/>
                  <a:buFont typeface="+mj-lt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90000"/>
                  <a:buFont typeface="Arial" panose="020B0604020202020204" pitchFamily="34" charset="0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DE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 Placeholder 53">
                <a:extLst>
                  <a:ext uri="{FF2B5EF4-FFF2-40B4-BE49-F238E27FC236}">
                    <a16:creationId xmlns:a16="http://schemas.microsoft.com/office/drawing/2014/main" id="{39F925E5-DA14-74F4-8949-B8B2939F7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429053" y="2762364"/>
                <a:ext cx="444398" cy="200688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3B3C544-F5DD-7323-305D-EBC775A04037}"/>
              </a:ext>
            </a:extLst>
          </p:cNvPr>
          <p:cNvCxnSpPr>
            <a:cxnSpLocks/>
            <a:stCxn id="14" idx="0"/>
            <a:endCxn id="15" idx="2"/>
          </p:cNvCxnSpPr>
          <p:nvPr/>
        </p:nvCxnSpPr>
        <p:spPr bwMode="gray">
          <a:xfrm flipV="1">
            <a:off x="4024223" y="4678101"/>
            <a:ext cx="383672" cy="16126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184FD05-84DD-57FF-001E-C3185F4CC696}"/>
              </a:ext>
            </a:extLst>
          </p:cNvPr>
          <p:cNvSpPr txBox="1"/>
          <p:nvPr/>
        </p:nvSpPr>
        <p:spPr bwMode="gray">
          <a:xfrm>
            <a:off x="3400190" y="4839368"/>
            <a:ext cx="1248065" cy="30413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200" dirty="0">
                <a:solidFill>
                  <a:srgbClr val="C00000"/>
                </a:solidFill>
              </a:rPr>
              <a:t>data uncertainty</a:t>
            </a:r>
            <a:endParaRPr lang="en-DE" sz="1200" dirty="0">
              <a:solidFill>
                <a:srgbClr val="C00000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4D3E426-522A-261C-6F04-2076E248DC20}"/>
              </a:ext>
            </a:extLst>
          </p:cNvPr>
          <p:cNvSpPr/>
          <p:nvPr/>
        </p:nvSpPr>
        <p:spPr bwMode="gray">
          <a:xfrm>
            <a:off x="4299883" y="4353830"/>
            <a:ext cx="216024" cy="324271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15A7A27-25A6-ED9B-773D-FA7A34416522}"/>
              </a:ext>
            </a:extLst>
          </p:cNvPr>
          <p:cNvCxnSpPr>
            <a:cxnSpLocks/>
            <a:stCxn id="17" idx="0"/>
            <a:endCxn id="18" idx="2"/>
          </p:cNvCxnSpPr>
          <p:nvPr/>
        </p:nvCxnSpPr>
        <p:spPr bwMode="gray">
          <a:xfrm flipH="1" flipV="1">
            <a:off x="5513916" y="4674263"/>
            <a:ext cx="229895" cy="16510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66D5AD4-38EF-6935-C8E6-188A3D0ABF69}"/>
              </a:ext>
            </a:extLst>
          </p:cNvPr>
          <p:cNvSpPr txBox="1"/>
          <p:nvPr/>
        </p:nvSpPr>
        <p:spPr bwMode="gray">
          <a:xfrm>
            <a:off x="5119778" y="4839368"/>
            <a:ext cx="1248065" cy="30413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200" dirty="0">
                <a:solidFill>
                  <a:srgbClr val="C00000"/>
                </a:solidFill>
              </a:rPr>
              <a:t>model uncertainty</a:t>
            </a:r>
            <a:endParaRPr lang="en-DE" sz="1200" dirty="0">
              <a:solidFill>
                <a:srgbClr val="C00000"/>
              </a:solidFill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A171E46E-1511-C39B-1880-8C584427C408}"/>
              </a:ext>
            </a:extLst>
          </p:cNvPr>
          <p:cNvSpPr/>
          <p:nvPr/>
        </p:nvSpPr>
        <p:spPr bwMode="gray">
          <a:xfrm>
            <a:off x="4703232" y="4349992"/>
            <a:ext cx="1621367" cy="324271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920081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1"/>
      <p:bldP spid="6" grpId="0"/>
      <p:bldP spid="7" grpId="0"/>
      <p:bldP spid="8" grpId="0" animBg="1"/>
      <p:bldP spid="10" grpId="0"/>
      <p:bldP spid="14" grpId="0"/>
      <p:bldP spid="15" grpId="0" animBg="1"/>
      <p:bldP spid="17" grpId="0"/>
      <p:bldP spid="1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93" name="TextBox 292">
                <a:extLst>
                  <a:ext uri="{FF2B5EF4-FFF2-40B4-BE49-F238E27FC236}">
                    <a16:creationId xmlns:a16="http://schemas.microsoft.com/office/drawing/2014/main" id="{5091A421-E10F-0DEC-84FE-F37D4B2DED49}"/>
                  </a:ext>
                </a:extLst>
              </p:cNvPr>
              <p:cNvSpPr txBox="1"/>
              <p:nvPr/>
            </p:nvSpPr>
            <p:spPr bwMode="gray">
              <a:xfrm>
                <a:off x="1547641" y="1226933"/>
                <a:ext cx="468774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3" name="TextBox 292">
                <a:extLst>
                  <a:ext uri="{FF2B5EF4-FFF2-40B4-BE49-F238E27FC236}">
                    <a16:creationId xmlns:a16="http://schemas.microsoft.com/office/drawing/2014/main" id="{5091A421-E10F-0DEC-84FE-F37D4B2DED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547641" y="1226933"/>
                <a:ext cx="468774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D94225C6-EBC8-3A86-9866-49C2AEFB5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776" y="108001"/>
            <a:ext cx="6877051" cy="927588"/>
          </a:xfrm>
        </p:spPr>
        <p:txBody>
          <a:bodyPr anchor="b">
            <a:normAutofit/>
          </a:bodyPr>
          <a:lstStyle/>
          <a:p>
            <a:r>
              <a:rPr lang="en-US" dirty="0"/>
              <a:t>Gaussian Process Regression: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78F83A4-CD89-70C1-7D26-B0A4C1321AF0}"/>
                  </a:ext>
                </a:extLst>
              </p:cNvPr>
              <p:cNvSpPr txBox="1"/>
              <p:nvPr/>
            </p:nvSpPr>
            <p:spPr bwMode="gray">
              <a:xfrm>
                <a:off x="1194132" y="1559425"/>
                <a:ext cx="2004380" cy="71844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200" b="1" dirty="0"/>
                  <a:t>RBF Kernel</a:t>
                </a: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′</m:t>
                                              </m:r>
                                            </m:sup>
                                          </m:s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𝜆</m:t>
                                      </m:r>
                                    </m:e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DE" sz="1200" dirty="0" err="1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78F83A4-CD89-70C1-7D26-B0A4C1321A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194132" y="1559425"/>
                <a:ext cx="2004380" cy="718445"/>
              </a:xfrm>
              <a:prstGeom prst="rect">
                <a:avLst/>
              </a:prstGeom>
              <a:blipFill>
                <a:blip r:embed="rId4"/>
                <a:stretch>
                  <a:fillRect t="-344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FC82D0B-F607-A5CD-00AC-F977DBD4C4CC}"/>
                  </a:ext>
                </a:extLst>
              </p:cNvPr>
              <p:cNvSpPr txBox="1"/>
              <p:nvPr/>
            </p:nvSpPr>
            <p:spPr bwMode="gray">
              <a:xfrm>
                <a:off x="4806772" y="1556266"/>
                <a:ext cx="2210582" cy="71844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200" b="1" dirty="0"/>
                  <a:t>Ornstein-</a:t>
                </a:r>
                <a:r>
                  <a:rPr lang="en-US" sz="1200" b="1" dirty="0" err="1"/>
                  <a:t>Uhlenbeck</a:t>
                </a:r>
                <a:r>
                  <a:rPr lang="en-US" sz="1200" b="1" dirty="0"/>
                  <a:t> Kernel</a:t>
                </a: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p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num>
                                <m:den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DE" sz="1200" dirty="0" err="1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FC82D0B-F607-A5CD-00AC-F977DBD4C4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06772" y="1556266"/>
                <a:ext cx="2210582" cy="718445"/>
              </a:xfrm>
              <a:prstGeom prst="rect">
                <a:avLst/>
              </a:prstGeom>
              <a:blipFill>
                <a:blip r:embed="rId5"/>
                <a:stretch>
                  <a:fillRect l="-1143" t="-1695" r="-114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9" name="Group 98">
            <a:extLst>
              <a:ext uri="{FF2B5EF4-FFF2-40B4-BE49-F238E27FC236}">
                <a16:creationId xmlns:a16="http://schemas.microsoft.com/office/drawing/2014/main" id="{69B37588-EBA7-92B4-D0FC-9FED5E0FFCF5}"/>
              </a:ext>
            </a:extLst>
          </p:cNvPr>
          <p:cNvGrpSpPr/>
          <p:nvPr/>
        </p:nvGrpSpPr>
        <p:grpSpPr>
          <a:xfrm>
            <a:off x="290512" y="2378306"/>
            <a:ext cx="3506789" cy="2337859"/>
            <a:chOff x="290512" y="2378306"/>
            <a:chExt cx="3506789" cy="2337859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D4C12384-765D-9868-2192-E6E5B80336A4}"/>
                </a:ext>
              </a:extLst>
            </p:cNvPr>
            <p:cNvSpPr/>
            <p:nvPr/>
          </p:nvSpPr>
          <p:spPr>
            <a:xfrm>
              <a:off x="290512" y="2378306"/>
              <a:ext cx="3506789" cy="2337859"/>
            </a:xfrm>
            <a:custGeom>
              <a:avLst/>
              <a:gdLst>
                <a:gd name="connsiteX0" fmla="*/ 0 w 3506789"/>
                <a:gd name="connsiteY0" fmla="*/ 2337859 h 2337859"/>
                <a:gd name="connsiteX1" fmla="*/ 3506789 w 3506789"/>
                <a:gd name="connsiteY1" fmla="*/ 2337859 h 2337859"/>
                <a:gd name="connsiteX2" fmla="*/ 3506789 w 3506789"/>
                <a:gd name="connsiteY2" fmla="*/ 0 h 2337859"/>
                <a:gd name="connsiteX3" fmla="*/ 0 w 3506789"/>
                <a:gd name="connsiteY3" fmla="*/ 0 h 23378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06789" h="2337859">
                  <a:moveTo>
                    <a:pt x="0" y="2337859"/>
                  </a:moveTo>
                  <a:lnTo>
                    <a:pt x="3506789" y="2337859"/>
                  </a:lnTo>
                  <a:lnTo>
                    <a:pt x="35067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29C93448-100D-8D1E-3669-217FBA4C38A6}"/>
                </a:ext>
              </a:extLst>
            </p:cNvPr>
            <p:cNvSpPr/>
            <p:nvPr/>
          </p:nvSpPr>
          <p:spPr>
            <a:xfrm>
              <a:off x="815086" y="2447337"/>
              <a:ext cx="2913189" cy="1941030"/>
            </a:xfrm>
            <a:custGeom>
              <a:avLst/>
              <a:gdLst>
                <a:gd name="connsiteX0" fmla="*/ 0 w 2913189"/>
                <a:gd name="connsiteY0" fmla="*/ 1941031 h 1941030"/>
                <a:gd name="connsiteX1" fmla="*/ 2913189 w 2913189"/>
                <a:gd name="connsiteY1" fmla="*/ 1941031 h 1941030"/>
                <a:gd name="connsiteX2" fmla="*/ 2913189 w 2913189"/>
                <a:gd name="connsiteY2" fmla="*/ 0 h 1941030"/>
                <a:gd name="connsiteX3" fmla="*/ 0 w 2913189"/>
                <a:gd name="connsiteY3" fmla="*/ 0 h 194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13189" h="1941030">
                  <a:moveTo>
                    <a:pt x="0" y="1941031"/>
                  </a:moveTo>
                  <a:lnTo>
                    <a:pt x="2913189" y="1941031"/>
                  </a:lnTo>
                  <a:lnTo>
                    <a:pt x="29131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E5228655-CA00-89B5-0CA1-F3AA6331020A}"/>
                </a:ext>
              </a:extLst>
            </p:cNvPr>
            <p:cNvSpPr/>
            <p:nvPr/>
          </p:nvSpPr>
          <p:spPr>
            <a:xfrm>
              <a:off x="1069302" y="2447337"/>
              <a:ext cx="1461" cy="1941030"/>
            </a:xfrm>
            <a:custGeom>
              <a:avLst/>
              <a:gdLst>
                <a:gd name="connsiteX0" fmla="*/ 0 w 1461"/>
                <a:gd name="connsiteY0" fmla="*/ 1941031 h 1941030"/>
                <a:gd name="connsiteX1" fmla="*/ 0 w 1461"/>
                <a:gd name="connsiteY1" fmla="*/ 0 h 194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1941030">
                  <a:moveTo>
                    <a:pt x="0" y="1941031"/>
                  </a:moveTo>
                  <a:lnTo>
                    <a:pt x="0" y="0"/>
                  </a:lnTo>
                </a:path>
              </a:pathLst>
            </a:custGeom>
            <a:noFill/>
            <a:ln w="292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E4374C5C-24EB-9B68-AB3F-FFFF46991426}"/>
                </a:ext>
              </a:extLst>
            </p:cNvPr>
            <p:cNvSpPr/>
            <p:nvPr/>
          </p:nvSpPr>
          <p:spPr>
            <a:xfrm>
              <a:off x="1412839" y="2447337"/>
              <a:ext cx="1461" cy="1941030"/>
            </a:xfrm>
            <a:custGeom>
              <a:avLst/>
              <a:gdLst>
                <a:gd name="connsiteX0" fmla="*/ 0 w 1461"/>
                <a:gd name="connsiteY0" fmla="*/ 1941031 h 1941030"/>
                <a:gd name="connsiteX1" fmla="*/ 0 w 1461"/>
                <a:gd name="connsiteY1" fmla="*/ 0 h 194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1941030">
                  <a:moveTo>
                    <a:pt x="0" y="1941031"/>
                  </a:moveTo>
                  <a:lnTo>
                    <a:pt x="0" y="0"/>
                  </a:lnTo>
                </a:path>
              </a:pathLst>
            </a:custGeom>
            <a:noFill/>
            <a:ln w="292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94FDB70B-DFEA-91BD-7A38-F1131041E66D}"/>
                </a:ext>
              </a:extLst>
            </p:cNvPr>
            <p:cNvSpPr/>
            <p:nvPr/>
          </p:nvSpPr>
          <p:spPr>
            <a:xfrm>
              <a:off x="1756378" y="2447337"/>
              <a:ext cx="1461" cy="1941030"/>
            </a:xfrm>
            <a:custGeom>
              <a:avLst/>
              <a:gdLst>
                <a:gd name="connsiteX0" fmla="*/ 0 w 1461"/>
                <a:gd name="connsiteY0" fmla="*/ 1941031 h 1941030"/>
                <a:gd name="connsiteX1" fmla="*/ 0 w 1461"/>
                <a:gd name="connsiteY1" fmla="*/ 0 h 194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1941030">
                  <a:moveTo>
                    <a:pt x="0" y="1941031"/>
                  </a:moveTo>
                  <a:lnTo>
                    <a:pt x="0" y="0"/>
                  </a:lnTo>
                </a:path>
              </a:pathLst>
            </a:custGeom>
            <a:noFill/>
            <a:ln w="292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C2FCC7EB-1877-CE11-CD6A-FD8749CEBE06}"/>
                </a:ext>
              </a:extLst>
            </p:cNvPr>
            <p:cNvSpPr/>
            <p:nvPr/>
          </p:nvSpPr>
          <p:spPr>
            <a:xfrm>
              <a:off x="2099912" y="2447337"/>
              <a:ext cx="1461" cy="1941030"/>
            </a:xfrm>
            <a:custGeom>
              <a:avLst/>
              <a:gdLst>
                <a:gd name="connsiteX0" fmla="*/ 0 w 1461"/>
                <a:gd name="connsiteY0" fmla="*/ 1941031 h 1941030"/>
                <a:gd name="connsiteX1" fmla="*/ 0 w 1461"/>
                <a:gd name="connsiteY1" fmla="*/ 0 h 194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1941030">
                  <a:moveTo>
                    <a:pt x="0" y="1941031"/>
                  </a:moveTo>
                  <a:lnTo>
                    <a:pt x="0" y="0"/>
                  </a:lnTo>
                </a:path>
              </a:pathLst>
            </a:custGeom>
            <a:noFill/>
            <a:ln w="292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39514519-53B9-AEFB-7A8A-9E1698128016}"/>
                </a:ext>
              </a:extLst>
            </p:cNvPr>
            <p:cNvSpPr/>
            <p:nvPr/>
          </p:nvSpPr>
          <p:spPr>
            <a:xfrm>
              <a:off x="2443446" y="2447337"/>
              <a:ext cx="1461" cy="1941030"/>
            </a:xfrm>
            <a:custGeom>
              <a:avLst/>
              <a:gdLst>
                <a:gd name="connsiteX0" fmla="*/ 0 w 1461"/>
                <a:gd name="connsiteY0" fmla="*/ 1941031 h 1941030"/>
                <a:gd name="connsiteX1" fmla="*/ 0 w 1461"/>
                <a:gd name="connsiteY1" fmla="*/ 0 h 194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1941030">
                  <a:moveTo>
                    <a:pt x="0" y="1941031"/>
                  </a:moveTo>
                  <a:lnTo>
                    <a:pt x="0" y="0"/>
                  </a:lnTo>
                </a:path>
              </a:pathLst>
            </a:custGeom>
            <a:noFill/>
            <a:ln w="292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F2637BA6-6975-0E0E-2923-51748EF0B817}"/>
                </a:ext>
              </a:extLst>
            </p:cNvPr>
            <p:cNvSpPr/>
            <p:nvPr/>
          </p:nvSpPr>
          <p:spPr>
            <a:xfrm>
              <a:off x="2786980" y="2447337"/>
              <a:ext cx="1461" cy="1941030"/>
            </a:xfrm>
            <a:custGeom>
              <a:avLst/>
              <a:gdLst>
                <a:gd name="connsiteX0" fmla="*/ 0 w 1461"/>
                <a:gd name="connsiteY0" fmla="*/ 1941031 h 1941030"/>
                <a:gd name="connsiteX1" fmla="*/ 0 w 1461"/>
                <a:gd name="connsiteY1" fmla="*/ 0 h 194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1941030">
                  <a:moveTo>
                    <a:pt x="0" y="1941031"/>
                  </a:moveTo>
                  <a:lnTo>
                    <a:pt x="0" y="0"/>
                  </a:lnTo>
                </a:path>
              </a:pathLst>
            </a:custGeom>
            <a:noFill/>
            <a:ln w="292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2DCF4155-7209-51DD-3680-0ED47FD5F576}"/>
                </a:ext>
              </a:extLst>
            </p:cNvPr>
            <p:cNvSpPr/>
            <p:nvPr/>
          </p:nvSpPr>
          <p:spPr>
            <a:xfrm>
              <a:off x="3130514" y="2447337"/>
              <a:ext cx="1461" cy="1941030"/>
            </a:xfrm>
            <a:custGeom>
              <a:avLst/>
              <a:gdLst>
                <a:gd name="connsiteX0" fmla="*/ 0 w 1461"/>
                <a:gd name="connsiteY0" fmla="*/ 1941031 h 1941030"/>
                <a:gd name="connsiteX1" fmla="*/ 0 w 1461"/>
                <a:gd name="connsiteY1" fmla="*/ 0 h 194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1941030">
                  <a:moveTo>
                    <a:pt x="0" y="1941031"/>
                  </a:moveTo>
                  <a:lnTo>
                    <a:pt x="0" y="0"/>
                  </a:lnTo>
                </a:path>
              </a:pathLst>
            </a:custGeom>
            <a:noFill/>
            <a:ln w="292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03C04169-3F84-BF1B-4477-8D91C5A1F1C4}"/>
                </a:ext>
              </a:extLst>
            </p:cNvPr>
            <p:cNvSpPr/>
            <p:nvPr/>
          </p:nvSpPr>
          <p:spPr>
            <a:xfrm>
              <a:off x="3474048" y="2447337"/>
              <a:ext cx="1461" cy="1941030"/>
            </a:xfrm>
            <a:custGeom>
              <a:avLst/>
              <a:gdLst>
                <a:gd name="connsiteX0" fmla="*/ 0 w 1461"/>
                <a:gd name="connsiteY0" fmla="*/ 1941031 h 1941030"/>
                <a:gd name="connsiteX1" fmla="*/ 0 w 1461"/>
                <a:gd name="connsiteY1" fmla="*/ 0 h 194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1941030">
                  <a:moveTo>
                    <a:pt x="0" y="1941031"/>
                  </a:moveTo>
                  <a:lnTo>
                    <a:pt x="0" y="0"/>
                  </a:lnTo>
                </a:path>
              </a:pathLst>
            </a:custGeom>
            <a:noFill/>
            <a:ln w="292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60877247-88B5-09CF-1C6D-8FB5C8226C5E}"/>
                </a:ext>
              </a:extLst>
            </p:cNvPr>
            <p:cNvSpPr/>
            <p:nvPr/>
          </p:nvSpPr>
          <p:spPr>
            <a:xfrm>
              <a:off x="815086" y="4388367"/>
              <a:ext cx="2913189" cy="1461"/>
            </a:xfrm>
            <a:custGeom>
              <a:avLst/>
              <a:gdLst>
                <a:gd name="connsiteX0" fmla="*/ 0 w 2913189"/>
                <a:gd name="connsiteY0" fmla="*/ 0 h 1461"/>
                <a:gd name="connsiteX1" fmla="*/ 2913189 w 2913189"/>
                <a:gd name="connsiteY1" fmla="*/ 0 h 1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3189" h="1461">
                  <a:moveTo>
                    <a:pt x="0" y="0"/>
                  </a:moveTo>
                  <a:lnTo>
                    <a:pt x="2913189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F3C0B548-5C1F-26F5-CC48-4C81F052E0F0}"/>
                </a:ext>
              </a:extLst>
            </p:cNvPr>
            <p:cNvSpPr/>
            <p:nvPr/>
          </p:nvSpPr>
          <p:spPr>
            <a:xfrm>
              <a:off x="1069302" y="4360751"/>
              <a:ext cx="1461" cy="27615"/>
            </a:xfrm>
            <a:custGeom>
              <a:avLst/>
              <a:gdLst>
                <a:gd name="connsiteX0" fmla="*/ 0 w 1461"/>
                <a:gd name="connsiteY0" fmla="*/ 27616 h 27615"/>
                <a:gd name="connsiteX1" fmla="*/ 0 w 1461"/>
                <a:gd name="connsiteY1" fmla="*/ 0 h 27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27615">
                  <a:moveTo>
                    <a:pt x="0" y="27616"/>
                  </a:moveTo>
                  <a:lnTo>
                    <a:pt x="0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EE88C2B0-43E4-745E-A834-CE45132803E8}"/>
                </a:ext>
              </a:extLst>
            </p:cNvPr>
            <p:cNvSpPr/>
            <p:nvPr/>
          </p:nvSpPr>
          <p:spPr>
            <a:xfrm>
              <a:off x="1412839" y="4360751"/>
              <a:ext cx="1461" cy="27615"/>
            </a:xfrm>
            <a:custGeom>
              <a:avLst/>
              <a:gdLst>
                <a:gd name="connsiteX0" fmla="*/ 0 w 1461"/>
                <a:gd name="connsiteY0" fmla="*/ 27616 h 27615"/>
                <a:gd name="connsiteX1" fmla="*/ 0 w 1461"/>
                <a:gd name="connsiteY1" fmla="*/ 0 h 27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27615">
                  <a:moveTo>
                    <a:pt x="0" y="27616"/>
                  </a:moveTo>
                  <a:lnTo>
                    <a:pt x="0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57A60236-24FF-4492-7CF3-E219EF0A19A3}"/>
                </a:ext>
              </a:extLst>
            </p:cNvPr>
            <p:cNvSpPr/>
            <p:nvPr/>
          </p:nvSpPr>
          <p:spPr>
            <a:xfrm>
              <a:off x="1756378" y="4360751"/>
              <a:ext cx="1461" cy="27615"/>
            </a:xfrm>
            <a:custGeom>
              <a:avLst/>
              <a:gdLst>
                <a:gd name="connsiteX0" fmla="*/ 0 w 1461"/>
                <a:gd name="connsiteY0" fmla="*/ 27616 h 27615"/>
                <a:gd name="connsiteX1" fmla="*/ 0 w 1461"/>
                <a:gd name="connsiteY1" fmla="*/ 0 h 27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27615">
                  <a:moveTo>
                    <a:pt x="0" y="27616"/>
                  </a:moveTo>
                  <a:lnTo>
                    <a:pt x="0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109CB756-5D66-306A-0395-E1466E2A82B9}"/>
                </a:ext>
              </a:extLst>
            </p:cNvPr>
            <p:cNvSpPr/>
            <p:nvPr/>
          </p:nvSpPr>
          <p:spPr>
            <a:xfrm>
              <a:off x="2099912" y="4360751"/>
              <a:ext cx="1461" cy="27615"/>
            </a:xfrm>
            <a:custGeom>
              <a:avLst/>
              <a:gdLst>
                <a:gd name="connsiteX0" fmla="*/ 0 w 1461"/>
                <a:gd name="connsiteY0" fmla="*/ 27616 h 27615"/>
                <a:gd name="connsiteX1" fmla="*/ 0 w 1461"/>
                <a:gd name="connsiteY1" fmla="*/ 0 h 27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27615">
                  <a:moveTo>
                    <a:pt x="0" y="27616"/>
                  </a:moveTo>
                  <a:lnTo>
                    <a:pt x="0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72341E85-9FBF-1D53-7663-35D6EB97FE6B}"/>
                </a:ext>
              </a:extLst>
            </p:cNvPr>
            <p:cNvSpPr/>
            <p:nvPr/>
          </p:nvSpPr>
          <p:spPr>
            <a:xfrm>
              <a:off x="2443446" y="4360751"/>
              <a:ext cx="1461" cy="27615"/>
            </a:xfrm>
            <a:custGeom>
              <a:avLst/>
              <a:gdLst>
                <a:gd name="connsiteX0" fmla="*/ 0 w 1461"/>
                <a:gd name="connsiteY0" fmla="*/ 27616 h 27615"/>
                <a:gd name="connsiteX1" fmla="*/ 0 w 1461"/>
                <a:gd name="connsiteY1" fmla="*/ 0 h 27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27615">
                  <a:moveTo>
                    <a:pt x="0" y="27616"/>
                  </a:moveTo>
                  <a:lnTo>
                    <a:pt x="0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4C5069-8EBD-89C2-BED9-03BF48B8F785}"/>
                </a:ext>
              </a:extLst>
            </p:cNvPr>
            <p:cNvSpPr/>
            <p:nvPr/>
          </p:nvSpPr>
          <p:spPr>
            <a:xfrm>
              <a:off x="2786980" y="4360751"/>
              <a:ext cx="1461" cy="27615"/>
            </a:xfrm>
            <a:custGeom>
              <a:avLst/>
              <a:gdLst>
                <a:gd name="connsiteX0" fmla="*/ 0 w 1461"/>
                <a:gd name="connsiteY0" fmla="*/ 27616 h 27615"/>
                <a:gd name="connsiteX1" fmla="*/ 0 w 1461"/>
                <a:gd name="connsiteY1" fmla="*/ 0 h 27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27615">
                  <a:moveTo>
                    <a:pt x="0" y="27616"/>
                  </a:moveTo>
                  <a:lnTo>
                    <a:pt x="0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E060AD98-57FE-DDF8-8E33-8A99DFDEC5FB}"/>
                </a:ext>
              </a:extLst>
            </p:cNvPr>
            <p:cNvSpPr/>
            <p:nvPr/>
          </p:nvSpPr>
          <p:spPr>
            <a:xfrm>
              <a:off x="3130514" y="4360751"/>
              <a:ext cx="1461" cy="27615"/>
            </a:xfrm>
            <a:custGeom>
              <a:avLst/>
              <a:gdLst>
                <a:gd name="connsiteX0" fmla="*/ 0 w 1461"/>
                <a:gd name="connsiteY0" fmla="*/ 27616 h 27615"/>
                <a:gd name="connsiteX1" fmla="*/ 0 w 1461"/>
                <a:gd name="connsiteY1" fmla="*/ 0 h 27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27615">
                  <a:moveTo>
                    <a:pt x="0" y="27616"/>
                  </a:moveTo>
                  <a:lnTo>
                    <a:pt x="0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6043CEA2-2892-3695-7F3C-ACF4BDC4190F}"/>
                </a:ext>
              </a:extLst>
            </p:cNvPr>
            <p:cNvSpPr/>
            <p:nvPr/>
          </p:nvSpPr>
          <p:spPr>
            <a:xfrm>
              <a:off x="3474048" y="4360751"/>
              <a:ext cx="1461" cy="27615"/>
            </a:xfrm>
            <a:custGeom>
              <a:avLst/>
              <a:gdLst>
                <a:gd name="connsiteX0" fmla="*/ 0 w 1461"/>
                <a:gd name="connsiteY0" fmla="*/ 27616 h 27615"/>
                <a:gd name="connsiteX1" fmla="*/ 0 w 1461"/>
                <a:gd name="connsiteY1" fmla="*/ 0 h 27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27615">
                  <a:moveTo>
                    <a:pt x="0" y="27616"/>
                  </a:moveTo>
                  <a:lnTo>
                    <a:pt x="0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858F1BFB-CA41-0BBB-59B7-A859B85551A6}"/>
                </a:ext>
              </a:extLst>
            </p:cNvPr>
            <p:cNvSpPr/>
            <p:nvPr/>
          </p:nvSpPr>
          <p:spPr>
            <a:xfrm>
              <a:off x="934615" y="4483854"/>
              <a:ext cx="75882" cy="10067"/>
            </a:xfrm>
            <a:custGeom>
              <a:avLst/>
              <a:gdLst>
                <a:gd name="connsiteX0" fmla="*/ 0 w 75882"/>
                <a:gd name="connsiteY0" fmla="*/ 0 h 10067"/>
                <a:gd name="connsiteX1" fmla="*/ 75883 w 75882"/>
                <a:gd name="connsiteY1" fmla="*/ 0 h 10067"/>
                <a:gd name="connsiteX2" fmla="*/ 75883 w 75882"/>
                <a:gd name="connsiteY2" fmla="*/ 10067 h 10067"/>
                <a:gd name="connsiteX3" fmla="*/ 0 w 75882"/>
                <a:gd name="connsiteY3" fmla="*/ 10067 h 10067"/>
                <a:gd name="connsiteX4" fmla="*/ 0 w 75882"/>
                <a:gd name="connsiteY4" fmla="*/ 0 h 10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882" h="10067">
                  <a:moveTo>
                    <a:pt x="0" y="0"/>
                  </a:moveTo>
                  <a:lnTo>
                    <a:pt x="75883" y="0"/>
                  </a:lnTo>
                  <a:lnTo>
                    <a:pt x="75883" y="10067"/>
                  </a:lnTo>
                  <a:lnTo>
                    <a:pt x="0" y="100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C83A6B1F-F87C-E9F8-6CAF-51BF039EB96E}"/>
                </a:ext>
              </a:extLst>
            </p:cNvPr>
            <p:cNvSpPr/>
            <p:nvPr/>
          </p:nvSpPr>
          <p:spPr>
            <a:xfrm>
              <a:off x="1031332" y="4436922"/>
              <a:ext cx="61083" cy="91673"/>
            </a:xfrm>
            <a:custGeom>
              <a:avLst/>
              <a:gdLst>
                <a:gd name="connsiteX0" fmla="*/ 30541 w 61083"/>
                <a:gd name="connsiteY0" fmla="*/ 9468 h 91673"/>
                <a:gd name="connsiteX1" fmla="*/ 16632 w 61083"/>
                <a:gd name="connsiteY1" fmla="*/ 18586 h 91673"/>
                <a:gd name="connsiteX2" fmla="*/ 12015 w 61083"/>
                <a:gd name="connsiteY2" fmla="*/ 45866 h 91673"/>
                <a:gd name="connsiteX3" fmla="*/ 16632 w 61083"/>
                <a:gd name="connsiteY3" fmla="*/ 73160 h 91673"/>
                <a:gd name="connsiteX4" fmla="*/ 30541 w 61083"/>
                <a:gd name="connsiteY4" fmla="*/ 82205 h 91673"/>
                <a:gd name="connsiteX5" fmla="*/ 44451 w 61083"/>
                <a:gd name="connsiteY5" fmla="*/ 73160 h 91673"/>
                <a:gd name="connsiteX6" fmla="*/ 49127 w 61083"/>
                <a:gd name="connsiteY6" fmla="*/ 45866 h 91673"/>
                <a:gd name="connsiteX7" fmla="*/ 44451 w 61083"/>
                <a:gd name="connsiteY7" fmla="*/ 18586 h 91673"/>
                <a:gd name="connsiteX8" fmla="*/ 30541 w 61083"/>
                <a:gd name="connsiteY8" fmla="*/ 9468 h 91673"/>
                <a:gd name="connsiteX9" fmla="*/ 30541 w 61083"/>
                <a:gd name="connsiteY9" fmla="*/ 0 h 91673"/>
                <a:gd name="connsiteX10" fmla="*/ 53211 w 61083"/>
                <a:gd name="connsiteY10" fmla="*/ 11777 h 91673"/>
                <a:gd name="connsiteX11" fmla="*/ 61084 w 61083"/>
                <a:gd name="connsiteY11" fmla="*/ 45866 h 91673"/>
                <a:gd name="connsiteX12" fmla="*/ 53211 w 61083"/>
                <a:gd name="connsiteY12" fmla="*/ 79955 h 91673"/>
                <a:gd name="connsiteX13" fmla="*/ 30541 w 61083"/>
                <a:gd name="connsiteY13" fmla="*/ 91673 h 91673"/>
                <a:gd name="connsiteX14" fmla="*/ 7813 w 61083"/>
                <a:gd name="connsiteY14" fmla="*/ 79955 h 91673"/>
                <a:gd name="connsiteX15" fmla="*/ 0 w 61083"/>
                <a:gd name="connsiteY15" fmla="*/ 45866 h 91673"/>
                <a:gd name="connsiteX16" fmla="*/ 7813 w 61083"/>
                <a:gd name="connsiteY16" fmla="*/ 11777 h 91673"/>
                <a:gd name="connsiteX17" fmla="*/ 30541 w 61083"/>
                <a:gd name="connsiteY17" fmla="*/ 0 h 91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1083" h="91673">
                  <a:moveTo>
                    <a:pt x="30541" y="9468"/>
                  </a:moveTo>
                  <a:cubicBezTo>
                    <a:pt x="24385" y="9468"/>
                    <a:pt x="19749" y="12507"/>
                    <a:pt x="16632" y="18586"/>
                  </a:cubicBezTo>
                  <a:cubicBezTo>
                    <a:pt x="13554" y="24621"/>
                    <a:pt x="12015" y="33709"/>
                    <a:pt x="12015" y="45866"/>
                  </a:cubicBezTo>
                  <a:cubicBezTo>
                    <a:pt x="12015" y="57979"/>
                    <a:pt x="13554" y="67082"/>
                    <a:pt x="16632" y="73160"/>
                  </a:cubicBezTo>
                  <a:cubicBezTo>
                    <a:pt x="19749" y="79195"/>
                    <a:pt x="24385" y="82205"/>
                    <a:pt x="30541" y="82205"/>
                  </a:cubicBezTo>
                  <a:cubicBezTo>
                    <a:pt x="36737" y="82205"/>
                    <a:pt x="41373" y="79195"/>
                    <a:pt x="44451" y="73160"/>
                  </a:cubicBezTo>
                  <a:cubicBezTo>
                    <a:pt x="47568" y="67082"/>
                    <a:pt x="49127" y="57979"/>
                    <a:pt x="49127" y="45866"/>
                  </a:cubicBezTo>
                  <a:cubicBezTo>
                    <a:pt x="49127" y="33709"/>
                    <a:pt x="47568" y="24621"/>
                    <a:pt x="44451" y="18586"/>
                  </a:cubicBezTo>
                  <a:cubicBezTo>
                    <a:pt x="41373" y="12507"/>
                    <a:pt x="36737" y="9468"/>
                    <a:pt x="30541" y="9468"/>
                  </a:cubicBezTo>
                  <a:moveTo>
                    <a:pt x="30541" y="0"/>
                  </a:moveTo>
                  <a:cubicBezTo>
                    <a:pt x="40446" y="0"/>
                    <a:pt x="48002" y="3930"/>
                    <a:pt x="53211" y="11777"/>
                  </a:cubicBezTo>
                  <a:cubicBezTo>
                    <a:pt x="58460" y="19594"/>
                    <a:pt x="61084" y="30947"/>
                    <a:pt x="61084" y="45866"/>
                  </a:cubicBezTo>
                  <a:cubicBezTo>
                    <a:pt x="61084" y="60740"/>
                    <a:pt x="58460" y="72108"/>
                    <a:pt x="53211" y="79955"/>
                  </a:cubicBezTo>
                  <a:cubicBezTo>
                    <a:pt x="48002" y="87772"/>
                    <a:pt x="40446" y="91673"/>
                    <a:pt x="30541" y="91673"/>
                  </a:cubicBezTo>
                  <a:cubicBezTo>
                    <a:pt x="20637" y="91673"/>
                    <a:pt x="13061" y="87772"/>
                    <a:pt x="7813" y="79955"/>
                  </a:cubicBezTo>
                  <a:cubicBezTo>
                    <a:pt x="2604" y="72108"/>
                    <a:pt x="0" y="60740"/>
                    <a:pt x="0" y="45866"/>
                  </a:cubicBezTo>
                  <a:cubicBezTo>
                    <a:pt x="0" y="30947"/>
                    <a:pt x="2604" y="19594"/>
                    <a:pt x="7813" y="11777"/>
                  </a:cubicBezTo>
                  <a:cubicBezTo>
                    <a:pt x="13061" y="3930"/>
                    <a:pt x="20637" y="0"/>
                    <a:pt x="30541" y="0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9740BFD4-453E-9D36-C50C-0B6C665A6801}"/>
                </a:ext>
              </a:extLst>
            </p:cNvPr>
            <p:cNvSpPr/>
            <p:nvPr/>
          </p:nvSpPr>
          <p:spPr>
            <a:xfrm>
              <a:off x="1113429" y="4511850"/>
              <a:ext cx="12488" cy="15035"/>
            </a:xfrm>
            <a:custGeom>
              <a:avLst/>
              <a:gdLst>
                <a:gd name="connsiteX0" fmla="*/ 0 w 12488"/>
                <a:gd name="connsiteY0" fmla="*/ 0 h 15035"/>
                <a:gd name="connsiteX1" fmla="*/ 12489 w 12488"/>
                <a:gd name="connsiteY1" fmla="*/ 0 h 15035"/>
                <a:gd name="connsiteX2" fmla="*/ 12489 w 12488"/>
                <a:gd name="connsiteY2" fmla="*/ 15035 h 15035"/>
                <a:gd name="connsiteX3" fmla="*/ 0 w 12488"/>
                <a:gd name="connsiteY3" fmla="*/ 15035 h 15035"/>
                <a:gd name="connsiteX4" fmla="*/ 0 w 12488"/>
                <a:gd name="connsiteY4" fmla="*/ 0 h 1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88" h="15035">
                  <a:moveTo>
                    <a:pt x="0" y="0"/>
                  </a:moveTo>
                  <a:lnTo>
                    <a:pt x="12489" y="0"/>
                  </a:lnTo>
                  <a:lnTo>
                    <a:pt x="12489" y="15035"/>
                  </a:lnTo>
                  <a:lnTo>
                    <a:pt x="0" y="150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B688559D-89CA-092D-D7D0-5CEE4B96AB47}"/>
                </a:ext>
              </a:extLst>
            </p:cNvPr>
            <p:cNvSpPr/>
            <p:nvPr/>
          </p:nvSpPr>
          <p:spPr>
            <a:xfrm>
              <a:off x="1147878" y="4436922"/>
              <a:ext cx="56112" cy="89963"/>
            </a:xfrm>
            <a:custGeom>
              <a:avLst/>
              <a:gdLst>
                <a:gd name="connsiteX0" fmla="*/ 14384 w 56112"/>
                <a:gd name="connsiteY0" fmla="*/ 79896 h 89963"/>
                <a:gd name="connsiteX1" fmla="*/ 56113 w 56112"/>
                <a:gd name="connsiteY1" fmla="*/ 79896 h 89963"/>
                <a:gd name="connsiteX2" fmla="*/ 56113 w 56112"/>
                <a:gd name="connsiteY2" fmla="*/ 89964 h 89963"/>
                <a:gd name="connsiteX3" fmla="*/ 0 w 56112"/>
                <a:gd name="connsiteY3" fmla="*/ 89964 h 89963"/>
                <a:gd name="connsiteX4" fmla="*/ 0 w 56112"/>
                <a:gd name="connsiteY4" fmla="*/ 79896 h 89963"/>
                <a:gd name="connsiteX5" fmla="*/ 18526 w 56112"/>
                <a:gd name="connsiteY5" fmla="*/ 61018 h 89963"/>
                <a:gd name="connsiteX6" fmla="*/ 33325 w 56112"/>
                <a:gd name="connsiteY6" fmla="*/ 45691 h 89963"/>
                <a:gd name="connsiteX7" fmla="*/ 41314 w 56112"/>
                <a:gd name="connsiteY7" fmla="*/ 34805 h 89963"/>
                <a:gd name="connsiteX8" fmla="*/ 43623 w 56112"/>
                <a:gd name="connsiteY8" fmla="*/ 25980 h 89963"/>
                <a:gd name="connsiteX9" fmla="*/ 38651 w 56112"/>
                <a:gd name="connsiteY9" fmla="*/ 14495 h 89963"/>
                <a:gd name="connsiteX10" fmla="*/ 25807 w 56112"/>
                <a:gd name="connsiteY10" fmla="*/ 10053 h 89963"/>
                <a:gd name="connsiteX11" fmla="*/ 13910 w 56112"/>
                <a:gd name="connsiteY11" fmla="*/ 12011 h 89963"/>
                <a:gd name="connsiteX12" fmla="*/ 592 w 56112"/>
                <a:gd name="connsiteY12" fmla="*/ 17928 h 89963"/>
                <a:gd name="connsiteX13" fmla="*/ 592 w 56112"/>
                <a:gd name="connsiteY13" fmla="*/ 5859 h 89963"/>
                <a:gd name="connsiteX14" fmla="*/ 14087 w 56112"/>
                <a:gd name="connsiteY14" fmla="*/ 1476 h 89963"/>
                <a:gd name="connsiteX15" fmla="*/ 25570 w 56112"/>
                <a:gd name="connsiteY15" fmla="*/ 0 h 89963"/>
                <a:gd name="connsiteX16" fmla="*/ 47470 w 56112"/>
                <a:gd name="connsiteY16" fmla="*/ 6867 h 89963"/>
                <a:gd name="connsiteX17" fmla="*/ 55640 w 56112"/>
                <a:gd name="connsiteY17" fmla="*/ 25205 h 89963"/>
                <a:gd name="connsiteX18" fmla="*/ 53568 w 56112"/>
                <a:gd name="connsiteY18" fmla="*/ 35565 h 89963"/>
                <a:gd name="connsiteX19" fmla="*/ 46168 w 56112"/>
                <a:gd name="connsiteY19" fmla="*/ 47049 h 89963"/>
                <a:gd name="connsiteX20" fmla="*/ 36757 w 56112"/>
                <a:gd name="connsiteY20" fmla="*/ 57000 h 89963"/>
                <a:gd name="connsiteX21" fmla="*/ 14384 w 56112"/>
                <a:gd name="connsiteY21" fmla="*/ 79896 h 89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6112" h="89963">
                  <a:moveTo>
                    <a:pt x="14384" y="79896"/>
                  </a:moveTo>
                  <a:lnTo>
                    <a:pt x="56113" y="79896"/>
                  </a:lnTo>
                  <a:lnTo>
                    <a:pt x="56113" y="89964"/>
                  </a:lnTo>
                  <a:lnTo>
                    <a:pt x="0" y="89964"/>
                  </a:lnTo>
                  <a:lnTo>
                    <a:pt x="0" y="79896"/>
                  </a:lnTo>
                  <a:cubicBezTo>
                    <a:pt x="4538" y="75206"/>
                    <a:pt x="10713" y="68908"/>
                    <a:pt x="18526" y="61018"/>
                  </a:cubicBezTo>
                  <a:cubicBezTo>
                    <a:pt x="26380" y="53084"/>
                    <a:pt x="31313" y="47985"/>
                    <a:pt x="33325" y="45691"/>
                  </a:cubicBezTo>
                  <a:cubicBezTo>
                    <a:pt x="37151" y="41380"/>
                    <a:pt x="39815" y="37756"/>
                    <a:pt x="41314" y="34805"/>
                  </a:cubicBezTo>
                  <a:cubicBezTo>
                    <a:pt x="42853" y="31810"/>
                    <a:pt x="43623" y="28858"/>
                    <a:pt x="43623" y="25980"/>
                  </a:cubicBezTo>
                  <a:cubicBezTo>
                    <a:pt x="43623" y="21289"/>
                    <a:pt x="41966" y="17461"/>
                    <a:pt x="38651" y="14495"/>
                  </a:cubicBezTo>
                  <a:cubicBezTo>
                    <a:pt x="35376" y="11529"/>
                    <a:pt x="31095" y="10053"/>
                    <a:pt x="25807" y="10053"/>
                  </a:cubicBezTo>
                  <a:cubicBezTo>
                    <a:pt x="22059" y="10053"/>
                    <a:pt x="18094" y="10710"/>
                    <a:pt x="13910" y="12011"/>
                  </a:cubicBezTo>
                  <a:cubicBezTo>
                    <a:pt x="9766" y="13311"/>
                    <a:pt x="5327" y="15284"/>
                    <a:pt x="592" y="17928"/>
                  </a:cubicBezTo>
                  <a:lnTo>
                    <a:pt x="592" y="5859"/>
                  </a:lnTo>
                  <a:cubicBezTo>
                    <a:pt x="5406" y="3916"/>
                    <a:pt x="9904" y="2455"/>
                    <a:pt x="14087" y="1476"/>
                  </a:cubicBezTo>
                  <a:cubicBezTo>
                    <a:pt x="18270" y="497"/>
                    <a:pt x="22097" y="0"/>
                    <a:pt x="25570" y="0"/>
                  </a:cubicBezTo>
                  <a:cubicBezTo>
                    <a:pt x="34724" y="0"/>
                    <a:pt x="42024" y="2294"/>
                    <a:pt x="47470" y="6867"/>
                  </a:cubicBezTo>
                  <a:cubicBezTo>
                    <a:pt x="52916" y="11441"/>
                    <a:pt x="55640" y="17549"/>
                    <a:pt x="55640" y="25205"/>
                  </a:cubicBezTo>
                  <a:cubicBezTo>
                    <a:pt x="55640" y="28843"/>
                    <a:pt x="54948" y="32292"/>
                    <a:pt x="53568" y="35565"/>
                  </a:cubicBezTo>
                  <a:cubicBezTo>
                    <a:pt x="52225" y="38794"/>
                    <a:pt x="49758" y="42622"/>
                    <a:pt x="46168" y="47049"/>
                  </a:cubicBezTo>
                  <a:cubicBezTo>
                    <a:pt x="45182" y="48204"/>
                    <a:pt x="42045" y="51521"/>
                    <a:pt x="36757" y="57000"/>
                  </a:cubicBezTo>
                  <a:cubicBezTo>
                    <a:pt x="31469" y="62450"/>
                    <a:pt x="24011" y="70077"/>
                    <a:pt x="14384" y="79896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E3E7D907-4F7F-D1FE-ED2E-91104D8CF42D}"/>
                </a:ext>
              </a:extLst>
            </p:cNvPr>
            <p:cNvSpPr/>
            <p:nvPr/>
          </p:nvSpPr>
          <p:spPr>
            <a:xfrm>
              <a:off x="1324468" y="4436922"/>
              <a:ext cx="61083" cy="91673"/>
            </a:xfrm>
            <a:custGeom>
              <a:avLst/>
              <a:gdLst>
                <a:gd name="connsiteX0" fmla="*/ 30541 w 61083"/>
                <a:gd name="connsiteY0" fmla="*/ 9468 h 91673"/>
                <a:gd name="connsiteX1" fmla="*/ 16632 w 61083"/>
                <a:gd name="connsiteY1" fmla="*/ 18586 h 91673"/>
                <a:gd name="connsiteX2" fmla="*/ 12015 w 61083"/>
                <a:gd name="connsiteY2" fmla="*/ 45866 h 91673"/>
                <a:gd name="connsiteX3" fmla="*/ 16632 w 61083"/>
                <a:gd name="connsiteY3" fmla="*/ 73160 h 91673"/>
                <a:gd name="connsiteX4" fmla="*/ 30541 w 61083"/>
                <a:gd name="connsiteY4" fmla="*/ 82205 h 91673"/>
                <a:gd name="connsiteX5" fmla="*/ 44451 w 61083"/>
                <a:gd name="connsiteY5" fmla="*/ 73160 h 91673"/>
                <a:gd name="connsiteX6" fmla="*/ 49127 w 61083"/>
                <a:gd name="connsiteY6" fmla="*/ 45866 h 91673"/>
                <a:gd name="connsiteX7" fmla="*/ 44451 w 61083"/>
                <a:gd name="connsiteY7" fmla="*/ 18586 h 91673"/>
                <a:gd name="connsiteX8" fmla="*/ 30541 w 61083"/>
                <a:gd name="connsiteY8" fmla="*/ 9468 h 91673"/>
                <a:gd name="connsiteX9" fmla="*/ 30541 w 61083"/>
                <a:gd name="connsiteY9" fmla="*/ 0 h 91673"/>
                <a:gd name="connsiteX10" fmla="*/ 53211 w 61083"/>
                <a:gd name="connsiteY10" fmla="*/ 11777 h 91673"/>
                <a:gd name="connsiteX11" fmla="*/ 61084 w 61083"/>
                <a:gd name="connsiteY11" fmla="*/ 45866 h 91673"/>
                <a:gd name="connsiteX12" fmla="*/ 53211 w 61083"/>
                <a:gd name="connsiteY12" fmla="*/ 79955 h 91673"/>
                <a:gd name="connsiteX13" fmla="*/ 30541 w 61083"/>
                <a:gd name="connsiteY13" fmla="*/ 91673 h 91673"/>
                <a:gd name="connsiteX14" fmla="*/ 7813 w 61083"/>
                <a:gd name="connsiteY14" fmla="*/ 79955 h 91673"/>
                <a:gd name="connsiteX15" fmla="*/ 0 w 61083"/>
                <a:gd name="connsiteY15" fmla="*/ 45866 h 91673"/>
                <a:gd name="connsiteX16" fmla="*/ 7813 w 61083"/>
                <a:gd name="connsiteY16" fmla="*/ 11777 h 91673"/>
                <a:gd name="connsiteX17" fmla="*/ 30541 w 61083"/>
                <a:gd name="connsiteY17" fmla="*/ 0 h 91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1083" h="91673">
                  <a:moveTo>
                    <a:pt x="30541" y="9468"/>
                  </a:moveTo>
                  <a:cubicBezTo>
                    <a:pt x="24385" y="9468"/>
                    <a:pt x="19749" y="12507"/>
                    <a:pt x="16632" y="18586"/>
                  </a:cubicBezTo>
                  <a:cubicBezTo>
                    <a:pt x="13554" y="24621"/>
                    <a:pt x="12015" y="33709"/>
                    <a:pt x="12015" y="45866"/>
                  </a:cubicBezTo>
                  <a:cubicBezTo>
                    <a:pt x="12015" y="57979"/>
                    <a:pt x="13554" y="67082"/>
                    <a:pt x="16632" y="73160"/>
                  </a:cubicBezTo>
                  <a:cubicBezTo>
                    <a:pt x="19749" y="79195"/>
                    <a:pt x="24385" y="82205"/>
                    <a:pt x="30541" y="82205"/>
                  </a:cubicBezTo>
                  <a:cubicBezTo>
                    <a:pt x="36737" y="82205"/>
                    <a:pt x="41373" y="79195"/>
                    <a:pt x="44451" y="73160"/>
                  </a:cubicBezTo>
                  <a:cubicBezTo>
                    <a:pt x="47568" y="67082"/>
                    <a:pt x="49127" y="57979"/>
                    <a:pt x="49127" y="45866"/>
                  </a:cubicBezTo>
                  <a:cubicBezTo>
                    <a:pt x="49127" y="33709"/>
                    <a:pt x="47568" y="24621"/>
                    <a:pt x="44451" y="18586"/>
                  </a:cubicBezTo>
                  <a:cubicBezTo>
                    <a:pt x="41373" y="12507"/>
                    <a:pt x="36737" y="9468"/>
                    <a:pt x="30541" y="9468"/>
                  </a:cubicBezTo>
                  <a:moveTo>
                    <a:pt x="30541" y="0"/>
                  </a:moveTo>
                  <a:cubicBezTo>
                    <a:pt x="40446" y="0"/>
                    <a:pt x="48002" y="3930"/>
                    <a:pt x="53211" y="11777"/>
                  </a:cubicBezTo>
                  <a:cubicBezTo>
                    <a:pt x="58460" y="19594"/>
                    <a:pt x="61084" y="30947"/>
                    <a:pt x="61084" y="45866"/>
                  </a:cubicBezTo>
                  <a:cubicBezTo>
                    <a:pt x="61084" y="60740"/>
                    <a:pt x="58460" y="72108"/>
                    <a:pt x="53211" y="79955"/>
                  </a:cubicBezTo>
                  <a:cubicBezTo>
                    <a:pt x="48002" y="87772"/>
                    <a:pt x="40446" y="91673"/>
                    <a:pt x="30541" y="91673"/>
                  </a:cubicBezTo>
                  <a:cubicBezTo>
                    <a:pt x="20637" y="91673"/>
                    <a:pt x="13061" y="87772"/>
                    <a:pt x="7813" y="79955"/>
                  </a:cubicBezTo>
                  <a:cubicBezTo>
                    <a:pt x="2604" y="72108"/>
                    <a:pt x="0" y="60740"/>
                    <a:pt x="0" y="45866"/>
                  </a:cubicBezTo>
                  <a:cubicBezTo>
                    <a:pt x="0" y="30947"/>
                    <a:pt x="2604" y="19594"/>
                    <a:pt x="7813" y="11777"/>
                  </a:cubicBezTo>
                  <a:cubicBezTo>
                    <a:pt x="13061" y="3930"/>
                    <a:pt x="20637" y="0"/>
                    <a:pt x="30541" y="0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DC877402-B382-5566-5F67-957FD7A25C3F}"/>
                </a:ext>
              </a:extLst>
            </p:cNvPr>
            <p:cNvSpPr/>
            <p:nvPr/>
          </p:nvSpPr>
          <p:spPr>
            <a:xfrm>
              <a:off x="1406565" y="4511850"/>
              <a:ext cx="12488" cy="15035"/>
            </a:xfrm>
            <a:custGeom>
              <a:avLst/>
              <a:gdLst>
                <a:gd name="connsiteX0" fmla="*/ 0 w 12488"/>
                <a:gd name="connsiteY0" fmla="*/ 0 h 15035"/>
                <a:gd name="connsiteX1" fmla="*/ 12489 w 12488"/>
                <a:gd name="connsiteY1" fmla="*/ 0 h 15035"/>
                <a:gd name="connsiteX2" fmla="*/ 12489 w 12488"/>
                <a:gd name="connsiteY2" fmla="*/ 15035 h 15035"/>
                <a:gd name="connsiteX3" fmla="*/ 0 w 12488"/>
                <a:gd name="connsiteY3" fmla="*/ 15035 h 15035"/>
                <a:gd name="connsiteX4" fmla="*/ 0 w 12488"/>
                <a:gd name="connsiteY4" fmla="*/ 0 h 1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88" h="15035">
                  <a:moveTo>
                    <a:pt x="0" y="0"/>
                  </a:moveTo>
                  <a:lnTo>
                    <a:pt x="12489" y="0"/>
                  </a:lnTo>
                  <a:lnTo>
                    <a:pt x="12489" y="15035"/>
                  </a:lnTo>
                  <a:lnTo>
                    <a:pt x="0" y="150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348C8FF2-3AE4-BD0C-F53C-C6D76F1918E8}"/>
                </a:ext>
              </a:extLst>
            </p:cNvPr>
            <p:cNvSpPr/>
            <p:nvPr/>
          </p:nvSpPr>
          <p:spPr>
            <a:xfrm>
              <a:off x="1440125" y="4436922"/>
              <a:ext cx="61085" cy="91673"/>
            </a:xfrm>
            <a:custGeom>
              <a:avLst/>
              <a:gdLst>
                <a:gd name="connsiteX0" fmla="*/ 30543 w 61085"/>
                <a:gd name="connsiteY0" fmla="*/ 9468 h 91673"/>
                <a:gd name="connsiteX1" fmla="*/ 16632 w 61085"/>
                <a:gd name="connsiteY1" fmla="*/ 18586 h 91673"/>
                <a:gd name="connsiteX2" fmla="*/ 12017 w 61085"/>
                <a:gd name="connsiteY2" fmla="*/ 45866 h 91673"/>
                <a:gd name="connsiteX3" fmla="*/ 16632 w 61085"/>
                <a:gd name="connsiteY3" fmla="*/ 73160 h 91673"/>
                <a:gd name="connsiteX4" fmla="*/ 30543 w 61085"/>
                <a:gd name="connsiteY4" fmla="*/ 82205 h 91673"/>
                <a:gd name="connsiteX5" fmla="*/ 44453 w 61085"/>
                <a:gd name="connsiteY5" fmla="*/ 73160 h 91673"/>
                <a:gd name="connsiteX6" fmla="*/ 49129 w 61085"/>
                <a:gd name="connsiteY6" fmla="*/ 45866 h 91673"/>
                <a:gd name="connsiteX7" fmla="*/ 44453 w 61085"/>
                <a:gd name="connsiteY7" fmla="*/ 18586 h 91673"/>
                <a:gd name="connsiteX8" fmla="*/ 30543 w 61085"/>
                <a:gd name="connsiteY8" fmla="*/ 9468 h 91673"/>
                <a:gd name="connsiteX9" fmla="*/ 30543 w 61085"/>
                <a:gd name="connsiteY9" fmla="*/ 0 h 91673"/>
                <a:gd name="connsiteX10" fmla="*/ 53213 w 61085"/>
                <a:gd name="connsiteY10" fmla="*/ 11777 h 91673"/>
                <a:gd name="connsiteX11" fmla="*/ 61085 w 61085"/>
                <a:gd name="connsiteY11" fmla="*/ 45866 h 91673"/>
                <a:gd name="connsiteX12" fmla="*/ 53213 w 61085"/>
                <a:gd name="connsiteY12" fmla="*/ 79955 h 91673"/>
                <a:gd name="connsiteX13" fmla="*/ 30543 w 61085"/>
                <a:gd name="connsiteY13" fmla="*/ 91673 h 91673"/>
                <a:gd name="connsiteX14" fmla="*/ 7813 w 61085"/>
                <a:gd name="connsiteY14" fmla="*/ 79955 h 91673"/>
                <a:gd name="connsiteX15" fmla="*/ 0 w 61085"/>
                <a:gd name="connsiteY15" fmla="*/ 45866 h 91673"/>
                <a:gd name="connsiteX16" fmla="*/ 7813 w 61085"/>
                <a:gd name="connsiteY16" fmla="*/ 11777 h 91673"/>
                <a:gd name="connsiteX17" fmla="*/ 30543 w 61085"/>
                <a:gd name="connsiteY17" fmla="*/ 0 h 91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1085" h="91673">
                  <a:moveTo>
                    <a:pt x="30543" y="9468"/>
                  </a:moveTo>
                  <a:cubicBezTo>
                    <a:pt x="24387" y="9468"/>
                    <a:pt x="19750" y="12507"/>
                    <a:pt x="16632" y="18586"/>
                  </a:cubicBezTo>
                  <a:cubicBezTo>
                    <a:pt x="13555" y="24621"/>
                    <a:pt x="12017" y="33709"/>
                    <a:pt x="12017" y="45866"/>
                  </a:cubicBezTo>
                  <a:cubicBezTo>
                    <a:pt x="12017" y="57979"/>
                    <a:pt x="13555" y="67082"/>
                    <a:pt x="16632" y="73160"/>
                  </a:cubicBezTo>
                  <a:cubicBezTo>
                    <a:pt x="19750" y="79195"/>
                    <a:pt x="24387" y="82205"/>
                    <a:pt x="30543" y="82205"/>
                  </a:cubicBezTo>
                  <a:cubicBezTo>
                    <a:pt x="36738" y="82205"/>
                    <a:pt x="41374" y="79195"/>
                    <a:pt x="44453" y="73160"/>
                  </a:cubicBezTo>
                  <a:cubicBezTo>
                    <a:pt x="47570" y="67082"/>
                    <a:pt x="49129" y="57979"/>
                    <a:pt x="49129" y="45866"/>
                  </a:cubicBezTo>
                  <a:cubicBezTo>
                    <a:pt x="49129" y="33709"/>
                    <a:pt x="47570" y="24621"/>
                    <a:pt x="44453" y="18586"/>
                  </a:cubicBezTo>
                  <a:cubicBezTo>
                    <a:pt x="41374" y="12507"/>
                    <a:pt x="36738" y="9468"/>
                    <a:pt x="30543" y="9468"/>
                  </a:cubicBezTo>
                  <a:moveTo>
                    <a:pt x="30543" y="0"/>
                  </a:moveTo>
                  <a:cubicBezTo>
                    <a:pt x="40448" y="0"/>
                    <a:pt x="48004" y="3930"/>
                    <a:pt x="53213" y="11777"/>
                  </a:cubicBezTo>
                  <a:cubicBezTo>
                    <a:pt x="58461" y="19594"/>
                    <a:pt x="61085" y="30947"/>
                    <a:pt x="61085" y="45866"/>
                  </a:cubicBezTo>
                  <a:cubicBezTo>
                    <a:pt x="61085" y="60740"/>
                    <a:pt x="58461" y="72108"/>
                    <a:pt x="53213" y="79955"/>
                  </a:cubicBezTo>
                  <a:cubicBezTo>
                    <a:pt x="48004" y="87772"/>
                    <a:pt x="40448" y="91673"/>
                    <a:pt x="30543" y="91673"/>
                  </a:cubicBezTo>
                  <a:cubicBezTo>
                    <a:pt x="20637" y="91673"/>
                    <a:pt x="13061" y="87772"/>
                    <a:pt x="7813" y="79955"/>
                  </a:cubicBezTo>
                  <a:cubicBezTo>
                    <a:pt x="2604" y="72108"/>
                    <a:pt x="0" y="60740"/>
                    <a:pt x="0" y="45866"/>
                  </a:cubicBezTo>
                  <a:cubicBezTo>
                    <a:pt x="0" y="30947"/>
                    <a:pt x="2604" y="19594"/>
                    <a:pt x="7813" y="11777"/>
                  </a:cubicBezTo>
                  <a:cubicBezTo>
                    <a:pt x="13061" y="3930"/>
                    <a:pt x="20637" y="0"/>
                    <a:pt x="30543" y="0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BF27C9CA-CD6C-DB83-9670-3C23DE6A1651}"/>
                </a:ext>
              </a:extLst>
            </p:cNvPr>
            <p:cNvSpPr/>
            <p:nvPr/>
          </p:nvSpPr>
          <p:spPr>
            <a:xfrm>
              <a:off x="1670046" y="4436922"/>
              <a:ext cx="61083" cy="91673"/>
            </a:xfrm>
            <a:custGeom>
              <a:avLst/>
              <a:gdLst>
                <a:gd name="connsiteX0" fmla="*/ 30541 w 61083"/>
                <a:gd name="connsiteY0" fmla="*/ 9468 h 91673"/>
                <a:gd name="connsiteX1" fmla="*/ 16632 w 61083"/>
                <a:gd name="connsiteY1" fmla="*/ 18586 h 91673"/>
                <a:gd name="connsiteX2" fmla="*/ 12015 w 61083"/>
                <a:gd name="connsiteY2" fmla="*/ 45866 h 91673"/>
                <a:gd name="connsiteX3" fmla="*/ 16632 w 61083"/>
                <a:gd name="connsiteY3" fmla="*/ 73160 h 91673"/>
                <a:gd name="connsiteX4" fmla="*/ 30541 w 61083"/>
                <a:gd name="connsiteY4" fmla="*/ 82205 h 91673"/>
                <a:gd name="connsiteX5" fmla="*/ 44451 w 61083"/>
                <a:gd name="connsiteY5" fmla="*/ 73160 h 91673"/>
                <a:gd name="connsiteX6" fmla="*/ 49127 w 61083"/>
                <a:gd name="connsiteY6" fmla="*/ 45866 h 91673"/>
                <a:gd name="connsiteX7" fmla="*/ 44451 w 61083"/>
                <a:gd name="connsiteY7" fmla="*/ 18586 h 91673"/>
                <a:gd name="connsiteX8" fmla="*/ 30541 w 61083"/>
                <a:gd name="connsiteY8" fmla="*/ 9468 h 91673"/>
                <a:gd name="connsiteX9" fmla="*/ 30541 w 61083"/>
                <a:gd name="connsiteY9" fmla="*/ 0 h 91673"/>
                <a:gd name="connsiteX10" fmla="*/ 53211 w 61083"/>
                <a:gd name="connsiteY10" fmla="*/ 11777 h 91673"/>
                <a:gd name="connsiteX11" fmla="*/ 61084 w 61083"/>
                <a:gd name="connsiteY11" fmla="*/ 45866 h 91673"/>
                <a:gd name="connsiteX12" fmla="*/ 53211 w 61083"/>
                <a:gd name="connsiteY12" fmla="*/ 79955 h 91673"/>
                <a:gd name="connsiteX13" fmla="*/ 30541 w 61083"/>
                <a:gd name="connsiteY13" fmla="*/ 91673 h 91673"/>
                <a:gd name="connsiteX14" fmla="*/ 7813 w 61083"/>
                <a:gd name="connsiteY14" fmla="*/ 79955 h 91673"/>
                <a:gd name="connsiteX15" fmla="*/ 0 w 61083"/>
                <a:gd name="connsiteY15" fmla="*/ 45866 h 91673"/>
                <a:gd name="connsiteX16" fmla="*/ 7813 w 61083"/>
                <a:gd name="connsiteY16" fmla="*/ 11777 h 91673"/>
                <a:gd name="connsiteX17" fmla="*/ 30541 w 61083"/>
                <a:gd name="connsiteY17" fmla="*/ 0 h 91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1083" h="91673">
                  <a:moveTo>
                    <a:pt x="30541" y="9468"/>
                  </a:moveTo>
                  <a:cubicBezTo>
                    <a:pt x="24385" y="9468"/>
                    <a:pt x="19749" y="12507"/>
                    <a:pt x="16632" y="18586"/>
                  </a:cubicBezTo>
                  <a:cubicBezTo>
                    <a:pt x="13554" y="24621"/>
                    <a:pt x="12015" y="33709"/>
                    <a:pt x="12015" y="45866"/>
                  </a:cubicBezTo>
                  <a:cubicBezTo>
                    <a:pt x="12015" y="57979"/>
                    <a:pt x="13554" y="67082"/>
                    <a:pt x="16632" y="73160"/>
                  </a:cubicBezTo>
                  <a:cubicBezTo>
                    <a:pt x="19749" y="79195"/>
                    <a:pt x="24385" y="82205"/>
                    <a:pt x="30541" y="82205"/>
                  </a:cubicBezTo>
                  <a:cubicBezTo>
                    <a:pt x="36736" y="82205"/>
                    <a:pt x="41373" y="79195"/>
                    <a:pt x="44451" y="73160"/>
                  </a:cubicBezTo>
                  <a:cubicBezTo>
                    <a:pt x="47568" y="67082"/>
                    <a:pt x="49127" y="57979"/>
                    <a:pt x="49127" y="45866"/>
                  </a:cubicBezTo>
                  <a:cubicBezTo>
                    <a:pt x="49127" y="33709"/>
                    <a:pt x="47568" y="24621"/>
                    <a:pt x="44451" y="18586"/>
                  </a:cubicBezTo>
                  <a:cubicBezTo>
                    <a:pt x="41373" y="12507"/>
                    <a:pt x="36736" y="9468"/>
                    <a:pt x="30541" y="9468"/>
                  </a:cubicBezTo>
                  <a:moveTo>
                    <a:pt x="30541" y="0"/>
                  </a:moveTo>
                  <a:cubicBezTo>
                    <a:pt x="40446" y="0"/>
                    <a:pt x="48002" y="3930"/>
                    <a:pt x="53211" y="11777"/>
                  </a:cubicBezTo>
                  <a:cubicBezTo>
                    <a:pt x="58460" y="19594"/>
                    <a:pt x="61084" y="30947"/>
                    <a:pt x="61084" y="45866"/>
                  </a:cubicBezTo>
                  <a:cubicBezTo>
                    <a:pt x="61084" y="60740"/>
                    <a:pt x="58460" y="72108"/>
                    <a:pt x="53211" y="79955"/>
                  </a:cubicBezTo>
                  <a:cubicBezTo>
                    <a:pt x="48002" y="87772"/>
                    <a:pt x="40446" y="91673"/>
                    <a:pt x="30541" y="91673"/>
                  </a:cubicBezTo>
                  <a:cubicBezTo>
                    <a:pt x="20636" y="91673"/>
                    <a:pt x="13060" y="87772"/>
                    <a:pt x="7813" y="79955"/>
                  </a:cubicBezTo>
                  <a:cubicBezTo>
                    <a:pt x="2604" y="72108"/>
                    <a:pt x="0" y="60740"/>
                    <a:pt x="0" y="45866"/>
                  </a:cubicBezTo>
                  <a:cubicBezTo>
                    <a:pt x="0" y="30947"/>
                    <a:pt x="2604" y="19594"/>
                    <a:pt x="7813" y="11777"/>
                  </a:cubicBezTo>
                  <a:cubicBezTo>
                    <a:pt x="13060" y="3930"/>
                    <a:pt x="20636" y="0"/>
                    <a:pt x="30541" y="0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DF034A4E-53A7-42CC-5D9E-2C19310E2986}"/>
                </a:ext>
              </a:extLst>
            </p:cNvPr>
            <p:cNvSpPr/>
            <p:nvPr/>
          </p:nvSpPr>
          <p:spPr>
            <a:xfrm>
              <a:off x="1752141" y="4511850"/>
              <a:ext cx="12492" cy="15035"/>
            </a:xfrm>
            <a:custGeom>
              <a:avLst/>
              <a:gdLst>
                <a:gd name="connsiteX0" fmla="*/ 0 w 12492"/>
                <a:gd name="connsiteY0" fmla="*/ 0 h 15035"/>
                <a:gd name="connsiteX1" fmla="*/ 12493 w 12492"/>
                <a:gd name="connsiteY1" fmla="*/ 0 h 15035"/>
                <a:gd name="connsiteX2" fmla="*/ 12493 w 12492"/>
                <a:gd name="connsiteY2" fmla="*/ 15035 h 15035"/>
                <a:gd name="connsiteX3" fmla="*/ 0 w 12492"/>
                <a:gd name="connsiteY3" fmla="*/ 15035 h 15035"/>
                <a:gd name="connsiteX4" fmla="*/ 0 w 12492"/>
                <a:gd name="connsiteY4" fmla="*/ 0 h 1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92" h="15035">
                  <a:moveTo>
                    <a:pt x="0" y="0"/>
                  </a:moveTo>
                  <a:lnTo>
                    <a:pt x="12493" y="0"/>
                  </a:lnTo>
                  <a:lnTo>
                    <a:pt x="12493" y="15035"/>
                  </a:lnTo>
                  <a:lnTo>
                    <a:pt x="0" y="150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459A10CC-BB90-2B5F-2372-6622D7C04C6B}"/>
                </a:ext>
              </a:extLst>
            </p:cNvPr>
            <p:cNvSpPr/>
            <p:nvPr/>
          </p:nvSpPr>
          <p:spPr>
            <a:xfrm>
              <a:off x="1786595" y="4436922"/>
              <a:ext cx="56108" cy="89963"/>
            </a:xfrm>
            <a:custGeom>
              <a:avLst/>
              <a:gdLst>
                <a:gd name="connsiteX0" fmla="*/ 14378 w 56108"/>
                <a:gd name="connsiteY0" fmla="*/ 79896 h 89963"/>
                <a:gd name="connsiteX1" fmla="*/ 56109 w 56108"/>
                <a:gd name="connsiteY1" fmla="*/ 79896 h 89963"/>
                <a:gd name="connsiteX2" fmla="*/ 56109 w 56108"/>
                <a:gd name="connsiteY2" fmla="*/ 89964 h 89963"/>
                <a:gd name="connsiteX3" fmla="*/ 0 w 56108"/>
                <a:gd name="connsiteY3" fmla="*/ 89964 h 89963"/>
                <a:gd name="connsiteX4" fmla="*/ 0 w 56108"/>
                <a:gd name="connsiteY4" fmla="*/ 79896 h 89963"/>
                <a:gd name="connsiteX5" fmla="*/ 18527 w 56108"/>
                <a:gd name="connsiteY5" fmla="*/ 61018 h 89963"/>
                <a:gd name="connsiteX6" fmla="*/ 33314 w 56108"/>
                <a:gd name="connsiteY6" fmla="*/ 45691 h 89963"/>
                <a:gd name="connsiteX7" fmla="*/ 41307 w 56108"/>
                <a:gd name="connsiteY7" fmla="*/ 34805 h 89963"/>
                <a:gd name="connsiteX8" fmla="*/ 43616 w 56108"/>
                <a:gd name="connsiteY8" fmla="*/ 25980 h 89963"/>
                <a:gd name="connsiteX9" fmla="*/ 38648 w 56108"/>
                <a:gd name="connsiteY9" fmla="*/ 14495 h 89963"/>
                <a:gd name="connsiteX10" fmla="*/ 25804 w 56108"/>
                <a:gd name="connsiteY10" fmla="*/ 10053 h 89963"/>
                <a:gd name="connsiteX11" fmla="*/ 13910 w 56108"/>
                <a:gd name="connsiteY11" fmla="*/ 12011 h 89963"/>
                <a:gd name="connsiteX12" fmla="*/ 585 w 56108"/>
                <a:gd name="connsiteY12" fmla="*/ 17928 h 89963"/>
                <a:gd name="connsiteX13" fmla="*/ 585 w 56108"/>
                <a:gd name="connsiteY13" fmla="*/ 5859 h 89963"/>
                <a:gd name="connsiteX14" fmla="*/ 14086 w 56108"/>
                <a:gd name="connsiteY14" fmla="*/ 1476 h 89963"/>
                <a:gd name="connsiteX15" fmla="*/ 25570 w 56108"/>
                <a:gd name="connsiteY15" fmla="*/ 0 h 89963"/>
                <a:gd name="connsiteX16" fmla="*/ 47473 w 56108"/>
                <a:gd name="connsiteY16" fmla="*/ 6867 h 89963"/>
                <a:gd name="connsiteX17" fmla="*/ 55641 w 56108"/>
                <a:gd name="connsiteY17" fmla="*/ 25205 h 89963"/>
                <a:gd name="connsiteX18" fmla="*/ 53566 w 56108"/>
                <a:gd name="connsiteY18" fmla="*/ 35565 h 89963"/>
                <a:gd name="connsiteX19" fmla="*/ 46158 w 56108"/>
                <a:gd name="connsiteY19" fmla="*/ 47049 h 89963"/>
                <a:gd name="connsiteX20" fmla="*/ 36748 w 56108"/>
                <a:gd name="connsiteY20" fmla="*/ 57000 h 89963"/>
                <a:gd name="connsiteX21" fmla="*/ 14378 w 56108"/>
                <a:gd name="connsiteY21" fmla="*/ 79896 h 89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6108" h="89963">
                  <a:moveTo>
                    <a:pt x="14378" y="79896"/>
                  </a:moveTo>
                  <a:lnTo>
                    <a:pt x="56109" y="79896"/>
                  </a:lnTo>
                  <a:lnTo>
                    <a:pt x="56109" y="89964"/>
                  </a:lnTo>
                  <a:lnTo>
                    <a:pt x="0" y="89964"/>
                  </a:lnTo>
                  <a:lnTo>
                    <a:pt x="0" y="79896"/>
                  </a:lnTo>
                  <a:cubicBezTo>
                    <a:pt x="4544" y="75206"/>
                    <a:pt x="10710" y="68908"/>
                    <a:pt x="18527" y="61018"/>
                  </a:cubicBezTo>
                  <a:cubicBezTo>
                    <a:pt x="26374" y="53084"/>
                    <a:pt x="31313" y="47985"/>
                    <a:pt x="33314" y="45691"/>
                  </a:cubicBezTo>
                  <a:cubicBezTo>
                    <a:pt x="37143" y="41380"/>
                    <a:pt x="39802" y="37756"/>
                    <a:pt x="41307" y="34805"/>
                  </a:cubicBezTo>
                  <a:cubicBezTo>
                    <a:pt x="42841" y="31810"/>
                    <a:pt x="43616" y="28858"/>
                    <a:pt x="43616" y="25980"/>
                  </a:cubicBezTo>
                  <a:cubicBezTo>
                    <a:pt x="43616" y="21289"/>
                    <a:pt x="41965" y="17461"/>
                    <a:pt x="38648" y="14495"/>
                  </a:cubicBezTo>
                  <a:cubicBezTo>
                    <a:pt x="35375" y="11529"/>
                    <a:pt x="31094" y="10053"/>
                    <a:pt x="25804" y="10053"/>
                  </a:cubicBezTo>
                  <a:cubicBezTo>
                    <a:pt x="22049" y="10053"/>
                    <a:pt x="18089" y="10710"/>
                    <a:pt x="13910" y="12011"/>
                  </a:cubicBezTo>
                  <a:cubicBezTo>
                    <a:pt x="9760" y="13311"/>
                    <a:pt x="5319" y="15284"/>
                    <a:pt x="585" y="17928"/>
                  </a:cubicBezTo>
                  <a:lnTo>
                    <a:pt x="585" y="5859"/>
                  </a:lnTo>
                  <a:cubicBezTo>
                    <a:pt x="5392" y="3916"/>
                    <a:pt x="9892" y="2455"/>
                    <a:pt x="14086" y="1476"/>
                  </a:cubicBezTo>
                  <a:cubicBezTo>
                    <a:pt x="18265" y="497"/>
                    <a:pt x="22093" y="0"/>
                    <a:pt x="25570" y="0"/>
                  </a:cubicBezTo>
                  <a:cubicBezTo>
                    <a:pt x="34717" y="0"/>
                    <a:pt x="42023" y="2294"/>
                    <a:pt x="47473" y="6867"/>
                  </a:cubicBezTo>
                  <a:cubicBezTo>
                    <a:pt x="52923" y="11441"/>
                    <a:pt x="55641" y="17549"/>
                    <a:pt x="55641" y="25205"/>
                  </a:cubicBezTo>
                  <a:cubicBezTo>
                    <a:pt x="55641" y="28843"/>
                    <a:pt x="54954" y="32292"/>
                    <a:pt x="53566" y="35565"/>
                  </a:cubicBezTo>
                  <a:cubicBezTo>
                    <a:pt x="52222" y="38794"/>
                    <a:pt x="49752" y="42622"/>
                    <a:pt x="46158" y="47049"/>
                  </a:cubicBezTo>
                  <a:cubicBezTo>
                    <a:pt x="45179" y="48204"/>
                    <a:pt x="42038" y="51521"/>
                    <a:pt x="36748" y="57000"/>
                  </a:cubicBezTo>
                  <a:cubicBezTo>
                    <a:pt x="31459" y="62450"/>
                    <a:pt x="24007" y="70077"/>
                    <a:pt x="14378" y="79896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2C6884C7-5752-90C5-037B-9180DA417690}"/>
                </a:ext>
              </a:extLst>
            </p:cNvPr>
            <p:cNvSpPr/>
            <p:nvPr/>
          </p:nvSpPr>
          <p:spPr>
            <a:xfrm>
              <a:off x="2010913" y="4436922"/>
              <a:ext cx="61091" cy="91673"/>
            </a:xfrm>
            <a:custGeom>
              <a:avLst/>
              <a:gdLst>
                <a:gd name="connsiteX0" fmla="*/ 30553 w 61091"/>
                <a:gd name="connsiteY0" fmla="*/ 9468 h 91673"/>
                <a:gd name="connsiteX1" fmla="*/ 16643 w 61091"/>
                <a:gd name="connsiteY1" fmla="*/ 18586 h 91673"/>
                <a:gd name="connsiteX2" fmla="*/ 12025 w 61091"/>
                <a:gd name="connsiteY2" fmla="*/ 45866 h 91673"/>
                <a:gd name="connsiteX3" fmla="*/ 16643 w 61091"/>
                <a:gd name="connsiteY3" fmla="*/ 73160 h 91673"/>
                <a:gd name="connsiteX4" fmla="*/ 30553 w 61091"/>
                <a:gd name="connsiteY4" fmla="*/ 82205 h 91673"/>
                <a:gd name="connsiteX5" fmla="*/ 44463 w 61091"/>
                <a:gd name="connsiteY5" fmla="*/ 73160 h 91673"/>
                <a:gd name="connsiteX6" fmla="*/ 49139 w 61091"/>
                <a:gd name="connsiteY6" fmla="*/ 45866 h 91673"/>
                <a:gd name="connsiteX7" fmla="*/ 44463 w 61091"/>
                <a:gd name="connsiteY7" fmla="*/ 18586 h 91673"/>
                <a:gd name="connsiteX8" fmla="*/ 30553 w 61091"/>
                <a:gd name="connsiteY8" fmla="*/ 9468 h 91673"/>
                <a:gd name="connsiteX9" fmla="*/ 30553 w 61091"/>
                <a:gd name="connsiteY9" fmla="*/ 0 h 91673"/>
                <a:gd name="connsiteX10" fmla="*/ 53215 w 61091"/>
                <a:gd name="connsiteY10" fmla="*/ 11777 h 91673"/>
                <a:gd name="connsiteX11" fmla="*/ 61091 w 61091"/>
                <a:gd name="connsiteY11" fmla="*/ 45866 h 91673"/>
                <a:gd name="connsiteX12" fmla="*/ 53215 w 61091"/>
                <a:gd name="connsiteY12" fmla="*/ 79955 h 91673"/>
                <a:gd name="connsiteX13" fmla="*/ 30553 w 61091"/>
                <a:gd name="connsiteY13" fmla="*/ 91673 h 91673"/>
                <a:gd name="connsiteX14" fmla="*/ 7817 w 61091"/>
                <a:gd name="connsiteY14" fmla="*/ 79955 h 91673"/>
                <a:gd name="connsiteX15" fmla="*/ 0 w 61091"/>
                <a:gd name="connsiteY15" fmla="*/ 45866 h 91673"/>
                <a:gd name="connsiteX16" fmla="*/ 7817 w 61091"/>
                <a:gd name="connsiteY16" fmla="*/ 11777 h 91673"/>
                <a:gd name="connsiteX17" fmla="*/ 30553 w 61091"/>
                <a:gd name="connsiteY17" fmla="*/ 0 h 91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1091" h="91673">
                  <a:moveTo>
                    <a:pt x="30553" y="9468"/>
                  </a:moveTo>
                  <a:cubicBezTo>
                    <a:pt x="24401" y="9468"/>
                    <a:pt x="19755" y="12507"/>
                    <a:pt x="16643" y="18586"/>
                  </a:cubicBezTo>
                  <a:cubicBezTo>
                    <a:pt x="13559" y="24621"/>
                    <a:pt x="12025" y="33709"/>
                    <a:pt x="12025" y="45866"/>
                  </a:cubicBezTo>
                  <a:cubicBezTo>
                    <a:pt x="12025" y="57979"/>
                    <a:pt x="13559" y="67082"/>
                    <a:pt x="16643" y="73160"/>
                  </a:cubicBezTo>
                  <a:cubicBezTo>
                    <a:pt x="19755" y="79195"/>
                    <a:pt x="24401" y="82205"/>
                    <a:pt x="30553" y="82205"/>
                  </a:cubicBezTo>
                  <a:cubicBezTo>
                    <a:pt x="36748" y="82205"/>
                    <a:pt x="41380" y="79195"/>
                    <a:pt x="44463" y="73160"/>
                  </a:cubicBezTo>
                  <a:cubicBezTo>
                    <a:pt x="47575" y="67082"/>
                    <a:pt x="49139" y="57979"/>
                    <a:pt x="49139" y="45866"/>
                  </a:cubicBezTo>
                  <a:cubicBezTo>
                    <a:pt x="49139" y="33709"/>
                    <a:pt x="47575" y="24621"/>
                    <a:pt x="44463" y="18586"/>
                  </a:cubicBezTo>
                  <a:cubicBezTo>
                    <a:pt x="41380" y="12507"/>
                    <a:pt x="36748" y="9468"/>
                    <a:pt x="30553" y="9468"/>
                  </a:cubicBezTo>
                  <a:moveTo>
                    <a:pt x="30553" y="0"/>
                  </a:moveTo>
                  <a:cubicBezTo>
                    <a:pt x="40445" y="0"/>
                    <a:pt x="47999" y="3930"/>
                    <a:pt x="53215" y="11777"/>
                  </a:cubicBezTo>
                  <a:cubicBezTo>
                    <a:pt x="58461" y="19594"/>
                    <a:pt x="61091" y="30947"/>
                    <a:pt x="61091" y="45866"/>
                  </a:cubicBezTo>
                  <a:cubicBezTo>
                    <a:pt x="61091" y="60740"/>
                    <a:pt x="58461" y="72108"/>
                    <a:pt x="53215" y="79955"/>
                  </a:cubicBezTo>
                  <a:cubicBezTo>
                    <a:pt x="47999" y="87772"/>
                    <a:pt x="40445" y="91673"/>
                    <a:pt x="30553" y="91673"/>
                  </a:cubicBezTo>
                  <a:cubicBezTo>
                    <a:pt x="20646" y="91673"/>
                    <a:pt x="13063" y="87772"/>
                    <a:pt x="7817" y="79955"/>
                  </a:cubicBezTo>
                  <a:cubicBezTo>
                    <a:pt x="2601" y="72108"/>
                    <a:pt x="0" y="60740"/>
                    <a:pt x="0" y="45866"/>
                  </a:cubicBezTo>
                  <a:cubicBezTo>
                    <a:pt x="0" y="30947"/>
                    <a:pt x="2601" y="19594"/>
                    <a:pt x="7817" y="11777"/>
                  </a:cubicBezTo>
                  <a:cubicBezTo>
                    <a:pt x="13063" y="3930"/>
                    <a:pt x="20646" y="0"/>
                    <a:pt x="30553" y="0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B5372E7B-7083-9AB5-CF28-DA77942DDAB9}"/>
                </a:ext>
              </a:extLst>
            </p:cNvPr>
            <p:cNvSpPr/>
            <p:nvPr/>
          </p:nvSpPr>
          <p:spPr>
            <a:xfrm>
              <a:off x="2093016" y="4511850"/>
              <a:ext cx="12493" cy="15035"/>
            </a:xfrm>
            <a:custGeom>
              <a:avLst/>
              <a:gdLst>
                <a:gd name="connsiteX0" fmla="*/ 0 w 12493"/>
                <a:gd name="connsiteY0" fmla="*/ 0 h 15035"/>
                <a:gd name="connsiteX1" fmla="*/ 12493 w 12493"/>
                <a:gd name="connsiteY1" fmla="*/ 0 h 15035"/>
                <a:gd name="connsiteX2" fmla="*/ 12493 w 12493"/>
                <a:gd name="connsiteY2" fmla="*/ 15035 h 15035"/>
                <a:gd name="connsiteX3" fmla="*/ 0 w 12493"/>
                <a:gd name="connsiteY3" fmla="*/ 15035 h 15035"/>
                <a:gd name="connsiteX4" fmla="*/ 0 w 12493"/>
                <a:gd name="connsiteY4" fmla="*/ 0 h 1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93" h="15035">
                  <a:moveTo>
                    <a:pt x="0" y="0"/>
                  </a:moveTo>
                  <a:lnTo>
                    <a:pt x="12493" y="0"/>
                  </a:lnTo>
                  <a:lnTo>
                    <a:pt x="12493" y="15035"/>
                  </a:lnTo>
                  <a:lnTo>
                    <a:pt x="0" y="150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1F2A117A-3E1F-92A5-121F-98E206A51FFA}"/>
                </a:ext>
              </a:extLst>
            </p:cNvPr>
            <p:cNvSpPr/>
            <p:nvPr/>
          </p:nvSpPr>
          <p:spPr>
            <a:xfrm>
              <a:off x="2124504" y="4438514"/>
              <a:ext cx="64393" cy="88371"/>
            </a:xfrm>
            <a:custGeom>
              <a:avLst/>
              <a:gdLst>
                <a:gd name="connsiteX0" fmla="*/ 39890 w 64393"/>
                <a:gd name="connsiteY0" fmla="*/ 10418 h 88371"/>
                <a:gd name="connsiteX1" fmla="*/ 9702 w 64393"/>
                <a:gd name="connsiteY1" fmla="*/ 57599 h 88371"/>
                <a:gd name="connsiteX2" fmla="*/ 39890 w 64393"/>
                <a:gd name="connsiteY2" fmla="*/ 57599 h 88371"/>
                <a:gd name="connsiteX3" fmla="*/ 39890 w 64393"/>
                <a:gd name="connsiteY3" fmla="*/ 10418 h 88371"/>
                <a:gd name="connsiteX4" fmla="*/ 36763 w 64393"/>
                <a:gd name="connsiteY4" fmla="*/ 0 h 88371"/>
                <a:gd name="connsiteX5" fmla="*/ 51798 w 64393"/>
                <a:gd name="connsiteY5" fmla="*/ 0 h 88371"/>
                <a:gd name="connsiteX6" fmla="*/ 51798 w 64393"/>
                <a:gd name="connsiteY6" fmla="*/ 57599 h 88371"/>
                <a:gd name="connsiteX7" fmla="*/ 64393 w 64393"/>
                <a:gd name="connsiteY7" fmla="*/ 57599 h 88371"/>
                <a:gd name="connsiteX8" fmla="*/ 64393 w 64393"/>
                <a:gd name="connsiteY8" fmla="*/ 67535 h 88371"/>
                <a:gd name="connsiteX9" fmla="*/ 51798 w 64393"/>
                <a:gd name="connsiteY9" fmla="*/ 67535 h 88371"/>
                <a:gd name="connsiteX10" fmla="*/ 51798 w 64393"/>
                <a:gd name="connsiteY10" fmla="*/ 88371 h 88371"/>
                <a:gd name="connsiteX11" fmla="*/ 39890 w 64393"/>
                <a:gd name="connsiteY11" fmla="*/ 88371 h 88371"/>
                <a:gd name="connsiteX12" fmla="*/ 39890 w 64393"/>
                <a:gd name="connsiteY12" fmla="*/ 67535 h 88371"/>
                <a:gd name="connsiteX13" fmla="*/ 0 w 64393"/>
                <a:gd name="connsiteY13" fmla="*/ 67535 h 88371"/>
                <a:gd name="connsiteX14" fmla="*/ 0 w 64393"/>
                <a:gd name="connsiteY14" fmla="*/ 55992 h 88371"/>
                <a:gd name="connsiteX15" fmla="*/ 36763 w 64393"/>
                <a:gd name="connsiteY15" fmla="*/ 0 h 88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4393" h="88371">
                  <a:moveTo>
                    <a:pt x="39890" y="10418"/>
                  </a:moveTo>
                  <a:lnTo>
                    <a:pt x="9702" y="57599"/>
                  </a:lnTo>
                  <a:lnTo>
                    <a:pt x="39890" y="57599"/>
                  </a:lnTo>
                  <a:lnTo>
                    <a:pt x="39890" y="10418"/>
                  </a:lnTo>
                  <a:moveTo>
                    <a:pt x="36763" y="0"/>
                  </a:moveTo>
                  <a:lnTo>
                    <a:pt x="51798" y="0"/>
                  </a:lnTo>
                  <a:lnTo>
                    <a:pt x="51798" y="57599"/>
                  </a:lnTo>
                  <a:lnTo>
                    <a:pt x="64393" y="57599"/>
                  </a:lnTo>
                  <a:lnTo>
                    <a:pt x="64393" y="67535"/>
                  </a:lnTo>
                  <a:lnTo>
                    <a:pt x="51798" y="67535"/>
                  </a:lnTo>
                  <a:lnTo>
                    <a:pt x="51798" y="88371"/>
                  </a:lnTo>
                  <a:lnTo>
                    <a:pt x="39890" y="88371"/>
                  </a:lnTo>
                  <a:lnTo>
                    <a:pt x="39890" y="67535"/>
                  </a:lnTo>
                  <a:lnTo>
                    <a:pt x="0" y="67535"/>
                  </a:lnTo>
                  <a:lnTo>
                    <a:pt x="0" y="55992"/>
                  </a:lnTo>
                  <a:lnTo>
                    <a:pt x="36763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D7D1C33B-5668-66FC-ABD4-8F2E9C9A6479}"/>
                </a:ext>
              </a:extLst>
            </p:cNvPr>
            <p:cNvSpPr/>
            <p:nvPr/>
          </p:nvSpPr>
          <p:spPr>
            <a:xfrm>
              <a:off x="2354870" y="4436922"/>
              <a:ext cx="61076" cy="91673"/>
            </a:xfrm>
            <a:custGeom>
              <a:avLst/>
              <a:gdLst>
                <a:gd name="connsiteX0" fmla="*/ 30538 w 61076"/>
                <a:gd name="connsiteY0" fmla="*/ 9468 h 91673"/>
                <a:gd name="connsiteX1" fmla="*/ 16628 w 61076"/>
                <a:gd name="connsiteY1" fmla="*/ 18586 h 91673"/>
                <a:gd name="connsiteX2" fmla="*/ 12011 w 61076"/>
                <a:gd name="connsiteY2" fmla="*/ 45866 h 91673"/>
                <a:gd name="connsiteX3" fmla="*/ 16628 w 61076"/>
                <a:gd name="connsiteY3" fmla="*/ 73160 h 91673"/>
                <a:gd name="connsiteX4" fmla="*/ 30538 w 61076"/>
                <a:gd name="connsiteY4" fmla="*/ 82205 h 91673"/>
                <a:gd name="connsiteX5" fmla="*/ 44449 w 61076"/>
                <a:gd name="connsiteY5" fmla="*/ 73160 h 91673"/>
                <a:gd name="connsiteX6" fmla="*/ 49124 w 61076"/>
                <a:gd name="connsiteY6" fmla="*/ 45866 h 91673"/>
                <a:gd name="connsiteX7" fmla="*/ 44449 w 61076"/>
                <a:gd name="connsiteY7" fmla="*/ 18586 h 91673"/>
                <a:gd name="connsiteX8" fmla="*/ 30538 w 61076"/>
                <a:gd name="connsiteY8" fmla="*/ 9468 h 91673"/>
                <a:gd name="connsiteX9" fmla="*/ 30538 w 61076"/>
                <a:gd name="connsiteY9" fmla="*/ 0 h 91673"/>
                <a:gd name="connsiteX10" fmla="*/ 53216 w 61076"/>
                <a:gd name="connsiteY10" fmla="*/ 11777 h 91673"/>
                <a:gd name="connsiteX11" fmla="*/ 61077 w 61076"/>
                <a:gd name="connsiteY11" fmla="*/ 45866 h 91673"/>
                <a:gd name="connsiteX12" fmla="*/ 53216 w 61076"/>
                <a:gd name="connsiteY12" fmla="*/ 79955 h 91673"/>
                <a:gd name="connsiteX13" fmla="*/ 30538 w 61076"/>
                <a:gd name="connsiteY13" fmla="*/ 91673 h 91673"/>
                <a:gd name="connsiteX14" fmla="*/ 7803 w 61076"/>
                <a:gd name="connsiteY14" fmla="*/ 79955 h 91673"/>
                <a:gd name="connsiteX15" fmla="*/ 0 w 61076"/>
                <a:gd name="connsiteY15" fmla="*/ 45866 h 91673"/>
                <a:gd name="connsiteX16" fmla="*/ 7803 w 61076"/>
                <a:gd name="connsiteY16" fmla="*/ 11777 h 91673"/>
                <a:gd name="connsiteX17" fmla="*/ 30538 w 61076"/>
                <a:gd name="connsiteY17" fmla="*/ 0 h 91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1076" h="91673">
                  <a:moveTo>
                    <a:pt x="30538" y="9468"/>
                  </a:moveTo>
                  <a:cubicBezTo>
                    <a:pt x="24387" y="9468"/>
                    <a:pt x="19740" y="12507"/>
                    <a:pt x="16628" y="18586"/>
                  </a:cubicBezTo>
                  <a:cubicBezTo>
                    <a:pt x="13545" y="24621"/>
                    <a:pt x="12011" y="33709"/>
                    <a:pt x="12011" y="45866"/>
                  </a:cubicBezTo>
                  <a:cubicBezTo>
                    <a:pt x="12011" y="57979"/>
                    <a:pt x="13545" y="67082"/>
                    <a:pt x="16628" y="73160"/>
                  </a:cubicBezTo>
                  <a:cubicBezTo>
                    <a:pt x="19740" y="79195"/>
                    <a:pt x="24387" y="82205"/>
                    <a:pt x="30538" y="82205"/>
                  </a:cubicBezTo>
                  <a:cubicBezTo>
                    <a:pt x="36734" y="82205"/>
                    <a:pt x="41366" y="79195"/>
                    <a:pt x="44449" y="73160"/>
                  </a:cubicBezTo>
                  <a:cubicBezTo>
                    <a:pt x="47561" y="67082"/>
                    <a:pt x="49124" y="57979"/>
                    <a:pt x="49124" y="45866"/>
                  </a:cubicBezTo>
                  <a:cubicBezTo>
                    <a:pt x="49124" y="33709"/>
                    <a:pt x="47561" y="24621"/>
                    <a:pt x="44449" y="18586"/>
                  </a:cubicBezTo>
                  <a:cubicBezTo>
                    <a:pt x="41366" y="12507"/>
                    <a:pt x="36734" y="9468"/>
                    <a:pt x="30538" y="9468"/>
                  </a:cubicBezTo>
                  <a:moveTo>
                    <a:pt x="30538" y="0"/>
                  </a:moveTo>
                  <a:cubicBezTo>
                    <a:pt x="40445" y="0"/>
                    <a:pt x="47999" y="3930"/>
                    <a:pt x="53216" y="11777"/>
                  </a:cubicBezTo>
                  <a:cubicBezTo>
                    <a:pt x="58461" y="19594"/>
                    <a:pt x="61077" y="30947"/>
                    <a:pt x="61077" y="45866"/>
                  </a:cubicBezTo>
                  <a:cubicBezTo>
                    <a:pt x="61077" y="60740"/>
                    <a:pt x="58461" y="72108"/>
                    <a:pt x="53216" y="79955"/>
                  </a:cubicBezTo>
                  <a:cubicBezTo>
                    <a:pt x="47999" y="87772"/>
                    <a:pt x="40445" y="91673"/>
                    <a:pt x="30538" y="91673"/>
                  </a:cubicBezTo>
                  <a:cubicBezTo>
                    <a:pt x="20632" y="91673"/>
                    <a:pt x="13048" y="87772"/>
                    <a:pt x="7803" y="79955"/>
                  </a:cubicBezTo>
                  <a:cubicBezTo>
                    <a:pt x="2601" y="72108"/>
                    <a:pt x="0" y="60740"/>
                    <a:pt x="0" y="45866"/>
                  </a:cubicBezTo>
                  <a:cubicBezTo>
                    <a:pt x="0" y="30947"/>
                    <a:pt x="2601" y="19594"/>
                    <a:pt x="7803" y="11777"/>
                  </a:cubicBezTo>
                  <a:cubicBezTo>
                    <a:pt x="13048" y="3930"/>
                    <a:pt x="20632" y="0"/>
                    <a:pt x="30538" y="0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3272714-52F1-C946-2827-1112AA5ECA8C}"/>
                </a:ext>
              </a:extLst>
            </p:cNvPr>
            <p:cNvSpPr/>
            <p:nvPr/>
          </p:nvSpPr>
          <p:spPr>
            <a:xfrm>
              <a:off x="2436959" y="4511850"/>
              <a:ext cx="12493" cy="15035"/>
            </a:xfrm>
            <a:custGeom>
              <a:avLst/>
              <a:gdLst>
                <a:gd name="connsiteX0" fmla="*/ 0 w 12493"/>
                <a:gd name="connsiteY0" fmla="*/ 0 h 15035"/>
                <a:gd name="connsiteX1" fmla="*/ 12493 w 12493"/>
                <a:gd name="connsiteY1" fmla="*/ 0 h 15035"/>
                <a:gd name="connsiteX2" fmla="*/ 12493 w 12493"/>
                <a:gd name="connsiteY2" fmla="*/ 15035 h 15035"/>
                <a:gd name="connsiteX3" fmla="*/ 0 w 12493"/>
                <a:gd name="connsiteY3" fmla="*/ 15035 h 15035"/>
                <a:gd name="connsiteX4" fmla="*/ 0 w 12493"/>
                <a:gd name="connsiteY4" fmla="*/ 0 h 1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93" h="15035">
                  <a:moveTo>
                    <a:pt x="0" y="0"/>
                  </a:moveTo>
                  <a:lnTo>
                    <a:pt x="12493" y="0"/>
                  </a:lnTo>
                  <a:lnTo>
                    <a:pt x="12493" y="15035"/>
                  </a:lnTo>
                  <a:lnTo>
                    <a:pt x="0" y="150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DB65A5D5-B886-E51D-4F24-C60D70144C5D}"/>
                </a:ext>
              </a:extLst>
            </p:cNvPr>
            <p:cNvSpPr/>
            <p:nvPr/>
          </p:nvSpPr>
          <p:spPr>
            <a:xfrm>
              <a:off x="2471004" y="4436922"/>
              <a:ext cx="61018" cy="91673"/>
            </a:xfrm>
            <a:custGeom>
              <a:avLst/>
              <a:gdLst>
                <a:gd name="connsiteX0" fmla="*/ 31546 w 61018"/>
                <a:gd name="connsiteY0" fmla="*/ 41015 h 91673"/>
                <a:gd name="connsiteX1" fmla="*/ 18761 w 61018"/>
                <a:gd name="connsiteY1" fmla="*/ 46523 h 91673"/>
                <a:gd name="connsiteX2" fmla="*/ 14085 w 61018"/>
                <a:gd name="connsiteY2" fmla="*/ 61617 h 91673"/>
                <a:gd name="connsiteX3" fmla="*/ 18761 w 61018"/>
                <a:gd name="connsiteY3" fmla="*/ 76711 h 91673"/>
                <a:gd name="connsiteX4" fmla="*/ 31546 w 61018"/>
                <a:gd name="connsiteY4" fmla="*/ 82205 h 91673"/>
                <a:gd name="connsiteX5" fmla="*/ 44273 w 61018"/>
                <a:gd name="connsiteY5" fmla="*/ 76711 h 91673"/>
                <a:gd name="connsiteX6" fmla="*/ 49007 w 61018"/>
                <a:gd name="connsiteY6" fmla="*/ 61617 h 91673"/>
                <a:gd name="connsiteX7" fmla="*/ 44273 w 61018"/>
                <a:gd name="connsiteY7" fmla="*/ 46523 h 91673"/>
                <a:gd name="connsiteX8" fmla="*/ 31546 w 61018"/>
                <a:gd name="connsiteY8" fmla="*/ 41015 h 91673"/>
                <a:gd name="connsiteX9" fmla="*/ 55276 w 61018"/>
                <a:gd name="connsiteY9" fmla="*/ 3551 h 91673"/>
                <a:gd name="connsiteX10" fmla="*/ 55276 w 61018"/>
                <a:gd name="connsiteY10" fmla="*/ 14436 h 91673"/>
                <a:gd name="connsiteX11" fmla="*/ 46158 w 61018"/>
                <a:gd name="connsiteY11" fmla="*/ 11178 h 91673"/>
                <a:gd name="connsiteX12" fmla="*/ 37113 w 61018"/>
                <a:gd name="connsiteY12" fmla="*/ 10053 h 91673"/>
                <a:gd name="connsiteX13" fmla="*/ 18995 w 61018"/>
                <a:gd name="connsiteY13" fmla="*/ 18045 h 91673"/>
                <a:gd name="connsiteX14" fmla="*/ 11894 w 61018"/>
                <a:gd name="connsiteY14" fmla="*/ 42198 h 91673"/>
                <a:gd name="connsiteX15" fmla="*/ 20646 w 61018"/>
                <a:gd name="connsiteY15" fmla="*/ 34323 h 91673"/>
                <a:gd name="connsiteX16" fmla="*/ 32248 w 61018"/>
                <a:gd name="connsiteY16" fmla="*/ 31546 h 91673"/>
                <a:gd name="connsiteX17" fmla="*/ 53259 w 61018"/>
                <a:gd name="connsiteY17" fmla="*/ 39656 h 91673"/>
                <a:gd name="connsiteX18" fmla="*/ 61018 w 61018"/>
                <a:gd name="connsiteY18" fmla="*/ 61617 h 91673"/>
                <a:gd name="connsiteX19" fmla="*/ 52967 w 61018"/>
                <a:gd name="connsiteY19" fmla="*/ 83447 h 91673"/>
                <a:gd name="connsiteX20" fmla="*/ 31546 w 61018"/>
                <a:gd name="connsiteY20" fmla="*/ 91673 h 91673"/>
                <a:gd name="connsiteX21" fmla="*/ 8109 w 61018"/>
                <a:gd name="connsiteY21" fmla="*/ 79955 h 91673"/>
                <a:gd name="connsiteX22" fmla="*/ 0 w 61018"/>
                <a:gd name="connsiteY22" fmla="*/ 45866 h 91673"/>
                <a:gd name="connsiteX23" fmla="*/ 9936 w 61018"/>
                <a:gd name="connsiteY23" fmla="*/ 12478 h 91673"/>
                <a:gd name="connsiteX24" fmla="*/ 36631 w 61018"/>
                <a:gd name="connsiteY24" fmla="*/ 0 h 91673"/>
                <a:gd name="connsiteX25" fmla="*/ 45690 w 61018"/>
                <a:gd name="connsiteY25" fmla="*/ 877 h 91673"/>
                <a:gd name="connsiteX26" fmla="*/ 55276 w 61018"/>
                <a:gd name="connsiteY26" fmla="*/ 3551 h 91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61018" h="91673">
                  <a:moveTo>
                    <a:pt x="31546" y="41015"/>
                  </a:moveTo>
                  <a:cubicBezTo>
                    <a:pt x="26184" y="41015"/>
                    <a:pt x="21917" y="42856"/>
                    <a:pt x="18761" y="46523"/>
                  </a:cubicBezTo>
                  <a:cubicBezTo>
                    <a:pt x="15649" y="50191"/>
                    <a:pt x="14085" y="55217"/>
                    <a:pt x="14085" y="61617"/>
                  </a:cubicBezTo>
                  <a:cubicBezTo>
                    <a:pt x="14085" y="67973"/>
                    <a:pt x="15649" y="73000"/>
                    <a:pt x="18761" y="76711"/>
                  </a:cubicBezTo>
                  <a:cubicBezTo>
                    <a:pt x="21917" y="80379"/>
                    <a:pt x="26184" y="82205"/>
                    <a:pt x="31546" y="82205"/>
                  </a:cubicBezTo>
                  <a:cubicBezTo>
                    <a:pt x="36909" y="82205"/>
                    <a:pt x="41161" y="80379"/>
                    <a:pt x="44273" y="76711"/>
                  </a:cubicBezTo>
                  <a:cubicBezTo>
                    <a:pt x="47429" y="73000"/>
                    <a:pt x="49007" y="67973"/>
                    <a:pt x="49007" y="61617"/>
                  </a:cubicBezTo>
                  <a:cubicBezTo>
                    <a:pt x="49007" y="55217"/>
                    <a:pt x="47429" y="50191"/>
                    <a:pt x="44273" y="46523"/>
                  </a:cubicBezTo>
                  <a:cubicBezTo>
                    <a:pt x="41161" y="42856"/>
                    <a:pt x="36909" y="41015"/>
                    <a:pt x="31546" y="41015"/>
                  </a:cubicBezTo>
                  <a:moveTo>
                    <a:pt x="55276" y="3551"/>
                  </a:moveTo>
                  <a:lnTo>
                    <a:pt x="55276" y="14436"/>
                  </a:lnTo>
                  <a:cubicBezTo>
                    <a:pt x="52280" y="13019"/>
                    <a:pt x="49241" y="11923"/>
                    <a:pt x="46158" y="11178"/>
                  </a:cubicBezTo>
                  <a:cubicBezTo>
                    <a:pt x="43119" y="10433"/>
                    <a:pt x="40109" y="10053"/>
                    <a:pt x="37113" y="10053"/>
                  </a:cubicBezTo>
                  <a:cubicBezTo>
                    <a:pt x="29209" y="10053"/>
                    <a:pt x="23174" y="12712"/>
                    <a:pt x="18995" y="18045"/>
                  </a:cubicBezTo>
                  <a:cubicBezTo>
                    <a:pt x="14860" y="23379"/>
                    <a:pt x="12493" y="31430"/>
                    <a:pt x="11894" y="42198"/>
                  </a:cubicBezTo>
                  <a:cubicBezTo>
                    <a:pt x="14217" y="38765"/>
                    <a:pt x="17139" y="36135"/>
                    <a:pt x="20646" y="34323"/>
                  </a:cubicBezTo>
                  <a:cubicBezTo>
                    <a:pt x="24168" y="32467"/>
                    <a:pt x="28025" y="31546"/>
                    <a:pt x="32248" y="31546"/>
                  </a:cubicBezTo>
                  <a:cubicBezTo>
                    <a:pt x="41132" y="31546"/>
                    <a:pt x="48131" y="34250"/>
                    <a:pt x="53259" y="39656"/>
                  </a:cubicBezTo>
                  <a:cubicBezTo>
                    <a:pt x="58432" y="45018"/>
                    <a:pt x="61018" y="52339"/>
                    <a:pt x="61018" y="61617"/>
                  </a:cubicBezTo>
                  <a:cubicBezTo>
                    <a:pt x="61018" y="70691"/>
                    <a:pt x="58329" y="77968"/>
                    <a:pt x="52967" y="83447"/>
                  </a:cubicBezTo>
                  <a:cubicBezTo>
                    <a:pt x="47605" y="88926"/>
                    <a:pt x="40459" y="91673"/>
                    <a:pt x="31546" y="91673"/>
                  </a:cubicBezTo>
                  <a:cubicBezTo>
                    <a:pt x="21333" y="91673"/>
                    <a:pt x="13516" y="87772"/>
                    <a:pt x="8109" y="79955"/>
                  </a:cubicBezTo>
                  <a:cubicBezTo>
                    <a:pt x="2703" y="72108"/>
                    <a:pt x="0" y="60740"/>
                    <a:pt x="0" y="45866"/>
                  </a:cubicBezTo>
                  <a:cubicBezTo>
                    <a:pt x="0" y="31897"/>
                    <a:pt x="3317" y="20763"/>
                    <a:pt x="9936" y="12478"/>
                  </a:cubicBezTo>
                  <a:cubicBezTo>
                    <a:pt x="16570" y="4164"/>
                    <a:pt x="25468" y="0"/>
                    <a:pt x="36631" y="0"/>
                  </a:cubicBezTo>
                  <a:cubicBezTo>
                    <a:pt x="39627" y="0"/>
                    <a:pt x="42651" y="292"/>
                    <a:pt x="45690" y="877"/>
                  </a:cubicBezTo>
                  <a:cubicBezTo>
                    <a:pt x="48774" y="1476"/>
                    <a:pt x="51959" y="2367"/>
                    <a:pt x="55276" y="3551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027AAC2D-4FC6-D4CA-9136-465340770A79}"/>
                </a:ext>
              </a:extLst>
            </p:cNvPr>
            <p:cNvSpPr/>
            <p:nvPr/>
          </p:nvSpPr>
          <p:spPr>
            <a:xfrm>
              <a:off x="2698726" y="4436922"/>
              <a:ext cx="61091" cy="91673"/>
            </a:xfrm>
            <a:custGeom>
              <a:avLst/>
              <a:gdLst>
                <a:gd name="connsiteX0" fmla="*/ 30538 w 61091"/>
                <a:gd name="connsiteY0" fmla="*/ 9468 h 91673"/>
                <a:gd name="connsiteX1" fmla="*/ 16628 w 61091"/>
                <a:gd name="connsiteY1" fmla="*/ 18586 h 91673"/>
                <a:gd name="connsiteX2" fmla="*/ 12025 w 61091"/>
                <a:gd name="connsiteY2" fmla="*/ 45866 h 91673"/>
                <a:gd name="connsiteX3" fmla="*/ 16628 w 61091"/>
                <a:gd name="connsiteY3" fmla="*/ 73160 h 91673"/>
                <a:gd name="connsiteX4" fmla="*/ 30538 w 61091"/>
                <a:gd name="connsiteY4" fmla="*/ 82205 h 91673"/>
                <a:gd name="connsiteX5" fmla="*/ 44448 w 61091"/>
                <a:gd name="connsiteY5" fmla="*/ 73160 h 91673"/>
                <a:gd name="connsiteX6" fmla="*/ 49124 w 61091"/>
                <a:gd name="connsiteY6" fmla="*/ 45866 h 91673"/>
                <a:gd name="connsiteX7" fmla="*/ 44448 w 61091"/>
                <a:gd name="connsiteY7" fmla="*/ 18586 h 91673"/>
                <a:gd name="connsiteX8" fmla="*/ 30538 w 61091"/>
                <a:gd name="connsiteY8" fmla="*/ 9468 h 91673"/>
                <a:gd name="connsiteX9" fmla="*/ 30538 w 61091"/>
                <a:gd name="connsiteY9" fmla="*/ 0 h 91673"/>
                <a:gd name="connsiteX10" fmla="*/ 53215 w 61091"/>
                <a:gd name="connsiteY10" fmla="*/ 11777 h 91673"/>
                <a:gd name="connsiteX11" fmla="*/ 61091 w 61091"/>
                <a:gd name="connsiteY11" fmla="*/ 45866 h 91673"/>
                <a:gd name="connsiteX12" fmla="*/ 53215 w 61091"/>
                <a:gd name="connsiteY12" fmla="*/ 79955 h 91673"/>
                <a:gd name="connsiteX13" fmla="*/ 30538 w 61091"/>
                <a:gd name="connsiteY13" fmla="*/ 91673 h 91673"/>
                <a:gd name="connsiteX14" fmla="*/ 7817 w 61091"/>
                <a:gd name="connsiteY14" fmla="*/ 79955 h 91673"/>
                <a:gd name="connsiteX15" fmla="*/ 0 w 61091"/>
                <a:gd name="connsiteY15" fmla="*/ 45866 h 91673"/>
                <a:gd name="connsiteX16" fmla="*/ 7817 w 61091"/>
                <a:gd name="connsiteY16" fmla="*/ 11777 h 91673"/>
                <a:gd name="connsiteX17" fmla="*/ 30538 w 61091"/>
                <a:gd name="connsiteY17" fmla="*/ 0 h 91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1091" h="91673">
                  <a:moveTo>
                    <a:pt x="30538" y="9468"/>
                  </a:moveTo>
                  <a:cubicBezTo>
                    <a:pt x="24387" y="9468"/>
                    <a:pt x="19755" y="12507"/>
                    <a:pt x="16628" y="18586"/>
                  </a:cubicBezTo>
                  <a:cubicBezTo>
                    <a:pt x="13560" y="24621"/>
                    <a:pt x="12025" y="33709"/>
                    <a:pt x="12025" y="45866"/>
                  </a:cubicBezTo>
                  <a:cubicBezTo>
                    <a:pt x="12025" y="57979"/>
                    <a:pt x="13560" y="67082"/>
                    <a:pt x="16628" y="73160"/>
                  </a:cubicBezTo>
                  <a:cubicBezTo>
                    <a:pt x="19755" y="79195"/>
                    <a:pt x="24387" y="82205"/>
                    <a:pt x="30538" y="82205"/>
                  </a:cubicBezTo>
                  <a:cubicBezTo>
                    <a:pt x="36734" y="82205"/>
                    <a:pt x="41365" y="79195"/>
                    <a:pt x="44448" y="73160"/>
                  </a:cubicBezTo>
                  <a:cubicBezTo>
                    <a:pt x="47561" y="67082"/>
                    <a:pt x="49124" y="57979"/>
                    <a:pt x="49124" y="45866"/>
                  </a:cubicBezTo>
                  <a:cubicBezTo>
                    <a:pt x="49124" y="33709"/>
                    <a:pt x="47561" y="24621"/>
                    <a:pt x="44448" y="18586"/>
                  </a:cubicBezTo>
                  <a:cubicBezTo>
                    <a:pt x="41365" y="12507"/>
                    <a:pt x="36734" y="9468"/>
                    <a:pt x="30538" y="9468"/>
                  </a:cubicBezTo>
                  <a:moveTo>
                    <a:pt x="30538" y="0"/>
                  </a:moveTo>
                  <a:cubicBezTo>
                    <a:pt x="40445" y="0"/>
                    <a:pt x="47999" y="3930"/>
                    <a:pt x="53215" y="11777"/>
                  </a:cubicBezTo>
                  <a:cubicBezTo>
                    <a:pt x="58461" y="19594"/>
                    <a:pt x="61091" y="30947"/>
                    <a:pt x="61091" y="45866"/>
                  </a:cubicBezTo>
                  <a:cubicBezTo>
                    <a:pt x="61091" y="60740"/>
                    <a:pt x="58461" y="72108"/>
                    <a:pt x="53215" y="79955"/>
                  </a:cubicBezTo>
                  <a:cubicBezTo>
                    <a:pt x="47999" y="87772"/>
                    <a:pt x="40445" y="91673"/>
                    <a:pt x="30538" y="91673"/>
                  </a:cubicBezTo>
                  <a:cubicBezTo>
                    <a:pt x="20646" y="91673"/>
                    <a:pt x="13063" y="87772"/>
                    <a:pt x="7817" y="79955"/>
                  </a:cubicBezTo>
                  <a:cubicBezTo>
                    <a:pt x="2601" y="72108"/>
                    <a:pt x="0" y="60740"/>
                    <a:pt x="0" y="45866"/>
                  </a:cubicBezTo>
                  <a:cubicBezTo>
                    <a:pt x="0" y="30947"/>
                    <a:pt x="2601" y="19594"/>
                    <a:pt x="7817" y="11777"/>
                  </a:cubicBezTo>
                  <a:cubicBezTo>
                    <a:pt x="13063" y="3930"/>
                    <a:pt x="20646" y="0"/>
                    <a:pt x="30538" y="0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B1D76061-58F8-D979-7347-8D5612C1A672}"/>
                </a:ext>
              </a:extLst>
            </p:cNvPr>
            <p:cNvSpPr/>
            <p:nvPr/>
          </p:nvSpPr>
          <p:spPr>
            <a:xfrm>
              <a:off x="2780828" y="4511850"/>
              <a:ext cx="12493" cy="15035"/>
            </a:xfrm>
            <a:custGeom>
              <a:avLst/>
              <a:gdLst>
                <a:gd name="connsiteX0" fmla="*/ 0 w 12493"/>
                <a:gd name="connsiteY0" fmla="*/ 0 h 15035"/>
                <a:gd name="connsiteX1" fmla="*/ 12493 w 12493"/>
                <a:gd name="connsiteY1" fmla="*/ 0 h 15035"/>
                <a:gd name="connsiteX2" fmla="*/ 12493 w 12493"/>
                <a:gd name="connsiteY2" fmla="*/ 15035 h 15035"/>
                <a:gd name="connsiteX3" fmla="*/ 0 w 12493"/>
                <a:gd name="connsiteY3" fmla="*/ 15035 h 15035"/>
                <a:gd name="connsiteX4" fmla="*/ 0 w 12493"/>
                <a:gd name="connsiteY4" fmla="*/ 0 h 1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93" h="15035">
                  <a:moveTo>
                    <a:pt x="0" y="0"/>
                  </a:moveTo>
                  <a:lnTo>
                    <a:pt x="12493" y="0"/>
                  </a:lnTo>
                  <a:lnTo>
                    <a:pt x="12493" y="15035"/>
                  </a:lnTo>
                  <a:lnTo>
                    <a:pt x="0" y="150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EED44BBC-0613-0F06-C754-D25D8B6C8DD9}"/>
                </a:ext>
              </a:extLst>
            </p:cNvPr>
            <p:cNvSpPr/>
            <p:nvPr/>
          </p:nvSpPr>
          <p:spPr>
            <a:xfrm>
              <a:off x="2814625" y="4436922"/>
              <a:ext cx="60608" cy="91673"/>
            </a:xfrm>
            <a:custGeom>
              <a:avLst/>
              <a:gdLst>
                <a:gd name="connsiteX0" fmla="*/ 30304 w 60608"/>
                <a:gd name="connsiteY0" fmla="*/ 47999 h 91673"/>
                <a:gd name="connsiteX1" fmla="*/ 16862 w 60608"/>
                <a:gd name="connsiteY1" fmla="*/ 52558 h 91673"/>
                <a:gd name="connsiteX2" fmla="*/ 12011 w 60608"/>
                <a:gd name="connsiteY2" fmla="*/ 65109 h 91673"/>
                <a:gd name="connsiteX3" fmla="*/ 16862 w 60608"/>
                <a:gd name="connsiteY3" fmla="*/ 77646 h 91673"/>
                <a:gd name="connsiteX4" fmla="*/ 30304 w 60608"/>
                <a:gd name="connsiteY4" fmla="*/ 82205 h 91673"/>
                <a:gd name="connsiteX5" fmla="*/ 43733 w 60608"/>
                <a:gd name="connsiteY5" fmla="*/ 77646 h 91673"/>
                <a:gd name="connsiteX6" fmla="*/ 48657 w 60608"/>
                <a:gd name="connsiteY6" fmla="*/ 65109 h 91673"/>
                <a:gd name="connsiteX7" fmla="*/ 43733 w 60608"/>
                <a:gd name="connsiteY7" fmla="*/ 52558 h 91673"/>
                <a:gd name="connsiteX8" fmla="*/ 30304 w 60608"/>
                <a:gd name="connsiteY8" fmla="*/ 47999 h 91673"/>
                <a:gd name="connsiteX9" fmla="*/ 18352 w 60608"/>
                <a:gd name="connsiteY9" fmla="*/ 42914 h 91673"/>
                <a:gd name="connsiteX10" fmla="*/ 6327 w 60608"/>
                <a:gd name="connsiteY10" fmla="*/ 35740 h 91673"/>
                <a:gd name="connsiteX11" fmla="*/ 2075 w 60608"/>
                <a:gd name="connsiteY11" fmla="*/ 22896 h 91673"/>
                <a:gd name="connsiteX12" fmla="*/ 9585 w 60608"/>
                <a:gd name="connsiteY12" fmla="*/ 6151 h 91673"/>
                <a:gd name="connsiteX13" fmla="*/ 30304 w 60608"/>
                <a:gd name="connsiteY13" fmla="*/ 0 h 91673"/>
                <a:gd name="connsiteX14" fmla="*/ 51024 w 60608"/>
                <a:gd name="connsiteY14" fmla="*/ 6151 h 91673"/>
                <a:gd name="connsiteX15" fmla="*/ 58534 w 60608"/>
                <a:gd name="connsiteY15" fmla="*/ 22896 h 91673"/>
                <a:gd name="connsiteX16" fmla="*/ 54209 w 60608"/>
                <a:gd name="connsiteY16" fmla="*/ 35740 h 91673"/>
                <a:gd name="connsiteX17" fmla="*/ 42315 w 60608"/>
                <a:gd name="connsiteY17" fmla="*/ 42914 h 91673"/>
                <a:gd name="connsiteX18" fmla="*/ 55758 w 60608"/>
                <a:gd name="connsiteY18" fmla="*/ 50775 h 91673"/>
                <a:gd name="connsiteX19" fmla="*/ 60609 w 60608"/>
                <a:gd name="connsiteY19" fmla="*/ 65109 h 91673"/>
                <a:gd name="connsiteX20" fmla="*/ 52733 w 60608"/>
                <a:gd name="connsiteY20" fmla="*/ 84820 h 91673"/>
                <a:gd name="connsiteX21" fmla="*/ 30304 w 60608"/>
                <a:gd name="connsiteY21" fmla="*/ 91673 h 91673"/>
                <a:gd name="connsiteX22" fmla="*/ 7817 w 60608"/>
                <a:gd name="connsiteY22" fmla="*/ 84820 h 91673"/>
                <a:gd name="connsiteX23" fmla="*/ 0 w 60608"/>
                <a:gd name="connsiteY23" fmla="*/ 65109 h 91673"/>
                <a:gd name="connsiteX24" fmla="*/ 4851 w 60608"/>
                <a:gd name="connsiteY24" fmla="*/ 50775 h 91673"/>
                <a:gd name="connsiteX25" fmla="*/ 18352 w 60608"/>
                <a:gd name="connsiteY25" fmla="*/ 42914 h 91673"/>
                <a:gd name="connsiteX26" fmla="*/ 13969 w 60608"/>
                <a:gd name="connsiteY26" fmla="*/ 24021 h 91673"/>
                <a:gd name="connsiteX27" fmla="*/ 18235 w 60608"/>
                <a:gd name="connsiteY27" fmla="*/ 34732 h 91673"/>
                <a:gd name="connsiteX28" fmla="*/ 30304 w 60608"/>
                <a:gd name="connsiteY28" fmla="*/ 38589 h 91673"/>
                <a:gd name="connsiteX29" fmla="*/ 42315 w 60608"/>
                <a:gd name="connsiteY29" fmla="*/ 34732 h 91673"/>
                <a:gd name="connsiteX30" fmla="*/ 46699 w 60608"/>
                <a:gd name="connsiteY30" fmla="*/ 24021 h 91673"/>
                <a:gd name="connsiteX31" fmla="*/ 42315 w 60608"/>
                <a:gd name="connsiteY31" fmla="*/ 13311 h 91673"/>
                <a:gd name="connsiteX32" fmla="*/ 30304 w 60608"/>
                <a:gd name="connsiteY32" fmla="*/ 9468 h 91673"/>
                <a:gd name="connsiteX33" fmla="*/ 18235 w 60608"/>
                <a:gd name="connsiteY33" fmla="*/ 13311 h 91673"/>
                <a:gd name="connsiteX34" fmla="*/ 13969 w 60608"/>
                <a:gd name="connsiteY34" fmla="*/ 24021 h 91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60608" h="91673">
                  <a:moveTo>
                    <a:pt x="30304" y="47999"/>
                  </a:moveTo>
                  <a:cubicBezTo>
                    <a:pt x="24621" y="47999"/>
                    <a:pt x="20149" y="49519"/>
                    <a:pt x="16862" y="52558"/>
                  </a:cubicBezTo>
                  <a:cubicBezTo>
                    <a:pt x="13633" y="55597"/>
                    <a:pt x="12011" y="59776"/>
                    <a:pt x="12011" y="65109"/>
                  </a:cubicBezTo>
                  <a:cubicBezTo>
                    <a:pt x="12011" y="70428"/>
                    <a:pt x="13633" y="74607"/>
                    <a:pt x="16862" y="77646"/>
                  </a:cubicBezTo>
                  <a:cubicBezTo>
                    <a:pt x="20149" y="80685"/>
                    <a:pt x="24621" y="82205"/>
                    <a:pt x="30304" y="82205"/>
                  </a:cubicBezTo>
                  <a:cubicBezTo>
                    <a:pt x="35988" y="82205"/>
                    <a:pt x="40460" y="80685"/>
                    <a:pt x="43733" y="77646"/>
                  </a:cubicBezTo>
                  <a:cubicBezTo>
                    <a:pt x="47020" y="74563"/>
                    <a:pt x="48657" y="70384"/>
                    <a:pt x="48657" y="65109"/>
                  </a:cubicBezTo>
                  <a:cubicBezTo>
                    <a:pt x="48657" y="59776"/>
                    <a:pt x="47020" y="55597"/>
                    <a:pt x="43733" y="52558"/>
                  </a:cubicBezTo>
                  <a:cubicBezTo>
                    <a:pt x="40503" y="49519"/>
                    <a:pt x="36018" y="47999"/>
                    <a:pt x="30304" y="47999"/>
                  </a:cubicBezTo>
                  <a:moveTo>
                    <a:pt x="18352" y="42914"/>
                  </a:moveTo>
                  <a:cubicBezTo>
                    <a:pt x="13224" y="41643"/>
                    <a:pt x="9205" y="39261"/>
                    <a:pt x="6327" y="35740"/>
                  </a:cubicBezTo>
                  <a:cubicBezTo>
                    <a:pt x="3492" y="32233"/>
                    <a:pt x="2075" y="27952"/>
                    <a:pt x="2075" y="22896"/>
                  </a:cubicBezTo>
                  <a:cubicBezTo>
                    <a:pt x="2075" y="15839"/>
                    <a:pt x="4573" y="10257"/>
                    <a:pt x="9585" y="6151"/>
                  </a:cubicBezTo>
                  <a:cubicBezTo>
                    <a:pt x="14641" y="2046"/>
                    <a:pt x="21552" y="0"/>
                    <a:pt x="30304" y="0"/>
                  </a:cubicBezTo>
                  <a:cubicBezTo>
                    <a:pt x="39101" y="0"/>
                    <a:pt x="46012" y="2046"/>
                    <a:pt x="51024" y="6151"/>
                  </a:cubicBezTo>
                  <a:cubicBezTo>
                    <a:pt x="56036" y="10257"/>
                    <a:pt x="58534" y="15839"/>
                    <a:pt x="58534" y="22896"/>
                  </a:cubicBezTo>
                  <a:cubicBezTo>
                    <a:pt x="58534" y="27952"/>
                    <a:pt x="57088" y="32233"/>
                    <a:pt x="54209" y="35740"/>
                  </a:cubicBezTo>
                  <a:cubicBezTo>
                    <a:pt x="51375" y="39261"/>
                    <a:pt x="47415" y="41643"/>
                    <a:pt x="42315" y="42914"/>
                  </a:cubicBezTo>
                  <a:cubicBezTo>
                    <a:pt x="48087" y="44244"/>
                    <a:pt x="52558" y="46874"/>
                    <a:pt x="55758" y="50775"/>
                  </a:cubicBezTo>
                  <a:cubicBezTo>
                    <a:pt x="58987" y="54677"/>
                    <a:pt x="60609" y="59455"/>
                    <a:pt x="60609" y="65109"/>
                  </a:cubicBezTo>
                  <a:cubicBezTo>
                    <a:pt x="60609" y="73672"/>
                    <a:pt x="57979" y="80247"/>
                    <a:pt x="52733" y="84820"/>
                  </a:cubicBezTo>
                  <a:cubicBezTo>
                    <a:pt x="47517" y="89394"/>
                    <a:pt x="40051" y="91673"/>
                    <a:pt x="30304" y="91673"/>
                  </a:cubicBezTo>
                  <a:cubicBezTo>
                    <a:pt x="20559" y="91673"/>
                    <a:pt x="13063" y="89394"/>
                    <a:pt x="7817" y="84820"/>
                  </a:cubicBezTo>
                  <a:cubicBezTo>
                    <a:pt x="2601" y="80247"/>
                    <a:pt x="0" y="73672"/>
                    <a:pt x="0" y="65109"/>
                  </a:cubicBezTo>
                  <a:cubicBezTo>
                    <a:pt x="0" y="59455"/>
                    <a:pt x="1622" y="54677"/>
                    <a:pt x="4851" y="50775"/>
                  </a:cubicBezTo>
                  <a:cubicBezTo>
                    <a:pt x="8080" y="46874"/>
                    <a:pt x="12581" y="44244"/>
                    <a:pt x="18352" y="42914"/>
                  </a:cubicBezTo>
                  <a:moveTo>
                    <a:pt x="13969" y="24021"/>
                  </a:moveTo>
                  <a:cubicBezTo>
                    <a:pt x="13969" y="28595"/>
                    <a:pt x="15386" y="32175"/>
                    <a:pt x="18235" y="34732"/>
                  </a:cubicBezTo>
                  <a:cubicBezTo>
                    <a:pt x="21114" y="37304"/>
                    <a:pt x="25132" y="38589"/>
                    <a:pt x="30304" y="38589"/>
                  </a:cubicBezTo>
                  <a:cubicBezTo>
                    <a:pt x="35433" y="38589"/>
                    <a:pt x="39437" y="37304"/>
                    <a:pt x="42315" y="34732"/>
                  </a:cubicBezTo>
                  <a:cubicBezTo>
                    <a:pt x="45238" y="32175"/>
                    <a:pt x="46699" y="28595"/>
                    <a:pt x="46699" y="24021"/>
                  </a:cubicBezTo>
                  <a:cubicBezTo>
                    <a:pt x="46699" y="19448"/>
                    <a:pt x="45238" y="15868"/>
                    <a:pt x="42315" y="13311"/>
                  </a:cubicBezTo>
                  <a:cubicBezTo>
                    <a:pt x="39437" y="10754"/>
                    <a:pt x="35433" y="9468"/>
                    <a:pt x="30304" y="9468"/>
                  </a:cubicBezTo>
                  <a:cubicBezTo>
                    <a:pt x="25132" y="9468"/>
                    <a:pt x="21114" y="10754"/>
                    <a:pt x="18235" y="13311"/>
                  </a:cubicBezTo>
                  <a:cubicBezTo>
                    <a:pt x="15386" y="15868"/>
                    <a:pt x="13969" y="19448"/>
                    <a:pt x="13969" y="24021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F6032EA0-3F63-4AD1-3FB0-FC018673C392}"/>
                </a:ext>
              </a:extLst>
            </p:cNvPr>
            <p:cNvSpPr/>
            <p:nvPr/>
          </p:nvSpPr>
          <p:spPr>
            <a:xfrm>
              <a:off x="3044817" y="4438514"/>
              <a:ext cx="52616" cy="88371"/>
            </a:xfrm>
            <a:custGeom>
              <a:avLst/>
              <a:gdLst>
                <a:gd name="connsiteX0" fmla="*/ 1710 w 52616"/>
                <a:gd name="connsiteY0" fmla="*/ 78304 h 88371"/>
                <a:gd name="connsiteX1" fmla="*/ 21245 w 52616"/>
                <a:gd name="connsiteY1" fmla="*/ 78304 h 88371"/>
                <a:gd name="connsiteX2" fmla="*/ 21245 w 52616"/>
                <a:gd name="connsiteY2" fmla="*/ 10886 h 88371"/>
                <a:gd name="connsiteX3" fmla="*/ 0 w 52616"/>
                <a:gd name="connsiteY3" fmla="*/ 15152 h 88371"/>
                <a:gd name="connsiteX4" fmla="*/ 0 w 52616"/>
                <a:gd name="connsiteY4" fmla="*/ 4267 h 88371"/>
                <a:gd name="connsiteX5" fmla="*/ 21128 w 52616"/>
                <a:gd name="connsiteY5" fmla="*/ 0 h 88371"/>
                <a:gd name="connsiteX6" fmla="*/ 33081 w 52616"/>
                <a:gd name="connsiteY6" fmla="*/ 0 h 88371"/>
                <a:gd name="connsiteX7" fmla="*/ 33081 w 52616"/>
                <a:gd name="connsiteY7" fmla="*/ 78304 h 88371"/>
                <a:gd name="connsiteX8" fmla="*/ 52616 w 52616"/>
                <a:gd name="connsiteY8" fmla="*/ 78304 h 88371"/>
                <a:gd name="connsiteX9" fmla="*/ 52616 w 52616"/>
                <a:gd name="connsiteY9" fmla="*/ 88371 h 88371"/>
                <a:gd name="connsiteX10" fmla="*/ 1710 w 52616"/>
                <a:gd name="connsiteY10" fmla="*/ 88371 h 88371"/>
                <a:gd name="connsiteX11" fmla="*/ 1710 w 52616"/>
                <a:gd name="connsiteY11" fmla="*/ 78304 h 88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616" h="88371">
                  <a:moveTo>
                    <a:pt x="1710" y="78304"/>
                  </a:moveTo>
                  <a:lnTo>
                    <a:pt x="21245" y="78304"/>
                  </a:lnTo>
                  <a:lnTo>
                    <a:pt x="21245" y="10886"/>
                  </a:lnTo>
                  <a:lnTo>
                    <a:pt x="0" y="15152"/>
                  </a:lnTo>
                  <a:lnTo>
                    <a:pt x="0" y="4267"/>
                  </a:lnTo>
                  <a:lnTo>
                    <a:pt x="21128" y="0"/>
                  </a:lnTo>
                  <a:lnTo>
                    <a:pt x="33081" y="0"/>
                  </a:lnTo>
                  <a:lnTo>
                    <a:pt x="33081" y="78304"/>
                  </a:lnTo>
                  <a:lnTo>
                    <a:pt x="52616" y="78304"/>
                  </a:lnTo>
                  <a:lnTo>
                    <a:pt x="52616" y="88371"/>
                  </a:lnTo>
                  <a:lnTo>
                    <a:pt x="1710" y="88371"/>
                  </a:lnTo>
                  <a:lnTo>
                    <a:pt x="1710" y="78304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D0625C26-4DE3-E70D-A822-AF38FA592F30}"/>
                </a:ext>
              </a:extLst>
            </p:cNvPr>
            <p:cNvSpPr/>
            <p:nvPr/>
          </p:nvSpPr>
          <p:spPr>
            <a:xfrm>
              <a:off x="3121586" y="4511850"/>
              <a:ext cx="12478" cy="15035"/>
            </a:xfrm>
            <a:custGeom>
              <a:avLst/>
              <a:gdLst>
                <a:gd name="connsiteX0" fmla="*/ 0 w 12478"/>
                <a:gd name="connsiteY0" fmla="*/ 0 h 15035"/>
                <a:gd name="connsiteX1" fmla="*/ 12478 w 12478"/>
                <a:gd name="connsiteY1" fmla="*/ 0 h 15035"/>
                <a:gd name="connsiteX2" fmla="*/ 12478 w 12478"/>
                <a:gd name="connsiteY2" fmla="*/ 15035 h 15035"/>
                <a:gd name="connsiteX3" fmla="*/ 0 w 12478"/>
                <a:gd name="connsiteY3" fmla="*/ 15035 h 15035"/>
                <a:gd name="connsiteX4" fmla="*/ 0 w 12478"/>
                <a:gd name="connsiteY4" fmla="*/ 0 h 1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78" h="15035">
                  <a:moveTo>
                    <a:pt x="0" y="0"/>
                  </a:moveTo>
                  <a:lnTo>
                    <a:pt x="12478" y="0"/>
                  </a:lnTo>
                  <a:lnTo>
                    <a:pt x="12478" y="15035"/>
                  </a:lnTo>
                  <a:lnTo>
                    <a:pt x="0" y="150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0A747D94-1E19-7048-0A6E-A63533ED888B}"/>
                </a:ext>
              </a:extLst>
            </p:cNvPr>
            <p:cNvSpPr/>
            <p:nvPr/>
          </p:nvSpPr>
          <p:spPr>
            <a:xfrm>
              <a:off x="3155134" y="4436922"/>
              <a:ext cx="61091" cy="91673"/>
            </a:xfrm>
            <a:custGeom>
              <a:avLst/>
              <a:gdLst>
                <a:gd name="connsiteX0" fmla="*/ 30553 w 61091"/>
                <a:gd name="connsiteY0" fmla="*/ 9468 h 91673"/>
                <a:gd name="connsiteX1" fmla="*/ 16643 w 61091"/>
                <a:gd name="connsiteY1" fmla="*/ 18586 h 91673"/>
                <a:gd name="connsiteX2" fmla="*/ 12025 w 61091"/>
                <a:gd name="connsiteY2" fmla="*/ 45866 h 91673"/>
                <a:gd name="connsiteX3" fmla="*/ 16643 w 61091"/>
                <a:gd name="connsiteY3" fmla="*/ 73160 h 91673"/>
                <a:gd name="connsiteX4" fmla="*/ 30553 w 61091"/>
                <a:gd name="connsiteY4" fmla="*/ 82205 h 91673"/>
                <a:gd name="connsiteX5" fmla="*/ 44463 w 61091"/>
                <a:gd name="connsiteY5" fmla="*/ 73160 h 91673"/>
                <a:gd name="connsiteX6" fmla="*/ 49139 w 61091"/>
                <a:gd name="connsiteY6" fmla="*/ 45866 h 91673"/>
                <a:gd name="connsiteX7" fmla="*/ 44463 w 61091"/>
                <a:gd name="connsiteY7" fmla="*/ 18586 h 91673"/>
                <a:gd name="connsiteX8" fmla="*/ 30553 w 61091"/>
                <a:gd name="connsiteY8" fmla="*/ 9468 h 91673"/>
                <a:gd name="connsiteX9" fmla="*/ 30553 w 61091"/>
                <a:gd name="connsiteY9" fmla="*/ 0 h 91673"/>
                <a:gd name="connsiteX10" fmla="*/ 53216 w 61091"/>
                <a:gd name="connsiteY10" fmla="*/ 11777 h 91673"/>
                <a:gd name="connsiteX11" fmla="*/ 61091 w 61091"/>
                <a:gd name="connsiteY11" fmla="*/ 45866 h 91673"/>
                <a:gd name="connsiteX12" fmla="*/ 53216 w 61091"/>
                <a:gd name="connsiteY12" fmla="*/ 79955 h 91673"/>
                <a:gd name="connsiteX13" fmla="*/ 30553 w 61091"/>
                <a:gd name="connsiteY13" fmla="*/ 91673 h 91673"/>
                <a:gd name="connsiteX14" fmla="*/ 7817 w 61091"/>
                <a:gd name="connsiteY14" fmla="*/ 79955 h 91673"/>
                <a:gd name="connsiteX15" fmla="*/ 0 w 61091"/>
                <a:gd name="connsiteY15" fmla="*/ 45866 h 91673"/>
                <a:gd name="connsiteX16" fmla="*/ 7817 w 61091"/>
                <a:gd name="connsiteY16" fmla="*/ 11777 h 91673"/>
                <a:gd name="connsiteX17" fmla="*/ 30553 w 61091"/>
                <a:gd name="connsiteY17" fmla="*/ 0 h 91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1091" h="91673">
                  <a:moveTo>
                    <a:pt x="30553" y="9468"/>
                  </a:moveTo>
                  <a:cubicBezTo>
                    <a:pt x="24401" y="9468"/>
                    <a:pt x="19755" y="12507"/>
                    <a:pt x="16643" y="18586"/>
                  </a:cubicBezTo>
                  <a:cubicBezTo>
                    <a:pt x="13560" y="24621"/>
                    <a:pt x="12025" y="33709"/>
                    <a:pt x="12025" y="45866"/>
                  </a:cubicBezTo>
                  <a:cubicBezTo>
                    <a:pt x="12025" y="57979"/>
                    <a:pt x="13560" y="67082"/>
                    <a:pt x="16643" y="73160"/>
                  </a:cubicBezTo>
                  <a:cubicBezTo>
                    <a:pt x="19755" y="79195"/>
                    <a:pt x="24401" y="82205"/>
                    <a:pt x="30553" y="82205"/>
                  </a:cubicBezTo>
                  <a:cubicBezTo>
                    <a:pt x="36748" y="82205"/>
                    <a:pt x="41380" y="79195"/>
                    <a:pt x="44463" y="73160"/>
                  </a:cubicBezTo>
                  <a:cubicBezTo>
                    <a:pt x="47575" y="67082"/>
                    <a:pt x="49139" y="57979"/>
                    <a:pt x="49139" y="45866"/>
                  </a:cubicBezTo>
                  <a:cubicBezTo>
                    <a:pt x="49139" y="33709"/>
                    <a:pt x="47575" y="24621"/>
                    <a:pt x="44463" y="18586"/>
                  </a:cubicBezTo>
                  <a:cubicBezTo>
                    <a:pt x="41380" y="12507"/>
                    <a:pt x="36748" y="9468"/>
                    <a:pt x="30553" y="9468"/>
                  </a:cubicBezTo>
                  <a:moveTo>
                    <a:pt x="30553" y="0"/>
                  </a:moveTo>
                  <a:cubicBezTo>
                    <a:pt x="40445" y="0"/>
                    <a:pt x="47999" y="3930"/>
                    <a:pt x="53216" y="11777"/>
                  </a:cubicBezTo>
                  <a:cubicBezTo>
                    <a:pt x="58461" y="19594"/>
                    <a:pt x="61091" y="30947"/>
                    <a:pt x="61091" y="45866"/>
                  </a:cubicBezTo>
                  <a:cubicBezTo>
                    <a:pt x="61091" y="60740"/>
                    <a:pt x="58461" y="72108"/>
                    <a:pt x="53216" y="79955"/>
                  </a:cubicBezTo>
                  <a:cubicBezTo>
                    <a:pt x="47999" y="87772"/>
                    <a:pt x="40445" y="91673"/>
                    <a:pt x="30553" y="91673"/>
                  </a:cubicBezTo>
                  <a:cubicBezTo>
                    <a:pt x="20646" y="91673"/>
                    <a:pt x="13063" y="87772"/>
                    <a:pt x="7817" y="79955"/>
                  </a:cubicBezTo>
                  <a:cubicBezTo>
                    <a:pt x="2601" y="72108"/>
                    <a:pt x="0" y="60740"/>
                    <a:pt x="0" y="45866"/>
                  </a:cubicBezTo>
                  <a:cubicBezTo>
                    <a:pt x="0" y="30947"/>
                    <a:pt x="2601" y="19594"/>
                    <a:pt x="7817" y="11777"/>
                  </a:cubicBezTo>
                  <a:cubicBezTo>
                    <a:pt x="13063" y="3930"/>
                    <a:pt x="20646" y="0"/>
                    <a:pt x="30553" y="0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D3BEAA7D-ED0A-AD4C-3AA5-2F5E1C2A238A}"/>
                </a:ext>
              </a:extLst>
            </p:cNvPr>
            <p:cNvSpPr/>
            <p:nvPr/>
          </p:nvSpPr>
          <p:spPr>
            <a:xfrm>
              <a:off x="3390381" y="4438514"/>
              <a:ext cx="52631" cy="88371"/>
            </a:xfrm>
            <a:custGeom>
              <a:avLst/>
              <a:gdLst>
                <a:gd name="connsiteX0" fmla="*/ 1724 w 52631"/>
                <a:gd name="connsiteY0" fmla="*/ 78304 h 88371"/>
                <a:gd name="connsiteX1" fmla="*/ 21260 w 52631"/>
                <a:gd name="connsiteY1" fmla="*/ 78304 h 88371"/>
                <a:gd name="connsiteX2" fmla="*/ 21260 w 52631"/>
                <a:gd name="connsiteY2" fmla="*/ 10886 h 88371"/>
                <a:gd name="connsiteX3" fmla="*/ 0 w 52631"/>
                <a:gd name="connsiteY3" fmla="*/ 15152 h 88371"/>
                <a:gd name="connsiteX4" fmla="*/ 0 w 52631"/>
                <a:gd name="connsiteY4" fmla="*/ 4267 h 88371"/>
                <a:gd name="connsiteX5" fmla="*/ 21143 w 52631"/>
                <a:gd name="connsiteY5" fmla="*/ 0 h 88371"/>
                <a:gd name="connsiteX6" fmla="*/ 33095 w 52631"/>
                <a:gd name="connsiteY6" fmla="*/ 0 h 88371"/>
                <a:gd name="connsiteX7" fmla="*/ 33095 w 52631"/>
                <a:gd name="connsiteY7" fmla="*/ 78304 h 88371"/>
                <a:gd name="connsiteX8" fmla="*/ 52631 w 52631"/>
                <a:gd name="connsiteY8" fmla="*/ 78304 h 88371"/>
                <a:gd name="connsiteX9" fmla="*/ 52631 w 52631"/>
                <a:gd name="connsiteY9" fmla="*/ 88371 h 88371"/>
                <a:gd name="connsiteX10" fmla="*/ 1724 w 52631"/>
                <a:gd name="connsiteY10" fmla="*/ 88371 h 88371"/>
                <a:gd name="connsiteX11" fmla="*/ 1724 w 52631"/>
                <a:gd name="connsiteY11" fmla="*/ 78304 h 88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631" h="88371">
                  <a:moveTo>
                    <a:pt x="1724" y="78304"/>
                  </a:moveTo>
                  <a:lnTo>
                    <a:pt x="21260" y="78304"/>
                  </a:lnTo>
                  <a:lnTo>
                    <a:pt x="21260" y="10886"/>
                  </a:lnTo>
                  <a:lnTo>
                    <a:pt x="0" y="15152"/>
                  </a:lnTo>
                  <a:lnTo>
                    <a:pt x="0" y="4267"/>
                  </a:lnTo>
                  <a:lnTo>
                    <a:pt x="21143" y="0"/>
                  </a:lnTo>
                  <a:lnTo>
                    <a:pt x="33095" y="0"/>
                  </a:lnTo>
                  <a:lnTo>
                    <a:pt x="33095" y="78304"/>
                  </a:lnTo>
                  <a:lnTo>
                    <a:pt x="52631" y="78304"/>
                  </a:lnTo>
                  <a:lnTo>
                    <a:pt x="52631" y="88371"/>
                  </a:lnTo>
                  <a:lnTo>
                    <a:pt x="1724" y="88371"/>
                  </a:lnTo>
                  <a:lnTo>
                    <a:pt x="1724" y="78304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2C947F54-4295-2645-BA60-6DEB357D342F}"/>
                </a:ext>
              </a:extLst>
            </p:cNvPr>
            <p:cNvSpPr/>
            <p:nvPr/>
          </p:nvSpPr>
          <p:spPr>
            <a:xfrm>
              <a:off x="3467151" y="4511850"/>
              <a:ext cx="12493" cy="15035"/>
            </a:xfrm>
            <a:custGeom>
              <a:avLst/>
              <a:gdLst>
                <a:gd name="connsiteX0" fmla="*/ 0 w 12493"/>
                <a:gd name="connsiteY0" fmla="*/ 0 h 15035"/>
                <a:gd name="connsiteX1" fmla="*/ 12493 w 12493"/>
                <a:gd name="connsiteY1" fmla="*/ 0 h 15035"/>
                <a:gd name="connsiteX2" fmla="*/ 12493 w 12493"/>
                <a:gd name="connsiteY2" fmla="*/ 15035 h 15035"/>
                <a:gd name="connsiteX3" fmla="*/ 0 w 12493"/>
                <a:gd name="connsiteY3" fmla="*/ 15035 h 15035"/>
                <a:gd name="connsiteX4" fmla="*/ 0 w 12493"/>
                <a:gd name="connsiteY4" fmla="*/ 0 h 1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93" h="15035">
                  <a:moveTo>
                    <a:pt x="0" y="0"/>
                  </a:moveTo>
                  <a:lnTo>
                    <a:pt x="12493" y="0"/>
                  </a:lnTo>
                  <a:lnTo>
                    <a:pt x="12493" y="15035"/>
                  </a:lnTo>
                  <a:lnTo>
                    <a:pt x="0" y="150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B4986601-425D-22E8-ABC6-A5B371D01193}"/>
                </a:ext>
              </a:extLst>
            </p:cNvPr>
            <p:cNvSpPr/>
            <p:nvPr/>
          </p:nvSpPr>
          <p:spPr>
            <a:xfrm>
              <a:off x="3501605" y="4436922"/>
              <a:ext cx="56108" cy="89963"/>
            </a:xfrm>
            <a:custGeom>
              <a:avLst/>
              <a:gdLst>
                <a:gd name="connsiteX0" fmla="*/ 14378 w 56108"/>
                <a:gd name="connsiteY0" fmla="*/ 79896 h 89963"/>
                <a:gd name="connsiteX1" fmla="*/ 56109 w 56108"/>
                <a:gd name="connsiteY1" fmla="*/ 79896 h 89963"/>
                <a:gd name="connsiteX2" fmla="*/ 56109 w 56108"/>
                <a:gd name="connsiteY2" fmla="*/ 89964 h 89963"/>
                <a:gd name="connsiteX3" fmla="*/ 0 w 56108"/>
                <a:gd name="connsiteY3" fmla="*/ 89964 h 89963"/>
                <a:gd name="connsiteX4" fmla="*/ 0 w 56108"/>
                <a:gd name="connsiteY4" fmla="*/ 79896 h 89963"/>
                <a:gd name="connsiteX5" fmla="*/ 18528 w 56108"/>
                <a:gd name="connsiteY5" fmla="*/ 61018 h 89963"/>
                <a:gd name="connsiteX6" fmla="*/ 33329 w 56108"/>
                <a:gd name="connsiteY6" fmla="*/ 45691 h 89963"/>
                <a:gd name="connsiteX7" fmla="*/ 41322 w 56108"/>
                <a:gd name="connsiteY7" fmla="*/ 34805 h 89963"/>
                <a:gd name="connsiteX8" fmla="*/ 43630 w 56108"/>
                <a:gd name="connsiteY8" fmla="*/ 25980 h 89963"/>
                <a:gd name="connsiteX9" fmla="*/ 38648 w 56108"/>
                <a:gd name="connsiteY9" fmla="*/ 14495 h 89963"/>
                <a:gd name="connsiteX10" fmla="*/ 25804 w 56108"/>
                <a:gd name="connsiteY10" fmla="*/ 10053 h 89963"/>
                <a:gd name="connsiteX11" fmla="*/ 13910 w 56108"/>
                <a:gd name="connsiteY11" fmla="*/ 12011 h 89963"/>
                <a:gd name="connsiteX12" fmla="*/ 599 w 56108"/>
                <a:gd name="connsiteY12" fmla="*/ 17928 h 89963"/>
                <a:gd name="connsiteX13" fmla="*/ 599 w 56108"/>
                <a:gd name="connsiteY13" fmla="*/ 5859 h 89963"/>
                <a:gd name="connsiteX14" fmla="*/ 14086 w 56108"/>
                <a:gd name="connsiteY14" fmla="*/ 1476 h 89963"/>
                <a:gd name="connsiteX15" fmla="*/ 25570 w 56108"/>
                <a:gd name="connsiteY15" fmla="*/ 0 h 89963"/>
                <a:gd name="connsiteX16" fmla="*/ 47474 w 56108"/>
                <a:gd name="connsiteY16" fmla="*/ 6867 h 89963"/>
                <a:gd name="connsiteX17" fmla="*/ 55641 w 56108"/>
                <a:gd name="connsiteY17" fmla="*/ 25205 h 89963"/>
                <a:gd name="connsiteX18" fmla="*/ 53566 w 56108"/>
                <a:gd name="connsiteY18" fmla="*/ 35565 h 89963"/>
                <a:gd name="connsiteX19" fmla="*/ 46173 w 56108"/>
                <a:gd name="connsiteY19" fmla="*/ 47049 h 89963"/>
                <a:gd name="connsiteX20" fmla="*/ 36763 w 56108"/>
                <a:gd name="connsiteY20" fmla="*/ 57000 h 89963"/>
                <a:gd name="connsiteX21" fmla="*/ 14378 w 56108"/>
                <a:gd name="connsiteY21" fmla="*/ 79896 h 89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6108" h="89963">
                  <a:moveTo>
                    <a:pt x="14378" y="79896"/>
                  </a:moveTo>
                  <a:lnTo>
                    <a:pt x="56109" y="79896"/>
                  </a:lnTo>
                  <a:lnTo>
                    <a:pt x="56109" y="89964"/>
                  </a:lnTo>
                  <a:lnTo>
                    <a:pt x="0" y="89964"/>
                  </a:lnTo>
                  <a:lnTo>
                    <a:pt x="0" y="79896"/>
                  </a:lnTo>
                  <a:cubicBezTo>
                    <a:pt x="4544" y="75206"/>
                    <a:pt x="10710" y="68908"/>
                    <a:pt x="18528" y="61018"/>
                  </a:cubicBezTo>
                  <a:cubicBezTo>
                    <a:pt x="26374" y="53084"/>
                    <a:pt x="31313" y="47985"/>
                    <a:pt x="33329" y="45691"/>
                  </a:cubicBezTo>
                  <a:cubicBezTo>
                    <a:pt x="37158" y="41380"/>
                    <a:pt x="39817" y="37756"/>
                    <a:pt x="41322" y="34805"/>
                  </a:cubicBezTo>
                  <a:cubicBezTo>
                    <a:pt x="42856" y="31810"/>
                    <a:pt x="43630" y="28858"/>
                    <a:pt x="43630" y="25980"/>
                  </a:cubicBezTo>
                  <a:cubicBezTo>
                    <a:pt x="43630" y="21289"/>
                    <a:pt x="41965" y="17461"/>
                    <a:pt x="38648" y="14495"/>
                  </a:cubicBezTo>
                  <a:cubicBezTo>
                    <a:pt x="35375" y="11529"/>
                    <a:pt x="31094" y="10053"/>
                    <a:pt x="25804" y="10053"/>
                  </a:cubicBezTo>
                  <a:cubicBezTo>
                    <a:pt x="22049" y="10053"/>
                    <a:pt x="18089" y="10710"/>
                    <a:pt x="13910" y="12011"/>
                  </a:cubicBezTo>
                  <a:cubicBezTo>
                    <a:pt x="9775" y="13311"/>
                    <a:pt x="5333" y="15284"/>
                    <a:pt x="599" y="17928"/>
                  </a:cubicBezTo>
                  <a:lnTo>
                    <a:pt x="599" y="5859"/>
                  </a:lnTo>
                  <a:cubicBezTo>
                    <a:pt x="5407" y="3916"/>
                    <a:pt x="9907" y="2455"/>
                    <a:pt x="14086" y="1476"/>
                  </a:cubicBezTo>
                  <a:cubicBezTo>
                    <a:pt x="18279" y="497"/>
                    <a:pt x="22108" y="0"/>
                    <a:pt x="25570" y="0"/>
                  </a:cubicBezTo>
                  <a:cubicBezTo>
                    <a:pt x="34732" y="0"/>
                    <a:pt x="42023" y="2294"/>
                    <a:pt x="47474" y="6867"/>
                  </a:cubicBezTo>
                  <a:cubicBezTo>
                    <a:pt x="52924" y="11441"/>
                    <a:pt x="55641" y="17549"/>
                    <a:pt x="55641" y="25205"/>
                  </a:cubicBezTo>
                  <a:cubicBezTo>
                    <a:pt x="55641" y="28843"/>
                    <a:pt x="54954" y="32292"/>
                    <a:pt x="53566" y="35565"/>
                  </a:cubicBezTo>
                  <a:cubicBezTo>
                    <a:pt x="52222" y="38794"/>
                    <a:pt x="49753" y="42622"/>
                    <a:pt x="46173" y="47049"/>
                  </a:cubicBezTo>
                  <a:cubicBezTo>
                    <a:pt x="45179" y="48204"/>
                    <a:pt x="42038" y="51521"/>
                    <a:pt x="36763" y="57000"/>
                  </a:cubicBezTo>
                  <a:cubicBezTo>
                    <a:pt x="31473" y="62450"/>
                    <a:pt x="24007" y="70077"/>
                    <a:pt x="14378" y="79896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C2DAB712-0073-C1B7-F255-A5F7373F64A0}"/>
                </a:ext>
              </a:extLst>
            </p:cNvPr>
            <p:cNvSpPr/>
            <p:nvPr/>
          </p:nvSpPr>
          <p:spPr>
            <a:xfrm>
              <a:off x="2231987" y="4602077"/>
              <a:ext cx="69814" cy="63516"/>
            </a:xfrm>
            <a:custGeom>
              <a:avLst/>
              <a:gdLst>
                <a:gd name="connsiteX0" fmla="*/ 69814 w 69814"/>
                <a:gd name="connsiteY0" fmla="*/ 9234 h 63516"/>
                <a:gd name="connsiteX1" fmla="*/ 67418 w 69814"/>
                <a:gd name="connsiteY1" fmla="*/ 15254 h 63516"/>
                <a:gd name="connsiteX2" fmla="*/ 62289 w 69814"/>
                <a:gd name="connsiteY2" fmla="*/ 17388 h 63516"/>
                <a:gd name="connsiteX3" fmla="*/ 58315 w 69814"/>
                <a:gd name="connsiteY3" fmla="*/ 15883 h 63516"/>
                <a:gd name="connsiteX4" fmla="*/ 56941 w 69814"/>
                <a:gd name="connsiteY4" fmla="*/ 12449 h 63516"/>
                <a:gd name="connsiteX5" fmla="*/ 58870 w 69814"/>
                <a:gd name="connsiteY5" fmla="*/ 7598 h 63516"/>
                <a:gd name="connsiteX6" fmla="*/ 63663 w 69814"/>
                <a:gd name="connsiteY6" fmla="*/ 4851 h 63516"/>
                <a:gd name="connsiteX7" fmla="*/ 56679 w 69814"/>
                <a:gd name="connsiteY7" fmla="*/ 3083 h 63516"/>
                <a:gd name="connsiteX8" fmla="*/ 51535 w 69814"/>
                <a:gd name="connsiteY8" fmla="*/ 4515 h 63516"/>
                <a:gd name="connsiteX9" fmla="*/ 47780 w 69814"/>
                <a:gd name="connsiteY9" fmla="*/ 7803 h 63516"/>
                <a:gd name="connsiteX10" fmla="*/ 45179 w 69814"/>
                <a:gd name="connsiteY10" fmla="*/ 12317 h 63516"/>
                <a:gd name="connsiteX11" fmla="*/ 43528 w 69814"/>
                <a:gd name="connsiteY11" fmla="*/ 16496 h 63516"/>
                <a:gd name="connsiteX12" fmla="*/ 42783 w 69814"/>
                <a:gd name="connsiteY12" fmla="*/ 19638 h 63516"/>
                <a:gd name="connsiteX13" fmla="*/ 37990 w 69814"/>
                <a:gd name="connsiteY13" fmla="*/ 38808 h 63516"/>
                <a:gd name="connsiteX14" fmla="*/ 35667 w 69814"/>
                <a:gd name="connsiteY14" fmla="*/ 51126 h 63516"/>
                <a:gd name="connsiteX15" fmla="*/ 37581 w 69814"/>
                <a:gd name="connsiteY15" fmla="*/ 57774 h 63516"/>
                <a:gd name="connsiteX16" fmla="*/ 43323 w 69814"/>
                <a:gd name="connsiteY16" fmla="*/ 60375 h 63516"/>
                <a:gd name="connsiteX17" fmla="*/ 46538 w 69814"/>
                <a:gd name="connsiteY17" fmla="*/ 59951 h 63516"/>
                <a:gd name="connsiteX18" fmla="*/ 50439 w 69814"/>
                <a:gd name="connsiteY18" fmla="*/ 58242 h 63516"/>
                <a:gd name="connsiteX19" fmla="*/ 54691 w 69814"/>
                <a:gd name="connsiteY19" fmla="*/ 55027 h 63516"/>
                <a:gd name="connsiteX20" fmla="*/ 58724 w 69814"/>
                <a:gd name="connsiteY20" fmla="*/ 49694 h 63516"/>
                <a:gd name="connsiteX21" fmla="*/ 62012 w 69814"/>
                <a:gd name="connsiteY21" fmla="*/ 42023 h 63516"/>
                <a:gd name="connsiteX22" fmla="*/ 63794 w 69814"/>
                <a:gd name="connsiteY22" fmla="*/ 40518 h 63516"/>
                <a:gd name="connsiteX23" fmla="*/ 65504 w 69814"/>
                <a:gd name="connsiteY23" fmla="*/ 41891 h 63516"/>
                <a:gd name="connsiteX24" fmla="*/ 64540 w 69814"/>
                <a:gd name="connsiteY24" fmla="*/ 45515 h 63516"/>
                <a:gd name="connsiteX25" fmla="*/ 61676 w 69814"/>
                <a:gd name="connsiteY25" fmla="*/ 51053 h 63516"/>
                <a:gd name="connsiteX26" fmla="*/ 57219 w 69814"/>
                <a:gd name="connsiteY26" fmla="*/ 56941 h 63516"/>
                <a:gd name="connsiteX27" fmla="*/ 50921 w 69814"/>
                <a:gd name="connsiteY27" fmla="*/ 61602 h 63516"/>
                <a:gd name="connsiteX28" fmla="*/ 43060 w 69814"/>
                <a:gd name="connsiteY28" fmla="*/ 63517 h 63516"/>
                <a:gd name="connsiteX29" fmla="*/ 33271 w 69814"/>
                <a:gd name="connsiteY29" fmla="*/ 60375 h 63516"/>
                <a:gd name="connsiteX30" fmla="*/ 27923 w 69814"/>
                <a:gd name="connsiteY30" fmla="*/ 52835 h 63516"/>
                <a:gd name="connsiteX31" fmla="*/ 27105 w 69814"/>
                <a:gd name="connsiteY31" fmla="*/ 54282 h 63516"/>
                <a:gd name="connsiteX32" fmla="*/ 25190 w 69814"/>
                <a:gd name="connsiteY32" fmla="*/ 56941 h 63516"/>
                <a:gd name="connsiteX33" fmla="*/ 22239 w 69814"/>
                <a:gd name="connsiteY33" fmla="*/ 60098 h 63516"/>
                <a:gd name="connsiteX34" fmla="*/ 18206 w 69814"/>
                <a:gd name="connsiteY34" fmla="*/ 62421 h 63516"/>
                <a:gd name="connsiteX35" fmla="*/ 13209 w 69814"/>
                <a:gd name="connsiteY35" fmla="*/ 63517 h 63516"/>
                <a:gd name="connsiteX36" fmla="*/ 6984 w 69814"/>
                <a:gd name="connsiteY36" fmla="*/ 62552 h 63516"/>
                <a:gd name="connsiteX37" fmla="*/ 2060 w 69814"/>
                <a:gd name="connsiteY37" fmla="*/ 59411 h 63516"/>
                <a:gd name="connsiteX38" fmla="*/ 0 w 69814"/>
                <a:gd name="connsiteY38" fmla="*/ 54209 h 63516"/>
                <a:gd name="connsiteX39" fmla="*/ 2265 w 69814"/>
                <a:gd name="connsiteY39" fmla="*/ 48525 h 63516"/>
                <a:gd name="connsiteX40" fmla="*/ 7730 w 69814"/>
                <a:gd name="connsiteY40" fmla="*/ 46129 h 63516"/>
                <a:gd name="connsiteX41" fmla="*/ 11295 w 69814"/>
                <a:gd name="connsiteY41" fmla="*/ 47298 h 63516"/>
                <a:gd name="connsiteX42" fmla="*/ 12931 w 69814"/>
                <a:gd name="connsiteY42" fmla="*/ 50994 h 63516"/>
                <a:gd name="connsiteX43" fmla="*/ 11017 w 69814"/>
                <a:gd name="connsiteY43" fmla="*/ 55919 h 63516"/>
                <a:gd name="connsiteX44" fmla="*/ 6371 w 69814"/>
                <a:gd name="connsiteY44" fmla="*/ 58593 h 63516"/>
                <a:gd name="connsiteX45" fmla="*/ 13340 w 69814"/>
                <a:gd name="connsiteY45" fmla="*/ 60375 h 63516"/>
                <a:gd name="connsiteX46" fmla="*/ 21421 w 69814"/>
                <a:gd name="connsiteY46" fmla="*/ 56401 h 63516"/>
                <a:gd name="connsiteX47" fmla="*/ 26695 w 69814"/>
                <a:gd name="connsiteY47" fmla="*/ 45793 h 63516"/>
                <a:gd name="connsiteX48" fmla="*/ 32584 w 69814"/>
                <a:gd name="connsiteY48" fmla="*/ 22721 h 63516"/>
                <a:gd name="connsiteX49" fmla="*/ 34220 w 69814"/>
                <a:gd name="connsiteY49" fmla="*/ 12449 h 63516"/>
                <a:gd name="connsiteX50" fmla="*/ 33475 w 69814"/>
                <a:gd name="connsiteY50" fmla="*/ 7598 h 63516"/>
                <a:gd name="connsiteX51" fmla="*/ 31415 w 69814"/>
                <a:gd name="connsiteY51" fmla="*/ 4720 h 63516"/>
                <a:gd name="connsiteX52" fmla="*/ 29019 w 69814"/>
                <a:gd name="connsiteY52" fmla="*/ 3419 h 63516"/>
                <a:gd name="connsiteX53" fmla="*/ 26695 w 69814"/>
                <a:gd name="connsiteY53" fmla="*/ 3083 h 63516"/>
                <a:gd name="connsiteX54" fmla="*/ 22312 w 69814"/>
                <a:gd name="connsiteY54" fmla="*/ 3901 h 63516"/>
                <a:gd name="connsiteX55" fmla="*/ 17315 w 69814"/>
                <a:gd name="connsiteY55" fmla="*/ 6634 h 63516"/>
                <a:gd name="connsiteX56" fmla="*/ 12113 w 69814"/>
                <a:gd name="connsiteY56" fmla="*/ 12317 h 63516"/>
                <a:gd name="connsiteX57" fmla="*/ 7876 w 69814"/>
                <a:gd name="connsiteY57" fmla="*/ 21421 h 63516"/>
                <a:gd name="connsiteX58" fmla="*/ 6020 w 69814"/>
                <a:gd name="connsiteY58" fmla="*/ 22999 h 63516"/>
                <a:gd name="connsiteX59" fmla="*/ 4383 w 69814"/>
                <a:gd name="connsiteY59" fmla="*/ 21552 h 63516"/>
                <a:gd name="connsiteX60" fmla="*/ 5275 w 69814"/>
                <a:gd name="connsiteY60" fmla="*/ 18001 h 63516"/>
                <a:gd name="connsiteX61" fmla="*/ 8139 w 69814"/>
                <a:gd name="connsiteY61" fmla="*/ 12449 h 63516"/>
                <a:gd name="connsiteX62" fmla="*/ 12668 w 69814"/>
                <a:gd name="connsiteY62" fmla="*/ 6634 h 63516"/>
                <a:gd name="connsiteX63" fmla="*/ 19024 w 69814"/>
                <a:gd name="connsiteY63" fmla="*/ 1914 h 63516"/>
                <a:gd name="connsiteX64" fmla="*/ 26973 w 69814"/>
                <a:gd name="connsiteY64" fmla="*/ 0 h 63516"/>
                <a:gd name="connsiteX65" fmla="*/ 30597 w 69814"/>
                <a:gd name="connsiteY65" fmla="*/ 409 h 63516"/>
                <a:gd name="connsiteX66" fmla="*/ 34630 w 69814"/>
                <a:gd name="connsiteY66" fmla="*/ 1783 h 63516"/>
                <a:gd name="connsiteX67" fmla="*/ 38882 w 69814"/>
                <a:gd name="connsiteY67" fmla="*/ 5056 h 63516"/>
                <a:gd name="connsiteX68" fmla="*/ 42096 w 69814"/>
                <a:gd name="connsiteY68" fmla="*/ 10608 h 63516"/>
                <a:gd name="connsiteX69" fmla="*/ 44010 w 69814"/>
                <a:gd name="connsiteY69" fmla="*/ 7525 h 63516"/>
                <a:gd name="connsiteX70" fmla="*/ 46962 w 69814"/>
                <a:gd name="connsiteY70" fmla="*/ 4179 h 63516"/>
                <a:gd name="connsiteX71" fmla="*/ 51331 w 69814"/>
                <a:gd name="connsiteY71" fmla="*/ 1154 h 63516"/>
                <a:gd name="connsiteX72" fmla="*/ 56810 w 69814"/>
                <a:gd name="connsiteY72" fmla="*/ 0 h 63516"/>
                <a:gd name="connsiteX73" fmla="*/ 62362 w 69814"/>
                <a:gd name="connsiteY73" fmla="*/ 745 h 63516"/>
                <a:gd name="connsiteX74" fmla="*/ 67418 w 69814"/>
                <a:gd name="connsiteY74" fmla="*/ 3697 h 63516"/>
                <a:gd name="connsiteX75" fmla="*/ 69814 w 69814"/>
                <a:gd name="connsiteY75" fmla="*/ 9234 h 63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69814" h="63516">
                  <a:moveTo>
                    <a:pt x="69814" y="9234"/>
                  </a:moveTo>
                  <a:cubicBezTo>
                    <a:pt x="69814" y="11791"/>
                    <a:pt x="69011" y="13808"/>
                    <a:pt x="67418" y="15254"/>
                  </a:cubicBezTo>
                  <a:cubicBezTo>
                    <a:pt x="65825" y="16672"/>
                    <a:pt x="64116" y="17388"/>
                    <a:pt x="62289" y="17388"/>
                  </a:cubicBezTo>
                  <a:cubicBezTo>
                    <a:pt x="60551" y="17388"/>
                    <a:pt x="59236" y="16891"/>
                    <a:pt x="58315" y="15883"/>
                  </a:cubicBezTo>
                  <a:cubicBezTo>
                    <a:pt x="57394" y="14875"/>
                    <a:pt x="56941" y="13735"/>
                    <a:pt x="56941" y="12449"/>
                  </a:cubicBezTo>
                  <a:cubicBezTo>
                    <a:pt x="56941" y="10710"/>
                    <a:pt x="57584" y="9103"/>
                    <a:pt x="58870" y="7598"/>
                  </a:cubicBezTo>
                  <a:cubicBezTo>
                    <a:pt x="60141" y="6093"/>
                    <a:pt x="61749" y="5172"/>
                    <a:pt x="63663" y="4851"/>
                  </a:cubicBezTo>
                  <a:cubicBezTo>
                    <a:pt x="61793" y="3668"/>
                    <a:pt x="59469" y="3083"/>
                    <a:pt x="56679" y="3083"/>
                  </a:cubicBezTo>
                  <a:cubicBezTo>
                    <a:pt x="54852" y="3083"/>
                    <a:pt x="53128" y="3565"/>
                    <a:pt x="51535" y="4515"/>
                  </a:cubicBezTo>
                  <a:cubicBezTo>
                    <a:pt x="49986" y="5465"/>
                    <a:pt x="48730" y="6561"/>
                    <a:pt x="47780" y="7803"/>
                  </a:cubicBezTo>
                  <a:cubicBezTo>
                    <a:pt x="46860" y="9030"/>
                    <a:pt x="45997" y="10535"/>
                    <a:pt x="45179" y="12317"/>
                  </a:cubicBezTo>
                  <a:cubicBezTo>
                    <a:pt x="44405" y="14056"/>
                    <a:pt x="43849" y="15444"/>
                    <a:pt x="43528" y="16496"/>
                  </a:cubicBezTo>
                  <a:cubicBezTo>
                    <a:pt x="43250" y="17505"/>
                    <a:pt x="43002" y="18542"/>
                    <a:pt x="42783" y="19638"/>
                  </a:cubicBezTo>
                  <a:lnTo>
                    <a:pt x="37990" y="38808"/>
                  </a:lnTo>
                  <a:cubicBezTo>
                    <a:pt x="36441" y="44872"/>
                    <a:pt x="35667" y="48978"/>
                    <a:pt x="35667" y="51126"/>
                  </a:cubicBezTo>
                  <a:cubicBezTo>
                    <a:pt x="35667" y="53771"/>
                    <a:pt x="36310" y="55992"/>
                    <a:pt x="37581" y="57774"/>
                  </a:cubicBezTo>
                  <a:cubicBezTo>
                    <a:pt x="38852" y="59513"/>
                    <a:pt x="40766" y="60375"/>
                    <a:pt x="43323" y="60375"/>
                  </a:cubicBezTo>
                  <a:cubicBezTo>
                    <a:pt x="44332" y="60375"/>
                    <a:pt x="45398" y="60229"/>
                    <a:pt x="46538" y="59951"/>
                  </a:cubicBezTo>
                  <a:cubicBezTo>
                    <a:pt x="47692" y="59645"/>
                    <a:pt x="48993" y="59075"/>
                    <a:pt x="50439" y="58242"/>
                  </a:cubicBezTo>
                  <a:cubicBezTo>
                    <a:pt x="51944" y="57380"/>
                    <a:pt x="53362" y="56298"/>
                    <a:pt x="54691" y="55027"/>
                  </a:cubicBezTo>
                  <a:cubicBezTo>
                    <a:pt x="56050" y="53698"/>
                    <a:pt x="57394" y="51930"/>
                    <a:pt x="58724" y="49694"/>
                  </a:cubicBezTo>
                  <a:cubicBezTo>
                    <a:pt x="60054" y="47459"/>
                    <a:pt x="61150" y="44901"/>
                    <a:pt x="62012" y="42023"/>
                  </a:cubicBezTo>
                  <a:cubicBezTo>
                    <a:pt x="62289" y="41015"/>
                    <a:pt x="62874" y="40518"/>
                    <a:pt x="63794" y="40518"/>
                  </a:cubicBezTo>
                  <a:cubicBezTo>
                    <a:pt x="64934" y="40518"/>
                    <a:pt x="65504" y="40971"/>
                    <a:pt x="65504" y="41891"/>
                  </a:cubicBezTo>
                  <a:cubicBezTo>
                    <a:pt x="65504" y="42666"/>
                    <a:pt x="65182" y="43864"/>
                    <a:pt x="64540" y="45515"/>
                  </a:cubicBezTo>
                  <a:cubicBezTo>
                    <a:pt x="63955" y="47108"/>
                    <a:pt x="63005" y="48964"/>
                    <a:pt x="61676" y="51053"/>
                  </a:cubicBezTo>
                  <a:cubicBezTo>
                    <a:pt x="60405" y="53113"/>
                    <a:pt x="58914" y="55071"/>
                    <a:pt x="57219" y="56941"/>
                  </a:cubicBezTo>
                  <a:cubicBezTo>
                    <a:pt x="55539" y="58768"/>
                    <a:pt x="53435" y="60331"/>
                    <a:pt x="50921" y="61602"/>
                  </a:cubicBezTo>
                  <a:cubicBezTo>
                    <a:pt x="48423" y="62874"/>
                    <a:pt x="45793" y="63517"/>
                    <a:pt x="43060" y="63517"/>
                  </a:cubicBezTo>
                  <a:cubicBezTo>
                    <a:pt x="39130" y="63517"/>
                    <a:pt x="35872" y="62465"/>
                    <a:pt x="33271" y="60375"/>
                  </a:cubicBezTo>
                  <a:cubicBezTo>
                    <a:pt x="30670" y="58271"/>
                    <a:pt x="28887" y="55758"/>
                    <a:pt x="27923" y="52835"/>
                  </a:cubicBezTo>
                  <a:cubicBezTo>
                    <a:pt x="27704" y="53245"/>
                    <a:pt x="27426" y="53727"/>
                    <a:pt x="27105" y="54282"/>
                  </a:cubicBezTo>
                  <a:cubicBezTo>
                    <a:pt x="26783" y="54823"/>
                    <a:pt x="26140" y="55714"/>
                    <a:pt x="25190" y="56941"/>
                  </a:cubicBezTo>
                  <a:cubicBezTo>
                    <a:pt x="24270" y="58125"/>
                    <a:pt x="23291" y="59177"/>
                    <a:pt x="22239" y="60098"/>
                  </a:cubicBezTo>
                  <a:cubicBezTo>
                    <a:pt x="21201" y="60960"/>
                    <a:pt x="19857" y="61734"/>
                    <a:pt x="18206" y="62421"/>
                  </a:cubicBezTo>
                  <a:cubicBezTo>
                    <a:pt x="16613" y="63151"/>
                    <a:pt x="14948" y="63517"/>
                    <a:pt x="13209" y="63517"/>
                  </a:cubicBezTo>
                  <a:cubicBezTo>
                    <a:pt x="11017" y="63517"/>
                    <a:pt x="8942" y="63195"/>
                    <a:pt x="6984" y="62552"/>
                  </a:cubicBezTo>
                  <a:cubicBezTo>
                    <a:pt x="5070" y="61924"/>
                    <a:pt x="3419" y="60872"/>
                    <a:pt x="2060" y="59411"/>
                  </a:cubicBezTo>
                  <a:cubicBezTo>
                    <a:pt x="687" y="57950"/>
                    <a:pt x="0" y="56211"/>
                    <a:pt x="0" y="54209"/>
                  </a:cubicBezTo>
                  <a:cubicBezTo>
                    <a:pt x="0" y="51973"/>
                    <a:pt x="760" y="50074"/>
                    <a:pt x="2265" y="48525"/>
                  </a:cubicBezTo>
                  <a:cubicBezTo>
                    <a:pt x="3814" y="46933"/>
                    <a:pt x="5640" y="46129"/>
                    <a:pt x="7730" y="46129"/>
                  </a:cubicBezTo>
                  <a:cubicBezTo>
                    <a:pt x="9059" y="46129"/>
                    <a:pt x="10243" y="46523"/>
                    <a:pt x="11295" y="47298"/>
                  </a:cubicBezTo>
                  <a:cubicBezTo>
                    <a:pt x="12391" y="48072"/>
                    <a:pt x="12931" y="49300"/>
                    <a:pt x="12931" y="50994"/>
                  </a:cubicBezTo>
                  <a:cubicBezTo>
                    <a:pt x="12931" y="52865"/>
                    <a:pt x="12288" y="54501"/>
                    <a:pt x="11017" y="55919"/>
                  </a:cubicBezTo>
                  <a:cubicBezTo>
                    <a:pt x="9746" y="57336"/>
                    <a:pt x="8197" y="58227"/>
                    <a:pt x="6371" y="58593"/>
                  </a:cubicBezTo>
                  <a:cubicBezTo>
                    <a:pt x="8241" y="59776"/>
                    <a:pt x="10564" y="60375"/>
                    <a:pt x="13340" y="60375"/>
                  </a:cubicBezTo>
                  <a:cubicBezTo>
                    <a:pt x="16365" y="60375"/>
                    <a:pt x="19054" y="59045"/>
                    <a:pt x="21421" y="56401"/>
                  </a:cubicBezTo>
                  <a:cubicBezTo>
                    <a:pt x="23802" y="53756"/>
                    <a:pt x="25556" y="50220"/>
                    <a:pt x="26695" y="45793"/>
                  </a:cubicBezTo>
                  <a:cubicBezTo>
                    <a:pt x="29516" y="35155"/>
                    <a:pt x="31488" y="27470"/>
                    <a:pt x="32584" y="22721"/>
                  </a:cubicBezTo>
                  <a:cubicBezTo>
                    <a:pt x="33680" y="17928"/>
                    <a:pt x="34220" y="14509"/>
                    <a:pt x="34220" y="12449"/>
                  </a:cubicBezTo>
                  <a:cubicBezTo>
                    <a:pt x="34220" y="10535"/>
                    <a:pt x="33972" y="8928"/>
                    <a:pt x="33475" y="7598"/>
                  </a:cubicBezTo>
                  <a:cubicBezTo>
                    <a:pt x="32964" y="6268"/>
                    <a:pt x="32277" y="5319"/>
                    <a:pt x="31415" y="4720"/>
                  </a:cubicBezTo>
                  <a:cubicBezTo>
                    <a:pt x="30597" y="4077"/>
                    <a:pt x="29793" y="3638"/>
                    <a:pt x="29019" y="3419"/>
                  </a:cubicBezTo>
                  <a:cubicBezTo>
                    <a:pt x="28288" y="3200"/>
                    <a:pt x="27514" y="3083"/>
                    <a:pt x="26695" y="3083"/>
                  </a:cubicBezTo>
                  <a:cubicBezTo>
                    <a:pt x="25322" y="3083"/>
                    <a:pt x="23861" y="3361"/>
                    <a:pt x="22312" y="3901"/>
                  </a:cubicBezTo>
                  <a:cubicBezTo>
                    <a:pt x="20807" y="4442"/>
                    <a:pt x="19141" y="5362"/>
                    <a:pt x="17315" y="6634"/>
                  </a:cubicBezTo>
                  <a:cubicBezTo>
                    <a:pt x="15532" y="7876"/>
                    <a:pt x="13793" y="9760"/>
                    <a:pt x="12113" y="12317"/>
                  </a:cubicBezTo>
                  <a:cubicBezTo>
                    <a:pt x="10433" y="14875"/>
                    <a:pt x="9015" y="17899"/>
                    <a:pt x="7876" y="21421"/>
                  </a:cubicBezTo>
                  <a:cubicBezTo>
                    <a:pt x="7642" y="22473"/>
                    <a:pt x="7028" y="22999"/>
                    <a:pt x="6020" y="22999"/>
                  </a:cubicBezTo>
                  <a:cubicBezTo>
                    <a:pt x="4924" y="22955"/>
                    <a:pt x="4383" y="22473"/>
                    <a:pt x="4383" y="21552"/>
                  </a:cubicBezTo>
                  <a:cubicBezTo>
                    <a:pt x="4383" y="20778"/>
                    <a:pt x="4676" y="19594"/>
                    <a:pt x="5275" y="18001"/>
                  </a:cubicBezTo>
                  <a:cubicBezTo>
                    <a:pt x="5903" y="16350"/>
                    <a:pt x="6868" y="14509"/>
                    <a:pt x="8139" y="12449"/>
                  </a:cubicBezTo>
                  <a:cubicBezTo>
                    <a:pt x="9468" y="10403"/>
                    <a:pt x="10973" y="8460"/>
                    <a:pt x="12668" y="6634"/>
                  </a:cubicBezTo>
                  <a:cubicBezTo>
                    <a:pt x="14407" y="4763"/>
                    <a:pt x="16526" y="3185"/>
                    <a:pt x="19024" y="1914"/>
                  </a:cubicBezTo>
                  <a:cubicBezTo>
                    <a:pt x="21581" y="643"/>
                    <a:pt x="24241" y="0"/>
                    <a:pt x="26973" y="0"/>
                  </a:cubicBezTo>
                  <a:cubicBezTo>
                    <a:pt x="28201" y="0"/>
                    <a:pt x="29413" y="131"/>
                    <a:pt x="30597" y="409"/>
                  </a:cubicBezTo>
                  <a:cubicBezTo>
                    <a:pt x="31824" y="628"/>
                    <a:pt x="33168" y="1096"/>
                    <a:pt x="34630" y="1783"/>
                  </a:cubicBezTo>
                  <a:cubicBezTo>
                    <a:pt x="36135" y="2469"/>
                    <a:pt x="37552" y="3551"/>
                    <a:pt x="38882" y="5056"/>
                  </a:cubicBezTo>
                  <a:cubicBezTo>
                    <a:pt x="40211" y="6561"/>
                    <a:pt x="41278" y="8416"/>
                    <a:pt x="42096" y="10608"/>
                  </a:cubicBezTo>
                  <a:cubicBezTo>
                    <a:pt x="42637" y="9556"/>
                    <a:pt x="43280" y="8533"/>
                    <a:pt x="44010" y="7525"/>
                  </a:cubicBezTo>
                  <a:cubicBezTo>
                    <a:pt x="44785" y="6517"/>
                    <a:pt x="45778" y="5406"/>
                    <a:pt x="46962" y="4179"/>
                  </a:cubicBezTo>
                  <a:cubicBezTo>
                    <a:pt x="48189" y="2893"/>
                    <a:pt x="49650" y="1885"/>
                    <a:pt x="51331" y="1154"/>
                  </a:cubicBezTo>
                  <a:cubicBezTo>
                    <a:pt x="53070" y="380"/>
                    <a:pt x="54896" y="0"/>
                    <a:pt x="56810" y="0"/>
                  </a:cubicBezTo>
                  <a:cubicBezTo>
                    <a:pt x="58680" y="0"/>
                    <a:pt x="60536" y="248"/>
                    <a:pt x="62362" y="745"/>
                  </a:cubicBezTo>
                  <a:cubicBezTo>
                    <a:pt x="64189" y="1198"/>
                    <a:pt x="65869" y="2192"/>
                    <a:pt x="67418" y="3697"/>
                  </a:cubicBezTo>
                  <a:cubicBezTo>
                    <a:pt x="69011" y="5158"/>
                    <a:pt x="69814" y="6999"/>
                    <a:pt x="69814" y="9234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121FB9ED-AFCD-1C50-E3AC-FC30DAC7BAA8}"/>
                </a:ext>
              </a:extLst>
            </p:cNvPr>
            <p:cNvSpPr/>
            <p:nvPr/>
          </p:nvSpPr>
          <p:spPr>
            <a:xfrm>
              <a:off x="815086" y="4258572"/>
              <a:ext cx="2913189" cy="1461"/>
            </a:xfrm>
            <a:custGeom>
              <a:avLst/>
              <a:gdLst>
                <a:gd name="connsiteX0" fmla="*/ 0 w 2913189"/>
                <a:gd name="connsiteY0" fmla="*/ 0 h 1461"/>
                <a:gd name="connsiteX1" fmla="*/ 2913189 w 2913189"/>
                <a:gd name="connsiteY1" fmla="*/ 0 h 1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3189" h="1461">
                  <a:moveTo>
                    <a:pt x="0" y="0"/>
                  </a:moveTo>
                  <a:lnTo>
                    <a:pt x="2913189" y="0"/>
                  </a:lnTo>
                </a:path>
              </a:pathLst>
            </a:custGeom>
            <a:noFill/>
            <a:ln w="292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51A8E3DF-DCAE-31CC-5442-D2615057E948}"/>
                </a:ext>
              </a:extLst>
            </p:cNvPr>
            <p:cNvSpPr/>
            <p:nvPr/>
          </p:nvSpPr>
          <p:spPr>
            <a:xfrm>
              <a:off x="815086" y="3856841"/>
              <a:ext cx="2913189" cy="1461"/>
            </a:xfrm>
            <a:custGeom>
              <a:avLst/>
              <a:gdLst>
                <a:gd name="connsiteX0" fmla="*/ 0 w 2913189"/>
                <a:gd name="connsiteY0" fmla="*/ 0 h 1461"/>
                <a:gd name="connsiteX1" fmla="*/ 2913189 w 2913189"/>
                <a:gd name="connsiteY1" fmla="*/ 0 h 1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3189" h="1461">
                  <a:moveTo>
                    <a:pt x="0" y="0"/>
                  </a:moveTo>
                  <a:lnTo>
                    <a:pt x="2913189" y="0"/>
                  </a:lnTo>
                </a:path>
              </a:pathLst>
            </a:custGeom>
            <a:noFill/>
            <a:ln w="292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1C0F9F83-238F-0EF4-7F3A-47089EE76B26}"/>
                </a:ext>
              </a:extLst>
            </p:cNvPr>
            <p:cNvSpPr/>
            <p:nvPr/>
          </p:nvSpPr>
          <p:spPr>
            <a:xfrm>
              <a:off x="815086" y="3455104"/>
              <a:ext cx="2913189" cy="1461"/>
            </a:xfrm>
            <a:custGeom>
              <a:avLst/>
              <a:gdLst>
                <a:gd name="connsiteX0" fmla="*/ 0 w 2913189"/>
                <a:gd name="connsiteY0" fmla="*/ 0 h 1461"/>
                <a:gd name="connsiteX1" fmla="*/ 2913189 w 2913189"/>
                <a:gd name="connsiteY1" fmla="*/ 0 h 1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3189" h="1461">
                  <a:moveTo>
                    <a:pt x="0" y="0"/>
                  </a:moveTo>
                  <a:lnTo>
                    <a:pt x="2913189" y="0"/>
                  </a:lnTo>
                </a:path>
              </a:pathLst>
            </a:custGeom>
            <a:noFill/>
            <a:ln w="292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FE9EA25C-BD25-5179-1135-3C9E790B4F80}"/>
                </a:ext>
              </a:extLst>
            </p:cNvPr>
            <p:cNvSpPr/>
            <p:nvPr/>
          </p:nvSpPr>
          <p:spPr>
            <a:xfrm>
              <a:off x="815086" y="3053367"/>
              <a:ext cx="2913189" cy="1461"/>
            </a:xfrm>
            <a:custGeom>
              <a:avLst/>
              <a:gdLst>
                <a:gd name="connsiteX0" fmla="*/ 0 w 2913189"/>
                <a:gd name="connsiteY0" fmla="*/ 0 h 1461"/>
                <a:gd name="connsiteX1" fmla="*/ 2913189 w 2913189"/>
                <a:gd name="connsiteY1" fmla="*/ 0 h 1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3189" h="1461">
                  <a:moveTo>
                    <a:pt x="0" y="0"/>
                  </a:moveTo>
                  <a:lnTo>
                    <a:pt x="2913189" y="0"/>
                  </a:lnTo>
                </a:path>
              </a:pathLst>
            </a:custGeom>
            <a:noFill/>
            <a:ln w="292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BDE88BF2-7166-B744-4721-3CE393A7B46A}"/>
                </a:ext>
              </a:extLst>
            </p:cNvPr>
            <p:cNvSpPr/>
            <p:nvPr/>
          </p:nvSpPr>
          <p:spPr>
            <a:xfrm>
              <a:off x="815086" y="2651629"/>
              <a:ext cx="2913189" cy="1461"/>
            </a:xfrm>
            <a:custGeom>
              <a:avLst/>
              <a:gdLst>
                <a:gd name="connsiteX0" fmla="*/ 0 w 2913189"/>
                <a:gd name="connsiteY0" fmla="*/ 0 h 1461"/>
                <a:gd name="connsiteX1" fmla="*/ 2913189 w 2913189"/>
                <a:gd name="connsiteY1" fmla="*/ 0 h 1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3189" h="1461">
                  <a:moveTo>
                    <a:pt x="0" y="0"/>
                  </a:moveTo>
                  <a:lnTo>
                    <a:pt x="2913189" y="0"/>
                  </a:lnTo>
                </a:path>
              </a:pathLst>
            </a:custGeom>
            <a:noFill/>
            <a:ln w="292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53630DE0-0CDC-C0E6-35D0-AE49B3A34C25}"/>
                </a:ext>
              </a:extLst>
            </p:cNvPr>
            <p:cNvSpPr/>
            <p:nvPr/>
          </p:nvSpPr>
          <p:spPr>
            <a:xfrm>
              <a:off x="815086" y="2447337"/>
              <a:ext cx="1461" cy="1941030"/>
            </a:xfrm>
            <a:custGeom>
              <a:avLst/>
              <a:gdLst>
                <a:gd name="connsiteX0" fmla="*/ 0 w 1461"/>
                <a:gd name="connsiteY0" fmla="*/ 1941031 h 1941030"/>
                <a:gd name="connsiteX1" fmla="*/ 0 w 1461"/>
                <a:gd name="connsiteY1" fmla="*/ 0 h 194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1941030">
                  <a:moveTo>
                    <a:pt x="0" y="1941031"/>
                  </a:moveTo>
                  <a:lnTo>
                    <a:pt x="0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71817C3E-F860-E16F-1A09-B686D038723A}"/>
                </a:ext>
              </a:extLst>
            </p:cNvPr>
            <p:cNvSpPr/>
            <p:nvPr/>
          </p:nvSpPr>
          <p:spPr>
            <a:xfrm>
              <a:off x="815086" y="4258572"/>
              <a:ext cx="27613" cy="1461"/>
            </a:xfrm>
            <a:custGeom>
              <a:avLst/>
              <a:gdLst>
                <a:gd name="connsiteX0" fmla="*/ 0 w 27613"/>
                <a:gd name="connsiteY0" fmla="*/ 0 h 1461"/>
                <a:gd name="connsiteX1" fmla="*/ 27613 w 27613"/>
                <a:gd name="connsiteY1" fmla="*/ 0 h 1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7613" h="1461">
                  <a:moveTo>
                    <a:pt x="0" y="0"/>
                  </a:moveTo>
                  <a:lnTo>
                    <a:pt x="27613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EB6F84F0-F4DE-220B-6693-9242302E0949}"/>
                </a:ext>
              </a:extLst>
            </p:cNvPr>
            <p:cNvSpPr/>
            <p:nvPr/>
          </p:nvSpPr>
          <p:spPr>
            <a:xfrm>
              <a:off x="815086" y="3856841"/>
              <a:ext cx="27613" cy="1461"/>
            </a:xfrm>
            <a:custGeom>
              <a:avLst/>
              <a:gdLst>
                <a:gd name="connsiteX0" fmla="*/ 0 w 27613"/>
                <a:gd name="connsiteY0" fmla="*/ 0 h 1461"/>
                <a:gd name="connsiteX1" fmla="*/ 27613 w 27613"/>
                <a:gd name="connsiteY1" fmla="*/ 0 h 1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7613" h="1461">
                  <a:moveTo>
                    <a:pt x="0" y="0"/>
                  </a:moveTo>
                  <a:lnTo>
                    <a:pt x="27613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D75B1FB6-66F6-1780-930B-C318012E4987}"/>
                </a:ext>
              </a:extLst>
            </p:cNvPr>
            <p:cNvSpPr/>
            <p:nvPr/>
          </p:nvSpPr>
          <p:spPr>
            <a:xfrm>
              <a:off x="815086" y="3455104"/>
              <a:ext cx="27613" cy="1461"/>
            </a:xfrm>
            <a:custGeom>
              <a:avLst/>
              <a:gdLst>
                <a:gd name="connsiteX0" fmla="*/ 0 w 27613"/>
                <a:gd name="connsiteY0" fmla="*/ 0 h 1461"/>
                <a:gd name="connsiteX1" fmla="*/ 27613 w 27613"/>
                <a:gd name="connsiteY1" fmla="*/ 0 h 1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7613" h="1461">
                  <a:moveTo>
                    <a:pt x="0" y="0"/>
                  </a:moveTo>
                  <a:lnTo>
                    <a:pt x="27613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7CB19F1D-F52D-0CEB-8E64-D462991E37CD}"/>
                </a:ext>
              </a:extLst>
            </p:cNvPr>
            <p:cNvSpPr/>
            <p:nvPr/>
          </p:nvSpPr>
          <p:spPr>
            <a:xfrm>
              <a:off x="815086" y="3053367"/>
              <a:ext cx="27613" cy="1461"/>
            </a:xfrm>
            <a:custGeom>
              <a:avLst/>
              <a:gdLst>
                <a:gd name="connsiteX0" fmla="*/ 0 w 27613"/>
                <a:gd name="connsiteY0" fmla="*/ 0 h 1461"/>
                <a:gd name="connsiteX1" fmla="*/ 27613 w 27613"/>
                <a:gd name="connsiteY1" fmla="*/ 0 h 1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7613" h="1461">
                  <a:moveTo>
                    <a:pt x="0" y="0"/>
                  </a:moveTo>
                  <a:lnTo>
                    <a:pt x="27613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FB274537-DBAC-C421-D374-E8F2635DF3C3}"/>
                </a:ext>
              </a:extLst>
            </p:cNvPr>
            <p:cNvSpPr/>
            <p:nvPr/>
          </p:nvSpPr>
          <p:spPr>
            <a:xfrm>
              <a:off x="815086" y="2651629"/>
              <a:ext cx="27613" cy="1461"/>
            </a:xfrm>
            <a:custGeom>
              <a:avLst/>
              <a:gdLst>
                <a:gd name="connsiteX0" fmla="*/ 0 w 27613"/>
                <a:gd name="connsiteY0" fmla="*/ 0 h 1461"/>
                <a:gd name="connsiteX1" fmla="*/ 27613 w 27613"/>
                <a:gd name="connsiteY1" fmla="*/ 0 h 1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7613" h="1461">
                  <a:moveTo>
                    <a:pt x="0" y="0"/>
                  </a:moveTo>
                  <a:lnTo>
                    <a:pt x="27613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C9691280-1BA4-53E6-01D9-7C99143D48C5}"/>
                </a:ext>
              </a:extLst>
            </p:cNvPr>
            <p:cNvSpPr/>
            <p:nvPr/>
          </p:nvSpPr>
          <p:spPr>
            <a:xfrm>
              <a:off x="489025" y="4259727"/>
              <a:ext cx="75882" cy="10067"/>
            </a:xfrm>
            <a:custGeom>
              <a:avLst/>
              <a:gdLst>
                <a:gd name="connsiteX0" fmla="*/ 0 w 75882"/>
                <a:gd name="connsiteY0" fmla="*/ 0 h 10067"/>
                <a:gd name="connsiteX1" fmla="*/ 75883 w 75882"/>
                <a:gd name="connsiteY1" fmla="*/ 0 h 10067"/>
                <a:gd name="connsiteX2" fmla="*/ 75883 w 75882"/>
                <a:gd name="connsiteY2" fmla="*/ 10067 h 10067"/>
                <a:gd name="connsiteX3" fmla="*/ 0 w 75882"/>
                <a:gd name="connsiteY3" fmla="*/ 10067 h 10067"/>
                <a:gd name="connsiteX4" fmla="*/ 0 w 75882"/>
                <a:gd name="connsiteY4" fmla="*/ 0 h 10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882" h="10067">
                  <a:moveTo>
                    <a:pt x="0" y="0"/>
                  </a:moveTo>
                  <a:lnTo>
                    <a:pt x="75883" y="0"/>
                  </a:lnTo>
                  <a:lnTo>
                    <a:pt x="75883" y="10067"/>
                  </a:lnTo>
                  <a:lnTo>
                    <a:pt x="0" y="100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42CF91B0-FB79-0B3D-A619-3F84605BEC7F}"/>
                </a:ext>
              </a:extLst>
            </p:cNvPr>
            <p:cNvSpPr/>
            <p:nvPr/>
          </p:nvSpPr>
          <p:spPr>
            <a:xfrm>
              <a:off x="591070" y="4214387"/>
              <a:ext cx="52619" cy="88371"/>
            </a:xfrm>
            <a:custGeom>
              <a:avLst/>
              <a:gdLst>
                <a:gd name="connsiteX0" fmla="*/ 1717 w 52619"/>
                <a:gd name="connsiteY0" fmla="*/ 78318 h 88371"/>
                <a:gd name="connsiteX1" fmla="*/ 21248 w 52619"/>
                <a:gd name="connsiteY1" fmla="*/ 78318 h 88371"/>
                <a:gd name="connsiteX2" fmla="*/ 21248 w 52619"/>
                <a:gd name="connsiteY2" fmla="*/ 10900 h 88371"/>
                <a:gd name="connsiteX3" fmla="*/ 0 w 52619"/>
                <a:gd name="connsiteY3" fmla="*/ 15152 h 88371"/>
                <a:gd name="connsiteX4" fmla="*/ 0 w 52619"/>
                <a:gd name="connsiteY4" fmla="*/ 4267 h 88371"/>
                <a:gd name="connsiteX5" fmla="*/ 21130 w 52619"/>
                <a:gd name="connsiteY5" fmla="*/ 0 h 88371"/>
                <a:gd name="connsiteX6" fmla="*/ 33087 w 52619"/>
                <a:gd name="connsiteY6" fmla="*/ 0 h 88371"/>
                <a:gd name="connsiteX7" fmla="*/ 33087 w 52619"/>
                <a:gd name="connsiteY7" fmla="*/ 78318 h 88371"/>
                <a:gd name="connsiteX8" fmla="*/ 52619 w 52619"/>
                <a:gd name="connsiteY8" fmla="*/ 78318 h 88371"/>
                <a:gd name="connsiteX9" fmla="*/ 52619 w 52619"/>
                <a:gd name="connsiteY9" fmla="*/ 88371 h 88371"/>
                <a:gd name="connsiteX10" fmla="*/ 1717 w 52619"/>
                <a:gd name="connsiteY10" fmla="*/ 88371 h 88371"/>
                <a:gd name="connsiteX11" fmla="*/ 1717 w 52619"/>
                <a:gd name="connsiteY11" fmla="*/ 78318 h 88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619" h="88371">
                  <a:moveTo>
                    <a:pt x="1717" y="78318"/>
                  </a:moveTo>
                  <a:lnTo>
                    <a:pt x="21248" y="78318"/>
                  </a:lnTo>
                  <a:lnTo>
                    <a:pt x="21248" y="10900"/>
                  </a:lnTo>
                  <a:lnTo>
                    <a:pt x="0" y="15152"/>
                  </a:lnTo>
                  <a:lnTo>
                    <a:pt x="0" y="4267"/>
                  </a:lnTo>
                  <a:lnTo>
                    <a:pt x="21130" y="0"/>
                  </a:lnTo>
                  <a:lnTo>
                    <a:pt x="33087" y="0"/>
                  </a:lnTo>
                  <a:lnTo>
                    <a:pt x="33087" y="78318"/>
                  </a:lnTo>
                  <a:lnTo>
                    <a:pt x="52619" y="78318"/>
                  </a:lnTo>
                  <a:lnTo>
                    <a:pt x="52619" y="88371"/>
                  </a:lnTo>
                  <a:lnTo>
                    <a:pt x="1717" y="88371"/>
                  </a:lnTo>
                  <a:lnTo>
                    <a:pt x="1717" y="78318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39007B1F-C8A6-80DF-BC18-1D8C9D10167F}"/>
                </a:ext>
              </a:extLst>
            </p:cNvPr>
            <p:cNvSpPr/>
            <p:nvPr/>
          </p:nvSpPr>
          <p:spPr>
            <a:xfrm>
              <a:off x="667839" y="4287737"/>
              <a:ext cx="12488" cy="15020"/>
            </a:xfrm>
            <a:custGeom>
              <a:avLst/>
              <a:gdLst>
                <a:gd name="connsiteX0" fmla="*/ 0 w 12488"/>
                <a:gd name="connsiteY0" fmla="*/ 0 h 15020"/>
                <a:gd name="connsiteX1" fmla="*/ 12489 w 12488"/>
                <a:gd name="connsiteY1" fmla="*/ 0 h 15020"/>
                <a:gd name="connsiteX2" fmla="*/ 12489 w 12488"/>
                <a:gd name="connsiteY2" fmla="*/ 15021 h 15020"/>
                <a:gd name="connsiteX3" fmla="*/ 0 w 12488"/>
                <a:gd name="connsiteY3" fmla="*/ 15021 h 15020"/>
                <a:gd name="connsiteX4" fmla="*/ 0 w 12488"/>
                <a:gd name="connsiteY4" fmla="*/ 0 h 15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88" h="15020">
                  <a:moveTo>
                    <a:pt x="0" y="0"/>
                  </a:moveTo>
                  <a:lnTo>
                    <a:pt x="12489" y="0"/>
                  </a:lnTo>
                  <a:lnTo>
                    <a:pt x="12489" y="15021"/>
                  </a:lnTo>
                  <a:lnTo>
                    <a:pt x="0" y="150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44D1F662-24BF-52E4-B760-1085D191293E}"/>
                </a:ext>
              </a:extLst>
            </p:cNvPr>
            <p:cNvSpPr/>
            <p:nvPr/>
          </p:nvSpPr>
          <p:spPr>
            <a:xfrm>
              <a:off x="701401" y="4212794"/>
              <a:ext cx="61083" cy="91687"/>
            </a:xfrm>
            <a:custGeom>
              <a:avLst/>
              <a:gdLst>
                <a:gd name="connsiteX0" fmla="*/ 30541 w 61083"/>
                <a:gd name="connsiteY0" fmla="*/ 9468 h 91687"/>
                <a:gd name="connsiteX1" fmla="*/ 16632 w 61083"/>
                <a:gd name="connsiteY1" fmla="*/ 18586 h 91687"/>
                <a:gd name="connsiteX2" fmla="*/ 12015 w 61083"/>
                <a:gd name="connsiteY2" fmla="*/ 45881 h 91687"/>
                <a:gd name="connsiteX3" fmla="*/ 16632 w 61083"/>
                <a:gd name="connsiteY3" fmla="*/ 73160 h 91687"/>
                <a:gd name="connsiteX4" fmla="*/ 30541 w 61083"/>
                <a:gd name="connsiteY4" fmla="*/ 82220 h 91687"/>
                <a:gd name="connsiteX5" fmla="*/ 44451 w 61083"/>
                <a:gd name="connsiteY5" fmla="*/ 73160 h 91687"/>
                <a:gd name="connsiteX6" fmla="*/ 49127 w 61083"/>
                <a:gd name="connsiteY6" fmla="*/ 45881 h 91687"/>
                <a:gd name="connsiteX7" fmla="*/ 44451 w 61083"/>
                <a:gd name="connsiteY7" fmla="*/ 18586 h 91687"/>
                <a:gd name="connsiteX8" fmla="*/ 30541 w 61083"/>
                <a:gd name="connsiteY8" fmla="*/ 9468 h 91687"/>
                <a:gd name="connsiteX9" fmla="*/ 30541 w 61083"/>
                <a:gd name="connsiteY9" fmla="*/ 0 h 91687"/>
                <a:gd name="connsiteX10" fmla="*/ 53211 w 61083"/>
                <a:gd name="connsiteY10" fmla="*/ 11777 h 91687"/>
                <a:gd name="connsiteX11" fmla="*/ 61084 w 61083"/>
                <a:gd name="connsiteY11" fmla="*/ 45881 h 91687"/>
                <a:gd name="connsiteX12" fmla="*/ 53211 w 61083"/>
                <a:gd name="connsiteY12" fmla="*/ 79969 h 91687"/>
                <a:gd name="connsiteX13" fmla="*/ 30541 w 61083"/>
                <a:gd name="connsiteY13" fmla="*/ 91688 h 91687"/>
                <a:gd name="connsiteX14" fmla="*/ 7813 w 61083"/>
                <a:gd name="connsiteY14" fmla="*/ 79969 h 91687"/>
                <a:gd name="connsiteX15" fmla="*/ 0 w 61083"/>
                <a:gd name="connsiteY15" fmla="*/ 45881 h 91687"/>
                <a:gd name="connsiteX16" fmla="*/ 7813 w 61083"/>
                <a:gd name="connsiteY16" fmla="*/ 11777 h 91687"/>
                <a:gd name="connsiteX17" fmla="*/ 30541 w 61083"/>
                <a:gd name="connsiteY17" fmla="*/ 0 h 91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1083" h="91687">
                  <a:moveTo>
                    <a:pt x="30541" y="9468"/>
                  </a:moveTo>
                  <a:cubicBezTo>
                    <a:pt x="24385" y="9468"/>
                    <a:pt x="19749" y="12508"/>
                    <a:pt x="16632" y="18586"/>
                  </a:cubicBezTo>
                  <a:cubicBezTo>
                    <a:pt x="13554" y="24621"/>
                    <a:pt x="12015" y="33724"/>
                    <a:pt x="12015" y="45881"/>
                  </a:cubicBezTo>
                  <a:cubicBezTo>
                    <a:pt x="12015" y="57993"/>
                    <a:pt x="13554" y="67082"/>
                    <a:pt x="16632" y="73160"/>
                  </a:cubicBezTo>
                  <a:cubicBezTo>
                    <a:pt x="19749" y="79195"/>
                    <a:pt x="24385" y="82220"/>
                    <a:pt x="30541" y="82220"/>
                  </a:cubicBezTo>
                  <a:cubicBezTo>
                    <a:pt x="36737" y="82220"/>
                    <a:pt x="41373" y="79195"/>
                    <a:pt x="44451" y="73160"/>
                  </a:cubicBezTo>
                  <a:cubicBezTo>
                    <a:pt x="47568" y="67082"/>
                    <a:pt x="49127" y="57993"/>
                    <a:pt x="49127" y="45881"/>
                  </a:cubicBezTo>
                  <a:cubicBezTo>
                    <a:pt x="49127" y="33724"/>
                    <a:pt x="47568" y="24621"/>
                    <a:pt x="44451" y="18586"/>
                  </a:cubicBezTo>
                  <a:cubicBezTo>
                    <a:pt x="41373" y="12508"/>
                    <a:pt x="36737" y="9468"/>
                    <a:pt x="30541" y="9468"/>
                  </a:cubicBezTo>
                  <a:moveTo>
                    <a:pt x="30541" y="0"/>
                  </a:moveTo>
                  <a:cubicBezTo>
                    <a:pt x="40446" y="0"/>
                    <a:pt x="48002" y="3930"/>
                    <a:pt x="53211" y="11777"/>
                  </a:cubicBezTo>
                  <a:cubicBezTo>
                    <a:pt x="58460" y="19594"/>
                    <a:pt x="61084" y="30962"/>
                    <a:pt x="61084" y="45881"/>
                  </a:cubicBezTo>
                  <a:cubicBezTo>
                    <a:pt x="61084" y="60755"/>
                    <a:pt x="58460" y="72123"/>
                    <a:pt x="53211" y="79969"/>
                  </a:cubicBezTo>
                  <a:cubicBezTo>
                    <a:pt x="48002" y="87787"/>
                    <a:pt x="40446" y="91688"/>
                    <a:pt x="30541" y="91688"/>
                  </a:cubicBezTo>
                  <a:cubicBezTo>
                    <a:pt x="20636" y="91688"/>
                    <a:pt x="13060" y="87787"/>
                    <a:pt x="7813" y="79969"/>
                  </a:cubicBezTo>
                  <a:cubicBezTo>
                    <a:pt x="2604" y="72123"/>
                    <a:pt x="0" y="60755"/>
                    <a:pt x="0" y="45881"/>
                  </a:cubicBezTo>
                  <a:cubicBezTo>
                    <a:pt x="0" y="30962"/>
                    <a:pt x="2604" y="19594"/>
                    <a:pt x="7813" y="11777"/>
                  </a:cubicBezTo>
                  <a:cubicBezTo>
                    <a:pt x="13060" y="3930"/>
                    <a:pt x="20636" y="0"/>
                    <a:pt x="30541" y="0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09F36851-2906-5006-DE87-097BA56CAE96}"/>
                </a:ext>
              </a:extLst>
            </p:cNvPr>
            <p:cNvSpPr/>
            <p:nvPr/>
          </p:nvSpPr>
          <p:spPr>
            <a:xfrm>
              <a:off x="491570" y="3857995"/>
              <a:ext cx="75882" cy="10067"/>
            </a:xfrm>
            <a:custGeom>
              <a:avLst/>
              <a:gdLst>
                <a:gd name="connsiteX0" fmla="*/ 0 w 75882"/>
                <a:gd name="connsiteY0" fmla="*/ 0 h 10067"/>
                <a:gd name="connsiteX1" fmla="*/ 75883 w 75882"/>
                <a:gd name="connsiteY1" fmla="*/ 0 h 10067"/>
                <a:gd name="connsiteX2" fmla="*/ 75883 w 75882"/>
                <a:gd name="connsiteY2" fmla="*/ 10067 h 10067"/>
                <a:gd name="connsiteX3" fmla="*/ 0 w 75882"/>
                <a:gd name="connsiteY3" fmla="*/ 10067 h 10067"/>
                <a:gd name="connsiteX4" fmla="*/ 0 w 75882"/>
                <a:gd name="connsiteY4" fmla="*/ 0 h 10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882" h="10067">
                  <a:moveTo>
                    <a:pt x="0" y="0"/>
                  </a:moveTo>
                  <a:lnTo>
                    <a:pt x="75883" y="0"/>
                  </a:lnTo>
                  <a:lnTo>
                    <a:pt x="75883" y="10067"/>
                  </a:lnTo>
                  <a:lnTo>
                    <a:pt x="0" y="100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56B8626A-5915-21EE-F260-B8CB4520C64F}"/>
                </a:ext>
              </a:extLst>
            </p:cNvPr>
            <p:cNvSpPr/>
            <p:nvPr/>
          </p:nvSpPr>
          <p:spPr>
            <a:xfrm>
              <a:off x="588288" y="3811058"/>
              <a:ext cx="61083" cy="91692"/>
            </a:xfrm>
            <a:custGeom>
              <a:avLst/>
              <a:gdLst>
                <a:gd name="connsiteX0" fmla="*/ 30541 w 61083"/>
                <a:gd name="connsiteY0" fmla="*/ 9470 h 91692"/>
                <a:gd name="connsiteX1" fmla="*/ 16632 w 61083"/>
                <a:gd name="connsiteY1" fmla="*/ 18586 h 91692"/>
                <a:gd name="connsiteX2" fmla="*/ 12015 w 61083"/>
                <a:gd name="connsiteY2" fmla="*/ 45870 h 91692"/>
                <a:gd name="connsiteX3" fmla="*/ 16632 w 61083"/>
                <a:gd name="connsiteY3" fmla="*/ 73165 h 91692"/>
                <a:gd name="connsiteX4" fmla="*/ 30541 w 61083"/>
                <a:gd name="connsiteY4" fmla="*/ 82209 h 91692"/>
                <a:gd name="connsiteX5" fmla="*/ 44451 w 61083"/>
                <a:gd name="connsiteY5" fmla="*/ 73165 h 91692"/>
                <a:gd name="connsiteX6" fmla="*/ 49127 w 61083"/>
                <a:gd name="connsiteY6" fmla="*/ 45870 h 91692"/>
                <a:gd name="connsiteX7" fmla="*/ 44451 w 61083"/>
                <a:gd name="connsiteY7" fmla="*/ 18586 h 91692"/>
                <a:gd name="connsiteX8" fmla="*/ 30541 w 61083"/>
                <a:gd name="connsiteY8" fmla="*/ 9470 h 91692"/>
                <a:gd name="connsiteX9" fmla="*/ 30541 w 61083"/>
                <a:gd name="connsiteY9" fmla="*/ 0 h 91692"/>
                <a:gd name="connsiteX10" fmla="*/ 53211 w 61083"/>
                <a:gd name="connsiteY10" fmla="*/ 11778 h 91692"/>
                <a:gd name="connsiteX11" fmla="*/ 61084 w 61083"/>
                <a:gd name="connsiteY11" fmla="*/ 45870 h 91692"/>
                <a:gd name="connsiteX12" fmla="*/ 53211 w 61083"/>
                <a:gd name="connsiteY12" fmla="*/ 79959 h 91692"/>
                <a:gd name="connsiteX13" fmla="*/ 30541 w 61083"/>
                <a:gd name="connsiteY13" fmla="*/ 91692 h 91692"/>
                <a:gd name="connsiteX14" fmla="*/ 7813 w 61083"/>
                <a:gd name="connsiteY14" fmla="*/ 79959 h 91692"/>
                <a:gd name="connsiteX15" fmla="*/ 0 w 61083"/>
                <a:gd name="connsiteY15" fmla="*/ 45870 h 91692"/>
                <a:gd name="connsiteX16" fmla="*/ 7813 w 61083"/>
                <a:gd name="connsiteY16" fmla="*/ 11778 h 91692"/>
                <a:gd name="connsiteX17" fmla="*/ 30541 w 61083"/>
                <a:gd name="connsiteY17" fmla="*/ 0 h 91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1083" h="91692">
                  <a:moveTo>
                    <a:pt x="30541" y="9470"/>
                  </a:moveTo>
                  <a:cubicBezTo>
                    <a:pt x="24385" y="9470"/>
                    <a:pt x="19749" y="12509"/>
                    <a:pt x="16632" y="18586"/>
                  </a:cubicBezTo>
                  <a:cubicBezTo>
                    <a:pt x="13554" y="24623"/>
                    <a:pt x="12015" y="33713"/>
                    <a:pt x="12015" y="45870"/>
                  </a:cubicBezTo>
                  <a:cubicBezTo>
                    <a:pt x="12015" y="57983"/>
                    <a:pt x="13554" y="67086"/>
                    <a:pt x="16632" y="73165"/>
                  </a:cubicBezTo>
                  <a:cubicBezTo>
                    <a:pt x="19749" y="79199"/>
                    <a:pt x="24385" y="82209"/>
                    <a:pt x="30541" y="82209"/>
                  </a:cubicBezTo>
                  <a:cubicBezTo>
                    <a:pt x="36737" y="82209"/>
                    <a:pt x="41373" y="79199"/>
                    <a:pt x="44451" y="73165"/>
                  </a:cubicBezTo>
                  <a:cubicBezTo>
                    <a:pt x="47568" y="67086"/>
                    <a:pt x="49127" y="57983"/>
                    <a:pt x="49127" y="45870"/>
                  </a:cubicBezTo>
                  <a:cubicBezTo>
                    <a:pt x="49127" y="33713"/>
                    <a:pt x="47568" y="24623"/>
                    <a:pt x="44451" y="18586"/>
                  </a:cubicBezTo>
                  <a:cubicBezTo>
                    <a:pt x="41373" y="12509"/>
                    <a:pt x="36737" y="9470"/>
                    <a:pt x="30541" y="9470"/>
                  </a:cubicBezTo>
                  <a:moveTo>
                    <a:pt x="30541" y="0"/>
                  </a:moveTo>
                  <a:cubicBezTo>
                    <a:pt x="40446" y="0"/>
                    <a:pt x="48002" y="3926"/>
                    <a:pt x="53211" y="11778"/>
                  </a:cubicBezTo>
                  <a:cubicBezTo>
                    <a:pt x="58460" y="19591"/>
                    <a:pt x="61084" y="30952"/>
                    <a:pt x="61084" y="45870"/>
                  </a:cubicBezTo>
                  <a:cubicBezTo>
                    <a:pt x="61084" y="60745"/>
                    <a:pt x="58460" y="72113"/>
                    <a:pt x="53211" y="79959"/>
                  </a:cubicBezTo>
                  <a:cubicBezTo>
                    <a:pt x="48002" y="87776"/>
                    <a:pt x="40446" y="91692"/>
                    <a:pt x="30541" y="91692"/>
                  </a:cubicBezTo>
                  <a:cubicBezTo>
                    <a:pt x="20637" y="91692"/>
                    <a:pt x="13061" y="87776"/>
                    <a:pt x="7813" y="79959"/>
                  </a:cubicBezTo>
                  <a:cubicBezTo>
                    <a:pt x="2604" y="72113"/>
                    <a:pt x="0" y="60745"/>
                    <a:pt x="0" y="45870"/>
                  </a:cubicBezTo>
                  <a:cubicBezTo>
                    <a:pt x="0" y="30952"/>
                    <a:pt x="2604" y="19591"/>
                    <a:pt x="7813" y="11778"/>
                  </a:cubicBezTo>
                  <a:cubicBezTo>
                    <a:pt x="13061" y="3926"/>
                    <a:pt x="20637" y="0"/>
                    <a:pt x="30541" y="0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5F5BB318-9E1B-9F2A-8C89-46F6A600D3E7}"/>
                </a:ext>
              </a:extLst>
            </p:cNvPr>
            <p:cNvSpPr/>
            <p:nvPr/>
          </p:nvSpPr>
          <p:spPr>
            <a:xfrm>
              <a:off x="670384" y="3885991"/>
              <a:ext cx="12488" cy="15035"/>
            </a:xfrm>
            <a:custGeom>
              <a:avLst/>
              <a:gdLst>
                <a:gd name="connsiteX0" fmla="*/ 0 w 12488"/>
                <a:gd name="connsiteY0" fmla="*/ 0 h 15035"/>
                <a:gd name="connsiteX1" fmla="*/ 12489 w 12488"/>
                <a:gd name="connsiteY1" fmla="*/ 0 h 15035"/>
                <a:gd name="connsiteX2" fmla="*/ 12489 w 12488"/>
                <a:gd name="connsiteY2" fmla="*/ 15035 h 15035"/>
                <a:gd name="connsiteX3" fmla="*/ 0 w 12488"/>
                <a:gd name="connsiteY3" fmla="*/ 15035 h 15035"/>
                <a:gd name="connsiteX4" fmla="*/ 0 w 12488"/>
                <a:gd name="connsiteY4" fmla="*/ 0 h 1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88" h="15035">
                  <a:moveTo>
                    <a:pt x="0" y="0"/>
                  </a:moveTo>
                  <a:lnTo>
                    <a:pt x="12489" y="0"/>
                  </a:lnTo>
                  <a:lnTo>
                    <a:pt x="12489" y="15035"/>
                  </a:lnTo>
                  <a:lnTo>
                    <a:pt x="0" y="150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09A09763-862C-CA27-B0DF-C6C6002BF246}"/>
                </a:ext>
              </a:extLst>
            </p:cNvPr>
            <p:cNvSpPr/>
            <p:nvPr/>
          </p:nvSpPr>
          <p:spPr>
            <a:xfrm>
              <a:off x="705306" y="3812657"/>
              <a:ext cx="57178" cy="90093"/>
            </a:xfrm>
            <a:custGeom>
              <a:avLst/>
              <a:gdLst>
                <a:gd name="connsiteX0" fmla="*/ 3729 w 57178"/>
                <a:gd name="connsiteY0" fmla="*/ 0 h 90093"/>
                <a:gd name="connsiteX1" fmla="*/ 50667 w 57178"/>
                <a:gd name="connsiteY1" fmla="*/ 0 h 90093"/>
                <a:gd name="connsiteX2" fmla="*/ 50667 w 57178"/>
                <a:gd name="connsiteY2" fmla="*/ 10062 h 90093"/>
                <a:gd name="connsiteX3" fmla="*/ 14679 w 57178"/>
                <a:gd name="connsiteY3" fmla="*/ 10062 h 90093"/>
                <a:gd name="connsiteX4" fmla="*/ 14679 w 57178"/>
                <a:gd name="connsiteY4" fmla="*/ 31720 h 90093"/>
                <a:gd name="connsiteX5" fmla="*/ 19888 w 57178"/>
                <a:gd name="connsiteY5" fmla="*/ 30420 h 90093"/>
                <a:gd name="connsiteX6" fmla="*/ 25097 w 57178"/>
                <a:gd name="connsiteY6" fmla="*/ 29952 h 90093"/>
                <a:gd name="connsiteX7" fmla="*/ 48537 w 57178"/>
                <a:gd name="connsiteY7" fmla="*/ 38062 h 90093"/>
                <a:gd name="connsiteX8" fmla="*/ 57178 w 57178"/>
                <a:gd name="connsiteY8" fmla="*/ 60023 h 90093"/>
                <a:gd name="connsiteX9" fmla="*/ 48300 w 57178"/>
                <a:gd name="connsiteY9" fmla="*/ 82218 h 90093"/>
                <a:gd name="connsiteX10" fmla="*/ 23262 w 57178"/>
                <a:gd name="connsiteY10" fmla="*/ 90094 h 90093"/>
                <a:gd name="connsiteX11" fmla="*/ 11898 w 57178"/>
                <a:gd name="connsiteY11" fmla="*/ 89144 h 90093"/>
                <a:gd name="connsiteX12" fmla="*/ 0 w 57178"/>
                <a:gd name="connsiteY12" fmla="*/ 86295 h 90093"/>
                <a:gd name="connsiteX13" fmla="*/ 0 w 57178"/>
                <a:gd name="connsiteY13" fmla="*/ 74284 h 90093"/>
                <a:gd name="connsiteX14" fmla="*/ 11010 w 57178"/>
                <a:gd name="connsiteY14" fmla="*/ 78609 h 90093"/>
                <a:gd name="connsiteX15" fmla="*/ 23025 w 57178"/>
                <a:gd name="connsiteY15" fmla="*/ 80026 h 90093"/>
                <a:gd name="connsiteX16" fmla="*/ 39244 w 57178"/>
                <a:gd name="connsiteY16" fmla="*/ 74635 h 90093"/>
                <a:gd name="connsiteX17" fmla="*/ 45222 w 57178"/>
                <a:gd name="connsiteY17" fmla="*/ 60023 h 90093"/>
                <a:gd name="connsiteX18" fmla="*/ 39244 w 57178"/>
                <a:gd name="connsiteY18" fmla="*/ 45397 h 90093"/>
                <a:gd name="connsiteX19" fmla="*/ 23025 w 57178"/>
                <a:gd name="connsiteY19" fmla="*/ 40005 h 90093"/>
                <a:gd name="connsiteX20" fmla="*/ 13437 w 57178"/>
                <a:gd name="connsiteY20" fmla="*/ 41072 h 90093"/>
                <a:gd name="connsiteX21" fmla="*/ 3729 w 57178"/>
                <a:gd name="connsiteY21" fmla="*/ 44389 h 90093"/>
                <a:gd name="connsiteX22" fmla="*/ 3729 w 57178"/>
                <a:gd name="connsiteY22" fmla="*/ 0 h 90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57178" h="90093">
                  <a:moveTo>
                    <a:pt x="3729" y="0"/>
                  </a:moveTo>
                  <a:lnTo>
                    <a:pt x="50667" y="0"/>
                  </a:lnTo>
                  <a:lnTo>
                    <a:pt x="50667" y="10062"/>
                  </a:lnTo>
                  <a:lnTo>
                    <a:pt x="14679" y="10062"/>
                  </a:lnTo>
                  <a:lnTo>
                    <a:pt x="14679" y="31720"/>
                  </a:lnTo>
                  <a:cubicBezTo>
                    <a:pt x="16416" y="31136"/>
                    <a:pt x="18152" y="30698"/>
                    <a:pt x="19888" y="30420"/>
                  </a:cubicBezTo>
                  <a:cubicBezTo>
                    <a:pt x="21625" y="30113"/>
                    <a:pt x="23361" y="29952"/>
                    <a:pt x="25097" y="29952"/>
                  </a:cubicBezTo>
                  <a:cubicBezTo>
                    <a:pt x="34961" y="29952"/>
                    <a:pt x="42776" y="32656"/>
                    <a:pt x="48537" y="38062"/>
                  </a:cubicBezTo>
                  <a:cubicBezTo>
                    <a:pt x="54298" y="43468"/>
                    <a:pt x="57178" y="50788"/>
                    <a:pt x="57178" y="60023"/>
                  </a:cubicBezTo>
                  <a:cubicBezTo>
                    <a:pt x="57178" y="69535"/>
                    <a:pt x="54219" y="76929"/>
                    <a:pt x="48300" y="82218"/>
                  </a:cubicBezTo>
                  <a:cubicBezTo>
                    <a:pt x="42381" y="87464"/>
                    <a:pt x="34035" y="90094"/>
                    <a:pt x="23262" y="90094"/>
                  </a:cubicBezTo>
                  <a:cubicBezTo>
                    <a:pt x="19552" y="90094"/>
                    <a:pt x="15764" y="89772"/>
                    <a:pt x="11898" y="89144"/>
                  </a:cubicBezTo>
                  <a:cubicBezTo>
                    <a:pt x="8070" y="88516"/>
                    <a:pt x="4104" y="87566"/>
                    <a:pt x="0" y="86295"/>
                  </a:cubicBezTo>
                  <a:lnTo>
                    <a:pt x="0" y="74284"/>
                  </a:lnTo>
                  <a:cubicBezTo>
                    <a:pt x="3552" y="76213"/>
                    <a:pt x="7221" y="77659"/>
                    <a:pt x="11010" y="78609"/>
                  </a:cubicBezTo>
                  <a:cubicBezTo>
                    <a:pt x="14799" y="79559"/>
                    <a:pt x="18804" y="80026"/>
                    <a:pt x="23025" y="80026"/>
                  </a:cubicBezTo>
                  <a:cubicBezTo>
                    <a:pt x="29852" y="80026"/>
                    <a:pt x="35258" y="78229"/>
                    <a:pt x="39244" y="74635"/>
                  </a:cubicBezTo>
                  <a:cubicBezTo>
                    <a:pt x="43228" y="71055"/>
                    <a:pt x="45222" y="66174"/>
                    <a:pt x="45222" y="60023"/>
                  </a:cubicBezTo>
                  <a:cubicBezTo>
                    <a:pt x="45222" y="53872"/>
                    <a:pt x="43228" y="48991"/>
                    <a:pt x="39244" y="45397"/>
                  </a:cubicBezTo>
                  <a:cubicBezTo>
                    <a:pt x="35258" y="41802"/>
                    <a:pt x="29852" y="40005"/>
                    <a:pt x="23025" y="40005"/>
                  </a:cubicBezTo>
                  <a:cubicBezTo>
                    <a:pt x="19829" y="40005"/>
                    <a:pt x="16632" y="40356"/>
                    <a:pt x="13437" y="41072"/>
                  </a:cubicBezTo>
                  <a:cubicBezTo>
                    <a:pt x="10279" y="41788"/>
                    <a:pt x="7044" y="42884"/>
                    <a:pt x="3729" y="44389"/>
                  </a:cubicBezTo>
                  <a:lnTo>
                    <a:pt x="3729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19BAC3A5-3561-1AB3-98C2-6AAFCF55024F}"/>
                </a:ext>
              </a:extLst>
            </p:cNvPr>
            <p:cNvSpPr/>
            <p:nvPr/>
          </p:nvSpPr>
          <p:spPr>
            <a:xfrm>
              <a:off x="585742" y="3409320"/>
              <a:ext cx="61083" cy="91685"/>
            </a:xfrm>
            <a:custGeom>
              <a:avLst/>
              <a:gdLst>
                <a:gd name="connsiteX0" fmla="*/ 30543 w 61083"/>
                <a:gd name="connsiteY0" fmla="*/ 9470 h 91685"/>
                <a:gd name="connsiteX1" fmla="*/ 16632 w 61083"/>
                <a:gd name="connsiteY1" fmla="*/ 18586 h 91685"/>
                <a:gd name="connsiteX2" fmla="*/ 12015 w 61083"/>
                <a:gd name="connsiteY2" fmla="*/ 45872 h 91685"/>
                <a:gd name="connsiteX3" fmla="*/ 16632 w 61083"/>
                <a:gd name="connsiteY3" fmla="*/ 73159 h 91685"/>
                <a:gd name="connsiteX4" fmla="*/ 30543 w 61083"/>
                <a:gd name="connsiteY4" fmla="*/ 82215 h 91685"/>
                <a:gd name="connsiteX5" fmla="*/ 44451 w 61083"/>
                <a:gd name="connsiteY5" fmla="*/ 73159 h 91685"/>
                <a:gd name="connsiteX6" fmla="*/ 49127 w 61083"/>
                <a:gd name="connsiteY6" fmla="*/ 45872 h 91685"/>
                <a:gd name="connsiteX7" fmla="*/ 44451 w 61083"/>
                <a:gd name="connsiteY7" fmla="*/ 18586 h 91685"/>
                <a:gd name="connsiteX8" fmla="*/ 30543 w 61083"/>
                <a:gd name="connsiteY8" fmla="*/ 9470 h 91685"/>
                <a:gd name="connsiteX9" fmla="*/ 30543 w 61083"/>
                <a:gd name="connsiteY9" fmla="*/ 0 h 91685"/>
                <a:gd name="connsiteX10" fmla="*/ 53213 w 61083"/>
                <a:gd name="connsiteY10" fmla="*/ 11778 h 91685"/>
                <a:gd name="connsiteX11" fmla="*/ 61084 w 61083"/>
                <a:gd name="connsiteY11" fmla="*/ 45872 h 91685"/>
                <a:gd name="connsiteX12" fmla="*/ 53213 w 61083"/>
                <a:gd name="connsiteY12" fmla="*/ 79967 h 91685"/>
                <a:gd name="connsiteX13" fmla="*/ 30543 w 61083"/>
                <a:gd name="connsiteY13" fmla="*/ 91685 h 91685"/>
                <a:gd name="connsiteX14" fmla="*/ 7813 w 61083"/>
                <a:gd name="connsiteY14" fmla="*/ 79967 h 91685"/>
                <a:gd name="connsiteX15" fmla="*/ 0 w 61083"/>
                <a:gd name="connsiteY15" fmla="*/ 45872 h 91685"/>
                <a:gd name="connsiteX16" fmla="*/ 7813 w 61083"/>
                <a:gd name="connsiteY16" fmla="*/ 11778 h 91685"/>
                <a:gd name="connsiteX17" fmla="*/ 30543 w 61083"/>
                <a:gd name="connsiteY17" fmla="*/ 0 h 91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1083" h="91685">
                  <a:moveTo>
                    <a:pt x="30543" y="9470"/>
                  </a:moveTo>
                  <a:cubicBezTo>
                    <a:pt x="24387" y="9470"/>
                    <a:pt x="19749" y="12509"/>
                    <a:pt x="16632" y="18586"/>
                  </a:cubicBezTo>
                  <a:cubicBezTo>
                    <a:pt x="13554" y="24624"/>
                    <a:pt x="12015" y="33719"/>
                    <a:pt x="12015" y="45872"/>
                  </a:cubicBezTo>
                  <a:cubicBezTo>
                    <a:pt x="12015" y="57986"/>
                    <a:pt x="13554" y="67082"/>
                    <a:pt x="16632" y="73159"/>
                  </a:cubicBezTo>
                  <a:cubicBezTo>
                    <a:pt x="19749" y="79197"/>
                    <a:pt x="24387" y="82215"/>
                    <a:pt x="30543" y="82215"/>
                  </a:cubicBezTo>
                  <a:cubicBezTo>
                    <a:pt x="36738" y="82215"/>
                    <a:pt x="41374" y="79197"/>
                    <a:pt x="44451" y="73159"/>
                  </a:cubicBezTo>
                  <a:cubicBezTo>
                    <a:pt x="47568" y="67082"/>
                    <a:pt x="49127" y="57986"/>
                    <a:pt x="49127" y="45872"/>
                  </a:cubicBezTo>
                  <a:cubicBezTo>
                    <a:pt x="49127" y="33719"/>
                    <a:pt x="47568" y="24624"/>
                    <a:pt x="44451" y="18586"/>
                  </a:cubicBezTo>
                  <a:cubicBezTo>
                    <a:pt x="41374" y="12509"/>
                    <a:pt x="36738" y="9470"/>
                    <a:pt x="30543" y="9470"/>
                  </a:cubicBezTo>
                  <a:moveTo>
                    <a:pt x="30543" y="0"/>
                  </a:moveTo>
                  <a:cubicBezTo>
                    <a:pt x="40446" y="0"/>
                    <a:pt x="48004" y="3926"/>
                    <a:pt x="53213" y="11778"/>
                  </a:cubicBezTo>
                  <a:cubicBezTo>
                    <a:pt x="58460" y="19591"/>
                    <a:pt x="61084" y="30956"/>
                    <a:pt x="61084" y="45872"/>
                  </a:cubicBezTo>
                  <a:cubicBezTo>
                    <a:pt x="61084" y="60748"/>
                    <a:pt x="58460" y="72113"/>
                    <a:pt x="53213" y="79967"/>
                  </a:cubicBezTo>
                  <a:cubicBezTo>
                    <a:pt x="48004" y="87779"/>
                    <a:pt x="40446" y="91685"/>
                    <a:pt x="30543" y="91685"/>
                  </a:cubicBezTo>
                  <a:cubicBezTo>
                    <a:pt x="20637" y="91685"/>
                    <a:pt x="13061" y="87779"/>
                    <a:pt x="7813" y="79967"/>
                  </a:cubicBezTo>
                  <a:cubicBezTo>
                    <a:pt x="2604" y="72113"/>
                    <a:pt x="0" y="60748"/>
                    <a:pt x="0" y="45872"/>
                  </a:cubicBezTo>
                  <a:cubicBezTo>
                    <a:pt x="0" y="30956"/>
                    <a:pt x="2604" y="19591"/>
                    <a:pt x="7813" y="11778"/>
                  </a:cubicBezTo>
                  <a:cubicBezTo>
                    <a:pt x="13061" y="3926"/>
                    <a:pt x="20637" y="0"/>
                    <a:pt x="30543" y="0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9595361F-94F5-9609-D4C2-EC2F15C00768}"/>
                </a:ext>
              </a:extLst>
            </p:cNvPr>
            <p:cNvSpPr/>
            <p:nvPr/>
          </p:nvSpPr>
          <p:spPr>
            <a:xfrm>
              <a:off x="667839" y="3484254"/>
              <a:ext cx="12488" cy="15035"/>
            </a:xfrm>
            <a:custGeom>
              <a:avLst/>
              <a:gdLst>
                <a:gd name="connsiteX0" fmla="*/ 0 w 12488"/>
                <a:gd name="connsiteY0" fmla="*/ 0 h 15035"/>
                <a:gd name="connsiteX1" fmla="*/ 12489 w 12488"/>
                <a:gd name="connsiteY1" fmla="*/ 0 h 15035"/>
                <a:gd name="connsiteX2" fmla="*/ 12489 w 12488"/>
                <a:gd name="connsiteY2" fmla="*/ 15035 h 15035"/>
                <a:gd name="connsiteX3" fmla="*/ 0 w 12488"/>
                <a:gd name="connsiteY3" fmla="*/ 15035 h 15035"/>
                <a:gd name="connsiteX4" fmla="*/ 0 w 12488"/>
                <a:gd name="connsiteY4" fmla="*/ 0 h 1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88" h="15035">
                  <a:moveTo>
                    <a:pt x="0" y="0"/>
                  </a:moveTo>
                  <a:lnTo>
                    <a:pt x="12489" y="0"/>
                  </a:lnTo>
                  <a:lnTo>
                    <a:pt x="12489" y="15035"/>
                  </a:lnTo>
                  <a:lnTo>
                    <a:pt x="0" y="150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FAC50CD6-D073-AFE3-901B-2E8C0E5DE6E8}"/>
                </a:ext>
              </a:extLst>
            </p:cNvPr>
            <p:cNvSpPr/>
            <p:nvPr/>
          </p:nvSpPr>
          <p:spPr>
            <a:xfrm>
              <a:off x="701401" y="3409320"/>
              <a:ext cx="61083" cy="91685"/>
            </a:xfrm>
            <a:custGeom>
              <a:avLst/>
              <a:gdLst>
                <a:gd name="connsiteX0" fmla="*/ 30541 w 61083"/>
                <a:gd name="connsiteY0" fmla="*/ 9470 h 91685"/>
                <a:gd name="connsiteX1" fmla="*/ 16632 w 61083"/>
                <a:gd name="connsiteY1" fmla="*/ 18586 h 91685"/>
                <a:gd name="connsiteX2" fmla="*/ 12015 w 61083"/>
                <a:gd name="connsiteY2" fmla="*/ 45872 h 91685"/>
                <a:gd name="connsiteX3" fmla="*/ 16632 w 61083"/>
                <a:gd name="connsiteY3" fmla="*/ 73159 h 91685"/>
                <a:gd name="connsiteX4" fmla="*/ 30541 w 61083"/>
                <a:gd name="connsiteY4" fmla="*/ 82215 h 91685"/>
                <a:gd name="connsiteX5" fmla="*/ 44451 w 61083"/>
                <a:gd name="connsiteY5" fmla="*/ 73159 h 91685"/>
                <a:gd name="connsiteX6" fmla="*/ 49127 w 61083"/>
                <a:gd name="connsiteY6" fmla="*/ 45872 h 91685"/>
                <a:gd name="connsiteX7" fmla="*/ 44451 w 61083"/>
                <a:gd name="connsiteY7" fmla="*/ 18586 h 91685"/>
                <a:gd name="connsiteX8" fmla="*/ 30541 w 61083"/>
                <a:gd name="connsiteY8" fmla="*/ 9470 h 91685"/>
                <a:gd name="connsiteX9" fmla="*/ 30541 w 61083"/>
                <a:gd name="connsiteY9" fmla="*/ 0 h 91685"/>
                <a:gd name="connsiteX10" fmla="*/ 53211 w 61083"/>
                <a:gd name="connsiteY10" fmla="*/ 11778 h 91685"/>
                <a:gd name="connsiteX11" fmla="*/ 61084 w 61083"/>
                <a:gd name="connsiteY11" fmla="*/ 45872 h 91685"/>
                <a:gd name="connsiteX12" fmla="*/ 53211 w 61083"/>
                <a:gd name="connsiteY12" fmla="*/ 79967 h 91685"/>
                <a:gd name="connsiteX13" fmla="*/ 30541 w 61083"/>
                <a:gd name="connsiteY13" fmla="*/ 91685 h 91685"/>
                <a:gd name="connsiteX14" fmla="*/ 7813 w 61083"/>
                <a:gd name="connsiteY14" fmla="*/ 79967 h 91685"/>
                <a:gd name="connsiteX15" fmla="*/ 0 w 61083"/>
                <a:gd name="connsiteY15" fmla="*/ 45872 h 91685"/>
                <a:gd name="connsiteX16" fmla="*/ 7813 w 61083"/>
                <a:gd name="connsiteY16" fmla="*/ 11778 h 91685"/>
                <a:gd name="connsiteX17" fmla="*/ 30541 w 61083"/>
                <a:gd name="connsiteY17" fmla="*/ 0 h 91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1083" h="91685">
                  <a:moveTo>
                    <a:pt x="30541" y="9470"/>
                  </a:moveTo>
                  <a:cubicBezTo>
                    <a:pt x="24385" y="9470"/>
                    <a:pt x="19749" y="12509"/>
                    <a:pt x="16632" y="18586"/>
                  </a:cubicBezTo>
                  <a:cubicBezTo>
                    <a:pt x="13554" y="24624"/>
                    <a:pt x="12015" y="33719"/>
                    <a:pt x="12015" y="45872"/>
                  </a:cubicBezTo>
                  <a:cubicBezTo>
                    <a:pt x="12015" y="57986"/>
                    <a:pt x="13554" y="67082"/>
                    <a:pt x="16632" y="73159"/>
                  </a:cubicBezTo>
                  <a:cubicBezTo>
                    <a:pt x="19749" y="79197"/>
                    <a:pt x="24385" y="82215"/>
                    <a:pt x="30541" y="82215"/>
                  </a:cubicBezTo>
                  <a:cubicBezTo>
                    <a:pt x="36737" y="82215"/>
                    <a:pt x="41373" y="79197"/>
                    <a:pt x="44451" y="73159"/>
                  </a:cubicBezTo>
                  <a:cubicBezTo>
                    <a:pt x="47568" y="67082"/>
                    <a:pt x="49127" y="57986"/>
                    <a:pt x="49127" y="45872"/>
                  </a:cubicBezTo>
                  <a:cubicBezTo>
                    <a:pt x="49127" y="33719"/>
                    <a:pt x="47568" y="24624"/>
                    <a:pt x="44451" y="18586"/>
                  </a:cubicBezTo>
                  <a:cubicBezTo>
                    <a:pt x="41373" y="12509"/>
                    <a:pt x="36737" y="9470"/>
                    <a:pt x="30541" y="9470"/>
                  </a:cubicBezTo>
                  <a:moveTo>
                    <a:pt x="30541" y="0"/>
                  </a:moveTo>
                  <a:cubicBezTo>
                    <a:pt x="40446" y="0"/>
                    <a:pt x="48002" y="3926"/>
                    <a:pt x="53211" y="11778"/>
                  </a:cubicBezTo>
                  <a:cubicBezTo>
                    <a:pt x="58460" y="19591"/>
                    <a:pt x="61084" y="30956"/>
                    <a:pt x="61084" y="45872"/>
                  </a:cubicBezTo>
                  <a:cubicBezTo>
                    <a:pt x="61084" y="60748"/>
                    <a:pt x="58460" y="72113"/>
                    <a:pt x="53211" y="79967"/>
                  </a:cubicBezTo>
                  <a:cubicBezTo>
                    <a:pt x="48002" y="87779"/>
                    <a:pt x="40446" y="91685"/>
                    <a:pt x="30541" y="91685"/>
                  </a:cubicBezTo>
                  <a:cubicBezTo>
                    <a:pt x="20636" y="91685"/>
                    <a:pt x="13060" y="87779"/>
                    <a:pt x="7813" y="79967"/>
                  </a:cubicBezTo>
                  <a:cubicBezTo>
                    <a:pt x="2604" y="72113"/>
                    <a:pt x="0" y="60748"/>
                    <a:pt x="0" y="45872"/>
                  </a:cubicBezTo>
                  <a:cubicBezTo>
                    <a:pt x="0" y="30956"/>
                    <a:pt x="2604" y="19591"/>
                    <a:pt x="7813" y="11778"/>
                  </a:cubicBezTo>
                  <a:cubicBezTo>
                    <a:pt x="13060" y="3926"/>
                    <a:pt x="20636" y="0"/>
                    <a:pt x="30541" y="0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6E8B508E-2DC0-7447-9219-1F78E6598BCF}"/>
                </a:ext>
              </a:extLst>
            </p:cNvPr>
            <p:cNvSpPr/>
            <p:nvPr/>
          </p:nvSpPr>
          <p:spPr>
            <a:xfrm>
              <a:off x="588288" y="3007583"/>
              <a:ext cx="61083" cy="91684"/>
            </a:xfrm>
            <a:custGeom>
              <a:avLst/>
              <a:gdLst>
                <a:gd name="connsiteX0" fmla="*/ 30541 w 61083"/>
                <a:gd name="connsiteY0" fmla="*/ 9470 h 91684"/>
                <a:gd name="connsiteX1" fmla="*/ 16632 w 61083"/>
                <a:gd name="connsiteY1" fmla="*/ 18586 h 91684"/>
                <a:gd name="connsiteX2" fmla="*/ 12015 w 61083"/>
                <a:gd name="connsiteY2" fmla="*/ 45872 h 91684"/>
                <a:gd name="connsiteX3" fmla="*/ 16632 w 61083"/>
                <a:gd name="connsiteY3" fmla="*/ 73159 h 91684"/>
                <a:gd name="connsiteX4" fmla="*/ 30541 w 61083"/>
                <a:gd name="connsiteY4" fmla="*/ 82215 h 91684"/>
                <a:gd name="connsiteX5" fmla="*/ 44451 w 61083"/>
                <a:gd name="connsiteY5" fmla="*/ 73159 h 91684"/>
                <a:gd name="connsiteX6" fmla="*/ 49127 w 61083"/>
                <a:gd name="connsiteY6" fmla="*/ 45872 h 91684"/>
                <a:gd name="connsiteX7" fmla="*/ 44451 w 61083"/>
                <a:gd name="connsiteY7" fmla="*/ 18586 h 91684"/>
                <a:gd name="connsiteX8" fmla="*/ 30541 w 61083"/>
                <a:gd name="connsiteY8" fmla="*/ 9470 h 91684"/>
                <a:gd name="connsiteX9" fmla="*/ 30541 w 61083"/>
                <a:gd name="connsiteY9" fmla="*/ 0 h 91684"/>
                <a:gd name="connsiteX10" fmla="*/ 53211 w 61083"/>
                <a:gd name="connsiteY10" fmla="*/ 11778 h 91684"/>
                <a:gd name="connsiteX11" fmla="*/ 61084 w 61083"/>
                <a:gd name="connsiteY11" fmla="*/ 45872 h 91684"/>
                <a:gd name="connsiteX12" fmla="*/ 53211 w 61083"/>
                <a:gd name="connsiteY12" fmla="*/ 79966 h 91684"/>
                <a:gd name="connsiteX13" fmla="*/ 30541 w 61083"/>
                <a:gd name="connsiteY13" fmla="*/ 91685 h 91684"/>
                <a:gd name="connsiteX14" fmla="*/ 7813 w 61083"/>
                <a:gd name="connsiteY14" fmla="*/ 79966 h 91684"/>
                <a:gd name="connsiteX15" fmla="*/ 0 w 61083"/>
                <a:gd name="connsiteY15" fmla="*/ 45872 h 91684"/>
                <a:gd name="connsiteX16" fmla="*/ 7813 w 61083"/>
                <a:gd name="connsiteY16" fmla="*/ 11778 h 91684"/>
                <a:gd name="connsiteX17" fmla="*/ 30541 w 61083"/>
                <a:gd name="connsiteY17" fmla="*/ 0 h 91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1083" h="91684">
                  <a:moveTo>
                    <a:pt x="30541" y="9470"/>
                  </a:moveTo>
                  <a:cubicBezTo>
                    <a:pt x="24385" y="9470"/>
                    <a:pt x="19749" y="12509"/>
                    <a:pt x="16632" y="18586"/>
                  </a:cubicBezTo>
                  <a:cubicBezTo>
                    <a:pt x="13554" y="24623"/>
                    <a:pt x="12015" y="33719"/>
                    <a:pt x="12015" y="45872"/>
                  </a:cubicBezTo>
                  <a:cubicBezTo>
                    <a:pt x="12015" y="57986"/>
                    <a:pt x="13554" y="67082"/>
                    <a:pt x="16632" y="73159"/>
                  </a:cubicBezTo>
                  <a:cubicBezTo>
                    <a:pt x="19749" y="79196"/>
                    <a:pt x="24385" y="82215"/>
                    <a:pt x="30541" y="82215"/>
                  </a:cubicBezTo>
                  <a:cubicBezTo>
                    <a:pt x="36737" y="82215"/>
                    <a:pt x="41373" y="79196"/>
                    <a:pt x="44451" y="73159"/>
                  </a:cubicBezTo>
                  <a:cubicBezTo>
                    <a:pt x="47568" y="67082"/>
                    <a:pt x="49127" y="57986"/>
                    <a:pt x="49127" y="45872"/>
                  </a:cubicBezTo>
                  <a:cubicBezTo>
                    <a:pt x="49127" y="33719"/>
                    <a:pt x="47568" y="24623"/>
                    <a:pt x="44451" y="18586"/>
                  </a:cubicBezTo>
                  <a:cubicBezTo>
                    <a:pt x="41373" y="12509"/>
                    <a:pt x="36737" y="9470"/>
                    <a:pt x="30541" y="9470"/>
                  </a:cubicBezTo>
                  <a:moveTo>
                    <a:pt x="30541" y="0"/>
                  </a:moveTo>
                  <a:cubicBezTo>
                    <a:pt x="40446" y="0"/>
                    <a:pt x="48002" y="3926"/>
                    <a:pt x="53211" y="11778"/>
                  </a:cubicBezTo>
                  <a:cubicBezTo>
                    <a:pt x="58460" y="19591"/>
                    <a:pt x="61084" y="30956"/>
                    <a:pt x="61084" y="45872"/>
                  </a:cubicBezTo>
                  <a:cubicBezTo>
                    <a:pt x="61084" y="60748"/>
                    <a:pt x="58460" y="72113"/>
                    <a:pt x="53211" y="79966"/>
                  </a:cubicBezTo>
                  <a:cubicBezTo>
                    <a:pt x="48002" y="87779"/>
                    <a:pt x="40446" y="91685"/>
                    <a:pt x="30541" y="91685"/>
                  </a:cubicBezTo>
                  <a:cubicBezTo>
                    <a:pt x="20637" y="91685"/>
                    <a:pt x="13061" y="87779"/>
                    <a:pt x="7813" y="79966"/>
                  </a:cubicBezTo>
                  <a:cubicBezTo>
                    <a:pt x="2604" y="72113"/>
                    <a:pt x="0" y="60748"/>
                    <a:pt x="0" y="45872"/>
                  </a:cubicBezTo>
                  <a:cubicBezTo>
                    <a:pt x="0" y="30956"/>
                    <a:pt x="2604" y="19591"/>
                    <a:pt x="7813" y="11778"/>
                  </a:cubicBezTo>
                  <a:cubicBezTo>
                    <a:pt x="13061" y="3926"/>
                    <a:pt x="20637" y="0"/>
                    <a:pt x="30541" y="0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F0F987E8-411D-A298-AB69-BA98A9945EE1}"/>
                </a:ext>
              </a:extLst>
            </p:cNvPr>
            <p:cNvSpPr/>
            <p:nvPr/>
          </p:nvSpPr>
          <p:spPr>
            <a:xfrm>
              <a:off x="670384" y="3082517"/>
              <a:ext cx="12488" cy="15035"/>
            </a:xfrm>
            <a:custGeom>
              <a:avLst/>
              <a:gdLst>
                <a:gd name="connsiteX0" fmla="*/ 0 w 12488"/>
                <a:gd name="connsiteY0" fmla="*/ 0 h 15035"/>
                <a:gd name="connsiteX1" fmla="*/ 12489 w 12488"/>
                <a:gd name="connsiteY1" fmla="*/ 0 h 15035"/>
                <a:gd name="connsiteX2" fmla="*/ 12489 w 12488"/>
                <a:gd name="connsiteY2" fmla="*/ 15035 h 15035"/>
                <a:gd name="connsiteX3" fmla="*/ 0 w 12488"/>
                <a:gd name="connsiteY3" fmla="*/ 15035 h 15035"/>
                <a:gd name="connsiteX4" fmla="*/ 0 w 12488"/>
                <a:gd name="connsiteY4" fmla="*/ 0 h 1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88" h="15035">
                  <a:moveTo>
                    <a:pt x="0" y="0"/>
                  </a:moveTo>
                  <a:lnTo>
                    <a:pt x="12489" y="0"/>
                  </a:lnTo>
                  <a:lnTo>
                    <a:pt x="12489" y="15035"/>
                  </a:lnTo>
                  <a:lnTo>
                    <a:pt x="0" y="150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14673A5C-7636-CD4B-9DA3-E84F8499631C}"/>
                </a:ext>
              </a:extLst>
            </p:cNvPr>
            <p:cNvSpPr/>
            <p:nvPr/>
          </p:nvSpPr>
          <p:spPr>
            <a:xfrm>
              <a:off x="705306" y="3009181"/>
              <a:ext cx="57178" cy="90086"/>
            </a:xfrm>
            <a:custGeom>
              <a:avLst/>
              <a:gdLst>
                <a:gd name="connsiteX0" fmla="*/ 3729 w 57178"/>
                <a:gd name="connsiteY0" fmla="*/ 0 h 90086"/>
                <a:gd name="connsiteX1" fmla="*/ 50667 w 57178"/>
                <a:gd name="connsiteY1" fmla="*/ 0 h 90086"/>
                <a:gd name="connsiteX2" fmla="*/ 50667 w 57178"/>
                <a:gd name="connsiteY2" fmla="*/ 10062 h 90086"/>
                <a:gd name="connsiteX3" fmla="*/ 14679 w 57178"/>
                <a:gd name="connsiteY3" fmla="*/ 10062 h 90086"/>
                <a:gd name="connsiteX4" fmla="*/ 14679 w 57178"/>
                <a:gd name="connsiteY4" fmla="*/ 31725 h 90086"/>
                <a:gd name="connsiteX5" fmla="*/ 19888 w 57178"/>
                <a:gd name="connsiteY5" fmla="*/ 30423 h 90086"/>
                <a:gd name="connsiteX6" fmla="*/ 25097 w 57178"/>
                <a:gd name="connsiteY6" fmla="*/ 29949 h 90086"/>
                <a:gd name="connsiteX7" fmla="*/ 48537 w 57178"/>
                <a:gd name="connsiteY7" fmla="*/ 38059 h 90086"/>
                <a:gd name="connsiteX8" fmla="*/ 57178 w 57178"/>
                <a:gd name="connsiteY8" fmla="*/ 60019 h 90086"/>
                <a:gd name="connsiteX9" fmla="*/ 48300 w 57178"/>
                <a:gd name="connsiteY9" fmla="*/ 82215 h 90086"/>
                <a:gd name="connsiteX10" fmla="*/ 23262 w 57178"/>
                <a:gd name="connsiteY10" fmla="*/ 90086 h 90086"/>
                <a:gd name="connsiteX11" fmla="*/ 11898 w 57178"/>
                <a:gd name="connsiteY11" fmla="*/ 89140 h 90086"/>
                <a:gd name="connsiteX12" fmla="*/ 0 w 57178"/>
                <a:gd name="connsiteY12" fmla="*/ 86299 h 90086"/>
                <a:gd name="connsiteX13" fmla="*/ 0 w 57178"/>
                <a:gd name="connsiteY13" fmla="*/ 74283 h 90086"/>
                <a:gd name="connsiteX14" fmla="*/ 11010 w 57178"/>
                <a:gd name="connsiteY14" fmla="*/ 78605 h 90086"/>
                <a:gd name="connsiteX15" fmla="*/ 23025 w 57178"/>
                <a:gd name="connsiteY15" fmla="*/ 80025 h 90086"/>
                <a:gd name="connsiteX16" fmla="*/ 39244 w 57178"/>
                <a:gd name="connsiteY16" fmla="*/ 74638 h 90086"/>
                <a:gd name="connsiteX17" fmla="*/ 45222 w 57178"/>
                <a:gd name="connsiteY17" fmla="*/ 60019 h 90086"/>
                <a:gd name="connsiteX18" fmla="*/ 39244 w 57178"/>
                <a:gd name="connsiteY18" fmla="*/ 45398 h 90086"/>
                <a:gd name="connsiteX19" fmla="*/ 23025 w 57178"/>
                <a:gd name="connsiteY19" fmla="*/ 40012 h 90086"/>
                <a:gd name="connsiteX20" fmla="*/ 13437 w 57178"/>
                <a:gd name="connsiteY20" fmla="*/ 41078 h 90086"/>
                <a:gd name="connsiteX21" fmla="*/ 3729 w 57178"/>
                <a:gd name="connsiteY21" fmla="*/ 44392 h 90086"/>
                <a:gd name="connsiteX22" fmla="*/ 3729 w 57178"/>
                <a:gd name="connsiteY22" fmla="*/ 0 h 90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57178" h="90086">
                  <a:moveTo>
                    <a:pt x="3729" y="0"/>
                  </a:moveTo>
                  <a:lnTo>
                    <a:pt x="50667" y="0"/>
                  </a:lnTo>
                  <a:lnTo>
                    <a:pt x="50667" y="10062"/>
                  </a:lnTo>
                  <a:lnTo>
                    <a:pt x="14679" y="10062"/>
                  </a:lnTo>
                  <a:lnTo>
                    <a:pt x="14679" y="31725"/>
                  </a:lnTo>
                  <a:cubicBezTo>
                    <a:pt x="16416" y="31133"/>
                    <a:pt x="18152" y="30699"/>
                    <a:pt x="19888" y="30423"/>
                  </a:cubicBezTo>
                  <a:cubicBezTo>
                    <a:pt x="21625" y="30107"/>
                    <a:pt x="23361" y="29949"/>
                    <a:pt x="25097" y="29949"/>
                  </a:cubicBezTo>
                  <a:cubicBezTo>
                    <a:pt x="34961" y="29949"/>
                    <a:pt x="42776" y="32653"/>
                    <a:pt x="48537" y="38059"/>
                  </a:cubicBezTo>
                  <a:cubicBezTo>
                    <a:pt x="54298" y="43465"/>
                    <a:pt x="57178" y="50786"/>
                    <a:pt x="57178" y="60019"/>
                  </a:cubicBezTo>
                  <a:cubicBezTo>
                    <a:pt x="57178" y="69528"/>
                    <a:pt x="54219" y="76927"/>
                    <a:pt x="48300" y="82215"/>
                  </a:cubicBezTo>
                  <a:cubicBezTo>
                    <a:pt x="42381" y="87462"/>
                    <a:pt x="34035" y="90086"/>
                    <a:pt x="23262" y="90086"/>
                  </a:cubicBezTo>
                  <a:cubicBezTo>
                    <a:pt x="19552" y="90086"/>
                    <a:pt x="15764" y="89771"/>
                    <a:pt x="11898" y="89140"/>
                  </a:cubicBezTo>
                  <a:cubicBezTo>
                    <a:pt x="8070" y="88508"/>
                    <a:pt x="4104" y="87562"/>
                    <a:pt x="0" y="86299"/>
                  </a:cubicBezTo>
                  <a:lnTo>
                    <a:pt x="0" y="74283"/>
                  </a:lnTo>
                  <a:cubicBezTo>
                    <a:pt x="3552" y="76216"/>
                    <a:pt x="7221" y="77656"/>
                    <a:pt x="11010" y="78605"/>
                  </a:cubicBezTo>
                  <a:cubicBezTo>
                    <a:pt x="14799" y="79552"/>
                    <a:pt x="18804" y="80025"/>
                    <a:pt x="23025" y="80025"/>
                  </a:cubicBezTo>
                  <a:cubicBezTo>
                    <a:pt x="29852" y="80025"/>
                    <a:pt x="35258" y="78229"/>
                    <a:pt x="39244" y="74638"/>
                  </a:cubicBezTo>
                  <a:cubicBezTo>
                    <a:pt x="43228" y="71048"/>
                    <a:pt x="45222" y="66175"/>
                    <a:pt x="45222" y="60019"/>
                  </a:cubicBezTo>
                  <a:cubicBezTo>
                    <a:pt x="45222" y="53863"/>
                    <a:pt x="43228" y="48988"/>
                    <a:pt x="39244" y="45398"/>
                  </a:cubicBezTo>
                  <a:cubicBezTo>
                    <a:pt x="35258" y="41808"/>
                    <a:pt x="29852" y="40012"/>
                    <a:pt x="23025" y="40012"/>
                  </a:cubicBezTo>
                  <a:cubicBezTo>
                    <a:pt x="19829" y="40012"/>
                    <a:pt x="16632" y="40368"/>
                    <a:pt x="13437" y="41078"/>
                  </a:cubicBezTo>
                  <a:cubicBezTo>
                    <a:pt x="10279" y="41788"/>
                    <a:pt x="7044" y="42892"/>
                    <a:pt x="3729" y="44392"/>
                  </a:cubicBezTo>
                  <a:lnTo>
                    <a:pt x="3729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822950F5-8EA0-4530-2DA0-8ECE1A2983F2}"/>
                </a:ext>
              </a:extLst>
            </p:cNvPr>
            <p:cNvSpPr/>
            <p:nvPr/>
          </p:nvSpPr>
          <p:spPr>
            <a:xfrm>
              <a:off x="591070" y="2607443"/>
              <a:ext cx="52619" cy="88371"/>
            </a:xfrm>
            <a:custGeom>
              <a:avLst/>
              <a:gdLst>
                <a:gd name="connsiteX0" fmla="*/ 1717 w 52619"/>
                <a:gd name="connsiteY0" fmla="*/ 78308 h 88371"/>
                <a:gd name="connsiteX1" fmla="*/ 21248 w 52619"/>
                <a:gd name="connsiteY1" fmla="*/ 78308 h 88371"/>
                <a:gd name="connsiteX2" fmla="*/ 21248 w 52619"/>
                <a:gd name="connsiteY2" fmla="*/ 10890 h 88371"/>
                <a:gd name="connsiteX3" fmla="*/ 0 w 52619"/>
                <a:gd name="connsiteY3" fmla="*/ 15152 h 88371"/>
                <a:gd name="connsiteX4" fmla="*/ 0 w 52619"/>
                <a:gd name="connsiteY4" fmla="*/ 4261 h 88371"/>
                <a:gd name="connsiteX5" fmla="*/ 21130 w 52619"/>
                <a:gd name="connsiteY5" fmla="*/ 0 h 88371"/>
                <a:gd name="connsiteX6" fmla="*/ 33087 w 52619"/>
                <a:gd name="connsiteY6" fmla="*/ 0 h 88371"/>
                <a:gd name="connsiteX7" fmla="*/ 33087 w 52619"/>
                <a:gd name="connsiteY7" fmla="*/ 78308 h 88371"/>
                <a:gd name="connsiteX8" fmla="*/ 52619 w 52619"/>
                <a:gd name="connsiteY8" fmla="*/ 78308 h 88371"/>
                <a:gd name="connsiteX9" fmla="*/ 52619 w 52619"/>
                <a:gd name="connsiteY9" fmla="*/ 88371 h 88371"/>
                <a:gd name="connsiteX10" fmla="*/ 1717 w 52619"/>
                <a:gd name="connsiteY10" fmla="*/ 88371 h 88371"/>
                <a:gd name="connsiteX11" fmla="*/ 1717 w 52619"/>
                <a:gd name="connsiteY11" fmla="*/ 78308 h 88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619" h="88371">
                  <a:moveTo>
                    <a:pt x="1717" y="78308"/>
                  </a:moveTo>
                  <a:lnTo>
                    <a:pt x="21248" y="78308"/>
                  </a:lnTo>
                  <a:lnTo>
                    <a:pt x="21248" y="10890"/>
                  </a:lnTo>
                  <a:lnTo>
                    <a:pt x="0" y="15152"/>
                  </a:lnTo>
                  <a:lnTo>
                    <a:pt x="0" y="4261"/>
                  </a:lnTo>
                  <a:lnTo>
                    <a:pt x="21130" y="0"/>
                  </a:lnTo>
                  <a:lnTo>
                    <a:pt x="33087" y="0"/>
                  </a:lnTo>
                  <a:lnTo>
                    <a:pt x="33087" y="78308"/>
                  </a:lnTo>
                  <a:lnTo>
                    <a:pt x="52619" y="78308"/>
                  </a:lnTo>
                  <a:lnTo>
                    <a:pt x="52619" y="88371"/>
                  </a:lnTo>
                  <a:lnTo>
                    <a:pt x="1717" y="88371"/>
                  </a:lnTo>
                  <a:lnTo>
                    <a:pt x="1717" y="78308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33C0F5FF-FCE8-82E8-3908-7D8E249D8A97}"/>
                </a:ext>
              </a:extLst>
            </p:cNvPr>
            <p:cNvSpPr/>
            <p:nvPr/>
          </p:nvSpPr>
          <p:spPr>
            <a:xfrm>
              <a:off x="667839" y="2680779"/>
              <a:ext cx="12488" cy="15035"/>
            </a:xfrm>
            <a:custGeom>
              <a:avLst/>
              <a:gdLst>
                <a:gd name="connsiteX0" fmla="*/ 0 w 12488"/>
                <a:gd name="connsiteY0" fmla="*/ 0 h 15035"/>
                <a:gd name="connsiteX1" fmla="*/ 12489 w 12488"/>
                <a:gd name="connsiteY1" fmla="*/ 0 h 15035"/>
                <a:gd name="connsiteX2" fmla="*/ 12489 w 12488"/>
                <a:gd name="connsiteY2" fmla="*/ 15035 h 15035"/>
                <a:gd name="connsiteX3" fmla="*/ 0 w 12488"/>
                <a:gd name="connsiteY3" fmla="*/ 15035 h 15035"/>
                <a:gd name="connsiteX4" fmla="*/ 0 w 12488"/>
                <a:gd name="connsiteY4" fmla="*/ 0 h 1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88" h="15035">
                  <a:moveTo>
                    <a:pt x="0" y="0"/>
                  </a:moveTo>
                  <a:lnTo>
                    <a:pt x="12489" y="0"/>
                  </a:lnTo>
                  <a:lnTo>
                    <a:pt x="12489" y="15035"/>
                  </a:lnTo>
                  <a:lnTo>
                    <a:pt x="0" y="150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30E5A321-468A-02C4-90D1-07B6D24466C8}"/>
                </a:ext>
              </a:extLst>
            </p:cNvPr>
            <p:cNvSpPr/>
            <p:nvPr/>
          </p:nvSpPr>
          <p:spPr>
            <a:xfrm>
              <a:off x="701401" y="2605845"/>
              <a:ext cx="61083" cy="91684"/>
            </a:xfrm>
            <a:custGeom>
              <a:avLst/>
              <a:gdLst>
                <a:gd name="connsiteX0" fmla="*/ 30541 w 61083"/>
                <a:gd name="connsiteY0" fmla="*/ 9470 h 91684"/>
                <a:gd name="connsiteX1" fmla="*/ 16632 w 61083"/>
                <a:gd name="connsiteY1" fmla="*/ 18586 h 91684"/>
                <a:gd name="connsiteX2" fmla="*/ 12015 w 61083"/>
                <a:gd name="connsiteY2" fmla="*/ 45872 h 91684"/>
                <a:gd name="connsiteX3" fmla="*/ 16632 w 61083"/>
                <a:gd name="connsiteY3" fmla="*/ 73159 h 91684"/>
                <a:gd name="connsiteX4" fmla="*/ 30541 w 61083"/>
                <a:gd name="connsiteY4" fmla="*/ 82215 h 91684"/>
                <a:gd name="connsiteX5" fmla="*/ 44451 w 61083"/>
                <a:gd name="connsiteY5" fmla="*/ 73159 h 91684"/>
                <a:gd name="connsiteX6" fmla="*/ 49127 w 61083"/>
                <a:gd name="connsiteY6" fmla="*/ 45872 h 91684"/>
                <a:gd name="connsiteX7" fmla="*/ 44451 w 61083"/>
                <a:gd name="connsiteY7" fmla="*/ 18586 h 91684"/>
                <a:gd name="connsiteX8" fmla="*/ 30541 w 61083"/>
                <a:gd name="connsiteY8" fmla="*/ 9470 h 91684"/>
                <a:gd name="connsiteX9" fmla="*/ 30541 w 61083"/>
                <a:gd name="connsiteY9" fmla="*/ 0 h 91684"/>
                <a:gd name="connsiteX10" fmla="*/ 53211 w 61083"/>
                <a:gd name="connsiteY10" fmla="*/ 11778 h 91684"/>
                <a:gd name="connsiteX11" fmla="*/ 61084 w 61083"/>
                <a:gd name="connsiteY11" fmla="*/ 45872 h 91684"/>
                <a:gd name="connsiteX12" fmla="*/ 53211 w 61083"/>
                <a:gd name="connsiteY12" fmla="*/ 79966 h 91684"/>
                <a:gd name="connsiteX13" fmla="*/ 30541 w 61083"/>
                <a:gd name="connsiteY13" fmla="*/ 91685 h 91684"/>
                <a:gd name="connsiteX14" fmla="*/ 7813 w 61083"/>
                <a:gd name="connsiteY14" fmla="*/ 79966 h 91684"/>
                <a:gd name="connsiteX15" fmla="*/ 0 w 61083"/>
                <a:gd name="connsiteY15" fmla="*/ 45872 h 91684"/>
                <a:gd name="connsiteX16" fmla="*/ 7813 w 61083"/>
                <a:gd name="connsiteY16" fmla="*/ 11778 h 91684"/>
                <a:gd name="connsiteX17" fmla="*/ 30541 w 61083"/>
                <a:gd name="connsiteY17" fmla="*/ 0 h 91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1083" h="91684">
                  <a:moveTo>
                    <a:pt x="30541" y="9470"/>
                  </a:moveTo>
                  <a:cubicBezTo>
                    <a:pt x="24385" y="9470"/>
                    <a:pt x="19749" y="12509"/>
                    <a:pt x="16632" y="18586"/>
                  </a:cubicBezTo>
                  <a:cubicBezTo>
                    <a:pt x="13554" y="24623"/>
                    <a:pt x="12015" y="33719"/>
                    <a:pt x="12015" y="45872"/>
                  </a:cubicBezTo>
                  <a:cubicBezTo>
                    <a:pt x="12015" y="57986"/>
                    <a:pt x="13554" y="67082"/>
                    <a:pt x="16632" y="73159"/>
                  </a:cubicBezTo>
                  <a:cubicBezTo>
                    <a:pt x="19749" y="79196"/>
                    <a:pt x="24385" y="82215"/>
                    <a:pt x="30541" y="82215"/>
                  </a:cubicBezTo>
                  <a:cubicBezTo>
                    <a:pt x="36737" y="82215"/>
                    <a:pt x="41373" y="79196"/>
                    <a:pt x="44451" y="73159"/>
                  </a:cubicBezTo>
                  <a:cubicBezTo>
                    <a:pt x="47568" y="67082"/>
                    <a:pt x="49127" y="57986"/>
                    <a:pt x="49127" y="45872"/>
                  </a:cubicBezTo>
                  <a:cubicBezTo>
                    <a:pt x="49127" y="33719"/>
                    <a:pt x="47568" y="24623"/>
                    <a:pt x="44451" y="18586"/>
                  </a:cubicBezTo>
                  <a:cubicBezTo>
                    <a:pt x="41373" y="12509"/>
                    <a:pt x="36737" y="9470"/>
                    <a:pt x="30541" y="9470"/>
                  </a:cubicBezTo>
                  <a:moveTo>
                    <a:pt x="30541" y="0"/>
                  </a:moveTo>
                  <a:cubicBezTo>
                    <a:pt x="40446" y="0"/>
                    <a:pt x="48002" y="3926"/>
                    <a:pt x="53211" y="11778"/>
                  </a:cubicBezTo>
                  <a:cubicBezTo>
                    <a:pt x="58460" y="19591"/>
                    <a:pt x="61084" y="30956"/>
                    <a:pt x="61084" y="45872"/>
                  </a:cubicBezTo>
                  <a:cubicBezTo>
                    <a:pt x="61084" y="60748"/>
                    <a:pt x="58460" y="72113"/>
                    <a:pt x="53211" y="79966"/>
                  </a:cubicBezTo>
                  <a:cubicBezTo>
                    <a:pt x="48002" y="87779"/>
                    <a:pt x="40446" y="91685"/>
                    <a:pt x="30541" y="91685"/>
                  </a:cubicBezTo>
                  <a:cubicBezTo>
                    <a:pt x="20636" y="91685"/>
                    <a:pt x="13060" y="87779"/>
                    <a:pt x="7813" y="79966"/>
                  </a:cubicBezTo>
                  <a:cubicBezTo>
                    <a:pt x="2604" y="72113"/>
                    <a:pt x="0" y="60748"/>
                    <a:pt x="0" y="45872"/>
                  </a:cubicBezTo>
                  <a:cubicBezTo>
                    <a:pt x="0" y="30956"/>
                    <a:pt x="2604" y="19591"/>
                    <a:pt x="7813" y="11778"/>
                  </a:cubicBezTo>
                  <a:cubicBezTo>
                    <a:pt x="13060" y="3926"/>
                    <a:pt x="20636" y="0"/>
                    <a:pt x="30541" y="0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5769232F-4EEA-F1E9-2DC8-51443CEFF2E3}"/>
                </a:ext>
              </a:extLst>
            </p:cNvPr>
            <p:cNvSpPr/>
            <p:nvPr/>
          </p:nvSpPr>
          <p:spPr>
            <a:xfrm>
              <a:off x="330319" y="3387165"/>
              <a:ext cx="90693" cy="64684"/>
            </a:xfrm>
            <a:custGeom>
              <a:avLst/>
              <a:gdLst>
                <a:gd name="connsiteX0" fmla="*/ 5339 w 90693"/>
                <a:gd name="connsiteY0" fmla="*/ 0 h 64684"/>
                <a:gd name="connsiteX1" fmla="*/ 8556 w 90693"/>
                <a:gd name="connsiteY1" fmla="*/ 617 h 64684"/>
                <a:gd name="connsiteX2" fmla="*/ 62082 w 90693"/>
                <a:gd name="connsiteY2" fmla="*/ 14033 h 64684"/>
                <a:gd name="connsiteX3" fmla="*/ 82343 w 90693"/>
                <a:gd name="connsiteY3" fmla="*/ 26558 h 64684"/>
                <a:gd name="connsiteX4" fmla="*/ 90694 w 90693"/>
                <a:gd name="connsiteY4" fmla="*/ 46887 h 64684"/>
                <a:gd name="connsiteX5" fmla="*/ 87203 w 90693"/>
                <a:gd name="connsiteY5" fmla="*/ 57565 h 64684"/>
                <a:gd name="connsiteX6" fmla="*/ 78510 w 90693"/>
                <a:gd name="connsiteY6" fmla="*/ 61740 h 64684"/>
                <a:gd name="connsiteX7" fmla="*/ 71597 w 90693"/>
                <a:gd name="connsiteY7" fmla="*/ 59276 h 64684"/>
                <a:gd name="connsiteX8" fmla="*/ 69406 w 90693"/>
                <a:gd name="connsiteY8" fmla="*/ 53869 h 64684"/>
                <a:gd name="connsiteX9" fmla="*/ 69680 w 90693"/>
                <a:gd name="connsiteY9" fmla="*/ 51884 h 64684"/>
                <a:gd name="connsiteX10" fmla="*/ 71118 w 90693"/>
                <a:gd name="connsiteY10" fmla="*/ 49763 h 64684"/>
                <a:gd name="connsiteX11" fmla="*/ 74266 w 90693"/>
                <a:gd name="connsiteY11" fmla="*/ 48667 h 64684"/>
                <a:gd name="connsiteX12" fmla="*/ 80016 w 90693"/>
                <a:gd name="connsiteY12" fmla="*/ 51474 h 64684"/>
                <a:gd name="connsiteX13" fmla="*/ 81453 w 90693"/>
                <a:gd name="connsiteY13" fmla="*/ 54143 h 64684"/>
                <a:gd name="connsiteX14" fmla="*/ 81727 w 90693"/>
                <a:gd name="connsiteY14" fmla="*/ 57497 h 64684"/>
                <a:gd name="connsiteX15" fmla="*/ 84944 w 90693"/>
                <a:gd name="connsiteY15" fmla="*/ 55169 h 64684"/>
                <a:gd name="connsiteX16" fmla="*/ 86724 w 90693"/>
                <a:gd name="connsiteY16" fmla="*/ 51953 h 64684"/>
                <a:gd name="connsiteX17" fmla="*/ 87408 w 90693"/>
                <a:gd name="connsiteY17" fmla="*/ 49146 h 64684"/>
                <a:gd name="connsiteX18" fmla="*/ 87613 w 90693"/>
                <a:gd name="connsiteY18" fmla="*/ 46887 h 64684"/>
                <a:gd name="connsiteX19" fmla="*/ 78784 w 90693"/>
                <a:gd name="connsiteY19" fmla="*/ 31418 h 64684"/>
                <a:gd name="connsiteX20" fmla="*/ 73445 w 90693"/>
                <a:gd name="connsiteY20" fmla="*/ 27996 h 64684"/>
                <a:gd name="connsiteX21" fmla="*/ 67627 w 90693"/>
                <a:gd name="connsiteY21" fmla="*/ 25395 h 64684"/>
                <a:gd name="connsiteX22" fmla="*/ 62767 w 90693"/>
                <a:gd name="connsiteY22" fmla="*/ 23820 h 64684"/>
                <a:gd name="connsiteX23" fmla="*/ 57154 w 90693"/>
                <a:gd name="connsiteY23" fmla="*/ 22315 h 64684"/>
                <a:gd name="connsiteX24" fmla="*/ 63520 w 90693"/>
                <a:gd name="connsiteY24" fmla="*/ 36484 h 64684"/>
                <a:gd name="connsiteX25" fmla="*/ 62630 w 90693"/>
                <a:gd name="connsiteY25" fmla="*/ 42713 h 64684"/>
                <a:gd name="connsiteX26" fmla="*/ 59892 w 90693"/>
                <a:gd name="connsiteY26" fmla="*/ 48119 h 64684"/>
                <a:gd name="connsiteX27" fmla="*/ 54622 w 90693"/>
                <a:gd name="connsiteY27" fmla="*/ 52158 h 64684"/>
                <a:gd name="connsiteX28" fmla="*/ 46818 w 90693"/>
                <a:gd name="connsiteY28" fmla="*/ 53595 h 64684"/>
                <a:gd name="connsiteX29" fmla="*/ 35661 w 90693"/>
                <a:gd name="connsiteY29" fmla="*/ 51747 h 64684"/>
                <a:gd name="connsiteX30" fmla="*/ 17386 w 90693"/>
                <a:gd name="connsiteY30" fmla="*/ 45449 h 64684"/>
                <a:gd name="connsiteX31" fmla="*/ 7529 w 90693"/>
                <a:gd name="connsiteY31" fmla="*/ 43055 h 64684"/>
                <a:gd name="connsiteX32" fmla="*/ 4997 w 90693"/>
                <a:gd name="connsiteY32" fmla="*/ 43397 h 64684"/>
                <a:gd name="connsiteX33" fmla="*/ 3628 w 90693"/>
                <a:gd name="connsiteY33" fmla="*/ 44424 h 64684"/>
                <a:gd name="connsiteX34" fmla="*/ 3149 w 90693"/>
                <a:gd name="connsiteY34" fmla="*/ 45518 h 64684"/>
                <a:gd name="connsiteX35" fmla="*/ 3080 w 90693"/>
                <a:gd name="connsiteY35" fmla="*/ 46545 h 64684"/>
                <a:gd name="connsiteX36" fmla="*/ 7187 w 90693"/>
                <a:gd name="connsiteY36" fmla="*/ 54348 h 64684"/>
                <a:gd name="connsiteX37" fmla="*/ 20466 w 90693"/>
                <a:gd name="connsiteY37" fmla="*/ 60714 h 64684"/>
                <a:gd name="connsiteX38" fmla="*/ 22588 w 90693"/>
                <a:gd name="connsiteY38" fmla="*/ 61604 h 64684"/>
                <a:gd name="connsiteX39" fmla="*/ 22999 w 90693"/>
                <a:gd name="connsiteY39" fmla="*/ 62973 h 64684"/>
                <a:gd name="connsiteX40" fmla="*/ 21561 w 90693"/>
                <a:gd name="connsiteY40" fmla="*/ 64684 h 64684"/>
                <a:gd name="connsiteX41" fmla="*/ 18892 w 90693"/>
                <a:gd name="connsiteY41" fmla="*/ 64068 h 64684"/>
                <a:gd name="connsiteX42" fmla="*/ 13484 w 90693"/>
                <a:gd name="connsiteY42" fmla="*/ 62015 h 64684"/>
                <a:gd name="connsiteX43" fmla="*/ 7256 w 90693"/>
                <a:gd name="connsiteY43" fmla="*/ 58455 h 64684"/>
                <a:gd name="connsiteX44" fmla="*/ 2122 w 90693"/>
                <a:gd name="connsiteY44" fmla="*/ 53185 h 64684"/>
                <a:gd name="connsiteX45" fmla="*/ 0 w 90693"/>
                <a:gd name="connsiteY45" fmla="*/ 46135 h 64684"/>
                <a:gd name="connsiteX46" fmla="*/ 3354 w 90693"/>
                <a:gd name="connsiteY46" fmla="*/ 37853 h 64684"/>
                <a:gd name="connsiteX47" fmla="*/ 11499 w 90693"/>
                <a:gd name="connsiteY47" fmla="*/ 34635 h 64684"/>
                <a:gd name="connsiteX48" fmla="*/ 15264 w 90693"/>
                <a:gd name="connsiteY48" fmla="*/ 35183 h 64684"/>
                <a:gd name="connsiteX49" fmla="*/ 21561 w 90693"/>
                <a:gd name="connsiteY49" fmla="*/ 37441 h 64684"/>
                <a:gd name="connsiteX50" fmla="*/ 49077 w 90693"/>
                <a:gd name="connsiteY50" fmla="*/ 44628 h 64684"/>
                <a:gd name="connsiteX51" fmla="*/ 53116 w 90693"/>
                <a:gd name="connsiteY51" fmla="*/ 44286 h 64684"/>
                <a:gd name="connsiteX52" fmla="*/ 56675 w 90693"/>
                <a:gd name="connsiteY52" fmla="*/ 42986 h 64684"/>
                <a:gd name="connsiteX53" fmla="*/ 59413 w 90693"/>
                <a:gd name="connsiteY53" fmla="*/ 40316 h 64684"/>
                <a:gd name="connsiteX54" fmla="*/ 60371 w 90693"/>
                <a:gd name="connsiteY54" fmla="*/ 35936 h 64684"/>
                <a:gd name="connsiteX55" fmla="*/ 58865 w 90693"/>
                <a:gd name="connsiteY55" fmla="*/ 29707 h 64684"/>
                <a:gd name="connsiteX56" fmla="*/ 55169 w 90693"/>
                <a:gd name="connsiteY56" fmla="*/ 24710 h 64684"/>
                <a:gd name="connsiteX57" fmla="*/ 51268 w 90693"/>
                <a:gd name="connsiteY57" fmla="*/ 21561 h 64684"/>
                <a:gd name="connsiteX58" fmla="*/ 48461 w 90693"/>
                <a:gd name="connsiteY58" fmla="*/ 20056 h 64684"/>
                <a:gd name="connsiteX59" fmla="*/ 23272 w 90693"/>
                <a:gd name="connsiteY59" fmla="*/ 13758 h 64684"/>
                <a:gd name="connsiteX60" fmla="*/ 12047 w 90693"/>
                <a:gd name="connsiteY60" fmla="*/ 10951 h 64684"/>
                <a:gd name="connsiteX61" fmla="*/ 4449 w 90693"/>
                <a:gd name="connsiteY61" fmla="*/ 9036 h 64684"/>
                <a:gd name="connsiteX62" fmla="*/ 2259 w 90693"/>
                <a:gd name="connsiteY62" fmla="*/ 6777 h 64684"/>
                <a:gd name="connsiteX63" fmla="*/ 1506 w 90693"/>
                <a:gd name="connsiteY63" fmla="*/ 4107 h 64684"/>
                <a:gd name="connsiteX64" fmla="*/ 2533 w 90693"/>
                <a:gd name="connsiteY64" fmla="*/ 1233 h 64684"/>
                <a:gd name="connsiteX65" fmla="*/ 5339 w 90693"/>
                <a:gd name="connsiteY65" fmla="*/ 0 h 64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90693" h="64684">
                  <a:moveTo>
                    <a:pt x="5339" y="0"/>
                  </a:moveTo>
                  <a:cubicBezTo>
                    <a:pt x="5978" y="0"/>
                    <a:pt x="7050" y="206"/>
                    <a:pt x="8556" y="617"/>
                  </a:cubicBezTo>
                  <a:lnTo>
                    <a:pt x="62082" y="14033"/>
                  </a:lnTo>
                  <a:cubicBezTo>
                    <a:pt x="70022" y="15995"/>
                    <a:pt x="76776" y="20170"/>
                    <a:pt x="82343" y="26558"/>
                  </a:cubicBezTo>
                  <a:cubicBezTo>
                    <a:pt x="87910" y="32901"/>
                    <a:pt x="90694" y="39678"/>
                    <a:pt x="90694" y="46887"/>
                  </a:cubicBezTo>
                  <a:cubicBezTo>
                    <a:pt x="90694" y="51222"/>
                    <a:pt x="89530" y="54782"/>
                    <a:pt x="87203" y="57565"/>
                  </a:cubicBezTo>
                  <a:cubicBezTo>
                    <a:pt x="84921" y="60349"/>
                    <a:pt x="82024" y="61740"/>
                    <a:pt x="78510" y="61740"/>
                  </a:cubicBezTo>
                  <a:cubicBezTo>
                    <a:pt x="75407" y="61740"/>
                    <a:pt x="73103" y="60919"/>
                    <a:pt x="71597" y="59276"/>
                  </a:cubicBezTo>
                  <a:cubicBezTo>
                    <a:pt x="70137" y="57634"/>
                    <a:pt x="69406" y="55831"/>
                    <a:pt x="69406" y="53869"/>
                  </a:cubicBezTo>
                  <a:cubicBezTo>
                    <a:pt x="69406" y="53230"/>
                    <a:pt x="69498" y="52568"/>
                    <a:pt x="69680" y="51884"/>
                  </a:cubicBezTo>
                  <a:cubicBezTo>
                    <a:pt x="69863" y="51199"/>
                    <a:pt x="70342" y="50492"/>
                    <a:pt x="71118" y="49763"/>
                  </a:cubicBezTo>
                  <a:cubicBezTo>
                    <a:pt x="71893" y="49032"/>
                    <a:pt x="72943" y="48667"/>
                    <a:pt x="74266" y="48667"/>
                  </a:cubicBezTo>
                  <a:cubicBezTo>
                    <a:pt x="76411" y="48667"/>
                    <a:pt x="78327" y="49602"/>
                    <a:pt x="80016" y="51474"/>
                  </a:cubicBezTo>
                  <a:cubicBezTo>
                    <a:pt x="80791" y="52387"/>
                    <a:pt x="81271" y="53277"/>
                    <a:pt x="81453" y="54143"/>
                  </a:cubicBezTo>
                  <a:cubicBezTo>
                    <a:pt x="81636" y="54965"/>
                    <a:pt x="81727" y="56082"/>
                    <a:pt x="81727" y="57497"/>
                  </a:cubicBezTo>
                  <a:cubicBezTo>
                    <a:pt x="83005" y="56949"/>
                    <a:pt x="84077" y="56173"/>
                    <a:pt x="84944" y="55169"/>
                  </a:cubicBezTo>
                  <a:cubicBezTo>
                    <a:pt x="85811" y="54165"/>
                    <a:pt x="86404" y="53094"/>
                    <a:pt x="86724" y="51953"/>
                  </a:cubicBezTo>
                  <a:cubicBezTo>
                    <a:pt x="87089" y="50812"/>
                    <a:pt x="87317" y="49875"/>
                    <a:pt x="87408" y="49146"/>
                  </a:cubicBezTo>
                  <a:cubicBezTo>
                    <a:pt x="87545" y="48370"/>
                    <a:pt x="87613" y="47618"/>
                    <a:pt x="87613" y="46887"/>
                  </a:cubicBezTo>
                  <a:cubicBezTo>
                    <a:pt x="87613" y="41047"/>
                    <a:pt x="84670" y="35891"/>
                    <a:pt x="78784" y="31418"/>
                  </a:cubicBezTo>
                  <a:cubicBezTo>
                    <a:pt x="77004" y="30096"/>
                    <a:pt x="75224" y="28954"/>
                    <a:pt x="73445" y="27996"/>
                  </a:cubicBezTo>
                  <a:cubicBezTo>
                    <a:pt x="71711" y="26992"/>
                    <a:pt x="69771" y="26124"/>
                    <a:pt x="67627" y="25395"/>
                  </a:cubicBezTo>
                  <a:cubicBezTo>
                    <a:pt x="65528" y="24664"/>
                    <a:pt x="63908" y="24140"/>
                    <a:pt x="62767" y="23820"/>
                  </a:cubicBezTo>
                  <a:cubicBezTo>
                    <a:pt x="61626" y="23456"/>
                    <a:pt x="59755" y="22953"/>
                    <a:pt x="57154" y="22315"/>
                  </a:cubicBezTo>
                  <a:cubicBezTo>
                    <a:pt x="61398" y="26558"/>
                    <a:pt x="63520" y="31280"/>
                    <a:pt x="63520" y="36484"/>
                  </a:cubicBezTo>
                  <a:cubicBezTo>
                    <a:pt x="63520" y="38674"/>
                    <a:pt x="63223" y="40750"/>
                    <a:pt x="62630" y="42713"/>
                  </a:cubicBezTo>
                  <a:cubicBezTo>
                    <a:pt x="62037" y="44628"/>
                    <a:pt x="61124" y="46431"/>
                    <a:pt x="59892" y="48119"/>
                  </a:cubicBezTo>
                  <a:cubicBezTo>
                    <a:pt x="58614" y="49808"/>
                    <a:pt x="56858" y="51154"/>
                    <a:pt x="54622" y="52158"/>
                  </a:cubicBezTo>
                  <a:cubicBezTo>
                    <a:pt x="52386" y="53116"/>
                    <a:pt x="49785" y="53595"/>
                    <a:pt x="46818" y="53595"/>
                  </a:cubicBezTo>
                  <a:cubicBezTo>
                    <a:pt x="43670" y="53595"/>
                    <a:pt x="39951" y="52979"/>
                    <a:pt x="35661" y="51747"/>
                  </a:cubicBezTo>
                  <a:cubicBezTo>
                    <a:pt x="31372" y="50515"/>
                    <a:pt x="25280" y="48416"/>
                    <a:pt x="17386" y="45449"/>
                  </a:cubicBezTo>
                  <a:cubicBezTo>
                    <a:pt x="12959" y="43852"/>
                    <a:pt x="9674" y="43055"/>
                    <a:pt x="7529" y="43055"/>
                  </a:cubicBezTo>
                  <a:cubicBezTo>
                    <a:pt x="6480" y="43055"/>
                    <a:pt x="5636" y="43169"/>
                    <a:pt x="4997" y="43397"/>
                  </a:cubicBezTo>
                  <a:cubicBezTo>
                    <a:pt x="4312" y="43624"/>
                    <a:pt x="3856" y="43966"/>
                    <a:pt x="3628" y="44424"/>
                  </a:cubicBezTo>
                  <a:cubicBezTo>
                    <a:pt x="3354" y="44880"/>
                    <a:pt x="3194" y="45245"/>
                    <a:pt x="3149" y="45518"/>
                  </a:cubicBezTo>
                  <a:cubicBezTo>
                    <a:pt x="3103" y="45746"/>
                    <a:pt x="3080" y="46088"/>
                    <a:pt x="3080" y="46545"/>
                  </a:cubicBezTo>
                  <a:cubicBezTo>
                    <a:pt x="3080" y="49238"/>
                    <a:pt x="4449" y="51839"/>
                    <a:pt x="7187" y="54348"/>
                  </a:cubicBezTo>
                  <a:cubicBezTo>
                    <a:pt x="9925" y="56858"/>
                    <a:pt x="14351" y="58980"/>
                    <a:pt x="20466" y="60714"/>
                  </a:cubicBezTo>
                  <a:cubicBezTo>
                    <a:pt x="21607" y="61078"/>
                    <a:pt x="22314" y="61375"/>
                    <a:pt x="22588" y="61604"/>
                  </a:cubicBezTo>
                  <a:cubicBezTo>
                    <a:pt x="22862" y="61832"/>
                    <a:pt x="22999" y="62288"/>
                    <a:pt x="22999" y="62973"/>
                  </a:cubicBezTo>
                  <a:cubicBezTo>
                    <a:pt x="22953" y="64114"/>
                    <a:pt x="22474" y="64684"/>
                    <a:pt x="21561" y="64684"/>
                  </a:cubicBezTo>
                  <a:cubicBezTo>
                    <a:pt x="21196" y="64684"/>
                    <a:pt x="20306" y="64478"/>
                    <a:pt x="18892" y="64068"/>
                  </a:cubicBezTo>
                  <a:cubicBezTo>
                    <a:pt x="17432" y="63657"/>
                    <a:pt x="15629" y="62973"/>
                    <a:pt x="13484" y="62015"/>
                  </a:cubicBezTo>
                  <a:cubicBezTo>
                    <a:pt x="11294" y="61011"/>
                    <a:pt x="9218" y="59824"/>
                    <a:pt x="7256" y="58455"/>
                  </a:cubicBezTo>
                  <a:cubicBezTo>
                    <a:pt x="5248" y="57086"/>
                    <a:pt x="3536" y="55328"/>
                    <a:pt x="2122" y="53185"/>
                  </a:cubicBezTo>
                  <a:cubicBezTo>
                    <a:pt x="707" y="50994"/>
                    <a:pt x="0" y="48644"/>
                    <a:pt x="0" y="46135"/>
                  </a:cubicBezTo>
                  <a:cubicBezTo>
                    <a:pt x="0" y="42711"/>
                    <a:pt x="1118" y="39951"/>
                    <a:pt x="3354" y="37853"/>
                  </a:cubicBezTo>
                  <a:cubicBezTo>
                    <a:pt x="5544" y="35708"/>
                    <a:pt x="8260" y="34635"/>
                    <a:pt x="11499" y="34635"/>
                  </a:cubicBezTo>
                  <a:cubicBezTo>
                    <a:pt x="12823" y="34635"/>
                    <a:pt x="14078" y="34818"/>
                    <a:pt x="15264" y="35183"/>
                  </a:cubicBezTo>
                  <a:cubicBezTo>
                    <a:pt x="16405" y="35502"/>
                    <a:pt x="18504" y="36254"/>
                    <a:pt x="21561" y="37441"/>
                  </a:cubicBezTo>
                  <a:cubicBezTo>
                    <a:pt x="33882" y="42232"/>
                    <a:pt x="43054" y="44628"/>
                    <a:pt x="49077" y="44628"/>
                  </a:cubicBezTo>
                  <a:cubicBezTo>
                    <a:pt x="50538" y="44628"/>
                    <a:pt x="51884" y="44514"/>
                    <a:pt x="53116" y="44286"/>
                  </a:cubicBezTo>
                  <a:cubicBezTo>
                    <a:pt x="54302" y="44013"/>
                    <a:pt x="55489" y="43579"/>
                    <a:pt x="56675" y="42986"/>
                  </a:cubicBezTo>
                  <a:cubicBezTo>
                    <a:pt x="57816" y="42393"/>
                    <a:pt x="58728" y="41503"/>
                    <a:pt x="59413" y="40316"/>
                  </a:cubicBezTo>
                  <a:cubicBezTo>
                    <a:pt x="60052" y="39085"/>
                    <a:pt x="60371" y="37623"/>
                    <a:pt x="60371" y="35936"/>
                  </a:cubicBezTo>
                  <a:cubicBezTo>
                    <a:pt x="60371" y="33791"/>
                    <a:pt x="59869" y="31715"/>
                    <a:pt x="58865" y="29707"/>
                  </a:cubicBezTo>
                  <a:cubicBezTo>
                    <a:pt x="57816" y="27654"/>
                    <a:pt x="56584" y="25988"/>
                    <a:pt x="55169" y="24710"/>
                  </a:cubicBezTo>
                  <a:cubicBezTo>
                    <a:pt x="53755" y="23387"/>
                    <a:pt x="52454" y="22337"/>
                    <a:pt x="51268" y="21561"/>
                  </a:cubicBezTo>
                  <a:cubicBezTo>
                    <a:pt x="50035" y="20740"/>
                    <a:pt x="49100" y="20239"/>
                    <a:pt x="48461" y="20056"/>
                  </a:cubicBezTo>
                  <a:lnTo>
                    <a:pt x="23272" y="13758"/>
                  </a:lnTo>
                  <a:lnTo>
                    <a:pt x="12047" y="10951"/>
                  </a:lnTo>
                  <a:cubicBezTo>
                    <a:pt x="7986" y="10085"/>
                    <a:pt x="5453" y="9446"/>
                    <a:pt x="4449" y="9036"/>
                  </a:cubicBezTo>
                  <a:cubicBezTo>
                    <a:pt x="3491" y="8488"/>
                    <a:pt x="2761" y="7735"/>
                    <a:pt x="2259" y="6777"/>
                  </a:cubicBezTo>
                  <a:cubicBezTo>
                    <a:pt x="1757" y="5818"/>
                    <a:pt x="1506" y="4928"/>
                    <a:pt x="1506" y="4107"/>
                  </a:cubicBezTo>
                  <a:cubicBezTo>
                    <a:pt x="1506" y="2966"/>
                    <a:pt x="1848" y="2009"/>
                    <a:pt x="2533" y="1233"/>
                  </a:cubicBezTo>
                  <a:cubicBezTo>
                    <a:pt x="3217" y="411"/>
                    <a:pt x="4153" y="0"/>
                    <a:pt x="5339" y="0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E737CAC9-7B95-A9FB-7637-797C469DF2B3}"/>
              </a:ext>
            </a:extLst>
          </p:cNvPr>
          <p:cNvGrpSpPr/>
          <p:nvPr/>
        </p:nvGrpSpPr>
        <p:grpSpPr>
          <a:xfrm>
            <a:off x="1391798" y="2492689"/>
            <a:ext cx="1759756" cy="1164483"/>
            <a:chOff x="1391798" y="2492689"/>
            <a:chExt cx="1759756" cy="1164483"/>
          </a:xfrm>
        </p:grpSpPr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629ECFFB-8A71-4246-9546-323930259F6E}"/>
                </a:ext>
              </a:extLst>
            </p:cNvPr>
            <p:cNvSpPr/>
            <p:nvPr/>
          </p:nvSpPr>
          <p:spPr>
            <a:xfrm>
              <a:off x="1391798" y="3615091"/>
              <a:ext cx="42081" cy="42081"/>
            </a:xfrm>
            <a:custGeom>
              <a:avLst/>
              <a:gdLst>
                <a:gd name="connsiteX0" fmla="*/ 42081 w 42081"/>
                <a:gd name="connsiteY0" fmla="*/ 21041 h 42081"/>
                <a:gd name="connsiteX1" fmla="*/ 21041 w 42081"/>
                <a:gd name="connsiteY1" fmla="*/ 42082 h 42081"/>
                <a:gd name="connsiteX2" fmla="*/ 0 w 42081"/>
                <a:gd name="connsiteY2" fmla="*/ 21041 h 42081"/>
                <a:gd name="connsiteX3" fmla="*/ 21041 w 42081"/>
                <a:gd name="connsiteY3" fmla="*/ 0 h 42081"/>
                <a:gd name="connsiteX4" fmla="*/ 42081 w 42081"/>
                <a:gd name="connsiteY4" fmla="*/ 21041 h 42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081" h="42081">
                  <a:moveTo>
                    <a:pt x="42081" y="21041"/>
                  </a:moveTo>
                  <a:cubicBezTo>
                    <a:pt x="42081" y="32661"/>
                    <a:pt x="32661" y="42082"/>
                    <a:pt x="21041" y="42082"/>
                  </a:cubicBezTo>
                  <a:cubicBezTo>
                    <a:pt x="9420" y="42082"/>
                    <a:pt x="0" y="32661"/>
                    <a:pt x="0" y="21041"/>
                  </a:cubicBezTo>
                  <a:cubicBezTo>
                    <a:pt x="0" y="9420"/>
                    <a:pt x="9420" y="0"/>
                    <a:pt x="21041" y="0"/>
                  </a:cubicBezTo>
                  <a:cubicBezTo>
                    <a:pt x="32661" y="0"/>
                    <a:pt x="42081" y="9420"/>
                    <a:pt x="42081" y="21041"/>
                  </a:cubicBezTo>
                  <a:close/>
                </a:path>
              </a:pathLst>
            </a:custGeom>
            <a:solidFill>
              <a:srgbClr val="FFA500"/>
            </a:solidFill>
            <a:ln w="4674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3B30533A-4ABE-89E4-B2CA-879E0112146C}"/>
                </a:ext>
              </a:extLst>
            </p:cNvPr>
            <p:cNvSpPr/>
            <p:nvPr/>
          </p:nvSpPr>
          <p:spPr>
            <a:xfrm>
              <a:off x="1563565" y="3071186"/>
              <a:ext cx="42081" cy="42081"/>
            </a:xfrm>
            <a:custGeom>
              <a:avLst/>
              <a:gdLst>
                <a:gd name="connsiteX0" fmla="*/ 42081 w 42081"/>
                <a:gd name="connsiteY0" fmla="*/ 21041 h 42081"/>
                <a:gd name="connsiteX1" fmla="*/ 21041 w 42081"/>
                <a:gd name="connsiteY1" fmla="*/ 42081 h 42081"/>
                <a:gd name="connsiteX2" fmla="*/ 0 w 42081"/>
                <a:gd name="connsiteY2" fmla="*/ 21041 h 42081"/>
                <a:gd name="connsiteX3" fmla="*/ 21041 w 42081"/>
                <a:gd name="connsiteY3" fmla="*/ 0 h 42081"/>
                <a:gd name="connsiteX4" fmla="*/ 42081 w 42081"/>
                <a:gd name="connsiteY4" fmla="*/ 21041 h 42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081" h="42081">
                  <a:moveTo>
                    <a:pt x="42081" y="21041"/>
                  </a:moveTo>
                  <a:cubicBezTo>
                    <a:pt x="42081" y="32661"/>
                    <a:pt x="32661" y="42081"/>
                    <a:pt x="21041" y="42081"/>
                  </a:cubicBezTo>
                  <a:cubicBezTo>
                    <a:pt x="9420" y="42081"/>
                    <a:pt x="0" y="32661"/>
                    <a:pt x="0" y="21041"/>
                  </a:cubicBezTo>
                  <a:cubicBezTo>
                    <a:pt x="0" y="9420"/>
                    <a:pt x="9420" y="0"/>
                    <a:pt x="21041" y="0"/>
                  </a:cubicBezTo>
                  <a:cubicBezTo>
                    <a:pt x="32661" y="0"/>
                    <a:pt x="42081" y="9420"/>
                    <a:pt x="42081" y="21041"/>
                  </a:cubicBezTo>
                  <a:close/>
                </a:path>
              </a:pathLst>
            </a:custGeom>
            <a:solidFill>
              <a:srgbClr val="FFA500"/>
            </a:solidFill>
            <a:ln w="4674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0B53E700-F61E-3CAE-F4D8-9D140AAA900E}"/>
                </a:ext>
              </a:extLst>
            </p:cNvPr>
            <p:cNvSpPr/>
            <p:nvPr/>
          </p:nvSpPr>
          <p:spPr>
            <a:xfrm>
              <a:off x="1735338" y="2966943"/>
              <a:ext cx="42081" cy="42081"/>
            </a:xfrm>
            <a:custGeom>
              <a:avLst/>
              <a:gdLst>
                <a:gd name="connsiteX0" fmla="*/ 42081 w 42081"/>
                <a:gd name="connsiteY0" fmla="*/ 21041 h 42081"/>
                <a:gd name="connsiteX1" fmla="*/ 21041 w 42081"/>
                <a:gd name="connsiteY1" fmla="*/ 42081 h 42081"/>
                <a:gd name="connsiteX2" fmla="*/ 0 w 42081"/>
                <a:gd name="connsiteY2" fmla="*/ 21041 h 42081"/>
                <a:gd name="connsiteX3" fmla="*/ 21041 w 42081"/>
                <a:gd name="connsiteY3" fmla="*/ 0 h 42081"/>
                <a:gd name="connsiteX4" fmla="*/ 42081 w 42081"/>
                <a:gd name="connsiteY4" fmla="*/ 21041 h 42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081" h="42081">
                  <a:moveTo>
                    <a:pt x="42081" y="21041"/>
                  </a:moveTo>
                  <a:cubicBezTo>
                    <a:pt x="42081" y="32661"/>
                    <a:pt x="32661" y="42081"/>
                    <a:pt x="21041" y="42081"/>
                  </a:cubicBezTo>
                  <a:cubicBezTo>
                    <a:pt x="9420" y="42081"/>
                    <a:pt x="0" y="32661"/>
                    <a:pt x="0" y="21041"/>
                  </a:cubicBezTo>
                  <a:cubicBezTo>
                    <a:pt x="0" y="9420"/>
                    <a:pt x="9420" y="0"/>
                    <a:pt x="21041" y="0"/>
                  </a:cubicBezTo>
                  <a:cubicBezTo>
                    <a:pt x="32661" y="0"/>
                    <a:pt x="42081" y="9420"/>
                    <a:pt x="42081" y="21041"/>
                  </a:cubicBezTo>
                  <a:close/>
                </a:path>
              </a:pathLst>
            </a:custGeom>
            <a:solidFill>
              <a:srgbClr val="FFA500"/>
            </a:solidFill>
            <a:ln w="4674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A9819DD3-6606-3934-F3BE-EC21220F4737}"/>
                </a:ext>
              </a:extLst>
            </p:cNvPr>
            <p:cNvSpPr/>
            <p:nvPr/>
          </p:nvSpPr>
          <p:spPr>
            <a:xfrm>
              <a:off x="1907097" y="2570267"/>
              <a:ext cx="42081" cy="42081"/>
            </a:xfrm>
            <a:custGeom>
              <a:avLst/>
              <a:gdLst>
                <a:gd name="connsiteX0" fmla="*/ 42082 w 42081"/>
                <a:gd name="connsiteY0" fmla="*/ 21041 h 42081"/>
                <a:gd name="connsiteX1" fmla="*/ 21041 w 42081"/>
                <a:gd name="connsiteY1" fmla="*/ 42081 h 42081"/>
                <a:gd name="connsiteX2" fmla="*/ 0 w 42081"/>
                <a:gd name="connsiteY2" fmla="*/ 21041 h 42081"/>
                <a:gd name="connsiteX3" fmla="*/ 21041 w 42081"/>
                <a:gd name="connsiteY3" fmla="*/ 0 h 42081"/>
                <a:gd name="connsiteX4" fmla="*/ 42082 w 42081"/>
                <a:gd name="connsiteY4" fmla="*/ 21041 h 42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081" h="42081">
                  <a:moveTo>
                    <a:pt x="42082" y="21041"/>
                  </a:moveTo>
                  <a:cubicBezTo>
                    <a:pt x="42082" y="32661"/>
                    <a:pt x="32661" y="42081"/>
                    <a:pt x="21041" y="42081"/>
                  </a:cubicBezTo>
                  <a:cubicBezTo>
                    <a:pt x="9420" y="42081"/>
                    <a:pt x="0" y="32661"/>
                    <a:pt x="0" y="21041"/>
                  </a:cubicBezTo>
                  <a:cubicBezTo>
                    <a:pt x="0" y="9420"/>
                    <a:pt x="9420" y="0"/>
                    <a:pt x="21041" y="0"/>
                  </a:cubicBezTo>
                  <a:cubicBezTo>
                    <a:pt x="32661" y="0"/>
                    <a:pt x="42082" y="9420"/>
                    <a:pt x="42082" y="21041"/>
                  </a:cubicBezTo>
                  <a:close/>
                </a:path>
              </a:pathLst>
            </a:custGeom>
            <a:solidFill>
              <a:srgbClr val="FFA500"/>
            </a:solidFill>
            <a:ln w="4674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14F4D199-A855-07D9-C6E9-8F51D2C77425}"/>
                </a:ext>
              </a:extLst>
            </p:cNvPr>
            <p:cNvSpPr/>
            <p:nvPr/>
          </p:nvSpPr>
          <p:spPr>
            <a:xfrm>
              <a:off x="2078872" y="2492689"/>
              <a:ext cx="42081" cy="42081"/>
            </a:xfrm>
            <a:custGeom>
              <a:avLst/>
              <a:gdLst>
                <a:gd name="connsiteX0" fmla="*/ 42081 w 42081"/>
                <a:gd name="connsiteY0" fmla="*/ 21041 h 42081"/>
                <a:gd name="connsiteX1" fmla="*/ 21041 w 42081"/>
                <a:gd name="connsiteY1" fmla="*/ 42081 h 42081"/>
                <a:gd name="connsiteX2" fmla="*/ 0 w 42081"/>
                <a:gd name="connsiteY2" fmla="*/ 21041 h 42081"/>
                <a:gd name="connsiteX3" fmla="*/ 21041 w 42081"/>
                <a:gd name="connsiteY3" fmla="*/ 0 h 42081"/>
                <a:gd name="connsiteX4" fmla="*/ 42081 w 42081"/>
                <a:gd name="connsiteY4" fmla="*/ 21041 h 42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081" h="42081">
                  <a:moveTo>
                    <a:pt x="42081" y="21041"/>
                  </a:moveTo>
                  <a:cubicBezTo>
                    <a:pt x="42081" y="32661"/>
                    <a:pt x="32661" y="42081"/>
                    <a:pt x="21041" y="42081"/>
                  </a:cubicBezTo>
                  <a:cubicBezTo>
                    <a:pt x="9420" y="42081"/>
                    <a:pt x="0" y="32661"/>
                    <a:pt x="0" y="21041"/>
                  </a:cubicBezTo>
                  <a:cubicBezTo>
                    <a:pt x="0" y="9420"/>
                    <a:pt x="9420" y="0"/>
                    <a:pt x="21041" y="0"/>
                  </a:cubicBezTo>
                  <a:cubicBezTo>
                    <a:pt x="32661" y="0"/>
                    <a:pt x="42081" y="9420"/>
                    <a:pt x="42081" y="21041"/>
                  </a:cubicBezTo>
                  <a:close/>
                </a:path>
              </a:pathLst>
            </a:custGeom>
            <a:solidFill>
              <a:srgbClr val="FFA500"/>
            </a:solidFill>
            <a:ln w="4674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8FAA2F4C-6775-9B4D-84DB-3870C792FDC3}"/>
                </a:ext>
              </a:extLst>
            </p:cNvPr>
            <p:cNvSpPr/>
            <p:nvPr/>
          </p:nvSpPr>
          <p:spPr>
            <a:xfrm>
              <a:off x="2250631" y="2670139"/>
              <a:ext cx="42081" cy="42081"/>
            </a:xfrm>
            <a:custGeom>
              <a:avLst/>
              <a:gdLst>
                <a:gd name="connsiteX0" fmla="*/ 42082 w 42081"/>
                <a:gd name="connsiteY0" fmla="*/ 21041 h 42081"/>
                <a:gd name="connsiteX1" fmla="*/ 21041 w 42081"/>
                <a:gd name="connsiteY1" fmla="*/ 42081 h 42081"/>
                <a:gd name="connsiteX2" fmla="*/ 0 w 42081"/>
                <a:gd name="connsiteY2" fmla="*/ 21041 h 42081"/>
                <a:gd name="connsiteX3" fmla="*/ 21041 w 42081"/>
                <a:gd name="connsiteY3" fmla="*/ 0 h 42081"/>
                <a:gd name="connsiteX4" fmla="*/ 42082 w 42081"/>
                <a:gd name="connsiteY4" fmla="*/ 21041 h 42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081" h="42081">
                  <a:moveTo>
                    <a:pt x="42082" y="21041"/>
                  </a:moveTo>
                  <a:cubicBezTo>
                    <a:pt x="42082" y="32661"/>
                    <a:pt x="32661" y="42081"/>
                    <a:pt x="21041" y="42081"/>
                  </a:cubicBezTo>
                  <a:cubicBezTo>
                    <a:pt x="9420" y="42081"/>
                    <a:pt x="0" y="32661"/>
                    <a:pt x="0" y="21041"/>
                  </a:cubicBezTo>
                  <a:cubicBezTo>
                    <a:pt x="0" y="9420"/>
                    <a:pt x="9420" y="0"/>
                    <a:pt x="21041" y="0"/>
                  </a:cubicBezTo>
                  <a:cubicBezTo>
                    <a:pt x="32661" y="0"/>
                    <a:pt x="42082" y="9420"/>
                    <a:pt x="42082" y="21041"/>
                  </a:cubicBezTo>
                  <a:close/>
                </a:path>
              </a:pathLst>
            </a:custGeom>
            <a:solidFill>
              <a:srgbClr val="FFA500"/>
            </a:solidFill>
            <a:ln w="4674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DB8382B7-0C2B-8D0D-89C3-0238B0FAD58F}"/>
                </a:ext>
              </a:extLst>
            </p:cNvPr>
            <p:cNvSpPr/>
            <p:nvPr/>
          </p:nvSpPr>
          <p:spPr>
            <a:xfrm>
              <a:off x="2422405" y="2615791"/>
              <a:ext cx="42081" cy="42081"/>
            </a:xfrm>
            <a:custGeom>
              <a:avLst/>
              <a:gdLst>
                <a:gd name="connsiteX0" fmla="*/ 42081 w 42081"/>
                <a:gd name="connsiteY0" fmla="*/ 21041 h 42081"/>
                <a:gd name="connsiteX1" fmla="*/ 21041 w 42081"/>
                <a:gd name="connsiteY1" fmla="*/ 42081 h 42081"/>
                <a:gd name="connsiteX2" fmla="*/ 0 w 42081"/>
                <a:gd name="connsiteY2" fmla="*/ 21041 h 42081"/>
                <a:gd name="connsiteX3" fmla="*/ 21041 w 42081"/>
                <a:gd name="connsiteY3" fmla="*/ 0 h 42081"/>
                <a:gd name="connsiteX4" fmla="*/ 42081 w 42081"/>
                <a:gd name="connsiteY4" fmla="*/ 21041 h 42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081" h="42081">
                  <a:moveTo>
                    <a:pt x="42081" y="21041"/>
                  </a:moveTo>
                  <a:cubicBezTo>
                    <a:pt x="42081" y="32661"/>
                    <a:pt x="32661" y="42081"/>
                    <a:pt x="21041" y="42081"/>
                  </a:cubicBezTo>
                  <a:cubicBezTo>
                    <a:pt x="9420" y="42081"/>
                    <a:pt x="0" y="32661"/>
                    <a:pt x="0" y="21041"/>
                  </a:cubicBezTo>
                  <a:cubicBezTo>
                    <a:pt x="0" y="9420"/>
                    <a:pt x="9420" y="0"/>
                    <a:pt x="21041" y="0"/>
                  </a:cubicBezTo>
                  <a:cubicBezTo>
                    <a:pt x="32661" y="0"/>
                    <a:pt x="42081" y="9420"/>
                    <a:pt x="42081" y="21041"/>
                  </a:cubicBezTo>
                  <a:close/>
                </a:path>
              </a:pathLst>
            </a:custGeom>
            <a:solidFill>
              <a:srgbClr val="FFA500"/>
            </a:solidFill>
            <a:ln w="4674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453FF2E8-2898-463C-4E2B-961FEF0B126D}"/>
                </a:ext>
              </a:extLst>
            </p:cNvPr>
            <p:cNvSpPr/>
            <p:nvPr/>
          </p:nvSpPr>
          <p:spPr>
            <a:xfrm>
              <a:off x="2594180" y="2774068"/>
              <a:ext cx="42081" cy="42081"/>
            </a:xfrm>
            <a:custGeom>
              <a:avLst/>
              <a:gdLst>
                <a:gd name="connsiteX0" fmla="*/ 42082 w 42081"/>
                <a:gd name="connsiteY0" fmla="*/ 21041 h 42081"/>
                <a:gd name="connsiteX1" fmla="*/ 21041 w 42081"/>
                <a:gd name="connsiteY1" fmla="*/ 42081 h 42081"/>
                <a:gd name="connsiteX2" fmla="*/ 0 w 42081"/>
                <a:gd name="connsiteY2" fmla="*/ 21041 h 42081"/>
                <a:gd name="connsiteX3" fmla="*/ 21041 w 42081"/>
                <a:gd name="connsiteY3" fmla="*/ 0 h 42081"/>
                <a:gd name="connsiteX4" fmla="*/ 42082 w 42081"/>
                <a:gd name="connsiteY4" fmla="*/ 21041 h 42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081" h="42081">
                  <a:moveTo>
                    <a:pt x="42082" y="21041"/>
                  </a:moveTo>
                  <a:cubicBezTo>
                    <a:pt x="42082" y="32661"/>
                    <a:pt x="32661" y="42081"/>
                    <a:pt x="21041" y="42081"/>
                  </a:cubicBezTo>
                  <a:cubicBezTo>
                    <a:pt x="9420" y="42081"/>
                    <a:pt x="0" y="32661"/>
                    <a:pt x="0" y="21041"/>
                  </a:cubicBezTo>
                  <a:cubicBezTo>
                    <a:pt x="0" y="9420"/>
                    <a:pt x="9420" y="0"/>
                    <a:pt x="21041" y="0"/>
                  </a:cubicBezTo>
                  <a:cubicBezTo>
                    <a:pt x="32661" y="0"/>
                    <a:pt x="42082" y="9420"/>
                    <a:pt x="42082" y="21041"/>
                  </a:cubicBezTo>
                  <a:close/>
                </a:path>
              </a:pathLst>
            </a:custGeom>
            <a:solidFill>
              <a:srgbClr val="FFA500"/>
            </a:solidFill>
            <a:ln w="4674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5DEA3B93-78FB-1337-61A2-E75C86AE883A}"/>
                </a:ext>
              </a:extLst>
            </p:cNvPr>
            <p:cNvSpPr/>
            <p:nvPr/>
          </p:nvSpPr>
          <p:spPr>
            <a:xfrm>
              <a:off x="2765939" y="3068091"/>
              <a:ext cx="42081" cy="42081"/>
            </a:xfrm>
            <a:custGeom>
              <a:avLst/>
              <a:gdLst>
                <a:gd name="connsiteX0" fmla="*/ 42081 w 42081"/>
                <a:gd name="connsiteY0" fmla="*/ 21041 h 42081"/>
                <a:gd name="connsiteX1" fmla="*/ 21041 w 42081"/>
                <a:gd name="connsiteY1" fmla="*/ 42081 h 42081"/>
                <a:gd name="connsiteX2" fmla="*/ 0 w 42081"/>
                <a:gd name="connsiteY2" fmla="*/ 21041 h 42081"/>
                <a:gd name="connsiteX3" fmla="*/ 21041 w 42081"/>
                <a:gd name="connsiteY3" fmla="*/ 0 h 42081"/>
                <a:gd name="connsiteX4" fmla="*/ 42081 w 42081"/>
                <a:gd name="connsiteY4" fmla="*/ 21041 h 42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081" h="42081">
                  <a:moveTo>
                    <a:pt x="42081" y="21041"/>
                  </a:moveTo>
                  <a:cubicBezTo>
                    <a:pt x="42081" y="32661"/>
                    <a:pt x="32661" y="42081"/>
                    <a:pt x="21041" y="42081"/>
                  </a:cubicBezTo>
                  <a:cubicBezTo>
                    <a:pt x="9420" y="42081"/>
                    <a:pt x="0" y="32661"/>
                    <a:pt x="0" y="21041"/>
                  </a:cubicBezTo>
                  <a:cubicBezTo>
                    <a:pt x="0" y="9420"/>
                    <a:pt x="9420" y="0"/>
                    <a:pt x="21041" y="0"/>
                  </a:cubicBezTo>
                  <a:cubicBezTo>
                    <a:pt x="32661" y="0"/>
                    <a:pt x="42081" y="9420"/>
                    <a:pt x="42081" y="21041"/>
                  </a:cubicBezTo>
                  <a:close/>
                </a:path>
              </a:pathLst>
            </a:custGeom>
            <a:solidFill>
              <a:srgbClr val="FFA500"/>
            </a:solidFill>
            <a:ln w="4674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1C9DC699-57F9-8EC4-EB03-8A09FD7E9989}"/>
                </a:ext>
              </a:extLst>
            </p:cNvPr>
            <p:cNvSpPr/>
            <p:nvPr/>
          </p:nvSpPr>
          <p:spPr>
            <a:xfrm>
              <a:off x="2937713" y="3065884"/>
              <a:ext cx="42081" cy="42081"/>
            </a:xfrm>
            <a:custGeom>
              <a:avLst/>
              <a:gdLst>
                <a:gd name="connsiteX0" fmla="*/ 42081 w 42081"/>
                <a:gd name="connsiteY0" fmla="*/ 21041 h 42081"/>
                <a:gd name="connsiteX1" fmla="*/ 21041 w 42081"/>
                <a:gd name="connsiteY1" fmla="*/ 42081 h 42081"/>
                <a:gd name="connsiteX2" fmla="*/ 0 w 42081"/>
                <a:gd name="connsiteY2" fmla="*/ 21041 h 42081"/>
                <a:gd name="connsiteX3" fmla="*/ 21041 w 42081"/>
                <a:gd name="connsiteY3" fmla="*/ 0 h 42081"/>
                <a:gd name="connsiteX4" fmla="*/ 42081 w 42081"/>
                <a:gd name="connsiteY4" fmla="*/ 21041 h 42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081" h="42081">
                  <a:moveTo>
                    <a:pt x="42081" y="21041"/>
                  </a:moveTo>
                  <a:cubicBezTo>
                    <a:pt x="42081" y="32661"/>
                    <a:pt x="32661" y="42081"/>
                    <a:pt x="21041" y="42081"/>
                  </a:cubicBezTo>
                  <a:cubicBezTo>
                    <a:pt x="9420" y="42081"/>
                    <a:pt x="0" y="32661"/>
                    <a:pt x="0" y="21041"/>
                  </a:cubicBezTo>
                  <a:cubicBezTo>
                    <a:pt x="0" y="9420"/>
                    <a:pt x="9420" y="0"/>
                    <a:pt x="21041" y="0"/>
                  </a:cubicBezTo>
                  <a:cubicBezTo>
                    <a:pt x="32661" y="0"/>
                    <a:pt x="42081" y="9420"/>
                    <a:pt x="42081" y="21041"/>
                  </a:cubicBezTo>
                  <a:close/>
                </a:path>
              </a:pathLst>
            </a:custGeom>
            <a:solidFill>
              <a:srgbClr val="FFA500"/>
            </a:solidFill>
            <a:ln w="4674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2EDE67EF-2585-7CD6-E2ED-3C79A34FA534}"/>
                </a:ext>
              </a:extLst>
            </p:cNvPr>
            <p:cNvSpPr/>
            <p:nvPr/>
          </p:nvSpPr>
          <p:spPr>
            <a:xfrm>
              <a:off x="3109473" y="3337983"/>
              <a:ext cx="42081" cy="42081"/>
            </a:xfrm>
            <a:custGeom>
              <a:avLst/>
              <a:gdLst>
                <a:gd name="connsiteX0" fmla="*/ 42082 w 42081"/>
                <a:gd name="connsiteY0" fmla="*/ 21041 h 42081"/>
                <a:gd name="connsiteX1" fmla="*/ 21041 w 42081"/>
                <a:gd name="connsiteY1" fmla="*/ 42081 h 42081"/>
                <a:gd name="connsiteX2" fmla="*/ 0 w 42081"/>
                <a:gd name="connsiteY2" fmla="*/ 21041 h 42081"/>
                <a:gd name="connsiteX3" fmla="*/ 21041 w 42081"/>
                <a:gd name="connsiteY3" fmla="*/ 0 h 42081"/>
                <a:gd name="connsiteX4" fmla="*/ 42082 w 42081"/>
                <a:gd name="connsiteY4" fmla="*/ 21041 h 42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081" h="42081">
                  <a:moveTo>
                    <a:pt x="42082" y="21041"/>
                  </a:moveTo>
                  <a:cubicBezTo>
                    <a:pt x="42082" y="32661"/>
                    <a:pt x="32661" y="42081"/>
                    <a:pt x="21041" y="42081"/>
                  </a:cubicBezTo>
                  <a:cubicBezTo>
                    <a:pt x="9420" y="42081"/>
                    <a:pt x="0" y="32661"/>
                    <a:pt x="0" y="21041"/>
                  </a:cubicBezTo>
                  <a:cubicBezTo>
                    <a:pt x="0" y="9420"/>
                    <a:pt x="9420" y="0"/>
                    <a:pt x="21041" y="0"/>
                  </a:cubicBezTo>
                  <a:cubicBezTo>
                    <a:pt x="32661" y="0"/>
                    <a:pt x="42082" y="9420"/>
                    <a:pt x="42082" y="21041"/>
                  </a:cubicBezTo>
                  <a:close/>
                </a:path>
              </a:pathLst>
            </a:custGeom>
            <a:solidFill>
              <a:srgbClr val="FFA500"/>
            </a:solidFill>
            <a:ln w="4674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95" name="Freeform 94">
            <a:extLst>
              <a:ext uri="{FF2B5EF4-FFF2-40B4-BE49-F238E27FC236}">
                <a16:creationId xmlns:a16="http://schemas.microsoft.com/office/drawing/2014/main" id="{B8FA421A-A55D-2EF3-707E-9C7E7D532D92}"/>
              </a:ext>
            </a:extLst>
          </p:cNvPr>
          <p:cNvSpPr/>
          <p:nvPr/>
        </p:nvSpPr>
        <p:spPr>
          <a:xfrm>
            <a:off x="897535" y="2624733"/>
            <a:ext cx="2748286" cy="1495949"/>
          </a:xfrm>
          <a:custGeom>
            <a:avLst/>
            <a:gdLst>
              <a:gd name="connsiteX0" fmla="*/ 0 w 2748286"/>
              <a:gd name="connsiteY0" fmla="*/ 1495949 h 1495949"/>
              <a:gd name="connsiteX1" fmla="*/ 27761 w 2748286"/>
              <a:gd name="connsiteY1" fmla="*/ 1459479 h 1495949"/>
              <a:gd name="connsiteX2" fmla="*/ 55520 w 2748286"/>
              <a:gd name="connsiteY2" fmla="*/ 1422526 h 1495949"/>
              <a:gd name="connsiteX3" fmla="*/ 83280 w 2748286"/>
              <a:gd name="connsiteY3" fmla="*/ 1385120 h 1495949"/>
              <a:gd name="connsiteX4" fmla="*/ 111041 w 2748286"/>
              <a:gd name="connsiteY4" fmla="*/ 1347320 h 1495949"/>
              <a:gd name="connsiteX5" fmla="*/ 138802 w 2748286"/>
              <a:gd name="connsiteY5" fmla="*/ 1309184 h 1495949"/>
              <a:gd name="connsiteX6" fmla="*/ 166562 w 2748286"/>
              <a:gd name="connsiteY6" fmla="*/ 1270740 h 1495949"/>
              <a:gd name="connsiteX7" fmla="*/ 194323 w 2748286"/>
              <a:gd name="connsiteY7" fmla="*/ 1232063 h 1495949"/>
              <a:gd name="connsiteX8" fmla="*/ 222083 w 2748286"/>
              <a:gd name="connsiteY8" fmla="*/ 1193186 h 1495949"/>
              <a:gd name="connsiteX9" fmla="*/ 249844 w 2748286"/>
              <a:gd name="connsiteY9" fmla="*/ 1154172 h 1495949"/>
              <a:gd name="connsiteX10" fmla="*/ 277605 w 2748286"/>
              <a:gd name="connsiteY10" fmla="*/ 1115073 h 1495949"/>
              <a:gd name="connsiteX11" fmla="*/ 305364 w 2748286"/>
              <a:gd name="connsiteY11" fmla="*/ 1075947 h 1495949"/>
              <a:gd name="connsiteX12" fmla="*/ 333125 w 2748286"/>
              <a:gd name="connsiteY12" fmla="*/ 1036848 h 1495949"/>
              <a:gd name="connsiteX13" fmla="*/ 360885 w 2748286"/>
              <a:gd name="connsiteY13" fmla="*/ 997835 h 1495949"/>
              <a:gd name="connsiteX14" fmla="*/ 388646 w 2748286"/>
              <a:gd name="connsiteY14" fmla="*/ 958963 h 1495949"/>
              <a:gd name="connsiteX15" fmla="*/ 416406 w 2748286"/>
              <a:gd name="connsiteY15" fmla="*/ 920292 h 1495949"/>
              <a:gd name="connsiteX16" fmla="*/ 444167 w 2748286"/>
              <a:gd name="connsiteY16" fmla="*/ 881883 h 1495949"/>
              <a:gd name="connsiteX17" fmla="*/ 471928 w 2748286"/>
              <a:gd name="connsiteY17" fmla="*/ 843790 h 1495949"/>
              <a:gd name="connsiteX18" fmla="*/ 499688 w 2748286"/>
              <a:gd name="connsiteY18" fmla="*/ 806076 h 1495949"/>
              <a:gd name="connsiteX19" fmla="*/ 527449 w 2748286"/>
              <a:gd name="connsiteY19" fmla="*/ 768801 h 1495949"/>
              <a:gd name="connsiteX20" fmla="*/ 555209 w 2748286"/>
              <a:gd name="connsiteY20" fmla="*/ 732023 h 1495949"/>
              <a:gd name="connsiteX21" fmla="*/ 582969 w 2748286"/>
              <a:gd name="connsiteY21" fmla="*/ 695802 h 1495949"/>
              <a:gd name="connsiteX22" fmla="*/ 610729 w 2748286"/>
              <a:gd name="connsiteY22" fmla="*/ 660198 h 1495949"/>
              <a:gd name="connsiteX23" fmla="*/ 638490 w 2748286"/>
              <a:gd name="connsiteY23" fmla="*/ 625271 h 1495949"/>
              <a:gd name="connsiteX24" fmla="*/ 666250 w 2748286"/>
              <a:gd name="connsiteY24" fmla="*/ 591078 h 1495949"/>
              <a:gd name="connsiteX25" fmla="*/ 694011 w 2748286"/>
              <a:gd name="connsiteY25" fmla="*/ 557679 h 1495949"/>
              <a:gd name="connsiteX26" fmla="*/ 721772 w 2748286"/>
              <a:gd name="connsiteY26" fmla="*/ 525130 h 1495949"/>
              <a:gd name="connsiteX27" fmla="*/ 749532 w 2748286"/>
              <a:gd name="connsiteY27" fmla="*/ 493487 h 1495949"/>
              <a:gd name="connsiteX28" fmla="*/ 777293 w 2748286"/>
              <a:gd name="connsiteY28" fmla="*/ 462808 h 1495949"/>
              <a:gd name="connsiteX29" fmla="*/ 805054 w 2748286"/>
              <a:gd name="connsiteY29" fmla="*/ 433145 h 1495949"/>
              <a:gd name="connsiteX30" fmla="*/ 832813 w 2748286"/>
              <a:gd name="connsiteY30" fmla="*/ 404552 h 1495949"/>
              <a:gd name="connsiteX31" fmla="*/ 860568 w 2748286"/>
              <a:gd name="connsiteY31" fmla="*/ 377081 h 1495949"/>
              <a:gd name="connsiteX32" fmla="*/ 888330 w 2748286"/>
              <a:gd name="connsiteY32" fmla="*/ 350778 h 1495949"/>
              <a:gd name="connsiteX33" fmla="*/ 916092 w 2748286"/>
              <a:gd name="connsiteY33" fmla="*/ 325696 h 1495949"/>
              <a:gd name="connsiteX34" fmla="*/ 943854 w 2748286"/>
              <a:gd name="connsiteY34" fmla="*/ 301876 h 1495949"/>
              <a:gd name="connsiteX35" fmla="*/ 971616 w 2748286"/>
              <a:gd name="connsiteY35" fmla="*/ 279362 h 1495949"/>
              <a:gd name="connsiteX36" fmla="*/ 999378 w 2748286"/>
              <a:gd name="connsiteY36" fmla="*/ 258198 h 1495949"/>
              <a:gd name="connsiteX37" fmla="*/ 1027140 w 2748286"/>
              <a:gd name="connsiteY37" fmla="*/ 238418 h 1495949"/>
              <a:gd name="connsiteX38" fmla="*/ 1054902 w 2748286"/>
              <a:gd name="connsiteY38" fmla="*/ 220058 h 1495949"/>
              <a:gd name="connsiteX39" fmla="*/ 1082664 w 2748286"/>
              <a:gd name="connsiteY39" fmla="*/ 203154 h 1495949"/>
              <a:gd name="connsiteX40" fmla="*/ 1110412 w 2748286"/>
              <a:gd name="connsiteY40" fmla="*/ 187733 h 1495949"/>
              <a:gd name="connsiteX41" fmla="*/ 1138174 w 2748286"/>
              <a:gd name="connsiteY41" fmla="*/ 173823 h 1495949"/>
              <a:gd name="connsiteX42" fmla="*/ 1165936 w 2748286"/>
              <a:gd name="connsiteY42" fmla="*/ 161444 h 1495949"/>
              <a:gd name="connsiteX43" fmla="*/ 1193698 w 2748286"/>
              <a:gd name="connsiteY43" fmla="*/ 150618 h 1495949"/>
              <a:gd name="connsiteX44" fmla="*/ 1221460 w 2748286"/>
              <a:gd name="connsiteY44" fmla="*/ 141362 h 1495949"/>
              <a:gd name="connsiteX45" fmla="*/ 1249222 w 2748286"/>
              <a:gd name="connsiteY45" fmla="*/ 133688 h 1495949"/>
              <a:gd name="connsiteX46" fmla="*/ 1276984 w 2748286"/>
              <a:gd name="connsiteY46" fmla="*/ 127602 h 1495949"/>
              <a:gd name="connsiteX47" fmla="*/ 1304746 w 2748286"/>
              <a:gd name="connsiteY47" fmla="*/ 123115 h 1495949"/>
              <a:gd name="connsiteX48" fmla="*/ 1332508 w 2748286"/>
              <a:gd name="connsiteY48" fmla="*/ 120223 h 1495949"/>
              <a:gd name="connsiteX49" fmla="*/ 1360256 w 2748286"/>
              <a:gd name="connsiteY49" fmla="*/ 118928 h 1495949"/>
              <a:gd name="connsiteX50" fmla="*/ 1388018 w 2748286"/>
              <a:gd name="connsiteY50" fmla="*/ 119225 h 1495949"/>
              <a:gd name="connsiteX51" fmla="*/ 1415780 w 2748286"/>
              <a:gd name="connsiteY51" fmla="*/ 121101 h 1495949"/>
              <a:gd name="connsiteX52" fmla="*/ 1443542 w 2748286"/>
              <a:gd name="connsiteY52" fmla="*/ 124547 h 1495949"/>
              <a:gd name="connsiteX53" fmla="*/ 1471304 w 2748286"/>
              <a:gd name="connsiteY53" fmla="*/ 129544 h 1495949"/>
              <a:gd name="connsiteX54" fmla="*/ 1499066 w 2748286"/>
              <a:gd name="connsiteY54" fmla="*/ 136074 h 1495949"/>
              <a:gd name="connsiteX55" fmla="*/ 1526828 w 2748286"/>
              <a:gd name="connsiteY55" fmla="*/ 144111 h 1495949"/>
              <a:gd name="connsiteX56" fmla="*/ 1554590 w 2748286"/>
              <a:gd name="connsiteY56" fmla="*/ 153632 h 1495949"/>
              <a:gd name="connsiteX57" fmla="*/ 1582352 w 2748286"/>
              <a:gd name="connsiteY57" fmla="*/ 164606 h 1495949"/>
              <a:gd name="connsiteX58" fmla="*/ 1610100 w 2748286"/>
              <a:gd name="connsiteY58" fmla="*/ 176999 h 1495949"/>
              <a:gd name="connsiteX59" fmla="*/ 1637862 w 2748286"/>
              <a:gd name="connsiteY59" fmla="*/ 190778 h 1495949"/>
              <a:gd name="connsiteX60" fmla="*/ 1665624 w 2748286"/>
              <a:gd name="connsiteY60" fmla="*/ 205903 h 1495949"/>
              <a:gd name="connsiteX61" fmla="*/ 1693386 w 2748286"/>
              <a:gd name="connsiteY61" fmla="*/ 222333 h 1495949"/>
              <a:gd name="connsiteX62" fmla="*/ 1721148 w 2748286"/>
              <a:gd name="connsiteY62" fmla="*/ 240028 h 1495949"/>
              <a:gd name="connsiteX63" fmla="*/ 1748910 w 2748286"/>
              <a:gd name="connsiteY63" fmla="*/ 258940 h 1495949"/>
              <a:gd name="connsiteX64" fmla="*/ 1776672 w 2748286"/>
              <a:gd name="connsiteY64" fmla="*/ 279023 h 1495949"/>
              <a:gd name="connsiteX65" fmla="*/ 1804434 w 2748286"/>
              <a:gd name="connsiteY65" fmla="*/ 300229 h 1495949"/>
              <a:gd name="connsiteX66" fmla="*/ 1832196 w 2748286"/>
              <a:gd name="connsiteY66" fmla="*/ 322508 h 1495949"/>
              <a:gd name="connsiteX67" fmla="*/ 1859944 w 2748286"/>
              <a:gd name="connsiteY67" fmla="*/ 345806 h 1495949"/>
              <a:gd name="connsiteX68" fmla="*/ 1887706 w 2748286"/>
              <a:gd name="connsiteY68" fmla="*/ 370073 h 1495949"/>
              <a:gd name="connsiteX69" fmla="*/ 1915468 w 2748286"/>
              <a:gd name="connsiteY69" fmla="*/ 395253 h 1495949"/>
              <a:gd name="connsiteX70" fmla="*/ 1943230 w 2748286"/>
              <a:gd name="connsiteY70" fmla="*/ 421294 h 1495949"/>
              <a:gd name="connsiteX71" fmla="*/ 1970992 w 2748286"/>
              <a:gd name="connsiteY71" fmla="*/ 448140 h 1495949"/>
              <a:gd name="connsiteX72" fmla="*/ 1998754 w 2748286"/>
              <a:gd name="connsiteY72" fmla="*/ 475735 h 1495949"/>
              <a:gd name="connsiteX73" fmla="*/ 2026516 w 2748286"/>
              <a:gd name="connsiteY73" fmla="*/ 504026 h 1495949"/>
              <a:gd name="connsiteX74" fmla="*/ 2054279 w 2748286"/>
              <a:gd name="connsiteY74" fmla="*/ 532956 h 1495949"/>
              <a:gd name="connsiteX75" fmla="*/ 2082041 w 2748286"/>
              <a:gd name="connsiteY75" fmla="*/ 562470 h 1495949"/>
              <a:gd name="connsiteX76" fmla="*/ 2109788 w 2748286"/>
              <a:gd name="connsiteY76" fmla="*/ 592514 h 1495949"/>
              <a:gd name="connsiteX77" fmla="*/ 2137550 w 2748286"/>
              <a:gd name="connsiteY77" fmla="*/ 623032 h 1495949"/>
              <a:gd name="connsiteX78" fmla="*/ 2165312 w 2748286"/>
              <a:gd name="connsiteY78" fmla="*/ 653972 h 1495949"/>
              <a:gd name="connsiteX79" fmla="*/ 2193074 w 2748286"/>
              <a:gd name="connsiteY79" fmla="*/ 685281 h 1495949"/>
              <a:gd name="connsiteX80" fmla="*/ 2220836 w 2748286"/>
              <a:gd name="connsiteY80" fmla="*/ 716906 h 1495949"/>
              <a:gd name="connsiteX81" fmla="*/ 2248598 w 2748286"/>
              <a:gd name="connsiteY81" fmla="*/ 748796 h 1495949"/>
              <a:gd name="connsiteX82" fmla="*/ 2276361 w 2748286"/>
              <a:gd name="connsiteY82" fmla="*/ 780902 h 1495949"/>
              <a:gd name="connsiteX83" fmla="*/ 2304123 w 2748286"/>
              <a:gd name="connsiteY83" fmla="*/ 813172 h 1495949"/>
              <a:gd name="connsiteX84" fmla="*/ 2331885 w 2748286"/>
              <a:gd name="connsiteY84" fmla="*/ 845561 h 1495949"/>
              <a:gd name="connsiteX85" fmla="*/ 2359632 w 2748286"/>
              <a:gd name="connsiteY85" fmla="*/ 878021 h 1495949"/>
              <a:gd name="connsiteX86" fmla="*/ 2387394 w 2748286"/>
              <a:gd name="connsiteY86" fmla="*/ 910508 h 1495949"/>
              <a:gd name="connsiteX87" fmla="*/ 2415157 w 2748286"/>
              <a:gd name="connsiteY87" fmla="*/ 942976 h 1495949"/>
              <a:gd name="connsiteX88" fmla="*/ 2442919 w 2748286"/>
              <a:gd name="connsiteY88" fmla="*/ 975383 h 1495949"/>
              <a:gd name="connsiteX89" fmla="*/ 2470681 w 2748286"/>
              <a:gd name="connsiteY89" fmla="*/ 1007687 h 1495949"/>
              <a:gd name="connsiteX90" fmla="*/ 2498443 w 2748286"/>
              <a:gd name="connsiteY90" fmla="*/ 1039849 h 1495949"/>
              <a:gd name="connsiteX91" fmla="*/ 2526205 w 2748286"/>
              <a:gd name="connsiteY91" fmla="*/ 1071828 h 1495949"/>
              <a:gd name="connsiteX92" fmla="*/ 2553967 w 2748286"/>
              <a:gd name="connsiteY92" fmla="*/ 1103589 h 1495949"/>
              <a:gd name="connsiteX93" fmla="*/ 2581729 w 2748286"/>
              <a:gd name="connsiteY93" fmla="*/ 1135095 h 1495949"/>
              <a:gd name="connsiteX94" fmla="*/ 2609476 w 2748286"/>
              <a:gd name="connsiteY94" fmla="*/ 1166311 h 1495949"/>
              <a:gd name="connsiteX95" fmla="*/ 2637239 w 2748286"/>
              <a:gd name="connsiteY95" fmla="*/ 1197203 h 1495949"/>
              <a:gd name="connsiteX96" fmla="*/ 2665001 w 2748286"/>
              <a:gd name="connsiteY96" fmla="*/ 1227738 h 1495949"/>
              <a:gd name="connsiteX97" fmla="*/ 2692763 w 2748286"/>
              <a:gd name="connsiteY97" fmla="*/ 1257882 h 1495949"/>
              <a:gd name="connsiteX98" fmla="*/ 2720525 w 2748286"/>
              <a:gd name="connsiteY98" fmla="*/ 1287617 h 1495949"/>
              <a:gd name="connsiteX99" fmla="*/ 2748287 w 2748286"/>
              <a:gd name="connsiteY99" fmla="*/ 1316913 h 1495949"/>
              <a:gd name="connsiteX100" fmla="*/ 2748287 w 2748286"/>
              <a:gd name="connsiteY100" fmla="*/ 981780 h 1495949"/>
              <a:gd name="connsiteX101" fmla="*/ 2720525 w 2748286"/>
              <a:gd name="connsiteY101" fmla="*/ 969081 h 1495949"/>
              <a:gd name="connsiteX102" fmla="*/ 2692763 w 2748286"/>
              <a:gd name="connsiteY102" fmla="*/ 955164 h 1495949"/>
              <a:gd name="connsiteX103" fmla="*/ 2665001 w 2748286"/>
              <a:gd name="connsiteY103" fmla="*/ 940056 h 1495949"/>
              <a:gd name="connsiteX104" fmla="*/ 2637239 w 2748286"/>
              <a:gd name="connsiteY104" fmla="*/ 923785 h 1495949"/>
              <a:gd name="connsiteX105" fmla="*/ 2609476 w 2748286"/>
              <a:gd name="connsiteY105" fmla="*/ 906387 h 1495949"/>
              <a:gd name="connsiteX106" fmla="*/ 2581729 w 2748286"/>
              <a:gd name="connsiteY106" fmla="*/ 887898 h 1495949"/>
              <a:gd name="connsiteX107" fmla="*/ 2553967 w 2748286"/>
              <a:gd name="connsiteY107" fmla="*/ 868364 h 1495949"/>
              <a:gd name="connsiteX108" fmla="*/ 2526205 w 2748286"/>
              <a:gd name="connsiteY108" fmla="*/ 847828 h 1495949"/>
              <a:gd name="connsiteX109" fmla="*/ 2498443 w 2748286"/>
              <a:gd name="connsiteY109" fmla="*/ 826343 h 1495949"/>
              <a:gd name="connsiteX110" fmla="*/ 2470681 w 2748286"/>
              <a:gd name="connsiteY110" fmla="*/ 803959 h 1495949"/>
              <a:gd name="connsiteX111" fmla="*/ 2442919 w 2748286"/>
              <a:gd name="connsiteY111" fmla="*/ 780738 h 1495949"/>
              <a:gd name="connsiteX112" fmla="*/ 2415157 w 2748286"/>
              <a:gd name="connsiteY112" fmla="*/ 756739 h 1495949"/>
              <a:gd name="connsiteX113" fmla="*/ 2387394 w 2748286"/>
              <a:gd name="connsiteY113" fmla="*/ 732026 h 1495949"/>
              <a:gd name="connsiteX114" fmla="*/ 2359632 w 2748286"/>
              <a:gd name="connsiteY114" fmla="*/ 706665 h 1495949"/>
              <a:gd name="connsiteX115" fmla="*/ 2331885 w 2748286"/>
              <a:gd name="connsiteY115" fmla="*/ 680728 h 1495949"/>
              <a:gd name="connsiteX116" fmla="*/ 2304123 w 2748286"/>
              <a:gd name="connsiteY116" fmla="*/ 654283 h 1495949"/>
              <a:gd name="connsiteX117" fmla="*/ 2276361 w 2748286"/>
              <a:gd name="connsiteY117" fmla="*/ 627408 h 1495949"/>
              <a:gd name="connsiteX118" fmla="*/ 2248598 w 2748286"/>
              <a:gd name="connsiteY118" fmla="*/ 600180 h 1495949"/>
              <a:gd name="connsiteX119" fmla="*/ 2220836 w 2748286"/>
              <a:gd name="connsiteY119" fmla="*/ 572673 h 1495949"/>
              <a:gd name="connsiteX120" fmla="*/ 2193074 w 2748286"/>
              <a:gd name="connsiteY120" fmla="*/ 544970 h 1495949"/>
              <a:gd name="connsiteX121" fmla="*/ 2165312 w 2748286"/>
              <a:gd name="connsiteY121" fmla="*/ 517148 h 1495949"/>
              <a:gd name="connsiteX122" fmla="*/ 2137550 w 2748286"/>
              <a:gd name="connsiteY122" fmla="*/ 489291 h 1495949"/>
              <a:gd name="connsiteX123" fmla="*/ 2109788 w 2748286"/>
              <a:gd name="connsiteY123" fmla="*/ 461480 h 1495949"/>
              <a:gd name="connsiteX124" fmla="*/ 2082041 w 2748286"/>
              <a:gd name="connsiteY124" fmla="*/ 433797 h 1495949"/>
              <a:gd name="connsiteX125" fmla="*/ 2054279 w 2748286"/>
              <a:gd name="connsiteY125" fmla="*/ 406326 h 1495949"/>
              <a:gd name="connsiteX126" fmla="*/ 2026516 w 2748286"/>
              <a:gd name="connsiteY126" fmla="*/ 379145 h 1495949"/>
              <a:gd name="connsiteX127" fmla="*/ 1998754 w 2748286"/>
              <a:gd name="connsiteY127" fmla="*/ 352340 h 1495949"/>
              <a:gd name="connsiteX128" fmla="*/ 1970992 w 2748286"/>
              <a:gd name="connsiteY128" fmla="*/ 325990 h 1495949"/>
              <a:gd name="connsiteX129" fmla="*/ 1943230 w 2748286"/>
              <a:gd name="connsiteY129" fmla="*/ 300175 h 1495949"/>
              <a:gd name="connsiteX130" fmla="*/ 1915468 w 2748286"/>
              <a:gd name="connsiteY130" fmla="*/ 274972 h 1495949"/>
              <a:gd name="connsiteX131" fmla="*/ 1887706 w 2748286"/>
              <a:gd name="connsiteY131" fmla="*/ 250461 h 1495949"/>
              <a:gd name="connsiteX132" fmla="*/ 1859944 w 2748286"/>
              <a:gd name="connsiteY132" fmla="*/ 226712 h 1495949"/>
              <a:gd name="connsiteX133" fmla="*/ 1832196 w 2748286"/>
              <a:gd name="connsiteY133" fmla="*/ 203804 h 1495949"/>
              <a:gd name="connsiteX134" fmla="*/ 1804434 w 2748286"/>
              <a:gd name="connsiteY134" fmla="*/ 181805 h 1495949"/>
              <a:gd name="connsiteX135" fmla="*/ 1776672 w 2748286"/>
              <a:gd name="connsiteY135" fmla="*/ 160785 h 1495949"/>
              <a:gd name="connsiteX136" fmla="*/ 1748910 w 2748286"/>
              <a:gd name="connsiteY136" fmla="*/ 140808 h 1495949"/>
              <a:gd name="connsiteX137" fmla="*/ 1721148 w 2748286"/>
              <a:gd name="connsiteY137" fmla="*/ 121938 h 1495949"/>
              <a:gd name="connsiteX138" fmla="*/ 1693386 w 2748286"/>
              <a:gd name="connsiteY138" fmla="*/ 104236 h 1495949"/>
              <a:gd name="connsiteX139" fmla="*/ 1665624 w 2748286"/>
              <a:gd name="connsiteY139" fmla="*/ 87757 h 1495949"/>
              <a:gd name="connsiteX140" fmla="*/ 1637862 w 2748286"/>
              <a:gd name="connsiteY140" fmla="*/ 72557 h 1495949"/>
              <a:gd name="connsiteX141" fmla="*/ 1610100 w 2748286"/>
              <a:gd name="connsiteY141" fmla="*/ 58686 h 1495949"/>
              <a:gd name="connsiteX142" fmla="*/ 1582352 w 2748286"/>
              <a:gd name="connsiteY142" fmla="*/ 46189 h 1495949"/>
              <a:gd name="connsiteX143" fmla="*/ 1554590 w 2748286"/>
              <a:gd name="connsiteY143" fmla="*/ 35109 h 1495949"/>
              <a:gd name="connsiteX144" fmla="*/ 1526828 w 2748286"/>
              <a:gd name="connsiteY144" fmla="*/ 25486 h 1495949"/>
              <a:gd name="connsiteX145" fmla="*/ 1499066 w 2748286"/>
              <a:gd name="connsiteY145" fmla="*/ 17354 h 1495949"/>
              <a:gd name="connsiteX146" fmla="*/ 1471304 w 2748286"/>
              <a:gd name="connsiteY146" fmla="*/ 10744 h 1495949"/>
              <a:gd name="connsiteX147" fmla="*/ 1443542 w 2748286"/>
              <a:gd name="connsiteY147" fmla="*/ 5684 h 1495949"/>
              <a:gd name="connsiteX148" fmla="*/ 1415780 w 2748286"/>
              <a:gd name="connsiteY148" fmla="*/ 2196 h 1495949"/>
              <a:gd name="connsiteX149" fmla="*/ 1388018 w 2748286"/>
              <a:gd name="connsiteY149" fmla="*/ 297 h 1495949"/>
              <a:gd name="connsiteX150" fmla="*/ 1360256 w 2748286"/>
              <a:gd name="connsiteY150" fmla="*/ 0 h 1495949"/>
              <a:gd name="connsiteX151" fmla="*/ 1332508 w 2748286"/>
              <a:gd name="connsiteY151" fmla="*/ 1317 h 1495949"/>
              <a:gd name="connsiteX152" fmla="*/ 1304746 w 2748286"/>
              <a:gd name="connsiteY152" fmla="*/ 4251 h 1495949"/>
              <a:gd name="connsiteX153" fmla="*/ 1276984 w 2748286"/>
              <a:gd name="connsiteY153" fmla="*/ 8802 h 1495949"/>
              <a:gd name="connsiteX154" fmla="*/ 1249222 w 2748286"/>
              <a:gd name="connsiteY154" fmla="*/ 14967 h 1495949"/>
              <a:gd name="connsiteX155" fmla="*/ 1221460 w 2748286"/>
              <a:gd name="connsiteY155" fmla="*/ 22736 h 1495949"/>
              <a:gd name="connsiteX156" fmla="*/ 1193698 w 2748286"/>
              <a:gd name="connsiteY156" fmla="*/ 32094 h 1495949"/>
              <a:gd name="connsiteX157" fmla="*/ 1165936 w 2748286"/>
              <a:gd name="connsiteY157" fmla="*/ 43027 h 1495949"/>
              <a:gd name="connsiteX158" fmla="*/ 1138174 w 2748286"/>
              <a:gd name="connsiteY158" fmla="*/ 55508 h 1495949"/>
              <a:gd name="connsiteX159" fmla="*/ 1110412 w 2748286"/>
              <a:gd name="connsiteY159" fmla="*/ 69513 h 1495949"/>
              <a:gd name="connsiteX160" fmla="*/ 1082664 w 2748286"/>
              <a:gd name="connsiteY160" fmla="*/ 85009 h 1495949"/>
              <a:gd name="connsiteX161" fmla="*/ 1054902 w 2748286"/>
              <a:gd name="connsiteY161" fmla="*/ 101961 h 1495949"/>
              <a:gd name="connsiteX162" fmla="*/ 1027140 w 2748286"/>
              <a:gd name="connsiteY162" fmla="*/ 120328 h 1495949"/>
              <a:gd name="connsiteX163" fmla="*/ 999378 w 2748286"/>
              <a:gd name="connsiteY163" fmla="*/ 140064 h 1495949"/>
              <a:gd name="connsiteX164" fmla="*/ 971616 w 2748286"/>
              <a:gd name="connsiteY164" fmla="*/ 161124 h 1495949"/>
              <a:gd name="connsiteX165" fmla="*/ 943854 w 2748286"/>
              <a:gd name="connsiteY165" fmla="*/ 183452 h 1495949"/>
              <a:gd name="connsiteX166" fmla="*/ 916092 w 2748286"/>
              <a:gd name="connsiteY166" fmla="*/ 206993 h 1495949"/>
              <a:gd name="connsiteX167" fmla="*/ 888330 w 2748286"/>
              <a:gd name="connsiteY167" fmla="*/ 231686 h 1495949"/>
              <a:gd name="connsiteX168" fmla="*/ 860568 w 2748286"/>
              <a:gd name="connsiteY168" fmla="*/ 257468 h 1495949"/>
              <a:gd name="connsiteX169" fmla="*/ 832813 w 2748286"/>
              <a:gd name="connsiteY169" fmla="*/ 284272 h 1495949"/>
              <a:gd name="connsiteX170" fmla="*/ 805054 w 2748286"/>
              <a:gd name="connsiteY170" fmla="*/ 312027 h 1495949"/>
              <a:gd name="connsiteX171" fmla="*/ 777293 w 2748286"/>
              <a:gd name="connsiteY171" fmla="*/ 340658 h 1495949"/>
              <a:gd name="connsiteX172" fmla="*/ 749532 w 2748286"/>
              <a:gd name="connsiteY172" fmla="*/ 370092 h 1495949"/>
              <a:gd name="connsiteX173" fmla="*/ 721772 w 2748286"/>
              <a:gd name="connsiteY173" fmla="*/ 400249 h 1495949"/>
              <a:gd name="connsiteX174" fmla="*/ 694011 w 2748286"/>
              <a:gd name="connsiteY174" fmla="*/ 431047 h 1495949"/>
              <a:gd name="connsiteX175" fmla="*/ 666250 w 2748286"/>
              <a:gd name="connsiteY175" fmla="*/ 462405 h 1495949"/>
              <a:gd name="connsiteX176" fmla="*/ 638490 w 2748286"/>
              <a:gd name="connsiteY176" fmla="*/ 494238 h 1495949"/>
              <a:gd name="connsiteX177" fmla="*/ 610729 w 2748286"/>
              <a:gd name="connsiteY177" fmla="*/ 526457 h 1495949"/>
              <a:gd name="connsiteX178" fmla="*/ 582969 w 2748286"/>
              <a:gd name="connsiteY178" fmla="*/ 558978 h 1495949"/>
              <a:gd name="connsiteX179" fmla="*/ 555209 w 2748286"/>
              <a:gd name="connsiteY179" fmla="*/ 591711 h 1495949"/>
              <a:gd name="connsiteX180" fmla="*/ 527449 w 2748286"/>
              <a:gd name="connsiteY180" fmla="*/ 624568 h 1495949"/>
              <a:gd name="connsiteX181" fmla="*/ 499688 w 2748286"/>
              <a:gd name="connsiteY181" fmla="*/ 657460 h 1495949"/>
              <a:gd name="connsiteX182" fmla="*/ 471928 w 2748286"/>
              <a:gd name="connsiteY182" fmla="*/ 690298 h 1495949"/>
              <a:gd name="connsiteX183" fmla="*/ 444167 w 2748286"/>
              <a:gd name="connsiteY183" fmla="*/ 722993 h 1495949"/>
              <a:gd name="connsiteX184" fmla="*/ 416406 w 2748286"/>
              <a:gd name="connsiteY184" fmla="*/ 755459 h 1495949"/>
              <a:gd name="connsiteX185" fmla="*/ 388646 w 2748286"/>
              <a:gd name="connsiteY185" fmla="*/ 787607 h 1495949"/>
              <a:gd name="connsiteX186" fmla="*/ 360885 w 2748286"/>
              <a:gd name="connsiteY186" fmla="*/ 819352 h 1495949"/>
              <a:gd name="connsiteX187" fmla="*/ 333125 w 2748286"/>
              <a:gd name="connsiteY187" fmla="*/ 850611 h 1495949"/>
              <a:gd name="connsiteX188" fmla="*/ 305364 w 2748286"/>
              <a:gd name="connsiteY188" fmla="*/ 881303 h 1495949"/>
              <a:gd name="connsiteX189" fmla="*/ 277605 w 2748286"/>
              <a:gd name="connsiteY189" fmla="*/ 911346 h 1495949"/>
              <a:gd name="connsiteX190" fmla="*/ 249844 w 2748286"/>
              <a:gd name="connsiteY190" fmla="*/ 940665 h 1495949"/>
              <a:gd name="connsiteX191" fmla="*/ 222083 w 2748286"/>
              <a:gd name="connsiteY191" fmla="*/ 969186 h 1495949"/>
              <a:gd name="connsiteX192" fmla="*/ 194323 w 2748286"/>
              <a:gd name="connsiteY192" fmla="*/ 996835 h 1495949"/>
              <a:gd name="connsiteX193" fmla="*/ 166562 w 2748286"/>
              <a:gd name="connsiteY193" fmla="*/ 1023548 h 1495949"/>
              <a:gd name="connsiteX194" fmla="*/ 138802 w 2748286"/>
              <a:gd name="connsiteY194" fmla="*/ 1049260 h 1495949"/>
              <a:gd name="connsiteX195" fmla="*/ 111041 w 2748286"/>
              <a:gd name="connsiteY195" fmla="*/ 1073909 h 1495949"/>
              <a:gd name="connsiteX196" fmla="*/ 83280 w 2748286"/>
              <a:gd name="connsiteY196" fmla="*/ 1097441 h 1495949"/>
              <a:gd name="connsiteX197" fmla="*/ 55520 w 2748286"/>
              <a:gd name="connsiteY197" fmla="*/ 1119799 h 1495949"/>
              <a:gd name="connsiteX198" fmla="*/ 27761 w 2748286"/>
              <a:gd name="connsiteY198" fmla="*/ 1140940 h 1495949"/>
              <a:gd name="connsiteX199" fmla="*/ 0 w 2748286"/>
              <a:gd name="connsiteY199" fmla="*/ 1160817 h 14959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</a:cxnLst>
            <a:rect l="l" t="t" r="r" b="b"/>
            <a:pathLst>
              <a:path w="2748286" h="1495949">
                <a:moveTo>
                  <a:pt x="0" y="1495949"/>
                </a:moveTo>
                <a:lnTo>
                  <a:pt x="27761" y="1459479"/>
                </a:lnTo>
                <a:lnTo>
                  <a:pt x="55520" y="1422526"/>
                </a:lnTo>
                <a:lnTo>
                  <a:pt x="83280" y="1385120"/>
                </a:lnTo>
                <a:lnTo>
                  <a:pt x="111041" y="1347320"/>
                </a:lnTo>
                <a:lnTo>
                  <a:pt x="138802" y="1309184"/>
                </a:lnTo>
                <a:lnTo>
                  <a:pt x="166562" y="1270740"/>
                </a:lnTo>
                <a:lnTo>
                  <a:pt x="194323" y="1232063"/>
                </a:lnTo>
                <a:lnTo>
                  <a:pt x="222083" y="1193186"/>
                </a:lnTo>
                <a:lnTo>
                  <a:pt x="249844" y="1154172"/>
                </a:lnTo>
                <a:lnTo>
                  <a:pt x="277605" y="1115073"/>
                </a:lnTo>
                <a:lnTo>
                  <a:pt x="305364" y="1075947"/>
                </a:lnTo>
                <a:lnTo>
                  <a:pt x="333125" y="1036848"/>
                </a:lnTo>
                <a:lnTo>
                  <a:pt x="360885" y="997835"/>
                </a:lnTo>
                <a:lnTo>
                  <a:pt x="388646" y="958963"/>
                </a:lnTo>
                <a:lnTo>
                  <a:pt x="416406" y="920292"/>
                </a:lnTo>
                <a:lnTo>
                  <a:pt x="444167" y="881883"/>
                </a:lnTo>
                <a:lnTo>
                  <a:pt x="471928" y="843790"/>
                </a:lnTo>
                <a:lnTo>
                  <a:pt x="499688" y="806076"/>
                </a:lnTo>
                <a:lnTo>
                  <a:pt x="527449" y="768801"/>
                </a:lnTo>
                <a:lnTo>
                  <a:pt x="555209" y="732023"/>
                </a:lnTo>
                <a:lnTo>
                  <a:pt x="582969" y="695802"/>
                </a:lnTo>
                <a:lnTo>
                  <a:pt x="610729" y="660198"/>
                </a:lnTo>
                <a:lnTo>
                  <a:pt x="638490" y="625271"/>
                </a:lnTo>
                <a:lnTo>
                  <a:pt x="666250" y="591078"/>
                </a:lnTo>
                <a:lnTo>
                  <a:pt x="694011" y="557679"/>
                </a:lnTo>
                <a:lnTo>
                  <a:pt x="721772" y="525130"/>
                </a:lnTo>
                <a:lnTo>
                  <a:pt x="749532" y="493487"/>
                </a:lnTo>
                <a:lnTo>
                  <a:pt x="777293" y="462808"/>
                </a:lnTo>
                <a:lnTo>
                  <a:pt x="805054" y="433145"/>
                </a:lnTo>
                <a:lnTo>
                  <a:pt x="832813" y="404552"/>
                </a:lnTo>
                <a:lnTo>
                  <a:pt x="860568" y="377081"/>
                </a:lnTo>
                <a:lnTo>
                  <a:pt x="888330" y="350778"/>
                </a:lnTo>
                <a:lnTo>
                  <a:pt x="916092" y="325696"/>
                </a:lnTo>
                <a:lnTo>
                  <a:pt x="943854" y="301876"/>
                </a:lnTo>
                <a:lnTo>
                  <a:pt x="971616" y="279362"/>
                </a:lnTo>
                <a:lnTo>
                  <a:pt x="999378" y="258198"/>
                </a:lnTo>
                <a:lnTo>
                  <a:pt x="1027140" y="238418"/>
                </a:lnTo>
                <a:lnTo>
                  <a:pt x="1054902" y="220058"/>
                </a:lnTo>
                <a:lnTo>
                  <a:pt x="1082664" y="203154"/>
                </a:lnTo>
                <a:lnTo>
                  <a:pt x="1110412" y="187733"/>
                </a:lnTo>
                <a:lnTo>
                  <a:pt x="1138174" y="173823"/>
                </a:lnTo>
                <a:lnTo>
                  <a:pt x="1165936" y="161444"/>
                </a:lnTo>
                <a:lnTo>
                  <a:pt x="1193698" y="150618"/>
                </a:lnTo>
                <a:lnTo>
                  <a:pt x="1221460" y="141362"/>
                </a:lnTo>
                <a:lnTo>
                  <a:pt x="1249222" y="133688"/>
                </a:lnTo>
                <a:lnTo>
                  <a:pt x="1276984" y="127602"/>
                </a:lnTo>
                <a:lnTo>
                  <a:pt x="1304746" y="123115"/>
                </a:lnTo>
                <a:lnTo>
                  <a:pt x="1332508" y="120223"/>
                </a:lnTo>
                <a:lnTo>
                  <a:pt x="1360256" y="118928"/>
                </a:lnTo>
                <a:lnTo>
                  <a:pt x="1388018" y="119225"/>
                </a:lnTo>
                <a:lnTo>
                  <a:pt x="1415780" y="121101"/>
                </a:lnTo>
                <a:lnTo>
                  <a:pt x="1443542" y="124547"/>
                </a:lnTo>
                <a:lnTo>
                  <a:pt x="1471304" y="129544"/>
                </a:lnTo>
                <a:lnTo>
                  <a:pt x="1499066" y="136074"/>
                </a:lnTo>
                <a:lnTo>
                  <a:pt x="1526828" y="144111"/>
                </a:lnTo>
                <a:lnTo>
                  <a:pt x="1554590" y="153632"/>
                </a:lnTo>
                <a:lnTo>
                  <a:pt x="1582352" y="164606"/>
                </a:lnTo>
                <a:lnTo>
                  <a:pt x="1610100" y="176999"/>
                </a:lnTo>
                <a:lnTo>
                  <a:pt x="1637862" y="190778"/>
                </a:lnTo>
                <a:lnTo>
                  <a:pt x="1665624" y="205903"/>
                </a:lnTo>
                <a:lnTo>
                  <a:pt x="1693386" y="222333"/>
                </a:lnTo>
                <a:lnTo>
                  <a:pt x="1721148" y="240028"/>
                </a:lnTo>
                <a:lnTo>
                  <a:pt x="1748910" y="258940"/>
                </a:lnTo>
                <a:lnTo>
                  <a:pt x="1776672" y="279023"/>
                </a:lnTo>
                <a:lnTo>
                  <a:pt x="1804434" y="300229"/>
                </a:lnTo>
                <a:lnTo>
                  <a:pt x="1832196" y="322508"/>
                </a:lnTo>
                <a:lnTo>
                  <a:pt x="1859944" y="345806"/>
                </a:lnTo>
                <a:lnTo>
                  <a:pt x="1887706" y="370073"/>
                </a:lnTo>
                <a:lnTo>
                  <a:pt x="1915468" y="395253"/>
                </a:lnTo>
                <a:lnTo>
                  <a:pt x="1943230" y="421294"/>
                </a:lnTo>
                <a:lnTo>
                  <a:pt x="1970992" y="448140"/>
                </a:lnTo>
                <a:lnTo>
                  <a:pt x="1998754" y="475735"/>
                </a:lnTo>
                <a:lnTo>
                  <a:pt x="2026516" y="504026"/>
                </a:lnTo>
                <a:lnTo>
                  <a:pt x="2054279" y="532956"/>
                </a:lnTo>
                <a:lnTo>
                  <a:pt x="2082041" y="562470"/>
                </a:lnTo>
                <a:lnTo>
                  <a:pt x="2109788" y="592514"/>
                </a:lnTo>
                <a:lnTo>
                  <a:pt x="2137550" y="623032"/>
                </a:lnTo>
                <a:lnTo>
                  <a:pt x="2165312" y="653972"/>
                </a:lnTo>
                <a:lnTo>
                  <a:pt x="2193074" y="685281"/>
                </a:lnTo>
                <a:lnTo>
                  <a:pt x="2220836" y="716906"/>
                </a:lnTo>
                <a:lnTo>
                  <a:pt x="2248598" y="748796"/>
                </a:lnTo>
                <a:lnTo>
                  <a:pt x="2276361" y="780902"/>
                </a:lnTo>
                <a:lnTo>
                  <a:pt x="2304123" y="813172"/>
                </a:lnTo>
                <a:lnTo>
                  <a:pt x="2331885" y="845561"/>
                </a:lnTo>
                <a:lnTo>
                  <a:pt x="2359632" y="878021"/>
                </a:lnTo>
                <a:lnTo>
                  <a:pt x="2387394" y="910508"/>
                </a:lnTo>
                <a:lnTo>
                  <a:pt x="2415157" y="942976"/>
                </a:lnTo>
                <a:lnTo>
                  <a:pt x="2442919" y="975383"/>
                </a:lnTo>
                <a:lnTo>
                  <a:pt x="2470681" y="1007687"/>
                </a:lnTo>
                <a:lnTo>
                  <a:pt x="2498443" y="1039849"/>
                </a:lnTo>
                <a:lnTo>
                  <a:pt x="2526205" y="1071828"/>
                </a:lnTo>
                <a:lnTo>
                  <a:pt x="2553967" y="1103589"/>
                </a:lnTo>
                <a:lnTo>
                  <a:pt x="2581729" y="1135095"/>
                </a:lnTo>
                <a:lnTo>
                  <a:pt x="2609476" y="1166311"/>
                </a:lnTo>
                <a:lnTo>
                  <a:pt x="2637239" y="1197203"/>
                </a:lnTo>
                <a:lnTo>
                  <a:pt x="2665001" y="1227738"/>
                </a:lnTo>
                <a:lnTo>
                  <a:pt x="2692763" y="1257882"/>
                </a:lnTo>
                <a:lnTo>
                  <a:pt x="2720525" y="1287617"/>
                </a:lnTo>
                <a:lnTo>
                  <a:pt x="2748287" y="1316913"/>
                </a:lnTo>
                <a:lnTo>
                  <a:pt x="2748287" y="981780"/>
                </a:lnTo>
                <a:lnTo>
                  <a:pt x="2720525" y="969081"/>
                </a:lnTo>
                <a:lnTo>
                  <a:pt x="2692763" y="955164"/>
                </a:lnTo>
                <a:lnTo>
                  <a:pt x="2665001" y="940056"/>
                </a:lnTo>
                <a:lnTo>
                  <a:pt x="2637239" y="923785"/>
                </a:lnTo>
                <a:lnTo>
                  <a:pt x="2609476" y="906387"/>
                </a:lnTo>
                <a:lnTo>
                  <a:pt x="2581729" y="887898"/>
                </a:lnTo>
                <a:lnTo>
                  <a:pt x="2553967" y="868364"/>
                </a:lnTo>
                <a:lnTo>
                  <a:pt x="2526205" y="847828"/>
                </a:lnTo>
                <a:lnTo>
                  <a:pt x="2498443" y="826343"/>
                </a:lnTo>
                <a:lnTo>
                  <a:pt x="2470681" y="803959"/>
                </a:lnTo>
                <a:lnTo>
                  <a:pt x="2442919" y="780738"/>
                </a:lnTo>
                <a:lnTo>
                  <a:pt x="2415157" y="756739"/>
                </a:lnTo>
                <a:lnTo>
                  <a:pt x="2387394" y="732026"/>
                </a:lnTo>
                <a:lnTo>
                  <a:pt x="2359632" y="706665"/>
                </a:lnTo>
                <a:lnTo>
                  <a:pt x="2331885" y="680728"/>
                </a:lnTo>
                <a:lnTo>
                  <a:pt x="2304123" y="654283"/>
                </a:lnTo>
                <a:lnTo>
                  <a:pt x="2276361" y="627408"/>
                </a:lnTo>
                <a:lnTo>
                  <a:pt x="2248598" y="600180"/>
                </a:lnTo>
                <a:lnTo>
                  <a:pt x="2220836" y="572673"/>
                </a:lnTo>
                <a:lnTo>
                  <a:pt x="2193074" y="544970"/>
                </a:lnTo>
                <a:lnTo>
                  <a:pt x="2165312" y="517148"/>
                </a:lnTo>
                <a:lnTo>
                  <a:pt x="2137550" y="489291"/>
                </a:lnTo>
                <a:lnTo>
                  <a:pt x="2109788" y="461480"/>
                </a:lnTo>
                <a:lnTo>
                  <a:pt x="2082041" y="433797"/>
                </a:lnTo>
                <a:lnTo>
                  <a:pt x="2054279" y="406326"/>
                </a:lnTo>
                <a:lnTo>
                  <a:pt x="2026516" y="379145"/>
                </a:lnTo>
                <a:lnTo>
                  <a:pt x="1998754" y="352340"/>
                </a:lnTo>
                <a:lnTo>
                  <a:pt x="1970992" y="325990"/>
                </a:lnTo>
                <a:lnTo>
                  <a:pt x="1943230" y="300175"/>
                </a:lnTo>
                <a:lnTo>
                  <a:pt x="1915468" y="274972"/>
                </a:lnTo>
                <a:lnTo>
                  <a:pt x="1887706" y="250461"/>
                </a:lnTo>
                <a:lnTo>
                  <a:pt x="1859944" y="226712"/>
                </a:lnTo>
                <a:lnTo>
                  <a:pt x="1832196" y="203804"/>
                </a:lnTo>
                <a:lnTo>
                  <a:pt x="1804434" y="181805"/>
                </a:lnTo>
                <a:lnTo>
                  <a:pt x="1776672" y="160785"/>
                </a:lnTo>
                <a:lnTo>
                  <a:pt x="1748910" y="140808"/>
                </a:lnTo>
                <a:lnTo>
                  <a:pt x="1721148" y="121938"/>
                </a:lnTo>
                <a:lnTo>
                  <a:pt x="1693386" y="104236"/>
                </a:lnTo>
                <a:lnTo>
                  <a:pt x="1665624" y="87757"/>
                </a:lnTo>
                <a:lnTo>
                  <a:pt x="1637862" y="72557"/>
                </a:lnTo>
                <a:lnTo>
                  <a:pt x="1610100" y="58686"/>
                </a:lnTo>
                <a:lnTo>
                  <a:pt x="1582352" y="46189"/>
                </a:lnTo>
                <a:lnTo>
                  <a:pt x="1554590" y="35109"/>
                </a:lnTo>
                <a:lnTo>
                  <a:pt x="1526828" y="25486"/>
                </a:lnTo>
                <a:lnTo>
                  <a:pt x="1499066" y="17354"/>
                </a:lnTo>
                <a:lnTo>
                  <a:pt x="1471304" y="10744"/>
                </a:lnTo>
                <a:lnTo>
                  <a:pt x="1443542" y="5684"/>
                </a:lnTo>
                <a:lnTo>
                  <a:pt x="1415780" y="2196"/>
                </a:lnTo>
                <a:lnTo>
                  <a:pt x="1388018" y="297"/>
                </a:lnTo>
                <a:lnTo>
                  <a:pt x="1360256" y="0"/>
                </a:lnTo>
                <a:lnTo>
                  <a:pt x="1332508" y="1317"/>
                </a:lnTo>
                <a:lnTo>
                  <a:pt x="1304746" y="4251"/>
                </a:lnTo>
                <a:lnTo>
                  <a:pt x="1276984" y="8802"/>
                </a:lnTo>
                <a:lnTo>
                  <a:pt x="1249222" y="14967"/>
                </a:lnTo>
                <a:lnTo>
                  <a:pt x="1221460" y="22736"/>
                </a:lnTo>
                <a:lnTo>
                  <a:pt x="1193698" y="32094"/>
                </a:lnTo>
                <a:lnTo>
                  <a:pt x="1165936" y="43027"/>
                </a:lnTo>
                <a:lnTo>
                  <a:pt x="1138174" y="55508"/>
                </a:lnTo>
                <a:lnTo>
                  <a:pt x="1110412" y="69513"/>
                </a:lnTo>
                <a:lnTo>
                  <a:pt x="1082664" y="85009"/>
                </a:lnTo>
                <a:lnTo>
                  <a:pt x="1054902" y="101961"/>
                </a:lnTo>
                <a:lnTo>
                  <a:pt x="1027140" y="120328"/>
                </a:lnTo>
                <a:lnTo>
                  <a:pt x="999378" y="140064"/>
                </a:lnTo>
                <a:lnTo>
                  <a:pt x="971616" y="161124"/>
                </a:lnTo>
                <a:lnTo>
                  <a:pt x="943854" y="183452"/>
                </a:lnTo>
                <a:lnTo>
                  <a:pt x="916092" y="206993"/>
                </a:lnTo>
                <a:lnTo>
                  <a:pt x="888330" y="231686"/>
                </a:lnTo>
                <a:lnTo>
                  <a:pt x="860568" y="257468"/>
                </a:lnTo>
                <a:lnTo>
                  <a:pt x="832813" y="284272"/>
                </a:lnTo>
                <a:lnTo>
                  <a:pt x="805054" y="312027"/>
                </a:lnTo>
                <a:lnTo>
                  <a:pt x="777293" y="340658"/>
                </a:lnTo>
                <a:lnTo>
                  <a:pt x="749532" y="370092"/>
                </a:lnTo>
                <a:lnTo>
                  <a:pt x="721772" y="400249"/>
                </a:lnTo>
                <a:lnTo>
                  <a:pt x="694011" y="431047"/>
                </a:lnTo>
                <a:lnTo>
                  <a:pt x="666250" y="462405"/>
                </a:lnTo>
                <a:lnTo>
                  <a:pt x="638490" y="494238"/>
                </a:lnTo>
                <a:lnTo>
                  <a:pt x="610729" y="526457"/>
                </a:lnTo>
                <a:lnTo>
                  <a:pt x="582969" y="558978"/>
                </a:lnTo>
                <a:lnTo>
                  <a:pt x="555209" y="591711"/>
                </a:lnTo>
                <a:lnTo>
                  <a:pt x="527449" y="624568"/>
                </a:lnTo>
                <a:lnTo>
                  <a:pt x="499688" y="657460"/>
                </a:lnTo>
                <a:lnTo>
                  <a:pt x="471928" y="690298"/>
                </a:lnTo>
                <a:lnTo>
                  <a:pt x="444167" y="722993"/>
                </a:lnTo>
                <a:lnTo>
                  <a:pt x="416406" y="755459"/>
                </a:lnTo>
                <a:lnTo>
                  <a:pt x="388646" y="787607"/>
                </a:lnTo>
                <a:lnTo>
                  <a:pt x="360885" y="819352"/>
                </a:lnTo>
                <a:lnTo>
                  <a:pt x="333125" y="850611"/>
                </a:lnTo>
                <a:lnTo>
                  <a:pt x="305364" y="881303"/>
                </a:lnTo>
                <a:lnTo>
                  <a:pt x="277605" y="911346"/>
                </a:lnTo>
                <a:lnTo>
                  <a:pt x="249844" y="940665"/>
                </a:lnTo>
                <a:lnTo>
                  <a:pt x="222083" y="969186"/>
                </a:lnTo>
                <a:lnTo>
                  <a:pt x="194323" y="996835"/>
                </a:lnTo>
                <a:lnTo>
                  <a:pt x="166562" y="1023548"/>
                </a:lnTo>
                <a:lnTo>
                  <a:pt x="138802" y="1049260"/>
                </a:lnTo>
                <a:lnTo>
                  <a:pt x="111041" y="1073909"/>
                </a:lnTo>
                <a:lnTo>
                  <a:pt x="83280" y="1097441"/>
                </a:lnTo>
                <a:lnTo>
                  <a:pt x="55520" y="1119799"/>
                </a:lnTo>
                <a:lnTo>
                  <a:pt x="27761" y="1140940"/>
                </a:lnTo>
                <a:lnTo>
                  <a:pt x="0" y="1160817"/>
                </a:lnTo>
                <a:close/>
              </a:path>
            </a:pathLst>
          </a:custGeom>
          <a:solidFill>
            <a:srgbClr val="0000FF">
              <a:alpha val="20000"/>
            </a:srgbClr>
          </a:solidFill>
          <a:ln w="146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6" name="Freeform 95">
            <a:extLst>
              <a:ext uri="{FF2B5EF4-FFF2-40B4-BE49-F238E27FC236}">
                <a16:creationId xmlns:a16="http://schemas.microsoft.com/office/drawing/2014/main" id="{5F5AC21C-8D4B-4F5E-9CDA-98371A0327AB}"/>
              </a:ext>
            </a:extLst>
          </p:cNvPr>
          <p:cNvSpPr/>
          <p:nvPr/>
        </p:nvSpPr>
        <p:spPr>
          <a:xfrm>
            <a:off x="897535" y="2684198"/>
            <a:ext cx="2748286" cy="1268918"/>
          </a:xfrm>
          <a:custGeom>
            <a:avLst/>
            <a:gdLst>
              <a:gd name="connsiteX0" fmla="*/ 0 w 2748286"/>
              <a:gd name="connsiteY0" fmla="*/ 1268918 h 1268918"/>
              <a:gd name="connsiteX1" fmla="*/ 27761 w 2748286"/>
              <a:gd name="connsiteY1" fmla="*/ 1240747 h 1268918"/>
              <a:gd name="connsiteX2" fmla="*/ 55520 w 2748286"/>
              <a:gd name="connsiteY2" fmla="*/ 1211699 h 1268918"/>
              <a:gd name="connsiteX3" fmla="*/ 83280 w 2748286"/>
              <a:gd name="connsiteY3" fmla="*/ 1181818 h 1268918"/>
              <a:gd name="connsiteX4" fmla="*/ 111041 w 2748286"/>
              <a:gd name="connsiteY4" fmla="*/ 1151153 h 1268918"/>
              <a:gd name="connsiteX5" fmla="*/ 138802 w 2748286"/>
              <a:gd name="connsiteY5" fmla="*/ 1119757 h 1268918"/>
              <a:gd name="connsiteX6" fmla="*/ 166562 w 2748286"/>
              <a:gd name="connsiteY6" fmla="*/ 1087682 h 1268918"/>
              <a:gd name="connsiteX7" fmla="*/ 194323 w 2748286"/>
              <a:gd name="connsiteY7" fmla="*/ 1054984 h 1268918"/>
              <a:gd name="connsiteX8" fmla="*/ 222083 w 2748286"/>
              <a:gd name="connsiteY8" fmla="*/ 1021720 h 1268918"/>
              <a:gd name="connsiteX9" fmla="*/ 249844 w 2748286"/>
              <a:gd name="connsiteY9" fmla="*/ 987953 h 1268918"/>
              <a:gd name="connsiteX10" fmla="*/ 277605 w 2748286"/>
              <a:gd name="connsiteY10" fmla="*/ 953744 h 1268918"/>
              <a:gd name="connsiteX11" fmla="*/ 305364 w 2748286"/>
              <a:gd name="connsiteY11" fmla="*/ 919160 h 1268918"/>
              <a:gd name="connsiteX12" fmla="*/ 333125 w 2748286"/>
              <a:gd name="connsiteY12" fmla="*/ 884265 h 1268918"/>
              <a:gd name="connsiteX13" fmla="*/ 360885 w 2748286"/>
              <a:gd name="connsiteY13" fmla="*/ 849128 h 1268918"/>
              <a:gd name="connsiteX14" fmla="*/ 388646 w 2748286"/>
              <a:gd name="connsiteY14" fmla="*/ 813820 h 1268918"/>
              <a:gd name="connsiteX15" fmla="*/ 416406 w 2748286"/>
              <a:gd name="connsiteY15" fmla="*/ 778411 h 1268918"/>
              <a:gd name="connsiteX16" fmla="*/ 444167 w 2748286"/>
              <a:gd name="connsiteY16" fmla="*/ 742973 h 1268918"/>
              <a:gd name="connsiteX17" fmla="*/ 471928 w 2748286"/>
              <a:gd name="connsiteY17" fmla="*/ 707579 h 1268918"/>
              <a:gd name="connsiteX18" fmla="*/ 499688 w 2748286"/>
              <a:gd name="connsiteY18" fmla="*/ 672304 h 1268918"/>
              <a:gd name="connsiteX19" fmla="*/ 527449 w 2748286"/>
              <a:gd name="connsiteY19" fmla="*/ 637220 h 1268918"/>
              <a:gd name="connsiteX20" fmla="*/ 555209 w 2748286"/>
              <a:gd name="connsiteY20" fmla="*/ 602402 h 1268918"/>
              <a:gd name="connsiteX21" fmla="*/ 582969 w 2748286"/>
              <a:gd name="connsiteY21" fmla="*/ 567926 h 1268918"/>
              <a:gd name="connsiteX22" fmla="*/ 610729 w 2748286"/>
              <a:gd name="connsiteY22" fmla="*/ 533863 h 1268918"/>
              <a:gd name="connsiteX23" fmla="*/ 638490 w 2748286"/>
              <a:gd name="connsiteY23" fmla="*/ 500289 h 1268918"/>
              <a:gd name="connsiteX24" fmla="*/ 666250 w 2748286"/>
              <a:gd name="connsiteY24" fmla="*/ 467277 h 1268918"/>
              <a:gd name="connsiteX25" fmla="*/ 694011 w 2748286"/>
              <a:gd name="connsiteY25" fmla="*/ 434899 h 1268918"/>
              <a:gd name="connsiteX26" fmla="*/ 721772 w 2748286"/>
              <a:gd name="connsiteY26" fmla="*/ 403225 h 1268918"/>
              <a:gd name="connsiteX27" fmla="*/ 749532 w 2748286"/>
              <a:gd name="connsiteY27" fmla="*/ 372325 h 1268918"/>
              <a:gd name="connsiteX28" fmla="*/ 777293 w 2748286"/>
              <a:gd name="connsiteY28" fmla="*/ 342268 h 1268918"/>
              <a:gd name="connsiteX29" fmla="*/ 805054 w 2748286"/>
              <a:gd name="connsiteY29" fmla="*/ 313121 h 1268918"/>
              <a:gd name="connsiteX30" fmla="*/ 832813 w 2748286"/>
              <a:gd name="connsiteY30" fmla="*/ 284947 h 1268918"/>
              <a:gd name="connsiteX31" fmla="*/ 860568 w 2748286"/>
              <a:gd name="connsiteY31" fmla="*/ 257809 h 1268918"/>
              <a:gd name="connsiteX32" fmla="*/ 888330 w 2748286"/>
              <a:gd name="connsiteY32" fmla="*/ 231768 h 1268918"/>
              <a:gd name="connsiteX33" fmla="*/ 916092 w 2748286"/>
              <a:gd name="connsiteY33" fmla="*/ 206879 h 1268918"/>
              <a:gd name="connsiteX34" fmla="*/ 943854 w 2748286"/>
              <a:gd name="connsiteY34" fmla="*/ 183199 h 1268918"/>
              <a:gd name="connsiteX35" fmla="*/ 971616 w 2748286"/>
              <a:gd name="connsiteY35" fmla="*/ 160777 h 1268918"/>
              <a:gd name="connsiteX36" fmla="*/ 999378 w 2748286"/>
              <a:gd name="connsiteY36" fmla="*/ 139665 h 1268918"/>
              <a:gd name="connsiteX37" fmla="*/ 1027140 w 2748286"/>
              <a:gd name="connsiteY37" fmla="*/ 119907 h 1268918"/>
              <a:gd name="connsiteX38" fmla="*/ 1054902 w 2748286"/>
              <a:gd name="connsiteY38" fmla="*/ 101545 h 1268918"/>
              <a:gd name="connsiteX39" fmla="*/ 1082664 w 2748286"/>
              <a:gd name="connsiteY39" fmla="*/ 84617 h 1268918"/>
              <a:gd name="connsiteX40" fmla="*/ 1110412 w 2748286"/>
              <a:gd name="connsiteY40" fmla="*/ 69158 h 1268918"/>
              <a:gd name="connsiteX41" fmla="*/ 1138174 w 2748286"/>
              <a:gd name="connsiteY41" fmla="*/ 55201 h 1268918"/>
              <a:gd name="connsiteX42" fmla="*/ 1165936 w 2748286"/>
              <a:gd name="connsiteY42" fmla="*/ 42771 h 1268918"/>
              <a:gd name="connsiteX43" fmla="*/ 1193698 w 2748286"/>
              <a:gd name="connsiteY43" fmla="*/ 31891 h 1268918"/>
              <a:gd name="connsiteX44" fmla="*/ 1221460 w 2748286"/>
              <a:gd name="connsiteY44" fmla="*/ 22584 h 1268918"/>
              <a:gd name="connsiteX45" fmla="*/ 1249222 w 2748286"/>
              <a:gd name="connsiteY45" fmla="*/ 14861 h 1268918"/>
              <a:gd name="connsiteX46" fmla="*/ 1276984 w 2748286"/>
              <a:gd name="connsiteY46" fmla="*/ 8738 h 1268918"/>
              <a:gd name="connsiteX47" fmla="*/ 1304746 w 2748286"/>
              <a:gd name="connsiteY47" fmla="*/ 4218 h 1268918"/>
              <a:gd name="connsiteX48" fmla="*/ 1332508 w 2748286"/>
              <a:gd name="connsiteY48" fmla="*/ 1305 h 1268918"/>
              <a:gd name="connsiteX49" fmla="*/ 1360256 w 2748286"/>
              <a:gd name="connsiteY49" fmla="*/ 0 h 1268918"/>
              <a:gd name="connsiteX50" fmla="*/ 1388018 w 2748286"/>
              <a:gd name="connsiteY50" fmla="*/ 295 h 1268918"/>
              <a:gd name="connsiteX51" fmla="*/ 1415780 w 2748286"/>
              <a:gd name="connsiteY51" fmla="*/ 2184 h 1268918"/>
              <a:gd name="connsiteX52" fmla="*/ 1443542 w 2748286"/>
              <a:gd name="connsiteY52" fmla="*/ 5650 h 1268918"/>
              <a:gd name="connsiteX53" fmla="*/ 1471304 w 2748286"/>
              <a:gd name="connsiteY53" fmla="*/ 10680 h 1268918"/>
              <a:gd name="connsiteX54" fmla="*/ 1499066 w 2748286"/>
              <a:gd name="connsiteY54" fmla="*/ 17249 h 1268918"/>
              <a:gd name="connsiteX55" fmla="*/ 1526828 w 2748286"/>
              <a:gd name="connsiteY55" fmla="*/ 25334 h 1268918"/>
              <a:gd name="connsiteX56" fmla="*/ 1554590 w 2748286"/>
              <a:gd name="connsiteY56" fmla="*/ 34906 h 1268918"/>
              <a:gd name="connsiteX57" fmla="*/ 1582352 w 2748286"/>
              <a:gd name="connsiteY57" fmla="*/ 45932 h 1268918"/>
              <a:gd name="connsiteX58" fmla="*/ 1610100 w 2748286"/>
              <a:gd name="connsiteY58" fmla="*/ 58378 h 1268918"/>
              <a:gd name="connsiteX59" fmla="*/ 1637862 w 2748286"/>
              <a:gd name="connsiteY59" fmla="*/ 72203 h 1268918"/>
              <a:gd name="connsiteX60" fmla="*/ 1665624 w 2748286"/>
              <a:gd name="connsiteY60" fmla="*/ 87366 h 1268918"/>
              <a:gd name="connsiteX61" fmla="*/ 1693386 w 2748286"/>
              <a:gd name="connsiteY61" fmla="*/ 103820 h 1268918"/>
              <a:gd name="connsiteX62" fmla="*/ 1721148 w 2748286"/>
              <a:gd name="connsiteY62" fmla="*/ 121518 h 1268918"/>
              <a:gd name="connsiteX63" fmla="*/ 1748910 w 2748286"/>
              <a:gd name="connsiteY63" fmla="*/ 140409 h 1268918"/>
              <a:gd name="connsiteX64" fmla="*/ 1776672 w 2748286"/>
              <a:gd name="connsiteY64" fmla="*/ 160439 h 1268918"/>
              <a:gd name="connsiteX65" fmla="*/ 1804434 w 2748286"/>
              <a:gd name="connsiteY65" fmla="*/ 181552 h 1268918"/>
              <a:gd name="connsiteX66" fmla="*/ 1832196 w 2748286"/>
              <a:gd name="connsiteY66" fmla="*/ 203690 h 1268918"/>
              <a:gd name="connsiteX67" fmla="*/ 1859944 w 2748286"/>
              <a:gd name="connsiteY67" fmla="*/ 226794 h 1268918"/>
              <a:gd name="connsiteX68" fmla="*/ 1887706 w 2748286"/>
              <a:gd name="connsiteY68" fmla="*/ 250801 h 1268918"/>
              <a:gd name="connsiteX69" fmla="*/ 1915468 w 2748286"/>
              <a:gd name="connsiteY69" fmla="*/ 275648 h 1268918"/>
              <a:gd name="connsiteX70" fmla="*/ 1943230 w 2748286"/>
              <a:gd name="connsiteY70" fmla="*/ 301270 h 1268918"/>
              <a:gd name="connsiteX71" fmla="*/ 1970992 w 2748286"/>
              <a:gd name="connsiteY71" fmla="*/ 327600 h 1268918"/>
              <a:gd name="connsiteX72" fmla="*/ 1998754 w 2748286"/>
              <a:gd name="connsiteY72" fmla="*/ 354573 h 1268918"/>
              <a:gd name="connsiteX73" fmla="*/ 2026516 w 2748286"/>
              <a:gd name="connsiteY73" fmla="*/ 382122 h 1268918"/>
              <a:gd name="connsiteX74" fmla="*/ 2054279 w 2748286"/>
              <a:gd name="connsiteY74" fmla="*/ 410176 h 1268918"/>
              <a:gd name="connsiteX75" fmla="*/ 2082041 w 2748286"/>
              <a:gd name="connsiteY75" fmla="*/ 438669 h 1268918"/>
              <a:gd name="connsiteX76" fmla="*/ 2109788 w 2748286"/>
              <a:gd name="connsiteY76" fmla="*/ 467532 h 1268918"/>
              <a:gd name="connsiteX77" fmla="*/ 2137550 w 2748286"/>
              <a:gd name="connsiteY77" fmla="*/ 496697 h 1268918"/>
              <a:gd name="connsiteX78" fmla="*/ 2165312 w 2748286"/>
              <a:gd name="connsiteY78" fmla="*/ 526096 h 1268918"/>
              <a:gd name="connsiteX79" fmla="*/ 2193074 w 2748286"/>
              <a:gd name="connsiteY79" fmla="*/ 555661 h 1268918"/>
              <a:gd name="connsiteX80" fmla="*/ 2220836 w 2748286"/>
              <a:gd name="connsiteY80" fmla="*/ 585325 h 1268918"/>
              <a:gd name="connsiteX81" fmla="*/ 2248598 w 2748286"/>
              <a:gd name="connsiteY81" fmla="*/ 615024 h 1268918"/>
              <a:gd name="connsiteX82" fmla="*/ 2276361 w 2748286"/>
              <a:gd name="connsiteY82" fmla="*/ 644691 h 1268918"/>
              <a:gd name="connsiteX83" fmla="*/ 2304123 w 2748286"/>
              <a:gd name="connsiteY83" fmla="*/ 674263 h 1268918"/>
              <a:gd name="connsiteX84" fmla="*/ 2331885 w 2748286"/>
              <a:gd name="connsiteY84" fmla="*/ 703680 h 1268918"/>
              <a:gd name="connsiteX85" fmla="*/ 2359632 w 2748286"/>
              <a:gd name="connsiteY85" fmla="*/ 732878 h 1268918"/>
              <a:gd name="connsiteX86" fmla="*/ 2387394 w 2748286"/>
              <a:gd name="connsiteY86" fmla="*/ 761802 h 1268918"/>
              <a:gd name="connsiteX87" fmla="*/ 2415157 w 2748286"/>
              <a:gd name="connsiteY87" fmla="*/ 790392 h 1268918"/>
              <a:gd name="connsiteX88" fmla="*/ 2442919 w 2748286"/>
              <a:gd name="connsiteY88" fmla="*/ 818596 h 1268918"/>
              <a:gd name="connsiteX89" fmla="*/ 2470681 w 2748286"/>
              <a:gd name="connsiteY89" fmla="*/ 846358 h 1268918"/>
              <a:gd name="connsiteX90" fmla="*/ 2498443 w 2748286"/>
              <a:gd name="connsiteY90" fmla="*/ 873630 h 1268918"/>
              <a:gd name="connsiteX91" fmla="*/ 2526205 w 2748286"/>
              <a:gd name="connsiteY91" fmla="*/ 900364 h 1268918"/>
              <a:gd name="connsiteX92" fmla="*/ 2553967 w 2748286"/>
              <a:gd name="connsiteY92" fmla="*/ 926511 h 1268918"/>
              <a:gd name="connsiteX93" fmla="*/ 2581729 w 2748286"/>
              <a:gd name="connsiteY93" fmla="*/ 952032 h 1268918"/>
              <a:gd name="connsiteX94" fmla="*/ 2609476 w 2748286"/>
              <a:gd name="connsiteY94" fmla="*/ 976883 h 1268918"/>
              <a:gd name="connsiteX95" fmla="*/ 2637239 w 2748286"/>
              <a:gd name="connsiteY95" fmla="*/ 1001029 h 1268918"/>
              <a:gd name="connsiteX96" fmla="*/ 2665001 w 2748286"/>
              <a:gd name="connsiteY96" fmla="*/ 1024432 h 1268918"/>
              <a:gd name="connsiteX97" fmla="*/ 2692763 w 2748286"/>
              <a:gd name="connsiteY97" fmla="*/ 1047061 h 1268918"/>
              <a:gd name="connsiteX98" fmla="*/ 2720525 w 2748286"/>
              <a:gd name="connsiteY98" fmla="*/ 1068885 h 1268918"/>
              <a:gd name="connsiteX99" fmla="*/ 2748287 w 2748286"/>
              <a:gd name="connsiteY99" fmla="*/ 1089879 h 1268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2748286" h="1268918">
                <a:moveTo>
                  <a:pt x="0" y="1268918"/>
                </a:moveTo>
                <a:lnTo>
                  <a:pt x="27761" y="1240747"/>
                </a:lnTo>
                <a:lnTo>
                  <a:pt x="55520" y="1211699"/>
                </a:lnTo>
                <a:lnTo>
                  <a:pt x="83280" y="1181818"/>
                </a:lnTo>
                <a:lnTo>
                  <a:pt x="111041" y="1151153"/>
                </a:lnTo>
                <a:lnTo>
                  <a:pt x="138802" y="1119757"/>
                </a:lnTo>
                <a:lnTo>
                  <a:pt x="166562" y="1087682"/>
                </a:lnTo>
                <a:lnTo>
                  <a:pt x="194323" y="1054984"/>
                </a:lnTo>
                <a:lnTo>
                  <a:pt x="222083" y="1021720"/>
                </a:lnTo>
                <a:lnTo>
                  <a:pt x="249844" y="987953"/>
                </a:lnTo>
                <a:lnTo>
                  <a:pt x="277605" y="953744"/>
                </a:lnTo>
                <a:lnTo>
                  <a:pt x="305364" y="919160"/>
                </a:lnTo>
                <a:lnTo>
                  <a:pt x="333125" y="884265"/>
                </a:lnTo>
                <a:lnTo>
                  <a:pt x="360885" y="849128"/>
                </a:lnTo>
                <a:lnTo>
                  <a:pt x="388646" y="813820"/>
                </a:lnTo>
                <a:lnTo>
                  <a:pt x="416406" y="778411"/>
                </a:lnTo>
                <a:lnTo>
                  <a:pt x="444167" y="742973"/>
                </a:lnTo>
                <a:lnTo>
                  <a:pt x="471928" y="707579"/>
                </a:lnTo>
                <a:lnTo>
                  <a:pt x="499688" y="672304"/>
                </a:lnTo>
                <a:lnTo>
                  <a:pt x="527449" y="637220"/>
                </a:lnTo>
                <a:lnTo>
                  <a:pt x="555209" y="602402"/>
                </a:lnTo>
                <a:lnTo>
                  <a:pt x="582969" y="567926"/>
                </a:lnTo>
                <a:lnTo>
                  <a:pt x="610729" y="533863"/>
                </a:lnTo>
                <a:lnTo>
                  <a:pt x="638490" y="500289"/>
                </a:lnTo>
                <a:lnTo>
                  <a:pt x="666250" y="467277"/>
                </a:lnTo>
                <a:lnTo>
                  <a:pt x="694011" y="434899"/>
                </a:lnTo>
                <a:lnTo>
                  <a:pt x="721772" y="403225"/>
                </a:lnTo>
                <a:lnTo>
                  <a:pt x="749532" y="372325"/>
                </a:lnTo>
                <a:lnTo>
                  <a:pt x="777293" y="342268"/>
                </a:lnTo>
                <a:lnTo>
                  <a:pt x="805054" y="313121"/>
                </a:lnTo>
                <a:lnTo>
                  <a:pt x="832813" y="284947"/>
                </a:lnTo>
                <a:lnTo>
                  <a:pt x="860568" y="257809"/>
                </a:lnTo>
                <a:lnTo>
                  <a:pt x="888330" y="231768"/>
                </a:lnTo>
                <a:lnTo>
                  <a:pt x="916092" y="206879"/>
                </a:lnTo>
                <a:lnTo>
                  <a:pt x="943854" y="183199"/>
                </a:lnTo>
                <a:lnTo>
                  <a:pt x="971616" y="160777"/>
                </a:lnTo>
                <a:lnTo>
                  <a:pt x="999378" y="139665"/>
                </a:lnTo>
                <a:lnTo>
                  <a:pt x="1027140" y="119907"/>
                </a:lnTo>
                <a:lnTo>
                  <a:pt x="1054902" y="101545"/>
                </a:lnTo>
                <a:lnTo>
                  <a:pt x="1082664" y="84617"/>
                </a:lnTo>
                <a:lnTo>
                  <a:pt x="1110412" y="69158"/>
                </a:lnTo>
                <a:lnTo>
                  <a:pt x="1138174" y="55201"/>
                </a:lnTo>
                <a:lnTo>
                  <a:pt x="1165936" y="42771"/>
                </a:lnTo>
                <a:lnTo>
                  <a:pt x="1193698" y="31891"/>
                </a:lnTo>
                <a:lnTo>
                  <a:pt x="1221460" y="22584"/>
                </a:lnTo>
                <a:lnTo>
                  <a:pt x="1249222" y="14861"/>
                </a:lnTo>
                <a:lnTo>
                  <a:pt x="1276984" y="8738"/>
                </a:lnTo>
                <a:lnTo>
                  <a:pt x="1304746" y="4218"/>
                </a:lnTo>
                <a:lnTo>
                  <a:pt x="1332508" y="1305"/>
                </a:lnTo>
                <a:lnTo>
                  <a:pt x="1360256" y="0"/>
                </a:lnTo>
                <a:lnTo>
                  <a:pt x="1388018" y="295"/>
                </a:lnTo>
                <a:lnTo>
                  <a:pt x="1415780" y="2184"/>
                </a:lnTo>
                <a:lnTo>
                  <a:pt x="1443542" y="5650"/>
                </a:lnTo>
                <a:lnTo>
                  <a:pt x="1471304" y="10680"/>
                </a:lnTo>
                <a:lnTo>
                  <a:pt x="1499066" y="17249"/>
                </a:lnTo>
                <a:lnTo>
                  <a:pt x="1526828" y="25334"/>
                </a:lnTo>
                <a:lnTo>
                  <a:pt x="1554590" y="34906"/>
                </a:lnTo>
                <a:lnTo>
                  <a:pt x="1582352" y="45932"/>
                </a:lnTo>
                <a:lnTo>
                  <a:pt x="1610100" y="58378"/>
                </a:lnTo>
                <a:lnTo>
                  <a:pt x="1637862" y="72203"/>
                </a:lnTo>
                <a:lnTo>
                  <a:pt x="1665624" y="87366"/>
                </a:lnTo>
                <a:lnTo>
                  <a:pt x="1693386" y="103820"/>
                </a:lnTo>
                <a:lnTo>
                  <a:pt x="1721148" y="121518"/>
                </a:lnTo>
                <a:lnTo>
                  <a:pt x="1748910" y="140409"/>
                </a:lnTo>
                <a:lnTo>
                  <a:pt x="1776672" y="160439"/>
                </a:lnTo>
                <a:lnTo>
                  <a:pt x="1804434" y="181552"/>
                </a:lnTo>
                <a:lnTo>
                  <a:pt x="1832196" y="203690"/>
                </a:lnTo>
                <a:lnTo>
                  <a:pt x="1859944" y="226794"/>
                </a:lnTo>
                <a:lnTo>
                  <a:pt x="1887706" y="250801"/>
                </a:lnTo>
                <a:lnTo>
                  <a:pt x="1915468" y="275648"/>
                </a:lnTo>
                <a:lnTo>
                  <a:pt x="1943230" y="301270"/>
                </a:lnTo>
                <a:lnTo>
                  <a:pt x="1970992" y="327600"/>
                </a:lnTo>
                <a:lnTo>
                  <a:pt x="1998754" y="354573"/>
                </a:lnTo>
                <a:lnTo>
                  <a:pt x="2026516" y="382122"/>
                </a:lnTo>
                <a:lnTo>
                  <a:pt x="2054279" y="410176"/>
                </a:lnTo>
                <a:lnTo>
                  <a:pt x="2082041" y="438669"/>
                </a:lnTo>
                <a:lnTo>
                  <a:pt x="2109788" y="467532"/>
                </a:lnTo>
                <a:lnTo>
                  <a:pt x="2137550" y="496697"/>
                </a:lnTo>
                <a:lnTo>
                  <a:pt x="2165312" y="526096"/>
                </a:lnTo>
                <a:lnTo>
                  <a:pt x="2193074" y="555661"/>
                </a:lnTo>
                <a:lnTo>
                  <a:pt x="2220836" y="585325"/>
                </a:lnTo>
                <a:lnTo>
                  <a:pt x="2248598" y="615024"/>
                </a:lnTo>
                <a:lnTo>
                  <a:pt x="2276361" y="644691"/>
                </a:lnTo>
                <a:lnTo>
                  <a:pt x="2304123" y="674263"/>
                </a:lnTo>
                <a:lnTo>
                  <a:pt x="2331885" y="703680"/>
                </a:lnTo>
                <a:lnTo>
                  <a:pt x="2359632" y="732878"/>
                </a:lnTo>
                <a:lnTo>
                  <a:pt x="2387394" y="761802"/>
                </a:lnTo>
                <a:lnTo>
                  <a:pt x="2415157" y="790392"/>
                </a:lnTo>
                <a:lnTo>
                  <a:pt x="2442919" y="818596"/>
                </a:lnTo>
                <a:lnTo>
                  <a:pt x="2470681" y="846358"/>
                </a:lnTo>
                <a:lnTo>
                  <a:pt x="2498443" y="873630"/>
                </a:lnTo>
                <a:lnTo>
                  <a:pt x="2526205" y="900364"/>
                </a:lnTo>
                <a:lnTo>
                  <a:pt x="2553967" y="926511"/>
                </a:lnTo>
                <a:lnTo>
                  <a:pt x="2581729" y="952032"/>
                </a:lnTo>
                <a:lnTo>
                  <a:pt x="2609476" y="976883"/>
                </a:lnTo>
                <a:lnTo>
                  <a:pt x="2637239" y="1001029"/>
                </a:lnTo>
                <a:lnTo>
                  <a:pt x="2665001" y="1024432"/>
                </a:lnTo>
                <a:lnTo>
                  <a:pt x="2692763" y="1047061"/>
                </a:lnTo>
                <a:lnTo>
                  <a:pt x="2720525" y="1068885"/>
                </a:lnTo>
                <a:lnTo>
                  <a:pt x="2748287" y="1089879"/>
                </a:lnTo>
              </a:path>
            </a:pathLst>
          </a:custGeom>
          <a:noFill/>
          <a:ln w="17526" cap="rnd">
            <a:solidFill>
              <a:srgbClr val="0000FF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7" name="Freeform 96">
            <a:extLst>
              <a:ext uri="{FF2B5EF4-FFF2-40B4-BE49-F238E27FC236}">
                <a16:creationId xmlns:a16="http://schemas.microsoft.com/office/drawing/2014/main" id="{4C020604-F7A9-A72A-CA1F-90F6653EBC2F}"/>
              </a:ext>
            </a:extLst>
          </p:cNvPr>
          <p:cNvSpPr/>
          <p:nvPr/>
        </p:nvSpPr>
        <p:spPr>
          <a:xfrm>
            <a:off x="897535" y="2502272"/>
            <a:ext cx="2748286" cy="1831156"/>
          </a:xfrm>
          <a:custGeom>
            <a:avLst/>
            <a:gdLst>
              <a:gd name="connsiteX0" fmla="*/ 0 w 2748286"/>
              <a:gd name="connsiteY0" fmla="*/ 1831156 h 1831156"/>
              <a:gd name="connsiteX1" fmla="*/ 27761 w 2748286"/>
              <a:gd name="connsiteY1" fmla="*/ 1803979 h 1831156"/>
              <a:gd name="connsiteX2" fmla="*/ 55520 w 2748286"/>
              <a:gd name="connsiteY2" fmla="*/ 1774872 h 1831156"/>
              <a:gd name="connsiteX3" fmla="*/ 83280 w 2748286"/>
              <a:gd name="connsiteY3" fmla="*/ 1743925 h 1831156"/>
              <a:gd name="connsiteX4" fmla="*/ 111041 w 2748286"/>
              <a:gd name="connsiteY4" fmla="*/ 1711195 h 1831156"/>
              <a:gd name="connsiteX5" fmla="*/ 138802 w 2748286"/>
              <a:gd name="connsiteY5" fmla="*/ 1676784 h 1831156"/>
              <a:gd name="connsiteX6" fmla="*/ 166562 w 2748286"/>
              <a:gd name="connsiteY6" fmla="*/ 1640752 h 1831156"/>
              <a:gd name="connsiteX7" fmla="*/ 194323 w 2748286"/>
              <a:gd name="connsiteY7" fmla="*/ 1603186 h 1831156"/>
              <a:gd name="connsiteX8" fmla="*/ 222083 w 2748286"/>
              <a:gd name="connsiteY8" fmla="*/ 1564173 h 1831156"/>
              <a:gd name="connsiteX9" fmla="*/ 249844 w 2748286"/>
              <a:gd name="connsiteY9" fmla="*/ 1523786 h 1831156"/>
              <a:gd name="connsiteX10" fmla="*/ 277605 w 2748286"/>
              <a:gd name="connsiteY10" fmla="*/ 1482114 h 1831156"/>
              <a:gd name="connsiteX11" fmla="*/ 305364 w 2748286"/>
              <a:gd name="connsiteY11" fmla="*/ 1439229 h 1831156"/>
              <a:gd name="connsiteX12" fmla="*/ 333125 w 2748286"/>
              <a:gd name="connsiteY12" fmla="*/ 1395204 h 1831156"/>
              <a:gd name="connsiteX13" fmla="*/ 360885 w 2748286"/>
              <a:gd name="connsiteY13" fmla="*/ 1350113 h 1831156"/>
              <a:gd name="connsiteX14" fmla="*/ 388646 w 2748286"/>
              <a:gd name="connsiteY14" fmla="*/ 1304041 h 1831156"/>
              <a:gd name="connsiteX15" fmla="*/ 416406 w 2748286"/>
              <a:gd name="connsiteY15" fmla="*/ 1257061 h 1831156"/>
              <a:gd name="connsiteX16" fmla="*/ 444167 w 2748286"/>
              <a:gd name="connsiteY16" fmla="*/ 1209255 h 1831156"/>
              <a:gd name="connsiteX17" fmla="*/ 471928 w 2748286"/>
              <a:gd name="connsiteY17" fmla="*/ 1160711 h 1831156"/>
              <a:gd name="connsiteX18" fmla="*/ 499688 w 2748286"/>
              <a:gd name="connsiteY18" fmla="*/ 1111521 h 1831156"/>
              <a:gd name="connsiteX19" fmla="*/ 527449 w 2748286"/>
              <a:gd name="connsiteY19" fmla="*/ 1061792 h 1831156"/>
              <a:gd name="connsiteX20" fmla="*/ 555209 w 2748286"/>
              <a:gd name="connsiteY20" fmla="*/ 1011636 h 1831156"/>
              <a:gd name="connsiteX21" fmla="*/ 582969 w 2748286"/>
              <a:gd name="connsiteY21" fmla="*/ 961182 h 1831156"/>
              <a:gd name="connsiteX22" fmla="*/ 610729 w 2748286"/>
              <a:gd name="connsiteY22" fmla="*/ 910570 h 1831156"/>
              <a:gd name="connsiteX23" fmla="*/ 638490 w 2748286"/>
              <a:gd name="connsiteY23" fmla="*/ 859955 h 1831156"/>
              <a:gd name="connsiteX24" fmla="*/ 666250 w 2748286"/>
              <a:gd name="connsiteY24" fmla="*/ 809504 h 1831156"/>
              <a:gd name="connsiteX25" fmla="*/ 694011 w 2748286"/>
              <a:gd name="connsiteY25" fmla="*/ 759400 h 1831156"/>
              <a:gd name="connsiteX26" fmla="*/ 721772 w 2748286"/>
              <a:gd name="connsiteY26" fmla="*/ 709834 h 1831156"/>
              <a:gd name="connsiteX27" fmla="*/ 749532 w 2748286"/>
              <a:gd name="connsiteY27" fmla="*/ 661012 h 1831156"/>
              <a:gd name="connsiteX28" fmla="*/ 777293 w 2748286"/>
              <a:gd name="connsiteY28" fmla="*/ 613145 h 1831156"/>
              <a:gd name="connsiteX29" fmla="*/ 805054 w 2748286"/>
              <a:gd name="connsiteY29" fmla="*/ 566452 h 1831156"/>
              <a:gd name="connsiteX30" fmla="*/ 832813 w 2748286"/>
              <a:gd name="connsiteY30" fmla="*/ 521153 h 1831156"/>
              <a:gd name="connsiteX31" fmla="*/ 860568 w 2748286"/>
              <a:gd name="connsiteY31" fmla="*/ 477469 h 1831156"/>
              <a:gd name="connsiteX32" fmla="*/ 888330 w 2748286"/>
              <a:gd name="connsiteY32" fmla="*/ 435615 h 1831156"/>
              <a:gd name="connsiteX33" fmla="*/ 916092 w 2748286"/>
              <a:gd name="connsiteY33" fmla="*/ 395803 h 1831156"/>
              <a:gd name="connsiteX34" fmla="*/ 943854 w 2748286"/>
              <a:gd name="connsiteY34" fmla="*/ 358229 h 1831156"/>
              <a:gd name="connsiteX35" fmla="*/ 971616 w 2748286"/>
              <a:gd name="connsiteY35" fmla="*/ 323081 h 1831156"/>
              <a:gd name="connsiteX36" fmla="*/ 999378 w 2748286"/>
              <a:gd name="connsiteY36" fmla="*/ 290525 h 1831156"/>
              <a:gd name="connsiteX37" fmla="*/ 1027140 w 2748286"/>
              <a:gd name="connsiteY37" fmla="*/ 260710 h 1831156"/>
              <a:gd name="connsiteX38" fmla="*/ 1054902 w 2748286"/>
              <a:gd name="connsiteY38" fmla="*/ 233766 h 1831156"/>
              <a:gd name="connsiteX39" fmla="*/ 1082664 w 2748286"/>
              <a:gd name="connsiteY39" fmla="*/ 209798 h 1831156"/>
              <a:gd name="connsiteX40" fmla="*/ 1110412 w 2748286"/>
              <a:gd name="connsiteY40" fmla="*/ 188886 h 1831156"/>
              <a:gd name="connsiteX41" fmla="*/ 1138174 w 2748286"/>
              <a:gd name="connsiteY41" fmla="*/ 171088 h 1831156"/>
              <a:gd name="connsiteX42" fmla="*/ 1165936 w 2748286"/>
              <a:gd name="connsiteY42" fmla="*/ 156434 h 1831156"/>
              <a:gd name="connsiteX43" fmla="*/ 1193698 w 2748286"/>
              <a:gd name="connsiteY43" fmla="*/ 144931 h 1831156"/>
              <a:gd name="connsiteX44" fmla="*/ 1221460 w 2748286"/>
              <a:gd name="connsiteY44" fmla="*/ 136565 h 1831156"/>
              <a:gd name="connsiteX45" fmla="*/ 1249222 w 2748286"/>
              <a:gd name="connsiteY45" fmla="*/ 131294 h 1831156"/>
              <a:gd name="connsiteX46" fmla="*/ 1276984 w 2748286"/>
              <a:gd name="connsiteY46" fmla="*/ 129059 h 1831156"/>
              <a:gd name="connsiteX47" fmla="*/ 1304746 w 2748286"/>
              <a:gd name="connsiteY47" fmla="*/ 129778 h 1831156"/>
              <a:gd name="connsiteX48" fmla="*/ 1332508 w 2748286"/>
              <a:gd name="connsiteY48" fmla="*/ 133355 h 1831156"/>
              <a:gd name="connsiteX49" fmla="*/ 1360256 w 2748286"/>
              <a:gd name="connsiteY49" fmla="*/ 139676 h 1831156"/>
              <a:gd name="connsiteX50" fmla="*/ 1388018 w 2748286"/>
              <a:gd name="connsiteY50" fmla="*/ 148611 h 1831156"/>
              <a:gd name="connsiteX51" fmla="*/ 1415780 w 2748286"/>
              <a:gd name="connsiteY51" fmla="*/ 160021 h 1831156"/>
              <a:gd name="connsiteX52" fmla="*/ 1443542 w 2748286"/>
              <a:gd name="connsiteY52" fmla="*/ 173756 h 1831156"/>
              <a:gd name="connsiteX53" fmla="*/ 1471304 w 2748286"/>
              <a:gd name="connsiteY53" fmla="*/ 189658 h 1831156"/>
              <a:gd name="connsiteX54" fmla="*/ 1499066 w 2748286"/>
              <a:gd name="connsiteY54" fmla="*/ 207560 h 1831156"/>
              <a:gd name="connsiteX55" fmla="*/ 1526828 w 2748286"/>
              <a:gd name="connsiteY55" fmla="*/ 227293 h 1831156"/>
              <a:gd name="connsiteX56" fmla="*/ 1554590 w 2748286"/>
              <a:gd name="connsiteY56" fmla="*/ 248683 h 1831156"/>
              <a:gd name="connsiteX57" fmla="*/ 1582352 w 2748286"/>
              <a:gd name="connsiteY57" fmla="*/ 271551 h 1831156"/>
              <a:gd name="connsiteX58" fmla="*/ 1610100 w 2748286"/>
              <a:gd name="connsiteY58" fmla="*/ 295725 h 1831156"/>
              <a:gd name="connsiteX59" fmla="*/ 1637862 w 2748286"/>
              <a:gd name="connsiteY59" fmla="*/ 321025 h 1831156"/>
              <a:gd name="connsiteX60" fmla="*/ 1665624 w 2748286"/>
              <a:gd name="connsiteY60" fmla="*/ 347276 h 1831156"/>
              <a:gd name="connsiteX61" fmla="*/ 1693386 w 2748286"/>
              <a:gd name="connsiteY61" fmla="*/ 374308 h 1831156"/>
              <a:gd name="connsiteX62" fmla="*/ 1721148 w 2748286"/>
              <a:gd name="connsiteY62" fmla="*/ 401953 h 1831156"/>
              <a:gd name="connsiteX63" fmla="*/ 1748910 w 2748286"/>
              <a:gd name="connsiteY63" fmla="*/ 430049 h 1831156"/>
              <a:gd name="connsiteX64" fmla="*/ 1776672 w 2748286"/>
              <a:gd name="connsiteY64" fmla="*/ 458446 h 1831156"/>
              <a:gd name="connsiteX65" fmla="*/ 1804434 w 2748286"/>
              <a:gd name="connsiteY65" fmla="*/ 486998 h 1831156"/>
              <a:gd name="connsiteX66" fmla="*/ 1832196 w 2748286"/>
              <a:gd name="connsiteY66" fmla="*/ 515573 h 1831156"/>
              <a:gd name="connsiteX67" fmla="*/ 1859944 w 2748286"/>
              <a:gd name="connsiteY67" fmla="*/ 544049 h 1831156"/>
              <a:gd name="connsiteX68" fmla="*/ 1887706 w 2748286"/>
              <a:gd name="connsiteY68" fmla="*/ 572321 h 1831156"/>
              <a:gd name="connsiteX69" fmla="*/ 1915468 w 2748286"/>
              <a:gd name="connsiteY69" fmla="*/ 600298 h 1831156"/>
              <a:gd name="connsiteX70" fmla="*/ 1943230 w 2748286"/>
              <a:gd name="connsiteY70" fmla="*/ 627907 h 1831156"/>
              <a:gd name="connsiteX71" fmla="*/ 1970992 w 2748286"/>
              <a:gd name="connsiteY71" fmla="*/ 655092 h 1831156"/>
              <a:gd name="connsiteX72" fmla="*/ 1998754 w 2748286"/>
              <a:gd name="connsiteY72" fmla="*/ 681818 h 1831156"/>
              <a:gd name="connsiteX73" fmla="*/ 2026516 w 2748286"/>
              <a:gd name="connsiteY73" fmla="*/ 708068 h 1831156"/>
              <a:gd name="connsiteX74" fmla="*/ 2054279 w 2748286"/>
              <a:gd name="connsiteY74" fmla="*/ 733846 h 1831156"/>
              <a:gd name="connsiteX75" fmla="*/ 2082041 w 2748286"/>
              <a:gd name="connsiteY75" fmla="*/ 759173 h 1831156"/>
              <a:gd name="connsiteX76" fmla="*/ 2109788 w 2748286"/>
              <a:gd name="connsiteY76" fmla="*/ 784090 h 1831156"/>
              <a:gd name="connsiteX77" fmla="*/ 2137550 w 2748286"/>
              <a:gd name="connsiteY77" fmla="*/ 808657 h 1831156"/>
              <a:gd name="connsiteX78" fmla="*/ 2165312 w 2748286"/>
              <a:gd name="connsiteY78" fmla="*/ 832942 h 1831156"/>
              <a:gd name="connsiteX79" fmla="*/ 2193074 w 2748286"/>
              <a:gd name="connsiteY79" fmla="*/ 857033 h 1831156"/>
              <a:gd name="connsiteX80" fmla="*/ 2220836 w 2748286"/>
              <a:gd name="connsiteY80" fmla="*/ 881023 h 1831156"/>
              <a:gd name="connsiteX81" fmla="*/ 2248598 w 2748286"/>
              <a:gd name="connsiteY81" fmla="*/ 905010 h 1831156"/>
              <a:gd name="connsiteX82" fmla="*/ 2276361 w 2748286"/>
              <a:gd name="connsiteY82" fmla="*/ 929101 h 1831156"/>
              <a:gd name="connsiteX83" fmla="*/ 2304123 w 2748286"/>
              <a:gd name="connsiteY83" fmla="*/ 953395 h 1831156"/>
              <a:gd name="connsiteX84" fmla="*/ 2331885 w 2748286"/>
              <a:gd name="connsiteY84" fmla="*/ 977993 h 1831156"/>
              <a:gd name="connsiteX85" fmla="*/ 2359632 w 2748286"/>
              <a:gd name="connsiteY85" fmla="*/ 1002978 h 1831156"/>
              <a:gd name="connsiteX86" fmla="*/ 2387394 w 2748286"/>
              <a:gd name="connsiteY86" fmla="*/ 1028430 h 1831156"/>
              <a:gd name="connsiteX87" fmla="*/ 2415157 w 2748286"/>
              <a:gd name="connsiteY87" fmla="*/ 1054413 h 1831156"/>
              <a:gd name="connsiteX88" fmla="*/ 2442919 w 2748286"/>
              <a:gd name="connsiteY88" fmla="*/ 1080968 h 1831156"/>
              <a:gd name="connsiteX89" fmla="*/ 2470681 w 2748286"/>
              <a:gd name="connsiteY89" fmla="*/ 1108122 h 1831156"/>
              <a:gd name="connsiteX90" fmla="*/ 2498443 w 2748286"/>
              <a:gd name="connsiteY90" fmla="*/ 1135877 h 1831156"/>
              <a:gd name="connsiteX91" fmla="*/ 2526205 w 2748286"/>
              <a:gd name="connsiteY91" fmla="*/ 1164215 h 1831156"/>
              <a:gd name="connsiteX92" fmla="*/ 2553967 w 2748286"/>
              <a:gd name="connsiteY92" fmla="*/ 1193095 h 1831156"/>
              <a:gd name="connsiteX93" fmla="*/ 2581729 w 2748286"/>
              <a:gd name="connsiteY93" fmla="*/ 1222454 h 1831156"/>
              <a:gd name="connsiteX94" fmla="*/ 2609476 w 2748286"/>
              <a:gd name="connsiteY94" fmla="*/ 1252212 h 1831156"/>
              <a:gd name="connsiteX95" fmla="*/ 2637239 w 2748286"/>
              <a:gd name="connsiteY95" fmla="*/ 1282265 h 1831156"/>
              <a:gd name="connsiteX96" fmla="*/ 2665001 w 2748286"/>
              <a:gd name="connsiteY96" fmla="*/ 1312496 h 1831156"/>
              <a:gd name="connsiteX97" fmla="*/ 2692763 w 2748286"/>
              <a:gd name="connsiteY97" fmla="*/ 1342777 h 1831156"/>
              <a:gd name="connsiteX98" fmla="*/ 2720525 w 2748286"/>
              <a:gd name="connsiteY98" fmla="*/ 1372965 h 1831156"/>
              <a:gd name="connsiteX99" fmla="*/ 2748287 w 2748286"/>
              <a:gd name="connsiteY99" fmla="*/ 1402904 h 1831156"/>
              <a:gd name="connsiteX100" fmla="*/ 2748287 w 2748286"/>
              <a:gd name="connsiteY100" fmla="*/ 611651 h 1831156"/>
              <a:gd name="connsiteX101" fmla="*/ 2720525 w 2748286"/>
              <a:gd name="connsiteY101" fmla="*/ 634570 h 1831156"/>
              <a:gd name="connsiteX102" fmla="*/ 2692763 w 2748286"/>
              <a:gd name="connsiteY102" fmla="*/ 656419 h 1831156"/>
              <a:gd name="connsiteX103" fmla="*/ 2665001 w 2748286"/>
              <a:gd name="connsiteY103" fmla="*/ 676980 h 1831156"/>
              <a:gd name="connsiteX104" fmla="*/ 2637239 w 2748286"/>
              <a:gd name="connsiteY104" fmla="*/ 696048 h 1831156"/>
              <a:gd name="connsiteX105" fmla="*/ 2609476 w 2748286"/>
              <a:gd name="connsiteY105" fmla="*/ 713426 h 1831156"/>
              <a:gd name="connsiteX106" fmla="*/ 2581729 w 2748286"/>
              <a:gd name="connsiteY106" fmla="*/ 728933 h 1831156"/>
              <a:gd name="connsiteX107" fmla="*/ 2553967 w 2748286"/>
              <a:gd name="connsiteY107" fmla="*/ 742412 h 1831156"/>
              <a:gd name="connsiteX108" fmla="*/ 2526205 w 2748286"/>
              <a:gd name="connsiteY108" fmla="*/ 753725 h 1831156"/>
              <a:gd name="connsiteX109" fmla="*/ 2498443 w 2748286"/>
              <a:gd name="connsiteY109" fmla="*/ 762758 h 1831156"/>
              <a:gd name="connsiteX110" fmla="*/ 2470681 w 2748286"/>
              <a:gd name="connsiteY110" fmla="*/ 769425 h 1831156"/>
              <a:gd name="connsiteX111" fmla="*/ 2442919 w 2748286"/>
              <a:gd name="connsiteY111" fmla="*/ 773665 h 1831156"/>
              <a:gd name="connsiteX112" fmla="*/ 2415157 w 2748286"/>
              <a:gd name="connsiteY112" fmla="*/ 775448 h 1831156"/>
              <a:gd name="connsiteX113" fmla="*/ 2387394 w 2748286"/>
              <a:gd name="connsiteY113" fmla="*/ 774765 h 1831156"/>
              <a:gd name="connsiteX114" fmla="*/ 2359632 w 2748286"/>
              <a:gd name="connsiteY114" fmla="*/ 771638 h 1831156"/>
              <a:gd name="connsiteX115" fmla="*/ 2331885 w 2748286"/>
              <a:gd name="connsiteY115" fmla="*/ 766114 h 1831156"/>
              <a:gd name="connsiteX116" fmla="*/ 2304123 w 2748286"/>
              <a:gd name="connsiteY116" fmla="*/ 758254 h 1831156"/>
              <a:gd name="connsiteX117" fmla="*/ 2276361 w 2748286"/>
              <a:gd name="connsiteY117" fmla="*/ 748150 h 1831156"/>
              <a:gd name="connsiteX118" fmla="*/ 2248598 w 2748286"/>
              <a:gd name="connsiteY118" fmla="*/ 735901 h 1831156"/>
              <a:gd name="connsiteX119" fmla="*/ 2220836 w 2748286"/>
              <a:gd name="connsiteY119" fmla="*/ 721624 h 1831156"/>
              <a:gd name="connsiteX120" fmla="*/ 2193074 w 2748286"/>
              <a:gd name="connsiteY120" fmla="*/ 705449 h 1831156"/>
              <a:gd name="connsiteX121" fmla="*/ 2165312 w 2748286"/>
              <a:gd name="connsiteY121" fmla="*/ 687508 h 1831156"/>
              <a:gd name="connsiteX122" fmla="*/ 2137550 w 2748286"/>
              <a:gd name="connsiteY122" fmla="*/ 667940 h 1831156"/>
              <a:gd name="connsiteX123" fmla="*/ 2109788 w 2748286"/>
              <a:gd name="connsiteY123" fmla="*/ 646889 h 1831156"/>
              <a:gd name="connsiteX124" fmla="*/ 2082041 w 2748286"/>
              <a:gd name="connsiteY124" fmla="*/ 624496 h 1831156"/>
              <a:gd name="connsiteX125" fmla="*/ 2054279 w 2748286"/>
              <a:gd name="connsiteY125" fmla="*/ 600903 h 1831156"/>
              <a:gd name="connsiteX126" fmla="*/ 2026516 w 2748286"/>
              <a:gd name="connsiteY126" fmla="*/ 576245 h 1831156"/>
              <a:gd name="connsiteX127" fmla="*/ 1998754 w 2748286"/>
              <a:gd name="connsiteY127" fmla="*/ 550658 h 1831156"/>
              <a:gd name="connsiteX128" fmla="*/ 1970992 w 2748286"/>
              <a:gd name="connsiteY128" fmla="*/ 524274 h 1831156"/>
              <a:gd name="connsiteX129" fmla="*/ 1943230 w 2748286"/>
              <a:gd name="connsiteY129" fmla="*/ 497218 h 1831156"/>
              <a:gd name="connsiteX130" fmla="*/ 1915468 w 2748286"/>
              <a:gd name="connsiteY130" fmla="*/ 469616 h 1831156"/>
              <a:gd name="connsiteX131" fmla="*/ 1887706 w 2748286"/>
              <a:gd name="connsiteY131" fmla="*/ 441590 h 1831156"/>
              <a:gd name="connsiteX132" fmla="*/ 1859944 w 2748286"/>
              <a:gd name="connsiteY132" fmla="*/ 413261 h 1831156"/>
              <a:gd name="connsiteX133" fmla="*/ 1832196 w 2748286"/>
              <a:gd name="connsiteY133" fmla="*/ 384752 h 1831156"/>
              <a:gd name="connsiteX134" fmla="*/ 1804434 w 2748286"/>
              <a:gd name="connsiteY134" fmla="*/ 356186 h 1831156"/>
              <a:gd name="connsiteX135" fmla="*/ 1776672 w 2748286"/>
              <a:gd name="connsiteY135" fmla="*/ 327692 h 1831156"/>
              <a:gd name="connsiteX136" fmla="*/ 1748910 w 2748286"/>
              <a:gd name="connsiteY136" fmla="*/ 299400 h 1831156"/>
              <a:gd name="connsiteX137" fmla="*/ 1721148 w 2748286"/>
              <a:gd name="connsiteY137" fmla="*/ 271448 h 1831156"/>
              <a:gd name="connsiteX138" fmla="*/ 1693386 w 2748286"/>
              <a:gd name="connsiteY138" fmla="*/ 243978 h 1831156"/>
              <a:gd name="connsiteX139" fmla="*/ 1665624 w 2748286"/>
              <a:gd name="connsiteY139" fmla="*/ 217138 h 1831156"/>
              <a:gd name="connsiteX140" fmla="*/ 1637862 w 2748286"/>
              <a:gd name="connsiteY140" fmla="*/ 191085 h 1831156"/>
              <a:gd name="connsiteX141" fmla="*/ 1610100 w 2748286"/>
              <a:gd name="connsiteY141" fmla="*/ 165980 h 1831156"/>
              <a:gd name="connsiteX142" fmla="*/ 1582352 w 2748286"/>
              <a:gd name="connsiteY142" fmla="*/ 141987 h 1831156"/>
              <a:gd name="connsiteX143" fmla="*/ 1554590 w 2748286"/>
              <a:gd name="connsiteY143" fmla="*/ 119279 h 1831156"/>
              <a:gd name="connsiteX144" fmla="*/ 1526828 w 2748286"/>
              <a:gd name="connsiteY144" fmla="*/ 98028 h 1831156"/>
              <a:gd name="connsiteX145" fmla="*/ 1499066 w 2748286"/>
              <a:gd name="connsiteY145" fmla="*/ 78411 h 1831156"/>
              <a:gd name="connsiteX146" fmla="*/ 1471304 w 2748286"/>
              <a:gd name="connsiteY146" fmla="*/ 60598 h 1831156"/>
              <a:gd name="connsiteX147" fmla="*/ 1443542 w 2748286"/>
              <a:gd name="connsiteY147" fmla="*/ 44763 h 1831156"/>
              <a:gd name="connsiteX148" fmla="*/ 1415780 w 2748286"/>
              <a:gd name="connsiteY148" fmla="*/ 31070 h 1831156"/>
              <a:gd name="connsiteX149" fmla="*/ 1388018 w 2748286"/>
              <a:gd name="connsiteY149" fmla="*/ 19682 h 1831156"/>
              <a:gd name="connsiteX150" fmla="*/ 1360256 w 2748286"/>
              <a:gd name="connsiteY150" fmla="*/ 10747 h 1831156"/>
              <a:gd name="connsiteX151" fmla="*/ 1332508 w 2748286"/>
              <a:gd name="connsiteY151" fmla="*/ 4406 h 1831156"/>
              <a:gd name="connsiteX152" fmla="*/ 1304746 w 2748286"/>
              <a:gd name="connsiteY152" fmla="*/ 786 h 1831156"/>
              <a:gd name="connsiteX153" fmla="*/ 1276984 w 2748286"/>
              <a:gd name="connsiteY153" fmla="*/ 0 h 1831156"/>
              <a:gd name="connsiteX154" fmla="*/ 1249222 w 2748286"/>
              <a:gd name="connsiteY154" fmla="*/ 2145 h 1831156"/>
              <a:gd name="connsiteX155" fmla="*/ 1221460 w 2748286"/>
              <a:gd name="connsiteY155" fmla="*/ 7301 h 1831156"/>
              <a:gd name="connsiteX156" fmla="*/ 1193698 w 2748286"/>
              <a:gd name="connsiteY156" fmla="*/ 15529 h 1831156"/>
              <a:gd name="connsiteX157" fmla="*/ 1165936 w 2748286"/>
              <a:gd name="connsiteY157" fmla="*/ 26868 h 1831156"/>
              <a:gd name="connsiteX158" fmla="*/ 1138174 w 2748286"/>
              <a:gd name="connsiteY158" fmla="*/ 41342 h 1831156"/>
              <a:gd name="connsiteX159" fmla="*/ 1110412 w 2748286"/>
              <a:gd name="connsiteY159" fmla="*/ 58946 h 1831156"/>
              <a:gd name="connsiteX160" fmla="*/ 1082664 w 2748286"/>
              <a:gd name="connsiteY160" fmla="*/ 79660 h 1831156"/>
              <a:gd name="connsiteX161" fmla="*/ 1054902 w 2748286"/>
              <a:gd name="connsiteY161" fmla="*/ 103436 h 1831156"/>
              <a:gd name="connsiteX162" fmla="*/ 1027140 w 2748286"/>
              <a:gd name="connsiteY162" fmla="*/ 130206 h 1831156"/>
              <a:gd name="connsiteX163" fmla="*/ 999378 w 2748286"/>
              <a:gd name="connsiteY163" fmla="*/ 159875 h 1831156"/>
              <a:gd name="connsiteX164" fmla="*/ 971616 w 2748286"/>
              <a:gd name="connsiteY164" fmla="*/ 192326 h 1831156"/>
              <a:gd name="connsiteX165" fmla="*/ 943854 w 2748286"/>
              <a:gd name="connsiteY165" fmla="*/ 227417 h 1831156"/>
              <a:gd name="connsiteX166" fmla="*/ 916092 w 2748286"/>
              <a:gd name="connsiteY166" fmla="*/ 264982 h 1831156"/>
              <a:gd name="connsiteX167" fmla="*/ 888330 w 2748286"/>
              <a:gd name="connsiteY167" fmla="*/ 304826 h 1831156"/>
              <a:gd name="connsiteX168" fmla="*/ 860568 w 2748286"/>
              <a:gd name="connsiteY168" fmla="*/ 346737 h 1831156"/>
              <a:gd name="connsiteX169" fmla="*/ 832813 w 2748286"/>
              <a:gd name="connsiteY169" fmla="*/ 390471 h 1831156"/>
              <a:gd name="connsiteX170" fmla="*/ 805054 w 2748286"/>
              <a:gd name="connsiteY170" fmla="*/ 435764 h 1831156"/>
              <a:gd name="connsiteX171" fmla="*/ 777293 w 2748286"/>
              <a:gd name="connsiteY171" fmla="*/ 482327 h 1831156"/>
              <a:gd name="connsiteX172" fmla="*/ 749532 w 2748286"/>
              <a:gd name="connsiteY172" fmla="*/ 529853 h 1831156"/>
              <a:gd name="connsiteX173" fmla="*/ 721772 w 2748286"/>
              <a:gd name="connsiteY173" fmla="*/ 578011 h 1831156"/>
              <a:gd name="connsiteX174" fmla="*/ 694011 w 2748286"/>
              <a:gd name="connsiteY174" fmla="*/ 626456 h 1831156"/>
              <a:gd name="connsiteX175" fmla="*/ 666250 w 2748286"/>
              <a:gd name="connsiteY175" fmla="*/ 674828 h 1831156"/>
              <a:gd name="connsiteX176" fmla="*/ 638490 w 2748286"/>
              <a:gd name="connsiteY176" fmla="*/ 722754 h 1831156"/>
              <a:gd name="connsiteX177" fmla="*/ 610729 w 2748286"/>
              <a:gd name="connsiteY177" fmla="*/ 769854 h 1831156"/>
              <a:gd name="connsiteX178" fmla="*/ 582969 w 2748286"/>
              <a:gd name="connsiteY178" fmla="*/ 815748 h 1831156"/>
              <a:gd name="connsiteX179" fmla="*/ 555209 w 2748286"/>
              <a:gd name="connsiteY179" fmla="*/ 860052 h 1831156"/>
              <a:gd name="connsiteX180" fmla="*/ 527449 w 2748286"/>
              <a:gd name="connsiteY180" fmla="*/ 902393 h 1831156"/>
              <a:gd name="connsiteX181" fmla="*/ 499688 w 2748286"/>
              <a:gd name="connsiteY181" fmla="*/ 942412 h 1831156"/>
              <a:gd name="connsiteX182" fmla="*/ 471928 w 2748286"/>
              <a:gd name="connsiteY182" fmla="*/ 979759 h 1831156"/>
              <a:gd name="connsiteX183" fmla="*/ 444167 w 2748286"/>
              <a:gd name="connsiteY183" fmla="*/ 1014114 h 1831156"/>
              <a:gd name="connsiteX184" fmla="*/ 416406 w 2748286"/>
              <a:gd name="connsiteY184" fmla="*/ 1045183 h 1831156"/>
              <a:gd name="connsiteX185" fmla="*/ 388646 w 2748286"/>
              <a:gd name="connsiteY185" fmla="*/ 1072702 h 1831156"/>
              <a:gd name="connsiteX186" fmla="*/ 360885 w 2748286"/>
              <a:gd name="connsiteY186" fmla="*/ 1096446 h 1831156"/>
              <a:gd name="connsiteX187" fmla="*/ 333125 w 2748286"/>
              <a:gd name="connsiteY187" fmla="*/ 1116233 h 1831156"/>
              <a:gd name="connsiteX188" fmla="*/ 305364 w 2748286"/>
              <a:gd name="connsiteY188" fmla="*/ 1131919 h 1831156"/>
              <a:gd name="connsiteX189" fmla="*/ 277605 w 2748286"/>
              <a:gd name="connsiteY189" fmla="*/ 1143412 h 1831156"/>
              <a:gd name="connsiteX190" fmla="*/ 249844 w 2748286"/>
              <a:gd name="connsiteY190" fmla="*/ 1150665 h 1831156"/>
              <a:gd name="connsiteX191" fmla="*/ 222083 w 2748286"/>
              <a:gd name="connsiteY191" fmla="*/ 1153678 h 1831156"/>
              <a:gd name="connsiteX192" fmla="*/ 194323 w 2748286"/>
              <a:gd name="connsiteY192" fmla="*/ 1152501 h 1831156"/>
              <a:gd name="connsiteX193" fmla="*/ 166562 w 2748286"/>
              <a:gd name="connsiteY193" fmla="*/ 1147227 h 1831156"/>
              <a:gd name="connsiteX194" fmla="*/ 138802 w 2748286"/>
              <a:gd name="connsiteY194" fmla="*/ 1137994 h 1831156"/>
              <a:gd name="connsiteX195" fmla="*/ 111041 w 2748286"/>
              <a:gd name="connsiteY195" fmla="*/ 1124984 h 1831156"/>
              <a:gd name="connsiteX196" fmla="*/ 83280 w 2748286"/>
              <a:gd name="connsiteY196" fmla="*/ 1108409 h 1831156"/>
              <a:gd name="connsiteX197" fmla="*/ 55520 w 2748286"/>
              <a:gd name="connsiteY197" fmla="*/ 1088516 h 1831156"/>
              <a:gd name="connsiteX198" fmla="*/ 27761 w 2748286"/>
              <a:gd name="connsiteY198" fmla="*/ 1065583 h 1831156"/>
              <a:gd name="connsiteX199" fmla="*/ 0 w 2748286"/>
              <a:gd name="connsiteY199" fmla="*/ 1039905 h 18311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</a:cxnLst>
            <a:rect l="l" t="t" r="r" b="b"/>
            <a:pathLst>
              <a:path w="2748286" h="1831156">
                <a:moveTo>
                  <a:pt x="0" y="1831156"/>
                </a:moveTo>
                <a:lnTo>
                  <a:pt x="27761" y="1803979"/>
                </a:lnTo>
                <a:lnTo>
                  <a:pt x="55520" y="1774872"/>
                </a:lnTo>
                <a:lnTo>
                  <a:pt x="83280" y="1743925"/>
                </a:lnTo>
                <a:lnTo>
                  <a:pt x="111041" y="1711195"/>
                </a:lnTo>
                <a:lnTo>
                  <a:pt x="138802" y="1676784"/>
                </a:lnTo>
                <a:lnTo>
                  <a:pt x="166562" y="1640752"/>
                </a:lnTo>
                <a:lnTo>
                  <a:pt x="194323" y="1603186"/>
                </a:lnTo>
                <a:lnTo>
                  <a:pt x="222083" y="1564173"/>
                </a:lnTo>
                <a:lnTo>
                  <a:pt x="249844" y="1523786"/>
                </a:lnTo>
                <a:lnTo>
                  <a:pt x="277605" y="1482114"/>
                </a:lnTo>
                <a:lnTo>
                  <a:pt x="305364" y="1439229"/>
                </a:lnTo>
                <a:lnTo>
                  <a:pt x="333125" y="1395204"/>
                </a:lnTo>
                <a:lnTo>
                  <a:pt x="360885" y="1350113"/>
                </a:lnTo>
                <a:lnTo>
                  <a:pt x="388646" y="1304041"/>
                </a:lnTo>
                <a:lnTo>
                  <a:pt x="416406" y="1257061"/>
                </a:lnTo>
                <a:lnTo>
                  <a:pt x="444167" y="1209255"/>
                </a:lnTo>
                <a:lnTo>
                  <a:pt x="471928" y="1160711"/>
                </a:lnTo>
                <a:lnTo>
                  <a:pt x="499688" y="1111521"/>
                </a:lnTo>
                <a:lnTo>
                  <a:pt x="527449" y="1061792"/>
                </a:lnTo>
                <a:lnTo>
                  <a:pt x="555209" y="1011636"/>
                </a:lnTo>
                <a:lnTo>
                  <a:pt x="582969" y="961182"/>
                </a:lnTo>
                <a:lnTo>
                  <a:pt x="610729" y="910570"/>
                </a:lnTo>
                <a:lnTo>
                  <a:pt x="638490" y="859955"/>
                </a:lnTo>
                <a:lnTo>
                  <a:pt x="666250" y="809504"/>
                </a:lnTo>
                <a:lnTo>
                  <a:pt x="694011" y="759400"/>
                </a:lnTo>
                <a:lnTo>
                  <a:pt x="721772" y="709834"/>
                </a:lnTo>
                <a:lnTo>
                  <a:pt x="749532" y="661012"/>
                </a:lnTo>
                <a:lnTo>
                  <a:pt x="777293" y="613145"/>
                </a:lnTo>
                <a:lnTo>
                  <a:pt x="805054" y="566452"/>
                </a:lnTo>
                <a:lnTo>
                  <a:pt x="832813" y="521153"/>
                </a:lnTo>
                <a:lnTo>
                  <a:pt x="860568" y="477469"/>
                </a:lnTo>
                <a:lnTo>
                  <a:pt x="888330" y="435615"/>
                </a:lnTo>
                <a:lnTo>
                  <a:pt x="916092" y="395803"/>
                </a:lnTo>
                <a:lnTo>
                  <a:pt x="943854" y="358229"/>
                </a:lnTo>
                <a:lnTo>
                  <a:pt x="971616" y="323081"/>
                </a:lnTo>
                <a:lnTo>
                  <a:pt x="999378" y="290525"/>
                </a:lnTo>
                <a:lnTo>
                  <a:pt x="1027140" y="260710"/>
                </a:lnTo>
                <a:lnTo>
                  <a:pt x="1054902" y="233766"/>
                </a:lnTo>
                <a:lnTo>
                  <a:pt x="1082664" y="209798"/>
                </a:lnTo>
                <a:lnTo>
                  <a:pt x="1110412" y="188886"/>
                </a:lnTo>
                <a:lnTo>
                  <a:pt x="1138174" y="171088"/>
                </a:lnTo>
                <a:lnTo>
                  <a:pt x="1165936" y="156434"/>
                </a:lnTo>
                <a:lnTo>
                  <a:pt x="1193698" y="144931"/>
                </a:lnTo>
                <a:lnTo>
                  <a:pt x="1221460" y="136565"/>
                </a:lnTo>
                <a:lnTo>
                  <a:pt x="1249222" y="131294"/>
                </a:lnTo>
                <a:lnTo>
                  <a:pt x="1276984" y="129059"/>
                </a:lnTo>
                <a:lnTo>
                  <a:pt x="1304746" y="129778"/>
                </a:lnTo>
                <a:lnTo>
                  <a:pt x="1332508" y="133355"/>
                </a:lnTo>
                <a:lnTo>
                  <a:pt x="1360256" y="139676"/>
                </a:lnTo>
                <a:lnTo>
                  <a:pt x="1388018" y="148611"/>
                </a:lnTo>
                <a:lnTo>
                  <a:pt x="1415780" y="160021"/>
                </a:lnTo>
                <a:lnTo>
                  <a:pt x="1443542" y="173756"/>
                </a:lnTo>
                <a:lnTo>
                  <a:pt x="1471304" y="189658"/>
                </a:lnTo>
                <a:lnTo>
                  <a:pt x="1499066" y="207560"/>
                </a:lnTo>
                <a:lnTo>
                  <a:pt x="1526828" y="227293"/>
                </a:lnTo>
                <a:lnTo>
                  <a:pt x="1554590" y="248683"/>
                </a:lnTo>
                <a:lnTo>
                  <a:pt x="1582352" y="271551"/>
                </a:lnTo>
                <a:lnTo>
                  <a:pt x="1610100" y="295725"/>
                </a:lnTo>
                <a:lnTo>
                  <a:pt x="1637862" y="321025"/>
                </a:lnTo>
                <a:lnTo>
                  <a:pt x="1665624" y="347276"/>
                </a:lnTo>
                <a:lnTo>
                  <a:pt x="1693386" y="374308"/>
                </a:lnTo>
                <a:lnTo>
                  <a:pt x="1721148" y="401953"/>
                </a:lnTo>
                <a:lnTo>
                  <a:pt x="1748910" y="430049"/>
                </a:lnTo>
                <a:lnTo>
                  <a:pt x="1776672" y="458446"/>
                </a:lnTo>
                <a:lnTo>
                  <a:pt x="1804434" y="486998"/>
                </a:lnTo>
                <a:lnTo>
                  <a:pt x="1832196" y="515573"/>
                </a:lnTo>
                <a:lnTo>
                  <a:pt x="1859944" y="544049"/>
                </a:lnTo>
                <a:lnTo>
                  <a:pt x="1887706" y="572321"/>
                </a:lnTo>
                <a:lnTo>
                  <a:pt x="1915468" y="600298"/>
                </a:lnTo>
                <a:lnTo>
                  <a:pt x="1943230" y="627907"/>
                </a:lnTo>
                <a:lnTo>
                  <a:pt x="1970992" y="655092"/>
                </a:lnTo>
                <a:lnTo>
                  <a:pt x="1998754" y="681818"/>
                </a:lnTo>
                <a:lnTo>
                  <a:pt x="2026516" y="708068"/>
                </a:lnTo>
                <a:lnTo>
                  <a:pt x="2054279" y="733846"/>
                </a:lnTo>
                <a:lnTo>
                  <a:pt x="2082041" y="759173"/>
                </a:lnTo>
                <a:lnTo>
                  <a:pt x="2109788" y="784090"/>
                </a:lnTo>
                <a:lnTo>
                  <a:pt x="2137550" y="808657"/>
                </a:lnTo>
                <a:lnTo>
                  <a:pt x="2165312" y="832942"/>
                </a:lnTo>
                <a:lnTo>
                  <a:pt x="2193074" y="857033"/>
                </a:lnTo>
                <a:lnTo>
                  <a:pt x="2220836" y="881023"/>
                </a:lnTo>
                <a:lnTo>
                  <a:pt x="2248598" y="905010"/>
                </a:lnTo>
                <a:lnTo>
                  <a:pt x="2276361" y="929101"/>
                </a:lnTo>
                <a:lnTo>
                  <a:pt x="2304123" y="953395"/>
                </a:lnTo>
                <a:lnTo>
                  <a:pt x="2331885" y="977993"/>
                </a:lnTo>
                <a:lnTo>
                  <a:pt x="2359632" y="1002978"/>
                </a:lnTo>
                <a:lnTo>
                  <a:pt x="2387394" y="1028430"/>
                </a:lnTo>
                <a:lnTo>
                  <a:pt x="2415157" y="1054413"/>
                </a:lnTo>
                <a:lnTo>
                  <a:pt x="2442919" y="1080968"/>
                </a:lnTo>
                <a:lnTo>
                  <a:pt x="2470681" y="1108122"/>
                </a:lnTo>
                <a:lnTo>
                  <a:pt x="2498443" y="1135877"/>
                </a:lnTo>
                <a:lnTo>
                  <a:pt x="2526205" y="1164215"/>
                </a:lnTo>
                <a:lnTo>
                  <a:pt x="2553967" y="1193095"/>
                </a:lnTo>
                <a:lnTo>
                  <a:pt x="2581729" y="1222454"/>
                </a:lnTo>
                <a:lnTo>
                  <a:pt x="2609476" y="1252212"/>
                </a:lnTo>
                <a:lnTo>
                  <a:pt x="2637239" y="1282265"/>
                </a:lnTo>
                <a:lnTo>
                  <a:pt x="2665001" y="1312496"/>
                </a:lnTo>
                <a:lnTo>
                  <a:pt x="2692763" y="1342777"/>
                </a:lnTo>
                <a:lnTo>
                  <a:pt x="2720525" y="1372965"/>
                </a:lnTo>
                <a:lnTo>
                  <a:pt x="2748287" y="1402904"/>
                </a:lnTo>
                <a:lnTo>
                  <a:pt x="2748287" y="611651"/>
                </a:lnTo>
                <a:lnTo>
                  <a:pt x="2720525" y="634570"/>
                </a:lnTo>
                <a:lnTo>
                  <a:pt x="2692763" y="656419"/>
                </a:lnTo>
                <a:lnTo>
                  <a:pt x="2665001" y="676980"/>
                </a:lnTo>
                <a:lnTo>
                  <a:pt x="2637239" y="696048"/>
                </a:lnTo>
                <a:lnTo>
                  <a:pt x="2609476" y="713426"/>
                </a:lnTo>
                <a:lnTo>
                  <a:pt x="2581729" y="728933"/>
                </a:lnTo>
                <a:lnTo>
                  <a:pt x="2553967" y="742412"/>
                </a:lnTo>
                <a:lnTo>
                  <a:pt x="2526205" y="753725"/>
                </a:lnTo>
                <a:lnTo>
                  <a:pt x="2498443" y="762758"/>
                </a:lnTo>
                <a:lnTo>
                  <a:pt x="2470681" y="769425"/>
                </a:lnTo>
                <a:lnTo>
                  <a:pt x="2442919" y="773665"/>
                </a:lnTo>
                <a:lnTo>
                  <a:pt x="2415157" y="775448"/>
                </a:lnTo>
                <a:lnTo>
                  <a:pt x="2387394" y="774765"/>
                </a:lnTo>
                <a:lnTo>
                  <a:pt x="2359632" y="771638"/>
                </a:lnTo>
                <a:lnTo>
                  <a:pt x="2331885" y="766114"/>
                </a:lnTo>
                <a:lnTo>
                  <a:pt x="2304123" y="758254"/>
                </a:lnTo>
                <a:lnTo>
                  <a:pt x="2276361" y="748150"/>
                </a:lnTo>
                <a:lnTo>
                  <a:pt x="2248598" y="735901"/>
                </a:lnTo>
                <a:lnTo>
                  <a:pt x="2220836" y="721624"/>
                </a:lnTo>
                <a:lnTo>
                  <a:pt x="2193074" y="705449"/>
                </a:lnTo>
                <a:lnTo>
                  <a:pt x="2165312" y="687508"/>
                </a:lnTo>
                <a:lnTo>
                  <a:pt x="2137550" y="667940"/>
                </a:lnTo>
                <a:lnTo>
                  <a:pt x="2109788" y="646889"/>
                </a:lnTo>
                <a:lnTo>
                  <a:pt x="2082041" y="624496"/>
                </a:lnTo>
                <a:lnTo>
                  <a:pt x="2054279" y="600903"/>
                </a:lnTo>
                <a:lnTo>
                  <a:pt x="2026516" y="576245"/>
                </a:lnTo>
                <a:lnTo>
                  <a:pt x="1998754" y="550658"/>
                </a:lnTo>
                <a:lnTo>
                  <a:pt x="1970992" y="524274"/>
                </a:lnTo>
                <a:lnTo>
                  <a:pt x="1943230" y="497218"/>
                </a:lnTo>
                <a:lnTo>
                  <a:pt x="1915468" y="469616"/>
                </a:lnTo>
                <a:lnTo>
                  <a:pt x="1887706" y="441590"/>
                </a:lnTo>
                <a:lnTo>
                  <a:pt x="1859944" y="413261"/>
                </a:lnTo>
                <a:lnTo>
                  <a:pt x="1832196" y="384752"/>
                </a:lnTo>
                <a:lnTo>
                  <a:pt x="1804434" y="356186"/>
                </a:lnTo>
                <a:lnTo>
                  <a:pt x="1776672" y="327692"/>
                </a:lnTo>
                <a:lnTo>
                  <a:pt x="1748910" y="299400"/>
                </a:lnTo>
                <a:lnTo>
                  <a:pt x="1721148" y="271448"/>
                </a:lnTo>
                <a:lnTo>
                  <a:pt x="1693386" y="243978"/>
                </a:lnTo>
                <a:lnTo>
                  <a:pt x="1665624" y="217138"/>
                </a:lnTo>
                <a:lnTo>
                  <a:pt x="1637862" y="191085"/>
                </a:lnTo>
                <a:lnTo>
                  <a:pt x="1610100" y="165980"/>
                </a:lnTo>
                <a:lnTo>
                  <a:pt x="1582352" y="141987"/>
                </a:lnTo>
                <a:lnTo>
                  <a:pt x="1554590" y="119279"/>
                </a:lnTo>
                <a:lnTo>
                  <a:pt x="1526828" y="98028"/>
                </a:lnTo>
                <a:lnTo>
                  <a:pt x="1499066" y="78411"/>
                </a:lnTo>
                <a:lnTo>
                  <a:pt x="1471304" y="60598"/>
                </a:lnTo>
                <a:lnTo>
                  <a:pt x="1443542" y="44763"/>
                </a:lnTo>
                <a:lnTo>
                  <a:pt x="1415780" y="31070"/>
                </a:lnTo>
                <a:lnTo>
                  <a:pt x="1388018" y="19682"/>
                </a:lnTo>
                <a:lnTo>
                  <a:pt x="1360256" y="10747"/>
                </a:lnTo>
                <a:lnTo>
                  <a:pt x="1332508" y="4406"/>
                </a:lnTo>
                <a:lnTo>
                  <a:pt x="1304746" y="786"/>
                </a:lnTo>
                <a:lnTo>
                  <a:pt x="1276984" y="0"/>
                </a:lnTo>
                <a:lnTo>
                  <a:pt x="1249222" y="2145"/>
                </a:lnTo>
                <a:lnTo>
                  <a:pt x="1221460" y="7301"/>
                </a:lnTo>
                <a:lnTo>
                  <a:pt x="1193698" y="15529"/>
                </a:lnTo>
                <a:lnTo>
                  <a:pt x="1165936" y="26868"/>
                </a:lnTo>
                <a:lnTo>
                  <a:pt x="1138174" y="41342"/>
                </a:lnTo>
                <a:lnTo>
                  <a:pt x="1110412" y="58946"/>
                </a:lnTo>
                <a:lnTo>
                  <a:pt x="1082664" y="79660"/>
                </a:lnTo>
                <a:lnTo>
                  <a:pt x="1054902" y="103436"/>
                </a:lnTo>
                <a:lnTo>
                  <a:pt x="1027140" y="130206"/>
                </a:lnTo>
                <a:lnTo>
                  <a:pt x="999378" y="159875"/>
                </a:lnTo>
                <a:lnTo>
                  <a:pt x="971616" y="192326"/>
                </a:lnTo>
                <a:lnTo>
                  <a:pt x="943854" y="227417"/>
                </a:lnTo>
                <a:lnTo>
                  <a:pt x="916092" y="264982"/>
                </a:lnTo>
                <a:lnTo>
                  <a:pt x="888330" y="304826"/>
                </a:lnTo>
                <a:lnTo>
                  <a:pt x="860568" y="346737"/>
                </a:lnTo>
                <a:lnTo>
                  <a:pt x="832813" y="390471"/>
                </a:lnTo>
                <a:lnTo>
                  <a:pt x="805054" y="435764"/>
                </a:lnTo>
                <a:lnTo>
                  <a:pt x="777293" y="482327"/>
                </a:lnTo>
                <a:lnTo>
                  <a:pt x="749532" y="529853"/>
                </a:lnTo>
                <a:lnTo>
                  <a:pt x="721772" y="578011"/>
                </a:lnTo>
                <a:lnTo>
                  <a:pt x="694011" y="626456"/>
                </a:lnTo>
                <a:lnTo>
                  <a:pt x="666250" y="674828"/>
                </a:lnTo>
                <a:lnTo>
                  <a:pt x="638490" y="722754"/>
                </a:lnTo>
                <a:lnTo>
                  <a:pt x="610729" y="769854"/>
                </a:lnTo>
                <a:lnTo>
                  <a:pt x="582969" y="815748"/>
                </a:lnTo>
                <a:lnTo>
                  <a:pt x="555209" y="860052"/>
                </a:lnTo>
                <a:lnTo>
                  <a:pt x="527449" y="902393"/>
                </a:lnTo>
                <a:lnTo>
                  <a:pt x="499688" y="942412"/>
                </a:lnTo>
                <a:lnTo>
                  <a:pt x="471928" y="979759"/>
                </a:lnTo>
                <a:lnTo>
                  <a:pt x="444167" y="1014114"/>
                </a:lnTo>
                <a:lnTo>
                  <a:pt x="416406" y="1045183"/>
                </a:lnTo>
                <a:lnTo>
                  <a:pt x="388646" y="1072702"/>
                </a:lnTo>
                <a:lnTo>
                  <a:pt x="360885" y="1096446"/>
                </a:lnTo>
                <a:lnTo>
                  <a:pt x="333125" y="1116233"/>
                </a:lnTo>
                <a:lnTo>
                  <a:pt x="305364" y="1131919"/>
                </a:lnTo>
                <a:lnTo>
                  <a:pt x="277605" y="1143412"/>
                </a:lnTo>
                <a:lnTo>
                  <a:pt x="249844" y="1150665"/>
                </a:lnTo>
                <a:lnTo>
                  <a:pt x="222083" y="1153678"/>
                </a:lnTo>
                <a:lnTo>
                  <a:pt x="194323" y="1152501"/>
                </a:lnTo>
                <a:lnTo>
                  <a:pt x="166562" y="1147227"/>
                </a:lnTo>
                <a:lnTo>
                  <a:pt x="138802" y="1137994"/>
                </a:lnTo>
                <a:lnTo>
                  <a:pt x="111041" y="1124984"/>
                </a:lnTo>
                <a:lnTo>
                  <a:pt x="83280" y="1108409"/>
                </a:lnTo>
                <a:lnTo>
                  <a:pt x="55520" y="1088516"/>
                </a:lnTo>
                <a:lnTo>
                  <a:pt x="27761" y="1065583"/>
                </a:lnTo>
                <a:lnTo>
                  <a:pt x="0" y="1039905"/>
                </a:lnTo>
                <a:close/>
              </a:path>
            </a:pathLst>
          </a:custGeom>
          <a:solidFill>
            <a:srgbClr val="FF0000">
              <a:alpha val="20000"/>
            </a:srgbClr>
          </a:solidFill>
          <a:ln w="146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8" name="Freeform 97">
            <a:extLst>
              <a:ext uri="{FF2B5EF4-FFF2-40B4-BE49-F238E27FC236}">
                <a16:creationId xmlns:a16="http://schemas.microsoft.com/office/drawing/2014/main" id="{B1B3A61D-EBAC-5831-BC1F-61CB24D66D64}"/>
              </a:ext>
            </a:extLst>
          </p:cNvPr>
          <p:cNvSpPr/>
          <p:nvPr/>
        </p:nvSpPr>
        <p:spPr>
          <a:xfrm>
            <a:off x="897535" y="2566801"/>
            <a:ext cx="2748286" cy="1371002"/>
          </a:xfrm>
          <a:custGeom>
            <a:avLst/>
            <a:gdLst>
              <a:gd name="connsiteX0" fmla="*/ 0 w 2748286"/>
              <a:gd name="connsiteY0" fmla="*/ 1371002 h 1371002"/>
              <a:gd name="connsiteX1" fmla="*/ 27761 w 2748286"/>
              <a:gd name="connsiteY1" fmla="*/ 1370243 h 1371002"/>
              <a:gd name="connsiteX2" fmla="*/ 55520 w 2748286"/>
              <a:gd name="connsiteY2" fmla="*/ 1367160 h 1371002"/>
              <a:gd name="connsiteX3" fmla="*/ 83280 w 2748286"/>
              <a:gd name="connsiteY3" fmla="*/ 1361636 h 1371002"/>
              <a:gd name="connsiteX4" fmla="*/ 111041 w 2748286"/>
              <a:gd name="connsiteY4" fmla="*/ 1353556 h 1371002"/>
              <a:gd name="connsiteX5" fmla="*/ 138802 w 2748286"/>
              <a:gd name="connsiteY5" fmla="*/ 1342860 h 1371002"/>
              <a:gd name="connsiteX6" fmla="*/ 166562 w 2748286"/>
              <a:gd name="connsiteY6" fmla="*/ 1329462 h 1371002"/>
              <a:gd name="connsiteX7" fmla="*/ 194323 w 2748286"/>
              <a:gd name="connsiteY7" fmla="*/ 1313316 h 1371002"/>
              <a:gd name="connsiteX8" fmla="*/ 222083 w 2748286"/>
              <a:gd name="connsiteY8" fmla="*/ 1294394 h 1371002"/>
              <a:gd name="connsiteX9" fmla="*/ 249844 w 2748286"/>
              <a:gd name="connsiteY9" fmla="*/ 1272695 h 1371002"/>
              <a:gd name="connsiteX10" fmla="*/ 277605 w 2748286"/>
              <a:gd name="connsiteY10" fmla="*/ 1248231 h 1371002"/>
              <a:gd name="connsiteX11" fmla="*/ 305364 w 2748286"/>
              <a:gd name="connsiteY11" fmla="*/ 1221040 h 1371002"/>
              <a:gd name="connsiteX12" fmla="*/ 333125 w 2748286"/>
              <a:gd name="connsiteY12" fmla="*/ 1191186 h 1371002"/>
              <a:gd name="connsiteX13" fmla="*/ 360885 w 2748286"/>
              <a:gd name="connsiteY13" fmla="*/ 1158750 h 1371002"/>
              <a:gd name="connsiteX14" fmla="*/ 388646 w 2748286"/>
              <a:gd name="connsiteY14" fmla="*/ 1123841 h 1371002"/>
              <a:gd name="connsiteX15" fmla="*/ 416406 w 2748286"/>
              <a:gd name="connsiteY15" fmla="*/ 1086592 h 1371002"/>
              <a:gd name="connsiteX16" fmla="*/ 444167 w 2748286"/>
              <a:gd name="connsiteY16" fmla="*/ 1047155 h 1371002"/>
              <a:gd name="connsiteX17" fmla="*/ 471928 w 2748286"/>
              <a:gd name="connsiteY17" fmla="*/ 1005705 h 1371002"/>
              <a:gd name="connsiteX18" fmla="*/ 499688 w 2748286"/>
              <a:gd name="connsiteY18" fmla="*/ 962437 h 1371002"/>
              <a:gd name="connsiteX19" fmla="*/ 527449 w 2748286"/>
              <a:gd name="connsiteY19" fmla="*/ 917563 h 1371002"/>
              <a:gd name="connsiteX20" fmla="*/ 555209 w 2748286"/>
              <a:gd name="connsiteY20" fmla="*/ 871314 h 1371002"/>
              <a:gd name="connsiteX21" fmla="*/ 582969 w 2748286"/>
              <a:gd name="connsiteY21" fmla="*/ 823935 h 1371002"/>
              <a:gd name="connsiteX22" fmla="*/ 610729 w 2748286"/>
              <a:gd name="connsiteY22" fmla="*/ 775683 h 1371002"/>
              <a:gd name="connsiteX23" fmla="*/ 638490 w 2748286"/>
              <a:gd name="connsiteY23" fmla="*/ 726824 h 1371002"/>
              <a:gd name="connsiteX24" fmla="*/ 666250 w 2748286"/>
              <a:gd name="connsiteY24" fmla="*/ 677637 h 1371002"/>
              <a:gd name="connsiteX25" fmla="*/ 694011 w 2748286"/>
              <a:gd name="connsiteY25" fmla="*/ 628399 h 1371002"/>
              <a:gd name="connsiteX26" fmla="*/ 721772 w 2748286"/>
              <a:gd name="connsiteY26" fmla="*/ 579393 h 1371002"/>
              <a:gd name="connsiteX27" fmla="*/ 749532 w 2748286"/>
              <a:gd name="connsiteY27" fmla="*/ 530903 h 1371002"/>
              <a:gd name="connsiteX28" fmla="*/ 777293 w 2748286"/>
              <a:gd name="connsiteY28" fmla="*/ 483206 h 1371002"/>
              <a:gd name="connsiteX29" fmla="*/ 805054 w 2748286"/>
              <a:gd name="connsiteY29" fmla="*/ 436578 h 1371002"/>
              <a:gd name="connsiteX30" fmla="*/ 832813 w 2748286"/>
              <a:gd name="connsiteY30" fmla="*/ 391283 h 1371002"/>
              <a:gd name="connsiteX31" fmla="*/ 860568 w 2748286"/>
              <a:gd name="connsiteY31" fmla="*/ 347574 h 1371002"/>
              <a:gd name="connsiteX32" fmla="*/ 888330 w 2748286"/>
              <a:gd name="connsiteY32" fmla="*/ 305691 h 1371002"/>
              <a:gd name="connsiteX33" fmla="*/ 916092 w 2748286"/>
              <a:gd name="connsiteY33" fmla="*/ 265863 h 1371002"/>
              <a:gd name="connsiteX34" fmla="*/ 943854 w 2748286"/>
              <a:gd name="connsiteY34" fmla="*/ 228293 h 1371002"/>
              <a:gd name="connsiteX35" fmla="*/ 971616 w 2748286"/>
              <a:gd name="connsiteY35" fmla="*/ 193173 h 1371002"/>
              <a:gd name="connsiteX36" fmla="*/ 999378 w 2748286"/>
              <a:gd name="connsiteY36" fmla="*/ 160669 h 1371002"/>
              <a:gd name="connsiteX37" fmla="*/ 1027140 w 2748286"/>
              <a:gd name="connsiteY37" fmla="*/ 130929 h 1371002"/>
              <a:gd name="connsiteX38" fmla="*/ 1054902 w 2748286"/>
              <a:gd name="connsiteY38" fmla="*/ 104071 h 1371002"/>
              <a:gd name="connsiteX39" fmla="*/ 1082664 w 2748286"/>
              <a:gd name="connsiteY39" fmla="*/ 80199 h 1371002"/>
              <a:gd name="connsiteX40" fmla="*/ 1110412 w 2748286"/>
              <a:gd name="connsiteY40" fmla="*/ 59387 h 1371002"/>
              <a:gd name="connsiteX41" fmla="*/ 1138174 w 2748286"/>
              <a:gd name="connsiteY41" fmla="*/ 41685 h 1371002"/>
              <a:gd name="connsiteX42" fmla="*/ 1165936 w 2748286"/>
              <a:gd name="connsiteY42" fmla="*/ 27122 h 1371002"/>
              <a:gd name="connsiteX43" fmla="*/ 1193698 w 2748286"/>
              <a:gd name="connsiteY43" fmla="*/ 15700 h 1371002"/>
              <a:gd name="connsiteX44" fmla="*/ 1221460 w 2748286"/>
              <a:gd name="connsiteY44" fmla="*/ 7404 h 1371002"/>
              <a:gd name="connsiteX45" fmla="*/ 1249222 w 2748286"/>
              <a:gd name="connsiteY45" fmla="*/ 2190 h 1371002"/>
              <a:gd name="connsiteX46" fmla="*/ 1276984 w 2748286"/>
              <a:gd name="connsiteY46" fmla="*/ 0 h 1371002"/>
              <a:gd name="connsiteX47" fmla="*/ 1304746 w 2748286"/>
              <a:gd name="connsiteY47" fmla="*/ 752 h 1371002"/>
              <a:gd name="connsiteX48" fmla="*/ 1332508 w 2748286"/>
              <a:gd name="connsiteY48" fmla="*/ 4351 h 1371002"/>
              <a:gd name="connsiteX49" fmla="*/ 1360256 w 2748286"/>
              <a:gd name="connsiteY49" fmla="*/ 10681 h 1371002"/>
              <a:gd name="connsiteX50" fmla="*/ 1388018 w 2748286"/>
              <a:gd name="connsiteY50" fmla="*/ 19616 h 1371002"/>
              <a:gd name="connsiteX51" fmla="*/ 1415780 w 2748286"/>
              <a:gd name="connsiteY51" fmla="*/ 31016 h 1371002"/>
              <a:gd name="connsiteX52" fmla="*/ 1443542 w 2748286"/>
              <a:gd name="connsiteY52" fmla="*/ 44729 h 1371002"/>
              <a:gd name="connsiteX53" fmla="*/ 1471304 w 2748286"/>
              <a:gd name="connsiteY53" fmla="*/ 60599 h 1371002"/>
              <a:gd name="connsiteX54" fmla="*/ 1499066 w 2748286"/>
              <a:gd name="connsiteY54" fmla="*/ 78456 h 1371002"/>
              <a:gd name="connsiteX55" fmla="*/ 1526828 w 2748286"/>
              <a:gd name="connsiteY55" fmla="*/ 98132 h 1371002"/>
              <a:gd name="connsiteX56" fmla="*/ 1554590 w 2748286"/>
              <a:gd name="connsiteY56" fmla="*/ 119451 h 1371002"/>
              <a:gd name="connsiteX57" fmla="*/ 1582352 w 2748286"/>
              <a:gd name="connsiteY57" fmla="*/ 142240 h 1371002"/>
              <a:gd name="connsiteX58" fmla="*/ 1610100 w 2748286"/>
              <a:gd name="connsiteY58" fmla="*/ 166323 h 1371002"/>
              <a:gd name="connsiteX59" fmla="*/ 1637862 w 2748286"/>
              <a:gd name="connsiteY59" fmla="*/ 191525 h 1371002"/>
              <a:gd name="connsiteX60" fmla="*/ 1665624 w 2748286"/>
              <a:gd name="connsiteY60" fmla="*/ 217677 h 1371002"/>
              <a:gd name="connsiteX61" fmla="*/ 1693386 w 2748286"/>
              <a:gd name="connsiteY61" fmla="*/ 244613 h 1371002"/>
              <a:gd name="connsiteX62" fmla="*/ 1721148 w 2748286"/>
              <a:gd name="connsiteY62" fmla="*/ 272171 h 1371002"/>
              <a:gd name="connsiteX63" fmla="*/ 1748910 w 2748286"/>
              <a:gd name="connsiteY63" fmla="*/ 300196 h 1371002"/>
              <a:gd name="connsiteX64" fmla="*/ 1776672 w 2748286"/>
              <a:gd name="connsiteY64" fmla="*/ 328539 h 1371002"/>
              <a:gd name="connsiteX65" fmla="*/ 1804434 w 2748286"/>
              <a:gd name="connsiteY65" fmla="*/ 357063 h 1371002"/>
              <a:gd name="connsiteX66" fmla="*/ 1832196 w 2748286"/>
              <a:gd name="connsiteY66" fmla="*/ 385633 h 1371002"/>
              <a:gd name="connsiteX67" fmla="*/ 1859944 w 2748286"/>
              <a:gd name="connsiteY67" fmla="*/ 414125 h 1371002"/>
              <a:gd name="connsiteX68" fmla="*/ 1887706 w 2748286"/>
              <a:gd name="connsiteY68" fmla="*/ 442425 h 1371002"/>
              <a:gd name="connsiteX69" fmla="*/ 1915468 w 2748286"/>
              <a:gd name="connsiteY69" fmla="*/ 470427 h 1371002"/>
              <a:gd name="connsiteX70" fmla="*/ 1943230 w 2748286"/>
              <a:gd name="connsiteY70" fmla="*/ 498033 h 1371002"/>
              <a:gd name="connsiteX71" fmla="*/ 1970992 w 2748286"/>
              <a:gd name="connsiteY71" fmla="*/ 525153 h 1371002"/>
              <a:gd name="connsiteX72" fmla="*/ 1998754 w 2748286"/>
              <a:gd name="connsiteY72" fmla="*/ 551708 h 1371002"/>
              <a:gd name="connsiteX73" fmla="*/ 2026516 w 2748286"/>
              <a:gd name="connsiteY73" fmla="*/ 577627 h 1371002"/>
              <a:gd name="connsiteX74" fmla="*/ 2054279 w 2748286"/>
              <a:gd name="connsiteY74" fmla="*/ 602845 h 1371002"/>
              <a:gd name="connsiteX75" fmla="*/ 2082041 w 2748286"/>
              <a:gd name="connsiteY75" fmla="*/ 627305 h 1371002"/>
              <a:gd name="connsiteX76" fmla="*/ 2109788 w 2748286"/>
              <a:gd name="connsiteY76" fmla="*/ 650961 h 1371002"/>
              <a:gd name="connsiteX77" fmla="*/ 2137550 w 2748286"/>
              <a:gd name="connsiteY77" fmla="*/ 673770 h 1371002"/>
              <a:gd name="connsiteX78" fmla="*/ 2165312 w 2748286"/>
              <a:gd name="connsiteY78" fmla="*/ 695696 h 1371002"/>
              <a:gd name="connsiteX79" fmla="*/ 2193074 w 2748286"/>
              <a:gd name="connsiteY79" fmla="*/ 716712 h 1371002"/>
              <a:gd name="connsiteX80" fmla="*/ 2220836 w 2748286"/>
              <a:gd name="connsiteY80" fmla="*/ 736794 h 1371002"/>
              <a:gd name="connsiteX81" fmla="*/ 2248598 w 2748286"/>
              <a:gd name="connsiteY81" fmla="*/ 755926 h 1371002"/>
              <a:gd name="connsiteX82" fmla="*/ 2276361 w 2748286"/>
              <a:gd name="connsiteY82" fmla="*/ 774096 h 1371002"/>
              <a:gd name="connsiteX83" fmla="*/ 2304123 w 2748286"/>
              <a:gd name="connsiteY83" fmla="*/ 791295 h 1371002"/>
              <a:gd name="connsiteX84" fmla="*/ 2331885 w 2748286"/>
              <a:gd name="connsiteY84" fmla="*/ 807523 h 1371002"/>
              <a:gd name="connsiteX85" fmla="*/ 2359632 w 2748286"/>
              <a:gd name="connsiteY85" fmla="*/ 822779 h 1371002"/>
              <a:gd name="connsiteX86" fmla="*/ 2387394 w 2748286"/>
              <a:gd name="connsiteY86" fmla="*/ 837069 h 1371002"/>
              <a:gd name="connsiteX87" fmla="*/ 2415157 w 2748286"/>
              <a:gd name="connsiteY87" fmla="*/ 850401 h 1371002"/>
              <a:gd name="connsiteX88" fmla="*/ 2442919 w 2748286"/>
              <a:gd name="connsiteY88" fmla="*/ 862787 h 1371002"/>
              <a:gd name="connsiteX89" fmla="*/ 2470681 w 2748286"/>
              <a:gd name="connsiteY89" fmla="*/ 874244 h 1371002"/>
              <a:gd name="connsiteX90" fmla="*/ 2498443 w 2748286"/>
              <a:gd name="connsiteY90" fmla="*/ 884788 h 1371002"/>
              <a:gd name="connsiteX91" fmla="*/ 2526205 w 2748286"/>
              <a:gd name="connsiteY91" fmla="*/ 894440 h 1371002"/>
              <a:gd name="connsiteX92" fmla="*/ 2553967 w 2748286"/>
              <a:gd name="connsiteY92" fmla="*/ 903223 h 1371002"/>
              <a:gd name="connsiteX93" fmla="*/ 2581729 w 2748286"/>
              <a:gd name="connsiteY93" fmla="*/ 911165 h 1371002"/>
              <a:gd name="connsiteX94" fmla="*/ 2609476 w 2748286"/>
              <a:gd name="connsiteY94" fmla="*/ 918289 h 1371002"/>
              <a:gd name="connsiteX95" fmla="*/ 2637239 w 2748286"/>
              <a:gd name="connsiteY95" fmla="*/ 924626 h 1371002"/>
              <a:gd name="connsiteX96" fmla="*/ 2665001 w 2748286"/>
              <a:gd name="connsiteY96" fmla="*/ 930209 h 1371002"/>
              <a:gd name="connsiteX97" fmla="*/ 2692763 w 2748286"/>
              <a:gd name="connsiteY97" fmla="*/ 935068 h 1371002"/>
              <a:gd name="connsiteX98" fmla="*/ 2720525 w 2748286"/>
              <a:gd name="connsiteY98" fmla="*/ 939236 h 1371002"/>
              <a:gd name="connsiteX99" fmla="*/ 2748287 w 2748286"/>
              <a:gd name="connsiteY99" fmla="*/ 942749 h 1371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2748286" h="1371002">
                <a:moveTo>
                  <a:pt x="0" y="1371002"/>
                </a:moveTo>
                <a:lnTo>
                  <a:pt x="27761" y="1370243"/>
                </a:lnTo>
                <a:lnTo>
                  <a:pt x="55520" y="1367160"/>
                </a:lnTo>
                <a:lnTo>
                  <a:pt x="83280" y="1361636"/>
                </a:lnTo>
                <a:lnTo>
                  <a:pt x="111041" y="1353556"/>
                </a:lnTo>
                <a:lnTo>
                  <a:pt x="138802" y="1342860"/>
                </a:lnTo>
                <a:lnTo>
                  <a:pt x="166562" y="1329462"/>
                </a:lnTo>
                <a:lnTo>
                  <a:pt x="194323" y="1313316"/>
                </a:lnTo>
                <a:lnTo>
                  <a:pt x="222083" y="1294394"/>
                </a:lnTo>
                <a:lnTo>
                  <a:pt x="249844" y="1272695"/>
                </a:lnTo>
                <a:lnTo>
                  <a:pt x="277605" y="1248231"/>
                </a:lnTo>
                <a:lnTo>
                  <a:pt x="305364" y="1221040"/>
                </a:lnTo>
                <a:lnTo>
                  <a:pt x="333125" y="1191186"/>
                </a:lnTo>
                <a:lnTo>
                  <a:pt x="360885" y="1158750"/>
                </a:lnTo>
                <a:lnTo>
                  <a:pt x="388646" y="1123841"/>
                </a:lnTo>
                <a:lnTo>
                  <a:pt x="416406" y="1086592"/>
                </a:lnTo>
                <a:lnTo>
                  <a:pt x="444167" y="1047155"/>
                </a:lnTo>
                <a:lnTo>
                  <a:pt x="471928" y="1005705"/>
                </a:lnTo>
                <a:lnTo>
                  <a:pt x="499688" y="962437"/>
                </a:lnTo>
                <a:lnTo>
                  <a:pt x="527449" y="917563"/>
                </a:lnTo>
                <a:lnTo>
                  <a:pt x="555209" y="871314"/>
                </a:lnTo>
                <a:lnTo>
                  <a:pt x="582969" y="823935"/>
                </a:lnTo>
                <a:lnTo>
                  <a:pt x="610729" y="775683"/>
                </a:lnTo>
                <a:lnTo>
                  <a:pt x="638490" y="726824"/>
                </a:lnTo>
                <a:lnTo>
                  <a:pt x="666250" y="677637"/>
                </a:lnTo>
                <a:lnTo>
                  <a:pt x="694011" y="628399"/>
                </a:lnTo>
                <a:lnTo>
                  <a:pt x="721772" y="579393"/>
                </a:lnTo>
                <a:lnTo>
                  <a:pt x="749532" y="530903"/>
                </a:lnTo>
                <a:lnTo>
                  <a:pt x="777293" y="483206"/>
                </a:lnTo>
                <a:lnTo>
                  <a:pt x="805054" y="436578"/>
                </a:lnTo>
                <a:lnTo>
                  <a:pt x="832813" y="391283"/>
                </a:lnTo>
                <a:lnTo>
                  <a:pt x="860568" y="347574"/>
                </a:lnTo>
                <a:lnTo>
                  <a:pt x="888330" y="305691"/>
                </a:lnTo>
                <a:lnTo>
                  <a:pt x="916092" y="265863"/>
                </a:lnTo>
                <a:lnTo>
                  <a:pt x="943854" y="228293"/>
                </a:lnTo>
                <a:lnTo>
                  <a:pt x="971616" y="193173"/>
                </a:lnTo>
                <a:lnTo>
                  <a:pt x="999378" y="160669"/>
                </a:lnTo>
                <a:lnTo>
                  <a:pt x="1027140" y="130929"/>
                </a:lnTo>
                <a:lnTo>
                  <a:pt x="1054902" y="104071"/>
                </a:lnTo>
                <a:lnTo>
                  <a:pt x="1082664" y="80199"/>
                </a:lnTo>
                <a:lnTo>
                  <a:pt x="1110412" y="59387"/>
                </a:lnTo>
                <a:lnTo>
                  <a:pt x="1138174" y="41685"/>
                </a:lnTo>
                <a:lnTo>
                  <a:pt x="1165936" y="27122"/>
                </a:lnTo>
                <a:lnTo>
                  <a:pt x="1193698" y="15700"/>
                </a:lnTo>
                <a:lnTo>
                  <a:pt x="1221460" y="7404"/>
                </a:lnTo>
                <a:lnTo>
                  <a:pt x="1249222" y="2190"/>
                </a:lnTo>
                <a:lnTo>
                  <a:pt x="1276984" y="0"/>
                </a:lnTo>
                <a:lnTo>
                  <a:pt x="1304746" y="752"/>
                </a:lnTo>
                <a:lnTo>
                  <a:pt x="1332508" y="4351"/>
                </a:lnTo>
                <a:lnTo>
                  <a:pt x="1360256" y="10681"/>
                </a:lnTo>
                <a:lnTo>
                  <a:pt x="1388018" y="19616"/>
                </a:lnTo>
                <a:lnTo>
                  <a:pt x="1415780" y="31016"/>
                </a:lnTo>
                <a:lnTo>
                  <a:pt x="1443542" y="44729"/>
                </a:lnTo>
                <a:lnTo>
                  <a:pt x="1471304" y="60599"/>
                </a:lnTo>
                <a:lnTo>
                  <a:pt x="1499066" y="78456"/>
                </a:lnTo>
                <a:lnTo>
                  <a:pt x="1526828" y="98132"/>
                </a:lnTo>
                <a:lnTo>
                  <a:pt x="1554590" y="119451"/>
                </a:lnTo>
                <a:lnTo>
                  <a:pt x="1582352" y="142240"/>
                </a:lnTo>
                <a:lnTo>
                  <a:pt x="1610100" y="166323"/>
                </a:lnTo>
                <a:lnTo>
                  <a:pt x="1637862" y="191525"/>
                </a:lnTo>
                <a:lnTo>
                  <a:pt x="1665624" y="217677"/>
                </a:lnTo>
                <a:lnTo>
                  <a:pt x="1693386" y="244613"/>
                </a:lnTo>
                <a:lnTo>
                  <a:pt x="1721148" y="272171"/>
                </a:lnTo>
                <a:lnTo>
                  <a:pt x="1748910" y="300196"/>
                </a:lnTo>
                <a:lnTo>
                  <a:pt x="1776672" y="328539"/>
                </a:lnTo>
                <a:lnTo>
                  <a:pt x="1804434" y="357063"/>
                </a:lnTo>
                <a:lnTo>
                  <a:pt x="1832196" y="385633"/>
                </a:lnTo>
                <a:lnTo>
                  <a:pt x="1859944" y="414125"/>
                </a:lnTo>
                <a:lnTo>
                  <a:pt x="1887706" y="442425"/>
                </a:lnTo>
                <a:lnTo>
                  <a:pt x="1915468" y="470427"/>
                </a:lnTo>
                <a:lnTo>
                  <a:pt x="1943230" y="498033"/>
                </a:lnTo>
                <a:lnTo>
                  <a:pt x="1970992" y="525153"/>
                </a:lnTo>
                <a:lnTo>
                  <a:pt x="1998754" y="551708"/>
                </a:lnTo>
                <a:lnTo>
                  <a:pt x="2026516" y="577627"/>
                </a:lnTo>
                <a:lnTo>
                  <a:pt x="2054279" y="602845"/>
                </a:lnTo>
                <a:lnTo>
                  <a:pt x="2082041" y="627305"/>
                </a:lnTo>
                <a:lnTo>
                  <a:pt x="2109788" y="650961"/>
                </a:lnTo>
                <a:lnTo>
                  <a:pt x="2137550" y="673770"/>
                </a:lnTo>
                <a:lnTo>
                  <a:pt x="2165312" y="695696"/>
                </a:lnTo>
                <a:lnTo>
                  <a:pt x="2193074" y="716712"/>
                </a:lnTo>
                <a:lnTo>
                  <a:pt x="2220836" y="736794"/>
                </a:lnTo>
                <a:lnTo>
                  <a:pt x="2248598" y="755926"/>
                </a:lnTo>
                <a:lnTo>
                  <a:pt x="2276361" y="774096"/>
                </a:lnTo>
                <a:lnTo>
                  <a:pt x="2304123" y="791295"/>
                </a:lnTo>
                <a:lnTo>
                  <a:pt x="2331885" y="807523"/>
                </a:lnTo>
                <a:lnTo>
                  <a:pt x="2359632" y="822779"/>
                </a:lnTo>
                <a:lnTo>
                  <a:pt x="2387394" y="837069"/>
                </a:lnTo>
                <a:lnTo>
                  <a:pt x="2415157" y="850401"/>
                </a:lnTo>
                <a:lnTo>
                  <a:pt x="2442919" y="862787"/>
                </a:lnTo>
                <a:lnTo>
                  <a:pt x="2470681" y="874244"/>
                </a:lnTo>
                <a:lnTo>
                  <a:pt x="2498443" y="884788"/>
                </a:lnTo>
                <a:lnTo>
                  <a:pt x="2526205" y="894440"/>
                </a:lnTo>
                <a:lnTo>
                  <a:pt x="2553967" y="903223"/>
                </a:lnTo>
                <a:lnTo>
                  <a:pt x="2581729" y="911165"/>
                </a:lnTo>
                <a:lnTo>
                  <a:pt x="2609476" y="918289"/>
                </a:lnTo>
                <a:lnTo>
                  <a:pt x="2637239" y="924626"/>
                </a:lnTo>
                <a:lnTo>
                  <a:pt x="2665001" y="930209"/>
                </a:lnTo>
                <a:lnTo>
                  <a:pt x="2692763" y="935068"/>
                </a:lnTo>
                <a:lnTo>
                  <a:pt x="2720525" y="939236"/>
                </a:lnTo>
                <a:lnTo>
                  <a:pt x="2748287" y="942749"/>
                </a:lnTo>
              </a:path>
            </a:pathLst>
          </a:custGeom>
          <a:noFill/>
          <a:ln w="17526" cap="rnd">
            <a:solidFill>
              <a:srgbClr val="FF00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377" name="Group 376">
            <a:extLst>
              <a:ext uri="{FF2B5EF4-FFF2-40B4-BE49-F238E27FC236}">
                <a16:creationId xmlns:a16="http://schemas.microsoft.com/office/drawing/2014/main" id="{D9E15C34-C7B8-238D-040C-DE4FD7D6C306}"/>
              </a:ext>
            </a:extLst>
          </p:cNvPr>
          <p:cNvGrpSpPr/>
          <p:nvPr/>
        </p:nvGrpSpPr>
        <p:grpSpPr>
          <a:xfrm>
            <a:off x="3851920" y="2378306"/>
            <a:ext cx="3506789" cy="2337859"/>
            <a:chOff x="3851920" y="2378306"/>
            <a:chExt cx="3506789" cy="2337859"/>
          </a:xfrm>
        </p:grpSpPr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ABC610E9-FA52-4AE6-C723-27C87C1BB627}"/>
                </a:ext>
              </a:extLst>
            </p:cNvPr>
            <p:cNvSpPr/>
            <p:nvPr/>
          </p:nvSpPr>
          <p:spPr>
            <a:xfrm>
              <a:off x="3851920" y="2378306"/>
              <a:ext cx="3506789" cy="2337859"/>
            </a:xfrm>
            <a:custGeom>
              <a:avLst/>
              <a:gdLst>
                <a:gd name="connsiteX0" fmla="*/ 0 w 3506789"/>
                <a:gd name="connsiteY0" fmla="*/ 2337859 h 2337859"/>
                <a:gd name="connsiteX1" fmla="*/ 3506789 w 3506789"/>
                <a:gd name="connsiteY1" fmla="*/ 2337859 h 2337859"/>
                <a:gd name="connsiteX2" fmla="*/ 3506789 w 3506789"/>
                <a:gd name="connsiteY2" fmla="*/ 0 h 2337859"/>
                <a:gd name="connsiteX3" fmla="*/ 0 w 3506789"/>
                <a:gd name="connsiteY3" fmla="*/ 0 h 23378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06789" h="2337859">
                  <a:moveTo>
                    <a:pt x="0" y="2337859"/>
                  </a:moveTo>
                  <a:lnTo>
                    <a:pt x="3506789" y="2337859"/>
                  </a:lnTo>
                  <a:lnTo>
                    <a:pt x="35067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562B3E04-7E06-2690-ECAF-01C1E547F10B}"/>
                </a:ext>
              </a:extLst>
            </p:cNvPr>
            <p:cNvSpPr/>
            <p:nvPr/>
          </p:nvSpPr>
          <p:spPr>
            <a:xfrm>
              <a:off x="4376494" y="2447337"/>
              <a:ext cx="2913189" cy="1941030"/>
            </a:xfrm>
            <a:custGeom>
              <a:avLst/>
              <a:gdLst>
                <a:gd name="connsiteX0" fmla="*/ 0 w 2913189"/>
                <a:gd name="connsiteY0" fmla="*/ 1941031 h 1941030"/>
                <a:gd name="connsiteX1" fmla="*/ 2913189 w 2913189"/>
                <a:gd name="connsiteY1" fmla="*/ 1941031 h 1941030"/>
                <a:gd name="connsiteX2" fmla="*/ 2913189 w 2913189"/>
                <a:gd name="connsiteY2" fmla="*/ 0 h 1941030"/>
                <a:gd name="connsiteX3" fmla="*/ 0 w 2913189"/>
                <a:gd name="connsiteY3" fmla="*/ 0 h 194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13189" h="1941030">
                  <a:moveTo>
                    <a:pt x="0" y="1941031"/>
                  </a:moveTo>
                  <a:lnTo>
                    <a:pt x="2913189" y="1941031"/>
                  </a:lnTo>
                  <a:lnTo>
                    <a:pt x="29131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33482C4B-526C-8B7B-B74F-6E68AC94031B}"/>
                </a:ext>
              </a:extLst>
            </p:cNvPr>
            <p:cNvSpPr/>
            <p:nvPr/>
          </p:nvSpPr>
          <p:spPr>
            <a:xfrm>
              <a:off x="4630710" y="2447337"/>
              <a:ext cx="1461" cy="1941030"/>
            </a:xfrm>
            <a:custGeom>
              <a:avLst/>
              <a:gdLst>
                <a:gd name="connsiteX0" fmla="*/ 0 w 1461"/>
                <a:gd name="connsiteY0" fmla="*/ 1941031 h 1941030"/>
                <a:gd name="connsiteX1" fmla="*/ 0 w 1461"/>
                <a:gd name="connsiteY1" fmla="*/ 0 h 194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1941030">
                  <a:moveTo>
                    <a:pt x="0" y="1941031"/>
                  </a:moveTo>
                  <a:lnTo>
                    <a:pt x="0" y="0"/>
                  </a:lnTo>
                </a:path>
              </a:pathLst>
            </a:custGeom>
            <a:noFill/>
            <a:ln w="292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01A40A0E-B653-3DD1-687C-D16D227F38A2}"/>
                </a:ext>
              </a:extLst>
            </p:cNvPr>
            <p:cNvSpPr/>
            <p:nvPr/>
          </p:nvSpPr>
          <p:spPr>
            <a:xfrm>
              <a:off x="4974247" y="2447337"/>
              <a:ext cx="1461" cy="1941030"/>
            </a:xfrm>
            <a:custGeom>
              <a:avLst/>
              <a:gdLst>
                <a:gd name="connsiteX0" fmla="*/ 0 w 1461"/>
                <a:gd name="connsiteY0" fmla="*/ 1941031 h 1941030"/>
                <a:gd name="connsiteX1" fmla="*/ 0 w 1461"/>
                <a:gd name="connsiteY1" fmla="*/ 0 h 194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1941030">
                  <a:moveTo>
                    <a:pt x="0" y="1941031"/>
                  </a:moveTo>
                  <a:lnTo>
                    <a:pt x="0" y="0"/>
                  </a:lnTo>
                </a:path>
              </a:pathLst>
            </a:custGeom>
            <a:noFill/>
            <a:ln w="292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A257BEB4-DC22-9126-355B-04392BD5683B}"/>
                </a:ext>
              </a:extLst>
            </p:cNvPr>
            <p:cNvSpPr/>
            <p:nvPr/>
          </p:nvSpPr>
          <p:spPr>
            <a:xfrm>
              <a:off x="5317786" y="2447337"/>
              <a:ext cx="1461" cy="1941030"/>
            </a:xfrm>
            <a:custGeom>
              <a:avLst/>
              <a:gdLst>
                <a:gd name="connsiteX0" fmla="*/ 0 w 1461"/>
                <a:gd name="connsiteY0" fmla="*/ 1941031 h 1941030"/>
                <a:gd name="connsiteX1" fmla="*/ 0 w 1461"/>
                <a:gd name="connsiteY1" fmla="*/ 0 h 194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1941030">
                  <a:moveTo>
                    <a:pt x="0" y="1941031"/>
                  </a:moveTo>
                  <a:lnTo>
                    <a:pt x="0" y="0"/>
                  </a:lnTo>
                </a:path>
              </a:pathLst>
            </a:custGeom>
            <a:noFill/>
            <a:ln w="292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EA697A69-B8D6-5B25-7199-C49CE3557F53}"/>
                </a:ext>
              </a:extLst>
            </p:cNvPr>
            <p:cNvSpPr/>
            <p:nvPr/>
          </p:nvSpPr>
          <p:spPr>
            <a:xfrm>
              <a:off x="5661320" y="2447337"/>
              <a:ext cx="1461" cy="1941030"/>
            </a:xfrm>
            <a:custGeom>
              <a:avLst/>
              <a:gdLst>
                <a:gd name="connsiteX0" fmla="*/ 0 w 1461"/>
                <a:gd name="connsiteY0" fmla="*/ 1941031 h 1941030"/>
                <a:gd name="connsiteX1" fmla="*/ 0 w 1461"/>
                <a:gd name="connsiteY1" fmla="*/ 0 h 194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1941030">
                  <a:moveTo>
                    <a:pt x="0" y="1941031"/>
                  </a:moveTo>
                  <a:lnTo>
                    <a:pt x="0" y="0"/>
                  </a:lnTo>
                </a:path>
              </a:pathLst>
            </a:custGeom>
            <a:noFill/>
            <a:ln w="292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5CBF2BAC-1CCA-3D4F-2B56-CB18AC9E6FC2}"/>
                </a:ext>
              </a:extLst>
            </p:cNvPr>
            <p:cNvSpPr/>
            <p:nvPr/>
          </p:nvSpPr>
          <p:spPr>
            <a:xfrm>
              <a:off x="6004854" y="2447337"/>
              <a:ext cx="1461" cy="1941030"/>
            </a:xfrm>
            <a:custGeom>
              <a:avLst/>
              <a:gdLst>
                <a:gd name="connsiteX0" fmla="*/ 0 w 1461"/>
                <a:gd name="connsiteY0" fmla="*/ 1941031 h 1941030"/>
                <a:gd name="connsiteX1" fmla="*/ 0 w 1461"/>
                <a:gd name="connsiteY1" fmla="*/ 0 h 194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1941030">
                  <a:moveTo>
                    <a:pt x="0" y="1941031"/>
                  </a:moveTo>
                  <a:lnTo>
                    <a:pt x="0" y="0"/>
                  </a:lnTo>
                </a:path>
              </a:pathLst>
            </a:custGeom>
            <a:noFill/>
            <a:ln w="292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EB2C5D86-7C22-A64F-78C5-FA3605738162}"/>
                </a:ext>
              </a:extLst>
            </p:cNvPr>
            <p:cNvSpPr/>
            <p:nvPr/>
          </p:nvSpPr>
          <p:spPr>
            <a:xfrm>
              <a:off x="6348388" y="2447337"/>
              <a:ext cx="1461" cy="1941030"/>
            </a:xfrm>
            <a:custGeom>
              <a:avLst/>
              <a:gdLst>
                <a:gd name="connsiteX0" fmla="*/ 0 w 1461"/>
                <a:gd name="connsiteY0" fmla="*/ 1941031 h 1941030"/>
                <a:gd name="connsiteX1" fmla="*/ 0 w 1461"/>
                <a:gd name="connsiteY1" fmla="*/ 0 h 194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1941030">
                  <a:moveTo>
                    <a:pt x="0" y="1941031"/>
                  </a:moveTo>
                  <a:lnTo>
                    <a:pt x="0" y="0"/>
                  </a:lnTo>
                </a:path>
              </a:pathLst>
            </a:custGeom>
            <a:noFill/>
            <a:ln w="292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CD362C8C-F1C0-39E8-4980-B73AD814B938}"/>
                </a:ext>
              </a:extLst>
            </p:cNvPr>
            <p:cNvSpPr/>
            <p:nvPr/>
          </p:nvSpPr>
          <p:spPr>
            <a:xfrm>
              <a:off x="6691922" y="2447337"/>
              <a:ext cx="1461" cy="1941030"/>
            </a:xfrm>
            <a:custGeom>
              <a:avLst/>
              <a:gdLst>
                <a:gd name="connsiteX0" fmla="*/ 0 w 1461"/>
                <a:gd name="connsiteY0" fmla="*/ 1941031 h 1941030"/>
                <a:gd name="connsiteX1" fmla="*/ 0 w 1461"/>
                <a:gd name="connsiteY1" fmla="*/ 0 h 194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1941030">
                  <a:moveTo>
                    <a:pt x="0" y="1941031"/>
                  </a:moveTo>
                  <a:lnTo>
                    <a:pt x="0" y="0"/>
                  </a:lnTo>
                </a:path>
              </a:pathLst>
            </a:custGeom>
            <a:noFill/>
            <a:ln w="292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C320CE1A-8479-D6A1-2363-81ECC7DA57ED}"/>
                </a:ext>
              </a:extLst>
            </p:cNvPr>
            <p:cNvSpPr/>
            <p:nvPr/>
          </p:nvSpPr>
          <p:spPr>
            <a:xfrm>
              <a:off x="7035456" y="2447337"/>
              <a:ext cx="1461" cy="1941030"/>
            </a:xfrm>
            <a:custGeom>
              <a:avLst/>
              <a:gdLst>
                <a:gd name="connsiteX0" fmla="*/ 0 w 1461"/>
                <a:gd name="connsiteY0" fmla="*/ 1941031 h 1941030"/>
                <a:gd name="connsiteX1" fmla="*/ 0 w 1461"/>
                <a:gd name="connsiteY1" fmla="*/ 0 h 194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1941030">
                  <a:moveTo>
                    <a:pt x="0" y="1941031"/>
                  </a:moveTo>
                  <a:lnTo>
                    <a:pt x="0" y="0"/>
                  </a:lnTo>
                </a:path>
              </a:pathLst>
            </a:custGeom>
            <a:noFill/>
            <a:ln w="292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2" name="Freeform 291">
              <a:extLst>
                <a:ext uri="{FF2B5EF4-FFF2-40B4-BE49-F238E27FC236}">
                  <a16:creationId xmlns:a16="http://schemas.microsoft.com/office/drawing/2014/main" id="{D963B8CB-4D28-4CB2-D3C7-B2E412BC58C6}"/>
                </a:ext>
              </a:extLst>
            </p:cNvPr>
            <p:cNvSpPr/>
            <p:nvPr/>
          </p:nvSpPr>
          <p:spPr>
            <a:xfrm>
              <a:off x="4376494" y="4388367"/>
              <a:ext cx="2913189" cy="1461"/>
            </a:xfrm>
            <a:custGeom>
              <a:avLst/>
              <a:gdLst>
                <a:gd name="connsiteX0" fmla="*/ 0 w 2913189"/>
                <a:gd name="connsiteY0" fmla="*/ 0 h 1461"/>
                <a:gd name="connsiteX1" fmla="*/ 2913189 w 2913189"/>
                <a:gd name="connsiteY1" fmla="*/ 0 h 1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3189" h="1461">
                  <a:moveTo>
                    <a:pt x="0" y="0"/>
                  </a:moveTo>
                  <a:lnTo>
                    <a:pt x="2913189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3ECCCF6E-AD8C-ACAE-A4D9-5366E731DAB7}"/>
                </a:ext>
              </a:extLst>
            </p:cNvPr>
            <p:cNvSpPr/>
            <p:nvPr/>
          </p:nvSpPr>
          <p:spPr>
            <a:xfrm>
              <a:off x="4630710" y="4360751"/>
              <a:ext cx="1461" cy="27615"/>
            </a:xfrm>
            <a:custGeom>
              <a:avLst/>
              <a:gdLst>
                <a:gd name="connsiteX0" fmla="*/ 0 w 1461"/>
                <a:gd name="connsiteY0" fmla="*/ 27616 h 27615"/>
                <a:gd name="connsiteX1" fmla="*/ 0 w 1461"/>
                <a:gd name="connsiteY1" fmla="*/ 0 h 27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27615">
                  <a:moveTo>
                    <a:pt x="0" y="27616"/>
                  </a:moveTo>
                  <a:lnTo>
                    <a:pt x="0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5" name="Freeform 294">
              <a:extLst>
                <a:ext uri="{FF2B5EF4-FFF2-40B4-BE49-F238E27FC236}">
                  <a16:creationId xmlns:a16="http://schemas.microsoft.com/office/drawing/2014/main" id="{D55A6FDB-175C-B9D3-49CB-88F7082B8F8B}"/>
                </a:ext>
              </a:extLst>
            </p:cNvPr>
            <p:cNvSpPr/>
            <p:nvPr/>
          </p:nvSpPr>
          <p:spPr>
            <a:xfrm>
              <a:off x="4974247" y="4360751"/>
              <a:ext cx="1461" cy="27615"/>
            </a:xfrm>
            <a:custGeom>
              <a:avLst/>
              <a:gdLst>
                <a:gd name="connsiteX0" fmla="*/ 0 w 1461"/>
                <a:gd name="connsiteY0" fmla="*/ 27616 h 27615"/>
                <a:gd name="connsiteX1" fmla="*/ 0 w 1461"/>
                <a:gd name="connsiteY1" fmla="*/ 0 h 27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27615">
                  <a:moveTo>
                    <a:pt x="0" y="27616"/>
                  </a:moveTo>
                  <a:lnTo>
                    <a:pt x="0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47DD0CE6-8FF8-A568-43C9-00B08A564BDD}"/>
                </a:ext>
              </a:extLst>
            </p:cNvPr>
            <p:cNvSpPr/>
            <p:nvPr/>
          </p:nvSpPr>
          <p:spPr>
            <a:xfrm>
              <a:off x="5317786" y="4360751"/>
              <a:ext cx="1461" cy="27615"/>
            </a:xfrm>
            <a:custGeom>
              <a:avLst/>
              <a:gdLst>
                <a:gd name="connsiteX0" fmla="*/ 0 w 1461"/>
                <a:gd name="connsiteY0" fmla="*/ 27616 h 27615"/>
                <a:gd name="connsiteX1" fmla="*/ 0 w 1461"/>
                <a:gd name="connsiteY1" fmla="*/ 0 h 27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27615">
                  <a:moveTo>
                    <a:pt x="0" y="27616"/>
                  </a:moveTo>
                  <a:lnTo>
                    <a:pt x="0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6661F3D5-A2D8-6BAD-6D84-75A976EE6535}"/>
                </a:ext>
              </a:extLst>
            </p:cNvPr>
            <p:cNvSpPr/>
            <p:nvPr/>
          </p:nvSpPr>
          <p:spPr>
            <a:xfrm>
              <a:off x="5661320" y="4360751"/>
              <a:ext cx="1461" cy="27615"/>
            </a:xfrm>
            <a:custGeom>
              <a:avLst/>
              <a:gdLst>
                <a:gd name="connsiteX0" fmla="*/ 0 w 1461"/>
                <a:gd name="connsiteY0" fmla="*/ 27616 h 27615"/>
                <a:gd name="connsiteX1" fmla="*/ 0 w 1461"/>
                <a:gd name="connsiteY1" fmla="*/ 0 h 27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27615">
                  <a:moveTo>
                    <a:pt x="0" y="27616"/>
                  </a:moveTo>
                  <a:lnTo>
                    <a:pt x="0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25B10997-9F4F-3C10-BDA1-861FCB4CE2FD}"/>
                </a:ext>
              </a:extLst>
            </p:cNvPr>
            <p:cNvSpPr/>
            <p:nvPr/>
          </p:nvSpPr>
          <p:spPr>
            <a:xfrm>
              <a:off x="6004854" y="4360751"/>
              <a:ext cx="1461" cy="27615"/>
            </a:xfrm>
            <a:custGeom>
              <a:avLst/>
              <a:gdLst>
                <a:gd name="connsiteX0" fmla="*/ 0 w 1461"/>
                <a:gd name="connsiteY0" fmla="*/ 27616 h 27615"/>
                <a:gd name="connsiteX1" fmla="*/ 0 w 1461"/>
                <a:gd name="connsiteY1" fmla="*/ 0 h 27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27615">
                  <a:moveTo>
                    <a:pt x="0" y="27616"/>
                  </a:moveTo>
                  <a:lnTo>
                    <a:pt x="0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89716905-216F-E423-E74B-B9E8F5B8323F}"/>
                </a:ext>
              </a:extLst>
            </p:cNvPr>
            <p:cNvSpPr/>
            <p:nvPr/>
          </p:nvSpPr>
          <p:spPr>
            <a:xfrm>
              <a:off x="6348388" y="4360751"/>
              <a:ext cx="1461" cy="27615"/>
            </a:xfrm>
            <a:custGeom>
              <a:avLst/>
              <a:gdLst>
                <a:gd name="connsiteX0" fmla="*/ 0 w 1461"/>
                <a:gd name="connsiteY0" fmla="*/ 27616 h 27615"/>
                <a:gd name="connsiteX1" fmla="*/ 0 w 1461"/>
                <a:gd name="connsiteY1" fmla="*/ 0 h 27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27615">
                  <a:moveTo>
                    <a:pt x="0" y="27616"/>
                  </a:moveTo>
                  <a:lnTo>
                    <a:pt x="0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A06A87CF-B0C5-2E6C-14EB-82186087B6C6}"/>
                </a:ext>
              </a:extLst>
            </p:cNvPr>
            <p:cNvSpPr/>
            <p:nvPr/>
          </p:nvSpPr>
          <p:spPr>
            <a:xfrm>
              <a:off x="6691922" y="4360751"/>
              <a:ext cx="1461" cy="27615"/>
            </a:xfrm>
            <a:custGeom>
              <a:avLst/>
              <a:gdLst>
                <a:gd name="connsiteX0" fmla="*/ 0 w 1461"/>
                <a:gd name="connsiteY0" fmla="*/ 27616 h 27615"/>
                <a:gd name="connsiteX1" fmla="*/ 0 w 1461"/>
                <a:gd name="connsiteY1" fmla="*/ 0 h 27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27615">
                  <a:moveTo>
                    <a:pt x="0" y="27616"/>
                  </a:moveTo>
                  <a:lnTo>
                    <a:pt x="0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F7626F65-D3A4-7FD7-261D-B60FF8FFCB1C}"/>
                </a:ext>
              </a:extLst>
            </p:cNvPr>
            <p:cNvSpPr/>
            <p:nvPr/>
          </p:nvSpPr>
          <p:spPr>
            <a:xfrm>
              <a:off x="7035456" y="4360751"/>
              <a:ext cx="1461" cy="27615"/>
            </a:xfrm>
            <a:custGeom>
              <a:avLst/>
              <a:gdLst>
                <a:gd name="connsiteX0" fmla="*/ 0 w 1461"/>
                <a:gd name="connsiteY0" fmla="*/ 27616 h 27615"/>
                <a:gd name="connsiteX1" fmla="*/ 0 w 1461"/>
                <a:gd name="connsiteY1" fmla="*/ 0 h 27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27615">
                  <a:moveTo>
                    <a:pt x="0" y="27616"/>
                  </a:moveTo>
                  <a:lnTo>
                    <a:pt x="0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C94A3A51-2B79-F423-1677-27034466916F}"/>
                </a:ext>
              </a:extLst>
            </p:cNvPr>
            <p:cNvSpPr/>
            <p:nvPr/>
          </p:nvSpPr>
          <p:spPr>
            <a:xfrm>
              <a:off x="4496023" y="4483854"/>
              <a:ext cx="75882" cy="10067"/>
            </a:xfrm>
            <a:custGeom>
              <a:avLst/>
              <a:gdLst>
                <a:gd name="connsiteX0" fmla="*/ 0 w 75882"/>
                <a:gd name="connsiteY0" fmla="*/ 0 h 10067"/>
                <a:gd name="connsiteX1" fmla="*/ 75883 w 75882"/>
                <a:gd name="connsiteY1" fmla="*/ 0 h 10067"/>
                <a:gd name="connsiteX2" fmla="*/ 75883 w 75882"/>
                <a:gd name="connsiteY2" fmla="*/ 10067 h 10067"/>
                <a:gd name="connsiteX3" fmla="*/ 0 w 75882"/>
                <a:gd name="connsiteY3" fmla="*/ 10067 h 10067"/>
                <a:gd name="connsiteX4" fmla="*/ 0 w 75882"/>
                <a:gd name="connsiteY4" fmla="*/ 0 h 10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882" h="10067">
                  <a:moveTo>
                    <a:pt x="0" y="0"/>
                  </a:moveTo>
                  <a:lnTo>
                    <a:pt x="75883" y="0"/>
                  </a:lnTo>
                  <a:lnTo>
                    <a:pt x="75883" y="10067"/>
                  </a:lnTo>
                  <a:lnTo>
                    <a:pt x="0" y="100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A1ADFD88-EF60-1822-F730-DDC271FA6BDC}"/>
                </a:ext>
              </a:extLst>
            </p:cNvPr>
            <p:cNvSpPr/>
            <p:nvPr/>
          </p:nvSpPr>
          <p:spPr>
            <a:xfrm>
              <a:off x="4592740" y="4436922"/>
              <a:ext cx="61083" cy="91673"/>
            </a:xfrm>
            <a:custGeom>
              <a:avLst/>
              <a:gdLst>
                <a:gd name="connsiteX0" fmla="*/ 30541 w 61083"/>
                <a:gd name="connsiteY0" fmla="*/ 9468 h 91673"/>
                <a:gd name="connsiteX1" fmla="*/ 16632 w 61083"/>
                <a:gd name="connsiteY1" fmla="*/ 18586 h 91673"/>
                <a:gd name="connsiteX2" fmla="*/ 12015 w 61083"/>
                <a:gd name="connsiteY2" fmla="*/ 45866 h 91673"/>
                <a:gd name="connsiteX3" fmla="*/ 16632 w 61083"/>
                <a:gd name="connsiteY3" fmla="*/ 73160 h 91673"/>
                <a:gd name="connsiteX4" fmla="*/ 30541 w 61083"/>
                <a:gd name="connsiteY4" fmla="*/ 82205 h 91673"/>
                <a:gd name="connsiteX5" fmla="*/ 44451 w 61083"/>
                <a:gd name="connsiteY5" fmla="*/ 73160 h 91673"/>
                <a:gd name="connsiteX6" fmla="*/ 49127 w 61083"/>
                <a:gd name="connsiteY6" fmla="*/ 45866 h 91673"/>
                <a:gd name="connsiteX7" fmla="*/ 44451 w 61083"/>
                <a:gd name="connsiteY7" fmla="*/ 18586 h 91673"/>
                <a:gd name="connsiteX8" fmla="*/ 30541 w 61083"/>
                <a:gd name="connsiteY8" fmla="*/ 9468 h 91673"/>
                <a:gd name="connsiteX9" fmla="*/ 30541 w 61083"/>
                <a:gd name="connsiteY9" fmla="*/ 0 h 91673"/>
                <a:gd name="connsiteX10" fmla="*/ 53211 w 61083"/>
                <a:gd name="connsiteY10" fmla="*/ 11777 h 91673"/>
                <a:gd name="connsiteX11" fmla="*/ 61084 w 61083"/>
                <a:gd name="connsiteY11" fmla="*/ 45866 h 91673"/>
                <a:gd name="connsiteX12" fmla="*/ 53211 w 61083"/>
                <a:gd name="connsiteY12" fmla="*/ 79955 h 91673"/>
                <a:gd name="connsiteX13" fmla="*/ 30541 w 61083"/>
                <a:gd name="connsiteY13" fmla="*/ 91673 h 91673"/>
                <a:gd name="connsiteX14" fmla="*/ 7813 w 61083"/>
                <a:gd name="connsiteY14" fmla="*/ 79955 h 91673"/>
                <a:gd name="connsiteX15" fmla="*/ 0 w 61083"/>
                <a:gd name="connsiteY15" fmla="*/ 45866 h 91673"/>
                <a:gd name="connsiteX16" fmla="*/ 7813 w 61083"/>
                <a:gd name="connsiteY16" fmla="*/ 11777 h 91673"/>
                <a:gd name="connsiteX17" fmla="*/ 30541 w 61083"/>
                <a:gd name="connsiteY17" fmla="*/ 0 h 91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1083" h="91673">
                  <a:moveTo>
                    <a:pt x="30541" y="9468"/>
                  </a:moveTo>
                  <a:cubicBezTo>
                    <a:pt x="24385" y="9468"/>
                    <a:pt x="19749" y="12507"/>
                    <a:pt x="16632" y="18586"/>
                  </a:cubicBezTo>
                  <a:cubicBezTo>
                    <a:pt x="13554" y="24621"/>
                    <a:pt x="12015" y="33709"/>
                    <a:pt x="12015" y="45866"/>
                  </a:cubicBezTo>
                  <a:cubicBezTo>
                    <a:pt x="12015" y="57979"/>
                    <a:pt x="13554" y="67082"/>
                    <a:pt x="16632" y="73160"/>
                  </a:cubicBezTo>
                  <a:cubicBezTo>
                    <a:pt x="19749" y="79195"/>
                    <a:pt x="24385" y="82205"/>
                    <a:pt x="30541" y="82205"/>
                  </a:cubicBezTo>
                  <a:cubicBezTo>
                    <a:pt x="36737" y="82205"/>
                    <a:pt x="41373" y="79195"/>
                    <a:pt x="44451" y="73160"/>
                  </a:cubicBezTo>
                  <a:cubicBezTo>
                    <a:pt x="47568" y="67082"/>
                    <a:pt x="49127" y="57979"/>
                    <a:pt x="49127" y="45866"/>
                  </a:cubicBezTo>
                  <a:cubicBezTo>
                    <a:pt x="49127" y="33709"/>
                    <a:pt x="47568" y="24621"/>
                    <a:pt x="44451" y="18586"/>
                  </a:cubicBezTo>
                  <a:cubicBezTo>
                    <a:pt x="41373" y="12507"/>
                    <a:pt x="36737" y="9468"/>
                    <a:pt x="30541" y="9468"/>
                  </a:cubicBezTo>
                  <a:moveTo>
                    <a:pt x="30541" y="0"/>
                  </a:moveTo>
                  <a:cubicBezTo>
                    <a:pt x="40446" y="0"/>
                    <a:pt x="48002" y="3930"/>
                    <a:pt x="53211" y="11777"/>
                  </a:cubicBezTo>
                  <a:cubicBezTo>
                    <a:pt x="58460" y="19594"/>
                    <a:pt x="61084" y="30947"/>
                    <a:pt x="61084" y="45866"/>
                  </a:cubicBezTo>
                  <a:cubicBezTo>
                    <a:pt x="61084" y="60740"/>
                    <a:pt x="58460" y="72108"/>
                    <a:pt x="53211" y="79955"/>
                  </a:cubicBezTo>
                  <a:cubicBezTo>
                    <a:pt x="48002" y="87772"/>
                    <a:pt x="40446" y="91673"/>
                    <a:pt x="30541" y="91673"/>
                  </a:cubicBezTo>
                  <a:cubicBezTo>
                    <a:pt x="20637" y="91673"/>
                    <a:pt x="13061" y="87772"/>
                    <a:pt x="7813" y="79955"/>
                  </a:cubicBezTo>
                  <a:cubicBezTo>
                    <a:pt x="2604" y="72108"/>
                    <a:pt x="0" y="60740"/>
                    <a:pt x="0" y="45866"/>
                  </a:cubicBezTo>
                  <a:cubicBezTo>
                    <a:pt x="0" y="30947"/>
                    <a:pt x="2604" y="19594"/>
                    <a:pt x="7813" y="11777"/>
                  </a:cubicBezTo>
                  <a:cubicBezTo>
                    <a:pt x="13061" y="3930"/>
                    <a:pt x="20637" y="0"/>
                    <a:pt x="30541" y="0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4" name="Freeform 303">
              <a:extLst>
                <a:ext uri="{FF2B5EF4-FFF2-40B4-BE49-F238E27FC236}">
                  <a16:creationId xmlns:a16="http://schemas.microsoft.com/office/drawing/2014/main" id="{0B1F8210-7ECB-2669-138A-0E55EF95B7EB}"/>
                </a:ext>
              </a:extLst>
            </p:cNvPr>
            <p:cNvSpPr/>
            <p:nvPr/>
          </p:nvSpPr>
          <p:spPr>
            <a:xfrm>
              <a:off x="4674837" y="4511850"/>
              <a:ext cx="12488" cy="15035"/>
            </a:xfrm>
            <a:custGeom>
              <a:avLst/>
              <a:gdLst>
                <a:gd name="connsiteX0" fmla="*/ 0 w 12488"/>
                <a:gd name="connsiteY0" fmla="*/ 0 h 15035"/>
                <a:gd name="connsiteX1" fmla="*/ 12489 w 12488"/>
                <a:gd name="connsiteY1" fmla="*/ 0 h 15035"/>
                <a:gd name="connsiteX2" fmla="*/ 12489 w 12488"/>
                <a:gd name="connsiteY2" fmla="*/ 15035 h 15035"/>
                <a:gd name="connsiteX3" fmla="*/ 0 w 12488"/>
                <a:gd name="connsiteY3" fmla="*/ 15035 h 15035"/>
                <a:gd name="connsiteX4" fmla="*/ 0 w 12488"/>
                <a:gd name="connsiteY4" fmla="*/ 0 h 1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88" h="15035">
                  <a:moveTo>
                    <a:pt x="0" y="0"/>
                  </a:moveTo>
                  <a:lnTo>
                    <a:pt x="12489" y="0"/>
                  </a:lnTo>
                  <a:lnTo>
                    <a:pt x="12489" y="15035"/>
                  </a:lnTo>
                  <a:lnTo>
                    <a:pt x="0" y="150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21DB7613-816C-E641-9BBC-19BEC9DB96CF}"/>
                </a:ext>
              </a:extLst>
            </p:cNvPr>
            <p:cNvSpPr/>
            <p:nvPr/>
          </p:nvSpPr>
          <p:spPr>
            <a:xfrm>
              <a:off x="4709286" y="4436922"/>
              <a:ext cx="56112" cy="89963"/>
            </a:xfrm>
            <a:custGeom>
              <a:avLst/>
              <a:gdLst>
                <a:gd name="connsiteX0" fmla="*/ 14384 w 56112"/>
                <a:gd name="connsiteY0" fmla="*/ 79896 h 89963"/>
                <a:gd name="connsiteX1" fmla="*/ 56113 w 56112"/>
                <a:gd name="connsiteY1" fmla="*/ 79896 h 89963"/>
                <a:gd name="connsiteX2" fmla="*/ 56113 w 56112"/>
                <a:gd name="connsiteY2" fmla="*/ 89964 h 89963"/>
                <a:gd name="connsiteX3" fmla="*/ 0 w 56112"/>
                <a:gd name="connsiteY3" fmla="*/ 89964 h 89963"/>
                <a:gd name="connsiteX4" fmla="*/ 0 w 56112"/>
                <a:gd name="connsiteY4" fmla="*/ 79896 h 89963"/>
                <a:gd name="connsiteX5" fmla="*/ 18526 w 56112"/>
                <a:gd name="connsiteY5" fmla="*/ 61018 h 89963"/>
                <a:gd name="connsiteX6" fmla="*/ 33325 w 56112"/>
                <a:gd name="connsiteY6" fmla="*/ 45691 h 89963"/>
                <a:gd name="connsiteX7" fmla="*/ 41314 w 56112"/>
                <a:gd name="connsiteY7" fmla="*/ 34805 h 89963"/>
                <a:gd name="connsiteX8" fmla="*/ 43623 w 56112"/>
                <a:gd name="connsiteY8" fmla="*/ 25980 h 89963"/>
                <a:gd name="connsiteX9" fmla="*/ 38651 w 56112"/>
                <a:gd name="connsiteY9" fmla="*/ 14495 h 89963"/>
                <a:gd name="connsiteX10" fmla="*/ 25807 w 56112"/>
                <a:gd name="connsiteY10" fmla="*/ 10053 h 89963"/>
                <a:gd name="connsiteX11" fmla="*/ 13910 w 56112"/>
                <a:gd name="connsiteY11" fmla="*/ 12011 h 89963"/>
                <a:gd name="connsiteX12" fmla="*/ 592 w 56112"/>
                <a:gd name="connsiteY12" fmla="*/ 17928 h 89963"/>
                <a:gd name="connsiteX13" fmla="*/ 592 w 56112"/>
                <a:gd name="connsiteY13" fmla="*/ 5859 h 89963"/>
                <a:gd name="connsiteX14" fmla="*/ 14087 w 56112"/>
                <a:gd name="connsiteY14" fmla="*/ 1476 h 89963"/>
                <a:gd name="connsiteX15" fmla="*/ 25570 w 56112"/>
                <a:gd name="connsiteY15" fmla="*/ 0 h 89963"/>
                <a:gd name="connsiteX16" fmla="*/ 47470 w 56112"/>
                <a:gd name="connsiteY16" fmla="*/ 6867 h 89963"/>
                <a:gd name="connsiteX17" fmla="*/ 55640 w 56112"/>
                <a:gd name="connsiteY17" fmla="*/ 25205 h 89963"/>
                <a:gd name="connsiteX18" fmla="*/ 53568 w 56112"/>
                <a:gd name="connsiteY18" fmla="*/ 35565 h 89963"/>
                <a:gd name="connsiteX19" fmla="*/ 46168 w 56112"/>
                <a:gd name="connsiteY19" fmla="*/ 47049 h 89963"/>
                <a:gd name="connsiteX20" fmla="*/ 36757 w 56112"/>
                <a:gd name="connsiteY20" fmla="*/ 57000 h 89963"/>
                <a:gd name="connsiteX21" fmla="*/ 14384 w 56112"/>
                <a:gd name="connsiteY21" fmla="*/ 79896 h 89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6112" h="89963">
                  <a:moveTo>
                    <a:pt x="14384" y="79896"/>
                  </a:moveTo>
                  <a:lnTo>
                    <a:pt x="56113" y="79896"/>
                  </a:lnTo>
                  <a:lnTo>
                    <a:pt x="56113" y="89964"/>
                  </a:lnTo>
                  <a:lnTo>
                    <a:pt x="0" y="89964"/>
                  </a:lnTo>
                  <a:lnTo>
                    <a:pt x="0" y="79896"/>
                  </a:lnTo>
                  <a:cubicBezTo>
                    <a:pt x="4538" y="75206"/>
                    <a:pt x="10713" y="68908"/>
                    <a:pt x="18526" y="61018"/>
                  </a:cubicBezTo>
                  <a:cubicBezTo>
                    <a:pt x="26380" y="53084"/>
                    <a:pt x="31313" y="47985"/>
                    <a:pt x="33325" y="45691"/>
                  </a:cubicBezTo>
                  <a:cubicBezTo>
                    <a:pt x="37151" y="41380"/>
                    <a:pt x="39815" y="37756"/>
                    <a:pt x="41314" y="34805"/>
                  </a:cubicBezTo>
                  <a:cubicBezTo>
                    <a:pt x="42853" y="31810"/>
                    <a:pt x="43623" y="28858"/>
                    <a:pt x="43623" y="25980"/>
                  </a:cubicBezTo>
                  <a:cubicBezTo>
                    <a:pt x="43623" y="21289"/>
                    <a:pt x="41966" y="17461"/>
                    <a:pt x="38651" y="14495"/>
                  </a:cubicBezTo>
                  <a:cubicBezTo>
                    <a:pt x="35376" y="11529"/>
                    <a:pt x="31095" y="10053"/>
                    <a:pt x="25807" y="10053"/>
                  </a:cubicBezTo>
                  <a:cubicBezTo>
                    <a:pt x="22059" y="10053"/>
                    <a:pt x="18094" y="10710"/>
                    <a:pt x="13910" y="12011"/>
                  </a:cubicBezTo>
                  <a:cubicBezTo>
                    <a:pt x="9766" y="13311"/>
                    <a:pt x="5327" y="15284"/>
                    <a:pt x="592" y="17928"/>
                  </a:cubicBezTo>
                  <a:lnTo>
                    <a:pt x="592" y="5859"/>
                  </a:lnTo>
                  <a:cubicBezTo>
                    <a:pt x="5406" y="3916"/>
                    <a:pt x="9904" y="2455"/>
                    <a:pt x="14087" y="1476"/>
                  </a:cubicBezTo>
                  <a:cubicBezTo>
                    <a:pt x="18270" y="497"/>
                    <a:pt x="22097" y="0"/>
                    <a:pt x="25570" y="0"/>
                  </a:cubicBezTo>
                  <a:cubicBezTo>
                    <a:pt x="34724" y="0"/>
                    <a:pt x="42024" y="2294"/>
                    <a:pt x="47470" y="6867"/>
                  </a:cubicBezTo>
                  <a:cubicBezTo>
                    <a:pt x="52916" y="11441"/>
                    <a:pt x="55640" y="17549"/>
                    <a:pt x="55640" y="25205"/>
                  </a:cubicBezTo>
                  <a:cubicBezTo>
                    <a:pt x="55640" y="28843"/>
                    <a:pt x="54948" y="32292"/>
                    <a:pt x="53568" y="35565"/>
                  </a:cubicBezTo>
                  <a:cubicBezTo>
                    <a:pt x="52225" y="38794"/>
                    <a:pt x="49758" y="42622"/>
                    <a:pt x="46168" y="47049"/>
                  </a:cubicBezTo>
                  <a:cubicBezTo>
                    <a:pt x="45182" y="48204"/>
                    <a:pt x="42045" y="51521"/>
                    <a:pt x="36757" y="57000"/>
                  </a:cubicBezTo>
                  <a:cubicBezTo>
                    <a:pt x="31469" y="62450"/>
                    <a:pt x="24011" y="70077"/>
                    <a:pt x="14384" y="79896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AD2E6498-E5BA-88A7-F8C3-33CC2FA02AFA}"/>
                </a:ext>
              </a:extLst>
            </p:cNvPr>
            <p:cNvSpPr/>
            <p:nvPr/>
          </p:nvSpPr>
          <p:spPr>
            <a:xfrm>
              <a:off x="4885876" y="4436922"/>
              <a:ext cx="61083" cy="91673"/>
            </a:xfrm>
            <a:custGeom>
              <a:avLst/>
              <a:gdLst>
                <a:gd name="connsiteX0" fmla="*/ 30541 w 61083"/>
                <a:gd name="connsiteY0" fmla="*/ 9468 h 91673"/>
                <a:gd name="connsiteX1" fmla="*/ 16632 w 61083"/>
                <a:gd name="connsiteY1" fmla="*/ 18586 h 91673"/>
                <a:gd name="connsiteX2" fmla="*/ 12015 w 61083"/>
                <a:gd name="connsiteY2" fmla="*/ 45866 h 91673"/>
                <a:gd name="connsiteX3" fmla="*/ 16632 w 61083"/>
                <a:gd name="connsiteY3" fmla="*/ 73160 h 91673"/>
                <a:gd name="connsiteX4" fmla="*/ 30541 w 61083"/>
                <a:gd name="connsiteY4" fmla="*/ 82205 h 91673"/>
                <a:gd name="connsiteX5" fmla="*/ 44451 w 61083"/>
                <a:gd name="connsiteY5" fmla="*/ 73160 h 91673"/>
                <a:gd name="connsiteX6" fmla="*/ 49127 w 61083"/>
                <a:gd name="connsiteY6" fmla="*/ 45866 h 91673"/>
                <a:gd name="connsiteX7" fmla="*/ 44451 w 61083"/>
                <a:gd name="connsiteY7" fmla="*/ 18586 h 91673"/>
                <a:gd name="connsiteX8" fmla="*/ 30541 w 61083"/>
                <a:gd name="connsiteY8" fmla="*/ 9468 h 91673"/>
                <a:gd name="connsiteX9" fmla="*/ 30541 w 61083"/>
                <a:gd name="connsiteY9" fmla="*/ 0 h 91673"/>
                <a:gd name="connsiteX10" fmla="*/ 53211 w 61083"/>
                <a:gd name="connsiteY10" fmla="*/ 11777 h 91673"/>
                <a:gd name="connsiteX11" fmla="*/ 61084 w 61083"/>
                <a:gd name="connsiteY11" fmla="*/ 45866 h 91673"/>
                <a:gd name="connsiteX12" fmla="*/ 53211 w 61083"/>
                <a:gd name="connsiteY12" fmla="*/ 79955 h 91673"/>
                <a:gd name="connsiteX13" fmla="*/ 30541 w 61083"/>
                <a:gd name="connsiteY13" fmla="*/ 91673 h 91673"/>
                <a:gd name="connsiteX14" fmla="*/ 7813 w 61083"/>
                <a:gd name="connsiteY14" fmla="*/ 79955 h 91673"/>
                <a:gd name="connsiteX15" fmla="*/ 0 w 61083"/>
                <a:gd name="connsiteY15" fmla="*/ 45866 h 91673"/>
                <a:gd name="connsiteX16" fmla="*/ 7813 w 61083"/>
                <a:gd name="connsiteY16" fmla="*/ 11777 h 91673"/>
                <a:gd name="connsiteX17" fmla="*/ 30541 w 61083"/>
                <a:gd name="connsiteY17" fmla="*/ 0 h 91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1083" h="91673">
                  <a:moveTo>
                    <a:pt x="30541" y="9468"/>
                  </a:moveTo>
                  <a:cubicBezTo>
                    <a:pt x="24385" y="9468"/>
                    <a:pt x="19749" y="12507"/>
                    <a:pt x="16632" y="18586"/>
                  </a:cubicBezTo>
                  <a:cubicBezTo>
                    <a:pt x="13554" y="24621"/>
                    <a:pt x="12015" y="33709"/>
                    <a:pt x="12015" y="45866"/>
                  </a:cubicBezTo>
                  <a:cubicBezTo>
                    <a:pt x="12015" y="57979"/>
                    <a:pt x="13554" y="67082"/>
                    <a:pt x="16632" y="73160"/>
                  </a:cubicBezTo>
                  <a:cubicBezTo>
                    <a:pt x="19749" y="79195"/>
                    <a:pt x="24385" y="82205"/>
                    <a:pt x="30541" y="82205"/>
                  </a:cubicBezTo>
                  <a:cubicBezTo>
                    <a:pt x="36737" y="82205"/>
                    <a:pt x="41373" y="79195"/>
                    <a:pt x="44451" y="73160"/>
                  </a:cubicBezTo>
                  <a:cubicBezTo>
                    <a:pt x="47568" y="67082"/>
                    <a:pt x="49127" y="57979"/>
                    <a:pt x="49127" y="45866"/>
                  </a:cubicBezTo>
                  <a:cubicBezTo>
                    <a:pt x="49127" y="33709"/>
                    <a:pt x="47568" y="24621"/>
                    <a:pt x="44451" y="18586"/>
                  </a:cubicBezTo>
                  <a:cubicBezTo>
                    <a:pt x="41373" y="12507"/>
                    <a:pt x="36737" y="9468"/>
                    <a:pt x="30541" y="9468"/>
                  </a:cubicBezTo>
                  <a:moveTo>
                    <a:pt x="30541" y="0"/>
                  </a:moveTo>
                  <a:cubicBezTo>
                    <a:pt x="40446" y="0"/>
                    <a:pt x="48002" y="3930"/>
                    <a:pt x="53211" y="11777"/>
                  </a:cubicBezTo>
                  <a:cubicBezTo>
                    <a:pt x="58460" y="19594"/>
                    <a:pt x="61084" y="30947"/>
                    <a:pt x="61084" y="45866"/>
                  </a:cubicBezTo>
                  <a:cubicBezTo>
                    <a:pt x="61084" y="60740"/>
                    <a:pt x="58460" y="72108"/>
                    <a:pt x="53211" y="79955"/>
                  </a:cubicBezTo>
                  <a:cubicBezTo>
                    <a:pt x="48002" y="87772"/>
                    <a:pt x="40446" y="91673"/>
                    <a:pt x="30541" y="91673"/>
                  </a:cubicBezTo>
                  <a:cubicBezTo>
                    <a:pt x="20637" y="91673"/>
                    <a:pt x="13061" y="87772"/>
                    <a:pt x="7813" y="79955"/>
                  </a:cubicBezTo>
                  <a:cubicBezTo>
                    <a:pt x="2604" y="72108"/>
                    <a:pt x="0" y="60740"/>
                    <a:pt x="0" y="45866"/>
                  </a:cubicBezTo>
                  <a:cubicBezTo>
                    <a:pt x="0" y="30947"/>
                    <a:pt x="2604" y="19594"/>
                    <a:pt x="7813" y="11777"/>
                  </a:cubicBezTo>
                  <a:cubicBezTo>
                    <a:pt x="13061" y="3930"/>
                    <a:pt x="20637" y="0"/>
                    <a:pt x="30541" y="0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157013AA-ED93-FE1F-A5AC-789790AFDD97}"/>
                </a:ext>
              </a:extLst>
            </p:cNvPr>
            <p:cNvSpPr/>
            <p:nvPr/>
          </p:nvSpPr>
          <p:spPr>
            <a:xfrm>
              <a:off x="4967973" y="4511850"/>
              <a:ext cx="12488" cy="15035"/>
            </a:xfrm>
            <a:custGeom>
              <a:avLst/>
              <a:gdLst>
                <a:gd name="connsiteX0" fmla="*/ 0 w 12488"/>
                <a:gd name="connsiteY0" fmla="*/ 0 h 15035"/>
                <a:gd name="connsiteX1" fmla="*/ 12489 w 12488"/>
                <a:gd name="connsiteY1" fmla="*/ 0 h 15035"/>
                <a:gd name="connsiteX2" fmla="*/ 12489 w 12488"/>
                <a:gd name="connsiteY2" fmla="*/ 15035 h 15035"/>
                <a:gd name="connsiteX3" fmla="*/ 0 w 12488"/>
                <a:gd name="connsiteY3" fmla="*/ 15035 h 15035"/>
                <a:gd name="connsiteX4" fmla="*/ 0 w 12488"/>
                <a:gd name="connsiteY4" fmla="*/ 0 h 1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88" h="15035">
                  <a:moveTo>
                    <a:pt x="0" y="0"/>
                  </a:moveTo>
                  <a:lnTo>
                    <a:pt x="12489" y="0"/>
                  </a:lnTo>
                  <a:lnTo>
                    <a:pt x="12489" y="15035"/>
                  </a:lnTo>
                  <a:lnTo>
                    <a:pt x="0" y="150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F4437498-35AC-26AF-C4AE-D5FB04F7F08F}"/>
                </a:ext>
              </a:extLst>
            </p:cNvPr>
            <p:cNvSpPr/>
            <p:nvPr/>
          </p:nvSpPr>
          <p:spPr>
            <a:xfrm>
              <a:off x="5001533" y="4436922"/>
              <a:ext cx="61085" cy="91673"/>
            </a:xfrm>
            <a:custGeom>
              <a:avLst/>
              <a:gdLst>
                <a:gd name="connsiteX0" fmla="*/ 30543 w 61085"/>
                <a:gd name="connsiteY0" fmla="*/ 9468 h 91673"/>
                <a:gd name="connsiteX1" fmla="*/ 16632 w 61085"/>
                <a:gd name="connsiteY1" fmla="*/ 18586 h 91673"/>
                <a:gd name="connsiteX2" fmla="*/ 12017 w 61085"/>
                <a:gd name="connsiteY2" fmla="*/ 45866 h 91673"/>
                <a:gd name="connsiteX3" fmla="*/ 16632 w 61085"/>
                <a:gd name="connsiteY3" fmla="*/ 73160 h 91673"/>
                <a:gd name="connsiteX4" fmla="*/ 30543 w 61085"/>
                <a:gd name="connsiteY4" fmla="*/ 82205 h 91673"/>
                <a:gd name="connsiteX5" fmla="*/ 44453 w 61085"/>
                <a:gd name="connsiteY5" fmla="*/ 73160 h 91673"/>
                <a:gd name="connsiteX6" fmla="*/ 49129 w 61085"/>
                <a:gd name="connsiteY6" fmla="*/ 45866 h 91673"/>
                <a:gd name="connsiteX7" fmla="*/ 44453 w 61085"/>
                <a:gd name="connsiteY7" fmla="*/ 18586 h 91673"/>
                <a:gd name="connsiteX8" fmla="*/ 30543 w 61085"/>
                <a:gd name="connsiteY8" fmla="*/ 9468 h 91673"/>
                <a:gd name="connsiteX9" fmla="*/ 30543 w 61085"/>
                <a:gd name="connsiteY9" fmla="*/ 0 h 91673"/>
                <a:gd name="connsiteX10" fmla="*/ 53213 w 61085"/>
                <a:gd name="connsiteY10" fmla="*/ 11777 h 91673"/>
                <a:gd name="connsiteX11" fmla="*/ 61085 w 61085"/>
                <a:gd name="connsiteY11" fmla="*/ 45866 h 91673"/>
                <a:gd name="connsiteX12" fmla="*/ 53213 w 61085"/>
                <a:gd name="connsiteY12" fmla="*/ 79955 h 91673"/>
                <a:gd name="connsiteX13" fmla="*/ 30543 w 61085"/>
                <a:gd name="connsiteY13" fmla="*/ 91673 h 91673"/>
                <a:gd name="connsiteX14" fmla="*/ 7813 w 61085"/>
                <a:gd name="connsiteY14" fmla="*/ 79955 h 91673"/>
                <a:gd name="connsiteX15" fmla="*/ 0 w 61085"/>
                <a:gd name="connsiteY15" fmla="*/ 45866 h 91673"/>
                <a:gd name="connsiteX16" fmla="*/ 7813 w 61085"/>
                <a:gd name="connsiteY16" fmla="*/ 11777 h 91673"/>
                <a:gd name="connsiteX17" fmla="*/ 30543 w 61085"/>
                <a:gd name="connsiteY17" fmla="*/ 0 h 91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1085" h="91673">
                  <a:moveTo>
                    <a:pt x="30543" y="9468"/>
                  </a:moveTo>
                  <a:cubicBezTo>
                    <a:pt x="24387" y="9468"/>
                    <a:pt x="19750" y="12507"/>
                    <a:pt x="16632" y="18586"/>
                  </a:cubicBezTo>
                  <a:cubicBezTo>
                    <a:pt x="13555" y="24621"/>
                    <a:pt x="12017" y="33709"/>
                    <a:pt x="12017" y="45866"/>
                  </a:cubicBezTo>
                  <a:cubicBezTo>
                    <a:pt x="12017" y="57979"/>
                    <a:pt x="13555" y="67082"/>
                    <a:pt x="16632" y="73160"/>
                  </a:cubicBezTo>
                  <a:cubicBezTo>
                    <a:pt x="19750" y="79195"/>
                    <a:pt x="24387" y="82205"/>
                    <a:pt x="30543" y="82205"/>
                  </a:cubicBezTo>
                  <a:cubicBezTo>
                    <a:pt x="36738" y="82205"/>
                    <a:pt x="41374" y="79195"/>
                    <a:pt x="44453" y="73160"/>
                  </a:cubicBezTo>
                  <a:cubicBezTo>
                    <a:pt x="47570" y="67082"/>
                    <a:pt x="49129" y="57979"/>
                    <a:pt x="49129" y="45866"/>
                  </a:cubicBezTo>
                  <a:cubicBezTo>
                    <a:pt x="49129" y="33709"/>
                    <a:pt x="47570" y="24621"/>
                    <a:pt x="44453" y="18586"/>
                  </a:cubicBezTo>
                  <a:cubicBezTo>
                    <a:pt x="41374" y="12507"/>
                    <a:pt x="36738" y="9468"/>
                    <a:pt x="30543" y="9468"/>
                  </a:cubicBezTo>
                  <a:moveTo>
                    <a:pt x="30543" y="0"/>
                  </a:moveTo>
                  <a:cubicBezTo>
                    <a:pt x="40448" y="0"/>
                    <a:pt x="48004" y="3930"/>
                    <a:pt x="53213" y="11777"/>
                  </a:cubicBezTo>
                  <a:cubicBezTo>
                    <a:pt x="58461" y="19594"/>
                    <a:pt x="61085" y="30947"/>
                    <a:pt x="61085" y="45866"/>
                  </a:cubicBezTo>
                  <a:cubicBezTo>
                    <a:pt x="61085" y="60740"/>
                    <a:pt x="58461" y="72108"/>
                    <a:pt x="53213" y="79955"/>
                  </a:cubicBezTo>
                  <a:cubicBezTo>
                    <a:pt x="48004" y="87772"/>
                    <a:pt x="40448" y="91673"/>
                    <a:pt x="30543" y="91673"/>
                  </a:cubicBezTo>
                  <a:cubicBezTo>
                    <a:pt x="20637" y="91673"/>
                    <a:pt x="13061" y="87772"/>
                    <a:pt x="7813" y="79955"/>
                  </a:cubicBezTo>
                  <a:cubicBezTo>
                    <a:pt x="2604" y="72108"/>
                    <a:pt x="0" y="60740"/>
                    <a:pt x="0" y="45866"/>
                  </a:cubicBezTo>
                  <a:cubicBezTo>
                    <a:pt x="0" y="30947"/>
                    <a:pt x="2604" y="19594"/>
                    <a:pt x="7813" y="11777"/>
                  </a:cubicBezTo>
                  <a:cubicBezTo>
                    <a:pt x="13061" y="3930"/>
                    <a:pt x="20637" y="0"/>
                    <a:pt x="30543" y="0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17E17C64-AC12-E4CA-6B17-ABA5B6BE0110}"/>
                </a:ext>
              </a:extLst>
            </p:cNvPr>
            <p:cNvSpPr/>
            <p:nvPr/>
          </p:nvSpPr>
          <p:spPr>
            <a:xfrm>
              <a:off x="5231454" y="4436922"/>
              <a:ext cx="61083" cy="91673"/>
            </a:xfrm>
            <a:custGeom>
              <a:avLst/>
              <a:gdLst>
                <a:gd name="connsiteX0" fmla="*/ 30541 w 61083"/>
                <a:gd name="connsiteY0" fmla="*/ 9468 h 91673"/>
                <a:gd name="connsiteX1" fmla="*/ 16632 w 61083"/>
                <a:gd name="connsiteY1" fmla="*/ 18586 h 91673"/>
                <a:gd name="connsiteX2" fmla="*/ 12015 w 61083"/>
                <a:gd name="connsiteY2" fmla="*/ 45866 h 91673"/>
                <a:gd name="connsiteX3" fmla="*/ 16632 w 61083"/>
                <a:gd name="connsiteY3" fmla="*/ 73160 h 91673"/>
                <a:gd name="connsiteX4" fmla="*/ 30541 w 61083"/>
                <a:gd name="connsiteY4" fmla="*/ 82205 h 91673"/>
                <a:gd name="connsiteX5" fmla="*/ 44451 w 61083"/>
                <a:gd name="connsiteY5" fmla="*/ 73160 h 91673"/>
                <a:gd name="connsiteX6" fmla="*/ 49127 w 61083"/>
                <a:gd name="connsiteY6" fmla="*/ 45866 h 91673"/>
                <a:gd name="connsiteX7" fmla="*/ 44451 w 61083"/>
                <a:gd name="connsiteY7" fmla="*/ 18586 h 91673"/>
                <a:gd name="connsiteX8" fmla="*/ 30541 w 61083"/>
                <a:gd name="connsiteY8" fmla="*/ 9468 h 91673"/>
                <a:gd name="connsiteX9" fmla="*/ 30541 w 61083"/>
                <a:gd name="connsiteY9" fmla="*/ 0 h 91673"/>
                <a:gd name="connsiteX10" fmla="*/ 53211 w 61083"/>
                <a:gd name="connsiteY10" fmla="*/ 11777 h 91673"/>
                <a:gd name="connsiteX11" fmla="*/ 61084 w 61083"/>
                <a:gd name="connsiteY11" fmla="*/ 45866 h 91673"/>
                <a:gd name="connsiteX12" fmla="*/ 53211 w 61083"/>
                <a:gd name="connsiteY12" fmla="*/ 79955 h 91673"/>
                <a:gd name="connsiteX13" fmla="*/ 30541 w 61083"/>
                <a:gd name="connsiteY13" fmla="*/ 91673 h 91673"/>
                <a:gd name="connsiteX14" fmla="*/ 7813 w 61083"/>
                <a:gd name="connsiteY14" fmla="*/ 79955 h 91673"/>
                <a:gd name="connsiteX15" fmla="*/ 0 w 61083"/>
                <a:gd name="connsiteY15" fmla="*/ 45866 h 91673"/>
                <a:gd name="connsiteX16" fmla="*/ 7813 w 61083"/>
                <a:gd name="connsiteY16" fmla="*/ 11777 h 91673"/>
                <a:gd name="connsiteX17" fmla="*/ 30541 w 61083"/>
                <a:gd name="connsiteY17" fmla="*/ 0 h 91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1083" h="91673">
                  <a:moveTo>
                    <a:pt x="30541" y="9468"/>
                  </a:moveTo>
                  <a:cubicBezTo>
                    <a:pt x="24385" y="9468"/>
                    <a:pt x="19749" y="12507"/>
                    <a:pt x="16632" y="18586"/>
                  </a:cubicBezTo>
                  <a:cubicBezTo>
                    <a:pt x="13554" y="24621"/>
                    <a:pt x="12015" y="33709"/>
                    <a:pt x="12015" y="45866"/>
                  </a:cubicBezTo>
                  <a:cubicBezTo>
                    <a:pt x="12015" y="57979"/>
                    <a:pt x="13554" y="67082"/>
                    <a:pt x="16632" y="73160"/>
                  </a:cubicBezTo>
                  <a:cubicBezTo>
                    <a:pt x="19749" y="79195"/>
                    <a:pt x="24385" y="82205"/>
                    <a:pt x="30541" y="82205"/>
                  </a:cubicBezTo>
                  <a:cubicBezTo>
                    <a:pt x="36736" y="82205"/>
                    <a:pt x="41373" y="79195"/>
                    <a:pt x="44451" y="73160"/>
                  </a:cubicBezTo>
                  <a:cubicBezTo>
                    <a:pt x="47568" y="67082"/>
                    <a:pt x="49127" y="57979"/>
                    <a:pt x="49127" y="45866"/>
                  </a:cubicBezTo>
                  <a:cubicBezTo>
                    <a:pt x="49127" y="33709"/>
                    <a:pt x="47568" y="24621"/>
                    <a:pt x="44451" y="18586"/>
                  </a:cubicBezTo>
                  <a:cubicBezTo>
                    <a:pt x="41373" y="12507"/>
                    <a:pt x="36736" y="9468"/>
                    <a:pt x="30541" y="9468"/>
                  </a:cubicBezTo>
                  <a:moveTo>
                    <a:pt x="30541" y="0"/>
                  </a:moveTo>
                  <a:cubicBezTo>
                    <a:pt x="40446" y="0"/>
                    <a:pt x="48002" y="3930"/>
                    <a:pt x="53211" y="11777"/>
                  </a:cubicBezTo>
                  <a:cubicBezTo>
                    <a:pt x="58460" y="19594"/>
                    <a:pt x="61084" y="30947"/>
                    <a:pt x="61084" y="45866"/>
                  </a:cubicBezTo>
                  <a:cubicBezTo>
                    <a:pt x="61084" y="60740"/>
                    <a:pt x="58460" y="72108"/>
                    <a:pt x="53211" y="79955"/>
                  </a:cubicBezTo>
                  <a:cubicBezTo>
                    <a:pt x="48002" y="87772"/>
                    <a:pt x="40446" y="91673"/>
                    <a:pt x="30541" y="91673"/>
                  </a:cubicBezTo>
                  <a:cubicBezTo>
                    <a:pt x="20636" y="91673"/>
                    <a:pt x="13060" y="87772"/>
                    <a:pt x="7813" y="79955"/>
                  </a:cubicBezTo>
                  <a:cubicBezTo>
                    <a:pt x="2604" y="72108"/>
                    <a:pt x="0" y="60740"/>
                    <a:pt x="0" y="45866"/>
                  </a:cubicBezTo>
                  <a:cubicBezTo>
                    <a:pt x="0" y="30947"/>
                    <a:pt x="2604" y="19594"/>
                    <a:pt x="7813" y="11777"/>
                  </a:cubicBezTo>
                  <a:cubicBezTo>
                    <a:pt x="13060" y="3930"/>
                    <a:pt x="20636" y="0"/>
                    <a:pt x="30541" y="0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6AF5CFAE-899B-E5D6-905E-A7A4AB409E7D}"/>
                </a:ext>
              </a:extLst>
            </p:cNvPr>
            <p:cNvSpPr/>
            <p:nvPr/>
          </p:nvSpPr>
          <p:spPr>
            <a:xfrm>
              <a:off x="5313549" y="4511850"/>
              <a:ext cx="12492" cy="15035"/>
            </a:xfrm>
            <a:custGeom>
              <a:avLst/>
              <a:gdLst>
                <a:gd name="connsiteX0" fmla="*/ 0 w 12492"/>
                <a:gd name="connsiteY0" fmla="*/ 0 h 15035"/>
                <a:gd name="connsiteX1" fmla="*/ 12493 w 12492"/>
                <a:gd name="connsiteY1" fmla="*/ 0 h 15035"/>
                <a:gd name="connsiteX2" fmla="*/ 12493 w 12492"/>
                <a:gd name="connsiteY2" fmla="*/ 15035 h 15035"/>
                <a:gd name="connsiteX3" fmla="*/ 0 w 12492"/>
                <a:gd name="connsiteY3" fmla="*/ 15035 h 15035"/>
                <a:gd name="connsiteX4" fmla="*/ 0 w 12492"/>
                <a:gd name="connsiteY4" fmla="*/ 0 h 1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92" h="15035">
                  <a:moveTo>
                    <a:pt x="0" y="0"/>
                  </a:moveTo>
                  <a:lnTo>
                    <a:pt x="12493" y="0"/>
                  </a:lnTo>
                  <a:lnTo>
                    <a:pt x="12493" y="15035"/>
                  </a:lnTo>
                  <a:lnTo>
                    <a:pt x="0" y="150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EE9C949F-FCA4-BC52-2A0B-1E2A04BA33CF}"/>
                </a:ext>
              </a:extLst>
            </p:cNvPr>
            <p:cNvSpPr/>
            <p:nvPr/>
          </p:nvSpPr>
          <p:spPr>
            <a:xfrm>
              <a:off x="5348003" y="4436922"/>
              <a:ext cx="56108" cy="89963"/>
            </a:xfrm>
            <a:custGeom>
              <a:avLst/>
              <a:gdLst>
                <a:gd name="connsiteX0" fmla="*/ 14378 w 56108"/>
                <a:gd name="connsiteY0" fmla="*/ 79896 h 89963"/>
                <a:gd name="connsiteX1" fmla="*/ 56109 w 56108"/>
                <a:gd name="connsiteY1" fmla="*/ 79896 h 89963"/>
                <a:gd name="connsiteX2" fmla="*/ 56109 w 56108"/>
                <a:gd name="connsiteY2" fmla="*/ 89964 h 89963"/>
                <a:gd name="connsiteX3" fmla="*/ 0 w 56108"/>
                <a:gd name="connsiteY3" fmla="*/ 89964 h 89963"/>
                <a:gd name="connsiteX4" fmla="*/ 0 w 56108"/>
                <a:gd name="connsiteY4" fmla="*/ 79896 h 89963"/>
                <a:gd name="connsiteX5" fmla="*/ 18527 w 56108"/>
                <a:gd name="connsiteY5" fmla="*/ 61018 h 89963"/>
                <a:gd name="connsiteX6" fmla="*/ 33314 w 56108"/>
                <a:gd name="connsiteY6" fmla="*/ 45691 h 89963"/>
                <a:gd name="connsiteX7" fmla="*/ 41307 w 56108"/>
                <a:gd name="connsiteY7" fmla="*/ 34805 h 89963"/>
                <a:gd name="connsiteX8" fmla="*/ 43616 w 56108"/>
                <a:gd name="connsiteY8" fmla="*/ 25980 h 89963"/>
                <a:gd name="connsiteX9" fmla="*/ 38648 w 56108"/>
                <a:gd name="connsiteY9" fmla="*/ 14495 h 89963"/>
                <a:gd name="connsiteX10" fmla="*/ 25804 w 56108"/>
                <a:gd name="connsiteY10" fmla="*/ 10053 h 89963"/>
                <a:gd name="connsiteX11" fmla="*/ 13910 w 56108"/>
                <a:gd name="connsiteY11" fmla="*/ 12011 h 89963"/>
                <a:gd name="connsiteX12" fmla="*/ 585 w 56108"/>
                <a:gd name="connsiteY12" fmla="*/ 17928 h 89963"/>
                <a:gd name="connsiteX13" fmla="*/ 585 w 56108"/>
                <a:gd name="connsiteY13" fmla="*/ 5859 h 89963"/>
                <a:gd name="connsiteX14" fmla="*/ 14086 w 56108"/>
                <a:gd name="connsiteY14" fmla="*/ 1476 h 89963"/>
                <a:gd name="connsiteX15" fmla="*/ 25570 w 56108"/>
                <a:gd name="connsiteY15" fmla="*/ 0 h 89963"/>
                <a:gd name="connsiteX16" fmla="*/ 47473 w 56108"/>
                <a:gd name="connsiteY16" fmla="*/ 6867 h 89963"/>
                <a:gd name="connsiteX17" fmla="*/ 55641 w 56108"/>
                <a:gd name="connsiteY17" fmla="*/ 25205 h 89963"/>
                <a:gd name="connsiteX18" fmla="*/ 53566 w 56108"/>
                <a:gd name="connsiteY18" fmla="*/ 35565 h 89963"/>
                <a:gd name="connsiteX19" fmla="*/ 46158 w 56108"/>
                <a:gd name="connsiteY19" fmla="*/ 47049 h 89963"/>
                <a:gd name="connsiteX20" fmla="*/ 36748 w 56108"/>
                <a:gd name="connsiteY20" fmla="*/ 57000 h 89963"/>
                <a:gd name="connsiteX21" fmla="*/ 14378 w 56108"/>
                <a:gd name="connsiteY21" fmla="*/ 79896 h 89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6108" h="89963">
                  <a:moveTo>
                    <a:pt x="14378" y="79896"/>
                  </a:moveTo>
                  <a:lnTo>
                    <a:pt x="56109" y="79896"/>
                  </a:lnTo>
                  <a:lnTo>
                    <a:pt x="56109" y="89964"/>
                  </a:lnTo>
                  <a:lnTo>
                    <a:pt x="0" y="89964"/>
                  </a:lnTo>
                  <a:lnTo>
                    <a:pt x="0" y="79896"/>
                  </a:lnTo>
                  <a:cubicBezTo>
                    <a:pt x="4544" y="75206"/>
                    <a:pt x="10710" y="68908"/>
                    <a:pt x="18527" y="61018"/>
                  </a:cubicBezTo>
                  <a:cubicBezTo>
                    <a:pt x="26374" y="53084"/>
                    <a:pt x="31313" y="47985"/>
                    <a:pt x="33314" y="45691"/>
                  </a:cubicBezTo>
                  <a:cubicBezTo>
                    <a:pt x="37143" y="41380"/>
                    <a:pt x="39802" y="37756"/>
                    <a:pt x="41307" y="34805"/>
                  </a:cubicBezTo>
                  <a:cubicBezTo>
                    <a:pt x="42841" y="31810"/>
                    <a:pt x="43616" y="28858"/>
                    <a:pt x="43616" y="25980"/>
                  </a:cubicBezTo>
                  <a:cubicBezTo>
                    <a:pt x="43616" y="21289"/>
                    <a:pt x="41965" y="17461"/>
                    <a:pt x="38648" y="14495"/>
                  </a:cubicBezTo>
                  <a:cubicBezTo>
                    <a:pt x="35375" y="11529"/>
                    <a:pt x="31094" y="10053"/>
                    <a:pt x="25804" y="10053"/>
                  </a:cubicBezTo>
                  <a:cubicBezTo>
                    <a:pt x="22049" y="10053"/>
                    <a:pt x="18089" y="10710"/>
                    <a:pt x="13910" y="12011"/>
                  </a:cubicBezTo>
                  <a:cubicBezTo>
                    <a:pt x="9760" y="13311"/>
                    <a:pt x="5319" y="15284"/>
                    <a:pt x="585" y="17928"/>
                  </a:cubicBezTo>
                  <a:lnTo>
                    <a:pt x="585" y="5859"/>
                  </a:lnTo>
                  <a:cubicBezTo>
                    <a:pt x="5392" y="3916"/>
                    <a:pt x="9892" y="2455"/>
                    <a:pt x="14086" y="1476"/>
                  </a:cubicBezTo>
                  <a:cubicBezTo>
                    <a:pt x="18265" y="497"/>
                    <a:pt x="22093" y="0"/>
                    <a:pt x="25570" y="0"/>
                  </a:cubicBezTo>
                  <a:cubicBezTo>
                    <a:pt x="34717" y="0"/>
                    <a:pt x="42023" y="2294"/>
                    <a:pt x="47473" y="6867"/>
                  </a:cubicBezTo>
                  <a:cubicBezTo>
                    <a:pt x="52923" y="11441"/>
                    <a:pt x="55641" y="17549"/>
                    <a:pt x="55641" y="25205"/>
                  </a:cubicBezTo>
                  <a:cubicBezTo>
                    <a:pt x="55641" y="28843"/>
                    <a:pt x="54954" y="32292"/>
                    <a:pt x="53566" y="35565"/>
                  </a:cubicBezTo>
                  <a:cubicBezTo>
                    <a:pt x="52222" y="38794"/>
                    <a:pt x="49752" y="42622"/>
                    <a:pt x="46158" y="47049"/>
                  </a:cubicBezTo>
                  <a:cubicBezTo>
                    <a:pt x="45179" y="48204"/>
                    <a:pt x="42038" y="51521"/>
                    <a:pt x="36748" y="57000"/>
                  </a:cubicBezTo>
                  <a:cubicBezTo>
                    <a:pt x="31459" y="62450"/>
                    <a:pt x="24007" y="70077"/>
                    <a:pt x="14378" y="79896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E1FA8694-7CE7-E1C0-386A-EC270413F232}"/>
                </a:ext>
              </a:extLst>
            </p:cNvPr>
            <p:cNvSpPr/>
            <p:nvPr/>
          </p:nvSpPr>
          <p:spPr>
            <a:xfrm>
              <a:off x="5572321" y="4436922"/>
              <a:ext cx="61091" cy="91673"/>
            </a:xfrm>
            <a:custGeom>
              <a:avLst/>
              <a:gdLst>
                <a:gd name="connsiteX0" fmla="*/ 30553 w 61091"/>
                <a:gd name="connsiteY0" fmla="*/ 9468 h 91673"/>
                <a:gd name="connsiteX1" fmla="*/ 16643 w 61091"/>
                <a:gd name="connsiteY1" fmla="*/ 18586 h 91673"/>
                <a:gd name="connsiteX2" fmla="*/ 12025 w 61091"/>
                <a:gd name="connsiteY2" fmla="*/ 45866 h 91673"/>
                <a:gd name="connsiteX3" fmla="*/ 16643 w 61091"/>
                <a:gd name="connsiteY3" fmla="*/ 73160 h 91673"/>
                <a:gd name="connsiteX4" fmla="*/ 30553 w 61091"/>
                <a:gd name="connsiteY4" fmla="*/ 82205 h 91673"/>
                <a:gd name="connsiteX5" fmla="*/ 44463 w 61091"/>
                <a:gd name="connsiteY5" fmla="*/ 73160 h 91673"/>
                <a:gd name="connsiteX6" fmla="*/ 49139 w 61091"/>
                <a:gd name="connsiteY6" fmla="*/ 45866 h 91673"/>
                <a:gd name="connsiteX7" fmla="*/ 44463 w 61091"/>
                <a:gd name="connsiteY7" fmla="*/ 18586 h 91673"/>
                <a:gd name="connsiteX8" fmla="*/ 30553 w 61091"/>
                <a:gd name="connsiteY8" fmla="*/ 9468 h 91673"/>
                <a:gd name="connsiteX9" fmla="*/ 30553 w 61091"/>
                <a:gd name="connsiteY9" fmla="*/ 0 h 91673"/>
                <a:gd name="connsiteX10" fmla="*/ 53215 w 61091"/>
                <a:gd name="connsiteY10" fmla="*/ 11777 h 91673"/>
                <a:gd name="connsiteX11" fmla="*/ 61091 w 61091"/>
                <a:gd name="connsiteY11" fmla="*/ 45866 h 91673"/>
                <a:gd name="connsiteX12" fmla="*/ 53215 w 61091"/>
                <a:gd name="connsiteY12" fmla="*/ 79955 h 91673"/>
                <a:gd name="connsiteX13" fmla="*/ 30553 w 61091"/>
                <a:gd name="connsiteY13" fmla="*/ 91673 h 91673"/>
                <a:gd name="connsiteX14" fmla="*/ 7817 w 61091"/>
                <a:gd name="connsiteY14" fmla="*/ 79955 h 91673"/>
                <a:gd name="connsiteX15" fmla="*/ 0 w 61091"/>
                <a:gd name="connsiteY15" fmla="*/ 45866 h 91673"/>
                <a:gd name="connsiteX16" fmla="*/ 7817 w 61091"/>
                <a:gd name="connsiteY16" fmla="*/ 11777 h 91673"/>
                <a:gd name="connsiteX17" fmla="*/ 30553 w 61091"/>
                <a:gd name="connsiteY17" fmla="*/ 0 h 91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1091" h="91673">
                  <a:moveTo>
                    <a:pt x="30553" y="9468"/>
                  </a:moveTo>
                  <a:cubicBezTo>
                    <a:pt x="24401" y="9468"/>
                    <a:pt x="19755" y="12507"/>
                    <a:pt x="16643" y="18586"/>
                  </a:cubicBezTo>
                  <a:cubicBezTo>
                    <a:pt x="13559" y="24621"/>
                    <a:pt x="12025" y="33709"/>
                    <a:pt x="12025" y="45866"/>
                  </a:cubicBezTo>
                  <a:cubicBezTo>
                    <a:pt x="12025" y="57979"/>
                    <a:pt x="13559" y="67082"/>
                    <a:pt x="16643" y="73160"/>
                  </a:cubicBezTo>
                  <a:cubicBezTo>
                    <a:pt x="19755" y="79195"/>
                    <a:pt x="24401" y="82205"/>
                    <a:pt x="30553" y="82205"/>
                  </a:cubicBezTo>
                  <a:cubicBezTo>
                    <a:pt x="36748" y="82205"/>
                    <a:pt x="41380" y="79195"/>
                    <a:pt x="44463" y="73160"/>
                  </a:cubicBezTo>
                  <a:cubicBezTo>
                    <a:pt x="47575" y="67082"/>
                    <a:pt x="49139" y="57979"/>
                    <a:pt x="49139" y="45866"/>
                  </a:cubicBezTo>
                  <a:cubicBezTo>
                    <a:pt x="49139" y="33709"/>
                    <a:pt x="47575" y="24621"/>
                    <a:pt x="44463" y="18586"/>
                  </a:cubicBezTo>
                  <a:cubicBezTo>
                    <a:pt x="41380" y="12507"/>
                    <a:pt x="36748" y="9468"/>
                    <a:pt x="30553" y="9468"/>
                  </a:cubicBezTo>
                  <a:moveTo>
                    <a:pt x="30553" y="0"/>
                  </a:moveTo>
                  <a:cubicBezTo>
                    <a:pt x="40445" y="0"/>
                    <a:pt x="47999" y="3930"/>
                    <a:pt x="53215" y="11777"/>
                  </a:cubicBezTo>
                  <a:cubicBezTo>
                    <a:pt x="58461" y="19594"/>
                    <a:pt x="61091" y="30947"/>
                    <a:pt x="61091" y="45866"/>
                  </a:cubicBezTo>
                  <a:cubicBezTo>
                    <a:pt x="61091" y="60740"/>
                    <a:pt x="58461" y="72108"/>
                    <a:pt x="53215" y="79955"/>
                  </a:cubicBezTo>
                  <a:cubicBezTo>
                    <a:pt x="47999" y="87772"/>
                    <a:pt x="40445" y="91673"/>
                    <a:pt x="30553" y="91673"/>
                  </a:cubicBezTo>
                  <a:cubicBezTo>
                    <a:pt x="20646" y="91673"/>
                    <a:pt x="13063" y="87772"/>
                    <a:pt x="7817" y="79955"/>
                  </a:cubicBezTo>
                  <a:cubicBezTo>
                    <a:pt x="2601" y="72108"/>
                    <a:pt x="0" y="60740"/>
                    <a:pt x="0" y="45866"/>
                  </a:cubicBezTo>
                  <a:cubicBezTo>
                    <a:pt x="0" y="30947"/>
                    <a:pt x="2601" y="19594"/>
                    <a:pt x="7817" y="11777"/>
                  </a:cubicBezTo>
                  <a:cubicBezTo>
                    <a:pt x="13063" y="3930"/>
                    <a:pt x="20646" y="0"/>
                    <a:pt x="30553" y="0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3" name="Freeform 312">
              <a:extLst>
                <a:ext uri="{FF2B5EF4-FFF2-40B4-BE49-F238E27FC236}">
                  <a16:creationId xmlns:a16="http://schemas.microsoft.com/office/drawing/2014/main" id="{BB65E2B3-56DA-A01E-5599-16C9937FB064}"/>
                </a:ext>
              </a:extLst>
            </p:cNvPr>
            <p:cNvSpPr/>
            <p:nvPr/>
          </p:nvSpPr>
          <p:spPr>
            <a:xfrm>
              <a:off x="5654424" y="4511850"/>
              <a:ext cx="12493" cy="15035"/>
            </a:xfrm>
            <a:custGeom>
              <a:avLst/>
              <a:gdLst>
                <a:gd name="connsiteX0" fmla="*/ 0 w 12493"/>
                <a:gd name="connsiteY0" fmla="*/ 0 h 15035"/>
                <a:gd name="connsiteX1" fmla="*/ 12493 w 12493"/>
                <a:gd name="connsiteY1" fmla="*/ 0 h 15035"/>
                <a:gd name="connsiteX2" fmla="*/ 12493 w 12493"/>
                <a:gd name="connsiteY2" fmla="*/ 15035 h 15035"/>
                <a:gd name="connsiteX3" fmla="*/ 0 w 12493"/>
                <a:gd name="connsiteY3" fmla="*/ 15035 h 15035"/>
                <a:gd name="connsiteX4" fmla="*/ 0 w 12493"/>
                <a:gd name="connsiteY4" fmla="*/ 0 h 1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93" h="15035">
                  <a:moveTo>
                    <a:pt x="0" y="0"/>
                  </a:moveTo>
                  <a:lnTo>
                    <a:pt x="12493" y="0"/>
                  </a:lnTo>
                  <a:lnTo>
                    <a:pt x="12493" y="15035"/>
                  </a:lnTo>
                  <a:lnTo>
                    <a:pt x="0" y="150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73D33AAC-C1A7-C732-B83E-C0C9833D2B6C}"/>
                </a:ext>
              </a:extLst>
            </p:cNvPr>
            <p:cNvSpPr/>
            <p:nvPr/>
          </p:nvSpPr>
          <p:spPr>
            <a:xfrm>
              <a:off x="5685912" y="4438514"/>
              <a:ext cx="64393" cy="88371"/>
            </a:xfrm>
            <a:custGeom>
              <a:avLst/>
              <a:gdLst>
                <a:gd name="connsiteX0" fmla="*/ 39890 w 64393"/>
                <a:gd name="connsiteY0" fmla="*/ 10418 h 88371"/>
                <a:gd name="connsiteX1" fmla="*/ 9702 w 64393"/>
                <a:gd name="connsiteY1" fmla="*/ 57599 h 88371"/>
                <a:gd name="connsiteX2" fmla="*/ 39890 w 64393"/>
                <a:gd name="connsiteY2" fmla="*/ 57599 h 88371"/>
                <a:gd name="connsiteX3" fmla="*/ 39890 w 64393"/>
                <a:gd name="connsiteY3" fmla="*/ 10418 h 88371"/>
                <a:gd name="connsiteX4" fmla="*/ 36763 w 64393"/>
                <a:gd name="connsiteY4" fmla="*/ 0 h 88371"/>
                <a:gd name="connsiteX5" fmla="*/ 51798 w 64393"/>
                <a:gd name="connsiteY5" fmla="*/ 0 h 88371"/>
                <a:gd name="connsiteX6" fmla="*/ 51798 w 64393"/>
                <a:gd name="connsiteY6" fmla="*/ 57599 h 88371"/>
                <a:gd name="connsiteX7" fmla="*/ 64393 w 64393"/>
                <a:gd name="connsiteY7" fmla="*/ 57599 h 88371"/>
                <a:gd name="connsiteX8" fmla="*/ 64393 w 64393"/>
                <a:gd name="connsiteY8" fmla="*/ 67535 h 88371"/>
                <a:gd name="connsiteX9" fmla="*/ 51798 w 64393"/>
                <a:gd name="connsiteY9" fmla="*/ 67535 h 88371"/>
                <a:gd name="connsiteX10" fmla="*/ 51798 w 64393"/>
                <a:gd name="connsiteY10" fmla="*/ 88371 h 88371"/>
                <a:gd name="connsiteX11" fmla="*/ 39890 w 64393"/>
                <a:gd name="connsiteY11" fmla="*/ 88371 h 88371"/>
                <a:gd name="connsiteX12" fmla="*/ 39890 w 64393"/>
                <a:gd name="connsiteY12" fmla="*/ 67535 h 88371"/>
                <a:gd name="connsiteX13" fmla="*/ 0 w 64393"/>
                <a:gd name="connsiteY13" fmla="*/ 67535 h 88371"/>
                <a:gd name="connsiteX14" fmla="*/ 0 w 64393"/>
                <a:gd name="connsiteY14" fmla="*/ 55992 h 88371"/>
                <a:gd name="connsiteX15" fmla="*/ 36763 w 64393"/>
                <a:gd name="connsiteY15" fmla="*/ 0 h 88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4393" h="88371">
                  <a:moveTo>
                    <a:pt x="39890" y="10418"/>
                  </a:moveTo>
                  <a:lnTo>
                    <a:pt x="9702" y="57599"/>
                  </a:lnTo>
                  <a:lnTo>
                    <a:pt x="39890" y="57599"/>
                  </a:lnTo>
                  <a:lnTo>
                    <a:pt x="39890" y="10418"/>
                  </a:lnTo>
                  <a:moveTo>
                    <a:pt x="36763" y="0"/>
                  </a:moveTo>
                  <a:lnTo>
                    <a:pt x="51798" y="0"/>
                  </a:lnTo>
                  <a:lnTo>
                    <a:pt x="51798" y="57599"/>
                  </a:lnTo>
                  <a:lnTo>
                    <a:pt x="64393" y="57599"/>
                  </a:lnTo>
                  <a:lnTo>
                    <a:pt x="64393" y="67535"/>
                  </a:lnTo>
                  <a:lnTo>
                    <a:pt x="51798" y="67535"/>
                  </a:lnTo>
                  <a:lnTo>
                    <a:pt x="51798" y="88371"/>
                  </a:lnTo>
                  <a:lnTo>
                    <a:pt x="39890" y="88371"/>
                  </a:lnTo>
                  <a:lnTo>
                    <a:pt x="39890" y="67535"/>
                  </a:lnTo>
                  <a:lnTo>
                    <a:pt x="0" y="67535"/>
                  </a:lnTo>
                  <a:lnTo>
                    <a:pt x="0" y="55992"/>
                  </a:lnTo>
                  <a:lnTo>
                    <a:pt x="36763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359C0D66-C2BF-6AE7-09C2-0E072B3B4EF5}"/>
                </a:ext>
              </a:extLst>
            </p:cNvPr>
            <p:cNvSpPr/>
            <p:nvPr/>
          </p:nvSpPr>
          <p:spPr>
            <a:xfrm>
              <a:off x="5916278" y="4436922"/>
              <a:ext cx="61076" cy="91673"/>
            </a:xfrm>
            <a:custGeom>
              <a:avLst/>
              <a:gdLst>
                <a:gd name="connsiteX0" fmla="*/ 30538 w 61076"/>
                <a:gd name="connsiteY0" fmla="*/ 9468 h 91673"/>
                <a:gd name="connsiteX1" fmla="*/ 16628 w 61076"/>
                <a:gd name="connsiteY1" fmla="*/ 18586 h 91673"/>
                <a:gd name="connsiteX2" fmla="*/ 12011 w 61076"/>
                <a:gd name="connsiteY2" fmla="*/ 45866 h 91673"/>
                <a:gd name="connsiteX3" fmla="*/ 16628 w 61076"/>
                <a:gd name="connsiteY3" fmla="*/ 73160 h 91673"/>
                <a:gd name="connsiteX4" fmla="*/ 30538 w 61076"/>
                <a:gd name="connsiteY4" fmla="*/ 82205 h 91673"/>
                <a:gd name="connsiteX5" fmla="*/ 44449 w 61076"/>
                <a:gd name="connsiteY5" fmla="*/ 73160 h 91673"/>
                <a:gd name="connsiteX6" fmla="*/ 49124 w 61076"/>
                <a:gd name="connsiteY6" fmla="*/ 45866 h 91673"/>
                <a:gd name="connsiteX7" fmla="*/ 44449 w 61076"/>
                <a:gd name="connsiteY7" fmla="*/ 18586 h 91673"/>
                <a:gd name="connsiteX8" fmla="*/ 30538 w 61076"/>
                <a:gd name="connsiteY8" fmla="*/ 9468 h 91673"/>
                <a:gd name="connsiteX9" fmla="*/ 30538 w 61076"/>
                <a:gd name="connsiteY9" fmla="*/ 0 h 91673"/>
                <a:gd name="connsiteX10" fmla="*/ 53216 w 61076"/>
                <a:gd name="connsiteY10" fmla="*/ 11777 h 91673"/>
                <a:gd name="connsiteX11" fmla="*/ 61077 w 61076"/>
                <a:gd name="connsiteY11" fmla="*/ 45866 h 91673"/>
                <a:gd name="connsiteX12" fmla="*/ 53216 w 61076"/>
                <a:gd name="connsiteY12" fmla="*/ 79955 h 91673"/>
                <a:gd name="connsiteX13" fmla="*/ 30538 w 61076"/>
                <a:gd name="connsiteY13" fmla="*/ 91673 h 91673"/>
                <a:gd name="connsiteX14" fmla="*/ 7803 w 61076"/>
                <a:gd name="connsiteY14" fmla="*/ 79955 h 91673"/>
                <a:gd name="connsiteX15" fmla="*/ 0 w 61076"/>
                <a:gd name="connsiteY15" fmla="*/ 45866 h 91673"/>
                <a:gd name="connsiteX16" fmla="*/ 7803 w 61076"/>
                <a:gd name="connsiteY16" fmla="*/ 11777 h 91673"/>
                <a:gd name="connsiteX17" fmla="*/ 30538 w 61076"/>
                <a:gd name="connsiteY17" fmla="*/ 0 h 91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1076" h="91673">
                  <a:moveTo>
                    <a:pt x="30538" y="9468"/>
                  </a:moveTo>
                  <a:cubicBezTo>
                    <a:pt x="24387" y="9468"/>
                    <a:pt x="19740" y="12507"/>
                    <a:pt x="16628" y="18586"/>
                  </a:cubicBezTo>
                  <a:cubicBezTo>
                    <a:pt x="13545" y="24621"/>
                    <a:pt x="12011" y="33709"/>
                    <a:pt x="12011" y="45866"/>
                  </a:cubicBezTo>
                  <a:cubicBezTo>
                    <a:pt x="12011" y="57979"/>
                    <a:pt x="13545" y="67082"/>
                    <a:pt x="16628" y="73160"/>
                  </a:cubicBezTo>
                  <a:cubicBezTo>
                    <a:pt x="19740" y="79195"/>
                    <a:pt x="24387" y="82205"/>
                    <a:pt x="30538" y="82205"/>
                  </a:cubicBezTo>
                  <a:cubicBezTo>
                    <a:pt x="36734" y="82205"/>
                    <a:pt x="41366" y="79195"/>
                    <a:pt x="44449" y="73160"/>
                  </a:cubicBezTo>
                  <a:cubicBezTo>
                    <a:pt x="47561" y="67082"/>
                    <a:pt x="49124" y="57979"/>
                    <a:pt x="49124" y="45866"/>
                  </a:cubicBezTo>
                  <a:cubicBezTo>
                    <a:pt x="49124" y="33709"/>
                    <a:pt x="47561" y="24621"/>
                    <a:pt x="44449" y="18586"/>
                  </a:cubicBezTo>
                  <a:cubicBezTo>
                    <a:pt x="41366" y="12507"/>
                    <a:pt x="36734" y="9468"/>
                    <a:pt x="30538" y="9468"/>
                  </a:cubicBezTo>
                  <a:moveTo>
                    <a:pt x="30538" y="0"/>
                  </a:moveTo>
                  <a:cubicBezTo>
                    <a:pt x="40445" y="0"/>
                    <a:pt x="47999" y="3930"/>
                    <a:pt x="53216" y="11777"/>
                  </a:cubicBezTo>
                  <a:cubicBezTo>
                    <a:pt x="58461" y="19594"/>
                    <a:pt x="61077" y="30947"/>
                    <a:pt x="61077" y="45866"/>
                  </a:cubicBezTo>
                  <a:cubicBezTo>
                    <a:pt x="61077" y="60740"/>
                    <a:pt x="58461" y="72108"/>
                    <a:pt x="53216" y="79955"/>
                  </a:cubicBezTo>
                  <a:cubicBezTo>
                    <a:pt x="47999" y="87772"/>
                    <a:pt x="40445" y="91673"/>
                    <a:pt x="30538" y="91673"/>
                  </a:cubicBezTo>
                  <a:cubicBezTo>
                    <a:pt x="20632" y="91673"/>
                    <a:pt x="13048" y="87772"/>
                    <a:pt x="7803" y="79955"/>
                  </a:cubicBezTo>
                  <a:cubicBezTo>
                    <a:pt x="2601" y="72108"/>
                    <a:pt x="0" y="60740"/>
                    <a:pt x="0" y="45866"/>
                  </a:cubicBezTo>
                  <a:cubicBezTo>
                    <a:pt x="0" y="30947"/>
                    <a:pt x="2601" y="19594"/>
                    <a:pt x="7803" y="11777"/>
                  </a:cubicBezTo>
                  <a:cubicBezTo>
                    <a:pt x="13048" y="3930"/>
                    <a:pt x="20632" y="0"/>
                    <a:pt x="30538" y="0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6" name="Freeform 315">
              <a:extLst>
                <a:ext uri="{FF2B5EF4-FFF2-40B4-BE49-F238E27FC236}">
                  <a16:creationId xmlns:a16="http://schemas.microsoft.com/office/drawing/2014/main" id="{350C1F02-9C89-F5BD-144A-85DD54B8B28A}"/>
                </a:ext>
              </a:extLst>
            </p:cNvPr>
            <p:cNvSpPr/>
            <p:nvPr/>
          </p:nvSpPr>
          <p:spPr>
            <a:xfrm>
              <a:off x="5998367" y="4511850"/>
              <a:ext cx="12493" cy="15035"/>
            </a:xfrm>
            <a:custGeom>
              <a:avLst/>
              <a:gdLst>
                <a:gd name="connsiteX0" fmla="*/ 0 w 12493"/>
                <a:gd name="connsiteY0" fmla="*/ 0 h 15035"/>
                <a:gd name="connsiteX1" fmla="*/ 12493 w 12493"/>
                <a:gd name="connsiteY1" fmla="*/ 0 h 15035"/>
                <a:gd name="connsiteX2" fmla="*/ 12493 w 12493"/>
                <a:gd name="connsiteY2" fmla="*/ 15035 h 15035"/>
                <a:gd name="connsiteX3" fmla="*/ 0 w 12493"/>
                <a:gd name="connsiteY3" fmla="*/ 15035 h 15035"/>
                <a:gd name="connsiteX4" fmla="*/ 0 w 12493"/>
                <a:gd name="connsiteY4" fmla="*/ 0 h 1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93" h="15035">
                  <a:moveTo>
                    <a:pt x="0" y="0"/>
                  </a:moveTo>
                  <a:lnTo>
                    <a:pt x="12493" y="0"/>
                  </a:lnTo>
                  <a:lnTo>
                    <a:pt x="12493" y="15035"/>
                  </a:lnTo>
                  <a:lnTo>
                    <a:pt x="0" y="150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F5193C30-B67A-45C1-F844-1293456AE710}"/>
                </a:ext>
              </a:extLst>
            </p:cNvPr>
            <p:cNvSpPr/>
            <p:nvPr/>
          </p:nvSpPr>
          <p:spPr>
            <a:xfrm>
              <a:off x="6032412" y="4436922"/>
              <a:ext cx="61018" cy="91673"/>
            </a:xfrm>
            <a:custGeom>
              <a:avLst/>
              <a:gdLst>
                <a:gd name="connsiteX0" fmla="*/ 31546 w 61018"/>
                <a:gd name="connsiteY0" fmla="*/ 41015 h 91673"/>
                <a:gd name="connsiteX1" fmla="*/ 18761 w 61018"/>
                <a:gd name="connsiteY1" fmla="*/ 46523 h 91673"/>
                <a:gd name="connsiteX2" fmla="*/ 14085 w 61018"/>
                <a:gd name="connsiteY2" fmla="*/ 61617 h 91673"/>
                <a:gd name="connsiteX3" fmla="*/ 18761 w 61018"/>
                <a:gd name="connsiteY3" fmla="*/ 76711 h 91673"/>
                <a:gd name="connsiteX4" fmla="*/ 31546 w 61018"/>
                <a:gd name="connsiteY4" fmla="*/ 82205 h 91673"/>
                <a:gd name="connsiteX5" fmla="*/ 44273 w 61018"/>
                <a:gd name="connsiteY5" fmla="*/ 76711 h 91673"/>
                <a:gd name="connsiteX6" fmla="*/ 49007 w 61018"/>
                <a:gd name="connsiteY6" fmla="*/ 61617 h 91673"/>
                <a:gd name="connsiteX7" fmla="*/ 44273 w 61018"/>
                <a:gd name="connsiteY7" fmla="*/ 46523 h 91673"/>
                <a:gd name="connsiteX8" fmla="*/ 31546 w 61018"/>
                <a:gd name="connsiteY8" fmla="*/ 41015 h 91673"/>
                <a:gd name="connsiteX9" fmla="*/ 55276 w 61018"/>
                <a:gd name="connsiteY9" fmla="*/ 3551 h 91673"/>
                <a:gd name="connsiteX10" fmla="*/ 55276 w 61018"/>
                <a:gd name="connsiteY10" fmla="*/ 14436 h 91673"/>
                <a:gd name="connsiteX11" fmla="*/ 46158 w 61018"/>
                <a:gd name="connsiteY11" fmla="*/ 11178 h 91673"/>
                <a:gd name="connsiteX12" fmla="*/ 37113 w 61018"/>
                <a:gd name="connsiteY12" fmla="*/ 10053 h 91673"/>
                <a:gd name="connsiteX13" fmla="*/ 18995 w 61018"/>
                <a:gd name="connsiteY13" fmla="*/ 18045 h 91673"/>
                <a:gd name="connsiteX14" fmla="*/ 11894 w 61018"/>
                <a:gd name="connsiteY14" fmla="*/ 42198 h 91673"/>
                <a:gd name="connsiteX15" fmla="*/ 20646 w 61018"/>
                <a:gd name="connsiteY15" fmla="*/ 34323 h 91673"/>
                <a:gd name="connsiteX16" fmla="*/ 32248 w 61018"/>
                <a:gd name="connsiteY16" fmla="*/ 31546 h 91673"/>
                <a:gd name="connsiteX17" fmla="*/ 53259 w 61018"/>
                <a:gd name="connsiteY17" fmla="*/ 39656 h 91673"/>
                <a:gd name="connsiteX18" fmla="*/ 61018 w 61018"/>
                <a:gd name="connsiteY18" fmla="*/ 61617 h 91673"/>
                <a:gd name="connsiteX19" fmla="*/ 52967 w 61018"/>
                <a:gd name="connsiteY19" fmla="*/ 83447 h 91673"/>
                <a:gd name="connsiteX20" fmla="*/ 31546 w 61018"/>
                <a:gd name="connsiteY20" fmla="*/ 91673 h 91673"/>
                <a:gd name="connsiteX21" fmla="*/ 8109 w 61018"/>
                <a:gd name="connsiteY21" fmla="*/ 79955 h 91673"/>
                <a:gd name="connsiteX22" fmla="*/ 0 w 61018"/>
                <a:gd name="connsiteY22" fmla="*/ 45866 h 91673"/>
                <a:gd name="connsiteX23" fmla="*/ 9936 w 61018"/>
                <a:gd name="connsiteY23" fmla="*/ 12478 h 91673"/>
                <a:gd name="connsiteX24" fmla="*/ 36631 w 61018"/>
                <a:gd name="connsiteY24" fmla="*/ 0 h 91673"/>
                <a:gd name="connsiteX25" fmla="*/ 45690 w 61018"/>
                <a:gd name="connsiteY25" fmla="*/ 877 h 91673"/>
                <a:gd name="connsiteX26" fmla="*/ 55276 w 61018"/>
                <a:gd name="connsiteY26" fmla="*/ 3551 h 91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61018" h="91673">
                  <a:moveTo>
                    <a:pt x="31546" y="41015"/>
                  </a:moveTo>
                  <a:cubicBezTo>
                    <a:pt x="26184" y="41015"/>
                    <a:pt x="21917" y="42856"/>
                    <a:pt x="18761" y="46523"/>
                  </a:cubicBezTo>
                  <a:cubicBezTo>
                    <a:pt x="15649" y="50191"/>
                    <a:pt x="14085" y="55217"/>
                    <a:pt x="14085" y="61617"/>
                  </a:cubicBezTo>
                  <a:cubicBezTo>
                    <a:pt x="14085" y="67973"/>
                    <a:pt x="15649" y="73000"/>
                    <a:pt x="18761" y="76711"/>
                  </a:cubicBezTo>
                  <a:cubicBezTo>
                    <a:pt x="21917" y="80379"/>
                    <a:pt x="26184" y="82205"/>
                    <a:pt x="31546" y="82205"/>
                  </a:cubicBezTo>
                  <a:cubicBezTo>
                    <a:pt x="36909" y="82205"/>
                    <a:pt x="41161" y="80379"/>
                    <a:pt x="44273" y="76711"/>
                  </a:cubicBezTo>
                  <a:cubicBezTo>
                    <a:pt x="47429" y="73000"/>
                    <a:pt x="49007" y="67973"/>
                    <a:pt x="49007" y="61617"/>
                  </a:cubicBezTo>
                  <a:cubicBezTo>
                    <a:pt x="49007" y="55217"/>
                    <a:pt x="47429" y="50191"/>
                    <a:pt x="44273" y="46523"/>
                  </a:cubicBezTo>
                  <a:cubicBezTo>
                    <a:pt x="41161" y="42856"/>
                    <a:pt x="36909" y="41015"/>
                    <a:pt x="31546" y="41015"/>
                  </a:cubicBezTo>
                  <a:moveTo>
                    <a:pt x="55276" y="3551"/>
                  </a:moveTo>
                  <a:lnTo>
                    <a:pt x="55276" y="14436"/>
                  </a:lnTo>
                  <a:cubicBezTo>
                    <a:pt x="52280" y="13019"/>
                    <a:pt x="49241" y="11923"/>
                    <a:pt x="46158" y="11178"/>
                  </a:cubicBezTo>
                  <a:cubicBezTo>
                    <a:pt x="43119" y="10433"/>
                    <a:pt x="40109" y="10053"/>
                    <a:pt x="37113" y="10053"/>
                  </a:cubicBezTo>
                  <a:cubicBezTo>
                    <a:pt x="29209" y="10053"/>
                    <a:pt x="23174" y="12712"/>
                    <a:pt x="18995" y="18045"/>
                  </a:cubicBezTo>
                  <a:cubicBezTo>
                    <a:pt x="14860" y="23379"/>
                    <a:pt x="12493" y="31430"/>
                    <a:pt x="11894" y="42198"/>
                  </a:cubicBezTo>
                  <a:cubicBezTo>
                    <a:pt x="14217" y="38765"/>
                    <a:pt x="17139" y="36135"/>
                    <a:pt x="20646" y="34323"/>
                  </a:cubicBezTo>
                  <a:cubicBezTo>
                    <a:pt x="24168" y="32467"/>
                    <a:pt x="28025" y="31546"/>
                    <a:pt x="32248" y="31546"/>
                  </a:cubicBezTo>
                  <a:cubicBezTo>
                    <a:pt x="41132" y="31546"/>
                    <a:pt x="48131" y="34250"/>
                    <a:pt x="53259" y="39656"/>
                  </a:cubicBezTo>
                  <a:cubicBezTo>
                    <a:pt x="58432" y="45018"/>
                    <a:pt x="61018" y="52339"/>
                    <a:pt x="61018" y="61617"/>
                  </a:cubicBezTo>
                  <a:cubicBezTo>
                    <a:pt x="61018" y="70691"/>
                    <a:pt x="58329" y="77968"/>
                    <a:pt x="52967" y="83447"/>
                  </a:cubicBezTo>
                  <a:cubicBezTo>
                    <a:pt x="47605" y="88926"/>
                    <a:pt x="40459" y="91673"/>
                    <a:pt x="31546" y="91673"/>
                  </a:cubicBezTo>
                  <a:cubicBezTo>
                    <a:pt x="21333" y="91673"/>
                    <a:pt x="13516" y="87772"/>
                    <a:pt x="8109" y="79955"/>
                  </a:cubicBezTo>
                  <a:cubicBezTo>
                    <a:pt x="2703" y="72108"/>
                    <a:pt x="0" y="60740"/>
                    <a:pt x="0" y="45866"/>
                  </a:cubicBezTo>
                  <a:cubicBezTo>
                    <a:pt x="0" y="31897"/>
                    <a:pt x="3317" y="20763"/>
                    <a:pt x="9936" y="12478"/>
                  </a:cubicBezTo>
                  <a:cubicBezTo>
                    <a:pt x="16570" y="4164"/>
                    <a:pt x="25468" y="0"/>
                    <a:pt x="36631" y="0"/>
                  </a:cubicBezTo>
                  <a:cubicBezTo>
                    <a:pt x="39627" y="0"/>
                    <a:pt x="42651" y="292"/>
                    <a:pt x="45690" y="877"/>
                  </a:cubicBezTo>
                  <a:cubicBezTo>
                    <a:pt x="48774" y="1476"/>
                    <a:pt x="51959" y="2367"/>
                    <a:pt x="55276" y="3551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DF92D9E7-C31C-81BD-780B-7F724308FCA9}"/>
                </a:ext>
              </a:extLst>
            </p:cNvPr>
            <p:cNvSpPr/>
            <p:nvPr/>
          </p:nvSpPr>
          <p:spPr>
            <a:xfrm>
              <a:off x="6260134" y="4436922"/>
              <a:ext cx="61091" cy="91673"/>
            </a:xfrm>
            <a:custGeom>
              <a:avLst/>
              <a:gdLst>
                <a:gd name="connsiteX0" fmla="*/ 30538 w 61091"/>
                <a:gd name="connsiteY0" fmla="*/ 9468 h 91673"/>
                <a:gd name="connsiteX1" fmla="*/ 16628 w 61091"/>
                <a:gd name="connsiteY1" fmla="*/ 18586 h 91673"/>
                <a:gd name="connsiteX2" fmla="*/ 12025 w 61091"/>
                <a:gd name="connsiteY2" fmla="*/ 45866 h 91673"/>
                <a:gd name="connsiteX3" fmla="*/ 16628 w 61091"/>
                <a:gd name="connsiteY3" fmla="*/ 73160 h 91673"/>
                <a:gd name="connsiteX4" fmla="*/ 30538 w 61091"/>
                <a:gd name="connsiteY4" fmla="*/ 82205 h 91673"/>
                <a:gd name="connsiteX5" fmla="*/ 44448 w 61091"/>
                <a:gd name="connsiteY5" fmla="*/ 73160 h 91673"/>
                <a:gd name="connsiteX6" fmla="*/ 49124 w 61091"/>
                <a:gd name="connsiteY6" fmla="*/ 45866 h 91673"/>
                <a:gd name="connsiteX7" fmla="*/ 44448 w 61091"/>
                <a:gd name="connsiteY7" fmla="*/ 18586 h 91673"/>
                <a:gd name="connsiteX8" fmla="*/ 30538 w 61091"/>
                <a:gd name="connsiteY8" fmla="*/ 9468 h 91673"/>
                <a:gd name="connsiteX9" fmla="*/ 30538 w 61091"/>
                <a:gd name="connsiteY9" fmla="*/ 0 h 91673"/>
                <a:gd name="connsiteX10" fmla="*/ 53215 w 61091"/>
                <a:gd name="connsiteY10" fmla="*/ 11777 h 91673"/>
                <a:gd name="connsiteX11" fmla="*/ 61091 w 61091"/>
                <a:gd name="connsiteY11" fmla="*/ 45866 h 91673"/>
                <a:gd name="connsiteX12" fmla="*/ 53215 w 61091"/>
                <a:gd name="connsiteY12" fmla="*/ 79955 h 91673"/>
                <a:gd name="connsiteX13" fmla="*/ 30538 w 61091"/>
                <a:gd name="connsiteY13" fmla="*/ 91673 h 91673"/>
                <a:gd name="connsiteX14" fmla="*/ 7817 w 61091"/>
                <a:gd name="connsiteY14" fmla="*/ 79955 h 91673"/>
                <a:gd name="connsiteX15" fmla="*/ 0 w 61091"/>
                <a:gd name="connsiteY15" fmla="*/ 45866 h 91673"/>
                <a:gd name="connsiteX16" fmla="*/ 7817 w 61091"/>
                <a:gd name="connsiteY16" fmla="*/ 11777 h 91673"/>
                <a:gd name="connsiteX17" fmla="*/ 30538 w 61091"/>
                <a:gd name="connsiteY17" fmla="*/ 0 h 91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1091" h="91673">
                  <a:moveTo>
                    <a:pt x="30538" y="9468"/>
                  </a:moveTo>
                  <a:cubicBezTo>
                    <a:pt x="24387" y="9468"/>
                    <a:pt x="19755" y="12507"/>
                    <a:pt x="16628" y="18586"/>
                  </a:cubicBezTo>
                  <a:cubicBezTo>
                    <a:pt x="13560" y="24621"/>
                    <a:pt x="12025" y="33709"/>
                    <a:pt x="12025" y="45866"/>
                  </a:cubicBezTo>
                  <a:cubicBezTo>
                    <a:pt x="12025" y="57979"/>
                    <a:pt x="13560" y="67082"/>
                    <a:pt x="16628" y="73160"/>
                  </a:cubicBezTo>
                  <a:cubicBezTo>
                    <a:pt x="19755" y="79195"/>
                    <a:pt x="24387" y="82205"/>
                    <a:pt x="30538" y="82205"/>
                  </a:cubicBezTo>
                  <a:cubicBezTo>
                    <a:pt x="36734" y="82205"/>
                    <a:pt x="41365" y="79195"/>
                    <a:pt x="44448" y="73160"/>
                  </a:cubicBezTo>
                  <a:cubicBezTo>
                    <a:pt x="47561" y="67082"/>
                    <a:pt x="49124" y="57979"/>
                    <a:pt x="49124" y="45866"/>
                  </a:cubicBezTo>
                  <a:cubicBezTo>
                    <a:pt x="49124" y="33709"/>
                    <a:pt x="47561" y="24621"/>
                    <a:pt x="44448" y="18586"/>
                  </a:cubicBezTo>
                  <a:cubicBezTo>
                    <a:pt x="41365" y="12507"/>
                    <a:pt x="36734" y="9468"/>
                    <a:pt x="30538" y="9468"/>
                  </a:cubicBezTo>
                  <a:moveTo>
                    <a:pt x="30538" y="0"/>
                  </a:moveTo>
                  <a:cubicBezTo>
                    <a:pt x="40445" y="0"/>
                    <a:pt x="47999" y="3930"/>
                    <a:pt x="53215" y="11777"/>
                  </a:cubicBezTo>
                  <a:cubicBezTo>
                    <a:pt x="58461" y="19594"/>
                    <a:pt x="61091" y="30947"/>
                    <a:pt x="61091" y="45866"/>
                  </a:cubicBezTo>
                  <a:cubicBezTo>
                    <a:pt x="61091" y="60740"/>
                    <a:pt x="58461" y="72108"/>
                    <a:pt x="53215" y="79955"/>
                  </a:cubicBezTo>
                  <a:cubicBezTo>
                    <a:pt x="47999" y="87772"/>
                    <a:pt x="40445" y="91673"/>
                    <a:pt x="30538" y="91673"/>
                  </a:cubicBezTo>
                  <a:cubicBezTo>
                    <a:pt x="20646" y="91673"/>
                    <a:pt x="13063" y="87772"/>
                    <a:pt x="7817" y="79955"/>
                  </a:cubicBezTo>
                  <a:cubicBezTo>
                    <a:pt x="2601" y="72108"/>
                    <a:pt x="0" y="60740"/>
                    <a:pt x="0" y="45866"/>
                  </a:cubicBezTo>
                  <a:cubicBezTo>
                    <a:pt x="0" y="30947"/>
                    <a:pt x="2601" y="19594"/>
                    <a:pt x="7817" y="11777"/>
                  </a:cubicBezTo>
                  <a:cubicBezTo>
                    <a:pt x="13063" y="3930"/>
                    <a:pt x="20646" y="0"/>
                    <a:pt x="30538" y="0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BA6403F3-4AD7-BED9-A0FD-7A3E093079DA}"/>
                </a:ext>
              </a:extLst>
            </p:cNvPr>
            <p:cNvSpPr/>
            <p:nvPr/>
          </p:nvSpPr>
          <p:spPr>
            <a:xfrm>
              <a:off x="6342236" y="4511850"/>
              <a:ext cx="12493" cy="15035"/>
            </a:xfrm>
            <a:custGeom>
              <a:avLst/>
              <a:gdLst>
                <a:gd name="connsiteX0" fmla="*/ 0 w 12493"/>
                <a:gd name="connsiteY0" fmla="*/ 0 h 15035"/>
                <a:gd name="connsiteX1" fmla="*/ 12493 w 12493"/>
                <a:gd name="connsiteY1" fmla="*/ 0 h 15035"/>
                <a:gd name="connsiteX2" fmla="*/ 12493 w 12493"/>
                <a:gd name="connsiteY2" fmla="*/ 15035 h 15035"/>
                <a:gd name="connsiteX3" fmla="*/ 0 w 12493"/>
                <a:gd name="connsiteY3" fmla="*/ 15035 h 15035"/>
                <a:gd name="connsiteX4" fmla="*/ 0 w 12493"/>
                <a:gd name="connsiteY4" fmla="*/ 0 h 1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93" h="15035">
                  <a:moveTo>
                    <a:pt x="0" y="0"/>
                  </a:moveTo>
                  <a:lnTo>
                    <a:pt x="12493" y="0"/>
                  </a:lnTo>
                  <a:lnTo>
                    <a:pt x="12493" y="15035"/>
                  </a:lnTo>
                  <a:lnTo>
                    <a:pt x="0" y="150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27341155-1DC3-D698-0075-6E4838D59E41}"/>
                </a:ext>
              </a:extLst>
            </p:cNvPr>
            <p:cNvSpPr/>
            <p:nvPr/>
          </p:nvSpPr>
          <p:spPr>
            <a:xfrm>
              <a:off x="6376033" y="4436922"/>
              <a:ext cx="60608" cy="91673"/>
            </a:xfrm>
            <a:custGeom>
              <a:avLst/>
              <a:gdLst>
                <a:gd name="connsiteX0" fmla="*/ 30304 w 60608"/>
                <a:gd name="connsiteY0" fmla="*/ 47999 h 91673"/>
                <a:gd name="connsiteX1" fmla="*/ 16862 w 60608"/>
                <a:gd name="connsiteY1" fmla="*/ 52558 h 91673"/>
                <a:gd name="connsiteX2" fmla="*/ 12011 w 60608"/>
                <a:gd name="connsiteY2" fmla="*/ 65109 h 91673"/>
                <a:gd name="connsiteX3" fmla="*/ 16862 w 60608"/>
                <a:gd name="connsiteY3" fmla="*/ 77646 h 91673"/>
                <a:gd name="connsiteX4" fmla="*/ 30304 w 60608"/>
                <a:gd name="connsiteY4" fmla="*/ 82205 h 91673"/>
                <a:gd name="connsiteX5" fmla="*/ 43733 w 60608"/>
                <a:gd name="connsiteY5" fmla="*/ 77646 h 91673"/>
                <a:gd name="connsiteX6" fmla="*/ 48657 w 60608"/>
                <a:gd name="connsiteY6" fmla="*/ 65109 h 91673"/>
                <a:gd name="connsiteX7" fmla="*/ 43733 w 60608"/>
                <a:gd name="connsiteY7" fmla="*/ 52558 h 91673"/>
                <a:gd name="connsiteX8" fmla="*/ 30304 w 60608"/>
                <a:gd name="connsiteY8" fmla="*/ 47999 h 91673"/>
                <a:gd name="connsiteX9" fmla="*/ 18352 w 60608"/>
                <a:gd name="connsiteY9" fmla="*/ 42914 h 91673"/>
                <a:gd name="connsiteX10" fmla="*/ 6327 w 60608"/>
                <a:gd name="connsiteY10" fmla="*/ 35740 h 91673"/>
                <a:gd name="connsiteX11" fmla="*/ 2075 w 60608"/>
                <a:gd name="connsiteY11" fmla="*/ 22896 h 91673"/>
                <a:gd name="connsiteX12" fmla="*/ 9585 w 60608"/>
                <a:gd name="connsiteY12" fmla="*/ 6151 h 91673"/>
                <a:gd name="connsiteX13" fmla="*/ 30304 w 60608"/>
                <a:gd name="connsiteY13" fmla="*/ 0 h 91673"/>
                <a:gd name="connsiteX14" fmla="*/ 51024 w 60608"/>
                <a:gd name="connsiteY14" fmla="*/ 6151 h 91673"/>
                <a:gd name="connsiteX15" fmla="*/ 58534 w 60608"/>
                <a:gd name="connsiteY15" fmla="*/ 22896 h 91673"/>
                <a:gd name="connsiteX16" fmla="*/ 54209 w 60608"/>
                <a:gd name="connsiteY16" fmla="*/ 35740 h 91673"/>
                <a:gd name="connsiteX17" fmla="*/ 42315 w 60608"/>
                <a:gd name="connsiteY17" fmla="*/ 42914 h 91673"/>
                <a:gd name="connsiteX18" fmla="*/ 55758 w 60608"/>
                <a:gd name="connsiteY18" fmla="*/ 50775 h 91673"/>
                <a:gd name="connsiteX19" fmla="*/ 60609 w 60608"/>
                <a:gd name="connsiteY19" fmla="*/ 65109 h 91673"/>
                <a:gd name="connsiteX20" fmla="*/ 52733 w 60608"/>
                <a:gd name="connsiteY20" fmla="*/ 84820 h 91673"/>
                <a:gd name="connsiteX21" fmla="*/ 30304 w 60608"/>
                <a:gd name="connsiteY21" fmla="*/ 91673 h 91673"/>
                <a:gd name="connsiteX22" fmla="*/ 7817 w 60608"/>
                <a:gd name="connsiteY22" fmla="*/ 84820 h 91673"/>
                <a:gd name="connsiteX23" fmla="*/ 0 w 60608"/>
                <a:gd name="connsiteY23" fmla="*/ 65109 h 91673"/>
                <a:gd name="connsiteX24" fmla="*/ 4851 w 60608"/>
                <a:gd name="connsiteY24" fmla="*/ 50775 h 91673"/>
                <a:gd name="connsiteX25" fmla="*/ 18352 w 60608"/>
                <a:gd name="connsiteY25" fmla="*/ 42914 h 91673"/>
                <a:gd name="connsiteX26" fmla="*/ 13969 w 60608"/>
                <a:gd name="connsiteY26" fmla="*/ 24021 h 91673"/>
                <a:gd name="connsiteX27" fmla="*/ 18235 w 60608"/>
                <a:gd name="connsiteY27" fmla="*/ 34732 h 91673"/>
                <a:gd name="connsiteX28" fmla="*/ 30304 w 60608"/>
                <a:gd name="connsiteY28" fmla="*/ 38589 h 91673"/>
                <a:gd name="connsiteX29" fmla="*/ 42315 w 60608"/>
                <a:gd name="connsiteY29" fmla="*/ 34732 h 91673"/>
                <a:gd name="connsiteX30" fmla="*/ 46699 w 60608"/>
                <a:gd name="connsiteY30" fmla="*/ 24021 h 91673"/>
                <a:gd name="connsiteX31" fmla="*/ 42315 w 60608"/>
                <a:gd name="connsiteY31" fmla="*/ 13311 h 91673"/>
                <a:gd name="connsiteX32" fmla="*/ 30304 w 60608"/>
                <a:gd name="connsiteY32" fmla="*/ 9468 h 91673"/>
                <a:gd name="connsiteX33" fmla="*/ 18235 w 60608"/>
                <a:gd name="connsiteY33" fmla="*/ 13311 h 91673"/>
                <a:gd name="connsiteX34" fmla="*/ 13969 w 60608"/>
                <a:gd name="connsiteY34" fmla="*/ 24021 h 91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60608" h="91673">
                  <a:moveTo>
                    <a:pt x="30304" y="47999"/>
                  </a:moveTo>
                  <a:cubicBezTo>
                    <a:pt x="24621" y="47999"/>
                    <a:pt x="20149" y="49519"/>
                    <a:pt x="16862" y="52558"/>
                  </a:cubicBezTo>
                  <a:cubicBezTo>
                    <a:pt x="13633" y="55597"/>
                    <a:pt x="12011" y="59776"/>
                    <a:pt x="12011" y="65109"/>
                  </a:cubicBezTo>
                  <a:cubicBezTo>
                    <a:pt x="12011" y="70428"/>
                    <a:pt x="13633" y="74607"/>
                    <a:pt x="16862" y="77646"/>
                  </a:cubicBezTo>
                  <a:cubicBezTo>
                    <a:pt x="20149" y="80685"/>
                    <a:pt x="24621" y="82205"/>
                    <a:pt x="30304" y="82205"/>
                  </a:cubicBezTo>
                  <a:cubicBezTo>
                    <a:pt x="35988" y="82205"/>
                    <a:pt x="40460" y="80685"/>
                    <a:pt x="43733" y="77646"/>
                  </a:cubicBezTo>
                  <a:cubicBezTo>
                    <a:pt x="47020" y="74563"/>
                    <a:pt x="48657" y="70384"/>
                    <a:pt x="48657" y="65109"/>
                  </a:cubicBezTo>
                  <a:cubicBezTo>
                    <a:pt x="48657" y="59776"/>
                    <a:pt x="47020" y="55597"/>
                    <a:pt x="43733" y="52558"/>
                  </a:cubicBezTo>
                  <a:cubicBezTo>
                    <a:pt x="40503" y="49519"/>
                    <a:pt x="36018" y="47999"/>
                    <a:pt x="30304" y="47999"/>
                  </a:cubicBezTo>
                  <a:moveTo>
                    <a:pt x="18352" y="42914"/>
                  </a:moveTo>
                  <a:cubicBezTo>
                    <a:pt x="13224" y="41643"/>
                    <a:pt x="9205" y="39261"/>
                    <a:pt x="6327" y="35740"/>
                  </a:cubicBezTo>
                  <a:cubicBezTo>
                    <a:pt x="3492" y="32233"/>
                    <a:pt x="2075" y="27952"/>
                    <a:pt x="2075" y="22896"/>
                  </a:cubicBezTo>
                  <a:cubicBezTo>
                    <a:pt x="2075" y="15839"/>
                    <a:pt x="4573" y="10257"/>
                    <a:pt x="9585" y="6151"/>
                  </a:cubicBezTo>
                  <a:cubicBezTo>
                    <a:pt x="14641" y="2046"/>
                    <a:pt x="21552" y="0"/>
                    <a:pt x="30304" y="0"/>
                  </a:cubicBezTo>
                  <a:cubicBezTo>
                    <a:pt x="39101" y="0"/>
                    <a:pt x="46012" y="2046"/>
                    <a:pt x="51024" y="6151"/>
                  </a:cubicBezTo>
                  <a:cubicBezTo>
                    <a:pt x="56036" y="10257"/>
                    <a:pt x="58534" y="15839"/>
                    <a:pt x="58534" y="22896"/>
                  </a:cubicBezTo>
                  <a:cubicBezTo>
                    <a:pt x="58534" y="27952"/>
                    <a:pt x="57088" y="32233"/>
                    <a:pt x="54209" y="35740"/>
                  </a:cubicBezTo>
                  <a:cubicBezTo>
                    <a:pt x="51375" y="39261"/>
                    <a:pt x="47415" y="41643"/>
                    <a:pt x="42315" y="42914"/>
                  </a:cubicBezTo>
                  <a:cubicBezTo>
                    <a:pt x="48087" y="44244"/>
                    <a:pt x="52558" y="46874"/>
                    <a:pt x="55758" y="50775"/>
                  </a:cubicBezTo>
                  <a:cubicBezTo>
                    <a:pt x="58987" y="54677"/>
                    <a:pt x="60609" y="59455"/>
                    <a:pt x="60609" y="65109"/>
                  </a:cubicBezTo>
                  <a:cubicBezTo>
                    <a:pt x="60609" y="73672"/>
                    <a:pt x="57979" y="80247"/>
                    <a:pt x="52733" y="84820"/>
                  </a:cubicBezTo>
                  <a:cubicBezTo>
                    <a:pt x="47517" y="89394"/>
                    <a:pt x="40051" y="91673"/>
                    <a:pt x="30304" y="91673"/>
                  </a:cubicBezTo>
                  <a:cubicBezTo>
                    <a:pt x="20559" y="91673"/>
                    <a:pt x="13063" y="89394"/>
                    <a:pt x="7817" y="84820"/>
                  </a:cubicBezTo>
                  <a:cubicBezTo>
                    <a:pt x="2601" y="80247"/>
                    <a:pt x="0" y="73672"/>
                    <a:pt x="0" y="65109"/>
                  </a:cubicBezTo>
                  <a:cubicBezTo>
                    <a:pt x="0" y="59455"/>
                    <a:pt x="1622" y="54677"/>
                    <a:pt x="4851" y="50775"/>
                  </a:cubicBezTo>
                  <a:cubicBezTo>
                    <a:pt x="8080" y="46874"/>
                    <a:pt x="12581" y="44244"/>
                    <a:pt x="18352" y="42914"/>
                  </a:cubicBezTo>
                  <a:moveTo>
                    <a:pt x="13969" y="24021"/>
                  </a:moveTo>
                  <a:cubicBezTo>
                    <a:pt x="13969" y="28595"/>
                    <a:pt x="15386" y="32175"/>
                    <a:pt x="18235" y="34732"/>
                  </a:cubicBezTo>
                  <a:cubicBezTo>
                    <a:pt x="21114" y="37304"/>
                    <a:pt x="25132" y="38589"/>
                    <a:pt x="30304" y="38589"/>
                  </a:cubicBezTo>
                  <a:cubicBezTo>
                    <a:pt x="35433" y="38589"/>
                    <a:pt x="39437" y="37304"/>
                    <a:pt x="42315" y="34732"/>
                  </a:cubicBezTo>
                  <a:cubicBezTo>
                    <a:pt x="45238" y="32175"/>
                    <a:pt x="46699" y="28595"/>
                    <a:pt x="46699" y="24021"/>
                  </a:cubicBezTo>
                  <a:cubicBezTo>
                    <a:pt x="46699" y="19448"/>
                    <a:pt x="45238" y="15868"/>
                    <a:pt x="42315" y="13311"/>
                  </a:cubicBezTo>
                  <a:cubicBezTo>
                    <a:pt x="39437" y="10754"/>
                    <a:pt x="35433" y="9468"/>
                    <a:pt x="30304" y="9468"/>
                  </a:cubicBezTo>
                  <a:cubicBezTo>
                    <a:pt x="25132" y="9468"/>
                    <a:pt x="21114" y="10754"/>
                    <a:pt x="18235" y="13311"/>
                  </a:cubicBezTo>
                  <a:cubicBezTo>
                    <a:pt x="15386" y="15868"/>
                    <a:pt x="13969" y="19448"/>
                    <a:pt x="13969" y="24021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82EFA24F-8499-EB75-C5D6-4CDC39C9A5C6}"/>
                </a:ext>
              </a:extLst>
            </p:cNvPr>
            <p:cNvSpPr/>
            <p:nvPr/>
          </p:nvSpPr>
          <p:spPr>
            <a:xfrm>
              <a:off x="6606225" y="4438514"/>
              <a:ext cx="52616" cy="88371"/>
            </a:xfrm>
            <a:custGeom>
              <a:avLst/>
              <a:gdLst>
                <a:gd name="connsiteX0" fmla="*/ 1710 w 52616"/>
                <a:gd name="connsiteY0" fmla="*/ 78304 h 88371"/>
                <a:gd name="connsiteX1" fmla="*/ 21245 w 52616"/>
                <a:gd name="connsiteY1" fmla="*/ 78304 h 88371"/>
                <a:gd name="connsiteX2" fmla="*/ 21245 w 52616"/>
                <a:gd name="connsiteY2" fmla="*/ 10886 h 88371"/>
                <a:gd name="connsiteX3" fmla="*/ 0 w 52616"/>
                <a:gd name="connsiteY3" fmla="*/ 15152 h 88371"/>
                <a:gd name="connsiteX4" fmla="*/ 0 w 52616"/>
                <a:gd name="connsiteY4" fmla="*/ 4267 h 88371"/>
                <a:gd name="connsiteX5" fmla="*/ 21128 w 52616"/>
                <a:gd name="connsiteY5" fmla="*/ 0 h 88371"/>
                <a:gd name="connsiteX6" fmla="*/ 33081 w 52616"/>
                <a:gd name="connsiteY6" fmla="*/ 0 h 88371"/>
                <a:gd name="connsiteX7" fmla="*/ 33081 w 52616"/>
                <a:gd name="connsiteY7" fmla="*/ 78304 h 88371"/>
                <a:gd name="connsiteX8" fmla="*/ 52616 w 52616"/>
                <a:gd name="connsiteY8" fmla="*/ 78304 h 88371"/>
                <a:gd name="connsiteX9" fmla="*/ 52616 w 52616"/>
                <a:gd name="connsiteY9" fmla="*/ 88371 h 88371"/>
                <a:gd name="connsiteX10" fmla="*/ 1710 w 52616"/>
                <a:gd name="connsiteY10" fmla="*/ 88371 h 88371"/>
                <a:gd name="connsiteX11" fmla="*/ 1710 w 52616"/>
                <a:gd name="connsiteY11" fmla="*/ 78304 h 88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616" h="88371">
                  <a:moveTo>
                    <a:pt x="1710" y="78304"/>
                  </a:moveTo>
                  <a:lnTo>
                    <a:pt x="21245" y="78304"/>
                  </a:lnTo>
                  <a:lnTo>
                    <a:pt x="21245" y="10886"/>
                  </a:lnTo>
                  <a:lnTo>
                    <a:pt x="0" y="15152"/>
                  </a:lnTo>
                  <a:lnTo>
                    <a:pt x="0" y="4267"/>
                  </a:lnTo>
                  <a:lnTo>
                    <a:pt x="21128" y="0"/>
                  </a:lnTo>
                  <a:lnTo>
                    <a:pt x="33081" y="0"/>
                  </a:lnTo>
                  <a:lnTo>
                    <a:pt x="33081" y="78304"/>
                  </a:lnTo>
                  <a:lnTo>
                    <a:pt x="52616" y="78304"/>
                  </a:lnTo>
                  <a:lnTo>
                    <a:pt x="52616" y="88371"/>
                  </a:lnTo>
                  <a:lnTo>
                    <a:pt x="1710" y="88371"/>
                  </a:lnTo>
                  <a:lnTo>
                    <a:pt x="1710" y="78304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2" name="Freeform 321">
              <a:extLst>
                <a:ext uri="{FF2B5EF4-FFF2-40B4-BE49-F238E27FC236}">
                  <a16:creationId xmlns:a16="http://schemas.microsoft.com/office/drawing/2014/main" id="{ECC4F6C7-2DDC-1800-1433-D93DBC964B16}"/>
                </a:ext>
              </a:extLst>
            </p:cNvPr>
            <p:cNvSpPr/>
            <p:nvPr/>
          </p:nvSpPr>
          <p:spPr>
            <a:xfrm>
              <a:off x="6682994" y="4511850"/>
              <a:ext cx="12478" cy="15035"/>
            </a:xfrm>
            <a:custGeom>
              <a:avLst/>
              <a:gdLst>
                <a:gd name="connsiteX0" fmla="*/ 0 w 12478"/>
                <a:gd name="connsiteY0" fmla="*/ 0 h 15035"/>
                <a:gd name="connsiteX1" fmla="*/ 12478 w 12478"/>
                <a:gd name="connsiteY1" fmla="*/ 0 h 15035"/>
                <a:gd name="connsiteX2" fmla="*/ 12478 w 12478"/>
                <a:gd name="connsiteY2" fmla="*/ 15035 h 15035"/>
                <a:gd name="connsiteX3" fmla="*/ 0 w 12478"/>
                <a:gd name="connsiteY3" fmla="*/ 15035 h 15035"/>
                <a:gd name="connsiteX4" fmla="*/ 0 w 12478"/>
                <a:gd name="connsiteY4" fmla="*/ 0 h 1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78" h="15035">
                  <a:moveTo>
                    <a:pt x="0" y="0"/>
                  </a:moveTo>
                  <a:lnTo>
                    <a:pt x="12478" y="0"/>
                  </a:lnTo>
                  <a:lnTo>
                    <a:pt x="12478" y="15035"/>
                  </a:lnTo>
                  <a:lnTo>
                    <a:pt x="0" y="150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8709D2F9-6214-A820-2A52-5A902436BBA3}"/>
                </a:ext>
              </a:extLst>
            </p:cNvPr>
            <p:cNvSpPr/>
            <p:nvPr/>
          </p:nvSpPr>
          <p:spPr>
            <a:xfrm>
              <a:off x="6716542" y="4436922"/>
              <a:ext cx="61091" cy="91673"/>
            </a:xfrm>
            <a:custGeom>
              <a:avLst/>
              <a:gdLst>
                <a:gd name="connsiteX0" fmla="*/ 30553 w 61091"/>
                <a:gd name="connsiteY0" fmla="*/ 9468 h 91673"/>
                <a:gd name="connsiteX1" fmla="*/ 16643 w 61091"/>
                <a:gd name="connsiteY1" fmla="*/ 18586 h 91673"/>
                <a:gd name="connsiteX2" fmla="*/ 12025 w 61091"/>
                <a:gd name="connsiteY2" fmla="*/ 45866 h 91673"/>
                <a:gd name="connsiteX3" fmla="*/ 16643 w 61091"/>
                <a:gd name="connsiteY3" fmla="*/ 73160 h 91673"/>
                <a:gd name="connsiteX4" fmla="*/ 30553 w 61091"/>
                <a:gd name="connsiteY4" fmla="*/ 82205 h 91673"/>
                <a:gd name="connsiteX5" fmla="*/ 44463 w 61091"/>
                <a:gd name="connsiteY5" fmla="*/ 73160 h 91673"/>
                <a:gd name="connsiteX6" fmla="*/ 49139 w 61091"/>
                <a:gd name="connsiteY6" fmla="*/ 45866 h 91673"/>
                <a:gd name="connsiteX7" fmla="*/ 44463 w 61091"/>
                <a:gd name="connsiteY7" fmla="*/ 18586 h 91673"/>
                <a:gd name="connsiteX8" fmla="*/ 30553 w 61091"/>
                <a:gd name="connsiteY8" fmla="*/ 9468 h 91673"/>
                <a:gd name="connsiteX9" fmla="*/ 30553 w 61091"/>
                <a:gd name="connsiteY9" fmla="*/ 0 h 91673"/>
                <a:gd name="connsiteX10" fmla="*/ 53216 w 61091"/>
                <a:gd name="connsiteY10" fmla="*/ 11777 h 91673"/>
                <a:gd name="connsiteX11" fmla="*/ 61091 w 61091"/>
                <a:gd name="connsiteY11" fmla="*/ 45866 h 91673"/>
                <a:gd name="connsiteX12" fmla="*/ 53216 w 61091"/>
                <a:gd name="connsiteY12" fmla="*/ 79955 h 91673"/>
                <a:gd name="connsiteX13" fmla="*/ 30553 w 61091"/>
                <a:gd name="connsiteY13" fmla="*/ 91673 h 91673"/>
                <a:gd name="connsiteX14" fmla="*/ 7817 w 61091"/>
                <a:gd name="connsiteY14" fmla="*/ 79955 h 91673"/>
                <a:gd name="connsiteX15" fmla="*/ 0 w 61091"/>
                <a:gd name="connsiteY15" fmla="*/ 45866 h 91673"/>
                <a:gd name="connsiteX16" fmla="*/ 7817 w 61091"/>
                <a:gd name="connsiteY16" fmla="*/ 11777 h 91673"/>
                <a:gd name="connsiteX17" fmla="*/ 30553 w 61091"/>
                <a:gd name="connsiteY17" fmla="*/ 0 h 91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1091" h="91673">
                  <a:moveTo>
                    <a:pt x="30553" y="9468"/>
                  </a:moveTo>
                  <a:cubicBezTo>
                    <a:pt x="24401" y="9468"/>
                    <a:pt x="19755" y="12507"/>
                    <a:pt x="16643" y="18586"/>
                  </a:cubicBezTo>
                  <a:cubicBezTo>
                    <a:pt x="13560" y="24621"/>
                    <a:pt x="12025" y="33709"/>
                    <a:pt x="12025" y="45866"/>
                  </a:cubicBezTo>
                  <a:cubicBezTo>
                    <a:pt x="12025" y="57979"/>
                    <a:pt x="13560" y="67082"/>
                    <a:pt x="16643" y="73160"/>
                  </a:cubicBezTo>
                  <a:cubicBezTo>
                    <a:pt x="19755" y="79195"/>
                    <a:pt x="24401" y="82205"/>
                    <a:pt x="30553" y="82205"/>
                  </a:cubicBezTo>
                  <a:cubicBezTo>
                    <a:pt x="36748" y="82205"/>
                    <a:pt x="41380" y="79195"/>
                    <a:pt x="44463" y="73160"/>
                  </a:cubicBezTo>
                  <a:cubicBezTo>
                    <a:pt x="47575" y="67082"/>
                    <a:pt x="49139" y="57979"/>
                    <a:pt x="49139" y="45866"/>
                  </a:cubicBezTo>
                  <a:cubicBezTo>
                    <a:pt x="49139" y="33709"/>
                    <a:pt x="47575" y="24621"/>
                    <a:pt x="44463" y="18586"/>
                  </a:cubicBezTo>
                  <a:cubicBezTo>
                    <a:pt x="41380" y="12507"/>
                    <a:pt x="36748" y="9468"/>
                    <a:pt x="30553" y="9468"/>
                  </a:cubicBezTo>
                  <a:moveTo>
                    <a:pt x="30553" y="0"/>
                  </a:moveTo>
                  <a:cubicBezTo>
                    <a:pt x="40445" y="0"/>
                    <a:pt x="47999" y="3930"/>
                    <a:pt x="53216" y="11777"/>
                  </a:cubicBezTo>
                  <a:cubicBezTo>
                    <a:pt x="58461" y="19594"/>
                    <a:pt x="61091" y="30947"/>
                    <a:pt x="61091" y="45866"/>
                  </a:cubicBezTo>
                  <a:cubicBezTo>
                    <a:pt x="61091" y="60740"/>
                    <a:pt x="58461" y="72108"/>
                    <a:pt x="53216" y="79955"/>
                  </a:cubicBezTo>
                  <a:cubicBezTo>
                    <a:pt x="47999" y="87772"/>
                    <a:pt x="40445" y="91673"/>
                    <a:pt x="30553" y="91673"/>
                  </a:cubicBezTo>
                  <a:cubicBezTo>
                    <a:pt x="20646" y="91673"/>
                    <a:pt x="13063" y="87772"/>
                    <a:pt x="7817" y="79955"/>
                  </a:cubicBezTo>
                  <a:cubicBezTo>
                    <a:pt x="2601" y="72108"/>
                    <a:pt x="0" y="60740"/>
                    <a:pt x="0" y="45866"/>
                  </a:cubicBezTo>
                  <a:cubicBezTo>
                    <a:pt x="0" y="30947"/>
                    <a:pt x="2601" y="19594"/>
                    <a:pt x="7817" y="11777"/>
                  </a:cubicBezTo>
                  <a:cubicBezTo>
                    <a:pt x="13063" y="3930"/>
                    <a:pt x="20646" y="0"/>
                    <a:pt x="30553" y="0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159AB991-4472-BC95-3BFC-9AC4AF7408E2}"/>
                </a:ext>
              </a:extLst>
            </p:cNvPr>
            <p:cNvSpPr/>
            <p:nvPr/>
          </p:nvSpPr>
          <p:spPr>
            <a:xfrm>
              <a:off x="6951789" y="4438514"/>
              <a:ext cx="52631" cy="88371"/>
            </a:xfrm>
            <a:custGeom>
              <a:avLst/>
              <a:gdLst>
                <a:gd name="connsiteX0" fmla="*/ 1724 w 52631"/>
                <a:gd name="connsiteY0" fmla="*/ 78304 h 88371"/>
                <a:gd name="connsiteX1" fmla="*/ 21260 w 52631"/>
                <a:gd name="connsiteY1" fmla="*/ 78304 h 88371"/>
                <a:gd name="connsiteX2" fmla="*/ 21260 w 52631"/>
                <a:gd name="connsiteY2" fmla="*/ 10886 h 88371"/>
                <a:gd name="connsiteX3" fmla="*/ 0 w 52631"/>
                <a:gd name="connsiteY3" fmla="*/ 15152 h 88371"/>
                <a:gd name="connsiteX4" fmla="*/ 0 w 52631"/>
                <a:gd name="connsiteY4" fmla="*/ 4267 h 88371"/>
                <a:gd name="connsiteX5" fmla="*/ 21143 w 52631"/>
                <a:gd name="connsiteY5" fmla="*/ 0 h 88371"/>
                <a:gd name="connsiteX6" fmla="*/ 33095 w 52631"/>
                <a:gd name="connsiteY6" fmla="*/ 0 h 88371"/>
                <a:gd name="connsiteX7" fmla="*/ 33095 w 52631"/>
                <a:gd name="connsiteY7" fmla="*/ 78304 h 88371"/>
                <a:gd name="connsiteX8" fmla="*/ 52631 w 52631"/>
                <a:gd name="connsiteY8" fmla="*/ 78304 h 88371"/>
                <a:gd name="connsiteX9" fmla="*/ 52631 w 52631"/>
                <a:gd name="connsiteY9" fmla="*/ 88371 h 88371"/>
                <a:gd name="connsiteX10" fmla="*/ 1724 w 52631"/>
                <a:gd name="connsiteY10" fmla="*/ 88371 h 88371"/>
                <a:gd name="connsiteX11" fmla="*/ 1724 w 52631"/>
                <a:gd name="connsiteY11" fmla="*/ 78304 h 88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631" h="88371">
                  <a:moveTo>
                    <a:pt x="1724" y="78304"/>
                  </a:moveTo>
                  <a:lnTo>
                    <a:pt x="21260" y="78304"/>
                  </a:lnTo>
                  <a:lnTo>
                    <a:pt x="21260" y="10886"/>
                  </a:lnTo>
                  <a:lnTo>
                    <a:pt x="0" y="15152"/>
                  </a:lnTo>
                  <a:lnTo>
                    <a:pt x="0" y="4267"/>
                  </a:lnTo>
                  <a:lnTo>
                    <a:pt x="21143" y="0"/>
                  </a:lnTo>
                  <a:lnTo>
                    <a:pt x="33095" y="0"/>
                  </a:lnTo>
                  <a:lnTo>
                    <a:pt x="33095" y="78304"/>
                  </a:lnTo>
                  <a:lnTo>
                    <a:pt x="52631" y="78304"/>
                  </a:lnTo>
                  <a:lnTo>
                    <a:pt x="52631" y="88371"/>
                  </a:lnTo>
                  <a:lnTo>
                    <a:pt x="1724" y="88371"/>
                  </a:lnTo>
                  <a:lnTo>
                    <a:pt x="1724" y="78304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5" name="Freeform 324">
              <a:extLst>
                <a:ext uri="{FF2B5EF4-FFF2-40B4-BE49-F238E27FC236}">
                  <a16:creationId xmlns:a16="http://schemas.microsoft.com/office/drawing/2014/main" id="{80D97CFC-343F-7C31-8CF5-C2E83B2CE806}"/>
                </a:ext>
              </a:extLst>
            </p:cNvPr>
            <p:cNvSpPr/>
            <p:nvPr/>
          </p:nvSpPr>
          <p:spPr>
            <a:xfrm>
              <a:off x="7028559" y="4511850"/>
              <a:ext cx="12493" cy="15035"/>
            </a:xfrm>
            <a:custGeom>
              <a:avLst/>
              <a:gdLst>
                <a:gd name="connsiteX0" fmla="*/ 0 w 12493"/>
                <a:gd name="connsiteY0" fmla="*/ 0 h 15035"/>
                <a:gd name="connsiteX1" fmla="*/ 12493 w 12493"/>
                <a:gd name="connsiteY1" fmla="*/ 0 h 15035"/>
                <a:gd name="connsiteX2" fmla="*/ 12493 w 12493"/>
                <a:gd name="connsiteY2" fmla="*/ 15035 h 15035"/>
                <a:gd name="connsiteX3" fmla="*/ 0 w 12493"/>
                <a:gd name="connsiteY3" fmla="*/ 15035 h 15035"/>
                <a:gd name="connsiteX4" fmla="*/ 0 w 12493"/>
                <a:gd name="connsiteY4" fmla="*/ 0 h 1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93" h="15035">
                  <a:moveTo>
                    <a:pt x="0" y="0"/>
                  </a:moveTo>
                  <a:lnTo>
                    <a:pt x="12493" y="0"/>
                  </a:lnTo>
                  <a:lnTo>
                    <a:pt x="12493" y="15035"/>
                  </a:lnTo>
                  <a:lnTo>
                    <a:pt x="0" y="150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A45F5EE1-E510-C6EB-3CDF-E35BCE393191}"/>
                </a:ext>
              </a:extLst>
            </p:cNvPr>
            <p:cNvSpPr/>
            <p:nvPr/>
          </p:nvSpPr>
          <p:spPr>
            <a:xfrm>
              <a:off x="7063013" y="4436922"/>
              <a:ext cx="56108" cy="89963"/>
            </a:xfrm>
            <a:custGeom>
              <a:avLst/>
              <a:gdLst>
                <a:gd name="connsiteX0" fmla="*/ 14378 w 56108"/>
                <a:gd name="connsiteY0" fmla="*/ 79896 h 89963"/>
                <a:gd name="connsiteX1" fmla="*/ 56109 w 56108"/>
                <a:gd name="connsiteY1" fmla="*/ 79896 h 89963"/>
                <a:gd name="connsiteX2" fmla="*/ 56109 w 56108"/>
                <a:gd name="connsiteY2" fmla="*/ 89964 h 89963"/>
                <a:gd name="connsiteX3" fmla="*/ 0 w 56108"/>
                <a:gd name="connsiteY3" fmla="*/ 89964 h 89963"/>
                <a:gd name="connsiteX4" fmla="*/ 0 w 56108"/>
                <a:gd name="connsiteY4" fmla="*/ 79896 h 89963"/>
                <a:gd name="connsiteX5" fmla="*/ 18528 w 56108"/>
                <a:gd name="connsiteY5" fmla="*/ 61018 h 89963"/>
                <a:gd name="connsiteX6" fmla="*/ 33329 w 56108"/>
                <a:gd name="connsiteY6" fmla="*/ 45691 h 89963"/>
                <a:gd name="connsiteX7" fmla="*/ 41322 w 56108"/>
                <a:gd name="connsiteY7" fmla="*/ 34805 h 89963"/>
                <a:gd name="connsiteX8" fmla="*/ 43630 w 56108"/>
                <a:gd name="connsiteY8" fmla="*/ 25980 h 89963"/>
                <a:gd name="connsiteX9" fmla="*/ 38648 w 56108"/>
                <a:gd name="connsiteY9" fmla="*/ 14495 h 89963"/>
                <a:gd name="connsiteX10" fmla="*/ 25804 w 56108"/>
                <a:gd name="connsiteY10" fmla="*/ 10053 h 89963"/>
                <a:gd name="connsiteX11" fmla="*/ 13910 w 56108"/>
                <a:gd name="connsiteY11" fmla="*/ 12011 h 89963"/>
                <a:gd name="connsiteX12" fmla="*/ 599 w 56108"/>
                <a:gd name="connsiteY12" fmla="*/ 17928 h 89963"/>
                <a:gd name="connsiteX13" fmla="*/ 599 w 56108"/>
                <a:gd name="connsiteY13" fmla="*/ 5859 h 89963"/>
                <a:gd name="connsiteX14" fmla="*/ 14086 w 56108"/>
                <a:gd name="connsiteY14" fmla="*/ 1476 h 89963"/>
                <a:gd name="connsiteX15" fmla="*/ 25570 w 56108"/>
                <a:gd name="connsiteY15" fmla="*/ 0 h 89963"/>
                <a:gd name="connsiteX16" fmla="*/ 47474 w 56108"/>
                <a:gd name="connsiteY16" fmla="*/ 6867 h 89963"/>
                <a:gd name="connsiteX17" fmla="*/ 55641 w 56108"/>
                <a:gd name="connsiteY17" fmla="*/ 25205 h 89963"/>
                <a:gd name="connsiteX18" fmla="*/ 53566 w 56108"/>
                <a:gd name="connsiteY18" fmla="*/ 35565 h 89963"/>
                <a:gd name="connsiteX19" fmla="*/ 46173 w 56108"/>
                <a:gd name="connsiteY19" fmla="*/ 47049 h 89963"/>
                <a:gd name="connsiteX20" fmla="*/ 36763 w 56108"/>
                <a:gd name="connsiteY20" fmla="*/ 57000 h 89963"/>
                <a:gd name="connsiteX21" fmla="*/ 14378 w 56108"/>
                <a:gd name="connsiteY21" fmla="*/ 79896 h 89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6108" h="89963">
                  <a:moveTo>
                    <a:pt x="14378" y="79896"/>
                  </a:moveTo>
                  <a:lnTo>
                    <a:pt x="56109" y="79896"/>
                  </a:lnTo>
                  <a:lnTo>
                    <a:pt x="56109" y="89964"/>
                  </a:lnTo>
                  <a:lnTo>
                    <a:pt x="0" y="89964"/>
                  </a:lnTo>
                  <a:lnTo>
                    <a:pt x="0" y="79896"/>
                  </a:lnTo>
                  <a:cubicBezTo>
                    <a:pt x="4544" y="75206"/>
                    <a:pt x="10710" y="68908"/>
                    <a:pt x="18528" y="61018"/>
                  </a:cubicBezTo>
                  <a:cubicBezTo>
                    <a:pt x="26374" y="53084"/>
                    <a:pt x="31313" y="47985"/>
                    <a:pt x="33329" y="45691"/>
                  </a:cubicBezTo>
                  <a:cubicBezTo>
                    <a:pt x="37158" y="41380"/>
                    <a:pt x="39817" y="37756"/>
                    <a:pt x="41322" y="34805"/>
                  </a:cubicBezTo>
                  <a:cubicBezTo>
                    <a:pt x="42856" y="31810"/>
                    <a:pt x="43630" y="28858"/>
                    <a:pt x="43630" y="25980"/>
                  </a:cubicBezTo>
                  <a:cubicBezTo>
                    <a:pt x="43630" y="21289"/>
                    <a:pt x="41965" y="17461"/>
                    <a:pt x="38648" y="14495"/>
                  </a:cubicBezTo>
                  <a:cubicBezTo>
                    <a:pt x="35375" y="11529"/>
                    <a:pt x="31094" y="10053"/>
                    <a:pt x="25804" y="10053"/>
                  </a:cubicBezTo>
                  <a:cubicBezTo>
                    <a:pt x="22049" y="10053"/>
                    <a:pt x="18089" y="10710"/>
                    <a:pt x="13910" y="12011"/>
                  </a:cubicBezTo>
                  <a:cubicBezTo>
                    <a:pt x="9775" y="13311"/>
                    <a:pt x="5333" y="15284"/>
                    <a:pt x="599" y="17928"/>
                  </a:cubicBezTo>
                  <a:lnTo>
                    <a:pt x="599" y="5859"/>
                  </a:lnTo>
                  <a:cubicBezTo>
                    <a:pt x="5407" y="3916"/>
                    <a:pt x="9907" y="2455"/>
                    <a:pt x="14086" y="1476"/>
                  </a:cubicBezTo>
                  <a:cubicBezTo>
                    <a:pt x="18279" y="497"/>
                    <a:pt x="22108" y="0"/>
                    <a:pt x="25570" y="0"/>
                  </a:cubicBezTo>
                  <a:cubicBezTo>
                    <a:pt x="34732" y="0"/>
                    <a:pt x="42023" y="2294"/>
                    <a:pt x="47474" y="6867"/>
                  </a:cubicBezTo>
                  <a:cubicBezTo>
                    <a:pt x="52924" y="11441"/>
                    <a:pt x="55641" y="17549"/>
                    <a:pt x="55641" y="25205"/>
                  </a:cubicBezTo>
                  <a:cubicBezTo>
                    <a:pt x="55641" y="28843"/>
                    <a:pt x="54954" y="32292"/>
                    <a:pt x="53566" y="35565"/>
                  </a:cubicBezTo>
                  <a:cubicBezTo>
                    <a:pt x="52222" y="38794"/>
                    <a:pt x="49753" y="42622"/>
                    <a:pt x="46173" y="47049"/>
                  </a:cubicBezTo>
                  <a:cubicBezTo>
                    <a:pt x="45179" y="48204"/>
                    <a:pt x="42038" y="51521"/>
                    <a:pt x="36763" y="57000"/>
                  </a:cubicBezTo>
                  <a:cubicBezTo>
                    <a:pt x="31473" y="62450"/>
                    <a:pt x="24007" y="70077"/>
                    <a:pt x="14378" y="79896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6F62ED7A-4CAE-0082-3DA6-0CF88C980E0C}"/>
                </a:ext>
              </a:extLst>
            </p:cNvPr>
            <p:cNvSpPr/>
            <p:nvPr/>
          </p:nvSpPr>
          <p:spPr>
            <a:xfrm>
              <a:off x="5793395" y="4602077"/>
              <a:ext cx="69814" cy="63516"/>
            </a:xfrm>
            <a:custGeom>
              <a:avLst/>
              <a:gdLst>
                <a:gd name="connsiteX0" fmla="*/ 69814 w 69814"/>
                <a:gd name="connsiteY0" fmla="*/ 9234 h 63516"/>
                <a:gd name="connsiteX1" fmla="*/ 67418 w 69814"/>
                <a:gd name="connsiteY1" fmla="*/ 15254 h 63516"/>
                <a:gd name="connsiteX2" fmla="*/ 62289 w 69814"/>
                <a:gd name="connsiteY2" fmla="*/ 17388 h 63516"/>
                <a:gd name="connsiteX3" fmla="*/ 58315 w 69814"/>
                <a:gd name="connsiteY3" fmla="*/ 15883 h 63516"/>
                <a:gd name="connsiteX4" fmla="*/ 56941 w 69814"/>
                <a:gd name="connsiteY4" fmla="*/ 12449 h 63516"/>
                <a:gd name="connsiteX5" fmla="*/ 58870 w 69814"/>
                <a:gd name="connsiteY5" fmla="*/ 7598 h 63516"/>
                <a:gd name="connsiteX6" fmla="*/ 63663 w 69814"/>
                <a:gd name="connsiteY6" fmla="*/ 4851 h 63516"/>
                <a:gd name="connsiteX7" fmla="*/ 56679 w 69814"/>
                <a:gd name="connsiteY7" fmla="*/ 3083 h 63516"/>
                <a:gd name="connsiteX8" fmla="*/ 51535 w 69814"/>
                <a:gd name="connsiteY8" fmla="*/ 4515 h 63516"/>
                <a:gd name="connsiteX9" fmla="*/ 47780 w 69814"/>
                <a:gd name="connsiteY9" fmla="*/ 7803 h 63516"/>
                <a:gd name="connsiteX10" fmla="*/ 45179 w 69814"/>
                <a:gd name="connsiteY10" fmla="*/ 12317 h 63516"/>
                <a:gd name="connsiteX11" fmla="*/ 43528 w 69814"/>
                <a:gd name="connsiteY11" fmla="*/ 16496 h 63516"/>
                <a:gd name="connsiteX12" fmla="*/ 42783 w 69814"/>
                <a:gd name="connsiteY12" fmla="*/ 19638 h 63516"/>
                <a:gd name="connsiteX13" fmla="*/ 37990 w 69814"/>
                <a:gd name="connsiteY13" fmla="*/ 38808 h 63516"/>
                <a:gd name="connsiteX14" fmla="*/ 35667 w 69814"/>
                <a:gd name="connsiteY14" fmla="*/ 51126 h 63516"/>
                <a:gd name="connsiteX15" fmla="*/ 37581 w 69814"/>
                <a:gd name="connsiteY15" fmla="*/ 57774 h 63516"/>
                <a:gd name="connsiteX16" fmla="*/ 43323 w 69814"/>
                <a:gd name="connsiteY16" fmla="*/ 60375 h 63516"/>
                <a:gd name="connsiteX17" fmla="*/ 46538 w 69814"/>
                <a:gd name="connsiteY17" fmla="*/ 59951 h 63516"/>
                <a:gd name="connsiteX18" fmla="*/ 50439 w 69814"/>
                <a:gd name="connsiteY18" fmla="*/ 58242 h 63516"/>
                <a:gd name="connsiteX19" fmla="*/ 54691 w 69814"/>
                <a:gd name="connsiteY19" fmla="*/ 55027 h 63516"/>
                <a:gd name="connsiteX20" fmla="*/ 58724 w 69814"/>
                <a:gd name="connsiteY20" fmla="*/ 49694 h 63516"/>
                <a:gd name="connsiteX21" fmla="*/ 62012 w 69814"/>
                <a:gd name="connsiteY21" fmla="*/ 42023 h 63516"/>
                <a:gd name="connsiteX22" fmla="*/ 63794 w 69814"/>
                <a:gd name="connsiteY22" fmla="*/ 40518 h 63516"/>
                <a:gd name="connsiteX23" fmla="*/ 65504 w 69814"/>
                <a:gd name="connsiteY23" fmla="*/ 41891 h 63516"/>
                <a:gd name="connsiteX24" fmla="*/ 64540 w 69814"/>
                <a:gd name="connsiteY24" fmla="*/ 45515 h 63516"/>
                <a:gd name="connsiteX25" fmla="*/ 61676 w 69814"/>
                <a:gd name="connsiteY25" fmla="*/ 51053 h 63516"/>
                <a:gd name="connsiteX26" fmla="*/ 57219 w 69814"/>
                <a:gd name="connsiteY26" fmla="*/ 56941 h 63516"/>
                <a:gd name="connsiteX27" fmla="*/ 50921 w 69814"/>
                <a:gd name="connsiteY27" fmla="*/ 61602 h 63516"/>
                <a:gd name="connsiteX28" fmla="*/ 43060 w 69814"/>
                <a:gd name="connsiteY28" fmla="*/ 63517 h 63516"/>
                <a:gd name="connsiteX29" fmla="*/ 33271 w 69814"/>
                <a:gd name="connsiteY29" fmla="*/ 60375 h 63516"/>
                <a:gd name="connsiteX30" fmla="*/ 27923 w 69814"/>
                <a:gd name="connsiteY30" fmla="*/ 52835 h 63516"/>
                <a:gd name="connsiteX31" fmla="*/ 27105 w 69814"/>
                <a:gd name="connsiteY31" fmla="*/ 54282 h 63516"/>
                <a:gd name="connsiteX32" fmla="*/ 25190 w 69814"/>
                <a:gd name="connsiteY32" fmla="*/ 56941 h 63516"/>
                <a:gd name="connsiteX33" fmla="*/ 22239 w 69814"/>
                <a:gd name="connsiteY33" fmla="*/ 60098 h 63516"/>
                <a:gd name="connsiteX34" fmla="*/ 18206 w 69814"/>
                <a:gd name="connsiteY34" fmla="*/ 62421 h 63516"/>
                <a:gd name="connsiteX35" fmla="*/ 13209 w 69814"/>
                <a:gd name="connsiteY35" fmla="*/ 63517 h 63516"/>
                <a:gd name="connsiteX36" fmla="*/ 6984 w 69814"/>
                <a:gd name="connsiteY36" fmla="*/ 62552 h 63516"/>
                <a:gd name="connsiteX37" fmla="*/ 2060 w 69814"/>
                <a:gd name="connsiteY37" fmla="*/ 59411 h 63516"/>
                <a:gd name="connsiteX38" fmla="*/ 0 w 69814"/>
                <a:gd name="connsiteY38" fmla="*/ 54209 h 63516"/>
                <a:gd name="connsiteX39" fmla="*/ 2265 w 69814"/>
                <a:gd name="connsiteY39" fmla="*/ 48525 h 63516"/>
                <a:gd name="connsiteX40" fmla="*/ 7730 w 69814"/>
                <a:gd name="connsiteY40" fmla="*/ 46129 h 63516"/>
                <a:gd name="connsiteX41" fmla="*/ 11295 w 69814"/>
                <a:gd name="connsiteY41" fmla="*/ 47298 h 63516"/>
                <a:gd name="connsiteX42" fmla="*/ 12931 w 69814"/>
                <a:gd name="connsiteY42" fmla="*/ 50994 h 63516"/>
                <a:gd name="connsiteX43" fmla="*/ 11017 w 69814"/>
                <a:gd name="connsiteY43" fmla="*/ 55919 h 63516"/>
                <a:gd name="connsiteX44" fmla="*/ 6371 w 69814"/>
                <a:gd name="connsiteY44" fmla="*/ 58593 h 63516"/>
                <a:gd name="connsiteX45" fmla="*/ 13340 w 69814"/>
                <a:gd name="connsiteY45" fmla="*/ 60375 h 63516"/>
                <a:gd name="connsiteX46" fmla="*/ 21421 w 69814"/>
                <a:gd name="connsiteY46" fmla="*/ 56401 h 63516"/>
                <a:gd name="connsiteX47" fmla="*/ 26695 w 69814"/>
                <a:gd name="connsiteY47" fmla="*/ 45793 h 63516"/>
                <a:gd name="connsiteX48" fmla="*/ 32584 w 69814"/>
                <a:gd name="connsiteY48" fmla="*/ 22721 h 63516"/>
                <a:gd name="connsiteX49" fmla="*/ 34220 w 69814"/>
                <a:gd name="connsiteY49" fmla="*/ 12449 h 63516"/>
                <a:gd name="connsiteX50" fmla="*/ 33475 w 69814"/>
                <a:gd name="connsiteY50" fmla="*/ 7598 h 63516"/>
                <a:gd name="connsiteX51" fmla="*/ 31415 w 69814"/>
                <a:gd name="connsiteY51" fmla="*/ 4720 h 63516"/>
                <a:gd name="connsiteX52" fmla="*/ 29019 w 69814"/>
                <a:gd name="connsiteY52" fmla="*/ 3419 h 63516"/>
                <a:gd name="connsiteX53" fmla="*/ 26695 w 69814"/>
                <a:gd name="connsiteY53" fmla="*/ 3083 h 63516"/>
                <a:gd name="connsiteX54" fmla="*/ 22312 w 69814"/>
                <a:gd name="connsiteY54" fmla="*/ 3901 h 63516"/>
                <a:gd name="connsiteX55" fmla="*/ 17315 w 69814"/>
                <a:gd name="connsiteY55" fmla="*/ 6634 h 63516"/>
                <a:gd name="connsiteX56" fmla="*/ 12113 w 69814"/>
                <a:gd name="connsiteY56" fmla="*/ 12317 h 63516"/>
                <a:gd name="connsiteX57" fmla="*/ 7876 w 69814"/>
                <a:gd name="connsiteY57" fmla="*/ 21421 h 63516"/>
                <a:gd name="connsiteX58" fmla="*/ 6020 w 69814"/>
                <a:gd name="connsiteY58" fmla="*/ 22999 h 63516"/>
                <a:gd name="connsiteX59" fmla="*/ 4383 w 69814"/>
                <a:gd name="connsiteY59" fmla="*/ 21552 h 63516"/>
                <a:gd name="connsiteX60" fmla="*/ 5275 w 69814"/>
                <a:gd name="connsiteY60" fmla="*/ 18001 h 63516"/>
                <a:gd name="connsiteX61" fmla="*/ 8139 w 69814"/>
                <a:gd name="connsiteY61" fmla="*/ 12449 h 63516"/>
                <a:gd name="connsiteX62" fmla="*/ 12668 w 69814"/>
                <a:gd name="connsiteY62" fmla="*/ 6634 h 63516"/>
                <a:gd name="connsiteX63" fmla="*/ 19024 w 69814"/>
                <a:gd name="connsiteY63" fmla="*/ 1914 h 63516"/>
                <a:gd name="connsiteX64" fmla="*/ 26973 w 69814"/>
                <a:gd name="connsiteY64" fmla="*/ 0 h 63516"/>
                <a:gd name="connsiteX65" fmla="*/ 30597 w 69814"/>
                <a:gd name="connsiteY65" fmla="*/ 409 h 63516"/>
                <a:gd name="connsiteX66" fmla="*/ 34630 w 69814"/>
                <a:gd name="connsiteY66" fmla="*/ 1783 h 63516"/>
                <a:gd name="connsiteX67" fmla="*/ 38882 w 69814"/>
                <a:gd name="connsiteY67" fmla="*/ 5056 h 63516"/>
                <a:gd name="connsiteX68" fmla="*/ 42096 w 69814"/>
                <a:gd name="connsiteY68" fmla="*/ 10608 h 63516"/>
                <a:gd name="connsiteX69" fmla="*/ 44010 w 69814"/>
                <a:gd name="connsiteY69" fmla="*/ 7525 h 63516"/>
                <a:gd name="connsiteX70" fmla="*/ 46962 w 69814"/>
                <a:gd name="connsiteY70" fmla="*/ 4179 h 63516"/>
                <a:gd name="connsiteX71" fmla="*/ 51331 w 69814"/>
                <a:gd name="connsiteY71" fmla="*/ 1154 h 63516"/>
                <a:gd name="connsiteX72" fmla="*/ 56810 w 69814"/>
                <a:gd name="connsiteY72" fmla="*/ 0 h 63516"/>
                <a:gd name="connsiteX73" fmla="*/ 62362 w 69814"/>
                <a:gd name="connsiteY73" fmla="*/ 745 h 63516"/>
                <a:gd name="connsiteX74" fmla="*/ 67418 w 69814"/>
                <a:gd name="connsiteY74" fmla="*/ 3697 h 63516"/>
                <a:gd name="connsiteX75" fmla="*/ 69814 w 69814"/>
                <a:gd name="connsiteY75" fmla="*/ 9234 h 63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69814" h="63516">
                  <a:moveTo>
                    <a:pt x="69814" y="9234"/>
                  </a:moveTo>
                  <a:cubicBezTo>
                    <a:pt x="69814" y="11791"/>
                    <a:pt x="69011" y="13808"/>
                    <a:pt x="67418" y="15254"/>
                  </a:cubicBezTo>
                  <a:cubicBezTo>
                    <a:pt x="65825" y="16672"/>
                    <a:pt x="64116" y="17388"/>
                    <a:pt x="62289" y="17388"/>
                  </a:cubicBezTo>
                  <a:cubicBezTo>
                    <a:pt x="60551" y="17388"/>
                    <a:pt x="59236" y="16891"/>
                    <a:pt x="58315" y="15883"/>
                  </a:cubicBezTo>
                  <a:cubicBezTo>
                    <a:pt x="57394" y="14875"/>
                    <a:pt x="56941" y="13735"/>
                    <a:pt x="56941" y="12449"/>
                  </a:cubicBezTo>
                  <a:cubicBezTo>
                    <a:pt x="56941" y="10710"/>
                    <a:pt x="57584" y="9103"/>
                    <a:pt x="58870" y="7598"/>
                  </a:cubicBezTo>
                  <a:cubicBezTo>
                    <a:pt x="60141" y="6093"/>
                    <a:pt x="61749" y="5172"/>
                    <a:pt x="63663" y="4851"/>
                  </a:cubicBezTo>
                  <a:cubicBezTo>
                    <a:pt x="61793" y="3668"/>
                    <a:pt x="59469" y="3083"/>
                    <a:pt x="56679" y="3083"/>
                  </a:cubicBezTo>
                  <a:cubicBezTo>
                    <a:pt x="54852" y="3083"/>
                    <a:pt x="53128" y="3565"/>
                    <a:pt x="51535" y="4515"/>
                  </a:cubicBezTo>
                  <a:cubicBezTo>
                    <a:pt x="49986" y="5465"/>
                    <a:pt x="48730" y="6561"/>
                    <a:pt x="47780" y="7803"/>
                  </a:cubicBezTo>
                  <a:cubicBezTo>
                    <a:pt x="46860" y="9030"/>
                    <a:pt x="45997" y="10535"/>
                    <a:pt x="45179" y="12317"/>
                  </a:cubicBezTo>
                  <a:cubicBezTo>
                    <a:pt x="44405" y="14056"/>
                    <a:pt x="43849" y="15444"/>
                    <a:pt x="43528" y="16496"/>
                  </a:cubicBezTo>
                  <a:cubicBezTo>
                    <a:pt x="43250" y="17505"/>
                    <a:pt x="43002" y="18542"/>
                    <a:pt x="42783" y="19638"/>
                  </a:cubicBezTo>
                  <a:lnTo>
                    <a:pt x="37990" y="38808"/>
                  </a:lnTo>
                  <a:cubicBezTo>
                    <a:pt x="36441" y="44872"/>
                    <a:pt x="35667" y="48978"/>
                    <a:pt x="35667" y="51126"/>
                  </a:cubicBezTo>
                  <a:cubicBezTo>
                    <a:pt x="35667" y="53771"/>
                    <a:pt x="36310" y="55992"/>
                    <a:pt x="37581" y="57774"/>
                  </a:cubicBezTo>
                  <a:cubicBezTo>
                    <a:pt x="38852" y="59513"/>
                    <a:pt x="40766" y="60375"/>
                    <a:pt x="43323" y="60375"/>
                  </a:cubicBezTo>
                  <a:cubicBezTo>
                    <a:pt x="44332" y="60375"/>
                    <a:pt x="45398" y="60229"/>
                    <a:pt x="46538" y="59951"/>
                  </a:cubicBezTo>
                  <a:cubicBezTo>
                    <a:pt x="47692" y="59645"/>
                    <a:pt x="48993" y="59075"/>
                    <a:pt x="50439" y="58242"/>
                  </a:cubicBezTo>
                  <a:cubicBezTo>
                    <a:pt x="51944" y="57380"/>
                    <a:pt x="53362" y="56298"/>
                    <a:pt x="54691" y="55027"/>
                  </a:cubicBezTo>
                  <a:cubicBezTo>
                    <a:pt x="56050" y="53698"/>
                    <a:pt x="57394" y="51930"/>
                    <a:pt x="58724" y="49694"/>
                  </a:cubicBezTo>
                  <a:cubicBezTo>
                    <a:pt x="60054" y="47459"/>
                    <a:pt x="61150" y="44901"/>
                    <a:pt x="62012" y="42023"/>
                  </a:cubicBezTo>
                  <a:cubicBezTo>
                    <a:pt x="62289" y="41015"/>
                    <a:pt x="62874" y="40518"/>
                    <a:pt x="63794" y="40518"/>
                  </a:cubicBezTo>
                  <a:cubicBezTo>
                    <a:pt x="64934" y="40518"/>
                    <a:pt x="65504" y="40971"/>
                    <a:pt x="65504" y="41891"/>
                  </a:cubicBezTo>
                  <a:cubicBezTo>
                    <a:pt x="65504" y="42666"/>
                    <a:pt x="65182" y="43864"/>
                    <a:pt x="64540" y="45515"/>
                  </a:cubicBezTo>
                  <a:cubicBezTo>
                    <a:pt x="63955" y="47108"/>
                    <a:pt x="63005" y="48964"/>
                    <a:pt x="61676" y="51053"/>
                  </a:cubicBezTo>
                  <a:cubicBezTo>
                    <a:pt x="60405" y="53113"/>
                    <a:pt x="58914" y="55071"/>
                    <a:pt x="57219" y="56941"/>
                  </a:cubicBezTo>
                  <a:cubicBezTo>
                    <a:pt x="55539" y="58768"/>
                    <a:pt x="53435" y="60331"/>
                    <a:pt x="50921" y="61602"/>
                  </a:cubicBezTo>
                  <a:cubicBezTo>
                    <a:pt x="48423" y="62874"/>
                    <a:pt x="45793" y="63517"/>
                    <a:pt x="43060" y="63517"/>
                  </a:cubicBezTo>
                  <a:cubicBezTo>
                    <a:pt x="39130" y="63517"/>
                    <a:pt x="35872" y="62465"/>
                    <a:pt x="33271" y="60375"/>
                  </a:cubicBezTo>
                  <a:cubicBezTo>
                    <a:pt x="30670" y="58271"/>
                    <a:pt x="28887" y="55758"/>
                    <a:pt x="27923" y="52835"/>
                  </a:cubicBezTo>
                  <a:cubicBezTo>
                    <a:pt x="27704" y="53245"/>
                    <a:pt x="27426" y="53727"/>
                    <a:pt x="27105" y="54282"/>
                  </a:cubicBezTo>
                  <a:cubicBezTo>
                    <a:pt x="26783" y="54823"/>
                    <a:pt x="26140" y="55714"/>
                    <a:pt x="25190" y="56941"/>
                  </a:cubicBezTo>
                  <a:cubicBezTo>
                    <a:pt x="24270" y="58125"/>
                    <a:pt x="23291" y="59177"/>
                    <a:pt x="22239" y="60098"/>
                  </a:cubicBezTo>
                  <a:cubicBezTo>
                    <a:pt x="21201" y="60960"/>
                    <a:pt x="19857" y="61734"/>
                    <a:pt x="18206" y="62421"/>
                  </a:cubicBezTo>
                  <a:cubicBezTo>
                    <a:pt x="16613" y="63151"/>
                    <a:pt x="14948" y="63517"/>
                    <a:pt x="13209" y="63517"/>
                  </a:cubicBezTo>
                  <a:cubicBezTo>
                    <a:pt x="11017" y="63517"/>
                    <a:pt x="8942" y="63195"/>
                    <a:pt x="6984" y="62552"/>
                  </a:cubicBezTo>
                  <a:cubicBezTo>
                    <a:pt x="5070" y="61924"/>
                    <a:pt x="3419" y="60872"/>
                    <a:pt x="2060" y="59411"/>
                  </a:cubicBezTo>
                  <a:cubicBezTo>
                    <a:pt x="687" y="57950"/>
                    <a:pt x="0" y="56211"/>
                    <a:pt x="0" y="54209"/>
                  </a:cubicBezTo>
                  <a:cubicBezTo>
                    <a:pt x="0" y="51973"/>
                    <a:pt x="760" y="50074"/>
                    <a:pt x="2265" y="48525"/>
                  </a:cubicBezTo>
                  <a:cubicBezTo>
                    <a:pt x="3814" y="46933"/>
                    <a:pt x="5640" y="46129"/>
                    <a:pt x="7730" y="46129"/>
                  </a:cubicBezTo>
                  <a:cubicBezTo>
                    <a:pt x="9059" y="46129"/>
                    <a:pt x="10243" y="46523"/>
                    <a:pt x="11295" y="47298"/>
                  </a:cubicBezTo>
                  <a:cubicBezTo>
                    <a:pt x="12391" y="48072"/>
                    <a:pt x="12931" y="49300"/>
                    <a:pt x="12931" y="50994"/>
                  </a:cubicBezTo>
                  <a:cubicBezTo>
                    <a:pt x="12931" y="52865"/>
                    <a:pt x="12288" y="54501"/>
                    <a:pt x="11017" y="55919"/>
                  </a:cubicBezTo>
                  <a:cubicBezTo>
                    <a:pt x="9746" y="57336"/>
                    <a:pt x="8197" y="58227"/>
                    <a:pt x="6371" y="58593"/>
                  </a:cubicBezTo>
                  <a:cubicBezTo>
                    <a:pt x="8241" y="59776"/>
                    <a:pt x="10564" y="60375"/>
                    <a:pt x="13340" y="60375"/>
                  </a:cubicBezTo>
                  <a:cubicBezTo>
                    <a:pt x="16365" y="60375"/>
                    <a:pt x="19054" y="59045"/>
                    <a:pt x="21421" y="56401"/>
                  </a:cubicBezTo>
                  <a:cubicBezTo>
                    <a:pt x="23802" y="53756"/>
                    <a:pt x="25556" y="50220"/>
                    <a:pt x="26695" y="45793"/>
                  </a:cubicBezTo>
                  <a:cubicBezTo>
                    <a:pt x="29516" y="35155"/>
                    <a:pt x="31488" y="27470"/>
                    <a:pt x="32584" y="22721"/>
                  </a:cubicBezTo>
                  <a:cubicBezTo>
                    <a:pt x="33680" y="17928"/>
                    <a:pt x="34220" y="14509"/>
                    <a:pt x="34220" y="12449"/>
                  </a:cubicBezTo>
                  <a:cubicBezTo>
                    <a:pt x="34220" y="10535"/>
                    <a:pt x="33972" y="8928"/>
                    <a:pt x="33475" y="7598"/>
                  </a:cubicBezTo>
                  <a:cubicBezTo>
                    <a:pt x="32964" y="6268"/>
                    <a:pt x="32277" y="5319"/>
                    <a:pt x="31415" y="4720"/>
                  </a:cubicBezTo>
                  <a:cubicBezTo>
                    <a:pt x="30597" y="4077"/>
                    <a:pt x="29793" y="3638"/>
                    <a:pt x="29019" y="3419"/>
                  </a:cubicBezTo>
                  <a:cubicBezTo>
                    <a:pt x="28288" y="3200"/>
                    <a:pt x="27514" y="3083"/>
                    <a:pt x="26695" y="3083"/>
                  </a:cubicBezTo>
                  <a:cubicBezTo>
                    <a:pt x="25322" y="3083"/>
                    <a:pt x="23861" y="3361"/>
                    <a:pt x="22312" y="3901"/>
                  </a:cubicBezTo>
                  <a:cubicBezTo>
                    <a:pt x="20807" y="4442"/>
                    <a:pt x="19141" y="5362"/>
                    <a:pt x="17315" y="6634"/>
                  </a:cubicBezTo>
                  <a:cubicBezTo>
                    <a:pt x="15532" y="7876"/>
                    <a:pt x="13793" y="9760"/>
                    <a:pt x="12113" y="12317"/>
                  </a:cubicBezTo>
                  <a:cubicBezTo>
                    <a:pt x="10433" y="14875"/>
                    <a:pt x="9015" y="17899"/>
                    <a:pt x="7876" y="21421"/>
                  </a:cubicBezTo>
                  <a:cubicBezTo>
                    <a:pt x="7642" y="22473"/>
                    <a:pt x="7028" y="22999"/>
                    <a:pt x="6020" y="22999"/>
                  </a:cubicBezTo>
                  <a:cubicBezTo>
                    <a:pt x="4924" y="22955"/>
                    <a:pt x="4383" y="22473"/>
                    <a:pt x="4383" y="21552"/>
                  </a:cubicBezTo>
                  <a:cubicBezTo>
                    <a:pt x="4383" y="20778"/>
                    <a:pt x="4676" y="19594"/>
                    <a:pt x="5275" y="18001"/>
                  </a:cubicBezTo>
                  <a:cubicBezTo>
                    <a:pt x="5903" y="16350"/>
                    <a:pt x="6868" y="14509"/>
                    <a:pt x="8139" y="12449"/>
                  </a:cubicBezTo>
                  <a:cubicBezTo>
                    <a:pt x="9468" y="10403"/>
                    <a:pt x="10973" y="8460"/>
                    <a:pt x="12668" y="6634"/>
                  </a:cubicBezTo>
                  <a:cubicBezTo>
                    <a:pt x="14407" y="4763"/>
                    <a:pt x="16526" y="3185"/>
                    <a:pt x="19024" y="1914"/>
                  </a:cubicBezTo>
                  <a:cubicBezTo>
                    <a:pt x="21581" y="643"/>
                    <a:pt x="24241" y="0"/>
                    <a:pt x="26973" y="0"/>
                  </a:cubicBezTo>
                  <a:cubicBezTo>
                    <a:pt x="28201" y="0"/>
                    <a:pt x="29413" y="131"/>
                    <a:pt x="30597" y="409"/>
                  </a:cubicBezTo>
                  <a:cubicBezTo>
                    <a:pt x="31824" y="628"/>
                    <a:pt x="33168" y="1096"/>
                    <a:pt x="34630" y="1783"/>
                  </a:cubicBezTo>
                  <a:cubicBezTo>
                    <a:pt x="36135" y="2469"/>
                    <a:pt x="37552" y="3551"/>
                    <a:pt x="38882" y="5056"/>
                  </a:cubicBezTo>
                  <a:cubicBezTo>
                    <a:pt x="40211" y="6561"/>
                    <a:pt x="41278" y="8416"/>
                    <a:pt x="42096" y="10608"/>
                  </a:cubicBezTo>
                  <a:cubicBezTo>
                    <a:pt x="42637" y="9556"/>
                    <a:pt x="43280" y="8533"/>
                    <a:pt x="44010" y="7525"/>
                  </a:cubicBezTo>
                  <a:cubicBezTo>
                    <a:pt x="44785" y="6517"/>
                    <a:pt x="45778" y="5406"/>
                    <a:pt x="46962" y="4179"/>
                  </a:cubicBezTo>
                  <a:cubicBezTo>
                    <a:pt x="48189" y="2893"/>
                    <a:pt x="49650" y="1885"/>
                    <a:pt x="51331" y="1154"/>
                  </a:cubicBezTo>
                  <a:cubicBezTo>
                    <a:pt x="53070" y="380"/>
                    <a:pt x="54896" y="0"/>
                    <a:pt x="56810" y="0"/>
                  </a:cubicBezTo>
                  <a:cubicBezTo>
                    <a:pt x="58680" y="0"/>
                    <a:pt x="60536" y="248"/>
                    <a:pt x="62362" y="745"/>
                  </a:cubicBezTo>
                  <a:cubicBezTo>
                    <a:pt x="64189" y="1198"/>
                    <a:pt x="65869" y="2192"/>
                    <a:pt x="67418" y="3697"/>
                  </a:cubicBezTo>
                  <a:cubicBezTo>
                    <a:pt x="69011" y="5158"/>
                    <a:pt x="69814" y="6999"/>
                    <a:pt x="69814" y="9234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7F9804D3-37C2-5C5C-B11C-E5B660F214A6}"/>
                </a:ext>
              </a:extLst>
            </p:cNvPr>
            <p:cNvSpPr/>
            <p:nvPr/>
          </p:nvSpPr>
          <p:spPr>
            <a:xfrm>
              <a:off x="4376494" y="4281527"/>
              <a:ext cx="2913189" cy="1461"/>
            </a:xfrm>
            <a:custGeom>
              <a:avLst/>
              <a:gdLst>
                <a:gd name="connsiteX0" fmla="*/ 0 w 2913189"/>
                <a:gd name="connsiteY0" fmla="*/ 0 h 1461"/>
                <a:gd name="connsiteX1" fmla="*/ 2913189 w 2913189"/>
                <a:gd name="connsiteY1" fmla="*/ 0 h 1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3189" h="1461">
                  <a:moveTo>
                    <a:pt x="0" y="0"/>
                  </a:moveTo>
                  <a:lnTo>
                    <a:pt x="2913189" y="0"/>
                  </a:lnTo>
                </a:path>
              </a:pathLst>
            </a:custGeom>
            <a:noFill/>
            <a:ln w="292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383B91A6-9D05-0C29-9D6B-EC3F79970E2C}"/>
                </a:ext>
              </a:extLst>
            </p:cNvPr>
            <p:cNvSpPr/>
            <p:nvPr/>
          </p:nvSpPr>
          <p:spPr>
            <a:xfrm>
              <a:off x="4376494" y="3926246"/>
              <a:ext cx="2913189" cy="1461"/>
            </a:xfrm>
            <a:custGeom>
              <a:avLst/>
              <a:gdLst>
                <a:gd name="connsiteX0" fmla="*/ 0 w 2913189"/>
                <a:gd name="connsiteY0" fmla="*/ 0 h 1461"/>
                <a:gd name="connsiteX1" fmla="*/ 2913189 w 2913189"/>
                <a:gd name="connsiteY1" fmla="*/ 0 h 1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3189" h="1461">
                  <a:moveTo>
                    <a:pt x="0" y="0"/>
                  </a:moveTo>
                  <a:lnTo>
                    <a:pt x="2913189" y="0"/>
                  </a:lnTo>
                </a:path>
              </a:pathLst>
            </a:custGeom>
            <a:noFill/>
            <a:ln w="292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366DBF5E-32AE-FAB3-6E29-98DE0CB8911C}"/>
                </a:ext>
              </a:extLst>
            </p:cNvPr>
            <p:cNvSpPr/>
            <p:nvPr/>
          </p:nvSpPr>
          <p:spPr>
            <a:xfrm>
              <a:off x="4376494" y="3570951"/>
              <a:ext cx="2913189" cy="1461"/>
            </a:xfrm>
            <a:custGeom>
              <a:avLst/>
              <a:gdLst>
                <a:gd name="connsiteX0" fmla="*/ 0 w 2913189"/>
                <a:gd name="connsiteY0" fmla="*/ 0 h 1461"/>
                <a:gd name="connsiteX1" fmla="*/ 2913189 w 2913189"/>
                <a:gd name="connsiteY1" fmla="*/ 0 h 1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3189" h="1461">
                  <a:moveTo>
                    <a:pt x="0" y="0"/>
                  </a:moveTo>
                  <a:lnTo>
                    <a:pt x="2913189" y="0"/>
                  </a:lnTo>
                </a:path>
              </a:pathLst>
            </a:custGeom>
            <a:noFill/>
            <a:ln w="292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12CC1032-7EB4-9204-3679-A911D6E38292}"/>
                </a:ext>
              </a:extLst>
            </p:cNvPr>
            <p:cNvSpPr/>
            <p:nvPr/>
          </p:nvSpPr>
          <p:spPr>
            <a:xfrm>
              <a:off x="4376494" y="3215661"/>
              <a:ext cx="2913189" cy="1461"/>
            </a:xfrm>
            <a:custGeom>
              <a:avLst/>
              <a:gdLst>
                <a:gd name="connsiteX0" fmla="*/ 0 w 2913189"/>
                <a:gd name="connsiteY0" fmla="*/ 0 h 1461"/>
                <a:gd name="connsiteX1" fmla="*/ 2913189 w 2913189"/>
                <a:gd name="connsiteY1" fmla="*/ 0 h 1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3189" h="1461">
                  <a:moveTo>
                    <a:pt x="0" y="0"/>
                  </a:moveTo>
                  <a:lnTo>
                    <a:pt x="2913189" y="0"/>
                  </a:lnTo>
                </a:path>
              </a:pathLst>
            </a:custGeom>
            <a:noFill/>
            <a:ln w="292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DEF6AE5D-6EF9-4138-150E-01624C3DC2C5}"/>
                </a:ext>
              </a:extLst>
            </p:cNvPr>
            <p:cNvSpPr/>
            <p:nvPr/>
          </p:nvSpPr>
          <p:spPr>
            <a:xfrm>
              <a:off x="4376494" y="2860371"/>
              <a:ext cx="2913189" cy="1461"/>
            </a:xfrm>
            <a:custGeom>
              <a:avLst/>
              <a:gdLst>
                <a:gd name="connsiteX0" fmla="*/ 0 w 2913189"/>
                <a:gd name="connsiteY0" fmla="*/ 0 h 1461"/>
                <a:gd name="connsiteX1" fmla="*/ 2913189 w 2913189"/>
                <a:gd name="connsiteY1" fmla="*/ 0 h 1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3189" h="1461">
                  <a:moveTo>
                    <a:pt x="0" y="0"/>
                  </a:moveTo>
                  <a:lnTo>
                    <a:pt x="2913189" y="0"/>
                  </a:lnTo>
                </a:path>
              </a:pathLst>
            </a:custGeom>
            <a:noFill/>
            <a:ln w="292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DE79388C-78E4-B4B2-4B1D-D22E1897D98E}"/>
                </a:ext>
              </a:extLst>
            </p:cNvPr>
            <p:cNvSpPr/>
            <p:nvPr/>
          </p:nvSpPr>
          <p:spPr>
            <a:xfrm>
              <a:off x="4376494" y="2505080"/>
              <a:ext cx="2913189" cy="1461"/>
            </a:xfrm>
            <a:custGeom>
              <a:avLst/>
              <a:gdLst>
                <a:gd name="connsiteX0" fmla="*/ 0 w 2913189"/>
                <a:gd name="connsiteY0" fmla="*/ 0 h 1461"/>
                <a:gd name="connsiteX1" fmla="*/ 2913189 w 2913189"/>
                <a:gd name="connsiteY1" fmla="*/ 0 h 1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3189" h="1461">
                  <a:moveTo>
                    <a:pt x="0" y="0"/>
                  </a:moveTo>
                  <a:lnTo>
                    <a:pt x="2913189" y="0"/>
                  </a:lnTo>
                </a:path>
              </a:pathLst>
            </a:custGeom>
            <a:noFill/>
            <a:ln w="2921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4" name="Freeform 333">
              <a:extLst>
                <a:ext uri="{FF2B5EF4-FFF2-40B4-BE49-F238E27FC236}">
                  <a16:creationId xmlns:a16="http://schemas.microsoft.com/office/drawing/2014/main" id="{DEF0A179-41F5-F721-A7EF-5DA548C25D55}"/>
                </a:ext>
              </a:extLst>
            </p:cNvPr>
            <p:cNvSpPr/>
            <p:nvPr/>
          </p:nvSpPr>
          <p:spPr>
            <a:xfrm>
              <a:off x="4376494" y="2447337"/>
              <a:ext cx="1461" cy="1941030"/>
            </a:xfrm>
            <a:custGeom>
              <a:avLst/>
              <a:gdLst>
                <a:gd name="connsiteX0" fmla="*/ 0 w 1461"/>
                <a:gd name="connsiteY0" fmla="*/ 1941031 h 1941030"/>
                <a:gd name="connsiteX1" fmla="*/ 0 w 1461"/>
                <a:gd name="connsiteY1" fmla="*/ 0 h 194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61" h="1941030">
                  <a:moveTo>
                    <a:pt x="0" y="1941031"/>
                  </a:moveTo>
                  <a:lnTo>
                    <a:pt x="0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FA687A01-25E7-E7DA-7CB2-58D898E8A286}"/>
                </a:ext>
              </a:extLst>
            </p:cNvPr>
            <p:cNvSpPr/>
            <p:nvPr/>
          </p:nvSpPr>
          <p:spPr>
            <a:xfrm>
              <a:off x="4376494" y="4281527"/>
              <a:ext cx="27613" cy="1461"/>
            </a:xfrm>
            <a:custGeom>
              <a:avLst/>
              <a:gdLst>
                <a:gd name="connsiteX0" fmla="*/ 0 w 27613"/>
                <a:gd name="connsiteY0" fmla="*/ 0 h 1461"/>
                <a:gd name="connsiteX1" fmla="*/ 27613 w 27613"/>
                <a:gd name="connsiteY1" fmla="*/ 0 h 1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7613" h="1461">
                  <a:moveTo>
                    <a:pt x="0" y="0"/>
                  </a:moveTo>
                  <a:lnTo>
                    <a:pt x="27613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9981E014-E0DE-7893-184B-0D92BF25EC68}"/>
                </a:ext>
              </a:extLst>
            </p:cNvPr>
            <p:cNvSpPr/>
            <p:nvPr/>
          </p:nvSpPr>
          <p:spPr>
            <a:xfrm>
              <a:off x="4376494" y="3926246"/>
              <a:ext cx="27613" cy="1461"/>
            </a:xfrm>
            <a:custGeom>
              <a:avLst/>
              <a:gdLst>
                <a:gd name="connsiteX0" fmla="*/ 0 w 27613"/>
                <a:gd name="connsiteY0" fmla="*/ 0 h 1461"/>
                <a:gd name="connsiteX1" fmla="*/ 27613 w 27613"/>
                <a:gd name="connsiteY1" fmla="*/ 0 h 1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7613" h="1461">
                  <a:moveTo>
                    <a:pt x="0" y="0"/>
                  </a:moveTo>
                  <a:lnTo>
                    <a:pt x="27613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7" name="Freeform 336">
              <a:extLst>
                <a:ext uri="{FF2B5EF4-FFF2-40B4-BE49-F238E27FC236}">
                  <a16:creationId xmlns:a16="http://schemas.microsoft.com/office/drawing/2014/main" id="{21ADE4BC-CDDA-4A58-BC5D-D34DC38746C7}"/>
                </a:ext>
              </a:extLst>
            </p:cNvPr>
            <p:cNvSpPr/>
            <p:nvPr/>
          </p:nvSpPr>
          <p:spPr>
            <a:xfrm>
              <a:off x="4376494" y="3570951"/>
              <a:ext cx="27613" cy="1461"/>
            </a:xfrm>
            <a:custGeom>
              <a:avLst/>
              <a:gdLst>
                <a:gd name="connsiteX0" fmla="*/ 0 w 27613"/>
                <a:gd name="connsiteY0" fmla="*/ 0 h 1461"/>
                <a:gd name="connsiteX1" fmla="*/ 27613 w 27613"/>
                <a:gd name="connsiteY1" fmla="*/ 0 h 1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7613" h="1461">
                  <a:moveTo>
                    <a:pt x="0" y="0"/>
                  </a:moveTo>
                  <a:lnTo>
                    <a:pt x="27613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EEC04E90-8420-FAA8-0426-1EAFFB9FD261}"/>
                </a:ext>
              </a:extLst>
            </p:cNvPr>
            <p:cNvSpPr/>
            <p:nvPr/>
          </p:nvSpPr>
          <p:spPr>
            <a:xfrm>
              <a:off x="4376494" y="3215661"/>
              <a:ext cx="27613" cy="1461"/>
            </a:xfrm>
            <a:custGeom>
              <a:avLst/>
              <a:gdLst>
                <a:gd name="connsiteX0" fmla="*/ 0 w 27613"/>
                <a:gd name="connsiteY0" fmla="*/ 0 h 1461"/>
                <a:gd name="connsiteX1" fmla="*/ 27613 w 27613"/>
                <a:gd name="connsiteY1" fmla="*/ 0 h 1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7613" h="1461">
                  <a:moveTo>
                    <a:pt x="0" y="0"/>
                  </a:moveTo>
                  <a:lnTo>
                    <a:pt x="27613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7193F87F-E31C-3AA1-FBDC-36ACE60E53C5}"/>
                </a:ext>
              </a:extLst>
            </p:cNvPr>
            <p:cNvSpPr/>
            <p:nvPr/>
          </p:nvSpPr>
          <p:spPr>
            <a:xfrm>
              <a:off x="4376494" y="2860371"/>
              <a:ext cx="27613" cy="1461"/>
            </a:xfrm>
            <a:custGeom>
              <a:avLst/>
              <a:gdLst>
                <a:gd name="connsiteX0" fmla="*/ 0 w 27613"/>
                <a:gd name="connsiteY0" fmla="*/ 0 h 1461"/>
                <a:gd name="connsiteX1" fmla="*/ 27613 w 27613"/>
                <a:gd name="connsiteY1" fmla="*/ 0 h 1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7613" h="1461">
                  <a:moveTo>
                    <a:pt x="0" y="0"/>
                  </a:moveTo>
                  <a:lnTo>
                    <a:pt x="27613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0" name="Freeform 339">
              <a:extLst>
                <a:ext uri="{FF2B5EF4-FFF2-40B4-BE49-F238E27FC236}">
                  <a16:creationId xmlns:a16="http://schemas.microsoft.com/office/drawing/2014/main" id="{356FBC33-1B16-B4F3-7650-7A77678C7DD5}"/>
                </a:ext>
              </a:extLst>
            </p:cNvPr>
            <p:cNvSpPr/>
            <p:nvPr/>
          </p:nvSpPr>
          <p:spPr>
            <a:xfrm>
              <a:off x="4376494" y="2505080"/>
              <a:ext cx="27613" cy="1461"/>
            </a:xfrm>
            <a:custGeom>
              <a:avLst/>
              <a:gdLst>
                <a:gd name="connsiteX0" fmla="*/ 0 w 27613"/>
                <a:gd name="connsiteY0" fmla="*/ 0 h 1461"/>
                <a:gd name="connsiteX1" fmla="*/ 27613 w 27613"/>
                <a:gd name="connsiteY1" fmla="*/ 0 h 1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7613" h="1461">
                  <a:moveTo>
                    <a:pt x="0" y="0"/>
                  </a:moveTo>
                  <a:lnTo>
                    <a:pt x="27613" y="0"/>
                  </a:lnTo>
                </a:path>
              </a:pathLst>
            </a:custGeom>
            <a:noFill/>
            <a:ln w="5842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83452452-A62D-98FF-E01C-2C7CD048DD7E}"/>
                </a:ext>
              </a:extLst>
            </p:cNvPr>
            <p:cNvSpPr/>
            <p:nvPr/>
          </p:nvSpPr>
          <p:spPr>
            <a:xfrm>
              <a:off x="4050433" y="4282682"/>
              <a:ext cx="75882" cy="10067"/>
            </a:xfrm>
            <a:custGeom>
              <a:avLst/>
              <a:gdLst>
                <a:gd name="connsiteX0" fmla="*/ 0 w 75882"/>
                <a:gd name="connsiteY0" fmla="*/ 0 h 10067"/>
                <a:gd name="connsiteX1" fmla="*/ 75883 w 75882"/>
                <a:gd name="connsiteY1" fmla="*/ 0 h 10067"/>
                <a:gd name="connsiteX2" fmla="*/ 75883 w 75882"/>
                <a:gd name="connsiteY2" fmla="*/ 10067 h 10067"/>
                <a:gd name="connsiteX3" fmla="*/ 0 w 75882"/>
                <a:gd name="connsiteY3" fmla="*/ 10067 h 10067"/>
                <a:gd name="connsiteX4" fmla="*/ 0 w 75882"/>
                <a:gd name="connsiteY4" fmla="*/ 0 h 10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882" h="10067">
                  <a:moveTo>
                    <a:pt x="0" y="0"/>
                  </a:moveTo>
                  <a:lnTo>
                    <a:pt x="75883" y="0"/>
                  </a:lnTo>
                  <a:lnTo>
                    <a:pt x="75883" y="10067"/>
                  </a:lnTo>
                  <a:lnTo>
                    <a:pt x="0" y="100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A8881865-C790-65FC-1612-36C9B666B955}"/>
                </a:ext>
              </a:extLst>
            </p:cNvPr>
            <p:cNvSpPr/>
            <p:nvPr/>
          </p:nvSpPr>
          <p:spPr>
            <a:xfrm>
              <a:off x="4152478" y="4237342"/>
              <a:ext cx="52619" cy="88371"/>
            </a:xfrm>
            <a:custGeom>
              <a:avLst/>
              <a:gdLst>
                <a:gd name="connsiteX0" fmla="*/ 1717 w 52619"/>
                <a:gd name="connsiteY0" fmla="*/ 78318 h 88371"/>
                <a:gd name="connsiteX1" fmla="*/ 21248 w 52619"/>
                <a:gd name="connsiteY1" fmla="*/ 78318 h 88371"/>
                <a:gd name="connsiteX2" fmla="*/ 21248 w 52619"/>
                <a:gd name="connsiteY2" fmla="*/ 10900 h 88371"/>
                <a:gd name="connsiteX3" fmla="*/ 0 w 52619"/>
                <a:gd name="connsiteY3" fmla="*/ 15152 h 88371"/>
                <a:gd name="connsiteX4" fmla="*/ 0 w 52619"/>
                <a:gd name="connsiteY4" fmla="*/ 4266 h 88371"/>
                <a:gd name="connsiteX5" fmla="*/ 21130 w 52619"/>
                <a:gd name="connsiteY5" fmla="*/ 0 h 88371"/>
                <a:gd name="connsiteX6" fmla="*/ 33087 w 52619"/>
                <a:gd name="connsiteY6" fmla="*/ 0 h 88371"/>
                <a:gd name="connsiteX7" fmla="*/ 33087 w 52619"/>
                <a:gd name="connsiteY7" fmla="*/ 78318 h 88371"/>
                <a:gd name="connsiteX8" fmla="*/ 52619 w 52619"/>
                <a:gd name="connsiteY8" fmla="*/ 78318 h 88371"/>
                <a:gd name="connsiteX9" fmla="*/ 52619 w 52619"/>
                <a:gd name="connsiteY9" fmla="*/ 88371 h 88371"/>
                <a:gd name="connsiteX10" fmla="*/ 1717 w 52619"/>
                <a:gd name="connsiteY10" fmla="*/ 88371 h 88371"/>
                <a:gd name="connsiteX11" fmla="*/ 1717 w 52619"/>
                <a:gd name="connsiteY11" fmla="*/ 78318 h 88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619" h="88371">
                  <a:moveTo>
                    <a:pt x="1717" y="78318"/>
                  </a:moveTo>
                  <a:lnTo>
                    <a:pt x="21248" y="78318"/>
                  </a:lnTo>
                  <a:lnTo>
                    <a:pt x="21248" y="10900"/>
                  </a:lnTo>
                  <a:lnTo>
                    <a:pt x="0" y="15152"/>
                  </a:lnTo>
                  <a:lnTo>
                    <a:pt x="0" y="4266"/>
                  </a:lnTo>
                  <a:lnTo>
                    <a:pt x="21130" y="0"/>
                  </a:lnTo>
                  <a:lnTo>
                    <a:pt x="33087" y="0"/>
                  </a:lnTo>
                  <a:lnTo>
                    <a:pt x="33087" y="78318"/>
                  </a:lnTo>
                  <a:lnTo>
                    <a:pt x="52619" y="78318"/>
                  </a:lnTo>
                  <a:lnTo>
                    <a:pt x="52619" y="88371"/>
                  </a:lnTo>
                  <a:lnTo>
                    <a:pt x="1717" y="88371"/>
                  </a:lnTo>
                  <a:lnTo>
                    <a:pt x="1717" y="78318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3" name="Freeform 342">
              <a:extLst>
                <a:ext uri="{FF2B5EF4-FFF2-40B4-BE49-F238E27FC236}">
                  <a16:creationId xmlns:a16="http://schemas.microsoft.com/office/drawing/2014/main" id="{CF2DDCB8-6279-CFF7-54E9-7FB6DBAEE7ED}"/>
                </a:ext>
              </a:extLst>
            </p:cNvPr>
            <p:cNvSpPr/>
            <p:nvPr/>
          </p:nvSpPr>
          <p:spPr>
            <a:xfrm>
              <a:off x="4229247" y="4310677"/>
              <a:ext cx="12488" cy="15035"/>
            </a:xfrm>
            <a:custGeom>
              <a:avLst/>
              <a:gdLst>
                <a:gd name="connsiteX0" fmla="*/ 0 w 12488"/>
                <a:gd name="connsiteY0" fmla="*/ 0 h 15035"/>
                <a:gd name="connsiteX1" fmla="*/ 12489 w 12488"/>
                <a:gd name="connsiteY1" fmla="*/ 0 h 15035"/>
                <a:gd name="connsiteX2" fmla="*/ 12489 w 12488"/>
                <a:gd name="connsiteY2" fmla="*/ 15035 h 15035"/>
                <a:gd name="connsiteX3" fmla="*/ 0 w 12488"/>
                <a:gd name="connsiteY3" fmla="*/ 15035 h 15035"/>
                <a:gd name="connsiteX4" fmla="*/ 0 w 12488"/>
                <a:gd name="connsiteY4" fmla="*/ 0 h 1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88" h="15035">
                  <a:moveTo>
                    <a:pt x="0" y="0"/>
                  </a:moveTo>
                  <a:lnTo>
                    <a:pt x="12489" y="0"/>
                  </a:lnTo>
                  <a:lnTo>
                    <a:pt x="12489" y="15035"/>
                  </a:lnTo>
                  <a:lnTo>
                    <a:pt x="0" y="150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DB0A4EDA-74B0-2ABA-1739-C54D4D475D15}"/>
                </a:ext>
              </a:extLst>
            </p:cNvPr>
            <p:cNvSpPr/>
            <p:nvPr/>
          </p:nvSpPr>
          <p:spPr>
            <a:xfrm>
              <a:off x="4262809" y="4235749"/>
              <a:ext cx="61083" cy="91687"/>
            </a:xfrm>
            <a:custGeom>
              <a:avLst/>
              <a:gdLst>
                <a:gd name="connsiteX0" fmla="*/ 30541 w 61083"/>
                <a:gd name="connsiteY0" fmla="*/ 9468 h 91687"/>
                <a:gd name="connsiteX1" fmla="*/ 16632 w 61083"/>
                <a:gd name="connsiteY1" fmla="*/ 18586 h 91687"/>
                <a:gd name="connsiteX2" fmla="*/ 12015 w 61083"/>
                <a:gd name="connsiteY2" fmla="*/ 45866 h 91687"/>
                <a:gd name="connsiteX3" fmla="*/ 16632 w 61083"/>
                <a:gd name="connsiteY3" fmla="*/ 73160 h 91687"/>
                <a:gd name="connsiteX4" fmla="*/ 30541 w 61083"/>
                <a:gd name="connsiteY4" fmla="*/ 82220 h 91687"/>
                <a:gd name="connsiteX5" fmla="*/ 44451 w 61083"/>
                <a:gd name="connsiteY5" fmla="*/ 73160 h 91687"/>
                <a:gd name="connsiteX6" fmla="*/ 49127 w 61083"/>
                <a:gd name="connsiteY6" fmla="*/ 45866 h 91687"/>
                <a:gd name="connsiteX7" fmla="*/ 44451 w 61083"/>
                <a:gd name="connsiteY7" fmla="*/ 18586 h 91687"/>
                <a:gd name="connsiteX8" fmla="*/ 30541 w 61083"/>
                <a:gd name="connsiteY8" fmla="*/ 9468 h 91687"/>
                <a:gd name="connsiteX9" fmla="*/ 30541 w 61083"/>
                <a:gd name="connsiteY9" fmla="*/ 0 h 91687"/>
                <a:gd name="connsiteX10" fmla="*/ 53211 w 61083"/>
                <a:gd name="connsiteY10" fmla="*/ 11777 h 91687"/>
                <a:gd name="connsiteX11" fmla="*/ 61084 w 61083"/>
                <a:gd name="connsiteY11" fmla="*/ 45866 h 91687"/>
                <a:gd name="connsiteX12" fmla="*/ 53211 w 61083"/>
                <a:gd name="connsiteY12" fmla="*/ 79969 h 91687"/>
                <a:gd name="connsiteX13" fmla="*/ 30541 w 61083"/>
                <a:gd name="connsiteY13" fmla="*/ 91688 h 91687"/>
                <a:gd name="connsiteX14" fmla="*/ 7813 w 61083"/>
                <a:gd name="connsiteY14" fmla="*/ 79969 h 91687"/>
                <a:gd name="connsiteX15" fmla="*/ 0 w 61083"/>
                <a:gd name="connsiteY15" fmla="*/ 45866 h 91687"/>
                <a:gd name="connsiteX16" fmla="*/ 7813 w 61083"/>
                <a:gd name="connsiteY16" fmla="*/ 11777 h 91687"/>
                <a:gd name="connsiteX17" fmla="*/ 30541 w 61083"/>
                <a:gd name="connsiteY17" fmla="*/ 0 h 91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1083" h="91687">
                  <a:moveTo>
                    <a:pt x="30541" y="9468"/>
                  </a:moveTo>
                  <a:cubicBezTo>
                    <a:pt x="24385" y="9468"/>
                    <a:pt x="19749" y="12508"/>
                    <a:pt x="16632" y="18586"/>
                  </a:cubicBezTo>
                  <a:cubicBezTo>
                    <a:pt x="13554" y="24621"/>
                    <a:pt x="12015" y="33724"/>
                    <a:pt x="12015" y="45866"/>
                  </a:cubicBezTo>
                  <a:cubicBezTo>
                    <a:pt x="12015" y="57979"/>
                    <a:pt x="13554" y="67082"/>
                    <a:pt x="16632" y="73160"/>
                  </a:cubicBezTo>
                  <a:cubicBezTo>
                    <a:pt x="19749" y="79195"/>
                    <a:pt x="24385" y="82220"/>
                    <a:pt x="30541" y="82220"/>
                  </a:cubicBezTo>
                  <a:cubicBezTo>
                    <a:pt x="36737" y="82220"/>
                    <a:pt x="41373" y="79195"/>
                    <a:pt x="44451" y="73160"/>
                  </a:cubicBezTo>
                  <a:cubicBezTo>
                    <a:pt x="47568" y="67082"/>
                    <a:pt x="49127" y="57979"/>
                    <a:pt x="49127" y="45866"/>
                  </a:cubicBezTo>
                  <a:cubicBezTo>
                    <a:pt x="49127" y="33724"/>
                    <a:pt x="47568" y="24621"/>
                    <a:pt x="44451" y="18586"/>
                  </a:cubicBezTo>
                  <a:cubicBezTo>
                    <a:pt x="41373" y="12508"/>
                    <a:pt x="36737" y="9468"/>
                    <a:pt x="30541" y="9468"/>
                  </a:cubicBezTo>
                  <a:moveTo>
                    <a:pt x="30541" y="0"/>
                  </a:moveTo>
                  <a:cubicBezTo>
                    <a:pt x="40446" y="0"/>
                    <a:pt x="48002" y="3931"/>
                    <a:pt x="53211" y="11777"/>
                  </a:cubicBezTo>
                  <a:cubicBezTo>
                    <a:pt x="58460" y="19594"/>
                    <a:pt x="61084" y="30947"/>
                    <a:pt x="61084" y="45866"/>
                  </a:cubicBezTo>
                  <a:cubicBezTo>
                    <a:pt x="61084" y="60755"/>
                    <a:pt x="58460" y="72123"/>
                    <a:pt x="53211" y="79969"/>
                  </a:cubicBezTo>
                  <a:cubicBezTo>
                    <a:pt x="48002" y="87787"/>
                    <a:pt x="40446" y="91688"/>
                    <a:pt x="30541" y="91688"/>
                  </a:cubicBezTo>
                  <a:cubicBezTo>
                    <a:pt x="20636" y="91688"/>
                    <a:pt x="13060" y="87787"/>
                    <a:pt x="7813" y="79969"/>
                  </a:cubicBezTo>
                  <a:cubicBezTo>
                    <a:pt x="2604" y="72123"/>
                    <a:pt x="0" y="60755"/>
                    <a:pt x="0" y="45866"/>
                  </a:cubicBezTo>
                  <a:cubicBezTo>
                    <a:pt x="0" y="30947"/>
                    <a:pt x="2604" y="19594"/>
                    <a:pt x="7813" y="11777"/>
                  </a:cubicBezTo>
                  <a:cubicBezTo>
                    <a:pt x="13060" y="3931"/>
                    <a:pt x="20636" y="0"/>
                    <a:pt x="30541" y="0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BC101B78-D30D-B308-ED05-8F76C9D2DC7B}"/>
                </a:ext>
              </a:extLst>
            </p:cNvPr>
            <p:cNvSpPr/>
            <p:nvPr/>
          </p:nvSpPr>
          <p:spPr>
            <a:xfrm>
              <a:off x="4052978" y="3927400"/>
              <a:ext cx="75882" cy="10052"/>
            </a:xfrm>
            <a:custGeom>
              <a:avLst/>
              <a:gdLst>
                <a:gd name="connsiteX0" fmla="*/ 0 w 75882"/>
                <a:gd name="connsiteY0" fmla="*/ 0 h 10052"/>
                <a:gd name="connsiteX1" fmla="*/ 75883 w 75882"/>
                <a:gd name="connsiteY1" fmla="*/ 0 h 10052"/>
                <a:gd name="connsiteX2" fmla="*/ 75883 w 75882"/>
                <a:gd name="connsiteY2" fmla="*/ 10053 h 10052"/>
                <a:gd name="connsiteX3" fmla="*/ 0 w 75882"/>
                <a:gd name="connsiteY3" fmla="*/ 10053 h 10052"/>
                <a:gd name="connsiteX4" fmla="*/ 0 w 75882"/>
                <a:gd name="connsiteY4" fmla="*/ 0 h 10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882" h="10052">
                  <a:moveTo>
                    <a:pt x="0" y="0"/>
                  </a:moveTo>
                  <a:lnTo>
                    <a:pt x="75883" y="0"/>
                  </a:lnTo>
                  <a:lnTo>
                    <a:pt x="75883" y="10053"/>
                  </a:lnTo>
                  <a:lnTo>
                    <a:pt x="0" y="100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6" name="Freeform 345">
              <a:extLst>
                <a:ext uri="{FF2B5EF4-FFF2-40B4-BE49-F238E27FC236}">
                  <a16:creationId xmlns:a16="http://schemas.microsoft.com/office/drawing/2014/main" id="{83CA0801-8D97-7F3B-5A21-1687418E34EF}"/>
                </a:ext>
              </a:extLst>
            </p:cNvPr>
            <p:cNvSpPr/>
            <p:nvPr/>
          </p:nvSpPr>
          <p:spPr>
            <a:xfrm>
              <a:off x="4149696" y="3880453"/>
              <a:ext cx="61083" cy="91687"/>
            </a:xfrm>
            <a:custGeom>
              <a:avLst/>
              <a:gdLst>
                <a:gd name="connsiteX0" fmla="*/ 30541 w 61083"/>
                <a:gd name="connsiteY0" fmla="*/ 9468 h 91687"/>
                <a:gd name="connsiteX1" fmla="*/ 16632 w 61083"/>
                <a:gd name="connsiteY1" fmla="*/ 18586 h 91687"/>
                <a:gd name="connsiteX2" fmla="*/ 12015 w 61083"/>
                <a:gd name="connsiteY2" fmla="*/ 45880 h 91687"/>
                <a:gd name="connsiteX3" fmla="*/ 16632 w 61083"/>
                <a:gd name="connsiteY3" fmla="*/ 73160 h 91687"/>
                <a:gd name="connsiteX4" fmla="*/ 30541 w 61083"/>
                <a:gd name="connsiteY4" fmla="*/ 82219 h 91687"/>
                <a:gd name="connsiteX5" fmla="*/ 44451 w 61083"/>
                <a:gd name="connsiteY5" fmla="*/ 73160 h 91687"/>
                <a:gd name="connsiteX6" fmla="*/ 49127 w 61083"/>
                <a:gd name="connsiteY6" fmla="*/ 45880 h 91687"/>
                <a:gd name="connsiteX7" fmla="*/ 44451 w 61083"/>
                <a:gd name="connsiteY7" fmla="*/ 18586 h 91687"/>
                <a:gd name="connsiteX8" fmla="*/ 30541 w 61083"/>
                <a:gd name="connsiteY8" fmla="*/ 9468 h 91687"/>
                <a:gd name="connsiteX9" fmla="*/ 30541 w 61083"/>
                <a:gd name="connsiteY9" fmla="*/ 0 h 91687"/>
                <a:gd name="connsiteX10" fmla="*/ 53211 w 61083"/>
                <a:gd name="connsiteY10" fmla="*/ 11777 h 91687"/>
                <a:gd name="connsiteX11" fmla="*/ 61084 w 61083"/>
                <a:gd name="connsiteY11" fmla="*/ 45880 h 91687"/>
                <a:gd name="connsiteX12" fmla="*/ 53211 w 61083"/>
                <a:gd name="connsiteY12" fmla="*/ 79969 h 91687"/>
                <a:gd name="connsiteX13" fmla="*/ 30541 w 61083"/>
                <a:gd name="connsiteY13" fmla="*/ 91688 h 91687"/>
                <a:gd name="connsiteX14" fmla="*/ 7813 w 61083"/>
                <a:gd name="connsiteY14" fmla="*/ 79969 h 91687"/>
                <a:gd name="connsiteX15" fmla="*/ 0 w 61083"/>
                <a:gd name="connsiteY15" fmla="*/ 45880 h 91687"/>
                <a:gd name="connsiteX16" fmla="*/ 7813 w 61083"/>
                <a:gd name="connsiteY16" fmla="*/ 11777 h 91687"/>
                <a:gd name="connsiteX17" fmla="*/ 30541 w 61083"/>
                <a:gd name="connsiteY17" fmla="*/ 0 h 91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1083" h="91687">
                  <a:moveTo>
                    <a:pt x="30541" y="9468"/>
                  </a:moveTo>
                  <a:cubicBezTo>
                    <a:pt x="24385" y="9468"/>
                    <a:pt x="19749" y="12507"/>
                    <a:pt x="16632" y="18586"/>
                  </a:cubicBezTo>
                  <a:cubicBezTo>
                    <a:pt x="13554" y="24621"/>
                    <a:pt x="12015" y="33724"/>
                    <a:pt x="12015" y="45880"/>
                  </a:cubicBezTo>
                  <a:cubicBezTo>
                    <a:pt x="12015" y="57993"/>
                    <a:pt x="13554" y="67082"/>
                    <a:pt x="16632" y="73160"/>
                  </a:cubicBezTo>
                  <a:cubicBezTo>
                    <a:pt x="19749" y="79195"/>
                    <a:pt x="24385" y="82219"/>
                    <a:pt x="30541" y="82219"/>
                  </a:cubicBezTo>
                  <a:cubicBezTo>
                    <a:pt x="36737" y="82219"/>
                    <a:pt x="41373" y="79195"/>
                    <a:pt x="44451" y="73160"/>
                  </a:cubicBezTo>
                  <a:cubicBezTo>
                    <a:pt x="47568" y="67082"/>
                    <a:pt x="49127" y="57993"/>
                    <a:pt x="49127" y="45880"/>
                  </a:cubicBezTo>
                  <a:cubicBezTo>
                    <a:pt x="49127" y="33724"/>
                    <a:pt x="47568" y="24621"/>
                    <a:pt x="44451" y="18586"/>
                  </a:cubicBezTo>
                  <a:cubicBezTo>
                    <a:pt x="41373" y="12507"/>
                    <a:pt x="36737" y="9468"/>
                    <a:pt x="30541" y="9468"/>
                  </a:cubicBezTo>
                  <a:moveTo>
                    <a:pt x="30541" y="0"/>
                  </a:moveTo>
                  <a:cubicBezTo>
                    <a:pt x="40446" y="0"/>
                    <a:pt x="48002" y="3930"/>
                    <a:pt x="53211" y="11777"/>
                  </a:cubicBezTo>
                  <a:cubicBezTo>
                    <a:pt x="58460" y="19594"/>
                    <a:pt x="61084" y="30962"/>
                    <a:pt x="61084" y="45880"/>
                  </a:cubicBezTo>
                  <a:cubicBezTo>
                    <a:pt x="61084" y="60755"/>
                    <a:pt x="58460" y="72123"/>
                    <a:pt x="53211" y="79969"/>
                  </a:cubicBezTo>
                  <a:cubicBezTo>
                    <a:pt x="48002" y="87787"/>
                    <a:pt x="40446" y="91688"/>
                    <a:pt x="30541" y="91688"/>
                  </a:cubicBezTo>
                  <a:cubicBezTo>
                    <a:pt x="20637" y="91688"/>
                    <a:pt x="13061" y="87787"/>
                    <a:pt x="7813" y="79969"/>
                  </a:cubicBezTo>
                  <a:cubicBezTo>
                    <a:pt x="2604" y="72123"/>
                    <a:pt x="0" y="60755"/>
                    <a:pt x="0" y="45880"/>
                  </a:cubicBezTo>
                  <a:cubicBezTo>
                    <a:pt x="0" y="30962"/>
                    <a:pt x="2604" y="19594"/>
                    <a:pt x="7813" y="11777"/>
                  </a:cubicBezTo>
                  <a:cubicBezTo>
                    <a:pt x="13061" y="3930"/>
                    <a:pt x="20637" y="0"/>
                    <a:pt x="30541" y="0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031C8B58-D943-F284-1CBC-348D6F9AA22B}"/>
                </a:ext>
              </a:extLst>
            </p:cNvPr>
            <p:cNvSpPr/>
            <p:nvPr/>
          </p:nvSpPr>
          <p:spPr>
            <a:xfrm>
              <a:off x="4231792" y="3955396"/>
              <a:ext cx="12488" cy="15035"/>
            </a:xfrm>
            <a:custGeom>
              <a:avLst/>
              <a:gdLst>
                <a:gd name="connsiteX0" fmla="*/ 0 w 12488"/>
                <a:gd name="connsiteY0" fmla="*/ 0 h 15035"/>
                <a:gd name="connsiteX1" fmla="*/ 12489 w 12488"/>
                <a:gd name="connsiteY1" fmla="*/ 0 h 15035"/>
                <a:gd name="connsiteX2" fmla="*/ 12489 w 12488"/>
                <a:gd name="connsiteY2" fmla="*/ 15035 h 15035"/>
                <a:gd name="connsiteX3" fmla="*/ 0 w 12488"/>
                <a:gd name="connsiteY3" fmla="*/ 15035 h 15035"/>
                <a:gd name="connsiteX4" fmla="*/ 0 w 12488"/>
                <a:gd name="connsiteY4" fmla="*/ 0 h 1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88" h="15035">
                  <a:moveTo>
                    <a:pt x="0" y="0"/>
                  </a:moveTo>
                  <a:lnTo>
                    <a:pt x="12489" y="0"/>
                  </a:lnTo>
                  <a:lnTo>
                    <a:pt x="12489" y="15035"/>
                  </a:lnTo>
                  <a:lnTo>
                    <a:pt x="0" y="150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61829F48-105B-AFD5-36F6-50F690E28852}"/>
                </a:ext>
              </a:extLst>
            </p:cNvPr>
            <p:cNvSpPr/>
            <p:nvPr/>
          </p:nvSpPr>
          <p:spPr>
            <a:xfrm>
              <a:off x="4266714" y="3882060"/>
              <a:ext cx="57178" cy="90080"/>
            </a:xfrm>
            <a:custGeom>
              <a:avLst/>
              <a:gdLst>
                <a:gd name="connsiteX0" fmla="*/ 3729 w 57178"/>
                <a:gd name="connsiteY0" fmla="*/ 0 h 90080"/>
                <a:gd name="connsiteX1" fmla="*/ 50667 w 57178"/>
                <a:gd name="connsiteY1" fmla="*/ 0 h 90080"/>
                <a:gd name="connsiteX2" fmla="*/ 50667 w 57178"/>
                <a:gd name="connsiteY2" fmla="*/ 10053 h 90080"/>
                <a:gd name="connsiteX3" fmla="*/ 14679 w 57178"/>
                <a:gd name="connsiteY3" fmla="*/ 10053 h 90080"/>
                <a:gd name="connsiteX4" fmla="*/ 14679 w 57178"/>
                <a:gd name="connsiteY4" fmla="*/ 31722 h 90080"/>
                <a:gd name="connsiteX5" fmla="*/ 19888 w 57178"/>
                <a:gd name="connsiteY5" fmla="*/ 30421 h 90080"/>
                <a:gd name="connsiteX6" fmla="*/ 25097 w 57178"/>
                <a:gd name="connsiteY6" fmla="*/ 29939 h 90080"/>
                <a:gd name="connsiteX7" fmla="*/ 48537 w 57178"/>
                <a:gd name="connsiteY7" fmla="*/ 38049 h 90080"/>
                <a:gd name="connsiteX8" fmla="*/ 57178 w 57178"/>
                <a:gd name="connsiteY8" fmla="*/ 60010 h 90080"/>
                <a:gd name="connsiteX9" fmla="*/ 48300 w 57178"/>
                <a:gd name="connsiteY9" fmla="*/ 82205 h 90080"/>
                <a:gd name="connsiteX10" fmla="*/ 23262 w 57178"/>
                <a:gd name="connsiteY10" fmla="*/ 90081 h 90080"/>
                <a:gd name="connsiteX11" fmla="*/ 11898 w 57178"/>
                <a:gd name="connsiteY11" fmla="*/ 89131 h 90080"/>
                <a:gd name="connsiteX12" fmla="*/ 0 w 57178"/>
                <a:gd name="connsiteY12" fmla="*/ 86296 h 90080"/>
                <a:gd name="connsiteX13" fmla="*/ 0 w 57178"/>
                <a:gd name="connsiteY13" fmla="*/ 74285 h 90080"/>
                <a:gd name="connsiteX14" fmla="*/ 11010 w 57178"/>
                <a:gd name="connsiteY14" fmla="*/ 78596 h 90080"/>
                <a:gd name="connsiteX15" fmla="*/ 23025 w 57178"/>
                <a:gd name="connsiteY15" fmla="*/ 80028 h 90080"/>
                <a:gd name="connsiteX16" fmla="*/ 39244 w 57178"/>
                <a:gd name="connsiteY16" fmla="*/ 74636 h 90080"/>
                <a:gd name="connsiteX17" fmla="*/ 45222 w 57178"/>
                <a:gd name="connsiteY17" fmla="*/ 60010 h 90080"/>
                <a:gd name="connsiteX18" fmla="*/ 39244 w 57178"/>
                <a:gd name="connsiteY18" fmla="*/ 45398 h 90080"/>
                <a:gd name="connsiteX19" fmla="*/ 23025 w 57178"/>
                <a:gd name="connsiteY19" fmla="*/ 40007 h 90080"/>
                <a:gd name="connsiteX20" fmla="*/ 13437 w 57178"/>
                <a:gd name="connsiteY20" fmla="*/ 41073 h 90080"/>
                <a:gd name="connsiteX21" fmla="*/ 3729 w 57178"/>
                <a:gd name="connsiteY21" fmla="*/ 44390 h 90080"/>
                <a:gd name="connsiteX22" fmla="*/ 3729 w 57178"/>
                <a:gd name="connsiteY22" fmla="*/ 0 h 90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57178" h="90080">
                  <a:moveTo>
                    <a:pt x="3729" y="0"/>
                  </a:moveTo>
                  <a:lnTo>
                    <a:pt x="50667" y="0"/>
                  </a:lnTo>
                  <a:lnTo>
                    <a:pt x="50667" y="10053"/>
                  </a:lnTo>
                  <a:lnTo>
                    <a:pt x="14679" y="10053"/>
                  </a:lnTo>
                  <a:lnTo>
                    <a:pt x="14679" y="31722"/>
                  </a:lnTo>
                  <a:cubicBezTo>
                    <a:pt x="16416" y="31123"/>
                    <a:pt x="18152" y="30699"/>
                    <a:pt x="19888" y="30421"/>
                  </a:cubicBezTo>
                  <a:cubicBezTo>
                    <a:pt x="21625" y="30100"/>
                    <a:pt x="23361" y="29939"/>
                    <a:pt x="25097" y="29939"/>
                  </a:cubicBezTo>
                  <a:cubicBezTo>
                    <a:pt x="34961" y="29939"/>
                    <a:pt x="42776" y="32642"/>
                    <a:pt x="48537" y="38049"/>
                  </a:cubicBezTo>
                  <a:cubicBezTo>
                    <a:pt x="54298" y="43455"/>
                    <a:pt x="57178" y="50775"/>
                    <a:pt x="57178" y="60010"/>
                  </a:cubicBezTo>
                  <a:cubicBezTo>
                    <a:pt x="57178" y="69522"/>
                    <a:pt x="54219" y="76930"/>
                    <a:pt x="48300" y="82205"/>
                  </a:cubicBezTo>
                  <a:cubicBezTo>
                    <a:pt x="42381" y="87451"/>
                    <a:pt x="34035" y="90081"/>
                    <a:pt x="23262" y="90081"/>
                  </a:cubicBezTo>
                  <a:cubicBezTo>
                    <a:pt x="19552" y="90081"/>
                    <a:pt x="15764" y="89759"/>
                    <a:pt x="11898" y="89131"/>
                  </a:cubicBezTo>
                  <a:cubicBezTo>
                    <a:pt x="8070" y="88503"/>
                    <a:pt x="4104" y="87567"/>
                    <a:pt x="0" y="86296"/>
                  </a:cubicBezTo>
                  <a:lnTo>
                    <a:pt x="0" y="74285"/>
                  </a:lnTo>
                  <a:cubicBezTo>
                    <a:pt x="3552" y="76214"/>
                    <a:pt x="7221" y="77646"/>
                    <a:pt x="11010" y="78596"/>
                  </a:cubicBezTo>
                  <a:cubicBezTo>
                    <a:pt x="14799" y="79546"/>
                    <a:pt x="18804" y="80028"/>
                    <a:pt x="23025" y="80028"/>
                  </a:cubicBezTo>
                  <a:cubicBezTo>
                    <a:pt x="29852" y="80028"/>
                    <a:pt x="35258" y="78230"/>
                    <a:pt x="39244" y="74636"/>
                  </a:cubicBezTo>
                  <a:cubicBezTo>
                    <a:pt x="43228" y="71042"/>
                    <a:pt x="45222" y="66161"/>
                    <a:pt x="45222" y="60010"/>
                  </a:cubicBezTo>
                  <a:cubicBezTo>
                    <a:pt x="45222" y="53858"/>
                    <a:pt x="43228" y="48978"/>
                    <a:pt x="39244" y="45398"/>
                  </a:cubicBezTo>
                  <a:cubicBezTo>
                    <a:pt x="35258" y="41804"/>
                    <a:pt x="29852" y="40007"/>
                    <a:pt x="23025" y="40007"/>
                  </a:cubicBezTo>
                  <a:cubicBezTo>
                    <a:pt x="19829" y="40007"/>
                    <a:pt x="16632" y="40357"/>
                    <a:pt x="13437" y="41073"/>
                  </a:cubicBezTo>
                  <a:cubicBezTo>
                    <a:pt x="10279" y="41789"/>
                    <a:pt x="7044" y="42885"/>
                    <a:pt x="3729" y="44390"/>
                  </a:cubicBezTo>
                  <a:lnTo>
                    <a:pt x="3729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9" name="Freeform 348">
              <a:extLst>
                <a:ext uri="{FF2B5EF4-FFF2-40B4-BE49-F238E27FC236}">
                  <a16:creationId xmlns:a16="http://schemas.microsoft.com/office/drawing/2014/main" id="{A0A70C1C-AE93-C4F6-4860-28D627867BE3}"/>
                </a:ext>
              </a:extLst>
            </p:cNvPr>
            <p:cNvSpPr/>
            <p:nvPr/>
          </p:nvSpPr>
          <p:spPr>
            <a:xfrm>
              <a:off x="4147150" y="3525167"/>
              <a:ext cx="61083" cy="91686"/>
            </a:xfrm>
            <a:custGeom>
              <a:avLst/>
              <a:gdLst>
                <a:gd name="connsiteX0" fmla="*/ 30543 w 61083"/>
                <a:gd name="connsiteY0" fmla="*/ 9471 h 91686"/>
                <a:gd name="connsiteX1" fmla="*/ 16632 w 61083"/>
                <a:gd name="connsiteY1" fmla="*/ 18586 h 91686"/>
                <a:gd name="connsiteX2" fmla="*/ 12015 w 61083"/>
                <a:gd name="connsiteY2" fmla="*/ 45873 h 91686"/>
                <a:gd name="connsiteX3" fmla="*/ 16632 w 61083"/>
                <a:gd name="connsiteY3" fmla="*/ 73159 h 91686"/>
                <a:gd name="connsiteX4" fmla="*/ 30543 w 61083"/>
                <a:gd name="connsiteY4" fmla="*/ 82215 h 91686"/>
                <a:gd name="connsiteX5" fmla="*/ 44451 w 61083"/>
                <a:gd name="connsiteY5" fmla="*/ 73159 h 91686"/>
                <a:gd name="connsiteX6" fmla="*/ 49127 w 61083"/>
                <a:gd name="connsiteY6" fmla="*/ 45873 h 91686"/>
                <a:gd name="connsiteX7" fmla="*/ 44451 w 61083"/>
                <a:gd name="connsiteY7" fmla="*/ 18586 h 91686"/>
                <a:gd name="connsiteX8" fmla="*/ 30543 w 61083"/>
                <a:gd name="connsiteY8" fmla="*/ 9471 h 91686"/>
                <a:gd name="connsiteX9" fmla="*/ 30543 w 61083"/>
                <a:gd name="connsiteY9" fmla="*/ 0 h 91686"/>
                <a:gd name="connsiteX10" fmla="*/ 53213 w 61083"/>
                <a:gd name="connsiteY10" fmla="*/ 11778 h 91686"/>
                <a:gd name="connsiteX11" fmla="*/ 61084 w 61083"/>
                <a:gd name="connsiteY11" fmla="*/ 45873 h 91686"/>
                <a:gd name="connsiteX12" fmla="*/ 53213 w 61083"/>
                <a:gd name="connsiteY12" fmla="*/ 79967 h 91686"/>
                <a:gd name="connsiteX13" fmla="*/ 30543 w 61083"/>
                <a:gd name="connsiteY13" fmla="*/ 91686 h 91686"/>
                <a:gd name="connsiteX14" fmla="*/ 7813 w 61083"/>
                <a:gd name="connsiteY14" fmla="*/ 79967 h 91686"/>
                <a:gd name="connsiteX15" fmla="*/ 0 w 61083"/>
                <a:gd name="connsiteY15" fmla="*/ 45873 h 91686"/>
                <a:gd name="connsiteX16" fmla="*/ 7813 w 61083"/>
                <a:gd name="connsiteY16" fmla="*/ 11778 h 91686"/>
                <a:gd name="connsiteX17" fmla="*/ 30543 w 61083"/>
                <a:gd name="connsiteY17" fmla="*/ 0 h 91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1083" h="91686">
                  <a:moveTo>
                    <a:pt x="30543" y="9471"/>
                  </a:moveTo>
                  <a:cubicBezTo>
                    <a:pt x="24387" y="9471"/>
                    <a:pt x="19749" y="12509"/>
                    <a:pt x="16632" y="18586"/>
                  </a:cubicBezTo>
                  <a:cubicBezTo>
                    <a:pt x="13554" y="24624"/>
                    <a:pt x="12015" y="33719"/>
                    <a:pt x="12015" y="45873"/>
                  </a:cubicBezTo>
                  <a:cubicBezTo>
                    <a:pt x="12015" y="57988"/>
                    <a:pt x="13554" y="67082"/>
                    <a:pt x="16632" y="73159"/>
                  </a:cubicBezTo>
                  <a:cubicBezTo>
                    <a:pt x="19749" y="79197"/>
                    <a:pt x="24387" y="82215"/>
                    <a:pt x="30543" y="82215"/>
                  </a:cubicBezTo>
                  <a:cubicBezTo>
                    <a:pt x="36738" y="82215"/>
                    <a:pt x="41374" y="79197"/>
                    <a:pt x="44451" y="73159"/>
                  </a:cubicBezTo>
                  <a:cubicBezTo>
                    <a:pt x="47568" y="67082"/>
                    <a:pt x="49127" y="57988"/>
                    <a:pt x="49127" y="45873"/>
                  </a:cubicBezTo>
                  <a:cubicBezTo>
                    <a:pt x="49127" y="33719"/>
                    <a:pt x="47568" y="24624"/>
                    <a:pt x="44451" y="18586"/>
                  </a:cubicBezTo>
                  <a:cubicBezTo>
                    <a:pt x="41374" y="12509"/>
                    <a:pt x="36738" y="9471"/>
                    <a:pt x="30543" y="9471"/>
                  </a:cubicBezTo>
                  <a:moveTo>
                    <a:pt x="30543" y="0"/>
                  </a:moveTo>
                  <a:cubicBezTo>
                    <a:pt x="40446" y="0"/>
                    <a:pt x="48004" y="3926"/>
                    <a:pt x="53213" y="11778"/>
                  </a:cubicBezTo>
                  <a:cubicBezTo>
                    <a:pt x="58460" y="19591"/>
                    <a:pt x="61084" y="30956"/>
                    <a:pt x="61084" y="45873"/>
                  </a:cubicBezTo>
                  <a:cubicBezTo>
                    <a:pt x="61084" y="60749"/>
                    <a:pt x="58460" y="72114"/>
                    <a:pt x="53213" y="79967"/>
                  </a:cubicBezTo>
                  <a:cubicBezTo>
                    <a:pt x="48004" y="87779"/>
                    <a:pt x="40446" y="91686"/>
                    <a:pt x="30543" y="91686"/>
                  </a:cubicBezTo>
                  <a:cubicBezTo>
                    <a:pt x="20637" y="91686"/>
                    <a:pt x="13061" y="87779"/>
                    <a:pt x="7813" y="79967"/>
                  </a:cubicBezTo>
                  <a:cubicBezTo>
                    <a:pt x="2604" y="72114"/>
                    <a:pt x="0" y="60749"/>
                    <a:pt x="0" y="45873"/>
                  </a:cubicBezTo>
                  <a:cubicBezTo>
                    <a:pt x="0" y="30956"/>
                    <a:pt x="2604" y="19591"/>
                    <a:pt x="7813" y="11778"/>
                  </a:cubicBezTo>
                  <a:cubicBezTo>
                    <a:pt x="13061" y="3926"/>
                    <a:pt x="20637" y="0"/>
                    <a:pt x="30543" y="0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6ED155DC-CA18-B3F3-EFFE-EDB3A46AE2C7}"/>
                </a:ext>
              </a:extLst>
            </p:cNvPr>
            <p:cNvSpPr/>
            <p:nvPr/>
          </p:nvSpPr>
          <p:spPr>
            <a:xfrm>
              <a:off x="4229247" y="3600103"/>
              <a:ext cx="12488" cy="15033"/>
            </a:xfrm>
            <a:custGeom>
              <a:avLst/>
              <a:gdLst>
                <a:gd name="connsiteX0" fmla="*/ 0 w 12488"/>
                <a:gd name="connsiteY0" fmla="*/ 0 h 15033"/>
                <a:gd name="connsiteX1" fmla="*/ 12489 w 12488"/>
                <a:gd name="connsiteY1" fmla="*/ 0 h 15033"/>
                <a:gd name="connsiteX2" fmla="*/ 12489 w 12488"/>
                <a:gd name="connsiteY2" fmla="*/ 15034 h 15033"/>
                <a:gd name="connsiteX3" fmla="*/ 0 w 12488"/>
                <a:gd name="connsiteY3" fmla="*/ 15034 h 15033"/>
                <a:gd name="connsiteX4" fmla="*/ 0 w 12488"/>
                <a:gd name="connsiteY4" fmla="*/ 0 h 15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88" h="15033">
                  <a:moveTo>
                    <a:pt x="0" y="0"/>
                  </a:moveTo>
                  <a:lnTo>
                    <a:pt x="12489" y="0"/>
                  </a:lnTo>
                  <a:lnTo>
                    <a:pt x="12489" y="15034"/>
                  </a:lnTo>
                  <a:lnTo>
                    <a:pt x="0" y="150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89B7A330-16D4-7B84-15A8-D3E20ACB2514}"/>
                </a:ext>
              </a:extLst>
            </p:cNvPr>
            <p:cNvSpPr/>
            <p:nvPr/>
          </p:nvSpPr>
          <p:spPr>
            <a:xfrm>
              <a:off x="4262809" y="3525167"/>
              <a:ext cx="61083" cy="91686"/>
            </a:xfrm>
            <a:custGeom>
              <a:avLst/>
              <a:gdLst>
                <a:gd name="connsiteX0" fmla="*/ 30541 w 61083"/>
                <a:gd name="connsiteY0" fmla="*/ 9471 h 91686"/>
                <a:gd name="connsiteX1" fmla="*/ 16632 w 61083"/>
                <a:gd name="connsiteY1" fmla="*/ 18586 h 91686"/>
                <a:gd name="connsiteX2" fmla="*/ 12015 w 61083"/>
                <a:gd name="connsiteY2" fmla="*/ 45873 h 91686"/>
                <a:gd name="connsiteX3" fmla="*/ 16632 w 61083"/>
                <a:gd name="connsiteY3" fmla="*/ 73159 h 91686"/>
                <a:gd name="connsiteX4" fmla="*/ 30541 w 61083"/>
                <a:gd name="connsiteY4" fmla="*/ 82215 h 91686"/>
                <a:gd name="connsiteX5" fmla="*/ 44451 w 61083"/>
                <a:gd name="connsiteY5" fmla="*/ 73159 h 91686"/>
                <a:gd name="connsiteX6" fmla="*/ 49127 w 61083"/>
                <a:gd name="connsiteY6" fmla="*/ 45873 h 91686"/>
                <a:gd name="connsiteX7" fmla="*/ 44451 w 61083"/>
                <a:gd name="connsiteY7" fmla="*/ 18586 h 91686"/>
                <a:gd name="connsiteX8" fmla="*/ 30541 w 61083"/>
                <a:gd name="connsiteY8" fmla="*/ 9471 h 91686"/>
                <a:gd name="connsiteX9" fmla="*/ 30541 w 61083"/>
                <a:gd name="connsiteY9" fmla="*/ 0 h 91686"/>
                <a:gd name="connsiteX10" fmla="*/ 53211 w 61083"/>
                <a:gd name="connsiteY10" fmla="*/ 11778 h 91686"/>
                <a:gd name="connsiteX11" fmla="*/ 61084 w 61083"/>
                <a:gd name="connsiteY11" fmla="*/ 45873 h 91686"/>
                <a:gd name="connsiteX12" fmla="*/ 53211 w 61083"/>
                <a:gd name="connsiteY12" fmla="*/ 79967 h 91686"/>
                <a:gd name="connsiteX13" fmla="*/ 30541 w 61083"/>
                <a:gd name="connsiteY13" fmla="*/ 91686 h 91686"/>
                <a:gd name="connsiteX14" fmla="*/ 7813 w 61083"/>
                <a:gd name="connsiteY14" fmla="*/ 79967 h 91686"/>
                <a:gd name="connsiteX15" fmla="*/ 0 w 61083"/>
                <a:gd name="connsiteY15" fmla="*/ 45873 h 91686"/>
                <a:gd name="connsiteX16" fmla="*/ 7813 w 61083"/>
                <a:gd name="connsiteY16" fmla="*/ 11778 h 91686"/>
                <a:gd name="connsiteX17" fmla="*/ 30541 w 61083"/>
                <a:gd name="connsiteY17" fmla="*/ 0 h 91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1083" h="91686">
                  <a:moveTo>
                    <a:pt x="30541" y="9471"/>
                  </a:moveTo>
                  <a:cubicBezTo>
                    <a:pt x="24385" y="9471"/>
                    <a:pt x="19749" y="12509"/>
                    <a:pt x="16632" y="18586"/>
                  </a:cubicBezTo>
                  <a:cubicBezTo>
                    <a:pt x="13554" y="24624"/>
                    <a:pt x="12015" y="33719"/>
                    <a:pt x="12015" y="45873"/>
                  </a:cubicBezTo>
                  <a:cubicBezTo>
                    <a:pt x="12015" y="57988"/>
                    <a:pt x="13554" y="67082"/>
                    <a:pt x="16632" y="73159"/>
                  </a:cubicBezTo>
                  <a:cubicBezTo>
                    <a:pt x="19749" y="79197"/>
                    <a:pt x="24385" y="82215"/>
                    <a:pt x="30541" y="82215"/>
                  </a:cubicBezTo>
                  <a:cubicBezTo>
                    <a:pt x="36737" y="82215"/>
                    <a:pt x="41373" y="79197"/>
                    <a:pt x="44451" y="73159"/>
                  </a:cubicBezTo>
                  <a:cubicBezTo>
                    <a:pt x="47568" y="67082"/>
                    <a:pt x="49127" y="57988"/>
                    <a:pt x="49127" y="45873"/>
                  </a:cubicBezTo>
                  <a:cubicBezTo>
                    <a:pt x="49127" y="33719"/>
                    <a:pt x="47568" y="24624"/>
                    <a:pt x="44451" y="18586"/>
                  </a:cubicBezTo>
                  <a:cubicBezTo>
                    <a:pt x="41373" y="12509"/>
                    <a:pt x="36737" y="9471"/>
                    <a:pt x="30541" y="9471"/>
                  </a:cubicBezTo>
                  <a:moveTo>
                    <a:pt x="30541" y="0"/>
                  </a:moveTo>
                  <a:cubicBezTo>
                    <a:pt x="40446" y="0"/>
                    <a:pt x="48002" y="3926"/>
                    <a:pt x="53211" y="11778"/>
                  </a:cubicBezTo>
                  <a:cubicBezTo>
                    <a:pt x="58460" y="19591"/>
                    <a:pt x="61084" y="30956"/>
                    <a:pt x="61084" y="45873"/>
                  </a:cubicBezTo>
                  <a:cubicBezTo>
                    <a:pt x="61084" y="60749"/>
                    <a:pt x="58460" y="72114"/>
                    <a:pt x="53211" y="79967"/>
                  </a:cubicBezTo>
                  <a:cubicBezTo>
                    <a:pt x="48002" y="87779"/>
                    <a:pt x="40446" y="91686"/>
                    <a:pt x="30541" y="91686"/>
                  </a:cubicBezTo>
                  <a:cubicBezTo>
                    <a:pt x="20636" y="91686"/>
                    <a:pt x="13060" y="87779"/>
                    <a:pt x="7813" y="79967"/>
                  </a:cubicBezTo>
                  <a:cubicBezTo>
                    <a:pt x="2604" y="72114"/>
                    <a:pt x="0" y="60749"/>
                    <a:pt x="0" y="45873"/>
                  </a:cubicBezTo>
                  <a:cubicBezTo>
                    <a:pt x="0" y="30956"/>
                    <a:pt x="2604" y="19591"/>
                    <a:pt x="7813" y="11778"/>
                  </a:cubicBezTo>
                  <a:cubicBezTo>
                    <a:pt x="13060" y="3926"/>
                    <a:pt x="20636" y="0"/>
                    <a:pt x="30541" y="0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2" name="Freeform 351">
              <a:extLst>
                <a:ext uri="{FF2B5EF4-FFF2-40B4-BE49-F238E27FC236}">
                  <a16:creationId xmlns:a16="http://schemas.microsoft.com/office/drawing/2014/main" id="{AF2689AB-C766-9499-E667-59594822F0CB}"/>
                </a:ext>
              </a:extLst>
            </p:cNvPr>
            <p:cNvSpPr/>
            <p:nvPr/>
          </p:nvSpPr>
          <p:spPr>
            <a:xfrm>
              <a:off x="4149696" y="3169877"/>
              <a:ext cx="61083" cy="91686"/>
            </a:xfrm>
            <a:custGeom>
              <a:avLst/>
              <a:gdLst>
                <a:gd name="connsiteX0" fmla="*/ 30541 w 61083"/>
                <a:gd name="connsiteY0" fmla="*/ 9470 h 91686"/>
                <a:gd name="connsiteX1" fmla="*/ 16632 w 61083"/>
                <a:gd name="connsiteY1" fmla="*/ 18586 h 91686"/>
                <a:gd name="connsiteX2" fmla="*/ 12015 w 61083"/>
                <a:gd name="connsiteY2" fmla="*/ 45873 h 91686"/>
                <a:gd name="connsiteX3" fmla="*/ 16632 w 61083"/>
                <a:gd name="connsiteY3" fmla="*/ 73159 h 91686"/>
                <a:gd name="connsiteX4" fmla="*/ 30541 w 61083"/>
                <a:gd name="connsiteY4" fmla="*/ 82215 h 91686"/>
                <a:gd name="connsiteX5" fmla="*/ 44451 w 61083"/>
                <a:gd name="connsiteY5" fmla="*/ 73159 h 91686"/>
                <a:gd name="connsiteX6" fmla="*/ 49127 w 61083"/>
                <a:gd name="connsiteY6" fmla="*/ 45873 h 91686"/>
                <a:gd name="connsiteX7" fmla="*/ 44451 w 61083"/>
                <a:gd name="connsiteY7" fmla="*/ 18586 h 91686"/>
                <a:gd name="connsiteX8" fmla="*/ 30541 w 61083"/>
                <a:gd name="connsiteY8" fmla="*/ 9470 h 91686"/>
                <a:gd name="connsiteX9" fmla="*/ 30541 w 61083"/>
                <a:gd name="connsiteY9" fmla="*/ 0 h 91686"/>
                <a:gd name="connsiteX10" fmla="*/ 53211 w 61083"/>
                <a:gd name="connsiteY10" fmla="*/ 11778 h 91686"/>
                <a:gd name="connsiteX11" fmla="*/ 61084 w 61083"/>
                <a:gd name="connsiteY11" fmla="*/ 45873 h 91686"/>
                <a:gd name="connsiteX12" fmla="*/ 53211 w 61083"/>
                <a:gd name="connsiteY12" fmla="*/ 79966 h 91686"/>
                <a:gd name="connsiteX13" fmla="*/ 30541 w 61083"/>
                <a:gd name="connsiteY13" fmla="*/ 91686 h 91686"/>
                <a:gd name="connsiteX14" fmla="*/ 7813 w 61083"/>
                <a:gd name="connsiteY14" fmla="*/ 79966 h 91686"/>
                <a:gd name="connsiteX15" fmla="*/ 0 w 61083"/>
                <a:gd name="connsiteY15" fmla="*/ 45873 h 91686"/>
                <a:gd name="connsiteX16" fmla="*/ 7813 w 61083"/>
                <a:gd name="connsiteY16" fmla="*/ 11778 h 91686"/>
                <a:gd name="connsiteX17" fmla="*/ 30541 w 61083"/>
                <a:gd name="connsiteY17" fmla="*/ 0 h 91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1083" h="91686">
                  <a:moveTo>
                    <a:pt x="30541" y="9470"/>
                  </a:moveTo>
                  <a:cubicBezTo>
                    <a:pt x="24385" y="9470"/>
                    <a:pt x="19749" y="12509"/>
                    <a:pt x="16632" y="18586"/>
                  </a:cubicBezTo>
                  <a:cubicBezTo>
                    <a:pt x="13554" y="24623"/>
                    <a:pt x="12015" y="33719"/>
                    <a:pt x="12015" y="45873"/>
                  </a:cubicBezTo>
                  <a:cubicBezTo>
                    <a:pt x="12015" y="57988"/>
                    <a:pt x="13554" y="67082"/>
                    <a:pt x="16632" y="73159"/>
                  </a:cubicBezTo>
                  <a:cubicBezTo>
                    <a:pt x="19749" y="79196"/>
                    <a:pt x="24385" y="82215"/>
                    <a:pt x="30541" y="82215"/>
                  </a:cubicBezTo>
                  <a:cubicBezTo>
                    <a:pt x="36737" y="82215"/>
                    <a:pt x="41373" y="79196"/>
                    <a:pt x="44451" y="73159"/>
                  </a:cubicBezTo>
                  <a:cubicBezTo>
                    <a:pt x="47568" y="67082"/>
                    <a:pt x="49127" y="57988"/>
                    <a:pt x="49127" y="45873"/>
                  </a:cubicBezTo>
                  <a:cubicBezTo>
                    <a:pt x="49127" y="33719"/>
                    <a:pt x="47568" y="24623"/>
                    <a:pt x="44451" y="18586"/>
                  </a:cubicBezTo>
                  <a:cubicBezTo>
                    <a:pt x="41373" y="12509"/>
                    <a:pt x="36737" y="9470"/>
                    <a:pt x="30541" y="9470"/>
                  </a:cubicBezTo>
                  <a:moveTo>
                    <a:pt x="30541" y="0"/>
                  </a:moveTo>
                  <a:cubicBezTo>
                    <a:pt x="40446" y="0"/>
                    <a:pt x="48002" y="3926"/>
                    <a:pt x="53211" y="11778"/>
                  </a:cubicBezTo>
                  <a:cubicBezTo>
                    <a:pt x="58460" y="19591"/>
                    <a:pt x="61084" y="30956"/>
                    <a:pt x="61084" y="45873"/>
                  </a:cubicBezTo>
                  <a:cubicBezTo>
                    <a:pt x="61084" y="60749"/>
                    <a:pt x="58460" y="72113"/>
                    <a:pt x="53211" y="79966"/>
                  </a:cubicBezTo>
                  <a:cubicBezTo>
                    <a:pt x="48002" y="87779"/>
                    <a:pt x="40446" y="91686"/>
                    <a:pt x="30541" y="91686"/>
                  </a:cubicBezTo>
                  <a:cubicBezTo>
                    <a:pt x="20637" y="91686"/>
                    <a:pt x="13061" y="87779"/>
                    <a:pt x="7813" y="79966"/>
                  </a:cubicBezTo>
                  <a:cubicBezTo>
                    <a:pt x="2604" y="72113"/>
                    <a:pt x="0" y="60749"/>
                    <a:pt x="0" y="45873"/>
                  </a:cubicBezTo>
                  <a:cubicBezTo>
                    <a:pt x="0" y="30956"/>
                    <a:pt x="2604" y="19591"/>
                    <a:pt x="7813" y="11778"/>
                  </a:cubicBezTo>
                  <a:cubicBezTo>
                    <a:pt x="13061" y="3926"/>
                    <a:pt x="20637" y="0"/>
                    <a:pt x="30541" y="0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A5E03AEB-F8BF-5E3C-2904-0A2AC6DF0C8D}"/>
                </a:ext>
              </a:extLst>
            </p:cNvPr>
            <p:cNvSpPr/>
            <p:nvPr/>
          </p:nvSpPr>
          <p:spPr>
            <a:xfrm>
              <a:off x="4231792" y="3244811"/>
              <a:ext cx="12488" cy="15035"/>
            </a:xfrm>
            <a:custGeom>
              <a:avLst/>
              <a:gdLst>
                <a:gd name="connsiteX0" fmla="*/ 0 w 12488"/>
                <a:gd name="connsiteY0" fmla="*/ 0 h 15035"/>
                <a:gd name="connsiteX1" fmla="*/ 12489 w 12488"/>
                <a:gd name="connsiteY1" fmla="*/ 0 h 15035"/>
                <a:gd name="connsiteX2" fmla="*/ 12489 w 12488"/>
                <a:gd name="connsiteY2" fmla="*/ 15035 h 15035"/>
                <a:gd name="connsiteX3" fmla="*/ 0 w 12488"/>
                <a:gd name="connsiteY3" fmla="*/ 15035 h 15035"/>
                <a:gd name="connsiteX4" fmla="*/ 0 w 12488"/>
                <a:gd name="connsiteY4" fmla="*/ 0 h 1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88" h="15035">
                  <a:moveTo>
                    <a:pt x="0" y="0"/>
                  </a:moveTo>
                  <a:lnTo>
                    <a:pt x="12489" y="0"/>
                  </a:lnTo>
                  <a:lnTo>
                    <a:pt x="12489" y="15035"/>
                  </a:lnTo>
                  <a:lnTo>
                    <a:pt x="0" y="150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A9144EA1-4A2F-8474-471F-34285F18D7DD}"/>
                </a:ext>
              </a:extLst>
            </p:cNvPr>
            <p:cNvSpPr/>
            <p:nvPr/>
          </p:nvSpPr>
          <p:spPr>
            <a:xfrm>
              <a:off x="4266714" y="3171475"/>
              <a:ext cx="57178" cy="90087"/>
            </a:xfrm>
            <a:custGeom>
              <a:avLst/>
              <a:gdLst>
                <a:gd name="connsiteX0" fmla="*/ 3729 w 57178"/>
                <a:gd name="connsiteY0" fmla="*/ 0 h 90087"/>
                <a:gd name="connsiteX1" fmla="*/ 50667 w 57178"/>
                <a:gd name="connsiteY1" fmla="*/ 0 h 90087"/>
                <a:gd name="connsiteX2" fmla="*/ 50667 w 57178"/>
                <a:gd name="connsiteY2" fmla="*/ 10062 h 90087"/>
                <a:gd name="connsiteX3" fmla="*/ 14679 w 57178"/>
                <a:gd name="connsiteY3" fmla="*/ 10062 h 90087"/>
                <a:gd name="connsiteX4" fmla="*/ 14679 w 57178"/>
                <a:gd name="connsiteY4" fmla="*/ 31726 h 90087"/>
                <a:gd name="connsiteX5" fmla="*/ 19888 w 57178"/>
                <a:gd name="connsiteY5" fmla="*/ 30423 h 90087"/>
                <a:gd name="connsiteX6" fmla="*/ 25097 w 57178"/>
                <a:gd name="connsiteY6" fmla="*/ 29949 h 90087"/>
                <a:gd name="connsiteX7" fmla="*/ 48537 w 57178"/>
                <a:gd name="connsiteY7" fmla="*/ 38059 h 90087"/>
                <a:gd name="connsiteX8" fmla="*/ 57178 w 57178"/>
                <a:gd name="connsiteY8" fmla="*/ 60019 h 90087"/>
                <a:gd name="connsiteX9" fmla="*/ 48300 w 57178"/>
                <a:gd name="connsiteY9" fmla="*/ 82215 h 90087"/>
                <a:gd name="connsiteX10" fmla="*/ 23262 w 57178"/>
                <a:gd name="connsiteY10" fmla="*/ 90088 h 90087"/>
                <a:gd name="connsiteX11" fmla="*/ 11898 w 57178"/>
                <a:gd name="connsiteY11" fmla="*/ 89140 h 90087"/>
                <a:gd name="connsiteX12" fmla="*/ 0 w 57178"/>
                <a:gd name="connsiteY12" fmla="*/ 86299 h 90087"/>
                <a:gd name="connsiteX13" fmla="*/ 0 w 57178"/>
                <a:gd name="connsiteY13" fmla="*/ 74284 h 90087"/>
                <a:gd name="connsiteX14" fmla="*/ 11010 w 57178"/>
                <a:gd name="connsiteY14" fmla="*/ 78605 h 90087"/>
                <a:gd name="connsiteX15" fmla="*/ 23025 w 57178"/>
                <a:gd name="connsiteY15" fmla="*/ 80025 h 90087"/>
                <a:gd name="connsiteX16" fmla="*/ 39244 w 57178"/>
                <a:gd name="connsiteY16" fmla="*/ 74639 h 90087"/>
                <a:gd name="connsiteX17" fmla="*/ 45222 w 57178"/>
                <a:gd name="connsiteY17" fmla="*/ 60019 h 90087"/>
                <a:gd name="connsiteX18" fmla="*/ 39244 w 57178"/>
                <a:gd name="connsiteY18" fmla="*/ 45398 h 90087"/>
                <a:gd name="connsiteX19" fmla="*/ 23025 w 57178"/>
                <a:gd name="connsiteY19" fmla="*/ 40012 h 90087"/>
                <a:gd name="connsiteX20" fmla="*/ 13437 w 57178"/>
                <a:gd name="connsiteY20" fmla="*/ 41078 h 90087"/>
                <a:gd name="connsiteX21" fmla="*/ 3729 w 57178"/>
                <a:gd name="connsiteY21" fmla="*/ 44393 h 90087"/>
                <a:gd name="connsiteX22" fmla="*/ 3729 w 57178"/>
                <a:gd name="connsiteY22" fmla="*/ 0 h 90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57178" h="90087">
                  <a:moveTo>
                    <a:pt x="3729" y="0"/>
                  </a:moveTo>
                  <a:lnTo>
                    <a:pt x="50667" y="0"/>
                  </a:lnTo>
                  <a:lnTo>
                    <a:pt x="50667" y="10062"/>
                  </a:lnTo>
                  <a:lnTo>
                    <a:pt x="14679" y="10062"/>
                  </a:lnTo>
                  <a:lnTo>
                    <a:pt x="14679" y="31726"/>
                  </a:lnTo>
                  <a:cubicBezTo>
                    <a:pt x="16416" y="31134"/>
                    <a:pt x="18152" y="30699"/>
                    <a:pt x="19888" y="30423"/>
                  </a:cubicBezTo>
                  <a:cubicBezTo>
                    <a:pt x="21625" y="30107"/>
                    <a:pt x="23361" y="29949"/>
                    <a:pt x="25097" y="29949"/>
                  </a:cubicBezTo>
                  <a:cubicBezTo>
                    <a:pt x="34961" y="29949"/>
                    <a:pt x="42776" y="32653"/>
                    <a:pt x="48537" y="38059"/>
                  </a:cubicBezTo>
                  <a:cubicBezTo>
                    <a:pt x="54298" y="43465"/>
                    <a:pt x="57178" y="50786"/>
                    <a:pt x="57178" y="60019"/>
                  </a:cubicBezTo>
                  <a:cubicBezTo>
                    <a:pt x="57178" y="69529"/>
                    <a:pt x="54219" y="76927"/>
                    <a:pt x="48300" y="82215"/>
                  </a:cubicBezTo>
                  <a:cubicBezTo>
                    <a:pt x="42381" y="87464"/>
                    <a:pt x="34035" y="90088"/>
                    <a:pt x="23262" y="90088"/>
                  </a:cubicBezTo>
                  <a:cubicBezTo>
                    <a:pt x="19552" y="90088"/>
                    <a:pt x="15764" y="89772"/>
                    <a:pt x="11898" y="89140"/>
                  </a:cubicBezTo>
                  <a:cubicBezTo>
                    <a:pt x="8070" y="88508"/>
                    <a:pt x="4104" y="87562"/>
                    <a:pt x="0" y="86299"/>
                  </a:cubicBezTo>
                  <a:lnTo>
                    <a:pt x="0" y="74284"/>
                  </a:lnTo>
                  <a:cubicBezTo>
                    <a:pt x="3552" y="76217"/>
                    <a:pt x="7221" y="77658"/>
                    <a:pt x="11010" y="78605"/>
                  </a:cubicBezTo>
                  <a:cubicBezTo>
                    <a:pt x="14799" y="79551"/>
                    <a:pt x="18804" y="80025"/>
                    <a:pt x="23025" y="80025"/>
                  </a:cubicBezTo>
                  <a:cubicBezTo>
                    <a:pt x="29852" y="80025"/>
                    <a:pt x="35258" y="78229"/>
                    <a:pt x="39244" y="74639"/>
                  </a:cubicBezTo>
                  <a:cubicBezTo>
                    <a:pt x="43228" y="71047"/>
                    <a:pt x="45222" y="66175"/>
                    <a:pt x="45222" y="60019"/>
                  </a:cubicBezTo>
                  <a:cubicBezTo>
                    <a:pt x="45222" y="53863"/>
                    <a:pt x="43228" y="48990"/>
                    <a:pt x="39244" y="45398"/>
                  </a:cubicBezTo>
                  <a:cubicBezTo>
                    <a:pt x="35258" y="41808"/>
                    <a:pt x="29852" y="40012"/>
                    <a:pt x="23025" y="40012"/>
                  </a:cubicBezTo>
                  <a:cubicBezTo>
                    <a:pt x="19829" y="40012"/>
                    <a:pt x="16632" y="40367"/>
                    <a:pt x="13437" y="41078"/>
                  </a:cubicBezTo>
                  <a:cubicBezTo>
                    <a:pt x="10279" y="41788"/>
                    <a:pt x="7044" y="42892"/>
                    <a:pt x="3729" y="44393"/>
                  </a:cubicBezTo>
                  <a:lnTo>
                    <a:pt x="3729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5" name="Freeform 354">
              <a:extLst>
                <a:ext uri="{FF2B5EF4-FFF2-40B4-BE49-F238E27FC236}">
                  <a16:creationId xmlns:a16="http://schemas.microsoft.com/office/drawing/2014/main" id="{19910505-87A6-8357-56EA-096AB1F8317D}"/>
                </a:ext>
              </a:extLst>
            </p:cNvPr>
            <p:cNvSpPr/>
            <p:nvPr/>
          </p:nvSpPr>
          <p:spPr>
            <a:xfrm>
              <a:off x="4152478" y="2816185"/>
              <a:ext cx="52619" cy="88371"/>
            </a:xfrm>
            <a:custGeom>
              <a:avLst/>
              <a:gdLst>
                <a:gd name="connsiteX0" fmla="*/ 1717 w 52619"/>
                <a:gd name="connsiteY0" fmla="*/ 78308 h 88371"/>
                <a:gd name="connsiteX1" fmla="*/ 21248 w 52619"/>
                <a:gd name="connsiteY1" fmla="*/ 78308 h 88371"/>
                <a:gd name="connsiteX2" fmla="*/ 21248 w 52619"/>
                <a:gd name="connsiteY2" fmla="*/ 10890 h 88371"/>
                <a:gd name="connsiteX3" fmla="*/ 0 w 52619"/>
                <a:gd name="connsiteY3" fmla="*/ 15152 h 88371"/>
                <a:gd name="connsiteX4" fmla="*/ 0 w 52619"/>
                <a:gd name="connsiteY4" fmla="*/ 4261 h 88371"/>
                <a:gd name="connsiteX5" fmla="*/ 21130 w 52619"/>
                <a:gd name="connsiteY5" fmla="*/ 0 h 88371"/>
                <a:gd name="connsiteX6" fmla="*/ 33087 w 52619"/>
                <a:gd name="connsiteY6" fmla="*/ 0 h 88371"/>
                <a:gd name="connsiteX7" fmla="*/ 33087 w 52619"/>
                <a:gd name="connsiteY7" fmla="*/ 78308 h 88371"/>
                <a:gd name="connsiteX8" fmla="*/ 52619 w 52619"/>
                <a:gd name="connsiteY8" fmla="*/ 78308 h 88371"/>
                <a:gd name="connsiteX9" fmla="*/ 52619 w 52619"/>
                <a:gd name="connsiteY9" fmla="*/ 88371 h 88371"/>
                <a:gd name="connsiteX10" fmla="*/ 1717 w 52619"/>
                <a:gd name="connsiteY10" fmla="*/ 88371 h 88371"/>
                <a:gd name="connsiteX11" fmla="*/ 1717 w 52619"/>
                <a:gd name="connsiteY11" fmla="*/ 78308 h 88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619" h="88371">
                  <a:moveTo>
                    <a:pt x="1717" y="78308"/>
                  </a:moveTo>
                  <a:lnTo>
                    <a:pt x="21248" y="78308"/>
                  </a:lnTo>
                  <a:lnTo>
                    <a:pt x="21248" y="10890"/>
                  </a:lnTo>
                  <a:lnTo>
                    <a:pt x="0" y="15152"/>
                  </a:lnTo>
                  <a:lnTo>
                    <a:pt x="0" y="4261"/>
                  </a:lnTo>
                  <a:lnTo>
                    <a:pt x="21130" y="0"/>
                  </a:lnTo>
                  <a:lnTo>
                    <a:pt x="33087" y="0"/>
                  </a:lnTo>
                  <a:lnTo>
                    <a:pt x="33087" y="78308"/>
                  </a:lnTo>
                  <a:lnTo>
                    <a:pt x="52619" y="78308"/>
                  </a:lnTo>
                  <a:lnTo>
                    <a:pt x="52619" y="88371"/>
                  </a:lnTo>
                  <a:lnTo>
                    <a:pt x="1717" y="88371"/>
                  </a:lnTo>
                  <a:lnTo>
                    <a:pt x="1717" y="78308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578441ED-6BCC-0602-FA2A-1634930ACC8D}"/>
                </a:ext>
              </a:extLst>
            </p:cNvPr>
            <p:cNvSpPr/>
            <p:nvPr/>
          </p:nvSpPr>
          <p:spPr>
            <a:xfrm>
              <a:off x="4229247" y="2889521"/>
              <a:ext cx="12488" cy="15035"/>
            </a:xfrm>
            <a:custGeom>
              <a:avLst/>
              <a:gdLst>
                <a:gd name="connsiteX0" fmla="*/ 0 w 12488"/>
                <a:gd name="connsiteY0" fmla="*/ 0 h 15035"/>
                <a:gd name="connsiteX1" fmla="*/ 12489 w 12488"/>
                <a:gd name="connsiteY1" fmla="*/ 0 h 15035"/>
                <a:gd name="connsiteX2" fmla="*/ 12489 w 12488"/>
                <a:gd name="connsiteY2" fmla="*/ 15035 h 15035"/>
                <a:gd name="connsiteX3" fmla="*/ 0 w 12488"/>
                <a:gd name="connsiteY3" fmla="*/ 15035 h 15035"/>
                <a:gd name="connsiteX4" fmla="*/ 0 w 12488"/>
                <a:gd name="connsiteY4" fmla="*/ 0 h 1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88" h="15035">
                  <a:moveTo>
                    <a:pt x="0" y="0"/>
                  </a:moveTo>
                  <a:lnTo>
                    <a:pt x="12489" y="0"/>
                  </a:lnTo>
                  <a:lnTo>
                    <a:pt x="12489" y="15035"/>
                  </a:lnTo>
                  <a:lnTo>
                    <a:pt x="0" y="150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7B009918-864C-E991-E987-F4E464414172}"/>
                </a:ext>
              </a:extLst>
            </p:cNvPr>
            <p:cNvSpPr/>
            <p:nvPr/>
          </p:nvSpPr>
          <p:spPr>
            <a:xfrm>
              <a:off x="4262809" y="2814587"/>
              <a:ext cx="61083" cy="91685"/>
            </a:xfrm>
            <a:custGeom>
              <a:avLst/>
              <a:gdLst>
                <a:gd name="connsiteX0" fmla="*/ 30541 w 61083"/>
                <a:gd name="connsiteY0" fmla="*/ 9470 h 91685"/>
                <a:gd name="connsiteX1" fmla="*/ 16632 w 61083"/>
                <a:gd name="connsiteY1" fmla="*/ 18586 h 91685"/>
                <a:gd name="connsiteX2" fmla="*/ 12015 w 61083"/>
                <a:gd name="connsiteY2" fmla="*/ 45872 h 91685"/>
                <a:gd name="connsiteX3" fmla="*/ 16632 w 61083"/>
                <a:gd name="connsiteY3" fmla="*/ 73159 h 91685"/>
                <a:gd name="connsiteX4" fmla="*/ 30541 w 61083"/>
                <a:gd name="connsiteY4" fmla="*/ 82215 h 91685"/>
                <a:gd name="connsiteX5" fmla="*/ 44451 w 61083"/>
                <a:gd name="connsiteY5" fmla="*/ 73159 h 91685"/>
                <a:gd name="connsiteX6" fmla="*/ 49127 w 61083"/>
                <a:gd name="connsiteY6" fmla="*/ 45872 h 91685"/>
                <a:gd name="connsiteX7" fmla="*/ 44451 w 61083"/>
                <a:gd name="connsiteY7" fmla="*/ 18586 h 91685"/>
                <a:gd name="connsiteX8" fmla="*/ 30541 w 61083"/>
                <a:gd name="connsiteY8" fmla="*/ 9470 h 91685"/>
                <a:gd name="connsiteX9" fmla="*/ 30541 w 61083"/>
                <a:gd name="connsiteY9" fmla="*/ 0 h 91685"/>
                <a:gd name="connsiteX10" fmla="*/ 53211 w 61083"/>
                <a:gd name="connsiteY10" fmla="*/ 11778 h 91685"/>
                <a:gd name="connsiteX11" fmla="*/ 61084 w 61083"/>
                <a:gd name="connsiteY11" fmla="*/ 45872 h 91685"/>
                <a:gd name="connsiteX12" fmla="*/ 53211 w 61083"/>
                <a:gd name="connsiteY12" fmla="*/ 79966 h 91685"/>
                <a:gd name="connsiteX13" fmla="*/ 30541 w 61083"/>
                <a:gd name="connsiteY13" fmla="*/ 91685 h 91685"/>
                <a:gd name="connsiteX14" fmla="*/ 7813 w 61083"/>
                <a:gd name="connsiteY14" fmla="*/ 79966 h 91685"/>
                <a:gd name="connsiteX15" fmla="*/ 0 w 61083"/>
                <a:gd name="connsiteY15" fmla="*/ 45872 h 91685"/>
                <a:gd name="connsiteX16" fmla="*/ 7813 w 61083"/>
                <a:gd name="connsiteY16" fmla="*/ 11778 h 91685"/>
                <a:gd name="connsiteX17" fmla="*/ 30541 w 61083"/>
                <a:gd name="connsiteY17" fmla="*/ 0 h 91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1083" h="91685">
                  <a:moveTo>
                    <a:pt x="30541" y="9470"/>
                  </a:moveTo>
                  <a:cubicBezTo>
                    <a:pt x="24385" y="9470"/>
                    <a:pt x="19749" y="12509"/>
                    <a:pt x="16632" y="18586"/>
                  </a:cubicBezTo>
                  <a:cubicBezTo>
                    <a:pt x="13554" y="24624"/>
                    <a:pt x="12015" y="33719"/>
                    <a:pt x="12015" y="45872"/>
                  </a:cubicBezTo>
                  <a:cubicBezTo>
                    <a:pt x="12015" y="57986"/>
                    <a:pt x="13554" y="67082"/>
                    <a:pt x="16632" y="73159"/>
                  </a:cubicBezTo>
                  <a:cubicBezTo>
                    <a:pt x="19749" y="79196"/>
                    <a:pt x="24385" y="82215"/>
                    <a:pt x="30541" y="82215"/>
                  </a:cubicBezTo>
                  <a:cubicBezTo>
                    <a:pt x="36737" y="82215"/>
                    <a:pt x="41373" y="79196"/>
                    <a:pt x="44451" y="73159"/>
                  </a:cubicBezTo>
                  <a:cubicBezTo>
                    <a:pt x="47568" y="67082"/>
                    <a:pt x="49127" y="57986"/>
                    <a:pt x="49127" y="45872"/>
                  </a:cubicBezTo>
                  <a:cubicBezTo>
                    <a:pt x="49127" y="33719"/>
                    <a:pt x="47568" y="24624"/>
                    <a:pt x="44451" y="18586"/>
                  </a:cubicBezTo>
                  <a:cubicBezTo>
                    <a:pt x="41373" y="12509"/>
                    <a:pt x="36737" y="9470"/>
                    <a:pt x="30541" y="9470"/>
                  </a:cubicBezTo>
                  <a:moveTo>
                    <a:pt x="30541" y="0"/>
                  </a:moveTo>
                  <a:cubicBezTo>
                    <a:pt x="40446" y="0"/>
                    <a:pt x="48002" y="3926"/>
                    <a:pt x="53211" y="11778"/>
                  </a:cubicBezTo>
                  <a:cubicBezTo>
                    <a:pt x="58460" y="19591"/>
                    <a:pt x="61084" y="30956"/>
                    <a:pt x="61084" y="45872"/>
                  </a:cubicBezTo>
                  <a:cubicBezTo>
                    <a:pt x="61084" y="60748"/>
                    <a:pt x="58460" y="72113"/>
                    <a:pt x="53211" y="79966"/>
                  </a:cubicBezTo>
                  <a:cubicBezTo>
                    <a:pt x="48002" y="87779"/>
                    <a:pt x="40446" y="91685"/>
                    <a:pt x="30541" y="91685"/>
                  </a:cubicBezTo>
                  <a:cubicBezTo>
                    <a:pt x="20636" y="91685"/>
                    <a:pt x="13060" y="87779"/>
                    <a:pt x="7813" y="79966"/>
                  </a:cubicBezTo>
                  <a:cubicBezTo>
                    <a:pt x="2604" y="72113"/>
                    <a:pt x="0" y="60748"/>
                    <a:pt x="0" y="45872"/>
                  </a:cubicBezTo>
                  <a:cubicBezTo>
                    <a:pt x="0" y="30956"/>
                    <a:pt x="2604" y="19591"/>
                    <a:pt x="7813" y="11778"/>
                  </a:cubicBezTo>
                  <a:cubicBezTo>
                    <a:pt x="13060" y="3926"/>
                    <a:pt x="20636" y="0"/>
                    <a:pt x="30541" y="0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8" name="Freeform 357">
              <a:extLst>
                <a:ext uri="{FF2B5EF4-FFF2-40B4-BE49-F238E27FC236}">
                  <a16:creationId xmlns:a16="http://schemas.microsoft.com/office/drawing/2014/main" id="{D7B76A63-13D7-8C6E-9F28-C7D2B08E1FAC}"/>
                </a:ext>
              </a:extLst>
            </p:cNvPr>
            <p:cNvSpPr/>
            <p:nvPr/>
          </p:nvSpPr>
          <p:spPr>
            <a:xfrm>
              <a:off x="4155023" y="2460894"/>
              <a:ext cx="52619" cy="88370"/>
            </a:xfrm>
            <a:custGeom>
              <a:avLst/>
              <a:gdLst>
                <a:gd name="connsiteX0" fmla="*/ 1715 w 52619"/>
                <a:gd name="connsiteY0" fmla="*/ 78309 h 88370"/>
                <a:gd name="connsiteX1" fmla="*/ 21248 w 52619"/>
                <a:gd name="connsiteY1" fmla="*/ 78309 h 88370"/>
                <a:gd name="connsiteX2" fmla="*/ 21248 w 52619"/>
                <a:gd name="connsiteY2" fmla="*/ 10891 h 88370"/>
                <a:gd name="connsiteX3" fmla="*/ 0 w 52619"/>
                <a:gd name="connsiteY3" fmla="*/ 15153 h 88370"/>
                <a:gd name="connsiteX4" fmla="*/ 0 w 52619"/>
                <a:gd name="connsiteY4" fmla="*/ 4262 h 88370"/>
                <a:gd name="connsiteX5" fmla="*/ 21130 w 52619"/>
                <a:gd name="connsiteY5" fmla="*/ 0 h 88370"/>
                <a:gd name="connsiteX6" fmla="*/ 33087 w 52619"/>
                <a:gd name="connsiteY6" fmla="*/ 0 h 88370"/>
                <a:gd name="connsiteX7" fmla="*/ 33087 w 52619"/>
                <a:gd name="connsiteY7" fmla="*/ 78309 h 88370"/>
                <a:gd name="connsiteX8" fmla="*/ 52619 w 52619"/>
                <a:gd name="connsiteY8" fmla="*/ 78309 h 88370"/>
                <a:gd name="connsiteX9" fmla="*/ 52619 w 52619"/>
                <a:gd name="connsiteY9" fmla="*/ 88370 h 88370"/>
                <a:gd name="connsiteX10" fmla="*/ 1715 w 52619"/>
                <a:gd name="connsiteY10" fmla="*/ 88370 h 88370"/>
                <a:gd name="connsiteX11" fmla="*/ 1715 w 52619"/>
                <a:gd name="connsiteY11" fmla="*/ 78309 h 88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619" h="88370">
                  <a:moveTo>
                    <a:pt x="1715" y="78309"/>
                  </a:moveTo>
                  <a:lnTo>
                    <a:pt x="21248" y="78309"/>
                  </a:lnTo>
                  <a:lnTo>
                    <a:pt x="21248" y="10891"/>
                  </a:lnTo>
                  <a:lnTo>
                    <a:pt x="0" y="15153"/>
                  </a:lnTo>
                  <a:lnTo>
                    <a:pt x="0" y="4262"/>
                  </a:lnTo>
                  <a:lnTo>
                    <a:pt x="21130" y="0"/>
                  </a:lnTo>
                  <a:lnTo>
                    <a:pt x="33087" y="0"/>
                  </a:lnTo>
                  <a:lnTo>
                    <a:pt x="33087" y="78309"/>
                  </a:lnTo>
                  <a:lnTo>
                    <a:pt x="52619" y="78309"/>
                  </a:lnTo>
                  <a:lnTo>
                    <a:pt x="52619" y="88370"/>
                  </a:lnTo>
                  <a:lnTo>
                    <a:pt x="1715" y="88370"/>
                  </a:lnTo>
                  <a:lnTo>
                    <a:pt x="1715" y="78309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BDBE5C9A-F9CD-A58F-D784-A35F8A75C8FD}"/>
                </a:ext>
              </a:extLst>
            </p:cNvPr>
            <p:cNvSpPr/>
            <p:nvPr/>
          </p:nvSpPr>
          <p:spPr>
            <a:xfrm>
              <a:off x="4231792" y="2534230"/>
              <a:ext cx="12488" cy="15033"/>
            </a:xfrm>
            <a:custGeom>
              <a:avLst/>
              <a:gdLst>
                <a:gd name="connsiteX0" fmla="*/ 0 w 12488"/>
                <a:gd name="connsiteY0" fmla="*/ 0 h 15033"/>
                <a:gd name="connsiteX1" fmla="*/ 12489 w 12488"/>
                <a:gd name="connsiteY1" fmla="*/ 0 h 15033"/>
                <a:gd name="connsiteX2" fmla="*/ 12489 w 12488"/>
                <a:gd name="connsiteY2" fmla="*/ 15034 h 15033"/>
                <a:gd name="connsiteX3" fmla="*/ 0 w 12488"/>
                <a:gd name="connsiteY3" fmla="*/ 15034 h 15033"/>
                <a:gd name="connsiteX4" fmla="*/ 0 w 12488"/>
                <a:gd name="connsiteY4" fmla="*/ 0 h 15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88" h="15033">
                  <a:moveTo>
                    <a:pt x="0" y="0"/>
                  </a:moveTo>
                  <a:lnTo>
                    <a:pt x="12489" y="0"/>
                  </a:lnTo>
                  <a:lnTo>
                    <a:pt x="12489" y="15034"/>
                  </a:lnTo>
                  <a:lnTo>
                    <a:pt x="0" y="150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8C94EF3F-5069-152A-9CE3-6327F8719F68}"/>
                </a:ext>
              </a:extLst>
            </p:cNvPr>
            <p:cNvSpPr/>
            <p:nvPr/>
          </p:nvSpPr>
          <p:spPr>
            <a:xfrm>
              <a:off x="4266714" y="2460894"/>
              <a:ext cx="57178" cy="90087"/>
            </a:xfrm>
            <a:custGeom>
              <a:avLst/>
              <a:gdLst>
                <a:gd name="connsiteX0" fmla="*/ 3729 w 57178"/>
                <a:gd name="connsiteY0" fmla="*/ 0 h 90087"/>
                <a:gd name="connsiteX1" fmla="*/ 50667 w 57178"/>
                <a:gd name="connsiteY1" fmla="*/ 0 h 90087"/>
                <a:gd name="connsiteX2" fmla="*/ 50667 w 57178"/>
                <a:gd name="connsiteY2" fmla="*/ 10062 h 90087"/>
                <a:gd name="connsiteX3" fmla="*/ 14679 w 57178"/>
                <a:gd name="connsiteY3" fmla="*/ 10062 h 90087"/>
                <a:gd name="connsiteX4" fmla="*/ 14679 w 57178"/>
                <a:gd name="connsiteY4" fmla="*/ 31726 h 90087"/>
                <a:gd name="connsiteX5" fmla="*/ 19888 w 57178"/>
                <a:gd name="connsiteY5" fmla="*/ 30424 h 90087"/>
                <a:gd name="connsiteX6" fmla="*/ 25097 w 57178"/>
                <a:gd name="connsiteY6" fmla="*/ 29950 h 90087"/>
                <a:gd name="connsiteX7" fmla="*/ 48537 w 57178"/>
                <a:gd name="connsiteY7" fmla="*/ 38059 h 90087"/>
                <a:gd name="connsiteX8" fmla="*/ 57178 w 57178"/>
                <a:gd name="connsiteY8" fmla="*/ 60019 h 90087"/>
                <a:gd name="connsiteX9" fmla="*/ 48300 w 57178"/>
                <a:gd name="connsiteY9" fmla="*/ 82216 h 90087"/>
                <a:gd name="connsiteX10" fmla="*/ 23262 w 57178"/>
                <a:gd name="connsiteY10" fmla="*/ 90087 h 90087"/>
                <a:gd name="connsiteX11" fmla="*/ 11898 w 57178"/>
                <a:gd name="connsiteY11" fmla="*/ 89140 h 90087"/>
                <a:gd name="connsiteX12" fmla="*/ 0 w 57178"/>
                <a:gd name="connsiteY12" fmla="*/ 86300 h 90087"/>
                <a:gd name="connsiteX13" fmla="*/ 0 w 57178"/>
                <a:gd name="connsiteY13" fmla="*/ 74283 h 90087"/>
                <a:gd name="connsiteX14" fmla="*/ 11010 w 57178"/>
                <a:gd name="connsiteY14" fmla="*/ 78604 h 90087"/>
                <a:gd name="connsiteX15" fmla="*/ 23025 w 57178"/>
                <a:gd name="connsiteY15" fmla="*/ 80026 h 90087"/>
                <a:gd name="connsiteX16" fmla="*/ 39244 w 57178"/>
                <a:gd name="connsiteY16" fmla="*/ 74638 h 90087"/>
                <a:gd name="connsiteX17" fmla="*/ 45222 w 57178"/>
                <a:gd name="connsiteY17" fmla="*/ 60019 h 90087"/>
                <a:gd name="connsiteX18" fmla="*/ 39244 w 57178"/>
                <a:gd name="connsiteY18" fmla="*/ 45399 h 90087"/>
                <a:gd name="connsiteX19" fmla="*/ 23025 w 57178"/>
                <a:gd name="connsiteY19" fmla="*/ 40013 h 90087"/>
                <a:gd name="connsiteX20" fmla="*/ 13437 w 57178"/>
                <a:gd name="connsiteY20" fmla="*/ 41078 h 90087"/>
                <a:gd name="connsiteX21" fmla="*/ 3729 w 57178"/>
                <a:gd name="connsiteY21" fmla="*/ 44393 h 90087"/>
                <a:gd name="connsiteX22" fmla="*/ 3729 w 57178"/>
                <a:gd name="connsiteY22" fmla="*/ 0 h 90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57178" h="90087">
                  <a:moveTo>
                    <a:pt x="3729" y="0"/>
                  </a:moveTo>
                  <a:lnTo>
                    <a:pt x="50667" y="0"/>
                  </a:lnTo>
                  <a:lnTo>
                    <a:pt x="50667" y="10062"/>
                  </a:lnTo>
                  <a:lnTo>
                    <a:pt x="14679" y="10062"/>
                  </a:lnTo>
                  <a:lnTo>
                    <a:pt x="14679" y="31726"/>
                  </a:lnTo>
                  <a:cubicBezTo>
                    <a:pt x="16416" y="31134"/>
                    <a:pt x="18152" y="30700"/>
                    <a:pt x="19888" y="30424"/>
                  </a:cubicBezTo>
                  <a:cubicBezTo>
                    <a:pt x="21625" y="30108"/>
                    <a:pt x="23361" y="29950"/>
                    <a:pt x="25097" y="29950"/>
                  </a:cubicBezTo>
                  <a:cubicBezTo>
                    <a:pt x="34961" y="29950"/>
                    <a:pt x="42776" y="32653"/>
                    <a:pt x="48537" y="38059"/>
                  </a:cubicBezTo>
                  <a:cubicBezTo>
                    <a:pt x="54298" y="43465"/>
                    <a:pt x="57178" y="50785"/>
                    <a:pt x="57178" y="60019"/>
                  </a:cubicBezTo>
                  <a:cubicBezTo>
                    <a:pt x="57178" y="69529"/>
                    <a:pt x="54219" y="76928"/>
                    <a:pt x="48300" y="82216"/>
                  </a:cubicBezTo>
                  <a:cubicBezTo>
                    <a:pt x="42381" y="87463"/>
                    <a:pt x="34035" y="90087"/>
                    <a:pt x="23262" y="90087"/>
                  </a:cubicBezTo>
                  <a:cubicBezTo>
                    <a:pt x="19552" y="90087"/>
                    <a:pt x="15764" y="89772"/>
                    <a:pt x="11898" y="89140"/>
                  </a:cubicBezTo>
                  <a:cubicBezTo>
                    <a:pt x="8070" y="88509"/>
                    <a:pt x="4104" y="87562"/>
                    <a:pt x="0" y="86300"/>
                  </a:cubicBezTo>
                  <a:lnTo>
                    <a:pt x="0" y="74283"/>
                  </a:lnTo>
                  <a:cubicBezTo>
                    <a:pt x="3552" y="76216"/>
                    <a:pt x="7221" y="77657"/>
                    <a:pt x="11010" y="78604"/>
                  </a:cubicBezTo>
                  <a:cubicBezTo>
                    <a:pt x="14799" y="79552"/>
                    <a:pt x="18804" y="80026"/>
                    <a:pt x="23025" y="80026"/>
                  </a:cubicBezTo>
                  <a:cubicBezTo>
                    <a:pt x="29852" y="80026"/>
                    <a:pt x="35258" y="78230"/>
                    <a:pt x="39244" y="74638"/>
                  </a:cubicBezTo>
                  <a:cubicBezTo>
                    <a:pt x="43228" y="71048"/>
                    <a:pt x="45222" y="66175"/>
                    <a:pt x="45222" y="60019"/>
                  </a:cubicBezTo>
                  <a:cubicBezTo>
                    <a:pt x="45222" y="53863"/>
                    <a:pt x="43228" y="48990"/>
                    <a:pt x="39244" y="45399"/>
                  </a:cubicBezTo>
                  <a:cubicBezTo>
                    <a:pt x="35258" y="41808"/>
                    <a:pt x="29852" y="40013"/>
                    <a:pt x="23025" y="40013"/>
                  </a:cubicBezTo>
                  <a:cubicBezTo>
                    <a:pt x="19829" y="40013"/>
                    <a:pt x="16632" y="40368"/>
                    <a:pt x="13437" y="41078"/>
                  </a:cubicBezTo>
                  <a:cubicBezTo>
                    <a:pt x="10279" y="41788"/>
                    <a:pt x="7044" y="42893"/>
                    <a:pt x="3729" y="44393"/>
                  </a:cubicBezTo>
                  <a:lnTo>
                    <a:pt x="3729" y="0"/>
                  </a:ln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1" name="Freeform 360">
              <a:extLst>
                <a:ext uri="{FF2B5EF4-FFF2-40B4-BE49-F238E27FC236}">
                  <a16:creationId xmlns:a16="http://schemas.microsoft.com/office/drawing/2014/main" id="{7B38A46A-09A8-449A-C6D5-8881B40F6C98}"/>
                </a:ext>
              </a:extLst>
            </p:cNvPr>
            <p:cNvSpPr/>
            <p:nvPr/>
          </p:nvSpPr>
          <p:spPr>
            <a:xfrm>
              <a:off x="3891727" y="3387165"/>
              <a:ext cx="90693" cy="64684"/>
            </a:xfrm>
            <a:custGeom>
              <a:avLst/>
              <a:gdLst>
                <a:gd name="connsiteX0" fmla="*/ 5339 w 90693"/>
                <a:gd name="connsiteY0" fmla="*/ 0 h 64684"/>
                <a:gd name="connsiteX1" fmla="*/ 8556 w 90693"/>
                <a:gd name="connsiteY1" fmla="*/ 617 h 64684"/>
                <a:gd name="connsiteX2" fmla="*/ 62082 w 90693"/>
                <a:gd name="connsiteY2" fmla="*/ 14033 h 64684"/>
                <a:gd name="connsiteX3" fmla="*/ 82343 w 90693"/>
                <a:gd name="connsiteY3" fmla="*/ 26558 h 64684"/>
                <a:gd name="connsiteX4" fmla="*/ 90694 w 90693"/>
                <a:gd name="connsiteY4" fmla="*/ 46887 h 64684"/>
                <a:gd name="connsiteX5" fmla="*/ 87203 w 90693"/>
                <a:gd name="connsiteY5" fmla="*/ 57565 h 64684"/>
                <a:gd name="connsiteX6" fmla="*/ 78510 w 90693"/>
                <a:gd name="connsiteY6" fmla="*/ 61740 h 64684"/>
                <a:gd name="connsiteX7" fmla="*/ 71597 w 90693"/>
                <a:gd name="connsiteY7" fmla="*/ 59276 h 64684"/>
                <a:gd name="connsiteX8" fmla="*/ 69406 w 90693"/>
                <a:gd name="connsiteY8" fmla="*/ 53869 h 64684"/>
                <a:gd name="connsiteX9" fmla="*/ 69680 w 90693"/>
                <a:gd name="connsiteY9" fmla="*/ 51884 h 64684"/>
                <a:gd name="connsiteX10" fmla="*/ 71118 w 90693"/>
                <a:gd name="connsiteY10" fmla="*/ 49763 h 64684"/>
                <a:gd name="connsiteX11" fmla="*/ 74266 w 90693"/>
                <a:gd name="connsiteY11" fmla="*/ 48667 h 64684"/>
                <a:gd name="connsiteX12" fmla="*/ 80016 w 90693"/>
                <a:gd name="connsiteY12" fmla="*/ 51474 h 64684"/>
                <a:gd name="connsiteX13" fmla="*/ 81453 w 90693"/>
                <a:gd name="connsiteY13" fmla="*/ 54143 h 64684"/>
                <a:gd name="connsiteX14" fmla="*/ 81727 w 90693"/>
                <a:gd name="connsiteY14" fmla="*/ 57497 h 64684"/>
                <a:gd name="connsiteX15" fmla="*/ 84944 w 90693"/>
                <a:gd name="connsiteY15" fmla="*/ 55169 h 64684"/>
                <a:gd name="connsiteX16" fmla="*/ 86724 w 90693"/>
                <a:gd name="connsiteY16" fmla="*/ 51953 h 64684"/>
                <a:gd name="connsiteX17" fmla="*/ 87408 w 90693"/>
                <a:gd name="connsiteY17" fmla="*/ 49146 h 64684"/>
                <a:gd name="connsiteX18" fmla="*/ 87613 w 90693"/>
                <a:gd name="connsiteY18" fmla="*/ 46887 h 64684"/>
                <a:gd name="connsiteX19" fmla="*/ 78784 w 90693"/>
                <a:gd name="connsiteY19" fmla="*/ 31418 h 64684"/>
                <a:gd name="connsiteX20" fmla="*/ 73445 w 90693"/>
                <a:gd name="connsiteY20" fmla="*/ 27996 h 64684"/>
                <a:gd name="connsiteX21" fmla="*/ 67627 w 90693"/>
                <a:gd name="connsiteY21" fmla="*/ 25395 h 64684"/>
                <a:gd name="connsiteX22" fmla="*/ 62767 w 90693"/>
                <a:gd name="connsiteY22" fmla="*/ 23820 h 64684"/>
                <a:gd name="connsiteX23" fmla="*/ 57154 w 90693"/>
                <a:gd name="connsiteY23" fmla="*/ 22315 h 64684"/>
                <a:gd name="connsiteX24" fmla="*/ 63520 w 90693"/>
                <a:gd name="connsiteY24" fmla="*/ 36484 h 64684"/>
                <a:gd name="connsiteX25" fmla="*/ 62630 w 90693"/>
                <a:gd name="connsiteY25" fmla="*/ 42713 h 64684"/>
                <a:gd name="connsiteX26" fmla="*/ 59892 w 90693"/>
                <a:gd name="connsiteY26" fmla="*/ 48119 h 64684"/>
                <a:gd name="connsiteX27" fmla="*/ 54622 w 90693"/>
                <a:gd name="connsiteY27" fmla="*/ 52158 h 64684"/>
                <a:gd name="connsiteX28" fmla="*/ 46818 w 90693"/>
                <a:gd name="connsiteY28" fmla="*/ 53595 h 64684"/>
                <a:gd name="connsiteX29" fmla="*/ 35661 w 90693"/>
                <a:gd name="connsiteY29" fmla="*/ 51747 h 64684"/>
                <a:gd name="connsiteX30" fmla="*/ 17386 w 90693"/>
                <a:gd name="connsiteY30" fmla="*/ 45449 h 64684"/>
                <a:gd name="connsiteX31" fmla="*/ 7529 w 90693"/>
                <a:gd name="connsiteY31" fmla="*/ 43055 h 64684"/>
                <a:gd name="connsiteX32" fmla="*/ 4997 w 90693"/>
                <a:gd name="connsiteY32" fmla="*/ 43397 h 64684"/>
                <a:gd name="connsiteX33" fmla="*/ 3628 w 90693"/>
                <a:gd name="connsiteY33" fmla="*/ 44424 h 64684"/>
                <a:gd name="connsiteX34" fmla="*/ 3149 w 90693"/>
                <a:gd name="connsiteY34" fmla="*/ 45518 h 64684"/>
                <a:gd name="connsiteX35" fmla="*/ 3080 w 90693"/>
                <a:gd name="connsiteY35" fmla="*/ 46545 h 64684"/>
                <a:gd name="connsiteX36" fmla="*/ 7187 w 90693"/>
                <a:gd name="connsiteY36" fmla="*/ 54348 h 64684"/>
                <a:gd name="connsiteX37" fmla="*/ 20466 w 90693"/>
                <a:gd name="connsiteY37" fmla="*/ 60714 h 64684"/>
                <a:gd name="connsiteX38" fmla="*/ 22588 w 90693"/>
                <a:gd name="connsiteY38" fmla="*/ 61604 h 64684"/>
                <a:gd name="connsiteX39" fmla="*/ 22999 w 90693"/>
                <a:gd name="connsiteY39" fmla="*/ 62973 h 64684"/>
                <a:gd name="connsiteX40" fmla="*/ 21561 w 90693"/>
                <a:gd name="connsiteY40" fmla="*/ 64684 h 64684"/>
                <a:gd name="connsiteX41" fmla="*/ 18892 w 90693"/>
                <a:gd name="connsiteY41" fmla="*/ 64068 h 64684"/>
                <a:gd name="connsiteX42" fmla="*/ 13484 w 90693"/>
                <a:gd name="connsiteY42" fmla="*/ 62015 h 64684"/>
                <a:gd name="connsiteX43" fmla="*/ 7256 w 90693"/>
                <a:gd name="connsiteY43" fmla="*/ 58455 h 64684"/>
                <a:gd name="connsiteX44" fmla="*/ 2122 w 90693"/>
                <a:gd name="connsiteY44" fmla="*/ 53185 h 64684"/>
                <a:gd name="connsiteX45" fmla="*/ 0 w 90693"/>
                <a:gd name="connsiteY45" fmla="*/ 46135 h 64684"/>
                <a:gd name="connsiteX46" fmla="*/ 3354 w 90693"/>
                <a:gd name="connsiteY46" fmla="*/ 37853 h 64684"/>
                <a:gd name="connsiteX47" fmla="*/ 11499 w 90693"/>
                <a:gd name="connsiteY47" fmla="*/ 34635 h 64684"/>
                <a:gd name="connsiteX48" fmla="*/ 15264 w 90693"/>
                <a:gd name="connsiteY48" fmla="*/ 35183 h 64684"/>
                <a:gd name="connsiteX49" fmla="*/ 21561 w 90693"/>
                <a:gd name="connsiteY49" fmla="*/ 37441 h 64684"/>
                <a:gd name="connsiteX50" fmla="*/ 49077 w 90693"/>
                <a:gd name="connsiteY50" fmla="*/ 44628 h 64684"/>
                <a:gd name="connsiteX51" fmla="*/ 53116 w 90693"/>
                <a:gd name="connsiteY51" fmla="*/ 44286 h 64684"/>
                <a:gd name="connsiteX52" fmla="*/ 56675 w 90693"/>
                <a:gd name="connsiteY52" fmla="*/ 42986 h 64684"/>
                <a:gd name="connsiteX53" fmla="*/ 59413 w 90693"/>
                <a:gd name="connsiteY53" fmla="*/ 40316 h 64684"/>
                <a:gd name="connsiteX54" fmla="*/ 60371 w 90693"/>
                <a:gd name="connsiteY54" fmla="*/ 35936 h 64684"/>
                <a:gd name="connsiteX55" fmla="*/ 58865 w 90693"/>
                <a:gd name="connsiteY55" fmla="*/ 29707 h 64684"/>
                <a:gd name="connsiteX56" fmla="*/ 55169 w 90693"/>
                <a:gd name="connsiteY56" fmla="*/ 24710 h 64684"/>
                <a:gd name="connsiteX57" fmla="*/ 51268 w 90693"/>
                <a:gd name="connsiteY57" fmla="*/ 21561 h 64684"/>
                <a:gd name="connsiteX58" fmla="*/ 48461 w 90693"/>
                <a:gd name="connsiteY58" fmla="*/ 20056 h 64684"/>
                <a:gd name="connsiteX59" fmla="*/ 23272 w 90693"/>
                <a:gd name="connsiteY59" fmla="*/ 13758 h 64684"/>
                <a:gd name="connsiteX60" fmla="*/ 12047 w 90693"/>
                <a:gd name="connsiteY60" fmla="*/ 10951 h 64684"/>
                <a:gd name="connsiteX61" fmla="*/ 4449 w 90693"/>
                <a:gd name="connsiteY61" fmla="*/ 9036 h 64684"/>
                <a:gd name="connsiteX62" fmla="*/ 2259 w 90693"/>
                <a:gd name="connsiteY62" fmla="*/ 6777 h 64684"/>
                <a:gd name="connsiteX63" fmla="*/ 1506 w 90693"/>
                <a:gd name="connsiteY63" fmla="*/ 4107 h 64684"/>
                <a:gd name="connsiteX64" fmla="*/ 2533 w 90693"/>
                <a:gd name="connsiteY64" fmla="*/ 1233 h 64684"/>
                <a:gd name="connsiteX65" fmla="*/ 5339 w 90693"/>
                <a:gd name="connsiteY65" fmla="*/ 0 h 64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90693" h="64684">
                  <a:moveTo>
                    <a:pt x="5339" y="0"/>
                  </a:moveTo>
                  <a:cubicBezTo>
                    <a:pt x="5978" y="0"/>
                    <a:pt x="7050" y="206"/>
                    <a:pt x="8556" y="617"/>
                  </a:cubicBezTo>
                  <a:lnTo>
                    <a:pt x="62082" y="14033"/>
                  </a:lnTo>
                  <a:cubicBezTo>
                    <a:pt x="70022" y="15995"/>
                    <a:pt x="76776" y="20170"/>
                    <a:pt x="82343" y="26558"/>
                  </a:cubicBezTo>
                  <a:cubicBezTo>
                    <a:pt x="87910" y="32901"/>
                    <a:pt x="90694" y="39678"/>
                    <a:pt x="90694" y="46887"/>
                  </a:cubicBezTo>
                  <a:cubicBezTo>
                    <a:pt x="90694" y="51222"/>
                    <a:pt x="89530" y="54782"/>
                    <a:pt x="87203" y="57565"/>
                  </a:cubicBezTo>
                  <a:cubicBezTo>
                    <a:pt x="84921" y="60349"/>
                    <a:pt x="82024" y="61740"/>
                    <a:pt x="78510" y="61740"/>
                  </a:cubicBezTo>
                  <a:cubicBezTo>
                    <a:pt x="75407" y="61740"/>
                    <a:pt x="73103" y="60919"/>
                    <a:pt x="71597" y="59276"/>
                  </a:cubicBezTo>
                  <a:cubicBezTo>
                    <a:pt x="70137" y="57634"/>
                    <a:pt x="69406" y="55831"/>
                    <a:pt x="69406" y="53869"/>
                  </a:cubicBezTo>
                  <a:cubicBezTo>
                    <a:pt x="69406" y="53230"/>
                    <a:pt x="69498" y="52568"/>
                    <a:pt x="69680" y="51884"/>
                  </a:cubicBezTo>
                  <a:cubicBezTo>
                    <a:pt x="69863" y="51199"/>
                    <a:pt x="70342" y="50492"/>
                    <a:pt x="71118" y="49763"/>
                  </a:cubicBezTo>
                  <a:cubicBezTo>
                    <a:pt x="71893" y="49032"/>
                    <a:pt x="72943" y="48667"/>
                    <a:pt x="74266" y="48667"/>
                  </a:cubicBezTo>
                  <a:cubicBezTo>
                    <a:pt x="76411" y="48667"/>
                    <a:pt x="78327" y="49602"/>
                    <a:pt x="80016" y="51474"/>
                  </a:cubicBezTo>
                  <a:cubicBezTo>
                    <a:pt x="80791" y="52387"/>
                    <a:pt x="81271" y="53277"/>
                    <a:pt x="81453" y="54143"/>
                  </a:cubicBezTo>
                  <a:cubicBezTo>
                    <a:pt x="81636" y="54965"/>
                    <a:pt x="81727" y="56082"/>
                    <a:pt x="81727" y="57497"/>
                  </a:cubicBezTo>
                  <a:cubicBezTo>
                    <a:pt x="83005" y="56949"/>
                    <a:pt x="84077" y="56173"/>
                    <a:pt x="84944" y="55169"/>
                  </a:cubicBezTo>
                  <a:cubicBezTo>
                    <a:pt x="85811" y="54165"/>
                    <a:pt x="86404" y="53094"/>
                    <a:pt x="86724" y="51953"/>
                  </a:cubicBezTo>
                  <a:cubicBezTo>
                    <a:pt x="87089" y="50812"/>
                    <a:pt x="87317" y="49875"/>
                    <a:pt x="87408" y="49146"/>
                  </a:cubicBezTo>
                  <a:cubicBezTo>
                    <a:pt x="87545" y="48370"/>
                    <a:pt x="87613" y="47618"/>
                    <a:pt x="87613" y="46887"/>
                  </a:cubicBezTo>
                  <a:cubicBezTo>
                    <a:pt x="87613" y="41047"/>
                    <a:pt x="84670" y="35891"/>
                    <a:pt x="78784" y="31418"/>
                  </a:cubicBezTo>
                  <a:cubicBezTo>
                    <a:pt x="77004" y="30096"/>
                    <a:pt x="75224" y="28954"/>
                    <a:pt x="73445" y="27996"/>
                  </a:cubicBezTo>
                  <a:cubicBezTo>
                    <a:pt x="71711" y="26992"/>
                    <a:pt x="69771" y="26124"/>
                    <a:pt x="67627" y="25395"/>
                  </a:cubicBezTo>
                  <a:cubicBezTo>
                    <a:pt x="65528" y="24664"/>
                    <a:pt x="63908" y="24140"/>
                    <a:pt x="62767" y="23820"/>
                  </a:cubicBezTo>
                  <a:cubicBezTo>
                    <a:pt x="61626" y="23456"/>
                    <a:pt x="59755" y="22953"/>
                    <a:pt x="57154" y="22315"/>
                  </a:cubicBezTo>
                  <a:cubicBezTo>
                    <a:pt x="61398" y="26558"/>
                    <a:pt x="63520" y="31280"/>
                    <a:pt x="63520" y="36484"/>
                  </a:cubicBezTo>
                  <a:cubicBezTo>
                    <a:pt x="63520" y="38674"/>
                    <a:pt x="63223" y="40750"/>
                    <a:pt x="62630" y="42713"/>
                  </a:cubicBezTo>
                  <a:cubicBezTo>
                    <a:pt x="62037" y="44628"/>
                    <a:pt x="61124" y="46431"/>
                    <a:pt x="59892" y="48119"/>
                  </a:cubicBezTo>
                  <a:cubicBezTo>
                    <a:pt x="58614" y="49808"/>
                    <a:pt x="56858" y="51154"/>
                    <a:pt x="54622" y="52158"/>
                  </a:cubicBezTo>
                  <a:cubicBezTo>
                    <a:pt x="52386" y="53116"/>
                    <a:pt x="49785" y="53595"/>
                    <a:pt x="46818" y="53595"/>
                  </a:cubicBezTo>
                  <a:cubicBezTo>
                    <a:pt x="43670" y="53595"/>
                    <a:pt x="39951" y="52979"/>
                    <a:pt x="35661" y="51747"/>
                  </a:cubicBezTo>
                  <a:cubicBezTo>
                    <a:pt x="31372" y="50515"/>
                    <a:pt x="25280" y="48416"/>
                    <a:pt x="17386" y="45449"/>
                  </a:cubicBezTo>
                  <a:cubicBezTo>
                    <a:pt x="12959" y="43852"/>
                    <a:pt x="9674" y="43055"/>
                    <a:pt x="7529" y="43055"/>
                  </a:cubicBezTo>
                  <a:cubicBezTo>
                    <a:pt x="6480" y="43055"/>
                    <a:pt x="5636" y="43169"/>
                    <a:pt x="4997" y="43397"/>
                  </a:cubicBezTo>
                  <a:cubicBezTo>
                    <a:pt x="4312" y="43624"/>
                    <a:pt x="3856" y="43966"/>
                    <a:pt x="3628" y="44424"/>
                  </a:cubicBezTo>
                  <a:cubicBezTo>
                    <a:pt x="3354" y="44880"/>
                    <a:pt x="3194" y="45245"/>
                    <a:pt x="3149" y="45518"/>
                  </a:cubicBezTo>
                  <a:cubicBezTo>
                    <a:pt x="3103" y="45746"/>
                    <a:pt x="3080" y="46088"/>
                    <a:pt x="3080" y="46545"/>
                  </a:cubicBezTo>
                  <a:cubicBezTo>
                    <a:pt x="3080" y="49238"/>
                    <a:pt x="4449" y="51839"/>
                    <a:pt x="7187" y="54348"/>
                  </a:cubicBezTo>
                  <a:cubicBezTo>
                    <a:pt x="9925" y="56858"/>
                    <a:pt x="14351" y="58980"/>
                    <a:pt x="20466" y="60714"/>
                  </a:cubicBezTo>
                  <a:cubicBezTo>
                    <a:pt x="21607" y="61078"/>
                    <a:pt x="22314" y="61375"/>
                    <a:pt x="22588" y="61604"/>
                  </a:cubicBezTo>
                  <a:cubicBezTo>
                    <a:pt x="22862" y="61832"/>
                    <a:pt x="22999" y="62288"/>
                    <a:pt x="22999" y="62973"/>
                  </a:cubicBezTo>
                  <a:cubicBezTo>
                    <a:pt x="22953" y="64114"/>
                    <a:pt x="22474" y="64684"/>
                    <a:pt x="21561" y="64684"/>
                  </a:cubicBezTo>
                  <a:cubicBezTo>
                    <a:pt x="21196" y="64684"/>
                    <a:pt x="20306" y="64478"/>
                    <a:pt x="18892" y="64068"/>
                  </a:cubicBezTo>
                  <a:cubicBezTo>
                    <a:pt x="17432" y="63657"/>
                    <a:pt x="15629" y="62973"/>
                    <a:pt x="13484" y="62015"/>
                  </a:cubicBezTo>
                  <a:cubicBezTo>
                    <a:pt x="11294" y="61011"/>
                    <a:pt x="9218" y="59824"/>
                    <a:pt x="7256" y="58455"/>
                  </a:cubicBezTo>
                  <a:cubicBezTo>
                    <a:pt x="5248" y="57086"/>
                    <a:pt x="3536" y="55328"/>
                    <a:pt x="2122" y="53185"/>
                  </a:cubicBezTo>
                  <a:cubicBezTo>
                    <a:pt x="707" y="50994"/>
                    <a:pt x="0" y="48644"/>
                    <a:pt x="0" y="46135"/>
                  </a:cubicBezTo>
                  <a:cubicBezTo>
                    <a:pt x="0" y="42711"/>
                    <a:pt x="1118" y="39951"/>
                    <a:pt x="3354" y="37853"/>
                  </a:cubicBezTo>
                  <a:cubicBezTo>
                    <a:pt x="5544" y="35708"/>
                    <a:pt x="8260" y="34635"/>
                    <a:pt x="11499" y="34635"/>
                  </a:cubicBezTo>
                  <a:cubicBezTo>
                    <a:pt x="12823" y="34635"/>
                    <a:pt x="14078" y="34818"/>
                    <a:pt x="15264" y="35183"/>
                  </a:cubicBezTo>
                  <a:cubicBezTo>
                    <a:pt x="16405" y="35502"/>
                    <a:pt x="18504" y="36254"/>
                    <a:pt x="21561" y="37441"/>
                  </a:cubicBezTo>
                  <a:cubicBezTo>
                    <a:pt x="33882" y="42232"/>
                    <a:pt x="43054" y="44628"/>
                    <a:pt x="49077" y="44628"/>
                  </a:cubicBezTo>
                  <a:cubicBezTo>
                    <a:pt x="50538" y="44628"/>
                    <a:pt x="51884" y="44514"/>
                    <a:pt x="53116" y="44286"/>
                  </a:cubicBezTo>
                  <a:cubicBezTo>
                    <a:pt x="54302" y="44013"/>
                    <a:pt x="55489" y="43579"/>
                    <a:pt x="56675" y="42986"/>
                  </a:cubicBezTo>
                  <a:cubicBezTo>
                    <a:pt x="57816" y="42393"/>
                    <a:pt x="58728" y="41503"/>
                    <a:pt x="59413" y="40316"/>
                  </a:cubicBezTo>
                  <a:cubicBezTo>
                    <a:pt x="60052" y="39085"/>
                    <a:pt x="60371" y="37623"/>
                    <a:pt x="60371" y="35936"/>
                  </a:cubicBezTo>
                  <a:cubicBezTo>
                    <a:pt x="60371" y="33791"/>
                    <a:pt x="59869" y="31715"/>
                    <a:pt x="58865" y="29707"/>
                  </a:cubicBezTo>
                  <a:cubicBezTo>
                    <a:pt x="57816" y="27654"/>
                    <a:pt x="56584" y="25988"/>
                    <a:pt x="55169" y="24710"/>
                  </a:cubicBezTo>
                  <a:cubicBezTo>
                    <a:pt x="53755" y="23387"/>
                    <a:pt x="52454" y="22337"/>
                    <a:pt x="51268" y="21561"/>
                  </a:cubicBezTo>
                  <a:cubicBezTo>
                    <a:pt x="50035" y="20740"/>
                    <a:pt x="49100" y="20239"/>
                    <a:pt x="48461" y="20056"/>
                  </a:cubicBezTo>
                  <a:lnTo>
                    <a:pt x="23272" y="13758"/>
                  </a:lnTo>
                  <a:lnTo>
                    <a:pt x="12047" y="10951"/>
                  </a:lnTo>
                  <a:cubicBezTo>
                    <a:pt x="7986" y="10085"/>
                    <a:pt x="5453" y="9446"/>
                    <a:pt x="4449" y="9036"/>
                  </a:cubicBezTo>
                  <a:cubicBezTo>
                    <a:pt x="3491" y="8488"/>
                    <a:pt x="2761" y="7735"/>
                    <a:pt x="2259" y="6777"/>
                  </a:cubicBezTo>
                  <a:cubicBezTo>
                    <a:pt x="1757" y="5818"/>
                    <a:pt x="1506" y="4928"/>
                    <a:pt x="1506" y="4107"/>
                  </a:cubicBezTo>
                  <a:cubicBezTo>
                    <a:pt x="1506" y="2966"/>
                    <a:pt x="1848" y="2009"/>
                    <a:pt x="2533" y="1233"/>
                  </a:cubicBezTo>
                  <a:cubicBezTo>
                    <a:pt x="3217" y="411"/>
                    <a:pt x="4153" y="0"/>
                    <a:pt x="5339" y="0"/>
                  </a:cubicBezTo>
                  <a:close/>
                </a:path>
              </a:pathLst>
            </a:custGeom>
            <a:solidFill>
              <a:srgbClr val="000000"/>
            </a:solidFill>
            <a:ln w="146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378" name="Group 377">
            <a:extLst>
              <a:ext uri="{FF2B5EF4-FFF2-40B4-BE49-F238E27FC236}">
                <a16:creationId xmlns:a16="http://schemas.microsoft.com/office/drawing/2014/main" id="{63ECB284-E285-CEAA-B42C-8C5027049B4E}"/>
              </a:ext>
            </a:extLst>
          </p:cNvPr>
          <p:cNvGrpSpPr/>
          <p:nvPr/>
        </p:nvGrpSpPr>
        <p:grpSpPr>
          <a:xfrm>
            <a:off x="4953206" y="2717374"/>
            <a:ext cx="1759756" cy="1034717"/>
            <a:chOff x="4953206" y="2717374"/>
            <a:chExt cx="1759756" cy="1034717"/>
          </a:xfrm>
        </p:grpSpPr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71EE7E5D-3303-65B8-8B63-D0A68D37861C}"/>
                </a:ext>
              </a:extLst>
            </p:cNvPr>
            <p:cNvSpPr/>
            <p:nvPr/>
          </p:nvSpPr>
          <p:spPr>
            <a:xfrm>
              <a:off x="4953206" y="3710010"/>
              <a:ext cx="42081" cy="42081"/>
            </a:xfrm>
            <a:custGeom>
              <a:avLst/>
              <a:gdLst>
                <a:gd name="connsiteX0" fmla="*/ 42081 w 42081"/>
                <a:gd name="connsiteY0" fmla="*/ 21041 h 42081"/>
                <a:gd name="connsiteX1" fmla="*/ 21041 w 42081"/>
                <a:gd name="connsiteY1" fmla="*/ 42082 h 42081"/>
                <a:gd name="connsiteX2" fmla="*/ 0 w 42081"/>
                <a:gd name="connsiteY2" fmla="*/ 21041 h 42081"/>
                <a:gd name="connsiteX3" fmla="*/ 21041 w 42081"/>
                <a:gd name="connsiteY3" fmla="*/ 0 h 42081"/>
                <a:gd name="connsiteX4" fmla="*/ 42081 w 42081"/>
                <a:gd name="connsiteY4" fmla="*/ 21041 h 42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081" h="42081">
                  <a:moveTo>
                    <a:pt x="42081" y="21041"/>
                  </a:moveTo>
                  <a:cubicBezTo>
                    <a:pt x="42081" y="32661"/>
                    <a:pt x="32661" y="42082"/>
                    <a:pt x="21041" y="42082"/>
                  </a:cubicBezTo>
                  <a:cubicBezTo>
                    <a:pt x="9420" y="42082"/>
                    <a:pt x="0" y="32661"/>
                    <a:pt x="0" y="21041"/>
                  </a:cubicBezTo>
                  <a:cubicBezTo>
                    <a:pt x="0" y="9420"/>
                    <a:pt x="9420" y="0"/>
                    <a:pt x="21041" y="0"/>
                  </a:cubicBezTo>
                  <a:cubicBezTo>
                    <a:pt x="32661" y="0"/>
                    <a:pt x="42081" y="9420"/>
                    <a:pt x="42081" y="21041"/>
                  </a:cubicBezTo>
                  <a:close/>
                </a:path>
              </a:pathLst>
            </a:custGeom>
            <a:solidFill>
              <a:srgbClr val="FFA500"/>
            </a:solidFill>
            <a:ln w="4674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D5CFC8EE-08EF-ADF1-6CCF-287A7E00F99F}"/>
                </a:ext>
              </a:extLst>
            </p:cNvPr>
            <p:cNvSpPr/>
            <p:nvPr/>
          </p:nvSpPr>
          <p:spPr>
            <a:xfrm>
              <a:off x="5124973" y="3228987"/>
              <a:ext cx="42081" cy="42081"/>
            </a:xfrm>
            <a:custGeom>
              <a:avLst/>
              <a:gdLst>
                <a:gd name="connsiteX0" fmla="*/ 42081 w 42081"/>
                <a:gd name="connsiteY0" fmla="*/ 21041 h 42081"/>
                <a:gd name="connsiteX1" fmla="*/ 21041 w 42081"/>
                <a:gd name="connsiteY1" fmla="*/ 42081 h 42081"/>
                <a:gd name="connsiteX2" fmla="*/ 0 w 42081"/>
                <a:gd name="connsiteY2" fmla="*/ 21041 h 42081"/>
                <a:gd name="connsiteX3" fmla="*/ 21041 w 42081"/>
                <a:gd name="connsiteY3" fmla="*/ 0 h 42081"/>
                <a:gd name="connsiteX4" fmla="*/ 42081 w 42081"/>
                <a:gd name="connsiteY4" fmla="*/ 21041 h 42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081" h="42081">
                  <a:moveTo>
                    <a:pt x="42081" y="21041"/>
                  </a:moveTo>
                  <a:cubicBezTo>
                    <a:pt x="42081" y="32661"/>
                    <a:pt x="32661" y="42081"/>
                    <a:pt x="21041" y="42081"/>
                  </a:cubicBezTo>
                  <a:cubicBezTo>
                    <a:pt x="9420" y="42081"/>
                    <a:pt x="0" y="32661"/>
                    <a:pt x="0" y="21041"/>
                  </a:cubicBezTo>
                  <a:cubicBezTo>
                    <a:pt x="0" y="9420"/>
                    <a:pt x="9420" y="0"/>
                    <a:pt x="21041" y="0"/>
                  </a:cubicBezTo>
                  <a:cubicBezTo>
                    <a:pt x="32661" y="0"/>
                    <a:pt x="42081" y="9420"/>
                    <a:pt x="42081" y="21041"/>
                  </a:cubicBezTo>
                  <a:close/>
                </a:path>
              </a:pathLst>
            </a:custGeom>
            <a:solidFill>
              <a:srgbClr val="FFA500"/>
            </a:solidFill>
            <a:ln w="4674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4" name="Freeform 363">
              <a:extLst>
                <a:ext uri="{FF2B5EF4-FFF2-40B4-BE49-F238E27FC236}">
                  <a16:creationId xmlns:a16="http://schemas.microsoft.com/office/drawing/2014/main" id="{781AF86A-56E8-489F-EC6D-BC791DB14CBB}"/>
                </a:ext>
              </a:extLst>
            </p:cNvPr>
            <p:cNvSpPr/>
            <p:nvPr/>
          </p:nvSpPr>
          <p:spPr>
            <a:xfrm>
              <a:off x="5296746" y="3136796"/>
              <a:ext cx="42081" cy="42081"/>
            </a:xfrm>
            <a:custGeom>
              <a:avLst/>
              <a:gdLst>
                <a:gd name="connsiteX0" fmla="*/ 42081 w 42081"/>
                <a:gd name="connsiteY0" fmla="*/ 21041 h 42081"/>
                <a:gd name="connsiteX1" fmla="*/ 21041 w 42081"/>
                <a:gd name="connsiteY1" fmla="*/ 42081 h 42081"/>
                <a:gd name="connsiteX2" fmla="*/ 0 w 42081"/>
                <a:gd name="connsiteY2" fmla="*/ 21041 h 42081"/>
                <a:gd name="connsiteX3" fmla="*/ 21041 w 42081"/>
                <a:gd name="connsiteY3" fmla="*/ 0 h 42081"/>
                <a:gd name="connsiteX4" fmla="*/ 42081 w 42081"/>
                <a:gd name="connsiteY4" fmla="*/ 21041 h 42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081" h="42081">
                  <a:moveTo>
                    <a:pt x="42081" y="21041"/>
                  </a:moveTo>
                  <a:cubicBezTo>
                    <a:pt x="42081" y="32661"/>
                    <a:pt x="32661" y="42081"/>
                    <a:pt x="21041" y="42081"/>
                  </a:cubicBezTo>
                  <a:cubicBezTo>
                    <a:pt x="9420" y="42081"/>
                    <a:pt x="0" y="32661"/>
                    <a:pt x="0" y="21041"/>
                  </a:cubicBezTo>
                  <a:cubicBezTo>
                    <a:pt x="0" y="9420"/>
                    <a:pt x="9420" y="0"/>
                    <a:pt x="21041" y="0"/>
                  </a:cubicBezTo>
                  <a:cubicBezTo>
                    <a:pt x="32661" y="0"/>
                    <a:pt x="42081" y="9420"/>
                    <a:pt x="42081" y="21041"/>
                  </a:cubicBezTo>
                  <a:close/>
                </a:path>
              </a:pathLst>
            </a:custGeom>
            <a:solidFill>
              <a:srgbClr val="FFA500"/>
            </a:solidFill>
            <a:ln w="4674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3D20902E-8946-4453-F3A9-CE46388E1829}"/>
                </a:ext>
              </a:extLst>
            </p:cNvPr>
            <p:cNvSpPr/>
            <p:nvPr/>
          </p:nvSpPr>
          <p:spPr>
            <a:xfrm>
              <a:off x="5468505" y="2785983"/>
              <a:ext cx="42081" cy="42081"/>
            </a:xfrm>
            <a:custGeom>
              <a:avLst/>
              <a:gdLst>
                <a:gd name="connsiteX0" fmla="*/ 42082 w 42081"/>
                <a:gd name="connsiteY0" fmla="*/ 21041 h 42081"/>
                <a:gd name="connsiteX1" fmla="*/ 21041 w 42081"/>
                <a:gd name="connsiteY1" fmla="*/ 42081 h 42081"/>
                <a:gd name="connsiteX2" fmla="*/ 0 w 42081"/>
                <a:gd name="connsiteY2" fmla="*/ 21041 h 42081"/>
                <a:gd name="connsiteX3" fmla="*/ 21041 w 42081"/>
                <a:gd name="connsiteY3" fmla="*/ 0 h 42081"/>
                <a:gd name="connsiteX4" fmla="*/ 42082 w 42081"/>
                <a:gd name="connsiteY4" fmla="*/ 21041 h 42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081" h="42081">
                  <a:moveTo>
                    <a:pt x="42082" y="21041"/>
                  </a:moveTo>
                  <a:cubicBezTo>
                    <a:pt x="42082" y="32661"/>
                    <a:pt x="32661" y="42081"/>
                    <a:pt x="21041" y="42081"/>
                  </a:cubicBezTo>
                  <a:cubicBezTo>
                    <a:pt x="9420" y="42081"/>
                    <a:pt x="0" y="32661"/>
                    <a:pt x="0" y="21041"/>
                  </a:cubicBezTo>
                  <a:cubicBezTo>
                    <a:pt x="0" y="9420"/>
                    <a:pt x="9420" y="0"/>
                    <a:pt x="21041" y="0"/>
                  </a:cubicBezTo>
                  <a:cubicBezTo>
                    <a:pt x="32661" y="0"/>
                    <a:pt x="42082" y="9420"/>
                    <a:pt x="42082" y="21041"/>
                  </a:cubicBezTo>
                  <a:close/>
                </a:path>
              </a:pathLst>
            </a:custGeom>
            <a:solidFill>
              <a:srgbClr val="FFA500"/>
            </a:solidFill>
            <a:ln w="4674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76B5316C-D7F1-4DB5-632D-1430FD4D530D}"/>
                </a:ext>
              </a:extLst>
            </p:cNvPr>
            <p:cNvSpPr/>
            <p:nvPr/>
          </p:nvSpPr>
          <p:spPr>
            <a:xfrm>
              <a:off x="5640280" y="2717374"/>
              <a:ext cx="42081" cy="42081"/>
            </a:xfrm>
            <a:custGeom>
              <a:avLst/>
              <a:gdLst>
                <a:gd name="connsiteX0" fmla="*/ 42081 w 42081"/>
                <a:gd name="connsiteY0" fmla="*/ 21041 h 42081"/>
                <a:gd name="connsiteX1" fmla="*/ 21041 w 42081"/>
                <a:gd name="connsiteY1" fmla="*/ 42081 h 42081"/>
                <a:gd name="connsiteX2" fmla="*/ 0 w 42081"/>
                <a:gd name="connsiteY2" fmla="*/ 21041 h 42081"/>
                <a:gd name="connsiteX3" fmla="*/ 21041 w 42081"/>
                <a:gd name="connsiteY3" fmla="*/ 0 h 42081"/>
                <a:gd name="connsiteX4" fmla="*/ 42081 w 42081"/>
                <a:gd name="connsiteY4" fmla="*/ 21041 h 42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081" h="42081">
                  <a:moveTo>
                    <a:pt x="42081" y="21041"/>
                  </a:moveTo>
                  <a:cubicBezTo>
                    <a:pt x="42081" y="32661"/>
                    <a:pt x="32661" y="42081"/>
                    <a:pt x="21041" y="42081"/>
                  </a:cubicBezTo>
                  <a:cubicBezTo>
                    <a:pt x="9420" y="42081"/>
                    <a:pt x="0" y="32661"/>
                    <a:pt x="0" y="21041"/>
                  </a:cubicBezTo>
                  <a:cubicBezTo>
                    <a:pt x="0" y="9420"/>
                    <a:pt x="9420" y="0"/>
                    <a:pt x="21041" y="0"/>
                  </a:cubicBezTo>
                  <a:cubicBezTo>
                    <a:pt x="32661" y="0"/>
                    <a:pt x="42081" y="9420"/>
                    <a:pt x="42081" y="21041"/>
                  </a:cubicBezTo>
                  <a:close/>
                </a:path>
              </a:pathLst>
            </a:custGeom>
            <a:solidFill>
              <a:srgbClr val="FFA500"/>
            </a:solidFill>
            <a:ln w="4674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7" name="Freeform 366">
              <a:extLst>
                <a:ext uri="{FF2B5EF4-FFF2-40B4-BE49-F238E27FC236}">
                  <a16:creationId xmlns:a16="http://schemas.microsoft.com/office/drawing/2014/main" id="{34C51347-2C77-A0F0-31FA-49A1EFDDDD85}"/>
                </a:ext>
              </a:extLst>
            </p:cNvPr>
            <p:cNvSpPr/>
            <p:nvPr/>
          </p:nvSpPr>
          <p:spPr>
            <a:xfrm>
              <a:off x="5812039" y="2874309"/>
              <a:ext cx="42081" cy="42081"/>
            </a:xfrm>
            <a:custGeom>
              <a:avLst/>
              <a:gdLst>
                <a:gd name="connsiteX0" fmla="*/ 42082 w 42081"/>
                <a:gd name="connsiteY0" fmla="*/ 21041 h 42081"/>
                <a:gd name="connsiteX1" fmla="*/ 21041 w 42081"/>
                <a:gd name="connsiteY1" fmla="*/ 42081 h 42081"/>
                <a:gd name="connsiteX2" fmla="*/ 0 w 42081"/>
                <a:gd name="connsiteY2" fmla="*/ 21041 h 42081"/>
                <a:gd name="connsiteX3" fmla="*/ 21041 w 42081"/>
                <a:gd name="connsiteY3" fmla="*/ 0 h 42081"/>
                <a:gd name="connsiteX4" fmla="*/ 42082 w 42081"/>
                <a:gd name="connsiteY4" fmla="*/ 21041 h 42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081" h="42081">
                  <a:moveTo>
                    <a:pt x="42082" y="21041"/>
                  </a:moveTo>
                  <a:cubicBezTo>
                    <a:pt x="42082" y="32661"/>
                    <a:pt x="32661" y="42081"/>
                    <a:pt x="21041" y="42081"/>
                  </a:cubicBezTo>
                  <a:cubicBezTo>
                    <a:pt x="9420" y="42081"/>
                    <a:pt x="0" y="32661"/>
                    <a:pt x="0" y="21041"/>
                  </a:cubicBezTo>
                  <a:cubicBezTo>
                    <a:pt x="0" y="9420"/>
                    <a:pt x="9420" y="0"/>
                    <a:pt x="21041" y="0"/>
                  </a:cubicBezTo>
                  <a:cubicBezTo>
                    <a:pt x="32661" y="0"/>
                    <a:pt x="42082" y="9420"/>
                    <a:pt x="42082" y="21041"/>
                  </a:cubicBezTo>
                  <a:close/>
                </a:path>
              </a:pathLst>
            </a:custGeom>
            <a:solidFill>
              <a:srgbClr val="FFA500"/>
            </a:solidFill>
            <a:ln w="4674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B53D392C-0625-813D-AA98-5DAC74529624}"/>
                </a:ext>
              </a:extLst>
            </p:cNvPr>
            <p:cNvSpPr/>
            <p:nvPr/>
          </p:nvSpPr>
          <p:spPr>
            <a:xfrm>
              <a:off x="5983813" y="2826242"/>
              <a:ext cx="42081" cy="42081"/>
            </a:xfrm>
            <a:custGeom>
              <a:avLst/>
              <a:gdLst>
                <a:gd name="connsiteX0" fmla="*/ 42081 w 42081"/>
                <a:gd name="connsiteY0" fmla="*/ 21041 h 42081"/>
                <a:gd name="connsiteX1" fmla="*/ 21041 w 42081"/>
                <a:gd name="connsiteY1" fmla="*/ 42081 h 42081"/>
                <a:gd name="connsiteX2" fmla="*/ 0 w 42081"/>
                <a:gd name="connsiteY2" fmla="*/ 21041 h 42081"/>
                <a:gd name="connsiteX3" fmla="*/ 21041 w 42081"/>
                <a:gd name="connsiteY3" fmla="*/ 0 h 42081"/>
                <a:gd name="connsiteX4" fmla="*/ 42081 w 42081"/>
                <a:gd name="connsiteY4" fmla="*/ 21041 h 42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081" h="42081">
                  <a:moveTo>
                    <a:pt x="42081" y="21041"/>
                  </a:moveTo>
                  <a:cubicBezTo>
                    <a:pt x="42081" y="32661"/>
                    <a:pt x="32661" y="42081"/>
                    <a:pt x="21041" y="42081"/>
                  </a:cubicBezTo>
                  <a:cubicBezTo>
                    <a:pt x="9420" y="42081"/>
                    <a:pt x="0" y="32661"/>
                    <a:pt x="0" y="21041"/>
                  </a:cubicBezTo>
                  <a:cubicBezTo>
                    <a:pt x="0" y="9420"/>
                    <a:pt x="9420" y="0"/>
                    <a:pt x="21041" y="0"/>
                  </a:cubicBezTo>
                  <a:cubicBezTo>
                    <a:pt x="32661" y="0"/>
                    <a:pt x="42081" y="9420"/>
                    <a:pt x="42081" y="21041"/>
                  </a:cubicBezTo>
                  <a:close/>
                </a:path>
              </a:pathLst>
            </a:custGeom>
            <a:solidFill>
              <a:srgbClr val="FFA500"/>
            </a:solidFill>
            <a:ln w="4674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788E4D72-6BD9-7CAF-FF44-6938D6F03EFA}"/>
                </a:ext>
              </a:extLst>
            </p:cNvPr>
            <p:cNvSpPr/>
            <p:nvPr/>
          </p:nvSpPr>
          <p:spPr>
            <a:xfrm>
              <a:off x="6155588" y="2966222"/>
              <a:ext cx="42081" cy="42081"/>
            </a:xfrm>
            <a:custGeom>
              <a:avLst/>
              <a:gdLst>
                <a:gd name="connsiteX0" fmla="*/ 42082 w 42081"/>
                <a:gd name="connsiteY0" fmla="*/ 21041 h 42081"/>
                <a:gd name="connsiteX1" fmla="*/ 21041 w 42081"/>
                <a:gd name="connsiteY1" fmla="*/ 42081 h 42081"/>
                <a:gd name="connsiteX2" fmla="*/ 0 w 42081"/>
                <a:gd name="connsiteY2" fmla="*/ 21041 h 42081"/>
                <a:gd name="connsiteX3" fmla="*/ 21041 w 42081"/>
                <a:gd name="connsiteY3" fmla="*/ 0 h 42081"/>
                <a:gd name="connsiteX4" fmla="*/ 42082 w 42081"/>
                <a:gd name="connsiteY4" fmla="*/ 21041 h 42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081" h="42081">
                  <a:moveTo>
                    <a:pt x="42082" y="21041"/>
                  </a:moveTo>
                  <a:cubicBezTo>
                    <a:pt x="42082" y="32661"/>
                    <a:pt x="32661" y="42081"/>
                    <a:pt x="21041" y="42081"/>
                  </a:cubicBezTo>
                  <a:cubicBezTo>
                    <a:pt x="9420" y="42081"/>
                    <a:pt x="0" y="32661"/>
                    <a:pt x="0" y="21041"/>
                  </a:cubicBezTo>
                  <a:cubicBezTo>
                    <a:pt x="0" y="9420"/>
                    <a:pt x="9420" y="0"/>
                    <a:pt x="21041" y="0"/>
                  </a:cubicBezTo>
                  <a:cubicBezTo>
                    <a:pt x="32661" y="0"/>
                    <a:pt x="42082" y="9420"/>
                    <a:pt x="42082" y="21041"/>
                  </a:cubicBezTo>
                  <a:close/>
                </a:path>
              </a:pathLst>
            </a:custGeom>
            <a:solidFill>
              <a:srgbClr val="FFA500"/>
            </a:solidFill>
            <a:ln w="4674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0" name="Freeform 369">
              <a:extLst>
                <a:ext uri="{FF2B5EF4-FFF2-40B4-BE49-F238E27FC236}">
                  <a16:creationId xmlns:a16="http://schemas.microsoft.com/office/drawing/2014/main" id="{A5FFAF36-36CB-05A1-D2F8-12D856559237}"/>
                </a:ext>
              </a:extLst>
            </p:cNvPr>
            <p:cNvSpPr/>
            <p:nvPr/>
          </p:nvSpPr>
          <p:spPr>
            <a:xfrm>
              <a:off x="6327347" y="3226250"/>
              <a:ext cx="42081" cy="42081"/>
            </a:xfrm>
            <a:custGeom>
              <a:avLst/>
              <a:gdLst>
                <a:gd name="connsiteX0" fmla="*/ 42081 w 42081"/>
                <a:gd name="connsiteY0" fmla="*/ 21041 h 42081"/>
                <a:gd name="connsiteX1" fmla="*/ 21041 w 42081"/>
                <a:gd name="connsiteY1" fmla="*/ 42081 h 42081"/>
                <a:gd name="connsiteX2" fmla="*/ 0 w 42081"/>
                <a:gd name="connsiteY2" fmla="*/ 21041 h 42081"/>
                <a:gd name="connsiteX3" fmla="*/ 21041 w 42081"/>
                <a:gd name="connsiteY3" fmla="*/ 0 h 42081"/>
                <a:gd name="connsiteX4" fmla="*/ 42081 w 42081"/>
                <a:gd name="connsiteY4" fmla="*/ 21041 h 42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081" h="42081">
                  <a:moveTo>
                    <a:pt x="42081" y="21041"/>
                  </a:moveTo>
                  <a:cubicBezTo>
                    <a:pt x="42081" y="32661"/>
                    <a:pt x="32661" y="42081"/>
                    <a:pt x="21041" y="42081"/>
                  </a:cubicBezTo>
                  <a:cubicBezTo>
                    <a:pt x="9420" y="42081"/>
                    <a:pt x="0" y="32661"/>
                    <a:pt x="0" y="21041"/>
                  </a:cubicBezTo>
                  <a:cubicBezTo>
                    <a:pt x="0" y="9420"/>
                    <a:pt x="9420" y="0"/>
                    <a:pt x="21041" y="0"/>
                  </a:cubicBezTo>
                  <a:cubicBezTo>
                    <a:pt x="32661" y="0"/>
                    <a:pt x="42081" y="9420"/>
                    <a:pt x="42081" y="21041"/>
                  </a:cubicBezTo>
                  <a:close/>
                </a:path>
              </a:pathLst>
            </a:custGeom>
            <a:solidFill>
              <a:srgbClr val="FFA500"/>
            </a:solidFill>
            <a:ln w="4674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B45A3342-8057-6CC7-1511-85A377B9C65F}"/>
                </a:ext>
              </a:extLst>
            </p:cNvPr>
            <p:cNvSpPr/>
            <p:nvPr/>
          </p:nvSpPr>
          <p:spPr>
            <a:xfrm>
              <a:off x="6499121" y="3224299"/>
              <a:ext cx="42081" cy="42081"/>
            </a:xfrm>
            <a:custGeom>
              <a:avLst/>
              <a:gdLst>
                <a:gd name="connsiteX0" fmla="*/ 42081 w 42081"/>
                <a:gd name="connsiteY0" fmla="*/ 21041 h 42081"/>
                <a:gd name="connsiteX1" fmla="*/ 21041 w 42081"/>
                <a:gd name="connsiteY1" fmla="*/ 42082 h 42081"/>
                <a:gd name="connsiteX2" fmla="*/ 0 w 42081"/>
                <a:gd name="connsiteY2" fmla="*/ 21041 h 42081"/>
                <a:gd name="connsiteX3" fmla="*/ 21041 w 42081"/>
                <a:gd name="connsiteY3" fmla="*/ 0 h 42081"/>
                <a:gd name="connsiteX4" fmla="*/ 42081 w 42081"/>
                <a:gd name="connsiteY4" fmla="*/ 21041 h 42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081" h="42081">
                  <a:moveTo>
                    <a:pt x="42081" y="21041"/>
                  </a:moveTo>
                  <a:cubicBezTo>
                    <a:pt x="42081" y="32661"/>
                    <a:pt x="32661" y="42082"/>
                    <a:pt x="21041" y="42082"/>
                  </a:cubicBezTo>
                  <a:cubicBezTo>
                    <a:pt x="9420" y="42082"/>
                    <a:pt x="0" y="32661"/>
                    <a:pt x="0" y="21041"/>
                  </a:cubicBezTo>
                  <a:cubicBezTo>
                    <a:pt x="0" y="9420"/>
                    <a:pt x="9420" y="0"/>
                    <a:pt x="21041" y="0"/>
                  </a:cubicBezTo>
                  <a:cubicBezTo>
                    <a:pt x="32661" y="0"/>
                    <a:pt x="42081" y="9420"/>
                    <a:pt x="42081" y="21041"/>
                  </a:cubicBezTo>
                  <a:close/>
                </a:path>
              </a:pathLst>
            </a:custGeom>
            <a:solidFill>
              <a:srgbClr val="FFA500"/>
            </a:solidFill>
            <a:ln w="4674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7294655C-423A-10A4-97C0-4727149E1285}"/>
                </a:ext>
              </a:extLst>
            </p:cNvPr>
            <p:cNvSpPr/>
            <p:nvPr/>
          </p:nvSpPr>
          <p:spPr>
            <a:xfrm>
              <a:off x="6670881" y="3464938"/>
              <a:ext cx="42081" cy="42081"/>
            </a:xfrm>
            <a:custGeom>
              <a:avLst/>
              <a:gdLst>
                <a:gd name="connsiteX0" fmla="*/ 42082 w 42081"/>
                <a:gd name="connsiteY0" fmla="*/ 21041 h 42081"/>
                <a:gd name="connsiteX1" fmla="*/ 21041 w 42081"/>
                <a:gd name="connsiteY1" fmla="*/ 42082 h 42081"/>
                <a:gd name="connsiteX2" fmla="*/ 0 w 42081"/>
                <a:gd name="connsiteY2" fmla="*/ 21041 h 42081"/>
                <a:gd name="connsiteX3" fmla="*/ 21041 w 42081"/>
                <a:gd name="connsiteY3" fmla="*/ 0 h 42081"/>
                <a:gd name="connsiteX4" fmla="*/ 42082 w 42081"/>
                <a:gd name="connsiteY4" fmla="*/ 21041 h 42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081" h="42081">
                  <a:moveTo>
                    <a:pt x="42082" y="21041"/>
                  </a:moveTo>
                  <a:cubicBezTo>
                    <a:pt x="42082" y="32661"/>
                    <a:pt x="32661" y="42082"/>
                    <a:pt x="21041" y="42082"/>
                  </a:cubicBezTo>
                  <a:cubicBezTo>
                    <a:pt x="9420" y="42082"/>
                    <a:pt x="0" y="32661"/>
                    <a:pt x="0" y="21041"/>
                  </a:cubicBezTo>
                  <a:cubicBezTo>
                    <a:pt x="0" y="9420"/>
                    <a:pt x="9420" y="0"/>
                    <a:pt x="21041" y="0"/>
                  </a:cubicBezTo>
                  <a:cubicBezTo>
                    <a:pt x="32661" y="0"/>
                    <a:pt x="42082" y="9420"/>
                    <a:pt x="42082" y="21041"/>
                  </a:cubicBezTo>
                  <a:close/>
                </a:path>
              </a:pathLst>
            </a:custGeom>
            <a:solidFill>
              <a:srgbClr val="FFA500"/>
            </a:solidFill>
            <a:ln w="4674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73" name="Freeform 372">
            <a:extLst>
              <a:ext uri="{FF2B5EF4-FFF2-40B4-BE49-F238E27FC236}">
                <a16:creationId xmlns:a16="http://schemas.microsoft.com/office/drawing/2014/main" id="{16C24621-BB67-0D89-710A-96FF6732D75E}"/>
              </a:ext>
            </a:extLst>
          </p:cNvPr>
          <p:cNvSpPr/>
          <p:nvPr/>
        </p:nvSpPr>
        <p:spPr>
          <a:xfrm>
            <a:off x="4458943" y="2756955"/>
            <a:ext cx="2748286" cy="1061592"/>
          </a:xfrm>
          <a:custGeom>
            <a:avLst/>
            <a:gdLst>
              <a:gd name="connsiteX0" fmla="*/ 0 w 2748286"/>
              <a:gd name="connsiteY0" fmla="*/ 1061593 h 1061592"/>
              <a:gd name="connsiteX1" fmla="*/ 27761 w 2748286"/>
              <a:gd name="connsiteY1" fmla="*/ 1053353 h 1061592"/>
              <a:gd name="connsiteX2" fmla="*/ 55520 w 2748286"/>
              <a:gd name="connsiteY2" fmla="*/ 1044979 h 1061592"/>
              <a:gd name="connsiteX3" fmla="*/ 83280 w 2748286"/>
              <a:gd name="connsiteY3" fmla="*/ 1036471 h 1061592"/>
              <a:gd name="connsiteX4" fmla="*/ 111041 w 2748286"/>
              <a:gd name="connsiteY4" fmla="*/ 1027822 h 1061592"/>
              <a:gd name="connsiteX5" fmla="*/ 138802 w 2748286"/>
              <a:gd name="connsiteY5" fmla="*/ 1019035 h 1061592"/>
              <a:gd name="connsiteX6" fmla="*/ 166562 w 2748286"/>
              <a:gd name="connsiteY6" fmla="*/ 1010103 h 1061592"/>
              <a:gd name="connsiteX7" fmla="*/ 194323 w 2748286"/>
              <a:gd name="connsiteY7" fmla="*/ 1001026 h 1061592"/>
              <a:gd name="connsiteX8" fmla="*/ 222083 w 2748286"/>
              <a:gd name="connsiteY8" fmla="*/ 991802 h 1061592"/>
              <a:gd name="connsiteX9" fmla="*/ 249844 w 2748286"/>
              <a:gd name="connsiteY9" fmla="*/ 982428 h 1061592"/>
              <a:gd name="connsiteX10" fmla="*/ 277605 w 2748286"/>
              <a:gd name="connsiteY10" fmla="*/ 972902 h 1061592"/>
              <a:gd name="connsiteX11" fmla="*/ 305364 w 2748286"/>
              <a:gd name="connsiteY11" fmla="*/ 963218 h 1061592"/>
              <a:gd name="connsiteX12" fmla="*/ 333125 w 2748286"/>
              <a:gd name="connsiteY12" fmla="*/ 953380 h 1061592"/>
              <a:gd name="connsiteX13" fmla="*/ 360885 w 2748286"/>
              <a:gd name="connsiteY13" fmla="*/ 943380 h 1061592"/>
              <a:gd name="connsiteX14" fmla="*/ 388646 w 2748286"/>
              <a:gd name="connsiteY14" fmla="*/ 933218 h 1061592"/>
              <a:gd name="connsiteX15" fmla="*/ 416406 w 2748286"/>
              <a:gd name="connsiteY15" fmla="*/ 922890 h 1061592"/>
              <a:gd name="connsiteX16" fmla="*/ 444167 w 2748286"/>
              <a:gd name="connsiteY16" fmla="*/ 912396 h 1061592"/>
              <a:gd name="connsiteX17" fmla="*/ 471928 w 2748286"/>
              <a:gd name="connsiteY17" fmla="*/ 901730 h 1061592"/>
              <a:gd name="connsiteX18" fmla="*/ 499688 w 2748286"/>
              <a:gd name="connsiteY18" fmla="*/ 890889 h 1061592"/>
              <a:gd name="connsiteX19" fmla="*/ 527449 w 2748286"/>
              <a:gd name="connsiteY19" fmla="*/ 868005 h 1061592"/>
              <a:gd name="connsiteX20" fmla="*/ 555209 w 2748286"/>
              <a:gd name="connsiteY20" fmla="*/ 828504 h 1061592"/>
              <a:gd name="connsiteX21" fmla="*/ 582969 w 2748286"/>
              <a:gd name="connsiteY21" fmla="*/ 787182 h 1061592"/>
              <a:gd name="connsiteX22" fmla="*/ 610729 w 2748286"/>
              <a:gd name="connsiteY22" fmla="*/ 744038 h 1061592"/>
              <a:gd name="connsiteX23" fmla="*/ 638490 w 2748286"/>
              <a:gd name="connsiteY23" fmla="*/ 699068 h 1061592"/>
              <a:gd name="connsiteX24" fmla="*/ 666250 w 2748286"/>
              <a:gd name="connsiteY24" fmla="*/ 652271 h 1061592"/>
              <a:gd name="connsiteX25" fmla="*/ 694011 w 2748286"/>
              <a:gd name="connsiteY25" fmla="*/ 610282 h 1061592"/>
              <a:gd name="connsiteX26" fmla="*/ 721772 w 2748286"/>
              <a:gd name="connsiteY26" fmla="*/ 586288 h 1061592"/>
              <a:gd name="connsiteX27" fmla="*/ 749532 w 2748286"/>
              <a:gd name="connsiteY27" fmla="*/ 560307 h 1061592"/>
              <a:gd name="connsiteX28" fmla="*/ 777293 w 2748286"/>
              <a:gd name="connsiteY28" fmla="*/ 532338 h 1061592"/>
              <a:gd name="connsiteX29" fmla="*/ 805054 w 2748286"/>
              <a:gd name="connsiteY29" fmla="*/ 502380 h 1061592"/>
              <a:gd name="connsiteX30" fmla="*/ 832813 w 2748286"/>
              <a:gd name="connsiteY30" fmla="*/ 470428 h 1061592"/>
              <a:gd name="connsiteX31" fmla="*/ 860568 w 2748286"/>
              <a:gd name="connsiteY31" fmla="*/ 436759 h 1061592"/>
              <a:gd name="connsiteX32" fmla="*/ 888330 w 2748286"/>
              <a:gd name="connsiteY32" fmla="*/ 405240 h 1061592"/>
              <a:gd name="connsiteX33" fmla="*/ 916092 w 2748286"/>
              <a:gd name="connsiteY33" fmla="*/ 371708 h 1061592"/>
              <a:gd name="connsiteX34" fmla="*/ 943854 w 2748286"/>
              <a:gd name="connsiteY34" fmla="*/ 336162 h 1061592"/>
              <a:gd name="connsiteX35" fmla="*/ 971616 w 2748286"/>
              <a:gd name="connsiteY35" fmla="*/ 298600 h 1061592"/>
              <a:gd name="connsiteX36" fmla="*/ 999378 w 2748286"/>
              <a:gd name="connsiteY36" fmla="*/ 259017 h 1061592"/>
              <a:gd name="connsiteX37" fmla="*/ 1027140 w 2748286"/>
              <a:gd name="connsiteY37" fmla="*/ 217414 h 1061592"/>
              <a:gd name="connsiteX38" fmla="*/ 1054902 w 2748286"/>
              <a:gd name="connsiteY38" fmla="*/ 205758 h 1061592"/>
              <a:gd name="connsiteX39" fmla="*/ 1082664 w 2748286"/>
              <a:gd name="connsiteY39" fmla="*/ 196642 h 1061592"/>
              <a:gd name="connsiteX40" fmla="*/ 1110412 w 2748286"/>
              <a:gd name="connsiteY40" fmla="*/ 185499 h 1061592"/>
              <a:gd name="connsiteX41" fmla="*/ 1138174 w 2748286"/>
              <a:gd name="connsiteY41" fmla="*/ 172329 h 1061592"/>
              <a:gd name="connsiteX42" fmla="*/ 1165936 w 2748286"/>
              <a:gd name="connsiteY42" fmla="*/ 157130 h 1061592"/>
              <a:gd name="connsiteX43" fmla="*/ 1193698 w 2748286"/>
              <a:gd name="connsiteY43" fmla="*/ 139900 h 1061592"/>
              <a:gd name="connsiteX44" fmla="*/ 1221460 w 2748286"/>
              <a:gd name="connsiteY44" fmla="*/ 144097 h 1061592"/>
              <a:gd name="connsiteX45" fmla="*/ 1249222 w 2748286"/>
              <a:gd name="connsiteY45" fmla="*/ 156924 h 1061592"/>
              <a:gd name="connsiteX46" fmla="*/ 1276984 w 2748286"/>
              <a:gd name="connsiteY46" fmla="*/ 167722 h 1061592"/>
              <a:gd name="connsiteX47" fmla="*/ 1304746 w 2748286"/>
              <a:gd name="connsiteY47" fmla="*/ 176491 h 1061592"/>
              <a:gd name="connsiteX48" fmla="*/ 1332508 w 2748286"/>
              <a:gd name="connsiteY48" fmla="*/ 183230 h 1061592"/>
              <a:gd name="connsiteX49" fmla="*/ 1360256 w 2748286"/>
              <a:gd name="connsiteY49" fmla="*/ 187942 h 1061592"/>
              <a:gd name="connsiteX50" fmla="*/ 1388018 w 2748286"/>
              <a:gd name="connsiteY50" fmla="*/ 194561 h 1061592"/>
              <a:gd name="connsiteX51" fmla="*/ 1415780 w 2748286"/>
              <a:gd name="connsiteY51" fmla="*/ 203088 h 1061592"/>
              <a:gd name="connsiteX52" fmla="*/ 1443542 w 2748286"/>
              <a:gd name="connsiteY52" fmla="*/ 209591 h 1061592"/>
              <a:gd name="connsiteX53" fmla="*/ 1471304 w 2748286"/>
              <a:gd name="connsiteY53" fmla="*/ 214065 h 1061592"/>
              <a:gd name="connsiteX54" fmla="*/ 1499066 w 2748286"/>
              <a:gd name="connsiteY54" fmla="*/ 216513 h 1061592"/>
              <a:gd name="connsiteX55" fmla="*/ 1526828 w 2748286"/>
              <a:gd name="connsiteY55" fmla="*/ 216936 h 1061592"/>
              <a:gd name="connsiteX56" fmla="*/ 1554590 w 2748286"/>
              <a:gd name="connsiteY56" fmla="*/ 223819 h 1061592"/>
              <a:gd name="connsiteX57" fmla="*/ 1582352 w 2748286"/>
              <a:gd name="connsiteY57" fmla="*/ 247347 h 1061592"/>
              <a:gd name="connsiteX58" fmla="*/ 1610100 w 2748286"/>
              <a:gd name="connsiteY58" fmla="*/ 268851 h 1061592"/>
              <a:gd name="connsiteX59" fmla="*/ 1637862 w 2748286"/>
              <a:gd name="connsiteY59" fmla="*/ 288334 h 1061592"/>
              <a:gd name="connsiteX60" fmla="*/ 1665624 w 2748286"/>
              <a:gd name="connsiteY60" fmla="*/ 305795 h 1061592"/>
              <a:gd name="connsiteX61" fmla="*/ 1693386 w 2748286"/>
              <a:gd name="connsiteY61" fmla="*/ 321235 h 1061592"/>
              <a:gd name="connsiteX62" fmla="*/ 1721148 w 2748286"/>
              <a:gd name="connsiteY62" fmla="*/ 337309 h 1061592"/>
              <a:gd name="connsiteX63" fmla="*/ 1748910 w 2748286"/>
              <a:gd name="connsiteY63" fmla="*/ 369941 h 1061592"/>
              <a:gd name="connsiteX64" fmla="*/ 1776672 w 2748286"/>
              <a:gd name="connsiteY64" fmla="*/ 400557 h 1061592"/>
              <a:gd name="connsiteX65" fmla="*/ 1804434 w 2748286"/>
              <a:gd name="connsiteY65" fmla="*/ 429161 h 1061592"/>
              <a:gd name="connsiteX66" fmla="*/ 1832196 w 2748286"/>
              <a:gd name="connsiteY66" fmla="*/ 455754 h 1061592"/>
              <a:gd name="connsiteX67" fmla="*/ 1859944 w 2748286"/>
              <a:gd name="connsiteY67" fmla="*/ 480338 h 1061592"/>
              <a:gd name="connsiteX68" fmla="*/ 1887706 w 2748286"/>
              <a:gd name="connsiteY68" fmla="*/ 502914 h 1061592"/>
              <a:gd name="connsiteX69" fmla="*/ 1915468 w 2748286"/>
              <a:gd name="connsiteY69" fmla="*/ 521863 h 1061592"/>
              <a:gd name="connsiteX70" fmla="*/ 1943230 w 2748286"/>
              <a:gd name="connsiteY70" fmla="*/ 538710 h 1061592"/>
              <a:gd name="connsiteX71" fmla="*/ 1970992 w 2748286"/>
              <a:gd name="connsiteY71" fmla="*/ 553568 h 1061592"/>
              <a:gd name="connsiteX72" fmla="*/ 1998754 w 2748286"/>
              <a:gd name="connsiteY72" fmla="*/ 566438 h 1061592"/>
              <a:gd name="connsiteX73" fmla="*/ 2026516 w 2748286"/>
              <a:gd name="connsiteY73" fmla="*/ 577320 h 1061592"/>
              <a:gd name="connsiteX74" fmla="*/ 2054279 w 2748286"/>
              <a:gd name="connsiteY74" fmla="*/ 586214 h 1061592"/>
              <a:gd name="connsiteX75" fmla="*/ 2082041 w 2748286"/>
              <a:gd name="connsiteY75" fmla="*/ 608611 h 1061592"/>
              <a:gd name="connsiteX76" fmla="*/ 2109788 w 2748286"/>
              <a:gd name="connsiteY76" fmla="*/ 634315 h 1061592"/>
              <a:gd name="connsiteX77" fmla="*/ 2137550 w 2748286"/>
              <a:gd name="connsiteY77" fmla="*/ 658188 h 1061592"/>
              <a:gd name="connsiteX78" fmla="*/ 2165312 w 2748286"/>
              <a:gd name="connsiteY78" fmla="*/ 680229 h 1061592"/>
              <a:gd name="connsiteX79" fmla="*/ 2193074 w 2748286"/>
              <a:gd name="connsiteY79" fmla="*/ 700442 h 1061592"/>
              <a:gd name="connsiteX80" fmla="*/ 2220836 w 2748286"/>
              <a:gd name="connsiteY80" fmla="*/ 718826 h 1061592"/>
              <a:gd name="connsiteX81" fmla="*/ 2248598 w 2748286"/>
              <a:gd name="connsiteY81" fmla="*/ 733188 h 1061592"/>
              <a:gd name="connsiteX82" fmla="*/ 2276361 w 2748286"/>
              <a:gd name="connsiteY82" fmla="*/ 745296 h 1061592"/>
              <a:gd name="connsiteX83" fmla="*/ 2304123 w 2748286"/>
              <a:gd name="connsiteY83" fmla="*/ 757222 h 1061592"/>
              <a:gd name="connsiteX84" fmla="*/ 2331885 w 2748286"/>
              <a:gd name="connsiteY84" fmla="*/ 768966 h 1061592"/>
              <a:gd name="connsiteX85" fmla="*/ 2359632 w 2748286"/>
              <a:gd name="connsiteY85" fmla="*/ 780532 h 1061592"/>
              <a:gd name="connsiteX86" fmla="*/ 2387394 w 2748286"/>
              <a:gd name="connsiteY86" fmla="*/ 791923 h 1061592"/>
              <a:gd name="connsiteX87" fmla="*/ 2415157 w 2748286"/>
              <a:gd name="connsiteY87" fmla="*/ 803142 h 1061592"/>
              <a:gd name="connsiteX88" fmla="*/ 2442919 w 2748286"/>
              <a:gd name="connsiteY88" fmla="*/ 814190 h 1061592"/>
              <a:gd name="connsiteX89" fmla="*/ 2470681 w 2748286"/>
              <a:gd name="connsiteY89" fmla="*/ 825071 h 1061592"/>
              <a:gd name="connsiteX90" fmla="*/ 2498443 w 2748286"/>
              <a:gd name="connsiteY90" fmla="*/ 835788 h 1061592"/>
              <a:gd name="connsiteX91" fmla="*/ 2526205 w 2748286"/>
              <a:gd name="connsiteY91" fmla="*/ 846343 h 1061592"/>
              <a:gd name="connsiteX92" fmla="*/ 2553967 w 2748286"/>
              <a:gd name="connsiteY92" fmla="*/ 856738 h 1061592"/>
              <a:gd name="connsiteX93" fmla="*/ 2581729 w 2748286"/>
              <a:gd name="connsiteY93" fmla="*/ 866976 h 1061592"/>
              <a:gd name="connsiteX94" fmla="*/ 2609476 w 2748286"/>
              <a:gd name="connsiteY94" fmla="*/ 877058 h 1061592"/>
              <a:gd name="connsiteX95" fmla="*/ 2637239 w 2748286"/>
              <a:gd name="connsiteY95" fmla="*/ 886990 h 1061592"/>
              <a:gd name="connsiteX96" fmla="*/ 2665001 w 2748286"/>
              <a:gd name="connsiteY96" fmla="*/ 896771 h 1061592"/>
              <a:gd name="connsiteX97" fmla="*/ 2692763 w 2748286"/>
              <a:gd name="connsiteY97" fmla="*/ 906404 h 1061592"/>
              <a:gd name="connsiteX98" fmla="*/ 2720525 w 2748286"/>
              <a:gd name="connsiteY98" fmla="*/ 915893 h 1061592"/>
              <a:gd name="connsiteX99" fmla="*/ 2748287 w 2748286"/>
              <a:gd name="connsiteY99" fmla="*/ 925238 h 1061592"/>
              <a:gd name="connsiteX100" fmla="*/ 2748287 w 2748286"/>
              <a:gd name="connsiteY100" fmla="*/ 423236 h 1061592"/>
              <a:gd name="connsiteX101" fmla="*/ 2720525 w 2748286"/>
              <a:gd name="connsiteY101" fmla="*/ 430314 h 1061592"/>
              <a:gd name="connsiteX102" fmla="*/ 2692763 w 2748286"/>
              <a:gd name="connsiteY102" fmla="*/ 437516 h 1061592"/>
              <a:gd name="connsiteX103" fmla="*/ 2665001 w 2748286"/>
              <a:gd name="connsiteY103" fmla="*/ 444845 h 1061592"/>
              <a:gd name="connsiteX104" fmla="*/ 2637239 w 2748286"/>
              <a:gd name="connsiteY104" fmla="*/ 452303 h 1061592"/>
              <a:gd name="connsiteX105" fmla="*/ 2609476 w 2748286"/>
              <a:gd name="connsiteY105" fmla="*/ 459890 h 1061592"/>
              <a:gd name="connsiteX106" fmla="*/ 2581729 w 2748286"/>
              <a:gd name="connsiteY106" fmla="*/ 467613 h 1061592"/>
              <a:gd name="connsiteX107" fmla="*/ 2553967 w 2748286"/>
              <a:gd name="connsiteY107" fmla="*/ 475471 h 1061592"/>
              <a:gd name="connsiteX108" fmla="*/ 2526205 w 2748286"/>
              <a:gd name="connsiteY108" fmla="*/ 483465 h 1061592"/>
              <a:gd name="connsiteX109" fmla="*/ 2498443 w 2748286"/>
              <a:gd name="connsiteY109" fmla="*/ 491601 h 1061592"/>
              <a:gd name="connsiteX110" fmla="*/ 2470681 w 2748286"/>
              <a:gd name="connsiteY110" fmla="*/ 499878 h 1061592"/>
              <a:gd name="connsiteX111" fmla="*/ 2442919 w 2748286"/>
              <a:gd name="connsiteY111" fmla="*/ 508300 h 1061592"/>
              <a:gd name="connsiteX112" fmla="*/ 2415157 w 2748286"/>
              <a:gd name="connsiteY112" fmla="*/ 516870 h 1061592"/>
              <a:gd name="connsiteX113" fmla="*/ 2387394 w 2748286"/>
              <a:gd name="connsiteY113" fmla="*/ 525590 h 1061592"/>
              <a:gd name="connsiteX114" fmla="*/ 2359632 w 2748286"/>
              <a:gd name="connsiteY114" fmla="*/ 534462 h 1061592"/>
              <a:gd name="connsiteX115" fmla="*/ 2331885 w 2748286"/>
              <a:gd name="connsiteY115" fmla="*/ 543489 h 1061592"/>
              <a:gd name="connsiteX116" fmla="*/ 2304123 w 2748286"/>
              <a:gd name="connsiteY116" fmla="*/ 552673 h 1061592"/>
              <a:gd name="connsiteX117" fmla="*/ 2276361 w 2748286"/>
              <a:gd name="connsiteY117" fmla="*/ 562017 h 1061592"/>
              <a:gd name="connsiteX118" fmla="*/ 2248598 w 2748286"/>
              <a:gd name="connsiteY118" fmla="*/ 571525 h 1061592"/>
              <a:gd name="connsiteX119" fmla="*/ 2220836 w 2748286"/>
              <a:gd name="connsiteY119" fmla="*/ 565749 h 1061592"/>
              <a:gd name="connsiteX120" fmla="*/ 2193074 w 2748286"/>
              <a:gd name="connsiteY120" fmla="*/ 541457 h 1061592"/>
              <a:gd name="connsiteX121" fmla="*/ 2165312 w 2748286"/>
              <a:gd name="connsiteY121" fmla="*/ 518967 h 1061592"/>
              <a:gd name="connsiteX122" fmla="*/ 2137550 w 2748286"/>
              <a:gd name="connsiteY122" fmla="*/ 498278 h 1061592"/>
              <a:gd name="connsiteX123" fmla="*/ 2109788 w 2748286"/>
              <a:gd name="connsiteY123" fmla="*/ 479390 h 1061592"/>
              <a:gd name="connsiteX124" fmla="*/ 2082041 w 2748286"/>
              <a:gd name="connsiteY124" fmla="*/ 462301 h 1061592"/>
              <a:gd name="connsiteX125" fmla="*/ 2054279 w 2748286"/>
              <a:gd name="connsiteY125" fmla="*/ 445876 h 1061592"/>
              <a:gd name="connsiteX126" fmla="*/ 2026516 w 2748286"/>
              <a:gd name="connsiteY126" fmla="*/ 427939 h 1061592"/>
              <a:gd name="connsiteX127" fmla="*/ 1998754 w 2748286"/>
              <a:gd name="connsiteY127" fmla="*/ 411948 h 1061592"/>
              <a:gd name="connsiteX128" fmla="*/ 1970992 w 2748286"/>
              <a:gd name="connsiteY128" fmla="*/ 397904 h 1061592"/>
              <a:gd name="connsiteX129" fmla="*/ 1943230 w 2748286"/>
              <a:gd name="connsiteY129" fmla="*/ 385802 h 1061592"/>
              <a:gd name="connsiteX130" fmla="*/ 1915468 w 2748286"/>
              <a:gd name="connsiteY130" fmla="*/ 375646 h 1061592"/>
              <a:gd name="connsiteX131" fmla="*/ 1887706 w 2748286"/>
              <a:gd name="connsiteY131" fmla="*/ 365787 h 1061592"/>
              <a:gd name="connsiteX132" fmla="*/ 1859944 w 2748286"/>
              <a:gd name="connsiteY132" fmla="*/ 333199 h 1061592"/>
              <a:gd name="connsiteX133" fmla="*/ 1832196 w 2748286"/>
              <a:gd name="connsiteY133" fmla="*/ 302566 h 1061592"/>
              <a:gd name="connsiteX134" fmla="*/ 1804434 w 2748286"/>
              <a:gd name="connsiteY134" fmla="*/ 273885 h 1061592"/>
              <a:gd name="connsiteX135" fmla="*/ 1776672 w 2748286"/>
              <a:gd name="connsiteY135" fmla="*/ 247154 h 1061592"/>
              <a:gd name="connsiteX136" fmla="*/ 1748910 w 2748286"/>
              <a:gd name="connsiteY136" fmla="*/ 222371 h 1061592"/>
              <a:gd name="connsiteX137" fmla="*/ 1721148 w 2748286"/>
              <a:gd name="connsiteY137" fmla="*/ 199536 h 1061592"/>
              <a:gd name="connsiteX138" fmla="*/ 1693386 w 2748286"/>
              <a:gd name="connsiteY138" fmla="*/ 175753 h 1061592"/>
              <a:gd name="connsiteX139" fmla="*/ 1665624 w 2748286"/>
              <a:gd name="connsiteY139" fmla="*/ 153501 h 1061592"/>
              <a:gd name="connsiteX140" fmla="*/ 1637862 w 2748286"/>
              <a:gd name="connsiteY140" fmla="*/ 133194 h 1061592"/>
              <a:gd name="connsiteX141" fmla="*/ 1610100 w 2748286"/>
              <a:gd name="connsiteY141" fmla="*/ 114827 h 1061592"/>
              <a:gd name="connsiteX142" fmla="*/ 1582352 w 2748286"/>
              <a:gd name="connsiteY142" fmla="*/ 98402 h 1061592"/>
              <a:gd name="connsiteX143" fmla="*/ 1554590 w 2748286"/>
              <a:gd name="connsiteY143" fmla="*/ 83919 h 1061592"/>
              <a:gd name="connsiteX144" fmla="*/ 1526828 w 2748286"/>
              <a:gd name="connsiteY144" fmla="*/ 73179 h 1061592"/>
              <a:gd name="connsiteX145" fmla="*/ 1499066 w 2748286"/>
              <a:gd name="connsiteY145" fmla="*/ 65201 h 1061592"/>
              <a:gd name="connsiteX146" fmla="*/ 1471304 w 2748286"/>
              <a:gd name="connsiteY146" fmla="*/ 59161 h 1061592"/>
              <a:gd name="connsiteX147" fmla="*/ 1443542 w 2748286"/>
              <a:gd name="connsiteY147" fmla="*/ 55058 h 1061592"/>
              <a:gd name="connsiteX148" fmla="*/ 1415780 w 2748286"/>
              <a:gd name="connsiteY148" fmla="*/ 52891 h 1061592"/>
              <a:gd name="connsiteX149" fmla="*/ 1388018 w 2748286"/>
              <a:gd name="connsiteY149" fmla="*/ 52663 h 1061592"/>
              <a:gd name="connsiteX150" fmla="*/ 1360256 w 2748286"/>
              <a:gd name="connsiteY150" fmla="*/ 46044 h 1061592"/>
              <a:gd name="connsiteX151" fmla="*/ 1332508 w 2748286"/>
              <a:gd name="connsiteY151" fmla="*/ 33032 h 1061592"/>
              <a:gd name="connsiteX152" fmla="*/ 1304746 w 2748286"/>
              <a:gd name="connsiteY152" fmla="*/ 21958 h 1061592"/>
              <a:gd name="connsiteX153" fmla="*/ 1276984 w 2748286"/>
              <a:gd name="connsiteY153" fmla="*/ 12817 h 1061592"/>
              <a:gd name="connsiteX154" fmla="*/ 1249222 w 2748286"/>
              <a:gd name="connsiteY154" fmla="*/ 5612 h 1061592"/>
              <a:gd name="connsiteX155" fmla="*/ 1221460 w 2748286"/>
              <a:gd name="connsiteY155" fmla="*/ 340 h 1061592"/>
              <a:gd name="connsiteX156" fmla="*/ 1193698 w 2748286"/>
              <a:gd name="connsiteY156" fmla="*/ 0 h 1061592"/>
              <a:gd name="connsiteX157" fmla="*/ 1165936 w 2748286"/>
              <a:gd name="connsiteY157" fmla="*/ 8185 h 1061592"/>
              <a:gd name="connsiteX158" fmla="*/ 1138174 w 2748286"/>
              <a:gd name="connsiteY158" fmla="*/ 18305 h 1061592"/>
              <a:gd name="connsiteX159" fmla="*/ 1110412 w 2748286"/>
              <a:gd name="connsiteY159" fmla="*/ 30359 h 1061592"/>
              <a:gd name="connsiteX160" fmla="*/ 1082664 w 2748286"/>
              <a:gd name="connsiteY160" fmla="*/ 44349 h 1061592"/>
              <a:gd name="connsiteX161" fmla="*/ 1054902 w 2748286"/>
              <a:gd name="connsiteY161" fmla="*/ 60276 h 1061592"/>
              <a:gd name="connsiteX162" fmla="*/ 1027140 w 2748286"/>
              <a:gd name="connsiteY162" fmla="*/ 79641 h 1061592"/>
              <a:gd name="connsiteX163" fmla="*/ 999378 w 2748286"/>
              <a:gd name="connsiteY163" fmla="*/ 111449 h 1061592"/>
              <a:gd name="connsiteX164" fmla="*/ 971616 w 2748286"/>
              <a:gd name="connsiteY164" fmla="*/ 145197 h 1061592"/>
              <a:gd name="connsiteX165" fmla="*/ 943854 w 2748286"/>
              <a:gd name="connsiteY165" fmla="*/ 180886 h 1061592"/>
              <a:gd name="connsiteX166" fmla="*/ 916092 w 2748286"/>
              <a:gd name="connsiteY166" fmla="*/ 218520 h 1061592"/>
              <a:gd name="connsiteX167" fmla="*/ 888330 w 2748286"/>
              <a:gd name="connsiteY167" fmla="*/ 258101 h 1061592"/>
              <a:gd name="connsiteX168" fmla="*/ 860568 w 2748286"/>
              <a:gd name="connsiteY168" fmla="*/ 299632 h 1061592"/>
              <a:gd name="connsiteX169" fmla="*/ 832813 w 2748286"/>
              <a:gd name="connsiteY169" fmla="*/ 324211 h 1061592"/>
              <a:gd name="connsiteX170" fmla="*/ 805054 w 2748286"/>
              <a:gd name="connsiteY170" fmla="*/ 349472 h 1061592"/>
              <a:gd name="connsiteX171" fmla="*/ 777293 w 2748286"/>
              <a:gd name="connsiteY171" fmla="*/ 376673 h 1061592"/>
              <a:gd name="connsiteX172" fmla="*/ 749532 w 2748286"/>
              <a:gd name="connsiteY172" fmla="*/ 405819 h 1061592"/>
              <a:gd name="connsiteX173" fmla="*/ 721772 w 2748286"/>
              <a:gd name="connsiteY173" fmla="*/ 436908 h 1061592"/>
              <a:gd name="connsiteX174" fmla="*/ 694011 w 2748286"/>
              <a:gd name="connsiteY174" fmla="*/ 469945 h 1061592"/>
              <a:gd name="connsiteX175" fmla="*/ 666250 w 2748286"/>
              <a:gd name="connsiteY175" fmla="*/ 505962 h 1061592"/>
              <a:gd name="connsiteX176" fmla="*/ 638490 w 2748286"/>
              <a:gd name="connsiteY176" fmla="*/ 544144 h 1061592"/>
              <a:gd name="connsiteX177" fmla="*/ 610729 w 2748286"/>
              <a:gd name="connsiteY177" fmla="*/ 584129 h 1061592"/>
              <a:gd name="connsiteX178" fmla="*/ 582969 w 2748286"/>
              <a:gd name="connsiteY178" fmla="*/ 625919 h 1061592"/>
              <a:gd name="connsiteX179" fmla="*/ 555209 w 2748286"/>
              <a:gd name="connsiteY179" fmla="*/ 669518 h 1061592"/>
              <a:gd name="connsiteX180" fmla="*/ 527449 w 2748286"/>
              <a:gd name="connsiteY180" fmla="*/ 714928 h 1061592"/>
              <a:gd name="connsiteX181" fmla="*/ 499688 w 2748286"/>
              <a:gd name="connsiteY181" fmla="*/ 729226 h 1061592"/>
              <a:gd name="connsiteX182" fmla="*/ 471928 w 2748286"/>
              <a:gd name="connsiteY182" fmla="*/ 718450 h 1061592"/>
              <a:gd name="connsiteX183" fmla="*/ 444167 w 2748286"/>
              <a:gd name="connsiteY183" fmla="*/ 707847 h 1061592"/>
              <a:gd name="connsiteX184" fmla="*/ 416406 w 2748286"/>
              <a:gd name="connsiteY184" fmla="*/ 697414 h 1061592"/>
              <a:gd name="connsiteX185" fmla="*/ 388646 w 2748286"/>
              <a:gd name="connsiteY185" fmla="*/ 687148 h 1061592"/>
              <a:gd name="connsiteX186" fmla="*/ 360885 w 2748286"/>
              <a:gd name="connsiteY186" fmla="*/ 677047 h 1061592"/>
              <a:gd name="connsiteX187" fmla="*/ 333125 w 2748286"/>
              <a:gd name="connsiteY187" fmla="*/ 667108 h 1061592"/>
              <a:gd name="connsiteX188" fmla="*/ 305364 w 2748286"/>
              <a:gd name="connsiteY188" fmla="*/ 657330 h 1061592"/>
              <a:gd name="connsiteX189" fmla="*/ 277605 w 2748286"/>
              <a:gd name="connsiteY189" fmla="*/ 647708 h 1061592"/>
              <a:gd name="connsiteX190" fmla="*/ 249844 w 2748286"/>
              <a:gd name="connsiteY190" fmla="*/ 638240 h 1061592"/>
              <a:gd name="connsiteX191" fmla="*/ 222083 w 2748286"/>
              <a:gd name="connsiteY191" fmla="*/ 628925 h 1061592"/>
              <a:gd name="connsiteX192" fmla="*/ 194323 w 2748286"/>
              <a:gd name="connsiteY192" fmla="*/ 619759 h 1061592"/>
              <a:gd name="connsiteX193" fmla="*/ 166562 w 2748286"/>
              <a:gd name="connsiteY193" fmla="*/ 610741 h 1061592"/>
              <a:gd name="connsiteX194" fmla="*/ 138802 w 2748286"/>
              <a:gd name="connsiteY194" fmla="*/ 601867 h 1061592"/>
              <a:gd name="connsiteX195" fmla="*/ 111041 w 2748286"/>
              <a:gd name="connsiteY195" fmla="*/ 593135 h 1061592"/>
              <a:gd name="connsiteX196" fmla="*/ 83280 w 2748286"/>
              <a:gd name="connsiteY196" fmla="*/ 584544 h 1061592"/>
              <a:gd name="connsiteX197" fmla="*/ 55520 w 2748286"/>
              <a:gd name="connsiteY197" fmla="*/ 576091 h 1061592"/>
              <a:gd name="connsiteX198" fmla="*/ 27761 w 2748286"/>
              <a:gd name="connsiteY198" fmla="*/ 567774 h 1061592"/>
              <a:gd name="connsiteX199" fmla="*/ 0 w 2748286"/>
              <a:gd name="connsiteY199" fmla="*/ 559590 h 10615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</a:cxnLst>
            <a:rect l="l" t="t" r="r" b="b"/>
            <a:pathLst>
              <a:path w="2748286" h="1061592">
                <a:moveTo>
                  <a:pt x="0" y="1061593"/>
                </a:moveTo>
                <a:lnTo>
                  <a:pt x="27761" y="1053353"/>
                </a:lnTo>
                <a:lnTo>
                  <a:pt x="55520" y="1044979"/>
                </a:lnTo>
                <a:lnTo>
                  <a:pt x="83280" y="1036471"/>
                </a:lnTo>
                <a:lnTo>
                  <a:pt x="111041" y="1027822"/>
                </a:lnTo>
                <a:lnTo>
                  <a:pt x="138802" y="1019035"/>
                </a:lnTo>
                <a:lnTo>
                  <a:pt x="166562" y="1010103"/>
                </a:lnTo>
                <a:lnTo>
                  <a:pt x="194323" y="1001026"/>
                </a:lnTo>
                <a:lnTo>
                  <a:pt x="222083" y="991802"/>
                </a:lnTo>
                <a:lnTo>
                  <a:pt x="249844" y="982428"/>
                </a:lnTo>
                <a:lnTo>
                  <a:pt x="277605" y="972902"/>
                </a:lnTo>
                <a:lnTo>
                  <a:pt x="305364" y="963218"/>
                </a:lnTo>
                <a:lnTo>
                  <a:pt x="333125" y="953380"/>
                </a:lnTo>
                <a:lnTo>
                  <a:pt x="360885" y="943380"/>
                </a:lnTo>
                <a:lnTo>
                  <a:pt x="388646" y="933218"/>
                </a:lnTo>
                <a:lnTo>
                  <a:pt x="416406" y="922890"/>
                </a:lnTo>
                <a:lnTo>
                  <a:pt x="444167" y="912396"/>
                </a:lnTo>
                <a:lnTo>
                  <a:pt x="471928" y="901730"/>
                </a:lnTo>
                <a:lnTo>
                  <a:pt x="499688" y="890889"/>
                </a:lnTo>
                <a:lnTo>
                  <a:pt x="527449" y="868005"/>
                </a:lnTo>
                <a:lnTo>
                  <a:pt x="555209" y="828504"/>
                </a:lnTo>
                <a:lnTo>
                  <a:pt x="582969" y="787182"/>
                </a:lnTo>
                <a:lnTo>
                  <a:pt x="610729" y="744038"/>
                </a:lnTo>
                <a:lnTo>
                  <a:pt x="638490" y="699068"/>
                </a:lnTo>
                <a:lnTo>
                  <a:pt x="666250" y="652271"/>
                </a:lnTo>
                <a:lnTo>
                  <a:pt x="694011" y="610282"/>
                </a:lnTo>
                <a:lnTo>
                  <a:pt x="721772" y="586288"/>
                </a:lnTo>
                <a:lnTo>
                  <a:pt x="749532" y="560307"/>
                </a:lnTo>
                <a:lnTo>
                  <a:pt x="777293" y="532338"/>
                </a:lnTo>
                <a:lnTo>
                  <a:pt x="805054" y="502380"/>
                </a:lnTo>
                <a:lnTo>
                  <a:pt x="832813" y="470428"/>
                </a:lnTo>
                <a:lnTo>
                  <a:pt x="860568" y="436759"/>
                </a:lnTo>
                <a:lnTo>
                  <a:pt x="888330" y="405240"/>
                </a:lnTo>
                <a:lnTo>
                  <a:pt x="916092" y="371708"/>
                </a:lnTo>
                <a:lnTo>
                  <a:pt x="943854" y="336162"/>
                </a:lnTo>
                <a:lnTo>
                  <a:pt x="971616" y="298600"/>
                </a:lnTo>
                <a:lnTo>
                  <a:pt x="999378" y="259017"/>
                </a:lnTo>
                <a:lnTo>
                  <a:pt x="1027140" y="217414"/>
                </a:lnTo>
                <a:lnTo>
                  <a:pt x="1054902" y="205758"/>
                </a:lnTo>
                <a:lnTo>
                  <a:pt x="1082664" y="196642"/>
                </a:lnTo>
                <a:lnTo>
                  <a:pt x="1110412" y="185499"/>
                </a:lnTo>
                <a:lnTo>
                  <a:pt x="1138174" y="172329"/>
                </a:lnTo>
                <a:lnTo>
                  <a:pt x="1165936" y="157130"/>
                </a:lnTo>
                <a:lnTo>
                  <a:pt x="1193698" y="139900"/>
                </a:lnTo>
                <a:lnTo>
                  <a:pt x="1221460" y="144097"/>
                </a:lnTo>
                <a:lnTo>
                  <a:pt x="1249222" y="156924"/>
                </a:lnTo>
                <a:lnTo>
                  <a:pt x="1276984" y="167722"/>
                </a:lnTo>
                <a:lnTo>
                  <a:pt x="1304746" y="176491"/>
                </a:lnTo>
                <a:lnTo>
                  <a:pt x="1332508" y="183230"/>
                </a:lnTo>
                <a:lnTo>
                  <a:pt x="1360256" y="187942"/>
                </a:lnTo>
                <a:lnTo>
                  <a:pt x="1388018" y="194561"/>
                </a:lnTo>
                <a:lnTo>
                  <a:pt x="1415780" y="203088"/>
                </a:lnTo>
                <a:lnTo>
                  <a:pt x="1443542" y="209591"/>
                </a:lnTo>
                <a:lnTo>
                  <a:pt x="1471304" y="214065"/>
                </a:lnTo>
                <a:lnTo>
                  <a:pt x="1499066" y="216513"/>
                </a:lnTo>
                <a:lnTo>
                  <a:pt x="1526828" y="216936"/>
                </a:lnTo>
                <a:lnTo>
                  <a:pt x="1554590" y="223819"/>
                </a:lnTo>
                <a:lnTo>
                  <a:pt x="1582352" y="247347"/>
                </a:lnTo>
                <a:lnTo>
                  <a:pt x="1610100" y="268851"/>
                </a:lnTo>
                <a:lnTo>
                  <a:pt x="1637862" y="288334"/>
                </a:lnTo>
                <a:lnTo>
                  <a:pt x="1665624" y="305795"/>
                </a:lnTo>
                <a:lnTo>
                  <a:pt x="1693386" y="321235"/>
                </a:lnTo>
                <a:lnTo>
                  <a:pt x="1721148" y="337309"/>
                </a:lnTo>
                <a:lnTo>
                  <a:pt x="1748910" y="369941"/>
                </a:lnTo>
                <a:lnTo>
                  <a:pt x="1776672" y="400557"/>
                </a:lnTo>
                <a:lnTo>
                  <a:pt x="1804434" y="429161"/>
                </a:lnTo>
                <a:lnTo>
                  <a:pt x="1832196" y="455754"/>
                </a:lnTo>
                <a:lnTo>
                  <a:pt x="1859944" y="480338"/>
                </a:lnTo>
                <a:lnTo>
                  <a:pt x="1887706" y="502914"/>
                </a:lnTo>
                <a:lnTo>
                  <a:pt x="1915468" y="521863"/>
                </a:lnTo>
                <a:lnTo>
                  <a:pt x="1943230" y="538710"/>
                </a:lnTo>
                <a:lnTo>
                  <a:pt x="1970992" y="553568"/>
                </a:lnTo>
                <a:lnTo>
                  <a:pt x="1998754" y="566438"/>
                </a:lnTo>
                <a:lnTo>
                  <a:pt x="2026516" y="577320"/>
                </a:lnTo>
                <a:lnTo>
                  <a:pt x="2054279" y="586214"/>
                </a:lnTo>
                <a:lnTo>
                  <a:pt x="2082041" y="608611"/>
                </a:lnTo>
                <a:lnTo>
                  <a:pt x="2109788" y="634315"/>
                </a:lnTo>
                <a:lnTo>
                  <a:pt x="2137550" y="658188"/>
                </a:lnTo>
                <a:lnTo>
                  <a:pt x="2165312" y="680229"/>
                </a:lnTo>
                <a:lnTo>
                  <a:pt x="2193074" y="700442"/>
                </a:lnTo>
                <a:lnTo>
                  <a:pt x="2220836" y="718826"/>
                </a:lnTo>
                <a:lnTo>
                  <a:pt x="2248598" y="733188"/>
                </a:lnTo>
                <a:lnTo>
                  <a:pt x="2276361" y="745296"/>
                </a:lnTo>
                <a:lnTo>
                  <a:pt x="2304123" y="757222"/>
                </a:lnTo>
                <a:lnTo>
                  <a:pt x="2331885" y="768966"/>
                </a:lnTo>
                <a:lnTo>
                  <a:pt x="2359632" y="780532"/>
                </a:lnTo>
                <a:lnTo>
                  <a:pt x="2387394" y="791923"/>
                </a:lnTo>
                <a:lnTo>
                  <a:pt x="2415157" y="803142"/>
                </a:lnTo>
                <a:lnTo>
                  <a:pt x="2442919" y="814190"/>
                </a:lnTo>
                <a:lnTo>
                  <a:pt x="2470681" y="825071"/>
                </a:lnTo>
                <a:lnTo>
                  <a:pt x="2498443" y="835788"/>
                </a:lnTo>
                <a:lnTo>
                  <a:pt x="2526205" y="846343"/>
                </a:lnTo>
                <a:lnTo>
                  <a:pt x="2553967" y="856738"/>
                </a:lnTo>
                <a:lnTo>
                  <a:pt x="2581729" y="866976"/>
                </a:lnTo>
                <a:lnTo>
                  <a:pt x="2609476" y="877058"/>
                </a:lnTo>
                <a:lnTo>
                  <a:pt x="2637239" y="886990"/>
                </a:lnTo>
                <a:lnTo>
                  <a:pt x="2665001" y="896771"/>
                </a:lnTo>
                <a:lnTo>
                  <a:pt x="2692763" y="906404"/>
                </a:lnTo>
                <a:lnTo>
                  <a:pt x="2720525" y="915893"/>
                </a:lnTo>
                <a:lnTo>
                  <a:pt x="2748287" y="925238"/>
                </a:lnTo>
                <a:lnTo>
                  <a:pt x="2748287" y="423236"/>
                </a:lnTo>
                <a:lnTo>
                  <a:pt x="2720525" y="430314"/>
                </a:lnTo>
                <a:lnTo>
                  <a:pt x="2692763" y="437516"/>
                </a:lnTo>
                <a:lnTo>
                  <a:pt x="2665001" y="444845"/>
                </a:lnTo>
                <a:lnTo>
                  <a:pt x="2637239" y="452303"/>
                </a:lnTo>
                <a:lnTo>
                  <a:pt x="2609476" y="459890"/>
                </a:lnTo>
                <a:lnTo>
                  <a:pt x="2581729" y="467613"/>
                </a:lnTo>
                <a:lnTo>
                  <a:pt x="2553967" y="475471"/>
                </a:lnTo>
                <a:lnTo>
                  <a:pt x="2526205" y="483465"/>
                </a:lnTo>
                <a:lnTo>
                  <a:pt x="2498443" y="491601"/>
                </a:lnTo>
                <a:lnTo>
                  <a:pt x="2470681" y="499878"/>
                </a:lnTo>
                <a:lnTo>
                  <a:pt x="2442919" y="508300"/>
                </a:lnTo>
                <a:lnTo>
                  <a:pt x="2415157" y="516870"/>
                </a:lnTo>
                <a:lnTo>
                  <a:pt x="2387394" y="525590"/>
                </a:lnTo>
                <a:lnTo>
                  <a:pt x="2359632" y="534462"/>
                </a:lnTo>
                <a:lnTo>
                  <a:pt x="2331885" y="543489"/>
                </a:lnTo>
                <a:lnTo>
                  <a:pt x="2304123" y="552673"/>
                </a:lnTo>
                <a:lnTo>
                  <a:pt x="2276361" y="562017"/>
                </a:lnTo>
                <a:lnTo>
                  <a:pt x="2248598" y="571525"/>
                </a:lnTo>
                <a:lnTo>
                  <a:pt x="2220836" y="565749"/>
                </a:lnTo>
                <a:lnTo>
                  <a:pt x="2193074" y="541457"/>
                </a:lnTo>
                <a:lnTo>
                  <a:pt x="2165312" y="518967"/>
                </a:lnTo>
                <a:lnTo>
                  <a:pt x="2137550" y="498278"/>
                </a:lnTo>
                <a:lnTo>
                  <a:pt x="2109788" y="479390"/>
                </a:lnTo>
                <a:lnTo>
                  <a:pt x="2082041" y="462301"/>
                </a:lnTo>
                <a:lnTo>
                  <a:pt x="2054279" y="445876"/>
                </a:lnTo>
                <a:lnTo>
                  <a:pt x="2026516" y="427939"/>
                </a:lnTo>
                <a:lnTo>
                  <a:pt x="1998754" y="411948"/>
                </a:lnTo>
                <a:lnTo>
                  <a:pt x="1970992" y="397904"/>
                </a:lnTo>
                <a:lnTo>
                  <a:pt x="1943230" y="385802"/>
                </a:lnTo>
                <a:lnTo>
                  <a:pt x="1915468" y="375646"/>
                </a:lnTo>
                <a:lnTo>
                  <a:pt x="1887706" y="365787"/>
                </a:lnTo>
                <a:lnTo>
                  <a:pt x="1859944" y="333199"/>
                </a:lnTo>
                <a:lnTo>
                  <a:pt x="1832196" y="302566"/>
                </a:lnTo>
                <a:lnTo>
                  <a:pt x="1804434" y="273885"/>
                </a:lnTo>
                <a:lnTo>
                  <a:pt x="1776672" y="247154"/>
                </a:lnTo>
                <a:lnTo>
                  <a:pt x="1748910" y="222371"/>
                </a:lnTo>
                <a:lnTo>
                  <a:pt x="1721148" y="199536"/>
                </a:lnTo>
                <a:lnTo>
                  <a:pt x="1693386" y="175753"/>
                </a:lnTo>
                <a:lnTo>
                  <a:pt x="1665624" y="153501"/>
                </a:lnTo>
                <a:lnTo>
                  <a:pt x="1637862" y="133194"/>
                </a:lnTo>
                <a:lnTo>
                  <a:pt x="1610100" y="114827"/>
                </a:lnTo>
                <a:lnTo>
                  <a:pt x="1582352" y="98402"/>
                </a:lnTo>
                <a:lnTo>
                  <a:pt x="1554590" y="83919"/>
                </a:lnTo>
                <a:lnTo>
                  <a:pt x="1526828" y="73179"/>
                </a:lnTo>
                <a:lnTo>
                  <a:pt x="1499066" y="65201"/>
                </a:lnTo>
                <a:lnTo>
                  <a:pt x="1471304" y="59161"/>
                </a:lnTo>
                <a:lnTo>
                  <a:pt x="1443542" y="55058"/>
                </a:lnTo>
                <a:lnTo>
                  <a:pt x="1415780" y="52891"/>
                </a:lnTo>
                <a:lnTo>
                  <a:pt x="1388018" y="52663"/>
                </a:lnTo>
                <a:lnTo>
                  <a:pt x="1360256" y="46044"/>
                </a:lnTo>
                <a:lnTo>
                  <a:pt x="1332508" y="33032"/>
                </a:lnTo>
                <a:lnTo>
                  <a:pt x="1304746" y="21958"/>
                </a:lnTo>
                <a:lnTo>
                  <a:pt x="1276984" y="12817"/>
                </a:lnTo>
                <a:lnTo>
                  <a:pt x="1249222" y="5612"/>
                </a:lnTo>
                <a:lnTo>
                  <a:pt x="1221460" y="340"/>
                </a:lnTo>
                <a:lnTo>
                  <a:pt x="1193698" y="0"/>
                </a:lnTo>
                <a:lnTo>
                  <a:pt x="1165936" y="8185"/>
                </a:lnTo>
                <a:lnTo>
                  <a:pt x="1138174" y="18305"/>
                </a:lnTo>
                <a:lnTo>
                  <a:pt x="1110412" y="30359"/>
                </a:lnTo>
                <a:lnTo>
                  <a:pt x="1082664" y="44349"/>
                </a:lnTo>
                <a:lnTo>
                  <a:pt x="1054902" y="60276"/>
                </a:lnTo>
                <a:lnTo>
                  <a:pt x="1027140" y="79641"/>
                </a:lnTo>
                <a:lnTo>
                  <a:pt x="999378" y="111449"/>
                </a:lnTo>
                <a:lnTo>
                  <a:pt x="971616" y="145197"/>
                </a:lnTo>
                <a:lnTo>
                  <a:pt x="943854" y="180886"/>
                </a:lnTo>
                <a:lnTo>
                  <a:pt x="916092" y="218520"/>
                </a:lnTo>
                <a:lnTo>
                  <a:pt x="888330" y="258101"/>
                </a:lnTo>
                <a:lnTo>
                  <a:pt x="860568" y="299632"/>
                </a:lnTo>
                <a:lnTo>
                  <a:pt x="832813" y="324211"/>
                </a:lnTo>
                <a:lnTo>
                  <a:pt x="805054" y="349472"/>
                </a:lnTo>
                <a:lnTo>
                  <a:pt x="777293" y="376673"/>
                </a:lnTo>
                <a:lnTo>
                  <a:pt x="749532" y="405819"/>
                </a:lnTo>
                <a:lnTo>
                  <a:pt x="721772" y="436908"/>
                </a:lnTo>
                <a:lnTo>
                  <a:pt x="694011" y="469945"/>
                </a:lnTo>
                <a:lnTo>
                  <a:pt x="666250" y="505962"/>
                </a:lnTo>
                <a:lnTo>
                  <a:pt x="638490" y="544144"/>
                </a:lnTo>
                <a:lnTo>
                  <a:pt x="610729" y="584129"/>
                </a:lnTo>
                <a:lnTo>
                  <a:pt x="582969" y="625919"/>
                </a:lnTo>
                <a:lnTo>
                  <a:pt x="555209" y="669518"/>
                </a:lnTo>
                <a:lnTo>
                  <a:pt x="527449" y="714928"/>
                </a:lnTo>
                <a:lnTo>
                  <a:pt x="499688" y="729226"/>
                </a:lnTo>
                <a:lnTo>
                  <a:pt x="471928" y="718450"/>
                </a:lnTo>
                <a:lnTo>
                  <a:pt x="444167" y="707847"/>
                </a:lnTo>
                <a:lnTo>
                  <a:pt x="416406" y="697414"/>
                </a:lnTo>
                <a:lnTo>
                  <a:pt x="388646" y="687148"/>
                </a:lnTo>
                <a:lnTo>
                  <a:pt x="360885" y="677047"/>
                </a:lnTo>
                <a:lnTo>
                  <a:pt x="333125" y="667108"/>
                </a:lnTo>
                <a:lnTo>
                  <a:pt x="305364" y="657330"/>
                </a:lnTo>
                <a:lnTo>
                  <a:pt x="277605" y="647708"/>
                </a:lnTo>
                <a:lnTo>
                  <a:pt x="249844" y="638240"/>
                </a:lnTo>
                <a:lnTo>
                  <a:pt x="222083" y="628925"/>
                </a:lnTo>
                <a:lnTo>
                  <a:pt x="194323" y="619759"/>
                </a:lnTo>
                <a:lnTo>
                  <a:pt x="166562" y="610741"/>
                </a:lnTo>
                <a:lnTo>
                  <a:pt x="138802" y="601867"/>
                </a:lnTo>
                <a:lnTo>
                  <a:pt x="111041" y="593135"/>
                </a:lnTo>
                <a:lnTo>
                  <a:pt x="83280" y="584544"/>
                </a:lnTo>
                <a:lnTo>
                  <a:pt x="55520" y="576091"/>
                </a:lnTo>
                <a:lnTo>
                  <a:pt x="27761" y="567774"/>
                </a:lnTo>
                <a:lnTo>
                  <a:pt x="0" y="559590"/>
                </a:lnTo>
                <a:close/>
              </a:path>
            </a:pathLst>
          </a:custGeom>
          <a:solidFill>
            <a:srgbClr val="0000FF">
              <a:alpha val="20000"/>
            </a:srgbClr>
          </a:solidFill>
          <a:ln w="146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4" name="Freeform 373">
            <a:extLst>
              <a:ext uri="{FF2B5EF4-FFF2-40B4-BE49-F238E27FC236}">
                <a16:creationId xmlns:a16="http://schemas.microsoft.com/office/drawing/2014/main" id="{553F6DEC-5801-830E-D335-B7D7C5747E67}"/>
              </a:ext>
            </a:extLst>
          </p:cNvPr>
          <p:cNvSpPr/>
          <p:nvPr/>
        </p:nvSpPr>
        <p:spPr>
          <a:xfrm>
            <a:off x="4458943" y="2826906"/>
            <a:ext cx="2748286" cy="740641"/>
          </a:xfrm>
          <a:custGeom>
            <a:avLst/>
            <a:gdLst>
              <a:gd name="connsiteX0" fmla="*/ 0 w 2748286"/>
              <a:gd name="connsiteY0" fmla="*/ 740641 h 740641"/>
              <a:gd name="connsiteX1" fmla="*/ 27761 w 2748286"/>
              <a:gd name="connsiteY1" fmla="*/ 740613 h 740641"/>
              <a:gd name="connsiteX2" fmla="*/ 55520 w 2748286"/>
              <a:gd name="connsiteY2" fmla="*/ 740586 h 740641"/>
              <a:gd name="connsiteX3" fmla="*/ 83280 w 2748286"/>
              <a:gd name="connsiteY3" fmla="*/ 740558 h 740641"/>
              <a:gd name="connsiteX4" fmla="*/ 111041 w 2748286"/>
              <a:gd name="connsiteY4" fmla="*/ 740529 h 740641"/>
              <a:gd name="connsiteX5" fmla="*/ 138802 w 2748286"/>
              <a:gd name="connsiteY5" fmla="*/ 740501 h 740641"/>
              <a:gd name="connsiteX6" fmla="*/ 166562 w 2748286"/>
              <a:gd name="connsiteY6" fmla="*/ 740472 h 740641"/>
              <a:gd name="connsiteX7" fmla="*/ 194323 w 2748286"/>
              <a:gd name="connsiteY7" fmla="*/ 740442 h 740641"/>
              <a:gd name="connsiteX8" fmla="*/ 222083 w 2748286"/>
              <a:gd name="connsiteY8" fmla="*/ 740413 h 740641"/>
              <a:gd name="connsiteX9" fmla="*/ 249844 w 2748286"/>
              <a:gd name="connsiteY9" fmla="*/ 740384 h 740641"/>
              <a:gd name="connsiteX10" fmla="*/ 277605 w 2748286"/>
              <a:gd name="connsiteY10" fmla="*/ 740355 h 740641"/>
              <a:gd name="connsiteX11" fmla="*/ 305364 w 2748286"/>
              <a:gd name="connsiteY11" fmla="*/ 740324 h 740641"/>
              <a:gd name="connsiteX12" fmla="*/ 333125 w 2748286"/>
              <a:gd name="connsiteY12" fmla="*/ 740295 h 740641"/>
              <a:gd name="connsiteX13" fmla="*/ 360885 w 2748286"/>
              <a:gd name="connsiteY13" fmla="*/ 740264 h 740641"/>
              <a:gd name="connsiteX14" fmla="*/ 388646 w 2748286"/>
              <a:gd name="connsiteY14" fmla="*/ 740233 h 740641"/>
              <a:gd name="connsiteX15" fmla="*/ 416406 w 2748286"/>
              <a:gd name="connsiteY15" fmla="*/ 740203 h 740641"/>
              <a:gd name="connsiteX16" fmla="*/ 444167 w 2748286"/>
              <a:gd name="connsiteY16" fmla="*/ 740171 h 740641"/>
              <a:gd name="connsiteX17" fmla="*/ 471928 w 2748286"/>
              <a:gd name="connsiteY17" fmla="*/ 740140 h 740641"/>
              <a:gd name="connsiteX18" fmla="*/ 499688 w 2748286"/>
              <a:gd name="connsiteY18" fmla="*/ 740108 h 740641"/>
              <a:gd name="connsiteX19" fmla="*/ 527449 w 2748286"/>
              <a:gd name="connsiteY19" fmla="*/ 721516 h 740641"/>
              <a:gd name="connsiteX20" fmla="*/ 555209 w 2748286"/>
              <a:gd name="connsiteY20" fmla="*/ 679060 h 740641"/>
              <a:gd name="connsiteX21" fmla="*/ 582969 w 2748286"/>
              <a:gd name="connsiteY21" fmla="*/ 636601 h 740641"/>
              <a:gd name="connsiteX22" fmla="*/ 610729 w 2748286"/>
              <a:gd name="connsiteY22" fmla="*/ 594133 h 740641"/>
              <a:gd name="connsiteX23" fmla="*/ 638490 w 2748286"/>
              <a:gd name="connsiteY23" fmla="*/ 551656 h 740641"/>
              <a:gd name="connsiteX24" fmla="*/ 666250 w 2748286"/>
              <a:gd name="connsiteY24" fmla="*/ 509167 h 740641"/>
              <a:gd name="connsiteX25" fmla="*/ 694011 w 2748286"/>
              <a:gd name="connsiteY25" fmla="*/ 470164 h 740641"/>
              <a:gd name="connsiteX26" fmla="*/ 721772 w 2748286"/>
              <a:gd name="connsiteY26" fmla="*/ 441648 h 740641"/>
              <a:gd name="connsiteX27" fmla="*/ 749532 w 2748286"/>
              <a:gd name="connsiteY27" fmla="*/ 413113 h 740641"/>
              <a:gd name="connsiteX28" fmla="*/ 777293 w 2748286"/>
              <a:gd name="connsiteY28" fmla="*/ 384556 h 740641"/>
              <a:gd name="connsiteX29" fmla="*/ 805054 w 2748286"/>
              <a:gd name="connsiteY29" fmla="*/ 355976 h 740641"/>
              <a:gd name="connsiteX30" fmla="*/ 832813 w 2748286"/>
              <a:gd name="connsiteY30" fmla="*/ 327369 h 740641"/>
              <a:gd name="connsiteX31" fmla="*/ 860568 w 2748286"/>
              <a:gd name="connsiteY31" fmla="*/ 298245 h 740641"/>
              <a:gd name="connsiteX32" fmla="*/ 888330 w 2748286"/>
              <a:gd name="connsiteY32" fmla="*/ 261720 h 740641"/>
              <a:gd name="connsiteX33" fmla="*/ 916092 w 2748286"/>
              <a:gd name="connsiteY33" fmla="*/ 225164 h 740641"/>
              <a:gd name="connsiteX34" fmla="*/ 943854 w 2748286"/>
              <a:gd name="connsiteY34" fmla="*/ 188575 h 740641"/>
              <a:gd name="connsiteX35" fmla="*/ 971616 w 2748286"/>
              <a:gd name="connsiteY35" fmla="*/ 151948 h 740641"/>
              <a:gd name="connsiteX36" fmla="*/ 999378 w 2748286"/>
              <a:gd name="connsiteY36" fmla="*/ 115283 h 740641"/>
              <a:gd name="connsiteX37" fmla="*/ 1027140 w 2748286"/>
              <a:gd name="connsiteY37" fmla="*/ 78577 h 740641"/>
              <a:gd name="connsiteX38" fmla="*/ 1054902 w 2748286"/>
              <a:gd name="connsiteY38" fmla="*/ 63067 h 740641"/>
              <a:gd name="connsiteX39" fmla="*/ 1082664 w 2748286"/>
              <a:gd name="connsiteY39" fmla="*/ 50546 h 740641"/>
              <a:gd name="connsiteX40" fmla="*/ 1110412 w 2748286"/>
              <a:gd name="connsiteY40" fmla="*/ 37979 h 740641"/>
              <a:gd name="connsiteX41" fmla="*/ 1138174 w 2748286"/>
              <a:gd name="connsiteY41" fmla="*/ 25367 h 740641"/>
              <a:gd name="connsiteX42" fmla="*/ 1165936 w 2748286"/>
              <a:gd name="connsiteY42" fmla="*/ 12708 h 740641"/>
              <a:gd name="connsiteX43" fmla="*/ 1193698 w 2748286"/>
              <a:gd name="connsiteY43" fmla="*/ 0 h 740641"/>
              <a:gd name="connsiteX44" fmla="*/ 1221460 w 2748286"/>
              <a:gd name="connsiteY44" fmla="*/ 2269 h 740641"/>
              <a:gd name="connsiteX45" fmla="*/ 1249222 w 2748286"/>
              <a:gd name="connsiteY45" fmla="*/ 11318 h 740641"/>
              <a:gd name="connsiteX46" fmla="*/ 1276984 w 2748286"/>
              <a:gd name="connsiteY46" fmla="*/ 20319 h 740641"/>
              <a:gd name="connsiteX47" fmla="*/ 1304746 w 2748286"/>
              <a:gd name="connsiteY47" fmla="*/ 29274 h 740641"/>
              <a:gd name="connsiteX48" fmla="*/ 1332508 w 2748286"/>
              <a:gd name="connsiteY48" fmla="*/ 38182 h 740641"/>
              <a:gd name="connsiteX49" fmla="*/ 1360256 w 2748286"/>
              <a:gd name="connsiteY49" fmla="*/ 47042 h 740641"/>
              <a:gd name="connsiteX50" fmla="*/ 1388018 w 2748286"/>
              <a:gd name="connsiteY50" fmla="*/ 53663 h 740641"/>
              <a:gd name="connsiteX51" fmla="*/ 1415780 w 2748286"/>
              <a:gd name="connsiteY51" fmla="*/ 58040 h 740641"/>
              <a:gd name="connsiteX52" fmla="*/ 1443542 w 2748286"/>
              <a:gd name="connsiteY52" fmla="*/ 62374 h 740641"/>
              <a:gd name="connsiteX53" fmla="*/ 1471304 w 2748286"/>
              <a:gd name="connsiteY53" fmla="*/ 66663 h 740641"/>
              <a:gd name="connsiteX54" fmla="*/ 1499066 w 2748286"/>
              <a:gd name="connsiteY54" fmla="*/ 70907 h 740641"/>
              <a:gd name="connsiteX55" fmla="*/ 1526828 w 2748286"/>
              <a:gd name="connsiteY55" fmla="*/ 75108 h 740641"/>
              <a:gd name="connsiteX56" fmla="*/ 1554590 w 2748286"/>
              <a:gd name="connsiteY56" fmla="*/ 83919 h 740641"/>
              <a:gd name="connsiteX57" fmla="*/ 1582352 w 2748286"/>
              <a:gd name="connsiteY57" fmla="*/ 102924 h 740641"/>
              <a:gd name="connsiteX58" fmla="*/ 1610100 w 2748286"/>
              <a:gd name="connsiteY58" fmla="*/ 121889 h 740641"/>
              <a:gd name="connsiteX59" fmla="*/ 1637862 w 2748286"/>
              <a:gd name="connsiteY59" fmla="*/ 140814 h 740641"/>
              <a:gd name="connsiteX60" fmla="*/ 1665624 w 2748286"/>
              <a:gd name="connsiteY60" fmla="*/ 159698 h 740641"/>
              <a:gd name="connsiteX61" fmla="*/ 1693386 w 2748286"/>
              <a:gd name="connsiteY61" fmla="*/ 178544 h 740641"/>
              <a:gd name="connsiteX62" fmla="*/ 1721148 w 2748286"/>
              <a:gd name="connsiteY62" fmla="*/ 198473 h 740641"/>
              <a:gd name="connsiteX63" fmla="*/ 1748910 w 2748286"/>
              <a:gd name="connsiteY63" fmla="*/ 226207 h 740641"/>
              <a:gd name="connsiteX64" fmla="*/ 1776672 w 2748286"/>
              <a:gd name="connsiteY64" fmla="*/ 253906 h 740641"/>
              <a:gd name="connsiteX65" fmla="*/ 1804434 w 2748286"/>
              <a:gd name="connsiteY65" fmla="*/ 281573 h 740641"/>
              <a:gd name="connsiteX66" fmla="*/ 1832196 w 2748286"/>
              <a:gd name="connsiteY66" fmla="*/ 309210 h 740641"/>
              <a:gd name="connsiteX67" fmla="*/ 1859944 w 2748286"/>
              <a:gd name="connsiteY67" fmla="*/ 336818 h 740641"/>
              <a:gd name="connsiteX68" fmla="*/ 1887706 w 2748286"/>
              <a:gd name="connsiteY68" fmla="*/ 364401 h 740641"/>
              <a:gd name="connsiteX69" fmla="*/ 1915468 w 2748286"/>
              <a:gd name="connsiteY69" fmla="*/ 378805 h 740641"/>
              <a:gd name="connsiteX70" fmla="*/ 1943230 w 2748286"/>
              <a:gd name="connsiteY70" fmla="*/ 392306 h 740641"/>
              <a:gd name="connsiteX71" fmla="*/ 1970992 w 2748286"/>
              <a:gd name="connsiteY71" fmla="*/ 405785 h 740641"/>
              <a:gd name="connsiteX72" fmla="*/ 1998754 w 2748286"/>
              <a:gd name="connsiteY72" fmla="*/ 419242 h 740641"/>
              <a:gd name="connsiteX73" fmla="*/ 2026516 w 2748286"/>
              <a:gd name="connsiteY73" fmla="*/ 432679 h 740641"/>
              <a:gd name="connsiteX74" fmla="*/ 2054279 w 2748286"/>
              <a:gd name="connsiteY74" fmla="*/ 446094 h 740641"/>
              <a:gd name="connsiteX75" fmla="*/ 2082041 w 2748286"/>
              <a:gd name="connsiteY75" fmla="*/ 465506 h 740641"/>
              <a:gd name="connsiteX76" fmla="*/ 2109788 w 2748286"/>
              <a:gd name="connsiteY76" fmla="*/ 486903 h 740641"/>
              <a:gd name="connsiteX77" fmla="*/ 2137550 w 2748286"/>
              <a:gd name="connsiteY77" fmla="*/ 508283 h 740641"/>
              <a:gd name="connsiteX78" fmla="*/ 2165312 w 2748286"/>
              <a:gd name="connsiteY78" fmla="*/ 529648 h 740641"/>
              <a:gd name="connsiteX79" fmla="*/ 2193074 w 2748286"/>
              <a:gd name="connsiteY79" fmla="*/ 551000 h 740641"/>
              <a:gd name="connsiteX80" fmla="*/ 2220836 w 2748286"/>
              <a:gd name="connsiteY80" fmla="*/ 572337 h 740641"/>
              <a:gd name="connsiteX81" fmla="*/ 2248598 w 2748286"/>
              <a:gd name="connsiteY81" fmla="*/ 582406 h 740641"/>
              <a:gd name="connsiteX82" fmla="*/ 2276361 w 2748286"/>
              <a:gd name="connsiteY82" fmla="*/ 583706 h 740641"/>
              <a:gd name="connsiteX83" fmla="*/ 2304123 w 2748286"/>
              <a:gd name="connsiteY83" fmla="*/ 584997 h 740641"/>
              <a:gd name="connsiteX84" fmla="*/ 2331885 w 2748286"/>
              <a:gd name="connsiteY84" fmla="*/ 586277 h 740641"/>
              <a:gd name="connsiteX85" fmla="*/ 2359632 w 2748286"/>
              <a:gd name="connsiteY85" fmla="*/ 587546 h 740641"/>
              <a:gd name="connsiteX86" fmla="*/ 2387394 w 2748286"/>
              <a:gd name="connsiteY86" fmla="*/ 588806 h 740641"/>
              <a:gd name="connsiteX87" fmla="*/ 2415157 w 2748286"/>
              <a:gd name="connsiteY87" fmla="*/ 590057 h 740641"/>
              <a:gd name="connsiteX88" fmla="*/ 2442919 w 2748286"/>
              <a:gd name="connsiteY88" fmla="*/ 591296 h 740641"/>
              <a:gd name="connsiteX89" fmla="*/ 2470681 w 2748286"/>
              <a:gd name="connsiteY89" fmla="*/ 592525 h 740641"/>
              <a:gd name="connsiteX90" fmla="*/ 2498443 w 2748286"/>
              <a:gd name="connsiteY90" fmla="*/ 593745 h 740641"/>
              <a:gd name="connsiteX91" fmla="*/ 2526205 w 2748286"/>
              <a:gd name="connsiteY91" fmla="*/ 594954 h 740641"/>
              <a:gd name="connsiteX92" fmla="*/ 2553967 w 2748286"/>
              <a:gd name="connsiteY92" fmla="*/ 596154 h 740641"/>
              <a:gd name="connsiteX93" fmla="*/ 2581729 w 2748286"/>
              <a:gd name="connsiteY93" fmla="*/ 597343 h 740641"/>
              <a:gd name="connsiteX94" fmla="*/ 2609476 w 2748286"/>
              <a:gd name="connsiteY94" fmla="*/ 598524 h 740641"/>
              <a:gd name="connsiteX95" fmla="*/ 2637239 w 2748286"/>
              <a:gd name="connsiteY95" fmla="*/ 599696 h 740641"/>
              <a:gd name="connsiteX96" fmla="*/ 2665001 w 2748286"/>
              <a:gd name="connsiteY96" fmla="*/ 600858 h 740641"/>
              <a:gd name="connsiteX97" fmla="*/ 2692763 w 2748286"/>
              <a:gd name="connsiteY97" fmla="*/ 602010 h 740641"/>
              <a:gd name="connsiteX98" fmla="*/ 2720525 w 2748286"/>
              <a:gd name="connsiteY98" fmla="*/ 603153 h 740641"/>
              <a:gd name="connsiteX99" fmla="*/ 2748287 w 2748286"/>
              <a:gd name="connsiteY99" fmla="*/ 604287 h 740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2748286" h="740641">
                <a:moveTo>
                  <a:pt x="0" y="740641"/>
                </a:moveTo>
                <a:lnTo>
                  <a:pt x="27761" y="740613"/>
                </a:lnTo>
                <a:lnTo>
                  <a:pt x="55520" y="740586"/>
                </a:lnTo>
                <a:lnTo>
                  <a:pt x="83280" y="740558"/>
                </a:lnTo>
                <a:lnTo>
                  <a:pt x="111041" y="740529"/>
                </a:lnTo>
                <a:lnTo>
                  <a:pt x="138802" y="740501"/>
                </a:lnTo>
                <a:lnTo>
                  <a:pt x="166562" y="740472"/>
                </a:lnTo>
                <a:lnTo>
                  <a:pt x="194323" y="740442"/>
                </a:lnTo>
                <a:lnTo>
                  <a:pt x="222083" y="740413"/>
                </a:lnTo>
                <a:lnTo>
                  <a:pt x="249844" y="740384"/>
                </a:lnTo>
                <a:lnTo>
                  <a:pt x="277605" y="740355"/>
                </a:lnTo>
                <a:lnTo>
                  <a:pt x="305364" y="740324"/>
                </a:lnTo>
                <a:lnTo>
                  <a:pt x="333125" y="740295"/>
                </a:lnTo>
                <a:lnTo>
                  <a:pt x="360885" y="740264"/>
                </a:lnTo>
                <a:lnTo>
                  <a:pt x="388646" y="740233"/>
                </a:lnTo>
                <a:lnTo>
                  <a:pt x="416406" y="740203"/>
                </a:lnTo>
                <a:lnTo>
                  <a:pt x="444167" y="740171"/>
                </a:lnTo>
                <a:lnTo>
                  <a:pt x="471928" y="740140"/>
                </a:lnTo>
                <a:lnTo>
                  <a:pt x="499688" y="740108"/>
                </a:lnTo>
                <a:lnTo>
                  <a:pt x="527449" y="721516"/>
                </a:lnTo>
                <a:lnTo>
                  <a:pt x="555209" y="679060"/>
                </a:lnTo>
                <a:lnTo>
                  <a:pt x="582969" y="636601"/>
                </a:lnTo>
                <a:lnTo>
                  <a:pt x="610729" y="594133"/>
                </a:lnTo>
                <a:lnTo>
                  <a:pt x="638490" y="551656"/>
                </a:lnTo>
                <a:lnTo>
                  <a:pt x="666250" y="509167"/>
                </a:lnTo>
                <a:lnTo>
                  <a:pt x="694011" y="470164"/>
                </a:lnTo>
                <a:lnTo>
                  <a:pt x="721772" y="441648"/>
                </a:lnTo>
                <a:lnTo>
                  <a:pt x="749532" y="413113"/>
                </a:lnTo>
                <a:lnTo>
                  <a:pt x="777293" y="384556"/>
                </a:lnTo>
                <a:lnTo>
                  <a:pt x="805054" y="355976"/>
                </a:lnTo>
                <a:lnTo>
                  <a:pt x="832813" y="327369"/>
                </a:lnTo>
                <a:lnTo>
                  <a:pt x="860568" y="298245"/>
                </a:lnTo>
                <a:lnTo>
                  <a:pt x="888330" y="261720"/>
                </a:lnTo>
                <a:lnTo>
                  <a:pt x="916092" y="225164"/>
                </a:lnTo>
                <a:lnTo>
                  <a:pt x="943854" y="188575"/>
                </a:lnTo>
                <a:lnTo>
                  <a:pt x="971616" y="151948"/>
                </a:lnTo>
                <a:lnTo>
                  <a:pt x="999378" y="115283"/>
                </a:lnTo>
                <a:lnTo>
                  <a:pt x="1027140" y="78577"/>
                </a:lnTo>
                <a:lnTo>
                  <a:pt x="1054902" y="63067"/>
                </a:lnTo>
                <a:lnTo>
                  <a:pt x="1082664" y="50546"/>
                </a:lnTo>
                <a:lnTo>
                  <a:pt x="1110412" y="37979"/>
                </a:lnTo>
                <a:lnTo>
                  <a:pt x="1138174" y="25367"/>
                </a:lnTo>
                <a:lnTo>
                  <a:pt x="1165936" y="12708"/>
                </a:lnTo>
                <a:lnTo>
                  <a:pt x="1193698" y="0"/>
                </a:lnTo>
                <a:lnTo>
                  <a:pt x="1221460" y="2269"/>
                </a:lnTo>
                <a:lnTo>
                  <a:pt x="1249222" y="11318"/>
                </a:lnTo>
                <a:lnTo>
                  <a:pt x="1276984" y="20319"/>
                </a:lnTo>
                <a:lnTo>
                  <a:pt x="1304746" y="29274"/>
                </a:lnTo>
                <a:lnTo>
                  <a:pt x="1332508" y="38182"/>
                </a:lnTo>
                <a:lnTo>
                  <a:pt x="1360256" y="47042"/>
                </a:lnTo>
                <a:lnTo>
                  <a:pt x="1388018" y="53663"/>
                </a:lnTo>
                <a:lnTo>
                  <a:pt x="1415780" y="58040"/>
                </a:lnTo>
                <a:lnTo>
                  <a:pt x="1443542" y="62374"/>
                </a:lnTo>
                <a:lnTo>
                  <a:pt x="1471304" y="66663"/>
                </a:lnTo>
                <a:lnTo>
                  <a:pt x="1499066" y="70907"/>
                </a:lnTo>
                <a:lnTo>
                  <a:pt x="1526828" y="75108"/>
                </a:lnTo>
                <a:lnTo>
                  <a:pt x="1554590" y="83919"/>
                </a:lnTo>
                <a:lnTo>
                  <a:pt x="1582352" y="102924"/>
                </a:lnTo>
                <a:lnTo>
                  <a:pt x="1610100" y="121889"/>
                </a:lnTo>
                <a:lnTo>
                  <a:pt x="1637862" y="140814"/>
                </a:lnTo>
                <a:lnTo>
                  <a:pt x="1665624" y="159698"/>
                </a:lnTo>
                <a:lnTo>
                  <a:pt x="1693386" y="178544"/>
                </a:lnTo>
                <a:lnTo>
                  <a:pt x="1721148" y="198473"/>
                </a:lnTo>
                <a:lnTo>
                  <a:pt x="1748910" y="226207"/>
                </a:lnTo>
                <a:lnTo>
                  <a:pt x="1776672" y="253906"/>
                </a:lnTo>
                <a:lnTo>
                  <a:pt x="1804434" y="281573"/>
                </a:lnTo>
                <a:lnTo>
                  <a:pt x="1832196" y="309210"/>
                </a:lnTo>
                <a:lnTo>
                  <a:pt x="1859944" y="336818"/>
                </a:lnTo>
                <a:lnTo>
                  <a:pt x="1887706" y="364401"/>
                </a:lnTo>
                <a:lnTo>
                  <a:pt x="1915468" y="378805"/>
                </a:lnTo>
                <a:lnTo>
                  <a:pt x="1943230" y="392306"/>
                </a:lnTo>
                <a:lnTo>
                  <a:pt x="1970992" y="405785"/>
                </a:lnTo>
                <a:lnTo>
                  <a:pt x="1998754" y="419242"/>
                </a:lnTo>
                <a:lnTo>
                  <a:pt x="2026516" y="432679"/>
                </a:lnTo>
                <a:lnTo>
                  <a:pt x="2054279" y="446094"/>
                </a:lnTo>
                <a:lnTo>
                  <a:pt x="2082041" y="465506"/>
                </a:lnTo>
                <a:lnTo>
                  <a:pt x="2109788" y="486903"/>
                </a:lnTo>
                <a:lnTo>
                  <a:pt x="2137550" y="508283"/>
                </a:lnTo>
                <a:lnTo>
                  <a:pt x="2165312" y="529648"/>
                </a:lnTo>
                <a:lnTo>
                  <a:pt x="2193074" y="551000"/>
                </a:lnTo>
                <a:lnTo>
                  <a:pt x="2220836" y="572337"/>
                </a:lnTo>
                <a:lnTo>
                  <a:pt x="2248598" y="582406"/>
                </a:lnTo>
                <a:lnTo>
                  <a:pt x="2276361" y="583706"/>
                </a:lnTo>
                <a:lnTo>
                  <a:pt x="2304123" y="584997"/>
                </a:lnTo>
                <a:lnTo>
                  <a:pt x="2331885" y="586277"/>
                </a:lnTo>
                <a:lnTo>
                  <a:pt x="2359632" y="587546"/>
                </a:lnTo>
                <a:lnTo>
                  <a:pt x="2387394" y="588806"/>
                </a:lnTo>
                <a:lnTo>
                  <a:pt x="2415157" y="590057"/>
                </a:lnTo>
                <a:lnTo>
                  <a:pt x="2442919" y="591296"/>
                </a:lnTo>
                <a:lnTo>
                  <a:pt x="2470681" y="592525"/>
                </a:lnTo>
                <a:lnTo>
                  <a:pt x="2498443" y="593745"/>
                </a:lnTo>
                <a:lnTo>
                  <a:pt x="2526205" y="594954"/>
                </a:lnTo>
                <a:lnTo>
                  <a:pt x="2553967" y="596154"/>
                </a:lnTo>
                <a:lnTo>
                  <a:pt x="2581729" y="597343"/>
                </a:lnTo>
                <a:lnTo>
                  <a:pt x="2609476" y="598524"/>
                </a:lnTo>
                <a:lnTo>
                  <a:pt x="2637239" y="599696"/>
                </a:lnTo>
                <a:lnTo>
                  <a:pt x="2665001" y="600858"/>
                </a:lnTo>
                <a:lnTo>
                  <a:pt x="2692763" y="602010"/>
                </a:lnTo>
                <a:lnTo>
                  <a:pt x="2720525" y="603153"/>
                </a:lnTo>
                <a:lnTo>
                  <a:pt x="2748287" y="604287"/>
                </a:lnTo>
              </a:path>
            </a:pathLst>
          </a:custGeom>
          <a:noFill/>
          <a:ln w="17526" cap="rnd">
            <a:solidFill>
              <a:srgbClr val="0000FF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5" name="Freeform 374">
            <a:extLst>
              <a:ext uri="{FF2B5EF4-FFF2-40B4-BE49-F238E27FC236}">
                <a16:creationId xmlns:a16="http://schemas.microsoft.com/office/drawing/2014/main" id="{BF0594B6-6488-E8BA-0BB3-46F760F05279}"/>
              </a:ext>
            </a:extLst>
          </p:cNvPr>
          <p:cNvSpPr/>
          <p:nvPr/>
        </p:nvSpPr>
        <p:spPr>
          <a:xfrm>
            <a:off x="4458943" y="2502272"/>
            <a:ext cx="2748286" cy="1831156"/>
          </a:xfrm>
          <a:custGeom>
            <a:avLst/>
            <a:gdLst>
              <a:gd name="connsiteX0" fmla="*/ 0 w 2748286"/>
              <a:gd name="connsiteY0" fmla="*/ 1829067 h 1831156"/>
              <a:gd name="connsiteX1" fmla="*/ 27761 w 2748286"/>
              <a:gd name="connsiteY1" fmla="*/ 1829680 h 1831156"/>
              <a:gd name="connsiteX2" fmla="*/ 55520 w 2748286"/>
              <a:gd name="connsiteY2" fmla="*/ 1830265 h 1831156"/>
              <a:gd name="connsiteX3" fmla="*/ 83280 w 2748286"/>
              <a:gd name="connsiteY3" fmla="*/ 1830762 h 1831156"/>
              <a:gd name="connsiteX4" fmla="*/ 111041 w 2748286"/>
              <a:gd name="connsiteY4" fmla="*/ 1831098 h 1831156"/>
              <a:gd name="connsiteX5" fmla="*/ 138802 w 2748286"/>
              <a:gd name="connsiteY5" fmla="*/ 1831156 h 1831156"/>
              <a:gd name="connsiteX6" fmla="*/ 166562 w 2748286"/>
              <a:gd name="connsiteY6" fmla="*/ 1830747 h 1831156"/>
              <a:gd name="connsiteX7" fmla="*/ 194323 w 2748286"/>
              <a:gd name="connsiteY7" fmla="*/ 1829622 h 1831156"/>
              <a:gd name="connsiteX8" fmla="*/ 222083 w 2748286"/>
              <a:gd name="connsiteY8" fmla="*/ 1827372 h 1831156"/>
              <a:gd name="connsiteX9" fmla="*/ 249844 w 2748286"/>
              <a:gd name="connsiteY9" fmla="*/ 1823485 h 1831156"/>
              <a:gd name="connsiteX10" fmla="*/ 277605 w 2748286"/>
              <a:gd name="connsiteY10" fmla="*/ 1817173 h 1831156"/>
              <a:gd name="connsiteX11" fmla="*/ 305364 w 2748286"/>
              <a:gd name="connsiteY11" fmla="*/ 1807369 h 1831156"/>
              <a:gd name="connsiteX12" fmla="*/ 333125 w 2748286"/>
              <a:gd name="connsiteY12" fmla="*/ 1792552 h 1831156"/>
              <a:gd name="connsiteX13" fmla="*/ 360885 w 2748286"/>
              <a:gd name="connsiteY13" fmla="*/ 1770547 h 1831156"/>
              <a:gd name="connsiteX14" fmla="*/ 388646 w 2748286"/>
              <a:gd name="connsiteY14" fmla="*/ 1738372 h 1831156"/>
              <a:gd name="connsiteX15" fmla="*/ 416406 w 2748286"/>
              <a:gd name="connsiteY15" fmla="*/ 1691849 h 1831156"/>
              <a:gd name="connsiteX16" fmla="*/ 444167 w 2748286"/>
              <a:gd name="connsiteY16" fmla="*/ 1625103 h 1831156"/>
              <a:gd name="connsiteX17" fmla="*/ 471928 w 2748286"/>
              <a:gd name="connsiteY17" fmla="*/ 1530011 h 1831156"/>
              <a:gd name="connsiteX18" fmla="*/ 499688 w 2748286"/>
              <a:gd name="connsiteY18" fmla="*/ 1395248 h 1831156"/>
              <a:gd name="connsiteX19" fmla="*/ 527449 w 2748286"/>
              <a:gd name="connsiteY19" fmla="*/ 1349835 h 1831156"/>
              <a:gd name="connsiteX20" fmla="*/ 555209 w 2748286"/>
              <a:gd name="connsiteY20" fmla="*/ 1417633 h 1831156"/>
              <a:gd name="connsiteX21" fmla="*/ 582969 w 2748286"/>
              <a:gd name="connsiteY21" fmla="*/ 1418919 h 1831156"/>
              <a:gd name="connsiteX22" fmla="*/ 610729 w 2748286"/>
              <a:gd name="connsiteY22" fmla="*/ 1359245 h 1831156"/>
              <a:gd name="connsiteX23" fmla="*/ 638490 w 2748286"/>
              <a:gd name="connsiteY23" fmla="*/ 1237772 h 1831156"/>
              <a:gd name="connsiteX24" fmla="*/ 666250 w 2748286"/>
              <a:gd name="connsiteY24" fmla="*/ 1047333 h 1831156"/>
              <a:gd name="connsiteX25" fmla="*/ 694011 w 2748286"/>
              <a:gd name="connsiteY25" fmla="*/ 903272 h 1831156"/>
              <a:gd name="connsiteX26" fmla="*/ 721772 w 2748286"/>
              <a:gd name="connsiteY26" fmla="*/ 1056831 h 1831156"/>
              <a:gd name="connsiteX27" fmla="*/ 749532 w 2748286"/>
              <a:gd name="connsiteY27" fmla="*/ 1132819 h 1831156"/>
              <a:gd name="connsiteX28" fmla="*/ 777293 w 2748286"/>
              <a:gd name="connsiteY28" fmla="*/ 1139672 h 1831156"/>
              <a:gd name="connsiteX29" fmla="*/ 805054 w 2748286"/>
              <a:gd name="connsiteY29" fmla="*/ 1079172 h 1831156"/>
              <a:gd name="connsiteX30" fmla="*/ 832813 w 2748286"/>
              <a:gd name="connsiteY30" fmla="*/ 946661 h 1831156"/>
              <a:gd name="connsiteX31" fmla="*/ 860568 w 2748286"/>
              <a:gd name="connsiteY31" fmla="*/ 759036 h 1831156"/>
              <a:gd name="connsiteX32" fmla="*/ 888330 w 2748286"/>
              <a:gd name="connsiteY32" fmla="*/ 903958 h 1831156"/>
              <a:gd name="connsiteX33" fmla="*/ 916092 w 2748286"/>
              <a:gd name="connsiteY33" fmla="*/ 965514 h 1831156"/>
              <a:gd name="connsiteX34" fmla="*/ 943854 w 2748286"/>
              <a:gd name="connsiteY34" fmla="*/ 952730 h 1831156"/>
              <a:gd name="connsiteX35" fmla="*/ 971616 w 2748286"/>
              <a:gd name="connsiteY35" fmla="*/ 867754 h 1831156"/>
              <a:gd name="connsiteX36" fmla="*/ 999378 w 2748286"/>
              <a:gd name="connsiteY36" fmla="*/ 706171 h 1831156"/>
              <a:gd name="connsiteX37" fmla="*/ 1027140 w 2748286"/>
              <a:gd name="connsiteY37" fmla="*/ 456666 h 1831156"/>
              <a:gd name="connsiteX38" fmla="*/ 1054902 w 2748286"/>
              <a:gd name="connsiteY38" fmla="*/ 604783 h 1831156"/>
              <a:gd name="connsiteX39" fmla="*/ 1082664 w 2748286"/>
              <a:gd name="connsiteY39" fmla="*/ 731069 h 1831156"/>
              <a:gd name="connsiteX40" fmla="*/ 1110412 w 2748286"/>
              <a:gd name="connsiteY40" fmla="*/ 775880 h 1831156"/>
              <a:gd name="connsiteX41" fmla="*/ 1138174 w 2748286"/>
              <a:gd name="connsiteY41" fmla="*/ 743759 h 1831156"/>
              <a:gd name="connsiteX42" fmla="*/ 1165936 w 2748286"/>
              <a:gd name="connsiteY42" fmla="*/ 632559 h 1831156"/>
              <a:gd name="connsiteX43" fmla="*/ 1193698 w 2748286"/>
              <a:gd name="connsiteY43" fmla="*/ 433238 h 1831156"/>
              <a:gd name="connsiteX44" fmla="*/ 1221460 w 2748286"/>
              <a:gd name="connsiteY44" fmla="*/ 526247 h 1831156"/>
              <a:gd name="connsiteX45" fmla="*/ 1249222 w 2748286"/>
              <a:gd name="connsiteY45" fmla="*/ 701438 h 1831156"/>
              <a:gd name="connsiteX46" fmla="*/ 1276984 w 2748286"/>
              <a:gd name="connsiteY46" fmla="*/ 793205 h 1831156"/>
              <a:gd name="connsiteX47" fmla="*/ 1304746 w 2748286"/>
              <a:gd name="connsiteY47" fmla="*/ 808223 h 1831156"/>
              <a:gd name="connsiteX48" fmla="*/ 1332508 w 2748286"/>
              <a:gd name="connsiteY48" fmla="*/ 746449 h 1831156"/>
              <a:gd name="connsiteX49" fmla="*/ 1360256 w 2748286"/>
              <a:gd name="connsiteY49" fmla="*/ 601074 h 1831156"/>
              <a:gd name="connsiteX50" fmla="*/ 1388018 w 2748286"/>
              <a:gd name="connsiteY50" fmla="*/ 608289 h 1831156"/>
              <a:gd name="connsiteX51" fmla="*/ 1415780 w 2748286"/>
              <a:gd name="connsiteY51" fmla="*/ 768284 h 1831156"/>
              <a:gd name="connsiteX52" fmla="*/ 1443542 w 2748286"/>
              <a:gd name="connsiteY52" fmla="*/ 845249 h 1831156"/>
              <a:gd name="connsiteX53" fmla="*/ 1471304 w 2748286"/>
              <a:gd name="connsiteY53" fmla="*/ 846391 h 1831156"/>
              <a:gd name="connsiteX54" fmla="*/ 1499066 w 2748286"/>
              <a:gd name="connsiteY54" fmla="*/ 772179 h 1831156"/>
              <a:gd name="connsiteX55" fmla="*/ 1526828 w 2748286"/>
              <a:gd name="connsiteY55" fmla="*/ 616391 h 1831156"/>
              <a:gd name="connsiteX56" fmla="*/ 1554590 w 2748286"/>
              <a:gd name="connsiteY56" fmla="*/ 538602 h 1831156"/>
              <a:gd name="connsiteX57" fmla="*/ 1582352 w 2748286"/>
              <a:gd name="connsiteY57" fmla="*/ 741480 h 1831156"/>
              <a:gd name="connsiteX58" fmla="*/ 1610100 w 2748286"/>
              <a:gd name="connsiteY58" fmla="*/ 859089 h 1831156"/>
              <a:gd name="connsiteX59" fmla="*/ 1637862 w 2748286"/>
              <a:gd name="connsiteY59" fmla="*/ 900634 h 1831156"/>
              <a:gd name="connsiteX60" fmla="*/ 1665624 w 2748286"/>
              <a:gd name="connsiteY60" fmla="*/ 868516 h 1831156"/>
              <a:gd name="connsiteX61" fmla="*/ 1693386 w 2748286"/>
              <a:gd name="connsiteY61" fmla="*/ 758520 h 1831156"/>
              <a:gd name="connsiteX62" fmla="*/ 1721148 w 2748286"/>
              <a:gd name="connsiteY62" fmla="*/ 624922 h 1831156"/>
              <a:gd name="connsiteX63" fmla="*/ 1748910 w 2748286"/>
              <a:gd name="connsiteY63" fmla="*/ 852656 h 1831156"/>
              <a:gd name="connsiteX64" fmla="*/ 1776672 w 2748286"/>
              <a:gd name="connsiteY64" fmla="*/ 996299 h 1831156"/>
              <a:gd name="connsiteX65" fmla="*/ 1804434 w 2748286"/>
              <a:gd name="connsiteY65" fmla="*/ 1066704 h 1831156"/>
              <a:gd name="connsiteX66" fmla="*/ 1832196 w 2748286"/>
              <a:gd name="connsiteY66" fmla="*/ 1067899 h 1831156"/>
              <a:gd name="connsiteX67" fmla="*/ 1859944 w 2748286"/>
              <a:gd name="connsiteY67" fmla="*/ 997433 h 1831156"/>
              <a:gd name="connsiteX68" fmla="*/ 1887706 w 2748286"/>
              <a:gd name="connsiteY68" fmla="*/ 846048 h 1831156"/>
              <a:gd name="connsiteX69" fmla="*/ 1915468 w 2748286"/>
              <a:gd name="connsiteY69" fmla="*/ 1016019 h 1831156"/>
              <a:gd name="connsiteX70" fmla="*/ 1943230 w 2748286"/>
              <a:gd name="connsiteY70" fmla="*/ 1131797 h 1831156"/>
              <a:gd name="connsiteX71" fmla="*/ 1970992 w 2748286"/>
              <a:gd name="connsiteY71" fmla="*/ 1176941 h 1831156"/>
              <a:gd name="connsiteX72" fmla="*/ 1998754 w 2748286"/>
              <a:gd name="connsiteY72" fmla="*/ 1155708 h 1831156"/>
              <a:gd name="connsiteX73" fmla="*/ 2026516 w 2748286"/>
              <a:gd name="connsiteY73" fmla="*/ 1065940 h 1831156"/>
              <a:gd name="connsiteX74" fmla="*/ 2054279 w 2748286"/>
              <a:gd name="connsiteY74" fmla="*/ 898838 h 1831156"/>
              <a:gd name="connsiteX75" fmla="*/ 2082041 w 2748286"/>
              <a:gd name="connsiteY75" fmla="*/ 1017051 h 1831156"/>
              <a:gd name="connsiteX76" fmla="*/ 2109788 w 2748286"/>
              <a:gd name="connsiteY76" fmla="*/ 1176791 h 1831156"/>
              <a:gd name="connsiteX77" fmla="*/ 2137550 w 2748286"/>
              <a:gd name="connsiteY77" fmla="*/ 1265973 h 1831156"/>
              <a:gd name="connsiteX78" fmla="*/ 2165312 w 2748286"/>
              <a:gd name="connsiteY78" fmla="*/ 1290909 h 1831156"/>
              <a:gd name="connsiteX79" fmla="*/ 2193074 w 2748286"/>
              <a:gd name="connsiteY79" fmla="*/ 1251528 h 1831156"/>
              <a:gd name="connsiteX80" fmla="*/ 2220836 w 2748286"/>
              <a:gd name="connsiteY80" fmla="*/ 1141299 h 1831156"/>
              <a:gd name="connsiteX81" fmla="*/ 2248598 w 2748286"/>
              <a:gd name="connsiteY81" fmla="*/ 1186378 h 1831156"/>
              <a:gd name="connsiteX82" fmla="*/ 2276361 w 2748286"/>
              <a:gd name="connsiteY82" fmla="*/ 1352319 h 1831156"/>
              <a:gd name="connsiteX83" fmla="*/ 2304123 w 2748286"/>
              <a:gd name="connsiteY83" fmla="*/ 1473931 h 1831156"/>
              <a:gd name="connsiteX84" fmla="*/ 2331885 w 2748286"/>
              <a:gd name="connsiteY84" fmla="*/ 1563223 h 1831156"/>
              <a:gd name="connsiteX85" fmla="*/ 2359632 w 2748286"/>
              <a:gd name="connsiteY85" fmla="*/ 1628946 h 1831156"/>
              <a:gd name="connsiteX86" fmla="*/ 2387394 w 2748286"/>
              <a:gd name="connsiteY86" fmla="*/ 1677457 h 1831156"/>
              <a:gd name="connsiteX87" fmla="*/ 2415157 w 2748286"/>
              <a:gd name="connsiteY87" fmla="*/ 1713343 h 1831156"/>
              <a:gd name="connsiteX88" fmla="*/ 2442919 w 2748286"/>
              <a:gd name="connsiteY88" fmla="*/ 1739994 h 1831156"/>
              <a:gd name="connsiteX89" fmla="*/ 2470681 w 2748286"/>
              <a:gd name="connsiteY89" fmla="*/ 1759851 h 1831156"/>
              <a:gd name="connsiteX90" fmla="*/ 2498443 w 2748286"/>
              <a:gd name="connsiteY90" fmla="*/ 1774712 h 1831156"/>
              <a:gd name="connsiteX91" fmla="*/ 2526205 w 2748286"/>
              <a:gd name="connsiteY91" fmla="*/ 1785875 h 1831156"/>
              <a:gd name="connsiteX92" fmla="*/ 2553967 w 2748286"/>
              <a:gd name="connsiteY92" fmla="*/ 1794320 h 1831156"/>
              <a:gd name="connsiteX93" fmla="*/ 2581729 w 2748286"/>
              <a:gd name="connsiteY93" fmla="*/ 1800720 h 1831156"/>
              <a:gd name="connsiteX94" fmla="*/ 2609476 w 2748286"/>
              <a:gd name="connsiteY94" fmla="*/ 1805615 h 1831156"/>
              <a:gd name="connsiteX95" fmla="*/ 2637239 w 2748286"/>
              <a:gd name="connsiteY95" fmla="*/ 1809370 h 1831156"/>
              <a:gd name="connsiteX96" fmla="*/ 2665001 w 2748286"/>
              <a:gd name="connsiteY96" fmla="*/ 1812263 h 1831156"/>
              <a:gd name="connsiteX97" fmla="*/ 2692763 w 2748286"/>
              <a:gd name="connsiteY97" fmla="*/ 1814528 h 1831156"/>
              <a:gd name="connsiteX98" fmla="*/ 2720525 w 2748286"/>
              <a:gd name="connsiteY98" fmla="*/ 1816296 h 1831156"/>
              <a:gd name="connsiteX99" fmla="*/ 2748287 w 2748286"/>
              <a:gd name="connsiteY99" fmla="*/ 1817684 h 1831156"/>
              <a:gd name="connsiteX100" fmla="*/ 2748287 w 2748286"/>
              <a:gd name="connsiteY100" fmla="*/ 311016 h 1831156"/>
              <a:gd name="connsiteX101" fmla="*/ 2720525 w 2748286"/>
              <a:gd name="connsiteY101" fmla="*/ 310890 h 1831156"/>
              <a:gd name="connsiteX102" fmla="*/ 2692763 w 2748286"/>
              <a:gd name="connsiteY102" fmla="*/ 310871 h 1831156"/>
              <a:gd name="connsiteX103" fmla="*/ 2665001 w 2748286"/>
              <a:gd name="connsiteY103" fmla="*/ 311031 h 1831156"/>
              <a:gd name="connsiteX104" fmla="*/ 2637239 w 2748286"/>
              <a:gd name="connsiteY104" fmla="*/ 311466 h 1831156"/>
              <a:gd name="connsiteX105" fmla="*/ 2609476 w 2748286"/>
              <a:gd name="connsiteY105" fmla="*/ 312324 h 1831156"/>
              <a:gd name="connsiteX106" fmla="*/ 2581729 w 2748286"/>
              <a:gd name="connsiteY106" fmla="*/ 313805 h 1831156"/>
              <a:gd name="connsiteX107" fmla="*/ 2553967 w 2748286"/>
              <a:gd name="connsiteY107" fmla="*/ 316205 h 1831156"/>
              <a:gd name="connsiteX108" fmla="*/ 2526205 w 2748286"/>
              <a:gd name="connsiteY108" fmla="*/ 319932 h 1831156"/>
              <a:gd name="connsiteX109" fmla="*/ 2498443 w 2748286"/>
              <a:gd name="connsiteY109" fmla="*/ 325566 h 1831156"/>
              <a:gd name="connsiteX110" fmla="*/ 2470681 w 2748286"/>
              <a:gd name="connsiteY110" fmla="*/ 333923 h 1831156"/>
              <a:gd name="connsiteX111" fmla="*/ 2442919 w 2748286"/>
              <a:gd name="connsiteY111" fmla="*/ 346136 h 1831156"/>
              <a:gd name="connsiteX112" fmla="*/ 2415157 w 2748286"/>
              <a:gd name="connsiteY112" fmla="*/ 363800 h 1831156"/>
              <a:gd name="connsiteX113" fmla="*/ 2387394 w 2748286"/>
              <a:gd name="connsiteY113" fmla="*/ 389130 h 1831156"/>
              <a:gd name="connsiteX114" fmla="*/ 2359632 w 2748286"/>
              <a:gd name="connsiteY114" fmla="*/ 425214 h 1831156"/>
              <a:gd name="connsiteX115" fmla="*/ 2331885 w 2748286"/>
              <a:gd name="connsiteY115" fmla="*/ 476348 h 1831156"/>
              <a:gd name="connsiteX116" fmla="*/ 2304123 w 2748286"/>
              <a:gd name="connsiteY116" fmla="*/ 548497 h 1831156"/>
              <a:gd name="connsiteX117" fmla="*/ 2276361 w 2748286"/>
              <a:gd name="connsiteY117" fmla="*/ 649946 h 1831156"/>
              <a:gd name="connsiteX118" fmla="*/ 2248598 w 2748286"/>
              <a:gd name="connsiteY118" fmla="*/ 792185 h 1831156"/>
              <a:gd name="connsiteX119" fmla="*/ 2220836 w 2748286"/>
              <a:gd name="connsiteY119" fmla="*/ 800428 h 1831156"/>
              <a:gd name="connsiteX120" fmla="*/ 2193074 w 2748286"/>
              <a:gd name="connsiteY120" fmla="*/ 636693 h 1831156"/>
              <a:gd name="connsiteX121" fmla="*/ 2165312 w 2748286"/>
              <a:gd name="connsiteY121" fmla="*/ 537283 h 1831156"/>
              <a:gd name="connsiteX122" fmla="*/ 2137550 w 2748286"/>
              <a:gd name="connsiteY122" fmla="*/ 494095 h 1831156"/>
              <a:gd name="connsiteX123" fmla="*/ 2109788 w 2748286"/>
              <a:gd name="connsiteY123" fmla="*/ 505280 h 1831156"/>
              <a:gd name="connsiteX124" fmla="*/ 2082041 w 2748286"/>
              <a:gd name="connsiteY124" fmla="*/ 575103 h 1831156"/>
              <a:gd name="connsiteX125" fmla="*/ 2054279 w 2748286"/>
              <a:gd name="connsiteY125" fmla="*/ 627094 h 1831156"/>
              <a:gd name="connsiteX126" fmla="*/ 2026516 w 2748286"/>
              <a:gd name="connsiteY126" fmla="*/ 491917 h 1831156"/>
              <a:gd name="connsiteX127" fmla="*/ 1998754 w 2748286"/>
              <a:gd name="connsiteY127" fmla="*/ 418901 h 1831156"/>
              <a:gd name="connsiteX128" fmla="*/ 1970992 w 2748286"/>
              <a:gd name="connsiteY128" fmla="*/ 399691 h 1831156"/>
              <a:gd name="connsiteX129" fmla="*/ 1943230 w 2748286"/>
              <a:gd name="connsiteY129" fmla="*/ 432178 h 1831156"/>
              <a:gd name="connsiteX130" fmla="*/ 1915468 w 2748286"/>
              <a:gd name="connsiteY130" fmla="*/ 520292 h 1831156"/>
              <a:gd name="connsiteX131" fmla="*/ 1887706 w 2748286"/>
              <a:gd name="connsiteY131" fmla="*/ 648826 h 1831156"/>
              <a:gd name="connsiteX132" fmla="*/ 1859944 w 2748286"/>
              <a:gd name="connsiteY132" fmla="*/ 468719 h 1831156"/>
              <a:gd name="connsiteX133" fmla="*/ 1832196 w 2748286"/>
              <a:gd name="connsiteY133" fmla="*/ 351962 h 1831156"/>
              <a:gd name="connsiteX134" fmla="*/ 1804434 w 2748286"/>
              <a:gd name="connsiteY134" fmla="*/ 288083 h 1831156"/>
              <a:gd name="connsiteX135" fmla="*/ 1776672 w 2748286"/>
              <a:gd name="connsiteY135" fmla="*/ 272928 h 1831156"/>
              <a:gd name="connsiteX136" fmla="*/ 1748910 w 2748286"/>
              <a:gd name="connsiteY136" fmla="*/ 308288 h 1831156"/>
              <a:gd name="connsiteX137" fmla="*/ 1721148 w 2748286"/>
              <a:gd name="connsiteY137" fmla="*/ 402179 h 1831156"/>
              <a:gd name="connsiteX138" fmla="*/ 1693386 w 2748286"/>
              <a:gd name="connsiteY138" fmla="*/ 280142 h 1831156"/>
              <a:gd name="connsiteX139" fmla="*/ 1665624 w 2748286"/>
              <a:gd name="connsiteY139" fmla="*/ 177790 h 1831156"/>
              <a:gd name="connsiteX140" fmla="*/ 1637862 w 2748286"/>
              <a:gd name="connsiteY140" fmla="*/ 124754 h 1831156"/>
              <a:gd name="connsiteX141" fmla="*/ 1610100 w 2748286"/>
              <a:gd name="connsiteY141" fmla="*/ 116277 h 1831156"/>
              <a:gd name="connsiteX142" fmla="*/ 1582352 w 2748286"/>
              <a:gd name="connsiteY142" fmla="*/ 153444 h 1831156"/>
              <a:gd name="connsiteX143" fmla="*/ 1554590 w 2748286"/>
              <a:gd name="connsiteY143" fmla="*/ 243358 h 1831156"/>
              <a:gd name="connsiteX144" fmla="*/ 1526828 w 2748286"/>
              <a:gd name="connsiteY144" fmla="*/ 193565 h 1831156"/>
              <a:gd name="connsiteX145" fmla="*/ 1499066 w 2748286"/>
              <a:gd name="connsiteY145" fmla="*/ 111097 h 1831156"/>
              <a:gd name="connsiteX146" fmla="*/ 1471304 w 2748286"/>
              <a:gd name="connsiteY146" fmla="*/ 77375 h 1831156"/>
              <a:gd name="connsiteX147" fmla="*/ 1443542 w 2748286"/>
              <a:gd name="connsiteY147" fmla="*/ 87242 h 1831156"/>
              <a:gd name="connsiteX148" fmla="*/ 1415780 w 2748286"/>
              <a:gd name="connsiteY148" fmla="*/ 141390 h 1831156"/>
              <a:gd name="connsiteX149" fmla="*/ 1388018 w 2748286"/>
              <a:gd name="connsiteY149" fmla="*/ 246433 h 1831156"/>
              <a:gd name="connsiteX150" fmla="*/ 1360256 w 2748286"/>
              <a:gd name="connsiteY150" fmla="*/ 239217 h 1831156"/>
              <a:gd name="connsiteX151" fmla="*/ 1332508 w 2748286"/>
              <a:gd name="connsiteY151" fmla="*/ 119555 h 1831156"/>
              <a:gd name="connsiteX152" fmla="*/ 1304746 w 2748286"/>
              <a:gd name="connsiteY152" fmla="*/ 50215 h 1831156"/>
              <a:gd name="connsiteX153" fmla="*/ 1276984 w 2748286"/>
              <a:gd name="connsiteY153" fmla="*/ 24187 h 1831156"/>
              <a:gd name="connsiteX154" fmla="*/ 1249222 w 2748286"/>
              <a:gd name="connsiteY154" fmla="*/ 40356 h 1831156"/>
              <a:gd name="connsiteX155" fmla="*/ 1221460 w 2748286"/>
              <a:gd name="connsiteY155" fmla="*/ 103420 h 1831156"/>
              <a:gd name="connsiteX156" fmla="*/ 1193698 w 2748286"/>
              <a:gd name="connsiteY156" fmla="*/ 137994 h 1831156"/>
              <a:gd name="connsiteX157" fmla="*/ 1165936 w 2748286"/>
              <a:gd name="connsiteY157" fmla="*/ 44523 h 1831156"/>
              <a:gd name="connsiteX158" fmla="*/ 1138174 w 2748286"/>
              <a:gd name="connsiteY158" fmla="*/ 948 h 1831156"/>
              <a:gd name="connsiteX159" fmla="*/ 1110412 w 2748286"/>
              <a:gd name="connsiteY159" fmla="*/ 0 h 1831156"/>
              <a:gd name="connsiteX160" fmla="*/ 1082664 w 2748286"/>
              <a:gd name="connsiteY160" fmla="*/ 40343 h 1831156"/>
              <a:gd name="connsiteX161" fmla="*/ 1054902 w 2748286"/>
              <a:gd name="connsiteY161" fmla="*/ 126405 h 1831156"/>
              <a:gd name="connsiteX162" fmla="*/ 1027140 w 2748286"/>
              <a:gd name="connsiteY162" fmla="*/ 233922 h 1831156"/>
              <a:gd name="connsiteX163" fmla="*/ 999378 w 2748286"/>
              <a:gd name="connsiteY163" fmla="*/ 161804 h 1831156"/>
              <a:gd name="connsiteX164" fmla="*/ 971616 w 2748286"/>
              <a:gd name="connsiteY164" fmla="*/ 144381 h 1831156"/>
              <a:gd name="connsiteX165" fmla="*/ 943854 w 2748286"/>
              <a:gd name="connsiteY165" fmla="*/ 174109 h 1831156"/>
              <a:gd name="connsiteX166" fmla="*/ 916092 w 2748286"/>
              <a:gd name="connsiteY166" fmla="*/ 249577 h 1831156"/>
              <a:gd name="connsiteX167" fmla="*/ 888330 w 2748286"/>
              <a:gd name="connsiteY167" fmla="*/ 375244 h 1831156"/>
              <a:gd name="connsiteX168" fmla="*/ 860568 w 2748286"/>
              <a:gd name="connsiteY168" fmla="*/ 561814 h 1831156"/>
              <a:gd name="connsiteX169" fmla="*/ 832813 w 2748286"/>
              <a:gd name="connsiteY169" fmla="*/ 450934 h 1831156"/>
              <a:gd name="connsiteX170" fmla="*/ 805054 w 2748286"/>
              <a:gd name="connsiteY170" fmla="*/ 379553 h 1831156"/>
              <a:gd name="connsiteX171" fmla="*/ 777293 w 2748286"/>
              <a:gd name="connsiteY171" fmla="*/ 362421 h 1831156"/>
              <a:gd name="connsiteX172" fmla="*/ 749532 w 2748286"/>
              <a:gd name="connsiteY172" fmla="*/ 396012 h 1831156"/>
              <a:gd name="connsiteX173" fmla="*/ 721772 w 2748286"/>
              <a:gd name="connsiteY173" fmla="*/ 482808 h 1831156"/>
              <a:gd name="connsiteX174" fmla="*/ 694011 w 2748286"/>
              <a:gd name="connsiteY174" fmla="*/ 631528 h 1831156"/>
              <a:gd name="connsiteX175" fmla="*/ 666250 w 2748286"/>
              <a:gd name="connsiteY175" fmla="*/ 605387 h 1831156"/>
              <a:gd name="connsiteX176" fmla="*/ 638490 w 2748286"/>
              <a:gd name="connsiteY176" fmla="*/ 566262 h 1831156"/>
              <a:gd name="connsiteX177" fmla="*/ 610729 w 2748286"/>
              <a:gd name="connsiteY177" fmla="*/ 587371 h 1831156"/>
              <a:gd name="connsiteX178" fmla="*/ 582969 w 2748286"/>
              <a:gd name="connsiteY178" fmla="*/ 665294 h 1831156"/>
              <a:gd name="connsiteX179" fmla="*/ 555209 w 2748286"/>
              <a:gd name="connsiteY179" fmla="*/ 802792 h 1831156"/>
              <a:gd name="connsiteX180" fmla="*/ 527449 w 2748286"/>
              <a:gd name="connsiteY180" fmla="*/ 1008962 h 1831156"/>
              <a:gd name="connsiteX181" fmla="*/ 499688 w 2748286"/>
              <a:gd name="connsiteY181" fmla="*/ 1001051 h 1831156"/>
              <a:gd name="connsiteX182" fmla="*/ 471928 w 2748286"/>
              <a:gd name="connsiteY182" fmla="*/ 827643 h 1831156"/>
              <a:gd name="connsiteX183" fmla="*/ 444167 w 2748286"/>
              <a:gd name="connsiteY183" fmla="*/ 699676 h 1831156"/>
              <a:gd name="connsiteX184" fmla="*/ 416406 w 2748286"/>
              <a:gd name="connsiteY184" fmla="*/ 604965 h 1831156"/>
              <a:gd name="connsiteX185" fmla="*/ 388646 w 2748286"/>
              <a:gd name="connsiteY185" fmla="*/ 534638 h 1831156"/>
              <a:gd name="connsiteX186" fmla="*/ 360885 w 2748286"/>
              <a:gd name="connsiteY186" fmla="*/ 482225 h 1831156"/>
              <a:gd name="connsiteX187" fmla="*/ 333125 w 2748286"/>
              <a:gd name="connsiteY187" fmla="*/ 443001 h 1831156"/>
              <a:gd name="connsiteX188" fmla="*/ 305364 w 2748286"/>
              <a:gd name="connsiteY188" fmla="*/ 413519 h 1831156"/>
              <a:gd name="connsiteX189" fmla="*/ 277605 w 2748286"/>
              <a:gd name="connsiteY189" fmla="*/ 391248 h 1831156"/>
              <a:gd name="connsiteX190" fmla="*/ 249844 w 2748286"/>
              <a:gd name="connsiteY190" fmla="*/ 374338 h 1831156"/>
              <a:gd name="connsiteX191" fmla="*/ 222083 w 2748286"/>
              <a:gd name="connsiteY191" fmla="*/ 361425 h 1831156"/>
              <a:gd name="connsiteX192" fmla="*/ 194323 w 2748286"/>
              <a:gd name="connsiteY192" fmla="*/ 351506 h 1831156"/>
              <a:gd name="connsiteX193" fmla="*/ 166562 w 2748286"/>
              <a:gd name="connsiteY193" fmla="*/ 343838 h 1831156"/>
              <a:gd name="connsiteX194" fmla="*/ 138802 w 2748286"/>
              <a:gd name="connsiteY194" fmla="*/ 337875 h 1831156"/>
              <a:gd name="connsiteX195" fmla="*/ 111041 w 2748286"/>
              <a:gd name="connsiteY195" fmla="*/ 333205 h 1831156"/>
              <a:gd name="connsiteX196" fmla="*/ 83280 w 2748286"/>
              <a:gd name="connsiteY196" fmla="*/ 329524 h 1831156"/>
              <a:gd name="connsiteX197" fmla="*/ 55520 w 2748286"/>
              <a:gd name="connsiteY197" fmla="*/ 326607 h 1831156"/>
              <a:gd name="connsiteX198" fmla="*/ 27761 w 2748286"/>
              <a:gd name="connsiteY198" fmla="*/ 324276 h 1831156"/>
              <a:gd name="connsiteX199" fmla="*/ 0 w 2748286"/>
              <a:gd name="connsiteY199" fmla="*/ 322406 h 18311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</a:cxnLst>
            <a:rect l="l" t="t" r="r" b="b"/>
            <a:pathLst>
              <a:path w="2748286" h="1831156">
                <a:moveTo>
                  <a:pt x="0" y="1829067"/>
                </a:moveTo>
                <a:lnTo>
                  <a:pt x="27761" y="1829680"/>
                </a:lnTo>
                <a:lnTo>
                  <a:pt x="55520" y="1830265"/>
                </a:lnTo>
                <a:lnTo>
                  <a:pt x="83280" y="1830762"/>
                </a:lnTo>
                <a:lnTo>
                  <a:pt x="111041" y="1831098"/>
                </a:lnTo>
                <a:lnTo>
                  <a:pt x="138802" y="1831156"/>
                </a:lnTo>
                <a:lnTo>
                  <a:pt x="166562" y="1830747"/>
                </a:lnTo>
                <a:lnTo>
                  <a:pt x="194323" y="1829622"/>
                </a:lnTo>
                <a:lnTo>
                  <a:pt x="222083" y="1827372"/>
                </a:lnTo>
                <a:lnTo>
                  <a:pt x="249844" y="1823485"/>
                </a:lnTo>
                <a:lnTo>
                  <a:pt x="277605" y="1817173"/>
                </a:lnTo>
                <a:lnTo>
                  <a:pt x="305364" y="1807369"/>
                </a:lnTo>
                <a:lnTo>
                  <a:pt x="333125" y="1792552"/>
                </a:lnTo>
                <a:lnTo>
                  <a:pt x="360885" y="1770547"/>
                </a:lnTo>
                <a:lnTo>
                  <a:pt x="388646" y="1738372"/>
                </a:lnTo>
                <a:lnTo>
                  <a:pt x="416406" y="1691849"/>
                </a:lnTo>
                <a:lnTo>
                  <a:pt x="444167" y="1625103"/>
                </a:lnTo>
                <a:lnTo>
                  <a:pt x="471928" y="1530011"/>
                </a:lnTo>
                <a:lnTo>
                  <a:pt x="499688" y="1395248"/>
                </a:lnTo>
                <a:lnTo>
                  <a:pt x="527449" y="1349835"/>
                </a:lnTo>
                <a:lnTo>
                  <a:pt x="555209" y="1417633"/>
                </a:lnTo>
                <a:lnTo>
                  <a:pt x="582969" y="1418919"/>
                </a:lnTo>
                <a:lnTo>
                  <a:pt x="610729" y="1359245"/>
                </a:lnTo>
                <a:lnTo>
                  <a:pt x="638490" y="1237772"/>
                </a:lnTo>
                <a:lnTo>
                  <a:pt x="666250" y="1047333"/>
                </a:lnTo>
                <a:lnTo>
                  <a:pt x="694011" y="903272"/>
                </a:lnTo>
                <a:lnTo>
                  <a:pt x="721772" y="1056831"/>
                </a:lnTo>
                <a:lnTo>
                  <a:pt x="749532" y="1132819"/>
                </a:lnTo>
                <a:lnTo>
                  <a:pt x="777293" y="1139672"/>
                </a:lnTo>
                <a:lnTo>
                  <a:pt x="805054" y="1079172"/>
                </a:lnTo>
                <a:lnTo>
                  <a:pt x="832813" y="946661"/>
                </a:lnTo>
                <a:lnTo>
                  <a:pt x="860568" y="759036"/>
                </a:lnTo>
                <a:lnTo>
                  <a:pt x="888330" y="903958"/>
                </a:lnTo>
                <a:lnTo>
                  <a:pt x="916092" y="965514"/>
                </a:lnTo>
                <a:lnTo>
                  <a:pt x="943854" y="952730"/>
                </a:lnTo>
                <a:lnTo>
                  <a:pt x="971616" y="867754"/>
                </a:lnTo>
                <a:lnTo>
                  <a:pt x="999378" y="706171"/>
                </a:lnTo>
                <a:lnTo>
                  <a:pt x="1027140" y="456666"/>
                </a:lnTo>
                <a:lnTo>
                  <a:pt x="1054902" y="604783"/>
                </a:lnTo>
                <a:lnTo>
                  <a:pt x="1082664" y="731069"/>
                </a:lnTo>
                <a:lnTo>
                  <a:pt x="1110412" y="775880"/>
                </a:lnTo>
                <a:lnTo>
                  <a:pt x="1138174" y="743759"/>
                </a:lnTo>
                <a:lnTo>
                  <a:pt x="1165936" y="632559"/>
                </a:lnTo>
                <a:lnTo>
                  <a:pt x="1193698" y="433238"/>
                </a:lnTo>
                <a:lnTo>
                  <a:pt x="1221460" y="526247"/>
                </a:lnTo>
                <a:lnTo>
                  <a:pt x="1249222" y="701438"/>
                </a:lnTo>
                <a:lnTo>
                  <a:pt x="1276984" y="793205"/>
                </a:lnTo>
                <a:lnTo>
                  <a:pt x="1304746" y="808223"/>
                </a:lnTo>
                <a:lnTo>
                  <a:pt x="1332508" y="746449"/>
                </a:lnTo>
                <a:lnTo>
                  <a:pt x="1360256" y="601074"/>
                </a:lnTo>
                <a:lnTo>
                  <a:pt x="1388018" y="608289"/>
                </a:lnTo>
                <a:lnTo>
                  <a:pt x="1415780" y="768284"/>
                </a:lnTo>
                <a:lnTo>
                  <a:pt x="1443542" y="845249"/>
                </a:lnTo>
                <a:lnTo>
                  <a:pt x="1471304" y="846391"/>
                </a:lnTo>
                <a:lnTo>
                  <a:pt x="1499066" y="772179"/>
                </a:lnTo>
                <a:lnTo>
                  <a:pt x="1526828" y="616391"/>
                </a:lnTo>
                <a:lnTo>
                  <a:pt x="1554590" y="538602"/>
                </a:lnTo>
                <a:lnTo>
                  <a:pt x="1582352" y="741480"/>
                </a:lnTo>
                <a:lnTo>
                  <a:pt x="1610100" y="859089"/>
                </a:lnTo>
                <a:lnTo>
                  <a:pt x="1637862" y="900634"/>
                </a:lnTo>
                <a:lnTo>
                  <a:pt x="1665624" y="868516"/>
                </a:lnTo>
                <a:lnTo>
                  <a:pt x="1693386" y="758520"/>
                </a:lnTo>
                <a:lnTo>
                  <a:pt x="1721148" y="624922"/>
                </a:lnTo>
                <a:lnTo>
                  <a:pt x="1748910" y="852656"/>
                </a:lnTo>
                <a:lnTo>
                  <a:pt x="1776672" y="996299"/>
                </a:lnTo>
                <a:lnTo>
                  <a:pt x="1804434" y="1066704"/>
                </a:lnTo>
                <a:lnTo>
                  <a:pt x="1832196" y="1067899"/>
                </a:lnTo>
                <a:lnTo>
                  <a:pt x="1859944" y="997433"/>
                </a:lnTo>
                <a:lnTo>
                  <a:pt x="1887706" y="846048"/>
                </a:lnTo>
                <a:lnTo>
                  <a:pt x="1915468" y="1016019"/>
                </a:lnTo>
                <a:lnTo>
                  <a:pt x="1943230" y="1131797"/>
                </a:lnTo>
                <a:lnTo>
                  <a:pt x="1970992" y="1176941"/>
                </a:lnTo>
                <a:lnTo>
                  <a:pt x="1998754" y="1155708"/>
                </a:lnTo>
                <a:lnTo>
                  <a:pt x="2026516" y="1065940"/>
                </a:lnTo>
                <a:lnTo>
                  <a:pt x="2054279" y="898838"/>
                </a:lnTo>
                <a:lnTo>
                  <a:pt x="2082041" y="1017051"/>
                </a:lnTo>
                <a:lnTo>
                  <a:pt x="2109788" y="1176791"/>
                </a:lnTo>
                <a:lnTo>
                  <a:pt x="2137550" y="1265973"/>
                </a:lnTo>
                <a:lnTo>
                  <a:pt x="2165312" y="1290909"/>
                </a:lnTo>
                <a:lnTo>
                  <a:pt x="2193074" y="1251528"/>
                </a:lnTo>
                <a:lnTo>
                  <a:pt x="2220836" y="1141299"/>
                </a:lnTo>
                <a:lnTo>
                  <a:pt x="2248598" y="1186378"/>
                </a:lnTo>
                <a:lnTo>
                  <a:pt x="2276361" y="1352319"/>
                </a:lnTo>
                <a:lnTo>
                  <a:pt x="2304123" y="1473931"/>
                </a:lnTo>
                <a:lnTo>
                  <a:pt x="2331885" y="1563223"/>
                </a:lnTo>
                <a:lnTo>
                  <a:pt x="2359632" y="1628946"/>
                </a:lnTo>
                <a:lnTo>
                  <a:pt x="2387394" y="1677457"/>
                </a:lnTo>
                <a:lnTo>
                  <a:pt x="2415157" y="1713343"/>
                </a:lnTo>
                <a:lnTo>
                  <a:pt x="2442919" y="1739994"/>
                </a:lnTo>
                <a:lnTo>
                  <a:pt x="2470681" y="1759851"/>
                </a:lnTo>
                <a:lnTo>
                  <a:pt x="2498443" y="1774712"/>
                </a:lnTo>
                <a:lnTo>
                  <a:pt x="2526205" y="1785875"/>
                </a:lnTo>
                <a:lnTo>
                  <a:pt x="2553967" y="1794320"/>
                </a:lnTo>
                <a:lnTo>
                  <a:pt x="2581729" y="1800720"/>
                </a:lnTo>
                <a:lnTo>
                  <a:pt x="2609476" y="1805615"/>
                </a:lnTo>
                <a:lnTo>
                  <a:pt x="2637239" y="1809370"/>
                </a:lnTo>
                <a:lnTo>
                  <a:pt x="2665001" y="1812263"/>
                </a:lnTo>
                <a:lnTo>
                  <a:pt x="2692763" y="1814528"/>
                </a:lnTo>
                <a:lnTo>
                  <a:pt x="2720525" y="1816296"/>
                </a:lnTo>
                <a:lnTo>
                  <a:pt x="2748287" y="1817684"/>
                </a:lnTo>
                <a:lnTo>
                  <a:pt x="2748287" y="311016"/>
                </a:lnTo>
                <a:lnTo>
                  <a:pt x="2720525" y="310890"/>
                </a:lnTo>
                <a:lnTo>
                  <a:pt x="2692763" y="310871"/>
                </a:lnTo>
                <a:lnTo>
                  <a:pt x="2665001" y="311031"/>
                </a:lnTo>
                <a:lnTo>
                  <a:pt x="2637239" y="311466"/>
                </a:lnTo>
                <a:lnTo>
                  <a:pt x="2609476" y="312324"/>
                </a:lnTo>
                <a:lnTo>
                  <a:pt x="2581729" y="313805"/>
                </a:lnTo>
                <a:lnTo>
                  <a:pt x="2553967" y="316205"/>
                </a:lnTo>
                <a:lnTo>
                  <a:pt x="2526205" y="319932"/>
                </a:lnTo>
                <a:lnTo>
                  <a:pt x="2498443" y="325566"/>
                </a:lnTo>
                <a:lnTo>
                  <a:pt x="2470681" y="333923"/>
                </a:lnTo>
                <a:lnTo>
                  <a:pt x="2442919" y="346136"/>
                </a:lnTo>
                <a:lnTo>
                  <a:pt x="2415157" y="363800"/>
                </a:lnTo>
                <a:lnTo>
                  <a:pt x="2387394" y="389130"/>
                </a:lnTo>
                <a:lnTo>
                  <a:pt x="2359632" y="425214"/>
                </a:lnTo>
                <a:lnTo>
                  <a:pt x="2331885" y="476348"/>
                </a:lnTo>
                <a:lnTo>
                  <a:pt x="2304123" y="548497"/>
                </a:lnTo>
                <a:lnTo>
                  <a:pt x="2276361" y="649946"/>
                </a:lnTo>
                <a:lnTo>
                  <a:pt x="2248598" y="792185"/>
                </a:lnTo>
                <a:lnTo>
                  <a:pt x="2220836" y="800428"/>
                </a:lnTo>
                <a:lnTo>
                  <a:pt x="2193074" y="636693"/>
                </a:lnTo>
                <a:lnTo>
                  <a:pt x="2165312" y="537283"/>
                </a:lnTo>
                <a:lnTo>
                  <a:pt x="2137550" y="494095"/>
                </a:lnTo>
                <a:lnTo>
                  <a:pt x="2109788" y="505280"/>
                </a:lnTo>
                <a:lnTo>
                  <a:pt x="2082041" y="575103"/>
                </a:lnTo>
                <a:lnTo>
                  <a:pt x="2054279" y="627094"/>
                </a:lnTo>
                <a:lnTo>
                  <a:pt x="2026516" y="491917"/>
                </a:lnTo>
                <a:lnTo>
                  <a:pt x="1998754" y="418901"/>
                </a:lnTo>
                <a:lnTo>
                  <a:pt x="1970992" y="399691"/>
                </a:lnTo>
                <a:lnTo>
                  <a:pt x="1943230" y="432178"/>
                </a:lnTo>
                <a:lnTo>
                  <a:pt x="1915468" y="520292"/>
                </a:lnTo>
                <a:lnTo>
                  <a:pt x="1887706" y="648826"/>
                </a:lnTo>
                <a:lnTo>
                  <a:pt x="1859944" y="468719"/>
                </a:lnTo>
                <a:lnTo>
                  <a:pt x="1832196" y="351962"/>
                </a:lnTo>
                <a:lnTo>
                  <a:pt x="1804434" y="288083"/>
                </a:lnTo>
                <a:lnTo>
                  <a:pt x="1776672" y="272928"/>
                </a:lnTo>
                <a:lnTo>
                  <a:pt x="1748910" y="308288"/>
                </a:lnTo>
                <a:lnTo>
                  <a:pt x="1721148" y="402179"/>
                </a:lnTo>
                <a:lnTo>
                  <a:pt x="1693386" y="280142"/>
                </a:lnTo>
                <a:lnTo>
                  <a:pt x="1665624" y="177790"/>
                </a:lnTo>
                <a:lnTo>
                  <a:pt x="1637862" y="124754"/>
                </a:lnTo>
                <a:lnTo>
                  <a:pt x="1610100" y="116277"/>
                </a:lnTo>
                <a:lnTo>
                  <a:pt x="1582352" y="153444"/>
                </a:lnTo>
                <a:lnTo>
                  <a:pt x="1554590" y="243358"/>
                </a:lnTo>
                <a:lnTo>
                  <a:pt x="1526828" y="193565"/>
                </a:lnTo>
                <a:lnTo>
                  <a:pt x="1499066" y="111097"/>
                </a:lnTo>
                <a:lnTo>
                  <a:pt x="1471304" y="77375"/>
                </a:lnTo>
                <a:lnTo>
                  <a:pt x="1443542" y="87242"/>
                </a:lnTo>
                <a:lnTo>
                  <a:pt x="1415780" y="141390"/>
                </a:lnTo>
                <a:lnTo>
                  <a:pt x="1388018" y="246433"/>
                </a:lnTo>
                <a:lnTo>
                  <a:pt x="1360256" y="239217"/>
                </a:lnTo>
                <a:lnTo>
                  <a:pt x="1332508" y="119555"/>
                </a:lnTo>
                <a:lnTo>
                  <a:pt x="1304746" y="50215"/>
                </a:lnTo>
                <a:lnTo>
                  <a:pt x="1276984" y="24187"/>
                </a:lnTo>
                <a:lnTo>
                  <a:pt x="1249222" y="40356"/>
                </a:lnTo>
                <a:lnTo>
                  <a:pt x="1221460" y="103420"/>
                </a:lnTo>
                <a:lnTo>
                  <a:pt x="1193698" y="137994"/>
                </a:lnTo>
                <a:lnTo>
                  <a:pt x="1165936" y="44523"/>
                </a:lnTo>
                <a:lnTo>
                  <a:pt x="1138174" y="948"/>
                </a:lnTo>
                <a:lnTo>
                  <a:pt x="1110412" y="0"/>
                </a:lnTo>
                <a:lnTo>
                  <a:pt x="1082664" y="40343"/>
                </a:lnTo>
                <a:lnTo>
                  <a:pt x="1054902" y="126405"/>
                </a:lnTo>
                <a:lnTo>
                  <a:pt x="1027140" y="233922"/>
                </a:lnTo>
                <a:lnTo>
                  <a:pt x="999378" y="161804"/>
                </a:lnTo>
                <a:lnTo>
                  <a:pt x="971616" y="144381"/>
                </a:lnTo>
                <a:lnTo>
                  <a:pt x="943854" y="174109"/>
                </a:lnTo>
                <a:lnTo>
                  <a:pt x="916092" y="249577"/>
                </a:lnTo>
                <a:lnTo>
                  <a:pt x="888330" y="375244"/>
                </a:lnTo>
                <a:lnTo>
                  <a:pt x="860568" y="561814"/>
                </a:lnTo>
                <a:lnTo>
                  <a:pt x="832813" y="450934"/>
                </a:lnTo>
                <a:lnTo>
                  <a:pt x="805054" y="379553"/>
                </a:lnTo>
                <a:lnTo>
                  <a:pt x="777293" y="362421"/>
                </a:lnTo>
                <a:lnTo>
                  <a:pt x="749532" y="396012"/>
                </a:lnTo>
                <a:lnTo>
                  <a:pt x="721772" y="482808"/>
                </a:lnTo>
                <a:lnTo>
                  <a:pt x="694011" y="631528"/>
                </a:lnTo>
                <a:lnTo>
                  <a:pt x="666250" y="605387"/>
                </a:lnTo>
                <a:lnTo>
                  <a:pt x="638490" y="566262"/>
                </a:lnTo>
                <a:lnTo>
                  <a:pt x="610729" y="587371"/>
                </a:lnTo>
                <a:lnTo>
                  <a:pt x="582969" y="665294"/>
                </a:lnTo>
                <a:lnTo>
                  <a:pt x="555209" y="802792"/>
                </a:lnTo>
                <a:lnTo>
                  <a:pt x="527449" y="1008962"/>
                </a:lnTo>
                <a:lnTo>
                  <a:pt x="499688" y="1001051"/>
                </a:lnTo>
                <a:lnTo>
                  <a:pt x="471928" y="827643"/>
                </a:lnTo>
                <a:lnTo>
                  <a:pt x="444167" y="699676"/>
                </a:lnTo>
                <a:lnTo>
                  <a:pt x="416406" y="604965"/>
                </a:lnTo>
                <a:lnTo>
                  <a:pt x="388646" y="534638"/>
                </a:lnTo>
                <a:lnTo>
                  <a:pt x="360885" y="482225"/>
                </a:lnTo>
                <a:lnTo>
                  <a:pt x="333125" y="443001"/>
                </a:lnTo>
                <a:lnTo>
                  <a:pt x="305364" y="413519"/>
                </a:lnTo>
                <a:lnTo>
                  <a:pt x="277605" y="391248"/>
                </a:lnTo>
                <a:lnTo>
                  <a:pt x="249844" y="374338"/>
                </a:lnTo>
                <a:lnTo>
                  <a:pt x="222083" y="361425"/>
                </a:lnTo>
                <a:lnTo>
                  <a:pt x="194323" y="351506"/>
                </a:lnTo>
                <a:lnTo>
                  <a:pt x="166562" y="343838"/>
                </a:lnTo>
                <a:lnTo>
                  <a:pt x="138802" y="337875"/>
                </a:lnTo>
                <a:lnTo>
                  <a:pt x="111041" y="333205"/>
                </a:lnTo>
                <a:lnTo>
                  <a:pt x="83280" y="329524"/>
                </a:lnTo>
                <a:lnTo>
                  <a:pt x="55520" y="326607"/>
                </a:lnTo>
                <a:lnTo>
                  <a:pt x="27761" y="324276"/>
                </a:lnTo>
                <a:lnTo>
                  <a:pt x="0" y="322406"/>
                </a:lnTo>
                <a:close/>
              </a:path>
            </a:pathLst>
          </a:custGeom>
          <a:solidFill>
            <a:srgbClr val="FF0000">
              <a:alpha val="20000"/>
            </a:srgbClr>
          </a:solidFill>
          <a:ln w="146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6" name="Freeform 375">
            <a:extLst>
              <a:ext uri="{FF2B5EF4-FFF2-40B4-BE49-F238E27FC236}">
                <a16:creationId xmlns:a16="http://schemas.microsoft.com/office/drawing/2014/main" id="{AC894BF7-7D9A-87B7-E1C7-F0CFB2FFE1BB}"/>
              </a:ext>
            </a:extLst>
          </p:cNvPr>
          <p:cNvSpPr/>
          <p:nvPr/>
        </p:nvSpPr>
        <p:spPr>
          <a:xfrm>
            <a:off x="4458943" y="2787887"/>
            <a:ext cx="2748286" cy="912533"/>
          </a:xfrm>
          <a:custGeom>
            <a:avLst/>
            <a:gdLst>
              <a:gd name="connsiteX0" fmla="*/ 0 w 2748286"/>
              <a:gd name="connsiteY0" fmla="*/ 790123 h 912533"/>
              <a:gd name="connsiteX1" fmla="*/ 27761 w 2748286"/>
              <a:gd name="connsiteY1" fmla="*/ 791362 h 912533"/>
              <a:gd name="connsiteX2" fmla="*/ 55520 w 2748286"/>
              <a:gd name="connsiteY2" fmla="*/ 792818 h 912533"/>
              <a:gd name="connsiteX3" fmla="*/ 83280 w 2748286"/>
              <a:gd name="connsiteY3" fmla="*/ 794529 h 912533"/>
              <a:gd name="connsiteX4" fmla="*/ 111041 w 2748286"/>
              <a:gd name="connsiteY4" fmla="*/ 796539 h 912533"/>
              <a:gd name="connsiteX5" fmla="*/ 138802 w 2748286"/>
              <a:gd name="connsiteY5" fmla="*/ 798902 h 912533"/>
              <a:gd name="connsiteX6" fmla="*/ 166562 w 2748286"/>
              <a:gd name="connsiteY6" fmla="*/ 801681 h 912533"/>
              <a:gd name="connsiteX7" fmla="*/ 194323 w 2748286"/>
              <a:gd name="connsiteY7" fmla="*/ 804947 h 912533"/>
              <a:gd name="connsiteX8" fmla="*/ 222083 w 2748286"/>
              <a:gd name="connsiteY8" fmla="*/ 808784 h 912533"/>
              <a:gd name="connsiteX9" fmla="*/ 249844 w 2748286"/>
              <a:gd name="connsiteY9" fmla="*/ 813296 h 912533"/>
              <a:gd name="connsiteX10" fmla="*/ 277605 w 2748286"/>
              <a:gd name="connsiteY10" fmla="*/ 818598 h 912533"/>
              <a:gd name="connsiteX11" fmla="*/ 305364 w 2748286"/>
              <a:gd name="connsiteY11" fmla="*/ 824832 h 912533"/>
              <a:gd name="connsiteX12" fmla="*/ 333125 w 2748286"/>
              <a:gd name="connsiteY12" fmla="*/ 832158 h 912533"/>
              <a:gd name="connsiteX13" fmla="*/ 360885 w 2748286"/>
              <a:gd name="connsiteY13" fmla="*/ 840770 h 912533"/>
              <a:gd name="connsiteX14" fmla="*/ 388646 w 2748286"/>
              <a:gd name="connsiteY14" fmla="*/ 850892 h 912533"/>
              <a:gd name="connsiteX15" fmla="*/ 416406 w 2748286"/>
              <a:gd name="connsiteY15" fmla="*/ 862790 h 912533"/>
              <a:gd name="connsiteX16" fmla="*/ 444167 w 2748286"/>
              <a:gd name="connsiteY16" fmla="*/ 876775 h 912533"/>
              <a:gd name="connsiteX17" fmla="*/ 471928 w 2748286"/>
              <a:gd name="connsiteY17" fmla="*/ 893213 h 912533"/>
              <a:gd name="connsiteX18" fmla="*/ 499688 w 2748286"/>
              <a:gd name="connsiteY18" fmla="*/ 912534 h 912533"/>
              <a:gd name="connsiteX19" fmla="*/ 527449 w 2748286"/>
              <a:gd name="connsiteY19" fmla="*/ 893783 h 912533"/>
              <a:gd name="connsiteX20" fmla="*/ 555209 w 2748286"/>
              <a:gd name="connsiteY20" fmla="*/ 824594 h 912533"/>
              <a:gd name="connsiteX21" fmla="*/ 582969 w 2748286"/>
              <a:gd name="connsiteY21" fmla="*/ 756492 h 912533"/>
              <a:gd name="connsiteX22" fmla="*/ 610729 w 2748286"/>
              <a:gd name="connsiteY22" fmla="*/ 687696 h 912533"/>
              <a:gd name="connsiteX23" fmla="*/ 638490 w 2748286"/>
              <a:gd name="connsiteY23" fmla="*/ 616401 h 912533"/>
              <a:gd name="connsiteX24" fmla="*/ 666250 w 2748286"/>
              <a:gd name="connsiteY24" fmla="*/ 540745 h 912533"/>
              <a:gd name="connsiteX25" fmla="*/ 694011 w 2748286"/>
              <a:gd name="connsiteY25" fmla="*/ 481785 h 912533"/>
              <a:gd name="connsiteX26" fmla="*/ 721772 w 2748286"/>
              <a:gd name="connsiteY26" fmla="*/ 484204 h 912533"/>
              <a:gd name="connsiteX27" fmla="*/ 749532 w 2748286"/>
              <a:gd name="connsiteY27" fmla="*/ 478799 h 912533"/>
              <a:gd name="connsiteX28" fmla="*/ 777293 w 2748286"/>
              <a:gd name="connsiteY28" fmla="*/ 465431 h 912533"/>
              <a:gd name="connsiteX29" fmla="*/ 805054 w 2748286"/>
              <a:gd name="connsiteY29" fmla="*/ 443748 h 912533"/>
              <a:gd name="connsiteX30" fmla="*/ 832813 w 2748286"/>
              <a:gd name="connsiteY30" fmla="*/ 413183 h 912533"/>
              <a:gd name="connsiteX31" fmla="*/ 860568 w 2748286"/>
              <a:gd name="connsiteY31" fmla="*/ 374810 h 912533"/>
              <a:gd name="connsiteX32" fmla="*/ 888330 w 2748286"/>
              <a:gd name="connsiteY32" fmla="*/ 353987 h 912533"/>
              <a:gd name="connsiteX33" fmla="*/ 916092 w 2748286"/>
              <a:gd name="connsiteY33" fmla="*/ 321930 h 912533"/>
              <a:gd name="connsiteX34" fmla="*/ 943854 w 2748286"/>
              <a:gd name="connsiteY34" fmla="*/ 277805 h 912533"/>
              <a:gd name="connsiteX35" fmla="*/ 971616 w 2748286"/>
              <a:gd name="connsiteY35" fmla="*/ 220453 h 912533"/>
              <a:gd name="connsiteX36" fmla="*/ 999378 w 2748286"/>
              <a:gd name="connsiteY36" fmla="*/ 148372 h 912533"/>
              <a:gd name="connsiteX37" fmla="*/ 1027140 w 2748286"/>
              <a:gd name="connsiteY37" fmla="*/ 59678 h 912533"/>
              <a:gd name="connsiteX38" fmla="*/ 1054902 w 2748286"/>
              <a:gd name="connsiteY38" fmla="*/ 79980 h 912533"/>
              <a:gd name="connsiteX39" fmla="*/ 1082664 w 2748286"/>
              <a:gd name="connsiteY39" fmla="*/ 100091 h 912533"/>
              <a:gd name="connsiteX40" fmla="*/ 1110412 w 2748286"/>
              <a:gd name="connsiteY40" fmla="*/ 102325 h 912533"/>
              <a:gd name="connsiteX41" fmla="*/ 1138174 w 2748286"/>
              <a:gd name="connsiteY41" fmla="*/ 86739 h 912533"/>
              <a:gd name="connsiteX42" fmla="*/ 1165936 w 2748286"/>
              <a:gd name="connsiteY42" fmla="*/ 52926 h 912533"/>
              <a:gd name="connsiteX43" fmla="*/ 1193698 w 2748286"/>
              <a:gd name="connsiteY43" fmla="*/ 0 h 912533"/>
              <a:gd name="connsiteX44" fmla="*/ 1221460 w 2748286"/>
              <a:gd name="connsiteY44" fmla="*/ 29219 h 912533"/>
              <a:gd name="connsiteX45" fmla="*/ 1249222 w 2748286"/>
              <a:gd name="connsiteY45" fmla="*/ 85282 h 912533"/>
              <a:gd name="connsiteX46" fmla="*/ 1276984 w 2748286"/>
              <a:gd name="connsiteY46" fmla="*/ 123081 h 912533"/>
              <a:gd name="connsiteX47" fmla="*/ 1304746 w 2748286"/>
              <a:gd name="connsiteY47" fmla="*/ 143603 h 912533"/>
              <a:gd name="connsiteX48" fmla="*/ 1332508 w 2748286"/>
              <a:gd name="connsiteY48" fmla="*/ 147387 h 912533"/>
              <a:gd name="connsiteX49" fmla="*/ 1360256 w 2748286"/>
              <a:gd name="connsiteY49" fmla="*/ 134531 h 912533"/>
              <a:gd name="connsiteX50" fmla="*/ 1388018 w 2748286"/>
              <a:gd name="connsiteY50" fmla="*/ 141746 h 912533"/>
              <a:gd name="connsiteX51" fmla="*/ 1415780 w 2748286"/>
              <a:gd name="connsiteY51" fmla="*/ 169222 h 912533"/>
              <a:gd name="connsiteX52" fmla="*/ 1443542 w 2748286"/>
              <a:gd name="connsiteY52" fmla="*/ 180630 h 912533"/>
              <a:gd name="connsiteX53" fmla="*/ 1471304 w 2748286"/>
              <a:gd name="connsiteY53" fmla="*/ 176269 h 912533"/>
              <a:gd name="connsiteX54" fmla="*/ 1499066 w 2748286"/>
              <a:gd name="connsiteY54" fmla="*/ 156023 h 912533"/>
              <a:gd name="connsiteX55" fmla="*/ 1526828 w 2748286"/>
              <a:gd name="connsiteY55" fmla="*/ 119364 h 912533"/>
              <a:gd name="connsiteX56" fmla="*/ 1554590 w 2748286"/>
              <a:gd name="connsiteY56" fmla="*/ 105364 h 912533"/>
              <a:gd name="connsiteX57" fmla="*/ 1582352 w 2748286"/>
              <a:gd name="connsiteY57" fmla="*/ 161847 h 912533"/>
              <a:gd name="connsiteX58" fmla="*/ 1610100 w 2748286"/>
              <a:gd name="connsiteY58" fmla="*/ 202067 h 912533"/>
              <a:gd name="connsiteX59" fmla="*/ 1637862 w 2748286"/>
              <a:gd name="connsiteY59" fmla="*/ 227079 h 912533"/>
              <a:gd name="connsiteX60" fmla="*/ 1665624 w 2748286"/>
              <a:gd name="connsiteY60" fmla="*/ 237538 h 912533"/>
              <a:gd name="connsiteX61" fmla="*/ 1693386 w 2748286"/>
              <a:gd name="connsiteY61" fmla="*/ 233716 h 912533"/>
              <a:gd name="connsiteX62" fmla="*/ 1721148 w 2748286"/>
              <a:gd name="connsiteY62" fmla="*/ 227935 h 912533"/>
              <a:gd name="connsiteX63" fmla="*/ 1748910 w 2748286"/>
              <a:gd name="connsiteY63" fmla="*/ 294857 h 912533"/>
              <a:gd name="connsiteX64" fmla="*/ 1776672 w 2748286"/>
              <a:gd name="connsiteY64" fmla="*/ 348998 h 912533"/>
              <a:gd name="connsiteX65" fmla="*/ 1804434 w 2748286"/>
              <a:gd name="connsiteY65" fmla="*/ 391778 h 912533"/>
              <a:gd name="connsiteX66" fmla="*/ 1832196 w 2748286"/>
              <a:gd name="connsiteY66" fmla="*/ 424316 h 912533"/>
              <a:gd name="connsiteX67" fmla="*/ 1859944 w 2748286"/>
              <a:gd name="connsiteY67" fmla="*/ 447462 h 912533"/>
              <a:gd name="connsiteX68" fmla="*/ 1887706 w 2748286"/>
              <a:gd name="connsiteY68" fmla="*/ 461822 h 912533"/>
              <a:gd name="connsiteX69" fmla="*/ 1915468 w 2748286"/>
              <a:gd name="connsiteY69" fmla="*/ 482540 h 912533"/>
              <a:gd name="connsiteX70" fmla="*/ 1943230 w 2748286"/>
              <a:gd name="connsiteY70" fmla="*/ 496373 h 912533"/>
              <a:gd name="connsiteX71" fmla="*/ 1970992 w 2748286"/>
              <a:gd name="connsiteY71" fmla="*/ 502701 h 912533"/>
              <a:gd name="connsiteX72" fmla="*/ 1998754 w 2748286"/>
              <a:gd name="connsiteY72" fmla="*/ 501690 h 912533"/>
              <a:gd name="connsiteX73" fmla="*/ 2026516 w 2748286"/>
              <a:gd name="connsiteY73" fmla="*/ 493313 h 912533"/>
              <a:gd name="connsiteX74" fmla="*/ 2054279 w 2748286"/>
              <a:gd name="connsiteY74" fmla="*/ 477351 h 912533"/>
              <a:gd name="connsiteX75" fmla="*/ 2082041 w 2748286"/>
              <a:gd name="connsiteY75" fmla="*/ 510461 h 912533"/>
              <a:gd name="connsiteX76" fmla="*/ 2109788 w 2748286"/>
              <a:gd name="connsiteY76" fmla="*/ 555420 h 912533"/>
              <a:gd name="connsiteX77" fmla="*/ 2137550 w 2748286"/>
              <a:gd name="connsiteY77" fmla="*/ 594420 h 912533"/>
              <a:gd name="connsiteX78" fmla="*/ 2165312 w 2748286"/>
              <a:gd name="connsiteY78" fmla="*/ 628481 h 912533"/>
              <a:gd name="connsiteX79" fmla="*/ 2193074 w 2748286"/>
              <a:gd name="connsiteY79" fmla="*/ 658495 h 912533"/>
              <a:gd name="connsiteX80" fmla="*/ 2220836 w 2748286"/>
              <a:gd name="connsiteY80" fmla="*/ 685248 h 912533"/>
              <a:gd name="connsiteX81" fmla="*/ 2248598 w 2748286"/>
              <a:gd name="connsiteY81" fmla="*/ 703666 h 912533"/>
              <a:gd name="connsiteX82" fmla="*/ 2276361 w 2748286"/>
              <a:gd name="connsiteY82" fmla="*/ 715515 h 912533"/>
              <a:gd name="connsiteX83" fmla="*/ 2304123 w 2748286"/>
              <a:gd name="connsiteY83" fmla="*/ 725596 h 912533"/>
              <a:gd name="connsiteX84" fmla="*/ 2331885 w 2748286"/>
              <a:gd name="connsiteY84" fmla="*/ 734171 h 912533"/>
              <a:gd name="connsiteX85" fmla="*/ 2359632 w 2748286"/>
              <a:gd name="connsiteY85" fmla="*/ 741468 h 912533"/>
              <a:gd name="connsiteX86" fmla="*/ 2387394 w 2748286"/>
              <a:gd name="connsiteY86" fmla="*/ 747675 h 912533"/>
              <a:gd name="connsiteX87" fmla="*/ 2415157 w 2748286"/>
              <a:gd name="connsiteY87" fmla="*/ 752957 h 912533"/>
              <a:gd name="connsiteX88" fmla="*/ 2442919 w 2748286"/>
              <a:gd name="connsiteY88" fmla="*/ 757450 h 912533"/>
              <a:gd name="connsiteX89" fmla="*/ 2470681 w 2748286"/>
              <a:gd name="connsiteY89" fmla="*/ 761273 h 912533"/>
              <a:gd name="connsiteX90" fmla="*/ 2498443 w 2748286"/>
              <a:gd name="connsiteY90" fmla="*/ 764524 h 912533"/>
              <a:gd name="connsiteX91" fmla="*/ 2526205 w 2748286"/>
              <a:gd name="connsiteY91" fmla="*/ 767291 h 912533"/>
              <a:gd name="connsiteX92" fmla="*/ 2553967 w 2748286"/>
              <a:gd name="connsiteY92" fmla="*/ 769645 h 912533"/>
              <a:gd name="connsiteX93" fmla="*/ 2581729 w 2748286"/>
              <a:gd name="connsiteY93" fmla="*/ 771647 h 912533"/>
              <a:gd name="connsiteX94" fmla="*/ 2609476 w 2748286"/>
              <a:gd name="connsiteY94" fmla="*/ 773351 h 912533"/>
              <a:gd name="connsiteX95" fmla="*/ 2637239 w 2748286"/>
              <a:gd name="connsiteY95" fmla="*/ 774800 h 912533"/>
              <a:gd name="connsiteX96" fmla="*/ 2665001 w 2748286"/>
              <a:gd name="connsiteY96" fmla="*/ 776033 h 912533"/>
              <a:gd name="connsiteX97" fmla="*/ 2692763 w 2748286"/>
              <a:gd name="connsiteY97" fmla="*/ 777082 h 912533"/>
              <a:gd name="connsiteX98" fmla="*/ 2720525 w 2748286"/>
              <a:gd name="connsiteY98" fmla="*/ 777975 h 912533"/>
              <a:gd name="connsiteX99" fmla="*/ 2748287 w 2748286"/>
              <a:gd name="connsiteY99" fmla="*/ 778735 h 9125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2748286" h="912533">
                <a:moveTo>
                  <a:pt x="0" y="790123"/>
                </a:moveTo>
                <a:lnTo>
                  <a:pt x="27761" y="791362"/>
                </a:lnTo>
                <a:lnTo>
                  <a:pt x="55520" y="792818"/>
                </a:lnTo>
                <a:lnTo>
                  <a:pt x="83280" y="794529"/>
                </a:lnTo>
                <a:lnTo>
                  <a:pt x="111041" y="796539"/>
                </a:lnTo>
                <a:lnTo>
                  <a:pt x="138802" y="798902"/>
                </a:lnTo>
                <a:lnTo>
                  <a:pt x="166562" y="801681"/>
                </a:lnTo>
                <a:lnTo>
                  <a:pt x="194323" y="804947"/>
                </a:lnTo>
                <a:lnTo>
                  <a:pt x="222083" y="808784"/>
                </a:lnTo>
                <a:lnTo>
                  <a:pt x="249844" y="813296"/>
                </a:lnTo>
                <a:lnTo>
                  <a:pt x="277605" y="818598"/>
                </a:lnTo>
                <a:lnTo>
                  <a:pt x="305364" y="824832"/>
                </a:lnTo>
                <a:lnTo>
                  <a:pt x="333125" y="832158"/>
                </a:lnTo>
                <a:lnTo>
                  <a:pt x="360885" y="840770"/>
                </a:lnTo>
                <a:lnTo>
                  <a:pt x="388646" y="850892"/>
                </a:lnTo>
                <a:lnTo>
                  <a:pt x="416406" y="862790"/>
                </a:lnTo>
                <a:lnTo>
                  <a:pt x="444167" y="876775"/>
                </a:lnTo>
                <a:lnTo>
                  <a:pt x="471928" y="893213"/>
                </a:lnTo>
                <a:lnTo>
                  <a:pt x="499688" y="912534"/>
                </a:lnTo>
                <a:lnTo>
                  <a:pt x="527449" y="893783"/>
                </a:lnTo>
                <a:lnTo>
                  <a:pt x="555209" y="824594"/>
                </a:lnTo>
                <a:lnTo>
                  <a:pt x="582969" y="756492"/>
                </a:lnTo>
                <a:lnTo>
                  <a:pt x="610729" y="687696"/>
                </a:lnTo>
                <a:lnTo>
                  <a:pt x="638490" y="616401"/>
                </a:lnTo>
                <a:lnTo>
                  <a:pt x="666250" y="540745"/>
                </a:lnTo>
                <a:lnTo>
                  <a:pt x="694011" y="481785"/>
                </a:lnTo>
                <a:lnTo>
                  <a:pt x="721772" y="484204"/>
                </a:lnTo>
                <a:lnTo>
                  <a:pt x="749532" y="478799"/>
                </a:lnTo>
                <a:lnTo>
                  <a:pt x="777293" y="465431"/>
                </a:lnTo>
                <a:lnTo>
                  <a:pt x="805054" y="443748"/>
                </a:lnTo>
                <a:lnTo>
                  <a:pt x="832813" y="413183"/>
                </a:lnTo>
                <a:lnTo>
                  <a:pt x="860568" y="374810"/>
                </a:lnTo>
                <a:lnTo>
                  <a:pt x="888330" y="353987"/>
                </a:lnTo>
                <a:lnTo>
                  <a:pt x="916092" y="321930"/>
                </a:lnTo>
                <a:lnTo>
                  <a:pt x="943854" y="277805"/>
                </a:lnTo>
                <a:lnTo>
                  <a:pt x="971616" y="220453"/>
                </a:lnTo>
                <a:lnTo>
                  <a:pt x="999378" y="148372"/>
                </a:lnTo>
                <a:lnTo>
                  <a:pt x="1027140" y="59678"/>
                </a:lnTo>
                <a:lnTo>
                  <a:pt x="1054902" y="79980"/>
                </a:lnTo>
                <a:lnTo>
                  <a:pt x="1082664" y="100091"/>
                </a:lnTo>
                <a:lnTo>
                  <a:pt x="1110412" y="102325"/>
                </a:lnTo>
                <a:lnTo>
                  <a:pt x="1138174" y="86739"/>
                </a:lnTo>
                <a:lnTo>
                  <a:pt x="1165936" y="52926"/>
                </a:lnTo>
                <a:lnTo>
                  <a:pt x="1193698" y="0"/>
                </a:lnTo>
                <a:lnTo>
                  <a:pt x="1221460" y="29219"/>
                </a:lnTo>
                <a:lnTo>
                  <a:pt x="1249222" y="85282"/>
                </a:lnTo>
                <a:lnTo>
                  <a:pt x="1276984" y="123081"/>
                </a:lnTo>
                <a:lnTo>
                  <a:pt x="1304746" y="143603"/>
                </a:lnTo>
                <a:lnTo>
                  <a:pt x="1332508" y="147387"/>
                </a:lnTo>
                <a:lnTo>
                  <a:pt x="1360256" y="134531"/>
                </a:lnTo>
                <a:lnTo>
                  <a:pt x="1388018" y="141746"/>
                </a:lnTo>
                <a:lnTo>
                  <a:pt x="1415780" y="169222"/>
                </a:lnTo>
                <a:lnTo>
                  <a:pt x="1443542" y="180630"/>
                </a:lnTo>
                <a:lnTo>
                  <a:pt x="1471304" y="176269"/>
                </a:lnTo>
                <a:lnTo>
                  <a:pt x="1499066" y="156023"/>
                </a:lnTo>
                <a:lnTo>
                  <a:pt x="1526828" y="119364"/>
                </a:lnTo>
                <a:lnTo>
                  <a:pt x="1554590" y="105364"/>
                </a:lnTo>
                <a:lnTo>
                  <a:pt x="1582352" y="161847"/>
                </a:lnTo>
                <a:lnTo>
                  <a:pt x="1610100" y="202067"/>
                </a:lnTo>
                <a:lnTo>
                  <a:pt x="1637862" y="227079"/>
                </a:lnTo>
                <a:lnTo>
                  <a:pt x="1665624" y="237538"/>
                </a:lnTo>
                <a:lnTo>
                  <a:pt x="1693386" y="233716"/>
                </a:lnTo>
                <a:lnTo>
                  <a:pt x="1721148" y="227935"/>
                </a:lnTo>
                <a:lnTo>
                  <a:pt x="1748910" y="294857"/>
                </a:lnTo>
                <a:lnTo>
                  <a:pt x="1776672" y="348998"/>
                </a:lnTo>
                <a:lnTo>
                  <a:pt x="1804434" y="391778"/>
                </a:lnTo>
                <a:lnTo>
                  <a:pt x="1832196" y="424316"/>
                </a:lnTo>
                <a:lnTo>
                  <a:pt x="1859944" y="447462"/>
                </a:lnTo>
                <a:lnTo>
                  <a:pt x="1887706" y="461822"/>
                </a:lnTo>
                <a:lnTo>
                  <a:pt x="1915468" y="482540"/>
                </a:lnTo>
                <a:lnTo>
                  <a:pt x="1943230" y="496373"/>
                </a:lnTo>
                <a:lnTo>
                  <a:pt x="1970992" y="502701"/>
                </a:lnTo>
                <a:lnTo>
                  <a:pt x="1998754" y="501690"/>
                </a:lnTo>
                <a:lnTo>
                  <a:pt x="2026516" y="493313"/>
                </a:lnTo>
                <a:lnTo>
                  <a:pt x="2054279" y="477351"/>
                </a:lnTo>
                <a:lnTo>
                  <a:pt x="2082041" y="510461"/>
                </a:lnTo>
                <a:lnTo>
                  <a:pt x="2109788" y="555420"/>
                </a:lnTo>
                <a:lnTo>
                  <a:pt x="2137550" y="594420"/>
                </a:lnTo>
                <a:lnTo>
                  <a:pt x="2165312" y="628481"/>
                </a:lnTo>
                <a:lnTo>
                  <a:pt x="2193074" y="658495"/>
                </a:lnTo>
                <a:lnTo>
                  <a:pt x="2220836" y="685248"/>
                </a:lnTo>
                <a:lnTo>
                  <a:pt x="2248598" y="703666"/>
                </a:lnTo>
                <a:lnTo>
                  <a:pt x="2276361" y="715515"/>
                </a:lnTo>
                <a:lnTo>
                  <a:pt x="2304123" y="725596"/>
                </a:lnTo>
                <a:lnTo>
                  <a:pt x="2331885" y="734171"/>
                </a:lnTo>
                <a:lnTo>
                  <a:pt x="2359632" y="741468"/>
                </a:lnTo>
                <a:lnTo>
                  <a:pt x="2387394" y="747675"/>
                </a:lnTo>
                <a:lnTo>
                  <a:pt x="2415157" y="752957"/>
                </a:lnTo>
                <a:lnTo>
                  <a:pt x="2442919" y="757450"/>
                </a:lnTo>
                <a:lnTo>
                  <a:pt x="2470681" y="761273"/>
                </a:lnTo>
                <a:lnTo>
                  <a:pt x="2498443" y="764524"/>
                </a:lnTo>
                <a:lnTo>
                  <a:pt x="2526205" y="767291"/>
                </a:lnTo>
                <a:lnTo>
                  <a:pt x="2553967" y="769645"/>
                </a:lnTo>
                <a:lnTo>
                  <a:pt x="2581729" y="771647"/>
                </a:lnTo>
                <a:lnTo>
                  <a:pt x="2609476" y="773351"/>
                </a:lnTo>
                <a:lnTo>
                  <a:pt x="2637239" y="774800"/>
                </a:lnTo>
                <a:lnTo>
                  <a:pt x="2665001" y="776033"/>
                </a:lnTo>
                <a:lnTo>
                  <a:pt x="2692763" y="777082"/>
                </a:lnTo>
                <a:lnTo>
                  <a:pt x="2720525" y="777975"/>
                </a:lnTo>
                <a:lnTo>
                  <a:pt x="2748287" y="778735"/>
                </a:lnTo>
              </a:path>
            </a:pathLst>
          </a:custGeom>
          <a:noFill/>
          <a:ln w="17526" cap="rnd">
            <a:solidFill>
              <a:srgbClr val="FF00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74928064-2A63-12E4-091E-9ED2DDF23CF0}"/>
                  </a:ext>
                </a:extLst>
              </p:cNvPr>
              <p:cNvSpPr txBox="1"/>
              <p:nvPr/>
            </p:nvSpPr>
            <p:spPr bwMode="gray">
              <a:xfrm>
                <a:off x="1856593" y="4707246"/>
                <a:ext cx="394038" cy="19460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050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de-DE" sz="1050" i="1" dirty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 = 1</m:t>
                      </m:r>
                    </m:oMath>
                  </m:oMathPara>
                </a14:m>
                <a:endParaRPr lang="de-DE" sz="105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74928064-2A63-12E4-091E-9ED2DDF23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56593" y="4707246"/>
                <a:ext cx="394038" cy="194600"/>
              </a:xfrm>
              <a:prstGeom prst="rect">
                <a:avLst/>
              </a:prstGeom>
              <a:blipFill>
                <a:blip r:embed="rId6"/>
                <a:stretch>
                  <a:fillRect l="-15625" t="-6250" r="-6250" b="-1875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F32797E-7643-226A-6263-8B6F6B5443FC}"/>
                  </a:ext>
                </a:extLst>
              </p:cNvPr>
              <p:cNvSpPr txBox="1"/>
              <p:nvPr/>
            </p:nvSpPr>
            <p:spPr bwMode="gray">
              <a:xfrm>
                <a:off x="1907763" y="4891362"/>
                <a:ext cx="394038" cy="19460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05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de-DE" sz="105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0.5</m:t>
                      </m:r>
                    </m:oMath>
                  </m:oMathPara>
                </a14:m>
                <a:endParaRPr lang="de-DE" sz="105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F32797E-7643-226A-6263-8B6F6B544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907763" y="4891362"/>
                <a:ext cx="394038" cy="194600"/>
              </a:xfrm>
              <a:prstGeom prst="rect">
                <a:avLst/>
              </a:prstGeom>
              <a:blipFill>
                <a:blip r:embed="rId7"/>
                <a:stretch>
                  <a:fillRect l="-28125" t="-5882" r="-15625" b="-1764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5">
                <a:extLst>
                  <a:ext uri="{FF2B5EF4-FFF2-40B4-BE49-F238E27FC236}">
                    <a16:creationId xmlns:a16="http://schemas.microsoft.com/office/drawing/2014/main" id="{6EEF40CB-01C2-8AD8-67B9-5334D40CBA75}"/>
                  </a:ext>
                </a:extLst>
              </p:cNvPr>
              <p:cNvSpPr txBox="1"/>
              <p:nvPr/>
            </p:nvSpPr>
            <p:spPr bwMode="gray">
              <a:xfrm>
                <a:off x="5631856" y="4656417"/>
                <a:ext cx="394038" cy="19460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050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de-DE" sz="1050" i="1" dirty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 = 2</m:t>
                      </m:r>
                    </m:oMath>
                  </m:oMathPara>
                </a14:m>
                <a:endParaRPr lang="de-DE" sz="105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7" name="TextBox 5">
                <a:extLst>
                  <a:ext uri="{FF2B5EF4-FFF2-40B4-BE49-F238E27FC236}">
                    <a16:creationId xmlns:a16="http://schemas.microsoft.com/office/drawing/2014/main" id="{6EEF40CB-01C2-8AD8-67B9-5334D40CBA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31856" y="4656417"/>
                <a:ext cx="394038" cy="194600"/>
              </a:xfrm>
              <a:prstGeom prst="rect">
                <a:avLst/>
              </a:prstGeom>
              <a:blipFill>
                <a:blip r:embed="rId8"/>
                <a:stretch>
                  <a:fillRect l="-12500" t="-11765" r="-6250" b="-117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5">
                <a:extLst>
                  <a:ext uri="{FF2B5EF4-FFF2-40B4-BE49-F238E27FC236}">
                    <a16:creationId xmlns:a16="http://schemas.microsoft.com/office/drawing/2014/main" id="{FAED542B-F57A-27F0-A116-2F48A45DD66C}"/>
                  </a:ext>
                </a:extLst>
              </p:cNvPr>
              <p:cNvSpPr txBox="1"/>
              <p:nvPr/>
            </p:nvSpPr>
            <p:spPr bwMode="gray">
              <a:xfrm>
                <a:off x="5683026" y="4840533"/>
                <a:ext cx="394038" cy="19460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05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de-DE" sz="105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0.1</m:t>
                      </m:r>
                    </m:oMath>
                  </m:oMathPara>
                </a14:m>
                <a:endParaRPr lang="de-DE" sz="105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5">
                <a:extLst>
                  <a:ext uri="{FF2B5EF4-FFF2-40B4-BE49-F238E27FC236}">
                    <a16:creationId xmlns:a16="http://schemas.microsoft.com/office/drawing/2014/main" id="{FAED542B-F57A-27F0-A116-2F48A45DD6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83026" y="4840533"/>
                <a:ext cx="394038" cy="194600"/>
              </a:xfrm>
              <a:prstGeom prst="rect">
                <a:avLst/>
              </a:prstGeom>
              <a:blipFill>
                <a:blip r:embed="rId9"/>
                <a:stretch>
                  <a:fillRect l="-25000" t="-12500" r="-18750" b="-1875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850552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3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3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000"/>
                                        <p:tgtEl>
                                          <p:spTgt spid="3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2000"/>
                                        <p:tgtEl>
                                          <p:spTgt spid="3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0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2000"/>
                                        <p:tgtEl>
                                          <p:spTgt spid="3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2000"/>
                                        <p:tgtEl>
                                          <p:spTgt spid="3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3" grpId="0"/>
      <p:bldP spid="2" grpId="0" animBg="1"/>
      <p:bldP spid="4" grpId="0" animBg="1"/>
      <p:bldP spid="95" grpId="0" animBg="1"/>
      <p:bldP spid="96" grpId="0" animBg="1"/>
      <p:bldP spid="97" grpId="0" animBg="1"/>
      <p:bldP spid="98" grpId="0" animBg="1"/>
      <p:bldP spid="373" grpId="0" animBg="1"/>
      <p:bldP spid="374" grpId="0" animBg="1"/>
      <p:bldP spid="375" grpId="0" animBg="1"/>
      <p:bldP spid="376" grpId="0" animBg="1"/>
      <p:bldP spid="5" grpId="0"/>
      <p:bldP spid="6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342900" indent="-342900"/>
            <a:r>
              <a:rPr lang="en-US" altLang="en-DE" dirty="0"/>
              <a:t>Basic Concepts</a:t>
            </a:r>
          </a:p>
          <a:p>
            <a:pPr marL="342900" indent="-342900"/>
            <a:r>
              <a:rPr lang="en-US" altLang="en-DE" dirty="0"/>
              <a:t>Gaussian Processes for Regression</a:t>
            </a:r>
          </a:p>
          <a:p>
            <a:pPr marL="342900" indent="-342900"/>
            <a:r>
              <a:rPr lang="en-US" altLang="en-DE" b="1" dirty="0"/>
              <a:t>Weight-Space View of Gaussian Processes Regression</a:t>
            </a:r>
          </a:p>
          <a:p>
            <a:pPr marL="342900" indent="-342900"/>
            <a:r>
              <a:rPr lang="en-US" altLang="en-DE" dirty="0"/>
              <a:t>Gaussian Processes for Classification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4004796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6C493-092A-CB8B-B346-24D3AB380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12F09-D096-BCE1-58C6-7B1EB4684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Bayesian Linear Regression as Gaussian Process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51D18767-C3F9-D271-ED69-7F46949B1CB0}"/>
                  </a:ext>
                </a:extLst>
              </p:cNvPr>
              <p:cNvSpPr/>
              <p:nvPr/>
            </p:nvSpPr>
            <p:spPr bwMode="gray">
              <a:xfrm>
                <a:off x="1521017" y="3760782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𝑾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51D18767-C3F9-D271-ED69-7F46949B1C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521017" y="3760782"/>
                <a:ext cx="216000" cy="216000"/>
              </a:xfrm>
              <a:prstGeom prst="ellipse">
                <a:avLst/>
              </a:prstGeom>
              <a:blipFill>
                <a:blip r:embed="rId2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ectangle 26">
            <a:extLst>
              <a:ext uri="{FF2B5EF4-FFF2-40B4-BE49-F238E27FC236}">
                <a16:creationId xmlns:a16="http://schemas.microsoft.com/office/drawing/2014/main" id="{4572FB2C-2EC9-C58E-3F22-3D97A864410A}"/>
              </a:ext>
            </a:extLst>
          </p:cNvPr>
          <p:cNvSpPr/>
          <p:nvPr/>
        </p:nvSpPr>
        <p:spPr bwMode="gray">
          <a:xfrm>
            <a:off x="1566017" y="3488555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E926A36-6C4A-9399-4B3A-67FB8F9BD418}"/>
              </a:ext>
            </a:extLst>
          </p:cNvPr>
          <p:cNvCxnSpPr>
            <a:cxnSpLocks/>
            <a:stCxn id="27" idx="2"/>
            <a:endCxn id="22" idx="0"/>
          </p:cNvCxnSpPr>
          <p:nvPr/>
        </p:nvCxnSpPr>
        <p:spPr bwMode="gray">
          <a:xfrm>
            <a:off x="1629017" y="3614554"/>
            <a:ext cx="0" cy="146228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D63827B-570F-FF34-5D12-C9EEC73A152F}"/>
                  </a:ext>
                </a:extLst>
              </p:cNvPr>
              <p:cNvSpPr txBox="1"/>
              <p:nvPr/>
            </p:nvSpPr>
            <p:spPr bwMode="gray">
              <a:xfrm>
                <a:off x="857911" y="3425518"/>
                <a:ext cx="812485" cy="2168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𝝁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𝜮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D63827B-570F-FF34-5D12-C9EEC73A15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57911" y="3425518"/>
                <a:ext cx="812485" cy="2168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D0C7A9E-CC55-45BC-59D6-DF57DABE0593}"/>
              </a:ext>
            </a:extLst>
          </p:cNvPr>
          <p:cNvCxnSpPr>
            <a:cxnSpLocks/>
            <a:stCxn id="22" idx="4"/>
            <a:endCxn id="44" idx="0"/>
          </p:cNvCxnSpPr>
          <p:nvPr/>
        </p:nvCxnSpPr>
        <p:spPr bwMode="gray">
          <a:xfrm>
            <a:off x="1629017" y="3976782"/>
            <a:ext cx="4501" cy="18883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0E51DC6A-689E-2691-8F10-5701A6E37332}"/>
                  </a:ext>
                </a:extLst>
              </p:cNvPr>
              <p:cNvSpPr/>
              <p:nvPr/>
            </p:nvSpPr>
            <p:spPr bwMode="gray">
              <a:xfrm>
                <a:off x="1525517" y="4456281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0E51DC6A-689E-2691-8F10-5701A6E373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525517" y="4456281"/>
                <a:ext cx="216000" cy="216000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ectangle 43">
            <a:extLst>
              <a:ext uri="{FF2B5EF4-FFF2-40B4-BE49-F238E27FC236}">
                <a16:creationId xmlns:a16="http://schemas.microsoft.com/office/drawing/2014/main" id="{D741BE24-7F43-7D72-DAF9-A3F7FC0A5386}"/>
              </a:ext>
            </a:extLst>
          </p:cNvPr>
          <p:cNvSpPr/>
          <p:nvPr/>
        </p:nvSpPr>
        <p:spPr bwMode="gray">
          <a:xfrm>
            <a:off x="1570518" y="4165615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898781E-61DB-B7B9-5A98-E66182F7C96E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 bwMode="gray">
          <a:xfrm flipH="1">
            <a:off x="1633517" y="4291614"/>
            <a:ext cx="1" cy="164667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BE4318B-2441-491B-C19C-FDCA2C616C88}"/>
              </a:ext>
            </a:extLst>
          </p:cNvPr>
          <p:cNvCxnSpPr>
            <a:cxnSpLocks/>
            <a:stCxn id="54" idx="0"/>
            <a:endCxn id="43" idx="4"/>
          </p:cNvCxnSpPr>
          <p:nvPr/>
        </p:nvCxnSpPr>
        <p:spPr bwMode="gray">
          <a:xfrm flipV="1">
            <a:off x="1632215" y="4672281"/>
            <a:ext cx="1302" cy="19025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20A3B5D-C21E-9AB9-99C0-B6792852DD33}"/>
                  </a:ext>
                </a:extLst>
              </p:cNvPr>
              <p:cNvSpPr txBox="1"/>
              <p:nvPr/>
            </p:nvSpPr>
            <p:spPr bwMode="gray">
              <a:xfrm>
                <a:off x="567634" y="4125589"/>
                <a:ext cx="1097681" cy="276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8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𝝓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20A3B5D-C21E-9AB9-99C0-B6792852DD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7634" y="4125589"/>
                <a:ext cx="1097681" cy="27655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Rectangle 53">
            <a:extLst>
              <a:ext uri="{FF2B5EF4-FFF2-40B4-BE49-F238E27FC236}">
                <a16:creationId xmlns:a16="http://schemas.microsoft.com/office/drawing/2014/main" id="{7D81AB59-C791-B7B7-3AF7-6CD263182CE6}"/>
              </a:ext>
            </a:extLst>
          </p:cNvPr>
          <p:cNvSpPr/>
          <p:nvPr/>
        </p:nvSpPr>
        <p:spPr bwMode="gray">
          <a:xfrm>
            <a:off x="1569215" y="4862536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3CF79B75-FB94-CED9-8BAE-7A909AB6FE78}"/>
                  </a:ext>
                </a:extLst>
              </p:cNvPr>
              <p:cNvSpPr txBox="1"/>
              <p:nvPr/>
            </p:nvSpPr>
            <p:spPr bwMode="gray">
              <a:xfrm>
                <a:off x="833657" y="4816901"/>
                <a:ext cx="812485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3CF79B75-FB94-CED9-8BAE-7A909AB6FE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33657" y="4816901"/>
                <a:ext cx="812485" cy="21544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2854B802-8270-2F10-7BDF-42CD8373FFA2}"/>
                  </a:ext>
                </a:extLst>
              </p:cNvPr>
              <p:cNvSpPr/>
              <p:nvPr/>
            </p:nvSpPr>
            <p:spPr bwMode="gray">
              <a:xfrm>
                <a:off x="1597501" y="1493497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𝑾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2854B802-8270-2F10-7BDF-42CD8373FFA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597501" y="1493497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39AC2663-BA71-0860-16BA-208C1375A12D}"/>
                  </a:ext>
                </a:extLst>
              </p:cNvPr>
              <p:cNvSpPr/>
              <p:nvPr/>
            </p:nvSpPr>
            <p:spPr bwMode="gray">
              <a:xfrm>
                <a:off x="1597501" y="2102745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39AC2663-BA71-0860-16BA-208C1375A1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597501" y="2102745"/>
                <a:ext cx="216000" cy="216000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06918B89-60EE-58E0-519E-85A4467B3AFD}"/>
                  </a:ext>
                </a:extLst>
              </p:cNvPr>
              <p:cNvSpPr/>
              <p:nvPr/>
            </p:nvSpPr>
            <p:spPr bwMode="gray">
              <a:xfrm>
                <a:off x="1165477" y="2102745"/>
                <a:ext cx="216000" cy="216000"/>
              </a:xfrm>
              <a:prstGeom prst="ellipse">
                <a:avLst/>
              </a:prstGeom>
              <a:solidFill>
                <a:schemeClr val="accent6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06918B89-60EE-58E0-519E-85A4467B3A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165477" y="2102745"/>
                <a:ext cx="216000" cy="216000"/>
              </a:xfrm>
              <a:prstGeom prst="ellipse">
                <a:avLst/>
              </a:prstGeom>
              <a:blipFill>
                <a:blip r:embed="rId9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0504AF2D-5CB3-FE93-D986-F42D3731BDCC}"/>
                  </a:ext>
                </a:extLst>
              </p:cNvPr>
              <p:cNvSpPr/>
              <p:nvPr/>
            </p:nvSpPr>
            <p:spPr bwMode="gray">
              <a:xfrm>
                <a:off x="1597525" y="2607743"/>
                <a:ext cx="216000" cy="216000"/>
              </a:xfrm>
              <a:prstGeom prst="ellipse">
                <a:avLst/>
              </a:prstGeom>
              <a:solidFill>
                <a:schemeClr val="accent6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0504AF2D-5CB3-FE93-D986-F42D3731BD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597525" y="2607743"/>
                <a:ext cx="216000" cy="216000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6AB05E8B-8D5E-805B-89D3-6D8E17E19EA6}"/>
              </a:ext>
            </a:extLst>
          </p:cNvPr>
          <p:cNvCxnSpPr>
            <a:cxnSpLocks/>
            <a:stCxn id="60" idx="4"/>
            <a:endCxn id="61" idx="0"/>
          </p:cNvCxnSpPr>
          <p:nvPr/>
        </p:nvCxnSpPr>
        <p:spPr bwMode="gray">
          <a:xfrm>
            <a:off x="1705501" y="1709497"/>
            <a:ext cx="0" cy="3932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A08EB61-C496-592A-44C9-F00910E84B1C}"/>
              </a:ext>
            </a:extLst>
          </p:cNvPr>
          <p:cNvCxnSpPr>
            <a:cxnSpLocks/>
            <a:stCxn id="62" idx="6"/>
            <a:endCxn id="61" idx="2"/>
          </p:cNvCxnSpPr>
          <p:nvPr/>
        </p:nvCxnSpPr>
        <p:spPr bwMode="gray">
          <a:xfrm>
            <a:off x="1381477" y="2210745"/>
            <a:ext cx="2160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BB517D3D-C4E0-CAC4-E022-A1EA2BDE8CE4}"/>
              </a:ext>
            </a:extLst>
          </p:cNvPr>
          <p:cNvCxnSpPr>
            <a:cxnSpLocks/>
            <a:stCxn id="61" idx="4"/>
            <a:endCxn id="63" idx="0"/>
          </p:cNvCxnSpPr>
          <p:nvPr/>
        </p:nvCxnSpPr>
        <p:spPr bwMode="gray">
          <a:xfrm>
            <a:off x="1705501" y="2318745"/>
            <a:ext cx="24" cy="2889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Rounded Rectangle 79">
                <a:extLst>
                  <a:ext uri="{FF2B5EF4-FFF2-40B4-BE49-F238E27FC236}">
                    <a16:creationId xmlns:a16="http://schemas.microsoft.com/office/drawing/2014/main" id="{EED4B094-9FE8-7491-1F5A-3CD6D7BED779}"/>
                  </a:ext>
                </a:extLst>
              </p:cNvPr>
              <p:cNvSpPr/>
              <p:nvPr/>
            </p:nvSpPr>
            <p:spPr bwMode="gray">
              <a:xfrm>
                <a:off x="1066294" y="1930141"/>
                <a:ext cx="828105" cy="1159978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0" name="Rounded Rectangle 79">
                <a:extLst>
                  <a:ext uri="{FF2B5EF4-FFF2-40B4-BE49-F238E27FC236}">
                    <a16:creationId xmlns:a16="http://schemas.microsoft.com/office/drawing/2014/main" id="{EED4B094-9FE8-7491-1F5A-3CD6D7BED7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66294" y="1930141"/>
                <a:ext cx="828105" cy="1159978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7" name="TextBox 86">
            <a:extLst>
              <a:ext uri="{FF2B5EF4-FFF2-40B4-BE49-F238E27FC236}">
                <a16:creationId xmlns:a16="http://schemas.microsoft.com/office/drawing/2014/main" id="{50C296FD-BA2A-FFFD-7014-7D79A8B07BF9}"/>
              </a:ext>
            </a:extLst>
          </p:cNvPr>
          <p:cNvSpPr txBox="1"/>
          <p:nvPr/>
        </p:nvSpPr>
        <p:spPr bwMode="gray">
          <a:xfrm>
            <a:off x="1062888" y="3114416"/>
            <a:ext cx="822645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Training set</a:t>
            </a:r>
            <a:endParaRPr lang="en-DE" sz="1000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53A8C619-84EB-1FAB-0472-2F5AE801C4BC}"/>
                  </a:ext>
                </a:extLst>
              </p:cNvPr>
              <p:cNvSpPr/>
              <p:nvPr/>
            </p:nvSpPr>
            <p:spPr bwMode="gray">
              <a:xfrm>
                <a:off x="3731433" y="1493497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53A8C619-84EB-1FAB-0472-2F5AE801C4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731433" y="1493497"/>
                <a:ext cx="216000" cy="216000"/>
              </a:xfrm>
              <a:prstGeom prst="ellipse">
                <a:avLst/>
              </a:prstGeom>
              <a:blipFill>
                <a:blip r:embed="rId1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33630348-B18D-E455-8C73-3E9620E402F0}"/>
                  </a:ext>
                </a:extLst>
              </p:cNvPr>
              <p:cNvSpPr/>
              <p:nvPr/>
            </p:nvSpPr>
            <p:spPr bwMode="gray">
              <a:xfrm>
                <a:off x="3731433" y="2102745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33630348-B18D-E455-8C73-3E9620E402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731433" y="2102745"/>
                <a:ext cx="216000" cy="216000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45C56038-79E2-D912-A09A-45947A4ACC19}"/>
                  </a:ext>
                </a:extLst>
              </p:cNvPr>
              <p:cNvSpPr/>
              <p:nvPr/>
            </p:nvSpPr>
            <p:spPr bwMode="gray">
              <a:xfrm>
                <a:off x="3731457" y="2607743"/>
                <a:ext cx="216000" cy="216000"/>
              </a:xfrm>
              <a:prstGeom prst="ellipse">
                <a:avLst/>
              </a:prstGeom>
              <a:solidFill>
                <a:schemeClr val="accent6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45C56038-79E2-D912-A09A-45947A4ACC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731457" y="2607743"/>
                <a:ext cx="216000" cy="216000"/>
              </a:xfrm>
              <a:prstGeom prst="ellipse">
                <a:avLst/>
              </a:prstGeom>
              <a:blipFill>
                <a:blip r:embed="rId1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AFD744AC-B6B9-FA99-3C0D-BEE802F70433}"/>
              </a:ext>
            </a:extLst>
          </p:cNvPr>
          <p:cNvCxnSpPr>
            <a:cxnSpLocks/>
            <a:stCxn id="89" idx="4"/>
            <a:endCxn id="90" idx="0"/>
          </p:cNvCxnSpPr>
          <p:nvPr/>
        </p:nvCxnSpPr>
        <p:spPr bwMode="gray">
          <a:xfrm>
            <a:off x="3839433" y="1709497"/>
            <a:ext cx="0" cy="3932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2A675441-0A5E-7C5A-74F0-8F2E74F7A34F}"/>
              </a:ext>
            </a:extLst>
          </p:cNvPr>
          <p:cNvCxnSpPr>
            <a:cxnSpLocks/>
            <a:stCxn id="139" idx="6"/>
            <a:endCxn id="89" idx="2"/>
          </p:cNvCxnSpPr>
          <p:nvPr/>
        </p:nvCxnSpPr>
        <p:spPr bwMode="gray">
          <a:xfrm>
            <a:off x="3419335" y="1601497"/>
            <a:ext cx="31209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CE83355C-3BC2-7ABD-EB95-015C9E47CC05}"/>
              </a:ext>
            </a:extLst>
          </p:cNvPr>
          <p:cNvCxnSpPr>
            <a:cxnSpLocks/>
            <a:stCxn id="90" idx="4"/>
            <a:endCxn id="92" idx="0"/>
          </p:cNvCxnSpPr>
          <p:nvPr/>
        </p:nvCxnSpPr>
        <p:spPr bwMode="gray">
          <a:xfrm>
            <a:off x="3839433" y="2318745"/>
            <a:ext cx="24" cy="2889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073D9B8A-64D9-9E35-2368-02867990D666}"/>
                  </a:ext>
                </a:extLst>
              </p:cNvPr>
              <p:cNvSpPr/>
              <p:nvPr/>
            </p:nvSpPr>
            <p:spPr bwMode="gray">
              <a:xfrm>
                <a:off x="3515410" y="1930141"/>
                <a:ext cx="647998" cy="1159978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073D9B8A-64D9-9E35-2368-02867990D6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515410" y="1930141"/>
                <a:ext cx="647998" cy="1159978"/>
              </a:xfrm>
              <a:prstGeom prst="roundRect">
                <a:avLst/>
              </a:prstGeom>
              <a:blipFill>
                <a:blip r:embed="rId15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3" name="TextBox 102">
            <a:extLst>
              <a:ext uri="{FF2B5EF4-FFF2-40B4-BE49-F238E27FC236}">
                <a16:creationId xmlns:a16="http://schemas.microsoft.com/office/drawing/2014/main" id="{FBD6FC60-B612-895D-9AB2-5E1F68046E09}"/>
              </a:ext>
            </a:extLst>
          </p:cNvPr>
          <p:cNvSpPr txBox="1"/>
          <p:nvPr/>
        </p:nvSpPr>
        <p:spPr bwMode="gray">
          <a:xfrm>
            <a:off x="3196820" y="3114416"/>
            <a:ext cx="822645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Training set</a:t>
            </a:r>
            <a:endParaRPr lang="en-DE" sz="1000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Oval 120">
                <a:extLst>
                  <a:ext uri="{FF2B5EF4-FFF2-40B4-BE49-F238E27FC236}">
                    <a16:creationId xmlns:a16="http://schemas.microsoft.com/office/drawing/2014/main" id="{5EB084E0-DE41-31C5-89E4-93FCF93018C2}"/>
                  </a:ext>
                </a:extLst>
              </p:cNvPr>
              <p:cNvSpPr/>
              <p:nvPr/>
            </p:nvSpPr>
            <p:spPr bwMode="gray">
              <a:xfrm>
                <a:off x="3701947" y="3738413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1" name="Oval 120">
                <a:extLst>
                  <a:ext uri="{FF2B5EF4-FFF2-40B4-BE49-F238E27FC236}">
                    <a16:creationId xmlns:a16="http://schemas.microsoft.com/office/drawing/2014/main" id="{5EB084E0-DE41-31C5-89E4-93FCF93018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701947" y="3738413"/>
                <a:ext cx="216000" cy="216000"/>
              </a:xfrm>
              <a:prstGeom prst="ellipse">
                <a:avLst/>
              </a:prstGeom>
              <a:blipFill>
                <a:blip r:embed="rId1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2" name="Rectangle 121">
            <a:extLst>
              <a:ext uri="{FF2B5EF4-FFF2-40B4-BE49-F238E27FC236}">
                <a16:creationId xmlns:a16="http://schemas.microsoft.com/office/drawing/2014/main" id="{92E004A1-0903-35CE-17F4-99FE9D2E87DD}"/>
              </a:ext>
            </a:extLst>
          </p:cNvPr>
          <p:cNvSpPr/>
          <p:nvPr/>
        </p:nvSpPr>
        <p:spPr bwMode="gray">
          <a:xfrm>
            <a:off x="3746947" y="3466186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3237DD6D-0372-B860-E9BE-398AAF0EFA08}"/>
              </a:ext>
            </a:extLst>
          </p:cNvPr>
          <p:cNvCxnSpPr>
            <a:cxnSpLocks/>
            <a:stCxn id="122" idx="2"/>
            <a:endCxn id="121" idx="0"/>
          </p:cNvCxnSpPr>
          <p:nvPr/>
        </p:nvCxnSpPr>
        <p:spPr bwMode="gray">
          <a:xfrm>
            <a:off x="3809947" y="3592185"/>
            <a:ext cx="0" cy="146228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E1086DE8-D5D7-91B1-C5CC-B7DA1D65AD34}"/>
                  </a:ext>
                </a:extLst>
              </p:cNvPr>
              <p:cNvSpPr txBox="1"/>
              <p:nvPr/>
            </p:nvSpPr>
            <p:spPr bwMode="gray">
              <a:xfrm>
                <a:off x="3038841" y="3425518"/>
                <a:ext cx="812485" cy="2168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𝑭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E1086DE8-D5D7-91B1-C5CC-B7DA1D65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038841" y="3425518"/>
                <a:ext cx="812485" cy="21685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D81F6E15-D3AC-61A8-2101-741156F2F9CE}"/>
              </a:ext>
            </a:extLst>
          </p:cNvPr>
          <p:cNvCxnSpPr>
            <a:cxnSpLocks/>
            <a:stCxn id="121" idx="4"/>
            <a:endCxn id="127" idx="0"/>
          </p:cNvCxnSpPr>
          <p:nvPr/>
        </p:nvCxnSpPr>
        <p:spPr bwMode="gray">
          <a:xfrm>
            <a:off x="3809947" y="3954413"/>
            <a:ext cx="4501" cy="211202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6A9FC7EF-D933-AB3F-4A05-500234DF9FE2}"/>
                  </a:ext>
                </a:extLst>
              </p:cNvPr>
              <p:cNvSpPr/>
              <p:nvPr/>
            </p:nvSpPr>
            <p:spPr bwMode="gray">
              <a:xfrm>
                <a:off x="3706447" y="4456281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6A9FC7EF-D933-AB3F-4A05-500234DF9FE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706447" y="4456281"/>
                <a:ext cx="216000" cy="216000"/>
              </a:xfrm>
              <a:prstGeom prst="ellipse">
                <a:avLst/>
              </a:prstGeom>
              <a:blipFill>
                <a:blip r:embed="rId18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7" name="Rectangle 126">
            <a:extLst>
              <a:ext uri="{FF2B5EF4-FFF2-40B4-BE49-F238E27FC236}">
                <a16:creationId xmlns:a16="http://schemas.microsoft.com/office/drawing/2014/main" id="{D29C1054-ABD1-7B48-70EB-48234637E3E5}"/>
              </a:ext>
            </a:extLst>
          </p:cNvPr>
          <p:cNvSpPr/>
          <p:nvPr/>
        </p:nvSpPr>
        <p:spPr bwMode="gray">
          <a:xfrm>
            <a:off x="3751448" y="4165615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E7AA900B-8C93-B607-963C-FAF65070805D}"/>
              </a:ext>
            </a:extLst>
          </p:cNvPr>
          <p:cNvCxnSpPr>
            <a:cxnSpLocks/>
            <a:stCxn id="127" idx="2"/>
            <a:endCxn id="126" idx="0"/>
          </p:cNvCxnSpPr>
          <p:nvPr/>
        </p:nvCxnSpPr>
        <p:spPr bwMode="gray">
          <a:xfrm flipH="1">
            <a:off x="3814447" y="4291614"/>
            <a:ext cx="1" cy="164667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C1F11A80-5133-0201-2CC5-954D9672DC4D}"/>
              </a:ext>
            </a:extLst>
          </p:cNvPr>
          <p:cNvCxnSpPr>
            <a:cxnSpLocks/>
            <a:stCxn id="131" idx="0"/>
            <a:endCxn id="126" idx="4"/>
          </p:cNvCxnSpPr>
          <p:nvPr/>
        </p:nvCxnSpPr>
        <p:spPr bwMode="gray">
          <a:xfrm flipV="1">
            <a:off x="3813145" y="4672281"/>
            <a:ext cx="1302" cy="19025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5FFA675C-9C9E-6139-7C1A-06DEFA879EE6}"/>
                  </a:ext>
                </a:extLst>
              </p:cNvPr>
              <p:cNvSpPr txBox="1"/>
              <p:nvPr/>
            </p:nvSpPr>
            <p:spPr bwMode="gray">
              <a:xfrm>
                <a:off x="3010069" y="4125589"/>
                <a:ext cx="817003" cy="231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8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𝑭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5FFA675C-9C9E-6139-7C1A-06DEFA879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010069" y="4125589"/>
                <a:ext cx="817003" cy="23128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1" name="Rectangle 130">
            <a:extLst>
              <a:ext uri="{FF2B5EF4-FFF2-40B4-BE49-F238E27FC236}">
                <a16:creationId xmlns:a16="http://schemas.microsoft.com/office/drawing/2014/main" id="{DA09DB96-28E3-81D4-48B5-2AEC98F75957}"/>
              </a:ext>
            </a:extLst>
          </p:cNvPr>
          <p:cNvSpPr/>
          <p:nvPr/>
        </p:nvSpPr>
        <p:spPr bwMode="gray">
          <a:xfrm>
            <a:off x="3750145" y="4862536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80BD18F8-E427-3F07-B62F-F8D865955E4D}"/>
                  </a:ext>
                </a:extLst>
              </p:cNvPr>
              <p:cNvSpPr txBox="1"/>
              <p:nvPr/>
            </p:nvSpPr>
            <p:spPr bwMode="gray">
              <a:xfrm>
                <a:off x="3014587" y="4816901"/>
                <a:ext cx="812485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80BD18F8-E427-3F07-B62F-F8D865955E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014587" y="4816901"/>
                <a:ext cx="812485" cy="21544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Rounded Rectangle 132">
                <a:extLst>
                  <a:ext uri="{FF2B5EF4-FFF2-40B4-BE49-F238E27FC236}">
                    <a16:creationId xmlns:a16="http://schemas.microsoft.com/office/drawing/2014/main" id="{6DA61201-68CF-EC49-0A6D-C5F54C7F7C1B}"/>
                  </a:ext>
                </a:extLst>
              </p:cNvPr>
              <p:cNvSpPr/>
              <p:nvPr/>
            </p:nvSpPr>
            <p:spPr bwMode="gray">
              <a:xfrm>
                <a:off x="652076" y="4087820"/>
                <a:ext cx="1593494" cy="995354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3" name="Rounded Rectangle 132">
                <a:extLst>
                  <a:ext uri="{FF2B5EF4-FFF2-40B4-BE49-F238E27FC236}">
                    <a16:creationId xmlns:a16="http://schemas.microsoft.com/office/drawing/2014/main" id="{6DA61201-68CF-EC49-0A6D-C5F54C7F7C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52076" y="4087820"/>
                <a:ext cx="1593494" cy="995354"/>
              </a:xfrm>
              <a:prstGeom prst="roundRect">
                <a:avLst/>
              </a:prstGeom>
              <a:blipFill>
                <a:blip r:embed="rId21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Rounded Rectangle 133">
                <a:extLst>
                  <a:ext uri="{FF2B5EF4-FFF2-40B4-BE49-F238E27FC236}">
                    <a16:creationId xmlns:a16="http://schemas.microsoft.com/office/drawing/2014/main" id="{FF51FD1B-FAF9-2A94-5D4B-656EBF73CEFB}"/>
                  </a:ext>
                </a:extLst>
              </p:cNvPr>
              <p:cNvSpPr/>
              <p:nvPr/>
            </p:nvSpPr>
            <p:spPr bwMode="gray">
              <a:xfrm>
                <a:off x="3038840" y="4087820"/>
                <a:ext cx="1385115" cy="995354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4" name="Rounded Rectangle 133">
                <a:extLst>
                  <a:ext uri="{FF2B5EF4-FFF2-40B4-BE49-F238E27FC236}">
                    <a16:creationId xmlns:a16="http://schemas.microsoft.com/office/drawing/2014/main" id="{FF51FD1B-FAF9-2A94-5D4B-656EBF73CE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038840" y="4087820"/>
                <a:ext cx="1385115" cy="995354"/>
              </a:xfrm>
              <a:prstGeom prst="roundRect">
                <a:avLst/>
              </a:prstGeom>
              <a:blipFill>
                <a:blip r:embed="rId22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7" name="TextBox 136">
            <a:extLst>
              <a:ext uri="{FF2B5EF4-FFF2-40B4-BE49-F238E27FC236}">
                <a16:creationId xmlns:a16="http://schemas.microsoft.com/office/drawing/2014/main" id="{652FB84C-2705-E032-5342-D540E74497C2}"/>
              </a:ext>
            </a:extLst>
          </p:cNvPr>
          <p:cNvSpPr txBox="1"/>
          <p:nvPr/>
        </p:nvSpPr>
        <p:spPr bwMode="gray">
          <a:xfrm>
            <a:off x="140023" y="1073986"/>
            <a:ext cx="2847801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400" b="1" dirty="0"/>
              <a:t>Bayesian Linear Regression</a:t>
            </a:r>
            <a:endParaRPr lang="en-US" sz="1400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03246150-FF92-8661-CA14-23CC52C2FA89}"/>
              </a:ext>
            </a:extLst>
          </p:cNvPr>
          <p:cNvSpPr txBox="1"/>
          <p:nvPr/>
        </p:nvSpPr>
        <p:spPr bwMode="gray">
          <a:xfrm>
            <a:off x="3270980" y="1073986"/>
            <a:ext cx="1289928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400" b="1" dirty="0"/>
              <a:t>GP Regression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Oval 138">
                <a:extLst>
                  <a:ext uri="{FF2B5EF4-FFF2-40B4-BE49-F238E27FC236}">
                    <a16:creationId xmlns:a16="http://schemas.microsoft.com/office/drawing/2014/main" id="{A0726CC2-FA8E-EB2D-A956-EDD77642A2DE}"/>
                  </a:ext>
                </a:extLst>
              </p:cNvPr>
              <p:cNvSpPr/>
              <p:nvPr/>
            </p:nvSpPr>
            <p:spPr bwMode="gray">
              <a:xfrm>
                <a:off x="3203335" y="1493497"/>
                <a:ext cx="216000" cy="216000"/>
              </a:xfrm>
              <a:prstGeom prst="ellipse">
                <a:avLst/>
              </a:prstGeom>
              <a:solidFill>
                <a:schemeClr val="accent6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9" name="Oval 138">
                <a:extLst>
                  <a:ext uri="{FF2B5EF4-FFF2-40B4-BE49-F238E27FC236}">
                    <a16:creationId xmlns:a16="http://schemas.microsoft.com/office/drawing/2014/main" id="{A0726CC2-FA8E-EB2D-A956-EDD77642A2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03335" y="1493497"/>
                <a:ext cx="216000" cy="216000"/>
              </a:xfrm>
              <a:prstGeom prst="ellipse">
                <a:avLst/>
              </a:prstGeom>
              <a:blipFill>
                <a:blip r:embed="rId2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Rounded Rectangle 151">
                <a:extLst>
                  <a:ext uri="{FF2B5EF4-FFF2-40B4-BE49-F238E27FC236}">
                    <a16:creationId xmlns:a16="http://schemas.microsoft.com/office/drawing/2014/main" id="{58B2474A-6B2A-513D-137F-5101808AB895}"/>
                  </a:ext>
                </a:extLst>
              </p:cNvPr>
              <p:cNvSpPr/>
              <p:nvPr/>
            </p:nvSpPr>
            <p:spPr bwMode="gray">
              <a:xfrm>
                <a:off x="2978810" y="1453699"/>
                <a:ext cx="516120" cy="422788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2" name="Rounded Rectangle 151">
                <a:extLst>
                  <a:ext uri="{FF2B5EF4-FFF2-40B4-BE49-F238E27FC236}">
                    <a16:creationId xmlns:a16="http://schemas.microsoft.com/office/drawing/2014/main" id="{58B2474A-6B2A-513D-137F-5101808AB8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978810" y="1453699"/>
                <a:ext cx="516120" cy="422788"/>
              </a:xfrm>
              <a:prstGeom prst="roundRect">
                <a:avLst/>
              </a:prstGeom>
              <a:blipFill>
                <a:blip r:embed="rId24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20D2A21D-0425-84FD-AADE-898FC249CF1E}"/>
                  </a:ext>
                </a:extLst>
              </p:cNvPr>
              <p:cNvSpPr/>
              <p:nvPr/>
            </p:nvSpPr>
            <p:spPr bwMode="gray">
              <a:xfrm>
                <a:off x="6609401" y="3488555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𝑾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20D2A21D-0425-84FD-AADE-898FC249CF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09401" y="3488555"/>
                <a:ext cx="216000" cy="216000"/>
              </a:xfrm>
              <a:prstGeom prst="ellipse">
                <a:avLst/>
              </a:prstGeom>
              <a:blipFill>
                <a:blip r:embed="rId25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C9B7D067-5754-6EF5-BA6E-D77182EB3F6E}"/>
              </a:ext>
            </a:extLst>
          </p:cNvPr>
          <p:cNvSpPr/>
          <p:nvPr/>
        </p:nvSpPr>
        <p:spPr bwMode="gray">
          <a:xfrm>
            <a:off x="7084629" y="3529285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CB30564-6EF9-A49D-32FF-99861F0AB495}"/>
              </a:ext>
            </a:extLst>
          </p:cNvPr>
          <p:cNvCxnSpPr>
            <a:cxnSpLocks/>
            <a:stCxn id="10" idx="1"/>
            <a:endCxn id="3" idx="6"/>
          </p:cNvCxnSpPr>
          <p:nvPr/>
        </p:nvCxnSpPr>
        <p:spPr bwMode="gray">
          <a:xfrm flipH="1">
            <a:off x="6825401" y="3592285"/>
            <a:ext cx="259228" cy="427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BF09375-9F05-102A-39C4-41A56800CE9E}"/>
                  </a:ext>
                </a:extLst>
              </p:cNvPr>
              <p:cNvSpPr txBox="1"/>
              <p:nvPr/>
            </p:nvSpPr>
            <p:spPr bwMode="gray">
              <a:xfrm>
                <a:off x="7097037" y="3432066"/>
                <a:ext cx="812485" cy="2168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𝝁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𝜮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BF09375-9F05-102A-39C4-41A56800CE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97037" y="3432066"/>
                <a:ext cx="812485" cy="216854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70E204F-12ED-93A4-A106-E7D3AC15F03D}"/>
              </a:ext>
            </a:extLst>
          </p:cNvPr>
          <p:cNvCxnSpPr>
            <a:cxnSpLocks/>
            <a:stCxn id="84" idx="4"/>
            <a:endCxn id="19" idx="0"/>
          </p:cNvCxnSpPr>
          <p:nvPr/>
        </p:nvCxnSpPr>
        <p:spPr bwMode="gray">
          <a:xfrm>
            <a:off x="6108676" y="3956179"/>
            <a:ext cx="1" cy="20943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39016357-7665-6FF4-0D40-2A469B1F06AF}"/>
                  </a:ext>
                </a:extLst>
              </p:cNvPr>
              <p:cNvSpPr/>
              <p:nvPr/>
            </p:nvSpPr>
            <p:spPr bwMode="gray">
              <a:xfrm>
                <a:off x="6000676" y="4456281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39016357-7665-6FF4-0D40-2A469B1F06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000676" y="4456281"/>
                <a:ext cx="216000" cy="216000"/>
              </a:xfrm>
              <a:prstGeom prst="ellipse">
                <a:avLst/>
              </a:prstGeom>
              <a:blipFill>
                <a:blip r:embed="rId2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le 18">
            <a:extLst>
              <a:ext uri="{FF2B5EF4-FFF2-40B4-BE49-F238E27FC236}">
                <a16:creationId xmlns:a16="http://schemas.microsoft.com/office/drawing/2014/main" id="{FF4490AD-254E-B02F-7973-5F86F2E5310F}"/>
              </a:ext>
            </a:extLst>
          </p:cNvPr>
          <p:cNvSpPr/>
          <p:nvPr/>
        </p:nvSpPr>
        <p:spPr bwMode="gray">
          <a:xfrm>
            <a:off x="6045677" y="4165615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97AB9-A219-F478-7AD3-DBCB60BE9032}"/>
              </a:ext>
            </a:extLst>
          </p:cNvPr>
          <p:cNvCxnSpPr>
            <a:cxnSpLocks/>
            <a:stCxn id="19" idx="2"/>
            <a:endCxn id="18" idx="0"/>
          </p:cNvCxnSpPr>
          <p:nvPr/>
        </p:nvCxnSpPr>
        <p:spPr bwMode="gray">
          <a:xfrm flipH="1">
            <a:off x="6108676" y="4291614"/>
            <a:ext cx="1" cy="164667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6A7C233-8C0E-C586-7DA5-134CABF2E3B8}"/>
              </a:ext>
            </a:extLst>
          </p:cNvPr>
          <p:cNvCxnSpPr>
            <a:cxnSpLocks/>
            <a:stCxn id="24" idx="0"/>
            <a:endCxn id="18" idx="4"/>
          </p:cNvCxnSpPr>
          <p:nvPr/>
        </p:nvCxnSpPr>
        <p:spPr bwMode="gray">
          <a:xfrm flipH="1" flipV="1">
            <a:off x="6108676" y="4672281"/>
            <a:ext cx="1" cy="19025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B80DA4D-3D20-04E9-9184-4EF4A5483BE1}"/>
                  </a:ext>
                </a:extLst>
              </p:cNvPr>
              <p:cNvSpPr txBox="1"/>
              <p:nvPr/>
            </p:nvSpPr>
            <p:spPr bwMode="gray">
              <a:xfrm>
                <a:off x="5039465" y="4125589"/>
                <a:ext cx="1097681" cy="231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8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𝑭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B80DA4D-3D20-04E9-9184-4EF4A5483B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039465" y="4125589"/>
                <a:ext cx="1097681" cy="23128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Rectangle 23">
            <a:extLst>
              <a:ext uri="{FF2B5EF4-FFF2-40B4-BE49-F238E27FC236}">
                <a16:creationId xmlns:a16="http://schemas.microsoft.com/office/drawing/2014/main" id="{3637A744-B031-6E58-25C4-6F9E04D882F0}"/>
              </a:ext>
            </a:extLst>
          </p:cNvPr>
          <p:cNvSpPr/>
          <p:nvPr/>
        </p:nvSpPr>
        <p:spPr bwMode="gray">
          <a:xfrm>
            <a:off x="6045677" y="4862536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25C782F-0C0F-2F32-F590-51E805D8BE42}"/>
                  </a:ext>
                </a:extLst>
              </p:cNvPr>
              <p:cNvSpPr txBox="1"/>
              <p:nvPr/>
            </p:nvSpPr>
            <p:spPr bwMode="gray">
              <a:xfrm>
                <a:off x="5305488" y="4816901"/>
                <a:ext cx="812485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25C782F-0C0F-2F32-F590-51E805D8BE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305488" y="4816901"/>
                <a:ext cx="812485" cy="215444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5FA22C83-AE58-F188-5241-C70C68704109}"/>
                  </a:ext>
                </a:extLst>
              </p:cNvPr>
              <p:cNvSpPr/>
              <p:nvPr/>
            </p:nvSpPr>
            <p:spPr bwMode="gray">
              <a:xfrm>
                <a:off x="6609401" y="1493497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𝑾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5FA22C83-AE58-F188-5241-C70C687041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09401" y="1493497"/>
                <a:ext cx="216000" cy="216000"/>
              </a:xfrm>
              <a:prstGeom prst="ellipse">
                <a:avLst/>
              </a:prstGeom>
              <a:blipFill>
                <a:blip r:embed="rId30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FFF4F0DC-C285-E17A-7A02-19463FD8D2C3}"/>
                  </a:ext>
                </a:extLst>
              </p:cNvPr>
              <p:cNvSpPr/>
              <p:nvPr/>
            </p:nvSpPr>
            <p:spPr bwMode="gray">
              <a:xfrm>
                <a:off x="6062601" y="1493497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FFF4F0DC-C285-E17A-7A02-19463FD8D2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062601" y="1493497"/>
                <a:ext cx="216000" cy="216000"/>
              </a:xfrm>
              <a:prstGeom prst="ellipse">
                <a:avLst/>
              </a:prstGeom>
              <a:blipFill>
                <a:blip r:embed="rId3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EA5B353A-3C56-81F5-E952-9A8F9075577E}"/>
                  </a:ext>
                </a:extLst>
              </p:cNvPr>
              <p:cNvSpPr/>
              <p:nvPr/>
            </p:nvSpPr>
            <p:spPr bwMode="gray">
              <a:xfrm>
                <a:off x="5610709" y="1493497"/>
                <a:ext cx="216000" cy="216000"/>
              </a:xfrm>
              <a:prstGeom prst="ellipse">
                <a:avLst/>
              </a:prstGeom>
              <a:solidFill>
                <a:schemeClr val="accent6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EA5B353A-3C56-81F5-E952-9A8F907557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10709" y="1493497"/>
                <a:ext cx="216000" cy="216000"/>
              </a:xfrm>
              <a:prstGeom prst="ellipse">
                <a:avLst/>
              </a:prstGeom>
              <a:blipFill>
                <a:blip r:embed="rId32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2309E5D-E0EC-2CAC-978C-CB1BC8A837AA}"/>
              </a:ext>
            </a:extLst>
          </p:cNvPr>
          <p:cNvCxnSpPr>
            <a:cxnSpLocks/>
            <a:stCxn id="26" idx="2"/>
            <a:endCxn id="30" idx="6"/>
          </p:cNvCxnSpPr>
          <p:nvPr/>
        </p:nvCxnSpPr>
        <p:spPr bwMode="gray">
          <a:xfrm flipH="1">
            <a:off x="6278601" y="1601497"/>
            <a:ext cx="3308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BB64F72-E541-9340-49C6-6BE83E5E60D8}"/>
              </a:ext>
            </a:extLst>
          </p:cNvPr>
          <p:cNvCxnSpPr>
            <a:cxnSpLocks/>
            <a:stCxn id="31" idx="6"/>
            <a:endCxn id="30" idx="2"/>
          </p:cNvCxnSpPr>
          <p:nvPr/>
        </p:nvCxnSpPr>
        <p:spPr bwMode="gray">
          <a:xfrm>
            <a:off x="5826709" y="1601497"/>
            <a:ext cx="23589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4B030252-50D3-7CC0-5B10-0D451F93F075}"/>
                  </a:ext>
                </a:extLst>
              </p:cNvPr>
              <p:cNvSpPr/>
              <p:nvPr/>
            </p:nvSpPr>
            <p:spPr bwMode="gray">
              <a:xfrm>
                <a:off x="5278889" y="1449058"/>
                <a:ext cx="651277" cy="432071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4B030252-50D3-7CC0-5B10-0D451F93F0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78889" y="1449058"/>
                <a:ext cx="651277" cy="432071"/>
              </a:xfrm>
              <a:prstGeom prst="roundRect">
                <a:avLst/>
              </a:prstGeom>
              <a:blipFill>
                <a:blip r:embed="rId33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Box 36">
            <a:extLst>
              <a:ext uri="{FF2B5EF4-FFF2-40B4-BE49-F238E27FC236}">
                <a16:creationId xmlns:a16="http://schemas.microsoft.com/office/drawing/2014/main" id="{634E0A5C-B713-BE47-9E26-B254F6684A58}"/>
              </a:ext>
            </a:extLst>
          </p:cNvPr>
          <p:cNvSpPr txBox="1"/>
          <p:nvPr/>
        </p:nvSpPr>
        <p:spPr bwMode="gray">
          <a:xfrm>
            <a:off x="5700682" y="3140747"/>
            <a:ext cx="822645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Training set</a:t>
            </a:r>
            <a:endParaRPr lang="en-DE" sz="1000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Rounded Rectangle 37">
                <a:extLst>
                  <a:ext uri="{FF2B5EF4-FFF2-40B4-BE49-F238E27FC236}">
                    <a16:creationId xmlns:a16="http://schemas.microsoft.com/office/drawing/2014/main" id="{BAE15884-82ED-21C1-529E-C9A2DB0DB7C1}"/>
                  </a:ext>
                </a:extLst>
              </p:cNvPr>
              <p:cNvSpPr/>
              <p:nvPr/>
            </p:nvSpPr>
            <p:spPr bwMode="gray">
              <a:xfrm>
                <a:off x="5123907" y="4087820"/>
                <a:ext cx="1593494" cy="995354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Rounded Rectangle 37">
                <a:extLst>
                  <a:ext uri="{FF2B5EF4-FFF2-40B4-BE49-F238E27FC236}">
                    <a16:creationId xmlns:a16="http://schemas.microsoft.com/office/drawing/2014/main" id="{BAE15884-82ED-21C1-529E-C9A2DB0DB7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23907" y="4087820"/>
                <a:ext cx="1593494" cy="995354"/>
              </a:xfrm>
              <a:prstGeom prst="roundRect">
                <a:avLst/>
              </a:prstGeom>
              <a:blipFill>
                <a:blip r:embed="rId34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TextBox 38">
            <a:extLst>
              <a:ext uri="{FF2B5EF4-FFF2-40B4-BE49-F238E27FC236}">
                <a16:creationId xmlns:a16="http://schemas.microsoft.com/office/drawing/2014/main" id="{401A20E0-8568-0077-09E2-42254C6DF194}"/>
              </a:ext>
            </a:extLst>
          </p:cNvPr>
          <p:cNvSpPr txBox="1"/>
          <p:nvPr/>
        </p:nvSpPr>
        <p:spPr bwMode="gray">
          <a:xfrm>
            <a:off x="4660240" y="1073986"/>
            <a:ext cx="3567776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400" b="1" dirty="0"/>
              <a:t>Bayesian Linear Regression (GP View)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C371849C-9BE1-E784-71E1-78657EBE71DB}"/>
                  </a:ext>
                </a:extLst>
              </p:cNvPr>
              <p:cNvSpPr/>
              <p:nvPr/>
            </p:nvSpPr>
            <p:spPr bwMode="gray">
              <a:xfrm>
                <a:off x="6062601" y="2102745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C371849C-9BE1-E784-71E1-78657EBE71D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062601" y="2102745"/>
                <a:ext cx="216000" cy="216000"/>
              </a:xfrm>
              <a:prstGeom prst="ellipse">
                <a:avLst/>
              </a:prstGeom>
              <a:blipFill>
                <a:blip r:embed="rId35"/>
                <a:stretch>
                  <a:fillRect l="-5556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23E75E98-C58A-2849-E387-336D50041D09}"/>
                  </a:ext>
                </a:extLst>
              </p:cNvPr>
              <p:cNvSpPr/>
              <p:nvPr/>
            </p:nvSpPr>
            <p:spPr bwMode="gray">
              <a:xfrm>
                <a:off x="6062601" y="2605860"/>
                <a:ext cx="216000" cy="216000"/>
              </a:xfrm>
              <a:prstGeom prst="ellipse">
                <a:avLst/>
              </a:prstGeom>
              <a:solidFill>
                <a:schemeClr val="accent6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23E75E98-C58A-2849-E387-336D50041D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062601" y="2605860"/>
                <a:ext cx="216000" cy="216000"/>
              </a:xfrm>
              <a:prstGeom prst="ellipse">
                <a:avLst/>
              </a:prstGeom>
              <a:blipFill>
                <a:blip r:embed="rId3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52B4EEE-4948-CEF4-5A7A-8EE54284FFE6}"/>
              </a:ext>
            </a:extLst>
          </p:cNvPr>
          <p:cNvCxnSpPr>
            <a:cxnSpLocks/>
            <a:stCxn id="52" idx="4"/>
            <a:endCxn id="53" idx="0"/>
          </p:cNvCxnSpPr>
          <p:nvPr/>
        </p:nvCxnSpPr>
        <p:spPr bwMode="gray">
          <a:xfrm>
            <a:off x="6170601" y="2318745"/>
            <a:ext cx="0" cy="2871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Rounded Rectangle 56">
                <a:extLst>
                  <a:ext uri="{FF2B5EF4-FFF2-40B4-BE49-F238E27FC236}">
                    <a16:creationId xmlns:a16="http://schemas.microsoft.com/office/drawing/2014/main" id="{B338E283-90DD-56BF-CFDC-D267E1B09831}"/>
                  </a:ext>
                </a:extLst>
              </p:cNvPr>
              <p:cNvSpPr/>
              <p:nvPr/>
            </p:nvSpPr>
            <p:spPr bwMode="gray">
              <a:xfrm>
                <a:off x="5839848" y="1930141"/>
                <a:ext cx="647998" cy="1159978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Rounded Rectangle 56">
                <a:extLst>
                  <a:ext uri="{FF2B5EF4-FFF2-40B4-BE49-F238E27FC236}">
                    <a16:creationId xmlns:a16="http://schemas.microsoft.com/office/drawing/2014/main" id="{B338E283-90DD-56BF-CFDC-D267E1B098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839848" y="1930141"/>
                <a:ext cx="647998" cy="1159978"/>
              </a:xfrm>
              <a:prstGeom prst="roundRect">
                <a:avLst/>
              </a:prstGeom>
              <a:blipFill>
                <a:blip r:embed="rId37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A92D5589-827E-5613-BF61-3EFE46A6E8F4}"/>
              </a:ext>
            </a:extLst>
          </p:cNvPr>
          <p:cNvCxnSpPr>
            <a:cxnSpLocks/>
            <a:stCxn id="30" idx="4"/>
            <a:endCxn id="52" idx="0"/>
          </p:cNvCxnSpPr>
          <p:nvPr/>
        </p:nvCxnSpPr>
        <p:spPr bwMode="gray">
          <a:xfrm>
            <a:off x="6170601" y="1709497"/>
            <a:ext cx="0" cy="3932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E116C07E-C701-7138-BBEF-AC35617B7338}"/>
              </a:ext>
            </a:extLst>
          </p:cNvPr>
          <p:cNvSpPr/>
          <p:nvPr/>
        </p:nvSpPr>
        <p:spPr bwMode="gray">
          <a:xfrm>
            <a:off x="6045677" y="3529285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FA65AEF7-A490-362B-D2ED-B94D5F22C16D}"/>
                  </a:ext>
                </a:extLst>
              </p:cNvPr>
              <p:cNvSpPr txBox="1"/>
              <p:nvPr/>
            </p:nvSpPr>
            <p:spPr bwMode="gray">
              <a:xfrm>
                <a:off x="5314022" y="3475030"/>
                <a:ext cx="812485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𝑭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nor/>
                            </m:rPr>
                            <a:rPr lang="en-US" sz="800" b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𝚽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</m:e>
                      </m:d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FA65AEF7-A490-362B-D2ED-B94D5F22C1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314022" y="3475030"/>
                <a:ext cx="812485" cy="215444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A2F59B05-6BF8-F008-7837-74A2C8ED4AD1}"/>
                  </a:ext>
                </a:extLst>
              </p:cNvPr>
              <p:cNvSpPr/>
              <p:nvPr/>
            </p:nvSpPr>
            <p:spPr bwMode="gray">
              <a:xfrm>
                <a:off x="6000676" y="3740179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A2F59B05-6BF8-F008-7837-74A2C8ED4A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000676" y="3740179"/>
                <a:ext cx="216000" cy="216000"/>
              </a:xfrm>
              <a:prstGeom prst="ellipse">
                <a:avLst/>
              </a:prstGeom>
              <a:blipFill>
                <a:blip r:embed="rId3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9D97A98F-2A78-0402-D19B-92449EFABDB6}"/>
              </a:ext>
            </a:extLst>
          </p:cNvPr>
          <p:cNvCxnSpPr>
            <a:cxnSpLocks/>
            <a:stCxn id="3" idx="2"/>
            <a:endCxn id="82" idx="3"/>
          </p:cNvCxnSpPr>
          <p:nvPr/>
        </p:nvCxnSpPr>
        <p:spPr bwMode="gray">
          <a:xfrm flipH="1" flipV="1">
            <a:off x="6171676" y="3592285"/>
            <a:ext cx="437725" cy="427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C69A3A53-03FA-42F3-EF4A-8F8EB9D3D513}"/>
              </a:ext>
            </a:extLst>
          </p:cNvPr>
          <p:cNvCxnSpPr>
            <a:cxnSpLocks/>
            <a:stCxn id="84" idx="0"/>
            <a:endCxn id="82" idx="2"/>
          </p:cNvCxnSpPr>
          <p:nvPr/>
        </p:nvCxnSpPr>
        <p:spPr bwMode="gray">
          <a:xfrm flipV="1">
            <a:off x="6108676" y="3655284"/>
            <a:ext cx="1" cy="8489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B3A4757F-9768-2B6B-5B76-37FE5828665B}"/>
                  </a:ext>
                </a:extLst>
              </p:cNvPr>
              <p:cNvSpPr txBox="1"/>
              <p:nvPr/>
            </p:nvSpPr>
            <p:spPr bwMode="gray">
              <a:xfrm>
                <a:off x="7123441" y="2770527"/>
                <a:ext cx="1040845" cy="63030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b="1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𝜱</m:t>
                      </m:r>
                      <m:r>
                        <a:rPr lang="en-US" sz="1100" b="1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1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100" b="1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sz="1100" b="0" i="1" dirty="0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100" b="1" i="1" dirty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𝝓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sz="1100" b="0" i="0" dirty="0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en-US" sz="1100" i="1" dirty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100" i="1" dirty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100" i="1" dirty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1100" i="1" dirty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en-US" sz="1100" b="1" i="1" dirty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en-US" sz="1100" b="0" i="1" dirty="0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100" b="1" i="1" dirty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𝝓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sz="1100" b="0" i="0" dirty="0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en-US" sz="1100" i="1" dirty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100" i="1" dirty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100" i="1" dirty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1100" i="1" dirty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100" b="1" i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B3A4757F-9768-2B6B-5B76-37FE582866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123441" y="2770527"/>
                <a:ext cx="1040845" cy="630301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94B2713A-0A46-F3AC-1D2F-BDF171682047}"/>
              </a:ext>
            </a:extLst>
          </p:cNvPr>
          <p:cNvCxnSpPr>
            <a:cxnSpLocks/>
            <a:stCxn id="135" idx="1"/>
          </p:cNvCxnSpPr>
          <p:nvPr/>
        </p:nvCxnSpPr>
        <p:spPr bwMode="gray">
          <a:xfrm flipH="1">
            <a:off x="5784419" y="3085678"/>
            <a:ext cx="1339022" cy="46424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916329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500"/>
                            </p:stCondLst>
                            <p:childTnLst>
                              <p:par>
                                <p:cTn id="4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000"/>
                            </p:stCondLst>
                            <p:childTnLst>
                              <p:par>
                                <p:cTn id="5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500"/>
                            </p:stCondLst>
                            <p:childTnLst>
                              <p:par>
                                <p:cTn id="6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000"/>
                            </p:stCondLst>
                            <p:childTnLst>
                              <p:par>
                                <p:cTn id="7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500"/>
                            </p:stCondLst>
                            <p:childTnLst>
                              <p:par>
                                <p:cTn id="7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2000"/>
                            </p:stCondLst>
                            <p:childTnLst>
                              <p:par>
                                <p:cTn id="8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500"/>
                            </p:stCondLst>
                            <p:childTnLst>
                              <p:par>
                                <p:cTn id="8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3000"/>
                            </p:stCondLst>
                            <p:childTnLst>
                              <p:par>
                                <p:cTn id="9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4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500"/>
                            </p:stCondLst>
                            <p:childTnLst>
                              <p:par>
                                <p:cTn id="10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8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1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4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9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2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500"/>
                            </p:stCondLst>
                            <p:childTnLst>
                              <p:par>
                                <p:cTn id="12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6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1000"/>
                            </p:stCondLst>
                            <p:childTnLst>
                              <p:par>
                                <p:cTn id="12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0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5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500"/>
                            </p:stCondLst>
                            <p:childTnLst>
                              <p:par>
                                <p:cTn id="13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9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1000"/>
                            </p:stCondLst>
                            <p:childTnLst>
                              <p:par>
                                <p:cTn id="14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3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1500"/>
                            </p:stCondLst>
                            <p:childTnLst>
                              <p:par>
                                <p:cTn id="14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7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2000"/>
                            </p:stCondLst>
                            <p:childTnLst>
                              <p:par>
                                <p:cTn id="14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1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2500"/>
                            </p:stCondLst>
                            <p:childTnLst>
                              <p:par>
                                <p:cTn id="15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5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indefinite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0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500"/>
                            </p:stCondLst>
                            <p:childTnLst>
                              <p:par>
                                <p:cTn id="16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4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7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8" fill="hold">
                            <p:stCondLst>
                              <p:cond delay="1000"/>
                            </p:stCondLst>
                            <p:childTnLst>
                              <p:par>
                                <p:cTn id="16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1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1500"/>
                            </p:stCondLst>
                            <p:childTnLst>
                              <p:par>
                                <p:cTn id="17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5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9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0" fill="hold">
                            <p:stCondLst>
                              <p:cond delay="2500"/>
                            </p:stCondLst>
                            <p:childTnLst>
                              <p:par>
                                <p:cTn id="18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3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6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0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1" fill="hold">
                      <p:stCondLst>
                        <p:cond delay="indefinite"/>
                      </p:stCondLst>
                      <p:childTnLst>
                        <p:par>
                          <p:cTn id="192" fill="hold">
                            <p:stCondLst>
                              <p:cond delay="0"/>
                            </p:stCondLst>
                            <p:childTnLst>
                              <p:par>
                                <p:cTn id="19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5" dur="50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6" fill="hold">
                      <p:stCondLst>
                        <p:cond delay="indefinite"/>
                      </p:stCondLst>
                      <p:childTnLst>
                        <p:par>
                          <p:cTn id="197" fill="hold">
                            <p:stCondLst>
                              <p:cond delay="0"/>
                            </p:stCondLst>
                            <p:childTnLst>
                              <p:par>
                                <p:cTn id="19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" fill="hold">
                      <p:stCondLst>
                        <p:cond delay="indefinite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9" fill="hold">
                            <p:stCondLst>
                              <p:cond delay="500"/>
                            </p:stCondLst>
                            <p:childTnLst>
                              <p:par>
                                <p:cTn id="2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3" fill="hold">
                            <p:stCondLst>
                              <p:cond delay="1000"/>
                            </p:stCondLst>
                            <p:childTnLst>
                              <p:par>
                                <p:cTn id="21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7" fill="hold">
                      <p:stCondLst>
                        <p:cond delay="indefinite"/>
                      </p:stCondLst>
                      <p:childTnLst>
                        <p:par>
                          <p:cTn id="218" fill="hold">
                            <p:stCondLst>
                              <p:cond delay="0"/>
                            </p:stCondLst>
                            <p:childTnLst>
                              <p:par>
                                <p:cTn id="2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1" fill="hold">
                            <p:stCondLst>
                              <p:cond delay="500"/>
                            </p:stCondLst>
                            <p:childTnLst>
                              <p:par>
                                <p:cTn id="23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5" fill="hold">
                      <p:stCondLst>
                        <p:cond delay="indefinite"/>
                      </p:stCondLst>
                      <p:childTnLst>
                        <p:par>
                          <p:cTn id="236" fill="hold">
                            <p:stCondLst>
                              <p:cond delay="0"/>
                            </p:stCondLst>
                            <p:childTnLst>
                              <p:par>
                                <p:cTn id="23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9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2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5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6" fill="hold">
                            <p:stCondLst>
                              <p:cond delay="500"/>
                            </p:stCondLst>
                            <p:childTnLst>
                              <p:par>
                                <p:cTn id="247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9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0" fill="hold">
                            <p:stCondLst>
                              <p:cond delay="1000"/>
                            </p:stCondLst>
                            <p:childTnLst>
                              <p:par>
                                <p:cTn id="25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3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4" fill="hold">
                      <p:stCondLst>
                        <p:cond delay="indefinite"/>
                      </p:stCondLst>
                      <p:childTnLst>
                        <p:par>
                          <p:cTn id="255" fill="hold">
                            <p:stCondLst>
                              <p:cond delay="0"/>
                            </p:stCondLst>
                            <p:childTnLst>
                              <p:par>
                                <p:cTn id="25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8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1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2" fill="hold">
                      <p:stCondLst>
                        <p:cond delay="indefinite"/>
                      </p:stCondLst>
                      <p:childTnLst>
                        <p:par>
                          <p:cTn id="263" fill="hold">
                            <p:stCondLst>
                              <p:cond delay="0"/>
                            </p:stCondLst>
                            <p:childTnLst>
                              <p:par>
                                <p:cTn id="26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7" fill="hold">
                            <p:stCondLst>
                              <p:cond delay="500"/>
                            </p:stCondLst>
                            <p:childTnLst>
                              <p:par>
                                <p:cTn id="26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1" fill="hold">
                            <p:stCondLst>
                              <p:cond delay="1000"/>
                            </p:stCondLst>
                            <p:childTnLst>
                              <p:par>
                                <p:cTn id="27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5" fill="hold">
                            <p:stCondLst>
                              <p:cond delay="1500"/>
                            </p:stCondLst>
                            <p:childTnLst>
                              <p:par>
                                <p:cTn id="27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9" fill="hold">
                            <p:stCondLst>
                              <p:cond delay="2000"/>
                            </p:stCondLst>
                            <p:childTnLst>
                              <p:par>
                                <p:cTn id="28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3" fill="hold">
                            <p:stCondLst>
                              <p:cond delay="2500"/>
                            </p:stCondLst>
                            <p:childTnLst>
                              <p:par>
                                <p:cTn id="28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7" fill="hold">
                      <p:stCondLst>
                        <p:cond delay="indefinite"/>
                      </p:stCondLst>
                      <p:childTnLst>
                        <p:par>
                          <p:cTn id="288" fill="hold">
                            <p:stCondLst>
                              <p:cond delay="0"/>
                            </p:stCondLst>
                            <p:childTnLst>
                              <p:par>
                                <p:cTn id="28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2" fill="hold">
                            <p:stCondLst>
                              <p:cond delay="500"/>
                            </p:stCondLst>
                            <p:childTnLst>
                              <p:par>
                                <p:cTn id="29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3" fill="hold">
                            <p:stCondLst>
                              <p:cond delay="1500"/>
                            </p:stCondLst>
                            <p:childTnLst>
                              <p:par>
                                <p:cTn id="30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7" fill="hold">
                            <p:stCondLst>
                              <p:cond delay="2000"/>
                            </p:stCondLst>
                            <p:childTnLst>
                              <p:par>
                                <p:cTn id="30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1" fill="hold">
                            <p:stCondLst>
                              <p:cond delay="2500"/>
                            </p:stCondLst>
                            <p:childTnLst>
                              <p:par>
                                <p:cTn id="31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8" fill="hold">
                            <p:stCondLst>
                              <p:cond delay="3000"/>
                            </p:stCondLst>
                            <p:childTnLst>
                              <p:par>
                                <p:cTn id="31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7" grpId="0" animBg="1"/>
      <p:bldP spid="29" grpId="0"/>
      <p:bldP spid="43" grpId="0" animBg="1"/>
      <p:bldP spid="44" grpId="0" animBg="1"/>
      <p:bldP spid="47" grpId="0"/>
      <p:bldP spid="54" grpId="0" animBg="1"/>
      <p:bldP spid="55" grpId="0"/>
      <p:bldP spid="60" grpId="0" animBg="1"/>
      <p:bldP spid="61" grpId="0" animBg="1"/>
      <p:bldP spid="62" grpId="0" animBg="1"/>
      <p:bldP spid="63" grpId="0" animBg="1"/>
      <p:bldP spid="80" grpId="0" animBg="1"/>
      <p:bldP spid="87" grpId="0"/>
      <p:bldP spid="89" grpId="0" animBg="1"/>
      <p:bldP spid="90" grpId="0" animBg="1"/>
      <p:bldP spid="92" grpId="0" animBg="1"/>
      <p:bldP spid="101" grpId="0" animBg="1"/>
      <p:bldP spid="103" grpId="0"/>
      <p:bldP spid="121" grpId="0" animBg="1"/>
      <p:bldP spid="122" grpId="0" animBg="1"/>
      <p:bldP spid="124" grpId="0"/>
      <p:bldP spid="126" grpId="0" animBg="1"/>
      <p:bldP spid="127" grpId="0" animBg="1"/>
      <p:bldP spid="130" grpId="0"/>
      <p:bldP spid="131" grpId="0" animBg="1"/>
      <p:bldP spid="132" grpId="0"/>
      <p:bldP spid="133" grpId="0" animBg="1"/>
      <p:bldP spid="134" grpId="0" animBg="1"/>
      <p:bldP spid="138" grpId="0"/>
      <p:bldP spid="139" grpId="0" animBg="1"/>
      <p:bldP spid="152" grpId="0" animBg="1"/>
      <p:bldP spid="3" grpId="0" animBg="1"/>
      <p:bldP spid="10" grpId="0" animBg="1"/>
      <p:bldP spid="12" grpId="0"/>
      <p:bldP spid="18" grpId="0" animBg="1"/>
      <p:bldP spid="19" grpId="0" animBg="1"/>
      <p:bldP spid="23" grpId="0"/>
      <p:bldP spid="24" grpId="0" animBg="1"/>
      <p:bldP spid="25" grpId="0"/>
      <p:bldP spid="26" grpId="0" animBg="1"/>
      <p:bldP spid="30" grpId="0" animBg="1"/>
      <p:bldP spid="31" grpId="0" animBg="1"/>
      <p:bldP spid="36" grpId="0" animBg="1"/>
      <p:bldP spid="37" grpId="0"/>
      <p:bldP spid="38" grpId="0" animBg="1"/>
      <p:bldP spid="52" grpId="0" animBg="1"/>
      <p:bldP spid="53" grpId="0" animBg="1"/>
      <p:bldP spid="57" grpId="0" animBg="1"/>
      <p:bldP spid="82" grpId="0" animBg="1"/>
      <p:bldP spid="83" grpId="0"/>
      <p:bldP spid="84" grpId="0" animBg="1"/>
      <p:bldP spid="13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D1E1AB2-3963-0AB2-1F1B-AC6DCA306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Gaussian Processes: Weight Space View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1F18968-2048-584B-66CB-98BBF03046A1}"/>
                  </a:ext>
                </a:extLst>
              </p:cNvPr>
              <p:cNvSpPr/>
              <p:nvPr/>
            </p:nvSpPr>
            <p:spPr bwMode="gray">
              <a:xfrm>
                <a:off x="2706474" y="1950031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𝑻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1F18968-2048-584B-66CB-98BBF03046A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06474" y="1950031"/>
                <a:ext cx="251999" cy="251999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A1EC1389-B872-7A05-4361-F2E3FE14E4B8}"/>
              </a:ext>
            </a:extLst>
          </p:cNvPr>
          <p:cNvSpPr/>
          <p:nvPr/>
        </p:nvSpPr>
        <p:spPr bwMode="gray">
          <a:xfrm>
            <a:off x="1762957" y="201303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C3E8BCB-E1B0-D2E6-75F3-BF25A0D00AB5}"/>
              </a:ext>
            </a:extLst>
          </p:cNvPr>
          <p:cNvCxnSpPr>
            <a:cxnSpLocks/>
            <a:stCxn id="9" idx="3"/>
            <a:endCxn id="8" idx="2"/>
          </p:cNvCxnSpPr>
          <p:nvPr/>
        </p:nvCxnSpPr>
        <p:spPr bwMode="gray">
          <a:xfrm>
            <a:off x="1888956" y="2076031"/>
            <a:ext cx="817518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9D37DA38-FADE-767C-D6B7-683C080169C8}"/>
                  </a:ext>
                </a:extLst>
              </p:cNvPr>
              <p:cNvSpPr/>
              <p:nvPr/>
            </p:nvSpPr>
            <p:spPr bwMode="gray">
              <a:xfrm>
                <a:off x="693440" y="1950031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𝑾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9D37DA38-FADE-767C-D6B7-683C080169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93440" y="1950031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A7073B9-289C-7444-3726-42485D7F650B}"/>
              </a:ext>
            </a:extLst>
          </p:cNvPr>
          <p:cNvCxnSpPr>
            <a:cxnSpLocks/>
            <a:stCxn id="9" idx="1"/>
          </p:cNvCxnSpPr>
          <p:nvPr/>
        </p:nvCxnSpPr>
        <p:spPr bwMode="gray">
          <a:xfrm flipH="1" flipV="1">
            <a:off x="945439" y="2067413"/>
            <a:ext cx="817518" cy="861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C7B1A23-6BB2-342C-5F2E-D4B113AA91E8}"/>
                  </a:ext>
                </a:extLst>
              </p:cNvPr>
              <p:cNvSpPr txBox="1"/>
              <p:nvPr/>
            </p:nvSpPr>
            <p:spPr bwMode="gray">
              <a:xfrm>
                <a:off x="2166130" y="1216088"/>
                <a:ext cx="3253822" cy="4227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400" b="1" dirty="0"/>
                  <a:t>Gaussian Projection Factor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𝑭</m:t>
                        </m:r>
                        <m:r>
                          <a:rPr lang="en-US" sz="1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n-US" sz="14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𝚽</m:t>
                        </m:r>
                        <m:r>
                          <a:rPr lang="en-US" sz="1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𝑾</m:t>
                        </m:r>
                      </m:e>
                    </m:d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C7B1A23-6BB2-342C-5F2E-D4B113AA91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66130" y="1216088"/>
                <a:ext cx="3253822" cy="422788"/>
              </a:xfrm>
              <a:prstGeom prst="rect">
                <a:avLst/>
              </a:prstGeom>
              <a:blipFill>
                <a:blip r:embed="rId4"/>
                <a:stretch>
                  <a:fillRect l="-4669" r="-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07730AC3-A68E-E191-533F-61FF0A45E37F}"/>
                  </a:ext>
                </a:extLst>
              </p:cNvPr>
              <p:cNvSpPr txBox="1"/>
              <p:nvPr/>
            </p:nvSpPr>
            <p:spPr bwMode="gray">
              <a:xfrm>
                <a:off x="1941093" y="1662625"/>
                <a:ext cx="741711" cy="26828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0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𝑻</m:t>
                          </m:r>
                        </m:sub>
                      </m:sSub>
                      <m:d>
                        <m:d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07730AC3-A68E-E191-533F-61FF0A45E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941093" y="1662625"/>
                <a:ext cx="741711" cy="26828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66032FB3-EFF3-D2F9-A29C-B6D0C75B3191}"/>
                  </a:ext>
                </a:extLst>
              </p:cNvPr>
              <p:cNvSpPr txBox="1"/>
              <p:nvPr/>
            </p:nvSpPr>
            <p:spPr bwMode="gray">
              <a:xfrm>
                <a:off x="945131" y="1626810"/>
                <a:ext cx="796824" cy="26828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0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𝝁</m:t>
                          </m:r>
                          <m:r>
                            <a:rPr lang="en-US" sz="1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0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𝜮</m:t>
                          </m:r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66032FB3-EFF3-D2F9-A29C-B6D0C75B3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45131" y="1626810"/>
                <a:ext cx="796824" cy="26828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714A21D0-D569-13C8-2005-0BB892F39915}"/>
                  </a:ext>
                </a:extLst>
              </p:cNvPr>
              <p:cNvSpPr txBox="1"/>
              <p:nvPr/>
            </p:nvSpPr>
            <p:spPr bwMode="gray">
              <a:xfrm>
                <a:off x="3264197" y="1736718"/>
                <a:ext cx="3938710" cy="45254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𝑻</m:t>
                          </m:r>
                        </m:sub>
                      </m:sSub>
                      <m:d>
                        <m:dPr>
                          <m:ctrlP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𝒕</m:t>
                          </m:r>
                        </m:e>
                      </m:d>
                      <m:r>
                        <a:rPr lang="en-US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d>
                            <m:dPr>
                              <m:ctrlP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1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𝒕</m:t>
                              </m:r>
                              <m:r>
                                <a:rPr lang="en-US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1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𝜱</m:t>
                              </m:r>
                              <m:r>
                                <a:rPr lang="en-US" sz="11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𝒘</m:t>
                              </m:r>
                            </m:e>
                          </m:d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1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𝒘</m:t>
                              </m:r>
                              <m: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;</m:t>
                              </m:r>
                              <m:r>
                                <a:rPr lang="en-US" sz="11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𝝁</m:t>
                              </m:r>
                              <m:r>
                                <a:rPr lang="en-US" sz="11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1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𝜮</m:t>
                              </m:r>
                            </m:e>
                          </m:d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𝒘</m:t>
                          </m:r>
                        </m:e>
                      </m:nary>
                      <m:r>
                        <a:rPr lang="en-US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1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𝜱</m:t>
                          </m:r>
                          <m:r>
                            <a:rPr lang="en-US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𝝁</m:t>
                          </m:r>
                          <m:r>
                            <a:rPr lang="en-US" sz="11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𝜱𝜮</m:t>
                          </m:r>
                          <m:sSup>
                            <m:sSupPr>
                              <m:ctrlPr>
                                <a:rPr lang="en-US" sz="11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1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𝜱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11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1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714A21D0-D569-13C8-2005-0BB892F399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64197" y="1736718"/>
                <a:ext cx="3938710" cy="45254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51D15D37-3FD8-D302-9FF6-824AA3B78AED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980267" y="1933768"/>
            <a:ext cx="698689" cy="7255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B18BDA43-DF47-EBB4-625E-EAAC96421DEE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1995495" y="1947703"/>
            <a:ext cx="698689" cy="7255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9AF59716-B5DF-AC9F-4312-33CEFDD12408}"/>
                  </a:ext>
                </a:extLst>
              </p:cNvPr>
              <p:cNvSpPr/>
              <p:nvPr/>
            </p:nvSpPr>
            <p:spPr bwMode="gray">
              <a:xfrm>
                <a:off x="8157100" y="1489074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𝑾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9AF59716-B5DF-AC9F-4312-33CEFDD124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57100" y="1489074"/>
                <a:ext cx="216000" cy="216000"/>
              </a:xfrm>
              <a:prstGeom prst="ellipse">
                <a:avLst/>
              </a:prstGeom>
              <a:blipFill>
                <a:blip r:embed="rId8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3867D522-AAD5-FA04-39D1-C7ABE33A47BE}"/>
              </a:ext>
            </a:extLst>
          </p:cNvPr>
          <p:cNvSpPr/>
          <p:nvPr/>
        </p:nvSpPr>
        <p:spPr bwMode="gray">
          <a:xfrm>
            <a:off x="8202101" y="119486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F8C7284-F98C-5A44-0304-03EFFFF25C63}"/>
              </a:ext>
            </a:extLst>
          </p:cNvPr>
          <p:cNvCxnSpPr>
            <a:cxnSpLocks/>
            <a:stCxn id="11" idx="2"/>
            <a:endCxn id="2" idx="0"/>
          </p:cNvCxnSpPr>
          <p:nvPr/>
        </p:nvCxnSpPr>
        <p:spPr bwMode="gray">
          <a:xfrm flipH="1">
            <a:off x="8265100" y="1320863"/>
            <a:ext cx="1" cy="168211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6D5F663-3E22-0E48-82E2-868B14C11915}"/>
                  </a:ext>
                </a:extLst>
              </p:cNvPr>
              <p:cNvSpPr txBox="1"/>
              <p:nvPr/>
            </p:nvSpPr>
            <p:spPr bwMode="gray">
              <a:xfrm>
                <a:off x="8265100" y="1142408"/>
                <a:ext cx="665569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𝑰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6D5F663-3E22-0E48-82E2-868B14C119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65100" y="1142408"/>
                <a:ext cx="665569" cy="21544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ED97209-5D20-FF72-9DD1-73EF5B64FF47}"/>
              </a:ext>
            </a:extLst>
          </p:cNvPr>
          <p:cNvCxnSpPr>
            <a:cxnSpLocks/>
            <a:stCxn id="38" idx="4"/>
            <a:endCxn id="18" idx="0"/>
          </p:cNvCxnSpPr>
          <p:nvPr/>
        </p:nvCxnSpPr>
        <p:spPr bwMode="gray">
          <a:xfrm>
            <a:off x="8265100" y="2449285"/>
            <a:ext cx="1" cy="20943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D878A5E2-9B80-4C50-F585-6257EB8834A0}"/>
                  </a:ext>
                </a:extLst>
              </p:cNvPr>
              <p:cNvSpPr/>
              <p:nvPr/>
            </p:nvSpPr>
            <p:spPr bwMode="gray">
              <a:xfrm>
                <a:off x="8157100" y="2949387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D878A5E2-9B80-4C50-F585-6257EB8834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57100" y="2949387"/>
                <a:ext cx="216000" cy="216000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43C80242-B68F-CCD2-2941-50E0306BE143}"/>
              </a:ext>
            </a:extLst>
          </p:cNvPr>
          <p:cNvSpPr/>
          <p:nvPr/>
        </p:nvSpPr>
        <p:spPr bwMode="gray">
          <a:xfrm>
            <a:off x="8202101" y="265872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2A47254-63E1-886B-1BB5-20407A6C9878}"/>
              </a:ext>
            </a:extLst>
          </p:cNvPr>
          <p:cNvCxnSpPr>
            <a:cxnSpLocks/>
            <a:stCxn id="18" idx="2"/>
            <a:endCxn id="17" idx="0"/>
          </p:cNvCxnSpPr>
          <p:nvPr/>
        </p:nvCxnSpPr>
        <p:spPr bwMode="gray">
          <a:xfrm flipH="1">
            <a:off x="8265100" y="2784720"/>
            <a:ext cx="1" cy="164667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D5CA06-C41E-13A3-1E14-25BF3B75F567}"/>
              </a:ext>
            </a:extLst>
          </p:cNvPr>
          <p:cNvCxnSpPr>
            <a:cxnSpLocks/>
            <a:stCxn id="31" idx="0"/>
            <a:endCxn id="17" idx="4"/>
          </p:cNvCxnSpPr>
          <p:nvPr/>
        </p:nvCxnSpPr>
        <p:spPr bwMode="gray">
          <a:xfrm flipH="1" flipV="1">
            <a:off x="8265100" y="3165387"/>
            <a:ext cx="1" cy="19025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1848176-6246-A196-B777-BC200A3FE966}"/>
                  </a:ext>
                </a:extLst>
              </p:cNvPr>
              <p:cNvSpPr txBox="1"/>
              <p:nvPr/>
            </p:nvSpPr>
            <p:spPr bwMode="gray">
              <a:xfrm>
                <a:off x="7491522" y="2623466"/>
                <a:ext cx="751274" cy="231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8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𝑭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1848176-6246-A196-B777-BC200A3FE9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491522" y="2623466"/>
                <a:ext cx="751274" cy="23128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CFCB00F9-0C51-D9BD-0EF6-8569B821F886}"/>
              </a:ext>
            </a:extLst>
          </p:cNvPr>
          <p:cNvSpPr/>
          <p:nvPr/>
        </p:nvSpPr>
        <p:spPr bwMode="gray">
          <a:xfrm>
            <a:off x="8202101" y="3355642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B6081BE-20DD-845C-BE12-DE8EEDFB61F2}"/>
                  </a:ext>
                </a:extLst>
              </p:cNvPr>
              <p:cNvSpPr txBox="1"/>
              <p:nvPr/>
            </p:nvSpPr>
            <p:spPr bwMode="gray">
              <a:xfrm>
                <a:off x="7430311" y="3310007"/>
                <a:ext cx="812485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B6081BE-20DD-845C-BE12-DE8EEDFB61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430311" y="3310007"/>
                <a:ext cx="812485" cy="215444"/>
              </a:xfrm>
              <a:prstGeom prst="rect">
                <a:avLst/>
              </a:prstGeom>
              <a:blipFill>
                <a:blip r:embed="rId12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AD8123B6-E81A-351F-3774-BB2E97C56717}"/>
                  </a:ext>
                </a:extLst>
              </p:cNvPr>
              <p:cNvSpPr/>
              <p:nvPr/>
            </p:nvSpPr>
            <p:spPr bwMode="gray">
              <a:xfrm>
                <a:off x="7491522" y="2580926"/>
                <a:ext cx="1350702" cy="995354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AD8123B6-E81A-351F-3774-BB2E97C567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491522" y="2580926"/>
                <a:ext cx="1350702" cy="995354"/>
              </a:xfrm>
              <a:prstGeom prst="round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id="{88DD2032-B0A2-E0AB-1F05-EC8019304163}"/>
              </a:ext>
            </a:extLst>
          </p:cNvPr>
          <p:cNvSpPr/>
          <p:nvPr/>
        </p:nvSpPr>
        <p:spPr bwMode="gray">
          <a:xfrm>
            <a:off x="8202101" y="189999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346A256-E494-0D3E-2684-0572F91745EB}"/>
                  </a:ext>
                </a:extLst>
              </p:cNvPr>
              <p:cNvSpPr txBox="1"/>
              <p:nvPr/>
            </p:nvSpPr>
            <p:spPr bwMode="gray">
              <a:xfrm>
                <a:off x="7496325" y="1852994"/>
                <a:ext cx="737275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𝑭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nor/>
                            </m:rPr>
                            <a:rPr lang="en-US" sz="800" b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𝚽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</m:e>
                      </m:d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346A256-E494-0D3E-2684-0572F91745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496325" y="1852994"/>
                <a:ext cx="737275" cy="21544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EC12D8BF-9A2D-34E6-3626-61B736991713}"/>
                  </a:ext>
                </a:extLst>
              </p:cNvPr>
              <p:cNvSpPr/>
              <p:nvPr/>
            </p:nvSpPr>
            <p:spPr bwMode="gray">
              <a:xfrm>
                <a:off x="8157100" y="2233285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EC12D8BF-9A2D-34E6-3626-61B7369917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57100" y="2233285"/>
                <a:ext cx="216000" cy="216000"/>
              </a:xfrm>
              <a:prstGeom prst="ellipse">
                <a:avLst/>
              </a:prstGeom>
              <a:blipFill>
                <a:blip r:embed="rId1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3F654CF-3972-9A31-AF82-6063FB99E6EB}"/>
              </a:ext>
            </a:extLst>
          </p:cNvPr>
          <p:cNvCxnSpPr>
            <a:cxnSpLocks/>
            <a:stCxn id="2" idx="4"/>
            <a:endCxn id="36" idx="0"/>
          </p:cNvCxnSpPr>
          <p:nvPr/>
        </p:nvCxnSpPr>
        <p:spPr bwMode="gray">
          <a:xfrm>
            <a:off x="8265100" y="1705074"/>
            <a:ext cx="1" cy="194917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FF73796-E1B7-FE34-4173-CA2FE5528F7B}"/>
              </a:ext>
            </a:extLst>
          </p:cNvPr>
          <p:cNvCxnSpPr>
            <a:cxnSpLocks/>
            <a:stCxn id="38" idx="0"/>
            <a:endCxn id="36" idx="2"/>
          </p:cNvCxnSpPr>
          <p:nvPr/>
        </p:nvCxnSpPr>
        <p:spPr bwMode="gray">
          <a:xfrm flipV="1">
            <a:off x="8265100" y="2025990"/>
            <a:ext cx="1" cy="20729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 Placeholder 1">
                <a:extLst>
                  <a:ext uri="{FF2B5EF4-FFF2-40B4-BE49-F238E27FC236}">
                    <a16:creationId xmlns:a16="http://schemas.microsoft.com/office/drawing/2014/main" id="{15884BA5-F44F-0375-4629-8DE6E6AFCBA0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2949387"/>
                <a:ext cx="6877051" cy="1854388"/>
              </a:xfrm>
            </p:spPr>
            <p:txBody>
              <a:bodyPr/>
              <a:lstStyle/>
              <a:p>
                <a:r>
                  <a:rPr lang="en-US" b="1" dirty="0"/>
                  <a:t>Equivalence</a:t>
                </a:r>
                <a:r>
                  <a:rPr lang="en-US" dirty="0"/>
                  <a:t>: </a:t>
                </a:r>
                <a:r>
                  <a:rPr lang="en-US" i="1" dirty="0"/>
                  <a:t>A Gaussian Process is equivalent to the marginal likelihood of a linear basis function model with the prior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;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𝑰</m:t>
                        </m:r>
                      </m:e>
                    </m:d>
                  </m:oMath>
                </a14:m>
                <a:r>
                  <a:rPr lang="en-US" i="1" dirty="0"/>
                  <a:t> and the covariance function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𝝓</m:t>
                    </m:r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52" name="Text Placeholder 1">
                <a:extLst>
                  <a:ext uri="{FF2B5EF4-FFF2-40B4-BE49-F238E27FC236}">
                    <a16:creationId xmlns:a16="http://schemas.microsoft.com/office/drawing/2014/main" id="{15884BA5-F44F-0375-4629-8DE6E6AFCB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2949387"/>
                <a:ext cx="6877051" cy="1854388"/>
              </a:xfrm>
              <a:blipFill>
                <a:blip r:embed="rId16"/>
                <a:stretch>
                  <a:fillRect t="-6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Table 12">
                <a:extLst>
                  <a:ext uri="{FF2B5EF4-FFF2-40B4-BE49-F238E27FC236}">
                    <a16:creationId xmlns:a16="http://schemas.microsoft.com/office/drawing/2014/main" id="{C157AC3E-983A-DDEA-7252-CC9060CE088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81598" y="3787036"/>
              <a:ext cx="6096000" cy="1112273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2192304">
                      <a:extLst>
                        <a:ext uri="{9D8B030D-6E8A-4147-A177-3AD203B41FA5}">
                          <a16:colId xmlns:a16="http://schemas.microsoft.com/office/drawing/2014/main" val="1738316073"/>
                        </a:ext>
                      </a:extLst>
                    </a:gridCol>
                    <a:gridCol w="2088232">
                      <a:extLst>
                        <a:ext uri="{9D8B030D-6E8A-4147-A177-3AD203B41FA5}">
                          <a16:colId xmlns:a16="http://schemas.microsoft.com/office/drawing/2014/main" val="524474682"/>
                        </a:ext>
                      </a:extLst>
                    </a:gridCol>
                    <a:gridCol w="1815464">
                      <a:extLst>
                        <a:ext uri="{9D8B030D-6E8A-4147-A177-3AD203B41FA5}">
                          <a16:colId xmlns:a16="http://schemas.microsoft.com/office/drawing/2014/main" val="2339982083"/>
                        </a:ext>
                      </a:extLst>
                    </a:gridCol>
                  </a:tblGrid>
                  <a:tr h="354220">
                    <a:tc>
                      <a:txBody>
                        <a:bodyPr/>
                        <a:lstStyle/>
                        <a:p>
                          <a:endParaRPr lang="en-US" sz="11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dirty="0"/>
                            <a:t>Number of Basis Functions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dirty="0"/>
                            <a:t>Computational Cost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93150486"/>
                      </a:ext>
                    </a:extLst>
                  </a:tr>
                  <a:tr h="300853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Linear Basis Function Model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i="1" dirty="0" smtClean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12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sz="12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200" b="0" i="1" dirty="0" smtClean="0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  <m:sup>
                                        <m:r>
                                          <a:rPr lang="en-US" sz="1200" b="0" i="1" dirty="0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p>
                                    </m:sSup>
                                  </m:e>
                                </m:d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90887095"/>
                      </a:ext>
                    </a:extLst>
                  </a:tr>
                  <a:tr h="379521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Gaussian Process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  <a:p>
                          <a:endParaRPr 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  <m:sup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p>
                                    </m:sSup>
                                  </m:e>
                                </m:d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6217515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Table 12">
                <a:extLst>
                  <a:ext uri="{FF2B5EF4-FFF2-40B4-BE49-F238E27FC236}">
                    <a16:creationId xmlns:a16="http://schemas.microsoft.com/office/drawing/2014/main" id="{C157AC3E-983A-DDEA-7252-CC9060CE088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81598" y="3787036"/>
              <a:ext cx="6096000" cy="1112273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2192304">
                      <a:extLst>
                        <a:ext uri="{9D8B030D-6E8A-4147-A177-3AD203B41FA5}">
                          <a16:colId xmlns:a16="http://schemas.microsoft.com/office/drawing/2014/main" val="1738316073"/>
                        </a:ext>
                      </a:extLst>
                    </a:gridCol>
                    <a:gridCol w="2088232">
                      <a:extLst>
                        <a:ext uri="{9D8B030D-6E8A-4147-A177-3AD203B41FA5}">
                          <a16:colId xmlns:a16="http://schemas.microsoft.com/office/drawing/2014/main" val="524474682"/>
                        </a:ext>
                      </a:extLst>
                    </a:gridCol>
                    <a:gridCol w="1815464">
                      <a:extLst>
                        <a:ext uri="{9D8B030D-6E8A-4147-A177-3AD203B41FA5}">
                          <a16:colId xmlns:a16="http://schemas.microsoft.com/office/drawing/2014/main" val="2339982083"/>
                        </a:ext>
                      </a:extLst>
                    </a:gridCol>
                  </a:tblGrid>
                  <a:tr h="354220">
                    <a:tc>
                      <a:txBody>
                        <a:bodyPr/>
                        <a:lstStyle/>
                        <a:p>
                          <a:endParaRPr lang="en-US" sz="11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dirty="0"/>
                            <a:t>Number of Basis Functions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dirty="0"/>
                            <a:t>Computational Cost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93150486"/>
                      </a:ext>
                    </a:extLst>
                  </a:tr>
                  <a:tr h="300853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Linear Basis Function Model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anchor="ctr">
                        <a:blipFill>
                          <a:blip r:embed="rId17"/>
                          <a:stretch>
                            <a:fillRect l="-105455" t="-120833" r="-87879" b="-1541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anchor="ctr">
                        <a:blipFill>
                          <a:blip r:embed="rId17"/>
                          <a:stretch>
                            <a:fillRect l="-237063" t="-120833" r="-1399" b="-1541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90887095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Gaussian Process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anchor="ctr">
                        <a:blipFill>
                          <a:blip r:embed="rId17"/>
                          <a:stretch>
                            <a:fillRect l="-105455" t="-147222" r="-87879" b="-27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anchor="ctr">
                        <a:blipFill>
                          <a:blip r:embed="rId17"/>
                          <a:stretch>
                            <a:fillRect l="-237063" t="-147222" r="-1399" b="-2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6217515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FD0378-A26F-D545-75D3-5030EA98C6C1}"/>
                  </a:ext>
                </a:extLst>
              </p:cNvPr>
              <p:cNvSpPr txBox="1"/>
              <p:nvPr/>
            </p:nvSpPr>
            <p:spPr bwMode="gray">
              <a:xfrm>
                <a:off x="1260618" y="2405892"/>
                <a:ext cx="5064845" cy="414729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1,0</m:t>
                          </m:r>
                        </m:sub>
                      </m:sSub>
                      <m:d>
                        <m:d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</m:d>
                      <m:r>
                        <a:rPr lang="en-US" sz="1400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𝜱</m:t>
                          </m:r>
                          <m:sSup>
                            <m:sSupPr>
                              <m:ctrlPr>
                                <a:rPr lang="en-US" sz="1400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𝜱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</m:e>
                      </m:d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400" b="0" i="0" smtClean="0">
                          <a:latin typeface="Cambria Math" panose="02040503050406030204" pitchFamily="18" charset="0"/>
                        </a:rPr>
                        <m:t>GP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;0,</m:t>
                          </m:r>
                          <m:r>
                            <a:rPr lang="en-US" sz="1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𝝓</m:t>
                          </m:r>
                          <m:sSup>
                            <m:sSupPr>
                              <m:ctrlPr>
                                <a:rPr lang="en-US" sz="1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sz="1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𝝓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e>
                      </m:d>
                      <m:r>
                        <a:rPr lang="en-US" sz="1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1400" b="1" i="1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0FD0378-A26F-D545-75D3-5030EA98C6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260618" y="2405892"/>
                <a:ext cx="5064845" cy="414729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C3D3107-3F6A-6B61-CED0-66B4BD723AC4}"/>
              </a:ext>
            </a:extLst>
          </p:cNvPr>
          <p:cNvCxnSpPr>
            <a:cxnSpLocks/>
          </p:cNvCxnSpPr>
          <p:nvPr/>
        </p:nvCxnSpPr>
        <p:spPr bwMode="gray">
          <a:xfrm flipV="1">
            <a:off x="8386356" y="1693325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 Placeholder 53">
                <a:extLst>
                  <a:ext uri="{FF2B5EF4-FFF2-40B4-BE49-F238E27FC236}">
                    <a16:creationId xmlns:a16="http://schemas.microsoft.com/office/drawing/2014/main" id="{E46EB90F-16A7-D576-E58C-6F5051327314}"/>
                  </a:ext>
                </a:extLst>
              </p:cNvPr>
              <p:cNvSpPr txBox="1">
                <a:spLocks/>
              </p:cNvSpPr>
              <p:nvPr/>
            </p:nvSpPr>
            <p:spPr bwMode="gray">
              <a:xfrm>
                <a:off x="8343750" y="1662625"/>
                <a:ext cx="444398" cy="200688"/>
              </a:xfrm>
              <a:prstGeom prst="rect">
                <a:avLst/>
              </a:prstGeom>
            </p:spPr>
            <p:txBody>
              <a:bodyPr/>
              <a:lstStyle>
                <a:lvl1pPr marL="268288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■"/>
                  <a:defRPr sz="14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36575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□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06450" indent="-269875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–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27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rabicPeriod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lphaLcParenR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100000"/>
                  <a:buFont typeface="+mj-lt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90000"/>
                  <a:buFont typeface="Arial" panose="020B0604020202020204" pitchFamily="34" charset="0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1,0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DE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6" name="Text Placeholder 53">
                <a:extLst>
                  <a:ext uri="{FF2B5EF4-FFF2-40B4-BE49-F238E27FC236}">
                    <a16:creationId xmlns:a16="http://schemas.microsoft.com/office/drawing/2014/main" id="{E46EB90F-16A7-D576-E58C-6F50513273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343750" y="1662625"/>
                <a:ext cx="444398" cy="200688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5440AA0-987E-D12E-80DA-537ED29A9F44}"/>
                  </a:ext>
                </a:extLst>
              </p:cNvPr>
              <p:cNvSpPr txBox="1"/>
              <p:nvPr/>
            </p:nvSpPr>
            <p:spPr bwMode="gray">
              <a:xfrm>
                <a:off x="6396529" y="2319086"/>
                <a:ext cx="1040845" cy="63030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b="1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𝜱</m:t>
                      </m:r>
                      <m:r>
                        <a:rPr lang="en-US" sz="1100" b="1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1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100" b="1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sz="1100" b="0" i="1" dirty="0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100" b="1" i="1" dirty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𝝓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sz="1100" b="0" i="0" dirty="0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en-US" sz="1100" i="1" dirty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100" i="1" dirty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100" i="1" dirty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1100" i="1" dirty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en-US" sz="1100" b="1" i="1" dirty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en-US" sz="1100" b="0" i="1" dirty="0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100" b="1" i="1" dirty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𝝓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sz="1100" b="0" i="0" dirty="0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en-US" sz="1100" i="1" dirty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100" i="1" dirty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100" i="1" dirty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1100" i="1" dirty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100" b="1" i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5440AA0-987E-D12E-80DA-537ED29A9F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396529" y="2319086"/>
                <a:ext cx="1040845" cy="630301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721267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2" grpId="0" animBg="1"/>
      <p:bldP spid="20" grpId="0"/>
      <p:bldP spid="64" grpId="0"/>
      <p:bldP spid="65" grpId="0"/>
      <p:bldP spid="73" grpId="0" animBg="1"/>
      <p:bldP spid="54" grpId="0" animBg="1"/>
      <p:bldP spid="56" grpId="0"/>
      <p:bldP spid="5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63B7867-60C8-C117-C27B-93919A899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Constructing Covariance Functions</a:t>
            </a:r>
          </a:p>
        </p:txBody>
      </p: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9DB7A071-4436-5024-9F55-DD47970B4382}"/>
              </a:ext>
            </a:extLst>
          </p:cNvPr>
          <p:cNvGrpSpPr/>
          <p:nvPr/>
        </p:nvGrpSpPr>
        <p:grpSpPr>
          <a:xfrm>
            <a:off x="2717536" y="1923678"/>
            <a:ext cx="2160000" cy="1440000"/>
            <a:chOff x="2717536" y="1923678"/>
            <a:chExt cx="2160000" cy="1440000"/>
          </a:xfrm>
        </p:grpSpPr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FBC19396-8F49-E87B-01A8-8FFEC8F852C0}"/>
                </a:ext>
              </a:extLst>
            </p:cNvPr>
            <p:cNvSpPr/>
            <p:nvPr/>
          </p:nvSpPr>
          <p:spPr>
            <a:xfrm>
              <a:off x="2717536" y="1923678"/>
              <a:ext cx="2160000" cy="1440000"/>
            </a:xfrm>
            <a:custGeom>
              <a:avLst/>
              <a:gdLst>
                <a:gd name="connsiteX0" fmla="*/ 0 w 2160000"/>
                <a:gd name="connsiteY0" fmla="*/ 1440000 h 1440000"/>
                <a:gd name="connsiteX1" fmla="*/ 2160000 w 2160000"/>
                <a:gd name="connsiteY1" fmla="*/ 1440000 h 1440000"/>
                <a:gd name="connsiteX2" fmla="*/ 2160000 w 2160000"/>
                <a:gd name="connsiteY2" fmla="*/ 0 h 1440000"/>
                <a:gd name="connsiteX3" fmla="*/ 0 w 2160000"/>
                <a:gd name="connsiteY3" fmla="*/ 0 h 144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60000" h="1440000">
                  <a:moveTo>
                    <a:pt x="0" y="1440000"/>
                  </a:moveTo>
                  <a:lnTo>
                    <a:pt x="2160000" y="1440000"/>
                  </a:lnTo>
                  <a:lnTo>
                    <a:pt x="2160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B3EC5D52-2275-EF1E-CFA5-A0B1182F0EB5}"/>
                </a:ext>
              </a:extLst>
            </p:cNvPr>
            <p:cNvSpPr/>
            <p:nvPr/>
          </p:nvSpPr>
          <p:spPr>
            <a:xfrm>
              <a:off x="2981074" y="1966197"/>
              <a:ext cx="1853946" cy="1195574"/>
            </a:xfrm>
            <a:custGeom>
              <a:avLst/>
              <a:gdLst>
                <a:gd name="connsiteX0" fmla="*/ 0 w 1853946"/>
                <a:gd name="connsiteY0" fmla="*/ 1195574 h 1195574"/>
                <a:gd name="connsiteX1" fmla="*/ 1853946 w 1853946"/>
                <a:gd name="connsiteY1" fmla="*/ 1195574 h 1195574"/>
                <a:gd name="connsiteX2" fmla="*/ 1853946 w 1853946"/>
                <a:gd name="connsiteY2" fmla="*/ 0 h 1195574"/>
                <a:gd name="connsiteX3" fmla="*/ 0 w 1853946"/>
                <a:gd name="connsiteY3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3946" h="1195574">
                  <a:moveTo>
                    <a:pt x="0" y="1195574"/>
                  </a:moveTo>
                  <a:lnTo>
                    <a:pt x="1853946" y="1195574"/>
                  </a:lnTo>
                  <a:lnTo>
                    <a:pt x="185394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BABF5453-F224-9224-99E6-31AED9055557}"/>
                </a:ext>
              </a:extLst>
            </p:cNvPr>
            <p:cNvSpPr/>
            <p:nvPr/>
          </p:nvSpPr>
          <p:spPr>
            <a:xfrm>
              <a:off x="3033543" y="1966197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BC864E29-306D-CE32-3490-CEC551212384}"/>
                </a:ext>
              </a:extLst>
            </p:cNvPr>
            <p:cNvSpPr/>
            <p:nvPr/>
          </p:nvSpPr>
          <p:spPr>
            <a:xfrm>
              <a:off x="3470794" y="1966197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C0389B80-2AA4-20BF-02ED-BE3DDFCA3F6B}"/>
                </a:ext>
              </a:extLst>
            </p:cNvPr>
            <p:cNvSpPr/>
            <p:nvPr/>
          </p:nvSpPr>
          <p:spPr>
            <a:xfrm>
              <a:off x="3908047" y="1966197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19F1A2A4-9AF0-C5C1-2778-413B3EA94E6A}"/>
                </a:ext>
              </a:extLst>
            </p:cNvPr>
            <p:cNvSpPr/>
            <p:nvPr/>
          </p:nvSpPr>
          <p:spPr>
            <a:xfrm>
              <a:off x="4345293" y="1966197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CD911BEE-69C8-4028-A23C-7E11C20616A7}"/>
                </a:ext>
              </a:extLst>
            </p:cNvPr>
            <p:cNvSpPr/>
            <p:nvPr/>
          </p:nvSpPr>
          <p:spPr>
            <a:xfrm>
              <a:off x="4782549" y="1966197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C66CAFBE-BE9D-3D59-B11D-A07A23CC53BA}"/>
                </a:ext>
              </a:extLst>
            </p:cNvPr>
            <p:cNvSpPr/>
            <p:nvPr/>
          </p:nvSpPr>
          <p:spPr>
            <a:xfrm>
              <a:off x="2981074" y="3161772"/>
              <a:ext cx="1853946" cy="900"/>
            </a:xfrm>
            <a:custGeom>
              <a:avLst/>
              <a:gdLst>
                <a:gd name="connsiteX0" fmla="*/ 0 w 1853946"/>
                <a:gd name="connsiteY0" fmla="*/ 0 h 900"/>
                <a:gd name="connsiteX1" fmla="*/ 1853946 w 1853946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53946" h="900">
                  <a:moveTo>
                    <a:pt x="0" y="0"/>
                  </a:moveTo>
                  <a:lnTo>
                    <a:pt x="1853946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0927D282-9ECE-E14B-3063-AFD52DD1DF3A}"/>
                </a:ext>
              </a:extLst>
            </p:cNvPr>
            <p:cNvSpPr/>
            <p:nvPr/>
          </p:nvSpPr>
          <p:spPr>
            <a:xfrm>
              <a:off x="3033543" y="3144762"/>
              <a:ext cx="900" cy="17010"/>
            </a:xfrm>
            <a:custGeom>
              <a:avLst/>
              <a:gdLst>
                <a:gd name="connsiteX0" fmla="*/ 0 w 900"/>
                <a:gd name="connsiteY0" fmla="*/ 17010 h 17010"/>
                <a:gd name="connsiteX1" fmla="*/ 0 w 900"/>
                <a:gd name="connsiteY1" fmla="*/ 0 h 17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7010">
                  <a:moveTo>
                    <a:pt x="0" y="17010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B01506AC-53FB-9B07-B468-61D3E416AD5A}"/>
                </a:ext>
              </a:extLst>
            </p:cNvPr>
            <p:cNvSpPr/>
            <p:nvPr/>
          </p:nvSpPr>
          <p:spPr>
            <a:xfrm>
              <a:off x="3470794" y="3144762"/>
              <a:ext cx="900" cy="17010"/>
            </a:xfrm>
            <a:custGeom>
              <a:avLst/>
              <a:gdLst>
                <a:gd name="connsiteX0" fmla="*/ 0 w 900"/>
                <a:gd name="connsiteY0" fmla="*/ 17010 h 17010"/>
                <a:gd name="connsiteX1" fmla="*/ 0 w 900"/>
                <a:gd name="connsiteY1" fmla="*/ 0 h 17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7010">
                  <a:moveTo>
                    <a:pt x="0" y="17010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651E0A00-560A-AAB7-2281-D276A26F5681}"/>
                </a:ext>
              </a:extLst>
            </p:cNvPr>
            <p:cNvSpPr/>
            <p:nvPr/>
          </p:nvSpPr>
          <p:spPr>
            <a:xfrm>
              <a:off x="3908047" y="3144762"/>
              <a:ext cx="900" cy="17010"/>
            </a:xfrm>
            <a:custGeom>
              <a:avLst/>
              <a:gdLst>
                <a:gd name="connsiteX0" fmla="*/ 0 w 900"/>
                <a:gd name="connsiteY0" fmla="*/ 17010 h 17010"/>
                <a:gd name="connsiteX1" fmla="*/ 0 w 900"/>
                <a:gd name="connsiteY1" fmla="*/ 0 h 17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7010">
                  <a:moveTo>
                    <a:pt x="0" y="17010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48EBA7B1-6880-E02C-BB69-B11CF8700034}"/>
                </a:ext>
              </a:extLst>
            </p:cNvPr>
            <p:cNvSpPr/>
            <p:nvPr/>
          </p:nvSpPr>
          <p:spPr>
            <a:xfrm>
              <a:off x="4345293" y="3144762"/>
              <a:ext cx="900" cy="17010"/>
            </a:xfrm>
            <a:custGeom>
              <a:avLst/>
              <a:gdLst>
                <a:gd name="connsiteX0" fmla="*/ 0 w 900"/>
                <a:gd name="connsiteY0" fmla="*/ 17010 h 17010"/>
                <a:gd name="connsiteX1" fmla="*/ 0 w 900"/>
                <a:gd name="connsiteY1" fmla="*/ 0 h 17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7010">
                  <a:moveTo>
                    <a:pt x="0" y="17010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D941BF97-BB45-67C3-F8F8-654F39F33EBC}"/>
                </a:ext>
              </a:extLst>
            </p:cNvPr>
            <p:cNvSpPr/>
            <p:nvPr/>
          </p:nvSpPr>
          <p:spPr>
            <a:xfrm>
              <a:off x="4782549" y="3144762"/>
              <a:ext cx="900" cy="17010"/>
            </a:xfrm>
            <a:custGeom>
              <a:avLst/>
              <a:gdLst>
                <a:gd name="connsiteX0" fmla="*/ 0 w 900"/>
                <a:gd name="connsiteY0" fmla="*/ 17010 h 17010"/>
                <a:gd name="connsiteX1" fmla="*/ 0 w 900"/>
                <a:gd name="connsiteY1" fmla="*/ 0 h 17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7010">
                  <a:moveTo>
                    <a:pt x="0" y="17010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EAA9C561-5DF2-B2D8-054B-8BA8AECF50AA}"/>
                </a:ext>
              </a:extLst>
            </p:cNvPr>
            <p:cNvSpPr/>
            <p:nvPr/>
          </p:nvSpPr>
          <p:spPr>
            <a:xfrm>
              <a:off x="2949325" y="3220587"/>
              <a:ext cx="46739" cy="6201"/>
            </a:xfrm>
            <a:custGeom>
              <a:avLst/>
              <a:gdLst>
                <a:gd name="connsiteX0" fmla="*/ 0 w 46739"/>
                <a:gd name="connsiteY0" fmla="*/ 0 h 6201"/>
                <a:gd name="connsiteX1" fmla="*/ 46740 w 46739"/>
                <a:gd name="connsiteY1" fmla="*/ 0 h 6201"/>
                <a:gd name="connsiteX2" fmla="*/ 46740 w 46739"/>
                <a:gd name="connsiteY2" fmla="*/ 6201 h 6201"/>
                <a:gd name="connsiteX3" fmla="*/ 0 w 46739"/>
                <a:gd name="connsiteY3" fmla="*/ 6201 h 6201"/>
                <a:gd name="connsiteX4" fmla="*/ 0 w 46739"/>
                <a:gd name="connsiteY4" fmla="*/ 0 h 6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739" h="6201">
                  <a:moveTo>
                    <a:pt x="0" y="0"/>
                  </a:moveTo>
                  <a:lnTo>
                    <a:pt x="46740" y="0"/>
                  </a:lnTo>
                  <a:lnTo>
                    <a:pt x="46740" y="6201"/>
                  </a:lnTo>
                  <a:lnTo>
                    <a:pt x="0" y="6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6FB498EB-7B49-6164-BDB6-BABAC290B4C7}"/>
                </a:ext>
              </a:extLst>
            </p:cNvPr>
            <p:cNvSpPr/>
            <p:nvPr/>
          </p:nvSpPr>
          <p:spPr>
            <a:xfrm>
              <a:off x="3012179" y="3192659"/>
              <a:ext cx="32410" cy="54431"/>
            </a:xfrm>
            <a:custGeom>
              <a:avLst/>
              <a:gdLst>
                <a:gd name="connsiteX0" fmla="*/ 1058 w 32410"/>
                <a:gd name="connsiteY0" fmla="*/ 48231 h 54431"/>
                <a:gd name="connsiteX1" fmla="*/ 13089 w 32410"/>
                <a:gd name="connsiteY1" fmla="*/ 48231 h 54431"/>
                <a:gd name="connsiteX2" fmla="*/ 13089 w 32410"/>
                <a:gd name="connsiteY2" fmla="*/ 6705 h 54431"/>
                <a:gd name="connsiteX3" fmla="*/ 0 w 32410"/>
                <a:gd name="connsiteY3" fmla="*/ 9333 h 54431"/>
                <a:gd name="connsiteX4" fmla="*/ 0 w 32410"/>
                <a:gd name="connsiteY4" fmla="*/ 2628 h 54431"/>
                <a:gd name="connsiteX5" fmla="*/ 13016 w 32410"/>
                <a:gd name="connsiteY5" fmla="*/ 0 h 54431"/>
                <a:gd name="connsiteX6" fmla="*/ 20380 w 32410"/>
                <a:gd name="connsiteY6" fmla="*/ 0 h 54431"/>
                <a:gd name="connsiteX7" fmla="*/ 20380 w 32410"/>
                <a:gd name="connsiteY7" fmla="*/ 48231 h 54431"/>
                <a:gd name="connsiteX8" fmla="*/ 32411 w 32410"/>
                <a:gd name="connsiteY8" fmla="*/ 48231 h 54431"/>
                <a:gd name="connsiteX9" fmla="*/ 32411 w 32410"/>
                <a:gd name="connsiteY9" fmla="*/ 54432 h 54431"/>
                <a:gd name="connsiteX10" fmla="*/ 1058 w 32410"/>
                <a:gd name="connsiteY10" fmla="*/ 54432 h 54431"/>
                <a:gd name="connsiteX11" fmla="*/ 1058 w 32410"/>
                <a:gd name="connsiteY11" fmla="*/ 48231 h 54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410" h="54431">
                  <a:moveTo>
                    <a:pt x="1058" y="48231"/>
                  </a:moveTo>
                  <a:lnTo>
                    <a:pt x="13089" y="48231"/>
                  </a:lnTo>
                  <a:lnTo>
                    <a:pt x="13089" y="6705"/>
                  </a:lnTo>
                  <a:lnTo>
                    <a:pt x="0" y="9333"/>
                  </a:lnTo>
                  <a:lnTo>
                    <a:pt x="0" y="2628"/>
                  </a:lnTo>
                  <a:lnTo>
                    <a:pt x="13016" y="0"/>
                  </a:lnTo>
                  <a:lnTo>
                    <a:pt x="20380" y="0"/>
                  </a:lnTo>
                  <a:lnTo>
                    <a:pt x="20380" y="48231"/>
                  </a:lnTo>
                  <a:lnTo>
                    <a:pt x="32411" y="48231"/>
                  </a:lnTo>
                  <a:lnTo>
                    <a:pt x="32411" y="54432"/>
                  </a:lnTo>
                  <a:lnTo>
                    <a:pt x="1058" y="54432"/>
                  </a:lnTo>
                  <a:lnTo>
                    <a:pt x="1058" y="48231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12EBABF9-06AA-A318-10AC-1ACF46FA3C52}"/>
                </a:ext>
              </a:extLst>
            </p:cNvPr>
            <p:cNvSpPr/>
            <p:nvPr/>
          </p:nvSpPr>
          <p:spPr>
            <a:xfrm>
              <a:off x="3059465" y="3237831"/>
              <a:ext cx="7693" cy="9260"/>
            </a:xfrm>
            <a:custGeom>
              <a:avLst/>
              <a:gdLst>
                <a:gd name="connsiteX0" fmla="*/ 0 w 7693"/>
                <a:gd name="connsiteY0" fmla="*/ 0 h 9260"/>
                <a:gd name="connsiteX1" fmla="*/ 7693 w 7693"/>
                <a:gd name="connsiteY1" fmla="*/ 0 h 9260"/>
                <a:gd name="connsiteX2" fmla="*/ 7693 w 7693"/>
                <a:gd name="connsiteY2" fmla="*/ 9261 h 9260"/>
                <a:gd name="connsiteX3" fmla="*/ 0 w 7693"/>
                <a:gd name="connsiteY3" fmla="*/ 9261 h 9260"/>
                <a:gd name="connsiteX4" fmla="*/ 0 w 7693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3" h="9260">
                  <a:moveTo>
                    <a:pt x="0" y="0"/>
                  </a:moveTo>
                  <a:lnTo>
                    <a:pt x="7693" y="0"/>
                  </a:lnTo>
                  <a:lnTo>
                    <a:pt x="7693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52DAAA77-5392-6729-49C0-78F19ECCC0CA}"/>
                </a:ext>
              </a:extLst>
            </p:cNvPr>
            <p:cNvSpPr/>
            <p:nvPr/>
          </p:nvSpPr>
          <p:spPr>
            <a:xfrm>
              <a:off x="3080137" y="3191679"/>
              <a:ext cx="37624" cy="56465"/>
            </a:xfrm>
            <a:custGeom>
              <a:avLst/>
              <a:gdLst>
                <a:gd name="connsiteX0" fmla="*/ 18812 w 37624"/>
                <a:gd name="connsiteY0" fmla="*/ 5832 h 56465"/>
                <a:gd name="connsiteX1" fmla="*/ 10245 w 37624"/>
                <a:gd name="connsiteY1" fmla="*/ 11448 h 56465"/>
                <a:gd name="connsiteX2" fmla="*/ 7401 w 37624"/>
                <a:gd name="connsiteY2" fmla="*/ 28251 h 56465"/>
                <a:gd name="connsiteX3" fmla="*/ 10245 w 37624"/>
                <a:gd name="connsiteY3" fmla="*/ 45063 h 56465"/>
                <a:gd name="connsiteX4" fmla="*/ 18812 w 37624"/>
                <a:gd name="connsiteY4" fmla="*/ 50634 h 56465"/>
                <a:gd name="connsiteX5" fmla="*/ 27380 w 37624"/>
                <a:gd name="connsiteY5" fmla="*/ 45063 h 56465"/>
                <a:gd name="connsiteX6" fmla="*/ 30260 w 37624"/>
                <a:gd name="connsiteY6" fmla="*/ 28251 h 56465"/>
                <a:gd name="connsiteX7" fmla="*/ 27380 w 37624"/>
                <a:gd name="connsiteY7" fmla="*/ 11448 h 56465"/>
                <a:gd name="connsiteX8" fmla="*/ 18812 w 37624"/>
                <a:gd name="connsiteY8" fmla="*/ 5832 h 56465"/>
                <a:gd name="connsiteX9" fmla="*/ 18812 w 37624"/>
                <a:gd name="connsiteY9" fmla="*/ 0 h 56465"/>
                <a:gd name="connsiteX10" fmla="*/ 32775 w 37624"/>
                <a:gd name="connsiteY10" fmla="*/ 7254 h 56465"/>
                <a:gd name="connsiteX11" fmla="*/ 37625 w 37624"/>
                <a:gd name="connsiteY11" fmla="*/ 28251 h 56465"/>
                <a:gd name="connsiteX12" fmla="*/ 32775 w 37624"/>
                <a:gd name="connsiteY12" fmla="*/ 49248 h 56465"/>
                <a:gd name="connsiteX13" fmla="*/ 18812 w 37624"/>
                <a:gd name="connsiteY13" fmla="*/ 56466 h 56465"/>
                <a:gd name="connsiteX14" fmla="*/ 4812 w 37624"/>
                <a:gd name="connsiteY14" fmla="*/ 49248 h 56465"/>
                <a:gd name="connsiteX15" fmla="*/ 0 w 37624"/>
                <a:gd name="connsiteY15" fmla="*/ 28251 h 56465"/>
                <a:gd name="connsiteX16" fmla="*/ 4812 w 37624"/>
                <a:gd name="connsiteY16" fmla="*/ 7254 h 56465"/>
                <a:gd name="connsiteX17" fmla="*/ 18812 w 37624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65">
                  <a:moveTo>
                    <a:pt x="18812" y="5832"/>
                  </a:moveTo>
                  <a:cubicBezTo>
                    <a:pt x="15020" y="5832"/>
                    <a:pt x="12164" y="7704"/>
                    <a:pt x="10245" y="11448"/>
                  </a:cubicBezTo>
                  <a:cubicBezTo>
                    <a:pt x="8348" y="15165"/>
                    <a:pt x="7401" y="20763"/>
                    <a:pt x="7401" y="28251"/>
                  </a:cubicBezTo>
                  <a:cubicBezTo>
                    <a:pt x="7401" y="35712"/>
                    <a:pt x="8348" y="41319"/>
                    <a:pt x="10245" y="45063"/>
                  </a:cubicBezTo>
                  <a:cubicBezTo>
                    <a:pt x="12164" y="48780"/>
                    <a:pt x="15020" y="50634"/>
                    <a:pt x="18812" y="50634"/>
                  </a:cubicBezTo>
                  <a:cubicBezTo>
                    <a:pt x="22628" y="50634"/>
                    <a:pt x="25484" y="48780"/>
                    <a:pt x="27380" y="45063"/>
                  </a:cubicBezTo>
                  <a:cubicBezTo>
                    <a:pt x="29300" y="41319"/>
                    <a:pt x="30260" y="35712"/>
                    <a:pt x="30260" y="28251"/>
                  </a:cubicBezTo>
                  <a:cubicBezTo>
                    <a:pt x="30260" y="20763"/>
                    <a:pt x="29300" y="15165"/>
                    <a:pt x="27380" y="11448"/>
                  </a:cubicBezTo>
                  <a:cubicBezTo>
                    <a:pt x="25484" y="7704"/>
                    <a:pt x="22628" y="5832"/>
                    <a:pt x="18812" y="5832"/>
                  </a:cubicBezTo>
                  <a:moveTo>
                    <a:pt x="18812" y="0"/>
                  </a:moveTo>
                  <a:cubicBezTo>
                    <a:pt x="24913" y="0"/>
                    <a:pt x="29567" y="2421"/>
                    <a:pt x="32775" y="7254"/>
                  </a:cubicBezTo>
                  <a:cubicBezTo>
                    <a:pt x="36008" y="12069"/>
                    <a:pt x="37625" y="19062"/>
                    <a:pt x="37625" y="28251"/>
                  </a:cubicBezTo>
                  <a:cubicBezTo>
                    <a:pt x="37625" y="37413"/>
                    <a:pt x="36008" y="44415"/>
                    <a:pt x="32775" y="49248"/>
                  </a:cubicBezTo>
                  <a:cubicBezTo>
                    <a:pt x="29567" y="54063"/>
                    <a:pt x="24913" y="56466"/>
                    <a:pt x="18812" y="56466"/>
                  </a:cubicBezTo>
                  <a:cubicBezTo>
                    <a:pt x="12712" y="56466"/>
                    <a:pt x="8045" y="54063"/>
                    <a:pt x="4812" y="49248"/>
                  </a:cubicBezTo>
                  <a:cubicBezTo>
                    <a:pt x="1604" y="44415"/>
                    <a:pt x="0" y="37413"/>
                    <a:pt x="0" y="28251"/>
                  </a:cubicBezTo>
                  <a:cubicBezTo>
                    <a:pt x="0" y="19062"/>
                    <a:pt x="1604" y="12069"/>
                    <a:pt x="4812" y="7254"/>
                  </a:cubicBezTo>
                  <a:cubicBezTo>
                    <a:pt x="8045" y="2421"/>
                    <a:pt x="12712" y="0"/>
                    <a:pt x="18812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C8A2A620-0FB5-F5DF-AB74-DC7BC6CC6171}"/>
                </a:ext>
              </a:extLst>
            </p:cNvPr>
            <p:cNvSpPr/>
            <p:nvPr/>
          </p:nvSpPr>
          <p:spPr>
            <a:xfrm>
              <a:off x="3387360" y="3220587"/>
              <a:ext cx="46739" cy="6201"/>
            </a:xfrm>
            <a:custGeom>
              <a:avLst/>
              <a:gdLst>
                <a:gd name="connsiteX0" fmla="*/ 0 w 46739"/>
                <a:gd name="connsiteY0" fmla="*/ 0 h 6201"/>
                <a:gd name="connsiteX1" fmla="*/ 46740 w 46739"/>
                <a:gd name="connsiteY1" fmla="*/ 0 h 6201"/>
                <a:gd name="connsiteX2" fmla="*/ 46740 w 46739"/>
                <a:gd name="connsiteY2" fmla="*/ 6201 h 6201"/>
                <a:gd name="connsiteX3" fmla="*/ 0 w 46739"/>
                <a:gd name="connsiteY3" fmla="*/ 6201 h 6201"/>
                <a:gd name="connsiteX4" fmla="*/ 0 w 46739"/>
                <a:gd name="connsiteY4" fmla="*/ 0 h 6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739" h="6201">
                  <a:moveTo>
                    <a:pt x="0" y="0"/>
                  </a:moveTo>
                  <a:lnTo>
                    <a:pt x="46740" y="0"/>
                  </a:lnTo>
                  <a:lnTo>
                    <a:pt x="46740" y="6201"/>
                  </a:lnTo>
                  <a:lnTo>
                    <a:pt x="0" y="6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F94BCEA3-742D-3D89-779C-CD83AFE1E874}"/>
                </a:ext>
              </a:extLst>
            </p:cNvPr>
            <p:cNvSpPr/>
            <p:nvPr/>
          </p:nvSpPr>
          <p:spPr>
            <a:xfrm>
              <a:off x="3446932" y="3191679"/>
              <a:ext cx="37624" cy="56465"/>
            </a:xfrm>
            <a:custGeom>
              <a:avLst/>
              <a:gdLst>
                <a:gd name="connsiteX0" fmla="*/ 18813 w 37624"/>
                <a:gd name="connsiteY0" fmla="*/ 5832 h 56465"/>
                <a:gd name="connsiteX1" fmla="*/ 10245 w 37624"/>
                <a:gd name="connsiteY1" fmla="*/ 11448 h 56465"/>
                <a:gd name="connsiteX2" fmla="*/ 7401 w 37624"/>
                <a:gd name="connsiteY2" fmla="*/ 28251 h 56465"/>
                <a:gd name="connsiteX3" fmla="*/ 10245 w 37624"/>
                <a:gd name="connsiteY3" fmla="*/ 45063 h 56465"/>
                <a:gd name="connsiteX4" fmla="*/ 18813 w 37624"/>
                <a:gd name="connsiteY4" fmla="*/ 50634 h 56465"/>
                <a:gd name="connsiteX5" fmla="*/ 27380 w 37624"/>
                <a:gd name="connsiteY5" fmla="*/ 45063 h 56465"/>
                <a:gd name="connsiteX6" fmla="*/ 30260 w 37624"/>
                <a:gd name="connsiteY6" fmla="*/ 28251 h 56465"/>
                <a:gd name="connsiteX7" fmla="*/ 27380 w 37624"/>
                <a:gd name="connsiteY7" fmla="*/ 11448 h 56465"/>
                <a:gd name="connsiteX8" fmla="*/ 18813 w 37624"/>
                <a:gd name="connsiteY8" fmla="*/ 5832 h 56465"/>
                <a:gd name="connsiteX9" fmla="*/ 18813 w 37624"/>
                <a:gd name="connsiteY9" fmla="*/ 0 h 56465"/>
                <a:gd name="connsiteX10" fmla="*/ 32776 w 37624"/>
                <a:gd name="connsiteY10" fmla="*/ 7254 h 56465"/>
                <a:gd name="connsiteX11" fmla="*/ 37624 w 37624"/>
                <a:gd name="connsiteY11" fmla="*/ 28251 h 56465"/>
                <a:gd name="connsiteX12" fmla="*/ 32776 w 37624"/>
                <a:gd name="connsiteY12" fmla="*/ 49248 h 56465"/>
                <a:gd name="connsiteX13" fmla="*/ 18813 w 37624"/>
                <a:gd name="connsiteY13" fmla="*/ 56466 h 56465"/>
                <a:gd name="connsiteX14" fmla="*/ 4812 w 37624"/>
                <a:gd name="connsiteY14" fmla="*/ 49248 h 56465"/>
                <a:gd name="connsiteX15" fmla="*/ 0 w 37624"/>
                <a:gd name="connsiteY15" fmla="*/ 28251 h 56465"/>
                <a:gd name="connsiteX16" fmla="*/ 4812 w 37624"/>
                <a:gd name="connsiteY16" fmla="*/ 7254 h 56465"/>
                <a:gd name="connsiteX17" fmla="*/ 18813 w 37624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65">
                  <a:moveTo>
                    <a:pt x="18813" y="5832"/>
                  </a:moveTo>
                  <a:cubicBezTo>
                    <a:pt x="15021" y="5832"/>
                    <a:pt x="12164" y="7704"/>
                    <a:pt x="10245" y="11448"/>
                  </a:cubicBezTo>
                  <a:cubicBezTo>
                    <a:pt x="8348" y="15165"/>
                    <a:pt x="7401" y="20763"/>
                    <a:pt x="7401" y="28251"/>
                  </a:cubicBezTo>
                  <a:cubicBezTo>
                    <a:pt x="7401" y="35712"/>
                    <a:pt x="8348" y="41319"/>
                    <a:pt x="10245" y="45063"/>
                  </a:cubicBezTo>
                  <a:cubicBezTo>
                    <a:pt x="12164" y="48780"/>
                    <a:pt x="15021" y="50634"/>
                    <a:pt x="18813" y="50634"/>
                  </a:cubicBezTo>
                  <a:cubicBezTo>
                    <a:pt x="22629" y="50634"/>
                    <a:pt x="25484" y="48780"/>
                    <a:pt x="27380" y="45063"/>
                  </a:cubicBezTo>
                  <a:cubicBezTo>
                    <a:pt x="29299" y="41319"/>
                    <a:pt x="30260" y="35712"/>
                    <a:pt x="30260" y="28251"/>
                  </a:cubicBezTo>
                  <a:cubicBezTo>
                    <a:pt x="30260" y="20763"/>
                    <a:pt x="29299" y="15165"/>
                    <a:pt x="27380" y="11448"/>
                  </a:cubicBezTo>
                  <a:cubicBezTo>
                    <a:pt x="25484" y="7704"/>
                    <a:pt x="22629" y="5832"/>
                    <a:pt x="18813" y="5832"/>
                  </a:cubicBezTo>
                  <a:moveTo>
                    <a:pt x="18813" y="0"/>
                  </a:moveTo>
                  <a:cubicBezTo>
                    <a:pt x="24913" y="0"/>
                    <a:pt x="29568" y="2421"/>
                    <a:pt x="32776" y="7254"/>
                  </a:cubicBezTo>
                  <a:cubicBezTo>
                    <a:pt x="36008" y="12069"/>
                    <a:pt x="37624" y="19062"/>
                    <a:pt x="37624" y="28251"/>
                  </a:cubicBezTo>
                  <a:cubicBezTo>
                    <a:pt x="37624" y="37413"/>
                    <a:pt x="36008" y="44415"/>
                    <a:pt x="32776" y="49248"/>
                  </a:cubicBezTo>
                  <a:cubicBezTo>
                    <a:pt x="29568" y="54063"/>
                    <a:pt x="24913" y="56466"/>
                    <a:pt x="18813" y="56466"/>
                  </a:cubicBezTo>
                  <a:cubicBezTo>
                    <a:pt x="12712" y="56466"/>
                    <a:pt x="8045" y="54063"/>
                    <a:pt x="4812" y="49248"/>
                  </a:cubicBezTo>
                  <a:cubicBezTo>
                    <a:pt x="1604" y="44415"/>
                    <a:pt x="0" y="37413"/>
                    <a:pt x="0" y="28251"/>
                  </a:cubicBezTo>
                  <a:cubicBezTo>
                    <a:pt x="0" y="19062"/>
                    <a:pt x="1604" y="12069"/>
                    <a:pt x="4812" y="7254"/>
                  </a:cubicBezTo>
                  <a:cubicBezTo>
                    <a:pt x="8045" y="2421"/>
                    <a:pt x="12712" y="0"/>
                    <a:pt x="18813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7956BE20-0E9F-3D8F-9FE7-7173DAD8B5EF}"/>
                </a:ext>
              </a:extLst>
            </p:cNvPr>
            <p:cNvSpPr/>
            <p:nvPr/>
          </p:nvSpPr>
          <p:spPr>
            <a:xfrm>
              <a:off x="3497500" y="3237831"/>
              <a:ext cx="7692" cy="9260"/>
            </a:xfrm>
            <a:custGeom>
              <a:avLst/>
              <a:gdLst>
                <a:gd name="connsiteX0" fmla="*/ 0 w 7692"/>
                <a:gd name="connsiteY0" fmla="*/ 0 h 9260"/>
                <a:gd name="connsiteX1" fmla="*/ 7692 w 7692"/>
                <a:gd name="connsiteY1" fmla="*/ 0 h 9260"/>
                <a:gd name="connsiteX2" fmla="*/ 7692 w 7692"/>
                <a:gd name="connsiteY2" fmla="*/ 9261 h 9260"/>
                <a:gd name="connsiteX3" fmla="*/ 0 w 7692"/>
                <a:gd name="connsiteY3" fmla="*/ 9261 h 9260"/>
                <a:gd name="connsiteX4" fmla="*/ 0 w 7692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2" h="9260">
                  <a:moveTo>
                    <a:pt x="0" y="0"/>
                  </a:moveTo>
                  <a:lnTo>
                    <a:pt x="7692" y="0"/>
                  </a:lnTo>
                  <a:lnTo>
                    <a:pt x="7692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1C6925C6-528C-8853-C9A7-C295E1010D04}"/>
                </a:ext>
              </a:extLst>
            </p:cNvPr>
            <p:cNvSpPr/>
            <p:nvPr/>
          </p:nvSpPr>
          <p:spPr>
            <a:xfrm>
              <a:off x="3519010" y="3192659"/>
              <a:ext cx="35218" cy="55485"/>
            </a:xfrm>
            <a:custGeom>
              <a:avLst/>
              <a:gdLst>
                <a:gd name="connsiteX0" fmla="*/ 2297 w 35218"/>
                <a:gd name="connsiteY0" fmla="*/ 0 h 55485"/>
                <a:gd name="connsiteX1" fmla="*/ 31208 w 35218"/>
                <a:gd name="connsiteY1" fmla="*/ 0 h 55485"/>
                <a:gd name="connsiteX2" fmla="*/ 31208 w 35218"/>
                <a:gd name="connsiteY2" fmla="*/ 6201 h 55485"/>
                <a:gd name="connsiteX3" fmla="*/ 9042 w 35218"/>
                <a:gd name="connsiteY3" fmla="*/ 6201 h 55485"/>
                <a:gd name="connsiteX4" fmla="*/ 9042 w 35218"/>
                <a:gd name="connsiteY4" fmla="*/ 19539 h 55485"/>
                <a:gd name="connsiteX5" fmla="*/ 12250 w 35218"/>
                <a:gd name="connsiteY5" fmla="*/ 18738 h 55485"/>
                <a:gd name="connsiteX6" fmla="*/ 15458 w 35218"/>
                <a:gd name="connsiteY6" fmla="*/ 18450 h 55485"/>
                <a:gd name="connsiteX7" fmla="*/ 29896 w 35218"/>
                <a:gd name="connsiteY7" fmla="*/ 23445 h 55485"/>
                <a:gd name="connsiteX8" fmla="*/ 35219 w 35218"/>
                <a:gd name="connsiteY8" fmla="*/ 36972 h 55485"/>
                <a:gd name="connsiteX9" fmla="*/ 29750 w 35218"/>
                <a:gd name="connsiteY9" fmla="*/ 50643 h 55485"/>
                <a:gd name="connsiteX10" fmla="*/ 14328 w 35218"/>
                <a:gd name="connsiteY10" fmla="*/ 55485 h 55485"/>
                <a:gd name="connsiteX11" fmla="*/ 7329 w 35218"/>
                <a:gd name="connsiteY11" fmla="*/ 54909 h 55485"/>
                <a:gd name="connsiteX12" fmla="*/ 0 w 35218"/>
                <a:gd name="connsiteY12" fmla="*/ 53154 h 55485"/>
                <a:gd name="connsiteX13" fmla="*/ 0 w 35218"/>
                <a:gd name="connsiteY13" fmla="*/ 45756 h 55485"/>
                <a:gd name="connsiteX14" fmla="*/ 6782 w 35218"/>
                <a:gd name="connsiteY14" fmla="*/ 48420 h 55485"/>
                <a:gd name="connsiteX15" fmla="*/ 14182 w 35218"/>
                <a:gd name="connsiteY15" fmla="*/ 49293 h 55485"/>
                <a:gd name="connsiteX16" fmla="*/ 24172 w 35218"/>
                <a:gd name="connsiteY16" fmla="*/ 45972 h 55485"/>
                <a:gd name="connsiteX17" fmla="*/ 27854 w 35218"/>
                <a:gd name="connsiteY17" fmla="*/ 36972 h 55485"/>
                <a:gd name="connsiteX18" fmla="*/ 24172 w 35218"/>
                <a:gd name="connsiteY18" fmla="*/ 27963 h 55485"/>
                <a:gd name="connsiteX19" fmla="*/ 14182 w 35218"/>
                <a:gd name="connsiteY19" fmla="*/ 24642 h 55485"/>
                <a:gd name="connsiteX20" fmla="*/ 8276 w 35218"/>
                <a:gd name="connsiteY20" fmla="*/ 25299 h 55485"/>
                <a:gd name="connsiteX21" fmla="*/ 2297 w 35218"/>
                <a:gd name="connsiteY21" fmla="*/ 27342 h 55485"/>
                <a:gd name="connsiteX22" fmla="*/ 2297 w 35218"/>
                <a:gd name="connsiteY22" fmla="*/ 0 h 55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218" h="55485">
                  <a:moveTo>
                    <a:pt x="2297" y="0"/>
                  </a:moveTo>
                  <a:lnTo>
                    <a:pt x="31208" y="0"/>
                  </a:lnTo>
                  <a:lnTo>
                    <a:pt x="31208" y="6201"/>
                  </a:lnTo>
                  <a:lnTo>
                    <a:pt x="9042" y="6201"/>
                  </a:lnTo>
                  <a:lnTo>
                    <a:pt x="9042" y="19539"/>
                  </a:lnTo>
                  <a:cubicBezTo>
                    <a:pt x="10112" y="19179"/>
                    <a:pt x="11181" y="18909"/>
                    <a:pt x="12250" y="18738"/>
                  </a:cubicBezTo>
                  <a:cubicBezTo>
                    <a:pt x="13320" y="18549"/>
                    <a:pt x="14389" y="18450"/>
                    <a:pt x="15458" y="18450"/>
                  </a:cubicBezTo>
                  <a:cubicBezTo>
                    <a:pt x="21534" y="18450"/>
                    <a:pt x="26348" y="20115"/>
                    <a:pt x="29896" y="23445"/>
                  </a:cubicBezTo>
                  <a:cubicBezTo>
                    <a:pt x="33445" y="26775"/>
                    <a:pt x="35219" y="31284"/>
                    <a:pt x="35219" y="36972"/>
                  </a:cubicBezTo>
                  <a:cubicBezTo>
                    <a:pt x="35219" y="42831"/>
                    <a:pt x="33396" y="47385"/>
                    <a:pt x="29750" y="50643"/>
                  </a:cubicBezTo>
                  <a:cubicBezTo>
                    <a:pt x="26105" y="53874"/>
                    <a:pt x="20964" y="55485"/>
                    <a:pt x="14328" y="55485"/>
                  </a:cubicBezTo>
                  <a:cubicBezTo>
                    <a:pt x="12044" y="55485"/>
                    <a:pt x="9711" y="55296"/>
                    <a:pt x="7329" y="54909"/>
                  </a:cubicBezTo>
                  <a:cubicBezTo>
                    <a:pt x="4971" y="54522"/>
                    <a:pt x="2528" y="53937"/>
                    <a:pt x="0" y="53154"/>
                  </a:cubicBezTo>
                  <a:lnTo>
                    <a:pt x="0" y="45756"/>
                  </a:lnTo>
                  <a:cubicBezTo>
                    <a:pt x="2188" y="46944"/>
                    <a:pt x="4448" y="47835"/>
                    <a:pt x="6782" y="48420"/>
                  </a:cubicBezTo>
                  <a:cubicBezTo>
                    <a:pt x="9115" y="49005"/>
                    <a:pt x="11582" y="49293"/>
                    <a:pt x="14182" y="49293"/>
                  </a:cubicBezTo>
                  <a:cubicBezTo>
                    <a:pt x="18387" y="49293"/>
                    <a:pt x="21717" y="48186"/>
                    <a:pt x="24172" y="45972"/>
                  </a:cubicBezTo>
                  <a:cubicBezTo>
                    <a:pt x="26627" y="43767"/>
                    <a:pt x="27854" y="40761"/>
                    <a:pt x="27854" y="36972"/>
                  </a:cubicBezTo>
                  <a:cubicBezTo>
                    <a:pt x="27854" y="33183"/>
                    <a:pt x="26627" y="30177"/>
                    <a:pt x="24172" y="27963"/>
                  </a:cubicBezTo>
                  <a:cubicBezTo>
                    <a:pt x="21717" y="25749"/>
                    <a:pt x="18387" y="24642"/>
                    <a:pt x="14182" y="24642"/>
                  </a:cubicBezTo>
                  <a:cubicBezTo>
                    <a:pt x="12214" y="24642"/>
                    <a:pt x="10245" y="24858"/>
                    <a:pt x="8276" y="25299"/>
                  </a:cubicBezTo>
                  <a:cubicBezTo>
                    <a:pt x="6332" y="25740"/>
                    <a:pt x="4339" y="26415"/>
                    <a:pt x="2297" y="27342"/>
                  </a:cubicBezTo>
                  <a:lnTo>
                    <a:pt x="2297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BAF4BA0F-30A7-0F77-7F76-E1E929123F06}"/>
                </a:ext>
              </a:extLst>
            </p:cNvPr>
            <p:cNvSpPr/>
            <p:nvPr/>
          </p:nvSpPr>
          <p:spPr>
            <a:xfrm>
              <a:off x="3853615" y="3191679"/>
              <a:ext cx="37619" cy="56465"/>
            </a:xfrm>
            <a:custGeom>
              <a:avLst/>
              <a:gdLst>
                <a:gd name="connsiteX0" fmla="*/ 18810 w 37619"/>
                <a:gd name="connsiteY0" fmla="*/ 5832 h 56465"/>
                <a:gd name="connsiteX1" fmla="*/ 10242 w 37619"/>
                <a:gd name="connsiteY1" fmla="*/ 11448 h 56465"/>
                <a:gd name="connsiteX2" fmla="*/ 7398 w 37619"/>
                <a:gd name="connsiteY2" fmla="*/ 28251 h 56465"/>
                <a:gd name="connsiteX3" fmla="*/ 10242 w 37619"/>
                <a:gd name="connsiteY3" fmla="*/ 45063 h 56465"/>
                <a:gd name="connsiteX4" fmla="*/ 18810 w 37619"/>
                <a:gd name="connsiteY4" fmla="*/ 50634 h 56465"/>
                <a:gd name="connsiteX5" fmla="*/ 27378 w 37619"/>
                <a:gd name="connsiteY5" fmla="*/ 45063 h 56465"/>
                <a:gd name="connsiteX6" fmla="*/ 30258 w 37619"/>
                <a:gd name="connsiteY6" fmla="*/ 28251 h 56465"/>
                <a:gd name="connsiteX7" fmla="*/ 27378 w 37619"/>
                <a:gd name="connsiteY7" fmla="*/ 11448 h 56465"/>
                <a:gd name="connsiteX8" fmla="*/ 18810 w 37619"/>
                <a:gd name="connsiteY8" fmla="*/ 5832 h 56465"/>
                <a:gd name="connsiteX9" fmla="*/ 18810 w 37619"/>
                <a:gd name="connsiteY9" fmla="*/ 0 h 56465"/>
                <a:gd name="connsiteX10" fmla="*/ 32778 w 37619"/>
                <a:gd name="connsiteY10" fmla="*/ 7254 h 56465"/>
                <a:gd name="connsiteX11" fmla="*/ 37620 w 37619"/>
                <a:gd name="connsiteY11" fmla="*/ 28251 h 56465"/>
                <a:gd name="connsiteX12" fmla="*/ 32778 w 37619"/>
                <a:gd name="connsiteY12" fmla="*/ 49248 h 56465"/>
                <a:gd name="connsiteX13" fmla="*/ 18810 w 37619"/>
                <a:gd name="connsiteY13" fmla="*/ 56466 h 56465"/>
                <a:gd name="connsiteX14" fmla="*/ 4815 w 37619"/>
                <a:gd name="connsiteY14" fmla="*/ 49248 h 56465"/>
                <a:gd name="connsiteX15" fmla="*/ 0 w 37619"/>
                <a:gd name="connsiteY15" fmla="*/ 28251 h 56465"/>
                <a:gd name="connsiteX16" fmla="*/ 4815 w 37619"/>
                <a:gd name="connsiteY16" fmla="*/ 7254 h 56465"/>
                <a:gd name="connsiteX17" fmla="*/ 18810 w 37619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19" h="56465">
                  <a:moveTo>
                    <a:pt x="18810" y="5832"/>
                  </a:moveTo>
                  <a:cubicBezTo>
                    <a:pt x="15021" y="5832"/>
                    <a:pt x="12159" y="7704"/>
                    <a:pt x="10242" y="11448"/>
                  </a:cubicBezTo>
                  <a:cubicBezTo>
                    <a:pt x="8343" y="15165"/>
                    <a:pt x="7398" y="20763"/>
                    <a:pt x="7398" y="28251"/>
                  </a:cubicBezTo>
                  <a:cubicBezTo>
                    <a:pt x="7398" y="35712"/>
                    <a:pt x="8343" y="41319"/>
                    <a:pt x="10242" y="45063"/>
                  </a:cubicBezTo>
                  <a:cubicBezTo>
                    <a:pt x="12159" y="48780"/>
                    <a:pt x="15021" y="50634"/>
                    <a:pt x="18810" y="50634"/>
                  </a:cubicBezTo>
                  <a:cubicBezTo>
                    <a:pt x="22626" y="50634"/>
                    <a:pt x="25479" y="48780"/>
                    <a:pt x="27378" y="45063"/>
                  </a:cubicBezTo>
                  <a:cubicBezTo>
                    <a:pt x="29295" y="41319"/>
                    <a:pt x="30258" y="35712"/>
                    <a:pt x="30258" y="28251"/>
                  </a:cubicBezTo>
                  <a:cubicBezTo>
                    <a:pt x="30258" y="20763"/>
                    <a:pt x="29295" y="15165"/>
                    <a:pt x="27378" y="11448"/>
                  </a:cubicBezTo>
                  <a:cubicBezTo>
                    <a:pt x="25479" y="7704"/>
                    <a:pt x="22626" y="5832"/>
                    <a:pt x="18810" y="5832"/>
                  </a:cubicBezTo>
                  <a:moveTo>
                    <a:pt x="18810" y="0"/>
                  </a:moveTo>
                  <a:cubicBezTo>
                    <a:pt x="24912" y="0"/>
                    <a:pt x="29565" y="2421"/>
                    <a:pt x="32778" y="7254"/>
                  </a:cubicBezTo>
                  <a:cubicBezTo>
                    <a:pt x="36009" y="12069"/>
                    <a:pt x="37620" y="19062"/>
                    <a:pt x="37620" y="28251"/>
                  </a:cubicBezTo>
                  <a:cubicBezTo>
                    <a:pt x="37620" y="37413"/>
                    <a:pt x="36009" y="44415"/>
                    <a:pt x="32778" y="49248"/>
                  </a:cubicBezTo>
                  <a:cubicBezTo>
                    <a:pt x="29565" y="54063"/>
                    <a:pt x="24912" y="56466"/>
                    <a:pt x="18810" y="56466"/>
                  </a:cubicBezTo>
                  <a:cubicBezTo>
                    <a:pt x="12708" y="56466"/>
                    <a:pt x="8046" y="54063"/>
                    <a:pt x="4815" y="49248"/>
                  </a:cubicBezTo>
                  <a:cubicBezTo>
                    <a:pt x="1602" y="44415"/>
                    <a:pt x="0" y="37413"/>
                    <a:pt x="0" y="28251"/>
                  </a:cubicBezTo>
                  <a:cubicBezTo>
                    <a:pt x="0" y="19062"/>
                    <a:pt x="1602" y="12069"/>
                    <a:pt x="4815" y="7254"/>
                  </a:cubicBezTo>
                  <a:cubicBezTo>
                    <a:pt x="8046" y="2421"/>
                    <a:pt x="12708" y="0"/>
                    <a:pt x="18810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A3DC05EB-660B-5BB6-71F9-221E203478FE}"/>
                </a:ext>
              </a:extLst>
            </p:cNvPr>
            <p:cNvSpPr/>
            <p:nvPr/>
          </p:nvSpPr>
          <p:spPr>
            <a:xfrm>
              <a:off x="3904176" y="3237831"/>
              <a:ext cx="7695" cy="9260"/>
            </a:xfrm>
            <a:custGeom>
              <a:avLst/>
              <a:gdLst>
                <a:gd name="connsiteX0" fmla="*/ 0 w 7695"/>
                <a:gd name="connsiteY0" fmla="*/ 0 h 9260"/>
                <a:gd name="connsiteX1" fmla="*/ 7695 w 7695"/>
                <a:gd name="connsiteY1" fmla="*/ 0 h 9260"/>
                <a:gd name="connsiteX2" fmla="*/ 7695 w 7695"/>
                <a:gd name="connsiteY2" fmla="*/ 9261 h 9260"/>
                <a:gd name="connsiteX3" fmla="*/ 0 w 7695"/>
                <a:gd name="connsiteY3" fmla="*/ 9261 h 9260"/>
                <a:gd name="connsiteX4" fmla="*/ 0 w 7695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5" h="9260">
                  <a:moveTo>
                    <a:pt x="0" y="0"/>
                  </a:moveTo>
                  <a:lnTo>
                    <a:pt x="7695" y="0"/>
                  </a:lnTo>
                  <a:lnTo>
                    <a:pt x="7695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131674E4-1316-B97F-0AD8-D5C7C2227C08}"/>
                </a:ext>
              </a:extLst>
            </p:cNvPr>
            <p:cNvSpPr/>
            <p:nvPr/>
          </p:nvSpPr>
          <p:spPr>
            <a:xfrm>
              <a:off x="3924849" y="3191679"/>
              <a:ext cx="37629" cy="56465"/>
            </a:xfrm>
            <a:custGeom>
              <a:avLst/>
              <a:gdLst>
                <a:gd name="connsiteX0" fmla="*/ 18819 w 37629"/>
                <a:gd name="connsiteY0" fmla="*/ 5832 h 56465"/>
                <a:gd name="connsiteX1" fmla="*/ 10251 w 37629"/>
                <a:gd name="connsiteY1" fmla="*/ 11448 h 56465"/>
                <a:gd name="connsiteX2" fmla="*/ 7407 w 37629"/>
                <a:gd name="connsiteY2" fmla="*/ 28251 h 56465"/>
                <a:gd name="connsiteX3" fmla="*/ 10251 w 37629"/>
                <a:gd name="connsiteY3" fmla="*/ 45063 h 56465"/>
                <a:gd name="connsiteX4" fmla="*/ 18819 w 37629"/>
                <a:gd name="connsiteY4" fmla="*/ 50634 h 56465"/>
                <a:gd name="connsiteX5" fmla="*/ 27378 w 37629"/>
                <a:gd name="connsiteY5" fmla="*/ 45063 h 56465"/>
                <a:gd name="connsiteX6" fmla="*/ 30267 w 37629"/>
                <a:gd name="connsiteY6" fmla="*/ 28251 h 56465"/>
                <a:gd name="connsiteX7" fmla="*/ 27378 w 37629"/>
                <a:gd name="connsiteY7" fmla="*/ 11448 h 56465"/>
                <a:gd name="connsiteX8" fmla="*/ 18819 w 37629"/>
                <a:gd name="connsiteY8" fmla="*/ 5832 h 56465"/>
                <a:gd name="connsiteX9" fmla="*/ 18819 w 37629"/>
                <a:gd name="connsiteY9" fmla="*/ 0 h 56465"/>
                <a:gd name="connsiteX10" fmla="*/ 32778 w 37629"/>
                <a:gd name="connsiteY10" fmla="*/ 7254 h 56465"/>
                <a:gd name="connsiteX11" fmla="*/ 37629 w 37629"/>
                <a:gd name="connsiteY11" fmla="*/ 28251 h 56465"/>
                <a:gd name="connsiteX12" fmla="*/ 32778 w 37629"/>
                <a:gd name="connsiteY12" fmla="*/ 49248 h 56465"/>
                <a:gd name="connsiteX13" fmla="*/ 18819 w 37629"/>
                <a:gd name="connsiteY13" fmla="*/ 56466 h 56465"/>
                <a:gd name="connsiteX14" fmla="*/ 4815 w 37629"/>
                <a:gd name="connsiteY14" fmla="*/ 49248 h 56465"/>
                <a:gd name="connsiteX15" fmla="*/ 0 w 37629"/>
                <a:gd name="connsiteY15" fmla="*/ 28251 h 56465"/>
                <a:gd name="connsiteX16" fmla="*/ 4815 w 37629"/>
                <a:gd name="connsiteY16" fmla="*/ 7254 h 56465"/>
                <a:gd name="connsiteX17" fmla="*/ 18819 w 37629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9" h="56465">
                  <a:moveTo>
                    <a:pt x="18819" y="5832"/>
                  </a:moveTo>
                  <a:cubicBezTo>
                    <a:pt x="15030" y="5832"/>
                    <a:pt x="12168" y="7704"/>
                    <a:pt x="10251" y="11448"/>
                  </a:cubicBezTo>
                  <a:cubicBezTo>
                    <a:pt x="8352" y="15165"/>
                    <a:pt x="7407" y="20763"/>
                    <a:pt x="7407" y="28251"/>
                  </a:cubicBezTo>
                  <a:cubicBezTo>
                    <a:pt x="7407" y="35712"/>
                    <a:pt x="8352" y="41319"/>
                    <a:pt x="10251" y="45063"/>
                  </a:cubicBezTo>
                  <a:cubicBezTo>
                    <a:pt x="12168" y="48780"/>
                    <a:pt x="15030" y="50634"/>
                    <a:pt x="18819" y="50634"/>
                  </a:cubicBezTo>
                  <a:cubicBezTo>
                    <a:pt x="22635" y="50634"/>
                    <a:pt x="25488" y="48780"/>
                    <a:pt x="27378" y="45063"/>
                  </a:cubicBezTo>
                  <a:cubicBezTo>
                    <a:pt x="29304" y="41319"/>
                    <a:pt x="30267" y="35712"/>
                    <a:pt x="30267" y="28251"/>
                  </a:cubicBezTo>
                  <a:cubicBezTo>
                    <a:pt x="30267" y="20763"/>
                    <a:pt x="29304" y="15165"/>
                    <a:pt x="27378" y="11448"/>
                  </a:cubicBezTo>
                  <a:cubicBezTo>
                    <a:pt x="25488" y="7704"/>
                    <a:pt x="22635" y="5832"/>
                    <a:pt x="18819" y="5832"/>
                  </a:cubicBezTo>
                  <a:moveTo>
                    <a:pt x="18819" y="0"/>
                  </a:moveTo>
                  <a:cubicBezTo>
                    <a:pt x="24912" y="0"/>
                    <a:pt x="29565" y="2421"/>
                    <a:pt x="32778" y="7254"/>
                  </a:cubicBezTo>
                  <a:cubicBezTo>
                    <a:pt x="36009" y="12069"/>
                    <a:pt x="37629" y="19062"/>
                    <a:pt x="37629" y="28251"/>
                  </a:cubicBezTo>
                  <a:cubicBezTo>
                    <a:pt x="37629" y="37413"/>
                    <a:pt x="36009" y="44415"/>
                    <a:pt x="32778" y="49248"/>
                  </a:cubicBezTo>
                  <a:cubicBezTo>
                    <a:pt x="29565" y="54063"/>
                    <a:pt x="24912" y="56466"/>
                    <a:pt x="18819" y="56466"/>
                  </a:cubicBezTo>
                  <a:cubicBezTo>
                    <a:pt x="12717" y="56466"/>
                    <a:pt x="8046" y="54063"/>
                    <a:pt x="4815" y="49248"/>
                  </a:cubicBezTo>
                  <a:cubicBezTo>
                    <a:pt x="1602" y="44415"/>
                    <a:pt x="0" y="37413"/>
                    <a:pt x="0" y="28251"/>
                  </a:cubicBezTo>
                  <a:cubicBezTo>
                    <a:pt x="0" y="19062"/>
                    <a:pt x="1602" y="12069"/>
                    <a:pt x="4815" y="7254"/>
                  </a:cubicBezTo>
                  <a:cubicBezTo>
                    <a:pt x="8046" y="2421"/>
                    <a:pt x="12717" y="0"/>
                    <a:pt x="18819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856AB47C-64CE-F7BF-8E9F-799C59D00327}"/>
                </a:ext>
              </a:extLst>
            </p:cNvPr>
            <p:cNvSpPr/>
            <p:nvPr/>
          </p:nvSpPr>
          <p:spPr>
            <a:xfrm>
              <a:off x="4291645" y="3191679"/>
              <a:ext cx="37628" cy="56465"/>
            </a:xfrm>
            <a:custGeom>
              <a:avLst/>
              <a:gdLst>
                <a:gd name="connsiteX0" fmla="*/ 18819 w 37628"/>
                <a:gd name="connsiteY0" fmla="*/ 5832 h 56465"/>
                <a:gd name="connsiteX1" fmla="*/ 10251 w 37628"/>
                <a:gd name="connsiteY1" fmla="*/ 11448 h 56465"/>
                <a:gd name="connsiteX2" fmla="*/ 7407 w 37628"/>
                <a:gd name="connsiteY2" fmla="*/ 28251 h 56465"/>
                <a:gd name="connsiteX3" fmla="*/ 10251 w 37628"/>
                <a:gd name="connsiteY3" fmla="*/ 45063 h 56465"/>
                <a:gd name="connsiteX4" fmla="*/ 18819 w 37628"/>
                <a:gd name="connsiteY4" fmla="*/ 50634 h 56465"/>
                <a:gd name="connsiteX5" fmla="*/ 27387 w 37628"/>
                <a:gd name="connsiteY5" fmla="*/ 45063 h 56465"/>
                <a:gd name="connsiteX6" fmla="*/ 30267 w 37628"/>
                <a:gd name="connsiteY6" fmla="*/ 28251 h 56465"/>
                <a:gd name="connsiteX7" fmla="*/ 27387 w 37628"/>
                <a:gd name="connsiteY7" fmla="*/ 11448 h 56465"/>
                <a:gd name="connsiteX8" fmla="*/ 18819 w 37628"/>
                <a:gd name="connsiteY8" fmla="*/ 5832 h 56465"/>
                <a:gd name="connsiteX9" fmla="*/ 18819 w 37628"/>
                <a:gd name="connsiteY9" fmla="*/ 0 h 56465"/>
                <a:gd name="connsiteX10" fmla="*/ 32778 w 37628"/>
                <a:gd name="connsiteY10" fmla="*/ 7254 h 56465"/>
                <a:gd name="connsiteX11" fmla="*/ 37629 w 37628"/>
                <a:gd name="connsiteY11" fmla="*/ 28251 h 56465"/>
                <a:gd name="connsiteX12" fmla="*/ 32778 w 37628"/>
                <a:gd name="connsiteY12" fmla="*/ 49248 h 56465"/>
                <a:gd name="connsiteX13" fmla="*/ 18819 w 37628"/>
                <a:gd name="connsiteY13" fmla="*/ 56466 h 56465"/>
                <a:gd name="connsiteX14" fmla="*/ 4815 w 37628"/>
                <a:gd name="connsiteY14" fmla="*/ 49248 h 56465"/>
                <a:gd name="connsiteX15" fmla="*/ 0 w 37628"/>
                <a:gd name="connsiteY15" fmla="*/ 28251 h 56465"/>
                <a:gd name="connsiteX16" fmla="*/ 4815 w 37628"/>
                <a:gd name="connsiteY16" fmla="*/ 7254 h 56465"/>
                <a:gd name="connsiteX17" fmla="*/ 18819 w 37628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8" h="56465">
                  <a:moveTo>
                    <a:pt x="18819" y="5832"/>
                  </a:moveTo>
                  <a:cubicBezTo>
                    <a:pt x="15030" y="5832"/>
                    <a:pt x="12168" y="7704"/>
                    <a:pt x="10251" y="11448"/>
                  </a:cubicBezTo>
                  <a:cubicBezTo>
                    <a:pt x="8352" y="15165"/>
                    <a:pt x="7407" y="20763"/>
                    <a:pt x="7407" y="28251"/>
                  </a:cubicBezTo>
                  <a:cubicBezTo>
                    <a:pt x="7407" y="35712"/>
                    <a:pt x="8352" y="41319"/>
                    <a:pt x="10251" y="45063"/>
                  </a:cubicBezTo>
                  <a:cubicBezTo>
                    <a:pt x="12168" y="48780"/>
                    <a:pt x="15030" y="50634"/>
                    <a:pt x="18819" y="50634"/>
                  </a:cubicBezTo>
                  <a:cubicBezTo>
                    <a:pt x="22635" y="50634"/>
                    <a:pt x="25488" y="48780"/>
                    <a:pt x="27387" y="45063"/>
                  </a:cubicBezTo>
                  <a:cubicBezTo>
                    <a:pt x="29304" y="41319"/>
                    <a:pt x="30267" y="35712"/>
                    <a:pt x="30267" y="28251"/>
                  </a:cubicBezTo>
                  <a:cubicBezTo>
                    <a:pt x="30267" y="20763"/>
                    <a:pt x="29304" y="15165"/>
                    <a:pt x="27387" y="11448"/>
                  </a:cubicBezTo>
                  <a:cubicBezTo>
                    <a:pt x="25488" y="7704"/>
                    <a:pt x="22635" y="5832"/>
                    <a:pt x="18819" y="5832"/>
                  </a:cubicBezTo>
                  <a:moveTo>
                    <a:pt x="18819" y="0"/>
                  </a:moveTo>
                  <a:cubicBezTo>
                    <a:pt x="24912" y="0"/>
                    <a:pt x="29565" y="2421"/>
                    <a:pt x="32778" y="7254"/>
                  </a:cubicBezTo>
                  <a:cubicBezTo>
                    <a:pt x="36009" y="12069"/>
                    <a:pt x="37629" y="19062"/>
                    <a:pt x="37629" y="28251"/>
                  </a:cubicBezTo>
                  <a:cubicBezTo>
                    <a:pt x="37629" y="37413"/>
                    <a:pt x="36009" y="44415"/>
                    <a:pt x="32778" y="49248"/>
                  </a:cubicBezTo>
                  <a:cubicBezTo>
                    <a:pt x="29565" y="54063"/>
                    <a:pt x="24912" y="56466"/>
                    <a:pt x="18819" y="56466"/>
                  </a:cubicBezTo>
                  <a:cubicBezTo>
                    <a:pt x="12717" y="56466"/>
                    <a:pt x="8046" y="54063"/>
                    <a:pt x="4815" y="49248"/>
                  </a:cubicBezTo>
                  <a:cubicBezTo>
                    <a:pt x="1602" y="44415"/>
                    <a:pt x="0" y="37413"/>
                    <a:pt x="0" y="28251"/>
                  </a:cubicBezTo>
                  <a:cubicBezTo>
                    <a:pt x="0" y="19062"/>
                    <a:pt x="1602" y="12069"/>
                    <a:pt x="4815" y="7254"/>
                  </a:cubicBezTo>
                  <a:cubicBezTo>
                    <a:pt x="8046" y="2421"/>
                    <a:pt x="12717" y="0"/>
                    <a:pt x="18819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923EE454-A7F5-8C4B-E3BE-E22280E6A57E}"/>
                </a:ext>
              </a:extLst>
            </p:cNvPr>
            <p:cNvSpPr/>
            <p:nvPr/>
          </p:nvSpPr>
          <p:spPr>
            <a:xfrm>
              <a:off x="4342215" y="3237831"/>
              <a:ext cx="7695" cy="9260"/>
            </a:xfrm>
            <a:custGeom>
              <a:avLst/>
              <a:gdLst>
                <a:gd name="connsiteX0" fmla="*/ 0 w 7695"/>
                <a:gd name="connsiteY0" fmla="*/ 0 h 9260"/>
                <a:gd name="connsiteX1" fmla="*/ 7695 w 7695"/>
                <a:gd name="connsiteY1" fmla="*/ 0 h 9260"/>
                <a:gd name="connsiteX2" fmla="*/ 7695 w 7695"/>
                <a:gd name="connsiteY2" fmla="*/ 9261 h 9260"/>
                <a:gd name="connsiteX3" fmla="*/ 0 w 7695"/>
                <a:gd name="connsiteY3" fmla="*/ 9261 h 9260"/>
                <a:gd name="connsiteX4" fmla="*/ 0 w 7695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5" h="9260">
                  <a:moveTo>
                    <a:pt x="0" y="0"/>
                  </a:moveTo>
                  <a:lnTo>
                    <a:pt x="7695" y="0"/>
                  </a:lnTo>
                  <a:lnTo>
                    <a:pt x="7695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8A012B9B-B488-F1DF-4943-B7BB04B0269A}"/>
                </a:ext>
              </a:extLst>
            </p:cNvPr>
            <p:cNvSpPr/>
            <p:nvPr/>
          </p:nvSpPr>
          <p:spPr>
            <a:xfrm>
              <a:off x="4363725" y="3192659"/>
              <a:ext cx="35217" cy="55485"/>
            </a:xfrm>
            <a:custGeom>
              <a:avLst/>
              <a:gdLst>
                <a:gd name="connsiteX0" fmla="*/ 2295 w 35217"/>
                <a:gd name="connsiteY0" fmla="*/ 0 h 55485"/>
                <a:gd name="connsiteX1" fmla="*/ 31203 w 35217"/>
                <a:gd name="connsiteY1" fmla="*/ 0 h 55485"/>
                <a:gd name="connsiteX2" fmla="*/ 31203 w 35217"/>
                <a:gd name="connsiteY2" fmla="*/ 6201 h 55485"/>
                <a:gd name="connsiteX3" fmla="*/ 9045 w 35217"/>
                <a:gd name="connsiteY3" fmla="*/ 6201 h 55485"/>
                <a:gd name="connsiteX4" fmla="*/ 9045 w 35217"/>
                <a:gd name="connsiteY4" fmla="*/ 19539 h 55485"/>
                <a:gd name="connsiteX5" fmla="*/ 12249 w 35217"/>
                <a:gd name="connsiteY5" fmla="*/ 18738 h 55485"/>
                <a:gd name="connsiteX6" fmla="*/ 15462 w 35217"/>
                <a:gd name="connsiteY6" fmla="*/ 18450 h 55485"/>
                <a:gd name="connsiteX7" fmla="*/ 29898 w 35217"/>
                <a:gd name="connsiteY7" fmla="*/ 23445 h 55485"/>
                <a:gd name="connsiteX8" fmla="*/ 35217 w 35217"/>
                <a:gd name="connsiteY8" fmla="*/ 36972 h 55485"/>
                <a:gd name="connsiteX9" fmla="*/ 29745 w 35217"/>
                <a:gd name="connsiteY9" fmla="*/ 50643 h 55485"/>
                <a:gd name="connsiteX10" fmla="*/ 14328 w 35217"/>
                <a:gd name="connsiteY10" fmla="*/ 55485 h 55485"/>
                <a:gd name="connsiteX11" fmla="*/ 7326 w 35217"/>
                <a:gd name="connsiteY11" fmla="*/ 54909 h 55485"/>
                <a:gd name="connsiteX12" fmla="*/ 0 w 35217"/>
                <a:gd name="connsiteY12" fmla="*/ 53154 h 55485"/>
                <a:gd name="connsiteX13" fmla="*/ 0 w 35217"/>
                <a:gd name="connsiteY13" fmla="*/ 45756 h 55485"/>
                <a:gd name="connsiteX14" fmla="*/ 6777 w 35217"/>
                <a:gd name="connsiteY14" fmla="*/ 48420 h 55485"/>
                <a:gd name="connsiteX15" fmla="*/ 14184 w 35217"/>
                <a:gd name="connsiteY15" fmla="*/ 49293 h 55485"/>
                <a:gd name="connsiteX16" fmla="*/ 24174 w 35217"/>
                <a:gd name="connsiteY16" fmla="*/ 45972 h 55485"/>
                <a:gd name="connsiteX17" fmla="*/ 27855 w 35217"/>
                <a:gd name="connsiteY17" fmla="*/ 36972 h 55485"/>
                <a:gd name="connsiteX18" fmla="*/ 24174 w 35217"/>
                <a:gd name="connsiteY18" fmla="*/ 27963 h 55485"/>
                <a:gd name="connsiteX19" fmla="*/ 14184 w 35217"/>
                <a:gd name="connsiteY19" fmla="*/ 24642 h 55485"/>
                <a:gd name="connsiteX20" fmla="*/ 8271 w 35217"/>
                <a:gd name="connsiteY20" fmla="*/ 25299 h 55485"/>
                <a:gd name="connsiteX21" fmla="*/ 2295 w 35217"/>
                <a:gd name="connsiteY21" fmla="*/ 27342 h 55485"/>
                <a:gd name="connsiteX22" fmla="*/ 2295 w 35217"/>
                <a:gd name="connsiteY22" fmla="*/ 0 h 55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217" h="55485">
                  <a:moveTo>
                    <a:pt x="2295" y="0"/>
                  </a:moveTo>
                  <a:lnTo>
                    <a:pt x="31203" y="0"/>
                  </a:lnTo>
                  <a:lnTo>
                    <a:pt x="31203" y="6201"/>
                  </a:lnTo>
                  <a:lnTo>
                    <a:pt x="9045" y="6201"/>
                  </a:lnTo>
                  <a:lnTo>
                    <a:pt x="9045" y="19539"/>
                  </a:lnTo>
                  <a:cubicBezTo>
                    <a:pt x="10116" y="19179"/>
                    <a:pt x="11178" y="18909"/>
                    <a:pt x="12249" y="18738"/>
                  </a:cubicBezTo>
                  <a:cubicBezTo>
                    <a:pt x="13320" y="18549"/>
                    <a:pt x="14391" y="18450"/>
                    <a:pt x="15462" y="18450"/>
                  </a:cubicBezTo>
                  <a:cubicBezTo>
                    <a:pt x="21537" y="18450"/>
                    <a:pt x="26343" y="20115"/>
                    <a:pt x="29898" y="23445"/>
                  </a:cubicBezTo>
                  <a:cubicBezTo>
                    <a:pt x="33444" y="26775"/>
                    <a:pt x="35217" y="31284"/>
                    <a:pt x="35217" y="36972"/>
                  </a:cubicBezTo>
                  <a:cubicBezTo>
                    <a:pt x="35217" y="42831"/>
                    <a:pt x="33390" y="47385"/>
                    <a:pt x="29745" y="50643"/>
                  </a:cubicBezTo>
                  <a:cubicBezTo>
                    <a:pt x="26100" y="53874"/>
                    <a:pt x="20961" y="55485"/>
                    <a:pt x="14328" y="55485"/>
                  </a:cubicBezTo>
                  <a:cubicBezTo>
                    <a:pt x="12042" y="55485"/>
                    <a:pt x="9711" y="55296"/>
                    <a:pt x="7326" y="54909"/>
                  </a:cubicBezTo>
                  <a:cubicBezTo>
                    <a:pt x="4968" y="54522"/>
                    <a:pt x="2529" y="53937"/>
                    <a:pt x="0" y="53154"/>
                  </a:cubicBezTo>
                  <a:lnTo>
                    <a:pt x="0" y="45756"/>
                  </a:lnTo>
                  <a:cubicBezTo>
                    <a:pt x="2187" y="46944"/>
                    <a:pt x="4446" y="47835"/>
                    <a:pt x="6777" y="48420"/>
                  </a:cubicBezTo>
                  <a:cubicBezTo>
                    <a:pt x="9108" y="49005"/>
                    <a:pt x="11583" y="49293"/>
                    <a:pt x="14184" y="49293"/>
                  </a:cubicBezTo>
                  <a:cubicBezTo>
                    <a:pt x="18387" y="49293"/>
                    <a:pt x="21717" y="48186"/>
                    <a:pt x="24174" y="45972"/>
                  </a:cubicBezTo>
                  <a:cubicBezTo>
                    <a:pt x="26631" y="43767"/>
                    <a:pt x="27855" y="40761"/>
                    <a:pt x="27855" y="36972"/>
                  </a:cubicBezTo>
                  <a:cubicBezTo>
                    <a:pt x="27855" y="33183"/>
                    <a:pt x="26631" y="30177"/>
                    <a:pt x="24174" y="27963"/>
                  </a:cubicBezTo>
                  <a:cubicBezTo>
                    <a:pt x="21717" y="25749"/>
                    <a:pt x="18387" y="24642"/>
                    <a:pt x="14184" y="24642"/>
                  </a:cubicBezTo>
                  <a:cubicBezTo>
                    <a:pt x="12213" y="24642"/>
                    <a:pt x="10242" y="24858"/>
                    <a:pt x="8271" y="25299"/>
                  </a:cubicBezTo>
                  <a:cubicBezTo>
                    <a:pt x="6327" y="25740"/>
                    <a:pt x="4338" y="26415"/>
                    <a:pt x="2295" y="27342"/>
                  </a:cubicBezTo>
                  <a:lnTo>
                    <a:pt x="2295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41CF93E8-DFB6-0F7C-215E-373845D848A9}"/>
                </a:ext>
              </a:extLst>
            </p:cNvPr>
            <p:cNvSpPr/>
            <p:nvPr/>
          </p:nvSpPr>
          <p:spPr>
            <a:xfrm>
              <a:off x="4729756" y="3192659"/>
              <a:ext cx="32409" cy="54431"/>
            </a:xfrm>
            <a:custGeom>
              <a:avLst/>
              <a:gdLst>
                <a:gd name="connsiteX0" fmla="*/ 1053 w 32409"/>
                <a:gd name="connsiteY0" fmla="*/ 48231 h 54431"/>
                <a:gd name="connsiteX1" fmla="*/ 13086 w 32409"/>
                <a:gd name="connsiteY1" fmla="*/ 48231 h 54431"/>
                <a:gd name="connsiteX2" fmla="*/ 13086 w 32409"/>
                <a:gd name="connsiteY2" fmla="*/ 6705 h 54431"/>
                <a:gd name="connsiteX3" fmla="*/ 0 w 32409"/>
                <a:gd name="connsiteY3" fmla="*/ 9333 h 54431"/>
                <a:gd name="connsiteX4" fmla="*/ 0 w 32409"/>
                <a:gd name="connsiteY4" fmla="*/ 2628 h 54431"/>
                <a:gd name="connsiteX5" fmla="*/ 13014 w 32409"/>
                <a:gd name="connsiteY5" fmla="*/ 0 h 54431"/>
                <a:gd name="connsiteX6" fmla="*/ 20376 w 32409"/>
                <a:gd name="connsiteY6" fmla="*/ 0 h 54431"/>
                <a:gd name="connsiteX7" fmla="*/ 20376 w 32409"/>
                <a:gd name="connsiteY7" fmla="*/ 48231 h 54431"/>
                <a:gd name="connsiteX8" fmla="*/ 32409 w 32409"/>
                <a:gd name="connsiteY8" fmla="*/ 48231 h 54431"/>
                <a:gd name="connsiteX9" fmla="*/ 32409 w 32409"/>
                <a:gd name="connsiteY9" fmla="*/ 54432 h 54431"/>
                <a:gd name="connsiteX10" fmla="*/ 1053 w 32409"/>
                <a:gd name="connsiteY10" fmla="*/ 54432 h 54431"/>
                <a:gd name="connsiteX11" fmla="*/ 1053 w 32409"/>
                <a:gd name="connsiteY11" fmla="*/ 48231 h 54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409" h="54431">
                  <a:moveTo>
                    <a:pt x="1053" y="48231"/>
                  </a:moveTo>
                  <a:lnTo>
                    <a:pt x="13086" y="48231"/>
                  </a:lnTo>
                  <a:lnTo>
                    <a:pt x="13086" y="6705"/>
                  </a:lnTo>
                  <a:lnTo>
                    <a:pt x="0" y="9333"/>
                  </a:lnTo>
                  <a:lnTo>
                    <a:pt x="0" y="2628"/>
                  </a:lnTo>
                  <a:lnTo>
                    <a:pt x="13014" y="0"/>
                  </a:lnTo>
                  <a:lnTo>
                    <a:pt x="20376" y="0"/>
                  </a:lnTo>
                  <a:lnTo>
                    <a:pt x="20376" y="48231"/>
                  </a:lnTo>
                  <a:lnTo>
                    <a:pt x="32409" y="48231"/>
                  </a:lnTo>
                  <a:lnTo>
                    <a:pt x="32409" y="54432"/>
                  </a:lnTo>
                  <a:lnTo>
                    <a:pt x="1053" y="54432"/>
                  </a:lnTo>
                  <a:lnTo>
                    <a:pt x="1053" y="48231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DA5E1A13-1D14-1B65-06EF-7C8BC6563251}"/>
                </a:ext>
              </a:extLst>
            </p:cNvPr>
            <p:cNvSpPr/>
            <p:nvPr/>
          </p:nvSpPr>
          <p:spPr>
            <a:xfrm>
              <a:off x="4777042" y="3237831"/>
              <a:ext cx="7694" cy="9260"/>
            </a:xfrm>
            <a:custGeom>
              <a:avLst/>
              <a:gdLst>
                <a:gd name="connsiteX0" fmla="*/ 0 w 7694"/>
                <a:gd name="connsiteY0" fmla="*/ 0 h 9260"/>
                <a:gd name="connsiteX1" fmla="*/ 7695 w 7694"/>
                <a:gd name="connsiteY1" fmla="*/ 0 h 9260"/>
                <a:gd name="connsiteX2" fmla="*/ 7695 w 7694"/>
                <a:gd name="connsiteY2" fmla="*/ 9261 h 9260"/>
                <a:gd name="connsiteX3" fmla="*/ 0 w 7694"/>
                <a:gd name="connsiteY3" fmla="*/ 9261 h 9260"/>
                <a:gd name="connsiteX4" fmla="*/ 0 w 7694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4" h="9260">
                  <a:moveTo>
                    <a:pt x="0" y="0"/>
                  </a:moveTo>
                  <a:lnTo>
                    <a:pt x="7695" y="0"/>
                  </a:lnTo>
                  <a:lnTo>
                    <a:pt x="7695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30B32514-71B4-027C-B4FD-699526093517}"/>
                </a:ext>
              </a:extLst>
            </p:cNvPr>
            <p:cNvSpPr/>
            <p:nvPr/>
          </p:nvSpPr>
          <p:spPr>
            <a:xfrm>
              <a:off x="4797715" y="3191679"/>
              <a:ext cx="37620" cy="56465"/>
            </a:xfrm>
            <a:custGeom>
              <a:avLst/>
              <a:gdLst>
                <a:gd name="connsiteX0" fmla="*/ 18810 w 37620"/>
                <a:gd name="connsiteY0" fmla="*/ 5832 h 56465"/>
                <a:gd name="connsiteX1" fmla="*/ 10242 w 37620"/>
                <a:gd name="connsiteY1" fmla="*/ 11448 h 56465"/>
                <a:gd name="connsiteX2" fmla="*/ 7398 w 37620"/>
                <a:gd name="connsiteY2" fmla="*/ 28251 h 56465"/>
                <a:gd name="connsiteX3" fmla="*/ 10242 w 37620"/>
                <a:gd name="connsiteY3" fmla="*/ 45063 h 56465"/>
                <a:gd name="connsiteX4" fmla="*/ 18810 w 37620"/>
                <a:gd name="connsiteY4" fmla="*/ 50634 h 56465"/>
                <a:gd name="connsiteX5" fmla="*/ 27378 w 37620"/>
                <a:gd name="connsiteY5" fmla="*/ 45063 h 56465"/>
                <a:gd name="connsiteX6" fmla="*/ 30258 w 37620"/>
                <a:gd name="connsiteY6" fmla="*/ 28251 h 56465"/>
                <a:gd name="connsiteX7" fmla="*/ 27378 w 37620"/>
                <a:gd name="connsiteY7" fmla="*/ 11448 h 56465"/>
                <a:gd name="connsiteX8" fmla="*/ 18810 w 37620"/>
                <a:gd name="connsiteY8" fmla="*/ 5832 h 56465"/>
                <a:gd name="connsiteX9" fmla="*/ 18810 w 37620"/>
                <a:gd name="connsiteY9" fmla="*/ 0 h 56465"/>
                <a:gd name="connsiteX10" fmla="*/ 32778 w 37620"/>
                <a:gd name="connsiteY10" fmla="*/ 7254 h 56465"/>
                <a:gd name="connsiteX11" fmla="*/ 37620 w 37620"/>
                <a:gd name="connsiteY11" fmla="*/ 28251 h 56465"/>
                <a:gd name="connsiteX12" fmla="*/ 32778 w 37620"/>
                <a:gd name="connsiteY12" fmla="*/ 49248 h 56465"/>
                <a:gd name="connsiteX13" fmla="*/ 18810 w 37620"/>
                <a:gd name="connsiteY13" fmla="*/ 56466 h 56465"/>
                <a:gd name="connsiteX14" fmla="*/ 4806 w 37620"/>
                <a:gd name="connsiteY14" fmla="*/ 49248 h 56465"/>
                <a:gd name="connsiteX15" fmla="*/ 0 w 37620"/>
                <a:gd name="connsiteY15" fmla="*/ 28251 h 56465"/>
                <a:gd name="connsiteX16" fmla="*/ 4806 w 37620"/>
                <a:gd name="connsiteY16" fmla="*/ 7254 h 56465"/>
                <a:gd name="connsiteX17" fmla="*/ 18810 w 37620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0" h="56465">
                  <a:moveTo>
                    <a:pt x="18810" y="5832"/>
                  </a:moveTo>
                  <a:cubicBezTo>
                    <a:pt x="15021" y="5832"/>
                    <a:pt x="12159" y="7704"/>
                    <a:pt x="10242" y="11448"/>
                  </a:cubicBezTo>
                  <a:cubicBezTo>
                    <a:pt x="8343" y="15165"/>
                    <a:pt x="7398" y="20763"/>
                    <a:pt x="7398" y="28251"/>
                  </a:cubicBezTo>
                  <a:cubicBezTo>
                    <a:pt x="7398" y="35712"/>
                    <a:pt x="8343" y="41319"/>
                    <a:pt x="10242" y="45063"/>
                  </a:cubicBezTo>
                  <a:cubicBezTo>
                    <a:pt x="12159" y="48780"/>
                    <a:pt x="15021" y="50634"/>
                    <a:pt x="18810" y="50634"/>
                  </a:cubicBezTo>
                  <a:cubicBezTo>
                    <a:pt x="22626" y="50634"/>
                    <a:pt x="25479" y="48780"/>
                    <a:pt x="27378" y="45063"/>
                  </a:cubicBezTo>
                  <a:cubicBezTo>
                    <a:pt x="29295" y="41319"/>
                    <a:pt x="30258" y="35712"/>
                    <a:pt x="30258" y="28251"/>
                  </a:cubicBezTo>
                  <a:cubicBezTo>
                    <a:pt x="30258" y="20763"/>
                    <a:pt x="29295" y="15165"/>
                    <a:pt x="27378" y="11448"/>
                  </a:cubicBezTo>
                  <a:cubicBezTo>
                    <a:pt x="25479" y="7704"/>
                    <a:pt x="22626" y="5832"/>
                    <a:pt x="18810" y="5832"/>
                  </a:cubicBezTo>
                  <a:moveTo>
                    <a:pt x="18810" y="0"/>
                  </a:moveTo>
                  <a:cubicBezTo>
                    <a:pt x="24912" y="0"/>
                    <a:pt x="29565" y="2421"/>
                    <a:pt x="32778" y="7254"/>
                  </a:cubicBezTo>
                  <a:cubicBezTo>
                    <a:pt x="36009" y="12069"/>
                    <a:pt x="37620" y="19062"/>
                    <a:pt x="37620" y="28251"/>
                  </a:cubicBezTo>
                  <a:cubicBezTo>
                    <a:pt x="37620" y="37413"/>
                    <a:pt x="36009" y="44415"/>
                    <a:pt x="32778" y="49248"/>
                  </a:cubicBezTo>
                  <a:cubicBezTo>
                    <a:pt x="29565" y="54063"/>
                    <a:pt x="24912" y="56466"/>
                    <a:pt x="18810" y="56466"/>
                  </a:cubicBezTo>
                  <a:cubicBezTo>
                    <a:pt x="12708" y="56466"/>
                    <a:pt x="8037" y="54063"/>
                    <a:pt x="4806" y="49248"/>
                  </a:cubicBezTo>
                  <a:cubicBezTo>
                    <a:pt x="1602" y="44415"/>
                    <a:pt x="0" y="37413"/>
                    <a:pt x="0" y="28251"/>
                  </a:cubicBezTo>
                  <a:cubicBezTo>
                    <a:pt x="0" y="19062"/>
                    <a:pt x="1602" y="12069"/>
                    <a:pt x="4806" y="7254"/>
                  </a:cubicBezTo>
                  <a:cubicBezTo>
                    <a:pt x="8037" y="2421"/>
                    <a:pt x="12708" y="0"/>
                    <a:pt x="18810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732B5326-2D83-F0BD-65B4-B89CFF11B6A9}"/>
                </a:ext>
              </a:extLst>
            </p:cNvPr>
            <p:cNvSpPr/>
            <p:nvPr/>
          </p:nvSpPr>
          <p:spPr>
            <a:xfrm>
              <a:off x="3883593" y="3293406"/>
              <a:ext cx="43011" cy="39122"/>
            </a:xfrm>
            <a:custGeom>
              <a:avLst/>
              <a:gdLst>
                <a:gd name="connsiteX0" fmla="*/ 43011 w 43011"/>
                <a:gd name="connsiteY0" fmla="*/ 5688 h 39122"/>
                <a:gd name="connsiteX1" fmla="*/ 41535 w 43011"/>
                <a:gd name="connsiteY1" fmla="*/ 9396 h 39122"/>
                <a:gd name="connsiteX2" fmla="*/ 38367 w 43011"/>
                <a:gd name="connsiteY2" fmla="*/ 10710 h 39122"/>
                <a:gd name="connsiteX3" fmla="*/ 35928 w 43011"/>
                <a:gd name="connsiteY3" fmla="*/ 9783 h 39122"/>
                <a:gd name="connsiteX4" fmla="*/ 35082 w 43011"/>
                <a:gd name="connsiteY4" fmla="*/ 7668 h 39122"/>
                <a:gd name="connsiteX5" fmla="*/ 36261 w 43011"/>
                <a:gd name="connsiteY5" fmla="*/ 4680 h 39122"/>
                <a:gd name="connsiteX6" fmla="*/ 39213 w 43011"/>
                <a:gd name="connsiteY6" fmla="*/ 2988 h 39122"/>
                <a:gd name="connsiteX7" fmla="*/ 34911 w 43011"/>
                <a:gd name="connsiteY7" fmla="*/ 1899 h 39122"/>
                <a:gd name="connsiteX8" fmla="*/ 31752 w 43011"/>
                <a:gd name="connsiteY8" fmla="*/ 2781 h 39122"/>
                <a:gd name="connsiteX9" fmla="*/ 29430 w 43011"/>
                <a:gd name="connsiteY9" fmla="*/ 4806 h 39122"/>
                <a:gd name="connsiteX10" fmla="*/ 27828 w 43011"/>
                <a:gd name="connsiteY10" fmla="*/ 7587 h 39122"/>
                <a:gd name="connsiteX11" fmla="*/ 26820 w 43011"/>
                <a:gd name="connsiteY11" fmla="*/ 10161 h 39122"/>
                <a:gd name="connsiteX12" fmla="*/ 26352 w 43011"/>
                <a:gd name="connsiteY12" fmla="*/ 12096 h 39122"/>
                <a:gd name="connsiteX13" fmla="*/ 23400 w 43011"/>
                <a:gd name="connsiteY13" fmla="*/ 23904 h 39122"/>
                <a:gd name="connsiteX14" fmla="*/ 21969 w 43011"/>
                <a:gd name="connsiteY14" fmla="*/ 31491 h 39122"/>
                <a:gd name="connsiteX15" fmla="*/ 23148 w 43011"/>
                <a:gd name="connsiteY15" fmla="*/ 35586 h 39122"/>
                <a:gd name="connsiteX16" fmla="*/ 26694 w 43011"/>
                <a:gd name="connsiteY16" fmla="*/ 37188 h 39122"/>
                <a:gd name="connsiteX17" fmla="*/ 28674 w 43011"/>
                <a:gd name="connsiteY17" fmla="*/ 36927 h 39122"/>
                <a:gd name="connsiteX18" fmla="*/ 31077 w 43011"/>
                <a:gd name="connsiteY18" fmla="*/ 35874 h 39122"/>
                <a:gd name="connsiteX19" fmla="*/ 33687 w 43011"/>
                <a:gd name="connsiteY19" fmla="*/ 33894 h 39122"/>
                <a:gd name="connsiteX20" fmla="*/ 36180 w 43011"/>
                <a:gd name="connsiteY20" fmla="*/ 30609 h 39122"/>
                <a:gd name="connsiteX21" fmla="*/ 38205 w 43011"/>
                <a:gd name="connsiteY21" fmla="*/ 25884 h 39122"/>
                <a:gd name="connsiteX22" fmla="*/ 39294 w 43011"/>
                <a:gd name="connsiteY22" fmla="*/ 24957 h 39122"/>
                <a:gd name="connsiteX23" fmla="*/ 40347 w 43011"/>
                <a:gd name="connsiteY23" fmla="*/ 25803 h 39122"/>
                <a:gd name="connsiteX24" fmla="*/ 39762 w 43011"/>
                <a:gd name="connsiteY24" fmla="*/ 28035 h 39122"/>
                <a:gd name="connsiteX25" fmla="*/ 37989 w 43011"/>
                <a:gd name="connsiteY25" fmla="*/ 31446 h 39122"/>
                <a:gd name="connsiteX26" fmla="*/ 35253 w 43011"/>
                <a:gd name="connsiteY26" fmla="*/ 35073 h 39122"/>
                <a:gd name="connsiteX27" fmla="*/ 31374 w 43011"/>
                <a:gd name="connsiteY27" fmla="*/ 37944 h 39122"/>
                <a:gd name="connsiteX28" fmla="*/ 26523 w 43011"/>
                <a:gd name="connsiteY28" fmla="*/ 39123 h 39122"/>
                <a:gd name="connsiteX29" fmla="*/ 20493 w 43011"/>
                <a:gd name="connsiteY29" fmla="*/ 37188 h 39122"/>
                <a:gd name="connsiteX30" fmla="*/ 17208 w 43011"/>
                <a:gd name="connsiteY30" fmla="*/ 32544 h 39122"/>
                <a:gd name="connsiteX31" fmla="*/ 16695 w 43011"/>
                <a:gd name="connsiteY31" fmla="*/ 33435 h 39122"/>
                <a:gd name="connsiteX32" fmla="*/ 15516 w 43011"/>
                <a:gd name="connsiteY32" fmla="*/ 35073 h 39122"/>
                <a:gd name="connsiteX33" fmla="*/ 13707 w 43011"/>
                <a:gd name="connsiteY33" fmla="*/ 37017 h 39122"/>
                <a:gd name="connsiteX34" fmla="*/ 11214 w 43011"/>
                <a:gd name="connsiteY34" fmla="*/ 38448 h 39122"/>
                <a:gd name="connsiteX35" fmla="*/ 8145 w 43011"/>
                <a:gd name="connsiteY35" fmla="*/ 39123 h 39122"/>
                <a:gd name="connsiteX36" fmla="*/ 4302 w 43011"/>
                <a:gd name="connsiteY36" fmla="*/ 38529 h 39122"/>
                <a:gd name="connsiteX37" fmla="*/ 1269 w 43011"/>
                <a:gd name="connsiteY37" fmla="*/ 36594 h 39122"/>
                <a:gd name="connsiteX38" fmla="*/ 0 w 43011"/>
                <a:gd name="connsiteY38" fmla="*/ 33390 h 39122"/>
                <a:gd name="connsiteX39" fmla="*/ 1395 w 43011"/>
                <a:gd name="connsiteY39" fmla="*/ 29889 h 39122"/>
                <a:gd name="connsiteX40" fmla="*/ 4770 w 43011"/>
                <a:gd name="connsiteY40" fmla="*/ 28413 h 39122"/>
                <a:gd name="connsiteX41" fmla="*/ 6957 w 43011"/>
                <a:gd name="connsiteY41" fmla="*/ 29133 h 39122"/>
                <a:gd name="connsiteX42" fmla="*/ 7974 w 43011"/>
                <a:gd name="connsiteY42" fmla="*/ 31410 h 39122"/>
                <a:gd name="connsiteX43" fmla="*/ 6795 w 43011"/>
                <a:gd name="connsiteY43" fmla="*/ 34443 h 39122"/>
                <a:gd name="connsiteX44" fmla="*/ 3924 w 43011"/>
                <a:gd name="connsiteY44" fmla="*/ 36090 h 39122"/>
                <a:gd name="connsiteX45" fmla="*/ 8226 w 43011"/>
                <a:gd name="connsiteY45" fmla="*/ 37188 h 39122"/>
                <a:gd name="connsiteX46" fmla="*/ 13203 w 43011"/>
                <a:gd name="connsiteY46" fmla="*/ 34740 h 39122"/>
                <a:gd name="connsiteX47" fmla="*/ 16443 w 43011"/>
                <a:gd name="connsiteY47" fmla="*/ 28206 h 39122"/>
                <a:gd name="connsiteX48" fmla="*/ 20070 w 43011"/>
                <a:gd name="connsiteY48" fmla="*/ 13995 h 39122"/>
                <a:gd name="connsiteX49" fmla="*/ 21087 w 43011"/>
                <a:gd name="connsiteY49" fmla="*/ 7668 h 39122"/>
                <a:gd name="connsiteX50" fmla="*/ 20619 w 43011"/>
                <a:gd name="connsiteY50" fmla="*/ 4680 h 39122"/>
                <a:gd name="connsiteX51" fmla="*/ 19359 w 43011"/>
                <a:gd name="connsiteY51" fmla="*/ 2907 h 39122"/>
                <a:gd name="connsiteX52" fmla="*/ 17883 w 43011"/>
                <a:gd name="connsiteY52" fmla="*/ 2106 h 39122"/>
                <a:gd name="connsiteX53" fmla="*/ 16443 w 43011"/>
                <a:gd name="connsiteY53" fmla="*/ 1899 h 39122"/>
                <a:gd name="connsiteX54" fmla="*/ 13752 w 43011"/>
                <a:gd name="connsiteY54" fmla="*/ 2403 h 39122"/>
                <a:gd name="connsiteX55" fmla="*/ 10674 w 43011"/>
                <a:gd name="connsiteY55" fmla="*/ 4086 h 39122"/>
                <a:gd name="connsiteX56" fmla="*/ 7470 w 43011"/>
                <a:gd name="connsiteY56" fmla="*/ 7587 h 39122"/>
                <a:gd name="connsiteX57" fmla="*/ 4851 w 43011"/>
                <a:gd name="connsiteY57" fmla="*/ 13194 h 39122"/>
                <a:gd name="connsiteX58" fmla="*/ 3717 w 43011"/>
                <a:gd name="connsiteY58" fmla="*/ 14166 h 39122"/>
                <a:gd name="connsiteX59" fmla="*/ 2700 w 43011"/>
                <a:gd name="connsiteY59" fmla="*/ 13275 h 39122"/>
                <a:gd name="connsiteX60" fmla="*/ 3249 w 43011"/>
                <a:gd name="connsiteY60" fmla="*/ 11088 h 39122"/>
                <a:gd name="connsiteX61" fmla="*/ 5022 w 43011"/>
                <a:gd name="connsiteY61" fmla="*/ 7668 h 39122"/>
                <a:gd name="connsiteX62" fmla="*/ 7803 w 43011"/>
                <a:gd name="connsiteY62" fmla="*/ 4086 h 39122"/>
                <a:gd name="connsiteX63" fmla="*/ 11727 w 43011"/>
                <a:gd name="connsiteY63" fmla="*/ 1179 h 39122"/>
                <a:gd name="connsiteX64" fmla="*/ 16614 w 43011"/>
                <a:gd name="connsiteY64" fmla="*/ 0 h 39122"/>
                <a:gd name="connsiteX65" fmla="*/ 18846 w 43011"/>
                <a:gd name="connsiteY65" fmla="*/ 252 h 39122"/>
                <a:gd name="connsiteX66" fmla="*/ 21339 w 43011"/>
                <a:gd name="connsiteY66" fmla="*/ 1098 h 39122"/>
                <a:gd name="connsiteX67" fmla="*/ 23949 w 43011"/>
                <a:gd name="connsiteY67" fmla="*/ 3114 h 39122"/>
                <a:gd name="connsiteX68" fmla="*/ 25929 w 43011"/>
                <a:gd name="connsiteY68" fmla="*/ 6534 h 39122"/>
                <a:gd name="connsiteX69" fmla="*/ 27117 w 43011"/>
                <a:gd name="connsiteY69" fmla="*/ 4635 h 39122"/>
                <a:gd name="connsiteX70" fmla="*/ 28926 w 43011"/>
                <a:gd name="connsiteY70" fmla="*/ 2574 h 39122"/>
                <a:gd name="connsiteX71" fmla="*/ 31626 w 43011"/>
                <a:gd name="connsiteY71" fmla="*/ 711 h 39122"/>
                <a:gd name="connsiteX72" fmla="*/ 35001 w 43011"/>
                <a:gd name="connsiteY72" fmla="*/ 0 h 39122"/>
                <a:gd name="connsiteX73" fmla="*/ 38412 w 43011"/>
                <a:gd name="connsiteY73" fmla="*/ 459 h 39122"/>
                <a:gd name="connsiteX74" fmla="*/ 41535 w 43011"/>
                <a:gd name="connsiteY74" fmla="*/ 2277 h 39122"/>
                <a:gd name="connsiteX75" fmla="*/ 43011 w 43011"/>
                <a:gd name="connsiteY75" fmla="*/ 5688 h 39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43011" h="39122">
                  <a:moveTo>
                    <a:pt x="43011" y="5688"/>
                  </a:moveTo>
                  <a:cubicBezTo>
                    <a:pt x="43011" y="7263"/>
                    <a:pt x="42516" y="8505"/>
                    <a:pt x="41535" y="9396"/>
                  </a:cubicBezTo>
                  <a:cubicBezTo>
                    <a:pt x="40554" y="10269"/>
                    <a:pt x="39492" y="10710"/>
                    <a:pt x="38367" y="10710"/>
                  </a:cubicBezTo>
                  <a:cubicBezTo>
                    <a:pt x="37296" y="10710"/>
                    <a:pt x="36486" y="10404"/>
                    <a:pt x="35928" y="9783"/>
                  </a:cubicBezTo>
                  <a:cubicBezTo>
                    <a:pt x="35361" y="9162"/>
                    <a:pt x="35082" y="8460"/>
                    <a:pt x="35082" y="7668"/>
                  </a:cubicBezTo>
                  <a:cubicBezTo>
                    <a:pt x="35082" y="6597"/>
                    <a:pt x="35478" y="5607"/>
                    <a:pt x="36261" y="4680"/>
                  </a:cubicBezTo>
                  <a:cubicBezTo>
                    <a:pt x="37044" y="3753"/>
                    <a:pt x="38034" y="3186"/>
                    <a:pt x="39213" y="2988"/>
                  </a:cubicBezTo>
                  <a:cubicBezTo>
                    <a:pt x="38061" y="2259"/>
                    <a:pt x="36630" y="1899"/>
                    <a:pt x="34911" y="1899"/>
                  </a:cubicBezTo>
                  <a:cubicBezTo>
                    <a:pt x="33786" y="1899"/>
                    <a:pt x="32733" y="2196"/>
                    <a:pt x="31752" y="2781"/>
                  </a:cubicBezTo>
                  <a:cubicBezTo>
                    <a:pt x="30798" y="3366"/>
                    <a:pt x="30024" y="4041"/>
                    <a:pt x="29430" y="4806"/>
                  </a:cubicBezTo>
                  <a:cubicBezTo>
                    <a:pt x="28863" y="5562"/>
                    <a:pt x="28332" y="6489"/>
                    <a:pt x="27828" y="7587"/>
                  </a:cubicBezTo>
                  <a:cubicBezTo>
                    <a:pt x="27351" y="8658"/>
                    <a:pt x="27018" y="9513"/>
                    <a:pt x="26820" y="10161"/>
                  </a:cubicBezTo>
                  <a:cubicBezTo>
                    <a:pt x="26649" y="10782"/>
                    <a:pt x="26496" y="11421"/>
                    <a:pt x="26352" y="12096"/>
                  </a:cubicBezTo>
                  <a:lnTo>
                    <a:pt x="23400" y="23904"/>
                  </a:lnTo>
                  <a:cubicBezTo>
                    <a:pt x="22446" y="27639"/>
                    <a:pt x="21969" y="30168"/>
                    <a:pt x="21969" y="31491"/>
                  </a:cubicBezTo>
                  <a:cubicBezTo>
                    <a:pt x="21969" y="33120"/>
                    <a:pt x="22365" y="34488"/>
                    <a:pt x="23148" y="35586"/>
                  </a:cubicBezTo>
                  <a:cubicBezTo>
                    <a:pt x="23931" y="36657"/>
                    <a:pt x="25119" y="37188"/>
                    <a:pt x="26694" y="37188"/>
                  </a:cubicBezTo>
                  <a:cubicBezTo>
                    <a:pt x="27315" y="37188"/>
                    <a:pt x="27972" y="37098"/>
                    <a:pt x="28674" y="36927"/>
                  </a:cubicBezTo>
                  <a:cubicBezTo>
                    <a:pt x="29376" y="36738"/>
                    <a:pt x="30177" y="36387"/>
                    <a:pt x="31077" y="35874"/>
                  </a:cubicBezTo>
                  <a:cubicBezTo>
                    <a:pt x="32004" y="35343"/>
                    <a:pt x="32868" y="34677"/>
                    <a:pt x="33687" y="33894"/>
                  </a:cubicBezTo>
                  <a:cubicBezTo>
                    <a:pt x="34533" y="33075"/>
                    <a:pt x="35361" y="31986"/>
                    <a:pt x="36180" y="30609"/>
                  </a:cubicBezTo>
                  <a:cubicBezTo>
                    <a:pt x="36999" y="29232"/>
                    <a:pt x="37674" y="27657"/>
                    <a:pt x="38205" y="25884"/>
                  </a:cubicBezTo>
                  <a:cubicBezTo>
                    <a:pt x="38376" y="25263"/>
                    <a:pt x="38736" y="24957"/>
                    <a:pt x="39294" y="24957"/>
                  </a:cubicBezTo>
                  <a:cubicBezTo>
                    <a:pt x="39996" y="24957"/>
                    <a:pt x="40347" y="25236"/>
                    <a:pt x="40347" y="25803"/>
                  </a:cubicBezTo>
                  <a:cubicBezTo>
                    <a:pt x="40347" y="26280"/>
                    <a:pt x="40149" y="27018"/>
                    <a:pt x="39762" y="28035"/>
                  </a:cubicBezTo>
                  <a:cubicBezTo>
                    <a:pt x="39393" y="29016"/>
                    <a:pt x="38808" y="30159"/>
                    <a:pt x="37989" y="31446"/>
                  </a:cubicBezTo>
                  <a:cubicBezTo>
                    <a:pt x="37206" y="32715"/>
                    <a:pt x="36288" y="33921"/>
                    <a:pt x="35253" y="35073"/>
                  </a:cubicBezTo>
                  <a:cubicBezTo>
                    <a:pt x="34209" y="36198"/>
                    <a:pt x="32913" y="37161"/>
                    <a:pt x="31374" y="37944"/>
                  </a:cubicBezTo>
                  <a:cubicBezTo>
                    <a:pt x="29826" y="38727"/>
                    <a:pt x="28206" y="39123"/>
                    <a:pt x="26523" y="39123"/>
                  </a:cubicBezTo>
                  <a:cubicBezTo>
                    <a:pt x="24102" y="39123"/>
                    <a:pt x="22095" y="38475"/>
                    <a:pt x="20493" y="37188"/>
                  </a:cubicBezTo>
                  <a:cubicBezTo>
                    <a:pt x="18891" y="35892"/>
                    <a:pt x="17793" y="34344"/>
                    <a:pt x="17208" y="32544"/>
                  </a:cubicBezTo>
                  <a:cubicBezTo>
                    <a:pt x="17064" y="32796"/>
                    <a:pt x="16893" y="33093"/>
                    <a:pt x="16695" y="33435"/>
                  </a:cubicBezTo>
                  <a:cubicBezTo>
                    <a:pt x="16506" y="33768"/>
                    <a:pt x="16110" y="34317"/>
                    <a:pt x="15516" y="35073"/>
                  </a:cubicBezTo>
                  <a:cubicBezTo>
                    <a:pt x="14958" y="35802"/>
                    <a:pt x="14355" y="36450"/>
                    <a:pt x="13707" y="37017"/>
                  </a:cubicBezTo>
                  <a:cubicBezTo>
                    <a:pt x="13059" y="37548"/>
                    <a:pt x="12231" y="38025"/>
                    <a:pt x="11214" y="38448"/>
                  </a:cubicBezTo>
                  <a:cubicBezTo>
                    <a:pt x="10233" y="38898"/>
                    <a:pt x="9216" y="39123"/>
                    <a:pt x="8145" y="39123"/>
                  </a:cubicBezTo>
                  <a:cubicBezTo>
                    <a:pt x="6795" y="39123"/>
                    <a:pt x="5517" y="38925"/>
                    <a:pt x="4302" y="38529"/>
                  </a:cubicBezTo>
                  <a:cubicBezTo>
                    <a:pt x="3123" y="38142"/>
                    <a:pt x="2106" y="37494"/>
                    <a:pt x="1269" y="36594"/>
                  </a:cubicBezTo>
                  <a:cubicBezTo>
                    <a:pt x="423" y="35694"/>
                    <a:pt x="0" y="34623"/>
                    <a:pt x="0" y="33390"/>
                  </a:cubicBezTo>
                  <a:cubicBezTo>
                    <a:pt x="0" y="32013"/>
                    <a:pt x="468" y="30843"/>
                    <a:pt x="1395" y="29889"/>
                  </a:cubicBezTo>
                  <a:cubicBezTo>
                    <a:pt x="2349" y="28908"/>
                    <a:pt x="3474" y="28413"/>
                    <a:pt x="4770" y="28413"/>
                  </a:cubicBezTo>
                  <a:cubicBezTo>
                    <a:pt x="5589" y="28413"/>
                    <a:pt x="6318" y="28656"/>
                    <a:pt x="6957" y="29133"/>
                  </a:cubicBezTo>
                  <a:cubicBezTo>
                    <a:pt x="7632" y="29610"/>
                    <a:pt x="7974" y="30366"/>
                    <a:pt x="7974" y="31410"/>
                  </a:cubicBezTo>
                  <a:cubicBezTo>
                    <a:pt x="7974" y="32562"/>
                    <a:pt x="7578" y="33570"/>
                    <a:pt x="6795" y="34443"/>
                  </a:cubicBezTo>
                  <a:cubicBezTo>
                    <a:pt x="6003" y="35316"/>
                    <a:pt x="5049" y="35865"/>
                    <a:pt x="3924" y="36090"/>
                  </a:cubicBezTo>
                  <a:cubicBezTo>
                    <a:pt x="5076" y="36819"/>
                    <a:pt x="6507" y="37188"/>
                    <a:pt x="8226" y="37188"/>
                  </a:cubicBezTo>
                  <a:cubicBezTo>
                    <a:pt x="10080" y="37188"/>
                    <a:pt x="11736" y="36369"/>
                    <a:pt x="13203" y="34740"/>
                  </a:cubicBezTo>
                  <a:cubicBezTo>
                    <a:pt x="14661" y="33111"/>
                    <a:pt x="15741" y="30933"/>
                    <a:pt x="16443" y="28206"/>
                  </a:cubicBezTo>
                  <a:cubicBezTo>
                    <a:pt x="18189" y="21654"/>
                    <a:pt x="19395" y="16920"/>
                    <a:pt x="20070" y="13995"/>
                  </a:cubicBezTo>
                  <a:cubicBezTo>
                    <a:pt x="20745" y="11043"/>
                    <a:pt x="21087" y="8937"/>
                    <a:pt x="21087" y="7668"/>
                  </a:cubicBezTo>
                  <a:cubicBezTo>
                    <a:pt x="21087" y="6489"/>
                    <a:pt x="20934" y="5499"/>
                    <a:pt x="20619" y="4680"/>
                  </a:cubicBezTo>
                  <a:cubicBezTo>
                    <a:pt x="20313" y="3861"/>
                    <a:pt x="19890" y="3276"/>
                    <a:pt x="19359" y="2907"/>
                  </a:cubicBezTo>
                  <a:cubicBezTo>
                    <a:pt x="18846" y="2511"/>
                    <a:pt x="18360" y="2241"/>
                    <a:pt x="17883" y="2106"/>
                  </a:cubicBezTo>
                  <a:cubicBezTo>
                    <a:pt x="17433" y="1971"/>
                    <a:pt x="16956" y="1899"/>
                    <a:pt x="16443" y="1899"/>
                  </a:cubicBezTo>
                  <a:cubicBezTo>
                    <a:pt x="15606" y="1899"/>
                    <a:pt x="14706" y="2070"/>
                    <a:pt x="13752" y="2403"/>
                  </a:cubicBezTo>
                  <a:cubicBezTo>
                    <a:pt x="12825" y="2736"/>
                    <a:pt x="11799" y="3303"/>
                    <a:pt x="10674" y="4086"/>
                  </a:cubicBezTo>
                  <a:cubicBezTo>
                    <a:pt x="9576" y="4851"/>
                    <a:pt x="8505" y="6012"/>
                    <a:pt x="7470" y="7587"/>
                  </a:cubicBezTo>
                  <a:cubicBezTo>
                    <a:pt x="6426" y="9162"/>
                    <a:pt x="5553" y="11025"/>
                    <a:pt x="4851" y="13194"/>
                  </a:cubicBezTo>
                  <a:cubicBezTo>
                    <a:pt x="4716" y="13842"/>
                    <a:pt x="4338" y="14166"/>
                    <a:pt x="3717" y="14166"/>
                  </a:cubicBezTo>
                  <a:cubicBezTo>
                    <a:pt x="3042" y="14139"/>
                    <a:pt x="2700" y="13842"/>
                    <a:pt x="2700" y="13275"/>
                  </a:cubicBezTo>
                  <a:cubicBezTo>
                    <a:pt x="2700" y="12798"/>
                    <a:pt x="2880" y="12069"/>
                    <a:pt x="3249" y="11088"/>
                  </a:cubicBezTo>
                  <a:cubicBezTo>
                    <a:pt x="3645" y="10071"/>
                    <a:pt x="4239" y="8937"/>
                    <a:pt x="5022" y="7668"/>
                  </a:cubicBezTo>
                  <a:cubicBezTo>
                    <a:pt x="5841" y="6408"/>
                    <a:pt x="6768" y="5211"/>
                    <a:pt x="7803" y="4086"/>
                  </a:cubicBezTo>
                  <a:cubicBezTo>
                    <a:pt x="8874" y="2934"/>
                    <a:pt x="10179" y="1962"/>
                    <a:pt x="11727" y="1179"/>
                  </a:cubicBezTo>
                  <a:cubicBezTo>
                    <a:pt x="13302" y="396"/>
                    <a:pt x="14931" y="0"/>
                    <a:pt x="16614" y="0"/>
                  </a:cubicBezTo>
                  <a:cubicBezTo>
                    <a:pt x="17379" y="0"/>
                    <a:pt x="18117" y="81"/>
                    <a:pt x="18846" y="252"/>
                  </a:cubicBezTo>
                  <a:cubicBezTo>
                    <a:pt x="19611" y="387"/>
                    <a:pt x="20439" y="675"/>
                    <a:pt x="21339" y="1098"/>
                  </a:cubicBezTo>
                  <a:cubicBezTo>
                    <a:pt x="22266" y="1521"/>
                    <a:pt x="23130" y="2187"/>
                    <a:pt x="23949" y="3114"/>
                  </a:cubicBezTo>
                  <a:cubicBezTo>
                    <a:pt x="24768" y="4041"/>
                    <a:pt x="25425" y="5184"/>
                    <a:pt x="25929" y="6534"/>
                  </a:cubicBezTo>
                  <a:cubicBezTo>
                    <a:pt x="26271" y="5886"/>
                    <a:pt x="26667" y="5256"/>
                    <a:pt x="27117" y="4635"/>
                  </a:cubicBezTo>
                  <a:cubicBezTo>
                    <a:pt x="27594" y="4014"/>
                    <a:pt x="28197" y="3330"/>
                    <a:pt x="28926" y="2574"/>
                  </a:cubicBezTo>
                  <a:cubicBezTo>
                    <a:pt x="29682" y="1782"/>
                    <a:pt x="30582" y="1161"/>
                    <a:pt x="31626" y="711"/>
                  </a:cubicBezTo>
                  <a:cubicBezTo>
                    <a:pt x="32697" y="234"/>
                    <a:pt x="33822" y="0"/>
                    <a:pt x="35001" y="0"/>
                  </a:cubicBezTo>
                  <a:cubicBezTo>
                    <a:pt x="36153" y="0"/>
                    <a:pt x="37287" y="153"/>
                    <a:pt x="38412" y="459"/>
                  </a:cubicBezTo>
                  <a:cubicBezTo>
                    <a:pt x="39537" y="738"/>
                    <a:pt x="40572" y="1350"/>
                    <a:pt x="41535" y="2277"/>
                  </a:cubicBezTo>
                  <a:cubicBezTo>
                    <a:pt x="42516" y="3177"/>
                    <a:pt x="43011" y="4311"/>
                    <a:pt x="43011" y="5688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C7F81FD9-3210-1298-933F-104395E234EC}"/>
                </a:ext>
              </a:extLst>
            </p:cNvPr>
            <p:cNvSpPr/>
            <p:nvPr/>
          </p:nvSpPr>
          <p:spPr>
            <a:xfrm>
              <a:off x="2981074" y="3127932"/>
              <a:ext cx="1853946" cy="900"/>
            </a:xfrm>
            <a:custGeom>
              <a:avLst/>
              <a:gdLst>
                <a:gd name="connsiteX0" fmla="*/ 0 w 1853946"/>
                <a:gd name="connsiteY0" fmla="*/ 0 h 900"/>
                <a:gd name="connsiteX1" fmla="*/ 1853946 w 1853946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53946" h="900">
                  <a:moveTo>
                    <a:pt x="0" y="0"/>
                  </a:moveTo>
                  <a:lnTo>
                    <a:pt x="1853946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0D3A2C7A-37FB-2E8C-7A6C-ABF0DA8BB93D}"/>
                </a:ext>
              </a:extLst>
            </p:cNvPr>
            <p:cNvSpPr/>
            <p:nvPr/>
          </p:nvSpPr>
          <p:spPr>
            <a:xfrm>
              <a:off x="2981074" y="2915891"/>
              <a:ext cx="1853946" cy="900"/>
            </a:xfrm>
            <a:custGeom>
              <a:avLst/>
              <a:gdLst>
                <a:gd name="connsiteX0" fmla="*/ 0 w 1853946"/>
                <a:gd name="connsiteY0" fmla="*/ 0 h 900"/>
                <a:gd name="connsiteX1" fmla="*/ 1853946 w 1853946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53946" h="900">
                  <a:moveTo>
                    <a:pt x="0" y="0"/>
                  </a:moveTo>
                  <a:lnTo>
                    <a:pt x="1853946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1835AE01-D1BD-5172-0109-D7CDECF5E0E3}"/>
                </a:ext>
              </a:extLst>
            </p:cNvPr>
            <p:cNvSpPr/>
            <p:nvPr/>
          </p:nvSpPr>
          <p:spPr>
            <a:xfrm>
              <a:off x="2981074" y="2703851"/>
              <a:ext cx="1853946" cy="900"/>
            </a:xfrm>
            <a:custGeom>
              <a:avLst/>
              <a:gdLst>
                <a:gd name="connsiteX0" fmla="*/ 0 w 1853946"/>
                <a:gd name="connsiteY0" fmla="*/ 0 h 900"/>
                <a:gd name="connsiteX1" fmla="*/ 1853946 w 1853946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53946" h="900">
                  <a:moveTo>
                    <a:pt x="0" y="0"/>
                  </a:moveTo>
                  <a:lnTo>
                    <a:pt x="1853946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49625F06-7873-40CD-A6FC-54984ADA1C46}"/>
                </a:ext>
              </a:extLst>
            </p:cNvPr>
            <p:cNvSpPr/>
            <p:nvPr/>
          </p:nvSpPr>
          <p:spPr>
            <a:xfrm>
              <a:off x="2981074" y="2491809"/>
              <a:ext cx="1853946" cy="900"/>
            </a:xfrm>
            <a:custGeom>
              <a:avLst/>
              <a:gdLst>
                <a:gd name="connsiteX0" fmla="*/ 0 w 1853946"/>
                <a:gd name="connsiteY0" fmla="*/ 0 h 900"/>
                <a:gd name="connsiteX1" fmla="*/ 1853946 w 1853946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53946" h="900">
                  <a:moveTo>
                    <a:pt x="0" y="0"/>
                  </a:moveTo>
                  <a:lnTo>
                    <a:pt x="1853946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477B5A56-F91A-E217-628C-72447DF92992}"/>
                </a:ext>
              </a:extLst>
            </p:cNvPr>
            <p:cNvSpPr/>
            <p:nvPr/>
          </p:nvSpPr>
          <p:spPr>
            <a:xfrm>
              <a:off x="2981074" y="2279766"/>
              <a:ext cx="1853946" cy="900"/>
            </a:xfrm>
            <a:custGeom>
              <a:avLst/>
              <a:gdLst>
                <a:gd name="connsiteX0" fmla="*/ 0 w 1853946"/>
                <a:gd name="connsiteY0" fmla="*/ 0 h 900"/>
                <a:gd name="connsiteX1" fmla="*/ 1853946 w 1853946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53946" h="900">
                  <a:moveTo>
                    <a:pt x="0" y="0"/>
                  </a:moveTo>
                  <a:lnTo>
                    <a:pt x="1853946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08D957F3-B385-0B2E-DF4D-E519EA927C95}"/>
                </a:ext>
              </a:extLst>
            </p:cNvPr>
            <p:cNvSpPr/>
            <p:nvPr/>
          </p:nvSpPr>
          <p:spPr>
            <a:xfrm>
              <a:off x="2981074" y="2067724"/>
              <a:ext cx="1853946" cy="900"/>
            </a:xfrm>
            <a:custGeom>
              <a:avLst/>
              <a:gdLst>
                <a:gd name="connsiteX0" fmla="*/ 0 w 1853946"/>
                <a:gd name="connsiteY0" fmla="*/ 0 h 900"/>
                <a:gd name="connsiteX1" fmla="*/ 1853946 w 1853946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53946" h="900">
                  <a:moveTo>
                    <a:pt x="0" y="0"/>
                  </a:moveTo>
                  <a:lnTo>
                    <a:pt x="1853946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6718EEB1-D204-B204-608D-9F7C14DE1181}"/>
                </a:ext>
              </a:extLst>
            </p:cNvPr>
            <p:cNvSpPr/>
            <p:nvPr/>
          </p:nvSpPr>
          <p:spPr>
            <a:xfrm>
              <a:off x="2981074" y="1966197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8AFF0D76-F589-45D1-A527-D35D75B7C68F}"/>
                </a:ext>
              </a:extLst>
            </p:cNvPr>
            <p:cNvSpPr/>
            <p:nvPr/>
          </p:nvSpPr>
          <p:spPr>
            <a:xfrm>
              <a:off x="2981074" y="3127932"/>
              <a:ext cx="17008" cy="900"/>
            </a:xfrm>
            <a:custGeom>
              <a:avLst/>
              <a:gdLst>
                <a:gd name="connsiteX0" fmla="*/ 0 w 17008"/>
                <a:gd name="connsiteY0" fmla="*/ 0 h 900"/>
                <a:gd name="connsiteX1" fmla="*/ 17008 w 1700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8" h="900">
                  <a:moveTo>
                    <a:pt x="0" y="0"/>
                  </a:moveTo>
                  <a:lnTo>
                    <a:pt x="17008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8DDE9768-4094-9672-0AA9-6C3F6A70A377}"/>
                </a:ext>
              </a:extLst>
            </p:cNvPr>
            <p:cNvSpPr/>
            <p:nvPr/>
          </p:nvSpPr>
          <p:spPr>
            <a:xfrm>
              <a:off x="2981074" y="2915891"/>
              <a:ext cx="17008" cy="900"/>
            </a:xfrm>
            <a:custGeom>
              <a:avLst/>
              <a:gdLst>
                <a:gd name="connsiteX0" fmla="*/ 0 w 17008"/>
                <a:gd name="connsiteY0" fmla="*/ 0 h 900"/>
                <a:gd name="connsiteX1" fmla="*/ 17008 w 1700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8" h="900">
                  <a:moveTo>
                    <a:pt x="0" y="0"/>
                  </a:moveTo>
                  <a:lnTo>
                    <a:pt x="17008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1C6518CC-F8AF-3B48-0A8D-5198BBEF6153}"/>
                </a:ext>
              </a:extLst>
            </p:cNvPr>
            <p:cNvSpPr/>
            <p:nvPr/>
          </p:nvSpPr>
          <p:spPr>
            <a:xfrm>
              <a:off x="2981074" y="2703851"/>
              <a:ext cx="17008" cy="900"/>
            </a:xfrm>
            <a:custGeom>
              <a:avLst/>
              <a:gdLst>
                <a:gd name="connsiteX0" fmla="*/ 0 w 17008"/>
                <a:gd name="connsiteY0" fmla="*/ 0 h 900"/>
                <a:gd name="connsiteX1" fmla="*/ 17008 w 1700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8" h="900">
                  <a:moveTo>
                    <a:pt x="0" y="0"/>
                  </a:moveTo>
                  <a:lnTo>
                    <a:pt x="17008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D3045D5F-6C6D-59B2-0246-4E1844B40D98}"/>
                </a:ext>
              </a:extLst>
            </p:cNvPr>
            <p:cNvSpPr/>
            <p:nvPr/>
          </p:nvSpPr>
          <p:spPr>
            <a:xfrm>
              <a:off x="2981074" y="2491809"/>
              <a:ext cx="17008" cy="900"/>
            </a:xfrm>
            <a:custGeom>
              <a:avLst/>
              <a:gdLst>
                <a:gd name="connsiteX0" fmla="*/ 0 w 17008"/>
                <a:gd name="connsiteY0" fmla="*/ 0 h 900"/>
                <a:gd name="connsiteX1" fmla="*/ 17008 w 1700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8" h="900">
                  <a:moveTo>
                    <a:pt x="0" y="0"/>
                  </a:moveTo>
                  <a:lnTo>
                    <a:pt x="17008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E19F6EE7-7F77-04BF-4053-C230791994D8}"/>
                </a:ext>
              </a:extLst>
            </p:cNvPr>
            <p:cNvSpPr/>
            <p:nvPr/>
          </p:nvSpPr>
          <p:spPr>
            <a:xfrm>
              <a:off x="2981074" y="2279766"/>
              <a:ext cx="17008" cy="900"/>
            </a:xfrm>
            <a:custGeom>
              <a:avLst/>
              <a:gdLst>
                <a:gd name="connsiteX0" fmla="*/ 0 w 17008"/>
                <a:gd name="connsiteY0" fmla="*/ 0 h 900"/>
                <a:gd name="connsiteX1" fmla="*/ 17008 w 1700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8" h="900">
                  <a:moveTo>
                    <a:pt x="0" y="0"/>
                  </a:moveTo>
                  <a:lnTo>
                    <a:pt x="17008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10BC5AC6-FBDA-A26F-3338-6E6E54839D1A}"/>
                </a:ext>
              </a:extLst>
            </p:cNvPr>
            <p:cNvSpPr/>
            <p:nvPr/>
          </p:nvSpPr>
          <p:spPr>
            <a:xfrm>
              <a:off x="2981074" y="2067724"/>
              <a:ext cx="17008" cy="900"/>
            </a:xfrm>
            <a:custGeom>
              <a:avLst/>
              <a:gdLst>
                <a:gd name="connsiteX0" fmla="*/ 0 w 17008"/>
                <a:gd name="connsiteY0" fmla="*/ 0 h 900"/>
                <a:gd name="connsiteX1" fmla="*/ 17008 w 1700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8" h="900">
                  <a:moveTo>
                    <a:pt x="0" y="0"/>
                  </a:moveTo>
                  <a:lnTo>
                    <a:pt x="17008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263D1AC8-72CA-9BC9-CEF5-DE7BF39C4D12}"/>
                </a:ext>
              </a:extLst>
            </p:cNvPr>
            <p:cNvSpPr/>
            <p:nvPr/>
          </p:nvSpPr>
          <p:spPr>
            <a:xfrm>
              <a:off x="2839810" y="3099734"/>
              <a:ext cx="37624" cy="56475"/>
            </a:xfrm>
            <a:custGeom>
              <a:avLst/>
              <a:gdLst>
                <a:gd name="connsiteX0" fmla="*/ 18813 w 37624"/>
                <a:gd name="connsiteY0" fmla="*/ 5832 h 56475"/>
                <a:gd name="connsiteX1" fmla="*/ 10245 w 37624"/>
                <a:gd name="connsiteY1" fmla="*/ 11448 h 56475"/>
                <a:gd name="connsiteX2" fmla="*/ 7401 w 37624"/>
                <a:gd name="connsiteY2" fmla="*/ 28251 h 56475"/>
                <a:gd name="connsiteX3" fmla="*/ 10245 w 37624"/>
                <a:gd name="connsiteY3" fmla="*/ 45063 h 56475"/>
                <a:gd name="connsiteX4" fmla="*/ 18813 w 37624"/>
                <a:gd name="connsiteY4" fmla="*/ 50643 h 56475"/>
                <a:gd name="connsiteX5" fmla="*/ 27380 w 37624"/>
                <a:gd name="connsiteY5" fmla="*/ 45063 h 56475"/>
                <a:gd name="connsiteX6" fmla="*/ 30261 w 37624"/>
                <a:gd name="connsiteY6" fmla="*/ 28251 h 56475"/>
                <a:gd name="connsiteX7" fmla="*/ 27380 w 37624"/>
                <a:gd name="connsiteY7" fmla="*/ 11448 h 56475"/>
                <a:gd name="connsiteX8" fmla="*/ 18813 w 37624"/>
                <a:gd name="connsiteY8" fmla="*/ 5832 h 56475"/>
                <a:gd name="connsiteX9" fmla="*/ 18813 w 37624"/>
                <a:gd name="connsiteY9" fmla="*/ 0 h 56475"/>
                <a:gd name="connsiteX10" fmla="*/ 32776 w 37624"/>
                <a:gd name="connsiteY10" fmla="*/ 7254 h 56475"/>
                <a:gd name="connsiteX11" fmla="*/ 37624 w 37624"/>
                <a:gd name="connsiteY11" fmla="*/ 28251 h 56475"/>
                <a:gd name="connsiteX12" fmla="*/ 32776 w 37624"/>
                <a:gd name="connsiteY12" fmla="*/ 49257 h 56475"/>
                <a:gd name="connsiteX13" fmla="*/ 18813 w 37624"/>
                <a:gd name="connsiteY13" fmla="*/ 56475 h 56475"/>
                <a:gd name="connsiteX14" fmla="*/ 4812 w 37624"/>
                <a:gd name="connsiteY14" fmla="*/ 49257 h 56475"/>
                <a:gd name="connsiteX15" fmla="*/ 0 w 37624"/>
                <a:gd name="connsiteY15" fmla="*/ 28251 h 56475"/>
                <a:gd name="connsiteX16" fmla="*/ 4812 w 37624"/>
                <a:gd name="connsiteY16" fmla="*/ 7254 h 56475"/>
                <a:gd name="connsiteX17" fmla="*/ 18813 w 37624"/>
                <a:gd name="connsiteY17" fmla="*/ 0 h 56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75">
                  <a:moveTo>
                    <a:pt x="18813" y="5832"/>
                  </a:moveTo>
                  <a:cubicBezTo>
                    <a:pt x="15021" y="5832"/>
                    <a:pt x="12164" y="7704"/>
                    <a:pt x="10245" y="11448"/>
                  </a:cubicBezTo>
                  <a:cubicBezTo>
                    <a:pt x="8348" y="15165"/>
                    <a:pt x="7401" y="20772"/>
                    <a:pt x="7401" y="28251"/>
                  </a:cubicBezTo>
                  <a:cubicBezTo>
                    <a:pt x="7401" y="35712"/>
                    <a:pt x="8348" y="41319"/>
                    <a:pt x="10245" y="45063"/>
                  </a:cubicBezTo>
                  <a:cubicBezTo>
                    <a:pt x="12164" y="48780"/>
                    <a:pt x="15021" y="50643"/>
                    <a:pt x="18813" y="50643"/>
                  </a:cubicBezTo>
                  <a:cubicBezTo>
                    <a:pt x="22629" y="50643"/>
                    <a:pt x="25484" y="48780"/>
                    <a:pt x="27380" y="45063"/>
                  </a:cubicBezTo>
                  <a:cubicBezTo>
                    <a:pt x="29300" y="41319"/>
                    <a:pt x="30261" y="35712"/>
                    <a:pt x="30261" y="28251"/>
                  </a:cubicBezTo>
                  <a:cubicBezTo>
                    <a:pt x="30261" y="20772"/>
                    <a:pt x="29300" y="15165"/>
                    <a:pt x="27380" y="11448"/>
                  </a:cubicBezTo>
                  <a:cubicBezTo>
                    <a:pt x="25484" y="7704"/>
                    <a:pt x="22629" y="5832"/>
                    <a:pt x="18813" y="5832"/>
                  </a:cubicBezTo>
                  <a:moveTo>
                    <a:pt x="18813" y="0"/>
                  </a:moveTo>
                  <a:cubicBezTo>
                    <a:pt x="24914" y="0"/>
                    <a:pt x="29568" y="2421"/>
                    <a:pt x="32776" y="7254"/>
                  </a:cubicBezTo>
                  <a:cubicBezTo>
                    <a:pt x="36008" y="12069"/>
                    <a:pt x="37624" y="19062"/>
                    <a:pt x="37624" y="28251"/>
                  </a:cubicBezTo>
                  <a:cubicBezTo>
                    <a:pt x="37624" y="37422"/>
                    <a:pt x="36008" y="44424"/>
                    <a:pt x="32776" y="49257"/>
                  </a:cubicBezTo>
                  <a:cubicBezTo>
                    <a:pt x="29568" y="54072"/>
                    <a:pt x="24914" y="56475"/>
                    <a:pt x="18813" y="56475"/>
                  </a:cubicBezTo>
                  <a:cubicBezTo>
                    <a:pt x="12712" y="56475"/>
                    <a:pt x="8045" y="54072"/>
                    <a:pt x="4812" y="49257"/>
                  </a:cubicBezTo>
                  <a:cubicBezTo>
                    <a:pt x="1604" y="44424"/>
                    <a:pt x="0" y="37422"/>
                    <a:pt x="0" y="28251"/>
                  </a:cubicBezTo>
                  <a:cubicBezTo>
                    <a:pt x="0" y="19062"/>
                    <a:pt x="1604" y="12069"/>
                    <a:pt x="4812" y="7254"/>
                  </a:cubicBezTo>
                  <a:cubicBezTo>
                    <a:pt x="8045" y="2421"/>
                    <a:pt x="12712" y="0"/>
                    <a:pt x="18813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79ED0ACA-BB4E-6D58-E38F-EFD31EA9E96E}"/>
                </a:ext>
              </a:extLst>
            </p:cNvPr>
            <p:cNvSpPr/>
            <p:nvPr/>
          </p:nvSpPr>
          <p:spPr>
            <a:xfrm>
              <a:off x="2890377" y="3145887"/>
              <a:ext cx="7693" cy="9261"/>
            </a:xfrm>
            <a:custGeom>
              <a:avLst/>
              <a:gdLst>
                <a:gd name="connsiteX0" fmla="*/ 0 w 7693"/>
                <a:gd name="connsiteY0" fmla="*/ 0 h 9261"/>
                <a:gd name="connsiteX1" fmla="*/ 7693 w 7693"/>
                <a:gd name="connsiteY1" fmla="*/ 0 h 9261"/>
                <a:gd name="connsiteX2" fmla="*/ 7693 w 7693"/>
                <a:gd name="connsiteY2" fmla="*/ 9261 h 9261"/>
                <a:gd name="connsiteX3" fmla="*/ 0 w 7693"/>
                <a:gd name="connsiteY3" fmla="*/ 9261 h 9261"/>
                <a:gd name="connsiteX4" fmla="*/ 0 w 7693"/>
                <a:gd name="connsiteY4" fmla="*/ 0 h 9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3" h="9261">
                  <a:moveTo>
                    <a:pt x="0" y="0"/>
                  </a:moveTo>
                  <a:lnTo>
                    <a:pt x="7693" y="0"/>
                  </a:lnTo>
                  <a:lnTo>
                    <a:pt x="7693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90D3B760-FB07-632F-4418-0CC754B1E1FB}"/>
                </a:ext>
              </a:extLst>
            </p:cNvPr>
            <p:cNvSpPr/>
            <p:nvPr/>
          </p:nvSpPr>
          <p:spPr>
            <a:xfrm>
              <a:off x="2911049" y="3099734"/>
              <a:ext cx="37624" cy="56475"/>
            </a:xfrm>
            <a:custGeom>
              <a:avLst/>
              <a:gdLst>
                <a:gd name="connsiteX0" fmla="*/ 18812 w 37624"/>
                <a:gd name="connsiteY0" fmla="*/ 5832 h 56475"/>
                <a:gd name="connsiteX1" fmla="*/ 10245 w 37624"/>
                <a:gd name="connsiteY1" fmla="*/ 11448 h 56475"/>
                <a:gd name="connsiteX2" fmla="*/ 7401 w 37624"/>
                <a:gd name="connsiteY2" fmla="*/ 28251 h 56475"/>
                <a:gd name="connsiteX3" fmla="*/ 10245 w 37624"/>
                <a:gd name="connsiteY3" fmla="*/ 45063 h 56475"/>
                <a:gd name="connsiteX4" fmla="*/ 18812 w 37624"/>
                <a:gd name="connsiteY4" fmla="*/ 50643 h 56475"/>
                <a:gd name="connsiteX5" fmla="*/ 27380 w 37624"/>
                <a:gd name="connsiteY5" fmla="*/ 45063 h 56475"/>
                <a:gd name="connsiteX6" fmla="*/ 30260 w 37624"/>
                <a:gd name="connsiteY6" fmla="*/ 28251 h 56475"/>
                <a:gd name="connsiteX7" fmla="*/ 27380 w 37624"/>
                <a:gd name="connsiteY7" fmla="*/ 11448 h 56475"/>
                <a:gd name="connsiteX8" fmla="*/ 18812 w 37624"/>
                <a:gd name="connsiteY8" fmla="*/ 5832 h 56475"/>
                <a:gd name="connsiteX9" fmla="*/ 18812 w 37624"/>
                <a:gd name="connsiteY9" fmla="*/ 0 h 56475"/>
                <a:gd name="connsiteX10" fmla="*/ 32775 w 37624"/>
                <a:gd name="connsiteY10" fmla="*/ 7254 h 56475"/>
                <a:gd name="connsiteX11" fmla="*/ 37625 w 37624"/>
                <a:gd name="connsiteY11" fmla="*/ 28251 h 56475"/>
                <a:gd name="connsiteX12" fmla="*/ 32775 w 37624"/>
                <a:gd name="connsiteY12" fmla="*/ 49257 h 56475"/>
                <a:gd name="connsiteX13" fmla="*/ 18812 w 37624"/>
                <a:gd name="connsiteY13" fmla="*/ 56475 h 56475"/>
                <a:gd name="connsiteX14" fmla="*/ 4812 w 37624"/>
                <a:gd name="connsiteY14" fmla="*/ 49257 h 56475"/>
                <a:gd name="connsiteX15" fmla="*/ 0 w 37624"/>
                <a:gd name="connsiteY15" fmla="*/ 28251 h 56475"/>
                <a:gd name="connsiteX16" fmla="*/ 4812 w 37624"/>
                <a:gd name="connsiteY16" fmla="*/ 7254 h 56475"/>
                <a:gd name="connsiteX17" fmla="*/ 18812 w 37624"/>
                <a:gd name="connsiteY17" fmla="*/ 0 h 56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75">
                  <a:moveTo>
                    <a:pt x="18812" y="5832"/>
                  </a:moveTo>
                  <a:cubicBezTo>
                    <a:pt x="15020" y="5832"/>
                    <a:pt x="12164" y="7704"/>
                    <a:pt x="10245" y="11448"/>
                  </a:cubicBezTo>
                  <a:cubicBezTo>
                    <a:pt x="8348" y="15165"/>
                    <a:pt x="7401" y="20772"/>
                    <a:pt x="7401" y="28251"/>
                  </a:cubicBezTo>
                  <a:cubicBezTo>
                    <a:pt x="7401" y="35712"/>
                    <a:pt x="8348" y="41319"/>
                    <a:pt x="10245" y="45063"/>
                  </a:cubicBezTo>
                  <a:cubicBezTo>
                    <a:pt x="12164" y="48780"/>
                    <a:pt x="15020" y="50643"/>
                    <a:pt x="18812" y="50643"/>
                  </a:cubicBezTo>
                  <a:cubicBezTo>
                    <a:pt x="22628" y="50643"/>
                    <a:pt x="25484" y="48780"/>
                    <a:pt x="27380" y="45063"/>
                  </a:cubicBezTo>
                  <a:cubicBezTo>
                    <a:pt x="29300" y="41319"/>
                    <a:pt x="30260" y="35712"/>
                    <a:pt x="30260" y="28251"/>
                  </a:cubicBezTo>
                  <a:cubicBezTo>
                    <a:pt x="30260" y="20772"/>
                    <a:pt x="29300" y="15165"/>
                    <a:pt x="27380" y="11448"/>
                  </a:cubicBezTo>
                  <a:cubicBezTo>
                    <a:pt x="25484" y="7704"/>
                    <a:pt x="22628" y="5832"/>
                    <a:pt x="18812" y="5832"/>
                  </a:cubicBezTo>
                  <a:moveTo>
                    <a:pt x="18812" y="0"/>
                  </a:moveTo>
                  <a:cubicBezTo>
                    <a:pt x="24913" y="0"/>
                    <a:pt x="29567" y="2421"/>
                    <a:pt x="32775" y="7254"/>
                  </a:cubicBezTo>
                  <a:cubicBezTo>
                    <a:pt x="36008" y="12069"/>
                    <a:pt x="37625" y="19062"/>
                    <a:pt x="37625" y="28251"/>
                  </a:cubicBezTo>
                  <a:cubicBezTo>
                    <a:pt x="37625" y="37422"/>
                    <a:pt x="36008" y="44424"/>
                    <a:pt x="32775" y="49257"/>
                  </a:cubicBezTo>
                  <a:cubicBezTo>
                    <a:pt x="29567" y="54072"/>
                    <a:pt x="24913" y="56475"/>
                    <a:pt x="18812" y="56475"/>
                  </a:cubicBezTo>
                  <a:cubicBezTo>
                    <a:pt x="12712" y="56475"/>
                    <a:pt x="8045" y="54072"/>
                    <a:pt x="4812" y="49257"/>
                  </a:cubicBezTo>
                  <a:cubicBezTo>
                    <a:pt x="1604" y="44424"/>
                    <a:pt x="0" y="37422"/>
                    <a:pt x="0" y="28251"/>
                  </a:cubicBezTo>
                  <a:cubicBezTo>
                    <a:pt x="0" y="19062"/>
                    <a:pt x="1604" y="12069"/>
                    <a:pt x="4812" y="7254"/>
                  </a:cubicBezTo>
                  <a:cubicBezTo>
                    <a:pt x="8045" y="2421"/>
                    <a:pt x="12712" y="0"/>
                    <a:pt x="18812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C41C9870-279A-F78F-6A09-F16ABE855E55}"/>
                </a:ext>
              </a:extLst>
            </p:cNvPr>
            <p:cNvSpPr/>
            <p:nvPr/>
          </p:nvSpPr>
          <p:spPr>
            <a:xfrm>
              <a:off x="2841377" y="2887695"/>
              <a:ext cx="37624" cy="56475"/>
            </a:xfrm>
            <a:custGeom>
              <a:avLst/>
              <a:gdLst>
                <a:gd name="connsiteX0" fmla="*/ 18813 w 37624"/>
                <a:gd name="connsiteY0" fmla="*/ 5832 h 56475"/>
                <a:gd name="connsiteX1" fmla="*/ 10245 w 37624"/>
                <a:gd name="connsiteY1" fmla="*/ 11448 h 56475"/>
                <a:gd name="connsiteX2" fmla="*/ 7401 w 37624"/>
                <a:gd name="connsiteY2" fmla="*/ 28251 h 56475"/>
                <a:gd name="connsiteX3" fmla="*/ 10245 w 37624"/>
                <a:gd name="connsiteY3" fmla="*/ 45063 h 56475"/>
                <a:gd name="connsiteX4" fmla="*/ 18813 w 37624"/>
                <a:gd name="connsiteY4" fmla="*/ 50634 h 56475"/>
                <a:gd name="connsiteX5" fmla="*/ 27380 w 37624"/>
                <a:gd name="connsiteY5" fmla="*/ 45063 h 56475"/>
                <a:gd name="connsiteX6" fmla="*/ 30261 w 37624"/>
                <a:gd name="connsiteY6" fmla="*/ 28251 h 56475"/>
                <a:gd name="connsiteX7" fmla="*/ 27380 w 37624"/>
                <a:gd name="connsiteY7" fmla="*/ 11448 h 56475"/>
                <a:gd name="connsiteX8" fmla="*/ 18813 w 37624"/>
                <a:gd name="connsiteY8" fmla="*/ 5832 h 56475"/>
                <a:gd name="connsiteX9" fmla="*/ 18813 w 37624"/>
                <a:gd name="connsiteY9" fmla="*/ 0 h 56475"/>
                <a:gd name="connsiteX10" fmla="*/ 32776 w 37624"/>
                <a:gd name="connsiteY10" fmla="*/ 7254 h 56475"/>
                <a:gd name="connsiteX11" fmla="*/ 37624 w 37624"/>
                <a:gd name="connsiteY11" fmla="*/ 28251 h 56475"/>
                <a:gd name="connsiteX12" fmla="*/ 32776 w 37624"/>
                <a:gd name="connsiteY12" fmla="*/ 49248 h 56475"/>
                <a:gd name="connsiteX13" fmla="*/ 18813 w 37624"/>
                <a:gd name="connsiteY13" fmla="*/ 56475 h 56475"/>
                <a:gd name="connsiteX14" fmla="*/ 4812 w 37624"/>
                <a:gd name="connsiteY14" fmla="*/ 49248 h 56475"/>
                <a:gd name="connsiteX15" fmla="*/ 0 w 37624"/>
                <a:gd name="connsiteY15" fmla="*/ 28251 h 56475"/>
                <a:gd name="connsiteX16" fmla="*/ 4812 w 37624"/>
                <a:gd name="connsiteY16" fmla="*/ 7254 h 56475"/>
                <a:gd name="connsiteX17" fmla="*/ 18813 w 37624"/>
                <a:gd name="connsiteY17" fmla="*/ 0 h 56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75">
                  <a:moveTo>
                    <a:pt x="18813" y="5832"/>
                  </a:moveTo>
                  <a:cubicBezTo>
                    <a:pt x="15021" y="5832"/>
                    <a:pt x="12164" y="7704"/>
                    <a:pt x="10245" y="11448"/>
                  </a:cubicBezTo>
                  <a:cubicBezTo>
                    <a:pt x="8348" y="15165"/>
                    <a:pt x="7401" y="20763"/>
                    <a:pt x="7401" y="28251"/>
                  </a:cubicBezTo>
                  <a:cubicBezTo>
                    <a:pt x="7401" y="35712"/>
                    <a:pt x="8348" y="41319"/>
                    <a:pt x="10245" y="45063"/>
                  </a:cubicBezTo>
                  <a:cubicBezTo>
                    <a:pt x="12164" y="48780"/>
                    <a:pt x="15021" y="50634"/>
                    <a:pt x="18813" y="50634"/>
                  </a:cubicBezTo>
                  <a:cubicBezTo>
                    <a:pt x="22629" y="50634"/>
                    <a:pt x="25484" y="48780"/>
                    <a:pt x="27380" y="45063"/>
                  </a:cubicBezTo>
                  <a:cubicBezTo>
                    <a:pt x="29300" y="41319"/>
                    <a:pt x="30261" y="35712"/>
                    <a:pt x="30261" y="28251"/>
                  </a:cubicBezTo>
                  <a:cubicBezTo>
                    <a:pt x="30261" y="20763"/>
                    <a:pt x="29300" y="15165"/>
                    <a:pt x="27380" y="11448"/>
                  </a:cubicBezTo>
                  <a:cubicBezTo>
                    <a:pt x="25484" y="7704"/>
                    <a:pt x="22629" y="5832"/>
                    <a:pt x="18813" y="5832"/>
                  </a:cubicBezTo>
                  <a:moveTo>
                    <a:pt x="18813" y="0"/>
                  </a:moveTo>
                  <a:cubicBezTo>
                    <a:pt x="24913" y="0"/>
                    <a:pt x="29568" y="2421"/>
                    <a:pt x="32776" y="7254"/>
                  </a:cubicBezTo>
                  <a:cubicBezTo>
                    <a:pt x="36008" y="12069"/>
                    <a:pt x="37624" y="19062"/>
                    <a:pt x="37624" y="28251"/>
                  </a:cubicBezTo>
                  <a:cubicBezTo>
                    <a:pt x="37624" y="37413"/>
                    <a:pt x="36008" y="44415"/>
                    <a:pt x="32776" y="49248"/>
                  </a:cubicBezTo>
                  <a:cubicBezTo>
                    <a:pt x="29568" y="54063"/>
                    <a:pt x="24913" y="56475"/>
                    <a:pt x="18813" y="56475"/>
                  </a:cubicBezTo>
                  <a:cubicBezTo>
                    <a:pt x="12712" y="56475"/>
                    <a:pt x="8045" y="54063"/>
                    <a:pt x="4812" y="49248"/>
                  </a:cubicBezTo>
                  <a:cubicBezTo>
                    <a:pt x="1604" y="44415"/>
                    <a:pt x="0" y="37413"/>
                    <a:pt x="0" y="28251"/>
                  </a:cubicBezTo>
                  <a:cubicBezTo>
                    <a:pt x="0" y="19062"/>
                    <a:pt x="1604" y="12069"/>
                    <a:pt x="4812" y="7254"/>
                  </a:cubicBezTo>
                  <a:cubicBezTo>
                    <a:pt x="8045" y="2421"/>
                    <a:pt x="12712" y="0"/>
                    <a:pt x="18813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0BE90906-E4D6-6F69-C188-38ACF336F6BB}"/>
                </a:ext>
              </a:extLst>
            </p:cNvPr>
            <p:cNvSpPr/>
            <p:nvPr/>
          </p:nvSpPr>
          <p:spPr>
            <a:xfrm>
              <a:off x="2891945" y="2933847"/>
              <a:ext cx="7692" cy="9260"/>
            </a:xfrm>
            <a:custGeom>
              <a:avLst/>
              <a:gdLst>
                <a:gd name="connsiteX0" fmla="*/ 0 w 7692"/>
                <a:gd name="connsiteY0" fmla="*/ 0 h 9260"/>
                <a:gd name="connsiteX1" fmla="*/ 7692 w 7692"/>
                <a:gd name="connsiteY1" fmla="*/ 0 h 9260"/>
                <a:gd name="connsiteX2" fmla="*/ 7692 w 7692"/>
                <a:gd name="connsiteY2" fmla="*/ 9261 h 9260"/>
                <a:gd name="connsiteX3" fmla="*/ 0 w 7692"/>
                <a:gd name="connsiteY3" fmla="*/ 9261 h 9260"/>
                <a:gd name="connsiteX4" fmla="*/ 0 w 7692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2" h="9260">
                  <a:moveTo>
                    <a:pt x="0" y="0"/>
                  </a:moveTo>
                  <a:lnTo>
                    <a:pt x="7692" y="0"/>
                  </a:lnTo>
                  <a:lnTo>
                    <a:pt x="7692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89BCF266-0F5C-1164-9267-AFCEC28368AC}"/>
                </a:ext>
              </a:extLst>
            </p:cNvPr>
            <p:cNvSpPr/>
            <p:nvPr/>
          </p:nvSpPr>
          <p:spPr>
            <a:xfrm>
              <a:off x="2913455" y="2888675"/>
              <a:ext cx="35218" cy="55494"/>
            </a:xfrm>
            <a:custGeom>
              <a:avLst/>
              <a:gdLst>
                <a:gd name="connsiteX0" fmla="*/ 2297 w 35218"/>
                <a:gd name="connsiteY0" fmla="*/ 0 h 55494"/>
                <a:gd name="connsiteX1" fmla="*/ 31208 w 35218"/>
                <a:gd name="connsiteY1" fmla="*/ 0 h 55494"/>
                <a:gd name="connsiteX2" fmla="*/ 31208 w 35218"/>
                <a:gd name="connsiteY2" fmla="*/ 6201 h 55494"/>
                <a:gd name="connsiteX3" fmla="*/ 9042 w 35218"/>
                <a:gd name="connsiteY3" fmla="*/ 6201 h 55494"/>
                <a:gd name="connsiteX4" fmla="*/ 9042 w 35218"/>
                <a:gd name="connsiteY4" fmla="*/ 19539 h 55494"/>
                <a:gd name="connsiteX5" fmla="*/ 12250 w 35218"/>
                <a:gd name="connsiteY5" fmla="*/ 18738 h 55494"/>
                <a:gd name="connsiteX6" fmla="*/ 15458 w 35218"/>
                <a:gd name="connsiteY6" fmla="*/ 18450 h 55494"/>
                <a:gd name="connsiteX7" fmla="*/ 29896 w 35218"/>
                <a:gd name="connsiteY7" fmla="*/ 23445 h 55494"/>
                <a:gd name="connsiteX8" fmla="*/ 35219 w 35218"/>
                <a:gd name="connsiteY8" fmla="*/ 36972 h 55494"/>
                <a:gd name="connsiteX9" fmla="*/ 29750 w 35218"/>
                <a:gd name="connsiteY9" fmla="*/ 50643 h 55494"/>
                <a:gd name="connsiteX10" fmla="*/ 14328 w 35218"/>
                <a:gd name="connsiteY10" fmla="*/ 55494 h 55494"/>
                <a:gd name="connsiteX11" fmla="*/ 7329 w 35218"/>
                <a:gd name="connsiteY11" fmla="*/ 54909 h 55494"/>
                <a:gd name="connsiteX12" fmla="*/ 0 w 35218"/>
                <a:gd name="connsiteY12" fmla="*/ 53154 h 55494"/>
                <a:gd name="connsiteX13" fmla="*/ 0 w 35218"/>
                <a:gd name="connsiteY13" fmla="*/ 45756 h 55494"/>
                <a:gd name="connsiteX14" fmla="*/ 6782 w 35218"/>
                <a:gd name="connsiteY14" fmla="*/ 48420 h 55494"/>
                <a:gd name="connsiteX15" fmla="*/ 14182 w 35218"/>
                <a:gd name="connsiteY15" fmla="*/ 49293 h 55494"/>
                <a:gd name="connsiteX16" fmla="*/ 24172 w 35218"/>
                <a:gd name="connsiteY16" fmla="*/ 45972 h 55494"/>
                <a:gd name="connsiteX17" fmla="*/ 27854 w 35218"/>
                <a:gd name="connsiteY17" fmla="*/ 36972 h 55494"/>
                <a:gd name="connsiteX18" fmla="*/ 24172 w 35218"/>
                <a:gd name="connsiteY18" fmla="*/ 27963 h 55494"/>
                <a:gd name="connsiteX19" fmla="*/ 14182 w 35218"/>
                <a:gd name="connsiteY19" fmla="*/ 24651 h 55494"/>
                <a:gd name="connsiteX20" fmla="*/ 8276 w 35218"/>
                <a:gd name="connsiteY20" fmla="*/ 25299 h 55494"/>
                <a:gd name="connsiteX21" fmla="*/ 2297 w 35218"/>
                <a:gd name="connsiteY21" fmla="*/ 27342 h 55494"/>
                <a:gd name="connsiteX22" fmla="*/ 2297 w 35218"/>
                <a:gd name="connsiteY22" fmla="*/ 0 h 55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218" h="55494">
                  <a:moveTo>
                    <a:pt x="2297" y="0"/>
                  </a:moveTo>
                  <a:lnTo>
                    <a:pt x="31208" y="0"/>
                  </a:lnTo>
                  <a:lnTo>
                    <a:pt x="31208" y="6201"/>
                  </a:lnTo>
                  <a:lnTo>
                    <a:pt x="9042" y="6201"/>
                  </a:lnTo>
                  <a:lnTo>
                    <a:pt x="9042" y="19539"/>
                  </a:lnTo>
                  <a:cubicBezTo>
                    <a:pt x="10112" y="19179"/>
                    <a:pt x="11181" y="18909"/>
                    <a:pt x="12250" y="18738"/>
                  </a:cubicBezTo>
                  <a:cubicBezTo>
                    <a:pt x="13320" y="18549"/>
                    <a:pt x="14389" y="18450"/>
                    <a:pt x="15458" y="18450"/>
                  </a:cubicBezTo>
                  <a:cubicBezTo>
                    <a:pt x="21535" y="18450"/>
                    <a:pt x="26347" y="20115"/>
                    <a:pt x="29896" y="23445"/>
                  </a:cubicBezTo>
                  <a:cubicBezTo>
                    <a:pt x="33445" y="26775"/>
                    <a:pt x="35219" y="31284"/>
                    <a:pt x="35219" y="36972"/>
                  </a:cubicBezTo>
                  <a:cubicBezTo>
                    <a:pt x="35219" y="42831"/>
                    <a:pt x="33396" y="47385"/>
                    <a:pt x="29750" y="50643"/>
                  </a:cubicBezTo>
                  <a:cubicBezTo>
                    <a:pt x="26104" y="53874"/>
                    <a:pt x="20964" y="55494"/>
                    <a:pt x="14328" y="55494"/>
                  </a:cubicBezTo>
                  <a:cubicBezTo>
                    <a:pt x="12044" y="55494"/>
                    <a:pt x="9711" y="55296"/>
                    <a:pt x="7329" y="54909"/>
                  </a:cubicBezTo>
                  <a:cubicBezTo>
                    <a:pt x="4971" y="54522"/>
                    <a:pt x="2528" y="53937"/>
                    <a:pt x="0" y="53154"/>
                  </a:cubicBezTo>
                  <a:lnTo>
                    <a:pt x="0" y="45756"/>
                  </a:lnTo>
                  <a:cubicBezTo>
                    <a:pt x="2188" y="46944"/>
                    <a:pt x="4448" y="47835"/>
                    <a:pt x="6782" y="48420"/>
                  </a:cubicBezTo>
                  <a:cubicBezTo>
                    <a:pt x="9115" y="49005"/>
                    <a:pt x="11582" y="49293"/>
                    <a:pt x="14182" y="49293"/>
                  </a:cubicBezTo>
                  <a:cubicBezTo>
                    <a:pt x="18388" y="49293"/>
                    <a:pt x="21718" y="48186"/>
                    <a:pt x="24172" y="45972"/>
                  </a:cubicBezTo>
                  <a:cubicBezTo>
                    <a:pt x="26626" y="43767"/>
                    <a:pt x="27854" y="40761"/>
                    <a:pt x="27854" y="36972"/>
                  </a:cubicBezTo>
                  <a:cubicBezTo>
                    <a:pt x="27854" y="33183"/>
                    <a:pt x="26626" y="30177"/>
                    <a:pt x="24172" y="27963"/>
                  </a:cubicBezTo>
                  <a:cubicBezTo>
                    <a:pt x="21718" y="25758"/>
                    <a:pt x="18388" y="24651"/>
                    <a:pt x="14182" y="24651"/>
                  </a:cubicBezTo>
                  <a:cubicBezTo>
                    <a:pt x="12214" y="24651"/>
                    <a:pt x="10245" y="24867"/>
                    <a:pt x="8276" y="25299"/>
                  </a:cubicBezTo>
                  <a:cubicBezTo>
                    <a:pt x="6332" y="25740"/>
                    <a:pt x="4339" y="26415"/>
                    <a:pt x="2297" y="27342"/>
                  </a:cubicBezTo>
                  <a:lnTo>
                    <a:pt x="2297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09B40621-929B-C95B-2FBD-76CB5B99A7F4}"/>
                </a:ext>
              </a:extLst>
            </p:cNvPr>
            <p:cNvSpPr/>
            <p:nvPr/>
          </p:nvSpPr>
          <p:spPr>
            <a:xfrm>
              <a:off x="2843091" y="2676635"/>
              <a:ext cx="32411" cy="54431"/>
            </a:xfrm>
            <a:custGeom>
              <a:avLst/>
              <a:gdLst>
                <a:gd name="connsiteX0" fmla="*/ 1058 w 32411"/>
                <a:gd name="connsiteY0" fmla="*/ 48234 h 54431"/>
                <a:gd name="connsiteX1" fmla="*/ 13089 w 32411"/>
                <a:gd name="connsiteY1" fmla="*/ 48234 h 54431"/>
                <a:gd name="connsiteX2" fmla="*/ 13089 w 32411"/>
                <a:gd name="connsiteY2" fmla="*/ 6708 h 54431"/>
                <a:gd name="connsiteX3" fmla="*/ 0 w 32411"/>
                <a:gd name="connsiteY3" fmla="*/ 9333 h 54431"/>
                <a:gd name="connsiteX4" fmla="*/ 0 w 32411"/>
                <a:gd name="connsiteY4" fmla="*/ 2624 h 54431"/>
                <a:gd name="connsiteX5" fmla="*/ 13016 w 32411"/>
                <a:gd name="connsiteY5" fmla="*/ 0 h 54431"/>
                <a:gd name="connsiteX6" fmla="*/ 20381 w 32411"/>
                <a:gd name="connsiteY6" fmla="*/ 0 h 54431"/>
                <a:gd name="connsiteX7" fmla="*/ 20381 w 32411"/>
                <a:gd name="connsiteY7" fmla="*/ 48234 h 54431"/>
                <a:gd name="connsiteX8" fmla="*/ 32412 w 32411"/>
                <a:gd name="connsiteY8" fmla="*/ 48234 h 54431"/>
                <a:gd name="connsiteX9" fmla="*/ 32412 w 32411"/>
                <a:gd name="connsiteY9" fmla="*/ 54432 h 54431"/>
                <a:gd name="connsiteX10" fmla="*/ 1058 w 32411"/>
                <a:gd name="connsiteY10" fmla="*/ 54432 h 54431"/>
                <a:gd name="connsiteX11" fmla="*/ 1058 w 32411"/>
                <a:gd name="connsiteY11" fmla="*/ 48234 h 54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411" h="54431">
                  <a:moveTo>
                    <a:pt x="1058" y="48234"/>
                  </a:moveTo>
                  <a:lnTo>
                    <a:pt x="13089" y="48234"/>
                  </a:lnTo>
                  <a:lnTo>
                    <a:pt x="13089" y="6708"/>
                  </a:lnTo>
                  <a:lnTo>
                    <a:pt x="0" y="9333"/>
                  </a:lnTo>
                  <a:lnTo>
                    <a:pt x="0" y="2624"/>
                  </a:lnTo>
                  <a:lnTo>
                    <a:pt x="13016" y="0"/>
                  </a:lnTo>
                  <a:lnTo>
                    <a:pt x="20381" y="0"/>
                  </a:lnTo>
                  <a:lnTo>
                    <a:pt x="20381" y="48234"/>
                  </a:lnTo>
                  <a:lnTo>
                    <a:pt x="32412" y="48234"/>
                  </a:lnTo>
                  <a:lnTo>
                    <a:pt x="32412" y="54432"/>
                  </a:lnTo>
                  <a:lnTo>
                    <a:pt x="1058" y="54432"/>
                  </a:lnTo>
                  <a:lnTo>
                    <a:pt x="1058" y="48234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6B2115E4-7700-9576-47D1-503907429168}"/>
                </a:ext>
              </a:extLst>
            </p:cNvPr>
            <p:cNvSpPr/>
            <p:nvPr/>
          </p:nvSpPr>
          <p:spPr>
            <a:xfrm>
              <a:off x="2890377" y="2721806"/>
              <a:ext cx="7693" cy="9260"/>
            </a:xfrm>
            <a:custGeom>
              <a:avLst/>
              <a:gdLst>
                <a:gd name="connsiteX0" fmla="*/ 0 w 7693"/>
                <a:gd name="connsiteY0" fmla="*/ 0 h 9260"/>
                <a:gd name="connsiteX1" fmla="*/ 7693 w 7693"/>
                <a:gd name="connsiteY1" fmla="*/ 0 h 9260"/>
                <a:gd name="connsiteX2" fmla="*/ 7693 w 7693"/>
                <a:gd name="connsiteY2" fmla="*/ 9261 h 9260"/>
                <a:gd name="connsiteX3" fmla="*/ 0 w 7693"/>
                <a:gd name="connsiteY3" fmla="*/ 9261 h 9260"/>
                <a:gd name="connsiteX4" fmla="*/ 0 w 7693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3" h="9260">
                  <a:moveTo>
                    <a:pt x="0" y="0"/>
                  </a:moveTo>
                  <a:lnTo>
                    <a:pt x="7693" y="0"/>
                  </a:lnTo>
                  <a:lnTo>
                    <a:pt x="7693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2A21CF12-8A88-B906-602B-65FE55A608EE}"/>
                </a:ext>
              </a:extLst>
            </p:cNvPr>
            <p:cNvSpPr/>
            <p:nvPr/>
          </p:nvSpPr>
          <p:spPr>
            <a:xfrm>
              <a:off x="2911049" y="2675650"/>
              <a:ext cx="37624" cy="56474"/>
            </a:xfrm>
            <a:custGeom>
              <a:avLst/>
              <a:gdLst>
                <a:gd name="connsiteX0" fmla="*/ 18812 w 37624"/>
                <a:gd name="connsiteY0" fmla="*/ 5833 h 56474"/>
                <a:gd name="connsiteX1" fmla="*/ 10245 w 37624"/>
                <a:gd name="connsiteY1" fmla="*/ 11448 h 56474"/>
                <a:gd name="connsiteX2" fmla="*/ 7401 w 37624"/>
                <a:gd name="connsiteY2" fmla="*/ 28255 h 56474"/>
                <a:gd name="connsiteX3" fmla="*/ 10245 w 37624"/>
                <a:gd name="connsiteY3" fmla="*/ 45062 h 56474"/>
                <a:gd name="connsiteX4" fmla="*/ 18812 w 37624"/>
                <a:gd name="connsiteY4" fmla="*/ 50640 h 56474"/>
                <a:gd name="connsiteX5" fmla="*/ 27380 w 37624"/>
                <a:gd name="connsiteY5" fmla="*/ 45062 h 56474"/>
                <a:gd name="connsiteX6" fmla="*/ 30260 w 37624"/>
                <a:gd name="connsiteY6" fmla="*/ 28255 h 56474"/>
                <a:gd name="connsiteX7" fmla="*/ 27380 w 37624"/>
                <a:gd name="connsiteY7" fmla="*/ 11448 h 56474"/>
                <a:gd name="connsiteX8" fmla="*/ 18812 w 37624"/>
                <a:gd name="connsiteY8" fmla="*/ 5833 h 56474"/>
                <a:gd name="connsiteX9" fmla="*/ 18812 w 37624"/>
                <a:gd name="connsiteY9" fmla="*/ 0 h 56474"/>
                <a:gd name="connsiteX10" fmla="*/ 32775 w 37624"/>
                <a:gd name="connsiteY10" fmla="*/ 7255 h 56474"/>
                <a:gd name="connsiteX11" fmla="*/ 37625 w 37624"/>
                <a:gd name="connsiteY11" fmla="*/ 28255 h 56474"/>
                <a:gd name="connsiteX12" fmla="*/ 32775 w 37624"/>
                <a:gd name="connsiteY12" fmla="*/ 49255 h 56474"/>
                <a:gd name="connsiteX13" fmla="*/ 18812 w 37624"/>
                <a:gd name="connsiteY13" fmla="*/ 56474 h 56474"/>
                <a:gd name="connsiteX14" fmla="*/ 4812 w 37624"/>
                <a:gd name="connsiteY14" fmla="*/ 49255 h 56474"/>
                <a:gd name="connsiteX15" fmla="*/ 0 w 37624"/>
                <a:gd name="connsiteY15" fmla="*/ 28255 h 56474"/>
                <a:gd name="connsiteX16" fmla="*/ 4812 w 37624"/>
                <a:gd name="connsiteY16" fmla="*/ 7255 h 56474"/>
                <a:gd name="connsiteX17" fmla="*/ 18812 w 37624"/>
                <a:gd name="connsiteY17" fmla="*/ 0 h 56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74">
                  <a:moveTo>
                    <a:pt x="18812" y="5833"/>
                  </a:moveTo>
                  <a:cubicBezTo>
                    <a:pt x="15020" y="5833"/>
                    <a:pt x="12164" y="7705"/>
                    <a:pt x="10245" y="11448"/>
                  </a:cubicBezTo>
                  <a:cubicBezTo>
                    <a:pt x="8348" y="15167"/>
                    <a:pt x="7401" y="20769"/>
                    <a:pt x="7401" y="28255"/>
                  </a:cubicBezTo>
                  <a:cubicBezTo>
                    <a:pt x="7401" y="35717"/>
                    <a:pt x="8348" y="41319"/>
                    <a:pt x="10245" y="45062"/>
                  </a:cubicBezTo>
                  <a:cubicBezTo>
                    <a:pt x="12164" y="48781"/>
                    <a:pt x="15020" y="50640"/>
                    <a:pt x="18812" y="50640"/>
                  </a:cubicBezTo>
                  <a:cubicBezTo>
                    <a:pt x="22628" y="50640"/>
                    <a:pt x="25484" y="48781"/>
                    <a:pt x="27380" y="45062"/>
                  </a:cubicBezTo>
                  <a:cubicBezTo>
                    <a:pt x="29300" y="41319"/>
                    <a:pt x="30260" y="35717"/>
                    <a:pt x="30260" y="28255"/>
                  </a:cubicBezTo>
                  <a:cubicBezTo>
                    <a:pt x="30260" y="20769"/>
                    <a:pt x="29300" y="15167"/>
                    <a:pt x="27380" y="11448"/>
                  </a:cubicBezTo>
                  <a:cubicBezTo>
                    <a:pt x="25484" y="7705"/>
                    <a:pt x="22628" y="5833"/>
                    <a:pt x="18812" y="5833"/>
                  </a:cubicBezTo>
                  <a:moveTo>
                    <a:pt x="18812" y="0"/>
                  </a:moveTo>
                  <a:cubicBezTo>
                    <a:pt x="24913" y="0"/>
                    <a:pt x="29567" y="2418"/>
                    <a:pt x="32775" y="7255"/>
                  </a:cubicBezTo>
                  <a:cubicBezTo>
                    <a:pt x="36008" y="12067"/>
                    <a:pt x="37625" y="19067"/>
                    <a:pt x="37625" y="28255"/>
                  </a:cubicBezTo>
                  <a:cubicBezTo>
                    <a:pt x="37625" y="37418"/>
                    <a:pt x="36008" y="44418"/>
                    <a:pt x="32775" y="49255"/>
                  </a:cubicBezTo>
                  <a:cubicBezTo>
                    <a:pt x="29567" y="54067"/>
                    <a:pt x="24913" y="56474"/>
                    <a:pt x="18812" y="56474"/>
                  </a:cubicBezTo>
                  <a:cubicBezTo>
                    <a:pt x="12712" y="56474"/>
                    <a:pt x="8045" y="54067"/>
                    <a:pt x="4812" y="49255"/>
                  </a:cubicBezTo>
                  <a:cubicBezTo>
                    <a:pt x="1604" y="44418"/>
                    <a:pt x="0" y="37418"/>
                    <a:pt x="0" y="28255"/>
                  </a:cubicBezTo>
                  <a:cubicBezTo>
                    <a:pt x="0" y="19067"/>
                    <a:pt x="1604" y="12067"/>
                    <a:pt x="4812" y="7255"/>
                  </a:cubicBezTo>
                  <a:cubicBezTo>
                    <a:pt x="8045" y="2418"/>
                    <a:pt x="12712" y="0"/>
                    <a:pt x="18812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DA4DD31B-50CC-A62E-E68B-FDFFED5BD312}"/>
                </a:ext>
              </a:extLst>
            </p:cNvPr>
            <p:cNvSpPr/>
            <p:nvPr/>
          </p:nvSpPr>
          <p:spPr>
            <a:xfrm>
              <a:off x="2844659" y="2464593"/>
              <a:ext cx="32410" cy="54431"/>
            </a:xfrm>
            <a:custGeom>
              <a:avLst/>
              <a:gdLst>
                <a:gd name="connsiteX0" fmla="*/ 1058 w 32410"/>
                <a:gd name="connsiteY0" fmla="*/ 48234 h 54431"/>
                <a:gd name="connsiteX1" fmla="*/ 13089 w 32410"/>
                <a:gd name="connsiteY1" fmla="*/ 48234 h 54431"/>
                <a:gd name="connsiteX2" fmla="*/ 13089 w 32410"/>
                <a:gd name="connsiteY2" fmla="*/ 6708 h 54431"/>
                <a:gd name="connsiteX3" fmla="*/ 0 w 32410"/>
                <a:gd name="connsiteY3" fmla="*/ 9333 h 54431"/>
                <a:gd name="connsiteX4" fmla="*/ 0 w 32410"/>
                <a:gd name="connsiteY4" fmla="*/ 2624 h 54431"/>
                <a:gd name="connsiteX5" fmla="*/ 13016 w 32410"/>
                <a:gd name="connsiteY5" fmla="*/ 0 h 54431"/>
                <a:gd name="connsiteX6" fmla="*/ 20380 w 32410"/>
                <a:gd name="connsiteY6" fmla="*/ 0 h 54431"/>
                <a:gd name="connsiteX7" fmla="*/ 20380 w 32410"/>
                <a:gd name="connsiteY7" fmla="*/ 48234 h 54431"/>
                <a:gd name="connsiteX8" fmla="*/ 32411 w 32410"/>
                <a:gd name="connsiteY8" fmla="*/ 48234 h 54431"/>
                <a:gd name="connsiteX9" fmla="*/ 32411 w 32410"/>
                <a:gd name="connsiteY9" fmla="*/ 54432 h 54431"/>
                <a:gd name="connsiteX10" fmla="*/ 1058 w 32410"/>
                <a:gd name="connsiteY10" fmla="*/ 54432 h 54431"/>
                <a:gd name="connsiteX11" fmla="*/ 1058 w 32410"/>
                <a:gd name="connsiteY11" fmla="*/ 48234 h 54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410" h="54431">
                  <a:moveTo>
                    <a:pt x="1058" y="48234"/>
                  </a:moveTo>
                  <a:lnTo>
                    <a:pt x="13089" y="48234"/>
                  </a:lnTo>
                  <a:lnTo>
                    <a:pt x="13089" y="6708"/>
                  </a:lnTo>
                  <a:lnTo>
                    <a:pt x="0" y="9333"/>
                  </a:lnTo>
                  <a:lnTo>
                    <a:pt x="0" y="2624"/>
                  </a:lnTo>
                  <a:lnTo>
                    <a:pt x="13016" y="0"/>
                  </a:lnTo>
                  <a:lnTo>
                    <a:pt x="20380" y="0"/>
                  </a:lnTo>
                  <a:lnTo>
                    <a:pt x="20380" y="48234"/>
                  </a:lnTo>
                  <a:lnTo>
                    <a:pt x="32411" y="48234"/>
                  </a:lnTo>
                  <a:lnTo>
                    <a:pt x="32411" y="54432"/>
                  </a:lnTo>
                  <a:lnTo>
                    <a:pt x="1058" y="54432"/>
                  </a:lnTo>
                  <a:lnTo>
                    <a:pt x="1058" y="48234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624CEBA1-42E6-E977-AE8E-6ECA5E0A8E20}"/>
                </a:ext>
              </a:extLst>
            </p:cNvPr>
            <p:cNvSpPr/>
            <p:nvPr/>
          </p:nvSpPr>
          <p:spPr>
            <a:xfrm>
              <a:off x="2891945" y="2509764"/>
              <a:ext cx="7692" cy="9261"/>
            </a:xfrm>
            <a:custGeom>
              <a:avLst/>
              <a:gdLst>
                <a:gd name="connsiteX0" fmla="*/ 0 w 7692"/>
                <a:gd name="connsiteY0" fmla="*/ 0 h 9261"/>
                <a:gd name="connsiteX1" fmla="*/ 7692 w 7692"/>
                <a:gd name="connsiteY1" fmla="*/ 0 h 9261"/>
                <a:gd name="connsiteX2" fmla="*/ 7692 w 7692"/>
                <a:gd name="connsiteY2" fmla="*/ 9261 h 9261"/>
                <a:gd name="connsiteX3" fmla="*/ 0 w 7692"/>
                <a:gd name="connsiteY3" fmla="*/ 9261 h 9261"/>
                <a:gd name="connsiteX4" fmla="*/ 0 w 7692"/>
                <a:gd name="connsiteY4" fmla="*/ 0 h 9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2" h="9261">
                  <a:moveTo>
                    <a:pt x="0" y="0"/>
                  </a:moveTo>
                  <a:lnTo>
                    <a:pt x="7692" y="0"/>
                  </a:lnTo>
                  <a:lnTo>
                    <a:pt x="7692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DD484F24-8716-73F7-5427-3A950664E020}"/>
                </a:ext>
              </a:extLst>
            </p:cNvPr>
            <p:cNvSpPr/>
            <p:nvPr/>
          </p:nvSpPr>
          <p:spPr>
            <a:xfrm>
              <a:off x="2913455" y="2464593"/>
              <a:ext cx="35218" cy="55488"/>
            </a:xfrm>
            <a:custGeom>
              <a:avLst/>
              <a:gdLst>
                <a:gd name="connsiteX0" fmla="*/ 2297 w 35218"/>
                <a:gd name="connsiteY0" fmla="*/ 0 h 55488"/>
                <a:gd name="connsiteX1" fmla="*/ 31208 w 35218"/>
                <a:gd name="connsiteY1" fmla="*/ 0 h 55488"/>
                <a:gd name="connsiteX2" fmla="*/ 31208 w 35218"/>
                <a:gd name="connsiteY2" fmla="*/ 6197 h 55488"/>
                <a:gd name="connsiteX3" fmla="*/ 9042 w 35218"/>
                <a:gd name="connsiteY3" fmla="*/ 6197 h 55488"/>
                <a:gd name="connsiteX4" fmla="*/ 9042 w 35218"/>
                <a:gd name="connsiteY4" fmla="*/ 19541 h 55488"/>
                <a:gd name="connsiteX5" fmla="*/ 12250 w 35218"/>
                <a:gd name="connsiteY5" fmla="*/ 18739 h 55488"/>
                <a:gd name="connsiteX6" fmla="*/ 15458 w 35218"/>
                <a:gd name="connsiteY6" fmla="*/ 18447 h 55488"/>
                <a:gd name="connsiteX7" fmla="*/ 29896 w 35218"/>
                <a:gd name="connsiteY7" fmla="*/ 23442 h 55488"/>
                <a:gd name="connsiteX8" fmla="*/ 35219 w 35218"/>
                <a:gd name="connsiteY8" fmla="*/ 36968 h 55488"/>
                <a:gd name="connsiteX9" fmla="*/ 29750 w 35218"/>
                <a:gd name="connsiteY9" fmla="*/ 50640 h 55488"/>
                <a:gd name="connsiteX10" fmla="*/ 14328 w 35218"/>
                <a:gd name="connsiteY10" fmla="*/ 55489 h 55488"/>
                <a:gd name="connsiteX11" fmla="*/ 7329 w 35218"/>
                <a:gd name="connsiteY11" fmla="*/ 54905 h 55488"/>
                <a:gd name="connsiteX12" fmla="*/ 0 w 35218"/>
                <a:gd name="connsiteY12" fmla="*/ 53156 h 55488"/>
                <a:gd name="connsiteX13" fmla="*/ 0 w 35218"/>
                <a:gd name="connsiteY13" fmla="*/ 45754 h 55488"/>
                <a:gd name="connsiteX14" fmla="*/ 6782 w 35218"/>
                <a:gd name="connsiteY14" fmla="*/ 48416 h 55488"/>
                <a:gd name="connsiteX15" fmla="*/ 14182 w 35218"/>
                <a:gd name="connsiteY15" fmla="*/ 49291 h 55488"/>
                <a:gd name="connsiteX16" fmla="*/ 24172 w 35218"/>
                <a:gd name="connsiteY16" fmla="*/ 45973 h 55488"/>
                <a:gd name="connsiteX17" fmla="*/ 27854 w 35218"/>
                <a:gd name="connsiteY17" fmla="*/ 36968 h 55488"/>
                <a:gd name="connsiteX18" fmla="*/ 24172 w 35218"/>
                <a:gd name="connsiteY18" fmla="*/ 27963 h 55488"/>
                <a:gd name="connsiteX19" fmla="*/ 14182 w 35218"/>
                <a:gd name="connsiteY19" fmla="*/ 24646 h 55488"/>
                <a:gd name="connsiteX20" fmla="*/ 8276 w 35218"/>
                <a:gd name="connsiteY20" fmla="*/ 25302 h 55488"/>
                <a:gd name="connsiteX21" fmla="*/ 2297 w 35218"/>
                <a:gd name="connsiteY21" fmla="*/ 27343 h 55488"/>
                <a:gd name="connsiteX22" fmla="*/ 2297 w 35218"/>
                <a:gd name="connsiteY22" fmla="*/ 0 h 554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218" h="55488">
                  <a:moveTo>
                    <a:pt x="2297" y="0"/>
                  </a:moveTo>
                  <a:lnTo>
                    <a:pt x="31208" y="0"/>
                  </a:lnTo>
                  <a:lnTo>
                    <a:pt x="31208" y="6197"/>
                  </a:lnTo>
                  <a:lnTo>
                    <a:pt x="9042" y="6197"/>
                  </a:lnTo>
                  <a:lnTo>
                    <a:pt x="9042" y="19541"/>
                  </a:lnTo>
                  <a:cubicBezTo>
                    <a:pt x="10112" y="19176"/>
                    <a:pt x="11181" y="18909"/>
                    <a:pt x="12250" y="18739"/>
                  </a:cubicBezTo>
                  <a:cubicBezTo>
                    <a:pt x="13320" y="18544"/>
                    <a:pt x="14389" y="18447"/>
                    <a:pt x="15458" y="18447"/>
                  </a:cubicBezTo>
                  <a:cubicBezTo>
                    <a:pt x="21535" y="18447"/>
                    <a:pt x="26347" y="20112"/>
                    <a:pt x="29896" y="23442"/>
                  </a:cubicBezTo>
                  <a:cubicBezTo>
                    <a:pt x="33445" y="26772"/>
                    <a:pt x="35219" y="31281"/>
                    <a:pt x="35219" y="36968"/>
                  </a:cubicBezTo>
                  <a:cubicBezTo>
                    <a:pt x="35219" y="42826"/>
                    <a:pt x="33396" y="47383"/>
                    <a:pt x="29750" y="50640"/>
                  </a:cubicBezTo>
                  <a:cubicBezTo>
                    <a:pt x="26104" y="53872"/>
                    <a:pt x="20964" y="55489"/>
                    <a:pt x="14328" y="55489"/>
                  </a:cubicBezTo>
                  <a:cubicBezTo>
                    <a:pt x="12044" y="55489"/>
                    <a:pt x="9711" y="55294"/>
                    <a:pt x="7329" y="54905"/>
                  </a:cubicBezTo>
                  <a:cubicBezTo>
                    <a:pt x="4971" y="54517"/>
                    <a:pt x="2528" y="53933"/>
                    <a:pt x="0" y="53156"/>
                  </a:cubicBezTo>
                  <a:lnTo>
                    <a:pt x="0" y="45754"/>
                  </a:lnTo>
                  <a:cubicBezTo>
                    <a:pt x="2188" y="46945"/>
                    <a:pt x="4448" y="47832"/>
                    <a:pt x="6782" y="48416"/>
                  </a:cubicBezTo>
                  <a:cubicBezTo>
                    <a:pt x="9115" y="49000"/>
                    <a:pt x="11582" y="49291"/>
                    <a:pt x="14182" y="49291"/>
                  </a:cubicBezTo>
                  <a:cubicBezTo>
                    <a:pt x="18388" y="49291"/>
                    <a:pt x="21718" y="48185"/>
                    <a:pt x="24172" y="45973"/>
                  </a:cubicBezTo>
                  <a:cubicBezTo>
                    <a:pt x="26626" y="43762"/>
                    <a:pt x="27854" y="40760"/>
                    <a:pt x="27854" y="36968"/>
                  </a:cubicBezTo>
                  <a:cubicBezTo>
                    <a:pt x="27854" y="33177"/>
                    <a:pt x="26626" y="30174"/>
                    <a:pt x="24172" y="27963"/>
                  </a:cubicBezTo>
                  <a:cubicBezTo>
                    <a:pt x="21718" y="25752"/>
                    <a:pt x="18388" y="24646"/>
                    <a:pt x="14182" y="24646"/>
                  </a:cubicBezTo>
                  <a:cubicBezTo>
                    <a:pt x="12214" y="24646"/>
                    <a:pt x="10245" y="24864"/>
                    <a:pt x="8276" y="25302"/>
                  </a:cubicBezTo>
                  <a:cubicBezTo>
                    <a:pt x="6332" y="25739"/>
                    <a:pt x="4339" y="26419"/>
                    <a:pt x="2297" y="27343"/>
                  </a:cubicBezTo>
                  <a:lnTo>
                    <a:pt x="2297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F092FE87-648C-DC21-13D0-36AC34F29881}"/>
                </a:ext>
              </a:extLst>
            </p:cNvPr>
            <p:cNvSpPr/>
            <p:nvPr/>
          </p:nvSpPr>
          <p:spPr>
            <a:xfrm>
              <a:off x="2840357" y="2251566"/>
              <a:ext cx="34561" cy="55415"/>
            </a:xfrm>
            <a:custGeom>
              <a:avLst/>
              <a:gdLst>
                <a:gd name="connsiteX0" fmla="*/ 8859 w 34561"/>
                <a:gd name="connsiteY0" fmla="*/ 49218 h 55415"/>
                <a:gd name="connsiteX1" fmla="*/ 34562 w 34561"/>
                <a:gd name="connsiteY1" fmla="*/ 49218 h 55415"/>
                <a:gd name="connsiteX2" fmla="*/ 34562 w 34561"/>
                <a:gd name="connsiteY2" fmla="*/ 55416 h 55415"/>
                <a:gd name="connsiteX3" fmla="*/ 0 w 34561"/>
                <a:gd name="connsiteY3" fmla="*/ 55416 h 55415"/>
                <a:gd name="connsiteX4" fmla="*/ 0 w 34561"/>
                <a:gd name="connsiteY4" fmla="*/ 49218 h 55415"/>
                <a:gd name="connsiteX5" fmla="*/ 11411 w 34561"/>
                <a:gd name="connsiteY5" fmla="*/ 37588 h 55415"/>
                <a:gd name="connsiteX6" fmla="*/ 20525 w 34561"/>
                <a:gd name="connsiteY6" fmla="*/ 28146 h 55415"/>
                <a:gd name="connsiteX7" fmla="*/ 25447 w 34561"/>
                <a:gd name="connsiteY7" fmla="*/ 21437 h 55415"/>
                <a:gd name="connsiteX8" fmla="*/ 26869 w 34561"/>
                <a:gd name="connsiteY8" fmla="*/ 16005 h 55415"/>
                <a:gd name="connsiteX9" fmla="*/ 23807 w 34561"/>
                <a:gd name="connsiteY9" fmla="*/ 8932 h 55415"/>
                <a:gd name="connsiteX10" fmla="*/ 15896 w 34561"/>
                <a:gd name="connsiteY10" fmla="*/ 6197 h 55415"/>
                <a:gd name="connsiteX11" fmla="*/ 8567 w 34561"/>
                <a:gd name="connsiteY11" fmla="*/ 7401 h 55415"/>
                <a:gd name="connsiteX12" fmla="*/ 364 w 34561"/>
                <a:gd name="connsiteY12" fmla="*/ 11047 h 55415"/>
                <a:gd name="connsiteX13" fmla="*/ 364 w 34561"/>
                <a:gd name="connsiteY13" fmla="*/ 3609 h 55415"/>
                <a:gd name="connsiteX14" fmla="*/ 8677 w 34561"/>
                <a:gd name="connsiteY14" fmla="*/ 911 h 55415"/>
                <a:gd name="connsiteX15" fmla="*/ 15750 w 34561"/>
                <a:gd name="connsiteY15" fmla="*/ 0 h 55415"/>
                <a:gd name="connsiteX16" fmla="*/ 29239 w 34561"/>
                <a:gd name="connsiteY16" fmla="*/ 4229 h 55415"/>
                <a:gd name="connsiteX17" fmla="*/ 34270 w 34561"/>
                <a:gd name="connsiteY17" fmla="*/ 15530 h 55415"/>
                <a:gd name="connsiteX18" fmla="*/ 32994 w 34561"/>
                <a:gd name="connsiteY18" fmla="*/ 21911 h 55415"/>
                <a:gd name="connsiteX19" fmla="*/ 28437 w 34561"/>
                <a:gd name="connsiteY19" fmla="*/ 28984 h 55415"/>
                <a:gd name="connsiteX20" fmla="*/ 22640 w 34561"/>
                <a:gd name="connsiteY20" fmla="*/ 35109 h 55415"/>
                <a:gd name="connsiteX21" fmla="*/ 8859 w 34561"/>
                <a:gd name="connsiteY21" fmla="*/ 49218 h 55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4561" h="55415">
                  <a:moveTo>
                    <a:pt x="8859" y="49218"/>
                  </a:moveTo>
                  <a:lnTo>
                    <a:pt x="34562" y="49218"/>
                  </a:lnTo>
                  <a:lnTo>
                    <a:pt x="34562" y="55416"/>
                  </a:lnTo>
                  <a:lnTo>
                    <a:pt x="0" y="55416"/>
                  </a:lnTo>
                  <a:lnTo>
                    <a:pt x="0" y="49218"/>
                  </a:lnTo>
                  <a:cubicBezTo>
                    <a:pt x="2794" y="46326"/>
                    <a:pt x="6599" y="42448"/>
                    <a:pt x="11411" y="37588"/>
                  </a:cubicBezTo>
                  <a:cubicBezTo>
                    <a:pt x="16248" y="32702"/>
                    <a:pt x="19286" y="29555"/>
                    <a:pt x="20525" y="28146"/>
                  </a:cubicBezTo>
                  <a:cubicBezTo>
                    <a:pt x="22883" y="25496"/>
                    <a:pt x="24524" y="23260"/>
                    <a:pt x="25447" y="21437"/>
                  </a:cubicBezTo>
                  <a:cubicBezTo>
                    <a:pt x="26395" y="19589"/>
                    <a:pt x="26869" y="17779"/>
                    <a:pt x="26869" y="16005"/>
                  </a:cubicBezTo>
                  <a:cubicBezTo>
                    <a:pt x="26869" y="13113"/>
                    <a:pt x="25849" y="10755"/>
                    <a:pt x="23807" y="8932"/>
                  </a:cubicBezTo>
                  <a:cubicBezTo>
                    <a:pt x="21790" y="7109"/>
                    <a:pt x="19153" y="6197"/>
                    <a:pt x="15896" y="6197"/>
                  </a:cubicBezTo>
                  <a:cubicBezTo>
                    <a:pt x="13586" y="6197"/>
                    <a:pt x="11144" y="6599"/>
                    <a:pt x="8567" y="7401"/>
                  </a:cubicBezTo>
                  <a:cubicBezTo>
                    <a:pt x="6016" y="8203"/>
                    <a:pt x="3281" y="9418"/>
                    <a:pt x="364" y="11047"/>
                  </a:cubicBezTo>
                  <a:lnTo>
                    <a:pt x="364" y="3609"/>
                  </a:lnTo>
                  <a:cubicBezTo>
                    <a:pt x="3330" y="2418"/>
                    <a:pt x="6100" y="1518"/>
                    <a:pt x="8677" y="911"/>
                  </a:cubicBezTo>
                  <a:cubicBezTo>
                    <a:pt x="11254" y="303"/>
                    <a:pt x="13611" y="0"/>
                    <a:pt x="15750" y="0"/>
                  </a:cubicBezTo>
                  <a:cubicBezTo>
                    <a:pt x="21389" y="0"/>
                    <a:pt x="25885" y="1409"/>
                    <a:pt x="29239" y="4229"/>
                  </a:cubicBezTo>
                  <a:cubicBezTo>
                    <a:pt x="32593" y="7049"/>
                    <a:pt x="34270" y="10815"/>
                    <a:pt x="34270" y="15530"/>
                  </a:cubicBezTo>
                  <a:cubicBezTo>
                    <a:pt x="34270" y="17767"/>
                    <a:pt x="33844" y="19894"/>
                    <a:pt x="32994" y="21911"/>
                  </a:cubicBezTo>
                  <a:cubicBezTo>
                    <a:pt x="32168" y="23904"/>
                    <a:pt x="30649" y="26261"/>
                    <a:pt x="28437" y="28984"/>
                  </a:cubicBezTo>
                  <a:cubicBezTo>
                    <a:pt x="27830" y="29688"/>
                    <a:pt x="25897" y="31730"/>
                    <a:pt x="22640" y="35109"/>
                  </a:cubicBezTo>
                  <a:cubicBezTo>
                    <a:pt x="19383" y="38463"/>
                    <a:pt x="14790" y="43166"/>
                    <a:pt x="8859" y="49218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60386A68-3AD4-3758-0D1A-CE74765DD28A}"/>
                </a:ext>
              </a:extLst>
            </p:cNvPr>
            <p:cNvSpPr/>
            <p:nvPr/>
          </p:nvSpPr>
          <p:spPr>
            <a:xfrm>
              <a:off x="2890377" y="2297722"/>
              <a:ext cx="7693" cy="9260"/>
            </a:xfrm>
            <a:custGeom>
              <a:avLst/>
              <a:gdLst>
                <a:gd name="connsiteX0" fmla="*/ 0 w 7693"/>
                <a:gd name="connsiteY0" fmla="*/ 0 h 9260"/>
                <a:gd name="connsiteX1" fmla="*/ 7693 w 7693"/>
                <a:gd name="connsiteY1" fmla="*/ 0 h 9260"/>
                <a:gd name="connsiteX2" fmla="*/ 7693 w 7693"/>
                <a:gd name="connsiteY2" fmla="*/ 9260 h 9260"/>
                <a:gd name="connsiteX3" fmla="*/ 0 w 7693"/>
                <a:gd name="connsiteY3" fmla="*/ 9260 h 9260"/>
                <a:gd name="connsiteX4" fmla="*/ 0 w 7693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3" h="9260">
                  <a:moveTo>
                    <a:pt x="0" y="0"/>
                  </a:moveTo>
                  <a:lnTo>
                    <a:pt x="7693" y="0"/>
                  </a:lnTo>
                  <a:lnTo>
                    <a:pt x="7693" y="9260"/>
                  </a:lnTo>
                  <a:lnTo>
                    <a:pt x="0" y="92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1A1018B3-9B7B-6F17-4264-962C8C5FEFB9}"/>
                </a:ext>
              </a:extLst>
            </p:cNvPr>
            <p:cNvSpPr/>
            <p:nvPr/>
          </p:nvSpPr>
          <p:spPr>
            <a:xfrm>
              <a:off x="2911049" y="2251566"/>
              <a:ext cx="37624" cy="56473"/>
            </a:xfrm>
            <a:custGeom>
              <a:avLst/>
              <a:gdLst>
                <a:gd name="connsiteX0" fmla="*/ 18812 w 37624"/>
                <a:gd name="connsiteY0" fmla="*/ 5833 h 56473"/>
                <a:gd name="connsiteX1" fmla="*/ 10245 w 37624"/>
                <a:gd name="connsiteY1" fmla="*/ 11447 h 56473"/>
                <a:gd name="connsiteX2" fmla="*/ 7401 w 37624"/>
                <a:gd name="connsiteY2" fmla="*/ 28255 h 56473"/>
                <a:gd name="connsiteX3" fmla="*/ 10245 w 37624"/>
                <a:gd name="connsiteY3" fmla="*/ 45062 h 56473"/>
                <a:gd name="connsiteX4" fmla="*/ 18812 w 37624"/>
                <a:gd name="connsiteY4" fmla="*/ 50640 h 56473"/>
                <a:gd name="connsiteX5" fmla="*/ 27380 w 37624"/>
                <a:gd name="connsiteY5" fmla="*/ 45062 h 56473"/>
                <a:gd name="connsiteX6" fmla="*/ 30260 w 37624"/>
                <a:gd name="connsiteY6" fmla="*/ 28255 h 56473"/>
                <a:gd name="connsiteX7" fmla="*/ 27380 w 37624"/>
                <a:gd name="connsiteY7" fmla="*/ 11447 h 56473"/>
                <a:gd name="connsiteX8" fmla="*/ 18812 w 37624"/>
                <a:gd name="connsiteY8" fmla="*/ 5833 h 56473"/>
                <a:gd name="connsiteX9" fmla="*/ 18812 w 37624"/>
                <a:gd name="connsiteY9" fmla="*/ 0 h 56473"/>
                <a:gd name="connsiteX10" fmla="*/ 32775 w 37624"/>
                <a:gd name="connsiteY10" fmla="*/ 7255 h 56473"/>
                <a:gd name="connsiteX11" fmla="*/ 37625 w 37624"/>
                <a:gd name="connsiteY11" fmla="*/ 28255 h 56473"/>
                <a:gd name="connsiteX12" fmla="*/ 32775 w 37624"/>
                <a:gd name="connsiteY12" fmla="*/ 49254 h 56473"/>
                <a:gd name="connsiteX13" fmla="*/ 18812 w 37624"/>
                <a:gd name="connsiteY13" fmla="*/ 56473 h 56473"/>
                <a:gd name="connsiteX14" fmla="*/ 4812 w 37624"/>
                <a:gd name="connsiteY14" fmla="*/ 49254 h 56473"/>
                <a:gd name="connsiteX15" fmla="*/ 0 w 37624"/>
                <a:gd name="connsiteY15" fmla="*/ 28255 h 56473"/>
                <a:gd name="connsiteX16" fmla="*/ 4812 w 37624"/>
                <a:gd name="connsiteY16" fmla="*/ 7255 h 56473"/>
                <a:gd name="connsiteX17" fmla="*/ 18812 w 37624"/>
                <a:gd name="connsiteY17" fmla="*/ 0 h 56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73">
                  <a:moveTo>
                    <a:pt x="18812" y="5833"/>
                  </a:moveTo>
                  <a:cubicBezTo>
                    <a:pt x="15020" y="5833"/>
                    <a:pt x="12164" y="7704"/>
                    <a:pt x="10245" y="11447"/>
                  </a:cubicBezTo>
                  <a:cubicBezTo>
                    <a:pt x="8348" y="15166"/>
                    <a:pt x="7401" y="20768"/>
                    <a:pt x="7401" y="28255"/>
                  </a:cubicBezTo>
                  <a:cubicBezTo>
                    <a:pt x="7401" y="35716"/>
                    <a:pt x="8348" y="41319"/>
                    <a:pt x="10245" y="45062"/>
                  </a:cubicBezTo>
                  <a:cubicBezTo>
                    <a:pt x="12164" y="48781"/>
                    <a:pt x="15020" y="50640"/>
                    <a:pt x="18812" y="50640"/>
                  </a:cubicBezTo>
                  <a:cubicBezTo>
                    <a:pt x="22628" y="50640"/>
                    <a:pt x="25484" y="48781"/>
                    <a:pt x="27380" y="45062"/>
                  </a:cubicBezTo>
                  <a:cubicBezTo>
                    <a:pt x="29300" y="41319"/>
                    <a:pt x="30260" y="35716"/>
                    <a:pt x="30260" y="28255"/>
                  </a:cubicBezTo>
                  <a:cubicBezTo>
                    <a:pt x="30260" y="20768"/>
                    <a:pt x="29300" y="15166"/>
                    <a:pt x="27380" y="11447"/>
                  </a:cubicBezTo>
                  <a:cubicBezTo>
                    <a:pt x="25484" y="7704"/>
                    <a:pt x="22628" y="5833"/>
                    <a:pt x="18812" y="5833"/>
                  </a:cubicBezTo>
                  <a:moveTo>
                    <a:pt x="18812" y="0"/>
                  </a:moveTo>
                  <a:cubicBezTo>
                    <a:pt x="24913" y="0"/>
                    <a:pt x="29567" y="2418"/>
                    <a:pt x="32775" y="7255"/>
                  </a:cubicBezTo>
                  <a:cubicBezTo>
                    <a:pt x="36008" y="12067"/>
                    <a:pt x="37625" y="19067"/>
                    <a:pt x="37625" y="28255"/>
                  </a:cubicBezTo>
                  <a:cubicBezTo>
                    <a:pt x="37625" y="37417"/>
                    <a:pt x="36008" y="44418"/>
                    <a:pt x="32775" y="49254"/>
                  </a:cubicBezTo>
                  <a:cubicBezTo>
                    <a:pt x="29567" y="54067"/>
                    <a:pt x="24913" y="56473"/>
                    <a:pt x="18812" y="56473"/>
                  </a:cubicBezTo>
                  <a:cubicBezTo>
                    <a:pt x="12712" y="56473"/>
                    <a:pt x="8045" y="54067"/>
                    <a:pt x="4812" y="49254"/>
                  </a:cubicBezTo>
                  <a:cubicBezTo>
                    <a:pt x="1604" y="44418"/>
                    <a:pt x="0" y="37417"/>
                    <a:pt x="0" y="28255"/>
                  </a:cubicBezTo>
                  <a:cubicBezTo>
                    <a:pt x="0" y="19067"/>
                    <a:pt x="1604" y="12067"/>
                    <a:pt x="4812" y="7255"/>
                  </a:cubicBezTo>
                  <a:cubicBezTo>
                    <a:pt x="8045" y="2418"/>
                    <a:pt x="12712" y="0"/>
                    <a:pt x="18812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3C82CDBF-E800-5FAD-2400-69298E946299}"/>
                </a:ext>
              </a:extLst>
            </p:cNvPr>
            <p:cNvSpPr/>
            <p:nvPr/>
          </p:nvSpPr>
          <p:spPr>
            <a:xfrm>
              <a:off x="2841925" y="2039524"/>
              <a:ext cx="34561" cy="55416"/>
            </a:xfrm>
            <a:custGeom>
              <a:avLst/>
              <a:gdLst>
                <a:gd name="connsiteX0" fmla="*/ 8859 w 34561"/>
                <a:gd name="connsiteY0" fmla="*/ 49219 h 55416"/>
                <a:gd name="connsiteX1" fmla="*/ 34562 w 34561"/>
                <a:gd name="connsiteY1" fmla="*/ 49219 h 55416"/>
                <a:gd name="connsiteX2" fmla="*/ 34562 w 34561"/>
                <a:gd name="connsiteY2" fmla="*/ 55417 h 55416"/>
                <a:gd name="connsiteX3" fmla="*/ 0 w 34561"/>
                <a:gd name="connsiteY3" fmla="*/ 55417 h 55416"/>
                <a:gd name="connsiteX4" fmla="*/ 0 w 34561"/>
                <a:gd name="connsiteY4" fmla="*/ 49219 h 55416"/>
                <a:gd name="connsiteX5" fmla="*/ 11411 w 34561"/>
                <a:gd name="connsiteY5" fmla="*/ 37589 h 55416"/>
                <a:gd name="connsiteX6" fmla="*/ 20525 w 34561"/>
                <a:gd name="connsiteY6" fmla="*/ 28146 h 55416"/>
                <a:gd name="connsiteX7" fmla="*/ 25447 w 34561"/>
                <a:gd name="connsiteY7" fmla="*/ 21438 h 55416"/>
                <a:gd name="connsiteX8" fmla="*/ 26869 w 34561"/>
                <a:gd name="connsiteY8" fmla="*/ 16006 h 55416"/>
                <a:gd name="connsiteX9" fmla="*/ 23807 w 34561"/>
                <a:gd name="connsiteY9" fmla="*/ 8933 h 55416"/>
                <a:gd name="connsiteX10" fmla="*/ 15896 w 34561"/>
                <a:gd name="connsiteY10" fmla="*/ 6198 h 55416"/>
                <a:gd name="connsiteX11" fmla="*/ 8567 w 34561"/>
                <a:gd name="connsiteY11" fmla="*/ 7402 h 55416"/>
                <a:gd name="connsiteX12" fmla="*/ 364 w 34561"/>
                <a:gd name="connsiteY12" fmla="*/ 11047 h 55416"/>
                <a:gd name="connsiteX13" fmla="*/ 364 w 34561"/>
                <a:gd name="connsiteY13" fmla="*/ 3610 h 55416"/>
                <a:gd name="connsiteX14" fmla="*/ 8677 w 34561"/>
                <a:gd name="connsiteY14" fmla="*/ 912 h 55416"/>
                <a:gd name="connsiteX15" fmla="*/ 15750 w 34561"/>
                <a:gd name="connsiteY15" fmla="*/ 0 h 55416"/>
                <a:gd name="connsiteX16" fmla="*/ 29239 w 34561"/>
                <a:gd name="connsiteY16" fmla="*/ 4229 h 55416"/>
                <a:gd name="connsiteX17" fmla="*/ 34270 w 34561"/>
                <a:gd name="connsiteY17" fmla="*/ 15531 h 55416"/>
                <a:gd name="connsiteX18" fmla="*/ 32994 w 34561"/>
                <a:gd name="connsiteY18" fmla="*/ 21911 h 55416"/>
                <a:gd name="connsiteX19" fmla="*/ 28437 w 34561"/>
                <a:gd name="connsiteY19" fmla="*/ 28985 h 55416"/>
                <a:gd name="connsiteX20" fmla="*/ 22640 w 34561"/>
                <a:gd name="connsiteY20" fmla="*/ 35110 h 55416"/>
                <a:gd name="connsiteX21" fmla="*/ 8859 w 34561"/>
                <a:gd name="connsiteY21" fmla="*/ 49219 h 55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4561" h="55416">
                  <a:moveTo>
                    <a:pt x="8859" y="49219"/>
                  </a:moveTo>
                  <a:lnTo>
                    <a:pt x="34562" y="49219"/>
                  </a:lnTo>
                  <a:lnTo>
                    <a:pt x="34562" y="55417"/>
                  </a:lnTo>
                  <a:lnTo>
                    <a:pt x="0" y="55417"/>
                  </a:lnTo>
                  <a:lnTo>
                    <a:pt x="0" y="49219"/>
                  </a:lnTo>
                  <a:cubicBezTo>
                    <a:pt x="2794" y="46327"/>
                    <a:pt x="6599" y="42449"/>
                    <a:pt x="11411" y="37589"/>
                  </a:cubicBezTo>
                  <a:cubicBezTo>
                    <a:pt x="16248" y="32703"/>
                    <a:pt x="19286" y="29556"/>
                    <a:pt x="20525" y="28146"/>
                  </a:cubicBezTo>
                  <a:cubicBezTo>
                    <a:pt x="22883" y="25497"/>
                    <a:pt x="24524" y="23261"/>
                    <a:pt x="25447" y="21438"/>
                  </a:cubicBezTo>
                  <a:cubicBezTo>
                    <a:pt x="26395" y="19590"/>
                    <a:pt x="26869" y="17780"/>
                    <a:pt x="26869" y="16006"/>
                  </a:cubicBezTo>
                  <a:cubicBezTo>
                    <a:pt x="26869" y="13113"/>
                    <a:pt x="25849" y="10755"/>
                    <a:pt x="23807" y="8933"/>
                  </a:cubicBezTo>
                  <a:cubicBezTo>
                    <a:pt x="21790" y="7110"/>
                    <a:pt x="19153" y="6198"/>
                    <a:pt x="15896" y="6198"/>
                  </a:cubicBezTo>
                  <a:cubicBezTo>
                    <a:pt x="13586" y="6198"/>
                    <a:pt x="11144" y="6600"/>
                    <a:pt x="8567" y="7402"/>
                  </a:cubicBezTo>
                  <a:cubicBezTo>
                    <a:pt x="6016" y="8203"/>
                    <a:pt x="3281" y="9419"/>
                    <a:pt x="364" y="11047"/>
                  </a:cubicBezTo>
                  <a:lnTo>
                    <a:pt x="364" y="3610"/>
                  </a:lnTo>
                  <a:cubicBezTo>
                    <a:pt x="3330" y="2419"/>
                    <a:pt x="6100" y="1519"/>
                    <a:pt x="8677" y="912"/>
                  </a:cubicBezTo>
                  <a:cubicBezTo>
                    <a:pt x="11254" y="304"/>
                    <a:pt x="13611" y="0"/>
                    <a:pt x="15750" y="0"/>
                  </a:cubicBezTo>
                  <a:cubicBezTo>
                    <a:pt x="21389" y="0"/>
                    <a:pt x="25885" y="1409"/>
                    <a:pt x="29239" y="4229"/>
                  </a:cubicBezTo>
                  <a:cubicBezTo>
                    <a:pt x="32593" y="7049"/>
                    <a:pt x="34270" y="10816"/>
                    <a:pt x="34270" y="15531"/>
                  </a:cubicBezTo>
                  <a:cubicBezTo>
                    <a:pt x="34270" y="17768"/>
                    <a:pt x="33844" y="19894"/>
                    <a:pt x="32994" y="21911"/>
                  </a:cubicBezTo>
                  <a:cubicBezTo>
                    <a:pt x="32168" y="23905"/>
                    <a:pt x="30649" y="26262"/>
                    <a:pt x="28437" y="28985"/>
                  </a:cubicBezTo>
                  <a:cubicBezTo>
                    <a:pt x="27830" y="29689"/>
                    <a:pt x="25897" y="31731"/>
                    <a:pt x="22640" y="35110"/>
                  </a:cubicBezTo>
                  <a:cubicBezTo>
                    <a:pt x="19383" y="38464"/>
                    <a:pt x="14790" y="43167"/>
                    <a:pt x="8859" y="49219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B54F1FEE-9184-1B97-8F12-0BE244DC7C48}"/>
                </a:ext>
              </a:extLst>
            </p:cNvPr>
            <p:cNvSpPr/>
            <p:nvPr/>
          </p:nvSpPr>
          <p:spPr>
            <a:xfrm>
              <a:off x="2891945" y="2085680"/>
              <a:ext cx="7692" cy="9260"/>
            </a:xfrm>
            <a:custGeom>
              <a:avLst/>
              <a:gdLst>
                <a:gd name="connsiteX0" fmla="*/ 0 w 7692"/>
                <a:gd name="connsiteY0" fmla="*/ 0 h 9260"/>
                <a:gd name="connsiteX1" fmla="*/ 7692 w 7692"/>
                <a:gd name="connsiteY1" fmla="*/ 0 h 9260"/>
                <a:gd name="connsiteX2" fmla="*/ 7692 w 7692"/>
                <a:gd name="connsiteY2" fmla="*/ 9260 h 9260"/>
                <a:gd name="connsiteX3" fmla="*/ 0 w 7692"/>
                <a:gd name="connsiteY3" fmla="*/ 9260 h 9260"/>
                <a:gd name="connsiteX4" fmla="*/ 0 w 7692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2" h="9260">
                  <a:moveTo>
                    <a:pt x="0" y="0"/>
                  </a:moveTo>
                  <a:lnTo>
                    <a:pt x="7692" y="0"/>
                  </a:lnTo>
                  <a:lnTo>
                    <a:pt x="7692" y="9260"/>
                  </a:lnTo>
                  <a:lnTo>
                    <a:pt x="0" y="92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329BCB5E-C831-25D4-F984-D50E6722CE3B}"/>
                </a:ext>
              </a:extLst>
            </p:cNvPr>
            <p:cNvSpPr/>
            <p:nvPr/>
          </p:nvSpPr>
          <p:spPr>
            <a:xfrm>
              <a:off x="2913455" y="2040508"/>
              <a:ext cx="35218" cy="55489"/>
            </a:xfrm>
            <a:custGeom>
              <a:avLst/>
              <a:gdLst>
                <a:gd name="connsiteX0" fmla="*/ 2297 w 35218"/>
                <a:gd name="connsiteY0" fmla="*/ 0 h 55489"/>
                <a:gd name="connsiteX1" fmla="*/ 31208 w 35218"/>
                <a:gd name="connsiteY1" fmla="*/ 0 h 55489"/>
                <a:gd name="connsiteX2" fmla="*/ 31208 w 35218"/>
                <a:gd name="connsiteY2" fmla="*/ 6198 h 55489"/>
                <a:gd name="connsiteX3" fmla="*/ 9042 w 35218"/>
                <a:gd name="connsiteY3" fmla="*/ 6198 h 55489"/>
                <a:gd name="connsiteX4" fmla="*/ 9042 w 35218"/>
                <a:gd name="connsiteY4" fmla="*/ 19542 h 55489"/>
                <a:gd name="connsiteX5" fmla="*/ 12250 w 35218"/>
                <a:gd name="connsiteY5" fmla="*/ 18740 h 55489"/>
                <a:gd name="connsiteX6" fmla="*/ 15458 w 35218"/>
                <a:gd name="connsiteY6" fmla="*/ 18448 h 55489"/>
                <a:gd name="connsiteX7" fmla="*/ 29896 w 35218"/>
                <a:gd name="connsiteY7" fmla="*/ 23442 h 55489"/>
                <a:gd name="connsiteX8" fmla="*/ 35219 w 35218"/>
                <a:gd name="connsiteY8" fmla="*/ 36968 h 55489"/>
                <a:gd name="connsiteX9" fmla="*/ 29750 w 35218"/>
                <a:gd name="connsiteY9" fmla="*/ 50640 h 55489"/>
                <a:gd name="connsiteX10" fmla="*/ 14328 w 35218"/>
                <a:gd name="connsiteY10" fmla="*/ 55490 h 55489"/>
                <a:gd name="connsiteX11" fmla="*/ 7329 w 35218"/>
                <a:gd name="connsiteY11" fmla="*/ 54906 h 55489"/>
                <a:gd name="connsiteX12" fmla="*/ 0 w 35218"/>
                <a:gd name="connsiteY12" fmla="*/ 53156 h 55489"/>
                <a:gd name="connsiteX13" fmla="*/ 0 w 35218"/>
                <a:gd name="connsiteY13" fmla="*/ 45755 h 55489"/>
                <a:gd name="connsiteX14" fmla="*/ 6782 w 35218"/>
                <a:gd name="connsiteY14" fmla="*/ 48416 h 55489"/>
                <a:gd name="connsiteX15" fmla="*/ 14182 w 35218"/>
                <a:gd name="connsiteY15" fmla="*/ 49291 h 55489"/>
                <a:gd name="connsiteX16" fmla="*/ 24172 w 35218"/>
                <a:gd name="connsiteY16" fmla="*/ 45974 h 55489"/>
                <a:gd name="connsiteX17" fmla="*/ 27854 w 35218"/>
                <a:gd name="connsiteY17" fmla="*/ 36968 h 55489"/>
                <a:gd name="connsiteX18" fmla="*/ 24172 w 35218"/>
                <a:gd name="connsiteY18" fmla="*/ 27964 h 55489"/>
                <a:gd name="connsiteX19" fmla="*/ 14182 w 35218"/>
                <a:gd name="connsiteY19" fmla="*/ 24646 h 55489"/>
                <a:gd name="connsiteX20" fmla="*/ 8276 w 35218"/>
                <a:gd name="connsiteY20" fmla="*/ 25302 h 55489"/>
                <a:gd name="connsiteX21" fmla="*/ 2297 w 35218"/>
                <a:gd name="connsiteY21" fmla="*/ 27344 h 55489"/>
                <a:gd name="connsiteX22" fmla="*/ 2297 w 35218"/>
                <a:gd name="connsiteY22" fmla="*/ 0 h 55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218" h="55489">
                  <a:moveTo>
                    <a:pt x="2297" y="0"/>
                  </a:moveTo>
                  <a:lnTo>
                    <a:pt x="31208" y="0"/>
                  </a:lnTo>
                  <a:lnTo>
                    <a:pt x="31208" y="6198"/>
                  </a:lnTo>
                  <a:lnTo>
                    <a:pt x="9042" y="6198"/>
                  </a:lnTo>
                  <a:lnTo>
                    <a:pt x="9042" y="19542"/>
                  </a:lnTo>
                  <a:cubicBezTo>
                    <a:pt x="10112" y="19177"/>
                    <a:pt x="11181" y="18910"/>
                    <a:pt x="12250" y="18740"/>
                  </a:cubicBezTo>
                  <a:cubicBezTo>
                    <a:pt x="13320" y="18545"/>
                    <a:pt x="14389" y="18448"/>
                    <a:pt x="15458" y="18448"/>
                  </a:cubicBezTo>
                  <a:cubicBezTo>
                    <a:pt x="21535" y="18448"/>
                    <a:pt x="26347" y="20113"/>
                    <a:pt x="29896" y="23442"/>
                  </a:cubicBezTo>
                  <a:cubicBezTo>
                    <a:pt x="33445" y="26772"/>
                    <a:pt x="35219" y="31281"/>
                    <a:pt x="35219" y="36968"/>
                  </a:cubicBezTo>
                  <a:cubicBezTo>
                    <a:pt x="35219" y="42827"/>
                    <a:pt x="33396" y="47383"/>
                    <a:pt x="29750" y="50640"/>
                  </a:cubicBezTo>
                  <a:cubicBezTo>
                    <a:pt x="26104" y="53873"/>
                    <a:pt x="20964" y="55490"/>
                    <a:pt x="14328" y="55490"/>
                  </a:cubicBezTo>
                  <a:cubicBezTo>
                    <a:pt x="12044" y="55490"/>
                    <a:pt x="9711" y="55295"/>
                    <a:pt x="7329" y="54906"/>
                  </a:cubicBezTo>
                  <a:cubicBezTo>
                    <a:pt x="4971" y="54517"/>
                    <a:pt x="2528" y="53934"/>
                    <a:pt x="0" y="53156"/>
                  </a:cubicBezTo>
                  <a:lnTo>
                    <a:pt x="0" y="45755"/>
                  </a:lnTo>
                  <a:cubicBezTo>
                    <a:pt x="2188" y="46946"/>
                    <a:pt x="4448" y="47833"/>
                    <a:pt x="6782" y="48416"/>
                  </a:cubicBezTo>
                  <a:cubicBezTo>
                    <a:pt x="9115" y="49000"/>
                    <a:pt x="11582" y="49291"/>
                    <a:pt x="14182" y="49291"/>
                  </a:cubicBezTo>
                  <a:cubicBezTo>
                    <a:pt x="18388" y="49291"/>
                    <a:pt x="21718" y="48185"/>
                    <a:pt x="24172" y="45974"/>
                  </a:cubicBezTo>
                  <a:cubicBezTo>
                    <a:pt x="26626" y="43763"/>
                    <a:pt x="27854" y="40760"/>
                    <a:pt x="27854" y="36968"/>
                  </a:cubicBezTo>
                  <a:cubicBezTo>
                    <a:pt x="27854" y="33177"/>
                    <a:pt x="26626" y="30175"/>
                    <a:pt x="24172" y="27964"/>
                  </a:cubicBezTo>
                  <a:cubicBezTo>
                    <a:pt x="21718" y="25752"/>
                    <a:pt x="18388" y="24646"/>
                    <a:pt x="14182" y="24646"/>
                  </a:cubicBezTo>
                  <a:cubicBezTo>
                    <a:pt x="12214" y="24646"/>
                    <a:pt x="10245" y="24864"/>
                    <a:pt x="8276" y="25302"/>
                  </a:cubicBezTo>
                  <a:cubicBezTo>
                    <a:pt x="6332" y="25740"/>
                    <a:pt x="4339" y="26420"/>
                    <a:pt x="2297" y="27344"/>
                  </a:cubicBezTo>
                  <a:lnTo>
                    <a:pt x="2297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92862224-8BAC-2DE4-0AF2-9BF3B54755B9}"/>
                </a:ext>
              </a:extLst>
            </p:cNvPr>
            <p:cNvSpPr/>
            <p:nvPr/>
          </p:nvSpPr>
          <p:spPr>
            <a:xfrm>
              <a:off x="2731557" y="2602639"/>
              <a:ext cx="77617" cy="45280"/>
            </a:xfrm>
            <a:custGeom>
              <a:avLst/>
              <a:gdLst>
                <a:gd name="connsiteX0" fmla="*/ 37270 w 77617"/>
                <a:gd name="connsiteY0" fmla="*/ 0 h 45280"/>
                <a:gd name="connsiteX1" fmla="*/ 45786 w 77617"/>
                <a:gd name="connsiteY1" fmla="*/ 2192 h 45280"/>
                <a:gd name="connsiteX2" fmla="*/ 53333 w 77617"/>
                <a:gd name="connsiteY2" fmla="*/ 7969 h 45280"/>
                <a:gd name="connsiteX3" fmla="*/ 58687 w 77617"/>
                <a:gd name="connsiteY3" fmla="*/ 16443 h 45280"/>
                <a:gd name="connsiteX4" fmla="*/ 60964 w 77617"/>
                <a:gd name="connsiteY4" fmla="*/ 26435 h 45280"/>
                <a:gd name="connsiteX5" fmla="*/ 73823 w 77617"/>
                <a:gd name="connsiteY5" fmla="*/ 29723 h 45280"/>
                <a:gd name="connsiteX6" fmla="*/ 77280 w 77617"/>
                <a:gd name="connsiteY6" fmla="*/ 30693 h 45280"/>
                <a:gd name="connsiteX7" fmla="*/ 77617 w 77617"/>
                <a:gd name="connsiteY7" fmla="*/ 31536 h 45280"/>
                <a:gd name="connsiteX8" fmla="*/ 76647 w 77617"/>
                <a:gd name="connsiteY8" fmla="*/ 32590 h 45280"/>
                <a:gd name="connsiteX9" fmla="*/ 69059 w 77617"/>
                <a:gd name="connsiteY9" fmla="*/ 30693 h 45280"/>
                <a:gd name="connsiteX10" fmla="*/ 60964 w 77617"/>
                <a:gd name="connsiteY10" fmla="*/ 28670 h 45280"/>
                <a:gd name="connsiteX11" fmla="*/ 56115 w 77617"/>
                <a:gd name="connsiteY11" fmla="*/ 40811 h 45280"/>
                <a:gd name="connsiteX12" fmla="*/ 45322 w 77617"/>
                <a:gd name="connsiteY12" fmla="*/ 45281 h 45280"/>
                <a:gd name="connsiteX13" fmla="*/ 36764 w 77617"/>
                <a:gd name="connsiteY13" fmla="*/ 43088 h 45280"/>
                <a:gd name="connsiteX14" fmla="*/ 29217 w 77617"/>
                <a:gd name="connsiteY14" fmla="*/ 37270 h 45280"/>
                <a:gd name="connsiteX15" fmla="*/ 23905 w 77617"/>
                <a:gd name="connsiteY15" fmla="*/ 28753 h 45280"/>
                <a:gd name="connsiteX16" fmla="*/ 21670 w 77617"/>
                <a:gd name="connsiteY16" fmla="*/ 18846 h 45280"/>
                <a:gd name="connsiteX17" fmla="*/ 1729 w 77617"/>
                <a:gd name="connsiteY17" fmla="*/ 13829 h 45280"/>
                <a:gd name="connsiteX18" fmla="*/ 295 w 77617"/>
                <a:gd name="connsiteY18" fmla="*/ 13365 h 45280"/>
                <a:gd name="connsiteX19" fmla="*/ 0 w 77617"/>
                <a:gd name="connsiteY19" fmla="*/ 12522 h 45280"/>
                <a:gd name="connsiteX20" fmla="*/ 211 w 77617"/>
                <a:gd name="connsiteY20" fmla="*/ 11805 h 45280"/>
                <a:gd name="connsiteX21" fmla="*/ 632 w 77617"/>
                <a:gd name="connsiteY21" fmla="*/ 11552 h 45280"/>
                <a:gd name="connsiteX22" fmla="*/ 843 w 77617"/>
                <a:gd name="connsiteY22" fmla="*/ 11510 h 45280"/>
                <a:gd name="connsiteX23" fmla="*/ 2066 w 77617"/>
                <a:gd name="connsiteY23" fmla="*/ 11763 h 45280"/>
                <a:gd name="connsiteX24" fmla="*/ 21670 w 77617"/>
                <a:gd name="connsiteY24" fmla="*/ 16611 h 45280"/>
                <a:gd name="connsiteX25" fmla="*/ 23483 w 77617"/>
                <a:gd name="connsiteY25" fmla="*/ 8980 h 45280"/>
                <a:gd name="connsiteX26" fmla="*/ 27278 w 77617"/>
                <a:gd name="connsiteY26" fmla="*/ 3752 h 45280"/>
                <a:gd name="connsiteX27" fmla="*/ 32042 w 77617"/>
                <a:gd name="connsiteY27" fmla="*/ 928 h 45280"/>
                <a:gd name="connsiteX28" fmla="*/ 37270 w 77617"/>
                <a:gd name="connsiteY28" fmla="*/ 0 h 45280"/>
                <a:gd name="connsiteX29" fmla="*/ 23568 w 77617"/>
                <a:gd name="connsiteY29" fmla="*/ 19352 h 45280"/>
                <a:gd name="connsiteX30" fmla="*/ 26266 w 77617"/>
                <a:gd name="connsiteY30" fmla="*/ 27910 h 45280"/>
                <a:gd name="connsiteX31" fmla="*/ 31915 w 77617"/>
                <a:gd name="connsiteY31" fmla="*/ 34361 h 45280"/>
                <a:gd name="connsiteX32" fmla="*/ 39251 w 77617"/>
                <a:gd name="connsiteY32" fmla="*/ 38282 h 45280"/>
                <a:gd name="connsiteX33" fmla="*/ 47135 w 77617"/>
                <a:gd name="connsiteY33" fmla="*/ 39673 h 45280"/>
                <a:gd name="connsiteX34" fmla="*/ 52574 w 77617"/>
                <a:gd name="connsiteY34" fmla="*/ 38661 h 45280"/>
                <a:gd name="connsiteX35" fmla="*/ 56284 w 77617"/>
                <a:gd name="connsiteY35" fmla="*/ 35879 h 45280"/>
                <a:gd name="connsiteX36" fmla="*/ 58308 w 77617"/>
                <a:gd name="connsiteY36" fmla="*/ 32252 h 45280"/>
                <a:gd name="connsiteX37" fmla="*/ 59067 w 77617"/>
                <a:gd name="connsiteY37" fmla="*/ 28247 h 45280"/>
                <a:gd name="connsiteX38" fmla="*/ 23568 w 77617"/>
                <a:gd name="connsiteY38" fmla="*/ 19352 h 45280"/>
                <a:gd name="connsiteX39" fmla="*/ 35457 w 77617"/>
                <a:gd name="connsiteY39" fmla="*/ 5649 h 45280"/>
                <a:gd name="connsiteX40" fmla="*/ 26898 w 77617"/>
                <a:gd name="connsiteY40" fmla="*/ 8812 h 45280"/>
                <a:gd name="connsiteX41" fmla="*/ 23568 w 77617"/>
                <a:gd name="connsiteY41" fmla="*/ 17117 h 45280"/>
                <a:gd name="connsiteX42" fmla="*/ 59067 w 77617"/>
                <a:gd name="connsiteY42" fmla="*/ 26013 h 45280"/>
                <a:gd name="connsiteX43" fmla="*/ 57212 w 77617"/>
                <a:gd name="connsiteY43" fmla="*/ 18972 h 45280"/>
                <a:gd name="connsiteX44" fmla="*/ 53249 w 77617"/>
                <a:gd name="connsiteY44" fmla="*/ 13238 h 45280"/>
                <a:gd name="connsiteX45" fmla="*/ 47894 w 77617"/>
                <a:gd name="connsiteY45" fmla="*/ 9107 h 45280"/>
                <a:gd name="connsiteX46" fmla="*/ 41739 w 77617"/>
                <a:gd name="connsiteY46" fmla="*/ 6535 h 45280"/>
                <a:gd name="connsiteX47" fmla="*/ 35457 w 77617"/>
                <a:gd name="connsiteY47" fmla="*/ 5649 h 45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77617" h="45280">
                  <a:moveTo>
                    <a:pt x="37270" y="0"/>
                  </a:moveTo>
                  <a:cubicBezTo>
                    <a:pt x="40109" y="0"/>
                    <a:pt x="42947" y="731"/>
                    <a:pt x="45786" y="2192"/>
                  </a:cubicBezTo>
                  <a:cubicBezTo>
                    <a:pt x="48625" y="3654"/>
                    <a:pt x="51141" y="5579"/>
                    <a:pt x="53333" y="7969"/>
                  </a:cubicBezTo>
                  <a:cubicBezTo>
                    <a:pt x="55497" y="10358"/>
                    <a:pt x="57282" y="13182"/>
                    <a:pt x="58687" y="16443"/>
                  </a:cubicBezTo>
                  <a:cubicBezTo>
                    <a:pt x="60093" y="19704"/>
                    <a:pt x="60852" y="23034"/>
                    <a:pt x="60964" y="26435"/>
                  </a:cubicBezTo>
                  <a:lnTo>
                    <a:pt x="73823" y="29723"/>
                  </a:lnTo>
                  <a:cubicBezTo>
                    <a:pt x="75903" y="30145"/>
                    <a:pt x="77055" y="30468"/>
                    <a:pt x="77280" y="30693"/>
                  </a:cubicBezTo>
                  <a:cubicBezTo>
                    <a:pt x="77505" y="30918"/>
                    <a:pt x="77617" y="31199"/>
                    <a:pt x="77617" y="31536"/>
                  </a:cubicBezTo>
                  <a:cubicBezTo>
                    <a:pt x="77617" y="32239"/>
                    <a:pt x="77294" y="32590"/>
                    <a:pt x="76647" y="32590"/>
                  </a:cubicBezTo>
                  <a:cubicBezTo>
                    <a:pt x="76450" y="32590"/>
                    <a:pt x="73921" y="31957"/>
                    <a:pt x="69059" y="30693"/>
                  </a:cubicBezTo>
                  <a:lnTo>
                    <a:pt x="60964" y="28670"/>
                  </a:lnTo>
                  <a:cubicBezTo>
                    <a:pt x="60683" y="33784"/>
                    <a:pt x="59067" y="37832"/>
                    <a:pt x="56115" y="40811"/>
                  </a:cubicBezTo>
                  <a:cubicBezTo>
                    <a:pt x="53164" y="43791"/>
                    <a:pt x="49567" y="45281"/>
                    <a:pt x="45322" y="45281"/>
                  </a:cubicBezTo>
                  <a:cubicBezTo>
                    <a:pt x="42456" y="45281"/>
                    <a:pt x="39603" y="44550"/>
                    <a:pt x="36764" y="43088"/>
                  </a:cubicBezTo>
                  <a:cubicBezTo>
                    <a:pt x="33897" y="41599"/>
                    <a:pt x="31381" y="39659"/>
                    <a:pt x="29217" y="37270"/>
                  </a:cubicBezTo>
                  <a:cubicBezTo>
                    <a:pt x="27053" y="34853"/>
                    <a:pt x="25282" y="32014"/>
                    <a:pt x="23905" y="28753"/>
                  </a:cubicBezTo>
                  <a:cubicBezTo>
                    <a:pt x="22528" y="25493"/>
                    <a:pt x="21783" y="22190"/>
                    <a:pt x="21670" y="18846"/>
                  </a:cubicBezTo>
                  <a:lnTo>
                    <a:pt x="1729" y="13829"/>
                  </a:lnTo>
                  <a:cubicBezTo>
                    <a:pt x="970" y="13660"/>
                    <a:pt x="492" y="13505"/>
                    <a:pt x="295" y="13365"/>
                  </a:cubicBezTo>
                  <a:cubicBezTo>
                    <a:pt x="98" y="13225"/>
                    <a:pt x="0" y="12944"/>
                    <a:pt x="0" y="12522"/>
                  </a:cubicBezTo>
                  <a:cubicBezTo>
                    <a:pt x="0" y="12213"/>
                    <a:pt x="70" y="11974"/>
                    <a:pt x="211" y="11805"/>
                  </a:cubicBezTo>
                  <a:cubicBezTo>
                    <a:pt x="351" y="11637"/>
                    <a:pt x="492" y="11552"/>
                    <a:pt x="632" y="11552"/>
                  </a:cubicBezTo>
                  <a:lnTo>
                    <a:pt x="843" y="11510"/>
                  </a:lnTo>
                  <a:lnTo>
                    <a:pt x="2066" y="11763"/>
                  </a:lnTo>
                  <a:lnTo>
                    <a:pt x="21670" y="16611"/>
                  </a:lnTo>
                  <a:cubicBezTo>
                    <a:pt x="21867" y="13745"/>
                    <a:pt x="22471" y="11201"/>
                    <a:pt x="23483" y="8980"/>
                  </a:cubicBezTo>
                  <a:cubicBezTo>
                    <a:pt x="24495" y="6760"/>
                    <a:pt x="25760" y="5017"/>
                    <a:pt x="27278" y="3752"/>
                  </a:cubicBezTo>
                  <a:cubicBezTo>
                    <a:pt x="28767" y="2488"/>
                    <a:pt x="30355" y="1546"/>
                    <a:pt x="32042" y="928"/>
                  </a:cubicBezTo>
                  <a:cubicBezTo>
                    <a:pt x="33728" y="310"/>
                    <a:pt x="35471" y="0"/>
                    <a:pt x="37270" y="0"/>
                  </a:cubicBezTo>
                  <a:moveTo>
                    <a:pt x="23568" y="19352"/>
                  </a:moveTo>
                  <a:cubicBezTo>
                    <a:pt x="23849" y="22443"/>
                    <a:pt x="24748" y="25296"/>
                    <a:pt x="26266" y="27910"/>
                  </a:cubicBezTo>
                  <a:cubicBezTo>
                    <a:pt x="27784" y="30524"/>
                    <a:pt x="29667" y="32674"/>
                    <a:pt x="31915" y="34361"/>
                  </a:cubicBezTo>
                  <a:cubicBezTo>
                    <a:pt x="34136" y="36047"/>
                    <a:pt x="36581" y="37354"/>
                    <a:pt x="39251" y="38282"/>
                  </a:cubicBezTo>
                  <a:cubicBezTo>
                    <a:pt x="41893" y="39209"/>
                    <a:pt x="44521" y="39673"/>
                    <a:pt x="47135" y="39673"/>
                  </a:cubicBezTo>
                  <a:cubicBezTo>
                    <a:pt x="49187" y="39673"/>
                    <a:pt x="51000" y="39335"/>
                    <a:pt x="52574" y="38661"/>
                  </a:cubicBezTo>
                  <a:cubicBezTo>
                    <a:pt x="54148" y="37958"/>
                    <a:pt x="55385" y="37031"/>
                    <a:pt x="56284" y="35879"/>
                  </a:cubicBezTo>
                  <a:cubicBezTo>
                    <a:pt x="57155" y="34726"/>
                    <a:pt x="57830" y="33517"/>
                    <a:pt x="58308" y="32252"/>
                  </a:cubicBezTo>
                  <a:cubicBezTo>
                    <a:pt x="58758" y="30960"/>
                    <a:pt x="59010" y="29625"/>
                    <a:pt x="59067" y="28247"/>
                  </a:cubicBezTo>
                  <a:lnTo>
                    <a:pt x="23568" y="19352"/>
                  </a:lnTo>
                  <a:moveTo>
                    <a:pt x="35457" y="5649"/>
                  </a:moveTo>
                  <a:cubicBezTo>
                    <a:pt x="31803" y="5649"/>
                    <a:pt x="28950" y="6703"/>
                    <a:pt x="26898" y="8812"/>
                  </a:cubicBezTo>
                  <a:cubicBezTo>
                    <a:pt x="24846" y="10920"/>
                    <a:pt x="23736" y="13688"/>
                    <a:pt x="23568" y="17117"/>
                  </a:cubicBezTo>
                  <a:lnTo>
                    <a:pt x="59067" y="26013"/>
                  </a:lnTo>
                  <a:cubicBezTo>
                    <a:pt x="58870" y="23512"/>
                    <a:pt x="58252" y="21164"/>
                    <a:pt x="57212" y="18972"/>
                  </a:cubicBezTo>
                  <a:cubicBezTo>
                    <a:pt x="56144" y="16752"/>
                    <a:pt x="54823" y="14841"/>
                    <a:pt x="53249" y="13238"/>
                  </a:cubicBezTo>
                  <a:cubicBezTo>
                    <a:pt x="51647" y="11636"/>
                    <a:pt x="49862" y="10259"/>
                    <a:pt x="47894" y="9107"/>
                  </a:cubicBezTo>
                  <a:cubicBezTo>
                    <a:pt x="45899" y="7954"/>
                    <a:pt x="43847" y="7097"/>
                    <a:pt x="41739" y="6535"/>
                  </a:cubicBezTo>
                  <a:cubicBezTo>
                    <a:pt x="39603" y="5945"/>
                    <a:pt x="37509" y="5649"/>
                    <a:pt x="35457" y="5649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1A6F31C0-603C-FB2A-E940-FFF76F3964C3}"/>
                </a:ext>
              </a:extLst>
            </p:cNvPr>
            <p:cNvSpPr/>
            <p:nvPr/>
          </p:nvSpPr>
          <p:spPr>
            <a:xfrm>
              <a:off x="2726708" y="2571077"/>
              <a:ext cx="86344" cy="20025"/>
            </a:xfrm>
            <a:custGeom>
              <a:avLst/>
              <a:gdLst>
                <a:gd name="connsiteX0" fmla="*/ 43172 w 86344"/>
                <a:gd name="connsiteY0" fmla="*/ 20026 h 20025"/>
                <a:gd name="connsiteX1" fmla="*/ 16822 w 86344"/>
                <a:gd name="connsiteY1" fmla="*/ 14587 h 20025"/>
                <a:gd name="connsiteX2" fmla="*/ 7758 w 86344"/>
                <a:gd name="connsiteY2" fmla="*/ 9022 h 20025"/>
                <a:gd name="connsiteX3" fmla="*/ 1813 w 86344"/>
                <a:gd name="connsiteY3" fmla="*/ 3626 h 20025"/>
                <a:gd name="connsiteX4" fmla="*/ 0 w 86344"/>
                <a:gd name="connsiteY4" fmla="*/ 886 h 20025"/>
                <a:gd name="connsiteX5" fmla="*/ 843 w 86344"/>
                <a:gd name="connsiteY5" fmla="*/ 0 h 20025"/>
                <a:gd name="connsiteX6" fmla="*/ 2319 w 86344"/>
                <a:gd name="connsiteY6" fmla="*/ 1139 h 20025"/>
                <a:gd name="connsiteX7" fmla="*/ 43172 w 86344"/>
                <a:gd name="connsiteY7" fmla="*/ 15009 h 20025"/>
                <a:gd name="connsiteX8" fmla="*/ 83562 w 86344"/>
                <a:gd name="connsiteY8" fmla="*/ 1476 h 20025"/>
                <a:gd name="connsiteX9" fmla="*/ 85502 w 86344"/>
                <a:gd name="connsiteY9" fmla="*/ 0 h 20025"/>
                <a:gd name="connsiteX10" fmla="*/ 86345 w 86344"/>
                <a:gd name="connsiteY10" fmla="*/ 886 h 20025"/>
                <a:gd name="connsiteX11" fmla="*/ 84616 w 86344"/>
                <a:gd name="connsiteY11" fmla="*/ 3541 h 20025"/>
                <a:gd name="connsiteX12" fmla="*/ 78924 w 86344"/>
                <a:gd name="connsiteY12" fmla="*/ 8812 h 20025"/>
                <a:gd name="connsiteX13" fmla="*/ 70113 w 86344"/>
                <a:gd name="connsiteY13" fmla="*/ 14334 h 20025"/>
                <a:gd name="connsiteX14" fmla="*/ 43172 w 86344"/>
                <a:gd name="connsiteY14" fmla="*/ 20026 h 20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6344" h="20025">
                  <a:moveTo>
                    <a:pt x="43172" y="20026"/>
                  </a:moveTo>
                  <a:cubicBezTo>
                    <a:pt x="33447" y="20026"/>
                    <a:pt x="24664" y="18213"/>
                    <a:pt x="16822" y="14587"/>
                  </a:cubicBezTo>
                  <a:cubicBezTo>
                    <a:pt x="13533" y="13042"/>
                    <a:pt x="10512" y="11187"/>
                    <a:pt x="7758" y="9022"/>
                  </a:cubicBezTo>
                  <a:cubicBezTo>
                    <a:pt x="5003" y="6858"/>
                    <a:pt x="3022" y="5060"/>
                    <a:pt x="1813" y="3626"/>
                  </a:cubicBezTo>
                  <a:cubicBezTo>
                    <a:pt x="604" y="2192"/>
                    <a:pt x="0" y="1279"/>
                    <a:pt x="0" y="886"/>
                  </a:cubicBezTo>
                  <a:cubicBezTo>
                    <a:pt x="0" y="323"/>
                    <a:pt x="281" y="28"/>
                    <a:pt x="843" y="0"/>
                  </a:cubicBezTo>
                  <a:cubicBezTo>
                    <a:pt x="1124" y="0"/>
                    <a:pt x="1616" y="380"/>
                    <a:pt x="2319" y="1139"/>
                  </a:cubicBezTo>
                  <a:cubicBezTo>
                    <a:pt x="11763" y="10414"/>
                    <a:pt x="25381" y="15037"/>
                    <a:pt x="43172" y="15009"/>
                  </a:cubicBezTo>
                  <a:cubicBezTo>
                    <a:pt x="61020" y="15009"/>
                    <a:pt x="74483" y="10498"/>
                    <a:pt x="83562" y="1476"/>
                  </a:cubicBezTo>
                  <a:cubicBezTo>
                    <a:pt x="84546" y="492"/>
                    <a:pt x="85192" y="0"/>
                    <a:pt x="85502" y="0"/>
                  </a:cubicBezTo>
                  <a:cubicBezTo>
                    <a:pt x="86064" y="0"/>
                    <a:pt x="86345" y="295"/>
                    <a:pt x="86345" y="886"/>
                  </a:cubicBezTo>
                  <a:cubicBezTo>
                    <a:pt x="86345" y="1279"/>
                    <a:pt x="85769" y="2164"/>
                    <a:pt x="84616" y="3541"/>
                  </a:cubicBezTo>
                  <a:cubicBezTo>
                    <a:pt x="83463" y="4918"/>
                    <a:pt x="81566" y="6675"/>
                    <a:pt x="78924" y="8812"/>
                  </a:cubicBezTo>
                  <a:cubicBezTo>
                    <a:pt x="76282" y="10948"/>
                    <a:pt x="73345" y="12789"/>
                    <a:pt x="70113" y="14334"/>
                  </a:cubicBezTo>
                  <a:cubicBezTo>
                    <a:pt x="62271" y="18129"/>
                    <a:pt x="53291" y="20026"/>
                    <a:pt x="43172" y="20026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BBC10217-CE40-6114-B499-0A95BB56D3A4}"/>
                </a:ext>
              </a:extLst>
            </p:cNvPr>
            <p:cNvSpPr/>
            <p:nvPr/>
          </p:nvSpPr>
          <p:spPr>
            <a:xfrm>
              <a:off x="2753312" y="2521513"/>
              <a:ext cx="39124" cy="43002"/>
            </a:xfrm>
            <a:custGeom>
              <a:avLst/>
              <a:gdLst>
                <a:gd name="connsiteX0" fmla="*/ 5692 w 39124"/>
                <a:gd name="connsiteY0" fmla="*/ 0 h 43002"/>
                <a:gd name="connsiteX1" fmla="*/ 9402 w 39124"/>
                <a:gd name="connsiteY1" fmla="*/ 1475 h 43002"/>
                <a:gd name="connsiteX2" fmla="*/ 10709 w 39124"/>
                <a:gd name="connsiteY2" fmla="*/ 4637 h 43002"/>
                <a:gd name="connsiteX3" fmla="*/ 9781 w 39124"/>
                <a:gd name="connsiteY3" fmla="*/ 7082 h 43002"/>
                <a:gd name="connsiteX4" fmla="*/ 7673 w 39124"/>
                <a:gd name="connsiteY4" fmla="*/ 7925 h 43002"/>
                <a:gd name="connsiteX5" fmla="*/ 4680 w 39124"/>
                <a:gd name="connsiteY5" fmla="*/ 6745 h 43002"/>
                <a:gd name="connsiteX6" fmla="*/ 2993 w 39124"/>
                <a:gd name="connsiteY6" fmla="*/ 3794 h 43002"/>
                <a:gd name="connsiteX7" fmla="*/ 1897 w 39124"/>
                <a:gd name="connsiteY7" fmla="*/ 8095 h 43002"/>
                <a:gd name="connsiteX8" fmla="*/ 2783 w 39124"/>
                <a:gd name="connsiteY8" fmla="*/ 11256 h 43002"/>
                <a:gd name="connsiteX9" fmla="*/ 4806 w 39124"/>
                <a:gd name="connsiteY9" fmla="*/ 13576 h 43002"/>
                <a:gd name="connsiteX10" fmla="*/ 7589 w 39124"/>
                <a:gd name="connsiteY10" fmla="*/ 15178 h 43002"/>
                <a:gd name="connsiteX11" fmla="*/ 10161 w 39124"/>
                <a:gd name="connsiteY11" fmla="*/ 16189 h 43002"/>
                <a:gd name="connsiteX12" fmla="*/ 12100 w 39124"/>
                <a:gd name="connsiteY12" fmla="*/ 16653 h 43002"/>
                <a:gd name="connsiteX13" fmla="*/ 23905 w 39124"/>
                <a:gd name="connsiteY13" fmla="*/ 19604 h 43002"/>
                <a:gd name="connsiteX14" fmla="*/ 31494 w 39124"/>
                <a:gd name="connsiteY14" fmla="*/ 21038 h 43002"/>
                <a:gd name="connsiteX15" fmla="*/ 35583 w 39124"/>
                <a:gd name="connsiteY15" fmla="*/ 19857 h 43002"/>
                <a:gd name="connsiteX16" fmla="*/ 37185 w 39124"/>
                <a:gd name="connsiteY16" fmla="*/ 16315 h 43002"/>
                <a:gd name="connsiteX17" fmla="*/ 36933 w 39124"/>
                <a:gd name="connsiteY17" fmla="*/ 14334 h 43002"/>
                <a:gd name="connsiteX18" fmla="*/ 35879 w 39124"/>
                <a:gd name="connsiteY18" fmla="*/ 11931 h 43002"/>
                <a:gd name="connsiteX19" fmla="*/ 33897 w 39124"/>
                <a:gd name="connsiteY19" fmla="*/ 9317 h 43002"/>
                <a:gd name="connsiteX20" fmla="*/ 30608 w 39124"/>
                <a:gd name="connsiteY20" fmla="*/ 6829 h 43002"/>
                <a:gd name="connsiteX21" fmla="*/ 25887 w 39124"/>
                <a:gd name="connsiteY21" fmla="*/ 4806 h 43002"/>
                <a:gd name="connsiteX22" fmla="*/ 24959 w 39124"/>
                <a:gd name="connsiteY22" fmla="*/ 3710 h 43002"/>
                <a:gd name="connsiteX23" fmla="*/ 25802 w 39124"/>
                <a:gd name="connsiteY23" fmla="*/ 2656 h 43002"/>
                <a:gd name="connsiteX24" fmla="*/ 28037 w 39124"/>
                <a:gd name="connsiteY24" fmla="*/ 3246 h 43002"/>
                <a:gd name="connsiteX25" fmla="*/ 31452 w 39124"/>
                <a:gd name="connsiteY25" fmla="*/ 5017 h 43002"/>
                <a:gd name="connsiteX26" fmla="*/ 35078 w 39124"/>
                <a:gd name="connsiteY26" fmla="*/ 7757 h 43002"/>
                <a:gd name="connsiteX27" fmla="*/ 37944 w 39124"/>
                <a:gd name="connsiteY27" fmla="*/ 11636 h 43002"/>
                <a:gd name="connsiteX28" fmla="*/ 39125 w 39124"/>
                <a:gd name="connsiteY28" fmla="*/ 16484 h 43002"/>
                <a:gd name="connsiteX29" fmla="*/ 37185 w 39124"/>
                <a:gd name="connsiteY29" fmla="*/ 22513 h 43002"/>
                <a:gd name="connsiteX30" fmla="*/ 32548 w 39124"/>
                <a:gd name="connsiteY30" fmla="*/ 25802 h 43002"/>
                <a:gd name="connsiteX31" fmla="*/ 33433 w 39124"/>
                <a:gd name="connsiteY31" fmla="*/ 26308 h 43002"/>
                <a:gd name="connsiteX32" fmla="*/ 35078 w 39124"/>
                <a:gd name="connsiteY32" fmla="*/ 27488 h 43002"/>
                <a:gd name="connsiteX33" fmla="*/ 37017 w 39124"/>
                <a:gd name="connsiteY33" fmla="*/ 29301 h 43002"/>
                <a:gd name="connsiteX34" fmla="*/ 38450 w 39124"/>
                <a:gd name="connsiteY34" fmla="*/ 31789 h 43002"/>
                <a:gd name="connsiteX35" fmla="*/ 39125 w 39124"/>
                <a:gd name="connsiteY35" fmla="*/ 34866 h 43002"/>
                <a:gd name="connsiteX36" fmla="*/ 38535 w 39124"/>
                <a:gd name="connsiteY36" fmla="*/ 38703 h 43002"/>
                <a:gd name="connsiteX37" fmla="*/ 36595 w 39124"/>
                <a:gd name="connsiteY37" fmla="*/ 41738 h 43002"/>
                <a:gd name="connsiteX38" fmla="*/ 33391 w 39124"/>
                <a:gd name="connsiteY38" fmla="*/ 43003 h 43002"/>
                <a:gd name="connsiteX39" fmla="*/ 29892 w 39124"/>
                <a:gd name="connsiteY39" fmla="*/ 41611 h 43002"/>
                <a:gd name="connsiteX40" fmla="*/ 28416 w 39124"/>
                <a:gd name="connsiteY40" fmla="*/ 38239 h 43002"/>
                <a:gd name="connsiteX41" fmla="*/ 29133 w 39124"/>
                <a:gd name="connsiteY41" fmla="*/ 36047 h 43002"/>
                <a:gd name="connsiteX42" fmla="*/ 31410 w 39124"/>
                <a:gd name="connsiteY42" fmla="*/ 35035 h 43002"/>
                <a:gd name="connsiteX43" fmla="*/ 34445 w 39124"/>
                <a:gd name="connsiteY43" fmla="*/ 36215 h 43002"/>
                <a:gd name="connsiteX44" fmla="*/ 36089 w 39124"/>
                <a:gd name="connsiteY44" fmla="*/ 39082 h 43002"/>
                <a:gd name="connsiteX45" fmla="*/ 37185 w 39124"/>
                <a:gd name="connsiteY45" fmla="*/ 34782 h 43002"/>
                <a:gd name="connsiteX46" fmla="*/ 34740 w 39124"/>
                <a:gd name="connsiteY46" fmla="*/ 29807 h 43002"/>
                <a:gd name="connsiteX47" fmla="*/ 28205 w 39124"/>
                <a:gd name="connsiteY47" fmla="*/ 26561 h 43002"/>
                <a:gd name="connsiteX48" fmla="*/ 13997 w 39124"/>
                <a:gd name="connsiteY48" fmla="*/ 22935 h 43002"/>
                <a:gd name="connsiteX49" fmla="*/ 7673 w 39124"/>
                <a:gd name="connsiteY49" fmla="*/ 21923 h 43002"/>
                <a:gd name="connsiteX50" fmla="*/ 4680 w 39124"/>
                <a:gd name="connsiteY50" fmla="*/ 22387 h 43002"/>
                <a:gd name="connsiteX51" fmla="*/ 2909 w 39124"/>
                <a:gd name="connsiteY51" fmla="*/ 23651 h 43002"/>
                <a:gd name="connsiteX52" fmla="*/ 2108 w 39124"/>
                <a:gd name="connsiteY52" fmla="*/ 25127 h 43002"/>
                <a:gd name="connsiteX53" fmla="*/ 1897 w 39124"/>
                <a:gd name="connsiteY53" fmla="*/ 26561 h 43002"/>
                <a:gd name="connsiteX54" fmla="*/ 2403 w 39124"/>
                <a:gd name="connsiteY54" fmla="*/ 29259 h 43002"/>
                <a:gd name="connsiteX55" fmla="*/ 4090 w 39124"/>
                <a:gd name="connsiteY55" fmla="*/ 32337 h 43002"/>
                <a:gd name="connsiteX56" fmla="*/ 7589 w 39124"/>
                <a:gd name="connsiteY56" fmla="*/ 35541 h 43002"/>
                <a:gd name="connsiteX57" fmla="*/ 13196 w 39124"/>
                <a:gd name="connsiteY57" fmla="*/ 38155 h 43002"/>
                <a:gd name="connsiteX58" fmla="*/ 14166 w 39124"/>
                <a:gd name="connsiteY58" fmla="*/ 39293 h 43002"/>
                <a:gd name="connsiteX59" fmla="*/ 13281 w 39124"/>
                <a:gd name="connsiteY59" fmla="*/ 40305 h 43002"/>
                <a:gd name="connsiteX60" fmla="*/ 11088 w 39124"/>
                <a:gd name="connsiteY60" fmla="*/ 39757 h 43002"/>
                <a:gd name="connsiteX61" fmla="*/ 7673 w 39124"/>
                <a:gd name="connsiteY61" fmla="*/ 37986 h 43002"/>
                <a:gd name="connsiteX62" fmla="*/ 4090 w 39124"/>
                <a:gd name="connsiteY62" fmla="*/ 35203 h 43002"/>
                <a:gd name="connsiteX63" fmla="*/ 1181 w 39124"/>
                <a:gd name="connsiteY63" fmla="*/ 31282 h 43002"/>
                <a:gd name="connsiteX64" fmla="*/ 0 w 39124"/>
                <a:gd name="connsiteY64" fmla="*/ 26392 h 43002"/>
                <a:gd name="connsiteX65" fmla="*/ 253 w 39124"/>
                <a:gd name="connsiteY65" fmla="*/ 24158 h 43002"/>
                <a:gd name="connsiteX66" fmla="*/ 1096 w 39124"/>
                <a:gd name="connsiteY66" fmla="*/ 21670 h 43002"/>
                <a:gd name="connsiteX67" fmla="*/ 3120 w 39124"/>
                <a:gd name="connsiteY67" fmla="*/ 19056 h 43002"/>
                <a:gd name="connsiteX68" fmla="*/ 6535 w 39124"/>
                <a:gd name="connsiteY68" fmla="*/ 17075 h 43002"/>
                <a:gd name="connsiteX69" fmla="*/ 4638 w 39124"/>
                <a:gd name="connsiteY69" fmla="*/ 15894 h 43002"/>
                <a:gd name="connsiteX70" fmla="*/ 2572 w 39124"/>
                <a:gd name="connsiteY70" fmla="*/ 14081 h 43002"/>
                <a:gd name="connsiteX71" fmla="*/ 717 w 39124"/>
                <a:gd name="connsiteY71" fmla="*/ 11383 h 43002"/>
                <a:gd name="connsiteX72" fmla="*/ 0 w 39124"/>
                <a:gd name="connsiteY72" fmla="*/ 8010 h 43002"/>
                <a:gd name="connsiteX73" fmla="*/ 464 w 39124"/>
                <a:gd name="connsiteY73" fmla="*/ 4595 h 43002"/>
                <a:gd name="connsiteX74" fmla="*/ 2277 w 39124"/>
                <a:gd name="connsiteY74" fmla="*/ 1475 h 43002"/>
                <a:gd name="connsiteX75" fmla="*/ 5692 w 39124"/>
                <a:gd name="connsiteY75" fmla="*/ 0 h 43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39124" h="43002">
                  <a:moveTo>
                    <a:pt x="5692" y="0"/>
                  </a:moveTo>
                  <a:cubicBezTo>
                    <a:pt x="7266" y="0"/>
                    <a:pt x="8502" y="491"/>
                    <a:pt x="9402" y="1475"/>
                  </a:cubicBezTo>
                  <a:cubicBezTo>
                    <a:pt x="10273" y="2459"/>
                    <a:pt x="10709" y="3513"/>
                    <a:pt x="10709" y="4637"/>
                  </a:cubicBezTo>
                  <a:cubicBezTo>
                    <a:pt x="10709" y="5705"/>
                    <a:pt x="10400" y="6520"/>
                    <a:pt x="9781" y="7082"/>
                  </a:cubicBezTo>
                  <a:cubicBezTo>
                    <a:pt x="9163" y="7645"/>
                    <a:pt x="8460" y="7925"/>
                    <a:pt x="7673" y="7925"/>
                  </a:cubicBezTo>
                  <a:cubicBezTo>
                    <a:pt x="6605" y="7925"/>
                    <a:pt x="5607" y="7532"/>
                    <a:pt x="4680" y="6745"/>
                  </a:cubicBezTo>
                  <a:cubicBezTo>
                    <a:pt x="3752" y="5958"/>
                    <a:pt x="3190" y="4974"/>
                    <a:pt x="2993" y="3794"/>
                  </a:cubicBezTo>
                  <a:cubicBezTo>
                    <a:pt x="2263" y="4946"/>
                    <a:pt x="1897" y="6380"/>
                    <a:pt x="1897" y="8095"/>
                  </a:cubicBezTo>
                  <a:cubicBezTo>
                    <a:pt x="1897" y="9219"/>
                    <a:pt x="2192" y="10273"/>
                    <a:pt x="2783" y="11256"/>
                  </a:cubicBezTo>
                  <a:cubicBezTo>
                    <a:pt x="3373" y="12212"/>
                    <a:pt x="4047" y="12985"/>
                    <a:pt x="4806" y="13576"/>
                  </a:cubicBezTo>
                  <a:cubicBezTo>
                    <a:pt x="5565" y="14137"/>
                    <a:pt x="6493" y="14671"/>
                    <a:pt x="7589" y="15178"/>
                  </a:cubicBezTo>
                  <a:cubicBezTo>
                    <a:pt x="8657" y="15655"/>
                    <a:pt x="9514" y="15992"/>
                    <a:pt x="10161" y="16189"/>
                  </a:cubicBezTo>
                  <a:cubicBezTo>
                    <a:pt x="10779" y="16357"/>
                    <a:pt x="11426" y="16512"/>
                    <a:pt x="12100" y="16653"/>
                  </a:cubicBezTo>
                  <a:lnTo>
                    <a:pt x="23905" y="19604"/>
                  </a:lnTo>
                  <a:cubicBezTo>
                    <a:pt x="27643" y="20560"/>
                    <a:pt x="30173" y="21038"/>
                    <a:pt x="31494" y="21038"/>
                  </a:cubicBezTo>
                  <a:cubicBezTo>
                    <a:pt x="33124" y="21038"/>
                    <a:pt x="34487" y="20644"/>
                    <a:pt x="35583" y="19857"/>
                  </a:cubicBezTo>
                  <a:cubicBezTo>
                    <a:pt x="36651" y="19070"/>
                    <a:pt x="37185" y="17889"/>
                    <a:pt x="37185" y="16315"/>
                  </a:cubicBezTo>
                  <a:cubicBezTo>
                    <a:pt x="37185" y="15697"/>
                    <a:pt x="37101" y="15037"/>
                    <a:pt x="36933" y="14334"/>
                  </a:cubicBezTo>
                  <a:cubicBezTo>
                    <a:pt x="36736" y="13631"/>
                    <a:pt x="36384" y="12830"/>
                    <a:pt x="35879" y="11931"/>
                  </a:cubicBezTo>
                  <a:cubicBezTo>
                    <a:pt x="35345" y="11003"/>
                    <a:pt x="34684" y="10132"/>
                    <a:pt x="33897" y="9317"/>
                  </a:cubicBezTo>
                  <a:cubicBezTo>
                    <a:pt x="33082" y="8473"/>
                    <a:pt x="31986" y="7645"/>
                    <a:pt x="30608" y="6829"/>
                  </a:cubicBezTo>
                  <a:cubicBezTo>
                    <a:pt x="29231" y="6015"/>
                    <a:pt x="27657" y="5340"/>
                    <a:pt x="25887" y="4806"/>
                  </a:cubicBezTo>
                  <a:cubicBezTo>
                    <a:pt x="25268" y="4638"/>
                    <a:pt x="24959" y="4272"/>
                    <a:pt x="24959" y="3710"/>
                  </a:cubicBezTo>
                  <a:cubicBezTo>
                    <a:pt x="24959" y="3007"/>
                    <a:pt x="25240" y="2656"/>
                    <a:pt x="25802" y="2656"/>
                  </a:cubicBezTo>
                  <a:cubicBezTo>
                    <a:pt x="26280" y="2656"/>
                    <a:pt x="27025" y="2853"/>
                    <a:pt x="28037" y="3246"/>
                  </a:cubicBezTo>
                  <a:cubicBezTo>
                    <a:pt x="29021" y="3612"/>
                    <a:pt x="30159" y="4202"/>
                    <a:pt x="31452" y="5017"/>
                  </a:cubicBezTo>
                  <a:cubicBezTo>
                    <a:pt x="32717" y="5804"/>
                    <a:pt x="33925" y="6718"/>
                    <a:pt x="35078" y="7757"/>
                  </a:cubicBezTo>
                  <a:cubicBezTo>
                    <a:pt x="36202" y="8797"/>
                    <a:pt x="37157" y="10090"/>
                    <a:pt x="37944" y="11636"/>
                  </a:cubicBezTo>
                  <a:cubicBezTo>
                    <a:pt x="38731" y="13181"/>
                    <a:pt x="39125" y="14798"/>
                    <a:pt x="39125" y="16484"/>
                  </a:cubicBezTo>
                  <a:cubicBezTo>
                    <a:pt x="39125" y="18902"/>
                    <a:pt x="38478" y="20911"/>
                    <a:pt x="37185" y="22513"/>
                  </a:cubicBezTo>
                  <a:cubicBezTo>
                    <a:pt x="35893" y="24115"/>
                    <a:pt x="34347" y="25212"/>
                    <a:pt x="32548" y="25802"/>
                  </a:cubicBezTo>
                  <a:cubicBezTo>
                    <a:pt x="32801" y="25942"/>
                    <a:pt x="33096" y="26111"/>
                    <a:pt x="33433" y="26308"/>
                  </a:cubicBezTo>
                  <a:cubicBezTo>
                    <a:pt x="33771" y="26505"/>
                    <a:pt x="34319" y="26898"/>
                    <a:pt x="35078" y="27488"/>
                  </a:cubicBezTo>
                  <a:cubicBezTo>
                    <a:pt x="35808" y="28050"/>
                    <a:pt x="36455" y="28654"/>
                    <a:pt x="37017" y="29301"/>
                  </a:cubicBezTo>
                  <a:cubicBezTo>
                    <a:pt x="37551" y="29947"/>
                    <a:pt x="38029" y="30776"/>
                    <a:pt x="38450" y="31789"/>
                  </a:cubicBezTo>
                  <a:cubicBezTo>
                    <a:pt x="38900" y="32773"/>
                    <a:pt x="39125" y="33798"/>
                    <a:pt x="39125" y="34866"/>
                  </a:cubicBezTo>
                  <a:cubicBezTo>
                    <a:pt x="39125" y="36215"/>
                    <a:pt x="38928" y="37494"/>
                    <a:pt x="38535" y="38703"/>
                  </a:cubicBezTo>
                  <a:cubicBezTo>
                    <a:pt x="38141" y="39884"/>
                    <a:pt x="37495" y="40895"/>
                    <a:pt x="36595" y="41738"/>
                  </a:cubicBezTo>
                  <a:cubicBezTo>
                    <a:pt x="35696" y="42582"/>
                    <a:pt x="34628" y="43003"/>
                    <a:pt x="33391" y="43003"/>
                  </a:cubicBezTo>
                  <a:cubicBezTo>
                    <a:pt x="32014" y="43003"/>
                    <a:pt x="30847" y="42539"/>
                    <a:pt x="29892" y="41611"/>
                  </a:cubicBezTo>
                  <a:cubicBezTo>
                    <a:pt x="28908" y="40657"/>
                    <a:pt x="28416" y="39532"/>
                    <a:pt x="28416" y="38239"/>
                  </a:cubicBezTo>
                  <a:cubicBezTo>
                    <a:pt x="28416" y="37424"/>
                    <a:pt x="28655" y="36693"/>
                    <a:pt x="29133" y="36047"/>
                  </a:cubicBezTo>
                  <a:cubicBezTo>
                    <a:pt x="29611" y="35373"/>
                    <a:pt x="30370" y="35035"/>
                    <a:pt x="31410" y="35035"/>
                  </a:cubicBezTo>
                  <a:cubicBezTo>
                    <a:pt x="32562" y="35035"/>
                    <a:pt x="33574" y="35428"/>
                    <a:pt x="34445" y="36215"/>
                  </a:cubicBezTo>
                  <a:cubicBezTo>
                    <a:pt x="35316" y="37003"/>
                    <a:pt x="35864" y="37958"/>
                    <a:pt x="36089" y="39082"/>
                  </a:cubicBezTo>
                  <a:cubicBezTo>
                    <a:pt x="36820" y="37930"/>
                    <a:pt x="37185" y="36497"/>
                    <a:pt x="37185" y="34782"/>
                  </a:cubicBezTo>
                  <a:cubicBezTo>
                    <a:pt x="37185" y="32927"/>
                    <a:pt x="36370" y="31269"/>
                    <a:pt x="34740" y="29807"/>
                  </a:cubicBezTo>
                  <a:cubicBezTo>
                    <a:pt x="33110" y="28345"/>
                    <a:pt x="30932" y="27264"/>
                    <a:pt x="28205" y="26561"/>
                  </a:cubicBezTo>
                  <a:cubicBezTo>
                    <a:pt x="21656" y="24817"/>
                    <a:pt x="16920" y="23609"/>
                    <a:pt x="13997" y="22935"/>
                  </a:cubicBezTo>
                  <a:cubicBezTo>
                    <a:pt x="11046" y="22261"/>
                    <a:pt x="8938" y="21923"/>
                    <a:pt x="7673" y="21923"/>
                  </a:cubicBezTo>
                  <a:cubicBezTo>
                    <a:pt x="6493" y="21923"/>
                    <a:pt x="5495" y="22078"/>
                    <a:pt x="4680" y="22387"/>
                  </a:cubicBezTo>
                  <a:cubicBezTo>
                    <a:pt x="3865" y="22695"/>
                    <a:pt x="3274" y="23117"/>
                    <a:pt x="2909" y="23651"/>
                  </a:cubicBezTo>
                  <a:cubicBezTo>
                    <a:pt x="2516" y="24158"/>
                    <a:pt x="2249" y="24649"/>
                    <a:pt x="2108" y="25127"/>
                  </a:cubicBezTo>
                  <a:cubicBezTo>
                    <a:pt x="1968" y="25577"/>
                    <a:pt x="1897" y="26055"/>
                    <a:pt x="1897" y="26561"/>
                  </a:cubicBezTo>
                  <a:cubicBezTo>
                    <a:pt x="1897" y="27404"/>
                    <a:pt x="2066" y="28303"/>
                    <a:pt x="2403" y="29259"/>
                  </a:cubicBezTo>
                  <a:cubicBezTo>
                    <a:pt x="2740" y="30187"/>
                    <a:pt x="3303" y="31213"/>
                    <a:pt x="4090" y="32337"/>
                  </a:cubicBezTo>
                  <a:cubicBezTo>
                    <a:pt x="4848" y="33432"/>
                    <a:pt x="6015" y="34501"/>
                    <a:pt x="7589" y="35541"/>
                  </a:cubicBezTo>
                  <a:cubicBezTo>
                    <a:pt x="9163" y="36580"/>
                    <a:pt x="11032" y="37452"/>
                    <a:pt x="13196" y="38155"/>
                  </a:cubicBezTo>
                  <a:cubicBezTo>
                    <a:pt x="13843" y="38295"/>
                    <a:pt x="14166" y="38675"/>
                    <a:pt x="14166" y="39293"/>
                  </a:cubicBezTo>
                  <a:cubicBezTo>
                    <a:pt x="14138" y="39967"/>
                    <a:pt x="13843" y="40305"/>
                    <a:pt x="13281" y="40305"/>
                  </a:cubicBezTo>
                  <a:cubicBezTo>
                    <a:pt x="12803" y="40305"/>
                    <a:pt x="12072" y="40122"/>
                    <a:pt x="11088" y="39757"/>
                  </a:cubicBezTo>
                  <a:cubicBezTo>
                    <a:pt x="10076" y="39363"/>
                    <a:pt x="8938" y="38773"/>
                    <a:pt x="7673" y="37986"/>
                  </a:cubicBezTo>
                  <a:cubicBezTo>
                    <a:pt x="6408" y="37171"/>
                    <a:pt x="5214" y="36243"/>
                    <a:pt x="4090" y="35203"/>
                  </a:cubicBezTo>
                  <a:cubicBezTo>
                    <a:pt x="2937" y="34135"/>
                    <a:pt x="1968" y="32828"/>
                    <a:pt x="1181" y="31282"/>
                  </a:cubicBezTo>
                  <a:cubicBezTo>
                    <a:pt x="393" y="29708"/>
                    <a:pt x="0" y="28078"/>
                    <a:pt x="0" y="26392"/>
                  </a:cubicBezTo>
                  <a:cubicBezTo>
                    <a:pt x="0" y="25633"/>
                    <a:pt x="84" y="24889"/>
                    <a:pt x="253" y="24158"/>
                  </a:cubicBezTo>
                  <a:cubicBezTo>
                    <a:pt x="393" y="23399"/>
                    <a:pt x="675" y="22569"/>
                    <a:pt x="1096" y="21670"/>
                  </a:cubicBezTo>
                  <a:cubicBezTo>
                    <a:pt x="1518" y="20742"/>
                    <a:pt x="2192" y="19871"/>
                    <a:pt x="3120" y="19056"/>
                  </a:cubicBezTo>
                  <a:cubicBezTo>
                    <a:pt x="4047" y="18241"/>
                    <a:pt x="5186" y="17581"/>
                    <a:pt x="6535" y="17075"/>
                  </a:cubicBezTo>
                  <a:cubicBezTo>
                    <a:pt x="5888" y="16737"/>
                    <a:pt x="5256" y="16344"/>
                    <a:pt x="4638" y="15894"/>
                  </a:cubicBezTo>
                  <a:cubicBezTo>
                    <a:pt x="4019" y="15416"/>
                    <a:pt x="3331" y="14812"/>
                    <a:pt x="2572" y="14081"/>
                  </a:cubicBezTo>
                  <a:cubicBezTo>
                    <a:pt x="1785" y="13323"/>
                    <a:pt x="1166" y="12423"/>
                    <a:pt x="717" y="11383"/>
                  </a:cubicBezTo>
                  <a:cubicBezTo>
                    <a:pt x="239" y="10315"/>
                    <a:pt x="0" y="9191"/>
                    <a:pt x="0" y="8010"/>
                  </a:cubicBezTo>
                  <a:cubicBezTo>
                    <a:pt x="0" y="6857"/>
                    <a:pt x="155" y="5719"/>
                    <a:pt x="464" y="4595"/>
                  </a:cubicBezTo>
                  <a:cubicBezTo>
                    <a:pt x="745" y="3471"/>
                    <a:pt x="1349" y="2431"/>
                    <a:pt x="2277" y="1475"/>
                  </a:cubicBezTo>
                  <a:cubicBezTo>
                    <a:pt x="3176" y="491"/>
                    <a:pt x="4314" y="0"/>
                    <a:pt x="5692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EB854FB3-AA8A-D658-7416-AFBBDE31395B}"/>
                </a:ext>
              </a:extLst>
            </p:cNvPr>
            <p:cNvSpPr/>
            <p:nvPr/>
          </p:nvSpPr>
          <p:spPr>
            <a:xfrm>
              <a:off x="2726708" y="2493176"/>
              <a:ext cx="86344" cy="20026"/>
            </a:xfrm>
            <a:custGeom>
              <a:avLst/>
              <a:gdLst>
                <a:gd name="connsiteX0" fmla="*/ 85502 w 86344"/>
                <a:gd name="connsiteY0" fmla="*/ 20027 h 20026"/>
                <a:gd name="connsiteX1" fmla="*/ 84026 w 86344"/>
                <a:gd name="connsiteY1" fmla="*/ 18931 h 20026"/>
                <a:gd name="connsiteX2" fmla="*/ 43172 w 86344"/>
                <a:gd name="connsiteY2" fmla="*/ 5018 h 20026"/>
                <a:gd name="connsiteX3" fmla="*/ 2867 w 86344"/>
                <a:gd name="connsiteY3" fmla="*/ 18382 h 20026"/>
                <a:gd name="connsiteX4" fmla="*/ 843 w 86344"/>
                <a:gd name="connsiteY4" fmla="*/ 20027 h 20026"/>
                <a:gd name="connsiteX5" fmla="*/ 0 w 86344"/>
                <a:gd name="connsiteY5" fmla="*/ 19184 h 20026"/>
                <a:gd name="connsiteX6" fmla="*/ 1729 w 86344"/>
                <a:gd name="connsiteY6" fmla="*/ 16527 h 20026"/>
                <a:gd name="connsiteX7" fmla="*/ 7420 w 86344"/>
                <a:gd name="connsiteY7" fmla="*/ 11257 h 20026"/>
                <a:gd name="connsiteX8" fmla="*/ 16232 w 86344"/>
                <a:gd name="connsiteY8" fmla="*/ 5692 h 20026"/>
                <a:gd name="connsiteX9" fmla="*/ 43172 w 86344"/>
                <a:gd name="connsiteY9" fmla="*/ 0 h 20026"/>
                <a:gd name="connsiteX10" fmla="*/ 69522 w 86344"/>
                <a:gd name="connsiteY10" fmla="*/ 5439 h 20026"/>
                <a:gd name="connsiteX11" fmla="*/ 78587 w 86344"/>
                <a:gd name="connsiteY11" fmla="*/ 11004 h 20026"/>
                <a:gd name="connsiteX12" fmla="*/ 84531 w 86344"/>
                <a:gd name="connsiteY12" fmla="*/ 16401 h 20026"/>
                <a:gd name="connsiteX13" fmla="*/ 86345 w 86344"/>
                <a:gd name="connsiteY13" fmla="*/ 19184 h 20026"/>
                <a:gd name="connsiteX14" fmla="*/ 85502 w 86344"/>
                <a:gd name="connsiteY14" fmla="*/ 20027 h 20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6344" h="20026">
                  <a:moveTo>
                    <a:pt x="85502" y="20027"/>
                  </a:moveTo>
                  <a:cubicBezTo>
                    <a:pt x="85220" y="20027"/>
                    <a:pt x="84729" y="19661"/>
                    <a:pt x="84026" y="18931"/>
                  </a:cubicBezTo>
                  <a:cubicBezTo>
                    <a:pt x="74582" y="9655"/>
                    <a:pt x="60964" y="5018"/>
                    <a:pt x="43172" y="5018"/>
                  </a:cubicBezTo>
                  <a:cubicBezTo>
                    <a:pt x="25324" y="5018"/>
                    <a:pt x="11889" y="9473"/>
                    <a:pt x="2867" y="18382"/>
                  </a:cubicBezTo>
                  <a:cubicBezTo>
                    <a:pt x="1827" y="19479"/>
                    <a:pt x="1152" y="20027"/>
                    <a:pt x="843" y="20027"/>
                  </a:cubicBezTo>
                  <a:cubicBezTo>
                    <a:pt x="281" y="20027"/>
                    <a:pt x="0" y="19746"/>
                    <a:pt x="0" y="19184"/>
                  </a:cubicBezTo>
                  <a:cubicBezTo>
                    <a:pt x="0" y="18790"/>
                    <a:pt x="576" y="17905"/>
                    <a:pt x="1729" y="16527"/>
                  </a:cubicBezTo>
                  <a:cubicBezTo>
                    <a:pt x="2881" y="15122"/>
                    <a:pt x="4778" y="13365"/>
                    <a:pt x="7420" y="11257"/>
                  </a:cubicBezTo>
                  <a:cubicBezTo>
                    <a:pt x="10062" y="9122"/>
                    <a:pt x="12999" y="7266"/>
                    <a:pt x="16232" y="5692"/>
                  </a:cubicBezTo>
                  <a:cubicBezTo>
                    <a:pt x="24074" y="1897"/>
                    <a:pt x="33054" y="0"/>
                    <a:pt x="43172" y="0"/>
                  </a:cubicBezTo>
                  <a:cubicBezTo>
                    <a:pt x="52897" y="0"/>
                    <a:pt x="61681" y="1813"/>
                    <a:pt x="69522" y="5439"/>
                  </a:cubicBezTo>
                  <a:cubicBezTo>
                    <a:pt x="72811" y="6985"/>
                    <a:pt x="75833" y="8840"/>
                    <a:pt x="78587" y="11004"/>
                  </a:cubicBezTo>
                  <a:cubicBezTo>
                    <a:pt x="81342" y="13169"/>
                    <a:pt x="83323" y="14967"/>
                    <a:pt x="84531" y="16401"/>
                  </a:cubicBezTo>
                  <a:cubicBezTo>
                    <a:pt x="85740" y="17834"/>
                    <a:pt x="86345" y="18761"/>
                    <a:pt x="86345" y="19184"/>
                  </a:cubicBezTo>
                  <a:cubicBezTo>
                    <a:pt x="86345" y="19746"/>
                    <a:pt x="86064" y="20027"/>
                    <a:pt x="85502" y="20027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63" name="Freeform 162">
            <a:extLst>
              <a:ext uri="{FF2B5EF4-FFF2-40B4-BE49-F238E27FC236}">
                <a16:creationId xmlns:a16="http://schemas.microsoft.com/office/drawing/2014/main" id="{989CDFD1-542A-6EAD-3A2B-0B1307CD6C6F}"/>
              </a:ext>
            </a:extLst>
          </p:cNvPr>
          <p:cNvSpPr/>
          <p:nvPr/>
        </p:nvSpPr>
        <p:spPr>
          <a:xfrm>
            <a:off x="3033543" y="2000034"/>
            <a:ext cx="1749005" cy="1127897"/>
          </a:xfrm>
          <a:custGeom>
            <a:avLst/>
            <a:gdLst>
              <a:gd name="connsiteX0" fmla="*/ 0 w 1749005"/>
              <a:gd name="connsiteY0" fmla="*/ 0 h 1127897"/>
              <a:gd name="connsiteX1" fmla="*/ 17667 w 1749005"/>
              <a:gd name="connsiteY1" fmla="*/ 10183 h 1127897"/>
              <a:gd name="connsiteX2" fmla="*/ 35334 w 1749005"/>
              <a:gd name="connsiteY2" fmla="*/ 40184 h 1127897"/>
              <a:gd name="connsiteX3" fmla="*/ 53000 w 1749005"/>
              <a:gd name="connsiteY3" fmla="*/ 88407 h 1127897"/>
              <a:gd name="connsiteX4" fmla="*/ 70667 w 1749005"/>
              <a:gd name="connsiteY4" fmla="*/ 152349 h 1127897"/>
              <a:gd name="connsiteX5" fmla="*/ 88333 w 1749005"/>
              <a:gd name="connsiteY5" fmla="*/ 228814 h 1127897"/>
              <a:gd name="connsiteX6" fmla="*/ 106000 w 1749005"/>
              <a:gd name="connsiteY6" fmla="*/ 314180 h 1127897"/>
              <a:gd name="connsiteX7" fmla="*/ 123667 w 1749005"/>
              <a:gd name="connsiteY7" fmla="*/ 404680 h 1127897"/>
              <a:gd name="connsiteX8" fmla="*/ 141333 w 1749005"/>
              <a:gd name="connsiteY8" fmla="*/ 496668 h 1127897"/>
              <a:gd name="connsiteX9" fmla="*/ 159000 w 1749005"/>
              <a:gd name="connsiteY9" fmla="*/ 586860 h 1127897"/>
              <a:gd name="connsiteX10" fmla="*/ 176667 w 1749005"/>
              <a:gd name="connsiteY10" fmla="*/ 672500 h 1127897"/>
              <a:gd name="connsiteX11" fmla="*/ 194333 w 1749005"/>
              <a:gd name="connsiteY11" fmla="*/ 751475 h 1127897"/>
              <a:gd name="connsiteX12" fmla="*/ 212000 w 1749005"/>
              <a:gd name="connsiteY12" fmla="*/ 822347 h 1127897"/>
              <a:gd name="connsiteX13" fmla="*/ 229667 w 1749005"/>
              <a:gd name="connsiteY13" fmla="*/ 884330 h 1127897"/>
              <a:gd name="connsiteX14" fmla="*/ 247334 w 1749005"/>
              <a:gd name="connsiteY14" fmla="*/ 937232 h 1127897"/>
              <a:gd name="connsiteX15" fmla="*/ 265001 w 1749005"/>
              <a:gd name="connsiteY15" fmla="*/ 981332 h 1127897"/>
              <a:gd name="connsiteX16" fmla="*/ 282668 w 1749005"/>
              <a:gd name="connsiteY16" fmla="*/ 1017251 h 1127897"/>
              <a:gd name="connsiteX17" fmla="*/ 300334 w 1749005"/>
              <a:gd name="connsiteY17" fmla="*/ 1045871 h 1127897"/>
              <a:gd name="connsiteX18" fmla="*/ 318001 w 1749005"/>
              <a:gd name="connsiteY18" fmla="*/ 1068182 h 1127897"/>
              <a:gd name="connsiteX19" fmla="*/ 335668 w 1749005"/>
              <a:gd name="connsiteY19" fmla="*/ 1085201 h 1127897"/>
              <a:gd name="connsiteX20" fmla="*/ 353334 w 1749005"/>
              <a:gd name="connsiteY20" fmla="*/ 1097927 h 1127897"/>
              <a:gd name="connsiteX21" fmla="*/ 371001 w 1749005"/>
              <a:gd name="connsiteY21" fmla="*/ 1107233 h 1127897"/>
              <a:gd name="connsiteX22" fmla="*/ 388668 w 1749005"/>
              <a:gd name="connsiteY22" fmla="*/ 1113911 h 1127897"/>
              <a:gd name="connsiteX23" fmla="*/ 406334 w 1749005"/>
              <a:gd name="connsiteY23" fmla="*/ 1118600 h 1127897"/>
              <a:gd name="connsiteX24" fmla="*/ 424001 w 1749005"/>
              <a:gd name="connsiteY24" fmla="*/ 1121822 h 1127897"/>
              <a:gd name="connsiteX25" fmla="*/ 441668 w 1749005"/>
              <a:gd name="connsiteY25" fmla="*/ 1124009 h 1127897"/>
              <a:gd name="connsiteX26" fmla="*/ 459334 w 1749005"/>
              <a:gd name="connsiteY26" fmla="*/ 1125449 h 1127897"/>
              <a:gd name="connsiteX27" fmla="*/ 477001 w 1749005"/>
              <a:gd name="connsiteY27" fmla="*/ 1126385 h 1127897"/>
              <a:gd name="connsiteX28" fmla="*/ 494667 w 1749005"/>
              <a:gd name="connsiteY28" fmla="*/ 1126979 h 1127897"/>
              <a:gd name="connsiteX29" fmla="*/ 512334 w 1749005"/>
              <a:gd name="connsiteY29" fmla="*/ 1127348 h 1127897"/>
              <a:gd name="connsiteX30" fmla="*/ 530001 w 1749005"/>
              <a:gd name="connsiteY30" fmla="*/ 1127582 h 1127897"/>
              <a:gd name="connsiteX31" fmla="*/ 547667 w 1749005"/>
              <a:gd name="connsiteY31" fmla="*/ 1127717 h 1127897"/>
              <a:gd name="connsiteX32" fmla="*/ 565334 w 1749005"/>
              <a:gd name="connsiteY32" fmla="*/ 1127798 h 1127897"/>
              <a:gd name="connsiteX33" fmla="*/ 583001 w 1749005"/>
              <a:gd name="connsiteY33" fmla="*/ 1127843 h 1127897"/>
              <a:gd name="connsiteX34" fmla="*/ 600669 w 1749005"/>
              <a:gd name="connsiteY34" fmla="*/ 1127870 h 1127897"/>
              <a:gd name="connsiteX35" fmla="*/ 618336 w 1749005"/>
              <a:gd name="connsiteY35" fmla="*/ 1127879 h 1127897"/>
              <a:gd name="connsiteX36" fmla="*/ 636003 w 1749005"/>
              <a:gd name="connsiteY36" fmla="*/ 1127888 h 1127897"/>
              <a:gd name="connsiteX37" fmla="*/ 653670 w 1749005"/>
              <a:gd name="connsiteY37" fmla="*/ 1127897 h 1127897"/>
              <a:gd name="connsiteX38" fmla="*/ 671337 w 1749005"/>
              <a:gd name="connsiteY38" fmla="*/ 1127897 h 1127897"/>
              <a:gd name="connsiteX39" fmla="*/ 689004 w 1749005"/>
              <a:gd name="connsiteY39" fmla="*/ 1127897 h 1127897"/>
              <a:gd name="connsiteX40" fmla="*/ 706671 w 1749005"/>
              <a:gd name="connsiteY40" fmla="*/ 1127897 h 1127897"/>
              <a:gd name="connsiteX41" fmla="*/ 724338 w 1749005"/>
              <a:gd name="connsiteY41" fmla="*/ 1127897 h 1127897"/>
              <a:gd name="connsiteX42" fmla="*/ 742005 w 1749005"/>
              <a:gd name="connsiteY42" fmla="*/ 1127897 h 1127897"/>
              <a:gd name="connsiteX43" fmla="*/ 759672 w 1749005"/>
              <a:gd name="connsiteY43" fmla="*/ 1127897 h 1127897"/>
              <a:gd name="connsiteX44" fmla="*/ 777330 w 1749005"/>
              <a:gd name="connsiteY44" fmla="*/ 1127897 h 1127897"/>
              <a:gd name="connsiteX45" fmla="*/ 794997 w 1749005"/>
              <a:gd name="connsiteY45" fmla="*/ 1127897 h 1127897"/>
              <a:gd name="connsiteX46" fmla="*/ 812664 w 1749005"/>
              <a:gd name="connsiteY46" fmla="*/ 1127897 h 1127897"/>
              <a:gd name="connsiteX47" fmla="*/ 830331 w 1749005"/>
              <a:gd name="connsiteY47" fmla="*/ 1127897 h 1127897"/>
              <a:gd name="connsiteX48" fmla="*/ 847998 w 1749005"/>
              <a:gd name="connsiteY48" fmla="*/ 1127897 h 1127897"/>
              <a:gd name="connsiteX49" fmla="*/ 865665 w 1749005"/>
              <a:gd name="connsiteY49" fmla="*/ 1127897 h 1127897"/>
              <a:gd name="connsiteX50" fmla="*/ 883332 w 1749005"/>
              <a:gd name="connsiteY50" fmla="*/ 1127897 h 1127897"/>
              <a:gd name="connsiteX51" fmla="*/ 900999 w 1749005"/>
              <a:gd name="connsiteY51" fmla="*/ 1127897 h 1127897"/>
              <a:gd name="connsiteX52" fmla="*/ 918666 w 1749005"/>
              <a:gd name="connsiteY52" fmla="*/ 1127897 h 1127897"/>
              <a:gd name="connsiteX53" fmla="*/ 936333 w 1749005"/>
              <a:gd name="connsiteY53" fmla="*/ 1127897 h 1127897"/>
              <a:gd name="connsiteX54" fmla="*/ 954000 w 1749005"/>
              <a:gd name="connsiteY54" fmla="*/ 1127897 h 1127897"/>
              <a:gd name="connsiteX55" fmla="*/ 971667 w 1749005"/>
              <a:gd name="connsiteY55" fmla="*/ 1127897 h 1127897"/>
              <a:gd name="connsiteX56" fmla="*/ 989334 w 1749005"/>
              <a:gd name="connsiteY56" fmla="*/ 1127897 h 1127897"/>
              <a:gd name="connsiteX57" fmla="*/ 1007001 w 1749005"/>
              <a:gd name="connsiteY57" fmla="*/ 1127897 h 1127897"/>
              <a:gd name="connsiteX58" fmla="*/ 1024668 w 1749005"/>
              <a:gd name="connsiteY58" fmla="*/ 1127897 h 1127897"/>
              <a:gd name="connsiteX59" fmla="*/ 1042335 w 1749005"/>
              <a:gd name="connsiteY59" fmla="*/ 1127897 h 1127897"/>
              <a:gd name="connsiteX60" fmla="*/ 1060002 w 1749005"/>
              <a:gd name="connsiteY60" fmla="*/ 1127897 h 1127897"/>
              <a:gd name="connsiteX61" fmla="*/ 1077669 w 1749005"/>
              <a:gd name="connsiteY61" fmla="*/ 1127897 h 1127897"/>
              <a:gd name="connsiteX62" fmla="*/ 1095336 w 1749005"/>
              <a:gd name="connsiteY62" fmla="*/ 1127897 h 1127897"/>
              <a:gd name="connsiteX63" fmla="*/ 1113003 w 1749005"/>
              <a:gd name="connsiteY63" fmla="*/ 1127897 h 1127897"/>
              <a:gd name="connsiteX64" fmla="*/ 1130670 w 1749005"/>
              <a:gd name="connsiteY64" fmla="*/ 1127897 h 1127897"/>
              <a:gd name="connsiteX65" fmla="*/ 1148337 w 1749005"/>
              <a:gd name="connsiteY65" fmla="*/ 1127897 h 1127897"/>
              <a:gd name="connsiteX66" fmla="*/ 1166004 w 1749005"/>
              <a:gd name="connsiteY66" fmla="*/ 1127897 h 1127897"/>
              <a:gd name="connsiteX67" fmla="*/ 1183671 w 1749005"/>
              <a:gd name="connsiteY67" fmla="*/ 1127897 h 1127897"/>
              <a:gd name="connsiteX68" fmla="*/ 1201338 w 1749005"/>
              <a:gd name="connsiteY68" fmla="*/ 1127897 h 1127897"/>
              <a:gd name="connsiteX69" fmla="*/ 1219005 w 1749005"/>
              <a:gd name="connsiteY69" fmla="*/ 1127897 h 1127897"/>
              <a:gd name="connsiteX70" fmla="*/ 1236672 w 1749005"/>
              <a:gd name="connsiteY70" fmla="*/ 1127897 h 1127897"/>
              <a:gd name="connsiteX71" fmla="*/ 1254339 w 1749005"/>
              <a:gd name="connsiteY71" fmla="*/ 1127897 h 1127897"/>
              <a:gd name="connsiteX72" fmla="*/ 1272006 w 1749005"/>
              <a:gd name="connsiteY72" fmla="*/ 1127897 h 1127897"/>
              <a:gd name="connsiteX73" fmla="*/ 1289664 w 1749005"/>
              <a:gd name="connsiteY73" fmla="*/ 1127897 h 1127897"/>
              <a:gd name="connsiteX74" fmla="*/ 1307331 w 1749005"/>
              <a:gd name="connsiteY74" fmla="*/ 1127897 h 1127897"/>
              <a:gd name="connsiteX75" fmla="*/ 1324998 w 1749005"/>
              <a:gd name="connsiteY75" fmla="*/ 1127897 h 1127897"/>
              <a:gd name="connsiteX76" fmla="*/ 1342665 w 1749005"/>
              <a:gd name="connsiteY76" fmla="*/ 1127897 h 1127897"/>
              <a:gd name="connsiteX77" fmla="*/ 1360332 w 1749005"/>
              <a:gd name="connsiteY77" fmla="*/ 1127897 h 1127897"/>
              <a:gd name="connsiteX78" fmla="*/ 1377999 w 1749005"/>
              <a:gd name="connsiteY78" fmla="*/ 1127897 h 1127897"/>
              <a:gd name="connsiteX79" fmla="*/ 1395666 w 1749005"/>
              <a:gd name="connsiteY79" fmla="*/ 1127897 h 1127897"/>
              <a:gd name="connsiteX80" fmla="*/ 1413333 w 1749005"/>
              <a:gd name="connsiteY80" fmla="*/ 1127897 h 1127897"/>
              <a:gd name="connsiteX81" fmla="*/ 1431000 w 1749005"/>
              <a:gd name="connsiteY81" fmla="*/ 1127897 h 1127897"/>
              <a:gd name="connsiteX82" fmla="*/ 1448667 w 1749005"/>
              <a:gd name="connsiteY82" fmla="*/ 1127897 h 1127897"/>
              <a:gd name="connsiteX83" fmla="*/ 1466334 w 1749005"/>
              <a:gd name="connsiteY83" fmla="*/ 1127897 h 1127897"/>
              <a:gd name="connsiteX84" fmla="*/ 1484001 w 1749005"/>
              <a:gd name="connsiteY84" fmla="*/ 1127897 h 1127897"/>
              <a:gd name="connsiteX85" fmla="*/ 1501668 w 1749005"/>
              <a:gd name="connsiteY85" fmla="*/ 1127897 h 1127897"/>
              <a:gd name="connsiteX86" fmla="*/ 1519335 w 1749005"/>
              <a:gd name="connsiteY86" fmla="*/ 1127897 h 1127897"/>
              <a:gd name="connsiteX87" fmla="*/ 1537002 w 1749005"/>
              <a:gd name="connsiteY87" fmla="*/ 1127897 h 1127897"/>
              <a:gd name="connsiteX88" fmla="*/ 1554669 w 1749005"/>
              <a:gd name="connsiteY88" fmla="*/ 1127897 h 1127897"/>
              <a:gd name="connsiteX89" fmla="*/ 1572336 w 1749005"/>
              <a:gd name="connsiteY89" fmla="*/ 1127897 h 1127897"/>
              <a:gd name="connsiteX90" fmla="*/ 1590003 w 1749005"/>
              <a:gd name="connsiteY90" fmla="*/ 1127897 h 1127897"/>
              <a:gd name="connsiteX91" fmla="*/ 1607670 w 1749005"/>
              <a:gd name="connsiteY91" fmla="*/ 1127897 h 1127897"/>
              <a:gd name="connsiteX92" fmla="*/ 1625337 w 1749005"/>
              <a:gd name="connsiteY92" fmla="*/ 1127897 h 1127897"/>
              <a:gd name="connsiteX93" fmla="*/ 1643004 w 1749005"/>
              <a:gd name="connsiteY93" fmla="*/ 1127897 h 1127897"/>
              <a:gd name="connsiteX94" fmla="*/ 1660671 w 1749005"/>
              <a:gd name="connsiteY94" fmla="*/ 1127897 h 1127897"/>
              <a:gd name="connsiteX95" fmla="*/ 1678338 w 1749005"/>
              <a:gd name="connsiteY95" fmla="*/ 1127897 h 1127897"/>
              <a:gd name="connsiteX96" fmla="*/ 1696005 w 1749005"/>
              <a:gd name="connsiteY96" fmla="*/ 1127897 h 1127897"/>
              <a:gd name="connsiteX97" fmla="*/ 1713672 w 1749005"/>
              <a:gd name="connsiteY97" fmla="*/ 1127897 h 1127897"/>
              <a:gd name="connsiteX98" fmla="*/ 1731339 w 1749005"/>
              <a:gd name="connsiteY98" fmla="*/ 1127897 h 1127897"/>
              <a:gd name="connsiteX99" fmla="*/ 1749006 w 1749005"/>
              <a:gd name="connsiteY99" fmla="*/ 1127897 h 1127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749005" h="1127897">
                <a:moveTo>
                  <a:pt x="0" y="0"/>
                </a:moveTo>
                <a:lnTo>
                  <a:pt x="17667" y="10183"/>
                </a:lnTo>
                <a:lnTo>
                  <a:pt x="35334" y="40184"/>
                </a:lnTo>
                <a:lnTo>
                  <a:pt x="53000" y="88407"/>
                </a:lnTo>
                <a:lnTo>
                  <a:pt x="70667" y="152349"/>
                </a:lnTo>
                <a:lnTo>
                  <a:pt x="88333" y="228814"/>
                </a:lnTo>
                <a:lnTo>
                  <a:pt x="106000" y="314180"/>
                </a:lnTo>
                <a:lnTo>
                  <a:pt x="123667" y="404680"/>
                </a:lnTo>
                <a:lnTo>
                  <a:pt x="141333" y="496668"/>
                </a:lnTo>
                <a:lnTo>
                  <a:pt x="159000" y="586860"/>
                </a:lnTo>
                <a:lnTo>
                  <a:pt x="176667" y="672500"/>
                </a:lnTo>
                <a:lnTo>
                  <a:pt x="194333" y="751475"/>
                </a:lnTo>
                <a:lnTo>
                  <a:pt x="212000" y="822347"/>
                </a:lnTo>
                <a:lnTo>
                  <a:pt x="229667" y="884330"/>
                </a:lnTo>
                <a:lnTo>
                  <a:pt x="247334" y="937232"/>
                </a:lnTo>
                <a:lnTo>
                  <a:pt x="265001" y="981332"/>
                </a:lnTo>
                <a:lnTo>
                  <a:pt x="282668" y="1017251"/>
                </a:lnTo>
                <a:lnTo>
                  <a:pt x="300334" y="1045871"/>
                </a:lnTo>
                <a:lnTo>
                  <a:pt x="318001" y="1068182"/>
                </a:lnTo>
                <a:lnTo>
                  <a:pt x="335668" y="1085201"/>
                </a:lnTo>
                <a:lnTo>
                  <a:pt x="353334" y="1097927"/>
                </a:lnTo>
                <a:lnTo>
                  <a:pt x="371001" y="1107233"/>
                </a:lnTo>
                <a:lnTo>
                  <a:pt x="388668" y="1113911"/>
                </a:lnTo>
                <a:lnTo>
                  <a:pt x="406334" y="1118600"/>
                </a:lnTo>
                <a:lnTo>
                  <a:pt x="424001" y="1121822"/>
                </a:lnTo>
                <a:lnTo>
                  <a:pt x="441668" y="1124009"/>
                </a:lnTo>
                <a:lnTo>
                  <a:pt x="459334" y="1125449"/>
                </a:lnTo>
                <a:lnTo>
                  <a:pt x="477001" y="1126385"/>
                </a:lnTo>
                <a:lnTo>
                  <a:pt x="494667" y="1126979"/>
                </a:lnTo>
                <a:lnTo>
                  <a:pt x="512334" y="1127348"/>
                </a:lnTo>
                <a:lnTo>
                  <a:pt x="530001" y="1127582"/>
                </a:lnTo>
                <a:lnTo>
                  <a:pt x="547667" y="1127717"/>
                </a:lnTo>
                <a:lnTo>
                  <a:pt x="565334" y="1127798"/>
                </a:lnTo>
                <a:lnTo>
                  <a:pt x="583001" y="1127843"/>
                </a:lnTo>
                <a:lnTo>
                  <a:pt x="600669" y="1127870"/>
                </a:lnTo>
                <a:lnTo>
                  <a:pt x="618336" y="1127879"/>
                </a:lnTo>
                <a:lnTo>
                  <a:pt x="636003" y="1127888"/>
                </a:lnTo>
                <a:lnTo>
                  <a:pt x="653670" y="1127897"/>
                </a:lnTo>
                <a:lnTo>
                  <a:pt x="671337" y="1127897"/>
                </a:lnTo>
                <a:lnTo>
                  <a:pt x="689004" y="1127897"/>
                </a:lnTo>
                <a:lnTo>
                  <a:pt x="706671" y="1127897"/>
                </a:lnTo>
                <a:lnTo>
                  <a:pt x="724338" y="1127897"/>
                </a:lnTo>
                <a:lnTo>
                  <a:pt x="742005" y="1127897"/>
                </a:lnTo>
                <a:lnTo>
                  <a:pt x="759672" y="1127897"/>
                </a:lnTo>
                <a:lnTo>
                  <a:pt x="777330" y="1127897"/>
                </a:lnTo>
                <a:lnTo>
                  <a:pt x="794997" y="1127897"/>
                </a:lnTo>
                <a:lnTo>
                  <a:pt x="812664" y="1127897"/>
                </a:lnTo>
                <a:lnTo>
                  <a:pt x="830331" y="1127897"/>
                </a:lnTo>
                <a:lnTo>
                  <a:pt x="847998" y="1127897"/>
                </a:lnTo>
                <a:lnTo>
                  <a:pt x="865665" y="1127897"/>
                </a:lnTo>
                <a:lnTo>
                  <a:pt x="883332" y="1127897"/>
                </a:lnTo>
                <a:lnTo>
                  <a:pt x="900999" y="1127897"/>
                </a:lnTo>
                <a:lnTo>
                  <a:pt x="918666" y="1127897"/>
                </a:lnTo>
                <a:lnTo>
                  <a:pt x="936333" y="1127897"/>
                </a:lnTo>
                <a:lnTo>
                  <a:pt x="954000" y="1127897"/>
                </a:lnTo>
                <a:lnTo>
                  <a:pt x="971667" y="1127897"/>
                </a:lnTo>
                <a:lnTo>
                  <a:pt x="989334" y="1127897"/>
                </a:lnTo>
                <a:lnTo>
                  <a:pt x="1007001" y="1127897"/>
                </a:lnTo>
                <a:lnTo>
                  <a:pt x="1024668" y="1127897"/>
                </a:lnTo>
                <a:lnTo>
                  <a:pt x="1042335" y="1127897"/>
                </a:lnTo>
                <a:lnTo>
                  <a:pt x="1060002" y="1127897"/>
                </a:lnTo>
                <a:lnTo>
                  <a:pt x="1077669" y="1127897"/>
                </a:lnTo>
                <a:lnTo>
                  <a:pt x="1095336" y="1127897"/>
                </a:lnTo>
                <a:lnTo>
                  <a:pt x="1113003" y="1127897"/>
                </a:lnTo>
                <a:lnTo>
                  <a:pt x="1130670" y="1127897"/>
                </a:lnTo>
                <a:lnTo>
                  <a:pt x="1148337" y="1127897"/>
                </a:lnTo>
                <a:lnTo>
                  <a:pt x="1166004" y="1127897"/>
                </a:lnTo>
                <a:lnTo>
                  <a:pt x="1183671" y="1127897"/>
                </a:lnTo>
                <a:lnTo>
                  <a:pt x="1201338" y="1127897"/>
                </a:lnTo>
                <a:lnTo>
                  <a:pt x="1219005" y="1127897"/>
                </a:lnTo>
                <a:lnTo>
                  <a:pt x="1236672" y="1127897"/>
                </a:lnTo>
                <a:lnTo>
                  <a:pt x="1254339" y="1127897"/>
                </a:lnTo>
                <a:lnTo>
                  <a:pt x="1272006" y="1127897"/>
                </a:lnTo>
                <a:lnTo>
                  <a:pt x="1289664" y="1127897"/>
                </a:lnTo>
                <a:lnTo>
                  <a:pt x="1307331" y="1127897"/>
                </a:lnTo>
                <a:lnTo>
                  <a:pt x="1324998" y="1127897"/>
                </a:lnTo>
                <a:lnTo>
                  <a:pt x="1342665" y="1127897"/>
                </a:lnTo>
                <a:lnTo>
                  <a:pt x="1360332" y="1127897"/>
                </a:lnTo>
                <a:lnTo>
                  <a:pt x="1377999" y="1127897"/>
                </a:lnTo>
                <a:lnTo>
                  <a:pt x="1395666" y="1127897"/>
                </a:lnTo>
                <a:lnTo>
                  <a:pt x="1413333" y="1127897"/>
                </a:lnTo>
                <a:lnTo>
                  <a:pt x="1431000" y="1127897"/>
                </a:lnTo>
                <a:lnTo>
                  <a:pt x="1448667" y="1127897"/>
                </a:lnTo>
                <a:lnTo>
                  <a:pt x="1466334" y="1127897"/>
                </a:lnTo>
                <a:lnTo>
                  <a:pt x="1484001" y="1127897"/>
                </a:lnTo>
                <a:lnTo>
                  <a:pt x="1501668" y="1127897"/>
                </a:lnTo>
                <a:lnTo>
                  <a:pt x="1519335" y="1127897"/>
                </a:lnTo>
                <a:lnTo>
                  <a:pt x="1537002" y="1127897"/>
                </a:lnTo>
                <a:lnTo>
                  <a:pt x="1554669" y="1127897"/>
                </a:lnTo>
                <a:lnTo>
                  <a:pt x="1572336" y="1127897"/>
                </a:lnTo>
                <a:lnTo>
                  <a:pt x="1590003" y="1127897"/>
                </a:lnTo>
                <a:lnTo>
                  <a:pt x="1607670" y="1127897"/>
                </a:lnTo>
                <a:lnTo>
                  <a:pt x="1625337" y="1127897"/>
                </a:lnTo>
                <a:lnTo>
                  <a:pt x="1643004" y="1127897"/>
                </a:lnTo>
                <a:lnTo>
                  <a:pt x="1660671" y="1127897"/>
                </a:lnTo>
                <a:lnTo>
                  <a:pt x="1678338" y="1127897"/>
                </a:lnTo>
                <a:lnTo>
                  <a:pt x="1696005" y="1127897"/>
                </a:lnTo>
                <a:lnTo>
                  <a:pt x="1713672" y="1127897"/>
                </a:lnTo>
                <a:lnTo>
                  <a:pt x="1731339" y="1127897"/>
                </a:lnTo>
                <a:lnTo>
                  <a:pt x="1749006" y="1127897"/>
                </a:lnTo>
              </a:path>
            </a:pathLst>
          </a:custGeom>
          <a:noFill/>
          <a:ln w="10763" cap="rnd">
            <a:solidFill>
              <a:srgbClr val="009AF9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4" name="Freeform 163">
            <a:extLst>
              <a:ext uri="{FF2B5EF4-FFF2-40B4-BE49-F238E27FC236}">
                <a16:creationId xmlns:a16="http://schemas.microsoft.com/office/drawing/2014/main" id="{C649B5FC-38A6-153A-C645-447E594743EC}"/>
              </a:ext>
            </a:extLst>
          </p:cNvPr>
          <p:cNvSpPr/>
          <p:nvPr/>
        </p:nvSpPr>
        <p:spPr>
          <a:xfrm>
            <a:off x="3033543" y="2000136"/>
            <a:ext cx="1749005" cy="1127795"/>
          </a:xfrm>
          <a:custGeom>
            <a:avLst/>
            <a:gdLst>
              <a:gd name="connsiteX0" fmla="*/ 0 w 1749005"/>
              <a:gd name="connsiteY0" fmla="*/ 664104 h 1127795"/>
              <a:gd name="connsiteX1" fmla="*/ 17667 w 1749005"/>
              <a:gd name="connsiteY1" fmla="*/ 577902 h 1127795"/>
              <a:gd name="connsiteX2" fmla="*/ 35334 w 1749005"/>
              <a:gd name="connsiteY2" fmla="*/ 487397 h 1127795"/>
              <a:gd name="connsiteX3" fmla="*/ 53000 w 1749005"/>
              <a:gd name="connsiteY3" fmla="*/ 395403 h 1127795"/>
              <a:gd name="connsiteX4" fmla="*/ 70667 w 1749005"/>
              <a:gd name="connsiteY4" fmla="*/ 305249 h 1127795"/>
              <a:gd name="connsiteX5" fmla="*/ 88333 w 1749005"/>
              <a:gd name="connsiteY5" fmla="*/ 220603 h 1127795"/>
              <a:gd name="connsiteX6" fmla="*/ 106000 w 1749005"/>
              <a:gd name="connsiteY6" fmla="*/ 145232 h 1127795"/>
              <a:gd name="connsiteX7" fmla="*/ 123667 w 1749005"/>
              <a:gd name="connsiteY7" fmla="*/ 82728 h 1127795"/>
              <a:gd name="connsiteX8" fmla="*/ 141333 w 1749005"/>
              <a:gd name="connsiteY8" fmla="*/ 36227 h 1127795"/>
              <a:gd name="connsiteX9" fmla="*/ 159000 w 1749005"/>
              <a:gd name="connsiteY9" fmla="*/ 8153 h 1127795"/>
              <a:gd name="connsiteX10" fmla="*/ 176667 w 1749005"/>
              <a:gd name="connsiteY10" fmla="*/ 0 h 1127795"/>
              <a:gd name="connsiteX11" fmla="*/ 194333 w 1749005"/>
              <a:gd name="connsiteY11" fmla="*/ 12208 h 1127795"/>
              <a:gd name="connsiteX12" fmla="*/ 212000 w 1749005"/>
              <a:gd name="connsiteY12" fmla="*/ 44119 h 1127795"/>
              <a:gd name="connsiteX13" fmla="*/ 229667 w 1749005"/>
              <a:gd name="connsiteY13" fmla="*/ 94040 h 1127795"/>
              <a:gd name="connsiteX14" fmla="*/ 247334 w 1749005"/>
              <a:gd name="connsiteY14" fmla="*/ 159387 h 1127795"/>
              <a:gd name="connsiteX15" fmla="*/ 265001 w 1749005"/>
              <a:gd name="connsiteY15" fmla="*/ 236910 h 1127795"/>
              <a:gd name="connsiteX16" fmla="*/ 282668 w 1749005"/>
              <a:gd name="connsiteY16" fmla="*/ 322959 h 1127795"/>
              <a:gd name="connsiteX17" fmla="*/ 300334 w 1749005"/>
              <a:gd name="connsiteY17" fmla="*/ 413767 h 1127795"/>
              <a:gd name="connsiteX18" fmla="*/ 318001 w 1749005"/>
              <a:gd name="connsiteY18" fmla="*/ 505716 h 1127795"/>
              <a:gd name="connsiteX19" fmla="*/ 335668 w 1749005"/>
              <a:gd name="connsiteY19" fmla="*/ 595567 h 1127795"/>
              <a:gd name="connsiteX20" fmla="*/ 353334 w 1749005"/>
              <a:gd name="connsiteY20" fmla="*/ 680625 h 1127795"/>
              <a:gd name="connsiteX21" fmla="*/ 371001 w 1749005"/>
              <a:gd name="connsiteY21" fmla="*/ 758843 h 1127795"/>
              <a:gd name="connsiteX22" fmla="*/ 388668 w 1749005"/>
              <a:gd name="connsiteY22" fmla="*/ 828851 h 1127795"/>
              <a:gd name="connsiteX23" fmla="*/ 406334 w 1749005"/>
              <a:gd name="connsiteY23" fmla="*/ 889925 h 1127795"/>
              <a:gd name="connsiteX24" fmla="*/ 424001 w 1749005"/>
              <a:gd name="connsiteY24" fmla="*/ 941927 h 1127795"/>
              <a:gd name="connsiteX25" fmla="*/ 441668 w 1749005"/>
              <a:gd name="connsiteY25" fmla="*/ 985172 h 1127795"/>
              <a:gd name="connsiteX26" fmla="*/ 459334 w 1749005"/>
              <a:gd name="connsiteY26" fmla="*/ 1020326 h 1127795"/>
              <a:gd name="connsiteX27" fmla="*/ 477001 w 1749005"/>
              <a:gd name="connsiteY27" fmla="*/ 1048271 h 1127795"/>
              <a:gd name="connsiteX28" fmla="*/ 494667 w 1749005"/>
              <a:gd name="connsiteY28" fmla="*/ 1070006 h 1127795"/>
              <a:gd name="connsiteX29" fmla="*/ 512334 w 1749005"/>
              <a:gd name="connsiteY29" fmla="*/ 1086557 h 1127795"/>
              <a:gd name="connsiteX30" fmla="*/ 530001 w 1749005"/>
              <a:gd name="connsiteY30" fmla="*/ 1098896 h 1127795"/>
              <a:gd name="connsiteX31" fmla="*/ 547667 w 1749005"/>
              <a:gd name="connsiteY31" fmla="*/ 1107905 h 1127795"/>
              <a:gd name="connsiteX32" fmla="*/ 565334 w 1749005"/>
              <a:gd name="connsiteY32" fmla="*/ 1114358 h 1127795"/>
              <a:gd name="connsiteX33" fmla="*/ 583001 w 1749005"/>
              <a:gd name="connsiteY33" fmla="*/ 1118876 h 1127795"/>
              <a:gd name="connsiteX34" fmla="*/ 600669 w 1749005"/>
              <a:gd name="connsiteY34" fmla="*/ 1121981 h 1127795"/>
              <a:gd name="connsiteX35" fmla="*/ 618336 w 1749005"/>
              <a:gd name="connsiteY35" fmla="*/ 1124078 h 1127795"/>
              <a:gd name="connsiteX36" fmla="*/ 636003 w 1749005"/>
              <a:gd name="connsiteY36" fmla="*/ 1125455 h 1127795"/>
              <a:gd name="connsiteX37" fmla="*/ 653670 w 1749005"/>
              <a:gd name="connsiteY37" fmla="*/ 1126355 h 1127795"/>
              <a:gd name="connsiteX38" fmla="*/ 671337 w 1749005"/>
              <a:gd name="connsiteY38" fmla="*/ 1126922 h 1127795"/>
              <a:gd name="connsiteX39" fmla="*/ 689004 w 1749005"/>
              <a:gd name="connsiteY39" fmla="*/ 1127273 h 1127795"/>
              <a:gd name="connsiteX40" fmla="*/ 706671 w 1749005"/>
              <a:gd name="connsiteY40" fmla="*/ 1127489 h 1127795"/>
              <a:gd name="connsiteX41" fmla="*/ 724338 w 1749005"/>
              <a:gd name="connsiteY41" fmla="*/ 1127624 h 1127795"/>
              <a:gd name="connsiteX42" fmla="*/ 742005 w 1749005"/>
              <a:gd name="connsiteY42" fmla="*/ 1127696 h 1127795"/>
              <a:gd name="connsiteX43" fmla="*/ 759672 w 1749005"/>
              <a:gd name="connsiteY43" fmla="*/ 1127741 h 1127795"/>
              <a:gd name="connsiteX44" fmla="*/ 777330 w 1749005"/>
              <a:gd name="connsiteY44" fmla="*/ 1127768 h 1127795"/>
              <a:gd name="connsiteX45" fmla="*/ 794997 w 1749005"/>
              <a:gd name="connsiteY45" fmla="*/ 1127786 h 1127795"/>
              <a:gd name="connsiteX46" fmla="*/ 812664 w 1749005"/>
              <a:gd name="connsiteY46" fmla="*/ 1127786 h 1127795"/>
              <a:gd name="connsiteX47" fmla="*/ 830331 w 1749005"/>
              <a:gd name="connsiteY47" fmla="*/ 1127795 h 1127795"/>
              <a:gd name="connsiteX48" fmla="*/ 847998 w 1749005"/>
              <a:gd name="connsiteY48" fmla="*/ 1127795 h 1127795"/>
              <a:gd name="connsiteX49" fmla="*/ 865665 w 1749005"/>
              <a:gd name="connsiteY49" fmla="*/ 1127795 h 1127795"/>
              <a:gd name="connsiteX50" fmla="*/ 883332 w 1749005"/>
              <a:gd name="connsiteY50" fmla="*/ 1127795 h 1127795"/>
              <a:gd name="connsiteX51" fmla="*/ 900999 w 1749005"/>
              <a:gd name="connsiteY51" fmla="*/ 1127795 h 1127795"/>
              <a:gd name="connsiteX52" fmla="*/ 918666 w 1749005"/>
              <a:gd name="connsiteY52" fmla="*/ 1127795 h 1127795"/>
              <a:gd name="connsiteX53" fmla="*/ 936333 w 1749005"/>
              <a:gd name="connsiteY53" fmla="*/ 1127795 h 1127795"/>
              <a:gd name="connsiteX54" fmla="*/ 954000 w 1749005"/>
              <a:gd name="connsiteY54" fmla="*/ 1127795 h 1127795"/>
              <a:gd name="connsiteX55" fmla="*/ 971667 w 1749005"/>
              <a:gd name="connsiteY55" fmla="*/ 1127795 h 1127795"/>
              <a:gd name="connsiteX56" fmla="*/ 989334 w 1749005"/>
              <a:gd name="connsiteY56" fmla="*/ 1127795 h 1127795"/>
              <a:gd name="connsiteX57" fmla="*/ 1007001 w 1749005"/>
              <a:gd name="connsiteY57" fmla="*/ 1127795 h 1127795"/>
              <a:gd name="connsiteX58" fmla="*/ 1024668 w 1749005"/>
              <a:gd name="connsiteY58" fmla="*/ 1127795 h 1127795"/>
              <a:gd name="connsiteX59" fmla="*/ 1042335 w 1749005"/>
              <a:gd name="connsiteY59" fmla="*/ 1127795 h 1127795"/>
              <a:gd name="connsiteX60" fmla="*/ 1060002 w 1749005"/>
              <a:gd name="connsiteY60" fmla="*/ 1127795 h 1127795"/>
              <a:gd name="connsiteX61" fmla="*/ 1077669 w 1749005"/>
              <a:gd name="connsiteY61" fmla="*/ 1127795 h 1127795"/>
              <a:gd name="connsiteX62" fmla="*/ 1095336 w 1749005"/>
              <a:gd name="connsiteY62" fmla="*/ 1127795 h 1127795"/>
              <a:gd name="connsiteX63" fmla="*/ 1113003 w 1749005"/>
              <a:gd name="connsiteY63" fmla="*/ 1127795 h 1127795"/>
              <a:gd name="connsiteX64" fmla="*/ 1130670 w 1749005"/>
              <a:gd name="connsiteY64" fmla="*/ 1127795 h 1127795"/>
              <a:gd name="connsiteX65" fmla="*/ 1148337 w 1749005"/>
              <a:gd name="connsiteY65" fmla="*/ 1127795 h 1127795"/>
              <a:gd name="connsiteX66" fmla="*/ 1166004 w 1749005"/>
              <a:gd name="connsiteY66" fmla="*/ 1127795 h 1127795"/>
              <a:gd name="connsiteX67" fmla="*/ 1183671 w 1749005"/>
              <a:gd name="connsiteY67" fmla="*/ 1127795 h 1127795"/>
              <a:gd name="connsiteX68" fmla="*/ 1201338 w 1749005"/>
              <a:gd name="connsiteY68" fmla="*/ 1127795 h 1127795"/>
              <a:gd name="connsiteX69" fmla="*/ 1219005 w 1749005"/>
              <a:gd name="connsiteY69" fmla="*/ 1127795 h 1127795"/>
              <a:gd name="connsiteX70" fmla="*/ 1236672 w 1749005"/>
              <a:gd name="connsiteY70" fmla="*/ 1127795 h 1127795"/>
              <a:gd name="connsiteX71" fmla="*/ 1254339 w 1749005"/>
              <a:gd name="connsiteY71" fmla="*/ 1127795 h 1127795"/>
              <a:gd name="connsiteX72" fmla="*/ 1272006 w 1749005"/>
              <a:gd name="connsiteY72" fmla="*/ 1127795 h 1127795"/>
              <a:gd name="connsiteX73" fmla="*/ 1289664 w 1749005"/>
              <a:gd name="connsiteY73" fmla="*/ 1127795 h 1127795"/>
              <a:gd name="connsiteX74" fmla="*/ 1307331 w 1749005"/>
              <a:gd name="connsiteY74" fmla="*/ 1127795 h 1127795"/>
              <a:gd name="connsiteX75" fmla="*/ 1324998 w 1749005"/>
              <a:gd name="connsiteY75" fmla="*/ 1127795 h 1127795"/>
              <a:gd name="connsiteX76" fmla="*/ 1342665 w 1749005"/>
              <a:gd name="connsiteY76" fmla="*/ 1127795 h 1127795"/>
              <a:gd name="connsiteX77" fmla="*/ 1360332 w 1749005"/>
              <a:gd name="connsiteY77" fmla="*/ 1127795 h 1127795"/>
              <a:gd name="connsiteX78" fmla="*/ 1377999 w 1749005"/>
              <a:gd name="connsiteY78" fmla="*/ 1127795 h 1127795"/>
              <a:gd name="connsiteX79" fmla="*/ 1395666 w 1749005"/>
              <a:gd name="connsiteY79" fmla="*/ 1127795 h 1127795"/>
              <a:gd name="connsiteX80" fmla="*/ 1413333 w 1749005"/>
              <a:gd name="connsiteY80" fmla="*/ 1127795 h 1127795"/>
              <a:gd name="connsiteX81" fmla="*/ 1431000 w 1749005"/>
              <a:gd name="connsiteY81" fmla="*/ 1127795 h 1127795"/>
              <a:gd name="connsiteX82" fmla="*/ 1448667 w 1749005"/>
              <a:gd name="connsiteY82" fmla="*/ 1127795 h 1127795"/>
              <a:gd name="connsiteX83" fmla="*/ 1466334 w 1749005"/>
              <a:gd name="connsiteY83" fmla="*/ 1127795 h 1127795"/>
              <a:gd name="connsiteX84" fmla="*/ 1484001 w 1749005"/>
              <a:gd name="connsiteY84" fmla="*/ 1127795 h 1127795"/>
              <a:gd name="connsiteX85" fmla="*/ 1501668 w 1749005"/>
              <a:gd name="connsiteY85" fmla="*/ 1127795 h 1127795"/>
              <a:gd name="connsiteX86" fmla="*/ 1519335 w 1749005"/>
              <a:gd name="connsiteY86" fmla="*/ 1127795 h 1127795"/>
              <a:gd name="connsiteX87" fmla="*/ 1537002 w 1749005"/>
              <a:gd name="connsiteY87" fmla="*/ 1127795 h 1127795"/>
              <a:gd name="connsiteX88" fmla="*/ 1554669 w 1749005"/>
              <a:gd name="connsiteY88" fmla="*/ 1127795 h 1127795"/>
              <a:gd name="connsiteX89" fmla="*/ 1572336 w 1749005"/>
              <a:gd name="connsiteY89" fmla="*/ 1127795 h 1127795"/>
              <a:gd name="connsiteX90" fmla="*/ 1590003 w 1749005"/>
              <a:gd name="connsiteY90" fmla="*/ 1127795 h 1127795"/>
              <a:gd name="connsiteX91" fmla="*/ 1607670 w 1749005"/>
              <a:gd name="connsiteY91" fmla="*/ 1127795 h 1127795"/>
              <a:gd name="connsiteX92" fmla="*/ 1625337 w 1749005"/>
              <a:gd name="connsiteY92" fmla="*/ 1127795 h 1127795"/>
              <a:gd name="connsiteX93" fmla="*/ 1643004 w 1749005"/>
              <a:gd name="connsiteY93" fmla="*/ 1127795 h 1127795"/>
              <a:gd name="connsiteX94" fmla="*/ 1660671 w 1749005"/>
              <a:gd name="connsiteY94" fmla="*/ 1127795 h 1127795"/>
              <a:gd name="connsiteX95" fmla="*/ 1678338 w 1749005"/>
              <a:gd name="connsiteY95" fmla="*/ 1127795 h 1127795"/>
              <a:gd name="connsiteX96" fmla="*/ 1696005 w 1749005"/>
              <a:gd name="connsiteY96" fmla="*/ 1127795 h 1127795"/>
              <a:gd name="connsiteX97" fmla="*/ 1713672 w 1749005"/>
              <a:gd name="connsiteY97" fmla="*/ 1127795 h 1127795"/>
              <a:gd name="connsiteX98" fmla="*/ 1731339 w 1749005"/>
              <a:gd name="connsiteY98" fmla="*/ 1127795 h 1127795"/>
              <a:gd name="connsiteX99" fmla="*/ 1749006 w 1749005"/>
              <a:gd name="connsiteY99" fmla="*/ 1127795 h 1127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749005" h="1127795">
                <a:moveTo>
                  <a:pt x="0" y="664104"/>
                </a:moveTo>
                <a:lnTo>
                  <a:pt x="17667" y="577902"/>
                </a:lnTo>
                <a:lnTo>
                  <a:pt x="35334" y="487397"/>
                </a:lnTo>
                <a:lnTo>
                  <a:pt x="53000" y="395403"/>
                </a:lnTo>
                <a:lnTo>
                  <a:pt x="70667" y="305249"/>
                </a:lnTo>
                <a:lnTo>
                  <a:pt x="88333" y="220603"/>
                </a:lnTo>
                <a:lnTo>
                  <a:pt x="106000" y="145232"/>
                </a:lnTo>
                <a:lnTo>
                  <a:pt x="123667" y="82728"/>
                </a:lnTo>
                <a:lnTo>
                  <a:pt x="141333" y="36227"/>
                </a:lnTo>
                <a:lnTo>
                  <a:pt x="159000" y="8153"/>
                </a:lnTo>
                <a:lnTo>
                  <a:pt x="176667" y="0"/>
                </a:lnTo>
                <a:lnTo>
                  <a:pt x="194333" y="12208"/>
                </a:lnTo>
                <a:lnTo>
                  <a:pt x="212000" y="44119"/>
                </a:lnTo>
                <a:lnTo>
                  <a:pt x="229667" y="94040"/>
                </a:lnTo>
                <a:lnTo>
                  <a:pt x="247334" y="159387"/>
                </a:lnTo>
                <a:lnTo>
                  <a:pt x="265001" y="236910"/>
                </a:lnTo>
                <a:lnTo>
                  <a:pt x="282668" y="322959"/>
                </a:lnTo>
                <a:lnTo>
                  <a:pt x="300334" y="413767"/>
                </a:lnTo>
                <a:lnTo>
                  <a:pt x="318001" y="505716"/>
                </a:lnTo>
                <a:lnTo>
                  <a:pt x="335668" y="595567"/>
                </a:lnTo>
                <a:lnTo>
                  <a:pt x="353334" y="680625"/>
                </a:lnTo>
                <a:lnTo>
                  <a:pt x="371001" y="758843"/>
                </a:lnTo>
                <a:lnTo>
                  <a:pt x="388668" y="828851"/>
                </a:lnTo>
                <a:lnTo>
                  <a:pt x="406334" y="889925"/>
                </a:lnTo>
                <a:lnTo>
                  <a:pt x="424001" y="941927"/>
                </a:lnTo>
                <a:lnTo>
                  <a:pt x="441668" y="985172"/>
                </a:lnTo>
                <a:lnTo>
                  <a:pt x="459334" y="1020326"/>
                </a:lnTo>
                <a:lnTo>
                  <a:pt x="477001" y="1048271"/>
                </a:lnTo>
                <a:lnTo>
                  <a:pt x="494667" y="1070006"/>
                </a:lnTo>
                <a:lnTo>
                  <a:pt x="512334" y="1086557"/>
                </a:lnTo>
                <a:lnTo>
                  <a:pt x="530001" y="1098896"/>
                </a:lnTo>
                <a:lnTo>
                  <a:pt x="547667" y="1107905"/>
                </a:lnTo>
                <a:lnTo>
                  <a:pt x="565334" y="1114358"/>
                </a:lnTo>
                <a:lnTo>
                  <a:pt x="583001" y="1118876"/>
                </a:lnTo>
                <a:lnTo>
                  <a:pt x="600669" y="1121981"/>
                </a:lnTo>
                <a:lnTo>
                  <a:pt x="618336" y="1124078"/>
                </a:lnTo>
                <a:lnTo>
                  <a:pt x="636003" y="1125455"/>
                </a:lnTo>
                <a:lnTo>
                  <a:pt x="653670" y="1126355"/>
                </a:lnTo>
                <a:lnTo>
                  <a:pt x="671337" y="1126922"/>
                </a:lnTo>
                <a:lnTo>
                  <a:pt x="689004" y="1127273"/>
                </a:lnTo>
                <a:lnTo>
                  <a:pt x="706671" y="1127489"/>
                </a:lnTo>
                <a:lnTo>
                  <a:pt x="724338" y="1127624"/>
                </a:lnTo>
                <a:lnTo>
                  <a:pt x="742005" y="1127696"/>
                </a:lnTo>
                <a:lnTo>
                  <a:pt x="759672" y="1127741"/>
                </a:lnTo>
                <a:lnTo>
                  <a:pt x="777330" y="1127768"/>
                </a:lnTo>
                <a:lnTo>
                  <a:pt x="794997" y="1127786"/>
                </a:lnTo>
                <a:lnTo>
                  <a:pt x="812664" y="1127786"/>
                </a:lnTo>
                <a:lnTo>
                  <a:pt x="830331" y="1127795"/>
                </a:lnTo>
                <a:lnTo>
                  <a:pt x="847998" y="1127795"/>
                </a:lnTo>
                <a:lnTo>
                  <a:pt x="865665" y="1127795"/>
                </a:lnTo>
                <a:lnTo>
                  <a:pt x="883332" y="1127795"/>
                </a:lnTo>
                <a:lnTo>
                  <a:pt x="900999" y="1127795"/>
                </a:lnTo>
                <a:lnTo>
                  <a:pt x="918666" y="1127795"/>
                </a:lnTo>
                <a:lnTo>
                  <a:pt x="936333" y="1127795"/>
                </a:lnTo>
                <a:lnTo>
                  <a:pt x="954000" y="1127795"/>
                </a:lnTo>
                <a:lnTo>
                  <a:pt x="971667" y="1127795"/>
                </a:lnTo>
                <a:lnTo>
                  <a:pt x="989334" y="1127795"/>
                </a:lnTo>
                <a:lnTo>
                  <a:pt x="1007001" y="1127795"/>
                </a:lnTo>
                <a:lnTo>
                  <a:pt x="1024668" y="1127795"/>
                </a:lnTo>
                <a:lnTo>
                  <a:pt x="1042335" y="1127795"/>
                </a:lnTo>
                <a:lnTo>
                  <a:pt x="1060002" y="1127795"/>
                </a:lnTo>
                <a:lnTo>
                  <a:pt x="1077669" y="1127795"/>
                </a:lnTo>
                <a:lnTo>
                  <a:pt x="1095336" y="1127795"/>
                </a:lnTo>
                <a:lnTo>
                  <a:pt x="1113003" y="1127795"/>
                </a:lnTo>
                <a:lnTo>
                  <a:pt x="1130670" y="1127795"/>
                </a:lnTo>
                <a:lnTo>
                  <a:pt x="1148337" y="1127795"/>
                </a:lnTo>
                <a:lnTo>
                  <a:pt x="1166004" y="1127795"/>
                </a:lnTo>
                <a:lnTo>
                  <a:pt x="1183671" y="1127795"/>
                </a:lnTo>
                <a:lnTo>
                  <a:pt x="1201338" y="1127795"/>
                </a:lnTo>
                <a:lnTo>
                  <a:pt x="1219005" y="1127795"/>
                </a:lnTo>
                <a:lnTo>
                  <a:pt x="1236672" y="1127795"/>
                </a:lnTo>
                <a:lnTo>
                  <a:pt x="1254339" y="1127795"/>
                </a:lnTo>
                <a:lnTo>
                  <a:pt x="1272006" y="1127795"/>
                </a:lnTo>
                <a:lnTo>
                  <a:pt x="1289664" y="1127795"/>
                </a:lnTo>
                <a:lnTo>
                  <a:pt x="1307331" y="1127795"/>
                </a:lnTo>
                <a:lnTo>
                  <a:pt x="1324998" y="1127795"/>
                </a:lnTo>
                <a:lnTo>
                  <a:pt x="1342665" y="1127795"/>
                </a:lnTo>
                <a:lnTo>
                  <a:pt x="1360332" y="1127795"/>
                </a:lnTo>
                <a:lnTo>
                  <a:pt x="1377999" y="1127795"/>
                </a:lnTo>
                <a:lnTo>
                  <a:pt x="1395666" y="1127795"/>
                </a:lnTo>
                <a:lnTo>
                  <a:pt x="1413333" y="1127795"/>
                </a:lnTo>
                <a:lnTo>
                  <a:pt x="1431000" y="1127795"/>
                </a:lnTo>
                <a:lnTo>
                  <a:pt x="1448667" y="1127795"/>
                </a:lnTo>
                <a:lnTo>
                  <a:pt x="1466334" y="1127795"/>
                </a:lnTo>
                <a:lnTo>
                  <a:pt x="1484001" y="1127795"/>
                </a:lnTo>
                <a:lnTo>
                  <a:pt x="1501668" y="1127795"/>
                </a:lnTo>
                <a:lnTo>
                  <a:pt x="1519335" y="1127795"/>
                </a:lnTo>
                <a:lnTo>
                  <a:pt x="1537002" y="1127795"/>
                </a:lnTo>
                <a:lnTo>
                  <a:pt x="1554669" y="1127795"/>
                </a:lnTo>
                <a:lnTo>
                  <a:pt x="1572336" y="1127795"/>
                </a:lnTo>
                <a:lnTo>
                  <a:pt x="1590003" y="1127795"/>
                </a:lnTo>
                <a:lnTo>
                  <a:pt x="1607670" y="1127795"/>
                </a:lnTo>
                <a:lnTo>
                  <a:pt x="1625337" y="1127795"/>
                </a:lnTo>
                <a:lnTo>
                  <a:pt x="1643004" y="1127795"/>
                </a:lnTo>
                <a:lnTo>
                  <a:pt x="1660671" y="1127795"/>
                </a:lnTo>
                <a:lnTo>
                  <a:pt x="1678338" y="1127795"/>
                </a:lnTo>
                <a:lnTo>
                  <a:pt x="1696005" y="1127795"/>
                </a:lnTo>
                <a:lnTo>
                  <a:pt x="1713672" y="1127795"/>
                </a:lnTo>
                <a:lnTo>
                  <a:pt x="1731339" y="1127795"/>
                </a:lnTo>
                <a:lnTo>
                  <a:pt x="1749006" y="1127795"/>
                </a:lnTo>
              </a:path>
            </a:pathLst>
          </a:custGeom>
          <a:noFill/>
          <a:ln w="10763" cap="rnd">
            <a:solidFill>
              <a:srgbClr val="E26F46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5" name="Freeform 164">
            <a:extLst>
              <a:ext uri="{FF2B5EF4-FFF2-40B4-BE49-F238E27FC236}">
                <a16:creationId xmlns:a16="http://schemas.microsoft.com/office/drawing/2014/main" id="{9BB611E5-DAAF-BD65-7947-A6DEFA84C855}"/>
              </a:ext>
            </a:extLst>
          </p:cNvPr>
          <p:cNvSpPr/>
          <p:nvPr/>
        </p:nvSpPr>
        <p:spPr>
          <a:xfrm>
            <a:off x="3033543" y="2000443"/>
            <a:ext cx="1749005" cy="1127488"/>
          </a:xfrm>
          <a:custGeom>
            <a:avLst/>
            <a:gdLst>
              <a:gd name="connsiteX0" fmla="*/ 0 w 1749005"/>
              <a:gd name="connsiteY0" fmla="*/ 1095268 h 1127488"/>
              <a:gd name="connsiteX1" fmla="*/ 17667 w 1749005"/>
              <a:gd name="connsiteY1" fmla="*/ 1081768 h 1127488"/>
              <a:gd name="connsiteX2" fmla="*/ 35334 w 1749005"/>
              <a:gd name="connsiteY2" fmla="*/ 1063768 h 1127488"/>
              <a:gd name="connsiteX3" fmla="*/ 53000 w 1749005"/>
              <a:gd name="connsiteY3" fmla="*/ 1040278 h 1127488"/>
              <a:gd name="connsiteX4" fmla="*/ 70667 w 1749005"/>
              <a:gd name="connsiteY4" fmla="*/ 1010272 h 1127488"/>
              <a:gd name="connsiteX5" fmla="*/ 88333 w 1749005"/>
              <a:gd name="connsiteY5" fmla="*/ 972778 h 1127488"/>
              <a:gd name="connsiteX6" fmla="*/ 106000 w 1749005"/>
              <a:gd name="connsiteY6" fmla="*/ 926968 h 1127488"/>
              <a:gd name="connsiteX7" fmla="*/ 123667 w 1749005"/>
              <a:gd name="connsiteY7" fmla="*/ 872257 h 1127488"/>
              <a:gd name="connsiteX8" fmla="*/ 141333 w 1749005"/>
              <a:gd name="connsiteY8" fmla="*/ 808458 h 1127488"/>
              <a:gd name="connsiteX9" fmla="*/ 159000 w 1749005"/>
              <a:gd name="connsiteY9" fmla="*/ 735883 h 1127488"/>
              <a:gd name="connsiteX10" fmla="*/ 176667 w 1749005"/>
              <a:gd name="connsiteY10" fmla="*/ 655438 h 1127488"/>
              <a:gd name="connsiteX11" fmla="*/ 194333 w 1749005"/>
              <a:gd name="connsiteY11" fmla="*/ 568697 h 1127488"/>
              <a:gd name="connsiteX12" fmla="*/ 212000 w 1749005"/>
              <a:gd name="connsiteY12" fmla="*/ 477907 h 1127488"/>
              <a:gd name="connsiteX13" fmla="*/ 229667 w 1749005"/>
              <a:gd name="connsiteY13" fmla="*/ 385940 h 1127488"/>
              <a:gd name="connsiteX14" fmla="*/ 247334 w 1749005"/>
              <a:gd name="connsiteY14" fmla="*/ 296167 h 1127488"/>
              <a:gd name="connsiteX15" fmla="*/ 265001 w 1749005"/>
              <a:gd name="connsiteY15" fmla="*/ 212280 h 1127488"/>
              <a:gd name="connsiteX16" fmla="*/ 282668 w 1749005"/>
              <a:gd name="connsiteY16" fmla="*/ 138039 h 1127488"/>
              <a:gd name="connsiteX17" fmla="*/ 300334 w 1749005"/>
              <a:gd name="connsiteY17" fmla="*/ 77004 h 1127488"/>
              <a:gd name="connsiteX18" fmla="*/ 318001 w 1749005"/>
              <a:gd name="connsiteY18" fmla="*/ 32252 h 1127488"/>
              <a:gd name="connsiteX19" fmla="*/ 335668 w 1749005"/>
              <a:gd name="connsiteY19" fmla="*/ 6119 h 1127488"/>
              <a:gd name="connsiteX20" fmla="*/ 353334 w 1749005"/>
              <a:gd name="connsiteY20" fmla="*/ 0 h 1127488"/>
              <a:gd name="connsiteX21" fmla="*/ 371001 w 1749005"/>
              <a:gd name="connsiteY21" fmla="*/ 14225 h 1127488"/>
              <a:gd name="connsiteX22" fmla="*/ 388668 w 1749005"/>
              <a:gd name="connsiteY22" fmla="*/ 48030 h 1127488"/>
              <a:gd name="connsiteX23" fmla="*/ 406334 w 1749005"/>
              <a:gd name="connsiteY23" fmla="*/ 99623 h 1127488"/>
              <a:gd name="connsiteX24" fmla="*/ 424001 w 1749005"/>
              <a:gd name="connsiteY24" fmla="*/ 166342 h 1127488"/>
              <a:gd name="connsiteX25" fmla="*/ 441668 w 1749005"/>
              <a:gd name="connsiteY25" fmla="*/ 244887 h 1127488"/>
              <a:gd name="connsiteX26" fmla="*/ 459334 w 1749005"/>
              <a:gd name="connsiteY26" fmla="*/ 331581 h 1127488"/>
              <a:gd name="connsiteX27" fmla="*/ 477001 w 1749005"/>
              <a:gd name="connsiteY27" fmla="*/ 422661 h 1127488"/>
              <a:gd name="connsiteX28" fmla="*/ 494667 w 1749005"/>
              <a:gd name="connsiteY28" fmla="*/ 514538 h 1127488"/>
              <a:gd name="connsiteX29" fmla="*/ 512334 w 1749005"/>
              <a:gd name="connsiteY29" fmla="*/ 604020 h 1127488"/>
              <a:gd name="connsiteX30" fmla="*/ 530001 w 1749005"/>
              <a:gd name="connsiteY30" fmla="*/ 688475 h 1127488"/>
              <a:gd name="connsiteX31" fmla="*/ 547667 w 1749005"/>
              <a:gd name="connsiteY31" fmla="*/ 765923 h 1127488"/>
              <a:gd name="connsiteX32" fmla="*/ 565334 w 1749005"/>
              <a:gd name="connsiteY32" fmla="*/ 835060 h 1127488"/>
              <a:gd name="connsiteX33" fmla="*/ 583001 w 1749005"/>
              <a:gd name="connsiteY33" fmla="*/ 895225 h 1127488"/>
              <a:gd name="connsiteX34" fmla="*/ 600669 w 1749005"/>
              <a:gd name="connsiteY34" fmla="*/ 946336 h 1127488"/>
              <a:gd name="connsiteX35" fmla="*/ 618336 w 1749005"/>
              <a:gd name="connsiteY35" fmla="*/ 988735 h 1127488"/>
              <a:gd name="connsiteX36" fmla="*/ 636003 w 1749005"/>
              <a:gd name="connsiteY36" fmla="*/ 1023124 h 1127488"/>
              <a:gd name="connsiteX37" fmla="*/ 653670 w 1749005"/>
              <a:gd name="connsiteY37" fmla="*/ 1050394 h 1127488"/>
              <a:gd name="connsiteX38" fmla="*/ 671337 w 1749005"/>
              <a:gd name="connsiteY38" fmla="*/ 1071571 h 1127488"/>
              <a:gd name="connsiteX39" fmla="*/ 689004 w 1749005"/>
              <a:gd name="connsiteY39" fmla="*/ 1087654 h 1127488"/>
              <a:gd name="connsiteX40" fmla="*/ 706671 w 1749005"/>
              <a:gd name="connsiteY40" fmla="*/ 1099624 h 1127488"/>
              <a:gd name="connsiteX41" fmla="*/ 724338 w 1749005"/>
              <a:gd name="connsiteY41" fmla="*/ 1108345 h 1127488"/>
              <a:gd name="connsiteX42" fmla="*/ 742005 w 1749005"/>
              <a:gd name="connsiteY42" fmla="*/ 1114573 h 1127488"/>
              <a:gd name="connsiteX43" fmla="*/ 759672 w 1749005"/>
              <a:gd name="connsiteY43" fmla="*/ 1118938 h 1127488"/>
              <a:gd name="connsiteX44" fmla="*/ 777330 w 1749005"/>
              <a:gd name="connsiteY44" fmla="*/ 1121926 h 1127488"/>
              <a:gd name="connsiteX45" fmla="*/ 794997 w 1749005"/>
              <a:gd name="connsiteY45" fmla="*/ 1123933 h 1127488"/>
              <a:gd name="connsiteX46" fmla="*/ 812664 w 1749005"/>
              <a:gd name="connsiteY46" fmla="*/ 1125256 h 1127488"/>
              <a:gd name="connsiteX47" fmla="*/ 830331 w 1749005"/>
              <a:gd name="connsiteY47" fmla="*/ 1126120 h 1127488"/>
              <a:gd name="connsiteX48" fmla="*/ 847998 w 1749005"/>
              <a:gd name="connsiteY48" fmla="*/ 1126660 h 1127488"/>
              <a:gd name="connsiteX49" fmla="*/ 865665 w 1749005"/>
              <a:gd name="connsiteY49" fmla="*/ 1126993 h 1127488"/>
              <a:gd name="connsiteX50" fmla="*/ 883332 w 1749005"/>
              <a:gd name="connsiteY50" fmla="*/ 1127200 h 1127488"/>
              <a:gd name="connsiteX51" fmla="*/ 900999 w 1749005"/>
              <a:gd name="connsiteY51" fmla="*/ 1127326 h 1127488"/>
              <a:gd name="connsiteX52" fmla="*/ 918666 w 1749005"/>
              <a:gd name="connsiteY52" fmla="*/ 1127398 h 1127488"/>
              <a:gd name="connsiteX53" fmla="*/ 936333 w 1749005"/>
              <a:gd name="connsiteY53" fmla="*/ 1127443 h 1127488"/>
              <a:gd name="connsiteX54" fmla="*/ 954000 w 1749005"/>
              <a:gd name="connsiteY54" fmla="*/ 1127461 h 1127488"/>
              <a:gd name="connsiteX55" fmla="*/ 971667 w 1749005"/>
              <a:gd name="connsiteY55" fmla="*/ 1127479 h 1127488"/>
              <a:gd name="connsiteX56" fmla="*/ 989334 w 1749005"/>
              <a:gd name="connsiteY56" fmla="*/ 1127479 h 1127488"/>
              <a:gd name="connsiteX57" fmla="*/ 1007001 w 1749005"/>
              <a:gd name="connsiteY57" fmla="*/ 1127488 h 1127488"/>
              <a:gd name="connsiteX58" fmla="*/ 1024668 w 1749005"/>
              <a:gd name="connsiteY58" fmla="*/ 1127488 h 1127488"/>
              <a:gd name="connsiteX59" fmla="*/ 1042335 w 1749005"/>
              <a:gd name="connsiteY59" fmla="*/ 1127488 h 1127488"/>
              <a:gd name="connsiteX60" fmla="*/ 1060002 w 1749005"/>
              <a:gd name="connsiteY60" fmla="*/ 1127488 h 1127488"/>
              <a:gd name="connsiteX61" fmla="*/ 1077669 w 1749005"/>
              <a:gd name="connsiteY61" fmla="*/ 1127488 h 1127488"/>
              <a:gd name="connsiteX62" fmla="*/ 1095336 w 1749005"/>
              <a:gd name="connsiteY62" fmla="*/ 1127488 h 1127488"/>
              <a:gd name="connsiteX63" fmla="*/ 1113003 w 1749005"/>
              <a:gd name="connsiteY63" fmla="*/ 1127488 h 1127488"/>
              <a:gd name="connsiteX64" fmla="*/ 1130670 w 1749005"/>
              <a:gd name="connsiteY64" fmla="*/ 1127488 h 1127488"/>
              <a:gd name="connsiteX65" fmla="*/ 1148337 w 1749005"/>
              <a:gd name="connsiteY65" fmla="*/ 1127488 h 1127488"/>
              <a:gd name="connsiteX66" fmla="*/ 1166004 w 1749005"/>
              <a:gd name="connsiteY66" fmla="*/ 1127488 h 1127488"/>
              <a:gd name="connsiteX67" fmla="*/ 1183671 w 1749005"/>
              <a:gd name="connsiteY67" fmla="*/ 1127488 h 1127488"/>
              <a:gd name="connsiteX68" fmla="*/ 1201338 w 1749005"/>
              <a:gd name="connsiteY68" fmla="*/ 1127488 h 1127488"/>
              <a:gd name="connsiteX69" fmla="*/ 1219005 w 1749005"/>
              <a:gd name="connsiteY69" fmla="*/ 1127488 h 1127488"/>
              <a:gd name="connsiteX70" fmla="*/ 1236672 w 1749005"/>
              <a:gd name="connsiteY70" fmla="*/ 1127488 h 1127488"/>
              <a:gd name="connsiteX71" fmla="*/ 1254339 w 1749005"/>
              <a:gd name="connsiteY71" fmla="*/ 1127488 h 1127488"/>
              <a:gd name="connsiteX72" fmla="*/ 1272006 w 1749005"/>
              <a:gd name="connsiteY72" fmla="*/ 1127488 h 1127488"/>
              <a:gd name="connsiteX73" fmla="*/ 1289664 w 1749005"/>
              <a:gd name="connsiteY73" fmla="*/ 1127488 h 1127488"/>
              <a:gd name="connsiteX74" fmla="*/ 1307331 w 1749005"/>
              <a:gd name="connsiteY74" fmla="*/ 1127488 h 1127488"/>
              <a:gd name="connsiteX75" fmla="*/ 1324998 w 1749005"/>
              <a:gd name="connsiteY75" fmla="*/ 1127488 h 1127488"/>
              <a:gd name="connsiteX76" fmla="*/ 1342665 w 1749005"/>
              <a:gd name="connsiteY76" fmla="*/ 1127488 h 1127488"/>
              <a:gd name="connsiteX77" fmla="*/ 1360332 w 1749005"/>
              <a:gd name="connsiteY77" fmla="*/ 1127488 h 1127488"/>
              <a:gd name="connsiteX78" fmla="*/ 1377999 w 1749005"/>
              <a:gd name="connsiteY78" fmla="*/ 1127488 h 1127488"/>
              <a:gd name="connsiteX79" fmla="*/ 1395666 w 1749005"/>
              <a:gd name="connsiteY79" fmla="*/ 1127488 h 1127488"/>
              <a:gd name="connsiteX80" fmla="*/ 1413333 w 1749005"/>
              <a:gd name="connsiteY80" fmla="*/ 1127488 h 1127488"/>
              <a:gd name="connsiteX81" fmla="*/ 1431000 w 1749005"/>
              <a:gd name="connsiteY81" fmla="*/ 1127488 h 1127488"/>
              <a:gd name="connsiteX82" fmla="*/ 1448667 w 1749005"/>
              <a:gd name="connsiteY82" fmla="*/ 1127488 h 1127488"/>
              <a:gd name="connsiteX83" fmla="*/ 1466334 w 1749005"/>
              <a:gd name="connsiteY83" fmla="*/ 1127488 h 1127488"/>
              <a:gd name="connsiteX84" fmla="*/ 1484001 w 1749005"/>
              <a:gd name="connsiteY84" fmla="*/ 1127488 h 1127488"/>
              <a:gd name="connsiteX85" fmla="*/ 1501668 w 1749005"/>
              <a:gd name="connsiteY85" fmla="*/ 1127488 h 1127488"/>
              <a:gd name="connsiteX86" fmla="*/ 1519335 w 1749005"/>
              <a:gd name="connsiteY86" fmla="*/ 1127488 h 1127488"/>
              <a:gd name="connsiteX87" fmla="*/ 1537002 w 1749005"/>
              <a:gd name="connsiteY87" fmla="*/ 1127488 h 1127488"/>
              <a:gd name="connsiteX88" fmla="*/ 1554669 w 1749005"/>
              <a:gd name="connsiteY88" fmla="*/ 1127488 h 1127488"/>
              <a:gd name="connsiteX89" fmla="*/ 1572336 w 1749005"/>
              <a:gd name="connsiteY89" fmla="*/ 1127488 h 1127488"/>
              <a:gd name="connsiteX90" fmla="*/ 1590003 w 1749005"/>
              <a:gd name="connsiteY90" fmla="*/ 1127488 h 1127488"/>
              <a:gd name="connsiteX91" fmla="*/ 1607670 w 1749005"/>
              <a:gd name="connsiteY91" fmla="*/ 1127488 h 1127488"/>
              <a:gd name="connsiteX92" fmla="*/ 1625337 w 1749005"/>
              <a:gd name="connsiteY92" fmla="*/ 1127488 h 1127488"/>
              <a:gd name="connsiteX93" fmla="*/ 1643004 w 1749005"/>
              <a:gd name="connsiteY93" fmla="*/ 1127488 h 1127488"/>
              <a:gd name="connsiteX94" fmla="*/ 1660671 w 1749005"/>
              <a:gd name="connsiteY94" fmla="*/ 1127488 h 1127488"/>
              <a:gd name="connsiteX95" fmla="*/ 1678338 w 1749005"/>
              <a:gd name="connsiteY95" fmla="*/ 1127488 h 1127488"/>
              <a:gd name="connsiteX96" fmla="*/ 1696005 w 1749005"/>
              <a:gd name="connsiteY96" fmla="*/ 1127488 h 1127488"/>
              <a:gd name="connsiteX97" fmla="*/ 1713672 w 1749005"/>
              <a:gd name="connsiteY97" fmla="*/ 1127488 h 1127488"/>
              <a:gd name="connsiteX98" fmla="*/ 1731339 w 1749005"/>
              <a:gd name="connsiteY98" fmla="*/ 1127488 h 1127488"/>
              <a:gd name="connsiteX99" fmla="*/ 1749006 w 1749005"/>
              <a:gd name="connsiteY99" fmla="*/ 1127488 h 1127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749005" h="1127488">
                <a:moveTo>
                  <a:pt x="0" y="1095268"/>
                </a:moveTo>
                <a:lnTo>
                  <a:pt x="17667" y="1081768"/>
                </a:lnTo>
                <a:lnTo>
                  <a:pt x="35334" y="1063768"/>
                </a:lnTo>
                <a:lnTo>
                  <a:pt x="53000" y="1040278"/>
                </a:lnTo>
                <a:lnTo>
                  <a:pt x="70667" y="1010272"/>
                </a:lnTo>
                <a:lnTo>
                  <a:pt x="88333" y="972778"/>
                </a:lnTo>
                <a:lnTo>
                  <a:pt x="106000" y="926968"/>
                </a:lnTo>
                <a:lnTo>
                  <a:pt x="123667" y="872257"/>
                </a:lnTo>
                <a:lnTo>
                  <a:pt x="141333" y="808458"/>
                </a:lnTo>
                <a:lnTo>
                  <a:pt x="159000" y="735883"/>
                </a:lnTo>
                <a:lnTo>
                  <a:pt x="176667" y="655438"/>
                </a:lnTo>
                <a:lnTo>
                  <a:pt x="194333" y="568697"/>
                </a:lnTo>
                <a:lnTo>
                  <a:pt x="212000" y="477907"/>
                </a:lnTo>
                <a:lnTo>
                  <a:pt x="229667" y="385940"/>
                </a:lnTo>
                <a:lnTo>
                  <a:pt x="247334" y="296167"/>
                </a:lnTo>
                <a:lnTo>
                  <a:pt x="265001" y="212280"/>
                </a:lnTo>
                <a:lnTo>
                  <a:pt x="282668" y="138039"/>
                </a:lnTo>
                <a:lnTo>
                  <a:pt x="300334" y="77004"/>
                </a:lnTo>
                <a:lnTo>
                  <a:pt x="318001" y="32252"/>
                </a:lnTo>
                <a:lnTo>
                  <a:pt x="335668" y="6119"/>
                </a:lnTo>
                <a:lnTo>
                  <a:pt x="353334" y="0"/>
                </a:lnTo>
                <a:lnTo>
                  <a:pt x="371001" y="14225"/>
                </a:lnTo>
                <a:lnTo>
                  <a:pt x="388668" y="48030"/>
                </a:lnTo>
                <a:lnTo>
                  <a:pt x="406334" y="99623"/>
                </a:lnTo>
                <a:lnTo>
                  <a:pt x="424001" y="166342"/>
                </a:lnTo>
                <a:lnTo>
                  <a:pt x="441668" y="244887"/>
                </a:lnTo>
                <a:lnTo>
                  <a:pt x="459334" y="331581"/>
                </a:lnTo>
                <a:lnTo>
                  <a:pt x="477001" y="422661"/>
                </a:lnTo>
                <a:lnTo>
                  <a:pt x="494667" y="514538"/>
                </a:lnTo>
                <a:lnTo>
                  <a:pt x="512334" y="604020"/>
                </a:lnTo>
                <a:lnTo>
                  <a:pt x="530001" y="688475"/>
                </a:lnTo>
                <a:lnTo>
                  <a:pt x="547667" y="765923"/>
                </a:lnTo>
                <a:lnTo>
                  <a:pt x="565334" y="835060"/>
                </a:lnTo>
                <a:lnTo>
                  <a:pt x="583001" y="895225"/>
                </a:lnTo>
                <a:lnTo>
                  <a:pt x="600669" y="946336"/>
                </a:lnTo>
                <a:lnTo>
                  <a:pt x="618336" y="988735"/>
                </a:lnTo>
                <a:lnTo>
                  <a:pt x="636003" y="1023124"/>
                </a:lnTo>
                <a:lnTo>
                  <a:pt x="653670" y="1050394"/>
                </a:lnTo>
                <a:lnTo>
                  <a:pt x="671337" y="1071571"/>
                </a:lnTo>
                <a:lnTo>
                  <a:pt x="689004" y="1087654"/>
                </a:lnTo>
                <a:lnTo>
                  <a:pt x="706671" y="1099624"/>
                </a:lnTo>
                <a:lnTo>
                  <a:pt x="724338" y="1108345"/>
                </a:lnTo>
                <a:lnTo>
                  <a:pt x="742005" y="1114573"/>
                </a:lnTo>
                <a:lnTo>
                  <a:pt x="759672" y="1118938"/>
                </a:lnTo>
                <a:lnTo>
                  <a:pt x="777330" y="1121926"/>
                </a:lnTo>
                <a:lnTo>
                  <a:pt x="794997" y="1123933"/>
                </a:lnTo>
                <a:lnTo>
                  <a:pt x="812664" y="1125256"/>
                </a:lnTo>
                <a:lnTo>
                  <a:pt x="830331" y="1126120"/>
                </a:lnTo>
                <a:lnTo>
                  <a:pt x="847998" y="1126660"/>
                </a:lnTo>
                <a:lnTo>
                  <a:pt x="865665" y="1126993"/>
                </a:lnTo>
                <a:lnTo>
                  <a:pt x="883332" y="1127200"/>
                </a:lnTo>
                <a:lnTo>
                  <a:pt x="900999" y="1127326"/>
                </a:lnTo>
                <a:lnTo>
                  <a:pt x="918666" y="1127398"/>
                </a:lnTo>
                <a:lnTo>
                  <a:pt x="936333" y="1127443"/>
                </a:lnTo>
                <a:lnTo>
                  <a:pt x="954000" y="1127461"/>
                </a:lnTo>
                <a:lnTo>
                  <a:pt x="971667" y="1127479"/>
                </a:lnTo>
                <a:lnTo>
                  <a:pt x="989334" y="1127479"/>
                </a:lnTo>
                <a:lnTo>
                  <a:pt x="1007001" y="1127488"/>
                </a:lnTo>
                <a:lnTo>
                  <a:pt x="1024668" y="1127488"/>
                </a:lnTo>
                <a:lnTo>
                  <a:pt x="1042335" y="1127488"/>
                </a:lnTo>
                <a:lnTo>
                  <a:pt x="1060002" y="1127488"/>
                </a:lnTo>
                <a:lnTo>
                  <a:pt x="1077669" y="1127488"/>
                </a:lnTo>
                <a:lnTo>
                  <a:pt x="1095336" y="1127488"/>
                </a:lnTo>
                <a:lnTo>
                  <a:pt x="1113003" y="1127488"/>
                </a:lnTo>
                <a:lnTo>
                  <a:pt x="1130670" y="1127488"/>
                </a:lnTo>
                <a:lnTo>
                  <a:pt x="1148337" y="1127488"/>
                </a:lnTo>
                <a:lnTo>
                  <a:pt x="1166004" y="1127488"/>
                </a:lnTo>
                <a:lnTo>
                  <a:pt x="1183671" y="1127488"/>
                </a:lnTo>
                <a:lnTo>
                  <a:pt x="1201338" y="1127488"/>
                </a:lnTo>
                <a:lnTo>
                  <a:pt x="1219005" y="1127488"/>
                </a:lnTo>
                <a:lnTo>
                  <a:pt x="1236672" y="1127488"/>
                </a:lnTo>
                <a:lnTo>
                  <a:pt x="1254339" y="1127488"/>
                </a:lnTo>
                <a:lnTo>
                  <a:pt x="1272006" y="1127488"/>
                </a:lnTo>
                <a:lnTo>
                  <a:pt x="1289664" y="1127488"/>
                </a:lnTo>
                <a:lnTo>
                  <a:pt x="1307331" y="1127488"/>
                </a:lnTo>
                <a:lnTo>
                  <a:pt x="1324998" y="1127488"/>
                </a:lnTo>
                <a:lnTo>
                  <a:pt x="1342665" y="1127488"/>
                </a:lnTo>
                <a:lnTo>
                  <a:pt x="1360332" y="1127488"/>
                </a:lnTo>
                <a:lnTo>
                  <a:pt x="1377999" y="1127488"/>
                </a:lnTo>
                <a:lnTo>
                  <a:pt x="1395666" y="1127488"/>
                </a:lnTo>
                <a:lnTo>
                  <a:pt x="1413333" y="1127488"/>
                </a:lnTo>
                <a:lnTo>
                  <a:pt x="1431000" y="1127488"/>
                </a:lnTo>
                <a:lnTo>
                  <a:pt x="1448667" y="1127488"/>
                </a:lnTo>
                <a:lnTo>
                  <a:pt x="1466334" y="1127488"/>
                </a:lnTo>
                <a:lnTo>
                  <a:pt x="1484001" y="1127488"/>
                </a:lnTo>
                <a:lnTo>
                  <a:pt x="1501668" y="1127488"/>
                </a:lnTo>
                <a:lnTo>
                  <a:pt x="1519335" y="1127488"/>
                </a:lnTo>
                <a:lnTo>
                  <a:pt x="1537002" y="1127488"/>
                </a:lnTo>
                <a:lnTo>
                  <a:pt x="1554669" y="1127488"/>
                </a:lnTo>
                <a:lnTo>
                  <a:pt x="1572336" y="1127488"/>
                </a:lnTo>
                <a:lnTo>
                  <a:pt x="1590003" y="1127488"/>
                </a:lnTo>
                <a:lnTo>
                  <a:pt x="1607670" y="1127488"/>
                </a:lnTo>
                <a:lnTo>
                  <a:pt x="1625337" y="1127488"/>
                </a:lnTo>
                <a:lnTo>
                  <a:pt x="1643004" y="1127488"/>
                </a:lnTo>
                <a:lnTo>
                  <a:pt x="1660671" y="1127488"/>
                </a:lnTo>
                <a:lnTo>
                  <a:pt x="1678338" y="1127488"/>
                </a:lnTo>
                <a:lnTo>
                  <a:pt x="1696005" y="1127488"/>
                </a:lnTo>
                <a:lnTo>
                  <a:pt x="1713672" y="1127488"/>
                </a:lnTo>
                <a:lnTo>
                  <a:pt x="1731339" y="1127488"/>
                </a:lnTo>
                <a:lnTo>
                  <a:pt x="1749006" y="1127488"/>
                </a:lnTo>
              </a:path>
            </a:pathLst>
          </a:custGeom>
          <a:noFill/>
          <a:ln w="10763" cap="rnd">
            <a:solidFill>
              <a:srgbClr val="3DA44D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6" name="Freeform 165">
            <a:extLst>
              <a:ext uri="{FF2B5EF4-FFF2-40B4-BE49-F238E27FC236}">
                <a16:creationId xmlns:a16="http://schemas.microsoft.com/office/drawing/2014/main" id="{4A392A9C-76BA-2639-763E-51B595A0CA37}"/>
              </a:ext>
            </a:extLst>
          </p:cNvPr>
          <p:cNvSpPr/>
          <p:nvPr/>
        </p:nvSpPr>
        <p:spPr>
          <a:xfrm>
            <a:off x="3033543" y="2000954"/>
            <a:ext cx="1749005" cy="1126977"/>
          </a:xfrm>
          <a:custGeom>
            <a:avLst/>
            <a:gdLst>
              <a:gd name="connsiteX0" fmla="*/ 0 w 1749005"/>
              <a:gd name="connsiteY0" fmla="*/ 1126599 h 1126977"/>
              <a:gd name="connsiteX1" fmla="*/ 17667 w 1749005"/>
              <a:gd name="connsiteY1" fmla="*/ 1126338 h 1126977"/>
              <a:gd name="connsiteX2" fmla="*/ 35334 w 1749005"/>
              <a:gd name="connsiteY2" fmla="*/ 1125906 h 1126977"/>
              <a:gd name="connsiteX3" fmla="*/ 53000 w 1749005"/>
              <a:gd name="connsiteY3" fmla="*/ 1125222 h 1126977"/>
              <a:gd name="connsiteX4" fmla="*/ 70667 w 1749005"/>
              <a:gd name="connsiteY4" fmla="*/ 1124160 h 1126977"/>
              <a:gd name="connsiteX5" fmla="*/ 88333 w 1749005"/>
              <a:gd name="connsiteY5" fmla="*/ 1122522 h 1126977"/>
              <a:gd name="connsiteX6" fmla="*/ 106000 w 1749005"/>
              <a:gd name="connsiteY6" fmla="*/ 1120065 h 1126977"/>
              <a:gd name="connsiteX7" fmla="*/ 123667 w 1749005"/>
              <a:gd name="connsiteY7" fmla="*/ 1116447 h 1126977"/>
              <a:gd name="connsiteX8" fmla="*/ 141333 w 1749005"/>
              <a:gd name="connsiteY8" fmla="*/ 1111218 h 1126977"/>
              <a:gd name="connsiteX9" fmla="*/ 159000 w 1749005"/>
              <a:gd name="connsiteY9" fmla="*/ 1103829 h 1126977"/>
              <a:gd name="connsiteX10" fmla="*/ 176667 w 1749005"/>
              <a:gd name="connsiteY10" fmla="*/ 1093587 h 1126977"/>
              <a:gd name="connsiteX11" fmla="*/ 194333 w 1749005"/>
              <a:gd name="connsiteY11" fmla="*/ 1079673 h 1126977"/>
              <a:gd name="connsiteX12" fmla="*/ 212000 w 1749005"/>
              <a:gd name="connsiteY12" fmla="*/ 1061169 h 1126977"/>
              <a:gd name="connsiteX13" fmla="*/ 229667 w 1749005"/>
              <a:gd name="connsiteY13" fmla="*/ 1037076 h 1126977"/>
              <a:gd name="connsiteX14" fmla="*/ 247334 w 1749005"/>
              <a:gd name="connsiteY14" fmla="*/ 1006368 h 1126977"/>
              <a:gd name="connsiteX15" fmla="*/ 265001 w 1749005"/>
              <a:gd name="connsiteY15" fmla="*/ 968073 h 1126977"/>
              <a:gd name="connsiteX16" fmla="*/ 282668 w 1749005"/>
              <a:gd name="connsiteY16" fmla="*/ 921390 h 1126977"/>
              <a:gd name="connsiteX17" fmla="*/ 300334 w 1749005"/>
              <a:gd name="connsiteY17" fmla="*/ 865770 h 1126977"/>
              <a:gd name="connsiteX18" fmla="*/ 318001 w 1749005"/>
              <a:gd name="connsiteY18" fmla="*/ 801074 h 1126977"/>
              <a:gd name="connsiteX19" fmla="*/ 335668 w 1749005"/>
              <a:gd name="connsiteY19" fmla="*/ 727661 h 1126977"/>
              <a:gd name="connsiteX20" fmla="*/ 353334 w 1749005"/>
              <a:gd name="connsiteY20" fmla="*/ 646505 h 1126977"/>
              <a:gd name="connsiteX21" fmla="*/ 371001 w 1749005"/>
              <a:gd name="connsiteY21" fmla="*/ 559246 h 1126977"/>
              <a:gd name="connsiteX22" fmla="*/ 388668 w 1749005"/>
              <a:gd name="connsiteY22" fmla="*/ 468200 h 1126977"/>
              <a:gd name="connsiteX23" fmla="*/ 406334 w 1749005"/>
              <a:gd name="connsiteY23" fmla="*/ 376292 h 1126977"/>
              <a:gd name="connsiteX24" fmla="*/ 424001 w 1749005"/>
              <a:gd name="connsiteY24" fmla="*/ 286940 h 1126977"/>
              <a:gd name="connsiteX25" fmla="*/ 441668 w 1749005"/>
              <a:gd name="connsiteY25" fmla="*/ 203850 h 1126977"/>
              <a:gd name="connsiteX26" fmla="*/ 459334 w 1749005"/>
              <a:gd name="connsiteY26" fmla="*/ 130775 h 1126977"/>
              <a:gd name="connsiteX27" fmla="*/ 477001 w 1749005"/>
              <a:gd name="connsiteY27" fmla="*/ 71240 h 1126977"/>
              <a:gd name="connsiteX28" fmla="*/ 494667 w 1749005"/>
              <a:gd name="connsiteY28" fmla="*/ 28259 h 1126977"/>
              <a:gd name="connsiteX29" fmla="*/ 512334 w 1749005"/>
              <a:gd name="connsiteY29" fmla="*/ 4081 h 1126977"/>
              <a:gd name="connsiteX30" fmla="*/ 530001 w 1749005"/>
              <a:gd name="connsiteY30" fmla="*/ 0 h 1126977"/>
              <a:gd name="connsiteX31" fmla="*/ 547667 w 1749005"/>
              <a:gd name="connsiteY31" fmla="*/ 16236 h 1126977"/>
              <a:gd name="connsiteX32" fmla="*/ 565334 w 1749005"/>
              <a:gd name="connsiteY32" fmla="*/ 51915 h 1126977"/>
              <a:gd name="connsiteX33" fmla="*/ 583001 w 1749005"/>
              <a:gd name="connsiteY33" fmla="*/ 105153 h 1126977"/>
              <a:gd name="connsiteX34" fmla="*/ 600669 w 1749005"/>
              <a:gd name="connsiteY34" fmla="*/ 173212 h 1126977"/>
              <a:gd name="connsiteX35" fmla="*/ 618336 w 1749005"/>
              <a:gd name="connsiteY35" fmla="*/ 252740 h 1126977"/>
              <a:gd name="connsiteX36" fmla="*/ 636003 w 1749005"/>
              <a:gd name="connsiteY36" fmla="*/ 340041 h 1126977"/>
              <a:gd name="connsiteX37" fmla="*/ 653670 w 1749005"/>
              <a:gd name="connsiteY37" fmla="*/ 431358 h 1126977"/>
              <a:gd name="connsiteX38" fmla="*/ 671337 w 1749005"/>
              <a:gd name="connsiteY38" fmla="*/ 523131 h 1126977"/>
              <a:gd name="connsiteX39" fmla="*/ 689004 w 1749005"/>
              <a:gd name="connsiteY39" fmla="*/ 612218 h 1126977"/>
              <a:gd name="connsiteX40" fmla="*/ 706671 w 1749005"/>
              <a:gd name="connsiteY40" fmla="*/ 696051 h 1126977"/>
              <a:gd name="connsiteX41" fmla="*/ 724338 w 1749005"/>
              <a:gd name="connsiteY41" fmla="*/ 772715 h 1126977"/>
              <a:gd name="connsiteX42" fmla="*/ 742005 w 1749005"/>
              <a:gd name="connsiteY42" fmla="*/ 840975 h 1126977"/>
              <a:gd name="connsiteX43" fmla="*/ 759672 w 1749005"/>
              <a:gd name="connsiteY43" fmla="*/ 900231 h 1126977"/>
              <a:gd name="connsiteX44" fmla="*/ 777330 w 1749005"/>
              <a:gd name="connsiteY44" fmla="*/ 950442 h 1126977"/>
              <a:gd name="connsiteX45" fmla="*/ 794997 w 1749005"/>
              <a:gd name="connsiteY45" fmla="*/ 992004 h 1126977"/>
              <a:gd name="connsiteX46" fmla="*/ 812664 w 1749005"/>
              <a:gd name="connsiteY46" fmla="*/ 1025637 h 1126977"/>
              <a:gd name="connsiteX47" fmla="*/ 830331 w 1749005"/>
              <a:gd name="connsiteY47" fmla="*/ 1052259 h 1126977"/>
              <a:gd name="connsiteX48" fmla="*/ 847998 w 1749005"/>
              <a:gd name="connsiteY48" fmla="*/ 1072878 h 1126977"/>
              <a:gd name="connsiteX49" fmla="*/ 865665 w 1749005"/>
              <a:gd name="connsiteY49" fmla="*/ 1088511 h 1126977"/>
              <a:gd name="connsiteX50" fmla="*/ 883332 w 1749005"/>
              <a:gd name="connsiteY50" fmla="*/ 1100121 h 1126977"/>
              <a:gd name="connsiteX51" fmla="*/ 900999 w 1749005"/>
              <a:gd name="connsiteY51" fmla="*/ 1108563 h 1126977"/>
              <a:gd name="connsiteX52" fmla="*/ 918666 w 1749005"/>
              <a:gd name="connsiteY52" fmla="*/ 1114575 h 1126977"/>
              <a:gd name="connsiteX53" fmla="*/ 936333 w 1749005"/>
              <a:gd name="connsiteY53" fmla="*/ 1118778 h 1126977"/>
              <a:gd name="connsiteX54" fmla="*/ 954000 w 1749005"/>
              <a:gd name="connsiteY54" fmla="*/ 1121649 h 1126977"/>
              <a:gd name="connsiteX55" fmla="*/ 971667 w 1749005"/>
              <a:gd name="connsiteY55" fmla="*/ 1123584 h 1126977"/>
              <a:gd name="connsiteX56" fmla="*/ 989334 w 1749005"/>
              <a:gd name="connsiteY56" fmla="*/ 1124853 h 1126977"/>
              <a:gd name="connsiteX57" fmla="*/ 1007001 w 1749005"/>
              <a:gd name="connsiteY57" fmla="*/ 1125672 h 1126977"/>
              <a:gd name="connsiteX58" fmla="*/ 1024668 w 1749005"/>
              <a:gd name="connsiteY58" fmla="*/ 1126194 h 1126977"/>
              <a:gd name="connsiteX59" fmla="*/ 1042335 w 1749005"/>
              <a:gd name="connsiteY59" fmla="*/ 1126509 h 1126977"/>
              <a:gd name="connsiteX60" fmla="*/ 1060002 w 1749005"/>
              <a:gd name="connsiteY60" fmla="*/ 1126707 h 1126977"/>
              <a:gd name="connsiteX61" fmla="*/ 1077669 w 1749005"/>
              <a:gd name="connsiteY61" fmla="*/ 1126824 h 1126977"/>
              <a:gd name="connsiteX62" fmla="*/ 1095336 w 1749005"/>
              <a:gd name="connsiteY62" fmla="*/ 1126896 h 1126977"/>
              <a:gd name="connsiteX63" fmla="*/ 1113003 w 1749005"/>
              <a:gd name="connsiteY63" fmla="*/ 1126932 h 1126977"/>
              <a:gd name="connsiteX64" fmla="*/ 1130670 w 1749005"/>
              <a:gd name="connsiteY64" fmla="*/ 1126950 h 1126977"/>
              <a:gd name="connsiteX65" fmla="*/ 1148337 w 1749005"/>
              <a:gd name="connsiteY65" fmla="*/ 1126968 h 1126977"/>
              <a:gd name="connsiteX66" fmla="*/ 1166004 w 1749005"/>
              <a:gd name="connsiteY66" fmla="*/ 1126977 h 1126977"/>
              <a:gd name="connsiteX67" fmla="*/ 1183671 w 1749005"/>
              <a:gd name="connsiteY67" fmla="*/ 1126977 h 1126977"/>
              <a:gd name="connsiteX68" fmla="*/ 1201338 w 1749005"/>
              <a:gd name="connsiteY68" fmla="*/ 1126977 h 1126977"/>
              <a:gd name="connsiteX69" fmla="*/ 1219005 w 1749005"/>
              <a:gd name="connsiteY69" fmla="*/ 1126977 h 1126977"/>
              <a:gd name="connsiteX70" fmla="*/ 1236672 w 1749005"/>
              <a:gd name="connsiteY70" fmla="*/ 1126977 h 1126977"/>
              <a:gd name="connsiteX71" fmla="*/ 1254339 w 1749005"/>
              <a:gd name="connsiteY71" fmla="*/ 1126977 h 1126977"/>
              <a:gd name="connsiteX72" fmla="*/ 1272006 w 1749005"/>
              <a:gd name="connsiteY72" fmla="*/ 1126977 h 1126977"/>
              <a:gd name="connsiteX73" fmla="*/ 1289664 w 1749005"/>
              <a:gd name="connsiteY73" fmla="*/ 1126977 h 1126977"/>
              <a:gd name="connsiteX74" fmla="*/ 1307331 w 1749005"/>
              <a:gd name="connsiteY74" fmla="*/ 1126977 h 1126977"/>
              <a:gd name="connsiteX75" fmla="*/ 1324998 w 1749005"/>
              <a:gd name="connsiteY75" fmla="*/ 1126977 h 1126977"/>
              <a:gd name="connsiteX76" fmla="*/ 1342665 w 1749005"/>
              <a:gd name="connsiteY76" fmla="*/ 1126977 h 1126977"/>
              <a:gd name="connsiteX77" fmla="*/ 1360332 w 1749005"/>
              <a:gd name="connsiteY77" fmla="*/ 1126977 h 1126977"/>
              <a:gd name="connsiteX78" fmla="*/ 1377999 w 1749005"/>
              <a:gd name="connsiteY78" fmla="*/ 1126977 h 1126977"/>
              <a:gd name="connsiteX79" fmla="*/ 1395666 w 1749005"/>
              <a:gd name="connsiteY79" fmla="*/ 1126977 h 1126977"/>
              <a:gd name="connsiteX80" fmla="*/ 1413333 w 1749005"/>
              <a:gd name="connsiteY80" fmla="*/ 1126977 h 1126977"/>
              <a:gd name="connsiteX81" fmla="*/ 1431000 w 1749005"/>
              <a:gd name="connsiteY81" fmla="*/ 1126977 h 1126977"/>
              <a:gd name="connsiteX82" fmla="*/ 1448667 w 1749005"/>
              <a:gd name="connsiteY82" fmla="*/ 1126977 h 1126977"/>
              <a:gd name="connsiteX83" fmla="*/ 1466334 w 1749005"/>
              <a:gd name="connsiteY83" fmla="*/ 1126977 h 1126977"/>
              <a:gd name="connsiteX84" fmla="*/ 1484001 w 1749005"/>
              <a:gd name="connsiteY84" fmla="*/ 1126977 h 1126977"/>
              <a:gd name="connsiteX85" fmla="*/ 1501668 w 1749005"/>
              <a:gd name="connsiteY85" fmla="*/ 1126977 h 1126977"/>
              <a:gd name="connsiteX86" fmla="*/ 1519335 w 1749005"/>
              <a:gd name="connsiteY86" fmla="*/ 1126977 h 1126977"/>
              <a:gd name="connsiteX87" fmla="*/ 1537002 w 1749005"/>
              <a:gd name="connsiteY87" fmla="*/ 1126977 h 1126977"/>
              <a:gd name="connsiteX88" fmla="*/ 1554669 w 1749005"/>
              <a:gd name="connsiteY88" fmla="*/ 1126977 h 1126977"/>
              <a:gd name="connsiteX89" fmla="*/ 1572336 w 1749005"/>
              <a:gd name="connsiteY89" fmla="*/ 1126977 h 1126977"/>
              <a:gd name="connsiteX90" fmla="*/ 1590003 w 1749005"/>
              <a:gd name="connsiteY90" fmla="*/ 1126977 h 1126977"/>
              <a:gd name="connsiteX91" fmla="*/ 1607670 w 1749005"/>
              <a:gd name="connsiteY91" fmla="*/ 1126977 h 1126977"/>
              <a:gd name="connsiteX92" fmla="*/ 1625337 w 1749005"/>
              <a:gd name="connsiteY92" fmla="*/ 1126977 h 1126977"/>
              <a:gd name="connsiteX93" fmla="*/ 1643004 w 1749005"/>
              <a:gd name="connsiteY93" fmla="*/ 1126977 h 1126977"/>
              <a:gd name="connsiteX94" fmla="*/ 1660671 w 1749005"/>
              <a:gd name="connsiteY94" fmla="*/ 1126977 h 1126977"/>
              <a:gd name="connsiteX95" fmla="*/ 1678338 w 1749005"/>
              <a:gd name="connsiteY95" fmla="*/ 1126977 h 1126977"/>
              <a:gd name="connsiteX96" fmla="*/ 1696005 w 1749005"/>
              <a:gd name="connsiteY96" fmla="*/ 1126977 h 1126977"/>
              <a:gd name="connsiteX97" fmla="*/ 1713672 w 1749005"/>
              <a:gd name="connsiteY97" fmla="*/ 1126977 h 1126977"/>
              <a:gd name="connsiteX98" fmla="*/ 1731339 w 1749005"/>
              <a:gd name="connsiteY98" fmla="*/ 1126977 h 1126977"/>
              <a:gd name="connsiteX99" fmla="*/ 1749006 w 1749005"/>
              <a:gd name="connsiteY99" fmla="*/ 1126977 h 11269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749005" h="1126977">
                <a:moveTo>
                  <a:pt x="0" y="1126599"/>
                </a:moveTo>
                <a:lnTo>
                  <a:pt x="17667" y="1126338"/>
                </a:lnTo>
                <a:lnTo>
                  <a:pt x="35334" y="1125906"/>
                </a:lnTo>
                <a:lnTo>
                  <a:pt x="53000" y="1125222"/>
                </a:lnTo>
                <a:lnTo>
                  <a:pt x="70667" y="1124160"/>
                </a:lnTo>
                <a:lnTo>
                  <a:pt x="88333" y="1122522"/>
                </a:lnTo>
                <a:lnTo>
                  <a:pt x="106000" y="1120065"/>
                </a:lnTo>
                <a:lnTo>
                  <a:pt x="123667" y="1116447"/>
                </a:lnTo>
                <a:lnTo>
                  <a:pt x="141333" y="1111218"/>
                </a:lnTo>
                <a:lnTo>
                  <a:pt x="159000" y="1103829"/>
                </a:lnTo>
                <a:lnTo>
                  <a:pt x="176667" y="1093587"/>
                </a:lnTo>
                <a:lnTo>
                  <a:pt x="194333" y="1079673"/>
                </a:lnTo>
                <a:lnTo>
                  <a:pt x="212000" y="1061169"/>
                </a:lnTo>
                <a:lnTo>
                  <a:pt x="229667" y="1037076"/>
                </a:lnTo>
                <a:lnTo>
                  <a:pt x="247334" y="1006368"/>
                </a:lnTo>
                <a:lnTo>
                  <a:pt x="265001" y="968073"/>
                </a:lnTo>
                <a:lnTo>
                  <a:pt x="282668" y="921390"/>
                </a:lnTo>
                <a:lnTo>
                  <a:pt x="300334" y="865770"/>
                </a:lnTo>
                <a:lnTo>
                  <a:pt x="318001" y="801074"/>
                </a:lnTo>
                <a:lnTo>
                  <a:pt x="335668" y="727661"/>
                </a:lnTo>
                <a:lnTo>
                  <a:pt x="353334" y="646505"/>
                </a:lnTo>
                <a:lnTo>
                  <a:pt x="371001" y="559246"/>
                </a:lnTo>
                <a:lnTo>
                  <a:pt x="388668" y="468200"/>
                </a:lnTo>
                <a:lnTo>
                  <a:pt x="406334" y="376292"/>
                </a:lnTo>
                <a:lnTo>
                  <a:pt x="424001" y="286940"/>
                </a:lnTo>
                <a:lnTo>
                  <a:pt x="441668" y="203850"/>
                </a:lnTo>
                <a:lnTo>
                  <a:pt x="459334" y="130775"/>
                </a:lnTo>
                <a:lnTo>
                  <a:pt x="477001" y="71240"/>
                </a:lnTo>
                <a:lnTo>
                  <a:pt x="494667" y="28259"/>
                </a:lnTo>
                <a:lnTo>
                  <a:pt x="512334" y="4081"/>
                </a:lnTo>
                <a:lnTo>
                  <a:pt x="530001" y="0"/>
                </a:lnTo>
                <a:lnTo>
                  <a:pt x="547667" y="16236"/>
                </a:lnTo>
                <a:lnTo>
                  <a:pt x="565334" y="51915"/>
                </a:lnTo>
                <a:lnTo>
                  <a:pt x="583001" y="105153"/>
                </a:lnTo>
                <a:lnTo>
                  <a:pt x="600669" y="173212"/>
                </a:lnTo>
                <a:lnTo>
                  <a:pt x="618336" y="252740"/>
                </a:lnTo>
                <a:lnTo>
                  <a:pt x="636003" y="340041"/>
                </a:lnTo>
                <a:lnTo>
                  <a:pt x="653670" y="431358"/>
                </a:lnTo>
                <a:lnTo>
                  <a:pt x="671337" y="523131"/>
                </a:lnTo>
                <a:lnTo>
                  <a:pt x="689004" y="612218"/>
                </a:lnTo>
                <a:lnTo>
                  <a:pt x="706671" y="696051"/>
                </a:lnTo>
                <a:lnTo>
                  <a:pt x="724338" y="772715"/>
                </a:lnTo>
                <a:lnTo>
                  <a:pt x="742005" y="840975"/>
                </a:lnTo>
                <a:lnTo>
                  <a:pt x="759672" y="900231"/>
                </a:lnTo>
                <a:lnTo>
                  <a:pt x="777330" y="950442"/>
                </a:lnTo>
                <a:lnTo>
                  <a:pt x="794997" y="992004"/>
                </a:lnTo>
                <a:lnTo>
                  <a:pt x="812664" y="1025637"/>
                </a:lnTo>
                <a:lnTo>
                  <a:pt x="830331" y="1052259"/>
                </a:lnTo>
                <a:lnTo>
                  <a:pt x="847998" y="1072878"/>
                </a:lnTo>
                <a:lnTo>
                  <a:pt x="865665" y="1088511"/>
                </a:lnTo>
                <a:lnTo>
                  <a:pt x="883332" y="1100121"/>
                </a:lnTo>
                <a:lnTo>
                  <a:pt x="900999" y="1108563"/>
                </a:lnTo>
                <a:lnTo>
                  <a:pt x="918666" y="1114575"/>
                </a:lnTo>
                <a:lnTo>
                  <a:pt x="936333" y="1118778"/>
                </a:lnTo>
                <a:lnTo>
                  <a:pt x="954000" y="1121649"/>
                </a:lnTo>
                <a:lnTo>
                  <a:pt x="971667" y="1123584"/>
                </a:lnTo>
                <a:lnTo>
                  <a:pt x="989334" y="1124853"/>
                </a:lnTo>
                <a:lnTo>
                  <a:pt x="1007001" y="1125672"/>
                </a:lnTo>
                <a:lnTo>
                  <a:pt x="1024668" y="1126194"/>
                </a:lnTo>
                <a:lnTo>
                  <a:pt x="1042335" y="1126509"/>
                </a:lnTo>
                <a:lnTo>
                  <a:pt x="1060002" y="1126707"/>
                </a:lnTo>
                <a:lnTo>
                  <a:pt x="1077669" y="1126824"/>
                </a:lnTo>
                <a:lnTo>
                  <a:pt x="1095336" y="1126896"/>
                </a:lnTo>
                <a:lnTo>
                  <a:pt x="1113003" y="1126932"/>
                </a:lnTo>
                <a:lnTo>
                  <a:pt x="1130670" y="1126950"/>
                </a:lnTo>
                <a:lnTo>
                  <a:pt x="1148337" y="1126968"/>
                </a:lnTo>
                <a:lnTo>
                  <a:pt x="1166004" y="1126977"/>
                </a:lnTo>
                <a:lnTo>
                  <a:pt x="1183671" y="1126977"/>
                </a:lnTo>
                <a:lnTo>
                  <a:pt x="1201338" y="1126977"/>
                </a:lnTo>
                <a:lnTo>
                  <a:pt x="1219005" y="1126977"/>
                </a:lnTo>
                <a:lnTo>
                  <a:pt x="1236672" y="1126977"/>
                </a:lnTo>
                <a:lnTo>
                  <a:pt x="1254339" y="1126977"/>
                </a:lnTo>
                <a:lnTo>
                  <a:pt x="1272006" y="1126977"/>
                </a:lnTo>
                <a:lnTo>
                  <a:pt x="1289664" y="1126977"/>
                </a:lnTo>
                <a:lnTo>
                  <a:pt x="1307331" y="1126977"/>
                </a:lnTo>
                <a:lnTo>
                  <a:pt x="1324998" y="1126977"/>
                </a:lnTo>
                <a:lnTo>
                  <a:pt x="1342665" y="1126977"/>
                </a:lnTo>
                <a:lnTo>
                  <a:pt x="1360332" y="1126977"/>
                </a:lnTo>
                <a:lnTo>
                  <a:pt x="1377999" y="1126977"/>
                </a:lnTo>
                <a:lnTo>
                  <a:pt x="1395666" y="1126977"/>
                </a:lnTo>
                <a:lnTo>
                  <a:pt x="1413333" y="1126977"/>
                </a:lnTo>
                <a:lnTo>
                  <a:pt x="1431000" y="1126977"/>
                </a:lnTo>
                <a:lnTo>
                  <a:pt x="1448667" y="1126977"/>
                </a:lnTo>
                <a:lnTo>
                  <a:pt x="1466334" y="1126977"/>
                </a:lnTo>
                <a:lnTo>
                  <a:pt x="1484001" y="1126977"/>
                </a:lnTo>
                <a:lnTo>
                  <a:pt x="1501668" y="1126977"/>
                </a:lnTo>
                <a:lnTo>
                  <a:pt x="1519335" y="1126977"/>
                </a:lnTo>
                <a:lnTo>
                  <a:pt x="1537002" y="1126977"/>
                </a:lnTo>
                <a:lnTo>
                  <a:pt x="1554669" y="1126977"/>
                </a:lnTo>
                <a:lnTo>
                  <a:pt x="1572336" y="1126977"/>
                </a:lnTo>
                <a:lnTo>
                  <a:pt x="1590003" y="1126977"/>
                </a:lnTo>
                <a:lnTo>
                  <a:pt x="1607670" y="1126977"/>
                </a:lnTo>
                <a:lnTo>
                  <a:pt x="1625337" y="1126977"/>
                </a:lnTo>
                <a:lnTo>
                  <a:pt x="1643004" y="1126977"/>
                </a:lnTo>
                <a:lnTo>
                  <a:pt x="1660671" y="1126977"/>
                </a:lnTo>
                <a:lnTo>
                  <a:pt x="1678338" y="1126977"/>
                </a:lnTo>
                <a:lnTo>
                  <a:pt x="1696005" y="1126977"/>
                </a:lnTo>
                <a:lnTo>
                  <a:pt x="1713672" y="1126977"/>
                </a:lnTo>
                <a:lnTo>
                  <a:pt x="1731339" y="1126977"/>
                </a:lnTo>
                <a:lnTo>
                  <a:pt x="1749006" y="1126977"/>
                </a:lnTo>
              </a:path>
            </a:pathLst>
          </a:custGeom>
          <a:noFill/>
          <a:ln w="10763" cap="rnd">
            <a:solidFill>
              <a:srgbClr val="C271D2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7" name="Freeform 166">
            <a:extLst>
              <a:ext uri="{FF2B5EF4-FFF2-40B4-BE49-F238E27FC236}">
                <a16:creationId xmlns:a16="http://schemas.microsoft.com/office/drawing/2014/main" id="{72563543-CBEE-B191-1FB3-225BE7E93C73}"/>
              </a:ext>
            </a:extLst>
          </p:cNvPr>
          <p:cNvSpPr/>
          <p:nvPr/>
        </p:nvSpPr>
        <p:spPr>
          <a:xfrm>
            <a:off x="3033543" y="2001670"/>
            <a:ext cx="1749005" cy="1126261"/>
          </a:xfrm>
          <a:custGeom>
            <a:avLst/>
            <a:gdLst>
              <a:gd name="connsiteX0" fmla="*/ 0 w 1749005"/>
              <a:gd name="connsiteY0" fmla="*/ 1126262 h 1126261"/>
              <a:gd name="connsiteX1" fmla="*/ 17667 w 1749005"/>
              <a:gd name="connsiteY1" fmla="*/ 1126262 h 1126261"/>
              <a:gd name="connsiteX2" fmla="*/ 35334 w 1749005"/>
              <a:gd name="connsiteY2" fmla="*/ 1126262 h 1126261"/>
              <a:gd name="connsiteX3" fmla="*/ 53000 w 1749005"/>
              <a:gd name="connsiteY3" fmla="*/ 1126262 h 1126261"/>
              <a:gd name="connsiteX4" fmla="*/ 70667 w 1749005"/>
              <a:gd name="connsiteY4" fmla="*/ 1126253 h 1126261"/>
              <a:gd name="connsiteX5" fmla="*/ 88333 w 1749005"/>
              <a:gd name="connsiteY5" fmla="*/ 1126244 h 1126261"/>
              <a:gd name="connsiteX6" fmla="*/ 106000 w 1749005"/>
              <a:gd name="connsiteY6" fmla="*/ 1126226 h 1126261"/>
              <a:gd name="connsiteX7" fmla="*/ 123667 w 1749005"/>
              <a:gd name="connsiteY7" fmla="*/ 1126190 h 1126261"/>
              <a:gd name="connsiteX8" fmla="*/ 141333 w 1749005"/>
              <a:gd name="connsiteY8" fmla="*/ 1126136 h 1126261"/>
              <a:gd name="connsiteX9" fmla="*/ 159000 w 1749005"/>
              <a:gd name="connsiteY9" fmla="*/ 1126037 h 1126261"/>
              <a:gd name="connsiteX10" fmla="*/ 176667 w 1749005"/>
              <a:gd name="connsiteY10" fmla="*/ 1125866 h 1126261"/>
              <a:gd name="connsiteX11" fmla="*/ 194333 w 1749005"/>
              <a:gd name="connsiteY11" fmla="*/ 1125587 h 1126261"/>
              <a:gd name="connsiteX12" fmla="*/ 212000 w 1749005"/>
              <a:gd name="connsiteY12" fmla="*/ 1125137 h 1126261"/>
              <a:gd name="connsiteX13" fmla="*/ 229667 w 1749005"/>
              <a:gd name="connsiteY13" fmla="*/ 1124426 h 1126261"/>
              <a:gd name="connsiteX14" fmla="*/ 247334 w 1749005"/>
              <a:gd name="connsiteY14" fmla="*/ 1123310 h 1126261"/>
              <a:gd name="connsiteX15" fmla="*/ 265001 w 1749005"/>
              <a:gd name="connsiteY15" fmla="*/ 1121600 h 1126261"/>
              <a:gd name="connsiteX16" fmla="*/ 282668 w 1749005"/>
              <a:gd name="connsiteY16" fmla="*/ 1119044 h 1126261"/>
              <a:gd name="connsiteX17" fmla="*/ 300334 w 1749005"/>
              <a:gd name="connsiteY17" fmla="*/ 1115291 h 1126261"/>
              <a:gd name="connsiteX18" fmla="*/ 318001 w 1749005"/>
              <a:gd name="connsiteY18" fmla="*/ 1109873 h 1126261"/>
              <a:gd name="connsiteX19" fmla="*/ 335668 w 1749005"/>
              <a:gd name="connsiteY19" fmla="*/ 1102232 h 1126261"/>
              <a:gd name="connsiteX20" fmla="*/ 353334 w 1749005"/>
              <a:gd name="connsiteY20" fmla="*/ 1091657 h 1126261"/>
              <a:gd name="connsiteX21" fmla="*/ 371001 w 1749005"/>
              <a:gd name="connsiteY21" fmla="*/ 1077329 h 1126261"/>
              <a:gd name="connsiteX22" fmla="*/ 388668 w 1749005"/>
              <a:gd name="connsiteY22" fmla="*/ 1058312 h 1126261"/>
              <a:gd name="connsiteX23" fmla="*/ 406334 w 1749005"/>
              <a:gd name="connsiteY23" fmla="*/ 1033607 h 1126261"/>
              <a:gd name="connsiteX24" fmla="*/ 424001 w 1749005"/>
              <a:gd name="connsiteY24" fmla="*/ 1002179 h 1126261"/>
              <a:gd name="connsiteX25" fmla="*/ 441668 w 1749005"/>
              <a:gd name="connsiteY25" fmla="*/ 963083 h 1126261"/>
              <a:gd name="connsiteX26" fmla="*/ 459334 w 1749005"/>
              <a:gd name="connsiteY26" fmla="*/ 915518 h 1126261"/>
              <a:gd name="connsiteX27" fmla="*/ 477001 w 1749005"/>
              <a:gd name="connsiteY27" fmla="*/ 858998 h 1126261"/>
              <a:gd name="connsiteX28" fmla="*/ 494667 w 1749005"/>
              <a:gd name="connsiteY28" fmla="*/ 793400 h 1126261"/>
              <a:gd name="connsiteX29" fmla="*/ 512334 w 1749005"/>
              <a:gd name="connsiteY29" fmla="*/ 719157 h 1126261"/>
              <a:gd name="connsiteX30" fmla="*/ 530001 w 1749005"/>
              <a:gd name="connsiteY30" fmla="*/ 637305 h 1126261"/>
              <a:gd name="connsiteX31" fmla="*/ 547667 w 1749005"/>
              <a:gd name="connsiteY31" fmla="*/ 549553 h 1126261"/>
              <a:gd name="connsiteX32" fmla="*/ 565334 w 1749005"/>
              <a:gd name="connsiteY32" fmla="*/ 458279 h 1126261"/>
              <a:gd name="connsiteX33" fmla="*/ 583001 w 1749005"/>
              <a:gd name="connsiteY33" fmla="*/ 366467 h 1126261"/>
              <a:gd name="connsiteX34" fmla="*/ 600669 w 1749005"/>
              <a:gd name="connsiteY34" fmla="*/ 277572 h 1126261"/>
              <a:gd name="connsiteX35" fmla="*/ 618336 w 1749005"/>
              <a:gd name="connsiteY35" fmla="*/ 195315 h 1126261"/>
              <a:gd name="connsiteX36" fmla="*/ 636003 w 1749005"/>
              <a:gd name="connsiteY36" fmla="*/ 123442 h 1126261"/>
              <a:gd name="connsiteX37" fmla="*/ 653670 w 1749005"/>
              <a:gd name="connsiteY37" fmla="*/ 65438 h 1126261"/>
              <a:gd name="connsiteX38" fmla="*/ 671337 w 1749005"/>
              <a:gd name="connsiteY38" fmla="*/ 24250 h 1126261"/>
              <a:gd name="connsiteX39" fmla="*/ 689004 w 1749005"/>
              <a:gd name="connsiteY39" fmla="*/ 2041 h 1126261"/>
              <a:gd name="connsiteX40" fmla="*/ 706671 w 1749005"/>
              <a:gd name="connsiteY40" fmla="*/ 0 h 1126261"/>
              <a:gd name="connsiteX41" fmla="*/ 724338 w 1749005"/>
              <a:gd name="connsiteY41" fmla="*/ 18237 h 1126261"/>
              <a:gd name="connsiteX42" fmla="*/ 742005 w 1749005"/>
              <a:gd name="connsiteY42" fmla="*/ 55773 h 1126261"/>
              <a:gd name="connsiteX43" fmla="*/ 759672 w 1749005"/>
              <a:gd name="connsiteY43" fmla="*/ 110628 h 1126261"/>
              <a:gd name="connsiteX44" fmla="*/ 777330 w 1749005"/>
              <a:gd name="connsiteY44" fmla="*/ 179993 h 1126261"/>
              <a:gd name="connsiteX45" fmla="*/ 794997 w 1749005"/>
              <a:gd name="connsiteY45" fmla="*/ 260468 h 1126261"/>
              <a:gd name="connsiteX46" fmla="*/ 812664 w 1749005"/>
              <a:gd name="connsiteY46" fmla="*/ 348339 h 1126261"/>
              <a:gd name="connsiteX47" fmla="*/ 830331 w 1749005"/>
              <a:gd name="connsiteY47" fmla="*/ 439855 h 1126261"/>
              <a:gd name="connsiteX48" fmla="*/ 847998 w 1749005"/>
              <a:gd name="connsiteY48" fmla="*/ 531492 h 1126261"/>
              <a:gd name="connsiteX49" fmla="*/ 865665 w 1749005"/>
              <a:gd name="connsiteY49" fmla="*/ 620160 h 1126261"/>
              <a:gd name="connsiteX50" fmla="*/ 883332 w 1749005"/>
              <a:gd name="connsiteY50" fmla="*/ 703350 h 1126261"/>
              <a:gd name="connsiteX51" fmla="*/ 900999 w 1749005"/>
              <a:gd name="connsiteY51" fmla="*/ 779218 h 1126261"/>
              <a:gd name="connsiteX52" fmla="*/ 918666 w 1749005"/>
              <a:gd name="connsiteY52" fmla="*/ 846596 h 1126261"/>
              <a:gd name="connsiteX53" fmla="*/ 936333 w 1749005"/>
              <a:gd name="connsiteY53" fmla="*/ 904943 h 1126261"/>
              <a:gd name="connsiteX54" fmla="*/ 954000 w 1749005"/>
              <a:gd name="connsiteY54" fmla="*/ 954263 h 1126261"/>
              <a:gd name="connsiteX55" fmla="*/ 971667 w 1749005"/>
              <a:gd name="connsiteY55" fmla="*/ 994997 h 1126261"/>
              <a:gd name="connsiteX56" fmla="*/ 989334 w 1749005"/>
              <a:gd name="connsiteY56" fmla="*/ 1027883 h 1126261"/>
              <a:gd name="connsiteX57" fmla="*/ 1007001 w 1749005"/>
              <a:gd name="connsiteY57" fmla="*/ 1053857 h 1126261"/>
              <a:gd name="connsiteX58" fmla="*/ 1024668 w 1749005"/>
              <a:gd name="connsiteY58" fmla="*/ 1073936 h 1126261"/>
              <a:gd name="connsiteX59" fmla="*/ 1042335 w 1749005"/>
              <a:gd name="connsiteY59" fmla="*/ 1089119 h 1126261"/>
              <a:gd name="connsiteX60" fmla="*/ 1060002 w 1749005"/>
              <a:gd name="connsiteY60" fmla="*/ 1100378 h 1126261"/>
              <a:gd name="connsiteX61" fmla="*/ 1077669 w 1749005"/>
              <a:gd name="connsiteY61" fmla="*/ 1108541 h 1126261"/>
              <a:gd name="connsiteX62" fmla="*/ 1095336 w 1749005"/>
              <a:gd name="connsiteY62" fmla="*/ 1114355 h 1126261"/>
              <a:gd name="connsiteX63" fmla="*/ 1113003 w 1749005"/>
              <a:gd name="connsiteY63" fmla="*/ 1118405 h 1126261"/>
              <a:gd name="connsiteX64" fmla="*/ 1130670 w 1749005"/>
              <a:gd name="connsiteY64" fmla="*/ 1121168 h 1126261"/>
              <a:gd name="connsiteX65" fmla="*/ 1148337 w 1749005"/>
              <a:gd name="connsiteY65" fmla="*/ 1123022 h 1126261"/>
              <a:gd name="connsiteX66" fmla="*/ 1166004 w 1749005"/>
              <a:gd name="connsiteY66" fmla="*/ 1124237 h 1126261"/>
              <a:gd name="connsiteX67" fmla="*/ 1183671 w 1749005"/>
              <a:gd name="connsiteY67" fmla="*/ 1125020 h 1126261"/>
              <a:gd name="connsiteX68" fmla="*/ 1201338 w 1749005"/>
              <a:gd name="connsiteY68" fmla="*/ 1125515 h 1126261"/>
              <a:gd name="connsiteX69" fmla="*/ 1219005 w 1749005"/>
              <a:gd name="connsiteY69" fmla="*/ 1125821 h 1126261"/>
              <a:gd name="connsiteX70" fmla="*/ 1236672 w 1749005"/>
              <a:gd name="connsiteY70" fmla="*/ 1126010 h 1126261"/>
              <a:gd name="connsiteX71" fmla="*/ 1254339 w 1749005"/>
              <a:gd name="connsiteY71" fmla="*/ 1126118 h 1126261"/>
              <a:gd name="connsiteX72" fmla="*/ 1272006 w 1749005"/>
              <a:gd name="connsiteY72" fmla="*/ 1126181 h 1126261"/>
              <a:gd name="connsiteX73" fmla="*/ 1289664 w 1749005"/>
              <a:gd name="connsiteY73" fmla="*/ 1126217 h 1126261"/>
              <a:gd name="connsiteX74" fmla="*/ 1307331 w 1749005"/>
              <a:gd name="connsiteY74" fmla="*/ 1126244 h 1126261"/>
              <a:gd name="connsiteX75" fmla="*/ 1324998 w 1749005"/>
              <a:gd name="connsiteY75" fmla="*/ 1126253 h 1126261"/>
              <a:gd name="connsiteX76" fmla="*/ 1342665 w 1749005"/>
              <a:gd name="connsiteY76" fmla="*/ 1126262 h 1126261"/>
              <a:gd name="connsiteX77" fmla="*/ 1360332 w 1749005"/>
              <a:gd name="connsiteY77" fmla="*/ 1126262 h 1126261"/>
              <a:gd name="connsiteX78" fmla="*/ 1377999 w 1749005"/>
              <a:gd name="connsiteY78" fmla="*/ 1126262 h 1126261"/>
              <a:gd name="connsiteX79" fmla="*/ 1395666 w 1749005"/>
              <a:gd name="connsiteY79" fmla="*/ 1126262 h 1126261"/>
              <a:gd name="connsiteX80" fmla="*/ 1413333 w 1749005"/>
              <a:gd name="connsiteY80" fmla="*/ 1126262 h 1126261"/>
              <a:gd name="connsiteX81" fmla="*/ 1431000 w 1749005"/>
              <a:gd name="connsiteY81" fmla="*/ 1126262 h 1126261"/>
              <a:gd name="connsiteX82" fmla="*/ 1448667 w 1749005"/>
              <a:gd name="connsiteY82" fmla="*/ 1126262 h 1126261"/>
              <a:gd name="connsiteX83" fmla="*/ 1466334 w 1749005"/>
              <a:gd name="connsiteY83" fmla="*/ 1126262 h 1126261"/>
              <a:gd name="connsiteX84" fmla="*/ 1484001 w 1749005"/>
              <a:gd name="connsiteY84" fmla="*/ 1126262 h 1126261"/>
              <a:gd name="connsiteX85" fmla="*/ 1501668 w 1749005"/>
              <a:gd name="connsiteY85" fmla="*/ 1126262 h 1126261"/>
              <a:gd name="connsiteX86" fmla="*/ 1519335 w 1749005"/>
              <a:gd name="connsiteY86" fmla="*/ 1126262 h 1126261"/>
              <a:gd name="connsiteX87" fmla="*/ 1537002 w 1749005"/>
              <a:gd name="connsiteY87" fmla="*/ 1126262 h 1126261"/>
              <a:gd name="connsiteX88" fmla="*/ 1554669 w 1749005"/>
              <a:gd name="connsiteY88" fmla="*/ 1126262 h 1126261"/>
              <a:gd name="connsiteX89" fmla="*/ 1572336 w 1749005"/>
              <a:gd name="connsiteY89" fmla="*/ 1126262 h 1126261"/>
              <a:gd name="connsiteX90" fmla="*/ 1590003 w 1749005"/>
              <a:gd name="connsiteY90" fmla="*/ 1126262 h 1126261"/>
              <a:gd name="connsiteX91" fmla="*/ 1607670 w 1749005"/>
              <a:gd name="connsiteY91" fmla="*/ 1126262 h 1126261"/>
              <a:gd name="connsiteX92" fmla="*/ 1625337 w 1749005"/>
              <a:gd name="connsiteY92" fmla="*/ 1126262 h 1126261"/>
              <a:gd name="connsiteX93" fmla="*/ 1643004 w 1749005"/>
              <a:gd name="connsiteY93" fmla="*/ 1126262 h 1126261"/>
              <a:gd name="connsiteX94" fmla="*/ 1660671 w 1749005"/>
              <a:gd name="connsiteY94" fmla="*/ 1126262 h 1126261"/>
              <a:gd name="connsiteX95" fmla="*/ 1678338 w 1749005"/>
              <a:gd name="connsiteY95" fmla="*/ 1126262 h 1126261"/>
              <a:gd name="connsiteX96" fmla="*/ 1696005 w 1749005"/>
              <a:gd name="connsiteY96" fmla="*/ 1126262 h 1126261"/>
              <a:gd name="connsiteX97" fmla="*/ 1713672 w 1749005"/>
              <a:gd name="connsiteY97" fmla="*/ 1126262 h 1126261"/>
              <a:gd name="connsiteX98" fmla="*/ 1731339 w 1749005"/>
              <a:gd name="connsiteY98" fmla="*/ 1126262 h 1126261"/>
              <a:gd name="connsiteX99" fmla="*/ 1749006 w 1749005"/>
              <a:gd name="connsiteY99" fmla="*/ 1126262 h 11262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749005" h="1126261">
                <a:moveTo>
                  <a:pt x="0" y="1126262"/>
                </a:moveTo>
                <a:lnTo>
                  <a:pt x="17667" y="1126262"/>
                </a:lnTo>
                <a:lnTo>
                  <a:pt x="35334" y="1126262"/>
                </a:lnTo>
                <a:lnTo>
                  <a:pt x="53000" y="1126262"/>
                </a:lnTo>
                <a:lnTo>
                  <a:pt x="70667" y="1126253"/>
                </a:lnTo>
                <a:lnTo>
                  <a:pt x="88333" y="1126244"/>
                </a:lnTo>
                <a:lnTo>
                  <a:pt x="106000" y="1126226"/>
                </a:lnTo>
                <a:lnTo>
                  <a:pt x="123667" y="1126190"/>
                </a:lnTo>
                <a:lnTo>
                  <a:pt x="141333" y="1126136"/>
                </a:lnTo>
                <a:lnTo>
                  <a:pt x="159000" y="1126037"/>
                </a:lnTo>
                <a:lnTo>
                  <a:pt x="176667" y="1125866"/>
                </a:lnTo>
                <a:lnTo>
                  <a:pt x="194333" y="1125587"/>
                </a:lnTo>
                <a:lnTo>
                  <a:pt x="212000" y="1125137"/>
                </a:lnTo>
                <a:lnTo>
                  <a:pt x="229667" y="1124426"/>
                </a:lnTo>
                <a:lnTo>
                  <a:pt x="247334" y="1123310"/>
                </a:lnTo>
                <a:lnTo>
                  <a:pt x="265001" y="1121600"/>
                </a:lnTo>
                <a:lnTo>
                  <a:pt x="282668" y="1119044"/>
                </a:lnTo>
                <a:lnTo>
                  <a:pt x="300334" y="1115291"/>
                </a:lnTo>
                <a:lnTo>
                  <a:pt x="318001" y="1109873"/>
                </a:lnTo>
                <a:lnTo>
                  <a:pt x="335668" y="1102232"/>
                </a:lnTo>
                <a:lnTo>
                  <a:pt x="353334" y="1091657"/>
                </a:lnTo>
                <a:lnTo>
                  <a:pt x="371001" y="1077329"/>
                </a:lnTo>
                <a:lnTo>
                  <a:pt x="388668" y="1058312"/>
                </a:lnTo>
                <a:lnTo>
                  <a:pt x="406334" y="1033607"/>
                </a:lnTo>
                <a:lnTo>
                  <a:pt x="424001" y="1002179"/>
                </a:lnTo>
                <a:lnTo>
                  <a:pt x="441668" y="963083"/>
                </a:lnTo>
                <a:lnTo>
                  <a:pt x="459334" y="915518"/>
                </a:lnTo>
                <a:lnTo>
                  <a:pt x="477001" y="858998"/>
                </a:lnTo>
                <a:lnTo>
                  <a:pt x="494667" y="793400"/>
                </a:lnTo>
                <a:lnTo>
                  <a:pt x="512334" y="719157"/>
                </a:lnTo>
                <a:lnTo>
                  <a:pt x="530001" y="637305"/>
                </a:lnTo>
                <a:lnTo>
                  <a:pt x="547667" y="549553"/>
                </a:lnTo>
                <a:lnTo>
                  <a:pt x="565334" y="458279"/>
                </a:lnTo>
                <a:lnTo>
                  <a:pt x="583001" y="366467"/>
                </a:lnTo>
                <a:lnTo>
                  <a:pt x="600669" y="277572"/>
                </a:lnTo>
                <a:lnTo>
                  <a:pt x="618336" y="195315"/>
                </a:lnTo>
                <a:lnTo>
                  <a:pt x="636003" y="123442"/>
                </a:lnTo>
                <a:lnTo>
                  <a:pt x="653670" y="65438"/>
                </a:lnTo>
                <a:lnTo>
                  <a:pt x="671337" y="24250"/>
                </a:lnTo>
                <a:lnTo>
                  <a:pt x="689004" y="2041"/>
                </a:lnTo>
                <a:lnTo>
                  <a:pt x="706671" y="0"/>
                </a:lnTo>
                <a:lnTo>
                  <a:pt x="724338" y="18237"/>
                </a:lnTo>
                <a:lnTo>
                  <a:pt x="742005" y="55773"/>
                </a:lnTo>
                <a:lnTo>
                  <a:pt x="759672" y="110628"/>
                </a:lnTo>
                <a:lnTo>
                  <a:pt x="777330" y="179993"/>
                </a:lnTo>
                <a:lnTo>
                  <a:pt x="794997" y="260468"/>
                </a:lnTo>
                <a:lnTo>
                  <a:pt x="812664" y="348339"/>
                </a:lnTo>
                <a:lnTo>
                  <a:pt x="830331" y="439855"/>
                </a:lnTo>
                <a:lnTo>
                  <a:pt x="847998" y="531492"/>
                </a:lnTo>
                <a:lnTo>
                  <a:pt x="865665" y="620160"/>
                </a:lnTo>
                <a:lnTo>
                  <a:pt x="883332" y="703350"/>
                </a:lnTo>
                <a:lnTo>
                  <a:pt x="900999" y="779218"/>
                </a:lnTo>
                <a:lnTo>
                  <a:pt x="918666" y="846596"/>
                </a:lnTo>
                <a:lnTo>
                  <a:pt x="936333" y="904943"/>
                </a:lnTo>
                <a:lnTo>
                  <a:pt x="954000" y="954263"/>
                </a:lnTo>
                <a:lnTo>
                  <a:pt x="971667" y="994997"/>
                </a:lnTo>
                <a:lnTo>
                  <a:pt x="989334" y="1027883"/>
                </a:lnTo>
                <a:lnTo>
                  <a:pt x="1007001" y="1053857"/>
                </a:lnTo>
                <a:lnTo>
                  <a:pt x="1024668" y="1073936"/>
                </a:lnTo>
                <a:lnTo>
                  <a:pt x="1042335" y="1089119"/>
                </a:lnTo>
                <a:lnTo>
                  <a:pt x="1060002" y="1100378"/>
                </a:lnTo>
                <a:lnTo>
                  <a:pt x="1077669" y="1108541"/>
                </a:lnTo>
                <a:lnTo>
                  <a:pt x="1095336" y="1114355"/>
                </a:lnTo>
                <a:lnTo>
                  <a:pt x="1113003" y="1118405"/>
                </a:lnTo>
                <a:lnTo>
                  <a:pt x="1130670" y="1121168"/>
                </a:lnTo>
                <a:lnTo>
                  <a:pt x="1148337" y="1123022"/>
                </a:lnTo>
                <a:lnTo>
                  <a:pt x="1166004" y="1124237"/>
                </a:lnTo>
                <a:lnTo>
                  <a:pt x="1183671" y="1125020"/>
                </a:lnTo>
                <a:lnTo>
                  <a:pt x="1201338" y="1125515"/>
                </a:lnTo>
                <a:lnTo>
                  <a:pt x="1219005" y="1125821"/>
                </a:lnTo>
                <a:lnTo>
                  <a:pt x="1236672" y="1126010"/>
                </a:lnTo>
                <a:lnTo>
                  <a:pt x="1254339" y="1126118"/>
                </a:lnTo>
                <a:lnTo>
                  <a:pt x="1272006" y="1126181"/>
                </a:lnTo>
                <a:lnTo>
                  <a:pt x="1289664" y="1126217"/>
                </a:lnTo>
                <a:lnTo>
                  <a:pt x="1307331" y="1126244"/>
                </a:lnTo>
                <a:lnTo>
                  <a:pt x="1324998" y="1126253"/>
                </a:lnTo>
                <a:lnTo>
                  <a:pt x="1342665" y="1126262"/>
                </a:lnTo>
                <a:lnTo>
                  <a:pt x="1360332" y="1126262"/>
                </a:lnTo>
                <a:lnTo>
                  <a:pt x="1377999" y="1126262"/>
                </a:lnTo>
                <a:lnTo>
                  <a:pt x="1395666" y="1126262"/>
                </a:lnTo>
                <a:lnTo>
                  <a:pt x="1413333" y="1126262"/>
                </a:lnTo>
                <a:lnTo>
                  <a:pt x="1431000" y="1126262"/>
                </a:lnTo>
                <a:lnTo>
                  <a:pt x="1448667" y="1126262"/>
                </a:lnTo>
                <a:lnTo>
                  <a:pt x="1466334" y="1126262"/>
                </a:lnTo>
                <a:lnTo>
                  <a:pt x="1484001" y="1126262"/>
                </a:lnTo>
                <a:lnTo>
                  <a:pt x="1501668" y="1126262"/>
                </a:lnTo>
                <a:lnTo>
                  <a:pt x="1519335" y="1126262"/>
                </a:lnTo>
                <a:lnTo>
                  <a:pt x="1537002" y="1126262"/>
                </a:lnTo>
                <a:lnTo>
                  <a:pt x="1554669" y="1126262"/>
                </a:lnTo>
                <a:lnTo>
                  <a:pt x="1572336" y="1126262"/>
                </a:lnTo>
                <a:lnTo>
                  <a:pt x="1590003" y="1126262"/>
                </a:lnTo>
                <a:lnTo>
                  <a:pt x="1607670" y="1126262"/>
                </a:lnTo>
                <a:lnTo>
                  <a:pt x="1625337" y="1126262"/>
                </a:lnTo>
                <a:lnTo>
                  <a:pt x="1643004" y="1126262"/>
                </a:lnTo>
                <a:lnTo>
                  <a:pt x="1660671" y="1126262"/>
                </a:lnTo>
                <a:lnTo>
                  <a:pt x="1678338" y="1126262"/>
                </a:lnTo>
                <a:lnTo>
                  <a:pt x="1696005" y="1126262"/>
                </a:lnTo>
                <a:lnTo>
                  <a:pt x="1713672" y="1126262"/>
                </a:lnTo>
                <a:lnTo>
                  <a:pt x="1731339" y="1126262"/>
                </a:lnTo>
                <a:lnTo>
                  <a:pt x="1749006" y="1126262"/>
                </a:lnTo>
              </a:path>
            </a:pathLst>
          </a:custGeom>
          <a:noFill/>
          <a:ln w="10763" cap="rnd">
            <a:solidFill>
              <a:srgbClr val="AC8D18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8" name="Freeform 167">
            <a:extLst>
              <a:ext uri="{FF2B5EF4-FFF2-40B4-BE49-F238E27FC236}">
                <a16:creationId xmlns:a16="http://schemas.microsoft.com/office/drawing/2014/main" id="{EBB656C5-0735-455D-0379-8A923AEBA20D}"/>
              </a:ext>
            </a:extLst>
          </p:cNvPr>
          <p:cNvSpPr/>
          <p:nvPr/>
        </p:nvSpPr>
        <p:spPr>
          <a:xfrm>
            <a:off x="3033543" y="2002589"/>
            <a:ext cx="1749005" cy="1125342"/>
          </a:xfrm>
          <a:custGeom>
            <a:avLst/>
            <a:gdLst>
              <a:gd name="connsiteX0" fmla="*/ 0 w 1749005"/>
              <a:gd name="connsiteY0" fmla="*/ 1125343 h 1125342"/>
              <a:gd name="connsiteX1" fmla="*/ 17667 w 1749005"/>
              <a:gd name="connsiteY1" fmla="*/ 1125343 h 1125342"/>
              <a:gd name="connsiteX2" fmla="*/ 35334 w 1749005"/>
              <a:gd name="connsiteY2" fmla="*/ 1125343 h 1125342"/>
              <a:gd name="connsiteX3" fmla="*/ 53000 w 1749005"/>
              <a:gd name="connsiteY3" fmla="*/ 1125343 h 1125342"/>
              <a:gd name="connsiteX4" fmla="*/ 70667 w 1749005"/>
              <a:gd name="connsiteY4" fmla="*/ 1125343 h 1125342"/>
              <a:gd name="connsiteX5" fmla="*/ 88333 w 1749005"/>
              <a:gd name="connsiteY5" fmla="*/ 1125343 h 1125342"/>
              <a:gd name="connsiteX6" fmla="*/ 106000 w 1749005"/>
              <a:gd name="connsiteY6" fmla="*/ 1125343 h 1125342"/>
              <a:gd name="connsiteX7" fmla="*/ 123667 w 1749005"/>
              <a:gd name="connsiteY7" fmla="*/ 1125343 h 1125342"/>
              <a:gd name="connsiteX8" fmla="*/ 141333 w 1749005"/>
              <a:gd name="connsiteY8" fmla="*/ 1125343 h 1125342"/>
              <a:gd name="connsiteX9" fmla="*/ 159000 w 1749005"/>
              <a:gd name="connsiteY9" fmla="*/ 1125343 h 1125342"/>
              <a:gd name="connsiteX10" fmla="*/ 176667 w 1749005"/>
              <a:gd name="connsiteY10" fmla="*/ 1125343 h 1125342"/>
              <a:gd name="connsiteX11" fmla="*/ 194333 w 1749005"/>
              <a:gd name="connsiteY11" fmla="*/ 1125343 h 1125342"/>
              <a:gd name="connsiteX12" fmla="*/ 212000 w 1749005"/>
              <a:gd name="connsiteY12" fmla="*/ 1125343 h 1125342"/>
              <a:gd name="connsiteX13" fmla="*/ 229667 w 1749005"/>
              <a:gd name="connsiteY13" fmla="*/ 1125343 h 1125342"/>
              <a:gd name="connsiteX14" fmla="*/ 247334 w 1749005"/>
              <a:gd name="connsiteY14" fmla="*/ 1125334 h 1125342"/>
              <a:gd name="connsiteX15" fmla="*/ 265001 w 1749005"/>
              <a:gd name="connsiteY15" fmla="*/ 1125325 h 1125342"/>
              <a:gd name="connsiteX16" fmla="*/ 282668 w 1749005"/>
              <a:gd name="connsiteY16" fmla="*/ 1125307 h 1125342"/>
              <a:gd name="connsiteX17" fmla="*/ 300334 w 1749005"/>
              <a:gd name="connsiteY17" fmla="*/ 1125271 h 1125342"/>
              <a:gd name="connsiteX18" fmla="*/ 318001 w 1749005"/>
              <a:gd name="connsiteY18" fmla="*/ 1125208 h 1125342"/>
              <a:gd name="connsiteX19" fmla="*/ 335668 w 1749005"/>
              <a:gd name="connsiteY19" fmla="*/ 1125100 h 1125342"/>
              <a:gd name="connsiteX20" fmla="*/ 353334 w 1749005"/>
              <a:gd name="connsiteY20" fmla="*/ 1124929 h 1125342"/>
              <a:gd name="connsiteX21" fmla="*/ 371001 w 1749005"/>
              <a:gd name="connsiteY21" fmla="*/ 1124632 h 1125342"/>
              <a:gd name="connsiteX22" fmla="*/ 388668 w 1749005"/>
              <a:gd name="connsiteY22" fmla="*/ 1124164 h 1125342"/>
              <a:gd name="connsiteX23" fmla="*/ 406334 w 1749005"/>
              <a:gd name="connsiteY23" fmla="*/ 1123417 h 1125342"/>
              <a:gd name="connsiteX24" fmla="*/ 424001 w 1749005"/>
              <a:gd name="connsiteY24" fmla="*/ 1122247 h 1125342"/>
              <a:gd name="connsiteX25" fmla="*/ 441668 w 1749005"/>
              <a:gd name="connsiteY25" fmla="*/ 1120474 h 1125342"/>
              <a:gd name="connsiteX26" fmla="*/ 459334 w 1749005"/>
              <a:gd name="connsiteY26" fmla="*/ 1117810 h 1125342"/>
              <a:gd name="connsiteX27" fmla="*/ 477001 w 1749005"/>
              <a:gd name="connsiteY27" fmla="*/ 1113913 h 1125342"/>
              <a:gd name="connsiteX28" fmla="*/ 494667 w 1749005"/>
              <a:gd name="connsiteY28" fmla="*/ 1108306 h 1125342"/>
              <a:gd name="connsiteX29" fmla="*/ 512334 w 1749005"/>
              <a:gd name="connsiteY29" fmla="*/ 1100404 h 1125342"/>
              <a:gd name="connsiteX30" fmla="*/ 530001 w 1749005"/>
              <a:gd name="connsiteY30" fmla="*/ 1089487 h 1125342"/>
              <a:gd name="connsiteX31" fmla="*/ 547667 w 1749005"/>
              <a:gd name="connsiteY31" fmla="*/ 1074736 h 1125342"/>
              <a:gd name="connsiteX32" fmla="*/ 565334 w 1749005"/>
              <a:gd name="connsiteY32" fmla="*/ 1055197 h 1125342"/>
              <a:gd name="connsiteX33" fmla="*/ 583001 w 1749005"/>
              <a:gd name="connsiteY33" fmla="*/ 1029862 h 1125342"/>
              <a:gd name="connsiteX34" fmla="*/ 600669 w 1749005"/>
              <a:gd name="connsiteY34" fmla="*/ 997705 h 1125342"/>
              <a:gd name="connsiteX35" fmla="*/ 618336 w 1749005"/>
              <a:gd name="connsiteY35" fmla="*/ 957799 h 1125342"/>
              <a:gd name="connsiteX36" fmla="*/ 636003 w 1749005"/>
              <a:gd name="connsiteY36" fmla="*/ 909361 h 1125342"/>
              <a:gd name="connsiteX37" fmla="*/ 653670 w 1749005"/>
              <a:gd name="connsiteY37" fmla="*/ 851923 h 1125342"/>
              <a:gd name="connsiteX38" fmla="*/ 671337 w 1749005"/>
              <a:gd name="connsiteY38" fmla="*/ 785433 h 1125342"/>
              <a:gd name="connsiteX39" fmla="*/ 689004 w 1749005"/>
              <a:gd name="connsiteY39" fmla="*/ 710372 h 1125342"/>
              <a:gd name="connsiteX40" fmla="*/ 706671 w 1749005"/>
              <a:gd name="connsiteY40" fmla="*/ 627843 h 1125342"/>
              <a:gd name="connsiteX41" fmla="*/ 724338 w 1749005"/>
              <a:gd name="connsiteY41" fmla="*/ 539620 h 1125342"/>
              <a:gd name="connsiteX42" fmla="*/ 742005 w 1749005"/>
              <a:gd name="connsiteY42" fmla="*/ 448150 h 1125342"/>
              <a:gd name="connsiteX43" fmla="*/ 759672 w 1749005"/>
              <a:gd name="connsiteY43" fmla="*/ 356468 h 1125342"/>
              <a:gd name="connsiteX44" fmla="*/ 777330 w 1749005"/>
              <a:gd name="connsiteY44" fmla="*/ 268066 h 1125342"/>
              <a:gd name="connsiteX45" fmla="*/ 794997 w 1749005"/>
              <a:gd name="connsiteY45" fmla="*/ 186682 h 1125342"/>
              <a:gd name="connsiteX46" fmla="*/ 812664 w 1749005"/>
              <a:gd name="connsiteY46" fmla="*/ 116045 h 1125342"/>
              <a:gd name="connsiteX47" fmla="*/ 830331 w 1749005"/>
              <a:gd name="connsiteY47" fmla="*/ 59601 h 1125342"/>
              <a:gd name="connsiteX48" fmla="*/ 847998 w 1749005"/>
              <a:gd name="connsiteY48" fmla="*/ 20228 h 1125342"/>
              <a:gd name="connsiteX49" fmla="*/ 865665 w 1749005"/>
              <a:gd name="connsiteY49" fmla="*/ 0 h 1125342"/>
              <a:gd name="connsiteX50" fmla="*/ 883332 w 1749005"/>
              <a:gd name="connsiteY50" fmla="*/ 0 h 1125342"/>
              <a:gd name="connsiteX51" fmla="*/ 900999 w 1749005"/>
              <a:gd name="connsiteY51" fmla="*/ 20228 h 1125342"/>
              <a:gd name="connsiteX52" fmla="*/ 918666 w 1749005"/>
              <a:gd name="connsiteY52" fmla="*/ 59601 h 1125342"/>
              <a:gd name="connsiteX53" fmla="*/ 936333 w 1749005"/>
              <a:gd name="connsiteY53" fmla="*/ 116045 h 1125342"/>
              <a:gd name="connsiteX54" fmla="*/ 954000 w 1749005"/>
              <a:gd name="connsiteY54" fmla="*/ 186682 h 1125342"/>
              <a:gd name="connsiteX55" fmla="*/ 971667 w 1749005"/>
              <a:gd name="connsiteY55" fmla="*/ 268066 h 1125342"/>
              <a:gd name="connsiteX56" fmla="*/ 989334 w 1749005"/>
              <a:gd name="connsiteY56" fmla="*/ 356468 h 1125342"/>
              <a:gd name="connsiteX57" fmla="*/ 1007001 w 1749005"/>
              <a:gd name="connsiteY57" fmla="*/ 448150 h 1125342"/>
              <a:gd name="connsiteX58" fmla="*/ 1024668 w 1749005"/>
              <a:gd name="connsiteY58" fmla="*/ 539620 h 1125342"/>
              <a:gd name="connsiteX59" fmla="*/ 1042335 w 1749005"/>
              <a:gd name="connsiteY59" fmla="*/ 627843 h 1125342"/>
              <a:gd name="connsiteX60" fmla="*/ 1060002 w 1749005"/>
              <a:gd name="connsiteY60" fmla="*/ 710372 h 1125342"/>
              <a:gd name="connsiteX61" fmla="*/ 1077669 w 1749005"/>
              <a:gd name="connsiteY61" fmla="*/ 785433 h 1125342"/>
              <a:gd name="connsiteX62" fmla="*/ 1095336 w 1749005"/>
              <a:gd name="connsiteY62" fmla="*/ 851923 h 1125342"/>
              <a:gd name="connsiteX63" fmla="*/ 1113003 w 1749005"/>
              <a:gd name="connsiteY63" fmla="*/ 909361 h 1125342"/>
              <a:gd name="connsiteX64" fmla="*/ 1130670 w 1749005"/>
              <a:gd name="connsiteY64" fmla="*/ 957799 h 1125342"/>
              <a:gd name="connsiteX65" fmla="*/ 1148337 w 1749005"/>
              <a:gd name="connsiteY65" fmla="*/ 997705 h 1125342"/>
              <a:gd name="connsiteX66" fmla="*/ 1166004 w 1749005"/>
              <a:gd name="connsiteY66" fmla="*/ 1029862 h 1125342"/>
              <a:gd name="connsiteX67" fmla="*/ 1183671 w 1749005"/>
              <a:gd name="connsiteY67" fmla="*/ 1055197 h 1125342"/>
              <a:gd name="connsiteX68" fmla="*/ 1201338 w 1749005"/>
              <a:gd name="connsiteY68" fmla="*/ 1074736 h 1125342"/>
              <a:gd name="connsiteX69" fmla="*/ 1219005 w 1749005"/>
              <a:gd name="connsiteY69" fmla="*/ 1089487 h 1125342"/>
              <a:gd name="connsiteX70" fmla="*/ 1236672 w 1749005"/>
              <a:gd name="connsiteY70" fmla="*/ 1100404 h 1125342"/>
              <a:gd name="connsiteX71" fmla="*/ 1254339 w 1749005"/>
              <a:gd name="connsiteY71" fmla="*/ 1108306 h 1125342"/>
              <a:gd name="connsiteX72" fmla="*/ 1272006 w 1749005"/>
              <a:gd name="connsiteY72" fmla="*/ 1113913 h 1125342"/>
              <a:gd name="connsiteX73" fmla="*/ 1289664 w 1749005"/>
              <a:gd name="connsiteY73" fmla="*/ 1117810 h 1125342"/>
              <a:gd name="connsiteX74" fmla="*/ 1307331 w 1749005"/>
              <a:gd name="connsiteY74" fmla="*/ 1120474 h 1125342"/>
              <a:gd name="connsiteX75" fmla="*/ 1324998 w 1749005"/>
              <a:gd name="connsiteY75" fmla="*/ 1122247 h 1125342"/>
              <a:gd name="connsiteX76" fmla="*/ 1342665 w 1749005"/>
              <a:gd name="connsiteY76" fmla="*/ 1123417 h 1125342"/>
              <a:gd name="connsiteX77" fmla="*/ 1360332 w 1749005"/>
              <a:gd name="connsiteY77" fmla="*/ 1124164 h 1125342"/>
              <a:gd name="connsiteX78" fmla="*/ 1377999 w 1749005"/>
              <a:gd name="connsiteY78" fmla="*/ 1124632 h 1125342"/>
              <a:gd name="connsiteX79" fmla="*/ 1395666 w 1749005"/>
              <a:gd name="connsiteY79" fmla="*/ 1124929 h 1125342"/>
              <a:gd name="connsiteX80" fmla="*/ 1413333 w 1749005"/>
              <a:gd name="connsiteY80" fmla="*/ 1125100 h 1125342"/>
              <a:gd name="connsiteX81" fmla="*/ 1431000 w 1749005"/>
              <a:gd name="connsiteY81" fmla="*/ 1125208 h 1125342"/>
              <a:gd name="connsiteX82" fmla="*/ 1448667 w 1749005"/>
              <a:gd name="connsiteY82" fmla="*/ 1125271 h 1125342"/>
              <a:gd name="connsiteX83" fmla="*/ 1466334 w 1749005"/>
              <a:gd name="connsiteY83" fmla="*/ 1125307 h 1125342"/>
              <a:gd name="connsiteX84" fmla="*/ 1484001 w 1749005"/>
              <a:gd name="connsiteY84" fmla="*/ 1125325 h 1125342"/>
              <a:gd name="connsiteX85" fmla="*/ 1501668 w 1749005"/>
              <a:gd name="connsiteY85" fmla="*/ 1125334 h 1125342"/>
              <a:gd name="connsiteX86" fmla="*/ 1519335 w 1749005"/>
              <a:gd name="connsiteY86" fmla="*/ 1125343 h 1125342"/>
              <a:gd name="connsiteX87" fmla="*/ 1537002 w 1749005"/>
              <a:gd name="connsiteY87" fmla="*/ 1125343 h 1125342"/>
              <a:gd name="connsiteX88" fmla="*/ 1554669 w 1749005"/>
              <a:gd name="connsiteY88" fmla="*/ 1125343 h 1125342"/>
              <a:gd name="connsiteX89" fmla="*/ 1572336 w 1749005"/>
              <a:gd name="connsiteY89" fmla="*/ 1125343 h 1125342"/>
              <a:gd name="connsiteX90" fmla="*/ 1590003 w 1749005"/>
              <a:gd name="connsiteY90" fmla="*/ 1125343 h 1125342"/>
              <a:gd name="connsiteX91" fmla="*/ 1607670 w 1749005"/>
              <a:gd name="connsiteY91" fmla="*/ 1125343 h 1125342"/>
              <a:gd name="connsiteX92" fmla="*/ 1625337 w 1749005"/>
              <a:gd name="connsiteY92" fmla="*/ 1125343 h 1125342"/>
              <a:gd name="connsiteX93" fmla="*/ 1643004 w 1749005"/>
              <a:gd name="connsiteY93" fmla="*/ 1125343 h 1125342"/>
              <a:gd name="connsiteX94" fmla="*/ 1660671 w 1749005"/>
              <a:gd name="connsiteY94" fmla="*/ 1125343 h 1125342"/>
              <a:gd name="connsiteX95" fmla="*/ 1678338 w 1749005"/>
              <a:gd name="connsiteY95" fmla="*/ 1125343 h 1125342"/>
              <a:gd name="connsiteX96" fmla="*/ 1696005 w 1749005"/>
              <a:gd name="connsiteY96" fmla="*/ 1125343 h 1125342"/>
              <a:gd name="connsiteX97" fmla="*/ 1713672 w 1749005"/>
              <a:gd name="connsiteY97" fmla="*/ 1125343 h 1125342"/>
              <a:gd name="connsiteX98" fmla="*/ 1731339 w 1749005"/>
              <a:gd name="connsiteY98" fmla="*/ 1125343 h 1125342"/>
              <a:gd name="connsiteX99" fmla="*/ 1749006 w 1749005"/>
              <a:gd name="connsiteY99" fmla="*/ 1125343 h 11253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749005" h="1125342">
                <a:moveTo>
                  <a:pt x="0" y="1125343"/>
                </a:moveTo>
                <a:lnTo>
                  <a:pt x="17667" y="1125343"/>
                </a:lnTo>
                <a:lnTo>
                  <a:pt x="35334" y="1125343"/>
                </a:lnTo>
                <a:lnTo>
                  <a:pt x="53000" y="1125343"/>
                </a:lnTo>
                <a:lnTo>
                  <a:pt x="70667" y="1125343"/>
                </a:lnTo>
                <a:lnTo>
                  <a:pt x="88333" y="1125343"/>
                </a:lnTo>
                <a:lnTo>
                  <a:pt x="106000" y="1125343"/>
                </a:lnTo>
                <a:lnTo>
                  <a:pt x="123667" y="1125343"/>
                </a:lnTo>
                <a:lnTo>
                  <a:pt x="141333" y="1125343"/>
                </a:lnTo>
                <a:lnTo>
                  <a:pt x="159000" y="1125343"/>
                </a:lnTo>
                <a:lnTo>
                  <a:pt x="176667" y="1125343"/>
                </a:lnTo>
                <a:lnTo>
                  <a:pt x="194333" y="1125343"/>
                </a:lnTo>
                <a:lnTo>
                  <a:pt x="212000" y="1125343"/>
                </a:lnTo>
                <a:lnTo>
                  <a:pt x="229667" y="1125343"/>
                </a:lnTo>
                <a:lnTo>
                  <a:pt x="247334" y="1125334"/>
                </a:lnTo>
                <a:lnTo>
                  <a:pt x="265001" y="1125325"/>
                </a:lnTo>
                <a:lnTo>
                  <a:pt x="282668" y="1125307"/>
                </a:lnTo>
                <a:lnTo>
                  <a:pt x="300334" y="1125271"/>
                </a:lnTo>
                <a:lnTo>
                  <a:pt x="318001" y="1125208"/>
                </a:lnTo>
                <a:lnTo>
                  <a:pt x="335668" y="1125100"/>
                </a:lnTo>
                <a:lnTo>
                  <a:pt x="353334" y="1124929"/>
                </a:lnTo>
                <a:lnTo>
                  <a:pt x="371001" y="1124632"/>
                </a:lnTo>
                <a:lnTo>
                  <a:pt x="388668" y="1124164"/>
                </a:lnTo>
                <a:lnTo>
                  <a:pt x="406334" y="1123417"/>
                </a:lnTo>
                <a:lnTo>
                  <a:pt x="424001" y="1122247"/>
                </a:lnTo>
                <a:lnTo>
                  <a:pt x="441668" y="1120474"/>
                </a:lnTo>
                <a:lnTo>
                  <a:pt x="459334" y="1117810"/>
                </a:lnTo>
                <a:lnTo>
                  <a:pt x="477001" y="1113913"/>
                </a:lnTo>
                <a:lnTo>
                  <a:pt x="494667" y="1108306"/>
                </a:lnTo>
                <a:lnTo>
                  <a:pt x="512334" y="1100404"/>
                </a:lnTo>
                <a:lnTo>
                  <a:pt x="530001" y="1089487"/>
                </a:lnTo>
                <a:lnTo>
                  <a:pt x="547667" y="1074736"/>
                </a:lnTo>
                <a:lnTo>
                  <a:pt x="565334" y="1055197"/>
                </a:lnTo>
                <a:lnTo>
                  <a:pt x="583001" y="1029862"/>
                </a:lnTo>
                <a:lnTo>
                  <a:pt x="600669" y="997705"/>
                </a:lnTo>
                <a:lnTo>
                  <a:pt x="618336" y="957799"/>
                </a:lnTo>
                <a:lnTo>
                  <a:pt x="636003" y="909361"/>
                </a:lnTo>
                <a:lnTo>
                  <a:pt x="653670" y="851923"/>
                </a:lnTo>
                <a:lnTo>
                  <a:pt x="671337" y="785433"/>
                </a:lnTo>
                <a:lnTo>
                  <a:pt x="689004" y="710372"/>
                </a:lnTo>
                <a:lnTo>
                  <a:pt x="706671" y="627843"/>
                </a:lnTo>
                <a:lnTo>
                  <a:pt x="724338" y="539620"/>
                </a:lnTo>
                <a:lnTo>
                  <a:pt x="742005" y="448150"/>
                </a:lnTo>
                <a:lnTo>
                  <a:pt x="759672" y="356468"/>
                </a:lnTo>
                <a:lnTo>
                  <a:pt x="777330" y="268066"/>
                </a:lnTo>
                <a:lnTo>
                  <a:pt x="794997" y="186682"/>
                </a:lnTo>
                <a:lnTo>
                  <a:pt x="812664" y="116045"/>
                </a:lnTo>
                <a:lnTo>
                  <a:pt x="830331" y="59601"/>
                </a:lnTo>
                <a:lnTo>
                  <a:pt x="847998" y="20228"/>
                </a:lnTo>
                <a:lnTo>
                  <a:pt x="865665" y="0"/>
                </a:lnTo>
                <a:lnTo>
                  <a:pt x="883332" y="0"/>
                </a:lnTo>
                <a:lnTo>
                  <a:pt x="900999" y="20228"/>
                </a:lnTo>
                <a:lnTo>
                  <a:pt x="918666" y="59601"/>
                </a:lnTo>
                <a:lnTo>
                  <a:pt x="936333" y="116045"/>
                </a:lnTo>
                <a:lnTo>
                  <a:pt x="954000" y="186682"/>
                </a:lnTo>
                <a:lnTo>
                  <a:pt x="971667" y="268066"/>
                </a:lnTo>
                <a:lnTo>
                  <a:pt x="989334" y="356468"/>
                </a:lnTo>
                <a:lnTo>
                  <a:pt x="1007001" y="448150"/>
                </a:lnTo>
                <a:lnTo>
                  <a:pt x="1024668" y="539620"/>
                </a:lnTo>
                <a:lnTo>
                  <a:pt x="1042335" y="627843"/>
                </a:lnTo>
                <a:lnTo>
                  <a:pt x="1060002" y="710372"/>
                </a:lnTo>
                <a:lnTo>
                  <a:pt x="1077669" y="785433"/>
                </a:lnTo>
                <a:lnTo>
                  <a:pt x="1095336" y="851923"/>
                </a:lnTo>
                <a:lnTo>
                  <a:pt x="1113003" y="909361"/>
                </a:lnTo>
                <a:lnTo>
                  <a:pt x="1130670" y="957799"/>
                </a:lnTo>
                <a:lnTo>
                  <a:pt x="1148337" y="997705"/>
                </a:lnTo>
                <a:lnTo>
                  <a:pt x="1166004" y="1029862"/>
                </a:lnTo>
                <a:lnTo>
                  <a:pt x="1183671" y="1055197"/>
                </a:lnTo>
                <a:lnTo>
                  <a:pt x="1201338" y="1074736"/>
                </a:lnTo>
                <a:lnTo>
                  <a:pt x="1219005" y="1089487"/>
                </a:lnTo>
                <a:lnTo>
                  <a:pt x="1236672" y="1100404"/>
                </a:lnTo>
                <a:lnTo>
                  <a:pt x="1254339" y="1108306"/>
                </a:lnTo>
                <a:lnTo>
                  <a:pt x="1272006" y="1113913"/>
                </a:lnTo>
                <a:lnTo>
                  <a:pt x="1289664" y="1117810"/>
                </a:lnTo>
                <a:lnTo>
                  <a:pt x="1307331" y="1120474"/>
                </a:lnTo>
                <a:lnTo>
                  <a:pt x="1324998" y="1122247"/>
                </a:lnTo>
                <a:lnTo>
                  <a:pt x="1342665" y="1123417"/>
                </a:lnTo>
                <a:lnTo>
                  <a:pt x="1360332" y="1124164"/>
                </a:lnTo>
                <a:lnTo>
                  <a:pt x="1377999" y="1124632"/>
                </a:lnTo>
                <a:lnTo>
                  <a:pt x="1395666" y="1124929"/>
                </a:lnTo>
                <a:lnTo>
                  <a:pt x="1413333" y="1125100"/>
                </a:lnTo>
                <a:lnTo>
                  <a:pt x="1431000" y="1125208"/>
                </a:lnTo>
                <a:lnTo>
                  <a:pt x="1448667" y="1125271"/>
                </a:lnTo>
                <a:lnTo>
                  <a:pt x="1466334" y="1125307"/>
                </a:lnTo>
                <a:lnTo>
                  <a:pt x="1484001" y="1125325"/>
                </a:lnTo>
                <a:lnTo>
                  <a:pt x="1501668" y="1125334"/>
                </a:lnTo>
                <a:lnTo>
                  <a:pt x="1519335" y="1125343"/>
                </a:lnTo>
                <a:lnTo>
                  <a:pt x="1537002" y="1125343"/>
                </a:lnTo>
                <a:lnTo>
                  <a:pt x="1554669" y="1125343"/>
                </a:lnTo>
                <a:lnTo>
                  <a:pt x="1572336" y="1125343"/>
                </a:lnTo>
                <a:lnTo>
                  <a:pt x="1590003" y="1125343"/>
                </a:lnTo>
                <a:lnTo>
                  <a:pt x="1607670" y="1125343"/>
                </a:lnTo>
                <a:lnTo>
                  <a:pt x="1625337" y="1125343"/>
                </a:lnTo>
                <a:lnTo>
                  <a:pt x="1643004" y="1125343"/>
                </a:lnTo>
                <a:lnTo>
                  <a:pt x="1660671" y="1125343"/>
                </a:lnTo>
                <a:lnTo>
                  <a:pt x="1678338" y="1125343"/>
                </a:lnTo>
                <a:lnTo>
                  <a:pt x="1696005" y="1125343"/>
                </a:lnTo>
                <a:lnTo>
                  <a:pt x="1713672" y="1125343"/>
                </a:lnTo>
                <a:lnTo>
                  <a:pt x="1731339" y="1125343"/>
                </a:lnTo>
                <a:lnTo>
                  <a:pt x="1749006" y="1125343"/>
                </a:lnTo>
              </a:path>
            </a:pathLst>
          </a:custGeom>
          <a:noFill/>
          <a:ln w="10763" cap="rnd">
            <a:solidFill>
              <a:srgbClr val="00A9AD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9" name="Freeform 168">
            <a:extLst>
              <a:ext uri="{FF2B5EF4-FFF2-40B4-BE49-F238E27FC236}">
                <a16:creationId xmlns:a16="http://schemas.microsoft.com/office/drawing/2014/main" id="{A54715FF-6C81-1A17-BD35-374B0FB5A733}"/>
              </a:ext>
            </a:extLst>
          </p:cNvPr>
          <p:cNvSpPr/>
          <p:nvPr/>
        </p:nvSpPr>
        <p:spPr>
          <a:xfrm>
            <a:off x="3033543" y="2001670"/>
            <a:ext cx="1749005" cy="1126261"/>
          </a:xfrm>
          <a:custGeom>
            <a:avLst/>
            <a:gdLst>
              <a:gd name="connsiteX0" fmla="*/ 0 w 1749005"/>
              <a:gd name="connsiteY0" fmla="*/ 1126262 h 1126261"/>
              <a:gd name="connsiteX1" fmla="*/ 17667 w 1749005"/>
              <a:gd name="connsiteY1" fmla="*/ 1126262 h 1126261"/>
              <a:gd name="connsiteX2" fmla="*/ 35334 w 1749005"/>
              <a:gd name="connsiteY2" fmla="*/ 1126262 h 1126261"/>
              <a:gd name="connsiteX3" fmla="*/ 53000 w 1749005"/>
              <a:gd name="connsiteY3" fmla="*/ 1126262 h 1126261"/>
              <a:gd name="connsiteX4" fmla="*/ 70667 w 1749005"/>
              <a:gd name="connsiteY4" fmla="*/ 1126262 h 1126261"/>
              <a:gd name="connsiteX5" fmla="*/ 88333 w 1749005"/>
              <a:gd name="connsiteY5" fmla="*/ 1126262 h 1126261"/>
              <a:gd name="connsiteX6" fmla="*/ 106000 w 1749005"/>
              <a:gd name="connsiteY6" fmla="*/ 1126262 h 1126261"/>
              <a:gd name="connsiteX7" fmla="*/ 123667 w 1749005"/>
              <a:gd name="connsiteY7" fmla="*/ 1126262 h 1126261"/>
              <a:gd name="connsiteX8" fmla="*/ 141333 w 1749005"/>
              <a:gd name="connsiteY8" fmla="*/ 1126262 h 1126261"/>
              <a:gd name="connsiteX9" fmla="*/ 159000 w 1749005"/>
              <a:gd name="connsiteY9" fmla="*/ 1126262 h 1126261"/>
              <a:gd name="connsiteX10" fmla="*/ 176667 w 1749005"/>
              <a:gd name="connsiteY10" fmla="*/ 1126262 h 1126261"/>
              <a:gd name="connsiteX11" fmla="*/ 194333 w 1749005"/>
              <a:gd name="connsiteY11" fmla="*/ 1126262 h 1126261"/>
              <a:gd name="connsiteX12" fmla="*/ 212000 w 1749005"/>
              <a:gd name="connsiteY12" fmla="*/ 1126262 h 1126261"/>
              <a:gd name="connsiteX13" fmla="*/ 229667 w 1749005"/>
              <a:gd name="connsiteY13" fmla="*/ 1126262 h 1126261"/>
              <a:gd name="connsiteX14" fmla="*/ 247334 w 1749005"/>
              <a:gd name="connsiteY14" fmla="*/ 1126262 h 1126261"/>
              <a:gd name="connsiteX15" fmla="*/ 265001 w 1749005"/>
              <a:gd name="connsiteY15" fmla="*/ 1126262 h 1126261"/>
              <a:gd name="connsiteX16" fmla="*/ 282668 w 1749005"/>
              <a:gd name="connsiteY16" fmla="*/ 1126262 h 1126261"/>
              <a:gd name="connsiteX17" fmla="*/ 300334 w 1749005"/>
              <a:gd name="connsiteY17" fmla="*/ 1126262 h 1126261"/>
              <a:gd name="connsiteX18" fmla="*/ 318001 w 1749005"/>
              <a:gd name="connsiteY18" fmla="*/ 1126262 h 1126261"/>
              <a:gd name="connsiteX19" fmla="*/ 335668 w 1749005"/>
              <a:gd name="connsiteY19" fmla="*/ 1126262 h 1126261"/>
              <a:gd name="connsiteX20" fmla="*/ 353334 w 1749005"/>
              <a:gd name="connsiteY20" fmla="*/ 1126262 h 1126261"/>
              <a:gd name="connsiteX21" fmla="*/ 371001 w 1749005"/>
              <a:gd name="connsiteY21" fmla="*/ 1126262 h 1126261"/>
              <a:gd name="connsiteX22" fmla="*/ 388668 w 1749005"/>
              <a:gd name="connsiteY22" fmla="*/ 1126262 h 1126261"/>
              <a:gd name="connsiteX23" fmla="*/ 406334 w 1749005"/>
              <a:gd name="connsiteY23" fmla="*/ 1126262 h 1126261"/>
              <a:gd name="connsiteX24" fmla="*/ 424001 w 1749005"/>
              <a:gd name="connsiteY24" fmla="*/ 1126253 h 1126261"/>
              <a:gd name="connsiteX25" fmla="*/ 441668 w 1749005"/>
              <a:gd name="connsiteY25" fmla="*/ 1126244 h 1126261"/>
              <a:gd name="connsiteX26" fmla="*/ 459334 w 1749005"/>
              <a:gd name="connsiteY26" fmla="*/ 1126217 h 1126261"/>
              <a:gd name="connsiteX27" fmla="*/ 477001 w 1749005"/>
              <a:gd name="connsiteY27" fmla="*/ 1126181 h 1126261"/>
              <a:gd name="connsiteX28" fmla="*/ 494667 w 1749005"/>
              <a:gd name="connsiteY28" fmla="*/ 1126118 h 1126261"/>
              <a:gd name="connsiteX29" fmla="*/ 512334 w 1749005"/>
              <a:gd name="connsiteY29" fmla="*/ 1126010 h 1126261"/>
              <a:gd name="connsiteX30" fmla="*/ 530001 w 1749005"/>
              <a:gd name="connsiteY30" fmla="*/ 1125821 h 1126261"/>
              <a:gd name="connsiteX31" fmla="*/ 547667 w 1749005"/>
              <a:gd name="connsiteY31" fmla="*/ 1125515 h 1126261"/>
              <a:gd name="connsiteX32" fmla="*/ 565334 w 1749005"/>
              <a:gd name="connsiteY32" fmla="*/ 1125020 h 1126261"/>
              <a:gd name="connsiteX33" fmla="*/ 583001 w 1749005"/>
              <a:gd name="connsiteY33" fmla="*/ 1124237 h 1126261"/>
              <a:gd name="connsiteX34" fmla="*/ 600669 w 1749005"/>
              <a:gd name="connsiteY34" fmla="*/ 1123022 h 1126261"/>
              <a:gd name="connsiteX35" fmla="*/ 618336 w 1749005"/>
              <a:gd name="connsiteY35" fmla="*/ 1121168 h 1126261"/>
              <a:gd name="connsiteX36" fmla="*/ 636003 w 1749005"/>
              <a:gd name="connsiteY36" fmla="*/ 1118405 h 1126261"/>
              <a:gd name="connsiteX37" fmla="*/ 653670 w 1749005"/>
              <a:gd name="connsiteY37" fmla="*/ 1114355 h 1126261"/>
              <a:gd name="connsiteX38" fmla="*/ 671337 w 1749005"/>
              <a:gd name="connsiteY38" fmla="*/ 1108541 h 1126261"/>
              <a:gd name="connsiteX39" fmla="*/ 689004 w 1749005"/>
              <a:gd name="connsiteY39" fmla="*/ 1100378 h 1126261"/>
              <a:gd name="connsiteX40" fmla="*/ 706671 w 1749005"/>
              <a:gd name="connsiteY40" fmla="*/ 1089119 h 1126261"/>
              <a:gd name="connsiteX41" fmla="*/ 724338 w 1749005"/>
              <a:gd name="connsiteY41" fmla="*/ 1073936 h 1126261"/>
              <a:gd name="connsiteX42" fmla="*/ 742005 w 1749005"/>
              <a:gd name="connsiteY42" fmla="*/ 1053857 h 1126261"/>
              <a:gd name="connsiteX43" fmla="*/ 759672 w 1749005"/>
              <a:gd name="connsiteY43" fmla="*/ 1027883 h 1126261"/>
              <a:gd name="connsiteX44" fmla="*/ 777330 w 1749005"/>
              <a:gd name="connsiteY44" fmla="*/ 994997 h 1126261"/>
              <a:gd name="connsiteX45" fmla="*/ 794997 w 1749005"/>
              <a:gd name="connsiteY45" fmla="*/ 954263 h 1126261"/>
              <a:gd name="connsiteX46" fmla="*/ 812664 w 1749005"/>
              <a:gd name="connsiteY46" fmla="*/ 904943 h 1126261"/>
              <a:gd name="connsiteX47" fmla="*/ 830331 w 1749005"/>
              <a:gd name="connsiteY47" fmla="*/ 846596 h 1126261"/>
              <a:gd name="connsiteX48" fmla="*/ 847998 w 1749005"/>
              <a:gd name="connsiteY48" fmla="*/ 779218 h 1126261"/>
              <a:gd name="connsiteX49" fmla="*/ 865665 w 1749005"/>
              <a:gd name="connsiteY49" fmla="*/ 703350 h 1126261"/>
              <a:gd name="connsiteX50" fmla="*/ 883332 w 1749005"/>
              <a:gd name="connsiteY50" fmla="*/ 620160 h 1126261"/>
              <a:gd name="connsiteX51" fmla="*/ 900999 w 1749005"/>
              <a:gd name="connsiteY51" fmla="*/ 531492 h 1126261"/>
              <a:gd name="connsiteX52" fmla="*/ 918666 w 1749005"/>
              <a:gd name="connsiteY52" fmla="*/ 439855 h 1126261"/>
              <a:gd name="connsiteX53" fmla="*/ 936333 w 1749005"/>
              <a:gd name="connsiteY53" fmla="*/ 348339 h 1126261"/>
              <a:gd name="connsiteX54" fmla="*/ 954000 w 1749005"/>
              <a:gd name="connsiteY54" fmla="*/ 260468 h 1126261"/>
              <a:gd name="connsiteX55" fmla="*/ 971667 w 1749005"/>
              <a:gd name="connsiteY55" fmla="*/ 179993 h 1126261"/>
              <a:gd name="connsiteX56" fmla="*/ 989334 w 1749005"/>
              <a:gd name="connsiteY56" fmla="*/ 110628 h 1126261"/>
              <a:gd name="connsiteX57" fmla="*/ 1007001 w 1749005"/>
              <a:gd name="connsiteY57" fmla="*/ 55773 h 1126261"/>
              <a:gd name="connsiteX58" fmla="*/ 1024668 w 1749005"/>
              <a:gd name="connsiteY58" fmla="*/ 18237 h 1126261"/>
              <a:gd name="connsiteX59" fmla="*/ 1042335 w 1749005"/>
              <a:gd name="connsiteY59" fmla="*/ 0 h 1126261"/>
              <a:gd name="connsiteX60" fmla="*/ 1060002 w 1749005"/>
              <a:gd name="connsiteY60" fmla="*/ 2041 h 1126261"/>
              <a:gd name="connsiteX61" fmla="*/ 1077669 w 1749005"/>
              <a:gd name="connsiteY61" fmla="*/ 24250 h 1126261"/>
              <a:gd name="connsiteX62" fmla="*/ 1095336 w 1749005"/>
              <a:gd name="connsiteY62" fmla="*/ 65438 h 1126261"/>
              <a:gd name="connsiteX63" fmla="*/ 1113003 w 1749005"/>
              <a:gd name="connsiteY63" fmla="*/ 123442 h 1126261"/>
              <a:gd name="connsiteX64" fmla="*/ 1130670 w 1749005"/>
              <a:gd name="connsiteY64" fmla="*/ 195315 h 1126261"/>
              <a:gd name="connsiteX65" fmla="*/ 1148337 w 1749005"/>
              <a:gd name="connsiteY65" fmla="*/ 277572 h 1126261"/>
              <a:gd name="connsiteX66" fmla="*/ 1166004 w 1749005"/>
              <a:gd name="connsiteY66" fmla="*/ 366467 h 1126261"/>
              <a:gd name="connsiteX67" fmla="*/ 1183671 w 1749005"/>
              <a:gd name="connsiteY67" fmla="*/ 458279 h 1126261"/>
              <a:gd name="connsiteX68" fmla="*/ 1201338 w 1749005"/>
              <a:gd name="connsiteY68" fmla="*/ 549553 h 1126261"/>
              <a:gd name="connsiteX69" fmla="*/ 1219005 w 1749005"/>
              <a:gd name="connsiteY69" fmla="*/ 637305 h 1126261"/>
              <a:gd name="connsiteX70" fmla="*/ 1236672 w 1749005"/>
              <a:gd name="connsiteY70" fmla="*/ 719157 h 1126261"/>
              <a:gd name="connsiteX71" fmla="*/ 1254339 w 1749005"/>
              <a:gd name="connsiteY71" fmla="*/ 793400 h 1126261"/>
              <a:gd name="connsiteX72" fmla="*/ 1272006 w 1749005"/>
              <a:gd name="connsiteY72" fmla="*/ 858998 h 1126261"/>
              <a:gd name="connsiteX73" fmla="*/ 1289664 w 1749005"/>
              <a:gd name="connsiteY73" fmla="*/ 915518 h 1126261"/>
              <a:gd name="connsiteX74" fmla="*/ 1307331 w 1749005"/>
              <a:gd name="connsiteY74" fmla="*/ 963083 h 1126261"/>
              <a:gd name="connsiteX75" fmla="*/ 1324998 w 1749005"/>
              <a:gd name="connsiteY75" fmla="*/ 1002179 h 1126261"/>
              <a:gd name="connsiteX76" fmla="*/ 1342665 w 1749005"/>
              <a:gd name="connsiteY76" fmla="*/ 1033607 h 1126261"/>
              <a:gd name="connsiteX77" fmla="*/ 1360332 w 1749005"/>
              <a:gd name="connsiteY77" fmla="*/ 1058312 h 1126261"/>
              <a:gd name="connsiteX78" fmla="*/ 1377999 w 1749005"/>
              <a:gd name="connsiteY78" fmla="*/ 1077329 h 1126261"/>
              <a:gd name="connsiteX79" fmla="*/ 1395666 w 1749005"/>
              <a:gd name="connsiteY79" fmla="*/ 1091657 h 1126261"/>
              <a:gd name="connsiteX80" fmla="*/ 1413333 w 1749005"/>
              <a:gd name="connsiteY80" fmla="*/ 1102232 h 1126261"/>
              <a:gd name="connsiteX81" fmla="*/ 1431000 w 1749005"/>
              <a:gd name="connsiteY81" fmla="*/ 1109873 h 1126261"/>
              <a:gd name="connsiteX82" fmla="*/ 1448667 w 1749005"/>
              <a:gd name="connsiteY82" fmla="*/ 1115291 h 1126261"/>
              <a:gd name="connsiteX83" fmla="*/ 1466334 w 1749005"/>
              <a:gd name="connsiteY83" fmla="*/ 1119044 h 1126261"/>
              <a:gd name="connsiteX84" fmla="*/ 1484001 w 1749005"/>
              <a:gd name="connsiteY84" fmla="*/ 1121600 h 1126261"/>
              <a:gd name="connsiteX85" fmla="*/ 1501668 w 1749005"/>
              <a:gd name="connsiteY85" fmla="*/ 1123310 h 1126261"/>
              <a:gd name="connsiteX86" fmla="*/ 1519335 w 1749005"/>
              <a:gd name="connsiteY86" fmla="*/ 1124426 h 1126261"/>
              <a:gd name="connsiteX87" fmla="*/ 1537002 w 1749005"/>
              <a:gd name="connsiteY87" fmla="*/ 1125137 h 1126261"/>
              <a:gd name="connsiteX88" fmla="*/ 1554669 w 1749005"/>
              <a:gd name="connsiteY88" fmla="*/ 1125587 h 1126261"/>
              <a:gd name="connsiteX89" fmla="*/ 1572336 w 1749005"/>
              <a:gd name="connsiteY89" fmla="*/ 1125866 h 1126261"/>
              <a:gd name="connsiteX90" fmla="*/ 1590003 w 1749005"/>
              <a:gd name="connsiteY90" fmla="*/ 1126037 h 1126261"/>
              <a:gd name="connsiteX91" fmla="*/ 1607670 w 1749005"/>
              <a:gd name="connsiteY91" fmla="*/ 1126136 h 1126261"/>
              <a:gd name="connsiteX92" fmla="*/ 1625337 w 1749005"/>
              <a:gd name="connsiteY92" fmla="*/ 1126190 h 1126261"/>
              <a:gd name="connsiteX93" fmla="*/ 1643004 w 1749005"/>
              <a:gd name="connsiteY93" fmla="*/ 1126226 h 1126261"/>
              <a:gd name="connsiteX94" fmla="*/ 1660671 w 1749005"/>
              <a:gd name="connsiteY94" fmla="*/ 1126244 h 1126261"/>
              <a:gd name="connsiteX95" fmla="*/ 1678338 w 1749005"/>
              <a:gd name="connsiteY95" fmla="*/ 1126253 h 1126261"/>
              <a:gd name="connsiteX96" fmla="*/ 1696005 w 1749005"/>
              <a:gd name="connsiteY96" fmla="*/ 1126262 h 1126261"/>
              <a:gd name="connsiteX97" fmla="*/ 1713672 w 1749005"/>
              <a:gd name="connsiteY97" fmla="*/ 1126262 h 1126261"/>
              <a:gd name="connsiteX98" fmla="*/ 1731339 w 1749005"/>
              <a:gd name="connsiteY98" fmla="*/ 1126262 h 1126261"/>
              <a:gd name="connsiteX99" fmla="*/ 1749006 w 1749005"/>
              <a:gd name="connsiteY99" fmla="*/ 1126262 h 11262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749005" h="1126261">
                <a:moveTo>
                  <a:pt x="0" y="1126262"/>
                </a:moveTo>
                <a:lnTo>
                  <a:pt x="17667" y="1126262"/>
                </a:lnTo>
                <a:lnTo>
                  <a:pt x="35334" y="1126262"/>
                </a:lnTo>
                <a:lnTo>
                  <a:pt x="53000" y="1126262"/>
                </a:lnTo>
                <a:lnTo>
                  <a:pt x="70667" y="1126262"/>
                </a:lnTo>
                <a:lnTo>
                  <a:pt x="88333" y="1126262"/>
                </a:lnTo>
                <a:lnTo>
                  <a:pt x="106000" y="1126262"/>
                </a:lnTo>
                <a:lnTo>
                  <a:pt x="123667" y="1126262"/>
                </a:lnTo>
                <a:lnTo>
                  <a:pt x="141333" y="1126262"/>
                </a:lnTo>
                <a:lnTo>
                  <a:pt x="159000" y="1126262"/>
                </a:lnTo>
                <a:lnTo>
                  <a:pt x="176667" y="1126262"/>
                </a:lnTo>
                <a:lnTo>
                  <a:pt x="194333" y="1126262"/>
                </a:lnTo>
                <a:lnTo>
                  <a:pt x="212000" y="1126262"/>
                </a:lnTo>
                <a:lnTo>
                  <a:pt x="229667" y="1126262"/>
                </a:lnTo>
                <a:lnTo>
                  <a:pt x="247334" y="1126262"/>
                </a:lnTo>
                <a:lnTo>
                  <a:pt x="265001" y="1126262"/>
                </a:lnTo>
                <a:lnTo>
                  <a:pt x="282668" y="1126262"/>
                </a:lnTo>
                <a:lnTo>
                  <a:pt x="300334" y="1126262"/>
                </a:lnTo>
                <a:lnTo>
                  <a:pt x="318001" y="1126262"/>
                </a:lnTo>
                <a:lnTo>
                  <a:pt x="335668" y="1126262"/>
                </a:lnTo>
                <a:lnTo>
                  <a:pt x="353334" y="1126262"/>
                </a:lnTo>
                <a:lnTo>
                  <a:pt x="371001" y="1126262"/>
                </a:lnTo>
                <a:lnTo>
                  <a:pt x="388668" y="1126262"/>
                </a:lnTo>
                <a:lnTo>
                  <a:pt x="406334" y="1126262"/>
                </a:lnTo>
                <a:lnTo>
                  <a:pt x="424001" y="1126253"/>
                </a:lnTo>
                <a:lnTo>
                  <a:pt x="441668" y="1126244"/>
                </a:lnTo>
                <a:lnTo>
                  <a:pt x="459334" y="1126217"/>
                </a:lnTo>
                <a:lnTo>
                  <a:pt x="477001" y="1126181"/>
                </a:lnTo>
                <a:lnTo>
                  <a:pt x="494667" y="1126118"/>
                </a:lnTo>
                <a:lnTo>
                  <a:pt x="512334" y="1126010"/>
                </a:lnTo>
                <a:lnTo>
                  <a:pt x="530001" y="1125821"/>
                </a:lnTo>
                <a:lnTo>
                  <a:pt x="547667" y="1125515"/>
                </a:lnTo>
                <a:lnTo>
                  <a:pt x="565334" y="1125020"/>
                </a:lnTo>
                <a:lnTo>
                  <a:pt x="583001" y="1124237"/>
                </a:lnTo>
                <a:lnTo>
                  <a:pt x="600669" y="1123022"/>
                </a:lnTo>
                <a:lnTo>
                  <a:pt x="618336" y="1121168"/>
                </a:lnTo>
                <a:lnTo>
                  <a:pt x="636003" y="1118405"/>
                </a:lnTo>
                <a:lnTo>
                  <a:pt x="653670" y="1114355"/>
                </a:lnTo>
                <a:lnTo>
                  <a:pt x="671337" y="1108541"/>
                </a:lnTo>
                <a:lnTo>
                  <a:pt x="689004" y="1100378"/>
                </a:lnTo>
                <a:lnTo>
                  <a:pt x="706671" y="1089119"/>
                </a:lnTo>
                <a:lnTo>
                  <a:pt x="724338" y="1073936"/>
                </a:lnTo>
                <a:lnTo>
                  <a:pt x="742005" y="1053857"/>
                </a:lnTo>
                <a:lnTo>
                  <a:pt x="759672" y="1027883"/>
                </a:lnTo>
                <a:lnTo>
                  <a:pt x="777330" y="994997"/>
                </a:lnTo>
                <a:lnTo>
                  <a:pt x="794997" y="954263"/>
                </a:lnTo>
                <a:lnTo>
                  <a:pt x="812664" y="904943"/>
                </a:lnTo>
                <a:lnTo>
                  <a:pt x="830331" y="846596"/>
                </a:lnTo>
                <a:lnTo>
                  <a:pt x="847998" y="779218"/>
                </a:lnTo>
                <a:lnTo>
                  <a:pt x="865665" y="703350"/>
                </a:lnTo>
                <a:lnTo>
                  <a:pt x="883332" y="620160"/>
                </a:lnTo>
                <a:lnTo>
                  <a:pt x="900999" y="531492"/>
                </a:lnTo>
                <a:lnTo>
                  <a:pt x="918666" y="439855"/>
                </a:lnTo>
                <a:lnTo>
                  <a:pt x="936333" y="348339"/>
                </a:lnTo>
                <a:lnTo>
                  <a:pt x="954000" y="260468"/>
                </a:lnTo>
                <a:lnTo>
                  <a:pt x="971667" y="179993"/>
                </a:lnTo>
                <a:lnTo>
                  <a:pt x="989334" y="110628"/>
                </a:lnTo>
                <a:lnTo>
                  <a:pt x="1007001" y="55773"/>
                </a:lnTo>
                <a:lnTo>
                  <a:pt x="1024668" y="18237"/>
                </a:lnTo>
                <a:lnTo>
                  <a:pt x="1042335" y="0"/>
                </a:lnTo>
                <a:lnTo>
                  <a:pt x="1060002" y="2041"/>
                </a:lnTo>
                <a:lnTo>
                  <a:pt x="1077669" y="24250"/>
                </a:lnTo>
                <a:lnTo>
                  <a:pt x="1095336" y="65438"/>
                </a:lnTo>
                <a:lnTo>
                  <a:pt x="1113003" y="123442"/>
                </a:lnTo>
                <a:lnTo>
                  <a:pt x="1130670" y="195315"/>
                </a:lnTo>
                <a:lnTo>
                  <a:pt x="1148337" y="277572"/>
                </a:lnTo>
                <a:lnTo>
                  <a:pt x="1166004" y="366467"/>
                </a:lnTo>
                <a:lnTo>
                  <a:pt x="1183671" y="458279"/>
                </a:lnTo>
                <a:lnTo>
                  <a:pt x="1201338" y="549553"/>
                </a:lnTo>
                <a:lnTo>
                  <a:pt x="1219005" y="637305"/>
                </a:lnTo>
                <a:lnTo>
                  <a:pt x="1236672" y="719157"/>
                </a:lnTo>
                <a:lnTo>
                  <a:pt x="1254339" y="793400"/>
                </a:lnTo>
                <a:lnTo>
                  <a:pt x="1272006" y="858998"/>
                </a:lnTo>
                <a:lnTo>
                  <a:pt x="1289664" y="915518"/>
                </a:lnTo>
                <a:lnTo>
                  <a:pt x="1307331" y="963083"/>
                </a:lnTo>
                <a:lnTo>
                  <a:pt x="1324998" y="1002179"/>
                </a:lnTo>
                <a:lnTo>
                  <a:pt x="1342665" y="1033607"/>
                </a:lnTo>
                <a:lnTo>
                  <a:pt x="1360332" y="1058312"/>
                </a:lnTo>
                <a:lnTo>
                  <a:pt x="1377999" y="1077329"/>
                </a:lnTo>
                <a:lnTo>
                  <a:pt x="1395666" y="1091657"/>
                </a:lnTo>
                <a:lnTo>
                  <a:pt x="1413333" y="1102232"/>
                </a:lnTo>
                <a:lnTo>
                  <a:pt x="1431000" y="1109873"/>
                </a:lnTo>
                <a:lnTo>
                  <a:pt x="1448667" y="1115291"/>
                </a:lnTo>
                <a:lnTo>
                  <a:pt x="1466334" y="1119044"/>
                </a:lnTo>
                <a:lnTo>
                  <a:pt x="1484001" y="1121600"/>
                </a:lnTo>
                <a:lnTo>
                  <a:pt x="1501668" y="1123310"/>
                </a:lnTo>
                <a:lnTo>
                  <a:pt x="1519335" y="1124426"/>
                </a:lnTo>
                <a:lnTo>
                  <a:pt x="1537002" y="1125137"/>
                </a:lnTo>
                <a:lnTo>
                  <a:pt x="1554669" y="1125587"/>
                </a:lnTo>
                <a:lnTo>
                  <a:pt x="1572336" y="1125866"/>
                </a:lnTo>
                <a:lnTo>
                  <a:pt x="1590003" y="1126037"/>
                </a:lnTo>
                <a:lnTo>
                  <a:pt x="1607670" y="1126136"/>
                </a:lnTo>
                <a:lnTo>
                  <a:pt x="1625337" y="1126190"/>
                </a:lnTo>
                <a:lnTo>
                  <a:pt x="1643004" y="1126226"/>
                </a:lnTo>
                <a:lnTo>
                  <a:pt x="1660671" y="1126244"/>
                </a:lnTo>
                <a:lnTo>
                  <a:pt x="1678338" y="1126253"/>
                </a:lnTo>
                <a:lnTo>
                  <a:pt x="1696005" y="1126262"/>
                </a:lnTo>
                <a:lnTo>
                  <a:pt x="1713672" y="1126262"/>
                </a:lnTo>
                <a:lnTo>
                  <a:pt x="1731339" y="1126262"/>
                </a:lnTo>
                <a:lnTo>
                  <a:pt x="1749006" y="1126262"/>
                </a:lnTo>
              </a:path>
            </a:pathLst>
          </a:custGeom>
          <a:noFill/>
          <a:ln w="10763" cap="rnd">
            <a:solidFill>
              <a:srgbClr val="ED5D92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0" name="Freeform 169">
            <a:extLst>
              <a:ext uri="{FF2B5EF4-FFF2-40B4-BE49-F238E27FC236}">
                <a16:creationId xmlns:a16="http://schemas.microsoft.com/office/drawing/2014/main" id="{A75D407B-7C0C-863F-3DB9-115410E2182D}"/>
              </a:ext>
            </a:extLst>
          </p:cNvPr>
          <p:cNvSpPr/>
          <p:nvPr/>
        </p:nvSpPr>
        <p:spPr>
          <a:xfrm>
            <a:off x="3033543" y="2000954"/>
            <a:ext cx="1749005" cy="1126977"/>
          </a:xfrm>
          <a:custGeom>
            <a:avLst/>
            <a:gdLst>
              <a:gd name="connsiteX0" fmla="*/ 0 w 1749005"/>
              <a:gd name="connsiteY0" fmla="*/ 1126977 h 1126977"/>
              <a:gd name="connsiteX1" fmla="*/ 17667 w 1749005"/>
              <a:gd name="connsiteY1" fmla="*/ 1126977 h 1126977"/>
              <a:gd name="connsiteX2" fmla="*/ 35334 w 1749005"/>
              <a:gd name="connsiteY2" fmla="*/ 1126977 h 1126977"/>
              <a:gd name="connsiteX3" fmla="*/ 53000 w 1749005"/>
              <a:gd name="connsiteY3" fmla="*/ 1126977 h 1126977"/>
              <a:gd name="connsiteX4" fmla="*/ 70667 w 1749005"/>
              <a:gd name="connsiteY4" fmla="*/ 1126977 h 1126977"/>
              <a:gd name="connsiteX5" fmla="*/ 88333 w 1749005"/>
              <a:gd name="connsiteY5" fmla="*/ 1126977 h 1126977"/>
              <a:gd name="connsiteX6" fmla="*/ 106000 w 1749005"/>
              <a:gd name="connsiteY6" fmla="*/ 1126977 h 1126977"/>
              <a:gd name="connsiteX7" fmla="*/ 123667 w 1749005"/>
              <a:gd name="connsiteY7" fmla="*/ 1126977 h 1126977"/>
              <a:gd name="connsiteX8" fmla="*/ 141333 w 1749005"/>
              <a:gd name="connsiteY8" fmla="*/ 1126977 h 1126977"/>
              <a:gd name="connsiteX9" fmla="*/ 159000 w 1749005"/>
              <a:gd name="connsiteY9" fmla="*/ 1126977 h 1126977"/>
              <a:gd name="connsiteX10" fmla="*/ 176667 w 1749005"/>
              <a:gd name="connsiteY10" fmla="*/ 1126977 h 1126977"/>
              <a:gd name="connsiteX11" fmla="*/ 194333 w 1749005"/>
              <a:gd name="connsiteY11" fmla="*/ 1126977 h 1126977"/>
              <a:gd name="connsiteX12" fmla="*/ 212000 w 1749005"/>
              <a:gd name="connsiteY12" fmla="*/ 1126977 h 1126977"/>
              <a:gd name="connsiteX13" fmla="*/ 229667 w 1749005"/>
              <a:gd name="connsiteY13" fmla="*/ 1126977 h 1126977"/>
              <a:gd name="connsiteX14" fmla="*/ 247334 w 1749005"/>
              <a:gd name="connsiteY14" fmla="*/ 1126977 h 1126977"/>
              <a:gd name="connsiteX15" fmla="*/ 265001 w 1749005"/>
              <a:gd name="connsiteY15" fmla="*/ 1126977 h 1126977"/>
              <a:gd name="connsiteX16" fmla="*/ 282668 w 1749005"/>
              <a:gd name="connsiteY16" fmla="*/ 1126977 h 1126977"/>
              <a:gd name="connsiteX17" fmla="*/ 300334 w 1749005"/>
              <a:gd name="connsiteY17" fmla="*/ 1126977 h 1126977"/>
              <a:gd name="connsiteX18" fmla="*/ 318001 w 1749005"/>
              <a:gd name="connsiteY18" fmla="*/ 1126977 h 1126977"/>
              <a:gd name="connsiteX19" fmla="*/ 335668 w 1749005"/>
              <a:gd name="connsiteY19" fmla="*/ 1126977 h 1126977"/>
              <a:gd name="connsiteX20" fmla="*/ 353334 w 1749005"/>
              <a:gd name="connsiteY20" fmla="*/ 1126977 h 1126977"/>
              <a:gd name="connsiteX21" fmla="*/ 371001 w 1749005"/>
              <a:gd name="connsiteY21" fmla="*/ 1126977 h 1126977"/>
              <a:gd name="connsiteX22" fmla="*/ 388668 w 1749005"/>
              <a:gd name="connsiteY22" fmla="*/ 1126977 h 1126977"/>
              <a:gd name="connsiteX23" fmla="*/ 406334 w 1749005"/>
              <a:gd name="connsiteY23" fmla="*/ 1126977 h 1126977"/>
              <a:gd name="connsiteX24" fmla="*/ 424001 w 1749005"/>
              <a:gd name="connsiteY24" fmla="*/ 1126977 h 1126977"/>
              <a:gd name="connsiteX25" fmla="*/ 441668 w 1749005"/>
              <a:gd name="connsiteY25" fmla="*/ 1126977 h 1126977"/>
              <a:gd name="connsiteX26" fmla="*/ 459334 w 1749005"/>
              <a:gd name="connsiteY26" fmla="*/ 1126977 h 1126977"/>
              <a:gd name="connsiteX27" fmla="*/ 477001 w 1749005"/>
              <a:gd name="connsiteY27" fmla="*/ 1126977 h 1126977"/>
              <a:gd name="connsiteX28" fmla="*/ 494667 w 1749005"/>
              <a:gd name="connsiteY28" fmla="*/ 1126977 h 1126977"/>
              <a:gd name="connsiteX29" fmla="*/ 512334 w 1749005"/>
              <a:gd name="connsiteY29" fmla="*/ 1126977 h 1126977"/>
              <a:gd name="connsiteX30" fmla="*/ 530001 w 1749005"/>
              <a:gd name="connsiteY30" fmla="*/ 1126977 h 1126977"/>
              <a:gd name="connsiteX31" fmla="*/ 547667 w 1749005"/>
              <a:gd name="connsiteY31" fmla="*/ 1126977 h 1126977"/>
              <a:gd name="connsiteX32" fmla="*/ 565334 w 1749005"/>
              <a:gd name="connsiteY32" fmla="*/ 1126977 h 1126977"/>
              <a:gd name="connsiteX33" fmla="*/ 583001 w 1749005"/>
              <a:gd name="connsiteY33" fmla="*/ 1126977 h 1126977"/>
              <a:gd name="connsiteX34" fmla="*/ 600669 w 1749005"/>
              <a:gd name="connsiteY34" fmla="*/ 1126968 h 1126977"/>
              <a:gd name="connsiteX35" fmla="*/ 618336 w 1749005"/>
              <a:gd name="connsiteY35" fmla="*/ 1126950 h 1126977"/>
              <a:gd name="connsiteX36" fmla="*/ 636003 w 1749005"/>
              <a:gd name="connsiteY36" fmla="*/ 1126932 h 1126977"/>
              <a:gd name="connsiteX37" fmla="*/ 653670 w 1749005"/>
              <a:gd name="connsiteY37" fmla="*/ 1126896 h 1126977"/>
              <a:gd name="connsiteX38" fmla="*/ 671337 w 1749005"/>
              <a:gd name="connsiteY38" fmla="*/ 1126824 h 1126977"/>
              <a:gd name="connsiteX39" fmla="*/ 689004 w 1749005"/>
              <a:gd name="connsiteY39" fmla="*/ 1126707 h 1126977"/>
              <a:gd name="connsiteX40" fmla="*/ 706671 w 1749005"/>
              <a:gd name="connsiteY40" fmla="*/ 1126509 h 1126977"/>
              <a:gd name="connsiteX41" fmla="*/ 724338 w 1749005"/>
              <a:gd name="connsiteY41" fmla="*/ 1126194 h 1126977"/>
              <a:gd name="connsiteX42" fmla="*/ 742005 w 1749005"/>
              <a:gd name="connsiteY42" fmla="*/ 1125672 h 1126977"/>
              <a:gd name="connsiteX43" fmla="*/ 759672 w 1749005"/>
              <a:gd name="connsiteY43" fmla="*/ 1124853 h 1126977"/>
              <a:gd name="connsiteX44" fmla="*/ 777330 w 1749005"/>
              <a:gd name="connsiteY44" fmla="*/ 1123584 h 1126977"/>
              <a:gd name="connsiteX45" fmla="*/ 794997 w 1749005"/>
              <a:gd name="connsiteY45" fmla="*/ 1121649 h 1126977"/>
              <a:gd name="connsiteX46" fmla="*/ 812664 w 1749005"/>
              <a:gd name="connsiteY46" fmla="*/ 1118778 h 1126977"/>
              <a:gd name="connsiteX47" fmla="*/ 830331 w 1749005"/>
              <a:gd name="connsiteY47" fmla="*/ 1114575 h 1126977"/>
              <a:gd name="connsiteX48" fmla="*/ 847998 w 1749005"/>
              <a:gd name="connsiteY48" fmla="*/ 1108563 h 1126977"/>
              <a:gd name="connsiteX49" fmla="*/ 865665 w 1749005"/>
              <a:gd name="connsiteY49" fmla="*/ 1100121 h 1126977"/>
              <a:gd name="connsiteX50" fmla="*/ 883332 w 1749005"/>
              <a:gd name="connsiteY50" fmla="*/ 1088511 h 1126977"/>
              <a:gd name="connsiteX51" fmla="*/ 900999 w 1749005"/>
              <a:gd name="connsiteY51" fmla="*/ 1072878 h 1126977"/>
              <a:gd name="connsiteX52" fmla="*/ 918666 w 1749005"/>
              <a:gd name="connsiteY52" fmla="*/ 1052259 h 1126977"/>
              <a:gd name="connsiteX53" fmla="*/ 936333 w 1749005"/>
              <a:gd name="connsiteY53" fmla="*/ 1025637 h 1126977"/>
              <a:gd name="connsiteX54" fmla="*/ 954000 w 1749005"/>
              <a:gd name="connsiteY54" fmla="*/ 992004 h 1126977"/>
              <a:gd name="connsiteX55" fmla="*/ 971667 w 1749005"/>
              <a:gd name="connsiteY55" fmla="*/ 950442 h 1126977"/>
              <a:gd name="connsiteX56" fmla="*/ 989334 w 1749005"/>
              <a:gd name="connsiteY56" fmla="*/ 900231 h 1126977"/>
              <a:gd name="connsiteX57" fmla="*/ 1007001 w 1749005"/>
              <a:gd name="connsiteY57" fmla="*/ 840975 h 1126977"/>
              <a:gd name="connsiteX58" fmla="*/ 1024668 w 1749005"/>
              <a:gd name="connsiteY58" fmla="*/ 772715 h 1126977"/>
              <a:gd name="connsiteX59" fmla="*/ 1042335 w 1749005"/>
              <a:gd name="connsiteY59" fmla="*/ 696051 h 1126977"/>
              <a:gd name="connsiteX60" fmla="*/ 1060002 w 1749005"/>
              <a:gd name="connsiteY60" fmla="*/ 612218 h 1126977"/>
              <a:gd name="connsiteX61" fmla="*/ 1077669 w 1749005"/>
              <a:gd name="connsiteY61" fmla="*/ 523131 h 1126977"/>
              <a:gd name="connsiteX62" fmla="*/ 1095336 w 1749005"/>
              <a:gd name="connsiteY62" fmla="*/ 431358 h 1126977"/>
              <a:gd name="connsiteX63" fmla="*/ 1113003 w 1749005"/>
              <a:gd name="connsiteY63" fmla="*/ 340041 h 1126977"/>
              <a:gd name="connsiteX64" fmla="*/ 1130670 w 1749005"/>
              <a:gd name="connsiteY64" fmla="*/ 252740 h 1126977"/>
              <a:gd name="connsiteX65" fmla="*/ 1148337 w 1749005"/>
              <a:gd name="connsiteY65" fmla="*/ 173212 h 1126977"/>
              <a:gd name="connsiteX66" fmla="*/ 1166004 w 1749005"/>
              <a:gd name="connsiteY66" fmla="*/ 105153 h 1126977"/>
              <a:gd name="connsiteX67" fmla="*/ 1183671 w 1749005"/>
              <a:gd name="connsiteY67" fmla="*/ 51915 h 1126977"/>
              <a:gd name="connsiteX68" fmla="*/ 1201338 w 1749005"/>
              <a:gd name="connsiteY68" fmla="*/ 16236 h 1126977"/>
              <a:gd name="connsiteX69" fmla="*/ 1219005 w 1749005"/>
              <a:gd name="connsiteY69" fmla="*/ 0 h 1126977"/>
              <a:gd name="connsiteX70" fmla="*/ 1236672 w 1749005"/>
              <a:gd name="connsiteY70" fmla="*/ 4081 h 1126977"/>
              <a:gd name="connsiteX71" fmla="*/ 1254339 w 1749005"/>
              <a:gd name="connsiteY71" fmla="*/ 28259 h 1126977"/>
              <a:gd name="connsiteX72" fmla="*/ 1272006 w 1749005"/>
              <a:gd name="connsiteY72" fmla="*/ 71240 h 1126977"/>
              <a:gd name="connsiteX73" fmla="*/ 1289664 w 1749005"/>
              <a:gd name="connsiteY73" fmla="*/ 130775 h 1126977"/>
              <a:gd name="connsiteX74" fmla="*/ 1307331 w 1749005"/>
              <a:gd name="connsiteY74" fmla="*/ 203850 h 1126977"/>
              <a:gd name="connsiteX75" fmla="*/ 1324998 w 1749005"/>
              <a:gd name="connsiteY75" fmla="*/ 286940 h 1126977"/>
              <a:gd name="connsiteX76" fmla="*/ 1342665 w 1749005"/>
              <a:gd name="connsiteY76" fmla="*/ 376292 h 1126977"/>
              <a:gd name="connsiteX77" fmla="*/ 1360332 w 1749005"/>
              <a:gd name="connsiteY77" fmla="*/ 468200 h 1126977"/>
              <a:gd name="connsiteX78" fmla="*/ 1377999 w 1749005"/>
              <a:gd name="connsiteY78" fmla="*/ 559246 h 1126977"/>
              <a:gd name="connsiteX79" fmla="*/ 1395666 w 1749005"/>
              <a:gd name="connsiteY79" fmla="*/ 646505 h 1126977"/>
              <a:gd name="connsiteX80" fmla="*/ 1413333 w 1749005"/>
              <a:gd name="connsiteY80" fmla="*/ 727661 h 1126977"/>
              <a:gd name="connsiteX81" fmla="*/ 1431000 w 1749005"/>
              <a:gd name="connsiteY81" fmla="*/ 801074 h 1126977"/>
              <a:gd name="connsiteX82" fmla="*/ 1448667 w 1749005"/>
              <a:gd name="connsiteY82" fmla="*/ 865770 h 1126977"/>
              <a:gd name="connsiteX83" fmla="*/ 1466334 w 1749005"/>
              <a:gd name="connsiteY83" fmla="*/ 921390 h 1126977"/>
              <a:gd name="connsiteX84" fmla="*/ 1484001 w 1749005"/>
              <a:gd name="connsiteY84" fmla="*/ 968073 h 1126977"/>
              <a:gd name="connsiteX85" fmla="*/ 1501668 w 1749005"/>
              <a:gd name="connsiteY85" fmla="*/ 1006368 h 1126977"/>
              <a:gd name="connsiteX86" fmla="*/ 1519335 w 1749005"/>
              <a:gd name="connsiteY86" fmla="*/ 1037076 h 1126977"/>
              <a:gd name="connsiteX87" fmla="*/ 1537002 w 1749005"/>
              <a:gd name="connsiteY87" fmla="*/ 1061169 h 1126977"/>
              <a:gd name="connsiteX88" fmla="*/ 1554669 w 1749005"/>
              <a:gd name="connsiteY88" fmla="*/ 1079673 h 1126977"/>
              <a:gd name="connsiteX89" fmla="*/ 1572336 w 1749005"/>
              <a:gd name="connsiteY89" fmla="*/ 1093587 h 1126977"/>
              <a:gd name="connsiteX90" fmla="*/ 1590003 w 1749005"/>
              <a:gd name="connsiteY90" fmla="*/ 1103829 h 1126977"/>
              <a:gd name="connsiteX91" fmla="*/ 1607670 w 1749005"/>
              <a:gd name="connsiteY91" fmla="*/ 1111218 h 1126977"/>
              <a:gd name="connsiteX92" fmla="*/ 1625337 w 1749005"/>
              <a:gd name="connsiteY92" fmla="*/ 1116447 h 1126977"/>
              <a:gd name="connsiteX93" fmla="*/ 1643004 w 1749005"/>
              <a:gd name="connsiteY93" fmla="*/ 1120065 h 1126977"/>
              <a:gd name="connsiteX94" fmla="*/ 1660671 w 1749005"/>
              <a:gd name="connsiteY94" fmla="*/ 1122522 h 1126977"/>
              <a:gd name="connsiteX95" fmla="*/ 1678338 w 1749005"/>
              <a:gd name="connsiteY95" fmla="*/ 1124160 h 1126977"/>
              <a:gd name="connsiteX96" fmla="*/ 1696005 w 1749005"/>
              <a:gd name="connsiteY96" fmla="*/ 1125222 h 1126977"/>
              <a:gd name="connsiteX97" fmla="*/ 1713672 w 1749005"/>
              <a:gd name="connsiteY97" fmla="*/ 1125906 h 1126977"/>
              <a:gd name="connsiteX98" fmla="*/ 1731339 w 1749005"/>
              <a:gd name="connsiteY98" fmla="*/ 1126338 h 1126977"/>
              <a:gd name="connsiteX99" fmla="*/ 1749006 w 1749005"/>
              <a:gd name="connsiteY99" fmla="*/ 1126599 h 11269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749005" h="1126977">
                <a:moveTo>
                  <a:pt x="0" y="1126977"/>
                </a:moveTo>
                <a:lnTo>
                  <a:pt x="17667" y="1126977"/>
                </a:lnTo>
                <a:lnTo>
                  <a:pt x="35334" y="1126977"/>
                </a:lnTo>
                <a:lnTo>
                  <a:pt x="53000" y="1126977"/>
                </a:lnTo>
                <a:lnTo>
                  <a:pt x="70667" y="1126977"/>
                </a:lnTo>
                <a:lnTo>
                  <a:pt x="88333" y="1126977"/>
                </a:lnTo>
                <a:lnTo>
                  <a:pt x="106000" y="1126977"/>
                </a:lnTo>
                <a:lnTo>
                  <a:pt x="123667" y="1126977"/>
                </a:lnTo>
                <a:lnTo>
                  <a:pt x="141333" y="1126977"/>
                </a:lnTo>
                <a:lnTo>
                  <a:pt x="159000" y="1126977"/>
                </a:lnTo>
                <a:lnTo>
                  <a:pt x="176667" y="1126977"/>
                </a:lnTo>
                <a:lnTo>
                  <a:pt x="194333" y="1126977"/>
                </a:lnTo>
                <a:lnTo>
                  <a:pt x="212000" y="1126977"/>
                </a:lnTo>
                <a:lnTo>
                  <a:pt x="229667" y="1126977"/>
                </a:lnTo>
                <a:lnTo>
                  <a:pt x="247334" y="1126977"/>
                </a:lnTo>
                <a:lnTo>
                  <a:pt x="265001" y="1126977"/>
                </a:lnTo>
                <a:lnTo>
                  <a:pt x="282668" y="1126977"/>
                </a:lnTo>
                <a:lnTo>
                  <a:pt x="300334" y="1126977"/>
                </a:lnTo>
                <a:lnTo>
                  <a:pt x="318001" y="1126977"/>
                </a:lnTo>
                <a:lnTo>
                  <a:pt x="335668" y="1126977"/>
                </a:lnTo>
                <a:lnTo>
                  <a:pt x="353334" y="1126977"/>
                </a:lnTo>
                <a:lnTo>
                  <a:pt x="371001" y="1126977"/>
                </a:lnTo>
                <a:lnTo>
                  <a:pt x="388668" y="1126977"/>
                </a:lnTo>
                <a:lnTo>
                  <a:pt x="406334" y="1126977"/>
                </a:lnTo>
                <a:lnTo>
                  <a:pt x="424001" y="1126977"/>
                </a:lnTo>
                <a:lnTo>
                  <a:pt x="441668" y="1126977"/>
                </a:lnTo>
                <a:lnTo>
                  <a:pt x="459334" y="1126977"/>
                </a:lnTo>
                <a:lnTo>
                  <a:pt x="477001" y="1126977"/>
                </a:lnTo>
                <a:lnTo>
                  <a:pt x="494667" y="1126977"/>
                </a:lnTo>
                <a:lnTo>
                  <a:pt x="512334" y="1126977"/>
                </a:lnTo>
                <a:lnTo>
                  <a:pt x="530001" y="1126977"/>
                </a:lnTo>
                <a:lnTo>
                  <a:pt x="547667" y="1126977"/>
                </a:lnTo>
                <a:lnTo>
                  <a:pt x="565334" y="1126977"/>
                </a:lnTo>
                <a:lnTo>
                  <a:pt x="583001" y="1126977"/>
                </a:lnTo>
                <a:lnTo>
                  <a:pt x="600669" y="1126968"/>
                </a:lnTo>
                <a:lnTo>
                  <a:pt x="618336" y="1126950"/>
                </a:lnTo>
                <a:lnTo>
                  <a:pt x="636003" y="1126932"/>
                </a:lnTo>
                <a:lnTo>
                  <a:pt x="653670" y="1126896"/>
                </a:lnTo>
                <a:lnTo>
                  <a:pt x="671337" y="1126824"/>
                </a:lnTo>
                <a:lnTo>
                  <a:pt x="689004" y="1126707"/>
                </a:lnTo>
                <a:lnTo>
                  <a:pt x="706671" y="1126509"/>
                </a:lnTo>
                <a:lnTo>
                  <a:pt x="724338" y="1126194"/>
                </a:lnTo>
                <a:lnTo>
                  <a:pt x="742005" y="1125672"/>
                </a:lnTo>
                <a:lnTo>
                  <a:pt x="759672" y="1124853"/>
                </a:lnTo>
                <a:lnTo>
                  <a:pt x="777330" y="1123584"/>
                </a:lnTo>
                <a:lnTo>
                  <a:pt x="794997" y="1121649"/>
                </a:lnTo>
                <a:lnTo>
                  <a:pt x="812664" y="1118778"/>
                </a:lnTo>
                <a:lnTo>
                  <a:pt x="830331" y="1114575"/>
                </a:lnTo>
                <a:lnTo>
                  <a:pt x="847998" y="1108563"/>
                </a:lnTo>
                <a:lnTo>
                  <a:pt x="865665" y="1100121"/>
                </a:lnTo>
                <a:lnTo>
                  <a:pt x="883332" y="1088511"/>
                </a:lnTo>
                <a:lnTo>
                  <a:pt x="900999" y="1072878"/>
                </a:lnTo>
                <a:lnTo>
                  <a:pt x="918666" y="1052259"/>
                </a:lnTo>
                <a:lnTo>
                  <a:pt x="936333" y="1025637"/>
                </a:lnTo>
                <a:lnTo>
                  <a:pt x="954000" y="992004"/>
                </a:lnTo>
                <a:lnTo>
                  <a:pt x="971667" y="950442"/>
                </a:lnTo>
                <a:lnTo>
                  <a:pt x="989334" y="900231"/>
                </a:lnTo>
                <a:lnTo>
                  <a:pt x="1007001" y="840975"/>
                </a:lnTo>
                <a:lnTo>
                  <a:pt x="1024668" y="772715"/>
                </a:lnTo>
                <a:lnTo>
                  <a:pt x="1042335" y="696051"/>
                </a:lnTo>
                <a:lnTo>
                  <a:pt x="1060002" y="612218"/>
                </a:lnTo>
                <a:lnTo>
                  <a:pt x="1077669" y="523131"/>
                </a:lnTo>
                <a:lnTo>
                  <a:pt x="1095336" y="431358"/>
                </a:lnTo>
                <a:lnTo>
                  <a:pt x="1113003" y="340041"/>
                </a:lnTo>
                <a:lnTo>
                  <a:pt x="1130670" y="252740"/>
                </a:lnTo>
                <a:lnTo>
                  <a:pt x="1148337" y="173212"/>
                </a:lnTo>
                <a:lnTo>
                  <a:pt x="1166004" y="105153"/>
                </a:lnTo>
                <a:lnTo>
                  <a:pt x="1183671" y="51915"/>
                </a:lnTo>
                <a:lnTo>
                  <a:pt x="1201338" y="16236"/>
                </a:lnTo>
                <a:lnTo>
                  <a:pt x="1219005" y="0"/>
                </a:lnTo>
                <a:lnTo>
                  <a:pt x="1236672" y="4081"/>
                </a:lnTo>
                <a:lnTo>
                  <a:pt x="1254339" y="28259"/>
                </a:lnTo>
                <a:lnTo>
                  <a:pt x="1272006" y="71240"/>
                </a:lnTo>
                <a:lnTo>
                  <a:pt x="1289664" y="130775"/>
                </a:lnTo>
                <a:lnTo>
                  <a:pt x="1307331" y="203850"/>
                </a:lnTo>
                <a:lnTo>
                  <a:pt x="1324998" y="286940"/>
                </a:lnTo>
                <a:lnTo>
                  <a:pt x="1342665" y="376292"/>
                </a:lnTo>
                <a:lnTo>
                  <a:pt x="1360332" y="468200"/>
                </a:lnTo>
                <a:lnTo>
                  <a:pt x="1377999" y="559246"/>
                </a:lnTo>
                <a:lnTo>
                  <a:pt x="1395666" y="646505"/>
                </a:lnTo>
                <a:lnTo>
                  <a:pt x="1413333" y="727661"/>
                </a:lnTo>
                <a:lnTo>
                  <a:pt x="1431000" y="801074"/>
                </a:lnTo>
                <a:lnTo>
                  <a:pt x="1448667" y="865770"/>
                </a:lnTo>
                <a:lnTo>
                  <a:pt x="1466334" y="921390"/>
                </a:lnTo>
                <a:lnTo>
                  <a:pt x="1484001" y="968073"/>
                </a:lnTo>
                <a:lnTo>
                  <a:pt x="1501668" y="1006368"/>
                </a:lnTo>
                <a:lnTo>
                  <a:pt x="1519335" y="1037076"/>
                </a:lnTo>
                <a:lnTo>
                  <a:pt x="1537002" y="1061169"/>
                </a:lnTo>
                <a:lnTo>
                  <a:pt x="1554669" y="1079673"/>
                </a:lnTo>
                <a:lnTo>
                  <a:pt x="1572336" y="1093587"/>
                </a:lnTo>
                <a:lnTo>
                  <a:pt x="1590003" y="1103829"/>
                </a:lnTo>
                <a:lnTo>
                  <a:pt x="1607670" y="1111218"/>
                </a:lnTo>
                <a:lnTo>
                  <a:pt x="1625337" y="1116447"/>
                </a:lnTo>
                <a:lnTo>
                  <a:pt x="1643004" y="1120065"/>
                </a:lnTo>
                <a:lnTo>
                  <a:pt x="1660671" y="1122522"/>
                </a:lnTo>
                <a:lnTo>
                  <a:pt x="1678338" y="1124160"/>
                </a:lnTo>
                <a:lnTo>
                  <a:pt x="1696005" y="1125222"/>
                </a:lnTo>
                <a:lnTo>
                  <a:pt x="1713672" y="1125906"/>
                </a:lnTo>
                <a:lnTo>
                  <a:pt x="1731339" y="1126338"/>
                </a:lnTo>
                <a:lnTo>
                  <a:pt x="1749006" y="1126599"/>
                </a:lnTo>
              </a:path>
            </a:pathLst>
          </a:custGeom>
          <a:noFill/>
          <a:ln w="10763" cap="rnd">
            <a:solidFill>
              <a:srgbClr val="C68125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1" name="Freeform 170">
            <a:extLst>
              <a:ext uri="{FF2B5EF4-FFF2-40B4-BE49-F238E27FC236}">
                <a16:creationId xmlns:a16="http://schemas.microsoft.com/office/drawing/2014/main" id="{6013114A-1F7C-10EA-8EEC-766F6B987989}"/>
              </a:ext>
            </a:extLst>
          </p:cNvPr>
          <p:cNvSpPr/>
          <p:nvPr/>
        </p:nvSpPr>
        <p:spPr>
          <a:xfrm>
            <a:off x="3033543" y="2000443"/>
            <a:ext cx="1749005" cy="1127488"/>
          </a:xfrm>
          <a:custGeom>
            <a:avLst/>
            <a:gdLst>
              <a:gd name="connsiteX0" fmla="*/ 0 w 1749005"/>
              <a:gd name="connsiteY0" fmla="*/ 1127488 h 1127488"/>
              <a:gd name="connsiteX1" fmla="*/ 17667 w 1749005"/>
              <a:gd name="connsiteY1" fmla="*/ 1127488 h 1127488"/>
              <a:gd name="connsiteX2" fmla="*/ 35334 w 1749005"/>
              <a:gd name="connsiteY2" fmla="*/ 1127488 h 1127488"/>
              <a:gd name="connsiteX3" fmla="*/ 53000 w 1749005"/>
              <a:gd name="connsiteY3" fmla="*/ 1127488 h 1127488"/>
              <a:gd name="connsiteX4" fmla="*/ 70667 w 1749005"/>
              <a:gd name="connsiteY4" fmla="*/ 1127488 h 1127488"/>
              <a:gd name="connsiteX5" fmla="*/ 88333 w 1749005"/>
              <a:gd name="connsiteY5" fmla="*/ 1127488 h 1127488"/>
              <a:gd name="connsiteX6" fmla="*/ 106000 w 1749005"/>
              <a:gd name="connsiteY6" fmla="*/ 1127488 h 1127488"/>
              <a:gd name="connsiteX7" fmla="*/ 123667 w 1749005"/>
              <a:gd name="connsiteY7" fmla="*/ 1127488 h 1127488"/>
              <a:gd name="connsiteX8" fmla="*/ 141333 w 1749005"/>
              <a:gd name="connsiteY8" fmla="*/ 1127488 h 1127488"/>
              <a:gd name="connsiteX9" fmla="*/ 159000 w 1749005"/>
              <a:gd name="connsiteY9" fmla="*/ 1127488 h 1127488"/>
              <a:gd name="connsiteX10" fmla="*/ 176667 w 1749005"/>
              <a:gd name="connsiteY10" fmla="*/ 1127488 h 1127488"/>
              <a:gd name="connsiteX11" fmla="*/ 194333 w 1749005"/>
              <a:gd name="connsiteY11" fmla="*/ 1127488 h 1127488"/>
              <a:gd name="connsiteX12" fmla="*/ 212000 w 1749005"/>
              <a:gd name="connsiteY12" fmla="*/ 1127488 h 1127488"/>
              <a:gd name="connsiteX13" fmla="*/ 229667 w 1749005"/>
              <a:gd name="connsiteY13" fmla="*/ 1127488 h 1127488"/>
              <a:gd name="connsiteX14" fmla="*/ 247334 w 1749005"/>
              <a:gd name="connsiteY14" fmla="*/ 1127488 h 1127488"/>
              <a:gd name="connsiteX15" fmla="*/ 265001 w 1749005"/>
              <a:gd name="connsiteY15" fmla="*/ 1127488 h 1127488"/>
              <a:gd name="connsiteX16" fmla="*/ 282668 w 1749005"/>
              <a:gd name="connsiteY16" fmla="*/ 1127488 h 1127488"/>
              <a:gd name="connsiteX17" fmla="*/ 300334 w 1749005"/>
              <a:gd name="connsiteY17" fmla="*/ 1127488 h 1127488"/>
              <a:gd name="connsiteX18" fmla="*/ 318001 w 1749005"/>
              <a:gd name="connsiteY18" fmla="*/ 1127488 h 1127488"/>
              <a:gd name="connsiteX19" fmla="*/ 335668 w 1749005"/>
              <a:gd name="connsiteY19" fmla="*/ 1127488 h 1127488"/>
              <a:gd name="connsiteX20" fmla="*/ 353334 w 1749005"/>
              <a:gd name="connsiteY20" fmla="*/ 1127488 h 1127488"/>
              <a:gd name="connsiteX21" fmla="*/ 371001 w 1749005"/>
              <a:gd name="connsiteY21" fmla="*/ 1127488 h 1127488"/>
              <a:gd name="connsiteX22" fmla="*/ 388668 w 1749005"/>
              <a:gd name="connsiteY22" fmla="*/ 1127488 h 1127488"/>
              <a:gd name="connsiteX23" fmla="*/ 406334 w 1749005"/>
              <a:gd name="connsiteY23" fmla="*/ 1127488 h 1127488"/>
              <a:gd name="connsiteX24" fmla="*/ 424001 w 1749005"/>
              <a:gd name="connsiteY24" fmla="*/ 1127488 h 1127488"/>
              <a:gd name="connsiteX25" fmla="*/ 441668 w 1749005"/>
              <a:gd name="connsiteY25" fmla="*/ 1127488 h 1127488"/>
              <a:gd name="connsiteX26" fmla="*/ 459334 w 1749005"/>
              <a:gd name="connsiteY26" fmla="*/ 1127488 h 1127488"/>
              <a:gd name="connsiteX27" fmla="*/ 477001 w 1749005"/>
              <a:gd name="connsiteY27" fmla="*/ 1127488 h 1127488"/>
              <a:gd name="connsiteX28" fmla="*/ 494667 w 1749005"/>
              <a:gd name="connsiteY28" fmla="*/ 1127488 h 1127488"/>
              <a:gd name="connsiteX29" fmla="*/ 512334 w 1749005"/>
              <a:gd name="connsiteY29" fmla="*/ 1127488 h 1127488"/>
              <a:gd name="connsiteX30" fmla="*/ 530001 w 1749005"/>
              <a:gd name="connsiteY30" fmla="*/ 1127488 h 1127488"/>
              <a:gd name="connsiteX31" fmla="*/ 547667 w 1749005"/>
              <a:gd name="connsiteY31" fmla="*/ 1127488 h 1127488"/>
              <a:gd name="connsiteX32" fmla="*/ 565334 w 1749005"/>
              <a:gd name="connsiteY32" fmla="*/ 1127488 h 1127488"/>
              <a:gd name="connsiteX33" fmla="*/ 583001 w 1749005"/>
              <a:gd name="connsiteY33" fmla="*/ 1127488 h 1127488"/>
              <a:gd name="connsiteX34" fmla="*/ 600669 w 1749005"/>
              <a:gd name="connsiteY34" fmla="*/ 1127488 h 1127488"/>
              <a:gd name="connsiteX35" fmla="*/ 618336 w 1749005"/>
              <a:gd name="connsiteY35" fmla="*/ 1127488 h 1127488"/>
              <a:gd name="connsiteX36" fmla="*/ 636003 w 1749005"/>
              <a:gd name="connsiteY36" fmla="*/ 1127488 h 1127488"/>
              <a:gd name="connsiteX37" fmla="*/ 653670 w 1749005"/>
              <a:gd name="connsiteY37" fmla="*/ 1127488 h 1127488"/>
              <a:gd name="connsiteX38" fmla="*/ 671337 w 1749005"/>
              <a:gd name="connsiteY38" fmla="*/ 1127488 h 1127488"/>
              <a:gd name="connsiteX39" fmla="*/ 689004 w 1749005"/>
              <a:gd name="connsiteY39" fmla="*/ 1127488 h 1127488"/>
              <a:gd name="connsiteX40" fmla="*/ 706671 w 1749005"/>
              <a:gd name="connsiteY40" fmla="*/ 1127488 h 1127488"/>
              <a:gd name="connsiteX41" fmla="*/ 724338 w 1749005"/>
              <a:gd name="connsiteY41" fmla="*/ 1127488 h 1127488"/>
              <a:gd name="connsiteX42" fmla="*/ 742005 w 1749005"/>
              <a:gd name="connsiteY42" fmla="*/ 1127488 h 1127488"/>
              <a:gd name="connsiteX43" fmla="*/ 759672 w 1749005"/>
              <a:gd name="connsiteY43" fmla="*/ 1127479 h 1127488"/>
              <a:gd name="connsiteX44" fmla="*/ 777330 w 1749005"/>
              <a:gd name="connsiteY44" fmla="*/ 1127479 h 1127488"/>
              <a:gd name="connsiteX45" fmla="*/ 794997 w 1749005"/>
              <a:gd name="connsiteY45" fmla="*/ 1127461 h 1127488"/>
              <a:gd name="connsiteX46" fmla="*/ 812664 w 1749005"/>
              <a:gd name="connsiteY46" fmla="*/ 1127443 h 1127488"/>
              <a:gd name="connsiteX47" fmla="*/ 830331 w 1749005"/>
              <a:gd name="connsiteY47" fmla="*/ 1127398 h 1127488"/>
              <a:gd name="connsiteX48" fmla="*/ 847998 w 1749005"/>
              <a:gd name="connsiteY48" fmla="*/ 1127326 h 1127488"/>
              <a:gd name="connsiteX49" fmla="*/ 865665 w 1749005"/>
              <a:gd name="connsiteY49" fmla="*/ 1127200 h 1127488"/>
              <a:gd name="connsiteX50" fmla="*/ 883332 w 1749005"/>
              <a:gd name="connsiteY50" fmla="*/ 1126993 h 1127488"/>
              <a:gd name="connsiteX51" fmla="*/ 900999 w 1749005"/>
              <a:gd name="connsiteY51" fmla="*/ 1126660 h 1127488"/>
              <a:gd name="connsiteX52" fmla="*/ 918666 w 1749005"/>
              <a:gd name="connsiteY52" fmla="*/ 1126120 h 1127488"/>
              <a:gd name="connsiteX53" fmla="*/ 936333 w 1749005"/>
              <a:gd name="connsiteY53" fmla="*/ 1125256 h 1127488"/>
              <a:gd name="connsiteX54" fmla="*/ 954000 w 1749005"/>
              <a:gd name="connsiteY54" fmla="*/ 1123933 h 1127488"/>
              <a:gd name="connsiteX55" fmla="*/ 971667 w 1749005"/>
              <a:gd name="connsiteY55" fmla="*/ 1121926 h 1127488"/>
              <a:gd name="connsiteX56" fmla="*/ 989334 w 1749005"/>
              <a:gd name="connsiteY56" fmla="*/ 1118938 h 1127488"/>
              <a:gd name="connsiteX57" fmla="*/ 1007001 w 1749005"/>
              <a:gd name="connsiteY57" fmla="*/ 1114573 h 1127488"/>
              <a:gd name="connsiteX58" fmla="*/ 1024668 w 1749005"/>
              <a:gd name="connsiteY58" fmla="*/ 1108345 h 1127488"/>
              <a:gd name="connsiteX59" fmla="*/ 1042335 w 1749005"/>
              <a:gd name="connsiteY59" fmla="*/ 1099624 h 1127488"/>
              <a:gd name="connsiteX60" fmla="*/ 1060002 w 1749005"/>
              <a:gd name="connsiteY60" fmla="*/ 1087654 h 1127488"/>
              <a:gd name="connsiteX61" fmla="*/ 1077669 w 1749005"/>
              <a:gd name="connsiteY61" fmla="*/ 1071571 h 1127488"/>
              <a:gd name="connsiteX62" fmla="*/ 1095336 w 1749005"/>
              <a:gd name="connsiteY62" fmla="*/ 1050394 h 1127488"/>
              <a:gd name="connsiteX63" fmla="*/ 1113003 w 1749005"/>
              <a:gd name="connsiteY63" fmla="*/ 1023124 h 1127488"/>
              <a:gd name="connsiteX64" fmla="*/ 1130670 w 1749005"/>
              <a:gd name="connsiteY64" fmla="*/ 988735 h 1127488"/>
              <a:gd name="connsiteX65" fmla="*/ 1148337 w 1749005"/>
              <a:gd name="connsiteY65" fmla="*/ 946336 h 1127488"/>
              <a:gd name="connsiteX66" fmla="*/ 1166004 w 1749005"/>
              <a:gd name="connsiteY66" fmla="*/ 895225 h 1127488"/>
              <a:gd name="connsiteX67" fmla="*/ 1183671 w 1749005"/>
              <a:gd name="connsiteY67" fmla="*/ 835060 h 1127488"/>
              <a:gd name="connsiteX68" fmla="*/ 1201338 w 1749005"/>
              <a:gd name="connsiteY68" fmla="*/ 765923 h 1127488"/>
              <a:gd name="connsiteX69" fmla="*/ 1219005 w 1749005"/>
              <a:gd name="connsiteY69" fmla="*/ 688475 h 1127488"/>
              <a:gd name="connsiteX70" fmla="*/ 1236672 w 1749005"/>
              <a:gd name="connsiteY70" fmla="*/ 604020 h 1127488"/>
              <a:gd name="connsiteX71" fmla="*/ 1254339 w 1749005"/>
              <a:gd name="connsiteY71" fmla="*/ 514538 h 1127488"/>
              <a:gd name="connsiteX72" fmla="*/ 1272006 w 1749005"/>
              <a:gd name="connsiteY72" fmla="*/ 422661 h 1127488"/>
              <a:gd name="connsiteX73" fmla="*/ 1289664 w 1749005"/>
              <a:gd name="connsiteY73" fmla="*/ 331581 h 1127488"/>
              <a:gd name="connsiteX74" fmla="*/ 1307331 w 1749005"/>
              <a:gd name="connsiteY74" fmla="*/ 244887 h 1127488"/>
              <a:gd name="connsiteX75" fmla="*/ 1324998 w 1749005"/>
              <a:gd name="connsiteY75" fmla="*/ 166342 h 1127488"/>
              <a:gd name="connsiteX76" fmla="*/ 1342665 w 1749005"/>
              <a:gd name="connsiteY76" fmla="*/ 99623 h 1127488"/>
              <a:gd name="connsiteX77" fmla="*/ 1360332 w 1749005"/>
              <a:gd name="connsiteY77" fmla="*/ 48030 h 1127488"/>
              <a:gd name="connsiteX78" fmla="*/ 1377999 w 1749005"/>
              <a:gd name="connsiteY78" fmla="*/ 14225 h 1127488"/>
              <a:gd name="connsiteX79" fmla="*/ 1395666 w 1749005"/>
              <a:gd name="connsiteY79" fmla="*/ 0 h 1127488"/>
              <a:gd name="connsiteX80" fmla="*/ 1413333 w 1749005"/>
              <a:gd name="connsiteY80" fmla="*/ 6119 h 1127488"/>
              <a:gd name="connsiteX81" fmla="*/ 1431000 w 1749005"/>
              <a:gd name="connsiteY81" fmla="*/ 32252 h 1127488"/>
              <a:gd name="connsiteX82" fmla="*/ 1448667 w 1749005"/>
              <a:gd name="connsiteY82" fmla="*/ 77004 h 1127488"/>
              <a:gd name="connsiteX83" fmla="*/ 1466334 w 1749005"/>
              <a:gd name="connsiteY83" fmla="*/ 138039 h 1127488"/>
              <a:gd name="connsiteX84" fmla="*/ 1484001 w 1749005"/>
              <a:gd name="connsiteY84" fmla="*/ 212280 h 1127488"/>
              <a:gd name="connsiteX85" fmla="*/ 1501668 w 1749005"/>
              <a:gd name="connsiteY85" fmla="*/ 296167 h 1127488"/>
              <a:gd name="connsiteX86" fmla="*/ 1519335 w 1749005"/>
              <a:gd name="connsiteY86" fmla="*/ 385940 h 1127488"/>
              <a:gd name="connsiteX87" fmla="*/ 1537002 w 1749005"/>
              <a:gd name="connsiteY87" fmla="*/ 477907 h 1127488"/>
              <a:gd name="connsiteX88" fmla="*/ 1554669 w 1749005"/>
              <a:gd name="connsiteY88" fmla="*/ 568697 h 1127488"/>
              <a:gd name="connsiteX89" fmla="*/ 1572336 w 1749005"/>
              <a:gd name="connsiteY89" fmla="*/ 655438 h 1127488"/>
              <a:gd name="connsiteX90" fmla="*/ 1590003 w 1749005"/>
              <a:gd name="connsiteY90" fmla="*/ 735883 h 1127488"/>
              <a:gd name="connsiteX91" fmla="*/ 1607670 w 1749005"/>
              <a:gd name="connsiteY91" fmla="*/ 808458 h 1127488"/>
              <a:gd name="connsiteX92" fmla="*/ 1625337 w 1749005"/>
              <a:gd name="connsiteY92" fmla="*/ 872257 h 1127488"/>
              <a:gd name="connsiteX93" fmla="*/ 1643004 w 1749005"/>
              <a:gd name="connsiteY93" fmla="*/ 926968 h 1127488"/>
              <a:gd name="connsiteX94" fmla="*/ 1660671 w 1749005"/>
              <a:gd name="connsiteY94" fmla="*/ 972778 h 1127488"/>
              <a:gd name="connsiteX95" fmla="*/ 1678338 w 1749005"/>
              <a:gd name="connsiteY95" fmla="*/ 1010272 h 1127488"/>
              <a:gd name="connsiteX96" fmla="*/ 1696005 w 1749005"/>
              <a:gd name="connsiteY96" fmla="*/ 1040278 h 1127488"/>
              <a:gd name="connsiteX97" fmla="*/ 1713672 w 1749005"/>
              <a:gd name="connsiteY97" fmla="*/ 1063768 h 1127488"/>
              <a:gd name="connsiteX98" fmla="*/ 1731339 w 1749005"/>
              <a:gd name="connsiteY98" fmla="*/ 1081768 h 1127488"/>
              <a:gd name="connsiteX99" fmla="*/ 1749006 w 1749005"/>
              <a:gd name="connsiteY99" fmla="*/ 1095268 h 1127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749005" h="1127488">
                <a:moveTo>
                  <a:pt x="0" y="1127488"/>
                </a:moveTo>
                <a:lnTo>
                  <a:pt x="17667" y="1127488"/>
                </a:lnTo>
                <a:lnTo>
                  <a:pt x="35334" y="1127488"/>
                </a:lnTo>
                <a:lnTo>
                  <a:pt x="53000" y="1127488"/>
                </a:lnTo>
                <a:lnTo>
                  <a:pt x="70667" y="1127488"/>
                </a:lnTo>
                <a:lnTo>
                  <a:pt x="88333" y="1127488"/>
                </a:lnTo>
                <a:lnTo>
                  <a:pt x="106000" y="1127488"/>
                </a:lnTo>
                <a:lnTo>
                  <a:pt x="123667" y="1127488"/>
                </a:lnTo>
                <a:lnTo>
                  <a:pt x="141333" y="1127488"/>
                </a:lnTo>
                <a:lnTo>
                  <a:pt x="159000" y="1127488"/>
                </a:lnTo>
                <a:lnTo>
                  <a:pt x="176667" y="1127488"/>
                </a:lnTo>
                <a:lnTo>
                  <a:pt x="194333" y="1127488"/>
                </a:lnTo>
                <a:lnTo>
                  <a:pt x="212000" y="1127488"/>
                </a:lnTo>
                <a:lnTo>
                  <a:pt x="229667" y="1127488"/>
                </a:lnTo>
                <a:lnTo>
                  <a:pt x="247334" y="1127488"/>
                </a:lnTo>
                <a:lnTo>
                  <a:pt x="265001" y="1127488"/>
                </a:lnTo>
                <a:lnTo>
                  <a:pt x="282668" y="1127488"/>
                </a:lnTo>
                <a:lnTo>
                  <a:pt x="300334" y="1127488"/>
                </a:lnTo>
                <a:lnTo>
                  <a:pt x="318001" y="1127488"/>
                </a:lnTo>
                <a:lnTo>
                  <a:pt x="335668" y="1127488"/>
                </a:lnTo>
                <a:lnTo>
                  <a:pt x="353334" y="1127488"/>
                </a:lnTo>
                <a:lnTo>
                  <a:pt x="371001" y="1127488"/>
                </a:lnTo>
                <a:lnTo>
                  <a:pt x="388668" y="1127488"/>
                </a:lnTo>
                <a:lnTo>
                  <a:pt x="406334" y="1127488"/>
                </a:lnTo>
                <a:lnTo>
                  <a:pt x="424001" y="1127488"/>
                </a:lnTo>
                <a:lnTo>
                  <a:pt x="441668" y="1127488"/>
                </a:lnTo>
                <a:lnTo>
                  <a:pt x="459334" y="1127488"/>
                </a:lnTo>
                <a:lnTo>
                  <a:pt x="477001" y="1127488"/>
                </a:lnTo>
                <a:lnTo>
                  <a:pt x="494667" y="1127488"/>
                </a:lnTo>
                <a:lnTo>
                  <a:pt x="512334" y="1127488"/>
                </a:lnTo>
                <a:lnTo>
                  <a:pt x="530001" y="1127488"/>
                </a:lnTo>
                <a:lnTo>
                  <a:pt x="547667" y="1127488"/>
                </a:lnTo>
                <a:lnTo>
                  <a:pt x="565334" y="1127488"/>
                </a:lnTo>
                <a:lnTo>
                  <a:pt x="583001" y="1127488"/>
                </a:lnTo>
                <a:lnTo>
                  <a:pt x="600669" y="1127488"/>
                </a:lnTo>
                <a:lnTo>
                  <a:pt x="618336" y="1127488"/>
                </a:lnTo>
                <a:lnTo>
                  <a:pt x="636003" y="1127488"/>
                </a:lnTo>
                <a:lnTo>
                  <a:pt x="653670" y="1127488"/>
                </a:lnTo>
                <a:lnTo>
                  <a:pt x="671337" y="1127488"/>
                </a:lnTo>
                <a:lnTo>
                  <a:pt x="689004" y="1127488"/>
                </a:lnTo>
                <a:lnTo>
                  <a:pt x="706671" y="1127488"/>
                </a:lnTo>
                <a:lnTo>
                  <a:pt x="724338" y="1127488"/>
                </a:lnTo>
                <a:lnTo>
                  <a:pt x="742005" y="1127488"/>
                </a:lnTo>
                <a:lnTo>
                  <a:pt x="759672" y="1127479"/>
                </a:lnTo>
                <a:lnTo>
                  <a:pt x="777330" y="1127479"/>
                </a:lnTo>
                <a:lnTo>
                  <a:pt x="794997" y="1127461"/>
                </a:lnTo>
                <a:lnTo>
                  <a:pt x="812664" y="1127443"/>
                </a:lnTo>
                <a:lnTo>
                  <a:pt x="830331" y="1127398"/>
                </a:lnTo>
                <a:lnTo>
                  <a:pt x="847998" y="1127326"/>
                </a:lnTo>
                <a:lnTo>
                  <a:pt x="865665" y="1127200"/>
                </a:lnTo>
                <a:lnTo>
                  <a:pt x="883332" y="1126993"/>
                </a:lnTo>
                <a:lnTo>
                  <a:pt x="900999" y="1126660"/>
                </a:lnTo>
                <a:lnTo>
                  <a:pt x="918666" y="1126120"/>
                </a:lnTo>
                <a:lnTo>
                  <a:pt x="936333" y="1125256"/>
                </a:lnTo>
                <a:lnTo>
                  <a:pt x="954000" y="1123933"/>
                </a:lnTo>
                <a:lnTo>
                  <a:pt x="971667" y="1121926"/>
                </a:lnTo>
                <a:lnTo>
                  <a:pt x="989334" y="1118938"/>
                </a:lnTo>
                <a:lnTo>
                  <a:pt x="1007001" y="1114573"/>
                </a:lnTo>
                <a:lnTo>
                  <a:pt x="1024668" y="1108345"/>
                </a:lnTo>
                <a:lnTo>
                  <a:pt x="1042335" y="1099624"/>
                </a:lnTo>
                <a:lnTo>
                  <a:pt x="1060002" y="1087654"/>
                </a:lnTo>
                <a:lnTo>
                  <a:pt x="1077669" y="1071571"/>
                </a:lnTo>
                <a:lnTo>
                  <a:pt x="1095336" y="1050394"/>
                </a:lnTo>
                <a:lnTo>
                  <a:pt x="1113003" y="1023124"/>
                </a:lnTo>
                <a:lnTo>
                  <a:pt x="1130670" y="988735"/>
                </a:lnTo>
                <a:lnTo>
                  <a:pt x="1148337" y="946336"/>
                </a:lnTo>
                <a:lnTo>
                  <a:pt x="1166004" y="895225"/>
                </a:lnTo>
                <a:lnTo>
                  <a:pt x="1183671" y="835060"/>
                </a:lnTo>
                <a:lnTo>
                  <a:pt x="1201338" y="765923"/>
                </a:lnTo>
                <a:lnTo>
                  <a:pt x="1219005" y="688475"/>
                </a:lnTo>
                <a:lnTo>
                  <a:pt x="1236672" y="604020"/>
                </a:lnTo>
                <a:lnTo>
                  <a:pt x="1254339" y="514538"/>
                </a:lnTo>
                <a:lnTo>
                  <a:pt x="1272006" y="422661"/>
                </a:lnTo>
                <a:lnTo>
                  <a:pt x="1289664" y="331581"/>
                </a:lnTo>
                <a:lnTo>
                  <a:pt x="1307331" y="244887"/>
                </a:lnTo>
                <a:lnTo>
                  <a:pt x="1324998" y="166342"/>
                </a:lnTo>
                <a:lnTo>
                  <a:pt x="1342665" y="99623"/>
                </a:lnTo>
                <a:lnTo>
                  <a:pt x="1360332" y="48030"/>
                </a:lnTo>
                <a:lnTo>
                  <a:pt x="1377999" y="14225"/>
                </a:lnTo>
                <a:lnTo>
                  <a:pt x="1395666" y="0"/>
                </a:lnTo>
                <a:lnTo>
                  <a:pt x="1413333" y="6119"/>
                </a:lnTo>
                <a:lnTo>
                  <a:pt x="1431000" y="32252"/>
                </a:lnTo>
                <a:lnTo>
                  <a:pt x="1448667" y="77004"/>
                </a:lnTo>
                <a:lnTo>
                  <a:pt x="1466334" y="138039"/>
                </a:lnTo>
                <a:lnTo>
                  <a:pt x="1484001" y="212280"/>
                </a:lnTo>
                <a:lnTo>
                  <a:pt x="1501668" y="296167"/>
                </a:lnTo>
                <a:lnTo>
                  <a:pt x="1519335" y="385940"/>
                </a:lnTo>
                <a:lnTo>
                  <a:pt x="1537002" y="477907"/>
                </a:lnTo>
                <a:lnTo>
                  <a:pt x="1554669" y="568697"/>
                </a:lnTo>
                <a:lnTo>
                  <a:pt x="1572336" y="655438"/>
                </a:lnTo>
                <a:lnTo>
                  <a:pt x="1590003" y="735883"/>
                </a:lnTo>
                <a:lnTo>
                  <a:pt x="1607670" y="808458"/>
                </a:lnTo>
                <a:lnTo>
                  <a:pt x="1625337" y="872257"/>
                </a:lnTo>
                <a:lnTo>
                  <a:pt x="1643004" y="926968"/>
                </a:lnTo>
                <a:lnTo>
                  <a:pt x="1660671" y="972778"/>
                </a:lnTo>
                <a:lnTo>
                  <a:pt x="1678338" y="1010272"/>
                </a:lnTo>
                <a:lnTo>
                  <a:pt x="1696005" y="1040278"/>
                </a:lnTo>
                <a:lnTo>
                  <a:pt x="1713672" y="1063768"/>
                </a:lnTo>
                <a:lnTo>
                  <a:pt x="1731339" y="1081768"/>
                </a:lnTo>
                <a:lnTo>
                  <a:pt x="1749006" y="1095268"/>
                </a:lnTo>
              </a:path>
            </a:pathLst>
          </a:custGeom>
          <a:noFill/>
          <a:ln w="10763" cap="rnd">
            <a:solidFill>
              <a:srgbClr val="00A98D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2" name="Freeform 171">
            <a:extLst>
              <a:ext uri="{FF2B5EF4-FFF2-40B4-BE49-F238E27FC236}">
                <a16:creationId xmlns:a16="http://schemas.microsoft.com/office/drawing/2014/main" id="{BCF48BBC-FFFB-F04A-6DDD-8E76CD3761AA}"/>
              </a:ext>
            </a:extLst>
          </p:cNvPr>
          <p:cNvSpPr/>
          <p:nvPr/>
        </p:nvSpPr>
        <p:spPr>
          <a:xfrm>
            <a:off x="3033543" y="2000136"/>
            <a:ext cx="1749005" cy="1127795"/>
          </a:xfrm>
          <a:custGeom>
            <a:avLst/>
            <a:gdLst>
              <a:gd name="connsiteX0" fmla="*/ 0 w 1749005"/>
              <a:gd name="connsiteY0" fmla="*/ 1127795 h 1127795"/>
              <a:gd name="connsiteX1" fmla="*/ 17667 w 1749005"/>
              <a:gd name="connsiteY1" fmla="*/ 1127795 h 1127795"/>
              <a:gd name="connsiteX2" fmla="*/ 35334 w 1749005"/>
              <a:gd name="connsiteY2" fmla="*/ 1127795 h 1127795"/>
              <a:gd name="connsiteX3" fmla="*/ 53000 w 1749005"/>
              <a:gd name="connsiteY3" fmla="*/ 1127795 h 1127795"/>
              <a:gd name="connsiteX4" fmla="*/ 70667 w 1749005"/>
              <a:gd name="connsiteY4" fmla="*/ 1127795 h 1127795"/>
              <a:gd name="connsiteX5" fmla="*/ 88333 w 1749005"/>
              <a:gd name="connsiteY5" fmla="*/ 1127795 h 1127795"/>
              <a:gd name="connsiteX6" fmla="*/ 106000 w 1749005"/>
              <a:gd name="connsiteY6" fmla="*/ 1127795 h 1127795"/>
              <a:gd name="connsiteX7" fmla="*/ 123667 w 1749005"/>
              <a:gd name="connsiteY7" fmla="*/ 1127795 h 1127795"/>
              <a:gd name="connsiteX8" fmla="*/ 141333 w 1749005"/>
              <a:gd name="connsiteY8" fmla="*/ 1127795 h 1127795"/>
              <a:gd name="connsiteX9" fmla="*/ 159000 w 1749005"/>
              <a:gd name="connsiteY9" fmla="*/ 1127795 h 1127795"/>
              <a:gd name="connsiteX10" fmla="*/ 176667 w 1749005"/>
              <a:gd name="connsiteY10" fmla="*/ 1127795 h 1127795"/>
              <a:gd name="connsiteX11" fmla="*/ 194333 w 1749005"/>
              <a:gd name="connsiteY11" fmla="*/ 1127795 h 1127795"/>
              <a:gd name="connsiteX12" fmla="*/ 212000 w 1749005"/>
              <a:gd name="connsiteY12" fmla="*/ 1127795 h 1127795"/>
              <a:gd name="connsiteX13" fmla="*/ 229667 w 1749005"/>
              <a:gd name="connsiteY13" fmla="*/ 1127795 h 1127795"/>
              <a:gd name="connsiteX14" fmla="*/ 247334 w 1749005"/>
              <a:gd name="connsiteY14" fmla="*/ 1127795 h 1127795"/>
              <a:gd name="connsiteX15" fmla="*/ 265001 w 1749005"/>
              <a:gd name="connsiteY15" fmla="*/ 1127795 h 1127795"/>
              <a:gd name="connsiteX16" fmla="*/ 282668 w 1749005"/>
              <a:gd name="connsiteY16" fmla="*/ 1127795 h 1127795"/>
              <a:gd name="connsiteX17" fmla="*/ 300334 w 1749005"/>
              <a:gd name="connsiteY17" fmla="*/ 1127795 h 1127795"/>
              <a:gd name="connsiteX18" fmla="*/ 318001 w 1749005"/>
              <a:gd name="connsiteY18" fmla="*/ 1127795 h 1127795"/>
              <a:gd name="connsiteX19" fmla="*/ 335668 w 1749005"/>
              <a:gd name="connsiteY19" fmla="*/ 1127795 h 1127795"/>
              <a:gd name="connsiteX20" fmla="*/ 353334 w 1749005"/>
              <a:gd name="connsiteY20" fmla="*/ 1127795 h 1127795"/>
              <a:gd name="connsiteX21" fmla="*/ 371001 w 1749005"/>
              <a:gd name="connsiteY21" fmla="*/ 1127795 h 1127795"/>
              <a:gd name="connsiteX22" fmla="*/ 388668 w 1749005"/>
              <a:gd name="connsiteY22" fmla="*/ 1127795 h 1127795"/>
              <a:gd name="connsiteX23" fmla="*/ 406334 w 1749005"/>
              <a:gd name="connsiteY23" fmla="*/ 1127795 h 1127795"/>
              <a:gd name="connsiteX24" fmla="*/ 424001 w 1749005"/>
              <a:gd name="connsiteY24" fmla="*/ 1127795 h 1127795"/>
              <a:gd name="connsiteX25" fmla="*/ 441668 w 1749005"/>
              <a:gd name="connsiteY25" fmla="*/ 1127795 h 1127795"/>
              <a:gd name="connsiteX26" fmla="*/ 459334 w 1749005"/>
              <a:gd name="connsiteY26" fmla="*/ 1127795 h 1127795"/>
              <a:gd name="connsiteX27" fmla="*/ 477001 w 1749005"/>
              <a:gd name="connsiteY27" fmla="*/ 1127795 h 1127795"/>
              <a:gd name="connsiteX28" fmla="*/ 494667 w 1749005"/>
              <a:gd name="connsiteY28" fmla="*/ 1127795 h 1127795"/>
              <a:gd name="connsiteX29" fmla="*/ 512334 w 1749005"/>
              <a:gd name="connsiteY29" fmla="*/ 1127795 h 1127795"/>
              <a:gd name="connsiteX30" fmla="*/ 530001 w 1749005"/>
              <a:gd name="connsiteY30" fmla="*/ 1127795 h 1127795"/>
              <a:gd name="connsiteX31" fmla="*/ 547667 w 1749005"/>
              <a:gd name="connsiteY31" fmla="*/ 1127795 h 1127795"/>
              <a:gd name="connsiteX32" fmla="*/ 565334 w 1749005"/>
              <a:gd name="connsiteY32" fmla="*/ 1127795 h 1127795"/>
              <a:gd name="connsiteX33" fmla="*/ 583001 w 1749005"/>
              <a:gd name="connsiteY33" fmla="*/ 1127795 h 1127795"/>
              <a:gd name="connsiteX34" fmla="*/ 600669 w 1749005"/>
              <a:gd name="connsiteY34" fmla="*/ 1127795 h 1127795"/>
              <a:gd name="connsiteX35" fmla="*/ 618336 w 1749005"/>
              <a:gd name="connsiteY35" fmla="*/ 1127795 h 1127795"/>
              <a:gd name="connsiteX36" fmla="*/ 636003 w 1749005"/>
              <a:gd name="connsiteY36" fmla="*/ 1127795 h 1127795"/>
              <a:gd name="connsiteX37" fmla="*/ 653670 w 1749005"/>
              <a:gd name="connsiteY37" fmla="*/ 1127795 h 1127795"/>
              <a:gd name="connsiteX38" fmla="*/ 671337 w 1749005"/>
              <a:gd name="connsiteY38" fmla="*/ 1127795 h 1127795"/>
              <a:gd name="connsiteX39" fmla="*/ 689004 w 1749005"/>
              <a:gd name="connsiteY39" fmla="*/ 1127795 h 1127795"/>
              <a:gd name="connsiteX40" fmla="*/ 706671 w 1749005"/>
              <a:gd name="connsiteY40" fmla="*/ 1127795 h 1127795"/>
              <a:gd name="connsiteX41" fmla="*/ 724338 w 1749005"/>
              <a:gd name="connsiteY41" fmla="*/ 1127795 h 1127795"/>
              <a:gd name="connsiteX42" fmla="*/ 742005 w 1749005"/>
              <a:gd name="connsiteY42" fmla="*/ 1127795 h 1127795"/>
              <a:gd name="connsiteX43" fmla="*/ 759672 w 1749005"/>
              <a:gd name="connsiteY43" fmla="*/ 1127795 h 1127795"/>
              <a:gd name="connsiteX44" fmla="*/ 777330 w 1749005"/>
              <a:gd name="connsiteY44" fmla="*/ 1127795 h 1127795"/>
              <a:gd name="connsiteX45" fmla="*/ 794997 w 1749005"/>
              <a:gd name="connsiteY45" fmla="*/ 1127795 h 1127795"/>
              <a:gd name="connsiteX46" fmla="*/ 812664 w 1749005"/>
              <a:gd name="connsiteY46" fmla="*/ 1127795 h 1127795"/>
              <a:gd name="connsiteX47" fmla="*/ 830331 w 1749005"/>
              <a:gd name="connsiteY47" fmla="*/ 1127795 h 1127795"/>
              <a:gd name="connsiteX48" fmla="*/ 847998 w 1749005"/>
              <a:gd name="connsiteY48" fmla="*/ 1127795 h 1127795"/>
              <a:gd name="connsiteX49" fmla="*/ 865665 w 1749005"/>
              <a:gd name="connsiteY49" fmla="*/ 1127795 h 1127795"/>
              <a:gd name="connsiteX50" fmla="*/ 883332 w 1749005"/>
              <a:gd name="connsiteY50" fmla="*/ 1127795 h 1127795"/>
              <a:gd name="connsiteX51" fmla="*/ 900999 w 1749005"/>
              <a:gd name="connsiteY51" fmla="*/ 1127795 h 1127795"/>
              <a:gd name="connsiteX52" fmla="*/ 918666 w 1749005"/>
              <a:gd name="connsiteY52" fmla="*/ 1127795 h 1127795"/>
              <a:gd name="connsiteX53" fmla="*/ 936333 w 1749005"/>
              <a:gd name="connsiteY53" fmla="*/ 1127786 h 1127795"/>
              <a:gd name="connsiteX54" fmla="*/ 954000 w 1749005"/>
              <a:gd name="connsiteY54" fmla="*/ 1127786 h 1127795"/>
              <a:gd name="connsiteX55" fmla="*/ 971667 w 1749005"/>
              <a:gd name="connsiteY55" fmla="*/ 1127768 h 1127795"/>
              <a:gd name="connsiteX56" fmla="*/ 989334 w 1749005"/>
              <a:gd name="connsiteY56" fmla="*/ 1127741 h 1127795"/>
              <a:gd name="connsiteX57" fmla="*/ 1007001 w 1749005"/>
              <a:gd name="connsiteY57" fmla="*/ 1127696 h 1127795"/>
              <a:gd name="connsiteX58" fmla="*/ 1024668 w 1749005"/>
              <a:gd name="connsiteY58" fmla="*/ 1127624 h 1127795"/>
              <a:gd name="connsiteX59" fmla="*/ 1042335 w 1749005"/>
              <a:gd name="connsiteY59" fmla="*/ 1127489 h 1127795"/>
              <a:gd name="connsiteX60" fmla="*/ 1060002 w 1749005"/>
              <a:gd name="connsiteY60" fmla="*/ 1127273 h 1127795"/>
              <a:gd name="connsiteX61" fmla="*/ 1077669 w 1749005"/>
              <a:gd name="connsiteY61" fmla="*/ 1126922 h 1127795"/>
              <a:gd name="connsiteX62" fmla="*/ 1095336 w 1749005"/>
              <a:gd name="connsiteY62" fmla="*/ 1126355 h 1127795"/>
              <a:gd name="connsiteX63" fmla="*/ 1113003 w 1749005"/>
              <a:gd name="connsiteY63" fmla="*/ 1125455 h 1127795"/>
              <a:gd name="connsiteX64" fmla="*/ 1130670 w 1749005"/>
              <a:gd name="connsiteY64" fmla="*/ 1124078 h 1127795"/>
              <a:gd name="connsiteX65" fmla="*/ 1148337 w 1749005"/>
              <a:gd name="connsiteY65" fmla="*/ 1121981 h 1127795"/>
              <a:gd name="connsiteX66" fmla="*/ 1166004 w 1749005"/>
              <a:gd name="connsiteY66" fmla="*/ 1118876 h 1127795"/>
              <a:gd name="connsiteX67" fmla="*/ 1183671 w 1749005"/>
              <a:gd name="connsiteY67" fmla="*/ 1114358 h 1127795"/>
              <a:gd name="connsiteX68" fmla="*/ 1201338 w 1749005"/>
              <a:gd name="connsiteY68" fmla="*/ 1107905 h 1127795"/>
              <a:gd name="connsiteX69" fmla="*/ 1219005 w 1749005"/>
              <a:gd name="connsiteY69" fmla="*/ 1098896 h 1127795"/>
              <a:gd name="connsiteX70" fmla="*/ 1236672 w 1749005"/>
              <a:gd name="connsiteY70" fmla="*/ 1086557 h 1127795"/>
              <a:gd name="connsiteX71" fmla="*/ 1254339 w 1749005"/>
              <a:gd name="connsiteY71" fmla="*/ 1070006 h 1127795"/>
              <a:gd name="connsiteX72" fmla="*/ 1272006 w 1749005"/>
              <a:gd name="connsiteY72" fmla="*/ 1048271 h 1127795"/>
              <a:gd name="connsiteX73" fmla="*/ 1289664 w 1749005"/>
              <a:gd name="connsiteY73" fmla="*/ 1020326 h 1127795"/>
              <a:gd name="connsiteX74" fmla="*/ 1307331 w 1749005"/>
              <a:gd name="connsiteY74" fmla="*/ 985172 h 1127795"/>
              <a:gd name="connsiteX75" fmla="*/ 1324998 w 1749005"/>
              <a:gd name="connsiteY75" fmla="*/ 941927 h 1127795"/>
              <a:gd name="connsiteX76" fmla="*/ 1342665 w 1749005"/>
              <a:gd name="connsiteY76" fmla="*/ 889925 h 1127795"/>
              <a:gd name="connsiteX77" fmla="*/ 1360332 w 1749005"/>
              <a:gd name="connsiteY77" fmla="*/ 828851 h 1127795"/>
              <a:gd name="connsiteX78" fmla="*/ 1377999 w 1749005"/>
              <a:gd name="connsiteY78" fmla="*/ 758843 h 1127795"/>
              <a:gd name="connsiteX79" fmla="*/ 1395666 w 1749005"/>
              <a:gd name="connsiteY79" fmla="*/ 680625 h 1127795"/>
              <a:gd name="connsiteX80" fmla="*/ 1413333 w 1749005"/>
              <a:gd name="connsiteY80" fmla="*/ 595567 h 1127795"/>
              <a:gd name="connsiteX81" fmla="*/ 1431000 w 1749005"/>
              <a:gd name="connsiteY81" fmla="*/ 505716 h 1127795"/>
              <a:gd name="connsiteX82" fmla="*/ 1448667 w 1749005"/>
              <a:gd name="connsiteY82" fmla="*/ 413767 h 1127795"/>
              <a:gd name="connsiteX83" fmla="*/ 1466334 w 1749005"/>
              <a:gd name="connsiteY83" fmla="*/ 322959 h 1127795"/>
              <a:gd name="connsiteX84" fmla="*/ 1484001 w 1749005"/>
              <a:gd name="connsiteY84" fmla="*/ 236910 h 1127795"/>
              <a:gd name="connsiteX85" fmla="*/ 1501668 w 1749005"/>
              <a:gd name="connsiteY85" fmla="*/ 159387 h 1127795"/>
              <a:gd name="connsiteX86" fmla="*/ 1519335 w 1749005"/>
              <a:gd name="connsiteY86" fmla="*/ 94040 h 1127795"/>
              <a:gd name="connsiteX87" fmla="*/ 1537002 w 1749005"/>
              <a:gd name="connsiteY87" fmla="*/ 44119 h 1127795"/>
              <a:gd name="connsiteX88" fmla="*/ 1554669 w 1749005"/>
              <a:gd name="connsiteY88" fmla="*/ 12208 h 1127795"/>
              <a:gd name="connsiteX89" fmla="*/ 1572336 w 1749005"/>
              <a:gd name="connsiteY89" fmla="*/ 0 h 1127795"/>
              <a:gd name="connsiteX90" fmla="*/ 1590003 w 1749005"/>
              <a:gd name="connsiteY90" fmla="*/ 8153 h 1127795"/>
              <a:gd name="connsiteX91" fmla="*/ 1607670 w 1749005"/>
              <a:gd name="connsiteY91" fmla="*/ 36227 h 1127795"/>
              <a:gd name="connsiteX92" fmla="*/ 1625337 w 1749005"/>
              <a:gd name="connsiteY92" fmla="*/ 82728 h 1127795"/>
              <a:gd name="connsiteX93" fmla="*/ 1643004 w 1749005"/>
              <a:gd name="connsiteY93" fmla="*/ 145232 h 1127795"/>
              <a:gd name="connsiteX94" fmla="*/ 1660671 w 1749005"/>
              <a:gd name="connsiteY94" fmla="*/ 220603 h 1127795"/>
              <a:gd name="connsiteX95" fmla="*/ 1678338 w 1749005"/>
              <a:gd name="connsiteY95" fmla="*/ 305249 h 1127795"/>
              <a:gd name="connsiteX96" fmla="*/ 1696005 w 1749005"/>
              <a:gd name="connsiteY96" fmla="*/ 395403 h 1127795"/>
              <a:gd name="connsiteX97" fmla="*/ 1713672 w 1749005"/>
              <a:gd name="connsiteY97" fmla="*/ 487397 h 1127795"/>
              <a:gd name="connsiteX98" fmla="*/ 1731339 w 1749005"/>
              <a:gd name="connsiteY98" fmla="*/ 577902 h 1127795"/>
              <a:gd name="connsiteX99" fmla="*/ 1749006 w 1749005"/>
              <a:gd name="connsiteY99" fmla="*/ 664104 h 1127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749005" h="1127795">
                <a:moveTo>
                  <a:pt x="0" y="1127795"/>
                </a:moveTo>
                <a:lnTo>
                  <a:pt x="17667" y="1127795"/>
                </a:lnTo>
                <a:lnTo>
                  <a:pt x="35334" y="1127795"/>
                </a:lnTo>
                <a:lnTo>
                  <a:pt x="53000" y="1127795"/>
                </a:lnTo>
                <a:lnTo>
                  <a:pt x="70667" y="1127795"/>
                </a:lnTo>
                <a:lnTo>
                  <a:pt x="88333" y="1127795"/>
                </a:lnTo>
                <a:lnTo>
                  <a:pt x="106000" y="1127795"/>
                </a:lnTo>
                <a:lnTo>
                  <a:pt x="123667" y="1127795"/>
                </a:lnTo>
                <a:lnTo>
                  <a:pt x="141333" y="1127795"/>
                </a:lnTo>
                <a:lnTo>
                  <a:pt x="159000" y="1127795"/>
                </a:lnTo>
                <a:lnTo>
                  <a:pt x="176667" y="1127795"/>
                </a:lnTo>
                <a:lnTo>
                  <a:pt x="194333" y="1127795"/>
                </a:lnTo>
                <a:lnTo>
                  <a:pt x="212000" y="1127795"/>
                </a:lnTo>
                <a:lnTo>
                  <a:pt x="229667" y="1127795"/>
                </a:lnTo>
                <a:lnTo>
                  <a:pt x="247334" y="1127795"/>
                </a:lnTo>
                <a:lnTo>
                  <a:pt x="265001" y="1127795"/>
                </a:lnTo>
                <a:lnTo>
                  <a:pt x="282668" y="1127795"/>
                </a:lnTo>
                <a:lnTo>
                  <a:pt x="300334" y="1127795"/>
                </a:lnTo>
                <a:lnTo>
                  <a:pt x="318001" y="1127795"/>
                </a:lnTo>
                <a:lnTo>
                  <a:pt x="335668" y="1127795"/>
                </a:lnTo>
                <a:lnTo>
                  <a:pt x="353334" y="1127795"/>
                </a:lnTo>
                <a:lnTo>
                  <a:pt x="371001" y="1127795"/>
                </a:lnTo>
                <a:lnTo>
                  <a:pt x="388668" y="1127795"/>
                </a:lnTo>
                <a:lnTo>
                  <a:pt x="406334" y="1127795"/>
                </a:lnTo>
                <a:lnTo>
                  <a:pt x="424001" y="1127795"/>
                </a:lnTo>
                <a:lnTo>
                  <a:pt x="441668" y="1127795"/>
                </a:lnTo>
                <a:lnTo>
                  <a:pt x="459334" y="1127795"/>
                </a:lnTo>
                <a:lnTo>
                  <a:pt x="477001" y="1127795"/>
                </a:lnTo>
                <a:lnTo>
                  <a:pt x="494667" y="1127795"/>
                </a:lnTo>
                <a:lnTo>
                  <a:pt x="512334" y="1127795"/>
                </a:lnTo>
                <a:lnTo>
                  <a:pt x="530001" y="1127795"/>
                </a:lnTo>
                <a:lnTo>
                  <a:pt x="547667" y="1127795"/>
                </a:lnTo>
                <a:lnTo>
                  <a:pt x="565334" y="1127795"/>
                </a:lnTo>
                <a:lnTo>
                  <a:pt x="583001" y="1127795"/>
                </a:lnTo>
                <a:lnTo>
                  <a:pt x="600669" y="1127795"/>
                </a:lnTo>
                <a:lnTo>
                  <a:pt x="618336" y="1127795"/>
                </a:lnTo>
                <a:lnTo>
                  <a:pt x="636003" y="1127795"/>
                </a:lnTo>
                <a:lnTo>
                  <a:pt x="653670" y="1127795"/>
                </a:lnTo>
                <a:lnTo>
                  <a:pt x="671337" y="1127795"/>
                </a:lnTo>
                <a:lnTo>
                  <a:pt x="689004" y="1127795"/>
                </a:lnTo>
                <a:lnTo>
                  <a:pt x="706671" y="1127795"/>
                </a:lnTo>
                <a:lnTo>
                  <a:pt x="724338" y="1127795"/>
                </a:lnTo>
                <a:lnTo>
                  <a:pt x="742005" y="1127795"/>
                </a:lnTo>
                <a:lnTo>
                  <a:pt x="759672" y="1127795"/>
                </a:lnTo>
                <a:lnTo>
                  <a:pt x="777330" y="1127795"/>
                </a:lnTo>
                <a:lnTo>
                  <a:pt x="794997" y="1127795"/>
                </a:lnTo>
                <a:lnTo>
                  <a:pt x="812664" y="1127795"/>
                </a:lnTo>
                <a:lnTo>
                  <a:pt x="830331" y="1127795"/>
                </a:lnTo>
                <a:lnTo>
                  <a:pt x="847998" y="1127795"/>
                </a:lnTo>
                <a:lnTo>
                  <a:pt x="865665" y="1127795"/>
                </a:lnTo>
                <a:lnTo>
                  <a:pt x="883332" y="1127795"/>
                </a:lnTo>
                <a:lnTo>
                  <a:pt x="900999" y="1127795"/>
                </a:lnTo>
                <a:lnTo>
                  <a:pt x="918666" y="1127795"/>
                </a:lnTo>
                <a:lnTo>
                  <a:pt x="936333" y="1127786"/>
                </a:lnTo>
                <a:lnTo>
                  <a:pt x="954000" y="1127786"/>
                </a:lnTo>
                <a:lnTo>
                  <a:pt x="971667" y="1127768"/>
                </a:lnTo>
                <a:lnTo>
                  <a:pt x="989334" y="1127741"/>
                </a:lnTo>
                <a:lnTo>
                  <a:pt x="1007001" y="1127696"/>
                </a:lnTo>
                <a:lnTo>
                  <a:pt x="1024668" y="1127624"/>
                </a:lnTo>
                <a:lnTo>
                  <a:pt x="1042335" y="1127489"/>
                </a:lnTo>
                <a:lnTo>
                  <a:pt x="1060002" y="1127273"/>
                </a:lnTo>
                <a:lnTo>
                  <a:pt x="1077669" y="1126922"/>
                </a:lnTo>
                <a:lnTo>
                  <a:pt x="1095336" y="1126355"/>
                </a:lnTo>
                <a:lnTo>
                  <a:pt x="1113003" y="1125455"/>
                </a:lnTo>
                <a:lnTo>
                  <a:pt x="1130670" y="1124078"/>
                </a:lnTo>
                <a:lnTo>
                  <a:pt x="1148337" y="1121981"/>
                </a:lnTo>
                <a:lnTo>
                  <a:pt x="1166004" y="1118876"/>
                </a:lnTo>
                <a:lnTo>
                  <a:pt x="1183671" y="1114358"/>
                </a:lnTo>
                <a:lnTo>
                  <a:pt x="1201338" y="1107905"/>
                </a:lnTo>
                <a:lnTo>
                  <a:pt x="1219005" y="1098896"/>
                </a:lnTo>
                <a:lnTo>
                  <a:pt x="1236672" y="1086557"/>
                </a:lnTo>
                <a:lnTo>
                  <a:pt x="1254339" y="1070006"/>
                </a:lnTo>
                <a:lnTo>
                  <a:pt x="1272006" y="1048271"/>
                </a:lnTo>
                <a:lnTo>
                  <a:pt x="1289664" y="1020326"/>
                </a:lnTo>
                <a:lnTo>
                  <a:pt x="1307331" y="985172"/>
                </a:lnTo>
                <a:lnTo>
                  <a:pt x="1324998" y="941927"/>
                </a:lnTo>
                <a:lnTo>
                  <a:pt x="1342665" y="889925"/>
                </a:lnTo>
                <a:lnTo>
                  <a:pt x="1360332" y="828851"/>
                </a:lnTo>
                <a:lnTo>
                  <a:pt x="1377999" y="758843"/>
                </a:lnTo>
                <a:lnTo>
                  <a:pt x="1395666" y="680625"/>
                </a:lnTo>
                <a:lnTo>
                  <a:pt x="1413333" y="595567"/>
                </a:lnTo>
                <a:lnTo>
                  <a:pt x="1431000" y="505716"/>
                </a:lnTo>
                <a:lnTo>
                  <a:pt x="1448667" y="413767"/>
                </a:lnTo>
                <a:lnTo>
                  <a:pt x="1466334" y="322959"/>
                </a:lnTo>
                <a:lnTo>
                  <a:pt x="1484001" y="236910"/>
                </a:lnTo>
                <a:lnTo>
                  <a:pt x="1501668" y="159387"/>
                </a:lnTo>
                <a:lnTo>
                  <a:pt x="1519335" y="94040"/>
                </a:lnTo>
                <a:lnTo>
                  <a:pt x="1537002" y="44119"/>
                </a:lnTo>
                <a:lnTo>
                  <a:pt x="1554669" y="12208"/>
                </a:lnTo>
                <a:lnTo>
                  <a:pt x="1572336" y="0"/>
                </a:lnTo>
                <a:lnTo>
                  <a:pt x="1590003" y="8153"/>
                </a:lnTo>
                <a:lnTo>
                  <a:pt x="1607670" y="36227"/>
                </a:lnTo>
                <a:lnTo>
                  <a:pt x="1625337" y="82728"/>
                </a:lnTo>
                <a:lnTo>
                  <a:pt x="1643004" y="145232"/>
                </a:lnTo>
                <a:lnTo>
                  <a:pt x="1660671" y="220603"/>
                </a:lnTo>
                <a:lnTo>
                  <a:pt x="1678338" y="305249"/>
                </a:lnTo>
                <a:lnTo>
                  <a:pt x="1696005" y="395403"/>
                </a:lnTo>
                <a:lnTo>
                  <a:pt x="1713672" y="487397"/>
                </a:lnTo>
                <a:lnTo>
                  <a:pt x="1731339" y="577902"/>
                </a:lnTo>
                <a:lnTo>
                  <a:pt x="1749006" y="664104"/>
                </a:lnTo>
              </a:path>
            </a:pathLst>
          </a:custGeom>
          <a:noFill/>
          <a:ln w="10763" cap="rnd">
            <a:solidFill>
              <a:srgbClr val="8E971D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3" name="Freeform 172">
            <a:extLst>
              <a:ext uri="{FF2B5EF4-FFF2-40B4-BE49-F238E27FC236}">
                <a16:creationId xmlns:a16="http://schemas.microsoft.com/office/drawing/2014/main" id="{B2488A69-4D47-9558-6203-3227CCDEC715}"/>
              </a:ext>
            </a:extLst>
          </p:cNvPr>
          <p:cNvSpPr/>
          <p:nvPr/>
        </p:nvSpPr>
        <p:spPr>
          <a:xfrm>
            <a:off x="3033543" y="2000034"/>
            <a:ext cx="1749005" cy="1127897"/>
          </a:xfrm>
          <a:custGeom>
            <a:avLst/>
            <a:gdLst>
              <a:gd name="connsiteX0" fmla="*/ 0 w 1749005"/>
              <a:gd name="connsiteY0" fmla="*/ 1127897 h 1127897"/>
              <a:gd name="connsiteX1" fmla="*/ 17667 w 1749005"/>
              <a:gd name="connsiteY1" fmla="*/ 1127897 h 1127897"/>
              <a:gd name="connsiteX2" fmla="*/ 35334 w 1749005"/>
              <a:gd name="connsiteY2" fmla="*/ 1127897 h 1127897"/>
              <a:gd name="connsiteX3" fmla="*/ 53000 w 1749005"/>
              <a:gd name="connsiteY3" fmla="*/ 1127897 h 1127897"/>
              <a:gd name="connsiteX4" fmla="*/ 70667 w 1749005"/>
              <a:gd name="connsiteY4" fmla="*/ 1127897 h 1127897"/>
              <a:gd name="connsiteX5" fmla="*/ 88333 w 1749005"/>
              <a:gd name="connsiteY5" fmla="*/ 1127897 h 1127897"/>
              <a:gd name="connsiteX6" fmla="*/ 106000 w 1749005"/>
              <a:gd name="connsiteY6" fmla="*/ 1127897 h 1127897"/>
              <a:gd name="connsiteX7" fmla="*/ 123667 w 1749005"/>
              <a:gd name="connsiteY7" fmla="*/ 1127897 h 1127897"/>
              <a:gd name="connsiteX8" fmla="*/ 141333 w 1749005"/>
              <a:gd name="connsiteY8" fmla="*/ 1127897 h 1127897"/>
              <a:gd name="connsiteX9" fmla="*/ 159000 w 1749005"/>
              <a:gd name="connsiteY9" fmla="*/ 1127897 h 1127897"/>
              <a:gd name="connsiteX10" fmla="*/ 176667 w 1749005"/>
              <a:gd name="connsiteY10" fmla="*/ 1127897 h 1127897"/>
              <a:gd name="connsiteX11" fmla="*/ 194333 w 1749005"/>
              <a:gd name="connsiteY11" fmla="*/ 1127897 h 1127897"/>
              <a:gd name="connsiteX12" fmla="*/ 212000 w 1749005"/>
              <a:gd name="connsiteY12" fmla="*/ 1127897 h 1127897"/>
              <a:gd name="connsiteX13" fmla="*/ 229667 w 1749005"/>
              <a:gd name="connsiteY13" fmla="*/ 1127897 h 1127897"/>
              <a:gd name="connsiteX14" fmla="*/ 247334 w 1749005"/>
              <a:gd name="connsiteY14" fmla="*/ 1127897 h 1127897"/>
              <a:gd name="connsiteX15" fmla="*/ 265001 w 1749005"/>
              <a:gd name="connsiteY15" fmla="*/ 1127897 h 1127897"/>
              <a:gd name="connsiteX16" fmla="*/ 282668 w 1749005"/>
              <a:gd name="connsiteY16" fmla="*/ 1127897 h 1127897"/>
              <a:gd name="connsiteX17" fmla="*/ 300334 w 1749005"/>
              <a:gd name="connsiteY17" fmla="*/ 1127897 h 1127897"/>
              <a:gd name="connsiteX18" fmla="*/ 318001 w 1749005"/>
              <a:gd name="connsiteY18" fmla="*/ 1127897 h 1127897"/>
              <a:gd name="connsiteX19" fmla="*/ 335668 w 1749005"/>
              <a:gd name="connsiteY19" fmla="*/ 1127897 h 1127897"/>
              <a:gd name="connsiteX20" fmla="*/ 353334 w 1749005"/>
              <a:gd name="connsiteY20" fmla="*/ 1127897 h 1127897"/>
              <a:gd name="connsiteX21" fmla="*/ 371001 w 1749005"/>
              <a:gd name="connsiteY21" fmla="*/ 1127897 h 1127897"/>
              <a:gd name="connsiteX22" fmla="*/ 388668 w 1749005"/>
              <a:gd name="connsiteY22" fmla="*/ 1127897 h 1127897"/>
              <a:gd name="connsiteX23" fmla="*/ 406334 w 1749005"/>
              <a:gd name="connsiteY23" fmla="*/ 1127897 h 1127897"/>
              <a:gd name="connsiteX24" fmla="*/ 424001 w 1749005"/>
              <a:gd name="connsiteY24" fmla="*/ 1127897 h 1127897"/>
              <a:gd name="connsiteX25" fmla="*/ 441668 w 1749005"/>
              <a:gd name="connsiteY25" fmla="*/ 1127897 h 1127897"/>
              <a:gd name="connsiteX26" fmla="*/ 459334 w 1749005"/>
              <a:gd name="connsiteY26" fmla="*/ 1127897 h 1127897"/>
              <a:gd name="connsiteX27" fmla="*/ 477001 w 1749005"/>
              <a:gd name="connsiteY27" fmla="*/ 1127897 h 1127897"/>
              <a:gd name="connsiteX28" fmla="*/ 494667 w 1749005"/>
              <a:gd name="connsiteY28" fmla="*/ 1127897 h 1127897"/>
              <a:gd name="connsiteX29" fmla="*/ 512334 w 1749005"/>
              <a:gd name="connsiteY29" fmla="*/ 1127897 h 1127897"/>
              <a:gd name="connsiteX30" fmla="*/ 530001 w 1749005"/>
              <a:gd name="connsiteY30" fmla="*/ 1127897 h 1127897"/>
              <a:gd name="connsiteX31" fmla="*/ 547667 w 1749005"/>
              <a:gd name="connsiteY31" fmla="*/ 1127897 h 1127897"/>
              <a:gd name="connsiteX32" fmla="*/ 565334 w 1749005"/>
              <a:gd name="connsiteY32" fmla="*/ 1127897 h 1127897"/>
              <a:gd name="connsiteX33" fmla="*/ 583001 w 1749005"/>
              <a:gd name="connsiteY33" fmla="*/ 1127897 h 1127897"/>
              <a:gd name="connsiteX34" fmla="*/ 600669 w 1749005"/>
              <a:gd name="connsiteY34" fmla="*/ 1127897 h 1127897"/>
              <a:gd name="connsiteX35" fmla="*/ 618336 w 1749005"/>
              <a:gd name="connsiteY35" fmla="*/ 1127897 h 1127897"/>
              <a:gd name="connsiteX36" fmla="*/ 636003 w 1749005"/>
              <a:gd name="connsiteY36" fmla="*/ 1127897 h 1127897"/>
              <a:gd name="connsiteX37" fmla="*/ 653670 w 1749005"/>
              <a:gd name="connsiteY37" fmla="*/ 1127897 h 1127897"/>
              <a:gd name="connsiteX38" fmla="*/ 671337 w 1749005"/>
              <a:gd name="connsiteY38" fmla="*/ 1127897 h 1127897"/>
              <a:gd name="connsiteX39" fmla="*/ 689004 w 1749005"/>
              <a:gd name="connsiteY39" fmla="*/ 1127897 h 1127897"/>
              <a:gd name="connsiteX40" fmla="*/ 706671 w 1749005"/>
              <a:gd name="connsiteY40" fmla="*/ 1127897 h 1127897"/>
              <a:gd name="connsiteX41" fmla="*/ 724338 w 1749005"/>
              <a:gd name="connsiteY41" fmla="*/ 1127897 h 1127897"/>
              <a:gd name="connsiteX42" fmla="*/ 742005 w 1749005"/>
              <a:gd name="connsiteY42" fmla="*/ 1127897 h 1127897"/>
              <a:gd name="connsiteX43" fmla="*/ 759672 w 1749005"/>
              <a:gd name="connsiteY43" fmla="*/ 1127897 h 1127897"/>
              <a:gd name="connsiteX44" fmla="*/ 777330 w 1749005"/>
              <a:gd name="connsiteY44" fmla="*/ 1127897 h 1127897"/>
              <a:gd name="connsiteX45" fmla="*/ 794997 w 1749005"/>
              <a:gd name="connsiteY45" fmla="*/ 1127897 h 1127897"/>
              <a:gd name="connsiteX46" fmla="*/ 812664 w 1749005"/>
              <a:gd name="connsiteY46" fmla="*/ 1127897 h 1127897"/>
              <a:gd name="connsiteX47" fmla="*/ 830331 w 1749005"/>
              <a:gd name="connsiteY47" fmla="*/ 1127897 h 1127897"/>
              <a:gd name="connsiteX48" fmla="*/ 847998 w 1749005"/>
              <a:gd name="connsiteY48" fmla="*/ 1127897 h 1127897"/>
              <a:gd name="connsiteX49" fmla="*/ 865665 w 1749005"/>
              <a:gd name="connsiteY49" fmla="*/ 1127897 h 1127897"/>
              <a:gd name="connsiteX50" fmla="*/ 883332 w 1749005"/>
              <a:gd name="connsiteY50" fmla="*/ 1127897 h 1127897"/>
              <a:gd name="connsiteX51" fmla="*/ 900999 w 1749005"/>
              <a:gd name="connsiteY51" fmla="*/ 1127897 h 1127897"/>
              <a:gd name="connsiteX52" fmla="*/ 918666 w 1749005"/>
              <a:gd name="connsiteY52" fmla="*/ 1127897 h 1127897"/>
              <a:gd name="connsiteX53" fmla="*/ 936333 w 1749005"/>
              <a:gd name="connsiteY53" fmla="*/ 1127897 h 1127897"/>
              <a:gd name="connsiteX54" fmla="*/ 954000 w 1749005"/>
              <a:gd name="connsiteY54" fmla="*/ 1127897 h 1127897"/>
              <a:gd name="connsiteX55" fmla="*/ 971667 w 1749005"/>
              <a:gd name="connsiteY55" fmla="*/ 1127897 h 1127897"/>
              <a:gd name="connsiteX56" fmla="*/ 989334 w 1749005"/>
              <a:gd name="connsiteY56" fmla="*/ 1127897 h 1127897"/>
              <a:gd name="connsiteX57" fmla="*/ 1007001 w 1749005"/>
              <a:gd name="connsiteY57" fmla="*/ 1127897 h 1127897"/>
              <a:gd name="connsiteX58" fmla="*/ 1024668 w 1749005"/>
              <a:gd name="connsiteY58" fmla="*/ 1127897 h 1127897"/>
              <a:gd name="connsiteX59" fmla="*/ 1042335 w 1749005"/>
              <a:gd name="connsiteY59" fmla="*/ 1127897 h 1127897"/>
              <a:gd name="connsiteX60" fmla="*/ 1060002 w 1749005"/>
              <a:gd name="connsiteY60" fmla="*/ 1127897 h 1127897"/>
              <a:gd name="connsiteX61" fmla="*/ 1077669 w 1749005"/>
              <a:gd name="connsiteY61" fmla="*/ 1127897 h 1127897"/>
              <a:gd name="connsiteX62" fmla="*/ 1095336 w 1749005"/>
              <a:gd name="connsiteY62" fmla="*/ 1127897 h 1127897"/>
              <a:gd name="connsiteX63" fmla="*/ 1113003 w 1749005"/>
              <a:gd name="connsiteY63" fmla="*/ 1127888 h 1127897"/>
              <a:gd name="connsiteX64" fmla="*/ 1130670 w 1749005"/>
              <a:gd name="connsiteY64" fmla="*/ 1127879 h 1127897"/>
              <a:gd name="connsiteX65" fmla="*/ 1148337 w 1749005"/>
              <a:gd name="connsiteY65" fmla="*/ 1127870 h 1127897"/>
              <a:gd name="connsiteX66" fmla="*/ 1166004 w 1749005"/>
              <a:gd name="connsiteY66" fmla="*/ 1127843 h 1127897"/>
              <a:gd name="connsiteX67" fmla="*/ 1183671 w 1749005"/>
              <a:gd name="connsiteY67" fmla="*/ 1127798 h 1127897"/>
              <a:gd name="connsiteX68" fmla="*/ 1201338 w 1749005"/>
              <a:gd name="connsiteY68" fmla="*/ 1127717 h 1127897"/>
              <a:gd name="connsiteX69" fmla="*/ 1219005 w 1749005"/>
              <a:gd name="connsiteY69" fmla="*/ 1127582 h 1127897"/>
              <a:gd name="connsiteX70" fmla="*/ 1236672 w 1749005"/>
              <a:gd name="connsiteY70" fmla="*/ 1127348 h 1127897"/>
              <a:gd name="connsiteX71" fmla="*/ 1254339 w 1749005"/>
              <a:gd name="connsiteY71" fmla="*/ 1126979 h 1127897"/>
              <a:gd name="connsiteX72" fmla="*/ 1272006 w 1749005"/>
              <a:gd name="connsiteY72" fmla="*/ 1126385 h 1127897"/>
              <a:gd name="connsiteX73" fmla="*/ 1289664 w 1749005"/>
              <a:gd name="connsiteY73" fmla="*/ 1125449 h 1127897"/>
              <a:gd name="connsiteX74" fmla="*/ 1307331 w 1749005"/>
              <a:gd name="connsiteY74" fmla="*/ 1124009 h 1127897"/>
              <a:gd name="connsiteX75" fmla="*/ 1324998 w 1749005"/>
              <a:gd name="connsiteY75" fmla="*/ 1121822 h 1127897"/>
              <a:gd name="connsiteX76" fmla="*/ 1342665 w 1749005"/>
              <a:gd name="connsiteY76" fmla="*/ 1118600 h 1127897"/>
              <a:gd name="connsiteX77" fmla="*/ 1360332 w 1749005"/>
              <a:gd name="connsiteY77" fmla="*/ 1113911 h 1127897"/>
              <a:gd name="connsiteX78" fmla="*/ 1377999 w 1749005"/>
              <a:gd name="connsiteY78" fmla="*/ 1107233 h 1127897"/>
              <a:gd name="connsiteX79" fmla="*/ 1395666 w 1749005"/>
              <a:gd name="connsiteY79" fmla="*/ 1097927 h 1127897"/>
              <a:gd name="connsiteX80" fmla="*/ 1413333 w 1749005"/>
              <a:gd name="connsiteY80" fmla="*/ 1085201 h 1127897"/>
              <a:gd name="connsiteX81" fmla="*/ 1431000 w 1749005"/>
              <a:gd name="connsiteY81" fmla="*/ 1068182 h 1127897"/>
              <a:gd name="connsiteX82" fmla="*/ 1448667 w 1749005"/>
              <a:gd name="connsiteY82" fmla="*/ 1045871 h 1127897"/>
              <a:gd name="connsiteX83" fmla="*/ 1466334 w 1749005"/>
              <a:gd name="connsiteY83" fmla="*/ 1017251 h 1127897"/>
              <a:gd name="connsiteX84" fmla="*/ 1484001 w 1749005"/>
              <a:gd name="connsiteY84" fmla="*/ 981332 h 1127897"/>
              <a:gd name="connsiteX85" fmla="*/ 1501668 w 1749005"/>
              <a:gd name="connsiteY85" fmla="*/ 937232 h 1127897"/>
              <a:gd name="connsiteX86" fmla="*/ 1519335 w 1749005"/>
              <a:gd name="connsiteY86" fmla="*/ 884330 h 1127897"/>
              <a:gd name="connsiteX87" fmla="*/ 1537002 w 1749005"/>
              <a:gd name="connsiteY87" fmla="*/ 822347 h 1127897"/>
              <a:gd name="connsiteX88" fmla="*/ 1554669 w 1749005"/>
              <a:gd name="connsiteY88" fmla="*/ 751475 h 1127897"/>
              <a:gd name="connsiteX89" fmla="*/ 1572336 w 1749005"/>
              <a:gd name="connsiteY89" fmla="*/ 672500 h 1127897"/>
              <a:gd name="connsiteX90" fmla="*/ 1590003 w 1749005"/>
              <a:gd name="connsiteY90" fmla="*/ 586860 h 1127897"/>
              <a:gd name="connsiteX91" fmla="*/ 1607670 w 1749005"/>
              <a:gd name="connsiteY91" fmla="*/ 496668 h 1127897"/>
              <a:gd name="connsiteX92" fmla="*/ 1625337 w 1749005"/>
              <a:gd name="connsiteY92" fmla="*/ 404680 h 1127897"/>
              <a:gd name="connsiteX93" fmla="*/ 1643004 w 1749005"/>
              <a:gd name="connsiteY93" fmla="*/ 314180 h 1127897"/>
              <a:gd name="connsiteX94" fmla="*/ 1660671 w 1749005"/>
              <a:gd name="connsiteY94" fmla="*/ 228814 h 1127897"/>
              <a:gd name="connsiteX95" fmla="*/ 1678338 w 1749005"/>
              <a:gd name="connsiteY95" fmla="*/ 152349 h 1127897"/>
              <a:gd name="connsiteX96" fmla="*/ 1696005 w 1749005"/>
              <a:gd name="connsiteY96" fmla="*/ 88407 h 1127897"/>
              <a:gd name="connsiteX97" fmla="*/ 1713672 w 1749005"/>
              <a:gd name="connsiteY97" fmla="*/ 40184 h 1127897"/>
              <a:gd name="connsiteX98" fmla="*/ 1731339 w 1749005"/>
              <a:gd name="connsiteY98" fmla="*/ 10183 h 1127897"/>
              <a:gd name="connsiteX99" fmla="*/ 1749006 w 1749005"/>
              <a:gd name="connsiteY99" fmla="*/ 0 h 1127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749005" h="1127897">
                <a:moveTo>
                  <a:pt x="0" y="1127897"/>
                </a:moveTo>
                <a:lnTo>
                  <a:pt x="17667" y="1127897"/>
                </a:lnTo>
                <a:lnTo>
                  <a:pt x="35334" y="1127897"/>
                </a:lnTo>
                <a:lnTo>
                  <a:pt x="53000" y="1127897"/>
                </a:lnTo>
                <a:lnTo>
                  <a:pt x="70667" y="1127897"/>
                </a:lnTo>
                <a:lnTo>
                  <a:pt x="88333" y="1127897"/>
                </a:lnTo>
                <a:lnTo>
                  <a:pt x="106000" y="1127897"/>
                </a:lnTo>
                <a:lnTo>
                  <a:pt x="123667" y="1127897"/>
                </a:lnTo>
                <a:lnTo>
                  <a:pt x="141333" y="1127897"/>
                </a:lnTo>
                <a:lnTo>
                  <a:pt x="159000" y="1127897"/>
                </a:lnTo>
                <a:lnTo>
                  <a:pt x="176667" y="1127897"/>
                </a:lnTo>
                <a:lnTo>
                  <a:pt x="194333" y="1127897"/>
                </a:lnTo>
                <a:lnTo>
                  <a:pt x="212000" y="1127897"/>
                </a:lnTo>
                <a:lnTo>
                  <a:pt x="229667" y="1127897"/>
                </a:lnTo>
                <a:lnTo>
                  <a:pt x="247334" y="1127897"/>
                </a:lnTo>
                <a:lnTo>
                  <a:pt x="265001" y="1127897"/>
                </a:lnTo>
                <a:lnTo>
                  <a:pt x="282668" y="1127897"/>
                </a:lnTo>
                <a:lnTo>
                  <a:pt x="300334" y="1127897"/>
                </a:lnTo>
                <a:lnTo>
                  <a:pt x="318001" y="1127897"/>
                </a:lnTo>
                <a:lnTo>
                  <a:pt x="335668" y="1127897"/>
                </a:lnTo>
                <a:lnTo>
                  <a:pt x="353334" y="1127897"/>
                </a:lnTo>
                <a:lnTo>
                  <a:pt x="371001" y="1127897"/>
                </a:lnTo>
                <a:lnTo>
                  <a:pt x="388668" y="1127897"/>
                </a:lnTo>
                <a:lnTo>
                  <a:pt x="406334" y="1127897"/>
                </a:lnTo>
                <a:lnTo>
                  <a:pt x="424001" y="1127897"/>
                </a:lnTo>
                <a:lnTo>
                  <a:pt x="441668" y="1127897"/>
                </a:lnTo>
                <a:lnTo>
                  <a:pt x="459334" y="1127897"/>
                </a:lnTo>
                <a:lnTo>
                  <a:pt x="477001" y="1127897"/>
                </a:lnTo>
                <a:lnTo>
                  <a:pt x="494667" y="1127897"/>
                </a:lnTo>
                <a:lnTo>
                  <a:pt x="512334" y="1127897"/>
                </a:lnTo>
                <a:lnTo>
                  <a:pt x="530001" y="1127897"/>
                </a:lnTo>
                <a:lnTo>
                  <a:pt x="547667" y="1127897"/>
                </a:lnTo>
                <a:lnTo>
                  <a:pt x="565334" y="1127897"/>
                </a:lnTo>
                <a:lnTo>
                  <a:pt x="583001" y="1127897"/>
                </a:lnTo>
                <a:lnTo>
                  <a:pt x="600669" y="1127897"/>
                </a:lnTo>
                <a:lnTo>
                  <a:pt x="618336" y="1127897"/>
                </a:lnTo>
                <a:lnTo>
                  <a:pt x="636003" y="1127897"/>
                </a:lnTo>
                <a:lnTo>
                  <a:pt x="653670" y="1127897"/>
                </a:lnTo>
                <a:lnTo>
                  <a:pt x="671337" y="1127897"/>
                </a:lnTo>
                <a:lnTo>
                  <a:pt x="689004" y="1127897"/>
                </a:lnTo>
                <a:lnTo>
                  <a:pt x="706671" y="1127897"/>
                </a:lnTo>
                <a:lnTo>
                  <a:pt x="724338" y="1127897"/>
                </a:lnTo>
                <a:lnTo>
                  <a:pt x="742005" y="1127897"/>
                </a:lnTo>
                <a:lnTo>
                  <a:pt x="759672" y="1127897"/>
                </a:lnTo>
                <a:lnTo>
                  <a:pt x="777330" y="1127897"/>
                </a:lnTo>
                <a:lnTo>
                  <a:pt x="794997" y="1127897"/>
                </a:lnTo>
                <a:lnTo>
                  <a:pt x="812664" y="1127897"/>
                </a:lnTo>
                <a:lnTo>
                  <a:pt x="830331" y="1127897"/>
                </a:lnTo>
                <a:lnTo>
                  <a:pt x="847998" y="1127897"/>
                </a:lnTo>
                <a:lnTo>
                  <a:pt x="865665" y="1127897"/>
                </a:lnTo>
                <a:lnTo>
                  <a:pt x="883332" y="1127897"/>
                </a:lnTo>
                <a:lnTo>
                  <a:pt x="900999" y="1127897"/>
                </a:lnTo>
                <a:lnTo>
                  <a:pt x="918666" y="1127897"/>
                </a:lnTo>
                <a:lnTo>
                  <a:pt x="936333" y="1127897"/>
                </a:lnTo>
                <a:lnTo>
                  <a:pt x="954000" y="1127897"/>
                </a:lnTo>
                <a:lnTo>
                  <a:pt x="971667" y="1127897"/>
                </a:lnTo>
                <a:lnTo>
                  <a:pt x="989334" y="1127897"/>
                </a:lnTo>
                <a:lnTo>
                  <a:pt x="1007001" y="1127897"/>
                </a:lnTo>
                <a:lnTo>
                  <a:pt x="1024668" y="1127897"/>
                </a:lnTo>
                <a:lnTo>
                  <a:pt x="1042335" y="1127897"/>
                </a:lnTo>
                <a:lnTo>
                  <a:pt x="1060002" y="1127897"/>
                </a:lnTo>
                <a:lnTo>
                  <a:pt x="1077669" y="1127897"/>
                </a:lnTo>
                <a:lnTo>
                  <a:pt x="1095336" y="1127897"/>
                </a:lnTo>
                <a:lnTo>
                  <a:pt x="1113003" y="1127888"/>
                </a:lnTo>
                <a:lnTo>
                  <a:pt x="1130670" y="1127879"/>
                </a:lnTo>
                <a:lnTo>
                  <a:pt x="1148337" y="1127870"/>
                </a:lnTo>
                <a:lnTo>
                  <a:pt x="1166004" y="1127843"/>
                </a:lnTo>
                <a:lnTo>
                  <a:pt x="1183671" y="1127798"/>
                </a:lnTo>
                <a:lnTo>
                  <a:pt x="1201338" y="1127717"/>
                </a:lnTo>
                <a:lnTo>
                  <a:pt x="1219005" y="1127582"/>
                </a:lnTo>
                <a:lnTo>
                  <a:pt x="1236672" y="1127348"/>
                </a:lnTo>
                <a:lnTo>
                  <a:pt x="1254339" y="1126979"/>
                </a:lnTo>
                <a:lnTo>
                  <a:pt x="1272006" y="1126385"/>
                </a:lnTo>
                <a:lnTo>
                  <a:pt x="1289664" y="1125449"/>
                </a:lnTo>
                <a:lnTo>
                  <a:pt x="1307331" y="1124009"/>
                </a:lnTo>
                <a:lnTo>
                  <a:pt x="1324998" y="1121822"/>
                </a:lnTo>
                <a:lnTo>
                  <a:pt x="1342665" y="1118600"/>
                </a:lnTo>
                <a:lnTo>
                  <a:pt x="1360332" y="1113911"/>
                </a:lnTo>
                <a:lnTo>
                  <a:pt x="1377999" y="1107233"/>
                </a:lnTo>
                <a:lnTo>
                  <a:pt x="1395666" y="1097927"/>
                </a:lnTo>
                <a:lnTo>
                  <a:pt x="1413333" y="1085201"/>
                </a:lnTo>
                <a:lnTo>
                  <a:pt x="1431000" y="1068182"/>
                </a:lnTo>
                <a:lnTo>
                  <a:pt x="1448667" y="1045871"/>
                </a:lnTo>
                <a:lnTo>
                  <a:pt x="1466334" y="1017251"/>
                </a:lnTo>
                <a:lnTo>
                  <a:pt x="1484001" y="981332"/>
                </a:lnTo>
                <a:lnTo>
                  <a:pt x="1501668" y="937232"/>
                </a:lnTo>
                <a:lnTo>
                  <a:pt x="1519335" y="884330"/>
                </a:lnTo>
                <a:lnTo>
                  <a:pt x="1537002" y="822347"/>
                </a:lnTo>
                <a:lnTo>
                  <a:pt x="1554669" y="751475"/>
                </a:lnTo>
                <a:lnTo>
                  <a:pt x="1572336" y="672500"/>
                </a:lnTo>
                <a:lnTo>
                  <a:pt x="1590003" y="586860"/>
                </a:lnTo>
                <a:lnTo>
                  <a:pt x="1607670" y="496668"/>
                </a:lnTo>
                <a:lnTo>
                  <a:pt x="1625337" y="404680"/>
                </a:lnTo>
                <a:lnTo>
                  <a:pt x="1643004" y="314180"/>
                </a:lnTo>
                <a:lnTo>
                  <a:pt x="1660671" y="228814"/>
                </a:lnTo>
                <a:lnTo>
                  <a:pt x="1678338" y="152349"/>
                </a:lnTo>
                <a:lnTo>
                  <a:pt x="1696005" y="88407"/>
                </a:lnTo>
                <a:lnTo>
                  <a:pt x="1713672" y="40184"/>
                </a:lnTo>
                <a:lnTo>
                  <a:pt x="1731339" y="10183"/>
                </a:lnTo>
                <a:lnTo>
                  <a:pt x="1749006" y="0"/>
                </a:lnTo>
              </a:path>
            </a:pathLst>
          </a:custGeom>
          <a:noFill/>
          <a:ln w="10763" cap="rnd">
            <a:solidFill>
              <a:srgbClr val="00A8CB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390" name="Group 389">
            <a:extLst>
              <a:ext uri="{FF2B5EF4-FFF2-40B4-BE49-F238E27FC236}">
                <a16:creationId xmlns:a16="http://schemas.microsoft.com/office/drawing/2014/main" id="{C90E0AA1-3990-D86D-92A9-3B32AF7BC122}"/>
              </a:ext>
            </a:extLst>
          </p:cNvPr>
          <p:cNvGrpSpPr/>
          <p:nvPr/>
        </p:nvGrpSpPr>
        <p:grpSpPr>
          <a:xfrm>
            <a:off x="2717536" y="3493105"/>
            <a:ext cx="2160000" cy="1440000"/>
            <a:chOff x="2717536" y="3493105"/>
            <a:chExt cx="2160000" cy="1440000"/>
          </a:xfrm>
        </p:grpSpPr>
        <p:sp>
          <p:nvSpPr>
            <p:cNvPr id="334" name="Freeform 333">
              <a:extLst>
                <a:ext uri="{FF2B5EF4-FFF2-40B4-BE49-F238E27FC236}">
                  <a16:creationId xmlns:a16="http://schemas.microsoft.com/office/drawing/2014/main" id="{5616A586-C19C-128A-647F-41E5E91C7641}"/>
                </a:ext>
              </a:extLst>
            </p:cNvPr>
            <p:cNvSpPr/>
            <p:nvPr/>
          </p:nvSpPr>
          <p:spPr>
            <a:xfrm>
              <a:off x="2717536" y="3493105"/>
              <a:ext cx="2160000" cy="1440000"/>
            </a:xfrm>
            <a:custGeom>
              <a:avLst/>
              <a:gdLst>
                <a:gd name="connsiteX0" fmla="*/ 0 w 2160000"/>
                <a:gd name="connsiteY0" fmla="*/ 1440000 h 1440000"/>
                <a:gd name="connsiteX1" fmla="*/ 2160000 w 2160000"/>
                <a:gd name="connsiteY1" fmla="*/ 1440000 h 1440000"/>
                <a:gd name="connsiteX2" fmla="*/ 2160000 w 2160000"/>
                <a:gd name="connsiteY2" fmla="*/ 0 h 1440000"/>
                <a:gd name="connsiteX3" fmla="*/ 0 w 2160000"/>
                <a:gd name="connsiteY3" fmla="*/ 0 h 144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60000" h="1440000">
                  <a:moveTo>
                    <a:pt x="0" y="1440000"/>
                  </a:moveTo>
                  <a:lnTo>
                    <a:pt x="2160000" y="1440000"/>
                  </a:lnTo>
                  <a:lnTo>
                    <a:pt x="2160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8E63EBC1-8F14-078A-A00F-3AE54303ADE0}"/>
                </a:ext>
              </a:extLst>
            </p:cNvPr>
            <p:cNvSpPr/>
            <p:nvPr/>
          </p:nvSpPr>
          <p:spPr>
            <a:xfrm>
              <a:off x="2911876" y="3535624"/>
              <a:ext cx="1923143" cy="1195574"/>
            </a:xfrm>
            <a:custGeom>
              <a:avLst/>
              <a:gdLst>
                <a:gd name="connsiteX0" fmla="*/ 0 w 1923143"/>
                <a:gd name="connsiteY0" fmla="*/ 1195574 h 1195574"/>
                <a:gd name="connsiteX1" fmla="*/ 1923143 w 1923143"/>
                <a:gd name="connsiteY1" fmla="*/ 1195574 h 1195574"/>
                <a:gd name="connsiteX2" fmla="*/ 1923143 w 1923143"/>
                <a:gd name="connsiteY2" fmla="*/ 0 h 1195574"/>
                <a:gd name="connsiteX3" fmla="*/ 0 w 1923143"/>
                <a:gd name="connsiteY3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23143" h="1195574">
                  <a:moveTo>
                    <a:pt x="0" y="1195574"/>
                  </a:moveTo>
                  <a:lnTo>
                    <a:pt x="1923143" y="1195574"/>
                  </a:lnTo>
                  <a:lnTo>
                    <a:pt x="192314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BBB8E05C-C2C6-B70C-BCFC-9DB1AC6435B6}"/>
                </a:ext>
              </a:extLst>
            </p:cNvPr>
            <p:cNvSpPr/>
            <p:nvPr/>
          </p:nvSpPr>
          <p:spPr>
            <a:xfrm>
              <a:off x="2966305" y="3535624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7" name="Freeform 336">
              <a:extLst>
                <a:ext uri="{FF2B5EF4-FFF2-40B4-BE49-F238E27FC236}">
                  <a16:creationId xmlns:a16="http://schemas.microsoft.com/office/drawing/2014/main" id="{8ACFFDE9-572C-8480-0DEB-AE6D9455F45B}"/>
                </a:ext>
              </a:extLst>
            </p:cNvPr>
            <p:cNvSpPr/>
            <p:nvPr/>
          </p:nvSpPr>
          <p:spPr>
            <a:xfrm>
              <a:off x="3419876" y="3535624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1AC6E643-E693-4326-FB4D-1833B276AAA7}"/>
                </a:ext>
              </a:extLst>
            </p:cNvPr>
            <p:cNvSpPr/>
            <p:nvPr/>
          </p:nvSpPr>
          <p:spPr>
            <a:xfrm>
              <a:off x="3873441" y="3535624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A2054BA7-FDF5-D85E-C6E5-56883B10237E}"/>
                </a:ext>
              </a:extLst>
            </p:cNvPr>
            <p:cNvSpPr/>
            <p:nvPr/>
          </p:nvSpPr>
          <p:spPr>
            <a:xfrm>
              <a:off x="4327015" y="3535624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0" name="Freeform 339">
              <a:extLst>
                <a:ext uri="{FF2B5EF4-FFF2-40B4-BE49-F238E27FC236}">
                  <a16:creationId xmlns:a16="http://schemas.microsoft.com/office/drawing/2014/main" id="{85A00EF3-9D3D-43FD-F73F-A5C7A65DE856}"/>
                </a:ext>
              </a:extLst>
            </p:cNvPr>
            <p:cNvSpPr/>
            <p:nvPr/>
          </p:nvSpPr>
          <p:spPr>
            <a:xfrm>
              <a:off x="4780588" y="3535624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A5DFB701-6738-B533-86C9-D73AD667C2CA}"/>
                </a:ext>
              </a:extLst>
            </p:cNvPr>
            <p:cNvSpPr/>
            <p:nvPr/>
          </p:nvSpPr>
          <p:spPr>
            <a:xfrm>
              <a:off x="2911876" y="4731199"/>
              <a:ext cx="1923143" cy="900"/>
            </a:xfrm>
            <a:custGeom>
              <a:avLst/>
              <a:gdLst>
                <a:gd name="connsiteX0" fmla="*/ 0 w 1923143"/>
                <a:gd name="connsiteY0" fmla="*/ 0 h 900"/>
                <a:gd name="connsiteX1" fmla="*/ 1923143 w 1923143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23143" h="900">
                  <a:moveTo>
                    <a:pt x="0" y="0"/>
                  </a:moveTo>
                  <a:lnTo>
                    <a:pt x="1923143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4CB1360E-F3EF-2055-6BFF-DE691192258A}"/>
                </a:ext>
              </a:extLst>
            </p:cNvPr>
            <p:cNvSpPr/>
            <p:nvPr/>
          </p:nvSpPr>
          <p:spPr>
            <a:xfrm>
              <a:off x="2966305" y="4714189"/>
              <a:ext cx="900" cy="17010"/>
            </a:xfrm>
            <a:custGeom>
              <a:avLst/>
              <a:gdLst>
                <a:gd name="connsiteX0" fmla="*/ 0 w 900"/>
                <a:gd name="connsiteY0" fmla="*/ 17010 h 17010"/>
                <a:gd name="connsiteX1" fmla="*/ 0 w 900"/>
                <a:gd name="connsiteY1" fmla="*/ 0 h 17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7010">
                  <a:moveTo>
                    <a:pt x="0" y="17010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3" name="Freeform 342">
              <a:extLst>
                <a:ext uri="{FF2B5EF4-FFF2-40B4-BE49-F238E27FC236}">
                  <a16:creationId xmlns:a16="http://schemas.microsoft.com/office/drawing/2014/main" id="{5B7F5466-C248-DEAE-22DB-5B15670B23F1}"/>
                </a:ext>
              </a:extLst>
            </p:cNvPr>
            <p:cNvSpPr/>
            <p:nvPr/>
          </p:nvSpPr>
          <p:spPr>
            <a:xfrm>
              <a:off x="3419876" y="4714189"/>
              <a:ext cx="900" cy="17010"/>
            </a:xfrm>
            <a:custGeom>
              <a:avLst/>
              <a:gdLst>
                <a:gd name="connsiteX0" fmla="*/ 0 w 900"/>
                <a:gd name="connsiteY0" fmla="*/ 17010 h 17010"/>
                <a:gd name="connsiteX1" fmla="*/ 0 w 900"/>
                <a:gd name="connsiteY1" fmla="*/ 0 h 17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7010">
                  <a:moveTo>
                    <a:pt x="0" y="17010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DA43F7F8-E364-CAAC-5096-2ED86610B2DE}"/>
                </a:ext>
              </a:extLst>
            </p:cNvPr>
            <p:cNvSpPr/>
            <p:nvPr/>
          </p:nvSpPr>
          <p:spPr>
            <a:xfrm>
              <a:off x="3873441" y="4714189"/>
              <a:ext cx="900" cy="17010"/>
            </a:xfrm>
            <a:custGeom>
              <a:avLst/>
              <a:gdLst>
                <a:gd name="connsiteX0" fmla="*/ 0 w 900"/>
                <a:gd name="connsiteY0" fmla="*/ 17010 h 17010"/>
                <a:gd name="connsiteX1" fmla="*/ 0 w 900"/>
                <a:gd name="connsiteY1" fmla="*/ 0 h 17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7010">
                  <a:moveTo>
                    <a:pt x="0" y="17010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12564DA1-D276-2C29-9DED-EF49204028A3}"/>
                </a:ext>
              </a:extLst>
            </p:cNvPr>
            <p:cNvSpPr/>
            <p:nvPr/>
          </p:nvSpPr>
          <p:spPr>
            <a:xfrm>
              <a:off x="4327015" y="4714189"/>
              <a:ext cx="900" cy="17010"/>
            </a:xfrm>
            <a:custGeom>
              <a:avLst/>
              <a:gdLst>
                <a:gd name="connsiteX0" fmla="*/ 0 w 900"/>
                <a:gd name="connsiteY0" fmla="*/ 17010 h 17010"/>
                <a:gd name="connsiteX1" fmla="*/ 0 w 900"/>
                <a:gd name="connsiteY1" fmla="*/ 0 h 17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7010">
                  <a:moveTo>
                    <a:pt x="0" y="17010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6" name="Freeform 345">
              <a:extLst>
                <a:ext uri="{FF2B5EF4-FFF2-40B4-BE49-F238E27FC236}">
                  <a16:creationId xmlns:a16="http://schemas.microsoft.com/office/drawing/2014/main" id="{76125DEE-FA4B-5CC8-F3F6-63C89B4766A4}"/>
                </a:ext>
              </a:extLst>
            </p:cNvPr>
            <p:cNvSpPr/>
            <p:nvPr/>
          </p:nvSpPr>
          <p:spPr>
            <a:xfrm>
              <a:off x="4780588" y="4714189"/>
              <a:ext cx="900" cy="17010"/>
            </a:xfrm>
            <a:custGeom>
              <a:avLst/>
              <a:gdLst>
                <a:gd name="connsiteX0" fmla="*/ 0 w 900"/>
                <a:gd name="connsiteY0" fmla="*/ 17010 h 17010"/>
                <a:gd name="connsiteX1" fmla="*/ 0 w 900"/>
                <a:gd name="connsiteY1" fmla="*/ 0 h 17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7010">
                  <a:moveTo>
                    <a:pt x="0" y="17010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B8A2ED50-75B7-A74A-188A-FA381C31F3C9}"/>
                </a:ext>
              </a:extLst>
            </p:cNvPr>
            <p:cNvSpPr/>
            <p:nvPr/>
          </p:nvSpPr>
          <p:spPr>
            <a:xfrm>
              <a:off x="2882086" y="4790014"/>
              <a:ext cx="46739" cy="6201"/>
            </a:xfrm>
            <a:custGeom>
              <a:avLst/>
              <a:gdLst>
                <a:gd name="connsiteX0" fmla="*/ 0 w 46739"/>
                <a:gd name="connsiteY0" fmla="*/ 0 h 6201"/>
                <a:gd name="connsiteX1" fmla="*/ 46740 w 46739"/>
                <a:gd name="connsiteY1" fmla="*/ 0 h 6201"/>
                <a:gd name="connsiteX2" fmla="*/ 46740 w 46739"/>
                <a:gd name="connsiteY2" fmla="*/ 6201 h 6201"/>
                <a:gd name="connsiteX3" fmla="*/ 0 w 46739"/>
                <a:gd name="connsiteY3" fmla="*/ 6201 h 6201"/>
                <a:gd name="connsiteX4" fmla="*/ 0 w 46739"/>
                <a:gd name="connsiteY4" fmla="*/ 0 h 6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739" h="6201">
                  <a:moveTo>
                    <a:pt x="0" y="0"/>
                  </a:moveTo>
                  <a:lnTo>
                    <a:pt x="46740" y="0"/>
                  </a:lnTo>
                  <a:lnTo>
                    <a:pt x="46740" y="6201"/>
                  </a:lnTo>
                  <a:lnTo>
                    <a:pt x="0" y="6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5E5F0FC6-9C9D-1FAC-D0BD-E48A141D24D3}"/>
                </a:ext>
              </a:extLst>
            </p:cNvPr>
            <p:cNvSpPr/>
            <p:nvPr/>
          </p:nvSpPr>
          <p:spPr>
            <a:xfrm>
              <a:off x="2944940" y="4762086"/>
              <a:ext cx="32410" cy="54431"/>
            </a:xfrm>
            <a:custGeom>
              <a:avLst/>
              <a:gdLst>
                <a:gd name="connsiteX0" fmla="*/ 1058 w 32410"/>
                <a:gd name="connsiteY0" fmla="*/ 48231 h 54431"/>
                <a:gd name="connsiteX1" fmla="*/ 13089 w 32410"/>
                <a:gd name="connsiteY1" fmla="*/ 48231 h 54431"/>
                <a:gd name="connsiteX2" fmla="*/ 13089 w 32410"/>
                <a:gd name="connsiteY2" fmla="*/ 6705 h 54431"/>
                <a:gd name="connsiteX3" fmla="*/ 0 w 32410"/>
                <a:gd name="connsiteY3" fmla="*/ 9333 h 54431"/>
                <a:gd name="connsiteX4" fmla="*/ 0 w 32410"/>
                <a:gd name="connsiteY4" fmla="*/ 2628 h 54431"/>
                <a:gd name="connsiteX5" fmla="*/ 13016 w 32410"/>
                <a:gd name="connsiteY5" fmla="*/ 0 h 54431"/>
                <a:gd name="connsiteX6" fmla="*/ 20380 w 32410"/>
                <a:gd name="connsiteY6" fmla="*/ 0 h 54431"/>
                <a:gd name="connsiteX7" fmla="*/ 20380 w 32410"/>
                <a:gd name="connsiteY7" fmla="*/ 48231 h 54431"/>
                <a:gd name="connsiteX8" fmla="*/ 32411 w 32410"/>
                <a:gd name="connsiteY8" fmla="*/ 48231 h 54431"/>
                <a:gd name="connsiteX9" fmla="*/ 32411 w 32410"/>
                <a:gd name="connsiteY9" fmla="*/ 54432 h 54431"/>
                <a:gd name="connsiteX10" fmla="*/ 1058 w 32410"/>
                <a:gd name="connsiteY10" fmla="*/ 54432 h 54431"/>
                <a:gd name="connsiteX11" fmla="*/ 1058 w 32410"/>
                <a:gd name="connsiteY11" fmla="*/ 48231 h 54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410" h="54431">
                  <a:moveTo>
                    <a:pt x="1058" y="48231"/>
                  </a:moveTo>
                  <a:lnTo>
                    <a:pt x="13089" y="48231"/>
                  </a:lnTo>
                  <a:lnTo>
                    <a:pt x="13089" y="6705"/>
                  </a:lnTo>
                  <a:lnTo>
                    <a:pt x="0" y="9333"/>
                  </a:lnTo>
                  <a:lnTo>
                    <a:pt x="0" y="2628"/>
                  </a:lnTo>
                  <a:lnTo>
                    <a:pt x="13016" y="0"/>
                  </a:lnTo>
                  <a:lnTo>
                    <a:pt x="20380" y="0"/>
                  </a:lnTo>
                  <a:lnTo>
                    <a:pt x="20380" y="48231"/>
                  </a:lnTo>
                  <a:lnTo>
                    <a:pt x="32411" y="48231"/>
                  </a:lnTo>
                  <a:lnTo>
                    <a:pt x="32411" y="54432"/>
                  </a:lnTo>
                  <a:lnTo>
                    <a:pt x="1058" y="54432"/>
                  </a:lnTo>
                  <a:lnTo>
                    <a:pt x="1058" y="48231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9" name="Freeform 348">
              <a:extLst>
                <a:ext uri="{FF2B5EF4-FFF2-40B4-BE49-F238E27FC236}">
                  <a16:creationId xmlns:a16="http://schemas.microsoft.com/office/drawing/2014/main" id="{D397DA08-6F27-9847-48A6-2EE0684B0424}"/>
                </a:ext>
              </a:extLst>
            </p:cNvPr>
            <p:cNvSpPr/>
            <p:nvPr/>
          </p:nvSpPr>
          <p:spPr>
            <a:xfrm>
              <a:off x="2992226" y="4807258"/>
              <a:ext cx="7692" cy="9260"/>
            </a:xfrm>
            <a:custGeom>
              <a:avLst/>
              <a:gdLst>
                <a:gd name="connsiteX0" fmla="*/ 0 w 7692"/>
                <a:gd name="connsiteY0" fmla="*/ 0 h 9260"/>
                <a:gd name="connsiteX1" fmla="*/ 7692 w 7692"/>
                <a:gd name="connsiteY1" fmla="*/ 0 h 9260"/>
                <a:gd name="connsiteX2" fmla="*/ 7692 w 7692"/>
                <a:gd name="connsiteY2" fmla="*/ 9261 h 9260"/>
                <a:gd name="connsiteX3" fmla="*/ 0 w 7692"/>
                <a:gd name="connsiteY3" fmla="*/ 9261 h 9260"/>
                <a:gd name="connsiteX4" fmla="*/ 0 w 7692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2" h="9260">
                  <a:moveTo>
                    <a:pt x="0" y="0"/>
                  </a:moveTo>
                  <a:lnTo>
                    <a:pt x="7692" y="0"/>
                  </a:lnTo>
                  <a:lnTo>
                    <a:pt x="7692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81390789-E295-A681-7765-B4BF53D310AB}"/>
                </a:ext>
              </a:extLst>
            </p:cNvPr>
            <p:cNvSpPr/>
            <p:nvPr/>
          </p:nvSpPr>
          <p:spPr>
            <a:xfrm>
              <a:off x="3012898" y="4761106"/>
              <a:ext cx="37624" cy="56465"/>
            </a:xfrm>
            <a:custGeom>
              <a:avLst/>
              <a:gdLst>
                <a:gd name="connsiteX0" fmla="*/ 18812 w 37624"/>
                <a:gd name="connsiteY0" fmla="*/ 5832 h 56465"/>
                <a:gd name="connsiteX1" fmla="*/ 10245 w 37624"/>
                <a:gd name="connsiteY1" fmla="*/ 11448 h 56465"/>
                <a:gd name="connsiteX2" fmla="*/ 7401 w 37624"/>
                <a:gd name="connsiteY2" fmla="*/ 28251 h 56465"/>
                <a:gd name="connsiteX3" fmla="*/ 10245 w 37624"/>
                <a:gd name="connsiteY3" fmla="*/ 45063 h 56465"/>
                <a:gd name="connsiteX4" fmla="*/ 18812 w 37624"/>
                <a:gd name="connsiteY4" fmla="*/ 50634 h 56465"/>
                <a:gd name="connsiteX5" fmla="*/ 27380 w 37624"/>
                <a:gd name="connsiteY5" fmla="*/ 45063 h 56465"/>
                <a:gd name="connsiteX6" fmla="*/ 30260 w 37624"/>
                <a:gd name="connsiteY6" fmla="*/ 28251 h 56465"/>
                <a:gd name="connsiteX7" fmla="*/ 27380 w 37624"/>
                <a:gd name="connsiteY7" fmla="*/ 11448 h 56465"/>
                <a:gd name="connsiteX8" fmla="*/ 18812 w 37624"/>
                <a:gd name="connsiteY8" fmla="*/ 5832 h 56465"/>
                <a:gd name="connsiteX9" fmla="*/ 18812 w 37624"/>
                <a:gd name="connsiteY9" fmla="*/ 0 h 56465"/>
                <a:gd name="connsiteX10" fmla="*/ 32775 w 37624"/>
                <a:gd name="connsiteY10" fmla="*/ 7254 h 56465"/>
                <a:gd name="connsiteX11" fmla="*/ 37624 w 37624"/>
                <a:gd name="connsiteY11" fmla="*/ 28251 h 56465"/>
                <a:gd name="connsiteX12" fmla="*/ 32775 w 37624"/>
                <a:gd name="connsiteY12" fmla="*/ 49248 h 56465"/>
                <a:gd name="connsiteX13" fmla="*/ 18812 w 37624"/>
                <a:gd name="connsiteY13" fmla="*/ 56466 h 56465"/>
                <a:gd name="connsiteX14" fmla="*/ 4812 w 37624"/>
                <a:gd name="connsiteY14" fmla="*/ 49248 h 56465"/>
                <a:gd name="connsiteX15" fmla="*/ 0 w 37624"/>
                <a:gd name="connsiteY15" fmla="*/ 28251 h 56465"/>
                <a:gd name="connsiteX16" fmla="*/ 4812 w 37624"/>
                <a:gd name="connsiteY16" fmla="*/ 7254 h 56465"/>
                <a:gd name="connsiteX17" fmla="*/ 18812 w 37624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65">
                  <a:moveTo>
                    <a:pt x="18812" y="5832"/>
                  </a:moveTo>
                  <a:cubicBezTo>
                    <a:pt x="15020" y="5832"/>
                    <a:pt x="12164" y="7704"/>
                    <a:pt x="10245" y="11448"/>
                  </a:cubicBezTo>
                  <a:cubicBezTo>
                    <a:pt x="8348" y="15165"/>
                    <a:pt x="7401" y="20763"/>
                    <a:pt x="7401" y="28251"/>
                  </a:cubicBezTo>
                  <a:cubicBezTo>
                    <a:pt x="7401" y="35712"/>
                    <a:pt x="8348" y="41319"/>
                    <a:pt x="10245" y="45063"/>
                  </a:cubicBezTo>
                  <a:cubicBezTo>
                    <a:pt x="12164" y="48780"/>
                    <a:pt x="15020" y="50634"/>
                    <a:pt x="18812" y="50634"/>
                  </a:cubicBezTo>
                  <a:cubicBezTo>
                    <a:pt x="22628" y="50634"/>
                    <a:pt x="25484" y="48780"/>
                    <a:pt x="27380" y="45063"/>
                  </a:cubicBezTo>
                  <a:cubicBezTo>
                    <a:pt x="29299" y="41319"/>
                    <a:pt x="30260" y="35712"/>
                    <a:pt x="30260" y="28251"/>
                  </a:cubicBezTo>
                  <a:cubicBezTo>
                    <a:pt x="30260" y="20763"/>
                    <a:pt x="29299" y="15165"/>
                    <a:pt x="27380" y="11448"/>
                  </a:cubicBezTo>
                  <a:cubicBezTo>
                    <a:pt x="25484" y="7704"/>
                    <a:pt x="22628" y="5832"/>
                    <a:pt x="18812" y="5832"/>
                  </a:cubicBezTo>
                  <a:moveTo>
                    <a:pt x="18812" y="0"/>
                  </a:moveTo>
                  <a:cubicBezTo>
                    <a:pt x="24913" y="0"/>
                    <a:pt x="29567" y="2421"/>
                    <a:pt x="32775" y="7254"/>
                  </a:cubicBezTo>
                  <a:cubicBezTo>
                    <a:pt x="36008" y="12069"/>
                    <a:pt x="37624" y="19062"/>
                    <a:pt x="37624" y="28251"/>
                  </a:cubicBezTo>
                  <a:cubicBezTo>
                    <a:pt x="37624" y="37413"/>
                    <a:pt x="36008" y="44415"/>
                    <a:pt x="32775" y="49248"/>
                  </a:cubicBezTo>
                  <a:cubicBezTo>
                    <a:pt x="29567" y="54063"/>
                    <a:pt x="24913" y="56466"/>
                    <a:pt x="18812" y="56466"/>
                  </a:cubicBezTo>
                  <a:cubicBezTo>
                    <a:pt x="12712" y="56466"/>
                    <a:pt x="8045" y="54063"/>
                    <a:pt x="4812" y="49248"/>
                  </a:cubicBezTo>
                  <a:cubicBezTo>
                    <a:pt x="1604" y="44415"/>
                    <a:pt x="0" y="37413"/>
                    <a:pt x="0" y="28251"/>
                  </a:cubicBezTo>
                  <a:cubicBezTo>
                    <a:pt x="0" y="19062"/>
                    <a:pt x="1604" y="12069"/>
                    <a:pt x="4812" y="7254"/>
                  </a:cubicBezTo>
                  <a:cubicBezTo>
                    <a:pt x="8045" y="2421"/>
                    <a:pt x="12712" y="0"/>
                    <a:pt x="18812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83D36F4C-7124-D90A-DE48-77270F5533DB}"/>
                </a:ext>
              </a:extLst>
            </p:cNvPr>
            <p:cNvSpPr/>
            <p:nvPr/>
          </p:nvSpPr>
          <p:spPr>
            <a:xfrm>
              <a:off x="3336441" y="4790014"/>
              <a:ext cx="46738" cy="6201"/>
            </a:xfrm>
            <a:custGeom>
              <a:avLst/>
              <a:gdLst>
                <a:gd name="connsiteX0" fmla="*/ 0 w 46738"/>
                <a:gd name="connsiteY0" fmla="*/ 0 h 6201"/>
                <a:gd name="connsiteX1" fmla="*/ 46739 w 46738"/>
                <a:gd name="connsiteY1" fmla="*/ 0 h 6201"/>
                <a:gd name="connsiteX2" fmla="*/ 46739 w 46738"/>
                <a:gd name="connsiteY2" fmla="*/ 6201 h 6201"/>
                <a:gd name="connsiteX3" fmla="*/ 0 w 46738"/>
                <a:gd name="connsiteY3" fmla="*/ 6201 h 6201"/>
                <a:gd name="connsiteX4" fmla="*/ 0 w 46738"/>
                <a:gd name="connsiteY4" fmla="*/ 0 h 6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738" h="6201">
                  <a:moveTo>
                    <a:pt x="0" y="0"/>
                  </a:moveTo>
                  <a:lnTo>
                    <a:pt x="46739" y="0"/>
                  </a:lnTo>
                  <a:lnTo>
                    <a:pt x="46739" y="6201"/>
                  </a:lnTo>
                  <a:lnTo>
                    <a:pt x="0" y="6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2" name="Freeform 351">
              <a:extLst>
                <a:ext uri="{FF2B5EF4-FFF2-40B4-BE49-F238E27FC236}">
                  <a16:creationId xmlns:a16="http://schemas.microsoft.com/office/drawing/2014/main" id="{1C75FFEF-E604-44C2-2DA3-C7A593DE6B7F}"/>
                </a:ext>
              </a:extLst>
            </p:cNvPr>
            <p:cNvSpPr/>
            <p:nvPr/>
          </p:nvSpPr>
          <p:spPr>
            <a:xfrm>
              <a:off x="3396013" y="4761106"/>
              <a:ext cx="37625" cy="56465"/>
            </a:xfrm>
            <a:custGeom>
              <a:avLst/>
              <a:gdLst>
                <a:gd name="connsiteX0" fmla="*/ 18813 w 37625"/>
                <a:gd name="connsiteY0" fmla="*/ 5832 h 56465"/>
                <a:gd name="connsiteX1" fmla="*/ 10245 w 37625"/>
                <a:gd name="connsiteY1" fmla="*/ 11448 h 56465"/>
                <a:gd name="connsiteX2" fmla="*/ 7402 w 37625"/>
                <a:gd name="connsiteY2" fmla="*/ 28251 h 56465"/>
                <a:gd name="connsiteX3" fmla="*/ 10245 w 37625"/>
                <a:gd name="connsiteY3" fmla="*/ 45063 h 56465"/>
                <a:gd name="connsiteX4" fmla="*/ 18813 w 37625"/>
                <a:gd name="connsiteY4" fmla="*/ 50634 h 56465"/>
                <a:gd name="connsiteX5" fmla="*/ 27381 w 37625"/>
                <a:gd name="connsiteY5" fmla="*/ 45063 h 56465"/>
                <a:gd name="connsiteX6" fmla="*/ 30261 w 37625"/>
                <a:gd name="connsiteY6" fmla="*/ 28251 h 56465"/>
                <a:gd name="connsiteX7" fmla="*/ 27381 w 37625"/>
                <a:gd name="connsiteY7" fmla="*/ 11448 h 56465"/>
                <a:gd name="connsiteX8" fmla="*/ 18813 w 37625"/>
                <a:gd name="connsiteY8" fmla="*/ 5832 h 56465"/>
                <a:gd name="connsiteX9" fmla="*/ 18813 w 37625"/>
                <a:gd name="connsiteY9" fmla="*/ 0 h 56465"/>
                <a:gd name="connsiteX10" fmla="*/ 32776 w 37625"/>
                <a:gd name="connsiteY10" fmla="*/ 7254 h 56465"/>
                <a:gd name="connsiteX11" fmla="*/ 37625 w 37625"/>
                <a:gd name="connsiteY11" fmla="*/ 28251 h 56465"/>
                <a:gd name="connsiteX12" fmla="*/ 32776 w 37625"/>
                <a:gd name="connsiteY12" fmla="*/ 49248 h 56465"/>
                <a:gd name="connsiteX13" fmla="*/ 18813 w 37625"/>
                <a:gd name="connsiteY13" fmla="*/ 56466 h 56465"/>
                <a:gd name="connsiteX14" fmla="*/ 4813 w 37625"/>
                <a:gd name="connsiteY14" fmla="*/ 49248 h 56465"/>
                <a:gd name="connsiteX15" fmla="*/ 0 w 37625"/>
                <a:gd name="connsiteY15" fmla="*/ 28251 h 56465"/>
                <a:gd name="connsiteX16" fmla="*/ 4813 w 37625"/>
                <a:gd name="connsiteY16" fmla="*/ 7254 h 56465"/>
                <a:gd name="connsiteX17" fmla="*/ 18813 w 37625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5" h="56465">
                  <a:moveTo>
                    <a:pt x="18813" y="5832"/>
                  </a:moveTo>
                  <a:cubicBezTo>
                    <a:pt x="15021" y="5832"/>
                    <a:pt x="12165" y="7704"/>
                    <a:pt x="10245" y="11448"/>
                  </a:cubicBezTo>
                  <a:cubicBezTo>
                    <a:pt x="8349" y="15165"/>
                    <a:pt x="7402" y="20763"/>
                    <a:pt x="7402" y="28251"/>
                  </a:cubicBezTo>
                  <a:cubicBezTo>
                    <a:pt x="7402" y="35712"/>
                    <a:pt x="8349" y="41319"/>
                    <a:pt x="10245" y="45063"/>
                  </a:cubicBezTo>
                  <a:cubicBezTo>
                    <a:pt x="12165" y="48780"/>
                    <a:pt x="15021" y="50634"/>
                    <a:pt x="18813" y="50634"/>
                  </a:cubicBezTo>
                  <a:cubicBezTo>
                    <a:pt x="22629" y="50634"/>
                    <a:pt x="25484" y="48780"/>
                    <a:pt x="27381" y="45063"/>
                  </a:cubicBezTo>
                  <a:cubicBezTo>
                    <a:pt x="29300" y="41319"/>
                    <a:pt x="30261" y="35712"/>
                    <a:pt x="30261" y="28251"/>
                  </a:cubicBezTo>
                  <a:cubicBezTo>
                    <a:pt x="30261" y="20763"/>
                    <a:pt x="29300" y="15165"/>
                    <a:pt x="27381" y="11448"/>
                  </a:cubicBezTo>
                  <a:cubicBezTo>
                    <a:pt x="25484" y="7704"/>
                    <a:pt x="22629" y="5832"/>
                    <a:pt x="18813" y="5832"/>
                  </a:cubicBezTo>
                  <a:moveTo>
                    <a:pt x="18813" y="0"/>
                  </a:moveTo>
                  <a:cubicBezTo>
                    <a:pt x="24914" y="0"/>
                    <a:pt x="29568" y="2421"/>
                    <a:pt x="32776" y="7254"/>
                  </a:cubicBezTo>
                  <a:cubicBezTo>
                    <a:pt x="36009" y="12069"/>
                    <a:pt x="37625" y="19062"/>
                    <a:pt x="37625" y="28251"/>
                  </a:cubicBezTo>
                  <a:cubicBezTo>
                    <a:pt x="37625" y="37413"/>
                    <a:pt x="36009" y="44415"/>
                    <a:pt x="32776" y="49248"/>
                  </a:cubicBezTo>
                  <a:cubicBezTo>
                    <a:pt x="29568" y="54063"/>
                    <a:pt x="24914" y="56466"/>
                    <a:pt x="18813" y="56466"/>
                  </a:cubicBezTo>
                  <a:cubicBezTo>
                    <a:pt x="12712" y="56466"/>
                    <a:pt x="8045" y="54063"/>
                    <a:pt x="4813" y="49248"/>
                  </a:cubicBezTo>
                  <a:cubicBezTo>
                    <a:pt x="1605" y="44415"/>
                    <a:pt x="0" y="37413"/>
                    <a:pt x="0" y="28251"/>
                  </a:cubicBezTo>
                  <a:cubicBezTo>
                    <a:pt x="0" y="19062"/>
                    <a:pt x="1605" y="12069"/>
                    <a:pt x="4813" y="7254"/>
                  </a:cubicBezTo>
                  <a:cubicBezTo>
                    <a:pt x="8045" y="2421"/>
                    <a:pt x="12712" y="0"/>
                    <a:pt x="18813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0A31523C-5D9D-5710-7999-10EAFDEFB517}"/>
                </a:ext>
              </a:extLst>
            </p:cNvPr>
            <p:cNvSpPr/>
            <p:nvPr/>
          </p:nvSpPr>
          <p:spPr>
            <a:xfrm>
              <a:off x="3446580" y="4807258"/>
              <a:ext cx="7693" cy="9260"/>
            </a:xfrm>
            <a:custGeom>
              <a:avLst/>
              <a:gdLst>
                <a:gd name="connsiteX0" fmla="*/ 0 w 7693"/>
                <a:gd name="connsiteY0" fmla="*/ 0 h 9260"/>
                <a:gd name="connsiteX1" fmla="*/ 7693 w 7693"/>
                <a:gd name="connsiteY1" fmla="*/ 0 h 9260"/>
                <a:gd name="connsiteX2" fmla="*/ 7693 w 7693"/>
                <a:gd name="connsiteY2" fmla="*/ 9261 h 9260"/>
                <a:gd name="connsiteX3" fmla="*/ 0 w 7693"/>
                <a:gd name="connsiteY3" fmla="*/ 9261 h 9260"/>
                <a:gd name="connsiteX4" fmla="*/ 0 w 7693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3" h="9260">
                  <a:moveTo>
                    <a:pt x="0" y="0"/>
                  </a:moveTo>
                  <a:lnTo>
                    <a:pt x="7693" y="0"/>
                  </a:lnTo>
                  <a:lnTo>
                    <a:pt x="7693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73F97C14-EA59-6BAD-C350-65468713D925}"/>
                </a:ext>
              </a:extLst>
            </p:cNvPr>
            <p:cNvSpPr/>
            <p:nvPr/>
          </p:nvSpPr>
          <p:spPr>
            <a:xfrm>
              <a:off x="3468091" y="4762086"/>
              <a:ext cx="35217" cy="55485"/>
            </a:xfrm>
            <a:custGeom>
              <a:avLst/>
              <a:gdLst>
                <a:gd name="connsiteX0" fmla="*/ 2297 w 35217"/>
                <a:gd name="connsiteY0" fmla="*/ 0 h 55485"/>
                <a:gd name="connsiteX1" fmla="*/ 31207 w 35217"/>
                <a:gd name="connsiteY1" fmla="*/ 0 h 55485"/>
                <a:gd name="connsiteX2" fmla="*/ 31207 w 35217"/>
                <a:gd name="connsiteY2" fmla="*/ 6201 h 55485"/>
                <a:gd name="connsiteX3" fmla="*/ 9041 w 35217"/>
                <a:gd name="connsiteY3" fmla="*/ 6201 h 55485"/>
                <a:gd name="connsiteX4" fmla="*/ 9041 w 35217"/>
                <a:gd name="connsiteY4" fmla="*/ 19539 h 55485"/>
                <a:gd name="connsiteX5" fmla="*/ 12250 w 35217"/>
                <a:gd name="connsiteY5" fmla="*/ 18738 h 55485"/>
                <a:gd name="connsiteX6" fmla="*/ 15458 w 35217"/>
                <a:gd name="connsiteY6" fmla="*/ 18450 h 55485"/>
                <a:gd name="connsiteX7" fmla="*/ 29895 w 35217"/>
                <a:gd name="connsiteY7" fmla="*/ 23445 h 55485"/>
                <a:gd name="connsiteX8" fmla="*/ 35218 w 35217"/>
                <a:gd name="connsiteY8" fmla="*/ 36972 h 55485"/>
                <a:gd name="connsiteX9" fmla="*/ 29749 w 35217"/>
                <a:gd name="connsiteY9" fmla="*/ 50643 h 55485"/>
                <a:gd name="connsiteX10" fmla="*/ 14328 w 35217"/>
                <a:gd name="connsiteY10" fmla="*/ 55485 h 55485"/>
                <a:gd name="connsiteX11" fmla="*/ 7328 w 35217"/>
                <a:gd name="connsiteY11" fmla="*/ 54909 h 55485"/>
                <a:gd name="connsiteX12" fmla="*/ 0 w 35217"/>
                <a:gd name="connsiteY12" fmla="*/ 53154 h 55485"/>
                <a:gd name="connsiteX13" fmla="*/ 0 w 35217"/>
                <a:gd name="connsiteY13" fmla="*/ 45756 h 55485"/>
                <a:gd name="connsiteX14" fmla="*/ 6781 w 35217"/>
                <a:gd name="connsiteY14" fmla="*/ 48420 h 55485"/>
                <a:gd name="connsiteX15" fmla="*/ 14182 w 35217"/>
                <a:gd name="connsiteY15" fmla="*/ 49293 h 55485"/>
                <a:gd name="connsiteX16" fmla="*/ 24171 w 35217"/>
                <a:gd name="connsiteY16" fmla="*/ 45972 h 55485"/>
                <a:gd name="connsiteX17" fmla="*/ 27854 w 35217"/>
                <a:gd name="connsiteY17" fmla="*/ 36972 h 55485"/>
                <a:gd name="connsiteX18" fmla="*/ 24171 w 35217"/>
                <a:gd name="connsiteY18" fmla="*/ 27963 h 55485"/>
                <a:gd name="connsiteX19" fmla="*/ 14182 w 35217"/>
                <a:gd name="connsiteY19" fmla="*/ 24642 h 55485"/>
                <a:gd name="connsiteX20" fmla="*/ 8276 w 35217"/>
                <a:gd name="connsiteY20" fmla="*/ 25299 h 55485"/>
                <a:gd name="connsiteX21" fmla="*/ 2297 w 35217"/>
                <a:gd name="connsiteY21" fmla="*/ 27342 h 55485"/>
                <a:gd name="connsiteX22" fmla="*/ 2297 w 35217"/>
                <a:gd name="connsiteY22" fmla="*/ 0 h 55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217" h="55485">
                  <a:moveTo>
                    <a:pt x="2297" y="0"/>
                  </a:moveTo>
                  <a:lnTo>
                    <a:pt x="31207" y="0"/>
                  </a:lnTo>
                  <a:lnTo>
                    <a:pt x="31207" y="6201"/>
                  </a:lnTo>
                  <a:lnTo>
                    <a:pt x="9041" y="6201"/>
                  </a:lnTo>
                  <a:lnTo>
                    <a:pt x="9041" y="19539"/>
                  </a:lnTo>
                  <a:cubicBezTo>
                    <a:pt x="10111" y="19179"/>
                    <a:pt x="11180" y="18909"/>
                    <a:pt x="12250" y="18738"/>
                  </a:cubicBezTo>
                  <a:cubicBezTo>
                    <a:pt x="13319" y="18549"/>
                    <a:pt x="14388" y="18450"/>
                    <a:pt x="15458" y="18450"/>
                  </a:cubicBezTo>
                  <a:cubicBezTo>
                    <a:pt x="21534" y="18450"/>
                    <a:pt x="26347" y="20115"/>
                    <a:pt x="29895" y="23445"/>
                  </a:cubicBezTo>
                  <a:cubicBezTo>
                    <a:pt x="33444" y="26775"/>
                    <a:pt x="35218" y="31284"/>
                    <a:pt x="35218" y="36972"/>
                  </a:cubicBezTo>
                  <a:cubicBezTo>
                    <a:pt x="35218" y="42831"/>
                    <a:pt x="33395" y="47385"/>
                    <a:pt x="29749" y="50643"/>
                  </a:cubicBezTo>
                  <a:cubicBezTo>
                    <a:pt x="26104" y="53874"/>
                    <a:pt x="20964" y="55485"/>
                    <a:pt x="14328" y="55485"/>
                  </a:cubicBezTo>
                  <a:cubicBezTo>
                    <a:pt x="12043" y="55485"/>
                    <a:pt x="9710" y="55296"/>
                    <a:pt x="7328" y="54909"/>
                  </a:cubicBezTo>
                  <a:cubicBezTo>
                    <a:pt x="4971" y="54522"/>
                    <a:pt x="2528" y="53937"/>
                    <a:pt x="0" y="53154"/>
                  </a:cubicBezTo>
                  <a:lnTo>
                    <a:pt x="0" y="45756"/>
                  </a:lnTo>
                  <a:cubicBezTo>
                    <a:pt x="2188" y="46944"/>
                    <a:pt x="4448" y="47835"/>
                    <a:pt x="6781" y="48420"/>
                  </a:cubicBezTo>
                  <a:cubicBezTo>
                    <a:pt x="9114" y="49005"/>
                    <a:pt x="11581" y="49293"/>
                    <a:pt x="14182" y="49293"/>
                  </a:cubicBezTo>
                  <a:cubicBezTo>
                    <a:pt x="18387" y="49293"/>
                    <a:pt x="21717" y="48186"/>
                    <a:pt x="24171" y="45972"/>
                  </a:cubicBezTo>
                  <a:cubicBezTo>
                    <a:pt x="26627" y="43767"/>
                    <a:pt x="27854" y="40761"/>
                    <a:pt x="27854" y="36972"/>
                  </a:cubicBezTo>
                  <a:cubicBezTo>
                    <a:pt x="27854" y="33183"/>
                    <a:pt x="26627" y="30177"/>
                    <a:pt x="24171" y="27963"/>
                  </a:cubicBezTo>
                  <a:cubicBezTo>
                    <a:pt x="21717" y="25749"/>
                    <a:pt x="18387" y="24642"/>
                    <a:pt x="14182" y="24642"/>
                  </a:cubicBezTo>
                  <a:cubicBezTo>
                    <a:pt x="12214" y="24642"/>
                    <a:pt x="10245" y="24858"/>
                    <a:pt x="8276" y="25299"/>
                  </a:cubicBezTo>
                  <a:cubicBezTo>
                    <a:pt x="6332" y="25740"/>
                    <a:pt x="4339" y="26415"/>
                    <a:pt x="2297" y="27342"/>
                  </a:cubicBezTo>
                  <a:lnTo>
                    <a:pt x="2297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5" name="Freeform 354">
              <a:extLst>
                <a:ext uri="{FF2B5EF4-FFF2-40B4-BE49-F238E27FC236}">
                  <a16:creationId xmlns:a16="http://schemas.microsoft.com/office/drawing/2014/main" id="{FB073CC1-F781-34CE-7757-CAB6C87C17BC}"/>
                </a:ext>
              </a:extLst>
            </p:cNvPr>
            <p:cNvSpPr/>
            <p:nvPr/>
          </p:nvSpPr>
          <p:spPr>
            <a:xfrm>
              <a:off x="3819009" y="4761106"/>
              <a:ext cx="37629" cy="56465"/>
            </a:xfrm>
            <a:custGeom>
              <a:avLst/>
              <a:gdLst>
                <a:gd name="connsiteX0" fmla="*/ 18819 w 37629"/>
                <a:gd name="connsiteY0" fmla="*/ 5832 h 56465"/>
                <a:gd name="connsiteX1" fmla="*/ 10251 w 37629"/>
                <a:gd name="connsiteY1" fmla="*/ 11448 h 56465"/>
                <a:gd name="connsiteX2" fmla="*/ 7407 w 37629"/>
                <a:gd name="connsiteY2" fmla="*/ 28251 h 56465"/>
                <a:gd name="connsiteX3" fmla="*/ 10251 w 37629"/>
                <a:gd name="connsiteY3" fmla="*/ 45063 h 56465"/>
                <a:gd name="connsiteX4" fmla="*/ 18819 w 37629"/>
                <a:gd name="connsiteY4" fmla="*/ 50634 h 56465"/>
                <a:gd name="connsiteX5" fmla="*/ 27387 w 37629"/>
                <a:gd name="connsiteY5" fmla="*/ 45063 h 56465"/>
                <a:gd name="connsiteX6" fmla="*/ 30267 w 37629"/>
                <a:gd name="connsiteY6" fmla="*/ 28251 h 56465"/>
                <a:gd name="connsiteX7" fmla="*/ 27387 w 37629"/>
                <a:gd name="connsiteY7" fmla="*/ 11448 h 56465"/>
                <a:gd name="connsiteX8" fmla="*/ 18819 w 37629"/>
                <a:gd name="connsiteY8" fmla="*/ 5832 h 56465"/>
                <a:gd name="connsiteX9" fmla="*/ 18819 w 37629"/>
                <a:gd name="connsiteY9" fmla="*/ 0 h 56465"/>
                <a:gd name="connsiteX10" fmla="*/ 32778 w 37629"/>
                <a:gd name="connsiteY10" fmla="*/ 7254 h 56465"/>
                <a:gd name="connsiteX11" fmla="*/ 37629 w 37629"/>
                <a:gd name="connsiteY11" fmla="*/ 28251 h 56465"/>
                <a:gd name="connsiteX12" fmla="*/ 32778 w 37629"/>
                <a:gd name="connsiteY12" fmla="*/ 49248 h 56465"/>
                <a:gd name="connsiteX13" fmla="*/ 18819 w 37629"/>
                <a:gd name="connsiteY13" fmla="*/ 56466 h 56465"/>
                <a:gd name="connsiteX14" fmla="*/ 4815 w 37629"/>
                <a:gd name="connsiteY14" fmla="*/ 49248 h 56465"/>
                <a:gd name="connsiteX15" fmla="*/ 0 w 37629"/>
                <a:gd name="connsiteY15" fmla="*/ 28251 h 56465"/>
                <a:gd name="connsiteX16" fmla="*/ 4815 w 37629"/>
                <a:gd name="connsiteY16" fmla="*/ 7254 h 56465"/>
                <a:gd name="connsiteX17" fmla="*/ 18819 w 37629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9" h="56465">
                  <a:moveTo>
                    <a:pt x="18819" y="5832"/>
                  </a:moveTo>
                  <a:cubicBezTo>
                    <a:pt x="15030" y="5832"/>
                    <a:pt x="12168" y="7704"/>
                    <a:pt x="10251" y="11448"/>
                  </a:cubicBezTo>
                  <a:cubicBezTo>
                    <a:pt x="8352" y="15165"/>
                    <a:pt x="7407" y="20763"/>
                    <a:pt x="7407" y="28251"/>
                  </a:cubicBezTo>
                  <a:cubicBezTo>
                    <a:pt x="7407" y="35712"/>
                    <a:pt x="8352" y="41319"/>
                    <a:pt x="10251" y="45063"/>
                  </a:cubicBezTo>
                  <a:cubicBezTo>
                    <a:pt x="12168" y="48780"/>
                    <a:pt x="15030" y="50634"/>
                    <a:pt x="18819" y="50634"/>
                  </a:cubicBezTo>
                  <a:cubicBezTo>
                    <a:pt x="22635" y="50634"/>
                    <a:pt x="25488" y="48780"/>
                    <a:pt x="27387" y="45063"/>
                  </a:cubicBezTo>
                  <a:cubicBezTo>
                    <a:pt x="29304" y="41319"/>
                    <a:pt x="30267" y="35712"/>
                    <a:pt x="30267" y="28251"/>
                  </a:cubicBezTo>
                  <a:cubicBezTo>
                    <a:pt x="30267" y="20763"/>
                    <a:pt x="29304" y="15165"/>
                    <a:pt x="27387" y="11448"/>
                  </a:cubicBezTo>
                  <a:cubicBezTo>
                    <a:pt x="25488" y="7704"/>
                    <a:pt x="22635" y="5832"/>
                    <a:pt x="18819" y="5832"/>
                  </a:cubicBezTo>
                  <a:moveTo>
                    <a:pt x="18819" y="0"/>
                  </a:moveTo>
                  <a:cubicBezTo>
                    <a:pt x="24921" y="0"/>
                    <a:pt x="29574" y="2421"/>
                    <a:pt x="32778" y="7254"/>
                  </a:cubicBezTo>
                  <a:cubicBezTo>
                    <a:pt x="36009" y="12069"/>
                    <a:pt x="37629" y="19062"/>
                    <a:pt x="37629" y="28251"/>
                  </a:cubicBezTo>
                  <a:cubicBezTo>
                    <a:pt x="37629" y="37413"/>
                    <a:pt x="36009" y="44415"/>
                    <a:pt x="32778" y="49248"/>
                  </a:cubicBezTo>
                  <a:cubicBezTo>
                    <a:pt x="29574" y="54063"/>
                    <a:pt x="24921" y="56466"/>
                    <a:pt x="18819" y="56466"/>
                  </a:cubicBezTo>
                  <a:cubicBezTo>
                    <a:pt x="12717" y="56466"/>
                    <a:pt x="8046" y="54063"/>
                    <a:pt x="4815" y="49248"/>
                  </a:cubicBezTo>
                  <a:cubicBezTo>
                    <a:pt x="1602" y="44415"/>
                    <a:pt x="0" y="37413"/>
                    <a:pt x="0" y="28251"/>
                  </a:cubicBezTo>
                  <a:cubicBezTo>
                    <a:pt x="0" y="19062"/>
                    <a:pt x="1602" y="12069"/>
                    <a:pt x="4815" y="7254"/>
                  </a:cubicBezTo>
                  <a:cubicBezTo>
                    <a:pt x="8046" y="2421"/>
                    <a:pt x="12717" y="0"/>
                    <a:pt x="18819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F9FB9359-7BF3-B54C-E9DF-B258515AEDD8}"/>
                </a:ext>
              </a:extLst>
            </p:cNvPr>
            <p:cNvSpPr/>
            <p:nvPr/>
          </p:nvSpPr>
          <p:spPr>
            <a:xfrm>
              <a:off x="3869581" y="4807258"/>
              <a:ext cx="7694" cy="9260"/>
            </a:xfrm>
            <a:custGeom>
              <a:avLst/>
              <a:gdLst>
                <a:gd name="connsiteX0" fmla="*/ 0 w 7694"/>
                <a:gd name="connsiteY0" fmla="*/ 0 h 9260"/>
                <a:gd name="connsiteX1" fmla="*/ 7695 w 7694"/>
                <a:gd name="connsiteY1" fmla="*/ 0 h 9260"/>
                <a:gd name="connsiteX2" fmla="*/ 7695 w 7694"/>
                <a:gd name="connsiteY2" fmla="*/ 9261 h 9260"/>
                <a:gd name="connsiteX3" fmla="*/ 0 w 7694"/>
                <a:gd name="connsiteY3" fmla="*/ 9261 h 9260"/>
                <a:gd name="connsiteX4" fmla="*/ 0 w 7694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4" h="9260">
                  <a:moveTo>
                    <a:pt x="0" y="0"/>
                  </a:moveTo>
                  <a:lnTo>
                    <a:pt x="7695" y="0"/>
                  </a:lnTo>
                  <a:lnTo>
                    <a:pt x="7695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201B893C-3C86-3304-11E9-6B42D5DDDC3E}"/>
                </a:ext>
              </a:extLst>
            </p:cNvPr>
            <p:cNvSpPr/>
            <p:nvPr/>
          </p:nvSpPr>
          <p:spPr>
            <a:xfrm>
              <a:off x="3890254" y="4761106"/>
              <a:ext cx="37619" cy="56465"/>
            </a:xfrm>
            <a:custGeom>
              <a:avLst/>
              <a:gdLst>
                <a:gd name="connsiteX0" fmla="*/ 18810 w 37619"/>
                <a:gd name="connsiteY0" fmla="*/ 5832 h 56465"/>
                <a:gd name="connsiteX1" fmla="*/ 10242 w 37619"/>
                <a:gd name="connsiteY1" fmla="*/ 11448 h 56465"/>
                <a:gd name="connsiteX2" fmla="*/ 7398 w 37619"/>
                <a:gd name="connsiteY2" fmla="*/ 28251 h 56465"/>
                <a:gd name="connsiteX3" fmla="*/ 10242 w 37619"/>
                <a:gd name="connsiteY3" fmla="*/ 45063 h 56465"/>
                <a:gd name="connsiteX4" fmla="*/ 18810 w 37619"/>
                <a:gd name="connsiteY4" fmla="*/ 50634 h 56465"/>
                <a:gd name="connsiteX5" fmla="*/ 27378 w 37619"/>
                <a:gd name="connsiteY5" fmla="*/ 45063 h 56465"/>
                <a:gd name="connsiteX6" fmla="*/ 30258 w 37619"/>
                <a:gd name="connsiteY6" fmla="*/ 28251 h 56465"/>
                <a:gd name="connsiteX7" fmla="*/ 27378 w 37619"/>
                <a:gd name="connsiteY7" fmla="*/ 11448 h 56465"/>
                <a:gd name="connsiteX8" fmla="*/ 18810 w 37619"/>
                <a:gd name="connsiteY8" fmla="*/ 5832 h 56465"/>
                <a:gd name="connsiteX9" fmla="*/ 18810 w 37619"/>
                <a:gd name="connsiteY9" fmla="*/ 0 h 56465"/>
                <a:gd name="connsiteX10" fmla="*/ 32778 w 37619"/>
                <a:gd name="connsiteY10" fmla="*/ 7254 h 56465"/>
                <a:gd name="connsiteX11" fmla="*/ 37620 w 37619"/>
                <a:gd name="connsiteY11" fmla="*/ 28251 h 56465"/>
                <a:gd name="connsiteX12" fmla="*/ 32778 w 37619"/>
                <a:gd name="connsiteY12" fmla="*/ 49248 h 56465"/>
                <a:gd name="connsiteX13" fmla="*/ 18810 w 37619"/>
                <a:gd name="connsiteY13" fmla="*/ 56466 h 56465"/>
                <a:gd name="connsiteX14" fmla="*/ 4815 w 37619"/>
                <a:gd name="connsiteY14" fmla="*/ 49248 h 56465"/>
                <a:gd name="connsiteX15" fmla="*/ 0 w 37619"/>
                <a:gd name="connsiteY15" fmla="*/ 28251 h 56465"/>
                <a:gd name="connsiteX16" fmla="*/ 4815 w 37619"/>
                <a:gd name="connsiteY16" fmla="*/ 7254 h 56465"/>
                <a:gd name="connsiteX17" fmla="*/ 18810 w 37619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19" h="56465">
                  <a:moveTo>
                    <a:pt x="18810" y="5832"/>
                  </a:moveTo>
                  <a:cubicBezTo>
                    <a:pt x="15021" y="5832"/>
                    <a:pt x="12159" y="7704"/>
                    <a:pt x="10242" y="11448"/>
                  </a:cubicBezTo>
                  <a:cubicBezTo>
                    <a:pt x="8343" y="15165"/>
                    <a:pt x="7398" y="20763"/>
                    <a:pt x="7398" y="28251"/>
                  </a:cubicBezTo>
                  <a:cubicBezTo>
                    <a:pt x="7398" y="35712"/>
                    <a:pt x="8343" y="41319"/>
                    <a:pt x="10242" y="45063"/>
                  </a:cubicBezTo>
                  <a:cubicBezTo>
                    <a:pt x="12159" y="48780"/>
                    <a:pt x="15021" y="50634"/>
                    <a:pt x="18810" y="50634"/>
                  </a:cubicBezTo>
                  <a:cubicBezTo>
                    <a:pt x="22626" y="50634"/>
                    <a:pt x="25479" y="48780"/>
                    <a:pt x="27378" y="45063"/>
                  </a:cubicBezTo>
                  <a:cubicBezTo>
                    <a:pt x="29295" y="41319"/>
                    <a:pt x="30258" y="35712"/>
                    <a:pt x="30258" y="28251"/>
                  </a:cubicBezTo>
                  <a:cubicBezTo>
                    <a:pt x="30258" y="20763"/>
                    <a:pt x="29295" y="15165"/>
                    <a:pt x="27378" y="11448"/>
                  </a:cubicBezTo>
                  <a:cubicBezTo>
                    <a:pt x="25479" y="7704"/>
                    <a:pt x="22626" y="5832"/>
                    <a:pt x="18810" y="5832"/>
                  </a:cubicBezTo>
                  <a:moveTo>
                    <a:pt x="18810" y="0"/>
                  </a:moveTo>
                  <a:cubicBezTo>
                    <a:pt x="24912" y="0"/>
                    <a:pt x="29565" y="2421"/>
                    <a:pt x="32778" y="7254"/>
                  </a:cubicBezTo>
                  <a:cubicBezTo>
                    <a:pt x="36009" y="12069"/>
                    <a:pt x="37620" y="19062"/>
                    <a:pt x="37620" y="28251"/>
                  </a:cubicBezTo>
                  <a:cubicBezTo>
                    <a:pt x="37620" y="37413"/>
                    <a:pt x="36009" y="44415"/>
                    <a:pt x="32778" y="49248"/>
                  </a:cubicBezTo>
                  <a:cubicBezTo>
                    <a:pt x="29565" y="54063"/>
                    <a:pt x="24912" y="56466"/>
                    <a:pt x="18810" y="56466"/>
                  </a:cubicBezTo>
                  <a:cubicBezTo>
                    <a:pt x="12708" y="56466"/>
                    <a:pt x="8046" y="54063"/>
                    <a:pt x="4815" y="49248"/>
                  </a:cubicBezTo>
                  <a:cubicBezTo>
                    <a:pt x="1602" y="44415"/>
                    <a:pt x="0" y="37413"/>
                    <a:pt x="0" y="28251"/>
                  </a:cubicBezTo>
                  <a:cubicBezTo>
                    <a:pt x="0" y="19062"/>
                    <a:pt x="1602" y="12069"/>
                    <a:pt x="4815" y="7254"/>
                  </a:cubicBezTo>
                  <a:cubicBezTo>
                    <a:pt x="8046" y="2421"/>
                    <a:pt x="12708" y="0"/>
                    <a:pt x="18810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8" name="Freeform 357">
              <a:extLst>
                <a:ext uri="{FF2B5EF4-FFF2-40B4-BE49-F238E27FC236}">
                  <a16:creationId xmlns:a16="http://schemas.microsoft.com/office/drawing/2014/main" id="{C5ED5076-9287-0B4B-FE7B-EDF7B7A5FAFC}"/>
                </a:ext>
              </a:extLst>
            </p:cNvPr>
            <p:cNvSpPr/>
            <p:nvPr/>
          </p:nvSpPr>
          <p:spPr>
            <a:xfrm>
              <a:off x="4273365" y="4761106"/>
              <a:ext cx="37629" cy="56465"/>
            </a:xfrm>
            <a:custGeom>
              <a:avLst/>
              <a:gdLst>
                <a:gd name="connsiteX0" fmla="*/ 18819 w 37629"/>
                <a:gd name="connsiteY0" fmla="*/ 5832 h 56465"/>
                <a:gd name="connsiteX1" fmla="*/ 10251 w 37629"/>
                <a:gd name="connsiteY1" fmla="*/ 11448 h 56465"/>
                <a:gd name="connsiteX2" fmla="*/ 7407 w 37629"/>
                <a:gd name="connsiteY2" fmla="*/ 28251 h 56465"/>
                <a:gd name="connsiteX3" fmla="*/ 10251 w 37629"/>
                <a:gd name="connsiteY3" fmla="*/ 45063 h 56465"/>
                <a:gd name="connsiteX4" fmla="*/ 18819 w 37629"/>
                <a:gd name="connsiteY4" fmla="*/ 50634 h 56465"/>
                <a:gd name="connsiteX5" fmla="*/ 27387 w 37629"/>
                <a:gd name="connsiteY5" fmla="*/ 45063 h 56465"/>
                <a:gd name="connsiteX6" fmla="*/ 30267 w 37629"/>
                <a:gd name="connsiteY6" fmla="*/ 28251 h 56465"/>
                <a:gd name="connsiteX7" fmla="*/ 27387 w 37629"/>
                <a:gd name="connsiteY7" fmla="*/ 11448 h 56465"/>
                <a:gd name="connsiteX8" fmla="*/ 18819 w 37629"/>
                <a:gd name="connsiteY8" fmla="*/ 5832 h 56465"/>
                <a:gd name="connsiteX9" fmla="*/ 18819 w 37629"/>
                <a:gd name="connsiteY9" fmla="*/ 0 h 56465"/>
                <a:gd name="connsiteX10" fmla="*/ 32778 w 37629"/>
                <a:gd name="connsiteY10" fmla="*/ 7254 h 56465"/>
                <a:gd name="connsiteX11" fmla="*/ 37629 w 37629"/>
                <a:gd name="connsiteY11" fmla="*/ 28251 h 56465"/>
                <a:gd name="connsiteX12" fmla="*/ 32778 w 37629"/>
                <a:gd name="connsiteY12" fmla="*/ 49248 h 56465"/>
                <a:gd name="connsiteX13" fmla="*/ 18819 w 37629"/>
                <a:gd name="connsiteY13" fmla="*/ 56466 h 56465"/>
                <a:gd name="connsiteX14" fmla="*/ 4815 w 37629"/>
                <a:gd name="connsiteY14" fmla="*/ 49248 h 56465"/>
                <a:gd name="connsiteX15" fmla="*/ 0 w 37629"/>
                <a:gd name="connsiteY15" fmla="*/ 28251 h 56465"/>
                <a:gd name="connsiteX16" fmla="*/ 4815 w 37629"/>
                <a:gd name="connsiteY16" fmla="*/ 7254 h 56465"/>
                <a:gd name="connsiteX17" fmla="*/ 18819 w 37629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9" h="56465">
                  <a:moveTo>
                    <a:pt x="18819" y="5832"/>
                  </a:moveTo>
                  <a:cubicBezTo>
                    <a:pt x="15030" y="5832"/>
                    <a:pt x="12168" y="7704"/>
                    <a:pt x="10251" y="11448"/>
                  </a:cubicBezTo>
                  <a:cubicBezTo>
                    <a:pt x="8352" y="15165"/>
                    <a:pt x="7407" y="20763"/>
                    <a:pt x="7407" y="28251"/>
                  </a:cubicBezTo>
                  <a:cubicBezTo>
                    <a:pt x="7407" y="35712"/>
                    <a:pt x="8352" y="41319"/>
                    <a:pt x="10251" y="45063"/>
                  </a:cubicBezTo>
                  <a:cubicBezTo>
                    <a:pt x="12168" y="48780"/>
                    <a:pt x="15030" y="50634"/>
                    <a:pt x="18819" y="50634"/>
                  </a:cubicBezTo>
                  <a:cubicBezTo>
                    <a:pt x="22635" y="50634"/>
                    <a:pt x="25488" y="48780"/>
                    <a:pt x="27387" y="45063"/>
                  </a:cubicBezTo>
                  <a:cubicBezTo>
                    <a:pt x="29304" y="41319"/>
                    <a:pt x="30267" y="35712"/>
                    <a:pt x="30267" y="28251"/>
                  </a:cubicBezTo>
                  <a:cubicBezTo>
                    <a:pt x="30267" y="20763"/>
                    <a:pt x="29304" y="15165"/>
                    <a:pt x="27387" y="11448"/>
                  </a:cubicBezTo>
                  <a:cubicBezTo>
                    <a:pt x="25488" y="7704"/>
                    <a:pt x="22635" y="5832"/>
                    <a:pt x="18819" y="5832"/>
                  </a:cubicBezTo>
                  <a:moveTo>
                    <a:pt x="18819" y="0"/>
                  </a:moveTo>
                  <a:cubicBezTo>
                    <a:pt x="24912" y="0"/>
                    <a:pt x="29565" y="2421"/>
                    <a:pt x="32778" y="7254"/>
                  </a:cubicBezTo>
                  <a:cubicBezTo>
                    <a:pt x="36009" y="12069"/>
                    <a:pt x="37629" y="19062"/>
                    <a:pt x="37629" y="28251"/>
                  </a:cubicBezTo>
                  <a:cubicBezTo>
                    <a:pt x="37629" y="37413"/>
                    <a:pt x="36009" y="44415"/>
                    <a:pt x="32778" y="49248"/>
                  </a:cubicBezTo>
                  <a:cubicBezTo>
                    <a:pt x="29565" y="54063"/>
                    <a:pt x="24912" y="56466"/>
                    <a:pt x="18819" y="56466"/>
                  </a:cubicBezTo>
                  <a:cubicBezTo>
                    <a:pt x="12717" y="56466"/>
                    <a:pt x="8046" y="54063"/>
                    <a:pt x="4815" y="49248"/>
                  </a:cubicBezTo>
                  <a:cubicBezTo>
                    <a:pt x="1602" y="44415"/>
                    <a:pt x="0" y="37413"/>
                    <a:pt x="0" y="28251"/>
                  </a:cubicBezTo>
                  <a:cubicBezTo>
                    <a:pt x="0" y="19062"/>
                    <a:pt x="1602" y="12069"/>
                    <a:pt x="4815" y="7254"/>
                  </a:cubicBezTo>
                  <a:cubicBezTo>
                    <a:pt x="8046" y="2421"/>
                    <a:pt x="12717" y="0"/>
                    <a:pt x="18819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F2BA3B9A-F2DD-E72C-6525-677E1FFFEE07}"/>
                </a:ext>
              </a:extLst>
            </p:cNvPr>
            <p:cNvSpPr/>
            <p:nvPr/>
          </p:nvSpPr>
          <p:spPr>
            <a:xfrm>
              <a:off x="4323937" y="4807258"/>
              <a:ext cx="7694" cy="9260"/>
            </a:xfrm>
            <a:custGeom>
              <a:avLst/>
              <a:gdLst>
                <a:gd name="connsiteX0" fmla="*/ 0 w 7694"/>
                <a:gd name="connsiteY0" fmla="*/ 0 h 9260"/>
                <a:gd name="connsiteX1" fmla="*/ 7695 w 7694"/>
                <a:gd name="connsiteY1" fmla="*/ 0 h 9260"/>
                <a:gd name="connsiteX2" fmla="*/ 7695 w 7694"/>
                <a:gd name="connsiteY2" fmla="*/ 9261 h 9260"/>
                <a:gd name="connsiteX3" fmla="*/ 0 w 7694"/>
                <a:gd name="connsiteY3" fmla="*/ 9261 h 9260"/>
                <a:gd name="connsiteX4" fmla="*/ 0 w 7694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4" h="9260">
                  <a:moveTo>
                    <a:pt x="0" y="0"/>
                  </a:moveTo>
                  <a:lnTo>
                    <a:pt x="7695" y="0"/>
                  </a:lnTo>
                  <a:lnTo>
                    <a:pt x="7695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3E5254A2-D4A9-7B32-0194-08D288C004C0}"/>
                </a:ext>
              </a:extLst>
            </p:cNvPr>
            <p:cNvSpPr/>
            <p:nvPr/>
          </p:nvSpPr>
          <p:spPr>
            <a:xfrm>
              <a:off x="4345447" y="4762086"/>
              <a:ext cx="35217" cy="55485"/>
            </a:xfrm>
            <a:custGeom>
              <a:avLst/>
              <a:gdLst>
                <a:gd name="connsiteX0" fmla="*/ 2295 w 35217"/>
                <a:gd name="connsiteY0" fmla="*/ 0 h 55485"/>
                <a:gd name="connsiteX1" fmla="*/ 31212 w 35217"/>
                <a:gd name="connsiteY1" fmla="*/ 0 h 55485"/>
                <a:gd name="connsiteX2" fmla="*/ 31212 w 35217"/>
                <a:gd name="connsiteY2" fmla="*/ 6201 h 55485"/>
                <a:gd name="connsiteX3" fmla="*/ 9045 w 35217"/>
                <a:gd name="connsiteY3" fmla="*/ 6201 h 55485"/>
                <a:gd name="connsiteX4" fmla="*/ 9045 w 35217"/>
                <a:gd name="connsiteY4" fmla="*/ 19539 h 55485"/>
                <a:gd name="connsiteX5" fmla="*/ 12249 w 35217"/>
                <a:gd name="connsiteY5" fmla="*/ 18738 h 55485"/>
                <a:gd name="connsiteX6" fmla="*/ 15462 w 35217"/>
                <a:gd name="connsiteY6" fmla="*/ 18450 h 55485"/>
                <a:gd name="connsiteX7" fmla="*/ 29898 w 35217"/>
                <a:gd name="connsiteY7" fmla="*/ 23445 h 55485"/>
                <a:gd name="connsiteX8" fmla="*/ 35217 w 35217"/>
                <a:gd name="connsiteY8" fmla="*/ 36972 h 55485"/>
                <a:gd name="connsiteX9" fmla="*/ 29754 w 35217"/>
                <a:gd name="connsiteY9" fmla="*/ 50643 h 55485"/>
                <a:gd name="connsiteX10" fmla="*/ 14328 w 35217"/>
                <a:gd name="connsiteY10" fmla="*/ 55485 h 55485"/>
                <a:gd name="connsiteX11" fmla="*/ 7326 w 35217"/>
                <a:gd name="connsiteY11" fmla="*/ 54909 h 55485"/>
                <a:gd name="connsiteX12" fmla="*/ 0 w 35217"/>
                <a:gd name="connsiteY12" fmla="*/ 53154 h 55485"/>
                <a:gd name="connsiteX13" fmla="*/ 0 w 35217"/>
                <a:gd name="connsiteY13" fmla="*/ 45756 h 55485"/>
                <a:gd name="connsiteX14" fmla="*/ 6777 w 35217"/>
                <a:gd name="connsiteY14" fmla="*/ 48420 h 55485"/>
                <a:gd name="connsiteX15" fmla="*/ 14184 w 35217"/>
                <a:gd name="connsiteY15" fmla="*/ 49293 h 55485"/>
                <a:gd name="connsiteX16" fmla="*/ 24174 w 35217"/>
                <a:gd name="connsiteY16" fmla="*/ 45972 h 55485"/>
                <a:gd name="connsiteX17" fmla="*/ 27855 w 35217"/>
                <a:gd name="connsiteY17" fmla="*/ 36972 h 55485"/>
                <a:gd name="connsiteX18" fmla="*/ 24174 w 35217"/>
                <a:gd name="connsiteY18" fmla="*/ 27963 h 55485"/>
                <a:gd name="connsiteX19" fmla="*/ 14184 w 35217"/>
                <a:gd name="connsiteY19" fmla="*/ 24642 h 55485"/>
                <a:gd name="connsiteX20" fmla="*/ 8280 w 35217"/>
                <a:gd name="connsiteY20" fmla="*/ 25299 h 55485"/>
                <a:gd name="connsiteX21" fmla="*/ 2295 w 35217"/>
                <a:gd name="connsiteY21" fmla="*/ 27342 h 55485"/>
                <a:gd name="connsiteX22" fmla="*/ 2295 w 35217"/>
                <a:gd name="connsiteY22" fmla="*/ 0 h 55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217" h="55485">
                  <a:moveTo>
                    <a:pt x="2295" y="0"/>
                  </a:moveTo>
                  <a:lnTo>
                    <a:pt x="31212" y="0"/>
                  </a:lnTo>
                  <a:lnTo>
                    <a:pt x="31212" y="6201"/>
                  </a:lnTo>
                  <a:lnTo>
                    <a:pt x="9045" y="6201"/>
                  </a:lnTo>
                  <a:lnTo>
                    <a:pt x="9045" y="19539"/>
                  </a:lnTo>
                  <a:cubicBezTo>
                    <a:pt x="10116" y="19179"/>
                    <a:pt x="11178" y="18909"/>
                    <a:pt x="12249" y="18738"/>
                  </a:cubicBezTo>
                  <a:cubicBezTo>
                    <a:pt x="13320" y="18549"/>
                    <a:pt x="14391" y="18450"/>
                    <a:pt x="15462" y="18450"/>
                  </a:cubicBezTo>
                  <a:cubicBezTo>
                    <a:pt x="21537" y="18450"/>
                    <a:pt x="26343" y="20115"/>
                    <a:pt x="29898" y="23445"/>
                  </a:cubicBezTo>
                  <a:cubicBezTo>
                    <a:pt x="33444" y="26775"/>
                    <a:pt x="35217" y="31284"/>
                    <a:pt x="35217" y="36972"/>
                  </a:cubicBezTo>
                  <a:cubicBezTo>
                    <a:pt x="35217" y="42831"/>
                    <a:pt x="33399" y="47385"/>
                    <a:pt x="29754" y="50643"/>
                  </a:cubicBezTo>
                  <a:cubicBezTo>
                    <a:pt x="26109" y="53874"/>
                    <a:pt x="20961" y="55485"/>
                    <a:pt x="14328" y="55485"/>
                  </a:cubicBezTo>
                  <a:cubicBezTo>
                    <a:pt x="12042" y="55485"/>
                    <a:pt x="9711" y="55296"/>
                    <a:pt x="7326" y="54909"/>
                  </a:cubicBezTo>
                  <a:cubicBezTo>
                    <a:pt x="4968" y="54522"/>
                    <a:pt x="2529" y="53937"/>
                    <a:pt x="0" y="53154"/>
                  </a:cubicBezTo>
                  <a:lnTo>
                    <a:pt x="0" y="45756"/>
                  </a:lnTo>
                  <a:cubicBezTo>
                    <a:pt x="2187" y="46944"/>
                    <a:pt x="4446" y="47835"/>
                    <a:pt x="6777" y="48420"/>
                  </a:cubicBezTo>
                  <a:cubicBezTo>
                    <a:pt x="9108" y="49005"/>
                    <a:pt x="11583" y="49293"/>
                    <a:pt x="14184" y="49293"/>
                  </a:cubicBezTo>
                  <a:cubicBezTo>
                    <a:pt x="18387" y="49293"/>
                    <a:pt x="21717" y="48186"/>
                    <a:pt x="24174" y="45972"/>
                  </a:cubicBezTo>
                  <a:cubicBezTo>
                    <a:pt x="26631" y="43767"/>
                    <a:pt x="27855" y="40761"/>
                    <a:pt x="27855" y="36972"/>
                  </a:cubicBezTo>
                  <a:cubicBezTo>
                    <a:pt x="27855" y="33183"/>
                    <a:pt x="26631" y="30177"/>
                    <a:pt x="24174" y="27963"/>
                  </a:cubicBezTo>
                  <a:cubicBezTo>
                    <a:pt x="21717" y="25749"/>
                    <a:pt x="18387" y="24642"/>
                    <a:pt x="14184" y="24642"/>
                  </a:cubicBezTo>
                  <a:cubicBezTo>
                    <a:pt x="12213" y="24642"/>
                    <a:pt x="10251" y="24858"/>
                    <a:pt x="8280" y="25299"/>
                  </a:cubicBezTo>
                  <a:cubicBezTo>
                    <a:pt x="6327" y="25740"/>
                    <a:pt x="4338" y="26415"/>
                    <a:pt x="2295" y="27342"/>
                  </a:cubicBezTo>
                  <a:lnTo>
                    <a:pt x="2295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1" name="Freeform 360">
              <a:extLst>
                <a:ext uri="{FF2B5EF4-FFF2-40B4-BE49-F238E27FC236}">
                  <a16:creationId xmlns:a16="http://schemas.microsoft.com/office/drawing/2014/main" id="{3DADEAF1-77B3-B9A7-73A5-03D2D64EE1FB}"/>
                </a:ext>
              </a:extLst>
            </p:cNvPr>
            <p:cNvSpPr/>
            <p:nvPr/>
          </p:nvSpPr>
          <p:spPr>
            <a:xfrm>
              <a:off x="4727794" y="4762086"/>
              <a:ext cx="32417" cy="54431"/>
            </a:xfrm>
            <a:custGeom>
              <a:avLst/>
              <a:gdLst>
                <a:gd name="connsiteX0" fmla="*/ 1062 w 32417"/>
                <a:gd name="connsiteY0" fmla="*/ 48231 h 54431"/>
                <a:gd name="connsiteX1" fmla="*/ 13095 w 32417"/>
                <a:gd name="connsiteY1" fmla="*/ 48231 h 54431"/>
                <a:gd name="connsiteX2" fmla="*/ 13095 w 32417"/>
                <a:gd name="connsiteY2" fmla="*/ 6705 h 54431"/>
                <a:gd name="connsiteX3" fmla="*/ 0 w 32417"/>
                <a:gd name="connsiteY3" fmla="*/ 9333 h 54431"/>
                <a:gd name="connsiteX4" fmla="*/ 0 w 32417"/>
                <a:gd name="connsiteY4" fmla="*/ 2628 h 54431"/>
                <a:gd name="connsiteX5" fmla="*/ 13014 w 32417"/>
                <a:gd name="connsiteY5" fmla="*/ 0 h 54431"/>
                <a:gd name="connsiteX6" fmla="*/ 20385 w 32417"/>
                <a:gd name="connsiteY6" fmla="*/ 0 h 54431"/>
                <a:gd name="connsiteX7" fmla="*/ 20385 w 32417"/>
                <a:gd name="connsiteY7" fmla="*/ 48231 h 54431"/>
                <a:gd name="connsiteX8" fmla="*/ 32418 w 32417"/>
                <a:gd name="connsiteY8" fmla="*/ 48231 h 54431"/>
                <a:gd name="connsiteX9" fmla="*/ 32418 w 32417"/>
                <a:gd name="connsiteY9" fmla="*/ 54432 h 54431"/>
                <a:gd name="connsiteX10" fmla="*/ 1062 w 32417"/>
                <a:gd name="connsiteY10" fmla="*/ 54432 h 54431"/>
                <a:gd name="connsiteX11" fmla="*/ 1062 w 32417"/>
                <a:gd name="connsiteY11" fmla="*/ 48231 h 54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417" h="54431">
                  <a:moveTo>
                    <a:pt x="1062" y="48231"/>
                  </a:moveTo>
                  <a:lnTo>
                    <a:pt x="13095" y="48231"/>
                  </a:lnTo>
                  <a:lnTo>
                    <a:pt x="13095" y="6705"/>
                  </a:lnTo>
                  <a:lnTo>
                    <a:pt x="0" y="9333"/>
                  </a:lnTo>
                  <a:lnTo>
                    <a:pt x="0" y="2628"/>
                  </a:lnTo>
                  <a:lnTo>
                    <a:pt x="13014" y="0"/>
                  </a:lnTo>
                  <a:lnTo>
                    <a:pt x="20385" y="0"/>
                  </a:lnTo>
                  <a:lnTo>
                    <a:pt x="20385" y="48231"/>
                  </a:lnTo>
                  <a:lnTo>
                    <a:pt x="32418" y="48231"/>
                  </a:lnTo>
                  <a:lnTo>
                    <a:pt x="32418" y="54432"/>
                  </a:lnTo>
                  <a:lnTo>
                    <a:pt x="1062" y="54432"/>
                  </a:lnTo>
                  <a:lnTo>
                    <a:pt x="1062" y="48231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0681DB6F-F9B6-4BC1-1895-0B3218C0F131}"/>
                </a:ext>
              </a:extLst>
            </p:cNvPr>
            <p:cNvSpPr/>
            <p:nvPr/>
          </p:nvSpPr>
          <p:spPr>
            <a:xfrm>
              <a:off x="4775079" y="4807258"/>
              <a:ext cx="7695" cy="9260"/>
            </a:xfrm>
            <a:custGeom>
              <a:avLst/>
              <a:gdLst>
                <a:gd name="connsiteX0" fmla="*/ 0 w 7695"/>
                <a:gd name="connsiteY0" fmla="*/ 0 h 9260"/>
                <a:gd name="connsiteX1" fmla="*/ 7695 w 7695"/>
                <a:gd name="connsiteY1" fmla="*/ 0 h 9260"/>
                <a:gd name="connsiteX2" fmla="*/ 7695 w 7695"/>
                <a:gd name="connsiteY2" fmla="*/ 9261 h 9260"/>
                <a:gd name="connsiteX3" fmla="*/ 0 w 7695"/>
                <a:gd name="connsiteY3" fmla="*/ 9261 h 9260"/>
                <a:gd name="connsiteX4" fmla="*/ 0 w 7695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5" h="9260">
                  <a:moveTo>
                    <a:pt x="0" y="0"/>
                  </a:moveTo>
                  <a:lnTo>
                    <a:pt x="7695" y="0"/>
                  </a:lnTo>
                  <a:lnTo>
                    <a:pt x="7695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851483C7-4AAB-F5A8-495D-A8C845D1E2A0}"/>
                </a:ext>
              </a:extLst>
            </p:cNvPr>
            <p:cNvSpPr/>
            <p:nvPr/>
          </p:nvSpPr>
          <p:spPr>
            <a:xfrm>
              <a:off x="4795752" y="4761106"/>
              <a:ext cx="37629" cy="56465"/>
            </a:xfrm>
            <a:custGeom>
              <a:avLst/>
              <a:gdLst>
                <a:gd name="connsiteX0" fmla="*/ 18810 w 37629"/>
                <a:gd name="connsiteY0" fmla="*/ 5832 h 56465"/>
                <a:gd name="connsiteX1" fmla="*/ 10242 w 37629"/>
                <a:gd name="connsiteY1" fmla="*/ 11448 h 56465"/>
                <a:gd name="connsiteX2" fmla="*/ 7398 w 37629"/>
                <a:gd name="connsiteY2" fmla="*/ 28251 h 56465"/>
                <a:gd name="connsiteX3" fmla="*/ 10242 w 37629"/>
                <a:gd name="connsiteY3" fmla="*/ 45063 h 56465"/>
                <a:gd name="connsiteX4" fmla="*/ 18810 w 37629"/>
                <a:gd name="connsiteY4" fmla="*/ 50634 h 56465"/>
                <a:gd name="connsiteX5" fmla="*/ 27378 w 37629"/>
                <a:gd name="connsiteY5" fmla="*/ 45063 h 56465"/>
                <a:gd name="connsiteX6" fmla="*/ 30258 w 37629"/>
                <a:gd name="connsiteY6" fmla="*/ 28251 h 56465"/>
                <a:gd name="connsiteX7" fmla="*/ 27378 w 37629"/>
                <a:gd name="connsiteY7" fmla="*/ 11448 h 56465"/>
                <a:gd name="connsiteX8" fmla="*/ 18810 w 37629"/>
                <a:gd name="connsiteY8" fmla="*/ 5832 h 56465"/>
                <a:gd name="connsiteX9" fmla="*/ 18810 w 37629"/>
                <a:gd name="connsiteY9" fmla="*/ 0 h 56465"/>
                <a:gd name="connsiteX10" fmla="*/ 32778 w 37629"/>
                <a:gd name="connsiteY10" fmla="*/ 7254 h 56465"/>
                <a:gd name="connsiteX11" fmla="*/ 37629 w 37629"/>
                <a:gd name="connsiteY11" fmla="*/ 28251 h 56465"/>
                <a:gd name="connsiteX12" fmla="*/ 32778 w 37629"/>
                <a:gd name="connsiteY12" fmla="*/ 49248 h 56465"/>
                <a:gd name="connsiteX13" fmla="*/ 18810 w 37629"/>
                <a:gd name="connsiteY13" fmla="*/ 56466 h 56465"/>
                <a:gd name="connsiteX14" fmla="*/ 4815 w 37629"/>
                <a:gd name="connsiteY14" fmla="*/ 49248 h 56465"/>
                <a:gd name="connsiteX15" fmla="*/ 0 w 37629"/>
                <a:gd name="connsiteY15" fmla="*/ 28251 h 56465"/>
                <a:gd name="connsiteX16" fmla="*/ 4815 w 37629"/>
                <a:gd name="connsiteY16" fmla="*/ 7254 h 56465"/>
                <a:gd name="connsiteX17" fmla="*/ 18810 w 37629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9" h="56465">
                  <a:moveTo>
                    <a:pt x="18810" y="5832"/>
                  </a:moveTo>
                  <a:cubicBezTo>
                    <a:pt x="15021" y="5832"/>
                    <a:pt x="12159" y="7704"/>
                    <a:pt x="10242" y="11448"/>
                  </a:cubicBezTo>
                  <a:cubicBezTo>
                    <a:pt x="8343" y="15165"/>
                    <a:pt x="7398" y="20763"/>
                    <a:pt x="7398" y="28251"/>
                  </a:cubicBezTo>
                  <a:cubicBezTo>
                    <a:pt x="7398" y="35712"/>
                    <a:pt x="8343" y="41319"/>
                    <a:pt x="10242" y="45063"/>
                  </a:cubicBezTo>
                  <a:cubicBezTo>
                    <a:pt x="12159" y="48780"/>
                    <a:pt x="15021" y="50634"/>
                    <a:pt x="18810" y="50634"/>
                  </a:cubicBezTo>
                  <a:cubicBezTo>
                    <a:pt x="22626" y="50634"/>
                    <a:pt x="25479" y="48780"/>
                    <a:pt x="27378" y="45063"/>
                  </a:cubicBezTo>
                  <a:cubicBezTo>
                    <a:pt x="29295" y="41319"/>
                    <a:pt x="30258" y="35712"/>
                    <a:pt x="30258" y="28251"/>
                  </a:cubicBezTo>
                  <a:cubicBezTo>
                    <a:pt x="30258" y="20763"/>
                    <a:pt x="29295" y="15165"/>
                    <a:pt x="27378" y="11448"/>
                  </a:cubicBezTo>
                  <a:cubicBezTo>
                    <a:pt x="25479" y="7704"/>
                    <a:pt x="22626" y="5832"/>
                    <a:pt x="18810" y="5832"/>
                  </a:cubicBezTo>
                  <a:moveTo>
                    <a:pt x="18810" y="0"/>
                  </a:moveTo>
                  <a:cubicBezTo>
                    <a:pt x="24912" y="0"/>
                    <a:pt x="29565" y="2421"/>
                    <a:pt x="32778" y="7254"/>
                  </a:cubicBezTo>
                  <a:cubicBezTo>
                    <a:pt x="36009" y="12069"/>
                    <a:pt x="37629" y="19062"/>
                    <a:pt x="37629" y="28251"/>
                  </a:cubicBezTo>
                  <a:cubicBezTo>
                    <a:pt x="37629" y="37413"/>
                    <a:pt x="36009" y="44415"/>
                    <a:pt x="32778" y="49248"/>
                  </a:cubicBezTo>
                  <a:cubicBezTo>
                    <a:pt x="29565" y="54063"/>
                    <a:pt x="24912" y="56466"/>
                    <a:pt x="18810" y="56466"/>
                  </a:cubicBezTo>
                  <a:cubicBezTo>
                    <a:pt x="12717" y="56466"/>
                    <a:pt x="8046" y="54063"/>
                    <a:pt x="4815" y="49248"/>
                  </a:cubicBezTo>
                  <a:cubicBezTo>
                    <a:pt x="1602" y="44415"/>
                    <a:pt x="0" y="37413"/>
                    <a:pt x="0" y="28251"/>
                  </a:cubicBezTo>
                  <a:cubicBezTo>
                    <a:pt x="0" y="19062"/>
                    <a:pt x="1602" y="12069"/>
                    <a:pt x="4815" y="7254"/>
                  </a:cubicBezTo>
                  <a:cubicBezTo>
                    <a:pt x="8046" y="2421"/>
                    <a:pt x="12717" y="0"/>
                    <a:pt x="18810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4" name="Freeform 363">
              <a:extLst>
                <a:ext uri="{FF2B5EF4-FFF2-40B4-BE49-F238E27FC236}">
                  <a16:creationId xmlns:a16="http://schemas.microsoft.com/office/drawing/2014/main" id="{E3591614-63AF-4A5D-6977-C46F3838216A}"/>
                </a:ext>
              </a:extLst>
            </p:cNvPr>
            <p:cNvSpPr/>
            <p:nvPr/>
          </p:nvSpPr>
          <p:spPr>
            <a:xfrm>
              <a:off x="3848998" y="4862833"/>
              <a:ext cx="43001" cy="39122"/>
            </a:xfrm>
            <a:custGeom>
              <a:avLst/>
              <a:gdLst>
                <a:gd name="connsiteX0" fmla="*/ 43002 w 43001"/>
                <a:gd name="connsiteY0" fmla="*/ 5688 h 39122"/>
                <a:gd name="connsiteX1" fmla="*/ 41526 w 43001"/>
                <a:gd name="connsiteY1" fmla="*/ 9396 h 39122"/>
                <a:gd name="connsiteX2" fmla="*/ 38367 w 43001"/>
                <a:gd name="connsiteY2" fmla="*/ 10710 h 39122"/>
                <a:gd name="connsiteX3" fmla="*/ 35919 w 43001"/>
                <a:gd name="connsiteY3" fmla="*/ 9783 h 39122"/>
                <a:gd name="connsiteX4" fmla="*/ 35082 w 43001"/>
                <a:gd name="connsiteY4" fmla="*/ 7668 h 39122"/>
                <a:gd name="connsiteX5" fmla="*/ 36261 w 43001"/>
                <a:gd name="connsiteY5" fmla="*/ 4680 h 39122"/>
                <a:gd name="connsiteX6" fmla="*/ 39213 w 43001"/>
                <a:gd name="connsiteY6" fmla="*/ 2988 h 39122"/>
                <a:gd name="connsiteX7" fmla="*/ 34911 w 43001"/>
                <a:gd name="connsiteY7" fmla="*/ 1899 h 39122"/>
                <a:gd name="connsiteX8" fmla="*/ 31752 w 43001"/>
                <a:gd name="connsiteY8" fmla="*/ 2781 h 39122"/>
                <a:gd name="connsiteX9" fmla="*/ 29430 w 43001"/>
                <a:gd name="connsiteY9" fmla="*/ 4806 h 39122"/>
                <a:gd name="connsiteX10" fmla="*/ 27828 w 43001"/>
                <a:gd name="connsiteY10" fmla="*/ 7587 h 39122"/>
                <a:gd name="connsiteX11" fmla="*/ 26811 w 43001"/>
                <a:gd name="connsiteY11" fmla="*/ 10161 h 39122"/>
                <a:gd name="connsiteX12" fmla="*/ 26352 w 43001"/>
                <a:gd name="connsiteY12" fmla="*/ 12096 h 39122"/>
                <a:gd name="connsiteX13" fmla="*/ 23400 w 43001"/>
                <a:gd name="connsiteY13" fmla="*/ 23904 h 39122"/>
                <a:gd name="connsiteX14" fmla="*/ 21969 w 43001"/>
                <a:gd name="connsiteY14" fmla="*/ 31491 h 39122"/>
                <a:gd name="connsiteX15" fmla="*/ 23148 w 43001"/>
                <a:gd name="connsiteY15" fmla="*/ 35586 h 39122"/>
                <a:gd name="connsiteX16" fmla="*/ 26685 w 43001"/>
                <a:gd name="connsiteY16" fmla="*/ 37188 h 39122"/>
                <a:gd name="connsiteX17" fmla="*/ 28674 w 43001"/>
                <a:gd name="connsiteY17" fmla="*/ 36927 h 39122"/>
                <a:gd name="connsiteX18" fmla="*/ 31077 w 43001"/>
                <a:gd name="connsiteY18" fmla="*/ 35874 h 39122"/>
                <a:gd name="connsiteX19" fmla="*/ 33687 w 43001"/>
                <a:gd name="connsiteY19" fmla="*/ 33894 h 39122"/>
                <a:gd name="connsiteX20" fmla="*/ 36171 w 43001"/>
                <a:gd name="connsiteY20" fmla="*/ 30609 h 39122"/>
                <a:gd name="connsiteX21" fmla="*/ 38196 w 43001"/>
                <a:gd name="connsiteY21" fmla="*/ 25884 h 39122"/>
                <a:gd name="connsiteX22" fmla="*/ 39294 w 43001"/>
                <a:gd name="connsiteY22" fmla="*/ 24957 h 39122"/>
                <a:gd name="connsiteX23" fmla="*/ 40347 w 43001"/>
                <a:gd name="connsiteY23" fmla="*/ 25803 h 39122"/>
                <a:gd name="connsiteX24" fmla="*/ 39762 w 43001"/>
                <a:gd name="connsiteY24" fmla="*/ 28035 h 39122"/>
                <a:gd name="connsiteX25" fmla="*/ 37989 w 43001"/>
                <a:gd name="connsiteY25" fmla="*/ 31446 h 39122"/>
                <a:gd name="connsiteX26" fmla="*/ 35244 w 43001"/>
                <a:gd name="connsiteY26" fmla="*/ 35073 h 39122"/>
                <a:gd name="connsiteX27" fmla="*/ 31365 w 43001"/>
                <a:gd name="connsiteY27" fmla="*/ 37944 h 39122"/>
                <a:gd name="connsiteX28" fmla="*/ 26523 w 43001"/>
                <a:gd name="connsiteY28" fmla="*/ 39123 h 39122"/>
                <a:gd name="connsiteX29" fmla="*/ 20493 w 43001"/>
                <a:gd name="connsiteY29" fmla="*/ 37188 h 39122"/>
                <a:gd name="connsiteX30" fmla="*/ 17199 w 43001"/>
                <a:gd name="connsiteY30" fmla="*/ 32544 h 39122"/>
                <a:gd name="connsiteX31" fmla="*/ 16695 w 43001"/>
                <a:gd name="connsiteY31" fmla="*/ 33435 h 39122"/>
                <a:gd name="connsiteX32" fmla="*/ 15516 w 43001"/>
                <a:gd name="connsiteY32" fmla="*/ 35073 h 39122"/>
                <a:gd name="connsiteX33" fmla="*/ 13707 w 43001"/>
                <a:gd name="connsiteY33" fmla="*/ 37017 h 39122"/>
                <a:gd name="connsiteX34" fmla="*/ 11214 w 43001"/>
                <a:gd name="connsiteY34" fmla="*/ 38448 h 39122"/>
                <a:gd name="connsiteX35" fmla="*/ 8136 w 43001"/>
                <a:gd name="connsiteY35" fmla="*/ 39123 h 39122"/>
                <a:gd name="connsiteX36" fmla="*/ 4302 w 43001"/>
                <a:gd name="connsiteY36" fmla="*/ 38529 h 39122"/>
                <a:gd name="connsiteX37" fmla="*/ 1269 w 43001"/>
                <a:gd name="connsiteY37" fmla="*/ 36594 h 39122"/>
                <a:gd name="connsiteX38" fmla="*/ 0 w 43001"/>
                <a:gd name="connsiteY38" fmla="*/ 33390 h 39122"/>
                <a:gd name="connsiteX39" fmla="*/ 1395 w 43001"/>
                <a:gd name="connsiteY39" fmla="*/ 29889 h 39122"/>
                <a:gd name="connsiteX40" fmla="*/ 4761 w 43001"/>
                <a:gd name="connsiteY40" fmla="*/ 28413 h 39122"/>
                <a:gd name="connsiteX41" fmla="*/ 6957 w 43001"/>
                <a:gd name="connsiteY41" fmla="*/ 29133 h 39122"/>
                <a:gd name="connsiteX42" fmla="*/ 7965 w 43001"/>
                <a:gd name="connsiteY42" fmla="*/ 31410 h 39122"/>
                <a:gd name="connsiteX43" fmla="*/ 6786 w 43001"/>
                <a:gd name="connsiteY43" fmla="*/ 34443 h 39122"/>
                <a:gd name="connsiteX44" fmla="*/ 3924 w 43001"/>
                <a:gd name="connsiteY44" fmla="*/ 36090 h 39122"/>
                <a:gd name="connsiteX45" fmla="*/ 8226 w 43001"/>
                <a:gd name="connsiteY45" fmla="*/ 37188 h 39122"/>
                <a:gd name="connsiteX46" fmla="*/ 13194 w 43001"/>
                <a:gd name="connsiteY46" fmla="*/ 34740 h 39122"/>
                <a:gd name="connsiteX47" fmla="*/ 16443 w 43001"/>
                <a:gd name="connsiteY47" fmla="*/ 28206 h 39122"/>
                <a:gd name="connsiteX48" fmla="*/ 20070 w 43001"/>
                <a:gd name="connsiteY48" fmla="*/ 13995 h 39122"/>
                <a:gd name="connsiteX49" fmla="*/ 21078 w 43001"/>
                <a:gd name="connsiteY49" fmla="*/ 7668 h 39122"/>
                <a:gd name="connsiteX50" fmla="*/ 20619 w 43001"/>
                <a:gd name="connsiteY50" fmla="*/ 4680 h 39122"/>
                <a:gd name="connsiteX51" fmla="*/ 19350 w 43001"/>
                <a:gd name="connsiteY51" fmla="*/ 2907 h 39122"/>
                <a:gd name="connsiteX52" fmla="*/ 17874 w 43001"/>
                <a:gd name="connsiteY52" fmla="*/ 2106 h 39122"/>
                <a:gd name="connsiteX53" fmla="*/ 16443 w 43001"/>
                <a:gd name="connsiteY53" fmla="*/ 1899 h 39122"/>
                <a:gd name="connsiteX54" fmla="*/ 13743 w 43001"/>
                <a:gd name="connsiteY54" fmla="*/ 2403 h 39122"/>
                <a:gd name="connsiteX55" fmla="*/ 10665 w 43001"/>
                <a:gd name="connsiteY55" fmla="*/ 4086 h 39122"/>
                <a:gd name="connsiteX56" fmla="*/ 7461 w 43001"/>
                <a:gd name="connsiteY56" fmla="*/ 7587 h 39122"/>
                <a:gd name="connsiteX57" fmla="*/ 4851 w 43001"/>
                <a:gd name="connsiteY57" fmla="*/ 13194 h 39122"/>
                <a:gd name="connsiteX58" fmla="*/ 3708 w 43001"/>
                <a:gd name="connsiteY58" fmla="*/ 14166 h 39122"/>
                <a:gd name="connsiteX59" fmla="*/ 2700 w 43001"/>
                <a:gd name="connsiteY59" fmla="*/ 13275 h 39122"/>
                <a:gd name="connsiteX60" fmla="*/ 3249 w 43001"/>
                <a:gd name="connsiteY60" fmla="*/ 11088 h 39122"/>
                <a:gd name="connsiteX61" fmla="*/ 5022 w 43001"/>
                <a:gd name="connsiteY61" fmla="*/ 7668 h 39122"/>
                <a:gd name="connsiteX62" fmla="*/ 7803 w 43001"/>
                <a:gd name="connsiteY62" fmla="*/ 4086 h 39122"/>
                <a:gd name="connsiteX63" fmla="*/ 11718 w 43001"/>
                <a:gd name="connsiteY63" fmla="*/ 1179 h 39122"/>
                <a:gd name="connsiteX64" fmla="*/ 16614 w 43001"/>
                <a:gd name="connsiteY64" fmla="*/ 0 h 39122"/>
                <a:gd name="connsiteX65" fmla="*/ 18846 w 43001"/>
                <a:gd name="connsiteY65" fmla="*/ 252 h 39122"/>
                <a:gd name="connsiteX66" fmla="*/ 21330 w 43001"/>
                <a:gd name="connsiteY66" fmla="*/ 1098 h 39122"/>
                <a:gd name="connsiteX67" fmla="*/ 23949 w 43001"/>
                <a:gd name="connsiteY67" fmla="*/ 3114 h 39122"/>
                <a:gd name="connsiteX68" fmla="*/ 25929 w 43001"/>
                <a:gd name="connsiteY68" fmla="*/ 6534 h 39122"/>
                <a:gd name="connsiteX69" fmla="*/ 27108 w 43001"/>
                <a:gd name="connsiteY69" fmla="*/ 4635 h 39122"/>
                <a:gd name="connsiteX70" fmla="*/ 28926 w 43001"/>
                <a:gd name="connsiteY70" fmla="*/ 2574 h 39122"/>
                <a:gd name="connsiteX71" fmla="*/ 31617 w 43001"/>
                <a:gd name="connsiteY71" fmla="*/ 711 h 39122"/>
                <a:gd name="connsiteX72" fmla="*/ 34992 w 43001"/>
                <a:gd name="connsiteY72" fmla="*/ 0 h 39122"/>
                <a:gd name="connsiteX73" fmla="*/ 38412 w 43001"/>
                <a:gd name="connsiteY73" fmla="*/ 459 h 39122"/>
                <a:gd name="connsiteX74" fmla="*/ 41526 w 43001"/>
                <a:gd name="connsiteY74" fmla="*/ 2277 h 39122"/>
                <a:gd name="connsiteX75" fmla="*/ 43002 w 43001"/>
                <a:gd name="connsiteY75" fmla="*/ 5688 h 39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43001" h="39122">
                  <a:moveTo>
                    <a:pt x="43002" y="5688"/>
                  </a:moveTo>
                  <a:cubicBezTo>
                    <a:pt x="43002" y="7263"/>
                    <a:pt x="42507" y="8505"/>
                    <a:pt x="41526" y="9396"/>
                  </a:cubicBezTo>
                  <a:cubicBezTo>
                    <a:pt x="40545" y="10269"/>
                    <a:pt x="39492" y="10710"/>
                    <a:pt x="38367" y="10710"/>
                  </a:cubicBezTo>
                  <a:cubicBezTo>
                    <a:pt x="37296" y="10710"/>
                    <a:pt x="36486" y="10404"/>
                    <a:pt x="35919" y="9783"/>
                  </a:cubicBezTo>
                  <a:cubicBezTo>
                    <a:pt x="35361" y="9162"/>
                    <a:pt x="35082" y="8460"/>
                    <a:pt x="35082" y="7668"/>
                  </a:cubicBezTo>
                  <a:cubicBezTo>
                    <a:pt x="35082" y="6597"/>
                    <a:pt x="35478" y="5607"/>
                    <a:pt x="36261" y="4680"/>
                  </a:cubicBezTo>
                  <a:cubicBezTo>
                    <a:pt x="37044" y="3753"/>
                    <a:pt x="38034" y="3186"/>
                    <a:pt x="39213" y="2988"/>
                  </a:cubicBezTo>
                  <a:cubicBezTo>
                    <a:pt x="38061" y="2259"/>
                    <a:pt x="36630" y="1899"/>
                    <a:pt x="34911" y="1899"/>
                  </a:cubicBezTo>
                  <a:cubicBezTo>
                    <a:pt x="33786" y="1899"/>
                    <a:pt x="32733" y="2196"/>
                    <a:pt x="31752" y="2781"/>
                  </a:cubicBezTo>
                  <a:cubicBezTo>
                    <a:pt x="30789" y="3366"/>
                    <a:pt x="30015" y="4041"/>
                    <a:pt x="29430" y="4806"/>
                  </a:cubicBezTo>
                  <a:cubicBezTo>
                    <a:pt x="28863" y="5562"/>
                    <a:pt x="28332" y="6489"/>
                    <a:pt x="27828" y="7587"/>
                  </a:cubicBezTo>
                  <a:cubicBezTo>
                    <a:pt x="27351" y="8658"/>
                    <a:pt x="27009" y="9513"/>
                    <a:pt x="26811" y="10161"/>
                  </a:cubicBezTo>
                  <a:cubicBezTo>
                    <a:pt x="26640" y="10782"/>
                    <a:pt x="26487" y="11421"/>
                    <a:pt x="26352" y="12096"/>
                  </a:cubicBezTo>
                  <a:lnTo>
                    <a:pt x="23400" y="23904"/>
                  </a:lnTo>
                  <a:cubicBezTo>
                    <a:pt x="22446" y="27639"/>
                    <a:pt x="21969" y="30168"/>
                    <a:pt x="21969" y="31491"/>
                  </a:cubicBezTo>
                  <a:cubicBezTo>
                    <a:pt x="21969" y="33120"/>
                    <a:pt x="22365" y="34488"/>
                    <a:pt x="23148" y="35586"/>
                  </a:cubicBezTo>
                  <a:cubicBezTo>
                    <a:pt x="23931" y="36657"/>
                    <a:pt x="25110" y="37188"/>
                    <a:pt x="26685" y="37188"/>
                  </a:cubicBezTo>
                  <a:cubicBezTo>
                    <a:pt x="27306" y="37188"/>
                    <a:pt x="27963" y="37098"/>
                    <a:pt x="28674" y="36927"/>
                  </a:cubicBezTo>
                  <a:cubicBezTo>
                    <a:pt x="29376" y="36738"/>
                    <a:pt x="30177" y="36387"/>
                    <a:pt x="31077" y="35874"/>
                  </a:cubicBezTo>
                  <a:cubicBezTo>
                    <a:pt x="32004" y="35343"/>
                    <a:pt x="32868" y="34677"/>
                    <a:pt x="33687" y="33894"/>
                  </a:cubicBezTo>
                  <a:cubicBezTo>
                    <a:pt x="34533" y="33075"/>
                    <a:pt x="35361" y="31986"/>
                    <a:pt x="36171" y="30609"/>
                  </a:cubicBezTo>
                  <a:cubicBezTo>
                    <a:pt x="36990" y="29232"/>
                    <a:pt x="37665" y="27657"/>
                    <a:pt x="38196" y="25884"/>
                  </a:cubicBezTo>
                  <a:cubicBezTo>
                    <a:pt x="38367" y="25263"/>
                    <a:pt x="38727" y="24957"/>
                    <a:pt x="39294" y="24957"/>
                  </a:cubicBezTo>
                  <a:cubicBezTo>
                    <a:pt x="39996" y="24957"/>
                    <a:pt x="40347" y="25236"/>
                    <a:pt x="40347" y="25803"/>
                  </a:cubicBezTo>
                  <a:cubicBezTo>
                    <a:pt x="40347" y="26280"/>
                    <a:pt x="40149" y="27018"/>
                    <a:pt x="39762" y="28035"/>
                  </a:cubicBezTo>
                  <a:cubicBezTo>
                    <a:pt x="39393" y="29016"/>
                    <a:pt x="38808" y="30159"/>
                    <a:pt x="37989" y="31446"/>
                  </a:cubicBezTo>
                  <a:cubicBezTo>
                    <a:pt x="37206" y="32715"/>
                    <a:pt x="36288" y="33921"/>
                    <a:pt x="35244" y="35073"/>
                  </a:cubicBezTo>
                  <a:cubicBezTo>
                    <a:pt x="34209" y="36198"/>
                    <a:pt x="32913" y="37161"/>
                    <a:pt x="31365" y="37944"/>
                  </a:cubicBezTo>
                  <a:cubicBezTo>
                    <a:pt x="29826" y="38727"/>
                    <a:pt x="28206" y="39123"/>
                    <a:pt x="26523" y="39123"/>
                  </a:cubicBezTo>
                  <a:cubicBezTo>
                    <a:pt x="24102" y="39123"/>
                    <a:pt x="22095" y="38475"/>
                    <a:pt x="20493" y="37188"/>
                  </a:cubicBezTo>
                  <a:cubicBezTo>
                    <a:pt x="18891" y="35892"/>
                    <a:pt x="17793" y="34344"/>
                    <a:pt x="17199" y="32544"/>
                  </a:cubicBezTo>
                  <a:cubicBezTo>
                    <a:pt x="17064" y="32796"/>
                    <a:pt x="16893" y="33093"/>
                    <a:pt x="16695" y="33435"/>
                  </a:cubicBezTo>
                  <a:cubicBezTo>
                    <a:pt x="16497" y="33768"/>
                    <a:pt x="16101" y="34317"/>
                    <a:pt x="15516" y="35073"/>
                  </a:cubicBezTo>
                  <a:cubicBezTo>
                    <a:pt x="14949" y="35802"/>
                    <a:pt x="14346" y="36450"/>
                    <a:pt x="13707" y="37017"/>
                  </a:cubicBezTo>
                  <a:cubicBezTo>
                    <a:pt x="13059" y="37548"/>
                    <a:pt x="12231" y="38025"/>
                    <a:pt x="11214" y="38448"/>
                  </a:cubicBezTo>
                  <a:cubicBezTo>
                    <a:pt x="10233" y="38898"/>
                    <a:pt x="9207" y="39123"/>
                    <a:pt x="8136" y="39123"/>
                  </a:cubicBezTo>
                  <a:cubicBezTo>
                    <a:pt x="6786" y="39123"/>
                    <a:pt x="5508" y="38925"/>
                    <a:pt x="4302" y="38529"/>
                  </a:cubicBezTo>
                  <a:cubicBezTo>
                    <a:pt x="3123" y="38142"/>
                    <a:pt x="2106" y="37494"/>
                    <a:pt x="1269" y="36594"/>
                  </a:cubicBezTo>
                  <a:cubicBezTo>
                    <a:pt x="423" y="35694"/>
                    <a:pt x="0" y="34623"/>
                    <a:pt x="0" y="33390"/>
                  </a:cubicBezTo>
                  <a:cubicBezTo>
                    <a:pt x="0" y="32013"/>
                    <a:pt x="468" y="30843"/>
                    <a:pt x="1395" y="29889"/>
                  </a:cubicBezTo>
                  <a:cubicBezTo>
                    <a:pt x="2349" y="28908"/>
                    <a:pt x="3474" y="28413"/>
                    <a:pt x="4761" y="28413"/>
                  </a:cubicBezTo>
                  <a:cubicBezTo>
                    <a:pt x="5580" y="28413"/>
                    <a:pt x="6309" y="28656"/>
                    <a:pt x="6957" y="29133"/>
                  </a:cubicBezTo>
                  <a:cubicBezTo>
                    <a:pt x="7632" y="29610"/>
                    <a:pt x="7965" y="30366"/>
                    <a:pt x="7965" y="31410"/>
                  </a:cubicBezTo>
                  <a:cubicBezTo>
                    <a:pt x="7965" y="32562"/>
                    <a:pt x="7569" y="33570"/>
                    <a:pt x="6786" y="34443"/>
                  </a:cubicBezTo>
                  <a:cubicBezTo>
                    <a:pt x="6003" y="35316"/>
                    <a:pt x="5049" y="35865"/>
                    <a:pt x="3924" y="36090"/>
                  </a:cubicBezTo>
                  <a:cubicBezTo>
                    <a:pt x="5076" y="36819"/>
                    <a:pt x="6507" y="37188"/>
                    <a:pt x="8226" y="37188"/>
                  </a:cubicBezTo>
                  <a:cubicBezTo>
                    <a:pt x="10080" y="37188"/>
                    <a:pt x="11736" y="36369"/>
                    <a:pt x="13194" y="34740"/>
                  </a:cubicBezTo>
                  <a:cubicBezTo>
                    <a:pt x="14661" y="33111"/>
                    <a:pt x="15741" y="30933"/>
                    <a:pt x="16443" y="28206"/>
                  </a:cubicBezTo>
                  <a:cubicBezTo>
                    <a:pt x="18180" y="21654"/>
                    <a:pt x="19395" y="16920"/>
                    <a:pt x="20070" y="13995"/>
                  </a:cubicBezTo>
                  <a:cubicBezTo>
                    <a:pt x="20745" y="11043"/>
                    <a:pt x="21078" y="8937"/>
                    <a:pt x="21078" y="7668"/>
                  </a:cubicBezTo>
                  <a:cubicBezTo>
                    <a:pt x="21078" y="6489"/>
                    <a:pt x="20925" y="5499"/>
                    <a:pt x="20619" y="4680"/>
                  </a:cubicBezTo>
                  <a:cubicBezTo>
                    <a:pt x="20304" y="3861"/>
                    <a:pt x="19881" y="3276"/>
                    <a:pt x="19350" y="2907"/>
                  </a:cubicBezTo>
                  <a:cubicBezTo>
                    <a:pt x="18846" y="2511"/>
                    <a:pt x="18351" y="2241"/>
                    <a:pt x="17874" y="2106"/>
                  </a:cubicBezTo>
                  <a:cubicBezTo>
                    <a:pt x="17424" y="1971"/>
                    <a:pt x="16947" y="1899"/>
                    <a:pt x="16443" y="1899"/>
                  </a:cubicBezTo>
                  <a:cubicBezTo>
                    <a:pt x="15606" y="1899"/>
                    <a:pt x="14706" y="2070"/>
                    <a:pt x="13743" y="2403"/>
                  </a:cubicBezTo>
                  <a:cubicBezTo>
                    <a:pt x="12816" y="2736"/>
                    <a:pt x="11790" y="3303"/>
                    <a:pt x="10665" y="4086"/>
                  </a:cubicBezTo>
                  <a:cubicBezTo>
                    <a:pt x="9576" y="4851"/>
                    <a:pt x="8505" y="6012"/>
                    <a:pt x="7461" y="7587"/>
                  </a:cubicBezTo>
                  <a:cubicBezTo>
                    <a:pt x="6426" y="9162"/>
                    <a:pt x="5553" y="11025"/>
                    <a:pt x="4851" y="13194"/>
                  </a:cubicBezTo>
                  <a:cubicBezTo>
                    <a:pt x="4707" y="13842"/>
                    <a:pt x="4329" y="14166"/>
                    <a:pt x="3708" y="14166"/>
                  </a:cubicBezTo>
                  <a:cubicBezTo>
                    <a:pt x="3033" y="14139"/>
                    <a:pt x="2700" y="13842"/>
                    <a:pt x="2700" y="13275"/>
                  </a:cubicBezTo>
                  <a:cubicBezTo>
                    <a:pt x="2700" y="12798"/>
                    <a:pt x="2880" y="12069"/>
                    <a:pt x="3249" y="11088"/>
                  </a:cubicBezTo>
                  <a:cubicBezTo>
                    <a:pt x="3636" y="10071"/>
                    <a:pt x="4230" y="8937"/>
                    <a:pt x="5022" y="7668"/>
                  </a:cubicBezTo>
                  <a:cubicBezTo>
                    <a:pt x="5832" y="6408"/>
                    <a:pt x="6759" y="5211"/>
                    <a:pt x="7803" y="4086"/>
                  </a:cubicBezTo>
                  <a:cubicBezTo>
                    <a:pt x="8874" y="2934"/>
                    <a:pt x="10179" y="1962"/>
                    <a:pt x="11718" y="1179"/>
                  </a:cubicBezTo>
                  <a:cubicBezTo>
                    <a:pt x="13293" y="396"/>
                    <a:pt x="14931" y="0"/>
                    <a:pt x="16614" y="0"/>
                  </a:cubicBezTo>
                  <a:cubicBezTo>
                    <a:pt x="17370" y="0"/>
                    <a:pt x="18117" y="81"/>
                    <a:pt x="18846" y="252"/>
                  </a:cubicBezTo>
                  <a:cubicBezTo>
                    <a:pt x="19611" y="387"/>
                    <a:pt x="20439" y="675"/>
                    <a:pt x="21330" y="1098"/>
                  </a:cubicBezTo>
                  <a:cubicBezTo>
                    <a:pt x="22257" y="1521"/>
                    <a:pt x="23130" y="2187"/>
                    <a:pt x="23949" y="3114"/>
                  </a:cubicBezTo>
                  <a:cubicBezTo>
                    <a:pt x="24768" y="4041"/>
                    <a:pt x="25425" y="5184"/>
                    <a:pt x="25929" y="6534"/>
                  </a:cubicBezTo>
                  <a:cubicBezTo>
                    <a:pt x="26262" y="5886"/>
                    <a:pt x="26658" y="5256"/>
                    <a:pt x="27108" y="4635"/>
                  </a:cubicBezTo>
                  <a:cubicBezTo>
                    <a:pt x="27585" y="4014"/>
                    <a:pt x="28197" y="3330"/>
                    <a:pt x="28926" y="2574"/>
                  </a:cubicBezTo>
                  <a:cubicBezTo>
                    <a:pt x="29682" y="1782"/>
                    <a:pt x="30582" y="1161"/>
                    <a:pt x="31617" y="711"/>
                  </a:cubicBezTo>
                  <a:cubicBezTo>
                    <a:pt x="32688" y="234"/>
                    <a:pt x="33813" y="0"/>
                    <a:pt x="34992" y="0"/>
                  </a:cubicBezTo>
                  <a:cubicBezTo>
                    <a:pt x="36144" y="0"/>
                    <a:pt x="37287" y="153"/>
                    <a:pt x="38412" y="459"/>
                  </a:cubicBezTo>
                  <a:cubicBezTo>
                    <a:pt x="39537" y="738"/>
                    <a:pt x="40572" y="1350"/>
                    <a:pt x="41526" y="2277"/>
                  </a:cubicBezTo>
                  <a:cubicBezTo>
                    <a:pt x="42507" y="3177"/>
                    <a:pt x="43002" y="4311"/>
                    <a:pt x="43002" y="5688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A720F5D3-82A7-11D5-004C-ED154C8D3820}"/>
                </a:ext>
              </a:extLst>
            </p:cNvPr>
            <p:cNvSpPr/>
            <p:nvPr/>
          </p:nvSpPr>
          <p:spPr>
            <a:xfrm>
              <a:off x="2911876" y="4697376"/>
              <a:ext cx="1923143" cy="900"/>
            </a:xfrm>
            <a:custGeom>
              <a:avLst/>
              <a:gdLst>
                <a:gd name="connsiteX0" fmla="*/ 0 w 1923143"/>
                <a:gd name="connsiteY0" fmla="*/ 0 h 900"/>
                <a:gd name="connsiteX1" fmla="*/ 1923143 w 1923143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23143" h="900">
                  <a:moveTo>
                    <a:pt x="0" y="0"/>
                  </a:moveTo>
                  <a:lnTo>
                    <a:pt x="1923143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0C9530F4-300C-18F3-A094-CB0520175111}"/>
                </a:ext>
              </a:extLst>
            </p:cNvPr>
            <p:cNvSpPr/>
            <p:nvPr/>
          </p:nvSpPr>
          <p:spPr>
            <a:xfrm>
              <a:off x="2911876" y="4459030"/>
              <a:ext cx="1923143" cy="900"/>
            </a:xfrm>
            <a:custGeom>
              <a:avLst/>
              <a:gdLst>
                <a:gd name="connsiteX0" fmla="*/ 0 w 1923143"/>
                <a:gd name="connsiteY0" fmla="*/ 0 h 900"/>
                <a:gd name="connsiteX1" fmla="*/ 1923143 w 1923143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23143" h="900">
                  <a:moveTo>
                    <a:pt x="0" y="0"/>
                  </a:moveTo>
                  <a:lnTo>
                    <a:pt x="1923143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7" name="Freeform 366">
              <a:extLst>
                <a:ext uri="{FF2B5EF4-FFF2-40B4-BE49-F238E27FC236}">
                  <a16:creationId xmlns:a16="http://schemas.microsoft.com/office/drawing/2014/main" id="{EF6073BE-0351-FA4F-AF74-41AEF116711E}"/>
                </a:ext>
              </a:extLst>
            </p:cNvPr>
            <p:cNvSpPr/>
            <p:nvPr/>
          </p:nvSpPr>
          <p:spPr>
            <a:xfrm>
              <a:off x="2911876" y="4220684"/>
              <a:ext cx="1923143" cy="900"/>
            </a:xfrm>
            <a:custGeom>
              <a:avLst/>
              <a:gdLst>
                <a:gd name="connsiteX0" fmla="*/ 0 w 1923143"/>
                <a:gd name="connsiteY0" fmla="*/ 0 h 900"/>
                <a:gd name="connsiteX1" fmla="*/ 1923143 w 1923143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23143" h="900">
                  <a:moveTo>
                    <a:pt x="0" y="0"/>
                  </a:moveTo>
                  <a:lnTo>
                    <a:pt x="1923143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286C8FFF-AE40-077C-5FCA-C61CDBCA251C}"/>
                </a:ext>
              </a:extLst>
            </p:cNvPr>
            <p:cNvSpPr/>
            <p:nvPr/>
          </p:nvSpPr>
          <p:spPr>
            <a:xfrm>
              <a:off x="2911876" y="3982337"/>
              <a:ext cx="1923143" cy="900"/>
            </a:xfrm>
            <a:custGeom>
              <a:avLst/>
              <a:gdLst>
                <a:gd name="connsiteX0" fmla="*/ 0 w 1923143"/>
                <a:gd name="connsiteY0" fmla="*/ 0 h 900"/>
                <a:gd name="connsiteX1" fmla="*/ 1923143 w 1923143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23143" h="900">
                  <a:moveTo>
                    <a:pt x="0" y="0"/>
                  </a:moveTo>
                  <a:lnTo>
                    <a:pt x="1923143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070D0E72-475F-17D9-8366-2494CABC071C}"/>
                </a:ext>
              </a:extLst>
            </p:cNvPr>
            <p:cNvSpPr/>
            <p:nvPr/>
          </p:nvSpPr>
          <p:spPr>
            <a:xfrm>
              <a:off x="2911876" y="3743990"/>
              <a:ext cx="1923143" cy="900"/>
            </a:xfrm>
            <a:custGeom>
              <a:avLst/>
              <a:gdLst>
                <a:gd name="connsiteX0" fmla="*/ 0 w 1923143"/>
                <a:gd name="connsiteY0" fmla="*/ 0 h 900"/>
                <a:gd name="connsiteX1" fmla="*/ 1923143 w 1923143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23143" h="900">
                  <a:moveTo>
                    <a:pt x="0" y="0"/>
                  </a:moveTo>
                  <a:lnTo>
                    <a:pt x="1923143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0" name="Freeform 369">
              <a:extLst>
                <a:ext uri="{FF2B5EF4-FFF2-40B4-BE49-F238E27FC236}">
                  <a16:creationId xmlns:a16="http://schemas.microsoft.com/office/drawing/2014/main" id="{2DE05C2B-8825-7A13-7DE2-0167ECABADCF}"/>
                </a:ext>
              </a:extLst>
            </p:cNvPr>
            <p:cNvSpPr/>
            <p:nvPr/>
          </p:nvSpPr>
          <p:spPr>
            <a:xfrm>
              <a:off x="2911876" y="3535624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789B1E13-0FE8-363A-FC7E-87D662377552}"/>
                </a:ext>
              </a:extLst>
            </p:cNvPr>
            <p:cNvSpPr/>
            <p:nvPr/>
          </p:nvSpPr>
          <p:spPr>
            <a:xfrm>
              <a:off x="2911876" y="4697376"/>
              <a:ext cx="17008" cy="900"/>
            </a:xfrm>
            <a:custGeom>
              <a:avLst/>
              <a:gdLst>
                <a:gd name="connsiteX0" fmla="*/ 0 w 17008"/>
                <a:gd name="connsiteY0" fmla="*/ 0 h 900"/>
                <a:gd name="connsiteX1" fmla="*/ 17008 w 1700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8" h="900">
                  <a:moveTo>
                    <a:pt x="0" y="0"/>
                  </a:moveTo>
                  <a:lnTo>
                    <a:pt x="17008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372C7EC0-2E2F-B999-9814-567447D1033C}"/>
                </a:ext>
              </a:extLst>
            </p:cNvPr>
            <p:cNvSpPr/>
            <p:nvPr/>
          </p:nvSpPr>
          <p:spPr>
            <a:xfrm>
              <a:off x="2911876" y="4459030"/>
              <a:ext cx="17008" cy="900"/>
            </a:xfrm>
            <a:custGeom>
              <a:avLst/>
              <a:gdLst>
                <a:gd name="connsiteX0" fmla="*/ 0 w 17008"/>
                <a:gd name="connsiteY0" fmla="*/ 0 h 900"/>
                <a:gd name="connsiteX1" fmla="*/ 17008 w 1700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8" h="900">
                  <a:moveTo>
                    <a:pt x="0" y="0"/>
                  </a:moveTo>
                  <a:lnTo>
                    <a:pt x="17008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3" name="Freeform 372">
              <a:extLst>
                <a:ext uri="{FF2B5EF4-FFF2-40B4-BE49-F238E27FC236}">
                  <a16:creationId xmlns:a16="http://schemas.microsoft.com/office/drawing/2014/main" id="{68D3F7A3-2AAD-EE3F-2D20-483AABDEBF87}"/>
                </a:ext>
              </a:extLst>
            </p:cNvPr>
            <p:cNvSpPr/>
            <p:nvPr/>
          </p:nvSpPr>
          <p:spPr>
            <a:xfrm>
              <a:off x="2911876" y="4220684"/>
              <a:ext cx="17008" cy="900"/>
            </a:xfrm>
            <a:custGeom>
              <a:avLst/>
              <a:gdLst>
                <a:gd name="connsiteX0" fmla="*/ 0 w 17008"/>
                <a:gd name="connsiteY0" fmla="*/ 0 h 900"/>
                <a:gd name="connsiteX1" fmla="*/ 17008 w 1700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8" h="900">
                  <a:moveTo>
                    <a:pt x="0" y="0"/>
                  </a:moveTo>
                  <a:lnTo>
                    <a:pt x="17008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392ED3B7-6B27-71DF-6041-1105B358922E}"/>
                </a:ext>
              </a:extLst>
            </p:cNvPr>
            <p:cNvSpPr/>
            <p:nvPr/>
          </p:nvSpPr>
          <p:spPr>
            <a:xfrm>
              <a:off x="2911876" y="3982337"/>
              <a:ext cx="17008" cy="900"/>
            </a:xfrm>
            <a:custGeom>
              <a:avLst/>
              <a:gdLst>
                <a:gd name="connsiteX0" fmla="*/ 0 w 17008"/>
                <a:gd name="connsiteY0" fmla="*/ 0 h 900"/>
                <a:gd name="connsiteX1" fmla="*/ 17008 w 1700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8" h="900">
                  <a:moveTo>
                    <a:pt x="0" y="0"/>
                  </a:moveTo>
                  <a:lnTo>
                    <a:pt x="17008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5426088D-FF99-E393-E120-3E774587C788}"/>
                </a:ext>
              </a:extLst>
            </p:cNvPr>
            <p:cNvSpPr/>
            <p:nvPr/>
          </p:nvSpPr>
          <p:spPr>
            <a:xfrm>
              <a:off x="2911876" y="3743990"/>
              <a:ext cx="17008" cy="900"/>
            </a:xfrm>
            <a:custGeom>
              <a:avLst/>
              <a:gdLst>
                <a:gd name="connsiteX0" fmla="*/ 0 w 17008"/>
                <a:gd name="connsiteY0" fmla="*/ 0 h 900"/>
                <a:gd name="connsiteX1" fmla="*/ 17008 w 1700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8" h="900">
                  <a:moveTo>
                    <a:pt x="0" y="0"/>
                  </a:moveTo>
                  <a:lnTo>
                    <a:pt x="17008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6" name="Freeform 375">
              <a:extLst>
                <a:ext uri="{FF2B5EF4-FFF2-40B4-BE49-F238E27FC236}">
                  <a16:creationId xmlns:a16="http://schemas.microsoft.com/office/drawing/2014/main" id="{50A6B424-4CFF-F660-D81C-C1F3FB0C1081}"/>
                </a:ext>
              </a:extLst>
            </p:cNvPr>
            <p:cNvSpPr/>
            <p:nvPr/>
          </p:nvSpPr>
          <p:spPr>
            <a:xfrm>
              <a:off x="2841852" y="4669180"/>
              <a:ext cx="37624" cy="56475"/>
            </a:xfrm>
            <a:custGeom>
              <a:avLst/>
              <a:gdLst>
                <a:gd name="connsiteX0" fmla="*/ 18812 w 37624"/>
                <a:gd name="connsiteY0" fmla="*/ 5832 h 56475"/>
                <a:gd name="connsiteX1" fmla="*/ 10245 w 37624"/>
                <a:gd name="connsiteY1" fmla="*/ 11448 h 56475"/>
                <a:gd name="connsiteX2" fmla="*/ 7401 w 37624"/>
                <a:gd name="connsiteY2" fmla="*/ 28251 h 56475"/>
                <a:gd name="connsiteX3" fmla="*/ 10245 w 37624"/>
                <a:gd name="connsiteY3" fmla="*/ 45063 h 56475"/>
                <a:gd name="connsiteX4" fmla="*/ 18812 w 37624"/>
                <a:gd name="connsiteY4" fmla="*/ 50634 h 56475"/>
                <a:gd name="connsiteX5" fmla="*/ 27380 w 37624"/>
                <a:gd name="connsiteY5" fmla="*/ 45063 h 56475"/>
                <a:gd name="connsiteX6" fmla="*/ 30260 w 37624"/>
                <a:gd name="connsiteY6" fmla="*/ 28251 h 56475"/>
                <a:gd name="connsiteX7" fmla="*/ 27380 w 37624"/>
                <a:gd name="connsiteY7" fmla="*/ 11448 h 56475"/>
                <a:gd name="connsiteX8" fmla="*/ 18812 w 37624"/>
                <a:gd name="connsiteY8" fmla="*/ 5832 h 56475"/>
                <a:gd name="connsiteX9" fmla="*/ 18812 w 37624"/>
                <a:gd name="connsiteY9" fmla="*/ 0 h 56475"/>
                <a:gd name="connsiteX10" fmla="*/ 32775 w 37624"/>
                <a:gd name="connsiteY10" fmla="*/ 7254 h 56475"/>
                <a:gd name="connsiteX11" fmla="*/ 37625 w 37624"/>
                <a:gd name="connsiteY11" fmla="*/ 28251 h 56475"/>
                <a:gd name="connsiteX12" fmla="*/ 32775 w 37624"/>
                <a:gd name="connsiteY12" fmla="*/ 49257 h 56475"/>
                <a:gd name="connsiteX13" fmla="*/ 18812 w 37624"/>
                <a:gd name="connsiteY13" fmla="*/ 56475 h 56475"/>
                <a:gd name="connsiteX14" fmla="*/ 4812 w 37624"/>
                <a:gd name="connsiteY14" fmla="*/ 49257 h 56475"/>
                <a:gd name="connsiteX15" fmla="*/ 0 w 37624"/>
                <a:gd name="connsiteY15" fmla="*/ 28251 h 56475"/>
                <a:gd name="connsiteX16" fmla="*/ 4812 w 37624"/>
                <a:gd name="connsiteY16" fmla="*/ 7254 h 56475"/>
                <a:gd name="connsiteX17" fmla="*/ 18812 w 37624"/>
                <a:gd name="connsiteY17" fmla="*/ 0 h 56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75">
                  <a:moveTo>
                    <a:pt x="18812" y="5832"/>
                  </a:moveTo>
                  <a:cubicBezTo>
                    <a:pt x="15020" y="5832"/>
                    <a:pt x="12164" y="7704"/>
                    <a:pt x="10245" y="11448"/>
                  </a:cubicBezTo>
                  <a:cubicBezTo>
                    <a:pt x="8348" y="15165"/>
                    <a:pt x="7401" y="20772"/>
                    <a:pt x="7401" y="28251"/>
                  </a:cubicBezTo>
                  <a:cubicBezTo>
                    <a:pt x="7401" y="35712"/>
                    <a:pt x="8348" y="41319"/>
                    <a:pt x="10245" y="45063"/>
                  </a:cubicBezTo>
                  <a:cubicBezTo>
                    <a:pt x="12164" y="48780"/>
                    <a:pt x="15020" y="50634"/>
                    <a:pt x="18812" y="50634"/>
                  </a:cubicBezTo>
                  <a:cubicBezTo>
                    <a:pt x="22628" y="50634"/>
                    <a:pt x="25484" y="48780"/>
                    <a:pt x="27380" y="45063"/>
                  </a:cubicBezTo>
                  <a:cubicBezTo>
                    <a:pt x="29300" y="41319"/>
                    <a:pt x="30260" y="35712"/>
                    <a:pt x="30260" y="28251"/>
                  </a:cubicBezTo>
                  <a:cubicBezTo>
                    <a:pt x="30260" y="20772"/>
                    <a:pt x="29300" y="15165"/>
                    <a:pt x="27380" y="11448"/>
                  </a:cubicBezTo>
                  <a:cubicBezTo>
                    <a:pt x="25484" y="7704"/>
                    <a:pt x="22628" y="5832"/>
                    <a:pt x="18812" y="5832"/>
                  </a:cubicBezTo>
                  <a:moveTo>
                    <a:pt x="18812" y="0"/>
                  </a:moveTo>
                  <a:cubicBezTo>
                    <a:pt x="24913" y="0"/>
                    <a:pt x="29567" y="2421"/>
                    <a:pt x="32775" y="7254"/>
                  </a:cubicBezTo>
                  <a:cubicBezTo>
                    <a:pt x="36008" y="12069"/>
                    <a:pt x="37625" y="19062"/>
                    <a:pt x="37625" y="28251"/>
                  </a:cubicBezTo>
                  <a:cubicBezTo>
                    <a:pt x="37625" y="37413"/>
                    <a:pt x="36008" y="44415"/>
                    <a:pt x="32775" y="49257"/>
                  </a:cubicBezTo>
                  <a:cubicBezTo>
                    <a:pt x="29567" y="54072"/>
                    <a:pt x="24913" y="56475"/>
                    <a:pt x="18812" y="56475"/>
                  </a:cubicBezTo>
                  <a:cubicBezTo>
                    <a:pt x="12712" y="56475"/>
                    <a:pt x="8045" y="54072"/>
                    <a:pt x="4812" y="49257"/>
                  </a:cubicBezTo>
                  <a:cubicBezTo>
                    <a:pt x="1604" y="44415"/>
                    <a:pt x="0" y="37413"/>
                    <a:pt x="0" y="28251"/>
                  </a:cubicBezTo>
                  <a:cubicBezTo>
                    <a:pt x="0" y="19062"/>
                    <a:pt x="1604" y="12069"/>
                    <a:pt x="4812" y="7254"/>
                  </a:cubicBezTo>
                  <a:cubicBezTo>
                    <a:pt x="8045" y="2421"/>
                    <a:pt x="12712" y="0"/>
                    <a:pt x="18812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7" name="Freeform 376">
              <a:extLst>
                <a:ext uri="{FF2B5EF4-FFF2-40B4-BE49-F238E27FC236}">
                  <a16:creationId xmlns:a16="http://schemas.microsoft.com/office/drawing/2014/main" id="{E41621C5-EC2F-155B-75CD-C7D91A109EF6}"/>
                </a:ext>
              </a:extLst>
            </p:cNvPr>
            <p:cNvSpPr/>
            <p:nvPr/>
          </p:nvSpPr>
          <p:spPr>
            <a:xfrm>
              <a:off x="2844913" y="4430833"/>
              <a:ext cx="34562" cy="55412"/>
            </a:xfrm>
            <a:custGeom>
              <a:avLst/>
              <a:gdLst>
                <a:gd name="connsiteX0" fmla="*/ 8860 w 34562"/>
                <a:gd name="connsiteY0" fmla="*/ 49221 h 55412"/>
                <a:gd name="connsiteX1" fmla="*/ 34563 w 34562"/>
                <a:gd name="connsiteY1" fmla="*/ 49221 h 55412"/>
                <a:gd name="connsiteX2" fmla="*/ 34563 w 34562"/>
                <a:gd name="connsiteY2" fmla="*/ 55413 h 55412"/>
                <a:gd name="connsiteX3" fmla="*/ 0 w 34562"/>
                <a:gd name="connsiteY3" fmla="*/ 55413 h 55412"/>
                <a:gd name="connsiteX4" fmla="*/ 0 w 34562"/>
                <a:gd name="connsiteY4" fmla="*/ 49221 h 55412"/>
                <a:gd name="connsiteX5" fmla="*/ 11412 w 34562"/>
                <a:gd name="connsiteY5" fmla="*/ 37584 h 55412"/>
                <a:gd name="connsiteX6" fmla="*/ 20526 w 34562"/>
                <a:gd name="connsiteY6" fmla="*/ 28143 h 55412"/>
                <a:gd name="connsiteX7" fmla="*/ 25448 w 34562"/>
                <a:gd name="connsiteY7" fmla="*/ 21438 h 55412"/>
                <a:gd name="connsiteX8" fmla="*/ 26870 w 34562"/>
                <a:gd name="connsiteY8" fmla="*/ 16002 h 55412"/>
                <a:gd name="connsiteX9" fmla="*/ 23808 w 34562"/>
                <a:gd name="connsiteY9" fmla="*/ 8928 h 55412"/>
                <a:gd name="connsiteX10" fmla="*/ 15896 w 34562"/>
                <a:gd name="connsiteY10" fmla="*/ 6192 h 55412"/>
                <a:gd name="connsiteX11" fmla="*/ 8568 w 34562"/>
                <a:gd name="connsiteY11" fmla="*/ 7398 h 55412"/>
                <a:gd name="connsiteX12" fmla="*/ 365 w 34562"/>
                <a:gd name="connsiteY12" fmla="*/ 11043 h 55412"/>
                <a:gd name="connsiteX13" fmla="*/ 365 w 34562"/>
                <a:gd name="connsiteY13" fmla="*/ 3609 h 55412"/>
                <a:gd name="connsiteX14" fmla="*/ 8678 w 34562"/>
                <a:gd name="connsiteY14" fmla="*/ 909 h 55412"/>
                <a:gd name="connsiteX15" fmla="*/ 15750 w 34562"/>
                <a:gd name="connsiteY15" fmla="*/ 0 h 55412"/>
                <a:gd name="connsiteX16" fmla="*/ 29240 w 34562"/>
                <a:gd name="connsiteY16" fmla="*/ 4230 h 55412"/>
                <a:gd name="connsiteX17" fmla="*/ 34271 w 34562"/>
                <a:gd name="connsiteY17" fmla="*/ 15525 h 55412"/>
                <a:gd name="connsiteX18" fmla="*/ 32995 w 34562"/>
                <a:gd name="connsiteY18" fmla="*/ 21906 h 55412"/>
                <a:gd name="connsiteX19" fmla="*/ 28437 w 34562"/>
                <a:gd name="connsiteY19" fmla="*/ 28980 h 55412"/>
                <a:gd name="connsiteX20" fmla="*/ 22641 w 34562"/>
                <a:gd name="connsiteY20" fmla="*/ 35109 h 55412"/>
                <a:gd name="connsiteX21" fmla="*/ 8860 w 34562"/>
                <a:gd name="connsiteY21" fmla="*/ 49221 h 55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4562" h="55412">
                  <a:moveTo>
                    <a:pt x="8860" y="49221"/>
                  </a:moveTo>
                  <a:lnTo>
                    <a:pt x="34563" y="49221"/>
                  </a:lnTo>
                  <a:lnTo>
                    <a:pt x="34563" y="55413"/>
                  </a:lnTo>
                  <a:lnTo>
                    <a:pt x="0" y="55413"/>
                  </a:lnTo>
                  <a:lnTo>
                    <a:pt x="0" y="49221"/>
                  </a:lnTo>
                  <a:cubicBezTo>
                    <a:pt x="2795" y="46323"/>
                    <a:pt x="6600" y="42444"/>
                    <a:pt x="11412" y="37584"/>
                  </a:cubicBezTo>
                  <a:cubicBezTo>
                    <a:pt x="16249" y="32697"/>
                    <a:pt x="19287" y="29556"/>
                    <a:pt x="20526" y="28143"/>
                  </a:cubicBezTo>
                  <a:cubicBezTo>
                    <a:pt x="22883" y="25497"/>
                    <a:pt x="24524" y="23265"/>
                    <a:pt x="25448" y="21438"/>
                  </a:cubicBezTo>
                  <a:cubicBezTo>
                    <a:pt x="26396" y="19593"/>
                    <a:pt x="26870" y="17775"/>
                    <a:pt x="26870" y="16002"/>
                  </a:cubicBezTo>
                  <a:cubicBezTo>
                    <a:pt x="26870" y="13113"/>
                    <a:pt x="25850" y="10755"/>
                    <a:pt x="23808" y="8928"/>
                  </a:cubicBezTo>
                  <a:cubicBezTo>
                    <a:pt x="21791" y="7101"/>
                    <a:pt x="19153" y="6192"/>
                    <a:pt x="15896" y="6192"/>
                  </a:cubicBezTo>
                  <a:cubicBezTo>
                    <a:pt x="13587" y="6192"/>
                    <a:pt x="11145" y="6597"/>
                    <a:pt x="8568" y="7398"/>
                  </a:cubicBezTo>
                  <a:cubicBezTo>
                    <a:pt x="6016" y="8199"/>
                    <a:pt x="3282" y="9414"/>
                    <a:pt x="365" y="11043"/>
                  </a:cubicBezTo>
                  <a:lnTo>
                    <a:pt x="365" y="3609"/>
                  </a:lnTo>
                  <a:cubicBezTo>
                    <a:pt x="3331" y="2412"/>
                    <a:pt x="6101" y="1512"/>
                    <a:pt x="8678" y="909"/>
                  </a:cubicBezTo>
                  <a:cubicBezTo>
                    <a:pt x="11254" y="306"/>
                    <a:pt x="13612" y="0"/>
                    <a:pt x="15750" y="0"/>
                  </a:cubicBezTo>
                  <a:cubicBezTo>
                    <a:pt x="21389" y="0"/>
                    <a:pt x="25886" y="1413"/>
                    <a:pt x="29240" y="4230"/>
                  </a:cubicBezTo>
                  <a:cubicBezTo>
                    <a:pt x="32594" y="7047"/>
                    <a:pt x="34271" y="10818"/>
                    <a:pt x="34271" y="15525"/>
                  </a:cubicBezTo>
                  <a:cubicBezTo>
                    <a:pt x="34271" y="17766"/>
                    <a:pt x="33845" y="19890"/>
                    <a:pt x="32995" y="21906"/>
                  </a:cubicBezTo>
                  <a:cubicBezTo>
                    <a:pt x="32169" y="23904"/>
                    <a:pt x="30649" y="26262"/>
                    <a:pt x="28437" y="28980"/>
                  </a:cubicBezTo>
                  <a:cubicBezTo>
                    <a:pt x="27830" y="29691"/>
                    <a:pt x="25898" y="31734"/>
                    <a:pt x="22641" y="35109"/>
                  </a:cubicBezTo>
                  <a:cubicBezTo>
                    <a:pt x="19384" y="38466"/>
                    <a:pt x="14790" y="43164"/>
                    <a:pt x="8860" y="49221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8" name="Freeform 377">
              <a:extLst>
                <a:ext uri="{FF2B5EF4-FFF2-40B4-BE49-F238E27FC236}">
                  <a16:creationId xmlns:a16="http://schemas.microsoft.com/office/drawing/2014/main" id="{76F6227B-3851-D169-373D-2C132BBC0ADE}"/>
                </a:ext>
              </a:extLst>
            </p:cNvPr>
            <p:cNvSpPr/>
            <p:nvPr/>
          </p:nvSpPr>
          <p:spPr>
            <a:xfrm>
              <a:off x="2839810" y="4193468"/>
              <a:ext cx="39666" cy="54431"/>
            </a:xfrm>
            <a:custGeom>
              <a:avLst/>
              <a:gdLst>
                <a:gd name="connsiteX0" fmla="*/ 24573 w 39666"/>
                <a:gd name="connsiteY0" fmla="*/ 6416 h 54431"/>
                <a:gd name="connsiteX1" fmla="*/ 5980 w 39666"/>
                <a:gd name="connsiteY1" fmla="*/ 35473 h 54431"/>
                <a:gd name="connsiteX2" fmla="*/ 24573 w 39666"/>
                <a:gd name="connsiteY2" fmla="*/ 35473 h 54431"/>
                <a:gd name="connsiteX3" fmla="*/ 24573 w 39666"/>
                <a:gd name="connsiteY3" fmla="*/ 6416 h 54431"/>
                <a:gd name="connsiteX4" fmla="*/ 22640 w 39666"/>
                <a:gd name="connsiteY4" fmla="*/ 0 h 54431"/>
                <a:gd name="connsiteX5" fmla="*/ 31901 w 39666"/>
                <a:gd name="connsiteY5" fmla="*/ 0 h 54431"/>
                <a:gd name="connsiteX6" fmla="*/ 31901 w 39666"/>
                <a:gd name="connsiteY6" fmla="*/ 35473 h 54431"/>
                <a:gd name="connsiteX7" fmla="*/ 39667 w 39666"/>
                <a:gd name="connsiteY7" fmla="*/ 35473 h 54431"/>
                <a:gd name="connsiteX8" fmla="*/ 39667 w 39666"/>
                <a:gd name="connsiteY8" fmla="*/ 41599 h 54431"/>
                <a:gd name="connsiteX9" fmla="*/ 31901 w 39666"/>
                <a:gd name="connsiteY9" fmla="*/ 41599 h 54431"/>
                <a:gd name="connsiteX10" fmla="*/ 31901 w 39666"/>
                <a:gd name="connsiteY10" fmla="*/ 54432 h 54431"/>
                <a:gd name="connsiteX11" fmla="*/ 24573 w 39666"/>
                <a:gd name="connsiteY11" fmla="*/ 54432 h 54431"/>
                <a:gd name="connsiteX12" fmla="*/ 24573 w 39666"/>
                <a:gd name="connsiteY12" fmla="*/ 41599 h 54431"/>
                <a:gd name="connsiteX13" fmla="*/ 0 w 39666"/>
                <a:gd name="connsiteY13" fmla="*/ 41599 h 54431"/>
                <a:gd name="connsiteX14" fmla="*/ 0 w 39666"/>
                <a:gd name="connsiteY14" fmla="*/ 34489 h 54431"/>
                <a:gd name="connsiteX15" fmla="*/ 22640 w 39666"/>
                <a:gd name="connsiteY15" fmla="*/ 0 h 54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9666" h="54431">
                  <a:moveTo>
                    <a:pt x="24573" y="6416"/>
                  </a:moveTo>
                  <a:lnTo>
                    <a:pt x="5980" y="35473"/>
                  </a:lnTo>
                  <a:lnTo>
                    <a:pt x="24573" y="35473"/>
                  </a:lnTo>
                  <a:lnTo>
                    <a:pt x="24573" y="6416"/>
                  </a:lnTo>
                  <a:moveTo>
                    <a:pt x="22640" y="0"/>
                  </a:moveTo>
                  <a:lnTo>
                    <a:pt x="31901" y="0"/>
                  </a:lnTo>
                  <a:lnTo>
                    <a:pt x="31901" y="35473"/>
                  </a:lnTo>
                  <a:lnTo>
                    <a:pt x="39667" y="35473"/>
                  </a:lnTo>
                  <a:lnTo>
                    <a:pt x="39667" y="41599"/>
                  </a:lnTo>
                  <a:lnTo>
                    <a:pt x="31901" y="41599"/>
                  </a:lnTo>
                  <a:lnTo>
                    <a:pt x="31901" y="54432"/>
                  </a:lnTo>
                  <a:lnTo>
                    <a:pt x="24573" y="54432"/>
                  </a:lnTo>
                  <a:lnTo>
                    <a:pt x="24573" y="41599"/>
                  </a:lnTo>
                  <a:lnTo>
                    <a:pt x="0" y="41599"/>
                  </a:lnTo>
                  <a:lnTo>
                    <a:pt x="0" y="34489"/>
                  </a:lnTo>
                  <a:lnTo>
                    <a:pt x="2264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9" name="Freeform 378">
              <a:extLst>
                <a:ext uri="{FF2B5EF4-FFF2-40B4-BE49-F238E27FC236}">
                  <a16:creationId xmlns:a16="http://schemas.microsoft.com/office/drawing/2014/main" id="{FB86CB86-01A8-4DEA-E039-FB95C630D05E}"/>
                </a:ext>
              </a:extLst>
            </p:cNvPr>
            <p:cNvSpPr/>
            <p:nvPr/>
          </p:nvSpPr>
          <p:spPr>
            <a:xfrm>
              <a:off x="2841888" y="3954137"/>
              <a:ext cx="37588" cy="56474"/>
            </a:xfrm>
            <a:custGeom>
              <a:avLst/>
              <a:gdLst>
                <a:gd name="connsiteX0" fmla="*/ 19432 w 37588"/>
                <a:gd name="connsiteY0" fmla="*/ 25266 h 56474"/>
                <a:gd name="connsiteX1" fmla="*/ 11558 w 37588"/>
                <a:gd name="connsiteY1" fmla="*/ 28656 h 56474"/>
                <a:gd name="connsiteX2" fmla="*/ 8677 w 37588"/>
                <a:gd name="connsiteY2" fmla="*/ 37953 h 56474"/>
                <a:gd name="connsiteX3" fmla="*/ 11558 w 37588"/>
                <a:gd name="connsiteY3" fmla="*/ 47250 h 56474"/>
                <a:gd name="connsiteX4" fmla="*/ 19432 w 37588"/>
                <a:gd name="connsiteY4" fmla="*/ 50640 h 56474"/>
                <a:gd name="connsiteX5" fmla="*/ 27271 w 37588"/>
                <a:gd name="connsiteY5" fmla="*/ 47250 h 56474"/>
                <a:gd name="connsiteX6" fmla="*/ 30188 w 37588"/>
                <a:gd name="connsiteY6" fmla="*/ 37953 h 56474"/>
                <a:gd name="connsiteX7" fmla="*/ 27271 w 37588"/>
                <a:gd name="connsiteY7" fmla="*/ 28656 h 56474"/>
                <a:gd name="connsiteX8" fmla="*/ 19432 w 37588"/>
                <a:gd name="connsiteY8" fmla="*/ 25266 h 56474"/>
                <a:gd name="connsiteX9" fmla="*/ 34052 w 37588"/>
                <a:gd name="connsiteY9" fmla="*/ 2188 h 56474"/>
                <a:gd name="connsiteX10" fmla="*/ 34052 w 37588"/>
                <a:gd name="connsiteY10" fmla="*/ 8896 h 56474"/>
                <a:gd name="connsiteX11" fmla="*/ 28437 w 37588"/>
                <a:gd name="connsiteY11" fmla="*/ 6890 h 56474"/>
                <a:gd name="connsiteX12" fmla="*/ 22859 w 37588"/>
                <a:gd name="connsiteY12" fmla="*/ 6198 h 56474"/>
                <a:gd name="connsiteX13" fmla="*/ 11704 w 37588"/>
                <a:gd name="connsiteY13" fmla="*/ 11119 h 56474"/>
                <a:gd name="connsiteX14" fmla="*/ 7328 w 37588"/>
                <a:gd name="connsiteY14" fmla="*/ 25995 h 56474"/>
                <a:gd name="connsiteX15" fmla="*/ 12724 w 37588"/>
                <a:gd name="connsiteY15" fmla="*/ 21145 h 56474"/>
                <a:gd name="connsiteX16" fmla="*/ 19870 w 37588"/>
                <a:gd name="connsiteY16" fmla="*/ 19432 h 56474"/>
                <a:gd name="connsiteX17" fmla="*/ 32812 w 37588"/>
                <a:gd name="connsiteY17" fmla="*/ 24427 h 56474"/>
                <a:gd name="connsiteX18" fmla="*/ 37589 w 37588"/>
                <a:gd name="connsiteY18" fmla="*/ 37953 h 56474"/>
                <a:gd name="connsiteX19" fmla="*/ 32630 w 37588"/>
                <a:gd name="connsiteY19" fmla="*/ 51406 h 56474"/>
                <a:gd name="connsiteX20" fmla="*/ 19432 w 37588"/>
                <a:gd name="connsiteY20" fmla="*/ 56474 h 56474"/>
                <a:gd name="connsiteX21" fmla="*/ 4995 w 37588"/>
                <a:gd name="connsiteY21" fmla="*/ 49255 h 56474"/>
                <a:gd name="connsiteX22" fmla="*/ 0 w 37588"/>
                <a:gd name="connsiteY22" fmla="*/ 28256 h 56474"/>
                <a:gd name="connsiteX23" fmla="*/ 6125 w 37588"/>
                <a:gd name="connsiteY23" fmla="*/ 7692 h 56474"/>
                <a:gd name="connsiteX24" fmla="*/ 22567 w 37588"/>
                <a:gd name="connsiteY24" fmla="*/ 0 h 56474"/>
                <a:gd name="connsiteX25" fmla="*/ 28146 w 37588"/>
                <a:gd name="connsiteY25" fmla="*/ 547 h 56474"/>
                <a:gd name="connsiteX26" fmla="*/ 34052 w 37588"/>
                <a:gd name="connsiteY26" fmla="*/ 2188 h 56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7588" h="56474">
                  <a:moveTo>
                    <a:pt x="19432" y="25266"/>
                  </a:moveTo>
                  <a:cubicBezTo>
                    <a:pt x="16126" y="25266"/>
                    <a:pt x="13502" y="26396"/>
                    <a:pt x="11558" y="28656"/>
                  </a:cubicBezTo>
                  <a:cubicBezTo>
                    <a:pt x="9637" y="30917"/>
                    <a:pt x="8677" y="34015"/>
                    <a:pt x="8677" y="37953"/>
                  </a:cubicBezTo>
                  <a:cubicBezTo>
                    <a:pt x="8677" y="41866"/>
                    <a:pt x="9637" y="44965"/>
                    <a:pt x="11558" y="47250"/>
                  </a:cubicBezTo>
                  <a:cubicBezTo>
                    <a:pt x="13502" y="49510"/>
                    <a:pt x="16126" y="50640"/>
                    <a:pt x="19432" y="50640"/>
                  </a:cubicBezTo>
                  <a:cubicBezTo>
                    <a:pt x="22738" y="50640"/>
                    <a:pt x="25351" y="49510"/>
                    <a:pt x="27271" y="47250"/>
                  </a:cubicBezTo>
                  <a:cubicBezTo>
                    <a:pt x="29216" y="44965"/>
                    <a:pt x="30188" y="41866"/>
                    <a:pt x="30188" y="37953"/>
                  </a:cubicBezTo>
                  <a:cubicBezTo>
                    <a:pt x="30188" y="34015"/>
                    <a:pt x="29216" y="30917"/>
                    <a:pt x="27271" y="28656"/>
                  </a:cubicBezTo>
                  <a:cubicBezTo>
                    <a:pt x="25351" y="26396"/>
                    <a:pt x="22738" y="25266"/>
                    <a:pt x="19432" y="25266"/>
                  </a:cubicBezTo>
                  <a:moveTo>
                    <a:pt x="34052" y="2188"/>
                  </a:moveTo>
                  <a:lnTo>
                    <a:pt x="34052" y="8896"/>
                  </a:lnTo>
                  <a:cubicBezTo>
                    <a:pt x="32205" y="8021"/>
                    <a:pt x="30334" y="7352"/>
                    <a:pt x="28437" y="6890"/>
                  </a:cubicBezTo>
                  <a:cubicBezTo>
                    <a:pt x="26566" y="6429"/>
                    <a:pt x="24707" y="6198"/>
                    <a:pt x="22859" y="6198"/>
                  </a:cubicBezTo>
                  <a:cubicBezTo>
                    <a:pt x="17998" y="6198"/>
                    <a:pt x="14280" y="7839"/>
                    <a:pt x="11704" y="11119"/>
                  </a:cubicBezTo>
                  <a:cubicBezTo>
                    <a:pt x="9151" y="14401"/>
                    <a:pt x="7692" y="19359"/>
                    <a:pt x="7328" y="25995"/>
                  </a:cubicBezTo>
                  <a:cubicBezTo>
                    <a:pt x="8762" y="23881"/>
                    <a:pt x="10562" y="22264"/>
                    <a:pt x="12724" y="21145"/>
                  </a:cubicBezTo>
                  <a:cubicBezTo>
                    <a:pt x="14887" y="20003"/>
                    <a:pt x="17269" y="19432"/>
                    <a:pt x="19870" y="19432"/>
                  </a:cubicBezTo>
                  <a:cubicBezTo>
                    <a:pt x="25339" y="19432"/>
                    <a:pt x="29652" y="21097"/>
                    <a:pt x="32812" y="24427"/>
                  </a:cubicBezTo>
                  <a:cubicBezTo>
                    <a:pt x="35996" y="27733"/>
                    <a:pt x="37589" y="32241"/>
                    <a:pt x="37589" y="37953"/>
                  </a:cubicBezTo>
                  <a:cubicBezTo>
                    <a:pt x="37589" y="43543"/>
                    <a:pt x="35936" y="48028"/>
                    <a:pt x="32630" y="51406"/>
                  </a:cubicBezTo>
                  <a:cubicBezTo>
                    <a:pt x="29325" y="54785"/>
                    <a:pt x="24925" y="56474"/>
                    <a:pt x="19432" y="56474"/>
                  </a:cubicBezTo>
                  <a:cubicBezTo>
                    <a:pt x="13137" y="56474"/>
                    <a:pt x="8325" y="54068"/>
                    <a:pt x="4995" y="49255"/>
                  </a:cubicBezTo>
                  <a:cubicBezTo>
                    <a:pt x="1665" y="44418"/>
                    <a:pt x="0" y="37418"/>
                    <a:pt x="0" y="28256"/>
                  </a:cubicBezTo>
                  <a:cubicBezTo>
                    <a:pt x="0" y="19651"/>
                    <a:pt x="2042" y="12796"/>
                    <a:pt x="6125" y="7692"/>
                  </a:cubicBezTo>
                  <a:cubicBezTo>
                    <a:pt x="10209" y="2564"/>
                    <a:pt x="15689" y="0"/>
                    <a:pt x="22567" y="0"/>
                  </a:cubicBezTo>
                  <a:cubicBezTo>
                    <a:pt x="24415" y="0"/>
                    <a:pt x="26275" y="183"/>
                    <a:pt x="28146" y="547"/>
                  </a:cubicBezTo>
                  <a:cubicBezTo>
                    <a:pt x="30042" y="912"/>
                    <a:pt x="32010" y="1458"/>
                    <a:pt x="34052" y="2188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0" name="Freeform 379">
              <a:extLst>
                <a:ext uri="{FF2B5EF4-FFF2-40B4-BE49-F238E27FC236}">
                  <a16:creationId xmlns:a16="http://schemas.microsoft.com/office/drawing/2014/main" id="{4B55246D-63C9-E164-67CC-9F9FE2758176}"/>
                </a:ext>
              </a:extLst>
            </p:cNvPr>
            <p:cNvSpPr/>
            <p:nvPr/>
          </p:nvSpPr>
          <p:spPr>
            <a:xfrm>
              <a:off x="2842143" y="3715790"/>
              <a:ext cx="37332" cy="56474"/>
            </a:xfrm>
            <a:custGeom>
              <a:avLst/>
              <a:gdLst>
                <a:gd name="connsiteX0" fmla="*/ 18666 w 37332"/>
                <a:gd name="connsiteY0" fmla="*/ 29568 h 56474"/>
                <a:gd name="connsiteX1" fmla="*/ 10390 w 37332"/>
                <a:gd name="connsiteY1" fmla="*/ 32375 h 56474"/>
                <a:gd name="connsiteX2" fmla="*/ 7401 w 37332"/>
                <a:gd name="connsiteY2" fmla="*/ 40104 h 56474"/>
                <a:gd name="connsiteX3" fmla="*/ 10390 w 37332"/>
                <a:gd name="connsiteY3" fmla="*/ 47833 h 56474"/>
                <a:gd name="connsiteX4" fmla="*/ 18666 w 37332"/>
                <a:gd name="connsiteY4" fmla="*/ 50640 h 56474"/>
                <a:gd name="connsiteX5" fmla="*/ 26942 w 37332"/>
                <a:gd name="connsiteY5" fmla="*/ 47833 h 56474"/>
                <a:gd name="connsiteX6" fmla="*/ 29968 w 37332"/>
                <a:gd name="connsiteY6" fmla="*/ 40104 h 56474"/>
                <a:gd name="connsiteX7" fmla="*/ 26942 w 37332"/>
                <a:gd name="connsiteY7" fmla="*/ 32375 h 56474"/>
                <a:gd name="connsiteX8" fmla="*/ 18666 w 37332"/>
                <a:gd name="connsiteY8" fmla="*/ 29568 h 56474"/>
                <a:gd name="connsiteX9" fmla="*/ 11302 w 37332"/>
                <a:gd name="connsiteY9" fmla="*/ 26432 h 56474"/>
                <a:gd name="connsiteX10" fmla="*/ 3901 w 37332"/>
                <a:gd name="connsiteY10" fmla="*/ 22021 h 56474"/>
                <a:gd name="connsiteX11" fmla="*/ 1276 w 37332"/>
                <a:gd name="connsiteY11" fmla="*/ 14109 h 56474"/>
                <a:gd name="connsiteX12" fmla="*/ 5906 w 37332"/>
                <a:gd name="connsiteY12" fmla="*/ 3792 h 56474"/>
                <a:gd name="connsiteX13" fmla="*/ 18666 w 37332"/>
                <a:gd name="connsiteY13" fmla="*/ 0 h 56474"/>
                <a:gd name="connsiteX14" fmla="*/ 31427 w 37332"/>
                <a:gd name="connsiteY14" fmla="*/ 3792 h 56474"/>
                <a:gd name="connsiteX15" fmla="*/ 36057 w 37332"/>
                <a:gd name="connsiteY15" fmla="*/ 14109 h 56474"/>
                <a:gd name="connsiteX16" fmla="*/ 33395 w 37332"/>
                <a:gd name="connsiteY16" fmla="*/ 22021 h 56474"/>
                <a:gd name="connsiteX17" fmla="*/ 26068 w 37332"/>
                <a:gd name="connsiteY17" fmla="*/ 26432 h 56474"/>
                <a:gd name="connsiteX18" fmla="*/ 34343 w 37332"/>
                <a:gd name="connsiteY18" fmla="*/ 31281 h 56474"/>
                <a:gd name="connsiteX19" fmla="*/ 37333 w 37332"/>
                <a:gd name="connsiteY19" fmla="*/ 40104 h 56474"/>
                <a:gd name="connsiteX20" fmla="*/ 32484 w 37332"/>
                <a:gd name="connsiteY20" fmla="*/ 52245 h 56474"/>
                <a:gd name="connsiteX21" fmla="*/ 18666 w 37332"/>
                <a:gd name="connsiteY21" fmla="*/ 56474 h 56474"/>
                <a:gd name="connsiteX22" fmla="*/ 4812 w 37332"/>
                <a:gd name="connsiteY22" fmla="*/ 52245 h 56474"/>
                <a:gd name="connsiteX23" fmla="*/ 0 w 37332"/>
                <a:gd name="connsiteY23" fmla="*/ 40104 h 56474"/>
                <a:gd name="connsiteX24" fmla="*/ 2989 w 37332"/>
                <a:gd name="connsiteY24" fmla="*/ 31281 h 56474"/>
                <a:gd name="connsiteX25" fmla="*/ 11302 w 37332"/>
                <a:gd name="connsiteY25" fmla="*/ 26432 h 56474"/>
                <a:gd name="connsiteX26" fmla="*/ 8604 w 37332"/>
                <a:gd name="connsiteY26" fmla="*/ 14802 h 56474"/>
                <a:gd name="connsiteX27" fmla="*/ 11229 w 37332"/>
                <a:gd name="connsiteY27" fmla="*/ 21401 h 56474"/>
                <a:gd name="connsiteX28" fmla="*/ 18666 w 37332"/>
                <a:gd name="connsiteY28" fmla="*/ 23771 h 56474"/>
                <a:gd name="connsiteX29" fmla="*/ 26068 w 37332"/>
                <a:gd name="connsiteY29" fmla="*/ 21401 h 56474"/>
                <a:gd name="connsiteX30" fmla="*/ 28765 w 37332"/>
                <a:gd name="connsiteY30" fmla="*/ 14802 h 56474"/>
                <a:gd name="connsiteX31" fmla="*/ 26068 w 37332"/>
                <a:gd name="connsiteY31" fmla="*/ 8204 h 56474"/>
                <a:gd name="connsiteX32" fmla="*/ 18666 w 37332"/>
                <a:gd name="connsiteY32" fmla="*/ 5834 h 56474"/>
                <a:gd name="connsiteX33" fmla="*/ 11229 w 37332"/>
                <a:gd name="connsiteY33" fmla="*/ 8204 h 56474"/>
                <a:gd name="connsiteX34" fmla="*/ 8604 w 37332"/>
                <a:gd name="connsiteY34" fmla="*/ 14802 h 56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37332" h="56474">
                  <a:moveTo>
                    <a:pt x="18666" y="29568"/>
                  </a:moveTo>
                  <a:cubicBezTo>
                    <a:pt x="15166" y="29568"/>
                    <a:pt x="12407" y="30504"/>
                    <a:pt x="10390" y="32375"/>
                  </a:cubicBezTo>
                  <a:cubicBezTo>
                    <a:pt x="8397" y="34246"/>
                    <a:pt x="7401" y="36823"/>
                    <a:pt x="7401" y="40104"/>
                  </a:cubicBezTo>
                  <a:cubicBezTo>
                    <a:pt x="7401" y="43385"/>
                    <a:pt x="8397" y="45962"/>
                    <a:pt x="10390" y="47833"/>
                  </a:cubicBezTo>
                  <a:cubicBezTo>
                    <a:pt x="12407" y="49704"/>
                    <a:pt x="15166" y="50640"/>
                    <a:pt x="18666" y="50640"/>
                  </a:cubicBezTo>
                  <a:cubicBezTo>
                    <a:pt x="22166" y="50640"/>
                    <a:pt x="24925" y="49704"/>
                    <a:pt x="26942" y="47833"/>
                  </a:cubicBezTo>
                  <a:cubicBezTo>
                    <a:pt x="28959" y="45937"/>
                    <a:pt x="29968" y="43361"/>
                    <a:pt x="29968" y="40104"/>
                  </a:cubicBezTo>
                  <a:cubicBezTo>
                    <a:pt x="29968" y="36823"/>
                    <a:pt x="28959" y="34246"/>
                    <a:pt x="26942" y="32375"/>
                  </a:cubicBezTo>
                  <a:cubicBezTo>
                    <a:pt x="24949" y="30504"/>
                    <a:pt x="22190" y="29568"/>
                    <a:pt x="18666" y="29568"/>
                  </a:cubicBezTo>
                  <a:moveTo>
                    <a:pt x="11302" y="26432"/>
                  </a:moveTo>
                  <a:cubicBezTo>
                    <a:pt x="8142" y="25655"/>
                    <a:pt x="5674" y="24184"/>
                    <a:pt x="3901" y="22021"/>
                  </a:cubicBezTo>
                  <a:cubicBezTo>
                    <a:pt x="2151" y="19858"/>
                    <a:pt x="1276" y="17221"/>
                    <a:pt x="1276" y="14109"/>
                  </a:cubicBezTo>
                  <a:cubicBezTo>
                    <a:pt x="1276" y="9759"/>
                    <a:pt x="2820" y="6320"/>
                    <a:pt x="5906" y="3792"/>
                  </a:cubicBezTo>
                  <a:cubicBezTo>
                    <a:pt x="9017" y="1264"/>
                    <a:pt x="13270" y="0"/>
                    <a:pt x="18666" y="0"/>
                  </a:cubicBezTo>
                  <a:cubicBezTo>
                    <a:pt x="24087" y="0"/>
                    <a:pt x="28340" y="1264"/>
                    <a:pt x="31427" y="3792"/>
                  </a:cubicBezTo>
                  <a:cubicBezTo>
                    <a:pt x="34513" y="6320"/>
                    <a:pt x="36057" y="9759"/>
                    <a:pt x="36057" y="14109"/>
                  </a:cubicBezTo>
                  <a:cubicBezTo>
                    <a:pt x="36057" y="17221"/>
                    <a:pt x="35169" y="19858"/>
                    <a:pt x="33395" y="22021"/>
                  </a:cubicBezTo>
                  <a:cubicBezTo>
                    <a:pt x="31645" y="24184"/>
                    <a:pt x="29202" y="25655"/>
                    <a:pt x="26068" y="26432"/>
                  </a:cubicBezTo>
                  <a:cubicBezTo>
                    <a:pt x="29616" y="27258"/>
                    <a:pt x="32375" y="28875"/>
                    <a:pt x="34343" y="31281"/>
                  </a:cubicBezTo>
                  <a:cubicBezTo>
                    <a:pt x="36337" y="33687"/>
                    <a:pt x="37333" y="36628"/>
                    <a:pt x="37333" y="40104"/>
                  </a:cubicBezTo>
                  <a:cubicBezTo>
                    <a:pt x="37333" y="45379"/>
                    <a:pt x="35716" y="49425"/>
                    <a:pt x="32484" y="52245"/>
                  </a:cubicBezTo>
                  <a:cubicBezTo>
                    <a:pt x="29275" y="55065"/>
                    <a:pt x="24670" y="56474"/>
                    <a:pt x="18666" y="56474"/>
                  </a:cubicBezTo>
                  <a:cubicBezTo>
                    <a:pt x="12663" y="56474"/>
                    <a:pt x="8045" y="55065"/>
                    <a:pt x="4812" y="52245"/>
                  </a:cubicBezTo>
                  <a:cubicBezTo>
                    <a:pt x="1604" y="49425"/>
                    <a:pt x="0" y="45379"/>
                    <a:pt x="0" y="40104"/>
                  </a:cubicBezTo>
                  <a:cubicBezTo>
                    <a:pt x="0" y="36628"/>
                    <a:pt x="996" y="33687"/>
                    <a:pt x="2989" y="31281"/>
                  </a:cubicBezTo>
                  <a:cubicBezTo>
                    <a:pt x="4982" y="28875"/>
                    <a:pt x="7753" y="27258"/>
                    <a:pt x="11302" y="26432"/>
                  </a:cubicBezTo>
                  <a:moveTo>
                    <a:pt x="8604" y="14802"/>
                  </a:moveTo>
                  <a:cubicBezTo>
                    <a:pt x="8604" y="17622"/>
                    <a:pt x="9479" y="19822"/>
                    <a:pt x="11229" y="21401"/>
                  </a:cubicBezTo>
                  <a:cubicBezTo>
                    <a:pt x="13003" y="22981"/>
                    <a:pt x="15483" y="23771"/>
                    <a:pt x="18666" y="23771"/>
                  </a:cubicBezTo>
                  <a:cubicBezTo>
                    <a:pt x="21826" y="23771"/>
                    <a:pt x="24294" y="22981"/>
                    <a:pt x="26068" y="21401"/>
                  </a:cubicBezTo>
                  <a:cubicBezTo>
                    <a:pt x="27866" y="19822"/>
                    <a:pt x="28765" y="17622"/>
                    <a:pt x="28765" y="14802"/>
                  </a:cubicBezTo>
                  <a:cubicBezTo>
                    <a:pt x="28765" y="11983"/>
                    <a:pt x="27866" y="9783"/>
                    <a:pt x="26068" y="8204"/>
                  </a:cubicBezTo>
                  <a:cubicBezTo>
                    <a:pt x="24294" y="6624"/>
                    <a:pt x="21826" y="5834"/>
                    <a:pt x="18666" y="5834"/>
                  </a:cubicBezTo>
                  <a:cubicBezTo>
                    <a:pt x="15483" y="5834"/>
                    <a:pt x="13003" y="6624"/>
                    <a:pt x="11229" y="8204"/>
                  </a:cubicBezTo>
                  <a:cubicBezTo>
                    <a:pt x="9479" y="9783"/>
                    <a:pt x="8604" y="11983"/>
                    <a:pt x="8604" y="14802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1" name="Freeform 380">
              <a:extLst>
                <a:ext uri="{FF2B5EF4-FFF2-40B4-BE49-F238E27FC236}">
                  <a16:creationId xmlns:a16="http://schemas.microsoft.com/office/drawing/2014/main" id="{52DE54F6-E44E-CDFF-9164-A0ECB2E89BD4}"/>
                </a:ext>
              </a:extLst>
            </p:cNvPr>
            <p:cNvSpPr/>
            <p:nvPr/>
          </p:nvSpPr>
          <p:spPr>
            <a:xfrm>
              <a:off x="2734053" y="4229280"/>
              <a:ext cx="60879" cy="39083"/>
            </a:xfrm>
            <a:custGeom>
              <a:avLst/>
              <a:gdLst>
                <a:gd name="connsiteX0" fmla="*/ 27194 w 60879"/>
                <a:gd name="connsiteY0" fmla="*/ 0 h 39083"/>
                <a:gd name="connsiteX1" fmla="*/ 31030 w 60879"/>
                <a:gd name="connsiteY1" fmla="*/ 1476 h 39083"/>
                <a:gd name="connsiteX2" fmla="*/ 32464 w 60879"/>
                <a:gd name="connsiteY2" fmla="*/ 4722 h 39083"/>
                <a:gd name="connsiteX3" fmla="*/ 31536 w 60879"/>
                <a:gd name="connsiteY3" fmla="*/ 7168 h 39083"/>
                <a:gd name="connsiteX4" fmla="*/ 29428 w 60879"/>
                <a:gd name="connsiteY4" fmla="*/ 8011 h 39083"/>
                <a:gd name="connsiteX5" fmla="*/ 28290 w 60879"/>
                <a:gd name="connsiteY5" fmla="*/ 7800 h 39083"/>
                <a:gd name="connsiteX6" fmla="*/ 26814 w 60879"/>
                <a:gd name="connsiteY6" fmla="*/ 7125 h 39083"/>
                <a:gd name="connsiteX7" fmla="*/ 25423 w 60879"/>
                <a:gd name="connsiteY7" fmla="*/ 5566 h 39083"/>
                <a:gd name="connsiteX8" fmla="*/ 24748 w 60879"/>
                <a:gd name="connsiteY8" fmla="*/ 3078 h 39083"/>
                <a:gd name="connsiteX9" fmla="*/ 24411 w 60879"/>
                <a:gd name="connsiteY9" fmla="*/ 3458 h 39083"/>
                <a:gd name="connsiteX10" fmla="*/ 23736 w 60879"/>
                <a:gd name="connsiteY10" fmla="*/ 5270 h 39083"/>
                <a:gd name="connsiteX11" fmla="*/ 23652 w 60879"/>
                <a:gd name="connsiteY11" fmla="*/ 6029 h 39083"/>
                <a:gd name="connsiteX12" fmla="*/ 25802 w 60879"/>
                <a:gd name="connsiteY12" fmla="*/ 11890 h 39083"/>
                <a:gd name="connsiteX13" fmla="*/ 31915 w 60879"/>
                <a:gd name="connsiteY13" fmla="*/ 18382 h 39083"/>
                <a:gd name="connsiteX14" fmla="*/ 38324 w 60879"/>
                <a:gd name="connsiteY14" fmla="*/ 25802 h 39083"/>
                <a:gd name="connsiteX15" fmla="*/ 47388 w 60879"/>
                <a:gd name="connsiteY15" fmla="*/ 13027 h 39083"/>
                <a:gd name="connsiteX16" fmla="*/ 50087 w 60879"/>
                <a:gd name="connsiteY16" fmla="*/ 13365 h 39083"/>
                <a:gd name="connsiteX17" fmla="*/ 54893 w 60879"/>
                <a:gd name="connsiteY17" fmla="*/ 14040 h 39083"/>
                <a:gd name="connsiteX18" fmla="*/ 58940 w 60879"/>
                <a:gd name="connsiteY18" fmla="*/ 11299 h 39083"/>
                <a:gd name="connsiteX19" fmla="*/ 56242 w 60879"/>
                <a:gd name="connsiteY19" fmla="*/ 6957 h 39083"/>
                <a:gd name="connsiteX20" fmla="*/ 48274 w 60879"/>
                <a:gd name="connsiteY20" fmla="*/ 3794 h 39083"/>
                <a:gd name="connsiteX21" fmla="*/ 47009 w 60879"/>
                <a:gd name="connsiteY21" fmla="*/ 3373 h 39083"/>
                <a:gd name="connsiteX22" fmla="*/ 46714 w 60879"/>
                <a:gd name="connsiteY22" fmla="*/ 2572 h 39083"/>
                <a:gd name="connsiteX23" fmla="*/ 47557 w 60879"/>
                <a:gd name="connsiteY23" fmla="*/ 1518 h 39083"/>
                <a:gd name="connsiteX24" fmla="*/ 56284 w 60879"/>
                <a:gd name="connsiteY24" fmla="*/ 4638 h 39083"/>
                <a:gd name="connsiteX25" fmla="*/ 60880 w 60879"/>
                <a:gd name="connsiteY25" fmla="*/ 11468 h 39083"/>
                <a:gd name="connsiteX26" fmla="*/ 58519 w 60879"/>
                <a:gd name="connsiteY26" fmla="*/ 17159 h 39083"/>
                <a:gd name="connsiteX27" fmla="*/ 52321 w 60879"/>
                <a:gd name="connsiteY27" fmla="*/ 19394 h 39083"/>
                <a:gd name="connsiteX28" fmla="*/ 49286 w 60879"/>
                <a:gd name="connsiteY28" fmla="*/ 19057 h 39083"/>
                <a:gd name="connsiteX29" fmla="*/ 47473 w 60879"/>
                <a:gd name="connsiteY29" fmla="*/ 18804 h 39083"/>
                <a:gd name="connsiteX30" fmla="*/ 44015 w 60879"/>
                <a:gd name="connsiteY30" fmla="*/ 19900 h 39083"/>
                <a:gd name="connsiteX31" fmla="*/ 41739 w 60879"/>
                <a:gd name="connsiteY31" fmla="*/ 22767 h 39083"/>
                <a:gd name="connsiteX32" fmla="*/ 40643 w 60879"/>
                <a:gd name="connsiteY32" fmla="*/ 26014 h 39083"/>
                <a:gd name="connsiteX33" fmla="*/ 40137 w 60879"/>
                <a:gd name="connsiteY33" fmla="*/ 28838 h 39083"/>
                <a:gd name="connsiteX34" fmla="*/ 59067 w 60879"/>
                <a:gd name="connsiteY34" fmla="*/ 33645 h 39083"/>
                <a:gd name="connsiteX35" fmla="*/ 60332 w 60879"/>
                <a:gd name="connsiteY35" fmla="*/ 34867 h 39083"/>
                <a:gd name="connsiteX36" fmla="*/ 60880 w 60879"/>
                <a:gd name="connsiteY36" fmla="*/ 36596 h 39083"/>
                <a:gd name="connsiteX37" fmla="*/ 60289 w 60879"/>
                <a:gd name="connsiteY37" fmla="*/ 38282 h 39083"/>
                <a:gd name="connsiteX38" fmla="*/ 58434 w 60879"/>
                <a:gd name="connsiteY38" fmla="*/ 39083 h 39083"/>
                <a:gd name="connsiteX39" fmla="*/ 56537 w 60879"/>
                <a:gd name="connsiteY39" fmla="*/ 38746 h 39083"/>
                <a:gd name="connsiteX40" fmla="*/ 6788 w 60879"/>
                <a:gd name="connsiteY40" fmla="*/ 26224 h 39083"/>
                <a:gd name="connsiteX41" fmla="*/ 5101 w 60879"/>
                <a:gd name="connsiteY41" fmla="*/ 25971 h 39083"/>
                <a:gd name="connsiteX42" fmla="*/ 4343 w 60879"/>
                <a:gd name="connsiteY42" fmla="*/ 26182 h 39083"/>
                <a:gd name="connsiteX43" fmla="*/ 3837 w 60879"/>
                <a:gd name="connsiteY43" fmla="*/ 27363 h 39083"/>
                <a:gd name="connsiteX44" fmla="*/ 3626 w 60879"/>
                <a:gd name="connsiteY44" fmla="*/ 30271 h 39083"/>
                <a:gd name="connsiteX45" fmla="*/ 3584 w 60879"/>
                <a:gd name="connsiteY45" fmla="*/ 31452 h 39083"/>
                <a:gd name="connsiteX46" fmla="*/ 3331 w 60879"/>
                <a:gd name="connsiteY46" fmla="*/ 32084 h 39083"/>
                <a:gd name="connsiteX47" fmla="*/ 2572 w 60879"/>
                <a:gd name="connsiteY47" fmla="*/ 32379 h 39083"/>
                <a:gd name="connsiteX48" fmla="*/ 1476 w 60879"/>
                <a:gd name="connsiteY48" fmla="*/ 32084 h 39083"/>
                <a:gd name="connsiteX49" fmla="*/ 970 w 60879"/>
                <a:gd name="connsiteY49" fmla="*/ 31495 h 39083"/>
                <a:gd name="connsiteX50" fmla="*/ 843 w 60879"/>
                <a:gd name="connsiteY50" fmla="*/ 30735 h 39083"/>
                <a:gd name="connsiteX51" fmla="*/ 590 w 60879"/>
                <a:gd name="connsiteY51" fmla="*/ 27616 h 39083"/>
                <a:gd name="connsiteX52" fmla="*/ 169 w 60879"/>
                <a:gd name="connsiteY52" fmla="*/ 23146 h 39083"/>
                <a:gd name="connsiteX53" fmla="*/ 0 w 60879"/>
                <a:gd name="connsiteY53" fmla="*/ 20195 h 39083"/>
                <a:gd name="connsiteX54" fmla="*/ 253 w 60879"/>
                <a:gd name="connsiteY54" fmla="*/ 19436 h 39083"/>
                <a:gd name="connsiteX55" fmla="*/ 717 w 60879"/>
                <a:gd name="connsiteY55" fmla="*/ 19099 h 39083"/>
                <a:gd name="connsiteX56" fmla="*/ 928 w 60879"/>
                <a:gd name="connsiteY56" fmla="*/ 19057 h 39083"/>
                <a:gd name="connsiteX57" fmla="*/ 37354 w 60879"/>
                <a:gd name="connsiteY57" fmla="*/ 28037 h 39083"/>
                <a:gd name="connsiteX58" fmla="*/ 29344 w 60879"/>
                <a:gd name="connsiteY58" fmla="*/ 18466 h 39083"/>
                <a:gd name="connsiteX59" fmla="*/ 21755 w 60879"/>
                <a:gd name="connsiteY59" fmla="*/ 5861 h 39083"/>
                <a:gd name="connsiteX60" fmla="*/ 23441 w 60879"/>
                <a:gd name="connsiteY60" fmla="*/ 1561 h 39083"/>
                <a:gd name="connsiteX61" fmla="*/ 27194 w 60879"/>
                <a:gd name="connsiteY61" fmla="*/ 0 h 39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60879" h="39083">
                  <a:moveTo>
                    <a:pt x="27194" y="0"/>
                  </a:moveTo>
                  <a:cubicBezTo>
                    <a:pt x="28796" y="0"/>
                    <a:pt x="30074" y="492"/>
                    <a:pt x="31030" y="1476"/>
                  </a:cubicBezTo>
                  <a:cubicBezTo>
                    <a:pt x="31986" y="2432"/>
                    <a:pt x="32464" y="3514"/>
                    <a:pt x="32464" y="4722"/>
                  </a:cubicBezTo>
                  <a:cubicBezTo>
                    <a:pt x="32464" y="5791"/>
                    <a:pt x="32154" y="6605"/>
                    <a:pt x="31536" y="7168"/>
                  </a:cubicBezTo>
                  <a:cubicBezTo>
                    <a:pt x="30918" y="7730"/>
                    <a:pt x="30215" y="8011"/>
                    <a:pt x="29428" y="8011"/>
                  </a:cubicBezTo>
                  <a:cubicBezTo>
                    <a:pt x="29091" y="8011"/>
                    <a:pt x="28711" y="7941"/>
                    <a:pt x="28290" y="7800"/>
                  </a:cubicBezTo>
                  <a:cubicBezTo>
                    <a:pt x="27840" y="7659"/>
                    <a:pt x="27348" y="7434"/>
                    <a:pt x="26814" y="7125"/>
                  </a:cubicBezTo>
                  <a:cubicBezTo>
                    <a:pt x="26280" y="6788"/>
                    <a:pt x="25816" y="6268"/>
                    <a:pt x="25423" y="5566"/>
                  </a:cubicBezTo>
                  <a:cubicBezTo>
                    <a:pt x="25029" y="4863"/>
                    <a:pt x="24804" y="4034"/>
                    <a:pt x="24748" y="3078"/>
                  </a:cubicBezTo>
                  <a:cubicBezTo>
                    <a:pt x="24551" y="3275"/>
                    <a:pt x="24439" y="3401"/>
                    <a:pt x="24411" y="3458"/>
                  </a:cubicBezTo>
                  <a:cubicBezTo>
                    <a:pt x="24074" y="3879"/>
                    <a:pt x="23849" y="4483"/>
                    <a:pt x="23736" y="5270"/>
                  </a:cubicBezTo>
                  <a:cubicBezTo>
                    <a:pt x="23680" y="5383"/>
                    <a:pt x="23652" y="5636"/>
                    <a:pt x="23652" y="6029"/>
                  </a:cubicBezTo>
                  <a:cubicBezTo>
                    <a:pt x="23652" y="7969"/>
                    <a:pt x="24369" y="9922"/>
                    <a:pt x="25802" y="11890"/>
                  </a:cubicBezTo>
                  <a:cubicBezTo>
                    <a:pt x="27208" y="13829"/>
                    <a:pt x="29245" y="15993"/>
                    <a:pt x="31915" y="18382"/>
                  </a:cubicBezTo>
                  <a:cubicBezTo>
                    <a:pt x="35035" y="21389"/>
                    <a:pt x="37171" y="23863"/>
                    <a:pt x="38324" y="25802"/>
                  </a:cubicBezTo>
                  <a:cubicBezTo>
                    <a:pt x="39448" y="17285"/>
                    <a:pt x="42470" y="13027"/>
                    <a:pt x="47388" y="13027"/>
                  </a:cubicBezTo>
                  <a:cubicBezTo>
                    <a:pt x="48203" y="13027"/>
                    <a:pt x="49103" y="13140"/>
                    <a:pt x="50087" y="13365"/>
                  </a:cubicBezTo>
                  <a:cubicBezTo>
                    <a:pt x="51942" y="13815"/>
                    <a:pt x="53544" y="14040"/>
                    <a:pt x="54893" y="14040"/>
                  </a:cubicBezTo>
                  <a:cubicBezTo>
                    <a:pt x="57591" y="14040"/>
                    <a:pt x="58940" y="13126"/>
                    <a:pt x="58940" y="11299"/>
                  </a:cubicBezTo>
                  <a:cubicBezTo>
                    <a:pt x="58940" y="9529"/>
                    <a:pt x="58041" y="8081"/>
                    <a:pt x="56242" y="6957"/>
                  </a:cubicBezTo>
                  <a:cubicBezTo>
                    <a:pt x="54443" y="5804"/>
                    <a:pt x="51787" y="4750"/>
                    <a:pt x="48274" y="3794"/>
                  </a:cubicBezTo>
                  <a:cubicBezTo>
                    <a:pt x="47627" y="3654"/>
                    <a:pt x="47206" y="3514"/>
                    <a:pt x="47009" y="3373"/>
                  </a:cubicBezTo>
                  <a:cubicBezTo>
                    <a:pt x="46812" y="3233"/>
                    <a:pt x="46714" y="2965"/>
                    <a:pt x="46714" y="2572"/>
                  </a:cubicBezTo>
                  <a:cubicBezTo>
                    <a:pt x="46714" y="1869"/>
                    <a:pt x="46995" y="1518"/>
                    <a:pt x="47557" y="1518"/>
                  </a:cubicBezTo>
                  <a:cubicBezTo>
                    <a:pt x="50845" y="2164"/>
                    <a:pt x="53754" y="3204"/>
                    <a:pt x="56284" y="4638"/>
                  </a:cubicBezTo>
                  <a:cubicBezTo>
                    <a:pt x="59348" y="6465"/>
                    <a:pt x="60880" y="8742"/>
                    <a:pt x="60880" y="11468"/>
                  </a:cubicBezTo>
                  <a:cubicBezTo>
                    <a:pt x="60880" y="13745"/>
                    <a:pt x="60093" y="15642"/>
                    <a:pt x="58519" y="17159"/>
                  </a:cubicBezTo>
                  <a:cubicBezTo>
                    <a:pt x="56917" y="18649"/>
                    <a:pt x="54851" y="19394"/>
                    <a:pt x="52321" y="19394"/>
                  </a:cubicBezTo>
                  <a:cubicBezTo>
                    <a:pt x="51703" y="19394"/>
                    <a:pt x="50691" y="19282"/>
                    <a:pt x="49286" y="19057"/>
                  </a:cubicBezTo>
                  <a:cubicBezTo>
                    <a:pt x="48723" y="18888"/>
                    <a:pt x="48119" y="18804"/>
                    <a:pt x="47473" y="18804"/>
                  </a:cubicBezTo>
                  <a:cubicBezTo>
                    <a:pt x="46152" y="18804"/>
                    <a:pt x="44999" y="19169"/>
                    <a:pt x="44015" y="19900"/>
                  </a:cubicBezTo>
                  <a:cubicBezTo>
                    <a:pt x="43004" y="20631"/>
                    <a:pt x="42245" y="21586"/>
                    <a:pt x="41739" y="22767"/>
                  </a:cubicBezTo>
                  <a:cubicBezTo>
                    <a:pt x="41233" y="23947"/>
                    <a:pt x="40867" y="25030"/>
                    <a:pt x="40643" y="26014"/>
                  </a:cubicBezTo>
                  <a:cubicBezTo>
                    <a:pt x="40390" y="26968"/>
                    <a:pt x="40221" y="27910"/>
                    <a:pt x="40137" y="28838"/>
                  </a:cubicBezTo>
                  <a:cubicBezTo>
                    <a:pt x="52026" y="31648"/>
                    <a:pt x="58336" y="33251"/>
                    <a:pt x="59067" y="33645"/>
                  </a:cubicBezTo>
                  <a:cubicBezTo>
                    <a:pt x="59573" y="33898"/>
                    <a:pt x="59994" y="34304"/>
                    <a:pt x="60332" y="34867"/>
                  </a:cubicBezTo>
                  <a:cubicBezTo>
                    <a:pt x="60697" y="35429"/>
                    <a:pt x="60880" y="36005"/>
                    <a:pt x="60880" y="36596"/>
                  </a:cubicBezTo>
                  <a:cubicBezTo>
                    <a:pt x="60880" y="37158"/>
                    <a:pt x="60683" y="37720"/>
                    <a:pt x="60289" y="38282"/>
                  </a:cubicBezTo>
                  <a:cubicBezTo>
                    <a:pt x="59924" y="38816"/>
                    <a:pt x="59306" y="39083"/>
                    <a:pt x="58434" y="39083"/>
                  </a:cubicBezTo>
                  <a:cubicBezTo>
                    <a:pt x="57985" y="39083"/>
                    <a:pt x="57352" y="38971"/>
                    <a:pt x="56537" y="38746"/>
                  </a:cubicBezTo>
                  <a:lnTo>
                    <a:pt x="6788" y="26224"/>
                  </a:lnTo>
                  <a:lnTo>
                    <a:pt x="5101" y="25971"/>
                  </a:lnTo>
                  <a:cubicBezTo>
                    <a:pt x="4764" y="25971"/>
                    <a:pt x="4511" y="26041"/>
                    <a:pt x="4343" y="26182"/>
                  </a:cubicBezTo>
                  <a:cubicBezTo>
                    <a:pt x="4146" y="26294"/>
                    <a:pt x="3977" y="26688"/>
                    <a:pt x="3837" y="27363"/>
                  </a:cubicBezTo>
                  <a:cubicBezTo>
                    <a:pt x="3696" y="28009"/>
                    <a:pt x="3626" y="28978"/>
                    <a:pt x="3626" y="30271"/>
                  </a:cubicBezTo>
                  <a:cubicBezTo>
                    <a:pt x="3626" y="30805"/>
                    <a:pt x="3612" y="31199"/>
                    <a:pt x="3584" y="31452"/>
                  </a:cubicBezTo>
                  <a:cubicBezTo>
                    <a:pt x="3556" y="31676"/>
                    <a:pt x="3471" y="31887"/>
                    <a:pt x="3331" y="32084"/>
                  </a:cubicBezTo>
                  <a:cubicBezTo>
                    <a:pt x="3162" y="32281"/>
                    <a:pt x="2909" y="32379"/>
                    <a:pt x="2572" y="32379"/>
                  </a:cubicBezTo>
                  <a:cubicBezTo>
                    <a:pt x="2094" y="32379"/>
                    <a:pt x="1729" y="32281"/>
                    <a:pt x="1476" y="32084"/>
                  </a:cubicBezTo>
                  <a:cubicBezTo>
                    <a:pt x="1195" y="31860"/>
                    <a:pt x="1026" y="31663"/>
                    <a:pt x="970" y="31495"/>
                  </a:cubicBezTo>
                  <a:cubicBezTo>
                    <a:pt x="913" y="31325"/>
                    <a:pt x="871" y="31072"/>
                    <a:pt x="843" y="30735"/>
                  </a:cubicBezTo>
                  <a:cubicBezTo>
                    <a:pt x="815" y="30257"/>
                    <a:pt x="731" y="29218"/>
                    <a:pt x="590" y="27616"/>
                  </a:cubicBezTo>
                  <a:cubicBezTo>
                    <a:pt x="422" y="26014"/>
                    <a:pt x="281" y="24524"/>
                    <a:pt x="169" y="23146"/>
                  </a:cubicBezTo>
                  <a:cubicBezTo>
                    <a:pt x="56" y="21769"/>
                    <a:pt x="0" y="20785"/>
                    <a:pt x="0" y="20195"/>
                  </a:cubicBezTo>
                  <a:cubicBezTo>
                    <a:pt x="0" y="19858"/>
                    <a:pt x="84" y="19605"/>
                    <a:pt x="253" y="19436"/>
                  </a:cubicBezTo>
                  <a:cubicBezTo>
                    <a:pt x="393" y="19239"/>
                    <a:pt x="548" y="19127"/>
                    <a:pt x="717" y="19099"/>
                  </a:cubicBezTo>
                  <a:lnTo>
                    <a:pt x="928" y="19057"/>
                  </a:lnTo>
                  <a:lnTo>
                    <a:pt x="37354" y="28037"/>
                  </a:lnTo>
                  <a:cubicBezTo>
                    <a:pt x="36370" y="25564"/>
                    <a:pt x="33700" y="22373"/>
                    <a:pt x="29344" y="18466"/>
                  </a:cubicBezTo>
                  <a:cubicBezTo>
                    <a:pt x="24284" y="13941"/>
                    <a:pt x="21755" y="9739"/>
                    <a:pt x="21755" y="5861"/>
                  </a:cubicBezTo>
                  <a:cubicBezTo>
                    <a:pt x="21755" y="4034"/>
                    <a:pt x="22317" y="2600"/>
                    <a:pt x="23441" y="1561"/>
                  </a:cubicBezTo>
                  <a:cubicBezTo>
                    <a:pt x="24537" y="520"/>
                    <a:pt x="25788" y="0"/>
                    <a:pt x="27194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A1D9CF61-169D-144C-6878-57CF592768DA}"/>
                </a:ext>
              </a:extLst>
            </p:cNvPr>
            <p:cNvSpPr/>
            <p:nvPr/>
          </p:nvSpPr>
          <p:spPr>
            <a:xfrm>
              <a:off x="2729205" y="4196873"/>
              <a:ext cx="86344" cy="20025"/>
            </a:xfrm>
            <a:custGeom>
              <a:avLst/>
              <a:gdLst>
                <a:gd name="connsiteX0" fmla="*/ 43172 w 86344"/>
                <a:gd name="connsiteY0" fmla="*/ 20026 h 20025"/>
                <a:gd name="connsiteX1" fmla="*/ 16822 w 86344"/>
                <a:gd name="connsiteY1" fmla="*/ 14587 h 20025"/>
                <a:gd name="connsiteX2" fmla="*/ 7758 w 86344"/>
                <a:gd name="connsiteY2" fmla="*/ 9022 h 20025"/>
                <a:gd name="connsiteX3" fmla="*/ 1813 w 86344"/>
                <a:gd name="connsiteY3" fmla="*/ 3625 h 20025"/>
                <a:gd name="connsiteX4" fmla="*/ 0 w 86344"/>
                <a:gd name="connsiteY4" fmla="*/ 885 h 20025"/>
                <a:gd name="connsiteX5" fmla="*/ 843 w 86344"/>
                <a:gd name="connsiteY5" fmla="*/ 0 h 20025"/>
                <a:gd name="connsiteX6" fmla="*/ 2319 w 86344"/>
                <a:gd name="connsiteY6" fmla="*/ 1138 h 20025"/>
                <a:gd name="connsiteX7" fmla="*/ 43172 w 86344"/>
                <a:gd name="connsiteY7" fmla="*/ 15008 h 20025"/>
                <a:gd name="connsiteX8" fmla="*/ 83562 w 86344"/>
                <a:gd name="connsiteY8" fmla="*/ 1475 h 20025"/>
                <a:gd name="connsiteX9" fmla="*/ 85501 w 86344"/>
                <a:gd name="connsiteY9" fmla="*/ 0 h 20025"/>
                <a:gd name="connsiteX10" fmla="*/ 86344 w 86344"/>
                <a:gd name="connsiteY10" fmla="*/ 885 h 20025"/>
                <a:gd name="connsiteX11" fmla="*/ 84616 w 86344"/>
                <a:gd name="connsiteY11" fmla="*/ 3541 h 20025"/>
                <a:gd name="connsiteX12" fmla="*/ 78924 w 86344"/>
                <a:gd name="connsiteY12" fmla="*/ 8811 h 20025"/>
                <a:gd name="connsiteX13" fmla="*/ 70113 w 86344"/>
                <a:gd name="connsiteY13" fmla="*/ 14334 h 20025"/>
                <a:gd name="connsiteX14" fmla="*/ 43172 w 86344"/>
                <a:gd name="connsiteY14" fmla="*/ 20026 h 20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6344" h="20025">
                  <a:moveTo>
                    <a:pt x="43172" y="20026"/>
                  </a:moveTo>
                  <a:cubicBezTo>
                    <a:pt x="33447" y="20026"/>
                    <a:pt x="24664" y="18213"/>
                    <a:pt x="16822" y="14587"/>
                  </a:cubicBezTo>
                  <a:cubicBezTo>
                    <a:pt x="13533" y="13041"/>
                    <a:pt x="10512" y="11186"/>
                    <a:pt x="7758" y="9022"/>
                  </a:cubicBezTo>
                  <a:cubicBezTo>
                    <a:pt x="5003" y="6857"/>
                    <a:pt x="3022" y="5059"/>
                    <a:pt x="1813" y="3625"/>
                  </a:cubicBezTo>
                  <a:cubicBezTo>
                    <a:pt x="604" y="2191"/>
                    <a:pt x="0" y="1278"/>
                    <a:pt x="0" y="885"/>
                  </a:cubicBezTo>
                  <a:cubicBezTo>
                    <a:pt x="0" y="322"/>
                    <a:pt x="281" y="28"/>
                    <a:pt x="843" y="0"/>
                  </a:cubicBezTo>
                  <a:cubicBezTo>
                    <a:pt x="1124" y="0"/>
                    <a:pt x="1616" y="379"/>
                    <a:pt x="2319" y="1138"/>
                  </a:cubicBezTo>
                  <a:cubicBezTo>
                    <a:pt x="11763" y="10413"/>
                    <a:pt x="25381" y="15036"/>
                    <a:pt x="43172" y="15008"/>
                  </a:cubicBezTo>
                  <a:cubicBezTo>
                    <a:pt x="61020" y="15008"/>
                    <a:pt x="74483" y="10498"/>
                    <a:pt x="83562" y="1475"/>
                  </a:cubicBezTo>
                  <a:cubicBezTo>
                    <a:pt x="84545" y="491"/>
                    <a:pt x="85192" y="0"/>
                    <a:pt x="85501" y="0"/>
                  </a:cubicBezTo>
                  <a:cubicBezTo>
                    <a:pt x="86064" y="0"/>
                    <a:pt x="86344" y="295"/>
                    <a:pt x="86344" y="885"/>
                  </a:cubicBezTo>
                  <a:cubicBezTo>
                    <a:pt x="86344" y="1278"/>
                    <a:pt x="85768" y="2164"/>
                    <a:pt x="84616" y="3541"/>
                  </a:cubicBezTo>
                  <a:cubicBezTo>
                    <a:pt x="83464" y="4918"/>
                    <a:pt x="81566" y="6675"/>
                    <a:pt x="78924" y="8811"/>
                  </a:cubicBezTo>
                  <a:cubicBezTo>
                    <a:pt x="76282" y="10947"/>
                    <a:pt x="73345" y="12788"/>
                    <a:pt x="70113" y="14334"/>
                  </a:cubicBezTo>
                  <a:cubicBezTo>
                    <a:pt x="62271" y="18129"/>
                    <a:pt x="53291" y="20026"/>
                    <a:pt x="43172" y="20026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E745D6A1-4CD2-2FDC-B049-FD85E69B7B99}"/>
                </a:ext>
              </a:extLst>
            </p:cNvPr>
            <p:cNvSpPr/>
            <p:nvPr/>
          </p:nvSpPr>
          <p:spPr>
            <a:xfrm>
              <a:off x="2755808" y="4147308"/>
              <a:ext cx="39124" cy="43003"/>
            </a:xfrm>
            <a:custGeom>
              <a:avLst/>
              <a:gdLst>
                <a:gd name="connsiteX0" fmla="*/ 5692 w 39124"/>
                <a:gd name="connsiteY0" fmla="*/ 0 h 43003"/>
                <a:gd name="connsiteX1" fmla="*/ 9402 w 39124"/>
                <a:gd name="connsiteY1" fmla="*/ 1476 h 43003"/>
                <a:gd name="connsiteX2" fmla="*/ 10709 w 39124"/>
                <a:gd name="connsiteY2" fmla="*/ 4638 h 43003"/>
                <a:gd name="connsiteX3" fmla="*/ 9781 w 39124"/>
                <a:gd name="connsiteY3" fmla="*/ 7083 h 43003"/>
                <a:gd name="connsiteX4" fmla="*/ 7673 w 39124"/>
                <a:gd name="connsiteY4" fmla="*/ 7926 h 43003"/>
                <a:gd name="connsiteX5" fmla="*/ 4680 w 39124"/>
                <a:gd name="connsiteY5" fmla="*/ 6745 h 43003"/>
                <a:gd name="connsiteX6" fmla="*/ 2993 w 39124"/>
                <a:gd name="connsiteY6" fmla="*/ 3794 h 43003"/>
                <a:gd name="connsiteX7" fmla="*/ 1897 w 39124"/>
                <a:gd name="connsiteY7" fmla="*/ 8095 h 43003"/>
                <a:gd name="connsiteX8" fmla="*/ 2783 w 39124"/>
                <a:gd name="connsiteY8" fmla="*/ 11257 h 43003"/>
                <a:gd name="connsiteX9" fmla="*/ 4806 w 39124"/>
                <a:gd name="connsiteY9" fmla="*/ 13576 h 43003"/>
                <a:gd name="connsiteX10" fmla="*/ 7589 w 39124"/>
                <a:gd name="connsiteY10" fmla="*/ 15178 h 43003"/>
                <a:gd name="connsiteX11" fmla="*/ 10161 w 39124"/>
                <a:gd name="connsiteY11" fmla="*/ 16189 h 43003"/>
                <a:gd name="connsiteX12" fmla="*/ 12100 w 39124"/>
                <a:gd name="connsiteY12" fmla="*/ 16654 h 43003"/>
                <a:gd name="connsiteX13" fmla="*/ 23905 w 39124"/>
                <a:gd name="connsiteY13" fmla="*/ 19605 h 43003"/>
                <a:gd name="connsiteX14" fmla="*/ 31494 w 39124"/>
                <a:gd name="connsiteY14" fmla="*/ 21038 h 43003"/>
                <a:gd name="connsiteX15" fmla="*/ 35583 w 39124"/>
                <a:gd name="connsiteY15" fmla="*/ 19858 h 43003"/>
                <a:gd name="connsiteX16" fmla="*/ 37185 w 39124"/>
                <a:gd name="connsiteY16" fmla="*/ 16316 h 43003"/>
                <a:gd name="connsiteX17" fmla="*/ 36932 w 39124"/>
                <a:gd name="connsiteY17" fmla="*/ 14334 h 43003"/>
                <a:gd name="connsiteX18" fmla="*/ 35879 w 39124"/>
                <a:gd name="connsiteY18" fmla="*/ 11931 h 43003"/>
                <a:gd name="connsiteX19" fmla="*/ 33897 w 39124"/>
                <a:gd name="connsiteY19" fmla="*/ 9318 h 43003"/>
                <a:gd name="connsiteX20" fmla="*/ 30608 w 39124"/>
                <a:gd name="connsiteY20" fmla="*/ 6830 h 43003"/>
                <a:gd name="connsiteX21" fmla="*/ 25886 w 39124"/>
                <a:gd name="connsiteY21" fmla="*/ 4806 h 43003"/>
                <a:gd name="connsiteX22" fmla="*/ 24959 w 39124"/>
                <a:gd name="connsiteY22" fmla="*/ 3710 h 43003"/>
                <a:gd name="connsiteX23" fmla="*/ 25802 w 39124"/>
                <a:gd name="connsiteY23" fmla="*/ 2656 h 43003"/>
                <a:gd name="connsiteX24" fmla="*/ 28037 w 39124"/>
                <a:gd name="connsiteY24" fmla="*/ 3246 h 43003"/>
                <a:gd name="connsiteX25" fmla="*/ 31452 w 39124"/>
                <a:gd name="connsiteY25" fmla="*/ 5017 h 43003"/>
                <a:gd name="connsiteX26" fmla="*/ 35077 w 39124"/>
                <a:gd name="connsiteY26" fmla="*/ 7757 h 43003"/>
                <a:gd name="connsiteX27" fmla="*/ 37944 w 39124"/>
                <a:gd name="connsiteY27" fmla="*/ 11636 h 43003"/>
                <a:gd name="connsiteX28" fmla="*/ 39125 w 39124"/>
                <a:gd name="connsiteY28" fmla="*/ 16484 h 43003"/>
                <a:gd name="connsiteX29" fmla="*/ 37185 w 39124"/>
                <a:gd name="connsiteY29" fmla="*/ 22514 h 43003"/>
                <a:gd name="connsiteX30" fmla="*/ 32548 w 39124"/>
                <a:gd name="connsiteY30" fmla="*/ 25802 h 43003"/>
                <a:gd name="connsiteX31" fmla="*/ 33433 w 39124"/>
                <a:gd name="connsiteY31" fmla="*/ 26308 h 43003"/>
                <a:gd name="connsiteX32" fmla="*/ 35077 w 39124"/>
                <a:gd name="connsiteY32" fmla="*/ 27489 h 43003"/>
                <a:gd name="connsiteX33" fmla="*/ 37017 w 39124"/>
                <a:gd name="connsiteY33" fmla="*/ 29301 h 43003"/>
                <a:gd name="connsiteX34" fmla="*/ 38450 w 39124"/>
                <a:gd name="connsiteY34" fmla="*/ 31789 h 43003"/>
                <a:gd name="connsiteX35" fmla="*/ 39125 w 39124"/>
                <a:gd name="connsiteY35" fmla="*/ 34867 h 43003"/>
                <a:gd name="connsiteX36" fmla="*/ 38535 w 39124"/>
                <a:gd name="connsiteY36" fmla="*/ 38704 h 43003"/>
                <a:gd name="connsiteX37" fmla="*/ 36595 w 39124"/>
                <a:gd name="connsiteY37" fmla="*/ 41738 h 43003"/>
                <a:gd name="connsiteX38" fmla="*/ 33391 w 39124"/>
                <a:gd name="connsiteY38" fmla="*/ 43004 h 43003"/>
                <a:gd name="connsiteX39" fmla="*/ 29892 w 39124"/>
                <a:gd name="connsiteY39" fmla="*/ 41612 h 43003"/>
                <a:gd name="connsiteX40" fmla="*/ 28416 w 39124"/>
                <a:gd name="connsiteY40" fmla="*/ 38239 h 43003"/>
                <a:gd name="connsiteX41" fmla="*/ 29133 w 39124"/>
                <a:gd name="connsiteY41" fmla="*/ 36047 h 43003"/>
                <a:gd name="connsiteX42" fmla="*/ 31409 w 39124"/>
                <a:gd name="connsiteY42" fmla="*/ 35035 h 43003"/>
                <a:gd name="connsiteX43" fmla="*/ 34445 w 39124"/>
                <a:gd name="connsiteY43" fmla="*/ 36216 h 43003"/>
                <a:gd name="connsiteX44" fmla="*/ 36089 w 39124"/>
                <a:gd name="connsiteY44" fmla="*/ 39082 h 43003"/>
                <a:gd name="connsiteX45" fmla="*/ 37185 w 39124"/>
                <a:gd name="connsiteY45" fmla="*/ 34782 h 43003"/>
                <a:gd name="connsiteX46" fmla="*/ 34740 w 39124"/>
                <a:gd name="connsiteY46" fmla="*/ 29807 h 43003"/>
                <a:gd name="connsiteX47" fmla="*/ 28205 w 39124"/>
                <a:gd name="connsiteY47" fmla="*/ 26561 h 43003"/>
                <a:gd name="connsiteX48" fmla="*/ 13997 w 39124"/>
                <a:gd name="connsiteY48" fmla="*/ 22936 h 43003"/>
                <a:gd name="connsiteX49" fmla="*/ 7673 w 39124"/>
                <a:gd name="connsiteY49" fmla="*/ 21923 h 43003"/>
                <a:gd name="connsiteX50" fmla="*/ 4680 w 39124"/>
                <a:gd name="connsiteY50" fmla="*/ 22388 h 43003"/>
                <a:gd name="connsiteX51" fmla="*/ 2909 w 39124"/>
                <a:gd name="connsiteY51" fmla="*/ 23652 h 43003"/>
                <a:gd name="connsiteX52" fmla="*/ 2108 w 39124"/>
                <a:gd name="connsiteY52" fmla="*/ 25127 h 43003"/>
                <a:gd name="connsiteX53" fmla="*/ 1897 w 39124"/>
                <a:gd name="connsiteY53" fmla="*/ 26561 h 43003"/>
                <a:gd name="connsiteX54" fmla="*/ 2403 w 39124"/>
                <a:gd name="connsiteY54" fmla="*/ 29259 h 43003"/>
                <a:gd name="connsiteX55" fmla="*/ 4090 w 39124"/>
                <a:gd name="connsiteY55" fmla="*/ 32337 h 43003"/>
                <a:gd name="connsiteX56" fmla="*/ 7589 w 39124"/>
                <a:gd name="connsiteY56" fmla="*/ 35541 h 43003"/>
                <a:gd name="connsiteX57" fmla="*/ 13196 w 39124"/>
                <a:gd name="connsiteY57" fmla="*/ 38156 h 43003"/>
                <a:gd name="connsiteX58" fmla="*/ 14166 w 39124"/>
                <a:gd name="connsiteY58" fmla="*/ 39293 h 43003"/>
                <a:gd name="connsiteX59" fmla="*/ 13280 w 39124"/>
                <a:gd name="connsiteY59" fmla="*/ 40306 h 43003"/>
                <a:gd name="connsiteX60" fmla="*/ 11088 w 39124"/>
                <a:gd name="connsiteY60" fmla="*/ 39757 h 43003"/>
                <a:gd name="connsiteX61" fmla="*/ 7673 w 39124"/>
                <a:gd name="connsiteY61" fmla="*/ 37986 h 43003"/>
                <a:gd name="connsiteX62" fmla="*/ 4090 w 39124"/>
                <a:gd name="connsiteY62" fmla="*/ 35203 h 43003"/>
                <a:gd name="connsiteX63" fmla="*/ 1180 w 39124"/>
                <a:gd name="connsiteY63" fmla="*/ 31283 h 43003"/>
                <a:gd name="connsiteX64" fmla="*/ 0 w 39124"/>
                <a:gd name="connsiteY64" fmla="*/ 26393 h 43003"/>
                <a:gd name="connsiteX65" fmla="*/ 253 w 39124"/>
                <a:gd name="connsiteY65" fmla="*/ 24158 h 43003"/>
                <a:gd name="connsiteX66" fmla="*/ 1096 w 39124"/>
                <a:gd name="connsiteY66" fmla="*/ 21670 h 43003"/>
                <a:gd name="connsiteX67" fmla="*/ 3120 w 39124"/>
                <a:gd name="connsiteY67" fmla="*/ 19057 h 43003"/>
                <a:gd name="connsiteX68" fmla="*/ 6535 w 39124"/>
                <a:gd name="connsiteY68" fmla="*/ 17075 h 43003"/>
                <a:gd name="connsiteX69" fmla="*/ 4638 w 39124"/>
                <a:gd name="connsiteY69" fmla="*/ 15894 h 43003"/>
                <a:gd name="connsiteX70" fmla="*/ 2572 w 39124"/>
                <a:gd name="connsiteY70" fmla="*/ 14081 h 43003"/>
                <a:gd name="connsiteX71" fmla="*/ 717 w 39124"/>
                <a:gd name="connsiteY71" fmla="*/ 11383 h 43003"/>
                <a:gd name="connsiteX72" fmla="*/ 0 w 39124"/>
                <a:gd name="connsiteY72" fmla="*/ 8010 h 43003"/>
                <a:gd name="connsiteX73" fmla="*/ 464 w 39124"/>
                <a:gd name="connsiteY73" fmla="*/ 4595 h 43003"/>
                <a:gd name="connsiteX74" fmla="*/ 2277 w 39124"/>
                <a:gd name="connsiteY74" fmla="*/ 1476 h 43003"/>
                <a:gd name="connsiteX75" fmla="*/ 5692 w 39124"/>
                <a:gd name="connsiteY75" fmla="*/ 0 h 43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39124" h="43003">
                  <a:moveTo>
                    <a:pt x="5692" y="0"/>
                  </a:moveTo>
                  <a:cubicBezTo>
                    <a:pt x="7266" y="0"/>
                    <a:pt x="8502" y="492"/>
                    <a:pt x="9402" y="1476"/>
                  </a:cubicBezTo>
                  <a:cubicBezTo>
                    <a:pt x="10273" y="2460"/>
                    <a:pt x="10709" y="3514"/>
                    <a:pt x="10709" y="4638"/>
                  </a:cubicBezTo>
                  <a:cubicBezTo>
                    <a:pt x="10709" y="5706"/>
                    <a:pt x="10400" y="6520"/>
                    <a:pt x="9781" y="7083"/>
                  </a:cubicBezTo>
                  <a:cubicBezTo>
                    <a:pt x="9163" y="7645"/>
                    <a:pt x="8460" y="7926"/>
                    <a:pt x="7673" y="7926"/>
                  </a:cubicBezTo>
                  <a:cubicBezTo>
                    <a:pt x="6605" y="7926"/>
                    <a:pt x="5607" y="7533"/>
                    <a:pt x="4680" y="6745"/>
                  </a:cubicBezTo>
                  <a:cubicBezTo>
                    <a:pt x="3752" y="5958"/>
                    <a:pt x="3190" y="4974"/>
                    <a:pt x="2993" y="3794"/>
                  </a:cubicBezTo>
                  <a:cubicBezTo>
                    <a:pt x="2263" y="4947"/>
                    <a:pt x="1897" y="6380"/>
                    <a:pt x="1897" y="8095"/>
                  </a:cubicBezTo>
                  <a:cubicBezTo>
                    <a:pt x="1897" y="9219"/>
                    <a:pt x="2192" y="10273"/>
                    <a:pt x="2783" y="11257"/>
                  </a:cubicBezTo>
                  <a:cubicBezTo>
                    <a:pt x="3373" y="12212"/>
                    <a:pt x="4047" y="12985"/>
                    <a:pt x="4806" y="13576"/>
                  </a:cubicBezTo>
                  <a:cubicBezTo>
                    <a:pt x="5565" y="14138"/>
                    <a:pt x="6493" y="14672"/>
                    <a:pt x="7589" y="15178"/>
                  </a:cubicBezTo>
                  <a:cubicBezTo>
                    <a:pt x="8657" y="15656"/>
                    <a:pt x="9514" y="15992"/>
                    <a:pt x="10161" y="16189"/>
                  </a:cubicBezTo>
                  <a:cubicBezTo>
                    <a:pt x="10779" y="16357"/>
                    <a:pt x="11425" y="16512"/>
                    <a:pt x="12100" y="16654"/>
                  </a:cubicBezTo>
                  <a:lnTo>
                    <a:pt x="23905" y="19605"/>
                  </a:lnTo>
                  <a:cubicBezTo>
                    <a:pt x="27643" y="20560"/>
                    <a:pt x="30173" y="21038"/>
                    <a:pt x="31494" y="21038"/>
                  </a:cubicBezTo>
                  <a:cubicBezTo>
                    <a:pt x="33124" y="21038"/>
                    <a:pt x="34487" y="20645"/>
                    <a:pt x="35583" y="19858"/>
                  </a:cubicBezTo>
                  <a:cubicBezTo>
                    <a:pt x="36651" y="19070"/>
                    <a:pt x="37185" y="17890"/>
                    <a:pt x="37185" y="16316"/>
                  </a:cubicBezTo>
                  <a:cubicBezTo>
                    <a:pt x="37185" y="15698"/>
                    <a:pt x="37101" y="15037"/>
                    <a:pt x="36932" y="14334"/>
                  </a:cubicBezTo>
                  <a:cubicBezTo>
                    <a:pt x="36736" y="13631"/>
                    <a:pt x="36384" y="12830"/>
                    <a:pt x="35879" y="11931"/>
                  </a:cubicBezTo>
                  <a:cubicBezTo>
                    <a:pt x="35344" y="11003"/>
                    <a:pt x="34684" y="10132"/>
                    <a:pt x="33897" y="9318"/>
                  </a:cubicBezTo>
                  <a:cubicBezTo>
                    <a:pt x="33082" y="8474"/>
                    <a:pt x="31986" y="7645"/>
                    <a:pt x="30608" y="6830"/>
                  </a:cubicBezTo>
                  <a:cubicBezTo>
                    <a:pt x="29231" y="6015"/>
                    <a:pt x="27657" y="5340"/>
                    <a:pt x="25886" y="4806"/>
                  </a:cubicBezTo>
                  <a:cubicBezTo>
                    <a:pt x="25268" y="4638"/>
                    <a:pt x="24959" y="4272"/>
                    <a:pt x="24959" y="3710"/>
                  </a:cubicBezTo>
                  <a:cubicBezTo>
                    <a:pt x="24959" y="3007"/>
                    <a:pt x="25240" y="2656"/>
                    <a:pt x="25802" y="2656"/>
                  </a:cubicBezTo>
                  <a:cubicBezTo>
                    <a:pt x="26280" y="2656"/>
                    <a:pt x="27025" y="2853"/>
                    <a:pt x="28037" y="3246"/>
                  </a:cubicBezTo>
                  <a:cubicBezTo>
                    <a:pt x="29020" y="3612"/>
                    <a:pt x="30159" y="4202"/>
                    <a:pt x="31452" y="5017"/>
                  </a:cubicBezTo>
                  <a:cubicBezTo>
                    <a:pt x="32716" y="5804"/>
                    <a:pt x="33925" y="6718"/>
                    <a:pt x="35077" y="7757"/>
                  </a:cubicBezTo>
                  <a:cubicBezTo>
                    <a:pt x="36202" y="8798"/>
                    <a:pt x="37157" y="10091"/>
                    <a:pt x="37944" y="11636"/>
                  </a:cubicBezTo>
                  <a:cubicBezTo>
                    <a:pt x="38731" y="13182"/>
                    <a:pt x="39125" y="14799"/>
                    <a:pt x="39125" y="16484"/>
                  </a:cubicBezTo>
                  <a:cubicBezTo>
                    <a:pt x="39125" y="18902"/>
                    <a:pt x="38478" y="20911"/>
                    <a:pt x="37185" y="22514"/>
                  </a:cubicBezTo>
                  <a:cubicBezTo>
                    <a:pt x="35893" y="24115"/>
                    <a:pt x="34347" y="25212"/>
                    <a:pt x="32548" y="25802"/>
                  </a:cubicBezTo>
                  <a:cubicBezTo>
                    <a:pt x="32801" y="25943"/>
                    <a:pt x="33096" y="26111"/>
                    <a:pt x="33433" y="26308"/>
                  </a:cubicBezTo>
                  <a:cubicBezTo>
                    <a:pt x="33770" y="26505"/>
                    <a:pt x="34319" y="26898"/>
                    <a:pt x="35077" y="27489"/>
                  </a:cubicBezTo>
                  <a:cubicBezTo>
                    <a:pt x="35808" y="28051"/>
                    <a:pt x="36455" y="28655"/>
                    <a:pt x="37017" y="29301"/>
                  </a:cubicBezTo>
                  <a:cubicBezTo>
                    <a:pt x="37551" y="29948"/>
                    <a:pt x="38029" y="30777"/>
                    <a:pt x="38450" y="31789"/>
                  </a:cubicBezTo>
                  <a:cubicBezTo>
                    <a:pt x="38900" y="32773"/>
                    <a:pt x="39125" y="33799"/>
                    <a:pt x="39125" y="34867"/>
                  </a:cubicBezTo>
                  <a:cubicBezTo>
                    <a:pt x="39125" y="36216"/>
                    <a:pt x="38928" y="37495"/>
                    <a:pt x="38535" y="38704"/>
                  </a:cubicBezTo>
                  <a:cubicBezTo>
                    <a:pt x="38141" y="39884"/>
                    <a:pt x="37495" y="40895"/>
                    <a:pt x="36595" y="41738"/>
                  </a:cubicBezTo>
                  <a:cubicBezTo>
                    <a:pt x="35696" y="42582"/>
                    <a:pt x="34628" y="43004"/>
                    <a:pt x="33391" y="43004"/>
                  </a:cubicBezTo>
                  <a:cubicBezTo>
                    <a:pt x="32014" y="43004"/>
                    <a:pt x="30847" y="42540"/>
                    <a:pt x="29892" y="41612"/>
                  </a:cubicBezTo>
                  <a:cubicBezTo>
                    <a:pt x="28908" y="40657"/>
                    <a:pt x="28416" y="39532"/>
                    <a:pt x="28416" y="38239"/>
                  </a:cubicBezTo>
                  <a:cubicBezTo>
                    <a:pt x="28416" y="37425"/>
                    <a:pt x="28655" y="36694"/>
                    <a:pt x="29133" y="36047"/>
                  </a:cubicBezTo>
                  <a:cubicBezTo>
                    <a:pt x="29611" y="35373"/>
                    <a:pt x="30370" y="35035"/>
                    <a:pt x="31409" y="35035"/>
                  </a:cubicBezTo>
                  <a:cubicBezTo>
                    <a:pt x="32562" y="35035"/>
                    <a:pt x="33574" y="35428"/>
                    <a:pt x="34445" y="36216"/>
                  </a:cubicBezTo>
                  <a:cubicBezTo>
                    <a:pt x="35316" y="37003"/>
                    <a:pt x="35864" y="37958"/>
                    <a:pt x="36089" y="39082"/>
                  </a:cubicBezTo>
                  <a:cubicBezTo>
                    <a:pt x="36820" y="37931"/>
                    <a:pt x="37185" y="36497"/>
                    <a:pt x="37185" y="34782"/>
                  </a:cubicBezTo>
                  <a:cubicBezTo>
                    <a:pt x="37185" y="32927"/>
                    <a:pt x="36370" y="31269"/>
                    <a:pt x="34740" y="29807"/>
                  </a:cubicBezTo>
                  <a:cubicBezTo>
                    <a:pt x="33110" y="28345"/>
                    <a:pt x="30932" y="27264"/>
                    <a:pt x="28205" y="26561"/>
                  </a:cubicBezTo>
                  <a:cubicBezTo>
                    <a:pt x="21656" y="24818"/>
                    <a:pt x="16920" y="23610"/>
                    <a:pt x="13997" y="22936"/>
                  </a:cubicBezTo>
                  <a:cubicBezTo>
                    <a:pt x="11046" y="22261"/>
                    <a:pt x="8938" y="21923"/>
                    <a:pt x="7673" y="21923"/>
                  </a:cubicBezTo>
                  <a:cubicBezTo>
                    <a:pt x="6493" y="21923"/>
                    <a:pt x="5495" y="22078"/>
                    <a:pt x="4680" y="22388"/>
                  </a:cubicBezTo>
                  <a:cubicBezTo>
                    <a:pt x="3865" y="22696"/>
                    <a:pt x="3274" y="23118"/>
                    <a:pt x="2909" y="23652"/>
                  </a:cubicBezTo>
                  <a:cubicBezTo>
                    <a:pt x="2516" y="24158"/>
                    <a:pt x="2248" y="24649"/>
                    <a:pt x="2108" y="25127"/>
                  </a:cubicBezTo>
                  <a:cubicBezTo>
                    <a:pt x="1967" y="25577"/>
                    <a:pt x="1897" y="26055"/>
                    <a:pt x="1897" y="26561"/>
                  </a:cubicBezTo>
                  <a:cubicBezTo>
                    <a:pt x="1897" y="27404"/>
                    <a:pt x="2066" y="28304"/>
                    <a:pt x="2403" y="29259"/>
                  </a:cubicBezTo>
                  <a:cubicBezTo>
                    <a:pt x="2740" y="30187"/>
                    <a:pt x="3303" y="31213"/>
                    <a:pt x="4090" y="32337"/>
                  </a:cubicBezTo>
                  <a:cubicBezTo>
                    <a:pt x="4848" y="33433"/>
                    <a:pt x="6015" y="34502"/>
                    <a:pt x="7589" y="35541"/>
                  </a:cubicBezTo>
                  <a:cubicBezTo>
                    <a:pt x="9163" y="36581"/>
                    <a:pt x="11032" y="37453"/>
                    <a:pt x="13196" y="38156"/>
                  </a:cubicBezTo>
                  <a:cubicBezTo>
                    <a:pt x="13843" y="38296"/>
                    <a:pt x="14166" y="38675"/>
                    <a:pt x="14166" y="39293"/>
                  </a:cubicBezTo>
                  <a:cubicBezTo>
                    <a:pt x="14138" y="39968"/>
                    <a:pt x="13843" y="40306"/>
                    <a:pt x="13280" y="40306"/>
                  </a:cubicBezTo>
                  <a:cubicBezTo>
                    <a:pt x="12803" y="40306"/>
                    <a:pt x="12072" y="40123"/>
                    <a:pt x="11088" y="39757"/>
                  </a:cubicBezTo>
                  <a:cubicBezTo>
                    <a:pt x="10076" y="39364"/>
                    <a:pt x="8938" y="38774"/>
                    <a:pt x="7673" y="37986"/>
                  </a:cubicBezTo>
                  <a:cubicBezTo>
                    <a:pt x="6408" y="37172"/>
                    <a:pt x="5214" y="36244"/>
                    <a:pt x="4090" y="35203"/>
                  </a:cubicBezTo>
                  <a:cubicBezTo>
                    <a:pt x="2937" y="34135"/>
                    <a:pt x="1967" y="32828"/>
                    <a:pt x="1180" y="31283"/>
                  </a:cubicBezTo>
                  <a:cubicBezTo>
                    <a:pt x="393" y="29709"/>
                    <a:pt x="0" y="28079"/>
                    <a:pt x="0" y="26393"/>
                  </a:cubicBezTo>
                  <a:cubicBezTo>
                    <a:pt x="0" y="25634"/>
                    <a:pt x="84" y="24889"/>
                    <a:pt x="253" y="24158"/>
                  </a:cubicBezTo>
                  <a:cubicBezTo>
                    <a:pt x="393" y="23399"/>
                    <a:pt x="675" y="22569"/>
                    <a:pt x="1096" y="21670"/>
                  </a:cubicBezTo>
                  <a:cubicBezTo>
                    <a:pt x="1518" y="20742"/>
                    <a:pt x="2192" y="19871"/>
                    <a:pt x="3120" y="19057"/>
                  </a:cubicBezTo>
                  <a:cubicBezTo>
                    <a:pt x="4047" y="18241"/>
                    <a:pt x="5186" y="17581"/>
                    <a:pt x="6535" y="17075"/>
                  </a:cubicBezTo>
                  <a:cubicBezTo>
                    <a:pt x="5888" y="16737"/>
                    <a:pt x="5256" y="16344"/>
                    <a:pt x="4638" y="15894"/>
                  </a:cubicBezTo>
                  <a:cubicBezTo>
                    <a:pt x="4019" y="15416"/>
                    <a:pt x="3331" y="14812"/>
                    <a:pt x="2572" y="14081"/>
                  </a:cubicBezTo>
                  <a:cubicBezTo>
                    <a:pt x="1785" y="13323"/>
                    <a:pt x="1166" y="12423"/>
                    <a:pt x="717" y="11383"/>
                  </a:cubicBezTo>
                  <a:cubicBezTo>
                    <a:pt x="239" y="10315"/>
                    <a:pt x="0" y="9191"/>
                    <a:pt x="0" y="8010"/>
                  </a:cubicBezTo>
                  <a:cubicBezTo>
                    <a:pt x="0" y="6858"/>
                    <a:pt x="155" y="5719"/>
                    <a:pt x="464" y="4595"/>
                  </a:cubicBezTo>
                  <a:cubicBezTo>
                    <a:pt x="745" y="3471"/>
                    <a:pt x="1349" y="2431"/>
                    <a:pt x="2277" y="1476"/>
                  </a:cubicBezTo>
                  <a:cubicBezTo>
                    <a:pt x="3176" y="492"/>
                    <a:pt x="4314" y="0"/>
                    <a:pt x="5692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4" name="Freeform 383">
              <a:extLst>
                <a:ext uri="{FF2B5EF4-FFF2-40B4-BE49-F238E27FC236}">
                  <a16:creationId xmlns:a16="http://schemas.microsoft.com/office/drawing/2014/main" id="{A93B4689-E874-690A-6C9C-B41483C66A79}"/>
                </a:ext>
              </a:extLst>
            </p:cNvPr>
            <p:cNvSpPr/>
            <p:nvPr/>
          </p:nvSpPr>
          <p:spPr>
            <a:xfrm>
              <a:off x="2784814" y="4131298"/>
              <a:ext cx="25802" cy="10118"/>
            </a:xfrm>
            <a:custGeom>
              <a:avLst/>
              <a:gdLst>
                <a:gd name="connsiteX0" fmla="*/ 7758 w 25802"/>
                <a:gd name="connsiteY0" fmla="*/ 8896 h 10118"/>
                <a:gd name="connsiteX1" fmla="*/ 4553 w 25802"/>
                <a:gd name="connsiteY1" fmla="*/ 10119 h 10118"/>
                <a:gd name="connsiteX2" fmla="*/ 1391 w 25802"/>
                <a:gd name="connsiteY2" fmla="*/ 8938 h 10118"/>
                <a:gd name="connsiteX3" fmla="*/ 0 w 25802"/>
                <a:gd name="connsiteY3" fmla="*/ 5523 h 10118"/>
                <a:gd name="connsiteX4" fmla="*/ 2488 w 25802"/>
                <a:gd name="connsiteY4" fmla="*/ 1476 h 10118"/>
                <a:gd name="connsiteX5" fmla="*/ 9065 w 25802"/>
                <a:gd name="connsiteY5" fmla="*/ 0 h 10118"/>
                <a:gd name="connsiteX6" fmla="*/ 17665 w 25802"/>
                <a:gd name="connsiteY6" fmla="*/ 1814 h 10118"/>
                <a:gd name="connsiteX7" fmla="*/ 23821 w 25802"/>
                <a:gd name="connsiteY7" fmla="*/ 5396 h 10118"/>
                <a:gd name="connsiteX8" fmla="*/ 25802 w 25802"/>
                <a:gd name="connsiteY8" fmla="*/ 7884 h 10118"/>
                <a:gd name="connsiteX9" fmla="*/ 24875 w 25802"/>
                <a:gd name="connsiteY9" fmla="*/ 8727 h 10118"/>
                <a:gd name="connsiteX10" fmla="*/ 23905 w 25802"/>
                <a:gd name="connsiteY10" fmla="*/ 8137 h 10118"/>
                <a:gd name="connsiteX11" fmla="*/ 9065 w 25802"/>
                <a:gd name="connsiteY11" fmla="*/ 1897 h 10118"/>
                <a:gd name="connsiteX12" fmla="*/ 7758 w 25802"/>
                <a:gd name="connsiteY12" fmla="*/ 2066 h 10118"/>
                <a:gd name="connsiteX13" fmla="*/ 7926 w 25802"/>
                <a:gd name="connsiteY13" fmla="*/ 2277 h 10118"/>
                <a:gd name="connsiteX14" fmla="*/ 9149 w 25802"/>
                <a:gd name="connsiteY14" fmla="*/ 5523 h 10118"/>
                <a:gd name="connsiteX15" fmla="*/ 7758 w 25802"/>
                <a:gd name="connsiteY15" fmla="*/ 8896 h 10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5802" h="10118">
                  <a:moveTo>
                    <a:pt x="7758" y="8896"/>
                  </a:moveTo>
                  <a:cubicBezTo>
                    <a:pt x="6830" y="9711"/>
                    <a:pt x="5762" y="10119"/>
                    <a:pt x="4553" y="10119"/>
                  </a:cubicBezTo>
                  <a:cubicBezTo>
                    <a:pt x="3345" y="10119"/>
                    <a:pt x="2291" y="9725"/>
                    <a:pt x="1391" y="8938"/>
                  </a:cubicBezTo>
                  <a:cubicBezTo>
                    <a:pt x="464" y="8123"/>
                    <a:pt x="0" y="6985"/>
                    <a:pt x="0" y="5523"/>
                  </a:cubicBezTo>
                  <a:cubicBezTo>
                    <a:pt x="0" y="3809"/>
                    <a:pt x="829" y="2460"/>
                    <a:pt x="2488" y="1476"/>
                  </a:cubicBezTo>
                  <a:cubicBezTo>
                    <a:pt x="4118" y="492"/>
                    <a:pt x="6310" y="0"/>
                    <a:pt x="9065" y="0"/>
                  </a:cubicBezTo>
                  <a:cubicBezTo>
                    <a:pt x="12044" y="0"/>
                    <a:pt x="14911" y="605"/>
                    <a:pt x="17665" y="1814"/>
                  </a:cubicBezTo>
                  <a:cubicBezTo>
                    <a:pt x="20448" y="3022"/>
                    <a:pt x="22500" y="4216"/>
                    <a:pt x="23821" y="5396"/>
                  </a:cubicBezTo>
                  <a:cubicBezTo>
                    <a:pt x="25141" y="6577"/>
                    <a:pt x="25802" y="7406"/>
                    <a:pt x="25802" y="7884"/>
                  </a:cubicBezTo>
                  <a:cubicBezTo>
                    <a:pt x="25802" y="8447"/>
                    <a:pt x="25493" y="8727"/>
                    <a:pt x="24875" y="8727"/>
                  </a:cubicBezTo>
                  <a:cubicBezTo>
                    <a:pt x="24650" y="8727"/>
                    <a:pt x="24327" y="8530"/>
                    <a:pt x="23905" y="8137"/>
                  </a:cubicBezTo>
                  <a:cubicBezTo>
                    <a:pt x="19464" y="4005"/>
                    <a:pt x="14517" y="1925"/>
                    <a:pt x="9065" y="1897"/>
                  </a:cubicBezTo>
                  <a:cubicBezTo>
                    <a:pt x="8193" y="1897"/>
                    <a:pt x="7758" y="1954"/>
                    <a:pt x="7758" y="2066"/>
                  </a:cubicBezTo>
                  <a:lnTo>
                    <a:pt x="7926" y="2277"/>
                  </a:lnTo>
                  <a:cubicBezTo>
                    <a:pt x="8741" y="3261"/>
                    <a:pt x="9149" y="4343"/>
                    <a:pt x="9149" y="5523"/>
                  </a:cubicBezTo>
                  <a:cubicBezTo>
                    <a:pt x="9149" y="6957"/>
                    <a:pt x="8685" y="8081"/>
                    <a:pt x="7758" y="8896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5" name="Freeform 384">
              <a:extLst>
                <a:ext uri="{FF2B5EF4-FFF2-40B4-BE49-F238E27FC236}">
                  <a16:creationId xmlns:a16="http://schemas.microsoft.com/office/drawing/2014/main" id="{2C5181AC-529A-4009-3D3C-0E45D5B9177E}"/>
                </a:ext>
              </a:extLst>
            </p:cNvPr>
            <p:cNvSpPr/>
            <p:nvPr/>
          </p:nvSpPr>
          <p:spPr>
            <a:xfrm>
              <a:off x="2755808" y="4061051"/>
              <a:ext cx="39124" cy="43002"/>
            </a:xfrm>
            <a:custGeom>
              <a:avLst/>
              <a:gdLst>
                <a:gd name="connsiteX0" fmla="*/ 5692 w 39124"/>
                <a:gd name="connsiteY0" fmla="*/ 0 h 43002"/>
                <a:gd name="connsiteX1" fmla="*/ 9402 w 39124"/>
                <a:gd name="connsiteY1" fmla="*/ 1475 h 43002"/>
                <a:gd name="connsiteX2" fmla="*/ 10709 w 39124"/>
                <a:gd name="connsiteY2" fmla="*/ 4638 h 43002"/>
                <a:gd name="connsiteX3" fmla="*/ 9781 w 39124"/>
                <a:gd name="connsiteY3" fmla="*/ 7083 h 43002"/>
                <a:gd name="connsiteX4" fmla="*/ 7673 w 39124"/>
                <a:gd name="connsiteY4" fmla="*/ 7925 h 43002"/>
                <a:gd name="connsiteX5" fmla="*/ 4680 w 39124"/>
                <a:gd name="connsiteY5" fmla="*/ 6745 h 43002"/>
                <a:gd name="connsiteX6" fmla="*/ 2993 w 39124"/>
                <a:gd name="connsiteY6" fmla="*/ 3794 h 43002"/>
                <a:gd name="connsiteX7" fmla="*/ 1897 w 39124"/>
                <a:gd name="connsiteY7" fmla="*/ 8095 h 43002"/>
                <a:gd name="connsiteX8" fmla="*/ 2783 w 39124"/>
                <a:gd name="connsiteY8" fmla="*/ 11256 h 43002"/>
                <a:gd name="connsiteX9" fmla="*/ 4806 w 39124"/>
                <a:gd name="connsiteY9" fmla="*/ 13576 h 43002"/>
                <a:gd name="connsiteX10" fmla="*/ 7589 w 39124"/>
                <a:gd name="connsiteY10" fmla="*/ 15178 h 43002"/>
                <a:gd name="connsiteX11" fmla="*/ 10161 w 39124"/>
                <a:gd name="connsiteY11" fmla="*/ 16189 h 43002"/>
                <a:gd name="connsiteX12" fmla="*/ 12100 w 39124"/>
                <a:gd name="connsiteY12" fmla="*/ 16653 h 43002"/>
                <a:gd name="connsiteX13" fmla="*/ 23905 w 39124"/>
                <a:gd name="connsiteY13" fmla="*/ 19604 h 43002"/>
                <a:gd name="connsiteX14" fmla="*/ 31494 w 39124"/>
                <a:gd name="connsiteY14" fmla="*/ 21038 h 43002"/>
                <a:gd name="connsiteX15" fmla="*/ 35583 w 39124"/>
                <a:gd name="connsiteY15" fmla="*/ 19858 h 43002"/>
                <a:gd name="connsiteX16" fmla="*/ 37185 w 39124"/>
                <a:gd name="connsiteY16" fmla="*/ 16316 h 43002"/>
                <a:gd name="connsiteX17" fmla="*/ 36932 w 39124"/>
                <a:gd name="connsiteY17" fmla="*/ 14334 h 43002"/>
                <a:gd name="connsiteX18" fmla="*/ 35879 w 39124"/>
                <a:gd name="connsiteY18" fmla="*/ 11931 h 43002"/>
                <a:gd name="connsiteX19" fmla="*/ 33897 w 39124"/>
                <a:gd name="connsiteY19" fmla="*/ 9317 h 43002"/>
                <a:gd name="connsiteX20" fmla="*/ 30608 w 39124"/>
                <a:gd name="connsiteY20" fmla="*/ 6829 h 43002"/>
                <a:gd name="connsiteX21" fmla="*/ 25886 w 39124"/>
                <a:gd name="connsiteY21" fmla="*/ 4806 h 43002"/>
                <a:gd name="connsiteX22" fmla="*/ 24959 w 39124"/>
                <a:gd name="connsiteY22" fmla="*/ 3710 h 43002"/>
                <a:gd name="connsiteX23" fmla="*/ 25802 w 39124"/>
                <a:gd name="connsiteY23" fmla="*/ 2656 h 43002"/>
                <a:gd name="connsiteX24" fmla="*/ 28037 w 39124"/>
                <a:gd name="connsiteY24" fmla="*/ 3246 h 43002"/>
                <a:gd name="connsiteX25" fmla="*/ 31452 w 39124"/>
                <a:gd name="connsiteY25" fmla="*/ 5017 h 43002"/>
                <a:gd name="connsiteX26" fmla="*/ 35077 w 39124"/>
                <a:gd name="connsiteY26" fmla="*/ 7757 h 43002"/>
                <a:gd name="connsiteX27" fmla="*/ 37944 w 39124"/>
                <a:gd name="connsiteY27" fmla="*/ 11636 h 43002"/>
                <a:gd name="connsiteX28" fmla="*/ 39125 w 39124"/>
                <a:gd name="connsiteY28" fmla="*/ 16484 h 43002"/>
                <a:gd name="connsiteX29" fmla="*/ 37185 w 39124"/>
                <a:gd name="connsiteY29" fmla="*/ 22514 h 43002"/>
                <a:gd name="connsiteX30" fmla="*/ 32548 w 39124"/>
                <a:gd name="connsiteY30" fmla="*/ 25802 h 43002"/>
                <a:gd name="connsiteX31" fmla="*/ 33433 w 39124"/>
                <a:gd name="connsiteY31" fmla="*/ 26308 h 43002"/>
                <a:gd name="connsiteX32" fmla="*/ 35077 w 39124"/>
                <a:gd name="connsiteY32" fmla="*/ 27488 h 43002"/>
                <a:gd name="connsiteX33" fmla="*/ 37017 w 39124"/>
                <a:gd name="connsiteY33" fmla="*/ 29301 h 43002"/>
                <a:gd name="connsiteX34" fmla="*/ 38450 w 39124"/>
                <a:gd name="connsiteY34" fmla="*/ 31789 h 43002"/>
                <a:gd name="connsiteX35" fmla="*/ 39125 w 39124"/>
                <a:gd name="connsiteY35" fmla="*/ 34866 h 43002"/>
                <a:gd name="connsiteX36" fmla="*/ 38535 w 39124"/>
                <a:gd name="connsiteY36" fmla="*/ 38703 h 43002"/>
                <a:gd name="connsiteX37" fmla="*/ 36595 w 39124"/>
                <a:gd name="connsiteY37" fmla="*/ 41738 h 43002"/>
                <a:gd name="connsiteX38" fmla="*/ 33391 w 39124"/>
                <a:gd name="connsiteY38" fmla="*/ 43003 h 43002"/>
                <a:gd name="connsiteX39" fmla="*/ 29892 w 39124"/>
                <a:gd name="connsiteY39" fmla="*/ 41612 h 43002"/>
                <a:gd name="connsiteX40" fmla="*/ 28416 w 39124"/>
                <a:gd name="connsiteY40" fmla="*/ 38239 h 43002"/>
                <a:gd name="connsiteX41" fmla="*/ 29133 w 39124"/>
                <a:gd name="connsiteY41" fmla="*/ 36047 h 43002"/>
                <a:gd name="connsiteX42" fmla="*/ 31409 w 39124"/>
                <a:gd name="connsiteY42" fmla="*/ 35035 h 43002"/>
                <a:gd name="connsiteX43" fmla="*/ 34445 w 39124"/>
                <a:gd name="connsiteY43" fmla="*/ 36215 h 43002"/>
                <a:gd name="connsiteX44" fmla="*/ 36089 w 39124"/>
                <a:gd name="connsiteY44" fmla="*/ 39082 h 43002"/>
                <a:gd name="connsiteX45" fmla="*/ 37185 w 39124"/>
                <a:gd name="connsiteY45" fmla="*/ 34782 h 43002"/>
                <a:gd name="connsiteX46" fmla="*/ 34740 w 39124"/>
                <a:gd name="connsiteY46" fmla="*/ 29807 h 43002"/>
                <a:gd name="connsiteX47" fmla="*/ 28205 w 39124"/>
                <a:gd name="connsiteY47" fmla="*/ 26561 h 43002"/>
                <a:gd name="connsiteX48" fmla="*/ 13997 w 39124"/>
                <a:gd name="connsiteY48" fmla="*/ 22935 h 43002"/>
                <a:gd name="connsiteX49" fmla="*/ 7673 w 39124"/>
                <a:gd name="connsiteY49" fmla="*/ 21923 h 43002"/>
                <a:gd name="connsiteX50" fmla="*/ 4680 w 39124"/>
                <a:gd name="connsiteY50" fmla="*/ 22387 h 43002"/>
                <a:gd name="connsiteX51" fmla="*/ 2909 w 39124"/>
                <a:gd name="connsiteY51" fmla="*/ 23652 h 43002"/>
                <a:gd name="connsiteX52" fmla="*/ 2108 w 39124"/>
                <a:gd name="connsiteY52" fmla="*/ 25127 h 43002"/>
                <a:gd name="connsiteX53" fmla="*/ 1897 w 39124"/>
                <a:gd name="connsiteY53" fmla="*/ 26561 h 43002"/>
                <a:gd name="connsiteX54" fmla="*/ 2403 w 39124"/>
                <a:gd name="connsiteY54" fmla="*/ 29259 h 43002"/>
                <a:gd name="connsiteX55" fmla="*/ 4090 w 39124"/>
                <a:gd name="connsiteY55" fmla="*/ 32337 h 43002"/>
                <a:gd name="connsiteX56" fmla="*/ 7589 w 39124"/>
                <a:gd name="connsiteY56" fmla="*/ 35541 h 43002"/>
                <a:gd name="connsiteX57" fmla="*/ 13196 w 39124"/>
                <a:gd name="connsiteY57" fmla="*/ 38155 h 43002"/>
                <a:gd name="connsiteX58" fmla="*/ 14166 w 39124"/>
                <a:gd name="connsiteY58" fmla="*/ 39293 h 43002"/>
                <a:gd name="connsiteX59" fmla="*/ 13280 w 39124"/>
                <a:gd name="connsiteY59" fmla="*/ 40305 h 43002"/>
                <a:gd name="connsiteX60" fmla="*/ 11088 w 39124"/>
                <a:gd name="connsiteY60" fmla="*/ 39757 h 43002"/>
                <a:gd name="connsiteX61" fmla="*/ 7673 w 39124"/>
                <a:gd name="connsiteY61" fmla="*/ 37986 h 43002"/>
                <a:gd name="connsiteX62" fmla="*/ 4090 w 39124"/>
                <a:gd name="connsiteY62" fmla="*/ 35203 h 43002"/>
                <a:gd name="connsiteX63" fmla="*/ 1180 w 39124"/>
                <a:gd name="connsiteY63" fmla="*/ 31283 h 43002"/>
                <a:gd name="connsiteX64" fmla="*/ 0 w 39124"/>
                <a:gd name="connsiteY64" fmla="*/ 26393 h 43002"/>
                <a:gd name="connsiteX65" fmla="*/ 253 w 39124"/>
                <a:gd name="connsiteY65" fmla="*/ 24158 h 43002"/>
                <a:gd name="connsiteX66" fmla="*/ 1096 w 39124"/>
                <a:gd name="connsiteY66" fmla="*/ 21670 h 43002"/>
                <a:gd name="connsiteX67" fmla="*/ 3120 w 39124"/>
                <a:gd name="connsiteY67" fmla="*/ 19056 h 43002"/>
                <a:gd name="connsiteX68" fmla="*/ 6535 w 39124"/>
                <a:gd name="connsiteY68" fmla="*/ 17075 h 43002"/>
                <a:gd name="connsiteX69" fmla="*/ 4638 w 39124"/>
                <a:gd name="connsiteY69" fmla="*/ 15894 h 43002"/>
                <a:gd name="connsiteX70" fmla="*/ 2572 w 39124"/>
                <a:gd name="connsiteY70" fmla="*/ 14081 h 43002"/>
                <a:gd name="connsiteX71" fmla="*/ 717 w 39124"/>
                <a:gd name="connsiteY71" fmla="*/ 11383 h 43002"/>
                <a:gd name="connsiteX72" fmla="*/ 0 w 39124"/>
                <a:gd name="connsiteY72" fmla="*/ 8010 h 43002"/>
                <a:gd name="connsiteX73" fmla="*/ 464 w 39124"/>
                <a:gd name="connsiteY73" fmla="*/ 4595 h 43002"/>
                <a:gd name="connsiteX74" fmla="*/ 2277 w 39124"/>
                <a:gd name="connsiteY74" fmla="*/ 1475 h 43002"/>
                <a:gd name="connsiteX75" fmla="*/ 5692 w 39124"/>
                <a:gd name="connsiteY75" fmla="*/ 0 h 43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39124" h="43002">
                  <a:moveTo>
                    <a:pt x="5692" y="0"/>
                  </a:moveTo>
                  <a:cubicBezTo>
                    <a:pt x="7266" y="0"/>
                    <a:pt x="8502" y="491"/>
                    <a:pt x="9402" y="1475"/>
                  </a:cubicBezTo>
                  <a:cubicBezTo>
                    <a:pt x="10273" y="2459"/>
                    <a:pt x="10709" y="3514"/>
                    <a:pt x="10709" y="4638"/>
                  </a:cubicBezTo>
                  <a:cubicBezTo>
                    <a:pt x="10709" y="5706"/>
                    <a:pt x="10400" y="6520"/>
                    <a:pt x="9781" y="7083"/>
                  </a:cubicBezTo>
                  <a:cubicBezTo>
                    <a:pt x="9163" y="7645"/>
                    <a:pt x="8460" y="7925"/>
                    <a:pt x="7673" y="7925"/>
                  </a:cubicBezTo>
                  <a:cubicBezTo>
                    <a:pt x="6605" y="7925"/>
                    <a:pt x="5607" y="7532"/>
                    <a:pt x="4680" y="6745"/>
                  </a:cubicBezTo>
                  <a:cubicBezTo>
                    <a:pt x="3752" y="5958"/>
                    <a:pt x="3190" y="4974"/>
                    <a:pt x="2993" y="3794"/>
                  </a:cubicBezTo>
                  <a:cubicBezTo>
                    <a:pt x="2263" y="4946"/>
                    <a:pt x="1897" y="6380"/>
                    <a:pt x="1897" y="8095"/>
                  </a:cubicBezTo>
                  <a:cubicBezTo>
                    <a:pt x="1897" y="9219"/>
                    <a:pt x="2192" y="10273"/>
                    <a:pt x="2783" y="11256"/>
                  </a:cubicBezTo>
                  <a:cubicBezTo>
                    <a:pt x="3373" y="12212"/>
                    <a:pt x="4047" y="12985"/>
                    <a:pt x="4806" y="13576"/>
                  </a:cubicBezTo>
                  <a:cubicBezTo>
                    <a:pt x="5565" y="14138"/>
                    <a:pt x="6493" y="14672"/>
                    <a:pt x="7589" y="15178"/>
                  </a:cubicBezTo>
                  <a:cubicBezTo>
                    <a:pt x="8657" y="15656"/>
                    <a:pt x="9514" y="15992"/>
                    <a:pt x="10161" y="16189"/>
                  </a:cubicBezTo>
                  <a:cubicBezTo>
                    <a:pt x="10779" y="16357"/>
                    <a:pt x="11425" y="16512"/>
                    <a:pt x="12100" y="16653"/>
                  </a:cubicBezTo>
                  <a:lnTo>
                    <a:pt x="23905" y="19604"/>
                  </a:lnTo>
                  <a:cubicBezTo>
                    <a:pt x="27643" y="20560"/>
                    <a:pt x="30173" y="21038"/>
                    <a:pt x="31494" y="21038"/>
                  </a:cubicBezTo>
                  <a:cubicBezTo>
                    <a:pt x="33124" y="21038"/>
                    <a:pt x="34487" y="20644"/>
                    <a:pt x="35583" y="19858"/>
                  </a:cubicBezTo>
                  <a:cubicBezTo>
                    <a:pt x="36651" y="19070"/>
                    <a:pt x="37185" y="17890"/>
                    <a:pt x="37185" y="16316"/>
                  </a:cubicBezTo>
                  <a:cubicBezTo>
                    <a:pt x="37185" y="15698"/>
                    <a:pt x="37101" y="15037"/>
                    <a:pt x="36932" y="14334"/>
                  </a:cubicBezTo>
                  <a:cubicBezTo>
                    <a:pt x="36736" y="13631"/>
                    <a:pt x="36384" y="12830"/>
                    <a:pt x="35879" y="11931"/>
                  </a:cubicBezTo>
                  <a:cubicBezTo>
                    <a:pt x="35344" y="11003"/>
                    <a:pt x="34684" y="10132"/>
                    <a:pt x="33897" y="9317"/>
                  </a:cubicBezTo>
                  <a:cubicBezTo>
                    <a:pt x="33082" y="8473"/>
                    <a:pt x="31986" y="7645"/>
                    <a:pt x="30608" y="6829"/>
                  </a:cubicBezTo>
                  <a:cubicBezTo>
                    <a:pt x="29231" y="6015"/>
                    <a:pt x="27657" y="5340"/>
                    <a:pt x="25886" y="4806"/>
                  </a:cubicBezTo>
                  <a:cubicBezTo>
                    <a:pt x="25268" y="4638"/>
                    <a:pt x="24959" y="4272"/>
                    <a:pt x="24959" y="3710"/>
                  </a:cubicBezTo>
                  <a:cubicBezTo>
                    <a:pt x="24959" y="3007"/>
                    <a:pt x="25240" y="2656"/>
                    <a:pt x="25802" y="2656"/>
                  </a:cubicBezTo>
                  <a:cubicBezTo>
                    <a:pt x="26280" y="2656"/>
                    <a:pt x="27025" y="2853"/>
                    <a:pt x="28037" y="3246"/>
                  </a:cubicBezTo>
                  <a:cubicBezTo>
                    <a:pt x="29020" y="3612"/>
                    <a:pt x="30159" y="4202"/>
                    <a:pt x="31452" y="5017"/>
                  </a:cubicBezTo>
                  <a:cubicBezTo>
                    <a:pt x="32716" y="5804"/>
                    <a:pt x="33925" y="6718"/>
                    <a:pt x="35077" y="7757"/>
                  </a:cubicBezTo>
                  <a:cubicBezTo>
                    <a:pt x="36202" y="8797"/>
                    <a:pt x="37157" y="10090"/>
                    <a:pt x="37944" y="11636"/>
                  </a:cubicBezTo>
                  <a:cubicBezTo>
                    <a:pt x="38731" y="13181"/>
                    <a:pt x="39125" y="14798"/>
                    <a:pt x="39125" y="16484"/>
                  </a:cubicBezTo>
                  <a:cubicBezTo>
                    <a:pt x="39125" y="18902"/>
                    <a:pt x="38478" y="20911"/>
                    <a:pt x="37185" y="22514"/>
                  </a:cubicBezTo>
                  <a:cubicBezTo>
                    <a:pt x="35893" y="24115"/>
                    <a:pt x="34347" y="25212"/>
                    <a:pt x="32548" y="25802"/>
                  </a:cubicBezTo>
                  <a:cubicBezTo>
                    <a:pt x="32801" y="25943"/>
                    <a:pt x="33096" y="26111"/>
                    <a:pt x="33433" y="26308"/>
                  </a:cubicBezTo>
                  <a:cubicBezTo>
                    <a:pt x="33770" y="26505"/>
                    <a:pt x="34319" y="26898"/>
                    <a:pt x="35077" y="27488"/>
                  </a:cubicBezTo>
                  <a:cubicBezTo>
                    <a:pt x="35808" y="28050"/>
                    <a:pt x="36455" y="28654"/>
                    <a:pt x="37017" y="29301"/>
                  </a:cubicBezTo>
                  <a:cubicBezTo>
                    <a:pt x="37551" y="29948"/>
                    <a:pt x="38029" y="30776"/>
                    <a:pt x="38450" y="31789"/>
                  </a:cubicBezTo>
                  <a:cubicBezTo>
                    <a:pt x="38900" y="32773"/>
                    <a:pt x="39125" y="33798"/>
                    <a:pt x="39125" y="34866"/>
                  </a:cubicBezTo>
                  <a:cubicBezTo>
                    <a:pt x="39125" y="36215"/>
                    <a:pt x="38928" y="37494"/>
                    <a:pt x="38535" y="38703"/>
                  </a:cubicBezTo>
                  <a:cubicBezTo>
                    <a:pt x="38141" y="39884"/>
                    <a:pt x="37495" y="40895"/>
                    <a:pt x="36595" y="41738"/>
                  </a:cubicBezTo>
                  <a:cubicBezTo>
                    <a:pt x="35696" y="42582"/>
                    <a:pt x="34628" y="43003"/>
                    <a:pt x="33391" y="43003"/>
                  </a:cubicBezTo>
                  <a:cubicBezTo>
                    <a:pt x="32014" y="43003"/>
                    <a:pt x="30847" y="42539"/>
                    <a:pt x="29892" y="41612"/>
                  </a:cubicBezTo>
                  <a:cubicBezTo>
                    <a:pt x="28908" y="40657"/>
                    <a:pt x="28416" y="39532"/>
                    <a:pt x="28416" y="38239"/>
                  </a:cubicBezTo>
                  <a:cubicBezTo>
                    <a:pt x="28416" y="37424"/>
                    <a:pt x="28655" y="36693"/>
                    <a:pt x="29133" y="36047"/>
                  </a:cubicBezTo>
                  <a:cubicBezTo>
                    <a:pt x="29611" y="35373"/>
                    <a:pt x="30370" y="35035"/>
                    <a:pt x="31409" y="35035"/>
                  </a:cubicBezTo>
                  <a:cubicBezTo>
                    <a:pt x="32562" y="35035"/>
                    <a:pt x="33574" y="35428"/>
                    <a:pt x="34445" y="36215"/>
                  </a:cubicBezTo>
                  <a:cubicBezTo>
                    <a:pt x="35316" y="37003"/>
                    <a:pt x="35864" y="37958"/>
                    <a:pt x="36089" y="39082"/>
                  </a:cubicBezTo>
                  <a:cubicBezTo>
                    <a:pt x="36820" y="37930"/>
                    <a:pt x="37185" y="36497"/>
                    <a:pt x="37185" y="34782"/>
                  </a:cubicBezTo>
                  <a:cubicBezTo>
                    <a:pt x="37185" y="32927"/>
                    <a:pt x="36370" y="31269"/>
                    <a:pt x="34740" y="29807"/>
                  </a:cubicBezTo>
                  <a:cubicBezTo>
                    <a:pt x="33110" y="28345"/>
                    <a:pt x="30932" y="27264"/>
                    <a:pt x="28205" y="26561"/>
                  </a:cubicBezTo>
                  <a:cubicBezTo>
                    <a:pt x="21656" y="24818"/>
                    <a:pt x="16920" y="23609"/>
                    <a:pt x="13997" y="22935"/>
                  </a:cubicBezTo>
                  <a:cubicBezTo>
                    <a:pt x="11046" y="22261"/>
                    <a:pt x="8938" y="21923"/>
                    <a:pt x="7673" y="21923"/>
                  </a:cubicBezTo>
                  <a:cubicBezTo>
                    <a:pt x="6493" y="21923"/>
                    <a:pt x="5495" y="22078"/>
                    <a:pt x="4680" y="22387"/>
                  </a:cubicBezTo>
                  <a:cubicBezTo>
                    <a:pt x="3865" y="22696"/>
                    <a:pt x="3274" y="23118"/>
                    <a:pt x="2909" y="23652"/>
                  </a:cubicBezTo>
                  <a:cubicBezTo>
                    <a:pt x="2516" y="24158"/>
                    <a:pt x="2248" y="24649"/>
                    <a:pt x="2108" y="25127"/>
                  </a:cubicBezTo>
                  <a:cubicBezTo>
                    <a:pt x="1967" y="25577"/>
                    <a:pt x="1897" y="26055"/>
                    <a:pt x="1897" y="26561"/>
                  </a:cubicBezTo>
                  <a:cubicBezTo>
                    <a:pt x="1897" y="27404"/>
                    <a:pt x="2066" y="28303"/>
                    <a:pt x="2403" y="29259"/>
                  </a:cubicBezTo>
                  <a:cubicBezTo>
                    <a:pt x="2740" y="30187"/>
                    <a:pt x="3303" y="31213"/>
                    <a:pt x="4090" y="32337"/>
                  </a:cubicBezTo>
                  <a:cubicBezTo>
                    <a:pt x="4848" y="33433"/>
                    <a:pt x="6015" y="34502"/>
                    <a:pt x="7589" y="35541"/>
                  </a:cubicBezTo>
                  <a:cubicBezTo>
                    <a:pt x="9163" y="36581"/>
                    <a:pt x="11032" y="37452"/>
                    <a:pt x="13196" y="38155"/>
                  </a:cubicBezTo>
                  <a:cubicBezTo>
                    <a:pt x="13843" y="38295"/>
                    <a:pt x="14166" y="38675"/>
                    <a:pt x="14166" y="39293"/>
                  </a:cubicBezTo>
                  <a:cubicBezTo>
                    <a:pt x="14138" y="39967"/>
                    <a:pt x="13843" y="40305"/>
                    <a:pt x="13280" y="40305"/>
                  </a:cubicBezTo>
                  <a:cubicBezTo>
                    <a:pt x="12803" y="40305"/>
                    <a:pt x="12072" y="40122"/>
                    <a:pt x="11088" y="39757"/>
                  </a:cubicBezTo>
                  <a:cubicBezTo>
                    <a:pt x="10076" y="39363"/>
                    <a:pt x="8938" y="38774"/>
                    <a:pt x="7673" y="37986"/>
                  </a:cubicBezTo>
                  <a:cubicBezTo>
                    <a:pt x="6408" y="37171"/>
                    <a:pt x="5214" y="36243"/>
                    <a:pt x="4090" y="35203"/>
                  </a:cubicBezTo>
                  <a:cubicBezTo>
                    <a:pt x="2937" y="34135"/>
                    <a:pt x="1967" y="32828"/>
                    <a:pt x="1180" y="31283"/>
                  </a:cubicBezTo>
                  <a:cubicBezTo>
                    <a:pt x="393" y="29709"/>
                    <a:pt x="0" y="28078"/>
                    <a:pt x="0" y="26393"/>
                  </a:cubicBezTo>
                  <a:cubicBezTo>
                    <a:pt x="0" y="25634"/>
                    <a:pt x="84" y="24889"/>
                    <a:pt x="253" y="24158"/>
                  </a:cubicBezTo>
                  <a:cubicBezTo>
                    <a:pt x="393" y="23399"/>
                    <a:pt x="675" y="22569"/>
                    <a:pt x="1096" y="21670"/>
                  </a:cubicBezTo>
                  <a:cubicBezTo>
                    <a:pt x="1518" y="20742"/>
                    <a:pt x="2192" y="19871"/>
                    <a:pt x="3120" y="19056"/>
                  </a:cubicBezTo>
                  <a:cubicBezTo>
                    <a:pt x="4047" y="18241"/>
                    <a:pt x="5186" y="17581"/>
                    <a:pt x="6535" y="17075"/>
                  </a:cubicBezTo>
                  <a:cubicBezTo>
                    <a:pt x="5888" y="16737"/>
                    <a:pt x="5256" y="16344"/>
                    <a:pt x="4638" y="15894"/>
                  </a:cubicBezTo>
                  <a:cubicBezTo>
                    <a:pt x="4019" y="15416"/>
                    <a:pt x="3331" y="14812"/>
                    <a:pt x="2572" y="14081"/>
                  </a:cubicBezTo>
                  <a:cubicBezTo>
                    <a:pt x="1785" y="13323"/>
                    <a:pt x="1166" y="12423"/>
                    <a:pt x="717" y="11383"/>
                  </a:cubicBezTo>
                  <a:cubicBezTo>
                    <a:pt x="239" y="10315"/>
                    <a:pt x="0" y="9191"/>
                    <a:pt x="0" y="8010"/>
                  </a:cubicBezTo>
                  <a:cubicBezTo>
                    <a:pt x="0" y="6857"/>
                    <a:pt x="155" y="5719"/>
                    <a:pt x="464" y="4595"/>
                  </a:cubicBezTo>
                  <a:cubicBezTo>
                    <a:pt x="745" y="3471"/>
                    <a:pt x="1349" y="2431"/>
                    <a:pt x="2277" y="1475"/>
                  </a:cubicBezTo>
                  <a:cubicBezTo>
                    <a:pt x="3176" y="491"/>
                    <a:pt x="4314" y="0"/>
                    <a:pt x="5692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6" name="Freeform 385">
              <a:extLst>
                <a:ext uri="{FF2B5EF4-FFF2-40B4-BE49-F238E27FC236}">
                  <a16:creationId xmlns:a16="http://schemas.microsoft.com/office/drawing/2014/main" id="{65CF6394-C358-7899-32E5-4AC5650EB665}"/>
                </a:ext>
              </a:extLst>
            </p:cNvPr>
            <p:cNvSpPr/>
            <p:nvPr/>
          </p:nvSpPr>
          <p:spPr>
            <a:xfrm>
              <a:off x="2724398" y="4040718"/>
              <a:ext cx="19212" cy="11539"/>
            </a:xfrm>
            <a:custGeom>
              <a:avLst/>
              <a:gdLst>
                <a:gd name="connsiteX0" fmla="*/ 2302 w 19212"/>
                <a:gd name="connsiteY0" fmla="*/ 0 h 11539"/>
                <a:gd name="connsiteX1" fmla="*/ 3453 w 19212"/>
                <a:gd name="connsiteY1" fmla="*/ 355 h 11539"/>
                <a:gd name="connsiteX2" fmla="*/ 19213 w 19212"/>
                <a:gd name="connsiteY2" fmla="*/ 9916 h 11539"/>
                <a:gd name="connsiteX3" fmla="*/ 19213 w 19212"/>
                <a:gd name="connsiteY3" fmla="*/ 11540 h 11539"/>
                <a:gd name="connsiteX4" fmla="*/ 1269 w 19212"/>
                <a:gd name="connsiteY4" fmla="*/ 4280 h 11539"/>
                <a:gd name="connsiteX5" fmla="*/ 384 w 19212"/>
                <a:gd name="connsiteY5" fmla="*/ 3541 h 11539"/>
                <a:gd name="connsiteX6" fmla="*/ 0 w 19212"/>
                <a:gd name="connsiteY6" fmla="*/ 2302 h 11539"/>
                <a:gd name="connsiteX7" fmla="*/ 679 w 19212"/>
                <a:gd name="connsiteY7" fmla="*/ 680 h 11539"/>
                <a:gd name="connsiteX8" fmla="*/ 2302 w 19212"/>
                <a:gd name="connsiteY8" fmla="*/ 0 h 11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212" h="11539">
                  <a:moveTo>
                    <a:pt x="2302" y="0"/>
                  </a:moveTo>
                  <a:cubicBezTo>
                    <a:pt x="2774" y="0"/>
                    <a:pt x="3158" y="118"/>
                    <a:pt x="3453" y="355"/>
                  </a:cubicBezTo>
                  <a:lnTo>
                    <a:pt x="19213" y="9916"/>
                  </a:lnTo>
                  <a:lnTo>
                    <a:pt x="19213" y="11540"/>
                  </a:lnTo>
                  <a:lnTo>
                    <a:pt x="1269" y="4280"/>
                  </a:lnTo>
                  <a:cubicBezTo>
                    <a:pt x="915" y="4162"/>
                    <a:pt x="620" y="3915"/>
                    <a:pt x="384" y="3541"/>
                  </a:cubicBezTo>
                  <a:cubicBezTo>
                    <a:pt x="128" y="3168"/>
                    <a:pt x="0" y="2755"/>
                    <a:pt x="0" y="2302"/>
                  </a:cubicBezTo>
                  <a:cubicBezTo>
                    <a:pt x="0" y="1673"/>
                    <a:pt x="226" y="1132"/>
                    <a:pt x="679" y="680"/>
                  </a:cubicBezTo>
                  <a:cubicBezTo>
                    <a:pt x="1131" y="227"/>
                    <a:pt x="1672" y="0"/>
                    <a:pt x="2302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7" name="Freeform 386">
              <a:extLst>
                <a:ext uri="{FF2B5EF4-FFF2-40B4-BE49-F238E27FC236}">
                  <a16:creationId xmlns:a16="http://schemas.microsoft.com/office/drawing/2014/main" id="{BDDA8DD5-101A-5CB8-3D84-6B8F8E76EAD2}"/>
                </a:ext>
              </a:extLst>
            </p:cNvPr>
            <p:cNvSpPr/>
            <p:nvPr/>
          </p:nvSpPr>
          <p:spPr>
            <a:xfrm>
              <a:off x="2729205" y="4011586"/>
              <a:ext cx="86344" cy="20025"/>
            </a:xfrm>
            <a:custGeom>
              <a:avLst/>
              <a:gdLst>
                <a:gd name="connsiteX0" fmla="*/ 85501 w 86344"/>
                <a:gd name="connsiteY0" fmla="*/ 20026 h 20025"/>
                <a:gd name="connsiteX1" fmla="*/ 84026 w 86344"/>
                <a:gd name="connsiteY1" fmla="*/ 18930 h 20025"/>
                <a:gd name="connsiteX2" fmla="*/ 43172 w 86344"/>
                <a:gd name="connsiteY2" fmla="*/ 5018 h 20025"/>
                <a:gd name="connsiteX3" fmla="*/ 2867 w 86344"/>
                <a:gd name="connsiteY3" fmla="*/ 18382 h 20025"/>
                <a:gd name="connsiteX4" fmla="*/ 843 w 86344"/>
                <a:gd name="connsiteY4" fmla="*/ 20026 h 20025"/>
                <a:gd name="connsiteX5" fmla="*/ 0 w 86344"/>
                <a:gd name="connsiteY5" fmla="*/ 19184 h 20025"/>
                <a:gd name="connsiteX6" fmla="*/ 1729 w 86344"/>
                <a:gd name="connsiteY6" fmla="*/ 16527 h 20025"/>
                <a:gd name="connsiteX7" fmla="*/ 7420 w 86344"/>
                <a:gd name="connsiteY7" fmla="*/ 11257 h 20025"/>
                <a:gd name="connsiteX8" fmla="*/ 16232 w 86344"/>
                <a:gd name="connsiteY8" fmla="*/ 5692 h 20025"/>
                <a:gd name="connsiteX9" fmla="*/ 43172 w 86344"/>
                <a:gd name="connsiteY9" fmla="*/ 0 h 20025"/>
                <a:gd name="connsiteX10" fmla="*/ 69523 w 86344"/>
                <a:gd name="connsiteY10" fmla="*/ 5439 h 20025"/>
                <a:gd name="connsiteX11" fmla="*/ 78587 w 86344"/>
                <a:gd name="connsiteY11" fmla="*/ 11004 h 20025"/>
                <a:gd name="connsiteX12" fmla="*/ 84532 w 86344"/>
                <a:gd name="connsiteY12" fmla="*/ 16401 h 20025"/>
                <a:gd name="connsiteX13" fmla="*/ 86344 w 86344"/>
                <a:gd name="connsiteY13" fmla="*/ 19184 h 20025"/>
                <a:gd name="connsiteX14" fmla="*/ 85501 w 86344"/>
                <a:gd name="connsiteY14" fmla="*/ 20026 h 20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6344" h="20025">
                  <a:moveTo>
                    <a:pt x="85501" y="20026"/>
                  </a:moveTo>
                  <a:cubicBezTo>
                    <a:pt x="85220" y="20026"/>
                    <a:pt x="84729" y="19660"/>
                    <a:pt x="84026" y="18930"/>
                  </a:cubicBezTo>
                  <a:cubicBezTo>
                    <a:pt x="74582" y="9655"/>
                    <a:pt x="60964" y="5018"/>
                    <a:pt x="43172" y="5018"/>
                  </a:cubicBezTo>
                  <a:cubicBezTo>
                    <a:pt x="25324" y="5018"/>
                    <a:pt x="11889" y="9473"/>
                    <a:pt x="2867" y="18382"/>
                  </a:cubicBezTo>
                  <a:cubicBezTo>
                    <a:pt x="1827" y="19478"/>
                    <a:pt x="1152" y="20026"/>
                    <a:pt x="843" y="20026"/>
                  </a:cubicBezTo>
                  <a:cubicBezTo>
                    <a:pt x="281" y="20026"/>
                    <a:pt x="0" y="19745"/>
                    <a:pt x="0" y="19184"/>
                  </a:cubicBezTo>
                  <a:cubicBezTo>
                    <a:pt x="0" y="18790"/>
                    <a:pt x="576" y="17905"/>
                    <a:pt x="1729" y="16527"/>
                  </a:cubicBezTo>
                  <a:cubicBezTo>
                    <a:pt x="2881" y="15122"/>
                    <a:pt x="4778" y="13365"/>
                    <a:pt x="7420" y="11257"/>
                  </a:cubicBezTo>
                  <a:cubicBezTo>
                    <a:pt x="10062" y="9122"/>
                    <a:pt x="13000" y="7266"/>
                    <a:pt x="16232" y="5692"/>
                  </a:cubicBezTo>
                  <a:cubicBezTo>
                    <a:pt x="24074" y="1897"/>
                    <a:pt x="33054" y="0"/>
                    <a:pt x="43172" y="0"/>
                  </a:cubicBezTo>
                  <a:cubicBezTo>
                    <a:pt x="52897" y="0"/>
                    <a:pt x="61681" y="1813"/>
                    <a:pt x="69523" y="5439"/>
                  </a:cubicBezTo>
                  <a:cubicBezTo>
                    <a:pt x="72811" y="6985"/>
                    <a:pt x="75833" y="8840"/>
                    <a:pt x="78587" y="11004"/>
                  </a:cubicBezTo>
                  <a:cubicBezTo>
                    <a:pt x="81341" y="13169"/>
                    <a:pt x="83323" y="14967"/>
                    <a:pt x="84532" y="16401"/>
                  </a:cubicBezTo>
                  <a:cubicBezTo>
                    <a:pt x="85741" y="17834"/>
                    <a:pt x="86344" y="18761"/>
                    <a:pt x="86344" y="19184"/>
                  </a:cubicBezTo>
                  <a:cubicBezTo>
                    <a:pt x="86344" y="19745"/>
                    <a:pt x="86064" y="20026"/>
                    <a:pt x="85501" y="20026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88" name="Freeform 387">
            <a:extLst>
              <a:ext uri="{FF2B5EF4-FFF2-40B4-BE49-F238E27FC236}">
                <a16:creationId xmlns:a16="http://schemas.microsoft.com/office/drawing/2014/main" id="{1E8E3511-CBED-FBF3-94FE-94499C701E79}"/>
              </a:ext>
            </a:extLst>
          </p:cNvPr>
          <p:cNvSpPr/>
          <p:nvPr/>
        </p:nvSpPr>
        <p:spPr>
          <a:xfrm>
            <a:off x="2966305" y="3569461"/>
            <a:ext cx="1814283" cy="1127897"/>
          </a:xfrm>
          <a:custGeom>
            <a:avLst/>
            <a:gdLst>
              <a:gd name="connsiteX0" fmla="*/ 0 w 1814283"/>
              <a:gd name="connsiteY0" fmla="*/ 1127897 h 1127897"/>
              <a:gd name="connsiteX1" fmla="*/ 18326 w 1814283"/>
              <a:gd name="connsiteY1" fmla="*/ 1127888 h 1127897"/>
              <a:gd name="connsiteX2" fmla="*/ 36653 w 1814283"/>
              <a:gd name="connsiteY2" fmla="*/ 1127879 h 1127897"/>
              <a:gd name="connsiteX3" fmla="*/ 54978 w 1814283"/>
              <a:gd name="connsiteY3" fmla="*/ 1127852 h 1127897"/>
              <a:gd name="connsiteX4" fmla="*/ 73304 w 1814283"/>
              <a:gd name="connsiteY4" fmla="*/ 1127825 h 1127897"/>
              <a:gd name="connsiteX5" fmla="*/ 91631 w 1814283"/>
              <a:gd name="connsiteY5" fmla="*/ 1127771 h 1127897"/>
              <a:gd name="connsiteX6" fmla="*/ 109957 w 1814283"/>
              <a:gd name="connsiteY6" fmla="*/ 1127708 h 1127897"/>
              <a:gd name="connsiteX7" fmla="*/ 128282 w 1814283"/>
              <a:gd name="connsiteY7" fmla="*/ 1127600 h 1127897"/>
              <a:gd name="connsiteX8" fmla="*/ 146609 w 1814283"/>
              <a:gd name="connsiteY8" fmla="*/ 1127456 h 1127897"/>
              <a:gd name="connsiteX9" fmla="*/ 164935 w 1814283"/>
              <a:gd name="connsiteY9" fmla="*/ 1127249 h 1127897"/>
              <a:gd name="connsiteX10" fmla="*/ 183261 w 1814283"/>
              <a:gd name="connsiteY10" fmla="*/ 1126961 h 1127897"/>
              <a:gd name="connsiteX11" fmla="*/ 201587 w 1814283"/>
              <a:gd name="connsiteY11" fmla="*/ 1126556 h 1127897"/>
              <a:gd name="connsiteX12" fmla="*/ 219913 w 1814283"/>
              <a:gd name="connsiteY12" fmla="*/ 1125998 h 1127897"/>
              <a:gd name="connsiteX13" fmla="*/ 238239 w 1814283"/>
              <a:gd name="connsiteY13" fmla="*/ 1125242 h 1127897"/>
              <a:gd name="connsiteX14" fmla="*/ 256566 w 1814283"/>
              <a:gd name="connsiteY14" fmla="*/ 1124216 h 1127897"/>
              <a:gd name="connsiteX15" fmla="*/ 274891 w 1814283"/>
              <a:gd name="connsiteY15" fmla="*/ 1122848 h 1127897"/>
              <a:gd name="connsiteX16" fmla="*/ 293217 w 1814283"/>
              <a:gd name="connsiteY16" fmla="*/ 1121030 h 1127897"/>
              <a:gd name="connsiteX17" fmla="*/ 311544 w 1814283"/>
              <a:gd name="connsiteY17" fmla="*/ 1118645 h 1127897"/>
              <a:gd name="connsiteX18" fmla="*/ 329870 w 1814283"/>
              <a:gd name="connsiteY18" fmla="*/ 1115540 h 1127897"/>
              <a:gd name="connsiteX19" fmla="*/ 348196 w 1814283"/>
              <a:gd name="connsiteY19" fmla="*/ 1111544 h 1127897"/>
              <a:gd name="connsiteX20" fmla="*/ 366521 w 1814283"/>
              <a:gd name="connsiteY20" fmla="*/ 1106423 h 1127897"/>
              <a:gd name="connsiteX21" fmla="*/ 384848 w 1814283"/>
              <a:gd name="connsiteY21" fmla="*/ 1099943 h 1127897"/>
              <a:gd name="connsiteX22" fmla="*/ 403174 w 1814283"/>
              <a:gd name="connsiteY22" fmla="*/ 1091816 h 1127897"/>
              <a:gd name="connsiteX23" fmla="*/ 421500 w 1814283"/>
              <a:gd name="connsiteY23" fmla="*/ 1081718 h 1127897"/>
              <a:gd name="connsiteX24" fmla="*/ 439826 w 1814283"/>
              <a:gd name="connsiteY24" fmla="*/ 1069298 h 1127897"/>
              <a:gd name="connsiteX25" fmla="*/ 458152 w 1814283"/>
              <a:gd name="connsiteY25" fmla="*/ 1054196 h 1127897"/>
              <a:gd name="connsiteX26" fmla="*/ 476478 w 1814283"/>
              <a:gd name="connsiteY26" fmla="*/ 1036052 h 1127897"/>
              <a:gd name="connsiteX27" fmla="*/ 494805 w 1814283"/>
              <a:gd name="connsiteY27" fmla="*/ 1014506 h 1127897"/>
              <a:gd name="connsiteX28" fmla="*/ 513131 w 1814283"/>
              <a:gd name="connsiteY28" fmla="*/ 989243 h 1127897"/>
              <a:gd name="connsiteX29" fmla="*/ 531456 w 1814283"/>
              <a:gd name="connsiteY29" fmla="*/ 960002 h 1127897"/>
              <a:gd name="connsiteX30" fmla="*/ 549783 w 1814283"/>
              <a:gd name="connsiteY30" fmla="*/ 926576 h 1127897"/>
              <a:gd name="connsiteX31" fmla="*/ 568109 w 1814283"/>
              <a:gd name="connsiteY31" fmla="*/ 888857 h 1127897"/>
              <a:gd name="connsiteX32" fmla="*/ 586435 w 1814283"/>
              <a:gd name="connsiteY32" fmla="*/ 846836 h 1127897"/>
              <a:gd name="connsiteX33" fmla="*/ 604761 w 1814283"/>
              <a:gd name="connsiteY33" fmla="*/ 800599 h 1127897"/>
              <a:gd name="connsiteX34" fmla="*/ 623087 w 1814283"/>
              <a:gd name="connsiteY34" fmla="*/ 750346 h 1127897"/>
              <a:gd name="connsiteX35" fmla="*/ 641413 w 1814283"/>
              <a:gd name="connsiteY35" fmla="*/ 696382 h 1127897"/>
              <a:gd name="connsiteX36" fmla="*/ 659736 w 1814283"/>
              <a:gd name="connsiteY36" fmla="*/ 639118 h 1127897"/>
              <a:gd name="connsiteX37" fmla="*/ 678069 w 1814283"/>
              <a:gd name="connsiteY37" fmla="*/ 579080 h 1127897"/>
              <a:gd name="connsiteX38" fmla="*/ 696393 w 1814283"/>
              <a:gd name="connsiteY38" fmla="*/ 516910 h 1127897"/>
              <a:gd name="connsiteX39" fmla="*/ 714717 w 1814283"/>
              <a:gd name="connsiteY39" fmla="*/ 453380 h 1127897"/>
              <a:gd name="connsiteX40" fmla="*/ 733041 w 1814283"/>
              <a:gd name="connsiteY40" fmla="*/ 389402 h 1127897"/>
              <a:gd name="connsiteX41" fmla="*/ 751374 w 1814283"/>
              <a:gd name="connsiteY41" fmla="*/ 326034 h 1127897"/>
              <a:gd name="connsiteX42" fmla="*/ 769698 w 1814283"/>
              <a:gd name="connsiteY42" fmla="*/ 264484 h 1127897"/>
              <a:gd name="connsiteX43" fmla="*/ 788022 w 1814283"/>
              <a:gd name="connsiteY43" fmla="*/ 206085 h 1127897"/>
              <a:gd name="connsiteX44" fmla="*/ 806346 w 1814283"/>
              <a:gd name="connsiteY44" fmla="*/ 152268 h 1127897"/>
              <a:gd name="connsiteX45" fmla="*/ 824670 w 1814283"/>
              <a:gd name="connsiteY45" fmla="*/ 104499 h 1127897"/>
              <a:gd name="connsiteX46" fmla="*/ 843003 w 1814283"/>
              <a:gd name="connsiteY46" fmla="*/ 64208 h 1127897"/>
              <a:gd name="connsiteX47" fmla="*/ 861327 w 1814283"/>
              <a:gd name="connsiteY47" fmla="*/ 32693 h 1127897"/>
              <a:gd name="connsiteX48" fmla="*/ 879651 w 1814283"/>
              <a:gd name="connsiteY48" fmla="*/ 11032 h 1127897"/>
              <a:gd name="connsiteX49" fmla="*/ 897975 w 1814283"/>
              <a:gd name="connsiteY49" fmla="*/ 0 h 1127897"/>
              <a:gd name="connsiteX50" fmla="*/ 916308 w 1814283"/>
              <a:gd name="connsiteY50" fmla="*/ 0 h 1127897"/>
              <a:gd name="connsiteX51" fmla="*/ 934632 w 1814283"/>
              <a:gd name="connsiteY51" fmla="*/ 11032 h 1127897"/>
              <a:gd name="connsiteX52" fmla="*/ 952956 w 1814283"/>
              <a:gd name="connsiteY52" fmla="*/ 32693 h 1127897"/>
              <a:gd name="connsiteX53" fmla="*/ 971280 w 1814283"/>
              <a:gd name="connsiteY53" fmla="*/ 64208 h 1127897"/>
              <a:gd name="connsiteX54" fmla="*/ 989613 w 1814283"/>
              <a:gd name="connsiteY54" fmla="*/ 104499 h 1127897"/>
              <a:gd name="connsiteX55" fmla="*/ 1007937 w 1814283"/>
              <a:gd name="connsiteY55" fmla="*/ 152268 h 1127897"/>
              <a:gd name="connsiteX56" fmla="*/ 1026261 w 1814283"/>
              <a:gd name="connsiteY56" fmla="*/ 206085 h 1127897"/>
              <a:gd name="connsiteX57" fmla="*/ 1044585 w 1814283"/>
              <a:gd name="connsiteY57" fmla="*/ 264484 h 1127897"/>
              <a:gd name="connsiteX58" fmla="*/ 1062909 w 1814283"/>
              <a:gd name="connsiteY58" fmla="*/ 326034 h 1127897"/>
              <a:gd name="connsiteX59" fmla="*/ 1081242 w 1814283"/>
              <a:gd name="connsiteY59" fmla="*/ 389402 h 1127897"/>
              <a:gd name="connsiteX60" fmla="*/ 1099566 w 1814283"/>
              <a:gd name="connsiteY60" fmla="*/ 453380 h 1127897"/>
              <a:gd name="connsiteX61" fmla="*/ 1117890 w 1814283"/>
              <a:gd name="connsiteY61" fmla="*/ 516910 h 1127897"/>
              <a:gd name="connsiteX62" fmla="*/ 1136214 w 1814283"/>
              <a:gd name="connsiteY62" fmla="*/ 579080 h 1127897"/>
              <a:gd name="connsiteX63" fmla="*/ 1154547 w 1814283"/>
              <a:gd name="connsiteY63" fmla="*/ 639118 h 1127897"/>
              <a:gd name="connsiteX64" fmla="*/ 1172871 w 1814283"/>
              <a:gd name="connsiteY64" fmla="*/ 696382 h 1127897"/>
              <a:gd name="connsiteX65" fmla="*/ 1191195 w 1814283"/>
              <a:gd name="connsiteY65" fmla="*/ 750346 h 1127897"/>
              <a:gd name="connsiteX66" fmla="*/ 1209519 w 1814283"/>
              <a:gd name="connsiteY66" fmla="*/ 800599 h 1127897"/>
              <a:gd name="connsiteX67" fmla="*/ 1227852 w 1814283"/>
              <a:gd name="connsiteY67" fmla="*/ 846836 h 1127897"/>
              <a:gd name="connsiteX68" fmla="*/ 1246176 w 1814283"/>
              <a:gd name="connsiteY68" fmla="*/ 888857 h 1127897"/>
              <a:gd name="connsiteX69" fmla="*/ 1264500 w 1814283"/>
              <a:gd name="connsiteY69" fmla="*/ 926576 h 1127897"/>
              <a:gd name="connsiteX70" fmla="*/ 1282824 w 1814283"/>
              <a:gd name="connsiteY70" fmla="*/ 960002 h 1127897"/>
              <a:gd name="connsiteX71" fmla="*/ 1301148 w 1814283"/>
              <a:gd name="connsiteY71" fmla="*/ 989243 h 1127897"/>
              <a:gd name="connsiteX72" fmla="*/ 1319481 w 1814283"/>
              <a:gd name="connsiteY72" fmla="*/ 1014506 h 1127897"/>
              <a:gd name="connsiteX73" fmla="*/ 1337805 w 1814283"/>
              <a:gd name="connsiteY73" fmla="*/ 1036052 h 1127897"/>
              <a:gd name="connsiteX74" fmla="*/ 1356129 w 1814283"/>
              <a:gd name="connsiteY74" fmla="*/ 1054196 h 1127897"/>
              <a:gd name="connsiteX75" fmla="*/ 1374453 w 1814283"/>
              <a:gd name="connsiteY75" fmla="*/ 1069298 h 1127897"/>
              <a:gd name="connsiteX76" fmla="*/ 1392786 w 1814283"/>
              <a:gd name="connsiteY76" fmla="*/ 1081718 h 1127897"/>
              <a:gd name="connsiteX77" fmla="*/ 1411110 w 1814283"/>
              <a:gd name="connsiteY77" fmla="*/ 1091816 h 1127897"/>
              <a:gd name="connsiteX78" fmla="*/ 1429434 w 1814283"/>
              <a:gd name="connsiteY78" fmla="*/ 1099943 h 1127897"/>
              <a:gd name="connsiteX79" fmla="*/ 1447758 w 1814283"/>
              <a:gd name="connsiteY79" fmla="*/ 1106423 h 1127897"/>
              <a:gd name="connsiteX80" fmla="*/ 1466091 w 1814283"/>
              <a:gd name="connsiteY80" fmla="*/ 1111544 h 1127897"/>
              <a:gd name="connsiteX81" fmla="*/ 1484415 w 1814283"/>
              <a:gd name="connsiteY81" fmla="*/ 1115540 h 1127897"/>
              <a:gd name="connsiteX82" fmla="*/ 1502739 w 1814283"/>
              <a:gd name="connsiteY82" fmla="*/ 1118645 h 1127897"/>
              <a:gd name="connsiteX83" fmla="*/ 1521063 w 1814283"/>
              <a:gd name="connsiteY83" fmla="*/ 1121030 h 1127897"/>
              <a:gd name="connsiteX84" fmla="*/ 1539396 w 1814283"/>
              <a:gd name="connsiteY84" fmla="*/ 1122848 h 1127897"/>
              <a:gd name="connsiteX85" fmla="*/ 1557720 w 1814283"/>
              <a:gd name="connsiteY85" fmla="*/ 1124216 h 1127897"/>
              <a:gd name="connsiteX86" fmla="*/ 1576044 w 1814283"/>
              <a:gd name="connsiteY86" fmla="*/ 1125242 h 1127897"/>
              <a:gd name="connsiteX87" fmla="*/ 1594368 w 1814283"/>
              <a:gd name="connsiteY87" fmla="*/ 1125998 h 1127897"/>
              <a:gd name="connsiteX88" fmla="*/ 1612692 w 1814283"/>
              <a:gd name="connsiteY88" fmla="*/ 1126556 h 1127897"/>
              <a:gd name="connsiteX89" fmla="*/ 1631025 w 1814283"/>
              <a:gd name="connsiteY89" fmla="*/ 1126961 h 1127897"/>
              <a:gd name="connsiteX90" fmla="*/ 1649349 w 1814283"/>
              <a:gd name="connsiteY90" fmla="*/ 1127249 h 1127897"/>
              <a:gd name="connsiteX91" fmla="*/ 1667673 w 1814283"/>
              <a:gd name="connsiteY91" fmla="*/ 1127456 h 1127897"/>
              <a:gd name="connsiteX92" fmla="*/ 1685997 w 1814283"/>
              <a:gd name="connsiteY92" fmla="*/ 1127600 h 1127897"/>
              <a:gd name="connsiteX93" fmla="*/ 1704330 w 1814283"/>
              <a:gd name="connsiteY93" fmla="*/ 1127708 h 1127897"/>
              <a:gd name="connsiteX94" fmla="*/ 1722654 w 1814283"/>
              <a:gd name="connsiteY94" fmla="*/ 1127771 h 1127897"/>
              <a:gd name="connsiteX95" fmla="*/ 1740978 w 1814283"/>
              <a:gd name="connsiteY95" fmla="*/ 1127825 h 1127897"/>
              <a:gd name="connsiteX96" fmla="*/ 1759302 w 1814283"/>
              <a:gd name="connsiteY96" fmla="*/ 1127852 h 1127897"/>
              <a:gd name="connsiteX97" fmla="*/ 1777635 w 1814283"/>
              <a:gd name="connsiteY97" fmla="*/ 1127879 h 1127897"/>
              <a:gd name="connsiteX98" fmla="*/ 1795959 w 1814283"/>
              <a:gd name="connsiteY98" fmla="*/ 1127888 h 1127897"/>
              <a:gd name="connsiteX99" fmla="*/ 1814283 w 1814283"/>
              <a:gd name="connsiteY99" fmla="*/ 1127897 h 1127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814283" h="1127897">
                <a:moveTo>
                  <a:pt x="0" y="1127897"/>
                </a:moveTo>
                <a:lnTo>
                  <a:pt x="18326" y="1127888"/>
                </a:lnTo>
                <a:lnTo>
                  <a:pt x="36653" y="1127879"/>
                </a:lnTo>
                <a:lnTo>
                  <a:pt x="54978" y="1127852"/>
                </a:lnTo>
                <a:lnTo>
                  <a:pt x="73304" y="1127825"/>
                </a:lnTo>
                <a:lnTo>
                  <a:pt x="91631" y="1127771"/>
                </a:lnTo>
                <a:lnTo>
                  <a:pt x="109957" y="1127708"/>
                </a:lnTo>
                <a:lnTo>
                  <a:pt x="128282" y="1127600"/>
                </a:lnTo>
                <a:lnTo>
                  <a:pt x="146609" y="1127456"/>
                </a:lnTo>
                <a:lnTo>
                  <a:pt x="164935" y="1127249"/>
                </a:lnTo>
                <a:lnTo>
                  <a:pt x="183261" y="1126961"/>
                </a:lnTo>
                <a:lnTo>
                  <a:pt x="201587" y="1126556"/>
                </a:lnTo>
                <a:lnTo>
                  <a:pt x="219913" y="1125998"/>
                </a:lnTo>
                <a:lnTo>
                  <a:pt x="238239" y="1125242"/>
                </a:lnTo>
                <a:lnTo>
                  <a:pt x="256566" y="1124216"/>
                </a:lnTo>
                <a:lnTo>
                  <a:pt x="274891" y="1122848"/>
                </a:lnTo>
                <a:lnTo>
                  <a:pt x="293217" y="1121030"/>
                </a:lnTo>
                <a:lnTo>
                  <a:pt x="311544" y="1118645"/>
                </a:lnTo>
                <a:lnTo>
                  <a:pt x="329870" y="1115540"/>
                </a:lnTo>
                <a:lnTo>
                  <a:pt x="348196" y="1111544"/>
                </a:lnTo>
                <a:lnTo>
                  <a:pt x="366521" y="1106423"/>
                </a:lnTo>
                <a:lnTo>
                  <a:pt x="384848" y="1099943"/>
                </a:lnTo>
                <a:lnTo>
                  <a:pt x="403174" y="1091816"/>
                </a:lnTo>
                <a:lnTo>
                  <a:pt x="421500" y="1081718"/>
                </a:lnTo>
                <a:lnTo>
                  <a:pt x="439826" y="1069298"/>
                </a:lnTo>
                <a:lnTo>
                  <a:pt x="458152" y="1054196"/>
                </a:lnTo>
                <a:lnTo>
                  <a:pt x="476478" y="1036052"/>
                </a:lnTo>
                <a:lnTo>
                  <a:pt x="494805" y="1014506"/>
                </a:lnTo>
                <a:lnTo>
                  <a:pt x="513131" y="989243"/>
                </a:lnTo>
                <a:lnTo>
                  <a:pt x="531456" y="960002"/>
                </a:lnTo>
                <a:lnTo>
                  <a:pt x="549783" y="926576"/>
                </a:lnTo>
                <a:lnTo>
                  <a:pt x="568109" y="888857"/>
                </a:lnTo>
                <a:lnTo>
                  <a:pt x="586435" y="846836"/>
                </a:lnTo>
                <a:lnTo>
                  <a:pt x="604761" y="800599"/>
                </a:lnTo>
                <a:lnTo>
                  <a:pt x="623087" y="750346"/>
                </a:lnTo>
                <a:lnTo>
                  <a:pt x="641413" y="696382"/>
                </a:lnTo>
                <a:lnTo>
                  <a:pt x="659736" y="639118"/>
                </a:lnTo>
                <a:lnTo>
                  <a:pt x="678069" y="579080"/>
                </a:lnTo>
                <a:lnTo>
                  <a:pt x="696393" y="516910"/>
                </a:lnTo>
                <a:lnTo>
                  <a:pt x="714717" y="453380"/>
                </a:lnTo>
                <a:lnTo>
                  <a:pt x="733041" y="389402"/>
                </a:lnTo>
                <a:lnTo>
                  <a:pt x="751374" y="326034"/>
                </a:lnTo>
                <a:lnTo>
                  <a:pt x="769698" y="264484"/>
                </a:lnTo>
                <a:lnTo>
                  <a:pt x="788022" y="206085"/>
                </a:lnTo>
                <a:lnTo>
                  <a:pt x="806346" y="152268"/>
                </a:lnTo>
                <a:lnTo>
                  <a:pt x="824670" y="104499"/>
                </a:lnTo>
                <a:lnTo>
                  <a:pt x="843003" y="64208"/>
                </a:lnTo>
                <a:lnTo>
                  <a:pt x="861327" y="32693"/>
                </a:lnTo>
                <a:lnTo>
                  <a:pt x="879651" y="11032"/>
                </a:lnTo>
                <a:lnTo>
                  <a:pt x="897975" y="0"/>
                </a:lnTo>
                <a:lnTo>
                  <a:pt x="916308" y="0"/>
                </a:lnTo>
                <a:lnTo>
                  <a:pt x="934632" y="11032"/>
                </a:lnTo>
                <a:lnTo>
                  <a:pt x="952956" y="32693"/>
                </a:lnTo>
                <a:lnTo>
                  <a:pt x="971280" y="64208"/>
                </a:lnTo>
                <a:lnTo>
                  <a:pt x="989613" y="104499"/>
                </a:lnTo>
                <a:lnTo>
                  <a:pt x="1007937" y="152268"/>
                </a:lnTo>
                <a:lnTo>
                  <a:pt x="1026261" y="206085"/>
                </a:lnTo>
                <a:lnTo>
                  <a:pt x="1044585" y="264484"/>
                </a:lnTo>
                <a:lnTo>
                  <a:pt x="1062909" y="326034"/>
                </a:lnTo>
                <a:lnTo>
                  <a:pt x="1081242" y="389402"/>
                </a:lnTo>
                <a:lnTo>
                  <a:pt x="1099566" y="453380"/>
                </a:lnTo>
                <a:lnTo>
                  <a:pt x="1117890" y="516910"/>
                </a:lnTo>
                <a:lnTo>
                  <a:pt x="1136214" y="579080"/>
                </a:lnTo>
                <a:lnTo>
                  <a:pt x="1154547" y="639118"/>
                </a:lnTo>
                <a:lnTo>
                  <a:pt x="1172871" y="696382"/>
                </a:lnTo>
                <a:lnTo>
                  <a:pt x="1191195" y="750346"/>
                </a:lnTo>
                <a:lnTo>
                  <a:pt x="1209519" y="800599"/>
                </a:lnTo>
                <a:lnTo>
                  <a:pt x="1227852" y="846836"/>
                </a:lnTo>
                <a:lnTo>
                  <a:pt x="1246176" y="888857"/>
                </a:lnTo>
                <a:lnTo>
                  <a:pt x="1264500" y="926576"/>
                </a:lnTo>
                <a:lnTo>
                  <a:pt x="1282824" y="960002"/>
                </a:lnTo>
                <a:lnTo>
                  <a:pt x="1301148" y="989243"/>
                </a:lnTo>
                <a:lnTo>
                  <a:pt x="1319481" y="1014506"/>
                </a:lnTo>
                <a:lnTo>
                  <a:pt x="1337805" y="1036052"/>
                </a:lnTo>
                <a:lnTo>
                  <a:pt x="1356129" y="1054196"/>
                </a:lnTo>
                <a:lnTo>
                  <a:pt x="1374453" y="1069298"/>
                </a:lnTo>
                <a:lnTo>
                  <a:pt x="1392786" y="1081718"/>
                </a:lnTo>
                <a:lnTo>
                  <a:pt x="1411110" y="1091816"/>
                </a:lnTo>
                <a:lnTo>
                  <a:pt x="1429434" y="1099943"/>
                </a:lnTo>
                <a:lnTo>
                  <a:pt x="1447758" y="1106423"/>
                </a:lnTo>
                <a:lnTo>
                  <a:pt x="1466091" y="1111544"/>
                </a:lnTo>
                <a:lnTo>
                  <a:pt x="1484415" y="1115540"/>
                </a:lnTo>
                <a:lnTo>
                  <a:pt x="1502739" y="1118645"/>
                </a:lnTo>
                <a:lnTo>
                  <a:pt x="1521063" y="1121030"/>
                </a:lnTo>
                <a:lnTo>
                  <a:pt x="1539396" y="1122848"/>
                </a:lnTo>
                <a:lnTo>
                  <a:pt x="1557720" y="1124216"/>
                </a:lnTo>
                <a:lnTo>
                  <a:pt x="1576044" y="1125242"/>
                </a:lnTo>
                <a:lnTo>
                  <a:pt x="1594368" y="1125998"/>
                </a:lnTo>
                <a:lnTo>
                  <a:pt x="1612692" y="1126556"/>
                </a:lnTo>
                <a:lnTo>
                  <a:pt x="1631025" y="1126961"/>
                </a:lnTo>
                <a:lnTo>
                  <a:pt x="1649349" y="1127249"/>
                </a:lnTo>
                <a:lnTo>
                  <a:pt x="1667673" y="1127456"/>
                </a:lnTo>
                <a:lnTo>
                  <a:pt x="1685997" y="1127600"/>
                </a:lnTo>
                <a:lnTo>
                  <a:pt x="1704330" y="1127708"/>
                </a:lnTo>
                <a:lnTo>
                  <a:pt x="1722654" y="1127771"/>
                </a:lnTo>
                <a:lnTo>
                  <a:pt x="1740978" y="1127825"/>
                </a:lnTo>
                <a:lnTo>
                  <a:pt x="1759302" y="1127852"/>
                </a:lnTo>
                <a:lnTo>
                  <a:pt x="1777635" y="1127879"/>
                </a:lnTo>
                <a:lnTo>
                  <a:pt x="1795959" y="1127888"/>
                </a:lnTo>
                <a:lnTo>
                  <a:pt x="1814283" y="1127897"/>
                </a:lnTo>
              </a:path>
            </a:pathLst>
          </a:custGeom>
          <a:noFill/>
          <a:ln w="10763" cap="rnd">
            <a:solidFill>
              <a:srgbClr val="0000FF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9" name="Freeform 388">
            <a:extLst>
              <a:ext uri="{FF2B5EF4-FFF2-40B4-BE49-F238E27FC236}">
                <a16:creationId xmlns:a16="http://schemas.microsoft.com/office/drawing/2014/main" id="{84988CA8-007F-5DF1-2671-9192EE8A849C}"/>
              </a:ext>
            </a:extLst>
          </p:cNvPr>
          <p:cNvSpPr/>
          <p:nvPr/>
        </p:nvSpPr>
        <p:spPr>
          <a:xfrm>
            <a:off x="3873441" y="3569461"/>
            <a:ext cx="900" cy="1127897"/>
          </a:xfrm>
          <a:custGeom>
            <a:avLst/>
            <a:gdLst>
              <a:gd name="connsiteX0" fmla="*/ 0 w 900"/>
              <a:gd name="connsiteY0" fmla="*/ 1127897 h 1127897"/>
              <a:gd name="connsiteX1" fmla="*/ 0 w 900"/>
              <a:gd name="connsiteY1" fmla="*/ 0 h 1127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00" h="1127897">
                <a:moveTo>
                  <a:pt x="0" y="1127897"/>
                </a:moveTo>
                <a:lnTo>
                  <a:pt x="0" y="0"/>
                </a:lnTo>
              </a:path>
            </a:pathLst>
          </a:custGeom>
          <a:noFill/>
          <a:ln w="3588" cap="rnd">
            <a:solidFill>
              <a:srgbClr val="FF00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5C9D0708-017D-D066-CF80-7FB701869290}"/>
              </a:ext>
            </a:extLst>
          </p:cNvPr>
          <p:cNvGrpSpPr/>
          <p:nvPr/>
        </p:nvGrpSpPr>
        <p:grpSpPr>
          <a:xfrm>
            <a:off x="358776" y="1923678"/>
            <a:ext cx="2160000" cy="1440000"/>
            <a:chOff x="358776" y="1923678"/>
            <a:chExt cx="2160000" cy="1440000"/>
          </a:xfrm>
        </p:grpSpPr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689AD77-9AD2-5D22-4D55-EBBBAA76B421}"/>
                </a:ext>
              </a:extLst>
            </p:cNvPr>
            <p:cNvSpPr/>
            <p:nvPr/>
          </p:nvSpPr>
          <p:spPr>
            <a:xfrm>
              <a:off x="358776" y="1923678"/>
              <a:ext cx="2160000" cy="1440000"/>
            </a:xfrm>
            <a:custGeom>
              <a:avLst/>
              <a:gdLst>
                <a:gd name="connsiteX0" fmla="*/ 0 w 2160000"/>
                <a:gd name="connsiteY0" fmla="*/ 1440000 h 1440000"/>
                <a:gd name="connsiteX1" fmla="*/ 2160000 w 2160000"/>
                <a:gd name="connsiteY1" fmla="*/ 1440000 h 1440000"/>
                <a:gd name="connsiteX2" fmla="*/ 2160000 w 2160000"/>
                <a:gd name="connsiteY2" fmla="*/ 0 h 1440000"/>
                <a:gd name="connsiteX3" fmla="*/ 0 w 2160000"/>
                <a:gd name="connsiteY3" fmla="*/ 0 h 144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60000" h="1440000">
                  <a:moveTo>
                    <a:pt x="0" y="1440000"/>
                  </a:moveTo>
                  <a:lnTo>
                    <a:pt x="2160000" y="1440000"/>
                  </a:lnTo>
                  <a:lnTo>
                    <a:pt x="2160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6B9A0A4F-C229-5408-5560-8212DE842FCD}"/>
                </a:ext>
              </a:extLst>
            </p:cNvPr>
            <p:cNvSpPr/>
            <p:nvPr/>
          </p:nvSpPr>
          <p:spPr>
            <a:xfrm>
              <a:off x="681886" y="1966197"/>
              <a:ext cx="1794373" cy="1195574"/>
            </a:xfrm>
            <a:custGeom>
              <a:avLst/>
              <a:gdLst>
                <a:gd name="connsiteX0" fmla="*/ 0 w 1794373"/>
                <a:gd name="connsiteY0" fmla="*/ 1195574 h 1195574"/>
                <a:gd name="connsiteX1" fmla="*/ 1794373 w 1794373"/>
                <a:gd name="connsiteY1" fmla="*/ 1195574 h 1195574"/>
                <a:gd name="connsiteX2" fmla="*/ 1794373 w 1794373"/>
                <a:gd name="connsiteY2" fmla="*/ 0 h 1195574"/>
                <a:gd name="connsiteX3" fmla="*/ 0 w 1794373"/>
                <a:gd name="connsiteY3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4373" h="1195574">
                  <a:moveTo>
                    <a:pt x="0" y="1195574"/>
                  </a:moveTo>
                  <a:lnTo>
                    <a:pt x="1794373" y="1195574"/>
                  </a:lnTo>
                  <a:lnTo>
                    <a:pt x="179437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146A72CE-6725-519E-B6E2-37F020F33BB2}"/>
                </a:ext>
              </a:extLst>
            </p:cNvPr>
            <p:cNvSpPr/>
            <p:nvPr/>
          </p:nvSpPr>
          <p:spPr>
            <a:xfrm>
              <a:off x="732671" y="1966197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24BA38AB-6A00-9844-9C50-169114689017}"/>
                </a:ext>
              </a:extLst>
            </p:cNvPr>
            <p:cNvSpPr/>
            <p:nvPr/>
          </p:nvSpPr>
          <p:spPr>
            <a:xfrm>
              <a:off x="1155870" y="1966197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EEC4165F-E59B-95E0-E205-3DD37FCE8C2F}"/>
                </a:ext>
              </a:extLst>
            </p:cNvPr>
            <p:cNvSpPr/>
            <p:nvPr/>
          </p:nvSpPr>
          <p:spPr>
            <a:xfrm>
              <a:off x="1579068" y="1966197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7C25E0AC-0494-6272-5D9F-57F47A9C93F4}"/>
                </a:ext>
              </a:extLst>
            </p:cNvPr>
            <p:cNvSpPr/>
            <p:nvPr/>
          </p:nvSpPr>
          <p:spPr>
            <a:xfrm>
              <a:off x="2002274" y="1966197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6BE73402-3CFC-661B-ECD6-94928E37C72A}"/>
                </a:ext>
              </a:extLst>
            </p:cNvPr>
            <p:cNvSpPr/>
            <p:nvPr/>
          </p:nvSpPr>
          <p:spPr>
            <a:xfrm>
              <a:off x="2425473" y="1966197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37B0069F-3951-1BFA-6B74-F832C661FFB8}"/>
                </a:ext>
              </a:extLst>
            </p:cNvPr>
            <p:cNvSpPr/>
            <p:nvPr/>
          </p:nvSpPr>
          <p:spPr>
            <a:xfrm>
              <a:off x="681886" y="3161772"/>
              <a:ext cx="1794373" cy="900"/>
            </a:xfrm>
            <a:custGeom>
              <a:avLst/>
              <a:gdLst>
                <a:gd name="connsiteX0" fmla="*/ 0 w 1794373"/>
                <a:gd name="connsiteY0" fmla="*/ 0 h 900"/>
                <a:gd name="connsiteX1" fmla="*/ 1794373 w 1794373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94373" h="900">
                  <a:moveTo>
                    <a:pt x="0" y="0"/>
                  </a:moveTo>
                  <a:lnTo>
                    <a:pt x="1794373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7104DD3E-684A-BDC8-0F6A-5ED84D05CD2A}"/>
                </a:ext>
              </a:extLst>
            </p:cNvPr>
            <p:cNvSpPr/>
            <p:nvPr/>
          </p:nvSpPr>
          <p:spPr>
            <a:xfrm>
              <a:off x="732671" y="3144762"/>
              <a:ext cx="900" cy="17010"/>
            </a:xfrm>
            <a:custGeom>
              <a:avLst/>
              <a:gdLst>
                <a:gd name="connsiteX0" fmla="*/ 0 w 900"/>
                <a:gd name="connsiteY0" fmla="*/ 17010 h 17010"/>
                <a:gd name="connsiteX1" fmla="*/ 0 w 900"/>
                <a:gd name="connsiteY1" fmla="*/ 0 h 17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7010">
                  <a:moveTo>
                    <a:pt x="0" y="17010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D459C93-BAB5-C456-59B6-8BEED98D07F9}"/>
                </a:ext>
              </a:extLst>
            </p:cNvPr>
            <p:cNvSpPr/>
            <p:nvPr/>
          </p:nvSpPr>
          <p:spPr>
            <a:xfrm>
              <a:off x="1155870" y="3144762"/>
              <a:ext cx="900" cy="17010"/>
            </a:xfrm>
            <a:custGeom>
              <a:avLst/>
              <a:gdLst>
                <a:gd name="connsiteX0" fmla="*/ 0 w 900"/>
                <a:gd name="connsiteY0" fmla="*/ 17010 h 17010"/>
                <a:gd name="connsiteX1" fmla="*/ 0 w 900"/>
                <a:gd name="connsiteY1" fmla="*/ 0 h 17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7010">
                  <a:moveTo>
                    <a:pt x="0" y="17010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A80CE6FF-E7C2-E6A1-2470-837F202EA519}"/>
                </a:ext>
              </a:extLst>
            </p:cNvPr>
            <p:cNvSpPr/>
            <p:nvPr/>
          </p:nvSpPr>
          <p:spPr>
            <a:xfrm>
              <a:off x="1579068" y="3144762"/>
              <a:ext cx="900" cy="17010"/>
            </a:xfrm>
            <a:custGeom>
              <a:avLst/>
              <a:gdLst>
                <a:gd name="connsiteX0" fmla="*/ 0 w 900"/>
                <a:gd name="connsiteY0" fmla="*/ 17010 h 17010"/>
                <a:gd name="connsiteX1" fmla="*/ 0 w 900"/>
                <a:gd name="connsiteY1" fmla="*/ 0 h 17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7010">
                  <a:moveTo>
                    <a:pt x="0" y="17010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7B832F24-E554-FC4D-5675-1DD34899AD9D}"/>
                </a:ext>
              </a:extLst>
            </p:cNvPr>
            <p:cNvSpPr/>
            <p:nvPr/>
          </p:nvSpPr>
          <p:spPr>
            <a:xfrm>
              <a:off x="2002274" y="3144762"/>
              <a:ext cx="900" cy="17010"/>
            </a:xfrm>
            <a:custGeom>
              <a:avLst/>
              <a:gdLst>
                <a:gd name="connsiteX0" fmla="*/ 0 w 900"/>
                <a:gd name="connsiteY0" fmla="*/ 17010 h 17010"/>
                <a:gd name="connsiteX1" fmla="*/ 0 w 900"/>
                <a:gd name="connsiteY1" fmla="*/ 0 h 17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7010">
                  <a:moveTo>
                    <a:pt x="0" y="17010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11641061-5EA7-8384-D02C-6C35F1A7F31E}"/>
                </a:ext>
              </a:extLst>
            </p:cNvPr>
            <p:cNvSpPr/>
            <p:nvPr/>
          </p:nvSpPr>
          <p:spPr>
            <a:xfrm>
              <a:off x="2425473" y="3144762"/>
              <a:ext cx="900" cy="17010"/>
            </a:xfrm>
            <a:custGeom>
              <a:avLst/>
              <a:gdLst>
                <a:gd name="connsiteX0" fmla="*/ 0 w 900"/>
                <a:gd name="connsiteY0" fmla="*/ 17010 h 17010"/>
                <a:gd name="connsiteX1" fmla="*/ 0 w 900"/>
                <a:gd name="connsiteY1" fmla="*/ 0 h 17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7010">
                  <a:moveTo>
                    <a:pt x="0" y="17010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537EC958-6FCA-58DA-83E2-1285E68BB23A}"/>
                </a:ext>
              </a:extLst>
            </p:cNvPr>
            <p:cNvSpPr/>
            <p:nvPr/>
          </p:nvSpPr>
          <p:spPr>
            <a:xfrm>
              <a:off x="648452" y="3220587"/>
              <a:ext cx="46738" cy="6201"/>
            </a:xfrm>
            <a:custGeom>
              <a:avLst/>
              <a:gdLst>
                <a:gd name="connsiteX0" fmla="*/ 0 w 46738"/>
                <a:gd name="connsiteY0" fmla="*/ 0 h 6201"/>
                <a:gd name="connsiteX1" fmla="*/ 46739 w 46738"/>
                <a:gd name="connsiteY1" fmla="*/ 0 h 6201"/>
                <a:gd name="connsiteX2" fmla="*/ 46739 w 46738"/>
                <a:gd name="connsiteY2" fmla="*/ 6201 h 6201"/>
                <a:gd name="connsiteX3" fmla="*/ 0 w 46738"/>
                <a:gd name="connsiteY3" fmla="*/ 6201 h 6201"/>
                <a:gd name="connsiteX4" fmla="*/ 0 w 46738"/>
                <a:gd name="connsiteY4" fmla="*/ 0 h 6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738" h="6201">
                  <a:moveTo>
                    <a:pt x="0" y="0"/>
                  </a:moveTo>
                  <a:lnTo>
                    <a:pt x="46739" y="0"/>
                  </a:lnTo>
                  <a:lnTo>
                    <a:pt x="46739" y="6201"/>
                  </a:lnTo>
                  <a:lnTo>
                    <a:pt x="0" y="6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D643D00A-81B4-5550-F756-AC71D751EDB6}"/>
                </a:ext>
              </a:extLst>
            </p:cNvPr>
            <p:cNvSpPr/>
            <p:nvPr/>
          </p:nvSpPr>
          <p:spPr>
            <a:xfrm>
              <a:off x="711306" y="3192659"/>
              <a:ext cx="32411" cy="54431"/>
            </a:xfrm>
            <a:custGeom>
              <a:avLst/>
              <a:gdLst>
                <a:gd name="connsiteX0" fmla="*/ 1057 w 32411"/>
                <a:gd name="connsiteY0" fmla="*/ 48231 h 54431"/>
                <a:gd name="connsiteX1" fmla="*/ 13089 w 32411"/>
                <a:gd name="connsiteY1" fmla="*/ 48231 h 54431"/>
                <a:gd name="connsiteX2" fmla="*/ 13089 w 32411"/>
                <a:gd name="connsiteY2" fmla="*/ 6705 h 54431"/>
                <a:gd name="connsiteX3" fmla="*/ 0 w 32411"/>
                <a:gd name="connsiteY3" fmla="*/ 9333 h 54431"/>
                <a:gd name="connsiteX4" fmla="*/ 0 w 32411"/>
                <a:gd name="connsiteY4" fmla="*/ 2628 h 54431"/>
                <a:gd name="connsiteX5" fmla="*/ 13016 w 32411"/>
                <a:gd name="connsiteY5" fmla="*/ 0 h 54431"/>
                <a:gd name="connsiteX6" fmla="*/ 20380 w 32411"/>
                <a:gd name="connsiteY6" fmla="*/ 0 h 54431"/>
                <a:gd name="connsiteX7" fmla="*/ 20380 w 32411"/>
                <a:gd name="connsiteY7" fmla="*/ 48231 h 54431"/>
                <a:gd name="connsiteX8" fmla="*/ 32412 w 32411"/>
                <a:gd name="connsiteY8" fmla="*/ 48231 h 54431"/>
                <a:gd name="connsiteX9" fmla="*/ 32412 w 32411"/>
                <a:gd name="connsiteY9" fmla="*/ 54432 h 54431"/>
                <a:gd name="connsiteX10" fmla="*/ 1057 w 32411"/>
                <a:gd name="connsiteY10" fmla="*/ 54432 h 54431"/>
                <a:gd name="connsiteX11" fmla="*/ 1057 w 32411"/>
                <a:gd name="connsiteY11" fmla="*/ 48231 h 54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411" h="54431">
                  <a:moveTo>
                    <a:pt x="1057" y="48231"/>
                  </a:moveTo>
                  <a:lnTo>
                    <a:pt x="13089" y="48231"/>
                  </a:lnTo>
                  <a:lnTo>
                    <a:pt x="13089" y="6705"/>
                  </a:lnTo>
                  <a:lnTo>
                    <a:pt x="0" y="9333"/>
                  </a:lnTo>
                  <a:lnTo>
                    <a:pt x="0" y="2628"/>
                  </a:lnTo>
                  <a:lnTo>
                    <a:pt x="13016" y="0"/>
                  </a:lnTo>
                  <a:lnTo>
                    <a:pt x="20380" y="0"/>
                  </a:lnTo>
                  <a:lnTo>
                    <a:pt x="20380" y="48231"/>
                  </a:lnTo>
                  <a:lnTo>
                    <a:pt x="32412" y="48231"/>
                  </a:lnTo>
                  <a:lnTo>
                    <a:pt x="32412" y="54432"/>
                  </a:lnTo>
                  <a:lnTo>
                    <a:pt x="1057" y="54432"/>
                  </a:lnTo>
                  <a:lnTo>
                    <a:pt x="1057" y="48231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ECC1905E-DFF1-DB2E-A006-B96487D1F5CA}"/>
                </a:ext>
              </a:extLst>
            </p:cNvPr>
            <p:cNvSpPr/>
            <p:nvPr/>
          </p:nvSpPr>
          <p:spPr>
            <a:xfrm>
              <a:off x="758592" y="3237831"/>
              <a:ext cx="7692" cy="9260"/>
            </a:xfrm>
            <a:custGeom>
              <a:avLst/>
              <a:gdLst>
                <a:gd name="connsiteX0" fmla="*/ 0 w 7692"/>
                <a:gd name="connsiteY0" fmla="*/ 0 h 9260"/>
                <a:gd name="connsiteX1" fmla="*/ 7692 w 7692"/>
                <a:gd name="connsiteY1" fmla="*/ 0 h 9260"/>
                <a:gd name="connsiteX2" fmla="*/ 7692 w 7692"/>
                <a:gd name="connsiteY2" fmla="*/ 9261 h 9260"/>
                <a:gd name="connsiteX3" fmla="*/ 0 w 7692"/>
                <a:gd name="connsiteY3" fmla="*/ 9261 h 9260"/>
                <a:gd name="connsiteX4" fmla="*/ 0 w 7692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2" h="9260">
                  <a:moveTo>
                    <a:pt x="0" y="0"/>
                  </a:moveTo>
                  <a:lnTo>
                    <a:pt x="7692" y="0"/>
                  </a:lnTo>
                  <a:lnTo>
                    <a:pt x="7692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4D4F50D-F322-A030-3F8E-C9A20C592E0E}"/>
                </a:ext>
              </a:extLst>
            </p:cNvPr>
            <p:cNvSpPr/>
            <p:nvPr/>
          </p:nvSpPr>
          <p:spPr>
            <a:xfrm>
              <a:off x="779264" y="3191679"/>
              <a:ext cx="37625" cy="56465"/>
            </a:xfrm>
            <a:custGeom>
              <a:avLst/>
              <a:gdLst>
                <a:gd name="connsiteX0" fmla="*/ 18813 w 37625"/>
                <a:gd name="connsiteY0" fmla="*/ 5832 h 56465"/>
                <a:gd name="connsiteX1" fmla="*/ 10245 w 37625"/>
                <a:gd name="connsiteY1" fmla="*/ 11448 h 56465"/>
                <a:gd name="connsiteX2" fmla="*/ 7402 w 37625"/>
                <a:gd name="connsiteY2" fmla="*/ 28251 h 56465"/>
                <a:gd name="connsiteX3" fmla="*/ 10245 w 37625"/>
                <a:gd name="connsiteY3" fmla="*/ 45063 h 56465"/>
                <a:gd name="connsiteX4" fmla="*/ 18813 w 37625"/>
                <a:gd name="connsiteY4" fmla="*/ 50634 h 56465"/>
                <a:gd name="connsiteX5" fmla="*/ 27380 w 37625"/>
                <a:gd name="connsiteY5" fmla="*/ 45063 h 56465"/>
                <a:gd name="connsiteX6" fmla="*/ 30261 w 37625"/>
                <a:gd name="connsiteY6" fmla="*/ 28251 h 56465"/>
                <a:gd name="connsiteX7" fmla="*/ 27380 w 37625"/>
                <a:gd name="connsiteY7" fmla="*/ 11448 h 56465"/>
                <a:gd name="connsiteX8" fmla="*/ 18813 w 37625"/>
                <a:gd name="connsiteY8" fmla="*/ 5832 h 56465"/>
                <a:gd name="connsiteX9" fmla="*/ 18813 w 37625"/>
                <a:gd name="connsiteY9" fmla="*/ 0 h 56465"/>
                <a:gd name="connsiteX10" fmla="*/ 32776 w 37625"/>
                <a:gd name="connsiteY10" fmla="*/ 7254 h 56465"/>
                <a:gd name="connsiteX11" fmla="*/ 37625 w 37625"/>
                <a:gd name="connsiteY11" fmla="*/ 28251 h 56465"/>
                <a:gd name="connsiteX12" fmla="*/ 32776 w 37625"/>
                <a:gd name="connsiteY12" fmla="*/ 49248 h 56465"/>
                <a:gd name="connsiteX13" fmla="*/ 18813 w 37625"/>
                <a:gd name="connsiteY13" fmla="*/ 56466 h 56465"/>
                <a:gd name="connsiteX14" fmla="*/ 4812 w 37625"/>
                <a:gd name="connsiteY14" fmla="*/ 49248 h 56465"/>
                <a:gd name="connsiteX15" fmla="*/ 0 w 37625"/>
                <a:gd name="connsiteY15" fmla="*/ 28251 h 56465"/>
                <a:gd name="connsiteX16" fmla="*/ 4812 w 37625"/>
                <a:gd name="connsiteY16" fmla="*/ 7254 h 56465"/>
                <a:gd name="connsiteX17" fmla="*/ 18813 w 37625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5" h="56465">
                  <a:moveTo>
                    <a:pt x="18813" y="5832"/>
                  </a:moveTo>
                  <a:cubicBezTo>
                    <a:pt x="15021" y="5832"/>
                    <a:pt x="12164" y="7704"/>
                    <a:pt x="10245" y="11448"/>
                  </a:cubicBezTo>
                  <a:cubicBezTo>
                    <a:pt x="8349" y="15165"/>
                    <a:pt x="7402" y="20763"/>
                    <a:pt x="7402" y="28251"/>
                  </a:cubicBezTo>
                  <a:cubicBezTo>
                    <a:pt x="7402" y="35712"/>
                    <a:pt x="8349" y="41319"/>
                    <a:pt x="10245" y="45063"/>
                  </a:cubicBezTo>
                  <a:cubicBezTo>
                    <a:pt x="12164" y="48780"/>
                    <a:pt x="15021" y="50634"/>
                    <a:pt x="18813" y="50634"/>
                  </a:cubicBezTo>
                  <a:cubicBezTo>
                    <a:pt x="22629" y="50634"/>
                    <a:pt x="25484" y="48780"/>
                    <a:pt x="27380" y="45063"/>
                  </a:cubicBezTo>
                  <a:cubicBezTo>
                    <a:pt x="29300" y="41319"/>
                    <a:pt x="30261" y="35712"/>
                    <a:pt x="30261" y="28251"/>
                  </a:cubicBezTo>
                  <a:cubicBezTo>
                    <a:pt x="30261" y="20763"/>
                    <a:pt x="29300" y="15165"/>
                    <a:pt x="27380" y="11448"/>
                  </a:cubicBezTo>
                  <a:cubicBezTo>
                    <a:pt x="25484" y="7704"/>
                    <a:pt x="22629" y="5832"/>
                    <a:pt x="18813" y="5832"/>
                  </a:cubicBezTo>
                  <a:moveTo>
                    <a:pt x="18813" y="0"/>
                  </a:moveTo>
                  <a:cubicBezTo>
                    <a:pt x="24914" y="0"/>
                    <a:pt x="29568" y="2421"/>
                    <a:pt x="32776" y="7254"/>
                  </a:cubicBezTo>
                  <a:cubicBezTo>
                    <a:pt x="36009" y="12069"/>
                    <a:pt x="37625" y="19062"/>
                    <a:pt x="37625" y="28251"/>
                  </a:cubicBezTo>
                  <a:cubicBezTo>
                    <a:pt x="37625" y="37413"/>
                    <a:pt x="36009" y="44415"/>
                    <a:pt x="32776" y="49248"/>
                  </a:cubicBezTo>
                  <a:cubicBezTo>
                    <a:pt x="29568" y="54063"/>
                    <a:pt x="24914" y="56466"/>
                    <a:pt x="18813" y="56466"/>
                  </a:cubicBezTo>
                  <a:cubicBezTo>
                    <a:pt x="12712" y="56466"/>
                    <a:pt x="8045" y="54063"/>
                    <a:pt x="4812" y="49248"/>
                  </a:cubicBezTo>
                  <a:cubicBezTo>
                    <a:pt x="1604" y="44415"/>
                    <a:pt x="0" y="37413"/>
                    <a:pt x="0" y="28251"/>
                  </a:cubicBezTo>
                  <a:cubicBezTo>
                    <a:pt x="0" y="19062"/>
                    <a:pt x="1604" y="12069"/>
                    <a:pt x="4812" y="7254"/>
                  </a:cubicBezTo>
                  <a:cubicBezTo>
                    <a:pt x="8045" y="2421"/>
                    <a:pt x="12712" y="0"/>
                    <a:pt x="18813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ED37BBDC-4DDE-518E-D17E-3A44F995EC21}"/>
                </a:ext>
              </a:extLst>
            </p:cNvPr>
            <p:cNvSpPr/>
            <p:nvPr/>
          </p:nvSpPr>
          <p:spPr>
            <a:xfrm>
              <a:off x="1072436" y="3220587"/>
              <a:ext cx="46739" cy="6201"/>
            </a:xfrm>
            <a:custGeom>
              <a:avLst/>
              <a:gdLst>
                <a:gd name="connsiteX0" fmla="*/ 0 w 46739"/>
                <a:gd name="connsiteY0" fmla="*/ 0 h 6201"/>
                <a:gd name="connsiteX1" fmla="*/ 46740 w 46739"/>
                <a:gd name="connsiteY1" fmla="*/ 0 h 6201"/>
                <a:gd name="connsiteX2" fmla="*/ 46740 w 46739"/>
                <a:gd name="connsiteY2" fmla="*/ 6201 h 6201"/>
                <a:gd name="connsiteX3" fmla="*/ 0 w 46739"/>
                <a:gd name="connsiteY3" fmla="*/ 6201 h 6201"/>
                <a:gd name="connsiteX4" fmla="*/ 0 w 46739"/>
                <a:gd name="connsiteY4" fmla="*/ 0 h 6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739" h="6201">
                  <a:moveTo>
                    <a:pt x="0" y="0"/>
                  </a:moveTo>
                  <a:lnTo>
                    <a:pt x="46740" y="0"/>
                  </a:lnTo>
                  <a:lnTo>
                    <a:pt x="46740" y="6201"/>
                  </a:lnTo>
                  <a:lnTo>
                    <a:pt x="0" y="6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3E3CFFDF-B01B-D97B-1A18-557AC3EF9C3B}"/>
                </a:ext>
              </a:extLst>
            </p:cNvPr>
            <p:cNvSpPr/>
            <p:nvPr/>
          </p:nvSpPr>
          <p:spPr>
            <a:xfrm>
              <a:off x="1132009" y="3191679"/>
              <a:ext cx="37624" cy="56465"/>
            </a:xfrm>
            <a:custGeom>
              <a:avLst/>
              <a:gdLst>
                <a:gd name="connsiteX0" fmla="*/ 18813 w 37624"/>
                <a:gd name="connsiteY0" fmla="*/ 5832 h 56465"/>
                <a:gd name="connsiteX1" fmla="*/ 10245 w 37624"/>
                <a:gd name="connsiteY1" fmla="*/ 11448 h 56465"/>
                <a:gd name="connsiteX2" fmla="*/ 7401 w 37624"/>
                <a:gd name="connsiteY2" fmla="*/ 28251 h 56465"/>
                <a:gd name="connsiteX3" fmla="*/ 10245 w 37624"/>
                <a:gd name="connsiteY3" fmla="*/ 45063 h 56465"/>
                <a:gd name="connsiteX4" fmla="*/ 18813 w 37624"/>
                <a:gd name="connsiteY4" fmla="*/ 50634 h 56465"/>
                <a:gd name="connsiteX5" fmla="*/ 27380 w 37624"/>
                <a:gd name="connsiteY5" fmla="*/ 45063 h 56465"/>
                <a:gd name="connsiteX6" fmla="*/ 30261 w 37624"/>
                <a:gd name="connsiteY6" fmla="*/ 28251 h 56465"/>
                <a:gd name="connsiteX7" fmla="*/ 27380 w 37624"/>
                <a:gd name="connsiteY7" fmla="*/ 11448 h 56465"/>
                <a:gd name="connsiteX8" fmla="*/ 18813 w 37624"/>
                <a:gd name="connsiteY8" fmla="*/ 5832 h 56465"/>
                <a:gd name="connsiteX9" fmla="*/ 18813 w 37624"/>
                <a:gd name="connsiteY9" fmla="*/ 0 h 56465"/>
                <a:gd name="connsiteX10" fmla="*/ 32776 w 37624"/>
                <a:gd name="connsiteY10" fmla="*/ 7254 h 56465"/>
                <a:gd name="connsiteX11" fmla="*/ 37624 w 37624"/>
                <a:gd name="connsiteY11" fmla="*/ 28251 h 56465"/>
                <a:gd name="connsiteX12" fmla="*/ 32776 w 37624"/>
                <a:gd name="connsiteY12" fmla="*/ 49248 h 56465"/>
                <a:gd name="connsiteX13" fmla="*/ 18813 w 37624"/>
                <a:gd name="connsiteY13" fmla="*/ 56466 h 56465"/>
                <a:gd name="connsiteX14" fmla="*/ 4812 w 37624"/>
                <a:gd name="connsiteY14" fmla="*/ 49248 h 56465"/>
                <a:gd name="connsiteX15" fmla="*/ 0 w 37624"/>
                <a:gd name="connsiteY15" fmla="*/ 28251 h 56465"/>
                <a:gd name="connsiteX16" fmla="*/ 4812 w 37624"/>
                <a:gd name="connsiteY16" fmla="*/ 7254 h 56465"/>
                <a:gd name="connsiteX17" fmla="*/ 18813 w 37624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65">
                  <a:moveTo>
                    <a:pt x="18813" y="5832"/>
                  </a:moveTo>
                  <a:cubicBezTo>
                    <a:pt x="15021" y="5832"/>
                    <a:pt x="12164" y="7704"/>
                    <a:pt x="10245" y="11448"/>
                  </a:cubicBezTo>
                  <a:cubicBezTo>
                    <a:pt x="8348" y="15165"/>
                    <a:pt x="7401" y="20763"/>
                    <a:pt x="7401" y="28251"/>
                  </a:cubicBezTo>
                  <a:cubicBezTo>
                    <a:pt x="7401" y="35712"/>
                    <a:pt x="8348" y="41319"/>
                    <a:pt x="10245" y="45063"/>
                  </a:cubicBezTo>
                  <a:cubicBezTo>
                    <a:pt x="12164" y="48780"/>
                    <a:pt x="15021" y="50634"/>
                    <a:pt x="18813" y="50634"/>
                  </a:cubicBezTo>
                  <a:cubicBezTo>
                    <a:pt x="22629" y="50634"/>
                    <a:pt x="25484" y="48780"/>
                    <a:pt x="27380" y="45063"/>
                  </a:cubicBezTo>
                  <a:cubicBezTo>
                    <a:pt x="29300" y="41319"/>
                    <a:pt x="30261" y="35712"/>
                    <a:pt x="30261" y="28251"/>
                  </a:cubicBezTo>
                  <a:cubicBezTo>
                    <a:pt x="30261" y="20763"/>
                    <a:pt x="29300" y="15165"/>
                    <a:pt x="27380" y="11448"/>
                  </a:cubicBezTo>
                  <a:cubicBezTo>
                    <a:pt x="25484" y="7704"/>
                    <a:pt x="22629" y="5832"/>
                    <a:pt x="18813" y="5832"/>
                  </a:cubicBezTo>
                  <a:moveTo>
                    <a:pt x="18813" y="0"/>
                  </a:moveTo>
                  <a:cubicBezTo>
                    <a:pt x="24914" y="0"/>
                    <a:pt x="29568" y="2421"/>
                    <a:pt x="32776" y="7254"/>
                  </a:cubicBezTo>
                  <a:cubicBezTo>
                    <a:pt x="36008" y="12069"/>
                    <a:pt x="37624" y="19062"/>
                    <a:pt x="37624" y="28251"/>
                  </a:cubicBezTo>
                  <a:cubicBezTo>
                    <a:pt x="37624" y="37413"/>
                    <a:pt x="36008" y="44415"/>
                    <a:pt x="32776" y="49248"/>
                  </a:cubicBezTo>
                  <a:cubicBezTo>
                    <a:pt x="29568" y="54063"/>
                    <a:pt x="24914" y="56466"/>
                    <a:pt x="18813" y="56466"/>
                  </a:cubicBezTo>
                  <a:cubicBezTo>
                    <a:pt x="12712" y="56466"/>
                    <a:pt x="8045" y="54063"/>
                    <a:pt x="4812" y="49248"/>
                  </a:cubicBezTo>
                  <a:cubicBezTo>
                    <a:pt x="1604" y="44415"/>
                    <a:pt x="0" y="37413"/>
                    <a:pt x="0" y="28251"/>
                  </a:cubicBezTo>
                  <a:cubicBezTo>
                    <a:pt x="0" y="19062"/>
                    <a:pt x="1604" y="12069"/>
                    <a:pt x="4812" y="7254"/>
                  </a:cubicBezTo>
                  <a:cubicBezTo>
                    <a:pt x="8045" y="2421"/>
                    <a:pt x="12712" y="0"/>
                    <a:pt x="18813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7749DC8B-2C1E-F6CD-8717-93CA2B1BD37C}"/>
                </a:ext>
              </a:extLst>
            </p:cNvPr>
            <p:cNvSpPr/>
            <p:nvPr/>
          </p:nvSpPr>
          <p:spPr>
            <a:xfrm>
              <a:off x="1182576" y="3237831"/>
              <a:ext cx="7693" cy="9260"/>
            </a:xfrm>
            <a:custGeom>
              <a:avLst/>
              <a:gdLst>
                <a:gd name="connsiteX0" fmla="*/ 0 w 7693"/>
                <a:gd name="connsiteY0" fmla="*/ 0 h 9260"/>
                <a:gd name="connsiteX1" fmla="*/ 7693 w 7693"/>
                <a:gd name="connsiteY1" fmla="*/ 0 h 9260"/>
                <a:gd name="connsiteX2" fmla="*/ 7693 w 7693"/>
                <a:gd name="connsiteY2" fmla="*/ 9261 h 9260"/>
                <a:gd name="connsiteX3" fmla="*/ 0 w 7693"/>
                <a:gd name="connsiteY3" fmla="*/ 9261 h 9260"/>
                <a:gd name="connsiteX4" fmla="*/ 0 w 7693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3" h="9260">
                  <a:moveTo>
                    <a:pt x="0" y="0"/>
                  </a:moveTo>
                  <a:lnTo>
                    <a:pt x="7693" y="0"/>
                  </a:lnTo>
                  <a:lnTo>
                    <a:pt x="7693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8F02DB79-3388-5DD9-C0F4-63C9BA53DBC0}"/>
                </a:ext>
              </a:extLst>
            </p:cNvPr>
            <p:cNvSpPr/>
            <p:nvPr/>
          </p:nvSpPr>
          <p:spPr>
            <a:xfrm>
              <a:off x="1204086" y="3192659"/>
              <a:ext cx="35218" cy="55485"/>
            </a:xfrm>
            <a:custGeom>
              <a:avLst/>
              <a:gdLst>
                <a:gd name="connsiteX0" fmla="*/ 2298 w 35218"/>
                <a:gd name="connsiteY0" fmla="*/ 0 h 55485"/>
                <a:gd name="connsiteX1" fmla="*/ 31208 w 35218"/>
                <a:gd name="connsiteY1" fmla="*/ 0 h 55485"/>
                <a:gd name="connsiteX2" fmla="*/ 31208 w 35218"/>
                <a:gd name="connsiteY2" fmla="*/ 6201 h 55485"/>
                <a:gd name="connsiteX3" fmla="*/ 9042 w 35218"/>
                <a:gd name="connsiteY3" fmla="*/ 6201 h 55485"/>
                <a:gd name="connsiteX4" fmla="*/ 9042 w 35218"/>
                <a:gd name="connsiteY4" fmla="*/ 19539 h 55485"/>
                <a:gd name="connsiteX5" fmla="*/ 12251 w 35218"/>
                <a:gd name="connsiteY5" fmla="*/ 18738 h 55485"/>
                <a:gd name="connsiteX6" fmla="*/ 15458 w 35218"/>
                <a:gd name="connsiteY6" fmla="*/ 18450 h 55485"/>
                <a:gd name="connsiteX7" fmla="*/ 29896 w 35218"/>
                <a:gd name="connsiteY7" fmla="*/ 23445 h 55485"/>
                <a:gd name="connsiteX8" fmla="*/ 35219 w 35218"/>
                <a:gd name="connsiteY8" fmla="*/ 36972 h 55485"/>
                <a:gd name="connsiteX9" fmla="*/ 29750 w 35218"/>
                <a:gd name="connsiteY9" fmla="*/ 50643 h 55485"/>
                <a:gd name="connsiteX10" fmla="*/ 14329 w 35218"/>
                <a:gd name="connsiteY10" fmla="*/ 55485 h 55485"/>
                <a:gd name="connsiteX11" fmla="*/ 7329 w 35218"/>
                <a:gd name="connsiteY11" fmla="*/ 54909 h 55485"/>
                <a:gd name="connsiteX12" fmla="*/ 0 w 35218"/>
                <a:gd name="connsiteY12" fmla="*/ 53154 h 55485"/>
                <a:gd name="connsiteX13" fmla="*/ 0 w 35218"/>
                <a:gd name="connsiteY13" fmla="*/ 45756 h 55485"/>
                <a:gd name="connsiteX14" fmla="*/ 6781 w 35218"/>
                <a:gd name="connsiteY14" fmla="*/ 48420 h 55485"/>
                <a:gd name="connsiteX15" fmla="*/ 14183 w 35218"/>
                <a:gd name="connsiteY15" fmla="*/ 49293 h 55485"/>
                <a:gd name="connsiteX16" fmla="*/ 24172 w 35218"/>
                <a:gd name="connsiteY16" fmla="*/ 45972 h 55485"/>
                <a:gd name="connsiteX17" fmla="*/ 27854 w 35218"/>
                <a:gd name="connsiteY17" fmla="*/ 36972 h 55485"/>
                <a:gd name="connsiteX18" fmla="*/ 24172 w 35218"/>
                <a:gd name="connsiteY18" fmla="*/ 27963 h 55485"/>
                <a:gd name="connsiteX19" fmla="*/ 14183 w 35218"/>
                <a:gd name="connsiteY19" fmla="*/ 24642 h 55485"/>
                <a:gd name="connsiteX20" fmla="*/ 8276 w 35218"/>
                <a:gd name="connsiteY20" fmla="*/ 25299 h 55485"/>
                <a:gd name="connsiteX21" fmla="*/ 2298 w 35218"/>
                <a:gd name="connsiteY21" fmla="*/ 27342 h 55485"/>
                <a:gd name="connsiteX22" fmla="*/ 2298 w 35218"/>
                <a:gd name="connsiteY22" fmla="*/ 0 h 55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218" h="55485">
                  <a:moveTo>
                    <a:pt x="2298" y="0"/>
                  </a:moveTo>
                  <a:lnTo>
                    <a:pt x="31208" y="0"/>
                  </a:lnTo>
                  <a:lnTo>
                    <a:pt x="31208" y="6201"/>
                  </a:lnTo>
                  <a:lnTo>
                    <a:pt x="9042" y="6201"/>
                  </a:lnTo>
                  <a:lnTo>
                    <a:pt x="9042" y="19539"/>
                  </a:lnTo>
                  <a:cubicBezTo>
                    <a:pt x="10111" y="19179"/>
                    <a:pt x="11181" y="18909"/>
                    <a:pt x="12251" y="18738"/>
                  </a:cubicBezTo>
                  <a:cubicBezTo>
                    <a:pt x="13320" y="18549"/>
                    <a:pt x="14389" y="18450"/>
                    <a:pt x="15458" y="18450"/>
                  </a:cubicBezTo>
                  <a:cubicBezTo>
                    <a:pt x="21535" y="18450"/>
                    <a:pt x="26347" y="20115"/>
                    <a:pt x="29896" y="23445"/>
                  </a:cubicBezTo>
                  <a:cubicBezTo>
                    <a:pt x="33445" y="26775"/>
                    <a:pt x="35219" y="31284"/>
                    <a:pt x="35219" y="36972"/>
                  </a:cubicBezTo>
                  <a:cubicBezTo>
                    <a:pt x="35219" y="42831"/>
                    <a:pt x="33396" y="47385"/>
                    <a:pt x="29750" y="50643"/>
                  </a:cubicBezTo>
                  <a:cubicBezTo>
                    <a:pt x="26105" y="53874"/>
                    <a:pt x="20965" y="55485"/>
                    <a:pt x="14329" y="55485"/>
                  </a:cubicBezTo>
                  <a:cubicBezTo>
                    <a:pt x="12044" y="55485"/>
                    <a:pt x="9711" y="55296"/>
                    <a:pt x="7329" y="54909"/>
                  </a:cubicBezTo>
                  <a:cubicBezTo>
                    <a:pt x="4971" y="54522"/>
                    <a:pt x="2528" y="53937"/>
                    <a:pt x="0" y="53154"/>
                  </a:cubicBezTo>
                  <a:lnTo>
                    <a:pt x="0" y="45756"/>
                  </a:lnTo>
                  <a:cubicBezTo>
                    <a:pt x="2188" y="46944"/>
                    <a:pt x="4448" y="47835"/>
                    <a:pt x="6781" y="48420"/>
                  </a:cubicBezTo>
                  <a:cubicBezTo>
                    <a:pt x="9115" y="49005"/>
                    <a:pt x="11582" y="49293"/>
                    <a:pt x="14183" y="49293"/>
                  </a:cubicBezTo>
                  <a:cubicBezTo>
                    <a:pt x="18388" y="49293"/>
                    <a:pt x="21718" y="48186"/>
                    <a:pt x="24172" y="45972"/>
                  </a:cubicBezTo>
                  <a:cubicBezTo>
                    <a:pt x="26626" y="43767"/>
                    <a:pt x="27854" y="40761"/>
                    <a:pt x="27854" y="36972"/>
                  </a:cubicBezTo>
                  <a:cubicBezTo>
                    <a:pt x="27854" y="33183"/>
                    <a:pt x="26626" y="30177"/>
                    <a:pt x="24172" y="27963"/>
                  </a:cubicBezTo>
                  <a:cubicBezTo>
                    <a:pt x="21718" y="25749"/>
                    <a:pt x="18388" y="24642"/>
                    <a:pt x="14183" y="24642"/>
                  </a:cubicBezTo>
                  <a:cubicBezTo>
                    <a:pt x="12214" y="24642"/>
                    <a:pt x="10245" y="24858"/>
                    <a:pt x="8276" y="25299"/>
                  </a:cubicBezTo>
                  <a:cubicBezTo>
                    <a:pt x="6331" y="25740"/>
                    <a:pt x="4339" y="26415"/>
                    <a:pt x="2298" y="27342"/>
                  </a:cubicBezTo>
                  <a:lnTo>
                    <a:pt x="2298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FAA6F672-F611-E260-B115-58D418134916}"/>
                </a:ext>
              </a:extLst>
            </p:cNvPr>
            <p:cNvSpPr/>
            <p:nvPr/>
          </p:nvSpPr>
          <p:spPr>
            <a:xfrm>
              <a:off x="1524636" y="3191679"/>
              <a:ext cx="37628" cy="56465"/>
            </a:xfrm>
            <a:custGeom>
              <a:avLst/>
              <a:gdLst>
                <a:gd name="connsiteX0" fmla="*/ 18819 w 37628"/>
                <a:gd name="connsiteY0" fmla="*/ 5832 h 56465"/>
                <a:gd name="connsiteX1" fmla="*/ 10251 w 37628"/>
                <a:gd name="connsiteY1" fmla="*/ 11448 h 56465"/>
                <a:gd name="connsiteX2" fmla="*/ 7407 w 37628"/>
                <a:gd name="connsiteY2" fmla="*/ 28251 h 56465"/>
                <a:gd name="connsiteX3" fmla="*/ 10251 w 37628"/>
                <a:gd name="connsiteY3" fmla="*/ 45063 h 56465"/>
                <a:gd name="connsiteX4" fmla="*/ 18819 w 37628"/>
                <a:gd name="connsiteY4" fmla="*/ 50634 h 56465"/>
                <a:gd name="connsiteX5" fmla="*/ 27387 w 37628"/>
                <a:gd name="connsiteY5" fmla="*/ 45063 h 56465"/>
                <a:gd name="connsiteX6" fmla="*/ 30267 w 37628"/>
                <a:gd name="connsiteY6" fmla="*/ 28251 h 56465"/>
                <a:gd name="connsiteX7" fmla="*/ 27387 w 37628"/>
                <a:gd name="connsiteY7" fmla="*/ 11448 h 56465"/>
                <a:gd name="connsiteX8" fmla="*/ 18819 w 37628"/>
                <a:gd name="connsiteY8" fmla="*/ 5832 h 56465"/>
                <a:gd name="connsiteX9" fmla="*/ 18819 w 37628"/>
                <a:gd name="connsiteY9" fmla="*/ 0 h 56465"/>
                <a:gd name="connsiteX10" fmla="*/ 32778 w 37628"/>
                <a:gd name="connsiteY10" fmla="*/ 7254 h 56465"/>
                <a:gd name="connsiteX11" fmla="*/ 37629 w 37628"/>
                <a:gd name="connsiteY11" fmla="*/ 28251 h 56465"/>
                <a:gd name="connsiteX12" fmla="*/ 32778 w 37628"/>
                <a:gd name="connsiteY12" fmla="*/ 49248 h 56465"/>
                <a:gd name="connsiteX13" fmla="*/ 18819 w 37628"/>
                <a:gd name="connsiteY13" fmla="*/ 56466 h 56465"/>
                <a:gd name="connsiteX14" fmla="*/ 4815 w 37628"/>
                <a:gd name="connsiteY14" fmla="*/ 49248 h 56465"/>
                <a:gd name="connsiteX15" fmla="*/ 0 w 37628"/>
                <a:gd name="connsiteY15" fmla="*/ 28251 h 56465"/>
                <a:gd name="connsiteX16" fmla="*/ 4815 w 37628"/>
                <a:gd name="connsiteY16" fmla="*/ 7254 h 56465"/>
                <a:gd name="connsiteX17" fmla="*/ 18819 w 37628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8" h="56465">
                  <a:moveTo>
                    <a:pt x="18819" y="5832"/>
                  </a:moveTo>
                  <a:cubicBezTo>
                    <a:pt x="15030" y="5832"/>
                    <a:pt x="12168" y="7704"/>
                    <a:pt x="10251" y="11448"/>
                  </a:cubicBezTo>
                  <a:cubicBezTo>
                    <a:pt x="8352" y="15165"/>
                    <a:pt x="7407" y="20763"/>
                    <a:pt x="7407" y="28251"/>
                  </a:cubicBezTo>
                  <a:cubicBezTo>
                    <a:pt x="7407" y="35712"/>
                    <a:pt x="8352" y="41319"/>
                    <a:pt x="10251" y="45063"/>
                  </a:cubicBezTo>
                  <a:cubicBezTo>
                    <a:pt x="12168" y="48780"/>
                    <a:pt x="15030" y="50634"/>
                    <a:pt x="18819" y="50634"/>
                  </a:cubicBezTo>
                  <a:cubicBezTo>
                    <a:pt x="22635" y="50634"/>
                    <a:pt x="25488" y="48780"/>
                    <a:pt x="27387" y="45063"/>
                  </a:cubicBezTo>
                  <a:cubicBezTo>
                    <a:pt x="29304" y="41319"/>
                    <a:pt x="30267" y="35712"/>
                    <a:pt x="30267" y="28251"/>
                  </a:cubicBezTo>
                  <a:cubicBezTo>
                    <a:pt x="30267" y="20763"/>
                    <a:pt x="29304" y="15165"/>
                    <a:pt x="27387" y="11448"/>
                  </a:cubicBezTo>
                  <a:cubicBezTo>
                    <a:pt x="25488" y="7704"/>
                    <a:pt x="22635" y="5832"/>
                    <a:pt x="18819" y="5832"/>
                  </a:cubicBezTo>
                  <a:moveTo>
                    <a:pt x="18819" y="0"/>
                  </a:moveTo>
                  <a:cubicBezTo>
                    <a:pt x="24912" y="0"/>
                    <a:pt x="29565" y="2421"/>
                    <a:pt x="32778" y="7254"/>
                  </a:cubicBezTo>
                  <a:cubicBezTo>
                    <a:pt x="36009" y="12069"/>
                    <a:pt x="37629" y="19062"/>
                    <a:pt x="37629" y="28251"/>
                  </a:cubicBezTo>
                  <a:cubicBezTo>
                    <a:pt x="37629" y="37413"/>
                    <a:pt x="36009" y="44415"/>
                    <a:pt x="32778" y="49248"/>
                  </a:cubicBezTo>
                  <a:cubicBezTo>
                    <a:pt x="29565" y="54063"/>
                    <a:pt x="24912" y="56466"/>
                    <a:pt x="18819" y="56466"/>
                  </a:cubicBezTo>
                  <a:cubicBezTo>
                    <a:pt x="12717" y="56466"/>
                    <a:pt x="8046" y="54063"/>
                    <a:pt x="4815" y="49248"/>
                  </a:cubicBezTo>
                  <a:cubicBezTo>
                    <a:pt x="1602" y="44415"/>
                    <a:pt x="0" y="37413"/>
                    <a:pt x="0" y="28251"/>
                  </a:cubicBezTo>
                  <a:cubicBezTo>
                    <a:pt x="0" y="19062"/>
                    <a:pt x="1602" y="12069"/>
                    <a:pt x="4815" y="7254"/>
                  </a:cubicBezTo>
                  <a:cubicBezTo>
                    <a:pt x="8046" y="2421"/>
                    <a:pt x="12717" y="0"/>
                    <a:pt x="18819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65CE6FEB-64C1-B7D6-C0A1-E61C3C17E563}"/>
                </a:ext>
              </a:extLst>
            </p:cNvPr>
            <p:cNvSpPr/>
            <p:nvPr/>
          </p:nvSpPr>
          <p:spPr>
            <a:xfrm>
              <a:off x="1575206" y="3237831"/>
              <a:ext cx="7695" cy="9260"/>
            </a:xfrm>
            <a:custGeom>
              <a:avLst/>
              <a:gdLst>
                <a:gd name="connsiteX0" fmla="*/ 0 w 7695"/>
                <a:gd name="connsiteY0" fmla="*/ 0 h 9260"/>
                <a:gd name="connsiteX1" fmla="*/ 7695 w 7695"/>
                <a:gd name="connsiteY1" fmla="*/ 0 h 9260"/>
                <a:gd name="connsiteX2" fmla="*/ 7695 w 7695"/>
                <a:gd name="connsiteY2" fmla="*/ 9261 h 9260"/>
                <a:gd name="connsiteX3" fmla="*/ 0 w 7695"/>
                <a:gd name="connsiteY3" fmla="*/ 9261 h 9260"/>
                <a:gd name="connsiteX4" fmla="*/ 0 w 7695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5" h="9260">
                  <a:moveTo>
                    <a:pt x="0" y="0"/>
                  </a:moveTo>
                  <a:lnTo>
                    <a:pt x="7695" y="0"/>
                  </a:lnTo>
                  <a:lnTo>
                    <a:pt x="7695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DD3CD59A-F686-50DE-5E94-50F776C82949}"/>
                </a:ext>
              </a:extLst>
            </p:cNvPr>
            <p:cNvSpPr/>
            <p:nvPr/>
          </p:nvSpPr>
          <p:spPr>
            <a:xfrm>
              <a:off x="1595880" y="3191679"/>
              <a:ext cx="37619" cy="56465"/>
            </a:xfrm>
            <a:custGeom>
              <a:avLst/>
              <a:gdLst>
                <a:gd name="connsiteX0" fmla="*/ 18810 w 37619"/>
                <a:gd name="connsiteY0" fmla="*/ 5832 h 56465"/>
                <a:gd name="connsiteX1" fmla="*/ 10242 w 37619"/>
                <a:gd name="connsiteY1" fmla="*/ 11448 h 56465"/>
                <a:gd name="connsiteX2" fmla="*/ 7398 w 37619"/>
                <a:gd name="connsiteY2" fmla="*/ 28251 h 56465"/>
                <a:gd name="connsiteX3" fmla="*/ 10242 w 37619"/>
                <a:gd name="connsiteY3" fmla="*/ 45063 h 56465"/>
                <a:gd name="connsiteX4" fmla="*/ 18810 w 37619"/>
                <a:gd name="connsiteY4" fmla="*/ 50634 h 56465"/>
                <a:gd name="connsiteX5" fmla="*/ 27378 w 37619"/>
                <a:gd name="connsiteY5" fmla="*/ 45063 h 56465"/>
                <a:gd name="connsiteX6" fmla="*/ 30258 w 37619"/>
                <a:gd name="connsiteY6" fmla="*/ 28251 h 56465"/>
                <a:gd name="connsiteX7" fmla="*/ 27378 w 37619"/>
                <a:gd name="connsiteY7" fmla="*/ 11448 h 56465"/>
                <a:gd name="connsiteX8" fmla="*/ 18810 w 37619"/>
                <a:gd name="connsiteY8" fmla="*/ 5832 h 56465"/>
                <a:gd name="connsiteX9" fmla="*/ 18810 w 37619"/>
                <a:gd name="connsiteY9" fmla="*/ 0 h 56465"/>
                <a:gd name="connsiteX10" fmla="*/ 32778 w 37619"/>
                <a:gd name="connsiteY10" fmla="*/ 7254 h 56465"/>
                <a:gd name="connsiteX11" fmla="*/ 37620 w 37619"/>
                <a:gd name="connsiteY11" fmla="*/ 28251 h 56465"/>
                <a:gd name="connsiteX12" fmla="*/ 32778 w 37619"/>
                <a:gd name="connsiteY12" fmla="*/ 49248 h 56465"/>
                <a:gd name="connsiteX13" fmla="*/ 18810 w 37619"/>
                <a:gd name="connsiteY13" fmla="*/ 56466 h 56465"/>
                <a:gd name="connsiteX14" fmla="*/ 4815 w 37619"/>
                <a:gd name="connsiteY14" fmla="*/ 49248 h 56465"/>
                <a:gd name="connsiteX15" fmla="*/ 0 w 37619"/>
                <a:gd name="connsiteY15" fmla="*/ 28251 h 56465"/>
                <a:gd name="connsiteX16" fmla="*/ 4815 w 37619"/>
                <a:gd name="connsiteY16" fmla="*/ 7254 h 56465"/>
                <a:gd name="connsiteX17" fmla="*/ 18810 w 37619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19" h="56465">
                  <a:moveTo>
                    <a:pt x="18810" y="5832"/>
                  </a:moveTo>
                  <a:cubicBezTo>
                    <a:pt x="15021" y="5832"/>
                    <a:pt x="12159" y="7704"/>
                    <a:pt x="10242" y="11448"/>
                  </a:cubicBezTo>
                  <a:cubicBezTo>
                    <a:pt x="8343" y="15165"/>
                    <a:pt x="7398" y="20763"/>
                    <a:pt x="7398" y="28251"/>
                  </a:cubicBezTo>
                  <a:cubicBezTo>
                    <a:pt x="7398" y="35712"/>
                    <a:pt x="8343" y="41319"/>
                    <a:pt x="10242" y="45063"/>
                  </a:cubicBezTo>
                  <a:cubicBezTo>
                    <a:pt x="12159" y="48780"/>
                    <a:pt x="15021" y="50634"/>
                    <a:pt x="18810" y="50634"/>
                  </a:cubicBezTo>
                  <a:cubicBezTo>
                    <a:pt x="22626" y="50634"/>
                    <a:pt x="25479" y="48780"/>
                    <a:pt x="27378" y="45063"/>
                  </a:cubicBezTo>
                  <a:cubicBezTo>
                    <a:pt x="29295" y="41319"/>
                    <a:pt x="30258" y="35712"/>
                    <a:pt x="30258" y="28251"/>
                  </a:cubicBezTo>
                  <a:cubicBezTo>
                    <a:pt x="30258" y="20763"/>
                    <a:pt x="29295" y="15165"/>
                    <a:pt x="27378" y="11448"/>
                  </a:cubicBezTo>
                  <a:cubicBezTo>
                    <a:pt x="25479" y="7704"/>
                    <a:pt x="22626" y="5832"/>
                    <a:pt x="18810" y="5832"/>
                  </a:cubicBezTo>
                  <a:moveTo>
                    <a:pt x="18810" y="0"/>
                  </a:moveTo>
                  <a:cubicBezTo>
                    <a:pt x="24912" y="0"/>
                    <a:pt x="29565" y="2421"/>
                    <a:pt x="32778" y="7254"/>
                  </a:cubicBezTo>
                  <a:cubicBezTo>
                    <a:pt x="36009" y="12069"/>
                    <a:pt x="37620" y="19062"/>
                    <a:pt x="37620" y="28251"/>
                  </a:cubicBezTo>
                  <a:cubicBezTo>
                    <a:pt x="37620" y="37413"/>
                    <a:pt x="36009" y="44415"/>
                    <a:pt x="32778" y="49248"/>
                  </a:cubicBezTo>
                  <a:cubicBezTo>
                    <a:pt x="29565" y="54063"/>
                    <a:pt x="24912" y="56466"/>
                    <a:pt x="18810" y="56466"/>
                  </a:cubicBezTo>
                  <a:cubicBezTo>
                    <a:pt x="12708" y="56466"/>
                    <a:pt x="8046" y="54063"/>
                    <a:pt x="4815" y="49248"/>
                  </a:cubicBezTo>
                  <a:cubicBezTo>
                    <a:pt x="1602" y="44415"/>
                    <a:pt x="0" y="37413"/>
                    <a:pt x="0" y="28251"/>
                  </a:cubicBezTo>
                  <a:cubicBezTo>
                    <a:pt x="0" y="19062"/>
                    <a:pt x="1602" y="12069"/>
                    <a:pt x="4815" y="7254"/>
                  </a:cubicBezTo>
                  <a:cubicBezTo>
                    <a:pt x="8046" y="2421"/>
                    <a:pt x="12708" y="0"/>
                    <a:pt x="18810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ADBFF458-AF70-256E-BE24-DF9CD9B2A498}"/>
                </a:ext>
              </a:extLst>
            </p:cNvPr>
            <p:cNvSpPr/>
            <p:nvPr/>
          </p:nvSpPr>
          <p:spPr>
            <a:xfrm>
              <a:off x="1948626" y="3191679"/>
              <a:ext cx="37620" cy="56465"/>
            </a:xfrm>
            <a:custGeom>
              <a:avLst/>
              <a:gdLst>
                <a:gd name="connsiteX0" fmla="*/ 18810 w 37620"/>
                <a:gd name="connsiteY0" fmla="*/ 5832 h 56465"/>
                <a:gd name="connsiteX1" fmla="*/ 10242 w 37620"/>
                <a:gd name="connsiteY1" fmla="*/ 11448 h 56465"/>
                <a:gd name="connsiteX2" fmla="*/ 7398 w 37620"/>
                <a:gd name="connsiteY2" fmla="*/ 28251 h 56465"/>
                <a:gd name="connsiteX3" fmla="*/ 10242 w 37620"/>
                <a:gd name="connsiteY3" fmla="*/ 45063 h 56465"/>
                <a:gd name="connsiteX4" fmla="*/ 18810 w 37620"/>
                <a:gd name="connsiteY4" fmla="*/ 50634 h 56465"/>
                <a:gd name="connsiteX5" fmla="*/ 27378 w 37620"/>
                <a:gd name="connsiteY5" fmla="*/ 45063 h 56465"/>
                <a:gd name="connsiteX6" fmla="*/ 30258 w 37620"/>
                <a:gd name="connsiteY6" fmla="*/ 28251 h 56465"/>
                <a:gd name="connsiteX7" fmla="*/ 27378 w 37620"/>
                <a:gd name="connsiteY7" fmla="*/ 11448 h 56465"/>
                <a:gd name="connsiteX8" fmla="*/ 18810 w 37620"/>
                <a:gd name="connsiteY8" fmla="*/ 5832 h 56465"/>
                <a:gd name="connsiteX9" fmla="*/ 18810 w 37620"/>
                <a:gd name="connsiteY9" fmla="*/ 0 h 56465"/>
                <a:gd name="connsiteX10" fmla="*/ 32778 w 37620"/>
                <a:gd name="connsiteY10" fmla="*/ 7254 h 56465"/>
                <a:gd name="connsiteX11" fmla="*/ 37620 w 37620"/>
                <a:gd name="connsiteY11" fmla="*/ 28251 h 56465"/>
                <a:gd name="connsiteX12" fmla="*/ 32778 w 37620"/>
                <a:gd name="connsiteY12" fmla="*/ 49248 h 56465"/>
                <a:gd name="connsiteX13" fmla="*/ 18810 w 37620"/>
                <a:gd name="connsiteY13" fmla="*/ 56466 h 56465"/>
                <a:gd name="connsiteX14" fmla="*/ 4806 w 37620"/>
                <a:gd name="connsiteY14" fmla="*/ 49248 h 56465"/>
                <a:gd name="connsiteX15" fmla="*/ 0 w 37620"/>
                <a:gd name="connsiteY15" fmla="*/ 28251 h 56465"/>
                <a:gd name="connsiteX16" fmla="*/ 4806 w 37620"/>
                <a:gd name="connsiteY16" fmla="*/ 7254 h 56465"/>
                <a:gd name="connsiteX17" fmla="*/ 18810 w 37620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0" h="56465">
                  <a:moveTo>
                    <a:pt x="18810" y="5832"/>
                  </a:moveTo>
                  <a:cubicBezTo>
                    <a:pt x="15021" y="5832"/>
                    <a:pt x="12159" y="7704"/>
                    <a:pt x="10242" y="11448"/>
                  </a:cubicBezTo>
                  <a:cubicBezTo>
                    <a:pt x="8343" y="15165"/>
                    <a:pt x="7398" y="20763"/>
                    <a:pt x="7398" y="28251"/>
                  </a:cubicBezTo>
                  <a:cubicBezTo>
                    <a:pt x="7398" y="35712"/>
                    <a:pt x="8343" y="41319"/>
                    <a:pt x="10242" y="45063"/>
                  </a:cubicBezTo>
                  <a:cubicBezTo>
                    <a:pt x="12159" y="48780"/>
                    <a:pt x="15021" y="50634"/>
                    <a:pt x="18810" y="50634"/>
                  </a:cubicBezTo>
                  <a:cubicBezTo>
                    <a:pt x="22626" y="50634"/>
                    <a:pt x="25479" y="48780"/>
                    <a:pt x="27378" y="45063"/>
                  </a:cubicBezTo>
                  <a:cubicBezTo>
                    <a:pt x="29295" y="41319"/>
                    <a:pt x="30258" y="35712"/>
                    <a:pt x="30258" y="28251"/>
                  </a:cubicBezTo>
                  <a:cubicBezTo>
                    <a:pt x="30258" y="20763"/>
                    <a:pt x="29295" y="15165"/>
                    <a:pt x="27378" y="11448"/>
                  </a:cubicBezTo>
                  <a:cubicBezTo>
                    <a:pt x="25479" y="7704"/>
                    <a:pt x="22626" y="5832"/>
                    <a:pt x="18810" y="5832"/>
                  </a:cubicBezTo>
                  <a:moveTo>
                    <a:pt x="18810" y="0"/>
                  </a:moveTo>
                  <a:cubicBezTo>
                    <a:pt x="24912" y="0"/>
                    <a:pt x="29565" y="2421"/>
                    <a:pt x="32778" y="7254"/>
                  </a:cubicBezTo>
                  <a:cubicBezTo>
                    <a:pt x="36009" y="12069"/>
                    <a:pt x="37620" y="19062"/>
                    <a:pt x="37620" y="28251"/>
                  </a:cubicBezTo>
                  <a:cubicBezTo>
                    <a:pt x="37620" y="37413"/>
                    <a:pt x="36009" y="44415"/>
                    <a:pt x="32778" y="49248"/>
                  </a:cubicBezTo>
                  <a:cubicBezTo>
                    <a:pt x="29565" y="54063"/>
                    <a:pt x="24912" y="56466"/>
                    <a:pt x="18810" y="56466"/>
                  </a:cubicBezTo>
                  <a:cubicBezTo>
                    <a:pt x="12708" y="56466"/>
                    <a:pt x="8037" y="54063"/>
                    <a:pt x="4806" y="49248"/>
                  </a:cubicBezTo>
                  <a:cubicBezTo>
                    <a:pt x="1602" y="44415"/>
                    <a:pt x="0" y="37413"/>
                    <a:pt x="0" y="28251"/>
                  </a:cubicBezTo>
                  <a:cubicBezTo>
                    <a:pt x="0" y="19062"/>
                    <a:pt x="1602" y="12069"/>
                    <a:pt x="4806" y="7254"/>
                  </a:cubicBezTo>
                  <a:cubicBezTo>
                    <a:pt x="8037" y="2421"/>
                    <a:pt x="12708" y="0"/>
                    <a:pt x="18810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8D273D32-8B47-F85B-8768-EFAB6DFF4DFD}"/>
                </a:ext>
              </a:extLst>
            </p:cNvPr>
            <p:cNvSpPr/>
            <p:nvPr/>
          </p:nvSpPr>
          <p:spPr>
            <a:xfrm>
              <a:off x="1999188" y="3237831"/>
              <a:ext cx="7694" cy="9260"/>
            </a:xfrm>
            <a:custGeom>
              <a:avLst/>
              <a:gdLst>
                <a:gd name="connsiteX0" fmla="*/ 0 w 7694"/>
                <a:gd name="connsiteY0" fmla="*/ 0 h 9260"/>
                <a:gd name="connsiteX1" fmla="*/ 7695 w 7694"/>
                <a:gd name="connsiteY1" fmla="*/ 0 h 9260"/>
                <a:gd name="connsiteX2" fmla="*/ 7695 w 7694"/>
                <a:gd name="connsiteY2" fmla="*/ 9261 h 9260"/>
                <a:gd name="connsiteX3" fmla="*/ 0 w 7694"/>
                <a:gd name="connsiteY3" fmla="*/ 9261 h 9260"/>
                <a:gd name="connsiteX4" fmla="*/ 0 w 7694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4" h="9260">
                  <a:moveTo>
                    <a:pt x="0" y="0"/>
                  </a:moveTo>
                  <a:lnTo>
                    <a:pt x="7695" y="0"/>
                  </a:lnTo>
                  <a:lnTo>
                    <a:pt x="7695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9541736E-6826-32A5-B151-D304A71FFDAD}"/>
                </a:ext>
              </a:extLst>
            </p:cNvPr>
            <p:cNvSpPr/>
            <p:nvPr/>
          </p:nvSpPr>
          <p:spPr>
            <a:xfrm>
              <a:off x="2020697" y="3192659"/>
              <a:ext cx="35226" cy="55485"/>
            </a:xfrm>
            <a:custGeom>
              <a:avLst/>
              <a:gdLst>
                <a:gd name="connsiteX0" fmla="*/ 2304 w 35226"/>
                <a:gd name="connsiteY0" fmla="*/ 0 h 55485"/>
                <a:gd name="connsiteX1" fmla="*/ 31212 w 35226"/>
                <a:gd name="connsiteY1" fmla="*/ 0 h 55485"/>
                <a:gd name="connsiteX2" fmla="*/ 31212 w 35226"/>
                <a:gd name="connsiteY2" fmla="*/ 6201 h 55485"/>
                <a:gd name="connsiteX3" fmla="*/ 9045 w 35226"/>
                <a:gd name="connsiteY3" fmla="*/ 6201 h 55485"/>
                <a:gd name="connsiteX4" fmla="*/ 9045 w 35226"/>
                <a:gd name="connsiteY4" fmla="*/ 19539 h 55485"/>
                <a:gd name="connsiteX5" fmla="*/ 12249 w 35226"/>
                <a:gd name="connsiteY5" fmla="*/ 18738 h 55485"/>
                <a:gd name="connsiteX6" fmla="*/ 15462 w 35226"/>
                <a:gd name="connsiteY6" fmla="*/ 18450 h 55485"/>
                <a:gd name="connsiteX7" fmla="*/ 29898 w 35226"/>
                <a:gd name="connsiteY7" fmla="*/ 23445 h 55485"/>
                <a:gd name="connsiteX8" fmla="*/ 35226 w 35226"/>
                <a:gd name="connsiteY8" fmla="*/ 36972 h 55485"/>
                <a:gd name="connsiteX9" fmla="*/ 29754 w 35226"/>
                <a:gd name="connsiteY9" fmla="*/ 50643 h 55485"/>
                <a:gd name="connsiteX10" fmla="*/ 14328 w 35226"/>
                <a:gd name="connsiteY10" fmla="*/ 55485 h 55485"/>
                <a:gd name="connsiteX11" fmla="*/ 7335 w 35226"/>
                <a:gd name="connsiteY11" fmla="*/ 54909 h 55485"/>
                <a:gd name="connsiteX12" fmla="*/ 0 w 35226"/>
                <a:gd name="connsiteY12" fmla="*/ 53154 h 55485"/>
                <a:gd name="connsiteX13" fmla="*/ 0 w 35226"/>
                <a:gd name="connsiteY13" fmla="*/ 45756 h 55485"/>
                <a:gd name="connsiteX14" fmla="*/ 6786 w 35226"/>
                <a:gd name="connsiteY14" fmla="*/ 48420 h 55485"/>
                <a:gd name="connsiteX15" fmla="*/ 14184 w 35226"/>
                <a:gd name="connsiteY15" fmla="*/ 49293 h 55485"/>
                <a:gd name="connsiteX16" fmla="*/ 24174 w 35226"/>
                <a:gd name="connsiteY16" fmla="*/ 45972 h 55485"/>
                <a:gd name="connsiteX17" fmla="*/ 27855 w 35226"/>
                <a:gd name="connsiteY17" fmla="*/ 36972 h 55485"/>
                <a:gd name="connsiteX18" fmla="*/ 24174 w 35226"/>
                <a:gd name="connsiteY18" fmla="*/ 27963 h 55485"/>
                <a:gd name="connsiteX19" fmla="*/ 14184 w 35226"/>
                <a:gd name="connsiteY19" fmla="*/ 24642 h 55485"/>
                <a:gd name="connsiteX20" fmla="*/ 8280 w 35226"/>
                <a:gd name="connsiteY20" fmla="*/ 25299 h 55485"/>
                <a:gd name="connsiteX21" fmla="*/ 2304 w 35226"/>
                <a:gd name="connsiteY21" fmla="*/ 27342 h 55485"/>
                <a:gd name="connsiteX22" fmla="*/ 2304 w 35226"/>
                <a:gd name="connsiteY22" fmla="*/ 0 h 55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226" h="55485">
                  <a:moveTo>
                    <a:pt x="2304" y="0"/>
                  </a:moveTo>
                  <a:lnTo>
                    <a:pt x="31212" y="0"/>
                  </a:lnTo>
                  <a:lnTo>
                    <a:pt x="31212" y="6201"/>
                  </a:lnTo>
                  <a:lnTo>
                    <a:pt x="9045" y="6201"/>
                  </a:lnTo>
                  <a:lnTo>
                    <a:pt x="9045" y="19539"/>
                  </a:lnTo>
                  <a:cubicBezTo>
                    <a:pt x="10116" y="19179"/>
                    <a:pt x="11178" y="18909"/>
                    <a:pt x="12249" y="18738"/>
                  </a:cubicBezTo>
                  <a:cubicBezTo>
                    <a:pt x="13320" y="18549"/>
                    <a:pt x="14391" y="18450"/>
                    <a:pt x="15462" y="18450"/>
                  </a:cubicBezTo>
                  <a:cubicBezTo>
                    <a:pt x="21537" y="18450"/>
                    <a:pt x="26352" y="20115"/>
                    <a:pt x="29898" y="23445"/>
                  </a:cubicBezTo>
                  <a:cubicBezTo>
                    <a:pt x="33453" y="26775"/>
                    <a:pt x="35226" y="31284"/>
                    <a:pt x="35226" y="36972"/>
                  </a:cubicBezTo>
                  <a:cubicBezTo>
                    <a:pt x="35226" y="42831"/>
                    <a:pt x="33399" y="47385"/>
                    <a:pt x="29754" y="50643"/>
                  </a:cubicBezTo>
                  <a:cubicBezTo>
                    <a:pt x="26109" y="53874"/>
                    <a:pt x="20961" y="55485"/>
                    <a:pt x="14328" y="55485"/>
                  </a:cubicBezTo>
                  <a:cubicBezTo>
                    <a:pt x="12051" y="55485"/>
                    <a:pt x="9720" y="55296"/>
                    <a:pt x="7335" y="54909"/>
                  </a:cubicBezTo>
                  <a:cubicBezTo>
                    <a:pt x="4977" y="54522"/>
                    <a:pt x="2529" y="53937"/>
                    <a:pt x="0" y="53154"/>
                  </a:cubicBezTo>
                  <a:lnTo>
                    <a:pt x="0" y="45756"/>
                  </a:lnTo>
                  <a:cubicBezTo>
                    <a:pt x="2187" y="46944"/>
                    <a:pt x="4455" y="47835"/>
                    <a:pt x="6786" y="48420"/>
                  </a:cubicBezTo>
                  <a:cubicBezTo>
                    <a:pt x="9117" y="49005"/>
                    <a:pt x="11583" y="49293"/>
                    <a:pt x="14184" y="49293"/>
                  </a:cubicBezTo>
                  <a:cubicBezTo>
                    <a:pt x="18387" y="49293"/>
                    <a:pt x="21717" y="48186"/>
                    <a:pt x="24174" y="45972"/>
                  </a:cubicBezTo>
                  <a:cubicBezTo>
                    <a:pt x="26631" y="43767"/>
                    <a:pt x="27855" y="40761"/>
                    <a:pt x="27855" y="36972"/>
                  </a:cubicBezTo>
                  <a:cubicBezTo>
                    <a:pt x="27855" y="33183"/>
                    <a:pt x="26631" y="30177"/>
                    <a:pt x="24174" y="27963"/>
                  </a:cubicBezTo>
                  <a:cubicBezTo>
                    <a:pt x="21717" y="25749"/>
                    <a:pt x="18387" y="24642"/>
                    <a:pt x="14184" y="24642"/>
                  </a:cubicBezTo>
                  <a:cubicBezTo>
                    <a:pt x="12213" y="24642"/>
                    <a:pt x="10251" y="24858"/>
                    <a:pt x="8280" y="25299"/>
                  </a:cubicBezTo>
                  <a:cubicBezTo>
                    <a:pt x="6336" y="25740"/>
                    <a:pt x="4347" y="26415"/>
                    <a:pt x="2304" y="27342"/>
                  </a:cubicBezTo>
                  <a:lnTo>
                    <a:pt x="2304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14C7B612-46C5-2356-5D55-C2F5289AB152}"/>
                </a:ext>
              </a:extLst>
            </p:cNvPr>
            <p:cNvSpPr/>
            <p:nvPr/>
          </p:nvSpPr>
          <p:spPr>
            <a:xfrm>
              <a:off x="2372678" y="3192659"/>
              <a:ext cx="32409" cy="54431"/>
            </a:xfrm>
            <a:custGeom>
              <a:avLst/>
              <a:gdLst>
                <a:gd name="connsiteX0" fmla="*/ 1062 w 32409"/>
                <a:gd name="connsiteY0" fmla="*/ 48231 h 54431"/>
                <a:gd name="connsiteX1" fmla="*/ 13086 w 32409"/>
                <a:gd name="connsiteY1" fmla="*/ 48231 h 54431"/>
                <a:gd name="connsiteX2" fmla="*/ 13086 w 32409"/>
                <a:gd name="connsiteY2" fmla="*/ 6705 h 54431"/>
                <a:gd name="connsiteX3" fmla="*/ 0 w 32409"/>
                <a:gd name="connsiteY3" fmla="*/ 9333 h 54431"/>
                <a:gd name="connsiteX4" fmla="*/ 0 w 32409"/>
                <a:gd name="connsiteY4" fmla="*/ 2628 h 54431"/>
                <a:gd name="connsiteX5" fmla="*/ 13014 w 32409"/>
                <a:gd name="connsiteY5" fmla="*/ 0 h 54431"/>
                <a:gd name="connsiteX6" fmla="*/ 20385 w 32409"/>
                <a:gd name="connsiteY6" fmla="*/ 0 h 54431"/>
                <a:gd name="connsiteX7" fmla="*/ 20385 w 32409"/>
                <a:gd name="connsiteY7" fmla="*/ 48231 h 54431"/>
                <a:gd name="connsiteX8" fmla="*/ 32409 w 32409"/>
                <a:gd name="connsiteY8" fmla="*/ 48231 h 54431"/>
                <a:gd name="connsiteX9" fmla="*/ 32409 w 32409"/>
                <a:gd name="connsiteY9" fmla="*/ 54432 h 54431"/>
                <a:gd name="connsiteX10" fmla="*/ 1062 w 32409"/>
                <a:gd name="connsiteY10" fmla="*/ 54432 h 54431"/>
                <a:gd name="connsiteX11" fmla="*/ 1062 w 32409"/>
                <a:gd name="connsiteY11" fmla="*/ 48231 h 54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409" h="54431">
                  <a:moveTo>
                    <a:pt x="1062" y="48231"/>
                  </a:moveTo>
                  <a:lnTo>
                    <a:pt x="13086" y="48231"/>
                  </a:lnTo>
                  <a:lnTo>
                    <a:pt x="13086" y="6705"/>
                  </a:lnTo>
                  <a:lnTo>
                    <a:pt x="0" y="9333"/>
                  </a:lnTo>
                  <a:lnTo>
                    <a:pt x="0" y="2628"/>
                  </a:lnTo>
                  <a:lnTo>
                    <a:pt x="13014" y="0"/>
                  </a:lnTo>
                  <a:lnTo>
                    <a:pt x="20385" y="0"/>
                  </a:lnTo>
                  <a:lnTo>
                    <a:pt x="20385" y="48231"/>
                  </a:lnTo>
                  <a:lnTo>
                    <a:pt x="32409" y="48231"/>
                  </a:lnTo>
                  <a:lnTo>
                    <a:pt x="32409" y="54432"/>
                  </a:lnTo>
                  <a:lnTo>
                    <a:pt x="1062" y="54432"/>
                  </a:lnTo>
                  <a:lnTo>
                    <a:pt x="1062" y="48231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B1DE8DDA-5245-0E80-6891-B66B3ECDE290}"/>
                </a:ext>
              </a:extLst>
            </p:cNvPr>
            <p:cNvSpPr/>
            <p:nvPr/>
          </p:nvSpPr>
          <p:spPr>
            <a:xfrm>
              <a:off x="2419964" y="3237831"/>
              <a:ext cx="7695" cy="9260"/>
            </a:xfrm>
            <a:custGeom>
              <a:avLst/>
              <a:gdLst>
                <a:gd name="connsiteX0" fmla="*/ 0 w 7695"/>
                <a:gd name="connsiteY0" fmla="*/ 0 h 9260"/>
                <a:gd name="connsiteX1" fmla="*/ 7695 w 7695"/>
                <a:gd name="connsiteY1" fmla="*/ 0 h 9260"/>
                <a:gd name="connsiteX2" fmla="*/ 7695 w 7695"/>
                <a:gd name="connsiteY2" fmla="*/ 9261 h 9260"/>
                <a:gd name="connsiteX3" fmla="*/ 0 w 7695"/>
                <a:gd name="connsiteY3" fmla="*/ 9261 h 9260"/>
                <a:gd name="connsiteX4" fmla="*/ 0 w 7695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5" h="9260">
                  <a:moveTo>
                    <a:pt x="0" y="0"/>
                  </a:moveTo>
                  <a:lnTo>
                    <a:pt x="7695" y="0"/>
                  </a:lnTo>
                  <a:lnTo>
                    <a:pt x="7695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C107A85B-565E-27B4-C45C-3AA7C2EFAB65}"/>
                </a:ext>
              </a:extLst>
            </p:cNvPr>
            <p:cNvSpPr/>
            <p:nvPr/>
          </p:nvSpPr>
          <p:spPr>
            <a:xfrm>
              <a:off x="2440637" y="3191679"/>
              <a:ext cx="37629" cy="56465"/>
            </a:xfrm>
            <a:custGeom>
              <a:avLst/>
              <a:gdLst>
                <a:gd name="connsiteX0" fmla="*/ 18810 w 37629"/>
                <a:gd name="connsiteY0" fmla="*/ 5832 h 56465"/>
                <a:gd name="connsiteX1" fmla="*/ 10242 w 37629"/>
                <a:gd name="connsiteY1" fmla="*/ 11448 h 56465"/>
                <a:gd name="connsiteX2" fmla="*/ 7398 w 37629"/>
                <a:gd name="connsiteY2" fmla="*/ 28251 h 56465"/>
                <a:gd name="connsiteX3" fmla="*/ 10242 w 37629"/>
                <a:gd name="connsiteY3" fmla="*/ 45063 h 56465"/>
                <a:gd name="connsiteX4" fmla="*/ 18810 w 37629"/>
                <a:gd name="connsiteY4" fmla="*/ 50634 h 56465"/>
                <a:gd name="connsiteX5" fmla="*/ 27378 w 37629"/>
                <a:gd name="connsiteY5" fmla="*/ 45063 h 56465"/>
                <a:gd name="connsiteX6" fmla="*/ 30258 w 37629"/>
                <a:gd name="connsiteY6" fmla="*/ 28251 h 56465"/>
                <a:gd name="connsiteX7" fmla="*/ 27378 w 37629"/>
                <a:gd name="connsiteY7" fmla="*/ 11448 h 56465"/>
                <a:gd name="connsiteX8" fmla="*/ 18810 w 37629"/>
                <a:gd name="connsiteY8" fmla="*/ 5832 h 56465"/>
                <a:gd name="connsiteX9" fmla="*/ 18810 w 37629"/>
                <a:gd name="connsiteY9" fmla="*/ 0 h 56465"/>
                <a:gd name="connsiteX10" fmla="*/ 32778 w 37629"/>
                <a:gd name="connsiteY10" fmla="*/ 7254 h 56465"/>
                <a:gd name="connsiteX11" fmla="*/ 37629 w 37629"/>
                <a:gd name="connsiteY11" fmla="*/ 28251 h 56465"/>
                <a:gd name="connsiteX12" fmla="*/ 32778 w 37629"/>
                <a:gd name="connsiteY12" fmla="*/ 49248 h 56465"/>
                <a:gd name="connsiteX13" fmla="*/ 18810 w 37629"/>
                <a:gd name="connsiteY13" fmla="*/ 56466 h 56465"/>
                <a:gd name="connsiteX14" fmla="*/ 4815 w 37629"/>
                <a:gd name="connsiteY14" fmla="*/ 49248 h 56465"/>
                <a:gd name="connsiteX15" fmla="*/ 0 w 37629"/>
                <a:gd name="connsiteY15" fmla="*/ 28251 h 56465"/>
                <a:gd name="connsiteX16" fmla="*/ 4815 w 37629"/>
                <a:gd name="connsiteY16" fmla="*/ 7254 h 56465"/>
                <a:gd name="connsiteX17" fmla="*/ 18810 w 37629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9" h="56465">
                  <a:moveTo>
                    <a:pt x="18810" y="5832"/>
                  </a:moveTo>
                  <a:cubicBezTo>
                    <a:pt x="15021" y="5832"/>
                    <a:pt x="12159" y="7704"/>
                    <a:pt x="10242" y="11448"/>
                  </a:cubicBezTo>
                  <a:cubicBezTo>
                    <a:pt x="8343" y="15165"/>
                    <a:pt x="7398" y="20763"/>
                    <a:pt x="7398" y="28251"/>
                  </a:cubicBezTo>
                  <a:cubicBezTo>
                    <a:pt x="7398" y="35712"/>
                    <a:pt x="8343" y="41319"/>
                    <a:pt x="10242" y="45063"/>
                  </a:cubicBezTo>
                  <a:cubicBezTo>
                    <a:pt x="12159" y="48780"/>
                    <a:pt x="15021" y="50634"/>
                    <a:pt x="18810" y="50634"/>
                  </a:cubicBezTo>
                  <a:cubicBezTo>
                    <a:pt x="22626" y="50634"/>
                    <a:pt x="25479" y="48780"/>
                    <a:pt x="27378" y="45063"/>
                  </a:cubicBezTo>
                  <a:cubicBezTo>
                    <a:pt x="29295" y="41319"/>
                    <a:pt x="30258" y="35712"/>
                    <a:pt x="30258" y="28251"/>
                  </a:cubicBezTo>
                  <a:cubicBezTo>
                    <a:pt x="30258" y="20763"/>
                    <a:pt x="29295" y="15165"/>
                    <a:pt x="27378" y="11448"/>
                  </a:cubicBezTo>
                  <a:cubicBezTo>
                    <a:pt x="25479" y="7704"/>
                    <a:pt x="22626" y="5832"/>
                    <a:pt x="18810" y="5832"/>
                  </a:cubicBezTo>
                  <a:moveTo>
                    <a:pt x="18810" y="0"/>
                  </a:moveTo>
                  <a:cubicBezTo>
                    <a:pt x="24912" y="0"/>
                    <a:pt x="29565" y="2421"/>
                    <a:pt x="32778" y="7254"/>
                  </a:cubicBezTo>
                  <a:cubicBezTo>
                    <a:pt x="36009" y="12069"/>
                    <a:pt x="37629" y="19062"/>
                    <a:pt x="37629" y="28251"/>
                  </a:cubicBezTo>
                  <a:cubicBezTo>
                    <a:pt x="37629" y="37413"/>
                    <a:pt x="36009" y="44415"/>
                    <a:pt x="32778" y="49248"/>
                  </a:cubicBezTo>
                  <a:cubicBezTo>
                    <a:pt x="29565" y="54063"/>
                    <a:pt x="24912" y="56466"/>
                    <a:pt x="18810" y="56466"/>
                  </a:cubicBezTo>
                  <a:cubicBezTo>
                    <a:pt x="12717" y="56466"/>
                    <a:pt x="8046" y="54063"/>
                    <a:pt x="4815" y="49248"/>
                  </a:cubicBezTo>
                  <a:cubicBezTo>
                    <a:pt x="1602" y="44415"/>
                    <a:pt x="0" y="37413"/>
                    <a:pt x="0" y="28251"/>
                  </a:cubicBezTo>
                  <a:cubicBezTo>
                    <a:pt x="0" y="19062"/>
                    <a:pt x="1602" y="12069"/>
                    <a:pt x="4815" y="7254"/>
                  </a:cubicBezTo>
                  <a:cubicBezTo>
                    <a:pt x="8046" y="2421"/>
                    <a:pt x="12717" y="0"/>
                    <a:pt x="18810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5EA99818-DFB1-E7B4-C59F-B25E928A1C31}"/>
                </a:ext>
              </a:extLst>
            </p:cNvPr>
            <p:cNvSpPr/>
            <p:nvPr/>
          </p:nvSpPr>
          <p:spPr>
            <a:xfrm>
              <a:off x="1554623" y="3293406"/>
              <a:ext cx="43002" cy="39122"/>
            </a:xfrm>
            <a:custGeom>
              <a:avLst/>
              <a:gdLst>
                <a:gd name="connsiteX0" fmla="*/ 43002 w 43002"/>
                <a:gd name="connsiteY0" fmla="*/ 5688 h 39122"/>
                <a:gd name="connsiteX1" fmla="*/ 41526 w 43002"/>
                <a:gd name="connsiteY1" fmla="*/ 9396 h 39122"/>
                <a:gd name="connsiteX2" fmla="*/ 38367 w 43002"/>
                <a:gd name="connsiteY2" fmla="*/ 10710 h 39122"/>
                <a:gd name="connsiteX3" fmla="*/ 35919 w 43002"/>
                <a:gd name="connsiteY3" fmla="*/ 9783 h 39122"/>
                <a:gd name="connsiteX4" fmla="*/ 35073 w 43002"/>
                <a:gd name="connsiteY4" fmla="*/ 7668 h 39122"/>
                <a:gd name="connsiteX5" fmla="*/ 36261 w 43002"/>
                <a:gd name="connsiteY5" fmla="*/ 4680 h 39122"/>
                <a:gd name="connsiteX6" fmla="*/ 39213 w 43002"/>
                <a:gd name="connsiteY6" fmla="*/ 2988 h 39122"/>
                <a:gd name="connsiteX7" fmla="*/ 34911 w 43002"/>
                <a:gd name="connsiteY7" fmla="*/ 1899 h 39122"/>
                <a:gd name="connsiteX8" fmla="*/ 31743 w 43002"/>
                <a:gd name="connsiteY8" fmla="*/ 2781 h 39122"/>
                <a:gd name="connsiteX9" fmla="*/ 29430 w 43002"/>
                <a:gd name="connsiteY9" fmla="*/ 4806 h 39122"/>
                <a:gd name="connsiteX10" fmla="*/ 27828 w 43002"/>
                <a:gd name="connsiteY10" fmla="*/ 7587 h 39122"/>
                <a:gd name="connsiteX11" fmla="*/ 26811 w 43002"/>
                <a:gd name="connsiteY11" fmla="*/ 10161 h 39122"/>
                <a:gd name="connsiteX12" fmla="*/ 26352 w 43002"/>
                <a:gd name="connsiteY12" fmla="*/ 12096 h 39122"/>
                <a:gd name="connsiteX13" fmla="*/ 23400 w 43002"/>
                <a:gd name="connsiteY13" fmla="*/ 23904 h 39122"/>
                <a:gd name="connsiteX14" fmla="*/ 21969 w 43002"/>
                <a:gd name="connsiteY14" fmla="*/ 31491 h 39122"/>
                <a:gd name="connsiteX15" fmla="*/ 23148 w 43002"/>
                <a:gd name="connsiteY15" fmla="*/ 35586 h 39122"/>
                <a:gd name="connsiteX16" fmla="*/ 26685 w 43002"/>
                <a:gd name="connsiteY16" fmla="*/ 37188 h 39122"/>
                <a:gd name="connsiteX17" fmla="*/ 28665 w 43002"/>
                <a:gd name="connsiteY17" fmla="*/ 36927 h 39122"/>
                <a:gd name="connsiteX18" fmla="*/ 31068 w 43002"/>
                <a:gd name="connsiteY18" fmla="*/ 35874 h 39122"/>
                <a:gd name="connsiteX19" fmla="*/ 33687 w 43002"/>
                <a:gd name="connsiteY19" fmla="*/ 33894 h 39122"/>
                <a:gd name="connsiteX20" fmla="*/ 36171 w 43002"/>
                <a:gd name="connsiteY20" fmla="*/ 30609 h 39122"/>
                <a:gd name="connsiteX21" fmla="*/ 38196 w 43002"/>
                <a:gd name="connsiteY21" fmla="*/ 25884 h 39122"/>
                <a:gd name="connsiteX22" fmla="*/ 39294 w 43002"/>
                <a:gd name="connsiteY22" fmla="*/ 24957 h 39122"/>
                <a:gd name="connsiteX23" fmla="*/ 40347 w 43002"/>
                <a:gd name="connsiteY23" fmla="*/ 25803 h 39122"/>
                <a:gd name="connsiteX24" fmla="*/ 39753 w 43002"/>
                <a:gd name="connsiteY24" fmla="*/ 28035 h 39122"/>
                <a:gd name="connsiteX25" fmla="*/ 37989 w 43002"/>
                <a:gd name="connsiteY25" fmla="*/ 31446 h 39122"/>
                <a:gd name="connsiteX26" fmla="*/ 35244 w 43002"/>
                <a:gd name="connsiteY26" fmla="*/ 35073 h 39122"/>
                <a:gd name="connsiteX27" fmla="*/ 31365 w 43002"/>
                <a:gd name="connsiteY27" fmla="*/ 37944 h 39122"/>
                <a:gd name="connsiteX28" fmla="*/ 26523 w 43002"/>
                <a:gd name="connsiteY28" fmla="*/ 39123 h 39122"/>
                <a:gd name="connsiteX29" fmla="*/ 20493 w 43002"/>
                <a:gd name="connsiteY29" fmla="*/ 37188 h 39122"/>
                <a:gd name="connsiteX30" fmla="*/ 17199 w 43002"/>
                <a:gd name="connsiteY30" fmla="*/ 32544 h 39122"/>
                <a:gd name="connsiteX31" fmla="*/ 16695 w 43002"/>
                <a:gd name="connsiteY31" fmla="*/ 33435 h 39122"/>
                <a:gd name="connsiteX32" fmla="*/ 15516 w 43002"/>
                <a:gd name="connsiteY32" fmla="*/ 35073 h 39122"/>
                <a:gd name="connsiteX33" fmla="*/ 13698 w 43002"/>
                <a:gd name="connsiteY33" fmla="*/ 37017 h 39122"/>
                <a:gd name="connsiteX34" fmla="*/ 11214 w 43002"/>
                <a:gd name="connsiteY34" fmla="*/ 38448 h 39122"/>
                <a:gd name="connsiteX35" fmla="*/ 8136 w 43002"/>
                <a:gd name="connsiteY35" fmla="*/ 39123 h 39122"/>
                <a:gd name="connsiteX36" fmla="*/ 4302 w 43002"/>
                <a:gd name="connsiteY36" fmla="*/ 38529 h 39122"/>
                <a:gd name="connsiteX37" fmla="*/ 1269 w 43002"/>
                <a:gd name="connsiteY37" fmla="*/ 36594 h 39122"/>
                <a:gd name="connsiteX38" fmla="*/ 0 w 43002"/>
                <a:gd name="connsiteY38" fmla="*/ 33390 h 39122"/>
                <a:gd name="connsiteX39" fmla="*/ 1395 w 43002"/>
                <a:gd name="connsiteY39" fmla="*/ 29889 h 39122"/>
                <a:gd name="connsiteX40" fmla="*/ 4761 w 43002"/>
                <a:gd name="connsiteY40" fmla="*/ 28413 h 39122"/>
                <a:gd name="connsiteX41" fmla="*/ 6957 w 43002"/>
                <a:gd name="connsiteY41" fmla="*/ 29133 h 39122"/>
                <a:gd name="connsiteX42" fmla="*/ 7965 w 43002"/>
                <a:gd name="connsiteY42" fmla="*/ 31410 h 39122"/>
                <a:gd name="connsiteX43" fmla="*/ 6786 w 43002"/>
                <a:gd name="connsiteY43" fmla="*/ 34443 h 39122"/>
                <a:gd name="connsiteX44" fmla="*/ 3924 w 43002"/>
                <a:gd name="connsiteY44" fmla="*/ 36090 h 39122"/>
                <a:gd name="connsiteX45" fmla="*/ 8217 w 43002"/>
                <a:gd name="connsiteY45" fmla="*/ 37188 h 39122"/>
                <a:gd name="connsiteX46" fmla="*/ 13194 w 43002"/>
                <a:gd name="connsiteY46" fmla="*/ 34740 h 39122"/>
                <a:gd name="connsiteX47" fmla="*/ 16443 w 43002"/>
                <a:gd name="connsiteY47" fmla="*/ 28206 h 39122"/>
                <a:gd name="connsiteX48" fmla="*/ 20070 w 43002"/>
                <a:gd name="connsiteY48" fmla="*/ 13995 h 39122"/>
                <a:gd name="connsiteX49" fmla="*/ 21078 w 43002"/>
                <a:gd name="connsiteY49" fmla="*/ 7668 h 39122"/>
                <a:gd name="connsiteX50" fmla="*/ 20619 w 43002"/>
                <a:gd name="connsiteY50" fmla="*/ 4680 h 39122"/>
                <a:gd name="connsiteX51" fmla="*/ 19350 w 43002"/>
                <a:gd name="connsiteY51" fmla="*/ 2907 h 39122"/>
                <a:gd name="connsiteX52" fmla="*/ 17874 w 43002"/>
                <a:gd name="connsiteY52" fmla="*/ 2106 h 39122"/>
                <a:gd name="connsiteX53" fmla="*/ 16443 w 43002"/>
                <a:gd name="connsiteY53" fmla="*/ 1899 h 39122"/>
                <a:gd name="connsiteX54" fmla="*/ 13743 w 43002"/>
                <a:gd name="connsiteY54" fmla="*/ 2403 h 39122"/>
                <a:gd name="connsiteX55" fmla="*/ 10665 w 43002"/>
                <a:gd name="connsiteY55" fmla="*/ 4086 h 39122"/>
                <a:gd name="connsiteX56" fmla="*/ 7461 w 43002"/>
                <a:gd name="connsiteY56" fmla="*/ 7587 h 39122"/>
                <a:gd name="connsiteX57" fmla="*/ 4851 w 43002"/>
                <a:gd name="connsiteY57" fmla="*/ 13194 h 39122"/>
                <a:gd name="connsiteX58" fmla="*/ 3708 w 43002"/>
                <a:gd name="connsiteY58" fmla="*/ 14166 h 39122"/>
                <a:gd name="connsiteX59" fmla="*/ 2700 w 43002"/>
                <a:gd name="connsiteY59" fmla="*/ 13275 h 39122"/>
                <a:gd name="connsiteX60" fmla="*/ 3249 w 43002"/>
                <a:gd name="connsiteY60" fmla="*/ 11088 h 39122"/>
                <a:gd name="connsiteX61" fmla="*/ 5013 w 43002"/>
                <a:gd name="connsiteY61" fmla="*/ 7668 h 39122"/>
                <a:gd name="connsiteX62" fmla="*/ 7803 w 43002"/>
                <a:gd name="connsiteY62" fmla="*/ 4086 h 39122"/>
                <a:gd name="connsiteX63" fmla="*/ 11718 w 43002"/>
                <a:gd name="connsiteY63" fmla="*/ 1179 h 39122"/>
                <a:gd name="connsiteX64" fmla="*/ 16614 w 43002"/>
                <a:gd name="connsiteY64" fmla="*/ 0 h 39122"/>
                <a:gd name="connsiteX65" fmla="*/ 18846 w 43002"/>
                <a:gd name="connsiteY65" fmla="*/ 252 h 39122"/>
                <a:gd name="connsiteX66" fmla="*/ 21330 w 43002"/>
                <a:gd name="connsiteY66" fmla="*/ 1098 h 39122"/>
                <a:gd name="connsiteX67" fmla="*/ 23949 w 43002"/>
                <a:gd name="connsiteY67" fmla="*/ 3114 h 39122"/>
                <a:gd name="connsiteX68" fmla="*/ 25929 w 43002"/>
                <a:gd name="connsiteY68" fmla="*/ 6534 h 39122"/>
                <a:gd name="connsiteX69" fmla="*/ 27108 w 43002"/>
                <a:gd name="connsiteY69" fmla="*/ 4635 h 39122"/>
                <a:gd name="connsiteX70" fmla="*/ 28926 w 43002"/>
                <a:gd name="connsiteY70" fmla="*/ 2574 h 39122"/>
                <a:gd name="connsiteX71" fmla="*/ 31617 w 43002"/>
                <a:gd name="connsiteY71" fmla="*/ 711 h 39122"/>
                <a:gd name="connsiteX72" fmla="*/ 34992 w 43002"/>
                <a:gd name="connsiteY72" fmla="*/ 0 h 39122"/>
                <a:gd name="connsiteX73" fmla="*/ 38412 w 43002"/>
                <a:gd name="connsiteY73" fmla="*/ 459 h 39122"/>
                <a:gd name="connsiteX74" fmla="*/ 41526 w 43002"/>
                <a:gd name="connsiteY74" fmla="*/ 2277 h 39122"/>
                <a:gd name="connsiteX75" fmla="*/ 43002 w 43002"/>
                <a:gd name="connsiteY75" fmla="*/ 5688 h 39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43002" h="39122">
                  <a:moveTo>
                    <a:pt x="43002" y="5688"/>
                  </a:moveTo>
                  <a:cubicBezTo>
                    <a:pt x="43002" y="7263"/>
                    <a:pt x="42507" y="8505"/>
                    <a:pt x="41526" y="9396"/>
                  </a:cubicBezTo>
                  <a:cubicBezTo>
                    <a:pt x="40545" y="10269"/>
                    <a:pt x="39492" y="10710"/>
                    <a:pt x="38367" y="10710"/>
                  </a:cubicBezTo>
                  <a:cubicBezTo>
                    <a:pt x="37296" y="10710"/>
                    <a:pt x="36486" y="10404"/>
                    <a:pt x="35919" y="9783"/>
                  </a:cubicBezTo>
                  <a:cubicBezTo>
                    <a:pt x="35352" y="9162"/>
                    <a:pt x="35073" y="8460"/>
                    <a:pt x="35073" y="7668"/>
                  </a:cubicBezTo>
                  <a:cubicBezTo>
                    <a:pt x="35073" y="6597"/>
                    <a:pt x="35469" y="5607"/>
                    <a:pt x="36261" y="4680"/>
                  </a:cubicBezTo>
                  <a:cubicBezTo>
                    <a:pt x="37044" y="3753"/>
                    <a:pt x="38034" y="3186"/>
                    <a:pt x="39213" y="2988"/>
                  </a:cubicBezTo>
                  <a:cubicBezTo>
                    <a:pt x="38061" y="2259"/>
                    <a:pt x="36630" y="1899"/>
                    <a:pt x="34911" y="1899"/>
                  </a:cubicBezTo>
                  <a:cubicBezTo>
                    <a:pt x="33786" y="1899"/>
                    <a:pt x="32724" y="2196"/>
                    <a:pt x="31743" y="2781"/>
                  </a:cubicBezTo>
                  <a:cubicBezTo>
                    <a:pt x="30789" y="3366"/>
                    <a:pt x="30015" y="4041"/>
                    <a:pt x="29430" y="4806"/>
                  </a:cubicBezTo>
                  <a:cubicBezTo>
                    <a:pt x="28863" y="5562"/>
                    <a:pt x="28332" y="6489"/>
                    <a:pt x="27828" y="7587"/>
                  </a:cubicBezTo>
                  <a:cubicBezTo>
                    <a:pt x="27351" y="8658"/>
                    <a:pt x="27009" y="9513"/>
                    <a:pt x="26811" y="10161"/>
                  </a:cubicBezTo>
                  <a:cubicBezTo>
                    <a:pt x="26640" y="10782"/>
                    <a:pt x="26487" y="11421"/>
                    <a:pt x="26352" y="12096"/>
                  </a:cubicBezTo>
                  <a:lnTo>
                    <a:pt x="23400" y="23904"/>
                  </a:lnTo>
                  <a:cubicBezTo>
                    <a:pt x="22446" y="27639"/>
                    <a:pt x="21969" y="30168"/>
                    <a:pt x="21969" y="31491"/>
                  </a:cubicBezTo>
                  <a:cubicBezTo>
                    <a:pt x="21969" y="33120"/>
                    <a:pt x="22365" y="34488"/>
                    <a:pt x="23148" y="35586"/>
                  </a:cubicBezTo>
                  <a:cubicBezTo>
                    <a:pt x="23931" y="36657"/>
                    <a:pt x="25110" y="37188"/>
                    <a:pt x="26685" y="37188"/>
                  </a:cubicBezTo>
                  <a:cubicBezTo>
                    <a:pt x="27306" y="37188"/>
                    <a:pt x="27963" y="37098"/>
                    <a:pt x="28665" y="36927"/>
                  </a:cubicBezTo>
                  <a:cubicBezTo>
                    <a:pt x="29376" y="36738"/>
                    <a:pt x="30177" y="36387"/>
                    <a:pt x="31068" y="35874"/>
                  </a:cubicBezTo>
                  <a:cubicBezTo>
                    <a:pt x="31995" y="35343"/>
                    <a:pt x="32868" y="34677"/>
                    <a:pt x="33687" y="33894"/>
                  </a:cubicBezTo>
                  <a:cubicBezTo>
                    <a:pt x="34524" y="33075"/>
                    <a:pt x="35352" y="31986"/>
                    <a:pt x="36171" y="30609"/>
                  </a:cubicBezTo>
                  <a:cubicBezTo>
                    <a:pt x="36990" y="29232"/>
                    <a:pt x="37665" y="27657"/>
                    <a:pt x="38196" y="25884"/>
                  </a:cubicBezTo>
                  <a:cubicBezTo>
                    <a:pt x="38367" y="25263"/>
                    <a:pt x="38727" y="24957"/>
                    <a:pt x="39294" y="24957"/>
                  </a:cubicBezTo>
                  <a:cubicBezTo>
                    <a:pt x="39996" y="24957"/>
                    <a:pt x="40347" y="25236"/>
                    <a:pt x="40347" y="25803"/>
                  </a:cubicBezTo>
                  <a:cubicBezTo>
                    <a:pt x="40347" y="26280"/>
                    <a:pt x="40149" y="27018"/>
                    <a:pt x="39753" y="28035"/>
                  </a:cubicBezTo>
                  <a:cubicBezTo>
                    <a:pt x="39393" y="29016"/>
                    <a:pt x="38808" y="30159"/>
                    <a:pt x="37989" y="31446"/>
                  </a:cubicBezTo>
                  <a:cubicBezTo>
                    <a:pt x="37206" y="32715"/>
                    <a:pt x="36288" y="33921"/>
                    <a:pt x="35244" y="35073"/>
                  </a:cubicBezTo>
                  <a:cubicBezTo>
                    <a:pt x="34209" y="36198"/>
                    <a:pt x="32913" y="37161"/>
                    <a:pt x="31365" y="37944"/>
                  </a:cubicBezTo>
                  <a:cubicBezTo>
                    <a:pt x="29826" y="38727"/>
                    <a:pt x="28206" y="39123"/>
                    <a:pt x="26523" y="39123"/>
                  </a:cubicBezTo>
                  <a:cubicBezTo>
                    <a:pt x="24102" y="39123"/>
                    <a:pt x="22095" y="38475"/>
                    <a:pt x="20493" y="37188"/>
                  </a:cubicBezTo>
                  <a:cubicBezTo>
                    <a:pt x="18891" y="35892"/>
                    <a:pt x="17793" y="34344"/>
                    <a:pt x="17199" y="32544"/>
                  </a:cubicBezTo>
                  <a:cubicBezTo>
                    <a:pt x="17064" y="32796"/>
                    <a:pt x="16893" y="33093"/>
                    <a:pt x="16695" y="33435"/>
                  </a:cubicBezTo>
                  <a:cubicBezTo>
                    <a:pt x="16497" y="33768"/>
                    <a:pt x="16101" y="34317"/>
                    <a:pt x="15516" y="35073"/>
                  </a:cubicBezTo>
                  <a:cubicBezTo>
                    <a:pt x="14949" y="35802"/>
                    <a:pt x="14346" y="36450"/>
                    <a:pt x="13698" y="37017"/>
                  </a:cubicBezTo>
                  <a:cubicBezTo>
                    <a:pt x="13059" y="37548"/>
                    <a:pt x="12231" y="38025"/>
                    <a:pt x="11214" y="38448"/>
                  </a:cubicBezTo>
                  <a:cubicBezTo>
                    <a:pt x="10233" y="38898"/>
                    <a:pt x="9207" y="39123"/>
                    <a:pt x="8136" y="39123"/>
                  </a:cubicBezTo>
                  <a:cubicBezTo>
                    <a:pt x="6786" y="39123"/>
                    <a:pt x="5508" y="38925"/>
                    <a:pt x="4302" y="38529"/>
                  </a:cubicBezTo>
                  <a:cubicBezTo>
                    <a:pt x="3123" y="38142"/>
                    <a:pt x="2106" y="37494"/>
                    <a:pt x="1269" y="36594"/>
                  </a:cubicBezTo>
                  <a:cubicBezTo>
                    <a:pt x="423" y="35694"/>
                    <a:pt x="0" y="34623"/>
                    <a:pt x="0" y="33390"/>
                  </a:cubicBezTo>
                  <a:cubicBezTo>
                    <a:pt x="0" y="32013"/>
                    <a:pt x="468" y="30843"/>
                    <a:pt x="1395" y="29889"/>
                  </a:cubicBezTo>
                  <a:cubicBezTo>
                    <a:pt x="2349" y="28908"/>
                    <a:pt x="3474" y="28413"/>
                    <a:pt x="4761" y="28413"/>
                  </a:cubicBezTo>
                  <a:cubicBezTo>
                    <a:pt x="5580" y="28413"/>
                    <a:pt x="6309" y="28656"/>
                    <a:pt x="6957" y="29133"/>
                  </a:cubicBezTo>
                  <a:cubicBezTo>
                    <a:pt x="7632" y="29610"/>
                    <a:pt x="7965" y="30366"/>
                    <a:pt x="7965" y="31410"/>
                  </a:cubicBezTo>
                  <a:cubicBezTo>
                    <a:pt x="7965" y="32562"/>
                    <a:pt x="7569" y="33570"/>
                    <a:pt x="6786" y="34443"/>
                  </a:cubicBezTo>
                  <a:cubicBezTo>
                    <a:pt x="6003" y="35316"/>
                    <a:pt x="5049" y="35865"/>
                    <a:pt x="3924" y="36090"/>
                  </a:cubicBezTo>
                  <a:cubicBezTo>
                    <a:pt x="5076" y="36819"/>
                    <a:pt x="6507" y="37188"/>
                    <a:pt x="8217" y="37188"/>
                  </a:cubicBezTo>
                  <a:cubicBezTo>
                    <a:pt x="10080" y="37188"/>
                    <a:pt x="11736" y="36369"/>
                    <a:pt x="13194" y="34740"/>
                  </a:cubicBezTo>
                  <a:cubicBezTo>
                    <a:pt x="14661" y="33111"/>
                    <a:pt x="15741" y="30933"/>
                    <a:pt x="16443" y="28206"/>
                  </a:cubicBezTo>
                  <a:cubicBezTo>
                    <a:pt x="18180" y="21654"/>
                    <a:pt x="19395" y="16920"/>
                    <a:pt x="20070" y="13995"/>
                  </a:cubicBezTo>
                  <a:cubicBezTo>
                    <a:pt x="20745" y="11043"/>
                    <a:pt x="21078" y="8937"/>
                    <a:pt x="21078" y="7668"/>
                  </a:cubicBezTo>
                  <a:cubicBezTo>
                    <a:pt x="21078" y="6489"/>
                    <a:pt x="20925" y="5499"/>
                    <a:pt x="20619" y="4680"/>
                  </a:cubicBezTo>
                  <a:cubicBezTo>
                    <a:pt x="20304" y="3861"/>
                    <a:pt x="19881" y="3276"/>
                    <a:pt x="19350" y="2907"/>
                  </a:cubicBezTo>
                  <a:cubicBezTo>
                    <a:pt x="18846" y="2511"/>
                    <a:pt x="18351" y="2241"/>
                    <a:pt x="17874" y="2106"/>
                  </a:cubicBezTo>
                  <a:cubicBezTo>
                    <a:pt x="17424" y="1971"/>
                    <a:pt x="16947" y="1899"/>
                    <a:pt x="16443" y="1899"/>
                  </a:cubicBezTo>
                  <a:cubicBezTo>
                    <a:pt x="15597" y="1899"/>
                    <a:pt x="14697" y="2070"/>
                    <a:pt x="13743" y="2403"/>
                  </a:cubicBezTo>
                  <a:cubicBezTo>
                    <a:pt x="12816" y="2736"/>
                    <a:pt x="11790" y="3303"/>
                    <a:pt x="10665" y="4086"/>
                  </a:cubicBezTo>
                  <a:cubicBezTo>
                    <a:pt x="9567" y="4851"/>
                    <a:pt x="8496" y="6012"/>
                    <a:pt x="7461" y="7587"/>
                  </a:cubicBezTo>
                  <a:cubicBezTo>
                    <a:pt x="6426" y="9162"/>
                    <a:pt x="5553" y="11025"/>
                    <a:pt x="4851" y="13194"/>
                  </a:cubicBezTo>
                  <a:cubicBezTo>
                    <a:pt x="4707" y="13842"/>
                    <a:pt x="4329" y="14166"/>
                    <a:pt x="3708" y="14166"/>
                  </a:cubicBezTo>
                  <a:cubicBezTo>
                    <a:pt x="3033" y="14139"/>
                    <a:pt x="2700" y="13842"/>
                    <a:pt x="2700" y="13275"/>
                  </a:cubicBezTo>
                  <a:cubicBezTo>
                    <a:pt x="2700" y="12798"/>
                    <a:pt x="2880" y="12069"/>
                    <a:pt x="3249" y="11088"/>
                  </a:cubicBezTo>
                  <a:cubicBezTo>
                    <a:pt x="3636" y="10071"/>
                    <a:pt x="4230" y="8937"/>
                    <a:pt x="5013" y="7668"/>
                  </a:cubicBezTo>
                  <a:cubicBezTo>
                    <a:pt x="5832" y="6408"/>
                    <a:pt x="6759" y="5211"/>
                    <a:pt x="7803" y="4086"/>
                  </a:cubicBezTo>
                  <a:cubicBezTo>
                    <a:pt x="8874" y="2934"/>
                    <a:pt x="10179" y="1962"/>
                    <a:pt x="11718" y="1179"/>
                  </a:cubicBezTo>
                  <a:cubicBezTo>
                    <a:pt x="13293" y="396"/>
                    <a:pt x="14931" y="0"/>
                    <a:pt x="16614" y="0"/>
                  </a:cubicBezTo>
                  <a:cubicBezTo>
                    <a:pt x="17370" y="0"/>
                    <a:pt x="18117" y="81"/>
                    <a:pt x="18846" y="252"/>
                  </a:cubicBezTo>
                  <a:cubicBezTo>
                    <a:pt x="19602" y="387"/>
                    <a:pt x="20430" y="675"/>
                    <a:pt x="21330" y="1098"/>
                  </a:cubicBezTo>
                  <a:cubicBezTo>
                    <a:pt x="22257" y="1521"/>
                    <a:pt x="23130" y="2187"/>
                    <a:pt x="23949" y="3114"/>
                  </a:cubicBezTo>
                  <a:cubicBezTo>
                    <a:pt x="24768" y="4041"/>
                    <a:pt x="25425" y="5184"/>
                    <a:pt x="25929" y="6534"/>
                  </a:cubicBezTo>
                  <a:cubicBezTo>
                    <a:pt x="26262" y="5886"/>
                    <a:pt x="26658" y="5256"/>
                    <a:pt x="27108" y="4635"/>
                  </a:cubicBezTo>
                  <a:cubicBezTo>
                    <a:pt x="27585" y="4014"/>
                    <a:pt x="28197" y="3330"/>
                    <a:pt x="28926" y="2574"/>
                  </a:cubicBezTo>
                  <a:cubicBezTo>
                    <a:pt x="29682" y="1782"/>
                    <a:pt x="30582" y="1161"/>
                    <a:pt x="31617" y="711"/>
                  </a:cubicBezTo>
                  <a:cubicBezTo>
                    <a:pt x="32688" y="234"/>
                    <a:pt x="33813" y="0"/>
                    <a:pt x="34992" y="0"/>
                  </a:cubicBezTo>
                  <a:cubicBezTo>
                    <a:pt x="36144" y="0"/>
                    <a:pt x="37287" y="153"/>
                    <a:pt x="38412" y="459"/>
                  </a:cubicBezTo>
                  <a:cubicBezTo>
                    <a:pt x="39537" y="738"/>
                    <a:pt x="40572" y="1350"/>
                    <a:pt x="41526" y="2277"/>
                  </a:cubicBezTo>
                  <a:cubicBezTo>
                    <a:pt x="42507" y="3177"/>
                    <a:pt x="43002" y="4311"/>
                    <a:pt x="43002" y="5688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8B1F4136-0332-D667-C1A4-D112322E5D46}"/>
                </a:ext>
              </a:extLst>
            </p:cNvPr>
            <p:cNvSpPr/>
            <p:nvPr/>
          </p:nvSpPr>
          <p:spPr>
            <a:xfrm>
              <a:off x="681886" y="3127932"/>
              <a:ext cx="1794373" cy="900"/>
            </a:xfrm>
            <a:custGeom>
              <a:avLst/>
              <a:gdLst>
                <a:gd name="connsiteX0" fmla="*/ 0 w 1794373"/>
                <a:gd name="connsiteY0" fmla="*/ 0 h 900"/>
                <a:gd name="connsiteX1" fmla="*/ 1794373 w 1794373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94373" h="900">
                  <a:moveTo>
                    <a:pt x="0" y="0"/>
                  </a:moveTo>
                  <a:lnTo>
                    <a:pt x="1794373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F4B31F80-2CF5-3C4E-F62D-447D13307EDC}"/>
                </a:ext>
              </a:extLst>
            </p:cNvPr>
            <p:cNvSpPr/>
            <p:nvPr/>
          </p:nvSpPr>
          <p:spPr>
            <a:xfrm>
              <a:off x="681886" y="2845962"/>
              <a:ext cx="1794373" cy="900"/>
            </a:xfrm>
            <a:custGeom>
              <a:avLst/>
              <a:gdLst>
                <a:gd name="connsiteX0" fmla="*/ 0 w 1794373"/>
                <a:gd name="connsiteY0" fmla="*/ 0 h 900"/>
                <a:gd name="connsiteX1" fmla="*/ 1794373 w 1794373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94373" h="900">
                  <a:moveTo>
                    <a:pt x="0" y="0"/>
                  </a:moveTo>
                  <a:lnTo>
                    <a:pt x="1794373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44661A00-0A9D-DD49-6CB1-AF542D26A526}"/>
                </a:ext>
              </a:extLst>
            </p:cNvPr>
            <p:cNvSpPr/>
            <p:nvPr/>
          </p:nvSpPr>
          <p:spPr>
            <a:xfrm>
              <a:off x="681886" y="2563984"/>
              <a:ext cx="1794373" cy="900"/>
            </a:xfrm>
            <a:custGeom>
              <a:avLst/>
              <a:gdLst>
                <a:gd name="connsiteX0" fmla="*/ 0 w 1794373"/>
                <a:gd name="connsiteY0" fmla="*/ 0 h 900"/>
                <a:gd name="connsiteX1" fmla="*/ 1794373 w 1794373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94373" h="900">
                  <a:moveTo>
                    <a:pt x="0" y="0"/>
                  </a:moveTo>
                  <a:lnTo>
                    <a:pt x="1794373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D4D9548C-EDE8-A352-B30B-8BC65393D04B}"/>
                </a:ext>
              </a:extLst>
            </p:cNvPr>
            <p:cNvSpPr/>
            <p:nvPr/>
          </p:nvSpPr>
          <p:spPr>
            <a:xfrm>
              <a:off x="681886" y="2282009"/>
              <a:ext cx="1794373" cy="900"/>
            </a:xfrm>
            <a:custGeom>
              <a:avLst/>
              <a:gdLst>
                <a:gd name="connsiteX0" fmla="*/ 0 w 1794373"/>
                <a:gd name="connsiteY0" fmla="*/ 0 h 900"/>
                <a:gd name="connsiteX1" fmla="*/ 1794373 w 1794373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94373" h="900">
                  <a:moveTo>
                    <a:pt x="0" y="0"/>
                  </a:moveTo>
                  <a:lnTo>
                    <a:pt x="1794373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34C8AC27-AC19-9DDE-43CE-D6800640C7A7}"/>
                </a:ext>
              </a:extLst>
            </p:cNvPr>
            <p:cNvSpPr/>
            <p:nvPr/>
          </p:nvSpPr>
          <p:spPr>
            <a:xfrm>
              <a:off x="681886" y="2000034"/>
              <a:ext cx="1794373" cy="900"/>
            </a:xfrm>
            <a:custGeom>
              <a:avLst/>
              <a:gdLst>
                <a:gd name="connsiteX0" fmla="*/ 0 w 1794373"/>
                <a:gd name="connsiteY0" fmla="*/ 0 h 900"/>
                <a:gd name="connsiteX1" fmla="*/ 1794373 w 1794373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94373" h="900">
                  <a:moveTo>
                    <a:pt x="0" y="0"/>
                  </a:moveTo>
                  <a:lnTo>
                    <a:pt x="1794373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F50CA32D-F61A-8B31-F810-8E6EEC34CD81}"/>
                </a:ext>
              </a:extLst>
            </p:cNvPr>
            <p:cNvSpPr/>
            <p:nvPr/>
          </p:nvSpPr>
          <p:spPr>
            <a:xfrm>
              <a:off x="681886" y="1966197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C56DA623-2A46-7D81-24D3-103064BA9FA9}"/>
                </a:ext>
              </a:extLst>
            </p:cNvPr>
            <p:cNvSpPr/>
            <p:nvPr/>
          </p:nvSpPr>
          <p:spPr>
            <a:xfrm>
              <a:off x="681886" y="3127932"/>
              <a:ext cx="17008" cy="900"/>
            </a:xfrm>
            <a:custGeom>
              <a:avLst/>
              <a:gdLst>
                <a:gd name="connsiteX0" fmla="*/ 0 w 17008"/>
                <a:gd name="connsiteY0" fmla="*/ 0 h 900"/>
                <a:gd name="connsiteX1" fmla="*/ 17008 w 1700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8" h="900">
                  <a:moveTo>
                    <a:pt x="0" y="0"/>
                  </a:moveTo>
                  <a:lnTo>
                    <a:pt x="17008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59607E95-724C-5C01-481C-867A859EB358}"/>
                </a:ext>
              </a:extLst>
            </p:cNvPr>
            <p:cNvSpPr/>
            <p:nvPr/>
          </p:nvSpPr>
          <p:spPr>
            <a:xfrm>
              <a:off x="681886" y="2845962"/>
              <a:ext cx="17008" cy="900"/>
            </a:xfrm>
            <a:custGeom>
              <a:avLst/>
              <a:gdLst>
                <a:gd name="connsiteX0" fmla="*/ 0 w 17008"/>
                <a:gd name="connsiteY0" fmla="*/ 0 h 900"/>
                <a:gd name="connsiteX1" fmla="*/ 17008 w 1700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8" h="900">
                  <a:moveTo>
                    <a:pt x="0" y="0"/>
                  </a:moveTo>
                  <a:lnTo>
                    <a:pt x="17008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6CC99F79-03FF-447C-A57F-7C701D279623}"/>
                </a:ext>
              </a:extLst>
            </p:cNvPr>
            <p:cNvSpPr/>
            <p:nvPr/>
          </p:nvSpPr>
          <p:spPr>
            <a:xfrm>
              <a:off x="681886" y="2563984"/>
              <a:ext cx="17008" cy="900"/>
            </a:xfrm>
            <a:custGeom>
              <a:avLst/>
              <a:gdLst>
                <a:gd name="connsiteX0" fmla="*/ 0 w 17008"/>
                <a:gd name="connsiteY0" fmla="*/ 0 h 900"/>
                <a:gd name="connsiteX1" fmla="*/ 17008 w 1700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8" h="900">
                  <a:moveTo>
                    <a:pt x="0" y="0"/>
                  </a:moveTo>
                  <a:lnTo>
                    <a:pt x="17008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E72D884F-89EF-B47F-535C-13CA5C24220C}"/>
                </a:ext>
              </a:extLst>
            </p:cNvPr>
            <p:cNvSpPr/>
            <p:nvPr/>
          </p:nvSpPr>
          <p:spPr>
            <a:xfrm>
              <a:off x="681886" y="2282009"/>
              <a:ext cx="17008" cy="900"/>
            </a:xfrm>
            <a:custGeom>
              <a:avLst/>
              <a:gdLst>
                <a:gd name="connsiteX0" fmla="*/ 0 w 17008"/>
                <a:gd name="connsiteY0" fmla="*/ 0 h 900"/>
                <a:gd name="connsiteX1" fmla="*/ 17008 w 1700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8" h="900">
                  <a:moveTo>
                    <a:pt x="0" y="0"/>
                  </a:moveTo>
                  <a:lnTo>
                    <a:pt x="17008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D35F50D4-BEA0-0827-7B9B-1D0E995BEF58}"/>
                </a:ext>
              </a:extLst>
            </p:cNvPr>
            <p:cNvSpPr/>
            <p:nvPr/>
          </p:nvSpPr>
          <p:spPr>
            <a:xfrm>
              <a:off x="681886" y="2000034"/>
              <a:ext cx="17008" cy="900"/>
            </a:xfrm>
            <a:custGeom>
              <a:avLst/>
              <a:gdLst>
                <a:gd name="connsiteX0" fmla="*/ 0 w 17008"/>
                <a:gd name="connsiteY0" fmla="*/ 0 h 900"/>
                <a:gd name="connsiteX1" fmla="*/ 17008 w 1700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8" h="900">
                  <a:moveTo>
                    <a:pt x="0" y="0"/>
                  </a:moveTo>
                  <a:lnTo>
                    <a:pt x="17008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307B57FC-AE61-752A-D797-1F742060ED6F}"/>
                </a:ext>
              </a:extLst>
            </p:cNvPr>
            <p:cNvSpPr/>
            <p:nvPr/>
          </p:nvSpPr>
          <p:spPr>
            <a:xfrm>
              <a:off x="481050" y="3128642"/>
              <a:ext cx="46739" cy="6201"/>
            </a:xfrm>
            <a:custGeom>
              <a:avLst/>
              <a:gdLst>
                <a:gd name="connsiteX0" fmla="*/ 0 w 46739"/>
                <a:gd name="connsiteY0" fmla="*/ 0 h 6201"/>
                <a:gd name="connsiteX1" fmla="*/ 46740 w 46739"/>
                <a:gd name="connsiteY1" fmla="*/ 0 h 6201"/>
                <a:gd name="connsiteX2" fmla="*/ 46740 w 46739"/>
                <a:gd name="connsiteY2" fmla="*/ 6201 h 6201"/>
                <a:gd name="connsiteX3" fmla="*/ 0 w 46739"/>
                <a:gd name="connsiteY3" fmla="*/ 6201 h 6201"/>
                <a:gd name="connsiteX4" fmla="*/ 0 w 46739"/>
                <a:gd name="connsiteY4" fmla="*/ 0 h 6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739" h="6201">
                  <a:moveTo>
                    <a:pt x="0" y="0"/>
                  </a:moveTo>
                  <a:lnTo>
                    <a:pt x="46740" y="0"/>
                  </a:lnTo>
                  <a:lnTo>
                    <a:pt x="46740" y="6201"/>
                  </a:lnTo>
                  <a:lnTo>
                    <a:pt x="0" y="6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F91A575B-8AE7-D82C-9CD9-9B74D8CCD737}"/>
                </a:ext>
              </a:extLst>
            </p:cNvPr>
            <p:cNvSpPr/>
            <p:nvPr/>
          </p:nvSpPr>
          <p:spPr>
            <a:xfrm>
              <a:off x="543904" y="3100715"/>
              <a:ext cx="32410" cy="54432"/>
            </a:xfrm>
            <a:custGeom>
              <a:avLst/>
              <a:gdLst>
                <a:gd name="connsiteX0" fmla="*/ 1058 w 32410"/>
                <a:gd name="connsiteY0" fmla="*/ 48240 h 54432"/>
                <a:gd name="connsiteX1" fmla="*/ 13088 w 32410"/>
                <a:gd name="connsiteY1" fmla="*/ 48240 h 54432"/>
                <a:gd name="connsiteX2" fmla="*/ 13088 w 32410"/>
                <a:gd name="connsiteY2" fmla="*/ 6714 h 54432"/>
                <a:gd name="connsiteX3" fmla="*/ 0 w 32410"/>
                <a:gd name="connsiteY3" fmla="*/ 9333 h 54432"/>
                <a:gd name="connsiteX4" fmla="*/ 0 w 32410"/>
                <a:gd name="connsiteY4" fmla="*/ 2628 h 54432"/>
                <a:gd name="connsiteX5" fmla="*/ 13015 w 32410"/>
                <a:gd name="connsiteY5" fmla="*/ 0 h 54432"/>
                <a:gd name="connsiteX6" fmla="*/ 20380 w 32410"/>
                <a:gd name="connsiteY6" fmla="*/ 0 h 54432"/>
                <a:gd name="connsiteX7" fmla="*/ 20380 w 32410"/>
                <a:gd name="connsiteY7" fmla="*/ 48240 h 54432"/>
                <a:gd name="connsiteX8" fmla="*/ 32411 w 32410"/>
                <a:gd name="connsiteY8" fmla="*/ 48240 h 54432"/>
                <a:gd name="connsiteX9" fmla="*/ 32411 w 32410"/>
                <a:gd name="connsiteY9" fmla="*/ 54432 h 54432"/>
                <a:gd name="connsiteX10" fmla="*/ 1058 w 32410"/>
                <a:gd name="connsiteY10" fmla="*/ 54432 h 54432"/>
                <a:gd name="connsiteX11" fmla="*/ 1058 w 32410"/>
                <a:gd name="connsiteY11" fmla="*/ 48240 h 54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410" h="54432">
                  <a:moveTo>
                    <a:pt x="1058" y="48240"/>
                  </a:moveTo>
                  <a:lnTo>
                    <a:pt x="13088" y="48240"/>
                  </a:lnTo>
                  <a:lnTo>
                    <a:pt x="13088" y="6714"/>
                  </a:lnTo>
                  <a:lnTo>
                    <a:pt x="0" y="9333"/>
                  </a:lnTo>
                  <a:lnTo>
                    <a:pt x="0" y="2628"/>
                  </a:lnTo>
                  <a:lnTo>
                    <a:pt x="13015" y="0"/>
                  </a:lnTo>
                  <a:lnTo>
                    <a:pt x="20380" y="0"/>
                  </a:lnTo>
                  <a:lnTo>
                    <a:pt x="20380" y="48240"/>
                  </a:lnTo>
                  <a:lnTo>
                    <a:pt x="32411" y="48240"/>
                  </a:lnTo>
                  <a:lnTo>
                    <a:pt x="32411" y="54432"/>
                  </a:lnTo>
                  <a:lnTo>
                    <a:pt x="1058" y="54432"/>
                  </a:lnTo>
                  <a:lnTo>
                    <a:pt x="1058" y="4824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B0E0402B-CD9E-D921-6C45-ACAFBF9CE37F}"/>
                </a:ext>
              </a:extLst>
            </p:cNvPr>
            <p:cNvSpPr/>
            <p:nvPr/>
          </p:nvSpPr>
          <p:spPr>
            <a:xfrm>
              <a:off x="591190" y="3145887"/>
              <a:ext cx="7692" cy="9261"/>
            </a:xfrm>
            <a:custGeom>
              <a:avLst/>
              <a:gdLst>
                <a:gd name="connsiteX0" fmla="*/ 0 w 7692"/>
                <a:gd name="connsiteY0" fmla="*/ 0 h 9261"/>
                <a:gd name="connsiteX1" fmla="*/ 7692 w 7692"/>
                <a:gd name="connsiteY1" fmla="*/ 0 h 9261"/>
                <a:gd name="connsiteX2" fmla="*/ 7692 w 7692"/>
                <a:gd name="connsiteY2" fmla="*/ 9261 h 9261"/>
                <a:gd name="connsiteX3" fmla="*/ 0 w 7692"/>
                <a:gd name="connsiteY3" fmla="*/ 9261 h 9261"/>
                <a:gd name="connsiteX4" fmla="*/ 0 w 7692"/>
                <a:gd name="connsiteY4" fmla="*/ 0 h 9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2" h="9261">
                  <a:moveTo>
                    <a:pt x="0" y="0"/>
                  </a:moveTo>
                  <a:lnTo>
                    <a:pt x="7692" y="0"/>
                  </a:lnTo>
                  <a:lnTo>
                    <a:pt x="7692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E7686695-D2B7-B190-D4DE-717887C3D86D}"/>
                </a:ext>
              </a:extLst>
            </p:cNvPr>
            <p:cNvSpPr/>
            <p:nvPr/>
          </p:nvSpPr>
          <p:spPr>
            <a:xfrm>
              <a:off x="611862" y="3099734"/>
              <a:ext cx="37624" cy="56475"/>
            </a:xfrm>
            <a:custGeom>
              <a:avLst/>
              <a:gdLst>
                <a:gd name="connsiteX0" fmla="*/ 18812 w 37624"/>
                <a:gd name="connsiteY0" fmla="*/ 5832 h 56475"/>
                <a:gd name="connsiteX1" fmla="*/ 10245 w 37624"/>
                <a:gd name="connsiteY1" fmla="*/ 11448 h 56475"/>
                <a:gd name="connsiteX2" fmla="*/ 7401 w 37624"/>
                <a:gd name="connsiteY2" fmla="*/ 28251 h 56475"/>
                <a:gd name="connsiteX3" fmla="*/ 10245 w 37624"/>
                <a:gd name="connsiteY3" fmla="*/ 45063 h 56475"/>
                <a:gd name="connsiteX4" fmla="*/ 18812 w 37624"/>
                <a:gd name="connsiteY4" fmla="*/ 50643 h 56475"/>
                <a:gd name="connsiteX5" fmla="*/ 27380 w 37624"/>
                <a:gd name="connsiteY5" fmla="*/ 45063 h 56475"/>
                <a:gd name="connsiteX6" fmla="*/ 30260 w 37624"/>
                <a:gd name="connsiteY6" fmla="*/ 28251 h 56475"/>
                <a:gd name="connsiteX7" fmla="*/ 27380 w 37624"/>
                <a:gd name="connsiteY7" fmla="*/ 11448 h 56475"/>
                <a:gd name="connsiteX8" fmla="*/ 18812 w 37624"/>
                <a:gd name="connsiteY8" fmla="*/ 5832 h 56475"/>
                <a:gd name="connsiteX9" fmla="*/ 18812 w 37624"/>
                <a:gd name="connsiteY9" fmla="*/ 0 h 56475"/>
                <a:gd name="connsiteX10" fmla="*/ 32775 w 37624"/>
                <a:gd name="connsiteY10" fmla="*/ 7254 h 56475"/>
                <a:gd name="connsiteX11" fmla="*/ 37624 w 37624"/>
                <a:gd name="connsiteY11" fmla="*/ 28251 h 56475"/>
                <a:gd name="connsiteX12" fmla="*/ 32775 w 37624"/>
                <a:gd name="connsiteY12" fmla="*/ 49257 h 56475"/>
                <a:gd name="connsiteX13" fmla="*/ 18812 w 37624"/>
                <a:gd name="connsiteY13" fmla="*/ 56475 h 56475"/>
                <a:gd name="connsiteX14" fmla="*/ 4812 w 37624"/>
                <a:gd name="connsiteY14" fmla="*/ 49257 h 56475"/>
                <a:gd name="connsiteX15" fmla="*/ 0 w 37624"/>
                <a:gd name="connsiteY15" fmla="*/ 28251 h 56475"/>
                <a:gd name="connsiteX16" fmla="*/ 4812 w 37624"/>
                <a:gd name="connsiteY16" fmla="*/ 7254 h 56475"/>
                <a:gd name="connsiteX17" fmla="*/ 18812 w 37624"/>
                <a:gd name="connsiteY17" fmla="*/ 0 h 56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75">
                  <a:moveTo>
                    <a:pt x="18812" y="5832"/>
                  </a:moveTo>
                  <a:cubicBezTo>
                    <a:pt x="15020" y="5832"/>
                    <a:pt x="12164" y="7704"/>
                    <a:pt x="10245" y="11448"/>
                  </a:cubicBezTo>
                  <a:cubicBezTo>
                    <a:pt x="8348" y="15165"/>
                    <a:pt x="7401" y="20772"/>
                    <a:pt x="7401" y="28251"/>
                  </a:cubicBezTo>
                  <a:cubicBezTo>
                    <a:pt x="7401" y="35712"/>
                    <a:pt x="8348" y="41319"/>
                    <a:pt x="10245" y="45063"/>
                  </a:cubicBezTo>
                  <a:cubicBezTo>
                    <a:pt x="12164" y="48780"/>
                    <a:pt x="15020" y="50643"/>
                    <a:pt x="18812" y="50643"/>
                  </a:cubicBezTo>
                  <a:cubicBezTo>
                    <a:pt x="22628" y="50643"/>
                    <a:pt x="25484" y="48780"/>
                    <a:pt x="27380" y="45063"/>
                  </a:cubicBezTo>
                  <a:cubicBezTo>
                    <a:pt x="29299" y="41319"/>
                    <a:pt x="30260" y="35712"/>
                    <a:pt x="30260" y="28251"/>
                  </a:cubicBezTo>
                  <a:cubicBezTo>
                    <a:pt x="30260" y="20772"/>
                    <a:pt x="29299" y="15165"/>
                    <a:pt x="27380" y="11448"/>
                  </a:cubicBezTo>
                  <a:cubicBezTo>
                    <a:pt x="25484" y="7704"/>
                    <a:pt x="22628" y="5832"/>
                    <a:pt x="18812" y="5832"/>
                  </a:cubicBezTo>
                  <a:moveTo>
                    <a:pt x="18812" y="0"/>
                  </a:moveTo>
                  <a:cubicBezTo>
                    <a:pt x="24913" y="0"/>
                    <a:pt x="29567" y="2421"/>
                    <a:pt x="32775" y="7254"/>
                  </a:cubicBezTo>
                  <a:cubicBezTo>
                    <a:pt x="36008" y="12069"/>
                    <a:pt x="37624" y="19062"/>
                    <a:pt x="37624" y="28251"/>
                  </a:cubicBezTo>
                  <a:cubicBezTo>
                    <a:pt x="37624" y="37422"/>
                    <a:pt x="36008" y="44424"/>
                    <a:pt x="32775" y="49257"/>
                  </a:cubicBezTo>
                  <a:cubicBezTo>
                    <a:pt x="29567" y="54072"/>
                    <a:pt x="24913" y="56475"/>
                    <a:pt x="18812" y="56475"/>
                  </a:cubicBezTo>
                  <a:cubicBezTo>
                    <a:pt x="12711" y="56475"/>
                    <a:pt x="8044" y="54072"/>
                    <a:pt x="4812" y="49257"/>
                  </a:cubicBezTo>
                  <a:cubicBezTo>
                    <a:pt x="1604" y="44424"/>
                    <a:pt x="0" y="37422"/>
                    <a:pt x="0" y="28251"/>
                  </a:cubicBezTo>
                  <a:cubicBezTo>
                    <a:pt x="0" y="19062"/>
                    <a:pt x="1604" y="12069"/>
                    <a:pt x="4812" y="7254"/>
                  </a:cubicBezTo>
                  <a:cubicBezTo>
                    <a:pt x="8044" y="2421"/>
                    <a:pt x="12711" y="0"/>
                    <a:pt x="18812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9CCDED10-F3D5-EEF1-F195-51B07A814292}"/>
                </a:ext>
              </a:extLst>
            </p:cNvPr>
            <p:cNvSpPr/>
            <p:nvPr/>
          </p:nvSpPr>
          <p:spPr>
            <a:xfrm>
              <a:off x="482617" y="2846673"/>
              <a:ext cx="46739" cy="6192"/>
            </a:xfrm>
            <a:custGeom>
              <a:avLst/>
              <a:gdLst>
                <a:gd name="connsiteX0" fmla="*/ 0 w 46739"/>
                <a:gd name="connsiteY0" fmla="*/ 0 h 6192"/>
                <a:gd name="connsiteX1" fmla="*/ 46740 w 46739"/>
                <a:gd name="connsiteY1" fmla="*/ 0 h 6192"/>
                <a:gd name="connsiteX2" fmla="*/ 46740 w 46739"/>
                <a:gd name="connsiteY2" fmla="*/ 6192 h 6192"/>
                <a:gd name="connsiteX3" fmla="*/ 0 w 46739"/>
                <a:gd name="connsiteY3" fmla="*/ 6192 h 6192"/>
                <a:gd name="connsiteX4" fmla="*/ 0 w 46739"/>
                <a:gd name="connsiteY4" fmla="*/ 0 h 6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739" h="6192">
                  <a:moveTo>
                    <a:pt x="0" y="0"/>
                  </a:moveTo>
                  <a:lnTo>
                    <a:pt x="46740" y="0"/>
                  </a:lnTo>
                  <a:lnTo>
                    <a:pt x="46740" y="6192"/>
                  </a:lnTo>
                  <a:lnTo>
                    <a:pt x="0" y="61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AD096FA1-CE9E-9860-7DAE-FE64AC0BE14D}"/>
                </a:ext>
              </a:extLst>
            </p:cNvPr>
            <p:cNvSpPr/>
            <p:nvPr/>
          </p:nvSpPr>
          <p:spPr>
            <a:xfrm>
              <a:off x="542190" y="2817759"/>
              <a:ext cx="37624" cy="56471"/>
            </a:xfrm>
            <a:custGeom>
              <a:avLst/>
              <a:gdLst>
                <a:gd name="connsiteX0" fmla="*/ 18812 w 37624"/>
                <a:gd name="connsiteY0" fmla="*/ 5833 h 56471"/>
                <a:gd name="connsiteX1" fmla="*/ 10245 w 37624"/>
                <a:gd name="connsiteY1" fmla="*/ 11444 h 56471"/>
                <a:gd name="connsiteX2" fmla="*/ 7401 w 37624"/>
                <a:gd name="connsiteY2" fmla="*/ 28256 h 56471"/>
                <a:gd name="connsiteX3" fmla="*/ 10245 w 37624"/>
                <a:gd name="connsiteY3" fmla="*/ 45059 h 56471"/>
                <a:gd name="connsiteX4" fmla="*/ 18812 w 37624"/>
                <a:gd name="connsiteY4" fmla="*/ 50639 h 56471"/>
                <a:gd name="connsiteX5" fmla="*/ 27380 w 37624"/>
                <a:gd name="connsiteY5" fmla="*/ 45059 h 56471"/>
                <a:gd name="connsiteX6" fmla="*/ 30260 w 37624"/>
                <a:gd name="connsiteY6" fmla="*/ 28256 h 56471"/>
                <a:gd name="connsiteX7" fmla="*/ 27380 w 37624"/>
                <a:gd name="connsiteY7" fmla="*/ 11444 h 56471"/>
                <a:gd name="connsiteX8" fmla="*/ 18812 w 37624"/>
                <a:gd name="connsiteY8" fmla="*/ 5833 h 56471"/>
                <a:gd name="connsiteX9" fmla="*/ 18812 w 37624"/>
                <a:gd name="connsiteY9" fmla="*/ 0 h 56471"/>
                <a:gd name="connsiteX10" fmla="*/ 32775 w 37624"/>
                <a:gd name="connsiteY10" fmla="*/ 7259 h 56471"/>
                <a:gd name="connsiteX11" fmla="*/ 37624 w 37624"/>
                <a:gd name="connsiteY11" fmla="*/ 28256 h 56471"/>
                <a:gd name="connsiteX12" fmla="*/ 32775 w 37624"/>
                <a:gd name="connsiteY12" fmla="*/ 49253 h 56471"/>
                <a:gd name="connsiteX13" fmla="*/ 18812 w 37624"/>
                <a:gd name="connsiteY13" fmla="*/ 56471 h 56471"/>
                <a:gd name="connsiteX14" fmla="*/ 4812 w 37624"/>
                <a:gd name="connsiteY14" fmla="*/ 49253 h 56471"/>
                <a:gd name="connsiteX15" fmla="*/ 0 w 37624"/>
                <a:gd name="connsiteY15" fmla="*/ 28256 h 56471"/>
                <a:gd name="connsiteX16" fmla="*/ 4812 w 37624"/>
                <a:gd name="connsiteY16" fmla="*/ 7259 h 56471"/>
                <a:gd name="connsiteX17" fmla="*/ 18812 w 37624"/>
                <a:gd name="connsiteY17" fmla="*/ 0 h 564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71">
                  <a:moveTo>
                    <a:pt x="18812" y="5833"/>
                  </a:moveTo>
                  <a:cubicBezTo>
                    <a:pt x="15020" y="5833"/>
                    <a:pt x="12164" y="7700"/>
                    <a:pt x="10245" y="11444"/>
                  </a:cubicBezTo>
                  <a:cubicBezTo>
                    <a:pt x="8348" y="15161"/>
                    <a:pt x="7401" y="20768"/>
                    <a:pt x="7401" y="28256"/>
                  </a:cubicBezTo>
                  <a:cubicBezTo>
                    <a:pt x="7401" y="35717"/>
                    <a:pt x="8348" y="41315"/>
                    <a:pt x="10245" y="45059"/>
                  </a:cubicBezTo>
                  <a:cubicBezTo>
                    <a:pt x="12164" y="48776"/>
                    <a:pt x="15020" y="50639"/>
                    <a:pt x="18812" y="50639"/>
                  </a:cubicBezTo>
                  <a:cubicBezTo>
                    <a:pt x="22628" y="50639"/>
                    <a:pt x="25483" y="48776"/>
                    <a:pt x="27380" y="45059"/>
                  </a:cubicBezTo>
                  <a:cubicBezTo>
                    <a:pt x="29299" y="41315"/>
                    <a:pt x="30260" y="35717"/>
                    <a:pt x="30260" y="28256"/>
                  </a:cubicBezTo>
                  <a:cubicBezTo>
                    <a:pt x="30260" y="20768"/>
                    <a:pt x="29299" y="15161"/>
                    <a:pt x="27380" y="11444"/>
                  </a:cubicBezTo>
                  <a:cubicBezTo>
                    <a:pt x="25483" y="7700"/>
                    <a:pt x="22628" y="5833"/>
                    <a:pt x="18812" y="5833"/>
                  </a:cubicBezTo>
                  <a:moveTo>
                    <a:pt x="18812" y="0"/>
                  </a:moveTo>
                  <a:cubicBezTo>
                    <a:pt x="24913" y="0"/>
                    <a:pt x="29567" y="2420"/>
                    <a:pt x="32775" y="7259"/>
                  </a:cubicBezTo>
                  <a:cubicBezTo>
                    <a:pt x="36008" y="12074"/>
                    <a:pt x="37624" y="19067"/>
                    <a:pt x="37624" y="28256"/>
                  </a:cubicBezTo>
                  <a:cubicBezTo>
                    <a:pt x="37624" y="37418"/>
                    <a:pt x="36008" y="44420"/>
                    <a:pt x="32775" y="49253"/>
                  </a:cubicBezTo>
                  <a:cubicBezTo>
                    <a:pt x="29567" y="54068"/>
                    <a:pt x="24913" y="56471"/>
                    <a:pt x="18812" y="56471"/>
                  </a:cubicBezTo>
                  <a:cubicBezTo>
                    <a:pt x="12712" y="56471"/>
                    <a:pt x="8045" y="54068"/>
                    <a:pt x="4812" y="49253"/>
                  </a:cubicBezTo>
                  <a:cubicBezTo>
                    <a:pt x="1604" y="44420"/>
                    <a:pt x="0" y="37418"/>
                    <a:pt x="0" y="28256"/>
                  </a:cubicBezTo>
                  <a:cubicBezTo>
                    <a:pt x="0" y="19067"/>
                    <a:pt x="1604" y="12074"/>
                    <a:pt x="4812" y="7259"/>
                  </a:cubicBezTo>
                  <a:cubicBezTo>
                    <a:pt x="8045" y="2420"/>
                    <a:pt x="12712" y="0"/>
                    <a:pt x="18812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066EF5A2-BB57-27D3-A0D4-F0E7582856D2}"/>
                </a:ext>
              </a:extLst>
            </p:cNvPr>
            <p:cNvSpPr/>
            <p:nvPr/>
          </p:nvSpPr>
          <p:spPr>
            <a:xfrm>
              <a:off x="592758" y="2863916"/>
              <a:ext cx="7692" cy="9261"/>
            </a:xfrm>
            <a:custGeom>
              <a:avLst/>
              <a:gdLst>
                <a:gd name="connsiteX0" fmla="*/ 0 w 7692"/>
                <a:gd name="connsiteY0" fmla="*/ 0 h 9261"/>
                <a:gd name="connsiteX1" fmla="*/ 7692 w 7692"/>
                <a:gd name="connsiteY1" fmla="*/ 0 h 9261"/>
                <a:gd name="connsiteX2" fmla="*/ 7692 w 7692"/>
                <a:gd name="connsiteY2" fmla="*/ 9261 h 9261"/>
                <a:gd name="connsiteX3" fmla="*/ 0 w 7692"/>
                <a:gd name="connsiteY3" fmla="*/ 9261 h 9261"/>
                <a:gd name="connsiteX4" fmla="*/ 0 w 7692"/>
                <a:gd name="connsiteY4" fmla="*/ 0 h 9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2" h="9261">
                  <a:moveTo>
                    <a:pt x="0" y="0"/>
                  </a:moveTo>
                  <a:lnTo>
                    <a:pt x="7692" y="0"/>
                  </a:lnTo>
                  <a:lnTo>
                    <a:pt x="7692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E9212DE3-839B-3262-E078-4599B18200E4}"/>
                </a:ext>
              </a:extLst>
            </p:cNvPr>
            <p:cNvSpPr/>
            <p:nvPr/>
          </p:nvSpPr>
          <p:spPr>
            <a:xfrm>
              <a:off x="614268" y="2818744"/>
              <a:ext cx="35218" cy="55486"/>
            </a:xfrm>
            <a:custGeom>
              <a:avLst/>
              <a:gdLst>
                <a:gd name="connsiteX0" fmla="*/ 2297 w 35218"/>
                <a:gd name="connsiteY0" fmla="*/ 0 h 55486"/>
                <a:gd name="connsiteX1" fmla="*/ 31208 w 35218"/>
                <a:gd name="connsiteY1" fmla="*/ 0 h 55486"/>
                <a:gd name="connsiteX2" fmla="*/ 31208 w 35218"/>
                <a:gd name="connsiteY2" fmla="*/ 6194 h 55486"/>
                <a:gd name="connsiteX3" fmla="*/ 9041 w 35218"/>
                <a:gd name="connsiteY3" fmla="*/ 6194 h 55486"/>
                <a:gd name="connsiteX4" fmla="*/ 9041 w 35218"/>
                <a:gd name="connsiteY4" fmla="*/ 19541 h 55486"/>
                <a:gd name="connsiteX5" fmla="*/ 12250 w 35218"/>
                <a:gd name="connsiteY5" fmla="*/ 18740 h 55486"/>
                <a:gd name="connsiteX6" fmla="*/ 15458 w 35218"/>
                <a:gd name="connsiteY6" fmla="*/ 18452 h 55486"/>
                <a:gd name="connsiteX7" fmla="*/ 29896 w 35218"/>
                <a:gd name="connsiteY7" fmla="*/ 23438 h 55486"/>
                <a:gd name="connsiteX8" fmla="*/ 35219 w 35218"/>
                <a:gd name="connsiteY8" fmla="*/ 36965 h 55486"/>
                <a:gd name="connsiteX9" fmla="*/ 29750 w 35218"/>
                <a:gd name="connsiteY9" fmla="*/ 50636 h 55486"/>
                <a:gd name="connsiteX10" fmla="*/ 14328 w 35218"/>
                <a:gd name="connsiteY10" fmla="*/ 55487 h 55486"/>
                <a:gd name="connsiteX11" fmla="*/ 7329 w 35218"/>
                <a:gd name="connsiteY11" fmla="*/ 54902 h 55486"/>
                <a:gd name="connsiteX12" fmla="*/ 0 w 35218"/>
                <a:gd name="connsiteY12" fmla="*/ 53156 h 55486"/>
                <a:gd name="connsiteX13" fmla="*/ 0 w 35218"/>
                <a:gd name="connsiteY13" fmla="*/ 45758 h 55486"/>
                <a:gd name="connsiteX14" fmla="*/ 6782 w 35218"/>
                <a:gd name="connsiteY14" fmla="*/ 48413 h 55486"/>
                <a:gd name="connsiteX15" fmla="*/ 14182 w 35218"/>
                <a:gd name="connsiteY15" fmla="*/ 49295 h 55486"/>
                <a:gd name="connsiteX16" fmla="*/ 24172 w 35218"/>
                <a:gd name="connsiteY16" fmla="*/ 45974 h 55486"/>
                <a:gd name="connsiteX17" fmla="*/ 27854 w 35218"/>
                <a:gd name="connsiteY17" fmla="*/ 36965 h 55486"/>
                <a:gd name="connsiteX18" fmla="*/ 24172 w 35218"/>
                <a:gd name="connsiteY18" fmla="*/ 27965 h 55486"/>
                <a:gd name="connsiteX19" fmla="*/ 14182 w 35218"/>
                <a:gd name="connsiteY19" fmla="*/ 24644 h 55486"/>
                <a:gd name="connsiteX20" fmla="*/ 8276 w 35218"/>
                <a:gd name="connsiteY20" fmla="*/ 25301 h 55486"/>
                <a:gd name="connsiteX21" fmla="*/ 2297 w 35218"/>
                <a:gd name="connsiteY21" fmla="*/ 27344 h 55486"/>
                <a:gd name="connsiteX22" fmla="*/ 2297 w 35218"/>
                <a:gd name="connsiteY22" fmla="*/ 0 h 55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218" h="55486">
                  <a:moveTo>
                    <a:pt x="2297" y="0"/>
                  </a:moveTo>
                  <a:lnTo>
                    <a:pt x="31208" y="0"/>
                  </a:lnTo>
                  <a:lnTo>
                    <a:pt x="31208" y="6194"/>
                  </a:lnTo>
                  <a:lnTo>
                    <a:pt x="9041" y="6194"/>
                  </a:lnTo>
                  <a:lnTo>
                    <a:pt x="9041" y="19541"/>
                  </a:lnTo>
                  <a:cubicBezTo>
                    <a:pt x="10111" y="19172"/>
                    <a:pt x="11181" y="18911"/>
                    <a:pt x="12250" y="18740"/>
                  </a:cubicBezTo>
                  <a:cubicBezTo>
                    <a:pt x="13320" y="18551"/>
                    <a:pt x="14389" y="18452"/>
                    <a:pt x="15458" y="18452"/>
                  </a:cubicBezTo>
                  <a:cubicBezTo>
                    <a:pt x="21534" y="18452"/>
                    <a:pt x="26347" y="20117"/>
                    <a:pt x="29896" y="23438"/>
                  </a:cubicBezTo>
                  <a:cubicBezTo>
                    <a:pt x="33445" y="26768"/>
                    <a:pt x="35219" y="31277"/>
                    <a:pt x="35219" y="36965"/>
                  </a:cubicBezTo>
                  <a:cubicBezTo>
                    <a:pt x="35219" y="42824"/>
                    <a:pt x="33396" y="47387"/>
                    <a:pt x="29750" y="50636"/>
                  </a:cubicBezTo>
                  <a:cubicBezTo>
                    <a:pt x="26105" y="53867"/>
                    <a:pt x="20964" y="55487"/>
                    <a:pt x="14328" y="55487"/>
                  </a:cubicBezTo>
                  <a:cubicBezTo>
                    <a:pt x="12043" y="55487"/>
                    <a:pt x="9710" y="55289"/>
                    <a:pt x="7329" y="54902"/>
                  </a:cubicBezTo>
                  <a:cubicBezTo>
                    <a:pt x="4971" y="54515"/>
                    <a:pt x="2528" y="53939"/>
                    <a:pt x="0" y="53156"/>
                  </a:cubicBezTo>
                  <a:lnTo>
                    <a:pt x="0" y="45758"/>
                  </a:lnTo>
                  <a:cubicBezTo>
                    <a:pt x="2188" y="46946"/>
                    <a:pt x="4448" y="47828"/>
                    <a:pt x="6782" y="48413"/>
                  </a:cubicBezTo>
                  <a:cubicBezTo>
                    <a:pt x="9115" y="48998"/>
                    <a:pt x="11582" y="49295"/>
                    <a:pt x="14182" y="49295"/>
                  </a:cubicBezTo>
                  <a:cubicBezTo>
                    <a:pt x="18387" y="49295"/>
                    <a:pt x="21717" y="48188"/>
                    <a:pt x="24172" y="45974"/>
                  </a:cubicBezTo>
                  <a:cubicBezTo>
                    <a:pt x="26626" y="43760"/>
                    <a:pt x="27854" y="40754"/>
                    <a:pt x="27854" y="36965"/>
                  </a:cubicBezTo>
                  <a:cubicBezTo>
                    <a:pt x="27854" y="33176"/>
                    <a:pt x="26626" y="30170"/>
                    <a:pt x="24172" y="27965"/>
                  </a:cubicBezTo>
                  <a:cubicBezTo>
                    <a:pt x="21717" y="25751"/>
                    <a:pt x="18387" y="24644"/>
                    <a:pt x="14182" y="24644"/>
                  </a:cubicBezTo>
                  <a:cubicBezTo>
                    <a:pt x="12214" y="24644"/>
                    <a:pt x="10245" y="24860"/>
                    <a:pt x="8276" y="25301"/>
                  </a:cubicBezTo>
                  <a:cubicBezTo>
                    <a:pt x="6332" y="25742"/>
                    <a:pt x="4339" y="26417"/>
                    <a:pt x="2297" y="27344"/>
                  </a:cubicBezTo>
                  <a:lnTo>
                    <a:pt x="2297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FBD3178D-0B4A-16C8-6634-2F82C89BC35D}"/>
                </a:ext>
              </a:extLst>
            </p:cNvPr>
            <p:cNvSpPr/>
            <p:nvPr/>
          </p:nvSpPr>
          <p:spPr>
            <a:xfrm>
              <a:off x="540622" y="2535784"/>
              <a:ext cx="37624" cy="56474"/>
            </a:xfrm>
            <a:custGeom>
              <a:avLst/>
              <a:gdLst>
                <a:gd name="connsiteX0" fmla="*/ 18813 w 37624"/>
                <a:gd name="connsiteY0" fmla="*/ 5834 h 56474"/>
                <a:gd name="connsiteX1" fmla="*/ 10245 w 37624"/>
                <a:gd name="connsiteY1" fmla="*/ 11448 h 56474"/>
                <a:gd name="connsiteX2" fmla="*/ 7401 w 37624"/>
                <a:gd name="connsiteY2" fmla="*/ 28256 h 56474"/>
                <a:gd name="connsiteX3" fmla="*/ 10245 w 37624"/>
                <a:gd name="connsiteY3" fmla="*/ 45062 h 56474"/>
                <a:gd name="connsiteX4" fmla="*/ 18813 w 37624"/>
                <a:gd name="connsiteY4" fmla="*/ 50640 h 56474"/>
                <a:gd name="connsiteX5" fmla="*/ 27380 w 37624"/>
                <a:gd name="connsiteY5" fmla="*/ 45062 h 56474"/>
                <a:gd name="connsiteX6" fmla="*/ 30260 w 37624"/>
                <a:gd name="connsiteY6" fmla="*/ 28256 h 56474"/>
                <a:gd name="connsiteX7" fmla="*/ 27380 w 37624"/>
                <a:gd name="connsiteY7" fmla="*/ 11448 h 56474"/>
                <a:gd name="connsiteX8" fmla="*/ 18813 w 37624"/>
                <a:gd name="connsiteY8" fmla="*/ 5834 h 56474"/>
                <a:gd name="connsiteX9" fmla="*/ 18813 w 37624"/>
                <a:gd name="connsiteY9" fmla="*/ 0 h 56474"/>
                <a:gd name="connsiteX10" fmla="*/ 32776 w 37624"/>
                <a:gd name="connsiteY10" fmla="*/ 7256 h 56474"/>
                <a:gd name="connsiteX11" fmla="*/ 37624 w 37624"/>
                <a:gd name="connsiteY11" fmla="*/ 28256 h 56474"/>
                <a:gd name="connsiteX12" fmla="*/ 32776 w 37624"/>
                <a:gd name="connsiteY12" fmla="*/ 49255 h 56474"/>
                <a:gd name="connsiteX13" fmla="*/ 18813 w 37624"/>
                <a:gd name="connsiteY13" fmla="*/ 56474 h 56474"/>
                <a:gd name="connsiteX14" fmla="*/ 4812 w 37624"/>
                <a:gd name="connsiteY14" fmla="*/ 49255 h 56474"/>
                <a:gd name="connsiteX15" fmla="*/ 0 w 37624"/>
                <a:gd name="connsiteY15" fmla="*/ 28256 h 56474"/>
                <a:gd name="connsiteX16" fmla="*/ 4812 w 37624"/>
                <a:gd name="connsiteY16" fmla="*/ 7256 h 56474"/>
                <a:gd name="connsiteX17" fmla="*/ 18813 w 37624"/>
                <a:gd name="connsiteY17" fmla="*/ 0 h 56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74">
                  <a:moveTo>
                    <a:pt x="18813" y="5834"/>
                  </a:moveTo>
                  <a:cubicBezTo>
                    <a:pt x="15021" y="5834"/>
                    <a:pt x="12164" y="7705"/>
                    <a:pt x="10245" y="11448"/>
                  </a:cubicBezTo>
                  <a:cubicBezTo>
                    <a:pt x="8348" y="15167"/>
                    <a:pt x="7401" y="20769"/>
                    <a:pt x="7401" y="28256"/>
                  </a:cubicBezTo>
                  <a:cubicBezTo>
                    <a:pt x="7401" y="35717"/>
                    <a:pt x="8348" y="41319"/>
                    <a:pt x="10245" y="45062"/>
                  </a:cubicBezTo>
                  <a:cubicBezTo>
                    <a:pt x="12164" y="48781"/>
                    <a:pt x="15021" y="50640"/>
                    <a:pt x="18813" y="50640"/>
                  </a:cubicBezTo>
                  <a:cubicBezTo>
                    <a:pt x="22629" y="50640"/>
                    <a:pt x="25484" y="48781"/>
                    <a:pt x="27380" y="45062"/>
                  </a:cubicBezTo>
                  <a:cubicBezTo>
                    <a:pt x="29299" y="41319"/>
                    <a:pt x="30260" y="35717"/>
                    <a:pt x="30260" y="28256"/>
                  </a:cubicBezTo>
                  <a:cubicBezTo>
                    <a:pt x="30260" y="20769"/>
                    <a:pt x="29299" y="15167"/>
                    <a:pt x="27380" y="11448"/>
                  </a:cubicBezTo>
                  <a:cubicBezTo>
                    <a:pt x="25484" y="7705"/>
                    <a:pt x="22629" y="5834"/>
                    <a:pt x="18813" y="5834"/>
                  </a:cubicBezTo>
                  <a:moveTo>
                    <a:pt x="18813" y="0"/>
                  </a:moveTo>
                  <a:cubicBezTo>
                    <a:pt x="24913" y="0"/>
                    <a:pt x="29568" y="2418"/>
                    <a:pt x="32776" y="7256"/>
                  </a:cubicBezTo>
                  <a:cubicBezTo>
                    <a:pt x="36008" y="12068"/>
                    <a:pt x="37624" y="19067"/>
                    <a:pt x="37624" y="28256"/>
                  </a:cubicBezTo>
                  <a:cubicBezTo>
                    <a:pt x="37624" y="37418"/>
                    <a:pt x="36008" y="44419"/>
                    <a:pt x="32776" y="49255"/>
                  </a:cubicBezTo>
                  <a:cubicBezTo>
                    <a:pt x="29568" y="54068"/>
                    <a:pt x="24913" y="56474"/>
                    <a:pt x="18813" y="56474"/>
                  </a:cubicBezTo>
                  <a:cubicBezTo>
                    <a:pt x="12712" y="56474"/>
                    <a:pt x="8045" y="54068"/>
                    <a:pt x="4812" y="49255"/>
                  </a:cubicBezTo>
                  <a:cubicBezTo>
                    <a:pt x="1604" y="44419"/>
                    <a:pt x="0" y="37418"/>
                    <a:pt x="0" y="28256"/>
                  </a:cubicBezTo>
                  <a:cubicBezTo>
                    <a:pt x="0" y="19067"/>
                    <a:pt x="1604" y="12068"/>
                    <a:pt x="4812" y="7256"/>
                  </a:cubicBezTo>
                  <a:cubicBezTo>
                    <a:pt x="8045" y="2418"/>
                    <a:pt x="12712" y="0"/>
                    <a:pt x="18813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0921983E-974D-9314-4B84-A1E7010C3702}"/>
                </a:ext>
              </a:extLst>
            </p:cNvPr>
            <p:cNvSpPr/>
            <p:nvPr/>
          </p:nvSpPr>
          <p:spPr>
            <a:xfrm>
              <a:off x="591190" y="2581940"/>
              <a:ext cx="7692" cy="9260"/>
            </a:xfrm>
            <a:custGeom>
              <a:avLst/>
              <a:gdLst>
                <a:gd name="connsiteX0" fmla="*/ 0 w 7692"/>
                <a:gd name="connsiteY0" fmla="*/ 0 h 9260"/>
                <a:gd name="connsiteX1" fmla="*/ 7692 w 7692"/>
                <a:gd name="connsiteY1" fmla="*/ 0 h 9260"/>
                <a:gd name="connsiteX2" fmla="*/ 7692 w 7692"/>
                <a:gd name="connsiteY2" fmla="*/ 9260 h 9260"/>
                <a:gd name="connsiteX3" fmla="*/ 0 w 7692"/>
                <a:gd name="connsiteY3" fmla="*/ 9260 h 9260"/>
                <a:gd name="connsiteX4" fmla="*/ 0 w 7692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2" h="9260">
                  <a:moveTo>
                    <a:pt x="0" y="0"/>
                  </a:moveTo>
                  <a:lnTo>
                    <a:pt x="7692" y="0"/>
                  </a:lnTo>
                  <a:lnTo>
                    <a:pt x="7692" y="9260"/>
                  </a:lnTo>
                  <a:lnTo>
                    <a:pt x="0" y="92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3684A050-F657-6D0A-0DC1-6C194633BA1E}"/>
                </a:ext>
              </a:extLst>
            </p:cNvPr>
            <p:cNvSpPr/>
            <p:nvPr/>
          </p:nvSpPr>
          <p:spPr>
            <a:xfrm>
              <a:off x="611862" y="2535784"/>
              <a:ext cx="37624" cy="56474"/>
            </a:xfrm>
            <a:custGeom>
              <a:avLst/>
              <a:gdLst>
                <a:gd name="connsiteX0" fmla="*/ 18812 w 37624"/>
                <a:gd name="connsiteY0" fmla="*/ 5834 h 56474"/>
                <a:gd name="connsiteX1" fmla="*/ 10245 w 37624"/>
                <a:gd name="connsiteY1" fmla="*/ 11448 h 56474"/>
                <a:gd name="connsiteX2" fmla="*/ 7401 w 37624"/>
                <a:gd name="connsiteY2" fmla="*/ 28256 h 56474"/>
                <a:gd name="connsiteX3" fmla="*/ 10245 w 37624"/>
                <a:gd name="connsiteY3" fmla="*/ 45062 h 56474"/>
                <a:gd name="connsiteX4" fmla="*/ 18812 w 37624"/>
                <a:gd name="connsiteY4" fmla="*/ 50640 h 56474"/>
                <a:gd name="connsiteX5" fmla="*/ 27380 w 37624"/>
                <a:gd name="connsiteY5" fmla="*/ 45062 h 56474"/>
                <a:gd name="connsiteX6" fmla="*/ 30260 w 37624"/>
                <a:gd name="connsiteY6" fmla="*/ 28256 h 56474"/>
                <a:gd name="connsiteX7" fmla="*/ 27380 w 37624"/>
                <a:gd name="connsiteY7" fmla="*/ 11448 h 56474"/>
                <a:gd name="connsiteX8" fmla="*/ 18812 w 37624"/>
                <a:gd name="connsiteY8" fmla="*/ 5834 h 56474"/>
                <a:gd name="connsiteX9" fmla="*/ 18812 w 37624"/>
                <a:gd name="connsiteY9" fmla="*/ 0 h 56474"/>
                <a:gd name="connsiteX10" fmla="*/ 32775 w 37624"/>
                <a:gd name="connsiteY10" fmla="*/ 7256 h 56474"/>
                <a:gd name="connsiteX11" fmla="*/ 37624 w 37624"/>
                <a:gd name="connsiteY11" fmla="*/ 28256 h 56474"/>
                <a:gd name="connsiteX12" fmla="*/ 32775 w 37624"/>
                <a:gd name="connsiteY12" fmla="*/ 49255 h 56474"/>
                <a:gd name="connsiteX13" fmla="*/ 18812 w 37624"/>
                <a:gd name="connsiteY13" fmla="*/ 56474 h 56474"/>
                <a:gd name="connsiteX14" fmla="*/ 4812 w 37624"/>
                <a:gd name="connsiteY14" fmla="*/ 49255 h 56474"/>
                <a:gd name="connsiteX15" fmla="*/ 0 w 37624"/>
                <a:gd name="connsiteY15" fmla="*/ 28256 h 56474"/>
                <a:gd name="connsiteX16" fmla="*/ 4812 w 37624"/>
                <a:gd name="connsiteY16" fmla="*/ 7256 h 56474"/>
                <a:gd name="connsiteX17" fmla="*/ 18812 w 37624"/>
                <a:gd name="connsiteY17" fmla="*/ 0 h 56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74">
                  <a:moveTo>
                    <a:pt x="18812" y="5834"/>
                  </a:moveTo>
                  <a:cubicBezTo>
                    <a:pt x="15020" y="5834"/>
                    <a:pt x="12164" y="7705"/>
                    <a:pt x="10245" y="11448"/>
                  </a:cubicBezTo>
                  <a:cubicBezTo>
                    <a:pt x="8348" y="15167"/>
                    <a:pt x="7401" y="20769"/>
                    <a:pt x="7401" y="28256"/>
                  </a:cubicBezTo>
                  <a:cubicBezTo>
                    <a:pt x="7401" y="35717"/>
                    <a:pt x="8348" y="41319"/>
                    <a:pt x="10245" y="45062"/>
                  </a:cubicBezTo>
                  <a:cubicBezTo>
                    <a:pt x="12164" y="48781"/>
                    <a:pt x="15020" y="50640"/>
                    <a:pt x="18812" y="50640"/>
                  </a:cubicBezTo>
                  <a:cubicBezTo>
                    <a:pt x="22628" y="50640"/>
                    <a:pt x="25484" y="48781"/>
                    <a:pt x="27380" y="45062"/>
                  </a:cubicBezTo>
                  <a:cubicBezTo>
                    <a:pt x="29299" y="41319"/>
                    <a:pt x="30260" y="35717"/>
                    <a:pt x="30260" y="28256"/>
                  </a:cubicBezTo>
                  <a:cubicBezTo>
                    <a:pt x="30260" y="20769"/>
                    <a:pt x="29299" y="15167"/>
                    <a:pt x="27380" y="11448"/>
                  </a:cubicBezTo>
                  <a:cubicBezTo>
                    <a:pt x="25484" y="7705"/>
                    <a:pt x="22628" y="5834"/>
                    <a:pt x="18812" y="5834"/>
                  </a:cubicBezTo>
                  <a:moveTo>
                    <a:pt x="18812" y="0"/>
                  </a:moveTo>
                  <a:cubicBezTo>
                    <a:pt x="24913" y="0"/>
                    <a:pt x="29567" y="2418"/>
                    <a:pt x="32775" y="7256"/>
                  </a:cubicBezTo>
                  <a:cubicBezTo>
                    <a:pt x="36008" y="12068"/>
                    <a:pt x="37624" y="19067"/>
                    <a:pt x="37624" y="28256"/>
                  </a:cubicBezTo>
                  <a:cubicBezTo>
                    <a:pt x="37624" y="37418"/>
                    <a:pt x="36008" y="44419"/>
                    <a:pt x="32775" y="49255"/>
                  </a:cubicBezTo>
                  <a:cubicBezTo>
                    <a:pt x="29567" y="54068"/>
                    <a:pt x="24913" y="56474"/>
                    <a:pt x="18812" y="56474"/>
                  </a:cubicBezTo>
                  <a:cubicBezTo>
                    <a:pt x="12711" y="56474"/>
                    <a:pt x="8044" y="54068"/>
                    <a:pt x="4812" y="49255"/>
                  </a:cubicBezTo>
                  <a:cubicBezTo>
                    <a:pt x="1604" y="44419"/>
                    <a:pt x="0" y="37418"/>
                    <a:pt x="0" y="28256"/>
                  </a:cubicBezTo>
                  <a:cubicBezTo>
                    <a:pt x="0" y="19067"/>
                    <a:pt x="1604" y="12068"/>
                    <a:pt x="4812" y="7256"/>
                  </a:cubicBezTo>
                  <a:cubicBezTo>
                    <a:pt x="8044" y="2418"/>
                    <a:pt x="12711" y="0"/>
                    <a:pt x="18812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F2CDB17E-F94B-BDAF-7C6E-C7D6507BE97E}"/>
                </a:ext>
              </a:extLst>
            </p:cNvPr>
            <p:cNvSpPr/>
            <p:nvPr/>
          </p:nvSpPr>
          <p:spPr>
            <a:xfrm>
              <a:off x="542190" y="2253809"/>
              <a:ext cx="37624" cy="56473"/>
            </a:xfrm>
            <a:custGeom>
              <a:avLst/>
              <a:gdLst>
                <a:gd name="connsiteX0" fmla="*/ 18812 w 37624"/>
                <a:gd name="connsiteY0" fmla="*/ 5833 h 56473"/>
                <a:gd name="connsiteX1" fmla="*/ 10245 w 37624"/>
                <a:gd name="connsiteY1" fmla="*/ 11447 h 56473"/>
                <a:gd name="connsiteX2" fmla="*/ 7401 w 37624"/>
                <a:gd name="connsiteY2" fmla="*/ 28255 h 56473"/>
                <a:gd name="connsiteX3" fmla="*/ 10245 w 37624"/>
                <a:gd name="connsiteY3" fmla="*/ 45062 h 56473"/>
                <a:gd name="connsiteX4" fmla="*/ 18812 w 37624"/>
                <a:gd name="connsiteY4" fmla="*/ 50640 h 56473"/>
                <a:gd name="connsiteX5" fmla="*/ 27380 w 37624"/>
                <a:gd name="connsiteY5" fmla="*/ 45062 h 56473"/>
                <a:gd name="connsiteX6" fmla="*/ 30260 w 37624"/>
                <a:gd name="connsiteY6" fmla="*/ 28255 h 56473"/>
                <a:gd name="connsiteX7" fmla="*/ 27380 w 37624"/>
                <a:gd name="connsiteY7" fmla="*/ 11447 h 56473"/>
                <a:gd name="connsiteX8" fmla="*/ 18812 w 37624"/>
                <a:gd name="connsiteY8" fmla="*/ 5833 h 56473"/>
                <a:gd name="connsiteX9" fmla="*/ 18812 w 37624"/>
                <a:gd name="connsiteY9" fmla="*/ 0 h 56473"/>
                <a:gd name="connsiteX10" fmla="*/ 32775 w 37624"/>
                <a:gd name="connsiteY10" fmla="*/ 7255 h 56473"/>
                <a:gd name="connsiteX11" fmla="*/ 37624 w 37624"/>
                <a:gd name="connsiteY11" fmla="*/ 28255 h 56473"/>
                <a:gd name="connsiteX12" fmla="*/ 32775 w 37624"/>
                <a:gd name="connsiteY12" fmla="*/ 49254 h 56473"/>
                <a:gd name="connsiteX13" fmla="*/ 18812 w 37624"/>
                <a:gd name="connsiteY13" fmla="*/ 56473 h 56473"/>
                <a:gd name="connsiteX14" fmla="*/ 4812 w 37624"/>
                <a:gd name="connsiteY14" fmla="*/ 49254 h 56473"/>
                <a:gd name="connsiteX15" fmla="*/ 0 w 37624"/>
                <a:gd name="connsiteY15" fmla="*/ 28255 h 56473"/>
                <a:gd name="connsiteX16" fmla="*/ 4812 w 37624"/>
                <a:gd name="connsiteY16" fmla="*/ 7255 h 56473"/>
                <a:gd name="connsiteX17" fmla="*/ 18812 w 37624"/>
                <a:gd name="connsiteY17" fmla="*/ 0 h 56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73">
                  <a:moveTo>
                    <a:pt x="18812" y="5833"/>
                  </a:moveTo>
                  <a:cubicBezTo>
                    <a:pt x="15020" y="5833"/>
                    <a:pt x="12164" y="7704"/>
                    <a:pt x="10245" y="11447"/>
                  </a:cubicBezTo>
                  <a:cubicBezTo>
                    <a:pt x="8348" y="15166"/>
                    <a:pt x="7401" y="20768"/>
                    <a:pt x="7401" y="28255"/>
                  </a:cubicBezTo>
                  <a:cubicBezTo>
                    <a:pt x="7401" y="35716"/>
                    <a:pt x="8348" y="41319"/>
                    <a:pt x="10245" y="45062"/>
                  </a:cubicBezTo>
                  <a:cubicBezTo>
                    <a:pt x="12164" y="48781"/>
                    <a:pt x="15020" y="50640"/>
                    <a:pt x="18812" y="50640"/>
                  </a:cubicBezTo>
                  <a:cubicBezTo>
                    <a:pt x="22628" y="50640"/>
                    <a:pt x="25483" y="48781"/>
                    <a:pt x="27380" y="45062"/>
                  </a:cubicBezTo>
                  <a:cubicBezTo>
                    <a:pt x="29299" y="41319"/>
                    <a:pt x="30260" y="35716"/>
                    <a:pt x="30260" y="28255"/>
                  </a:cubicBezTo>
                  <a:cubicBezTo>
                    <a:pt x="30260" y="20768"/>
                    <a:pt x="29299" y="15166"/>
                    <a:pt x="27380" y="11447"/>
                  </a:cubicBezTo>
                  <a:cubicBezTo>
                    <a:pt x="25483" y="7704"/>
                    <a:pt x="22628" y="5833"/>
                    <a:pt x="18812" y="5833"/>
                  </a:cubicBezTo>
                  <a:moveTo>
                    <a:pt x="18812" y="0"/>
                  </a:moveTo>
                  <a:cubicBezTo>
                    <a:pt x="24913" y="0"/>
                    <a:pt x="29567" y="2418"/>
                    <a:pt x="32775" y="7255"/>
                  </a:cubicBezTo>
                  <a:cubicBezTo>
                    <a:pt x="36008" y="12067"/>
                    <a:pt x="37624" y="19067"/>
                    <a:pt x="37624" y="28255"/>
                  </a:cubicBezTo>
                  <a:cubicBezTo>
                    <a:pt x="37624" y="37418"/>
                    <a:pt x="36008" y="44418"/>
                    <a:pt x="32775" y="49254"/>
                  </a:cubicBezTo>
                  <a:cubicBezTo>
                    <a:pt x="29567" y="54067"/>
                    <a:pt x="24913" y="56473"/>
                    <a:pt x="18812" y="56473"/>
                  </a:cubicBezTo>
                  <a:cubicBezTo>
                    <a:pt x="12712" y="56473"/>
                    <a:pt x="8045" y="54067"/>
                    <a:pt x="4812" y="49254"/>
                  </a:cubicBezTo>
                  <a:cubicBezTo>
                    <a:pt x="1604" y="44418"/>
                    <a:pt x="0" y="37418"/>
                    <a:pt x="0" y="28255"/>
                  </a:cubicBezTo>
                  <a:cubicBezTo>
                    <a:pt x="0" y="19067"/>
                    <a:pt x="1604" y="12067"/>
                    <a:pt x="4812" y="7255"/>
                  </a:cubicBezTo>
                  <a:cubicBezTo>
                    <a:pt x="8045" y="2418"/>
                    <a:pt x="12712" y="0"/>
                    <a:pt x="18812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BD501ABF-5639-301E-5DB7-43D5BC08F2F4}"/>
                </a:ext>
              </a:extLst>
            </p:cNvPr>
            <p:cNvSpPr/>
            <p:nvPr/>
          </p:nvSpPr>
          <p:spPr>
            <a:xfrm>
              <a:off x="592758" y="2299965"/>
              <a:ext cx="7692" cy="9260"/>
            </a:xfrm>
            <a:custGeom>
              <a:avLst/>
              <a:gdLst>
                <a:gd name="connsiteX0" fmla="*/ 0 w 7692"/>
                <a:gd name="connsiteY0" fmla="*/ 0 h 9260"/>
                <a:gd name="connsiteX1" fmla="*/ 7692 w 7692"/>
                <a:gd name="connsiteY1" fmla="*/ 0 h 9260"/>
                <a:gd name="connsiteX2" fmla="*/ 7692 w 7692"/>
                <a:gd name="connsiteY2" fmla="*/ 9260 h 9260"/>
                <a:gd name="connsiteX3" fmla="*/ 0 w 7692"/>
                <a:gd name="connsiteY3" fmla="*/ 9260 h 9260"/>
                <a:gd name="connsiteX4" fmla="*/ 0 w 7692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2" h="9260">
                  <a:moveTo>
                    <a:pt x="0" y="0"/>
                  </a:moveTo>
                  <a:lnTo>
                    <a:pt x="7692" y="0"/>
                  </a:lnTo>
                  <a:lnTo>
                    <a:pt x="7692" y="9260"/>
                  </a:lnTo>
                  <a:lnTo>
                    <a:pt x="0" y="92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AA5DBE59-90D9-C227-A431-275EB97DF62F}"/>
                </a:ext>
              </a:extLst>
            </p:cNvPr>
            <p:cNvSpPr/>
            <p:nvPr/>
          </p:nvSpPr>
          <p:spPr>
            <a:xfrm>
              <a:off x="614268" y="2254793"/>
              <a:ext cx="35218" cy="55489"/>
            </a:xfrm>
            <a:custGeom>
              <a:avLst/>
              <a:gdLst>
                <a:gd name="connsiteX0" fmla="*/ 2297 w 35218"/>
                <a:gd name="connsiteY0" fmla="*/ 0 h 55489"/>
                <a:gd name="connsiteX1" fmla="*/ 31208 w 35218"/>
                <a:gd name="connsiteY1" fmla="*/ 0 h 55489"/>
                <a:gd name="connsiteX2" fmla="*/ 31208 w 35218"/>
                <a:gd name="connsiteY2" fmla="*/ 6198 h 55489"/>
                <a:gd name="connsiteX3" fmla="*/ 9041 w 35218"/>
                <a:gd name="connsiteY3" fmla="*/ 6198 h 55489"/>
                <a:gd name="connsiteX4" fmla="*/ 9041 w 35218"/>
                <a:gd name="connsiteY4" fmla="*/ 19542 h 55489"/>
                <a:gd name="connsiteX5" fmla="*/ 12250 w 35218"/>
                <a:gd name="connsiteY5" fmla="*/ 18740 h 55489"/>
                <a:gd name="connsiteX6" fmla="*/ 15458 w 35218"/>
                <a:gd name="connsiteY6" fmla="*/ 18448 h 55489"/>
                <a:gd name="connsiteX7" fmla="*/ 29896 w 35218"/>
                <a:gd name="connsiteY7" fmla="*/ 23443 h 55489"/>
                <a:gd name="connsiteX8" fmla="*/ 35219 w 35218"/>
                <a:gd name="connsiteY8" fmla="*/ 36969 h 55489"/>
                <a:gd name="connsiteX9" fmla="*/ 29750 w 35218"/>
                <a:gd name="connsiteY9" fmla="*/ 50640 h 55489"/>
                <a:gd name="connsiteX10" fmla="*/ 14328 w 35218"/>
                <a:gd name="connsiteY10" fmla="*/ 55490 h 55489"/>
                <a:gd name="connsiteX11" fmla="*/ 7329 w 35218"/>
                <a:gd name="connsiteY11" fmla="*/ 54906 h 55489"/>
                <a:gd name="connsiteX12" fmla="*/ 0 w 35218"/>
                <a:gd name="connsiteY12" fmla="*/ 53157 h 55489"/>
                <a:gd name="connsiteX13" fmla="*/ 0 w 35218"/>
                <a:gd name="connsiteY13" fmla="*/ 45755 h 55489"/>
                <a:gd name="connsiteX14" fmla="*/ 6782 w 35218"/>
                <a:gd name="connsiteY14" fmla="*/ 48416 h 55489"/>
                <a:gd name="connsiteX15" fmla="*/ 14182 w 35218"/>
                <a:gd name="connsiteY15" fmla="*/ 49292 h 55489"/>
                <a:gd name="connsiteX16" fmla="*/ 24172 w 35218"/>
                <a:gd name="connsiteY16" fmla="*/ 45974 h 55489"/>
                <a:gd name="connsiteX17" fmla="*/ 27854 w 35218"/>
                <a:gd name="connsiteY17" fmla="*/ 36969 h 55489"/>
                <a:gd name="connsiteX18" fmla="*/ 24172 w 35218"/>
                <a:gd name="connsiteY18" fmla="*/ 27964 h 55489"/>
                <a:gd name="connsiteX19" fmla="*/ 14182 w 35218"/>
                <a:gd name="connsiteY19" fmla="*/ 24646 h 55489"/>
                <a:gd name="connsiteX20" fmla="*/ 8276 w 35218"/>
                <a:gd name="connsiteY20" fmla="*/ 25303 h 55489"/>
                <a:gd name="connsiteX21" fmla="*/ 2297 w 35218"/>
                <a:gd name="connsiteY21" fmla="*/ 27344 h 55489"/>
                <a:gd name="connsiteX22" fmla="*/ 2297 w 35218"/>
                <a:gd name="connsiteY22" fmla="*/ 0 h 55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218" h="55489">
                  <a:moveTo>
                    <a:pt x="2297" y="0"/>
                  </a:moveTo>
                  <a:lnTo>
                    <a:pt x="31208" y="0"/>
                  </a:lnTo>
                  <a:lnTo>
                    <a:pt x="31208" y="6198"/>
                  </a:lnTo>
                  <a:lnTo>
                    <a:pt x="9041" y="6198"/>
                  </a:lnTo>
                  <a:lnTo>
                    <a:pt x="9041" y="19542"/>
                  </a:lnTo>
                  <a:cubicBezTo>
                    <a:pt x="10111" y="19177"/>
                    <a:pt x="11181" y="18910"/>
                    <a:pt x="12250" y="18740"/>
                  </a:cubicBezTo>
                  <a:cubicBezTo>
                    <a:pt x="13320" y="18545"/>
                    <a:pt x="14389" y="18448"/>
                    <a:pt x="15458" y="18448"/>
                  </a:cubicBezTo>
                  <a:cubicBezTo>
                    <a:pt x="21534" y="18448"/>
                    <a:pt x="26347" y="20113"/>
                    <a:pt x="29896" y="23443"/>
                  </a:cubicBezTo>
                  <a:cubicBezTo>
                    <a:pt x="33445" y="26772"/>
                    <a:pt x="35219" y="31281"/>
                    <a:pt x="35219" y="36969"/>
                  </a:cubicBezTo>
                  <a:cubicBezTo>
                    <a:pt x="35219" y="42826"/>
                    <a:pt x="33396" y="47383"/>
                    <a:pt x="29750" y="50640"/>
                  </a:cubicBezTo>
                  <a:cubicBezTo>
                    <a:pt x="26105" y="53873"/>
                    <a:pt x="20964" y="55490"/>
                    <a:pt x="14328" y="55490"/>
                  </a:cubicBezTo>
                  <a:cubicBezTo>
                    <a:pt x="12043" y="55490"/>
                    <a:pt x="9710" y="55295"/>
                    <a:pt x="7329" y="54906"/>
                  </a:cubicBezTo>
                  <a:cubicBezTo>
                    <a:pt x="4971" y="54517"/>
                    <a:pt x="2528" y="53934"/>
                    <a:pt x="0" y="53157"/>
                  </a:cubicBezTo>
                  <a:lnTo>
                    <a:pt x="0" y="45755"/>
                  </a:lnTo>
                  <a:cubicBezTo>
                    <a:pt x="2188" y="46946"/>
                    <a:pt x="4448" y="47833"/>
                    <a:pt x="6782" y="48416"/>
                  </a:cubicBezTo>
                  <a:cubicBezTo>
                    <a:pt x="9115" y="49001"/>
                    <a:pt x="11582" y="49292"/>
                    <a:pt x="14182" y="49292"/>
                  </a:cubicBezTo>
                  <a:cubicBezTo>
                    <a:pt x="18387" y="49292"/>
                    <a:pt x="21717" y="48186"/>
                    <a:pt x="24172" y="45974"/>
                  </a:cubicBezTo>
                  <a:cubicBezTo>
                    <a:pt x="26626" y="43763"/>
                    <a:pt x="27854" y="40761"/>
                    <a:pt x="27854" y="36969"/>
                  </a:cubicBezTo>
                  <a:cubicBezTo>
                    <a:pt x="27854" y="33178"/>
                    <a:pt x="26626" y="30175"/>
                    <a:pt x="24172" y="27964"/>
                  </a:cubicBezTo>
                  <a:cubicBezTo>
                    <a:pt x="21717" y="25752"/>
                    <a:pt x="18387" y="24646"/>
                    <a:pt x="14182" y="24646"/>
                  </a:cubicBezTo>
                  <a:cubicBezTo>
                    <a:pt x="12214" y="24646"/>
                    <a:pt x="10245" y="24864"/>
                    <a:pt x="8276" y="25303"/>
                  </a:cubicBezTo>
                  <a:cubicBezTo>
                    <a:pt x="6332" y="25740"/>
                    <a:pt x="4339" y="26420"/>
                    <a:pt x="2297" y="27344"/>
                  </a:cubicBezTo>
                  <a:lnTo>
                    <a:pt x="2297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B80C7BAC-CBF9-9A27-9C19-B3798F44ECF6}"/>
                </a:ext>
              </a:extLst>
            </p:cNvPr>
            <p:cNvSpPr/>
            <p:nvPr/>
          </p:nvSpPr>
          <p:spPr>
            <a:xfrm>
              <a:off x="543904" y="1972818"/>
              <a:ext cx="32410" cy="54432"/>
            </a:xfrm>
            <a:custGeom>
              <a:avLst/>
              <a:gdLst>
                <a:gd name="connsiteX0" fmla="*/ 1058 w 32410"/>
                <a:gd name="connsiteY0" fmla="*/ 48234 h 54432"/>
                <a:gd name="connsiteX1" fmla="*/ 13088 w 32410"/>
                <a:gd name="connsiteY1" fmla="*/ 48234 h 54432"/>
                <a:gd name="connsiteX2" fmla="*/ 13088 w 32410"/>
                <a:gd name="connsiteY2" fmla="*/ 6708 h 54432"/>
                <a:gd name="connsiteX3" fmla="*/ 0 w 32410"/>
                <a:gd name="connsiteY3" fmla="*/ 9333 h 54432"/>
                <a:gd name="connsiteX4" fmla="*/ 0 w 32410"/>
                <a:gd name="connsiteY4" fmla="*/ 2625 h 54432"/>
                <a:gd name="connsiteX5" fmla="*/ 13015 w 32410"/>
                <a:gd name="connsiteY5" fmla="*/ 0 h 54432"/>
                <a:gd name="connsiteX6" fmla="*/ 20380 w 32410"/>
                <a:gd name="connsiteY6" fmla="*/ 0 h 54432"/>
                <a:gd name="connsiteX7" fmla="*/ 20380 w 32410"/>
                <a:gd name="connsiteY7" fmla="*/ 48234 h 54432"/>
                <a:gd name="connsiteX8" fmla="*/ 32411 w 32410"/>
                <a:gd name="connsiteY8" fmla="*/ 48234 h 54432"/>
                <a:gd name="connsiteX9" fmla="*/ 32411 w 32410"/>
                <a:gd name="connsiteY9" fmla="*/ 54432 h 54432"/>
                <a:gd name="connsiteX10" fmla="*/ 1058 w 32410"/>
                <a:gd name="connsiteY10" fmla="*/ 54432 h 54432"/>
                <a:gd name="connsiteX11" fmla="*/ 1058 w 32410"/>
                <a:gd name="connsiteY11" fmla="*/ 48234 h 54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410" h="54432">
                  <a:moveTo>
                    <a:pt x="1058" y="48234"/>
                  </a:moveTo>
                  <a:lnTo>
                    <a:pt x="13088" y="48234"/>
                  </a:lnTo>
                  <a:lnTo>
                    <a:pt x="13088" y="6708"/>
                  </a:lnTo>
                  <a:lnTo>
                    <a:pt x="0" y="9333"/>
                  </a:lnTo>
                  <a:lnTo>
                    <a:pt x="0" y="2625"/>
                  </a:lnTo>
                  <a:lnTo>
                    <a:pt x="13015" y="0"/>
                  </a:lnTo>
                  <a:lnTo>
                    <a:pt x="20380" y="0"/>
                  </a:lnTo>
                  <a:lnTo>
                    <a:pt x="20380" y="48234"/>
                  </a:lnTo>
                  <a:lnTo>
                    <a:pt x="32411" y="48234"/>
                  </a:lnTo>
                  <a:lnTo>
                    <a:pt x="32411" y="54432"/>
                  </a:lnTo>
                  <a:lnTo>
                    <a:pt x="1058" y="54432"/>
                  </a:lnTo>
                  <a:lnTo>
                    <a:pt x="1058" y="48234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EE579758-53AF-46F6-FCFA-7273C9C5EB35}"/>
                </a:ext>
              </a:extLst>
            </p:cNvPr>
            <p:cNvSpPr/>
            <p:nvPr/>
          </p:nvSpPr>
          <p:spPr>
            <a:xfrm>
              <a:off x="591190" y="2017989"/>
              <a:ext cx="7692" cy="9261"/>
            </a:xfrm>
            <a:custGeom>
              <a:avLst/>
              <a:gdLst>
                <a:gd name="connsiteX0" fmla="*/ 0 w 7692"/>
                <a:gd name="connsiteY0" fmla="*/ 0 h 9261"/>
                <a:gd name="connsiteX1" fmla="*/ 7692 w 7692"/>
                <a:gd name="connsiteY1" fmla="*/ 0 h 9261"/>
                <a:gd name="connsiteX2" fmla="*/ 7692 w 7692"/>
                <a:gd name="connsiteY2" fmla="*/ 9261 h 9261"/>
                <a:gd name="connsiteX3" fmla="*/ 0 w 7692"/>
                <a:gd name="connsiteY3" fmla="*/ 9261 h 9261"/>
                <a:gd name="connsiteX4" fmla="*/ 0 w 7692"/>
                <a:gd name="connsiteY4" fmla="*/ 0 h 9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2" h="9261">
                  <a:moveTo>
                    <a:pt x="0" y="0"/>
                  </a:moveTo>
                  <a:lnTo>
                    <a:pt x="7692" y="0"/>
                  </a:lnTo>
                  <a:lnTo>
                    <a:pt x="7692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2F5D4720-C7DB-8A41-49F8-0D33EBBD96FD}"/>
                </a:ext>
              </a:extLst>
            </p:cNvPr>
            <p:cNvSpPr/>
            <p:nvPr/>
          </p:nvSpPr>
          <p:spPr>
            <a:xfrm>
              <a:off x="611862" y="1971834"/>
              <a:ext cx="37624" cy="56474"/>
            </a:xfrm>
            <a:custGeom>
              <a:avLst/>
              <a:gdLst>
                <a:gd name="connsiteX0" fmla="*/ 18812 w 37624"/>
                <a:gd name="connsiteY0" fmla="*/ 5833 h 56474"/>
                <a:gd name="connsiteX1" fmla="*/ 10245 w 37624"/>
                <a:gd name="connsiteY1" fmla="*/ 11448 h 56474"/>
                <a:gd name="connsiteX2" fmla="*/ 7401 w 37624"/>
                <a:gd name="connsiteY2" fmla="*/ 28255 h 56474"/>
                <a:gd name="connsiteX3" fmla="*/ 10245 w 37624"/>
                <a:gd name="connsiteY3" fmla="*/ 45062 h 56474"/>
                <a:gd name="connsiteX4" fmla="*/ 18812 w 37624"/>
                <a:gd name="connsiteY4" fmla="*/ 50640 h 56474"/>
                <a:gd name="connsiteX5" fmla="*/ 27380 w 37624"/>
                <a:gd name="connsiteY5" fmla="*/ 45062 h 56474"/>
                <a:gd name="connsiteX6" fmla="*/ 30260 w 37624"/>
                <a:gd name="connsiteY6" fmla="*/ 28255 h 56474"/>
                <a:gd name="connsiteX7" fmla="*/ 27380 w 37624"/>
                <a:gd name="connsiteY7" fmla="*/ 11448 h 56474"/>
                <a:gd name="connsiteX8" fmla="*/ 18812 w 37624"/>
                <a:gd name="connsiteY8" fmla="*/ 5833 h 56474"/>
                <a:gd name="connsiteX9" fmla="*/ 18812 w 37624"/>
                <a:gd name="connsiteY9" fmla="*/ 0 h 56474"/>
                <a:gd name="connsiteX10" fmla="*/ 32775 w 37624"/>
                <a:gd name="connsiteY10" fmla="*/ 7255 h 56474"/>
                <a:gd name="connsiteX11" fmla="*/ 37624 w 37624"/>
                <a:gd name="connsiteY11" fmla="*/ 28255 h 56474"/>
                <a:gd name="connsiteX12" fmla="*/ 32775 w 37624"/>
                <a:gd name="connsiteY12" fmla="*/ 49255 h 56474"/>
                <a:gd name="connsiteX13" fmla="*/ 18812 w 37624"/>
                <a:gd name="connsiteY13" fmla="*/ 56474 h 56474"/>
                <a:gd name="connsiteX14" fmla="*/ 4812 w 37624"/>
                <a:gd name="connsiteY14" fmla="*/ 49255 h 56474"/>
                <a:gd name="connsiteX15" fmla="*/ 0 w 37624"/>
                <a:gd name="connsiteY15" fmla="*/ 28255 h 56474"/>
                <a:gd name="connsiteX16" fmla="*/ 4812 w 37624"/>
                <a:gd name="connsiteY16" fmla="*/ 7255 h 56474"/>
                <a:gd name="connsiteX17" fmla="*/ 18812 w 37624"/>
                <a:gd name="connsiteY17" fmla="*/ 0 h 56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74">
                  <a:moveTo>
                    <a:pt x="18812" y="5833"/>
                  </a:moveTo>
                  <a:cubicBezTo>
                    <a:pt x="15020" y="5833"/>
                    <a:pt x="12164" y="7705"/>
                    <a:pt x="10245" y="11448"/>
                  </a:cubicBezTo>
                  <a:cubicBezTo>
                    <a:pt x="8348" y="15167"/>
                    <a:pt x="7401" y="20769"/>
                    <a:pt x="7401" y="28255"/>
                  </a:cubicBezTo>
                  <a:cubicBezTo>
                    <a:pt x="7401" y="35717"/>
                    <a:pt x="8348" y="41319"/>
                    <a:pt x="10245" y="45062"/>
                  </a:cubicBezTo>
                  <a:cubicBezTo>
                    <a:pt x="12164" y="48781"/>
                    <a:pt x="15020" y="50640"/>
                    <a:pt x="18812" y="50640"/>
                  </a:cubicBezTo>
                  <a:cubicBezTo>
                    <a:pt x="22628" y="50640"/>
                    <a:pt x="25484" y="48781"/>
                    <a:pt x="27380" y="45062"/>
                  </a:cubicBezTo>
                  <a:cubicBezTo>
                    <a:pt x="29299" y="41319"/>
                    <a:pt x="30260" y="35717"/>
                    <a:pt x="30260" y="28255"/>
                  </a:cubicBezTo>
                  <a:cubicBezTo>
                    <a:pt x="30260" y="20769"/>
                    <a:pt x="29299" y="15167"/>
                    <a:pt x="27380" y="11448"/>
                  </a:cubicBezTo>
                  <a:cubicBezTo>
                    <a:pt x="25484" y="7705"/>
                    <a:pt x="22628" y="5833"/>
                    <a:pt x="18812" y="5833"/>
                  </a:cubicBezTo>
                  <a:moveTo>
                    <a:pt x="18812" y="0"/>
                  </a:moveTo>
                  <a:cubicBezTo>
                    <a:pt x="24913" y="0"/>
                    <a:pt x="29567" y="2418"/>
                    <a:pt x="32775" y="7255"/>
                  </a:cubicBezTo>
                  <a:cubicBezTo>
                    <a:pt x="36008" y="12068"/>
                    <a:pt x="37624" y="19068"/>
                    <a:pt x="37624" y="28255"/>
                  </a:cubicBezTo>
                  <a:cubicBezTo>
                    <a:pt x="37624" y="37418"/>
                    <a:pt x="36008" y="44418"/>
                    <a:pt x="32775" y="49255"/>
                  </a:cubicBezTo>
                  <a:cubicBezTo>
                    <a:pt x="29567" y="54068"/>
                    <a:pt x="24913" y="56474"/>
                    <a:pt x="18812" y="56474"/>
                  </a:cubicBezTo>
                  <a:cubicBezTo>
                    <a:pt x="12711" y="56474"/>
                    <a:pt x="8044" y="54068"/>
                    <a:pt x="4812" y="49255"/>
                  </a:cubicBezTo>
                  <a:cubicBezTo>
                    <a:pt x="1604" y="44418"/>
                    <a:pt x="0" y="37418"/>
                    <a:pt x="0" y="28255"/>
                  </a:cubicBezTo>
                  <a:cubicBezTo>
                    <a:pt x="0" y="19068"/>
                    <a:pt x="1604" y="12068"/>
                    <a:pt x="4812" y="7255"/>
                  </a:cubicBezTo>
                  <a:cubicBezTo>
                    <a:pt x="8044" y="2418"/>
                    <a:pt x="12711" y="0"/>
                    <a:pt x="18812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10D5352E-A710-36C8-67E2-65888BF27D3E}"/>
                </a:ext>
              </a:extLst>
            </p:cNvPr>
            <p:cNvSpPr/>
            <p:nvPr/>
          </p:nvSpPr>
          <p:spPr>
            <a:xfrm>
              <a:off x="372797" y="2602639"/>
              <a:ext cx="77617" cy="45280"/>
            </a:xfrm>
            <a:custGeom>
              <a:avLst/>
              <a:gdLst>
                <a:gd name="connsiteX0" fmla="*/ 37270 w 77617"/>
                <a:gd name="connsiteY0" fmla="*/ 0 h 45280"/>
                <a:gd name="connsiteX1" fmla="*/ 45786 w 77617"/>
                <a:gd name="connsiteY1" fmla="*/ 2192 h 45280"/>
                <a:gd name="connsiteX2" fmla="*/ 53333 w 77617"/>
                <a:gd name="connsiteY2" fmla="*/ 7969 h 45280"/>
                <a:gd name="connsiteX3" fmla="*/ 58687 w 77617"/>
                <a:gd name="connsiteY3" fmla="*/ 16443 h 45280"/>
                <a:gd name="connsiteX4" fmla="*/ 60964 w 77617"/>
                <a:gd name="connsiteY4" fmla="*/ 26435 h 45280"/>
                <a:gd name="connsiteX5" fmla="*/ 73823 w 77617"/>
                <a:gd name="connsiteY5" fmla="*/ 29723 h 45280"/>
                <a:gd name="connsiteX6" fmla="*/ 77280 w 77617"/>
                <a:gd name="connsiteY6" fmla="*/ 30693 h 45280"/>
                <a:gd name="connsiteX7" fmla="*/ 77617 w 77617"/>
                <a:gd name="connsiteY7" fmla="*/ 31536 h 45280"/>
                <a:gd name="connsiteX8" fmla="*/ 76647 w 77617"/>
                <a:gd name="connsiteY8" fmla="*/ 32590 h 45280"/>
                <a:gd name="connsiteX9" fmla="*/ 69059 w 77617"/>
                <a:gd name="connsiteY9" fmla="*/ 30693 h 45280"/>
                <a:gd name="connsiteX10" fmla="*/ 60964 w 77617"/>
                <a:gd name="connsiteY10" fmla="*/ 28670 h 45280"/>
                <a:gd name="connsiteX11" fmla="*/ 56115 w 77617"/>
                <a:gd name="connsiteY11" fmla="*/ 40811 h 45280"/>
                <a:gd name="connsiteX12" fmla="*/ 45322 w 77617"/>
                <a:gd name="connsiteY12" fmla="*/ 45281 h 45280"/>
                <a:gd name="connsiteX13" fmla="*/ 36764 w 77617"/>
                <a:gd name="connsiteY13" fmla="*/ 43088 h 45280"/>
                <a:gd name="connsiteX14" fmla="*/ 29217 w 77617"/>
                <a:gd name="connsiteY14" fmla="*/ 37270 h 45280"/>
                <a:gd name="connsiteX15" fmla="*/ 23905 w 77617"/>
                <a:gd name="connsiteY15" fmla="*/ 28753 h 45280"/>
                <a:gd name="connsiteX16" fmla="*/ 21670 w 77617"/>
                <a:gd name="connsiteY16" fmla="*/ 18846 h 45280"/>
                <a:gd name="connsiteX17" fmla="*/ 1729 w 77617"/>
                <a:gd name="connsiteY17" fmla="*/ 13829 h 45280"/>
                <a:gd name="connsiteX18" fmla="*/ 295 w 77617"/>
                <a:gd name="connsiteY18" fmla="*/ 13365 h 45280"/>
                <a:gd name="connsiteX19" fmla="*/ 0 w 77617"/>
                <a:gd name="connsiteY19" fmla="*/ 12522 h 45280"/>
                <a:gd name="connsiteX20" fmla="*/ 211 w 77617"/>
                <a:gd name="connsiteY20" fmla="*/ 11805 h 45280"/>
                <a:gd name="connsiteX21" fmla="*/ 632 w 77617"/>
                <a:gd name="connsiteY21" fmla="*/ 11552 h 45280"/>
                <a:gd name="connsiteX22" fmla="*/ 843 w 77617"/>
                <a:gd name="connsiteY22" fmla="*/ 11510 h 45280"/>
                <a:gd name="connsiteX23" fmla="*/ 2066 w 77617"/>
                <a:gd name="connsiteY23" fmla="*/ 11763 h 45280"/>
                <a:gd name="connsiteX24" fmla="*/ 21670 w 77617"/>
                <a:gd name="connsiteY24" fmla="*/ 16611 h 45280"/>
                <a:gd name="connsiteX25" fmla="*/ 23483 w 77617"/>
                <a:gd name="connsiteY25" fmla="*/ 8980 h 45280"/>
                <a:gd name="connsiteX26" fmla="*/ 27278 w 77617"/>
                <a:gd name="connsiteY26" fmla="*/ 3752 h 45280"/>
                <a:gd name="connsiteX27" fmla="*/ 32042 w 77617"/>
                <a:gd name="connsiteY27" fmla="*/ 928 h 45280"/>
                <a:gd name="connsiteX28" fmla="*/ 37270 w 77617"/>
                <a:gd name="connsiteY28" fmla="*/ 0 h 45280"/>
                <a:gd name="connsiteX29" fmla="*/ 23568 w 77617"/>
                <a:gd name="connsiteY29" fmla="*/ 19352 h 45280"/>
                <a:gd name="connsiteX30" fmla="*/ 26266 w 77617"/>
                <a:gd name="connsiteY30" fmla="*/ 27910 h 45280"/>
                <a:gd name="connsiteX31" fmla="*/ 31915 w 77617"/>
                <a:gd name="connsiteY31" fmla="*/ 34361 h 45280"/>
                <a:gd name="connsiteX32" fmla="*/ 39251 w 77617"/>
                <a:gd name="connsiteY32" fmla="*/ 38282 h 45280"/>
                <a:gd name="connsiteX33" fmla="*/ 47135 w 77617"/>
                <a:gd name="connsiteY33" fmla="*/ 39673 h 45280"/>
                <a:gd name="connsiteX34" fmla="*/ 52574 w 77617"/>
                <a:gd name="connsiteY34" fmla="*/ 38661 h 45280"/>
                <a:gd name="connsiteX35" fmla="*/ 56284 w 77617"/>
                <a:gd name="connsiteY35" fmla="*/ 35879 h 45280"/>
                <a:gd name="connsiteX36" fmla="*/ 58308 w 77617"/>
                <a:gd name="connsiteY36" fmla="*/ 32252 h 45280"/>
                <a:gd name="connsiteX37" fmla="*/ 59067 w 77617"/>
                <a:gd name="connsiteY37" fmla="*/ 28247 h 45280"/>
                <a:gd name="connsiteX38" fmla="*/ 23568 w 77617"/>
                <a:gd name="connsiteY38" fmla="*/ 19352 h 45280"/>
                <a:gd name="connsiteX39" fmla="*/ 35457 w 77617"/>
                <a:gd name="connsiteY39" fmla="*/ 5649 h 45280"/>
                <a:gd name="connsiteX40" fmla="*/ 26898 w 77617"/>
                <a:gd name="connsiteY40" fmla="*/ 8812 h 45280"/>
                <a:gd name="connsiteX41" fmla="*/ 23568 w 77617"/>
                <a:gd name="connsiteY41" fmla="*/ 17117 h 45280"/>
                <a:gd name="connsiteX42" fmla="*/ 59067 w 77617"/>
                <a:gd name="connsiteY42" fmla="*/ 26013 h 45280"/>
                <a:gd name="connsiteX43" fmla="*/ 57212 w 77617"/>
                <a:gd name="connsiteY43" fmla="*/ 18972 h 45280"/>
                <a:gd name="connsiteX44" fmla="*/ 53249 w 77617"/>
                <a:gd name="connsiteY44" fmla="*/ 13238 h 45280"/>
                <a:gd name="connsiteX45" fmla="*/ 47894 w 77617"/>
                <a:gd name="connsiteY45" fmla="*/ 9107 h 45280"/>
                <a:gd name="connsiteX46" fmla="*/ 41739 w 77617"/>
                <a:gd name="connsiteY46" fmla="*/ 6535 h 45280"/>
                <a:gd name="connsiteX47" fmla="*/ 35457 w 77617"/>
                <a:gd name="connsiteY47" fmla="*/ 5649 h 45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77617" h="45280">
                  <a:moveTo>
                    <a:pt x="37270" y="0"/>
                  </a:moveTo>
                  <a:cubicBezTo>
                    <a:pt x="40109" y="0"/>
                    <a:pt x="42947" y="731"/>
                    <a:pt x="45786" y="2192"/>
                  </a:cubicBezTo>
                  <a:cubicBezTo>
                    <a:pt x="48625" y="3654"/>
                    <a:pt x="51141" y="5579"/>
                    <a:pt x="53333" y="7969"/>
                  </a:cubicBezTo>
                  <a:cubicBezTo>
                    <a:pt x="55497" y="10358"/>
                    <a:pt x="57282" y="13182"/>
                    <a:pt x="58687" y="16443"/>
                  </a:cubicBezTo>
                  <a:cubicBezTo>
                    <a:pt x="60093" y="19704"/>
                    <a:pt x="60852" y="23034"/>
                    <a:pt x="60964" y="26435"/>
                  </a:cubicBezTo>
                  <a:lnTo>
                    <a:pt x="73823" y="29723"/>
                  </a:lnTo>
                  <a:cubicBezTo>
                    <a:pt x="75903" y="30145"/>
                    <a:pt x="77055" y="30468"/>
                    <a:pt x="77280" y="30693"/>
                  </a:cubicBezTo>
                  <a:cubicBezTo>
                    <a:pt x="77505" y="30918"/>
                    <a:pt x="77617" y="31199"/>
                    <a:pt x="77617" y="31536"/>
                  </a:cubicBezTo>
                  <a:cubicBezTo>
                    <a:pt x="77617" y="32239"/>
                    <a:pt x="77294" y="32590"/>
                    <a:pt x="76647" y="32590"/>
                  </a:cubicBezTo>
                  <a:cubicBezTo>
                    <a:pt x="76450" y="32590"/>
                    <a:pt x="73921" y="31957"/>
                    <a:pt x="69059" y="30693"/>
                  </a:cubicBezTo>
                  <a:lnTo>
                    <a:pt x="60964" y="28670"/>
                  </a:lnTo>
                  <a:cubicBezTo>
                    <a:pt x="60683" y="33784"/>
                    <a:pt x="59067" y="37832"/>
                    <a:pt x="56115" y="40811"/>
                  </a:cubicBezTo>
                  <a:cubicBezTo>
                    <a:pt x="53164" y="43791"/>
                    <a:pt x="49567" y="45281"/>
                    <a:pt x="45322" y="45281"/>
                  </a:cubicBezTo>
                  <a:cubicBezTo>
                    <a:pt x="42456" y="45281"/>
                    <a:pt x="39603" y="44550"/>
                    <a:pt x="36764" y="43088"/>
                  </a:cubicBezTo>
                  <a:cubicBezTo>
                    <a:pt x="33897" y="41599"/>
                    <a:pt x="31381" y="39659"/>
                    <a:pt x="29217" y="37270"/>
                  </a:cubicBezTo>
                  <a:cubicBezTo>
                    <a:pt x="27053" y="34853"/>
                    <a:pt x="25282" y="32014"/>
                    <a:pt x="23905" y="28753"/>
                  </a:cubicBezTo>
                  <a:cubicBezTo>
                    <a:pt x="22528" y="25493"/>
                    <a:pt x="21783" y="22190"/>
                    <a:pt x="21670" y="18846"/>
                  </a:cubicBezTo>
                  <a:lnTo>
                    <a:pt x="1729" y="13829"/>
                  </a:lnTo>
                  <a:cubicBezTo>
                    <a:pt x="970" y="13660"/>
                    <a:pt x="492" y="13505"/>
                    <a:pt x="295" y="13365"/>
                  </a:cubicBezTo>
                  <a:cubicBezTo>
                    <a:pt x="98" y="13225"/>
                    <a:pt x="0" y="12944"/>
                    <a:pt x="0" y="12522"/>
                  </a:cubicBezTo>
                  <a:cubicBezTo>
                    <a:pt x="0" y="12213"/>
                    <a:pt x="70" y="11974"/>
                    <a:pt x="211" y="11805"/>
                  </a:cubicBezTo>
                  <a:cubicBezTo>
                    <a:pt x="351" y="11637"/>
                    <a:pt x="492" y="11552"/>
                    <a:pt x="632" y="11552"/>
                  </a:cubicBezTo>
                  <a:lnTo>
                    <a:pt x="843" y="11510"/>
                  </a:lnTo>
                  <a:lnTo>
                    <a:pt x="2066" y="11763"/>
                  </a:lnTo>
                  <a:lnTo>
                    <a:pt x="21670" y="16611"/>
                  </a:lnTo>
                  <a:cubicBezTo>
                    <a:pt x="21867" y="13745"/>
                    <a:pt x="22471" y="11201"/>
                    <a:pt x="23483" y="8980"/>
                  </a:cubicBezTo>
                  <a:cubicBezTo>
                    <a:pt x="24495" y="6760"/>
                    <a:pt x="25760" y="5017"/>
                    <a:pt x="27278" y="3752"/>
                  </a:cubicBezTo>
                  <a:cubicBezTo>
                    <a:pt x="28767" y="2488"/>
                    <a:pt x="30355" y="1546"/>
                    <a:pt x="32042" y="928"/>
                  </a:cubicBezTo>
                  <a:cubicBezTo>
                    <a:pt x="33728" y="310"/>
                    <a:pt x="35471" y="0"/>
                    <a:pt x="37270" y="0"/>
                  </a:cubicBezTo>
                  <a:moveTo>
                    <a:pt x="23568" y="19352"/>
                  </a:moveTo>
                  <a:cubicBezTo>
                    <a:pt x="23849" y="22443"/>
                    <a:pt x="24748" y="25296"/>
                    <a:pt x="26266" y="27910"/>
                  </a:cubicBezTo>
                  <a:cubicBezTo>
                    <a:pt x="27784" y="30524"/>
                    <a:pt x="29667" y="32674"/>
                    <a:pt x="31915" y="34361"/>
                  </a:cubicBezTo>
                  <a:cubicBezTo>
                    <a:pt x="34136" y="36047"/>
                    <a:pt x="36581" y="37354"/>
                    <a:pt x="39251" y="38282"/>
                  </a:cubicBezTo>
                  <a:cubicBezTo>
                    <a:pt x="41893" y="39209"/>
                    <a:pt x="44521" y="39673"/>
                    <a:pt x="47135" y="39673"/>
                  </a:cubicBezTo>
                  <a:cubicBezTo>
                    <a:pt x="49187" y="39673"/>
                    <a:pt x="51000" y="39335"/>
                    <a:pt x="52574" y="38661"/>
                  </a:cubicBezTo>
                  <a:cubicBezTo>
                    <a:pt x="54148" y="37958"/>
                    <a:pt x="55385" y="37031"/>
                    <a:pt x="56284" y="35879"/>
                  </a:cubicBezTo>
                  <a:cubicBezTo>
                    <a:pt x="57155" y="34726"/>
                    <a:pt x="57830" y="33517"/>
                    <a:pt x="58308" y="32252"/>
                  </a:cubicBezTo>
                  <a:cubicBezTo>
                    <a:pt x="58758" y="30960"/>
                    <a:pt x="59010" y="29625"/>
                    <a:pt x="59067" y="28247"/>
                  </a:cubicBezTo>
                  <a:lnTo>
                    <a:pt x="23568" y="19352"/>
                  </a:lnTo>
                  <a:moveTo>
                    <a:pt x="35457" y="5649"/>
                  </a:moveTo>
                  <a:cubicBezTo>
                    <a:pt x="31803" y="5649"/>
                    <a:pt x="28950" y="6703"/>
                    <a:pt x="26898" y="8812"/>
                  </a:cubicBezTo>
                  <a:cubicBezTo>
                    <a:pt x="24846" y="10920"/>
                    <a:pt x="23736" y="13688"/>
                    <a:pt x="23568" y="17117"/>
                  </a:cubicBezTo>
                  <a:lnTo>
                    <a:pt x="59067" y="26013"/>
                  </a:lnTo>
                  <a:cubicBezTo>
                    <a:pt x="58870" y="23512"/>
                    <a:pt x="58252" y="21164"/>
                    <a:pt x="57212" y="18972"/>
                  </a:cubicBezTo>
                  <a:cubicBezTo>
                    <a:pt x="56144" y="16752"/>
                    <a:pt x="54823" y="14841"/>
                    <a:pt x="53249" y="13238"/>
                  </a:cubicBezTo>
                  <a:cubicBezTo>
                    <a:pt x="51647" y="11636"/>
                    <a:pt x="49862" y="10259"/>
                    <a:pt x="47894" y="9107"/>
                  </a:cubicBezTo>
                  <a:cubicBezTo>
                    <a:pt x="45899" y="7954"/>
                    <a:pt x="43847" y="7097"/>
                    <a:pt x="41739" y="6535"/>
                  </a:cubicBezTo>
                  <a:cubicBezTo>
                    <a:pt x="39603" y="5945"/>
                    <a:pt x="37509" y="5649"/>
                    <a:pt x="35457" y="5649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D7202BB6-56A3-CE7A-A5A5-244E07A38A73}"/>
                </a:ext>
              </a:extLst>
            </p:cNvPr>
            <p:cNvSpPr/>
            <p:nvPr/>
          </p:nvSpPr>
          <p:spPr>
            <a:xfrm>
              <a:off x="367948" y="2571077"/>
              <a:ext cx="86344" cy="20025"/>
            </a:xfrm>
            <a:custGeom>
              <a:avLst/>
              <a:gdLst>
                <a:gd name="connsiteX0" fmla="*/ 43172 w 86344"/>
                <a:gd name="connsiteY0" fmla="*/ 20026 h 20025"/>
                <a:gd name="connsiteX1" fmla="*/ 16822 w 86344"/>
                <a:gd name="connsiteY1" fmla="*/ 14587 h 20025"/>
                <a:gd name="connsiteX2" fmla="*/ 7758 w 86344"/>
                <a:gd name="connsiteY2" fmla="*/ 9022 h 20025"/>
                <a:gd name="connsiteX3" fmla="*/ 1813 w 86344"/>
                <a:gd name="connsiteY3" fmla="*/ 3626 h 20025"/>
                <a:gd name="connsiteX4" fmla="*/ 0 w 86344"/>
                <a:gd name="connsiteY4" fmla="*/ 886 h 20025"/>
                <a:gd name="connsiteX5" fmla="*/ 843 w 86344"/>
                <a:gd name="connsiteY5" fmla="*/ 0 h 20025"/>
                <a:gd name="connsiteX6" fmla="*/ 2319 w 86344"/>
                <a:gd name="connsiteY6" fmla="*/ 1139 h 20025"/>
                <a:gd name="connsiteX7" fmla="*/ 43172 w 86344"/>
                <a:gd name="connsiteY7" fmla="*/ 15009 h 20025"/>
                <a:gd name="connsiteX8" fmla="*/ 83562 w 86344"/>
                <a:gd name="connsiteY8" fmla="*/ 1476 h 20025"/>
                <a:gd name="connsiteX9" fmla="*/ 85502 w 86344"/>
                <a:gd name="connsiteY9" fmla="*/ 0 h 20025"/>
                <a:gd name="connsiteX10" fmla="*/ 86345 w 86344"/>
                <a:gd name="connsiteY10" fmla="*/ 886 h 20025"/>
                <a:gd name="connsiteX11" fmla="*/ 84616 w 86344"/>
                <a:gd name="connsiteY11" fmla="*/ 3541 h 20025"/>
                <a:gd name="connsiteX12" fmla="*/ 78924 w 86344"/>
                <a:gd name="connsiteY12" fmla="*/ 8812 h 20025"/>
                <a:gd name="connsiteX13" fmla="*/ 70113 w 86344"/>
                <a:gd name="connsiteY13" fmla="*/ 14334 h 20025"/>
                <a:gd name="connsiteX14" fmla="*/ 43172 w 86344"/>
                <a:gd name="connsiteY14" fmla="*/ 20026 h 20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6344" h="20025">
                  <a:moveTo>
                    <a:pt x="43172" y="20026"/>
                  </a:moveTo>
                  <a:cubicBezTo>
                    <a:pt x="33447" y="20026"/>
                    <a:pt x="24664" y="18213"/>
                    <a:pt x="16822" y="14587"/>
                  </a:cubicBezTo>
                  <a:cubicBezTo>
                    <a:pt x="13533" y="13042"/>
                    <a:pt x="10512" y="11187"/>
                    <a:pt x="7758" y="9022"/>
                  </a:cubicBezTo>
                  <a:cubicBezTo>
                    <a:pt x="5003" y="6858"/>
                    <a:pt x="3022" y="5060"/>
                    <a:pt x="1813" y="3626"/>
                  </a:cubicBezTo>
                  <a:cubicBezTo>
                    <a:pt x="604" y="2192"/>
                    <a:pt x="0" y="1279"/>
                    <a:pt x="0" y="886"/>
                  </a:cubicBezTo>
                  <a:cubicBezTo>
                    <a:pt x="0" y="323"/>
                    <a:pt x="281" y="28"/>
                    <a:pt x="843" y="0"/>
                  </a:cubicBezTo>
                  <a:cubicBezTo>
                    <a:pt x="1124" y="0"/>
                    <a:pt x="1616" y="380"/>
                    <a:pt x="2319" y="1139"/>
                  </a:cubicBezTo>
                  <a:cubicBezTo>
                    <a:pt x="11763" y="10414"/>
                    <a:pt x="25381" y="15037"/>
                    <a:pt x="43172" y="15009"/>
                  </a:cubicBezTo>
                  <a:cubicBezTo>
                    <a:pt x="61020" y="15009"/>
                    <a:pt x="74483" y="10498"/>
                    <a:pt x="83562" y="1476"/>
                  </a:cubicBezTo>
                  <a:cubicBezTo>
                    <a:pt x="84546" y="492"/>
                    <a:pt x="85192" y="0"/>
                    <a:pt x="85502" y="0"/>
                  </a:cubicBezTo>
                  <a:cubicBezTo>
                    <a:pt x="86064" y="0"/>
                    <a:pt x="86345" y="295"/>
                    <a:pt x="86345" y="886"/>
                  </a:cubicBezTo>
                  <a:cubicBezTo>
                    <a:pt x="86345" y="1279"/>
                    <a:pt x="85769" y="2164"/>
                    <a:pt x="84616" y="3541"/>
                  </a:cubicBezTo>
                  <a:cubicBezTo>
                    <a:pt x="83463" y="4918"/>
                    <a:pt x="81566" y="6675"/>
                    <a:pt x="78924" y="8812"/>
                  </a:cubicBezTo>
                  <a:cubicBezTo>
                    <a:pt x="76282" y="10948"/>
                    <a:pt x="73345" y="12789"/>
                    <a:pt x="70113" y="14334"/>
                  </a:cubicBezTo>
                  <a:cubicBezTo>
                    <a:pt x="62271" y="18129"/>
                    <a:pt x="53291" y="20026"/>
                    <a:pt x="43172" y="20026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C7825101-BA3F-70DF-A9EC-E6914AF987BD}"/>
                </a:ext>
              </a:extLst>
            </p:cNvPr>
            <p:cNvSpPr/>
            <p:nvPr/>
          </p:nvSpPr>
          <p:spPr>
            <a:xfrm>
              <a:off x="394552" y="2521513"/>
              <a:ext cx="39124" cy="43002"/>
            </a:xfrm>
            <a:custGeom>
              <a:avLst/>
              <a:gdLst>
                <a:gd name="connsiteX0" fmla="*/ 5692 w 39124"/>
                <a:gd name="connsiteY0" fmla="*/ 0 h 43002"/>
                <a:gd name="connsiteX1" fmla="*/ 9402 w 39124"/>
                <a:gd name="connsiteY1" fmla="*/ 1475 h 43002"/>
                <a:gd name="connsiteX2" fmla="*/ 10709 w 39124"/>
                <a:gd name="connsiteY2" fmla="*/ 4637 h 43002"/>
                <a:gd name="connsiteX3" fmla="*/ 9781 w 39124"/>
                <a:gd name="connsiteY3" fmla="*/ 7082 h 43002"/>
                <a:gd name="connsiteX4" fmla="*/ 7673 w 39124"/>
                <a:gd name="connsiteY4" fmla="*/ 7925 h 43002"/>
                <a:gd name="connsiteX5" fmla="*/ 4680 w 39124"/>
                <a:gd name="connsiteY5" fmla="*/ 6745 h 43002"/>
                <a:gd name="connsiteX6" fmla="*/ 2993 w 39124"/>
                <a:gd name="connsiteY6" fmla="*/ 3794 h 43002"/>
                <a:gd name="connsiteX7" fmla="*/ 1897 w 39124"/>
                <a:gd name="connsiteY7" fmla="*/ 8095 h 43002"/>
                <a:gd name="connsiteX8" fmla="*/ 2783 w 39124"/>
                <a:gd name="connsiteY8" fmla="*/ 11256 h 43002"/>
                <a:gd name="connsiteX9" fmla="*/ 4806 w 39124"/>
                <a:gd name="connsiteY9" fmla="*/ 13576 h 43002"/>
                <a:gd name="connsiteX10" fmla="*/ 7589 w 39124"/>
                <a:gd name="connsiteY10" fmla="*/ 15178 h 43002"/>
                <a:gd name="connsiteX11" fmla="*/ 10161 w 39124"/>
                <a:gd name="connsiteY11" fmla="*/ 16189 h 43002"/>
                <a:gd name="connsiteX12" fmla="*/ 12100 w 39124"/>
                <a:gd name="connsiteY12" fmla="*/ 16653 h 43002"/>
                <a:gd name="connsiteX13" fmla="*/ 23905 w 39124"/>
                <a:gd name="connsiteY13" fmla="*/ 19604 h 43002"/>
                <a:gd name="connsiteX14" fmla="*/ 31494 w 39124"/>
                <a:gd name="connsiteY14" fmla="*/ 21038 h 43002"/>
                <a:gd name="connsiteX15" fmla="*/ 35583 w 39124"/>
                <a:gd name="connsiteY15" fmla="*/ 19857 h 43002"/>
                <a:gd name="connsiteX16" fmla="*/ 37185 w 39124"/>
                <a:gd name="connsiteY16" fmla="*/ 16315 h 43002"/>
                <a:gd name="connsiteX17" fmla="*/ 36933 w 39124"/>
                <a:gd name="connsiteY17" fmla="*/ 14334 h 43002"/>
                <a:gd name="connsiteX18" fmla="*/ 35879 w 39124"/>
                <a:gd name="connsiteY18" fmla="*/ 11931 h 43002"/>
                <a:gd name="connsiteX19" fmla="*/ 33897 w 39124"/>
                <a:gd name="connsiteY19" fmla="*/ 9317 h 43002"/>
                <a:gd name="connsiteX20" fmla="*/ 30608 w 39124"/>
                <a:gd name="connsiteY20" fmla="*/ 6829 h 43002"/>
                <a:gd name="connsiteX21" fmla="*/ 25887 w 39124"/>
                <a:gd name="connsiteY21" fmla="*/ 4806 h 43002"/>
                <a:gd name="connsiteX22" fmla="*/ 24959 w 39124"/>
                <a:gd name="connsiteY22" fmla="*/ 3710 h 43002"/>
                <a:gd name="connsiteX23" fmla="*/ 25802 w 39124"/>
                <a:gd name="connsiteY23" fmla="*/ 2656 h 43002"/>
                <a:gd name="connsiteX24" fmla="*/ 28037 w 39124"/>
                <a:gd name="connsiteY24" fmla="*/ 3246 h 43002"/>
                <a:gd name="connsiteX25" fmla="*/ 31452 w 39124"/>
                <a:gd name="connsiteY25" fmla="*/ 5017 h 43002"/>
                <a:gd name="connsiteX26" fmla="*/ 35078 w 39124"/>
                <a:gd name="connsiteY26" fmla="*/ 7757 h 43002"/>
                <a:gd name="connsiteX27" fmla="*/ 37944 w 39124"/>
                <a:gd name="connsiteY27" fmla="*/ 11636 h 43002"/>
                <a:gd name="connsiteX28" fmla="*/ 39125 w 39124"/>
                <a:gd name="connsiteY28" fmla="*/ 16484 h 43002"/>
                <a:gd name="connsiteX29" fmla="*/ 37185 w 39124"/>
                <a:gd name="connsiteY29" fmla="*/ 22513 h 43002"/>
                <a:gd name="connsiteX30" fmla="*/ 32548 w 39124"/>
                <a:gd name="connsiteY30" fmla="*/ 25802 h 43002"/>
                <a:gd name="connsiteX31" fmla="*/ 33433 w 39124"/>
                <a:gd name="connsiteY31" fmla="*/ 26308 h 43002"/>
                <a:gd name="connsiteX32" fmla="*/ 35078 w 39124"/>
                <a:gd name="connsiteY32" fmla="*/ 27488 h 43002"/>
                <a:gd name="connsiteX33" fmla="*/ 37017 w 39124"/>
                <a:gd name="connsiteY33" fmla="*/ 29301 h 43002"/>
                <a:gd name="connsiteX34" fmla="*/ 38450 w 39124"/>
                <a:gd name="connsiteY34" fmla="*/ 31789 h 43002"/>
                <a:gd name="connsiteX35" fmla="*/ 39125 w 39124"/>
                <a:gd name="connsiteY35" fmla="*/ 34866 h 43002"/>
                <a:gd name="connsiteX36" fmla="*/ 38535 w 39124"/>
                <a:gd name="connsiteY36" fmla="*/ 38703 h 43002"/>
                <a:gd name="connsiteX37" fmla="*/ 36595 w 39124"/>
                <a:gd name="connsiteY37" fmla="*/ 41738 h 43002"/>
                <a:gd name="connsiteX38" fmla="*/ 33391 w 39124"/>
                <a:gd name="connsiteY38" fmla="*/ 43003 h 43002"/>
                <a:gd name="connsiteX39" fmla="*/ 29892 w 39124"/>
                <a:gd name="connsiteY39" fmla="*/ 41611 h 43002"/>
                <a:gd name="connsiteX40" fmla="*/ 28416 w 39124"/>
                <a:gd name="connsiteY40" fmla="*/ 38239 h 43002"/>
                <a:gd name="connsiteX41" fmla="*/ 29133 w 39124"/>
                <a:gd name="connsiteY41" fmla="*/ 36047 h 43002"/>
                <a:gd name="connsiteX42" fmla="*/ 31410 w 39124"/>
                <a:gd name="connsiteY42" fmla="*/ 35035 h 43002"/>
                <a:gd name="connsiteX43" fmla="*/ 34445 w 39124"/>
                <a:gd name="connsiteY43" fmla="*/ 36215 h 43002"/>
                <a:gd name="connsiteX44" fmla="*/ 36089 w 39124"/>
                <a:gd name="connsiteY44" fmla="*/ 39082 h 43002"/>
                <a:gd name="connsiteX45" fmla="*/ 37185 w 39124"/>
                <a:gd name="connsiteY45" fmla="*/ 34782 h 43002"/>
                <a:gd name="connsiteX46" fmla="*/ 34740 w 39124"/>
                <a:gd name="connsiteY46" fmla="*/ 29807 h 43002"/>
                <a:gd name="connsiteX47" fmla="*/ 28205 w 39124"/>
                <a:gd name="connsiteY47" fmla="*/ 26561 h 43002"/>
                <a:gd name="connsiteX48" fmla="*/ 13997 w 39124"/>
                <a:gd name="connsiteY48" fmla="*/ 22935 h 43002"/>
                <a:gd name="connsiteX49" fmla="*/ 7673 w 39124"/>
                <a:gd name="connsiteY49" fmla="*/ 21923 h 43002"/>
                <a:gd name="connsiteX50" fmla="*/ 4680 w 39124"/>
                <a:gd name="connsiteY50" fmla="*/ 22387 h 43002"/>
                <a:gd name="connsiteX51" fmla="*/ 2909 w 39124"/>
                <a:gd name="connsiteY51" fmla="*/ 23651 h 43002"/>
                <a:gd name="connsiteX52" fmla="*/ 2108 w 39124"/>
                <a:gd name="connsiteY52" fmla="*/ 25127 h 43002"/>
                <a:gd name="connsiteX53" fmla="*/ 1897 w 39124"/>
                <a:gd name="connsiteY53" fmla="*/ 26561 h 43002"/>
                <a:gd name="connsiteX54" fmla="*/ 2403 w 39124"/>
                <a:gd name="connsiteY54" fmla="*/ 29259 h 43002"/>
                <a:gd name="connsiteX55" fmla="*/ 4090 w 39124"/>
                <a:gd name="connsiteY55" fmla="*/ 32337 h 43002"/>
                <a:gd name="connsiteX56" fmla="*/ 7589 w 39124"/>
                <a:gd name="connsiteY56" fmla="*/ 35541 h 43002"/>
                <a:gd name="connsiteX57" fmla="*/ 13196 w 39124"/>
                <a:gd name="connsiteY57" fmla="*/ 38155 h 43002"/>
                <a:gd name="connsiteX58" fmla="*/ 14166 w 39124"/>
                <a:gd name="connsiteY58" fmla="*/ 39293 h 43002"/>
                <a:gd name="connsiteX59" fmla="*/ 13281 w 39124"/>
                <a:gd name="connsiteY59" fmla="*/ 40305 h 43002"/>
                <a:gd name="connsiteX60" fmla="*/ 11088 w 39124"/>
                <a:gd name="connsiteY60" fmla="*/ 39757 h 43002"/>
                <a:gd name="connsiteX61" fmla="*/ 7673 w 39124"/>
                <a:gd name="connsiteY61" fmla="*/ 37986 h 43002"/>
                <a:gd name="connsiteX62" fmla="*/ 4090 w 39124"/>
                <a:gd name="connsiteY62" fmla="*/ 35203 h 43002"/>
                <a:gd name="connsiteX63" fmla="*/ 1181 w 39124"/>
                <a:gd name="connsiteY63" fmla="*/ 31282 h 43002"/>
                <a:gd name="connsiteX64" fmla="*/ 0 w 39124"/>
                <a:gd name="connsiteY64" fmla="*/ 26392 h 43002"/>
                <a:gd name="connsiteX65" fmla="*/ 253 w 39124"/>
                <a:gd name="connsiteY65" fmla="*/ 24158 h 43002"/>
                <a:gd name="connsiteX66" fmla="*/ 1096 w 39124"/>
                <a:gd name="connsiteY66" fmla="*/ 21670 h 43002"/>
                <a:gd name="connsiteX67" fmla="*/ 3120 w 39124"/>
                <a:gd name="connsiteY67" fmla="*/ 19056 h 43002"/>
                <a:gd name="connsiteX68" fmla="*/ 6535 w 39124"/>
                <a:gd name="connsiteY68" fmla="*/ 17075 h 43002"/>
                <a:gd name="connsiteX69" fmla="*/ 4638 w 39124"/>
                <a:gd name="connsiteY69" fmla="*/ 15894 h 43002"/>
                <a:gd name="connsiteX70" fmla="*/ 2572 w 39124"/>
                <a:gd name="connsiteY70" fmla="*/ 14081 h 43002"/>
                <a:gd name="connsiteX71" fmla="*/ 717 w 39124"/>
                <a:gd name="connsiteY71" fmla="*/ 11383 h 43002"/>
                <a:gd name="connsiteX72" fmla="*/ 0 w 39124"/>
                <a:gd name="connsiteY72" fmla="*/ 8010 h 43002"/>
                <a:gd name="connsiteX73" fmla="*/ 464 w 39124"/>
                <a:gd name="connsiteY73" fmla="*/ 4595 h 43002"/>
                <a:gd name="connsiteX74" fmla="*/ 2277 w 39124"/>
                <a:gd name="connsiteY74" fmla="*/ 1475 h 43002"/>
                <a:gd name="connsiteX75" fmla="*/ 5692 w 39124"/>
                <a:gd name="connsiteY75" fmla="*/ 0 h 43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39124" h="43002">
                  <a:moveTo>
                    <a:pt x="5692" y="0"/>
                  </a:moveTo>
                  <a:cubicBezTo>
                    <a:pt x="7266" y="0"/>
                    <a:pt x="8502" y="491"/>
                    <a:pt x="9402" y="1475"/>
                  </a:cubicBezTo>
                  <a:cubicBezTo>
                    <a:pt x="10273" y="2459"/>
                    <a:pt x="10709" y="3513"/>
                    <a:pt x="10709" y="4637"/>
                  </a:cubicBezTo>
                  <a:cubicBezTo>
                    <a:pt x="10709" y="5705"/>
                    <a:pt x="10400" y="6520"/>
                    <a:pt x="9781" y="7082"/>
                  </a:cubicBezTo>
                  <a:cubicBezTo>
                    <a:pt x="9163" y="7645"/>
                    <a:pt x="8460" y="7925"/>
                    <a:pt x="7673" y="7925"/>
                  </a:cubicBezTo>
                  <a:cubicBezTo>
                    <a:pt x="6605" y="7925"/>
                    <a:pt x="5607" y="7532"/>
                    <a:pt x="4680" y="6745"/>
                  </a:cubicBezTo>
                  <a:cubicBezTo>
                    <a:pt x="3752" y="5958"/>
                    <a:pt x="3190" y="4974"/>
                    <a:pt x="2993" y="3794"/>
                  </a:cubicBezTo>
                  <a:cubicBezTo>
                    <a:pt x="2263" y="4946"/>
                    <a:pt x="1897" y="6380"/>
                    <a:pt x="1897" y="8095"/>
                  </a:cubicBezTo>
                  <a:cubicBezTo>
                    <a:pt x="1897" y="9219"/>
                    <a:pt x="2192" y="10273"/>
                    <a:pt x="2783" y="11256"/>
                  </a:cubicBezTo>
                  <a:cubicBezTo>
                    <a:pt x="3373" y="12212"/>
                    <a:pt x="4047" y="12985"/>
                    <a:pt x="4806" y="13576"/>
                  </a:cubicBezTo>
                  <a:cubicBezTo>
                    <a:pt x="5565" y="14137"/>
                    <a:pt x="6493" y="14671"/>
                    <a:pt x="7589" y="15178"/>
                  </a:cubicBezTo>
                  <a:cubicBezTo>
                    <a:pt x="8657" y="15655"/>
                    <a:pt x="9514" y="15992"/>
                    <a:pt x="10161" y="16189"/>
                  </a:cubicBezTo>
                  <a:cubicBezTo>
                    <a:pt x="10779" y="16357"/>
                    <a:pt x="11426" y="16512"/>
                    <a:pt x="12100" y="16653"/>
                  </a:cubicBezTo>
                  <a:lnTo>
                    <a:pt x="23905" y="19604"/>
                  </a:lnTo>
                  <a:cubicBezTo>
                    <a:pt x="27643" y="20560"/>
                    <a:pt x="30173" y="21038"/>
                    <a:pt x="31494" y="21038"/>
                  </a:cubicBezTo>
                  <a:cubicBezTo>
                    <a:pt x="33124" y="21038"/>
                    <a:pt x="34487" y="20644"/>
                    <a:pt x="35583" y="19857"/>
                  </a:cubicBezTo>
                  <a:cubicBezTo>
                    <a:pt x="36651" y="19070"/>
                    <a:pt x="37185" y="17889"/>
                    <a:pt x="37185" y="16315"/>
                  </a:cubicBezTo>
                  <a:cubicBezTo>
                    <a:pt x="37185" y="15697"/>
                    <a:pt x="37101" y="15037"/>
                    <a:pt x="36933" y="14334"/>
                  </a:cubicBezTo>
                  <a:cubicBezTo>
                    <a:pt x="36736" y="13631"/>
                    <a:pt x="36384" y="12830"/>
                    <a:pt x="35879" y="11931"/>
                  </a:cubicBezTo>
                  <a:cubicBezTo>
                    <a:pt x="35345" y="11003"/>
                    <a:pt x="34684" y="10132"/>
                    <a:pt x="33897" y="9317"/>
                  </a:cubicBezTo>
                  <a:cubicBezTo>
                    <a:pt x="33082" y="8473"/>
                    <a:pt x="31986" y="7645"/>
                    <a:pt x="30608" y="6829"/>
                  </a:cubicBezTo>
                  <a:cubicBezTo>
                    <a:pt x="29231" y="6015"/>
                    <a:pt x="27657" y="5340"/>
                    <a:pt x="25887" y="4806"/>
                  </a:cubicBezTo>
                  <a:cubicBezTo>
                    <a:pt x="25268" y="4638"/>
                    <a:pt x="24959" y="4272"/>
                    <a:pt x="24959" y="3710"/>
                  </a:cubicBezTo>
                  <a:cubicBezTo>
                    <a:pt x="24959" y="3007"/>
                    <a:pt x="25240" y="2656"/>
                    <a:pt x="25802" y="2656"/>
                  </a:cubicBezTo>
                  <a:cubicBezTo>
                    <a:pt x="26280" y="2656"/>
                    <a:pt x="27025" y="2853"/>
                    <a:pt x="28037" y="3246"/>
                  </a:cubicBezTo>
                  <a:cubicBezTo>
                    <a:pt x="29021" y="3612"/>
                    <a:pt x="30159" y="4202"/>
                    <a:pt x="31452" y="5017"/>
                  </a:cubicBezTo>
                  <a:cubicBezTo>
                    <a:pt x="32717" y="5804"/>
                    <a:pt x="33925" y="6718"/>
                    <a:pt x="35078" y="7757"/>
                  </a:cubicBezTo>
                  <a:cubicBezTo>
                    <a:pt x="36202" y="8797"/>
                    <a:pt x="37157" y="10090"/>
                    <a:pt x="37944" y="11636"/>
                  </a:cubicBezTo>
                  <a:cubicBezTo>
                    <a:pt x="38731" y="13181"/>
                    <a:pt x="39125" y="14798"/>
                    <a:pt x="39125" y="16484"/>
                  </a:cubicBezTo>
                  <a:cubicBezTo>
                    <a:pt x="39125" y="18902"/>
                    <a:pt x="38478" y="20911"/>
                    <a:pt x="37185" y="22513"/>
                  </a:cubicBezTo>
                  <a:cubicBezTo>
                    <a:pt x="35893" y="24115"/>
                    <a:pt x="34347" y="25212"/>
                    <a:pt x="32548" y="25802"/>
                  </a:cubicBezTo>
                  <a:cubicBezTo>
                    <a:pt x="32801" y="25942"/>
                    <a:pt x="33096" y="26111"/>
                    <a:pt x="33433" y="26308"/>
                  </a:cubicBezTo>
                  <a:cubicBezTo>
                    <a:pt x="33771" y="26505"/>
                    <a:pt x="34319" y="26898"/>
                    <a:pt x="35078" y="27488"/>
                  </a:cubicBezTo>
                  <a:cubicBezTo>
                    <a:pt x="35808" y="28050"/>
                    <a:pt x="36455" y="28654"/>
                    <a:pt x="37017" y="29301"/>
                  </a:cubicBezTo>
                  <a:cubicBezTo>
                    <a:pt x="37551" y="29947"/>
                    <a:pt x="38029" y="30776"/>
                    <a:pt x="38450" y="31789"/>
                  </a:cubicBezTo>
                  <a:cubicBezTo>
                    <a:pt x="38900" y="32773"/>
                    <a:pt x="39125" y="33798"/>
                    <a:pt x="39125" y="34866"/>
                  </a:cubicBezTo>
                  <a:cubicBezTo>
                    <a:pt x="39125" y="36215"/>
                    <a:pt x="38928" y="37494"/>
                    <a:pt x="38535" y="38703"/>
                  </a:cubicBezTo>
                  <a:cubicBezTo>
                    <a:pt x="38141" y="39884"/>
                    <a:pt x="37495" y="40895"/>
                    <a:pt x="36595" y="41738"/>
                  </a:cubicBezTo>
                  <a:cubicBezTo>
                    <a:pt x="35696" y="42582"/>
                    <a:pt x="34628" y="43003"/>
                    <a:pt x="33391" y="43003"/>
                  </a:cubicBezTo>
                  <a:cubicBezTo>
                    <a:pt x="32014" y="43003"/>
                    <a:pt x="30847" y="42539"/>
                    <a:pt x="29892" y="41611"/>
                  </a:cubicBezTo>
                  <a:cubicBezTo>
                    <a:pt x="28908" y="40657"/>
                    <a:pt x="28416" y="39532"/>
                    <a:pt x="28416" y="38239"/>
                  </a:cubicBezTo>
                  <a:cubicBezTo>
                    <a:pt x="28416" y="37424"/>
                    <a:pt x="28655" y="36693"/>
                    <a:pt x="29133" y="36047"/>
                  </a:cubicBezTo>
                  <a:cubicBezTo>
                    <a:pt x="29611" y="35373"/>
                    <a:pt x="30370" y="35035"/>
                    <a:pt x="31410" y="35035"/>
                  </a:cubicBezTo>
                  <a:cubicBezTo>
                    <a:pt x="32562" y="35035"/>
                    <a:pt x="33574" y="35428"/>
                    <a:pt x="34445" y="36215"/>
                  </a:cubicBezTo>
                  <a:cubicBezTo>
                    <a:pt x="35316" y="37003"/>
                    <a:pt x="35864" y="37958"/>
                    <a:pt x="36089" y="39082"/>
                  </a:cubicBezTo>
                  <a:cubicBezTo>
                    <a:pt x="36820" y="37930"/>
                    <a:pt x="37185" y="36497"/>
                    <a:pt x="37185" y="34782"/>
                  </a:cubicBezTo>
                  <a:cubicBezTo>
                    <a:pt x="37185" y="32927"/>
                    <a:pt x="36370" y="31269"/>
                    <a:pt x="34740" y="29807"/>
                  </a:cubicBezTo>
                  <a:cubicBezTo>
                    <a:pt x="33110" y="28345"/>
                    <a:pt x="30932" y="27264"/>
                    <a:pt x="28205" y="26561"/>
                  </a:cubicBezTo>
                  <a:cubicBezTo>
                    <a:pt x="21656" y="24817"/>
                    <a:pt x="16920" y="23609"/>
                    <a:pt x="13997" y="22935"/>
                  </a:cubicBezTo>
                  <a:cubicBezTo>
                    <a:pt x="11046" y="22261"/>
                    <a:pt x="8938" y="21923"/>
                    <a:pt x="7673" y="21923"/>
                  </a:cubicBezTo>
                  <a:cubicBezTo>
                    <a:pt x="6493" y="21923"/>
                    <a:pt x="5495" y="22078"/>
                    <a:pt x="4680" y="22387"/>
                  </a:cubicBezTo>
                  <a:cubicBezTo>
                    <a:pt x="3865" y="22695"/>
                    <a:pt x="3274" y="23117"/>
                    <a:pt x="2909" y="23651"/>
                  </a:cubicBezTo>
                  <a:cubicBezTo>
                    <a:pt x="2516" y="24158"/>
                    <a:pt x="2249" y="24649"/>
                    <a:pt x="2108" y="25127"/>
                  </a:cubicBezTo>
                  <a:cubicBezTo>
                    <a:pt x="1968" y="25577"/>
                    <a:pt x="1897" y="26055"/>
                    <a:pt x="1897" y="26561"/>
                  </a:cubicBezTo>
                  <a:cubicBezTo>
                    <a:pt x="1897" y="27404"/>
                    <a:pt x="2066" y="28303"/>
                    <a:pt x="2403" y="29259"/>
                  </a:cubicBezTo>
                  <a:cubicBezTo>
                    <a:pt x="2740" y="30187"/>
                    <a:pt x="3303" y="31213"/>
                    <a:pt x="4090" y="32337"/>
                  </a:cubicBezTo>
                  <a:cubicBezTo>
                    <a:pt x="4848" y="33432"/>
                    <a:pt x="6015" y="34501"/>
                    <a:pt x="7589" y="35541"/>
                  </a:cubicBezTo>
                  <a:cubicBezTo>
                    <a:pt x="9163" y="36580"/>
                    <a:pt x="11032" y="37452"/>
                    <a:pt x="13196" y="38155"/>
                  </a:cubicBezTo>
                  <a:cubicBezTo>
                    <a:pt x="13843" y="38295"/>
                    <a:pt x="14166" y="38675"/>
                    <a:pt x="14166" y="39293"/>
                  </a:cubicBezTo>
                  <a:cubicBezTo>
                    <a:pt x="14138" y="39967"/>
                    <a:pt x="13843" y="40305"/>
                    <a:pt x="13281" y="40305"/>
                  </a:cubicBezTo>
                  <a:cubicBezTo>
                    <a:pt x="12803" y="40305"/>
                    <a:pt x="12072" y="40122"/>
                    <a:pt x="11088" y="39757"/>
                  </a:cubicBezTo>
                  <a:cubicBezTo>
                    <a:pt x="10076" y="39363"/>
                    <a:pt x="8938" y="38773"/>
                    <a:pt x="7673" y="37986"/>
                  </a:cubicBezTo>
                  <a:cubicBezTo>
                    <a:pt x="6408" y="37171"/>
                    <a:pt x="5214" y="36243"/>
                    <a:pt x="4090" y="35203"/>
                  </a:cubicBezTo>
                  <a:cubicBezTo>
                    <a:pt x="2937" y="34135"/>
                    <a:pt x="1968" y="32828"/>
                    <a:pt x="1181" y="31282"/>
                  </a:cubicBezTo>
                  <a:cubicBezTo>
                    <a:pt x="393" y="29708"/>
                    <a:pt x="0" y="28078"/>
                    <a:pt x="0" y="26392"/>
                  </a:cubicBezTo>
                  <a:cubicBezTo>
                    <a:pt x="0" y="25633"/>
                    <a:pt x="84" y="24889"/>
                    <a:pt x="253" y="24158"/>
                  </a:cubicBezTo>
                  <a:cubicBezTo>
                    <a:pt x="393" y="23399"/>
                    <a:pt x="675" y="22569"/>
                    <a:pt x="1096" y="21670"/>
                  </a:cubicBezTo>
                  <a:cubicBezTo>
                    <a:pt x="1518" y="20742"/>
                    <a:pt x="2192" y="19871"/>
                    <a:pt x="3120" y="19056"/>
                  </a:cubicBezTo>
                  <a:cubicBezTo>
                    <a:pt x="4047" y="18241"/>
                    <a:pt x="5186" y="17581"/>
                    <a:pt x="6535" y="17075"/>
                  </a:cubicBezTo>
                  <a:cubicBezTo>
                    <a:pt x="5888" y="16737"/>
                    <a:pt x="5256" y="16344"/>
                    <a:pt x="4638" y="15894"/>
                  </a:cubicBezTo>
                  <a:cubicBezTo>
                    <a:pt x="4019" y="15416"/>
                    <a:pt x="3331" y="14812"/>
                    <a:pt x="2572" y="14081"/>
                  </a:cubicBezTo>
                  <a:cubicBezTo>
                    <a:pt x="1785" y="13323"/>
                    <a:pt x="1166" y="12423"/>
                    <a:pt x="717" y="11383"/>
                  </a:cubicBezTo>
                  <a:cubicBezTo>
                    <a:pt x="239" y="10315"/>
                    <a:pt x="0" y="9191"/>
                    <a:pt x="0" y="8010"/>
                  </a:cubicBezTo>
                  <a:cubicBezTo>
                    <a:pt x="0" y="6857"/>
                    <a:pt x="155" y="5719"/>
                    <a:pt x="464" y="4595"/>
                  </a:cubicBezTo>
                  <a:cubicBezTo>
                    <a:pt x="745" y="3471"/>
                    <a:pt x="1349" y="2431"/>
                    <a:pt x="2277" y="1475"/>
                  </a:cubicBezTo>
                  <a:cubicBezTo>
                    <a:pt x="3176" y="491"/>
                    <a:pt x="4314" y="0"/>
                    <a:pt x="5692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138A30C2-6FE5-25AB-A6FA-C89B45C06258}"/>
                </a:ext>
              </a:extLst>
            </p:cNvPr>
            <p:cNvSpPr/>
            <p:nvPr/>
          </p:nvSpPr>
          <p:spPr>
            <a:xfrm>
              <a:off x="367948" y="2493176"/>
              <a:ext cx="86344" cy="20026"/>
            </a:xfrm>
            <a:custGeom>
              <a:avLst/>
              <a:gdLst>
                <a:gd name="connsiteX0" fmla="*/ 85502 w 86344"/>
                <a:gd name="connsiteY0" fmla="*/ 20027 h 20026"/>
                <a:gd name="connsiteX1" fmla="*/ 84026 w 86344"/>
                <a:gd name="connsiteY1" fmla="*/ 18931 h 20026"/>
                <a:gd name="connsiteX2" fmla="*/ 43172 w 86344"/>
                <a:gd name="connsiteY2" fmla="*/ 5018 h 20026"/>
                <a:gd name="connsiteX3" fmla="*/ 2867 w 86344"/>
                <a:gd name="connsiteY3" fmla="*/ 18382 h 20026"/>
                <a:gd name="connsiteX4" fmla="*/ 843 w 86344"/>
                <a:gd name="connsiteY4" fmla="*/ 20027 h 20026"/>
                <a:gd name="connsiteX5" fmla="*/ 0 w 86344"/>
                <a:gd name="connsiteY5" fmla="*/ 19184 h 20026"/>
                <a:gd name="connsiteX6" fmla="*/ 1729 w 86344"/>
                <a:gd name="connsiteY6" fmla="*/ 16527 h 20026"/>
                <a:gd name="connsiteX7" fmla="*/ 7420 w 86344"/>
                <a:gd name="connsiteY7" fmla="*/ 11257 h 20026"/>
                <a:gd name="connsiteX8" fmla="*/ 16232 w 86344"/>
                <a:gd name="connsiteY8" fmla="*/ 5692 h 20026"/>
                <a:gd name="connsiteX9" fmla="*/ 43172 w 86344"/>
                <a:gd name="connsiteY9" fmla="*/ 0 h 20026"/>
                <a:gd name="connsiteX10" fmla="*/ 69522 w 86344"/>
                <a:gd name="connsiteY10" fmla="*/ 5439 h 20026"/>
                <a:gd name="connsiteX11" fmla="*/ 78587 w 86344"/>
                <a:gd name="connsiteY11" fmla="*/ 11004 h 20026"/>
                <a:gd name="connsiteX12" fmla="*/ 84531 w 86344"/>
                <a:gd name="connsiteY12" fmla="*/ 16401 h 20026"/>
                <a:gd name="connsiteX13" fmla="*/ 86345 w 86344"/>
                <a:gd name="connsiteY13" fmla="*/ 19184 h 20026"/>
                <a:gd name="connsiteX14" fmla="*/ 85502 w 86344"/>
                <a:gd name="connsiteY14" fmla="*/ 20027 h 20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6344" h="20026">
                  <a:moveTo>
                    <a:pt x="85502" y="20027"/>
                  </a:moveTo>
                  <a:cubicBezTo>
                    <a:pt x="85220" y="20027"/>
                    <a:pt x="84729" y="19661"/>
                    <a:pt x="84026" y="18931"/>
                  </a:cubicBezTo>
                  <a:cubicBezTo>
                    <a:pt x="74582" y="9655"/>
                    <a:pt x="60964" y="5018"/>
                    <a:pt x="43172" y="5018"/>
                  </a:cubicBezTo>
                  <a:cubicBezTo>
                    <a:pt x="25324" y="5018"/>
                    <a:pt x="11889" y="9473"/>
                    <a:pt x="2867" y="18382"/>
                  </a:cubicBezTo>
                  <a:cubicBezTo>
                    <a:pt x="1827" y="19479"/>
                    <a:pt x="1152" y="20027"/>
                    <a:pt x="843" y="20027"/>
                  </a:cubicBezTo>
                  <a:cubicBezTo>
                    <a:pt x="281" y="20027"/>
                    <a:pt x="0" y="19746"/>
                    <a:pt x="0" y="19184"/>
                  </a:cubicBezTo>
                  <a:cubicBezTo>
                    <a:pt x="0" y="18790"/>
                    <a:pt x="576" y="17905"/>
                    <a:pt x="1729" y="16527"/>
                  </a:cubicBezTo>
                  <a:cubicBezTo>
                    <a:pt x="2881" y="15122"/>
                    <a:pt x="4778" y="13365"/>
                    <a:pt x="7420" y="11257"/>
                  </a:cubicBezTo>
                  <a:cubicBezTo>
                    <a:pt x="10062" y="9122"/>
                    <a:pt x="12999" y="7266"/>
                    <a:pt x="16232" y="5692"/>
                  </a:cubicBezTo>
                  <a:cubicBezTo>
                    <a:pt x="24074" y="1897"/>
                    <a:pt x="33054" y="0"/>
                    <a:pt x="43172" y="0"/>
                  </a:cubicBezTo>
                  <a:cubicBezTo>
                    <a:pt x="52897" y="0"/>
                    <a:pt x="61681" y="1813"/>
                    <a:pt x="69522" y="5439"/>
                  </a:cubicBezTo>
                  <a:cubicBezTo>
                    <a:pt x="72811" y="6985"/>
                    <a:pt x="75833" y="8840"/>
                    <a:pt x="78587" y="11004"/>
                  </a:cubicBezTo>
                  <a:cubicBezTo>
                    <a:pt x="81342" y="13169"/>
                    <a:pt x="83323" y="14967"/>
                    <a:pt x="84531" y="16401"/>
                  </a:cubicBezTo>
                  <a:cubicBezTo>
                    <a:pt x="85740" y="17834"/>
                    <a:pt x="86345" y="18761"/>
                    <a:pt x="86345" y="19184"/>
                  </a:cubicBezTo>
                  <a:cubicBezTo>
                    <a:pt x="86345" y="19746"/>
                    <a:pt x="86064" y="20027"/>
                    <a:pt x="85502" y="20027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84" name="Freeform 83">
            <a:extLst>
              <a:ext uri="{FF2B5EF4-FFF2-40B4-BE49-F238E27FC236}">
                <a16:creationId xmlns:a16="http://schemas.microsoft.com/office/drawing/2014/main" id="{837BAAD3-95F1-3F1E-85D7-445BE10E7E1E}"/>
              </a:ext>
            </a:extLst>
          </p:cNvPr>
          <p:cNvSpPr/>
          <p:nvPr/>
        </p:nvSpPr>
        <p:spPr>
          <a:xfrm>
            <a:off x="732671" y="2000034"/>
            <a:ext cx="1692801" cy="1127897"/>
          </a:xfrm>
          <a:custGeom>
            <a:avLst/>
            <a:gdLst>
              <a:gd name="connsiteX0" fmla="*/ 0 w 1692801"/>
              <a:gd name="connsiteY0" fmla="*/ 1127897 h 1127897"/>
              <a:gd name="connsiteX1" fmla="*/ 17099 w 1692801"/>
              <a:gd name="connsiteY1" fmla="*/ 1116503 h 1127897"/>
              <a:gd name="connsiteX2" fmla="*/ 34197 w 1692801"/>
              <a:gd name="connsiteY2" fmla="*/ 1105118 h 1127897"/>
              <a:gd name="connsiteX3" fmla="*/ 51296 w 1692801"/>
              <a:gd name="connsiteY3" fmla="*/ 1093724 h 1127897"/>
              <a:gd name="connsiteX4" fmla="*/ 68395 w 1692801"/>
              <a:gd name="connsiteY4" fmla="*/ 1082330 h 1127897"/>
              <a:gd name="connsiteX5" fmla="*/ 85495 w 1692801"/>
              <a:gd name="connsiteY5" fmla="*/ 1070936 h 1127897"/>
              <a:gd name="connsiteX6" fmla="*/ 102594 w 1692801"/>
              <a:gd name="connsiteY6" fmla="*/ 1059542 h 1127897"/>
              <a:gd name="connsiteX7" fmla="*/ 119693 w 1692801"/>
              <a:gd name="connsiteY7" fmla="*/ 1048148 h 1127897"/>
              <a:gd name="connsiteX8" fmla="*/ 136792 w 1692801"/>
              <a:gd name="connsiteY8" fmla="*/ 1036754 h 1127897"/>
              <a:gd name="connsiteX9" fmla="*/ 153891 w 1692801"/>
              <a:gd name="connsiteY9" fmla="*/ 1025360 h 1127897"/>
              <a:gd name="connsiteX10" fmla="*/ 170990 w 1692801"/>
              <a:gd name="connsiteY10" fmla="*/ 1013975 h 1127897"/>
              <a:gd name="connsiteX11" fmla="*/ 188088 w 1692801"/>
              <a:gd name="connsiteY11" fmla="*/ 1002581 h 1127897"/>
              <a:gd name="connsiteX12" fmla="*/ 205187 w 1692801"/>
              <a:gd name="connsiteY12" fmla="*/ 991187 h 1127897"/>
              <a:gd name="connsiteX13" fmla="*/ 222287 w 1692801"/>
              <a:gd name="connsiteY13" fmla="*/ 979793 h 1127897"/>
              <a:gd name="connsiteX14" fmla="*/ 239386 w 1692801"/>
              <a:gd name="connsiteY14" fmla="*/ 968399 h 1127897"/>
              <a:gd name="connsiteX15" fmla="*/ 256485 w 1692801"/>
              <a:gd name="connsiteY15" fmla="*/ 957005 h 1127897"/>
              <a:gd name="connsiteX16" fmla="*/ 273584 w 1692801"/>
              <a:gd name="connsiteY16" fmla="*/ 945611 h 1127897"/>
              <a:gd name="connsiteX17" fmla="*/ 290683 w 1692801"/>
              <a:gd name="connsiteY17" fmla="*/ 934217 h 1127897"/>
              <a:gd name="connsiteX18" fmla="*/ 307782 w 1692801"/>
              <a:gd name="connsiteY18" fmla="*/ 922823 h 1127897"/>
              <a:gd name="connsiteX19" fmla="*/ 324881 w 1692801"/>
              <a:gd name="connsiteY19" fmla="*/ 911438 h 1127897"/>
              <a:gd name="connsiteX20" fmla="*/ 341980 w 1692801"/>
              <a:gd name="connsiteY20" fmla="*/ 900044 h 1127897"/>
              <a:gd name="connsiteX21" fmla="*/ 359078 w 1692801"/>
              <a:gd name="connsiteY21" fmla="*/ 888650 h 1127897"/>
              <a:gd name="connsiteX22" fmla="*/ 376178 w 1692801"/>
              <a:gd name="connsiteY22" fmla="*/ 877256 h 1127897"/>
              <a:gd name="connsiteX23" fmla="*/ 393277 w 1692801"/>
              <a:gd name="connsiteY23" fmla="*/ 865862 h 1127897"/>
              <a:gd name="connsiteX24" fmla="*/ 410376 w 1692801"/>
              <a:gd name="connsiteY24" fmla="*/ 854468 h 1127897"/>
              <a:gd name="connsiteX25" fmla="*/ 427475 w 1692801"/>
              <a:gd name="connsiteY25" fmla="*/ 843074 h 1127897"/>
              <a:gd name="connsiteX26" fmla="*/ 444574 w 1692801"/>
              <a:gd name="connsiteY26" fmla="*/ 831680 h 1127897"/>
              <a:gd name="connsiteX27" fmla="*/ 461673 w 1692801"/>
              <a:gd name="connsiteY27" fmla="*/ 820291 h 1127897"/>
              <a:gd name="connsiteX28" fmla="*/ 478772 w 1692801"/>
              <a:gd name="connsiteY28" fmla="*/ 808898 h 1127897"/>
              <a:gd name="connsiteX29" fmla="*/ 495871 w 1692801"/>
              <a:gd name="connsiteY29" fmla="*/ 797506 h 1127897"/>
              <a:gd name="connsiteX30" fmla="*/ 512969 w 1692801"/>
              <a:gd name="connsiteY30" fmla="*/ 786112 h 1127897"/>
              <a:gd name="connsiteX31" fmla="*/ 530065 w 1692801"/>
              <a:gd name="connsiteY31" fmla="*/ 774719 h 1127897"/>
              <a:gd name="connsiteX32" fmla="*/ 547165 w 1692801"/>
              <a:gd name="connsiteY32" fmla="*/ 763326 h 1127897"/>
              <a:gd name="connsiteX33" fmla="*/ 564265 w 1692801"/>
              <a:gd name="connsiteY33" fmla="*/ 751933 h 1127897"/>
              <a:gd name="connsiteX34" fmla="*/ 581365 w 1692801"/>
              <a:gd name="connsiteY34" fmla="*/ 740541 h 1127897"/>
              <a:gd name="connsiteX35" fmla="*/ 598465 w 1692801"/>
              <a:gd name="connsiteY35" fmla="*/ 729148 h 1127897"/>
              <a:gd name="connsiteX36" fmla="*/ 615565 w 1692801"/>
              <a:gd name="connsiteY36" fmla="*/ 717755 h 1127897"/>
              <a:gd name="connsiteX37" fmla="*/ 632665 w 1692801"/>
              <a:gd name="connsiteY37" fmla="*/ 706362 h 1127897"/>
              <a:gd name="connsiteX38" fmla="*/ 649765 w 1692801"/>
              <a:gd name="connsiteY38" fmla="*/ 694969 h 1127897"/>
              <a:gd name="connsiteX39" fmla="*/ 666865 w 1692801"/>
              <a:gd name="connsiteY39" fmla="*/ 683575 h 1127897"/>
              <a:gd name="connsiteX40" fmla="*/ 683956 w 1692801"/>
              <a:gd name="connsiteY40" fmla="*/ 672183 h 1127897"/>
              <a:gd name="connsiteX41" fmla="*/ 701056 w 1692801"/>
              <a:gd name="connsiteY41" fmla="*/ 660790 h 1127897"/>
              <a:gd name="connsiteX42" fmla="*/ 718156 w 1692801"/>
              <a:gd name="connsiteY42" fmla="*/ 649397 h 1127897"/>
              <a:gd name="connsiteX43" fmla="*/ 735256 w 1692801"/>
              <a:gd name="connsiteY43" fmla="*/ 638004 h 1127897"/>
              <a:gd name="connsiteX44" fmla="*/ 752356 w 1692801"/>
              <a:gd name="connsiteY44" fmla="*/ 626611 h 1127897"/>
              <a:gd name="connsiteX45" fmla="*/ 769456 w 1692801"/>
              <a:gd name="connsiteY45" fmla="*/ 615219 h 1127897"/>
              <a:gd name="connsiteX46" fmla="*/ 786556 w 1692801"/>
              <a:gd name="connsiteY46" fmla="*/ 603826 h 1127897"/>
              <a:gd name="connsiteX47" fmla="*/ 803656 w 1692801"/>
              <a:gd name="connsiteY47" fmla="*/ 592432 h 1127897"/>
              <a:gd name="connsiteX48" fmla="*/ 820756 w 1692801"/>
              <a:gd name="connsiteY48" fmla="*/ 581039 h 1127897"/>
              <a:gd name="connsiteX49" fmla="*/ 837847 w 1692801"/>
              <a:gd name="connsiteY49" fmla="*/ 569646 h 1127897"/>
              <a:gd name="connsiteX50" fmla="*/ 854947 w 1692801"/>
              <a:gd name="connsiteY50" fmla="*/ 558254 h 1127897"/>
              <a:gd name="connsiteX51" fmla="*/ 872047 w 1692801"/>
              <a:gd name="connsiteY51" fmla="*/ 546861 h 1127897"/>
              <a:gd name="connsiteX52" fmla="*/ 889147 w 1692801"/>
              <a:gd name="connsiteY52" fmla="*/ 535468 h 1127897"/>
              <a:gd name="connsiteX53" fmla="*/ 906247 w 1692801"/>
              <a:gd name="connsiteY53" fmla="*/ 524075 h 1127897"/>
              <a:gd name="connsiteX54" fmla="*/ 923347 w 1692801"/>
              <a:gd name="connsiteY54" fmla="*/ 512682 h 1127897"/>
              <a:gd name="connsiteX55" fmla="*/ 940447 w 1692801"/>
              <a:gd name="connsiteY55" fmla="*/ 501289 h 1127897"/>
              <a:gd name="connsiteX56" fmla="*/ 957547 w 1692801"/>
              <a:gd name="connsiteY56" fmla="*/ 489896 h 1127897"/>
              <a:gd name="connsiteX57" fmla="*/ 974647 w 1692801"/>
              <a:gd name="connsiteY57" fmla="*/ 478503 h 1127897"/>
              <a:gd name="connsiteX58" fmla="*/ 991738 w 1692801"/>
              <a:gd name="connsiteY58" fmla="*/ 467110 h 1127897"/>
              <a:gd name="connsiteX59" fmla="*/ 1008838 w 1692801"/>
              <a:gd name="connsiteY59" fmla="*/ 455717 h 1127897"/>
              <a:gd name="connsiteX60" fmla="*/ 1025938 w 1692801"/>
              <a:gd name="connsiteY60" fmla="*/ 444324 h 1127897"/>
              <a:gd name="connsiteX61" fmla="*/ 1043038 w 1692801"/>
              <a:gd name="connsiteY61" fmla="*/ 432932 h 1127897"/>
              <a:gd name="connsiteX62" fmla="*/ 1060138 w 1692801"/>
              <a:gd name="connsiteY62" fmla="*/ 421539 h 1127897"/>
              <a:gd name="connsiteX63" fmla="*/ 1077238 w 1692801"/>
              <a:gd name="connsiteY63" fmla="*/ 410145 h 1127897"/>
              <a:gd name="connsiteX64" fmla="*/ 1094338 w 1692801"/>
              <a:gd name="connsiteY64" fmla="*/ 398752 h 1127897"/>
              <a:gd name="connsiteX65" fmla="*/ 1111438 w 1692801"/>
              <a:gd name="connsiteY65" fmla="*/ 387359 h 1127897"/>
              <a:gd name="connsiteX66" fmla="*/ 1128538 w 1692801"/>
              <a:gd name="connsiteY66" fmla="*/ 375967 h 1127897"/>
              <a:gd name="connsiteX67" fmla="*/ 1145629 w 1692801"/>
              <a:gd name="connsiteY67" fmla="*/ 364574 h 1127897"/>
              <a:gd name="connsiteX68" fmla="*/ 1162729 w 1692801"/>
              <a:gd name="connsiteY68" fmla="*/ 353181 h 1127897"/>
              <a:gd name="connsiteX69" fmla="*/ 1179829 w 1692801"/>
              <a:gd name="connsiteY69" fmla="*/ 341788 h 1127897"/>
              <a:gd name="connsiteX70" fmla="*/ 1196929 w 1692801"/>
              <a:gd name="connsiteY70" fmla="*/ 330395 h 1127897"/>
              <a:gd name="connsiteX71" fmla="*/ 1214029 w 1692801"/>
              <a:gd name="connsiteY71" fmla="*/ 319002 h 1127897"/>
              <a:gd name="connsiteX72" fmla="*/ 1231129 w 1692801"/>
              <a:gd name="connsiteY72" fmla="*/ 307609 h 1127897"/>
              <a:gd name="connsiteX73" fmla="*/ 1248229 w 1692801"/>
              <a:gd name="connsiteY73" fmla="*/ 296216 h 1127897"/>
              <a:gd name="connsiteX74" fmla="*/ 1265329 w 1692801"/>
              <a:gd name="connsiteY74" fmla="*/ 284823 h 1127897"/>
              <a:gd name="connsiteX75" fmla="*/ 1282429 w 1692801"/>
              <a:gd name="connsiteY75" fmla="*/ 273430 h 1127897"/>
              <a:gd name="connsiteX76" fmla="*/ 1299520 w 1692801"/>
              <a:gd name="connsiteY76" fmla="*/ 262037 h 1127897"/>
              <a:gd name="connsiteX77" fmla="*/ 1316620 w 1692801"/>
              <a:gd name="connsiteY77" fmla="*/ 250645 h 1127897"/>
              <a:gd name="connsiteX78" fmla="*/ 1333720 w 1692801"/>
              <a:gd name="connsiteY78" fmla="*/ 239252 h 1127897"/>
              <a:gd name="connsiteX79" fmla="*/ 1350820 w 1692801"/>
              <a:gd name="connsiteY79" fmla="*/ 227859 h 1127897"/>
              <a:gd name="connsiteX80" fmla="*/ 1367920 w 1692801"/>
              <a:gd name="connsiteY80" fmla="*/ 216465 h 1127897"/>
              <a:gd name="connsiteX81" fmla="*/ 1385020 w 1692801"/>
              <a:gd name="connsiteY81" fmla="*/ 205072 h 1127897"/>
              <a:gd name="connsiteX82" fmla="*/ 1402120 w 1692801"/>
              <a:gd name="connsiteY82" fmla="*/ 193680 h 1127897"/>
              <a:gd name="connsiteX83" fmla="*/ 1419220 w 1692801"/>
              <a:gd name="connsiteY83" fmla="*/ 182287 h 1127897"/>
              <a:gd name="connsiteX84" fmla="*/ 1436320 w 1692801"/>
              <a:gd name="connsiteY84" fmla="*/ 170894 h 1127897"/>
              <a:gd name="connsiteX85" fmla="*/ 1453411 w 1692801"/>
              <a:gd name="connsiteY85" fmla="*/ 159501 h 1127897"/>
              <a:gd name="connsiteX86" fmla="*/ 1470511 w 1692801"/>
              <a:gd name="connsiteY86" fmla="*/ 148108 h 1127897"/>
              <a:gd name="connsiteX87" fmla="*/ 1487611 w 1692801"/>
              <a:gd name="connsiteY87" fmla="*/ 136716 h 1127897"/>
              <a:gd name="connsiteX88" fmla="*/ 1504711 w 1692801"/>
              <a:gd name="connsiteY88" fmla="*/ 125322 h 1127897"/>
              <a:gd name="connsiteX89" fmla="*/ 1521811 w 1692801"/>
              <a:gd name="connsiteY89" fmla="*/ 113929 h 1127897"/>
              <a:gd name="connsiteX90" fmla="*/ 1538911 w 1692801"/>
              <a:gd name="connsiteY90" fmla="*/ 102536 h 1127897"/>
              <a:gd name="connsiteX91" fmla="*/ 1556011 w 1692801"/>
              <a:gd name="connsiteY91" fmla="*/ 91143 h 1127897"/>
              <a:gd name="connsiteX92" fmla="*/ 1573111 w 1692801"/>
              <a:gd name="connsiteY92" fmla="*/ 79750 h 1127897"/>
              <a:gd name="connsiteX93" fmla="*/ 1590211 w 1692801"/>
              <a:gd name="connsiteY93" fmla="*/ 68358 h 1127897"/>
              <a:gd name="connsiteX94" fmla="*/ 1607302 w 1692801"/>
              <a:gd name="connsiteY94" fmla="*/ 56965 h 1127897"/>
              <a:gd name="connsiteX95" fmla="*/ 1624402 w 1692801"/>
              <a:gd name="connsiteY95" fmla="*/ 45572 h 1127897"/>
              <a:gd name="connsiteX96" fmla="*/ 1641502 w 1692801"/>
              <a:gd name="connsiteY96" fmla="*/ 34179 h 1127897"/>
              <a:gd name="connsiteX97" fmla="*/ 1658602 w 1692801"/>
              <a:gd name="connsiteY97" fmla="*/ 22785 h 1127897"/>
              <a:gd name="connsiteX98" fmla="*/ 1675702 w 1692801"/>
              <a:gd name="connsiteY98" fmla="*/ 11393 h 1127897"/>
              <a:gd name="connsiteX99" fmla="*/ 1692802 w 1692801"/>
              <a:gd name="connsiteY99" fmla="*/ 0 h 1127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692801" h="1127897">
                <a:moveTo>
                  <a:pt x="0" y="1127897"/>
                </a:moveTo>
                <a:lnTo>
                  <a:pt x="17099" y="1116503"/>
                </a:lnTo>
                <a:lnTo>
                  <a:pt x="34197" y="1105118"/>
                </a:lnTo>
                <a:lnTo>
                  <a:pt x="51296" y="1093724"/>
                </a:lnTo>
                <a:lnTo>
                  <a:pt x="68395" y="1082330"/>
                </a:lnTo>
                <a:lnTo>
                  <a:pt x="85495" y="1070936"/>
                </a:lnTo>
                <a:lnTo>
                  <a:pt x="102594" y="1059542"/>
                </a:lnTo>
                <a:lnTo>
                  <a:pt x="119693" y="1048148"/>
                </a:lnTo>
                <a:lnTo>
                  <a:pt x="136792" y="1036754"/>
                </a:lnTo>
                <a:lnTo>
                  <a:pt x="153891" y="1025360"/>
                </a:lnTo>
                <a:lnTo>
                  <a:pt x="170990" y="1013975"/>
                </a:lnTo>
                <a:lnTo>
                  <a:pt x="188088" y="1002581"/>
                </a:lnTo>
                <a:lnTo>
                  <a:pt x="205187" y="991187"/>
                </a:lnTo>
                <a:lnTo>
                  <a:pt x="222287" y="979793"/>
                </a:lnTo>
                <a:lnTo>
                  <a:pt x="239386" y="968399"/>
                </a:lnTo>
                <a:lnTo>
                  <a:pt x="256485" y="957005"/>
                </a:lnTo>
                <a:lnTo>
                  <a:pt x="273584" y="945611"/>
                </a:lnTo>
                <a:lnTo>
                  <a:pt x="290683" y="934217"/>
                </a:lnTo>
                <a:lnTo>
                  <a:pt x="307782" y="922823"/>
                </a:lnTo>
                <a:lnTo>
                  <a:pt x="324881" y="911438"/>
                </a:lnTo>
                <a:lnTo>
                  <a:pt x="341980" y="900044"/>
                </a:lnTo>
                <a:lnTo>
                  <a:pt x="359078" y="888650"/>
                </a:lnTo>
                <a:lnTo>
                  <a:pt x="376178" y="877256"/>
                </a:lnTo>
                <a:lnTo>
                  <a:pt x="393277" y="865862"/>
                </a:lnTo>
                <a:lnTo>
                  <a:pt x="410376" y="854468"/>
                </a:lnTo>
                <a:lnTo>
                  <a:pt x="427475" y="843074"/>
                </a:lnTo>
                <a:lnTo>
                  <a:pt x="444574" y="831680"/>
                </a:lnTo>
                <a:lnTo>
                  <a:pt x="461673" y="820291"/>
                </a:lnTo>
                <a:lnTo>
                  <a:pt x="478772" y="808898"/>
                </a:lnTo>
                <a:lnTo>
                  <a:pt x="495871" y="797506"/>
                </a:lnTo>
                <a:lnTo>
                  <a:pt x="512969" y="786112"/>
                </a:lnTo>
                <a:lnTo>
                  <a:pt x="530065" y="774719"/>
                </a:lnTo>
                <a:lnTo>
                  <a:pt x="547165" y="763326"/>
                </a:lnTo>
                <a:lnTo>
                  <a:pt x="564265" y="751933"/>
                </a:lnTo>
                <a:lnTo>
                  <a:pt x="581365" y="740541"/>
                </a:lnTo>
                <a:lnTo>
                  <a:pt x="598465" y="729148"/>
                </a:lnTo>
                <a:lnTo>
                  <a:pt x="615565" y="717755"/>
                </a:lnTo>
                <a:lnTo>
                  <a:pt x="632665" y="706362"/>
                </a:lnTo>
                <a:lnTo>
                  <a:pt x="649765" y="694969"/>
                </a:lnTo>
                <a:lnTo>
                  <a:pt x="666865" y="683575"/>
                </a:lnTo>
                <a:lnTo>
                  <a:pt x="683956" y="672183"/>
                </a:lnTo>
                <a:lnTo>
                  <a:pt x="701056" y="660790"/>
                </a:lnTo>
                <a:lnTo>
                  <a:pt x="718156" y="649397"/>
                </a:lnTo>
                <a:lnTo>
                  <a:pt x="735256" y="638004"/>
                </a:lnTo>
                <a:lnTo>
                  <a:pt x="752356" y="626611"/>
                </a:lnTo>
                <a:lnTo>
                  <a:pt x="769456" y="615219"/>
                </a:lnTo>
                <a:lnTo>
                  <a:pt x="786556" y="603826"/>
                </a:lnTo>
                <a:lnTo>
                  <a:pt x="803656" y="592432"/>
                </a:lnTo>
                <a:lnTo>
                  <a:pt x="820756" y="581039"/>
                </a:lnTo>
                <a:lnTo>
                  <a:pt x="837847" y="569646"/>
                </a:lnTo>
                <a:lnTo>
                  <a:pt x="854947" y="558254"/>
                </a:lnTo>
                <a:lnTo>
                  <a:pt x="872047" y="546861"/>
                </a:lnTo>
                <a:lnTo>
                  <a:pt x="889147" y="535468"/>
                </a:lnTo>
                <a:lnTo>
                  <a:pt x="906247" y="524075"/>
                </a:lnTo>
                <a:lnTo>
                  <a:pt x="923347" y="512682"/>
                </a:lnTo>
                <a:lnTo>
                  <a:pt x="940447" y="501289"/>
                </a:lnTo>
                <a:lnTo>
                  <a:pt x="957547" y="489896"/>
                </a:lnTo>
                <a:lnTo>
                  <a:pt x="974647" y="478503"/>
                </a:lnTo>
                <a:lnTo>
                  <a:pt x="991738" y="467110"/>
                </a:lnTo>
                <a:lnTo>
                  <a:pt x="1008838" y="455717"/>
                </a:lnTo>
                <a:lnTo>
                  <a:pt x="1025938" y="444324"/>
                </a:lnTo>
                <a:lnTo>
                  <a:pt x="1043038" y="432932"/>
                </a:lnTo>
                <a:lnTo>
                  <a:pt x="1060138" y="421539"/>
                </a:lnTo>
                <a:lnTo>
                  <a:pt x="1077238" y="410145"/>
                </a:lnTo>
                <a:lnTo>
                  <a:pt x="1094338" y="398752"/>
                </a:lnTo>
                <a:lnTo>
                  <a:pt x="1111438" y="387359"/>
                </a:lnTo>
                <a:lnTo>
                  <a:pt x="1128538" y="375967"/>
                </a:lnTo>
                <a:lnTo>
                  <a:pt x="1145629" y="364574"/>
                </a:lnTo>
                <a:lnTo>
                  <a:pt x="1162729" y="353181"/>
                </a:lnTo>
                <a:lnTo>
                  <a:pt x="1179829" y="341788"/>
                </a:lnTo>
                <a:lnTo>
                  <a:pt x="1196929" y="330395"/>
                </a:lnTo>
                <a:lnTo>
                  <a:pt x="1214029" y="319002"/>
                </a:lnTo>
                <a:lnTo>
                  <a:pt x="1231129" y="307609"/>
                </a:lnTo>
                <a:lnTo>
                  <a:pt x="1248229" y="296216"/>
                </a:lnTo>
                <a:lnTo>
                  <a:pt x="1265329" y="284823"/>
                </a:lnTo>
                <a:lnTo>
                  <a:pt x="1282429" y="273430"/>
                </a:lnTo>
                <a:lnTo>
                  <a:pt x="1299520" y="262037"/>
                </a:lnTo>
                <a:lnTo>
                  <a:pt x="1316620" y="250645"/>
                </a:lnTo>
                <a:lnTo>
                  <a:pt x="1333720" y="239252"/>
                </a:lnTo>
                <a:lnTo>
                  <a:pt x="1350820" y="227859"/>
                </a:lnTo>
                <a:lnTo>
                  <a:pt x="1367920" y="216465"/>
                </a:lnTo>
                <a:lnTo>
                  <a:pt x="1385020" y="205072"/>
                </a:lnTo>
                <a:lnTo>
                  <a:pt x="1402120" y="193680"/>
                </a:lnTo>
                <a:lnTo>
                  <a:pt x="1419220" y="182287"/>
                </a:lnTo>
                <a:lnTo>
                  <a:pt x="1436320" y="170894"/>
                </a:lnTo>
                <a:lnTo>
                  <a:pt x="1453411" y="159501"/>
                </a:lnTo>
                <a:lnTo>
                  <a:pt x="1470511" y="148108"/>
                </a:lnTo>
                <a:lnTo>
                  <a:pt x="1487611" y="136716"/>
                </a:lnTo>
                <a:lnTo>
                  <a:pt x="1504711" y="125322"/>
                </a:lnTo>
                <a:lnTo>
                  <a:pt x="1521811" y="113929"/>
                </a:lnTo>
                <a:lnTo>
                  <a:pt x="1538911" y="102536"/>
                </a:lnTo>
                <a:lnTo>
                  <a:pt x="1556011" y="91143"/>
                </a:lnTo>
                <a:lnTo>
                  <a:pt x="1573111" y="79750"/>
                </a:lnTo>
                <a:lnTo>
                  <a:pt x="1590211" y="68358"/>
                </a:lnTo>
                <a:lnTo>
                  <a:pt x="1607302" y="56965"/>
                </a:lnTo>
                <a:lnTo>
                  <a:pt x="1624402" y="45572"/>
                </a:lnTo>
                <a:lnTo>
                  <a:pt x="1641502" y="34179"/>
                </a:lnTo>
                <a:lnTo>
                  <a:pt x="1658602" y="22785"/>
                </a:lnTo>
                <a:lnTo>
                  <a:pt x="1675702" y="11393"/>
                </a:lnTo>
                <a:lnTo>
                  <a:pt x="1692802" y="0"/>
                </a:lnTo>
              </a:path>
            </a:pathLst>
          </a:custGeom>
          <a:noFill/>
          <a:ln w="10763" cap="rnd">
            <a:solidFill>
              <a:srgbClr val="009AF9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5" name="Freeform 84">
            <a:extLst>
              <a:ext uri="{FF2B5EF4-FFF2-40B4-BE49-F238E27FC236}">
                <a16:creationId xmlns:a16="http://schemas.microsoft.com/office/drawing/2014/main" id="{4056D3A3-273F-C4A6-36D4-7177D7FD9D83}"/>
              </a:ext>
            </a:extLst>
          </p:cNvPr>
          <p:cNvSpPr/>
          <p:nvPr/>
        </p:nvSpPr>
        <p:spPr>
          <a:xfrm>
            <a:off x="732671" y="2000034"/>
            <a:ext cx="1692801" cy="563892"/>
          </a:xfrm>
          <a:custGeom>
            <a:avLst/>
            <a:gdLst>
              <a:gd name="connsiteX0" fmla="*/ 0 w 1692801"/>
              <a:gd name="connsiteY0" fmla="*/ 0 h 563892"/>
              <a:gd name="connsiteX1" fmla="*/ 17099 w 1692801"/>
              <a:gd name="connsiteY1" fmla="*/ 22556 h 563892"/>
              <a:gd name="connsiteX2" fmla="*/ 34197 w 1692801"/>
              <a:gd name="connsiteY2" fmla="*/ 44651 h 563892"/>
              <a:gd name="connsiteX3" fmla="*/ 51296 w 1692801"/>
              <a:gd name="connsiteY3" fmla="*/ 66286 h 563892"/>
              <a:gd name="connsiteX4" fmla="*/ 68395 w 1692801"/>
              <a:gd name="connsiteY4" fmla="*/ 87461 h 563892"/>
              <a:gd name="connsiteX5" fmla="*/ 85495 w 1692801"/>
              <a:gd name="connsiteY5" fmla="*/ 108176 h 563892"/>
              <a:gd name="connsiteX6" fmla="*/ 102594 w 1692801"/>
              <a:gd name="connsiteY6" fmla="*/ 128429 h 563892"/>
              <a:gd name="connsiteX7" fmla="*/ 119693 w 1692801"/>
              <a:gd name="connsiteY7" fmla="*/ 148223 h 563892"/>
              <a:gd name="connsiteX8" fmla="*/ 136792 w 1692801"/>
              <a:gd name="connsiteY8" fmla="*/ 167557 h 563892"/>
              <a:gd name="connsiteX9" fmla="*/ 153891 w 1692801"/>
              <a:gd name="connsiteY9" fmla="*/ 186430 h 563892"/>
              <a:gd name="connsiteX10" fmla="*/ 170990 w 1692801"/>
              <a:gd name="connsiteY10" fmla="*/ 204843 h 563892"/>
              <a:gd name="connsiteX11" fmla="*/ 188088 w 1692801"/>
              <a:gd name="connsiteY11" fmla="*/ 222795 h 563892"/>
              <a:gd name="connsiteX12" fmla="*/ 205187 w 1692801"/>
              <a:gd name="connsiteY12" fmla="*/ 240288 h 563892"/>
              <a:gd name="connsiteX13" fmla="*/ 222287 w 1692801"/>
              <a:gd name="connsiteY13" fmla="*/ 257319 h 563892"/>
              <a:gd name="connsiteX14" fmla="*/ 239386 w 1692801"/>
              <a:gd name="connsiteY14" fmla="*/ 273891 h 563892"/>
              <a:gd name="connsiteX15" fmla="*/ 256485 w 1692801"/>
              <a:gd name="connsiteY15" fmla="*/ 290002 h 563892"/>
              <a:gd name="connsiteX16" fmla="*/ 273584 w 1692801"/>
              <a:gd name="connsiteY16" fmla="*/ 305653 h 563892"/>
              <a:gd name="connsiteX17" fmla="*/ 290683 w 1692801"/>
              <a:gd name="connsiteY17" fmla="*/ 320843 h 563892"/>
              <a:gd name="connsiteX18" fmla="*/ 307782 w 1692801"/>
              <a:gd name="connsiteY18" fmla="*/ 335573 h 563892"/>
              <a:gd name="connsiteX19" fmla="*/ 324881 w 1692801"/>
              <a:gd name="connsiteY19" fmla="*/ 349844 h 563892"/>
              <a:gd name="connsiteX20" fmla="*/ 341980 w 1692801"/>
              <a:gd name="connsiteY20" fmla="*/ 363653 h 563892"/>
              <a:gd name="connsiteX21" fmla="*/ 359078 w 1692801"/>
              <a:gd name="connsiteY21" fmla="*/ 377002 h 563892"/>
              <a:gd name="connsiteX22" fmla="*/ 376178 w 1692801"/>
              <a:gd name="connsiteY22" fmla="*/ 389891 h 563892"/>
              <a:gd name="connsiteX23" fmla="*/ 393277 w 1692801"/>
              <a:gd name="connsiteY23" fmla="*/ 402320 h 563892"/>
              <a:gd name="connsiteX24" fmla="*/ 410376 w 1692801"/>
              <a:gd name="connsiteY24" fmla="*/ 414288 h 563892"/>
              <a:gd name="connsiteX25" fmla="*/ 427475 w 1692801"/>
              <a:gd name="connsiteY25" fmla="*/ 425796 h 563892"/>
              <a:gd name="connsiteX26" fmla="*/ 444574 w 1692801"/>
              <a:gd name="connsiteY26" fmla="*/ 436844 h 563892"/>
              <a:gd name="connsiteX27" fmla="*/ 461673 w 1692801"/>
              <a:gd name="connsiteY27" fmla="*/ 447432 h 563892"/>
              <a:gd name="connsiteX28" fmla="*/ 478772 w 1692801"/>
              <a:gd name="connsiteY28" fmla="*/ 457558 h 563892"/>
              <a:gd name="connsiteX29" fmla="*/ 495871 w 1692801"/>
              <a:gd name="connsiteY29" fmla="*/ 467225 h 563892"/>
              <a:gd name="connsiteX30" fmla="*/ 512969 w 1692801"/>
              <a:gd name="connsiteY30" fmla="*/ 476431 h 563892"/>
              <a:gd name="connsiteX31" fmla="*/ 530065 w 1692801"/>
              <a:gd name="connsiteY31" fmla="*/ 485178 h 563892"/>
              <a:gd name="connsiteX32" fmla="*/ 547165 w 1692801"/>
              <a:gd name="connsiteY32" fmla="*/ 493464 h 563892"/>
              <a:gd name="connsiteX33" fmla="*/ 564265 w 1692801"/>
              <a:gd name="connsiteY33" fmla="*/ 501289 h 563892"/>
              <a:gd name="connsiteX34" fmla="*/ 581365 w 1692801"/>
              <a:gd name="connsiteY34" fmla="*/ 508654 h 563892"/>
              <a:gd name="connsiteX35" fmla="*/ 598465 w 1692801"/>
              <a:gd name="connsiteY35" fmla="*/ 515559 h 563892"/>
              <a:gd name="connsiteX36" fmla="*/ 615565 w 1692801"/>
              <a:gd name="connsiteY36" fmla="*/ 522004 h 563892"/>
              <a:gd name="connsiteX37" fmla="*/ 632665 w 1692801"/>
              <a:gd name="connsiteY37" fmla="*/ 527988 h 563892"/>
              <a:gd name="connsiteX38" fmla="*/ 649765 w 1692801"/>
              <a:gd name="connsiteY38" fmla="*/ 533511 h 563892"/>
              <a:gd name="connsiteX39" fmla="*/ 666865 w 1692801"/>
              <a:gd name="connsiteY39" fmla="*/ 538575 h 563892"/>
              <a:gd name="connsiteX40" fmla="*/ 683956 w 1692801"/>
              <a:gd name="connsiteY40" fmla="*/ 543178 h 563892"/>
              <a:gd name="connsiteX41" fmla="*/ 701056 w 1692801"/>
              <a:gd name="connsiteY41" fmla="*/ 547321 h 563892"/>
              <a:gd name="connsiteX42" fmla="*/ 718156 w 1692801"/>
              <a:gd name="connsiteY42" fmla="*/ 551004 h 563892"/>
              <a:gd name="connsiteX43" fmla="*/ 735256 w 1692801"/>
              <a:gd name="connsiteY43" fmla="*/ 554226 h 563892"/>
              <a:gd name="connsiteX44" fmla="*/ 752356 w 1692801"/>
              <a:gd name="connsiteY44" fmla="*/ 556988 h 563892"/>
              <a:gd name="connsiteX45" fmla="*/ 769456 w 1692801"/>
              <a:gd name="connsiteY45" fmla="*/ 559289 h 563892"/>
              <a:gd name="connsiteX46" fmla="*/ 786556 w 1692801"/>
              <a:gd name="connsiteY46" fmla="*/ 561130 h 563892"/>
              <a:gd name="connsiteX47" fmla="*/ 803656 w 1692801"/>
              <a:gd name="connsiteY47" fmla="*/ 562512 h 563892"/>
              <a:gd name="connsiteX48" fmla="*/ 820756 w 1692801"/>
              <a:gd name="connsiteY48" fmla="*/ 563433 h 563892"/>
              <a:gd name="connsiteX49" fmla="*/ 837847 w 1692801"/>
              <a:gd name="connsiteY49" fmla="*/ 563893 h 563892"/>
              <a:gd name="connsiteX50" fmla="*/ 854947 w 1692801"/>
              <a:gd name="connsiteY50" fmla="*/ 563893 h 563892"/>
              <a:gd name="connsiteX51" fmla="*/ 872047 w 1692801"/>
              <a:gd name="connsiteY51" fmla="*/ 563433 h 563892"/>
              <a:gd name="connsiteX52" fmla="*/ 889147 w 1692801"/>
              <a:gd name="connsiteY52" fmla="*/ 562512 h 563892"/>
              <a:gd name="connsiteX53" fmla="*/ 906247 w 1692801"/>
              <a:gd name="connsiteY53" fmla="*/ 561130 h 563892"/>
              <a:gd name="connsiteX54" fmla="*/ 923347 w 1692801"/>
              <a:gd name="connsiteY54" fmla="*/ 559289 h 563892"/>
              <a:gd name="connsiteX55" fmla="*/ 940447 w 1692801"/>
              <a:gd name="connsiteY55" fmla="*/ 556988 h 563892"/>
              <a:gd name="connsiteX56" fmla="*/ 957547 w 1692801"/>
              <a:gd name="connsiteY56" fmla="*/ 554226 h 563892"/>
              <a:gd name="connsiteX57" fmla="*/ 974647 w 1692801"/>
              <a:gd name="connsiteY57" fmla="*/ 551004 h 563892"/>
              <a:gd name="connsiteX58" fmla="*/ 991738 w 1692801"/>
              <a:gd name="connsiteY58" fmla="*/ 547321 h 563892"/>
              <a:gd name="connsiteX59" fmla="*/ 1008838 w 1692801"/>
              <a:gd name="connsiteY59" fmla="*/ 543178 h 563892"/>
              <a:gd name="connsiteX60" fmla="*/ 1025938 w 1692801"/>
              <a:gd name="connsiteY60" fmla="*/ 538575 h 563892"/>
              <a:gd name="connsiteX61" fmla="*/ 1043038 w 1692801"/>
              <a:gd name="connsiteY61" fmla="*/ 533511 h 563892"/>
              <a:gd name="connsiteX62" fmla="*/ 1060138 w 1692801"/>
              <a:gd name="connsiteY62" fmla="*/ 527988 h 563892"/>
              <a:gd name="connsiteX63" fmla="*/ 1077238 w 1692801"/>
              <a:gd name="connsiteY63" fmla="*/ 522004 h 563892"/>
              <a:gd name="connsiteX64" fmla="*/ 1094338 w 1692801"/>
              <a:gd name="connsiteY64" fmla="*/ 515559 h 563892"/>
              <a:gd name="connsiteX65" fmla="*/ 1111438 w 1692801"/>
              <a:gd name="connsiteY65" fmla="*/ 508654 h 563892"/>
              <a:gd name="connsiteX66" fmla="*/ 1128538 w 1692801"/>
              <a:gd name="connsiteY66" fmla="*/ 501289 h 563892"/>
              <a:gd name="connsiteX67" fmla="*/ 1145629 w 1692801"/>
              <a:gd name="connsiteY67" fmla="*/ 493464 h 563892"/>
              <a:gd name="connsiteX68" fmla="*/ 1162729 w 1692801"/>
              <a:gd name="connsiteY68" fmla="*/ 485178 h 563892"/>
              <a:gd name="connsiteX69" fmla="*/ 1179829 w 1692801"/>
              <a:gd name="connsiteY69" fmla="*/ 476431 h 563892"/>
              <a:gd name="connsiteX70" fmla="*/ 1196929 w 1692801"/>
              <a:gd name="connsiteY70" fmla="*/ 467225 h 563892"/>
              <a:gd name="connsiteX71" fmla="*/ 1214029 w 1692801"/>
              <a:gd name="connsiteY71" fmla="*/ 457558 h 563892"/>
              <a:gd name="connsiteX72" fmla="*/ 1231129 w 1692801"/>
              <a:gd name="connsiteY72" fmla="*/ 447432 h 563892"/>
              <a:gd name="connsiteX73" fmla="*/ 1248229 w 1692801"/>
              <a:gd name="connsiteY73" fmla="*/ 436844 h 563892"/>
              <a:gd name="connsiteX74" fmla="*/ 1265329 w 1692801"/>
              <a:gd name="connsiteY74" fmla="*/ 425796 h 563892"/>
              <a:gd name="connsiteX75" fmla="*/ 1282429 w 1692801"/>
              <a:gd name="connsiteY75" fmla="*/ 414288 h 563892"/>
              <a:gd name="connsiteX76" fmla="*/ 1299520 w 1692801"/>
              <a:gd name="connsiteY76" fmla="*/ 402320 h 563892"/>
              <a:gd name="connsiteX77" fmla="*/ 1316620 w 1692801"/>
              <a:gd name="connsiteY77" fmla="*/ 389891 h 563892"/>
              <a:gd name="connsiteX78" fmla="*/ 1333720 w 1692801"/>
              <a:gd name="connsiteY78" fmla="*/ 377002 h 563892"/>
              <a:gd name="connsiteX79" fmla="*/ 1350820 w 1692801"/>
              <a:gd name="connsiteY79" fmla="*/ 363653 h 563892"/>
              <a:gd name="connsiteX80" fmla="*/ 1367920 w 1692801"/>
              <a:gd name="connsiteY80" fmla="*/ 349844 h 563892"/>
              <a:gd name="connsiteX81" fmla="*/ 1385020 w 1692801"/>
              <a:gd name="connsiteY81" fmla="*/ 335573 h 563892"/>
              <a:gd name="connsiteX82" fmla="*/ 1402120 w 1692801"/>
              <a:gd name="connsiteY82" fmla="*/ 320843 h 563892"/>
              <a:gd name="connsiteX83" fmla="*/ 1419220 w 1692801"/>
              <a:gd name="connsiteY83" fmla="*/ 305653 h 563892"/>
              <a:gd name="connsiteX84" fmla="*/ 1436320 w 1692801"/>
              <a:gd name="connsiteY84" fmla="*/ 290002 h 563892"/>
              <a:gd name="connsiteX85" fmla="*/ 1453411 w 1692801"/>
              <a:gd name="connsiteY85" fmla="*/ 273891 h 563892"/>
              <a:gd name="connsiteX86" fmla="*/ 1470511 w 1692801"/>
              <a:gd name="connsiteY86" fmla="*/ 257319 h 563892"/>
              <a:gd name="connsiteX87" fmla="*/ 1487611 w 1692801"/>
              <a:gd name="connsiteY87" fmla="*/ 240288 h 563892"/>
              <a:gd name="connsiteX88" fmla="*/ 1504711 w 1692801"/>
              <a:gd name="connsiteY88" fmla="*/ 222795 h 563892"/>
              <a:gd name="connsiteX89" fmla="*/ 1521811 w 1692801"/>
              <a:gd name="connsiteY89" fmla="*/ 204843 h 563892"/>
              <a:gd name="connsiteX90" fmla="*/ 1538911 w 1692801"/>
              <a:gd name="connsiteY90" fmla="*/ 186430 h 563892"/>
              <a:gd name="connsiteX91" fmla="*/ 1556011 w 1692801"/>
              <a:gd name="connsiteY91" fmla="*/ 167557 h 563892"/>
              <a:gd name="connsiteX92" fmla="*/ 1573111 w 1692801"/>
              <a:gd name="connsiteY92" fmla="*/ 148223 h 563892"/>
              <a:gd name="connsiteX93" fmla="*/ 1590211 w 1692801"/>
              <a:gd name="connsiteY93" fmla="*/ 128429 h 563892"/>
              <a:gd name="connsiteX94" fmla="*/ 1607302 w 1692801"/>
              <a:gd name="connsiteY94" fmla="*/ 108176 h 563892"/>
              <a:gd name="connsiteX95" fmla="*/ 1624402 w 1692801"/>
              <a:gd name="connsiteY95" fmla="*/ 87461 h 563892"/>
              <a:gd name="connsiteX96" fmla="*/ 1641502 w 1692801"/>
              <a:gd name="connsiteY96" fmla="*/ 66286 h 563892"/>
              <a:gd name="connsiteX97" fmla="*/ 1658602 w 1692801"/>
              <a:gd name="connsiteY97" fmla="*/ 44651 h 563892"/>
              <a:gd name="connsiteX98" fmla="*/ 1675702 w 1692801"/>
              <a:gd name="connsiteY98" fmla="*/ 22556 h 563892"/>
              <a:gd name="connsiteX99" fmla="*/ 1692802 w 1692801"/>
              <a:gd name="connsiteY99" fmla="*/ 0 h 5638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692801" h="563892">
                <a:moveTo>
                  <a:pt x="0" y="0"/>
                </a:moveTo>
                <a:lnTo>
                  <a:pt x="17099" y="22556"/>
                </a:lnTo>
                <a:lnTo>
                  <a:pt x="34197" y="44651"/>
                </a:lnTo>
                <a:lnTo>
                  <a:pt x="51296" y="66286"/>
                </a:lnTo>
                <a:lnTo>
                  <a:pt x="68395" y="87461"/>
                </a:lnTo>
                <a:lnTo>
                  <a:pt x="85495" y="108176"/>
                </a:lnTo>
                <a:lnTo>
                  <a:pt x="102594" y="128429"/>
                </a:lnTo>
                <a:lnTo>
                  <a:pt x="119693" y="148223"/>
                </a:lnTo>
                <a:lnTo>
                  <a:pt x="136792" y="167557"/>
                </a:lnTo>
                <a:lnTo>
                  <a:pt x="153891" y="186430"/>
                </a:lnTo>
                <a:lnTo>
                  <a:pt x="170990" y="204843"/>
                </a:lnTo>
                <a:lnTo>
                  <a:pt x="188088" y="222795"/>
                </a:lnTo>
                <a:lnTo>
                  <a:pt x="205187" y="240288"/>
                </a:lnTo>
                <a:lnTo>
                  <a:pt x="222287" y="257319"/>
                </a:lnTo>
                <a:lnTo>
                  <a:pt x="239386" y="273891"/>
                </a:lnTo>
                <a:lnTo>
                  <a:pt x="256485" y="290002"/>
                </a:lnTo>
                <a:lnTo>
                  <a:pt x="273584" y="305653"/>
                </a:lnTo>
                <a:lnTo>
                  <a:pt x="290683" y="320843"/>
                </a:lnTo>
                <a:lnTo>
                  <a:pt x="307782" y="335573"/>
                </a:lnTo>
                <a:lnTo>
                  <a:pt x="324881" y="349844"/>
                </a:lnTo>
                <a:lnTo>
                  <a:pt x="341980" y="363653"/>
                </a:lnTo>
                <a:lnTo>
                  <a:pt x="359078" y="377002"/>
                </a:lnTo>
                <a:lnTo>
                  <a:pt x="376178" y="389891"/>
                </a:lnTo>
                <a:lnTo>
                  <a:pt x="393277" y="402320"/>
                </a:lnTo>
                <a:lnTo>
                  <a:pt x="410376" y="414288"/>
                </a:lnTo>
                <a:lnTo>
                  <a:pt x="427475" y="425796"/>
                </a:lnTo>
                <a:lnTo>
                  <a:pt x="444574" y="436844"/>
                </a:lnTo>
                <a:lnTo>
                  <a:pt x="461673" y="447432"/>
                </a:lnTo>
                <a:lnTo>
                  <a:pt x="478772" y="457558"/>
                </a:lnTo>
                <a:lnTo>
                  <a:pt x="495871" y="467225"/>
                </a:lnTo>
                <a:lnTo>
                  <a:pt x="512969" y="476431"/>
                </a:lnTo>
                <a:lnTo>
                  <a:pt x="530065" y="485178"/>
                </a:lnTo>
                <a:lnTo>
                  <a:pt x="547165" y="493464"/>
                </a:lnTo>
                <a:lnTo>
                  <a:pt x="564265" y="501289"/>
                </a:lnTo>
                <a:lnTo>
                  <a:pt x="581365" y="508654"/>
                </a:lnTo>
                <a:lnTo>
                  <a:pt x="598465" y="515559"/>
                </a:lnTo>
                <a:lnTo>
                  <a:pt x="615565" y="522004"/>
                </a:lnTo>
                <a:lnTo>
                  <a:pt x="632665" y="527988"/>
                </a:lnTo>
                <a:lnTo>
                  <a:pt x="649765" y="533511"/>
                </a:lnTo>
                <a:lnTo>
                  <a:pt x="666865" y="538575"/>
                </a:lnTo>
                <a:lnTo>
                  <a:pt x="683956" y="543178"/>
                </a:lnTo>
                <a:lnTo>
                  <a:pt x="701056" y="547321"/>
                </a:lnTo>
                <a:lnTo>
                  <a:pt x="718156" y="551004"/>
                </a:lnTo>
                <a:lnTo>
                  <a:pt x="735256" y="554226"/>
                </a:lnTo>
                <a:lnTo>
                  <a:pt x="752356" y="556988"/>
                </a:lnTo>
                <a:lnTo>
                  <a:pt x="769456" y="559289"/>
                </a:lnTo>
                <a:lnTo>
                  <a:pt x="786556" y="561130"/>
                </a:lnTo>
                <a:lnTo>
                  <a:pt x="803656" y="562512"/>
                </a:lnTo>
                <a:lnTo>
                  <a:pt x="820756" y="563433"/>
                </a:lnTo>
                <a:lnTo>
                  <a:pt x="837847" y="563893"/>
                </a:lnTo>
                <a:lnTo>
                  <a:pt x="854947" y="563893"/>
                </a:lnTo>
                <a:lnTo>
                  <a:pt x="872047" y="563433"/>
                </a:lnTo>
                <a:lnTo>
                  <a:pt x="889147" y="562512"/>
                </a:lnTo>
                <a:lnTo>
                  <a:pt x="906247" y="561130"/>
                </a:lnTo>
                <a:lnTo>
                  <a:pt x="923347" y="559289"/>
                </a:lnTo>
                <a:lnTo>
                  <a:pt x="940447" y="556988"/>
                </a:lnTo>
                <a:lnTo>
                  <a:pt x="957547" y="554226"/>
                </a:lnTo>
                <a:lnTo>
                  <a:pt x="974647" y="551004"/>
                </a:lnTo>
                <a:lnTo>
                  <a:pt x="991738" y="547321"/>
                </a:lnTo>
                <a:lnTo>
                  <a:pt x="1008838" y="543178"/>
                </a:lnTo>
                <a:lnTo>
                  <a:pt x="1025938" y="538575"/>
                </a:lnTo>
                <a:lnTo>
                  <a:pt x="1043038" y="533511"/>
                </a:lnTo>
                <a:lnTo>
                  <a:pt x="1060138" y="527988"/>
                </a:lnTo>
                <a:lnTo>
                  <a:pt x="1077238" y="522004"/>
                </a:lnTo>
                <a:lnTo>
                  <a:pt x="1094338" y="515559"/>
                </a:lnTo>
                <a:lnTo>
                  <a:pt x="1111438" y="508654"/>
                </a:lnTo>
                <a:lnTo>
                  <a:pt x="1128538" y="501289"/>
                </a:lnTo>
                <a:lnTo>
                  <a:pt x="1145629" y="493464"/>
                </a:lnTo>
                <a:lnTo>
                  <a:pt x="1162729" y="485178"/>
                </a:lnTo>
                <a:lnTo>
                  <a:pt x="1179829" y="476431"/>
                </a:lnTo>
                <a:lnTo>
                  <a:pt x="1196929" y="467225"/>
                </a:lnTo>
                <a:lnTo>
                  <a:pt x="1214029" y="457558"/>
                </a:lnTo>
                <a:lnTo>
                  <a:pt x="1231129" y="447432"/>
                </a:lnTo>
                <a:lnTo>
                  <a:pt x="1248229" y="436844"/>
                </a:lnTo>
                <a:lnTo>
                  <a:pt x="1265329" y="425796"/>
                </a:lnTo>
                <a:lnTo>
                  <a:pt x="1282429" y="414288"/>
                </a:lnTo>
                <a:lnTo>
                  <a:pt x="1299520" y="402320"/>
                </a:lnTo>
                <a:lnTo>
                  <a:pt x="1316620" y="389891"/>
                </a:lnTo>
                <a:lnTo>
                  <a:pt x="1333720" y="377002"/>
                </a:lnTo>
                <a:lnTo>
                  <a:pt x="1350820" y="363653"/>
                </a:lnTo>
                <a:lnTo>
                  <a:pt x="1367920" y="349844"/>
                </a:lnTo>
                <a:lnTo>
                  <a:pt x="1385020" y="335573"/>
                </a:lnTo>
                <a:lnTo>
                  <a:pt x="1402120" y="320843"/>
                </a:lnTo>
                <a:lnTo>
                  <a:pt x="1419220" y="305653"/>
                </a:lnTo>
                <a:lnTo>
                  <a:pt x="1436320" y="290002"/>
                </a:lnTo>
                <a:lnTo>
                  <a:pt x="1453411" y="273891"/>
                </a:lnTo>
                <a:lnTo>
                  <a:pt x="1470511" y="257319"/>
                </a:lnTo>
                <a:lnTo>
                  <a:pt x="1487611" y="240288"/>
                </a:lnTo>
                <a:lnTo>
                  <a:pt x="1504711" y="222795"/>
                </a:lnTo>
                <a:lnTo>
                  <a:pt x="1521811" y="204843"/>
                </a:lnTo>
                <a:lnTo>
                  <a:pt x="1538911" y="186430"/>
                </a:lnTo>
                <a:lnTo>
                  <a:pt x="1556011" y="167557"/>
                </a:lnTo>
                <a:lnTo>
                  <a:pt x="1573111" y="148223"/>
                </a:lnTo>
                <a:lnTo>
                  <a:pt x="1590211" y="128429"/>
                </a:lnTo>
                <a:lnTo>
                  <a:pt x="1607302" y="108176"/>
                </a:lnTo>
                <a:lnTo>
                  <a:pt x="1624402" y="87461"/>
                </a:lnTo>
                <a:lnTo>
                  <a:pt x="1641502" y="66286"/>
                </a:lnTo>
                <a:lnTo>
                  <a:pt x="1658602" y="44651"/>
                </a:lnTo>
                <a:lnTo>
                  <a:pt x="1675702" y="22556"/>
                </a:lnTo>
                <a:lnTo>
                  <a:pt x="1692802" y="0"/>
                </a:lnTo>
              </a:path>
            </a:pathLst>
          </a:custGeom>
          <a:noFill/>
          <a:ln w="10763" cap="rnd">
            <a:solidFill>
              <a:srgbClr val="E26F46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6" name="Freeform 85">
            <a:extLst>
              <a:ext uri="{FF2B5EF4-FFF2-40B4-BE49-F238E27FC236}">
                <a16:creationId xmlns:a16="http://schemas.microsoft.com/office/drawing/2014/main" id="{77B69FAA-E1EA-A692-0779-DCA9895BECDE}"/>
              </a:ext>
            </a:extLst>
          </p:cNvPr>
          <p:cNvSpPr/>
          <p:nvPr/>
        </p:nvSpPr>
        <p:spPr>
          <a:xfrm>
            <a:off x="732671" y="2000034"/>
            <a:ext cx="1692801" cy="1127897"/>
          </a:xfrm>
          <a:custGeom>
            <a:avLst/>
            <a:gdLst>
              <a:gd name="connsiteX0" fmla="*/ 0 w 1692801"/>
              <a:gd name="connsiteY0" fmla="*/ 1127897 h 1127897"/>
              <a:gd name="connsiteX1" fmla="*/ 17099 w 1692801"/>
              <a:gd name="connsiteY1" fmla="*/ 1094408 h 1127897"/>
              <a:gd name="connsiteX2" fmla="*/ 34197 w 1692801"/>
              <a:gd name="connsiteY2" fmla="*/ 1062269 h 1127897"/>
              <a:gd name="connsiteX3" fmla="*/ 51296 w 1692801"/>
              <a:gd name="connsiteY3" fmla="*/ 1031453 h 1127897"/>
              <a:gd name="connsiteX4" fmla="*/ 68395 w 1692801"/>
              <a:gd name="connsiteY4" fmla="*/ 1001933 h 1127897"/>
              <a:gd name="connsiteX5" fmla="*/ 85495 w 1692801"/>
              <a:gd name="connsiteY5" fmla="*/ 973691 h 1127897"/>
              <a:gd name="connsiteX6" fmla="*/ 102594 w 1692801"/>
              <a:gd name="connsiteY6" fmla="*/ 946682 h 1127897"/>
              <a:gd name="connsiteX7" fmla="*/ 119693 w 1692801"/>
              <a:gd name="connsiteY7" fmla="*/ 920888 h 1127897"/>
              <a:gd name="connsiteX8" fmla="*/ 136792 w 1692801"/>
              <a:gd name="connsiteY8" fmla="*/ 896282 h 1127897"/>
              <a:gd name="connsiteX9" fmla="*/ 153891 w 1692801"/>
              <a:gd name="connsiteY9" fmla="*/ 872828 h 1127897"/>
              <a:gd name="connsiteX10" fmla="*/ 170990 w 1692801"/>
              <a:gd name="connsiteY10" fmla="*/ 850508 h 1127897"/>
              <a:gd name="connsiteX11" fmla="*/ 188088 w 1692801"/>
              <a:gd name="connsiteY11" fmla="*/ 829295 h 1127897"/>
              <a:gd name="connsiteX12" fmla="*/ 205187 w 1692801"/>
              <a:gd name="connsiteY12" fmla="*/ 809149 h 1127897"/>
              <a:gd name="connsiteX13" fmla="*/ 222287 w 1692801"/>
              <a:gd name="connsiteY13" fmla="*/ 790052 h 1127897"/>
              <a:gd name="connsiteX14" fmla="*/ 239386 w 1692801"/>
              <a:gd name="connsiteY14" fmla="*/ 771973 h 1127897"/>
              <a:gd name="connsiteX15" fmla="*/ 256485 w 1692801"/>
              <a:gd name="connsiteY15" fmla="*/ 754883 h 1127897"/>
              <a:gd name="connsiteX16" fmla="*/ 273584 w 1692801"/>
              <a:gd name="connsiteY16" fmla="*/ 738757 h 1127897"/>
              <a:gd name="connsiteX17" fmla="*/ 290683 w 1692801"/>
              <a:gd name="connsiteY17" fmla="*/ 723566 h 1127897"/>
              <a:gd name="connsiteX18" fmla="*/ 307782 w 1692801"/>
              <a:gd name="connsiteY18" fmla="*/ 709280 h 1127897"/>
              <a:gd name="connsiteX19" fmla="*/ 324881 w 1692801"/>
              <a:gd name="connsiteY19" fmla="*/ 695874 h 1127897"/>
              <a:gd name="connsiteX20" fmla="*/ 341980 w 1692801"/>
              <a:gd name="connsiteY20" fmla="*/ 683319 h 1127897"/>
              <a:gd name="connsiteX21" fmla="*/ 359078 w 1692801"/>
              <a:gd name="connsiteY21" fmla="*/ 671586 h 1127897"/>
              <a:gd name="connsiteX22" fmla="*/ 376178 w 1692801"/>
              <a:gd name="connsiteY22" fmla="*/ 660650 h 1127897"/>
              <a:gd name="connsiteX23" fmla="*/ 393277 w 1692801"/>
              <a:gd name="connsiteY23" fmla="*/ 650480 h 1127897"/>
              <a:gd name="connsiteX24" fmla="*/ 410376 w 1692801"/>
              <a:gd name="connsiteY24" fmla="*/ 641049 h 1127897"/>
              <a:gd name="connsiteX25" fmla="*/ 427475 w 1692801"/>
              <a:gd name="connsiteY25" fmla="*/ 632329 h 1127897"/>
              <a:gd name="connsiteX26" fmla="*/ 444574 w 1692801"/>
              <a:gd name="connsiteY26" fmla="*/ 624293 h 1127897"/>
              <a:gd name="connsiteX27" fmla="*/ 461673 w 1692801"/>
              <a:gd name="connsiteY27" fmla="*/ 616913 h 1127897"/>
              <a:gd name="connsiteX28" fmla="*/ 478772 w 1692801"/>
              <a:gd name="connsiteY28" fmla="*/ 610161 h 1127897"/>
              <a:gd name="connsiteX29" fmla="*/ 495871 w 1692801"/>
              <a:gd name="connsiteY29" fmla="*/ 604008 h 1127897"/>
              <a:gd name="connsiteX30" fmla="*/ 512969 w 1692801"/>
              <a:gd name="connsiteY30" fmla="*/ 598427 h 1127897"/>
              <a:gd name="connsiteX31" fmla="*/ 530065 w 1692801"/>
              <a:gd name="connsiteY31" fmla="*/ 593390 h 1127897"/>
              <a:gd name="connsiteX32" fmla="*/ 547165 w 1692801"/>
              <a:gd name="connsiteY32" fmla="*/ 588869 h 1127897"/>
              <a:gd name="connsiteX33" fmla="*/ 564265 w 1692801"/>
              <a:gd name="connsiteY33" fmla="*/ 584837 h 1127897"/>
              <a:gd name="connsiteX34" fmla="*/ 581365 w 1692801"/>
              <a:gd name="connsiteY34" fmla="*/ 581265 h 1127897"/>
              <a:gd name="connsiteX35" fmla="*/ 598465 w 1692801"/>
              <a:gd name="connsiteY35" fmla="*/ 578125 h 1127897"/>
              <a:gd name="connsiteX36" fmla="*/ 615565 w 1692801"/>
              <a:gd name="connsiteY36" fmla="*/ 575390 h 1127897"/>
              <a:gd name="connsiteX37" fmla="*/ 632665 w 1692801"/>
              <a:gd name="connsiteY37" fmla="*/ 573031 h 1127897"/>
              <a:gd name="connsiteX38" fmla="*/ 649765 w 1692801"/>
              <a:gd name="connsiteY38" fmla="*/ 571021 h 1127897"/>
              <a:gd name="connsiteX39" fmla="*/ 666865 w 1692801"/>
              <a:gd name="connsiteY39" fmla="*/ 569333 h 1127897"/>
              <a:gd name="connsiteX40" fmla="*/ 683956 w 1692801"/>
              <a:gd name="connsiteY40" fmla="*/ 567936 h 1127897"/>
              <a:gd name="connsiteX41" fmla="*/ 701056 w 1692801"/>
              <a:gd name="connsiteY41" fmla="*/ 566806 h 1127897"/>
              <a:gd name="connsiteX42" fmla="*/ 718156 w 1692801"/>
              <a:gd name="connsiteY42" fmla="*/ 565912 h 1127897"/>
              <a:gd name="connsiteX43" fmla="*/ 735256 w 1692801"/>
              <a:gd name="connsiteY43" fmla="*/ 565227 h 1127897"/>
              <a:gd name="connsiteX44" fmla="*/ 752356 w 1692801"/>
              <a:gd name="connsiteY44" fmla="*/ 564724 h 1127897"/>
              <a:gd name="connsiteX45" fmla="*/ 769456 w 1692801"/>
              <a:gd name="connsiteY45" fmla="*/ 564374 h 1127897"/>
              <a:gd name="connsiteX46" fmla="*/ 786556 w 1692801"/>
              <a:gd name="connsiteY46" fmla="*/ 564149 h 1127897"/>
              <a:gd name="connsiteX47" fmla="*/ 803656 w 1692801"/>
              <a:gd name="connsiteY47" fmla="*/ 564023 h 1127897"/>
              <a:gd name="connsiteX48" fmla="*/ 820756 w 1692801"/>
              <a:gd name="connsiteY48" fmla="*/ 563965 h 1127897"/>
              <a:gd name="connsiteX49" fmla="*/ 837847 w 1692801"/>
              <a:gd name="connsiteY49" fmla="*/ 563951 h 1127897"/>
              <a:gd name="connsiteX50" fmla="*/ 854947 w 1692801"/>
              <a:gd name="connsiteY50" fmla="*/ 563949 h 1127897"/>
              <a:gd name="connsiteX51" fmla="*/ 872047 w 1692801"/>
              <a:gd name="connsiteY51" fmla="*/ 563935 h 1127897"/>
              <a:gd name="connsiteX52" fmla="*/ 889147 w 1692801"/>
              <a:gd name="connsiteY52" fmla="*/ 563877 h 1127897"/>
              <a:gd name="connsiteX53" fmla="*/ 906247 w 1692801"/>
              <a:gd name="connsiteY53" fmla="*/ 563750 h 1127897"/>
              <a:gd name="connsiteX54" fmla="*/ 923347 w 1692801"/>
              <a:gd name="connsiteY54" fmla="*/ 563526 h 1127897"/>
              <a:gd name="connsiteX55" fmla="*/ 940447 w 1692801"/>
              <a:gd name="connsiteY55" fmla="*/ 563176 h 1127897"/>
              <a:gd name="connsiteX56" fmla="*/ 957547 w 1692801"/>
              <a:gd name="connsiteY56" fmla="*/ 562673 h 1127897"/>
              <a:gd name="connsiteX57" fmla="*/ 974647 w 1692801"/>
              <a:gd name="connsiteY57" fmla="*/ 561988 h 1127897"/>
              <a:gd name="connsiteX58" fmla="*/ 991738 w 1692801"/>
              <a:gd name="connsiteY58" fmla="*/ 561094 h 1127897"/>
              <a:gd name="connsiteX59" fmla="*/ 1008838 w 1692801"/>
              <a:gd name="connsiteY59" fmla="*/ 559963 h 1127897"/>
              <a:gd name="connsiteX60" fmla="*/ 1025938 w 1692801"/>
              <a:gd name="connsiteY60" fmla="*/ 558567 h 1127897"/>
              <a:gd name="connsiteX61" fmla="*/ 1043038 w 1692801"/>
              <a:gd name="connsiteY61" fmla="*/ 556879 h 1127897"/>
              <a:gd name="connsiteX62" fmla="*/ 1060138 w 1692801"/>
              <a:gd name="connsiteY62" fmla="*/ 554868 h 1127897"/>
              <a:gd name="connsiteX63" fmla="*/ 1077238 w 1692801"/>
              <a:gd name="connsiteY63" fmla="*/ 552510 h 1127897"/>
              <a:gd name="connsiteX64" fmla="*/ 1094338 w 1692801"/>
              <a:gd name="connsiteY64" fmla="*/ 549775 h 1127897"/>
              <a:gd name="connsiteX65" fmla="*/ 1111438 w 1692801"/>
              <a:gd name="connsiteY65" fmla="*/ 546635 h 1127897"/>
              <a:gd name="connsiteX66" fmla="*/ 1128538 w 1692801"/>
              <a:gd name="connsiteY66" fmla="*/ 543063 h 1127897"/>
              <a:gd name="connsiteX67" fmla="*/ 1145629 w 1692801"/>
              <a:gd name="connsiteY67" fmla="*/ 539031 h 1127897"/>
              <a:gd name="connsiteX68" fmla="*/ 1162729 w 1692801"/>
              <a:gd name="connsiteY68" fmla="*/ 534510 h 1127897"/>
              <a:gd name="connsiteX69" fmla="*/ 1179829 w 1692801"/>
              <a:gd name="connsiteY69" fmla="*/ 529473 h 1127897"/>
              <a:gd name="connsiteX70" fmla="*/ 1196929 w 1692801"/>
              <a:gd name="connsiteY70" fmla="*/ 523892 h 1127897"/>
              <a:gd name="connsiteX71" fmla="*/ 1214029 w 1692801"/>
              <a:gd name="connsiteY71" fmla="*/ 517740 h 1127897"/>
              <a:gd name="connsiteX72" fmla="*/ 1231129 w 1692801"/>
              <a:gd name="connsiteY72" fmla="*/ 510987 h 1127897"/>
              <a:gd name="connsiteX73" fmla="*/ 1248229 w 1692801"/>
              <a:gd name="connsiteY73" fmla="*/ 503607 h 1127897"/>
              <a:gd name="connsiteX74" fmla="*/ 1265329 w 1692801"/>
              <a:gd name="connsiteY74" fmla="*/ 495571 h 1127897"/>
              <a:gd name="connsiteX75" fmla="*/ 1282429 w 1692801"/>
              <a:gd name="connsiteY75" fmla="*/ 486852 h 1127897"/>
              <a:gd name="connsiteX76" fmla="*/ 1299520 w 1692801"/>
              <a:gd name="connsiteY76" fmla="*/ 477420 h 1127897"/>
              <a:gd name="connsiteX77" fmla="*/ 1316620 w 1692801"/>
              <a:gd name="connsiteY77" fmla="*/ 467250 h 1127897"/>
              <a:gd name="connsiteX78" fmla="*/ 1333720 w 1692801"/>
              <a:gd name="connsiteY78" fmla="*/ 456314 h 1127897"/>
              <a:gd name="connsiteX79" fmla="*/ 1350820 w 1692801"/>
              <a:gd name="connsiteY79" fmla="*/ 444581 h 1127897"/>
              <a:gd name="connsiteX80" fmla="*/ 1367920 w 1692801"/>
              <a:gd name="connsiteY80" fmla="*/ 432025 h 1127897"/>
              <a:gd name="connsiteX81" fmla="*/ 1385020 w 1692801"/>
              <a:gd name="connsiteY81" fmla="*/ 418620 h 1127897"/>
              <a:gd name="connsiteX82" fmla="*/ 1402120 w 1692801"/>
              <a:gd name="connsiteY82" fmla="*/ 404334 h 1127897"/>
              <a:gd name="connsiteX83" fmla="*/ 1419220 w 1692801"/>
              <a:gd name="connsiteY83" fmla="*/ 389143 h 1127897"/>
              <a:gd name="connsiteX84" fmla="*/ 1436320 w 1692801"/>
              <a:gd name="connsiteY84" fmla="*/ 373017 h 1127897"/>
              <a:gd name="connsiteX85" fmla="*/ 1453411 w 1692801"/>
              <a:gd name="connsiteY85" fmla="*/ 355928 h 1127897"/>
              <a:gd name="connsiteX86" fmla="*/ 1470511 w 1692801"/>
              <a:gd name="connsiteY86" fmla="*/ 337848 h 1127897"/>
              <a:gd name="connsiteX87" fmla="*/ 1487611 w 1692801"/>
              <a:gd name="connsiteY87" fmla="*/ 318751 h 1127897"/>
              <a:gd name="connsiteX88" fmla="*/ 1504711 w 1692801"/>
              <a:gd name="connsiteY88" fmla="*/ 298608 h 1127897"/>
              <a:gd name="connsiteX89" fmla="*/ 1521811 w 1692801"/>
              <a:gd name="connsiteY89" fmla="*/ 277389 h 1127897"/>
              <a:gd name="connsiteX90" fmla="*/ 1538911 w 1692801"/>
              <a:gd name="connsiteY90" fmla="*/ 255070 h 1127897"/>
              <a:gd name="connsiteX91" fmla="*/ 1556011 w 1692801"/>
              <a:gd name="connsiteY91" fmla="*/ 231621 h 1127897"/>
              <a:gd name="connsiteX92" fmla="*/ 1573111 w 1692801"/>
              <a:gd name="connsiteY92" fmla="*/ 207013 h 1127897"/>
              <a:gd name="connsiteX93" fmla="*/ 1590211 w 1692801"/>
              <a:gd name="connsiteY93" fmla="*/ 181220 h 1127897"/>
              <a:gd name="connsiteX94" fmla="*/ 1607302 w 1692801"/>
              <a:gd name="connsiteY94" fmla="*/ 154213 h 1127897"/>
              <a:gd name="connsiteX95" fmla="*/ 1624402 w 1692801"/>
              <a:gd name="connsiteY95" fmla="*/ 125965 h 1127897"/>
              <a:gd name="connsiteX96" fmla="*/ 1641502 w 1692801"/>
              <a:gd name="connsiteY96" fmla="*/ 96448 h 1127897"/>
              <a:gd name="connsiteX97" fmla="*/ 1658602 w 1692801"/>
              <a:gd name="connsiteY97" fmla="*/ 65633 h 1127897"/>
              <a:gd name="connsiteX98" fmla="*/ 1675702 w 1692801"/>
              <a:gd name="connsiteY98" fmla="*/ 33493 h 1127897"/>
              <a:gd name="connsiteX99" fmla="*/ 1692802 w 1692801"/>
              <a:gd name="connsiteY99" fmla="*/ 0 h 1127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692801" h="1127897">
                <a:moveTo>
                  <a:pt x="0" y="1127897"/>
                </a:moveTo>
                <a:lnTo>
                  <a:pt x="17099" y="1094408"/>
                </a:lnTo>
                <a:lnTo>
                  <a:pt x="34197" y="1062269"/>
                </a:lnTo>
                <a:lnTo>
                  <a:pt x="51296" y="1031453"/>
                </a:lnTo>
                <a:lnTo>
                  <a:pt x="68395" y="1001933"/>
                </a:lnTo>
                <a:lnTo>
                  <a:pt x="85495" y="973691"/>
                </a:lnTo>
                <a:lnTo>
                  <a:pt x="102594" y="946682"/>
                </a:lnTo>
                <a:lnTo>
                  <a:pt x="119693" y="920888"/>
                </a:lnTo>
                <a:lnTo>
                  <a:pt x="136792" y="896282"/>
                </a:lnTo>
                <a:lnTo>
                  <a:pt x="153891" y="872828"/>
                </a:lnTo>
                <a:lnTo>
                  <a:pt x="170990" y="850508"/>
                </a:lnTo>
                <a:lnTo>
                  <a:pt x="188088" y="829295"/>
                </a:lnTo>
                <a:lnTo>
                  <a:pt x="205187" y="809149"/>
                </a:lnTo>
                <a:lnTo>
                  <a:pt x="222287" y="790052"/>
                </a:lnTo>
                <a:lnTo>
                  <a:pt x="239386" y="771973"/>
                </a:lnTo>
                <a:lnTo>
                  <a:pt x="256485" y="754883"/>
                </a:lnTo>
                <a:lnTo>
                  <a:pt x="273584" y="738757"/>
                </a:lnTo>
                <a:lnTo>
                  <a:pt x="290683" y="723566"/>
                </a:lnTo>
                <a:lnTo>
                  <a:pt x="307782" y="709280"/>
                </a:lnTo>
                <a:lnTo>
                  <a:pt x="324881" y="695874"/>
                </a:lnTo>
                <a:lnTo>
                  <a:pt x="341980" y="683319"/>
                </a:lnTo>
                <a:lnTo>
                  <a:pt x="359078" y="671586"/>
                </a:lnTo>
                <a:lnTo>
                  <a:pt x="376178" y="660650"/>
                </a:lnTo>
                <a:lnTo>
                  <a:pt x="393277" y="650480"/>
                </a:lnTo>
                <a:lnTo>
                  <a:pt x="410376" y="641049"/>
                </a:lnTo>
                <a:lnTo>
                  <a:pt x="427475" y="632329"/>
                </a:lnTo>
                <a:lnTo>
                  <a:pt x="444574" y="624293"/>
                </a:lnTo>
                <a:lnTo>
                  <a:pt x="461673" y="616913"/>
                </a:lnTo>
                <a:lnTo>
                  <a:pt x="478772" y="610161"/>
                </a:lnTo>
                <a:lnTo>
                  <a:pt x="495871" y="604008"/>
                </a:lnTo>
                <a:lnTo>
                  <a:pt x="512969" y="598427"/>
                </a:lnTo>
                <a:lnTo>
                  <a:pt x="530065" y="593390"/>
                </a:lnTo>
                <a:lnTo>
                  <a:pt x="547165" y="588869"/>
                </a:lnTo>
                <a:lnTo>
                  <a:pt x="564265" y="584837"/>
                </a:lnTo>
                <a:lnTo>
                  <a:pt x="581365" y="581265"/>
                </a:lnTo>
                <a:lnTo>
                  <a:pt x="598465" y="578125"/>
                </a:lnTo>
                <a:lnTo>
                  <a:pt x="615565" y="575390"/>
                </a:lnTo>
                <a:lnTo>
                  <a:pt x="632665" y="573031"/>
                </a:lnTo>
                <a:lnTo>
                  <a:pt x="649765" y="571021"/>
                </a:lnTo>
                <a:lnTo>
                  <a:pt x="666865" y="569333"/>
                </a:lnTo>
                <a:lnTo>
                  <a:pt x="683956" y="567936"/>
                </a:lnTo>
                <a:lnTo>
                  <a:pt x="701056" y="566806"/>
                </a:lnTo>
                <a:lnTo>
                  <a:pt x="718156" y="565912"/>
                </a:lnTo>
                <a:lnTo>
                  <a:pt x="735256" y="565227"/>
                </a:lnTo>
                <a:lnTo>
                  <a:pt x="752356" y="564724"/>
                </a:lnTo>
                <a:lnTo>
                  <a:pt x="769456" y="564374"/>
                </a:lnTo>
                <a:lnTo>
                  <a:pt x="786556" y="564149"/>
                </a:lnTo>
                <a:lnTo>
                  <a:pt x="803656" y="564023"/>
                </a:lnTo>
                <a:lnTo>
                  <a:pt x="820756" y="563965"/>
                </a:lnTo>
                <a:lnTo>
                  <a:pt x="837847" y="563951"/>
                </a:lnTo>
                <a:lnTo>
                  <a:pt x="854947" y="563949"/>
                </a:lnTo>
                <a:lnTo>
                  <a:pt x="872047" y="563935"/>
                </a:lnTo>
                <a:lnTo>
                  <a:pt x="889147" y="563877"/>
                </a:lnTo>
                <a:lnTo>
                  <a:pt x="906247" y="563750"/>
                </a:lnTo>
                <a:lnTo>
                  <a:pt x="923347" y="563526"/>
                </a:lnTo>
                <a:lnTo>
                  <a:pt x="940447" y="563176"/>
                </a:lnTo>
                <a:lnTo>
                  <a:pt x="957547" y="562673"/>
                </a:lnTo>
                <a:lnTo>
                  <a:pt x="974647" y="561988"/>
                </a:lnTo>
                <a:lnTo>
                  <a:pt x="991738" y="561094"/>
                </a:lnTo>
                <a:lnTo>
                  <a:pt x="1008838" y="559963"/>
                </a:lnTo>
                <a:lnTo>
                  <a:pt x="1025938" y="558567"/>
                </a:lnTo>
                <a:lnTo>
                  <a:pt x="1043038" y="556879"/>
                </a:lnTo>
                <a:lnTo>
                  <a:pt x="1060138" y="554868"/>
                </a:lnTo>
                <a:lnTo>
                  <a:pt x="1077238" y="552510"/>
                </a:lnTo>
                <a:lnTo>
                  <a:pt x="1094338" y="549775"/>
                </a:lnTo>
                <a:lnTo>
                  <a:pt x="1111438" y="546635"/>
                </a:lnTo>
                <a:lnTo>
                  <a:pt x="1128538" y="543063"/>
                </a:lnTo>
                <a:lnTo>
                  <a:pt x="1145629" y="539031"/>
                </a:lnTo>
                <a:lnTo>
                  <a:pt x="1162729" y="534510"/>
                </a:lnTo>
                <a:lnTo>
                  <a:pt x="1179829" y="529473"/>
                </a:lnTo>
                <a:lnTo>
                  <a:pt x="1196929" y="523892"/>
                </a:lnTo>
                <a:lnTo>
                  <a:pt x="1214029" y="517740"/>
                </a:lnTo>
                <a:lnTo>
                  <a:pt x="1231129" y="510987"/>
                </a:lnTo>
                <a:lnTo>
                  <a:pt x="1248229" y="503607"/>
                </a:lnTo>
                <a:lnTo>
                  <a:pt x="1265329" y="495571"/>
                </a:lnTo>
                <a:lnTo>
                  <a:pt x="1282429" y="486852"/>
                </a:lnTo>
                <a:lnTo>
                  <a:pt x="1299520" y="477420"/>
                </a:lnTo>
                <a:lnTo>
                  <a:pt x="1316620" y="467250"/>
                </a:lnTo>
                <a:lnTo>
                  <a:pt x="1333720" y="456314"/>
                </a:lnTo>
                <a:lnTo>
                  <a:pt x="1350820" y="444581"/>
                </a:lnTo>
                <a:lnTo>
                  <a:pt x="1367920" y="432025"/>
                </a:lnTo>
                <a:lnTo>
                  <a:pt x="1385020" y="418620"/>
                </a:lnTo>
                <a:lnTo>
                  <a:pt x="1402120" y="404334"/>
                </a:lnTo>
                <a:lnTo>
                  <a:pt x="1419220" y="389143"/>
                </a:lnTo>
                <a:lnTo>
                  <a:pt x="1436320" y="373017"/>
                </a:lnTo>
                <a:lnTo>
                  <a:pt x="1453411" y="355928"/>
                </a:lnTo>
                <a:lnTo>
                  <a:pt x="1470511" y="337848"/>
                </a:lnTo>
                <a:lnTo>
                  <a:pt x="1487611" y="318751"/>
                </a:lnTo>
                <a:lnTo>
                  <a:pt x="1504711" y="298608"/>
                </a:lnTo>
                <a:lnTo>
                  <a:pt x="1521811" y="277389"/>
                </a:lnTo>
                <a:lnTo>
                  <a:pt x="1538911" y="255070"/>
                </a:lnTo>
                <a:lnTo>
                  <a:pt x="1556011" y="231621"/>
                </a:lnTo>
                <a:lnTo>
                  <a:pt x="1573111" y="207013"/>
                </a:lnTo>
                <a:lnTo>
                  <a:pt x="1590211" y="181220"/>
                </a:lnTo>
                <a:lnTo>
                  <a:pt x="1607302" y="154213"/>
                </a:lnTo>
                <a:lnTo>
                  <a:pt x="1624402" y="125965"/>
                </a:lnTo>
                <a:lnTo>
                  <a:pt x="1641502" y="96448"/>
                </a:lnTo>
                <a:lnTo>
                  <a:pt x="1658602" y="65633"/>
                </a:lnTo>
                <a:lnTo>
                  <a:pt x="1675702" y="33493"/>
                </a:lnTo>
                <a:lnTo>
                  <a:pt x="1692802" y="0"/>
                </a:lnTo>
              </a:path>
            </a:pathLst>
          </a:custGeom>
          <a:noFill/>
          <a:ln w="10763" cap="rnd">
            <a:solidFill>
              <a:srgbClr val="3DA44D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7" name="Freeform 86">
            <a:extLst>
              <a:ext uri="{FF2B5EF4-FFF2-40B4-BE49-F238E27FC236}">
                <a16:creationId xmlns:a16="http://schemas.microsoft.com/office/drawing/2014/main" id="{4FDCB0F1-B7F6-C7F7-823F-8BD81295B509}"/>
              </a:ext>
            </a:extLst>
          </p:cNvPr>
          <p:cNvSpPr/>
          <p:nvPr/>
        </p:nvSpPr>
        <p:spPr>
          <a:xfrm>
            <a:off x="732671" y="2000034"/>
            <a:ext cx="1692801" cy="563950"/>
          </a:xfrm>
          <a:custGeom>
            <a:avLst/>
            <a:gdLst>
              <a:gd name="connsiteX0" fmla="*/ 0 w 1692801"/>
              <a:gd name="connsiteY0" fmla="*/ 0 h 563950"/>
              <a:gd name="connsiteX1" fmla="*/ 17099 w 1692801"/>
              <a:gd name="connsiteY1" fmla="*/ 44209 h 563950"/>
              <a:gd name="connsiteX2" fmla="*/ 34197 w 1692801"/>
              <a:gd name="connsiteY2" fmla="*/ 85767 h 563950"/>
              <a:gd name="connsiteX3" fmla="*/ 51296 w 1692801"/>
              <a:gd name="connsiteY3" fmla="*/ 124781 h 563950"/>
              <a:gd name="connsiteX4" fmla="*/ 68395 w 1692801"/>
              <a:gd name="connsiteY4" fmla="*/ 161358 h 563950"/>
              <a:gd name="connsiteX5" fmla="*/ 85495 w 1692801"/>
              <a:gd name="connsiteY5" fmla="*/ 195601 h 563950"/>
              <a:gd name="connsiteX6" fmla="*/ 102594 w 1692801"/>
              <a:gd name="connsiteY6" fmla="*/ 227611 h 563950"/>
              <a:gd name="connsiteX7" fmla="*/ 119693 w 1692801"/>
              <a:gd name="connsiteY7" fmla="*/ 257488 h 563950"/>
              <a:gd name="connsiteX8" fmla="*/ 136792 w 1692801"/>
              <a:gd name="connsiteY8" fmla="*/ 285330 h 563950"/>
              <a:gd name="connsiteX9" fmla="*/ 153891 w 1692801"/>
              <a:gd name="connsiteY9" fmla="*/ 311230 h 563950"/>
              <a:gd name="connsiteX10" fmla="*/ 170990 w 1692801"/>
              <a:gd name="connsiteY10" fmla="*/ 335281 h 563950"/>
              <a:gd name="connsiteX11" fmla="*/ 188088 w 1692801"/>
              <a:gd name="connsiteY11" fmla="*/ 357572 h 563950"/>
              <a:gd name="connsiteX12" fmla="*/ 205187 w 1692801"/>
              <a:gd name="connsiteY12" fmla="*/ 378193 h 563950"/>
              <a:gd name="connsiteX13" fmla="*/ 222287 w 1692801"/>
              <a:gd name="connsiteY13" fmla="*/ 397229 h 563950"/>
              <a:gd name="connsiteX14" fmla="*/ 239386 w 1692801"/>
              <a:gd name="connsiteY14" fmla="*/ 414762 h 563950"/>
              <a:gd name="connsiteX15" fmla="*/ 256485 w 1692801"/>
              <a:gd name="connsiteY15" fmla="*/ 430875 h 563950"/>
              <a:gd name="connsiteX16" fmla="*/ 273584 w 1692801"/>
              <a:gd name="connsiteY16" fmla="*/ 445646 h 563950"/>
              <a:gd name="connsiteX17" fmla="*/ 290683 w 1692801"/>
              <a:gd name="connsiteY17" fmla="*/ 459152 h 563950"/>
              <a:gd name="connsiteX18" fmla="*/ 307782 w 1692801"/>
              <a:gd name="connsiteY18" fmla="*/ 471467 h 563950"/>
              <a:gd name="connsiteX19" fmla="*/ 324881 w 1692801"/>
              <a:gd name="connsiteY19" fmla="*/ 482663 h 563950"/>
              <a:gd name="connsiteX20" fmla="*/ 341980 w 1692801"/>
              <a:gd name="connsiteY20" fmla="*/ 492811 h 563950"/>
              <a:gd name="connsiteX21" fmla="*/ 359078 w 1692801"/>
              <a:gd name="connsiteY21" fmla="*/ 501978 h 563950"/>
              <a:gd name="connsiteX22" fmla="*/ 376178 w 1692801"/>
              <a:gd name="connsiteY22" fmla="*/ 510228 h 563950"/>
              <a:gd name="connsiteX23" fmla="*/ 393277 w 1692801"/>
              <a:gd name="connsiteY23" fmla="*/ 517626 h 563950"/>
              <a:gd name="connsiteX24" fmla="*/ 410376 w 1692801"/>
              <a:gd name="connsiteY24" fmla="*/ 524233 h 563950"/>
              <a:gd name="connsiteX25" fmla="*/ 427475 w 1692801"/>
              <a:gd name="connsiteY25" fmla="*/ 530106 h 563950"/>
              <a:gd name="connsiteX26" fmla="*/ 444574 w 1692801"/>
              <a:gd name="connsiteY26" fmla="*/ 535302 h 563950"/>
              <a:gd name="connsiteX27" fmla="*/ 461673 w 1692801"/>
              <a:gd name="connsiteY27" fmla="*/ 539876 h 563950"/>
              <a:gd name="connsiteX28" fmla="*/ 478772 w 1692801"/>
              <a:gd name="connsiteY28" fmla="*/ 543879 h 563950"/>
              <a:gd name="connsiteX29" fmla="*/ 495871 w 1692801"/>
              <a:gd name="connsiteY29" fmla="*/ 547360 h 563950"/>
              <a:gd name="connsiteX30" fmla="*/ 512969 w 1692801"/>
              <a:gd name="connsiteY30" fmla="*/ 550368 h 563950"/>
              <a:gd name="connsiteX31" fmla="*/ 530065 w 1692801"/>
              <a:gd name="connsiteY31" fmla="*/ 552948 h 563950"/>
              <a:gd name="connsiteX32" fmla="*/ 547165 w 1692801"/>
              <a:gd name="connsiteY32" fmla="*/ 555140 h 563950"/>
              <a:gd name="connsiteX33" fmla="*/ 564265 w 1692801"/>
              <a:gd name="connsiteY33" fmla="*/ 556988 h 563950"/>
              <a:gd name="connsiteX34" fmla="*/ 581365 w 1692801"/>
              <a:gd name="connsiteY34" fmla="*/ 558528 h 563950"/>
              <a:gd name="connsiteX35" fmla="*/ 598465 w 1692801"/>
              <a:gd name="connsiteY35" fmla="*/ 559798 h 563950"/>
              <a:gd name="connsiteX36" fmla="*/ 615565 w 1692801"/>
              <a:gd name="connsiteY36" fmla="*/ 560830 h 563950"/>
              <a:gd name="connsiteX37" fmla="*/ 632665 w 1692801"/>
              <a:gd name="connsiteY37" fmla="*/ 561657 h 563950"/>
              <a:gd name="connsiteX38" fmla="*/ 649765 w 1692801"/>
              <a:gd name="connsiteY38" fmla="*/ 562308 h 563950"/>
              <a:gd name="connsiteX39" fmla="*/ 666865 w 1692801"/>
              <a:gd name="connsiteY39" fmla="*/ 562808 h 563950"/>
              <a:gd name="connsiteX40" fmla="*/ 683956 w 1692801"/>
              <a:gd name="connsiteY40" fmla="*/ 563185 h 563950"/>
              <a:gd name="connsiteX41" fmla="*/ 701056 w 1692801"/>
              <a:gd name="connsiteY41" fmla="*/ 563460 h 563950"/>
              <a:gd name="connsiteX42" fmla="*/ 718156 w 1692801"/>
              <a:gd name="connsiteY42" fmla="*/ 563653 h 563950"/>
              <a:gd name="connsiteX43" fmla="*/ 735256 w 1692801"/>
              <a:gd name="connsiteY43" fmla="*/ 563783 h 563950"/>
              <a:gd name="connsiteX44" fmla="*/ 752356 w 1692801"/>
              <a:gd name="connsiteY44" fmla="*/ 563864 h 563950"/>
              <a:gd name="connsiteX45" fmla="*/ 769456 w 1692801"/>
              <a:gd name="connsiteY45" fmla="*/ 563911 h 563950"/>
              <a:gd name="connsiteX46" fmla="*/ 786556 w 1692801"/>
              <a:gd name="connsiteY46" fmla="*/ 563936 h 563950"/>
              <a:gd name="connsiteX47" fmla="*/ 803656 w 1692801"/>
              <a:gd name="connsiteY47" fmla="*/ 563947 h 563950"/>
              <a:gd name="connsiteX48" fmla="*/ 820756 w 1692801"/>
              <a:gd name="connsiteY48" fmla="*/ 563949 h 563950"/>
              <a:gd name="connsiteX49" fmla="*/ 837847 w 1692801"/>
              <a:gd name="connsiteY49" fmla="*/ 563950 h 563950"/>
              <a:gd name="connsiteX50" fmla="*/ 854947 w 1692801"/>
              <a:gd name="connsiteY50" fmla="*/ 563950 h 563950"/>
              <a:gd name="connsiteX51" fmla="*/ 872047 w 1692801"/>
              <a:gd name="connsiteY51" fmla="*/ 563949 h 563950"/>
              <a:gd name="connsiteX52" fmla="*/ 889147 w 1692801"/>
              <a:gd name="connsiteY52" fmla="*/ 563947 h 563950"/>
              <a:gd name="connsiteX53" fmla="*/ 906247 w 1692801"/>
              <a:gd name="connsiteY53" fmla="*/ 563936 h 563950"/>
              <a:gd name="connsiteX54" fmla="*/ 923347 w 1692801"/>
              <a:gd name="connsiteY54" fmla="*/ 563911 h 563950"/>
              <a:gd name="connsiteX55" fmla="*/ 940447 w 1692801"/>
              <a:gd name="connsiteY55" fmla="*/ 563864 h 563950"/>
              <a:gd name="connsiteX56" fmla="*/ 957547 w 1692801"/>
              <a:gd name="connsiteY56" fmla="*/ 563783 h 563950"/>
              <a:gd name="connsiteX57" fmla="*/ 974647 w 1692801"/>
              <a:gd name="connsiteY57" fmla="*/ 563653 h 563950"/>
              <a:gd name="connsiteX58" fmla="*/ 991738 w 1692801"/>
              <a:gd name="connsiteY58" fmla="*/ 563460 h 563950"/>
              <a:gd name="connsiteX59" fmla="*/ 1008838 w 1692801"/>
              <a:gd name="connsiteY59" fmla="*/ 563185 h 563950"/>
              <a:gd name="connsiteX60" fmla="*/ 1025938 w 1692801"/>
              <a:gd name="connsiteY60" fmla="*/ 562808 h 563950"/>
              <a:gd name="connsiteX61" fmla="*/ 1043038 w 1692801"/>
              <a:gd name="connsiteY61" fmla="*/ 562308 h 563950"/>
              <a:gd name="connsiteX62" fmla="*/ 1060138 w 1692801"/>
              <a:gd name="connsiteY62" fmla="*/ 561657 h 563950"/>
              <a:gd name="connsiteX63" fmla="*/ 1077238 w 1692801"/>
              <a:gd name="connsiteY63" fmla="*/ 560830 h 563950"/>
              <a:gd name="connsiteX64" fmla="*/ 1094338 w 1692801"/>
              <a:gd name="connsiteY64" fmla="*/ 559798 h 563950"/>
              <a:gd name="connsiteX65" fmla="*/ 1111438 w 1692801"/>
              <a:gd name="connsiteY65" fmla="*/ 558528 h 563950"/>
              <a:gd name="connsiteX66" fmla="*/ 1128538 w 1692801"/>
              <a:gd name="connsiteY66" fmla="*/ 556988 h 563950"/>
              <a:gd name="connsiteX67" fmla="*/ 1145629 w 1692801"/>
              <a:gd name="connsiteY67" fmla="*/ 555140 h 563950"/>
              <a:gd name="connsiteX68" fmla="*/ 1162729 w 1692801"/>
              <a:gd name="connsiteY68" fmla="*/ 552948 h 563950"/>
              <a:gd name="connsiteX69" fmla="*/ 1179829 w 1692801"/>
              <a:gd name="connsiteY69" fmla="*/ 550368 h 563950"/>
              <a:gd name="connsiteX70" fmla="*/ 1196929 w 1692801"/>
              <a:gd name="connsiteY70" fmla="*/ 547360 h 563950"/>
              <a:gd name="connsiteX71" fmla="*/ 1214029 w 1692801"/>
              <a:gd name="connsiteY71" fmla="*/ 543879 h 563950"/>
              <a:gd name="connsiteX72" fmla="*/ 1231129 w 1692801"/>
              <a:gd name="connsiteY72" fmla="*/ 539876 h 563950"/>
              <a:gd name="connsiteX73" fmla="*/ 1248229 w 1692801"/>
              <a:gd name="connsiteY73" fmla="*/ 535302 h 563950"/>
              <a:gd name="connsiteX74" fmla="*/ 1265329 w 1692801"/>
              <a:gd name="connsiteY74" fmla="*/ 530106 h 563950"/>
              <a:gd name="connsiteX75" fmla="*/ 1282429 w 1692801"/>
              <a:gd name="connsiteY75" fmla="*/ 524233 h 563950"/>
              <a:gd name="connsiteX76" fmla="*/ 1299520 w 1692801"/>
              <a:gd name="connsiteY76" fmla="*/ 517626 h 563950"/>
              <a:gd name="connsiteX77" fmla="*/ 1316620 w 1692801"/>
              <a:gd name="connsiteY77" fmla="*/ 510228 h 563950"/>
              <a:gd name="connsiteX78" fmla="*/ 1333720 w 1692801"/>
              <a:gd name="connsiteY78" fmla="*/ 501978 h 563950"/>
              <a:gd name="connsiteX79" fmla="*/ 1350820 w 1692801"/>
              <a:gd name="connsiteY79" fmla="*/ 492811 h 563950"/>
              <a:gd name="connsiteX80" fmla="*/ 1367920 w 1692801"/>
              <a:gd name="connsiteY80" fmla="*/ 482663 h 563950"/>
              <a:gd name="connsiteX81" fmla="*/ 1385020 w 1692801"/>
              <a:gd name="connsiteY81" fmla="*/ 471467 h 563950"/>
              <a:gd name="connsiteX82" fmla="*/ 1402120 w 1692801"/>
              <a:gd name="connsiteY82" fmla="*/ 459152 h 563950"/>
              <a:gd name="connsiteX83" fmla="*/ 1419220 w 1692801"/>
              <a:gd name="connsiteY83" fmla="*/ 445646 h 563950"/>
              <a:gd name="connsiteX84" fmla="*/ 1436320 w 1692801"/>
              <a:gd name="connsiteY84" fmla="*/ 430875 h 563950"/>
              <a:gd name="connsiteX85" fmla="*/ 1453411 w 1692801"/>
              <a:gd name="connsiteY85" fmla="*/ 414762 h 563950"/>
              <a:gd name="connsiteX86" fmla="*/ 1470511 w 1692801"/>
              <a:gd name="connsiteY86" fmla="*/ 397229 h 563950"/>
              <a:gd name="connsiteX87" fmla="*/ 1487611 w 1692801"/>
              <a:gd name="connsiteY87" fmla="*/ 378193 h 563950"/>
              <a:gd name="connsiteX88" fmla="*/ 1504711 w 1692801"/>
              <a:gd name="connsiteY88" fmla="*/ 357572 h 563950"/>
              <a:gd name="connsiteX89" fmla="*/ 1521811 w 1692801"/>
              <a:gd name="connsiteY89" fmla="*/ 335281 h 563950"/>
              <a:gd name="connsiteX90" fmla="*/ 1538911 w 1692801"/>
              <a:gd name="connsiteY90" fmla="*/ 311230 h 563950"/>
              <a:gd name="connsiteX91" fmla="*/ 1556011 w 1692801"/>
              <a:gd name="connsiteY91" fmla="*/ 285330 h 563950"/>
              <a:gd name="connsiteX92" fmla="*/ 1573111 w 1692801"/>
              <a:gd name="connsiteY92" fmla="*/ 257488 h 563950"/>
              <a:gd name="connsiteX93" fmla="*/ 1590211 w 1692801"/>
              <a:gd name="connsiteY93" fmla="*/ 227611 h 563950"/>
              <a:gd name="connsiteX94" fmla="*/ 1607302 w 1692801"/>
              <a:gd name="connsiteY94" fmla="*/ 195601 h 563950"/>
              <a:gd name="connsiteX95" fmla="*/ 1624402 w 1692801"/>
              <a:gd name="connsiteY95" fmla="*/ 161358 h 563950"/>
              <a:gd name="connsiteX96" fmla="*/ 1641502 w 1692801"/>
              <a:gd name="connsiteY96" fmla="*/ 124781 h 563950"/>
              <a:gd name="connsiteX97" fmla="*/ 1658602 w 1692801"/>
              <a:gd name="connsiteY97" fmla="*/ 85767 h 563950"/>
              <a:gd name="connsiteX98" fmla="*/ 1675702 w 1692801"/>
              <a:gd name="connsiteY98" fmla="*/ 44209 h 563950"/>
              <a:gd name="connsiteX99" fmla="*/ 1692802 w 1692801"/>
              <a:gd name="connsiteY99" fmla="*/ 0 h 56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692801" h="563950">
                <a:moveTo>
                  <a:pt x="0" y="0"/>
                </a:moveTo>
                <a:lnTo>
                  <a:pt x="17099" y="44209"/>
                </a:lnTo>
                <a:lnTo>
                  <a:pt x="34197" y="85767"/>
                </a:lnTo>
                <a:lnTo>
                  <a:pt x="51296" y="124781"/>
                </a:lnTo>
                <a:lnTo>
                  <a:pt x="68395" y="161358"/>
                </a:lnTo>
                <a:lnTo>
                  <a:pt x="85495" y="195601"/>
                </a:lnTo>
                <a:lnTo>
                  <a:pt x="102594" y="227611"/>
                </a:lnTo>
                <a:lnTo>
                  <a:pt x="119693" y="257488"/>
                </a:lnTo>
                <a:lnTo>
                  <a:pt x="136792" y="285330"/>
                </a:lnTo>
                <a:lnTo>
                  <a:pt x="153891" y="311230"/>
                </a:lnTo>
                <a:lnTo>
                  <a:pt x="170990" y="335281"/>
                </a:lnTo>
                <a:lnTo>
                  <a:pt x="188088" y="357572"/>
                </a:lnTo>
                <a:lnTo>
                  <a:pt x="205187" y="378193"/>
                </a:lnTo>
                <a:lnTo>
                  <a:pt x="222287" y="397229"/>
                </a:lnTo>
                <a:lnTo>
                  <a:pt x="239386" y="414762"/>
                </a:lnTo>
                <a:lnTo>
                  <a:pt x="256485" y="430875"/>
                </a:lnTo>
                <a:lnTo>
                  <a:pt x="273584" y="445646"/>
                </a:lnTo>
                <a:lnTo>
                  <a:pt x="290683" y="459152"/>
                </a:lnTo>
                <a:lnTo>
                  <a:pt x="307782" y="471467"/>
                </a:lnTo>
                <a:lnTo>
                  <a:pt x="324881" y="482663"/>
                </a:lnTo>
                <a:lnTo>
                  <a:pt x="341980" y="492811"/>
                </a:lnTo>
                <a:lnTo>
                  <a:pt x="359078" y="501978"/>
                </a:lnTo>
                <a:lnTo>
                  <a:pt x="376178" y="510228"/>
                </a:lnTo>
                <a:lnTo>
                  <a:pt x="393277" y="517626"/>
                </a:lnTo>
                <a:lnTo>
                  <a:pt x="410376" y="524233"/>
                </a:lnTo>
                <a:lnTo>
                  <a:pt x="427475" y="530106"/>
                </a:lnTo>
                <a:lnTo>
                  <a:pt x="444574" y="535302"/>
                </a:lnTo>
                <a:lnTo>
                  <a:pt x="461673" y="539876"/>
                </a:lnTo>
                <a:lnTo>
                  <a:pt x="478772" y="543879"/>
                </a:lnTo>
                <a:lnTo>
                  <a:pt x="495871" y="547360"/>
                </a:lnTo>
                <a:lnTo>
                  <a:pt x="512969" y="550368"/>
                </a:lnTo>
                <a:lnTo>
                  <a:pt x="530065" y="552948"/>
                </a:lnTo>
                <a:lnTo>
                  <a:pt x="547165" y="555140"/>
                </a:lnTo>
                <a:lnTo>
                  <a:pt x="564265" y="556988"/>
                </a:lnTo>
                <a:lnTo>
                  <a:pt x="581365" y="558528"/>
                </a:lnTo>
                <a:lnTo>
                  <a:pt x="598465" y="559798"/>
                </a:lnTo>
                <a:lnTo>
                  <a:pt x="615565" y="560830"/>
                </a:lnTo>
                <a:lnTo>
                  <a:pt x="632665" y="561657"/>
                </a:lnTo>
                <a:lnTo>
                  <a:pt x="649765" y="562308"/>
                </a:lnTo>
                <a:lnTo>
                  <a:pt x="666865" y="562808"/>
                </a:lnTo>
                <a:lnTo>
                  <a:pt x="683956" y="563185"/>
                </a:lnTo>
                <a:lnTo>
                  <a:pt x="701056" y="563460"/>
                </a:lnTo>
                <a:lnTo>
                  <a:pt x="718156" y="563653"/>
                </a:lnTo>
                <a:lnTo>
                  <a:pt x="735256" y="563783"/>
                </a:lnTo>
                <a:lnTo>
                  <a:pt x="752356" y="563864"/>
                </a:lnTo>
                <a:lnTo>
                  <a:pt x="769456" y="563911"/>
                </a:lnTo>
                <a:lnTo>
                  <a:pt x="786556" y="563936"/>
                </a:lnTo>
                <a:lnTo>
                  <a:pt x="803656" y="563947"/>
                </a:lnTo>
                <a:lnTo>
                  <a:pt x="820756" y="563949"/>
                </a:lnTo>
                <a:lnTo>
                  <a:pt x="837847" y="563950"/>
                </a:lnTo>
                <a:lnTo>
                  <a:pt x="854947" y="563950"/>
                </a:lnTo>
                <a:lnTo>
                  <a:pt x="872047" y="563949"/>
                </a:lnTo>
                <a:lnTo>
                  <a:pt x="889147" y="563947"/>
                </a:lnTo>
                <a:lnTo>
                  <a:pt x="906247" y="563936"/>
                </a:lnTo>
                <a:lnTo>
                  <a:pt x="923347" y="563911"/>
                </a:lnTo>
                <a:lnTo>
                  <a:pt x="940447" y="563864"/>
                </a:lnTo>
                <a:lnTo>
                  <a:pt x="957547" y="563783"/>
                </a:lnTo>
                <a:lnTo>
                  <a:pt x="974647" y="563653"/>
                </a:lnTo>
                <a:lnTo>
                  <a:pt x="991738" y="563460"/>
                </a:lnTo>
                <a:lnTo>
                  <a:pt x="1008838" y="563185"/>
                </a:lnTo>
                <a:lnTo>
                  <a:pt x="1025938" y="562808"/>
                </a:lnTo>
                <a:lnTo>
                  <a:pt x="1043038" y="562308"/>
                </a:lnTo>
                <a:lnTo>
                  <a:pt x="1060138" y="561657"/>
                </a:lnTo>
                <a:lnTo>
                  <a:pt x="1077238" y="560830"/>
                </a:lnTo>
                <a:lnTo>
                  <a:pt x="1094338" y="559798"/>
                </a:lnTo>
                <a:lnTo>
                  <a:pt x="1111438" y="558528"/>
                </a:lnTo>
                <a:lnTo>
                  <a:pt x="1128538" y="556988"/>
                </a:lnTo>
                <a:lnTo>
                  <a:pt x="1145629" y="555140"/>
                </a:lnTo>
                <a:lnTo>
                  <a:pt x="1162729" y="552948"/>
                </a:lnTo>
                <a:lnTo>
                  <a:pt x="1179829" y="550368"/>
                </a:lnTo>
                <a:lnTo>
                  <a:pt x="1196929" y="547360"/>
                </a:lnTo>
                <a:lnTo>
                  <a:pt x="1214029" y="543879"/>
                </a:lnTo>
                <a:lnTo>
                  <a:pt x="1231129" y="539876"/>
                </a:lnTo>
                <a:lnTo>
                  <a:pt x="1248229" y="535302"/>
                </a:lnTo>
                <a:lnTo>
                  <a:pt x="1265329" y="530106"/>
                </a:lnTo>
                <a:lnTo>
                  <a:pt x="1282429" y="524233"/>
                </a:lnTo>
                <a:lnTo>
                  <a:pt x="1299520" y="517626"/>
                </a:lnTo>
                <a:lnTo>
                  <a:pt x="1316620" y="510228"/>
                </a:lnTo>
                <a:lnTo>
                  <a:pt x="1333720" y="501978"/>
                </a:lnTo>
                <a:lnTo>
                  <a:pt x="1350820" y="492811"/>
                </a:lnTo>
                <a:lnTo>
                  <a:pt x="1367920" y="482663"/>
                </a:lnTo>
                <a:lnTo>
                  <a:pt x="1385020" y="471467"/>
                </a:lnTo>
                <a:lnTo>
                  <a:pt x="1402120" y="459152"/>
                </a:lnTo>
                <a:lnTo>
                  <a:pt x="1419220" y="445646"/>
                </a:lnTo>
                <a:lnTo>
                  <a:pt x="1436320" y="430875"/>
                </a:lnTo>
                <a:lnTo>
                  <a:pt x="1453411" y="414762"/>
                </a:lnTo>
                <a:lnTo>
                  <a:pt x="1470511" y="397229"/>
                </a:lnTo>
                <a:lnTo>
                  <a:pt x="1487611" y="378193"/>
                </a:lnTo>
                <a:lnTo>
                  <a:pt x="1504711" y="357572"/>
                </a:lnTo>
                <a:lnTo>
                  <a:pt x="1521811" y="335281"/>
                </a:lnTo>
                <a:lnTo>
                  <a:pt x="1538911" y="311230"/>
                </a:lnTo>
                <a:lnTo>
                  <a:pt x="1556011" y="285330"/>
                </a:lnTo>
                <a:lnTo>
                  <a:pt x="1573111" y="257488"/>
                </a:lnTo>
                <a:lnTo>
                  <a:pt x="1590211" y="227611"/>
                </a:lnTo>
                <a:lnTo>
                  <a:pt x="1607302" y="195601"/>
                </a:lnTo>
                <a:lnTo>
                  <a:pt x="1624402" y="161358"/>
                </a:lnTo>
                <a:lnTo>
                  <a:pt x="1641502" y="124781"/>
                </a:lnTo>
                <a:lnTo>
                  <a:pt x="1658602" y="85767"/>
                </a:lnTo>
                <a:lnTo>
                  <a:pt x="1675702" y="44209"/>
                </a:lnTo>
                <a:lnTo>
                  <a:pt x="1692802" y="0"/>
                </a:lnTo>
              </a:path>
            </a:pathLst>
          </a:custGeom>
          <a:noFill/>
          <a:ln w="10763" cap="rnd">
            <a:solidFill>
              <a:srgbClr val="C271D2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8" name="Freeform 87">
            <a:extLst>
              <a:ext uri="{FF2B5EF4-FFF2-40B4-BE49-F238E27FC236}">
                <a16:creationId xmlns:a16="http://schemas.microsoft.com/office/drawing/2014/main" id="{EBF54D83-E1B6-8962-BC35-4F413598DE84}"/>
              </a:ext>
            </a:extLst>
          </p:cNvPr>
          <p:cNvSpPr/>
          <p:nvPr/>
        </p:nvSpPr>
        <p:spPr>
          <a:xfrm>
            <a:off x="732671" y="2000034"/>
            <a:ext cx="1692801" cy="1127897"/>
          </a:xfrm>
          <a:custGeom>
            <a:avLst/>
            <a:gdLst>
              <a:gd name="connsiteX0" fmla="*/ 0 w 1692801"/>
              <a:gd name="connsiteY0" fmla="*/ 1127897 h 1127897"/>
              <a:gd name="connsiteX1" fmla="*/ 17099 w 1692801"/>
              <a:gd name="connsiteY1" fmla="*/ 1073195 h 1127897"/>
              <a:gd name="connsiteX2" fmla="*/ 34197 w 1692801"/>
              <a:gd name="connsiteY2" fmla="*/ 1022813 h 1127897"/>
              <a:gd name="connsiteX3" fmla="*/ 51296 w 1692801"/>
              <a:gd name="connsiteY3" fmla="*/ 976499 h 1127897"/>
              <a:gd name="connsiteX4" fmla="*/ 68395 w 1692801"/>
              <a:gd name="connsiteY4" fmla="*/ 934010 h 1127897"/>
              <a:gd name="connsiteX5" fmla="*/ 85495 w 1692801"/>
              <a:gd name="connsiteY5" fmla="*/ 895094 h 1127897"/>
              <a:gd name="connsiteX6" fmla="*/ 102594 w 1692801"/>
              <a:gd name="connsiteY6" fmla="*/ 859517 h 1127897"/>
              <a:gd name="connsiteX7" fmla="*/ 119693 w 1692801"/>
              <a:gd name="connsiteY7" fmla="*/ 827072 h 1127897"/>
              <a:gd name="connsiteX8" fmla="*/ 136792 w 1692801"/>
              <a:gd name="connsiteY8" fmla="*/ 797541 h 1127897"/>
              <a:gd name="connsiteX9" fmla="*/ 153891 w 1692801"/>
              <a:gd name="connsiteY9" fmla="*/ 770722 h 1127897"/>
              <a:gd name="connsiteX10" fmla="*/ 170990 w 1692801"/>
              <a:gd name="connsiteY10" fmla="*/ 746423 h 1127897"/>
              <a:gd name="connsiteX11" fmla="*/ 188088 w 1692801"/>
              <a:gd name="connsiteY11" fmla="*/ 724466 h 1127897"/>
              <a:gd name="connsiteX12" fmla="*/ 205187 w 1692801"/>
              <a:gd name="connsiteY12" fmla="*/ 704675 h 1127897"/>
              <a:gd name="connsiteX13" fmla="*/ 222287 w 1692801"/>
              <a:gd name="connsiteY13" fmla="*/ 686886 h 1127897"/>
              <a:gd name="connsiteX14" fmla="*/ 239386 w 1692801"/>
              <a:gd name="connsiteY14" fmla="*/ 670943 h 1127897"/>
              <a:gd name="connsiteX15" fmla="*/ 256485 w 1692801"/>
              <a:gd name="connsiteY15" fmla="*/ 656700 h 1127897"/>
              <a:gd name="connsiteX16" fmla="*/ 273584 w 1692801"/>
              <a:gd name="connsiteY16" fmla="*/ 644014 h 1127897"/>
              <a:gd name="connsiteX17" fmla="*/ 290683 w 1692801"/>
              <a:gd name="connsiteY17" fmla="*/ 632757 h 1127897"/>
              <a:gd name="connsiteX18" fmla="*/ 307782 w 1692801"/>
              <a:gd name="connsiteY18" fmla="*/ 622803 h 1127897"/>
              <a:gd name="connsiteX19" fmla="*/ 324881 w 1692801"/>
              <a:gd name="connsiteY19" fmla="*/ 614036 h 1127897"/>
              <a:gd name="connsiteX20" fmla="*/ 341980 w 1692801"/>
              <a:gd name="connsiteY20" fmla="*/ 606346 h 1127897"/>
              <a:gd name="connsiteX21" fmla="*/ 359078 w 1692801"/>
              <a:gd name="connsiteY21" fmla="*/ 599632 h 1127897"/>
              <a:gd name="connsiteX22" fmla="*/ 376178 w 1692801"/>
              <a:gd name="connsiteY22" fmla="*/ 593796 h 1127897"/>
              <a:gd name="connsiteX23" fmla="*/ 393277 w 1692801"/>
              <a:gd name="connsiteY23" fmla="*/ 588750 h 1127897"/>
              <a:gd name="connsiteX24" fmla="*/ 410376 w 1692801"/>
              <a:gd name="connsiteY24" fmla="*/ 584411 h 1127897"/>
              <a:gd name="connsiteX25" fmla="*/ 427475 w 1692801"/>
              <a:gd name="connsiteY25" fmla="*/ 580701 h 1127897"/>
              <a:gd name="connsiteX26" fmla="*/ 444574 w 1692801"/>
              <a:gd name="connsiteY26" fmla="*/ 577551 h 1127897"/>
              <a:gd name="connsiteX27" fmla="*/ 461673 w 1692801"/>
              <a:gd name="connsiteY27" fmla="*/ 574893 h 1127897"/>
              <a:gd name="connsiteX28" fmla="*/ 478772 w 1692801"/>
              <a:gd name="connsiteY28" fmla="*/ 572668 h 1127897"/>
              <a:gd name="connsiteX29" fmla="*/ 495871 w 1692801"/>
              <a:gd name="connsiteY29" fmla="*/ 570821 h 1127897"/>
              <a:gd name="connsiteX30" fmla="*/ 512969 w 1692801"/>
              <a:gd name="connsiteY30" fmla="*/ 569301 h 1127897"/>
              <a:gd name="connsiteX31" fmla="*/ 530065 w 1692801"/>
              <a:gd name="connsiteY31" fmla="*/ 568062 h 1127897"/>
              <a:gd name="connsiteX32" fmla="*/ 547165 w 1692801"/>
              <a:gd name="connsiteY32" fmla="*/ 567065 h 1127897"/>
              <a:gd name="connsiteX33" fmla="*/ 564265 w 1692801"/>
              <a:gd name="connsiteY33" fmla="*/ 566271 h 1127897"/>
              <a:gd name="connsiteX34" fmla="*/ 581365 w 1692801"/>
              <a:gd name="connsiteY34" fmla="*/ 565648 h 1127897"/>
              <a:gd name="connsiteX35" fmla="*/ 598465 w 1692801"/>
              <a:gd name="connsiteY35" fmla="*/ 565166 h 1127897"/>
              <a:gd name="connsiteX36" fmla="*/ 615565 w 1692801"/>
              <a:gd name="connsiteY36" fmla="*/ 564801 h 1127897"/>
              <a:gd name="connsiteX37" fmla="*/ 632665 w 1692801"/>
              <a:gd name="connsiteY37" fmla="*/ 564529 h 1127897"/>
              <a:gd name="connsiteX38" fmla="*/ 649765 w 1692801"/>
              <a:gd name="connsiteY38" fmla="*/ 564332 h 1127897"/>
              <a:gd name="connsiteX39" fmla="*/ 666865 w 1692801"/>
              <a:gd name="connsiteY39" fmla="*/ 564192 h 1127897"/>
              <a:gd name="connsiteX40" fmla="*/ 683956 w 1692801"/>
              <a:gd name="connsiteY40" fmla="*/ 564097 h 1127897"/>
              <a:gd name="connsiteX41" fmla="*/ 701056 w 1692801"/>
              <a:gd name="connsiteY41" fmla="*/ 564035 h 1127897"/>
              <a:gd name="connsiteX42" fmla="*/ 718156 w 1692801"/>
              <a:gd name="connsiteY42" fmla="*/ 563995 h 1127897"/>
              <a:gd name="connsiteX43" fmla="*/ 735256 w 1692801"/>
              <a:gd name="connsiteY43" fmla="*/ 563972 h 1127897"/>
              <a:gd name="connsiteX44" fmla="*/ 752356 w 1692801"/>
              <a:gd name="connsiteY44" fmla="*/ 563960 h 1127897"/>
              <a:gd name="connsiteX45" fmla="*/ 769456 w 1692801"/>
              <a:gd name="connsiteY45" fmla="*/ 563954 h 1127897"/>
              <a:gd name="connsiteX46" fmla="*/ 786556 w 1692801"/>
              <a:gd name="connsiteY46" fmla="*/ 563951 h 1127897"/>
              <a:gd name="connsiteX47" fmla="*/ 803656 w 1692801"/>
              <a:gd name="connsiteY47" fmla="*/ 563950 h 1127897"/>
              <a:gd name="connsiteX48" fmla="*/ 820756 w 1692801"/>
              <a:gd name="connsiteY48" fmla="*/ 563950 h 1127897"/>
              <a:gd name="connsiteX49" fmla="*/ 837847 w 1692801"/>
              <a:gd name="connsiteY49" fmla="*/ 563950 h 1127897"/>
              <a:gd name="connsiteX50" fmla="*/ 854947 w 1692801"/>
              <a:gd name="connsiteY50" fmla="*/ 563950 h 1127897"/>
              <a:gd name="connsiteX51" fmla="*/ 872047 w 1692801"/>
              <a:gd name="connsiteY51" fmla="*/ 563950 h 1127897"/>
              <a:gd name="connsiteX52" fmla="*/ 889147 w 1692801"/>
              <a:gd name="connsiteY52" fmla="*/ 563950 h 1127897"/>
              <a:gd name="connsiteX53" fmla="*/ 906247 w 1692801"/>
              <a:gd name="connsiteY53" fmla="*/ 563949 h 1127897"/>
              <a:gd name="connsiteX54" fmla="*/ 923347 w 1692801"/>
              <a:gd name="connsiteY54" fmla="*/ 563947 h 1127897"/>
              <a:gd name="connsiteX55" fmla="*/ 940447 w 1692801"/>
              <a:gd name="connsiteY55" fmla="*/ 563940 h 1127897"/>
              <a:gd name="connsiteX56" fmla="*/ 957547 w 1692801"/>
              <a:gd name="connsiteY56" fmla="*/ 563928 h 1127897"/>
              <a:gd name="connsiteX57" fmla="*/ 974647 w 1692801"/>
              <a:gd name="connsiteY57" fmla="*/ 563905 h 1127897"/>
              <a:gd name="connsiteX58" fmla="*/ 991738 w 1692801"/>
              <a:gd name="connsiteY58" fmla="*/ 563865 h 1127897"/>
              <a:gd name="connsiteX59" fmla="*/ 1008838 w 1692801"/>
              <a:gd name="connsiteY59" fmla="*/ 563803 h 1127897"/>
              <a:gd name="connsiteX60" fmla="*/ 1025938 w 1692801"/>
              <a:gd name="connsiteY60" fmla="*/ 563708 h 1127897"/>
              <a:gd name="connsiteX61" fmla="*/ 1043038 w 1692801"/>
              <a:gd name="connsiteY61" fmla="*/ 563569 h 1127897"/>
              <a:gd name="connsiteX62" fmla="*/ 1060138 w 1692801"/>
              <a:gd name="connsiteY62" fmla="*/ 563371 h 1127897"/>
              <a:gd name="connsiteX63" fmla="*/ 1077238 w 1692801"/>
              <a:gd name="connsiteY63" fmla="*/ 563100 h 1127897"/>
              <a:gd name="connsiteX64" fmla="*/ 1094338 w 1692801"/>
              <a:gd name="connsiteY64" fmla="*/ 562733 h 1127897"/>
              <a:gd name="connsiteX65" fmla="*/ 1111438 w 1692801"/>
              <a:gd name="connsiteY65" fmla="*/ 562253 h 1127897"/>
              <a:gd name="connsiteX66" fmla="*/ 1128538 w 1692801"/>
              <a:gd name="connsiteY66" fmla="*/ 561629 h 1127897"/>
              <a:gd name="connsiteX67" fmla="*/ 1145629 w 1692801"/>
              <a:gd name="connsiteY67" fmla="*/ 560835 h 1127897"/>
              <a:gd name="connsiteX68" fmla="*/ 1162729 w 1692801"/>
              <a:gd name="connsiteY68" fmla="*/ 559838 h 1127897"/>
              <a:gd name="connsiteX69" fmla="*/ 1179829 w 1692801"/>
              <a:gd name="connsiteY69" fmla="*/ 558600 h 1127897"/>
              <a:gd name="connsiteX70" fmla="*/ 1196929 w 1692801"/>
              <a:gd name="connsiteY70" fmla="*/ 557080 h 1127897"/>
              <a:gd name="connsiteX71" fmla="*/ 1214029 w 1692801"/>
              <a:gd name="connsiteY71" fmla="*/ 555233 h 1127897"/>
              <a:gd name="connsiteX72" fmla="*/ 1231129 w 1692801"/>
              <a:gd name="connsiteY72" fmla="*/ 553007 h 1127897"/>
              <a:gd name="connsiteX73" fmla="*/ 1248229 w 1692801"/>
              <a:gd name="connsiteY73" fmla="*/ 550349 h 1127897"/>
              <a:gd name="connsiteX74" fmla="*/ 1265329 w 1692801"/>
              <a:gd name="connsiteY74" fmla="*/ 547199 h 1127897"/>
              <a:gd name="connsiteX75" fmla="*/ 1282429 w 1692801"/>
              <a:gd name="connsiteY75" fmla="*/ 543490 h 1127897"/>
              <a:gd name="connsiteX76" fmla="*/ 1299520 w 1692801"/>
              <a:gd name="connsiteY76" fmla="*/ 539151 h 1127897"/>
              <a:gd name="connsiteX77" fmla="*/ 1316620 w 1692801"/>
              <a:gd name="connsiteY77" fmla="*/ 534104 h 1127897"/>
              <a:gd name="connsiteX78" fmla="*/ 1333720 w 1692801"/>
              <a:gd name="connsiteY78" fmla="*/ 528269 h 1127897"/>
              <a:gd name="connsiteX79" fmla="*/ 1350820 w 1692801"/>
              <a:gd name="connsiteY79" fmla="*/ 521554 h 1127897"/>
              <a:gd name="connsiteX80" fmla="*/ 1367920 w 1692801"/>
              <a:gd name="connsiteY80" fmla="*/ 513864 h 1127897"/>
              <a:gd name="connsiteX81" fmla="*/ 1385020 w 1692801"/>
              <a:gd name="connsiteY81" fmla="*/ 505097 h 1127897"/>
              <a:gd name="connsiteX82" fmla="*/ 1402120 w 1692801"/>
              <a:gd name="connsiteY82" fmla="*/ 495143 h 1127897"/>
              <a:gd name="connsiteX83" fmla="*/ 1419220 w 1692801"/>
              <a:gd name="connsiteY83" fmla="*/ 483886 h 1127897"/>
              <a:gd name="connsiteX84" fmla="*/ 1436320 w 1692801"/>
              <a:gd name="connsiteY84" fmla="*/ 471201 h 1127897"/>
              <a:gd name="connsiteX85" fmla="*/ 1453411 w 1692801"/>
              <a:gd name="connsiteY85" fmla="*/ 456957 h 1127897"/>
              <a:gd name="connsiteX86" fmla="*/ 1470511 w 1692801"/>
              <a:gd name="connsiteY86" fmla="*/ 441014 h 1127897"/>
              <a:gd name="connsiteX87" fmla="*/ 1487611 w 1692801"/>
              <a:gd name="connsiteY87" fmla="*/ 423225 h 1127897"/>
              <a:gd name="connsiteX88" fmla="*/ 1504711 w 1692801"/>
              <a:gd name="connsiteY88" fmla="*/ 403434 h 1127897"/>
              <a:gd name="connsiteX89" fmla="*/ 1521811 w 1692801"/>
              <a:gd name="connsiteY89" fmla="*/ 381476 h 1127897"/>
              <a:gd name="connsiteX90" fmla="*/ 1538911 w 1692801"/>
              <a:gd name="connsiteY90" fmla="*/ 357179 h 1127897"/>
              <a:gd name="connsiteX91" fmla="*/ 1556011 w 1692801"/>
              <a:gd name="connsiteY91" fmla="*/ 330360 h 1127897"/>
              <a:gd name="connsiteX92" fmla="*/ 1573111 w 1692801"/>
              <a:gd name="connsiteY92" fmla="*/ 300827 h 1127897"/>
              <a:gd name="connsiteX93" fmla="*/ 1590211 w 1692801"/>
              <a:gd name="connsiteY93" fmla="*/ 268379 h 1127897"/>
              <a:gd name="connsiteX94" fmla="*/ 1607302 w 1692801"/>
              <a:gd name="connsiteY94" fmla="*/ 232808 h 1127897"/>
              <a:gd name="connsiteX95" fmla="*/ 1624402 w 1692801"/>
              <a:gd name="connsiteY95" fmla="*/ 193891 h 1127897"/>
              <a:gd name="connsiteX96" fmla="*/ 1641502 w 1692801"/>
              <a:gd name="connsiteY96" fmla="*/ 151397 h 1127897"/>
              <a:gd name="connsiteX97" fmla="*/ 1658602 w 1692801"/>
              <a:gd name="connsiteY97" fmla="*/ 105088 h 1127897"/>
              <a:gd name="connsiteX98" fmla="*/ 1675702 w 1692801"/>
              <a:gd name="connsiteY98" fmla="*/ 54709 h 1127897"/>
              <a:gd name="connsiteX99" fmla="*/ 1692802 w 1692801"/>
              <a:gd name="connsiteY99" fmla="*/ 0 h 1127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692801" h="1127897">
                <a:moveTo>
                  <a:pt x="0" y="1127897"/>
                </a:moveTo>
                <a:lnTo>
                  <a:pt x="17099" y="1073195"/>
                </a:lnTo>
                <a:lnTo>
                  <a:pt x="34197" y="1022813"/>
                </a:lnTo>
                <a:lnTo>
                  <a:pt x="51296" y="976499"/>
                </a:lnTo>
                <a:lnTo>
                  <a:pt x="68395" y="934010"/>
                </a:lnTo>
                <a:lnTo>
                  <a:pt x="85495" y="895094"/>
                </a:lnTo>
                <a:lnTo>
                  <a:pt x="102594" y="859517"/>
                </a:lnTo>
                <a:lnTo>
                  <a:pt x="119693" y="827072"/>
                </a:lnTo>
                <a:lnTo>
                  <a:pt x="136792" y="797541"/>
                </a:lnTo>
                <a:lnTo>
                  <a:pt x="153891" y="770722"/>
                </a:lnTo>
                <a:lnTo>
                  <a:pt x="170990" y="746423"/>
                </a:lnTo>
                <a:lnTo>
                  <a:pt x="188088" y="724466"/>
                </a:lnTo>
                <a:lnTo>
                  <a:pt x="205187" y="704675"/>
                </a:lnTo>
                <a:lnTo>
                  <a:pt x="222287" y="686886"/>
                </a:lnTo>
                <a:lnTo>
                  <a:pt x="239386" y="670943"/>
                </a:lnTo>
                <a:lnTo>
                  <a:pt x="256485" y="656700"/>
                </a:lnTo>
                <a:lnTo>
                  <a:pt x="273584" y="644014"/>
                </a:lnTo>
                <a:lnTo>
                  <a:pt x="290683" y="632757"/>
                </a:lnTo>
                <a:lnTo>
                  <a:pt x="307782" y="622803"/>
                </a:lnTo>
                <a:lnTo>
                  <a:pt x="324881" y="614036"/>
                </a:lnTo>
                <a:lnTo>
                  <a:pt x="341980" y="606346"/>
                </a:lnTo>
                <a:lnTo>
                  <a:pt x="359078" y="599632"/>
                </a:lnTo>
                <a:lnTo>
                  <a:pt x="376178" y="593796"/>
                </a:lnTo>
                <a:lnTo>
                  <a:pt x="393277" y="588750"/>
                </a:lnTo>
                <a:lnTo>
                  <a:pt x="410376" y="584411"/>
                </a:lnTo>
                <a:lnTo>
                  <a:pt x="427475" y="580701"/>
                </a:lnTo>
                <a:lnTo>
                  <a:pt x="444574" y="577551"/>
                </a:lnTo>
                <a:lnTo>
                  <a:pt x="461673" y="574893"/>
                </a:lnTo>
                <a:lnTo>
                  <a:pt x="478772" y="572668"/>
                </a:lnTo>
                <a:lnTo>
                  <a:pt x="495871" y="570821"/>
                </a:lnTo>
                <a:lnTo>
                  <a:pt x="512969" y="569301"/>
                </a:lnTo>
                <a:lnTo>
                  <a:pt x="530065" y="568062"/>
                </a:lnTo>
                <a:lnTo>
                  <a:pt x="547165" y="567065"/>
                </a:lnTo>
                <a:lnTo>
                  <a:pt x="564265" y="566271"/>
                </a:lnTo>
                <a:lnTo>
                  <a:pt x="581365" y="565648"/>
                </a:lnTo>
                <a:lnTo>
                  <a:pt x="598465" y="565166"/>
                </a:lnTo>
                <a:lnTo>
                  <a:pt x="615565" y="564801"/>
                </a:lnTo>
                <a:lnTo>
                  <a:pt x="632665" y="564529"/>
                </a:lnTo>
                <a:lnTo>
                  <a:pt x="649765" y="564332"/>
                </a:lnTo>
                <a:lnTo>
                  <a:pt x="666865" y="564192"/>
                </a:lnTo>
                <a:lnTo>
                  <a:pt x="683956" y="564097"/>
                </a:lnTo>
                <a:lnTo>
                  <a:pt x="701056" y="564035"/>
                </a:lnTo>
                <a:lnTo>
                  <a:pt x="718156" y="563995"/>
                </a:lnTo>
                <a:lnTo>
                  <a:pt x="735256" y="563972"/>
                </a:lnTo>
                <a:lnTo>
                  <a:pt x="752356" y="563960"/>
                </a:lnTo>
                <a:lnTo>
                  <a:pt x="769456" y="563954"/>
                </a:lnTo>
                <a:lnTo>
                  <a:pt x="786556" y="563951"/>
                </a:lnTo>
                <a:lnTo>
                  <a:pt x="803656" y="563950"/>
                </a:lnTo>
                <a:lnTo>
                  <a:pt x="820756" y="563950"/>
                </a:lnTo>
                <a:lnTo>
                  <a:pt x="837847" y="563950"/>
                </a:lnTo>
                <a:lnTo>
                  <a:pt x="854947" y="563950"/>
                </a:lnTo>
                <a:lnTo>
                  <a:pt x="872047" y="563950"/>
                </a:lnTo>
                <a:lnTo>
                  <a:pt x="889147" y="563950"/>
                </a:lnTo>
                <a:lnTo>
                  <a:pt x="906247" y="563949"/>
                </a:lnTo>
                <a:lnTo>
                  <a:pt x="923347" y="563947"/>
                </a:lnTo>
                <a:lnTo>
                  <a:pt x="940447" y="563940"/>
                </a:lnTo>
                <a:lnTo>
                  <a:pt x="957547" y="563928"/>
                </a:lnTo>
                <a:lnTo>
                  <a:pt x="974647" y="563905"/>
                </a:lnTo>
                <a:lnTo>
                  <a:pt x="991738" y="563865"/>
                </a:lnTo>
                <a:lnTo>
                  <a:pt x="1008838" y="563803"/>
                </a:lnTo>
                <a:lnTo>
                  <a:pt x="1025938" y="563708"/>
                </a:lnTo>
                <a:lnTo>
                  <a:pt x="1043038" y="563569"/>
                </a:lnTo>
                <a:lnTo>
                  <a:pt x="1060138" y="563371"/>
                </a:lnTo>
                <a:lnTo>
                  <a:pt x="1077238" y="563100"/>
                </a:lnTo>
                <a:lnTo>
                  <a:pt x="1094338" y="562733"/>
                </a:lnTo>
                <a:lnTo>
                  <a:pt x="1111438" y="562253"/>
                </a:lnTo>
                <a:lnTo>
                  <a:pt x="1128538" y="561629"/>
                </a:lnTo>
                <a:lnTo>
                  <a:pt x="1145629" y="560835"/>
                </a:lnTo>
                <a:lnTo>
                  <a:pt x="1162729" y="559838"/>
                </a:lnTo>
                <a:lnTo>
                  <a:pt x="1179829" y="558600"/>
                </a:lnTo>
                <a:lnTo>
                  <a:pt x="1196929" y="557080"/>
                </a:lnTo>
                <a:lnTo>
                  <a:pt x="1214029" y="555233"/>
                </a:lnTo>
                <a:lnTo>
                  <a:pt x="1231129" y="553007"/>
                </a:lnTo>
                <a:lnTo>
                  <a:pt x="1248229" y="550349"/>
                </a:lnTo>
                <a:lnTo>
                  <a:pt x="1265329" y="547199"/>
                </a:lnTo>
                <a:lnTo>
                  <a:pt x="1282429" y="543490"/>
                </a:lnTo>
                <a:lnTo>
                  <a:pt x="1299520" y="539151"/>
                </a:lnTo>
                <a:lnTo>
                  <a:pt x="1316620" y="534104"/>
                </a:lnTo>
                <a:lnTo>
                  <a:pt x="1333720" y="528269"/>
                </a:lnTo>
                <a:lnTo>
                  <a:pt x="1350820" y="521554"/>
                </a:lnTo>
                <a:lnTo>
                  <a:pt x="1367920" y="513864"/>
                </a:lnTo>
                <a:lnTo>
                  <a:pt x="1385020" y="505097"/>
                </a:lnTo>
                <a:lnTo>
                  <a:pt x="1402120" y="495143"/>
                </a:lnTo>
                <a:lnTo>
                  <a:pt x="1419220" y="483886"/>
                </a:lnTo>
                <a:lnTo>
                  <a:pt x="1436320" y="471201"/>
                </a:lnTo>
                <a:lnTo>
                  <a:pt x="1453411" y="456957"/>
                </a:lnTo>
                <a:lnTo>
                  <a:pt x="1470511" y="441014"/>
                </a:lnTo>
                <a:lnTo>
                  <a:pt x="1487611" y="423225"/>
                </a:lnTo>
                <a:lnTo>
                  <a:pt x="1504711" y="403434"/>
                </a:lnTo>
                <a:lnTo>
                  <a:pt x="1521811" y="381476"/>
                </a:lnTo>
                <a:lnTo>
                  <a:pt x="1538911" y="357179"/>
                </a:lnTo>
                <a:lnTo>
                  <a:pt x="1556011" y="330360"/>
                </a:lnTo>
                <a:lnTo>
                  <a:pt x="1573111" y="300827"/>
                </a:lnTo>
                <a:lnTo>
                  <a:pt x="1590211" y="268379"/>
                </a:lnTo>
                <a:lnTo>
                  <a:pt x="1607302" y="232808"/>
                </a:lnTo>
                <a:lnTo>
                  <a:pt x="1624402" y="193891"/>
                </a:lnTo>
                <a:lnTo>
                  <a:pt x="1641502" y="151397"/>
                </a:lnTo>
                <a:lnTo>
                  <a:pt x="1658602" y="105088"/>
                </a:lnTo>
                <a:lnTo>
                  <a:pt x="1675702" y="54709"/>
                </a:lnTo>
                <a:lnTo>
                  <a:pt x="1692802" y="0"/>
                </a:lnTo>
              </a:path>
            </a:pathLst>
          </a:custGeom>
          <a:noFill/>
          <a:ln w="10763" cap="rnd">
            <a:solidFill>
              <a:srgbClr val="AC8D18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9" name="Freeform 88">
            <a:extLst>
              <a:ext uri="{FF2B5EF4-FFF2-40B4-BE49-F238E27FC236}">
                <a16:creationId xmlns:a16="http://schemas.microsoft.com/office/drawing/2014/main" id="{0985FFBC-B51C-DEB8-57D6-624B52E94590}"/>
              </a:ext>
            </a:extLst>
          </p:cNvPr>
          <p:cNvSpPr/>
          <p:nvPr/>
        </p:nvSpPr>
        <p:spPr>
          <a:xfrm>
            <a:off x="732671" y="2000034"/>
            <a:ext cx="1692801" cy="563950"/>
          </a:xfrm>
          <a:custGeom>
            <a:avLst/>
            <a:gdLst>
              <a:gd name="connsiteX0" fmla="*/ 0 w 1692801"/>
              <a:gd name="connsiteY0" fmla="*/ 0 h 563950"/>
              <a:gd name="connsiteX1" fmla="*/ 17099 w 1692801"/>
              <a:gd name="connsiteY1" fmla="*/ 64996 h 563950"/>
              <a:gd name="connsiteX2" fmla="*/ 34197 w 1692801"/>
              <a:gd name="connsiteY2" fmla="*/ 123627 h 563950"/>
              <a:gd name="connsiteX3" fmla="*/ 51296 w 1692801"/>
              <a:gd name="connsiteY3" fmla="*/ 176400 h 563950"/>
              <a:gd name="connsiteX4" fmla="*/ 68395 w 1692801"/>
              <a:gd name="connsiteY4" fmla="*/ 223794 h 563950"/>
              <a:gd name="connsiteX5" fmla="*/ 85495 w 1692801"/>
              <a:gd name="connsiteY5" fmla="*/ 266256 h 563950"/>
              <a:gd name="connsiteX6" fmla="*/ 102594 w 1692801"/>
              <a:gd name="connsiteY6" fmla="*/ 304206 h 563950"/>
              <a:gd name="connsiteX7" fmla="*/ 119693 w 1692801"/>
              <a:gd name="connsiteY7" fmla="*/ 338036 h 563950"/>
              <a:gd name="connsiteX8" fmla="*/ 136792 w 1692801"/>
              <a:gd name="connsiteY8" fmla="*/ 368112 h 563950"/>
              <a:gd name="connsiteX9" fmla="*/ 153891 w 1692801"/>
              <a:gd name="connsiteY9" fmla="*/ 394774 h 563950"/>
              <a:gd name="connsiteX10" fmla="*/ 170990 w 1692801"/>
              <a:gd name="connsiteY10" fmla="*/ 418340 h 563950"/>
              <a:gd name="connsiteX11" fmla="*/ 188088 w 1692801"/>
              <a:gd name="connsiteY11" fmla="*/ 439104 h 563950"/>
              <a:gd name="connsiteX12" fmla="*/ 205187 w 1692801"/>
              <a:gd name="connsiteY12" fmla="*/ 457341 h 563950"/>
              <a:gd name="connsiteX13" fmla="*/ 222287 w 1692801"/>
              <a:gd name="connsiteY13" fmla="*/ 473300 h 563950"/>
              <a:gd name="connsiteX14" fmla="*/ 239386 w 1692801"/>
              <a:gd name="connsiteY14" fmla="*/ 487218 h 563950"/>
              <a:gd name="connsiteX15" fmla="*/ 256485 w 1692801"/>
              <a:gd name="connsiteY15" fmla="*/ 499307 h 563950"/>
              <a:gd name="connsiteX16" fmla="*/ 273584 w 1692801"/>
              <a:gd name="connsiteY16" fmla="*/ 509766 h 563950"/>
              <a:gd name="connsiteX17" fmla="*/ 290683 w 1692801"/>
              <a:gd name="connsiteY17" fmla="*/ 518774 h 563950"/>
              <a:gd name="connsiteX18" fmla="*/ 307782 w 1692801"/>
              <a:gd name="connsiteY18" fmla="*/ 526498 h 563950"/>
              <a:gd name="connsiteX19" fmla="*/ 324881 w 1692801"/>
              <a:gd name="connsiteY19" fmla="*/ 533089 h 563950"/>
              <a:gd name="connsiteX20" fmla="*/ 341980 w 1692801"/>
              <a:gd name="connsiteY20" fmla="*/ 538684 h 563950"/>
              <a:gd name="connsiteX21" fmla="*/ 359078 w 1692801"/>
              <a:gd name="connsiteY21" fmla="*/ 543407 h 563950"/>
              <a:gd name="connsiteX22" fmla="*/ 376178 w 1692801"/>
              <a:gd name="connsiteY22" fmla="*/ 547369 h 563950"/>
              <a:gd name="connsiteX23" fmla="*/ 393277 w 1692801"/>
              <a:gd name="connsiteY23" fmla="*/ 550673 h 563950"/>
              <a:gd name="connsiteX24" fmla="*/ 410376 w 1692801"/>
              <a:gd name="connsiteY24" fmla="*/ 553410 h 563950"/>
              <a:gd name="connsiteX25" fmla="*/ 427475 w 1692801"/>
              <a:gd name="connsiteY25" fmla="*/ 555659 h 563950"/>
              <a:gd name="connsiteX26" fmla="*/ 444574 w 1692801"/>
              <a:gd name="connsiteY26" fmla="*/ 557494 h 563950"/>
              <a:gd name="connsiteX27" fmla="*/ 461673 w 1692801"/>
              <a:gd name="connsiteY27" fmla="*/ 558976 h 563950"/>
              <a:gd name="connsiteX28" fmla="*/ 478772 w 1692801"/>
              <a:gd name="connsiteY28" fmla="*/ 560164 h 563950"/>
              <a:gd name="connsiteX29" fmla="*/ 495871 w 1692801"/>
              <a:gd name="connsiteY29" fmla="*/ 561104 h 563950"/>
              <a:gd name="connsiteX30" fmla="*/ 512969 w 1692801"/>
              <a:gd name="connsiteY30" fmla="*/ 561842 h 563950"/>
              <a:gd name="connsiteX31" fmla="*/ 530065 w 1692801"/>
              <a:gd name="connsiteY31" fmla="*/ 562413 h 563950"/>
              <a:gd name="connsiteX32" fmla="*/ 547165 w 1692801"/>
              <a:gd name="connsiteY32" fmla="*/ 562849 h 563950"/>
              <a:gd name="connsiteX33" fmla="*/ 564265 w 1692801"/>
              <a:gd name="connsiteY33" fmla="*/ 563176 h 563950"/>
              <a:gd name="connsiteX34" fmla="*/ 581365 w 1692801"/>
              <a:gd name="connsiteY34" fmla="*/ 563418 h 563950"/>
              <a:gd name="connsiteX35" fmla="*/ 598465 w 1692801"/>
              <a:gd name="connsiteY35" fmla="*/ 563594 h 563950"/>
              <a:gd name="connsiteX36" fmla="*/ 615565 w 1692801"/>
              <a:gd name="connsiteY36" fmla="*/ 563718 h 563950"/>
              <a:gd name="connsiteX37" fmla="*/ 632665 w 1692801"/>
              <a:gd name="connsiteY37" fmla="*/ 563803 h 563950"/>
              <a:gd name="connsiteX38" fmla="*/ 649765 w 1692801"/>
              <a:gd name="connsiteY38" fmla="*/ 563861 h 563950"/>
              <a:gd name="connsiteX39" fmla="*/ 666865 w 1692801"/>
              <a:gd name="connsiteY39" fmla="*/ 563899 h 563950"/>
              <a:gd name="connsiteX40" fmla="*/ 683956 w 1692801"/>
              <a:gd name="connsiteY40" fmla="*/ 563922 h 563950"/>
              <a:gd name="connsiteX41" fmla="*/ 701056 w 1692801"/>
              <a:gd name="connsiteY41" fmla="*/ 563936 h 563950"/>
              <a:gd name="connsiteX42" fmla="*/ 718156 w 1692801"/>
              <a:gd name="connsiteY42" fmla="*/ 563943 h 563950"/>
              <a:gd name="connsiteX43" fmla="*/ 735256 w 1692801"/>
              <a:gd name="connsiteY43" fmla="*/ 563947 h 563950"/>
              <a:gd name="connsiteX44" fmla="*/ 752356 w 1692801"/>
              <a:gd name="connsiteY44" fmla="*/ 563949 h 563950"/>
              <a:gd name="connsiteX45" fmla="*/ 769456 w 1692801"/>
              <a:gd name="connsiteY45" fmla="*/ 563950 h 563950"/>
              <a:gd name="connsiteX46" fmla="*/ 786556 w 1692801"/>
              <a:gd name="connsiteY46" fmla="*/ 563950 h 563950"/>
              <a:gd name="connsiteX47" fmla="*/ 803656 w 1692801"/>
              <a:gd name="connsiteY47" fmla="*/ 563950 h 563950"/>
              <a:gd name="connsiteX48" fmla="*/ 820756 w 1692801"/>
              <a:gd name="connsiteY48" fmla="*/ 563950 h 563950"/>
              <a:gd name="connsiteX49" fmla="*/ 837847 w 1692801"/>
              <a:gd name="connsiteY49" fmla="*/ 563950 h 563950"/>
              <a:gd name="connsiteX50" fmla="*/ 854947 w 1692801"/>
              <a:gd name="connsiteY50" fmla="*/ 563950 h 563950"/>
              <a:gd name="connsiteX51" fmla="*/ 872047 w 1692801"/>
              <a:gd name="connsiteY51" fmla="*/ 563950 h 563950"/>
              <a:gd name="connsiteX52" fmla="*/ 889147 w 1692801"/>
              <a:gd name="connsiteY52" fmla="*/ 563950 h 563950"/>
              <a:gd name="connsiteX53" fmla="*/ 906247 w 1692801"/>
              <a:gd name="connsiteY53" fmla="*/ 563950 h 563950"/>
              <a:gd name="connsiteX54" fmla="*/ 923347 w 1692801"/>
              <a:gd name="connsiteY54" fmla="*/ 563950 h 563950"/>
              <a:gd name="connsiteX55" fmla="*/ 940447 w 1692801"/>
              <a:gd name="connsiteY55" fmla="*/ 563949 h 563950"/>
              <a:gd name="connsiteX56" fmla="*/ 957547 w 1692801"/>
              <a:gd name="connsiteY56" fmla="*/ 563947 h 563950"/>
              <a:gd name="connsiteX57" fmla="*/ 974647 w 1692801"/>
              <a:gd name="connsiteY57" fmla="*/ 563943 h 563950"/>
              <a:gd name="connsiteX58" fmla="*/ 991738 w 1692801"/>
              <a:gd name="connsiteY58" fmla="*/ 563936 h 563950"/>
              <a:gd name="connsiteX59" fmla="*/ 1008838 w 1692801"/>
              <a:gd name="connsiteY59" fmla="*/ 563922 h 563950"/>
              <a:gd name="connsiteX60" fmla="*/ 1025938 w 1692801"/>
              <a:gd name="connsiteY60" fmla="*/ 563899 h 563950"/>
              <a:gd name="connsiteX61" fmla="*/ 1043038 w 1692801"/>
              <a:gd name="connsiteY61" fmla="*/ 563861 h 563950"/>
              <a:gd name="connsiteX62" fmla="*/ 1060138 w 1692801"/>
              <a:gd name="connsiteY62" fmla="*/ 563803 h 563950"/>
              <a:gd name="connsiteX63" fmla="*/ 1077238 w 1692801"/>
              <a:gd name="connsiteY63" fmla="*/ 563718 h 563950"/>
              <a:gd name="connsiteX64" fmla="*/ 1094338 w 1692801"/>
              <a:gd name="connsiteY64" fmla="*/ 563594 h 563950"/>
              <a:gd name="connsiteX65" fmla="*/ 1111438 w 1692801"/>
              <a:gd name="connsiteY65" fmla="*/ 563418 h 563950"/>
              <a:gd name="connsiteX66" fmla="*/ 1128538 w 1692801"/>
              <a:gd name="connsiteY66" fmla="*/ 563176 h 563950"/>
              <a:gd name="connsiteX67" fmla="*/ 1145629 w 1692801"/>
              <a:gd name="connsiteY67" fmla="*/ 562849 h 563950"/>
              <a:gd name="connsiteX68" fmla="*/ 1162729 w 1692801"/>
              <a:gd name="connsiteY68" fmla="*/ 562413 h 563950"/>
              <a:gd name="connsiteX69" fmla="*/ 1179829 w 1692801"/>
              <a:gd name="connsiteY69" fmla="*/ 561842 h 563950"/>
              <a:gd name="connsiteX70" fmla="*/ 1196929 w 1692801"/>
              <a:gd name="connsiteY70" fmla="*/ 561104 h 563950"/>
              <a:gd name="connsiteX71" fmla="*/ 1214029 w 1692801"/>
              <a:gd name="connsiteY71" fmla="*/ 560164 h 563950"/>
              <a:gd name="connsiteX72" fmla="*/ 1231129 w 1692801"/>
              <a:gd name="connsiteY72" fmla="*/ 558976 h 563950"/>
              <a:gd name="connsiteX73" fmla="*/ 1248229 w 1692801"/>
              <a:gd name="connsiteY73" fmla="*/ 557494 h 563950"/>
              <a:gd name="connsiteX74" fmla="*/ 1265329 w 1692801"/>
              <a:gd name="connsiteY74" fmla="*/ 555659 h 563950"/>
              <a:gd name="connsiteX75" fmla="*/ 1282429 w 1692801"/>
              <a:gd name="connsiteY75" fmla="*/ 553410 h 563950"/>
              <a:gd name="connsiteX76" fmla="*/ 1299520 w 1692801"/>
              <a:gd name="connsiteY76" fmla="*/ 550673 h 563950"/>
              <a:gd name="connsiteX77" fmla="*/ 1316620 w 1692801"/>
              <a:gd name="connsiteY77" fmla="*/ 547369 h 563950"/>
              <a:gd name="connsiteX78" fmla="*/ 1333720 w 1692801"/>
              <a:gd name="connsiteY78" fmla="*/ 543407 h 563950"/>
              <a:gd name="connsiteX79" fmla="*/ 1350820 w 1692801"/>
              <a:gd name="connsiteY79" fmla="*/ 538684 h 563950"/>
              <a:gd name="connsiteX80" fmla="*/ 1367920 w 1692801"/>
              <a:gd name="connsiteY80" fmla="*/ 533089 h 563950"/>
              <a:gd name="connsiteX81" fmla="*/ 1385020 w 1692801"/>
              <a:gd name="connsiteY81" fmla="*/ 526498 h 563950"/>
              <a:gd name="connsiteX82" fmla="*/ 1402120 w 1692801"/>
              <a:gd name="connsiteY82" fmla="*/ 518774 h 563950"/>
              <a:gd name="connsiteX83" fmla="*/ 1419220 w 1692801"/>
              <a:gd name="connsiteY83" fmla="*/ 509766 h 563950"/>
              <a:gd name="connsiteX84" fmla="*/ 1436320 w 1692801"/>
              <a:gd name="connsiteY84" fmla="*/ 499307 h 563950"/>
              <a:gd name="connsiteX85" fmla="*/ 1453411 w 1692801"/>
              <a:gd name="connsiteY85" fmla="*/ 487218 h 563950"/>
              <a:gd name="connsiteX86" fmla="*/ 1470511 w 1692801"/>
              <a:gd name="connsiteY86" fmla="*/ 473300 h 563950"/>
              <a:gd name="connsiteX87" fmla="*/ 1487611 w 1692801"/>
              <a:gd name="connsiteY87" fmla="*/ 457341 h 563950"/>
              <a:gd name="connsiteX88" fmla="*/ 1504711 w 1692801"/>
              <a:gd name="connsiteY88" fmla="*/ 439104 h 563950"/>
              <a:gd name="connsiteX89" fmla="*/ 1521811 w 1692801"/>
              <a:gd name="connsiteY89" fmla="*/ 418340 h 563950"/>
              <a:gd name="connsiteX90" fmla="*/ 1538911 w 1692801"/>
              <a:gd name="connsiteY90" fmla="*/ 394774 h 563950"/>
              <a:gd name="connsiteX91" fmla="*/ 1556011 w 1692801"/>
              <a:gd name="connsiteY91" fmla="*/ 368112 h 563950"/>
              <a:gd name="connsiteX92" fmla="*/ 1573111 w 1692801"/>
              <a:gd name="connsiteY92" fmla="*/ 338036 h 563950"/>
              <a:gd name="connsiteX93" fmla="*/ 1590211 w 1692801"/>
              <a:gd name="connsiteY93" fmla="*/ 304206 h 563950"/>
              <a:gd name="connsiteX94" fmla="*/ 1607302 w 1692801"/>
              <a:gd name="connsiteY94" fmla="*/ 266256 h 563950"/>
              <a:gd name="connsiteX95" fmla="*/ 1624402 w 1692801"/>
              <a:gd name="connsiteY95" fmla="*/ 223794 h 563950"/>
              <a:gd name="connsiteX96" fmla="*/ 1641502 w 1692801"/>
              <a:gd name="connsiteY96" fmla="*/ 176400 h 563950"/>
              <a:gd name="connsiteX97" fmla="*/ 1658602 w 1692801"/>
              <a:gd name="connsiteY97" fmla="*/ 123627 h 563950"/>
              <a:gd name="connsiteX98" fmla="*/ 1675702 w 1692801"/>
              <a:gd name="connsiteY98" fmla="*/ 64996 h 563950"/>
              <a:gd name="connsiteX99" fmla="*/ 1692802 w 1692801"/>
              <a:gd name="connsiteY99" fmla="*/ 0 h 56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692801" h="563950">
                <a:moveTo>
                  <a:pt x="0" y="0"/>
                </a:moveTo>
                <a:lnTo>
                  <a:pt x="17099" y="64996"/>
                </a:lnTo>
                <a:lnTo>
                  <a:pt x="34197" y="123627"/>
                </a:lnTo>
                <a:lnTo>
                  <a:pt x="51296" y="176400"/>
                </a:lnTo>
                <a:lnTo>
                  <a:pt x="68395" y="223794"/>
                </a:lnTo>
                <a:lnTo>
                  <a:pt x="85495" y="266256"/>
                </a:lnTo>
                <a:lnTo>
                  <a:pt x="102594" y="304206"/>
                </a:lnTo>
                <a:lnTo>
                  <a:pt x="119693" y="338036"/>
                </a:lnTo>
                <a:lnTo>
                  <a:pt x="136792" y="368112"/>
                </a:lnTo>
                <a:lnTo>
                  <a:pt x="153891" y="394774"/>
                </a:lnTo>
                <a:lnTo>
                  <a:pt x="170990" y="418340"/>
                </a:lnTo>
                <a:lnTo>
                  <a:pt x="188088" y="439104"/>
                </a:lnTo>
                <a:lnTo>
                  <a:pt x="205187" y="457341"/>
                </a:lnTo>
                <a:lnTo>
                  <a:pt x="222287" y="473300"/>
                </a:lnTo>
                <a:lnTo>
                  <a:pt x="239386" y="487218"/>
                </a:lnTo>
                <a:lnTo>
                  <a:pt x="256485" y="499307"/>
                </a:lnTo>
                <a:lnTo>
                  <a:pt x="273584" y="509766"/>
                </a:lnTo>
                <a:lnTo>
                  <a:pt x="290683" y="518774"/>
                </a:lnTo>
                <a:lnTo>
                  <a:pt x="307782" y="526498"/>
                </a:lnTo>
                <a:lnTo>
                  <a:pt x="324881" y="533089"/>
                </a:lnTo>
                <a:lnTo>
                  <a:pt x="341980" y="538684"/>
                </a:lnTo>
                <a:lnTo>
                  <a:pt x="359078" y="543407"/>
                </a:lnTo>
                <a:lnTo>
                  <a:pt x="376178" y="547369"/>
                </a:lnTo>
                <a:lnTo>
                  <a:pt x="393277" y="550673"/>
                </a:lnTo>
                <a:lnTo>
                  <a:pt x="410376" y="553410"/>
                </a:lnTo>
                <a:lnTo>
                  <a:pt x="427475" y="555659"/>
                </a:lnTo>
                <a:lnTo>
                  <a:pt x="444574" y="557494"/>
                </a:lnTo>
                <a:lnTo>
                  <a:pt x="461673" y="558976"/>
                </a:lnTo>
                <a:lnTo>
                  <a:pt x="478772" y="560164"/>
                </a:lnTo>
                <a:lnTo>
                  <a:pt x="495871" y="561104"/>
                </a:lnTo>
                <a:lnTo>
                  <a:pt x="512969" y="561842"/>
                </a:lnTo>
                <a:lnTo>
                  <a:pt x="530065" y="562413"/>
                </a:lnTo>
                <a:lnTo>
                  <a:pt x="547165" y="562849"/>
                </a:lnTo>
                <a:lnTo>
                  <a:pt x="564265" y="563176"/>
                </a:lnTo>
                <a:lnTo>
                  <a:pt x="581365" y="563418"/>
                </a:lnTo>
                <a:lnTo>
                  <a:pt x="598465" y="563594"/>
                </a:lnTo>
                <a:lnTo>
                  <a:pt x="615565" y="563718"/>
                </a:lnTo>
                <a:lnTo>
                  <a:pt x="632665" y="563803"/>
                </a:lnTo>
                <a:lnTo>
                  <a:pt x="649765" y="563861"/>
                </a:lnTo>
                <a:lnTo>
                  <a:pt x="666865" y="563899"/>
                </a:lnTo>
                <a:lnTo>
                  <a:pt x="683956" y="563922"/>
                </a:lnTo>
                <a:lnTo>
                  <a:pt x="701056" y="563936"/>
                </a:lnTo>
                <a:lnTo>
                  <a:pt x="718156" y="563943"/>
                </a:lnTo>
                <a:lnTo>
                  <a:pt x="735256" y="563947"/>
                </a:lnTo>
                <a:lnTo>
                  <a:pt x="752356" y="563949"/>
                </a:lnTo>
                <a:lnTo>
                  <a:pt x="769456" y="563950"/>
                </a:lnTo>
                <a:lnTo>
                  <a:pt x="786556" y="563950"/>
                </a:lnTo>
                <a:lnTo>
                  <a:pt x="803656" y="563950"/>
                </a:lnTo>
                <a:lnTo>
                  <a:pt x="820756" y="563950"/>
                </a:lnTo>
                <a:lnTo>
                  <a:pt x="837847" y="563950"/>
                </a:lnTo>
                <a:lnTo>
                  <a:pt x="854947" y="563950"/>
                </a:lnTo>
                <a:lnTo>
                  <a:pt x="872047" y="563950"/>
                </a:lnTo>
                <a:lnTo>
                  <a:pt x="889147" y="563950"/>
                </a:lnTo>
                <a:lnTo>
                  <a:pt x="906247" y="563950"/>
                </a:lnTo>
                <a:lnTo>
                  <a:pt x="923347" y="563950"/>
                </a:lnTo>
                <a:lnTo>
                  <a:pt x="940447" y="563949"/>
                </a:lnTo>
                <a:lnTo>
                  <a:pt x="957547" y="563947"/>
                </a:lnTo>
                <a:lnTo>
                  <a:pt x="974647" y="563943"/>
                </a:lnTo>
                <a:lnTo>
                  <a:pt x="991738" y="563936"/>
                </a:lnTo>
                <a:lnTo>
                  <a:pt x="1008838" y="563922"/>
                </a:lnTo>
                <a:lnTo>
                  <a:pt x="1025938" y="563899"/>
                </a:lnTo>
                <a:lnTo>
                  <a:pt x="1043038" y="563861"/>
                </a:lnTo>
                <a:lnTo>
                  <a:pt x="1060138" y="563803"/>
                </a:lnTo>
                <a:lnTo>
                  <a:pt x="1077238" y="563718"/>
                </a:lnTo>
                <a:lnTo>
                  <a:pt x="1094338" y="563594"/>
                </a:lnTo>
                <a:lnTo>
                  <a:pt x="1111438" y="563418"/>
                </a:lnTo>
                <a:lnTo>
                  <a:pt x="1128538" y="563176"/>
                </a:lnTo>
                <a:lnTo>
                  <a:pt x="1145629" y="562849"/>
                </a:lnTo>
                <a:lnTo>
                  <a:pt x="1162729" y="562413"/>
                </a:lnTo>
                <a:lnTo>
                  <a:pt x="1179829" y="561842"/>
                </a:lnTo>
                <a:lnTo>
                  <a:pt x="1196929" y="561104"/>
                </a:lnTo>
                <a:lnTo>
                  <a:pt x="1214029" y="560164"/>
                </a:lnTo>
                <a:lnTo>
                  <a:pt x="1231129" y="558976"/>
                </a:lnTo>
                <a:lnTo>
                  <a:pt x="1248229" y="557494"/>
                </a:lnTo>
                <a:lnTo>
                  <a:pt x="1265329" y="555659"/>
                </a:lnTo>
                <a:lnTo>
                  <a:pt x="1282429" y="553410"/>
                </a:lnTo>
                <a:lnTo>
                  <a:pt x="1299520" y="550673"/>
                </a:lnTo>
                <a:lnTo>
                  <a:pt x="1316620" y="547369"/>
                </a:lnTo>
                <a:lnTo>
                  <a:pt x="1333720" y="543407"/>
                </a:lnTo>
                <a:lnTo>
                  <a:pt x="1350820" y="538684"/>
                </a:lnTo>
                <a:lnTo>
                  <a:pt x="1367920" y="533089"/>
                </a:lnTo>
                <a:lnTo>
                  <a:pt x="1385020" y="526498"/>
                </a:lnTo>
                <a:lnTo>
                  <a:pt x="1402120" y="518774"/>
                </a:lnTo>
                <a:lnTo>
                  <a:pt x="1419220" y="509766"/>
                </a:lnTo>
                <a:lnTo>
                  <a:pt x="1436320" y="499307"/>
                </a:lnTo>
                <a:lnTo>
                  <a:pt x="1453411" y="487218"/>
                </a:lnTo>
                <a:lnTo>
                  <a:pt x="1470511" y="473300"/>
                </a:lnTo>
                <a:lnTo>
                  <a:pt x="1487611" y="457341"/>
                </a:lnTo>
                <a:lnTo>
                  <a:pt x="1504711" y="439104"/>
                </a:lnTo>
                <a:lnTo>
                  <a:pt x="1521811" y="418340"/>
                </a:lnTo>
                <a:lnTo>
                  <a:pt x="1538911" y="394774"/>
                </a:lnTo>
                <a:lnTo>
                  <a:pt x="1556011" y="368112"/>
                </a:lnTo>
                <a:lnTo>
                  <a:pt x="1573111" y="338036"/>
                </a:lnTo>
                <a:lnTo>
                  <a:pt x="1590211" y="304206"/>
                </a:lnTo>
                <a:lnTo>
                  <a:pt x="1607302" y="266256"/>
                </a:lnTo>
                <a:lnTo>
                  <a:pt x="1624402" y="223794"/>
                </a:lnTo>
                <a:lnTo>
                  <a:pt x="1641502" y="176400"/>
                </a:lnTo>
                <a:lnTo>
                  <a:pt x="1658602" y="123627"/>
                </a:lnTo>
                <a:lnTo>
                  <a:pt x="1675702" y="64996"/>
                </a:lnTo>
                <a:lnTo>
                  <a:pt x="1692802" y="0"/>
                </a:lnTo>
              </a:path>
            </a:pathLst>
          </a:custGeom>
          <a:noFill/>
          <a:ln w="10763" cap="rnd">
            <a:solidFill>
              <a:srgbClr val="00A9AD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0" name="Freeform 89">
            <a:extLst>
              <a:ext uri="{FF2B5EF4-FFF2-40B4-BE49-F238E27FC236}">
                <a16:creationId xmlns:a16="http://schemas.microsoft.com/office/drawing/2014/main" id="{02C5EE03-57BD-2DFF-5560-7BAC18C98C27}"/>
              </a:ext>
            </a:extLst>
          </p:cNvPr>
          <p:cNvSpPr/>
          <p:nvPr/>
        </p:nvSpPr>
        <p:spPr>
          <a:xfrm>
            <a:off x="732671" y="2000034"/>
            <a:ext cx="1692801" cy="1127897"/>
          </a:xfrm>
          <a:custGeom>
            <a:avLst/>
            <a:gdLst>
              <a:gd name="connsiteX0" fmla="*/ 0 w 1692801"/>
              <a:gd name="connsiteY0" fmla="*/ 1127897 h 1127897"/>
              <a:gd name="connsiteX1" fmla="*/ 17099 w 1692801"/>
              <a:gd name="connsiteY1" fmla="*/ 1052819 h 1127897"/>
              <a:gd name="connsiteX2" fmla="*/ 34197 w 1692801"/>
              <a:gd name="connsiteY2" fmla="*/ 986480 h 1127897"/>
              <a:gd name="connsiteX3" fmla="*/ 51296 w 1692801"/>
              <a:gd name="connsiteY3" fmla="*/ 928007 h 1127897"/>
              <a:gd name="connsiteX4" fmla="*/ 68395 w 1692801"/>
              <a:gd name="connsiteY4" fmla="*/ 876617 h 1127897"/>
              <a:gd name="connsiteX5" fmla="*/ 85495 w 1692801"/>
              <a:gd name="connsiteY5" fmla="*/ 831572 h 1127897"/>
              <a:gd name="connsiteX6" fmla="*/ 102594 w 1692801"/>
              <a:gd name="connsiteY6" fmla="*/ 792210 h 1127897"/>
              <a:gd name="connsiteX7" fmla="*/ 119693 w 1692801"/>
              <a:gd name="connsiteY7" fmla="*/ 757916 h 1127897"/>
              <a:gd name="connsiteX8" fmla="*/ 136792 w 1692801"/>
              <a:gd name="connsiteY8" fmla="*/ 728138 h 1127897"/>
              <a:gd name="connsiteX9" fmla="*/ 153891 w 1692801"/>
              <a:gd name="connsiteY9" fmla="*/ 702367 h 1127897"/>
              <a:gd name="connsiteX10" fmla="*/ 170990 w 1692801"/>
              <a:gd name="connsiteY10" fmla="*/ 680144 h 1127897"/>
              <a:gd name="connsiteX11" fmla="*/ 188088 w 1692801"/>
              <a:gd name="connsiteY11" fmla="*/ 661052 h 1127897"/>
              <a:gd name="connsiteX12" fmla="*/ 205187 w 1692801"/>
              <a:gd name="connsiteY12" fmla="*/ 644715 h 1127897"/>
              <a:gd name="connsiteX13" fmla="*/ 222287 w 1692801"/>
              <a:gd name="connsiteY13" fmla="*/ 630793 h 1127897"/>
              <a:gd name="connsiteX14" fmla="*/ 239386 w 1692801"/>
              <a:gd name="connsiteY14" fmla="*/ 618981 h 1127897"/>
              <a:gd name="connsiteX15" fmla="*/ 256485 w 1692801"/>
              <a:gd name="connsiteY15" fmla="*/ 609004 h 1127897"/>
              <a:gd name="connsiteX16" fmla="*/ 273584 w 1692801"/>
              <a:gd name="connsiteY16" fmla="*/ 600621 h 1127897"/>
              <a:gd name="connsiteX17" fmla="*/ 290683 w 1692801"/>
              <a:gd name="connsiteY17" fmla="*/ 593611 h 1127897"/>
              <a:gd name="connsiteX18" fmla="*/ 307782 w 1692801"/>
              <a:gd name="connsiteY18" fmla="*/ 587783 h 1127897"/>
              <a:gd name="connsiteX19" fmla="*/ 324881 w 1692801"/>
              <a:gd name="connsiteY19" fmla="*/ 582965 h 1127897"/>
              <a:gd name="connsiteX20" fmla="*/ 341980 w 1692801"/>
              <a:gd name="connsiteY20" fmla="*/ 579008 h 1127897"/>
              <a:gd name="connsiteX21" fmla="*/ 359078 w 1692801"/>
              <a:gd name="connsiteY21" fmla="*/ 575778 h 1127897"/>
              <a:gd name="connsiteX22" fmla="*/ 376178 w 1692801"/>
              <a:gd name="connsiteY22" fmla="*/ 573162 h 1127897"/>
              <a:gd name="connsiteX23" fmla="*/ 393277 w 1692801"/>
              <a:gd name="connsiteY23" fmla="*/ 571057 h 1127897"/>
              <a:gd name="connsiteX24" fmla="*/ 410376 w 1692801"/>
              <a:gd name="connsiteY24" fmla="*/ 569380 h 1127897"/>
              <a:gd name="connsiteX25" fmla="*/ 427475 w 1692801"/>
              <a:gd name="connsiteY25" fmla="*/ 568054 h 1127897"/>
              <a:gd name="connsiteX26" fmla="*/ 444574 w 1692801"/>
              <a:gd name="connsiteY26" fmla="*/ 567015 h 1127897"/>
              <a:gd name="connsiteX27" fmla="*/ 461673 w 1692801"/>
              <a:gd name="connsiteY27" fmla="*/ 566211 h 1127897"/>
              <a:gd name="connsiteX28" fmla="*/ 478772 w 1692801"/>
              <a:gd name="connsiteY28" fmla="*/ 565594 h 1127897"/>
              <a:gd name="connsiteX29" fmla="*/ 495871 w 1692801"/>
              <a:gd name="connsiteY29" fmla="*/ 565128 h 1127897"/>
              <a:gd name="connsiteX30" fmla="*/ 512969 w 1692801"/>
              <a:gd name="connsiteY30" fmla="*/ 564781 h 1127897"/>
              <a:gd name="connsiteX31" fmla="*/ 530065 w 1692801"/>
              <a:gd name="connsiteY31" fmla="*/ 564524 h 1127897"/>
              <a:gd name="connsiteX32" fmla="*/ 547165 w 1692801"/>
              <a:gd name="connsiteY32" fmla="*/ 564340 h 1127897"/>
              <a:gd name="connsiteX33" fmla="*/ 564265 w 1692801"/>
              <a:gd name="connsiteY33" fmla="*/ 564207 h 1127897"/>
              <a:gd name="connsiteX34" fmla="*/ 581365 w 1692801"/>
              <a:gd name="connsiteY34" fmla="*/ 564117 h 1127897"/>
              <a:gd name="connsiteX35" fmla="*/ 598465 w 1692801"/>
              <a:gd name="connsiteY35" fmla="*/ 564055 h 1127897"/>
              <a:gd name="connsiteX36" fmla="*/ 615565 w 1692801"/>
              <a:gd name="connsiteY36" fmla="*/ 564013 h 1127897"/>
              <a:gd name="connsiteX37" fmla="*/ 632665 w 1692801"/>
              <a:gd name="connsiteY37" fmla="*/ 563987 h 1127897"/>
              <a:gd name="connsiteX38" fmla="*/ 649765 w 1692801"/>
              <a:gd name="connsiteY38" fmla="*/ 563971 h 1127897"/>
              <a:gd name="connsiteX39" fmla="*/ 666865 w 1692801"/>
              <a:gd name="connsiteY39" fmla="*/ 563961 h 1127897"/>
              <a:gd name="connsiteX40" fmla="*/ 683956 w 1692801"/>
              <a:gd name="connsiteY40" fmla="*/ 563956 h 1127897"/>
              <a:gd name="connsiteX41" fmla="*/ 701056 w 1692801"/>
              <a:gd name="connsiteY41" fmla="*/ 563953 h 1127897"/>
              <a:gd name="connsiteX42" fmla="*/ 718156 w 1692801"/>
              <a:gd name="connsiteY42" fmla="*/ 563951 h 1127897"/>
              <a:gd name="connsiteX43" fmla="*/ 735256 w 1692801"/>
              <a:gd name="connsiteY43" fmla="*/ 563950 h 1127897"/>
              <a:gd name="connsiteX44" fmla="*/ 752356 w 1692801"/>
              <a:gd name="connsiteY44" fmla="*/ 563950 h 1127897"/>
              <a:gd name="connsiteX45" fmla="*/ 769456 w 1692801"/>
              <a:gd name="connsiteY45" fmla="*/ 563950 h 1127897"/>
              <a:gd name="connsiteX46" fmla="*/ 786556 w 1692801"/>
              <a:gd name="connsiteY46" fmla="*/ 563950 h 1127897"/>
              <a:gd name="connsiteX47" fmla="*/ 803656 w 1692801"/>
              <a:gd name="connsiteY47" fmla="*/ 563950 h 1127897"/>
              <a:gd name="connsiteX48" fmla="*/ 820756 w 1692801"/>
              <a:gd name="connsiteY48" fmla="*/ 563950 h 1127897"/>
              <a:gd name="connsiteX49" fmla="*/ 837847 w 1692801"/>
              <a:gd name="connsiteY49" fmla="*/ 563950 h 1127897"/>
              <a:gd name="connsiteX50" fmla="*/ 854947 w 1692801"/>
              <a:gd name="connsiteY50" fmla="*/ 563950 h 1127897"/>
              <a:gd name="connsiteX51" fmla="*/ 872047 w 1692801"/>
              <a:gd name="connsiteY51" fmla="*/ 563950 h 1127897"/>
              <a:gd name="connsiteX52" fmla="*/ 889147 w 1692801"/>
              <a:gd name="connsiteY52" fmla="*/ 563950 h 1127897"/>
              <a:gd name="connsiteX53" fmla="*/ 906247 w 1692801"/>
              <a:gd name="connsiteY53" fmla="*/ 563950 h 1127897"/>
              <a:gd name="connsiteX54" fmla="*/ 923347 w 1692801"/>
              <a:gd name="connsiteY54" fmla="*/ 563950 h 1127897"/>
              <a:gd name="connsiteX55" fmla="*/ 940447 w 1692801"/>
              <a:gd name="connsiteY55" fmla="*/ 563950 h 1127897"/>
              <a:gd name="connsiteX56" fmla="*/ 957547 w 1692801"/>
              <a:gd name="connsiteY56" fmla="*/ 563950 h 1127897"/>
              <a:gd name="connsiteX57" fmla="*/ 974647 w 1692801"/>
              <a:gd name="connsiteY57" fmla="*/ 563949 h 1127897"/>
              <a:gd name="connsiteX58" fmla="*/ 991738 w 1692801"/>
              <a:gd name="connsiteY58" fmla="*/ 563947 h 1127897"/>
              <a:gd name="connsiteX59" fmla="*/ 1008838 w 1692801"/>
              <a:gd name="connsiteY59" fmla="*/ 563945 h 1127897"/>
              <a:gd name="connsiteX60" fmla="*/ 1025938 w 1692801"/>
              <a:gd name="connsiteY60" fmla="*/ 563939 h 1127897"/>
              <a:gd name="connsiteX61" fmla="*/ 1043038 w 1692801"/>
              <a:gd name="connsiteY61" fmla="*/ 563929 h 1127897"/>
              <a:gd name="connsiteX62" fmla="*/ 1060138 w 1692801"/>
              <a:gd name="connsiteY62" fmla="*/ 563913 h 1127897"/>
              <a:gd name="connsiteX63" fmla="*/ 1077238 w 1692801"/>
              <a:gd name="connsiteY63" fmla="*/ 563887 h 1127897"/>
              <a:gd name="connsiteX64" fmla="*/ 1094338 w 1692801"/>
              <a:gd name="connsiteY64" fmla="*/ 563846 h 1127897"/>
              <a:gd name="connsiteX65" fmla="*/ 1111438 w 1692801"/>
              <a:gd name="connsiteY65" fmla="*/ 563784 h 1127897"/>
              <a:gd name="connsiteX66" fmla="*/ 1128538 w 1692801"/>
              <a:gd name="connsiteY66" fmla="*/ 563692 h 1127897"/>
              <a:gd name="connsiteX67" fmla="*/ 1145629 w 1692801"/>
              <a:gd name="connsiteY67" fmla="*/ 563560 h 1127897"/>
              <a:gd name="connsiteX68" fmla="*/ 1162729 w 1692801"/>
              <a:gd name="connsiteY68" fmla="*/ 563376 h 1127897"/>
              <a:gd name="connsiteX69" fmla="*/ 1179829 w 1692801"/>
              <a:gd name="connsiteY69" fmla="*/ 563119 h 1127897"/>
              <a:gd name="connsiteX70" fmla="*/ 1196929 w 1692801"/>
              <a:gd name="connsiteY70" fmla="*/ 562772 h 1127897"/>
              <a:gd name="connsiteX71" fmla="*/ 1214029 w 1692801"/>
              <a:gd name="connsiteY71" fmla="*/ 562306 h 1127897"/>
              <a:gd name="connsiteX72" fmla="*/ 1231129 w 1692801"/>
              <a:gd name="connsiteY72" fmla="*/ 561689 h 1127897"/>
              <a:gd name="connsiteX73" fmla="*/ 1248229 w 1692801"/>
              <a:gd name="connsiteY73" fmla="*/ 560885 h 1127897"/>
              <a:gd name="connsiteX74" fmla="*/ 1265329 w 1692801"/>
              <a:gd name="connsiteY74" fmla="*/ 559846 h 1127897"/>
              <a:gd name="connsiteX75" fmla="*/ 1282429 w 1692801"/>
              <a:gd name="connsiteY75" fmla="*/ 558520 h 1127897"/>
              <a:gd name="connsiteX76" fmla="*/ 1299520 w 1692801"/>
              <a:gd name="connsiteY76" fmla="*/ 556843 h 1127897"/>
              <a:gd name="connsiteX77" fmla="*/ 1316620 w 1692801"/>
              <a:gd name="connsiteY77" fmla="*/ 554739 h 1127897"/>
              <a:gd name="connsiteX78" fmla="*/ 1333720 w 1692801"/>
              <a:gd name="connsiteY78" fmla="*/ 552122 h 1127897"/>
              <a:gd name="connsiteX79" fmla="*/ 1350820 w 1692801"/>
              <a:gd name="connsiteY79" fmla="*/ 548892 h 1127897"/>
              <a:gd name="connsiteX80" fmla="*/ 1367920 w 1692801"/>
              <a:gd name="connsiteY80" fmla="*/ 544935 h 1127897"/>
              <a:gd name="connsiteX81" fmla="*/ 1385020 w 1692801"/>
              <a:gd name="connsiteY81" fmla="*/ 540117 h 1127897"/>
              <a:gd name="connsiteX82" fmla="*/ 1402120 w 1692801"/>
              <a:gd name="connsiteY82" fmla="*/ 534289 h 1127897"/>
              <a:gd name="connsiteX83" fmla="*/ 1419220 w 1692801"/>
              <a:gd name="connsiteY83" fmla="*/ 527280 h 1127897"/>
              <a:gd name="connsiteX84" fmla="*/ 1436320 w 1692801"/>
              <a:gd name="connsiteY84" fmla="*/ 518895 h 1127897"/>
              <a:gd name="connsiteX85" fmla="*/ 1453411 w 1692801"/>
              <a:gd name="connsiteY85" fmla="*/ 508920 h 1127897"/>
              <a:gd name="connsiteX86" fmla="*/ 1470511 w 1692801"/>
              <a:gd name="connsiteY86" fmla="*/ 497107 h 1127897"/>
              <a:gd name="connsiteX87" fmla="*/ 1487611 w 1692801"/>
              <a:gd name="connsiteY87" fmla="*/ 483185 h 1127897"/>
              <a:gd name="connsiteX88" fmla="*/ 1504711 w 1692801"/>
              <a:gd name="connsiteY88" fmla="*/ 466848 h 1127897"/>
              <a:gd name="connsiteX89" fmla="*/ 1521811 w 1692801"/>
              <a:gd name="connsiteY89" fmla="*/ 447756 h 1127897"/>
              <a:gd name="connsiteX90" fmla="*/ 1538911 w 1692801"/>
              <a:gd name="connsiteY90" fmla="*/ 425533 h 1127897"/>
              <a:gd name="connsiteX91" fmla="*/ 1556011 w 1692801"/>
              <a:gd name="connsiteY91" fmla="*/ 399762 h 1127897"/>
              <a:gd name="connsiteX92" fmla="*/ 1573111 w 1692801"/>
              <a:gd name="connsiteY92" fmla="*/ 369984 h 1127897"/>
              <a:gd name="connsiteX93" fmla="*/ 1590211 w 1692801"/>
              <a:gd name="connsiteY93" fmla="*/ 335690 h 1127897"/>
              <a:gd name="connsiteX94" fmla="*/ 1607302 w 1692801"/>
              <a:gd name="connsiteY94" fmla="*/ 296326 h 1127897"/>
              <a:gd name="connsiteX95" fmla="*/ 1624402 w 1692801"/>
              <a:gd name="connsiteY95" fmla="*/ 251282 h 1127897"/>
              <a:gd name="connsiteX96" fmla="*/ 1641502 w 1692801"/>
              <a:gd name="connsiteY96" fmla="*/ 199888 h 1127897"/>
              <a:gd name="connsiteX97" fmla="*/ 1658602 w 1692801"/>
              <a:gd name="connsiteY97" fmla="*/ 141418 h 1127897"/>
              <a:gd name="connsiteX98" fmla="*/ 1675702 w 1692801"/>
              <a:gd name="connsiteY98" fmla="*/ 75076 h 1127897"/>
              <a:gd name="connsiteX99" fmla="*/ 1692802 w 1692801"/>
              <a:gd name="connsiteY99" fmla="*/ 0 h 1127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692801" h="1127897">
                <a:moveTo>
                  <a:pt x="0" y="1127897"/>
                </a:moveTo>
                <a:lnTo>
                  <a:pt x="17099" y="1052819"/>
                </a:lnTo>
                <a:lnTo>
                  <a:pt x="34197" y="986480"/>
                </a:lnTo>
                <a:lnTo>
                  <a:pt x="51296" y="928007"/>
                </a:lnTo>
                <a:lnTo>
                  <a:pt x="68395" y="876617"/>
                </a:lnTo>
                <a:lnTo>
                  <a:pt x="85495" y="831572"/>
                </a:lnTo>
                <a:lnTo>
                  <a:pt x="102594" y="792210"/>
                </a:lnTo>
                <a:lnTo>
                  <a:pt x="119693" y="757916"/>
                </a:lnTo>
                <a:lnTo>
                  <a:pt x="136792" y="728138"/>
                </a:lnTo>
                <a:lnTo>
                  <a:pt x="153891" y="702367"/>
                </a:lnTo>
                <a:lnTo>
                  <a:pt x="170990" y="680144"/>
                </a:lnTo>
                <a:lnTo>
                  <a:pt x="188088" y="661052"/>
                </a:lnTo>
                <a:lnTo>
                  <a:pt x="205187" y="644715"/>
                </a:lnTo>
                <a:lnTo>
                  <a:pt x="222287" y="630793"/>
                </a:lnTo>
                <a:lnTo>
                  <a:pt x="239386" y="618981"/>
                </a:lnTo>
                <a:lnTo>
                  <a:pt x="256485" y="609004"/>
                </a:lnTo>
                <a:lnTo>
                  <a:pt x="273584" y="600621"/>
                </a:lnTo>
                <a:lnTo>
                  <a:pt x="290683" y="593611"/>
                </a:lnTo>
                <a:lnTo>
                  <a:pt x="307782" y="587783"/>
                </a:lnTo>
                <a:lnTo>
                  <a:pt x="324881" y="582965"/>
                </a:lnTo>
                <a:lnTo>
                  <a:pt x="341980" y="579008"/>
                </a:lnTo>
                <a:lnTo>
                  <a:pt x="359078" y="575778"/>
                </a:lnTo>
                <a:lnTo>
                  <a:pt x="376178" y="573162"/>
                </a:lnTo>
                <a:lnTo>
                  <a:pt x="393277" y="571057"/>
                </a:lnTo>
                <a:lnTo>
                  <a:pt x="410376" y="569380"/>
                </a:lnTo>
                <a:lnTo>
                  <a:pt x="427475" y="568054"/>
                </a:lnTo>
                <a:lnTo>
                  <a:pt x="444574" y="567015"/>
                </a:lnTo>
                <a:lnTo>
                  <a:pt x="461673" y="566211"/>
                </a:lnTo>
                <a:lnTo>
                  <a:pt x="478772" y="565594"/>
                </a:lnTo>
                <a:lnTo>
                  <a:pt x="495871" y="565128"/>
                </a:lnTo>
                <a:lnTo>
                  <a:pt x="512969" y="564781"/>
                </a:lnTo>
                <a:lnTo>
                  <a:pt x="530065" y="564524"/>
                </a:lnTo>
                <a:lnTo>
                  <a:pt x="547165" y="564340"/>
                </a:lnTo>
                <a:lnTo>
                  <a:pt x="564265" y="564207"/>
                </a:lnTo>
                <a:lnTo>
                  <a:pt x="581365" y="564117"/>
                </a:lnTo>
                <a:lnTo>
                  <a:pt x="598465" y="564055"/>
                </a:lnTo>
                <a:lnTo>
                  <a:pt x="615565" y="564013"/>
                </a:lnTo>
                <a:lnTo>
                  <a:pt x="632665" y="563987"/>
                </a:lnTo>
                <a:lnTo>
                  <a:pt x="649765" y="563971"/>
                </a:lnTo>
                <a:lnTo>
                  <a:pt x="666865" y="563961"/>
                </a:lnTo>
                <a:lnTo>
                  <a:pt x="683956" y="563956"/>
                </a:lnTo>
                <a:lnTo>
                  <a:pt x="701056" y="563953"/>
                </a:lnTo>
                <a:lnTo>
                  <a:pt x="718156" y="563951"/>
                </a:lnTo>
                <a:lnTo>
                  <a:pt x="735256" y="563950"/>
                </a:lnTo>
                <a:lnTo>
                  <a:pt x="752356" y="563950"/>
                </a:lnTo>
                <a:lnTo>
                  <a:pt x="769456" y="563950"/>
                </a:lnTo>
                <a:lnTo>
                  <a:pt x="786556" y="563950"/>
                </a:lnTo>
                <a:lnTo>
                  <a:pt x="803656" y="563950"/>
                </a:lnTo>
                <a:lnTo>
                  <a:pt x="820756" y="563950"/>
                </a:lnTo>
                <a:lnTo>
                  <a:pt x="837847" y="563950"/>
                </a:lnTo>
                <a:lnTo>
                  <a:pt x="854947" y="563950"/>
                </a:lnTo>
                <a:lnTo>
                  <a:pt x="872047" y="563950"/>
                </a:lnTo>
                <a:lnTo>
                  <a:pt x="889147" y="563950"/>
                </a:lnTo>
                <a:lnTo>
                  <a:pt x="906247" y="563950"/>
                </a:lnTo>
                <a:lnTo>
                  <a:pt x="923347" y="563950"/>
                </a:lnTo>
                <a:lnTo>
                  <a:pt x="940447" y="563950"/>
                </a:lnTo>
                <a:lnTo>
                  <a:pt x="957547" y="563950"/>
                </a:lnTo>
                <a:lnTo>
                  <a:pt x="974647" y="563949"/>
                </a:lnTo>
                <a:lnTo>
                  <a:pt x="991738" y="563947"/>
                </a:lnTo>
                <a:lnTo>
                  <a:pt x="1008838" y="563945"/>
                </a:lnTo>
                <a:lnTo>
                  <a:pt x="1025938" y="563939"/>
                </a:lnTo>
                <a:lnTo>
                  <a:pt x="1043038" y="563929"/>
                </a:lnTo>
                <a:lnTo>
                  <a:pt x="1060138" y="563913"/>
                </a:lnTo>
                <a:lnTo>
                  <a:pt x="1077238" y="563887"/>
                </a:lnTo>
                <a:lnTo>
                  <a:pt x="1094338" y="563846"/>
                </a:lnTo>
                <a:lnTo>
                  <a:pt x="1111438" y="563784"/>
                </a:lnTo>
                <a:lnTo>
                  <a:pt x="1128538" y="563692"/>
                </a:lnTo>
                <a:lnTo>
                  <a:pt x="1145629" y="563560"/>
                </a:lnTo>
                <a:lnTo>
                  <a:pt x="1162729" y="563376"/>
                </a:lnTo>
                <a:lnTo>
                  <a:pt x="1179829" y="563119"/>
                </a:lnTo>
                <a:lnTo>
                  <a:pt x="1196929" y="562772"/>
                </a:lnTo>
                <a:lnTo>
                  <a:pt x="1214029" y="562306"/>
                </a:lnTo>
                <a:lnTo>
                  <a:pt x="1231129" y="561689"/>
                </a:lnTo>
                <a:lnTo>
                  <a:pt x="1248229" y="560885"/>
                </a:lnTo>
                <a:lnTo>
                  <a:pt x="1265329" y="559846"/>
                </a:lnTo>
                <a:lnTo>
                  <a:pt x="1282429" y="558520"/>
                </a:lnTo>
                <a:lnTo>
                  <a:pt x="1299520" y="556843"/>
                </a:lnTo>
                <a:lnTo>
                  <a:pt x="1316620" y="554739"/>
                </a:lnTo>
                <a:lnTo>
                  <a:pt x="1333720" y="552122"/>
                </a:lnTo>
                <a:lnTo>
                  <a:pt x="1350820" y="548892"/>
                </a:lnTo>
                <a:lnTo>
                  <a:pt x="1367920" y="544935"/>
                </a:lnTo>
                <a:lnTo>
                  <a:pt x="1385020" y="540117"/>
                </a:lnTo>
                <a:lnTo>
                  <a:pt x="1402120" y="534289"/>
                </a:lnTo>
                <a:lnTo>
                  <a:pt x="1419220" y="527280"/>
                </a:lnTo>
                <a:lnTo>
                  <a:pt x="1436320" y="518895"/>
                </a:lnTo>
                <a:lnTo>
                  <a:pt x="1453411" y="508920"/>
                </a:lnTo>
                <a:lnTo>
                  <a:pt x="1470511" y="497107"/>
                </a:lnTo>
                <a:lnTo>
                  <a:pt x="1487611" y="483185"/>
                </a:lnTo>
                <a:lnTo>
                  <a:pt x="1504711" y="466848"/>
                </a:lnTo>
                <a:lnTo>
                  <a:pt x="1521811" y="447756"/>
                </a:lnTo>
                <a:lnTo>
                  <a:pt x="1538911" y="425533"/>
                </a:lnTo>
                <a:lnTo>
                  <a:pt x="1556011" y="399762"/>
                </a:lnTo>
                <a:lnTo>
                  <a:pt x="1573111" y="369984"/>
                </a:lnTo>
                <a:lnTo>
                  <a:pt x="1590211" y="335690"/>
                </a:lnTo>
                <a:lnTo>
                  <a:pt x="1607302" y="296326"/>
                </a:lnTo>
                <a:lnTo>
                  <a:pt x="1624402" y="251282"/>
                </a:lnTo>
                <a:lnTo>
                  <a:pt x="1641502" y="199888"/>
                </a:lnTo>
                <a:lnTo>
                  <a:pt x="1658602" y="141418"/>
                </a:lnTo>
                <a:lnTo>
                  <a:pt x="1675702" y="75076"/>
                </a:lnTo>
                <a:lnTo>
                  <a:pt x="1692802" y="0"/>
                </a:lnTo>
              </a:path>
            </a:pathLst>
          </a:custGeom>
          <a:noFill/>
          <a:ln w="10763" cap="rnd">
            <a:solidFill>
              <a:srgbClr val="ED5D92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1" name="Freeform 90">
            <a:extLst>
              <a:ext uri="{FF2B5EF4-FFF2-40B4-BE49-F238E27FC236}">
                <a16:creationId xmlns:a16="http://schemas.microsoft.com/office/drawing/2014/main" id="{62B334F3-1A1B-787E-C60C-BA9F559C4F25}"/>
              </a:ext>
            </a:extLst>
          </p:cNvPr>
          <p:cNvSpPr/>
          <p:nvPr/>
        </p:nvSpPr>
        <p:spPr>
          <a:xfrm>
            <a:off x="732671" y="2000034"/>
            <a:ext cx="1692801" cy="563950"/>
          </a:xfrm>
          <a:custGeom>
            <a:avLst/>
            <a:gdLst>
              <a:gd name="connsiteX0" fmla="*/ 0 w 1692801"/>
              <a:gd name="connsiteY0" fmla="*/ 0 h 563950"/>
              <a:gd name="connsiteX1" fmla="*/ 17099 w 1692801"/>
              <a:gd name="connsiteY1" fmla="*/ 84953 h 563950"/>
              <a:gd name="connsiteX2" fmla="*/ 34197 w 1692801"/>
              <a:gd name="connsiteY2" fmla="*/ 158490 h 563950"/>
              <a:gd name="connsiteX3" fmla="*/ 51296 w 1692801"/>
              <a:gd name="connsiteY3" fmla="*/ 221953 h 563950"/>
              <a:gd name="connsiteX4" fmla="*/ 68395 w 1692801"/>
              <a:gd name="connsiteY4" fmla="*/ 276548 h 563950"/>
              <a:gd name="connsiteX5" fmla="*/ 85495 w 1692801"/>
              <a:gd name="connsiteY5" fmla="*/ 323359 h 563950"/>
              <a:gd name="connsiteX6" fmla="*/ 102594 w 1692801"/>
              <a:gd name="connsiteY6" fmla="*/ 363358 h 563950"/>
              <a:gd name="connsiteX7" fmla="*/ 119693 w 1692801"/>
              <a:gd name="connsiteY7" fmla="*/ 397413 h 563950"/>
              <a:gd name="connsiteX8" fmla="*/ 136792 w 1692801"/>
              <a:gd name="connsiteY8" fmla="*/ 426298 h 563950"/>
              <a:gd name="connsiteX9" fmla="*/ 153891 w 1692801"/>
              <a:gd name="connsiteY9" fmla="*/ 450699 h 563950"/>
              <a:gd name="connsiteX10" fmla="*/ 170990 w 1692801"/>
              <a:gd name="connsiteY10" fmla="*/ 471229 h 563950"/>
              <a:gd name="connsiteX11" fmla="*/ 188088 w 1692801"/>
              <a:gd name="connsiteY11" fmla="*/ 488426 h 563950"/>
              <a:gd name="connsiteX12" fmla="*/ 205187 w 1692801"/>
              <a:gd name="connsiteY12" fmla="*/ 502765 h 563950"/>
              <a:gd name="connsiteX13" fmla="*/ 222287 w 1692801"/>
              <a:gd name="connsiteY13" fmla="*/ 514662 h 563950"/>
              <a:gd name="connsiteX14" fmla="*/ 239386 w 1692801"/>
              <a:gd name="connsiteY14" fmla="*/ 524484 h 563950"/>
              <a:gd name="connsiteX15" fmla="*/ 256485 w 1692801"/>
              <a:gd name="connsiteY15" fmla="*/ 532548 h 563950"/>
              <a:gd name="connsiteX16" fmla="*/ 273584 w 1692801"/>
              <a:gd name="connsiteY16" fmla="*/ 539133 h 563950"/>
              <a:gd name="connsiteX17" fmla="*/ 290683 w 1692801"/>
              <a:gd name="connsiteY17" fmla="*/ 544476 h 563950"/>
              <a:gd name="connsiteX18" fmla="*/ 307782 w 1692801"/>
              <a:gd name="connsiteY18" fmla="*/ 548783 h 563950"/>
              <a:gd name="connsiteX19" fmla="*/ 324881 w 1692801"/>
              <a:gd name="connsiteY19" fmla="*/ 552234 h 563950"/>
              <a:gd name="connsiteX20" fmla="*/ 341980 w 1692801"/>
              <a:gd name="connsiteY20" fmla="*/ 554976 h 563950"/>
              <a:gd name="connsiteX21" fmla="*/ 359078 w 1692801"/>
              <a:gd name="connsiteY21" fmla="*/ 557140 h 563950"/>
              <a:gd name="connsiteX22" fmla="*/ 376178 w 1692801"/>
              <a:gd name="connsiteY22" fmla="*/ 558833 h 563950"/>
              <a:gd name="connsiteX23" fmla="*/ 393277 w 1692801"/>
              <a:gd name="connsiteY23" fmla="*/ 560145 h 563950"/>
              <a:gd name="connsiteX24" fmla="*/ 410376 w 1692801"/>
              <a:gd name="connsiteY24" fmla="*/ 561153 h 563950"/>
              <a:gd name="connsiteX25" fmla="*/ 427475 w 1692801"/>
              <a:gd name="connsiteY25" fmla="*/ 561919 h 563950"/>
              <a:gd name="connsiteX26" fmla="*/ 444574 w 1692801"/>
              <a:gd name="connsiteY26" fmla="*/ 562495 h 563950"/>
              <a:gd name="connsiteX27" fmla="*/ 461673 w 1692801"/>
              <a:gd name="connsiteY27" fmla="*/ 562922 h 563950"/>
              <a:gd name="connsiteX28" fmla="*/ 478772 w 1692801"/>
              <a:gd name="connsiteY28" fmla="*/ 563236 h 563950"/>
              <a:gd name="connsiteX29" fmla="*/ 495871 w 1692801"/>
              <a:gd name="connsiteY29" fmla="*/ 563462 h 563950"/>
              <a:gd name="connsiteX30" fmla="*/ 512969 w 1692801"/>
              <a:gd name="connsiteY30" fmla="*/ 563623 h 563950"/>
              <a:gd name="connsiteX31" fmla="*/ 530065 w 1692801"/>
              <a:gd name="connsiteY31" fmla="*/ 563735 h 563950"/>
              <a:gd name="connsiteX32" fmla="*/ 547165 w 1692801"/>
              <a:gd name="connsiteY32" fmla="*/ 563812 h 563950"/>
              <a:gd name="connsiteX33" fmla="*/ 564265 w 1692801"/>
              <a:gd name="connsiteY33" fmla="*/ 563864 h 563950"/>
              <a:gd name="connsiteX34" fmla="*/ 581365 w 1692801"/>
              <a:gd name="connsiteY34" fmla="*/ 563898 h 563950"/>
              <a:gd name="connsiteX35" fmla="*/ 598465 w 1692801"/>
              <a:gd name="connsiteY35" fmla="*/ 563920 h 563950"/>
              <a:gd name="connsiteX36" fmla="*/ 615565 w 1692801"/>
              <a:gd name="connsiteY36" fmla="*/ 563933 h 563950"/>
              <a:gd name="connsiteX37" fmla="*/ 632665 w 1692801"/>
              <a:gd name="connsiteY37" fmla="*/ 563941 h 563950"/>
              <a:gd name="connsiteX38" fmla="*/ 649765 w 1692801"/>
              <a:gd name="connsiteY38" fmla="*/ 563946 h 563950"/>
              <a:gd name="connsiteX39" fmla="*/ 666865 w 1692801"/>
              <a:gd name="connsiteY39" fmla="*/ 563947 h 563950"/>
              <a:gd name="connsiteX40" fmla="*/ 683956 w 1692801"/>
              <a:gd name="connsiteY40" fmla="*/ 563949 h 563950"/>
              <a:gd name="connsiteX41" fmla="*/ 701056 w 1692801"/>
              <a:gd name="connsiteY41" fmla="*/ 563949 h 563950"/>
              <a:gd name="connsiteX42" fmla="*/ 718156 w 1692801"/>
              <a:gd name="connsiteY42" fmla="*/ 563950 h 563950"/>
              <a:gd name="connsiteX43" fmla="*/ 735256 w 1692801"/>
              <a:gd name="connsiteY43" fmla="*/ 563950 h 563950"/>
              <a:gd name="connsiteX44" fmla="*/ 752356 w 1692801"/>
              <a:gd name="connsiteY44" fmla="*/ 563950 h 563950"/>
              <a:gd name="connsiteX45" fmla="*/ 769456 w 1692801"/>
              <a:gd name="connsiteY45" fmla="*/ 563950 h 563950"/>
              <a:gd name="connsiteX46" fmla="*/ 786556 w 1692801"/>
              <a:gd name="connsiteY46" fmla="*/ 563950 h 563950"/>
              <a:gd name="connsiteX47" fmla="*/ 803656 w 1692801"/>
              <a:gd name="connsiteY47" fmla="*/ 563950 h 563950"/>
              <a:gd name="connsiteX48" fmla="*/ 820756 w 1692801"/>
              <a:gd name="connsiteY48" fmla="*/ 563950 h 563950"/>
              <a:gd name="connsiteX49" fmla="*/ 837847 w 1692801"/>
              <a:gd name="connsiteY49" fmla="*/ 563950 h 563950"/>
              <a:gd name="connsiteX50" fmla="*/ 854947 w 1692801"/>
              <a:gd name="connsiteY50" fmla="*/ 563950 h 563950"/>
              <a:gd name="connsiteX51" fmla="*/ 872047 w 1692801"/>
              <a:gd name="connsiteY51" fmla="*/ 563950 h 563950"/>
              <a:gd name="connsiteX52" fmla="*/ 889147 w 1692801"/>
              <a:gd name="connsiteY52" fmla="*/ 563950 h 563950"/>
              <a:gd name="connsiteX53" fmla="*/ 906247 w 1692801"/>
              <a:gd name="connsiteY53" fmla="*/ 563950 h 563950"/>
              <a:gd name="connsiteX54" fmla="*/ 923347 w 1692801"/>
              <a:gd name="connsiteY54" fmla="*/ 563950 h 563950"/>
              <a:gd name="connsiteX55" fmla="*/ 940447 w 1692801"/>
              <a:gd name="connsiteY55" fmla="*/ 563950 h 563950"/>
              <a:gd name="connsiteX56" fmla="*/ 957547 w 1692801"/>
              <a:gd name="connsiteY56" fmla="*/ 563950 h 563950"/>
              <a:gd name="connsiteX57" fmla="*/ 974647 w 1692801"/>
              <a:gd name="connsiteY57" fmla="*/ 563950 h 563950"/>
              <a:gd name="connsiteX58" fmla="*/ 991738 w 1692801"/>
              <a:gd name="connsiteY58" fmla="*/ 563949 h 563950"/>
              <a:gd name="connsiteX59" fmla="*/ 1008838 w 1692801"/>
              <a:gd name="connsiteY59" fmla="*/ 563949 h 563950"/>
              <a:gd name="connsiteX60" fmla="*/ 1025938 w 1692801"/>
              <a:gd name="connsiteY60" fmla="*/ 563947 h 563950"/>
              <a:gd name="connsiteX61" fmla="*/ 1043038 w 1692801"/>
              <a:gd name="connsiteY61" fmla="*/ 563946 h 563950"/>
              <a:gd name="connsiteX62" fmla="*/ 1060138 w 1692801"/>
              <a:gd name="connsiteY62" fmla="*/ 563941 h 563950"/>
              <a:gd name="connsiteX63" fmla="*/ 1077238 w 1692801"/>
              <a:gd name="connsiteY63" fmla="*/ 563933 h 563950"/>
              <a:gd name="connsiteX64" fmla="*/ 1094338 w 1692801"/>
              <a:gd name="connsiteY64" fmla="*/ 563920 h 563950"/>
              <a:gd name="connsiteX65" fmla="*/ 1111438 w 1692801"/>
              <a:gd name="connsiteY65" fmla="*/ 563898 h 563950"/>
              <a:gd name="connsiteX66" fmla="*/ 1128538 w 1692801"/>
              <a:gd name="connsiteY66" fmla="*/ 563864 h 563950"/>
              <a:gd name="connsiteX67" fmla="*/ 1145629 w 1692801"/>
              <a:gd name="connsiteY67" fmla="*/ 563812 h 563950"/>
              <a:gd name="connsiteX68" fmla="*/ 1162729 w 1692801"/>
              <a:gd name="connsiteY68" fmla="*/ 563735 h 563950"/>
              <a:gd name="connsiteX69" fmla="*/ 1179829 w 1692801"/>
              <a:gd name="connsiteY69" fmla="*/ 563623 h 563950"/>
              <a:gd name="connsiteX70" fmla="*/ 1196929 w 1692801"/>
              <a:gd name="connsiteY70" fmla="*/ 563462 h 563950"/>
              <a:gd name="connsiteX71" fmla="*/ 1214029 w 1692801"/>
              <a:gd name="connsiteY71" fmla="*/ 563236 h 563950"/>
              <a:gd name="connsiteX72" fmla="*/ 1231129 w 1692801"/>
              <a:gd name="connsiteY72" fmla="*/ 562922 h 563950"/>
              <a:gd name="connsiteX73" fmla="*/ 1248229 w 1692801"/>
              <a:gd name="connsiteY73" fmla="*/ 562495 h 563950"/>
              <a:gd name="connsiteX74" fmla="*/ 1265329 w 1692801"/>
              <a:gd name="connsiteY74" fmla="*/ 561919 h 563950"/>
              <a:gd name="connsiteX75" fmla="*/ 1282429 w 1692801"/>
              <a:gd name="connsiteY75" fmla="*/ 561153 h 563950"/>
              <a:gd name="connsiteX76" fmla="*/ 1299520 w 1692801"/>
              <a:gd name="connsiteY76" fmla="*/ 560145 h 563950"/>
              <a:gd name="connsiteX77" fmla="*/ 1316620 w 1692801"/>
              <a:gd name="connsiteY77" fmla="*/ 558833 h 563950"/>
              <a:gd name="connsiteX78" fmla="*/ 1333720 w 1692801"/>
              <a:gd name="connsiteY78" fmla="*/ 557140 h 563950"/>
              <a:gd name="connsiteX79" fmla="*/ 1350820 w 1692801"/>
              <a:gd name="connsiteY79" fmla="*/ 554976 h 563950"/>
              <a:gd name="connsiteX80" fmla="*/ 1367920 w 1692801"/>
              <a:gd name="connsiteY80" fmla="*/ 552234 h 563950"/>
              <a:gd name="connsiteX81" fmla="*/ 1385020 w 1692801"/>
              <a:gd name="connsiteY81" fmla="*/ 548783 h 563950"/>
              <a:gd name="connsiteX82" fmla="*/ 1402120 w 1692801"/>
              <a:gd name="connsiteY82" fmla="*/ 544476 h 563950"/>
              <a:gd name="connsiteX83" fmla="*/ 1419220 w 1692801"/>
              <a:gd name="connsiteY83" fmla="*/ 539133 h 563950"/>
              <a:gd name="connsiteX84" fmla="*/ 1436320 w 1692801"/>
              <a:gd name="connsiteY84" fmla="*/ 532548 h 563950"/>
              <a:gd name="connsiteX85" fmla="*/ 1453411 w 1692801"/>
              <a:gd name="connsiteY85" fmla="*/ 524484 h 563950"/>
              <a:gd name="connsiteX86" fmla="*/ 1470511 w 1692801"/>
              <a:gd name="connsiteY86" fmla="*/ 514662 h 563950"/>
              <a:gd name="connsiteX87" fmla="*/ 1487611 w 1692801"/>
              <a:gd name="connsiteY87" fmla="*/ 502765 h 563950"/>
              <a:gd name="connsiteX88" fmla="*/ 1504711 w 1692801"/>
              <a:gd name="connsiteY88" fmla="*/ 488426 h 563950"/>
              <a:gd name="connsiteX89" fmla="*/ 1521811 w 1692801"/>
              <a:gd name="connsiteY89" fmla="*/ 471229 h 563950"/>
              <a:gd name="connsiteX90" fmla="*/ 1538911 w 1692801"/>
              <a:gd name="connsiteY90" fmla="*/ 450699 h 563950"/>
              <a:gd name="connsiteX91" fmla="*/ 1556011 w 1692801"/>
              <a:gd name="connsiteY91" fmla="*/ 426298 h 563950"/>
              <a:gd name="connsiteX92" fmla="*/ 1573111 w 1692801"/>
              <a:gd name="connsiteY92" fmla="*/ 397413 h 563950"/>
              <a:gd name="connsiteX93" fmla="*/ 1590211 w 1692801"/>
              <a:gd name="connsiteY93" fmla="*/ 363358 h 563950"/>
              <a:gd name="connsiteX94" fmla="*/ 1607302 w 1692801"/>
              <a:gd name="connsiteY94" fmla="*/ 323359 h 563950"/>
              <a:gd name="connsiteX95" fmla="*/ 1624402 w 1692801"/>
              <a:gd name="connsiteY95" fmla="*/ 276548 h 563950"/>
              <a:gd name="connsiteX96" fmla="*/ 1641502 w 1692801"/>
              <a:gd name="connsiteY96" fmla="*/ 221953 h 563950"/>
              <a:gd name="connsiteX97" fmla="*/ 1658602 w 1692801"/>
              <a:gd name="connsiteY97" fmla="*/ 158490 h 563950"/>
              <a:gd name="connsiteX98" fmla="*/ 1675702 w 1692801"/>
              <a:gd name="connsiteY98" fmla="*/ 84953 h 563950"/>
              <a:gd name="connsiteX99" fmla="*/ 1692802 w 1692801"/>
              <a:gd name="connsiteY99" fmla="*/ 0 h 56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692801" h="563950">
                <a:moveTo>
                  <a:pt x="0" y="0"/>
                </a:moveTo>
                <a:lnTo>
                  <a:pt x="17099" y="84953"/>
                </a:lnTo>
                <a:lnTo>
                  <a:pt x="34197" y="158490"/>
                </a:lnTo>
                <a:lnTo>
                  <a:pt x="51296" y="221953"/>
                </a:lnTo>
                <a:lnTo>
                  <a:pt x="68395" y="276548"/>
                </a:lnTo>
                <a:lnTo>
                  <a:pt x="85495" y="323359"/>
                </a:lnTo>
                <a:lnTo>
                  <a:pt x="102594" y="363358"/>
                </a:lnTo>
                <a:lnTo>
                  <a:pt x="119693" y="397413"/>
                </a:lnTo>
                <a:lnTo>
                  <a:pt x="136792" y="426298"/>
                </a:lnTo>
                <a:lnTo>
                  <a:pt x="153891" y="450699"/>
                </a:lnTo>
                <a:lnTo>
                  <a:pt x="170990" y="471229"/>
                </a:lnTo>
                <a:lnTo>
                  <a:pt x="188088" y="488426"/>
                </a:lnTo>
                <a:lnTo>
                  <a:pt x="205187" y="502765"/>
                </a:lnTo>
                <a:lnTo>
                  <a:pt x="222287" y="514662"/>
                </a:lnTo>
                <a:lnTo>
                  <a:pt x="239386" y="524484"/>
                </a:lnTo>
                <a:lnTo>
                  <a:pt x="256485" y="532548"/>
                </a:lnTo>
                <a:lnTo>
                  <a:pt x="273584" y="539133"/>
                </a:lnTo>
                <a:lnTo>
                  <a:pt x="290683" y="544476"/>
                </a:lnTo>
                <a:lnTo>
                  <a:pt x="307782" y="548783"/>
                </a:lnTo>
                <a:lnTo>
                  <a:pt x="324881" y="552234"/>
                </a:lnTo>
                <a:lnTo>
                  <a:pt x="341980" y="554976"/>
                </a:lnTo>
                <a:lnTo>
                  <a:pt x="359078" y="557140"/>
                </a:lnTo>
                <a:lnTo>
                  <a:pt x="376178" y="558833"/>
                </a:lnTo>
                <a:lnTo>
                  <a:pt x="393277" y="560145"/>
                </a:lnTo>
                <a:lnTo>
                  <a:pt x="410376" y="561153"/>
                </a:lnTo>
                <a:lnTo>
                  <a:pt x="427475" y="561919"/>
                </a:lnTo>
                <a:lnTo>
                  <a:pt x="444574" y="562495"/>
                </a:lnTo>
                <a:lnTo>
                  <a:pt x="461673" y="562922"/>
                </a:lnTo>
                <a:lnTo>
                  <a:pt x="478772" y="563236"/>
                </a:lnTo>
                <a:lnTo>
                  <a:pt x="495871" y="563462"/>
                </a:lnTo>
                <a:lnTo>
                  <a:pt x="512969" y="563623"/>
                </a:lnTo>
                <a:lnTo>
                  <a:pt x="530065" y="563735"/>
                </a:lnTo>
                <a:lnTo>
                  <a:pt x="547165" y="563812"/>
                </a:lnTo>
                <a:lnTo>
                  <a:pt x="564265" y="563864"/>
                </a:lnTo>
                <a:lnTo>
                  <a:pt x="581365" y="563898"/>
                </a:lnTo>
                <a:lnTo>
                  <a:pt x="598465" y="563920"/>
                </a:lnTo>
                <a:lnTo>
                  <a:pt x="615565" y="563933"/>
                </a:lnTo>
                <a:lnTo>
                  <a:pt x="632665" y="563941"/>
                </a:lnTo>
                <a:lnTo>
                  <a:pt x="649765" y="563946"/>
                </a:lnTo>
                <a:lnTo>
                  <a:pt x="666865" y="563947"/>
                </a:lnTo>
                <a:lnTo>
                  <a:pt x="683956" y="563949"/>
                </a:lnTo>
                <a:lnTo>
                  <a:pt x="701056" y="563949"/>
                </a:lnTo>
                <a:lnTo>
                  <a:pt x="718156" y="563950"/>
                </a:lnTo>
                <a:lnTo>
                  <a:pt x="735256" y="563950"/>
                </a:lnTo>
                <a:lnTo>
                  <a:pt x="752356" y="563950"/>
                </a:lnTo>
                <a:lnTo>
                  <a:pt x="769456" y="563950"/>
                </a:lnTo>
                <a:lnTo>
                  <a:pt x="786556" y="563950"/>
                </a:lnTo>
                <a:lnTo>
                  <a:pt x="803656" y="563950"/>
                </a:lnTo>
                <a:lnTo>
                  <a:pt x="820756" y="563950"/>
                </a:lnTo>
                <a:lnTo>
                  <a:pt x="837847" y="563950"/>
                </a:lnTo>
                <a:lnTo>
                  <a:pt x="854947" y="563950"/>
                </a:lnTo>
                <a:lnTo>
                  <a:pt x="872047" y="563950"/>
                </a:lnTo>
                <a:lnTo>
                  <a:pt x="889147" y="563950"/>
                </a:lnTo>
                <a:lnTo>
                  <a:pt x="906247" y="563950"/>
                </a:lnTo>
                <a:lnTo>
                  <a:pt x="923347" y="563950"/>
                </a:lnTo>
                <a:lnTo>
                  <a:pt x="940447" y="563950"/>
                </a:lnTo>
                <a:lnTo>
                  <a:pt x="957547" y="563950"/>
                </a:lnTo>
                <a:lnTo>
                  <a:pt x="974647" y="563950"/>
                </a:lnTo>
                <a:lnTo>
                  <a:pt x="991738" y="563949"/>
                </a:lnTo>
                <a:lnTo>
                  <a:pt x="1008838" y="563949"/>
                </a:lnTo>
                <a:lnTo>
                  <a:pt x="1025938" y="563947"/>
                </a:lnTo>
                <a:lnTo>
                  <a:pt x="1043038" y="563946"/>
                </a:lnTo>
                <a:lnTo>
                  <a:pt x="1060138" y="563941"/>
                </a:lnTo>
                <a:lnTo>
                  <a:pt x="1077238" y="563933"/>
                </a:lnTo>
                <a:lnTo>
                  <a:pt x="1094338" y="563920"/>
                </a:lnTo>
                <a:lnTo>
                  <a:pt x="1111438" y="563898"/>
                </a:lnTo>
                <a:lnTo>
                  <a:pt x="1128538" y="563864"/>
                </a:lnTo>
                <a:lnTo>
                  <a:pt x="1145629" y="563812"/>
                </a:lnTo>
                <a:lnTo>
                  <a:pt x="1162729" y="563735"/>
                </a:lnTo>
                <a:lnTo>
                  <a:pt x="1179829" y="563623"/>
                </a:lnTo>
                <a:lnTo>
                  <a:pt x="1196929" y="563462"/>
                </a:lnTo>
                <a:lnTo>
                  <a:pt x="1214029" y="563236"/>
                </a:lnTo>
                <a:lnTo>
                  <a:pt x="1231129" y="562922"/>
                </a:lnTo>
                <a:lnTo>
                  <a:pt x="1248229" y="562495"/>
                </a:lnTo>
                <a:lnTo>
                  <a:pt x="1265329" y="561919"/>
                </a:lnTo>
                <a:lnTo>
                  <a:pt x="1282429" y="561153"/>
                </a:lnTo>
                <a:lnTo>
                  <a:pt x="1299520" y="560145"/>
                </a:lnTo>
                <a:lnTo>
                  <a:pt x="1316620" y="558833"/>
                </a:lnTo>
                <a:lnTo>
                  <a:pt x="1333720" y="557140"/>
                </a:lnTo>
                <a:lnTo>
                  <a:pt x="1350820" y="554976"/>
                </a:lnTo>
                <a:lnTo>
                  <a:pt x="1367920" y="552234"/>
                </a:lnTo>
                <a:lnTo>
                  <a:pt x="1385020" y="548783"/>
                </a:lnTo>
                <a:lnTo>
                  <a:pt x="1402120" y="544476"/>
                </a:lnTo>
                <a:lnTo>
                  <a:pt x="1419220" y="539133"/>
                </a:lnTo>
                <a:lnTo>
                  <a:pt x="1436320" y="532548"/>
                </a:lnTo>
                <a:lnTo>
                  <a:pt x="1453411" y="524484"/>
                </a:lnTo>
                <a:lnTo>
                  <a:pt x="1470511" y="514662"/>
                </a:lnTo>
                <a:lnTo>
                  <a:pt x="1487611" y="502765"/>
                </a:lnTo>
                <a:lnTo>
                  <a:pt x="1504711" y="488426"/>
                </a:lnTo>
                <a:lnTo>
                  <a:pt x="1521811" y="471229"/>
                </a:lnTo>
                <a:lnTo>
                  <a:pt x="1538911" y="450699"/>
                </a:lnTo>
                <a:lnTo>
                  <a:pt x="1556011" y="426298"/>
                </a:lnTo>
                <a:lnTo>
                  <a:pt x="1573111" y="397413"/>
                </a:lnTo>
                <a:lnTo>
                  <a:pt x="1590211" y="363358"/>
                </a:lnTo>
                <a:lnTo>
                  <a:pt x="1607302" y="323359"/>
                </a:lnTo>
                <a:lnTo>
                  <a:pt x="1624402" y="276548"/>
                </a:lnTo>
                <a:lnTo>
                  <a:pt x="1641502" y="221953"/>
                </a:lnTo>
                <a:lnTo>
                  <a:pt x="1658602" y="158490"/>
                </a:lnTo>
                <a:lnTo>
                  <a:pt x="1675702" y="84953"/>
                </a:lnTo>
                <a:lnTo>
                  <a:pt x="1692802" y="0"/>
                </a:lnTo>
              </a:path>
            </a:pathLst>
          </a:custGeom>
          <a:noFill/>
          <a:ln w="10763" cap="rnd">
            <a:solidFill>
              <a:srgbClr val="C68125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2" name="Freeform 91">
            <a:extLst>
              <a:ext uri="{FF2B5EF4-FFF2-40B4-BE49-F238E27FC236}">
                <a16:creationId xmlns:a16="http://schemas.microsoft.com/office/drawing/2014/main" id="{01DC8236-4C8F-8235-1E53-56B8329BD218}"/>
              </a:ext>
            </a:extLst>
          </p:cNvPr>
          <p:cNvSpPr/>
          <p:nvPr/>
        </p:nvSpPr>
        <p:spPr>
          <a:xfrm>
            <a:off x="732671" y="2000034"/>
            <a:ext cx="1692801" cy="1127897"/>
          </a:xfrm>
          <a:custGeom>
            <a:avLst/>
            <a:gdLst>
              <a:gd name="connsiteX0" fmla="*/ 0 w 1692801"/>
              <a:gd name="connsiteY0" fmla="*/ 1127897 h 1127897"/>
              <a:gd name="connsiteX1" fmla="*/ 17099 w 1692801"/>
              <a:gd name="connsiteY1" fmla="*/ 1033271 h 1127897"/>
              <a:gd name="connsiteX2" fmla="*/ 34197 w 1692801"/>
              <a:gd name="connsiteY2" fmla="*/ 953027 h 1127897"/>
              <a:gd name="connsiteX3" fmla="*/ 51296 w 1692801"/>
              <a:gd name="connsiteY3" fmla="*/ 885221 h 1127897"/>
              <a:gd name="connsiteX4" fmla="*/ 68395 w 1692801"/>
              <a:gd name="connsiteY4" fmla="*/ 828125 h 1127897"/>
              <a:gd name="connsiteX5" fmla="*/ 85495 w 1692801"/>
              <a:gd name="connsiteY5" fmla="*/ 780239 h 1127897"/>
              <a:gd name="connsiteX6" fmla="*/ 102594 w 1692801"/>
              <a:gd name="connsiteY6" fmla="*/ 740228 h 1127897"/>
              <a:gd name="connsiteX7" fmla="*/ 119693 w 1692801"/>
              <a:gd name="connsiteY7" fmla="*/ 706937 h 1127897"/>
              <a:gd name="connsiteX8" fmla="*/ 136792 w 1692801"/>
              <a:gd name="connsiteY8" fmla="*/ 679355 h 1127897"/>
              <a:gd name="connsiteX9" fmla="*/ 153891 w 1692801"/>
              <a:gd name="connsiteY9" fmla="*/ 656610 h 1127897"/>
              <a:gd name="connsiteX10" fmla="*/ 170990 w 1692801"/>
              <a:gd name="connsiteY10" fmla="*/ 637939 h 1127897"/>
              <a:gd name="connsiteX11" fmla="*/ 188088 w 1692801"/>
              <a:gd name="connsiteY11" fmla="*/ 622691 h 1127897"/>
              <a:gd name="connsiteX12" fmla="*/ 205187 w 1692801"/>
              <a:gd name="connsiteY12" fmla="*/ 610303 h 1127897"/>
              <a:gd name="connsiteX13" fmla="*/ 222287 w 1692801"/>
              <a:gd name="connsiteY13" fmla="*/ 600294 h 1127897"/>
              <a:gd name="connsiteX14" fmla="*/ 239386 w 1692801"/>
              <a:gd name="connsiteY14" fmla="*/ 592254 h 1127897"/>
              <a:gd name="connsiteX15" fmla="*/ 256485 w 1692801"/>
              <a:gd name="connsiteY15" fmla="*/ 585836 h 1127897"/>
              <a:gd name="connsiteX16" fmla="*/ 273584 w 1692801"/>
              <a:gd name="connsiteY16" fmla="*/ 580746 h 1127897"/>
              <a:gd name="connsiteX17" fmla="*/ 290683 w 1692801"/>
              <a:gd name="connsiteY17" fmla="*/ 576736 h 1127897"/>
              <a:gd name="connsiteX18" fmla="*/ 307782 w 1692801"/>
              <a:gd name="connsiteY18" fmla="*/ 573602 h 1127897"/>
              <a:gd name="connsiteX19" fmla="*/ 324881 w 1692801"/>
              <a:gd name="connsiteY19" fmla="*/ 571169 h 1127897"/>
              <a:gd name="connsiteX20" fmla="*/ 341980 w 1692801"/>
              <a:gd name="connsiteY20" fmla="*/ 569298 h 1127897"/>
              <a:gd name="connsiteX21" fmla="*/ 359078 w 1692801"/>
              <a:gd name="connsiteY21" fmla="*/ 567871 h 1127897"/>
              <a:gd name="connsiteX22" fmla="*/ 376178 w 1692801"/>
              <a:gd name="connsiteY22" fmla="*/ 566793 h 1127897"/>
              <a:gd name="connsiteX23" fmla="*/ 393277 w 1692801"/>
              <a:gd name="connsiteY23" fmla="*/ 565987 h 1127897"/>
              <a:gd name="connsiteX24" fmla="*/ 410376 w 1692801"/>
              <a:gd name="connsiteY24" fmla="*/ 565391 h 1127897"/>
              <a:gd name="connsiteX25" fmla="*/ 427475 w 1692801"/>
              <a:gd name="connsiteY25" fmla="*/ 564955 h 1127897"/>
              <a:gd name="connsiteX26" fmla="*/ 444574 w 1692801"/>
              <a:gd name="connsiteY26" fmla="*/ 564641 h 1127897"/>
              <a:gd name="connsiteX27" fmla="*/ 461673 w 1692801"/>
              <a:gd name="connsiteY27" fmla="*/ 564417 h 1127897"/>
              <a:gd name="connsiteX28" fmla="*/ 478772 w 1692801"/>
              <a:gd name="connsiteY28" fmla="*/ 564261 h 1127897"/>
              <a:gd name="connsiteX29" fmla="*/ 495871 w 1692801"/>
              <a:gd name="connsiteY29" fmla="*/ 564153 h 1127897"/>
              <a:gd name="connsiteX30" fmla="*/ 512969 w 1692801"/>
              <a:gd name="connsiteY30" fmla="*/ 564079 h 1127897"/>
              <a:gd name="connsiteX31" fmla="*/ 530065 w 1692801"/>
              <a:gd name="connsiteY31" fmla="*/ 564030 h 1127897"/>
              <a:gd name="connsiteX32" fmla="*/ 547165 w 1692801"/>
              <a:gd name="connsiteY32" fmla="*/ 563999 h 1127897"/>
              <a:gd name="connsiteX33" fmla="*/ 564265 w 1692801"/>
              <a:gd name="connsiteY33" fmla="*/ 563979 h 1127897"/>
              <a:gd name="connsiteX34" fmla="*/ 581365 w 1692801"/>
              <a:gd name="connsiteY34" fmla="*/ 563966 h 1127897"/>
              <a:gd name="connsiteX35" fmla="*/ 598465 w 1692801"/>
              <a:gd name="connsiteY35" fmla="*/ 563959 h 1127897"/>
              <a:gd name="connsiteX36" fmla="*/ 615565 w 1692801"/>
              <a:gd name="connsiteY36" fmla="*/ 563955 h 1127897"/>
              <a:gd name="connsiteX37" fmla="*/ 632665 w 1692801"/>
              <a:gd name="connsiteY37" fmla="*/ 563953 h 1127897"/>
              <a:gd name="connsiteX38" fmla="*/ 649765 w 1692801"/>
              <a:gd name="connsiteY38" fmla="*/ 563951 h 1127897"/>
              <a:gd name="connsiteX39" fmla="*/ 666865 w 1692801"/>
              <a:gd name="connsiteY39" fmla="*/ 563951 h 1127897"/>
              <a:gd name="connsiteX40" fmla="*/ 683956 w 1692801"/>
              <a:gd name="connsiteY40" fmla="*/ 563950 h 1127897"/>
              <a:gd name="connsiteX41" fmla="*/ 701056 w 1692801"/>
              <a:gd name="connsiteY41" fmla="*/ 563950 h 1127897"/>
              <a:gd name="connsiteX42" fmla="*/ 718156 w 1692801"/>
              <a:gd name="connsiteY42" fmla="*/ 563950 h 1127897"/>
              <a:gd name="connsiteX43" fmla="*/ 735256 w 1692801"/>
              <a:gd name="connsiteY43" fmla="*/ 563950 h 1127897"/>
              <a:gd name="connsiteX44" fmla="*/ 752356 w 1692801"/>
              <a:gd name="connsiteY44" fmla="*/ 563950 h 1127897"/>
              <a:gd name="connsiteX45" fmla="*/ 769456 w 1692801"/>
              <a:gd name="connsiteY45" fmla="*/ 563950 h 1127897"/>
              <a:gd name="connsiteX46" fmla="*/ 786556 w 1692801"/>
              <a:gd name="connsiteY46" fmla="*/ 563950 h 1127897"/>
              <a:gd name="connsiteX47" fmla="*/ 803656 w 1692801"/>
              <a:gd name="connsiteY47" fmla="*/ 563950 h 1127897"/>
              <a:gd name="connsiteX48" fmla="*/ 820756 w 1692801"/>
              <a:gd name="connsiteY48" fmla="*/ 563950 h 1127897"/>
              <a:gd name="connsiteX49" fmla="*/ 837847 w 1692801"/>
              <a:gd name="connsiteY49" fmla="*/ 563950 h 1127897"/>
              <a:gd name="connsiteX50" fmla="*/ 854947 w 1692801"/>
              <a:gd name="connsiteY50" fmla="*/ 563950 h 1127897"/>
              <a:gd name="connsiteX51" fmla="*/ 872047 w 1692801"/>
              <a:gd name="connsiteY51" fmla="*/ 563950 h 1127897"/>
              <a:gd name="connsiteX52" fmla="*/ 889147 w 1692801"/>
              <a:gd name="connsiteY52" fmla="*/ 563950 h 1127897"/>
              <a:gd name="connsiteX53" fmla="*/ 906247 w 1692801"/>
              <a:gd name="connsiteY53" fmla="*/ 563950 h 1127897"/>
              <a:gd name="connsiteX54" fmla="*/ 923347 w 1692801"/>
              <a:gd name="connsiteY54" fmla="*/ 563950 h 1127897"/>
              <a:gd name="connsiteX55" fmla="*/ 940447 w 1692801"/>
              <a:gd name="connsiteY55" fmla="*/ 563950 h 1127897"/>
              <a:gd name="connsiteX56" fmla="*/ 957547 w 1692801"/>
              <a:gd name="connsiteY56" fmla="*/ 563950 h 1127897"/>
              <a:gd name="connsiteX57" fmla="*/ 974647 w 1692801"/>
              <a:gd name="connsiteY57" fmla="*/ 563950 h 1127897"/>
              <a:gd name="connsiteX58" fmla="*/ 991738 w 1692801"/>
              <a:gd name="connsiteY58" fmla="*/ 563950 h 1127897"/>
              <a:gd name="connsiteX59" fmla="*/ 1008838 w 1692801"/>
              <a:gd name="connsiteY59" fmla="*/ 563950 h 1127897"/>
              <a:gd name="connsiteX60" fmla="*/ 1025938 w 1692801"/>
              <a:gd name="connsiteY60" fmla="*/ 563949 h 1127897"/>
              <a:gd name="connsiteX61" fmla="*/ 1043038 w 1692801"/>
              <a:gd name="connsiteY61" fmla="*/ 563949 h 1127897"/>
              <a:gd name="connsiteX62" fmla="*/ 1060138 w 1692801"/>
              <a:gd name="connsiteY62" fmla="*/ 563947 h 1127897"/>
              <a:gd name="connsiteX63" fmla="*/ 1077238 w 1692801"/>
              <a:gd name="connsiteY63" fmla="*/ 563946 h 1127897"/>
              <a:gd name="connsiteX64" fmla="*/ 1094338 w 1692801"/>
              <a:gd name="connsiteY64" fmla="*/ 563941 h 1127897"/>
              <a:gd name="connsiteX65" fmla="*/ 1111438 w 1692801"/>
              <a:gd name="connsiteY65" fmla="*/ 563934 h 1127897"/>
              <a:gd name="connsiteX66" fmla="*/ 1128538 w 1692801"/>
              <a:gd name="connsiteY66" fmla="*/ 563921 h 1127897"/>
              <a:gd name="connsiteX67" fmla="*/ 1145629 w 1692801"/>
              <a:gd name="connsiteY67" fmla="*/ 563902 h 1127897"/>
              <a:gd name="connsiteX68" fmla="*/ 1162729 w 1692801"/>
              <a:gd name="connsiteY68" fmla="*/ 563870 h 1127897"/>
              <a:gd name="connsiteX69" fmla="*/ 1179829 w 1692801"/>
              <a:gd name="connsiteY69" fmla="*/ 563821 h 1127897"/>
              <a:gd name="connsiteX70" fmla="*/ 1196929 w 1692801"/>
              <a:gd name="connsiteY70" fmla="*/ 563748 h 1127897"/>
              <a:gd name="connsiteX71" fmla="*/ 1214029 w 1692801"/>
              <a:gd name="connsiteY71" fmla="*/ 563640 h 1127897"/>
              <a:gd name="connsiteX72" fmla="*/ 1231129 w 1692801"/>
              <a:gd name="connsiteY72" fmla="*/ 563483 h 1127897"/>
              <a:gd name="connsiteX73" fmla="*/ 1248229 w 1692801"/>
              <a:gd name="connsiteY73" fmla="*/ 563259 h 1127897"/>
              <a:gd name="connsiteX74" fmla="*/ 1265329 w 1692801"/>
              <a:gd name="connsiteY74" fmla="*/ 562945 h 1127897"/>
              <a:gd name="connsiteX75" fmla="*/ 1282429 w 1692801"/>
              <a:gd name="connsiteY75" fmla="*/ 562509 h 1127897"/>
              <a:gd name="connsiteX76" fmla="*/ 1299520 w 1692801"/>
              <a:gd name="connsiteY76" fmla="*/ 561913 h 1127897"/>
              <a:gd name="connsiteX77" fmla="*/ 1316620 w 1692801"/>
              <a:gd name="connsiteY77" fmla="*/ 561107 h 1127897"/>
              <a:gd name="connsiteX78" fmla="*/ 1333720 w 1692801"/>
              <a:gd name="connsiteY78" fmla="*/ 560029 h 1127897"/>
              <a:gd name="connsiteX79" fmla="*/ 1350820 w 1692801"/>
              <a:gd name="connsiteY79" fmla="*/ 558602 h 1127897"/>
              <a:gd name="connsiteX80" fmla="*/ 1367920 w 1692801"/>
              <a:gd name="connsiteY80" fmla="*/ 556731 h 1127897"/>
              <a:gd name="connsiteX81" fmla="*/ 1385020 w 1692801"/>
              <a:gd name="connsiteY81" fmla="*/ 554299 h 1127897"/>
              <a:gd name="connsiteX82" fmla="*/ 1402120 w 1692801"/>
              <a:gd name="connsiteY82" fmla="*/ 551164 h 1127897"/>
              <a:gd name="connsiteX83" fmla="*/ 1419220 w 1692801"/>
              <a:gd name="connsiteY83" fmla="*/ 547154 h 1127897"/>
              <a:gd name="connsiteX84" fmla="*/ 1436320 w 1692801"/>
              <a:gd name="connsiteY84" fmla="*/ 542064 h 1127897"/>
              <a:gd name="connsiteX85" fmla="*/ 1453411 w 1692801"/>
              <a:gd name="connsiteY85" fmla="*/ 535646 h 1127897"/>
              <a:gd name="connsiteX86" fmla="*/ 1470511 w 1692801"/>
              <a:gd name="connsiteY86" fmla="*/ 527606 h 1127897"/>
              <a:gd name="connsiteX87" fmla="*/ 1487611 w 1692801"/>
              <a:gd name="connsiteY87" fmla="*/ 517597 h 1127897"/>
              <a:gd name="connsiteX88" fmla="*/ 1504711 w 1692801"/>
              <a:gd name="connsiteY88" fmla="*/ 505209 h 1127897"/>
              <a:gd name="connsiteX89" fmla="*/ 1521811 w 1692801"/>
              <a:gd name="connsiteY89" fmla="*/ 489961 h 1127897"/>
              <a:gd name="connsiteX90" fmla="*/ 1538911 w 1692801"/>
              <a:gd name="connsiteY90" fmla="*/ 471291 h 1127897"/>
              <a:gd name="connsiteX91" fmla="*/ 1556011 w 1692801"/>
              <a:gd name="connsiteY91" fmla="*/ 448545 h 1127897"/>
              <a:gd name="connsiteX92" fmla="*/ 1573111 w 1692801"/>
              <a:gd name="connsiteY92" fmla="*/ 420964 h 1127897"/>
              <a:gd name="connsiteX93" fmla="*/ 1590211 w 1692801"/>
              <a:gd name="connsiteY93" fmla="*/ 387673 h 1127897"/>
              <a:gd name="connsiteX94" fmla="*/ 1607302 w 1692801"/>
              <a:gd name="connsiteY94" fmla="*/ 347661 h 1127897"/>
              <a:gd name="connsiteX95" fmla="*/ 1624402 w 1692801"/>
              <a:gd name="connsiteY95" fmla="*/ 299772 h 1127897"/>
              <a:gd name="connsiteX96" fmla="*/ 1641502 w 1692801"/>
              <a:gd name="connsiteY96" fmla="*/ 242680 h 1127897"/>
              <a:gd name="connsiteX97" fmla="*/ 1658602 w 1692801"/>
              <a:gd name="connsiteY97" fmla="*/ 174872 h 1127897"/>
              <a:gd name="connsiteX98" fmla="*/ 1675702 w 1692801"/>
              <a:gd name="connsiteY98" fmla="*/ 94630 h 1127897"/>
              <a:gd name="connsiteX99" fmla="*/ 1692802 w 1692801"/>
              <a:gd name="connsiteY99" fmla="*/ 0 h 1127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692801" h="1127897">
                <a:moveTo>
                  <a:pt x="0" y="1127897"/>
                </a:moveTo>
                <a:lnTo>
                  <a:pt x="17099" y="1033271"/>
                </a:lnTo>
                <a:lnTo>
                  <a:pt x="34197" y="953027"/>
                </a:lnTo>
                <a:lnTo>
                  <a:pt x="51296" y="885221"/>
                </a:lnTo>
                <a:lnTo>
                  <a:pt x="68395" y="828125"/>
                </a:lnTo>
                <a:lnTo>
                  <a:pt x="85495" y="780239"/>
                </a:lnTo>
                <a:lnTo>
                  <a:pt x="102594" y="740228"/>
                </a:lnTo>
                <a:lnTo>
                  <a:pt x="119693" y="706937"/>
                </a:lnTo>
                <a:lnTo>
                  <a:pt x="136792" y="679355"/>
                </a:lnTo>
                <a:lnTo>
                  <a:pt x="153891" y="656610"/>
                </a:lnTo>
                <a:lnTo>
                  <a:pt x="170990" y="637939"/>
                </a:lnTo>
                <a:lnTo>
                  <a:pt x="188088" y="622691"/>
                </a:lnTo>
                <a:lnTo>
                  <a:pt x="205187" y="610303"/>
                </a:lnTo>
                <a:lnTo>
                  <a:pt x="222287" y="600294"/>
                </a:lnTo>
                <a:lnTo>
                  <a:pt x="239386" y="592254"/>
                </a:lnTo>
                <a:lnTo>
                  <a:pt x="256485" y="585836"/>
                </a:lnTo>
                <a:lnTo>
                  <a:pt x="273584" y="580746"/>
                </a:lnTo>
                <a:lnTo>
                  <a:pt x="290683" y="576736"/>
                </a:lnTo>
                <a:lnTo>
                  <a:pt x="307782" y="573602"/>
                </a:lnTo>
                <a:lnTo>
                  <a:pt x="324881" y="571169"/>
                </a:lnTo>
                <a:lnTo>
                  <a:pt x="341980" y="569298"/>
                </a:lnTo>
                <a:lnTo>
                  <a:pt x="359078" y="567871"/>
                </a:lnTo>
                <a:lnTo>
                  <a:pt x="376178" y="566793"/>
                </a:lnTo>
                <a:lnTo>
                  <a:pt x="393277" y="565987"/>
                </a:lnTo>
                <a:lnTo>
                  <a:pt x="410376" y="565391"/>
                </a:lnTo>
                <a:lnTo>
                  <a:pt x="427475" y="564955"/>
                </a:lnTo>
                <a:lnTo>
                  <a:pt x="444574" y="564641"/>
                </a:lnTo>
                <a:lnTo>
                  <a:pt x="461673" y="564417"/>
                </a:lnTo>
                <a:lnTo>
                  <a:pt x="478772" y="564261"/>
                </a:lnTo>
                <a:lnTo>
                  <a:pt x="495871" y="564153"/>
                </a:lnTo>
                <a:lnTo>
                  <a:pt x="512969" y="564079"/>
                </a:lnTo>
                <a:lnTo>
                  <a:pt x="530065" y="564030"/>
                </a:lnTo>
                <a:lnTo>
                  <a:pt x="547165" y="563999"/>
                </a:lnTo>
                <a:lnTo>
                  <a:pt x="564265" y="563979"/>
                </a:lnTo>
                <a:lnTo>
                  <a:pt x="581365" y="563966"/>
                </a:lnTo>
                <a:lnTo>
                  <a:pt x="598465" y="563959"/>
                </a:lnTo>
                <a:lnTo>
                  <a:pt x="615565" y="563955"/>
                </a:lnTo>
                <a:lnTo>
                  <a:pt x="632665" y="563953"/>
                </a:lnTo>
                <a:lnTo>
                  <a:pt x="649765" y="563951"/>
                </a:lnTo>
                <a:lnTo>
                  <a:pt x="666865" y="563951"/>
                </a:lnTo>
                <a:lnTo>
                  <a:pt x="683956" y="563950"/>
                </a:lnTo>
                <a:lnTo>
                  <a:pt x="701056" y="563950"/>
                </a:lnTo>
                <a:lnTo>
                  <a:pt x="718156" y="563950"/>
                </a:lnTo>
                <a:lnTo>
                  <a:pt x="735256" y="563950"/>
                </a:lnTo>
                <a:lnTo>
                  <a:pt x="752356" y="563950"/>
                </a:lnTo>
                <a:lnTo>
                  <a:pt x="769456" y="563950"/>
                </a:lnTo>
                <a:lnTo>
                  <a:pt x="786556" y="563950"/>
                </a:lnTo>
                <a:lnTo>
                  <a:pt x="803656" y="563950"/>
                </a:lnTo>
                <a:lnTo>
                  <a:pt x="820756" y="563950"/>
                </a:lnTo>
                <a:lnTo>
                  <a:pt x="837847" y="563950"/>
                </a:lnTo>
                <a:lnTo>
                  <a:pt x="854947" y="563950"/>
                </a:lnTo>
                <a:lnTo>
                  <a:pt x="872047" y="563950"/>
                </a:lnTo>
                <a:lnTo>
                  <a:pt x="889147" y="563950"/>
                </a:lnTo>
                <a:lnTo>
                  <a:pt x="906247" y="563950"/>
                </a:lnTo>
                <a:lnTo>
                  <a:pt x="923347" y="563950"/>
                </a:lnTo>
                <a:lnTo>
                  <a:pt x="940447" y="563950"/>
                </a:lnTo>
                <a:lnTo>
                  <a:pt x="957547" y="563950"/>
                </a:lnTo>
                <a:lnTo>
                  <a:pt x="974647" y="563950"/>
                </a:lnTo>
                <a:lnTo>
                  <a:pt x="991738" y="563950"/>
                </a:lnTo>
                <a:lnTo>
                  <a:pt x="1008838" y="563950"/>
                </a:lnTo>
                <a:lnTo>
                  <a:pt x="1025938" y="563949"/>
                </a:lnTo>
                <a:lnTo>
                  <a:pt x="1043038" y="563949"/>
                </a:lnTo>
                <a:lnTo>
                  <a:pt x="1060138" y="563947"/>
                </a:lnTo>
                <a:lnTo>
                  <a:pt x="1077238" y="563946"/>
                </a:lnTo>
                <a:lnTo>
                  <a:pt x="1094338" y="563941"/>
                </a:lnTo>
                <a:lnTo>
                  <a:pt x="1111438" y="563934"/>
                </a:lnTo>
                <a:lnTo>
                  <a:pt x="1128538" y="563921"/>
                </a:lnTo>
                <a:lnTo>
                  <a:pt x="1145629" y="563902"/>
                </a:lnTo>
                <a:lnTo>
                  <a:pt x="1162729" y="563870"/>
                </a:lnTo>
                <a:lnTo>
                  <a:pt x="1179829" y="563821"/>
                </a:lnTo>
                <a:lnTo>
                  <a:pt x="1196929" y="563748"/>
                </a:lnTo>
                <a:lnTo>
                  <a:pt x="1214029" y="563640"/>
                </a:lnTo>
                <a:lnTo>
                  <a:pt x="1231129" y="563483"/>
                </a:lnTo>
                <a:lnTo>
                  <a:pt x="1248229" y="563259"/>
                </a:lnTo>
                <a:lnTo>
                  <a:pt x="1265329" y="562945"/>
                </a:lnTo>
                <a:lnTo>
                  <a:pt x="1282429" y="562509"/>
                </a:lnTo>
                <a:lnTo>
                  <a:pt x="1299520" y="561913"/>
                </a:lnTo>
                <a:lnTo>
                  <a:pt x="1316620" y="561107"/>
                </a:lnTo>
                <a:lnTo>
                  <a:pt x="1333720" y="560029"/>
                </a:lnTo>
                <a:lnTo>
                  <a:pt x="1350820" y="558602"/>
                </a:lnTo>
                <a:lnTo>
                  <a:pt x="1367920" y="556731"/>
                </a:lnTo>
                <a:lnTo>
                  <a:pt x="1385020" y="554299"/>
                </a:lnTo>
                <a:lnTo>
                  <a:pt x="1402120" y="551164"/>
                </a:lnTo>
                <a:lnTo>
                  <a:pt x="1419220" y="547154"/>
                </a:lnTo>
                <a:lnTo>
                  <a:pt x="1436320" y="542064"/>
                </a:lnTo>
                <a:lnTo>
                  <a:pt x="1453411" y="535646"/>
                </a:lnTo>
                <a:lnTo>
                  <a:pt x="1470511" y="527606"/>
                </a:lnTo>
                <a:lnTo>
                  <a:pt x="1487611" y="517597"/>
                </a:lnTo>
                <a:lnTo>
                  <a:pt x="1504711" y="505209"/>
                </a:lnTo>
                <a:lnTo>
                  <a:pt x="1521811" y="489961"/>
                </a:lnTo>
                <a:lnTo>
                  <a:pt x="1538911" y="471291"/>
                </a:lnTo>
                <a:lnTo>
                  <a:pt x="1556011" y="448545"/>
                </a:lnTo>
                <a:lnTo>
                  <a:pt x="1573111" y="420964"/>
                </a:lnTo>
                <a:lnTo>
                  <a:pt x="1590211" y="387673"/>
                </a:lnTo>
                <a:lnTo>
                  <a:pt x="1607302" y="347661"/>
                </a:lnTo>
                <a:lnTo>
                  <a:pt x="1624402" y="299772"/>
                </a:lnTo>
                <a:lnTo>
                  <a:pt x="1641502" y="242680"/>
                </a:lnTo>
                <a:lnTo>
                  <a:pt x="1658602" y="174872"/>
                </a:lnTo>
                <a:lnTo>
                  <a:pt x="1675702" y="94630"/>
                </a:lnTo>
                <a:lnTo>
                  <a:pt x="1692802" y="0"/>
                </a:lnTo>
              </a:path>
            </a:pathLst>
          </a:custGeom>
          <a:noFill/>
          <a:ln w="10763" cap="rnd">
            <a:solidFill>
              <a:srgbClr val="00A98D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3" name="Freeform 92">
            <a:extLst>
              <a:ext uri="{FF2B5EF4-FFF2-40B4-BE49-F238E27FC236}">
                <a16:creationId xmlns:a16="http://schemas.microsoft.com/office/drawing/2014/main" id="{A2B4BCDE-630B-1FF8-BA20-65F199C8BAE4}"/>
              </a:ext>
            </a:extLst>
          </p:cNvPr>
          <p:cNvSpPr/>
          <p:nvPr/>
        </p:nvSpPr>
        <p:spPr>
          <a:xfrm>
            <a:off x="732671" y="2000034"/>
            <a:ext cx="1692801" cy="563950"/>
          </a:xfrm>
          <a:custGeom>
            <a:avLst/>
            <a:gdLst>
              <a:gd name="connsiteX0" fmla="*/ 0 w 1692801"/>
              <a:gd name="connsiteY0" fmla="*/ 0 h 563950"/>
              <a:gd name="connsiteX1" fmla="*/ 17099 w 1692801"/>
              <a:gd name="connsiteY1" fmla="*/ 104110 h 563950"/>
              <a:gd name="connsiteX2" fmla="*/ 34197 w 1692801"/>
              <a:gd name="connsiteY2" fmla="*/ 190592 h 563950"/>
              <a:gd name="connsiteX3" fmla="*/ 51296 w 1692801"/>
              <a:gd name="connsiteY3" fmla="*/ 262150 h 563950"/>
              <a:gd name="connsiteX4" fmla="*/ 68395 w 1692801"/>
              <a:gd name="connsiteY4" fmla="*/ 321120 h 563950"/>
              <a:gd name="connsiteX5" fmla="*/ 85495 w 1692801"/>
              <a:gd name="connsiteY5" fmla="*/ 369509 h 563950"/>
              <a:gd name="connsiteX6" fmla="*/ 102594 w 1692801"/>
              <a:gd name="connsiteY6" fmla="*/ 409039 h 563950"/>
              <a:gd name="connsiteX7" fmla="*/ 119693 w 1692801"/>
              <a:gd name="connsiteY7" fmla="*/ 441184 h 563950"/>
              <a:gd name="connsiteX8" fmla="*/ 136792 w 1692801"/>
              <a:gd name="connsiteY8" fmla="*/ 467196 h 563950"/>
              <a:gd name="connsiteX9" fmla="*/ 153891 w 1692801"/>
              <a:gd name="connsiteY9" fmla="*/ 488138 h 563950"/>
              <a:gd name="connsiteX10" fmla="*/ 170990 w 1692801"/>
              <a:gd name="connsiteY10" fmla="*/ 504908 h 563950"/>
              <a:gd name="connsiteX11" fmla="*/ 188088 w 1692801"/>
              <a:gd name="connsiteY11" fmla="*/ 518262 h 563950"/>
              <a:gd name="connsiteX12" fmla="*/ 205187 w 1692801"/>
              <a:gd name="connsiteY12" fmla="*/ 528835 h 563950"/>
              <a:gd name="connsiteX13" fmla="*/ 222287 w 1692801"/>
              <a:gd name="connsiteY13" fmla="*/ 537151 h 563950"/>
              <a:gd name="connsiteX14" fmla="*/ 239386 w 1692801"/>
              <a:gd name="connsiteY14" fmla="*/ 543652 h 563950"/>
              <a:gd name="connsiteX15" fmla="*/ 256485 w 1692801"/>
              <a:gd name="connsiteY15" fmla="*/ 548696 h 563950"/>
              <a:gd name="connsiteX16" fmla="*/ 273584 w 1692801"/>
              <a:gd name="connsiteY16" fmla="*/ 552583 h 563950"/>
              <a:gd name="connsiteX17" fmla="*/ 290683 w 1692801"/>
              <a:gd name="connsiteY17" fmla="*/ 555555 h 563950"/>
              <a:gd name="connsiteX18" fmla="*/ 307782 w 1692801"/>
              <a:gd name="connsiteY18" fmla="*/ 557809 h 563950"/>
              <a:gd name="connsiteX19" fmla="*/ 324881 w 1692801"/>
              <a:gd name="connsiteY19" fmla="*/ 559501 h 563950"/>
              <a:gd name="connsiteX20" fmla="*/ 341980 w 1692801"/>
              <a:gd name="connsiteY20" fmla="*/ 560763 h 563950"/>
              <a:gd name="connsiteX21" fmla="*/ 359078 w 1692801"/>
              <a:gd name="connsiteY21" fmla="*/ 561693 h 563950"/>
              <a:gd name="connsiteX22" fmla="*/ 376178 w 1692801"/>
              <a:gd name="connsiteY22" fmla="*/ 562371 h 563950"/>
              <a:gd name="connsiteX23" fmla="*/ 393277 w 1692801"/>
              <a:gd name="connsiteY23" fmla="*/ 562859 h 563950"/>
              <a:gd name="connsiteX24" fmla="*/ 410376 w 1692801"/>
              <a:gd name="connsiteY24" fmla="*/ 563208 h 563950"/>
              <a:gd name="connsiteX25" fmla="*/ 427475 w 1692801"/>
              <a:gd name="connsiteY25" fmla="*/ 563452 h 563950"/>
              <a:gd name="connsiteX26" fmla="*/ 444574 w 1692801"/>
              <a:gd name="connsiteY26" fmla="*/ 563623 h 563950"/>
              <a:gd name="connsiteX27" fmla="*/ 461673 w 1692801"/>
              <a:gd name="connsiteY27" fmla="*/ 563738 h 563950"/>
              <a:gd name="connsiteX28" fmla="*/ 478772 w 1692801"/>
              <a:gd name="connsiteY28" fmla="*/ 563815 h 563950"/>
              <a:gd name="connsiteX29" fmla="*/ 495871 w 1692801"/>
              <a:gd name="connsiteY29" fmla="*/ 563866 h 563950"/>
              <a:gd name="connsiteX30" fmla="*/ 512969 w 1692801"/>
              <a:gd name="connsiteY30" fmla="*/ 563900 h 563950"/>
              <a:gd name="connsiteX31" fmla="*/ 530065 w 1692801"/>
              <a:gd name="connsiteY31" fmla="*/ 563920 h 563950"/>
              <a:gd name="connsiteX32" fmla="*/ 547165 w 1692801"/>
              <a:gd name="connsiteY32" fmla="*/ 563933 h 563950"/>
              <a:gd name="connsiteX33" fmla="*/ 564265 w 1692801"/>
              <a:gd name="connsiteY33" fmla="*/ 563940 h 563950"/>
              <a:gd name="connsiteX34" fmla="*/ 581365 w 1692801"/>
              <a:gd name="connsiteY34" fmla="*/ 563945 h 563950"/>
              <a:gd name="connsiteX35" fmla="*/ 598465 w 1692801"/>
              <a:gd name="connsiteY35" fmla="*/ 563947 h 563950"/>
              <a:gd name="connsiteX36" fmla="*/ 615565 w 1692801"/>
              <a:gd name="connsiteY36" fmla="*/ 563949 h 563950"/>
              <a:gd name="connsiteX37" fmla="*/ 632665 w 1692801"/>
              <a:gd name="connsiteY37" fmla="*/ 563949 h 563950"/>
              <a:gd name="connsiteX38" fmla="*/ 649765 w 1692801"/>
              <a:gd name="connsiteY38" fmla="*/ 563950 h 563950"/>
              <a:gd name="connsiteX39" fmla="*/ 666865 w 1692801"/>
              <a:gd name="connsiteY39" fmla="*/ 563950 h 563950"/>
              <a:gd name="connsiteX40" fmla="*/ 683956 w 1692801"/>
              <a:gd name="connsiteY40" fmla="*/ 563950 h 563950"/>
              <a:gd name="connsiteX41" fmla="*/ 701056 w 1692801"/>
              <a:gd name="connsiteY41" fmla="*/ 563950 h 563950"/>
              <a:gd name="connsiteX42" fmla="*/ 718156 w 1692801"/>
              <a:gd name="connsiteY42" fmla="*/ 563950 h 563950"/>
              <a:gd name="connsiteX43" fmla="*/ 735256 w 1692801"/>
              <a:gd name="connsiteY43" fmla="*/ 563950 h 563950"/>
              <a:gd name="connsiteX44" fmla="*/ 752356 w 1692801"/>
              <a:gd name="connsiteY44" fmla="*/ 563950 h 563950"/>
              <a:gd name="connsiteX45" fmla="*/ 769456 w 1692801"/>
              <a:gd name="connsiteY45" fmla="*/ 563950 h 563950"/>
              <a:gd name="connsiteX46" fmla="*/ 786556 w 1692801"/>
              <a:gd name="connsiteY46" fmla="*/ 563950 h 563950"/>
              <a:gd name="connsiteX47" fmla="*/ 803656 w 1692801"/>
              <a:gd name="connsiteY47" fmla="*/ 563950 h 563950"/>
              <a:gd name="connsiteX48" fmla="*/ 820756 w 1692801"/>
              <a:gd name="connsiteY48" fmla="*/ 563950 h 563950"/>
              <a:gd name="connsiteX49" fmla="*/ 837847 w 1692801"/>
              <a:gd name="connsiteY49" fmla="*/ 563950 h 563950"/>
              <a:gd name="connsiteX50" fmla="*/ 854947 w 1692801"/>
              <a:gd name="connsiteY50" fmla="*/ 563950 h 563950"/>
              <a:gd name="connsiteX51" fmla="*/ 872047 w 1692801"/>
              <a:gd name="connsiteY51" fmla="*/ 563950 h 563950"/>
              <a:gd name="connsiteX52" fmla="*/ 889147 w 1692801"/>
              <a:gd name="connsiteY52" fmla="*/ 563950 h 563950"/>
              <a:gd name="connsiteX53" fmla="*/ 906247 w 1692801"/>
              <a:gd name="connsiteY53" fmla="*/ 563950 h 563950"/>
              <a:gd name="connsiteX54" fmla="*/ 923347 w 1692801"/>
              <a:gd name="connsiteY54" fmla="*/ 563950 h 563950"/>
              <a:gd name="connsiteX55" fmla="*/ 940447 w 1692801"/>
              <a:gd name="connsiteY55" fmla="*/ 563950 h 563950"/>
              <a:gd name="connsiteX56" fmla="*/ 957547 w 1692801"/>
              <a:gd name="connsiteY56" fmla="*/ 563950 h 563950"/>
              <a:gd name="connsiteX57" fmla="*/ 974647 w 1692801"/>
              <a:gd name="connsiteY57" fmla="*/ 563950 h 563950"/>
              <a:gd name="connsiteX58" fmla="*/ 991738 w 1692801"/>
              <a:gd name="connsiteY58" fmla="*/ 563950 h 563950"/>
              <a:gd name="connsiteX59" fmla="*/ 1008838 w 1692801"/>
              <a:gd name="connsiteY59" fmla="*/ 563950 h 563950"/>
              <a:gd name="connsiteX60" fmla="*/ 1025938 w 1692801"/>
              <a:gd name="connsiteY60" fmla="*/ 563950 h 563950"/>
              <a:gd name="connsiteX61" fmla="*/ 1043038 w 1692801"/>
              <a:gd name="connsiteY61" fmla="*/ 563950 h 563950"/>
              <a:gd name="connsiteX62" fmla="*/ 1060138 w 1692801"/>
              <a:gd name="connsiteY62" fmla="*/ 563949 h 563950"/>
              <a:gd name="connsiteX63" fmla="*/ 1077238 w 1692801"/>
              <a:gd name="connsiteY63" fmla="*/ 563949 h 563950"/>
              <a:gd name="connsiteX64" fmla="*/ 1094338 w 1692801"/>
              <a:gd name="connsiteY64" fmla="*/ 563947 h 563950"/>
              <a:gd name="connsiteX65" fmla="*/ 1111438 w 1692801"/>
              <a:gd name="connsiteY65" fmla="*/ 563945 h 563950"/>
              <a:gd name="connsiteX66" fmla="*/ 1128538 w 1692801"/>
              <a:gd name="connsiteY66" fmla="*/ 563940 h 563950"/>
              <a:gd name="connsiteX67" fmla="*/ 1145629 w 1692801"/>
              <a:gd name="connsiteY67" fmla="*/ 563933 h 563950"/>
              <a:gd name="connsiteX68" fmla="*/ 1162729 w 1692801"/>
              <a:gd name="connsiteY68" fmla="*/ 563920 h 563950"/>
              <a:gd name="connsiteX69" fmla="*/ 1179829 w 1692801"/>
              <a:gd name="connsiteY69" fmla="*/ 563900 h 563950"/>
              <a:gd name="connsiteX70" fmla="*/ 1196929 w 1692801"/>
              <a:gd name="connsiteY70" fmla="*/ 563866 h 563950"/>
              <a:gd name="connsiteX71" fmla="*/ 1214029 w 1692801"/>
              <a:gd name="connsiteY71" fmla="*/ 563815 h 563950"/>
              <a:gd name="connsiteX72" fmla="*/ 1231129 w 1692801"/>
              <a:gd name="connsiteY72" fmla="*/ 563738 h 563950"/>
              <a:gd name="connsiteX73" fmla="*/ 1248229 w 1692801"/>
              <a:gd name="connsiteY73" fmla="*/ 563623 h 563950"/>
              <a:gd name="connsiteX74" fmla="*/ 1265329 w 1692801"/>
              <a:gd name="connsiteY74" fmla="*/ 563452 h 563950"/>
              <a:gd name="connsiteX75" fmla="*/ 1282429 w 1692801"/>
              <a:gd name="connsiteY75" fmla="*/ 563208 h 563950"/>
              <a:gd name="connsiteX76" fmla="*/ 1299520 w 1692801"/>
              <a:gd name="connsiteY76" fmla="*/ 562859 h 563950"/>
              <a:gd name="connsiteX77" fmla="*/ 1316620 w 1692801"/>
              <a:gd name="connsiteY77" fmla="*/ 562371 h 563950"/>
              <a:gd name="connsiteX78" fmla="*/ 1333720 w 1692801"/>
              <a:gd name="connsiteY78" fmla="*/ 561693 h 563950"/>
              <a:gd name="connsiteX79" fmla="*/ 1350820 w 1692801"/>
              <a:gd name="connsiteY79" fmla="*/ 560763 h 563950"/>
              <a:gd name="connsiteX80" fmla="*/ 1367920 w 1692801"/>
              <a:gd name="connsiteY80" fmla="*/ 559501 h 563950"/>
              <a:gd name="connsiteX81" fmla="*/ 1385020 w 1692801"/>
              <a:gd name="connsiteY81" fmla="*/ 557809 h 563950"/>
              <a:gd name="connsiteX82" fmla="*/ 1402120 w 1692801"/>
              <a:gd name="connsiteY82" fmla="*/ 555555 h 563950"/>
              <a:gd name="connsiteX83" fmla="*/ 1419220 w 1692801"/>
              <a:gd name="connsiteY83" fmla="*/ 552583 h 563950"/>
              <a:gd name="connsiteX84" fmla="*/ 1436320 w 1692801"/>
              <a:gd name="connsiteY84" fmla="*/ 548696 h 563950"/>
              <a:gd name="connsiteX85" fmla="*/ 1453411 w 1692801"/>
              <a:gd name="connsiteY85" fmla="*/ 543652 h 563950"/>
              <a:gd name="connsiteX86" fmla="*/ 1470511 w 1692801"/>
              <a:gd name="connsiteY86" fmla="*/ 537151 h 563950"/>
              <a:gd name="connsiteX87" fmla="*/ 1487611 w 1692801"/>
              <a:gd name="connsiteY87" fmla="*/ 528835 h 563950"/>
              <a:gd name="connsiteX88" fmla="*/ 1504711 w 1692801"/>
              <a:gd name="connsiteY88" fmla="*/ 518262 h 563950"/>
              <a:gd name="connsiteX89" fmla="*/ 1521811 w 1692801"/>
              <a:gd name="connsiteY89" fmla="*/ 504908 h 563950"/>
              <a:gd name="connsiteX90" fmla="*/ 1538911 w 1692801"/>
              <a:gd name="connsiteY90" fmla="*/ 488138 h 563950"/>
              <a:gd name="connsiteX91" fmla="*/ 1556011 w 1692801"/>
              <a:gd name="connsiteY91" fmla="*/ 467196 h 563950"/>
              <a:gd name="connsiteX92" fmla="*/ 1573111 w 1692801"/>
              <a:gd name="connsiteY92" fmla="*/ 441184 h 563950"/>
              <a:gd name="connsiteX93" fmla="*/ 1590211 w 1692801"/>
              <a:gd name="connsiteY93" fmla="*/ 409039 h 563950"/>
              <a:gd name="connsiteX94" fmla="*/ 1607302 w 1692801"/>
              <a:gd name="connsiteY94" fmla="*/ 369509 h 563950"/>
              <a:gd name="connsiteX95" fmla="*/ 1624402 w 1692801"/>
              <a:gd name="connsiteY95" fmla="*/ 321120 h 563950"/>
              <a:gd name="connsiteX96" fmla="*/ 1641502 w 1692801"/>
              <a:gd name="connsiteY96" fmla="*/ 262150 h 563950"/>
              <a:gd name="connsiteX97" fmla="*/ 1658602 w 1692801"/>
              <a:gd name="connsiteY97" fmla="*/ 190592 h 563950"/>
              <a:gd name="connsiteX98" fmla="*/ 1675702 w 1692801"/>
              <a:gd name="connsiteY98" fmla="*/ 104110 h 563950"/>
              <a:gd name="connsiteX99" fmla="*/ 1692802 w 1692801"/>
              <a:gd name="connsiteY99" fmla="*/ 0 h 56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692801" h="563950">
                <a:moveTo>
                  <a:pt x="0" y="0"/>
                </a:moveTo>
                <a:lnTo>
                  <a:pt x="17099" y="104110"/>
                </a:lnTo>
                <a:lnTo>
                  <a:pt x="34197" y="190592"/>
                </a:lnTo>
                <a:lnTo>
                  <a:pt x="51296" y="262150"/>
                </a:lnTo>
                <a:lnTo>
                  <a:pt x="68395" y="321120"/>
                </a:lnTo>
                <a:lnTo>
                  <a:pt x="85495" y="369509"/>
                </a:lnTo>
                <a:lnTo>
                  <a:pt x="102594" y="409039"/>
                </a:lnTo>
                <a:lnTo>
                  <a:pt x="119693" y="441184"/>
                </a:lnTo>
                <a:lnTo>
                  <a:pt x="136792" y="467196"/>
                </a:lnTo>
                <a:lnTo>
                  <a:pt x="153891" y="488138"/>
                </a:lnTo>
                <a:lnTo>
                  <a:pt x="170990" y="504908"/>
                </a:lnTo>
                <a:lnTo>
                  <a:pt x="188088" y="518262"/>
                </a:lnTo>
                <a:lnTo>
                  <a:pt x="205187" y="528835"/>
                </a:lnTo>
                <a:lnTo>
                  <a:pt x="222287" y="537151"/>
                </a:lnTo>
                <a:lnTo>
                  <a:pt x="239386" y="543652"/>
                </a:lnTo>
                <a:lnTo>
                  <a:pt x="256485" y="548696"/>
                </a:lnTo>
                <a:lnTo>
                  <a:pt x="273584" y="552583"/>
                </a:lnTo>
                <a:lnTo>
                  <a:pt x="290683" y="555555"/>
                </a:lnTo>
                <a:lnTo>
                  <a:pt x="307782" y="557809"/>
                </a:lnTo>
                <a:lnTo>
                  <a:pt x="324881" y="559501"/>
                </a:lnTo>
                <a:lnTo>
                  <a:pt x="341980" y="560763"/>
                </a:lnTo>
                <a:lnTo>
                  <a:pt x="359078" y="561693"/>
                </a:lnTo>
                <a:lnTo>
                  <a:pt x="376178" y="562371"/>
                </a:lnTo>
                <a:lnTo>
                  <a:pt x="393277" y="562859"/>
                </a:lnTo>
                <a:lnTo>
                  <a:pt x="410376" y="563208"/>
                </a:lnTo>
                <a:lnTo>
                  <a:pt x="427475" y="563452"/>
                </a:lnTo>
                <a:lnTo>
                  <a:pt x="444574" y="563623"/>
                </a:lnTo>
                <a:lnTo>
                  <a:pt x="461673" y="563738"/>
                </a:lnTo>
                <a:lnTo>
                  <a:pt x="478772" y="563815"/>
                </a:lnTo>
                <a:lnTo>
                  <a:pt x="495871" y="563866"/>
                </a:lnTo>
                <a:lnTo>
                  <a:pt x="512969" y="563900"/>
                </a:lnTo>
                <a:lnTo>
                  <a:pt x="530065" y="563920"/>
                </a:lnTo>
                <a:lnTo>
                  <a:pt x="547165" y="563933"/>
                </a:lnTo>
                <a:lnTo>
                  <a:pt x="564265" y="563940"/>
                </a:lnTo>
                <a:lnTo>
                  <a:pt x="581365" y="563945"/>
                </a:lnTo>
                <a:lnTo>
                  <a:pt x="598465" y="563947"/>
                </a:lnTo>
                <a:lnTo>
                  <a:pt x="615565" y="563949"/>
                </a:lnTo>
                <a:lnTo>
                  <a:pt x="632665" y="563949"/>
                </a:lnTo>
                <a:lnTo>
                  <a:pt x="649765" y="563950"/>
                </a:lnTo>
                <a:lnTo>
                  <a:pt x="666865" y="563950"/>
                </a:lnTo>
                <a:lnTo>
                  <a:pt x="683956" y="563950"/>
                </a:lnTo>
                <a:lnTo>
                  <a:pt x="701056" y="563950"/>
                </a:lnTo>
                <a:lnTo>
                  <a:pt x="718156" y="563950"/>
                </a:lnTo>
                <a:lnTo>
                  <a:pt x="735256" y="563950"/>
                </a:lnTo>
                <a:lnTo>
                  <a:pt x="752356" y="563950"/>
                </a:lnTo>
                <a:lnTo>
                  <a:pt x="769456" y="563950"/>
                </a:lnTo>
                <a:lnTo>
                  <a:pt x="786556" y="563950"/>
                </a:lnTo>
                <a:lnTo>
                  <a:pt x="803656" y="563950"/>
                </a:lnTo>
                <a:lnTo>
                  <a:pt x="820756" y="563950"/>
                </a:lnTo>
                <a:lnTo>
                  <a:pt x="837847" y="563950"/>
                </a:lnTo>
                <a:lnTo>
                  <a:pt x="854947" y="563950"/>
                </a:lnTo>
                <a:lnTo>
                  <a:pt x="872047" y="563950"/>
                </a:lnTo>
                <a:lnTo>
                  <a:pt x="889147" y="563950"/>
                </a:lnTo>
                <a:lnTo>
                  <a:pt x="906247" y="563950"/>
                </a:lnTo>
                <a:lnTo>
                  <a:pt x="923347" y="563950"/>
                </a:lnTo>
                <a:lnTo>
                  <a:pt x="940447" y="563950"/>
                </a:lnTo>
                <a:lnTo>
                  <a:pt x="957547" y="563950"/>
                </a:lnTo>
                <a:lnTo>
                  <a:pt x="974647" y="563950"/>
                </a:lnTo>
                <a:lnTo>
                  <a:pt x="991738" y="563950"/>
                </a:lnTo>
                <a:lnTo>
                  <a:pt x="1008838" y="563950"/>
                </a:lnTo>
                <a:lnTo>
                  <a:pt x="1025938" y="563950"/>
                </a:lnTo>
                <a:lnTo>
                  <a:pt x="1043038" y="563950"/>
                </a:lnTo>
                <a:lnTo>
                  <a:pt x="1060138" y="563949"/>
                </a:lnTo>
                <a:lnTo>
                  <a:pt x="1077238" y="563949"/>
                </a:lnTo>
                <a:lnTo>
                  <a:pt x="1094338" y="563947"/>
                </a:lnTo>
                <a:lnTo>
                  <a:pt x="1111438" y="563945"/>
                </a:lnTo>
                <a:lnTo>
                  <a:pt x="1128538" y="563940"/>
                </a:lnTo>
                <a:lnTo>
                  <a:pt x="1145629" y="563933"/>
                </a:lnTo>
                <a:lnTo>
                  <a:pt x="1162729" y="563920"/>
                </a:lnTo>
                <a:lnTo>
                  <a:pt x="1179829" y="563900"/>
                </a:lnTo>
                <a:lnTo>
                  <a:pt x="1196929" y="563866"/>
                </a:lnTo>
                <a:lnTo>
                  <a:pt x="1214029" y="563815"/>
                </a:lnTo>
                <a:lnTo>
                  <a:pt x="1231129" y="563738"/>
                </a:lnTo>
                <a:lnTo>
                  <a:pt x="1248229" y="563623"/>
                </a:lnTo>
                <a:lnTo>
                  <a:pt x="1265329" y="563452"/>
                </a:lnTo>
                <a:lnTo>
                  <a:pt x="1282429" y="563208"/>
                </a:lnTo>
                <a:lnTo>
                  <a:pt x="1299520" y="562859"/>
                </a:lnTo>
                <a:lnTo>
                  <a:pt x="1316620" y="562371"/>
                </a:lnTo>
                <a:lnTo>
                  <a:pt x="1333720" y="561693"/>
                </a:lnTo>
                <a:lnTo>
                  <a:pt x="1350820" y="560763"/>
                </a:lnTo>
                <a:lnTo>
                  <a:pt x="1367920" y="559501"/>
                </a:lnTo>
                <a:lnTo>
                  <a:pt x="1385020" y="557809"/>
                </a:lnTo>
                <a:lnTo>
                  <a:pt x="1402120" y="555555"/>
                </a:lnTo>
                <a:lnTo>
                  <a:pt x="1419220" y="552583"/>
                </a:lnTo>
                <a:lnTo>
                  <a:pt x="1436320" y="548696"/>
                </a:lnTo>
                <a:lnTo>
                  <a:pt x="1453411" y="543652"/>
                </a:lnTo>
                <a:lnTo>
                  <a:pt x="1470511" y="537151"/>
                </a:lnTo>
                <a:lnTo>
                  <a:pt x="1487611" y="528835"/>
                </a:lnTo>
                <a:lnTo>
                  <a:pt x="1504711" y="518262"/>
                </a:lnTo>
                <a:lnTo>
                  <a:pt x="1521811" y="504908"/>
                </a:lnTo>
                <a:lnTo>
                  <a:pt x="1538911" y="488138"/>
                </a:lnTo>
                <a:lnTo>
                  <a:pt x="1556011" y="467196"/>
                </a:lnTo>
                <a:lnTo>
                  <a:pt x="1573111" y="441184"/>
                </a:lnTo>
                <a:lnTo>
                  <a:pt x="1590211" y="409039"/>
                </a:lnTo>
                <a:lnTo>
                  <a:pt x="1607302" y="369509"/>
                </a:lnTo>
                <a:lnTo>
                  <a:pt x="1624402" y="321120"/>
                </a:lnTo>
                <a:lnTo>
                  <a:pt x="1641502" y="262150"/>
                </a:lnTo>
                <a:lnTo>
                  <a:pt x="1658602" y="190592"/>
                </a:lnTo>
                <a:lnTo>
                  <a:pt x="1675702" y="104110"/>
                </a:lnTo>
                <a:lnTo>
                  <a:pt x="1692802" y="0"/>
                </a:lnTo>
              </a:path>
            </a:pathLst>
          </a:custGeom>
          <a:noFill/>
          <a:ln w="10763" cap="rnd">
            <a:solidFill>
              <a:srgbClr val="8E971D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4" name="Freeform 93">
            <a:extLst>
              <a:ext uri="{FF2B5EF4-FFF2-40B4-BE49-F238E27FC236}">
                <a16:creationId xmlns:a16="http://schemas.microsoft.com/office/drawing/2014/main" id="{8994331C-9FF5-CEE8-26B0-6792CB2CE652}"/>
              </a:ext>
            </a:extLst>
          </p:cNvPr>
          <p:cNvSpPr/>
          <p:nvPr/>
        </p:nvSpPr>
        <p:spPr>
          <a:xfrm>
            <a:off x="732671" y="2000034"/>
            <a:ext cx="1692801" cy="1127897"/>
          </a:xfrm>
          <a:custGeom>
            <a:avLst/>
            <a:gdLst>
              <a:gd name="connsiteX0" fmla="*/ 0 w 1692801"/>
              <a:gd name="connsiteY0" fmla="*/ 1127897 h 1127897"/>
              <a:gd name="connsiteX1" fmla="*/ 17099 w 1692801"/>
              <a:gd name="connsiteY1" fmla="*/ 1014497 h 1127897"/>
              <a:gd name="connsiteX2" fmla="*/ 34197 w 1692801"/>
              <a:gd name="connsiteY2" fmla="*/ 922220 h 1127897"/>
              <a:gd name="connsiteX3" fmla="*/ 51296 w 1692801"/>
              <a:gd name="connsiteY3" fmla="*/ 847457 h 1127897"/>
              <a:gd name="connsiteX4" fmla="*/ 68395 w 1692801"/>
              <a:gd name="connsiteY4" fmla="*/ 787157 h 1127897"/>
              <a:gd name="connsiteX5" fmla="*/ 85495 w 1692801"/>
              <a:gd name="connsiteY5" fmla="*/ 738751 h 1127897"/>
              <a:gd name="connsiteX6" fmla="*/ 102594 w 1692801"/>
              <a:gd name="connsiteY6" fmla="*/ 700084 h 1127897"/>
              <a:gd name="connsiteX7" fmla="*/ 119693 w 1692801"/>
              <a:gd name="connsiteY7" fmla="*/ 669355 h 1127897"/>
              <a:gd name="connsiteX8" fmla="*/ 136792 w 1692801"/>
              <a:gd name="connsiteY8" fmla="*/ 645067 h 1127897"/>
              <a:gd name="connsiteX9" fmla="*/ 153891 w 1692801"/>
              <a:gd name="connsiteY9" fmla="*/ 625978 h 1127897"/>
              <a:gd name="connsiteX10" fmla="*/ 170990 w 1692801"/>
              <a:gd name="connsiteY10" fmla="*/ 611064 h 1127897"/>
              <a:gd name="connsiteX11" fmla="*/ 188088 w 1692801"/>
              <a:gd name="connsiteY11" fmla="*/ 599485 h 1127897"/>
              <a:gd name="connsiteX12" fmla="*/ 205187 w 1692801"/>
              <a:gd name="connsiteY12" fmla="*/ 590553 h 1127897"/>
              <a:gd name="connsiteX13" fmla="*/ 222287 w 1692801"/>
              <a:gd name="connsiteY13" fmla="*/ 583711 h 1127897"/>
              <a:gd name="connsiteX14" fmla="*/ 239386 w 1692801"/>
              <a:gd name="connsiteY14" fmla="*/ 578508 h 1127897"/>
              <a:gd name="connsiteX15" fmla="*/ 256485 w 1692801"/>
              <a:gd name="connsiteY15" fmla="*/ 574582 h 1127897"/>
              <a:gd name="connsiteX16" fmla="*/ 273584 w 1692801"/>
              <a:gd name="connsiteY16" fmla="*/ 571642 h 1127897"/>
              <a:gd name="connsiteX17" fmla="*/ 290683 w 1692801"/>
              <a:gd name="connsiteY17" fmla="*/ 569462 h 1127897"/>
              <a:gd name="connsiteX18" fmla="*/ 307782 w 1692801"/>
              <a:gd name="connsiteY18" fmla="*/ 567859 h 1127897"/>
              <a:gd name="connsiteX19" fmla="*/ 324881 w 1692801"/>
              <a:gd name="connsiteY19" fmla="*/ 566691 h 1127897"/>
              <a:gd name="connsiteX20" fmla="*/ 341980 w 1692801"/>
              <a:gd name="connsiteY20" fmla="*/ 565849 h 1127897"/>
              <a:gd name="connsiteX21" fmla="*/ 359078 w 1692801"/>
              <a:gd name="connsiteY21" fmla="*/ 565250 h 1127897"/>
              <a:gd name="connsiteX22" fmla="*/ 376178 w 1692801"/>
              <a:gd name="connsiteY22" fmla="*/ 564828 h 1127897"/>
              <a:gd name="connsiteX23" fmla="*/ 393277 w 1692801"/>
              <a:gd name="connsiteY23" fmla="*/ 564534 h 1127897"/>
              <a:gd name="connsiteX24" fmla="*/ 410376 w 1692801"/>
              <a:gd name="connsiteY24" fmla="*/ 564333 h 1127897"/>
              <a:gd name="connsiteX25" fmla="*/ 427475 w 1692801"/>
              <a:gd name="connsiteY25" fmla="*/ 564197 h 1127897"/>
              <a:gd name="connsiteX26" fmla="*/ 444574 w 1692801"/>
              <a:gd name="connsiteY26" fmla="*/ 564106 h 1127897"/>
              <a:gd name="connsiteX27" fmla="*/ 461673 w 1692801"/>
              <a:gd name="connsiteY27" fmla="*/ 564046 h 1127897"/>
              <a:gd name="connsiteX28" fmla="*/ 478772 w 1692801"/>
              <a:gd name="connsiteY28" fmla="*/ 564009 h 1127897"/>
              <a:gd name="connsiteX29" fmla="*/ 495871 w 1692801"/>
              <a:gd name="connsiteY29" fmla="*/ 563984 h 1127897"/>
              <a:gd name="connsiteX30" fmla="*/ 512969 w 1692801"/>
              <a:gd name="connsiteY30" fmla="*/ 563970 h 1127897"/>
              <a:gd name="connsiteX31" fmla="*/ 530065 w 1692801"/>
              <a:gd name="connsiteY31" fmla="*/ 563961 h 1127897"/>
              <a:gd name="connsiteX32" fmla="*/ 547165 w 1692801"/>
              <a:gd name="connsiteY32" fmla="*/ 563956 h 1127897"/>
              <a:gd name="connsiteX33" fmla="*/ 564265 w 1692801"/>
              <a:gd name="connsiteY33" fmla="*/ 563954 h 1127897"/>
              <a:gd name="connsiteX34" fmla="*/ 581365 w 1692801"/>
              <a:gd name="connsiteY34" fmla="*/ 563952 h 1127897"/>
              <a:gd name="connsiteX35" fmla="*/ 598465 w 1692801"/>
              <a:gd name="connsiteY35" fmla="*/ 563951 h 1127897"/>
              <a:gd name="connsiteX36" fmla="*/ 615565 w 1692801"/>
              <a:gd name="connsiteY36" fmla="*/ 563950 h 1127897"/>
              <a:gd name="connsiteX37" fmla="*/ 632665 w 1692801"/>
              <a:gd name="connsiteY37" fmla="*/ 563950 h 1127897"/>
              <a:gd name="connsiteX38" fmla="*/ 649765 w 1692801"/>
              <a:gd name="connsiteY38" fmla="*/ 563950 h 1127897"/>
              <a:gd name="connsiteX39" fmla="*/ 666865 w 1692801"/>
              <a:gd name="connsiteY39" fmla="*/ 563950 h 1127897"/>
              <a:gd name="connsiteX40" fmla="*/ 683956 w 1692801"/>
              <a:gd name="connsiteY40" fmla="*/ 563950 h 1127897"/>
              <a:gd name="connsiteX41" fmla="*/ 701056 w 1692801"/>
              <a:gd name="connsiteY41" fmla="*/ 563950 h 1127897"/>
              <a:gd name="connsiteX42" fmla="*/ 718156 w 1692801"/>
              <a:gd name="connsiteY42" fmla="*/ 563950 h 1127897"/>
              <a:gd name="connsiteX43" fmla="*/ 735256 w 1692801"/>
              <a:gd name="connsiteY43" fmla="*/ 563950 h 1127897"/>
              <a:gd name="connsiteX44" fmla="*/ 752356 w 1692801"/>
              <a:gd name="connsiteY44" fmla="*/ 563950 h 1127897"/>
              <a:gd name="connsiteX45" fmla="*/ 769456 w 1692801"/>
              <a:gd name="connsiteY45" fmla="*/ 563950 h 1127897"/>
              <a:gd name="connsiteX46" fmla="*/ 786556 w 1692801"/>
              <a:gd name="connsiteY46" fmla="*/ 563950 h 1127897"/>
              <a:gd name="connsiteX47" fmla="*/ 803656 w 1692801"/>
              <a:gd name="connsiteY47" fmla="*/ 563950 h 1127897"/>
              <a:gd name="connsiteX48" fmla="*/ 820756 w 1692801"/>
              <a:gd name="connsiteY48" fmla="*/ 563950 h 1127897"/>
              <a:gd name="connsiteX49" fmla="*/ 837847 w 1692801"/>
              <a:gd name="connsiteY49" fmla="*/ 563950 h 1127897"/>
              <a:gd name="connsiteX50" fmla="*/ 854947 w 1692801"/>
              <a:gd name="connsiteY50" fmla="*/ 563950 h 1127897"/>
              <a:gd name="connsiteX51" fmla="*/ 872047 w 1692801"/>
              <a:gd name="connsiteY51" fmla="*/ 563950 h 1127897"/>
              <a:gd name="connsiteX52" fmla="*/ 889147 w 1692801"/>
              <a:gd name="connsiteY52" fmla="*/ 563950 h 1127897"/>
              <a:gd name="connsiteX53" fmla="*/ 906247 w 1692801"/>
              <a:gd name="connsiteY53" fmla="*/ 563950 h 1127897"/>
              <a:gd name="connsiteX54" fmla="*/ 923347 w 1692801"/>
              <a:gd name="connsiteY54" fmla="*/ 563950 h 1127897"/>
              <a:gd name="connsiteX55" fmla="*/ 940447 w 1692801"/>
              <a:gd name="connsiteY55" fmla="*/ 563950 h 1127897"/>
              <a:gd name="connsiteX56" fmla="*/ 957547 w 1692801"/>
              <a:gd name="connsiteY56" fmla="*/ 563950 h 1127897"/>
              <a:gd name="connsiteX57" fmla="*/ 974647 w 1692801"/>
              <a:gd name="connsiteY57" fmla="*/ 563950 h 1127897"/>
              <a:gd name="connsiteX58" fmla="*/ 991738 w 1692801"/>
              <a:gd name="connsiteY58" fmla="*/ 563950 h 1127897"/>
              <a:gd name="connsiteX59" fmla="*/ 1008838 w 1692801"/>
              <a:gd name="connsiteY59" fmla="*/ 563950 h 1127897"/>
              <a:gd name="connsiteX60" fmla="*/ 1025938 w 1692801"/>
              <a:gd name="connsiteY60" fmla="*/ 563950 h 1127897"/>
              <a:gd name="connsiteX61" fmla="*/ 1043038 w 1692801"/>
              <a:gd name="connsiteY61" fmla="*/ 563950 h 1127897"/>
              <a:gd name="connsiteX62" fmla="*/ 1060138 w 1692801"/>
              <a:gd name="connsiteY62" fmla="*/ 563950 h 1127897"/>
              <a:gd name="connsiteX63" fmla="*/ 1077238 w 1692801"/>
              <a:gd name="connsiteY63" fmla="*/ 563950 h 1127897"/>
              <a:gd name="connsiteX64" fmla="*/ 1094338 w 1692801"/>
              <a:gd name="connsiteY64" fmla="*/ 563949 h 1127897"/>
              <a:gd name="connsiteX65" fmla="*/ 1111438 w 1692801"/>
              <a:gd name="connsiteY65" fmla="*/ 563948 h 1127897"/>
              <a:gd name="connsiteX66" fmla="*/ 1128538 w 1692801"/>
              <a:gd name="connsiteY66" fmla="*/ 563947 h 1127897"/>
              <a:gd name="connsiteX67" fmla="*/ 1145629 w 1692801"/>
              <a:gd name="connsiteY67" fmla="*/ 563944 h 1127897"/>
              <a:gd name="connsiteX68" fmla="*/ 1162729 w 1692801"/>
              <a:gd name="connsiteY68" fmla="*/ 563939 h 1127897"/>
              <a:gd name="connsiteX69" fmla="*/ 1179829 w 1692801"/>
              <a:gd name="connsiteY69" fmla="*/ 563930 h 1127897"/>
              <a:gd name="connsiteX70" fmla="*/ 1196929 w 1692801"/>
              <a:gd name="connsiteY70" fmla="*/ 563915 h 1127897"/>
              <a:gd name="connsiteX71" fmla="*/ 1214029 w 1692801"/>
              <a:gd name="connsiteY71" fmla="*/ 563892 h 1127897"/>
              <a:gd name="connsiteX72" fmla="*/ 1231129 w 1692801"/>
              <a:gd name="connsiteY72" fmla="*/ 563854 h 1127897"/>
              <a:gd name="connsiteX73" fmla="*/ 1248229 w 1692801"/>
              <a:gd name="connsiteY73" fmla="*/ 563794 h 1127897"/>
              <a:gd name="connsiteX74" fmla="*/ 1265329 w 1692801"/>
              <a:gd name="connsiteY74" fmla="*/ 563703 h 1127897"/>
              <a:gd name="connsiteX75" fmla="*/ 1282429 w 1692801"/>
              <a:gd name="connsiteY75" fmla="*/ 563568 h 1127897"/>
              <a:gd name="connsiteX76" fmla="*/ 1299520 w 1692801"/>
              <a:gd name="connsiteY76" fmla="*/ 563366 h 1127897"/>
              <a:gd name="connsiteX77" fmla="*/ 1316620 w 1692801"/>
              <a:gd name="connsiteY77" fmla="*/ 563073 h 1127897"/>
              <a:gd name="connsiteX78" fmla="*/ 1333720 w 1692801"/>
              <a:gd name="connsiteY78" fmla="*/ 562651 h 1127897"/>
              <a:gd name="connsiteX79" fmla="*/ 1350820 w 1692801"/>
              <a:gd name="connsiteY79" fmla="*/ 562050 h 1127897"/>
              <a:gd name="connsiteX80" fmla="*/ 1367920 w 1692801"/>
              <a:gd name="connsiteY80" fmla="*/ 561210 h 1127897"/>
              <a:gd name="connsiteX81" fmla="*/ 1385020 w 1692801"/>
              <a:gd name="connsiteY81" fmla="*/ 560041 h 1127897"/>
              <a:gd name="connsiteX82" fmla="*/ 1402120 w 1692801"/>
              <a:gd name="connsiteY82" fmla="*/ 558439 h 1127897"/>
              <a:gd name="connsiteX83" fmla="*/ 1419220 w 1692801"/>
              <a:gd name="connsiteY83" fmla="*/ 556258 h 1127897"/>
              <a:gd name="connsiteX84" fmla="*/ 1436320 w 1692801"/>
              <a:gd name="connsiteY84" fmla="*/ 553318 h 1127897"/>
              <a:gd name="connsiteX85" fmla="*/ 1453411 w 1692801"/>
              <a:gd name="connsiteY85" fmla="*/ 549393 h 1127897"/>
              <a:gd name="connsiteX86" fmla="*/ 1470511 w 1692801"/>
              <a:gd name="connsiteY86" fmla="*/ 544190 h 1127897"/>
              <a:gd name="connsiteX87" fmla="*/ 1487611 w 1692801"/>
              <a:gd name="connsiteY87" fmla="*/ 537347 h 1127897"/>
              <a:gd name="connsiteX88" fmla="*/ 1504711 w 1692801"/>
              <a:gd name="connsiteY88" fmla="*/ 528415 h 1127897"/>
              <a:gd name="connsiteX89" fmla="*/ 1521811 w 1692801"/>
              <a:gd name="connsiteY89" fmla="*/ 516836 h 1127897"/>
              <a:gd name="connsiteX90" fmla="*/ 1538911 w 1692801"/>
              <a:gd name="connsiteY90" fmla="*/ 501922 h 1127897"/>
              <a:gd name="connsiteX91" fmla="*/ 1556011 w 1692801"/>
              <a:gd name="connsiteY91" fmla="*/ 482833 h 1127897"/>
              <a:gd name="connsiteX92" fmla="*/ 1573111 w 1692801"/>
              <a:gd name="connsiteY92" fmla="*/ 458545 h 1127897"/>
              <a:gd name="connsiteX93" fmla="*/ 1590211 w 1692801"/>
              <a:gd name="connsiteY93" fmla="*/ 427816 h 1127897"/>
              <a:gd name="connsiteX94" fmla="*/ 1607302 w 1692801"/>
              <a:gd name="connsiteY94" fmla="*/ 389149 h 1127897"/>
              <a:gd name="connsiteX95" fmla="*/ 1624402 w 1692801"/>
              <a:gd name="connsiteY95" fmla="*/ 340743 h 1127897"/>
              <a:gd name="connsiteX96" fmla="*/ 1641502 w 1692801"/>
              <a:gd name="connsiteY96" fmla="*/ 280442 h 1127897"/>
              <a:gd name="connsiteX97" fmla="*/ 1658602 w 1692801"/>
              <a:gd name="connsiteY97" fmla="*/ 205678 h 1127897"/>
              <a:gd name="connsiteX98" fmla="*/ 1675702 w 1692801"/>
              <a:gd name="connsiteY98" fmla="*/ 113400 h 1127897"/>
              <a:gd name="connsiteX99" fmla="*/ 1692802 w 1692801"/>
              <a:gd name="connsiteY99" fmla="*/ 0 h 1127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692801" h="1127897">
                <a:moveTo>
                  <a:pt x="0" y="1127897"/>
                </a:moveTo>
                <a:lnTo>
                  <a:pt x="17099" y="1014497"/>
                </a:lnTo>
                <a:lnTo>
                  <a:pt x="34197" y="922220"/>
                </a:lnTo>
                <a:lnTo>
                  <a:pt x="51296" y="847457"/>
                </a:lnTo>
                <a:lnTo>
                  <a:pt x="68395" y="787157"/>
                </a:lnTo>
                <a:lnTo>
                  <a:pt x="85495" y="738751"/>
                </a:lnTo>
                <a:lnTo>
                  <a:pt x="102594" y="700084"/>
                </a:lnTo>
                <a:lnTo>
                  <a:pt x="119693" y="669355"/>
                </a:lnTo>
                <a:lnTo>
                  <a:pt x="136792" y="645067"/>
                </a:lnTo>
                <a:lnTo>
                  <a:pt x="153891" y="625978"/>
                </a:lnTo>
                <a:lnTo>
                  <a:pt x="170990" y="611064"/>
                </a:lnTo>
                <a:lnTo>
                  <a:pt x="188088" y="599485"/>
                </a:lnTo>
                <a:lnTo>
                  <a:pt x="205187" y="590553"/>
                </a:lnTo>
                <a:lnTo>
                  <a:pt x="222287" y="583711"/>
                </a:lnTo>
                <a:lnTo>
                  <a:pt x="239386" y="578508"/>
                </a:lnTo>
                <a:lnTo>
                  <a:pt x="256485" y="574582"/>
                </a:lnTo>
                <a:lnTo>
                  <a:pt x="273584" y="571642"/>
                </a:lnTo>
                <a:lnTo>
                  <a:pt x="290683" y="569462"/>
                </a:lnTo>
                <a:lnTo>
                  <a:pt x="307782" y="567859"/>
                </a:lnTo>
                <a:lnTo>
                  <a:pt x="324881" y="566691"/>
                </a:lnTo>
                <a:lnTo>
                  <a:pt x="341980" y="565849"/>
                </a:lnTo>
                <a:lnTo>
                  <a:pt x="359078" y="565250"/>
                </a:lnTo>
                <a:lnTo>
                  <a:pt x="376178" y="564828"/>
                </a:lnTo>
                <a:lnTo>
                  <a:pt x="393277" y="564534"/>
                </a:lnTo>
                <a:lnTo>
                  <a:pt x="410376" y="564333"/>
                </a:lnTo>
                <a:lnTo>
                  <a:pt x="427475" y="564197"/>
                </a:lnTo>
                <a:lnTo>
                  <a:pt x="444574" y="564106"/>
                </a:lnTo>
                <a:lnTo>
                  <a:pt x="461673" y="564046"/>
                </a:lnTo>
                <a:lnTo>
                  <a:pt x="478772" y="564009"/>
                </a:lnTo>
                <a:lnTo>
                  <a:pt x="495871" y="563984"/>
                </a:lnTo>
                <a:lnTo>
                  <a:pt x="512969" y="563970"/>
                </a:lnTo>
                <a:lnTo>
                  <a:pt x="530065" y="563961"/>
                </a:lnTo>
                <a:lnTo>
                  <a:pt x="547165" y="563956"/>
                </a:lnTo>
                <a:lnTo>
                  <a:pt x="564265" y="563954"/>
                </a:lnTo>
                <a:lnTo>
                  <a:pt x="581365" y="563952"/>
                </a:lnTo>
                <a:lnTo>
                  <a:pt x="598465" y="563951"/>
                </a:lnTo>
                <a:lnTo>
                  <a:pt x="615565" y="563950"/>
                </a:lnTo>
                <a:lnTo>
                  <a:pt x="632665" y="563950"/>
                </a:lnTo>
                <a:lnTo>
                  <a:pt x="649765" y="563950"/>
                </a:lnTo>
                <a:lnTo>
                  <a:pt x="666865" y="563950"/>
                </a:lnTo>
                <a:lnTo>
                  <a:pt x="683956" y="563950"/>
                </a:lnTo>
                <a:lnTo>
                  <a:pt x="701056" y="563950"/>
                </a:lnTo>
                <a:lnTo>
                  <a:pt x="718156" y="563950"/>
                </a:lnTo>
                <a:lnTo>
                  <a:pt x="735256" y="563950"/>
                </a:lnTo>
                <a:lnTo>
                  <a:pt x="752356" y="563950"/>
                </a:lnTo>
                <a:lnTo>
                  <a:pt x="769456" y="563950"/>
                </a:lnTo>
                <a:lnTo>
                  <a:pt x="786556" y="563950"/>
                </a:lnTo>
                <a:lnTo>
                  <a:pt x="803656" y="563950"/>
                </a:lnTo>
                <a:lnTo>
                  <a:pt x="820756" y="563950"/>
                </a:lnTo>
                <a:lnTo>
                  <a:pt x="837847" y="563950"/>
                </a:lnTo>
                <a:lnTo>
                  <a:pt x="854947" y="563950"/>
                </a:lnTo>
                <a:lnTo>
                  <a:pt x="872047" y="563950"/>
                </a:lnTo>
                <a:lnTo>
                  <a:pt x="889147" y="563950"/>
                </a:lnTo>
                <a:lnTo>
                  <a:pt x="906247" y="563950"/>
                </a:lnTo>
                <a:lnTo>
                  <a:pt x="923347" y="563950"/>
                </a:lnTo>
                <a:lnTo>
                  <a:pt x="940447" y="563950"/>
                </a:lnTo>
                <a:lnTo>
                  <a:pt x="957547" y="563950"/>
                </a:lnTo>
                <a:lnTo>
                  <a:pt x="974647" y="563950"/>
                </a:lnTo>
                <a:lnTo>
                  <a:pt x="991738" y="563950"/>
                </a:lnTo>
                <a:lnTo>
                  <a:pt x="1008838" y="563950"/>
                </a:lnTo>
                <a:lnTo>
                  <a:pt x="1025938" y="563950"/>
                </a:lnTo>
                <a:lnTo>
                  <a:pt x="1043038" y="563950"/>
                </a:lnTo>
                <a:lnTo>
                  <a:pt x="1060138" y="563950"/>
                </a:lnTo>
                <a:lnTo>
                  <a:pt x="1077238" y="563950"/>
                </a:lnTo>
                <a:lnTo>
                  <a:pt x="1094338" y="563949"/>
                </a:lnTo>
                <a:lnTo>
                  <a:pt x="1111438" y="563948"/>
                </a:lnTo>
                <a:lnTo>
                  <a:pt x="1128538" y="563947"/>
                </a:lnTo>
                <a:lnTo>
                  <a:pt x="1145629" y="563944"/>
                </a:lnTo>
                <a:lnTo>
                  <a:pt x="1162729" y="563939"/>
                </a:lnTo>
                <a:lnTo>
                  <a:pt x="1179829" y="563930"/>
                </a:lnTo>
                <a:lnTo>
                  <a:pt x="1196929" y="563915"/>
                </a:lnTo>
                <a:lnTo>
                  <a:pt x="1214029" y="563892"/>
                </a:lnTo>
                <a:lnTo>
                  <a:pt x="1231129" y="563854"/>
                </a:lnTo>
                <a:lnTo>
                  <a:pt x="1248229" y="563794"/>
                </a:lnTo>
                <a:lnTo>
                  <a:pt x="1265329" y="563703"/>
                </a:lnTo>
                <a:lnTo>
                  <a:pt x="1282429" y="563568"/>
                </a:lnTo>
                <a:lnTo>
                  <a:pt x="1299520" y="563366"/>
                </a:lnTo>
                <a:lnTo>
                  <a:pt x="1316620" y="563073"/>
                </a:lnTo>
                <a:lnTo>
                  <a:pt x="1333720" y="562651"/>
                </a:lnTo>
                <a:lnTo>
                  <a:pt x="1350820" y="562050"/>
                </a:lnTo>
                <a:lnTo>
                  <a:pt x="1367920" y="561210"/>
                </a:lnTo>
                <a:lnTo>
                  <a:pt x="1385020" y="560041"/>
                </a:lnTo>
                <a:lnTo>
                  <a:pt x="1402120" y="558439"/>
                </a:lnTo>
                <a:lnTo>
                  <a:pt x="1419220" y="556258"/>
                </a:lnTo>
                <a:lnTo>
                  <a:pt x="1436320" y="553318"/>
                </a:lnTo>
                <a:lnTo>
                  <a:pt x="1453411" y="549393"/>
                </a:lnTo>
                <a:lnTo>
                  <a:pt x="1470511" y="544190"/>
                </a:lnTo>
                <a:lnTo>
                  <a:pt x="1487611" y="537347"/>
                </a:lnTo>
                <a:lnTo>
                  <a:pt x="1504711" y="528415"/>
                </a:lnTo>
                <a:lnTo>
                  <a:pt x="1521811" y="516836"/>
                </a:lnTo>
                <a:lnTo>
                  <a:pt x="1538911" y="501922"/>
                </a:lnTo>
                <a:lnTo>
                  <a:pt x="1556011" y="482833"/>
                </a:lnTo>
                <a:lnTo>
                  <a:pt x="1573111" y="458545"/>
                </a:lnTo>
                <a:lnTo>
                  <a:pt x="1590211" y="427816"/>
                </a:lnTo>
                <a:lnTo>
                  <a:pt x="1607302" y="389149"/>
                </a:lnTo>
                <a:lnTo>
                  <a:pt x="1624402" y="340743"/>
                </a:lnTo>
                <a:lnTo>
                  <a:pt x="1641502" y="280442"/>
                </a:lnTo>
                <a:lnTo>
                  <a:pt x="1658602" y="205678"/>
                </a:lnTo>
                <a:lnTo>
                  <a:pt x="1675702" y="113400"/>
                </a:lnTo>
                <a:lnTo>
                  <a:pt x="1692802" y="0"/>
                </a:lnTo>
              </a:path>
            </a:pathLst>
          </a:custGeom>
          <a:noFill/>
          <a:ln w="10763" cap="rnd">
            <a:solidFill>
              <a:srgbClr val="00A8CB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332" name="Group 331">
            <a:extLst>
              <a:ext uri="{FF2B5EF4-FFF2-40B4-BE49-F238E27FC236}">
                <a16:creationId xmlns:a16="http://schemas.microsoft.com/office/drawing/2014/main" id="{C247C4FB-A92C-CEFF-78BB-308F9879D0FE}"/>
              </a:ext>
            </a:extLst>
          </p:cNvPr>
          <p:cNvGrpSpPr/>
          <p:nvPr/>
        </p:nvGrpSpPr>
        <p:grpSpPr>
          <a:xfrm>
            <a:off x="358776" y="3493105"/>
            <a:ext cx="2160000" cy="1440000"/>
            <a:chOff x="358776" y="3493105"/>
            <a:chExt cx="2160000" cy="1440000"/>
          </a:xfrm>
        </p:grpSpPr>
        <p:sp>
          <p:nvSpPr>
            <p:cNvPr id="255" name="Freeform 254">
              <a:extLst>
                <a:ext uri="{FF2B5EF4-FFF2-40B4-BE49-F238E27FC236}">
                  <a16:creationId xmlns:a16="http://schemas.microsoft.com/office/drawing/2014/main" id="{0B0D1A30-2BC1-BD86-4873-6328222F67D5}"/>
                </a:ext>
              </a:extLst>
            </p:cNvPr>
            <p:cNvSpPr/>
            <p:nvPr/>
          </p:nvSpPr>
          <p:spPr>
            <a:xfrm>
              <a:off x="358776" y="3493105"/>
              <a:ext cx="2160000" cy="1440000"/>
            </a:xfrm>
            <a:custGeom>
              <a:avLst/>
              <a:gdLst>
                <a:gd name="connsiteX0" fmla="*/ 0 w 2160000"/>
                <a:gd name="connsiteY0" fmla="*/ 1440000 h 1440000"/>
                <a:gd name="connsiteX1" fmla="*/ 2160000 w 2160000"/>
                <a:gd name="connsiteY1" fmla="*/ 1440000 h 1440000"/>
                <a:gd name="connsiteX2" fmla="*/ 2160000 w 2160000"/>
                <a:gd name="connsiteY2" fmla="*/ 0 h 1440000"/>
                <a:gd name="connsiteX3" fmla="*/ 0 w 2160000"/>
                <a:gd name="connsiteY3" fmla="*/ 0 h 144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60000" h="1440000">
                  <a:moveTo>
                    <a:pt x="0" y="1440000"/>
                  </a:moveTo>
                  <a:lnTo>
                    <a:pt x="2160000" y="1440000"/>
                  </a:lnTo>
                  <a:lnTo>
                    <a:pt x="2160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BDEC0619-A430-599C-23BB-8D7E22939568}"/>
                </a:ext>
              </a:extLst>
            </p:cNvPr>
            <p:cNvSpPr/>
            <p:nvPr/>
          </p:nvSpPr>
          <p:spPr>
            <a:xfrm>
              <a:off x="679371" y="3535624"/>
              <a:ext cx="1796888" cy="1195574"/>
            </a:xfrm>
            <a:custGeom>
              <a:avLst/>
              <a:gdLst>
                <a:gd name="connsiteX0" fmla="*/ 0 w 1796888"/>
                <a:gd name="connsiteY0" fmla="*/ 1195574 h 1195574"/>
                <a:gd name="connsiteX1" fmla="*/ 1796889 w 1796888"/>
                <a:gd name="connsiteY1" fmla="*/ 1195574 h 1195574"/>
                <a:gd name="connsiteX2" fmla="*/ 1796889 w 1796888"/>
                <a:gd name="connsiteY2" fmla="*/ 0 h 1195574"/>
                <a:gd name="connsiteX3" fmla="*/ 0 w 1796888"/>
                <a:gd name="connsiteY3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96888" h="1195574">
                  <a:moveTo>
                    <a:pt x="0" y="1195574"/>
                  </a:moveTo>
                  <a:lnTo>
                    <a:pt x="1796889" y="1195574"/>
                  </a:lnTo>
                  <a:lnTo>
                    <a:pt x="17968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5B842357-78FB-7FDB-688B-23074386B6A1}"/>
                </a:ext>
              </a:extLst>
            </p:cNvPr>
            <p:cNvSpPr/>
            <p:nvPr/>
          </p:nvSpPr>
          <p:spPr>
            <a:xfrm>
              <a:off x="730226" y="3535624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C2004078-55A2-2E0C-9A1B-6CFBF4F37B5B}"/>
                </a:ext>
              </a:extLst>
            </p:cNvPr>
            <p:cNvSpPr/>
            <p:nvPr/>
          </p:nvSpPr>
          <p:spPr>
            <a:xfrm>
              <a:off x="1154019" y="3535624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9" name="Freeform 258">
              <a:extLst>
                <a:ext uri="{FF2B5EF4-FFF2-40B4-BE49-F238E27FC236}">
                  <a16:creationId xmlns:a16="http://schemas.microsoft.com/office/drawing/2014/main" id="{04605EB8-9D3D-9AF1-5D6E-F1B3BDA02C4C}"/>
                </a:ext>
              </a:extLst>
            </p:cNvPr>
            <p:cNvSpPr/>
            <p:nvPr/>
          </p:nvSpPr>
          <p:spPr>
            <a:xfrm>
              <a:off x="1577816" y="3535624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E20E040D-F20E-F7E9-0BE4-23D199061A61}"/>
                </a:ext>
              </a:extLst>
            </p:cNvPr>
            <p:cNvSpPr/>
            <p:nvPr/>
          </p:nvSpPr>
          <p:spPr>
            <a:xfrm>
              <a:off x="2001608" y="3535624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FA6F8336-B1EA-1460-71AA-F532340862C8}"/>
                </a:ext>
              </a:extLst>
            </p:cNvPr>
            <p:cNvSpPr/>
            <p:nvPr/>
          </p:nvSpPr>
          <p:spPr>
            <a:xfrm>
              <a:off x="2425401" y="3535624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68AB1480-9EFB-94B1-A5B2-D73F9756F0E2}"/>
                </a:ext>
              </a:extLst>
            </p:cNvPr>
            <p:cNvSpPr/>
            <p:nvPr/>
          </p:nvSpPr>
          <p:spPr>
            <a:xfrm>
              <a:off x="679371" y="4731199"/>
              <a:ext cx="1796888" cy="900"/>
            </a:xfrm>
            <a:custGeom>
              <a:avLst/>
              <a:gdLst>
                <a:gd name="connsiteX0" fmla="*/ 0 w 1796888"/>
                <a:gd name="connsiteY0" fmla="*/ 0 h 900"/>
                <a:gd name="connsiteX1" fmla="*/ 1796889 w 179688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96888" h="900">
                  <a:moveTo>
                    <a:pt x="0" y="0"/>
                  </a:moveTo>
                  <a:lnTo>
                    <a:pt x="1796889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00D13561-1F55-8EC2-F5CC-AD7C55D3A3E0}"/>
                </a:ext>
              </a:extLst>
            </p:cNvPr>
            <p:cNvSpPr/>
            <p:nvPr/>
          </p:nvSpPr>
          <p:spPr>
            <a:xfrm>
              <a:off x="730226" y="4714189"/>
              <a:ext cx="900" cy="17010"/>
            </a:xfrm>
            <a:custGeom>
              <a:avLst/>
              <a:gdLst>
                <a:gd name="connsiteX0" fmla="*/ 0 w 900"/>
                <a:gd name="connsiteY0" fmla="*/ 17010 h 17010"/>
                <a:gd name="connsiteX1" fmla="*/ 0 w 900"/>
                <a:gd name="connsiteY1" fmla="*/ 0 h 17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7010">
                  <a:moveTo>
                    <a:pt x="0" y="17010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4" name="Freeform 263">
              <a:extLst>
                <a:ext uri="{FF2B5EF4-FFF2-40B4-BE49-F238E27FC236}">
                  <a16:creationId xmlns:a16="http://schemas.microsoft.com/office/drawing/2014/main" id="{747E310D-81AC-31B2-D256-4BBCE6B93780}"/>
                </a:ext>
              </a:extLst>
            </p:cNvPr>
            <p:cNvSpPr/>
            <p:nvPr/>
          </p:nvSpPr>
          <p:spPr>
            <a:xfrm>
              <a:off x="1154019" y="4714189"/>
              <a:ext cx="900" cy="17010"/>
            </a:xfrm>
            <a:custGeom>
              <a:avLst/>
              <a:gdLst>
                <a:gd name="connsiteX0" fmla="*/ 0 w 900"/>
                <a:gd name="connsiteY0" fmla="*/ 17010 h 17010"/>
                <a:gd name="connsiteX1" fmla="*/ 0 w 900"/>
                <a:gd name="connsiteY1" fmla="*/ 0 h 17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7010">
                  <a:moveTo>
                    <a:pt x="0" y="17010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D291A226-7C72-7C2A-2319-BAB40C795060}"/>
                </a:ext>
              </a:extLst>
            </p:cNvPr>
            <p:cNvSpPr/>
            <p:nvPr/>
          </p:nvSpPr>
          <p:spPr>
            <a:xfrm>
              <a:off x="1577816" y="4714189"/>
              <a:ext cx="900" cy="17010"/>
            </a:xfrm>
            <a:custGeom>
              <a:avLst/>
              <a:gdLst>
                <a:gd name="connsiteX0" fmla="*/ 0 w 900"/>
                <a:gd name="connsiteY0" fmla="*/ 17010 h 17010"/>
                <a:gd name="connsiteX1" fmla="*/ 0 w 900"/>
                <a:gd name="connsiteY1" fmla="*/ 0 h 17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7010">
                  <a:moveTo>
                    <a:pt x="0" y="17010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3CC24857-E125-2799-99A5-F78CA49605DB}"/>
                </a:ext>
              </a:extLst>
            </p:cNvPr>
            <p:cNvSpPr/>
            <p:nvPr/>
          </p:nvSpPr>
          <p:spPr>
            <a:xfrm>
              <a:off x="2001608" y="4714189"/>
              <a:ext cx="900" cy="17010"/>
            </a:xfrm>
            <a:custGeom>
              <a:avLst/>
              <a:gdLst>
                <a:gd name="connsiteX0" fmla="*/ 0 w 900"/>
                <a:gd name="connsiteY0" fmla="*/ 17010 h 17010"/>
                <a:gd name="connsiteX1" fmla="*/ 0 w 900"/>
                <a:gd name="connsiteY1" fmla="*/ 0 h 17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7010">
                  <a:moveTo>
                    <a:pt x="0" y="17010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7" name="Freeform 266">
              <a:extLst>
                <a:ext uri="{FF2B5EF4-FFF2-40B4-BE49-F238E27FC236}">
                  <a16:creationId xmlns:a16="http://schemas.microsoft.com/office/drawing/2014/main" id="{C84E773B-9869-9168-CDAC-A49260E56669}"/>
                </a:ext>
              </a:extLst>
            </p:cNvPr>
            <p:cNvSpPr/>
            <p:nvPr/>
          </p:nvSpPr>
          <p:spPr>
            <a:xfrm>
              <a:off x="2425401" y="4714189"/>
              <a:ext cx="900" cy="17010"/>
            </a:xfrm>
            <a:custGeom>
              <a:avLst/>
              <a:gdLst>
                <a:gd name="connsiteX0" fmla="*/ 0 w 900"/>
                <a:gd name="connsiteY0" fmla="*/ 17010 h 17010"/>
                <a:gd name="connsiteX1" fmla="*/ 0 w 900"/>
                <a:gd name="connsiteY1" fmla="*/ 0 h 17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7010">
                  <a:moveTo>
                    <a:pt x="0" y="17010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6F5F6275-6977-AB2E-CB76-4870D9F31A0C}"/>
                </a:ext>
              </a:extLst>
            </p:cNvPr>
            <p:cNvSpPr/>
            <p:nvPr/>
          </p:nvSpPr>
          <p:spPr>
            <a:xfrm>
              <a:off x="646008" y="4790014"/>
              <a:ext cx="46738" cy="6201"/>
            </a:xfrm>
            <a:custGeom>
              <a:avLst/>
              <a:gdLst>
                <a:gd name="connsiteX0" fmla="*/ 0 w 46738"/>
                <a:gd name="connsiteY0" fmla="*/ 0 h 6201"/>
                <a:gd name="connsiteX1" fmla="*/ 46739 w 46738"/>
                <a:gd name="connsiteY1" fmla="*/ 0 h 6201"/>
                <a:gd name="connsiteX2" fmla="*/ 46739 w 46738"/>
                <a:gd name="connsiteY2" fmla="*/ 6201 h 6201"/>
                <a:gd name="connsiteX3" fmla="*/ 0 w 46738"/>
                <a:gd name="connsiteY3" fmla="*/ 6201 h 6201"/>
                <a:gd name="connsiteX4" fmla="*/ 0 w 46738"/>
                <a:gd name="connsiteY4" fmla="*/ 0 h 6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738" h="6201">
                  <a:moveTo>
                    <a:pt x="0" y="0"/>
                  </a:moveTo>
                  <a:lnTo>
                    <a:pt x="46739" y="0"/>
                  </a:lnTo>
                  <a:lnTo>
                    <a:pt x="46739" y="6201"/>
                  </a:lnTo>
                  <a:lnTo>
                    <a:pt x="0" y="6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5BCFCAC0-1727-7595-D7AF-08AF6261FA4A}"/>
                </a:ext>
              </a:extLst>
            </p:cNvPr>
            <p:cNvSpPr/>
            <p:nvPr/>
          </p:nvSpPr>
          <p:spPr>
            <a:xfrm>
              <a:off x="708861" y="4762086"/>
              <a:ext cx="32411" cy="54431"/>
            </a:xfrm>
            <a:custGeom>
              <a:avLst/>
              <a:gdLst>
                <a:gd name="connsiteX0" fmla="*/ 1057 w 32411"/>
                <a:gd name="connsiteY0" fmla="*/ 48231 h 54431"/>
                <a:gd name="connsiteX1" fmla="*/ 13089 w 32411"/>
                <a:gd name="connsiteY1" fmla="*/ 48231 h 54431"/>
                <a:gd name="connsiteX2" fmla="*/ 13089 w 32411"/>
                <a:gd name="connsiteY2" fmla="*/ 6705 h 54431"/>
                <a:gd name="connsiteX3" fmla="*/ 0 w 32411"/>
                <a:gd name="connsiteY3" fmla="*/ 9333 h 54431"/>
                <a:gd name="connsiteX4" fmla="*/ 0 w 32411"/>
                <a:gd name="connsiteY4" fmla="*/ 2628 h 54431"/>
                <a:gd name="connsiteX5" fmla="*/ 13016 w 32411"/>
                <a:gd name="connsiteY5" fmla="*/ 0 h 54431"/>
                <a:gd name="connsiteX6" fmla="*/ 20380 w 32411"/>
                <a:gd name="connsiteY6" fmla="*/ 0 h 54431"/>
                <a:gd name="connsiteX7" fmla="*/ 20380 w 32411"/>
                <a:gd name="connsiteY7" fmla="*/ 48231 h 54431"/>
                <a:gd name="connsiteX8" fmla="*/ 32412 w 32411"/>
                <a:gd name="connsiteY8" fmla="*/ 48231 h 54431"/>
                <a:gd name="connsiteX9" fmla="*/ 32412 w 32411"/>
                <a:gd name="connsiteY9" fmla="*/ 54432 h 54431"/>
                <a:gd name="connsiteX10" fmla="*/ 1057 w 32411"/>
                <a:gd name="connsiteY10" fmla="*/ 54432 h 54431"/>
                <a:gd name="connsiteX11" fmla="*/ 1057 w 32411"/>
                <a:gd name="connsiteY11" fmla="*/ 48231 h 54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411" h="54431">
                  <a:moveTo>
                    <a:pt x="1057" y="48231"/>
                  </a:moveTo>
                  <a:lnTo>
                    <a:pt x="13089" y="48231"/>
                  </a:lnTo>
                  <a:lnTo>
                    <a:pt x="13089" y="6705"/>
                  </a:lnTo>
                  <a:lnTo>
                    <a:pt x="0" y="9333"/>
                  </a:lnTo>
                  <a:lnTo>
                    <a:pt x="0" y="2628"/>
                  </a:lnTo>
                  <a:lnTo>
                    <a:pt x="13016" y="0"/>
                  </a:lnTo>
                  <a:lnTo>
                    <a:pt x="20380" y="0"/>
                  </a:lnTo>
                  <a:lnTo>
                    <a:pt x="20380" y="48231"/>
                  </a:lnTo>
                  <a:lnTo>
                    <a:pt x="32412" y="48231"/>
                  </a:lnTo>
                  <a:lnTo>
                    <a:pt x="32412" y="54432"/>
                  </a:lnTo>
                  <a:lnTo>
                    <a:pt x="1057" y="54432"/>
                  </a:lnTo>
                  <a:lnTo>
                    <a:pt x="1057" y="48231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0" name="Freeform 269">
              <a:extLst>
                <a:ext uri="{FF2B5EF4-FFF2-40B4-BE49-F238E27FC236}">
                  <a16:creationId xmlns:a16="http://schemas.microsoft.com/office/drawing/2014/main" id="{A72D9697-0F7B-E3CC-4140-252EEE6AD081}"/>
                </a:ext>
              </a:extLst>
            </p:cNvPr>
            <p:cNvSpPr/>
            <p:nvPr/>
          </p:nvSpPr>
          <p:spPr>
            <a:xfrm>
              <a:off x="756148" y="4807258"/>
              <a:ext cx="7692" cy="9260"/>
            </a:xfrm>
            <a:custGeom>
              <a:avLst/>
              <a:gdLst>
                <a:gd name="connsiteX0" fmla="*/ 0 w 7692"/>
                <a:gd name="connsiteY0" fmla="*/ 0 h 9260"/>
                <a:gd name="connsiteX1" fmla="*/ 7692 w 7692"/>
                <a:gd name="connsiteY1" fmla="*/ 0 h 9260"/>
                <a:gd name="connsiteX2" fmla="*/ 7692 w 7692"/>
                <a:gd name="connsiteY2" fmla="*/ 9261 h 9260"/>
                <a:gd name="connsiteX3" fmla="*/ 0 w 7692"/>
                <a:gd name="connsiteY3" fmla="*/ 9261 h 9260"/>
                <a:gd name="connsiteX4" fmla="*/ 0 w 7692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2" h="9260">
                  <a:moveTo>
                    <a:pt x="0" y="0"/>
                  </a:moveTo>
                  <a:lnTo>
                    <a:pt x="7692" y="0"/>
                  </a:lnTo>
                  <a:lnTo>
                    <a:pt x="7692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8E4EAFB6-C689-B344-DBCC-F9D39FFC7226}"/>
                </a:ext>
              </a:extLst>
            </p:cNvPr>
            <p:cNvSpPr/>
            <p:nvPr/>
          </p:nvSpPr>
          <p:spPr>
            <a:xfrm>
              <a:off x="776819" y="4761106"/>
              <a:ext cx="37625" cy="56465"/>
            </a:xfrm>
            <a:custGeom>
              <a:avLst/>
              <a:gdLst>
                <a:gd name="connsiteX0" fmla="*/ 18813 w 37625"/>
                <a:gd name="connsiteY0" fmla="*/ 5832 h 56465"/>
                <a:gd name="connsiteX1" fmla="*/ 10245 w 37625"/>
                <a:gd name="connsiteY1" fmla="*/ 11448 h 56465"/>
                <a:gd name="connsiteX2" fmla="*/ 7402 w 37625"/>
                <a:gd name="connsiteY2" fmla="*/ 28251 h 56465"/>
                <a:gd name="connsiteX3" fmla="*/ 10245 w 37625"/>
                <a:gd name="connsiteY3" fmla="*/ 45063 h 56465"/>
                <a:gd name="connsiteX4" fmla="*/ 18813 w 37625"/>
                <a:gd name="connsiteY4" fmla="*/ 50634 h 56465"/>
                <a:gd name="connsiteX5" fmla="*/ 27380 w 37625"/>
                <a:gd name="connsiteY5" fmla="*/ 45063 h 56465"/>
                <a:gd name="connsiteX6" fmla="*/ 30261 w 37625"/>
                <a:gd name="connsiteY6" fmla="*/ 28251 h 56465"/>
                <a:gd name="connsiteX7" fmla="*/ 27380 w 37625"/>
                <a:gd name="connsiteY7" fmla="*/ 11448 h 56465"/>
                <a:gd name="connsiteX8" fmla="*/ 18813 w 37625"/>
                <a:gd name="connsiteY8" fmla="*/ 5832 h 56465"/>
                <a:gd name="connsiteX9" fmla="*/ 18813 w 37625"/>
                <a:gd name="connsiteY9" fmla="*/ 0 h 56465"/>
                <a:gd name="connsiteX10" fmla="*/ 32776 w 37625"/>
                <a:gd name="connsiteY10" fmla="*/ 7254 h 56465"/>
                <a:gd name="connsiteX11" fmla="*/ 37625 w 37625"/>
                <a:gd name="connsiteY11" fmla="*/ 28251 h 56465"/>
                <a:gd name="connsiteX12" fmla="*/ 32776 w 37625"/>
                <a:gd name="connsiteY12" fmla="*/ 49248 h 56465"/>
                <a:gd name="connsiteX13" fmla="*/ 18813 w 37625"/>
                <a:gd name="connsiteY13" fmla="*/ 56466 h 56465"/>
                <a:gd name="connsiteX14" fmla="*/ 4812 w 37625"/>
                <a:gd name="connsiteY14" fmla="*/ 49248 h 56465"/>
                <a:gd name="connsiteX15" fmla="*/ 0 w 37625"/>
                <a:gd name="connsiteY15" fmla="*/ 28251 h 56465"/>
                <a:gd name="connsiteX16" fmla="*/ 4812 w 37625"/>
                <a:gd name="connsiteY16" fmla="*/ 7254 h 56465"/>
                <a:gd name="connsiteX17" fmla="*/ 18813 w 37625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5" h="56465">
                  <a:moveTo>
                    <a:pt x="18813" y="5832"/>
                  </a:moveTo>
                  <a:cubicBezTo>
                    <a:pt x="15021" y="5832"/>
                    <a:pt x="12164" y="7704"/>
                    <a:pt x="10245" y="11448"/>
                  </a:cubicBezTo>
                  <a:cubicBezTo>
                    <a:pt x="8349" y="15165"/>
                    <a:pt x="7402" y="20763"/>
                    <a:pt x="7402" y="28251"/>
                  </a:cubicBezTo>
                  <a:cubicBezTo>
                    <a:pt x="7402" y="35712"/>
                    <a:pt x="8349" y="41319"/>
                    <a:pt x="10245" y="45063"/>
                  </a:cubicBezTo>
                  <a:cubicBezTo>
                    <a:pt x="12164" y="48780"/>
                    <a:pt x="15021" y="50634"/>
                    <a:pt x="18813" y="50634"/>
                  </a:cubicBezTo>
                  <a:cubicBezTo>
                    <a:pt x="22629" y="50634"/>
                    <a:pt x="25484" y="48780"/>
                    <a:pt x="27380" y="45063"/>
                  </a:cubicBezTo>
                  <a:cubicBezTo>
                    <a:pt x="29300" y="41319"/>
                    <a:pt x="30261" y="35712"/>
                    <a:pt x="30261" y="28251"/>
                  </a:cubicBezTo>
                  <a:cubicBezTo>
                    <a:pt x="30261" y="20763"/>
                    <a:pt x="29300" y="15165"/>
                    <a:pt x="27380" y="11448"/>
                  </a:cubicBezTo>
                  <a:cubicBezTo>
                    <a:pt x="25484" y="7704"/>
                    <a:pt x="22629" y="5832"/>
                    <a:pt x="18813" y="5832"/>
                  </a:cubicBezTo>
                  <a:moveTo>
                    <a:pt x="18813" y="0"/>
                  </a:moveTo>
                  <a:cubicBezTo>
                    <a:pt x="24914" y="0"/>
                    <a:pt x="29568" y="2421"/>
                    <a:pt x="32776" y="7254"/>
                  </a:cubicBezTo>
                  <a:cubicBezTo>
                    <a:pt x="36009" y="12069"/>
                    <a:pt x="37625" y="19062"/>
                    <a:pt x="37625" y="28251"/>
                  </a:cubicBezTo>
                  <a:cubicBezTo>
                    <a:pt x="37625" y="37413"/>
                    <a:pt x="36009" y="44415"/>
                    <a:pt x="32776" y="49248"/>
                  </a:cubicBezTo>
                  <a:cubicBezTo>
                    <a:pt x="29568" y="54063"/>
                    <a:pt x="24914" y="56466"/>
                    <a:pt x="18813" y="56466"/>
                  </a:cubicBezTo>
                  <a:cubicBezTo>
                    <a:pt x="12712" y="56466"/>
                    <a:pt x="8045" y="54063"/>
                    <a:pt x="4812" y="49248"/>
                  </a:cubicBezTo>
                  <a:cubicBezTo>
                    <a:pt x="1604" y="44415"/>
                    <a:pt x="0" y="37413"/>
                    <a:pt x="0" y="28251"/>
                  </a:cubicBezTo>
                  <a:cubicBezTo>
                    <a:pt x="0" y="19062"/>
                    <a:pt x="1604" y="12069"/>
                    <a:pt x="4812" y="7254"/>
                  </a:cubicBezTo>
                  <a:cubicBezTo>
                    <a:pt x="8045" y="2421"/>
                    <a:pt x="12712" y="0"/>
                    <a:pt x="18813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3DF54FA9-B92B-C9F2-DD9E-293077F627A4}"/>
                </a:ext>
              </a:extLst>
            </p:cNvPr>
            <p:cNvSpPr/>
            <p:nvPr/>
          </p:nvSpPr>
          <p:spPr>
            <a:xfrm>
              <a:off x="1070586" y="4790014"/>
              <a:ext cx="46738" cy="6201"/>
            </a:xfrm>
            <a:custGeom>
              <a:avLst/>
              <a:gdLst>
                <a:gd name="connsiteX0" fmla="*/ 0 w 46738"/>
                <a:gd name="connsiteY0" fmla="*/ 0 h 6201"/>
                <a:gd name="connsiteX1" fmla="*/ 46739 w 46738"/>
                <a:gd name="connsiteY1" fmla="*/ 0 h 6201"/>
                <a:gd name="connsiteX2" fmla="*/ 46739 w 46738"/>
                <a:gd name="connsiteY2" fmla="*/ 6201 h 6201"/>
                <a:gd name="connsiteX3" fmla="*/ 0 w 46738"/>
                <a:gd name="connsiteY3" fmla="*/ 6201 h 6201"/>
                <a:gd name="connsiteX4" fmla="*/ 0 w 46738"/>
                <a:gd name="connsiteY4" fmla="*/ 0 h 6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738" h="6201">
                  <a:moveTo>
                    <a:pt x="0" y="0"/>
                  </a:moveTo>
                  <a:lnTo>
                    <a:pt x="46739" y="0"/>
                  </a:lnTo>
                  <a:lnTo>
                    <a:pt x="46739" y="6201"/>
                  </a:lnTo>
                  <a:lnTo>
                    <a:pt x="0" y="6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3" name="Freeform 272">
              <a:extLst>
                <a:ext uri="{FF2B5EF4-FFF2-40B4-BE49-F238E27FC236}">
                  <a16:creationId xmlns:a16="http://schemas.microsoft.com/office/drawing/2014/main" id="{ED177199-EBB1-EDE7-34DB-EA8B53163691}"/>
                </a:ext>
              </a:extLst>
            </p:cNvPr>
            <p:cNvSpPr/>
            <p:nvPr/>
          </p:nvSpPr>
          <p:spPr>
            <a:xfrm>
              <a:off x="1130157" y="4761106"/>
              <a:ext cx="37625" cy="56465"/>
            </a:xfrm>
            <a:custGeom>
              <a:avLst/>
              <a:gdLst>
                <a:gd name="connsiteX0" fmla="*/ 18813 w 37625"/>
                <a:gd name="connsiteY0" fmla="*/ 5832 h 56465"/>
                <a:gd name="connsiteX1" fmla="*/ 10245 w 37625"/>
                <a:gd name="connsiteY1" fmla="*/ 11448 h 56465"/>
                <a:gd name="connsiteX2" fmla="*/ 7402 w 37625"/>
                <a:gd name="connsiteY2" fmla="*/ 28251 h 56465"/>
                <a:gd name="connsiteX3" fmla="*/ 10245 w 37625"/>
                <a:gd name="connsiteY3" fmla="*/ 45063 h 56465"/>
                <a:gd name="connsiteX4" fmla="*/ 18813 w 37625"/>
                <a:gd name="connsiteY4" fmla="*/ 50634 h 56465"/>
                <a:gd name="connsiteX5" fmla="*/ 27381 w 37625"/>
                <a:gd name="connsiteY5" fmla="*/ 45063 h 56465"/>
                <a:gd name="connsiteX6" fmla="*/ 30261 w 37625"/>
                <a:gd name="connsiteY6" fmla="*/ 28251 h 56465"/>
                <a:gd name="connsiteX7" fmla="*/ 27381 w 37625"/>
                <a:gd name="connsiteY7" fmla="*/ 11448 h 56465"/>
                <a:gd name="connsiteX8" fmla="*/ 18813 w 37625"/>
                <a:gd name="connsiteY8" fmla="*/ 5832 h 56465"/>
                <a:gd name="connsiteX9" fmla="*/ 18813 w 37625"/>
                <a:gd name="connsiteY9" fmla="*/ 0 h 56465"/>
                <a:gd name="connsiteX10" fmla="*/ 32776 w 37625"/>
                <a:gd name="connsiteY10" fmla="*/ 7254 h 56465"/>
                <a:gd name="connsiteX11" fmla="*/ 37625 w 37625"/>
                <a:gd name="connsiteY11" fmla="*/ 28251 h 56465"/>
                <a:gd name="connsiteX12" fmla="*/ 32776 w 37625"/>
                <a:gd name="connsiteY12" fmla="*/ 49248 h 56465"/>
                <a:gd name="connsiteX13" fmla="*/ 18813 w 37625"/>
                <a:gd name="connsiteY13" fmla="*/ 56466 h 56465"/>
                <a:gd name="connsiteX14" fmla="*/ 4813 w 37625"/>
                <a:gd name="connsiteY14" fmla="*/ 49248 h 56465"/>
                <a:gd name="connsiteX15" fmla="*/ 0 w 37625"/>
                <a:gd name="connsiteY15" fmla="*/ 28251 h 56465"/>
                <a:gd name="connsiteX16" fmla="*/ 4813 w 37625"/>
                <a:gd name="connsiteY16" fmla="*/ 7254 h 56465"/>
                <a:gd name="connsiteX17" fmla="*/ 18813 w 37625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5" h="56465">
                  <a:moveTo>
                    <a:pt x="18813" y="5832"/>
                  </a:moveTo>
                  <a:cubicBezTo>
                    <a:pt x="15021" y="5832"/>
                    <a:pt x="12165" y="7704"/>
                    <a:pt x="10245" y="11448"/>
                  </a:cubicBezTo>
                  <a:cubicBezTo>
                    <a:pt x="8349" y="15165"/>
                    <a:pt x="7402" y="20763"/>
                    <a:pt x="7402" y="28251"/>
                  </a:cubicBezTo>
                  <a:cubicBezTo>
                    <a:pt x="7402" y="35712"/>
                    <a:pt x="8349" y="41319"/>
                    <a:pt x="10245" y="45063"/>
                  </a:cubicBezTo>
                  <a:cubicBezTo>
                    <a:pt x="12165" y="48780"/>
                    <a:pt x="15021" y="50634"/>
                    <a:pt x="18813" y="50634"/>
                  </a:cubicBezTo>
                  <a:cubicBezTo>
                    <a:pt x="22629" y="50634"/>
                    <a:pt x="25484" y="48780"/>
                    <a:pt x="27381" y="45063"/>
                  </a:cubicBezTo>
                  <a:cubicBezTo>
                    <a:pt x="29300" y="41319"/>
                    <a:pt x="30261" y="35712"/>
                    <a:pt x="30261" y="28251"/>
                  </a:cubicBezTo>
                  <a:cubicBezTo>
                    <a:pt x="30261" y="20763"/>
                    <a:pt x="29300" y="15165"/>
                    <a:pt x="27381" y="11448"/>
                  </a:cubicBezTo>
                  <a:cubicBezTo>
                    <a:pt x="25484" y="7704"/>
                    <a:pt x="22629" y="5832"/>
                    <a:pt x="18813" y="5832"/>
                  </a:cubicBezTo>
                  <a:moveTo>
                    <a:pt x="18813" y="0"/>
                  </a:moveTo>
                  <a:cubicBezTo>
                    <a:pt x="24914" y="0"/>
                    <a:pt x="29568" y="2421"/>
                    <a:pt x="32776" y="7254"/>
                  </a:cubicBezTo>
                  <a:cubicBezTo>
                    <a:pt x="36009" y="12069"/>
                    <a:pt x="37625" y="19062"/>
                    <a:pt x="37625" y="28251"/>
                  </a:cubicBezTo>
                  <a:cubicBezTo>
                    <a:pt x="37625" y="37413"/>
                    <a:pt x="36009" y="44415"/>
                    <a:pt x="32776" y="49248"/>
                  </a:cubicBezTo>
                  <a:cubicBezTo>
                    <a:pt x="29568" y="54063"/>
                    <a:pt x="24914" y="56466"/>
                    <a:pt x="18813" y="56466"/>
                  </a:cubicBezTo>
                  <a:cubicBezTo>
                    <a:pt x="12712" y="56466"/>
                    <a:pt x="8045" y="54063"/>
                    <a:pt x="4813" y="49248"/>
                  </a:cubicBezTo>
                  <a:cubicBezTo>
                    <a:pt x="1605" y="44415"/>
                    <a:pt x="0" y="37413"/>
                    <a:pt x="0" y="28251"/>
                  </a:cubicBezTo>
                  <a:cubicBezTo>
                    <a:pt x="0" y="19062"/>
                    <a:pt x="1605" y="12069"/>
                    <a:pt x="4813" y="7254"/>
                  </a:cubicBezTo>
                  <a:cubicBezTo>
                    <a:pt x="8045" y="2421"/>
                    <a:pt x="12712" y="0"/>
                    <a:pt x="18813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2354F4F3-DD34-BB36-C358-A63F0B09C1DB}"/>
                </a:ext>
              </a:extLst>
            </p:cNvPr>
            <p:cNvSpPr/>
            <p:nvPr/>
          </p:nvSpPr>
          <p:spPr>
            <a:xfrm>
              <a:off x="1180725" y="4807258"/>
              <a:ext cx="7693" cy="9260"/>
            </a:xfrm>
            <a:custGeom>
              <a:avLst/>
              <a:gdLst>
                <a:gd name="connsiteX0" fmla="*/ 0 w 7693"/>
                <a:gd name="connsiteY0" fmla="*/ 0 h 9260"/>
                <a:gd name="connsiteX1" fmla="*/ 7693 w 7693"/>
                <a:gd name="connsiteY1" fmla="*/ 0 h 9260"/>
                <a:gd name="connsiteX2" fmla="*/ 7693 w 7693"/>
                <a:gd name="connsiteY2" fmla="*/ 9261 h 9260"/>
                <a:gd name="connsiteX3" fmla="*/ 0 w 7693"/>
                <a:gd name="connsiteY3" fmla="*/ 9261 h 9260"/>
                <a:gd name="connsiteX4" fmla="*/ 0 w 7693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3" h="9260">
                  <a:moveTo>
                    <a:pt x="0" y="0"/>
                  </a:moveTo>
                  <a:lnTo>
                    <a:pt x="7693" y="0"/>
                  </a:lnTo>
                  <a:lnTo>
                    <a:pt x="7693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C85B52A7-EF2B-B9AC-01A0-BF7E3DF1D228}"/>
                </a:ext>
              </a:extLst>
            </p:cNvPr>
            <p:cNvSpPr/>
            <p:nvPr/>
          </p:nvSpPr>
          <p:spPr>
            <a:xfrm>
              <a:off x="1202236" y="4762086"/>
              <a:ext cx="35217" cy="55485"/>
            </a:xfrm>
            <a:custGeom>
              <a:avLst/>
              <a:gdLst>
                <a:gd name="connsiteX0" fmla="*/ 2297 w 35217"/>
                <a:gd name="connsiteY0" fmla="*/ 0 h 55485"/>
                <a:gd name="connsiteX1" fmla="*/ 31208 w 35217"/>
                <a:gd name="connsiteY1" fmla="*/ 0 h 55485"/>
                <a:gd name="connsiteX2" fmla="*/ 31208 w 35217"/>
                <a:gd name="connsiteY2" fmla="*/ 6201 h 55485"/>
                <a:gd name="connsiteX3" fmla="*/ 9041 w 35217"/>
                <a:gd name="connsiteY3" fmla="*/ 6201 h 55485"/>
                <a:gd name="connsiteX4" fmla="*/ 9041 w 35217"/>
                <a:gd name="connsiteY4" fmla="*/ 19539 h 55485"/>
                <a:gd name="connsiteX5" fmla="*/ 12250 w 35217"/>
                <a:gd name="connsiteY5" fmla="*/ 18738 h 55485"/>
                <a:gd name="connsiteX6" fmla="*/ 15458 w 35217"/>
                <a:gd name="connsiteY6" fmla="*/ 18450 h 55485"/>
                <a:gd name="connsiteX7" fmla="*/ 29895 w 35217"/>
                <a:gd name="connsiteY7" fmla="*/ 23445 h 55485"/>
                <a:gd name="connsiteX8" fmla="*/ 35218 w 35217"/>
                <a:gd name="connsiteY8" fmla="*/ 36972 h 55485"/>
                <a:gd name="connsiteX9" fmla="*/ 29749 w 35217"/>
                <a:gd name="connsiteY9" fmla="*/ 50643 h 55485"/>
                <a:gd name="connsiteX10" fmla="*/ 14328 w 35217"/>
                <a:gd name="connsiteY10" fmla="*/ 55485 h 55485"/>
                <a:gd name="connsiteX11" fmla="*/ 7328 w 35217"/>
                <a:gd name="connsiteY11" fmla="*/ 54909 h 55485"/>
                <a:gd name="connsiteX12" fmla="*/ 0 w 35217"/>
                <a:gd name="connsiteY12" fmla="*/ 53154 h 55485"/>
                <a:gd name="connsiteX13" fmla="*/ 0 w 35217"/>
                <a:gd name="connsiteY13" fmla="*/ 45756 h 55485"/>
                <a:gd name="connsiteX14" fmla="*/ 6781 w 35217"/>
                <a:gd name="connsiteY14" fmla="*/ 48420 h 55485"/>
                <a:gd name="connsiteX15" fmla="*/ 14182 w 35217"/>
                <a:gd name="connsiteY15" fmla="*/ 49293 h 55485"/>
                <a:gd name="connsiteX16" fmla="*/ 24171 w 35217"/>
                <a:gd name="connsiteY16" fmla="*/ 45972 h 55485"/>
                <a:gd name="connsiteX17" fmla="*/ 27854 w 35217"/>
                <a:gd name="connsiteY17" fmla="*/ 36972 h 55485"/>
                <a:gd name="connsiteX18" fmla="*/ 24171 w 35217"/>
                <a:gd name="connsiteY18" fmla="*/ 27963 h 55485"/>
                <a:gd name="connsiteX19" fmla="*/ 14182 w 35217"/>
                <a:gd name="connsiteY19" fmla="*/ 24642 h 55485"/>
                <a:gd name="connsiteX20" fmla="*/ 8276 w 35217"/>
                <a:gd name="connsiteY20" fmla="*/ 25299 h 55485"/>
                <a:gd name="connsiteX21" fmla="*/ 2297 w 35217"/>
                <a:gd name="connsiteY21" fmla="*/ 27342 h 55485"/>
                <a:gd name="connsiteX22" fmla="*/ 2297 w 35217"/>
                <a:gd name="connsiteY22" fmla="*/ 0 h 55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217" h="55485">
                  <a:moveTo>
                    <a:pt x="2297" y="0"/>
                  </a:moveTo>
                  <a:lnTo>
                    <a:pt x="31208" y="0"/>
                  </a:lnTo>
                  <a:lnTo>
                    <a:pt x="31208" y="6201"/>
                  </a:lnTo>
                  <a:lnTo>
                    <a:pt x="9041" y="6201"/>
                  </a:lnTo>
                  <a:lnTo>
                    <a:pt x="9041" y="19539"/>
                  </a:lnTo>
                  <a:cubicBezTo>
                    <a:pt x="10111" y="19179"/>
                    <a:pt x="11180" y="18909"/>
                    <a:pt x="12250" y="18738"/>
                  </a:cubicBezTo>
                  <a:cubicBezTo>
                    <a:pt x="13319" y="18549"/>
                    <a:pt x="14388" y="18450"/>
                    <a:pt x="15458" y="18450"/>
                  </a:cubicBezTo>
                  <a:cubicBezTo>
                    <a:pt x="21534" y="18450"/>
                    <a:pt x="26347" y="20115"/>
                    <a:pt x="29895" y="23445"/>
                  </a:cubicBezTo>
                  <a:cubicBezTo>
                    <a:pt x="33444" y="26775"/>
                    <a:pt x="35218" y="31284"/>
                    <a:pt x="35218" y="36972"/>
                  </a:cubicBezTo>
                  <a:cubicBezTo>
                    <a:pt x="35218" y="42831"/>
                    <a:pt x="33395" y="47385"/>
                    <a:pt x="29749" y="50643"/>
                  </a:cubicBezTo>
                  <a:cubicBezTo>
                    <a:pt x="26104" y="53874"/>
                    <a:pt x="20964" y="55485"/>
                    <a:pt x="14328" y="55485"/>
                  </a:cubicBezTo>
                  <a:cubicBezTo>
                    <a:pt x="12043" y="55485"/>
                    <a:pt x="9710" y="55296"/>
                    <a:pt x="7328" y="54909"/>
                  </a:cubicBezTo>
                  <a:cubicBezTo>
                    <a:pt x="4971" y="54522"/>
                    <a:pt x="2528" y="53937"/>
                    <a:pt x="0" y="53154"/>
                  </a:cubicBezTo>
                  <a:lnTo>
                    <a:pt x="0" y="45756"/>
                  </a:lnTo>
                  <a:cubicBezTo>
                    <a:pt x="2188" y="46944"/>
                    <a:pt x="4448" y="47835"/>
                    <a:pt x="6781" y="48420"/>
                  </a:cubicBezTo>
                  <a:cubicBezTo>
                    <a:pt x="9114" y="49005"/>
                    <a:pt x="11581" y="49293"/>
                    <a:pt x="14182" y="49293"/>
                  </a:cubicBezTo>
                  <a:cubicBezTo>
                    <a:pt x="18387" y="49293"/>
                    <a:pt x="21717" y="48186"/>
                    <a:pt x="24171" y="45972"/>
                  </a:cubicBezTo>
                  <a:cubicBezTo>
                    <a:pt x="26627" y="43767"/>
                    <a:pt x="27854" y="40761"/>
                    <a:pt x="27854" y="36972"/>
                  </a:cubicBezTo>
                  <a:cubicBezTo>
                    <a:pt x="27854" y="33183"/>
                    <a:pt x="26627" y="30177"/>
                    <a:pt x="24171" y="27963"/>
                  </a:cubicBezTo>
                  <a:cubicBezTo>
                    <a:pt x="21717" y="25749"/>
                    <a:pt x="18387" y="24642"/>
                    <a:pt x="14182" y="24642"/>
                  </a:cubicBezTo>
                  <a:cubicBezTo>
                    <a:pt x="12213" y="24642"/>
                    <a:pt x="10244" y="24858"/>
                    <a:pt x="8276" y="25299"/>
                  </a:cubicBezTo>
                  <a:cubicBezTo>
                    <a:pt x="6332" y="25740"/>
                    <a:pt x="4339" y="26415"/>
                    <a:pt x="2297" y="27342"/>
                  </a:cubicBezTo>
                  <a:lnTo>
                    <a:pt x="2297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6" name="Freeform 275">
              <a:extLst>
                <a:ext uri="{FF2B5EF4-FFF2-40B4-BE49-F238E27FC236}">
                  <a16:creationId xmlns:a16="http://schemas.microsoft.com/office/drawing/2014/main" id="{4540ACAA-4A05-006A-E6E1-385BAD4874BD}"/>
                </a:ext>
              </a:extLst>
            </p:cNvPr>
            <p:cNvSpPr/>
            <p:nvPr/>
          </p:nvSpPr>
          <p:spPr>
            <a:xfrm>
              <a:off x="1523385" y="4761106"/>
              <a:ext cx="37620" cy="56465"/>
            </a:xfrm>
            <a:custGeom>
              <a:avLst/>
              <a:gdLst>
                <a:gd name="connsiteX0" fmla="*/ 18810 w 37620"/>
                <a:gd name="connsiteY0" fmla="*/ 5832 h 56465"/>
                <a:gd name="connsiteX1" fmla="*/ 10242 w 37620"/>
                <a:gd name="connsiteY1" fmla="*/ 11448 h 56465"/>
                <a:gd name="connsiteX2" fmla="*/ 7398 w 37620"/>
                <a:gd name="connsiteY2" fmla="*/ 28251 h 56465"/>
                <a:gd name="connsiteX3" fmla="*/ 10242 w 37620"/>
                <a:gd name="connsiteY3" fmla="*/ 45063 h 56465"/>
                <a:gd name="connsiteX4" fmla="*/ 18810 w 37620"/>
                <a:gd name="connsiteY4" fmla="*/ 50634 h 56465"/>
                <a:gd name="connsiteX5" fmla="*/ 27378 w 37620"/>
                <a:gd name="connsiteY5" fmla="*/ 45063 h 56465"/>
                <a:gd name="connsiteX6" fmla="*/ 30258 w 37620"/>
                <a:gd name="connsiteY6" fmla="*/ 28251 h 56465"/>
                <a:gd name="connsiteX7" fmla="*/ 27378 w 37620"/>
                <a:gd name="connsiteY7" fmla="*/ 11448 h 56465"/>
                <a:gd name="connsiteX8" fmla="*/ 18810 w 37620"/>
                <a:gd name="connsiteY8" fmla="*/ 5832 h 56465"/>
                <a:gd name="connsiteX9" fmla="*/ 18810 w 37620"/>
                <a:gd name="connsiteY9" fmla="*/ 0 h 56465"/>
                <a:gd name="connsiteX10" fmla="*/ 32769 w 37620"/>
                <a:gd name="connsiteY10" fmla="*/ 7254 h 56465"/>
                <a:gd name="connsiteX11" fmla="*/ 37620 w 37620"/>
                <a:gd name="connsiteY11" fmla="*/ 28251 h 56465"/>
                <a:gd name="connsiteX12" fmla="*/ 32769 w 37620"/>
                <a:gd name="connsiteY12" fmla="*/ 49248 h 56465"/>
                <a:gd name="connsiteX13" fmla="*/ 18810 w 37620"/>
                <a:gd name="connsiteY13" fmla="*/ 56466 h 56465"/>
                <a:gd name="connsiteX14" fmla="*/ 4806 w 37620"/>
                <a:gd name="connsiteY14" fmla="*/ 49248 h 56465"/>
                <a:gd name="connsiteX15" fmla="*/ 0 w 37620"/>
                <a:gd name="connsiteY15" fmla="*/ 28251 h 56465"/>
                <a:gd name="connsiteX16" fmla="*/ 4806 w 37620"/>
                <a:gd name="connsiteY16" fmla="*/ 7254 h 56465"/>
                <a:gd name="connsiteX17" fmla="*/ 18810 w 37620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0" h="56465">
                  <a:moveTo>
                    <a:pt x="18810" y="5832"/>
                  </a:moveTo>
                  <a:cubicBezTo>
                    <a:pt x="15021" y="5832"/>
                    <a:pt x="12159" y="7704"/>
                    <a:pt x="10242" y="11448"/>
                  </a:cubicBezTo>
                  <a:cubicBezTo>
                    <a:pt x="8343" y="15165"/>
                    <a:pt x="7398" y="20763"/>
                    <a:pt x="7398" y="28251"/>
                  </a:cubicBezTo>
                  <a:cubicBezTo>
                    <a:pt x="7398" y="35712"/>
                    <a:pt x="8343" y="41319"/>
                    <a:pt x="10242" y="45063"/>
                  </a:cubicBezTo>
                  <a:cubicBezTo>
                    <a:pt x="12159" y="48780"/>
                    <a:pt x="15021" y="50634"/>
                    <a:pt x="18810" y="50634"/>
                  </a:cubicBezTo>
                  <a:cubicBezTo>
                    <a:pt x="22626" y="50634"/>
                    <a:pt x="25479" y="48780"/>
                    <a:pt x="27378" y="45063"/>
                  </a:cubicBezTo>
                  <a:cubicBezTo>
                    <a:pt x="29295" y="41319"/>
                    <a:pt x="30258" y="35712"/>
                    <a:pt x="30258" y="28251"/>
                  </a:cubicBezTo>
                  <a:cubicBezTo>
                    <a:pt x="30258" y="20763"/>
                    <a:pt x="29295" y="15165"/>
                    <a:pt x="27378" y="11448"/>
                  </a:cubicBezTo>
                  <a:cubicBezTo>
                    <a:pt x="25479" y="7704"/>
                    <a:pt x="22626" y="5832"/>
                    <a:pt x="18810" y="5832"/>
                  </a:cubicBezTo>
                  <a:moveTo>
                    <a:pt x="18810" y="0"/>
                  </a:moveTo>
                  <a:cubicBezTo>
                    <a:pt x="24912" y="0"/>
                    <a:pt x="29565" y="2421"/>
                    <a:pt x="32769" y="7254"/>
                  </a:cubicBezTo>
                  <a:cubicBezTo>
                    <a:pt x="36000" y="12069"/>
                    <a:pt x="37620" y="19062"/>
                    <a:pt x="37620" y="28251"/>
                  </a:cubicBezTo>
                  <a:cubicBezTo>
                    <a:pt x="37620" y="37413"/>
                    <a:pt x="36000" y="44415"/>
                    <a:pt x="32769" y="49248"/>
                  </a:cubicBezTo>
                  <a:cubicBezTo>
                    <a:pt x="29565" y="54063"/>
                    <a:pt x="24912" y="56466"/>
                    <a:pt x="18810" y="56466"/>
                  </a:cubicBezTo>
                  <a:cubicBezTo>
                    <a:pt x="12708" y="56466"/>
                    <a:pt x="8037" y="54063"/>
                    <a:pt x="4806" y="49248"/>
                  </a:cubicBezTo>
                  <a:cubicBezTo>
                    <a:pt x="1602" y="44415"/>
                    <a:pt x="0" y="37413"/>
                    <a:pt x="0" y="28251"/>
                  </a:cubicBezTo>
                  <a:cubicBezTo>
                    <a:pt x="0" y="19062"/>
                    <a:pt x="1602" y="12069"/>
                    <a:pt x="4806" y="7254"/>
                  </a:cubicBezTo>
                  <a:cubicBezTo>
                    <a:pt x="8037" y="2421"/>
                    <a:pt x="12708" y="0"/>
                    <a:pt x="18810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0D192944-FDA8-A448-4DB8-21C33D0D0074}"/>
                </a:ext>
              </a:extLst>
            </p:cNvPr>
            <p:cNvSpPr/>
            <p:nvPr/>
          </p:nvSpPr>
          <p:spPr>
            <a:xfrm>
              <a:off x="1573946" y="4807258"/>
              <a:ext cx="7695" cy="9260"/>
            </a:xfrm>
            <a:custGeom>
              <a:avLst/>
              <a:gdLst>
                <a:gd name="connsiteX0" fmla="*/ 0 w 7695"/>
                <a:gd name="connsiteY0" fmla="*/ 0 h 9260"/>
                <a:gd name="connsiteX1" fmla="*/ 7695 w 7695"/>
                <a:gd name="connsiteY1" fmla="*/ 0 h 9260"/>
                <a:gd name="connsiteX2" fmla="*/ 7695 w 7695"/>
                <a:gd name="connsiteY2" fmla="*/ 9261 h 9260"/>
                <a:gd name="connsiteX3" fmla="*/ 0 w 7695"/>
                <a:gd name="connsiteY3" fmla="*/ 9261 h 9260"/>
                <a:gd name="connsiteX4" fmla="*/ 0 w 7695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5" h="9260">
                  <a:moveTo>
                    <a:pt x="0" y="0"/>
                  </a:moveTo>
                  <a:lnTo>
                    <a:pt x="7695" y="0"/>
                  </a:lnTo>
                  <a:lnTo>
                    <a:pt x="7695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7EC5E600-2EAC-8B05-D9DB-B67D14DE8444}"/>
                </a:ext>
              </a:extLst>
            </p:cNvPr>
            <p:cNvSpPr/>
            <p:nvPr/>
          </p:nvSpPr>
          <p:spPr>
            <a:xfrm>
              <a:off x="1594620" y="4761106"/>
              <a:ext cx="37628" cy="56465"/>
            </a:xfrm>
            <a:custGeom>
              <a:avLst/>
              <a:gdLst>
                <a:gd name="connsiteX0" fmla="*/ 18810 w 37628"/>
                <a:gd name="connsiteY0" fmla="*/ 5832 h 56465"/>
                <a:gd name="connsiteX1" fmla="*/ 10242 w 37628"/>
                <a:gd name="connsiteY1" fmla="*/ 11448 h 56465"/>
                <a:gd name="connsiteX2" fmla="*/ 7398 w 37628"/>
                <a:gd name="connsiteY2" fmla="*/ 28251 h 56465"/>
                <a:gd name="connsiteX3" fmla="*/ 10242 w 37628"/>
                <a:gd name="connsiteY3" fmla="*/ 45063 h 56465"/>
                <a:gd name="connsiteX4" fmla="*/ 18810 w 37628"/>
                <a:gd name="connsiteY4" fmla="*/ 50634 h 56465"/>
                <a:gd name="connsiteX5" fmla="*/ 27378 w 37628"/>
                <a:gd name="connsiteY5" fmla="*/ 45063 h 56465"/>
                <a:gd name="connsiteX6" fmla="*/ 30258 w 37628"/>
                <a:gd name="connsiteY6" fmla="*/ 28251 h 56465"/>
                <a:gd name="connsiteX7" fmla="*/ 27378 w 37628"/>
                <a:gd name="connsiteY7" fmla="*/ 11448 h 56465"/>
                <a:gd name="connsiteX8" fmla="*/ 18810 w 37628"/>
                <a:gd name="connsiteY8" fmla="*/ 5832 h 56465"/>
                <a:gd name="connsiteX9" fmla="*/ 18810 w 37628"/>
                <a:gd name="connsiteY9" fmla="*/ 0 h 56465"/>
                <a:gd name="connsiteX10" fmla="*/ 32778 w 37628"/>
                <a:gd name="connsiteY10" fmla="*/ 7254 h 56465"/>
                <a:gd name="connsiteX11" fmla="*/ 37629 w 37628"/>
                <a:gd name="connsiteY11" fmla="*/ 28251 h 56465"/>
                <a:gd name="connsiteX12" fmla="*/ 32778 w 37628"/>
                <a:gd name="connsiteY12" fmla="*/ 49248 h 56465"/>
                <a:gd name="connsiteX13" fmla="*/ 18810 w 37628"/>
                <a:gd name="connsiteY13" fmla="*/ 56466 h 56465"/>
                <a:gd name="connsiteX14" fmla="*/ 4815 w 37628"/>
                <a:gd name="connsiteY14" fmla="*/ 49248 h 56465"/>
                <a:gd name="connsiteX15" fmla="*/ 0 w 37628"/>
                <a:gd name="connsiteY15" fmla="*/ 28251 h 56465"/>
                <a:gd name="connsiteX16" fmla="*/ 4815 w 37628"/>
                <a:gd name="connsiteY16" fmla="*/ 7254 h 56465"/>
                <a:gd name="connsiteX17" fmla="*/ 18810 w 37628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8" h="56465">
                  <a:moveTo>
                    <a:pt x="18810" y="5832"/>
                  </a:moveTo>
                  <a:cubicBezTo>
                    <a:pt x="15021" y="5832"/>
                    <a:pt x="12159" y="7704"/>
                    <a:pt x="10242" y="11448"/>
                  </a:cubicBezTo>
                  <a:cubicBezTo>
                    <a:pt x="8343" y="15165"/>
                    <a:pt x="7398" y="20763"/>
                    <a:pt x="7398" y="28251"/>
                  </a:cubicBezTo>
                  <a:cubicBezTo>
                    <a:pt x="7398" y="35712"/>
                    <a:pt x="8343" y="41319"/>
                    <a:pt x="10242" y="45063"/>
                  </a:cubicBezTo>
                  <a:cubicBezTo>
                    <a:pt x="12159" y="48780"/>
                    <a:pt x="15021" y="50634"/>
                    <a:pt x="18810" y="50634"/>
                  </a:cubicBezTo>
                  <a:cubicBezTo>
                    <a:pt x="22626" y="50634"/>
                    <a:pt x="25479" y="48780"/>
                    <a:pt x="27378" y="45063"/>
                  </a:cubicBezTo>
                  <a:cubicBezTo>
                    <a:pt x="29295" y="41319"/>
                    <a:pt x="30258" y="35712"/>
                    <a:pt x="30258" y="28251"/>
                  </a:cubicBezTo>
                  <a:cubicBezTo>
                    <a:pt x="30258" y="20763"/>
                    <a:pt x="29295" y="15165"/>
                    <a:pt x="27378" y="11448"/>
                  </a:cubicBezTo>
                  <a:cubicBezTo>
                    <a:pt x="25479" y="7704"/>
                    <a:pt x="22626" y="5832"/>
                    <a:pt x="18810" y="5832"/>
                  </a:cubicBezTo>
                  <a:moveTo>
                    <a:pt x="18810" y="0"/>
                  </a:moveTo>
                  <a:cubicBezTo>
                    <a:pt x="24912" y="0"/>
                    <a:pt x="29565" y="2421"/>
                    <a:pt x="32778" y="7254"/>
                  </a:cubicBezTo>
                  <a:cubicBezTo>
                    <a:pt x="36009" y="12069"/>
                    <a:pt x="37629" y="19062"/>
                    <a:pt x="37629" y="28251"/>
                  </a:cubicBezTo>
                  <a:cubicBezTo>
                    <a:pt x="37629" y="37413"/>
                    <a:pt x="36009" y="44415"/>
                    <a:pt x="32778" y="49248"/>
                  </a:cubicBezTo>
                  <a:cubicBezTo>
                    <a:pt x="29565" y="54063"/>
                    <a:pt x="24912" y="56466"/>
                    <a:pt x="18810" y="56466"/>
                  </a:cubicBezTo>
                  <a:cubicBezTo>
                    <a:pt x="12717" y="56466"/>
                    <a:pt x="8046" y="54063"/>
                    <a:pt x="4815" y="49248"/>
                  </a:cubicBezTo>
                  <a:cubicBezTo>
                    <a:pt x="1602" y="44415"/>
                    <a:pt x="0" y="37413"/>
                    <a:pt x="0" y="28251"/>
                  </a:cubicBezTo>
                  <a:cubicBezTo>
                    <a:pt x="0" y="19062"/>
                    <a:pt x="1602" y="12069"/>
                    <a:pt x="4815" y="7254"/>
                  </a:cubicBezTo>
                  <a:cubicBezTo>
                    <a:pt x="8046" y="2421"/>
                    <a:pt x="12717" y="0"/>
                    <a:pt x="18810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9" name="Freeform 278">
              <a:extLst>
                <a:ext uri="{FF2B5EF4-FFF2-40B4-BE49-F238E27FC236}">
                  <a16:creationId xmlns:a16="http://schemas.microsoft.com/office/drawing/2014/main" id="{CA25A2DF-B14F-6BB1-D186-A7D36DBB738C}"/>
                </a:ext>
              </a:extLst>
            </p:cNvPr>
            <p:cNvSpPr/>
            <p:nvPr/>
          </p:nvSpPr>
          <p:spPr>
            <a:xfrm>
              <a:off x="1947960" y="4761106"/>
              <a:ext cx="37620" cy="56465"/>
            </a:xfrm>
            <a:custGeom>
              <a:avLst/>
              <a:gdLst>
                <a:gd name="connsiteX0" fmla="*/ 18810 w 37620"/>
                <a:gd name="connsiteY0" fmla="*/ 5832 h 56465"/>
                <a:gd name="connsiteX1" fmla="*/ 10242 w 37620"/>
                <a:gd name="connsiteY1" fmla="*/ 11448 h 56465"/>
                <a:gd name="connsiteX2" fmla="*/ 7398 w 37620"/>
                <a:gd name="connsiteY2" fmla="*/ 28251 h 56465"/>
                <a:gd name="connsiteX3" fmla="*/ 10242 w 37620"/>
                <a:gd name="connsiteY3" fmla="*/ 45063 h 56465"/>
                <a:gd name="connsiteX4" fmla="*/ 18810 w 37620"/>
                <a:gd name="connsiteY4" fmla="*/ 50634 h 56465"/>
                <a:gd name="connsiteX5" fmla="*/ 27378 w 37620"/>
                <a:gd name="connsiteY5" fmla="*/ 45063 h 56465"/>
                <a:gd name="connsiteX6" fmla="*/ 30258 w 37620"/>
                <a:gd name="connsiteY6" fmla="*/ 28251 h 56465"/>
                <a:gd name="connsiteX7" fmla="*/ 27378 w 37620"/>
                <a:gd name="connsiteY7" fmla="*/ 11448 h 56465"/>
                <a:gd name="connsiteX8" fmla="*/ 18810 w 37620"/>
                <a:gd name="connsiteY8" fmla="*/ 5832 h 56465"/>
                <a:gd name="connsiteX9" fmla="*/ 18810 w 37620"/>
                <a:gd name="connsiteY9" fmla="*/ 0 h 56465"/>
                <a:gd name="connsiteX10" fmla="*/ 32778 w 37620"/>
                <a:gd name="connsiteY10" fmla="*/ 7254 h 56465"/>
                <a:gd name="connsiteX11" fmla="*/ 37620 w 37620"/>
                <a:gd name="connsiteY11" fmla="*/ 28251 h 56465"/>
                <a:gd name="connsiteX12" fmla="*/ 32778 w 37620"/>
                <a:gd name="connsiteY12" fmla="*/ 49248 h 56465"/>
                <a:gd name="connsiteX13" fmla="*/ 18810 w 37620"/>
                <a:gd name="connsiteY13" fmla="*/ 56466 h 56465"/>
                <a:gd name="connsiteX14" fmla="*/ 4815 w 37620"/>
                <a:gd name="connsiteY14" fmla="*/ 49248 h 56465"/>
                <a:gd name="connsiteX15" fmla="*/ 0 w 37620"/>
                <a:gd name="connsiteY15" fmla="*/ 28251 h 56465"/>
                <a:gd name="connsiteX16" fmla="*/ 4815 w 37620"/>
                <a:gd name="connsiteY16" fmla="*/ 7254 h 56465"/>
                <a:gd name="connsiteX17" fmla="*/ 18810 w 37620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0" h="56465">
                  <a:moveTo>
                    <a:pt x="18810" y="5832"/>
                  </a:moveTo>
                  <a:cubicBezTo>
                    <a:pt x="15021" y="5832"/>
                    <a:pt x="12159" y="7704"/>
                    <a:pt x="10242" y="11448"/>
                  </a:cubicBezTo>
                  <a:cubicBezTo>
                    <a:pt x="8343" y="15165"/>
                    <a:pt x="7398" y="20763"/>
                    <a:pt x="7398" y="28251"/>
                  </a:cubicBezTo>
                  <a:cubicBezTo>
                    <a:pt x="7398" y="35712"/>
                    <a:pt x="8343" y="41319"/>
                    <a:pt x="10242" y="45063"/>
                  </a:cubicBezTo>
                  <a:cubicBezTo>
                    <a:pt x="12159" y="48780"/>
                    <a:pt x="15021" y="50634"/>
                    <a:pt x="18810" y="50634"/>
                  </a:cubicBezTo>
                  <a:cubicBezTo>
                    <a:pt x="22626" y="50634"/>
                    <a:pt x="25479" y="48780"/>
                    <a:pt x="27378" y="45063"/>
                  </a:cubicBezTo>
                  <a:cubicBezTo>
                    <a:pt x="29295" y="41319"/>
                    <a:pt x="30258" y="35712"/>
                    <a:pt x="30258" y="28251"/>
                  </a:cubicBezTo>
                  <a:cubicBezTo>
                    <a:pt x="30258" y="20763"/>
                    <a:pt x="29295" y="15165"/>
                    <a:pt x="27378" y="11448"/>
                  </a:cubicBezTo>
                  <a:cubicBezTo>
                    <a:pt x="25479" y="7704"/>
                    <a:pt x="22626" y="5832"/>
                    <a:pt x="18810" y="5832"/>
                  </a:cubicBezTo>
                  <a:moveTo>
                    <a:pt x="18810" y="0"/>
                  </a:moveTo>
                  <a:cubicBezTo>
                    <a:pt x="24912" y="0"/>
                    <a:pt x="29565" y="2421"/>
                    <a:pt x="32778" y="7254"/>
                  </a:cubicBezTo>
                  <a:cubicBezTo>
                    <a:pt x="36009" y="12069"/>
                    <a:pt x="37620" y="19062"/>
                    <a:pt x="37620" y="28251"/>
                  </a:cubicBezTo>
                  <a:cubicBezTo>
                    <a:pt x="37620" y="37413"/>
                    <a:pt x="36009" y="44415"/>
                    <a:pt x="32778" y="49248"/>
                  </a:cubicBezTo>
                  <a:cubicBezTo>
                    <a:pt x="29565" y="54063"/>
                    <a:pt x="24912" y="56466"/>
                    <a:pt x="18810" y="56466"/>
                  </a:cubicBezTo>
                  <a:cubicBezTo>
                    <a:pt x="12708" y="56466"/>
                    <a:pt x="8046" y="54063"/>
                    <a:pt x="4815" y="49248"/>
                  </a:cubicBezTo>
                  <a:cubicBezTo>
                    <a:pt x="1602" y="44415"/>
                    <a:pt x="0" y="37413"/>
                    <a:pt x="0" y="28251"/>
                  </a:cubicBezTo>
                  <a:cubicBezTo>
                    <a:pt x="0" y="19062"/>
                    <a:pt x="1602" y="12069"/>
                    <a:pt x="4815" y="7254"/>
                  </a:cubicBezTo>
                  <a:cubicBezTo>
                    <a:pt x="8046" y="2421"/>
                    <a:pt x="12708" y="0"/>
                    <a:pt x="18810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155C3E8D-9652-F8EC-104C-F9B4118795D8}"/>
                </a:ext>
              </a:extLst>
            </p:cNvPr>
            <p:cNvSpPr/>
            <p:nvPr/>
          </p:nvSpPr>
          <p:spPr>
            <a:xfrm>
              <a:off x="1998530" y="4807258"/>
              <a:ext cx="7686" cy="9260"/>
            </a:xfrm>
            <a:custGeom>
              <a:avLst/>
              <a:gdLst>
                <a:gd name="connsiteX0" fmla="*/ 0 w 7686"/>
                <a:gd name="connsiteY0" fmla="*/ 0 h 9260"/>
                <a:gd name="connsiteX1" fmla="*/ 7686 w 7686"/>
                <a:gd name="connsiteY1" fmla="*/ 0 h 9260"/>
                <a:gd name="connsiteX2" fmla="*/ 7686 w 7686"/>
                <a:gd name="connsiteY2" fmla="*/ 9261 h 9260"/>
                <a:gd name="connsiteX3" fmla="*/ 0 w 7686"/>
                <a:gd name="connsiteY3" fmla="*/ 9261 h 9260"/>
                <a:gd name="connsiteX4" fmla="*/ 0 w 7686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86" h="9260">
                  <a:moveTo>
                    <a:pt x="0" y="0"/>
                  </a:moveTo>
                  <a:lnTo>
                    <a:pt x="7686" y="0"/>
                  </a:lnTo>
                  <a:lnTo>
                    <a:pt x="7686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BCACFE37-B7CF-7C39-3C46-EAD71BAD475A}"/>
                </a:ext>
              </a:extLst>
            </p:cNvPr>
            <p:cNvSpPr/>
            <p:nvPr/>
          </p:nvSpPr>
          <p:spPr>
            <a:xfrm>
              <a:off x="2020040" y="4762086"/>
              <a:ext cx="35217" cy="55485"/>
            </a:xfrm>
            <a:custGeom>
              <a:avLst/>
              <a:gdLst>
                <a:gd name="connsiteX0" fmla="*/ 2295 w 35217"/>
                <a:gd name="connsiteY0" fmla="*/ 0 h 55485"/>
                <a:gd name="connsiteX1" fmla="*/ 31203 w 35217"/>
                <a:gd name="connsiteY1" fmla="*/ 0 h 55485"/>
                <a:gd name="connsiteX2" fmla="*/ 31203 w 35217"/>
                <a:gd name="connsiteY2" fmla="*/ 6201 h 55485"/>
                <a:gd name="connsiteX3" fmla="*/ 9036 w 35217"/>
                <a:gd name="connsiteY3" fmla="*/ 6201 h 55485"/>
                <a:gd name="connsiteX4" fmla="*/ 9036 w 35217"/>
                <a:gd name="connsiteY4" fmla="*/ 19539 h 55485"/>
                <a:gd name="connsiteX5" fmla="*/ 12249 w 35217"/>
                <a:gd name="connsiteY5" fmla="*/ 18738 h 55485"/>
                <a:gd name="connsiteX6" fmla="*/ 15453 w 35217"/>
                <a:gd name="connsiteY6" fmla="*/ 18450 h 55485"/>
                <a:gd name="connsiteX7" fmla="*/ 29889 w 35217"/>
                <a:gd name="connsiteY7" fmla="*/ 23445 h 55485"/>
                <a:gd name="connsiteX8" fmla="*/ 35217 w 35217"/>
                <a:gd name="connsiteY8" fmla="*/ 36972 h 55485"/>
                <a:gd name="connsiteX9" fmla="*/ 29745 w 35217"/>
                <a:gd name="connsiteY9" fmla="*/ 50643 h 55485"/>
                <a:gd name="connsiteX10" fmla="*/ 14328 w 35217"/>
                <a:gd name="connsiteY10" fmla="*/ 55485 h 55485"/>
                <a:gd name="connsiteX11" fmla="*/ 7326 w 35217"/>
                <a:gd name="connsiteY11" fmla="*/ 54909 h 55485"/>
                <a:gd name="connsiteX12" fmla="*/ 0 w 35217"/>
                <a:gd name="connsiteY12" fmla="*/ 53154 h 55485"/>
                <a:gd name="connsiteX13" fmla="*/ 0 w 35217"/>
                <a:gd name="connsiteY13" fmla="*/ 45756 h 55485"/>
                <a:gd name="connsiteX14" fmla="*/ 6777 w 35217"/>
                <a:gd name="connsiteY14" fmla="*/ 48420 h 55485"/>
                <a:gd name="connsiteX15" fmla="*/ 14175 w 35217"/>
                <a:gd name="connsiteY15" fmla="*/ 49293 h 55485"/>
                <a:gd name="connsiteX16" fmla="*/ 24165 w 35217"/>
                <a:gd name="connsiteY16" fmla="*/ 45972 h 55485"/>
                <a:gd name="connsiteX17" fmla="*/ 27846 w 35217"/>
                <a:gd name="connsiteY17" fmla="*/ 36972 h 55485"/>
                <a:gd name="connsiteX18" fmla="*/ 24165 w 35217"/>
                <a:gd name="connsiteY18" fmla="*/ 27963 h 55485"/>
                <a:gd name="connsiteX19" fmla="*/ 14175 w 35217"/>
                <a:gd name="connsiteY19" fmla="*/ 24642 h 55485"/>
                <a:gd name="connsiteX20" fmla="*/ 8271 w 35217"/>
                <a:gd name="connsiteY20" fmla="*/ 25299 h 55485"/>
                <a:gd name="connsiteX21" fmla="*/ 2295 w 35217"/>
                <a:gd name="connsiteY21" fmla="*/ 27342 h 55485"/>
                <a:gd name="connsiteX22" fmla="*/ 2295 w 35217"/>
                <a:gd name="connsiteY22" fmla="*/ 0 h 55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217" h="55485">
                  <a:moveTo>
                    <a:pt x="2295" y="0"/>
                  </a:moveTo>
                  <a:lnTo>
                    <a:pt x="31203" y="0"/>
                  </a:lnTo>
                  <a:lnTo>
                    <a:pt x="31203" y="6201"/>
                  </a:lnTo>
                  <a:lnTo>
                    <a:pt x="9036" y="6201"/>
                  </a:lnTo>
                  <a:lnTo>
                    <a:pt x="9036" y="19539"/>
                  </a:lnTo>
                  <a:cubicBezTo>
                    <a:pt x="10107" y="19179"/>
                    <a:pt x="11178" y="18909"/>
                    <a:pt x="12249" y="18738"/>
                  </a:cubicBezTo>
                  <a:cubicBezTo>
                    <a:pt x="13320" y="18549"/>
                    <a:pt x="14382" y="18450"/>
                    <a:pt x="15453" y="18450"/>
                  </a:cubicBezTo>
                  <a:cubicBezTo>
                    <a:pt x="21528" y="18450"/>
                    <a:pt x="26343" y="20115"/>
                    <a:pt x="29889" y="23445"/>
                  </a:cubicBezTo>
                  <a:cubicBezTo>
                    <a:pt x="33444" y="26775"/>
                    <a:pt x="35217" y="31284"/>
                    <a:pt x="35217" y="36972"/>
                  </a:cubicBezTo>
                  <a:cubicBezTo>
                    <a:pt x="35217" y="42831"/>
                    <a:pt x="33390" y="47385"/>
                    <a:pt x="29745" y="50643"/>
                  </a:cubicBezTo>
                  <a:cubicBezTo>
                    <a:pt x="26100" y="53874"/>
                    <a:pt x="20961" y="55485"/>
                    <a:pt x="14328" y="55485"/>
                  </a:cubicBezTo>
                  <a:cubicBezTo>
                    <a:pt x="12042" y="55485"/>
                    <a:pt x="9711" y="55296"/>
                    <a:pt x="7326" y="54909"/>
                  </a:cubicBezTo>
                  <a:cubicBezTo>
                    <a:pt x="4968" y="54522"/>
                    <a:pt x="2529" y="53937"/>
                    <a:pt x="0" y="53154"/>
                  </a:cubicBezTo>
                  <a:lnTo>
                    <a:pt x="0" y="45756"/>
                  </a:lnTo>
                  <a:cubicBezTo>
                    <a:pt x="2187" y="46944"/>
                    <a:pt x="4446" y="47835"/>
                    <a:pt x="6777" y="48420"/>
                  </a:cubicBezTo>
                  <a:cubicBezTo>
                    <a:pt x="9108" y="49005"/>
                    <a:pt x="11574" y="49293"/>
                    <a:pt x="14175" y="49293"/>
                  </a:cubicBezTo>
                  <a:cubicBezTo>
                    <a:pt x="18378" y="49293"/>
                    <a:pt x="21708" y="48186"/>
                    <a:pt x="24165" y="45972"/>
                  </a:cubicBezTo>
                  <a:cubicBezTo>
                    <a:pt x="26622" y="43767"/>
                    <a:pt x="27846" y="40761"/>
                    <a:pt x="27846" y="36972"/>
                  </a:cubicBezTo>
                  <a:cubicBezTo>
                    <a:pt x="27846" y="33183"/>
                    <a:pt x="26622" y="30177"/>
                    <a:pt x="24165" y="27963"/>
                  </a:cubicBezTo>
                  <a:cubicBezTo>
                    <a:pt x="21708" y="25749"/>
                    <a:pt x="18378" y="24642"/>
                    <a:pt x="14175" y="24642"/>
                  </a:cubicBezTo>
                  <a:cubicBezTo>
                    <a:pt x="12204" y="24642"/>
                    <a:pt x="10242" y="24858"/>
                    <a:pt x="8271" y="25299"/>
                  </a:cubicBezTo>
                  <a:cubicBezTo>
                    <a:pt x="6327" y="25740"/>
                    <a:pt x="4338" y="26415"/>
                    <a:pt x="2295" y="27342"/>
                  </a:cubicBezTo>
                  <a:lnTo>
                    <a:pt x="2295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2" name="Freeform 281">
              <a:extLst>
                <a:ext uri="{FF2B5EF4-FFF2-40B4-BE49-F238E27FC236}">
                  <a16:creationId xmlns:a16="http://schemas.microsoft.com/office/drawing/2014/main" id="{0327F1FE-37B2-1B24-609A-4AD9773BA8B8}"/>
                </a:ext>
              </a:extLst>
            </p:cNvPr>
            <p:cNvSpPr/>
            <p:nvPr/>
          </p:nvSpPr>
          <p:spPr>
            <a:xfrm>
              <a:off x="2372607" y="4762086"/>
              <a:ext cx="32418" cy="54431"/>
            </a:xfrm>
            <a:custGeom>
              <a:avLst/>
              <a:gdLst>
                <a:gd name="connsiteX0" fmla="*/ 1062 w 32418"/>
                <a:gd name="connsiteY0" fmla="*/ 48231 h 54431"/>
                <a:gd name="connsiteX1" fmla="*/ 13095 w 32418"/>
                <a:gd name="connsiteY1" fmla="*/ 48231 h 54431"/>
                <a:gd name="connsiteX2" fmla="*/ 13095 w 32418"/>
                <a:gd name="connsiteY2" fmla="*/ 6705 h 54431"/>
                <a:gd name="connsiteX3" fmla="*/ 0 w 32418"/>
                <a:gd name="connsiteY3" fmla="*/ 9333 h 54431"/>
                <a:gd name="connsiteX4" fmla="*/ 0 w 32418"/>
                <a:gd name="connsiteY4" fmla="*/ 2628 h 54431"/>
                <a:gd name="connsiteX5" fmla="*/ 13014 w 32418"/>
                <a:gd name="connsiteY5" fmla="*/ 0 h 54431"/>
                <a:gd name="connsiteX6" fmla="*/ 20385 w 32418"/>
                <a:gd name="connsiteY6" fmla="*/ 0 h 54431"/>
                <a:gd name="connsiteX7" fmla="*/ 20385 w 32418"/>
                <a:gd name="connsiteY7" fmla="*/ 48231 h 54431"/>
                <a:gd name="connsiteX8" fmla="*/ 32418 w 32418"/>
                <a:gd name="connsiteY8" fmla="*/ 48231 h 54431"/>
                <a:gd name="connsiteX9" fmla="*/ 32418 w 32418"/>
                <a:gd name="connsiteY9" fmla="*/ 54432 h 54431"/>
                <a:gd name="connsiteX10" fmla="*/ 1062 w 32418"/>
                <a:gd name="connsiteY10" fmla="*/ 54432 h 54431"/>
                <a:gd name="connsiteX11" fmla="*/ 1062 w 32418"/>
                <a:gd name="connsiteY11" fmla="*/ 48231 h 54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418" h="54431">
                  <a:moveTo>
                    <a:pt x="1062" y="48231"/>
                  </a:moveTo>
                  <a:lnTo>
                    <a:pt x="13095" y="48231"/>
                  </a:lnTo>
                  <a:lnTo>
                    <a:pt x="13095" y="6705"/>
                  </a:lnTo>
                  <a:lnTo>
                    <a:pt x="0" y="9333"/>
                  </a:lnTo>
                  <a:lnTo>
                    <a:pt x="0" y="2628"/>
                  </a:lnTo>
                  <a:lnTo>
                    <a:pt x="13014" y="0"/>
                  </a:lnTo>
                  <a:lnTo>
                    <a:pt x="20385" y="0"/>
                  </a:lnTo>
                  <a:lnTo>
                    <a:pt x="20385" y="48231"/>
                  </a:lnTo>
                  <a:lnTo>
                    <a:pt x="32418" y="48231"/>
                  </a:lnTo>
                  <a:lnTo>
                    <a:pt x="32418" y="54432"/>
                  </a:lnTo>
                  <a:lnTo>
                    <a:pt x="1062" y="54432"/>
                  </a:lnTo>
                  <a:lnTo>
                    <a:pt x="1062" y="48231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1CBA45BF-A027-BC35-460D-09BA19935533}"/>
                </a:ext>
              </a:extLst>
            </p:cNvPr>
            <p:cNvSpPr/>
            <p:nvPr/>
          </p:nvSpPr>
          <p:spPr>
            <a:xfrm>
              <a:off x="2419892" y="4807258"/>
              <a:ext cx="7695" cy="9260"/>
            </a:xfrm>
            <a:custGeom>
              <a:avLst/>
              <a:gdLst>
                <a:gd name="connsiteX0" fmla="*/ 0 w 7695"/>
                <a:gd name="connsiteY0" fmla="*/ 0 h 9260"/>
                <a:gd name="connsiteX1" fmla="*/ 7695 w 7695"/>
                <a:gd name="connsiteY1" fmla="*/ 0 h 9260"/>
                <a:gd name="connsiteX2" fmla="*/ 7695 w 7695"/>
                <a:gd name="connsiteY2" fmla="*/ 9261 h 9260"/>
                <a:gd name="connsiteX3" fmla="*/ 0 w 7695"/>
                <a:gd name="connsiteY3" fmla="*/ 9261 h 9260"/>
                <a:gd name="connsiteX4" fmla="*/ 0 w 7695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5" h="9260">
                  <a:moveTo>
                    <a:pt x="0" y="0"/>
                  </a:moveTo>
                  <a:lnTo>
                    <a:pt x="7695" y="0"/>
                  </a:lnTo>
                  <a:lnTo>
                    <a:pt x="7695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695ED05B-724B-E482-0C94-3ADDDC9AD1D9}"/>
                </a:ext>
              </a:extLst>
            </p:cNvPr>
            <p:cNvSpPr/>
            <p:nvPr/>
          </p:nvSpPr>
          <p:spPr>
            <a:xfrm>
              <a:off x="2440566" y="4761106"/>
              <a:ext cx="37628" cy="56465"/>
            </a:xfrm>
            <a:custGeom>
              <a:avLst/>
              <a:gdLst>
                <a:gd name="connsiteX0" fmla="*/ 18810 w 37628"/>
                <a:gd name="connsiteY0" fmla="*/ 5832 h 56465"/>
                <a:gd name="connsiteX1" fmla="*/ 10242 w 37628"/>
                <a:gd name="connsiteY1" fmla="*/ 11448 h 56465"/>
                <a:gd name="connsiteX2" fmla="*/ 7407 w 37628"/>
                <a:gd name="connsiteY2" fmla="*/ 28251 h 56465"/>
                <a:gd name="connsiteX3" fmla="*/ 10242 w 37628"/>
                <a:gd name="connsiteY3" fmla="*/ 45063 h 56465"/>
                <a:gd name="connsiteX4" fmla="*/ 18810 w 37628"/>
                <a:gd name="connsiteY4" fmla="*/ 50634 h 56465"/>
                <a:gd name="connsiteX5" fmla="*/ 27378 w 37628"/>
                <a:gd name="connsiteY5" fmla="*/ 45063 h 56465"/>
                <a:gd name="connsiteX6" fmla="*/ 30258 w 37628"/>
                <a:gd name="connsiteY6" fmla="*/ 28251 h 56465"/>
                <a:gd name="connsiteX7" fmla="*/ 27378 w 37628"/>
                <a:gd name="connsiteY7" fmla="*/ 11448 h 56465"/>
                <a:gd name="connsiteX8" fmla="*/ 18810 w 37628"/>
                <a:gd name="connsiteY8" fmla="*/ 5832 h 56465"/>
                <a:gd name="connsiteX9" fmla="*/ 18810 w 37628"/>
                <a:gd name="connsiteY9" fmla="*/ 0 h 56465"/>
                <a:gd name="connsiteX10" fmla="*/ 32778 w 37628"/>
                <a:gd name="connsiteY10" fmla="*/ 7254 h 56465"/>
                <a:gd name="connsiteX11" fmla="*/ 37629 w 37628"/>
                <a:gd name="connsiteY11" fmla="*/ 28251 h 56465"/>
                <a:gd name="connsiteX12" fmla="*/ 32778 w 37628"/>
                <a:gd name="connsiteY12" fmla="*/ 49248 h 56465"/>
                <a:gd name="connsiteX13" fmla="*/ 18810 w 37628"/>
                <a:gd name="connsiteY13" fmla="*/ 56466 h 56465"/>
                <a:gd name="connsiteX14" fmla="*/ 4815 w 37628"/>
                <a:gd name="connsiteY14" fmla="*/ 49248 h 56465"/>
                <a:gd name="connsiteX15" fmla="*/ 0 w 37628"/>
                <a:gd name="connsiteY15" fmla="*/ 28251 h 56465"/>
                <a:gd name="connsiteX16" fmla="*/ 4815 w 37628"/>
                <a:gd name="connsiteY16" fmla="*/ 7254 h 56465"/>
                <a:gd name="connsiteX17" fmla="*/ 18810 w 37628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8" h="56465">
                  <a:moveTo>
                    <a:pt x="18810" y="5832"/>
                  </a:moveTo>
                  <a:cubicBezTo>
                    <a:pt x="15021" y="5832"/>
                    <a:pt x="12168" y="7704"/>
                    <a:pt x="10242" y="11448"/>
                  </a:cubicBezTo>
                  <a:cubicBezTo>
                    <a:pt x="8352" y="15165"/>
                    <a:pt x="7407" y="20763"/>
                    <a:pt x="7407" y="28251"/>
                  </a:cubicBezTo>
                  <a:cubicBezTo>
                    <a:pt x="7407" y="35712"/>
                    <a:pt x="8352" y="41319"/>
                    <a:pt x="10242" y="45063"/>
                  </a:cubicBezTo>
                  <a:cubicBezTo>
                    <a:pt x="12168" y="48780"/>
                    <a:pt x="15021" y="50634"/>
                    <a:pt x="18810" y="50634"/>
                  </a:cubicBezTo>
                  <a:cubicBezTo>
                    <a:pt x="22626" y="50634"/>
                    <a:pt x="25479" y="48780"/>
                    <a:pt x="27378" y="45063"/>
                  </a:cubicBezTo>
                  <a:cubicBezTo>
                    <a:pt x="29295" y="41319"/>
                    <a:pt x="30258" y="35712"/>
                    <a:pt x="30258" y="28251"/>
                  </a:cubicBezTo>
                  <a:cubicBezTo>
                    <a:pt x="30258" y="20763"/>
                    <a:pt x="29295" y="15165"/>
                    <a:pt x="27378" y="11448"/>
                  </a:cubicBezTo>
                  <a:cubicBezTo>
                    <a:pt x="25479" y="7704"/>
                    <a:pt x="22626" y="5832"/>
                    <a:pt x="18810" y="5832"/>
                  </a:cubicBezTo>
                  <a:moveTo>
                    <a:pt x="18810" y="0"/>
                  </a:moveTo>
                  <a:cubicBezTo>
                    <a:pt x="24912" y="0"/>
                    <a:pt x="29565" y="2421"/>
                    <a:pt x="32778" y="7254"/>
                  </a:cubicBezTo>
                  <a:cubicBezTo>
                    <a:pt x="36009" y="12069"/>
                    <a:pt x="37629" y="19062"/>
                    <a:pt x="37629" y="28251"/>
                  </a:cubicBezTo>
                  <a:cubicBezTo>
                    <a:pt x="37629" y="37413"/>
                    <a:pt x="36009" y="44415"/>
                    <a:pt x="32778" y="49248"/>
                  </a:cubicBezTo>
                  <a:cubicBezTo>
                    <a:pt x="29565" y="54063"/>
                    <a:pt x="24912" y="56466"/>
                    <a:pt x="18810" y="56466"/>
                  </a:cubicBezTo>
                  <a:cubicBezTo>
                    <a:pt x="12717" y="56466"/>
                    <a:pt x="8046" y="54063"/>
                    <a:pt x="4815" y="49248"/>
                  </a:cubicBezTo>
                  <a:cubicBezTo>
                    <a:pt x="1602" y="44415"/>
                    <a:pt x="0" y="37413"/>
                    <a:pt x="0" y="28251"/>
                  </a:cubicBezTo>
                  <a:cubicBezTo>
                    <a:pt x="0" y="19062"/>
                    <a:pt x="1602" y="12069"/>
                    <a:pt x="4815" y="7254"/>
                  </a:cubicBezTo>
                  <a:cubicBezTo>
                    <a:pt x="8046" y="2421"/>
                    <a:pt x="12717" y="0"/>
                    <a:pt x="18810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85F62B12-5FEC-1AE0-6094-B2AF4A3210AD}"/>
                </a:ext>
              </a:extLst>
            </p:cNvPr>
            <p:cNvSpPr/>
            <p:nvPr/>
          </p:nvSpPr>
          <p:spPr>
            <a:xfrm>
              <a:off x="1553363" y="4862833"/>
              <a:ext cx="43002" cy="39122"/>
            </a:xfrm>
            <a:custGeom>
              <a:avLst/>
              <a:gdLst>
                <a:gd name="connsiteX0" fmla="*/ 43002 w 43002"/>
                <a:gd name="connsiteY0" fmla="*/ 5688 h 39122"/>
                <a:gd name="connsiteX1" fmla="*/ 41526 w 43002"/>
                <a:gd name="connsiteY1" fmla="*/ 9396 h 39122"/>
                <a:gd name="connsiteX2" fmla="*/ 38367 w 43002"/>
                <a:gd name="connsiteY2" fmla="*/ 10710 h 39122"/>
                <a:gd name="connsiteX3" fmla="*/ 35919 w 43002"/>
                <a:gd name="connsiteY3" fmla="*/ 9783 h 39122"/>
                <a:gd name="connsiteX4" fmla="*/ 35082 w 43002"/>
                <a:gd name="connsiteY4" fmla="*/ 7668 h 39122"/>
                <a:gd name="connsiteX5" fmla="*/ 36261 w 43002"/>
                <a:gd name="connsiteY5" fmla="*/ 4680 h 39122"/>
                <a:gd name="connsiteX6" fmla="*/ 39213 w 43002"/>
                <a:gd name="connsiteY6" fmla="*/ 2988 h 39122"/>
                <a:gd name="connsiteX7" fmla="*/ 34911 w 43002"/>
                <a:gd name="connsiteY7" fmla="*/ 1899 h 39122"/>
                <a:gd name="connsiteX8" fmla="*/ 31752 w 43002"/>
                <a:gd name="connsiteY8" fmla="*/ 2781 h 39122"/>
                <a:gd name="connsiteX9" fmla="*/ 29430 w 43002"/>
                <a:gd name="connsiteY9" fmla="*/ 4806 h 39122"/>
                <a:gd name="connsiteX10" fmla="*/ 27828 w 43002"/>
                <a:gd name="connsiteY10" fmla="*/ 7587 h 39122"/>
                <a:gd name="connsiteX11" fmla="*/ 26820 w 43002"/>
                <a:gd name="connsiteY11" fmla="*/ 10161 h 39122"/>
                <a:gd name="connsiteX12" fmla="*/ 26352 w 43002"/>
                <a:gd name="connsiteY12" fmla="*/ 12096 h 39122"/>
                <a:gd name="connsiteX13" fmla="*/ 23400 w 43002"/>
                <a:gd name="connsiteY13" fmla="*/ 23904 h 39122"/>
                <a:gd name="connsiteX14" fmla="*/ 21969 w 43002"/>
                <a:gd name="connsiteY14" fmla="*/ 31491 h 39122"/>
                <a:gd name="connsiteX15" fmla="*/ 23148 w 43002"/>
                <a:gd name="connsiteY15" fmla="*/ 35586 h 39122"/>
                <a:gd name="connsiteX16" fmla="*/ 26694 w 43002"/>
                <a:gd name="connsiteY16" fmla="*/ 37188 h 39122"/>
                <a:gd name="connsiteX17" fmla="*/ 28674 w 43002"/>
                <a:gd name="connsiteY17" fmla="*/ 36927 h 39122"/>
                <a:gd name="connsiteX18" fmla="*/ 31077 w 43002"/>
                <a:gd name="connsiteY18" fmla="*/ 35874 h 39122"/>
                <a:gd name="connsiteX19" fmla="*/ 33687 w 43002"/>
                <a:gd name="connsiteY19" fmla="*/ 33894 h 39122"/>
                <a:gd name="connsiteX20" fmla="*/ 36180 w 43002"/>
                <a:gd name="connsiteY20" fmla="*/ 30609 h 39122"/>
                <a:gd name="connsiteX21" fmla="*/ 38196 w 43002"/>
                <a:gd name="connsiteY21" fmla="*/ 25884 h 39122"/>
                <a:gd name="connsiteX22" fmla="*/ 39294 w 43002"/>
                <a:gd name="connsiteY22" fmla="*/ 24957 h 39122"/>
                <a:gd name="connsiteX23" fmla="*/ 40347 w 43002"/>
                <a:gd name="connsiteY23" fmla="*/ 25803 h 39122"/>
                <a:gd name="connsiteX24" fmla="*/ 39762 w 43002"/>
                <a:gd name="connsiteY24" fmla="*/ 28035 h 39122"/>
                <a:gd name="connsiteX25" fmla="*/ 37989 w 43002"/>
                <a:gd name="connsiteY25" fmla="*/ 31446 h 39122"/>
                <a:gd name="connsiteX26" fmla="*/ 35244 w 43002"/>
                <a:gd name="connsiteY26" fmla="*/ 35073 h 39122"/>
                <a:gd name="connsiteX27" fmla="*/ 31374 w 43002"/>
                <a:gd name="connsiteY27" fmla="*/ 37944 h 39122"/>
                <a:gd name="connsiteX28" fmla="*/ 26523 w 43002"/>
                <a:gd name="connsiteY28" fmla="*/ 39123 h 39122"/>
                <a:gd name="connsiteX29" fmla="*/ 20493 w 43002"/>
                <a:gd name="connsiteY29" fmla="*/ 37188 h 39122"/>
                <a:gd name="connsiteX30" fmla="*/ 17208 w 43002"/>
                <a:gd name="connsiteY30" fmla="*/ 32544 h 39122"/>
                <a:gd name="connsiteX31" fmla="*/ 16695 w 43002"/>
                <a:gd name="connsiteY31" fmla="*/ 33435 h 39122"/>
                <a:gd name="connsiteX32" fmla="*/ 15516 w 43002"/>
                <a:gd name="connsiteY32" fmla="*/ 35073 h 39122"/>
                <a:gd name="connsiteX33" fmla="*/ 13707 w 43002"/>
                <a:gd name="connsiteY33" fmla="*/ 37017 h 39122"/>
                <a:gd name="connsiteX34" fmla="*/ 11214 w 43002"/>
                <a:gd name="connsiteY34" fmla="*/ 38448 h 39122"/>
                <a:gd name="connsiteX35" fmla="*/ 8136 w 43002"/>
                <a:gd name="connsiteY35" fmla="*/ 39123 h 39122"/>
                <a:gd name="connsiteX36" fmla="*/ 4302 w 43002"/>
                <a:gd name="connsiteY36" fmla="*/ 38529 h 39122"/>
                <a:gd name="connsiteX37" fmla="*/ 1269 w 43002"/>
                <a:gd name="connsiteY37" fmla="*/ 36594 h 39122"/>
                <a:gd name="connsiteX38" fmla="*/ 0 w 43002"/>
                <a:gd name="connsiteY38" fmla="*/ 33390 h 39122"/>
                <a:gd name="connsiteX39" fmla="*/ 1395 w 43002"/>
                <a:gd name="connsiteY39" fmla="*/ 29889 h 39122"/>
                <a:gd name="connsiteX40" fmla="*/ 4770 w 43002"/>
                <a:gd name="connsiteY40" fmla="*/ 28413 h 39122"/>
                <a:gd name="connsiteX41" fmla="*/ 6957 w 43002"/>
                <a:gd name="connsiteY41" fmla="*/ 29133 h 39122"/>
                <a:gd name="connsiteX42" fmla="*/ 7974 w 43002"/>
                <a:gd name="connsiteY42" fmla="*/ 31410 h 39122"/>
                <a:gd name="connsiteX43" fmla="*/ 6786 w 43002"/>
                <a:gd name="connsiteY43" fmla="*/ 34443 h 39122"/>
                <a:gd name="connsiteX44" fmla="*/ 3924 w 43002"/>
                <a:gd name="connsiteY44" fmla="*/ 36090 h 39122"/>
                <a:gd name="connsiteX45" fmla="*/ 8226 w 43002"/>
                <a:gd name="connsiteY45" fmla="*/ 37188 h 39122"/>
                <a:gd name="connsiteX46" fmla="*/ 13194 w 43002"/>
                <a:gd name="connsiteY46" fmla="*/ 34740 h 39122"/>
                <a:gd name="connsiteX47" fmla="*/ 16443 w 43002"/>
                <a:gd name="connsiteY47" fmla="*/ 28206 h 39122"/>
                <a:gd name="connsiteX48" fmla="*/ 20070 w 43002"/>
                <a:gd name="connsiteY48" fmla="*/ 13995 h 39122"/>
                <a:gd name="connsiteX49" fmla="*/ 21078 w 43002"/>
                <a:gd name="connsiteY49" fmla="*/ 7668 h 39122"/>
                <a:gd name="connsiteX50" fmla="*/ 20619 w 43002"/>
                <a:gd name="connsiteY50" fmla="*/ 4680 h 39122"/>
                <a:gd name="connsiteX51" fmla="*/ 19350 w 43002"/>
                <a:gd name="connsiteY51" fmla="*/ 2907 h 39122"/>
                <a:gd name="connsiteX52" fmla="*/ 17874 w 43002"/>
                <a:gd name="connsiteY52" fmla="*/ 2106 h 39122"/>
                <a:gd name="connsiteX53" fmla="*/ 16443 w 43002"/>
                <a:gd name="connsiteY53" fmla="*/ 1899 h 39122"/>
                <a:gd name="connsiteX54" fmla="*/ 13743 w 43002"/>
                <a:gd name="connsiteY54" fmla="*/ 2403 h 39122"/>
                <a:gd name="connsiteX55" fmla="*/ 10665 w 43002"/>
                <a:gd name="connsiteY55" fmla="*/ 4086 h 39122"/>
                <a:gd name="connsiteX56" fmla="*/ 7461 w 43002"/>
                <a:gd name="connsiteY56" fmla="*/ 7587 h 39122"/>
                <a:gd name="connsiteX57" fmla="*/ 4851 w 43002"/>
                <a:gd name="connsiteY57" fmla="*/ 13194 h 39122"/>
                <a:gd name="connsiteX58" fmla="*/ 3708 w 43002"/>
                <a:gd name="connsiteY58" fmla="*/ 14166 h 39122"/>
                <a:gd name="connsiteX59" fmla="*/ 2700 w 43002"/>
                <a:gd name="connsiteY59" fmla="*/ 13275 h 39122"/>
                <a:gd name="connsiteX60" fmla="*/ 3249 w 43002"/>
                <a:gd name="connsiteY60" fmla="*/ 11088 h 39122"/>
                <a:gd name="connsiteX61" fmla="*/ 5022 w 43002"/>
                <a:gd name="connsiteY61" fmla="*/ 7668 h 39122"/>
                <a:gd name="connsiteX62" fmla="*/ 7803 w 43002"/>
                <a:gd name="connsiteY62" fmla="*/ 4086 h 39122"/>
                <a:gd name="connsiteX63" fmla="*/ 11727 w 43002"/>
                <a:gd name="connsiteY63" fmla="*/ 1179 h 39122"/>
                <a:gd name="connsiteX64" fmla="*/ 16614 w 43002"/>
                <a:gd name="connsiteY64" fmla="*/ 0 h 39122"/>
                <a:gd name="connsiteX65" fmla="*/ 18846 w 43002"/>
                <a:gd name="connsiteY65" fmla="*/ 252 h 39122"/>
                <a:gd name="connsiteX66" fmla="*/ 21339 w 43002"/>
                <a:gd name="connsiteY66" fmla="*/ 1098 h 39122"/>
                <a:gd name="connsiteX67" fmla="*/ 23949 w 43002"/>
                <a:gd name="connsiteY67" fmla="*/ 3114 h 39122"/>
                <a:gd name="connsiteX68" fmla="*/ 25929 w 43002"/>
                <a:gd name="connsiteY68" fmla="*/ 6534 h 39122"/>
                <a:gd name="connsiteX69" fmla="*/ 27108 w 43002"/>
                <a:gd name="connsiteY69" fmla="*/ 4635 h 39122"/>
                <a:gd name="connsiteX70" fmla="*/ 28926 w 43002"/>
                <a:gd name="connsiteY70" fmla="*/ 2574 h 39122"/>
                <a:gd name="connsiteX71" fmla="*/ 31626 w 43002"/>
                <a:gd name="connsiteY71" fmla="*/ 711 h 39122"/>
                <a:gd name="connsiteX72" fmla="*/ 34992 w 43002"/>
                <a:gd name="connsiteY72" fmla="*/ 0 h 39122"/>
                <a:gd name="connsiteX73" fmla="*/ 38412 w 43002"/>
                <a:gd name="connsiteY73" fmla="*/ 459 h 39122"/>
                <a:gd name="connsiteX74" fmla="*/ 41526 w 43002"/>
                <a:gd name="connsiteY74" fmla="*/ 2277 h 39122"/>
                <a:gd name="connsiteX75" fmla="*/ 43002 w 43002"/>
                <a:gd name="connsiteY75" fmla="*/ 5688 h 39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43002" h="39122">
                  <a:moveTo>
                    <a:pt x="43002" y="5688"/>
                  </a:moveTo>
                  <a:cubicBezTo>
                    <a:pt x="43002" y="7263"/>
                    <a:pt x="42507" y="8505"/>
                    <a:pt x="41526" y="9396"/>
                  </a:cubicBezTo>
                  <a:cubicBezTo>
                    <a:pt x="40545" y="10269"/>
                    <a:pt x="39492" y="10710"/>
                    <a:pt x="38367" y="10710"/>
                  </a:cubicBezTo>
                  <a:cubicBezTo>
                    <a:pt x="37296" y="10710"/>
                    <a:pt x="36486" y="10404"/>
                    <a:pt x="35919" y="9783"/>
                  </a:cubicBezTo>
                  <a:cubicBezTo>
                    <a:pt x="35361" y="9162"/>
                    <a:pt x="35082" y="8460"/>
                    <a:pt x="35082" y="7668"/>
                  </a:cubicBezTo>
                  <a:cubicBezTo>
                    <a:pt x="35082" y="6597"/>
                    <a:pt x="35478" y="5607"/>
                    <a:pt x="36261" y="4680"/>
                  </a:cubicBezTo>
                  <a:cubicBezTo>
                    <a:pt x="37044" y="3753"/>
                    <a:pt x="38034" y="3186"/>
                    <a:pt x="39213" y="2988"/>
                  </a:cubicBezTo>
                  <a:cubicBezTo>
                    <a:pt x="38061" y="2259"/>
                    <a:pt x="36630" y="1899"/>
                    <a:pt x="34911" y="1899"/>
                  </a:cubicBezTo>
                  <a:cubicBezTo>
                    <a:pt x="33786" y="1899"/>
                    <a:pt x="32733" y="2196"/>
                    <a:pt x="31752" y="2781"/>
                  </a:cubicBezTo>
                  <a:cubicBezTo>
                    <a:pt x="30789" y="3366"/>
                    <a:pt x="30015" y="4041"/>
                    <a:pt x="29430" y="4806"/>
                  </a:cubicBezTo>
                  <a:cubicBezTo>
                    <a:pt x="28863" y="5562"/>
                    <a:pt x="28332" y="6489"/>
                    <a:pt x="27828" y="7587"/>
                  </a:cubicBezTo>
                  <a:cubicBezTo>
                    <a:pt x="27351" y="8658"/>
                    <a:pt x="27009" y="9513"/>
                    <a:pt x="26820" y="10161"/>
                  </a:cubicBezTo>
                  <a:cubicBezTo>
                    <a:pt x="26649" y="10782"/>
                    <a:pt x="26487" y="11421"/>
                    <a:pt x="26352" y="12096"/>
                  </a:cubicBezTo>
                  <a:lnTo>
                    <a:pt x="23400" y="23904"/>
                  </a:lnTo>
                  <a:cubicBezTo>
                    <a:pt x="22446" y="27639"/>
                    <a:pt x="21969" y="30168"/>
                    <a:pt x="21969" y="31491"/>
                  </a:cubicBezTo>
                  <a:cubicBezTo>
                    <a:pt x="21969" y="33120"/>
                    <a:pt x="22365" y="34488"/>
                    <a:pt x="23148" y="35586"/>
                  </a:cubicBezTo>
                  <a:cubicBezTo>
                    <a:pt x="23931" y="36657"/>
                    <a:pt x="25119" y="37188"/>
                    <a:pt x="26694" y="37188"/>
                  </a:cubicBezTo>
                  <a:cubicBezTo>
                    <a:pt x="27315" y="37188"/>
                    <a:pt x="27972" y="37098"/>
                    <a:pt x="28674" y="36927"/>
                  </a:cubicBezTo>
                  <a:cubicBezTo>
                    <a:pt x="29376" y="36738"/>
                    <a:pt x="30177" y="36387"/>
                    <a:pt x="31077" y="35874"/>
                  </a:cubicBezTo>
                  <a:cubicBezTo>
                    <a:pt x="32004" y="35343"/>
                    <a:pt x="32868" y="34677"/>
                    <a:pt x="33687" y="33894"/>
                  </a:cubicBezTo>
                  <a:cubicBezTo>
                    <a:pt x="34533" y="33075"/>
                    <a:pt x="35361" y="31986"/>
                    <a:pt x="36180" y="30609"/>
                  </a:cubicBezTo>
                  <a:cubicBezTo>
                    <a:pt x="36990" y="29232"/>
                    <a:pt x="37665" y="27657"/>
                    <a:pt x="38196" y="25884"/>
                  </a:cubicBezTo>
                  <a:cubicBezTo>
                    <a:pt x="38367" y="25263"/>
                    <a:pt x="38736" y="24957"/>
                    <a:pt x="39294" y="24957"/>
                  </a:cubicBezTo>
                  <a:cubicBezTo>
                    <a:pt x="39996" y="24957"/>
                    <a:pt x="40347" y="25236"/>
                    <a:pt x="40347" y="25803"/>
                  </a:cubicBezTo>
                  <a:cubicBezTo>
                    <a:pt x="40347" y="26280"/>
                    <a:pt x="40149" y="27018"/>
                    <a:pt x="39762" y="28035"/>
                  </a:cubicBezTo>
                  <a:cubicBezTo>
                    <a:pt x="39393" y="29016"/>
                    <a:pt x="38808" y="30159"/>
                    <a:pt x="37989" y="31446"/>
                  </a:cubicBezTo>
                  <a:cubicBezTo>
                    <a:pt x="37206" y="32715"/>
                    <a:pt x="36288" y="33921"/>
                    <a:pt x="35244" y="35073"/>
                  </a:cubicBezTo>
                  <a:cubicBezTo>
                    <a:pt x="34209" y="36198"/>
                    <a:pt x="32913" y="37161"/>
                    <a:pt x="31374" y="37944"/>
                  </a:cubicBezTo>
                  <a:cubicBezTo>
                    <a:pt x="29826" y="38727"/>
                    <a:pt x="28206" y="39123"/>
                    <a:pt x="26523" y="39123"/>
                  </a:cubicBezTo>
                  <a:cubicBezTo>
                    <a:pt x="24102" y="39123"/>
                    <a:pt x="22095" y="38475"/>
                    <a:pt x="20493" y="37188"/>
                  </a:cubicBezTo>
                  <a:cubicBezTo>
                    <a:pt x="18891" y="35892"/>
                    <a:pt x="17793" y="34344"/>
                    <a:pt x="17208" y="32544"/>
                  </a:cubicBezTo>
                  <a:cubicBezTo>
                    <a:pt x="17064" y="32796"/>
                    <a:pt x="16893" y="33093"/>
                    <a:pt x="16695" y="33435"/>
                  </a:cubicBezTo>
                  <a:cubicBezTo>
                    <a:pt x="16506" y="33768"/>
                    <a:pt x="16110" y="34317"/>
                    <a:pt x="15516" y="35073"/>
                  </a:cubicBezTo>
                  <a:cubicBezTo>
                    <a:pt x="14949" y="35802"/>
                    <a:pt x="14346" y="36450"/>
                    <a:pt x="13707" y="37017"/>
                  </a:cubicBezTo>
                  <a:cubicBezTo>
                    <a:pt x="13059" y="37548"/>
                    <a:pt x="12231" y="38025"/>
                    <a:pt x="11214" y="38448"/>
                  </a:cubicBezTo>
                  <a:cubicBezTo>
                    <a:pt x="10233" y="38898"/>
                    <a:pt x="9207" y="39123"/>
                    <a:pt x="8136" y="39123"/>
                  </a:cubicBezTo>
                  <a:cubicBezTo>
                    <a:pt x="6786" y="39123"/>
                    <a:pt x="5508" y="38925"/>
                    <a:pt x="4302" y="38529"/>
                  </a:cubicBezTo>
                  <a:cubicBezTo>
                    <a:pt x="3123" y="38142"/>
                    <a:pt x="2106" y="37494"/>
                    <a:pt x="1269" y="36594"/>
                  </a:cubicBezTo>
                  <a:cubicBezTo>
                    <a:pt x="423" y="35694"/>
                    <a:pt x="0" y="34623"/>
                    <a:pt x="0" y="33390"/>
                  </a:cubicBezTo>
                  <a:cubicBezTo>
                    <a:pt x="0" y="32013"/>
                    <a:pt x="468" y="30843"/>
                    <a:pt x="1395" y="29889"/>
                  </a:cubicBezTo>
                  <a:cubicBezTo>
                    <a:pt x="2349" y="28908"/>
                    <a:pt x="3474" y="28413"/>
                    <a:pt x="4770" y="28413"/>
                  </a:cubicBezTo>
                  <a:cubicBezTo>
                    <a:pt x="5580" y="28413"/>
                    <a:pt x="6309" y="28656"/>
                    <a:pt x="6957" y="29133"/>
                  </a:cubicBezTo>
                  <a:cubicBezTo>
                    <a:pt x="7632" y="29610"/>
                    <a:pt x="7974" y="30366"/>
                    <a:pt x="7974" y="31410"/>
                  </a:cubicBezTo>
                  <a:cubicBezTo>
                    <a:pt x="7974" y="32562"/>
                    <a:pt x="7578" y="33570"/>
                    <a:pt x="6786" y="34443"/>
                  </a:cubicBezTo>
                  <a:cubicBezTo>
                    <a:pt x="6003" y="35316"/>
                    <a:pt x="5049" y="35865"/>
                    <a:pt x="3924" y="36090"/>
                  </a:cubicBezTo>
                  <a:cubicBezTo>
                    <a:pt x="5076" y="36819"/>
                    <a:pt x="6507" y="37188"/>
                    <a:pt x="8226" y="37188"/>
                  </a:cubicBezTo>
                  <a:cubicBezTo>
                    <a:pt x="10080" y="37188"/>
                    <a:pt x="11736" y="36369"/>
                    <a:pt x="13194" y="34740"/>
                  </a:cubicBezTo>
                  <a:cubicBezTo>
                    <a:pt x="14661" y="33111"/>
                    <a:pt x="15741" y="30933"/>
                    <a:pt x="16443" y="28206"/>
                  </a:cubicBezTo>
                  <a:cubicBezTo>
                    <a:pt x="18189" y="21654"/>
                    <a:pt x="19395" y="16920"/>
                    <a:pt x="20070" y="13995"/>
                  </a:cubicBezTo>
                  <a:cubicBezTo>
                    <a:pt x="20745" y="11043"/>
                    <a:pt x="21078" y="8937"/>
                    <a:pt x="21078" y="7668"/>
                  </a:cubicBezTo>
                  <a:cubicBezTo>
                    <a:pt x="21078" y="6489"/>
                    <a:pt x="20925" y="5499"/>
                    <a:pt x="20619" y="4680"/>
                  </a:cubicBezTo>
                  <a:cubicBezTo>
                    <a:pt x="20304" y="3861"/>
                    <a:pt x="19881" y="3276"/>
                    <a:pt x="19350" y="2907"/>
                  </a:cubicBezTo>
                  <a:cubicBezTo>
                    <a:pt x="18846" y="2511"/>
                    <a:pt x="18351" y="2241"/>
                    <a:pt x="17874" y="2106"/>
                  </a:cubicBezTo>
                  <a:cubicBezTo>
                    <a:pt x="17433" y="1971"/>
                    <a:pt x="16956" y="1899"/>
                    <a:pt x="16443" y="1899"/>
                  </a:cubicBezTo>
                  <a:cubicBezTo>
                    <a:pt x="15606" y="1899"/>
                    <a:pt x="14706" y="2070"/>
                    <a:pt x="13743" y="2403"/>
                  </a:cubicBezTo>
                  <a:cubicBezTo>
                    <a:pt x="12816" y="2736"/>
                    <a:pt x="11790" y="3303"/>
                    <a:pt x="10665" y="4086"/>
                  </a:cubicBezTo>
                  <a:cubicBezTo>
                    <a:pt x="9576" y="4851"/>
                    <a:pt x="8505" y="6012"/>
                    <a:pt x="7461" y="7587"/>
                  </a:cubicBezTo>
                  <a:cubicBezTo>
                    <a:pt x="6426" y="9162"/>
                    <a:pt x="5553" y="11025"/>
                    <a:pt x="4851" y="13194"/>
                  </a:cubicBezTo>
                  <a:cubicBezTo>
                    <a:pt x="4716" y="13842"/>
                    <a:pt x="4329" y="14166"/>
                    <a:pt x="3708" y="14166"/>
                  </a:cubicBezTo>
                  <a:cubicBezTo>
                    <a:pt x="3033" y="14139"/>
                    <a:pt x="2700" y="13842"/>
                    <a:pt x="2700" y="13275"/>
                  </a:cubicBezTo>
                  <a:cubicBezTo>
                    <a:pt x="2700" y="12798"/>
                    <a:pt x="2880" y="12069"/>
                    <a:pt x="3249" y="11088"/>
                  </a:cubicBezTo>
                  <a:cubicBezTo>
                    <a:pt x="3645" y="10071"/>
                    <a:pt x="4239" y="8937"/>
                    <a:pt x="5022" y="7668"/>
                  </a:cubicBezTo>
                  <a:cubicBezTo>
                    <a:pt x="5841" y="6408"/>
                    <a:pt x="6768" y="5211"/>
                    <a:pt x="7803" y="4086"/>
                  </a:cubicBezTo>
                  <a:cubicBezTo>
                    <a:pt x="8874" y="2934"/>
                    <a:pt x="10179" y="1962"/>
                    <a:pt x="11727" y="1179"/>
                  </a:cubicBezTo>
                  <a:cubicBezTo>
                    <a:pt x="13302" y="396"/>
                    <a:pt x="14931" y="0"/>
                    <a:pt x="16614" y="0"/>
                  </a:cubicBezTo>
                  <a:cubicBezTo>
                    <a:pt x="17370" y="0"/>
                    <a:pt x="18117" y="81"/>
                    <a:pt x="18846" y="252"/>
                  </a:cubicBezTo>
                  <a:cubicBezTo>
                    <a:pt x="19611" y="387"/>
                    <a:pt x="20439" y="675"/>
                    <a:pt x="21339" y="1098"/>
                  </a:cubicBezTo>
                  <a:cubicBezTo>
                    <a:pt x="22266" y="1521"/>
                    <a:pt x="23130" y="2187"/>
                    <a:pt x="23949" y="3114"/>
                  </a:cubicBezTo>
                  <a:cubicBezTo>
                    <a:pt x="24768" y="4041"/>
                    <a:pt x="25425" y="5184"/>
                    <a:pt x="25929" y="6534"/>
                  </a:cubicBezTo>
                  <a:cubicBezTo>
                    <a:pt x="26262" y="5886"/>
                    <a:pt x="26658" y="5256"/>
                    <a:pt x="27108" y="4635"/>
                  </a:cubicBezTo>
                  <a:cubicBezTo>
                    <a:pt x="27585" y="4014"/>
                    <a:pt x="28197" y="3330"/>
                    <a:pt x="28926" y="2574"/>
                  </a:cubicBezTo>
                  <a:cubicBezTo>
                    <a:pt x="29682" y="1782"/>
                    <a:pt x="30582" y="1161"/>
                    <a:pt x="31626" y="711"/>
                  </a:cubicBezTo>
                  <a:cubicBezTo>
                    <a:pt x="32697" y="234"/>
                    <a:pt x="33813" y="0"/>
                    <a:pt x="34992" y="0"/>
                  </a:cubicBezTo>
                  <a:cubicBezTo>
                    <a:pt x="36144" y="0"/>
                    <a:pt x="37287" y="153"/>
                    <a:pt x="38412" y="459"/>
                  </a:cubicBezTo>
                  <a:cubicBezTo>
                    <a:pt x="39537" y="738"/>
                    <a:pt x="40572" y="1350"/>
                    <a:pt x="41526" y="2277"/>
                  </a:cubicBezTo>
                  <a:cubicBezTo>
                    <a:pt x="42507" y="3177"/>
                    <a:pt x="43002" y="4311"/>
                    <a:pt x="43002" y="5688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6" name="Freeform 285">
              <a:extLst>
                <a:ext uri="{FF2B5EF4-FFF2-40B4-BE49-F238E27FC236}">
                  <a16:creationId xmlns:a16="http://schemas.microsoft.com/office/drawing/2014/main" id="{C0FFE1E5-7FEB-BD5E-9D52-F87A624D5459}"/>
                </a:ext>
              </a:extLst>
            </p:cNvPr>
            <p:cNvSpPr/>
            <p:nvPr/>
          </p:nvSpPr>
          <p:spPr>
            <a:xfrm>
              <a:off x="679371" y="4584409"/>
              <a:ext cx="1796888" cy="900"/>
            </a:xfrm>
            <a:custGeom>
              <a:avLst/>
              <a:gdLst>
                <a:gd name="connsiteX0" fmla="*/ 0 w 1796888"/>
                <a:gd name="connsiteY0" fmla="*/ 0 h 900"/>
                <a:gd name="connsiteX1" fmla="*/ 1796889 w 179688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96888" h="900">
                  <a:moveTo>
                    <a:pt x="0" y="0"/>
                  </a:moveTo>
                  <a:lnTo>
                    <a:pt x="1796889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62F35F0F-8071-6BE7-86B2-A9727B769250}"/>
                </a:ext>
              </a:extLst>
            </p:cNvPr>
            <p:cNvSpPr/>
            <p:nvPr/>
          </p:nvSpPr>
          <p:spPr>
            <a:xfrm>
              <a:off x="679371" y="4415182"/>
              <a:ext cx="1796888" cy="900"/>
            </a:xfrm>
            <a:custGeom>
              <a:avLst/>
              <a:gdLst>
                <a:gd name="connsiteX0" fmla="*/ 0 w 1796888"/>
                <a:gd name="connsiteY0" fmla="*/ 0 h 900"/>
                <a:gd name="connsiteX1" fmla="*/ 1796889 w 179688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96888" h="900">
                  <a:moveTo>
                    <a:pt x="0" y="0"/>
                  </a:moveTo>
                  <a:lnTo>
                    <a:pt x="1796889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407C3BBC-B875-F5BC-5B34-4CFB247355AC}"/>
                </a:ext>
              </a:extLst>
            </p:cNvPr>
            <p:cNvSpPr/>
            <p:nvPr/>
          </p:nvSpPr>
          <p:spPr>
            <a:xfrm>
              <a:off x="679371" y="4245954"/>
              <a:ext cx="1796888" cy="900"/>
            </a:xfrm>
            <a:custGeom>
              <a:avLst/>
              <a:gdLst>
                <a:gd name="connsiteX0" fmla="*/ 0 w 1796888"/>
                <a:gd name="connsiteY0" fmla="*/ 0 h 900"/>
                <a:gd name="connsiteX1" fmla="*/ 1796889 w 179688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96888" h="900">
                  <a:moveTo>
                    <a:pt x="0" y="0"/>
                  </a:moveTo>
                  <a:lnTo>
                    <a:pt x="1796889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9" name="Freeform 288">
              <a:extLst>
                <a:ext uri="{FF2B5EF4-FFF2-40B4-BE49-F238E27FC236}">
                  <a16:creationId xmlns:a16="http://schemas.microsoft.com/office/drawing/2014/main" id="{4F588CB2-81E9-5D2D-F90F-FCE3007A829A}"/>
                </a:ext>
              </a:extLst>
            </p:cNvPr>
            <p:cNvSpPr/>
            <p:nvPr/>
          </p:nvSpPr>
          <p:spPr>
            <a:xfrm>
              <a:off x="679371" y="4076727"/>
              <a:ext cx="1796888" cy="900"/>
            </a:xfrm>
            <a:custGeom>
              <a:avLst/>
              <a:gdLst>
                <a:gd name="connsiteX0" fmla="*/ 0 w 1796888"/>
                <a:gd name="connsiteY0" fmla="*/ 0 h 900"/>
                <a:gd name="connsiteX1" fmla="*/ 1796889 w 179688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96888" h="900">
                  <a:moveTo>
                    <a:pt x="0" y="0"/>
                  </a:moveTo>
                  <a:lnTo>
                    <a:pt x="1796889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E3E2FD8C-1C35-9534-5F42-C2C7AEC6C21A}"/>
                </a:ext>
              </a:extLst>
            </p:cNvPr>
            <p:cNvSpPr/>
            <p:nvPr/>
          </p:nvSpPr>
          <p:spPr>
            <a:xfrm>
              <a:off x="679371" y="3907501"/>
              <a:ext cx="1796888" cy="900"/>
            </a:xfrm>
            <a:custGeom>
              <a:avLst/>
              <a:gdLst>
                <a:gd name="connsiteX0" fmla="*/ 0 w 1796888"/>
                <a:gd name="connsiteY0" fmla="*/ 0 h 900"/>
                <a:gd name="connsiteX1" fmla="*/ 1796889 w 179688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96888" h="900">
                  <a:moveTo>
                    <a:pt x="0" y="0"/>
                  </a:moveTo>
                  <a:lnTo>
                    <a:pt x="1796889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29EB2528-31A4-C523-0328-AB082CC855B9}"/>
                </a:ext>
              </a:extLst>
            </p:cNvPr>
            <p:cNvSpPr/>
            <p:nvPr/>
          </p:nvSpPr>
          <p:spPr>
            <a:xfrm>
              <a:off x="679371" y="3738274"/>
              <a:ext cx="1796888" cy="900"/>
            </a:xfrm>
            <a:custGeom>
              <a:avLst/>
              <a:gdLst>
                <a:gd name="connsiteX0" fmla="*/ 0 w 1796888"/>
                <a:gd name="connsiteY0" fmla="*/ 0 h 900"/>
                <a:gd name="connsiteX1" fmla="*/ 1796889 w 179688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96888" h="900">
                  <a:moveTo>
                    <a:pt x="0" y="0"/>
                  </a:moveTo>
                  <a:lnTo>
                    <a:pt x="1796889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2" name="Freeform 291">
              <a:extLst>
                <a:ext uri="{FF2B5EF4-FFF2-40B4-BE49-F238E27FC236}">
                  <a16:creationId xmlns:a16="http://schemas.microsoft.com/office/drawing/2014/main" id="{6AAACFB6-5EC4-3274-6E42-2B219458A494}"/>
                </a:ext>
              </a:extLst>
            </p:cNvPr>
            <p:cNvSpPr/>
            <p:nvPr/>
          </p:nvSpPr>
          <p:spPr>
            <a:xfrm>
              <a:off x="679371" y="3569048"/>
              <a:ext cx="1796888" cy="900"/>
            </a:xfrm>
            <a:custGeom>
              <a:avLst/>
              <a:gdLst>
                <a:gd name="connsiteX0" fmla="*/ 0 w 1796888"/>
                <a:gd name="connsiteY0" fmla="*/ 0 h 900"/>
                <a:gd name="connsiteX1" fmla="*/ 1796889 w 179688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96888" h="900">
                  <a:moveTo>
                    <a:pt x="0" y="0"/>
                  </a:moveTo>
                  <a:lnTo>
                    <a:pt x="1796889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558A6465-490D-C4A3-1A27-FB75BBEDD750}"/>
                </a:ext>
              </a:extLst>
            </p:cNvPr>
            <p:cNvSpPr/>
            <p:nvPr/>
          </p:nvSpPr>
          <p:spPr>
            <a:xfrm>
              <a:off x="679371" y="3535624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5BA23330-983C-2269-686D-5C70C0F6C20C}"/>
                </a:ext>
              </a:extLst>
            </p:cNvPr>
            <p:cNvSpPr/>
            <p:nvPr/>
          </p:nvSpPr>
          <p:spPr>
            <a:xfrm>
              <a:off x="679371" y="4584409"/>
              <a:ext cx="17007" cy="900"/>
            </a:xfrm>
            <a:custGeom>
              <a:avLst/>
              <a:gdLst>
                <a:gd name="connsiteX0" fmla="*/ 0 w 17007"/>
                <a:gd name="connsiteY0" fmla="*/ 0 h 900"/>
                <a:gd name="connsiteX1" fmla="*/ 17007 w 17007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7" h="900">
                  <a:moveTo>
                    <a:pt x="0" y="0"/>
                  </a:moveTo>
                  <a:lnTo>
                    <a:pt x="17007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5" name="Freeform 294">
              <a:extLst>
                <a:ext uri="{FF2B5EF4-FFF2-40B4-BE49-F238E27FC236}">
                  <a16:creationId xmlns:a16="http://schemas.microsoft.com/office/drawing/2014/main" id="{620FCB53-D148-D07D-6A3C-C6E4FFD615EC}"/>
                </a:ext>
              </a:extLst>
            </p:cNvPr>
            <p:cNvSpPr/>
            <p:nvPr/>
          </p:nvSpPr>
          <p:spPr>
            <a:xfrm>
              <a:off x="679371" y="4415182"/>
              <a:ext cx="17007" cy="900"/>
            </a:xfrm>
            <a:custGeom>
              <a:avLst/>
              <a:gdLst>
                <a:gd name="connsiteX0" fmla="*/ 0 w 17007"/>
                <a:gd name="connsiteY0" fmla="*/ 0 h 900"/>
                <a:gd name="connsiteX1" fmla="*/ 17007 w 17007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7" h="900">
                  <a:moveTo>
                    <a:pt x="0" y="0"/>
                  </a:moveTo>
                  <a:lnTo>
                    <a:pt x="17007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1A4C2BA3-6BF3-1486-A783-7B74D0447218}"/>
                </a:ext>
              </a:extLst>
            </p:cNvPr>
            <p:cNvSpPr/>
            <p:nvPr/>
          </p:nvSpPr>
          <p:spPr>
            <a:xfrm>
              <a:off x="679371" y="4245954"/>
              <a:ext cx="17007" cy="900"/>
            </a:xfrm>
            <a:custGeom>
              <a:avLst/>
              <a:gdLst>
                <a:gd name="connsiteX0" fmla="*/ 0 w 17007"/>
                <a:gd name="connsiteY0" fmla="*/ 0 h 900"/>
                <a:gd name="connsiteX1" fmla="*/ 17007 w 17007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7" h="900">
                  <a:moveTo>
                    <a:pt x="0" y="0"/>
                  </a:moveTo>
                  <a:lnTo>
                    <a:pt x="17007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8E1C1A5F-C5D3-56C2-FEF0-D4BACCA19927}"/>
                </a:ext>
              </a:extLst>
            </p:cNvPr>
            <p:cNvSpPr/>
            <p:nvPr/>
          </p:nvSpPr>
          <p:spPr>
            <a:xfrm>
              <a:off x="679371" y="4076727"/>
              <a:ext cx="17007" cy="900"/>
            </a:xfrm>
            <a:custGeom>
              <a:avLst/>
              <a:gdLst>
                <a:gd name="connsiteX0" fmla="*/ 0 w 17007"/>
                <a:gd name="connsiteY0" fmla="*/ 0 h 900"/>
                <a:gd name="connsiteX1" fmla="*/ 17007 w 17007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7" h="900">
                  <a:moveTo>
                    <a:pt x="0" y="0"/>
                  </a:moveTo>
                  <a:lnTo>
                    <a:pt x="17007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CF19FEEB-48DC-BD8E-9D5A-A85EAC5FCB79}"/>
                </a:ext>
              </a:extLst>
            </p:cNvPr>
            <p:cNvSpPr/>
            <p:nvPr/>
          </p:nvSpPr>
          <p:spPr>
            <a:xfrm>
              <a:off x="679371" y="3907501"/>
              <a:ext cx="17007" cy="900"/>
            </a:xfrm>
            <a:custGeom>
              <a:avLst/>
              <a:gdLst>
                <a:gd name="connsiteX0" fmla="*/ 0 w 17007"/>
                <a:gd name="connsiteY0" fmla="*/ 0 h 900"/>
                <a:gd name="connsiteX1" fmla="*/ 17007 w 17007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7" h="900">
                  <a:moveTo>
                    <a:pt x="0" y="0"/>
                  </a:moveTo>
                  <a:lnTo>
                    <a:pt x="17007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20505867-A69B-D621-5494-5D80ACE43C0E}"/>
                </a:ext>
              </a:extLst>
            </p:cNvPr>
            <p:cNvSpPr/>
            <p:nvPr/>
          </p:nvSpPr>
          <p:spPr>
            <a:xfrm>
              <a:off x="679371" y="3738274"/>
              <a:ext cx="17007" cy="900"/>
            </a:xfrm>
            <a:custGeom>
              <a:avLst/>
              <a:gdLst>
                <a:gd name="connsiteX0" fmla="*/ 0 w 17007"/>
                <a:gd name="connsiteY0" fmla="*/ 0 h 900"/>
                <a:gd name="connsiteX1" fmla="*/ 17007 w 17007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7" h="900">
                  <a:moveTo>
                    <a:pt x="0" y="0"/>
                  </a:moveTo>
                  <a:lnTo>
                    <a:pt x="17007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D27E7653-CEF5-1C38-E3B7-29AD5C40CD95}"/>
                </a:ext>
              </a:extLst>
            </p:cNvPr>
            <p:cNvSpPr/>
            <p:nvPr/>
          </p:nvSpPr>
          <p:spPr>
            <a:xfrm>
              <a:off x="679371" y="3569048"/>
              <a:ext cx="17007" cy="900"/>
            </a:xfrm>
            <a:custGeom>
              <a:avLst/>
              <a:gdLst>
                <a:gd name="connsiteX0" fmla="*/ 0 w 17007"/>
                <a:gd name="connsiteY0" fmla="*/ 0 h 900"/>
                <a:gd name="connsiteX1" fmla="*/ 17007 w 17007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7" h="900">
                  <a:moveTo>
                    <a:pt x="0" y="0"/>
                  </a:moveTo>
                  <a:lnTo>
                    <a:pt x="17007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58D3F79D-8E9A-B224-9981-BCA95D7C35F2}"/>
                </a:ext>
              </a:extLst>
            </p:cNvPr>
            <p:cNvSpPr/>
            <p:nvPr/>
          </p:nvSpPr>
          <p:spPr>
            <a:xfrm>
              <a:off x="481050" y="4585119"/>
              <a:ext cx="46739" cy="6192"/>
            </a:xfrm>
            <a:custGeom>
              <a:avLst/>
              <a:gdLst>
                <a:gd name="connsiteX0" fmla="*/ 0 w 46739"/>
                <a:gd name="connsiteY0" fmla="*/ 0 h 6192"/>
                <a:gd name="connsiteX1" fmla="*/ 46740 w 46739"/>
                <a:gd name="connsiteY1" fmla="*/ 0 h 6192"/>
                <a:gd name="connsiteX2" fmla="*/ 46740 w 46739"/>
                <a:gd name="connsiteY2" fmla="*/ 6192 h 6192"/>
                <a:gd name="connsiteX3" fmla="*/ 0 w 46739"/>
                <a:gd name="connsiteY3" fmla="*/ 6192 h 6192"/>
                <a:gd name="connsiteX4" fmla="*/ 0 w 46739"/>
                <a:gd name="connsiteY4" fmla="*/ 0 h 6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739" h="6192">
                  <a:moveTo>
                    <a:pt x="0" y="0"/>
                  </a:moveTo>
                  <a:lnTo>
                    <a:pt x="46740" y="0"/>
                  </a:lnTo>
                  <a:lnTo>
                    <a:pt x="46740" y="6192"/>
                  </a:lnTo>
                  <a:lnTo>
                    <a:pt x="0" y="61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3BA6BE69-09E8-F80F-3B42-C155AD8F395D}"/>
                </a:ext>
              </a:extLst>
            </p:cNvPr>
            <p:cNvSpPr/>
            <p:nvPr/>
          </p:nvSpPr>
          <p:spPr>
            <a:xfrm>
              <a:off x="540622" y="4556202"/>
              <a:ext cx="37624" cy="56475"/>
            </a:xfrm>
            <a:custGeom>
              <a:avLst/>
              <a:gdLst>
                <a:gd name="connsiteX0" fmla="*/ 18813 w 37624"/>
                <a:gd name="connsiteY0" fmla="*/ 5841 h 56475"/>
                <a:gd name="connsiteX1" fmla="*/ 10245 w 37624"/>
                <a:gd name="connsiteY1" fmla="*/ 11448 h 56475"/>
                <a:gd name="connsiteX2" fmla="*/ 7401 w 37624"/>
                <a:gd name="connsiteY2" fmla="*/ 28260 h 56475"/>
                <a:gd name="connsiteX3" fmla="*/ 10245 w 37624"/>
                <a:gd name="connsiteY3" fmla="*/ 45063 h 56475"/>
                <a:gd name="connsiteX4" fmla="*/ 18813 w 37624"/>
                <a:gd name="connsiteY4" fmla="*/ 50643 h 56475"/>
                <a:gd name="connsiteX5" fmla="*/ 27380 w 37624"/>
                <a:gd name="connsiteY5" fmla="*/ 45063 h 56475"/>
                <a:gd name="connsiteX6" fmla="*/ 30260 w 37624"/>
                <a:gd name="connsiteY6" fmla="*/ 28260 h 56475"/>
                <a:gd name="connsiteX7" fmla="*/ 27380 w 37624"/>
                <a:gd name="connsiteY7" fmla="*/ 11448 h 56475"/>
                <a:gd name="connsiteX8" fmla="*/ 18813 w 37624"/>
                <a:gd name="connsiteY8" fmla="*/ 5841 h 56475"/>
                <a:gd name="connsiteX9" fmla="*/ 18813 w 37624"/>
                <a:gd name="connsiteY9" fmla="*/ 0 h 56475"/>
                <a:gd name="connsiteX10" fmla="*/ 32776 w 37624"/>
                <a:gd name="connsiteY10" fmla="*/ 7254 h 56475"/>
                <a:gd name="connsiteX11" fmla="*/ 37624 w 37624"/>
                <a:gd name="connsiteY11" fmla="*/ 28260 h 56475"/>
                <a:gd name="connsiteX12" fmla="*/ 32776 w 37624"/>
                <a:gd name="connsiteY12" fmla="*/ 49257 h 56475"/>
                <a:gd name="connsiteX13" fmla="*/ 18813 w 37624"/>
                <a:gd name="connsiteY13" fmla="*/ 56475 h 56475"/>
                <a:gd name="connsiteX14" fmla="*/ 4812 w 37624"/>
                <a:gd name="connsiteY14" fmla="*/ 49257 h 56475"/>
                <a:gd name="connsiteX15" fmla="*/ 0 w 37624"/>
                <a:gd name="connsiteY15" fmla="*/ 28260 h 56475"/>
                <a:gd name="connsiteX16" fmla="*/ 4812 w 37624"/>
                <a:gd name="connsiteY16" fmla="*/ 7254 h 56475"/>
                <a:gd name="connsiteX17" fmla="*/ 18813 w 37624"/>
                <a:gd name="connsiteY17" fmla="*/ 0 h 56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75">
                  <a:moveTo>
                    <a:pt x="18813" y="5841"/>
                  </a:moveTo>
                  <a:cubicBezTo>
                    <a:pt x="15021" y="5841"/>
                    <a:pt x="12164" y="7713"/>
                    <a:pt x="10245" y="11448"/>
                  </a:cubicBezTo>
                  <a:cubicBezTo>
                    <a:pt x="8348" y="15165"/>
                    <a:pt x="7401" y="20772"/>
                    <a:pt x="7401" y="28260"/>
                  </a:cubicBezTo>
                  <a:cubicBezTo>
                    <a:pt x="7401" y="35721"/>
                    <a:pt x="8348" y="41319"/>
                    <a:pt x="10245" y="45063"/>
                  </a:cubicBezTo>
                  <a:cubicBezTo>
                    <a:pt x="12164" y="48780"/>
                    <a:pt x="15021" y="50643"/>
                    <a:pt x="18813" y="50643"/>
                  </a:cubicBezTo>
                  <a:cubicBezTo>
                    <a:pt x="22629" y="50643"/>
                    <a:pt x="25484" y="48780"/>
                    <a:pt x="27380" y="45063"/>
                  </a:cubicBezTo>
                  <a:cubicBezTo>
                    <a:pt x="29299" y="41319"/>
                    <a:pt x="30260" y="35721"/>
                    <a:pt x="30260" y="28260"/>
                  </a:cubicBezTo>
                  <a:cubicBezTo>
                    <a:pt x="30260" y="20772"/>
                    <a:pt x="29299" y="15165"/>
                    <a:pt x="27380" y="11448"/>
                  </a:cubicBezTo>
                  <a:cubicBezTo>
                    <a:pt x="25484" y="7713"/>
                    <a:pt x="22629" y="5841"/>
                    <a:pt x="18813" y="5841"/>
                  </a:cubicBezTo>
                  <a:moveTo>
                    <a:pt x="18813" y="0"/>
                  </a:moveTo>
                  <a:cubicBezTo>
                    <a:pt x="24913" y="0"/>
                    <a:pt x="29568" y="2421"/>
                    <a:pt x="32776" y="7254"/>
                  </a:cubicBezTo>
                  <a:cubicBezTo>
                    <a:pt x="36008" y="12069"/>
                    <a:pt x="37624" y="19071"/>
                    <a:pt x="37624" y="28260"/>
                  </a:cubicBezTo>
                  <a:cubicBezTo>
                    <a:pt x="37624" y="37422"/>
                    <a:pt x="36008" y="44424"/>
                    <a:pt x="32776" y="49257"/>
                  </a:cubicBezTo>
                  <a:cubicBezTo>
                    <a:pt x="29568" y="54072"/>
                    <a:pt x="24913" y="56475"/>
                    <a:pt x="18813" y="56475"/>
                  </a:cubicBezTo>
                  <a:cubicBezTo>
                    <a:pt x="12712" y="56475"/>
                    <a:pt x="8045" y="54072"/>
                    <a:pt x="4812" y="49257"/>
                  </a:cubicBezTo>
                  <a:cubicBezTo>
                    <a:pt x="1604" y="44424"/>
                    <a:pt x="0" y="37422"/>
                    <a:pt x="0" y="28260"/>
                  </a:cubicBezTo>
                  <a:cubicBezTo>
                    <a:pt x="0" y="19071"/>
                    <a:pt x="1604" y="12069"/>
                    <a:pt x="4812" y="7254"/>
                  </a:cubicBezTo>
                  <a:cubicBezTo>
                    <a:pt x="8045" y="2421"/>
                    <a:pt x="12712" y="0"/>
                    <a:pt x="18813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FBB3E06D-CC07-9AE8-80A3-8211E45657BE}"/>
                </a:ext>
              </a:extLst>
            </p:cNvPr>
            <p:cNvSpPr/>
            <p:nvPr/>
          </p:nvSpPr>
          <p:spPr>
            <a:xfrm>
              <a:off x="591190" y="4602364"/>
              <a:ext cx="7692" cy="9261"/>
            </a:xfrm>
            <a:custGeom>
              <a:avLst/>
              <a:gdLst>
                <a:gd name="connsiteX0" fmla="*/ 0 w 7692"/>
                <a:gd name="connsiteY0" fmla="*/ 0 h 9261"/>
                <a:gd name="connsiteX1" fmla="*/ 7692 w 7692"/>
                <a:gd name="connsiteY1" fmla="*/ 0 h 9261"/>
                <a:gd name="connsiteX2" fmla="*/ 7692 w 7692"/>
                <a:gd name="connsiteY2" fmla="*/ 9261 h 9261"/>
                <a:gd name="connsiteX3" fmla="*/ 0 w 7692"/>
                <a:gd name="connsiteY3" fmla="*/ 9261 h 9261"/>
                <a:gd name="connsiteX4" fmla="*/ 0 w 7692"/>
                <a:gd name="connsiteY4" fmla="*/ 0 h 9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2" h="9261">
                  <a:moveTo>
                    <a:pt x="0" y="0"/>
                  </a:moveTo>
                  <a:lnTo>
                    <a:pt x="7692" y="0"/>
                  </a:lnTo>
                  <a:lnTo>
                    <a:pt x="7692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4" name="Freeform 303">
              <a:extLst>
                <a:ext uri="{FF2B5EF4-FFF2-40B4-BE49-F238E27FC236}">
                  <a16:creationId xmlns:a16="http://schemas.microsoft.com/office/drawing/2014/main" id="{8E5BF8F1-FC92-2A4C-A651-289C5367BD58}"/>
                </a:ext>
              </a:extLst>
            </p:cNvPr>
            <p:cNvSpPr/>
            <p:nvPr/>
          </p:nvSpPr>
          <p:spPr>
            <a:xfrm>
              <a:off x="612408" y="4556202"/>
              <a:ext cx="34562" cy="55422"/>
            </a:xfrm>
            <a:custGeom>
              <a:avLst/>
              <a:gdLst>
                <a:gd name="connsiteX0" fmla="*/ 8860 w 34562"/>
                <a:gd name="connsiteY0" fmla="*/ 49221 h 55422"/>
                <a:gd name="connsiteX1" fmla="*/ 34563 w 34562"/>
                <a:gd name="connsiteY1" fmla="*/ 49221 h 55422"/>
                <a:gd name="connsiteX2" fmla="*/ 34563 w 34562"/>
                <a:gd name="connsiteY2" fmla="*/ 55422 h 55422"/>
                <a:gd name="connsiteX3" fmla="*/ 0 w 34562"/>
                <a:gd name="connsiteY3" fmla="*/ 55422 h 55422"/>
                <a:gd name="connsiteX4" fmla="*/ 0 w 34562"/>
                <a:gd name="connsiteY4" fmla="*/ 49221 h 55422"/>
                <a:gd name="connsiteX5" fmla="*/ 11412 w 34562"/>
                <a:gd name="connsiteY5" fmla="*/ 37593 h 55422"/>
                <a:gd name="connsiteX6" fmla="*/ 20526 w 34562"/>
                <a:gd name="connsiteY6" fmla="*/ 28152 h 55422"/>
                <a:gd name="connsiteX7" fmla="*/ 25448 w 34562"/>
                <a:gd name="connsiteY7" fmla="*/ 21438 h 55422"/>
                <a:gd name="connsiteX8" fmla="*/ 26870 w 34562"/>
                <a:gd name="connsiteY8" fmla="*/ 16011 h 55422"/>
                <a:gd name="connsiteX9" fmla="*/ 23808 w 34562"/>
                <a:gd name="connsiteY9" fmla="*/ 8937 h 55422"/>
                <a:gd name="connsiteX10" fmla="*/ 15896 w 34562"/>
                <a:gd name="connsiteY10" fmla="*/ 6201 h 55422"/>
                <a:gd name="connsiteX11" fmla="*/ 8568 w 34562"/>
                <a:gd name="connsiteY11" fmla="*/ 7407 h 55422"/>
                <a:gd name="connsiteX12" fmla="*/ 364 w 34562"/>
                <a:gd name="connsiteY12" fmla="*/ 11052 h 55422"/>
                <a:gd name="connsiteX13" fmla="*/ 364 w 34562"/>
                <a:gd name="connsiteY13" fmla="*/ 3609 h 55422"/>
                <a:gd name="connsiteX14" fmla="*/ 8677 w 34562"/>
                <a:gd name="connsiteY14" fmla="*/ 918 h 55422"/>
                <a:gd name="connsiteX15" fmla="*/ 15750 w 34562"/>
                <a:gd name="connsiteY15" fmla="*/ 0 h 55422"/>
                <a:gd name="connsiteX16" fmla="*/ 29239 w 34562"/>
                <a:gd name="connsiteY16" fmla="*/ 4230 h 55422"/>
                <a:gd name="connsiteX17" fmla="*/ 34271 w 34562"/>
                <a:gd name="connsiteY17" fmla="*/ 15534 h 55422"/>
                <a:gd name="connsiteX18" fmla="*/ 32995 w 34562"/>
                <a:gd name="connsiteY18" fmla="*/ 21915 h 55422"/>
                <a:gd name="connsiteX19" fmla="*/ 28437 w 34562"/>
                <a:gd name="connsiteY19" fmla="*/ 28989 h 55422"/>
                <a:gd name="connsiteX20" fmla="*/ 22640 w 34562"/>
                <a:gd name="connsiteY20" fmla="*/ 35109 h 55422"/>
                <a:gd name="connsiteX21" fmla="*/ 8860 w 34562"/>
                <a:gd name="connsiteY21" fmla="*/ 49221 h 554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4562" h="55422">
                  <a:moveTo>
                    <a:pt x="8860" y="49221"/>
                  </a:moveTo>
                  <a:lnTo>
                    <a:pt x="34563" y="49221"/>
                  </a:lnTo>
                  <a:lnTo>
                    <a:pt x="34563" y="55422"/>
                  </a:lnTo>
                  <a:lnTo>
                    <a:pt x="0" y="55422"/>
                  </a:lnTo>
                  <a:lnTo>
                    <a:pt x="0" y="49221"/>
                  </a:lnTo>
                  <a:cubicBezTo>
                    <a:pt x="2795" y="46332"/>
                    <a:pt x="6600" y="42453"/>
                    <a:pt x="11412" y="37593"/>
                  </a:cubicBezTo>
                  <a:cubicBezTo>
                    <a:pt x="16249" y="32706"/>
                    <a:pt x="19287" y="29565"/>
                    <a:pt x="20526" y="28152"/>
                  </a:cubicBezTo>
                  <a:cubicBezTo>
                    <a:pt x="22883" y="25497"/>
                    <a:pt x="24524" y="23265"/>
                    <a:pt x="25448" y="21438"/>
                  </a:cubicBezTo>
                  <a:cubicBezTo>
                    <a:pt x="26396" y="19593"/>
                    <a:pt x="26870" y="17784"/>
                    <a:pt x="26870" y="16011"/>
                  </a:cubicBezTo>
                  <a:cubicBezTo>
                    <a:pt x="26870" y="13122"/>
                    <a:pt x="25849" y="10764"/>
                    <a:pt x="23808" y="8937"/>
                  </a:cubicBezTo>
                  <a:cubicBezTo>
                    <a:pt x="21790" y="7110"/>
                    <a:pt x="19153" y="6201"/>
                    <a:pt x="15896" y="6201"/>
                  </a:cubicBezTo>
                  <a:cubicBezTo>
                    <a:pt x="13587" y="6201"/>
                    <a:pt x="11145" y="6606"/>
                    <a:pt x="8568" y="7407"/>
                  </a:cubicBezTo>
                  <a:cubicBezTo>
                    <a:pt x="6016" y="8208"/>
                    <a:pt x="3281" y="9423"/>
                    <a:pt x="364" y="11052"/>
                  </a:cubicBezTo>
                  <a:lnTo>
                    <a:pt x="364" y="3609"/>
                  </a:lnTo>
                  <a:cubicBezTo>
                    <a:pt x="3330" y="2421"/>
                    <a:pt x="6100" y="1521"/>
                    <a:pt x="8677" y="918"/>
                  </a:cubicBezTo>
                  <a:cubicBezTo>
                    <a:pt x="11254" y="306"/>
                    <a:pt x="13611" y="0"/>
                    <a:pt x="15750" y="0"/>
                  </a:cubicBezTo>
                  <a:cubicBezTo>
                    <a:pt x="21389" y="0"/>
                    <a:pt x="25885" y="1413"/>
                    <a:pt x="29239" y="4230"/>
                  </a:cubicBezTo>
                  <a:cubicBezTo>
                    <a:pt x="32593" y="7047"/>
                    <a:pt x="34271" y="10818"/>
                    <a:pt x="34271" y="15534"/>
                  </a:cubicBezTo>
                  <a:cubicBezTo>
                    <a:pt x="34271" y="17775"/>
                    <a:pt x="33845" y="19899"/>
                    <a:pt x="32995" y="21915"/>
                  </a:cubicBezTo>
                  <a:cubicBezTo>
                    <a:pt x="32169" y="23904"/>
                    <a:pt x="30649" y="26262"/>
                    <a:pt x="28437" y="28989"/>
                  </a:cubicBezTo>
                  <a:cubicBezTo>
                    <a:pt x="27830" y="29691"/>
                    <a:pt x="25897" y="31734"/>
                    <a:pt x="22640" y="35109"/>
                  </a:cubicBezTo>
                  <a:cubicBezTo>
                    <a:pt x="19383" y="38466"/>
                    <a:pt x="14790" y="43164"/>
                    <a:pt x="8860" y="49221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67FD032B-8994-BD6A-91B8-F470B6231B61}"/>
                </a:ext>
              </a:extLst>
            </p:cNvPr>
            <p:cNvSpPr/>
            <p:nvPr/>
          </p:nvSpPr>
          <p:spPr>
            <a:xfrm>
              <a:off x="538107" y="4386979"/>
              <a:ext cx="37624" cy="56471"/>
            </a:xfrm>
            <a:custGeom>
              <a:avLst/>
              <a:gdLst>
                <a:gd name="connsiteX0" fmla="*/ 18812 w 37624"/>
                <a:gd name="connsiteY0" fmla="*/ 5834 h 56471"/>
                <a:gd name="connsiteX1" fmla="*/ 10245 w 37624"/>
                <a:gd name="connsiteY1" fmla="*/ 11444 h 56471"/>
                <a:gd name="connsiteX2" fmla="*/ 7401 w 37624"/>
                <a:gd name="connsiteY2" fmla="*/ 28256 h 56471"/>
                <a:gd name="connsiteX3" fmla="*/ 10245 w 37624"/>
                <a:gd name="connsiteY3" fmla="*/ 45059 h 56471"/>
                <a:gd name="connsiteX4" fmla="*/ 18812 w 37624"/>
                <a:gd name="connsiteY4" fmla="*/ 50639 h 56471"/>
                <a:gd name="connsiteX5" fmla="*/ 27380 w 37624"/>
                <a:gd name="connsiteY5" fmla="*/ 45059 h 56471"/>
                <a:gd name="connsiteX6" fmla="*/ 30260 w 37624"/>
                <a:gd name="connsiteY6" fmla="*/ 28256 h 56471"/>
                <a:gd name="connsiteX7" fmla="*/ 27380 w 37624"/>
                <a:gd name="connsiteY7" fmla="*/ 11444 h 56471"/>
                <a:gd name="connsiteX8" fmla="*/ 18812 w 37624"/>
                <a:gd name="connsiteY8" fmla="*/ 5834 h 56471"/>
                <a:gd name="connsiteX9" fmla="*/ 18812 w 37624"/>
                <a:gd name="connsiteY9" fmla="*/ 0 h 56471"/>
                <a:gd name="connsiteX10" fmla="*/ 32775 w 37624"/>
                <a:gd name="connsiteY10" fmla="*/ 7259 h 56471"/>
                <a:gd name="connsiteX11" fmla="*/ 37624 w 37624"/>
                <a:gd name="connsiteY11" fmla="*/ 28256 h 56471"/>
                <a:gd name="connsiteX12" fmla="*/ 32775 w 37624"/>
                <a:gd name="connsiteY12" fmla="*/ 49253 h 56471"/>
                <a:gd name="connsiteX13" fmla="*/ 18812 w 37624"/>
                <a:gd name="connsiteY13" fmla="*/ 56471 h 56471"/>
                <a:gd name="connsiteX14" fmla="*/ 4812 w 37624"/>
                <a:gd name="connsiteY14" fmla="*/ 49253 h 56471"/>
                <a:gd name="connsiteX15" fmla="*/ 0 w 37624"/>
                <a:gd name="connsiteY15" fmla="*/ 28256 h 56471"/>
                <a:gd name="connsiteX16" fmla="*/ 4812 w 37624"/>
                <a:gd name="connsiteY16" fmla="*/ 7259 h 56471"/>
                <a:gd name="connsiteX17" fmla="*/ 18812 w 37624"/>
                <a:gd name="connsiteY17" fmla="*/ 0 h 564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71">
                  <a:moveTo>
                    <a:pt x="18812" y="5834"/>
                  </a:moveTo>
                  <a:cubicBezTo>
                    <a:pt x="15020" y="5834"/>
                    <a:pt x="12164" y="7700"/>
                    <a:pt x="10245" y="11444"/>
                  </a:cubicBezTo>
                  <a:cubicBezTo>
                    <a:pt x="8348" y="15161"/>
                    <a:pt x="7401" y="20768"/>
                    <a:pt x="7401" y="28256"/>
                  </a:cubicBezTo>
                  <a:cubicBezTo>
                    <a:pt x="7401" y="35717"/>
                    <a:pt x="8348" y="41324"/>
                    <a:pt x="10245" y="45059"/>
                  </a:cubicBezTo>
                  <a:cubicBezTo>
                    <a:pt x="12164" y="48776"/>
                    <a:pt x="15020" y="50639"/>
                    <a:pt x="18812" y="50639"/>
                  </a:cubicBezTo>
                  <a:cubicBezTo>
                    <a:pt x="22628" y="50639"/>
                    <a:pt x="25484" y="48776"/>
                    <a:pt x="27380" y="45059"/>
                  </a:cubicBezTo>
                  <a:cubicBezTo>
                    <a:pt x="29299" y="41324"/>
                    <a:pt x="30260" y="35717"/>
                    <a:pt x="30260" y="28256"/>
                  </a:cubicBezTo>
                  <a:cubicBezTo>
                    <a:pt x="30260" y="20768"/>
                    <a:pt x="29299" y="15161"/>
                    <a:pt x="27380" y="11444"/>
                  </a:cubicBezTo>
                  <a:cubicBezTo>
                    <a:pt x="25484" y="7700"/>
                    <a:pt x="22628" y="5834"/>
                    <a:pt x="18812" y="5834"/>
                  </a:cubicBezTo>
                  <a:moveTo>
                    <a:pt x="18812" y="0"/>
                  </a:moveTo>
                  <a:cubicBezTo>
                    <a:pt x="24913" y="0"/>
                    <a:pt x="29567" y="2420"/>
                    <a:pt x="32775" y="7259"/>
                  </a:cubicBezTo>
                  <a:cubicBezTo>
                    <a:pt x="36008" y="12074"/>
                    <a:pt x="37624" y="19067"/>
                    <a:pt x="37624" y="28256"/>
                  </a:cubicBezTo>
                  <a:cubicBezTo>
                    <a:pt x="37624" y="37418"/>
                    <a:pt x="36008" y="44420"/>
                    <a:pt x="32775" y="49253"/>
                  </a:cubicBezTo>
                  <a:cubicBezTo>
                    <a:pt x="29567" y="54068"/>
                    <a:pt x="24913" y="56471"/>
                    <a:pt x="18812" y="56471"/>
                  </a:cubicBezTo>
                  <a:cubicBezTo>
                    <a:pt x="12712" y="56471"/>
                    <a:pt x="8045" y="54068"/>
                    <a:pt x="4812" y="49253"/>
                  </a:cubicBezTo>
                  <a:cubicBezTo>
                    <a:pt x="1604" y="44420"/>
                    <a:pt x="0" y="37418"/>
                    <a:pt x="0" y="28256"/>
                  </a:cubicBezTo>
                  <a:cubicBezTo>
                    <a:pt x="0" y="19067"/>
                    <a:pt x="1604" y="12074"/>
                    <a:pt x="4812" y="7259"/>
                  </a:cubicBezTo>
                  <a:cubicBezTo>
                    <a:pt x="8045" y="2420"/>
                    <a:pt x="12712" y="0"/>
                    <a:pt x="18812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23B9E3AA-6662-12E6-1493-830120966186}"/>
                </a:ext>
              </a:extLst>
            </p:cNvPr>
            <p:cNvSpPr/>
            <p:nvPr/>
          </p:nvSpPr>
          <p:spPr>
            <a:xfrm>
              <a:off x="588674" y="4433136"/>
              <a:ext cx="7692" cy="9261"/>
            </a:xfrm>
            <a:custGeom>
              <a:avLst/>
              <a:gdLst>
                <a:gd name="connsiteX0" fmla="*/ 0 w 7692"/>
                <a:gd name="connsiteY0" fmla="*/ 0 h 9261"/>
                <a:gd name="connsiteX1" fmla="*/ 7692 w 7692"/>
                <a:gd name="connsiteY1" fmla="*/ 0 h 9261"/>
                <a:gd name="connsiteX2" fmla="*/ 7692 w 7692"/>
                <a:gd name="connsiteY2" fmla="*/ 9261 h 9261"/>
                <a:gd name="connsiteX3" fmla="*/ 0 w 7692"/>
                <a:gd name="connsiteY3" fmla="*/ 9261 h 9261"/>
                <a:gd name="connsiteX4" fmla="*/ 0 w 7692"/>
                <a:gd name="connsiteY4" fmla="*/ 0 h 9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2" h="9261">
                  <a:moveTo>
                    <a:pt x="0" y="0"/>
                  </a:moveTo>
                  <a:lnTo>
                    <a:pt x="7692" y="0"/>
                  </a:lnTo>
                  <a:lnTo>
                    <a:pt x="7692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BBB97010-4AAB-567D-9051-73A55DB12147}"/>
                </a:ext>
              </a:extLst>
            </p:cNvPr>
            <p:cNvSpPr/>
            <p:nvPr/>
          </p:nvSpPr>
          <p:spPr>
            <a:xfrm>
              <a:off x="609345" y="4386979"/>
              <a:ext cx="37625" cy="56471"/>
            </a:xfrm>
            <a:custGeom>
              <a:avLst/>
              <a:gdLst>
                <a:gd name="connsiteX0" fmla="*/ 18813 w 37625"/>
                <a:gd name="connsiteY0" fmla="*/ 5834 h 56471"/>
                <a:gd name="connsiteX1" fmla="*/ 10246 w 37625"/>
                <a:gd name="connsiteY1" fmla="*/ 11444 h 56471"/>
                <a:gd name="connsiteX2" fmla="*/ 7402 w 37625"/>
                <a:gd name="connsiteY2" fmla="*/ 28256 h 56471"/>
                <a:gd name="connsiteX3" fmla="*/ 10246 w 37625"/>
                <a:gd name="connsiteY3" fmla="*/ 45059 h 56471"/>
                <a:gd name="connsiteX4" fmla="*/ 18813 w 37625"/>
                <a:gd name="connsiteY4" fmla="*/ 50639 h 56471"/>
                <a:gd name="connsiteX5" fmla="*/ 27381 w 37625"/>
                <a:gd name="connsiteY5" fmla="*/ 45059 h 56471"/>
                <a:gd name="connsiteX6" fmla="*/ 30261 w 37625"/>
                <a:gd name="connsiteY6" fmla="*/ 28256 h 56471"/>
                <a:gd name="connsiteX7" fmla="*/ 27381 w 37625"/>
                <a:gd name="connsiteY7" fmla="*/ 11444 h 56471"/>
                <a:gd name="connsiteX8" fmla="*/ 18813 w 37625"/>
                <a:gd name="connsiteY8" fmla="*/ 5834 h 56471"/>
                <a:gd name="connsiteX9" fmla="*/ 18813 w 37625"/>
                <a:gd name="connsiteY9" fmla="*/ 0 h 56471"/>
                <a:gd name="connsiteX10" fmla="*/ 32776 w 37625"/>
                <a:gd name="connsiteY10" fmla="*/ 7259 h 56471"/>
                <a:gd name="connsiteX11" fmla="*/ 37625 w 37625"/>
                <a:gd name="connsiteY11" fmla="*/ 28256 h 56471"/>
                <a:gd name="connsiteX12" fmla="*/ 32776 w 37625"/>
                <a:gd name="connsiteY12" fmla="*/ 49253 h 56471"/>
                <a:gd name="connsiteX13" fmla="*/ 18813 w 37625"/>
                <a:gd name="connsiteY13" fmla="*/ 56471 h 56471"/>
                <a:gd name="connsiteX14" fmla="*/ 4813 w 37625"/>
                <a:gd name="connsiteY14" fmla="*/ 49253 h 56471"/>
                <a:gd name="connsiteX15" fmla="*/ 0 w 37625"/>
                <a:gd name="connsiteY15" fmla="*/ 28256 h 56471"/>
                <a:gd name="connsiteX16" fmla="*/ 4813 w 37625"/>
                <a:gd name="connsiteY16" fmla="*/ 7259 h 56471"/>
                <a:gd name="connsiteX17" fmla="*/ 18813 w 37625"/>
                <a:gd name="connsiteY17" fmla="*/ 0 h 564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5" h="56471">
                  <a:moveTo>
                    <a:pt x="18813" y="5834"/>
                  </a:moveTo>
                  <a:cubicBezTo>
                    <a:pt x="15021" y="5834"/>
                    <a:pt x="12165" y="7700"/>
                    <a:pt x="10246" y="11444"/>
                  </a:cubicBezTo>
                  <a:cubicBezTo>
                    <a:pt x="8349" y="15161"/>
                    <a:pt x="7402" y="20768"/>
                    <a:pt x="7402" y="28256"/>
                  </a:cubicBezTo>
                  <a:cubicBezTo>
                    <a:pt x="7402" y="35717"/>
                    <a:pt x="8349" y="41324"/>
                    <a:pt x="10246" y="45059"/>
                  </a:cubicBezTo>
                  <a:cubicBezTo>
                    <a:pt x="12165" y="48776"/>
                    <a:pt x="15021" y="50639"/>
                    <a:pt x="18813" y="50639"/>
                  </a:cubicBezTo>
                  <a:cubicBezTo>
                    <a:pt x="22629" y="50639"/>
                    <a:pt x="25484" y="48776"/>
                    <a:pt x="27381" y="45059"/>
                  </a:cubicBezTo>
                  <a:cubicBezTo>
                    <a:pt x="29300" y="41324"/>
                    <a:pt x="30261" y="35717"/>
                    <a:pt x="30261" y="28256"/>
                  </a:cubicBezTo>
                  <a:cubicBezTo>
                    <a:pt x="30261" y="20768"/>
                    <a:pt x="29300" y="15161"/>
                    <a:pt x="27381" y="11444"/>
                  </a:cubicBezTo>
                  <a:cubicBezTo>
                    <a:pt x="25484" y="7700"/>
                    <a:pt x="22629" y="5834"/>
                    <a:pt x="18813" y="5834"/>
                  </a:cubicBezTo>
                  <a:moveTo>
                    <a:pt x="18813" y="0"/>
                  </a:moveTo>
                  <a:cubicBezTo>
                    <a:pt x="24914" y="0"/>
                    <a:pt x="29568" y="2420"/>
                    <a:pt x="32776" y="7259"/>
                  </a:cubicBezTo>
                  <a:cubicBezTo>
                    <a:pt x="36009" y="12074"/>
                    <a:pt x="37625" y="19067"/>
                    <a:pt x="37625" y="28256"/>
                  </a:cubicBezTo>
                  <a:cubicBezTo>
                    <a:pt x="37625" y="37418"/>
                    <a:pt x="36009" y="44420"/>
                    <a:pt x="32776" y="49253"/>
                  </a:cubicBezTo>
                  <a:cubicBezTo>
                    <a:pt x="29568" y="54068"/>
                    <a:pt x="24914" y="56471"/>
                    <a:pt x="18813" y="56471"/>
                  </a:cubicBezTo>
                  <a:cubicBezTo>
                    <a:pt x="12712" y="56471"/>
                    <a:pt x="8045" y="54068"/>
                    <a:pt x="4813" y="49253"/>
                  </a:cubicBezTo>
                  <a:cubicBezTo>
                    <a:pt x="1605" y="44420"/>
                    <a:pt x="0" y="37418"/>
                    <a:pt x="0" y="28256"/>
                  </a:cubicBezTo>
                  <a:cubicBezTo>
                    <a:pt x="0" y="19067"/>
                    <a:pt x="1605" y="12074"/>
                    <a:pt x="4813" y="7259"/>
                  </a:cubicBezTo>
                  <a:cubicBezTo>
                    <a:pt x="8045" y="2420"/>
                    <a:pt x="12712" y="0"/>
                    <a:pt x="18813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7BA2AD07-526C-CDEB-CA9C-E748B9977975}"/>
                </a:ext>
              </a:extLst>
            </p:cNvPr>
            <p:cNvSpPr/>
            <p:nvPr/>
          </p:nvSpPr>
          <p:spPr>
            <a:xfrm>
              <a:off x="540622" y="4217753"/>
              <a:ext cx="37624" cy="56474"/>
            </a:xfrm>
            <a:custGeom>
              <a:avLst/>
              <a:gdLst>
                <a:gd name="connsiteX0" fmla="*/ 18813 w 37624"/>
                <a:gd name="connsiteY0" fmla="*/ 5833 h 56474"/>
                <a:gd name="connsiteX1" fmla="*/ 10245 w 37624"/>
                <a:gd name="connsiteY1" fmla="*/ 11448 h 56474"/>
                <a:gd name="connsiteX2" fmla="*/ 7401 w 37624"/>
                <a:gd name="connsiteY2" fmla="*/ 28256 h 56474"/>
                <a:gd name="connsiteX3" fmla="*/ 10245 w 37624"/>
                <a:gd name="connsiteY3" fmla="*/ 45062 h 56474"/>
                <a:gd name="connsiteX4" fmla="*/ 18813 w 37624"/>
                <a:gd name="connsiteY4" fmla="*/ 50640 h 56474"/>
                <a:gd name="connsiteX5" fmla="*/ 27380 w 37624"/>
                <a:gd name="connsiteY5" fmla="*/ 45062 h 56474"/>
                <a:gd name="connsiteX6" fmla="*/ 30260 w 37624"/>
                <a:gd name="connsiteY6" fmla="*/ 28256 h 56474"/>
                <a:gd name="connsiteX7" fmla="*/ 27380 w 37624"/>
                <a:gd name="connsiteY7" fmla="*/ 11448 h 56474"/>
                <a:gd name="connsiteX8" fmla="*/ 18813 w 37624"/>
                <a:gd name="connsiteY8" fmla="*/ 5833 h 56474"/>
                <a:gd name="connsiteX9" fmla="*/ 18813 w 37624"/>
                <a:gd name="connsiteY9" fmla="*/ 0 h 56474"/>
                <a:gd name="connsiteX10" fmla="*/ 32776 w 37624"/>
                <a:gd name="connsiteY10" fmla="*/ 7255 h 56474"/>
                <a:gd name="connsiteX11" fmla="*/ 37624 w 37624"/>
                <a:gd name="connsiteY11" fmla="*/ 28256 h 56474"/>
                <a:gd name="connsiteX12" fmla="*/ 32776 w 37624"/>
                <a:gd name="connsiteY12" fmla="*/ 49255 h 56474"/>
                <a:gd name="connsiteX13" fmla="*/ 18813 w 37624"/>
                <a:gd name="connsiteY13" fmla="*/ 56474 h 56474"/>
                <a:gd name="connsiteX14" fmla="*/ 4812 w 37624"/>
                <a:gd name="connsiteY14" fmla="*/ 49255 h 56474"/>
                <a:gd name="connsiteX15" fmla="*/ 0 w 37624"/>
                <a:gd name="connsiteY15" fmla="*/ 28256 h 56474"/>
                <a:gd name="connsiteX16" fmla="*/ 4812 w 37624"/>
                <a:gd name="connsiteY16" fmla="*/ 7255 h 56474"/>
                <a:gd name="connsiteX17" fmla="*/ 18813 w 37624"/>
                <a:gd name="connsiteY17" fmla="*/ 0 h 56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74">
                  <a:moveTo>
                    <a:pt x="18813" y="5833"/>
                  </a:moveTo>
                  <a:cubicBezTo>
                    <a:pt x="15021" y="5833"/>
                    <a:pt x="12164" y="7705"/>
                    <a:pt x="10245" y="11448"/>
                  </a:cubicBezTo>
                  <a:cubicBezTo>
                    <a:pt x="8348" y="15167"/>
                    <a:pt x="7401" y="20769"/>
                    <a:pt x="7401" y="28256"/>
                  </a:cubicBezTo>
                  <a:cubicBezTo>
                    <a:pt x="7401" y="35717"/>
                    <a:pt x="8348" y="41319"/>
                    <a:pt x="10245" y="45062"/>
                  </a:cubicBezTo>
                  <a:cubicBezTo>
                    <a:pt x="12164" y="48781"/>
                    <a:pt x="15021" y="50640"/>
                    <a:pt x="18813" y="50640"/>
                  </a:cubicBezTo>
                  <a:cubicBezTo>
                    <a:pt x="22629" y="50640"/>
                    <a:pt x="25484" y="48781"/>
                    <a:pt x="27380" y="45062"/>
                  </a:cubicBezTo>
                  <a:cubicBezTo>
                    <a:pt x="29299" y="41319"/>
                    <a:pt x="30260" y="35717"/>
                    <a:pt x="30260" y="28256"/>
                  </a:cubicBezTo>
                  <a:cubicBezTo>
                    <a:pt x="30260" y="20769"/>
                    <a:pt x="29299" y="15167"/>
                    <a:pt x="27380" y="11448"/>
                  </a:cubicBezTo>
                  <a:cubicBezTo>
                    <a:pt x="25484" y="7705"/>
                    <a:pt x="22629" y="5833"/>
                    <a:pt x="18813" y="5833"/>
                  </a:cubicBezTo>
                  <a:moveTo>
                    <a:pt x="18813" y="0"/>
                  </a:moveTo>
                  <a:cubicBezTo>
                    <a:pt x="24913" y="0"/>
                    <a:pt x="29568" y="2418"/>
                    <a:pt x="32776" y="7255"/>
                  </a:cubicBezTo>
                  <a:cubicBezTo>
                    <a:pt x="36008" y="12067"/>
                    <a:pt x="37624" y="19067"/>
                    <a:pt x="37624" y="28256"/>
                  </a:cubicBezTo>
                  <a:cubicBezTo>
                    <a:pt x="37624" y="37418"/>
                    <a:pt x="36008" y="44418"/>
                    <a:pt x="32776" y="49255"/>
                  </a:cubicBezTo>
                  <a:cubicBezTo>
                    <a:pt x="29568" y="54068"/>
                    <a:pt x="24913" y="56474"/>
                    <a:pt x="18813" y="56474"/>
                  </a:cubicBezTo>
                  <a:cubicBezTo>
                    <a:pt x="12712" y="56474"/>
                    <a:pt x="8045" y="54068"/>
                    <a:pt x="4812" y="49255"/>
                  </a:cubicBezTo>
                  <a:cubicBezTo>
                    <a:pt x="1604" y="44418"/>
                    <a:pt x="0" y="37418"/>
                    <a:pt x="0" y="28256"/>
                  </a:cubicBezTo>
                  <a:cubicBezTo>
                    <a:pt x="0" y="19067"/>
                    <a:pt x="1604" y="12067"/>
                    <a:pt x="4812" y="7255"/>
                  </a:cubicBezTo>
                  <a:cubicBezTo>
                    <a:pt x="8045" y="2418"/>
                    <a:pt x="12712" y="0"/>
                    <a:pt x="18813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4364E224-57C8-DDFA-1A54-A75A64F764E1}"/>
                </a:ext>
              </a:extLst>
            </p:cNvPr>
            <p:cNvSpPr/>
            <p:nvPr/>
          </p:nvSpPr>
          <p:spPr>
            <a:xfrm>
              <a:off x="591190" y="4263909"/>
              <a:ext cx="7692" cy="9261"/>
            </a:xfrm>
            <a:custGeom>
              <a:avLst/>
              <a:gdLst>
                <a:gd name="connsiteX0" fmla="*/ 0 w 7692"/>
                <a:gd name="connsiteY0" fmla="*/ 0 h 9261"/>
                <a:gd name="connsiteX1" fmla="*/ 7692 w 7692"/>
                <a:gd name="connsiteY1" fmla="*/ 0 h 9261"/>
                <a:gd name="connsiteX2" fmla="*/ 7692 w 7692"/>
                <a:gd name="connsiteY2" fmla="*/ 9261 h 9261"/>
                <a:gd name="connsiteX3" fmla="*/ 0 w 7692"/>
                <a:gd name="connsiteY3" fmla="*/ 9261 h 9261"/>
                <a:gd name="connsiteX4" fmla="*/ 0 w 7692"/>
                <a:gd name="connsiteY4" fmla="*/ 0 h 9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2" h="9261">
                  <a:moveTo>
                    <a:pt x="0" y="0"/>
                  </a:moveTo>
                  <a:lnTo>
                    <a:pt x="7692" y="0"/>
                  </a:lnTo>
                  <a:lnTo>
                    <a:pt x="7692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BDD1D3C6-7D91-27C1-21B6-02D7593D07CB}"/>
                </a:ext>
              </a:extLst>
            </p:cNvPr>
            <p:cNvSpPr/>
            <p:nvPr/>
          </p:nvSpPr>
          <p:spPr>
            <a:xfrm>
              <a:off x="612408" y="4217753"/>
              <a:ext cx="34562" cy="55416"/>
            </a:xfrm>
            <a:custGeom>
              <a:avLst/>
              <a:gdLst>
                <a:gd name="connsiteX0" fmla="*/ 8860 w 34562"/>
                <a:gd name="connsiteY0" fmla="*/ 49218 h 55416"/>
                <a:gd name="connsiteX1" fmla="*/ 34563 w 34562"/>
                <a:gd name="connsiteY1" fmla="*/ 49218 h 55416"/>
                <a:gd name="connsiteX2" fmla="*/ 34563 w 34562"/>
                <a:gd name="connsiteY2" fmla="*/ 55417 h 55416"/>
                <a:gd name="connsiteX3" fmla="*/ 0 w 34562"/>
                <a:gd name="connsiteY3" fmla="*/ 55417 h 55416"/>
                <a:gd name="connsiteX4" fmla="*/ 0 w 34562"/>
                <a:gd name="connsiteY4" fmla="*/ 49218 h 55416"/>
                <a:gd name="connsiteX5" fmla="*/ 11412 w 34562"/>
                <a:gd name="connsiteY5" fmla="*/ 37589 h 55416"/>
                <a:gd name="connsiteX6" fmla="*/ 20526 w 34562"/>
                <a:gd name="connsiteY6" fmla="*/ 28146 h 55416"/>
                <a:gd name="connsiteX7" fmla="*/ 25448 w 34562"/>
                <a:gd name="connsiteY7" fmla="*/ 21437 h 55416"/>
                <a:gd name="connsiteX8" fmla="*/ 26870 w 34562"/>
                <a:gd name="connsiteY8" fmla="*/ 16006 h 55416"/>
                <a:gd name="connsiteX9" fmla="*/ 23808 w 34562"/>
                <a:gd name="connsiteY9" fmla="*/ 8933 h 55416"/>
                <a:gd name="connsiteX10" fmla="*/ 15896 w 34562"/>
                <a:gd name="connsiteY10" fmla="*/ 6198 h 55416"/>
                <a:gd name="connsiteX11" fmla="*/ 8568 w 34562"/>
                <a:gd name="connsiteY11" fmla="*/ 7401 h 55416"/>
                <a:gd name="connsiteX12" fmla="*/ 364 w 34562"/>
                <a:gd name="connsiteY12" fmla="*/ 11047 h 55416"/>
                <a:gd name="connsiteX13" fmla="*/ 364 w 34562"/>
                <a:gd name="connsiteY13" fmla="*/ 3609 h 55416"/>
                <a:gd name="connsiteX14" fmla="*/ 8677 w 34562"/>
                <a:gd name="connsiteY14" fmla="*/ 912 h 55416"/>
                <a:gd name="connsiteX15" fmla="*/ 15750 w 34562"/>
                <a:gd name="connsiteY15" fmla="*/ 0 h 55416"/>
                <a:gd name="connsiteX16" fmla="*/ 29239 w 34562"/>
                <a:gd name="connsiteY16" fmla="*/ 4229 h 55416"/>
                <a:gd name="connsiteX17" fmla="*/ 34271 w 34562"/>
                <a:gd name="connsiteY17" fmla="*/ 15531 h 55416"/>
                <a:gd name="connsiteX18" fmla="*/ 32995 w 34562"/>
                <a:gd name="connsiteY18" fmla="*/ 21911 h 55416"/>
                <a:gd name="connsiteX19" fmla="*/ 28437 w 34562"/>
                <a:gd name="connsiteY19" fmla="*/ 28985 h 55416"/>
                <a:gd name="connsiteX20" fmla="*/ 22640 w 34562"/>
                <a:gd name="connsiteY20" fmla="*/ 35109 h 55416"/>
                <a:gd name="connsiteX21" fmla="*/ 8860 w 34562"/>
                <a:gd name="connsiteY21" fmla="*/ 49218 h 55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4562" h="55416">
                  <a:moveTo>
                    <a:pt x="8860" y="49218"/>
                  </a:moveTo>
                  <a:lnTo>
                    <a:pt x="34563" y="49218"/>
                  </a:lnTo>
                  <a:lnTo>
                    <a:pt x="34563" y="55417"/>
                  </a:lnTo>
                  <a:lnTo>
                    <a:pt x="0" y="55417"/>
                  </a:lnTo>
                  <a:lnTo>
                    <a:pt x="0" y="49218"/>
                  </a:lnTo>
                  <a:cubicBezTo>
                    <a:pt x="2795" y="46327"/>
                    <a:pt x="6600" y="42449"/>
                    <a:pt x="11412" y="37589"/>
                  </a:cubicBezTo>
                  <a:cubicBezTo>
                    <a:pt x="16249" y="32703"/>
                    <a:pt x="19287" y="29556"/>
                    <a:pt x="20526" y="28146"/>
                  </a:cubicBezTo>
                  <a:cubicBezTo>
                    <a:pt x="22883" y="25497"/>
                    <a:pt x="24524" y="23261"/>
                    <a:pt x="25448" y="21437"/>
                  </a:cubicBezTo>
                  <a:cubicBezTo>
                    <a:pt x="26396" y="19590"/>
                    <a:pt x="26870" y="17780"/>
                    <a:pt x="26870" y="16006"/>
                  </a:cubicBezTo>
                  <a:cubicBezTo>
                    <a:pt x="26870" y="13113"/>
                    <a:pt x="25849" y="10755"/>
                    <a:pt x="23808" y="8933"/>
                  </a:cubicBezTo>
                  <a:cubicBezTo>
                    <a:pt x="21790" y="7110"/>
                    <a:pt x="19153" y="6198"/>
                    <a:pt x="15896" y="6198"/>
                  </a:cubicBezTo>
                  <a:cubicBezTo>
                    <a:pt x="13587" y="6198"/>
                    <a:pt x="11145" y="6599"/>
                    <a:pt x="8568" y="7401"/>
                  </a:cubicBezTo>
                  <a:cubicBezTo>
                    <a:pt x="6016" y="8203"/>
                    <a:pt x="3281" y="9419"/>
                    <a:pt x="364" y="11047"/>
                  </a:cubicBezTo>
                  <a:lnTo>
                    <a:pt x="364" y="3609"/>
                  </a:lnTo>
                  <a:cubicBezTo>
                    <a:pt x="3330" y="2418"/>
                    <a:pt x="6100" y="1519"/>
                    <a:pt x="8677" y="912"/>
                  </a:cubicBezTo>
                  <a:cubicBezTo>
                    <a:pt x="11254" y="304"/>
                    <a:pt x="13611" y="0"/>
                    <a:pt x="15750" y="0"/>
                  </a:cubicBezTo>
                  <a:cubicBezTo>
                    <a:pt x="21389" y="0"/>
                    <a:pt x="25885" y="1409"/>
                    <a:pt x="29239" y="4229"/>
                  </a:cubicBezTo>
                  <a:cubicBezTo>
                    <a:pt x="32593" y="7049"/>
                    <a:pt x="34271" y="10816"/>
                    <a:pt x="34271" y="15531"/>
                  </a:cubicBezTo>
                  <a:cubicBezTo>
                    <a:pt x="34271" y="17768"/>
                    <a:pt x="33845" y="19895"/>
                    <a:pt x="32995" y="21911"/>
                  </a:cubicBezTo>
                  <a:cubicBezTo>
                    <a:pt x="32169" y="23905"/>
                    <a:pt x="30649" y="26262"/>
                    <a:pt x="28437" y="28985"/>
                  </a:cubicBezTo>
                  <a:cubicBezTo>
                    <a:pt x="27830" y="29689"/>
                    <a:pt x="25897" y="31730"/>
                    <a:pt x="22640" y="35109"/>
                  </a:cubicBezTo>
                  <a:cubicBezTo>
                    <a:pt x="19383" y="38463"/>
                    <a:pt x="14790" y="43166"/>
                    <a:pt x="8860" y="49218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BEF218CC-E01E-F3E9-834B-71EE2AA76E44}"/>
                </a:ext>
              </a:extLst>
            </p:cNvPr>
            <p:cNvSpPr/>
            <p:nvPr/>
          </p:nvSpPr>
          <p:spPr>
            <a:xfrm>
              <a:off x="537341" y="4048527"/>
              <a:ext cx="37624" cy="56473"/>
            </a:xfrm>
            <a:custGeom>
              <a:avLst/>
              <a:gdLst>
                <a:gd name="connsiteX0" fmla="*/ 18813 w 37624"/>
                <a:gd name="connsiteY0" fmla="*/ 5833 h 56473"/>
                <a:gd name="connsiteX1" fmla="*/ 10245 w 37624"/>
                <a:gd name="connsiteY1" fmla="*/ 11448 h 56473"/>
                <a:gd name="connsiteX2" fmla="*/ 7401 w 37624"/>
                <a:gd name="connsiteY2" fmla="*/ 28255 h 56473"/>
                <a:gd name="connsiteX3" fmla="*/ 10245 w 37624"/>
                <a:gd name="connsiteY3" fmla="*/ 45062 h 56473"/>
                <a:gd name="connsiteX4" fmla="*/ 18813 w 37624"/>
                <a:gd name="connsiteY4" fmla="*/ 50640 h 56473"/>
                <a:gd name="connsiteX5" fmla="*/ 27380 w 37624"/>
                <a:gd name="connsiteY5" fmla="*/ 45062 h 56473"/>
                <a:gd name="connsiteX6" fmla="*/ 30261 w 37624"/>
                <a:gd name="connsiteY6" fmla="*/ 28255 h 56473"/>
                <a:gd name="connsiteX7" fmla="*/ 27380 w 37624"/>
                <a:gd name="connsiteY7" fmla="*/ 11448 h 56473"/>
                <a:gd name="connsiteX8" fmla="*/ 18813 w 37624"/>
                <a:gd name="connsiteY8" fmla="*/ 5833 h 56473"/>
                <a:gd name="connsiteX9" fmla="*/ 18813 w 37624"/>
                <a:gd name="connsiteY9" fmla="*/ 0 h 56473"/>
                <a:gd name="connsiteX10" fmla="*/ 32776 w 37624"/>
                <a:gd name="connsiteY10" fmla="*/ 7255 h 56473"/>
                <a:gd name="connsiteX11" fmla="*/ 37624 w 37624"/>
                <a:gd name="connsiteY11" fmla="*/ 28255 h 56473"/>
                <a:gd name="connsiteX12" fmla="*/ 32776 w 37624"/>
                <a:gd name="connsiteY12" fmla="*/ 49254 h 56473"/>
                <a:gd name="connsiteX13" fmla="*/ 18813 w 37624"/>
                <a:gd name="connsiteY13" fmla="*/ 56473 h 56473"/>
                <a:gd name="connsiteX14" fmla="*/ 4812 w 37624"/>
                <a:gd name="connsiteY14" fmla="*/ 49254 h 56473"/>
                <a:gd name="connsiteX15" fmla="*/ 0 w 37624"/>
                <a:gd name="connsiteY15" fmla="*/ 28255 h 56473"/>
                <a:gd name="connsiteX16" fmla="*/ 4812 w 37624"/>
                <a:gd name="connsiteY16" fmla="*/ 7255 h 56473"/>
                <a:gd name="connsiteX17" fmla="*/ 18813 w 37624"/>
                <a:gd name="connsiteY17" fmla="*/ 0 h 56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73">
                  <a:moveTo>
                    <a:pt x="18813" y="5833"/>
                  </a:moveTo>
                  <a:cubicBezTo>
                    <a:pt x="15021" y="5833"/>
                    <a:pt x="12164" y="7705"/>
                    <a:pt x="10245" y="11448"/>
                  </a:cubicBezTo>
                  <a:cubicBezTo>
                    <a:pt x="8348" y="15166"/>
                    <a:pt x="7401" y="20768"/>
                    <a:pt x="7401" y="28255"/>
                  </a:cubicBezTo>
                  <a:cubicBezTo>
                    <a:pt x="7401" y="35716"/>
                    <a:pt x="8348" y="41319"/>
                    <a:pt x="10245" y="45062"/>
                  </a:cubicBezTo>
                  <a:cubicBezTo>
                    <a:pt x="12164" y="48781"/>
                    <a:pt x="15021" y="50640"/>
                    <a:pt x="18813" y="50640"/>
                  </a:cubicBezTo>
                  <a:cubicBezTo>
                    <a:pt x="22629" y="50640"/>
                    <a:pt x="25484" y="48781"/>
                    <a:pt x="27380" y="45062"/>
                  </a:cubicBezTo>
                  <a:cubicBezTo>
                    <a:pt x="29300" y="41319"/>
                    <a:pt x="30261" y="35716"/>
                    <a:pt x="30261" y="28255"/>
                  </a:cubicBezTo>
                  <a:cubicBezTo>
                    <a:pt x="30261" y="20768"/>
                    <a:pt x="29300" y="15166"/>
                    <a:pt x="27380" y="11448"/>
                  </a:cubicBezTo>
                  <a:cubicBezTo>
                    <a:pt x="25484" y="7705"/>
                    <a:pt x="22629" y="5833"/>
                    <a:pt x="18813" y="5833"/>
                  </a:cubicBezTo>
                  <a:moveTo>
                    <a:pt x="18813" y="0"/>
                  </a:moveTo>
                  <a:cubicBezTo>
                    <a:pt x="24914" y="0"/>
                    <a:pt x="29568" y="2418"/>
                    <a:pt x="32776" y="7255"/>
                  </a:cubicBezTo>
                  <a:cubicBezTo>
                    <a:pt x="36008" y="12067"/>
                    <a:pt x="37624" y="19067"/>
                    <a:pt x="37624" y="28255"/>
                  </a:cubicBezTo>
                  <a:cubicBezTo>
                    <a:pt x="37624" y="37418"/>
                    <a:pt x="36008" y="44418"/>
                    <a:pt x="32776" y="49254"/>
                  </a:cubicBezTo>
                  <a:cubicBezTo>
                    <a:pt x="29568" y="54067"/>
                    <a:pt x="24914" y="56473"/>
                    <a:pt x="18813" y="56473"/>
                  </a:cubicBezTo>
                  <a:cubicBezTo>
                    <a:pt x="12712" y="56473"/>
                    <a:pt x="8045" y="54067"/>
                    <a:pt x="4812" y="49254"/>
                  </a:cubicBezTo>
                  <a:cubicBezTo>
                    <a:pt x="1604" y="44418"/>
                    <a:pt x="0" y="37418"/>
                    <a:pt x="0" y="28255"/>
                  </a:cubicBezTo>
                  <a:cubicBezTo>
                    <a:pt x="0" y="19067"/>
                    <a:pt x="1604" y="12067"/>
                    <a:pt x="4812" y="7255"/>
                  </a:cubicBezTo>
                  <a:cubicBezTo>
                    <a:pt x="8045" y="2418"/>
                    <a:pt x="12712" y="0"/>
                    <a:pt x="18813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CEC6428E-CEDA-7F3E-9E80-FEEFC7EB613B}"/>
                </a:ext>
              </a:extLst>
            </p:cNvPr>
            <p:cNvSpPr/>
            <p:nvPr/>
          </p:nvSpPr>
          <p:spPr>
            <a:xfrm>
              <a:off x="587908" y="4094682"/>
              <a:ext cx="7693" cy="9261"/>
            </a:xfrm>
            <a:custGeom>
              <a:avLst/>
              <a:gdLst>
                <a:gd name="connsiteX0" fmla="*/ 0 w 7693"/>
                <a:gd name="connsiteY0" fmla="*/ 0 h 9261"/>
                <a:gd name="connsiteX1" fmla="*/ 7693 w 7693"/>
                <a:gd name="connsiteY1" fmla="*/ 0 h 9261"/>
                <a:gd name="connsiteX2" fmla="*/ 7693 w 7693"/>
                <a:gd name="connsiteY2" fmla="*/ 9261 h 9261"/>
                <a:gd name="connsiteX3" fmla="*/ 0 w 7693"/>
                <a:gd name="connsiteY3" fmla="*/ 9261 h 9261"/>
                <a:gd name="connsiteX4" fmla="*/ 0 w 7693"/>
                <a:gd name="connsiteY4" fmla="*/ 0 h 9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3" h="9261">
                  <a:moveTo>
                    <a:pt x="0" y="0"/>
                  </a:moveTo>
                  <a:lnTo>
                    <a:pt x="7693" y="0"/>
                  </a:lnTo>
                  <a:lnTo>
                    <a:pt x="7693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3" name="Freeform 312">
              <a:extLst>
                <a:ext uri="{FF2B5EF4-FFF2-40B4-BE49-F238E27FC236}">
                  <a16:creationId xmlns:a16="http://schemas.microsoft.com/office/drawing/2014/main" id="{2FC44077-FE0C-958C-14E9-B78D9C19A8AD}"/>
                </a:ext>
              </a:extLst>
            </p:cNvPr>
            <p:cNvSpPr/>
            <p:nvPr/>
          </p:nvSpPr>
          <p:spPr>
            <a:xfrm>
              <a:off x="607304" y="4049511"/>
              <a:ext cx="39666" cy="54432"/>
            </a:xfrm>
            <a:custGeom>
              <a:avLst/>
              <a:gdLst>
                <a:gd name="connsiteX0" fmla="*/ 24573 w 39666"/>
                <a:gd name="connsiteY0" fmla="*/ 6416 h 54432"/>
                <a:gd name="connsiteX1" fmla="*/ 5979 w 39666"/>
                <a:gd name="connsiteY1" fmla="*/ 35474 h 54432"/>
                <a:gd name="connsiteX2" fmla="*/ 24573 w 39666"/>
                <a:gd name="connsiteY2" fmla="*/ 35474 h 54432"/>
                <a:gd name="connsiteX3" fmla="*/ 24573 w 39666"/>
                <a:gd name="connsiteY3" fmla="*/ 6416 h 54432"/>
                <a:gd name="connsiteX4" fmla="*/ 22640 w 39666"/>
                <a:gd name="connsiteY4" fmla="*/ 0 h 54432"/>
                <a:gd name="connsiteX5" fmla="*/ 31901 w 39666"/>
                <a:gd name="connsiteY5" fmla="*/ 0 h 54432"/>
                <a:gd name="connsiteX6" fmla="*/ 31901 w 39666"/>
                <a:gd name="connsiteY6" fmla="*/ 35474 h 54432"/>
                <a:gd name="connsiteX7" fmla="*/ 39667 w 39666"/>
                <a:gd name="connsiteY7" fmla="*/ 35474 h 54432"/>
                <a:gd name="connsiteX8" fmla="*/ 39667 w 39666"/>
                <a:gd name="connsiteY8" fmla="*/ 41598 h 54432"/>
                <a:gd name="connsiteX9" fmla="*/ 31901 w 39666"/>
                <a:gd name="connsiteY9" fmla="*/ 41598 h 54432"/>
                <a:gd name="connsiteX10" fmla="*/ 31901 w 39666"/>
                <a:gd name="connsiteY10" fmla="*/ 54432 h 54432"/>
                <a:gd name="connsiteX11" fmla="*/ 24573 w 39666"/>
                <a:gd name="connsiteY11" fmla="*/ 54432 h 54432"/>
                <a:gd name="connsiteX12" fmla="*/ 24573 w 39666"/>
                <a:gd name="connsiteY12" fmla="*/ 41598 h 54432"/>
                <a:gd name="connsiteX13" fmla="*/ 0 w 39666"/>
                <a:gd name="connsiteY13" fmla="*/ 41598 h 54432"/>
                <a:gd name="connsiteX14" fmla="*/ 0 w 39666"/>
                <a:gd name="connsiteY14" fmla="*/ 34489 h 54432"/>
                <a:gd name="connsiteX15" fmla="*/ 22640 w 39666"/>
                <a:gd name="connsiteY15" fmla="*/ 0 h 54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9666" h="54432">
                  <a:moveTo>
                    <a:pt x="24573" y="6416"/>
                  </a:moveTo>
                  <a:lnTo>
                    <a:pt x="5979" y="35474"/>
                  </a:lnTo>
                  <a:lnTo>
                    <a:pt x="24573" y="35474"/>
                  </a:lnTo>
                  <a:lnTo>
                    <a:pt x="24573" y="6416"/>
                  </a:lnTo>
                  <a:moveTo>
                    <a:pt x="22640" y="0"/>
                  </a:moveTo>
                  <a:lnTo>
                    <a:pt x="31901" y="0"/>
                  </a:lnTo>
                  <a:lnTo>
                    <a:pt x="31901" y="35474"/>
                  </a:lnTo>
                  <a:lnTo>
                    <a:pt x="39667" y="35474"/>
                  </a:lnTo>
                  <a:lnTo>
                    <a:pt x="39667" y="41598"/>
                  </a:lnTo>
                  <a:lnTo>
                    <a:pt x="31901" y="41598"/>
                  </a:lnTo>
                  <a:lnTo>
                    <a:pt x="31901" y="54432"/>
                  </a:lnTo>
                  <a:lnTo>
                    <a:pt x="24573" y="54432"/>
                  </a:lnTo>
                  <a:lnTo>
                    <a:pt x="24573" y="41598"/>
                  </a:lnTo>
                  <a:lnTo>
                    <a:pt x="0" y="41598"/>
                  </a:lnTo>
                  <a:lnTo>
                    <a:pt x="0" y="34489"/>
                  </a:lnTo>
                  <a:lnTo>
                    <a:pt x="2264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455036FC-E610-634B-AA77-BB3CA6A603F4}"/>
                </a:ext>
              </a:extLst>
            </p:cNvPr>
            <p:cNvSpPr/>
            <p:nvPr/>
          </p:nvSpPr>
          <p:spPr>
            <a:xfrm>
              <a:off x="537851" y="3879300"/>
              <a:ext cx="37625" cy="56474"/>
            </a:xfrm>
            <a:custGeom>
              <a:avLst/>
              <a:gdLst>
                <a:gd name="connsiteX0" fmla="*/ 18813 w 37625"/>
                <a:gd name="connsiteY0" fmla="*/ 5834 h 56474"/>
                <a:gd name="connsiteX1" fmla="*/ 10245 w 37625"/>
                <a:gd name="connsiteY1" fmla="*/ 11448 h 56474"/>
                <a:gd name="connsiteX2" fmla="*/ 7402 w 37625"/>
                <a:gd name="connsiteY2" fmla="*/ 28256 h 56474"/>
                <a:gd name="connsiteX3" fmla="*/ 10245 w 37625"/>
                <a:gd name="connsiteY3" fmla="*/ 45063 h 56474"/>
                <a:gd name="connsiteX4" fmla="*/ 18813 w 37625"/>
                <a:gd name="connsiteY4" fmla="*/ 50641 h 56474"/>
                <a:gd name="connsiteX5" fmla="*/ 27381 w 37625"/>
                <a:gd name="connsiteY5" fmla="*/ 45063 h 56474"/>
                <a:gd name="connsiteX6" fmla="*/ 30261 w 37625"/>
                <a:gd name="connsiteY6" fmla="*/ 28256 h 56474"/>
                <a:gd name="connsiteX7" fmla="*/ 27381 w 37625"/>
                <a:gd name="connsiteY7" fmla="*/ 11448 h 56474"/>
                <a:gd name="connsiteX8" fmla="*/ 18813 w 37625"/>
                <a:gd name="connsiteY8" fmla="*/ 5834 h 56474"/>
                <a:gd name="connsiteX9" fmla="*/ 18813 w 37625"/>
                <a:gd name="connsiteY9" fmla="*/ 0 h 56474"/>
                <a:gd name="connsiteX10" fmla="*/ 32776 w 37625"/>
                <a:gd name="connsiteY10" fmla="*/ 7256 h 56474"/>
                <a:gd name="connsiteX11" fmla="*/ 37625 w 37625"/>
                <a:gd name="connsiteY11" fmla="*/ 28256 h 56474"/>
                <a:gd name="connsiteX12" fmla="*/ 32776 w 37625"/>
                <a:gd name="connsiteY12" fmla="*/ 49255 h 56474"/>
                <a:gd name="connsiteX13" fmla="*/ 18813 w 37625"/>
                <a:gd name="connsiteY13" fmla="*/ 56474 h 56474"/>
                <a:gd name="connsiteX14" fmla="*/ 4812 w 37625"/>
                <a:gd name="connsiteY14" fmla="*/ 49255 h 56474"/>
                <a:gd name="connsiteX15" fmla="*/ 0 w 37625"/>
                <a:gd name="connsiteY15" fmla="*/ 28256 h 56474"/>
                <a:gd name="connsiteX16" fmla="*/ 4812 w 37625"/>
                <a:gd name="connsiteY16" fmla="*/ 7256 h 56474"/>
                <a:gd name="connsiteX17" fmla="*/ 18813 w 37625"/>
                <a:gd name="connsiteY17" fmla="*/ 0 h 56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5" h="56474">
                  <a:moveTo>
                    <a:pt x="18813" y="5834"/>
                  </a:moveTo>
                  <a:cubicBezTo>
                    <a:pt x="15021" y="5834"/>
                    <a:pt x="12165" y="7705"/>
                    <a:pt x="10245" y="11448"/>
                  </a:cubicBezTo>
                  <a:cubicBezTo>
                    <a:pt x="8349" y="15167"/>
                    <a:pt x="7402" y="20769"/>
                    <a:pt x="7402" y="28256"/>
                  </a:cubicBezTo>
                  <a:cubicBezTo>
                    <a:pt x="7402" y="35717"/>
                    <a:pt x="8349" y="41320"/>
                    <a:pt x="10245" y="45063"/>
                  </a:cubicBezTo>
                  <a:cubicBezTo>
                    <a:pt x="12165" y="48782"/>
                    <a:pt x="15021" y="50641"/>
                    <a:pt x="18813" y="50641"/>
                  </a:cubicBezTo>
                  <a:cubicBezTo>
                    <a:pt x="22629" y="50641"/>
                    <a:pt x="25484" y="48782"/>
                    <a:pt x="27381" y="45063"/>
                  </a:cubicBezTo>
                  <a:cubicBezTo>
                    <a:pt x="29300" y="41320"/>
                    <a:pt x="30261" y="35717"/>
                    <a:pt x="30261" y="28256"/>
                  </a:cubicBezTo>
                  <a:cubicBezTo>
                    <a:pt x="30261" y="20769"/>
                    <a:pt x="29300" y="15167"/>
                    <a:pt x="27381" y="11448"/>
                  </a:cubicBezTo>
                  <a:cubicBezTo>
                    <a:pt x="25484" y="7705"/>
                    <a:pt x="22629" y="5834"/>
                    <a:pt x="18813" y="5834"/>
                  </a:cubicBezTo>
                  <a:moveTo>
                    <a:pt x="18813" y="0"/>
                  </a:moveTo>
                  <a:cubicBezTo>
                    <a:pt x="24914" y="0"/>
                    <a:pt x="29568" y="2418"/>
                    <a:pt x="32776" y="7256"/>
                  </a:cubicBezTo>
                  <a:cubicBezTo>
                    <a:pt x="36009" y="12068"/>
                    <a:pt x="37625" y="19068"/>
                    <a:pt x="37625" y="28256"/>
                  </a:cubicBezTo>
                  <a:cubicBezTo>
                    <a:pt x="37625" y="37418"/>
                    <a:pt x="36009" y="44419"/>
                    <a:pt x="32776" y="49255"/>
                  </a:cubicBezTo>
                  <a:cubicBezTo>
                    <a:pt x="29568" y="54068"/>
                    <a:pt x="24914" y="56474"/>
                    <a:pt x="18813" y="56474"/>
                  </a:cubicBezTo>
                  <a:cubicBezTo>
                    <a:pt x="12712" y="56474"/>
                    <a:pt x="8045" y="54068"/>
                    <a:pt x="4812" y="49255"/>
                  </a:cubicBezTo>
                  <a:cubicBezTo>
                    <a:pt x="1604" y="44419"/>
                    <a:pt x="0" y="37418"/>
                    <a:pt x="0" y="28256"/>
                  </a:cubicBezTo>
                  <a:cubicBezTo>
                    <a:pt x="0" y="19068"/>
                    <a:pt x="1604" y="12068"/>
                    <a:pt x="4812" y="7256"/>
                  </a:cubicBezTo>
                  <a:cubicBezTo>
                    <a:pt x="8045" y="2418"/>
                    <a:pt x="12712" y="0"/>
                    <a:pt x="18813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28555E2A-80A5-FE03-0460-921B38ECEE77}"/>
                </a:ext>
              </a:extLst>
            </p:cNvPr>
            <p:cNvSpPr/>
            <p:nvPr/>
          </p:nvSpPr>
          <p:spPr>
            <a:xfrm>
              <a:off x="588419" y="3925456"/>
              <a:ext cx="7693" cy="9260"/>
            </a:xfrm>
            <a:custGeom>
              <a:avLst/>
              <a:gdLst>
                <a:gd name="connsiteX0" fmla="*/ 0 w 7693"/>
                <a:gd name="connsiteY0" fmla="*/ 0 h 9260"/>
                <a:gd name="connsiteX1" fmla="*/ 7693 w 7693"/>
                <a:gd name="connsiteY1" fmla="*/ 0 h 9260"/>
                <a:gd name="connsiteX2" fmla="*/ 7693 w 7693"/>
                <a:gd name="connsiteY2" fmla="*/ 9260 h 9260"/>
                <a:gd name="connsiteX3" fmla="*/ 0 w 7693"/>
                <a:gd name="connsiteY3" fmla="*/ 9260 h 9260"/>
                <a:gd name="connsiteX4" fmla="*/ 0 w 7693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3" h="9260">
                  <a:moveTo>
                    <a:pt x="0" y="0"/>
                  </a:moveTo>
                  <a:lnTo>
                    <a:pt x="7693" y="0"/>
                  </a:lnTo>
                  <a:lnTo>
                    <a:pt x="7693" y="9260"/>
                  </a:lnTo>
                  <a:lnTo>
                    <a:pt x="0" y="92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6" name="Freeform 315">
              <a:extLst>
                <a:ext uri="{FF2B5EF4-FFF2-40B4-BE49-F238E27FC236}">
                  <a16:creationId xmlns:a16="http://schemas.microsoft.com/office/drawing/2014/main" id="{C58D673F-203E-D0AC-C01D-5A246899A9B3}"/>
                </a:ext>
              </a:extLst>
            </p:cNvPr>
            <p:cNvSpPr/>
            <p:nvPr/>
          </p:nvSpPr>
          <p:spPr>
            <a:xfrm>
              <a:off x="609382" y="3879300"/>
              <a:ext cx="37588" cy="56474"/>
            </a:xfrm>
            <a:custGeom>
              <a:avLst/>
              <a:gdLst>
                <a:gd name="connsiteX0" fmla="*/ 19432 w 37588"/>
                <a:gd name="connsiteY0" fmla="*/ 25266 h 56474"/>
                <a:gd name="connsiteX1" fmla="*/ 11557 w 37588"/>
                <a:gd name="connsiteY1" fmla="*/ 28657 h 56474"/>
                <a:gd name="connsiteX2" fmla="*/ 8677 w 37588"/>
                <a:gd name="connsiteY2" fmla="*/ 37953 h 56474"/>
                <a:gd name="connsiteX3" fmla="*/ 11557 w 37588"/>
                <a:gd name="connsiteY3" fmla="*/ 47250 h 56474"/>
                <a:gd name="connsiteX4" fmla="*/ 19432 w 37588"/>
                <a:gd name="connsiteY4" fmla="*/ 50641 h 56474"/>
                <a:gd name="connsiteX5" fmla="*/ 27271 w 37588"/>
                <a:gd name="connsiteY5" fmla="*/ 47250 h 56474"/>
                <a:gd name="connsiteX6" fmla="*/ 30187 w 37588"/>
                <a:gd name="connsiteY6" fmla="*/ 37953 h 56474"/>
                <a:gd name="connsiteX7" fmla="*/ 27271 w 37588"/>
                <a:gd name="connsiteY7" fmla="*/ 28657 h 56474"/>
                <a:gd name="connsiteX8" fmla="*/ 19432 w 37588"/>
                <a:gd name="connsiteY8" fmla="*/ 25266 h 56474"/>
                <a:gd name="connsiteX9" fmla="*/ 34051 w 37588"/>
                <a:gd name="connsiteY9" fmla="*/ 2188 h 56474"/>
                <a:gd name="connsiteX10" fmla="*/ 34051 w 37588"/>
                <a:gd name="connsiteY10" fmla="*/ 8897 h 56474"/>
                <a:gd name="connsiteX11" fmla="*/ 28437 w 37588"/>
                <a:gd name="connsiteY11" fmla="*/ 6891 h 56474"/>
                <a:gd name="connsiteX12" fmla="*/ 22859 w 37588"/>
                <a:gd name="connsiteY12" fmla="*/ 6198 h 56474"/>
                <a:gd name="connsiteX13" fmla="*/ 11703 w 37588"/>
                <a:gd name="connsiteY13" fmla="*/ 11120 h 56474"/>
                <a:gd name="connsiteX14" fmla="*/ 7328 w 37588"/>
                <a:gd name="connsiteY14" fmla="*/ 25995 h 56474"/>
                <a:gd name="connsiteX15" fmla="*/ 12724 w 37588"/>
                <a:gd name="connsiteY15" fmla="*/ 21146 h 56474"/>
                <a:gd name="connsiteX16" fmla="*/ 19869 w 37588"/>
                <a:gd name="connsiteY16" fmla="*/ 19433 h 56474"/>
                <a:gd name="connsiteX17" fmla="*/ 32812 w 37588"/>
                <a:gd name="connsiteY17" fmla="*/ 24428 h 56474"/>
                <a:gd name="connsiteX18" fmla="*/ 37589 w 37588"/>
                <a:gd name="connsiteY18" fmla="*/ 37953 h 56474"/>
                <a:gd name="connsiteX19" fmla="*/ 32630 w 37588"/>
                <a:gd name="connsiteY19" fmla="*/ 51406 h 56474"/>
                <a:gd name="connsiteX20" fmla="*/ 19432 w 37588"/>
                <a:gd name="connsiteY20" fmla="*/ 56474 h 56474"/>
                <a:gd name="connsiteX21" fmla="*/ 4995 w 37588"/>
                <a:gd name="connsiteY21" fmla="*/ 49255 h 56474"/>
                <a:gd name="connsiteX22" fmla="*/ 0 w 37588"/>
                <a:gd name="connsiteY22" fmla="*/ 28256 h 56474"/>
                <a:gd name="connsiteX23" fmla="*/ 6125 w 37588"/>
                <a:gd name="connsiteY23" fmla="*/ 7693 h 56474"/>
                <a:gd name="connsiteX24" fmla="*/ 22568 w 37588"/>
                <a:gd name="connsiteY24" fmla="*/ 0 h 56474"/>
                <a:gd name="connsiteX25" fmla="*/ 28146 w 37588"/>
                <a:gd name="connsiteY25" fmla="*/ 547 h 56474"/>
                <a:gd name="connsiteX26" fmla="*/ 34051 w 37588"/>
                <a:gd name="connsiteY26" fmla="*/ 2188 h 56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7588" h="56474">
                  <a:moveTo>
                    <a:pt x="19432" y="25266"/>
                  </a:moveTo>
                  <a:cubicBezTo>
                    <a:pt x="16126" y="25266"/>
                    <a:pt x="13502" y="26396"/>
                    <a:pt x="11557" y="28657"/>
                  </a:cubicBezTo>
                  <a:cubicBezTo>
                    <a:pt x="9637" y="30917"/>
                    <a:pt x="8677" y="34016"/>
                    <a:pt x="8677" y="37953"/>
                  </a:cubicBezTo>
                  <a:cubicBezTo>
                    <a:pt x="8677" y="41866"/>
                    <a:pt x="9637" y="44965"/>
                    <a:pt x="11557" y="47250"/>
                  </a:cubicBezTo>
                  <a:cubicBezTo>
                    <a:pt x="13502" y="49511"/>
                    <a:pt x="16126" y="50641"/>
                    <a:pt x="19432" y="50641"/>
                  </a:cubicBezTo>
                  <a:cubicBezTo>
                    <a:pt x="22738" y="50641"/>
                    <a:pt x="25351" y="49511"/>
                    <a:pt x="27271" y="47250"/>
                  </a:cubicBezTo>
                  <a:cubicBezTo>
                    <a:pt x="29215" y="44965"/>
                    <a:pt x="30187" y="41866"/>
                    <a:pt x="30187" y="37953"/>
                  </a:cubicBezTo>
                  <a:cubicBezTo>
                    <a:pt x="30187" y="34016"/>
                    <a:pt x="29215" y="30917"/>
                    <a:pt x="27271" y="28657"/>
                  </a:cubicBezTo>
                  <a:cubicBezTo>
                    <a:pt x="25351" y="26396"/>
                    <a:pt x="22738" y="25266"/>
                    <a:pt x="19432" y="25266"/>
                  </a:cubicBezTo>
                  <a:moveTo>
                    <a:pt x="34051" y="2188"/>
                  </a:moveTo>
                  <a:lnTo>
                    <a:pt x="34051" y="8897"/>
                  </a:lnTo>
                  <a:cubicBezTo>
                    <a:pt x="32205" y="8021"/>
                    <a:pt x="30334" y="7353"/>
                    <a:pt x="28437" y="6891"/>
                  </a:cubicBezTo>
                  <a:cubicBezTo>
                    <a:pt x="26566" y="6430"/>
                    <a:pt x="24707" y="6198"/>
                    <a:pt x="22859" y="6198"/>
                  </a:cubicBezTo>
                  <a:cubicBezTo>
                    <a:pt x="17998" y="6198"/>
                    <a:pt x="14279" y="7839"/>
                    <a:pt x="11703" y="11120"/>
                  </a:cubicBezTo>
                  <a:cubicBezTo>
                    <a:pt x="9151" y="14401"/>
                    <a:pt x="7692" y="19359"/>
                    <a:pt x="7328" y="25995"/>
                  </a:cubicBezTo>
                  <a:cubicBezTo>
                    <a:pt x="8762" y="23881"/>
                    <a:pt x="10561" y="22264"/>
                    <a:pt x="12724" y="21146"/>
                  </a:cubicBezTo>
                  <a:cubicBezTo>
                    <a:pt x="14887" y="20004"/>
                    <a:pt x="17269" y="19433"/>
                    <a:pt x="19869" y="19433"/>
                  </a:cubicBezTo>
                  <a:cubicBezTo>
                    <a:pt x="25339" y="19433"/>
                    <a:pt x="29652" y="21098"/>
                    <a:pt x="32812" y="24428"/>
                  </a:cubicBezTo>
                  <a:cubicBezTo>
                    <a:pt x="35996" y="27734"/>
                    <a:pt x="37589" y="32242"/>
                    <a:pt x="37589" y="37953"/>
                  </a:cubicBezTo>
                  <a:cubicBezTo>
                    <a:pt x="37589" y="43543"/>
                    <a:pt x="35936" y="48028"/>
                    <a:pt x="32630" y="51406"/>
                  </a:cubicBezTo>
                  <a:cubicBezTo>
                    <a:pt x="29325" y="54785"/>
                    <a:pt x="24925" y="56474"/>
                    <a:pt x="19432" y="56474"/>
                  </a:cubicBezTo>
                  <a:cubicBezTo>
                    <a:pt x="13136" y="56474"/>
                    <a:pt x="8324" y="54068"/>
                    <a:pt x="4995" y="49255"/>
                  </a:cubicBezTo>
                  <a:cubicBezTo>
                    <a:pt x="1665" y="44419"/>
                    <a:pt x="0" y="37418"/>
                    <a:pt x="0" y="28256"/>
                  </a:cubicBezTo>
                  <a:cubicBezTo>
                    <a:pt x="0" y="19652"/>
                    <a:pt x="2042" y="12797"/>
                    <a:pt x="6125" y="7693"/>
                  </a:cubicBezTo>
                  <a:cubicBezTo>
                    <a:pt x="10209" y="2564"/>
                    <a:pt x="15689" y="0"/>
                    <a:pt x="22568" y="0"/>
                  </a:cubicBezTo>
                  <a:cubicBezTo>
                    <a:pt x="24415" y="0"/>
                    <a:pt x="26275" y="183"/>
                    <a:pt x="28146" y="547"/>
                  </a:cubicBezTo>
                  <a:cubicBezTo>
                    <a:pt x="30042" y="912"/>
                    <a:pt x="32010" y="1459"/>
                    <a:pt x="34051" y="2188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B23F253E-1130-AA12-0748-07D4B5D95F39}"/>
                </a:ext>
              </a:extLst>
            </p:cNvPr>
            <p:cNvSpPr/>
            <p:nvPr/>
          </p:nvSpPr>
          <p:spPr>
            <a:xfrm>
              <a:off x="538253" y="3710074"/>
              <a:ext cx="37624" cy="56474"/>
            </a:xfrm>
            <a:custGeom>
              <a:avLst/>
              <a:gdLst>
                <a:gd name="connsiteX0" fmla="*/ 18813 w 37624"/>
                <a:gd name="connsiteY0" fmla="*/ 5834 h 56474"/>
                <a:gd name="connsiteX1" fmla="*/ 10245 w 37624"/>
                <a:gd name="connsiteY1" fmla="*/ 11448 h 56474"/>
                <a:gd name="connsiteX2" fmla="*/ 7401 w 37624"/>
                <a:gd name="connsiteY2" fmla="*/ 28255 h 56474"/>
                <a:gd name="connsiteX3" fmla="*/ 10245 w 37624"/>
                <a:gd name="connsiteY3" fmla="*/ 45062 h 56474"/>
                <a:gd name="connsiteX4" fmla="*/ 18813 w 37624"/>
                <a:gd name="connsiteY4" fmla="*/ 50640 h 56474"/>
                <a:gd name="connsiteX5" fmla="*/ 27380 w 37624"/>
                <a:gd name="connsiteY5" fmla="*/ 45062 h 56474"/>
                <a:gd name="connsiteX6" fmla="*/ 30260 w 37624"/>
                <a:gd name="connsiteY6" fmla="*/ 28255 h 56474"/>
                <a:gd name="connsiteX7" fmla="*/ 27380 w 37624"/>
                <a:gd name="connsiteY7" fmla="*/ 11448 h 56474"/>
                <a:gd name="connsiteX8" fmla="*/ 18813 w 37624"/>
                <a:gd name="connsiteY8" fmla="*/ 5834 h 56474"/>
                <a:gd name="connsiteX9" fmla="*/ 18813 w 37624"/>
                <a:gd name="connsiteY9" fmla="*/ 0 h 56474"/>
                <a:gd name="connsiteX10" fmla="*/ 32775 w 37624"/>
                <a:gd name="connsiteY10" fmla="*/ 7256 h 56474"/>
                <a:gd name="connsiteX11" fmla="*/ 37624 w 37624"/>
                <a:gd name="connsiteY11" fmla="*/ 28255 h 56474"/>
                <a:gd name="connsiteX12" fmla="*/ 32775 w 37624"/>
                <a:gd name="connsiteY12" fmla="*/ 49255 h 56474"/>
                <a:gd name="connsiteX13" fmla="*/ 18813 w 37624"/>
                <a:gd name="connsiteY13" fmla="*/ 56474 h 56474"/>
                <a:gd name="connsiteX14" fmla="*/ 4812 w 37624"/>
                <a:gd name="connsiteY14" fmla="*/ 49255 h 56474"/>
                <a:gd name="connsiteX15" fmla="*/ 0 w 37624"/>
                <a:gd name="connsiteY15" fmla="*/ 28255 h 56474"/>
                <a:gd name="connsiteX16" fmla="*/ 4812 w 37624"/>
                <a:gd name="connsiteY16" fmla="*/ 7256 h 56474"/>
                <a:gd name="connsiteX17" fmla="*/ 18813 w 37624"/>
                <a:gd name="connsiteY17" fmla="*/ 0 h 56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74">
                  <a:moveTo>
                    <a:pt x="18813" y="5834"/>
                  </a:moveTo>
                  <a:cubicBezTo>
                    <a:pt x="15021" y="5834"/>
                    <a:pt x="12164" y="7705"/>
                    <a:pt x="10245" y="11448"/>
                  </a:cubicBezTo>
                  <a:cubicBezTo>
                    <a:pt x="8348" y="15167"/>
                    <a:pt x="7401" y="20769"/>
                    <a:pt x="7401" y="28255"/>
                  </a:cubicBezTo>
                  <a:cubicBezTo>
                    <a:pt x="7401" y="35717"/>
                    <a:pt x="8348" y="41319"/>
                    <a:pt x="10245" y="45062"/>
                  </a:cubicBezTo>
                  <a:cubicBezTo>
                    <a:pt x="12164" y="48781"/>
                    <a:pt x="15021" y="50640"/>
                    <a:pt x="18813" y="50640"/>
                  </a:cubicBezTo>
                  <a:cubicBezTo>
                    <a:pt x="22628" y="50640"/>
                    <a:pt x="25483" y="48781"/>
                    <a:pt x="27380" y="45062"/>
                  </a:cubicBezTo>
                  <a:cubicBezTo>
                    <a:pt x="29299" y="41319"/>
                    <a:pt x="30260" y="35717"/>
                    <a:pt x="30260" y="28255"/>
                  </a:cubicBezTo>
                  <a:cubicBezTo>
                    <a:pt x="30260" y="20769"/>
                    <a:pt x="29299" y="15167"/>
                    <a:pt x="27380" y="11448"/>
                  </a:cubicBezTo>
                  <a:cubicBezTo>
                    <a:pt x="25483" y="7705"/>
                    <a:pt x="22628" y="5834"/>
                    <a:pt x="18813" y="5834"/>
                  </a:cubicBezTo>
                  <a:moveTo>
                    <a:pt x="18813" y="0"/>
                  </a:moveTo>
                  <a:cubicBezTo>
                    <a:pt x="24913" y="0"/>
                    <a:pt x="29567" y="2418"/>
                    <a:pt x="32775" y="7256"/>
                  </a:cubicBezTo>
                  <a:cubicBezTo>
                    <a:pt x="36008" y="12068"/>
                    <a:pt x="37624" y="19067"/>
                    <a:pt x="37624" y="28255"/>
                  </a:cubicBezTo>
                  <a:cubicBezTo>
                    <a:pt x="37624" y="37418"/>
                    <a:pt x="36008" y="44419"/>
                    <a:pt x="32775" y="49255"/>
                  </a:cubicBezTo>
                  <a:cubicBezTo>
                    <a:pt x="29567" y="54068"/>
                    <a:pt x="24913" y="56474"/>
                    <a:pt x="18813" y="56474"/>
                  </a:cubicBezTo>
                  <a:cubicBezTo>
                    <a:pt x="12712" y="56474"/>
                    <a:pt x="8045" y="54068"/>
                    <a:pt x="4812" y="49255"/>
                  </a:cubicBezTo>
                  <a:cubicBezTo>
                    <a:pt x="1604" y="44419"/>
                    <a:pt x="0" y="37418"/>
                    <a:pt x="0" y="28255"/>
                  </a:cubicBezTo>
                  <a:cubicBezTo>
                    <a:pt x="0" y="19067"/>
                    <a:pt x="1604" y="12068"/>
                    <a:pt x="4812" y="7256"/>
                  </a:cubicBezTo>
                  <a:cubicBezTo>
                    <a:pt x="8045" y="2418"/>
                    <a:pt x="12712" y="0"/>
                    <a:pt x="18813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EA812FDE-E518-7F20-BC62-92F5F3022BC8}"/>
                </a:ext>
              </a:extLst>
            </p:cNvPr>
            <p:cNvSpPr/>
            <p:nvPr/>
          </p:nvSpPr>
          <p:spPr>
            <a:xfrm>
              <a:off x="588820" y="3756230"/>
              <a:ext cx="7692" cy="9260"/>
            </a:xfrm>
            <a:custGeom>
              <a:avLst/>
              <a:gdLst>
                <a:gd name="connsiteX0" fmla="*/ 0 w 7692"/>
                <a:gd name="connsiteY0" fmla="*/ 0 h 9260"/>
                <a:gd name="connsiteX1" fmla="*/ 7692 w 7692"/>
                <a:gd name="connsiteY1" fmla="*/ 0 h 9260"/>
                <a:gd name="connsiteX2" fmla="*/ 7692 w 7692"/>
                <a:gd name="connsiteY2" fmla="*/ 9260 h 9260"/>
                <a:gd name="connsiteX3" fmla="*/ 0 w 7692"/>
                <a:gd name="connsiteY3" fmla="*/ 9260 h 9260"/>
                <a:gd name="connsiteX4" fmla="*/ 0 w 7692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2" h="9260">
                  <a:moveTo>
                    <a:pt x="0" y="0"/>
                  </a:moveTo>
                  <a:lnTo>
                    <a:pt x="7692" y="0"/>
                  </a:lnTo>
                  <a:lnTo>
                    <a:pt x="7692" y="9260"/>
                  </a:lnTo>
                  <a:lnTo>
                    <a:pt x="0" y="92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F21E600E-3A92-EE89-C78D-47F850AFD128}"/>
                </a:ext>
              </a:extLst>
            </p:cNvPr>
            <p:cNvSpPr/>
            <p:nvPr/>
          </p:nvSpPr>
          <p:spPr>
            <a:xfrm>
              <a:off x="609638" y="3710074"/>
              <a:ext cx="37332" cy="56474"/>
            </a:xfrm>
            <a:custGeom>
              <a:avLst/>
              <a:gdLst>
                <a:gd name="connsiteX0" fmla="*/ 18666 w 37332"/>
                <a:gd name="connsiteY0" fmla="*/ 29568 h 56474"/>
                <a:gd name="connsiteX1" fmla="*/ 10391 w 37332"/>
                <a:gd name="connsiteY1" fmla="*/ 32375 h 56474"/>
                <a:gd name="connsiteX2" fmla="*/ 7401 w 37332"/>
                <a:gd name="connsiteY2" fmla="*/ 40104 h 56474"/>
                <a:gd name="connsiteX3" fmla="*/ 10391 w 37332"/>
                <a:gd name="connsiteY3" fmla="*/ 47833 h 56474"/>
                <a:gd name="connsiteX4" fmla="*/ 18666 w 37332"/>
                <a:gd name="connsiteY4" fmla="*/ 50640 h 56474"/>
                <a:gd name="connsiteX5" fmla="*/ 26942 w 37332"/>
                <a:gd name="connsiteY5" fmla="*/ 47833 h 56474"/>
                <a:gd name="connsiteX6" fmla="*/ 29968 w 37332"/>
                <a:gd name="connsiteY6" fmla="*/ 40104 h 56474"/>
                <a:gd name="connsiteX7" fmla="*/ 26942 w 37332"/>
                <a:gd name="connsiteY7" fmla="*/ 32375 h 56474"/>
                <a:gd name="connsiteX8" fmla="*/ 18666 w 37332"/>
                <a:gd name="connsiteY8" fmla="*/ 29568 h 56474"/>
                <a:gd name="connsiteX9" fmla="*/ 11301 w 37332"/>
                <a:gd name="connsiteY9" fmla="*/ 26432 h 56474"/>
                <a:gd name="connsiteX10" fmla="*/ 3901 w 37332"/>
                <a:gd name="connsiteY10" fmla="*/ 22021 h 56474"/>
                <a:gd name="connsiteX11" fmla="*/ 1275 w 37332"/>
                <a:gd name="connsiteY11" fmla="*/ 14109 h 56474"/>
                <a:gd name="connsiteX12" fmla="*/ 5906 w 37332"/>
                <a:gd name="connsiteY12" fmla="*/ 3792 h 56474"/>
                <a:gd name="connsiteX13" fmla="*/ 18666 w 37332"/>
                <a:gd name="connsiteY13" fmla="*/ 0 h 56474"/>
                <a:gd name="connsiteX14" fmla="*/ 31426 w 37332"/>
                <a:gd name="connsiteY14" fmla="*/ 3792 h 56474"/>
                <a:gd name="connsiteX15" fmla="*/ 36057 w 37332"/>
                <a:gd name="connsiteY15" fmla="*/ 14109 h 56474"/>
                <a:gd name="connsiteX16" fmla="*/ 33395 w 37332"/>
                <a:gd name="connsiteY16" fmla="*/ 22021 h 56474"/>
                <a:gd name="connsiteX17" fmla="*/ 26068 w 37332"/>
                <a:gd name="connsiteY17" fmla="*/ 26432 h 56474"/>
                <a:gd name="connsiteX18" fmla="*/ 34343 w 37332"/>
                <a:gd name="connsiteY18" fmla="*/ 31281 h 56474"/>
                <a:gd name="connsiteX19" fmla="*/ 37333 w 37332"/>
                <a:gd name="connsiteY19" fmla="*/ 40104 h 56474"/>
                <a:gd name="connsiteX20" fmla="*/ 32484 w 37332"/>
                <a:gd name="connsiteY20" fmla="*/ 52245 h 56474"/>
                <a:gd name="connsiteX21" fmla="*/ 18666 w 37332"/>
                <a:gd name="connsiteY21" fmla="*/ 56474 h 56474"/>
                <a:gd name="connsiteX22" fmla="*/ 4812 w 37332"/>
                <a:gd name="connsiteY22" fmla="*/ 52245 h 56474"/>
                <a:gd name="connsiteX23" fmla="*/ 0 w 37332"/>
                <a:gd name="connsiteY23" fmla="*/ 40104 h 56474"/>
                <a:gd name="connsiteX24" fmla="*/ 2989 w 37332"/>
                <a:gd name="connsiteY24" fmla="*/ 31281 h 56474"/>
                <a:gd name="connsiteX25" fmla="*/ 11301 w 37332"/>
                <a:gd name="connsiteY25" fmla="*/ 26432 h 56474"/>
                <a:gd name="connsiteX26" fmla="*/ 8604 w 37332"/>
                <a:gd name="connsiteY26" fmla="*/ 14802 h 56474"/>
                <a:gd name="connsiteX27" fmla="*/ 11228 w 37332"/>
                <a:gd name="connsiteY27" fmla="*/ 21401 h 56474"/>
                <a:gd name="connsiteX28" fmla="*/ 18666 w 37332"/>
                <a:gd name="connsiteY28" fmla="*/ 23771 h 56474"/>
                <a:gd name="connsiteX29" fmla="*/ 26068 w 37332"/>
                <a:gd name="connsiteY29" fmla="*/ 21401 h 56474"/>
                <a:gd name="connsiteX30" fmla="*/ 28765 w 37332"/>
                <a:gd name="connsiteY30" fmla="*/ 14802 h 56474"/>
                <a:gd name="connsiteX31" fmla="*/ 26068 w 37332"/>
                <a:gd name="connsiteY31" fmla="*/ 8204 h 56474"/>
                <a:gd name="connsiteX32" fmla="*/ 18666 w 37332"/>
                <a:gd name="connsiteY32" fmla="*/ 5834 h 56474"/>
                <a:gd name="connsiteX33" fmla="*/ 11228 w 37332"/>
                <a:gd name="connsiteY33" fmla="*/ 8204 h 56474"/>
                <a:gd name="connsiteX34" fmla="*/ 8604 w 37332"/>
                <a:gd name="connsiteY34" fmla="*/ 14802 h 56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37332" h="56474">
                  <a:moveTo>
                    <a:pt x="18666" y="29568"/>
                  </a:moveTo>
                  <a:cubicBezTo>
                    <a:pt x="15166" y="29568"/>
                    <a:pt x="12407" y="30504"/>
                    <a:pt x="10391" y="32375"/>
                  </a:cubicBezTo>
                  <a:cubicBezTo>
                    <a:pt x="8397" y="34246"/>
                    <a:pt x="7401" y="36823"/>
                    <a:pt x="7401" y="40104"/>
                  </a:cubicBezTo>
                  <a:cubicBezTo>
                    <a:pt x="7401" y="43385"/>
                    <a:pt x="8397" y="45962"/>
                    <a:pt x="10391" y="47833"/>
                  </a:cubicBezTo>
                  <a:cubicBezTo>
                    <a:pt x="12407" y="49704"/>
                    <a:pt x="15166" y="50640"/>
                    <a:pt x="18666" y="50640"/>
                  </a:cubicBezTo>
                  <a:cubicBezTo>
                    <a:pt x="22166" y="50640"/>
                    <a:pt x="24925" y="49704"/>
                    <a:pt x="26942" y="47833"/>
                  </a:cubicBezTo>
                  <a:cubicBezTo>
                    <a:pt x="28959" y="45937"/>
                    <a:pt x="29968" y="43361"/>
                    <a:pt x="29968" y="40104"/>
                  </a:cubicBezTo>
                  <a:cubicBezTo>
                    <a:pt x="29968" y="36823"/>
                    <a:pt x="28959" y="34246"/>
                    <a:pt x="26942" y="32375"/>
                  </a:cubicBezTo>
                  <a:cubicBezTo>
                    <a:pt x="24949" y="30504"/>
                    <a:pt x="22190" y="29568"/>
                    <a:pt x="18666" y="29568"/>
                  </a:cubicBezTo>
                  <a:moveTo>
                    <a:pt x="11301" y="26432"/>
                  </a:moveTo>
                  <a:cubicBezTo>
                    <a:pt x="8141" y="25655"/>
                    <a:pt x="5674" y="24184"/>
                    <a:pt x="3901" y="22021"/>
                  </a:cubicBezTo>
                  <a:cubicBezTo>
                    <a:pt x="2150" y="19858"/>
                    <a:pt x="1275" y="17221"/>
                    <a:pt x="1275" y="14109"/>
                  </a:cubicBezTo>
                  <a:cubicBezTo>
                    <a:pt x="1275" y="9759"/>
                    <a:pt x="2819" y="6320"/>
                    <a:pt x="5906" y="3792"/>
                  </a:cubicBezTo>
                  <a:cubicBezTo>
                    <a:pt x="9017" y="1264"/>
                    <a:pt x="13270" y="0"/>
                    <a:pt x="18666" y="0"/>
                  </a:cubicBezTo>
                  <a:cubicBezTo>
                    <a:pt x="24087" y="0"/>
                    <a:pt x="28340" y="1264"/>
                    <a:pt x="31426" y="3792"/>
                  </a:cubicBezTo>
                  <a:cubicBezTo>
                    <a:pt x="34513" y="6320"/>
                    <a:pt x="36057" y="9759"/>
                    <a:pt x="36057" y="14109"/>
                  </a:cubicBezTo>
                  <a:cubicBezTo>
                    <a:pt x="36057" y="17221"/>
                    <a:pt x="35169" y="19858"/>
                    <a:pt x="33395" y="22021"/>
                  </a:cubicBezTo>
                  <a:cubicBezTo>
                    <a:pt x="31645" y="24184"/>
                    <a:pt x="29202" y="25655"/>
                    <a:pt x="26068" y="26432"/>
                  </a:cubicBezTo>
                  <a:cubicBezTo>
                    <a:pt x="29616" y="27259"/>
                    <a:pt x="32375" y="28876"/>
                    <a:pt x="34343" y="31281"/>
                  </a:cubicBezTo>
                  <a:cubicBezTo>
                    <a:pt x="36337" y="33687"/>
                    <a:pt x="37333" y="36628"/>
                    <a:pt x="37333" y="40104"/>
                  </a:cubicBezTo>
                  <a:cubicBezTo>
                    <a:pt x="37333" y="45379"/>
                    <a:pt x="35716" y="49425"/>
                    <a:pt x="32484" y="52245"/>
                  </a:cubicBezTo>
                  <a:cubicBezTo>
                    <a:pt x="29275" y="55065"/>
                    <a:pt x="24670" y="56474"/>
                    <a:pt x="18666" y="56474"/>
                  </a:cubicBezTo>
                  <a:cubicBezTo>
                    <a:pt x="12662" y="56474"/>
                    <a:pt x="8044" y="55065"/>
                    <a:pt x="4812" y="52245"/>
                  </a:cubicBezTo>
                  <a:cubicBezTo>
                    <a:pt x="1604" y="49425"/>
                    <a:pt x="0" y="45379"/>
                    <a:pt x="0" y="40104"/>
                  </a:cubicBezTo>
                  <a:cubicBezTo>
                    <a:pt x="0" y="36628"/>
                    <a:pt x="996" y="33687"/>
                    <a:pt x="2989" y="31281"/>
                  </a:cubicBezTo>
                  <a:cubicBezTo>
                    <a:pt x="4982" y="28876"/>
                    <a:pt x="7753" y="27259"/>
                    <a:pt x="11301" y="26432"/>
                  </a:cubicBezTo>
                  <a:moveTo>
                    <a:pt x="8604" y="14802"/>
                  </a:moveTo>
                  <a:cubicBezTo>
                    <a:pt x="8604" y="17622"/>
                    <a:pt x="9479" y="19822"/>
                    <a:pt x="11228" y="21401"/>
                  </a:cubicBezTo>
                  <a:cubicBezTo>
                    <a:pt x="13002" y="22981"/>
                    <a:pt x="15482" y="23771"/>
                    <a:pt x="18666" y="23771"/>
                  </a:cubicBezTo>
                  <a:cubicBezTo>
                    <a:pt x="21826" y="23771"/>
                    <a:pt x="24293" y="22981"/>
                    <a:pt x="26068" y="21401"/>
                  </a:cubicBezTo>
                  <a:cubicBezTo>
                    <a:pt x="27866" y="19822"/>
                    <a:pt x="28765" y="17622"/>
                    <a:pt x="28765" y="14802"/>
                  </a:cubicBezTo>
                  <a:cubicBezTo>
                    <a:pt x="28765" y="11983"/>
                    <a:pt x="27866" y="9783"/>
                    <a:pt x="26068" y="8204"/>
                  </a:cubicBezTo>
                  <a:cubicBezTo>
                    <a:pt x="24293" y="6624"/>
                    <a:pt x="21826" y="5834"/>
                    <a:pt x="18666" y="5834"/>
                  </a:cubicBezTo>
                  <a:cubicBezTo>
                    <a:pt x="15482" y="5834"/>
                    <a:pt x="13002" y="6624"/>
                    <a:pt x="11228" y="8204"/>
                  </a:cubicBezTo>
                  <a:cubicBezTo>
                    <a:pt x="9479" y="9783"/>
                    <a:pt x="8604" y="11983"/>
                    <a:pt x="8604" y="14802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A2EDD598-713E-C0EF-B090-18CEECD8E08B}"/>
                </a:ext>
              </a:extLst>
            </p:cNvPr>
            <p:cNvSpPr/>
            <p:nvPr/>
          </p:nvSpPr>
          <p:spPr>
            <a:xfrm>
              <a:off x="541388" y="3541832"/>
              <a:ext cx="32410" cy="54432"/>
            </a:xfrm>
            <a:custGeom>
              <a:avLst/>
              <a:gdLst>
                <a:gd name="connsiteX0" fmla="*/ 1057 w 32410"/>
                <a:gd name="connsiteY0" fmla="*/ 48234 h 54432"/>
                <a:gd name="connsiteX1" fmla="*/ 13088 w 32410"/>
                <a:gd name="connsiteY1" fmla="*/ 48234 h 54432"/>
                <a:gd name="connsiteX2" fmla="*/ 13088 w 32410"/>
                <a:gd name="connsiteY2" fmla="*/ 6708 h 54432"/>
                <a:gd name="connsiteX3" fmla="*/ 0 w 32410"/>
                <a:gd name="connsiteY3" fmla="*/ 9333 h 54432"/>
                <a:gd name="connsiteX4" fmla="*/ 0 w 32410"/>
                <a:gd name="connsiteY4" fmla="*/ 2625 h 54432"/>
                <a:gd name="connsiteX5" fmla="*/ 13015 w 32410"/>
                <a:gd name="connsiteY5" fmla="*/ 0 h 54432"/>
                <a:gd name="connsiteX6" fmla="*/ 20380 w 32410"/>
                <a:gd name="connsiteY6" fmla="*/ 0 h 54432"/>
                <a:gd name="connsiteX7" fmla="*/ 20380 w 32410"/>
                <a:gd name="connsiteY7" fmla="*/ 48234 h 54432"/>
                <a:gd name="connsiteX8" fmla="*/ 32411 w 32410"/>
                <a:gd name="connsiteY8" fmla="*/ 48234 h 54432"/>
                <a:gd name="connsiteX9" fmla="*/ 32411 w 32410"/>
                <a:gd name="connsiteY9" fmla="*/ 54432 h 54432"/>
                <a:gd name="connsiteX10" fmla="*/ 1057 w 32410"/>
                <a:gd name="connsiteY10" fmla="*/ 54432 h 54432"/>
                <a:gd name="connsiteX11" fmla="*/ 1057 w 32410"/>
                <a:gd name="connsiteY11" fmla="*/ 48234 h 54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410" h="54432">
                  <a:moveTo>
                    <a:pt x="1057" y="48234"/>
                  </a:moveTo>
                  <a:lnTo>
                    <a:pt x="13088" y="48234"/>
                  </a:lnTo>
                  <a:lnTo>
                    <a:pt x="13088" y="6708"/>
                  </a:lnTo>
                  <a:lnTo>
                    <a:pt x="0" y="9333"/>
                  </a:lnTo>
                  <a:lnTo>
                    <a:pt x="0" y="2625"/>
                  </a:lnTo>
                  <a:lnTo>
                    <a:pt x="13015" y="0"/>
                  </a:lnTo>
                  <a:lnTo>
                    <a:pt x="20380" y="0"/>
                  </a:lnTo>
                  <a:lnTo>
                    <a:pt x="20380" y="48234"/>
                  </a:lnTo>
                  <a:lnTo>
                    <a:pt x="32411" y="48234"/>
                  </a:lnTo>
                  <a:lnTo>
                    <a:pt x="32411" y="54432"/>
                  </a:lnTo>
                  <a:lnTo>
                    <a:pt x="1057" y="54432"/>
                  </a:lnTo>
                  <a:lnTo>
                    <a:pt x="1057" y="48234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405B5B60-6AF7-EC05-DF9E-E0EA78507D82}"/>
                </a:ext>
              </a:extLst>
            </p:cNvPr>
            <p:cNvSpPr/>
            <p:nvPr/>
          </p:nvSpPr>
          <p:spPr>
            <a:xfrm>
              <a:off x="588674" y="3587003"/>
              <a:ext cx="7692" cy="9261"/>
            </a:xfrm>
            <a:custGeom>
              <a:avLst/>
              <a:gdLst>
                <a:gd name="connsiteX0" fmla="*/ 0 w 7692"/>
                <a:gd name="connsiteY0" fmla="*/ 0 h 9261"/>
                <a:gd name="connsiteX1" fmla="*/ 7692 w 7692"/>
                <a:gd name="connsiteY1" fmla="*/ 0 h 9261"/>
                <a:gd name="connsiteX2" fmla="*/ 7692 w 7692"/>
                <a:gd name="connsiteY2" fmla="*/ 9261 h 9261"/>
                <a:gd name="connsiteX3" fmla="*/ 0 w 7692"/>
                <a:gd name="connsiteY3" fmla="*/ 9261 h 9261"/>
                <a:gd name="connsiteX4" fmla="*/ 0 w 7692"/>
                <a:gd name="connsiteY4" fmla="*/ 0 h 9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2" h="9261">
                  <a:moveTo>
                    <a:pt x="0" y="0"/>
                  </a:moveTo>
                  <a:lnTo>
                    <a:pt x="7692" y="0"/>
                  </a:lnTo>
                  <a:lnTo>
                    <a:pt x="7692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2" name="Freeform 321">
              <a:extLst>
                <a:ext uri="{FF2B5EF4-FFF2-40B4-BE49-F238E27FC236}">
                  <a16:creationId xmlns:a16="http://schemas.microsoft.com/office/drawing/2014/main" id="{9E72174F-6C7D-71A7-9F4D-EEA6F2E21676}"/>
                </a:ext>
              </a:extLst>
            </p:cNvPr>
            <p:cNvSpPr/>
            <p:nvPr/>
          </p:nvSpPr>
          <p:spPr>
            <a:xfrm>
              <a:off x="609345" y="3540848"/>
              <a:ext cx="37625" cy="56473"/>
            </a:xfrm>
            <a:custGeom>
              <a:avLst/>
              <a:gdLst>
                <a:gd name="connsiteX0" fmla="*/ 18813 w 37625"/>
                <a:gd name="connsiteY0" fmla="*/ 5833 h 56473"/>
                <a:gd name="connsiteX1" fmla="*/ 10246 w 37625"/>
                <a:gd name="connsiteY1" fmla="*/ 11448 h 56473"/>
                <a:gd name="connsiteX2" fmla="*/ 7402 w 37625"/>
                <a:gd name="connsiteY2" fmla="*/ 28255 h 56473"/>
                <a:gd name="connsiteX3" fmla="*/ 10246 w 37625"/>
                <a:gd name="connsiteY3" fmla="*/ 45062 h 56473"/>
                <a:gd name="connsiteX4" fmla="*/ 18813 w 37625"/>
                <a:gd name="connsiteY4" fmla="*/ 50640 h 56473"/>
                <a:gd name="connsiteX5" fmla="*/ 27381 w 37625"/>
                <a:gd name="connsiteY5" fmla="*/ 45062 h 56473"/>
                <a:gd name="connsiteX6" fmla="*/ 30261 w 37625"/>
                <a:gd name="connsiteY6" fmla="*/ 28255 h 56473"/>
                <a:gd name="connsiteX7" fmla="*/ 27381 w 37625"/>
                <a:gd name="connsiteY7" fmla="*/ 11448 h 56473"/>
                <a:gd name="connsiteX8" fmla="*/ 18813 w 37625"/>
                <a:gd name="connsiteY8" fmla="*/ 5833 h 56473"/>
                <a:gd name="connsiteX9" fmla="*/ 18813 w 37625"/>
                <a:gd name="connsiteY9" fmla="*/ 0 h 56473"/>
                <a:gd name="connsiteX10" fmla="*/ 32776 w 37625"/>
                <a:gd name="connsiteY10" fmla="*/ 7255 h 56473"/>
                <a:gd name="connsiteX11" fmla="*/ 37625 w 37625"/>
                <a:gd name="connsiteY11" fmla="*/ 28255 h 56473"/>
                <a:gd name="connsiteX12" fmla="*/ 32776 w 37625"/>
                <a:gd name="connsiteY12" fmla="*/ 49255 h 56473"/>
                <a:gd name="connsiteX13" fmla="*/ 18813 w 37625"/>
                <a:gd name="connsiteY13" fmla="*/ 56473 h 56473"/>
                <a:gd name="connsiteX14" fmla="*/ 4813 w 37625"/>
                <a:gd name="connsiteY14" fmla="*/ 49255 h 56473"/>
                <a:gd name="connsiteX15" fmla="*/ 0 w 37625"/>
                <a:gd name="connsiteY15" fmla="*/ 28255 h 56473"/>
                <a:gd name="connsiteX16" fmla="*/ 4813 w 37625"/>
                <a:gd name="connsiteY16" fmla="*/ 7255 h 56473"/>
                <a:gd name="connsiteX17" fmla="*/ 18813 w 37625"/>
                <a:gd name="connsiteY17" fmla="*/ 0 h 56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5" h="56473">
                  <a:moveTo>
                    <a:pt x="18813" y="5833"/>
                  </a:moveTo>
                  <a:cubicBezTo>
                    <a:pt x="15021" y="5833"/>
                    <a:pt x="12165" y="7705"/>
                    <a:pt x="10246" y="11448"/>
                  </a:cubicBezTo>
                  <a:cubicBezTo>
                    <a:pt x="8349" y="15167"/>
                    <a:pt x="7402" y="20769"/>
                    <a:pt x="7402" y="28255"/>
                  </a:cubicBezTo>
                  <a:cubicBezTo>
                    <a:pt x="7402" y="35717"/>
                    <a:pt x="8349" y="41319"/>
                    <a:pt x="10246" y="45062"/>
                  </a:cubicBezTo>
                  <a:cubicBezTo>
                    <a:pt x="12165" y="48781"/>
                    <a:pt x="15021" y="50640"/>
                    <a:pt x="18813" y="50640"/>
                  </a:cubicBezTo>
                  <a:cubicBezTo>
                    <a:pt x="22629" y="50640"/>
                    <a:pt x="25484" y="48781"/>
                    <a:pt x="27381" y="45062"/>
                  </a:cubicBezTo>
                  <a:cubicBezTo>
                    <a:pt x="29300" y="41319"/>
                    <a:pt x="30261" y="35717"/>
                    <a:pt x="30261" y="28255"/>
                  </a:cubicBezTo>
                  <a:cubicBezTo>
                    <a:pt x="30261" y="20769"/>
                    <a:pt x="29300" y="15167"/>
                    <a:pt x="27381" y="11448"/>
                  </a:cubicBezTo>
                  <a:cubicBezTo>
                    <a:pt x="25484" y="7705"/>
                    <a:pt x="22629" y="5833"/>
                    <a:pt x="18813" y="5833"/>
                  </a:cubicBezTo>
                  <a:moveTo>
                    <a:pt x="18813" y="0"/>
                  </a:moveTo>
                  <a:cubicBezTo>
                    <a:pt x="24914" y="0"/>
                    <a:pt x="29568" y="2418"/>
                    <a:pt x="32776" y="7255"/>
                  </a:cubicBezTo>
                  <a:cubicBezTo>
                    <a:pt x="36009" y="12068"/>
                    <a:pt x="37625" y="19068"/>
                    <a:pt x="37625" y="28255"/>
                  </a:cubicBezTo>
                  <a:cubicBezTo>
                    <a:pt x="37625" y="37418"/>
                    <a:pt x="36009" y="44419"/>
                    <a:pt x="32776" y="49255"/>
                  </a:cubicBezTo>
                  <a:cubicBezTo>
                    <a:pt x="29568" y="54068"/>
                    <a:pt x="24914" y="56473"/>
                    <a:pt x="18813" y="56473"/>
                  </a:cubicBezTo>
                  <a:cubicBezTo>
                    <a:pt x="12712" y="56473"/>
                    <a:pt x="8045" y="54068"/>
                    <a:pt x="4813" y="49255"/>
                  </a:cubicBezTo>
                  <a:cubicBezTo>
                    <a:pt x="1605" y="44419"/>
                    <a:pt x="0" y="37418"/>
                    <a:pt x="0" y="28255"/>
                  </a:cubicBezTo>
                  <a:cubicBezTo>
                    <a:pt x="0" y="19068"/>
                    <a:pt x="1605" y="12068"/>
                    <a:pt x="4813" y="7255"/>
                  </a:cubicBezTo>
                  <a:cubicBezTo>
                    <a:pt x="8045" y="2418"/>
                    <a:pt x="12712" y="0"/>
                    <a:pt x="18813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7C6EDFCF-2F43-2BCD-6F81-4484440B3190}"/>
                </a:ext>
              </a:extLst>
            </p:cNvPr>
            <p:cNvSpPr/>
            <p:nvPr/>
          </p:nvSpPr>
          <p:spPr>
            <a:xfrm>
              <a:off x="375293" y="4229280"/>
              <a:ext cx="60879" cy="39083"/>
            </a:xfrm>
            <a:custGeom>
              <a:avLst/>
              <a:gdLst>
                <a:gd name="connsiteX0" fmla="*/ 27194 w 60879"/>
                <a:gd name="connsiteY0" fmla="*/ 0 h 39083"/>
                <a:gd name="connsiteX1" fmla="*/ 31030 w 60879"/>
                <a:gd name="connsiteY1" fmla="*/ 1476 h 39083"/>
                <a:gd name="connsiteX2" fmla="*/ 32464 w 60879"/>
                <a:gd name="connsiteY2" fmla="*/ 4722 h 39083"/>
                <a:gd name="connsiteX3" fmla="*/ 31536 w 60879"/>
                <a:gd name="connsiteY3" fmla="*/ 7168 h 39083"/>
                <a:gd name="connsiteX4" fmla="*/ 29428 w 60879"/>
                <a:gd name="connsiteY4" fmla="*/ 8011 h 39083"/>
                <a:gd name="connsiteX5" fmla="*/ 28290 w 60879"/>
                <a:gd name="connsiteY5" fmla="*/ 7800 h 39083"/>
                <a:gd name="connsiteX6" fmla="*/ 26814 w 60879"/>
                <a:gd name="connsiteY6" fmla="*/ 7125 h 39083"/>
                <a:gd name="connsiteX7" fmla="*/ 25423 w 60879"/>
                <a:gd name="connsiteY7" fmla="*/ 5566 h 39083"/>
                <a:gd name="connsiteX8" fmla="*/ 24748 w 60879"/>
                <a:gd name="connsiteY8" fmla="*/ 3078 h 39083"/>
                <a:gd name="connsiteX9" fmla="*/ 24411 w 60879"/>
                <a:gd name="connsiteY9" fmla="*/ 3458 h 39083"/>
                <a:gd name="connsiteX10" fmla="*/ 23736 w 60879"/>
                <a:gd name="connsiteY10" fmla="*/ 5270 h 39083"/>
                <a:gd name="connsiteX11" fmla="*/ 23652 w 60879"/>
                <a:gd name="connsiteY11" fmla="*/ 6029 h 39083"/>
                <a:gd name="connsiteX12" fmla="*/ 25802 w 60879"/>
                <a:gd name="connsiteY12" fmla="*/ 11890 h 39083"/>
                <a:gd name="connsiteX13" fmla="*/ 31915 w 60879"/>
                <a:gd name="connsiteY13" fmla="*/ 18382 h 39083"/>
                <a:gd name="connsiteX14" fmla="*/ 38324 w 60879"/>
                <a:gd name="connsiteY14" fmla="*/ 25802 h 39083"/>
                <a:gd name="connsiteX15" fmla="*/ 47388 w 60879"/>
                <a:gd name="connsiteY15" fmla="*/ 13027 h 39083"/>
                <a:gd name="connsiteX16" fmla="*/ 50087 w 60879"/>
                <a:gd name="connsiteY16" fmla="*/ 13365 h 39083"/>
                <a:gd name="connsiteX17" fmla="*/ 54893 w 60879"/>
                <a:gd name="connsiteY17" fmla="*/ 14040 h 39083"/>
                <a:gd name="connsiteX18" fmla="*/ 58940 w 60879"/>
                <a:gd name="connsiteY18" fmla="*/ 11299 h 39083"/>
                <a:gd name="connsiteX19" fmla="*/ 56242 w 60879"/>
                <a:gd name="connsiteY19" fmla="*/ 6957 h 39083"/>
                <a:gd name="connsiteX20" fmla="*/ 48274 w 60879"/>
                <a:gd name="connsiteY20" fmla="*/ 3794 h 39083"/>
                <a:gd name="connsiteX21" fmla="*/ 47009 w 60879"/>
                <a:gd name="connsiteY21" fmla="*/ 3373 h 39083"/>
                <a:gd name="connsiteX22" fmla="*/ 46714 w 60879"/>
                <a:gd name="connsiteY22" fmla="*/ 2572 h 39083"/>
                <a:gd name="connsiteX23" fmla="*/ 47557 w 60879"/>
                <a:gd name="connsiteY23" fmla="*/ 1518 h 39083"/>
                <a:gd name="connsiteX24" fmla="*/ 56284 w 60879"/>
                <a:gd name="connsiteY24" fmla="*/ 4638 h 39083"/>
                <a:gd name="connsiteX25" fmla="*/ 60880 w 60879"/>
                <a:gd name="connsiteY25" fmla="*/ 11468 h 39083"/>
                <a:gd name="connsiteX26" fmla="*/ 58519 w 60879"/>
                <a:gd name="connsiteY26" fmla="*/ 17159 h 39083"/>
                <a:gd name="connsiteX27" fmla="*/ 52321 w 60879"/>
                <a:gd name="connsiteY27" fmla="*/ 19394 h 39083"/>
                <a:gd name="connsiteX28" fmla="*/ 49286 w 60879"/>
                <a:gd name="connsiteY28" fmla="*/ 19057 h 39083"/>
                <a:gd name="connsiteX29" fmla="*/ 47473 w 60879"/>
                <a:gd name="connsiteY29" fmla="*/ 18804 h 39083"/>
                <a:gd name="connsiteX30" fmla="*/ 44015 w 60879"/>
                <a:gd name="connsiteY30" fmla="*/ 19900 h 39083"/>
                <a:gd name="connsiteX31" fmla="*/ 41739 w 60879"/>
                <a:gd name="connsiteY31" fmla="*/ 22767 h 39083"/>
                <a:gd name="connsiteX32" fmla="*/ 40643 w 60879"/>
                <a:gd name="connsiteY32" fmla="*/ 26014 h 39083"/>
                <a:gd name="connsiteX33" fmla="*/ 40137 w 60879"/>
                <a:gd name="connsiteY33" fmla="*/ 28838 h 39083"/>
                <a:gd name="connsiteX34" fmla="*/ 59067 w 60879"/>
                <a:gd name="connsiteY34" fmla="*/ 33645 h 39083"/>
                <a:gd name="connsiteX35" fmla="*/ 60332 w 60879"/>
                <a:gd name="connsiteY35" fmla="*/ 34867 h 39083"/>
                <a:gd name="connsiteX36" fmla="*/ 60880 w 60879"/>
                <a:gd name="connsiteY36" fmla="*/ 36596 h 39083"/>
                <a:gd name="connsiteX37" fmla="*/ 60289 w 60879"/>
                <a:gd name="connsiteY37" fmla="*/ 38282 h 39083"/>
                <a:gd name="connsiteX38" fmla="*/ 58434 w 60879"/>
                <a:gd name="connsiteY38" fmla="*/ 39083 h 39083"/>
                <a:gd name="connsiteX39" fmla="*/ 56537 w 60879"/>
                <a:gd name="connsiteY39" fmla="*/ 38746 h 39083"/>
                <a:gd name="connsiteX40" fmla="*/ 6788 w 60879"/>
                <a:gd name="connsiteY40" fmla="*/ 26224 h 39083"/>
                <a:gd name="connsiteX41" fmla="*/ 5101 w 60879"/>
                <a:gd name="connsiteY41" fmla="*/ 25971 h 39083"/>
                <a:gd name="connsiteX42" fmla="*/ 4343 w 60879"/>
                <a:gd name="connsiteY42" fmla="*/ 26182 h 39083"/>
                <a:gd name="connsiteX43" fmla="*/ 3837 w 60879"/>
                <a:gd name="connsiteY43" fmla="*/ 27363 h 39083"/>
                <a:gd name="connsiteX44" fmla="*/ 3626 w 60879"/>
                <a:gd name="connsiteY44" fmla="*/ 30271 h 39083"/>
                <a:gd name="connsiteX45" fmla="*/ 3584 w 60879"/>
                <a:gd name="connsiteY45" fmla="*/ 31452 h 39083"/>
                <a:gd name="connsiteX46" fmla="*/ 3331 w 60879"/>
                <a:gd name="connsiteY46" fmla="*/ 32084 h 39083"/>
                <a:gd name="connsiteX47" fmla="*/ 2572 w 60879"/>
                <a:gd name="connsiteY47" fmla="*/ 32379 h 39083"/>
                <a:gd name="connsiteX48" fmla="*/ 1476 w 60879"/>
                <a:gd name="connsiteY48" fmla="*/ 32084 h 39083"/>
                <a:gd name="connsiteX49" fmla="*/ 970 w 60879"/>
                <a:gd name="connsiteY49" fmla="*/ 31495 h 39083"/>
                <a:gd name="connsiteX50" fmla="*/ 843 w 60879"/>
                <a:gd name="connsiteY50" fmla="*/ 30735 h 39083"/>
                <a:gd name="connsiteX51" fmla="*/ 590 w 60879"/>
                <a:gd name="connsiteY51" fmla="*/ 27616 h 39083"/>
                <a:gd name="connsiteX52" fmla="*/ 169 w 60879"/>
                <a:gd name="connsiteY52" fmla="*/ 23146 h 39083"/>
                <a:gd name="connsiteX53" fmla="*/ 0 w 60879"/>
                <a:gd name="connsiteY53" fmla="*/ 20195 h 39083"/>
                <a:gd name="connsiteX54" fmla="*/ 253 w 60879"/>
                <a:gd name="connsiteY54" fmla="*/ 19436 h 39083"/>
                <a:gd name="connsiteX55" fmla="*/ 717 w 60879"/>
                <a:gd name="connsiteY55" fmla="*/ 19099 h 39083"/>
                <a:gd name="connsiteX56" fmla="*/ 928 w 60879"/>
                <a:gd name="connsiteY56" fmla="*/ 19057 h 39083"/>
                <a:gd name="connsiteX57" fmla="*/ 37354 w 60879"/>
                <a:gd name="connsiteY57" fmla="*/ 28037 h 39083"/>
                <a:gd name="connsiteX58" fmla="*/ 29344 w 60879"/>
                <a:gd name="connsiteY58" fmla="*/ 18466 h 39083"/>
                <a:gd name="connsiteX59" fmla="*/ 21755 w 60879"/>
                <a:gd name="connsiteY59" fmla="*/ 5861 h 39083"/>
                <a:gd name="connsiteX60" fmla="*/ 23441 w 60879"/>
                <a:gd name="connsiteY60" fmla="*/ 1561 h 39083"/>
                <a:gd name="connsiteX61" fmla="*/ 27194 w 60879"/>
                <a:gd name="connsiteY61" fmla="*/ 0 h 39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60879" h="39083">
                  <a:moveTo>
                    <a:pt x="27194" y="0"/>
                  </a:moveTo>
                  <a:cubicBezTo>
                    <a:pt x="28796" y="0"/>
                    <a:pt x="30074" y="492"/>
                    <a:pt x="31030" y="1476"/>
                  </a:cubicBezTo>
                  <a:cubicBezTo>
                    <a:pt x="31986" y="2432"/>
                    <a:pt x="32464" y="3514"/>
                    <a:pt x="32464" y="4722"/>
                  </a:cubicBezTo>
                  <a:cubicBezTo>
                    <a:pt x="32464" y="5791"/>
                    <a:pt x="32154" y="6605"/>
                    <a:pt x="31536" y="7168"/>
                  </a:cubicBezTo>
                  <a:cubicBezTo>
                    <a:pt x="30918" y="7730"/>
                    <a:pt x="30215" y="8011"/>
                    <a:pt x="29428" y="8011"/>
                  </a:cubicBezTo>
                  <a:cubicBezTo>
                    <a:pt x="29091" y="8011"/>
                    <a:pt x="28711" y="7941"/>
                    <a:pt x="28290" y="7800"/>
                  </a:cubicBezTo>
                  <a:cubicBezTo>
                    <a:pt x="27840" y="7659"/>
                    <a:pt x="27348" y="7434"/>
                    <a:pt x="26814" y="7125"/>
                  </a:cubicBezTo>
                  <a:cubicBezTo>
                    <a:pt x="26280" y="6788"/>
                    <a:pt x="25816" y="6268"/>
                    <a:pt x="25423" y="5566"/>
                  </a:cubicBezTo>
                  <a:cubicBezTo>
                    <a:pt x="25029" y="4863"/>
                    <a:pt x="24804" y="4034"/>
                    <a:pt x="24748" y="3078"/>
                  </a:cubicBezTo>
                  <a:cubicBezTo>
                    <a:pt x="24551" y="3275"/>
                    <a:pt x="24439" y="3401"/>
                    <a:pt x="24411" y="3458"/>
                  </a:cubicBezTo>
                  <a:cubicBezTo>
                    <a:pt x="24074" y="3879"/>
                    <a:pt x="23849" y="4483"/>
                    <a:pt x="23736" y="5270"/>
                  </a:cubicBezTo>
                  <a:cubicBezTo>
                    <a:pt x="23680" y="5383"/>
                    <a:pt x="23652" y="5636"/>
                    <a:pt x="23652" y="6029"/>
                  </a:cubicBezTo>
                  <a:cubicBezTo>
                    <a:pt x="23652" y="7969"/>
                    <a:pt x="24369" y="9922"/>
                    <a:pt x="25802" y="11890"/>
                  </a:cubicBezTo>
                  <a:cubicBezTo>
                    <a:pt x="27208" y="13829"/>
                    <a:pt x="29245" y="15993"/>
                    <a:pt x="31915" y="18382"/>
                  </a:cubicBezTo>
                  <a:cubicBezTo>
                    <a:pt x="35035" y="21389"/>
                    <a:pt x="37171" y="23863"/>
                    <a:pt x="38324" y="25802"/>
                  </a:cubicBezTo>
                  <a:cubicBezTo>
                    <a:pt x="39448" y="17285"/>
                    <a:pt x="42470" y="13027"/>
                    <a:pt x="47388" y="13027"/>
                  </a:cubicBezTo>
                  <a:cubicBezTo>
                    <a:pt x="48203" y="13027"/>
                    <a:pt x="49103" y="13140"/>
                    <a:pt x="50087" y="13365"/>
                  </a:cubicBezTo>
                  <a:cubicBezTo>
                    <a:pt x="51942" y="13815"/>
                    <a:pt x="53544" y="14040"/>
                    <a:pt x="54893" y="14040"/>
                  </a:cubicBezTo>
                  <a:cubicBezTo>
                    <a:pt x="57591" y="14040"/>
                    <a:pt x="58940" y="13126"/>
                    <a:pt x="58940" y="11299"/>
                  </a:cubicBezTo>
                  <a:cubicBezTo>
                    <a:pt x="58940" y="9529"/>
                    <a:pt x="58041" y="8081"/>
                    <a:pt x="56242" y="6957"/>
                  </a:cubicBezTo>
                  <a:cubicBezTo>
                    <a:pt x="54443" y="5804"/>
                    <a:pt x="51787" y="4750"/>
                    <a:pt x="48274" y="3794"/>
                  </a:cubicBezTo>
                  <a:cubicBezTo>
                    <a:pt x="47627" y="3654"/>
                    <a:pt x="47206" y="3514"/>
                    <a:pt x="47009" y="3373"/>
                  </a:cubicBezTo>
                  <a:cubicBezTo>
                    <a:pt x="46812" y="3233"/>
                    <a:pt x="46714" y="2965"/>
                    <a:pt x="46714" y="2572"/>
                  </a:cubicBezTo>
                  <a:cubicBezTo>
                    <a:pt x="46714" y="1869"/>
                    <a:pt x="46995" y="1518"/>
                    <a:pt x="47557" y="1518"/>
                  </a:cubicBezTo>
                  <a:cubicBezTo>
                    <a:pt x="50845" y="2164"/>
                    <a:pt x="53754" y="3204"/>
                    <a:pt x="56284" y="4638"/>
                  </a:cubicBezTo>
                  <a:cubicBezTo>
                    <a:pt x="59348" y="6465"/>
                    <a:pt x="60880" y="8742"/>
                    <a:pt x="60880" y="11468"/>
                  </a:cubicBezTo>
                  <a:cubicBezTo>
                    <a:pt x="60880" y="13745"/>
                    <a:pt x="60093" y="15642"/>
                    <a:pt x="58519" y="17159"/>
                  </a:cubicBezTo>
                  <a:cubicBezTo>
                    <a:pt x="56917" y="18649"/>
                    <a:pt x="54851" y="19394"/>
                    <a:pt x="52321" y="19394"/>
                  </a:cubicBezTo>
                  <a:cubicBezTo>
                    <a:pt x="51703" y="19394"/>
                    <a:pt x="50691" y="19282"/>
                    <a:pt x="49286" y="19057"/>
                  </a:cubicBezTo>
                  <a:cubicBezTo>
                    <a:pt x="48723" y="18888"/>
                    <a:pt x="48119" y="18804"/>
                    <a:pt x="47473" y="18804"/>
                  </a:cubicBezTo>
                  <a:cubicBezTo>
                    <a:pt x="46152" y="18804"/>
                    <a:pt x="44999" y="19169"/>
                    <a:pt x="44015" y="19900"/>
                  </a:cubicBezTo>
                  <a:cubicBezTo>
                    <a:pt x="43004" y="20631"/>
                    <a:pt x="42245" y="21586"/>
                    <a:pt x="41739" y="22767"/>
                  </a:cubicBezTo>
                  <a:cubicBezTo>
                    <a:pt x="41233" y="23947"/>
                    <a:pt x="40867" y="25030"/>
                    <a:pt x="40643" y="26014"/>
                  </a:cubicBezTo>
                  <a:cubicBezTo>
                    <a:pt x="40390" y="26968"/>
                    <a:pt x="40221" y="27910"/>
                    <a:pt x="40137" y="28838"/>
                  </a:cubicBezTo>
                  <a:cubicBezTo>
                    <a:pt x="52026" y="31648"/>
                    <a:pt x="58336" y="33251"/>
                    <a:pt x="59067" y="33645"/>
                  </a:cubicBezTo>
                  <a:cubicBezTo>
                    <a:pt x="59573" y="33898"/>
                    <a:pt x="59994" y="34304"/>
                    <a:pt x="60332" y="34867"/>
                  </a:cubicBezTo>
                  <a:cubicBezTo>
                    <a:pt x="60697" y="35429"/>
                    <a:pt x="60880" y="36005"/>
                    <a:pt x="60880" y="36596"/>
                  </a:cubicBezTo>
                  <a:cubicBezTo>
                    <a:pt x="60880" y="37158"/>
                    <a:pt x="60683" y="37720"/>
                    <a:pt x="60289" y="38282"/>
                  </a:cubicBezTo>
                  <a:cubicBezTo>
                    <a:pt x="59924" y="38816"/>
                    <a:pt x="59306" y="39083"/>
                    <a:pt x="58434" y="39083"/>
                  </a:cubicBezTo>
                  <a:cubicBezTo>
                    <a:pt x="57985" y="39083"/>
                    <a:pt x="57352" y="38971"/>
                    <a:pt x="56537" y="38746"/>
                  </a:cubicBezTo>
                  <a:lnTo>
                    <a:pt x="6788" y="26224"/>
                  </a:lnTo>
                  <a:lnTo>
                    <a:pt x="5101" y="25971"/>
                  </a:lnTo>
                  <a:cubicBezTo>
                    <a:pt x="4764" y="25971"/>
                    <a:pt x="4511" y="26041"/>
                    <a:pt x="4343" y="26182"/>
                  </a:cubicBezTo>
                  <a:cubicBezTo>
                    <a:pt x="4146" y="26294"/>
                    <a:pt x="3977" y="26688"/>
                    <a:pt x="3837" y="27363"/>
                  </a:cubicBezTo>
                  <a:cubicBezTo>
                    <a:pt x="3696" y="28009"/>
                    <a:pt x="3626" y="28978"/>
                    <a:pt x="3626" y="30271"/>
                  </a:cubicBezTo>
                  <a:cubicBezTo>
                    <a:pt x="3626" y="30805"/>
                    <a:pt x="3612" y="31199"/>
                    <a:pt x="3584" y="31452"/>
                  </a:cubicBezTo>
                  <a:cubicBezTo>
                    <a:pt x="3556" y="31676"/>
                    <a:pt x="3471" y="31887"/>
                    <a:pt x="3331" y="32084"/>
                  </a:cubicBezTo>
                  <a:cubicBezTo>
                    <a:pt x="3162" y="32281"/>
                    <a:pt x="2909" y="32379"/>
                    <a:pt x="2572" y="32379"/>
                  </a:cubicBezTo>
                  <a:cubicBezTo>
                    <a:pt x="2094" y="32379"/>
                    <a:pt x="1729" y="32281"/>
                    <a:pt x="1476" y="32084"/>
                  </a:cubicBezTo>
                  <a:cubicBezTo>
                    <a:pt x="1195" y="31860"/>
                    <a:pt x="1026" y="31663"/>
                    <a:pt x="970" y="31495"/>
                  </a:cubicBezTo>
                  <a:cubicBezTo>
                    <a:pt x="913" y="31325"/>
                    <a:pt x="871" y="31072"/>
                    <a:pt x="843" y="30735"/>
                  </a:cubicBezTo>
                  <a:cubicBezTo>
                    <a:pt x="815" y="30257"/>
                    <a:pt x="731" y="29218"/>
                    <a:pt x="590" y="27616"/>
                  </a:cubicBezTo>
                  <a:cubicBezTo>
                    <a:pt x="422" y="26014"/>
                    <a:pt x="281" y="24524"/>
                    <a:pt x="169" y="23146"/>
                  </a:cubicBezTo>
                  <a:cubicBezTo>
                    <a:pt x="56" y="21769"/>
                    <a:pt x="0" y="20785"/>
                    <a:pt x="0" y="20195"/>
                  </a:cubicBezTo>
                  <a:cubicBezTo>
                    <a:pt x="0" y="19858"/>
                    <a:pt x="84" y="19605"/>
                    <a:pt x="253" y="19436"/>
                  </a:cubicBezTo>
                  <a:cubicBezTo>
                    <a:pt x="393" y="19239"/>
                    <a:pt x="548" y="19127"/>
                    <a:pt x="717" y="19099"/>
                  </a:cubicBezTo>
                  <a:lnTo>
                    <a:pt x="928" y="19057"/>
                  </a:lnTo>
                  <a:lnTo>
                    <a:pt x="37354" y="28037"/>
                  </a:lnTo>
                  <a:cubicBezTo>
                    <a:pt x="36370" y="25564"/>
                    <a:pt x="33700" y="22373"/>
                    <a:pt x="29344" y="18466"/>
                  </a:cubicBezTo>
                  <a:cubicBezTo>
                    <a:pt x="24284" y="13941"/>
                    <a:pt x="21755" y="9739"/>
                    <a:pt x="21755" y="5861"/>
                  </a:cubicBezTo>
                  <a:cubicBezTo>
                    <a:pt x="21755" y="4034"/>
                    <a:pt x="22317" y="2600"/>
                    <a:pt x="23441" y="1561"/>
                  </a:cubicBezTo>
                  <a:cubicBezTo>
                    <a:pt x="24537" y="520"/>
                    <a:pt x="25788" y="0"/>
                    <a:pt x="27194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33BCF78C-E58D-ECFB-40E0-124EC8604E26}"/>
                </a:ext>
              </a:extLst>
            </p:cNvPr>
            <p:cNvSpPr/>
            <p:nvPr/>
          </p:nvSpPr>
          <p:spPr>
            <a:xfrm>
              <a:off x="370445" y="4196873"/>
              <a:ext cx="86344" cy="20025"/>
            </a:xfrm>
            <a:custGeom>
              <a:avLst/>
              <a:gdLst>
                <a:gd name="connsiteX0" fmla="*/ 43172 w 86344"/>
                <a:gd name="connsiteY0" fmla="*/ 20026 h 20025"/>
                <a:gd name="connsiteX1" fmla="*/ 16822 w 86344"/>
                <a:gd name="connsiteY1" fmla="*/ 14587 h 20025"/>
                <a:gd name="connsiteX2" fmla="*/ 7758 w 86344"/>
                <a:gd name="connsiteY2" fmla="*/ 9022 h 20025"/>
                <a:gd name="connsiteX3" fmla="*/ 1813 w 86344"/>
                <a:gd name="connsiteY3" fmla="*/ 3625 h 20025"/>
                <a:gd name="connsiteX4" fmla="*/ 0 w 86344"/>
                <a:gd name="connsiteY4" fmla="*/ 885 h 20025"/>
                <a:gd name="connsiteX5" fmla="*/ 843 w 86344"/>
                <a:gd name="connsiteY5" fmla="*/ 0 h 20025"/>
                <a:gd name="connsiteX6" fmla="*/ 2319 w 86344"/>
                <a:gd name="connsiteY6" fmla="*/ 1138 h 20025"/>
                <a:gd name="connsiteX7" fmla="*/ 43172 w 86344"/>
                <a:gd name="connsiteY7" fmla="*/ 15008 h 20025"/>
                <a:gd name="connsiteX8" fmla="*/ 83562 w 86344"/>
                <a:gd name="connsiteY8" fmla="*/ 1475 h 20025"/>
                <a:gd name="connsiteX9" fmla="*/ 85501 w 86344"/>
                <a:gd name="connsiteY9" fmla="*/ 0 h 20025"/>
                <a:gd name="connsiteX10" fmla="*/ 86344 w 86344"/>
                <a:gd name="connsiteY10" fmla="*/ 885 h 20025"/>
                <a:gd name="connsiteX11" fmla="*/ 84616 w 86344"/>
                <a:gd name="connsiteY11" fmla="*/ 3541 h 20025"/>
                <a:gd name="connsiteX12" fmla="*/ 78924 w 86344"/>
                <a:gd name="connsiteY12" fmla="*/ 8811 h 20025"/>
                <a:gd name="connsiteX13" fmla="*/ 70113 w 86344"/>
                <a:gd name="connsiteY13" fmla="*/ 14334 h 20025"/>
                <a:gd name="connsiteX14" fmla="*/ 43172 w 86344"/>
                <a:gd name="connsiteY14" fmla="*/ 20026 h 20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6344" h="20025">
                  <a:moveTo>
                    <a:pt x="43172" y="20026"/>
                  </a:moveTo>
                  <a:cubicBezTo>
                    <a:pt x="33447" y="20026"/>
                    <a:pt x="24664" y="18213"/>
                    <a:pt x="16822" y="14587"/>
                  </a:cubicBezTo>
                  <a:cubicBezTo>
                    <a:pt x="13533" y="13041"/>
                    <a:pt x="10512" y="11186"/>
                    <a:pt x="7758" y="9022"/>
                  </a:cubicBezTo>
                  <a:cubicBezTo>
                    <a:pt x="5003" y="6857"/>
                    <a:pt x="3022" y="5059"/>
                    <a:pt x="1813" y="3625"/>
                  </a:cubicBezTo>
                  <a:cubicBezTo>
                    <a:pt x="604" y="2191"/>
                    <a:pt x="0" y="1278"/>
                    <a:pt x="0" y="885"/>
                  </a:cubicBezTo>
                  <a:cubicBezTo>
                    <a:pt x="0" y="322"/>
                    <a:pt x="281" y="28"/>
                    <a:pt x="843" y="0"/>
                  </a:cubicBezTo>
                  <a:cubicBezTo>
                    <a:pt x="1124" y="0"/>
                    <a:pt x="1616" y="379"/>
                    <a:pt x="2319" y="1138"/>
                  </a:cubicBezTo>
                  <a:cubicBezTo>
                    <a:pt x="11763" y="10413"/>
                    <a:pt x="25381" y="15036"/>
                    <a:pt x="43172" y="15008"/>
                  </a:cubicBezTo>
                  <a:cubicBezTo>
                    <a:pt x="61020" y="15008"/>
                    <a:pt x="74483" y="10498"/>
                    <a:pt x="83562" y="1475"/>
                  </a:cubicBezTo>
                  <a:cubicBezTo>
                    <a:pt x="84545" y="491"/>
                    <a:pt x="85192" y="0"/>
                    <a:pt x="85501" y="0"/>
                  </a:cubicBezTo>
                  <a:cubicBezTo>
                    <a:pt x="86064" y="0"/>
                    <a:pt x="86344" y="295"/>
                    <a:pt x="86344" y="885"/>
                  </a:cubicBezTo>
                  <a:cubicBezTo>
                    <a:pt x="86344" y="1278"/>
                    <a:pt x="85768" y="2164"/>
                    <a:pt x="84616" y="3541"/>
                  </a:cubicBezTo>
                  <a:cubicBezTo>
                    <a:pt x="83464" y="4918"/>
                    <a:pt x="81566" y="6675"/>
                    <a:pt x="78924" y="8811"/>
                  </a:cubicBezTo>
                  <a:cubicBezTo>
                    <a:pt x="76282" y="10947"/>
                    <a:pt x="73345" y="12788"/>
                    <a:pt x="70113" y="14334"/>
                  </a:cubicBezTo>
                  <a:cubicBezTo>
                    <a:pt x="62271" y="18129"/>
                    <a:pt x="53291" y="20026"/>
                    <a:pt x="43172" y="20026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5" name="Freeform 324">
              <a:extLst>
                <a:ext uri="{FF2B5EF4-FFF2-40B4-BE49-F238E27FC236}">
                  <a16:creationId xmlns:a16="http://schemas.microsoft.com/office/drawing/2014/main" id="{5A1300B5-41F4-C9D5-5E54-0B483D8E6857}"/>
                </a:ext>
              </a:extLst>
            </p:cNvPr>
            <p:cNvSpPr/>
            <p:nvPr/>
          </p:nvSpPr>
          <p:spPr>
            <a:xfrm>
              <a:off x="397048" y="4147308"/>
              <a:ext cx="39124" cy="43003"/>
            </a:xfrm>
            <a:custGeom>
              <a:avLst/>
              <a:gdLst>
                <a:gd name="connsiteX0" fmla="*/ 5692 w 39124"/>
                <a:gd name="connsiteY0" fmla="*/ 0 h 43003"/>
                <a:gd name="connsiteX1" fmla="*/ 9402 w 39124"/>
                <a:gd name="connsiteY1" fmla="*/ 1476 h 43003"/>
                <a:gd name="connsiteX2" fmla="*/ 10709 w 39124"/>
                <a:gd name="connsiteY2" fmla="*/ 4638 h 43003"/>
                <a:gd name="connsiteX3" fmla="*/ 9781 w 39124"/>
                <a:gd name="connsiteY3" fmla="*/ 7083 h 43003"/>
                <a:gd name="connsiteX4" fmla="*/ 7673 w 39124"/>
                <a:gd name="connsiteY4" fmla="*/ 7926 h 43003"/>
                <a:gd name="connsiteX5" fmla="*/ 4680 w 39124"/>
                <a:gd name="connsiteY5" fmla="*/ 6745 h 43003"/>
                <a:gd name="connsiteX6" fmla="*/ 2993 w 39124"/>
                <a:gd name="connsiteY6" fmla="*/ 3794 h 43003"/>
                <a:gd name="connsiteX7" fmla="*/ 1897 w 39124"/>
                <a:gd name="connsiteY7" fmla="*/ 8095 h 43003"/>
                <a:gd name="connsiteX8" fmla="*/ 2783 w 39124"/>
                <a:gd name="connsiteY8" fmla="*/ 11257 h 43003"/>
                <a:gd name="connsiteX9" fmla="*/ 4806 w 39124"/>
                <a:gd name="connsiteY9" fmla="*/ 13576 h 43003"/>
                <a:gd name="connsiteX10" fmla="*/ 7589 w 39124"/>
                <a:gd name="connsiteY10" fmla="*/ 15178 h 43003"/>
                <a:gd name="connsiteX11" fmla="*/ 10161 w 39124"/>
                <a:gd name="connsiteY11" fmla="*/ 16189 h 43003"/>
                <a:gd name="connsiteX12" fmla="*/ 12100 w 39124"/>
                <a:gd name="connsiteY12" fmla="*/ 16654 h 43003"/>
                <a:gd name="connsiteX13" fmla="*/ 23905 w 39124"/>
                <a:gd name="connsiteY13" fmla="*/ 19605 h 43003"/>
                <a:gd name="connsiteX14" fmla="*/ 31494 w 39124"/>
                <a:gd name="connsiteY14" fmla="*/ 21038 h 43003"/>
                <a:gd name="connsiteX15" fmla="*/ 35583 w 39124"/>
                <a:gd name="connsiteY15" fmla="*/ 19858 h 43003"/>
                <a:gd name="connsiteX16" fmla="*/ 37185 w 39124"/>
                <a:gd name="connsiteY16" fmla="*/ 16316 h 43003"/>
                <a:gd name="connsiteX17" fmla="*/ 36932 w 39124"/>
                <a:gd name="connsiteY17" fmla="*/ 14334 h 43003"/>
                <a:gd name="connsiteX18" fmla="*/ 35879 w 39124"/>
                <a:gd name="connsiteY18" fmla="*/ 11931 h 43003"/>
                <a:gd name="connsiteX19" fmla="*/ 33897 w 39124"/>
                <a:gd name="connsiteY19" fmla="*/ 9318 h 43003"/>
                <a:gd name="connsiteX20" fmla="*/ 30608 w 39124"/>
                <a:gd name="connsiteY20" fmla="*/ 6830 h 43003"/>
                <a:gd name="connsiteX21" fmla="*/ 25886 w 39124"/>
                <a:gd name="connsiteY21" fmla="*/ 4806 h 43003"/>
                <a:gd name="connsiteX22" fmla="*/ 24959 w 39124"/>
                <a:gd name="connsiteY22" fmla="*/ 3710 h 43003"/>
                <a:gd name="connsiteX23" fmla="*/ 25802 w 39124"/>
                <a:gd name="connsiteY23" fmla="*/ 2656 h 43003"/>
                <a:gd name="connsiteX24" fmla="*/ 28037 w 39124"/>
                <a:gd name="connsiteY24" fmla="*/ 3246 h 43003"/>
                <a:gd name="connsiteX25" fmla="*/ 31452 w 39124"/>
                <a:gd name="connsiteY25" fmla="*/ 5017 h 43003"/>
                <a:gd name="connsiteX26" fmla="*/ 35077 w 39124"/>
                <a:gd name="connsiteY26" fmla="*/ 7757 h 43003"/>
                <a:gd name="connsiteX27" fmla="*/ 37944 w 39124"/>
                <a:gd name="connsiteY27" fmla="*/ 11636 h 43003"/>
                <a:gd name="connsiteX28" fmla="*/ 39125 w 39124"/>
                <a:gd name="connsiteY28" fmla="*/ 16484 h 43003"/>
                <a:gd name="connsiteX29" fmla="*/ 37185 w 39124"/>
                <a:gd name="connsiteY29" fmla="*/ 22514 h 43003"/>
                <a:gd name="connsiteX30" fmla="*/ 32548 w 39124"/>
                <a:gd name="connsiteY30" fmla="*/ 25802 h 43003"/>
                <a:gd name="connsiteX31" fmla="*/ 33433 w 39124"/>
                <a:gd name="connsiteY31" fmla="*/ 26308 h 43003"/>
                <a:gd name="connsiteX32" fmla="*/ 35077 w 39124"/>
                <a:gd name="connsiteY32" fmla="*/ 27489 h 43003"/>
                <a:gd name="connsiteX33" fmla="*/ 37017 w 39124"/>
                <a:gd name="connsiteY33" fmla="*/ 29301 h 43003"/>
                <a:gd name="connsiteX34" fmla="*/ 38450 w 39124"/>
                <a:gd name="connsiteY34" fmla="*/ 31789 h 43003"/>
                <a:gd name="connsiteX35" fmla="*/ 39125 w 39124"/>
                <a:gd name="connsiteY35" fmla="*/ 34867 h 43003"/>
                <a:gd name="connsiteX36" fmla="*/ 38535 w 39124"/>
                <a:gd name="connsiteY36" fmla="*/ 38704 h 43003"/>
                <a:gd name="connsiteX37" fmla="*/ 36595 w 39124"/>
                <a:gd name="connsiteY37" fmla="*/ 41738 h 43003"/>
                <a:gd name="connsiteX38" fmla="*/ 33391 w 39124"/>
                <a:gd name="connsiteY38" fmla="*/ 43004 h 43003"/>
                <a:gd name="connsiteX39" fmla="*/ 29892 w 39124"/>
                <a:gd name="connsiteY39" fmla="*/ 41612 h 43003"/>
                <a:gd name="connsiteX40" fmla="*/ 28416 w 39124"/>
                <a:gd name="connsiteY40" fmla="*/ 38239 h 43003"/>
                <a:gd name="connsiteX41" fmla="*/ 29133 w 39124"/>
                <a:gd name="connsiteY41" fmla="*/ 36047 h 43003"/>
                <a:gd name="connsiteX42" fmla="*/ 31409 w 39124"/>
                <a:gd name="connsiteY42" fmla="*/ 35035 h 43003"/>
                <a:gd name="connsiteX43" fmla="*/ 34445 w 39124"/>
                <a:gd name="connsiteY43" fmla="*/ 36216 h 43003"/>
                <a:gd name="connsiteX44" fmla="*/ 36089 w 39124"/>
                <a:gd name="connsiteY44" fmla="*/ 39082 h 43003"/>
                <a:gd name="connsiteX45" fmla="*/ 37185 w 39124"/>
                <a:gd name="connsiteY45" fmla="*/ 34782 h 43003"/>
                <a:gd name="connsiteX46" fmla="*/ 34740 w 39124"/>
                <a:gd name="connsiteY46" fmla="*/ 29807 h 43003"/>
                <a:gd name="connsiteX47" fmla="*/ 28205 w 39124"/>
                <a:gd name="connsiteY47" fmla="*/ 26561 h 43003"/>
                <a:gd name="connsiteX48" fmla="*/ 13997 w 39124"/>
                <a:gd name="connsiteY48" fmla="*/ 22936 h 43003"/>
                <a:gd name="connsiteX49" fmla="*/ 7673 w 39124"/>
                <a:gd name="connsiteY49" fmla="*/ 21923 h 43003"/>
                <a:gd name="connsiteX50" fmla="*/ 4680 w 39124"/>
                <a:gd name="connsiteY50" fmla="*/ 22388 h 43003"/>
                <a:gd name="connsiteX51" fmla="*/ 2909 w 39124"/>
                <a:gd name="connsiteY51" fmla="*/ 23652 h 43003"/>
                <a:gd name="connsiteX52" fmla="*/ 2108 w 39124"/>
                <a:gd name="connsiteY52" fmla="*/ 25127 h 43003"/>
                <a:gd name="connsiteX53" fmla="*/ 1897 w 39124"/>
                <a:gd name="connsiteY53" fmla="*/ 26561 h 43003"/>
                <a:gd name="connsiteX54" fmla="*/ 2403 w 39124"/>
                <a:gd name="connsiteY54" fmla="*/ 29259 h 43003"/>
                <a:gd name="connsiteX55" fmla="*/ 4090 w 39124"/>
                <a:gd name="connsiteY55" fmla="*/ 32337 h 43003"/>
                <a:gd name="connsiteX56" fmla="*/ 7589 w 39124"/>
                <a:gd name="connsiteY56" fmla="*/ 35541 h 43003"/>
                <a:gd name="connsiteX57" fmla="*/ 13196 w 39124"/>
                <a:gd name="connsiteY57" fmla="*/ 38156 h 43003"/>
                <a:gd name="connsiteX58" fmla="*/ 14166 w 39124"/>
                <a:gd name="connsiteY58" fmla="*/ 39293 h 43003"/>
                <a:gd name="connsiteX59" fmla="*/ 13280 w 39124"/>
                <a:gd name="connsiteY59" fmla="*/ 40306 h 43003"/>
                <a:gd name="connsiteX60" fmla="*/ 11088 w 39124"/>
                <a:gd name="connsiteY60" fmla="*/ 39757 h 43003"/>
                <a:gd name="connsiteX61" fmla="*/ 7673 w 39124"/>
                <a:gd name="connsiteY61" fmla="*/ 37986 h 43003"/>
                <a:gd name="connsiteX62" fmla="*/ 4090 w 39124"/>
                <a:gd name="connsiteY62" fmla="*/ 35203 h 43003"/>
                <a:gd name="connsiteX63" fmla="*/ 1180 w 39124"/>
                <a:gd name="connsiteY63" fmla="*/ 31283 h 43003"/>
                <a:gd name="connsiteX64" fmla="*/ 0 w 39124"/>
                <a:gd name="connsiteY64" fmla="*/ 26393 h 43003"/>
                <a:gd name="connsiteX65" fmla="*/ 253 w 39124"/>
                <a:gd name="connsiteY65" fmla="*/ 24158 h 43003"/>
                <a:gd name="connsiteX66" fmla="*/ 1096 w 39124"/>
                <a:gd name="connsiteY66" fmla="*/ 21670 h 43003"/>
                <a:gd name="connsiteX67" fmla="*/ 3120 w 39124"/>
                <a:gd name="connsiteY67" fmla="*/ 19057 h 43003"/>
                <a:gd name="connsiteX68" fmla="*/ 6535 w 39124"/>
                <a:gd name="connsiteY68" fmla="*/ 17075 h 43003"/>
                <a:gd name="connsiteX69" fmla="*/ 4638 w 39124"/>
                <a:gd name="connsiteY69" fmla="*/ 15894 h 43003"/>
                <a:gd name="connsiteX70" fmla="*/ 2572 w 39124"/>
                <a:gd name="connsiteY70" fmla="*/ 14081 h 43003"/>
                <a:gd name="connsiteX71" fmla="*/ 717 w 39124"/>
                <a:gd name="connsiteY71" fmla="*/ 11383 h 43003"/>
                <a:gd name="connsiteX72" fmla="*/ 0 w 39124"/>
                <a:gd name="connsiteY72" fmla="*/ 8010 h 43003"/>
                <a:gd name="connsiteX73" fmla="*/ 464 w 39124"/>
                <a:gd name="connsiteY73" fmla="*/ 4595 h 43003"/>
                <a:gd name="connsiteX74" fmla="*/ 2277 w 39124"/>
                <a:gd name="connsiteY74" fmla="*/ 1476 h 43003"/>
                <a:gd name="connsiteX75" fmla="*/ 5692 w 39124"/>
                <a:gd name="connsiteY75" fmla="*/ 0 h 43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39124" h="43003">
                  <a:moveTo>
                    <a:pt x="5692" y="0"/>
                  </a:moveTo>
                  <a:cubicBezTo>
                    <a:pt x="7266" y="0"/>
                    <a:pt x="8502" y="492"/>
                    <a:pt x="9402" y="1476"/>
                  </a:cubicBezTo>
                  <a:cubicBezTo>
                    <a:pt x="10273" y="2460"/>
                    <a:pt x="10709" y="3514"/>
                    <a:pt x="10709" y="4638"/>
                  </a:cubicBezTo>
                  <a:cubicBezTo>
                    <a:pt x="10709" y="5706"/>
                    <a:pt x="10400" y="6520"/>
                    <a:pt x="9781" y="7083"/>
                  </a:cubicBezTo>
                  <a:cubicBezTo>
                    <a:pt x="9163" y="7645"/>
                    <a:pt x="8460" y="7926"/>
                    <a:pt x="7673" y="7926"/>
                  </a:cubicBezTo>
                  <a:cubicBezTo>
                    <a:pt x="6605" y="7926"/>
                    <a:pt x="5607" y="7533"/>
                    <a:pt x="4680" y="6745"/>
                  </a:cubicBezTo>
                  <a:cubicBezTo>
                    <a:pt x="3752" y="5958"/>
                    <a:pt x="3190" y="4974"/>
                    <a:pt x="2993" y="3794"/>
                  </a:cubicBezTo>
                  <a:cubicBezTo>
                    <a:pt x="2263" y="4947"/>
                    <a:pt x="1897" y="6380"/>
                    <a:pt x="1897" y="8095"/>
                  </a:cubicBezTo>
                  <a:cubicBezTo>
                    <a:pt x="1897" y="9219"/>
                    <a:pt x="2192" y="10273"/>
                    <a:pt x="2783" y="11257"/>
                  </a:cubicBezTo>
                  <a:cubicBezTo>
                    <a:pt x="3373" y="12212"/>
                    <a:pt x="4047" y="12985"/>
                    <a:pt x="4806" y="13576"/>
                  </a:cubicBezTo>
                  <a:cubicBezTo>
                    <a:pt x="5565" y="14138"/>
                    <a:pt x="6493" y="14672"/>
                    <a:pt x="7589" y="15178"/>
                  </a:cubicBezTo>
                  <a:cubicBezTo>
                    <a:pt x="8657" y="15656"/>
                    <a:pt x="9514" y="15992"/>
                    <a:pt x="10161" y="16189"/>
                  </a:cubicBezTo>
                  <a:cubicBezTo>
                    <a:pt x="10779" y="16357"/>
                    <a:pt x="11425" y="16512"/>
                    <a:pt x="12100" y="16654"/>
                  </a:cubicBezTo>
                  <a:lnTo>
                    <a:pt x="23905" y="19605"/>
                  </a:lnTo>
                  <a:cubicBezTo>
                    <a:pt x="27643" y="20560"/>
                    <a:pt x="30173" y="21038"/>
                    <a:pt x="31494" y="21038"/>
                  </a:cubicBezTo>
                  <a:cubicBezTo>
                    <a:pt x="33124" y="21038"/>
                    <a:pt x="34487" y="20645"/>
                    <a:pt x="35583" y="19858"/>
                  </a:cubicBezTo>
                  <a:cubicBezTo>
                    <a:pt x="36651" y="19070"/>
                    <a:pt x="37185" y="17890"/>
                    <a:pt x="37185" y="16316"/>
                  </a:cubicBezTo>
                  <a:cubicBezTo>
                    <a:pt x="37185" y="15698"/>
                    <a:pt x="37101" y="15037"/>
                    <a:pt x="36932" y="14334"/>
                  </a:cubicBezTo>
                  <a:cubicBezTo>
                    <a:pt x="36736" y="13631"/>
                    <a:pt x="36384" y="12830"/>
                    <a:pt x="35879" y="11931"/>
                  </a:cubicBezTo>
                  <a:cubicBezTo>
                    <a:pt x="35344" y="11003"/>
                    <a:pt x="34684" y="10132"/>
                    <a:pt x="33897" y="9318"/>
                  </a:cubicBezTo>
                  <a:cubicBezTo>
                    <a:pt x="33082" y="8474"/>
                    <a:pt x="31986" y="7645"/>
                    <a:pt x="30608" y="6830"/>
                  </a:cubicBezTo>
                  <a:cubicBezTo>
                    <a:pt x="29231" y="6015"/>
                    <a:pt x="27657" y="5340"/>
                    <a:pt x="25886" y="4806"/>
                  </a:cubicBezTo>
                  <a:cubicBezTo>
                    <a:pt x="25268" y="4638"/>
                    <a:pt x="24959" y="4272"/>
                    <a:pt x="24959" y="3710"/>
                  </a:cubicBezTo>
                  <a:cubicBezTo>
                    <a:pt x="24959" y="3007"/>
                    <a:pt x="25240" y="2656"/>
                    <a:pt x="25802" y="2656"/>
                  </a:cubicBezTo>
                  <a:cubicBezTo>
                    <a:pt x="26280" y="2656"/>
                    <a:pt x="27025" y="2853"/>
                    <a:pt x="28037" y="3246"/>
                  </a:cubicBezTo>
                  <a:cubicBezTo>
                    <a:pt x="29020" y="3612"/>
                    <a:pt x="30159" y="4202"/>
                    <a:pt x="31452" y="5017"/>
                  </a:cubicBezTo>
                  <a:cubicBezTo>
                    <a:pt x="32716" y="5804"/>
                    <a:pt x="33925" y="6718"/>
                    <a:pt x="35077" y="7757"/>
                  </a:cubicBezTo>
                  <a:cubicBezTo>
                    <a:pt x="36202" y="8798"/>
                    <a:pt x="37157" y="10091"/>
                    <a:pt x="37944" y="11636"/>
                  </a:cubicBezTo>
                  <a:cubicBezTo>
                    <a:pt x="38731" y="13182"/>
                    <a:pt x="39125" y="14799"/>
                    <a:pt x="39125" y="16484"/>
                  </a:cubicBezTo>
                  <a:cubicBezTo>
                    <a:pt x="39125" y="18902"/>
                    <a:pt x="38478" y="20911"/>
                    <a:pt x="37185" y="22514"/>
                  </a:cubicBezTo>
                  <a:cubicBezTo>
                    <a:pt x="35893" y="24115"/>
                    <a:pt x="34347" y="25212"/>
                    <a:pt x="32548" y="25802"/>
                  </a:cubicBezTo>
                  <a:cubicBezTo>
                    <a:pt x="32801" y="25943"/>
                    <a:pt x="33096" y="26111"/>
                    <a:pt x="33433" y="26308"/>
                  </a:cubicBezTo>
                  <a:cubicBezTo>
                    <a:pt x="33770" y="26505"/>
                    <a:pt x="34319" y="26898"/>
                    <a:pt x="35077" y="27489"/>
                  </a:cubicBezTo>
                  <a:cubicBezTo>
                    <a:pt x="35808" y="28051"/>
                    <a:pt x="36455" y="28655"/>
                    <a:pt x="37017" y="29301"/>
                  </a:cubicBezTo>
                  <a:cubicBezTo>
                    <a:pt x="37551" y="29948"/>
                    <a:pt x="38029" y="30777"/>
                    <a:pt x="38450" y="31789"/>
                  </a:cubicBezTo>
                  <a:cubicBezTo>
                    <a:pt x="38900" y="32773"/>
                    <a:pt x="39125" y="33799"/>
                    <a:pt x="39125" y="34867"/>
                  </a:cubicBezTo>
                  <a:cubicBezTo>
                    <a:pt x="39125" y="36216"/>
                    <a:pt x="38928" y="37495"/>
                    <a:pt x="38535" y="38704"/>
                  </a:cubicBezTo>
                  <a:cubicBezTo>
                    <a:pt x="38141" y="39884"/>
                    <a:pt x="37495" y="40895"/>
                    <a:pt x="36595" y="41738"/>
                  </a:cubicBezTo>
                  <a:cubicBezTo>
                    <a:pt x="35696" y="42582"/>
                    <a:pt x="34628" y="43004"/>
                    <a:pt x="33391" y="43004"/>
                  </a:cubicBezTo>
                  <a:cubicBezTo>
                    <a:pt x="32014" y="43004"/>
                    <a:pt x="30847" y="42540"/>
                    <a:pt x="29892" y="41612"/>
                  </a:cubicBezTo>
                  <a:cubicBezTo>
                    <a:pt x="28908" y="40657"/>
                    <a:pt x="28416" y="39532"/>
                    <a:pt x="28416" y="38239"/>
                  </a:cubicBezTo>
                  <a:cubicBezTo>
                    <a:pt x="28416" y="37425"/>
                    <a:pt x="28655" y="36694"/>
                    <a:pt x="29133" y="36047"/>
                  </a:cubicBezTo>
                  <a:cubicBezTo>
                    <a:pt x="29611" y="35373"/>
                    <a:pt x="30370" y="35035"/>
                    <a:pt x="31409" y="35035"/>
                  </a:cubicBezTo>
                  <a:cubicBezTo>
                    <a:pt x="32562" y="35035"/>
                    <a:pt x="33574" y="35428"/>
                    <a:pt x="34445" y="36216"/>
                  </a:cubicBezTo>
                  <a:cubicBezTo>
                    <a:pt x="35316" y="37003"/>
                    <a:pt x="35864" y="37958"/>
                    <a:pt x="36089" y="39082"/>
                  </a:cubicBezTo>
                  <a:cubicBezTo>
                    <a:pt x="36820" y="37931"/>
                    <a:pt x="37185" y="36497"/>
                    <a:pt x="37185" y="34782"/>
                  </a:cubicBezTo>
                  <a:cubicBezTo>
                    <a:pt x="37185" y="32927"/>
                    <a:pt x="36370" y="31269"/>
                    <a:pt x="34740" y="29807"/>
                  </a:cubicBezTo>
                  <a:cubicBezTo>
                    <a:pt x="33110" y="28345"/>
                    <a:pt x="30932" y="27264"/>
                    <a:pt x="28205" y="26561"/>
                  </a:cubicBezTo>
                  <a:cubicBezTo>
                    <a:pt x="21656" y="24818"/>
                    <a:pt x="16920" y="23610"/>
                    <a:pt x="13997" y="22936"/>
                  </a:cubicBezTo>
                  <a:cubicBezTo>
                    <a:pt x="11046" y="22261"/>
                    <a:pt x="8938" y="21923"/>
                    <a:pt x="7673" y="21923"/>
                  </a:cubicBezTo>
                  <a:cubicBezTo>
                    <a:pt x="6493" y="21923"/>
                    <a:pt x="5495" y="22078"/>
                    <a:pt x="4680" y="22388"/>
                  </a:cubicBezTo>
                  <a:cubicBezTo>
                    <a:pt x="3865" y="22696"/>
                    <a:pt x="3274" y="23118"/>
                    <a:pt x="2909" y="23652"/>
                  </a:cubicBezTo>
                  <a:cubicBezTo>
                    <a:pt x="2516" y="24158"/>
                    <a:pt x="2248" y="24649"/>
                    <a:pt x="2108" y="25127"/>
                  </a:cubicBezTo>
                  <a:cubicBezTo>
                    <a:pt x="1967" y="25577"/>
                    <a:pt x="1897" y="26055"/>
                    <a:pt x="1897" y="26561"/>
                  </a:cubicBezTo>
                  <a:cubicBezTo>
                    <a:pt x="1897" y="27404"/>
                    <a:pt x="2066" y="28304"/>
                    <a:pt x="2403" y="29259"/>
                  </a:cubicBezTo>
                  <a:cubicBezTo>
                    <a:pt x="2740" y="30187"/>
                    <a:pt x="3303" y="31213"/>
                    <a:pt x="4090" y="32337"/>
                  </a:cubicBezTo>
                  <a:cubicBezTo>
                    <a:pt x="4848" y="33433"/>
                    <a:pt x="6015" y="34502"/>
                    <a:pt x="7589" y="35541"/>
                  </a:cubicBezTo>
                  <a:cubicBezTo>
                    <a:pt x="9163" y="36581"/>
                    <a:pt x="11032" y="37453"/>
                    <a:pt x="13196" y="38156"/>
                  </a:cubicBezTo>
                  <a:cubicBezTo>
                    <a:pt x="13843" y="38296"/>
                    <a:pt x="14166" y="38675"/>
                    <a:pt x="14166" y="39293"/>
                  </a:cubicBezTo>
                  <a:cubicBezTo>
                    <a:pt x="14138" y="39968"/>
                    <a:pt x="13843" y="40306"/>
                    <a:pt x="13280" y="40306"/>
                  </a:cubicBezTo>
                  <a:cubicBezTo>
                    <a:pt x="12803" y="40306"/>
                    <a:pt x="12072" y="40123"/>
                    <a:pt x="11088" y="39757"/>
                  </a:cubicBezTo>
                  <a:cubicBezTo>
                    <a:pt x="10076" y="39364"/>
                    <a:pt x="8938" y="38774"/>
                    <a:pt x="7673" y="37986"/>
                  </a:cubicBezTo>
                  <a:cubicBezTo>
                    <a:pt x="6408" y="37172"/>
                    <a:pt x="5214" y="36244"/>
                    <a:pt x="4090" y="35203"/>
                  </a:cubicBezTo>
                  <a:cubicBezTo>
                    <a:pt x="2937" y="34135"/>
                    <a:pt x="1967" y="32828"/>
                    <a:pt x="1180" y="31283"/>
                  </a:cubicBezTo>
                  <a:cubicBezTo>
                    <a:pt x="393" y="29709"/>
                    <a:pt x="0" y="28079"/>
                    <a:pt x="0" y="26393"/>
                  </a:cubicBezTo>
                  <a:cubicBezTo>
                    <a:pt x="0" y="25634"/>
                    <a:pt x="84" y="24889"/>
                    <a:pt x="253" y="24158"/>
                  </a:cubicBezTo>
                  <a:cubicBezTo>
                    <a:pt x="393" y="23399"/>
                    <a:pt x="675" y="22569"/>
                    <a:pt x="1096" y="21670"/>
                  </a:cubicBezTo>
                  <a:cubicBezTo>
                    <a:pt x="1518" y="20742"/>
                    <a:pt x="2192" y="19871"/>
                    <a:pt x="3120" y="19057"/>
                  </a:cubicBezTo>
                  <a:cubicBezTo>
                    <a:pt x="4047" y="18241"/>
                    <a:pt x="5186" y="17581"/>
                    <a:pt x="6535" y="17075"/>
                  </a:cubicBezTo>
                  <a:cubicBezTo>
                    <a:pt x="5888" y="16737"/>
                    <a:pt x="5256" y="16344"/>
                    <a:pt x="4638" y="15894"/>
                  </a:cubicBezTo>
                  <a:cubicBezTo>
                    <a:pt x="4019" y="15416"/>
                    <a:pt x="3331" y="14812"/>
                    <a:pt x="2572" y="14081"/>
                  </a:cubicBezTo>
                  <a:cubicBezTo>
                    <a:pt x="1785" y="13323"/>
                    <a:pt x="1166" y="12423"/>
                    <a:pt x="717" y="11383"/>
                  </a:cubicBezTo>
                  <a:cubicBezTo>
                    <a:pt x="239" y="10315"/>
                    <a:pt x="0" y="9191"/>
                    <a:pt x="0" y="8010"/>
                  </a:cubicBezTo>
                  <a:cubicBezTo>
                    <a:pt x="0" y="6858"/>
                    <a:pt x="155" y="5719"/>
                    <a:pt x="464" y="4595"/>
                  </a:cubicBezTo>
                  <a:cubicBezTo>
                    <a:pt x="745" y="3471"/>
                    <a:pt x="1349" y="2431"/>
                    <a:pt x="2277" y="1476"/>
                  </a:cubicBezTo>
                  <a:cubicBezTo>
                    <a:pt x="3176" y="492"/>
                    <a:pt x="4314" y="0"/>
                    <a:pt x="5692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07460014-92C4-452E-8C0D-468057FF309F}"/>
                </a:ext>
              </a:extLst>
            </p:cNvPr>
            <p:cNvSpPr/>
            <p:nvPr/>
          </p:nvSpPr>
          <p:spPr>
            <a:xfrm>
              <a:off x="426054" y="4131298"/>
              <a:ext cx="25802" cy="10118"/>
            </a:xfrm>
            <a:custGeom>
              <a:avLst/>
              <a:gdLst>
                <a:gd name="connsiteX0" fmla="*/ 7758 w 25802"/>
                <a:gd name="connsiteY0" fmla="*/ 8896 h 10118"/>
                <a:gd name="connsiteX1" fmla="*/ 4553 w 25802"/>
                <a:gd name="connsiteY1" fmla="*/ 10119 h 10118"/>
                <a:gd name="connsiteX2" fmla="*/ 1391 w 25802"/>
                <a:gd name="connsiteY2" fmla="*/ 8938 h 10118"/>
                <a:gd name="connsiteX3" fmla="*/ 0 w 25802"/>
                <a:gd name="connsiteY3" fmla="*/ 5523 h 10118"/>
                <a:gd name="connsiteX4" fmla="*/ 2488 w 25802"/>
                <a:gd name="connsiteY4" fmla="*/ 1476 h 10118"/>
                <a:gd name="connsiteX5" fmla="*/ 9065 w 25802"/>
                <a:gd name="connsiteY5" fmla="*/ 0 h 10118"/>
                <a:gd name="connsiteX6" fmla="*/ 17665 w 25802"/>
                <a:gd name="connsiteY6" fmla="*/ 1814 h 10118"/>
                <a:gd name="connsiteX7" fmla="*/ 23821 w 25802"/>
                <a:gd name="connsiteY7" fmla="*/ 5396 h 10118"/>
                <a:gd name="connsiteX8" fmla="*/ 25802 w 25802"/>
                <a:gd name="connsiteY8" fmla="*/ 7884 h 10118"/>
                <a:gd name="connsiteX9" fmla="*/ 24875 w 25802"/>
                <a:gd name="connsiteY9" fmla="*/ 8727 h 10118"/>
                <a:gd name="connsiteX10" fmla="*/ 23905 w 25802"/>
                <a:gd name="connsiteY10" fmla="*/ 8137 h 10118"/>
                <a:gd name="connsiteX11" fmla="*/ 9065 w 25802"/>
                <a:gd name="connsiteY11" fmla="*/ 1897 h 10118"/>
                <a:gd name="connsiteX12" fmla="*/ 7758 w 25802"/>
                <a:gd name="connsiteY12" fmla="*/ 2066 h 10118"/>
                <a:gd name="connsiteX13" fmla="*/ 7926 w 25802"/>
                <a:gd name="connsiteY13" fmla="*/ 2277 h 10118"/>
                <a:gd name="connsiteX14" fmla="*/ 9149 w 25802"/>
                <a:gd name="connsiteY14" fmla="*/ 5523 h 10118"/>
                <a:gd name="connsiteX15" fmla="*/ 7758 w 25802"/>
                <a:gd name="connsiteY15" fmla="*/ 8896 h 10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5802" h="10118">
                  <a:moveTo>
                    <a:pt x="7758" y="8896"/>
                  </a:moveTo>
                  <a:cubicBezTo>
                    <a:pt x="6830" y="9711"/>
                    <a:pt x="5762" y="10119"/>
                    <a:pt x="4553" y="10119"/>
                  </a:cubicBezTo>
                  <a:cubicBezTo>
                    <a:pt x="3345" y="10119"/>
                    <a:pt x="2291" y="9725"/>
                    <a:pt x="1391" y="8938"/>
                  </a:cubicBezTo>
                  <a:cubicBezTo>
                    <a:pt x="464" y="8123"/>
                    <a:pt x="0" y="6985"/>
                    <a:pt x="0" y="5523"/>
                  </a:cubicBezTo>
                  <a:cubicBezTo>
                    <a:pt x="0" y="3809"/>
                    <a:pt x="829" y="2460"/>
                    <a:pt x="2488" y="1476"/>
                  </a:cubicBezTo>
                  <a:cubicBezTo>
                    <a:pt x="4118" y="492"/>
                    <a:pt x="6310" y="0"/>
                    <a:pt x="9065" y="0"/>
                  </a:cubicBezTo>
                  <a:cubicBezTo>
                    <a:pt x="12044" y="0"/>
                    <a:pt x="14911" y="605"/>
                    <a:pt x="17665" y="1814"/>
                  </a:cubicBezTo>
                  <a:cubicBezTo>
                    <a:pt x="20448" y="3022"/>
                    <a:pt x="22500" y="4216"/>
                    <a:pt x="23821" y="5396"/>
                  </a:cubicBezTo>
                  <a:cubicBezTo>
                    <a:pt x="25141" y="6577"/>
                    <a:pt x="25802" y="7406"/>
                    <a:pt x="25802" y="7884"/>
                  </a:cubicBezTo>
                  <a:cubicBezTo>
                    <a:pt x="25802" y="8447"/>
                    <a:pt x="25493" y="8727"/>
                    <a:pt x="24875" y="8727"/>
                  </a:cubicBezTo>
                  <a:cubicBezTo>
                    <a:pt x="24650" y="8727"/>
                    <a:pt x="24327" y="8530"/>
                    <a:pt x="23905" y="8137"/>
                  </a:cubicBezTo>
                  <a:cubicBezTo>
                    <a:pt x="19464" y="4005"/>
                    <a:pt x="14517" y="1925"/>
                    <a:pt x="9065" y="1897"/>
                  </a:cubicBezTo>
                  <a:cubicBezTo>
                    <a:pt x="8193" y="1897"/>
                    <a:pt x="7758" y="1954"/>
                    <a:pt x="7758" y="2066"/>
                  </a:cubicBezTo>
                  <a:lnTo>
                    <a:pt x="7926" y="2277"/>
                  </a:lnTo>
                  <a:cubicBezTo>
                    <a:pt x="8741" y="3261"/>
                    <a:pt x="9149" y="4343"/>
                    <a:pt x="9149" y="5523"/>
                  </a:cubicBezTo>
                  <a:cubicBezTo>
                    <a:pt x="9149" y="6957"/>
                    <a:pt x="8685" y="8081"/>
                    <a:pt x="7758" y="8896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72ACE3B4-A67F-20FE-37B6-49EBDECC318A}"/>
                </a:ext>
              </a:extLst>
            </p:cNvPr>
            <p:cNvSpPr/>
            <p:nvPr/>
          </p:nvSpPr>
          <p:spPr>
            <a:xfrm>
              <a:off x="397048" y="4061051"/>
              <a:ext cx="39124" cy="43002"/>
            </a:xfrm>
            <a:custGeom>
              <a:avLst/>
              <a:gdLst>
                <a:gd name="connsiteX0" fmla="*/ 5692 w 39124"/>
                <a:gd name="connsiteY0" fmla="*/ 0 h 43002"/>
                <a:gd name="connsiteX1" fmla="*/ 9402 w 39124"/>
                <a:gd name="connsiteY1" fmla="*/ 1475 h 43002"/>
                <a:gd name="connsiteX2" fmla="*/ 10709 w 39124"/>
                <a:gd name="connsiteY2" fmla="*/ 4638 h 43002"/>
                <a:gd name="connsiteX3" fmla="*/ 9781 w 39124"/>
                <a:gd name="connsiteY3" fmla="*/ 7083 h 43002"/>
                <a:gd name="connsiteX4" fmla="*/ 7673 w 39124"/>
                <a:gd name="connsiteY4" fmla="*/ 7925 h 43002"/>
                <a:gd name="connsiteX5" fmla="*/ 4680 w 39124"/>
                <a:gd name="connsiteY5" fmla="*/ 6745 h 43002"/>
                <a:gd name="connsiteX6" fmla="*/ 2993 w 39124"/>
                <a:gd name="connsiteY6" fmla="*/ 3794 h 43002"/>
                <a:gd name="connsiteX7" fmla="*/ 1897 w 39124"/>
                <a:gd name="connsiteY7" fmla="*/ 8095 h 43002"/>
                <a:gd name="connsiteX8" fmla="*/ 2783 w 39124"/>
                <a:gd name="connsiteY8" fmla="*/ 11256 h 43002"/>
                <a:gd name="connsiteX9" fmla="*/ 4806 w 39124"/>
                <a:gd name="connsiteY9" fmla="*/ 13576 h 43002"/>
                <a:gd name="connsiteX10" fmla="*/ 7589 w 39124"/>
                <a:gd name="connsiteY10" fmla="*/ 15178 h 43002"/>
                <a:gd name="connsiteX11" fmla="*/ 10161 w 39124"/>
                <a:gd name="connsiteY11" fmla="*/ 16189 h 43002"/>
                <a:gd name="connsiteX12" fmla="*/ 12100 w 39124"/>
                <a:gd name="connsiteY12" fmla="*/ 16653 h 43002"/>
                <a:gd name="connsiteX13" fmla="*/ 23905 w 39124"/>
                <a:gd name="connsiteY13" fmla="*/ 19604 h 43002"/>
                <a:gd name="connsiteX14" fmla="*/ 31494 w 39124"/>
                <a:gd name="connsiteY14" fmla="*/ 21038 h 43002"/>
                <a:gd name="connsiteX15" fmla="*/ 35583 w 39124"/>
                <a:gd name="connsiteY15" fmla="*/ 19858 h 43002"/>
                <a:gd name="connsiteX16" fmla="*/ 37185 w 39124"/>
                <a:gd name="connsiteY16" fmla="*/ 16316 h 43002"/>
                <a:gd name="connsiteX17" fmla="*/ 36932 w 39124"/>
                <a:gd name="connsiteY17" fmla="*/ 14334 h 43002"/>
                <a:gd name="connsiteX18" fmla="*/ 35879 w 39124"/>
                <a:gd name="connsiteY18" fmla="*/ 11931 h 43002"/>
                <a:gd name="connsiteX19" fmla="*/ 33897 w 39124"/>
                <a:gd name="connsiteY19" fmla="*/ 9317 h 43002"/>
                <a:gd name="connsiteX20" fmla="*/ 30608 w 39124"/>
                <a:gd name="connsiteY20" fmla="*/ 6829 h 43002"/>
                <a:gd name="connsiteX21" fmla="*/ 25886 w 39124"/>
                <a:gd name="connsiteY21" fmla="*/ 4806 h 43002"/>
                <a:gd name="connsiteX22" fmla="*/ 24959 w 39124"/>
                <a:gd name="connsiteY22" fmla="*/ 3710 h 43002"/>
                <a:gd name="connsiteX23" fmla="*/ 25802 w 39124"/>
                <a:gd name="connsiteY23" fmla="*/ 2656 h 43002"/>
                <a:gd name="connsiteX24" fmla="*/ 28037 w 39124"/>
                <a:gd name="connsiteY24" fmla="*/ 3246 h 43002"/>
                <a:gd name="connsiteX25" fmla="*/ 31452 w 39124"/>
                <a:gd name="connsiteY25" fmla="*/ 5017 h 43002"/>
                <a:gd name="connsiteX26" fmla="*/ 35077 w 39124"/>
                <a:gd name="connsiteY26" fmla="*/ 7757 h 43002"/>
                <a:gd name="connsiteX27" fmla="*/ 37944 w 39124"/>
                <a:gd name="connsiteY27" fmla="*/ 11636 h 43002"/>
                <a:gd name="connsiteX28" fmla="*/ 39125 w 39124"/>
                <a:gd name="connsiteY28" fmla="*/ 16484 h 43002"/>
                <a:gd name="connsiteX29" fmla="*/ 37185 w 39124"/>
                <a:gd name="connsiteY29" fmla="*/ 22514 h 43002"/>
                <a:gd name="connsiteX30" fmla="*/ 32548 w 39124"/>
                <a:gd name="connsiteY30" fmla="*/ 25802 h 43002"/>
                <a:gd name="connsiteX31" fmla="*/ 33433 w 39124"/>
                <a:gd name="connsiteY31" fmla="*/ 26308 h 43002"/>
                <a:gd name="connsiteX32" fmla="*/ 35077 w 39124"/>
                <a:gd name="connsiteY32" fmla="*/ 27488 h 43002"/>
                <a:gd name="connsiteX33" fmla="*/ 37017 w 39124"/>
                <a:gd name="connsiteY33" fmla="*/ 29301 h 43002"/>
                <a:gd name="connsiteX34" fmla="*/ 38450 w 39124"/>
                <a:gd name="connsiteY34" fmla="*/ 31789 h 43002"/>
                <a:gd name="connsiteX35" fmla="*/ 39125 w 39124"/>
                <a:gd name="connsiteY35" fmla="*/ 34866 h 43002"/>
                <a:gd name="connsiteX36" fmla="*/ 38535 w 39124"/>
                <a:gd name="connsiteY36" fmla="*/ 38703 h 43002"/>
                <a:gd name="connsiteX37" fmla="*/ 36595 w 39124"/>
                <a:gd name="connsiteY37" fmla="*/ 41738 h 43002"/>
                <a:gd name="connsiteX38" fmla="*/ 33391 w 39124"/>
                <a:gd name="connsiteY38" fmla="*/ 43003 h 43002"/>
                <a:gd name="connsiteX39" fmla="*/ 29892 w 39124"/>
                <a:gd name="connsiteY39" fmla="*/ 41612 h 43002"/>
                <a:gd name="connsiteX40" fmla="*/ 28416 w 39124"/>
                <a:gd name="connsiteY40" fmla="*/ 38239 h 43002"/>
                <a:gd name="connsiteX41" fmla="*/ 29133 w 39124"/>
                <a:gd name="connsiteY41" fmla="*/ 36047 h 43002"/>
                <a:gd name="connsiteX42" fmla="*/ 31409 w 39124"/>
                <a:gd name="connsiteY42" fmla="*/ 35035 h 43002"/>
                <a:gd name="connsiteX43" fmla="*/ 34445 w 39124"/>
                <a:gd name="connsiteY43" fmla="*/ 36215 h 43002"/>
                <a:gd name="connsiteX44" fmla="*/ 36089 w 39124"/>
                <a:gd name="connsiteY44" fmla="*/ 39082 h 43002"/>
                <a:gd name="connsiteX45" fmla="*/ 37185 w 39124"/>
                <a:gd name="connsiteY45" fmla="*/ 34782 h 43002"/>
                <a:gd name="connsiteX46" fmla="*/ 34740 w 39124"/>
                <a:gd name="connsiteY46" fmla="*/ 29807 h 43002"/>
                <a:gd name="connsiteX47" fmla="*/ 28205 w 39124"/>
                <a:gd name="connsiteY47" fmla="*/ 26561 h 43002"/>
                <a:gd name="connsiteX48" fmla="*/ 13997 w 39124"/>
                <a:gd name="connsiteY48" fmla="*/ 22935 h 43002"/>
                <a:gd name="connsiteX49" fmla="*/ 7673 w 39124"/>
                <a:gd name="connsiteY49" fmla="*/ 21923 h 43002"/>
                <a:gd name="connsiteX50" fmla="*/ 4680 w 39124"/>
                <a:gd name="connsiteY50" fmla="*/ 22387 h 43002"/>
                <a:gd name="connsiteX51" fmla="*/ 2909 w 39124"/>
                <a:gd name="connsiteY51" fmla="*/ 23652 h 43002"/>
                <a:gd name="connsiteX52" fmla="*/ 2108 w 39124"/>
                <a:gd name="connsiteY52" fmla="*/ 25127 h 43002"/>
                <a:gd name="connsiteX53" fmla="*/ 1897 w 39124"/>
                <a:gd name="connsiteY53" fmla="*/ 26561 h 43002"/>
                <a:gd name="connsiteX54" fmla="*/ 2403 w 39124"/>
                <a:gd name="connsiteY54" fmla="*/ 29259 h 43002"/>
                <a:gd name="connsiteX55" fmla="*/ 4090 w 39124"/>
                <a:gd name="connsiteY55" fmla="*/ 32337 h 43002"/>
                <a:gd name="connsiteX56" fmla="*/ 7589 w 39124"/>
                <a:gd name="connsiteY56" fmla="*/ 35541 h 43002"/>
                <a:gd name="connsiteX57" fmla="*/ 13196 w 39124"/>
                <a:gd name="connsiteY57" fmla="*/ 38155 h 43002"/>
                <a:gd name="connsiteX58" fmla="*/ 14166 w 39124"/>
                <a:gd name="connsiteY58" fmla="*/ 39293 h 43002"/>
                <a:gd name="connsiteX59" fmla="*/ 13280 w 39124"/>
                <a:gd name="connsiteY59" fmla="*/ 40305 h 43002"/>
                <a:gd name="connsiteX60" fmla="*/ 11088 w 39124"/>
                <a:gd name="connsiteY60" fmla="*/ 39757 h 43002"/>
                <a:gd name="connsiteX61" fmla="*/ 7673 w 39124"/>
                <a:gd name="connsiteY61" fmla="*/ 37986 h 43002"/>
                <a:gd name="connsiteX62" fmla="*/ 4090 w 39124"/>
                <a:gd name="connsiteY62" fmla="*/ 35203 h 43002"/>
                <a:gd name="connsiteX63" fmla="*/ 1180 w 39124"/>
                <a:gd name="connsiteY63" fmla="*/ 31283 h 43002"/>
                <a:gd name="connsiteX64" fmla="*/ 0 w 39124"/>
                <a:gd name="connsiteY64" fmla="*/ 26393 h 43002"/>
                <a:gd name="connsiteX65" fmla="*/ 253 w 39124"/>
                <a:gd name="connsiteY65" fmla="*/ 24158 h 43002"/>
                <a:gd name="connsiteX66" fmla="*/ 1096 w 39124"/>
                <a:gd name="connsiteY66" fmla="*/ 21670 h 43002"/>
                <a:gd name="connsiteX67" fmla="*/ 3120 w 39124"/>
                <a:gd name="connsiteY67" fmla="*/ 19056 h 43002"/>
                <a:gd name="connsiteX68" fmla="*/ 6535 w 39124"/>
                <a:gd name="connsiteY68" fmla="*/ 17075 h 43002"/>
                <a:gd name="connsiteX69" fmla="*/ 4638 w 39124"/>
                <a:gd name="connsiteY69" fmla="*/ 15894 h 43002"/>
                <a:gd name="connsiteX70" fmla="*/ 2572 w 39124"/>
                <a:gd name="connsiteY70" fmla="*/ 14081 h 43002"/>
                <a:gd name="connsiteX71" fmla="*/ 717 w 39124"/>
                <a:gd name="connsiteY71" fmla="*/ 11383 h 43002"/>
                <a:gd name="connsiteX72" fmla="*/ 0 w 39124"/>
                <a:gd name="connsiteY72" fmla="*/ 8010 h 43002"/>
                <a:gd name="connsiteX73" fmla="*/ 464 w 39124"/>
                <a:gd name="connsiteY73" fmla="*/ 4595 h 43002"/>
                <a:gd name="connsiteX74" fmla="*/ 2277 w 39124"/>
                <a:gd name="connsiteY74" fmla="*/ 1475 h 43002"/>
                <a:gd name="connsiteX75" fmla="*/ 5692 w 39124"/>
                <a:gd name="connsiteY75" fmla="*/ 0 h 43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39124" h="43002">
                  <a:moveTo>
                    <a:pt x="5692" y="0"/>
                  </a:moveTo>
                  <a:cubicBezTo>
                    <a:pt x="7266" y="0"/>
                    <a:pt x="8502" y="491"/>
                    <a:pt x="9402" y="1475"/>
                  </a:cubicBezTo>
                  <a:cubicBezTo>
                    <a:pt x="10273" y="2459"/>
                    <a:pt x="10709" y="3514"/>
                    <a:pt x="10709" y="4638"/>
                  </a:cubicBezTo>
                  <a:cubicBezTo>
                    <a:pt x="10709" y="5706"/>
                    <a:pt x="10400" y="6520"/>
                    <a:pt x="9781" y="7083"/>
                  </a:cubicBezTo>
                  <a:cubicBezTo>
                    <a:pt x="9163" y="7645"/>
                    <a:pt x="8460" y="7925"/>
                    <a:pt x="7673" y="7925"/>
                  </a:cubicBezTo>
                  <a:cubicBezTo>
                    <a:pt x="6605" y="7925"/>
                    <a:pt x="5607" y="7532"/>
                    <a:pt x="4680" y="6745"/>
                  </a:cubicBezTo>
                  <a:cubicBezTo>
                    <a:pt x="3752" y="5958"/>
                    <a:pt x="3190" y="4974"/>
                    <a:pt x="2993" y="3794"/>
                  </a:cubicBezTo>
                  <a:cubicBezTo>
                    <a:pt x="2263" y="4946"/>
                    <a:pt x="1897" y="6380"/>
                    <a:pt x="1897" y="8095"/>
                  </a:cubicBezTo>
                  <a:cubicBezTo>
                    <a:pt x="1897" y="9219"/>
                    <a:pt x="2192" y="10273"/>
                    <a:pt x="2783" y="11256"/>
                  </a:cubicBezTo>
                  <a:cubicBezTo>
                    <a:pt x="3373" y="12212"/>
                    <a:pt x="4047" y="12985"/>
                    <a:pt x="4806" y="13576"/>
                  </a:cubicBezTo>
                  <a:cubicBezTo>
                    <a:pt x="5565" y="14138"/>
                    <a:pt x="6493" y="14672"/>
                    <a:pt x="7589" y="15178"/>
                  </a:cubicBezTo>
                  <a:cubicBezTo>
                    <a:pt x="8657" y="15656"/>
                    <a:pt x="9514" y="15992"/>
                    <a:pt x="10161" y="16189"/>
                  </a:cubicBezTo>
                  <a:cubicBezTo>
                    <a:pt x="10779" y="16357"/>
                    <a:pt x="11425" y="16512"/>
                    <a:pt x="12100" y="16653"/>
                  </a:cubicBezTo>
                  <a:lnTo>
                    <a:pt x="23905" y="19604"/>
                  </a:lnTo>
                  <a:cubicBezTo>
                    <a:pt x="27643" y="20560"/>
                    <a:pt x="30173" y="21038"/>
                    <a:pt x="31494" y="21038"/>
                  </a:cubicBezTo>
                  <a:cubicBezTo>
                    <a:pt x="33124" y="21038"/>
                    <a:pt x="34487" y="20644"/>
                    <a:pt x="35583" y="19858"/>
                  </a:cubicBezTo>
                  <a:cubicBezTo>
                    <a:pt x="36651" y="19070"/>
                    <a:pt x="37185" y="17890"/>
                    <a:pt x="37185" y="16316"/>
                  </a:cubicBezTo>
                  <a:cubicBezTo>
                    <a:pt x="37185" y="15698"/>
                    <a:pt x="37101" y="15037"/>
                    <a:pt x="36932" y="14334"/>
                  </a:cubicBezTo>
                  <a:cubicBezTo>
                    <a:pt x="36736" y="13631"/>
                    <a:pt x="36384" y="12830"/>
                    <a:pt x="35879" y="11931"/>
                  </a:cubicBezTo>
                  <a:cubicBezTo>
                    <a:pt x="35344" y="11003"/>
                    <a:pt x="34684" y="10132"/>
                    <a:pt x="33897" y="9317"/>
                  </a:cubicBezTo>
                  <a:cubicBezTo>
                    <a:pt x="33082" y="8473"/>
                    <a:pt x="31986" y="7645"/>
                    <a:pt x="30608" y="6829"/>
                  </a:cubicBezTo>
                  <a:cubicBezTo>
                    <a:pt x="29231" y="6015"/>
                    <a:pt x="27657" y="5340"/>
                    <a:pt x="25886" y="4806"/>
                  </a:cubicBezTo>
                  <a:cubicBezTo>
                    <a:pt x="25268" y="4638"/>
                    <a:pt x="24959" y="4272"/>
                    <a:pt x="24959" y="3710"/>
                  </a:cubicBezTo>
                  <a:cubicBezTo>
                    <a:pt x="24959" y="3007"/>
                    <a:pt x="25240" y="2656"/>
                    <a:pt x="25802" y="2656"/>
                  </a:cubicBezTo>
                  <a:cubicBezTo>
                    <a:pt x="26280" y="2656"/>
                    <a:pt x="27025" y="2853"/>
                    <a:pt x="28037" y="3246"/>
                  </a:cubicBezTo>
                  <a:cubicBezTo>
                    <a:pt x="29020" y="3612"/>
                    <a:pt x="30159" y="4202"/>
                    <a:pt x="31452" y="5017"/>
                  </a:cubicBezTo>
                  <a:cubicBezTo>
                    <a:pt x="32716" y="5804"/>
                    <a:pt x="33925" y="6718"/>
                    <a:pt x="35077" y="7757"/>
                  </a:cubicBezTo>
                  <a:cubicBezTo>
                    <a:pt x="36202" y="8797"/>
                    <a:pt x="37157" y="10090"/>
                    <a:pt x="37944" y="11636"/>
                  </a:cubicBezTo>
                  <a:cubicBezTo>
                    <a:pt x="38731" y="13181"/>
                    <a:pt x="39125" y="14798"/>
                    <a:pt x="39125" y="16484"/>
                  </a:cubicBezTo>
                  <a:cubicBezTo>
                    <a:pt x="39125" y="18902"/>
                    <a:pt x="38478" y="20911"/>
                    <a:pt x="37185" y="22514"/>
                  </a:cubicBezTo>
                  <a:cubicBezTo>
                    <a:pt x="35893" y="24115"/>
                    <a:pt x="34347" y="25212"/>
                    <a:pt x="32548" y="25802"/>
                  </a:cubicBezTo>
                  <a:cubicBezTo>
                    <a:pt x="32801" y="25943"/>
                    <a:pt x="33096" y="26111"/>
                    <a:pt x="33433" y="26308"/>
                  </a:cubicBezTo>
                  <a:cubicBezTo>
                    <a:pt x="33770" y="26505"/>
                    <a:pt x="34319" y="26898"/>
                    <a:pt x="35077" y="27488"/>
                  </a:cubicBezTo>
                  <a:cubicBezTo>
                    <a:pt x="35808" y="28050"/>
                    <a:pt x="36455" y="28654"/>
                    <a:pt x="37017" y="29301"/>
                  </a:cubicBezTo>
                  <a:cubicBezTo>
                    <a:pt x="37551" y="29948"/>
                    <a:pt x="38029" y="30776"/>
                    <a:pt x="38450" y="31789"/>
                  </a:cubicBezTo>
                  <a:cubicBezTo>
                    <a:pt x="38900" y="32773"/>
                    <a:pt x="39125" y="33798"/>
                    <a:pt x="39125" y="34866"/>
                  </a:cubicBezTo>
                  <a:cubicBezTo>
                    <a:pt x="39125" y="36215"/>
                    <a:pt x="38928" y="37494"/>
                    <a:pt x="38535" y="38703"/>
                  </a:cubicBezTo>
                  <a:cubicBezTo>
                    <a:pt x="38141" y="39884"/>
                    <a:pt x="37495" y="40895"/>
                    <a:pt x="36595" y="41738"/>
                  </a:cubicBezTo>
                  <a:cubicBezTo>
                    <a:pt x="35696" y="42582"/>
                    <a:pt x="34628" y="43003"/>
                    <a:pt x="33391" y="43003"/>
                  </a:cubicBezTo>
                  <a:cubicBezTo>
                    <a:pt x="32014" y="43003"/>
                    <a:pt x="30847" y="42539"/>
                    <a:pt x="29892" y="41612"/>
                  </a:cubicBezTo>
                  <a:cubicBezTo>
                    <a:pt x="28908" y="40657"/>
                    <a:pt x="28416" y="39532"/>
                    <a:pt x="28416" y="38239"/>
                  </a:cubicBezTo>
                  <a:cubicBezTo>
                    <a:pt x="28416" y="37424"/>
                    <a:pt x="28655" y="36693"/>
                    <a:pt x="29133" y="36047"/>
                  </a:cubicBezTo>
                  <a:cubicBezTo>
                    <a:pt x="29611" y="35373"/>
                    <a:pt x="30370" y="35035"/>
                    <a:pt x="31409" y="35035"/>
                  </a:cubicBezTo>
                  <a:cubicBezTo>
                    <a:pt x="32562" y="35035"/>
                    <a:pt x="33574" y="35428"/>
                    <a:pt x="34445" y="36215"/>
                  </a:cubicBezTo>
                  <a:cubicBezTo>
                    <a:pt x="35316" y="37003"/>
                    <a:pt x="35864" y="37958"/>
                    <a:pt x="36089" y="39082"/>
                  </a:cubicBezTo>
                  <a:cubicBezTo>
                    <a:pt x="36820" y="37930"/>
                    <a:pt x="37185" y="36497"/>
                    <a:pt x="37185" y="34782"/>
                  </a:cubicBezTo>
                  <a:cubicBezTo>
                    <a:pt x="37185" y="32927"/>
                    <a:pt x="36370" y="31269"/>
                    <a:pt x="34740" y="29807"/>
                  </a:cubicBezTo>
                  <a:cubicBezTo>
                    <a:pt x="33110" y="28345"/>
                    <a:pt x="30932" y="27264"/>
                    <a:pt x="28205" y="26561"/>
                  </a:cubicBezTo>
                  <a:cubicBezTo>
                    <a:pt x="21656" y="24818"/>
                    <a:pt x="16920" y="23609"/>
                    <a:pt x="13997" y="22935"/>
                  </a:cubicBezTo>
                  <a:cubicBezTo>
                    <a:pt x="11046" y="22261"/>
                    <a:pt x="8938" y="21923"/>
                    <a:pt x="7673" y="21923"/>
                  </a:cubicBezTo>
                  <a:cubicBezTo>
                    <a:pt x="6493" y="21923"/>
                    <a:pt x="5495" y="22078"/>
                    <a:pt x="4680" y="22387"/>
                  </a:cubicBezTo>
                  <a:cubicBezTo>
                    <a:pt x="3865" y="22696"/>
                    <a:pt x="3274" y="23118"/>
                    <a:pt x="2909" y="23652"/>
                  </a:cubicBezTo>
                  <a:cubicBezTo>
                    <a:pt x="2516" y="24158"/>
                    <a:pt x="2248" y="24649"/>
                    <a:pt x="2108" y="25127"/>
                  </a:cubicBezTo>
                  <a:cubicBezTo>
                    <a:pt x="1967" y="25577"/>
                    <a:pt x="1897" y="26055"/>
                    <a:pt x="1897" y="26561"/>
                  </a:cubicBezTo>
                  <a:cubicBezTo>
                    <a:pt x="1897" y="27404"/>
                    <a:pt x="2066" y="28303"/>
                    <a:pt x="2403" y="29259"/>
                  </a:cubicBezTo>
                  <a:cubicBezTo>
                    <a:pt x="2740" y="30187"/>
                    <a:pt x="3303" y="31213"/>
                    <a:pt x="4090" y="32337"/>
                  </a:cubicBezTo>
                  <a:cubicBezTo>
                    <a:pt x="4848" y="33433"/>
                    <a:pt x="6015" y="34502"/>
                    <a:pt x="7589" y="35541"/>
                  </a:cubicBezTo>
                  <a:cubicBezTo>
                    <a:pt x="9163" y="36581"/>
                    <a:pt x="11032" y="37452"/>
                    <a:pt x="13196" y="38155"/>
                  </a:cubicBezTo>
                  <a:cubicBezTo>
                    <a:pt x="13843" y="38295"/>
                    <a:pt x="14166" y="38675"/>
                    <a:pt x="14166" y="39293"/>
                  </a:cubicBezTo>
                  <a:cubicBezTo>
                    <a:pt x="14138" y="39967"/>
                    <a:pt x="13843" y="40305"/>
                    <a:pt x="13280" y="40305"/>
                  </a:cubicBezTo>
                  <a:cubicBezTo>
                    <a:pt x="12803" y="40305"/>
                    <a:pt x="12072" y="40122"/>
                    <a:pt x="11088" y="39757"/>
                  </a:cubicBezTo>
                  <a:cubicBezTo>
                    <a:pt x="10076" y="39363"/>
                    <a:pt x="8938" y="38774"/>
                    <a:pt x="7673" y="37986"/>
                  </a:cubicBezTo>
                  <a:cubicBezTo>
                    <a:pt x="6408" y="37171"/>
                    <a:pt x="5214" y="36243"/>
                    <a:pt x="4090" y="35203"/>
                  </a:cubicBezTo>
                  <a:cubicBezTo>
                    <a:pt x="2937" y="34135"/>
                    <a:pt x="1967" y="32828"/>
                    <a:pt x="1180" y="31283"/>
                  </a:cubicBezTo>
                  <a:cubicBezTo>
                    <a:pt x="393" y="29709"/>
                    <a:pt x="0" y="28078"/>
                    <a:pt x="0" y="26393"/>
                  </a:cubicBezTo>
                  <a:cubicBezTo>
                    <a:pt x="0" y="25634"/>
                    <a:pt x="84" y="24889"/>
                    <a:pt x="253" y="24158"/>
                  </a:cubicBezTo>
                  <a:cubicBezTo>
                    <a:pt x="393" y="23399"/>
                    <a:pt x="675" y="22569"/>
                    <a:pt x="1096" y="21670"/>
                  </a:cubicBezTo>
                  <a:cubicBezTo>
                    <a:pt x="1518" y="20742"/>
                    <a:pt x="2192" y="19871"/>
                    <a:pt x="3120" y="19056"/>
                  </a:cubicBezTo>
                  <a:cubicBezTo>
                    <a:pt x="4047" y="18241"/>
                    <a:pt x="5186" y="17581"/>
                    <a:pt x="6535" y="17075"/>
                  </a:cubicBezTo>
                  <a:cubicBezTo>
                    <a:pt x="5888" y="16737"/>
                    <a:pt x="5256" y="16344"/>
                    <a:pt x="4638" y="15894"/>
                  </a:cubicBezTo>
                  <a:cubicBezTo>
                    <a:pt x="4019" y="15416"/>
                    <a:pt x="3331" y="14812"/>
                    <a:pt x="2572" y="14081"/>
                  </a:cubicBezTo>
                  <a:cubicBezTo>
                    <a:pt x="1785" y="13323"/>
                    <a:pt x="1166" y="12423"/>
                    <a:pt x="717" y="11383"/>
                  </a:cubicBezTo>
                  <a:cubicBezTo>
                    <a:pt x="239" y="10315"/>
                    <a:pt x="0" y="9191"/>
                    <a:pt x="0" y="8010"/>
                  </a:cubicBezTo>
                  <a:cubicBezTo>
                    <a:pt x="0" y="6857"/>
                    <a:pt x="155" y="5719"/>
                    <a:pt x="464" y="4595"/>
                  </a:cubicBezTo>
                  <a:cubicBezTo>
                    <a:pt x="745" y="3471"/>
                    <a:pt x="1349" y="2431"/>
                    <a:pt x="2277" y="1475"/>
                  </a:cubicBezTo>
                  <a:cubicBezTo>
                    <a:pt x="3176" y="491"/>
                    <a:pt x="4314" y="0"/>
                    <a:pt x="5692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00714403-EEFF-7A33-29D5-C9F01EFD6A71}"/>
                </a:ext>
              </a:extLst>
            </p:cNvPr>
            <p:cNvSpPr/>
            <p:nvPr/>
          </p:nvSpPr>
          <p:spPr>
            <a:xfrm>
              <a:off x="365638" y="4040718"/>
              <a:ext cx="19212" cy="11539"/>
            </a:xfrm>
            <a:custGeom>
              <a:avLst/>
              <a:gdLst>
                <a:gd name="connsiteX0" fmla="*/ 2302 w 19212"/>
                <a:gd name="connsiteY0" fmla="*/ 0 h 11539"/>
                <a:gd name="connsiteX1" fmla="*/ 3453 w 19212"/>
                <a:gd name="connsiteY1" fmla="*/ 355 h 11539"/>
                <a:gd name="connsiteX2" fmla="*/ 19213 w 19212"/>
                <a:gd name="connsiteY2" fmla="*/ 9916 h 11539"/>
                <a:gd name="connsiteX3" fmla="*/ 19213 w 19212"/>
                <a:gd name="connsiteY3" fmla="*/ 11540 h 11539"/>
                <a:gd name="connsiteX4" fmla="*/ 1269 w 19212"/>
                <a:gd name="connsiteY4" fmla="*/ 4280 h 11539"/>
                <a:gd name="connsiteX5" fmla="*/ 384 w 19212"/>
                <a:gd name="connsiteY5" fmla="*/ 3541 h 11539"/>
                <a:gd name="connsiteX6" fmla="*/ 0 w 19212"/>
                <a:gd name="connsiteY6" fmla="*/ 2302 h 11539"/>
                <a:gd name="connsiteX7" fmla="*/ 679 w 19212"/>
                <a:gd name="connsiteY7" fmla="*/ 680 h 11539"/>
                <a:gd name="connsiteX8" fmla="*/ 2302 w 19212"/>
                <a:gd name="connsiteY8" fmla="*/ 0 h 11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212" h="11539">
                  <a:moveTo>
                    <a:pt x="2302" y="0"/>
                  </a:moveTo>
                  <a:cubicBezTo>
                    <a:pt x="2774" y="0"/>
                    <a:pt x="3158" y="118"/>
                    <a:pt x="3453" y="355"/>
                  </a:cubicBezTo>
                  <a:lnTo>
                    <a:pt x="19213" y="9916"/>
                  </a:lnTo>
                  <a:lnTo>
                    <a:pt x="19213" y="11540"/>
                  </a:lnTo>
                  <a:lnTo>
                    <a:pt x="1269" y="4280"/>
                  </a:lnTo>
                  <a:cubicBezTo>
                    <a:pt x="915" y="4162"/>
                    <a:pt x="620" y="3915"/>
                    <a:pt x="384" y="3541"/>
                  </a:cubicBezTo>
                  <a:cubicBezTo>
                    <a:pt x="128" y="3168"/>
                    <a:pt x="0" y="2755"/>
                    <a:pt x="0" y="2302"/>
                  </a:cubicBezTo>
                  <a:cubicBezTo>
                    <a:pt x="0" y="1673"/>
                    <a:pt x="226" y="1132"/>
                    <a:pt x="679" y="680"/>
                  </a:cubicBezTo>
                  <a:cubicBezTo>
                    <a:pt x="1131" y="227"/>
                    <a:pt x="1672" y="0"/>
                    <a:pt x="2302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C05E262A-1F79-57D5-B67E-D88AFA8FD717}"/>
                </a:ext>
              </a:extLst>
            </p:cNvPr>
            <p:cNvSpPr/>
            <p:nvPr/>
          </p:nvSpPr>
          <p:spPr>
            <a:xfrm>
              <a:off x="370445" y="4011586"/>
              <a:ext cx="86344" cy="20025"/>
            </a:xfrm>
            <a:custGeom>
              <a:avLst/>
              <a:gdLst>
                <a:gd name="connsiteX0" fmla="*/ 85501 w 86344"/>
                <a:gd name="connsiteY0" fmla="*/ 20026 h 20025"/>
                <a:gd name="connsiteX1" fmla="*/ 84026 w 86344"/>
                <a:gd name="connsiteY1" fmla="*/ 18930 h 20025"/>
                <a:gd name="connsiteX2" fmla="*/ 43172 w 86344"/>
                <a:gd name="connsiteY2" fmla="*/ 5018 h 20025"/>
                <a:gd name="connsiteX3" fmla="*/ 2867 w 86344"/>
                <a:gd name="connsiteY3" fmla="*/ 18382 h 20025"/>
                <a:gd name="connsiteX4" fmla="*/ 843 w 86344"/>
                <a:gd name="connsiteY4" fmla="*/ 20026 h 20025"/>
                <a:gd name="connsiteX5" fmla="*/ 0 w 86344"/>
                <a:gd name="connsiteY5" fmla="*/ 19184 h 20025"/>
                <a:gd name="connsiteX6" fmla="*/ 1729 w 86344"/>
                <a:gd name="connsiteY6" fmla="*/ 16527 h 20025"/>
                <a:gd name="connsiteX7" fmla="*/ 7420 w 86344"/>
                <a:gd name="connsiteY7" fmla="*/ 11257 h 20025"/>
                <a:gd name="connsiteX8" fmla="*/ 16232 w 86344"/>
                <a:gd name="connsiteY8" fmla="*/ 5692 h 20025"/>
                <a:gd name="connsiteX9" fmla="*/ 43172 w 86344"/>
                <a:gd name="connsiteY9" fmla="*/ 0 h 20025"/>
                <a:gd name="connsiteX10" fmla="*/ 69523 w 86344"/>
                <a:gd name="connsiteY10" fmla="*/ 5439 h 20025"/>
                <a:gd name="connsiteX11" fmla="*/ 78587 w 86344"/>
                <a:gd name="connsiteY11" fmla="*/ 11004 h 20025"/>
                <a:gd name="connsiteX12" fmla="*/ 84532 w 86344"/>
                <a:gd name="connsiteY12" fmla="*/ 16401 h 20025"/>
                <a:gd name="connsiteX13" fmla="*/ 86344 w 86344"/>
                <a:gd name="connsiteY13" fmla="*/ 19184 h 20025"/>
                <a:gd name="connsiteX14" fmla="*/ 85501 w 86344"/>
                <a:gd name="connsiteY14" fmla="*/ 20026 h 20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6344" h="20025">
                  <a:moveTo>
                    <a:pt x="85501" y="20026"/>
                  </a:moveTo>
                  <a:cubicBezTo>
                    <a:pt x="85220" y="20026"/>
                    <a:pt x="84729" y="19660"/>
                    <a:pt x="84026" y="18930"/>
                  </a:cubicBezTo>
                  <a:cubicBezTo>
                    <a:pt x="74582" y="9655"/>
                    <a:pt x="60964" y="5018"/>
                    <a:pt x="43172" y="5018"/>
                  </a:cubicBezTo>
                  <a:cubicBezTo>
                    <a:pt x="25324" y="5018"/>
                    <a:pt x="11889" y="9473"/>
                    <a:pt x="2867" y="18382"/>
                  </a:cubicBezTo>
                  <a:cubicBezTo>
                    <a:pt x="1827" y="19478"/>
                    <a:pt x="1152" y="20026"/>
                    <a:pt x="843" y="20026"/>
                  </a:cubicBezTo>
                  <a:cubicBezTo>
                    <a:pt x="281" y="20026"/>
                    <a:pt x="0" y="19745"/>
                    <a:pt x="0" y="19184"/>
                  </a:cubicBezTo>
                  <a:cubicBezTo>
                    <a:pt x="0" y="18790"/>
                    <a:pt x="576" y="17905"/>
                    <a:pt x="1729" y="16527"/>
                  </a:cubicBezTo>
                  <a:cubicBezTo>
                    <a:pt x="2881" y="15122"/>
                    <a:pt x="4778" y="13365"/>
                    <a:pt x="7420" y="11257"/>
                  </a:cubicBezTo>
                  <a:cubicBezTo>
                    <a:pt x="10062" y="9122"/>
                    <a:pt x="13000" y="7266"/>
                    <a:pt x="16232" y="5692"/>
                  </a:cubicBezTo>
                  <a:cubicBezTo>
                    <a:pt x="24074" y="1897"/>
                    <a:pt x="33054" y="0"/>
                    <a:pt x="43172" y="0"/>
                  </a:cubicBezTo>
                  <a:cubicBezTo>
                    <a:pt x="52897" y="0"/>
                    <a:pt x="61681" y="1813"/>
                    <a:pt x="69523" y="5439"/>
                  </a:cubicBezTo>
                  <a:cubicBezTo>
                    <a:pt x="72811" y="6985"/>
                    <a:pt x="75833" y="8840"/>
                    <a:pt x="78587" y="11004"/>
                  </a:cubicBezTo>
                  <a:cubicBezTo>
                    <a:pt x="81341" y="13169"/>
                    <a:pt x="83323" y="14967"/>
                    <a:pt x="84532" y="16401"/>
                  </a:cubicBezTo>
                  <a:cubicBezTo>
                    <a:pt x="85741" y="17834"/>
                    <a:pt x="86344" y="18761"/>
                    <a:pt x="86344" y="19184"/>
                  </a:cubicBezTo>
                  <a:cubicBezTo>
                    <a:pt x="86344" y="19745"/>
                    <a:pt x="86064" y="20026"/>
                    <a:pt x="85501" y="20026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30" name="Freeform 329">
            <a:extLst>
              <a:ext uri="{FF2B5EF4-FFF2-40B4-BE49-F238E27FC236}">
                <a16:creationId xmlns:a16="http://schemas.microsoft.com/office/drawing/2014/main" id="{BC87301D-B25B-66EE-D53B-2D96052AD727}"/>
              </a:ext>
            </a:extLst>
          </p:cNvPr>
          <p:cNvSpPr/>
          <p:nvPr/>
        </p:nvSpPr>
        <p:spPr>
          <a:xfrm>
            <a:off x="730226" y="3569461"/>
            <a:ext cx="1695174" cy="1127897"/>
          </a:xfrm>
          <a:custGeom>
            <a:avLst/>
            <a:gdLst>
              <a:gd name="connsiteX0" fmla="*/ 0 w 1695174"/>
              <a:gd name="connsiteY0" fmla="*/ 0 h 1127897"/>
              <a:gd name="connsiteX1" fmla="*/ 17122 w 1695174"/>
              <a:gd name="connsiteY1" fmla="*/ 33414 h 1127897"/>
              <a:gd name="connsiteX2" fmla="*/ 34246 w 1695174"/>
              <a:gd name="connsiteY2" fmla="*/ 65548 h 1127897"/>
              <a:gd name="connsiteX3" fmla="*/ 51368 w 1695174"/>
              <a:gd name="connsiteY3" fmla="*/ 96471 h 1127897"/>
              <a:gd name="connsiteX4" fmla="*/ 68492 w 1695174"/>
              <a:gd name="connsiteY4" fmla="*/ 126250 h 1127897"/>
              <a:gd name="connsiteX5" fmla="*/ 85614 w 1695174"/>
              <a:gd name="connsiteY5" fmla="*/ 154945 h 1127897"/>
              <a:gd name="connsiteX6" fmla="*/ 102738 w 1695174"/>
              <a:gd name="connsiteY6" fmla="*/ 182612 h 1127897"/>
              <a:gd name="connsiteX7" fmla="*/ 119860 w 1695174"/>
              <a:gd name="connsiteY7" fmla="*/ 209306 h 1127897"/>
              <a:gd name="connsiteX8" fmla="*/ 136984 w 1695174"/>
              <a:gd name="connsiteY8" fmla="*/ 235075 h 1127897"/>
              <a:gd name="connsiteX9" fmla="*/ 154106 w 1695174"/>
              <a:gd name="connsiteY9" fmla="*/ 259966 h 1127897"/>
              <a:gd name="connsiteX10" fmla="*/ 171230 w 1695174"/>
              <a:gd name="connsiteY10" fmla="*/ 284024 h 1127897"/>
              <a:gd name="connsiteX11" fmla="*/ 188352 w 1695174"/>
              <a:gd name="connsiteY11" fmla="*/ 307288 h 1127897"/>
              <a:gd name="connsiteX12" fmla="*/ 205475 w 1695174"/>
              <a:gd name="connsiteY12" fmla="*/ 329796 h 1127897"/>
              <a:gd name="connsiteX13" fmla="*/ 222599 w 1695174"/>
              <a:gd name="connsiteY13" fmla="*/ 351586 h 1127897"/>
              <a:gd name="connsiteX14" fmla="*/ 239721 w 1695174"/>
              <a:gd name="connsiteY14" fmla="*/ 372690 h 1127897"/>
              <a:gd name="connsiteX15" fmla="*/ 256845 w 1695174"/>
              <a:gd name="connsiteY15" fmla="*/ 393141 h 1127897"/>
              <a:gd name="connsiteX16" fmla="*/ 273967 w 1695174"/>
              <a:gd name="connsiteY16" fmla="*/ 412967 h 1127897"/>
              <a:gd name="connsiteX17" fmla="*/ 291091 w 1695174"/>
              <a:gd name="connsiteY17" fmla="*/ 432197 h 1127897"/>
              <a:gd name="connsiteX18" fmla="*/ 308213 w 1695174"/>
              <a:gd name="connsiteY18" fmla="*/ 450859 h 1127897"/>
              <a:gd name="connsiteX19" fmla="*/ 325337 w 1695174"/>
              <a:gd name="connsiteY19" fmla="*/ 468975 h 1127897"/>
              <a:gd name="connsiteX20" fmla="*/ 342459 w 1695174"/>
              <a:gd name="connsiteY20" fmla="*/ 486570 h 1127897"/>
              <a:gd name="connsiteX21" fmla="*/ 359582 w 1695174"/>
              <a:gd name="connsiteY21" fmla="*/ 503665 h 1127897"/>
              <a:gd name="connsiteX22" fmla="*/ 376705 w 1695174"/>
              <a:gd name="connsiteY22" fmla="*/ 520284 h 1127897"/>
              <a:gd name="connsiteX23" fmla="*/ 393828 w 1695174"/>
              <a:gd name="connsiteY23" fmla="*/ 536443 h 1127897"/>
              <a:gd name="connsiteX24" fmla="*/ 410951 w 1695174"/>
              <a:gd name="connsiteY24" fmla="*/ 552163 h 1127897"/>
              <a:gd name="connsiteX25" fmla="*/ 428074 w 1695174"/>
              <a:gd name="connsiteY25" fmla="*/ 567460 h 1127897"/>
              <a:gd name="connsiteX26" fmla="*/ 445197 w 1695174"/>
              <a:gd name="connsiteY26" fmla="*/ 582353 h 1127897"/>
              <a:gd name="connsiteX27" fmla="*/ 462320 w 1695174"/>
              <a:gd name="connsiteY27" fmla="*/ 596856 h 1127897"/>
              <a:gd name="connsiteX28" fmla="*/ 479443 w 1695174"/>
              <a:gd name="connsiteY28" fmla="*/ 610985 h 1127897"/>
              <a:gd name="connsiteX29" fmla="*/ 496566 w 1695174"/>
              <a:gd name="connsiteY29" fmla="*/ 624754 h 1127897"/>
              <a:gd name="connsiteX30" fmla="*/ 513689 w 1695174"/>
              <a:gd name="connsiteY30" fmla="*/ 638177 h 1127897"/>
              <a:gd name="connsiteX31" fmla="*/ 530808 w 1695174"/>
              <a:gd name="connsiteY31" fmla="*/ 651266 h 1127897"/>
              <a:gd name="connsiteX32" fmla="*/ 547935 w 1695174"/>
              <a:gd name="connsiteY32" fmla="*/ 664034 h 1127897"/>
              <a:gd name="connsiteX33" fmla="*/ 565062 w 1695174"/>
              <a:gd name="connsiteY33" fmla="*/ 676492 h 1127897"/>
              <a:gd name="connsiteX34" fmla="*/ 582180 w 1695174"/>
              <a:gd name="connsiteY34" fmla="*/ 688652 h 1127897"/>
              <a:gd name="connsiteX35" fmla="*/ 599307 w 1695174"/>
              <a:gd name="connsiteY35" fmla="*/ 700524 h 1127897"/>
              <a:gd name="connsiteX36" fmla="*/ 616425 w 1695174"/>
              <a:gd name="connsiteY36" fmla="*/ 712119 h 1127897"/>
              <a:gd name="connsiteX37" fmla="*/ 633552 w 1695174"/>
              <a:gd name="connsiteY37" fmla="*/ 723445 h 1127897"/>
              <a:gd name="connsiteX38" fmla="*/ 650670 w 1695174"/>
              <a:gd name="connsiteY38" fmla="*/ 734513 h 1127897"/>
              <a:gd name="connsiteX39" fmla="*/ 667797 w 1695174"/>
              <a:gd name="connsiteY39" fmla="*/ 745330 h 1127897"/>
              <a:gd name="connsiteX40" fmla="*/ 684915 w 1695174"/>
              <a:gd name="connsiteY40" fmla="*/ 755906 h 1127897"/>
              <a:gd name="connsiteX41" fmla="*/ 702042 w 1695174"/>
              <a:gd name="connsiteY41" fmla="*/ 766248 h 1127897"/>
              <a:gd name="connsiteX42" fmla="*/ 719160 w 1695174"/>
              <a:gd name="connsiteY42" fmla="*/ 776364 h 1127897"/>
              <a:gd name="connsiteX43" fmla="*/ 736287 w 1695174"/>
              <a:gd name="connsiteY43" fmla="*/ 786261 h 1127897"/>
              <a:gd name="connsiteX44" fmla="*/ 753414 w 1695174"/>
              <a:gd name="connsiteY44" fmla="*/ 795946 h 1127897"/>
              <a:gd name="connsiteX45" fmla="*/ 770532 w 1695174"/>
              <a:gd name="connsiteY45" fmla="*/ 805426 h 1127897"/>
              <a:gd name="connsiteX46" fmla="*/ 787659 w 1695174"/>
              <a:gd name="connsiteY46" fmla="*/ 814708 h 1127897"/>
              <a:gd name="connsiteX47" fmla="*/ 804777 w 1695174"/>
              <a:gd name="connsiteY47" fmla="*/ 823796 h 1127897"/>
              <a:gd name="connsiteX48" fmla="*/ 821904 w 1695174"/>
              <a:gd name="connsiteY48" fmla="*/ 832697 h 1127897"/>
              <a:gd name="connsiteX49" fmla="*/ 839022 w 1695174"/>
              <a:gd name="connsiteY49" fmla="*/ 841427 h 1127897"/>
              <a:gd name="connsiteX50" fmla="*/ 856149 w 1695174"/>
              <a:gd name="connsiteY50" fmla="*/ 849968 h 1127897"/>
              <a:gd name="connsiteX51" fmla="*/ 873267 w 1695174"/>
              <a:gd name="connsiteY51" fmla="*/ 858347 h 1127897"/>
              <a:gd name="connsiteX52" fmla="*/ 890394 w 1695174"/>
              <a:gd name="connsiteY52" fmla="*/ 866555 h 1127897"/>
              <a:gd name="connsiteX53" fmla="*/ 907521 w 1695174"/>
              <a:gd name="connsiteY53" fmla="*/ 874610 h 1127897"/>
              <a:gd name="connsiteX54" fmla="*/ 924639 w 1695174"/>
              <a:gd name="connsiteY54" fmla="*/ 882503 h 1127897"/>
              <a:gd name="connsiteX55" fmla="*/ 941766 w 1695174"/>
              <a:gd name="connsiteY55" fmla="*/ 890252 h 1127897"/>
              <a:gd name="connsiteX56" fmla="*/ 958884 w 1695174"/>
              <a:gd name="connsiteY56" fmla="*/ 897848 h 1127897"/>
              <a:gd name="connsiteX57" fmla="*/ 976011 w 1695174"/>
              <a:gd name="connsiteY57" fmla="*/ 905309 h 1127897"/>
              <a:gd name="connsiteX58" fmla="*/ 993129 w 1695174"/>
              <a:gd name="connsiteY58" fmla="*/ 912626 h 1127897"/>
              <a:gd name="connsiteX59" fmla="*/ 1010256 w 1695174"/>
              <a:gd name="connsiteY59" fmla="*/ 919808 h 1127897"/>
              <a:gd name="connsiteX60" fmla="*/ 1027374 w 1695174"/>
              <a:gd name="connsiteY60" fmla="*/ 926855 h 1127897"/>
              <a:gd name="connsiteX61" fmla="*/ 1044501 w 1695174"/>
              <a:gd name="connsiteY61" fmla="*/ 933776 h 1127897"/>
              <a:gd name="connsiteX62" fmla="*/ 1061628 w 1695174"/>
              <a:gd name="connsiteY62" fmla="*/ 940580 h 1127897"/>
              <a:gd name="connsiteX63" fmla="*/ 1078746 w 1695174"/>
              <a:gd name="connsiteY63" fmla="*/ 947258 h 1127897"/>
              <a:gd name="connsiteX64" fmla="*/ 1095873 w 1695174"/>
              <a:gd name="connsiteY64" fmla="*/ 953810 h 1127897"/>
              <a:gd name="connsiteX65" fmla="*/ 1112991 w 1695174"/>
              <a:gd name="connsiteY65" fmla="*/ 960263 h 1127897"/>
              <a:gd name="connsiteX66" fmla="*/ 1130118 w 1695174"/>
              <a:gd name="connsiteY66" fmla="*/ 966590 h 1127897"/>
              <a:gd name="connsiteX67" fmla="*/ 1147236 w 1695174"/>
              <a:gd name="connsiteY67" fmla="*/ 972818 h 1127897"/>
              <a:gd name="connsiteX68" fmla="*/ 1164363 w 1695174"/>
              <a:gd name="connsiteY68" fmla="*/ 978938 h 1127897"/>
              <a:gd name="connsiteX69" fmla="*/ 1181481 w 1695174"/>
              <a:gd name="connsiteY69" fmla="*/ 984959 h 1127897"/>
              <a:gd name="connsiteX70" fmla="*/ 1198608 w 1695174"/>
              <a:gd name="connsiteY70" fmla="*/ 990872 h 1127897"/>
              <a:gd name="connsiteX71" fmla="*/ 1215735 w 1695174"/>
              <a:gd name="connsiteY71" fmla="*/ 996686 h 1127897"/>
              <a:gd name="connsiteX72" fmla="*/ 1232853 w 1695174"/>
              <a:gd name="connsiteY72" fmla="*/ 1002410 h 1127897"/>
              <a:gd name="connsiteX73" fmla="*/ 1249980 w 1695174"/>
              <a:gd name="connsiteY73" fmla="*/ 1008035 h 1127897"/>
              <a:gd name="connsiteX74" fmla="*/ 1267098 w 1695174"/>
              <a:gd name="connsiteY74" fmla="*/ 1013570 h 1127897"/>
              <a:gd name="connsiteX75" fmla="*/ 1284225 w 1695174"/>
              <a:gd name="connsiteY75" fmla="*/ 1019024 h 1127897"/>
              <a:gd name="connsiteX76" fmla="*/ 1301343 w 1695174"/>
              <a:gd name="connsiteY76" fmla="*/ 1024388 h 1127897"/>
              <a:gd name="connsiteX77" fmla="*/ 1318470 w 1695174"/>
              <a:gd name="connsiteY77" fmla="*/ 1029662 h 1127897"/>
              <a:gd name="connsiteX78" fmla="*/ 1335588 w 1695174"/>
              <a:gd name="connsiteY78" fmla="*/ 1034855 h 1127897"/>
              <a:gd name="connsiteX79" fmla="*/ 1352715 w 1695174"/>
              <a:gd name="connsiteY79" fmla="*/ 1039967 h 1127897"/>
              <a:gd name="connsiteX80" fmla="*/ 1369842 w 1695174"/>
              <a:gd name="connsiteY80" fmla="*/ 1044998 h 1127897"/>
              <a:gd name="connsiteX81" fmla="*/ 1386960 w 1695174"/>
              <a:gd name="connsiteY81" fmla="*/ 1049957 h 1127897"/>
              <a:gd name="connsiteX82" fmla="*/ 1404087 w 1695174"/>
              <a:gd name="connsiteY82" fmla="*/ 1054835 h 1127897"/>
              <a:gd name="connsiteX83" fmla="*/ 1421205 w 1695174"/>
              <a:gd name="connsiteY83" fmla="*/ 1059650 h 1127897"/>
              <a:gd name="connsiteX84" fmla="*/ 1438332 w 1695174"/>
              <a:gd name="connsiteY84" fmla="*/ 1064384 h 1127897"/>
              <a:gd name="connsiteX85" fmla="*/ 1455450 w 1695174"/>
              <a:gd name="connsiteY85" fmla="*/ 1069046 h 1127897"/>
              <a:gd name="connsiteX86" fmla="*/ 1472577 w 1695174"/>
              <a:gd name="connsiteY86" fmla="*/ 1073645 h 1127897"/>
              <a:gd name="connsiteX87" fmla="*/ 1489695 w 1695174"/>
              <a:gd name="connsiteY87" fmla="*/ 1078181 h 1127897"/>
              <a:gd name="connsiteX88" fmla="*/ 1506822 w 1695174"/>
              <a:gd name="connsiteY88" fmla="*/ 1082645 h 1127897"/>
              <a:gd name="connsiteX89" fmla="*/ 1523940 w 1695174"/>
              <a:gd name="connsiteY89" fmla="*/ 1087046 h 1127897"/>
              <a:gd name="connsiteX90" fmla="*/ 1541067 w 1695174"/>
              <a:gd name="connsiteY90" fmla="*/ 1091384 h 1127897"/>
              <a:gd name="connsiteX91" fmla="*/ 1558194 w 1695174"/>
              <a:gd name="connsiteY91" fmla="*/ 1095659 h 1127897"/>
              <a:gd name="connsiteX92" fmla="*/ 1575312 w 1695174"/>
              <a:gd name="connsiteY92" fmla="*/ 1099880 h 1127897"/>
              <a:gd name="connsiteX93" fmla="*/ 1592439 w 1695174"/>
              <a:gd name="connsiteY93" fmla="*/ 1104038 h 1127897"/>
              <a:gd name="connsiteX94" fmla="*/ 1609557 w 1695174"/>
              <a:gd name="connsiteY94" fmla="*/ 1108151 h 1127897"/>
              <a:gd name="connsiteX95" fmla="*/ 1626684 w 1695174"/>
              <a:gd name="connsiteY95" fmla="*/ 1112201 h 1127897"/>
              <a:gd name="connsiteX96" fmla="*/ 1643802 w 1695174"/>
              <a:gd name="connsiteY96" fmla="*/ 1116197 h 1127897"/>
              <a:gd name="connsiteX97" fmla="*/ 1660929 w 1695174"/>
              <a:gd name="connsiteY97" fmla="*/ 1120148 h 1127897"/>
              <a:gd name="connsiteX98" fmla="*/ 1678047 w 1695174"/>
              <a:gd name="connsiteY98" fmla="*/ 1124045 h 1127897"/>
              <a:gd name="connsiteX99" fmla="*/ 1695174 w 1695174"/>
              <a:gd name="connsiteY99" fmla="*/ 1127897 h 1127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695174" h="1127897">
                <a:moveTo>
                  <a:pt x="0" y="0"/>
                </a:moveTo>
                <a:lnTo>
                  <a:pt x="17122" y="33414"/>
                </a:lnTo>
                <a:lnTo>
                  <a:pt x="34246" y="65548"/>
                </a:lnTo>
                <a:lnTo>
                  <a:pt x="51368" y="96471"/>
                </a:lnTo>
                <a:lnTo>
                  <a:pt x="68492" y="126250"/>
                </a:lnTo>
                <a:lnTo>
                  <a:pt x="85614" y="154945"/>
                </a:lnTo>
                <a:lnTo>
                  <a:pt x="102738" y="182612"/>
                </a:lnTo>
                <a:lnTo>
                  <a:pt x="119860" y="209306"/>
                </a:lnTo>
                <a:lnTo>
                  <a:pt x="136984" y="235075"/>
                </a:lnTo>
                <a:lnTo>
                  <a:pt x="154106" y="259966"/>
                </a:lnTo>
                <a:lnTo>
                  <a:pt x="171230" y="284024"/>
                </a:lnTo>
                <a:lnTo>
                  <a:pt x="188352" y="307288"/>
                </a:lnTo>
                <a:lnTo>
                  <a:pt x="205475" y="329796"/>
                </a:lnTo>
                <a:lnTo>
                  <a:pt x="222599" y="351586"/>
                </a:lnTo>
                <a:lnTo>
                  <a:pt x="239721" y="372690"/>
                </a:lnTo>
                <a:lnTo>
                  <a:pt x="256845" y="393141"/>
                </a:lnTo>
                <a:lnTo>
                  <a:pt x="273967" y="412967"/>
                </a:lnTo>
                <a:lnTo>
                  <a:pt x="291091" y="432197"/>
                </a:lnTo>
                <a:lnTo>
                  <a:pt x="308213" y="450859"/>
                </a:lnTo>
                <a:lnTo>
                  <a:pt x="325337" y="468975"/>
                </a:lnTo>
                <a:lnTo>
                  <a:pt x="342459" y="486570"/>
                </a:lnTo>
                <a:lnTo>
                  <a:pt x="359582" y="503665"/>
                </a:lnTo>
                <a:lnTo>
                  <a:pt x="376705" y="520284"/>
                </a:lnTo>
                <a:lnTo>
                  <a:pt x="393828" y="536443"/>
                </a:lnTo>
                <a:lnTo>
                  <a:pt x="410951" y="552163"/>
                </a:lnTo>
                <a:lnTo>
                  <a:pt x="428074" y="567460"/>
                </a:lnTo>
                <a:lnTo>
                  <a:pt x="445197" y="582353"/>
                </a:lnTo>
                <a:lnTo>
                  <a:pt x="462320" y="596856"/>
                </a:lnTo>
                <a:lnTo>
                  <a:pt x="479443" y="610985"/>
                </a:lnTo>
                <a:lnTo>
                  <a:pt x="496566" y="624754"/>
                </a:lnTo>
                <a:lnTo>
                  <a:pt x="513689" y="638177"/>
                </a:lnTo>
                <a:lnTo>
                  <a:pt x="530808" y="651266"/>
                </a:lnTo>
                <a:lnTo>
                  <a:pt x="547935" y="664034"/>
                </a:lnTo>
                <a:lnTo>
                  <a:pt x="565062" y="676492"/>
                </a:lnTo>
                <a:lnTo>
                  <a:pt x="582180" y="688652"/>
                </a:lnTo>
                <a:lnTo>
                  <a:pt x="599307" y="700524"/>
                </a:lnTo>
                <a:lnTo>
                  <a:pt x="616425" y="712119"/>
                </a:lnTo>
                <a:lnTo>
                  <a:pt x="633552" y="723445"/>
                </a:lnTo>
                <a:lnTo>
                  <a:pt x="650670" y="734513"/>
                </a:lnTo>
                <a:lnTo>
                  <a:pt x="667797" y="745330"/>
                </a:lnTo>
                <a:lnTo>
                  <a:pt x="684915" y="755906"/>
                </a:lnTo>
                <a:lnTo>
                  <a:pt x="702042" y="766248"/>
                </a:lnTo>
                <a:lnTo>
                  <a:pt x="719160" y="776364"/>
                </a:lnTo>
                <a:lnTo>
                  <a:pt x="736287" y="786261"/>
                </a:lnTo>
                <a:lnTo>
                  <a:pt x="753414" y="795946"/>
                </a:lnTo>
                <a:lnTo>
                  <a:pt x="770532" y="805426"/>
                </a:lnTo>
                <a:lnTo>
                  <a:pt x="787659" y="814708"/>
                </a:lnTo>
                <a:lnTo>
                  <a:pt x="804777" y="823796"/>
                </a:lnTo>
                <a:lnTo>
                  <a:pt x="821904" y="832697"/>
                </a:lnTo>
                <a:lnTo>
                  <a:pt x="839022" y="841427"/>
                </a:lnTo>
                <a:lnTo>
                  <a:pt x="856149" y="849968"/>
                </a:lnTo>
                <a:lnTo>
                  <a:pt x="873267" y="858347"/>
                </a:lnTo>
                <a:lnTo>
                  <a:pt x="890394" y="866555"/>
                </a:lnTo>
                <a:lnTo>
                  <a:pt x="907521" y="874610"/>
                </a:lnTo>
                <a:lnTo>
                  <a:pt x="924639" y="882503"/>
                </a:lnTo>
                <a:lnTo>
                  <a:pt x="941766" y="890252"/>
                </a:lnTo>
                <a:lnTo>
                  <a:pt x="958884" y="897848"/>
                </a:lnTo>
                <a:lnTo>
                  <a:pt x="976011" y="905309"/>
                </a:lnTo>
                <a:lnTo>
                  <a:pt x="993129" y="912626"/>
                </a:lnTo>
                <a:lnTo>
                  <a:pt x="1010256" y="919808"/>
                </a:lnTo>
                <a:lnTo>
                  <a:pt x="1027374" y="926855"/>
                </a:lnTo>
                <a:lnTo>
                  <a:pt x="1044501" y="933776"/>
                </a:lnTo>
                <a:lnTo>
                  <a:pt x="1061628" y="940580"/>
                </a:lnTo>
                <a:lnTo>
                  <a:pt x="1078746" y="947258"/>
                </a:lnTo>
                <a:lnTo>
                  <a:pt x="1095873" y="953810"/>
                </a:lnTo>
                <a:lnTo>
                  <a:pt x="1112991" y="960263"/>
                </a:lnTo>
                <a:lnTo>
                  <a:pt x="1130118" y="966590"/>
                </a:lnTo>
                <a:lnTo>
                  <a:pt x="1147236" y="972818"/>
                </a:lnTo>
                <a:lnTo>
                  <a:pt x="1164363" y="978938"/>
                </a:lnTo>
                <a:lnTo>
                  <a:pt x="1181481" y="984959"/>
                </a:lnTo>
                <a:lnTo>
                  <a:pt x="1198608" y="990872"/>
                </a:lnTo>
                <a:lnTo>
                  <a:pt x="1215735" y="996686"/>
                </a:lnTo>
                <a:lnTo>
                  <a:pt x="1232853" y="1002410"/>
                </a:lnTo>
                <a:lnTo>
                  <a:pt x="1249980" y="1008035"/>
                </a:lnTo>
                <a:lnTo>
                  <a:pt x="1267098" y="1013570"/>
                </a:lnTo>
                <a:lnTo>
                  <a:pt x="1284225" y="1019024"/>
                </a:lnTo>
                <a:lnTo>
                  <a:pt x="1301343" y="1024388"/>
                </a:lnTo>
                <a:lnTo>
                  <a:pt x="1318470" y="1029662"/>
                </a:lnTo>
                <a:lnTo>
                  <a:pt x="1335588" y="1034855"/>
                </a:lnTo>
                <a:lnTo>
                  <a:pt x="1352715" y="1039967"/>
                </a:lnTo>
                <a:lnTo>
                  <a:pt x="1369842" y="1044998"/>
                </a:lnTo>
                <a:lnTo>
                  <a:pt x="1386960" y="1049957"/>
                </a:lnTo>
                <a:lnTo>
                  <a:pt x="1404087" y="1054835"/>
                </a:lnTo>
                <a:lnTo>
                  <a:pt x="1421205" y="1059650"/>
                </a:lnTo>
                <a:lnTo>
                  <a:pt x="1438332" y="1064384"/>
                </a:lnTo>
                <a:lnTo>
                  <a:pt x="1455450" y="1069046"/>
                </a:lnTo>
                <a:lnTo>
                  <a:pt x="1472577" y="1073645"/>
                </a:lnTo>
                <a:lnTo>
                  <a:pt x="1489695" y="1078181"/>
                </a:lnTo>
                <a:lnTo>
                  <a:pt x="1506822" y="1082645"/>
                </a:lnTo>
                <a:lnTo>
                  <a:pt x="1523940" y="1087046"/>
                </a:lnTo>
                <a:lnTo>
                  <a:pt x="1541067" y="1091384"/>
                </a:lnTo>
                <a:lnTo>
                  <a:pt x="1558194" y="1095659"/>
                </a:lnTo>
                <a:lnTo>
                  <a:pt x="1575312" y="1099880"/>
                </a:lnTo>
                <a:lnTo>
                  <a:pt x="1592439" y="1104038"/>
                </a:lnTo>
                <a:lnTo>
                  <a:pt x="1609557" y="1108151"/>
                </a:lnTo>
                <a:lnTo>
                  <a:pt x="1626684" y="1112201"/>
                </a:lnTo>
                <a:lnTo>
                  <a:pt x="1643802" y="1116197"/>
                </a:lnTo>
                <a:lnTo>
                  <a:pt x="1660929" y="1120148"/>
                </a:lnTo>
                <a:lnTo>
                  <a:pt x="1678047" y="1124045"/>
                </a:lnTo>
                <a:lnTo>
                  <a:pt x="1695174" y="1127897"/>
                </a:lnTo>
              </a:path>
            </a:pathLst>
          </a:custGeom>
          <a:noFill/>
          <a:ln w="10763" cap="rnd">
            <a:solidFill>
              <a:srgbClr val="0000FF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1" name="Freeform 330">
            <a:extLst>
              <a:ext uri="{FF2B5EF4-FFF2-40B4-BE49-F238E27FC236}">
                <a16:creationId xmlns:a16="http://schemas.microsoft.com/office/drawing/2014/main" id="{89AB64A8-D3A4-3C41-2332-757FEF55556C}"/>
              </a:ext>
            </a:extLst>
          </p:cNvPr>
          <p:cNvSpPr/>
          <p:nvPr/>
        </p:nvSpPr>
        <p:spPr>
          <a:xfrm>
            <a:off x="1154019" y="3569461"/>
            <a:ext cx="900" cy="1127897"/>
          </a:xfrm>
          <a:custGeom>
            <a:avLst/>
            <a:gdLst>
              <a:gd name="connsiteX0" fmla="*/ 0 w 900"/>
              <a:gd name="connsiteY0" fmla="*/ 1127897 h 1127897"/>
              <a:gd name="connsiteX1" fmla="*/ 0 w 900"/>
              <a:gd name="connsiteY1" fmla="*/ 0 h 1127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00" h="1127897">
                <a:moveTo>
                  <a:pt x="0" y="1127897"/>
                </a:moveTo>
                <a:lnTo>
                  <a:pt x="0" y="0"/>
                </a:lnTo>
              </a:path>
            </a:pathLst>
          </a:custGeom>
          <a:noFill/>
          <a:ln w="3588" cap="rnd">
            <a:solidFill>
              <a:srgbClr val="FF00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253" name="Group 252">
            <a:extLst>
              <a:ext uri="{FF2B5EF4-FFF2-40B4-BE49-F238E27FC236}">
                <a16:creationId xmlns:a16="http://schemas.microsoft.com/office/drawing/2014/main" id="{9FDA6256-3C19-D5B4-5C57-ED3FC9B41445}"/>
              </a:ext>
            </a:extLst>
          </p:cNvPr>
          <p:cNvGrpSpPr/>
          <p:nvPr/>
        </p:nvGrpSpPr>
        <p:grpSpPr>
          <a:xfrm>
            <a:off x="5076296" y="1923678"/>
            <a:ext cx="2160000" cy="1440000"/>
            <a:chOff x="5076296" y="1923678"/>
            <a:chExt cx="2160000" cy="1440000"/>
          </a:xfrm>
        </p:grpSpPr>
        <p:sp>
          <p:nvSpPr>
            <p:cNvPr id="176" name="Freeform 175">
              <a:extLst>
                <a:ext uri="{FF2B5EF4-FFF2-40B4-BE49-F238E27FC236}">
                  <a16:creationId xmlns:a16="http://schemas.microsoft.com/office/drawing/2014/main" id="{70C801B6-3AF4-A110-CFA2-3DE4E68E89AF}"/>
                </a:ext>
              </a:extLst>
            </p:cNvPr>
            <p:cNvSpPr/>
            <p:nvPr/>
          </p:nvSpPr>
          <p:spPr>
            <a:xfrm>
              <a:off x="5076296" y="1923678"/>
              <a:ext cx="2160000" cy="1440000"/>
            </a:xfrm>
            <a:custGeom>
              <a:avLst/>
              <a:gdLst>
                <a:gd name="connsiteX0" fmla="*/ 0 w 2160000"/>
                <a:gd name="connsiteY0" fmla="*/ 1440000 h 1440000"/>
                <a:gd name="connsiteX1" fmla="*/ 2160000 w 2160000"/>
                <a:gd name="connsiteY1" fmla="*/ 1440000 h 1440000"/>
                <a:gd name="connsiteX2" fmla="*/ 2160000 w 2160000"/>
                <a:gd name="connsiteY2" fmla="*/ 0 h 1440000"/>
                <a:gd name="connsiteX3" fmla="*/ 0 w 2160000"/>
                <a:gd name="connsiteY3" fmla="*/ 0 h 144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60000" h="1440000">
                  <a:moveTo>
                    <a:pt x="0" y="1440000"/>
                  </a:moveTo>
                  <a:lnTo>
                    <a:pt x="2160000" y="1440000"/>
                  </a:lnTo>
                  <a:lnTo>
                    <a:pt x="2160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" name="Freeform 176">
              <a:extLst>
                <a:ext uri="{FF2B5EF4-FFF2-40B4-BE49-F238E27FC236}">
                  <a16:creationId xmlns:a16="http://schemas.microsoft.com/office/drawing/2014/main" id="{ADEBCF1D-9BA3-9649-165A-206D29B5BB70}"/>
                </a:ext>
              </a:extLst>
            </p:cNvPr>
            <p:cNvSpPr/>
            <p:nvPr/>
          </p:nvSpPr>
          <p:spPr>
            <a:xfrm>
              <a:off x="5387338" y="1966197"/>
              <a:ext cx="1806441" cy="1195574"/>
            </a:xfrm>
            <a:custGeom>
              <a:avLst/>
              <a:gdLst>
                <a:gd name="connsiteX0" fmla="*/ 0 w 1806441"/>
                <a:gd name="connsiteY0" fmla="*/ 1195574 h 1195574"/>
                <a:gd name="connsiteX1" fmla="*/ 1806441 w 1806441"/>
                <a:gd name="connsiteY1" fmla="*/ 1195574 h 1195574"/>
                <a:gd name="connsiteX2" fmla="*/ 1806441 w 1806441"/>
                <a:gd name="connsiteY2" fmla="*/ 0 h 1195574"/>
                <a:gd name="connsiteX3" fmla="*/ 0 w 1806441"/>
                <a:gd name="connsiteY3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6441" h="1195574">
                  <a:moveTo>
                    <a:pt x="0" y="1195574"/>
                  </a:moveTo>
                  <a:lnTo>
                    <a:pt x="1806441" y="1195574"/>
                  </a:lnTo>
                  <a:lnTo>
                    <a:pt x="180644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" name="Freeform 177">
              <a:extLst>
                <a:ext uri="{FF2B5EF4-FFF2-40B4-BE49-F238E27FC236}">
                  <a16:creationId xmlns:a16="http://schemas.microsoft.com/office/drawing/2014/main" id="{D9D6B64D-27D1-F8D5-49D2-AE27CD03F9E3}"/>
                </a:ext>
              </a:extLst>
            </p:cNvPr>
            <p:cNvSpPr/>
            <p:nvPr/>
          </p:nvSpPr>
          <p:spPr>
            <a:xfrm>
              <a:off x="5438465" y="1966197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" name="Freeform 178">
              <a:extLst>
                <a:ext uri="{FF2B5EF4-FFF2-40B4-BE49-F238E27FC236}">
                  <a16:creationId xmlns:a16="http://schemas.microsoft.com/office/drawing/2014/main" id="{519C3121-6F1C-387F-5439-9E784D725992}"/>
                </a:ext>
              </a:extLst>
            </p:cNvPr>
            <p:cNvSpPr/>
            <p:nvPr/>
          </p:nvSpPr>
          <p:spPr>
            <a:xfrm>
              <a:off x="5864511" y="1966197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" name="Freeform 179">
              <a:extLst>
                <a:ext uri="{FF2B5EF4-FFF2-40B4-BE49-F238E27FC236}">
                  <a16:creationId xmlns:a16="http://schemas.microsoft.com/office/drawing/2014/main" id="{95DDE5D4-BCAC-FC91-B0C8-5C330DEEFE35}"/>
                </a:ext>
              </a:extLst>
            </p:cNvPr>
            <p:cNvSpPr/>
            <p:nvPr/>
          </p:nvSpPr>
          <p:spPr>
            <a:xfrm>
              <a:off x="6290558" y="1966197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" name="Freeform 180">
              <a:extLst>
                <a:ext uri="{FF2B5EF4-FFF2-40B4-BE49-F238E27FC236}">
                  <a16:creationId xmlns:a16="http://schemas.microsoft.com/office/drawing/2014/main" id="{101E2AAA-E29E-D992-BD9C-35E1B0723776}"/>
                </a:ext>
              </a:extLst>
            </p:cNvPr>
            <p:cNvSpPr/>
            <p:nvPr/>
          </p:nvSpPr>
          <p:spPr>
            <a:xfrm>
              <a:off x="6716600" y="1966197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" name="Freeform 181">
              <a:extLst>
                <a:ext uri="{FF2B5EF4-FFF2-40B4-BE49-F238E27FC236}">
                  <a16:creationId xmlns:a16="http://schemas.microsoft.com/office/drawing/2014/main" id="{F72F88A2-7D8B-B725-557B-D0AAE3CFEAFB}"/>
                </a:ext>
              </a:extLst>
            </p:cNvPr>
            <p:cNvSpPr/>
            <p:nvPr/>
          </p:nvSpPr>
          <p:spPr>
            <a:xfrm>
              <a:off x="7142650" y="1966197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" name="Freeform 182">
              <a:extLst>
                <a:ext uri="{FF2B5EF4-FFF2-40B4-BE49-F238E27FC236}">
                  <a16:creationId xmlns:a16="http://schemas.microsoft.com/office/drawing/2014/main" id="{E80FFD00-B27B-3A39-4A68-F29BEC86D6B4}"/>
                </a:ext>
              </a:extLst>
            </p:cNvPr>
            <p:cNvSpPr/>
            <p:nvPr/>
          </p:nvSpPr>
          <p:spPr>
            <a:xfrm>
              <a:off x="5387338" y="3161772"/>
              <a:ext cx="1806441" cy="900"/>
            </a:xfrm>
            <a:custGeom>
              <a:avLst/>
              <a:gdLst>
                <a:gd name="connsiteX0" fmla="*/ 0 w 1806441"/>
                <a:gd name="connsiteY0" fmla="*/ 0 h 900"/>
                <a:gd name="connsiteX1" fmla="*/ 1806441 w 1806441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6441" h="900">
                  <a:moveTo>
                    <a:pt x="0" y="0"/>
                  </a:moveTo>
                  <a:lnTo>
                    <a:pt x="1806441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Freeform 183">
              <a:extLst>
                <a:ext uri="{FF2B5EF4-FFF2-40B4-BE49-F238E27FC236}">
                  <a16:creationId xmlns:a16="http://schemas.microsoft.com/office/drawing/2014/main" id="{2E93A0F4-5EA5-AB82-D6AF-44AA22801AD3}"/>
                </a:ext>
              </a:extLst>
            </p:cNvPr>
            <p:cNvSpPr/>
            <p:nvPr/>
          </p:nvSpPr>
          <p:spPr>
            <a:xfrm>
              <a:off x="5438465" y="3144762"/>
              <a:ext cx="900" cy="17010"/>
            </a:xfrm>
            <a:custGeom>
              <a:avLst/>
              <a:gdLst>
                <a:gd name="connsiteX0" fmla="*/ 0 w 900"/>
                <a:gd name="connsiteY0" fmla="*/ 17010 h 17010"/>
                <a:gd name="connsiteX1" fmla="*/ 0 w 900"/>
                <a:gd name="connsiteY1" fmla="*/ 0 h 17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7010">
                  <a:moveTo>
                    <a:pt x="0" y="17010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Freeform 184">
              <a:extLst>
                <a:ext uri="{FF2B5EF4-FFF2-40B4-BE49-F238E27FC236}">
                  <a16:creationId xmlns:a16="http://schemas.microsoft.com/office/drawing/2014/main" id="{88E09829-D6D1-2968-2FBA-65FF723C7037}"/>
                </a:ext>
              </a:extLst>
            </p:cNvPr>
            <p:cNvSpPr/>
            <p:nvPr/>
          </p:nvSpPr>
          <p:spPr>
            <a:xfrm>
              <a:off x="5864511" y="3144762"/>
              <a:ext cx="900" cy="17010"/>
            </a:xfrm>
            <a:custGeom>
              <a:avLst/>
              <a:gdLst>
                <a:gd name="connsiteX0" fmla="*/ 0 w 900"/>
                <a:gd name="connsiteY0" fmla="*/ 17010 h 17010"/>
                <a:gd name="connsiteX1" fmla="*/ 0 w 900"/>
                <a:gd name="connsiteY1" fmla="*/ 0 h 17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7010">
                  <a:moveTo>
                    <a:pt x="0" y="17010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A6BD3D1E-D810-4437-C133-ED656BBE4112}"/>
                </a:ext>
              </a:extLst>
            </p:cNvPr>
            <p:cNvSpPr/>
            <p:nvPr/>
          </p:nvSpPr>
          <p:spPr>
            <a:xfrm>
              <a:off x="6290558" y="3144762"/>
              <a:ext cx="900" cy="17010"/>
            </a:xfrm>
            <a:custGeom>
              <a:avLst/>
              <a:gdLst>
                <a:gd name="connsiteX0" fmla="*/ 0 w 900"/>
                <a:gd name="connsiteY0" fmla="*/ 17010 h 17010"/>
                <a:gd name="connsiteX1" fmla="*/ 0 w 900"/>
                <a:gd name="connsiteY1" fmla="*/ 0 h 17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7010">
                  <a:moveTo>
                    <a:pt x="0" y="17010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BC138977-3CD3-2B43-B11D-C2D62F88B8AB}"/>
                </a:ext>
              </a:extLst>
            </p:cNvPr>
            <p:cNvSpPr/>
            <p:nvPr/>
          </p:nvSpPr>
          <p:spPr>
            <a:xfrm>
              <a:off x="6716600" y="3144762"/>
              <a:ext cx="900" cy="17010"/>
            </a:xfrm>
            <a:custGeom>
              <a:avLst/>
              <a:gdLst>
                <a:gd name="connsiteX0" fmla="*/ 0 w 900"/>
                <a:gd name="connsiteY0" fmla="*/ 17010 h 17010"/>
                <a:gd name="connsiteX1" fmla="*/ 0 w 900"/>
                <a:gd name="connsiteY1" fmla="*/ 0 h 17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7010">
                  <a:moveTo>
                    <a:pt x="0" y="17010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 187">
              <a:extLst>
                <a:ext uri="{FF2B5EF4-FFF2-40B4-BE49-F238E27FC236}">
                  <a16:creationId xmlns:a16="http://schemas.microsoft.com/office/drawing/2014/main" id="{91F4CC88-30DF-2BF2-3B95-B2AA60C496E3}"/>
                </a:ext>
              </a:extLst>
            </p:cNvPr>
            <p:cNvSpPr/>
            <p:nvPr/>
          </p:nvSpPr>
          <p:spPr>
            <a:xfrm>
              <a:off x="7142650" y="3144762"/>
              <a:ext cx="900" cy="17010"/>
            </a:xfrm>
            <a:custGeom>
              <a:avLst/>
              <a:gdLst>
                <a:gd name="connsiteX0" fmla="*/ 0 w 900"/>
                <a:gd name="connsiteY0" fmla="*/ 17010 h 17010"/>
                <a:gd name="connsiteX1" fmla="*/ 0 w 900"/>
                <a:gd name="connsiteY1" fmla="*/ 0 h 17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7010">
                  <a:moveTo>
                    <a:pt x="0" y="17010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 188">
              <a:extLst>
                <a:ext uri="{FF2B5EF4-FFF2-40B4-BE49-F238E27FC236}">
                  <a16:creationId xmlns:a16="http://schemas.microsoft.com/office/drawing/2014/main" id="{5FF3A50A-9E06-C0C1-7370-CFA92CEB3EBA}"/>
                </a:ext>
              </a:extLst>
            </p:cNvPr>
            <p:cNvSpPr/>
            <p:nvPr/>
          </p:nvSpPr>
          <p:spPr>
            <a:xfrm>
              <a:off x="5354246" y="3220587"/>
              <a:ext cx="46738" cy="6201"/>
            </a:xfrm>
            <a:custGeom>
              <a:avLst/>
              <a:gdLst>
                <a:gd name="connsiteX0" fmla="*/ 0 w 46738"/>
                <a:gd name="connsiteY0" fmla="*/ 0 h 6201"/>
                <a:gd name="connsiteX1" fmla="*/ 46739 w 46738"/>
                <a:gd name="connsiteY1" fmla="*/ 0 h 6201"/>
                <a:gd name="connsiteX2" fmla="*/ 46739 w 46738"/>
                <a:gd name="connsiteY2" fmla="*/ 6201 h 6201"/>
                <a:gd name="connsiteX3" fmla="*/ 0 w 46738"/>
                <a:gd name="connsiteY3" fmla="*/ 6201 h 6201"/>
                <a:gd name="connsiteX4" fmla="*/ 0 w 46738"/>
                <a:gd name="connsiteY4" fmla="*/ 0 h 6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738" h="6201">
                  <a:moveTo>
                    <a:pt x="0" y="0"/>
                  </a:moveTo>
                  <a:lnTo>
                    <a:pt x="46739" y="0"/>
                  </a:lnTo>
                  <a:lnTo>
                    <a:pt x="46739" y="6201"/>
                  </a:lnTo>
                  <a:lnTo>
                    <a:pt x="0" y="6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" name="Freeform 189">
              <a:extLst>
                <a:ext uri="{FF2B5EF4-FFF2-40B4-BE49-F238E27FC236}">
                  <a16:creationId xmlns:a16="http://schemas.microsoft.com/office/drawing/2014/main" id="{BB20158B-0497-ED9D-0F58-F2B3B4248383}"/>
                </a:ext>
              </a:extLst>
            </p:cNvPr>
            <p:cNvSpPr/>
            <p:nvPr/>
          </p:nvSpPr>
          <p:spPr>
            <a:xfrm>
              <a:off x="5417099" y="3192659"/>
              <a:ext cx="32411" cy="54431"/>
            </a:xfrm>
            <a:custGeom>
              <a:avLst/>
              <a:gdLst>
                <a:gd name="connsiteX0" fmla="*/ 1058 w 32411"/>
                <a:gd name="connsiteY0" fmla="*/ 48231 h 54431"/>
                <a:gd name="connsiteX1" fmla="*/ 13089 w 32411"/>
                <a:gd name="connsiteY1" fmla="*/ 48231 h 54431"/>
                <a:gd name="connsiteX2" fmla="*/ 13089 w 32411"/>
                <a:gd name="connsiteY2" fmla="*/ 6705 h 54431"/>
                <a:gd name="connsiteX3" fmla="*/ 0 w 32411"/>
                <a:gd name="connsiteY3" fmla="*/ 9333 h 54431"/>
                <a:gd name="connsiteX4" fmla="*/ 0 w 32411"/>
                <a:gd name="connsiteY4" fmla="*/ 2628 h 54431"/>
                <a:gd name="connsiteX5" fmla="*/ 13016 w 32411"/>
                <a:gd name="connsiteY5" fmla="*/ 0 h 54431"/>
                <a:gd name="connsiteX6" fmla="*/ 20381 w 32411"/>
                <a:gd name="connsiteY6" fmla="*/ 0 h 54431"/>
                <a:gd name="connsiteX7" fmla="*/ 20381 w 32411"/>
                <a:gd name="connsiteY7" fmla="*/ 48231 h 54431"/>
                <a:gd name="connsiteX8" fmla="*/ 32412 w 32411"/>
                <a:gd name="connsiteY8" fmla="*/ 48231 h 54431"/>
                <a:gd name="connsiteX9" fmla="*/ 32412 w 32411"/>
                <a:gd name="connsiteY9" fmla="*/ 54432 h 54431"/>
                <a:gd name="connsiteX10" fmla="*/ 1058 w 32411"/>
                <a:gd name="connsiteY10" fmla="*/ 54432 h 54431"/>
                <a:gd name="connsiteX11" fmla="*/ 1058 w 32411"/>
                <a:gd name="connsiteY11" fmla="*/ 48231 h 54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411" h="54431">
                  <a:moveTo>
                    <a:pt x="1058" y="48231"/>
                  </a:moveTo>
                  <a:lnTo>
                    <a:pt x="13089" y="48231"/>
                  </a:lnTo>
                  <a:lnTo>
                    <a:pt x="13089" y="6705"/>
                  </a:lnTo>
                  <a:lnTo>
                    <a:pt x="0" y="9333"/>
                  </a:lnTo>
                  <a:lnTo>
                    <a:pt x="0" y="2628"/>
                  </a:lnTo>
                  <a:lnTo>
                    <a:pt x="13016" y="0"/>
                  </a:lnTo>
                  <a:lnTo>
                    <a:pt x="20381" y="0"/>
                  </a:lnTo>
                  <a:lnTo>
                    <a:pt x="20381" y="48231"/>
                  </a:lnTo>
                  <a:lnTo>
                    <a:pt x="32412" y="48231"/>
                  </a:lnTo>
                  <a:lnTo>
                    <a:pt x="32412" y="54432"/>
                  </a:lnTo>
                  <a:lnTo>
                    <a:pt x="1058" y="54432"/>
                  </a:lnTo>
                  <a:lnTo>
                    <a:pt x="1058" y="48231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1" name="Freeform 190">
              <a:extLst>
                <a:ext uri="{FF2B5EF4-FFF2-40B4-BE49-F238E27FC236}">
                  <a16:creationId xmlns:a16="http://schemas.microsoft.com/office/drawing/2014/main" id="{391DEEE4-82BD-515D-D51E-B50D3BA35FB0}"/>
                </a:ext>
              </a:extLst>
            </p:cNvPr>
            <p:cNvSpPr/>
            <p:nvPr/>
          </p:nvSpPr>
          <p:spPr>
            <a:xfrm>
              <a:off x="5464386" y="3237831"/>
              <a:ext cx="7692" cy="9260"/>
            </a:xfrm>
            <a:custGeom>
              <a:avLst/>
              <a:gdLst>
                <a:gd name="connsiteX0" fmla="*/ 0 w 7692"/>
                <a:gd name="connsiteY0" fmla="*/ 0 h 9260"/>
                <a:gd name="connsiteX1" fmla="*/ 7692 w 7692"/>
                <a:gd name="connsiteY1" fmla="*/ 0 h 9260"/>
                <a:gd name="connsiteX2" fmla="*/ 7692 w 7692"/>
                <a:gd name="connsiteY2" fmla="*/ 9261 h 9260"/>
                <a:gd name="connsiteX3" fmla="*/ 0 w 7692"/>
                <a:gd name="connsiteY3" fmla="*/ 9261 h 9260"/>
                <a:gd name="connsiteX4" fmla="*/ 0 w 7692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2" h="9260">
                  <a:moveTo>
                    <a:pt x="0" y="0"/>
                  </a:moveTo>
                  <a:lnTo>
                    <a:pt x="7692" y="0"/>
                  </a:lnTo>
                  <a:lnTo>
                    <a:pt x="7692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3347E464-E310-05BA-A8CC-BE260C8825FE}"/>
                </a:ext>
              </a:extLst>
            </p:cNvPr>
            <p:cNvSpPr/>
            <p:nvPr/>
          </p:nvSpPr>
          <p:spPr>
            <a:xfrm>
              <a:off x="5485057" y="3191679"/>
              <a:ext cx="37625" cy="56465"/>
            </a:xfrm>
            <a:custGeom>
              <a:avLst/>
              <a:gdLst>
                <a:gd name="connsiteX0" fmla="*/ 18813 w 37625"/>
                <a:gd name="connsiteY0" fmla="*/ 5832 h 56465"/>
                <a:gd name="connsiteX1" fmla="*/ 10245 w 37625"/>
                <a:gd name="connsiteY1" fmla="*/ 11448 h 56465"/>
                <a:gd name="connsiteX2" fmla="*/ 7402 w 37625"/>
                <a:gd name="connsiteY2" fmla="*/ 28251 h 56465"/>
                <a:gd name="connsiteX3" fmla="*/ 10245 w 37625"/>
                <a:gd name="connsiteY3" fmla="*/ 45063 h 56465"/>
                <a:gd name="connsiteX4" fmla="*/ 18813 w 37625"/>
                <a:gd name="connsiteY4" fmla="*/ 50634 h 56465"/>
                <a:gd name="connsiteX5" fmla="*/ 27380 w 37625"/>
                <a:gd name="connsiteY5" fmla="*/ 45063 h 56465"/>
                <a:gd name="connsiteX6" fmla="*/ 30261 w 37625"/>
                <a:gd name="connsiteY6" fmla="*/ 28251 h 56465"/>
                <a:gd name="connsiteX7" fmla="*/ 27380 w 37625"/>
                <a:gd name="connsiteY7" fmla="*/ 11448 h 56465"/>
                <a:gd name="connsiteX8" fmla="*/ 18813 w 37625"/>
                <a:gd name="connsiteY8" fmla="*/ 5832 h 56465"/>
                <a:gd name="connsiteX9" fmla="*/ 18813 w 37625"/>
                <a:gd name="connsiteY9" fmla="*/ 0 h 56465"/>
                <a:gd name="connsiteX10" fmla="*/ 32776 w 37625"/>
                <a:gd name="connsiteY10" fmla="*/ 7254 h 56465"/>
                <a:gd name="connsiteX11" fmla="*/ 37625 w 37625"/>
                <a:gd name="connsiteY11" fmla="*/ 28251 h 56465"/>
                <a:gd name="connsiteX12" fmla="*/ 32776 w 37625"/>
                <a:gd name="connsiteY12" fmla="*/ 49248 h 56465"/>
                <a:gd name="connsiteX13" fmla="*/ 18813 w 37625"/>
                <a:gd name="connsiteY13" fmla="*/ 56466 h 56465"/>
                <a:gd name="connsiteX14" fmla="*/ 4812 w 37625"/>
                <a:gd name="connsiteY14" fmla="*/ 49248 h 56465"/>
                <a:gd name="connsiteX15" fmla="*/ 0 w 37625"/>
                <a:gd name="connsiteY15" fmla="*/ 28251 h 56465"/>
                <a:gd name="connsiteX16" fmla="*/ 4812 w 37625"/>
                <a:gd name="connsiteY16" fmla="*/ 7254 h 56465"/>
                <a:gd name="connsiteX17" fmla="*/ 18813 w 37625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5" h="56465">
                  <a:moveTo>
                    <a:pt x="18813" y="5832"/>
                  </a:moveTo>
                  <a:cubicBezTo>
                    <a:pt x="15021" y="5832"/>
                    <a:pt x="12164" y="7704"/>
                    <a:pt x="10245" y="11448"/>
                  </a:cubicBezTo>
                  <a:cubicBezTo>
                    <a:pt x="8349" y="15165"/>
                    <a:pt x="7402" y="20763"/>
                    <a:pt x="7402" y="28251"/>
                  </a:cubicBezTo>
                  <a:cubicBezTo>
                    <a:pt x="7402" y="35712"/>
                    <a:pt x="8349" y="41319"/>
                    <a:pt x="10245" y="45063"/>
                  </a:cubicBezTo>
                  <a:cubicBezTo>
                    <a:pt x="12164" y="48780"/>
                    <a:pt x="15021" y="50634"/>
                    <a:pt x="18813" y="50634"/>
                  </a:cubicBezTo>
                  <a:cubicBezTo>
                    <a:pt x="22629" y="50634"/>
                    <a:pt x="25484" y="48780"/>
                    <a:pt x="27380" y="45063"/>
                  </a:cubicBezTo>
                  <a:cubicBezTo>
                    <a:pt x="29300" y="41319"/>
                    <a:pt x="30261" y="35712"/>
                    <a:pt x="30261" y="28251"/>
                  </a:cubicBezTo>
                  <a:cubicBezTo>
                    <a:pt x="30261" y="20763"/>
                    <a:pt x="29300" y="15165"/>
                    <a:pt x="27380" y="11448"/>
                  </a:cubicBezTo>
                  <a:cubicBezTo>
                    <a:pt x="25484" y="7704"/>
                    <a:pt x="22629" y="5832"/>
                    <a:pt x="18813" y="5832"/>
                  </a:cubicBezTo>
                  <a:moveTo>
                    <a:pt x="18813" y="0"/>
                  </a:moveTo>
                  <a:cubicBezTo>
                    <a:pt x="24914" y="0"/>
                    <a:pt x="29568" y="2421"/>
                    <a:pt x="32776" y="7254"/>
                  </a:cubicBezTo>
                  <a:cubicBezTo>
                    <a:pt x="36009" y="12069"/>
                    <a:pt x="37625" y="19062"/>
                    <a:pt x="37625" y="28251"/>
                  </a:cubicBezTo>
                  <a:cubicBezTo>
                    <a:pt x="37625" y="37413"/>
                    <a:pt x="36009" y="44415"/>
                    <a:pt x="32776" y="49248"/>
                  </a:cubicBezTo>
                  <a:cubicBezTo>
                    <a:pt x="29568" y="54063"/>
                    <a:pt x="24914" y="56466"/>
                    <a:pt x="18813" y="56466"/>
                  </a:cubicBezTo>
                  <a:cubicBezTo>
                    <a:pt x="12712" y="56466"/>
                    <a:pt x="8045" y="54063"/>
                    <a:pt x="4812" y="49248"/>
                  </a:cubicBezTo>
                  <a:cubicBezTo>
                    <a:pt x="1604" y="44415"/>
                    <a:pt x="0" y="37413"/>
                    <a:pt x="0" y="28251"/>
                  </a:cubicBezTo>
                  <a:cubicBezTo>
                    <a:pt x="0" y="19062"/>
                    <a:pt x="1604" y="12069"/>
                    <a:pt x="4812" y="7254"/>
                  </a:cubicBezTo>
                  <a:cubicBezTo>
                    <a:pt x="8045" y="2421"/>
                    <a:pt x="12712" y="0"/>
                    <a:pt x="18813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56DE2072-FB7B-01D9-95B0-BA26967CA867}"/>
                </a:ext>
              </a:extLst>
            </p:cNvPr>
            <p:cNvSpPr/>
            <p:nvPr/>
          </p:nvSpPr>
          <p:spPr>
            <a:xfrm>
              <a:off x="5781077" y="3220587"/>
              <a:ext cx="46738" cy="6201"/>
            </a:xfrm>
            <a:custGeom>
              <a:avLst/>
              <a:gdLst>
                <a:gd name="connsiteX0" fmla="*/ 0 w 46738"/>
                <a:gd name="connsiteY0" fmla="*/ 0 h 6201"/>
                <a:gd name="connsiteX1" fmla="*/ 46739 w 46738"/>
                <a:gd name="connsiteY1" fmla="*/ 0 h 6201"/>
                <a:gd name="connsiteX2" fmla="*/ 46739 w 46738"/>
                <a:gd name="connsiteY2" fmla="*/ 6201 h 6201"/>
                <a:gd name="connsiteX3" fmla="*/ 0 w 46738"/>
                <a:gd name="connsiteY3" fmla="*/ 6201 h 6201"/>
                <a:gd name="connsiteX4" fmla="*/ 0 w 46738"/>
                <a:gd name="connsiteY4" fmla="*/ 0 h 6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738" h="6201">
                  <a:moveTo>
                    <a:pt x="0" y="0"/>
                  </a:moveTo>
                  <a:lnTo>
                    <a:pt x="46739" y="0"/>
                  </a:lnTo>
                  <a:lnTo>
                    <a:pt x="46739" y="6201"/>
                  </a:lnTo>
                  <a:lnTo>
                    <a:pt x="0" y="6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CD03BF4B-F6DC-A154-A1E0-E47F9C1EC004}"/>
                </a:ext>
              </a:extLst>
            </p:cNvPr>
            <p:cNvSpPr/>
            <p:nvPr/>
          </p:nvSpPr>
          <p:spPr>
            <a:xfrm>
              <a:off x="5840648" y="3191679"/>
              <a:ext cx="37625" cy="56465"/>
            </a:xfrm>
            <a:custGeom>
              <a:avLst/>
              <a:gdLst>
                <a:gd name="connsiteX0" fmla="*/ 18813 w 37625"/>
                <a:gd name="connsiteY0" fmla="*/ 5832 h 56465"/>
                <a:gd name="connsiteX1" fmla="*/ 10246 w 37625"/>
                <a:gd name="connsiteY1" fmla="*/ 11448 h 56465"/>
                <a:gd name="connsiteX2" fmla="*/ 7402 w 37625"/>
                <a:gd name="connsiteY2" fmla="*/ 28251 h 56465"/>
                <a:gd name="connsiteX3" fmla="*/ 10246 w 37625"/>
                <a:gd name="connsiteY3" fmla="*/ 45063 h 56465"/>
                <a:gd name="connsiteX4" fmla="*/ 18813 w 37625"/>
                <a:gd name="connsiteY4" fmla="*/ 50634 h 56465"/>
                <a:gd name="connsiteX5" fmla="*/ 27381 w 37625"/>
                <a:gd name="connsiteY5" fmla="*/ 45063 h 56465"/>
                <a:gd name="connsiteX6" fmla="*/ 30261 w 37625"/>
                <a:gd name="connsiteY6" fmla="*/ 28251 h 56465"/>
                <a:gd name="connsiteX7" fmla="*/ 27381 w 37625"/>
                <a:gd name="connsiteY7" fmla="*/ 11448 h 56465"/>
                <a:gd name="connsiteX8" fmla="*/ 18813 w 37625"/>
                <a:gd name="connsiteY8" fmla="*/ 5832 h 56465"/>
                <a:gd name="connsiteX9" fmla="*/ 18813 w 37625"/>
                <a:gd name="connsiteY9" fmla="*/ 0 h 56465"/>
                <a:gd name="connsiteX10" fmla="*/ 32776 w 37625"/>
                <a:gd name="connsiteY10" fmla="*/ 7254 h 56465"/>
                <a:gd name="connsiteX11" fmla="*/ 37625 w 37625"/>
                <a:gd name="connsiteY11" fmla="*/ 28251 h 56465"/>
                <a:gd name="connsiteX12" fmla="*/ 32776 w 37625"/>
                <a:gd name="connsiteY12" fmla="*/ 49248 h 56465"/>
                <a:gd name="connsiteX13" fmla="*/ 18813 w 37625"/>
                <a:gd name="connsiteY13" fmla="*/ 56466 h 56465"/>
                <a:gd name="connsiteX14" fmla="*/ 4813 w 37625"/>
                <a:gd name="connsiteY14" fmla="*/ 49248 h 56465"/>
                <a:gd name="connsiteX15" fmla="*/ 0 w 37625"/>
                <a:gd name="connsiteY15" fmla="*/ 28251 h 56465"/>
                <a:gd name="connsiteX16" fmla="*/ 4813 w 37625"/>
                <a:gd name="connsiteY16" fmla="*/ 7254 h 56465"/>
                <a:gd name="connsiteX17" fmla="*/ 18813 w 37625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5" h="56465">
                  <a:moveTo>
                    <a:pt x="18813" y="5832"/>
                  </a:moveTo>
                  <a:cubicBezTo>
                    <a:pt x="15021" y="5832"/>
                    <a:pt x="12165" y="7704"/>
                    <a:pt x="10246" y="11448"/>
                  </a:cubicBezTo>
                  <a:cubicBezTo>
                    <a:pt x="8349" y="15165"/>
                    <a:pt x="7402" y="20763"/>
                    <a:pt x="7402" y="28251"/>
                  </a:cubicBezTo>
                  <a:cubicBezTo>
                    <a:pt x="7402" y="35712"/>
                    <a:pt x="8349" y="41319"/>
                    <a:pt x="10246" y="45063"/>
                  </a:cubicBezTo>
                  <a:cubicBezTo>
                    <a:pt x="12165" y="48780"/>
                    <a:pt x="15021" y="50634"/>
                    <a:pt x="18813" y="50634"/>
                  </a:cubicBezTo>
                  <a:cubicBezTo>
                    <a:pt x="22629" y="50634"/>
                    <a:pt x="25484" y="48780"/>
                    <a:pt x="27381" y="45063"/>
                  </a:cubicBezTo>
                  <a:cubicBezTo>
                    <a:pt x="29300" y="41319"/>
                    <a:pt x="30261" y="35712"/>
                    <a:pt x="30261" y="28251"/>
                  </a:cubicBezTo>
                  <a:cubicBezTo>
                    <a:pt x="30261" y="20763"/>
                    <a:pt x="29300" y="15165"/>
                    <a:pt x="27381" y="11448"/>
                  </a:cubicBezTo>
                  <a:cubicBezTo>
                    <a:pt x="25484" y="7704"/>
                    <a:pt x="22629" y="5832"/>
                    <a:pt x="18813" y="5832"/>
                  </a:cubicBezTo>
                  <a:moveTo>
                    <a:pt x="18813" y="0"/>
                  </a:moveTo>
                  <a:cubicBezTo>
                    <a:pt x="24914" y="0"/>
                    <a:pt x="29568" y="2421"/>
                    <a:pt x="32776" y="7254"/>
                  </a:cubicBezTo>
                  <a:cubicBezTo>
                    <a:pt x="36009" y="12069"/>
                    <a:pt x="37625" y="19062"/>
                    <a:pt x="37625" y="28251"/>
                  </a:cubicBezTo>
                  <a:cubicBezTo>
                    <a:pt x="37625" y="37413"/>
                    <a:pt x="36009" y="44415"/>
                    <a:pt x="32776" y="49248"/>
                  </a:cubicBezTo>
                  <a:cubicBezTo>
                    <a:pt x="29568" y="54063"/>
                    <a:pt x="24914" y="56466"/>
                    <a:pt x="18813" y="56466"/>
                  </a:cubicBezTo>
                  <a:cubicBezTo>
                    <a:pt x="12712" y="56466"/>
                    <a:pt x="8045" y="54063"/>
                    <a:pt x="4813" y="49248"/>
                  </a:cubicBezTo>
                  <a:cubicBezTo>
                    <a:pt x="1605" y="44415"/>
                    <a:pt x="0" y="37413"/>
                    <a:pt x="0" y="28251"/>
                  </a:cubicBezTo>
                  <a:cubicBezTo>
                    <a:pt x="0" y="19062"/>
                    <a:pt x="1605" y="12069"/>
                    <a:pt x="4813" y="7254"/>
                  </a:cubicBezTo>
                  <a:cubicBezTo>
                    <a:pt x="8045" y="2421"/>
                    <a:pt x="12712" y="0"/>
                    <a:pt x="18813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5" name="Freeform 194">
              <a:extLst>
                <a:ext uri="{FF2B5EF4-FFF2-40B4-BE49-F238E27FC236}">
                  <a16:creationId xmlns:a16="http://schemas.microsoft.com/office/drawing/2014/main" id="{4AE29034-D6C8-8E39-37A5-DE2895D73116}"/>
                </a:ext>
              </a:extLst>
            </p:cNvPr>
            <p:cNvSpPr/>
            <p:nvPr/>
          </p:nvSpPr>
          <p:spPr>
            <a:xfrm>
              <a:off x="5891217" y="3237831"/>
              <a:ext cx="7692" cy="9260"/>
            </a:xfrm>
            <a:custGeom>
              <a:avLst/>
              <a:gdLst>
                <a:gd name="connsiteX0" fmla="*/ 0 w 7692"/>
                <a:gd name="connsiteY0" fmla="*/ 0 h 9260"/>
                <a:gd name="connsiteX1" fmla="*/ 7692 w 7692"/>
                <a:gd name="connsiteY1" fmla="*/ 0 h 9260"/>
                <a:gd name="connsiteX2" fmla="*/ 7692 w 7692"/>
                <a:gd name="connsiteY2" fmla="*/ 9261 h 9260"/>
                <a:gd name="connsiteX3" fmla="*/ 0 w 7692"/>
                <a:gd name="connsiteY3" fmla="*/ 9261 h 9260"/>
                <a:gd name="connsiteX4" fmla="*/ 0 w 7692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2" h="9260">
                  <a:moveTo>
                    <a:pt x="0" y="0"/>
                  </a:moveTo>
                  <a:lnTo>
                    <a:pt x="7692" y="0"/>
                  </a:lnTo>
                  <a:lnTo>
                    <a:pt x="7692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D4B16243-6894-73CB-A433-5E18D042FD9F}"/>
                </a:ext>
              </a:extLst>
            </p:cNvPr>
            <p:cNvSpPr/>
            <p:nvPr/>
          </p:nvSpPr>
          <p:spPr>
            <a:xfrm>
              <a:off x="5912727" y="3192659"/>
              <a:ext cx="35218" cy="55485"/>
            </a:xfrm>
            <a:custGeom>
              <a:avLst/>
              <a:gdLst>
                <a:gd name="connsiteX0" fmla="*/ 2297 w 35218"/>
                <a:gd name="connsiteY0" fmla="*/ 0 h 55485"/>
                <a:gd name="connsiteX1" fmla="*/ 31208 w 35218"/>
                <a:gd name="connsiteY1" fmla="*/ 0 h 55485"/>
                <a:gd name="connsiteX2" fmla="*/ 31208 w 35218"/>
                <a:gd name="connsiteY2" fmla="*/ 6201 h 55485"/>
                <a:gd name="connsiteX3" fmla="*/ 9041 w 35218"/>
                <a:gd name="connsiteY3" fmla="*/ 6201 h 55485"/>
                <a:gd name="connsiteX4" fmla="*/ 9041 w 35218"/>
                <a:gd name="connsiteY4" fmla="*/ 19539 h 55485"/>
                <a:gd name="connsiteX5" fmla="*/ 12250 w 35218"/>
                <a:gd name="connsiteY5" fmla="*/ 18738 h 55485"/>
                <a:gd name="connsiteX6" fmla="*/ 15458 w 35218"/>
                <a:gd name="connsiteY6" fmla="*/ 18450 h 55485"/>
                <a:gd name="connsiteX7" fmla="*/ 29895 w 35218"/>
                <a:gd name="connsiteY7" fmla="*/ 23445 h 55485"/>
                <a:gd name="connsiteX8" fmla="*/ 35219 w 35218"/>
                <a:gd name="connsiteY8" fmla="*/ 36972 h 55485"/>
                <a:gd name="connsiteX9" fmla="*/ 29749 w 35218"/>
                <a:gd name="connsiteY9" fmla="*/ 50643 h 55485"/>
                <a:gd name="connsiteX10" fmla="*/ 14328 w 35218"/>
                <a:gd name="connsiteY10" fmla="*/ 55485 h 55485"/>
                <a:gd name="connsiteX11" fmla="*/ 7328 w 35218"/>
                <a:gd name="connsiteY11" fmla="*/ 54909 h 55485"/>
                <a:gd name="connsiteX12" fmla="*/ 0 w 35218"/>
                <a:gd name="connsiteY12" fmla="*/ 53154 h 55485"/>
                <a:gd name="connsiteX13" fmla="*/ 0 w 35218"/>
                <a:gd name="connsiteY13" fmla="*/ 45756 h 55485"/>
                <a:gd name="connsiteX14" fmla="*/ 6782 w 35218"/>
                <a:gd name="connsiteY14" fmla="*/ 48420 h 55485"/>
                <a:gd name="connsiteX15" fmla="*/ 14182 w 35218"/>
                <a:gd name="connsiteY15" fmla="*/ 49293 h 55485"/>
                <a:gd name="connsiteX16" fmla="*/ 24171 w 35218"/>
                <a:gd name="connsiteY16" fmla="*/ 45972 h 55485"/>
                <a:gd name="connsiteX17" fmla="*/ 27854 w 35218"/>
                <a:gd name="connsiteY17" fmla="*/ 36972 h 55485"/>
                <a:gd name="connsiteX18" fmla="*/ 24171 w 35218"/>
                <a:gd name="connsiteY18" fmla="*/ 27963 h 55485"/>
                <a:gd name="connsiteX19" fmla="*/ 14182 w 35218"/>
                <a:gd name="connsiteY19" fmla="*/ 24642 h 55485"/>
                <a:gd name="connsiteX20" fmla="*/ 8276 w 35218"/>
                <a:gd name="connsiteY20" fmla="*/ 25299 h 55485"/>
                <a:gd name="connsiteX21" fmla="*/ 2297 w 35218"/>
                <a:gd name="connsiteY21" fmla="*/ 27342 h 55485"/>
                <a:gd name="connsiteX22" fmla="*/ 2297 w 35218"/>
                <a:gd name="connsiteY22" fmla="*/ 0 h 55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218" h="55485">
                  <a:moveTo>
                    <a:pt x="2297" y="0"/>
                  </a:moveTo>
                  <a:lnTo>
                    <a:pt x="31208" y="0"/>
                  </a:lnTo>
                  <a:lnTo>
                    <a:pt x="31208" y="6201"/>
                  </a:lnTo>
                  <a:lnTo>
                    <a:pt x="9041" y="6201"/>
                  </a:lnTo>
                  <a:lnTo>
                    <a:pt x="9041" y="19539"/>
                  </a:lnTo>
                  <a:cubicBezTo>
                    <a:pt x="10112" y="19179"/>
                    <a:pt x="11181" y="18909"/>
                    <a:pt x="12250" y="18738"/>
                  </a:cubicBezTo>
                  <a:cubicBezTo>
                    <a:pt x="13319" y="18549"/>
                    <a:pt x="14388" y="18450"/>
                    <a:pt x="15458" y="18450"/>
                  </a:cubicBezTo>
                  <a:cubicBezTo>
                    <a:pt x="21534" y="18450"/>
                    <a:pt x="26347" y="20115"/>
                    <a:pt x="29895" y="23445"/>
                  </a:cubicBezTo>
                  <a:cubicBezTo>
                    <a:pt x="33444" y="26775"/>
                    <a:pt x="35219" y="31284"/>
                    <a:pt x="35219" y="36972"/>
                  </a:cubicBezTo>
                  <a:cubicBezTo>
                    <a:pt x="35219" y="42831"/>
                    <a:pt x="33395" y="47385"/>
                    <a:pt x="29749" y="50643"/>
                  </a:cubicBezTo>
                  <a:cubicBezTo>
                    <a:pt x="26104" y="53874"/>
                    <a:pt x="20964" y="55485"/>
                    <a:pt x="14328" y="55485"/>
                  </a:cubicBezTo>
                  <a:cubicBezTo>
                    <a:pt x="12043" y="55485"/>
                    <a:pt x="9710" y="55296"/>
                    <a:pt x="7328" y="54909"/>
                  </a:cubicBezTo>
                  <a:cubicBezTo>
                    <a:pt x="4971" y="54522"/>
                    <a:pt x="2528" y="53937"/>
                    <a:pt x="0" y="53154"/>
                  </a:cubicBezTo>
                  <a:lnTo>
                    <a:pt x="0" y="45756"/>
                  </a:lnTo>
                  <a:cubicBezTo>
                    <a:pt x="2188" y="46944"/>
                    <a:pt x="4448" y="47835"/>
                    <a:pt x="6782" y="48420"/>
                  </a:cubicBezTo>
                  <a:cubicBezTo>
                    <a:pt x="9114" y="49005"/>
                    <a:pt x="11581" y="49293"/>
                    <a:pt x="14182" y="49293"/>
                  </a:cubicBezTo>
                  <a:cubicBezTo>
                    <a:pt x="18387" y="49293"/>
                    <a:pt x="21717" y="48186"/>
                    <a:pt x="24171" y="45972"/>
                  </a:cubicBezTo>
                  <a:cubicBezTo>
                    <a:pt x="26627" y="43767"/>
                    <a:pt x="27854" y="40761"/>
                    <a:pt x="27854" y="36972"/>
                  </a:cubicBezTo>
                  <a:cubicBezTo>
                    <a:pt x="27854" y="33183"/>
                    <a:pt x="26627" y="30177"/>
                    <a:pt x="24171" y="27963"/>
                  </a:cubicBezTo>
                  <a:cubicBezTo>
                    <a:pt x="21717" y="25749"/>
                    <a:pt x="18387" y="24642"/>
                    <a:pt x="14182" y="24642"/>
                  </a:cubicBezTo>
                  <a:cubicBezTo>
                    <a:pt x="12214" y="24642"/>
                    <a:pt x="10245" y="24858"/>
                    <a:pt x="8276" y="25299"/>
                  </a:cubicBezTo>
                  <a:cubicBezTo>
                    <a:pt x="6332" y="25740"/>
                    <a:pt x="4339" y="26415"/>
                    <a:pt x="2297" y="27342"/>
                  </a:cubicBezTo>
                  <a:lnTo>
                    <a:pt x="2297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B275C93A-78D4-C2AE-F1BC-6DB836AB1F47}"/>
                </a:ext>
              </a:extLst>
            </p:cNvPr>
            <p:cNvSpPr/>
            <p:nvPr/>
          </p:nvSpPr>
          <p:spPr>
            <a:xfrm>
              <a:off x="6236125" y="3191679"/>
              <a:ext cx="37629" cy="56465"/>
            </a:xfrm>
            <a:custGeom>
              <a:avLst/>
              <a:gdLst>
                <a:gd name="connsiteX0" fmla="*/ 18810 w 37629"/>
                <a:gd name="connsiteY0" fmla="*/ 5832 h 56465"/>
                <a:gd name="connsiteX1" fmla="*/ 10242 w 37629"/>
                <a:gd name="connsiteY1" fmla="*/ 11448 h 56465"/>
                <a:gd name="connsiteX2" fmla="*/ 7398 w 37629"/>
                <a:gd name="connsiteY2" fmla="*/ 28251 h 56465"/>
                <a:gd name="connsiteX3" fmla="*/ 10242 w 37629"/>
                <a:gd name="connsiteY3" fmla="*/ 45063 h 56465"/>
                <a:gd name="connsiteX4" fmla="*/ 18810 w 37629"/>
                <a:gd name="connsiteY4" fmla="*/ 50634 h 56465"/>
                <a:gd name="connsiteX5" fmla="*/ 27378 w 37629"/>
                <a:gd name="connsiteY5" fmla="*/ 45063 h 56465"/>
                <a:gd name="connsiteX6" fmla="*/ 30258 w 37629"/>
                <a:gd name="connsiteY6" fmla="*/ 28251 h 56465"/>
                <a:gd name="connsiteX7" fmla="*/ 27378 w 37629"/>
                <a:gd name="connsiteY7" fmla="*/ 11448 h 56465"/>
                <a:gd name="connsiteX8" fmla="*/ 18810 w 37629"/>
                <a:gd name="connsiteY8" fmla="*/ 5832 h 56465"/>
                <a:gd name="connsiteX9" fmla="*/ 18810 w 37629"/>
                <a:gd name="connsiteY9" fmla="*/ 0 h 56465"/>
                <a:gd name="connsiteX10" fmla="*/ 32778 w 37629"/>
                <a:gd name="connsiteY10" fmla="*/ 7254 h 56465"/>
                <a:gd name="connsiteX11" fmla="*/ 37629 w 37629"/>
                <a:gd name="connsiteY11" fmla="*/ 28251 h 56465"/>
                <a:gd name="connsiteX12" fmla="*/ 32778 w 37629"/>
                <a:gd name="connsiteY12" fmla="*/ 49248 h 56465"/>
                <a:gd name="connsiteX13" fmla="*/ 18810 w 37629"/>
                <a:gd name="connsiteY13" fmla="*/ 56466 h 56465"/>
                <a:gd name="connsiteX14" fmla="*/ 4815 w 37629"/>
                <a:gd name="connsiteY14" fmla="*/ 49248 h 56465"/>
                <a:gd name="connsiteX15" fmla="*/ 0 w 37629"/>
                <a:gd name="connsiteY15" fmla="*/ 28251 h 56465"/>
                <a:gd name="connsiteX16" fmla="*/ 4815 w 37629"/>
                <a:gd name="connsiteY16" fmla="*/ 7254 h 56465"/>
                <a:gd name="connsiteX17" fmla="*/ 18810 w 37629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9" h="56465">
                  <a:moveTo>
                    <a:pt x="18810" y="5832"/>
                  </a:moveTo>
                  <a:cubicBezTo>
                    <a:pt x="15021" y="5832"/>
                    <a:pt x="12159" y="7704"/>
                    <a:pt x="10242" y="11448"/>
                  </a:cubicBezTo>
                  <a:cubicBezTo>
                    <a:pt x="8343" y="15165"/>
                    <a:pt x="7398" y="20763"/>
                    <a:pt x="7398" y="28251"/>
                  </a:cubicBezTo>
                  <a:cubicBezTo>
                    <a:pt x="7398" y="35712"/>
                    <a:pt x="8343" y="41319"/>
                    <a:pt x="10242" y="45063"/>
                  </a:cubicBezTo>
                  <a:cubicBezTo>
                    <a:pt x="12159" y="48780"/>
                    <a:pt x="15021" y="50634"/>
                    <a:pt x="18810" y="50634"/>
                  </a:cubicBezTo>
                  <a:cubicBezTo>
                    <a:pt x="22626" y="50634"/>
                    <a:pt x="25479" y="48780"/>
                    <a:pt x="27378" y="45063"/>
                  </a:cubicBezTo>
                  <a:cubicBezTo>
                    <a:pt x="29295" y="41319"/>
                    <a:pt x="30258" y="35712"/>
                    <a:pt x="30258" y="28251"/>
                  </a:cubicBezTo>
                  <a:cubicBezTo>
                    <a:pt x="30258" y="20763"/>
                    <a:pt x="29295" y="15165"/>
                    <a:pt x="27378" y="11448"/>
                  </a:cubicBezTo>
                  <a:cubicBezTo>
                    <a:pt x="25479" y="7704"/>
                    <a:pt x="22626" y="5832"/>
                    <a:pt x="18810" y="5832"/>
                  </a:cubicBezTo>
                  <a:moveTo>
                    <a:pt x="18810" y="0"/>
                  </a:moveTo>
                  <a:cubicBezTo>
                    <a:pt x="24912" y="0"/>
                    <a:pt x="29565" y="2421"/>
                    <a:pt x="32778" y="7254"/>
                  </a:cubicBezTo>
                  <a:cubicBezTo>
                    <a:pt x="36009" y="12069"/>
                    <a:pt x="37629" y="19062"/>
                    <a:pt x="37629" y="28251"/>
                  </a:cubicBezTo>
                  <a:cubicBezTo>
                    <a:pt x="37629" y="37413"/>
                    <a:pt x="36009" y="44415"/>
                    <a:pt x="32778" y="49248"/>
                  </a:cubicBezTo>
                  <a:cubicBezTo>
                    <a:pt x="29565" y="54063"/>
                    <a:pt x="24912" y="56466"/>
                    <a:pt x="18810" y="56466"/>
                  </a:cubicBezTo>
                  <a:cubicBezTo>
                    <a:pt x="12708" y="56466"/>
                    <a:pt x="8046" y="54063"/>
                    <a:pt x="4815" y="49248"/>
                  </a:cubicBezTo>
                  <a:cubicBezTo>
                    <a:pt x="1602" y="44415"/>
                    <a:pt x="0" y="37413"/>
                    <a:pt x="0" y="28251"/>
                  </a:cubicBezTo>
                  <a:cubicBezTo>
                    <a:pt x="0" y="19062"/>
                    <a:pt x="1602" y="12069"/>
                    <a:pt x="4815" y="7254"/>
                  </a:cubicBezTo>
                  <a:cubicBezTo>
                    <a:pt x="8046" y="2421"/>
                    <a:pt x="12708" y="0"/>
                    <a:pt x="18810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AE213532-9A16-26B1-DC21-73A77FC1E791}"/>
                </a:ext>
              </a:extLst>
            </p:cNvPr>
            <p:cNvSpPr/>
            <p:nvPr/>
          </p:nvSpPr>
          <p:spPr>
            <a:xfrm>
              <a:off x="6286697" y="3237831"/>
              <a:ext cx="7686" cy="9260"/>
            </a:xfrm>
            <a:custGeom>
              <a:avLst/>
              <a:gdLst>
                <a:gd name="connsiteX0" fmla="*/ 0 w 7686"/>
                <a:gd name="connsiteY0" fmla="*/ 0 h 9260"/>
                <a:gd name="connsiteX1" fmla="*/ 7686 w 7686"/>
                <a:gd name="connsiteY1" fmla="*/ 0 h 9260"/>
                <a:gd name="connsiteX2" fmla="*/ 7686 w 7686"/>
                <a:gd name="connsiteY2" fmla="*/ 9261 h 9260"/>
                <a:gd name="connsiteX3" fmla="*/ 0 w 7686"/>
                <a:gd name="connsiteY3" fmla="*/ 9261 h 9260"/>
                <a:gd name="connsiteX4" fmla="*/ 0 w 7686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86" h="9260">
                  <a:moveTo>
                    <a:pt x="0" y="0"/>
                  </a:moveTo>
                  <a:lnTo>
                    <a:pt x="7686" y="0"/>
                  </a:lnTo>
                  <a:lnTo>
                    <a:pt x="7686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9" name="Freeform 198">
              <a:extLst>
                <a:ext uri="{FF2B5EF4-FFF2-40B4-BE49-F238E27FC236}">
                  <a16:creationId xmlns:a16="http://schemas.microsoft.com/office/drawing/2014/main" id="{0DD30FBB-FD00-C8F7-0E1B-22C5BE1D5CC4}"/>
                </a:ext>
              </a:extLst>
            </p:cNvPr>
            <p:cNvSpPr/>
            <p:nvPr/>
          </p:nvSpPr>
          <p:spPr>
            <a:xfrm>
              <a:off x="6307360" y="3191679"/>
              <a:ext cx="37629" cy="56465"/>
            </a:xfrm>
            <a:custGeom>
              <a:avLst/>
              <a:gdLst>
                <a:gd name="connsiteX0" fmla="*/ 18819 w 37629"/>
                <a:gd name="connsiteY0" fmla="*/ 5832 h 56465"/>
                <a:gd name="connsiteX1" fmla="*/ 10251 w 37629"/>
                <a:gd name="connsiteY1" fmla="*/ 11448 h 56465"/>
                <a:gd name="connsiteX2" fmla="*/ 7407 w 37629"/>
                <a:gd name="connsiteY2" fmla="*/ 28251 h 56465"/>
                <a:gd name="connsiteX3" fmla="*/ 10251 w 37629"/>
                <a:gd name="connsiteY3" fmla="*/ 45063 h 56465"/>
                <a:gd name="connsiteX4" fmla="*/ 18819 w 37629"/>
                <a:gd name="connsiteY4" fmla="*/ 50634 h 56465"/>
                <a:gd name="connsiteX5" fmla="*/ 27387 w 37629"/>
                <a:gd name="connsiteY5" fmla="*/ 45063 h 56465"/>
                <a:gd name="connsiteX6" fmla="*/ 30267 w 37629"/>
                <a:gd name="connsiteY6" fmla="*/ 28251 h 56465"/>
                <a:gd name="connsiteX7" fmla="*/ 27387 w 37629"/>
                <a:gd name="connsiteY7" fmla="*/ 11448 h 56465"/>
                <a:gd name="connsiteX8" fmla="*/ 18819 w 37629"/>
                <a:gd name="connsiteY8" fmla="*/ 5832 h 56465"/>
                <a:gd name="connsiteX9" fmla="*/ 18819 w 37629"/>
                <a:gd name="connsiteY9" fmla="*/ 0 h 56465"/>
                <a:gd name="connsiteX10" fmla="*/ 32778 w 37629"/>
                <a:gd name="connsiteY10" fmla="*/ 7254 h 56465"/>
                <a:gd name="connsiteX11" fmla="*/ 37629 w 37629"/>
                <a:gd name="connsiteY11" fmla="*/ 28251 h 56465"/>
                <a:gd name="connsiteX12" fmla="*/ 32778 w 37629"/>
                <a:gd name="connsiteY12" fmla="*/ 49248 h 56465"/>
                <a:gd name="connsiteX13" fmla="*/ 18819 w 37629"/>
                <a:gd name="connsiteY13" fmla="*/ 56466 h 56465"/>
                <a:gd name="connsiteX14" fmla="*/ 4815 w 37629"/>
                <a:gd name="connsiteY14" fmla="*/ 49248 h 56465"/>
                <a:gd name="connsiteX15" fmla="*/ 0 w 37629"/>
                <a:gd name="connsiteY15" fmla="*/ 28251 h 56465"/>
                <a:gd name="connsiteX16" fmla="*/ 4815 w 37629"/>
                <a:gd name="connsiteY16" fmla="*/ 7254 h 56465"/>
                <a:gd name="connsiteX17" fmla="*/ 18819 w 37629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9" h="56465">
                  <a:moveTo>
                    <a:pt x="18819" y="5832"/>
                  </a:moveTo>
                  <a:cubicBezTo>
                    <a:pt x="15030" y="5832"/>
                    <a:pt x="12168" y="7704"/>
                    <a:pt x="10251" y="11448"/>
                  </a:cubicBezTo>
                  <a:cubicBezTo>
                    <a:pt x="8352" y="15165"/>
                    <a:pt x="7407" y="20763"/>
                    <a:pt x="7407" y="28251"/>
                  </a:cubicBezTo>
                  <a:cubicBezTo>
                    <a:pt x="7407" y="35712"/>
                    <a:pt x="8352" y="41319"/>
                    <a:pt x="10251" y="45063"/>
                  </a:cubicBezTo>
                  <a:cubicBezTo>
                    <a:pt x="12168" y="48780"/>
                    <a:pt x="15030" y="50634"/>
                    <a:pt x="18819" y="50634"/>
                  </a:cubicBezTo>
                  <a:cubicBezTo>
                    <a:pt x="22635" y="50634"/>
                    <a:pt x="25488" y="48780"/>
                    <a:pt x="27387" y="45063"/>
                  </a:cubicBezTo>
                  <a:cubicBezTo>
                    <a:pt x="29304" y="41319"/>
                    <a:pt x="30267" y="35712"/>
                    <a:pt x="30267" y="28251"/>
                  </a:cubicBezTo>
                  <a:cubicBezTo>
                    <a:pt x="30267" y="20763"/>
                    <a:pt x="29304" y="15165"/>
                    <a:pt x="27387" y="11448"/>
                  </a:cubicBezTo>
                  <a:cubicBezTo>
                    <a:pt x="25488" y="7704"/>
                    <a:pt x="22635" y="5832"/>
                    <a:pt x="18819" y="5832"/>
                  </a:cubicBezTo>
                  <a:moveTo>
                    <a:pt x="18819" y="0"/>
                  </a:moveTo>
                  <a:cubicBezTo>
                    <a:pt x="24912" y="0"/>
                    <a:pt x="29565" y="2421"/>
                    <a:pt x="32778" y="7254"/>
                  </a:cubicBezTo>
                  <a:cubicBezTo>
                    <a:pt x="36009" y="12069"/>
                    <a:pt x="37629" y="19062"/>
                    <a:pt x="37629" y="28251"/>
                  </a:cubicBezTo>
                  <a:cubicBezTo>
                    <a:pt x="37629" y="37413"/>
                    <a:pt x="36009" y="44415"/>
                    <a:pt x="32778" y="49248"/>
                  </a:cubicBezTo>
                  <a:cubicBezTo>
                    <a:pt x="29565" y="54063"/>
                    <a:pt x="24912" y="56466"/>
                    <a:pt x="18819" y="56466"/>
                  </a:cubicBezTo>
                  <a:cubicBezTo>
                    <a:pt x="12717" y="56466"/>
                    <a:pt x="8046" y="54063"/>
                    <a:pt x="4815" y="49248"/>
                  </a:cubicBezTo>
                  <a:cubicBezTo>
                    <a:pt x="1602" y="44415"/>
                    <a:pt x="0" y="37413"/>
                    <a:pt x="0" y="28251"/>
                  </a:cubicBezTo>
                  <a:cubicBezTo>
                    <a:pt x="0" y="19062"/>
                    <a:pt x="1602" y="12069"/>
                    <a:pt x="4815" y="7254"/>
                  </a:cubicBezTo>
                  <a:cubicBezTo>
                    <a:pt x="8046" y="2421"/>
                    <a:pt x="12717" y="0"/>
                    <a:pt x="18819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6D613FE3-E197-E268-F540-B0B09AAD11C9}"/>
                </a:ext>
              </a:extLst>
            </p:cNvPr>
            <p:cNvSpPr/>
            <p:nvPr/>
          </p:nvSpPr>
          <p:spPr>
            <a:xfrm>
              <a:off x="6662959" y="3191679"/>
              <a:ext cx="37620" cy="56465"/>
            </a:xfrm>
            <a:custGeom>
              <a:avLst/>
              <a:gdLst>
                <a:gd name="connsiteX0" fmla="*/ 18810 w 37620"/>
                <a:gd name="connsiteY0" fmla="*/ 5832 h 56465"/>
                <a:gd name="connsiteX1" fmla="*/ 10242 w 37620"/>
                <a:gd name="connsiteY1" fmla="*/ 11448 h 56465"/>
                <a:gd name="connsiteX2" fmla="*/ 7398 w 37620"/>
                <a:gd name="connsiteY2" fmla="*/ 28251 h 56465"/>
                <a:gd name="connsiteX3" fmla="*/ 10242 w 37620"/>
                <a:gd name="connsiteY3" fmla="*/ 45063 h 56465"/>
                <a:gd name="connsiteX4" fmla="*/ 18810 w 37620"/>
                <a:gd name="connsiteY4" fmla="*/ 50634 h 56465"/>
                <a:gd name="connsiteX5" fmla="*/ 27378 w 37620"/>
                <a:gd name="connsiteY5" fmla="*/ 45063 h 56465"/>
                <a:gd name="connsiteX6" fmla="*/ 30258 w 37620"/>
                <a:gd name="connsiteY6" fmla="*/ 28251 h 56465"/>
                <a:gd name="connsiteX7" fmla="*/ 27378 w 37620"/>
                <a:gd name="connsiteY7" fmla="*/ 11448 h 56465"/>
                <a:gd name="connsiteX8" fmla="*/ 18810 w 37620"/>
                <a:gd name="connsiteY8" fmla="*/ 5832 h 56465"/>
                <a:gd name="connsiteX9" fmla="*/ 18810 w 37620"/>
                <a:gd name="connsiteY9" fmla="*/ 0 h 56465"/>
                <a:gd name="connsiteX10" fmla="*/ 32769 w 37620"/>
                <a:gd name="connsiteY10" fmla="*/ 7254 h 56465"/>
                <a:gd name="connsiteX11" fmla="*/ 37620 w 37620"/>
                <a:gd name="connsiteY11" fmla="*/ 28251 h 56465"/>
                <a:gd name="connsiteX12" fmla="*/ 32769 w 37620"/>
                <a:gd name="connsiteY12" fmla="*/ 49248 h 56465"/>
                <a:gd name="connsiteX13" fmla="*/ 18810 w 37620"/>
                <a:gd name="connsiteY13" fmla="*/ 56466 h 56465"/>
                <a:gd name="connsiteX14" fmla="*/ 4806 w 37620"/>
                <a:gd name="connsiteY14" fmla="*/ 49248 h 56465"/>
                <a:gd name="connsiteX15" fmla="*/ 0 w 37620"/>
                <a:gd name="connsiteY15" fmla="*/ 28251 h 56465"/>
                <a:gd name="connsiteX16" fmla="*/ 4806 w 37620"/>
                <a:gd name="connsiteY16" fmla="*/ 7254 h 56465"/>
                <a:gd name="connsiteX17" fmla="*/ 18810 w 37620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0" h="56465">
                  <a:moveTo>
                    <a:pt x="18810" y="5832"/>
                  </a:moveTo>
                  <a:cubicBezTo>
                    <a:pt x="15021" y="5832"/>
                    <a:pt x="12159" y="7704"/>
                    <a:pt x="10242" y="11448"/>
                  </a:cubicBezTo>
                  <a:cubicBezTo>
                    <a:pt x="8343" y="15165"/>
                    <a:pt x="7398" y="20763"/>
                    <a:pt x="7398" y="28251"/>
                  </a:cubicBezTo>
                  <a:cubicBezTo>
                    <a:pt x="7398" y="35712"/>
                    <a:pt x="8343" y="41319"/>
                    <a:pt x="10242" y="45063"/>
                  </a:cubicBezTo>
                  <a:cubicBezTo>
                    <a:pt x="12159" y="48780"/>
                    <a:pt x="15021" y="50634"/>
                    <a:pt x="18810" y="50634"/>
                  </a:cubicBezTo>
                  <a:cubicBezTo>
                    <a:pt x="22626" y="50634"/>
                    <a:pt x="25479" y="48780"/>
                    <a:pt x="27378" y="45063"/>
                  </a:cubicBezTo>
                  <a:cubicBezTo>
                    <a:pt x="29295" y="41319"/>
                    <a:pt x="30258" y="35712"/>
                    <a:pt x="30258" y="28251"/>
                  </a:cubicBezTo>
                  <a:cubicBezTo>
                    <a:pt x="30258" y="20763"/>
                    <a:pt x="29295" y="15165"/>
                    <a:pt x="27378" y="11448"/>
                  </a:cubicBezTo>
                  <a:cubicBezTo>
                    <a:pt x="25479" y="7704"/>
                    <a:pt x="22626" y="5832"/>
                    <a:pt x="18810" y="5832"/>
                  </a:cubicBezTo>
                  <a:moveTo>
                    <a:pt x="18810" y="0"/>
                  </a:moveTo>
                  <a:cubicBezTo>
                    <a:pt x="24912" y="0"/>
                    <a:pt x="29565" y="2421"/>
                    <a:pt x="32769" y="7254"/>
                  </a:cubicBezTo>
                  <a:cubicBezTo>
                    <a:pt x="36000" y="12069"/>
                    <a:pt x="37620" y="19062"/>
                    <a:pt x="37620" y="28251"/>
                  </a:cubicBezTo>
                  <a:cubicBezTo>
                    <a:pt x="37620" y="37413"/>
                    <a:pt x="36000" y="44415"/>
                    <a:pt x="32769" y="49248"/>
                  </a:cubicBezTo>
                  <a:cubicBezTo>
                    <a:pt x="29565" y="54063"/>
                    <a:pt x="24912" y="56466"/>
                    <a:pt x="18810" y="56466"/>
                  </a:cubicBezTo>
                  <a:cubicBezTo>
                    <a:pt x="12708" y="56466"/>
                    <a:pt x="8037" y="54063"/>
                    <a:pt x="4806" y="49248"/>
                  </a:cubicBezTo>
                  <a:cubicBezTo>
                    <a:pt x="1602" y="44415"/>
                    <a:pt x="0" y="37413"/>
                    <a:pt x="0" y="28251"/>
                  </a:cubicBezTo>
                  <a:cubicBezTo>
                    <a:pt x="0" y="19062"/>
                    <a:pt x="1602" y="12069"/>
                    <a:pt x="4806" y="7254"/>
                  </a:cubicBezTo>
                  <a:cubicBezTo>
                    <a:pt x="8037" y="2421"/>
                    <a:pt x="12708" y="0"/>
                    <a:pt x="18810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5DF74987-B265-74C8-CE98-DC72D902077E}"/>
                </a:ext>
              </a:extLst>
            </p:cNvPr>
            <p:cNvSpPr/>
            <p:nvPr/>
          </p:nvSpPr>
          <p:spPr>
            <a:xfrm>
              <a:off x="6713522" y="3237831"/>
              <a:ext cx="7694" cy="9260"/>
            </a:xfrm>
            <a:custGeom>
              <a:avLst/>
              <a:gdLst>
                <a:gd name="connsiteX0" fmla="*/ 0 w 7694"/>
                <a:gd name="connsiteY0" fmla="*/ 0 h 9260"/>
                <a:gd name="connsiteX1" fmla="*/ 7695 w 7694"/>
                <a:gd name="connsiteY1" fmla="*/ 0 h 9260"/>
                <a:gd name="connsiteX2" fmla="*/ 7695 w 7694"/>
                <a:gd name="connsiteY2" fmla="*/ 9261 h 9260"/>
                <a:gd name="connsiteX3" fmla="*/ 0 w 7694"/>
                <a:gd name="connsiteY3" fmla="*/ 9261 h 9260"/>
                <a:gd name="connsiteX4" fmla="*/ 0 w 7694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4" h="9260">
                  <a:moveTo>
                    <a:pt x="0" y="0"/>
                  </a:moveTo>
                  <a:lnTo>
                    <a:pt x="7695" y="0"/>
                  </a:lnTo>
                  <a:lnTo>
                    <a:pt x="7695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2" name="Freeform 201">
              <a:extLst>
                <a:ext uri="{FF2B5EF4-FFF2-40B4-BE49-F238E27FC236}">
                  <a16:creationId xmlns:a16="http://schemas.microsoft.com/office/drawing/2014/main" id="{05E6C7A4-D46C-142D-20A5-53784E469D62}"/>
                </a:ext>
              </a:extLst>
            </p:cNvPr>
            <p:cNvSpPr/>
            <p:nvPr/>
          </p:nvSpPr>
          <p:spPr>
            <a:xfrm>
              <a:off x="6735032" y="3192659"/>
              <a:ext cx="35217" cy="55485"/>
            </a:xfrm>
            <a:custGeom>
              <a:avLst/>
              <a:gdLst>
                <a:gd name="connsiteX0" fmla="*/ 2295 w 35217"/>
                <a:gd name="connsiteY0" fmla="*/ 0 h 55485"/>
                <a:gd name="connsiteX1" fmla="*/ 31212 w 35217"/>
                <a:gd name="connsiteY1" fmla="*/ 0 h 55485"/>
                <a:gd name="connsiteX2" fmla="*/ 31212 w 35217"/>
                <a:gd name="connsiteY2" fmla="*/ 6201 h 55485"/>
                <a:gd name="connsiteX3" fmla="*/ 9045 w 35217"/>
                <a:gd name="connsiteY3" fmla="*/ 6201 h 55485"/>
                <a:gd name="connsiteX4" fmla="*/ 9045 w 35217"/>
                <a:gd name="connsiteY4" fmla="*/ 19539 h 55485"/>
                <a:gd name="connsiteX5" fmla="*/ 12249 w 35217"/>
                <a:gd name="connsiteY5" fmla="*/ 18738 h 55485"/>
                <a:gd name="connsiteX6" fmla="*/ 15462 w 35217"/>
                <a:gd name="connsiteY6" fmla="*/ 18450 h 55485"/>
                <a:gd name="connsiteX7" fmla="*/ 29898 w 35217"/>
                <a:gd name="connsiteY7" fmla="*/ 23445 h 55485"/>
                <a:gd name="connsiteX8" fmla="*/ 35217 w 35217"/>
                <a:gd name="connsiteY8" fmla="*/ 36972 h 55485"/>
                <a:gd name="connsiteX9" fmla="*/ 29754 w 35217"/>
                <a:gd name="connsiteY9" fmla="*/ 50643 h 55485"/>
                <a:gd name="connsiteX10" fmla="*/ 14328 w 35217"/>
                <a:gd name="connsiteY10" fmla="*/ 55485 h 55485"/>
                <a:gd name="connsiteX11" fmla="*/ 7326 w 35217"/>
                <a:gd name="connsiteY11" fmla="*/ 54909 h 55485"/>
                <a:gd name="connsiteX12" fmla="*/ 0 w 35217"/>
                <a:gd name="connsiteY12" fmla="*/ 53154 h 55485"/>
                <a:gd name="connsiteX13" fmla="*/ 0 w 35217"/>
                <a:gd name="connsiteY13" fmla="*/ 45756 h 55485"/>
                <a:gd name="connsiteX14" fmla="*/ 6786 w 35217"/>
                <a:gd name="connsiteY14" fmla="*/ 48420 h 55485"/>
                <a:gd name="connsiteX15" fmla="*/ 14184 w 35217"/>
                <a:gd name="connsiteY15" fmla="*/ 49293 h 55485"/>
                <a:gd name="connsiteX16" fmla="*/ 24174 w 35217"/>
                <a:gd name="connsiteY16" fmla="*/ 45972 h 55485"/>
                <a:gd name="connsiteX17" fmla="*/ 27855 w 35217"/>
                <a:gd name="connsiteY17" fmla="*/ 36972 h 55485"/>
                <a:gd name="connsiteX18" fmla="*/ 24174 w 35217"/>
                <a:gd name="connsiteY18" fmla="*/ 27963 h 55485"/>
                <a:gd name="connsiteX19" fmla="*/ 14184 w 35217"/>
                <a:gd name="connsiteY19" fmla="*/ 24642 h 55485"/>
                <a:gd name="connsiteX20" fmla="*/ 8280 w 35217"/>
                <a:gd name="connsiteY20" fmla="*/ 25299 h 55485"/>
                <a:gd name="connsiteX21" fmla="*/ 2295 w 35217"/>
                <a:gd name="connsiteY21" fmla="*/ 27342 h 55485"/>
                <a:gd name="connsiteX22" fmla="*/ 2295 w 35217"/>
                <a:gd name="connsiteY22" fmla="*/ 0 h 55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217" h="55485">
                  <a:moveTo>
                    <a:pt x="2295" y="0"/>
                  </a:moveTo>
                  <a:lnTo>
                    <a:pt x="31212" y="0"/>
                  </a:lnTo>
                  <a:lnTo>
                    <a:pt x="31212" y="6201"/>
                  </a:lnTo>
                  <a:lnTo>
                    <a:pt x="9045" y="6201"/>
                  </a:lnTo>
                  <a:lnTo>
                    <a:pt x="9045" y="19539"/>
                  </a:lnTo>
                  <a:cubicBezTo>
                    <a:pt x="10116" y="19179"/>
                    <a:pt x="11178" y="18909"/>
                    <a:pt x="12249" y="18738"/>
                  </a:cubicBezTo>
                  <a:cubicBezTo>
                    <a:pt x="13320" y="18549"/>
                    <a:pt x="14391" y="18450"/>
                    <a:pt x="15462" y="18450"/>
                  </a:cubicBezTo>
                  <a:cubicBezTo>
                    <a:pt x="21537" y="18450"/>
                    <a:pt x="26352" y="20115"/>
                    <a:pt x="29898" y="23445"/>
                  </a:cubicBezTo>
                  <a:cubicBezTo>
                    <a:pt x="33444" y="26775"/>
                    <a:pt x="35217" y="31284"/>
                    <a:pt x="35217" y="36972"/>
                  </a:cubicBezTo>
                  <a:cubicBezTo>
                    <a:pt x="35217" y="42831"/>
                    <a:pt x="33399" y="47385"/>
                    <a:pt x="29754" y="50643"/>
                  </a:cubicBezTo>
                  <a:cubicBezTo>
                    <a:pt x="26109" y="53874"/>
                    <a:pt x="20961" y="55485"/>
                    <a:pt x="14328" y="55485"/>
                  </a:cubicBezTo>
                  <a:cubicBezTo>
                    <a:pt x="12042" y="55485"/>
                    <a:pt x="9711" y="55296"/>
                    <a:pt x="7326" y="54909"/>
                  </a:cubicBezTo>
                  <a:cubicBezTo>
                    <a:pt x="4968" y="54522"/>
                    <a:pt x="2529" y="53937"/>
                    <a:pt x="0" y="53154"/>
                  </a:cubicBezTo>
                  <a:lnTo>
                    <a:pt x="0" y="45756"/>
                  </a:lnTo>
                  <a:cubicBezTo>
                    <a:pt x="2187" y="46944"/>
                    <a:pt x="4455" y="47835"/>
                    <a:pt x="6786" y="48420"/>
                  </a:cubicBezTo>
                  <a:cubicBezTo>
                    <a:pt x="9117" y="49005"/>
                    <a:pt x="11583" y="49293"/>
                    <a:pt x="14184" y="49293"/>
                  </a:cubicBezTo>
                  <a:cubicBezTo>
                    <a:pt x="18387" y="49293"/>
                    <a:pt x="21717" y="48186"/>
                    <a:pt x="24174" y="45972"/>
                  </a:cubicBezTo>
                  <a:cubicBezTo>
                    <a:pt x="26631" y="43767"/>
                    <a:pt x="27855" y="40761"/>
                    <a:pt x="27855" y="36972"/>
                  </a:cubicBezTo>
                  <a:cubicBezTo>
                    <a:pt x="27855" y="33183"/>
                    <a:pt x="26631" y="30177"/>
                    <a:pt x="24174" y="27963"/>
                  </a:cubicBezTo>
                  <a:cubicBezTo>
                    <a:pt x="21717" y="25749"/>
                    <a:pt x="18387" y="24642"/>
                    <a:pt x="14184" y="24642"/>
                  </a:cubicBezTo>
                  <a:cubicBezTo>
                    <a:pt x="12213" y="24642"/>
                    <a:pt x="10251" y="24858"/>
                    <a:pt x="8280" y="25299"/>
                  </a:cubicBezTo>
                  <a:cubicBezTo>
                    <a:pt x="6336" y="25740"/>
                    <a:pt x="4338" y="26415"/>
                    <a:pt x="2295" y="27342"/>
                  </a:cubicBezTo>
                  <a:lnTo>
                    <a:pt x="2295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C508A1F5-BD53-55A2-0666-5BFDB3246AC6}"/>
                </a:ext>
              </a:extLst>
            </p:cNvPr>
            <p:cNvSpPr/>
            <p:nvPr/>
          </p:nvSpPr>
          <p:spPr>
            <a:xfrm>
              <a:off x="7089857" y="3192659"/>
              <a:ext cx="32418" cy="54431"/>
            </a:xfrm>
            <a:custGeom>
              <a:avLst/>
              <a:gdLst>
                <a:gd name="connsiteX0" fmla="*/ 1062 w 32418"/>
                <a:gd name="connsiteY0" fmla="*/ 48231 h 54431"/>
                <a:gd name="connsiteX1" fmla="*/ 13095 w 32418"/>
                <a:gd name="connsiteY1" fmla="*/ 48231 h 54431"/>
                <a:gd name="connsiteX2" fmla="*/ 13095 w 32418"/>
                <a:gd name="connsiteY2" fmla="*/ 6705 h 54431"/>
                <a:gd name="connsiteX3" fmla="*/ 0 w 32418"/>
                <a:gd name="connsiteY3" fmla="*/ 9333 h 54431"/>
                <a:gd name="connsiteX4" fmla="*/ 0 w 32418"/>
                <a:gd name="connsiteY4" fmla="*/ 2628 h 54431"/>
                <a:gd name="connsiteX5" fmla="*/ 13014 w 32418"/>
                <a:gd name="connsiteY5" fmla="*/ 0 h 54431"/>
                <a:gd name="connsiteX6" fmla="*/ 20385 w 32418"/>
                <a:gd name="connsiteY6" fmla="*/ 0 h 54431"/>
                <a:gd name="connsiteX7" fmla="*/ 20385 w 32418"/>
                <a:gd name="connsiteY7" fmla="*/ 48231 h 54431"/>
                <a:gd name="connsiteX8" fmla="*/ 32418 w 32418"/>
                <a:gd name="connsiteY8" fmla="*/ 48231 h 54431"/>
                <a:gd name="connsiteX9" fmla="*/ 32418 w 32418"/>
                <a:gd name="connsiteY9" fmla="*/ 54432 h 54431"/>
                <a:gd name="connsiteX10" fmla="*/ 1062 w 32418"/>
                <a:gd name="connsiteY10" fmla="*/ 54432 h 54431"/>
                <a:gd name="connsiteX11" fmla="*/ 1062 w 32418"/>
                <a:gd name="connsiteY11" fmla="*/ 48231 h 54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418" h="54431">
                  <a:moveTo>
                    <a:pt x="1062" y="48231"/>
                  </a:moveTo>
                  <a:lnTo>
                    <a:pt x="13095" y="48231"/>
                  </a:lnTo>
                  <a:lnTo>
                    <a:pt x="13095" y="6705"/>
                  </a:lnTo>
                  <a:lnTo>
                    <a:pt x="0" y="9333"/>
                  </a:lnTo>
                  <a:lnTo>
                    <a:pt x="0" y="2628"/>
                  </a:lnTo>
                  <a:lnTo>
                    <a:pt x="13014" y="0"/>
                  </a:lnTo>
                  <a:lnTo>
                    <a:pt x="20385" y="0"/>
                  </a:lnTo>
                  <a:lnTo>
                    <a:pt x="20385" y="48231"/>
                  </a:lnTo>
                  <a:lnTo>
                    <a:pt x="32418" y="48231"/>
                  </a:lnTo>
                  <a:lnTo>
                    <a:pt x="32418" y="54432"/>
                  </a:lnTo>
                  <a:lnTo>
                    <a:pt x="1062" y="54432"/>
                  </a:lnTo>
                  <a:lnTo>
                    <a:pt x="1062" y="48231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A95BBA0F-B601-CEAF-448F-DA28E714D31C}"/>
                </a:ext>
              </a:extLst>
            </p:cNvPr>
            <p:cNvSpPr/>
            <p:nvPr/>
          </p:nvSpPr>
          <p:spPr>
            <a:xfrm>
              <a:off x="7137143" y="3237831"/>
              <a:ext cx="7694" cy="9260"/>
            </a:xfrm>
            <a:custGeom>
              <a:avLst/>
              <a:gdLst>
                <a:gd name="connsiteX0" fmla="*/ 0 w 7694"/>
                <a:gd name="connsiteY0" fmla="*/ 0 h 9260"/>
                <a:gd name="connsiteX1" fmla="*/ 7695 w 7694"/>
                <a:gd name="connsiteY1" fmla="*/ 0 h 9260"/>
                <a:gd name="connsiteX2" fmla="*/ 7695 w 7694"/>
                <a:gd name="connsiteY2" fmla="*/ 9261 h 9260"/>
                <a:gd name="connsiteX3" fmla="*/ 0 w 7694"/>
                <a:gd name="connsiteY3" fmla="*/ 9261 h 9260"/>
                <a:gd name="connsiteX4" fmla="*/ 0 w 7694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4" h="9260">
                  <a:moveTo>
                    <a:pt x="0" y="0"/>
                  </a:moveTo>
                  <a:lnTo>
                    <a:pt x="7695" y="0"/>
                  </a:lnTo>
                  <a:lnTo>
                    <a:pt x="7695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60FBA8FE-673D-88A6-DA9B-229318B67D4D}"/>
                </a:ext>
              </a:extLst>
            </p:cNvPr>
            <p:cNvSpPr/>
            <p:nvPr/>
          </p:nvSpPr>
          <p:spPr>
            <a:xfrm>
              <a:off x="7157816" y="3191679"/>
              <a:ext cx="37629" cy="56465"/>
            </a:xfrm>
            <a:custGeom>
              <a:avLst/>
              <a:gdLst>
                <a:gd name="connsiteX0" fmla="*/ 18810 w 37629"/>
                <a:gd name="connsiteY0" fmla="*/ 5832 h 56465"/>
                <a:gd name="connsiteX1" fmla="*/ 10242 w 37629"/>
                <a:gd name="connsiteY1" fmla="*/ 11448 h 56465"/>
                <a:gd name="connsiteX2" fmla="*/ 7398 w 37629"/>
                <a:gd name="connsiteY2" fmla="*/ 28251 h 56465"/>
                <a:gd name="connsiteX3" fmla="*/ 10242 w 37629"/>
                <a:gd name="connsiteY3" fmla="*/ 45063 h 56465"/>
                <a:gd name="connsiteX4" fmla="*/ 18810 w 37629"/>
                <a:gd name="connsiteY4" fmla="*/ 50634 h 56465"/>
                <a:gd name="connsiteX5" fmla="*/ 27378 w 37629"/>
                <a:gd name="connsiteY5" fmla="*/ 45063 h 56465"/>
                <a:gd name="connsiteX6" fmla="*/ 30258 w 37629"/>
                <a:gd name="connsiteY6" fmla="*/ 28251 h 56465"/>
                <a:gd name="connsiteX7" fmla="*/ 27378 w 37629"/>
                <a:gd name="connsiteY7" fmla="*/ 11448 h 56465"/>
                <a:gd name="connsiteX8" fmla="*/ 18810 w 37629"/>
                <a:gd name="connsiteY8" fmla="*/ 5832 h 56465"/>
                <a:gd name="connsiteX9" fmla="*/ 18810 w 37629"/>
                <a:gd name="connsiteY9" fmla="*/ 0 h 56465"/>
                <a:gd name="connsiteX10" fmla="*/ 32778 w 37629"/>
                <a:gd name="connsiteY10" fmla="*/ 7254 h 56465"/>
                <a:gd name="connsiteX11" fmla="*/ 37629 w 37629"/>
                <a:gd name="connsiteY11" fmla="*/ 28251 h 56465"/>
                <a:gd name="connsiteX12" fmla="*/ 32778 w 37629"/>
                <a:gd name="connsiteY12" fmla="*/ 49248 h 56465"/>
                <a:gd name="connsiteX13" fmla="*/ 18810 w 37629"/>
                <a:gd name="connsiteY13" fmla="*/ 56466 h 56465"/>
                <a:gd name="connsiteX14" fmla="*/ 4815 w 37629"/>
                <a:gd name="connsiteY14" fmla="*/ 49248 h 56465"/>
                <a:gd name="connsiteX15" fmla="*/ 0 w 37629"/>
                <a:gd name="connsiteY15" fmla="*/ 28251 h 56465"/>
                <a:gd name="connsiteX16" fmla="*/ 4815 w 37629"/>
                <a:gd name="connsiteY16" fmla="*/ 7254 h 56465"/>
                <a:gd name="connsiteX17" fmla="*/ 18810 w 37629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9" h="56465">
                  <a:moveTo>
                    <a:pt x="18810" y="5832"/>
                  </a:moveTo>
                  <a:cubicBezTo>
                    <a:pt x="15021" y="5832"/>
                    <a:pt x="12159" y="7704"/>
                    <a:pt x="10242" y="11448"/>
                  </a:cubicBezTo>
                  <a:cubicBezTo>
                    <a:pt x="8343" y="15165"/>
                    <a:pt x="7398" y="20763"/>
                    <a:pt x="7398" y="28251"/>
                  </a:cubicBezTo>
                  <a:cubicBezTo>
                    <a:pt x="7398" y="35712"/>
                    <a:pt x="8343" y="41319"/>
                    <a:pt x="10242" y="45063"/>
                  </a:cubicBezTo>
                  <a:cubicBezTo>
                    <a:pt x="12159" y="48780"/>
                    <a:pt x="15021" y="50634"/>
                    <a:pt x="18810" y="50634"/>
                  </a:cubicBezTo>
                  <a:cubicBezTo>
                    <a:pt x="22626" y="50634"/>
                    <a:pt x="25479" y="48780"/>
                    <a:pt x="27378" y="45063"/>
                  </a:cubicBezTo>
                  <a:cubicBezTo>
                    <a:pt x="29295" y="41319"/>
                    <a:pt x="30258" y="35712"/>
                    <a:pt x="30258" y="28251"/>
                  </a:cubicBezTo>
                  <a:cubicBezTo>
                    <a:pt x="30258" y="20763"/>
                    <a:pt x="29295" y="15165"/>
                    <a:pt x="27378" y="11448"/>
                  </a:cubicBezTo>
                  <a:cubicBezTo>
                    <a:pt x="25479" y="7704"/>
                    <a:pt x="22626" y="5832"/>
                    <a:pt x="18810" y="5832"/>
                  </a:cubicBezTo>
                  <a:moveTo>
                    <a:pt x="18810" y="0"/>
                  </a:moveTo>
                  <a:cubicBezTo>
                    <a:pt x="24912" y="0"/>
                    <a:pt x="29565" y="2421"/>
                    <a:pt x="32778" y="7254"/>
                  </a:cubicBezTo>
                  <a:cubicBezTo>
                    <a:pt x="36009" y="12069"/>
                    <a:pt x="37629" y="19062"/>
                    <a:pt x="37629" y="28251"/>
                  </a:cubicBezTo>
                  <a:cubicBezTo>
                    <a:pt x="37629" y="37413"/>
                    <a:pt x="36009" y="44415"/>
                    <a:pt x="32778" y="49248"/>
                  </a:cubicBezTo>
                  <a:cubicBezTo>
                    <a:pt x="29565" y="54063"/>
                    <a:pt x="24912" y="56466"/>
                    <a:pt x="18810" y="56466"/>
                  </a:cubicBezTo>
                  <a:cubicBezTo>
                    <a:pt x="12717" y="56466"/>
                    <a:pt x="8046" y="54063"/>
                    <a:pt x="4815" y="49248"/>
                  </a:cubicBezTo>
                  <a:cubicBezTo>
                    <a:pt x="1602" y="44415"/>
                    <a:pt x="0" y="37413"/>
                    <a:pt x="0" y="28251"/>
                  </a:cubicBezTo>
                  <a:cubicBezTo>
                    <a:pt x="0" y="19062"/>
                    <a:pt x="1602" y="12069"/>
                    <a:pt x="4815" y="7254"/>
                  </a:cubicBezTo>
                  <a:cubicBezTo>
                    <a:pt x="8046" y="2421"/>
                    <a:pt x="12717" y="0"/>
                    <a:pt x="18810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6" name="Freeform 205">
              <a:extLst>
                <a:ext uri="{FF2B5EF4-FFF2-40B4-BE49-F238E27FC236}">
                  <a16:creationId xmlns:a16="http://schemas.microsoft.com/office/drawing/2014/main" id="{268407EF-B56D-69B2-2931-6436B7331E3B}"/>
                </a:ext>
              </a:extLst>
            </p:cNvPr>
            <p:cNvSpPr/>
            <p:nvPr/>
          </p:nvSpPr>
          <p:spPr>
            <a:xfrm>
              <a:off x="6266114" y="3293406"/>
              <a:ext cx="43002" cy="39122"/>
            </a:xfrm>
            <a:custGeom>
              <a:avLst/>
              <a:gdLst>
                <a:gd name="connsiteX0" fmla="*/ 43002 w 43002"/>
                <a:gd name="connsiteY0" fmla="*/ 5688 h 39122"/>
                <a:gd name="connsiteX1" fmla="*/ 41526 w 43002"/>
                <a:gd name="connsiteY1" fmla="*/ 9396 h 39122"/>
                <a:gd name="connsiteX2" fmla="*/ 38358 w 43002"/>
                <a:gd name="connsiteY2" fmla="*/ 10710 h 39122"/>
                <a:gd name="connsiteX3" fmla="*/ 35919 w 43002"/>
                <a:gd name="connsiteY3" fmla="*/ 9783 h 39122"/>
                <a:gd name="connsiteX4" fmla="*/ 35073 w 43002"/>
                <a:gd name="connsiteY4" fmla="*/ 7668 h 39122"/>
                <a:gd name="connsiteX5" fmla="*/ 36252 w 43002"/>
                <a:gd name="connsiteY5" fmla="*/ 4680 h 39122"/>
                <a:gd name="connsiteX6" fmla="*/ 39204 w 43002"/>
                <a:gd name="connsiteY6" fmla="*/ 2988 h 39122"/>
                <a:gd name="connsiteX7" fmla="*/ 34902 w 43002"/>
                <a:gd name="connsiteY7" fmla="*/ 1899 h 39122"/>
                <a:gd name="connsiteX8" fmla="*/ 31743 w 43002"/>
                <a:gd name="connsiteY8" fmla="*/ 2781 h 39122"/>
                <a:gd name="connsiteX9" fmla="*/ 29421 w 43002"/>
                <a:gd name="connsiteY9" fmla="*/ 4806 h 39122"/>
                <a:gd name="connsiteX10" fmla="*/ 27819 w 43002"/>
                <a:gd name="connsiteY10" fmla="*/ 7587 h 39122"/>
                <a:gd name="connsiteX11" fmla="*/ 26811 w 43002"/>
                <a:gd name="connsiteY11" fmla="*/ 10161 h 39122"/>
                <a:gd name="connsiteX12" fmla="*/ 26343 w 43002"/>
                <a:gd name="connsiteY12" fmla="*/ 12096 h 39122"/>
                <a:gd name="connsiteX13" fmla="*/ 23391 w 43002"/>
                <a:gd name="connsiteY13" fmla="*/ 23904 h 39122"/>
                <a:gd name="connsiteX14" fmla="*/ 21960 w 43002"/>
                <a:gd name="connsiteY14" fmla="*/ 31491 h 39122"/>
                <a:gd name="connsiteX15" fmla="*/ 23139 w 43002"/>
                <a:gd name="connsiteY15" fmla="*/ 35586 h 39122"/>
                <a:gd name="connsiteX16" fmla="*/ 26685 w 43002"/>
                <a:gd name="connsiteY16" fmla="*/ 37188 h 39122"/>
                <a:gd name="connsiteX17" fmla="*/ 28665 w 43002"/>
                <a:gd name="connsiteY17" fmla="*/ 36927 h 39122"/>
                <a:gd name="connsiteX18" fmla="*/ 31068 w 43002"/>
                <a:gd name="connsiteY18" fmla="*/ 35874 h 39122"/>
                <a:gd name="connsiteX19" fmla="*/ 33678 w 43002"/>
                <a:gd name="connsiteY19" fmla="*/ 33894 h 39122"/>
                <a:gd name="connsiteX20" fmla="*/ 36171 w 43002"/>
                <a:gd name="connsiteY20" fmla="*/ 30609 h 39122"/>
                <a:gd name="connsiteX21" fmla="*/ 38196 w 43002"/>
                <a:gd name="connsiteY21" fmla="*/ 25884 h 39122"/>
                <a:gd name="connsiteX22" fmla="*/ 39294 w 43002"/>
                <a:gd name="connsiteY22" fmla="*/ 24957 h 39122"/>
                <a:gd name="connsiteX23" fmla="*/ 40347 w 43002"/>
                <a:gd name="connsiteY23" fmla="*/ 25803 h 39122"/>
                <a:gd name="connsiteX24" fmla="*/ 39753 w 43002"/>
                <a:gd name="connsiteY24" fmla="*/ 28035 h 39122"/>
                <a:gd name="connsiteX25" fmla="*/ 37980 w 43002"/>
                <a:gd name="connsiteY25" fmla="*/ 31446 h 39122"/>
                <a:gd name="connsiteX26" fmla="*/ 35244 w 43002"/>
                <a:gd name="connsiteY26" fmla="*/ 35073 h 39122"/>
                <a:gd name="connsiteX27" fmla="*/ 31365 w 43002"/>
                <a:gd name="connsiteY27" fmla="*/ 37944 h 39122"/>
                <a:gd name="connsiteX28" fmla="*/ 26514 w 43002"/>
                <a:gd name="connsiteY28" fmla="*/ 39123 h 39122"/>
                <a:gd name="connsiteX29" fmla="*/ 20484 w 43002"/>
                <a:gd name="connsiteY29" fmla="*/ 37188 h 39122"/>
                <a:gd name="connsiteX30" fmla="*/ 17199 w 43002"/>
                <a:gd name="connsiteY30" fmla="*/ 32544 h 39122"/>
                <a:gd name="connsiteX31" fmla="*/ 16695 w 43002"/>
                <a:gd name="connsiteY31" fmla="*/ 33435 h 39122"/>
                <a:gd name="connsiteX32" fmla="*/ 15507 w 43002"/>
                <a:gd name="connsiteY32" fmla="*/ 35073 h 39122"/>
                <a:gd name="connsiteX33" fmla="*/ 13698 w 43002"/>
                <a:gd name="connsiteY33" fmla="*/ 37017 h 39122"/>
                <a:gd name="connsiteX34" fmla="*/ 11214 w 43002"/>
                <a:gd name="connsiteY34" fmla="*/ 38448 h 39122"/>
                <a:gd name="connsiteX35" fmla="*/ 8136 w 43002"/>
                <a:gd name="connsiteY35" fmla="*/ 39123 h 39122"/>
                <a:gd name="connsiteX36" fmla="*/ 4293 w 43002"/>
                <a:gd name="connsiteY36" fmla="*/ 38529 h 39122"/>
                <a:gd name="connsiteX37" fmla="*/ 1260 w 43002"/>
                <a:gd name="connsiteY37" fmla="*/ 36594 h 39122"/>
                <a:gd name="connsiteX38" fmla="*/ 0 w 43002"/>
                <a:gd name="connsiteY38" fmla="*/ 33390 h 39122"/>
                <a:gd name="connsiteX39" fmla="*/ 1386 w 43002"/>
                <a:gd name="connsiteY39" fmla="*/ 29889 h 39122"/>
                <a:gd name="connsiteX40" fmla="*/ 4761 w 43002"/>
                <a:gd name="connsiteY40" fmla="*/ 28413 h 39122"/>
                <a:gd name="connsiteX41" fmla="*/ 6957 w 43002"/>
                <a:gd name="connsiteY41" fmla="*/ 29133 h 39122"/>
                <a:gd name="connsiteX42" fmla="*/ 7965 w 43002"/>
                <a:gd name="connsiteY42" fmla="*/ 31410 h 39122"/>
                <a:gd name="connsiteX43" fmla="*/ 6786 w 43002"/>
                <a:gd name="connsiteY43" fmla="*/ 34443 h 39122"/>
                <a:gd name="connsiteX44" fmla="*/ 3915 w 43002"/>
                <a:gd name="connsiteY44" fmla="*/ 36090 h 39122"/>
                <a:gd name="connsiteX45" fmla="*/ 8217 w 43002"/>
                <a:gd name="connsiteY45" fmla="*/ 37188 h 39122"/>
                <a:gd name="connsiteX46" fmla="*/ 13194 w 43002"/>
                <a:gd name="connsiteY46" fmla="*/ 34740 h 39122"/>
                <a:gd name="connsiteX47" fmla="*/ 16443 w 43002"/>
                <a:gd name="connsiteY47" fmla="*/ 28206 h 39122"/>
                <a:gd name="connsiteX48" fmla="*/ 20061 w 43002"/>
                <a:gd name="connsiteY48" fmla="*/ 13995 h 39122"/>
                <a:gd name="connsiteX49" fmla="*/ 21078 w 43002"/>
                <a:gd name="connsiteY49" fmla="*/ 7668 h 39122"/>
                <a:gd name="connsiteX50" fmla="*/ 20610 w 43002"/>
                <a:gd name="connsiteY50" fmla="*/ 4680 h 39122"/>
                <a:gd name="connsiteX51" fmla="*/ 19350 w 43002"/>
                <a:gd name="connsiteY51" fmla="*/ 2907 h 39122"/>
                <a:gd name="connsiteX52" fmla="*/ 17874 w 43002"/>
                <a:gd name="connsiteY52" fmla="*/ 2106 h 39122"/>
                <a:gd name="connsiteX53" fmla="*/ 16443 w 43002"/>
                <a:gd name="connsiteY53" fmla="*/ 1899 h 39122"/>
                <a:gd name="connsiteX54" fmla="*/ 13743 w 43002"/>
                <a:gd name="connsiteY54" fmla="*/ 2403 h 39122"/>
                <a:gd name="connsiteX55" fmla="*/ 10665 w 43002"/>
                <a:gd name="connsiteY55" fmla="*/ 4086 h 39122"/>
                <a:gd name="connsiteX56" fmla="*/ 7461 w 43002"/>
                <a:gd name="connsiteY56" fmla="*/ 7587 h 39122"/>
                <a:gd name="connsiteX57" fmla="*/ 4842 w 43002"/>
                <a:gd name="connsiteY57" fmla="*/ 13194 h 39122"/>
                <a:gd name="connsiteX58" fmla="*/ 3708 w 43002"/>
                <a:gd name="connsiteY58" fmla="*/ 14166 h 39122"/>
                <a:gd name="connsiteX59" fmla="*/ 2691 w 43002"/>
                <a:gd name="connsiteY59" fmla="*/ 13275 h 39122"/>
                <a:gd name="connsiteX60" fmla="*/ 3240 w 43002"/>
                <a:gd name="connsiteY60" fmla="*/ 11088 h 39122"/>
                <a:gd name="connsiteX61" fmla="*/ 5013 w 43002"/>
                <a:gd name="connsiteY61" fmla="*/ 7668 h 39122"/>
                <a:gd name="connsiteX62" fmla="*/ 7794 w 43002"/>
                <a:gd name="connsiteY62" fmla="*/ 4086 h 39122"/>
                <a:gd name="connsiteX63" fmla="*/ 11718 w 43002"/>
                <a:gd name="connsiteY63" fmla="*/ 1179 h 39122"/>
                <a:gd name="connsiteX64" fmla="*/ 16605 w 43002"/>
                <a:gd name="connsiteY64" fmla="*/ 0 h 39122"/>
                <a:gd name="connsiteX65" fmla="*/ 18846 w 43002"/>
                <a:gd name="connsiteY65" fmla="*/ 252 h 39122"/>
                <a:gd name="connsiteX66" fmla="*/ 21330 w 43002"/>
                <a:gd name="connsiteY66" fmla="*/ 1098 h 39122"/>
                <a:gd name="connsiteX67" fmla="*/ 23940 w 43002"/>
                <a:gd name="connsiteY67" fmla="*/ 3114 h 39122"/>
                <a:gd name="connsiteX68" fmla="*/ 25929 w 43002"/>
                <a:gd name="connsiteY68" fmla="*/ 6534 h 39122"/>
                <a:gd name="connsiteX69" fmla="*/ 27108 w 43002"/>
                <a:gd name="connsiteY69" fmla="*/ 4635 h 39122"/>
                <a:gd name="connsiteX70" fmla="*/ 28917 w 43002"/>
                <a:gd name="connsiteY70" fmla="*/ 2574 h 39122"/>
                <a:gd name="connsiteX71" fmla="*/ 31617 w 43002"/>
                <a:gd name="connsiteY71" fmla="*/ 711 h 39122"/>
                <a:gd name="connsiteX72" fmla="*/ 34992 w 43002"/>
                <a:gd name="connsiteY72" fmla="*/ 0 h 39122"/>
                <a:gd name="connsiteX73" fmla="*/ 38403 w 43002"/>
                <a:gd name="connsiteY73" fmla="*/ 459 h 39122"/>
                <a:gd name="connsiteX74" fmla="*/ 41526 w 43002"/>
                <a:gd name="connsiteY74" fmla="*/ 2277 h 39122"/>
                <a:gd name="connsiteX75" fmla="*/ 43002 w 43002"/>
                <a:gd name="connsiteY75" fmla="*/ 5688 h 39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43002" h="39122">
                  <a:moveTo>
                    <a:pt x="43002" y="5688"/>
                  </a:moveTo>
                  <a:cubicBezTo>
                    <a:pt x="43002" y="7263"/>
                    <a:pt x="42507" y="8505"/>
                    <a:pt x="41526" y="9396"/>
                  </a:cubicBezTo>
                  <a:cubicBezTo>
                    <a:pt x="40545" y="10269"/>
                    <a:pt x="39483" y="10710"/>
                    <a:pt x="38358" y="10710"/>
                  </a:cubicBezTo>
                  <a:cubicBezTo>
                    <a:pt x="37287" y="10710"/>
                    <a:pt x="36477" y="10404"/>
                    <a:pt x="35919" y="9783"/>
                  </a:cubicBezTo>
                  <a:cubicBezTo>
                    <a:pt x="35352" y="9162"/>
                    <a:pt x="35073" y="8460"/>
                    <a:pt x="35073" y="7668"/>
                  </a:cubicBezTo>
                  <a:cubicBezTo>
                    <a:pt x="35073" y="6597"/>
                    <a:pt x="35469" y="5607"/>
                    <a:pt x="36252" y="4680"/>
                  </a:cubicBezTo>
                  <a:cubicBezTo>
                    <a:pt x="37035" y="3753"/>
                    <a:pt x="38025" y="3186"/>
                    <a:pt x="39204" y="2988"/>
                  </a:cubicBezTo>
                  <a:cubicBezTo>
                    <a:pt x="38052" y="2259"/>
                    <a:pt x="36621" y="1899"/>
                    <a:pt x="34902" y="1899"/>
                  </a:cubicBezTo>
                  <a:cubicBezTo>
                    <a:pt x="33777" y="1899"/>
                    <a:pt x="32724" y="2196"/>
                    <a:pt x="31743" y="2781"/>
                  </a:cubicBezTo>
                  <a:cubicBezTo>
                    <a:pt x="30789" y="3366"/>
                    <a:pt x="30015" y="4041"/>
                    <a:pt x="29421" y="4806"/>
                  </a:cubicBezTo>
                  <a:cubicBezTo>
                    <a:pt x="28863" y="5562"/>
                    <a:pt x="28332" y="6489"/>
                    <a:pt x="27819" y="7587"/>
                  </a:cubicBezTo>
                  <a:cubicBezTo>
                    <a:pt x="27342" y="8658"/>
                    <a:pt x="27009" y="9513"/>
                    <a:pt x="26811" y="10161"/>
                  </a:cubicBezTo>
                  <a:cubicBezTo>
                    <a:pt x="26640" y="10782"/>
                    <a:pt x="26487" y="11421"/>
                    <a:pt x="26343" y="12096"/>
                  </a:cubicBezTo>
                  <a:lnTo>
                    <a:pt x="23391" y="23904"/>
                  </a:lnTo>
                  <a:cubicBezTo>
                    <a:pt x="22437" y="27639"/>
                    <a:pt x="21960" y="30168"/>
                    <a:pt x="21960" y="31491"/>
                  </a:cubicBezTo>
                  <a:cubicBezTo>
                    <a:pt x="21960" y="33120"/>
                    <a:pt x="22356" y="34488"/>
                    <a:pt x="23139" y="35586"/>
                  </a:cubicBezTo>
                  <a:cubicBezTo>
                    <a:pt x="23931" y="36657"/>
                    <a:pt x="25110" y="37188"/>
                    <a:pt x="26685" y="37188"/>
                  </a:cubicBezTo>
                  <a:cubicBezTo>
                    <a:pt x="27306" y="37188"/>
                    <a:pt x="27963" y="37098"/>
                    <a:pt x="28665" y="36927"/>
                  </a:cubicBezTo>
                  <a:cubicBezTo>
                    <a:pt x="29367" y="36738"/>
                    <a:pt x="30168" y="36387"/>
                    <a:pt x="31068" y="35874"/>
                  </a:cubicBezTo>
                  <a:cubicBezTo>
                    <a:pt x="31995" y="35343"/>
                    <a:pt x="32868" y="34677"/>
                    <a:pt x="33678" y="33894"/>
                  </a:cubicBezTo>
                  <a:cubicBezTo>
                    <a:pt x="34524" y="33075"/>
                    <a:pt x="35352" y="31986"/>
                    <a:pt x="36171" y="30609"/>
                  </a:cubicBezTo>
                  <a:cubicBezTo>
                    <a:pt x="36990" y="29232"/>
                    <a:pt x="37665" y="27657"/>
                    <a:pt x="38196" y="25884"/>
                  </a:cubicBezTo>
                  <a:cubicBezTo>
                    <a:pt x="38367" y="25263"/>
                    <a:pt x="38727" y="24957"/>
                    <a:pt x="39294" y="24957"/>
                  </a:cubicBezTo>
                  <a:cubicBezTo>
                    <a:pt x="39996" y="24957"/>
                    <a:pt x="40347" y="25236"/>
                    <a:pt x="40347" y="25803"/>
                  </a:cubicBezTo>
                  <a:cubicBezTo>
                    <a:pt x="40347" y="26280"/>
                    <a:pt x="40149" y="27018"/>
                    <a:pt x="39753" y="28035"/>
                  </a:cubicBezTo>
                  <a:cubicBezTo>
                    <a:pt x="39384" y="29016"/>
                    <a:pt x="38799" y="30159"/>
                    <a:pt x="37980" y="31446"/>
                  </a:cubicBezTo>
                  <a:cubicBezTo>
                    <a:pt x="37197" y="32715"/>
                    <a:pt x="36279" y="33921"/>
                    <a:pt x="35244" y="35073"/>
                  </a:cubicBezTo>
                  <a:cubicBezTo>
                    <a:pt x="34200" y="36198"/>
                    <a:pt x="32904" y="37161"/>
                    <a:pt x="31365" y="37944"/>
                  </a:cubicBezTo>
                  <a:cubicBezTo>
                    <a:pt x="29817" y="38727"/>
                    <a:pt x="28197" y="39123"/>
                    <a:pt x="26514" y="39123"/>
                  </a:cubicBezTo>
                  <a:cubicBezTo>
                    <a:pt x="24093" y="39123"/>
                    <a:pt x="22086" y="38475"/>
                    <a:pt x="20484" y="37188"/>
                  </a:cubicBezTo>
                  <a:cubicBezTo>
                    <a:pt x="18882" y="35892"/>
                    <a:pt x="17784" y="34344"/>
                    <a:pt x="17199" y="32544"/>
                  </a:cubicBezTo>
                  <a:cubicBezTo>
                    <a:pt x="17055" y="32796"/>
                    <a:pt x="16884" y="33093"/>
                    <a:pt x="16695" y="33435"/>
                  </a:cubicBezTo>
                  <a:cubicBezTo>
                    <a:pt x="16497" y="33768"/>
                    <a:pt x="16101" y="34317"/>
                    <a:pt x="15507" y="35073"/>
                  </a:cubicBezTo>
                  <a:cubicBezTo>
                    <a:pt x="14949" y="35802"/>
                    <a:pt x="14346" y="36450"/>
                    <a:pt x="13698" y="37017"/>
                  </a:cubicBezTo>
                  <a:cubicBezTo>
                    <a:pt x="13050" y="37548"/>
                    <a:pt x="12222" y="38025"/>
                    <a:pt x="11214" y="38448"/>
                  </a:cubicBezTo>
                  <a:cubicBezTo>
                    <a:pt x="10233" y="38898"/>
                    <a:pt x="9207" y="39123"/>
                    <a:pt x="8136" y="39123"/>
                  </a:cubicBezTo>
                  <a:cubicBezTo>
                    <a:pt x="6786" y="39123"/>
                    <a:pt x="5508" y="38925"/>
                    <a:pt x="4293" y="38529"/>
                  </a:cubicBezTo>
                  <a:cubicBezTo>
                    <a:pt x="3114" y="38142"/>
                    <a:pt x="2106" y="37494"/>
                    <a:pt x="1260" y="36594"/>
                  </a:cubicBezTo>
                  <a:cubicBezTo>
                    <a:pt x="423" y="35694"/>
                    <a:pt x="0" y="34623"/>
                    <a:pt x="0" y="33390"/>
                  </a:cubicBezTo>
                  <a:cubicBezTo>
                    <a:pt x="0" y="32013"/>
                    <a:pt x="459" y="30843"/>
                    <a:pt x="1386" y="29889"/>
                  </a:cubicBezTo>
                  <a:cubicBezTo>
                    <a:pt x="2340" y="28908"/>
                    <a:pt x="3465" y="28413"/>
                    <a:pt x="4761" y="28413"/>
                  </a:cubicBezTo>
                  <a:cubicBezTo>
                    <a:pt x="5580" y="28413"/>
                    <a:pt x="6309" y="28656"/>
                    <a:pt x="6957" y="29133"/>
                  </a:cubicBezTo>
                  <a:cubicBezTo>
                    <a:pt x="7632" y="29610"/>
                    <a:pt x="7965" y="30366"/>
                    <a:pt x="7965" y="31410"/>
                  </a:cubicBezTo>
                  <a:cubicBezTo>
                    <a:pt x="7965" y="32562"/>
                    <a:pt x="7569" y="33570"/>
                    <a:pt x="6786" y="34443"/>
                  </a:cubicBezTo>
                  <a:cubicBezTo>
                    <a:pt x="6003" y="35316"/>
                    <a:pt x="5040" y="35865"/>
                    <a:pt x="3915" y="36090"/>
                  </a:cubicBezTo>
                  <a:cubicBezTo>
                    <a:pt x="5067" y="36819"/>
                    <a:pt x="6498" y="37188"/>
                    <a:pt x="8217" y="37188"/>
                  </a:cubicBezTo>
                  <a:cubicBezTo>
                    <a:pt x="10071" y="37188"/>
                    <a:pt x="11727" y="36369"/>
                    <a:pt x="13194" y="34740"/>
                  </a:cubicBezTo>
                  <a:cubicBezTo>
                    <a:pt x="14652" y="33111"/>
                    <a:pt x="15732" y="30933"/>
                    <a:pt x="16443" y="28206"/>
                  </a:cubicBezTo>
                  <a:cubicBezTo>
                    <a:pt x="18180" y="21654"/>
                    <a:pt x="19386" y="16920"/>
                    <a:pt x="20061" y="13995"/>
                  </a:cubicBezTo>
                  <a:cubicBezTo>
                    <a:pt x="20736" y="11043"/>
                    <a:pt x="21078" y="8937"/>
                    <a:pt x="21078" y="7668"/>
                  </a:cubicBezTo>
                  <a:cubicBezTo>
                    <a:pt x="21078" y="6489"/>
                    <a:pt x="20925" y="5499"/>
                    <a:pt x="20610" y="4680"/>
                  </a:cubicBezTo>
                  <a:cubicBezTo>
                    <a:pt x="20304" y="3861"/>
                    <a:pt x="19881" y="3276"/>
                    <a:pt x="19350" y="2907"/>
                  </a:cubicBezTo>
                  <a:cubicBezTo>
                    <a:pt x="18837" y="2511"/>
                    <a:pt x="18351" y="2241"/>
                    <a:pt x="17874" y="2106"/>
                  </a:cubicBezTo>
                  <a:cubicBezTo>
                    <a:pt x="17424" y="1971"/>
                    <a:pt x="16947" y="1899"/>
                    <a:pt x="16443" y="1899"/>
                  </a:cubicBezTo>
                  <a:cubicBezTo>
                    <a:pt x="15597" y="1899"/>
                    <a:pt x="14697" y="2070"/>
                    <a:pt x="13743" y="2403"/>
                  </a:cubicBezTo>
                  <a:cubicBezTo>
                    <a:pt x="12816" y="2736"/>
                    <a:pt x="11790" y="3303"/>
                    <a:pt x="10665" y="4086"/>
                  </a:cubicBezTo>
                  <a:cubicBezTo>
                    <a:pt x="9567" y="4851"/>
                    <a:pt x="8496" y="6012"/>
                    <a:pt x="7461" y="7587"/>
                  </a:cubicBezTo>
                  <a:cubicBezTo>
                    <a:pt x="6417" y="9162"/>
                    <a:pt x="5544" y="11025"/>
                    <a:pt x="4842" y="13194"/>
                  </a:cubicBezTo>
                  <a:cubicBezTo>
                    <a:pt x="4707" y="13842"/>
                    <a:pt x="4329" y="14166"/>
                    <a:pt x="3708" y="14166"/>
                  </a:cubicBezTo>
                  <a:cubicBezTo>
                    <a:pt x="3033" y="14139"/>
                    <a:pt x="2691" y="13842"/>
                    <a:pt x="2691" y="13275"/>
                  </a:cubicBezTo>
                  <a:cubicBezTo>
                    <a:pt x="2691" y="12798"/>
                    <a:pt x="2871" y="12069"/>
                    <a:pt x="3240" y="11088"/>
                  </a:cubicBezTo>
                  <a:cubicBezTo>
                    <a:pt x="3636" y="10071"/>
                    <a:pt x="4230" y="8937"/>
                    <a:pt x="5013" y="7668"/>
                  </a:cubicBezTo>
                  <a:cubicBezTo>
                    <a:pt x="5832" y="6408"/>
                    <a:pt x="6759" y="5211"/>
                    <a:pt x="7794" y="4086"/>
                  </a:cubicBezTo>
                  <a:cubicBezTo>
                    <a:pt x="8865" y="2934"/>
                    <a:pt x="10170" y="1962"/>
                    <a:pt x="11718" y="1179"/>
                  </a:cubicBezTo>
                  <a:cubicBezTo>
                    <a:pt x="13293" y="396"/>
                    <a:pt x="14922" y="0"/>
                    <a:pt x="16605" y="0"/>
                  </a:cubicBezTo>
                  <a:cubicBezTo>
                    <a:pt x="17370" y="0"/>
                    <a:pt x="18117" y="81"/>
                    <a:pt x="18846" y="252"/>
                  </a:cubicBezTo>
                  <a:cubicBezTo>
                    <a:pt x="19602" y="387"/>
                    <a:pt x="20430" y="675"/>
                    <a:pt x="21330" y="1098"/>
                  </a:cubicBezTo>
                  <a:cubicBezTo>
                    <a:pt x="22257" y="1521"/>
                    <a:pt x="23130" y="2187"/>
                    <a:pt x="23940" y="3114"/>
                  </a:cubicBezTo>
                  <a:cubicBezTo>
                    <a:pt x="24759" y="4041"/>
                    <a:pt x="25416" y="5184"/>
                    <a:pt x="25929" y="6534"/>
                  </a:cubicBezTo>
                  <a:cubicBezTo>
                    <a:pt x="26262" y="5886"/>
                    <a:pt x="26658" y="5256"/>
                    <a:pt x="27108" y="4635"/>
                  </a:cubicBezTo>
                  <a:cubicBezTo>
                    <a:pt x="27585" y="4014"/>
                    <a:pt x="28188" y="3330"/>
                    <a:pt x="28917" y="2574"/>
                  </a:cubicBezTo>
                  <a:cubicBezTo>
                    <a:pt x="29682" y="1782"/>
                    <a:pt x="30582" y="1161"/>
                    <a:pt x="31617" y="711"/>
                  </a:cubicBezTo>
                  <a:cubicBezTo>
                    <a:pt x="32688" y="234"/>
                    <a:pt x="33813" y="0"/>
                    <a:pt x="34992" y="0"/>
                  </a:cubicBezTo>
                  <a:cubicBezTo>
                    <a:pt x="36144" y="0"/>
                    <a:pt x="37278" y="153"/>
                    <a:pt x="38403" y="459"/>
                  </a:cubicBezTo>
                  <a:cubicBezTo>
                    <a:pt x="39528" y="738"/>
                    <a:pt x="40572" y="1350"/>
                    <a:pt x="41526" y="2277"/>
                  </a:cubicBezTo>
                  <a:cubicBezTo>
                    <a:pt x="42507" y="3177"/>
                    <a:pt x="43002" y="4311"/>
                    <a:pt x="43002" y="5688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29885A7E-D1D1-463D-FD3B-801D38FCBCCB}"/>
                </a:ext>
              </a:extLst>
            </p:cNvPr>
            <p:cNvSpPr/>
            <p:nvPr/>
          </p:nvSpPr>
          <p:spPr>
            <a:xfrm>
              <a:off x="5387338" y="3127940"/>
              <a:ext cx="1806441" cy="900"/>
            </a:xfrm>
            <a:custGeom>
              <a:avLst/>
              <a:gdLst>
                <a:gd name="connsiteX0" fmla="*/ 0 w 1806441"/>
                <a:gd name="connsiteY0" fmla="*/ 0 h 900"/>
                <a:gd name="connsiteX1" fmla="*/ 1806441 w 1806441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6441" h="900">
                  <a:moveTo>
                    <a:pt x="0" y="0"/>
                  </a:moveTo>
                  <a:lnTo>
                    <a:pt x="1806441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A7C2C517-4563-1E83-F787-2370773D87C3}"/>
                </a:ext>
              </a:extLst>
            </p:cNvPr>
            <p:cNvSpPr/>
            <p:nvPr/>
          </p:nvSpPr>
          <p:spPr>
            <a:xfrm>
              <a:off x="5387338" y="2845962"/>
              <a:ext cx="1806441" cy="900"/>
            </a:xfrm>
            <a:custGeom>
              <a:avLst/>
              <a:gdLst>
                <a:gd name="connsiteX0" fmla="*/ 0 w 1806441"/>
                <a:gd name="connsiteY0" fmla="*/ 0 h 900"/>
                <a:gd name="connsiteX1" fmla="*/ 1806441 w 1806441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6441" h="900">
                  <a:moveTo>
                    <a:pt x="0" y="0"/>
                  </a:moveTo>
                  <a:lnTo>
                    <a:pt x="1806441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9" name="Freeform 208">
              <a:extLst>
                <a:ext uri="{FF2B5EF4-FFF2-40B4-BE49-F238E27FC236}">
                  <a16:creationId xmlns:a16="http://schemas.microsoft.com/office/drawing/2014/main" id="{CB25F154-D84B-B346-9560-735A7E0CC208}"/>
                </a:ext>
              </a:extLst>
            </p:cNvPr>
            <p:cNvSpPr/>
            <p:nvPr/>
          </p:nvSpPr>
          <p:spPr>
            <a:xfrm>
              <a:off x="5387338" y="2563984"/>
              <a:ext cx="1806441" cy="900"/>
            </a:xfrm>
            <a:custGeom>
              <a:avLst/>
              <a:gdLst>
                <a:gd name="connsiteX0" fmla="*/ 0 w 1806441"/>
                <a:gd name="connsiteY0" fmla="*/ 0 h 900"/>
                <a:gd name="connsiteX1" fmla="*/ 1806441 w 1806441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6441" h="900">
                  <a:moveTo>
                    <a:pt x="0" y="0"/>
                  </a:moveTo>
                  <a:lnTo>
                    <a:pt x="1806441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868AD98D-CCF0-C8B9-EEDA-DF33134F4599}"/>
                </a:ext>
              </a:extLst>
            </p:cNvPr>
            <p:cNvSpPr/>
            <p:nvPr/>
          </p:nvSpPr>
          <p:spPr>
            <a:xfrm>
              <a:off x="5387338" y="2282008"/>
              <a:ext cx="1806441" cy="900"/>
            </a:xfrm>
            <a:custGeom>
              <a:avLst/>
              <a:gdLst>
                <a:gd name="connsiteX0" fmla="*/ 0 w 1806441"/>
                <a:gd name="connsiteY0" fmla="*/ 0 h 900"/>
                <a:gd name="connsiteX1" fmla="*/ 1806441 w 1806441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6441" h="900">
                  <a:moveTo>
                    <a:pt x="0" y="0"/>
                  </a:moveTo>
                  <a:lnTo>
                    <a:pt x="1806441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D246080A-EAB4-45FD-5047-98DAB351EE52}"/>
                </a:ext>
              </a:extLst>
            </p:cNvPr>
            <p:cNvSpPr/>
            <p:nvPr/>
          </p:nvSpPr>
          <p:spPr>
            <a:xfrm>
              <a:off x="5387338" y="2000032"/>
              <a:ext cx="1806441" cy="900"/>
            </a:xfrm>
            <a:custGeom>
              <a:avLst/>
              <a:gdLst>
                <a:gd name="connsiteX0" fmla="*/ 0 w 1806441"/>
                <a:gd name="connsiteY0" fmla="*/ 0 h 900"/>
                <a:gd name="connsiteX1" fmla="*/ 1806441 w 1806441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6441" h="900">
                  <a:moveTo>
                    <a:pt x="0" y="0"/>
                  </a:moveTo>
                  <a:lnTo>
                    <a:pt x="1806441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4FE69DB9-B6C9-3FA0-E1DF-F705717A9B25}"/>
                </a:ext>
              </a:extLst>
            </p:cNvPr>
            <p:cNvSpPr/>
            <p:nvPr/>
          </p:nvSpPr>
          <p:spPr>
            <a:xfrm>
              <a:off x="5387338" y="1966197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6AB93FC4-A961-1445-4A27-273FB1E5C234}"/>
                </a:ext>
              </a:extLst>
            </p:cNvPr>
            <p:cNvSpPr/>
            <p:nvPr/>
          </p:nvSpPr>
          <p:spPr>
            <a:xfrm>
              <a:off x="5387338" y="3127940"/>
              <a:ext cx="17008" cy="900"/>
            </a:xfrm>
            <a:custGeom>
              <a:avLst/>
              <a:gdLst>
                <a:gd name="connsiteX0" fmla="*/ 0 w 17008"/>
                <a:gd name="connsiteY0" fmla="*/ 0 h 900"/>
                <a:gd name="connsiteX1" fmla="*/ 17008 w 1700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8" h="900">
                  <a:moveTo>
                    <a:pt x="0" y="0"/>
                  </a:moveTo>
                  <a:lnTo>
                    <a:pt x="17008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4" name="Freeform 213">
              <a:extLst>
                <a:ext uri="{FF2B5EF4-FFF2-40B4-BE49-F238E27FC236}">
                  <a16:creationId xmlns:a16="http://schemas.microsoft.com/office/drawing/2014/main" id="{AD3573D5-B3B6-6FFC-98B4-67AF83084E65}"/>
                </a:ext>
              </a:extLst>
            </p:cNvPr>
            <p:cNvSpPr/>
            <p:nvPr/>
          </p:nvSpPr>
          <p:spPr>
            <a:xfrm>
              <a:off x="5387338" y="2845962"/>
              <a:ext cx="17008" cy="900"/>
            </a:xfrm>
            <a:custGeom>
              <a:avLst/>
              <a:gdLst>
                <a:gd name="connsiteX0" fmla="*/ 0 w 17008"/>
                <a:gd name="connsiteY0" fmla="*/ 0 h 900"/>
                <a:gd name="connsiteX1" fmla="*/ 17008 w 1700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8" h="900">
                  <a:moveTo>
                    <a:pt x="0" y="0"/>
                  </a:moveTo>
                  <a:lnTo>
                    <a:pt x="17008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473D0898-1232-7FE4-2D23-FF4990E866B2}"/>
                </a:ext>
              </a:extLst>
            </p:cNvPr>
            <p:cNvSpPr/>
            <p:nvPr/>
          </p:nvSpPr>
          <p:spPr>
            <a:xfrm>
              <a:off x="5387338" y="2563984"/>
              <a:ext cx="17008" cy="900"/>
            </a:xfrm>
            <a:custGeom>
              <a:avLst/>
              <a:gdLst>
                <a:gd name="connsiteX0" fmla="*/ 0 w 17008"/>
                <a:gd name="connsiteY0" fmla="*/ 0 h 900"/>
                <a:gd name="connsiteX1" fmla="*/ 17008 w 1700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8" h="900">
                  <a:moveTo>
                    <a:pt x="0" y="0"/>
                  </a:moveTo>
                  <a:lnTo>
                    <a:pt x="17008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E194A6DC-DB75-7179-CBE6-C3CE840BFAF2}"/>
                </a:ext>
              </a:extLst>
            </p:cNvPr>
            <p:cNvSpPr/>
            <p:nvPr/>
          </p:nvSpPr>
          <p:spPr>
            <a:xfrm>
              <a:off x="5387338" y="2282008"/>
              <a:ext cx="17008" cy="900"/>
            </a:xfrm>
            <a:custGeom>
              <a:avLst/>
              <a:gdLst>
                <a:gd name="connsiteX0" fmla="*/ 0 w 17008"/>
                <a:gd name="connsiteY0" fmla="*/ 0 h 900"/>
                <a:gd name="connsiteX1" fmla="*/ 17008 w 1700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8" h="900">
                  <a:moveTo>
                    <a:pt x="0" y="0"/>
                  </a:moveTo>
                  <a:lnTo>
                    <a:pt x="17008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B21C76BD-0973-49DD-8302-7E4DD4665ABC}"/>
                </a:ext>
              </a:extLst>
            </p:cNvPr>
            <p:cNvSpPr/>
            <p:nvPr/>
          </p:nvSpPr>
          <p:spPr>
            <a:xfrm>
              <a:off x="5387338" y="2000032"/>
              <a:ext cx="17008" cy="900"/>
            </a:xfrm>
            <a:custGeom>
              <a:avLst/>
              <a:gdLst>
                <a:gd name="connsiteX0" fmla="*/ 0 w 17008"/>
                <a:gd name="connsiteY0" fmla="*/ 0 h 900"/>
                <a:gd name="connsiteX1" fmla="*/ 17008 w 1700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8" h="900">
                  <a:moveTo>
                    <a:pt x="0" y="0"/>
                  </a:moveTo>
                  <a:lnTo>
                    <a:pt x="17008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839EF087-FE9A-F182-CD1A-D29872474EAF}"/>
                </a:ext>
              </a:extLst>
            </p:cNvPr>
            <p:cNvSpPr/>
            <p:nvPr/>
          </p:nvSpPr>
          <p:spPr>
            <a:xfrm>
              <a:off x="5198570" y="3099734"/>
              <a:ext cx="37624" cy="56475"/>
            </a:xfrm>
            <a:custGeom>
              <a:avLst/>
              <a:gdLst>
                <a:gd name="connsiteX0" fmla="*/ 18813 w 37624"/>
                <a:gd name="connsiteY0" fmla="*/ 5832 h 56475"/>
                <a:gd name="connsiteX1" fmla="*/ 10245 w 37624"/>
                <a:gd name="connsiteY1" fmla="*/ 11448 h 56475"/>
                <a:gd name="connsiteX2" fmla="*/ 7401 w 37624"/>
                <a:gd name="connsiteY2" fmla="*/ 28260 h 56475"/>
                <a:gd name="connsiteX3" fmla="*/ 10245 w 37624"/>
                <a:gd name="connsiteY3" fmla="*/ 45063 h 56475"/>
                <a:gd name="connsiteX4" fmla="*/ 18813 w 37624"/>
                <a:gd name="connsiteY4" fmla="*/ 50643 h 56475"/>
                <a:gd name="connsiteX5" fmla="*/ 27380 w 37624"/>
                <a:gd name="connsiteY5" fmla="*/ 45063 h 56475"/>
                <a:gd name="connsiteX6" fmla="*/ 30261 w 37624"/>
                <a:gd name="connsiteY6" fmla="*/ 28260 h 56475"/>
                <a:gd name="connsiteX7" fmla="*/ 27380 w 37624"/>
                <a:gd name="connsiteY7" fmla="*/ 11448 h 56475"/>
                <a:gd name="connsiteX8" fmla="*/ 18813 w 37624"/>
                <a:gd name="connsiteY8" fmla="*/ 5832 h 56475"/>
                <a:gd name="connsiteX9" fmla="*/ 18813 w 37624"/>
                <a:gd name="connsiteY9" fmla="*/ 0 h 56475"/>
                <a:gd name="connsiteX10" fmla="*/ 32776 w 37624"/>
                <a:gd name="connsiteY10" fmla="*/ 7254 h 56475"/>
                <a:gd name="connsiteX11" fmla="*/ 37624 w 37624"/>
                <a:gd name="connsiteY11" fmla="*/ 28260 h 56475"/>
                <a:gd name="connsiteX12" fmla="*/ 32776 w 37624"/>
                <a:gd name="connsiteY12" fmla="*/ 49257 h 56475"/>
                <a:gd name="connsiteX13" fmla="*/ 18813 w 37624"/>
                <a:gd name="connsiteY13" fmla="*/ 56475 h 56475"/>
                <a:gd name="connsiteX14" fmla="*/ 4812 w 37624"/>
                <a:gd name="connsiteY14" fmla="*/ 49257 h 56475"/>
                <a:gd name="connsiteX15" fmla="*/ 0 w 37624"/>
                <a:gd name="connsiteY15" fmla="*/ 28260 h 56475"/>
                <a:gd name="connsiteX16" fmla="*/ 4812 w 37624"/>
                <a:gd name="connsiteY16" fmla="*/ 7254 h 56475"/>
                <a:gd name="connsiteX17" fmla="*/ 18813 w 37624"/>
                <a:gd name="connsiteY17" fmla="*/ 0 h 56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75">
                  <a:moveTo>
                    <a:pt x="18813" y="5832"/>
                  </a:moveTo>
                  <a:cubicBezTo>
                    <a:pt x="15021" y="5832"/>
                    <a:pt x="12164" y="7704"/>
                    <a:pt x="10245" y="11448"/>
                  </a:cubicBezTo>
                  <a:cubicBezTo>
                    <a:pt x="8348" y="15165"/>
                    <a:pt x="7401" y="20772"/>
                    <a:pt x="7401" y="28260"/>
                  </a:cubicBezTo>
                  <a:cubicBezTo>
                    <a:pt x="7401" y="35721"/>
                    <a:pt x="8348" y="41319"/>
                    <a:pt x="10245" y="45063"/>
                  </a:cubicBezTo>
                  <a:cubicBezTo>
                    <a:pt x="12164" y="48780"/>
                    <a:pt x="15021" y="50643"/>
                    <a:pt x="18813" y="50643"/>
                  </a:cubicBezTo>
                  <a:cubicBezTo>
                    <a:pt x="22629" y="50643"/>
                    <a:pt x="25484" y="48780"/>
                    <a:pt x="27380" y="45063"/>
                  </a:cubicBezTo>
                  <a:cubicBezTo>
                    <a:pt x="29300" y="41319"/>
                    <a:pt x="30261" y="35721"/>
                    <a:pt x="30261" y="28260"/>
                  </a:cubicBezTo>
                  <a:cubicBezTo>
                    <a:pt x="30261" y="20772"/>
                    <a:pt x="29300" y="15165"/>
                    <a:pt x="27380" y="11448"/>
                  </a:cubicBezTo>
                  <a:cubicBezTo>
                    <a:pt x="25484" y="7704"/>
                    <a:pt x="22629" y="5832"/>
                    <a:pt x="18813" y="5832"/>
                  </a:cubicBezTo>
                  <a:moveTo>
                    <a:pt x="18813" y="0"/>
                  </a:moveTo>
                  <a:cubicBezTo>
                    <a:pt x="24914" y="0"/>
                    <a:pt x="29568" y="2421"/>
                    <a:pt x="32776" y="7254"/>
                  </a:cubicBezTo>
                  <a:cubicBezTo>
                    <a:pt x="36008" y="12069"/>
                    <a:pt x="37624" y="19071"/>
                    <a:pt x="37624" y="28260"/>
                  </a:cubicBezTo>
                  <a:cubicBezTo>
                    <a:pt x="37624" y="37422"/>
                    <a:pt x="36008" y="44424"/>
                    <a:pt x="32776" y="49257"/>
                  </a:cubicBezTo>
                  <a:cubicBezTo>
                    <a:pt x="29568" y="54072"/>
                    <a:pt x="24914" y="56475"/>
                    <a:pt x="18813" y="56475"/>
                  </a:cubicBezTo>
                  <a:cubicBezTo>
                    <a:pt x="12712" y="56475"/>
                    <a:pt x="8045" y="54072"/>
                    <a:pt x="4812" y="49257"/>
                  </a:cubicBezTo>
                  <a:cubicBezTo>
                    <a:pt x="1604" y="44424"/>
                    <a:pt x="0" y="37422"/>
                    <a:pt x="0" y="28260"/>
                  </a:cubicBezTo>
                  <a:cubicBezTo>
                    <a:pt x="0" y="19071"/>
                    <a:pt x="1604" y="12069"/>
                    <a:pt x="4812" y="7254"/>
                  </a:cubicBezTo>
                  <a:cubicBezTo>
                    <a:pt x="8045" y="2421"/>
                    <a:pt x="12712" y="0"/>
                    <a:pt x="18813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9" name="Freeform 218">
              <a:extLst>
                <a:ext uri="{FF2B5EF4-FFF2-40B4-BE49-F238E27FC236}">
                  <a16:creationId xmlns:a16="http://schemas.microsoft.com/office/drawing/2014/main" id="{B54DD0FA-2B32-9FAA-D1E2-8AEB2858A34D}"/>
                </a:ext>
              </a:extLst>
            </p:cNvPr>
            <p:cNvSpPr/>
            <p:nvPr/>
          </p:nvSpPr>
          <p:spPr>
            <a:xfrm>
              <a:off x="5249137" y="3145896"/>
              <a:ext cx="7693" cy="9261"/>
            </a:xfrm>
            <a:custGeom>
              <a:avLst/>
              <a:gdLst>
                <a:gd name="connsiteX0" fmla="*/ 0 w 7693"/>
                <a:gd name="connsiteY0" fmla="*/ 0 h 9261"/>
                <a:gd name="connsiteX1" fmla="*/ 7693 w 7693"/>
                <a:gd name="connsiteY1" fmla="*/ 0 h 9261"/>
                <a:gd name="connsiteX2" fmla="*/ 7693 w 7693"/>
                <a:gd name="connsiteY2" fmla="*/ 9261 h 9261"/>
                <a:gd name="connsiteX3" fmla="*/ 0 w 7693"/>
                <a:gd name="connsiteY3" fmla="*/ 9261 h 9261"/>
                <a:gd name="connsiteX4" fmla="*/ 0 w 7693"/>
                <a:gd name="connsiteY4" fmla="*/ 0 h 9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3" h="9261">
                  <a:moveTo>
                    <a:pt x="0" y="0"/>
                  </a:moveTo>
                  <a:lnTo>
                    <a:pt x="7693" y="0"/>
                  </a:lnTo>
                  <a:lnTo>
                    <a:pt x="7693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27E1CD69-7510-3AB1-B867-47B380F739A6}"/>
                </a:ext>
              </a:extLst>
            </p:cNvPr>
            <p:cNvSpPr/>
            <p:nvPr/>
          </p:nvSpPr>
          <p:spPr>
            <a:xfrm>
              <a:off x="5269809" y="3099734"/>
              <a:ext cx="37624" cy="56475"/>
            </a:xfrm>
            <a:custGeom>
              <a:avLst/>
              <a:gdLst>
                <a:gd name="connsiteX0" fmla="*/ 18812 w 37624"/>
                <a:gd name="connsiteY0" fmla="*/ 5832 h 56475"/>
                <a:gd name="connsiteX1" fmla="*/ 10245 w 37624"/>
                <a:gd name="connsiteY1" fmla="*/ 11448 h 56475"/>
                <a:gd name="connsiteX2" fmla="*/ 7401 w 37624"/>
                <a:gd name="connsiteY2" fmla="*/ 28260 h 56475"/>
                <a:gd name="connsiteX3" fmla="*/ 10245 w 37624"/>
                <a:gd name="connsiteY3" fmla="*/ 45063 h 56475"/>
                <a:gd name="connsiteX4" fmla="*/ 18812 w 37624"/>
                <a:gd name="connsiteY4" fmla="*/ 50643 h 56475"/>
                <a:gd name="connsiteX5" fmla="*/ 27380 w 37624"/>
                <a:gd name="connsiteY5" fmla="*/ 45063 h 56475"/>
                <a:gd name="connsiteX6" fmla="*/ 30260 w 37624"/>
                <a:gd name="connsiteY6" fmla="*/ 28260 h 56475"/>
                <a:gd name="connsiteX7" fmla="*/ 27380 w 37624"/>
                <a:gd name="connsiteY7" fmla="*/ 11448 h 56475"/>
                <a:gd name="connsiteX8" fmla="*/ 18812 w 37624"/>
                <a:gd name="connsiteY8" fmla="*/ 5832 h 56475"/>
                <a:gd name="connsiteX9" fmla="*/ 18812 w 37624"/>
                <a:gd name="connsiteY9" fmla="*/ 0 h 56475"/>
                <a:gd name="connsiteX10" fmla="*/ 32775 w 37624"/>
                <a:gd name="connsiteY10" fmla="*/ 7254 h 56475"/>
                <a:gd name="connsiteX11" fmla="*/ 37625 w 37624"/>
                <a:gd name="connsiteY11" fmla="*/ 28260 h 56475"/>
                <a:gd name="connsiteX12" fmla="*/ 32775 w 37624"/>
                <a:gd name="connsiteY12" fmla="*/ 49257 h 56475"/>
                <a:gd name="connsiteX13" fmla="*/ 18812 w 37624"/>
                <a:gd name="connsiteY13" fmla="*/ 56475 h 56475"/>
                <a:gd name="connsiteX14" fmla="*/ 4812 w 37624"/>
                <a:gd name="connsiteY14" fmla="*/ 49257 h 56475"/>
                <a:gd name="connsiteX15" fmla="*/ 0 w 37624"/>
                <a:gd name="connsiteY15" fmla="*/ 28260 h 56475"/>
                <a:gd name="connsiteX16" fmla="*/ 4812 w 37624"/>
                <a:gd name="connsiteY16" fmla="*/ 7254 h 56475"/>
                <a:gd name="connsiteX17" fmla="*/ 18812 w 37624"/>
                <a:gd name="connsiteY17" fmla="*/ 0 h 56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75">
                  <a:moveTo>
                    <a:pt x="18812" y="5832"/>
                  </a:moveTo>
                  <a:cubicBezTo>
                    <a:pt x="15020" y="5832"/>
                    <a:pt x="12164" y="7704"/>
                    <a:pt x="10245" y="11448"/>
                  </a:cubicBezTo>
                  <a:cubicBezTo>
                    <a:pt x="8348" y="15165"/>
                    <a:pt x="7401" y="20772"/>
                    <a:pt x="7401" y="28260"/>
                  </a:cubicBezTo>
                  <a:cubicBezTo>
                    <a:pt x="7401" y="35721"/>
                    <a:pt x="8348" y="41319"/>
                    <a:pt x="10245" y="45063"/>
                  </a:cubicBezTo>
                  <a:cubicBezTo>
                    <a:pt x="12164" y="48780"/>
                    <a:pt x="15020" y="50643"/>
                    <a:pt x="18812" y="50643"/>
                  </a:cubicBezTo>
                  <a:cubicBezTo>
                    <a:pt x="22628" y="50643"/>
                    <a:pt x="25484" y="48780"/>
                    <a:pt x="27380" y="45063"/>
                  </a:cubicBezTo>
                  <a:cubicBezTo>
                    <a:pt x="29300" y="41319"/>
                    <a:pt x="30260" y="35721"/>
                    <a:pt x="30260" y="28260"/>
                  </a:cubicBezTo>
                  <a:cubicBezTo>
                    <a:pt x="30260" y="20772"/>
                    <a:pt x="29300" y="15165"/>
                    <a:pt x="27380" y="11448"/>
                  </a:cubicBezTo>
                  <a:cubicBezTo>
                    <a:pt x="25484" y="7704"/>
                    <a:pt x="22628" y="5832"/>
                    <a:pt x="18812" y="5832"/>
                  </a:cubicBezTo>
                  <a:moveTo>
                    <a:pt x="18812" y="0"/>
                  </a:moveTo>
                  <a:cubicBezTo>
                    <a:pt x="24913" y="0"/>
                    <a:pt x="29567" y="2421"/>
                    <a:pt x="32775" y="7254"/>
                  </a:cubicBezTo>
                  <a:cubicBezTo>
                    <a:pt x="36008" y="12069"/>
                    <a:pt x="37625" y="19071"/>
                    <a:pt x="37625" y="28260"/>
                  </a:cubicBezTo>
                  <a:cubicBezTo>
                    <a:pt x="37625" y="37422"/>
                    <a:pt x="36008" y="44424"/>
                    <a:pt x="32775" y="49257"/>
                  </a:cubicBezTo>
                  <a:cubicBezTo>
                    <a:pt x="29567" y="54072"/>
                    <a:pt x="24913" y="56475"/>
                    <a:pt x="18812" y="56475"/>
                  </a:cubicBezTo>
                  <a:cubicBezTo>
                    <a:pt x="12712" y="56475"/>
                    <a:pt x="8045" y="54072"/>
                    <a:pt x="4812" y="49257"/>
                  </a:cubicBezTo>
                  <a:cubicBezTo>
                    <a:pt x="1604" y="44424"/>
                    <a:pt x="0" y="37422"/>
                    <a:pt x="0" y="28260"/>
                  </a:cubicBezTo>
                  <a:cubicBezTo>
                    <a:pt x="0" y="19071"/>
                    <a:pt x="1604" y="12069"/>
                    <a:pt x="4812" y="7254"/>
                  </a:cubicBezTo>
                  <a:cubicBezTo>
                    <a:pt x="8045" y="2421"/>
                    <a:pt x="12712" y="0"/>
                    <a:pt x="18812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02BFFB49-F921-C127-0B32-26971A336120}"/>
                </a:ext>
              </a:extLst>
            </p:cNvPr>
            <p:cNvSpPr/>
            <p:nvPr/>
          </p:nvSpPr>
          <p:spPr>
            <a:xfrm>
              <a:off x="5317314" y="3099734"/>
              <a:ext cx="37624" cy="56475"/>
            </a:xfrm>
            <a:custGeom>
              <a:avLst/>
              <a:gdLst>
                <a:gd name="connsiteX0" fmla="*/ 18813 w 37624"/>
                <a:gd name="connsiteY0" fmla="*/ 5832 h 56475"/>
                <a:gd name="connsiteX1" fmla="*/ 10245 w 37624"/>
                <a:gd name="connsiteY1" fmla="*/ 11448 h 56475"/>
                <a:gd name="connsiteX2" fmla="*/ 7401 w 37624"/>
                <a:gd name="connsiteY2" fmla="*/ 28260 h 56475"/>
                <a:gd name="connsiteX3" fmla="*/ 10245 w 37624"/>
                <a:gd name="connsiteY3" fmla="*/ 45063 h 56475"/>
                <a:gd name="connsiteX4" fmla="*/ 18813 w 37624"/>
                <a:gd name="connsiteY4" fmla="*/ 50643 h 56475"/>
                <a:gd name="connsiteX5" fmla="*/ 27380 w 37624"/>
                <a:gd name="connsiteY5" fmla="*/ 45063 h 56475"/>
                <a:gd name="connsiteX6" fmla="*/ 30261 w 37624"/>
                <a:gd name="connsiteY6" fmla="*/ 28260 h 56475"/>
                <a:gd name="connsiteX7" fmla="*/ 27380 w 37624"/>
                <a:gd name="connsiteY7" fmla="*/ 11448 h 56475"/>
                <a:gd name="connsiteX8" fmla="*/ 18813 w 37624"/>
                <a:gd name="connsiteY8" fmla="*/ 5832 h 56475"/>
                <a:gd name="connsiteX9" fmla="*/ 18813 w 37624"/>
                <a:gd name="connsiteY9" fmla="*/ 0 h 56475"/>
                <a:gd name="connsiteX10" fmla="*/ 32776 w 37624"/>
                <a:gd name="connsiteY10" fmla="*/ 7254 h 56475"/>
                <a:gd name="connsiteX11" fmla="*/ 37624 w 37624"/>
                <a:gd name="connsiteY11" fmla="*/ 28260 h 56475"/>
                <a:gd name="connsiteX12" fmla="*/ 32776 w 37624"/>
                <a:gd name="connsiteY12" fmla="*/ 49257 h 56475"/>
                <a:gd name="connsiteX13" fmla="*/ 18813 w 37624"/>
                <a:gd name="connsiteY13" fmla="*/ 56475 h 56475"/>
                <a:gd name="connsiteX14" fmla="*/ 4812 w 37624"/>
                <a:gd name="connsiteY14" fmla="*/ 49257 h 56475"/>
                <a:gd name="connsiteX15" fmla="*/ 0 w 37624"/>
                <a:gd name="connsiteY15" fmla="*/ 28260 h 56475"/>
                <a:gd name="connsiteX16" fmla="*/ 4812 w 37624"/>
                <a:gd name="connsiteY16" fmla="*/ 7254 h 56475"/>
                <a:gd name="connsiteX17" fmla="*/ 18813 w 37624"/>
                <a:gd name="connsiteY17" fmla="*/ 0 h 56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75">
                  <a:moveTo>
                    <a:pt x="18813" y="5832"/>
                  </a:moveTo>
                  <a:cubicBezTo>
                    <a:pt x="15021" y="5832"/>
                    <a:pt x="12164" y="7704"/>
                    <a:pt x="10245" y="11448"/>
                  </a:cubicBezTo>
                  <a:cubicBezTo>
                    <a:pt x="8348" y="15165"/>
                    <a:pt x="7401" y="20772"/>
                    <a:pt x="7401" y="28260"/>
                  </a:cubicBezTo>
                  <a:cubicBezTo>
                    <a:pt x="7401" y="35721"/>
                    <a:pt x="8348" y="41319"/>
                    <a:pt x="10245" y="45063"/>
                  </a:cubicBezTo>
                  <a:cubicBezTo>
                    <a:pt x="12164" y="48780"/>
                    <a:pt x="15021" y="50643"/>
                    <a:pt x="18813" y="50643"/>
                  </a:cubicBezTo>
                  <a:cubicBezTo>
                    <a:pt x="22629" y="50643"/>
                    <a:pt x="25484" y="48780"/>
                    <a:pt x="27380" y="45063"/>
                  </a:cubicBezTo>
                  <a:cubicBezTo>
                    <a:pt x="29300" y="41319"/>
                    <a:pt x="30261" y="35721"/>
                    <a:pt x="30261" y="28260"/>
                  </a:cubicBezTo>
                  <a:cubicBezTo>
                    <a:pt x="30261" y="20772"/>
                    <a:pt x="29300" y="15165"/>
                    <a:pt x="27380" y="11448"/>
                  </a:cubicBezTo>
                  <a:cubicBezTo>
                    <a:pt x="25484" y="7704"/>
                    <a:pt x="22629" y="5832"/>
                    <a:pt x="18813" y="5832"/>
                  </a:cubicBezTo>
                  <a:moveTo>
                    <a:pt x="18813" y="0"/>
                  </a:moveTo>
                  <a:cubicBezTo>
                    <a:pt x="24914" y="0"/>
                    <a:pt x="29568" y="2421"/>
                    <a:pt x="32776" y="7254"/>
                  </a:cubicBezTo>
                  <a:cubicBezTo>
                    <a:pt x="36008" y="12069"/>
                    <a:pt x="37624" y="19071"/>
                    <a:pt x="37624" y="28260"/>
                  </a:cubicBezTo>
                  <a:cubicBezTo>
                    <a:pt x="37624" y="37422"/>
                    <a:pt x="36008" y="44424"/>
                    <a:pt x="32776" y="49257"/>
                  </a:cubicBezTo>
                  <a:cubicBezTo>
                    <a:pt x="29568" y="54072"/>
                    <a:pt x="24914" y="56475"/>
                    <a:pt x="18813" y="56475"/>
                  </a:cubicBezTo>
                  <a:cubicBezTo>
                    <a:pt x="12712" y="56475"/>
                    <a:pt x="8045" y="54072"/>
                    <a:pt x="4812" y="49257"/>
                  </a:cubicBezTo>
                  <a:cubicBezTo>
                    <a:pt x="1604" y="44424"/>
                    <a:pt x="0" y="37422"/>
                    <a:pt x="0" y="28260"/>
                  </a:cubicBezTo>
                  <a:cubicBezTo>
                    <a:pt x="0" y="19071"/>
                    <a:pt x="1604" y="12069"/>
                    <a:pt x="4812" y="7254"/>
                  </a:cubicBezTo>
                  <a:cubicBezTo>
                    <a:pt x="8045" y="2421"/>
                    <a:pt x="12712" y="0"/>
                    <a:pt x="18813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6DB98840-976E-0C10-2489-4E729466FADF}"/>
                </a:ext>
              </a:extLst>
            </p:cNvPr>
            <p:cNvSpPr/>
            <p:nvPr/>
          </p:nvSpPr>
          <p:spPr>
            <a:xfrm>
              <a:off x="5200137" y="2817760"/>
              <a:ext cx="37624" cy="56470"/>
            </a:xfrm>
            <a:custGeom>
              <a:avLst/>
              <a:gdLst>
                <a:gd name="connsiteX0" fmla="*/ 18813 w 37624"/>
                <a:gd name="connsiteY0" fmla="*/ 5833 h 56470"/>
                <a:gd name="connsiteX1" fmla="*/ 10245 w 37624"/>
                <a:gd name="connsiteY1" fmla="*/ 11444 h 56470"/>
                <a:gd name="connsiteX2" fmla="*/ 7401 w 37624"/>
                <a:gd name="connsiteY2" fmla="*/ 28255 h 56470"/>
                <a:gd name="connsiteX3" fmla="*/ 10245 w 37624"/>
                <a:gd name="connsiteY3" fmla="*/ 45059 h 56470"/>
                <a:gd name="connsiteX4" fmla="*/ 18813 w 37624"/>
                <a:gd name="connsiteY4" fmla="*/ 50638 h 56470"/>
                <a:gd name="connsiteX5" fmla="*/ 27380 w 37624"/>
                <a:gd name="connsiteY5" fmla="*/ 45059 h 56470"/>
                <a:gd name="connsiteX6" fmla="*/ 30261 w 37624"/>
                <a:gd name="connsiteY6" fmla="*/ 28255 h 56470"/>
                <a:gd name="connsiteX7" fmla="*/ 27380 w 37624"/>
                <a:gd name="connsiteY7" fmla="*/ 11444 h 56470"/>
                <a:gd name="connsiteX8" fmla="*/ 18813 w 37624"/>
                <a:gd name="connsiteY8" fmla="*/ 5833 h 56470"/>
                <a:gd name="connsiteX9" fmla="*/ 18813 w 37624"/>
                <a:gd name="connsiteY9" fmla="*/ 0 h 56470"/>
                <a:gd name="connsiteX10" fmla="*/ 32776 w 37624"/>
                <a:gd name="connsiteY10" fmla="*/ 7259 h 56470"/>
                <a:gd name="connsiteX11" fmla="*/ 37624 w 37624"/>
                <a:gd name="connsiteY11" fmla="*/ 28255 h 56470"/>
                <a:gd name="connsiteX12" fmla="*/ 32776 w 37624"/>
                <a:gd name="connsiteY12" fmla="*/ 49253 h 56470"/>
                <a:gd name="connsiteX13" fmla="*/ 18813 w 37624"/>
                <a:gd name="connsiteY13" fmla="*/ 56471 h 56470"/>
                <a:gd name="connsiteX14" fmla="*/ 4812 w 37624"/>
                <a:gd name="connsiteY14" fmla="*/ 49253 h 56470"/>
                <a:gd name="connsiteX15" fmla="*/ 0 w 37624"/>
                <a:gd name="connsiteY15" fmla="*/ 28255 h 56470"/>
                <a:gd name="connsiteX16" fmla="*/ 4812 w 37624"/>
                <a:gd name="connsiteY16" fmla="*/ 7259 h 56470"/>
                <a:gd name="connsiteX17" fmla="*/ 18813 w 37624"/>
                <a:gd name="connsiteY17" fmla="*/ 0 h 564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70">
                  <a:moveTo>
                    <a:pt x="18813" y="5833"/>
                  </a:moveTo>
                  <a:cubicBezTo>
                    <a:pt x="15021" y="5833"/>
                    <a:pt x="12164" y="7699"/>
                    <a:pt x="10245" y="11444"/>
                  </a:cubicBezTo>
                  <a:cubicBezTo>
                    <a:pt x="8348" y="15161"/>
                    <a:pt x="7401" y="20768"/>
                    <a:pt x="7401" y="28255"/>
                  </a:cubicBezTo>
                  <a:cubicBezTo>
                    <a:pt x="7401" y="35716"/>
                    <a:pt x="8348" y="41323"/>
                    <a:pt x="10245" y="45059"/>
                  </a:cubicBezTo>
                  <a:cubicBezTo>
                    <a:pt x="12164" y="48776"/>
                    <a:pt x="15021" y="50638"/>
                    <a:pt x="18813" y="50638"/>
                  </a:cubicBezTo>
                  <a:cubicBezTo>
                    <a:pt x="22629" y="50638"/>
                    <a:pt x="25484" y="48776"/>
                    <a:pt x="27380" y="45059"/>
                  </a:cubicBezTo>
                  <a:cubicBezTo>
                    <a:pt x="29300" y="41323"/>
                    <a:pt x="30261" y="35716"/>
                    <a:pt x="30261" y="28255"/>
                  </a:cubicBezTo>
                  <a:cubicBezTo>
                    <a:pt x="30261" y="20768"/>
                    <a:pt x="29300" y="15161"/>
                    <a:pt x="27380" y="11444"/>
                  </a:cubicBezTo>
                  <a:cubicBezTo>
                    <a:pt x="25484" y="7699"/>
                    <a:pt x="22629" y="5833"/>
                    <a:pt x="18813" y="5833"/>
                  </a:cubicBezTo>
                  <a:moveTo>
                    <a:pt x="18813" y="0"/>
                  </a:moveTo>
                  <a:cubicBezTo>
                    <a:pt x="24913" y="0"/>
                    <a:pt x="29568" y="2419"/>
                    <a:pt x="32776" y="7259"/>
                  </a:cubicBezTo>
                  <a:cubicBezTo>
                    <a:pt x="36008" y="12074"/>
                    <a:pt x="37624" y="19066"/>
                    <a:pt x="37624" y="28255"/>
                  </a:cubicBezTo>
                  <a:cubicBezTo>
                    <a:pt x="37624" y="37418"/>
                    <a:pt x="36008" y="44420"/>
                    <a:pt x="32776" y="49253"/>
                  </a:cubicBezTo>
                  <a:cubicBezTo>
                    <a:pt x="29568" y="54068"/>
                    <a:pt x="24913" y="56471"/>
                    <a:pt x="18813" y="56471"/>
                  </a:cubicBezTo>
                  <a:cubicBezTo>
                    <a:pt x="12712" y="56471"/>
                    <a:pt x="8045" y="54068"/>
                    <a:pt x="4812" y="49253"/>
                  </a:cubicBezTo>
                  <a:cubicBezTo>
                    <a:pt x="1604" y="44420"/>
                    <a:pt x="0" y="37418"/>
                    <a:pt x="0" y="28255"/>
                  </a:cubicBezTo>
                  <a:cubicBezTo>
                    <a:pt x="0" y="19066"/>
                    <a:pt x="1604" y="12074"/>
                    <a:pt x="4812" y="7259"/>
                  </a:cubicBezTo>
                  <a:cubicBezTo>
                    <a:pt x="8045" y="2419"/>
                    <a:pt x="12712" y="0"/>
                    <a:pt x="18813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3" name="Freeform 222">
              <a:extLst>
                <a:ext uri="{FF2B5EF4-FFF2-40B4-BE49-F238E27FC236}">
                  <a16:creationId xmlns:a16="http://schemas.microsoft.com/office/drawing/2014/main" id="{602AB197-06A8-0881-F13F-CDE47B165C43}"/>
                </a:ext>
              </a:extLst>
            </p:cNvPr>
            <p:cNvSpPr/>
            <p:nvPr/>
          </p:nvSpPr>
          <p:spPr>
            <a:xfrm>
              <a:off x="5250705" y="2863916"/>
              <a:ext cx="7692" cy="9261"/>
            </a:xfrm>
            <a:custGeom>
              <a:avLst/>
              <a:gdLst>
                <a:gd name="connsiteX0" fmla="*/ 0 w 7692"/>
                <a:gd name="connsiteY0" fmla="*/ 0 h 9261"/>
                <a:gd name="connsiteX1" fmla="*/ 7692 w 7692"/>
                <a:gd name="connsiteY1" fmla="*/ 0 h 9261"/>
                <a:gd name="connsiteX2" fmla="*/ 7692 w 7692"/>
                <a:gd name="connsiteY2" fmla="*/ 9261 h 9261"/>
                <a:gd name="connsiteX3" fmla="*/ 0 w 7692"/>
                <a:gd name="connsiteY3" fmla="*/ 9261 h 9261"/>
                <a:gd name="connsiteX4" fmla="*/ 0 w 7692"/>
                <a:gd name="connsiteY4" fmla="*/ 0 h 9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2" h="9261">
                  <a:moveTo>
                    <a:pt x="0" y="0"/>
                  </a:moveTo>
                  <a:lnTo>
                    <a:pt x="7692" y="0"/>
                  </a:lnTo>
                  <a:lnTo>
                    <a:pt x="7692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674DBDF0-00EE-D853-3D1B-D9AB7E69663A}"/>
                </a:ext>
              </a:extLst>
            </p:cNvPr>
            <p:cNvSpPr/>
            <p:nvPr/>
          </p:nvSpPr>
          <p:spPr>
            <a:xfrm>
              <a:off x="5271923" y="2817760"/>
              <a:ext cx="34562" cy="55417"/>
            </a:xfrm>
            <a:custGeom>
              <a:avLst/>
              <a:gdLst>
                <a:gd name="connsiteX0" fmla="*/ 8860 w 34562"/>
                <a:gd name="connsiteY0" fmla="*/ 49216 h 55417"/>
                <a:gd name="connsiteX1" fmla="*/ 34563 w 34562"/>
                <a:gd name="connsiteY1" fmla="*/ 49216 h 55417"/>
                <a:gd name="connsiteX2" fmla="*/ 34563 w 34562"/>
                <a:gd name="connsiteY2" fmla="*/ 55418 h 55417"/>
                <a:gd name="connsiteX3" fmla="*/ 0 w 34562"/>
                <a:gd name="connsiteY3" fmla="*/ 55418 h 55417"/>
                <a:gd name="connsiteX4" fmla="*/ 0 w 34562"/>
                <a:gd name="connsiteY4" fmla="*/ 49216 h 55417"/>
                <a:gd name="connsiteX5" fmla="*/ 11412 w 34562"/>
                <a:gd name="connsiteY5" fmla="*/ 37588 h 55417"/>
                <a:gd name="connsiteX6" fmla="*/ 20526 w 34562"/>
                <a:gd name="connsiteY6" fmla="*/ 28147 h 55417"/>
                <a:gd name="connsiteX7" fmla="*/ 25448 w 34562"/>
                <a:gd name="connsiteY7" fmla="*/ 21434 h 55417"/>
                <a:gd name="connsiteX8" fmla="*/ 26870 w 34562"/>
                <a:gd name="connsiteY8" fmla="*/ 16007 h 55417"/>
                <a:gd name="connsiteX9" fmla="*/ 23808 w 34562"/>
                <a:gd name="connsiteY9" fmla="*/ 8932 h 55417"/>
                <a:gd name="connsiteX10" fmla="*/ 15896 w 34562"/>
                <a:gd name="connsiteY10" fmla="*/ 6197 h 55417"/>
                <a:gd name="connsiteX11" fmla="*/ 8568 w 34562"/>
                <a:gd name="connsiteY11" fmla="*/ 7403 h 55417"/>
                <a:gd name="connsiteX12" fmla="*/ 364 w 34562"/>
                <a:gd name="connsiteY12" fmla="*/ 11048 h 55417"/>
                <a:gd name="connsiteX13" fmla="*/ 364 w 34562"/>
                <a:gd name="connsiteY13" fmla="*/ 3609 h 55417"/>
                <a:gd name="connsiteX14" fmla="*/ 8678 w 34562"/>
                <a:gd name="connsiteY14" fmla="*/ 912 h 55417"/>
                <a:gd name="connsiteX15" fmla="*/ 15750 w 34562"/>
                <a:gd name="connsiteY15" fmla="*/ 0 h 55417"/>
                <a:gd name="connsiteX16" fmla="*/ 29240 w 34562"/>
                <a:gd name="connsiteY16" fmla="*/ 4229 h 55417"/>
                <a:gd name="connsiteX17" fmla="*/ 34271 w 34562"/>
                <a:gd name="connsiteY17" fmla="*/ 15530 h 55417"/>
                <a:gd name="connsiteX18" fmla="*/ 32995 w 34562"/>
                <a:gd name="connsiteY18" fmla="*/ 21911 h 55417"/>
                <a:gd name="connsiteX19" fmla="*/ 28437 w 34562"/>
                <a:gd name="connsiteY19" fmla="*/ 28985 h 55417"/>
                <a:gd name="connsiteX20" fmla="*/ 22640 w 34562"/>
                <a:gd name="connsiteY20" fmla="*/ 35113 h 55417"/>
                <a:gd name="connsiteX21" fmla="*/ 8860 w 34562"/>
                <a:gd name="connsiteY21" fmla="*/ 49216 h 55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4562" h="55417">
                  <a:moveTo>
                    <a:pt x="8860" y="49216"/>
                  </a:moveTo>
                  <a:lnTo>
                    <a:pt x="34563" y="49216"/>
                  </a:lnTo>
                  <a:lnTo>
                    <a:pt x="34563" y="55418"/>
                  </a:lnTo>
                  <a:lnTo>
                    <a:pt x="0" y="55418"/>
                  </a:lnTo>
                  <a:lnTo>
                    <a:pt x="0" y="49216"/>
                  </a:lnTo>
                  <a:cubicBezTo>
                    <a:pt x="2795" y="46328"/>
                    <a:pt x="6600" y="42448"/>
                    <a:pt x="11412" y="37588"/>
                  </a:cubicBezTo>
                  <a:cubicBezTo>
                    <a:pt x="16249" y="32702"/>
                    <a:pt x="19287" y="29561"/>
                    <a:pt x="20526" y="28147"/>
                  </a:cubicBezTo>
                  <a:cubicBezTo>
                    <a:pt x="22883" y="25493"/>
                    <a:pt x="24524" y="23261"/>
                    <a:pt x="25448" y="21434"/>
                  </a:cubicBezTo>
                  <a:cubicBezTo>
                    <a:pt x="26396" y="19589"/>
                    <a:pt x="26870" y="17780"/>
                    <a:pt x="26870" y="16007"/>
                  </a:cubicBezTo>
                  <a:cubicBezTo>
                    <a:pt x="26870" y="13118"/>
                    <a:pt x="25850" y="10760"/>
                    <a:pt x="23808" y="8932"/>
                  </a:cubicBezTo>
                  <a:cubicBezTo>
                    <a:pt x="21791" y="7106"/>
                    <a:pt x="19153" y="6197"/>
                    <a:pt x="15896" y="6197"/>
                  </a:cubicBezTo>
                  <a:cubicBezTo>
                    <a:pt x="13587" y="6197"/>
                    <a:pt x="11145" y="6602"/>
                    <a:pt x="8568" y="7403"/>
                  </a:cubicBezTo>
                  <a:cubicBezTo>
                    <a:pt x="6016" y="8203"/>
                    <a:pt x="3281" y="9419"/>
                    <a:pt x="364" y="11048"/>
                  </a:cubicBezTo>
                  <a:lnTo>
                    <a:pt x="364" y="3609"/>
                  </a:lnTo>
                  <a:cubicBezTo>
                    <a:pt x="3330" y="2418"/>
                    <a:pt x="6101" y="1519"/>
                    <a:pt x="8678" y="912"/>
                  </a:cubicBezTo>
                  <a:cubicBezTo>
                    <a:pt x="11254" y="304"/>
                    <a:pt x="13611" y="0"/>
                    <a:pt x="15750" y="0"/>
                  </a:cubicBezTo>
                  <a:cubicBezTo>
                    <a:pt x="21389" y="0"/>
                    <a:pt x="25886" y="1409"/>
                    <a:pt x="29240" y="4229"/>
                  </a:cubicBezTo>
                  <a:cubicBezTo>
                    <a:pt x="32594" y="7043"/>
                    <a:pt x="34271" y="10814"/>
                    <a:pt x="34271" y="15530"/>
                  </a:cubicBezTo>
                  <a:cubicBezTo>
                    <a:pt x="34271" y="17770"/>
                    <a:pt x="33845" y="19895"/>
                    <a:pt x="32995" y="21911"/>
                  </a:cubicBezTo>
                  <a:cubicBezTo>
                    <a:pt x="32169" y="23899"/>
                    <a:pt x="30650" y="26257"/>
                    <a:pt x="28437" y="28985"/>
                  </a:cubicBezTo>
                  <a:cubicBezTo>
                    <a:pt x="27830" y="29687"/>
                    <a:pt x="25898" y="31730"/>
                    <a:pt x="22640" y="35113"/>
                  </a:cubicBezTo>
                  <a:cubicBezTo>
                    <a:pt x="19383" y="38471"/>
                    <a:pt x="14790" y="43169"/>
                    <a:pt x="8860" y="49216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B56D5AF2-6710-40A6-24D5-2B14897A8D4F}"/>
                </a:ext>
              </a:extLst>
            </p:cNvPr>
            <p:cNvSpPr/>
            <p:nvPr/>
          </p:nvSpPr>
          <p:spPr>
            <a:xfrm>
              <a:off x="5319720" y="2818745"/>
              <a:ext cx="35217" cy="55485"/>
            </a:xfrm>
            <a:custGeom>
              <a:avLst/>
              <a:gdLst>
                <a:gd name="connsiteX0" fmla="*/ 2297 w 35217"/>
                <a:gd name="connsiteY0" fmla="*/ 0 h 55485"/>
                <a:gd name="connsiteX1" fmla="*/ 31208 w 35217"/>
                <a:gd name="connsiteY1" fmla="*/ 0 h 55485"/>
                <a:gd name="connsiteX2" fmla="*/ 31208 w 35217"/>
                <a:gd name="connsiteY2" fmla="*/ 6202 h 55485"/>
                <a:gd name="connsiteX3" fmla="*/ 9041 w 35217"/>
                <a:gd name="connsiteY3" fmla="*/ 6202 h 55485"/>
                <a:gd name="connsiteX4" fmla="*/ 9041 w 35217"/>
                <a:gd name="connsiteY4" fmla="*/ 19540 h 55485"/>
                <a:gd name="connsiteX5" fmla="*/ 12250 w 35217"/>
                <a:gd name="connsiteY5" fmla="*/ 18739 h 55485"/>
                <a:gd name="connsiteX6" fmla="*/ 15458 w 35217"/>
                <a:gd name="connsiteY6" fmla="*/ 18451 h 55485"/>
                <a:gd name="connsiteX7" fmla="*/ 29895 w 35217"/>
                <a:gd name="connsiteY7" fmla="*/ 23446 h 55485"/>
                <a:gd name="connsiteX8" fmla="*/ 35218 w 35217"/>
                <a:gd name="connsiteY8" fmla="*/ 36964 h 55485"/>
                <a:gd name="connsiteX9" fmla="*/ 29750 w 35217"/>
                <a:gd name="connsiteY9" fmla="*/ 50644 h 55485"/>
                <a:gd name="connsiteX10" fmla="*/ 14328 w 35217"/>
                <a:gd name="connsiteY10" fmla="*/ 55486 h 55485"/>
                <a:gd name="connsiteX11" fmla="*/ 7328 w 35217"/>
                <a:gd name="connsiteY11" fmla="*/ 54910 h 55485"/>
                <a:gd name="connsiteX12" fmla="*/ 0 w 35217"/>
                <a:gd name="connsiteY12" fmla="*/ 53155 h 55485"/>
                <a:gd name="connsiteX13" fmla="*/ 0 w 35217"/>
                <a:gd name="connsiteY13" fmla="*/ 45757 h 55485"/>
                <a:gd name="connsiteX14" fmla="*/ 6781 w 35217"/>
                <a:gd name="connsiteY14" fmla="*/ 48412 h 55485"/>
                <a:gd name="connsiteX15" fmla="*/ 14182 w 35217"/>
                <a:gd name="connsiteY15" fmla="*/ 49294 h 55485"/>
                <a:gd name="connsiteX16" fmla="*/ 24171 w 35217"/>
                <a:gd name="connsiteY16" fmla="*/ 45973 h 55485"/>
                <a:gd name="connsiteX17" fmla="*/ 27854 w 35217"/>
                <a:gd name="connsiteY17" fmla="*/ 36964 h 55485"/>
                <a:gd name="connsiteX18" fmla="*/ 24171 w 35217"/>
                <a:gd name="connsiteY18" fmla="*/ 27964 h 55485"/>
                <a:gd name="connsiteX19" fmla="*/ 14182 w 35217"/>
                <a:gd name="connsiteY19" fmla="*/ 24643 h 55485"/>
                <a:gd name="connsiteX20" fmla="*/ 8276 w 35217"/>
                <a:gd name="connsiteY20" fmla="*/ 25300 h 55485"/>
                <a:gd name="connsiteX21" fmla="*/ 2297 w 35217"/>
                <a:gd name="connsiteY21" fmla="*/ 27343 h 55485"/>
                <a:gd name="connsiteX22" fmla="*/ 2297 w 35217"/>
                <a:gd name="connsiteY22" fmla="*/ 0 h 55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217" h="55485">
                  <a:moveTo>
                    <a:pt x="2297" y="0"/>
                  </a:moveTo>
                  <a:lnTo>
                    <a:pt x="31208" y="0"/>
                  </a:lnTo>
                  <a:lnTo>
                    <a:pt x="31208" y="6202"/>
                  </a:lnTo>
                  <a:lnTo>
                    <a:pt x="9041" y="6202"/>
                  </a:lnTo>
                  <a:lnTo>
                    <a:pt x="9041" y="19540"/>
                  </a:lnTo>
                  <a:cubicBezTo>
                    <a:pt x="10111" y="19171"/>
                    <a:pt x="11180" y="18910"/>
                    <a:pt x="12250" y="18739"/>
                  </a:cubicBezTo>
                  <a:cubicBezTo>
                    <a:pt x="13319" y="18550"/>
                    <a:pt x="14388" y="18451"/>
                    <a:pt x="15458" y="18451"/>
                  </a:cubicBezTo>
                  <a:cubicBezTo>
                    <a:pt x="21534" y="18451"/>
                    <a:pt x="26347" y="20116"/>
                    <a:pt x="29895" y="23446"/>
                  </a:cubicBezTo>
                  <a:cubicBezTo>
                    <a:pt x="33444" y="26776"/>
                    <a:pt x="35218" y="31285"/>
                    <a:pt x="35218" y="36964"/>
                  </a:cubicBezTo>
                  <a:cubicBezTo>
                    <a:pt x="35218" y="42823"/>
                    <a:pt x="33395" y="47386"/>
                    <a:pt x="29750" y="50644"/>
                  </a:cubicBezTo>
                  <a:cubicBezTo>
                    <a:pt x="26104" y="53875"/>
                    <a:pt x="20964" y="55486"/>
                    <a:pt x="14328" y="55486"/>
                  </a:cubicBezTo>
                  <a:cubicBezTo>
                    <a:pt x="12043" y="55486"/>
                    <a:pt x="9710" y="55297"/>
                    <a:pt x="7328" y="54910"/>
                  </a:cubicBezTo>
                  <a:cubicBezTo>
                    <a:pt x="4971" y="54523"/>
                    <a:pt x="2528" y="53938"/>
                    <a:pt x="0" y="53155"/>
                  </a:cubicBezTo>
                  <a:lnTo>
                    <a:pt x="0" y="45757"/>
                  </a:lnTo>
                  <a:cubicBezTo>
                    <a:pt x="2188" y="46945"/>
                    <a:pt x="4448" y="47827"/>
                    <a:pt x="6781" y="48412"/>
                  </a:cubicBezTo>
                  <a:cubicBezTo>
                    <a:pt x="9114" y="48997"/>
                    <a:pt x="11581" y="49294"/>
                    <a:pt x="14182" y="49294"/>
                  </a:cubicBezTo>
                  <a:cubicBezTo>
                    <a:pt x="18387" y="49294"/>
                    <a:pt x="21717" y="48187"/>
                    <a:pt x="24171" y="45973"/>
                  </a:cubicBezTo>
                  <a:cubicBezTo>
                    <a:pt x="26627" y="43759"/>
                    <a:pt x="27854" y="40753"/>
                    <a:pt x="27854" y="36964"/>
                  </a:cubicBezTo>
                  <a:cubicBezTo>
                    <a:pt x="27854" y="33175"/>
                    <a:pt x="26627" y="30178"/>
                    <a:pt x="24171" y="27964"/>
                  </a:cubicBezTo>
                  <a:cubicBezTo>
                    <a:pt x="21717" y="25750"/>
                    <a:pt x="18387" y="24643"/>
                    <a:pt x="14182" y="24643"/>
                  </a:cubicBezTo>
                  <a:cubicBezTo>
                    <a:pt x="12213" y="24643"/>
                    <a:pt x="10244" y="24859"/>
                    <a:pt x="8276" y="25300"/>
                  </a:cubicBezTo>
                  <a:cubicBezTo>
                    <a:pt x="6332" y="25741"/>
                    <a:pt x="4339" y="26416"/>
                    <a:pt x="2297" y="27343"/>
                  </a:cubicBezTo>
                  <a:lnTo>
                    <a:pt x="2297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7F7042A4-E301-A877-EA60-BD39F0DB8E98}"/>
                </a:ext>
              </a:extLst>
            </p:cNvPr>
            <p:cNvSpPr/>
            <p:nvPr/>
          </p:nvSpPr>
          <p:spPr>
            <a:xfrm>
              <a:off x="5198570" y="2535784"/>
              <a:ext cx="37624" cy="56474"/>
            </a:xfrm>
            <a:custGeom>
              <a:avLst/>
              <a:gdLst>
                <a:gd name="connsiteX0" fmla="*/ 18813 w 37624"/>
                <a:gd name="connsiteY0" fmla="*/ 5834 h 56474"/>
                <a:gd name="connsiteX1" fmla="*/ 10245 w 37624"/>
                <a:gd name="connsiteY1" fmla="*/ 11448 h 56474"/>
                <a:gd name="connsiteX2" fmla="*/ 7401 w 37624"/>
                <a:gd name="connsiteY2" fmla="*/ 28256 h 56474"/>
                <a:gd name="connsiteX3" fmla="*/ 10245 w 37624"/>
                <a:gd name="connsiteY3" fmla="*/ 45062 h 56474"/>
                <a:gd name="connsiteX4" fmla="*/ 18813 w 37624"/>
                <a:gd name="connsiteY4" fmla="*/ 50640 h 56474"/>
                <a:gd name="connsiteX5" fmla="*/ 27380 w 37624"/>
                <a:gd name="connsiteY5" fmla="*/ 45062 h 56474"/>
                <a:gd name="connsiteX6" fmla="*/ 30261 w 37624"/>
                <a:gd name="connsiteY6" fmla="*/ 28256 h 56474"/>
                <a:gd name="connsiteX7" fmla="*/ 27380 w 37624"/>
                <a:gd name="connsiteY7" fmla="*/ 11448 h 56474"/>
                <a:gd name="connsiteX8" fmla="*/ 18813 w 37624"/>
                <a:gd name="connsiteY8" fmla="*/ 5834 h 56474"/>
                <a:gd name="connsiteX9" fmla="*/ 18813 w 37624"/>
                <a:gd name="connsiteY9" fmla="*/ 0 h 56474"/>
                <a:gd name="connsiteX10" fmla="*/ 32776 w 37624"/>
                <a:gd name="connsiteY10" fmla="*/ 7256 h 56474"/>
                <a:gd name="connsiteX11" fmla="*/ 37624 w 37624"/>
                <a:gd name="connsiteY11" fmla="*/ 28256 h 56474"/>
                <a:gd name="connsiteX12" fmla="*/ 32776 w 37624"/>
                <a:gd name="connsiteY12" fmla="*/ 49255 h 56474"/>
                <a:gd name="connsiteX13" fmla="*/ 18813 w 37624"/>
                <a:gd name="connsiteY13" fmla="*/ 56474 h 56474"/>
                <a:gd name="connsiteX14" fmla="*/ 4812 w 37624"/>
                <a:gd name="connsiteY14" fmla="*/ 49255 h 56474"/>
                <a:gd name="connsiteX15" fmla="*/ 0 w 37624"/>
                <a:gd name="connsiteY15" fmla="*/ 28256 h 56474"/>
                <a:gd name="connsiteX16" fmla="*/ 4812 w 37624"/>
                <a:gd name="connsiteY16" fmla="*/ 7256 h 56474"/>
                <a:gd name="connsiteX17" fmla="*/ 18813 w 37624"/>
                <a:gd name="connsiteY17" fmla="*/ 0 h 56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74">
                  <a:moveTo>
                    <a:pt x="18813" y="5834"/>
                  </a:moveTo>
                  <a:cubicBezTo>
                    <a:pt x="15021" y="5834"/>
                    <a:pt x="12164" y="7705"/>
                    <a:pt x="10245" y="11448"/>
                  </a:cubicBezTo>
                  <a:cubicBezTo>
                    <a:pt x="8348" y="15167"/>
                    <a:pt x="7401" y="20769"/>
                    <a:pt x="7401" y="28256"/>
                  </a:cubicBezTo>
                  <a:cubicBezTo>
                    <a:pt x="7401" y="35717"/>
                    <a:pt x="8348" y="41319"/>
                    <a:pt x="10245" y="45062"/>
                  </a:cubicBezTo>
                  <a:cubicBezTo>
                    <a:pt x="12164" y="48781"/>
                    <a:pt x="15021" y="50640"/>
                    <a:pt x="18813" y="50640"/>
                  </a:cubicBezTo>
                  <a:cubicBezTo>
                    <a:pt x="22629" y="50640"/>
                    <a:pt x="25484" y="48781"/>
                    <a:pt x="27380" y="45062"/>
                  </a:cubicBezTo>
                  <a:cubicBezTo>
                    <a:pt x="29300" y="41319"/>
                    <a:pt x="30261" y="35717"/>
                    <a:pt x="30261" y="28256"/>
                  </a:cubicBezTo>
                  <a:cubicBezTo>
                    <a:pt x="30261" y="20769"/>
                    <a:pt x="29300" y="15167"/>
                    <a:pt x="27380" y="11448"/>
                  </a:cubicBezTo>
                  <a:cubicBezTo>
                    <a:pt x="25484" y="7705"/>
                    <a:pt x="22629" y="5834"/>
                    <a:pt x="18813" y="5834"/>
                  </a:cubicBezTo>
                  <a:moveTo>
                    <a:pt x="18813" y="0"/>
                  </a:moveTo>
                  <a:cubicBezTo>
                    <a:pt x="24914" y="0"/>
                    <a:pt x="29568" y="2418"/>
                    <a:pt x="32776" y="7256"/>
                  </a:cubicBezTo>
                  <a:cubicBezTo>
                    <a:pt x="36008" y="12068"/>
                    <a:pt x="37624" y="19067"/>
                    <a:pt x="37624" y="28256"/>
                  </a:cubicBezTo>
                  <a:cubicBezTo>
                    <a:pt x="37624" y="37418"/>
                    <a:pt x="36008" y="44419"/>
                    <a:pt x="32776" y="49255"/>
                  </a:cubicBezTo>
                  <a:cubicBezTo>
                    <a:pt x="29568" y="54068"/>
                    <a:pt x="24914" y="56474"/>
                    <a:pt x="18813" y="56474"/>
                  </a:cubicBezTo>
                  <a:cubicBezTo>
                    <a:pt x="12712" y="56474"/>
                    <a:pt x="8045" y="54068"/>
                    <a:pt x="4812" y="49255"/>
                  </a:cubicBezTo>
                  <a:cubicBezTo>
                    <a:pt x="1604" y="44419"/>
                    <a:pt x="0" y="37418"/>
                    <a:pt x="0" y="28256"/>
                  </a:cubicBezTo>
                  <a:cubicBezTo>
                    <a:pt x="0" y="19067"/>
                    <a:pt x="1604" y="12068"/>
                    <a:pt x="4812" y="7256"/>
                  </a:cubicBezTo>
                  <a:cubicBezTo>
                    <a:pt x="8045" y="2418"/>
                    <a:pt x="12712" y="0"/>
                    <a:pt x="18813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A0F0996C-1354-8492-8562-6C3780BA6149}"/>
                </a:ext>
              </a:extLst>
            </p:cNvPr>
            <p:cNvSpPr/>
            <p:nvPr/>
          </p:nvSpPr>
          <p:spPr>
            <a:xfrm>
              <a:off x="5249137" y="2581940"/>
              <a:ext cx="7693" cy="9260"/>
            </a:xfrm>
            <a:custGeom>
              <a:avLst/>
              <a:gdLst>
                <a:gd name="connsiteX0" fmla="*/ 0 w 7693"/>
                <a:gd name="connsiteY0" fmla="*/ 0 h 9260"/>
                <a:gd name="connsiteX1" fmla="*/ 7693 w 7693"/>
                <a:gd name="connsiteY1" fmla="*/ 0 h 9260"/>
                <a:gd name="connsiteX2" fmla="*/ 7693 w 7693"/>
                <a:gd name="connsiteY2" fmla="*/ 9260 h 9260"/>
                <a:gd name="connsiteX3" fmla="*/ 0 w 7693"/>
                <a:gd name="connsiteY3" fmla="*/ 9260 h 9260"/>
                <a:gd name="connsiteX4" fmla="*/ 0 w 7693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3" h="9260">
                  <a:moveTo>
                    <a:pt x="0" y="0"/>
                  </a:moveTo>
                  <a:lnTo>
                    <a:pt x="7693" y="0"/>
                  </a:lnTo>
                  <a:lnTo>
                    <a:pt x="7693" y="9260"/>
                  </a:lnTo>
                  <a:lnTo>
                    <a:pt x="0" y="92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3D7DF49B-F654-9FBA-74F7-8B55D1EE3D16}"/>
                </a:ext>
              </a:extLst>
            </p:cNvPr>
            <p:cNvSpPr/>
            <p:nvPr/>
          </p:nvSpPr>
          <p:spPr>
            <a:xfrm>
              <a:off x="5270648" y="2536768"/>
              <a:ext cx="35217" cy="55489"/>
            </a:xfrm>
            <a:custGeom>
              <a:avLst/>
              <a:gdLst>
                <a:gd name="connsiteX0" fmla="*/ 2297 w 35217"/>
                <a:gd name="connsiteY0" fmla="*/ 0 h 55489"/>
                <a:gd name="connsiteX1" fmla="*/ 31207 w 35217"/>
                <a:gd name="connsiteY1" fmla="*/ 0 h 55489"/>
                <a:gd name="connsiteX2" fmla="*/ 31207 w 35217"/>
                <a:gd name="connsiteY2" fmla="*/ 6198 h 55489"/>
                <a:gd name="connsiteX3" fmla="*/ 9041 w 35217"/>
                <a:gd name="connsiteY3" fmla="*/ 6198 h 55489"/>
                <a:gd name="connsiteX4" fmla="*/ 9041 w 35217"/>
                <a:gd name="connsiteY4" fmla="*/ 19542 h 55489"/>
                <a:gd name="connsiteX5" fmla="*/ 12250 w 35217"/>
                <a:gd name="connsiteY5" fmla="*/ 18740 h 55489"/>
                <a:gd name="connsiteX6" fmla="*/ 15457 w 35217"/>
                <a:gd name="connsiteY6" fmla="*/ 18448 h 55489"/>
                <a:gd name="connsiteX7" fmla="*/ 29895 w 35217"/>
                <a:gd name="connsiteY7" fmla="*/ 23442 h 55489"/>
                <a:gd name="connsiteX8" fmla="*/ 35218 w 35217"/>
                <a:gd name="connsiteY8" fmla="*/ 36968 h 55489"/>
                <a:gd name="connsiteX9" fmla="*/ 29749 w 35217"/>
                <a:gd name="connsiteY9" fmla="*/ 50640 h 55489"/>
                <a:gd name="connsiteX10" fmla="*/ 14328 w 35217"/>
                <a:gd name="connsiteY10" fmla="*/ 55490 h 55489"/>
                <a:gd name="connsiteX11" fmla="*/ 7328 w 35217"/>
                <a:gd name="connsiteY11" fmla="*/ 54906 h 55489"/>
                <a:gd name="connsiteX12" fmla="*/ 0 w 35217"/>
                <a:gd name="connsiteY12" fmla="*/ 53156 h 55489"/>
                <a:gd name="connsiteX13" fmla="*/ 0 w 35217"/>
                <a:gd name="connsiteY13" fmla="*/ 45755 h 55489"/>
                <a:gd name="connsiteX14" fmla="*/ 6781 w 35217"/>
                <a:gd name="connsiteY14" fmla="*/ 48416 h 55489"/>
                <a:gd name="connsiteX15" fmla="*/ 14182 w 35217"/>
                <a:gd name="connsiteY15" fmla="*/ 49291 h 55489"/>
                <a:gd name="connsiteX16" fmla="*/ 24171 w 35217"/>
                <a:gd name="connsiteY16" fmla="*/ 45974 h 55489"/>
                <a:gd name="connsiteX17" fmla="*/ 27853 w 35217"/>
                <a:gd name="connsiteY17" fmla="*/ 36968 h 55489"/>
                <a:gd name="connsiteX18" fmla="*/ 24171 w 35217"/>
                <a:gd name="connsiteY18" fmla="*/ 27963 h 55489"/>
                <a:gd name="connsiteX19" fmla="*/ 14182 w 35217"/>
                <a:gd name="connsiteY19" fmla="*/ 24646 h 55489"/>
                <a:gd name="connsiteX20" fmla="*/ 8275 w 35217"/>
                <a:gd name="connsiteY20" fmla="*/ 25302 h 55489"/>
                <a:gd name="connsiteX21" fmla="*/ 2297 w 35217"/>
                <a:gd name="connsiteY21" fmla="*/ 27344 h 55489"/>
                <a:gd name="connsiteX22" fmla="*/ 2297 w 35217"/>
                <a:gd name="connsiteY22" fmla="*/ 0 h 55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217" h="55489">
                  <a:moveTo>
                    <a:pt x="2297" y="0"/>
                  </a:moveTo>
                  <a:lnTo>
                    <a:pt x="31207" y="0"/>
                  </a:lnTo>
                  <a:lnTo>
                    <a:pt x="31207" y="6198"/>
                  </a:lnTo>
                  <a:lnTo>
                    <a:pt x="9041" y="6198"/>
                  </a:lnTo>
                  <a:lnTo>
                    <a:pt x="9041" y="19542"/>
                  </a:lnTo>
                  <a:cubicBezTo>
                    <a:pt x="10111" y="19177"/>
                    <a:pt x="11180" y="18910"/>
                    <a:pt x="12250" y="18740"/>
                  </a:cubicBezTo>
                  <a:cubicBezTo>
                    <a:pt x="13319" y="18545"/>
                    <a:pt x="14388" y="18448"/>
                    <a:pt x="15457" y="18448"/>
                  </a:cubicBezTo>
                  <a:cubicBezTo>
                    <a:pt x="21534" y="18448"/>
                    <a:pt x="26347" y="20113"/>
                    <a:pt x="29895" y="23442"/>
                  </a:cubicBezTo>
                  <a:cubicBezTo>
                    <a:pt x="33444" y="26772"/>
                    <a:pt x="35218" y="31281"/>
                    <a:pt x="35218" y="36968"/>
                  </a:cubicBezTo>
                  <a:cubicBezTo>
                    <a:pt x="35218" y="42827"/>
                    <a:pt x="33395" y="47383"/>
                    <a:pt x="29749" y="50640"/>
                  </a:cubicBezTo>
                  <a:cubicBezTo>
                    <a:pt x="26104" y="53873"/>
                    <a:pt x="20964" y="55490"/>
                    <a:pt x="14328" y="55490"/>
                  </a:cubicBezTo>
                  <a:cubicBezTo>
                    <a:pt x="12043" y="55490"/>
                    <a:pt x="9710" y="55295"/>
                    <a:pt x="7328" y="54906"/>
                  </a:cubicBezTo>
                  <a:cubicBezTo>
                    <a:pt x="4970" y="54517"/>
                    <a:pt x="2527" y="53933"/>
                    <a:pt x="0" y="53156"/>
                  </a:cubicBezTo>
                  <a:lnTo>
                    <a:pt x="0" y="45755"/>
                  </a:lnTo>
                  <a:cubicBezTo>
                    <a:pt x="2187" y="46946"/>
                    <a:pt x="4447" y="47833"/>
                    <a:pt x="6781" y="48416"/>
                  </a:cubicBezTo>
                  <a:cubicBezTo>
                    <a:pt x="9114" y="49000"/>
                    <a:pt x="11581" y="49291"/>
                    <a:pt x="14182" y="49291"/>
                  </a:cubicBezTo>
                  <a:cubicBezTo>
                    <a:pt x="18387" y="49291"/>
                    <a:pt x="21717" y="48185"/>
                    <a:pt x="24171" y="45974"/>
                  </a:cubicBezTo>
                  <a:cubicBezTo>
                    <a:pt x="26626" y="43763"/>
                    <a:pt x="27853" y="40760"/>
                    <a:pt x="27853" y="36968"/>
                  </a:cubicBezTo>
                  <a:cubicBezTo>
                    <a:pt x="27853" y="33177"/>
                    <a:pt x="26626" y="30175"/>
                    <a:pt x="24171" y="27963"/>
                  </a:cubicBezTo>
                  <a:cubicBezTo>
                    <a:pt x="21717" y="25752"/>
                    <a:pt x="18387" y="24646"/>
                    <a:pt x="14182" y="24646"/>
                  </a:cubicBezTo>
                  <a:cubicBezTo>
                    <a:pt x="12213" y="24646"/>
                    <a:pt x="10244" y="24864"/>
                    <a:pt x="8275" y="25302"/>
                  </a:cubicBezTo>
                  <a:cubicBezTo>
                    <a:pt x="6331" y="25739"/>
                    <a:pt x="4338" y="26420"/>
                    <a:pt x="2297" y="27344"/>
                  </a:cubicBezTo>
                  <a:lnTo>
                    <a:pt x="2297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252A170F-3F45-EDA5-4E14-79D058F3839B}"/>
                </a:ext>
              </a:extLst>
            </p:cNvPr>
            <p:cNvSpPr/>
            <p:nvPr/>
          </p:nvSpPr>
          <p:spPr>
            <a:xfrm>
              <a:off x="5317314" y="2535784"/>
              <a:ext cx="37624" cy="56474"/>
            </a:xfrm>
            <a:custGeom>
              <a:avLst/>
              <a:gdLst>
                <a:gd name="connsiteX0" fmla="*/ 18813 w 37624"/>
                <a:gd name="connsiteY0" fmla="*/ 5834 h 56474"/>
                <a:gd name="connsiteX1" fmla="*/ 10245 w 37624"/>
                <a:gd name="connsiteY1" fmla="*/ 11448 h 56474"/>
                <a:gd name="connsiteX2" fmla="*/ 7401 w 37624"/>
                <a:gd name="connsiteY2" fmla="*/ 28256 h 56474"/>
                <a:gd name="connsiteX3" fmla="*/ 10245 w 37624"/>
                <a:gd name="connsiteY3" fmla="*/ 45062 h 56474"/>
                <a:gd name="connsiteX4" fmla="*/ 18813 w 37624"/>
                <a:gd name="connsiteY4" fmla="*/ 50640 h 56474"/>
                <a:gd name="connsiteX5" fmla="*/ 27380 w 37624"/>
                <a:gd name="connsiteY5" fmla="*/ 45062 h 56474"/>
                <a:gd name="connsiteX6" fmla="*/ 30261 w 37624"/>
                <a:gd name="connsiteY6" fmla="*/ 28256 h 56474"/>
                <a:gd name="connsiteX7" fmla="*/ 27380 w 37624"/>
                <a:gd name="connsiteY7" fmla="*/ 11448 h 56474"/>
                <a:gd name="connsiteX8" fmla="*/ 18813 w 37624"/>
                <a:gd name="connsiteY8" fmla="*/ 5834 h 56474"/>
                <a:gd name="connsiteX9" fmla="*/ 18813 w 37624"/>
                <a:gd name="connsiteY9" fmla="*/ 0 h 56474"/>
                <a:gd name="connsiteX10" fmla="*/ 32776 w 37624"/>
                <a:gd name="connsiteY10" fmla="*/ 7256 h 56474"/>
                <a:gd name="connsiteX11" fmla="*/ 37624 w 37624"/>
                <a:gd name="connsiteY11" fmla="*/ 28256 h 56474"/>
                <a:gd name="connsiteX12" fmla="*/ 32776 w 37624"/>
                <a:gd name="connsiteY12" fmla="*/ 49255 h 56474"/>
                <a:gd name="connsiteX13" fmla="*/ 18813 w 37624"/>
                <a:gd name="connsiteY13" fmla="*/ 56474 h 56474"/>
                <a:gd name="connsiteX14" fmla="*/ 4812 w 37624"/>
                <a:gd name="connsiteY14" fmla="*/ 49255 h 56474"/>
                <a:gd name="connsiteX15" fmla="*/ 0 w 37624"/>
                <a:gd name="connsiteY15" fmla="*/ 28256 h 56474"/>
                <a:gd name="connsiteX16" fmla="*/ 4812 w 37624"/>
                <a:gd name="connsiteY16" fmla="*/ 7256 h 56474"/>
                <a:gd name="connsiteX17" fmla="*/ 18813 w 37624"/>
                <a:gd name="connsiteY17" fmla="*/ 0 h 56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74">
                  <a:moveTo>
                    <a:pt x="18813" y="5834"/>
                  </a:moveTo>
                  <a:cubicBezTo>
                    <a:pt x="15021" y="5834"/>
                    <a:pt x="12164" y="7705"/>
                    <a:pt x="10245" y="11448"/>
                  </a:cubicBezTo>
                  <a:cubicBezTo>
                    <a:pt x="8348" y="15167"/>
                    <a:pt x="7401" y="20769"/>
                    <a:pt x="7401" y="28256"/>
                  </a:cubicBezTo>
                  <a:cubicBezTo>
                    <a:pt x="7401" y="35717"/>
                    <a:pt x="8348" y="41319"/>
                    <a:pt x="10245" y="45062"/>
                  </a:cubicBezTo>
                  <a:cubicBezTo>
                    <a:pt x="12164" y="48781"/>
                    <a:pt x="15021" y="50640"/>
                    <a:pt x="18813" y="50640"/>
                  </a:cubicBezTo>
                  <a:cubicBezTo>
                    <a:pt x="22629" y="50640"/>
                    <a:pt x="25484" y="48781"/>
                    <a:pt x="27380" y="45062"/>
                  </a:cubicBezTo>
                  <a:cubicBezTo>
                    <a:pt x="29300" y="41319"/>
                    <a:pt x="30261" y="35717"/>
                    <a:pt x="30261" y="28256"/>
                  </a:cubicBezTo>
                  <a:cubicBezTo>
                    <a:pt x="30261" y="20769"/>
                    <a:pt x="29300" y="15167"/>
                    <a:pt x="27380" y="11448"/>
                  </a:cubicBezTo>
                  <a:cubicBezTo>
                    <a:pt x="25484" y="7705"/>
                    <a:pt x="22629" y="5834"/>
                    <a:pt x="18813" y="5834"/>
                  </a:cubicBezTo>
                  <a:moveTo>
                    <a:pt x="18813" y="0"/>
                  </a:moveTo>
                  <a:cubicBezTo>
                    <a:pt x="24914" y="0"/>
                    <a:pt x="29568" y="2418"/>
                    <a:pt x="32776" y="7256"/>
                  </a:cubicBezTo>
                  <a:cubicBezTo>
                    <a:pt x="36008" y="12068"/>
                    <a:pt x="37624" y="19067"/>
                    <a:pt x="37624" y="28256"/>
                  </a:cubicBezTo>
                  <a:cubicBezTo>
                    <a:pt x="37624" y="37418"/>
                    <a:pt x="36008" y="44419"/>
                    <a:pt x="32776" y="49255"/>
                  </a:cubicBezTo>
                  <a:cubicBezTo>
                    <a:pt x="29568" y="54068"/>
                    <a:pt x="24914" y="56474"/>
                    <a:pt x="18813" y="56474"/>
                  </a:cubicBezTo>
                  <a:cubicBezTo>
                    <a:pt x="12712" y="56474"/>
                    <a:pt x="8045" y="54068"/>
                    <a:pt x="4812" y="49255"/>
                  </a:cubicBezTo>
                  <a:cubicBezTo>
                    <a:pt x="1604" y="44419"/>
                    <a:pt x="0" y="37418"/>
                    <a:pt x="0" y="28256"/>
                  </a:cubicBezTo>
                  <a:cubicBezTo>
                    <a:pt x="0" y="19067"/>
                    <a:pt x="1604" y="12068"/>
                    <a:pt x="4812" y="7256"/>
                  </a:cubicBezTo>
                  <a:cubicBezTo>
                    <a:pt x="8045" y="2418"/>
                    <a:pt x="12712" y="0"/>
                    <a:pt x="18813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804047B0-47A4-7300-1F2A-5D7E6B9FEA71}"/>
                </a:ext>
              </a:extLst>
            </p:cNvPr>
            <p:cNvSpPr/>
            <p:nvPr/>
          </p:nvSpPr>
          <p:spPr>
            <a:xfrm>
              <a:off x="5200137" y="2253808"/>
              <a:ext cx="37624" cy="56473"/>
            </a:xfrm>
            <a:custGeom>
              <a:avLst/>
              <a:gdLst>
                <a:gd name="connsiteX0" fmla="*/ 18813 w 37624"/>
                <a:gd name="connsiteY0" fmla="*/ 5833 h 56473"/>
                <a:gd name="connsiteX1" fmla="*/ 10245 w 37624"/>
                <a:gd name="connsiteY1" fmla="*/ 11447 h 56473"/>
                <a:gd name="connsiteX2" fmla="*/ 7401 w 37624"/>
                <a:gd name="connsiteY2" fmla="*/ 28255 h 56473"/>
                <a:gd name="connsiteX3" fmla="*/ 10245 w 37624"/>
                <a:gd name="connsiteY3" fmla="*/ 45062 h 56473"/>
                <a:gd name="connsiteX4" fmla="*/ 18813 w 37624"/>
                <a:gd name="connsiteY4" fmla="*/ 50640 h 56473"/>
                <a:gd name="connsiteX5" fmla="*/ 27380 w 37624"/>
                <a:gd name="connsiteY5" fmla="*/ 45062 h 56473"/>
                <a:gd name="connsiteX6" fmla="*/ 30261 w 37624"/>
                <a:gd name="connsiteY6" fmla="*/ 28255 h 56473"/>
                <a:gd name="connsiteX7" fmla="*/ 27380 w 37624"/>
                <a:gd name="connsiteY7" fmla="*/ 11447 h 56473"/>
                <a:gd name="connsiteX8" fmla="*/ 18813 w 37624"/>
                <a:gd name="connsiteY8" fmla="*/ 5833 h 56473"/>
                <a:gd name="connsiteX9" fmla="*/ 18813 w 37624"/>
                <a:gd name="connsiteY9" fmla="*/ 0 h 56473"/>
                <a:gd name="connsiteX10" fmla="*/ 32776 w 37624"/>
                <a:gd name="connsiteY10" fmla="*/ 7255 h 56473"/>
                <a:gd name="connsiteX11" fmla="*/ 37624 w 37624"/>
                <a:gd name="connsiteY11" fmla="*/ 28255 h 56473"/>
                <a:gd name="connsiteX12" fmla="*/ 32776 w 37624"/>
                <a:gd name="connsiteY12" fmla="*/ 49254 h 56473"/>
                <a:gd name="connsiteX13" fmla="*/ 18813 w 37624"/>
                <a:gd name="connsiteY13" fmla="*/ 56473 h 56473"/>
                <a:gd name="connsiteX14" fmla="*/ 4812 w 37624"/>
                <a:gd name="connsiteY14" fmla="*/ 49254 h 56473"/>
                <a:gd name="connsiteX15" fmla="*/ 0 w 37624"/>
                <a:gd name="connsiteY15" fmla="*/ 28255 h 56473"/>
                <a:gd name="connsiteX16" fmla="*/ 4812 w 37624"/>
                <a:gd name="connsiteY16" fmla="*/ 7255 h 56473"/>
                <a:gd name="connsiteX17" fmla="*/ 18813 w 37624"/>
                <a:gd name="connsiteY17" fmla="*/ 0 h 56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73">
                  <a:moveTo>
                    <a:pt x="18813" y="5833"/>
                  </a:moveTo>
                  <a:cubicBezTo>
                    <a:pt x="15021" y="5833"/>
                    <a:pt x="12164" y="7704"/>
                    <a:pt x="10245" y="11447"/>
                  </a:cubicBezTo>
                  <a:cubicBezTo>
                    <a:pt x="8348" y="15166"/>
                    <a:pt x="7401" y="20768"/>
                    <a:pt x="7401" y="28255"/>
                  </a:cubicBezTo>
                  <a:cubicBezTo>
                    <a:pt x="7401" y="35716"/>
                    <a:pt x="8348" y="41319"/>
                    <a:pt x="10245" y="45062"/>
                  </a:cubicBezTo>
                  <a:cubicBezTo>
                    <a:pt x="12164" y="48781"/>
                    <a:pt x="15021" y="50640"/>
                    <a:pt x="18813" y="50640"/>
                  </a:cubicBezTo>
                  <a:cubicBezTo>
                    <a:pt x="22629" y="50640"/>
                    <a:pt x="25484" y="48781"/>
                    <a:pt x="27380" y="45062"/>
                  </a:cubicBezTo>
                  <a:cubicBezTo>
                    <a:pt x="29300" y="41319"/>
                    <a:pt x="30261" y="35716"/>
                    <a:pt x="30261" y="28255"/>
                  </a:cubicBezTo>
                  <a:cubicBezTo>
                    <a:pt x="30261" y="20768"/>
                    <a:pt x="29300" y="15166"/>
                    <a:pt x="27380" y="11447"/>
                  </a:cubicBezTo>
                  <a:cubicBezTo>
                    <a:pt x="25484" y="7704"/>
                    <a:pt x="22629" y="5833"/>
                    <a:pt x="18813" y="5833"/>
                  </a:cubicBezTo>
                  <a:moveTo>
                    <a:pt x="18813" y="0"/>
                  </a:moveTo>
                  <a:cubicBezTo>
                    <a:pt x="24913" y="0"/>
                    <a:pt x="29568" y="2418"/>
                    <a:pt x="32776" y="7255"/>
                  </a:cubicBezTo>
                  <a:cubicBezTo>
                    <a:pt x="36008" y="12067"/>
                    <a:pt x="37624" y="19067"/>
                    <a:pt x="37624" y="28255"/>
                  </a:cubicBezTo>
                  <a:cubicBezTo>
                    <a:pt x="37624" y="37417"/>
                    <a:pt x="36008" y="44418"/>
                    <a:pt x="32776" y="49254"/>
                  </a:cubicBezTo>
                  <a:cubicBezTo>
                    <a:pt x="29568" y="54067"/>
                    <a:pt x="24913" y="56473"/>
                    <a:pt x="18813" y="56473"/>
                  </a:cubicBezTo>
                  <a:cubicBezTo>
                    <a:pt x="12712" y="56473"/>
                    <a:pt x="8045" y="54067"/>
                    <a:pt x="4812" y="49254"/>
                  </a:cubicBezTo>
                  <a:cubicBezTo>
                    <a:pt x="1604" y="44418"/>
                    <a:pt x="0" y="37417"/>
                    <a:pt x="0" y="28255"/>
                  </a:cubicBezTo>
                  <a:cubicBezTo>
                    <a:pt x="0" y="19067"/>
                    <a:pt x="1604" y="12067"/>
                    <a:pt x="4812" y="7255"/>
                  </a:cubicBezTo>
                  <a:cubicBezTo>
                    <a:pt x="8045" y="2418"/>
                    <a:pt x="12712" y="0"/>
                    <a:pt x="18813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CAFD9D32-C25A-5509-24E0-13AE4703817E}"/>
                </a:ext>
              </a:extLst>
            </p:cNvPr>
            <p:cNvSpPr/>
            <p:nvPr/>
          </p:nvSpPr>
          <p:spPr>
            <a:xfrm>
              <a:off x="5250705" y="2299964"/>
              <a:ext cx="7692" cy="9260"/>
            </a:xfrm>
            <a:custGeom>
              <a:avLst/>
              <a:gdLst>
                <a:gd name="connsiteX0" fmla="*/ 0 w 7692"/>
                <a:gd name="connsiteY0" fmla="*/ 0 h 9260"/>
                <a:gd name="connsiteX1" fmla="*/ 7692 w 7692"/>
                <a:gd name="connsiteY1" fmla="*/ 0 h 9260"/>
                <a:gd name="connsiteX2" fmla="*/ 7692 w 7692"/>
                <a:gd name="connsiteY2" fmla="*/ 9260 h 9260"/>
                <a:gd name="connsiteX3" fmla="*/ 0 w 7692"/>
                <a:gd name="connsiteY3" fmla="*/ 9260 h 9260"/>
                <a:gd name="connsiteX4" fmla="*/ 0 w 7692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2" h="9260">
                  <a:moveTo>
                    <a:pt x="0" y="0"/>
                  </a:moveTo>
                  <a:lnTo>
                    <a:pt x="7692" y="0"/>
                  </a:lnTo>
                  <a:lnTo>
                    <a:pt x="7692" y="9260"/>
                  </a:lnTo>
                  <a:lnTo>
                    <a:pt x="0" y="92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81E2DF57-F61C-B077-262C-442F4ECFA1D1}"/>
                </a:ext>
              </a:extLst>
            </p:cNvPr>
            <p:cNvSpPr/>
            <p:nvPr/>
          </p:nvSpPr>
          <p:spPr>
            <a:xfrm>
              <a:off x="5272580" y="2254792"/>
              <a:ext cx="34999" cy="54432"/>
            </a:xfrm>
            <a:custGeom>
              <a:avLst/>
              <a:gdLst>
                <a:gd name="connsiteX0" fmla="*/ 0 w 34999"/>
                <a:gd name="connsiteY0" fmla="*/ 0 h 54432"/>
                <a:gd name="connsiteX1" fmla="*/ 34999 w 34999"/>
                <a:gd name="connsiteY1" fmla="*/ 0 h 54432"/>
                <a:gd name="connsiteX2" fmla="*/ 34999 w 34999"/>
                <a:gd name="connsiteY2" fmla="*/ 3136 h 54432"/>
                <a:gd name="connsiteX3" fmla="*/ 15239 w 34999"/>
                <a:gd name="connsiteY3" fmla="*/ 54432 h 54432"/>
                <a:gd name="connsiteX4" fmla="*/ 7547 w 34999"/>
                <a:gd name="connsiteY4" fmla="*/ 54432 h 54432"/>
                <a:gd name="connsiteX5" fmla="*/ 26140 w 34999"/>
                <a:gd name="connsiteY5" fmla="*/ 6198 h 54432"/>
                <a:gd name="connsiteX6" fmla="*/ 0 w 34999"/>
                <a:gd name="connsiteY6" fmla="*/ 6198 h 54432"/>
                <a:gd name="connsiteX7" fmla="*/ 0 w 34999"/>
                <a:gd name="connsiteY7" fmla="*/ 0 h 54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999" h="54432">
                  <a:moveTo>
                    <a:pt x="0" y="0"/>
                  </a:moveTo>
                  <a:lnTo>
                    <a:pt x="34999" y="0"/>
                  </a:lnTo>
                  <a:lnTo>
                    <a:pt x="34999" y="3136"/>
                  </a:lnTo>
                  <a:lnTo>
                    <a:pt x="15239" y="54432"/>
                  </a:lnTo>
                  <a:lnTo>
                    <a:pt x="7547" y="54432"/>
                  </a:lnTo>
                  <a:lnTo>
                    <a:pt x="26140" y="6198"/>
                  </a:lnTo>
                  <a:lnTo>
                    <a:pt x="0" y="61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5CDB6CE3-52C9-3248-85F1-15191D8875D9}"/>
                </a:ext>
              </a:extLst>
            </p:cNvPr>
            <p:cNvSpPr/>
            <p:nvPr/>
          </p:nvSpPr>
          <p:spPr>
            <a:xfrm>
              <a:off x="5319720" y="2254792"/>
              <a:ext cx="35217" cy="55489"/>
            </a:xfrm>
            <a:custGeom>
              <a:avLst/>
              <a:gdLst>
                <a:gd name="connsiteX0" fmla="*/ 2297 w 35217"/>
                <a:gd name="connsiteY0" fmla="*/ 0 h 55489"/>
                <a:gd name="connsiteX1" fmla="*/ 31208 w 35217"/>
                <a:gd name="connsiteY1" fmla="*/ 0 h 55489"/>
                <a:gd name="connsiteX2" fmla="*/ 31208 w 35217"/>
                <a:gd name="connsiteY2" fmla="*/ 6198 h 55489"/>
                <a:gd name="connsiteX3" fmla="*/ 9041 w 35217"/>
                <a:gd name="connsiteY3" fmla="*/ 6198 h 55489"/>
                <a:gd name="connsiteX4" fmla="*/ 9041 w 35217"/>
                <a:gd name="connsiteY4" fmla="*/ 19542 h 55489"/>
                <a:gd name="connsiteX5" fmla="*/ 12250 w 35217"/>
                <a:gd name="connsiteY5" fmla="*/ 18740 h 55489"/>
                <a:gd name="connsiteX6" fmla="*/ 15458 w 35217"/>
                <a:gd name="connsiteY6" fmla="*/ 18448 h 55489"/>
                <a:gd name="connsiteX7" fmla="*/ 29895 w 35217"/>
                <a:gd name="connsiteY7" fmla="*/ 23443 h 55489"/>
                <a:gd name="connsiteX8" fmla="*/ 35218 w 35217"/>
                <a:gd name="connsiteY8" fmla="*/ 36969 h 55489"/>
                <a:gd name="connsiteX9" fmla="*/ 29750 w 35217"/>
                <a:gd name="connsiteY9" fmla="*/ 50640 h 55489"/>
                <a:gd name="connsiteX10" fmla="*/ 14328 w 35217"/>
                <a:gd name="connsiteY10" fmla="*/ 55490 h 55489"/>
                <a:gd name="connsiteX11" fmla="*/ 7328 w 35217"/>
                <a:gd name="connsiteY11" fmla="*/ 54906 h 55489"/>
                <a:gd name="connsiteX12" fmla="*/ 0 w 35217"/>
                <a:gd name="connsiteY12" fmla="*/ 53157 h 55489"/>
                <a:gd name="connsiteX13" fmla="*/ 0 w 35217"/>
                <a:gd name="connsiteY13" fmla="*/ 45755 h 55489"/>
                <a:gd name="connsiteX14" fmla="*/ 6781 w 35217"/>
                <a:gd name="connsiteY14" fmla="*/ 48416 h 55489"/>
                <a:gd name="connsiteX15" fmla="*/ 14182 w 35217"/>
                <a:gd name="connsiteY15" fmla="*/ 49292 h 55489"/>
                <a:gd name="connsiteX16" fmla="*/ 24171 w 35217"/>
                <a:gd name="connsiteY16" fmla="*/ 45974 h 55489"/>
                <a:gd name="connsiteX17" fmla="*/ 27854 w 35217"/>
                <a:gd name="connsiteY17" fmla="*/ 36969 h 55489"/>
                <a:gd name="connsiteX18" fmla="*/ 24171 w 35217"/>
                <a:gd name="connsiteY18" fmla="*/ 27964 h 55489"/>
                <a:gd name="connsiteX19" fmla="*/ 14182 w 35217"/>
                <a:gd name="connsiteY19" fmla="*/ 24646 h 55489"/>
                <a:gd name="connsiteX20" fmla="*/ 8276 w 35217"/>
                <a:gd name="connsiteY20" fmla="*/ 25303 h 55489"/>
                <a:gd name="connsiteX21" fmla="*/ 2297 w 35217"/>
                <a:gd name="connsiteY21" fmla="*/ 27344 h 55489"/>
                <a:gd name="connsiteX22" fmla="*/ 2297 w 35217"/>
                <a:gd name="connsiteY22" fmla="*/ 0 h 55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217" h="55489">
                  <a:moveTo>
                    <a:pt x="2297" y="0"/>
                  </a:moveTo>
                  <a:lnTo>
                    <a:pt x="31208" y="0"/>
                  </a:lnTo>
                  <a:lnTo>
                    <a:pt x="31208" y="6198"/>
                  </a:lnTo>
                  <a:lnTo>
                    <a:pt x="9041" y="6198"/>
                  </a:lnTo>
                  <a:lnTo>
                    <a:pt x="9041" y="19542"/>
                  </a:lnTo>
                  <a:cubicBezTo>
                    <a:pt x="10111" y="19177"/>
                    <a:pt x="11180" y="18910"/>
                    <a:pt x="12250" y="18740"/>
                  </a:cubicBezTo>
                  <a:cubicBezTo>
                    <a:pt x="13319" y="18545"/>
                    <a:pt x="14388" y="18448"/>
                    <a:pt x="15458" y="18448"/>
                  </a:cubicBezTo>
                  <a:cubicBezTo>
                    <a:pt x="21534" y="18448"/>
                    <a:pt x="26347" y="20113"/>
                    <a:pt x="29895" y="23443"/>
                  </a:cubicBezTo>
                  <a:cubicBezTo>
                    <a:pt x="33444" y="26772"/>
                    <a:pt x="35218" y="31281"/>
                    <a:pt x="35218" y="36969"/>
                  </a:cubicBezTo>
                  <a:cubicBezTo>
                    <a:pt x="35218" y="42826"/>
                    <a:pt x="33395" y="47383"/>
                    <a:pt x="29750" y="50640"/>
                  </a:cubicBezTo>
                  <a:cubicBezTo>
                    <a:pt x="26104" y="53873"/>
                    <a:pt x="20964" y="55490"/>
                    <a:pt x="14328" y="55490"/>
                  </a:cubicBezTo>
                  <a:cubicBezTo>
                    <a:pt x="12043" y="55490"/>
                    <a:pt x="9710" y="55295"/>
                    <a:pt x="7328" y="54906"/>
                  </a:cubicBezTo>
                  <a:cubicBezTo>
                    <a:pt x="4971" y="54518"/>
                    <a:pt x="2528" y="53934"/>
                    <a:pt x="0" y="53157"/>
                  </a:cubicBezTo>
                  <a:lnTo>
                    <a:pt x="0" y="45755"/>
                  </a:lnTo>
                  <a:cubicBezTo>
                    <a:pt x="2188" y="46946"/>
                    <a:pt x="4448" y="47833"/>
                    <a:pt x="6781" y="48416"/>
                  </a:cubicBezTo>
                  <a:cubicBezTo>
                    <a:pt x="9114" y="49001"/>
                    <a:pt x="11581" y="49292"/>
                    <a:pt x="14182" y="49292"/>
                  </a:cubicBezTo>
                  <a:cubicBezTo>
                    <a:pt x="18387" y="49292"/>
                    <a:pt x="21717" y="48186"/>
                    <a:pt x="24171" y="45974"/>
                  </a:cubicBezTo>
                  <a:cubicBezTo>
                    <a:pt x="26627" y="43763"/>
                    <a:pt x="27854" y="40761"/>
                    <a:pt x="27854" y="36969"/>
                  </a:cubicBezTo>
                  <a:cubicBezTo>
                    <a:pt x="27854" y="33178"/>
                    <a:pt x="26627" y="30175"/>
                    <a:pt x="24171" y="27964"/>
                  </a:cubicBezTo>
                  <a:cubicBezTo>
                    <a:pt x="21717" y="25752"/>
                    <a:pt x="18387" y="24646"/>
                    <a:pt x="14182" y="24646"/>
                  </a:cubicBezTo>
                  <a:cubicBezTo>
                    <a:pt x="12213" y="24646"/>
                    <a:pt x="10244" y="24864"/>
                    <a:pt x="8276" y="25303"/>
                  </a:cubicBezTo>
                  <a:cubicBezTo>
                    <a:pt x="6332" y="25740"/>
                    <a:pt x="4339" y="26420"/>
                    <a:pt x="2297" y="27344"/>
                  </a:cubicBezTo>
                  <a:lnTo>
                    <a:pt x="2297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5C454D86-3BF3-30FE-F51A-9F05EE824A4C}"/>
                </a:ext>
              </a:extLst>
            </p:cNvPr>
            <p:cNvSpPr/>
            <p:nvPr/>
          </p:nvSpPr>
          <p:spPr>
            <a:xfrm>
              <a:off x="5201851" y="1972816"/>
              <a:ext cx="32411" cy="54432"/>
            </a:xfrm>
            <a:custGeom>
              <a:avLst/>
              <a:gdLst>
                <a:gd name="connsiteX0" fmla="*/ 1058 w 32411"/>
                <a:gd name="connsiteY0" fmla="*/ 48234 h 54432"/>
                <a:gd name="connsiteX1" fmla="*/ 13089 w 32411"/>
                <a:gd name="connsiteY1" fmla="*/ 48234 h 54432"/>
                <a:gd name="connsiteX2" fmla="*/ 13089 w 32411"/>
                <a:gd name="connsiteY2" fmla="*/ 6708 h 54432"/>
                <a:gd name="connsiteX3" fmla="*/ 0 w 32411"/>
                <a:gd name="connsiteY3" fmla="*/ 9333 h 54432"/>
                <a:gd name="connsiteX4" fmla="*/ 0 w 32411"/>
                <a:gd name="connsiteY4" fmla="*/ 2625 h 54432"/>
                <a:gd name="connsiteX5" fmla="*/ 13016 w 32411"/>
                <a:gd name="connsiteY5" fmla="*/ 0 h 54432"/>
                <a:gd name="connsiteX6" fmla="*/ 20381 w 32411"/>
                <a:gd name="connsiteY6" fmla="*/ 0 h 54432"/>
                <a:gd name="connsiteX7" fmla="*/ 20381 w 32411"/>
                <a:gd name="connsiteY7" fmla="*/ 48234 h 54432"/>
                <a:gd name="connsiteX8" fmla="*/ 32412 w 32411"/>
                <a:gd name="connsiteY8" fmla="*/ 48234 h 54432"/>
                <a:gd name="connsiteX9" fmla="*/ 32412 w 32411"/>
                <a:gd name="connsiteY9" fmla="*/ 54432 h 54432"/>
                <a:gd name="connsiteX10" fmla="*/ 1058 w 32411"/>
                <a:gd name="connsiteY10" fmla="*/ 54432 h 54432"/>
                <a:gd name="connsiteX11" fmla="*/ 1058 w 32411"/>
                <a:gd name="connsiteY11" fmla="*/ 48234 h 54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411" h="54432">
                  <a:moveTo>
                    <a:pt x="1058" y="48234"/>
                  </a:moveTo>
                  <a:lnTo>
                    <a:pt x="13089" y="48234"/>
                  </a:lnTo>
                  <a:lnTo>
                    <a:pt x="13089" y="6708"/>
                  </a:lnTo>
                  <a:lnTo>
                    <a:pt x="0" y="9333"/>
                  </a:lnTo>
                  <a:lnTo>
                    <a:pt x="0" y="2625"/>
                  </a:lnTo>
                  <a:lnTo>
                    <a:pt x="13016" y="0"/>
                  </a:lnTo>
                  <a:lnTo>
                    <a:pt x="20381" y="0"/>
                  </a:lnTo>
                  <a:lnTo>
                    <a:pt x="20381" y="48234"/>
                  </a:lnTo>
                  <a:lnTo>
                    <a:pt x="32412" y="48234"/>
                  </a:lnTo>
                  <a:lnTo>
                    <a:pt x="32412" y="54432"/>
                  </a:lnTo>
                  <a:lnTo>
                    <a:pt x="1058" y="54432"/>
                  </a:lnTo>
                  <a:lnTo>
                    <a:pt x="1058" y="48234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5" name="Freeform 234">
              <a:extLst>
                <a:ext uri="{FF2B5EF4-FFF2-40B4-BE49-F238E27FC236}">
                  <a16:creationId xmlns:a16="http://schemas.microsoft.com/office/drawing/2014/main" id="{EBCE011C-BD52-37D6-2694-41CA261AE2A6}"/>
                </a:ext>
              </a:extLst>
            </p:cNvPr>
            <p:cNvSpPr/>
            <p:nvPr/>
          </p:nvSpPr>
          <p:spPr>
            <a:xfrm>
              <a:off x="5249137" y="2017988"/>
              <a:ext cx="7693" cy="9261"/>
            </a:xfrm>
            <a:custGeom>
              <a:avLst/>
              <a:gdLst>
                <a:gd name="connsiteX0" fmla="*/ 0 w 7693"/>
                <a:gd name="connsiteY0" fmla="*/ 0 h 9261"/>
                <a:gd name="connsiteX1" fmla="*/ 7693 w 7693"/>
                <a:gd name="connsiteY1" fmla="*/ 0 h 9261"/>
                <a:gd name="connsiteX2" fmla="*/ 7693 w 7693"/>
                <a:gd name="connsiteY2" fmla="*/ 9261 h 9261"/>
                <a:gd name="connsiteX3" fmla="*/ 0 w 7693"/>
                <a:gd name="connsiteY3" fmla="*/ 9261 h 9261"/>
                <a:gd name="connsiteX4" fmla="*/ 0 w 7693"/>
                <a:gd name="connsiteY4" fmla="*/ 0 h 9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3" h="9261">
                  <a:moveTo>
                    <a:pt x="0" y="0"/>
                  </a:moveTo>
                  <a:lnTo>
                    <a:pt x="7693" y="0"/>
                  </a:lnTo>
                  <a:lnTo>
                    <a:pt x="7693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BCD9664D-D7E1-16D4-CE49-AFAAA5D2AB66}"/>
                </a:ext>
              </a:extLst>
            </p:cNvPr>
            <p:cNvSpPr/>
            <p:nvPr/>
          </p:nvSpPr>
          <p:spPr>
            <a:xfrm>
              <a:off x="5269809" y="1971832"/>
              <a:ext cx="37624" cy="56473"/>
            </a:xfrm>
            <a:custGeom>
              <a:avLst/>
              <a:gdLst>
                <a:gd name="connsiteX0" fmla="*/ 18812 w 37624"/>
                <a:gd name="connsiteY0" fmla="*/ 5833 h 56473"/>
                <a:gd name="connsiteX1" fmla="*/ 10245 w 37624"/>
                <a:gd name="connsiteY1" fmla="*/ 11448 h 56473"/>
                <a:gd name="connsiteX2" fmla="*/ 7401 w 37624"/>
                <a:gd name="connsiteY2" fmla="*/ 28255 h 56473"/>
                <a:gd name="connsiteX3" fmla="*/ 10245 w 37624"/>
                <a:gd name="connsiteY3" fmla="*/ 45062 h 56473"/>
                <a:gd name="connsiteX4" fmla="*/ 18812 w 37624"/>
                <a:gd name="connsiteY4" fmla="*/ 50640 h 56473"/>
                <a:gd name="connsiteX5" fmla="*/ 27380 w 37624"/>
                <a:gd name="connsiteY5" fmla="*/ 45062 h 56473"/>
                <a:gd name="connsiteX6" fmla="*/ 30260 w 37624"/>
                <a:gd name="connsiteY6" fmla="*/ 28255 h 56473"/>
                <a:gd name="connsiteX7" fmla="*/ 27380 w 37624"/>
                <a:gd name="connsiteY7" fmla="*/ 11448 h 56473"/>
                <a:gd name="connsiteX8" fmla="*/ 18812 w 37624"/>
                <a:gd name="connsiteY8" fmla="*/ 5833 h 56473"/>
                <a:gd name="connsiteX9" fmla="*/ 18812 w 37624"/>
                <a:gd name="connsiteY9" fmla="*/ 0 h 56473"/>
                <a:gd name="connsiteX10" fmla="*/ 32775 w 37624"/>
                <a:gd name="connsiteY10" fmla="*/ 7255 h 56473"/>
                <a:gd name="connsiteX11" fmla="*/ 37625 w 37624"/>
                <a:gd name="connsiteY11" fmla="*/ 28255 h 56473"/>
                <a:gd name="connsiteX12" fmla="*/ 32775 w 37624"/>
                <a:gd name="connsiteY12" fmla="*/ 49255 h 56473"/>
                <a:gd name="connsiteX13" fmla="*/ 18812 w 37624"/>
                <a:gd name="connsiteY13" fmla="*/ 56473 h 56473"/>
                <a:gd name="connsiteX14" fmla="*/ 4812 w 37624"/>
                <a:gd name="connsiteY14" fmla="*/ 49255 h 56473"/>
                <a:gd name="connsiteX15" fmla="*/ 0 w 37624"/>
                <a:gd name="connsiteY15" fmla="*/ 28255 h 56473"/>
                <a:gd name="connsiteX16" fmla="*/ 4812 w 37624"/>
                <a:gd name="connsiteY16" fmla="*/ 7255 h 56473"/>
                <a:gd name="connsiteX17" fmla="*/ 18812 w 37624"/>
                <a:gd name="connsiteY17" fmla="*/ 0 h 56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73">
                  <a:moveTo>
                    <a:pt x="18812" y="5833"/>
                  </a:moveTo>
                  <a:cubicBezTo>
                    <a:pt x="15020" y="5833"/>
                    <a:pt x="12164" y="7705"/>
                    <a:pt x="10245" y="11448"/>
                  </a:cubicBezTo>
                  <a:cubicBezTo>
                    <a:pt x="8348" y="15167"/>
                    <a:pt x="7401" y="20769"/>
                    <a:pt x="7401" y="28255"/>
                  </a:cubicBezTo>
                  <a:cubicBezTo>
                    <a:pt x="7401" y="35717"/>
                    <a:pt x="8348" y="41319"/>
                    <a:pt x="10245" y="45062"/>
                  </a:cubicBezTo>
                  <a:cubicBezTo>
                    <a:pt x="12164" y="48781"/>
                    <a:pt x="15020" y="50640"/>
                    <a:pt x="18812" y="50640"/>
                  </a:cubicBezTo>
                  <a:cubicBezTo>
                    <a:pt x="22628" y="50640"/>
                    <a:pt x="25484" y="48781"/>
                    <a:pt x="27380" y="45062"/>
                  </a:cubicBezTo>
                  <a:cubicBezTo>
                    <a:pt x="29300" y="41319"/>
                    <a:pt x="30260" y="35717"/>
                    <a:pt x="30260" y="28255"/>
                  </a:cubicBezTo>
                  <a:cubicBezTo>
                    <a:pt x="30260" y="20769"/>
                    <a:pt x="29300" y="15167"/>
                    <a:pt x="27380" y="11448"/>
                  </a:cubicBezTo>
                  <a:cubicBezTo>
                    <a:pt x="25484" y="7705"/>
                    <a:pt x="22628" y="5833"/>
                    <a:pt x="18812" y="5833"/>
                  </a:cubicBezTo>
                  <a:moveTo>
                    <a:pt x="18812" y="0"/>
                  </a:moveTo>
                  <a:cubicBezTo>
                    <a:pt x="24913" y="0"/>
                    <a:pt x="29567" y="2418"/>
                    <a:pt x="32775" y="7255"/>
                  </a:cubicBezTo>
                  <a:cubicBezTo>
                    <a:pt x="36008" y="12068"/>
                    <a:pt x="37625" y="19068"/>
                    <a:pt x="37625" y="28255"/>
                  </a:cubicBezTo>
                  <a:cubicBezTo>
                    <a:pt x="37625" y="37418"/>
                    <a:pt x="36008" y="44418"/>
                    <a:pt x="32775" y="49255"/>
                  </a:cubicBezTo>
                  <a:cubicBezTo>
                    <a:pt x="29567" y="54068"/>
                    <a:pt x="24913" y="56473"/>
                    <a:pt x="18812" y="56473"/>
                  </a:cubicBezTo>
                  <a:cubicBezTo>
                    <a:pt x="12712" y="56473"/>
                    <a:pt x="8045" y="54068"/>
                    <a:pt x="4812" y="49255"/>
                  </a:cubicBezTo>
                  <a:cubicBezTo>
                    <a:pt x="1604" y="44418"/>
                    <a:pt x="0" y="37418"/>
                    <a:pt x="0" y="28255"/>
                  </a:cubicBezTo>
                  <a:cubicBezTo>
                    <a:pt x="0" y="19068"/>
                    <a:pt x="1604" y="12068"/>
                    <a:pt x="4812" y="7255"/>
                  </a:cubicBezTo>
                  <a:cubicBezTo>
                    <a:pt x="8045" y="2418"/>
                    <a:pt x="12712" y="0"/>
                    <a:pt x="18812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C8E4893B-01AF-BCA1-AEF8-AF04D218F73F}"/>
                </a:ext>
              </a:extLst>
            </p:cNvPr>
            <p:cNvSpPr/>
            <p:nvPr/>
          </p:nvSpPr>
          <p:spPr>
            <a:xfrm>
              <a:off x="5317314" y="1971832"/>
              <a:ext cx="37624" cy="56473"/>
            </a:xfrm>
            <a:custGeom>
              <a:avLst/>
              <a:gdLst>
                <a:gd name="connsiteX0" fmla="*/ 18813 w 37624"/>
                <a:gd name="connsiteY0" fmla="*/ 5833 h 56473"/>
                <a:gd name="connsiteX1" fmla="*/ 10245 w 37624"/>
                <a:gd name="connsiteY1" fmla="*/ 11448 h 56473"/>
                <a:gd name="connsiteX2" fmla="*/ 7401 w 37624"/>
                <a:gd name="connsiteY2" fmla="*/ 28255 h 56473"/>
                <a:gd name="connsiteX3" fmla="*/ 10245 w 37624"/>
                <a:gd name="connsiteY3" fmla="*/ 45062 h 56473"/>
                <a:gd name="connsiteX4" fmla="*/ 18813 w 37624"/>
                <a:gd name="connsiteY4" fmla="*/ 50640 h 56473"/>
                <a:gd name="connsiteX5" fmla="*/ 27380 w 37624"/>
                <a:gd name="connsiteY5" fmla="*/ 45062 h 56473"/>
                <a:gd name="connsiteX6" fmla="*/ 30261 w 37624"/>
                <a:gd name="connsiteY6" fmla="*/ 28255 h 56473"/>
                <a:gd name="connsiteX7" fmla="*/ 27380 w 37624"/>
                <a:gd name="connsiteY7" fmla="*/ 11448 h 56473"/>
                <a:gd name="connsiteX8" fmla="*/ 18813 w 37624"/>
                <a:gd name="connsiteY8" fmla="*/ 5833 h 56473"/>
                <a:gd name="connsiteX9" fmla="*/ 18813 w 37624"/>
                <a:gd name="connsiteY9" fmla="*/ 0 h 56473"/>
                <a:gd name="connsiteX10" fmla="*/ 32776 w 37624"/>
                <a:gd name="connsiteY10" fmla="*/ 7255 h 56473"/>
                <a:gd name="connsiteX11" fmla="*/ 37624 w 37624"/>
                <a:gd name="connsiteY11" fmla="*/ 28255 h 56473"/>
                <a:gd name="connsiteX12" fmla="*/ 32776 w 37624"/>
                <a:gd name="connsiteY12" fmla="*/ 49255 h 56473"/>
                <a:gd name="connsiteX13" fmla="*/ 18813 w 37624"/>
                <a:gd name="connsiteY13" fmla="*/ 56473 h 56473"/>
                <a:gd name="connsiteX14" fmla="*/ 4812 w 37624"/>
                <a:gd name="connsiteY14" fmla="*/ 49255 h 56473"/>
                <a:gd name="connsiteX15" fmla="*/ 0 w 37624"/>
                <a:gd name="connsiteY15" fmla="*/ 28255 h 56473"/>
                <a:gd name="connsiteX16" fmla="*/ 4812 w 37624"/>
                <a:gd name="connsiteY16" fmla="*/ 7255 h 56473"/>
                <a:gd name="connsiteX17" fmla="*/ 18813 w 37624"/>
                <a:gd name="connsiteY17" fmla="*/ 0 h 56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73">
                  <a:moveTo>
                    <a:pt x="18813" y="5833"/>
                  </a:moveTo>
                  <a:cubicBezTo>
                    <a:pt x="15021" y="5833"/>
                    <a:pt x="12164" y="7705"/>
                    <a:pt x="10245" y="11448"/>
                  </a:cubicBezTo>
                  <a:cubicBezTo>
                    <a:pt x="8348" y="15167"/>
                    <a:pt x="7401" y="20769"/>
                    <a:pt x="7401" y="28255"/>
                  </a:cubicBezTo>
                  <a:cubicBezTo>
                    <a:pt x="7401" y="35717"/>
                    <a:pt x="8348" y="41319"/>
                    <a:pt x="10245" y="45062"/>
                  </a:cubicBezTo>
                  <a:cubicBezTo>
                    <a:pt x="12164" y="48781"/>
                    <a:pt x="15021" y="50640"/>
                    <a:pt x="18813" y="50640"/>
                  </a:cubicBezTo>
                  <a:cubicBezTo>
                    <a:pt x="22629" y="50640"/>
                    <a:pt x="25484" y="48781"/>
                    <a:pt x="27380" y="45062"/>
                  </a:cubicBezTo>
                  <a:cubicBezTo>
                    <a:pt x="29300" y="41319"/>
                    <a:pt x="30261" y="35717"/>
                    <a:pt x="30261" y="28255"/>
                  </a:cubicBezTo>
                  <a:cubicBezTo>
                    <a:pt x="30261" y="20769"/>
                    <a:pt x="29300" y="15167"/>
                    <a:pt x="27380" y="11448"/>
                  </a:cubicBezTo>
                  <a:cubicBezTo>
                    <a:pt x="25484" y="7705"/>
                    <a:pt x="22629" y="5833"/>
                    <a:pt x="18813" y="5833"/>
                  </a:cubicBezTo>
                  <a:moveTo>
                    <a:pt x="18813" y="0"/>
                  </a:moveTo>
                  <a:cubicBezTo>
                    <a:pt x="24914" y="0"/>
                    <a:pt x="29568" y="2418"/>
                    <a:pt x="32776" y="7255"/>
                  </a:cubicBezTo>
                  <a:cubicBezTo>
                    <a:pt x="36008" y="12068"/>
                    <a:pt x="37624" y="19068"/>
                    <a:pt x="37624" y="28255"/>
                  </a:cubicBezTo>
                  <a:cubicBezTo>
                    <a:pt x="37624" y="37418"/>
                    <a:pt x="36008" y="44418"/>
                    <a:pt x="32776" y="49255"/>
                  </a:cubicBezTo>
                  <a:cubicBezTo>
                    <a:pt x="29568" y="54068"/>
                    <a:pt x="24914" y="56473"/>
                    <a:pt x="18813" y="56473"/>
                  </a:cubicBezTo>
                  <a:cubicBezTo>
                    <a:pt x="12712" y="56473"/>
                    <a:pt x="8045" y="54068"/>
                    <a:pt x="4812" y="49255"/>
                  </a:cubicBezTo>
                  <a:cubicBezTo>
                    <a:pt x="1604" y="44418"/>
                    <a:pt x="0" y="37418"/>
                    <a:pt x="0" y="28255"/>
                  </a:cubicBezTo>
                  <a:cubicBezTo>
                    <a:pt x="0" y="19068"/>
                    <a:pt x="1604" y="12068"/>
                    <a:pt x="4812" y="7255"/>
                  </a:cubicBezTo>
                  <a:cubicBezTo>
                    <a:pt x="8045" y="2418"/>
                    <a:pt x="12712" y="0"/>
                    <a:pt x="18813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F10916BC-68B4-4477-F367-DB781570B0AE}"/>
                </a:ext>
              </a:extLst>
            </p:cNvPr>
            <p:cNvSpPr/>
            <p:nvPr/>
          </p:nvSpPr>
          <p:spPr>
            <a:xfrm>
              <a:off x="5090317" y="2602639"/>
              <a:ext cx="77617" cy="45280"/>
            </a:xfrm>
            <a:custGeom>
              <a:avLst/>
              <a:gdLst>
                <a:gd name="connsiteX0" fmla="*/ 37270 w 77617"/>
                <a:gd name="connsiteY0" fmla="*/ 0 h 45280"/>
                <a:gd name="connsiteX1" fmla="*/ 45786 w 77617"/>
                <a:gd name="connsiteY1" fmla="*/ 2192 h 45280"/>
                <a:gd name="connsiteX2" fmla="*/ 53333 w 77617"/>
                <a:gd name="connsiteY2" fmla="*/ 7969 h 45280"/>
                <a:gd name="connsiteX3" fmla="*/ 58687 w 77617"/>
                <a:gd name="connsiteY3" fmla="*/ 16443 h 45280"/>
                <a:gd name="connsiteX4" fmla="*/ 60964 w 77617"/>
                <a:gd name="connsiteY4" fmla="*/ 26435 h 45280"/>
                <a:gd name="connsiteX5" fmla="*/ 73823 w 77617"/>
                <a:gd name="connsiteY5" fmla="*/ 29723 h 45280"/>
                <a:gd name="connsiteX6" fmla="*/ 77280 w 77617"/>
                <a:gd name="connsiteY6" fmla="*/ 30693 h 45280"/>
                <a:gd name="connsiteX7" fmla="*/ 77617 w 77617"/>
                <a:gd name="connsiteY7" fmla="*/ 31536 h 45280"/>
                <a:gd name="connsiteX8" fmla="*/ 76647 w 77617"/>
                <a:gd name="connsiteY8" fmla="*/ 32590 h 45280"/>
                <a:gd name="connsiteX9" fmla="*/ 69059 w 77617"/>
                <a:gd name="connsiteY9" fmla="*/ 30693 h 45280"/>
                <a:gd name="connsiteX10" fmla="*/ 60964 w 77617"/>
                <a:gd name="connsiteY10" fmla="*/ 28670 h 45280"/>
                <a:gd name="connsiteX11" fmla="*/ 56115 w 77617"/>
                <a:gd name="connsiteY11" fmla="*/ 40811 h 45280"/>
                <a:gd name="connsiteX12" fmla="*/ 45322 w 77617"/>
                <a:gd name="connsiteY12" fmla="*/ 45281 h 45280"/>
                <a:gd name="connsiteX13" fmla="*/ 36764 w 77617"/>
                <a:gd name="connsiteY13" fmla="*/ 43088 h 45280"/>
                <a:gd name="connsiteX14" fmla="*/ 29217 w 77617"/>
                <a:gd name="connsiteY14" fmla="*/ 37270 h 45280"/>
                <a:gd name="connsiteX15" fmla="*/ 23905 w 77617"/>
                <a:gd name="connsiteY15" fmla="*/ 28753 h 45280"/>
                <a:gd name="connsiteX16" fmla="*/ 21670 w 77617"/>
                <a:gd name="connsiteY16" fmla="*/ 18846 h 45280"/>
                <a:gd name="connsiteX17" fmla="*/ 1729 w 77617"/>
                <a:gd name="connsiteY17" fmla="*/ 13829 h 45280"/>
                <a:gd name="connsiteX18" fmla="*/ 295 w 77617"/>
                <a:gd name="connsiteY18" fmla="*/ 13365 h 45280"/>
                <a:gd name="connsiteX19" fmla="*/ 0 w 77617"/>
                <a:gd name="connsiteY19" fmla="*/ 12522 h 45280"/>
                <a:gd name="connsiteX20" fmla="*/ 211 w 77617"/>
                <a:gd name="connsiteY20" fmla="*/ 11805 h 45280"/>
                <a:gd name="connsiteX21" fmla="*/ 632 w 77617"/>
                <a:gd name="connsiteY21" fmla="*/ 11552 h 45280"/>
                <a:gd name="connsiteX22" fmla="*/ 843 w 77617"/>
                <a:gd name="connsiteY22" fmla="*/ 11510 h 45280"/>
                <a:gd name="connsiteX23" fmla="*/ 2066 w 77617"/>
                <a:gd name="connsiteY23" fmla="*/ 11763 h 45280"/>
                <a:gd name="connsiteX24" fmla="*/ 21670 w 77617"/>
                <a:gd name="connsiteY24" fmla="*/ 16611 h 45280"/>
                <a:gd name="connsiteX25" fmla="*/ 23483 w 77617"/>
                <a:gd name="connsiteY25" fmla="*/ 8980 h 45280"/>
                <a:gd name="connsiteX26" fmla="*/ 27278 w 77617"/>
                <a:gd name="connsiteY26" fmla="*/ 3752 h 45280"/>
                <a:gd name="connsiteX27" fmla="*/ 32042 w 77617"/>
                <a:gd name="connsiteY27" fmla="*/ 928 h 45280"/>
                <a:gd name="connsiteX28" fmla="*/ 37270 w 77617"/>
                <a:gd name="connsiteY28" fmla="*/ 0 h 45280"/>
                <a:gd name="connsiteX29" fmla="*/ 23568 w 77617"/>
                <a:gd name="connsiteY29" fmla="*/ 19352 h 45280"/>
                <a:gd name="connsiteX30" fmla="*/ 26266 w 77617"/>
                <a:gd name="connsiteY30" fmla="*/ 27910 h 45280"/>
                <a:gd name="connsiteX31" fmla="*/ 31915 w 77617"/>
                <a:gd name="connsiteY31" fmla="*/ 34361 h 45280"/>
                <a:gd name="connsiteX32" fmla="*/ 39251 w 77617"/>
                <a:gd name="connsiteY32" fmla="*/ 38282 h 45280"/>
                <a:gd name="connsiteX33" fmla="*/ 47135 w 77617"/>
                <a:gd name="connsiteY33" fmla="*/ 39673 h 45280"/>
                <a:gd name="connsiteX34" fmla="*/ 52574 w 77617"/>
                <a:gd name="connsiteY34" fmla="*/ 38661 h 45280"/>
                <a:gd name="connsiteX35" fmla="*/ 56284 w 77617"/>
                <a:gd name="connsiteY35" fmla="*/ 35879 h 45280"/>
                <a:gd name="connsiteX36" fmla="*/ 58308 w 77617"/>
                <a:gd name="connsiteY36" fmla="*/ 32252 h 45280"/>
                <a:gd name="connsiteX37" fmla="*/ 59067 w 77617"/>
                <a:gd name="connsiteY37" fmla="*/ 28247 h 45280"/>
                <a:gd name="connsiteX38" fmla="*/ 23568 w 77617"/>
                <a:gd name="connsiteY38" fmla="*/ 19352 h 45280"/>
                <a:gd name="connsiteX39" fmla="*/ 35457 w 77617"/>
                <a:gd name="connsiteY39" fmla="*/ 5649 h 45280"/>
                <a:gd name="connsiteX40" fmla="*/ 26898 w 77617"/>
                <a:gd name="connsiteY40" fmla="*/ 8812 h 45280"/>
                <a:gd name="connsiteX41" fmla="*/ 23568 w 77617"/>
                <a:gd name="connsiteY41" fmla="*/ 17117 h 45280"/>
                <a:gd name="connsiteX42" fmla="*/ 59067 w 77617"/>
                <a:gd name="connsiteY42" fmla="*/ 26013 h 45280"/>
                <a:gd name="connsiteX43" fmla="*/ 57212 w 77617"/>
                <a:gd name="connsiteY43" fmla="*/ 18972 h 45280"/>
                <a:gd name="connsiteX44" fmla="*/ 53249 w 77617"/>
                <a:gd name="connsiteY44" fmla="*/ 13238 h 45280"/>
                <a:gd name="connsiteX45" fmla="*/ 47894 w 77617"/>
                <a:gd name="connsiteY45" fmla="*/ 9107 h 45280"/>
                <a:gd name="connsiteX46" fmla="*/ 41739 w 77617"/>
                <a:gd name="connsiteY46" fmla="*/ 6535 h 45280"/>
                <a:gd name="connsiteX47" fmla="*/ 35457 w 77617"/>
                <a:gd name="connsiteY47" fmla="*/ 5649 h 45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77617" h="45280">
                  <a:moveTo>
                    <a:pt x="37270" y="0"/>
                  </a:moveTo>
                  <a:cubicBezTo>
                    <a:pt x="40109" y="0"/>
                    <a:pt x="42947" y="731"/>
                    <a:pt x="45786" y="2192"/>
                  </a:cubicBezTo>
                  <a:cubicBezTo>
                    <a:pt x="48625" y="3654"/>
                    <a:pt x="51141" y="5579"/>
                    <a:pt x="53333" y="7969"/>
                  </a:cubicBezTo>
                  <a:cubicBezTo>
                    <a:pt x="55497" y="10358"/>
                    <a:pt x="57282" y="13182"/>
                    <a:pt x="58687" y="16443"/>
                  </a:cubicBezTo>
                  <a:cubicBezTo>
                    <a:pt x="60093" y="19704"/>
                    <a:pt x="60852" y="23034"/>
                    <a:pt x="60964" y="26435"/>
                  </a:cubicBezTo>
                  <a:lnTo>
                    <a:pt x="73823" y="29723"/>
                  </a:lnTo>
                  <a:cubicBezTo>
                    <a:pt x="75903" y="30145"/>
                    <a:pt x="77055" y="30468"/>
                    <a:pt x="77280" y="30693"/>
                  </a:cubicBezTo>
                  <a:cubicBezTo>
                    <a:pt x="77505" y="30918"/>
                    <a:pt x="77617" y="31199"/>
                    <a:pt x="77617" y="31536"/>
                  </a:cubicBezTo>
                  <a:cubicBezTo>
                    <a:pt x="77617" y="32239"/>
                    <a:pt x="77294" y="32590"/>
                    <a:pt x="76647" y="32590"/>
                  </a:cubicBezTo>
                  <a:cubicBezTo>
                    <a:pt x="76450" y="32590"/>
                    <a:pt x="73921" y="31957"/>
                    <a:pt x="69059" y="30693"/>
                  </a:cubicBezTo>
                  <a:lnTo>
                    <a:pt x="60964" y="28670"/>
                  </a:lnTo>
                  <a:cubicBezTo>
                    <a:pt x="60683" y="33784"/>
                    <a:pt x="59067" y="37832"/>
                    <a:pt x="56115" y="40811"/>
                  </a:cubicBezTo>
                  <a:cubicBezTo>
                    <a:pt x="53164" y="43791"/>
                    <a:pt x="49567" y="45281"/>
                    <a:pt x="45322" y="45281"/>
                  </a:cubicBezTo>
                  <a:cubicBezTo>
                    <a:pt x="42456" y="45281"/>
                    <a:pt x="39603" y="44550"/>
                    <a:pt x="36764" y="43088"/>
                  </a:cubicBezTo>
                  <a:cubicBezTo>
                    <a:pt x="33897" y="41599"/>
                    <a:pt x="31381" y="39659"/>
                    <a:pt x="29217" y="37270"/>
                  </a:cubicBezTo>
                  <a:cubicBezTo>
                    <a:pt x="27053" y="34853"/>
                    <a:pt x="25282" y="32014"/>
                    <a:pt x="23905" y="28753"/>
                  </a:cubicBezTo>
                  <a:cubicBezTo>
                    <a:pt x="22528" y="25493"/>
                    <a:pt x="21783" y="22190"/>
                    <a:pt x="21670" y="18846"/>
                  </a:cubicBezTo>
                  <a:lnTo>
                    <a:pt x="1729" y="13829"/>
                  </a:lnTo>
                  <a:cubicBezTo>
                    <a:pt x="970" y="13660"/>
                    <a:pt x="492" y="13505"/>
                    <a:pt x="295" y="13365"/>
                  </a:cubicBezTo>
                  <a:cubicBezTo>
                    <a:pt x="98" y="13225"/>
                    <a:pt x="0" y="12944"/>
                    <a:pt x="0" y="12522"/>
                  </a:cubicBezTo>
                  <a:cubicBezTo>
                    <a:pt x="0" y="12213"/>
                    <a:pt x="70" y="11974"/>
                    <a:pt x="211" y="11805"/>
                  </a:cubicBezTo>
                  <a:cubicBezTo>
                    <a:pt x="351" y="11637"/>
                    <a:pt x="492" y="11552"/>
                    <a:pt x="632" y="11552"/>
                  </a:cubicBezTo>
                  <a:lnTo>
                    <a:pt x="843" y="11510"/>
                  </a:lnTo>
                  <a:lnTo>
                    <a:pt x="2066" y="11763"/>
                  </a:lnTo>
                  <a:lnTo>
                    <a:pt x="21670" y="16611"/>
                  </a:lnTo>
                  <a:cubicBezTo>
                    <a:pt x="21867" y="13745"/>
                    <a:pt x="22471" y="11201"/>
                    <a:pt x="23483" y="8980"/>
                  </a:cubicBezTo>
                  <a:cubicBezTo>
                    <a:pt x="24495" y="6760"/>
                    <a:pt x="25760" y="5017"/>
                    <a:pt x="27278" y="3752"/>
                  </a:cubicBezTo>
                  <a:cubicBezTo>
                    <a:pt x="28767" y="2488"/>
                    <a:pt x="30355" y="1546"/>
                    <a:pt x="32042" y="928"/>
                  </a:cubicBezTo>
                  <a:cubicBezTo>
                    <a:pt x="33728" y="310"/>
                    <a:pt x="35471" y="0"/>
                    <a:pt x="37270" y="0"/>
                  </a:cubicBezTo>
                  <a:moveTo>
                    <a:pt x="23568" y="19352"/>
                  </a:moveTo>
                  <a:cubicBezTo>
                    <a:pt x="23849" y="22443"/>
                    <a:pt x="24748" y="25296"/>
                    <a:pt x="26266" y="27910"/>
                  </a:cubicBezTo>
                  <a:cubicBezTo>
                    <a:pt x="27784" y="30524"/>
                    <a:pt x="29667" y="32674"/>
                    <a:pt x="31915" y="34361"/>
                  </a:cubicBezTo>
                  <a:cubicBezTo>
                    <a:pt x="34136" y="36047"/>
                    <a:pt x="36581" y="37354"/>
                    <a:pt x="39251" y="38282"/>
                  </a:cubicBezTo>
                  <a:cubicBezTo>
                    <a:pt x="41893" y="39209"/>
                    <a:pt x="44521" y="39673"/>
                    <a:pt x="47135" y="39673"/>
                  </a:cubicBezTo>
                  <a:cubicBezTo>
                    <a:pt x="49187" y="39673"/>
                    <a:pt x="51000" y="39335"/>
                    <a:pt x="52574" y="38661"/>
                  </a:cubicBezTo>
                  <a:cubicBezTo>
                    <a:pt x="54148" y="37958"/>
                    <a:pt x="55385" y="37031"/>
                    <a:pt x="56284" y="35879"/>
                  </a:cubicBezTo>
                  <a:cubicBezTo>
                    <a:pt x="57155" y="34726"/>
                    <a:pt x="57830" y="33517"/>
                    <a:pt x="58308" y="32252"/>
                  </a:cubicBezTo>
                  <a:cubicBezTo>
                    <a:pt x="58758" y="30960"/>
                    <a:pt x="59010" y="29625"/>
                    <a:pt x="59067" y="28247"/>
                  </a:cubicBezTo>
                  <a:lnTo>
                    <a:pt x="23568" y="19352"/>
                  </a:lnTo>
                  <a:moveTo>
                    <a:pt x="35457" y="5649"/>
                  </a:moveTo>
                  <a:cubicBezTo>
                    <a:pt x="31803" y="5649"/>
                    <a:pt x="28950" y="6703"/>
                    <a:pt x="26898" y="8812"/>
                  </a:cubicBezTo>
                  <a:cubicBezTo>
                    <a:pt x="24846" y="10920"/>
                    <a:pt x="23736" y="13688"/>
                    <a:pt x="23568" y="17117"/>
                  </a:cubicBezTo>
                  <a:lnTo>
                    <a:pt x="59067" y="26013"/>
                  </a:lnTo>
                  <a:cubicBezTo>
                    <a:pt x="58870" y="23512"/>
                    <a:pt x="58252" y="21164"/>
                    <a:pt x="57212" y="18972"/>
                  </a:cubicBezTo>
                  <a:cubicBezTo>
                    <a:pt x="56144" y="16752"/>
                    <a:pt x="54823" y="14841"/>
                    <a:pt x="53249" y="13238"/>
                  </a:cubicBezTo>
                  <a:cubicBezTo>
                    <a:pt x="51647" y="11636"/>
                    <a:pt x="49862" y="10259"/>
                    <a:pt x="47894" y="9107"/>
                  </a:cubicBezTo>
                  <a:cubicBezTo>
                    <a:pt x="45899" y="7954"/>
                    <a:pt x="43847" y="7097"/>
                    <a:pt x="41739" y="6535"/>
                  </a:cubicBezTo>
                  <a:cubicBezTo>
                    <a:pt x="39603" y="5945"/>
                    <a:pt x="37509" y="5649"/>
                    <a:pt x="35457" y="5649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CF417853-BAA3-F3FF-5B38-AF10F040F854}"/>
                </a:ext>
              </a:extLst>
            </p:cNvPr>
            <p:cNvSpPr/>
            <p:nvPr/>
          </p:nvSpPr>
          <p:spPr>
            <a:xfrm>
              <a:off x="5085468" y="2571077"/>
              <a:ext cx="86344" cy="20025"/>
            </a:xfrm>
            <a:custGeom>
              <a:avLst/>
              <a:gdLst>
                <a:gd name="connsiteX0" fmla="*/ 43172 w 86344"/>
                <a:gd name="connsiteY0" fmla="*/ 20026 h 20025"/>
                <a:gd name="connsiteX1" fmla="*/ 16822 w 86344"/>
                <a:gd name="connsiteY1" fmla="*/ 14587 h 20025"/>
                <a:gd name="connsiteX2" fmla="*/ 7758 w 86344"/>
                <a:gd name="connsiteY2" fmla="*/ 9022 h 20025"/>
                <a:gd name="connsiteX3" fmla="*/ 1813 w 86344"/>
                <a:gd name="connsiteY3" fmla="*/ 3626 h 20025"/>
                <a:gd name="connsiteX4" fmla="*/ 0 w 86344"/>
                <a:gd name="connsiteY4" fmla="*/ 886 h 20025"/>
                <a:gd name="connsiteX5" fmla="*/ 843 w 86344"/>
                <a:gd name="connsiteY5" fmla="*/ 0 h 20025"/>
                <a:gd name="connsiteX6" fmla="*/ 2319 w 86344"/>
                <a:gd name="connsiteY6" fmla="*/ 1139 h 20025"/>
                <a:gd name="connsiteX7" fmla="*/ 43172 w 86344"/>
                <a:gd name="connsiteY7" fmla="*/ 15009 h 20025"/>
                <a:gd name="connsiteX8" fmla="*/ 83562 w 86344"/>
                <a:gd name="connsiteY8" fmla="*/ 1476 h 20025"/>
                <a:gd name="connsiteX9" fmla="*/ 85502 w 86344"/>
                <a:gd name="connsiteY9" fmla="*/ 0 h 20025"/>
                <a:gd name="connsiteX10" fmla="*/ 86345 w 86344"/>
                <a:gd name="connsiteY10" fmla="*/ 886 h 20025"/>
                <a:gd name="connsiteX11" fmla="*/ 84616 w 86344"/>
                <a:gd name="connsiteY11" fmla="*/ 3541 h 20025"/>
                <a:gd name="connsiteX12" fmla="*/ 78924 w 86344"/>
                <a:gd name="connsiteY12" fmla="*/ 8812 h 20025"/>
                <a:gd name="connsiteX13" fmla="*/ 70113 w 86344"/>
                <a:gd name="connsiteY13" fmla="*/ 14334 h 20025"/>
                <a:gd name="connsiteX14" fmla="*/ 43172 w 86344"/>
                <a:gd name="connsiteY14" fmla="*/ 20026 h 20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6344" h="20025">
                  <a:moveTo>
                    <a:pt x="43172" y="20026"/>
                  </a:moveTo>
                  <a:cubicBezTo>
                    <a:pt x="33447" y="20026"/>
                    <a:pt x="24664" y="18213"/>
                    <a:pt x="16822" y="14587"/>
                  </a:cubicBezTo>
                  <a:cubicBezTo>
                    <a:pt x="13533" y="13042"/>
                    <a:pt x="10512" y="11187"/>
                    <a:pt x="7758" y="9022"/>
                  </a:cubicBezTo>
                  <a:cubicBezTo>
                    <a:pt x="5003" y="6858"/>
                    <a:pt x="3022" y="5060"/>
                    <a:pt x="1813" y="3626"/>
                  </a:cubicBezTo>
                  <a:cubicBezTo>
                    <a:pt x="604" y="2192"/>
                    <a:pt x="0" y="1279"/>
                    <a:pt x="0" y="886"/>
                  </a:cubicBezTo>
                  <a:cubicBezTo>
                    <a:pt x="0" y="323"/>
                    <a:pt x="281" y="28"/>
                    <a:pt x="843" y="0"/>
                  </a:cubicBezTo>
                  <a:cubicBezTo>
                    <a:pt x="1124" y="0"/>
                    <a:pt x="1616" y="380"/>
                    <a:pt x="2319" y="1139"/>
                  </a:cubicBezTo>
                  <a:cubicBezTo>
                    <a:pt x="11763" y="10414"/>
                    <a:pt x="25381" y="15037"/>
                    <a:pt x="43172" y="15009"/>
                  </a:cubicBezTo>
                  <a:cubicBezTo>
                    <a:pt x="61020" y="15009"/>
                    <a:pt x="74483" y="10498"/>
                    <a:pt x="83562" y="1476"/>
                  </a:cubicBezTo>
                  <a:cubicBezTo>
                    <a:pt x="84546" y="492"/>
                    <a:pt x="85192" y="0"/>
                    <a:pt x="85502" y="0"/>
                  </a:cubicBezTo>
                  <a:cubicBezTo>
                    <a:pt x="86064" y="0"/>
                    <a:pt x="86345" y="295"/>
                    <a:pt x="86345" y="886"/>
                  </a:cubicBezTo>
                  <a:cubicBezTo>
                    <a:pt x="86345" y="1279"/>
                    <a:pt x="85769" y="2164"/>
                    <a:pt x="84616" y="3541"/>
                  </a:cubicBezTo>
                  <a:cubicBezTo>
                    <a:pt x="83463" y="4918"/>
                    <a:pt x="81566" y="6675"/>
                    <a:pt x="78924" y="8812"/>
                  </a:cubicBezTo>
                  <a:cubicBezTo>
                    <a:pt x="76282" y="10948"/>
                    <a:pt x="73345" y="12789"/>
                    <a:pt x="70113" y="14334"/>
                  </a:cubicBezTo>
                  <a:cubicBezTo>
                    <a:pt x="62271" y="18129"/>
                    <a:pt x="53291" y="20026"/>
                    <a:pt x="43172" y="20026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1956A2AA-8CBF-01BA-DEFD-9764721755B6}"/>
                </a:ext>
              </a:extLst>
            </p:cNvPr>
            <p:cNvSpPr/>
            <p:nvPr/>
          </p:nvSpPr>
          <p:spPr>
            <a:xfrm>
              <a:off x="5112072" y="2521513"/>
              <a:ext cx="39124" cy="43002"/>
            </a:xfrm>
            <a:custGeom>
              <a:avLst/>
              <a:gdLst>
                <a:gd name="connsiteX0" fmla="*/ 5692 w 39124"/>
                <a:gd name="connsiteY0" fmla="*/ 0 h 43002"/>
                <a:gd name="connsiteX1" fmla="*/ 9402 w 39124"/>
                <a:gd name="connsiteY1" fmla="*/ 1475 h 43002"/>
                <a:gd name="connsiteX2" fmla="*/ 10709 w 39124"/>
                <a:gd name="connsiteY2" fmla="*/ 4637 h 43002"/>
                <a:gd name="connsiteX3" fmla="*/ 9781 w 39124"/>
                <a:gd name="connsiteY3" fmla="*/ 7082 h 43002"/>
                <a:gd name="connsiteX4" fmla="*/ 7673 w 39124"/>
                <a:gd name="connsiteY4" fmla="*/ 7925 h 43002"/>
                <a:gd name="connsiteX5" fmla="*/ 4680 w 39124"/>
                <a:gd name="connsiteY5" fmla="*/ 6745 h 43002"/>
                <a:gd name="connsiteX6" fmla="*/ 2993 w 39124"/>
                <a:gd name="connsiteY6" fmla="*/ 3794 h 43002"/>
                <a:gd name="connsiteX7" fmla="*/ 1897 w 39124"/>
                <a:gd name="connsiteY7" fmla="*/ 8095 h 43002"/>
                <a:gd name="connsiteX8" fmla="*/ 2783 w 39124"/>
                <a:gd name="connsiteY8" fmla="*/ 11256 h 43002"/>
                <a:gd name="connsiteX9" fmla="*/ 4806 w 39124"/>
                <a:gd name="connsiteY9" fmla="*/ 13576 h 43002"/>
                <a:gd name="connsiteX10" fmla="*/ 7589 w 39124"/>
                <a:gd name="connsiteY10" fmla="*/ 15178 h 43002"/>
                <a:gd name="connsiteX11" fmla="*/ 10161 w 39124"/>
                <a:gd name="connsiteY11" fmla="*/ 16189 h 43002"/>
                <a:gd name="connsiteX12" fmla="*/ 12100 w 39124"/>
                <a:gd name="connsiteY12" fmla="*/ 16653 h 43002"/>
                <a:gd name="connsiteX13" fmla="*/ 23905 w 39124"/>
                <a:gd name="connsiteY13" fmla="*/ 19604 h 43002"/>
                <a:gd name="connsiteX14" fmla="*/ 31494 w 39124"/>
                <a:gd name="connsiteY14" fmla="*/ 21038 h 43002"/>
                <a:gd name="connsiteX15" fmla="*/ 35583 w 39124"/>
                <a:gd name="connsiteY15" fmla="*/ 19857 h 43002"/>
                <a:gd name="connsiteX16" fmla="*/ 37185 w 39124"/>
                <a:gd name="connsiteY16" fmla="*/ 16315 h 43002"/>
                <a:gd name="connsiteX17" fmla="*/ 36933 w 39124"/>
                <a:gd name="connsiteY17" fmla="*/ 14334 h 43002"/>
                <a:gd name="connsiteX18" fmla="*/ 35879 w 39124"/>
                <a:gd name="connsiteY18" fmla="*/ 11931 h 43002"/>
                <a:gd name="connsiteX19" fmla="*/ 33897 w 39124"/>
                <a:gd name="connsiteY19" fmla="*/ 9317 h 43002"/>
                <a:gd name="connsiteX20" fmla="*/ 30608 w 39124"/>
                <a:gd name="connsiteY20" fmla="*/ 6829 h 43002"/>
                <a:gd name="connsiteX21" fmla="*/ 25887 w 39124"/>
                <a:gd name="connsiteY21" fmla="*/ 4806 h 43002"/>
                <a:gd name="connsiteX22" fmla="*/ 24959 w 39124"/>
                <a:gd name="connsiteY22" fmla="*/ 3710 h 43002"/>
                <a:gd name="connsiteX23" fmla="*/ 25802 w 39124"/>
                <a:gd name="connsiteY23" fmla="*/ 2656 h 43002"/>
                <a:gd name="connsiteX24" fmla="*/ 28037 w 39124"/>
                <a:gd name="connsiteY24" fmla="*/ 3246 h 43002"/>
                <a:gd name="connsiteX25" fmla="*/ 31452 w 39124"/>
                <a:gd name="connsiteY25" fmla="*/ 5017 h 43002"/>
                <a:gd name="connsiteX26" fmla="*/ 35078 w 39124"/>
                <a:gd name="connsiteY26" fmla="*/ 7757 h 43002"/>
                <a:gd name="connsiteX27" fmla="*/ 37944 w 39124"/>
                <a:gd name="connsiteY27" fmla="*/ 11636 h 43002"/>
                <a:gd name="connsiteX28" fmla="*/ 39125 w 39124"/>
                <a:gd name="connsiteY28" fmla="*/ 16484 h 43002"/>
                <a:gd name="connsiteX29" fmla="*/ 37185 w 39124"/>
                <a:gd name="connsiteY29" fmla="*/ 22513 h 43002"/>
                <a:gd name="connsiteX30" fmla="*/ 32548 w 39124"/>
                <a:gd name="connsiteY30" fmla="*/ 25802 h 43002"/>
                <a:gd name="connsiteX31" fmla="*/ 33433 w 39124"/>
                <a:gd name="connsiteY31" fmla="*/ 26308 h 43002"/>
                <a:gd name="connsiteX32" fmla="*/ 35078 w 39124"/>
                <a:gd name="connsiteY32" fmla="*/ 27488 h 43002"/>
                <a:gd name="connsiteX33" fmla="*/ 37017 w 39124"/>
                <a:gd name="connsiteY33" fmla="*/ 29301 h 43002"/>
                <a:gd name="connsiteX34" fmla="*/ 38450 w 39124"/>
                <a:gd name="connsiteY34" fmla="*/ 31789 h 43002"/>
                <a:gd name="connsiteX35" fmla="*/ 39125 w 39124"/>
                <a:gd name="connsiteY35" fmla="*/ 34866 h 43002"/>
                <a:gd name="connsiteX36" fmla="*/ 38535 w 39124"/>
                <a:gd name="connsiteY36" fmla="*/ 38703 h 43002"/>
                <a:gd name="connsiteX37" fmla="*/ 36595 w 39124"/>
                <a:gd name="connsiteY37" fmla="*/ 41738 h 43002"/>
                <a:gd name="connsiteX38" fmla="*/ 33391 w 39124"/>
                <a:gd name="connsiteY38" fmla="*/ 43003 h 43002"/>
                <a:gd name="connsiteX39" fmla="*/ 29892 w 39124"/>
                <a:gd name="connsiteY39" fmla="*/ 41611 h 43002"/>
                <a:gd name="connsiteX40" fmla="*/ 28416 w 39124"/>
                <a:gd name="connsiteY40" fmla="*/ 38239 h 43002"/>
                <a:gd name="connsiteX41" fmla="*/ 29133 w 39124"/>
                <a:gd name="connsiteY41" fmla="*/ 36047 h 43002"/>
                <a:gd name="connsiteX42" fmla="*/ 31410 w 39124"/>
                <a:gd name="connsiteY42" fmla="*/ 35035 h 43002"/>
                <a:gd name="connsiteX43" fmla="*/ 34445 w 39124"/>
                <a:gd name="connsiteY43" fmla="*/ 36215 h 43002"/>
                <a:gd name="connsiteX44" fmla="*/ 36089 w 39124"/>
                <a:gd name="connsiteY44" fmla="*/ 39082 h 43002"/>
                <a:gd name="connsiteX45" fmla="*/ 37185 w 39124"/>
                <a:gd name="connsiteY45" fmla="*/ 34782 h 43002"/>
                <a:gd name="connsiteX46" fmla="*/ 34740 w 39124"/>
                <a:gd name="connsiteY46" fmla="*/ 29807 h 43002"/>
                <a:gd name="connsiteX47" fmla="*/ 28205 w 39124"/>
                <a:gd name="connsiteY47" fmla="*/ 26561 h 43002"/>
                <a:gd name="connsiteX48" fmla="*/ 13997 w 39124"/>
                <a:gd name="connsiteY48" fmla="*/ 22935 h 43002"/>
                <a:gd name="connsiteX49" fmla="*/ 7673 w 39124"/>
                <a:gd name="connsiteY49" fmla="*/ 21923 h 43002"/>
                <a:gd name="connsiteX50" fmla="*/ 4680 w 39124"/>
                <a:gd name="connsiteY50" fmla="*/ 22387 h 43002"/>
                <a:gd name="connsiteX51" fmla="*/ 2909 w 39124"/>
                <a:gd name="connsiteY51" fmla="*/ 23651 h 43002"/>
                <a:gd name="connsiteX52" fmla="*/ 2108 w 39124"/>
                <a:gd name="connsiteY52" fmla="*/ 25127 h 43002"/>
                <a:gd name="connsiteX53" fmla="*/ 1897 w 39124"/>
                <a:gd name="connsiteY53" fmla="*/ 26561 h 43002"/>
                <a:gd name="connsiteX54" fmla="*/ 2403 w 39124"/>
                <a:gd name="connsiteY54" fmla="*/ 29259 h 43002"/>
                <a:gd name="connsiteX55" fmla="*/ 4090 w 39124"/>
                <a:gd name="connsiteY55" fmla="*/ 32337 h 43002"/>
                <a:gd name="connsiteX56" fmla="*/ 7589 w 39124"/>
                <a:gd name="connsiteY56" fmla="*/ 35541 h 43002"/>
                <a:gd name="connsiteX57" fmla="*/ 13196 w 39124"/>
                <a:gd name="connsiteY57" fmla="*/ 38155 h 43002"/>
                <a:gd name="connsiteX58" fmla="*/ 14166 w 39124"/>
                <a:gd name="connsiteY58" fmla="*/ 39293 h 43002"/>
                <a:gd name="connsiteX59" fmla="*/ 13281 w 39124"/>
                <a:gd name="connsiteY59" fmla="*/ 40305 h 43002"/>
                <a:gd name="connsiteX60" fmla="*/ 11088 w 39124"/>
                <a:gd name="connsiteY60" fmla="*/ 39757 h 43002"/>
                <a:gd name="connsiteX61" fmla="*/ 7673 w 39124"/>
                <a:gd name="connsiteY61" fmla="*/ 37986 h 43002"/>
                <a:gd name="connsiteX62" fmla="*/ 4090 w 39124"/>
                <a:gd name="connsiteY62" fmla="*/ 35203 h 43002"/>
                <a:gd name="connsiteX63" fmla="*/ 1181 w 39124"/>
                <a:gd name="connsiteY63" fmla="*/ 31282 h 43002"/>
                <a:gd name="connsiteX64" fmla="*/ 0 w 39124"/>
                <a:gd name="connsiteY64" fmla="*/ 26392 h 43002"/>
                <a:gd name="connsiteX65" fmla="*/ 253 w 39124"/>
                <a:gd name="connsiteY65" fmla="*/ 24158 h 43002"/>
                <a:gd name="connsiteX66" fmla="*/ 1096 w 39124"/>
                <a:gd name="connsiteY66" fmla="*/ 21670 h 43002"/>
                <a:gd name="connsiteX67" fmla="*/ 3120 w 39124"/>
                <a:gd name="connsiteY67" fmla="*/ 19056 h 43002"/>
                <a:gd name="connsiteX68" fmla="*/ 6535 w 39124"/>
                <a:gd name="connsiteY68" fmla="*/ 17075 h 43002"/>
                <a:gd name="connsiteX69" fmla="*/ 4638 w 39124"/>
                <a:gd name="connsiteY69" fmla="*/ 15894 h 43002"/>
                <a:gd name="connsiteX70" fmla="*/ 2572 w 39124"/>
                <a:gd name="connsiteY70" fmla="*/ 14081 h 43002"/>
                <a:gd name="connsiteX71" fmla="*/ 717 w 39124"/>
                <a:gd name="connsiteY71" fmla="*/ 11383 h 43002"/>
                <a:gd name="connsiteX72" fmla="*/ 0 w 39124"/>
                <a:gd name="connsiteY72" fmla="*/ 8010 h 43002"/>
                <a:gd name="connsiteX73" fmla="*/ 464 w 39124"/>
                <a:gd name="connsiteY73" fmla="*/ 4595 h 43002"/>
                <a:gd name="connsiteX74" fmla="*/ 2277 w 39124"/>
                <a:gd name="connsiteY74" fmla="*/ 1475 h 43002"/>
                <a:gd name="connsiteX75" fmla="*/ 5692 w 39124"/>
                <a:gd name="connsiteY75" fmla="*/ 0 h 43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39124" h="43002">
                  <a:moveTo>
                    <a:pt x="5692" y="0"/>
                  </a:moveTo>
                  <a:cubicBezTo>
                    <a:pt x="7266" y="0"/>
                    <a:pt x="8502" y="491"/>
                    <a:pt x="9402" y="1475"/>
                  </a:cubicBezTo>
                  <a:cubicBezTo>
                    <a:pt x="10273" y="2459"/>
                    <a:pt x="10709" y="3513"/>
                    <a:pt x="10709" y="4637"/>
                  </a:cubicBezTo>
                  <a:cubicBezTo>
                    <a:pt x="10709" y="5705"/>
                    <a:pt x="10400" y="6520"/>
                    <a:pt x="9781" y="7082"/>
                  </a:cubicBezTo>
                  <a:cubicBezTo>
                    <a:pt x="9163" y="7645"/>
                    <a:pt x="8460" y="7925"/>
                    <a:pt x="7673" y="7925"/>
                  </a:cubicBezTo>
                  <a:cubicBezTo>
                    <a:pt x="6605" y="7925"/>
                    <a:pt x="5607" y="7532"/>
                    <a:pt x="4680" y="6745"/>
                  </a:cubicBezTo>
                  <a:cubicBezTo>
                    <a:pt x="3752" y="5958"/>
                    <a:pt x="3190" y="4974"/>
                    <a:pt x="2993" y="3794"/>
                  </a:cubicBezTo>
                  <a:cubicBezTo>
                    <a:pt x="2263" y="4946"/>
                    <a:pt x="1897" y="6380"/>
                    <a:pt x="1897" y="8095"/>
                  </a:cubicBezTo>
                  <a:cubicBezTo>
                    <a:pt x="1897" y="9219"/>
                    <a:pt x="2192" y="10273"/>
                    <a:pt x="2783" y="11256"/>
                  </a:cubicBezTo>
                  <a:cubicBezTo>
                    <a:pt x="3373" y="12212"/>
                    <a:pt x="4047" y="12985"/>
                    <a:pt x="4806" y="13576"/>
                  </a:cubicBezTo>
                  <a:cubicBezTo>
                    <a:pt x="5565" y="14137"/>
                    <a:pt x="6493" y="14671"/>
                    <a:pt x="7589" y="15178"/>
                  </a:cubicBezTo>
                  <a:cubicBezTo>
                    <a:pt x="8657" y="15655"/>
                    <a:pt x="9514" y="15992"/>
                    <a:pt x="10161" y="16189"/>
                  </a:cubicBezTo>
                  <a:cubicBezTo>
                    <a:pt x="10779" y="16357"/>
                    <a:pt x="11426" y="16512"/>
                    <a:pt x="12100" y="16653"/>
                  </a:cubicBezTo>
                  <a:lnTo>
                    <a:pt x="23905" y="19604"/>
                  </a:lnTo>
                  <a:cubicBezTo>
                    <a:pt x="27643" y="20560"/>
                    <a:pt x="30173" y="21038"/>
                    <a:pt x="31494" y="21038"/>
                  </a:cubicBezTo>
                  <a:cubicBezTo>
                    <a:pt x="33124" y="21038"/>
                    <a:pt x="34487" y="20644"/>
                    <a:pt x="35583" y="19857"/>
                  </a:cubicBezTo>
                  <a:cubicBezTo>
                    <a:pt x="36651" y="19070"/>
                    <a:pt x="37185" y="17889"/>
                    <a:pt x="37185" y="16315"/>
                  </a:cubicBezTo>
                  <a:cubicBezTo>
                    <a:pt x="37185" y="15697"/>
                    <a:pt x="37101" y="15037"/>
                    <a:pt x="36933" y="14334"/>
                  </a:cubicBezTo>
                  <a:cubicBezTo>
                    <a:pt x="36736" y="13631"/>
                    <a:pt x="36384" y="12830"/>
                    <a:pt x="35879" y="11931"/>
                  </a:cubicBezTo>
                  <a:cubicBezTo>
                    <a:pt x="35345" y="11003"/>
                    <a:pt x="34684" y="10132"/>
                    <a:pt x="33897" y="9317"/>
                  </a:cubicBezTo>
                  <a:cubicBezTo>
                    <a:pt x="33082" y="8473"/>
                    <a:pt x="31986" y="7645"/>
                    <a:pt x="30608" y="6829"/>
                  </a:cubicBezTo>
                  <a:cubicBezTo>
                    <a:pt x="29231" y="6015"/>
                    <a:pt x="27657" y="5340"/>
                    <a:pt x="25887" y="4806"/>
                  </a:cubicBezTo>
                  <a:cubicBezTo>
                    <a:pt x="25268" y="4638"/>
                    <a:pt x="24959" y="4272"/>
                    <a:pt x="24959" y="3710"/>
                  </a:cubicBezTo>
                  <a:cubicBezTo>
                    <a:pt x="24959" y="3007"/>
                    <a:pt x="25240" y="2656"/>
                    <a:pt x="25802" y="2656"/>
                  </a:cubicBezTo>
                  <a:cubicBezTo>
                    <a:pt x="26280" y="2656"/>
                    <a:pt x="27025" y="2853"/>
                    <a:pt x="28037" y="3246"/>
                  </a:cubicBezTo>
                  <a:cubicBezTo>
                    <a:pt x="29021" y="3612"/>
                    <a:pt x="30159" y="4202"/>
                    <a:pt x="31452" y="5017"/>
                  </a:cubicBezTo>
                  <a:cubicBezTo>
                    <a:pt x="32717" y="5804"/>
                    <a:pt x="33925" y="6718"/>
                    <a:pt x="35078" y="7757"/>
                  </a:cubicBezTo>
                  <a:cubicBezTo>
                    <a:pt x="36202" y="8797"/>
                    <a:pt x="37157" y="10090"/>
                    <a:pt x="37944" y="11636"/>
                  </a:cubicBezTo>
                  <a:cubicBezTo>
                    <a:pt x="38731" y="13181"/>
                    <a:pt x="39125" y="14798"/>
                    <a:pt x="39125" y="16484"/>
                  </a:cubicBezTo>
                  <a:cubicBezTo>
                    <a:pt x="39125" y="18902"/>
                    <a:pt x="38478" y="20911"/>
                    <a:pt x="37185" y="22513"/>
                  </a:cubicBezTo>
                  <a:cubicBezTo>
                    <a:pt x="35893" y="24115"/>
                    <a:pt x="34347" y="25212"/>
                    <a:pt x="32548" y="25802"/>
                  </a:cubicBezTo>
                  <a:cubicBezTo>
                    <a:pt x="32801" y="25942"/>
                    <a:pt x="33096" y="26111"/>
                    <a:pt x="33433" y="26308"/>
                  </a:cubicBezTo>
                  <a:cubicBezTo>
                    <a:pt x="33771" y="26505"/>
                    <a:pt x="34319" y="26898"/>
                    <a:pt x="35078" y="27488"/>
                  </a:cubicBezTo>
                  <a:cubicBezTo>
                    <a:pt x="35808" y="28050"/>
                    <a:pt x="36455" y="28654"/>
                    <a:pt x="37017" y="29301"/>
                  </a:cubicBezTo>
                  <a:cubicBezTo>
                    <a:pt x="37551" y="29947"/>
                    <a:pt x="38029" y="30776"/>
                    <a:pt x="38450" y="31789"/>
                  </a:cubicBezTo>
                  <a:cubicBezTo>
                    <a:pt x="38900" y="32773"/>
                    <a:pt x="39125" y="33798"/>
                    <a:pt x="39125" y="34866"/>
                  </a:cubicBezTo>
                  <a:cubicBezTo>
                    <a:pt x="39125" y="36215"/>
                    <a:pt x="38928" y="37494"/>
                    <a:pt x="38535" y="38703"/>
                  </a:cubicBezTo>
                  <a:cubicBezTo>
                    <a:pt x="38141" y="39884"/>
                    <a:pt x="37495" y="40895"/>
                    <a:pt x="36595" y="41738"/>
                  </a:cubicBezTo>
                  <a:cubicBezTo>
                    <a:pt x="35696" y="42582"/>
                    <a:pt x="34628" y="43003"/>
                    <a:pt x="33391" y="43003"/>
                  </a:cubicBezTo>
                  <a:cubicBezTo>
                    <a:pt x="32014" y="43003"/>
                    <a:pt x="30847" y="42539"/>
                    <a:pt x="29892" y="41611"/>
                  </a:cubicBezTo>
                  <a:cubicBezTo>
                    <a:pt x="28908" y="40657"/>
                    <a:pt x="28416" y="39532"/>
                    <a:pt x="28416" y="38239"/>
                  </a:cubicBezTo>
                  <a:cubicBezTo>
                    <a:pt x="28416" y="37424"/>
                    <a:pt x="28655" y="36693"/>
                    <a:pt x="29133" y="36047"/>
                  </a:cubicBezTo>
                  <a:cubicBezTo>
                    <a:pt x="29611" y="35373"/>
                    <a:pt x="30370" y="35035"/>
                    <a:pt x="31410" y="35035"/>
                  </a:cubicBezTo>
                  <a:cubicBezTo>
                    <a:pt x="32562" y="35035"/>
                    <a:pt x="33574" y="35428"/>
                    <a:pt x="34445" y="36215"/>
                  </a:cubicBezTo>
                  <a:cubicBezTo>
                    <a:pt x="35316" y="37003"/>
                    <a:pt x="35864" y="37958"/>
                    <a:pt x="36089" y="39082"/>
                  </a:cubicBezTo>
                  <a:cubicBezTo>
                    <a:pt x="36820" y="37930"/>
                    <a:pt x="37185" y="36497"/>
                    <a:pt x="37185" y="34782"/>
                  </a:cubicBezTo>
                  <a:cubicBezTo>
                    <a:pt x="37185" y="32927"/>
                    <a:pt x="36370" y="31269"/>
                    <a:pt x="34740" y="29807"/>
                  </a:cubicBezTo>
                  <a:cubicBezTo>
                    <a:pt x="33110" y="28345"/>
                    <a:pt x="30932" y="27264"/>
                    <a:pt x="28205" y="26561"/>
                  </a:cubicBezTo>
                  <a:cubicBezTo>
                    <a:pt x="21656" y="24817"/>
                    <a:pt x="16920" y="23609"/>
                    <a:pt x="13997" y="22935"/>
                  </a:cubicBezTo>
                  <a:cubicBezTo>
                    <a:pt x="11046" y="22261"/>
                    <a:pt x="8938" y="21923"/>
                    <a:pt x="7673" y="21923"/>
                  </a:cubicBezTo>
                  <a:cubicBezTo>
                    <a:pt x="6493" y="21923"/>
                    <a:pt x="5495" y="22078"/>
                    <a:pt x="4680" y="22387"/>
                  </a:cubicBezTo>
                  <a:cubicBezTo>
                    <a:pt x="3865" y="22695"/>
                    <a:pt x="3274" y="23117"/>
                    <a:pt x="2909" y="23651"/>
                  </a:cubicBezTo>
                  <a:cubicBezTo>
                    <a:pt x="2516" y="24158"/>
                    <a:pt x="2249" y="24649"/>
                    <a:pt x="2108" y="25127"/>
                  </a:cubicBezTo>
                  <a:cubicBezTo>
                    <a:pt x="1968" y="25577"/>
                    <a:pt x="1897" y="26055"/>
                    <a:pt x="1897" y="26561"/>
                  </a:cubicBezTo>
                  <a:cubicBezTo>
                    <a:pt x="1897" y="27404"/>
                    <a:pt x="2066" y="28303"/>
                    <a:pt x="2403" y="29259"/>
                  </a:cubicBezTo>
                  <a:cubicBezTo>
                    <a:pt x="2740" y="30187"/>
                    <a:pt x="3303" y="31213"/>
                    <a:pt x="4090" y="32337"/>
                  </a:cubicBezTo>
                  <a:cubicBezTo>
                    <a:pt x="4848" y="33432"/>
                    <a:pt x="6015" y="34501"/>
                    <a:pt x="7589" y="35541"/>
                  </a:cubicBezTo>
                  <a:cubicBezTo>
                    <a:pt x="9163" y="36580"/>
                    <a:pt x="11032" y="37452"/>
                    <a:pt x="13196" y="38155"/>
                  </a:cubicBezTo>
                  <a:cubicBezTo>
                    <a:pt x="13843" y="38295"/>
                    <a:pt x="14166" y="38675"/>
                    <a:pt x="14166" y="39293"/>
                  </a:cubicBezTo>
                  <a:cubicBezTo>
                    <a:pt x="14138" y="39967"/>
                    <a:pt x="13843" y="40305"/>
                    <a:pt x="13281" y="40305"/>
                  </a:cubicBezTo>
                  <a:cubicBezTo>
                    <a:pt x="12803" y="40305"/>
                    <a:pt x="12072" y="40122"/>
                    <a:pt x="11088" y="39757"/>
                  </a:cubicBezTo>
                  <a:cubicBezTo>
                    <a:pt x="10076" y="39363"/>
                    <a:pt x="8938" y="38773"/>
                    <a:pt x="7673" y="37986"/>
                  </a:cubicBezTo>
                  <a:cubicBezTo>
                    <a:pt x="6408" y="37171"/>
                    <a:pt x="5214" y="36243"/>
                    <a:pt x="4090" y="35203"/>
                  </a:cubicBezTo>
                  <a:cubicBezTo>
                    <a:pt x="2937" y="34135"/>
                    <a:pt x="1968" y="32828"/>
                    <a:pt x="1181" y="31282"/>
                  </a:cubicBezTo>
                  <a:cubicBezTo>
                    <a:pt x="393" y="29708"/>
                    <a:pt x="0" y="28078"/>
                    <a:pt x="0" y="26392"/>
                  </a:cubicBezTo>
                  <a:cubicBezTo>
                    <a:pt x="0" y="25633"/>
                    <a:pt x="84" y="24889"/>
                    <a:pt x="253" y="24158"/>
                  </a:cubicBezTo>
                  <a:cubicBezTo>
                    <a:pt x="393" y="23399"/>
                    <a:pt x="675" y="22569"/>
                    <a:pt x="1096" y="21670"/>
                  </a:cubicBezTo>
                  <a:cubicBezTo>
                    <a:pt x="1518" y="20742"/>
                    <a:pt x="2192" y="19871"/>
                    <a:pt x="3120" y="19056"/>
                  </a:cubicBezTo>
                  <a:cubicBezTo>
                    <a:pt x="4047" y="18241"/>
                    <a:pt x="5186" y="17581"/>
                    <a:pt x="6535" y="17075"/>
                  </a:cubicBezTo>
                  <a:cubicBezTo>
                    <a:pt x="5888" y="16737"/>
                    <a:pt x="5256" y="16344"/>
                    <a:pt x="4638" y="15894"/>
                  </a:cubicBezTo>
                  <a:cubicBezTo>
                    <a:pt x="4019" y="15416"/>
                    <a:pt x="3331" y="14812"/>
                    <a:pt x="2572" y="14081"/>
                  </a:cubicBezTo>
                  <a:cubicBezTo>
                    <a:pt x="1785" y="13323"/>
                    <a:pt x="1166" y="12423"/>
                    <a:pt x="717" y="11383"/>
                  </a:cubicBezTo>
                  <a:cubicBezTo>
                    <a:pt x="239" y="10315"/>
                    <a:pt x="0" y="9191"/>
                    <a:pt x="0" y="8010"/>
                  </a:cubicBezTo>
                  <a:cubicBezTo>
                    <a:pt x="0" y="6857"/>
                    <a:pt x="155" y="5719"/>
                    <a:pt x="464" y="4595"/>
                  </a:cubicBezTo>
                  <a:cubicBezTo>
                    <a:pt x="745" y="3471"/>
                    <a:pt x="1349" y="2431"/>
                    <a:pt x="2277" y="1475"/>
                  </a:cubicBezTo>
                  <a:cubicBezTo>
                    <a:pt x="3176" y="491"/>
                    <a:pt x="4314" y="0"/>
                    <a:pt x="5692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A3890C6F-8D2F-D7FB-FD2B-96527AC57548}"/>
                </a:ext>
              </a:extLst>
            </p:cNvPr>
            <p:cNvSpPr/>
            <p:nvPr/>
          </p:nvSpPr>
          <p:spPr>
            <a:xfrm>
              <a:off x="5085468" y="2493176"/>
              <a:ext cx="86344" cy="20026"/>
            </a:xfrm>
            <a:custGeom>
              <a:avLst/>
              <a:gdLst>
                <a:gd name="connsiteX0" fmla="*/ 85502 w 86344"/>
                <a:gd name="connsiteY0" fmla="*/ 20027 h 20026"/>
                <a:gd name="connsiteX1" fmla="*/ 84026 w 86344"/>
                <a:gd name="connsiteY1" fmla="*/ 18931 h 20026"/>
                <a:gd name="connsiteX2" fmla="*/ 43172 w 86344"/>
                <a:gd name="connsiteY2" fmla="*/ 5018 h 20026"/>
                <a:gd name="connsiteX3" fmla="*/ 2867 w 86344"/>
                <a:gd name="connsiteY3" fmla="*/ 18382 h 20026"/>
                <a:gd name="connsiteX4" fmla="*/ 843 w 86344"/>
                <a:gd name="connsiteY4" fmla="*/ 20027 h 20026"/>
                <a:gd name="connsiteX5" fmla="*/ 0 w 86344"/>
                <a:gd name="connsiteY5" fmla="*/ 19184 h 20026"/>
                <a:gd name="connsiteX6" fmla="*/ 1729 w 86344"/>
                <a:gd name="connsiteY6" fmla="*/ 16527 h 20026"/>
                <a:gd name="connsiteX7" fmla="*/ 7420 w 86344"/>
                <a:gd name="connsiteY7" fmla="*/ 11257 h 20026"/>
                <a:gd name="connsiteX8" fmla="*/ 16232 w 86344"/>
                <a:gd name="connsiteY8" fmla="*/ 5692 h 20026"/>
                <a:gd name="connsiteX9" fmla="*/ 43172 w 86344"/>
                <a:gd name="connsiteY9" fmla="*/ 0 h 20026"/>
                <a:gd name="connsiteX10" fmla="*/ 69522 w 86344"/>
                <a:gd name="connsiteY10" fmla="*/ 5439 h 20026"/>
                <a:gd name="connsiteX11" fmla="*/ 78587 w 86344"/>
                <a:gd name="connsiteY11" fmla="*/ 11004 h 20026"/>
                <a:gd name="connsiteX12" fmla="*/ 84531 w 86344"/>
                <a:gd name="connsiteY12" fmla="*/ 16401 h 20026"/>
                <a:gd name="connsiteX13" fmla="*/ 86345 w 86344"/>
                <a:gd name="connsiteY13" fmla="*/ 19184 h 20026"/>
                <a:gd name="connsiteX14" fmla="*/ 85502 w 86344"/>
                <a:gd name="connsiteY14" fmla="*/ 20027 h 20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6344" h="20026">
                  <a:moveTo>
                    <a:pt x="85502" y="20027"/>
                  </a:moveTo>
                  <a:cubicBezTo>
                    <a:pt x="85220" y="20027"/>
                    <a:pt x="84729" y="19661"/>
                    <a:pt x="84026" y="18931"/>
                  </a:cubicBezTo>
                  <a:cubicBezTo>
                    <a:pt x="74582" y="9655"/>
                    <a:pt x="60964" y="5018"/>
                    <a:pt x="43172" y="5018"/>
                  </a:cubicBezTo>
                  <a:cubicBezTo>
                    <a:pt x="25324" y="5018"/>
                    <a:pt x="11889" y="9473"/>
                    <a:pt x="2867" y="18382"/>
                  </a:cubicBezTo>
                  <a:cubicBezTo>
                    <a:pt x="1827" y="19479"/>
                    <a:pt x="1152" y="20027"/>
                    <a:pt x="843" y="20027"/>
                  </a:cubicBezTo>
                  <a:cubicBezTo>
                    <a:pt x="281" y="20027"/>
                    <a:pt x="0" y="19746"/>
                    <a:pt x="0" y="19184"/>
                  </a:cubicBezTo>
                  <a:cubicBezTo>
                    <a:pt x="0" y="18790"/>
                    <a:pt x="576" y="17905"/>
                    <a:pt x="1729" y="16527"/>
                  </a:cubicBezTo>
                  <a:cubicBezTo>
                    <a:pt x="2881" y="15122"/>
                    <a:pt x="4778" y="13365"/>
                    <a:pt x="7420" y="11257"/>
                  </a:cubicBezTo>
                  <a:cubicBezTo>
                    <a:pt x="10062" y="9122"/>
                    <a:pt x="12999" y="7266"/>
                    <a:pt x="16232" y="5692"/>
                  </a:cubicBezTo>
                  <a:cubicBezTo>
                    <a:pt x="24074" y="1897"/>
                    <a:pt x="33054" y="0"/>
                    <a:pt x="43172" y="0"/>
                  </a:cubicBezTo>
                  <a:cubicBezTo>
                    <a:pt x="52897" y="0"/>
                    <a:pt x="61681" y="1813"/>
                    <a:pt x="69522" y="5439"/>
                  </a:cubicBezTo>
                  <a:cubicBezTo>
                    <a:pt x="72811" y="6985"/>
                    <a:pt x="75833" y="8840"/>
                    <a:pt x="78587" y="11004"/>
                  </a:cubicBezTo>
                  <a:cubicBezTo>
                    <a:pt x="81342" y="13169"/>
                    <a:pt x="83323" y="14967"/>
                    <a:pt x="84531" y="16401"/>
                  </a:cubicBezTo>
                  <a:cubicBezTo>
                    <a:pt x="85740" y="17834"/>
                    <a:pt x="86345" y="18761"/>
                    <a:pt x="86345" y="19184"/>
                  </a:cubicBezTo>
                  <a:cubicBezTo>
                    <a:pt x="86345" y="19746"/>
                    <a:pt x="86064" y="20027"/>
                    <a:pt x="85502" y="20027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42" name="Freeform 241">
            <a:extLst>
              <a:ext uri="{FF2B5EF4-FFF2-40B4-BE49-F238E27FC236}">
                <a16:creationId xmlns:a16="http://schemas.microsoft.com/office/drawing/2014/main" id="{19C202D4-CEEC-9B17-E5A0-4AE5F783D71E}"/>
              </a:ext>
            </a:extLst>
          </p:cNvPr>
          <p:cNvSpPr/>
          <p:nvPr/>
        </p:nvSpPr>
        <p:spPr>
          <a:xfrm>
            <a:off x="5438465" y="2000034"/>
            <a:ext cx="1704185" cy="563950"/>
          </a:xfrm>
          <a:custGeom>
            <a:avLst/>
            <a:gdLst>
              <a:gd name="connsiteX0" fmla="*/ 0 w 1704185"/>
              <a:gd name="connsiteY0" fmla="*/ 563950 h 563950"/>
              <a:gd name="connsiteX1" fmla="*/ 17213 w 1704185"/>
              <a:gd name="connsiteY1" fmla="*/ 526030 h 563950"/>
              <a:gd name="connsiteX2" fmla="*/ 34428 w 1704185"/>
              <a:gd name="connsiteY2" fmla="*/ 488453 h 563950"/>
              <a:gd name="connsiteX3" fmla="*/ 51642 w 1704185"/>
              <a:gd name="connsiteY3" fmla="*/ 451545 h 563950"/>
              <a:gd name="connsiteX4" fmla="*/ 68855 w 1704185"/>
              <a:gd name="connsiteY4" fmla="*/ 415614 h 563950"/>
              <a:gd name="connsiteX5" fmla="*/ 86070 w 1704185"/>
              <a:gd name="connsiteY5" fmla="*/ 380931 h 563950"/>
              <a:gd name="connsiteX6" fmla="*/ 103284 w 1704185"/>
              <a:gd name="connsiteY6" fmla="*/ 347731 h 563950"/>
              <a:gd name="connsiteX7" fmla="*/ 120497 w 1704185"/>
              <a:gd name="connsiteY7" fmla="*/ 316198 h 563950"/>
              <a:gd name="connsiteX8" fmla="*/ 137712 w 1704185"/>
              <a:gd name="connsiteY8" fmla="*/ 286475 h 563950"/>
              <a:gd name="connsiteX9" fmla="*/ 154926 w 1704185"/>
              <a:gd name="connsiteY9" fmla="*/ 258656 h 563950"/>
              <a:gd name="connsiteX10" fmla="*/ 172139 w 1704185"/>
              <a:gd name="connsiteY10" fmla="*/ 232791 h 563950"/>
              <a:gd name="connsiteX11" fmla="*/ 189354 w 1704185"/>
              <a:gd name="connsiteY11" fmla="*/ 208890 h 563950"/>
              <a:gd name="connsiteX12" fmla="*/ 206568 w 1704185"/>
              <a:gd name="connsiteY12" fmla="*/ 186931 h 563950"/>
              <a:gd name="connsiteX13" fmla="*/ 223781 w 1704185"/>
              <a:gd name="connsiteY13" fmla="*/ 166861 h 563950"/>
              <a:gd name="connsiteX14" fmla="*/ 240996 w 1704185"/>
              <a:gd name="connsiteY14" fmla="*/ 148606 h 563950"/>
              <a:gd name="connsiteX15" fmla="*/ 258210 w 1704185"/>
              <a:gd name="connsiteY15" fmla="*/ 132073 h 563950"/>
              <a:gd name="connsiteX16" fmla="*/ 275423 w 1704185"/>
              <a:gd name="connsiteY16" fmla="*/ 117160 h 563950"/>
              <a:gd name="connsiteX17" fmla="*/ 292638 w 1704185"/>
              <a:gd name="connsiteY17" fmla="*/ 103755 h 563950"/>
              <a:gd name="connsiteX18" fmla="*/ 309852 w 1704185"/>
              <a:gd name="connsiteY18" fmla="*/ 91745 h 563950"/>
              <a:gd name="connsiteX19" fmla="*/ 327065 w 1704185"/>
              <a:gd name="connsiteY19" fmla="*/ 81015 h 563950"/>
              <a:gd name="connsiteX20" fmla="*/ 344280 w 1704185"/>
              <a:gd name="connsiteY20" fmla="*/ 71453 h 563950"/>
              <a:gd name="connsiteX21" fmla="*/ 361494 w 1704185"/>
              <a:gd name="connsiteY21" fmla="*/ 62952 h 563950"/>
              <a:gd name="connsiteX22" fmla="*/ 378707 w 1704185"/>
              <a:gd name="connsiteY22" fmla="*/ 55410 h 563950"/>
              <a:gd name="connsiteX23" fmla="*/ 395922 w 1704185"/>
              <a:gd name="connsiteY23" fmla="*/ 48729 h 563950"/>
              <a:gd name="connsiteX24" fmla="*/ 413136 w 1704185"/>
              <a:gd name="connsiteY24" fmla="*/ 42821 h 563950"/>
              <a:gd name="connsiteX25" fmla="*/ 430349 w 1704185"/>
              <a:gd name="connsiteY25" fmla="*/ 37606 h 563950"/>
              <a:gd name="connsiteX26" fmla="*/ 447564 w 1704185"/>
              <a:gd name="connsiteY26" fmla="*/ 33006 h 563950"/>
              <a:gd name="connsiteX27" fmla="*/ 464778 w 1704185"/>
              <a:gd name="connsiteY27" fmla="*/ 28953 h 563950"/>
              <a:gd name="connsiteX28" fmla="*/ 481991 w 1704185"/>
              <a:gd name="connsiteY28" fmla="*/ 25386 h 563950"/>
              <a:gd name="connsiteX29" fmla="*/ 499206 w 1704185"/>
              <a:gd name="connsiteY29" fmla="*/ 22251 h 563950"/>
              <a:gd name="connsiteX30" fmla="*/ 516420 w 1704185"/>
              <a:gd name="connsiteY30" fmla="*/ 19495 h 563950"/>
              <a:gd name="connsiteX31" fmla="*/ 533633 w 1704185"/>
              <a:gd name="connsiteY31" fmla="*/ 17076 h 563950"/>
              <a:gd name="connsiteX32" fmla="*/ 550845 w 1704185"/>
              <a:gd name="connsiteY32" fmla="*/ 14953 h 563950"/>
              <a:gd name="connsiteX33" fmla="*/ 568062 w 1704185"/>
              <a:gd name="connsiteY33" fmla="*/ 13090 h 563950"/>
              <a:gd name="connsiteX34" fmla="*/ 585279 w 1704185"/>
              <a:gd name="connsiteY34" fmla="*/ 11457 h 563950"/>
              <a:gd name="connsiteX35" fmla="*/ 602487 w 1704185"/>
              <a:gd name="connsiteY35" fmla="*/ 10026 h 563950"/>
              <a:gd name="connsiteX36" fmla="*/ 619704 w 1704185"/>
              <a:gd name="connsiteY36" fmla="*/ 8772 h 563950"/>
              <a:gd name="connsiteX37" fmla="*/ 636921 w 1704185"/>
              <a:gd name="connsiteY37" fmla="*/ 7674 h 563950"/>
              <a:gd name="connsiteX38" fmla="*/ 654129 w 1704185"/>
              <a:gd name="connsiteY38" fmla="*/ 6713 h 563950"/>
              <a:gd name="connsiteX39" fmla="*/ 671346 w 1704185"/>
              <a:gd name="connsiteY39" fmla="*/ 5871 h 563950"/>
              <a:gd name="connsiteX40" fmla="*/ 688563 w 1704185"/>
              <a:gd name="connsiteY40" fmla="*/ 5135 h 563950"/>
              <a:gd name="connsiteX41" fmla="*/ 705771 w 1704185"/>
              <a:gd name="connsiteY41" fmla="*/ 4490 h 563950"/>
              <a:gd name="connsiteX42" fmla="*/ 722988 w 1704185"/>
              <a:gd name="connsiteY42" fmla="*/ 3926 h 563950"/>
              <a:gd name="connsiteX43" fmla="*/ 740205 w 1704185"/>
              <a:gd name="connsiteY43" fmla="*/ 3433 h 563950"/>
              <a:gd name="connsiteX44" fmla="*/ 757413 w 1704185"/>
              <a:gd name="connsiteY44" fmla="*/ 3001 h 563950"/>
              <a:gd name="connsiteX45" fmla="*/ 774630 w 1704185"/>
              <a:gd name="connsiteY45" fmla="*/ 2623 h 563950"/>
              <a:gd name="connsiteX46" fmla="*/ 791847 w 1704185"/>
              <a:gd name="connsiteY46" fmla="*/ 2293 h 563950"/>
              <a:gd name="connsiteX47" fmla="*/ 809055 w 1704185"/>
              <a:gd name="connsiteY47" fmla="*/ 2005 h 563950"/>
              <a:gd name="connsiteX48" fmla="*/ 826272 w 1704185"/>
              <a:gd name="connsiteY48" fmla="*/ 1752 h 563950"/>
              <a:gd name="connsiteX49" fmla="*/ 843489 w 1704185"/>
              <a:gd name="connsiteY49" fmla="*/ 1531 h 563950"/>
              <a:gd name="connsiteX50" fmla="*/ 860697 w 1704185"/>
              <a:gd name="connsiteY50" fmla="*/ 1338 h 563950"/>
              <a:gd name="connsiteX51" fmla="*/ 877914 w 1704185"/>
              <a:gd name="connsiteY51" fmla="*/ 1170 h 563950"/>
              <a:gd name="connsiteX52" fmla="*/ 895131 w 1704185"/>
              <a:gd name="connsiteY52" fmla="*/ 1022 h 563950"/>
              <a:gd name="connsiteX53" fmla="*/ 912339 w 1704185"/>
              <a:gd name="connsiteY53" fmla="*/ 893 h 563950"/>
              <a:gd name="connsiteX54" fmla="*/ 929556 w 1704185"/>
              <a:gd name="connsiteY54" fmla="*/ 781 h 563950"/>
              <a:gd name="connsiteX55" fmla="*/ 946773 w 1704185"/>
              <a:gd name="connsiteY55" fmla="*/ 682 h 563950"/>
              <a:gd name="connsiteX56" fmla="*/ 963981 w 1704185"/>
              <a:gd name="connsiteY56" fmla="*/ 596 h 563950"/>
              <a:gd name="connsiteX57" fmla="*/ 981198 w 1704185"/>
              <a:gd name="connsiteY57" fmla="*/ 521 h 563950"/>
              <a:gd name="connsiteX58" fmla="*/ 998415 w 1704185"/>
              <a:gd name="connsiteY58" fmla="*/ 455 h 563950"/>
              <a:gd name="connsiteX59" fmla="*/ 1015623 w 1704185"/>
              <a:gd name="connsiteY59" fmla="*/ 397 h 563950"/>
              <a:gd name="connsiteX60" fmla="*/ 1032840 w 1704185"/>
              <a:gd name="connsiteY60" fmla="*/ 347 h 563950"/>
              <a:gd name="connsiteX61" fmla="*/ 1050057 w 1704185"/>
              <a:gd name="connsiteY61" fmla="*/ 303 h 563950"/>
              <a:gd name="connsiteX62" fmla="*/ 1067265 w 1704185"/>
              <a:gd name="connsiteY62" fmla="*/ 265 h 563950"/>
              <a:gd name="connsiteX63" fmla="*/ 1084482 w 1704185"/>
              <a:gd name="connsiteY63" fmla="*/ 231 h 563950"/>
              <a:gd name="connsiteX64" fmla="*/ 1101699 w 1704185"/>
              <a:gd name="connsiteY64" fmla="*/ 202 h 563950"/>
              <a:gd name="connsiteX65" fmla="*/ 1118907 w 1704185"/>
              <a:gd name="connsiteY65" fmla="*/ 176 h 563950"/>
              <a:gd name="connsiteX66" fmla="*/ 1136124 w 1704185"/>
              <a:gd name="connsiteY66" fmla="*/ 154 h 563950"/>
              <a:gd name="connsiteX67" fmla="*/ 1153341 w 1704185"/>
              <a:gd name="connsiteY67" fmla="*/ 134 h 563950"/>
              <a:gd name="connsiteX68" fmla="*/ 1170549 w 1704185"/>
              <a:gd name="connsiteY68" fmla="*/ 117 h 563950"/>
              <a:gd name="connsiteX69" fmla="*/ 1187766 w 1704185"/>
              <a:gd name="connsiteY69" fmla="*/ 102 h 563950"/>
              <a:gd name="connsiteX70" fmla="*/ 1204983 w 1704185"/>
              <a:gd name="connsiteY70" fmla="*/ 89 h 563950"/>
              <a:gd name="connsiteX71" fmla="*/ 1222191 w 1704185"/>
              <a:gd name="connsiteY71" fmla="*/ 77 h 563950"/>
              <a:gd name="connsiteX72" fmla="*/ 1239408 w 1704185"/>
              <a:gd name="connsiteY72" fmla="*/ 68 h 563950"/>
              <a:gd name="connsiteX73" fmla="*/ 1256625 w 1704185"/>
              <a:gd name="connsiteY73" fmla="*/ 59 h 563950"/>
              <a:gd name="connsiteX74" fmla="*/ 1273833 w 1704185"/>
              <a:gd name="connsiteY74" fmla="*/ 51 h 563950"/>
              <a:gd name="connsiteX75" fmla="*/ 1291050 w 1704185"/>
              <a:gd name="connsiteY75" fmla="*/ 44 h 563950"/>
              <a:gd name="connsiteX76" fmla="*/ 1308267 w 1704185"/>
              <a:gd name="connsiteY76" fmla="*/ 39 h 563950"/>
              <a:gd name="connsiteX77" fmla="*/ 1325475 w 1704185"/>
              <a:gd name="connsiteY77" fmla="*/ 33 h 563950"/>
              <a:gd name="connsiteX78" fmla="*/ 1342692 w 1704185"/>
              <a:gd name="connsiteY78" fmla="*/ 29 h 563950"/>
              <a:gd name="connsiteX79" fmla="*/ 1359909 w 1704185"/>
              <a:gd name="connsiteY79" fmla="*/ 25 h 563950"/>
              <a:gd name="connsiteX80" fmla="*/ 1377117 w 1704185"/>
              <a:gd name="connsiteY80" fmla="*/ 22 h 563950"/>
              <a:gd name="connsiteX81" fmla="*/ 1394334 w 1704185"/>
              <a:gd name="connsiteY81" fmla="*/ 19 h 563950"/>
              <a:gd name="connsiteX82" fmla="*/ 1411551 w 1704185"/>
              <a:gd name="connsiteY82" fmla="*/ 16 h 563950"/>
              <a:gd name="connsiteX83" fmla="*/ 1428759 w 1704185"/>
              <a:gd name="connsiteY83" fmla="*/ 14 h 563950"/>
              <a:gd name="connsiteX84" fmla="*/ 1445976 w 1704185"/>
              <a:gd name="connsiteY84" fmla="*/ 12 h 563950"/>
              <a:gd name="connsiteX85" fmla="*/ 1463193 w 1704185"/>
              <a:gd name="connsiteY85" fmla="*/ 10 h 563950"/>
              <a:gd name="connsiteX86" fmla="*/ 1480401 w 1704185"/>
              <a:gd name="connsiteY86" fmla="*/ 9 h 563950"/>
              <a:gd name="connsiteX87" fmla="*/ 1497618 w 1704185"/>
              <a:gd name="connsiteY87" fmla="*/ 7 h 563950"/>
              <a:gd name="connsiteX88" fmla="*/ 1514835 w 1704185"/>
              <a:gd name="connsiteY88" fmla="*/ 6 h 563950"/>
              <a:gd name="connsiteX89" fmla="*/ 1532043 w 1704185"/>
              <a:gd name="connsiteY89" fmla="*/ 5 h 563950"/>
              <a:gd name="connsiteX90" fmla="*/ 1549260 w 1704185"/>
              <a:gd name="connsiteY90" fmla="*/ 4 h 563950"/>
              <a:gd name="connsiteX91" fmla="*/ 1566477 w 1704185"/>
              <a:gd name="connsiteY91" fmla="*/ 4 h 563950"/>
              <a:gd name="connsiteX92" fmla="*/ 1583685 w 1704185"/>
              <a:gd name="connsiteY92" fmla="*/ 3 h 563950"/>
              <a:gd name="connsiteX93" fmla="*/ 1600902 w 1704185"/>
              <a:gd name="connsiteY93" fmla="*/ 2 h 563950"/>
              <a:gd name="connsiteX94" fmla="*/ 1618119 w 1704185"/>
              <a:gd name="connsiteY94" fmla="*/ 2 h 563950"/>
              <a:gd name="connsiteX95" fmla="*/ 1635327 w 1704185"/>
              <a:gd name="connsiteY95" fmla="*/ 1 h 563950"/>
              <a:gd name="connsiteX96" fmla="*/ 1652544 w 1704185"/>
              <a:gd name="connsiteY96" fmla="*/ 1 h 563950"/>
              <a:gd name="connsiteX97" fmla="*/ 1669761 w 1704185"/>
              <a:gd name="connsiteY97" fmla="*/ 1 h 563950"/>
              <a:gd name="connsiteX98" fmla="*/ 1686969 w 1704185"/>
              <a:gd name="connsiteY98" fmla="*/ 0 h 563950"/>
              <a:gd name="connsiteX99" fmla="*/ 1704186 w 1704185"/>
              <a:gd name="connsiteY99" fmla="*/ 0 h 56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704185" h="563950">
                <a:moveTo>
                  <a:pt x="0" y="563950"/>
                </a:moveTo>
                <a:lnTo>
                  <a:pt x="17213" y="526030"/>
                </a:lnTo>
                <a:lnTo>
                  <a:pt x="34428" y="488453"/>
                </a:lnTo>
                <a:lnTo>
                  <a:pt x="51642" y="451545"/>
                </a:lnTo>
                <a:lnTo>
                  <a:pt x="68855" y="415614"/>
                </a:lnTo>
                <a:lnTo>
                  <a:pt x="86070" y="380931"/>
                </a:lnTo>
                <a:lnTo>
                  <a:pt x="103284" y="347731"/>
                </a:lnTo>
                <a:lnTo>
                  <a:pt x="120497" y="316198"/>
                </a:lnTo>
                <a:lnTo>
                  <a:pt x="137712" y="286475"/>
                </a:lnTo>
                <a:lnTo>
                  <a:pt x="154926" y="258656"/>
                </a:lnTo>
                <a:lnTo>
                  <a:pt x="172139" y="232791"/>
                </a:lnTo>
                <a:lnTo>
                  <a:pt x="189354" y="208890"/>
                </a:lnTo>
                <a:lnTo>
                  <a:pt x="206568" y="186931"/>
                </a:lnTo>
                <a:lnTo>
                  <a:pt x="223781" y="166861"/>
                </a:lnTo>
                <a:lnTo>
                  <a:pt x="240996" y="148606"/>
                </a:lnTo>
                <a:lnTo>
                  <a:pt x="258210" y="132073"/>
                </a:lnTo>
                <a:lnTo>
                  <a:pt x="275423" y="117160"/>
                </a:lnTo>
                <a:lnTo>
                  <a:pt x="292638" y="103755"/>
                </a:lnTo>
                <a:lnTo>
                  <a:pt x="309852" y="91745"/>
                </a:lnTo>
                <a:lnTo>
                  <a:pt x="327065" y="81015"/>
                </a:lnTo>
                <a:lnTo>
                  <a:pt x="344280" y="71453"/>
                </a:lnTo>
                <a:lnTo>
                  <a:pt x="361494" y="62952"/>
                </a:lnTo>
                <a:lnTo>
                  <a:pt x="378707" y="55410"/>
                </a:lnTo>
                <a:lnTo>
                  <a:pt x="395922" y="48729"/>
                </a:lnTo>
                <a:lnTo>
                  <a:pt x="413136" y="42821"/>
                </a:lnTo>
                <a:lnTo>
                  <a:pt x="430349" y="37606"/>
                </a:lnTo>
                <a:lnTo>
                  <a:pt x="447564" y="33006"/>
                </a:lnTo>
                <a:lnTo>
                  <a:pt x="464778" y="28953"/>
                </a:lnTo>
                <a:lnTo>
                  <a:pt x="481991" y="25386"/>
                </a:lnTo>
                <a:lnTo>
                  <a:pt x="499206" y="22251"/>
                </a:lnTo>
                <a:lnTo>
                  <a:pt x="516420" y="19495"/>
                </a:lnTo>
                <a:lnTo>
                  <a:pt x="533633" y="17076"/>
                </a:lnTo>
                <a:lnTo>
                  <a:pt x="550845" y="14953"/>
                </a:lnTo>
                <a:lnTo>
                  <a:pt x="568062" y="13090"/>
                </a:lnTo>
                <a:lnTo>
                  <a:pt x="585279" y="11457"/>
                </a:lnTo>
                <a:lnTo>
                  <a:pt x="602487" y="10026"/>
                </a:lnTo>
                <a:lnTo>
                  <a:pt x="619704" y="8772"/>
                </a:lnTo>
                <a:lnTo>
                  <a:pt x="636921" y="7674"/>
                </a:lnTo>
                <a:lnTo>
                  <a:pt x="654129" y="6713"/>
                </a:lnTo>
                <a:lnTo>
                  <a:pt x="671346" y="5871"/>
                </a:lnTo>
                <a:lnTo>
                  <a:pt x="688563" y="5135"/>
                </a:lnTo>
                <a:lnTo>
                  <a:pt x="705771" y="4490"/>
                </a:lnTo>
                <a:lnTo>
                  <a:pt x="722988" y="3926"/>
                </a:lnTo>
                <a:lnTo>
                  <a:pt x="740205" y="3433"/>
                </a:lnTo>
                <a:lnTo>
                  <a:pt x="757413" y="3001"/>
                </a:lnTo>
                <a:lnTo>
                  <a:pt x="774630" y="2623"/>
                </a:lnTo>
                <a:lnTo>
                  <a:pt x="791847" y="2293"/>
                </a:lnTo>
                <a:lnTo>
                  <a:pt x="809055" y="2005"/>
                </a:lnTo>
                <a:lnTo>
                  <a:pt x="826272" y="1752"/>
                </a:lnTo>
                <a:lnTo>
                  <a:pt x="843489" y="1531"/>
                </a:lnTo>
                <a:lnTo>
                  <a:pt x="860697" y="1338"/>
                </a:lnTo>
                <a:lnTo>
                  <a:pt x="877914" y="1170"/>
                </a:lnTo>
                <a:lnTo>
                  <a:pt x="895131" y="1022"/>
                </a:lnTo>
                <a:lnTo>
                  <a:pt x="912339" y="893"/>
                </a:lnTo>
                <a:lnTo>
                  <a:pt x="929556" y="781"/>
                </a:lnTo>
                <a:lnTo>
                  <a:pt x="946773" y="682"/>
                </a:lnTo>
                <a:lnTo>
                  <a:pt x="963981" y="596"/>
                </a:lnTo>
                <a:lnTo>
                  <a:pt x="981198" y="521"/>
                </a:lnTo>
                <a:lnTo>
                  <a:pt x="998415" y="455"/>
                </a:lnTo>
                <a:lnTo>
                  <a:pt x="1015623" y="397"/>
                </a:lnTo>
                <a:lnTo>
                  <a:pt x="1032840" y="347"/>
                </a:lnTo>
                <a:lnTo>
                  <a:pt x="1050057" y="303"/>
                </a:lnTo>
                <a:lnTo>
                  <a:pt x="1067265" y="265"/>
                </a:lnTo>
                <a:lnTo>
                  <a:pt x="1084482" y="231"/>
                </a:lnTo>
                <a:lnTo>
                  <a:pt x="1101699" y="202"/>
                </a:lnTo>
                <a:lnTo>
                  <a:pt x="1118907" y="176"/>
                </a:lnTo>
                <a:lnTo>
                  <a:pt x="1136124" y="154"/>
                </a:lnTo>
                <a:lnTo>
                  <a:pt x="1153341" y="134"/>
                </a:lnTo>
                <a:lnTo>
                  <a:pt x="1170549" y="117"/>
                </a:lnTo>
                <a:lnTo>
                  <a:pt x="1187766" y="102"/>
                </a:lnTo>
                <a:lnTo>
                  <a:pt x="1204983" y="89"/>
                </a:lnTo>
                <a:lnTo>
                  <a:pt x="1222191" y="77"/>
                </a:lnTo>
                <a:lnTo>
                  <a:pt x="1239408" y="68"/>
                </a:lnTo>
                <a:lnTo>
                  <a:pt x="1256625" y="59"/>
                </a:lnTo>
                <a:lnTo>
                  <a:pt x="1273833" y="51"/>
                </a:lnTo>
                <a:lnTo>
                  <a:pt x="1291050" y="44"/>
                </a:lnTo>
                <a:lnTo>
                  <a:pt x="1308267" y="39"/>
                </a:lnTo>
                <a:lnTo>
                  <a:pt x="1325475" y="33"/>
                </a:lnTo>
                <a:lnTo>
                  <a:pt x="1342692" y="29"/>
                </a:lnTo>
                <a:lnTo>
                  <a:pt x="1359909" y="25"/>
                </a:lnTo>
                <a:lnTo>
                  <a:pt x="1377117" y="22"/>
                </a:lnTo>
                <a:lnTo>
                  <a:pt x="1394334" y="19"/>
                </a:lnTo>
                <a:lnTo>
                  <a:pt x="1411551" y="16"/>
                </a:lnTo>
                <a:lnTo>
                  <a:pt x="1428759" y="14"/>
                </a:lnTo>
                <a:lnTo>
                  <a:pt x="1445976" y="12"/>
                </a:lnTo>
                <a:lnTo>
                  <a:pt x="1463193" y="10"/>
                </a:lnTo>
                <a:lnTo>
                  <a:pt x="1480401" y="9"/>
                </a:lnTo>
                <a:lnTo>
                  <a:pt x="1497618" y="7"/>
                </a:lnTo>
                <a:lnTo>
                  <a:pt x="1514835" y="6"/>
                </a:lnTo>
                <a:lnTo>
                  <a:pt x="1532043" y="5"/>
                </a:lnTo>
                <a:lnTo>
                  <a:pt x="1549260" y="4"/>
                </a:lnTo>
                <a:lnTo>
                  <a:pt x="1566477" y="4"/>
                </a:lnTo>
                <a:lnTo>
                  <a:pt x="1583685" y="3"/>
                </a:lnTo>
                <a:lnTo>
                  <a:pt x="1600902" y="2"/>
                </a:lnTo>
                <a:lnTo>
                  <a:pt x="1618119" y="2"/>
                </a:lnTo>
                <a:lnTo>
                  <a:pt x="1635327" y="1"/>
                </a:lnTo>
                <a:lnTo>
                  <a:pt x="1652544" y="1"/>
                </a:lnTo>
                <a:lnTo>
                  <a:pt x="1669761" y="1"/>
                </a:lnTo>
                <a:lnTo>
                  <a:pt x="1686969" y="0"/>
                </a:lnTo>
                <a:lnTo>
                  <a:pt x="1704186" y="0"/>
                </a:lnTo>
              </a:path>
            </a:pathLst>
          </a:custGeom>
          <a:noFill/>
          <a:ln w="10763" cap="rnd">
            <a:solidFill>
              <a:srgbClr val="009AF9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3" name="Freeform 242">
            <a:extLst>
              <a:ext uri="{FF2B5EF4-FFF2-40B4-BE49-F238E27FC236}">
                <a16:creationId xmlns:a16="http://schemas.microsoft.com/office/drawing/2014/main" id="{44501FE6-E99A-CA00-85B2-2D02694E5147}"/>
              </a:ext>
            </a:extLst>
          </p:cNvPr>
          <p:cNvSpPr/>
          <p:nvPr/>
        </p:nvSpPr>
        <p:spPr>
          <a:xfrm>
            <a:off x="5438465" y="2000039"/>
            <a:ext cx="1704185" cy="892605"/>
          </a:xfrm>
          <a:custGeom>
            <a:avLst/>
            <a:gdLst>
              <a:gd name="connsiteX0" fmla="*/ 0 w 1704185"/>
              <a:gd name="connsiteY0" fmla="*/ 892605 h 892605"/>
              <a:gd name="connsiteX1" fmla="*/ 17213 w 1704185"/>
              <a:gd name="connsiteY1" fmla="*/ 866541 h 892605"/>
              <a:gd name="connsiteX2" fmla="*/ 34428 w 1704185"/>
              <a:gd name="connsiteY2" fmla="*/ 838533 h 892605"/>
              <a:gd name="connsiteX3" fmla="*/ 51642 w 1704185"/>
              <a:gd name="connsiteY3" fmla="*/ 808624 h 892605"/>
              <a:gd name="connsiteX4" fmla="*/ 68855 w 1704185"/>
              <a:gd name="connsiteY4" fmla="*/ 776917 h 892605"/>
              <a:gd name="connsiteX5" fmla="*/ 86070 w 1704185"/>
              <a:gd name="connsiteY5" fmla="*/ 743558 h 892605"/>
              <a:gd name="connsiteX6" fmla="*/ 103284 w 1704185"/>
              <a:gd name="connsiteY6" fmla="*/ 708740 h 892605"/>
              <a:gd name="connsiteX7" fmla="*/ 120497 w 1704185"/>
              <a:gd name="connsiteY7" fmla="*/ 672698 h 892605"/>
              <a:gd name="connsiteX8" fmla="*/ 137712 w 1704185"/>
              <a:gd name="connsiteY8" fmla="*/ 635709 h 892605"/>
              <a:gd name="connsiteX9" fmla="*/ 154926 w 1704185"/>
              <a:gd name="connsiteY9" fmla="*/ 598082 h 892605"/>
              <a:gd name="connsiteX10" fmla="*/ 172139 w 1704185"/>
              <a:gd name="connsiteY10" fmla="*/ 560147 h 892605"/>
              <a:gd name="connsiteX11" fmla="*/ 189354 w 1704185"/>
              <a:gd name="connsiteY11" fmla="*/ 522247 h 892605"/>
              <a:gd name="connsiteX12" fmla="*/ 206568 w 1704185"/>
              <a:gd name="connsiteY12" fmla="*/ 484722 h 892605"/>
              <a:gd name="connsiteX13" fmla="*/ 223781 w 1704185"/>
              <a:gd name="connsiteY13" fmla="*/ 447898 h 892605"/>
              <a:gd name="connsiteX14" fmla="*/ 240996 w 1704185"/>
              <a:gd name="connsiteY14" fmla="*/ 412081 h 892605"/>
              <a:gd name="connsiteX15" fmla="*/ 258210 w 1704185"/>
              <a:gd name="connsiteY15" fmla="*/ 377536 h 892605"/>
              <a:gd name="connsiteX16" fmla="*/ 275423 w 1704185"/>
              <a:gd name="connsiteY16" fmla="*/ 344494 h 892605"/>
              <a:gd name="connsiteX17" fmla="*/ 292638 w 1704185"/>
              <a:gd name="connsiteY17" fmla="*/ 313138 h 892605"/>
              <a:gd name="connsiteX18" fmla="*/ 309852 w 1704185"/>
              <a:gd name="connsiteY18" fmla="*/ 283601 h 892605"/>
              <a:gd name="connsiteX19" fmla="*/ 327065 w 1704185"/>
              <a:gd name="connsiteY19" fmla="*/ 255976 h 892605"/>
              <a:gd name="connsiteX20" fmla="*/ 344280 w 1704185"/>
              <a:gd name="connsiteY20" fmla="*/ 230307 h 892605"/>
              <a:gd name="connsiteX21" fmla="*/ 361494 w 1704185"/>
              <a:gd name="connsiteY21" fmla="*/ 206603 h 892605"/>
              <a:gd name="connsiteX22" fmla="*/ 378707 w 1704185"/>
              <a:gd name="connsiteY22" fmla="*/ 184835 h 892605"/>
              <a:gd name="connsiteX23" fmla="*/ 395922 w 1704185"/>
              <a:gd name="connsiteY23" fmla="*/ 164951 h 892605"/>
              <a:gd name="connsiteX24" fmla="*/ 413136 w 1704185"/>
              <a:gd name="connsiteY24" fmla="*/ 146872 h 892605"/>
              <a:gd name="connsiteX25" fmla="*/ 430349 w 1704185"/>
              <a:gd name="connsiteY25" fmla="*/ 130506 h 892605"/>
              <a:gd name="connsiteX26" fmla="*/ 447564 w 1704185"/>
              <a:gd name="connsiteY26" fmla="*/ 115749 h 892605"/>
              <a:gd name="connsiteX27" fmla="*/ 464778 w 1704185"/>
              <a:gd name="connsiteY27" fmla="*/ 102488 h 892605"/>
              <a:gd name="connsiteX28" fmla="*/ 481991 w 1704185"/>
              <a:gd name="connsiteY28" fmla="*/ 90611 h 892605"/>
              <a:gd name="connsiteX29" fmla="*/ 499206 w 1704185"/>
              <a:gd name="connsiteY29" fmla="*/ 80002 h 892605"/>
              <a:gd name="connsiteX30" fmla="*/ 516420 w 1704185"/>
              <a:gd name="connsiteY30" fmla="*/ 70552 h 892605"/>
              <a:gd name="connsiteX31" fmla="*/ 533633 w 1704185"/>
              <a:gd name="connsiteY31" fmla="*/ 62151 h 892605"/>
              <a:gd name="connsiteX32" fmla="*/ 550845 w 1704185"/>
              <a:gd name="connsiteY32" fmla="*/ 54699 h 892605"/>
              <a:gd name="connsiteX33" fmla="*/ 568062 w 1704185"/>
              <a:gd name="connsiteY33" fmla="*/ 48099 h 892605"/>
              <a:gd name="connsiteX34" fmla="*/ 585279 w 1704185"/>
              <a:gd name="connsiteY34" fmla="*/ 42265 h 892605"/>
              <a:gd name="connsiteX35" fmla="*/ 602487 w 1704185"/>
              <a:gd name="connsiteY35" fmla="*/ 37114 h 892605"/>
              <a:gd name="connsiteX36" fmla="*/ 619704 w 1704185"/>
              <a:gd name="connsiteY36" fmla="*/ 32572 h 892605"/>
              <a:gd name="connsiteX37" fmla="*/ 636921 w 1704185"/>
              <a:gd name="connsiteY37" fmla="*/ 28571 h 892605"/>
              <a:gd name="connsiteX38" fmla="*/ 654129 w 1704185"/>
              <a:gd name="connsiteY38" fmla="*/ 25049 h 892605"/>
              <a:gd name="connsiteX39" fmla="*/ 671346 w 1704185"/>
              <a:gd name="connsiteY39" fmla="*/ 21954 h 892605"/>
              <a:gd name="connsiteX40" fmla="*/ 688563 w 1704185"/>
              <a:gd name="connsiteY40" fmla="*/ 19234 h 892605"/>
              <a:gd name="connsiteX41" fmla="*/ 705771 w 1704185"/>
              <a:gd name="connsiteY41" fmla="*/ 16846 h 892605"/>
              <a:gd name="connsiteX42" fmla="*/ 722988 w 1704185"/>
              <a:gd name="connsiteY42" fmla="*/ 14750 h 892605"/>
              <a:gd name="connsiteX43" fmla="*/ 740205 w 1704185"/>
              <a:gd name="connsiteY43" fmla="*/ 12912 h 892605"/>
              <a:gd name="connsiteX44" fmla="*/ 757413 w 1704185"/>
              <a:gd name="connsiteY44" fmla="*/ 11300 h 892605"/>
              <a:gd name="connsiteX45" fmla="*/ 774630 w 1704185"/>
              <a:gd name="connsiteY45" fmla="*/ 9888 h 892605"/>
              <a:gd name="connsiteX46" fmla="*/ 791847 w 1704185"/>
              <a:gd name="connsiteY46" fmla="*/ 8651 h 892605"/>
              <a:gd name="connsiteX47" fmla="*/ 809055 w 1704185"/>
              <a:gd name="connsiteY47" fmla="*/ 7567 h 892605"/>
              <a:gd name="connsiteX48" fmla="*/ 826272 w 1704185"/>
              <a:gd name="connsiteY48" fmla="*/ 6619 h 892605"/>
              <a:gd name="connsiteX49" fmla="*/ 843489 w 1704185"/>
              <a:gd name="connsiteY49" fmla="*/ 5788 h 892605"/>
              <a:gd name="connsiteX50" fmla="*/ 860697 w 1704185"/>
              <a:gd name="connsiteY50" fmla="*/ 5061 h 892605"/>
              <a:gd name="connsiteX51" fmla="*/ 877914 w 1704185"/>
              <a:gd name="connsiteY51" fmla="*/ 4425 h 892605"/>
              <a:gd name="connsiteX52" fmla="*/ 895131 w 1704185"/>
              <a:gd name="connsiteY52" fmla="*/ 3868 h 892605"/>
              <a:gd name="connsiteX53" fmla="*/ 912339 w 1704185"/>
              <a:gd name="connsiteY53" fmla="*/ 3382 h 892605"/>
              <a:gd name="connsiteX54" fmla="*/ 929556 w 1704185"/>
              <a:gd name="connsiteY54" fmla="*/ 2956 h 892605"/>
              <a:gd name="connsiteX55" fmla="*/ 946773 w 1704185"/>
              <a:gd name="connsiteY55" fmla="*/ 2583 h 892605"/>
              <a:gd name="connsiteX56" fmla="*/ 963981 w 1704185"/>
              <a:gd name="connsiteY56" fmla="*/ 2258 h 892605"/>
              <a:gd name="connsiteX57" fmla="*/ 981198 w 1704185"/>
              <a:gd name="connsiteY57" fmla="*/ 1973 h 892605"/>
              <a:gd name="connsiteX58" fmla="*/ 998415 w 1704185"/>
              <a:gd name="connsiteY58" fmla="*/ 1724 h 892605"/>
              <a:gd name="connsiteX59" fmla="*/ 1015623 w 1704185"/>
              <a:gd name="connsiteY59" fmla="*/ 1506 h 892605"/>
              <a:gd name="connsiteX60" fmla="*/ 1032840 w 1704185"/>
              <a:gd name="connsiteY60" fmla="*/ 1316 h 892605"/>
              <a:gd name="connsiteX61" fmla="*/ 1050057 w 1704185"/>
              <a:gd name="connsiteY61" fmla="*/ 1149 h 892605"/>
              <a:gd name="connsiteX62" fmla="*/ 1067265 w 1704185"/>
              <a:gd name="connsiteY62" fmla="*/ 1004 h 892605"/>
              <a:gd name="connsiteX63" fmla="*/ 1084482 w 1704185"/>
              <a:gd name="connsiteY63" fmla="*/ 876 h 892605"/>
              <a:gd name="connsiteX64" fmla="*/ 1101699 w 1704185"/>
              <a:gd name="connsiteY64" fmla="*/ 765 h 892605"/>
              <a:gd name="connsiteX65" fmla="*/ 1118907 w 1704185"/>
              <a:gd name="connsiteY65" fmla="*/ 668 h 892605"/>
              <a:gd name="connsiteX66" fmla="*/ 1136124 w 1704185"/>
              <a:gd name="connsiteY66" fmla="*/ 583 h 892605"/>
              <a:gd name="connsiteX67" fmla="*/ 1153341 w 1704185"/>
              <a:gd name="connsiteY67" fmla="*/ 509 h 892605"/>
              <a:gd name="connsiteX68" fmla="*/ 1170549 w 1704185"/>
              <a:gd name="connsiteY68" fmla="*/ 444 h 892605"/>
              <a:gd name="connsiteX69" fmla="*/ 1187766 w 1704185"/>
              <a:gd name="connsiteY69" fmla="*/ 387 h 892605"/>
              <a:gd name="connsiteX70" fmla="*/ 1204983 w 1704185"/>
              <a:gd name="connsiteY70" fmla="*/ 337 h 892605"/>
              <a:gd name="connsiteX71" fmla="*/ 1222191 w 1704185"/>
              <a:gd name="connsiteY71" fmla="*/ 294 h 892605"/>
              <a:gd name="connsiteX72" fmla="*/ 1239408 w 1704185"/>
              <a:gd name="connsiteY72" fmla="*/ 256 h 892605"/>
              <a:gd name="connsiteX73" fmla="*/ 1256625 w 1704185"/>
              <a:gd name="connsiteY73" fmla="*/ 223 h 892605"/>
              <a:gd name="connsiteX74" fmla="*/ 1273833 w 1704185"/>
              <a:gd name="connsiteY74" fmla="*/ 194 h 892605"/>
              <a:gd name="connsiteX75" fmla="*/ 1291050 w 1704185"/>
              <a:gd name="connsiteY75" fmla="*/ 169 h 892605"/>
              <a:gd name="connsiteX76" fmla="*/ 1308267 w 1704185"/>
              <a:gd name="connsiteY76" fmla="*/ 147 h 892605"/>
              <a:gd name="connsiteX77" fmla="*/ 1325475 w 1704185"/>
              <a:gd name="connsiteY77" fmla="*/ 127 h 892605"/>
              <a:gd name="connsiteX78" fmla="*/ 1342692 w 1704185"/>
              <a:gd name="connsiteY78" fmla="*/ 110 h 892605"/>
              <a:gd name="connsiteX79" fmla="*/ 1359909 w 1704185"/>
              <a:gd name="connsiteY79" fmla="*/ 96 h 892605"/>
              <a:gd name="connsiteX80" fmla="*/ 1377117 w 1704185"/>
              <a:gd name="connsiteY80" fmla="*/ 83 h 892605"/>
              <a:gd name="connsiteX81" fmla="*/ 1394334 w 1704185"/>
              <a:gd name="connsiteY81" fmla="*/ 71 h 892605"/>
              <a:gd name="connsiteX82" fmla="*/ 1411551 w 1704185"/>
              <a:gd name="connsiteY82" fmla="*/ 61 h 892605"/>
              <a:gd name="connsiteX83" fmla="*/ 1428759 w 1704185"/>
              <a:gd name="connsiteY83" fmla="*/ 53 h 892605"/>
              <a:gd name="connsiteX84" fmla="*/ 1445976 w 1704185"/>
              <a:gd name="connsiteY84" fmla="*/ 45 h 892605"/>
              <a:gd name="connsiteX85" fmla="*/ 1463193 w 1704185"/>
              <a:gd name="connsiteY85" fmla="*/ 39 h 892605"/>
              <a:gd name="connsiteX86" fmla="*/ 1480401 w 1704185"/>
              <a:gd name="connsiteY86" fmla="*/ 33 h 892605"/>
              <a:gd name="connsiteX87" fmla="*/ 1497618 w 1704185"/>
              <a:gd name="connsiteY87" fmla="*/ 28 h 892605"/>
              <a:gd name="connsiteX88" fmla="*/ 1514835 w 1704185"/>
              <a:gd name="connsiteY88" fmla="*/ 24 h 892605"/>
              <a:gd name="connsiteX89" fmla="*/ 1532043 w 1704185"/>
              <a:gd name="connsiteY89" fmla="*/ 20 h 892605"/>
              <a:gd name="connsiteX90" fmla="*/ 1549260 w 1704185"/>
              <a:gd name="connsiteY90" fmla="*/ 16 h 892605"/>
              <a:gd name="connsiteX91" fmla="*/ 1566477 w 1704185"/>
              <a:gd name="connsiteY91" fmla="*/ 13 h 892605"/>
              <a:gd name="connsiteX92" fmla="*/ 1583685 w 1704185"/>
              <a:gd name="connsiteY92" fmla="*/ 11 h 892605"/>
              <a:gd name="connsiteX93" fmla="*/ 1600902 w 1704185"/>
              <a:gd name="connsiteY93" fmla="*/ 9 h 892605"/>
              <a:gd name="connsiteX94" fmla="*/ 1618119 w 1704185"/>
              <a:gd name="connsiteY94" fmla="*/ 7 h 892605"/>
              <a:gd name="connsiteX95" fmla="*/ 1635327 w 1704185"/>
              <a:gd name="connsiteY95" fmla="*/ 5 h 892605"/>
              <a:gd name="connsiteX96" fmla="*/ 1652544 w 1704185"/>
              <a:gd name="connsiteY96" fmla="*/ 4 h 892605"/>
              <a:gd name="connsiteX97" fmla="*/ 1669761 w 1704185"/>
              <a:gd name="connsiteY97" fmla="*/ 2 h 892605"/>
              <a:gd name="connsiteX98" fmla="*/ 1686969 w 1704185"/>
              <a:gd name="connsiteY98" fmla="*/ 1 h 892605"/>
              <a:gd name="connsiteX99" fmla="*/ 1704186 w 1704185"/>
              <a:gd name="connsiteY99" fmla="*/ 0 h 892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704185" h="892605">
                <a:moveTo>
                  <a:pt x="0" y="892605"/>
                </a:moveTo>
                <a:lnTo>
                  <a:pt x="17213" y="866541"/>
                </a:lnTo>
                <a:lnTo>
                  <a:pt x="34428" y="838533"/>
                </a:lnTo>
                <a:lnTo>
                  <a:pt x="51642" y="808624"/>
                </a:lnTo>
                <a:lnTo>
                  <a:pt x="68855" y="776917"/>
                </a:lnTo>
                <a:lnTo>
                  <a:pt x="86070" y="743558"/>
                </a:lnTo>
                <a:lnTo>
                  <a:pt x="103284" y="708740"/>
                </a:lnTo>
                <a:lnTo>
                  <a:pt x="120497" y="672698"/>
                </a:lnTo>
                <a:lnTo>
                  <a:pt x="137712" y="635709"/>
                </a:lnTo>
                <a:lnTo>
                  <a:pt x="154926" y="598082"/>
                </a:lnTo>
                <a:lnTo>
                  <a:pt x="172139" y="560147"/>
                </a:lnTo>
                <a:lnTo>
                  <a:pt x="189354" y="522247"/>
                </a:lnTo>
                <a:lnTo>
                  <a:pt x="206568" y="484722"/>
                </a:lnTo>
                <a:lnTo>
                  <a:pt x="223781" y="447898"/>
                </a:lnTo>
                <a:lnTo>
                  <a:pt x="240996" y="412081"/>
                </a:lnTo>
                <a:lnTo>
                  <a:pt x="258210" y="377536"/>
                </a:lnTo>
                <a:lnTo>
                  <a:pt x="275423" y="344494"/>
                </a:lnTo>
                <a:lnTo>
                  <a:pt x="292638" y="313138"/>
                </a:lnTo>
                <a:lnTo>
                  <a:pt x="309852" y="283601"/>
                </a:lnTo>
                <a:lnTo>
                  <a:pt x="327065" y="255976"/>
                </a:lnTo>
                <a:lnTo>
                  <a:pt x="344280" y="230307"/>
                </a:lnTo>
                <a:lnTo>
                  <a:pt x="361494" y="206603"/>
                </a:lnTo>
                <a:lnTo>
                  <a:pt x="378707" y="184835"/>
                </a:lnTo>
                <a:lnTo>
                  <a:pt x="395922" y="164951"/>
                </a:lnTo>
                <a:lnTo>
                  <a:pt x="413136" y="146872"/>
                </a:lnTo>
                <a:lnTo>
                  <a:pt x="430349" y="130506"/>
                </a:lnTo>
                <a:lnTo>
                  <a:pt x="447564" y="115749"/>
                </a:lnTo>
                <a:lnTo>
                  <a:pt x="464778" y="102488"/>
                </a:lnTo>
                <a:lnTo>
                  <a:pt x="481991" y="90611"/>
                </a:lnTo>
                <a:lnTo>
                  <a:pt x="499206" y="80002"/>
                </a:lnTo>
                <a:lnTo>
                  <a:pt x="516420" y="70552"/>
                </a:lnTo>
                <a:lnTo>
                  <a:pt x="533633" y="62151"/>
                </a:lnTo>
                <a:lnTo>
                  <a:pt x="550845" y="54699"/>
                </a:lnTo>
                <a:lnTo>
                  <a:pt x="568062" y="48099"/>
                </a:lnTo>
                <a:lnTo>
                  <a:pt x="585279" y="42265"/>
                </a:lnTo>
                <a:lnTo>
                  <a:pt x="602487" y="37114"/>
                </a:lnTo>
                <a:lnTo>
                  <a:pt x="619704" y="32572"/>
                </a:lnTo>
                <a:lnTo>
                  <a:pt x="636921" y="28571"/>
                </a:lnTo>
                <a:lnTo>
                  <a:pt x="654129" y="25049"/>
                </a:lnTo>
                <a:lnTo>
                  <a:pt x="671346" y="21954"/>
                </a:lnTo>
                <a:lnTo>
                  <a:pt x="688563" y="19234"/>
                </a:lnTo>
                <a:lnTo>
                  <a:pt x="705771" y="16846"/>
                </a:lnTo>
                <a:lnTo>
                  <a:pt x="722988" y="14750"/>
                </a:lnTo>
                <a:lnTo>
                  <a:pt x="740205" y="12912"/>
                </a:lnTo>
                <a:lnTo>
                  <a:pt x="757413" y="11300"/>
                </a:lnTo>
                <a:lnTo>
                  <a:pt x="774630" y="9888"/>
                </a:lnTo>
                <a:lnTo>
                  <a:pt x="791847" y="8651"/>
                </a:lnTo>
                <a:lnTo>
                  <a:pt x="809055" y="7567"/>
                </a:lnTo>
                <a:lnTo>
                  <a:pt x="826272" y="6619"/>
                </a:lnTo>
                <a:lnTo>
                  <a:pt x="843489" y="5788"/>
                </a:lnTo>
                <a:lnTo>
                  <a:pt x="860697" y="5061"/>
                </a:lnTo>
                <a:lnTo>
                  <a:pt x="877914" y="4425"/>
                </a:lnTo>
                <a:lnTo>
                  <a:pt x="895131" y="3868"/>
                </a:lnTo>
                <a:lnTo>
                  <a:pt x="912339" y="3382"/>
                </a:lnTo>
                <a:lnTo>
                  <a:pt x="929556" y="2956"/>
                </a:lnTo>
                <a:lnTo>
                  <a:pt x="946773" y="2583"/>
                </a:lnTo>
                <a:lnTo>
                  <a:pt x="963981" y="2258"/>
                </a:lnTo>
                <a:lnTo>
                  <a:pt x="981198" y="1973"/>
                </a:lnTo>
                <a:lnTo>
                  <a:pt x="998415" y="1724"/>
                </a:lnTo>
                <a:lnTo>
                  <a:pt x="1015623" y="1506"/>
                </a:lnTo>
                <a:lnTo>
                  <a:pt x="1032840" y="1316"/>
                </a:lnTo>
                <a:lnTo>
                  <a:pt x="1050057" y="1149"/>
                </a:lnTo>
                <a:lnTo>
                  <a:pt x="1067265" y="1004"/>
                </a:lnTo>
                <a:lnTo>
                  <a:pt x="1084482" y="876"/>
                </a:lnTo>
                <a:lnTo>
                  <a:pt x="1101699" y="765"/>
                </a:lnTo>
                <a:lnTo>
                  <a:pt x="1118907" y="668"/>
                </a:lnTo>
                <a:lnTo>
                  <a:pt x="1136124" y="583"/>
                </a:lnTo>
                <a:lnTo>
                  <a:pt x="1153341" y="509"/>
                </a:lnTo>
                <a:lnTo>
                  <a:pt x="1170549" y="444"/>
                </a:lnTo>
                <a:lnTo>
                  <a:pt x="1187766" y="387"/>
                </a:lnTo>
                <a:lnTo>
                  <a:pt x="1204983" y="337"/>
                </a:lnTo>
                <a:lnTo>
                  <a:pt x="1222191" y="294"/>
                </a:lnTo>
                <a:lnTo>
                  <a:pt x="1239408" y="256"/>
                </a:lnTo>
                <a:lnTo>
                  <a:pt x="1256625" y="223"/>
                </a:lnTo>
                <a:lnTo>
                  <a:pt x="1273833" y="194"/>
                </a:lnTo>
                <a:lnTo>
                  <a:pt x="1291050" y="169"/>
                </a:lnTo>
                <a:lnTo>
                  <a:pt x="1308267" y="147"/>
                </a:lnTo>
                <a:lnTo>
                  <a:pt x="1325475" y="127"/>
                </a:lnTo>
                <a:lnTo>
                  <a:pt x="1342692" y="110"/>
                </a:lnTo>
                <a:lnTo>
                  <a:pt x="1359909" y="96"/>
                </a:lnTo>
                <a:lnTo>
                  <a:pt x="1377117" y="83"/>
                </a:lnTo>
                <a:lnTo>
                  <a:pt x="1394334" y="71"/>
                </a:lnTo>
                <a:lnTo>
                  <a:pt x="1411551" y="61"/>
                </a:lnTo>
                <a:lnTo>
                  <a:pt x="1428759" y="53"/>
                </a:lnTo>
                <a:lnTo>
                  <a:pt x="1445976" y="45"/>
                </a:lnTo>
                <a:lnTo>
                  <a:pt x="1463193" y="39"/>
                </a:lnTo>
                <a:lnTo>
                  <a:pt x="1480401" y="33"/>
                </a:lnTo>
                <a:lnTo>
                  <a:pt x="1497618" y="28"/>
                </a:lnTo>
                <a:lnTo>
                  <a:pt x="1514835" y="24"/>
                </a:lnTo>
                <a:lnTo>
                  <a:pt x="1532043" y="20"/>
                </a:lnTo>
                <a:lnTo>
                  <a:pt x="1549260" y="16"/>
                </a:lnTo>
                <a:lnTo>
                  <a:pt x="1566477" y="13"/>
                </a:lnTo>
                <a:lnTo>
                  <a:pt x="1583685" y="11"/>
                </a:lnTo>
                <a:lnTo>
                  <a:pt x="1600902" y="9"/>
                </a:lnTo>
                <a:lnTo>
                  <a:pt x="1618119" y="7"/>
                </a:lnTo>
                <a:lnTo>
                  <a:pt x="1635327" y="5"/>
                </a:lnTo>
                <a:lnTo>
                  <a:pt x="1652544" y="4"/>
                </a:lnTo>
                <a:lnTo>
                  <a:pt x="1669761" y="2"/>
                </a:lnTo>
                <a:lnTo>
                  <a:pt x="1686969" y="1"/>
                </a:lnTo>
                <a:lnTo>
                  <a:pt x="1704186" y="0"/>
                </a:lnTo>
              </a:path>
            </a:pathLst>
          </a:custGeom>
          <a:noFill/>
          <a:ln w="10763" cap="rnd">
            <a:solidFill>
              <a:srgbClr val="E26F46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4" name="Freeform 243">
            <a:extLst>
              <a:ext uri="{FF2B5EF4-FFF2-40B4-BE49-F238E27FC236}">
                <a16:creationId xmlns:a16="http://schemas.microsoft.com/office/drawing/2014/main" id="{F17FE51E-3F17-1B86-C287-CDDD2D493994}"/>
              </a:ext>
            </a:extLst>
          </p:cNvPr>
          <p:cNvSpPr/>
          <p:nvPr/>
        </p:nvSpPr>
        <p:spPr>
          <a:xfrm>
            <a:off x="5438465" y="2000059"/>
            <a:ext cx="1704185" cy="1054594"/>
          </a:xfrm>
          <a:custGeom>
            <a:avLst/>
            <a:gdLst>
              <a:gd name="connsiteX0" fmla="*/ 0 w 1704185"/>
              <a:gd name="connsiteY0" fmla="*/ 1054595 h 1054594"/>
              <a:gd name="connsiteX1" fmla="*/ 17213 w 1704185"/>
              <a:gd name="connsiteY1" fmla="*/ 1044812 h 1054594"/>
              <a:gd name="connsiteX2" fmla="*/ 34428 w 1704185"/>
              <a:gd name="connsiteY2" fmla="*/ 1033832 h 1054594"/>
              <a:gd name="connsiteX3" fmla="*/ 51642 w 1704185"/>
              <a:gd name="connsiteY3" fmla="*/ 1021556 h 1054594"/>
              <a:gd name="connsiteX4" fmla="*/ 68855 w 1704185"/>
              <a:gd name="connsiteY4" fmla="*/ 1007858 h 1054594"/>
              <a:gd name="connsiteX5" fmla="*/ 86070 w 1704185"/>
              <a:gd name="connsiteY5" fmla="*/ 992630 h 1054594"/>
              <a:gd name="connsiteX6" fmla="*/ 103284 w 1704185"/>
              <a:gd name="connsiteY6" fmla="*/ 975764 h 1054594"/>
              <a:gd name="connsiteX7" fmla="*/ 120497 w 1704185"/>
              <a:gd name="connsiteY7" fmla="*/ 957152 h 1054594"/>
              <a:gd name="connsiteX8" fmla="*/ 137712 w 1704185"/>
              <a:gd name="connsiteY8" fmla="*/ 936704 h 1054594"/>
              <a:gd name="connsiteX9" fmla="*/ 154926 w 1704185"/>
              <a:gd name="connsiteY9" fmla="*/ 914366 h 1054594"/>
              <a:gd name="connsiteX10" fmla="*/ 172139 w 1704185"/>
              <a:gd name="connsiteY10" fmla="*/ 890066 h 1054594"/>
              <a:gd name="connsiteX11" fmla="*/ 189354 w 1704185"/>
              <a:gd name="connsiteY11" fmla="*/ 863813 h 1054594"/>
              <a:gd name="connsiteX12" fmla="*/ 206568 w 1704185"/>
              <a:gd name="connsiteY12" fmla="*/ 835607 h 1054594"/>
              <a:gd name="connsiteX13" fmla="*/ 223781 w 1704185"/>
              <a:gd name="connsiteY13" fmla="*/ 805512 h 1054594"/>
              <a:gd name="connsiteX14" fmla="*/ 240996 w 1704185"/>
              <a:gd name="connsiteY14" fmla="*/ 773633 h 1054594"/>
              <a:gd name="connsiteX15" fmla="*/ 258210 w 1704185"/>
              <a:gd name="connsiteY15" fmla="*/ 740120 h 1054594"/>
              <a:gd name="connsiteX16" fmla="*/ 275423 w 1704185"/>
              <a:gd name="connsiteY16" fmla="*/ 705167 h 1054594"/>
              <a:gd name="connsiteX17" fmla="*/ 292638 w 1704185"/>
              <a:gd name="connsiteY17" fmla="*/ 669018 h 1054594"/>
              <a:gd name="connsiteX18" fmla="*/ 309852 w 1704185"/>
              <a:gd name="connsiteY18" fmla="*/ 631950 h 1054594"/>
              <a:gd name="connsiteX19" fmla="*/ 327065 w 1704185"/>
              <a:gd name="connsiteY19" fmla="*/ 594277 h 1054594"/>
              <a:gd name="connsiteX20" fmla="*/ 344280 w 1704185"/>
              <a:gd name="connsiteY20" fmla="*/ 556331 h 1054594"/>
              <a:gd name="connsiteX21" fmla="*/ 361494 w 1704185"/>
              <a:gd name="connsiteY21" fmla="*/ 518452 h 1054594"/>
              <a:gd name="connsiteX22" fmla="*/ 378707 w 1704185"/>
              <a:gd name="connsiteY22" fmla="*/ 480984 h 1054594"/>
              <a:gd name="connsiteX23" fmla="*/ 395922 w 1704185"/>
              <a:gd name="connsiteY23" fmla="*/ 444247 h 1054594"/>
              <a:gd name="connsiteX24" fmla="*/ 413136 w 1704185"/>
              <a:gd name="connsiteY24" fmla="*/ 408545 h 1054594"/>
              <a:gd name="connsiteX25" fmla="*/ 430349 w 1704185"/>
              <a:gd name="connsiteY25" fmla="*/ 374142 h 1054594"/>
              <a:gd name="connsiteX26" fmla="*/ 447564 w 1704185"/>
              <a:gd name="connsiteY26" fmla="*/ 341261 h 1054594"/>
              <a:gd name="connsiteX27" fmla="*/ 464778 w 1704185"/>
              <a:gd name="connsiteY27" fmla="*/ 310081 h 1054594"/>
              <a:gd name="connsiteX28" fmla="*/ 481991 w 1704185"/>
              <a:gd name="connsiteY28" fmla="*/ 280733 h 1054594"/>
              <a:gd name="connsiteX29" fmla="*/ 499206 w 1704185"/>
              <a:gd name="connsiteY29" fmla="*/ 253301 h 1054594"/>
              <a:gd name="connsiteX30" fmla="*/ 516420 w 1704185"/>
              <a:gd name="connsiteY30" fmla="*/ 227829 h 1054594"/>
              <a:gd name="connsiteX31" fmla="*/ 533633 w 1704185"/>
              <a:gd name="connsiteY31" fmla="*/ 204320 h 1054594"/>
              <a:gd name="connsiteX32" fmla="*/ 550845 w 1704185"/>
              <a:gd name="connsiteY32" fmla="*/ 182744 h 1054594"/>
              <a:gd name="connsiteX33" fmla="*/ 568062 w 1704185"/>
              <a:gd name="connsiteY33" fmla="*/ 163043 h 1054594"/>
              <a:gd name="connsiteX34" fmla="*/ 585279 w 1704185"/>
              <a:gd name="connsiteY34" fmla="*/ 145140 h 1054594"/>
              <a:gd name="connsiteX35" fmla="*/ 602487 w 1704185"/>
              <a:gd name="connsiteY35" fmla="*/ 128940 h 1054594"/>
              <a:gd name="connsiteX36" fmla="*/ 619704 w 1704185"/>
              <a:gd name="connsiteY36" fmla="*/ 114338 h 1054594"/>
              <a:gd name="connsiteX37" fmla="*/ 636921 w 1704185"/>
              <a:gd name="connsiteY37" fmla="*/ 101221 h 1054594"/>
              <a:gd name="connsiteX38" fmla="*/ 654129 w 1704185"/>
              <a:gd name="connsiteY38" fmla="*/ 89475 h 1054594"/>
              <a:gd name="connsiteX39" fmla="*/ 671346 w 1704185"/>
              <a:gd name="connsiteY39" fmla="*/ 78988 h 1054594"/>
              <a:gd name="connsiteX40" fmla="*/ 688563 w 1704185"/>
              <a:gd name="connsiteY40" fmla="*/ 69647 h 1054594"/>
              <a:gd name="connsiteX41" fmla="*/ 705771 w 1704185"/>
              <a:gd name="connsiteY41" fmla="*/ 61346 h 1054594"/>
              <a:gd name="connsiteX42" fmla="*/ 722988 w 1704185"/>
              <a:gd name="connsiteY42" fmla="*/ 53983 h 1054594"/>
              <a:gd name="connsiteX43" fmla="*/ 740205 w 1704185"/>
              <a:gd name="connsiteY43" fmla="*/ 47463 h 1054594"/>
              <a:gd name="connsiteX44" fmla="*/ 757413 w 1704185"/>
              <a:gd name="connsiteY44" fmla="*/ 41702 h 1054594"/>
              <a:gd name="connsiteX45" fmla="*/ 774630 w 1704185"/>
              <a:gd name="connsiteY45" fmla="*/ 36614 h 1054594"/>
              <a:gd name="connsiteX46" fmla="*/ 791847 w 1704185"/>
              <a:gd name="connsiteY46" fmla="*/ 32129 h 1054594"/>
              <a:gd name="connsiteX47" fmla="*/ 809055 w 1704185"/>
              <a:gd name="connsiteY47" fmla="*/ 28178 h 1054594"/>
              <a:gd name="connsiteX48" fmla="*/ 826272 w 1704185"/>
              <a:gd name="connsiteY48" fmla="*/ 24702 h 1054594"/>
              <a:gd name="connsiteX49" fmla="*/ 843489 w 1704185"/>
              <a:gd name="connsiteY49" fmla="*/ 21647 h 1054594"/>
              <a:gd name="connsiteX50" fmla="*/ 860697 w 1704185"/>
              <a:gd name="connsiteY50" fmla="*/ 18961 h 1054594"/>
              <a:gd name="connsiteX51" fmla="*/ 877914 w 1704185"/>
              <a:gd name="connsiteY51" fmla="*/ 16604 h 1054594"/>
              <a:gd name="connsiteX52" fmla="*/ 895131 w 1704185"/>
              <a:gd name="connsiteY52" fmla="*/ 14536 h 1054594"/>
              <a:gd name="connsiteX53" fmla="*/ 912339 w 1704185"/>
              <a:gd name="connsiteY53" fmla="*/ 12722 h 1054594"/>
              <a:gd name="connsiteX54" fmla="*/ 929556 w 1704185"/>
              <a:gd name="connsiteY54" fmla="*/ 11131 h 1054594"/>
              <a:gd name="connsiteX55" fmla="*/ 946773 w 1704185"/>
              <a:gd name="connsiteY55" fmla="*/ 9738 h 1054594"/>
              <a:gd name="connsiteX56" fmla="*/ 963981 w 1704185"/>
              <a:gd name="connsiteY56" fmla="*/ 8517 h 1054594"/>
              <a:gd name="connsiteX57" fmla="*/ 981198 w 1704185"/>
              <a:gd name="connsiteY57" fmla="*/ 7447 h 1054594"/>
              <a:gd name="connsiteX58" fmla="*/ 998415 w 1704185"/>
              <a:gd name="connsiteY58" fmla="*/ 6511 h 1054594"/>
              <a:gd name="connsiteX59" fmla="*/ 1015623 w 1704185"/>
              <a:gd name="connsiteY59" fmla="*/ 5692 h 1054594"/>
              <a:gd name="connsiteX60" fmla="*/ 1032840 w 1704185"/>
              <a:gd name="connsiteY60" fmla="*/ 4974 h 1054594"/>
              <a:gd name="connsiteX61" fmla="*/ 1050057 w 1704185"/>
              <a:gd name="connsiteY61" fmla="*/ 4347 h 1054594"/>
              <a:gd name="connsiteX62" fmla="*/ 1067265 w 1704185"/>
              <a:gd name="connsiteY62" fmla="*/ 3797 h 1054594"/>
              <a:gd name="connsiteX63" fmla="*/ 1084482 w 1704185"/>
              <a:gd name="connsiteY63" fmla="*/ 3317 h 1054594"/>
              <a:gd name="connsiteX64" fmla="*/ 1101699 w 1704185"/>
              <a:gd name="connsiteY64" fmla="*/ 2897 h 1054594"/>
              <a:gd name="connsiteX65" fmla="*/ 1118907 w 1704185"/>
              <a:gd name="connsiteY65" fmla="*/ 2529 h 1054594"/>
              <a:gd name="connsiteX66" fmla="*/ 1136124 w 1704185"/>
              <a:gd name="connsiteY66" fmla="*/ 2208 h 1054594"/>
              <a:gd name="connsiteX67" fmla="*/ 1153341 w 1704185"/>
              <a:gd name="connsiteY67" fmla="*/ 1927 h 1054594"/>
              <a:gd name="connsiteX68" fmla="*/ 1170549 w 1704185"/>
              <a:gd name="connsiteY68" fmla="*/ 1681 h 1054594"/>
              <a:gd name="connsiteX69" fmla="*/ 1187766 w 1704185"/>
              <a:gd name="connsiteY69" fmla="*/ 1466 h 1054594"/>
              <a:gd name="connsiteX70" fmla="*/ 1204983 w 1704185"/>
              <a:gd name="connsiteY70" fmla="*/ 1279 h 1054594"/>
              <a:gd name="connsiteX71" fmla="*/ 1222191 w 1704185"/>
              <a:gd name="connsiteY71" fmla="*/ 1114 h 1054594"/>
              <a:gd name="connsiteX72" fmla="*/ 1239408 w 1704185"/>
              <a:gd name="connsiteY72" fmla="*/ 971 h 1054594"/>
              <a:gd name="connsiteX73" fmla="*/ 1256625 w 1704185"/>
              <a:gd name="connsiteY73" fmla="*/ 845 h 1054594"/>
              <a:gd name="connsiteX74" fmla="*/ 1273833 w 1704185"/>
              <a:gd name="connsiteY74" fmla="*/ 735 h 1054594"/>
              <a:gd name="connsiteX75" fmla="*/ 1291050 w 1704185"/>
              <a:gd name="connsiteY75" fmla="*/ 640 h 1054594"/>
              <a:gd name="connsiteX76" fmla="*/ 1308267 w 1704185"/>
              <a:gd name="connsiteY76" fmla="*/ 556 h 1054594"/>
              <a:gd name="connsiteX77" fmla="*/ 1325475 w 1704185"/>
              <a:gd name="connsiteY77" fmla="*/ 482 h 1054594"/>
              <a:gd name="connsiteX78" fmla="*/ 1342692 w 1704185"/>
              <a:gd name="connsiteY78" fmla="*/ 418 h 1054594"/>
              <a:gd name="connsiteX79" fmla="*/ 1359909 w 1704185"/>
              <a:gd name="connsiteY79" fmla="*/ 362 h 1054594"/>
              <a:gd name="connsiteX80" fmla="*/ 1377117 w 1704185"/>
              <a:gd name="connsiteY80" fmla="*/ 313 h 1054594"/>
              <a:gd name="connsiteX81" fmla="*/ 1394334 w 1704185"/>
              <a:gd name="connsiteY81" fmla="*/ 271 h 1054594"/>
              <a:gd name="connsiteX82" fmla="*/ 1411551 w 1704185"/>
              <a:gd name="connsiteY82" fmla="*/ 233 h 1054594"/>
              <a:gd name="connsiteX83" fmla="*/ 1428759 w 1704185"/>
              <a:gd name="connsiteY83" fmla="*/ 201 h 1054594"/>
              <a:gd name="connsiteX84" fmla="*/ 1445976 w 1704185"/>
              <a:gd name="connsiteY84" fmla="*/ 172 h 1054594"/>
              <a:gd name="connsiteX85" fmla="*/ 1463193 w 1704185"/>
              <a:gd name="connsiteY85" fmla="*/ 147 h 1054594"/>
              <a:gd name="connsiteX86" fmla="*/ 1480401 w 1704185"/>
              <a:gd name="connsiteY86" fmla="*/ 125 h 1054594"/>
              <a:gd name="connsiteX87" fmla="*/ 1497618 w 1704185"/>
              <a:gd name="connsiteY87" fmla="*/ 106 h 1054594"/>
              <a:gd name="connsiteX88" fmla="*/ 1514835 w 1704185"/>
              <a:gd name="connsiteY88" fmla="*/ 89 h 1054594"/>
              <a:gd name="connsiteX89" fmla="*/ 1532043 w 1704185"/>
              <a:gd name="connsiteY89" fmla="*/ 75 h 1054594"/>
              <a:gd name="connsiteX90" fmla="*/ 1549260 w 1704185"/>
              <a:gd name="connsiteY90" fmla="*/ 62 h 1054594"/>
              <a:gd name="connsiteX91" fmla="*/ 1566477 w 1704185"/>
              <a:gd name="connsiteY91" fmla="*/ 51 h 1054594"/>
              <a:gd name="connsiteX92" fmla="*/ 1583685 w 1704185"/>
              <a:gd name="connsiteY92" fmla="*/ 41 h 1054594"/>
              <a:gd name="connsiteX93" fmla="*/ 1600902 w 1704185"/>
              <a:gd name="connsiteY93" fmla="*/ 33 h 1054594"/>
              <a:gd name="connsiteX94" fmla="*/ 1618119 w 1704185"/>
              <a:gd name="connsiteY94" fmla="*/ 25 h 1054594"/>
              <a:gd name="connsiteX95" fmla="*/ 1635327 w 1704185"/>
              <a:gd name="connsiteY95" fmla="*/ 19 h 1054594"/>
              <a:gd name="connsiteX96" fmla="*/ 1652544 w 1704185"/>
              <a:gd name="connsiteY96" fmla="*/ 13 h 1054594"/>
              <a:gd name="connsiteX97" fmla="*/ 1669761 w 1704185"/>
              <a:gd name="connsiteY97" fmla="*/ 8 h 1054594"/>
              <a:gd name="connsiteX98" fmla="*/ 1686969 w 1704185"/>
              <a:gd name="connsiteY98" fmla="*/ 4 h 1054594"/>
              <a:gd name="connsiteX99" fmla="*/ 1704186 w 1704185"/>
              <a:gd name="connsiteY99" fmla="*/ 0 h 1054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704185" h="1054594">
                <a:moveTo>
                  <a:pt x="0" y="1054595"/>
                </a:moveTo>
                <a:lnTo>
                  <a:pt x="17213" y="1044812"/>
                </a:lnTo>
                <a:lnTo>
                  <a:pt x="34428" y="1033832"/>
                </a:lnTo>
                <a:lnTo>
                  <a:pt x="51642" y="1021556"/>
                </a:lnTo>
                <a:lnTo>
                  <a:pt x="68855" y="1007858"/>
                </a:lnTo>
                <a:lnTo>
                  <a:pt x="86070" y="992630"/>
                </a:lnTo>
                <a:lnTo>
                  <a:pt x="103284" y="975764"/>
                </a:lnTo>
                <a:lnTo>
                  <a:pt x="120497" y="957152"/>
                </a:lnTo>
                <a:lnTo>
                  <a:pt x="137712" y="936704"/>
                </a:lnTo>
                <a:lnTo>
                  <a:pt x="154926" y="914366"/>
                </a:lnTo>
                <a:lnTo>
                  <a:pt x="172139" y="890066"/>
                </a:lnTo>
                <a:lnTo>
                  <a:pt x="189354" y="863813"/>
                </a:lnTo>
                <a:lnTo>
                  <a:pt x="206568" y="835607"/>
                </a:lnTo>
                <a:lnTo>
                  <a:pt x="223781" y="805512"/>
                </a:lnTo>
                <a:lnTo>
                  <a:pt x="240996" y="773633"/>
                </a:lnTo>
                <a:lnTo>
                  <a:pt x="258210" y="740120"/>
                </a:lnTo>
                <a:lnTo>
                  <a:pt x="275423" y="705167"/>
                </a:lnTo>
                <a:lnTo>
                  <a:pt x="292638" y="669018"/>
                </a:lnTo>
                <a:lnTo>
                  <a:pt x="309852" y="631950"/>
                </a:lnTo>
                <a:lnTo>
                  <a:pt x="327065" y="594277"/>
                </a:lnTo>
                <a:lnTo>
                  <a:pt x="344280" y="556331"/>
                </a:lnTo>
                <a:lnTo>
                  <a:pt x="361494" y="518452"/>
                </a:lnTo>
                <a:lnTo>
                  <a:pt x="378707" y="480984"/>
                </a:lnTo>
                <a:lnTo>
                  <a:pt x="395922" y="444247"/>
                </a:lnTo>
                <a:lnTo>
                  <a:pt x="413136" y="408545"/>
                </a:lnTo>
                <a:lnTo>
                  <a:pt x="430349" y="374142"/>
                </a:lnTo>
                <a:lnTo>
                  <a:pt x="447564" y="341261"/>
                </a:lnTo>
                <a:lnTo>
                  <a:pt x="464778" y="310081"/>
                </a:lnTo>
                <a:lnTo>
                  <a:pt x="481991" y="280733"/>
                </a:lnTo>
                <a:lnTo>
                  <a:pt x="499206" y="253301"/>
                </a:lnTo>
                <a:lnTo>
                  <a:pt x="516420" y="227829"/>
                </a:lnTo>
                <a:lnTo>
                  <a:pt x="533633" y="204320"/>
                </a:lnTo>
                <a:lnTo>
                  <a:pt x="550845" y="182744"/>
                </a:lnTo>
                <a:lnTo>
                  <a:pt x="568062" y="163043"/>
                </a:lnTo>
                <a:lnTo>
                  <a:pt x="585279" y="145140"/>
                </a:lnTo>
                <a:lnTo>
                  <a:pt x="602487" y="128940"/>
                </a:lnTo>
                <a:lnTo>
                  <a:pt x="619704" y="114338"/>
                </a:lnTo>
                <a:lnTo>
                  <a:pt x="636921" y="101221"/>
                </a:lnTo>
                <a:lnTo>
                  <a:pt x="654129" y="89475"/>
                </a:lnTo>
                <a:lnTo>
                  <a:pt x="671346" y="78988"/>
                </a:lnTo>
                <a:lnTo>
                  <a:pt x="688563" y="69647"/>
                </a:lnTo>
                <a:lnTo>
                  <a:pt x="705771" y="61346"/>
                </a:lnTo>
                <a:lnTo>
                  <a:pt x="722988" y="53983"/>
                </a:lnTo>
                <a:lnTo>
                  <a:pt x="740205" y="47463"/>
                </a:lnTo>
                <a:lnTo>
                  <a:pt x="757413" y="41702"/>
                </a:lnTo>
                <a:lnTo>
                  <a:pt x="774630" y="36614"/>
                </a:lnTo>
                <a:lnTo>
                  <a:pt x="791847" y="32129"/>
                </a:lnTo>
                <a:lnTo>
                  <a:pt x="809055" y="28178"/>
                </a:lnTo>
                <a:lnTo>
                  <a:pt x="826272" y="24702"/>
                </a:lnTo>
                <a:lnTo>
                  <a:pt x="843489" y="21647"/>
                </a:lnTo>
                <a:lnTo>
                  <a:pt x="860697" y="18961"/>
                </a:lnTo>
                <a:lnTo>
                  <a:pt x="877914" y="16604"/>
                </a:lnTo>
                <a:lnTo>
                  <a:pt x="895131" y="14536"/>
                </a:lnTo>
                <a:lnTo>
                  <a:pt x="912339" y="12722"/>
                </a:lnTo>
                <a:lnTo>
                  <a:pt x="929556" y="11131"/>
                </a:lnTo>
                <a:lnTo>
                  <a:pt x="946773" y="9738"/>
                </a:lnTo>
                <a:lnTo>
                  <a:pt x="963981" y="8517"/>
                </a:lnTo>
                <a:lnTo>
                  <a:pt x="981198" y="7447"/>
                </a:lnTo>
                <a:lnTo>
                  <a:pt x="998415" y="6511"/>
                </a:lnTo>
                <a:lnTo>
                  <a:pt x="1015623" y="5692"/>
                </a:lnTo>
                <a:lnTo>
                  <a:pt x="1032840" y="4974"/>
                </a:lnTo>
                <a:lnTo>
                  <a:pt x="1050057" y="4347"/>
                </a:lnTo>
                <a:lnTo>
                  <a:pt x="1067265" y="3797"/>
                </a:lnTo>
                <a:lnTo>
                  <a:pt x="1084482" y="3317"/>
                </a:lnTo>
                <a:lnTo>
                  <a:pt x="1101699" y="2897"/>
                </a:lnTo>
                <a:lnTo>
                  <a:pt x="1118907" y="2529"/>
                </a:lnTo>
                <a:lnTo>
                  <a:pt x="1136124" y="2208"/>
                </a:lnTo>
                <a:lnTo>
                  <a:pt x="1153341" y="1927"/>
                </a:lnTo>
                <a:lnTo>
                  <a:pt x="1170549" y="1681"/>
                </a:lnTo>
                <a:lnTo>
                  <a:pt x="1187766" y="1466"/>
                </a:lnTo>
                <a:lnTo>
                  <a:pt x="1204983" y="1279"/>
                </a:lnTo>
                <a:lnTo>
                  <a:pt x="1222191" y="1114"/>
                </a:lnTo>
                <a:lnTo>
                  <a:pt x="1239408" y="971"/>
                </a:lnTo>
                <a:lnTo>
                  <a:pt x="1256625" y="845"/>
                </a:lnTo>
                <a:lnTo>
                  <a:pt x="1273833" y="735"/>
                </a:lnTo>
                <a:lnTo>
                  <a:pt x="1291050" y="640"/>
                </a:lnTo>
                <a:lnTo>
                  <a:pt x="1308267" y="556"/>
                </a:lnTo>
                <a:lnTo>
                  <a:pt x="1325475" y="482"/>
                </a:lnTo>
                <a:lnTo>
                  <a:pt x="1342692" y="418"/>
                </a:lnTo>
                <a:lnTo>
                  <a:pt x="1359909" y="362"/>
                </a:lnTo>
                <a:lnTo>
                  <a:pt x="1377117" y="313"/>
                </a:lnTo>
                <a:lnTo>
                  <a:pt x="1394334" y="271"/>
                </a:lnTo>
                <a:lnTo>
                  <a:pt x="1411551" y="233"/>
                </a:lnTo>
                <a:lnTo>
                  <a:pt x="1428759" y="201"/>
                </a:lnTo>
                <a:lnTo>
                  <a:pt x="1445976" y="172"/>
                </a:lnTo>
                <a:lnTo>
                  <a:pt x="1463193" y="147"/>
                </a:lnTo>
                <a:lnTo>
                  <a:pt x="1480401" y="125"/>
                </a:lnTo>
                <a:lnTo>
                  <a:pt x="1497618" y="106"/>
                </a:lnTo>
                <a:lnTo>
                  <a:pt x="1514835" y="89"/>
                </a:lnTo>
                <a:lnTo>
                  <a:pt x="1532043" y="75"/>
                </a:lnTo>
                <a:lnTo>
                  <a:pt x="1549260" y="62"/>
                </a:lnTo>
                <a:lnTo>
                  <a:pt x="1566477" y="51"/>
                </a:lnTo>
                <a:lnTo>
                  <a:pt x="1583685" y="41"/>
                </a:lnTo>
                <a:lnTo>
                  <a:pt x="1600902" y="33"/>
                </a:lnTo>
                <a:lnTo>
                  <a:pt x="1618119" y="25"/>
                </a:lnTo>
                <a:lnTo>
                  <a:pt x="1635327" y="19"/>
                </a:lnTo>
                <a:lnTo>
                  <a:pt x="1652544" y="13"/>
                </a:lnTo>
                <a:lnTo>
                  <a:pt x="1669761" y="8"/>
                </a:lnTo>
                <a:lnTo>
                  <a:pt x="1686969" y="4"/>
                </a:lnTo>
                <a:lnTo>
                  <a:pt x="1704186" y="0"/>
                </a:lnTo>
              </a:path>
            </a:pathLst>
          </a:custGeom>
          <a:noFill/>
          <a:ln w="10763" cap="rnd">
            <a:solidFill>
              <a:srgbClr val="3DA44D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5" name="Freeform 244">
            <a:extLst>
              <a:ext uri="{FF2B5EF4-FFF2-40B4-BE49-F238E27FC236}">
                <a16:creationId xmlns:a16="http://schemas.microsoft.com/office/drawing/2014/main" id="{9AB41F98-8AEF-7934-7B34-E1AB97137715}"/>
              </a:ext>
            </a:extLst>
          </p:cNvPr>
          <p:cNvSpPr/>
          <p:nvPr/>
        </p:nvSpPr>
        <p:spPr>
          <a:xfrm>
            <a:off x="5438465" y="2000132"/>
            <a:ext cx="1704185" cy="1107513"/>
          </a:xfrm>
          <a:custGeom>
            <a:avLst/>
            <a:gdLst>
              <a:gd name="connsiteX0" fmla="*/ 0 w 1704185"/>
              <a:gd name="connsiteY0" fmla="*/ 1107514 h 1107513"/>
              <a:gd name="connsiteX1" fmla="*/ 17213 w 1704185"/>
              <a:gd name="connsiteY1" fmla="*/ 1104651 h 1107513"/>
              <a:gd name="connsiteX2" fmla="*/ 34428 w 1704185"/>
              <a:gd name="connsiteY2" fmla="*/ 1101393 h 1107513"/>
              <a:gd name="connsiteX3" fmla="*/ 51642 w 1704185"/>
              <a:gd name="connsiteY3" fmla="*/ 1097685 h 1107513"/>
              <a:gd name="connsiteX4" fmla="*/ 68855 w 1704185"/>
              <a:gd name="connsiteY4" fmla="*/ 1093474 h 1107513"/>
              <a:gd name="connsiteX5" fmla="*/ 86070 w 1704185"/>
              <a:gd name="connsiteY5" fmla="*/ 1088704 h 1107513"/>
              <a:gd name="connsiteX6" fmla="*/ 103284 w 1704185"/>
              <a:gd name="connsiteY6" fmla="*/ 1083285 h 1107513"/>
              <a:gd name="connsiteX7" fmla="*/ 120497 w 1704185"/>
              <a:gd name="connsiteY7" fmla="*/ 1077157 h 1107513"/>
              <a:gd name="connsiteX8" fmla="*/ 137712 w 1704185"/>
              <a:gd name="connsiteY8" fmla="*/ 1070226 h 1107513"/>
              <a:gd name="connsiteX9" fmla="*/ 154926 w 1704185"/>
              <a:gd name="connsiteY9" fmla="*/ 1062406 h 1107513"/>
              <a:gd name="connsiteX10" fmla="*/ 172139 w 1704185"/>
              <a:gd name="connsiteY10" fmla="*/ 1053594 h 1107513"/>
              <a:gd name="connsiteX11" fmla="*/ 189354 w 1704185"/>
              <a:gd name="connsiteY11" fmla="*/ 1043694 h 1107513"/>
              <a:gd name="connsiteX12" fmla="*/ 206568 w 1704185"/>
              <a:gd name="connsiteY12" fmla="*/ 1032598 h 1107513"/>
              <a:gd name="connsiteX13" fmla="*/ 223781 w 1704185"/>
              <a:gd name="connsiteY13" fmla="*/ 1020177 h 1107513"/>
              <a:gd name="connsiteX14" fmla="*/ 240996 w 1704185"/>
              <a:gd name="connsiteY14" fmla="*/ 1006335 h 1107513"/>
              <a:gd name="connsiteX15" fmla="*/ 258210 w 1704185"/>
              <a:gd name="connsiteY15" fmla="*/ 990945 h 1107513"/>
              <a:gd name="connsiteX16" fmla="*/ 275423 w 1704185"/>
              <a:gd name="connsiteY16" fmla="*/ 973908 h 1107513"/>
              <a:gd name="connsiteX17" fmla="*/ 292638 w 1704185"/>
              <a:gd name="connsiteY17" fmla="*/ 955116 h 1107513"/>
              <a:gd name="connsiteX18" fmla="*/ 309852 w 1704185"/>
              <a:gd name="connsiteY18" fmla="*/ 934488 h 1107513"/>
              <a:gd name="connsiteX19" fmla="*/ 327065 w 1704185"/>
              <a:gd name="connsiteY19" fmla="*/ 911943 h 1107513"/>
              <a:gd name="connsiteX20" fmla="*/ 344280 w 1704185"/>
              <a:gd name="connsiteY20" fmla="*/ 887454 h 1107513"/>
              <a:gd name="connsiteX21" fmla="*/ 361494 w 1704185"/>
              <a:gd name="connsiteY21" fmla="*/ 861003 h 1107513"/>
              <a:gd name="connsiteX22" fmla="*/ 378707 w 1704185"/>
              <a:gd name="connsiteY22" fmla="*/ 832608 h 1107513"/>
              <a:gd name="connsiteX23" fmla="*/ 395922 w 1704185"/>
              <a:gd name="connsiteY23" fmla="*/ 802329 h 1107513"/>
              <a:gd name="connsiteX24" fmla="*/ 413136 w 1704185"/>
              <a:gd name="connsiteY24" fmla="*/ 770279 h 1107513"/>
              <a:gd name="connsiteX25" fmla="*/ 430349 w 1704185"/>
              <a:gd name="connsiteY25" fmla="*/ 736612 h 1107513"/>
              <a:gd name="connsiteX26" fmla="*/ 447564 w 1704185"/>
              <a:gd name="connsiteY26" fmla="*/ 701528 h 1107513"/>
              <a:gd name="connsiteX27" fmla="*/ 464778 w 1704185"/>
              <a:gd name="connsiteY27" fmla="*/ 665274 h 1107513"/>
              <a:gd name="connsiteX28" fmla="*/ 481991 w 1704185"/>
              <a:gd name="connsiteY28" fmla="*/ 628132 h 1107513"/>
              <a:gd name="connsiteX29" fmla="*/ 499206 w 1704185"/>
              <a:gd name="connsiteY29" fmla="*/ 590416 h 1107513"/>
              <a:gd name="connsiteX30" fmla="*/ 516420 w 1704185"/>
              <a:gd name="connsiteY30" fmla="*/ 552461 h 1107513"/>
              <a:gd name="connsiteX31" fmla="*/ 533633 w 1704185"/>
              <a:gd name="connsiteY31" fmla="*/ 514609 h 1107513"/>
              <a:gd name="connsiteX32" fmla="*/ 550845 w 1704185"/>
              <a:gd name="connsiteY32" fmla="*/ 477198 h 1107513"/>
              <a:gd name="connsiteX33" fmla="*/ 568062 w 1704185"/>
              <a:gd name="connsiteY33" fmla="*/ 440552 h 1107513"/>
              <a:gd name="connsiteX34" fmla="*/ 585279 w 1704185"/>
              <a:gd name="connsiteY34" fmla="*/ 404969 h 1107513"/>
              <a:gd name="connsiteX35" fmla="*/ 602487 w 1704185"/>
              <a:gd name="connsiteY35" fmla="*/ 370709 h 1107513"/>
              <a:gd name="connsiteX36" fmla="*/ 619704 w 1704185"/>
              <a:gd name="connsiteY36" fmla="*/ 337990 h 1107513"/>
              <a:gd name="connsiteX37" fmla="*/ 636921 w 1704185"/>
              <a:gd name="connsiteY37" fmla="*/ 306988 h 1107513"/>
              <a:gd name="connsiteX38" fmla="*/ 654129 w 1704185"/>
              <a:gd name="connsiteY38" fmla="*/ 277829 h 1107513"/>
              <a:gd name="connsiteX39" fmla="*/ 671346 w 1704185"/>
              <a:gd name="connsiteY39" fmla="*/ 250592 h 1107513"/>
              <a:gd name="connsiteX40" fmla="*/ 688563 w 1704185"/>
              <a:gd name="connsiteY40" fmla="*/ 225316 h 1107513"/>
              <a:gd name="connsiteX41" fmla="*/ 705771 w 1704185"/>
              <a:gd name="connsiteY41" fmla="*/ 202003 h 1107513"/>
              <a:gd name="connsiteX42" fmla="*/ 722988 w 1704185"/>
              <a:gd name="connsiteY42" fmla="*/ 180617 h 1107513"/>
              <a:gd name="connsiteX43" fmla="*/ 740205 w 1704185"/>
              <a:gd name="connsiteY43" fmla="*/ 161100 h 1107513"/>
              <a:gd name="connsiteX44" fmla="*/ 757413 w 1704185"/>
              <a:gd name="connsiteY44" fmla="*/ 143372 h 1107513"/>
              <a:gd name="connsiteX45" fmla="*/ 774630 w 1704185"/>
              <a:gd name="connsiteY45" fmla="*/ 127337 h 1107513"/>
              <a:gd name="connsiteX46" fmla="*/ 791847 w 1704185"/>
              <a:gd name="connsiteY46" fmla="*/ 112887 h 1107513"/>
              <a:gd name="connsiteX47" fmla="*/ 809055 w 1704185"/>
              <a:gd name="connsiteY47" fmla="*/ 99913 h 1107513"/>
              <a:gd name="connsiteX48" fmla="*/ 826272 w 1704185"/>
              <a:gd name="connsiteY48" fmla="*/ 88299 h 1107513"/>
              <a:gd name="connsiteX49" fmla="*/ 843489 w 1704185"/>
              <a:gd name="connsiteY49" fmla="*/ 77931 h 1107513"/>
              <a:gd name="connsiteX50" fmla="*/ 860697 w 1704185"/>
              <a:gd name="connsiteY50" fmla="*/ 68698 h 1107513"/>
              <a:gd name="connsiteX51" fmla="*/ 877914 w 1704185"/>
              <a:gd name="connsiteY51" fmla="*/ 60495 h 1107513"/>
              <a:gd name="connsiteX52" fmla="*/ 895131 w 1704185"/>
              <a:gd name="connsiteY52" fmla="*/ 53221 h 1107513"/>
              <a:gd name="connsiteX53" fmla="*/ 912339 w 1704185"/>
              <a:gd name="connsiteY53" fmla="*/ 46782 h 1107513"/>
              <a:gd name="connsiteX54" fmla="*/ 929556 w 1704185"/>
              <a:gd name="connsiteY54" fmla="*/ 41090 h 1107513"/>
              <a:gd name="connsiteX55" fmla="*/ 946773 w 1704185"/>
              <a:gd name="connsiteY55" fmla="*/ 36066 h 1107513"/>
              <a:gd name="connsiteX56" fmla="*/ 963981 w 1704185"/>
              <a:gd name="connsiteY56" fmla="*/ 31637 h 1107513"/>
              <a:gd name="connsiteX57" fmla="*/ 981198 w 1704185"/>
              <a:gd name="connsiteY57" fmla="*/ 27738 h 1107513"/>
              <a:gd name="connsiteX58" fmla="*/ 998415 w 1704185"/>
              <a:gd name="connsiteY58" fmla="*/ 24306 h 1107513"/>
              <a:gd name="connsiteX59" fmla="*/ 1015623 w 1704185"/>
              <a:gd name="connsiteY59" fmla="*/ 21288 h 1107513"/>
              <a:gd name="connsiteX60" fmla="*/ 1032840 w 1704185"/>
              <a:gd name="connsiteY60" fmla="*/ 18639 h 1107513"/>
              <a:gd name="connsiteX61" fmla="*/ 1050057 w 1704185"/>
              <a:gd name="connsiteY61" fmla="*/ 16312 h 1107513"/>
              <a:gd name="connsiteX62" fmla="*/ 1067265 w 1704185"/>
              <a:gd name="connsiteY62" fmla="*/ 14270 h 1107513"/>
              <a:gd name="connsiteX63" fmla="*/ 1084482 w 1704185"/>
              <a:gd name="connsiteY63" fmla="*/ 12480 h 1107513"/>
              <a:gd name="connsiteX64" fmla="*/ 1101699 w 1704185"/>
              <a:gd name="connsiteY64" fmla="*/ 10910 h 1107513"/>
              <a:gd name="connsiteX65" fmla="*/ 1118907 w 1704185"/>
              <a:gd name="connsiteY65" fmla="*/ 9535 h 1107513"/>
              <a:gd name="connsiteX66" fmla="*/ 1136124 w 1704185"/>
              <a:gd name="connsiteY66" fmla="*/ 8330 h 1107513"/>
              <a:gd name="connsiteX67" fmla="*/ 1153341 w 1704185"/>
              <a:gd name="connsiteY67" fmla="*/ 7275 h 1107513"/>
              <a:gd name="connsiteX68" fmla="*/ 1170549 w 1704185"/>
              <a:gd name="connsiteY68" fmla="*/ 6351 h 1107513"/>
              <a:gd name="connsiteX69" fmla="*/ 1187766 w 1704185"/>
              <a:gd name="connsiteY69" fmla="*/ 5542 h 1107513"/>
              <a:gd name="connsiteX70" fmla="*/ 1204983 w 1704185"/>
              <a:gd name="connsiteY70" fmla="*/ 4834 h 1107513"/>
              <a:gd name="connsiteX71" fmla="*/ 1222191 w 1704185"/>
              <a:gd name="connsiteY71" fmla="*/ 4215 h 1107513"/>
              <a:gd name="connsiteX72" fmla="*/ 1239408 w 1704185"/>
              <a:gd name="connsiteY72" fmla="*/ 3673 h 1107513"/>
              <a:gd name="connsiteX73" fmla="*/ 1256625 w 1704185"/>
              <a:gd name="connsiteY73" fmla="*/ 3199 h 1107513"/>
              <a:gd name="connsiteX74" fmla="*/ 1273833 w 1704185"/>
              <a:gd name="connsiteY74" fmla="*/ 2784 h 1107513"/>
              <a:gd name="connsiteX75" fmla="*/ 1291050 w 1704185"/>
              <a:gd name="connsiteY75" fmla="*/ 2422 h 1107513"/>
              <a:gd name="connsiteX76" fmla="*/ 1308267 w 1704185"/>
              <a:gd name="connsiteY76" fmla="*/ 2105 h 1107513"/>
              <a:gd name="connsiteX77" fmla="*/ 1325475 w 1704185"/>
              <a:gd name="connsiteY77" fmla="*/ 1827 h 1107513"/>
              <a:gd name="connsiteX78" fmla="*/ 1342692 w 1704185"/>
              <a:gd name="connsiteY78" fmla="*/ 1585 h 1107513"/>
              <a:gd name="connsiteX79" fmla="*/ 1359909 w 1704185"/>
              <a:gd name="connsiteY79" fmla="*/ 1373 h 1107513"/>
              <a:gd name="connsiteX80" fmla="*/ 1377117 w 1704185"/>
              <a:gd name="connsiteY80" fmla="*/ 1188 h 1107513"/>
              <a:gd name="connsiteX81" fmla="*/ 1394334 w 1704185"/>
              <a:gd name="connsiteY81" fmla="*/ 1026 h 1107513"/>
              <a:gd name="connsiteX82" fmla="*/ 1411551 w 1704185"/>
              <a:gd name="connsiteY82" fmla="*/ 884 h 1107513"/>
              <a:gd name="connsiteX83" fmla="*/ 1428759 w 1704185"/>
              <a:gd name="connsiteY83" fmla="*/ 760 h 1107513"/>
              <a:gd name="connsiteX84" fmla="*/ 1445976 w 1704185"/>
              <a:gd name="connsiteY84" fmla="*/ 652 h 1107513"/>
              <a:gd name="connsiteX85" fmla="*/ 1463193 w 1704185"/>
              <a:gd name="connsiteY85" fmla="*/ 557 h 1107513"/>
              <a:gd name="connsiteX86" fmla="*/ 1480401 w 1704185"/>
              <a:gd name="connsiteY86" fmla="*/ 474 h 1107513"/>
              <a:gd name="connsiteX87" fmla="*/ 1497618 w 1704185"/>
              <a:gd name="connsiteY87" fmla="*/ 402 h 1107513"/>
              <a:gd name="connsiteX88" fmla="*/ 1514835 w 1704185"/>
              <a:gd name="connsiteY88" fmla="*/ 339 h 1107513"/>
              <a:gd name="connsiteX89" fmla="*/ 1532043 w 1704185"/>
              <a:gd name="connsiteY89" fmla="*/ 284 h 1107513"/>
              <a:gd name="connsiteX90" fmla="*/ 1549260 w 1704185"/>
              <a:gd name="connsiteY90" fmla="*/ 235 h 1107513"/>
              <a:gd name="connsiteX91" fmla="*/ 1566477 w 1704185"/>
              <a:gd name="connsiteY91" fmla="*/ 193 h 1107513"/>
              <a:gd name="connsiteX92" fmla="*/ 1583685 w 1704185"/>
              <a:gd name="connsiteY92" fmla="*/ 156 h 1107513"/>
              <a:gd name="connsiteX93" fmla="*/ 1600902 w 1704185"/>
              <a:gd name="connsiteY93" fmla="*/ 124 h 1107513"/>
              <a:gd name="connsiteX94" fmla="*/ 1618119 w 1704185"/>
              <a:gd name="connsiteY94" fmla="*/ 96 h 1107513"/>
              <a:gd name="connsiteX95" fmla="*/ 1635327 w 1704185"/>
              <a:gd name="connsiteY95" fmla="*/ 71 h 1107513"/>
              <a:gd name="connsiteX96" fmla="*/ 1652544 w 1704185"/>
              <a:gd name="connsiteY96" fmla="*/ 50 h 1107513"/>
              <a:gd name="connsiteX97" fmla="*/ 1669761 w 1704185"/>
              <a:gd name="connsiteY97" fmla="*/ 31 h 1107513"/>
              <a:gd name="connsiteX98" fmla="*/ 1686969 w 1704185"/>
              <a:gd name="connsiteY98" fmla="*/ 14 h 1107513"/>
              <a:gd name="connsiteX99" fmla="*/ 1704186 w 1704185"/>
              <a:gd name="connsiteY99" fmla="*/ 0 h 110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704185" h="1107513">
                <a:moveTo>
                  <a:pt x="0" y="1107514"/>
                </a:moveTo>
                <a:lnTo>
                  <a:pt x="17213" y="1104651"/>
                </a:lnTo>
                <a:lnTo>
                  <a:pt x="34428" y="1101393"/>
                </a:lnTo>
                <a:lnTo>
                  <a:pt x="51642" y="1097685"/>
                </a:lnTo>
                <a:lnTo>
                  <a:pt x="68855" y="1093474"/>
                </a:lnTo>
                <a:lnTo>
                  <a:pt x="86070" y="1088704"/>
                </a:lnTo>
                <a:lnTo>
                  <a:pt x="103284" y="1083285"/>
                </a:lnTo>
                <a:lnTo>
                  <a:pt x="120497" y="1077157"/>
                </a:lnTo>
                <a:lnTo>
                  <a:pt x="137712" y="1070226"/>
                </a:lnTo>
                <a:lnTo>
                  <a:pt x="154926" y="1062406"/>
                </a:lnTo>
                <a:lnTo>
                  <a:pt x="172139" y="1053594"/>
                </a:lnTo>
                <a:lnTo>
                  <a:pt x="189354" y="1043694"/>
                </a:lnTo>
                <a:lnTo>
                  <a:pt x="206568" y="1032598"/>
                </a:lnTo>
                <a:lnTo>
                  <a:pt x="223781" y="1020177"/>
                </a:lnTo>
                <a:lnTo>
                  <a:pt x="240996" y="1006335"/>
                </a:lnTo>
                <a:lnTo>
                  <a:pt x="258210" y="990945"/>
                </a:lnTo>
                <a:lnTo>
                  <a:pt x="275423" y="973908"/>
                </a:lnTo>
                <a:lnTo>
                  <a:pt x="292638" y="955116"/>
                </a:lnTo>
                <a:lnTo>
                  <a:pt x="309852" y="934488"/>
                </a:lnTo>
                <a:lnTo>
                  <a:pt x="327065" y="911943"/>
                </a:lnTo>
                <a:lnTo>
                  <a:pt x="344280" y="887454"/>
                </a:lnTo>
                <a:lnTo>
                  <a:pt x="361494" y="861003"/>
                </a:lnTo>
                <a:lnTo>
                  <a:pt x="378707" y="832608"/>
                </a:lnTo>
                <a:lnTo>
                  <a:pt x="395922" y="802329"/>
                </a:lnTo>
                <a:lnTo>
                  <a:pt x="413136" y="770279"/>
                </a:lnTo>
                <a:lnTo>
                  <a:pt x="430349" y="736612"/>
                </a:lnTo>
                <a:lnTo>
                  <a:pt x="447564" y="701528"/>
                </a:lnTo>
                <a:lnTo>
                  <a:pt x="464778" y="665274"/>
                </a:lnTo>
                <a:lnTo>
                  <a:pt x="481991" y="628132"/>
                </a:lnTo>
                <a:lnTo>
                  <a:pt x="499206" y="590416"/>
                </a:lnTo>
                <a:lnTo>
                  <a:pt x="516420" y="552461"/>
                </a:lnTo>
                <a:lnTo>
                  <a:pt x="533633" y="514609"/>
                </a:lnTo>
                <a:lnTo>
                  <a:pt x="550845" y="477198"/>
                </a:lnTo>
                <a:lnTo>
                  <a:pt x="568062" y="440552"/>
                </a:lnTo>
                <a:lnTo>
                  <a:pt x="585279" y="404969"/>
                </a:lnTo>
                <a:lnTo>
                  <a:pt x="602487" y="370709"/>
                </a:lnTo>
                <a:lnTo>
                  <a:pt x="619704" y="337990"/>
                </a:lnTo>
                <a:lnTo>
                  <a:pt x="636921" y="306988"/>
                </a:lnTo>
                <a:lnTo>
                  <a:pt x="654129" y="277829"/>
                </a:lnTo>
                <a:lnTo>
                  <a:pt x="671346" y="250592"/>
                </a:lnTo>
                <a:lnTo>
                  <a:pt x="688563" y="225316"/>
                </a:lnTo>
                <a:lnTo>
                  <a:pt x="705771" y="202003"/>
                </a:lnTo>
                <a:lnTo>
                  <a:pt x="722988" y="180617"/>
                </a:lnTo>
                <a:lnTo>
                  <a:pt x="740205" y="161100"/>
                </a:lnTo>
                <a:lnTo>
                  <a:pt x="757413" y="143372"/>
                </a:lnTo>
                <a:lnTo>
                  <a:pt x="774630" y="127337"/>
                </a:lnTo>
                <a:lnTo>
                  <a:pt x="791847" y="112887"/>
                </a:lnTo>
                <a:lnTo>
                  <a:pt x="809055" y="99913"/>
                </a:lnTo>
                <a:lnTo>
                  <a:pt x="826272" y="88299"/>
                </a:lnTo>
                <a:lnTo>
                  <a:pt x="843489" y="77931"/>
                </a:lnTo>
                <a:lnTo>
                  <a:pt x="860697" y="68698"/>
                </a:lnTo>
                <a:lnTo>
                  <a:pt x="877914" y="60495"/>
                </a:lnTo>
                <a:lnTo>
                  <a:pt x="895131" y="53221"/>
                </a:lnTo>
                <a:lnTo>
                  <a:pt x="912339" y="46782"/>
                </a:lnTo>
                <a:lnTo>
                  <a:pt x="929556" y="41090"/>
                </a:lnTo>
                <a:lnTo>
                  <a:pt x="946773" y="36066"/>
                </a:lnTo>
                <a:lnTo>
                  <a:pt x="963981" y="31637"/>
                </a:lnTo>
                <a:lnTo>
                  <a:pt x="981198" y="27738"/>
                </a:lnTo>
                <a:lnTo>
                  <a:pt x="998415" y="24306"/>
                </a:lnTo>
                <a:lnTo>
                  <a:pt x="1015623" y="21288"/>
                </a:lnTo>
                <a:lnTo>
                  <a:pt x="1032840" y="18639"/>
                </a:lnTo>
                <a:lnTo>
                  <a:pt x="1050057" y="16312"/>
                </a:lnTo>
                <a:lnTo>
                  <a:pt x="1067265" y="14270"/>
                </a:lnTo>
                <a:lnTo>
                  <a:pt x="1084482" y="12480"/>
                </a:lnTo>
                <a:lnTo>
                  <a:pt x="1101699" y="10910"/>
                </a:lnTo>
                <a:lnTo>
                  <a:pt x="1118907" y="9535"/>
                </a:lnTo>
                <a:lnTo>
                  <a:pt x="1136124" y="8330"/>
                </a:lnTo>
                <a:lnTo>
                  <a:pt x="1153341" y="7275"/>
                </a:lnTo>
                <a:lnTo>
                  <a:pt x="1170549" y="6351"/>
                </a:lnTo>
                <a:lnTo>
                  <a:pt x="1187766" y="5542"/>
                </a:lnTo>
                <a:lnTo>
                  <a:pt x="1204983" y="4834"/>
                </a:lnTo>
                <a:lnTo>
                  <a:pt x="1222191" y="4215"/>
                </a:lnTo>
                <a:lnTo>
                  <a:pt x="1239408" y="3673"/>
                </a:lnTo>
                <a:lnTo>
                  <a:pt x="1256625" y="3199"/>
                </a:lnTo>
                <a:lnTo>
                  <a:pt x="1273833" y="2784"/>
                </a:lnTo>
                <a:lnTo>
                  <a:pt x="1291050" y="2422"/>
                </a:lnTo>
                <a:lnTo>
                  <a:pt x="1308267" y="2105"/>
                </a:lnTo>
                <a:lnTo>
                  <a:pt x="1325475" y="1827"/>
                </a:lnTo>
                <a:lnTo>
                  <a:pt x="1342692" y="1585"/>
                </a:lnTo>
                <a:lnTo>
                  <a:pt x="1359909" y="1373"/>
                </a:lnTo>
                <a:lnTo>
                  <a:pt x="1377117" y="1188"/>
                </a:lnTo>
                <a:lnTo>
                  <a:pt x="1394334" y="1026"/>
                </a:lnTo>
                <a:lnTo>
                  <a:pt x="1411551" y="884"/>
                </a:lnTo>
                <a:lnTo>
                  <a:pt x="1428759" y="760"/>
                </a:lnTo>
                <a:lnTo>
                  <a:pt x="1445976" y="652"/>
                </a:lnTo>
                <a:lnTo>
                  <a:pt x="1463193" y="557"/>
                </a:lnTo>
                <a:lnTo>
                  <a:pt x="1480401" y="474"/>
                </a:lnTo>
                <a:lnTo>
                  <a:pt x="1497618" y="402"/>
                </a:lnTo>
                <a:lnTo>
                  <a:pt x="1514835" y="339"/>
                </a:lnTo>
                <a:lnTo>
                  <a:pt x="1532043" y="284"/>
                </a:lnTo>
                <a:lnTo>
                  <a:pt x="1549260" y="235"/>
                </a:lnTo>
                <a:lnTo>
                  <a:pt x="1566477" y="193"/>
                </a:lnTo>
                <a:lnTo>
                  <a:pt x="1583685" y="156"/>
                </a:lnTo>
                <a:lnTo>
                  <a:pt x="1600902" y="124"/>
                </a:lnTo>
                <a:lnTo>
                  <a:pt x="1618119" y="96"/>
                </a:lnTo>
                <a:lnTo>
                  <a:pt x="1635327" y="71"/>
                </a:lnTo>
                <a:lnTo>
                  <a:pt x="1652544" y="50"/>
                </a:lnTo>
                <a:lnTo>
                  <a:pt x="1669761" y="31"/>
                </a:lnTo>
                <a:lnTo>
                  <a:pt x="1686969" y="14"/>
                </a:lnTo>
                <a:lnTo>
                  <a:pt x="1704186" y="0"/>
                </a:lnTo>
              </a:path>
            </a:pathLst>
          </a:custGeom>
          <a:noFill/>
          <a:ln w="10763" cap="rnd">
            <a:solidFill>
              <a:srgbClr val="C271D2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6" name="Freeform 245">
            <a:extLst>
              <a:ext uri="{FF2B5EF4-FFF2-40B4-BE49-F238E27FC236}">
                <a16:creationId xmlns:a16="http://schemas.microsoft.com/office/drawing/2014/main" id="{D094CA3E-9811-0CE7-5865-C09CF6E5D9E4}"/>
              </a:ext>
            </a:extLst>
          </p:cNvPr>
          <p:cNvSpPr/>
          <p:nvPr/>
        </p:nvSpPr>
        <p:spPr>
          <a:xfrm>
            <a:off x="5438465" y="2000411"/>
            <a:ext cx="1704185" cy="1122102"/>
          </a:xfrm>
          <a:custGeom>
            <a:avLst/>
            <a:gdLst>
              <a:gd name="connsiteX0" fmla="*/ 0 w 1704185"/>
              <a:gd name="connsiteY0" fmla="*/ 1122103 h 1122102"/>
              <a:gd name="connsiteX1" fmla="*/ 17213 w 1704185"/>
              <a:gd name="connsiteY1" fmla="*/ 1121329 h 1122102"/>
              <a:gd name="connsiteX2" fmla="*/ 34428 w 1704185"/>
              <a:gd name="connsiteY2" fmla="*/ 1120438 h 1122102"/>
              <a:gd name="connsiteX3" fmla="*/ 51642 w 1704185"/>
              <a:gd name="connsiteY3" fmla="*/ 1119430 h 1122102"/>
              <a:gd name="connsiteX4" fmla="*/ 68855 w 1704185"/>
              <a:gd name="connsiteY4" fmla="*/ 1118269 h 1122102"/>
              <a:gd name="connsiteX5" fmla="*/ 86070 w 1704185"/>
              <a:gd name="connsiteY5" fmla="*/ 1116946 h 1122102"/>
              <a:gd name="connsiteX6" fmla="*/ 103284 w 1704185"/>
              <a:gd name="connsiteY6" fmla="*/ 1115443 h 1122102"/>
              <a:gd name="connsiteX7" fmla="*/ 120497 w 1704185"/>
              <a:gd name="connsiteY7" fmla="*/ 1113715 h 1122102"/>
              <a:gd name="connsiteX8" fmla="*/ 137712 w 1704185"/>
              <a:gd name="connsiteY8" fmla="*/ 1111753 h 1122102"/>
              <a:gd name="connsiteX9" fmla="*/ 154926 w 1704185"/>
              <a:gd name="connsiteY9" fmla="*/ 1109521 h 1122102"/>
              <a:gd name="connsiteX10" fmla="*/ 172139 w 1704185"/>
              <a:gd name="connsiteY10" fmla="*/ 1106965 h 1122102"/>
              <a:gd name="connsiteX11" fmla="*/ 189354 w 1704185"/>
              <a:gd name="connsiteY11" fmla="*/ 1104067 h 1122102"/>
              <a:gd name="connsiteX12" fmla="*/ 206568 w 1704185"/>
              <a:gd name="connsiteY12" fmla="*/ 1100764 h 1122102"/>
              <a:gd name="connsiteX13" fmla="*/ 223781 w 1704185"/>
              <a:gd name="connsiteY13" fmla="*/ 1097011 h 1122102"/>
              <a:gd name="connsiteX14" fmla="*/ 240996 w 1704185"/>
              <a:gd name="connsiteY14" fmla="*/ 1092745 h 1122102"/>
              <a:gd name="connsiteX15" fmla="*/ 258210 w 1704185"/>
              <a:gd name="connsiteY15" fmla="*/ 1087912 h 1122102"/>
              <a:gd name="connsiteX16" fmla="*/ 275423 w 1704185"/>
              <a:gd name="connsiteY16" fmla="*/ 1082431 h 1122102"/>
              <a:gd name="connsiteX17" fmla="*/ 292638 w 1704185"/>
              <a:gd name="connsiteY17" fmla="*/ 1076221 h 1122102"/>
              <a:gd name="connsiteX18" fmla="*/ 309852 w 1704185"/>
              <a:gd name="connsiteY18" fmla="*/ 1069210 h 1122102"/>
              <a:gd name="connsiteX19" fmla="*/ 327065 w 1704185"/>
              <a:gd name="connsiteY19" fmla="*/ 1061290 h 1122102"/>
              <a:gd name="connsiteX20" fmla="*/ 344280 w 1704185"/>
              <a:gd name="connsiteY20" fmla="*/ 1052380 h 1122102"/>
              <a:gd name="connsiteX21" fmla="*/ 361494 w 1704185"/>
              <a:gd name="connsiteY21" fmla="*/ 1042363 h 1122102"/>
              <a:gd name="connsiteX22" fmla="*/ 378707 w 1704185"/>
              <a:gd name="connsiteY22" fmla="*/ 1031131 h 1122102"/>
              <a:gd name="connsiteX23" fmla="*/ 395922 w 1704185"/>
              <a:gd name="connsiteY23" fmla="*/ 1018576 h 1122102"/>
              <a:gd name="connsiteX24" fmla="*/ 413136 w 1704185"/>
              <a:gd name="connsiteY24" fmla="*/ 1004590 h 1122102"/>
              <a:gd name="connsiteX25" fmla="*/ 430349 w 1704185"/>
              <a:gd name="connsiteY25" fmla="*/ 989038 h 1122102"/>
              <a:gd name="connsiteX26" fmla="*/ 447564 w 1704185"/>
              <a:gd name="connsiteY26" fmla="*/ 971830 h 1122102"/>
              <a:gd name="connsiteX27" fmla="*/ 464778 w 1704185"/>
              <a:gd name="connsiteY27" fmla="*/ 952858 h 1122102"/>
              <a:gd name="connsiteX28" fmla="*/ 481991 w 1704185"/>
              <a:gd name="connsiteY28" fmla="*/ 932041 h 1122102"/>
              <a:gd name="connsiteX29" fmla="*/ 499206 w 1704185"/>
              <a:gd name="connsiteY29" fmla="*/ 909307 h 1122102"/>
              <a:gd name="connsiteX30" fmla="*/ 516420 w 1704185"/>
              <a:gd name="connsiteY30" fmla="*/ 884620 h 1122102"/>
              <a:gd name="connsiteX31" fmla="*/ 533633 w 1704185"/>
              <a:gd name="connsiteY31" fmla="*/ 857971 h 1122102"/>
              <a:gd name="connsiteX32" fmla="*/ 550845 w 1704185"/>
              <a:gd name="connsiteY32" fmla="*/ 829387 h 1122102"/>
              <a:gd name="connsiteX33" fmla="*/ 568062 w 1704185"/>
              <a:gd name="connsiteY33" fmla="*/ 798923 h 1122102"/>
              <a:gd name="connsiteX34" fmla="*/ 585279 w 1704185"/>
              <a:gd name="connsiteY34" fmla="*/ 766704 h 1122102"/>
              <a:gd name="connsiteX35" fmla="*/ 602487 w 1704185"/>
              <a:gd name="connsiteY35" fmla="*/ 732884 h 1122102"/>
              <a:gd name="connsiteX36" fmla="*/ 619704 w 1704185"/>
              <a:gd name="connsiteY36" fmla="*/ 697673 h 1122102"/>
              <a:gd name="connsiteX37" fmla="*/ 636921 w 1704185"/>
              <a:gd name="connsiteY37" fmla="*/ 661316 h 1122102"/>
              <a:gd name="connsiteX38" fmla="*/ 654129 w 1704185"/>
              <a:gd name="connsiteY38" fmla="*/ 624102 h 1122102"/>
              <a:gd name="connsiteX39" fmla="*/ 671346 w 1704185"/>
              <a:gd name="connsiteY39" fmla="*/ 586347 h 1122102"/>
              <a:gd name="connsiteX40" fmla="*/ 688563 w 1704185"/>
              <a:gd name="connsiteY40" fmla="*/ 548387 h 1122102"/>
              <a:gd name="connsiteX41" fmla="*/ 705771 w 1704185"/>
              <a:gd name="connsiteY41" fmla="*/ 510564 h 1122102"/>
              <a:gd name="connsiteX42" fmla="*/ 722988 w 1704185"/>
              <a:gd name="connsiteY42" fmla="*/ 473216 h 1122102"/>
              <a:gd name="connsiteX43" fmla="*/ 740205 w 1704185"/>
              <a:gd name="connsiteY43" fmla="*/ 436663 h 1122102"/>
              <a:gd name="connsiteX44" fmla="*/ 757413 w 1704185"/>
              <a:gd name="connsiteY44" fmla="*/ 401201 h 1122102"/>
              <a:gd name="connsiteX45" fmla="*/ 774630 w 1704185"/>
              <a:gd name="connsiteY45" fmla="*/ 367086 h 1122102"/>
              <a:gd name="connsiteX46" fmla="*/ 791847 w 1704185"/>
              <a:gd name="connsiteY46" fmla="*/ 334532 h 1122102"/>
              <a:gd name="connsiteX47" fmla="*/ 809055 w 1704185"/>
              <a:gd name="connsiteY47" fmla="*/ 303710 h 1122102"/>
              <a:gd name="connsiteX48" fmla="*/ 826272 w 1704185"/>
              <a:gd name="connsiteY48" fmla="*/ 274739 h 1122102"/>
              <a:gd name="connsiteX49" fmla="*/ 843489 w 1704185"/>
              <a:gd name="connsiteY49" fmla="*/ 247697 h 1122102"/>
              <a:gd name="connsiteX50" fmla="*/ 860697 w 1704185"/>
              <a:gd name="connsiteY50" fmla="*/ 222619 h 1122102"/>
              <a:gd name="connsiteX51" fmla="*/ 877914 w 1704185"/>
              <a:gd name="connsiteY51" fmla="*/ 199499 h 1122102"/>
              <a:gd name="connsiteX52" fmla="*/ 895131 w 1704185"/>
              <a:gd name="connsiteY52" fmla="*/ 178303 h 1122102"/>
              <a:gd name="connsiteX53" fmla="*/ 912339 w 1704185"/>
              <a:gd name="connsiteY53" fmla="*/ 158970 h 1122102"/>
              <a:gd name="connsiteX54" fmla="*/ 929556 w 1704185"/>
              <a:gd name="connsiteY54" fmla="*/ 141415 h 1122102"/>
              <a:gd name="connsiteX55" fmla="*/ 946773 w 1704185"/>
              <a:gd name="connsiteY55" fmla="*/ 125544 h 1122102"/>
              <a:gd name="connsiteX56" fmla="*/ 963981 w 1704185"/>
              <a:gd name="connsiteY56" fmla="*/ 111247 h 1122102"/>
              <a:gd name="connsiteX57" fmla="*/ 981198 w 1704185"/>
              <a:gd name="connsiteY57" fmla="*/ 98414 h 1122102"/>
              <a:gd name="connsiteX58" fmla="*/ 998415 w 1704185"/>
              <a:gd name="connsiteY58" fmla="*/ 86929 h 1122102"/>
              <a:gd name="connsiteX59" fmla="*/ 1015623 w 1704185"/>
              <a:gd name="connsiteY59" fmla="*/ 76680 h 1122102"/>
              <a:gd name="connsiteX60" fmla="*/ 1032840 w 1704185"/>
              <a:gd name="connsiteY60" fmla="*/ 67555 h 1122102"/>
              <a:gd name="connsiteX61" fmla="*/ 1050057 w 1704185"/>
              <a:gd name="connsiteY61" fmla="*/ 59449 h 1122102"/>
              <a:gd name="connsiteX62" fmla="*/ 1067265 w 1704185"/>
              <a:gd name="connsiteY62" fmla="*/ 52262 h 1122102"/>
              <a:gd name="connsiteX63" fmla="*/ 1084482 w 1704185"/>
              <a:gd name="connsiteY63" fmla="*/ 45902 h 1122102"/>
              <a:gd name="connsiteX64" fmla="*/ 1101699 w 1704185"/>
              <a:gd name="connsiteY64" fmla="*/ 40280 h 1122102"/>
              <a:gd name="connsiteX65" fmla="*/ 1118907 w 1704185"/>
              <a:gd name="connsiteY65" fmla="*/ 35320 h 1122102"/>
              <a:gd name="connsiteX66" fmla="*/ 1136124 w 1704185"/>
              <a:gd name="connsiteY66" fmla="*/ 30946 h 1122102"/>
              <a:gd name="connsiteX67" fmla="*/ 1153341 w 1704185"/>
              <a:gd name="connsiteY67" fmla="*/ 27095 h 1122102"/>
              <a:gd name="connsiteX68" fmla="*/ 1170549 w 1704185"/>
              <a:gd name="connsiteY68" fmla="*/ 23708 h 1122102"/>
              <a:gd name="connsiteX69" fmla="*/ 1187766 w 1704185"/>
              <a:gd name="connsiteY69" fmla="*/ 20730 h 1122102"/>
              <a:gd name="connsiteX70" fmla="*/ 1204983 w 1704185"/>
              <a:gd name="connsiteY70" fmla="*/ 18113 h 1122102"/>
              <a:gd name="connsiteX71" fmla="*/ 1222191 w 1704185"/>
              <a:gd name="connsiteY71" fmla="*/ 15817 h 1122102"/>
              <a:gd name="connsiteX72" fmla="*/ 1239408 w 1704185"/>
              <a:gd name="connsiteY72" fmla="*/ 13801 h 1122102"/>
              <a:gd name="connsiteX73" fmla="*/ 1256625 w 1704185"/>
              <a:gd name="connsiteY73" fmla="*/ 12035 h 1122102"/>
              <a:gd name="connsiteX74" fmla="*/ 1273833 w 1704185"/>
              <a:gd name="connsiteY74" fmla="*/ 10486 h 1122102"/>
              <a:gd name="connsiteX75" fmla="*/ 1291050 w 1704185"/>
              <a:gd name="connsiteY75" fmla="*/ 9128 h 1122102"/>
              <a:gd name="connsiteX76" fmla="*/ 1308267 w 1704185"/>
              <a:gd name="connsiteY76" fmla="*/ 7939 h 1122102"/>
              <a:gd name="connsiteX77" fmla="*/ 1325475 w 1704185"/>
              <a:gd name="connsiteY77" fmla="*/ 6898 h 1122102"/>
              <a:gd name="connsiteX78" fmla="*/ 1342692 w 1704185"/>
              <a:gd name="connsiteY78" fmla="*/ 5986 h 1122102"/>
              <a:gd name="connsiteX79" fmla="*/ 1359909 w 1704185"/>
              <a:gd name="connsiteY79" fmla="*/ 5188 h 1122102"/>
              <a:gd name="connsiteX80" fmla="*/ 1377117 w 1704185"/>
              <a:gd name="connsiteY80" fmla="*/ 4490 h 1122102"/>
              <a:gd name="connsiteX81" fmla="*/ 1394334 w 1704185"/>
              <a:gd name="connsiteY81" fmla="*/ 3879 h 1122102"/>
              <a:gd name="connsiteX82" fmla="*/ 1411551 w 1704185"/>
              <a:gd name="connsiteY82" fmla="*/ 3344 h 1122102"/>
              <a:gd name="connsiteX83" fmla="*/ 1428759 w 1704185"/>
              <a:gd name="connsiteY83" fmla="*/ 2876 h 1122102"/>
              <a:gd name="connsiteX84" fmla="*/ 1445976 w 1704185"/>
              <a:gd name="connsiteY84" fmla="*/ 2467 h 1122102"/>
              <a:gd name="connsiteX85" fmla="*/ 1463193 w 1704185"/>
              <a:gd name="connsiteY85" fmla="*/ 2110 h 1122102"/>
              <a:gd name="connsiteX86" fmla="*/ 1480401 w 1704185"/>
              <a:gd name="connsiteY86" fmla="*/ 1797 h 1122102"/>
              <a:gd name="connsiteX87" fmla="*/ 1497618 w 1704185"/>
              <a:gd name="connsiteY87" fmla="*/ 1523 h 1122102"/>
              <a:gd name="connsiteX88" fmla="*/ 1514835 w 1704185"/>
              <a:gd name="connsiteY88" fmla="*/ 1284 h 1122102"/>
              <a:gd name="connsiteX89" fmla="*/ 1532043 w 1704185"/>
              <a:gd name="connsiteY89" fmla="*/ 1075 h 1122102"/>
              <a:gd name="connsiteX90" fmla="*/ 1549260 w 1704185"/>
              <a:gd name="connsiteY90" fmla="*/ 892 h 1122102"/>
              <a:gd name="connsiteX91" fmla="*/ 1566477 w 1704185"/>
              <a:gd name="connsiteY91" fmla="*/ 732 h 1122102"/>
              <a:gd name="connsiteX92" fmla="*/ 1583685 w 1704185"/>
              <a:gd name="connsiteY92" fmla="*/ 592 h 1122102"/>
              <a:gd name="connsiteX93" fmla="*/ 1600902 w 1704185"/>
              <a:gd name="connsiteY93" fmla="*/ 470 h 1122102"/>
              <a:gd name="connsiteX94" fmla="*/ 1618119 w 1704185"/>
              <a:gd name="connsiteY94" fmla="*/ 363 h 1122102"/>
              <a:gd name="connsiteX95" fmla="*/ 1635327 w 1704185"/>
              <a:gd name="connsiteY95" fmla="*/ 270 h 1122102"/>
              <a:gd name="connsiteX96" fmla="*/ 1652544 w 1704185"/>
              <a:gd name="connsiteY96" fmla="*/ 188 h 1122102"/>
              <a:gd name="connsiteX97" fmla="*/ 1669761 w 1704185"/>
              <a:gd name="connsiteY97" fmla="*/ 117 h 1122102"/>
              <a:gd name="connsiteX98" fmla="*/ 1686969 w 1704185"/>
              <a:gd name="connsiteY98" fmla="*/ 55 h 1122102"/>
              <a:gd name="connsiteX99" fmla="*/ 1704186 w 1704185"/>
              <a:gd name="connsiteY99" fmla="*/ 0 h 1122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704185" h="1122102">
                <a:moveTo>
                  <a:pt x="0" y="1122103"/>
                </a:moveTo>
                <a:lnTo>
                  <a:pt x="17213" y="1121329"/>
                </a:lnTo>
                <a:lnTo>
                  <a:pt x="34428" y="1120438"/>
                </a:lnTo>
                <a:lnTo>
                  <a:pt x="51642" y="1119430"/>
                </a:lnTo>
                <a:lnTo>
                  <a:pt x="68855" y="1118269"/>
                </a:lnTo>
                <a:lnTo>
                  <a:pt x="86070" y="1116946"/>
                </a:lnTo>
                <a:lnTo>
                  <a:pt x="103284" y="1115443"/>
                </a:lnTo>
                <a:lnTo>
                  <a:pt x="120497" y="1113715"/>
                </a:lnTo>
                <a:lnTo>
                  <a:pt x="137712" y="1111753"/>
                </a:lnTo>
                <a:lnTo>
                  <a:pt x="154926" y="1109521"/>
                </a:lnTo>
                <a:lnTo>
                  <a:pt x="172139" y="1106965"/>
                </a:lnTo>
                <a:lnTo>
                  <a:pt x="189354" y="1104067"/>
                </a:lnTo>
                <a:lnTo>
                  <a:pt x="206568" y="1100764"/>
                </a:lnTo>
                <a:lnTo>
                  <a:pt x="223781" y="1097011"/>
                </a:lnTo>
                <a:lnTo>
                  <a:pt x="240996" y="1092745"/>
                </a:lnTo>
                <a:lnTo>
                  <a:pt x="258210" y="1087912"/>
                </a:lnTo>
                <a:lnTo>
                  <a:pt x="275423" y="1082431"/>
                </a:lnTo>
                <a:lnTo>
                  <a:pt x="292638" y="1076221"/>
                </a:lnTo>
                <a:lnTo>
                  <a:pt x="309852" y="1069210"/>
                </a:lnTo>
                <a:lnTo>
                  <a:pt x="327065" y="1061290"/>
                </a:lnTo>
                <a:lnTo>
                  <a:pt x="344280" y="1052380"/>
                </a:lnTo>
                <a:lnTo>
                  <a:pt x="361494" y="1042363"/>
                </a:lnTo>
                <a:lnTo>
                  <a:pt x="378707" y="1031131"/>
                </a:lnTo>
                <a:lnTo>
                  <a:pt x="395922" y="1018576"/>
                </a:lnTo>
                <a:lnTo>
                  <a:pt x="413136" y="1004590"/>
                </a:lnTo>
                <a:lnTo>
                  <a:pt x="430349" y="989038"/>
                </a:lnTo>
                <a:lnTo>
                  <a:pt x="447564" y="971830"/>
                </a:lnTo>
                <a:lnTo>
                  <a:pt x="464778" y="952858"/>
                </a:lnTo>
                <a:lnTo>
                  <a:pt x="481991" y="932041"/>
                </a:lnTo>
                <a:lnTo>
                  <a:pt x="499206" y="909307"/>
                </a:lnTo>
                <a:lnTo>
                  <a:pt x="516420" y="884620"/>
                </a:lnTo>
                <a:lnTo>
                  <a:pt x="533633" y="857971"/>
                </a:lnTo>
                <a:lnTo>
                  <a:pt x="550845" y="829387"/>
                </a:lnTo>
                <a:lnTo>
                  <a:pt x="568062" y="798923"/>
                </a:lnTo>
                <a:lnTo>
                  <a:pt x="585279" y="766704"/>
                </a:lnTo>
                <a:lnTo>
                  <a:pt x="602487" y="732884"/>
                </a:lnTo>
                <a:lnTo>
                  <a:pt x="619704" y="697673"/>
                </a:lnTo>
                <a:lnTo>
                  <a:pt x="636921" y="661316"/>
                </a:lnTo>
                <a:lnTo>
                  <a:pt x="654129" y="624102"/>
                </a:lnTo>
                <a:lnTo>
                  <a:pt x="671346" y="586347"/>
                </a:lnTo>
                <a:lnTo>
                  <a:pt x="688563" y="548387"/>
                </a:lnTo>
                <a:lnTo>
                  <a:pt x="705771" y="510564"/>
                </a:lnTo>
                <a:lnTo>
                  <a:pt x="722988" y="473216"/>
                </a:lnTo>
                <a:lnTo>
                  <a:pt x="740205" y="436663"/>
                </a:lnTo>
                <a:lnTo>
                  <a:pt x="757413" y="401201"/>
                </a:lnTo>
                <a:lnTo>
                  <a:pt x="774630" y="367086"/>
                </a:lnTo>
                <a:lnTo>
                  <a:pt x="791847" y="334532"/>
                </a:lnTo>
                <a:lnTo>
                  <a:pt x="809055" y="303710"/>
                </a:lnTo>
                <a:lnTo>
                  <a:pt x="826272" y="274739"/>
                </a:lnTo>
                <a:lnTo>
                  <a:pt x="843489" y="247697"/>
                </a:lnTo>
                <a:lnTo>
                  <a:pt x="860697" y="222619"/>
                </a:lnTo>
                <a:lnTo>
                  <a:pt x="877914" y="199499"/>
                </a:lnTo>
                <a:lnTo>
                  <a:pt x="895131" y="178303"/>
                </a:lnTo>
                <a:lnTo>
                  <a:pt x="912339" y="158970"/>
                </a:lnTo>
                <a:lnTo>
                  <a:pt x="929556" y="141415"/>
                </a:lnTo>
                <a:lnTo>
                  <a:pt x="946773" y="125544"/>
                </a:lnTo>
                <a:lnTo>
                  <a:pt x="963981" y="111247"/>
                </a:lnTo>
                <a:lnTo>
                  <a:pt x="981198" y="98414"/>
                </a:lnTo>
                <a:lnTo>
                  <a:pt x="998415" y="86929"/>
                </a:lnTo>
                <a:lnTo>
                  <a:pt x="1015623" y="76680"/>
                </a:lnTo>
                <a:lnTo>
                  <a:pt x="1032840" y="67555"/>
                </a:lnTo>
                <a:lnTo>
                  <a:pt x="1050057" y="59449"/>
                </a:lnTo>
                <a:lnTo>
                  <a:pt x="1067265" y="52262"/>
                </a:lnTo>
                <a:lnTo>
                  <a:pt x="1084482" y="45902"/>
                </a:lnTo>
                <a:lnTo>
                  <a:pt x="1101699" y="40280"/>
                </a:lnTo>
                <a:lnTo>
                  <a:pt x="1118907" y="35320"/>
                </a:lnTo>
                <a:lnTo>
                  <a:pt x="1136124" y="30946"/>
                </a:lnTo>
                <a:lnTo>
                  <a:pt x="1153341" y="27095"/>
                </a:lnTo>
                <a:lnTo>
                  <a:pt x="1170549" y="23708"/>
                </a:lnTo>
                <a:lnTo>
                  <a:pt x="1187766" y="20730"/>
                </a:lnTo>
                <a:lnTo>
                  <a:pt x="1204983" y="18113"/>
                </a:lnTo>
                <a:lnTo>
                  <a:pt x="1222191" y="15817"/>
                </a:lnTo>
                <a:lnTo>
                  <a:pt x="1239408" y="13801"/>
                </a:lnTo>
                <a:lnTo>
                  <a:pt x="1256625" y="12035"/>
                </a:lnTo>
                <a:lnTo>
                  <a:pt x="1273833" y="10486"/>
                </a:lnTo>
                <a:lnTo>
                  <a:pt x="1291050" y="9128"/>
                </a:lnTo>
                <a:lnTo>
                  <a:pt x="1308267" y="7939"/>
                </a:lnTo>
                <a:lnTo>
                  <a:pt x="1325475" y="6898"/>
                </a:lnTo>
                <a:lnTo>
                  <a:pt x="1342692" y="5986"/>
                </a:lnTo>
                <a:lnTo>
                  <a:pt x="1359909" y="5188"/>
                </a:lnTo>
                <a:lnTo>
                  <a:pt x="1377117" y="4490"/>
                </a:lnTo>
                <a:lnTo>
                  <a:pt x="1394334" y="3879"/>
                </a:lnTo>
                <a:lnTo>
                  <a:pt x="1411551" y="3344"/>
                </a:lnTo>
                <a:lnTo>
                  <a:pt x="1428759" y="2876"/>
                </a:lnTo>
                <a:lnTo>
                  <a:pt x="1445976" y="2467"/>
                </a:lnTo>
                <a:lnTo>
                  <a:pt x="1463193" y="2110"/>
                </a:lnTo>
                <a:lnTo>
                  <a:pt x="1480401" y="1797"/>
                </a:lnTo>
                <a:lnTo>
                  <a:pt x="1497618" y="1523"/>
                </a:lnTo>
                <a:lnTo>
                  <a:pt x="1514835" y="1284"/>
                </a:lnTo>
                <a:lnTo>
                  <a:pt x="1532043" y="1075"/>
                </a:lnTo>
                <a:lnTo>
                  <a:pt x="1549260" y="892"/>
                </a:lnTo>
                <a:lnTo>
                  <a:pt x="1566477" y="732"/>
                </a:lnTo>
                <a:lnTo>
                  <a:pt x="1583685" y="592"/>
                </a:lnTo>
                <a:lnTo>
                  <a:pt x="1600902" y="470"/>
                </a:lnTo>
                <a:lnTo>
                  <a:pt x="1618119" y="363"/>
                </a:lnTo>
                <a:lnTo>
                  <a:pt x="1635327" y="270"/>
                </a:lnTo>
                <a:lnTo>
                  <a:pt x="1652544" y="188"/>
                </a:lnTo>
                <a:lnTo>
                  <a:pt x="1669761" y="117"/>
                </a:lnTo>
                <a:lnTo>
                  <a:pt x="1686969" y="55"/>
                </a:lnTo>
                <a:lnTo>
                  <a:pt x="1704186" y="0"/>
                </a:lnTo>
              </a:path>
            </a:pathLst>
          </a:custGeom>
          <a:noFill/>
          <a:ln w="10763" cap="rnd">
            <a:solidFill>
              <a:srgbClr val="AC8D18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7" name="Freeform 246">
            <a:extLst>
              <a:ext uri="{FF2B5EF4-FFF2-40B4-BE49-F238E27FC236}">
                <a16:creationId xmlns:a16="http://schemas.microsoft.com/office/drawing/2014/main" id="{A9D7C25B-4DA1-0A9F-DE78-94B1FB2DCFD8}"/>
              </a:ext>
            </a:extLst>
          </p:cNvPr>
          <p:cNvSpPr/>
          <p:nvPr/>
        </p:nvSpPr>
        <p:spPr>
          <a:xfrm>
            <a:off x="5438465" y="2001466"/>
            <a:ext cx="1704185" cy="1125034"/>
          </a:xfrm>
          <a:custGeom>
            <a:avLst/>
            <a:gdLst>
              <a:gd name="connsiteX0" fmla="*/ 0 w 1704185"/>
              <a:gd name="connsiteY0" fmla="*/ 1125035 h 1125034"/>
              <a:gd name="connsiteX1" fmla="*/ 17213 w 1704185"/>
              <a:gd name="connsiteY1" fmla="*/ 1124828 h 1125034"/>
              <a:gd name="connsiteX2" fmla="*/ 34428 w 1704185"/>
              <a:gd name="connsiteY2" fmla="*/ 1124594 h 1125034"/>
              <a:gd name="connsiteX3" fmla="*/ 51642 w 1704185"/>
              <a:gd name="connsiteY3" fmla="*/ 1124324 h 1125034"/>
              <a:gd name="connsiteX4" fmla="*/ 68855 w 1704185"/>
              <a:gd name="connsiteY4" fmla="*/ 1124018 h 1125034"/>
              <a:gd name="connsiteX5" fmla="*/ 86070 w 1704185"/>
              <a:gd name="connsiteY5" fmla="*/ 1123667 h 1125034"/>
              <a:gd name="connsiteX6" fmla="*/ 103284 w 1704185"/>
              <a:gd name="connsiteY6" fmla="*/ 1123262 h 1125034"/>
              <a:gd name="connsiteX7" fmla="*/ 120497 w 1704185"/>
              <a:gd name="connsiteY7" fmla="*/ 1122794 h 1125034"/>
              <a:gd name="connsiteX8" fmla="*/ 137712 w 1704185"/>
              <a:gd name="connsiteY8" fmla="*/ 1122272 h 1125034"/>
              <a:gd name="connsiteX9" fmla="*/ 154926 w 1704185"/>
              <a:gd name="connsiteY9" fmla="*/ 1121669 h 1125034"/>
              <a:gd name="connsiteX10" fmla="*/ 172139 w 1704185"/>
              <a:gd name="connsiteY10" fmla="*/ 1120976 h 1125034"/>
              <a:gd name="connsiteX11" fmla="*/ 189354 w 1704185"/>
              <a:gd name="connsiteY11" fmla="*/ 1120193 h 1125034"/>
              <a:gd name="connsiteX12" fmla="*/ 206568 w 1704185"/>
              <a:gd name="connsiteY12" fmla="*/ 1119293 h 1125034"/>
              <a:gd name="connsiteX13" fmla="*/ 223781 w 1704185"/>
              <a:gd name="connsiteY13" fmla="*/ 1118267 h 1125034"/>
              <a:gd name="connsiteX14" fmla="*/ 240996 w 1704185"/>
              <a:gd name="connsiteY14" fmla="*/ 1117088 h 1125034"/>
              <a:gd name="connsiteX15" fmla="*/ 258210 w 1704185"/>
              <a:gd name="connsiteY15" fmla="*/ 1115747 h 1125034"/>
              <a:gd name="connsiteX16" fmla="*/ 275423 w 1704185"/>
              <a:gd name="connsiteY16" fmla="*/ 1114226 h 1125034"/>
              <a:gd name="connsiteX17" fmla="*/ 292638 w 1704185"/>
              <a:gd name="connsiteY17" fmla="*/ 1112480 h 1125034"/>
              <a:gd name="connsiteX18" fmla="*/ 309852 w 1704185"/>
              <a:gd name="connsiteY18" fmla="*/ 1110491 h 1125034"/>
              <a:gd name="connsiteX19" fmla="*/ 327065 w 1704185"/>
              <a:gd name="connsiteY19" fmla="*/ 1108223 h 1125034"/>
              <a:gd name="connsiteX20" fmla="*/ 344280 w 1704185"/>
              <a:gd name="connsiteY20" fmla="*/ 1105640 h 1125034"/>
              <a:gd name="connsiteX21" fmla="*/ 361494 w 1704185"/>
              <a:gd name="connsiteY21" fmla="*/ 1102697 h 1125034"/>
              <a:gd name="connsiteX22" fmla="*/ 378707 w 1704185"/>
              <a:gd name="connsiteY22" fmla="*/ 1099358 h 1125034"/>
              <a:gd name="connsiteX23" fmla="*/ 395922 w 1704185"/>
              <a:gd name="connsiteY23" fmla="*/ 1095551 h 1125034"/>
              <a:gd name="connsiteX24" fmla="*/ 413136 w 1704185"/>
              <a:gd name="connsiteY24" fmla="*/ 1091240 h 1125034"/>
              <a:gd name="connsiteX25" fmla="*/ 430349 w 1704185"/>
              <a:gd name="connsiteY25" fmla="*/ 1086335 h 1125034"/>
              <a:gd name="connsiteX26" fmla="*/ 447564 w 1704185"/>
              <a:gd name="connsiteY26" fmla="*/ 1080782 h 1125034"/>
              <a:gd name="connsiteX27" fmla="*/ 464778 w 1704185"/>
              <a:gd name="connsiteY27" fmla="*/ 1074500 h 1125034"/>
              <a:gd name="connsiteX28" fmla="*/ 481991 w 1704185"/>
              <a:gd name="connsiteY28" fmla="*/ 1067399 h 1125034"/>
              <a:gd name="connsiteX29" fmla="*/ 499206 w 1704185"/>
              <a:gd name="connsiteY29" fmla="*/ 1059389 h 1125034"/>
              <a:gd name="connsiteX30" fmla="*/ 516420 w 1704185"/>
              <a:gd name="connsiteY30" fmla="*/ 1050371 h 1125034"/>
              <a:gd name="connsiteX31" fmla="*/ 533633 w 1704185"/>
              <a:gd name="connsiteY31" fmla="*/ 1040246 h 1125034"/>
              <a:gd name="connsiteX32" fmla="*/ 550845 w 1704185"/>
              <a:gd name="connsiteY32" fmla="*/ 1028888 h 1125034"/>
              <a:gd name="connsiteX33" fmla="*/ 568062 w 1704185"/>
              <a:gd name="connsiteY33" fmla="*/ 1016189 h 1125034"/>
              <a:gd name="connsiteX34" fmla="*/ 585279 w 1704185"/>
              <a:gd name="connsiteY34" fmla="*/ 1002050 h 1125034"/>
              <a:gd name="connsiteX35" fmla="*/ 602487 w 1704185"/>
              <a:gd name="connsiteY35" fmla="*/ 986336 h 1125034"/>
              <a:gd name="connsiteX36" fmla="*/ 619704 w 1704185"/>
              <a:gd name="connsiteY36" fmla="*/ 968957 h 1125034"/>
              <a:gd name="connsiteX37" fmla="*/ 636921 w 1704185"/>
              <a:gd name="connsiteY37" fmla="*/ 949805 h 1125034"/>
              <a:gd name="connsiteX38" fmla="*/ 654129 w 1704185"/>
              <a:gd name="connsiteY38" fmla="*/ 928799 h 1125034"/>
              <a:gd name="connsiteX39" fmla="*/ 671346 w 1704185"/>
              <a:gd name="connsiteY39" fmla="*/ 905876 h 1125034"/>
              <a:gd name="connsiteX40" fmla="*/ 688563 w 1704185"/>
              <a:gd name="connsiteY40" fmla="*/ 880991 h 1125034"/>
              <a:gd name="connsiteX41" fmla="*/ 705771 w 1704185"/>
              <a:gd name="connsiteY41" fmla="*/ 854144 h 1125034"/>
              <a:gd name="connsiteX42" fmla="*/ 722988 w 1704185"/>
              <a:gd name="connsiteY42" fmla="*/ 825362 h 1125034"/>
              <a:gd name="connsiteX43" fmla="*/ 740205 w 1704185"/>
              <a:gd name="connsiteY43" fmla="*/ 794723 h 1125034"/>
              <a:gd name="connsiteX44" fmla="*/ 757413 w 1704185"/>
              <a:gd name="connsiteY44" fmla="*/ 762335 h 1125034"/>
              <a:gd name="connsiteX45" fmla="*/ 774630 w 1704185"/>
              <a:gd name="connsiteY45" fmla="*/ 728367 h 1125034"/>
              <a:gd name="connsiteX46" fmla="*/ 791847 w 1704185"/>
              <a:gd name="connsiteY46" fmla="*/ 693028 h 1125034"/>
              <a:gd name="connsiteX47" fmla="*/ 809055 w 1704185"/>
              <a:gd name="connsiteY47" fmla="*/ 656573 h 1125034"/>
              <a:gd name="connsiteX48" fmla="*/ 826272 w 1704185"/>
              <a:gd name="connsiteY48" fmla="*/ 619290 h 1125034"/>
              <a:gd name="connsiteX49" fmla="*/ 843489 w 1704185"/>
              <a:gd name="connsiteY49" fmla="*/ 581499 h 1125034"/>
              <a:gd name="connsiteX50" fmla="*/ 860697 w 1704185"/>
              <a:gd name="connsiteY50" fmla="*/ 543537 h 1125034"/>
              <a:gd name="connsiteX51" fmla="*/ 877914 w 1704185"/>
              <a:gd name="connsiteY51" fmla="*/ 505746 h 1125034"/>
              <a:gd name="connsiteX52" fmla="*/ 895131 w 1704185"/>
              <a:gd name="connsiteY52" fmla="*/ 468464 h 1125034"/>
              <a:gd name="connsiteX53" fmla="*/ 912339 w 1704185"/>
              <a:gd name="connsiteY53" fmla="*/ 432008 h 1125034"/>
              <a:gd name="connsiteX54" fmla="*/ 929556 w 1704185"/>
              <a:gd name="connsiteY54" fmla="*/ 396669 h 1125034"/>
              <a:gd name="connsiteX55" fmla="*/ 946773 w 1704185"/>
              <a:gd name="connsiteY55" fmla="*/ 362701 h 1125034"/>
              <a:gd name="connsiteX56" fmla="*/ 963981 w 1704185"/>
              <a:gd name="connsiteY56" fmla="*/ 330314 h 1125034"/>
              <a:gd name="connsiteX57" fmla="*/ 981198 w 1704185"/>
              <a:gd name="connsiteY57" fmla="*/ 299672 h 1125034"/>
              <a:gd name="connsiteX58" fmla="*/ 998415 w 1704185"/>
              <a:gd name="connsiteY58" fmla="*/ 270891 h 1125034"/>
              <a:gd name="connsiteX59" fmla="*/ 1015623 w 1704185"/>
              <a:gd name="connsiteY59" fmla="*/ 244045 h 1125034"/>
              <a:gd name="connsiteX60" fmla="*/ 1032840 w 1704185"/>
              <a:gd name="connsiteY60" fmla="*/ 219164 h 1125034"/>
              <a:gd name="connsiteX61" fmla="*/ 1050057 w 1704185"/>
              <a:gd name="connsiteY61" fmla="*/ 196239 h 1125034"/>
              <a:gd name="connsiteX62" fmla="*/ 1067265 w 1704185"/>
              <a:gd name="connsiteY62" fmla="*/ 175233 h 1125034"/>
              <a:gd name="connsiteX63" fmla="*/ 1084482 w 1704185"/>
              <a:gd name="connsiteY63" fmla="*/ 156081 h 1125034"/>
              <a:gd name="connsiteX64" fmla="*/ 1101699 w 1704185"/>
              <a:gd name="connsiteY64" fmla="*/ 138699 h 1125034"/>
              <a:gd name="connsiteX65" fmla="*/ 1118907 w 1704185"/>
              <a:gd name="connsiteY65" fmla="*/ 122990 h 1125034"/>
              <a:gd name="connsiteX66" fmla="*/ 1136124 w 1704185"/>
              <a:gd name="connsiteY66" fmla="*/ 108845 h 1125034"/>
              <a:gd name="connsiteX67" fmla="*/ 1153341 w 1704185"/>
              <a:gd name="connsiteY67" fmla="*/ 96151 h 1125034"/>
              <a:gd name="connsiteX68" fmla="*/ 1170549 w 1704185"/>
              <a:gd name="connsiteY68" fmla="*/ 84795 h 1125034"/>
              <a:gd name="connsiteX69" fmla="*/ 1187766 w 1704185"/>
              <a:gd name="connsiteY69" fmla="*/ 74663 h 1125034"/>
              <a:gd name="connsiteX70" fmla="*/ 1204983 w 1704185"/>
              <a:gd name="connsiteY70" fmla="*/ 65645 h 1125034"/>
              <a:gd name="connsiteX71" fmla="*/ 1222191 w 1704185"/>
              <a:gd name="connsiteY71" fmla="*/ 57635 h 1125034"/>
              <a:gd name="connsiteX72" fmla="*/ 1239408 w 1704185"/>
              <a:gd name="connsiteY72" fmla="*/ 50535 h 1125034"/>
              <a:gd name="connsiteX73" fmla="*/ 1256625 w 1704185"/>
              <a:gd name="connsiteY73" fmla="*/ 44252 h 1125034"/>
              <a:gd name="connsiteX74" fmla="*/ 1273833 w 1704185"/>
              <a:gd name="connsiteY74" fmla="*/ 38700 h 1125034"/>
              <a:gd name="connsiteX75" fmla="*/ 1291050 w 1704185"/>
              <a:gd name="connsiteY75" fmla="*/ 33802 h 1125034"/>
              <a:gd name="connsiteX76" fmla="*/ 1308267 w 1704185"/>
              <a:gd name="connsiteY76" fmla="*/ 29483 h 1125034"/>
              <a:gd name="connsiteX77" fmla="*/ 1325475 w 1704185"/>
              <a:gd name="connsiteY77" fmla="*/ 25681 h 1125034"/>
              <a:gd name="connsiteX78" fmla="*/ 1342692 w 1704185"/>
              <a:gd name="connsiteY78" fmla="*/ 22337 h 1125034"/>
              <a:gd name="connsiteX79" fmla="*/ 1359909 w 1704185"/>
              <a:gd name="connsiteY79" fmla="*/ 19397 h 1125034"/>
              <a:gd name="connsiteX80" fmla="*/ 1377117 w 1704185"/>
              <a:gd name="connsiteY80" fmla="*/ 16814 h 1125034"/>
              <a:gd name="connsiteX81" fmla="*/ 1394334 w 1704185"/>
              <a:gd name="connsiteY81" fmla="*/ 14548 h 1125034"/>
              <a:gd name="connsiteX82" fmla="*/ 1411551 w 1704185"/>
              <a:gd name="connsiteY82" fmla="*/ 12559 h 1125034"/>
              <a:gd name="connsiteX83" fmla="*/ 1428759 w 1704185"/>
              <a:gd name="connsiteY83" fmla="*/ 10815 h 1125034"/>
              <a:gd name="connsiteX84" fmla="*/ 1445976 w 1704185"/>
              <a:gd name="connsiteY84" fmla="*/ 9286 h 1125034"/>
              <a:gd name="connsiteX85" fmla="*/ 1463193 w 1704185"/>
              <a:gd name="connsiteY85" fmla="*/ 7947 h 1125034"/>
              <a:gd name="connsiteX86" fmla="*/ 1480401 w 1704185"/>
              <a:gd name="connsiteY86" fmla="*/ 6773 h 1125034"/>
              <a:gd name="connsiteX87" fmla="*/ 1497618 w 1704185"/>
              <a:gd name="connsiteY87" fmla="*/ 5746 h 1125034"/>
              <a:gd name="connsiteX88" fmla="*/ 1514835 w 1704185"/>
              <a:gd name="connsiteY88" fmla="*/ 4846 h 1125034"/>
              <a:gd name="connsiteX89" fmla="*/ 1532043 w 1704185"/>
              <a:gd name="connsiteY89" fmla="*/ 4059 h 1125034"/>
              <a:gd name="connsiteX90" fmla="*/ 1549260 w 1704185"/>
              <a:gd name="connsiteY90" fmla="*/ 3370 h 1125034"/>
              <a:gd name="connsiteX91" fmla="*/ 1566477 w 1704185"/>
              <a:gd name="connsiteY91" fmla="*/ 2767 h 1125034"/>
              <a:gd name="connsiteX92" fmla="*/ 1583685 w 1704185"/>
              <a:gd name="connsiteY92" fmla="*/ 2239 h 1125034"/>
              <a:gd name="connsiteX93" fmla="*/ 1600902 w 1704185"/>
              <a:gd name="connsiteY93" fmla="*/ 1778 h 1125034"/>
              <a:gd name="connsiteX94" fmla="*/ 1618119 w 1704185"/>
              <a:gd name="connsiteY94" fmla="*/ 1374 h 1125034"/>
              <a:gd name="connsiteX95" fmla="*/ 1635327 w 1704185"/>
              <a:gd name="connsiteY95" fmla="*/ 1021 h 1125034"/>
              <a:gd name="connsiteX96" fmla="*/ 1652544 w 1704185"/>
              <a:gd name="connsiteY96" fmla="*/ 712 h 1125034"/>
              <a:gd name="connsiteX97" fmla="*/ 1669761 w 1704185"/>
              <a:gd name="connsiteY97" fmla="*/ 442 h 1125034"/>
              <a:gd name="connsiteX98" fmla="*/ 1686969 w 1704185"/>
              <a:gd name="connsiteY98" fmla="*/ 206 h 1125034"/>
              <a:gd name="connsiteX99" fmla="*/ 1704186 w 1704185"/>
              <a:gd name="connsiteY99" fmla="*/ 0 h 11250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704185" h="1125034">
                <a:moveTo>
                  <a:pt x="0" y="1125035"/>
                </a:moveTo>
                <a:lnTo>
                  <a:pt x="17213" y="1124828"/>
                </a:lnTo>
                <a:lnTo>
                  <a:pt x="34428" y="1124594"/>
                </a:lnTo>
                <a:lnTo>
                  <a:pt x="51642" y="1124324"/>
                </a:lnTo>
                <a:lnTo>
                  <a:pt x="68855" y="1124018"/>
                </a:lnTo>
                <a:lnTo>
                  <a:pt x="86070" y="1123667"/>
                </a:lnTo>
                <a:lnTo>
                  <a:pt x="103284" y="1123262"/>
                </a:lnTo>
                <a:lnTo>
                  <a:pt x="120497" y="1122794"/>
                </a:lnTo>
                <a:lnTo>
                  <a:pt x="137712" y="1122272"/>
                </a:lnTo>
                <a:lnTo>
                  <a:pt x="154926" y="1121669"/>
                </a:lnTo>
                <a:lnTo>
                  <a:pt x="172139" y="1120976"/>
                </a:lnTo>
                <a:lnTo>
                  <a:pt x="189354" y="1120193"/>
                </a:lnTo>
                <a:lnTo>
                  <a:pt x="206568" y="1119293"/>
                </a:lnTo>
                <a:lnTo>
                  <a:pt x="223781" y="1118267"/>
                </a:lnTo>
                <a:lnTo>
                  <a:pt x="240996" y="1117088"/>
                </a:lnTo>
                <a:lnTo>
                  <a:pt x="258210" y="1115747"/>
                </a:lnTo>
                <a:lnTo>
                  <a:pt x="275423" y="1114226"/>
                </a:lnTo>
                <a:lnTo>
                  <a:pt x="292638" y="1112480"/>
                </a:lnTo>
                <a:lnTo>
                  <a:pt x="309852" y="1110491"/>
                </a:lnTo>
                <a:lnTo>
                  <a:pt x="327065" y="1108223"/>
                </a:lnTo>
                <a:lnTo>
                  <a:pt x="344280" y="1105640"/>
                </a:lnTo>
                <a:lnTo>
                  <a:pt x="361494" y="1102697"/>
                </a:lnTo>
                <a:lnTo>
                  <a:pt x="378707" y="1099358"/>
                </a:lnTo>
                <a:lnTo>
                  <a:pt x="395922" y="1095551"/>
                </a:lnTo>
                <a:lnTo>
                  <a:pt x="413136" y="1091240"/>
                </a:lnTo>
                <a:lnTo>
                  <a:pt x="430349" y="1086335"/>
                </a:lnTo>
                <a:lnTo>
                  <a:pt x="447564" y="1080782"/>
                </a:lnTo>
                <a:lnTo>
                  <a:pt x="464778" y="1074500"/>
                </a:lnTo>
                <a:lnTo>
                  <a:pt x="481991" y="1067399"/>
                </a:lnTo>
                <a:lnTo>
                  <a:pt x="499206" y="1059389"/>
                </a:lnTo>
                <a:lnTo>
                  <a:pt x="516420" y="1050371"/>
                </a:lnTo>
                <a:lnTo>
                  <a:pt x="533633" y="1040246"/>
                </a:lnTo>
                <a:lnTo>
                  <a:pt x="550845" y="1028888"/>
                </a:lnTo>
                <a:lnTo>
                  <a:pt x="568062" y="1016189"/>
                </a:lnTo>
                <a:lnTo>
                  <a:pt x="585279" y="1002050"/>
                </a:lnTo>
                <a:lnTo>
                  <a:pt x="602487" y="986336"/>
                </a:lnTo>
                <a:lnTo>
                  <a:pt x="619704" y="968957"/>
                </a:lnTo>
                <a:lnTo>
                  <a:pt x="636921" y="949805"/>
                </a:lnTo>
                <a:lnTo>
                  <a:pt x="654129" y="928799"/>
                </a:lnTo>
                <a:lnTo>
                  <a:pt x="671346" y="905876"/>
                </a:lnTo>
                <a:lnTo>
                  <a:pt x="688563" y="880991"/>
                </a:lnTo>
                <a:lnTo>
                  <a:pt x="705771" y="854144"/>
                </a:lnTo>
                <a:lnTo>
                  <a:pt x="722988" y="825362"/>
                </a:lnTo>
                <a:lnTo>
                  <a:pt x="740205" y="794723"/>
                </a:lnTo>
                <a:lnTo>
                  <a:pt x="757413" y="762335"/>
                </a:lnTo>
                <a:lnTo>
                  <a:pt x="774630" y="728367"/>
                </a:lnTo>
                <a:lnTo>
                  <a:pt x="791847" y="693028"/>
                </a:lnTo>
                <a:lnTo>
                  <a:pt x="809055" y="656573"/>
                </a:lnTo>
                <a:lnTo>
                  <a:pt x="826272" y="619290"/>
                </a:lnTo>
                <a:lnTo>
                  <a:pt x="843489" y="581499"/>
                </a:lnTo>
                <a:lnTo>
                  <a:pt x="860697" y="543537"/>
                </a:lnTo>
                <a:lnTo>
                  <a:pt x="877914" y="505746"/>
                </a:lnTo>
                <a:lnTo>
                  <a:pt x="895131" y="468464"/>
                </a:lnTo>
                <a:lnTo>
                  <a:pt x="912339" y="432008"/>
                </a:lnTo>
                <a:lnTo>
                  <a:pt x="929556" y="396669"/>
                </a:lnTo>
                <a:lnTo>
                  <a:pt x="946773" y="362701"/>
                </a:lnTo>
                <a:lnTo>
                  <a:pt x="963981" y="330314"/>
                </a:lnTo>
                <a:lnTo>
                  <a:pt x="981198" y="299672"/>
                </a:lnTo>
                <a:lnTo>
                  <a:pt x="998415" y="270891"/>
                </a:lnTo>
                <a:lnTo>
                  <a:pt x="1015623" y="244045"/>
                </a:lnTo>
                <a:lnTo>
                  <a:pt x="1032840" y="219164"/>
                </a:lnTo>
                <a:lnTo>
                  <a:pt x="1050057" y="196239"/>
                </a:lnTo>
                <a:lnTo>
                  <a:pt x="1067265" y="175233"/>
                </a:lnTo>
                <a:lnTo>
                  <a:pt x="1084482" y="156081"/>
                </a:lnTo>
                <a:lnTo>
                  <a:pt x="1101699" y="138699"/>
                </a:lnTo>
                <a:lnTo>
                  <a:pt x="1118907" y="122990"/>
                </a:lnTo>
                <a:lnTo>
                  <a:pt x="1136124" y="108845"/>
                </a:lnTo>
                <a:lnTo>
                  <a:pt x="1153341" y="96151"/>
                </a:lnTo>
                <a:lnTo>
                  <a:pt x="1170549" y="84795"/>
                </a:lnTo>
                <a:lnTo>
                  <a:pt x="1187766" y="74663"/>
                </a:lnTo>
                <a:lnTo>
                  <a:pt x="1204983" y="65645"/>
                </a:lnTo>
                <a:lnTo>
                  <a:pt x="1222191" y="57635"/>
                </a:lnTo>
                <a:lnTo>
                  <a:pt x="1239408" y="50535"/>
                </a:lnTo>
                <a:lnTo>
                  <a:pt x="1256625" y="44252"/>
                </a:lnTo>
                <a:lnTo>
                  <a:pt x="1273833" y="38700"/>
                </a:lnTo>
                <a:lnTo>
                  <a:pt x="1291050" y="33802"/>
                </a:lnTo>
                <a:lnTo>
                  <a:pt x="1308267" y="29483"/>
                </a:lnTo>
                <a:lnTo>
                  <a:pt x="1325475" y="25681"/>
                </a:lnTo>
                <a:lnTo>
                  <a:pt x="1342692" y="22337"/>
                </a:lnTo>
                <a:lnTo>
                  <a:pt x="1359909" y="19397"/>
                </a:lnTo>
                <a:lnTo>
                  <a:pt x="1377117" y="16814"/>
                </a:lnTo>
                <a:lnTo>
                  <a:pt x="1394334" y="14548"/>
                </a:lnTo>
                <a:lnTo>
                  <a:pt x="1411551" y="12559"/>
                </a:lnTo>
                <a:lnTo>
                  <a:pt x="1428759" y="10815"/>
                </a:lnTo>
                <a:lnTo>
                  <a:pt x="1445976" y="9286"/>
                </a:lnTo>
                <a:lnTo>
                  <a:pt x="1463193" y="7947"/>
                </a:lnTo>
                <a:lnTo>
                  <a:pt x="1480401" y="6773"/>
                </a:lnTo>
                <a:lnTo>
                  <a:pt x="1497618" y="5746"/>
                </a:lnTo>
                <a:lnTo>
                  <a:pt x="1514835" y="4846"/>
                </a:lnTo>
                <a:lnTo>
                  <a:pt x="1532043" y="4059"/>
                </a:lnTo>
                <a:lnTo>
                  <a:pt x="1549260" y="3370"/>
                </a:lnTo>
                <a:lnTo>
                  <a:pt x="1566477" y="2767"/>
                </a:lnTo>
                <a:lnTo>
                  <a:pt x="1583685" y="2239"/>
                </a:lnTo>
                <a:lnTo>
                  <a:pt x="1600902" y="1778"/>
                </a:lnTo>
                <a:lnTo>
                  <a:pt x="1618119" y="1374"/>
                </a:lnTo>
                <a:lnTo>
                  <a:pt x="1635327" y="1021"/>
                </a:lnTo>
                <a:lnTo>
                  <a:pt x="1652544" y="712"/>
                </a:lnTo>
                <a:lnTo>
                  <a:pt x="1669761" y="442"/>
                </a:lnTo>
                <a:lnTo>
                  <a:pt x="1686969" y="206"/>
                </a:lnTo>
                <a:lnTo>
                  <a:pt x="1704186" y="0"/>
                </a:lnTo>
              </a:path>
            </a:pathLst>
          </a:custGeom>
          <a:noFill/>
          <a:ln w="10763" cap="rnd">
            <a:solidFill>
              <a:srgbClr val="00A9AD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8" name="Freeform 247">
            <a:extLst>
              <a:ext uri="{FF2B5EF4-FFF2-40B4-BE49-F238E27FC236}">
                <a16:creationId xmlns:a16="http://schemas.microsoft.com/office/drawing/2014/main" id="{B7AE10AE-A5C2-734A-301E-34661C9B7378}"/>
              </a:ext>
            </a:extLst>
          </p:cNvPr>
          <p:cNvSpPr/>
          <p:nvPr/>
        </p:nvSpPr>
        <p:spPr>
          <a:xfrm>
            <a:off x="5438465" y="2005452"/>
            <a:ext cx="1704185" cy="1122101"/>
          </a:xfrm>
          <a:custGeom>
            <a:avLst/>
            <a:gdLst>
              <a:gd name="connsiteX0" fmla="*/ 0 w 1704185"/>
              <a:gd name="connsiteY0" fmla="*/ 1122102 h 1122101"/>
              <a:gd name="connsiteX1" fmla="*/ 17213 w 1704185"/>
              <a:gd name="connsiteY1" fmla="*/ 1122048 h 1122101"/>
              <a:gd name="connsiteX2" fmla="*/ 34428 w 1704185"/>
              <a:gd name="connsiteY2" fmla="*/ 1121994 h 1122101"/>
              <a:gd name="connsiteX3" fmla="*/ 51642 w 1704185"/>
              <a:gd name="connsiteY3" fmla="*/ 1121922 h 1122101"/>
              <a:gd name="connsiteX4" fmla="*/ 68855 w 1704185"/>
              <a:gd name="connsiteY4" fmla="*/ 1121841 h 1122101"/>
              <a:gd name="connsiteX5" fmla="*/ 86070 w 1704185"/>
              <a:gd name="connsiteY5" fmla="*/ 1121742 h 1122101"/>
              <a:gd name="connsiteX6" fmla="*/ 103284 w 1704185"/>
              <a:gd name="connsiteY6" fmla="*/ 1121634 h 1122101"/>
              <a:gd name="connsiteX7" fmla="*/ 120497 w 1704185"/>
              <a:gd name="connsiteY7" fmla="*/ 1121517 h 1122101"/>
              <a:gd name="connsiteX8" fmla="*/ 137712 w 1704185"/>
              <a:gd name="connsiteY8" fmla="*/ 1121373 h 1122101"/>
              <a:gd name="connsiteX9" fmla="*/ 154926 w 1704185"/>
              <a:gd name="connsiteY9" fmla="*/ 1121211 h 1122101"/>
              <a:gd name="connsiteX10" fmla="*/ 172139 w 1704185"/>
              <a:gd name="connsiteY10" fmla="*/ 1121031 h 1122101"/>
              <a:gd name="connsiteX11" fmla="*/ 189354 w 1704185"/>
              <a:gd name="connsiteY11" fmla="*/ 1120824 h 1122101"/>
              <a:gd name="connsiteX12" fmla="*/ 206568 w 1704185"/>
              <a:gd name="connsiteY12" fmla="*/ 1120581 h 1122101"/>
              <a:gd name="connsiteX13" fmla="*/ 223781 w 1704185"/>
              <a:gd name="connsiteY13" fmla="*/ 1120311 h 1122101"/>
              <a:gd name="connsiteX14" fmla="*/ 240996 w 1704185"/>
              <a:gd name="connsiteY14" fmla="*/ 1119996 h 1122101"/>
              <a:gd name="connsiteX15" fmla="*/ 258210 w 1704185"/>
              <a:gd name="connsiteY15" fmla="*/ 1119636 h 1122101"/>
              <a:gd name="connsiteX16" fmla="*/ 275423 w 1704185"/>
              <a:gd name="connsiteY16" fmla="*/ 1119231 h 1122101"/>
              <a:gd name="connsiteX17" fmla="*/ 292638 w 1704185"/>
              <a:gd name="connsiteY17" fmla="*/ 1118763 h 1122101"/>
              <a:gd name="connsiteX18" fmla="*/ 309852 w 1704185"/>
              <a:gd name="connsiteY18" fmla="*/ 1118232 h 1122101"/>
              <a:gd name="connsiteX19" fmla="*/ 327065 w 1704185"/>
              <a:gd name="connsiteY19" fmla="*/ 1117620 h 1122101"/>
              <a:gd name="connsiteX20" fmla="*/ 344280 w 1704185"/>
              <a:gd name="connsiteY20" fmla="*/ 1116918 h 1122101"/>
              <a:gd name="connsiteX21" fmla="*/ 361494 w 1704185"/>
              <a:gd name="connsiteY21" fmla="*/ 1116117 h 1122101"/>
              <a:gd name="connsiteX22" fmla="*/ 378707 w 1704185"/>
              <a:gd name="connsiteY22" fmla="*/ 1115208 h 1122101"/>
              <a:gd name="connsiteX23" fmla="*/ 395922 w 1704185"/>
              <a:gd name="connsiteY23" fmla="*/ 1114164 h 1122101"/>
              <a:gd name="connsiteX24" fmla="*/ 413136 w 1704185"/>
              <a:gd name="connsiteY24" fmla="*/ 1112976 h 1122101"/>
              <a:gd name="connsiteX25" fmla="*/ 430349 w 1704185"/>
              <a:gd name="connsiteY25" fmla="*/ 1111617 h 1122101"/>
              <a:gd name="connsiteX26" fmla="*/ 447564 w 1704185"/>
              <a:gd name="connsiteY26" fmla="*/ 1110069 h 1122101"/>
              <a:gd name="connsiteX27" fmla="*/ 464778 w 1704185"/>
              <a:gd name="connsiteY27" fmla="*/ 1108305 h 1122101"/>
              <a:gd name="connsiteX28" fmla="*/ 481991 w 1704185"/>
              <a:gd name="connsiteY28" fmla="*/ 1106289 h 1122101"/>
              <a:gd name="connsiteX29" fmla="*/ 499206 w 1704185"/>
              <a:gd name="connsiteY29" fmla="*/ 1103994 h 1122101"/>
              <a:gd name="connsiteX30" fmla="*/ 516420 w 1704185"/>
              <a:gd name="connsiteY30" fmla="*/ 1101375 h 1122101"/>
              <a:gd name="connsiteX31" fmla="*/ 533633 w 1704185"/>
              <a:gd name="connsiteY31" fmla="*/ 1098396 h 1122101"/>
              <a:gd name="connsiteX32" fmla="*/ 550845 w 1704185"/>
              <a:gd name="connsiteY32" fmla="*/ 1095012 h 1122101"/>
              <a:gd name="connsiteX33" fmla="*/ 568062 w 1704185"/>
              <a:gd name="connsiteY33" fmla="*/ 1091160 h 1122101"/>
              <a:gd name="connsiteX34" fmla="*/ 585279 w 1704185"/>
              <a:gd name="connsiteY34" fmla="*/ 1086786 h 1122101"/>
              <a:gd name="connsiteX35" fmla="*/ 602487 w 1704185"/>
              <a:gd name="connsiteY35" fmla="*/ 1081827 h 1122101"/>
              <a:gd name="connsiteX36" fmla="*/ 619704 w 1704185"/>
              <a:gd name="connsiteY36" fmla="*/ 1076202 h 1122101"/>
              <a:gd name="connsiteX37" fmla="*/ 636921 w 1704185"/>
              <a:gd name="connsiteY37" fmla="*/ 1069848 h 1122101"/>
              <a:gd name="connsiteX38" fmla="*/ 654129 w 1704185"/>
              <a:gd name="connsiteY38" fmla="*/ 1062657 h 1122101"/>
              <a:gd name="connsiteX39" fmla="*/ 671346 w 1704185"/>
              <a:gd name="connsiteY39" fmla="*/ 1054548 h 1122101"/>
              <a:gd name="connsiteX40" fmla="*/ 688563 w 1704185"/>
              <a:gd name="connsiteY40" fmla="*/ 1045431 h 1122101"/>
              <a:gd name="connsiteX41" fmla="*/ 705771 w 1704185"/>
              <a:gd name="connsiteY41" fmla="*/ 1035180 h 1122101"/>
              <a:gd name="connsiteX42" fmla="*/ 722988 w 1704185"/>
              <a:gd name="connsiteY42" fmla="*/ 1023696 h 1122101"/>
              <a:gd name="connsiteX43" fmla="*/ 740205 w 1704185"/>
              <a:gd name="connsiteY43" fmla="*/ 1010862 h 1122101"/>
              <a:gd name="connsiteX44" fmla="*/ 757413 w 1704185"/>
              <a:gd name="connsiteY44" fmla="*/ 996561 h 1122101"/>
              <a:gd name="connsiteX45" fmla="*/ 774630 w 1704185"/>
              <a:gd name="connsiteY45" fmla="*/ 980694 h 1122101"/>
              <a:gd name="connsiteX46" fmla="*/ 791847 w 1704185"/>
              <a:gd name="connsiteY46" fmla="*/ 963135 h 1122101"/>
              <a:gd name="connsiteX47" fmla="*/ 809055 w 1704185"/>
              <a:gd name="connsiteY47" fmla="*/ 943803 h 1122101"/>
              <a:gd name="connsiteX48" fmla="*/ 826272 w 1704185"/>
              <a:gd name="connsiteY48" fmla="*/ 922608 h 1122101"/>
              <a:gd name="connsiteX49" fmla="*/ 843489 w 1704185"/>
              <a:gd name="connsiteY49" fmla="*/ 899487 h 1122101"/>
              <a:gd name="connsiteX50" fmla="*/ 860697 w 1704185"/>
              <a:gd name="connsiteY50" fmla="*/ 874413 h 1122101"/>
              <a:gd name="connsiteX51" fmla="*/ 877914 w 1704185"/>
              <a:gd name="connsiteY51" fmla="*/ 847368 h 1122101"/>
              <a:gd name="connsiteX52" fmla="*/ 895131 w 1704185"/>
              <a:gd name="connsiteY52" fmla="*/ 818397 h 1122101"/>
              <a:gd name="connsiteX53" fmla="*/ 912339 w 1704185"/>
              <a:gd name="connsiteY53" fmla="*/ 787575 h 1122101"/>
              <a:gd name="connsiteX54" fmla="*/ 929556 w 1704185"/>
              <a:gd name="connsiteY54" fmla="*/ 755021 h 1122101"/>
              <a:gd name="connsiteX55" fmla="*/ 946773 w 1704185"/>
              <a:gd name="connsiteY55" fmla="*/ 720905 h 1122101"/>
              <a:gd name="connsiteX56" fmla="*/ 963981 w 1704185"/>
              <a:gd name="connsiteY56" fmla="*/ 685443 h 1122101"/>
              <a:gd name="connsiteX57" fmla="*/ 981198 w 1704185"/>
              <a:gd name="connsiteY57" fmla="*/ 648891 h 1122101"/>
              <a:gd name="connsiteX58" fmla="*/ 998415 w 1704185"/>
              <a:gd name="connsiteY58" fmla="*/ 611543 h 1122101"/>
              <a:gd name="connsiteX59" fmla="*/ 1015623 w 1704185"/>
              <a:gd name="connsiteY59" fmla="*/ 573719 h 1122101"/>
              <a:gd name="connsiteX60" fmla="*/ 1032840 w 1704185"/>
              <a:gd name="connsiteY60" fmla="*/ 535759 h 1122101"/>
              <a:gd name="connsiteX61" fmla="*/ 1050057 w 1704185"/>
              <a:gd name="connsiteY61" fmla="*/ 498004 h 1122101"/>
              <a:gd name="connsiteX62" fmla="*/ 1067265 w 1704185"/>
              <a:gd name="connsiteY62" fmla="*/ 460790 h 1122101"/>
              <a:gd name="connsiteX63" fmla="*/ 1084482 w 1704185"/>
              <a:gd name="connsiteY63" fmla="*/ 424434 h 1122101"/>
              <a:gd name="connsiteX64" fmla="*/ 1101699 w 1704185"/>
              <a:gd name="connsiteY64" fmla="*/ 389221 h 1122101"/>
              <a:gd name="connsiteX65" fmla="*/ 1118907 w 1704185"/>
              <a:gd name="connsiteY65" fmla="*/ 355403 h 1122101"/>
              <a:gd name="connsiteX66" fmla="*/ 1136124 w 1704185"/>
              <a:gd name="connsiteY66" fmla="*/ 323184 h 1122101"/>
              <a:gd name="connsiteX67" fmla="*/ 1153341 w 1704185"/>
              <a:gd name="connsiteY67" fmla="*/ 292723 h 1122101"/>
              <a:gd name="connsiteX68" fmla="*/ 1170549 w 1704185"/>
              <a:gd name="connsiteY68" fmla="*/ 264134 h 1122101"/>
              <a:gd name="connsiteX69" fmla="*/ 1187766 w 1704185"/>
              <a:gd name="connsiteY69" fmla="*/ 237483 h 1122101"/>
              <a:gd name="connsiteX70" fmla="*/ 1204983 w 1704185"/>
              <a:gd name="connsiteY70" fmla="*/ 212798 h 1122101"/>
              <a:gd name="connsiteX71" fmla="*/ 1222191 w 1704185"/>
              <a:gd name="connsiteY71" fmla="*/ 190067 h 1122101"/>
              <a:gd name="connsiteX72" fmla="*/ 1239408 w 1704185"/>
              <a:gd name="connsiteY72" fmla="*/ 169249 h 1122101"/>
              <a:gd name="connsiteX73" fmla="*/ 1256625 w 1704185"/>
              <a:gd name="connsiteY73" fmla="*/ 150278 h 1122101"/>
              <a:gd name="connsiteX74" fmla="*/ 1273833 w 1704185"/>
              <a:gd name="connsiteY74" fmla="*/ 133068 h 1122101"/>
              <a:gd name="connsiteX75" fmla="*/ 1291050 w 1704185"/>
              <a:gd name="connsiteY75" fmla="*/ 117521 h 1122101"/>
              <a:gd name="connsiteX76" fmla="*/ 1308267 w 1704185"/>
              <a:gd name="connsiteY76" fmla="*/ 103526 h 1122101"/>
              <a:gd name="connsiteX77" fmla="*/ 1325475 w 1704185"/>
              <a:gd name="connsiteY77" fmla="*/ 90972 h 1122101"/>
              <a:gd name="connsiteX78" fmla="*/ 1342692 w 1704185"/>
              <a:gd name="connsiteY78" fmla="*/ 79743 h 1122101"/>
              <a:gd name="connsiteX79" fmla="*/ 1359909 w 1704185"/>
              <a:gd name="connsiteY79" fmla="*/ 69727 h 1122101"/>
              <a:gd name="connsiteX80" fmla="*/ 1377117 w 1704185"/>
              <a:gd name="connsiteY80" fmla="*/ 60815 h 1122101"/>
              <a:gd name="connsiteX81" fmla="*/ 1394334 w 1704185"/>
              <a:gd name="connsiteY81" fmla="*/ 52900 h 1122101"/>
              <a:gd name="connsiteX82" fmla="*/ 1411551 w 1704185"/>
              <a:gd name="connsiteY82" fmla="*/ 45885 h 1122101"/>
              <a:gd name="connsiteX83" fmla="*/ 1428759 w 1704185"/>
              <a:gd name="connsiteY83" fmla="*/ 39680 h 1122101"/>
              <a:gd name="connsiteX84" fmla="*/ 1445976 w 1704185"/>
              <a:gd name="connsiteY84" fmla="*/ 34196 h 1122101"/>
              <a:gd name="connsiteX85" fmla="*/ 1463193 w 1704185"/>
              <a:gd name="connsiteY85" fmla="*/ 29359 h 1122101"/>
              <a:gd name="connsiteX86" fmla="*/ 1480401 w 1704185"/>
              <a:gd name="connsiteY86" fmla="*/ 25095 h 1122101"/>
              <a:gd name="connsiteX87" fmla="*/ 1497618 w 1704185"/>
              <a:gd name="connsiteY87" fmla="*/ 21342 h 1122101"/>
              <a:gd name="connsiteX88" fmla="*/ 1514835 w 1704185"/>
              <a:gd name="connsiteY88" fmla="*/ 18039 h 1122101"/>
              <a:gd name="connsiteX89" fmla="*/ 1532043 w 1704185"/>
              <a:gd name="connsiteY89" fmla="*/ 15138 h 1122101"/>
              <a:gd name="connsiteX90" fmla="*/ 1549260 w 1704185"/>
              <a:gd name="connsiteY90" fmla="*/ 12588 h 1122101"/>
              <a:gd name="connsiteX91" fmla="*/ 1566477 w 1704185"/>
              <a:gd name="connsiteY91" fmla="*/ 10352 h 1122101"/>
              <a:gd name="connsiteX92" fmla="*/ 1583685 w 1704185"/>
              <a:gd name="connsiteY92" fmla="*/ 8389 h 1122101"/>
              <a:gd name="connsiteX93" fmla="*/ 1600902 w 1704185"/>
              <a:gd name="connsiteY93" fmla="*/ 6667 h 1122101"/>
              <a:gd name="connsiteX94" fmla="*/ 1618119 w 1704185"/>
              <a:gd name="connsiteY94" fmla="*/ 5159 h 1122101"/>
              <a:gd name="connsiteX95" fmla="*/ 1635327 w 1704185"/>
              <a:gd name="connsiteY95" fmla="*/ 3837 h 1122101"/>
              <a:gd name="connsiteX96" fmla="*/ 1652544 w 1704185"/>
              <a:gd name="connsiteY96" fmla="*/ 2679 h 1122101"/>
              <a:gd name="connsiteX97" fmla="*/ 1669761 w 1704185"/>
              <a:gd name="connsiteY97" fmla="*/ 1665 h 1122101"/>
              <a:gd name="connsiteX98" fmla="*/ 1686969 w 1704185"/>
              <a:gd name="connsiteY98" fmla="*/ 777 h 1122101"/>
              <a:gd name="connsiteX99" fmla="*/ 1704186 w 1704185"/>
              <a:gd name="connsiteY99" fmla="*/ 0 h 1122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704185" h="1122101">
                <a:moveTo>
                  <a:pt x="0" y="1122102"/>
                </a:moveTo>
                <a:lnTo>
                  <a:pt x="17213" y="1122048"/>
                </a:lnTo>
                <a:lnTo>
                  <a:pt x="34428" y="1121994"/>
                </a:lnTo>
                <a:lnTo>
                  <a:pt x="51642" y="1121922"/>
                </a:lnTo>
                <a:lnTo>
                  <a:pt x="68855" y="1121841"/>
                </a:lnTo>
                <a:lnTo>
                  <a:pt x="86070" y="1121742"/>
                </a:lnTo>
                <a:lnTo>
                  <a:pt x="103284" y="1121634"/>
                </a:lnTo>
                <a:lnTo>
                  <a:pt x="120497" y="1121517"/>
                </a:lnTo>
                <a:lnTo>
                  <a:pt x="137712" y="1121373"/>
                </a:lnTo>
                <a:lnTo>
                  <a:pt x="154926" y="1121211"/>
                </a:lnTo>
                <a:lnTo>
                  <a:pt x="172139" y="1121031"/>
                </a:lnTo>
                <a:lnTo>
                  <a:pt x="189354" y="1120824"/>
                </a:lnTo>
                <a:lnTo>
                  <a:pt x="206568" y="1120581"/>
                </a:lnTo>
                <a:lnTo>
                  <a:pt x="223781" y="1120311"/>
                </a:lnTo>
                <a:lnTo>
                  <a:pt x="240996" y="1119996"/>
                </a:lnTo>
                <a:lnTo>
                  <a:pt x="258210" y="1119636"/>
                </a:lnTo>
                <a:lnTo>
                  <a:pt x="275423" y="1119231"/>
                </a:lnTo>
                <a:lnTo>
                  <a:pt x="292638" y="1118763"/>
                </a:lnTo>
                <a:lnTo>
                  <a:pt x="309852" y="1118232"/>
                </a:lnTo>
                <a:lnTo>
                  <a:pt x="327065" y="1117620"/>
                </a:lnTo>
                <a:lnTo>
                  <a:pt x="344280" y="1116918"/>
                </a:lnTo>
                <a:lnTo>
                  <a:pt x="361494" y="1116117"/>
                </a:lnTo>
                <a:lnTo>
                  <a:pt x="378707" y="1115208"/>
                </a:lnTo>
                <a:lnTo>
                  <a:pt x="395922" y="1114164"/>
                </a:lnTo>
                <a:lnTo>
                  <a:pt x="413136" y="1112976"/>
                </a:lnTo>
                <a:lnTo>
                  <a:pt x="430349" y="1111617"/>
                </a:lnTo>
                <a:lnTo>
                  <a:pt x="447564" y="1110069"/>
                </a:lnTo>
                <a:lnTo>
                  <a:pt x="464778" y="1108305"/>
                </a:lnTo>
                <a:lnTo>
                  <a:pt x="481991" y="1106289"/>
                </a:lnTo>
                <a:lnTo>
                  <a:pt x="499206" y="1103994"/>
                </a:lnTo>
                <a:lnTo>
                  <a:pt x="516420" y="1101375"/>
                </a:lnTo>
                <a:lnTo>
                  <a:pt x="533633" y="1098396"/>
                </a:lnTo>
                <a:lnTo>
                  <a:pt x="550845" y="1095012"/>
                </a:lnTo>
                <a:lnTo>
                  <a:pt x="568062" y="1091160"/>
                </a:lnTo>
                <a:lnTo>
                  <a:pt x="585279" y="1086786"/>
                </a:lnTo>
                <a:lnTo>
                  <a:pt x="602487" y="1081827"/>
                </a:lnTo>
                <a:lnTo>
                  <a:pt x="619704" y="1076202"/>
                </a:lnTo>
                <a:lnTo>
                  <a:pt x="636921" y="1069848"/>
                </a:lnTo>
                <a:lnTo>
                  <a:pt x="654129" y="1062657"/>
                </a:lnTo>
                <a:lnTo>
                  <a:pt x="671346" y="1054548"/>
                </a:lnTo>
                <a:lnTo>
                  <a:pt x="688563" y="1045431"/>
                </a:lnTo>
                <a:lnTo>
                  <a:pt x="705771" y="1035180"/>
                </a:lnTo>
                <a:lnTo>
                  <a:pt x="722988" y="1023696"/>
                </a:lnTo>
                <a:lnTo>
                  <a:pt x="740205" y="1010862"/>
                </a:lnTo>
                <a:lnTo>
                  <a:pt x="757413" y="996561"/>
                </a:lnTo>
                <a:lnTo>
                  <a:pt x="774630" y="980694"/>
                </a:lnTo>
                <a:lnTo>
                  <a:pt x="791847" y="963135"/>
                </a:lnTo>
                <a:lnTo>
                  <a:pt x="809055" y="943803"/>
                </a:lnTo>
                <a:lnTo>
                  <a:pt x="826272" y="922608"/>
                </a:lnTo>
                <a:lnTo>
                  <a:pt x="843489" y="899487"/>
                </a:lnTo>
                <a:lnTo>
                  <a:pt x="860697" y="874413"/>
                </a:lnTo>
                <a:lnTo>
                  <a:pt x="877914" y="847368"/>
                </a:lnTo>
                <a:lnTo>
                  <a:pt x="895131" y="818397"/>
                </a:lnTo>
                <a:lnTo>
                  <a:pt x="912339" y="787575"/>
                </a:lnTo>
                <a:lnTo>
                  <a:pt x="929556" y="755021"/>
                </a:lnTo>
                <a:lnTo>
                  <a:pt x="946773" y="720905"/>
                </a:lnTo>
                <a:lnTo>
                  <a:pt x="963981" y="685443"/>
                </a:lnTo>
                <a:lnTo>
                  <a:pt x="981198" y="648891"/>
                </a:lnTo>
                <a:lnTo>
                  <a:pt x="998415" y="611543"/>
                </a:lnTo>
                <a:lnTo>
                  <a:pt x="1015623" y="573719"/>
                </a:lnTo>
                <a:lnTo>
                  <a:pt x="1032840" y="535759"/>
                </a:lnTo>
                <a:lnTo>
                  <a:pt x="1050057" y="498004"/>
                </a:lnTo>
                <a:lnTo>
                  <a:pt x="1067265" y="460790"/>
                </a:lnTo>
                <a:lnTo>
                  <a:pt x="1084482" y="424434"/>
                </a:lnTo>
                <a:lnTo>
                  <a:pt x="1101699" y="389221"/>
                </a:lnTo>
                <a:lnTo>
                  <a:pt x="1118907" y="355403"/>
                </a:lnTo>
                <a:lnTo>
                  <a:pt x="1136124" y="323184"/>
                </a:lnTo>
                <a:lnTo>
                  <a:pt x="1153341" y="292723"/>
                </a:lnTo>
                <a:lnTo>
                  <a:pt x="1170549" y="264134"/>
                </a:lnTo>
                <a:lnTo>
                  <a:pt x="1187766" y="237483"/>
                </a:lnTo>
                <a:lnTo>
                  <a:pt x="1204983" y="212798"/>
                </a:lnTo>
                <a:lnTo>
                  <a:pt x="1222191" y="190067"/>
                </a:lnTo>
                <a:lnTo>
                  <a:pt x="1239408" y="169249"/>
                </a:lnTo>
                <a:lnTo>
                  <a:pt x="1256625" y="150278"/>
                </a:lnTo>
                <a:lnTo>
                  <a:pt x="1273833" y="133068"/>
                </a:lnTo>
                <a:lnTo>
                  <a:pt x="1291050" y="117521"/>
                </a:lnTo>
                <a:lnTo>
                  <a:pt x="1308267" y="103526"/>
                </a:lnTo>
                <a:lnTo>
                  <a:pt x="1325475" y="90972"/>
                </a:lnTo>
                <a:lnTo>
                  <a:pt x="1342692" y="79743"/>
                </a:lnTo>
                <a:lnTo>
                  <a:pt x="1359909" y="69727"/>
                </a:lnTo>
                <a:lnTo>
                  <a:pt x="1377117" y="60815"/>
                </a:lnTo>
                <a:lnTo>
                  <a:pt x="1394334" y="52900"/>
                </a:lnTo>
                <a:lnTo>
                  <a:pt x="1411551" y="45885"/>
                </a:lnTo>
                <a:lnTo>
                  <a:pt x="1428759" y="39680"/>
                </a:lnTo>
                <a:lnTo>
                  <a:pt x="1445976" y="34196"/>
                </a:lnTo>
                <a:lnTo>
                  <a:pt x="1463193" y="29359"/>
                </a:lnTo>
                <a:lnTo>
                  <a:pt x="1480401" y="25095"/>
                </a:lnTo>
                <a:lnTo>
                  <a:pt x="1497618" y="21342"/>
                </a:lnTo>
                <a:lnTo>
                  <a:pt x="1514835" y="18039"/>
                </a:lnTo>
                <a:lnTo>
                  <a:pt x="1532043" y="15138"/>
                </a:lnTo>
                <a:lnTo>
                  <a:pt x="1549260" y="12588"/>
                </a:lnTo>
                <a:lnTo>
                  <a:pt x="1566477" y="10352"/>
                </a:lnTo>
                <a:lnTo>
                  <a:pt x="1583685" y="8389"/>
                </a:lnTo>
                <a:lnTo>
                  <a:pt x="1600902" y="6667"/>
                </a:lnTo>
                <a:lnTo>
                  <a:pt x="1618119" y="5159"/>
                </a:lnTo>
                <a:lnTo>
                  <a:pt x="1635327" y="3837"/>
                </a:lnTo>
                <a:lnTo>
                  <a:pt x="1652544" y="2679"/>
                </a:lnTo>
                <a:lnTo>
                  <a:pt x="1669761" y="1665"/>
                </a:lnTo>
                <a:lnTo>
                  <a:pt x="1686969" y="777"/>
                </a:lnTo>
                <a:lnTo>
                  <a:pt x="1704186" y="0"/>
                </a:lnTo>
              </a:path>
            </a:pathLst>
          </a:custGeom>
          <a:noFill/>
          <a:ln w="10763" cap="rnd">
            <a:solidFill>
              <a:srgbClr val="ED5D92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9" name="Freeform 248">
            <a:extLst>
              <a:ext uri="{FF2B5EF4-FFF2-40B4-BE49-F238E27FC236}">
                <a16:creationId xmlns:a16="http://schemas.microsoft.com/office/drawing/2014/main" id="{E5B1F1A2-C5DD-619E-6557-001941A88D5A}"/>
              </a:ext>
            </a:extLst>
          </p:cNvPr>
          <p:cNvSpPr/>
          <p:nvPr/>
        </p:nvSpPr>
        <p:spPr>
          <a:xfrm>
            <a:off x="5438465" y="2020319"/>
            <a:ext cx="1704185" cy="1107512"/>
          </a:xfrm>
          <a:custGeom>
            <a:avLst/>
            <a:gdLst>
              <a:gd name="connsiteX0" fmla="*/ 0 w 1704185"/>
              <a:gd name="connsiteY0" fmla="*/ 1107513 h 1107512"/>
              <a:gd name="connsiteX1" fmla="*/ 17213 w 1704185"/>
              <a:gd name="connsiteY1" fmla="*/ 1107504 h 1107512"/>
              <a:gd name="connsiteX2" fmla="*/ 34428 w 1704185"/>
              <a:gd name="connsiteY2" fmla="*/ 1107486 h 1107512"/>
              <a:gd name="connsiteX3" fmla="*/ 51642 w 1704185"/>
              <a:gd name="connsiteY3" fmla="*/ 1107468 h 1107512"/>
              <a:gd name="connsiteX4" fmla="*/ 68855 w 1704185"/>
              <a:gd name="connsiteY4" fmla="*/ 1107450 h 1107512"/>
              <a:gd name="connsiteX5" fmla="*/ 86070 w 1704185"/>
              <a:gd name="connsiteY5" fmla="*/ 1107423 h 1107512"/>
              <a:gd name="connsiteX6" fmla="*/ 103284 w 1704185"/>
              <a:gd name="connsiteY6" fmla="*/ 1107396 h 1107512"/>
              <a:gd name="connsiteX7" fmla="*/ 120497 w 1704185"/>
              <a:gd name="connsiteY7" fmla="*/ 1107360 h 1107512"/>
              <a:gd name="connsiteX8" fmla="*/ 137712 w 1704185"/>
              <a:gd name="connsiteY8" fmla="*/ 1107324 h 1107512"/>
              <a:gd name="connsiteX9" fmla="*/ 154926 w 1704185"/>
              <a:gd name="connsiteY9" fmla="*/ 1107279 h 1107512"/>
              <a:gd name="connsiteX10" fmla="*/ 172139 w 1704185"/>
              <a:gd name="connsiteY10" fmla="*/ 1107234 h 1107512"/>
              <a:gd name="connsiteX11" fmla="*/ 189354 w 1704185"/>
              <a:gd name="connsiteY11" fmla="*/ 1107180 h 1107512"/>
              <a:gd name="connsiteX12" fmla="*/ 206568 w 1704185"/>
              <a:gd name="connsiteY12" fmla="*/ 1107117 h 1107512"/>
              <a:gd name="connsiteX13" fmla="*/ 223781 w 1704185"/>
              <a:gd name="connsiteY13" fmla="*/ 1107045 h 1107512"/>
              <a:gd name="connsiteX14" fmla="*/ 240996 w 1704185"/>
              <a:gd name="connsiteY14" fmla="*/ 1106964 h 1107512"/>
              <a:gd name="connsiteX15" fmla="*/ 258210 w 1704185"/>
              <a:gd name="connsiteY15" fmla="*/ 1106865 h 1107512"/>
              <a:gd name="connsiteX16" fmla="*/ 275423 w 1704185"/>
              <a:gd name="connsiteY16" fmla="*/ 1106757 h 1107512"/>
              <a:gd name="connsiteX17" fmla="*/ 292638 w 1704185"/>
              <a:gd name="connsiteY17" fmla="*/ 1106631 h 1107512"/>
              <a:gd name="connsiteX18" fmla="*/ 309852 w 1704185"/>
              <a:gd name="connsiteY18" fmla="*/ 1106487 h 1107512"/>
              <a:gd name="connsiteX19" fmla="*/ 327065 w 1704185"/>
              <a:gd name="connsiteY19" fmla="*/ 1106325 h 1107512"/>
              <a:gd name="connsiteX20" fmla="*/ 344280 w 1704185"/>
              <a:gd name="connsiteY20" fmla="*/ 1106145 h 1107512"/>
              <a:gd name="connsiteX21" fmla="*/ 361494 w 1704185"/>
              <a:gd name="connsiteY21" fmla="*/ 1105929 h 1107512"/>
              <a:gd name="connsiteX22" fmla="*/ 378707 w 1704185"/>
              <a:gd name="connsiteY22" fmla="*/ 1105686 h 1107512"/>
              <a:gd name="connsiteX23" fmla="*/ 395922 w 1704185"/>
              <a:gd name="connsiteY23" fmla="*/ 1105416 h 1107512"/>
              <a:gd name="connsiteX24" fmla="*/ 413136 w 1704185"/>
              <a:gd name="connsiteY24" fmla="*/ 1105092 h 1107512"/>
              <a:gd name="connsiteX25" fmla="*/ 430349 w 1704185"/>
              <a:gd name="connsiteY25" fmla="*/ 1104732 h 1107512"/>
              <a:gd name="connsiteX26" fmla="*/ 447564 w 1704185"/>
              <a:gd name="connsiteY26" fmla="*/ 1104318 h 1107512"/>
              <a:gd name="connsiteX27" fmla="*/ 464778 w 1704185"/>
              <a:gd name="connsiteY27" fmla="*/ 1103841 h 1107512"/>
              <a:gd name="connsiteX28" fmla="*/ 481991 w 1704185"/>
              <a:gd name="connsiteY28" fmla="*/ 1103301 h 1107512"/>
              <a:gd name="connsiteX29" fmla="*/ 499206 w 1704185"/>
              <a:gd name="connsiteY29" fmla="*/ 1102680 h 1107512"/>
              <a:gd name="connsiteX30" fmla="*/ 516420 w 1704185"/>
              <a:gd name="connsiteY30" fmla="*/ 1101978 h 1107512"/>
              <a:gd name="connsiteX31" fmla="*/ 533633 w 1704185"/>
              <a:gd name="connsiteY31" fmla="*/ 1101168 h 1107512"/>
              <a:gd name="connsiteX32" fmla="*/ 550845 w 1704185"/>
              <a:gd name="connsiteY32" fmla="*/ 1100241 h 1107512"/>
              <a:gd name="connsiteX33" fmla="*/ 568062 w 1704185"/>
              <a:gd name="connsiteY33" fmla="*/ 1099188 h 1107512"/>
              <a:gd name="connsiteX34" fmla="*/ 585279 w 1704185"/>
              <a:gd name="connsiteY34" fmla="*/ 1097982 h 1107512"/>
              <a:gd name="connsiteX35" fmla="*/ 602487 w 1704185"/>
              <a:gd name="connsiteY35" fmla="*/ 1096605 h 1107512"/>
              <a:gd name="connsiteX36" fmla="*/ 619704 w 1704185"/>
              <a:gd name="connsiteY36" fmla="*/ 1095039 h 1107512"/>
              <a:gd name="connsiteX37" fmla="*/ 636921 w 1704185"/>
              <a:gd name="connsiteY37" fmla="*/ 1093248 h 1107512"/>
              <a:gd name="connsiteX38" fmla="*/ 654129 w 1704185"/>
              <a:gd name="connsiteY38" fmla="*/ 1091205 h 1107512"/>
              <a:gd name="connsiteX39" fmla="*/ 671346 w 1704185"/>
              <a:gd name="connsiteY39" fmla="*/ 1088883 h 1107512"/>
              <a:gd name="connsiteX40" fmla="*/ 688563 w 1704185"/>
              <a:gd name="connsiteY40" fmla="*/ 1086228 h 1107512"/>
              <a:gd name="connsiteX41" fmla="*/ 705771 w 1704185"/>
              <a:gd name="connsiteY41" fmla="*/ 1083213 h 1107512"/>
              <a:gd name="connsiteX42" fmla="*/ 722988 w 1704185"/>
              <a:gd name="connsiteY42" fmla="*/ 1079784 h 1107512"/>
              <a:gd name="connsiteX43" fmla="*/ 740205 w 1704185"/>
              <a:gd name="connsiteY43" fmla="*/ 1075878 h 1107512"/>
              <a:gd name="connsiteX44" fmla="*/ 757413 w 1704185"/>
              <a:gd name="connsiteY44" fmla="*/ 1071450 h 1107512"/>
              <a:gd name="connsiteX45" fmla="*/ 774630 w 1704185"/>
              <a:gd name="connsiteY45" fmla="*/ 1066428 h 1107512"/>
              <a:gd name="connsiteX46" fmla="*/ 791847 w 1704185"/>
              <a:gd name="connsiteY46" fmla="*/ 1060740 h 1107512"/>
              <a:gd name="connsiteX47" fmla="*/ 809055 w 1704185"/>
              <a:gd name="connsiteY47" fmla="*/ 1054296 h 1107512"/>
              <a:gd name="connsiteX48" fmla="*/ 826272 w 1704185"/>
              <a:gd name="connsiteY48" fmla="*/ 1047024 h 1107512"/>
              <a:gd name="connsiteX49" fmla="*/ 843489 w 1704185"/>
              <a:gd name="connsiteY49" fmla="*/ 1038816 h 1107512"/>
              <a:gd name="connsiteX50" fmla="*/ 860697 w 1704185"/>
              <a:gd name="connsiteY50" fmla="*/ 1029582 h 1107512"/>
              <a:gd name="connsiteX51" fmla="*/ 877914 w 1704185"/>
              <a:gd name="connsiteY51" fmla="*/ 1019214 h 1107512"/>
              <a:gd name="connsiteX52" fmla="*/ 895131 w 1704185"/>
              <a:gd name="connsiteY52" fmla="*/ 1007604 h 1107512"/>
              <a:gd name="connsiteX53" fmla="*/ 912339 w 1704185"/>
              <a:gd name="connsiteY53" fmla="*/ 994626 h 1107512"/>
              <a:gd name="connsiteX54" fmla="*/ 929556 w 1704185"/>
              <a:gd name="connsiteY54" fmla="*/ 980181 h 1107512"/>
              <a:gd name="connsiteX55" fmla="*/ 946773 w 1704185"/>
              <a:gd name="connsiteY55" fmla="*/ 964143 h 1107512"/>
              <a:gd name="connsiteX56" fmla="*/ 963981 w 1704185"/>
              <a:gd name="connsiteY56" fmla="*/ 946413 h 1107512"/>
              <a:gd name="connsiteX57" fmla="*/ 981198 w 1704185"/>
              <a:gd name="connsiteY57" fmla="*/ 926901 h 1107512"/>
              <a:gd name="connsiteX58" fmla="*/ 998415 w 1704185"/>
              <a:gd name="connsiteY58" fmla="*/ 905517 h 1107512"/>
              <a:gd name="connsiteX59" fmla="*/ 1015623 w 1704185"/>
              <a:gd name="connsiteY59" fmla="*/ 882198 h 1107512"/>
              <a:gd name="connsiteX60" fmla="*/ 1032840 w 1704185"/>
              <a:gd name="connsiteY60" fmla="*/ 856926 h 1107512"/>
              <a:gd name="connsiteX61" fmla="*/ 1050057 w 1704185"/>
              <a:gd name="connsiteY61" fmla="*/ 829692 h 1107512"/>
              <a:gd name="connsiteX62" fmla="*/ 1067265 w 1704185"/>
              <a:gd name="connsiteY62" fmla="*/ 800528 h 1107512"/>
              <a:gd name="connsiteX63" fmla="*/ 1084482 w 1704185"/>
              <a:gd name="connsiteY63" fmla="*/ 769527 h 1107512"/>
              <a:gd name="connsiteX64" fmla="*/ 1101699 w 1704185"/>
              <a:gd name="connsiteY64" fmla="*/ 736808 h 1107512"/>
              <a:gd name="connsiteX65" fmla="*/ 1118907 w 1704185"/>
              <a:gd name="connsiteY65" fmla="*/ 702548 h 1107512"/>
              <a:gd name="connsiteX66" fmla="*/ 1136124 w 1704185"/>
              <a:gd name="connsiteY66" fmla="*/ 666965 h 1107512"/>
              <a:gd name="connsiteX67" fmla="*/ 1153341 w 1704185"/>
              <a:gd name="connsiteY67" fmla="*/ 630320 h 1107512"/>
              <a:gd name="connsiteX68" fmla="*/ 1170549 w 1704185"/>
              <a:gd name="connsiteY68" fmla="*/ 592908 h 1107512"/>
              <a:gd name="connsiteX69" fmla="*/ 1187766 w 1704185"/>
              <a:gd name="connsiteY69" fmla="*/ 555056 h 1107512"/>
              <a:gd name="connsiteX70" fmla="*/ 1204983 w 1704185"/>
              <a:gd name="connsiteY70" fmla="*/ 517101 h 1107512"/>
              <a:gd name="connsiteX71" fmla="*/ 1222191 w 1704185"/>
              <a:gd name="connsiteY71" fmla="*/ 479385 h 1107512"/>
              <a:gd name="connsiteX72" fmla="*/ 1239408 w 1704185"/>
              <a:gd name="connsiteY72" fmla="*/ 442243 h 1107512"/>
              <a:gd name="connsiteX73" fmla="*/ 1256625 w 1704185"/>
              <a:gd name="connsiteY73" fmla="*/ 405989 h 1107512"/>
              <a:gd name="connsiteX74" fmla="*/ 1273833 w 1704185"/>
              <a:gd name="connsiteY74" fmla="*/ 370905 h 1107512"/>
              <a:gd name="connsiteX75" fmla="*/ 1291050 w 1704185"/>
              <a:gd name="connsiteY75" fmla="*/ 337238 h 1107512"/>
              <a:gd name="connsiteX76" fmla="*/ 1308267 w 1704185"/>
              <a:gd name="connsiteY76" fmla="*/ 305188 h 1107512"/>
              <a:gd name="connsiteX77" fmla="*/ 1325475 w 1704185"/>
              <a:gd name="connsiteY77" fmla="*/ 274910 h 1107512"/>
              <a:gd name="connsiteX78" fmla="*/ 1342692 w 1704185"/>
              <a:gd name="connsiteY78" fmla="*/ 246513 h 1107512"/>
              <a:gd name="connsiteX79" fmla="*/ 1359909 w 1704185"/>
              <a:gd name="connsiteY79" fmla="*/ 220058 h 1107512"/>
              <a:gd name="connsiteX80" fmla="*/ 1377117 w 1704185"/>
              <a:gd name="connsiteY80" fmla="*/ 195569 h 1107512"/>
              <a:gd name="connsiteX81" fmla="*/ 1394334 w 1704185"/>
              <a:gd name="connsiteY81" fmla="*/ 173032 h 1107512"/>
              <a:gd name="connsiteX82" fmla="*/ 1411551 w 1704185"/>
              <a:gd name="connsiteY82" fmla="*/ 152402 h 1107512"/>
              <a:gd name="connsiteX83" fmla="*/ 1428759 w 1704185"/>
              <a:gd name="connsiteY83" fmla="*/ 133612 h 1107512"/>
              <a:gd name="connsiteX84" fmla="*/ 1445976 w 1704185"/>
              <a:gd name="connsiteY84" fmla="*/ 116573 h 1107512"/>
              <a:gd name="connsiteX85" fmla="*/ 1463193 w 1704185"/>
              <a:gd name="connsiteY85" fmla="*/ 101185 h 1107512"/>
              <a:gd name="connsiteX86" fmla="*/ 1480401 w 1704185"/>
              <a:gd name="connsiteY86" fmla="*/ 87340 h 1107512"/>
              <a:gd name="connsiteX87" fmla="*/ 1497618 w 1704185"/>
              <a:gd name="connsiteY87" fmla="*/ 74923 h 1107512"/>
              <a:gd name="connsiteX88" fmla="*/ 1514835 w 1704185"/>
              <a:gd name="connsiteY88" fmla="*/ 63821 h 1107512"/>
              <a:gd name="connsiteX89" fmla="*/ 1532043 w 1704185"/>
              <a:gd name="connsiteY89" fmla="*/ 53920 h 1107512"/>
              <a:gd name="connsiteX90" fmla="*/ 1549260 w 1704185"/>
              <a:gd name="connsiteY90" fmla="*/ 45112 h 1107512"/>
              <a:gd name="connsiteX91" fmla="*/ 1566477 w 1704185"/>
              <a:gd name="connsiteY91" fmla="*/ 37292 h 1107512"/>
              <a:gd name="connsiteX92" fmla="*/ 1583685 w 1704185"/>
              <a:gd name="connsiteY92" fmla="*/ 30362 h 1107512"/>
              <a:gd name="connsiteX93" fmla="*/ 1600902 w 1704185"/>
              <a:gd name="connsiteY93" fmla="*/ 24232 h 1107512"/>
              <a:gd name="connsiteX94" fmla="*/ 1618119 w 1704185"/>
              <a:gd name="connsiteY94" fmla="*/ 18817 h 1107512"/>
              <a:gd name="connsiteX95" fmla="*/ 1635327 w 1704185"/>
              <a:gd name="connsiteY95" fmla="*/ 14040 h 1107512"/>
              <a:gd name="connsiteX96" fmla="*/ 1652544 w 1704185"/>
              <a:gd name="connsiteY96" fmla="*/ 9830 h 1107512"/>
              <a:gd name="connsiteX97" fmla="*/ 1669761 w 1704185"/>
              <a:gd name="connsiteY97" fmla="*/ 6124 h 1107512"/>
              <a:gd name="connsiteX98" fmla="*/ 1686969 w 1704185"/>
              <a:gd name="connsiteY98" fmla="*/ 2865 h 1107512"/>
              <a:gd name="connsiteX99" fmla="*/ 1704186 w 1704185"/>
              <a:gd name="connsiteY99" fmla="*/ 0 h 11075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704185" h="1107512">
                <a:moveTo>
                  <a:pt x="0" y="1107513"/>
                </a:moveTo>
                <a:lnTo>
                  <a:pt x="17213" y="1107504"/>
                </a:lnTo>
                <a:lnTo>
                  <a:pt x="34428" y="1107486"/>
                </a:lnTo>
                <a:lnTo>
                  <a:pt x="51642" y="1107468"/>
                </a:lnTo>
                <a:lnTo>
                  <a:pt x="68855" y="1107450"/>
                </a:lnTo>
                <a:lnTo>
                  <a:pt x="86070" y="1107423"/>
                </a:lnTo>
                <a:lnTo>
                  <a:pt x="103284" y="1107396"/>
                </a:lnTo>
                <a:lnTo>
                  <a:pt x="120497" y="1107360"/>
                </a:lnTo>
                <a:lnTo>
                  <a:pt x="137712" y="1107324"/>
                </a:lnTo>
                <a:lnTo>
                  <a:pt x="154926" y="1107279"/>
                </a:lnTo>
                <a:lnTo>
                  <a:pt x="172139" y="1107234"/>
                </a:lnTo>
                <a:lnTo>
                  <a:pt x="189354" y="1107180"/>
                </a:lnTo>
                <a:lnTo>
                  <a:pt x="206568" y="1107117"/>
                </a:lnTo>
                <a:lnTo>
                  <a:pt x="223781" y="1107045"/>
                </a:lnTo>
                <a:lnTo>
                  <a:pt x="240996" y="1106964"/>
                </a:lnTo>
                <a:lnTo>
                  <a:pt x="258210" y="1106865"/>
                </a:lnTo>
                <a:lnTo>
                  <a:pt x="275423" y="1106757"/>
                </a:lnTo>
                <a:lnTo>
                  <a:pt x="292638" y="1106631"/>
                </a:lnTo>
                <a:lnTo>
                  <a:pt x="309852" y="1106487"/>
                </a:lnTo>
                <a:lnTo>
                  <a:pt x="327065" y="1106325"/>
                </a:lnTo>
                <a:lnTo>
                  <a:pt x="344280" y="1106145"/>
                </a:lnTo>
                <a:lnTo>
                  <a:pt x="361494" y="1105929"/>
                </a:lnTo>
                <a:lnTo>
                  <a:pt x="378707" y="1105686"/>
                </a:lnTo>
                <a:lnTo>
                  <a:pt x="395922" y="1105416"/>
                </a:lnTo>
                <a:lnTo>
                  <a:pt x="413136" y="1105092"/>
                </a:lnTo>
                <a:lnTo>
                  <a:pt x="430349" y="1104732"/>
                </a:lnTo>
                <a:lnTo>
                  <a:pt x="447564" y="1104318"/>
                </a:lnTo>
                <a:lnTo>
                  <a:pt x="464778" y="1103841"/>
                </a:lnTo>
                <a:lnTo>
                  <a:pt x="481991" y="1103301"/>
                </a:lnTo>
                <a:lnTo>
                  <a:pt x="499206" y="1102680"/>
                </a:lnTo>
                <a:lnTo>
                  <a:pt x="516420" y="1101978"/>
                </a:lnTo>
                <a:lnTo>
                  <a:pt x="533633" y="1101168"/>
                </a:lnTo>
                <a:lnTo>
                  <a:pt x="550845" y="1100241"/>
                </a:lnTo>
                <a:lnTo>
                  <a:pt x="568062" y="1099188"/>
                </a:lnTo>
                <a:lnTo>
                  <a:pt x="585279" y="1097982"/>
                </a:lnTo>
                <a:lnTo>
                  <a:pt x="602487" y="1096605"/>
                </a:lnTo>
                <a:lnTo>
                  <a:pt x="619704" y="1095039"/>
                </a:lnTo>
                <a:lnTo>
                  <a:pt x="636921" y="1093248"/>
                </a:lnTo>
                <a:lnTo>
                  <a:pt x="654129" y="1091205"/>
                </a:lnTo>
                <a:lnTo>
                  <a:pt x="671346" y="1088883"/>
                </a:lnTo>
                <a:lnTo>
                  <a:pt x="688563" y="1086228"/>
                </a:lnTo>
                <a:lnTo>
                  <a:pt x="705771" y="1083213"/>
                </a:lnTo>
                <a:lnTo>
                  <a:pt x="722988" y="1079784"/>
                </a:lnTo>
                <a:lnTo>
                  <a:pt x="740205" y="1075878"/>
                </a:lnTo>
                <a:lnTo>
                  <a:pt x="757413" y="1071450"/>
                </a:lnTo>
                <a:lnTo>
                  <a:pt x="774630" y="1066428"/>
                </a:lnTo>
                <a:lnTo>
                  <a:pt x="791847" y="1060740"/>
                </a:lnTo>
                <a:lnTo>
                  <a:pt x="809055" y="1054296"/>
                </a:lnTo>
                <a:lnTo>
                  <a:pt x="826272" y="1047024"/>
                </a:lnTo>
                <a:lnTo>
                  <a:pt x="843489" y="1038816"/>
                </a:lnTo>
                <a:lnTo>
                  <a:pt x="860697" y="1029582"/>
                </a:lnTo>
                <a:lnTo>
                  <a:pt x="877914" y="1019214"/>
                </a:lnTo>
                <a:lnTo>
                  <a:pt x="895131" y="1007604"/>
                </a:lnTo>
                <a:lnTo>
                  <a:pt x="912339" y="994626"/>
                </a:lnTo>
                <a:lnTo>
                  <a:pt x="929556" y="980181"/>
                </a:lnTo>
                <a:lnTo>
                  <a:pt x="946773" y="964143"/>
                </a:lnTo>
                <a:lnTo>
                  <a:pt x="963981" y="946413"/>
                </a:lnTo>
                <a:lnTo>
                  <a:pt x="981198" y="926901"/>
                </a:lnTo>
                <a:lnTo>
                  <a:pt x="998415" y="905517"/>
                </a:lnTo>
                <a:lnTo>
                  <a:pt x="1015623" y="882198"/>
                </a:lnTo>
                <a:lnTo>
                  <a:pt x="1032840" y="856926"/>
                </a:lnTo>
                <a:lnTo>
                  <a:pt x="1050057" y="829692"/>
                </a:lnTo>
                <a:lnTo>
                  <a:pt x="1067265" y="800528"/>
                </a:lnTo>
                <a:lnTo>
                  <a:pt x="1084482" y="769527"/>
                </a:lnTo>
                <a:lnTo>
                  <a:pt x="1101699" y="736808"/>
                </a:lnTo>
                <a:lnTo>
                  <a:pt x="1118907" y="702548"/>
                </a:lnTo>
                <a:lnTo>
                  <a:pt x="1136124" y="666965"/>
                </a:lnTo>
                <a:lnTo>
                  <a:pt x="1153341" y="630320"/>
                </a:lnTo>
                <a:lnTo>
                  <a:pt x="1170549" y="592908"/>
                </a:lnTo>
                <a:lnTo>
                  <a:pt x="1187766" y="555056"/>
                </a:lnTo>
                <a:lnTo>
                  <a:pt x="1204983" y="517101"/>
                </a:lnTo>
                <a:lnTo>
                  <a:pt x="1222191" y="479385"/>
                </a:lnTo>
                <a:lnTo>
                  <a:pt x="1239408" y="442243"/>
                </a:lnTo>
                <a:lnTo>
                  <a:pt x="1256625" y="405989"/>
                </a:lnTo>
                <a:lnTo>
                  <a:pt x="1273833" y="370905"/>
                </a:lnTo>
                <a:lnTo>
                  <a:pt x="1291050" y="337238"/>
                </a:lnTo>
                <a:lnTo>
                  <a:pt x="1308267" y="305188"/>
                </a:lnTo>
                <a:lnTo>
                  <a:pt x="1325475" y="274910"/>
                </a:lnTo>
                <a:lnTo>
                  <a:pt x="1342692" y="246513"/>
                </a:lnTo>
                <a:lnTo>
                  <a:pt x="1359909" y="220058"/>
                </a:lnTo>
                <a:lnTo>
                  <a:pt x="1377117" y="195569"/>
                </a:lnTo>
                <a:lnTo>
                  <a:pt x="1394334" y="173032"/>
                </a:lnTo>
                <a:lnTo>
                  <a:pt x="1411551" y="152402"/>
                </a:lnTo>
                <a:lnTo>
                  <a:pt x="1428759" y="133612"/>
                </a:lnTo>
                <a:lnTo>
                  <a:pt x="1445976" y="116573"/>
                </a:lnTo>
                <a:lnTo>
                  <a:pt x="1463193" y="101185"/>
                </a:lnTo>
                <a:lnTo>
                  <a:pt x="1480401" y="87340"/>
                </a:lnTo>
                <a:lnTo>
                  <a:pt x="1497618" y="74923"/>
                </a:lnTo>
                <a:lnTo>
                  <a:pt x="1514835" y="63821"/>
                </a:lnTo>
                <a:lnTo>
                  <a:pt x="1532043" y="53920"/>
                </a:lnTo>
                <a:lnTo>
                  <a:pt x="1549260" y="45112"/>
                </a:lnTo>
                <a:lnTo>
                  <a:pt x="1566477" y="37292"/>
                </a:lnTo>
                <a:lnTo>
                  <a:pt x="1583685" y="30362"/>
                </a:lnTo>
                <a:lnTo>
                  <a:pt x="1600902" y="24232"/>
                </a:lnTo>
                <a:lnTo>
                  <a:pt x="1618119" y="18817"/>
                </a:lnTo>
                <a:lnTo>
                  <a:pt x="1635327" y="14040"/>
                </a:lnTo>
                <a:lnTo>
                  <a:pt x="1652544" y="9830"/>
                </a:lnTo>
                <a:lnTo>
                  <a:pt x="1669761" y="6124"/>
                </a:lnTo>
                <a:lnTo>
                  <a:pt x="1686969" y="2865"/>
                </a:lnTo>
                <a:lnTo>
                  <a:pt x="1704186" y="0"/>
                </a:lnTo>
              </a:path>
            </a:pathLst>
          </a:custGeom>
          <a:noFill/>
          <a:ln w="10763" cap="rnd">
            <a:solidFill>
              <a:srgbClr val="C68125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0" name="Freeform 249">
            <a:extLst>
              <a:ext uri="{FF2B5EF4-FFF2-40B4-BE49-F238E27FC236}">
                <a16:creationId xmlns:a16="http://schemas.microsoft.com/office/drawing/2014/main" id="{66439414-A119-D243-9795-1E5E34776BFD}"/>
              </a:ext>
            </a:extLst>
          </p:cNvPr>
          <p:cNvSpPr/>
          <p:nvPr/>
        </p:nvSpPr>
        <p:spPr>
          <a:xfrm>
            <a:off x="5438465" y="2073311"/>
            <a:ext cx="1704185" cy="1054602"/>
          </a:xfrm>
          <a:custGeom>
            <a:avLst/>
            <a:gdLst>
              <a:gd name="connsiteX0" fmla="*/ 0 w 1704185"/>
              <a:gd name="connsiteY0" fmla="*/ 1054602 h 1054602"/>
              <a:gd name="connsiteX1" fmla="*/ 17213 w 1704185"/>
              <a:gd name="connsiteY1" fmla="*/ 1054593 h 1054602"/>
              <a:gd name="connsiteX2" fmla="*/ 34428 w 1704185"/>
              <a:gd name="connsiteY2" fmla="*/ 1054593 h 1054602"/>
              <a:gd name="connsiteX3" fmla="*/ 51642 w 1704185"/>
              <a:gd name="connsiteY3" fmla="*/ 1054584 h 1054602"/>
              <a:gd name="connsiteX4" fmla="*/ 68855 w 1704185"/>
              <a:gd name="connsiteY4" fmla="*/ 1054584 h 1054602"/>
              <a:gd name="connsiteX5" fmla="*/ 86070 w 1704185"/>
              <a:gd name="connsiteY5" fmla="*/ 1054575 h 1054602"/>
              <a:gd name="connsiteX6" fmla="*/ 103284 w 1704185"/>
              <a:gd name="connsiteY6" fmla="*/ 1054566 h 1054602"/>
              <a:gd name="connsiteX7" fmla="*/ 120497 w 1704185"/>
              <a:gd name="connsiteY7" fmla="*/ 1054557 h 1054602"/>
              <a:gd name="connsiteX8" fmla="*/ 137712 w 1704185"/>
              <a:gd name="connsiteY8" fmla="*/ 1054548 h 1054602"/>
              <a:gd name="connsiteX9" fmla="*/ 154926 w 1704185"/>
              <a:gd name="connsiteY9" fmla="*/ 1054539 h 1054602"/>
              <a:gd name="connsiteX10" fmla="*/ 172139 w 1704185"/>
              <a:gd name="connsiteY10" fmla="*/ 1054521 h 1054602"/>
              <a:gd name="connsiteX11" fmla="*/ 189354 w 1704185"/>
              <a:gd name="connsiteY11" fmla="*/ 1054512 h 1054602"/>
              <a:gd name="connsiteX12" fmla="*/ 206568 w 1704185"/>
              <a:gd name="connsiteY12" fmla="*/ 1054494 h 1054602"/>
              <a:gd name="connsiteX13" fmla="*/ 223781 w 1704185"/>
              <a:gd name="connsiteY13" fmla="*/ 1054476 h 1054602"/>
              <a:gd name="connsiteX14" fmla="*/ 240996 w 1704185"/>
              <a:gd name="connsiteY14" fmla="*/ 1054449 h 1054602"/>
              <a:gd name="connsiteX15" fmla="*/ 258210 w 1704185"/>
              <a:gd name="connsiteY15" fmla="*/ 1054422 h 1054602"/>
              <a:gd name="connsiteX16" fmla="*/ 275423 w 1704185"/>
              <a:gd name="connsiteY16" fmla="*/ 1054395 h 1054602"/>
              <a:gd name="connsiteX17" fmla="*/ 292638 w 1704185"/>
              <a:gd name="connsiteY17" fmla="*/ 1054368 h 1054602"/>
              <a:gd name="connsiteX18" fmla="*/ 309852 w 1704185"/>
              <a:gd name="connsiteY18" fmla="*/ 1054332 h 1054602"/>
              <a:gd name="connsiteX19" fmla="*/ 327065 w 1704185"/>
              <a:gd name="connsiteY19" fmla="*/ 1054287 h 1054602"/>
              <a:gd name="connsiteX20" fmla="*/ 344280 w 1704185"/>
              <a:gd name="connsiteY20" fmla="*/ 1054233 h 1054602"/>
              <a:gd name="connsiteX21" fmla="*/ 361494 w 1704185"/>
              <a:gd name="connsiteY21" fmla="*/ 1054179 h 1054602"/>
              <a:gd name="connsiteX22" fmla="*/ 378707 w 1704185"/>
              <a:gd name="connsiteY22" fmla="*/ 1054116 h 1054602"/>
              <a:gd name="connsiteX23" fmla="*/ 395922 w 1704185"/>
              <a:gd name="connsiteY23" fmla="*/ 1054044 h 1054602"/>
              <a:gd name="connsiteX24" fmla="*/ 413136 w 1704185"/>
              <a:gd name="connsiteY24" fmla="*/ 1053963 h 1054602"/>
              <a:gd name="connsiteX25" fmla="*/ 430349 w 1704185"/>
              <a:gd name="connsiteY25" fmla="*/ 1053864 h 1054602"/>
              <a:gd name="connsiteX26" fmla="*/ 447564 w 1704185"/>
              <a:gd name="connsiteY26" fmla="*/ 1053756 h 1054602"/>
              <a:gd name="connsiteX27" fmla="*/ 464778 w 1704185"/>
              <a:gd name="connsiteY27" fmla="*/ 1053630 h 1054602"/>
              <a:gd name="connsiteX28" fmla="*/ 481991 w 1704185"/>
              <a:gd name="connsiteY28" fmla="*/ 1053486 h 1054602"/>
              <a:gd name="connsiteX29" fmla="*/ 499206 w 1704185"/>
              <a:gd name="connsiteY29" fmla="*/ 1053324 h 1054602"/>
              <a:gd name="connsiteX30" fmla="*/ 516420 w 1704185"/>
              <a:gd name="connsiteY30" fmla="*/ 1053135 h 1054602"/>
              <a:gd name="connsiteX31" fmla="*/ 533633 w 1704185"/>
              <a:gd name="connsiteY31" fmla="*/ 1052919 h 1054602"/>
              <a:gd name="connsiteX32" fmla="*/ 550845 w 1704185"/>
              <a:gd name="connsiteY32" fmla="*/ 1052667 h 1054602"/>
              <a:gd name="connsiteX33" fmla="*/ 568062 w 1704185"/>
              <a:gd name="connsiteY33" fmla="*/ 1052388 h 1054602"/>
              <a:gd name="connsiteX34" fmla="*/ 585279 w 1704185"/>
              <a:gd name="connsiteY34" fmla="*/ 1052073 h 1054602"/>
              <a:gd name="connsiteX35" fmla="*/ 602487 w 1704185"/>
              <a:gd name="connsiteY35" fmla="*/ 1051704 h 1054602"/>
              <a:gd name="connsiteX36" fmla="*/ 619704 w 1704185"/>
              <a:gd name="connsiteY36" fmla="*/ 1051281 h 1054602"/>
              <a:gd name="connsiteX37" fmla="*/ 636921 w 1704185"/>
              <a:gd name="connsiteY37" fmla="*/ 1050804 h 1054602"/>
              <a:gd name="connsiteX38" fmla="*/ 654129 w 1704185"/>
              <a:gd name="connsiteY38" fmla="*/ 1050255 h 1054602"/>
              <a:gd name="connsiteX39" fmla="*/ 671346 w 1704185"/>
              <a:gd name="connsiteY39" fmla="*/ 1049625 h 1054602"/>
              <a:gd name="connsiteX40" fmla="*/ 688563 w 1704185"/>
              <a:gd name="connsiteY40" fmla="*/ 1048905 h 1054602"/>
              <a:gd name="connsiteX41" fmla="*/ 705771 w 1704185"/>
              <a:gd name="connsiteY41" fmla="*/ 1048086 h 1054602"/>
              <a:gd name="connsiteX42" fmla="*/ 722988 w 1704185"/>
              <a:gd name="connsiteY42" fmla="*/ 1047150 h 1054602"/>
              <a:gd name="connsiteX43" fmla="*/ 740205 w 1704185"/>
              <a:gd name="connsiteY43" fmla="*/ 1046079 h 1054602"/>
              <a:gd name="connsiteX44" fmla="*/ 757413 w 1704185"/>
              <a:gd name="connsiteY44" fmla="*/ 1044864 h 1054602"/>
              <a:gd name="connsiteX45" fmla="*/ 774630 w 1704185"/>
              <a:gd name="connsiteY45" fmla="*/ 1043469 h 1054602"/>
              <a:gd name="connsiteX46" fmla="*/ 791847 w 1704185"/>
              <a:gd name="connsiteY46" fmla="*/ 1041876 h 1054602"/>
              <a:gd name="connsiteX47" fmla="*/ 809055 w 1704185"/>
              <a:gd name="connsiteY47" fmla="*/ 1040067 h 1054602"/>
              <a:gd name="connsiteX48" fmla="*/ 826272 w 1704185"/>
              <a:gd name="connsiteY48" fmla="*/ 1037997 h 1054602"/>
              <a:gd name="connsiteX49" fmla="*/ 843489 w 1704185"/>
              <a:gd name="connsiteY49" fmla="*/ 1035639 h 1054602"/>
              <a:gd name="connsiteX50" fmla="*/ 860697 w 1704185"/>
              <a:gd name="connsiteY50" fmla="*/ 1032948 h 1054602"/>
              <a:gd name="connsiteX51" fmla="*/ 877914 w 1704185"/>
              <a:gd name="connsiteY51" fmla="*/ 1029897 h 1054602"/>
              <a:gd name="connsiteX52" fmla="*/ 895131 w 1704185"/>
              <a:gd name="connsiteY52" fmla="*/ 1026423 h 1054602"/>
              <a:gd name="connsiteX53" fmla="*/ 912339 w 1704185"/>
              <a:gd name="connsiteY53" fmla="*/ 1022472 h 1054602"/>
              <a:gd name="connsiteX54" fmla="*/ 929556 w 1704185"/>
              <a:gd name="connsiteY54" fmla="*/ 1017981 h 1054602"/>
              <a:gd name="connsiteX55" fmla="*/ 946773 w 1704185"/>
              <a:gd name="connsiteY55" fmla="*/ 1012896 h 1054602"/>
              <a:gd name="connsiteX56" fmla="*/ 963981 w 1704185"/>
              <a:gd name="connsiteY56" fmla="*/ 1007136 h 1054602"/>
              <a:gd name="connsiteX57" fmla="*/ 981198 w 1704185"/>
              <a:gd name="connsiteY57" fmla="*/ 1000620 h 1054602"/>
              <a:gd name="connsiteX58" fmla="*/ 998415 w 1704185"/>
              <a:gd name="connsiteY58" fmla="*/ 993249 h 1054602"/>
              <a:gd name="connsiteX59" fmla="*/ 1015623 w 1704185"/>
              <a:gd name="connsiteY59" fmla="*/ 984951 h 1054602"/>
              <a:gd name="connsiteX60" fmla="*/ 1032840 w 1704185"/>
              <a:gd name="connsiteY60" fmla="*/ 975609 h 1054602"/>
              <a:gd name="connsiteX61" fmla="*/ 1050057 w 1704185"/>
              <a:gd name="connsiteY61" fmla="*/ 965124 h 1054602"/>
              <a:gd name="connsiteX62" fmla="*/ 1067265 w 1704185"/>
              <a:gd name="connsiteY62" fmla="*/ 953379 h 1054602"/>
              <a:gd name="connsiteX63" fmla="*/ 1084482 w 1704185"/>
              <a:gd name="connsiteY63" fmla="*/ 940257 h 1054602"/>
              <a:gd name="connsiteX64" fmla="*/ 1101699 w 1704185"/>
              <a:gd name="connsiteY64" fmla="*/ 925659 h 1054602"/>
              <a:gd name="connsiteX65" fmla="*/ 1118907 w 1704185"/>
              <a:gd name="connsiteY65" fmla="*/ 909459 h 1054602"/>
              <a:gd name="connsiteX66" fmla="*/ 1136124 w 1704185"/>
              <a:gd name="connsiteY66" fmla="*/ 891558 h 1054602"/>
              <a:gd name="connsiteX67" fmla="*/ 1153341 w 1704185"/>
              <a:gd name="connsiteY67" fmla="*/ 871857 h 1054602"/>
              <a:gd name="connsiteX68" fmla="*/ 1170549 w 1704185"/>
              <a:gd name="connsiteY68" fmla="*/ 850275 h 1054602"/>
              <a:gd name="connsiteX69" fmla="*/ 1187766 w 1704185"/>
              <a:gd name="connsiteY69" fmla="*/ 826767 h 1054602"/>
              <a:gd name="connsiteX70" fmla="*/ 1204983 w 1704185"/>
              <a:gd name="connsiteY70" fmla="*/ 801297 h 1054602"/>
              <a:gd name="connsiteX71" fmla="*/ 1222191 w 1704185"/>
              <a:gd name="connsiteY71" fmla="*/ 773865 h 1054602"/>
              <a:gd name="connsiteX72" fmla="*/ 1239408 w 1704185"/>
              <a:gd name="connsiteY72" fmla="*/ 744518 h 1054602"/>
              <a:gd name="connsiteX73" fmla="*/ 1256625 w 1704185"/>
              <a:gd name="connsiteY73" fmla="*/ 713337 h 1054602"/>
              <a:gd name="connsiteX74" fmla="*/ 1273833 w 1704185"/>
              <a:gd name="connsiteY74" fmla="*/ 680457 h 1054602"/>
              <a:gd name="connsiteX75" fmla="*/ 1291050 w 1704185"/>
              <a:gd name="connsiteY75" fmla="*/ 646053 h 1054602"/>
              <a:gd name="connsiteX76" fmla="*/ 1308267 w 1704185"/>
              <a:gd name="connsiteY76" fmla="*/ 610351 h 1054602"/>
              <a:gd name="connsiteX77" fmla="*/ 1325475 w 1704185"/>
              <a:gd name="connsiteY77" fmla="*/ 573615 h 1054602"/>
              <a:gd name="connsiteX78" fmla="*/ 1342692 w 1704185"/>
              <a:gd name="connsiteY78" fmla="*/ 536145 h 1054602"/>
              <a:gd name="connsiteX79" fmla="*/ 1359909 w 1704185"/>
              <a:gd name="connsiteY79" fmla="*/ 498268 h 1054602"/>
              <a:gd name="connsiteX80" fmla="*/ 1377117 w 1704185"/>
              <a:gd name="connsiteY80" fmla="*/ 460321 h 1054602"/>
              <a:gd name="connsiteX81" fmla="*/ 1394334 w 1704185"/>
              <a:gd name="connsiteY81" fmla="*/ 422648 h 1054602"/>
              <a:gd name="connsiteX82" fmla="*/ 1411551 w 1704185"/>
              <a:gd name="connsiteY82" fmla="*/ 385581 h 1054602"/>
              <a:gd name="connsiteX83" fmla="*/ 1428759 w 1704185"/>
              <a:gd name="connsiteY83" fmla="*/ 349431 h 1054602"/>
              <a:gd name="connsiteX84" fmla="*/ 1445976 w 1704185"/>
              <a:gd name="connsiteY84" fmla="*/ 314479 h 1054602"/>
              <a:gd name="connsiteX85" fmla="*/ 1463193 w 1704185"/>
              <a:gd name="connsiteY85" fmla="*/ 280966 h 1054602"/>
              <a:gd name="connsiteX86" fmla="*/ 1480401 w 1704185"/>
              <a:gd name="connsiteY86" fmla="*/ 249087 h 1054602"/>
              <a:gd name="connsiteX87" fmla="*/ 1497618 w 1704185"/>
              <a:gd name="connsiteY87" fmla="*/ 218993 h 1054602"/>
              <a:gd name="connsiteX88" fmla="*/ 1514835 w 1704185"/>
              <a:gd name="connsiteY88" fmla="*/ 190787 h 1054602"/>
              <a:gd name="connsiteX89" fmla="*/ 1532043 w 1704185"/>
              <a:gd name="connsiteY89" fmla="*/ 164529 h 1054602"/>
              <a:gd name="connsiteX90" fmla="*/ 1549260 w 1704185"/>
              <a:gd name="connsiteY90" fmla="*/ 140236 h 1054602"/>
              <a:gd name="connsiteX91" fmla="*/ 1566477 w 1704185"/>
              <a:gd name="connsiteY91" fmla="*/ 117893 h 1054602"/>
              <a:gd name="connsiteX92" fmla="*/ 1583685 w 1704185"/>
              <a:gd name="connsiteY92" fmla="*/ 97450 h 1054602"/>
              <a:gd name="connsiteX93" fmla="*/ 1600902 w 1704185"/>
              <a:gd name="connsiteY93" fmla="*/ 78839 h 1054602"/>
              <a:gd name="connsiteX94" fmla="*/ 1618119 w 1704185"/>
              <a:gd name="connsiteY94" fmla="*/ 61970 h 1054602"/>
              <a:gd name="connsiteX95" fmla="*/ 1635327 w 1704185"/>
              <a:gd name="connsiteY95" fmla="*/ 46742 h 1054602"/>
              <a:gd name="connsiteX96" fmla="*/ 1652544 w 1704185"/>
              <a:gd name="connsiteY96" fmla="*/ 33044 h 1054602"/>
              <a:gd name="connsiteX97" fmla="*/ 1669761 w 1704185"/>
              <a:gd name="connsiteY97" fmla="*/ 20764 h 1054602"/>
              <a:gd name="connsiteX98" fmla="*/ 1686969 w 1704185"/>
              <a:gd name="connsiteY98" fmla="*/ 9787 h 1054602"/>
              <a:gd name="connsiteX99" fmla="*/ 1704186 w 1704185"/>
              <a:gd name="connsiteY99" fmla="*/ 0 h 1054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704185" h="1054602">
                <a:moveTo>
                  <a:pt x="0" y="1054602"/>
                </a:moveTo>
                <a:lnTo>
                  <a:pt x="17213" y="1054593"/>
                </a:lnTo>
                <a:lnTo>
                  <a:pt x="34428" y="1054593"/>
                </a:lnTo>
                <a:lnTo>
                  <a:pt x="51642" y="1054584"/>
                </a:lnTo>
                <a:lnTo>
                  <a:pt x="68855" y="1054584"/>
                </a:lnTo>
                <a:lnTo>
                  <a:pt x="86070" y="1054575"/>
                </a:lnTo>
                <a:lnTo>
                  <a:pt x="103284" y="1054566"/>
                </a:lnTo>
                <a:lnTo>
                  <a:pt x="120497" y="1054557"/>
                </a:lnTo>
                <a:lnTo>
                  <a:pt x="137712" y="1054548"/>
                </a:lnTo>
                <a:lnTo>
                  <a:pt x="154926" y="1054539"/>
                </a:lnTo>
                <a:lnTo>
                  <a:pt x="172139" y="1054521"/>
                </a:lnTo>
                <a:lnTo>
                  <a:pt x="189354" y="1054512"/>
                </a:lnTo>
                <a:lnTo>
                  <a:pt x="206568" y="1054494"/>
                </a:lnTo>
                <a:lnTo>
                  <a:pt x="223781" y="1054476"/>
                </a:lnTo>
                <a:lnTo>
                  <a:pt x="240996" y="1054449"/>
                </a:lnTo>
                <a:lnTo>
                  <a:pt x="258210" y="1054422"/>
                </a:lnTo>
                <a:lnTo>
                  <a:pt x="275423" y="1054395"/>
                </a:lnTo>
                <a:lnTo>
                  <a:pt x="292638" y="1054368"/>
                </a:lnTo>
                <a:lnTo>
                  <a:pt x="309852" y="1054332"/>
                </a:lnTo>
                <a:lnTo>
                  <a:pt x="327065" y="1054287"/>
                </a:lnTo>
                <a:lnTo>
                  <a:pt x="344280" y="1054233"/>
                </a:lnTo>
                <a:lnTo>
                  <a:pt x="361494" y="1054179"/>
                </a:lnTo>
                <a:lnTo>
                  <a:pt x="378707" y="1054116"/>
                </a:lnTo>
                <a:lnTo>
                  <a:pt x="395922" y="1054044"/>
                </a:lnTo>
                <a:lnTo>
                  <a:pt x="413136" y="1053963"/>
                </a:lnTo>
                <a:lnTo>
                  <a:pt x="430349" y="1053864"/>
                </a:lnTo>
                <a:lnTo>
                  <a:pt x="447564" y="1053756"/>
                </a:lnTo>
                <a:lnTo>
                  <a:pt x="464778" y="1053630"/>
                </a:lnTo>
                <a:lnTo>
                  <a:pt x="481991" y="1053486"/>
                </a:lnTo>
                <a:lnTo>
                  <a:pt x="499206" y="1053324"/>
                </a:lnTo>
                <a:lnTo>
                  <a:pt x="516420" y="1053135"/>
                </a:lnTo>
                <a:lnTo>
                  <a:pt x="533633" y="1052919"/>
                </a:lnTo>
                <a:lnTo>
                  <a:pt x="550845" y="1052667"/>
                </a:lnTo>
                <a:lnTo>
                  <a:pt x="568062" y="1052388"/>
                </a:lnTo>
                <a:lnTo>
                  <a:pt x="585279" y="1052073"/>
                </a:lnTo>
                <a:lnTo>
                  <a:pt x="602487" y="1051704"/>
                </a:lnTo>
                <a:lnTo>
                  <a:pt x="619704" y="1051281"/>
                </a:lnTo>
                <a:lnTo>
                  <a:pt x="636921" y="1050804"/>
                </a:lnTo>
                <a:lnTo>
                  <a:pt x="654129" y="1050255"/>
                </a:lnTo>
                <a:lnTo>
                  <a:pt x="671346" y="1049625"/>
                </a:lnTo>
                <a:lnTo>
                  <a:pt x="688563" y="1048905"/>
                </a:lnTo>
                <a:lnTo>
                  <a:pt x="705771" y="1048086"/>
                </a:lnTo>
                <a:lnTo>
                  <a:pt x="722988" y="1047150"/>
                </a:lnTo>
                <a:lnTo>
                  <a:pt x="740205" y="1046079"/>
                </a:lnTo>
                <a:lnTo>
                  <a:pt x="757413" y="1044864"/>
                </a:lnTo>
                <a:lnTo>
                  <a:pt x="774630" y="1043469"/>
                </a:lnTo>
                <a:lnTo>
                  <a:pt x="791847" y="1041876"/>
                </a:lnTo>
                <a:lnTo>
                  <a:pt x="809055" y="1040067"/>
                </a:lnTo>
                <a:lnTo>
                  <a:pt x="826272" y="1037997"/>
                </a:lnTo>
                <a:lnTo>
                  <a:pt x="843489" y="1035639"/>
                </a:lnTo>
                <a:lnTo>
                  <a:pt x="860697" y="1032948"/>
                </a:lnTo>
                <a:lnTo>
                  <a:pt x="877914" y="1029897"/>
                </a:lnTo>
                <a:lnTo>
                  <a:pt x="895131" y="1026423"/>
                </a:lnTo>
                <a:lnTo>
                  <a:pt x="912339" y="1022472"/>
                </a:lnTo>
                <a:lnTo>
                  <a:pt x="929556" y="1017981"/>
                </a:lnTo>
                <a:lnTo>
                  <a:pt x="946773" y="1012896"/>
                </a:lnTo>
                <a:lnTo>
                  <a:pt x="963981" y="1007136"/>
                </a:lnTo>
                <a:lnTo>
                  <a:pt x="981198" y="1000620"/>
                </a:lnTo>
                <a:lnTo>
                  <a:pt x="998415" y="993249"/>
                </a:lnTo>
                <a:lnTo>
                  <a:pt x="1015623" y="984951"/>
                </a:lnTo>
                <a:lnTo>
                  <a:pt x="1032840" y="975609"/>
                </a:lnTo>
                <a:lnTo>
                  <a:pt x="1050057" y="965124"/>
                </a:lnTo>
                <a:lnTo>
                  <a:pt x="1067265" y="953379"/>
                </a:lnTo>
                <a:lnTo>
                  <a:pt x="1084482" y="940257"/>
                </a:lnTo>
                <a:lnTo>
                  <a:pt x="1101699" y="925659"/>
                </a:lnTo>
                <a:lnTo>
                  <a:pt x="1118907" y="909459"/>
                </a:lnTo>
                <a:lnTo>
                  <a:pt x="1136124" y="891558"/>
                </a:lnTo>
                <a:lnTo>
                  <a:pt x="1153341" y="871857"/>
                </a:lnTo>
                <a:lnTo>
                  <a:pt x="1170549" y="850275"/>
                </a:lnTo>
                <a:lnTo>
                  <a:pt x="1187766" y="826767"/>
                </a:lnTo>
                <a:lnTo>
                  <a:pt x="1204983" y="801297"/>
                </a:lnTo>
                <a:lnTo>
                  <a:pt x="1222191" y="773865"/>
                </a:lnTo>
                <a:lnTo>
                  <a:pt x="1239408" y="744518"/>
                </a:lnTo>
                <a:lnTo>
                  <a:pt x="1256625" y="713337"/>
                </a:lnTo>
                <a:lnTo>
                  <a:pt x="1273833" y="680457"/>
                </a:lnTo>
                <a:lnTo>
                  <a:pt x="1291050" y="646053"/>
                </a:lnTo>
                <a:lnTo>
                  <a:pt x="1308267" y="610351"/>
                </a:lnTo>
                <a:lnTo>
                  <a:pt x="1325475" y="573615"/>
                </a:lnTo>
                <a:lnTo>
                  <a:pt x="1342692" y="536145"/>
                </a:lnTo>
                <a:lnTo>
                  <a:pt x="1359909" y="498268"/>
                </a:lnTo>
                <a:lnTo>
                  <a:pt x="1377117" y="460321"/>
                </a:lnTo>
                <a:lnTo>
                  <a:pt x="1394334" y="422648"/>
                </a:lnTo>
                <a:lnTo>
                  <a:pt x="1411551" y="385581"/>
                </a:lnTo>
                <a:lnTo>
                  <a:pt x="1428759" y="349431"/>
                </a:lnTo>
                <a:lnTo>
                  <a:pt x="1445976" y="314479"/>
                </a:lnTo>
                <a:lnTo>
                  <a:pt x="1463193" y="280966"/>
                </a:lnTo>
                <a:lnTo>
                  <a:pt x="1480401" y="249087"/>
                </a:lnTo>
                <a:lnTo>
                  <a:pt x="1497618" y="218993"/>
                </a:lnTo>
                <a:lnTo>
                  <a:pt x="1514835" y="190787"/>
                </a:lnTo>
                <a:lnTo>
                  <a:pt x="1532043" y="164529"/>
                </a:lnTo>
                <a:lnTo>
                  <a:pt x="1549260" y="140236"/>
                </a:lnTo>
                <a:lnTo>
                  <a:pt x="1566477" y="117893"/>
                </a:lnTo>
                <a:lnTo>
                  <a:pt x="1583685" y="97450"/>
                </a:lnTo>
                <a:lnTo>
                  <a:pt x="1600902" y="78839"/>
                </a:lnTo>
                <a:lnTo>
                  <a:pt x="1618119" y="61970"/>
                </a:lnTo>
                <a:lnTo>
                  <a:pt x="1635327" y="46742"/>
                </a:lnTo>
                <a:lnTo>
                  <a:pt x="1652544" y="33044"/>
                </a:lnTo>
                <a:lnTo>
                  <a:pt x="1669761" y="20764"/>
                </a:lnTo>
                <a:lnTo>
                  <a:pt x="1686969" y="9787"/>
                </a:lnTo>
                <a:lnTo>
                  <a:pt x="1704186" y="0"/>
                </a:lnTo>
              </a:path>
            </a:pathLst>
          </a:custGeom>
          <a:noFill/>
          <a:ln w="10763" cap="rnd">
            <a:solidFill>
              <a:srgbClr val="00A98D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1" name="Freeform 250">
            <a:extLst>
              <a:ext uri="{FF2B5EF4-FFF2-40B4-BE49-F238E27FC236}">
                <a16:creationId xmlns:a16="http://schemas.microsoft.com/office/drawing/2014/main" id="{F3893FB4-BAD5-8263-D56E-0B703602557A}"/>
              </a:ext>
            </a:extLst>
          </p:cNvPr>
          <p:cNvSpPr/>
          <p:nvPr/>
        </p:nvSpPr>
        <p:spPr>
          <a:xfrm>
            <a:off x="5438465" y="2235322"/>
            <a:ext cx="1704185" cy="892609"/>
          </a:xfrm>
          <a:custGeom>
            <a:avLst/>
            <a:gdLst>
              <a:gd name="connsiteX0" fmla="*/ 0 w 1704185"/>
              <a:gd name="connsiteY0" fmla="*/ 892609 h 892609"/>
              <a:gd name="connsiteX1" fmla="*/ 17213 w 1704185"/>
              <a:gd name="connsiteY1" fmla="*/ 892609 h 892609"/>
              <a:gd name="connsiteX2" fmla="*/ 34428 w 1704185"/>
              <a:gd name="connsiteY2" fmla="*/ 892609 h 892609"/>
              <a:gd name="connsiteX3" fmla="*/ 51642 w 1704185"/>
              <a:gd name="connsiteY3" fmla="*/ 892600 h 892609"/>
              <a:gd name="connsiteX4" fmla="*/ 68855 w 1704185"/>
              <a:gd name="connsiteY4" fmla="*/ 892600 h 892609"/>
              <a:gd name="connsiteX5" fmla="*/ 86070 w 1704185"/>
              <a:gd name="connsiteY5" fmla="*/ 892600 h 892609"/>
              <a:gd name="connsiteX6" fmla="*/ 103284 w 1704185"/>
              <a:gd name="connsiteY6" fmla="*/ 892600 h 892609"/>
              <a:gd name="connsiteX7" fmla="*/ 120497 w 1704185"/>
              <a:gd name="connsiteY7" fmla="*/ 892600 h 892609"/>
              <a:gd name="connsiteX8" fmla="*/ 137712 w 1704185"/>
              <a:gd name="connsiteY8" fmla="*/ 892591 h 892609"/>
              <a:gd name="connsiteX9" fmla="*/ 154926 w 1704185"/>
              <a:gd name="connsiteY9" fmla="*/ 892591 h 892609"/>
              <a:gd name="connsiteX10" fmla="*/ 172139 w 1704185"/>
              <a:gd name="connsiteY10" fmla="*/ 892591 h 892609"/>
              <a:gd name="connsiteX11" fmla="*/ 189354 w 1704185"/>
              <a:gd name="connsiteY11" fmla="*/ 892582 h 892609"/>
              <a:gd name="connsiteX12" fmla="*/ 206568 w 1704185"/>
              <a:gd name="connsiteY12" fmla="*/ 892582 h 892609"/>
              <a:gd name="connsiteX13" fmla="*/ 223781 w 1704185"/>
              <a:gd name="connsiteY13" fmla="*/ 892573 h 892609"/>
              <a:gd name="connsiteX14" fmla="*/ 240996 w 1704185"/>
              <a:gd name="connsiteY14" fmla="*/ 892564 h 892609"/>
              <a:gd name="connsiteX15" fmla="*/ 258210 w 1704185"/>
              <a:gd name="connsiteY15" fmla="*/ 892564 h 892609"/>
              <a:gd name="connsiteX16" fmla="*/ 275423 w 1704185"/>
              <a:gd name="connsiteY16" fmla="*/ 892555 h 892609"/>
              <a:gd name="connsiteX17" fmla="*/ 292638 w 1704185"/>
              <a:gd name="connsiteY17" fmla="*/ 892546 h 892609"/>
              <a:gd name="connsiteX18" fmla="*/ 309852 w 1704185"/>
              <a:gd name="connsiteY18" fmla="*/ 892537 h 892609"/>
              <a:gd name="connsiteX19" fmla="*/ 327065 w 1704185"/>
              <a:gd name="connsiteY19" fmla="*/ 892528 h 892609"/>
              <a:gd name="connsiteX20" fmla="*/ 344280 w 1704185"/>
              <a:gd name="connsiteY20" fmla="*/ 892510 h 892609"/>
              <a:gd name="connsiteX21" fmla="*/ 361494 w 1704185"/>
              <a:gd name="connsiteY21" fmla="*/ 892492 h 892609"/>
              <a:gd name="connsiteX22" fmla="*/ 378707 w 1704185"/>
              <a:gd name="connsiteY22" fmla="*/ 892483 h 892609"/>
              <a:gd name="connsiteX23" fmla="*/ 395922 w 1704185"/>
              <a:gd name="connsiteY23" fmla="*/ 892456 h 892609"/>
              <a:gd name="connsiteX24" fmla="*/ 413136 w 1704185"/>
              <a:gd name="connsiteY24" fmla="*/ 892438 h 892609"/>
              <a:gd name="connsiteX25" fmla="*/ 430349 w 1704185"/>
              <a:gd name="connsiteY25" fmla="*/ 892411 h 892609"/>
              <a:gd name="connsiteX26" fmla="*/ 447564 w 1704185"/>
              <a:gd name="connsiteY26" fmla="*/ 892384 h 892609"/>
              <a:gd name="connsiteX27" fmla="*/ 464778 w 1704185"/>
              <a:gd name="connsiteY27" fmla="*/ 892348 h 892609"/>
              <a:gd name="connsiteX28" fmla="*/ 481991 w 1704185"/>
              <a:gd name="connsiteY28" fmla="*/ 892312 h 892609"/>
              <a:gd name="connsiteX29" fmla="*/ 499206 w 1704185"/>
              <a:gd name="connsiteY29" fmla="*/ 892267 h 892609"/>
              <a:gd name="connsiteX30" fmla="*/ 516420 w 1704185"/>
              <a:gd name="connsiteY30" fmla="*/ 892222 h 892609"/>
              <a:gd name="connsiteX31" fmla="*/ 533633 w 1704185"/>
              <a:gd name="connsiteY31" fmla="*/ 892159 h 892609"/>
              <a:gd name="connsiteX32" fmla="*/ 550845 w 1704185"/>
              <a:gd name="connsiteY32" fmla="*/ 892096 h 892609"/>
              <a:gd name="connsiteX33" fmla="*/ 568062 w 1704185"/>
              <a:gd name="connsiteY33" fmla="*/ 892024 h 892609"/>
              <a:gd name="connsiteX34" fmla="*/ 585279 w 1704185"/>
              <a:gd name="connsiteY34" fmla="*/ 891943 h 892609"/>
              <a:gd name="connsiteX35" fmla="*/ 602487 w 1704185"/>
              <a:gd name="connsiteY35" fmla="*/ 891844 h 892609"/>
              <a:gd name="connsiteX36" fmla="*/ 619704 w 1704185"/>
              <a:gd name="connsiteY36" fmla="*/ 891727 h 892609"/>
              <a:gd name="connsiteX37" fmla="*/ 636921 w 1704185"/>
              <a:gd name="connsiteY37" fmla="*/ 891601 h 892609"/>
              <a:gd name="connsiteX38" fmla="*/ 654129 w 1704185"/>
              <a:gd name="connsiteY38" fmla="*/ 891457 h 892609"/>
              <a:gd name="connsiteX39" fmla="*/ 671346 w 1704185"/>
              <a:gd name="connsiteY39" fmla="*/ 891295 h 892609"/>
              <a:gd name="connsiteX40" fmla="*/ 688563 w 1704185"/>
              <a:gd name="connsiteY40" fmla="*/ 891097 h 892609"/>
              <a:gd name="connsiteX41" fmla="*/ 705771 w 1704185"/>
              <a:gd name="connsiteY41" fmla="*/ 890881 h 892609"/>
              <a:gd name="connsiteX42" fmla="*/ 722988 w 1704185"/>
              <a:gd name="connsiteY42" fmla="*/ 890638 h 892609"/>
              <a:gd name="connsiteX43" fmla="*/ 740205 w 1704185"/>
              <a:gd name="connsiteY43" fmla="*/ 890350 h 892609"/>
              <a:gd name="connsiteX44" fmla="*/ 757413 w 1704185"/>
              <a:gd name="connsiteY44" fmla="*/ 890026 h 892609"/>
              <a:gd name="connsiteX45" fmla="*/ 774630 w 1704185"/>
              <a:gd name="connsiteY45" fmla="*/ 889648 h 892609"/>
              <a:gd name="connsiteX46" fmla="*/ 791847 w 1704185"/>
              <a:gd name="connsiteY46" fmla="*/ 889225 h 892609"/>
              <a:gd name="connsiteX47" fmla="*/ 809055 w 1704185"/>
              <a:gd name="connsiteY47" fmla="*/ 888739 h 892609"/>
              <a:gd name="connsiteX48" fmla="*/ 826272 w 1704185"/>
              <a:gd name="connsiteY48" fmla="*/ 888181 h 892609"/>
              <a:gd name="connsiteX49" fmla="*/ 843489 w 1704185"/>
              <a:gd name="connsiteY49" fmla="*/ 887542 h 892609"/>
              <a:gd name="connsiteX50" fmla="*/ 860697 w 1704185"/>
              <a:gd name="connsiteY50" fmla="*/ 886822 h 892609"/>
              <a:gd name="connsiteX51" fmla="*/ 877914 w 1704185"/>
              <a:gd name="connsiteY51" fmla="*/ 885985 h 892609"/>
              <a:gd name="connsiteX52" fmla="*/ 895131 w 1704185"/>
              <a:gd name="connsiteY52" fmla="*/ 885040 h 892609"/>
              <a:gd name="connsiteX53" fmla="*/ 912339 w 1704185"/>
              <a:gd name="connsiteY53" fmla="*/ 883960 h 892609"/>
              <a:gd name="connsiteX54" fmla="*/ 929556 w 1704185"/>
              <a:gd name="connsiteY54" fmla="*/ 882718 h 892609"/>
              <a:gd name="connsiteX55" fmla="*/ 946773 w 1704185"/>
              <a:gd name="connsiteY55" fmla="*/ 881305 h 892609"/>
              <a:gd name="connsiteX56" fmla="*/ 963981 w 1704185"/>
              <a:gd name="connsiteY56" fmla="*/ 879694 h 892609"/>
              <a:gd name="connsiteX57" fmla="*/ 981198 w 1704185"/>
              <a:gd name="connsiteY57" fmla="*/ 877858 h 892609"/>
              <a:gd name="connsiteX58" fmla="*/ 998415 w 1704185"/>
              <a:gd name="connsiteY58" fmla="*/ 875761 h 892609"/>
              <a:gd name="connsiteX59" fmla="*/ 1015623 w 1704185"/>
              <a:gd name="connsiteY59" fmla="*/ 873376 h 892609"/>
              <a:gd name="connsiteX60" fmla="*/ 1032840 w 1704185"/>
              <a:gd name="connsiteY60" fmla="*/ 870649 h 892609"/>
              <a:gd name="connsiteX61" fmla="*/ 1050057 w 1704185"/>
              <a:gd name="connsiteY61" fmla="*/ 867553 h 892609"/>
              <a:gd name="connsiteX62" fmla="*/ 1067265 w 1704185"/>
              <a:gd name="connsiteY62" fmla="*/ 864034 h 892609"/>
              <a:gd name="connsiteX63" fmla="*/ 1084482 w 1704185"/>
              <a:gd name="connsiteY63" fmla="*/ 860038 h 892609"/>
              <a:gd name="connsiteX64" fmla="*/ 1101699 w 1704185"/>
              <a:gd name="connsiteY64" fmla="*/ 855493 h 892609"/>
              <a:gd name="connsiteX65" fmla="*/ 1118907 w 1704185"/>
              <a:gd name="connsiteY65" fmla="*/ 850345 h 892609"/>
              <a:gd name="connsiteX66" fmla="*/ 1136124 w 1704185"/>
              <a:gd name="connsiteY66" fmla="*/ 844504 h 892609"/>
              <a:gd name="connsiteX67" fmla="*/ 1153341 w 1704185"/>
              <a:gd name="connsiteY67" fmla="*/ 837907 h 892609"/>
              <a:gd name="connsiteX68" fmla="*/ 1170549 w 1704185"/>
              <a:gd name="connsiteY68" fmla="*/ 830455 h 892609"/>
              <a:gd name="connsiteX69" fmla="*/ 1187766 w 1704185"/>
              <a:gd name="connsiteY69" fmla="*/ 822058 h 892609"/>
              <a:gd name="connsiteX70" fmla="*/ 1204983 w 1704185"/>
              <a:gd name="connsiteY70" fmla="*/ 812608 h 892609"/>
              <a:gd name="connsiteX71" fmla="*/ 1222191 w 1704185"/>
              <a:gd name="connsiteY71" fmla="*/ 801997 h 892609"/>
              <a:gd name="connsiteX72" fmla="*/ 1239408 w 1704185"/>
              <a:gd name="connsiteY72" fmla="*/ 790117 h 892609"/>
              <a:gd name="connsiteX73" fmla="*/ 1256625 w 1704185"/>
              <a:gd name="connsiteY73" fmla="*/ 776860 h 892609"/>
              <a:gd name="connsiteX74" fmla="*/ 1273833 w 1704185"/>
              <a:gd name="connsiteY74" fmla="*/ 762100 h 892609"/>
              <a:gd name="connsiteX75" fmla="*/ 1291050 w 1704185"/>
              <a:gd name="connsiteY75" fmla="*/ 745738 h 892609"/>
              <a:gd name="connsiteX76" fmla="*/ 1308267 w 1704185"/>
              <a:gd name="connsiteY76" fmla="*/ 727657 h 892609"/>
              <a:gd name="connsiteX77" fmla="*/ 1325475 w 1704185"/>
              <a:gd name="connsiteY77" fmla="*/ 707776 h 892609"/>
              <a:gd name="connsiteX78" fmla="*/ 1342692 w 1704185"/>
              <a:gd name="connsiteY78" fmla="*/ 686005 h 892609"/>
              <a:gd name="connsiteX79" fmla="*/ 1359909 w 1704185"/>
              <a:gd name="connsiteY79" fmla="*/ 662299 h 892609"/>
              <a:gd name="connsiteX80" fmla="*/ 1377117 w 1704185"/>
              <a:gd name="connsiteY80" fmla="*/ 636631 h 892609"/>
              <a:gd name="connsiteX81" fmla="*/ 1394334 w 1704185"/>
              <a:gd name="connsiteY81" fmla="*/ 609010 h 892609"/>
              <a:gd name="connsiteX82" fmla="*/ 1411551 w 1704185"/>
              <a:gd name="connsiteY82" fmla="*/ 579470 h 892609"/>
              <a:gd name="connsiteX83" fmla="*/ 1428759 w 1704185"/>
              <a:gd name="connsiteY83" fmla="*/ 548113 h 892609"/>
              <a:gd name="connsiteX84" fmla="*/ 1445976 w 1704185"/>
              <a:gd name="connsiteY84" fmla="*/ 515071 h 892609"/>
              <a:gd name="connsiteX85" fmla="*/ 1463193 w 1704185"/>
              <a:gd name="connsiteY85" fmla="*/ 480526 h 892609"/>
              <a:gd name="connsiteX86" fmla="*/ 1480401 w 1704185"/>
              <a:gd name="connsiteY86" fmla="*/ 444709 h 892609"/>
              <a:gd name="connsiteX87" fmla="*/ 1497618 w 1704185"/>
              <a:gd name="connsiteY87" fmla="*/ 407885 h 892609"/>
              <a:gd name="connsiteX88" fmla="*/ 1514835 w 1704185"/>
              <a:gd name="connsiteY88" fmla="*/ 370360 h 892609"/>
              <a:gd name="connsiteX89" fmla="*/ 1532043 w 1704185"/>
              <a:gd name="connsiteY89" fmla="*/ 332460 h 892609"/>
              <a:gd name="connsiteX90" fmla="*/ 1549260 w 1704185"/>
              <a:gd name="connsiteY90" fmla="*/ 294525 h 892609"/>
              <a:gd name="connsiteX91" fmla="*/ 1566477 w 1704185"/>
              <a:gd name="connsiteY91" fmla="*/ 256898 h 892609"/>
              <a:gd name="connsiteX92" fmla="*/ 1583685 w 1704185"/>
              <a:gd name="connsiteY92" fmla="*/ 219909 h 892609"/>
              <a:gd name="connsiteX93" fmla="*/ 1600902 w 1704185"/>
              <a:gd name="connsiteY93" fmla="*/ 183867 h 892609"/>
              <a:gd name="connsiteX94" fmla="*/ 1618119 w 1704185"/>
              <a:gd name="connsiteY94" fmla="*/ 149049 h 892609"/>
              <a:gd name="connsiteX95" fmla="*/ 1635327 w 1704185"/>
              <a:gd name="connsiteY95" fmla="*/ 115690 h 892609"/>
              <a:gd name="connsiteX96" fmla="*/ 1652544 w 1704185"/>
              <a:gd name="connsiteY96" fmla="*/ 83984 h 892609"/>
              <a:gd name="connsiteX97" fmla="*/ 1669761 w 1704185"/>
              <a:gd name="connsiteY97" fmla="*/ 54075 h 892609"/>
              <a:gd name="connsiteX98" fmla="*/ 1686969 w 1704185"/>
              <a:gd name="connsiteY98" fmla="*/ 26062 h 892609"/>
              <a:gd name="connsiteX99" fmla="*/ 1704186 w 1704185"/>
              <a:gd name="connsiteY99" fmla="*/ 0 h 8926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704185" h="892609">
                <a:moveTo>
                  <a:pt x="0" y="892609"/>
                </a:moveTo>
                <a:lnTo>
                  <a:pt x="17213" y="892609"/>
                </a:lnTo>
                <a:lnTo>
                  <a:pt x="34428" y="892609"/>
                </a:lnTo>
                <a:lnTo>
                  <a:pt x="51642" y="892600"/>
                </a:lnTo>
                <a:lnTo>
                  <a:pt x="68855" y="892600"/>
                </a:lnTo>
                <a:lnTo>
                  <a:pt x="86070" y="892600"/>
                </a:lnTo>
                <a:lnTo>
                  <a:pt x="103284" y="892600"/>
                </a:lnTo>
                <a:lnTo>
                  <a:pt x="120497" y="892600"/>
                </a:lnTo>
                <a:lnTo>
                  <a:pt x="137712" y="892591"/>
                </a:lnTo>
                <a:lnTo>
                  <a:pt x="154926" y="892591"/>
                </a:lnTo>
                <a:lnTo>
                  <a:pt x="172139" y="892591"/>
                </a:lnTo>
                <a:lnTo>
                  <a:pt x="189354" y="892582"/>
                </a:lnTo>
                <a:lnTo>
                  <a:pt x="206568" y="892582"/>
                </a:lnTo>
                <a:lnTo>
                  <a:pt x="223781" y="892573"/>
                </a:lnTo>
                <a:lnTo>
                  <a:pt x="240996" y="892564"/>
                </a:lnTo>
                <a:lnTo>
                  <a:pt x="258210" y="892564"/>
                </a:lnTo>
                <a:lnTo>
                  <a:pt x="275423" y="892555"/>
                </a:lnTo>
                <a:lnTo>
                  <a:pt x="292638" y="892546"/>
                </a:lnTo>
                <a:lnTo>
                  <a:pt x="309852" y="892537"/>
                </a:lnTo>
                <a:lnTo>
                  <a:pt x="327065" y="892528"/>
                </a:lnTo>
                <a:lnTo>
                  <a:pt x="344280" y="892510"/>
                </a:lnTo>
                <a:lnTo>
                  <a:pt x="361494" y="892492"/>
                </a:lnTo>
                <a:lnTo>
                  <a:pt x="378707" y="892483"/>
                </a:lnTo>
                <a:lnTo>
                  <a:pt x="395922" y="892456"/>
                </a:lnTo>
                <a:lnTo>
                  <a:pt x="413136" y="892438"/>
                </a:lnTo>
                <a:lnTo>
                  <a:pt x="430349" y="892411"/>
                </a:lnTo>
                <a:lnTo>
                  <a:pt x="447564" y="892384"/>
                </a:lnTo>
                <a:lnTo>
                  <a:pt x="464778" y="892348"/>
                </a:lnTo>
                <a:lnTo>
                  <a:pt x="481991" y="892312"/>
                </a:lnTo>
                <a:lnTo>
                  <a:pt x="499206" y="892267"/>
                </a:lnTo>
                <a:lnTo>
                  <a:pt x="516420" y="892222"/>
                </a:lnTo>
                <a:lnTo>
                  <a:pt x="533633" y="892159"/>
                </a:lnTo>
                <a:lnTo>
                  <a:pt x="550845" y="892096"/>
                </a:lnTo>
                <a:lnTo>
                  <a:pt x="568062" y="892024"/>
                </a:lnTo>
                <a:lnTo>
                  <a:pt x="585279" y="891943"/>
                </a:lnTo>
                <a:lnTo>
                  <a:pt x="602487" y="891844"/>
                </a:lnTo>
                <a:lnTo>
                  <a:pt x="619704" y="891727"/>
                </a:lnTo>
                <a:lnTo>
                  <a:pt x="636921" y="891601"/>
                </a:lnTo>
                <a:lnTo>
                  <a:pt x="654129" y="891457"/>
                </a:lnTo>
                <a:lnTo>
                  <a:pt x="671346" y="891295"/>
                </a:lnTo>
                <a:lnTo>
                  <a:pt x="688563" y="891097"/>
                </a:lnTo>
                <a:lnTo>
                  <a:pt x="705771" y="890881"/>
                </a:lnTo>
                <a:lnTo>
                  <a:pt x="722988" y="890638"/>
                </a:lnTo>
                <a:lnTo>
                  <a:pt x="740205" y="890350"/>
                </a:lnTo>
                <a:lnTo>
                  <a:pt x="757413" y="890026"/>
                </a:lnTo>
                <a:lnTo>
                  <a:pt x="774630" y="889648"/>
                </a:lnTo>
                <a:lnTo>
                  <a:pt x="791847" y="889225"/>
                </a:lnTo>
                <a:lnTo>
                  <a:pt x="809055" y="888739"/>
                </a:lnTo>
                <a:lnTo>
                  <a:pt x="826272" y="888181"/>
                </a:lnTo>
                <a:lnTo>
                  <a:pt x="843489" y="887542"/>
                </a:lnTo>
                <a:lnTo>
                  <a:pt x="860697" y="886822"/>
                </a:lnTo>
                <a:lnTo>
                  <a:pt x="877914" y="885985"/>
                </a:lnTo>
                <a:lnTo>
                  <a:pt x="895131" y="885040"/>
                </a:lnTo>
                <a:lnTo>
                  <a:pt x="912339" y="883960"/>
                </a:lnTo>
                <a:lnTo>
                  <a:pt x="929556" y="882718"/>
                </a:lnTo>
                <a:lnTo>
                  <a:pt x="946773" y="881305"/>
                </a:lnTo>
                <a:lnTo>
                  <a:pt x="963981" y="879694"/>
                </a:lnTo>
                <a:lnTo>
                  <a:pt x="981198" y="877858"/>
                </a:lnTo>
                <a:lnTo>
                  <a:pt x="998415" y="875761"/>
                </a:lnTo>
                <a:lnTo>
                  <a:pt x="1015623" y="873376"/>
                </a:lnTo>
                <a:lnTo>
                  <a:pt x="1032840" y="870649"/>
                </a:lnTo>
                <a:lnTo>
                  <a:pt x="1050057" y="867553"/>
                </a:lnTo>
                <a:lnTo>
                  <a:pt x="1067265" y="864034"/>
                </a:lnTo>
                <a:lnTo>
                  <a:pt x="1084482" y="860038"/>
                </a:lnTo>
                <a:lnTo>
                  <a:pt x="1101699" y="855493"/>
                </a:lnTo>
                <a:lnTo>
                  <a:pt x="1118907" y="850345"/>
                </a:lnTo>
                <a:lnTo>
                  <a:pt x="1136124" y="844504"/>
                </a:lnTo>
                <a:lnTo>
                  <a:pt x="1153341" y="837907"/>
                </a:lnTo>
                <a:lnTo>
                  <a:pt x="1170549" y="830455"/>
                </a:lnTo>
                <a:lnTo>
                  <a:pt x="1187766" y="822058"/>
                </a:lnTo>
                <a:lnTo>
                  <a:pt x="1204983" y="812608"/>
                </a:lnTo>
                <a:lnTo>
                  <a:pt x="1222191" y="801997"/>
                </a:lnTo>
                <a:lnTo>
                  <a:pt x="1239408" y="790117"/>
                </a:lnTo>
                <a:lnTo>
                  <a:pt x="1256625" y="776860"/>
                </a:lnTo>
                <a:lnTo>
                  <a:pt x="1273833" y="762100"/>
                </a:lnTo>
                <a:lnTo>
                  <a:pt x="1291050" y="745738"/>
                </a:lnTo>
                <a:lnTo>
                  <a:pt x="1308267" y="727657"/>
                </a:lnTo>
                <a:lnTo>
                  <a:pt x="1325475" y="707776"/>
                </a:lnTo>
                <a:lnTo>
                  <a:pt x="1342692" y="686005"/>
                </a:lnTo>
                <a:lnTo>
                  <a:pt x="1359909" y="662299"/>
                </a:lnTo>
                <a:lnTo>
                  <a:pt x="1377117" y="636631"/>
                </a:lnTo>
                <a:lnTo>
                  <a:pt x="1394334" y="609010"/>
                </a:lnTo>
                <a:lnTo>
                  <a:pt x="1411551" y="579470"/>
                </a:lnTo>
                <a:lnTo>
                  <a:pt x="1428759" y="548113"/>
                </a:lnTo>
                <a:lnTo>
                  <a:pt x="1445976" y="515071"/>
                </a:lnTo>
                <a:lnTo>
                  <a:pt x="1463193" y="480526"/>
                </a:lnTo>
                <a:lnTo>
                  <a:pt x="1480401" y="444709"/>
                </a:lnTo>
                <a:lnTo>
                  <a:pt x="1497618" y="407885"/>
                </a:lnTo>
                <a:lnTo>
                  <a:pt x="1514835" y="370360"/>
                </a:lnTo>
                <a:lnTo>
                  <a:pt x="1532043" y="332460"/>
                </a:lnTo>
                <a:lnTo>
                  <a:pt x="1549260" y="294525"/>
                </a:lnTo>
                <a:lnTo>
                  <a:pt x="1566477" y="256898"/>
                </a:lnTo>
                <a:lnTo>
                  <a:pt x="1583685" y="219909"/>
                </a:lnTo>
                <a:lnTo>
                  <a:pt x="1600902" y="183867"/>
                </a:lnTo>
                <a:lnTo>
                  <a:pt x="1618119" y="149049"/>
                </a:lnTo>
                <a:lnTo>
                  <a:pt x="1635327" y="115690"/>
                </a:lnTo>
                <a:lnTo>
                  <a:pt x="1652544" y="83984"/>
                </a:lnTo>
                <a:lnTo>
                  <a:pt x="1669761" y="54075"/>
                </a:lnTo>
                <a:lnTo>
                  <a:pt x="1686969" y="26062"/>
                </a:lnTo>
                <a:lnTo>
                  <a:pt x="1704186" y="0"/>
                </a:lnTo>
              </a:path>
            </a:pathLst>
          </a:custGeom>
          <a:noFill/>
          <a:ln w="10763" cap="rnd">
            <a:solidFill>
              <a:srgbClr val="8E971D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2" name="Freeform 251">
            <a:extLst>
              <a:ext uri="{FF2B5EF4-FFF2-40B4-BE49-F238E27FC236}">
                <a16:creationId xmlns:a16="http://schemas.microsoft.com/office/drawing/2014/main" id="{81857FD3-1A25-5876-3E54-D9C09EFA4CA4}"/>
              </a:ext>
            </a:extLst>
          </p:cNvPr>
          <p:cNvSpPr/>
          <p:nvPr/>
        </p:nvSpPr>
        <p:spPr>
          <a:xfrm>
            <a:off x="5438465" y="2563984"/>
            <a:ext cx="1704185" cy="563947"/>
          </a:xfrm>
          <a:custGeom>
            <a:avLst/>
            <a:gdLst>
              <a:gd name="connsiteX0" fmla="*/ 0 w 1704185"/>
              <a:gd name="connsiteY0" fmla="*/ 563947 h 563947"/>
              <a:gd name="connsiteX1" fmla="*/ 17213 w 1704185"/>
              <a:gd name="connsiteY1" fmla="*/ 563947 h 563947"/>
              <a:gd name="connsiteX2" fmla="*/ 34428 w 1704185"/>
              <a:gd name="connsiteY2" fmla="*/ 563947 h 563947"/>
              <a:gd name="connsiteX3" fmla="*/ 51642 w 1704185"/>
              <a:gd name="connsiteY3" fmla="*/ 563947 h 563947"/>
              <a:gd name="connsiteX4" fmla="*/ 68855 w 1704185"/>
              <a:gd name="connsiteY4" fmla="*/ 563947 h 563947"/>
              <a:gd name="connsiteX5" fmla="*/ 86070 w 1704185"/>
              <a:gd name="connsiteY5" fmla="*/ 563947 h 563947"/>
              <a:gd name="connsiteX6" fmla="*/ 103284 w 1704185"/>
              <a:gd name="connsiteY6" fmla="*/ 563947 h 563947"/>
              <a:gd name="connsiteX7" fmla="*/ 120497 w 1704185"/>
              <a:gd name="connsiteY7" fmla="*/ 563947 h 563947"/>
              <a:gd name="connsiteX8" fmla="*/ 137712 w 1704185"/>
              <a:gd name="connsiteY8" fmla="*/ 563947 h 563947"/>
              <a:gd name="connsiteX9" fmla="*/ 154926 w 1704185"/>
              <a:gd name="connsiteY9" fmla="*/ 563947 h 563947"/>
              <a:gd name="connsiteX10" fmla="*/ 172139 w 1704185"/>
              <a:gd name="connsiteY10" fmla="*/ 563947 h 563947"/>
              <a:gd name="connsiteX11" fmla="*/ 189354 w 1704185"/>
              <a:gd name="connsiteY11" fmla="*/ 563947 h 563947"/>
              <a:gd name="connsiteX12" fmla="*/ 206568 w 1704185"/>
              <a:gd name="connsiteY12" fmla="*/ 563938 h 563947"/>
              <a:gd name="connsiteX13" fmla="*/ 223781 w 1704185"/>
              <a:gd name="connsiteY13" fmla="*/ 563938 h 563947"/>
              <a:gd name="connsiteX14" fmla="*/ 240996 w 1704185"/>
              <a:gd name="connsiteY14" fmla="*/ 563938 h 563947"/>
              <a:gd name="connsiteX15" fmla="*/ 258210 w 1704185"/>
              <a:gd name="connsiteY15" fmla="*/ 563938 h 563947"/>
              <a:gd name="connsiteX16" fmla="*/ 275423 w 1704185"/>
              <a:gd name="connsiteY16" fmla="*/ 563938 h 563947"/>
              <a:gd name="connsiteX17" fmla="*/ 292638 w 1704185"/>
              <a:gd name="connsiteY17" fmla="*/ 563938 h 563947"/>
              <a:gd name="connsiteX18" fmla="*/ 309852 w 1704185"/>
              <a:gd name="connsiteY18" fmla="*/ 563929 h 563947"/>
              <a:gd name="connsiteX19" fmla="*/ 327065 w 1704185"/>
              <a:gd name="connsiteY19" fmla="*/ 563929 h 563947"/>
              <a:gd name="connsiteX20" fmla="*/ 344280 w 1704185"/>
              <a:gd name="connsiteY20" fmla="*/ 563929 h 563947"/>
              <a:gd name="connsiteX21" fmla="*/ 361494 w 1704185"/>
              <a:gd name="connsiteY21" fmla="*/ 563920 h 563947"/>
              <a:gd name="connsiteX22" fmla="*/ 378707 w 1704185"/>
              <a:gd name="connsiteY22" fmla="*/ 563920 h 563947"/>
              <a:gd name="connsiteX23" fmla="*/ 395922 w 1704185"/>
              <a:gd name="connsiteY23" fmla="*/ 563911 h 563947"/>
              <a:gd name="connsiteX24" fmla="*/ 413136 w 1704185"/>
              <a:gd name="connsiteY24" fmla="*/ 563902 h 563947"/>
              <a:gd name="connsiteX25" fmla="*/ 430349 w 1704185"/>
              <a:gd name="connsiteY25" fmla="*/ 563902 h 563947"/>
              <a:gd name="connsiteX26" fmla="*/ 447564 w 1704185"/>
              <a:gd name="connsiteY26" fmla="*/ 563893 h 563947"/>
              <a:gd name="connsiteX27" fmla="*/ 464778 w 1704185"/>
              <a:gd name="connsiteY27" fmla="*/ 563884 h 563947"/>
              <a:gd name="connsiteX28" fmla="*/ 481991 w 1704185"/>
              <a:gd name="connsiteY28" fmla="*/ 563875 h 563947"/>
              <a:gd name="connsiteX29" fmla="*/ 499206 w 1704185"/>
              <a:gd name="connsiteY29" fmla="*/ 563857 h 563947"/>
              <a:gd name="connsiteX30" fmla="*/ 516420 w 1704185"/>
              <a:gd name="connsiteY30" fmla="*/ 563848 h 563947"/>
              <a:gd name="connsiteX31" fmla="*/ 533633 w 1704185"/>
              <a:gd name="connsiteY31" fmla="*/ 563830 h 563947"/>
              <a:gd name="connsiteX32" fmla="*/ 550845 w 1704185"/>
              <a:gd name="connsiteY32" fmla="*/ 563812 h 563947"/>
              <a:gd name="connsiteX33" fmla="*/ 568062 w 1704185"/>
              <a:gd name="connsiteY33" fmla="*/ 563794 h 563947"/>
              <a:gd name="connsiteX34" fmla="*/ 585279 w 1704185"/>
              <a:gd name="connsiteY34" fmla="*/ 563776 h 563947"/>
              <a:gd name="connsiteX35" fmla="*/ 602487 w 1704185"/>
              <a:gd name="connsiteY35" fmla="*/ 563749 h 563947"/>
              <a:gd name="connsiteX36" fmla="*/ 619704 w 1704185"/>
              <a:gd name="connsiteY36" fmla="*/ 563722 h 563947"/>
              <a:gd name="connsiteX37" fmla="*/ 636921 w 1704185"/>
              <a:gd name="connsiteY37" fmla="*/ 563686 h 563947"/>
              <a:gd name="connsiteX38" fmla="*/ 654129 w 1704185"/>
              <a:gd name="connsiteY38" fmla="*/ 563650 h 563947"/>
              <a:gd name="connsiteX39" fmla="*/ 671346 w 1704185"/>
              <a:gd name="connsiteY39" fmla="*/ 563605 h 563947"/>
              <a:gd name="connsiteX40" fmla="*/ 688563 w 1704185"/>
              <a:gd name="connsiteY40" fmla="*/ 563551 h 563947"/>
              <a:gd name="connsiteX41" fmla="*/ 705771 w 1704185"/>
              <a:gd name="connsiteY41" fmla="*/ 563497 h 563947"/>
              <a:gd name="connsiteX42" fmla="*/ 722988 w 1704185"/>
              <a:gd name="connsiteY42" fmla="*/ 563425 h 563947"/>
              <a:gd name="connsiteX43" fmla="*/ 740205 w 1704185"/>
              <a:gd name="connsiteY43" fmla="*/ 563353 h 563947"/>
              <a:gd name="connsiteX44" fmla="*/ 757413 w 1704185"/>
              <a:gd name="connsiteY44" fmla="*/ 563272 h 563947"/>
              <a:gd name="connsiteX45" fmla="*/ 774630 w 1704185"/>
              <a:gd name="connsiteY45" fmla="*/ 563173 h 563947"/>
              <a:gd name="connsiteX46" fmla="*/ 791847 w 1704185"/>
              <a:gd name="connsiteY46" fmla="*/ 563056 h 563947"/>
              <a:gd name="connsiteX47" fmla="*/ 809055 w 1704185"/>
              <a:gd name="connsiteY47" fmla="*/ 562930 h 563947"/>
              <a:gd name="connsiteX48" fmla="*/ 826272 w 1704185"/>
              <a:gd name="connsiteY48" fmla="*/ 562777 h 563947"/>
              <a:gd name="connsiteX49" fmla="*/ 843489 w 1704185"/>
              <a:gd name="connsiteY49" fmla="*/ 562615 h 563947"/>
              <a:gd name="connsiteX50" fmla="*/ 860697 w 1704185"/>
              <a:gd name="connsiteY50" fmla="*/ 562417 h 563947"/>
              <a:gd name="connsiteX51" fmla="*/ 877914 w 1704185"/>
              <a:gd name="connsiteY51" fmla="*/ 562201 h 563947"/>
              <a:gd name="connsiteX52" fmla="*/ 895131 w 1704185"/>
              <a:gd name="connsiteY52" fmla="*/ 561949 h 563947"/>
              <a:gd name="connsiteX53" fmla="*/ 912339 w 1704185"/>
              <a:gd name="connsiteY53" fmla="*/ 561661 h 563947"/>
              <a:gd name="connsiteX54" fmla="*/ 929556 w 1704185"/>
              <a:gd name="connsiteY54" fmla="*/ 561328 h 563947"/>
              <a:gd name="connsiteX55" fmla="*/ 946773 w 1704185"/>
              <a:gd name="connsiteY55" fmla="*/ 560950 h 563947"/>
              <a:gd name="connsiteX56" fmla="*/ 963981 w 1704185"/>
              <a:gd name="connsiteY56" fmla="*/ 560518 h 563947"/>
              <a:gd name="connsiteX57" fmla="*/ 981198 w 1704185"/>
              <a:gd name="connsiteY57" fmla="*/ 560023 h 563947"/>
              <a:gd name="connsiteX58" fmla="*/ 998415 w 1704185"/>
              <a:gd name="connsiteY58" fmla="*/ 559456 h 563947"/>
              <a:gd name="connsiteX59" fmla="*/ 1015623 w 1704185"/>
              <a:gd name="connsiteY59" fmla="*/ 558817 h 563947"/>
              <a:gd name="connsiteX60" fmla="*/ 1032840 w 1704185"/>
              <a:gd name="connsiteY60" fmla="*/ 558079 h 563947"/>
              <a:gd name="connsiteX61" fmla="*/ 1050057 w 1704185"/>
              <a:gd name="connsiteY61" fmla="*/ 557233 h 563947"/>
              <a:gd name="connsiteX62" fmla="*/ 1067265 w 1704185"/>
              <a:gd name="connsiteY62" fmla="*/ 556279 h 563947"/>
              <a:gd name="connsiteX63" fmla="*/ 1084482 w 1704185"/>
              <a:gd name="connsiteY63" fmla="*/ 555181 h 563947"/>
              <a:gd name="connsiteX64" fmla="*/ 1101699 w 1704185"/>
              <a:gd name="connsiteY64" fmla="*/ 553921 h 563947"/>
              <a:gd name="connsiteX65" fmla="*/ 1118907 w 1704185"/>
              <a:gd name="connsiteY65" fmla="*/ 552490 h 563947"/>
              <a:gd name="connsiteX66" fmla="*/ 1136124 w 1704185"/>
              <a:gd name="connsiteY66" fmla="*/ 550861 h 563947"/>
              <a:gd name="connsiteX67" fmla="*/ 1153341 w 1704185"/>
              <a:gd name="connsiteY67" fmla="*/ 548998 h 563947"/>
              <a:gd name="connsiteX68" fmla="*/ 1170549 w 1704185"/>
              <a:gd name="connsiteY68" fmla="*/ 546874 h 563947"/>
              <a:gd name="connsiteX69" fmla="*/ 1187766 w 1704185"/>
              <a:gd name="connsiteY69" fmla="*/ 544453 h 563947"/>
              <a:gd name="connsiteX70" fmla="*/ 1204983 w 1704185"/>
              <a:gd name="connsiteY70" fmla="*/ 541699 h 563947"/>
              <a:gd name="connsiteX71" fmla="*/ 1222191 w 1704185"/>
              <a:gd name="connsiteY71" fmla="*/ 538567 h 563947"/>
              <a:gd name="connsiteX72" fmla="*/ 1239408 w 1704185"/>
              <a:gd name="connsiteY72" fmla="*/ 534994 h 563947"/>
              <a:gd name="connsiteX73" fmla="*/ 1256625 w 1704185"/>
              <a:gd name="connsiteY73" fmla="*/ 530944 h 563947"/>
              <a:gd name="connsiteX74" fmla="*/ 1273833 w 1704185"/>
              <a:gd name="connsiteY74" fmla="*/ 526345 h 563947"/>
              <a:gd name="connsiteX75" fmla="*/ 1291050 w 1704185"/>
              <a:gd name="connsiteY75" fmla="*/ 521125 h 563947"/>
              <a:gd name="connsiteX76" fmla="*/ 1308267 w 1704185"/>
              <a:gd name="connsiteY76" fmla="*/ 515221 h 563947"/>
              <a:gd name="connsiteX77" fmla="*/ 1325475 w 1704185"/>
              <a:gd name="connsiteY77" fmla="*/ 508543 h 563947"/>
              <a:gd name="connsiteX78" fmla="*/ 1342692 w 1704185"/>
              <a:gd name="connsiteY78" fmla="*/ 501001 h 563947"/>
              <a:gd name="connsiteX79" fmla="*/ 1359909 w 1704185"/>
              <a:gd name="connsiteY79" fmla="*/ 492496 h 563947"/>
              <a:gd name="connsiteX80" fmla="*/ 1377117 w 1704185"/>
              <a:gd name="connsiteY80" fmla="*/ 482938 h 563947"/>
              <a:gd name="connsiteX81" fmla="*/ 1394334 w 1704185"/>
              <a:gd name="connsiteY81" fmla="*/ 472201 h 563947"/>
              <a:gd name="connsiteX82" fmla="*/ 1411551 w 1704185"/>
              <a:gd name="connsiteY82" fmla="*/ 460195 h 563947"/>
              <a:gd name="connsiteX83" fmla="*/ 1428759 w 1704185"/>
              <a:gd name="connsiteY83" fmla="*/ 446794 h 563947"/>
              <a:gd name="connsiteX84" fmla="*/ 1445976 w 1704185"/>
              <a:gd name="connsiteY84" fmla="*/ 431872 h 563947"/>
              <a:gd name="connsiteX85" fmla="*/ 1463193 w 1704185"/>
              <a:gd name="connsiteY85" fmla="*/ 415348 h 563947"/>
              <a:gd name="connsiteX86" fmla="*/ 1480401 w 1704185"/>
              <a:gd name="connsiteY86" fmla="*/ 397087 h 563947"/>
              <a:gd name="connsiteX87" fmla="*/ 1497618 w 1704185"/>
              <a:gd name="connsiteY87" fmla="*/ 377017 h 563947"/>
              <a:gd name="connsiteX88" fmla="*/ 1514835 w 1704185"/>
              <a:gd name="connsiteY88" fmla="*/ 355057 h 563947"/>
              <a:gd name="connsiteX89" fmla="*/ 1532043 w 1704185"/>
              <a:gd name="connsiteY89" fmla="*/ 331162 h 563947"/>
              <a:gd name="connsiteX90" fmla="*/ 1549260 w 1704185"/>
              <a:gd name="connsiteY90" fmla="*/ 305296 h 563947"/>
              <a:gd name="connsiteX91" fmla="*/ 1566477 w 1704185"/>
              <a:gd name="connsiteY91" fmla="*/ 277477 h 563947"/>
              <a:gd name="connsiteX92" fmla="*/ 1583685 w 1704185"/>
              <a:gd name="connsiteY92" fmla="*/ 247752 h 563947"/>
              <a:gd name="connsiteX93" fmla="*/ 1600902 w 1704185"/>
              <a:gd name="connsiteY93" fmla="*/ 216220 h 563947"/>
              <a:gd name="connsiteX94" fmla="*/ 1618119 w 1704185"/>
              <a:gd name="connsiteY94" fmla="*/ 183019 h 563947"/>
              <a:gd name="connsiteX95" fmla="*/ 1635327 w 1704185"/>
              <a:gd name="connsiteY95" fmla="*/ 148336 h 563947"/>
              <a:gd name="connsiteX96" fmla="*/ 1652544 w 1704185"/>
              <a:gd name="connsiteY96" fmla="*/ 112405 h 563947"/>
              <a:gd name="connsiteX97" fmla="*/ 1669761 w 1704185"/>
              <a:gd name="connsiteY97" fmla="*/ 75497 h 563947"/>
              <a:gd name="connsiteX98" fmla="*/ 1686969 w 1704185"/>
              <a:gd name="connsiteY98" fmla="*/ 37919 h 563947"/>
              <a:gd name="connsiteX99" fmla="*/ 1704186 w 1704185"/>
              <a:gd name="connsiteY99" fmla="*/ 0 h 563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704185" h="563947">
                <a:moveTo>
                  <a:pt x="0" y="563947"/>
                </a:moveTo>
                <a:lnTo>
                  <a:pt x="17213" y="563947"/>
                </a:lnTo>
                <a:lnTo>
                  <a:pt x="34428" y="563947"/>
                </a:lnTo>
                <a:lnTo>
                  <a:pt x="51642" y="563947"/>
                </a:lnTo>
                <a:lnTo>
                  <a:pt x="68855" y="563947"/>
                </a:lnTo>
                <a:lnTo>
                  <a:pt x="86070" y="563947"/>
                </a:lnTo>
                <a:lnTo>
                  <a:pt x="103284" y="563947"/>
                </a:lnTo>
                <a:lnTo>
                  <a:pt x="120497" y="563947"/>
                </a:lnTo>
                <a:lnTo>
                  <a:pt x="137712" y="563947"/>
                </a:lnTo>
                <a:lnTo>
                  <a:pt x="154926" y="563947"/>
                </a:lnTo>
                <a:lnTo>
                  <a:pt x="172139" y="563947"/>
                </a:lnTo>
                <a:lnTo>
                  <a:pt x="189354" y="563947"/>
                </a:lnTo>
                <a:lnTo>
                  <a:pt x="206568" y="563938"/>
                </a:lnTo>
                <a:lnTo>
                  <a:pt x="223781" y="563938"/>
                </a:lnTo>
                <a:lnTo>
                  <a:pt x="240996" y="563938"/>
                </a:lnTo>
                <a:lnTo>
                  <a:pt x="258210" y="563938"/>
                </a:lnTo>
                <a:lnTo>
                  <a:pt x="275423" y="563938"/>
                </a:lnTo>
                <a:lnTo>
                  <a:pt x="292638" y="563938"/>
                </a:lnTo>
                <a:lnTo>
                  <a:pt x="309852" y="563929"/>
                </a:lnTo>
                <a:lnTo>
                  <a:pt x="327065" y="563929"/>
                </a:lnTo>
                <a:lnTo>
                  <a:pt x="344280" y="563929"/>
                </a:lnTo>
                <a:lnTo>
                  <a:pt x="361494" y="563920"/>
                </a:lnTo>
                <a:lnTo>
                  <a:pt x="378707" y="563920"/>
                </a:lnTo>
                <a:lnTo>
                  <a:pt x="395922" y="563911"/>
                </a:lnTo>
                <a:lnTo>
                  <a:pt x="413136" y="563902"/>
                </a:lnTo>
                <a:lnTo>
                  <a:pt x="430349" y="563902"/>
                </a:lnTo>
                <a:lnTo>
                  <a:pt x="447564" y="563893"/>
                </a:lnTo>
                <a:lnTo>
                  <a:pt x="464778" y="563884"/>
                </a:lnTo>
                <a:lnTo>
                  <a:pt x="481991" y="563875"/>
                </a:lnTo>
                <a:lnTo>
                  <a:pt x="499206" y="563857"/>
                </a:lnTo>
                <a:lnTo>
                  <a:pt x="516420" y="563848"/>
                </a:lnTo>
                <a:lnTo>
                  <a:pt x="533633" y="563830"/>
                </a:lnTo>
                <a:lnTo>
                  <a:pt x="550845" y="563812"/>
                </a:lnTo>
                <a:lnTo>
                  <a:pt x="568062" y="563794"/>
                </a:lnTo>
                <a:lnTo>
                  <a:pt x="585279" y="563776"/>
                </a:lnTo>
                <a:lnTo>
                  <a:pt x="602487" y="563749"/>
                </a:lnTo>
                <a:lnTo>
                  <a:pt x="619704" y="563722"/>
                </a:lnTo>
                <a:lnTo>
                  <a:pt x="636921" y="563686"/>
                </a:lnTo>
                <a:lnTo>
                  <a:pt x="654129" y="563650"/>
                </a:lnTo>
                <a:lnTo>
                  <a:pt x="671346" y="563605"/>
                </a:lnTo>
                <a:lnTo>
                  <a:pt x="688563" y="563551"/>
                </a:lnTo>
                <a:lnTo>
                  <a:pt x="705771" y="563497"/>
                </a:lnTo>
                <a:lnTo>
                  <a:pt x="722988" y="563425"/>
                </a:lnTo>
                <a:lnTo>
                  <a:pt x="740205" y="563353"/>
                </a:lnTo>
                <a:lnTo>
                  <a:pt x="757413" y="563272"/>
                </a:lnTo>
                <a:lnTo>
                  <a:pt x="774630" y="563173"/>
                </a:lnTo>
                <a:lnTo>
                  <a:pt x="791847" y="563056"/>
                </a:lnTo>
                <a:lnTo>
                  <a:pt x="809055" y="562930"/>
                </a:lnTo>
                <a:lnTo>
                  <a:pt x="826272" y="562777"/>
                </a:lnTo>
                <a:lnTo>
                  <a:pt x="843489" y="562615"/>
                </a:lnTo>
                <a:lnTo>
                  <a:pt x="860697" y="562417"/>
                </a:lnTo>
                <a:lnTo>
                  <a:pt x="877914" y="562201"/>
                </a:lnTo>
                <a:lnTo>
                  <a:pt x="895131" y="561949"/>
                </a:lnTo>
                <a:lnTo>
                  <a:pt x="912339" y="561661"/>
                </a:lnTo>
                <a:lnTo>
                  <a:pt x="929556" y="561328"/>
                </a:lnTo>
                <a:lnTo>
                  <a:pt x="946773" y="560950"/>
                </a:lnTo>
                <a:lnTo>
                  <a:pt x="963981" y="560518"/>
                </a:lnTo>
                <a:lnTo>
                  <a:pt x="981198" y="560023"/>
                </a:lnTo>
                <a:lnTo>
                  <a:pt x="998415" y="559456"/>
                </a:lnTo>
                <a:lnTo>
                  <a:pt x="1015623" y="558817"/>
                </a:lnTo>
                <a:lnTo>
                  <a:pt x="1032840" y="558079"/>
                </a:lnTo>
                <a:lnTo>
                  <a:pt x="1050057" y="557233"/>
                </a:lnTo>
                <a:lnTo>
                  <a:pt x="1067265" y="556279"/>
                </a:lnTo>
                <a:lnTo>
                  <a:pt x="1084482" y="555181"/>
                </a:lnTo>
                <a:lnTo>
                  <a:pt x="1101699" y="553921"/>
                </a:lnTo>
                <a:lnTo>
                  <a:pt x="1118907" y="552490"/>
                </a:lnTo>
                <a:lnTo>
                  <a:pt x="1136124" y="550861"/>
                </a:lnTo>
                <a:lnTo>
                  <a:pt x="1153341" y="548998"/>
                </a:lnTo>
                <a:lnTo>
                  <a:pt x="1170549" y="546874"/>
                </a:lnTo>
                <a:lnTo>
                  <a:pt x="1187766" y="544453"/>
                </a:lnTo>
                <a:lnTo>
                  <a:pt x="1204983" y="541699"/>
                </a:lnTo>
                <a:lnTo>
                  <a:pt x="1222191" y="538567"/>
                </a:lnTo>
                <a:lnTo>
                  <a:pt x="1239408" y="534994"/>
                </a:lnTo>
                <a:lnTo>
                  <a:pt x="1256625" y="530944"/>
                </a:lnTo>
                <a:lnTo>
                  <a:pt x="1273833" y="526345"/>
                </a:lnTo>
                <a:lnTo>
                  <a:pt x="1291050" y="521125"/>
                </a:lnTo>
                <a:lnTo>
                  <a:pt x="1308267" y="515221"/>
                </a:lnTo>
                <a:lnTo>
                  <a:pt x="1325475" y="508543"/>
                </a:lnTo>
                <a:lnTo>
                  <a:pt x="1342692" y="501001"/>
                </a:lnTo>
                <a:lnTo>
                  <a:pt x="1359909" y="492496"/>
                </a:lnTo>
                <a:lnTo>
                  <a:pt x="1377117" y="482938"/>
                </a:lnTo>
                <a:lnTo>
                  <a:pt x="1394334" y="472201"/>
                </a:lnTo>
                <a:lnTo>
                  <a:pt x="1411551" y="460195"/>
                </a:lnTo>
                <a:lnTo>
                  <a:pt x="1428759" y="446794"/>
                </a:lnTo>
                <a:lnTo>
                  <a:pt x="1445976" y="431872"/>
                </a:lnTo>
                <a:lnTo>
                  <a:pt x="1463193" y="415348"/>
                </a:lnTo>
                <a:lnTo>
                  <a:pt x="1480401" y="397087"/>
                </a:lnTo>
                <a:lnTo>
                  <a:pt x="1497618" y="377017"/>
                </a:lnTo>
                <a:lnTo>
                  <a:pt x="1514835" y="355057"/>
                </a:lnTo>
                <a:lnTo>
                  <a:pt x="1532043" y="331162"/>
                </a:lnTo>
                <a:lnTo>
                  <a:pt x="1549260" y="305296"/>
                </a:lnTo>
                <a:lnTo>
                  <a:pt x="1566477" y="277477"/>
                </a:lnTo>
                <a:lnTo>
                  <a:pt x="1583685" y="247752"/>
                </a:lnTo>
                <a:lnTo>
                  <a:pt x="1600902" y="216220"/>
                </a:lnTo>
                <a:lnTo>
                  <a:pt x="1618119" y="183019"/>
                </a:lnTo>
                <a:lnTo>
                  <a:pt x="1635327" y="148336"/>
                </a:lnTo>
                <a:lnTo>
                  <a:pt x="1652544" y="112405"/>
                </a:lnTo>
                <a:lnTo>
                  <a:pt x="1669761" y="75497"/>
                </a:lnTo>
                <a:lnTo>
                  <a:pt x="1686969" y="37919"/>
                </a:lnTo>
                <a:lnTo>
                  <a:pt x="1704186" y="0"/>
                </a:lnTo>
              </a:path>
            </a:pathLst>
          </a:custGeom>
          <a:noFill/>
          <a:ln w="10763" cap="rnd">
            <a:solidFill>
              <a:srgbClr val="00A8CB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448" name="Group 447">
            <a:extLst>
              <a:ext uri="{FF2B5EF4-FFF2-40B4-BE49-F238E27FC236}">
                <a16:creationId xmlns:a16="http://schemas.microsoft.com/office/drawing/2014/main" id="{D3A4535B-E864-4B93-DF11-A277D488CC0A}"/>
              </a:ext>
            </a:extLst>
          </p:cNvPr>
          <p:cNvGrpSpPr/>
          <p:nvPr/>
        </p:nvGrpSpPr>
        <p:grpSpPr>
          <a:xfrm>
            <a:off x="5076296" y="3493105"/>
            <a:ext cx="2160000" cy="1440000"/>
            <a:chOff x="5076296" y="3493105"/>
            <a:chExt cx="2160000" cy="1440000"/>
          </a:xfrm>
        </p:grpSpPr>
        <p:sp>
          <p:nvSpPr>
            <p:cNvPr id="392" name="Freeform 391">
              <a:extLst>
                <a:ext uri="{FF2B5EF4-FFF2-40B4-BE49-F238E27FC236}">
                  <a16:creationId xmlns:a16="http://schemas.microsoft.com/office/drawing/2014/main" id="{CA00B879-6020-61F3-1125-9BF463CF750A}"/>
                </a:ext>
              </a:extLst>
            </p:cNvPr>
            <p:cNvSpPr/>
            <p:nvPr/>
          </p:nvSpPr>
          <p:spPr>
            <a:xfrm>
              <a:off x="5076296" y="3493105"/>
              <a:ext cx="2160000" cy="1440000"/>
            </a:xfrm>
            <a:custGeom>
              <a:avLst/>
              <a:gdLst>
                <a:gd name="connsiteX0" fmla="*/ 0 w 2160000"/>
                <a:gd name="connsiteY0" fmla="*/ 1440000 h 1440000"/>
                <a:gd name="connsiteX1" fmla="*/ 2160000 w 2160000"/>
                <a:gd name="connsiteY1" fmla="*/ 1440000 h 1440000"/>
                <a:gd name="connsiteX2" fmla="*/ 2160000 w 2160000"/>
                <a:gd name="connsiteY2" fmla="*/ 0 h 1440000"/>
                <a:gd name="connsiteX3" fmla="*/ 0 w 2160000"/>
                <a:gd name="connsiteY3" fmla="*/ 0 h 144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60000" h="1440000">
                  <a:moveTo>
                    <a:pt x="0" y="1440000"/>
                  </a:moveTo>
                  <a:lnTo>
                    <a:pt x="2160000" y="1440000"/>
                  </a:lnTo>
                  <a:lnTo>
                    <a:pt x="2160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3" name="Freeform 392">
              <a:extLst>
                <a:ext uri="{FF2B5EF4-FFF2-40B4-BE49-F238E27FC236}">
                  <a16:creationId xmlns:a16="http://schemas.microsoft.com/office/drawing/2014/main" id="{AA08BAA1-AF37-118F-C528-B8564660EBC9}"/>
                </a:ext>
              </a:extLst>
            </p:cNvPr>
            <p:cNvSpPr/>
            <p:nvPr/>
          </p:nvSpPr>
          <p:spPr>
            <a:xfrm>
              <a:off x="5270636" y="3535624"/>
              <a:ext cx="1923143" cy="1195574"/>
            </a:xfrm>
            <a:custGeom>
              <a:avLst/>
              <a:gdLst>
                <a:gd name="connsiteX0" fmla="*/ 0 w 1923143"/>
                <a:gd name="connsiteY0" fmla="*/ 1195574 h 1195574"/>
                <a:gd name="connsiteX1" fmla="*/ 1923143 w 1923143"/>
                <a:gd name="connsiteY1" fmla="*/ 1195574 h 1195574"/>
                <a:gd name="connsiteX2" fmla="*/ 1923143 w 1923143"/>
                <a:gd name="connsiteY2" fmla="*/ 0 h 1195574"/>
                <a:gd name="connsiteX3" fmla="*/ 0 w 1923143"/>
                <a:gd name="connsiteY3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23143" h="1195574">
                  <a:moveTo>
                    <a:pt x="0" y="1195574"/>
                  </a:moveTo>
                  <a:lnTo>
                    <a:pt x="1923143" y="1195574"/>
                  </a:lnTo>
                  <a:lnTo>
                    <a:pt x="192314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4" name="Freeform 393">
              <a:extLst>
                <a:ext uri="{FF2B5EF4-FFF2-40B4-BE49-F238E27FC236}">
                  <a16:creationId xmlns:a16="http://schemas.microsoft.com/office/drawing/2014/main" id="{63859620-01D9-0608-7BCE-B0D81CC080C2}"/>
                </a:ext>
              </a:extLst>
            </p:cNvPr>
            <p:cNvSpPr/>
            <p:nvPr/>
          </p:nvSpPr>
          <p:spPr>
            <a:xfrm>
              <a:off x="5325065" y="3535624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5" name="Freeform 394">
              <a:extLst>
                <a:ext uri="{FF2B5EF4-FFF2-40B4-BE49-F238E27FC236}">
                  <a16:creationId xmlns:a16="http://schemas.microsoft.com/office/drawing/2014/main" id="{DE4CB3C8-4A0A-6040-ADD6-570CD666A406}"/>
                </a:ext>
              </a:extLst>
            </p:cNvPr>
            <p:cNvSpPr/>
            <p:nvPr/>
          </p:nvSpPr>
          <p:spPr>
            <a:xfrm>
              <a:off x="5778636" y="3535624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6" name="Freeform 395">
              <a:extLst>
                <a:ext uri="{FF2B5EF4-FFF2-40B4-BE49-F238E27FC236}">
                  <a16:creationId xmlns:a16="http://schemas.microsoft.com/office/drawing/2014/main" id="{A1265A4B-0BDC-DD47-C0D9-D0A2B1A94486}"/>
                </a:ext>
              </a:extLst>
            </p:cNvPr>
            <p:cNvSpPr/>
            <p:nvPr/>
          </p:nvSpPr>
          <p:spPr>
            <a:xfrm>
              <a:off x="6232201" y="3535624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7" name="Freeform 396">
              <a:extLst>
                <a:ext uri="{FF2B5EF4-FFF2-40B4-BE49-F238E27FC236}">
                  <a16:creationId xmlns:a16="http://schemas.microsoft.com/office/drawing/2014/main" id="{BA43DE37-364B-940F-8FD0-5B3E1B7C810E}"/>
                </a:ext>
              </a:extLst>
            </p:cNvPr>
            <p:cNvSpPr/>
            <p:nvPr/>
          </p:nvSpPr>
          <p:spPr>
            <a:xfrm>
              <a:off x="6685775" y="3535624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8" name="Freeform 397">
              <a:extLst>
                <a:ext uri="{FF2B5EF4-FFF2-40B4-BE49-F238E27FC236}">
                  <a16:creationId xmlns:a16="http://schemas.microsoft.com/office/drawing/2014/main" id="{6C49C44D-7739-9F13-1CED-5D89A81169C1}"/>
                </a:ext>
              </a:extLst>
            </p:cNvPr>
            <p:cNvSpPr/>
            <p:nvPr/>
          </p:nvSpPr>
          <p:spPr>
            <a:xfrm>
              <a:off x="7139348" y="3535624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01EA554F-7741-CD81-7FA9-C128E0416656}"/>
                </a:ext>
              </a:extLst>
            </p:cNvPr>
            <p:cNvSpPr/>
            <p:nvPr/>
          </p:nvSpPr>
          <p:spPr>
            <a:xfrm>
              <a:off x="5270636" y="4731199"/>
              <a:ext cx="1923143" cy="900"/>
            </a:xfrm>
            <a:custGeom>
              <a:avLst/>
              <a:gdLst>
                <a:gd name="connsiteX0" fmla="*/ 0 w 1923143"/>
                <a:gd name="connsiteY0" fmla="*/ 0 h 900"/>
                <a:gd name="connsiteX1" fmla="*/ 1923143 w 1923143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23143" h="900">
                  <a:moveTo>
                    <a:pt x="0" y="0"/>
                  </a:moveTo>
                  <a:lnTo>
                    <a:pt x="1923143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ADFC7E70-9FC9-B623-ED61-AA51D2A2AE43}"/>
                </a:ext>
              </a:extLst>
            </p:cNvPr>
            <p:cNvSpPr/>
            <p:nvPr/>
          </p:nvSpPr>
          <p:spPr>
            <a:xfrm>
              <a:off x="5325065" y="4714189"/>
              <a:ext cx="900" cy="17010"/>
            </a:xfrm>
            <a:custGeom>
              <a:avLst/>
              <a:gdLst>
                <a:gd name="connsiteX0" fmla="*/ 0 w 900"/>
                <a:gd name="connsiteY0" fmla="*/ 17010 h 17010"/>
                <a:gd name="connsiteX1" fmla="*/ 0 w 900"/>
                <a:gd name="connsiteY1" fmla="*/ 0 h 17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7010">
                  <a:moveTo>
                    <a:pt x="0" y="17010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1" name="Freeform 400">
              <a:extLst>
                <a:ext uri="{FF2B5EF4-FFF2-40B4-BE49-F238E27FC236}">
                  <a16:creationId xmlns:a16="http://schemas.microsoft.com/office/drawing/2014/main" id="{FDA531E0-636D-3C16-4481-3CBC30797C8B}"/>
                </a:ext>
              </a:extLst>
            </p:cNvPr>
            <p:cNvSpPr/>
            <p:nvPr/>
          </p:nvSpPr>
          <p:spPr>
            <a:xfrm>
              <a:off x="5778636" y="4714189"/>
              <a:ext cx="900" cy="17010"/>
            </a:xfrm>
            <a:custGeom>
              <a:avLst/>
              <a:gdLst>
                <a:gd name="connsiteX0" fmla="*/ 0 w 900"/>
                <a:gd name="connsiteY0" fmla="*/ 17010 h 17010"/>
                <a:gd name="connsiteX1" fmla="*/ 0 w 900"/>
                <a:gd name="connsiteY1" fmla="*/ 0 h 17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7010">
                  <a:moveTo>
                    <a:pt x="0" y="17010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2" name="Freeform 401">
              <a:extLst>
                <a:ext uri="{FF2B5EF4-FFF2-40B4-BE49-F238E27FC236}">
                  <a16:creationId xmlns:a16="http://schemas.microsoft.com/office/drawing/2014/main" id="{99AA032F-AFFE-2C05-39F6-CD9C460CF975}"/>
                </a:ext>
              </a:extLst>
            </p:cNvPr>
            <p:cNvSpPr/>
            <p:nvPr/>
          </p:nvSpPr>
          <p:spPr>
            <a:xfrm>
              <a:off x="6232201" y="4714189"/>
              <a:ext cx="900" cy="17010"/>
            </a:xfrm>
            <a:custGeom>
              <a:avLst/>
              <a:gdLst>
                <a:gd name="connsiteX0" fmla="*/ 0 w 900"/>
                <a:gd name="connsiteY0" fmla="*/ 17010 h 17010"/>
                <a:gd name="connsiteX1" fmla="*/ 0 w 900"/>
                <a:gd name="connsiteY1" fmla="*/ 0 h 17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7010">
                  <a:moveTo>
                    <a:pt x="0" y="17010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3" name="Freeform 402">
              <a:extLst>
                <a:ext uri="{FF2B5EF4-FFF2-40B4-BE49-F238E27FC236}">
                  <a16:creationId xmlns:a16="http://schemas.microsoft.com/office/drawing/2014/main" id="{FA96C2E2-29C7-D900-BA1E-735BB090E84C}"/>
                </a:ext>
              </a:extLst>
            </p:cNvPr>
            <p:cNvSpPr/>
            <p:nvPr/>
          </p:nvSpPr>
          <p:spPr>
            <a:xfrm>
              <a:off x="6685775" y="4714189"/>
              <a:ext cx="900" cy="17010"/>
            </a:xfrm>
            <a:custGeom>
              <a:avLst/>
              <a:gdLst>
                <a:gd name="connsiteX0" fmla="*/ 0 w 900"/>
                <a:gd name="connsiteY0" fmla="*/ 17010 h 17010"/>
                <a:gd name="connsiteX1" fmla="*/ 0 w 900"/>
                <a:gd name="connsiteY1" fmla="*/ 0 h 17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7010">
                  <a:moveTo>
                    <a:pt x="0" y="17010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4" name="Freeform 403">
              <a:extLst>
                <a:ext uri="{FF2B5EF4-FFF2-40B4-BE49-F238E27FC236}">
                  <a16:creationId xmlns:a16="http://schemas.microsoft.com/office/drawing/2014/main" id="{EB0265B6-5822-D4BD-FC09-800124E03969}"/>
                </a:ext>
              </a:extLst>
            </p:cNvPr>
            <p:cNvSpPr/>
            <p:nvPr/>
          </p:nvSpPr>
          <p:spPr>
            <a:xfrm>
              <a:off x="7139348" y="4714189"/>
              <a:ext cx="900" cy="17010"/>
            </a:xfrm>
            <a:custGeom>
              <a:avLst/>
              <a:gdLst>
                <a:gd name="connsiteX0" fmla="*/ 0 w 900"/>
                <a:gd name="connsiteY0" fmla="*/ 17010 h 17010"/>
                <a:gd name="connsiteX1" fmla="*/ 0 w 900"/>
                <a:gd name="connsiteY1" fmla="*/ 0 h 17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7010">
                  <a:moveTo>
                    <a:pt x="0" y="17010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5" name="Freeform 404">
              <a:extLst>
                <a:ext uri="{FF2B5EF4-FFF2-40B4-BE49-F238E27FC236}">
                  <a16:creationId xmlns:a16="http://schemas.microsoft.com/office/drawing/2014/main" id="{24ACDF40-33BA-A009-49FA-AF092AE526BD}"/>
                </a:ext>
              </a:extLst>
            </p:cNvPr>
            <p:cNvSpPr/>
            <p:nvPr/>
          </p:nvSpPr>
          <p:spPr>
            <a:xfrm>
              <a:off x="5240846" y="4790014"/>
              <a:ext cx="46739" cy="6201"/>
            </a:xfrm>
            <a:custGeom>
              <a:avLst/>
              <a:gdLst>
                <a:gd name="connsiteX0" fmla="*/ 0 w 46739"/>
                <a:gd name="connsiteY0" fmla="*/ 0 h 6201"/>
                <a:gd name="connsiteX1" fmla="*/ 46740 w 46739"/>
                <a:gd name="connsiteY1" fmla="*/ 0 h 6201"/>
                <a:gd name="connsiteX2" fmla="*/ 46740 w 46739"/>
                <a:gd name="connsiteY2" fmla="*/ 6201 h 6201"/>
                <a:gd name="connsiteX3" fmla="*/ 0 w 46739"/>
                <a:gd name="connsiteY3" fmla="*/ 6201 h 6201"/>
                <a:gd name="connsiteX4" fmla="*/ 0 w 46739"/>
                <a:gd name="connsiteY4" fmla="*/ 0 h 6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739" h="6201">
                  <a:moveTo>
                    <a:pt x="0" y="0"/>
                  </a:moveTo>
                  <a:lnTo>
                    <a:pt x="46740" y="0"/>
                  </a:lnTo>
                  <a:lnTo>
                    <a:pt x="46740" y="6201"/>
                  </a:lnTo>
                  <a:lnTo>
                    <a:pt x="0" y="6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6" name="Freeform 405">
              <a:extLst>
                <a:ext uri="{FF2B5EF4-FFF2-40B4-BE49-F238E27FC236}">
                  <a16:creationId xmlns:a16="http://schemas.microsoft.com/office/drawing/2014/main" id="{DD2E06E5-3042-6D7C-EC69-E3B43B56D838}"/>
                </a:ext>
              </a:extLst>
            </p:cNvPr>
            <p:cNvSpPr/>
            <p:nvPr/>
          </p:nvSpPr>
          <p:spPr>
            <a:xfrm>
              <a:off x="5303700" y="4762086"/>
              <a:ext cx="32410" cy="54431"/>
            </a:xfrm>
            <a:custGeom>
              <a:avLst/>
              <a:gdLst>
                <a:gd name="connsiteX0" fmla="*/ 1058 w 32410"/>
                <a:gd name="connsiteY0" fmla="*/ 48231 h 54431"/>
                <a:gd name="connsiteX1" fmla="*/ 13089 w 32410"/>
                <a:gd name="connsiteY1" fmla="*/ 48231 h 54431"/>
                <a:gd name="connsiteX2" fmla="*/ 13089 w 32410"/>
                <a:gd name="connsiteY2" fmla="*/ 6705 h 54431"/>
                <a:gd name="connsiteX3" fmla="*/ 0 w 32410"/>
                <a:gd name="connsiteY3" fmla="*/ 9333 h 54431"/>
                <a:gd name="connsiteX4" fmla="*/ 0 w 32410"/>
                <a:gd name="connsiteY4" fmla="*/ 2628 h 54431"/>
                <a:gd name="connsiteX5" fmla="*/ 13016 w 32410"/>
                <a:gd name="connsiteY5" fmla="*/ 0 h 54431"/>
                <a:gd name="connsiteX6" fmla="*/ 20380 w 32410"/>
                <a:gd name="connsiteY6" fmla="*/ 0 h 54431"/>
                <a:gd name="connsiteX7" fmla="*/ 20380 w 32410"/>
                <a:gd name="connsiteY7" fmla="*/ 48231 h 54431"/>
                <a:gd name="connsiteX8" fmla="*/ 32411 w 32410"/>
                <a:gd name="connsiteY8" fmla="*/ 48231 h 54431"/>
                <a:gd name="connsiteX9" fmla="*/ 32411 w 32410"/>
                <a:gd name="connsiteY9" fmla="*/ 54432 h 54431"/>
                <a:gd name="connsiteX10" fmla="*/ 1058 w 32410"/>
                <a:gd name="connsiteY10" fmla="*/ 54432 h 54431"/>
                <a:gd name="connsiteX11" fmla="*/ 1058 w 32410"/>
                <a:gd name="connsiteY11" fmla="*/ 48231 h 54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410" h="54431">
                  <a:moveTo>
                    <a:pt x="1058" y="48231"/>
                  </a:moveTo>
                  <a:lnTo>
                    <a:pt x="13089" y="48231"/>
                  </a:lnTo>
                  <a:lnTo>
                    <a:pt x="13089" y="6705"/>
                  </a:lnTo>
                  <a:lnTo>
                    <a:pt x="0" y="9333"/>
                  </a:lnTo>
                  <a:lnTo>
                    <a:pt x="0" y="2628"/>
                  </a:lnTo>
                  <a:lnTo>
                    <a:pt x="13016" y="0"/>
                  </a:lnTo>
                  <a:lnTo>
                    <a:pt x="20380" y="0"/>
                  </a:lnTo>
                  <a:lnTo>
                    <a:pt x="20380" y="48231"/>
                  </a:lnTo>
                  <a:lnTo>
                    <a:pt x="32411" y="48231"/>
                  </a:lnTo>
                  <a:lnTo>
                    <a:pt x="32411" y="54432"/>
                  </a:lnTo>
                  <a:lnTo>
                    <a:pt x="1058" y="54432"/>
                  </a:lnTo>
                  <a:lnTo>
                    <a:pt x="1058" y="48231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7" name="Freeform 406">
              <a:extLst>
                <a:ext uri="{FF2B5EF4-FFF2-40B4-BE49-F238E27FC236}">
                  <a16:creationId xmlns:a16="http://schemas.microsoft.com/office/drawing/2014/main" id="{9C8CB5C4-AD4C-2A82-493C-556037CAA4E9}"/>
                </a:ext>
              </a:extLst>
            </p:cNvPr>
            <p:cNvSpPr/>
            <p:nvPr/>
          </p:nvSpPr>
          <p:spPr>
            <a:xfrm>
              <a:off x="5350986" y="4807258"/>
              <a:ext cx="7692" cy="9260"/>
            </a:xfrm>
            <a:custGeom>
              <a:avLst/>
              <a:gdLst>
                <a:gd name="connsiteX0" fmla="*/ 0 w 7692"/>
                <a:gd name="connsiteY0" fmla="*/ 0 h 9260"/>
                <a:gd name="connsiteX1" fmla="*/ 7692 w 7692"/>
                <a:gd name="connsiteY1" fmla="*/ 0 h 9260"/>
                <a:gd name="connsiteX2" fmla="*/ 7692 w 7692"/>
                <a:gd name="connsiteY2" fmla="*/ 9261 h 9260"/>
                <a:gd name="connsiteX3" fmla="*/ 0 w 7692"/>
                <a:gd name="connsiteY3" fmla="*/ 9261 h 9260"/>
                <a:gd name="connsiteX4" fmla="*/ 0 w 7692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2" h="9260">
                  <a:moveTo>
                    <a:pt x="0" y="0"/>
                  </a:moveTo>
                  <a:lnTo>
                    <a:pt x="7692" y="0"/>
                  </a:lnTo>
                  <a:lnTo>
                    <a:pt x="7692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8" name="Freeform 407">
              <a:extLst>
                <a:ext uri="{FF2B5EF4-FFF2-40B4-BE49-F238E27FC236}">
                  <a16:creationId xmlns:a16="http://schemas.microsoft.com/office/drawing/2014/main" id="{4B73B2B1-1601-221D-365E-8ED39152D62A}"/>
                </a:ext>
              </a:extLst>
            </p:cNvPr>
            <p:cNvSpPr/>
            <p:nvPr/>
          </p:nvSpPr>
          <p:spPr>
            <a:xfrm>
              <a:off x="5371658" y="4761106"/>
              <a:ext cx="37624" cy="56465"/>
            </a:xfrm>
            <a:custGeom>
              <a:avLst/>
              <a:gdLst>
                <a:gd name="connsiteX0" fmla="*/ 18812 w 37624"/>
                <a:gd name="connsiteY0" fmla="*/ 5832 h 56465"/>
                <a:gd name="connsiteX1" fmla="*/ 10245 w 37624"/>
                <a:gd name="connsiteY1" fmla="*/ 11448 h 56465"/>
                <a:gd name="connsiteX2" fmla="*/ 7401 w 37624"/>
                <a:gd name="connsiteY2" fmla="*/ 28251 h 56465"/>
                <a:gd name="connsiteX3" fmla="*/ 10245 w 37624"/>
                <a:gd name="connsiteY3" fmla="*/ 45063 h 56465"/>
                <a:gd name="connsiteX4" fmla="*/ 18812 w 37624"/>
                <a:gd name="connsiteY4" fmla="*/ 50634 h 56465"/>
                <a:gd name="connsiteX5" fmla="*/ 27380 w 37624"/>
                <a:gd name="connsiteY5" fmla="*/ 45063 h 56465"/>
                <a:gd name="connsiteX6" fmla="*/ 30260 w 37624"/>
                <a:gd name="connsiteY6" fmla="*/ 28251 h 56465"/>
                <a:gd name="connsiteX7" fmla="*/ 27380 w 37624"/>
                <a:gd name="connsiteY7" fmla="*/ 11448 h 56465"/>
                <a:gd name="connsiteX8" fmla="*/ 18812 w 37624"/>
                <a:gd name="connsiteY8" fmla="*/ 5832 h 56465"/>
                <a:gd name="connsiteX9" fmla="*/ 18812 w 37624"/>
                <a:gd name="connsiteY9" fmla="*/ 0 h 56465"/>
                <a:gd name="connsiteX10" fmla="*/ 32775 w 37624"/>
                <a:gd name="connsiteY10" fmla="*/ 7254 h 56465"/>
                <a:gd name="connsiteX11" fmla="*/ 37624 w 37624"/>
                <a:gd name="connsiteY11" fmla="*/ 28251 h 56465"/>
                <a:gd name="connsiteX12" fmla="*/ 32775 w 37624"/>
                <a:gd name="connsiteY12" fmla="*/ 49248 h 56465"/>
                <a:gd name="connsiteX13" fmla="*/ 18812 w 37624"/>
                <a:gd name="connsiteY13" fmla="*/ 56466 h 56465"/>
                <a:gd name="connsiteX14" fmla="*/ 4812 w 37624"/>
                <a:gd name="connsiteY14" fmla="*/ 49248 h 56465"/>
                <a:gd name="connsiteX15" fmla="*/ 0 w 37624"/>
                <a:gd name="connsiteY15" fmla="*/ 28251 h 56465"/>
                <a:gd name="connsiteX16" fmla="*/ 4812 w 37624"/>
                <a:gd name="connsiteY16" fmla="*/ 7254 h 56465"/>
                <a:gd name="connsiteX17" fmla="*/ 18812 w 37624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4" h="56465">
                  <a:moveTo>
                    <a:pt x="18812" y="5832"/>
                  </a:moveTo>
                  <a:cubicBezTo>
                    <a:pt x="15020" y="5832"/>
                    <a:pt x="12164" y="7704"/>
                    <a:pt x="10245" y="11448"/>
                  </a:cubicBezTo>
                  <a:cubicBezTo>
                    <a:pt x="8348" y="15165"/>
                    <a:pt x="7401" y="20763"/>
                    <a:pt x="7401" y="28251"/>
                  </a:cubicBezTo>
                  <a:cubicBezTo>
                    <a:pt x="7401" y="35712"/>
                    <a:pt x="8348" y="41319"/>
                    <a:pt x="10245" y="45063"/>
                  </a:cubicBezTo>
                  <a:cubicBezTo>
                    <a:pt x="12164" y="48780"/>
                    <a:pt x="15020" y="50634"/>
                    <a:pt x="18812" y="50634"/>
                  </a:cubicBezTo>
                  <a:cubicBezTo>
                    <a:pt x="22628" y="50634"/>
                    <a:pt x="25484" y="48780"/>
                    <a:pt x="27380" y="45063"/>
                  </a:cubicBezTo>
                  <a:cubicBezTo>
                    <a:pt x="29299" y="41319"/>
                    <a:pt x="30260" y="35712"/>
                    <a:pt x="30260" y="28251"/>
                  </a:cubicBezTo>
                  <a:cubicBezTo>
                    <a:pt x="30260" y="20763"/>
                    <a:pt x="29299" y="15165"/>
                    <a:pt x="27380" y="11448"/>
                  </a:cubicBezTo>
                  <a:cubicBezTo>
                    <a:pt x="25484" y="7704"/>
                    <a:pt x="22628" y="5832"/>
                    <a:pt x="18812" y="5832"/>
                  </a:cubicBezTo>
                  <a:moveTo>
                    <a:pt x="18812" y="0"/>
                  </a:moveTo>
                  <a:cubicBezTo>
                    <a:pt x="24913" y="0"/>
                    <a:pt x="29567" y="2421"/>
                    <a:pt x="32775" y="7254"/>
                  </a:cubicBezTo>
                  <a:cubicBezTo>
                    <a:pt x="36008" y="12069"/>
                    <a:pt x="37624" y="19062"/>
                    <a:pt x="37624" y="28251"/>
                  </a:cubicBezTo>
                  <a:cubicBezTo>
                    <a:pt x="37624" y="37413"/>
                    <a:pt x="36008" y="44415"/>
                    <a:pt x="32775" y="49248"/>
                  </a:cubicBezTo>
                  <a:cubicBezTo>
                    <a:pt x="29567" y="54063"/>
                    <a:pt x="24913" y="56466"/>
                    <a:pt x="18812" y="56466"/>
                  </a:cubicBezTo>
                  <a:cubicBezTo>
                    <a:pt x="12712" y="56466"/>
                    <a:pt x="8045" y="54063"/>
                    <a:pt x="4812" y="49248"/>
                  </a:cubicBezTo>
                  <a:cubicBezTo>
                    <a:pt x="1604" y="44415"/>
                    <a:pt x="0" y="37413"/>
                    <a:pt x="0" y="28251"/>
                  </a:cubicBezTo>
                  <a:cubicBezTo>
                    <a:pt x="0" y="19062"/>
                    <a:pt x="1604" y="12069"/>
                    <a:pt x="4812" y="7254"/>
                  </a:cubicBezTo>
                  <a:cubicBezTo>
                    <a:pt x="8045" y="2421"/>
                    <a:pt x="12712" y="0"/>
                    <a:pt x="18812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9" name="Freeform 408">
              <a:extLst>
                <a:ext uri="{FF2B5EF4-FFF2-40B4-BE49-F238E27FC236}">
                  <a16:creationId xmlns:a16="http://schemas.microsoft.com/office/drawing/2014/main" id="{DD0629D4-CBD1-3836-FB92-EF4516B45633}"/>
                </a:ext>
              </a:extLst>
            </p:cNvPr>
            <p:cNvSpPr/>
            <p:nvPr/>
          </p:nvSpPr>
          <p:spPr>
            <a:xfrm>
              <a:off x="5695201" y="4790014"/>
              <a:ext cx="46738" cy="6201"/>
            </a:xfrm>
            <a:custGeom>
              <a:avLst/>
              <a:gdLst>
                <a:gd name="connsiteX0" fmla="*/ 0 w 46738"/>
                <a:gd name="connsiteY0" fmla="*/ 0 h 6201"/>
                <a:gd name="connsiteX1" fmla="*/ 46739 w 46738"/>
                <a:gd name="connsiteY1" fmla="*/ 0 h 6201"/>
                <a:gd name="connsiteX2" fmla="*/ 46739 w 46738"/>
                <a:gd name="connsiteY2" fmla="*/ 6201 h 6201"/>
                <a:gd name="connsiteX3" fmla="*/ 0 w 46738"/>
                <a:gd name="connsiteY3" fmla="*/ 6201 h 6201"/>
                <a:gd name="connsiteX4" fmla="*/ 0 w 46738"/>
                <a:gd name="connsiteY4" fmla="*/ 0 h 6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738" h="6201">
                  <a:moveTo>
                    <a:pt x="0" y="0"/>
                  </a:moveTo>
                  <a:lnTo>
                    <a:pt x="46739" y="0"/>
                  </a:lnTo>
                  <a:lnTo>
                    <a:pt x="46739" y="6201"/>
                  </a:lnTo>
                  <a:lnTo>
                    <a:pt x="0" y="6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0" name="Freeform 409">
              <a:extLst>
                <a:ext uri="{FF2B5EF4-FFF2-40B4-BE49-F238E27FC236}">
                  <a16:creationId xmlns:a16="http://schemas.microsoft.com/office/drawing/2014/main" id="{17B0CD75-7927-03DF-337C-F19F9625BB94}"/>
                </a:ext>
              </a:extLst>
            </p:cNvPr>
            <p:cNvSpPr/>
            <p:nvPr/>
          </p:nvSpPr>
          <p:spPr>
            <a:xfrm>
              <a:off x="5754773" y="4761106"/>
              <a:ext cx="37625" cy="56465"/>
            </a:xfrm>
            <a:custGeom>
              <a:avLst/>
              <a:gdLst>
                <a:gd name="connsiteX0" fmla="*/ 18813 w 37625"/>
                <a:gd name="connsiteY0" fmla="*/ 5832 h 56465"/>
                <a:gd name="connsiteX1" fmla="*/ 10245 w 37625"/>
                <a:gd name="connsiteY1" fmla="*/ 11448 h 56465"/>
                <a:gd name="connsiteX2" fmla="*/ 7402 w 37625"/>
                <a:gd name="connsiteY2" fmla="*/ 28251 h 56465"/>
                <a:gd name="connsiteX3" fmla="*/ 10245 w 37625"/>
                <a:gd name="connsiteY3" fmla="*/ 45063 h 56465"/>
                <a:gd name="connsiteX4" fmla="*/ 18813 w 37625"/>
                <a:gd name="connsiteY4" fmla="*/ 50634 h 56465"/>
                <a:gd name="connsiteX5" fmla="*/ 27381 w 37625"/>
                <a:gd name="connsiteY5" fmla="*/ 45063 h 56465"/>
                <a:gd name="connsiteX6" fmla="*/ 30261 w 37625"/>
                <a:gd name="connsiteY6" fmla="*/ 28251 h 56465"/>
                <a:gd name="connsiteX7" fmla="*/ 27381 w 37625"/>
                <a:gd name="connsiteY7" fmla="*/ 11448 h 56465"/>
                <a:gd name="connsiteX8" fmla="*/ 18813 w 37625"/>
                <a:gd name="connsiteY8" fmla="*/ 5832 h 56465"/>
                <a:gd name="connsiteX9" fmla="*/ 18813 w 37625"/>
                <a:gd name="connsiteY9" fmla="*/ 0 h 56465"/>
                <a:gd name="connsiteX10" fmla="*/ 32776 w 37625"/>
                <a:gd name="connsiteY10" fmla="*/ 7254 h 56465"/>
                <a:gd name="connsiteX11" fmla="*/ 37625 w 37625"/>
                <a:gd name="connsiteY11" fmla="*/ 28251 h 56465"/>
                <a:gd name="connsiteX12" fmla="*/ 32776 w 37625"/>
                <a:gd name="connsiteY12" fmla="*/ 49248 h 56465"/>
                <a:gd name="connsiteX13" fmla="*/ 18813 w 37625"/>
                <a:gd name="connsiteY13" fmla="*/ 56466 h 56465"/>
                <a:gd name="connsiteX14" fmla="*/ 4813 w 37625"/>
                <a:gd name="connsiteY14" fmla="*/ 49248 h 56465"/>
                <a:gd name="connsiteX15" fmla="*/ 0 w 37625"/>
                <a:gd name="connsiteY15" fmla="*/ 28251 h 56465"/>
                <a:gd name="connsiteX16" fmla="*/ 4813 w 37625"/>
                <a:gd name="connsiteY16" fmla="*/ 7254 h 56465"/>
                <a:gd name="connsiteX17" fmla="*/ 18813 w 37625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5" h="56465">
                  <a:moveTo>
                    <a:pt x="18813" y="5832"/>
                  </a:moveTo>
                  <a:cubicBezTo>
                    <a:pt x="15021" y="5832"/>
                    <a:pt x="12165" y="7704"/>
                    <a:pt x="10245" y="11448"/>
                  </a:cubicBezTo>
                  <a:cubicBezTo>
                    <a:pt x="8349" y="15165"/>
                    <a:pt x="7402" y="20763"/>
                    <a:pt x="7402" y="28251"/>
                  </a:cubicBezTo>
                  <a:cubicBezTo>
                    <a:pt x="7402" y="35712"/>
                    <a:pt x="8349" y="41319"/>
                    <a:pt x="10245" y="45063"/>
                  </a:cubicBezTo>
                  <a:cubicBezTo>
                    <a:pt x="12165" y="48780"/>
                    <a:pt x="15021" y="50634"/>
                    <a:pt x="18813" y="50634"/>
                  </a:cubicBezTo>
                  <a:cubicBezTo>
                    <a:pt x="22629" y="50634"/>
                    <a:pt x="25484" y="48780"/>
                    <a:pt x="27381" y="45063"/>
                  </a:cubicBezTo>
                  <a:cubicBezTo>
                    <a:pt x="29300" y="41319"/>
                    <a:pt x="30261" y="35712"/>
                    <a:pt x="30261" y="28251"/>
                  </a:cubicBezTo>
                  <a:cubicBezTo>
                    <a:pt x="30261" y="20763"/>
                    <a:pt x="29300" y="15165"/>
                    <a:pt x="27381" y="11448"/>
                  </a:cubicBezTo>
                  <a:cubicBezTo>
                    <a:pt x="25484" y="7704"/>
                    <a:pt x="22629" y="5832"/>
                    <a:pt x="18813" y="5832"/>
                  </a:cubicBezTo>
                  <a:moveTo>
                    <a:pt x="18813" y="0"/>
                  </a:moveTo>
                  <a:cubicBezTo>
                    <a:pt x="24914" y="0"/>
                    <a:pt x="29568" y="2421"/>
                    <a:pt x="32776" y="7254"/>
                  </a:cubicBezTo>
                  <a:cubicBezTo>
                    <a:pt x="36009" y="12069"/>
                    <a:pt x="37625" y="19062"/>
                    <a:pt x="37625" y="28251"/>
                  </a:cubicBezTo>
                  <a:cubicBezTo>
                    <a:pt x="37625" y="37413"/>
                    <a:pt x="36009" y="44415"/>
                    <a:pt x="32776" y="49248"/>
                  </a:cubicBezTo>
                  <a:cubicBezTo>
                    <a:pt x="29568" y="54063"/>
                    <a:pt x="24914" y="56466"/>
                    <a:pt x="18813" y="56466"/>
                  </a:cubicBezTo>
                  <a:cubicBezTo>
                    <a:pt x="12712" y="56466"/>
                    <a:pt x="8045" y="54063"/>
                    <a:pt x="4813" y="49248"/>
                  </a:cubicBezTo>
                  <a:cubicBezTo>
                    <a:pt x="1605" y="44415"/>
                    <a:pt x="0" y="37413"/>
                    <a:pt x="0" y="28251"/>
                  </a:cubicBezTo>
                  <a:cubicBezTo>
                    <a:pt x="0" y="19062"/>
                    <a:pt x="1605" y="12069"/>
                    <a:pt x="4813" y="7254"/>
                  </a:cubicBezTo>
                  <a:cubicBezTo>
                    <a:pt x="8045" y="2421"/>
                    <a:pt x="12712" y="0"/>
                    <a:pt x="18813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1" name="Freeform 410">
              <a:extLst>
                <a:ext uri="{FF2B5EF4-FFF2-40B4-BE49-F238E27FC236}">
                  <a16:creationId xmlns:a16="http://schemas.microsoft.com/office/drawing/2014/main" id="{056C66F7-247A-7396-E192-9FD7D004B796}"/>
                </a:ext>
              </a:extLst>
            </p:cNvPr>
            <p:cNvSpPr/>
            <p:nvPr/>
          </p:nvSpPr>
          <p:spPr>
            <a:xfrm>
              <a:off x="5805340" y="4807258"/>
              <a:ext cx="7693" cy="9260"/>
            </a:xfrm>
            <a:custGeom>
              <a:avLst/>
              <a:gdLst>
                <a:gd name="connsiteX0" fmla="*/ 0 w 7693"/>
                <a:gd name="connsiteY0" fmla="*/ 0 h 9260"/>
                <a:gd name="connsiteX1" fmla="*/ 7693 w 7693"/>
                <a:gd name="connsiteY1" fmla="*/ 0 h 9260"/>
                <a:gd name="connsiteX2" fmla="*/ 7693 w 7693"/>
                <a:gd name="connsiteY2" fmla="*/ 9261 h 9260"/>
                <a:gd name="connsiteX3" fmla="*/ 0 w 7693"/>
                <a:gd name="connsiteY3" fmla="*/ 9261 h 9260"/>
                <a:gd name="connsiteX4" fmla="*/ 0 w 7693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3" h="9260">
                  <a:moveTo>
                    <a:pt x="0" y="0"/>
                  </a:moveTo>
                  <a:lnTo>
                    <a:pt x="7693" y="0"/>
                  </a:lnTo>
                  <a:lnTo>
                    <a:pt x="7693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2" name="Freeform 411">
              <a:extLst>
                <a:ext uri="{FF2B5EF4-FFF2-40B4-BE49-F238E27FC236}">
                  <a16:creationId xmlns:a16="http://schemas.microsoft.com/office/drawing/2014/main" id="{8B1F9D36-0552-78EC-DAC8-914F119D91BF}"/>
                </a:ext>
              </a:extLst>
            </p:cNvPr>
            <p:cNvSpPr/>
            <p:nvPr/>
          </p:nvSpPr>
          <p:spPr>
            <a:xfrm>
              <a:off x="5826851" y="4762086"/>
              <a:ext cx="35217" cy="55485"/>
            </a:xfrm>
            <a:custGeom>
              <a:avLst/>
              <a:gdLst>
                <a:gd name="connsiteX0" fmla="*/ 2297 w 35217"/>
                <a:gd name="connsiteY0" fmla="*/ 0 h 55485"/>
                <a:gd name="connsiteX1" fmla="*/ 31207 w 35217"/>
                <a:gd name="connsiteY1" fmla="*/ 0 h 55485"/>
                <a:gd name="connsiteX2" fmla="*/ 31207 w 35217"/>
                <a:gd name="connsiteY2" fmla="*/ 6201 h 55485"/>
                <a:gd name="connsiteX3" fmla="*/ 9041 w 35217"/>
                <a:gd name="connsiteY3" fmla="*/ 6201 h 55485"/>
                <a:gd name="connsiteX4" fmla="*/ 9041 w 35217"/>
                <a:gd name="connsiteY4" fmla="*/ 19539 h 55485"/>
                <a:gd name="connsiteX5" fmla="*/ 12250 w 35217"/>
                <a:gd name="connsiteY5" fmla="*/ 18738 h 55485"/>
                <a:gd name="connsiteX6" fmla="*/ 15458 w 35217"/>
                <a:gd name="connsiteY6" fmla="*/ 18450 h 55485"/>
                <a:gd name="connsiteX7" fmla="*/ 29895 w 35217"/>
                <a:gd name="connsiteY7" fmla="*/ 23445 h 55485"/>
                <a:gd name="connsiteX8" fmla="*/ 35218 w 35217"/>
                <a:gd name="connsiteY8" fmla="*/ 36972 h 55485"/>
                <a:gd name="connsiteX9" fmla="*/ 29749 w 35217"/>
                <a:gd name="connsiteY9" fmla="*/ 50643 h 55485"/>
                <a:gd name="connsiteX10" fmla="*/ 14328 w 35217"/>
                <a:gd name="connsiteY10" fmla="*/ 55485 h 55485"/>
                <a:gd name="connsiteX11" fmla="*/ 7328 w 35217"/>
                <a:gd name="connsiteY11" fmla="*/ 54909 h 55485"/>
                <a:gd name="connsiteX12" fmla="*/ 0 w 35217"/>
                <a:gd name="connsiteY12" fmla="*/ 53154 h 55485"/>
                <a:gd name="connsiteX13" fmla="*/ 0 w 35217"/>
                <a:gd name="connsiteY13" fmla="*/ 45756 h 55485"/>
                <a:gd name="connsiteX14" fmla="*/ 6781 w 35217"/>
                <a:gd name="connsiteY14" fmla="*/ 48420 h 55485"/>
                <a:gd name="connsiteX15" fmla="*/ 14182 w 35217"/>
                <a:gd name="connsiteY15" fmla="*/ 49293 h 55485"/>
                <a:gd name="connsiteX16" fmla="*/ 24171 w 35217"/>
                <a:gd name="connsiteY16" fmla="*/ 45972 h 55485"/>
                <a:gd name="connsiteX17" fmla="*/ 27854 w 35217"/>
                <a:gd name="connsiteY17" fmla="*/ 36972 h 55485"/>
                <a:gd name="connsiteX18" fmla="*/ 24171 w 35217"/>
                <a:gd name="connsiteY18" fmla="*/ 27963 h 55485"/>
                <a:gd name="connsiteX19" fmla="*/ 14182 w 35217"/>
                <a:gd name="connsiteY19" fmla="*/ 24642 h 55485"/>
                <a:gd name="connsiteX20" fmla="*/ 8276 w 35217"/>
                <a:gd name="connsiteY20" fmla="*/ 25299 h 55485"/>
                <a:gd name="connsiteX21" fmla="*/ 2297 w 35217"/>
                <a:gd name="connsiteY21" fmla="*/ 27342 h 55485"/>
                <a:gd name="connsiteX22" fmla="*/ 2297 w 35217"/>
                <a:gd name="connsiteY22" fmla="*/ 0 h 55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217" h="55485">
                  <a:moveTo>
                    <a:pt x="2297" y="0"/>
                  </a:moveTo>
                  <a:lnTo>
                    <a:pt x="31207" y="0"/>
                  </a:lnTo>
                  <a:lnTo>
                    <a:pt x="31207" y="6201"/>
                  </a:lnTo>
                  <a:lnTo>
                    <a:pt x="9041" y="6201"/>
                  </a:lnTo>
                  <a:lnTo>
                    <a:pt x="9041" y="19539"/>
                  </a:lnTo>
                  <a:cubicBezTo>
                    <a:pt x="10111" y="19179"/>
                    <a:pt x="11180" y="18909"/>
                    <a:pt x="12250" y="18738"/>
                  </a:cubicBezTo>
                  <a:cubicBezTo>
                    <a:pt x="13319" y="18549"/>
                    <a:pt x="14388" y="18450"/>
                    <a:pt x="15458" y="18450"/>
                  </a:cubicBezTo>
                  <a:cubicBezTo>
                    <a:pt x="21534" y="18450"/>
                    <a:pt x="26347" y="20115"/>
                    <a:pt x="29895" y="23445"/>
                  </a:cubicBezTo>
                  <a:cubicBezTo>
                    <a:pt x="33444" y="26775"/>
                    <a:pt x="35218" y="31284"/>
                    <a:pt x="35218" y="36972"/>
                  </a:cubicBezTo>
                  <a:cubicBezTo>
                    <a:pt x="35218" y="42831"/>
                    <a:pt x="33395" y="47385"/>
                    <a:pt x="29749" y="50643"/>
                  </a:cubicBezTo>
                  <a:cubicBezTo>
                    <a:pt x="26104" y="53874"/>
                    <a:pt x="20964" y="55485"/>
                    <a:pt x="14328" y="55485"/>
                  </a:cubicBezTo>
                  <a:cubicBezTo>
                    <a:pt x="12043" y="55485"/>
                    <a:pt x="9710" y="55296"/>
                    <a:pt x="7328" y="54909"/>
                  </a:cubicBezTo>
                  <a:cubicBezTo>
                    <a:pt x="4971" y="54522"/>
                    <a:pt x="2528" y="53937"/>
                    <a:pt x="0" y="53154"/>
                  </a:cubicBezTo>
                  <a:lnTo>
                    <a:pt x="0" y="45756"/>
                  </a:lnTo>
                  <a:cubicBezTo>
                    <a:pt x="2188" y="46944"/>
                    <a:pt x="4448" y="47835"/>
                    <a:pt x="6781" y="48420"/>
                  </a:cubicBezTo>
                  <a:cubicBezTo>
                    <a:pt x="9114" y="49005"/>
                    <a:pt x="11581" y="49293"/>
                    <a:pt x="14182" y="49293"/>
                  </a:cubicBezTo>
                  <a:cubicBezTo>
                    <a:pt x="18387" y="49293"/>
                    <a:pt x="21717" y="48186"/>
                    <a:pt x="24171" y="45972"/>
                  </a:cubicBezTo>
                  <a:cubicBezTo>
                    <a:pt x="26627" y="43767"/>
                    <a:pt x="27854" y="40761"/>
                    <a:pt x="27854" y="36972"/>
                  </a:cubicBezTo>
                  <a:cubicBezTo>
                    <a:pt x="27854" y="33183"/>
                    <a:pt x="26627" y="30177"/>
                    <a:pt x="24171" y="27963"/>
                  </a:cubicBezTo>
                  <a:cubicBezTo>
                    <a:pt x="21717" y="25749"/>
                    <a:pt x="18387" y="24642"/>
                    <a:pt x="14182" y="24642"/>
                  </a:cubicBezTo>
                  <a:cubicBezTo>
                    <a:pt x="12214" y="24642"/>
                    <a:pt x="10245" y="24858"/>
                    <a:pt x="8276" y="25299"/>
                  </a:cubicBezTo>
                  <a:cubicBezTo>
                    <a:pt x="6332" y="25740"/>
                    <a:pt x="4339" y="26415"/>
                    <a:pt x="2297" y="27342"/>
                  </a:cubicBezTo>
                  <a:lnTo>
                    <a:pt x="2297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3" name="Freeform 412">
              <a:extLst>
                <a:ext uri="{FF2B5EF4-FFF2-40B4-BE49-F238E27FC236}">
                  <a16:creationId xmlns:a16="http://schemas.microsoft.com/office/drawing/2014/main" id="{9F26F767-0709-541E-51CF-E890967777CA}"/>
                </a:ext>
              </a:extLst>
            </p:cNvPr>
            <p:cNvSpPr/>
            <p:nvPr/>
          </p:nvSpPr>
          <p:spPr>
            <a:xfrm>
              <a:off x="6177769" y="4761106"/>
              <a:ext cx="37629" cy="56465"/>
            </a:xfrm>
            <a:custGeom>
              <a:avLst/>
              <a:gdLst>
                <a:gd name="connsiteX0" fmla="*/ 18819 w 37629"/>
                <a:gd name="connsiteY0" fmla="*/ 5832 h 56465"/>
                <a:gd name="connsiteX1" fmla="*/ 10251 w 37629"/>
                <a:gd name="connsiteY1" fmla="*/ 11448 h 56465"/>
                <a:gd name="connsiteX2" fmla="*/ 7407 w 37629"/>
                <a:gd name="connsiteY2" fmla="*/ 28251 h 56465"/>
                <a:gd name="connsiteX3" fmla="*/ 10251 w 37629"/>
                <a:gd name="connsiteY3" fmla="*/ 45063 h 56465"/>
                <a:gd name="connsiteX4" fmla="*/ 18819 w 37629"/>
                <a:gd name="connsiteY4" fmla="*/ 50634 h 56465"/>
                <a:gd name="connsiteX5" fmla="*/ 27387 w 37629"/>
                <a:gd name="connsiteY5" fmla="*/ 45063 h 56465"/>
                <a:gd name="connsiteX6" fmla="*/ 30267 w 37629"/>
                <a:gd name="connsiteY6" fmla="*/ 28251 h 56465"/>
                <a:gd name="connsiteX7" fmla="*/ 27387 w 37629"/>
                <a:gd name="connsiteY7" fmla="*/ 11448 h 56465"/>
                <a:gd name="connsiteX8" fmla="*/ 18819 w 37629"/>
                <a:gd name="connsiteY8" fmla="*/ 5832 h 56465"/>
                <a:gd name="connsiteX9" fmla="*/ 18819 w 37629"/>
                <a:gd name="connsiteY9" fmla="*/ 0 h 56465"/>
                <a:gd name="connsiteX10" fmla="*/ 32778 w 37629"/>
                <a:gd name="connsiteY10" fmla="*/ 7254 h 56465"/>
                <a:gd name="connsiteX11" fmla="*/ 37629 w 37629"/>
                <a:gd name="connsiteY11" fmla="*/ 28251 h 56465"/>
                <a:gd name="connsiteX12" fmla="*/ 32778 w 37629"/>
                <a:gd name="connsiteY12" fmla="*/ 49248 h 56465"/>
                <a:gd name="connsiteX13" fmla="*/ 18819 w 37629"/>
                <a:gd name="connsiteY13" fmla="*/ 56466 h 56465"/>
                <a:gd name="connsiteX14" fmla="*/ 4815 w 37629"/>
                <a:gd name="connsiteY14" fmla="*/ 49248 h 56465"/>
                <a:gd name="connsiteX15" fmla="*/ 0 w 37629"/>
                <a:gd name="connsiteY15" fmla="*/ 28251 h 56465"/>
                <a:gd name="connsiteX16" fmla="*/ 4815 w 37629"/>
                <a:gd name="connsiteY16" fmla="*/ 7254 h 56465"/>
                <a:gd name="connsiteX17" fmla="*/ 18819 w 37629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9" h="56465">
                  <a:moveTo>
                    <a:pt x="18819" y="5832"/>
                  </a:moveTo>
                  <a:cubicBezTo>
                    <a:pt x="15030" y="5832"/>
                    <a:pt x="12168" y="7704"/>
                    <a:pt x="10251" y="11448"/>
                  </a:cubicBezTo>
                  <a:cubicBezTo>
                    <a:pt x="8352" y="15165"/>
                    <a:pt x="7407" y="20763"/>
                    <a:pt x="7407" y="28251"/>
                  </a:cubicBezTo>
                  <a:cubicBezTo>
                    <a:pt x="7407" y="35712"/>
                    <a:pt x="8352" y="41319"/>
                    <a:pt x="10251" y="45063"/>
                  </a:cubicBezTo>
                  <a:cubicBezTo>
                    <a:pt x="12168" y="48780"/>
                    <a:pt x="15030" y="50634"/>
                    <a:pt x="18819" y="50634"/>
                  </a:cubicBezTo>
                  <a:cubicBezTo>
                    <a:pt x="22635" y="50634"/>
                    <a:pt x="25488" y="48780"/>
                    <a:pt x="27387" y="45063"/>
                  </a:cubicBezTo>
                  <a:cubicBezTo>
                    <a:pt x="29304" y="41319"/>
                    <a:pt x="30267" y="35712"/>
                    <a:pt x="30267" y="28251"/>
                  </a:cubicBezTo>
                  <a:cubicBezTo>
                    <a:pt x="30267" y="20763"/>
                    <a:pt x="29304" y="15165"/>
                    <a:pt x="27387" y="11448"/>
                  </a:cubicBezTo>
                  <a:cubicBezTo>
                    <a:pt x="25488" y="7704"/>
                    <a:pt x="22635" y="5832"/>
                    <a:pt x="18819" y="5832"/>
                  </a:cubicBezTo>
                  <a:moveTo>
                    <a:pt x="18819" y="0"/>
                  </a:moveTo>
                  <a:cubicBezTo>
                    <a:pt x="24921" y="0"/>
                    <a:pt x="29574" y="2421"/>
                    <a:pt x="32778" y="7254"/>
                  </a:cubicBezTo>
                  <a:cubicBezTo>
                    <a:pt x="36009" y="12069"/>
                    <a:pt x="37629" y="19062"/>
                    <a:pt x="37629" y="28251"/>
                  </a:cubicBezTo>
                  <a:cubicBezTo>
                    <a:pt x="37629" y="37413"/>
                    <a:pt x="36009" y="44415"/>
                    <a:pt x="32778" y="49248"/>
                  </a:cubicBezTo>
                  <a:cubicBezTo>
                    <a:pt x="29574" y="54063"/>
                    <a:pt x="24921" y="56466"/>
                    <a:pt x="18819" y="56466"/>
                  </a:cubicBezTo>
                  <a:cubicBezTo>
                    <a:pt x="12717" y="56466"/>
                    <a:pt x="8046" y="54063"/>
                    <a:pt x="4815" y="49248"/>
                  </a:cubicBezTo>
                  <a:cubicBezTo>
                    <a:pt x="1602" y="44415"/>
                    <a:pt x="0" y="37413"/>
                    <a:pt x="0" y="28251"/>
                  </a:cubicBezTo>
                  <a:cubicBezTo>
                    <a:pt x="0" y="19062"/>
                    <a:pt x="1602" y="12069"/>
                    <a:pt x="4815" y="7254"/>
                  </a:cubicBezTo>
                  <a:cubicBezTo>
                    <a:pt x="8046" y="2421"/>
                    <a:pt x="12717" y="0"/>
                    <a:pt x="18819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4" name="Freeform 413">
              <a:extLst>
                <a:ext uri="{FF2B5EF4-FFF2-40B4-BE49-F238E27FC236}">
                  <a16:creationId xmlns:a16="http://schemas.microsoft.com/office/drawing/2014/main" id="{5E89C01A-B17A-4751-F16D-E1CE0824B4B9}"/>
                </a:ext>
              </a:extLst>
            </p:cNvPr>
            <p:cNvSpPr/>
            <p:nvPr/>
          </p:nvSpPr>
          <p:spPr>
            <a:xfrm>
              <a:off x="6228341" y="4807258"/>
              <a:ext cx="7694" cy="9260"/>
            </a:xfrm>
            <a:custGeom>
              <a:avLst/>
              <a:gdLst>
                <a:gd name="connsiteX0" fmla="*/ 0 w 7694"/>
                <a:gd name="connsiteY0" fmla="*/ 0 h 9260"/>
                <a:gd name="connsiteX1" fmla="*/ 7695 w 7694"/>
                <a:gd name="connsiteY1" fmla="*/ 0 h 9260"/>
                <a:gd name="connsiteX2" fmla="*/ 7695 w 7694"/>
                <a:gd name="connsiteY2" fmla="*/ 9261 h 9260"/>
                <a:gd name="connsiteX3" fmla="*/ 0 w 7694"/>
                <a:gd name="connsiteY3" fmla="*/ 9261 h 9260"/>
                <a:gd name="connsiteX4" fmla="*/ 0 w 7694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4" h="9260">
                  <a:moveTo>
                    <a:pt x="0" y="0"/>
                  </a:moveTo>
                  <a:lnTo>
                    <a:pt x="7695" y="0"/>
                  </a:lnTo>
                  <a:lnTo>
                    <a:pt x="7695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5" name="Freeform 414">
              <a:extLst>
                <a:ext uri="{FF2B5EF4-FFF2-40B4-BE49-F238E27FC236}">
                  <a16:creationId xmlns:a16="http://schemas.microsoft.com/office/drawing/2014/main" id="{CA8AAF75-418A-6339-C0E2-E99372035C5F}"/>
                </a:ext>
              </a:extLst>
            </p:cNvPr>
            <p:cNvSpPr/>
            <p:nvPr/>
          </p:nvSpPr>
          <p:spPr>
            <a:xfrm>
              <a:off x="6249014" y="4761106"/>
              <a:ext cx="37619" cy="56465"/>
            </a:xfrm>
            <a:custGeom>
              <a:avLst/>
              <a:gdLst>
                <a:gd name="connsiteX0" fmla="*/ 18810 w 37619"/>
                <a:gd name="connsiteY0" fmla="*/ 5832 h 56465"/>
                <a:gd name="connsiteX1" fmla="*/ 10242 w 37619"/>
                <a:gd name="connsiteY1" fmla="*/ 11448 h 56465"/>
                <a:gd name="connsiteX2" fmla="*/ 7398 w 37619"/>
                <a:gd name="connsiteY2" fmla="*/ 28251 h 56465"/>
                <a:gd name="connsiteX3" fmla="*/ 10242 w 37619"/>
                <a:gd name="connsiteY3" fmla="*/ 45063 h 56465"/>
                <a:gd name="connsiteX4" fmla="*/ 18810 w 37619"/>
                <a:gd name="connsiteY4" fmla="*/ 50634 h 56465"/>
                <a:gd name="connsiteX5" fmla="*/ 27378 w 37619"/>
                <a:gd name="connsiteY5" fmla="*/ 45063 h 56465"/>
                <a:gd name="connsiteX6" fmla="*/ 30258 w 37619"/>
                <a:gd name="connsiteY6" fmla="*/ 28251 h 56465"/>
                <a:gd name="connsiteX7" fmla="*/ 27378 w 37619"/>
                <a:gd name="connsiteY7" fmla="*/ 11448 h 56465"/>
                <a:gd name="connsiteX8" fmla="*/ 18810 w 37619"/>
                <a:gd name="connsiteY8" fmla="*/ 5832 h 56465"/>
                <a:gd name="connsiteX9" fmla="*/ 18810 w 37619"/>
                <a:gd name="connsiteY9" fmla="*/ 0 h 56465"/>
                <a:gd name="connsiteX10" fmla="*/ 32778 w 37619"/>
                <a:gd name="connsiteY10" fmla="*/ 7254 h 56465"/>
                <a:gd name="connsiteX11" fmla="*/ 37620 w 37619"/>
                <a:gd name="connsiteY11" fmla="*/ 28251 h 56465"/>
                <a:gd name="connsiteX12" fmla="*/ 32778 w 37619"/>
                <a:gd name="connsiteY12" fmla="*/ 49248 h 56465"/>
                <a:gd name="connsiteX13" fmla="*/ 18810 w 37619"/>
                <a:gd name="connsiteY13" fmla="*/ 56466 h 56465"/>
                <a:gd name="connsiteX14" fmla="*/ 4815 w 37619"/>
                <a:gd name="connsiteY14" fmla="*/ 49248 h 56465"/>
                <a:gd name="connsiteX15" fmla="*/ 0 w 37619"/>
                <a:gd name="connsiteY15" fmla="*/ 28251 h 56465"/>
                <a:gd name="connsiteX16" fmla="*/ 4815 w 37619"/>
                <a:gd name="connsiteY16" fmla="*/ 7254 h 56465"/>
                <a:gd name="connsiteX17" fmla="*/ 18810 w 37619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19" h="56465">
                  <a:moveTo>
                    <a:pt x="18810" y="5832"/>
                  </a:moveTo>
                  <a:cubicBezTo>
                    <a:pt x="15021" y="5832"/>
                    <a:pt x="12159" y="7704"/>
                    <a:pt x="10242" y="11448"/>
                  </a:cubicBezTo>
                  <a:cubicBezTo>
                    <a:pt x="8343" y="15165"/>
                    <a:pt x="7398" y="20763"/>
                    <a:pt x="7398" y="28251"/>
                  </a:cubicBezTo>
                  <a:cubicBezTo>
                    <a:pt x="7398" y="35712"/>
                    <a:pt x="8343" y="41319"/>
                    <a:pt x="10242" y="45063"/>
                  </a:cubicBezTo>
                  <a:cubicBezTo>
                    <a:pt x="12159" y="48780"/>
                    <a:pt x="15021" y="50634"/>
                    <a:pt x="18810" y="50634"/>
                  </a:cubicBezTo>
                  <a:cubicBezTo>
                    <a:pt x="22626" y="50634"/>
                    <a:pt x="25479" y="48780"/>
                    <a:pt x="27378" y="45063"/>
                  </a:cubicBezTo>
                  <a:cubicBezTo>
                    <a:pt x="29295" y="41319"/>
                    <a:pt x="30258" y="35712"/>
                    <a:pt x="30258" y="28251"/>
                  </a:cubicBezTo>
                  <a:cubicBezTo>
                    <a:pt x="30258" y="20763"/>
                    <a:pt x="29295" y="15165"/>
                    <a:pt x="27378" y="11448"/>
                  </a:cubicBezTo>
                  <a:cubicBezTo>
                    <a:pt x="25479" y="7704"/>
                    <a:pt x="22626" y="5832"/>
                    <a:pt x="18810" y="5832"/>
                  </a:cubicBezTo>
                  <a:moveTo>
                    <a:pt x="18810" y="0"/>
                  </a:moveTo>
                  <a:cubicBezTo>
                    <a:pt x="24912" y="0"/>
                    <a:pt x="29565" y="2421"/>
                    <a:pt x="32778" y="7254"/>
                  </a:cubicBezTo>
                  <a:cubicBezTo>
                    <a:pt x="36009" y="12069"/>
                    <a:pt x="37620" y="19062"/>
                    <a:pt x="37620" y="28251"/>
                  </a:cubicBezTo>
                  <a:cubicBezTo>
                    <a:pt x="37620" y="37413"/>
                    <a:pt x="36009" y="44415"/>
                    <a:pt x="32778" y="49248"/>
                  </a:cubicBezTo>
                  <a:cubicBezTo>
                    <a:pt x="29565" y="54063"/>
                    <a:pt x="24912" y="56466"/>
                    <a:pt x="18810" y="56466"/>
                  </a:cubicBezTo>
                  <a:cubicBezTo>
                    <a:pt x="12708" y="56466"/>
                    <a:pt x="8046" y="54063"/>
                    <a:pt x="4815" y="49248"/>
                  </a:cubicBezTo>
                  <a:cubicBezTo>
                    <a:pt x="1602" y="44415"/>
                    <a:pt x="0" y="37413"/>
                    <a:pt x="0" y="28251"/>
                  </a:cubicBezTo>
                  <a:cubicBezTo>
                    <a:pt x="0" y="19062"/>
                    <a:pt x="1602" y="12069"/>
                    <a:pt x="4815" y="7254"/>
                  </a:cubicBezTo>
                  <a:cubicBezTo>
                    <a:pt x="8046" y="2421"/>
                    <a:pt x="12708" y="0"/>
                    <a:pt x="18810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6" name="Freeform 415">
              <a:extLst>
                <a:ext uri="{FF2B5EF4-FFF2-40B4-BE49-F238E27FC236}">
                  <a16:creationId xmlns:a16="http://schemas.microsoft.com/office/drawing/2014/main" id="{10FC416A-5D12-DA18-2756-C48B7B2A1589}"/>
                </a:ext>
              </a:extLst>
            </p:cNvPr>
            <p:cNvSpPr/>
            <p:nvPr/>
          </p:nvSpPr>
          <p:spPr>
            <a:xfrm>
              <a:off x="6632125" y="4761106"/>
              <a:ext cx="37629" cy="56465"/>
            </a:xfrm>
            <a:custGeom>
              <a:avLst/>
              <a:gdLst>
                <a:gd name="connsiteX0" fmla="*/ 18819 w 37629"/>
                <a:gd name="connsiteY0" fmla="*/ 5832 h 56465"/>
                <a:gd name="connsiteX1" fmla="*/ 10251 w 37629"/>
                <a:gd name="connsiteY1" fmla="*/ 11448 h 56465"/>
                <a:gd name="connsiteX2" fmla="*/ 7407 w 37629"/>
                <a:gd name="connsiteY2" fmla="*/ 28251 h 56465"/>
                <a:gd name="connsiteX3" fmla="*/ 10251 w 37629"/>
                <a:gd name="connsiteY3" fmla="*/ 45063 h 56465"/>
                <a:gd name="connsiteX4" fmla="*/ 18819 w 37629"/>
                <a:gd name="connsiteY4" fmla="*/ 50634 h 56465"/>
                <a:gd name="connsiteX5" fmla="*/ 27387 w 37629"/>
                <a:gd name="connsiteY5" fmla="*/ 45063 h 56465"/>
                <a:gd name="connsiteX6" fmla="*/ 30267 w 37629"/>
                <a:gd name="connsiteY6" fmla="*/ 28251 h 56465"/>
                <a:gd name="connsiteX7" fmla="*/ 27387 w 37629"/>
                <a:gd name="connsiteY7" fmla="*/ 11448 h 56465"/>
                <a:gd name="connsiteX8" fmla="*/ 18819 w 37629"/>
                <a:gd name="connsiteY8" fmla="*/ 5832 h 56465"/>
                <a:gd name="connsiteX9" fmla="*/ 18819 w 37629"/>
                <a:gd name="connsiteY9" fmla="*/ 0 h 56465"/>
                <a:gd name="connsiteX10" fmla="*/ 32778 w 37629"/>
                <a:gd name="connsiteY10" fmla="*/ 7254 h 56465"/>
                <a:gd name="connsiteX11" fmla="*/ 37629 w 37629"/>
                <a:gd name="connsiteY11" fmla="*/ 28251 h 56465"/>
                <a:gd name="connsiteX12" fmla="*/ 32778 w 37629"/>
                <a:gd name="connsiteY12" fmla="*/ 49248 h 56465"/>
                <a:gd name="connsiteX13" fmla="*/ 18819 w 37629"/>
                <a:gd name="connsiteY13" fmla="*/ 56466 h 56465"/>
                <a:gd name="connsiteX14" fmla="*/ 4815 w 37629"/>
                <a:gd name="connsiteY14" fmla="*/ 49248 h 56465"/>
                <a:gd name="connsiteX15" fmla="*/ 0 w 37629"/>
                <a:gd name="connsiteY15" fmla="*/ 28251 h 56465"/>
                <a:gd name="connsiteX16" fmla="*/ 4815 w 37629"/>
                <a:gd name="connsiteY16" fmla="*/ 7254 h 56465"/>
                <a:gd name="connsiteX17" fmla="*/ 18819 w 37629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9" h="56465">
                  <a:moveTo>
                    <a:pt x="18819" y="5832"/>
                  </a:moveTo>
                  <a:cubicBezTo>
                    <a:pt x="15030" y="5832"/>
                    <a:pt x="12168" y="7704"/>
                    <a:pt x="10251" y="11448"/>
                  </a:cubicBezTo>
                  <a:cubicBezTo>
                    <a:pt x="8352" y="15165"/>
                    <a:pt x="7407" y="20763"/>
                    <a:pt x="7407" y="28251"/>
                  </a:cubicBezTo>
                  <a:cubicBezTo>
                    <a:pt x="7407" y="35712"/>
                    <a:pt x="8352" y="41319"/>
                    <a:pt x="10251" y="45063"/>
                  </a:cubicBezTo>
                  <a:cubicBezTo>
                    <a:pt x="12168" y="48780"/>
                    <a:pt x="15030" y="50634"/>
                    <a:pt x="18819" y="50634"/>
                  </a:cubicBezTo>
                  <a:cubicBezTo>
                    <a:pt x="22635" y="50634"/>
                    <a:pt x="25488" y="48780"/>
                    <a:pt x="27387" y="45063"/>
                  </a:cubicBezTo>
                  <a:cubicBezTo>
                    <a:pt x="29304" y="41319"/>
                    <a:pt x="30267" y="35712"/>
                    <a:pt x="30267" y="28251"/>
                  </a:cubicBezTo>
                  <a:cubicBezTo>
                    <a:pt x="30267" y="20763"/>
                    <a:pt x="29304" y="15165"/>
                    <a:pt x="27387" y="11448"/>
                  </a:cubicBezTo>
                  <a:cubicBezTo>
                    <a:pt x="25488" y="7704"/>
                    <a:pt x="22635" y="5832"/>
                    <a:pt x="18819" y="5832"/>
                  </a:cubicBezTo>
                  <a:moveTo>
                    <a:pt x="18819" y="0"/>
                  </a:moveTo>
                  <a:cubicBezTo>
                    <a:pt x="24912" y="0"/>
                    <a:pt x="29565" y="2421"/>
                    <a:pt x="32778" y="7254"/>
                  </a:cubicBezTo>
                  <a:cubicBezTo>
                    <a:pt x="36009" y="12069"/>
                    <a:pt x="37629" y="19062"/>
                    <a:pt x="37629" y="28251"/>
                  </a:cubicBezTo>
                  <a:cubicBezTo>
                    <a:pt x="37629" y="37413"/>
                    <a:pt x="36009" y="44415"/>
                    <a:pt x="32778" y="49248"/>
                  </a:cubicBezTo>
                  <a:cubicBezTo>
                    <a:pt x="29565" y="54063"/>
                    <a:pt x="24912" y="56466"/>
                    <a:pt x="18819" y="56466"/>
                  </a:cubicBezTo>
                  <a:cubicBezTo>
                    <a:pt x="12717" y="56466"/>
                    <a:pt x="8046" y="54063"/>
                    <a:pt x="4815" y="49248"/>
                  </a:cubicBezTo>
                  <a:cubicBezTo>
                    <a:pt x="1602" y="44415"/>
                    <a:pt x="0" y="37413"/>
                    <a:pt x="0" y="28251"/>
                  </a:cubicBezTo>
                  <a:cubicBezTo>
                    <a:pt x="0" y="19062"/>
                    <a:pt x="1602" y="12069"/>
                    <a:pt x="4815" y="7254"/>
                  </a:cubicBezTo>
                  <a:cubicBezTo>
                    <a:pt x="8046" y="2421"/>
                    <a:pt x="12717" y="0"/>
                    <a:pt x="18819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7" name="Freeform 416">
              <a:extLst>
                <a:ext uri="{FF2B5EF4-FFF2-40B4-BE49-F238E27FC236}">
                  <a16:creationId xmlns:a16="http://schemas.microsoft.com/office/drawing/2014/main" id="{A6857F2A-366D-1DAC-6F2C-1F3E4F274339}"/>
                </a:ext>
              </a:extLst>
            </p:cNvPr>
            <p:cNvSpPr/>
            <p:nvPr/>
          </p:nvSpPr>
          <p:spPr>
            <a:xfrm>
              <a:off x="6682697" y="4807258"/>
              <a:ext cx="7694" cy="9260"/>
            </a:xfrm>
            <a:custGeom>
              <a:avLst/>
              <a:gdLst>
                <a:gd name="connsiteX0" fmla="*/ 0 w 7694"/>
                <a:gd name="connsiteY0" fmla="*/ 0 h 9260"/>
                <a:gd name="connsiteX1" fmla="*/ 7695 w 7694"/>
                <a:gd name="connsiteY1" fmla="*/ 0 h 9260"/>
                <a:gd name="connsiteX2" fmla="*/ 7695 w 7694"/>
                <a:gd name="connsiteY2" fmla="*/ 9261 h 9260"/>
                <a:gd name="connsiteX3" fmla="*/ 0 w 7694"/>
                <a:gd name="connsiteY3" fmla="*/ 9261 h 9260"/>
                <a:gd name="connsiteX4" fmla="*/ 0 w 7694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4" h="9260">
                  <a:moveTo>
                    <a:pt x="0" y="0"/>
                  </a:moveTo>
                  <a:lnTo>
                    <a:pt x="7695" y="0"/>
                  </a:lnTo>
                  <a:lnTo>
                    <a:pt x="7695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8" name="Freeform 417">
              <a:extLst>
                <a:ext uri="{FF2B5EF4-FFF2-40B4-BE49-F238E27FC236}">
                  <a16:creationId xmlns:a16="http://schemas.microsoft.com/office/drawing/2014/main" id="{0287DED4-062D-E26F-D34F-DC5C70B8D9D1}"/>
                </a:ext>
              </a:extLst>
            </p:cNvPr>
            <p:cNvSpPr/>
            <p:nvPr/>
          </p:nvSpPr>
          <p:spPr>
            <a:xfrm>
              <a:off x="6704207" y="4762086"/>
              <a:ext cx="35217" cy="55485"/>
            </a:xfrm>
            <a:custGeom>
              <a:avLst/>
              <a:gdLst>
                <a:gd name="connsiteX0" fmla="*/ 2295 w 35217"/>
                <a:gd name="connsiteY0" fmla="*/ 0 h 55485"/>
                <a:gd name="connsiteX1" fmla="*/ 31212 w 35217"/>
                <a:gd name="connsiteY1" fmla="*/ 0 h 55485"/>
                <a:gd name="connsiteX2" fmla="*/ 31212 w 35217"/>
                <a:gd name="connsiteY2" fmla="*/ 6201 h 55485"/>
                <a:gd name="connsiteX3" fmla="*/ 9045 w 35217"/>
                <a:gd name="connsiteY3" fmla="*/ 6201 h 55485"/>
                <a:gd name="connsiteX4" fmla="*/ 9045 w 35217"/>
                <a:gd name="connsiteY4" fmla="*/ 19539 h 55485"/>
                <a:gd name="connsiteX5" fmla="*/ 12249 w 35217"/>
                <a:gd name="connsiteY5" fmla="*/ 18738 h 55485"/>
                <a:gd name="connsiteX6" fmla="*/ 15462 w 35217"/>
                <a:gd name="connsiteY6" fmla="*/ 18450 h 55485"/>
                <a:gd name="connsiteX7" fmla="*/ 29898 w 35217"/>
                <a:gd name="connsiteY7" fmla="*/ 23445 h 55485"/>
                <a:gd name="connsiteX8" fmla="*/ 35217 w 35217"/>
                <a:gd name="connsiteY8" fmla="*/ 36972 h 55485"/>
                <a:gd name="connsiteX9" fmla="*/ 29754 w 35217"/>
                <a:gd name="connsiteY9" fmla="*/ 50643 h 55485"/>
                <a:gd name="connsiteX10" fmla="*/ 14328 w 35217"/>
                <a:gd name="connsiteY10" fmla="*/ 55485 h 55485"/>
                <a:gd name="connsiteX11" fmla="*/ 7326 w 35217"/>
                <a:gd name="connsiteY11" fmla="*/ 54909 h 55485"/>
                <a:gd name="connsiteX12" fmla="*/ 0 w 35217"/>
                <a:gd name="connsiteY12" fmla="*/ 53154 h 55485"/>
                <a:gd name="connsiteX13" fmla="*/ 0 w 35217"/>
                <a:gd name="connsiteY13" fmla="*/ 45756 h 55485"/>
                <a:gd name="connsiteX14" fmla="*/ 6777 w 35217"/>
                <a:gd name="connsiteY14" fmla="*/ 48420 h 55485"/>
                <a:gd name="connsiteX15" fmla="*/ 14184 w 35217"/>
                <a:gd name="connsiteY15" fmla="*/ 49293 h 55485"/>
                <a:gd name="connsiteX16" fmla="*/ 24174 w 35217"/>
                <a:gd name="connsiteY16" fmla="*/ 45972 h 55485"/>
                <a:gd name="connsiteX17" fmla="*/ 27855 w 35217"/>
                <a:gd name="connsiteY17" fmla="*/ 36972 h 55485"/>
                <a:gd name="connsiteX18" fmla="*/ 24174 w 35217"/>
                <a:gd name="connsiteY18" fmla="*/ 27963 h 55485"/>
                <a:gd name="connsiteX19" fmla="*/ 14184 w 35217"/>
                <a:gd name="connsiteY19" fmla="*/ 24642 h 55485"/>
                <a:gd name="connsiteX20" fmla="*/ 8280 w 35217"/>
                <a:gd name="connsiteY20" fmla="*/ 25299 h 55485"/>
                <a:gd name="connsiteX21" fmla="*/ 2295 w 35217"/>
                <a:gd name="connsiteY21" fmla="*/ 27342 h 55485"/>
                <a:gd name="connsiteX22" fmla="*/ 2295 w 35217"/>
                <a:gd name="connsiteY22" fmla="*/ 0 h 55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217" h="55485">
                  <a:moveTo>
                    <a:pt x="2295" y="0"/>
                  </a:moveTo>
                  <a:lnTo>
                    <a:pt x="31212" y="0"/>
                  </a:lnTo>
                  <a:lnTo>
                    <a:pt x="31212" y="6201"/>
                  </a:lnTo>
                  <a:lnTo>
                    <a:pt x="9045" y="6201"/>
                  </a:lnTo>
                  <a:lnTo>
                    <a:pt x="9045" y="19539"/>
                  </a:lnTo>
                  <a:cubicBezTo>
                    <a:pt x="10116" y="19179"/>
                    <a:pt x="11178" y="18909"/>
                    <a:pt x="12249" y="18738"/>
                  </a:cubicBezTo>
                  <a:cubicBezTo>
                    <a:pt x="13320" y="18549"/>
                    <a:pt x="14391" y="18450"/>
                    <a:pt x="15462" y="18450"/>
                  </a:cubicBezTo>
                  <a:cubicBezTo>
                    <a:pt x="21537" y="18450"/>
                    <a:pt x="26343" y="20115"/>
                    <a:pt x="29898" y="23445"/>
                  </a:cubicBezTo>
                  <a:cubicBezTo>
                    <a:pt x="33444" y="26775"/>
                    <a:pt x="35217" y="31284"/>
                    <a:pt x="35217" y="36972"/>
                  </a:cubicBezTo>
                  <a:cubicBezTo>
                    <a:pt x="35217" y="42831"/>
                    <a:pt x="33399" y="47385"/>
                    <a:pt x="29754" y="50643"/>
                  </a:cubicBezTo>
                  <a:cubicBezTo>
                    <a:pt x="26109" y="53874"/>
                    <a:pt x="20961" y="55485"/>
                    <a:pt x="14328" y="55485"/>
                  </a:cubicBezTo>
                  <a:cubicBezTo>
                    <a:pt x="12042" y="55485"/>
                    <a:pt x="9711" y="55296"/>
                    <a:pt x="7326" y="54909"/>
                  </a:cubicBezTo>
                  <a:cubicBezTo>
                    <a:pt x="4968" y="54522"/>
                    <a:pt x="2529" y="53937"/>
                    <a:pt x="0" y="53154"/>
                  </a:cubicBezTo>
                  <a:lnTo>
                    <a:pt x="0" y="45756"/>
                  </a:lnTo>
                  <a:cubicBezTo>
                    <a:pt x="2187" y="46944"/>
                    <a:pt x="4446" y="47835"/>
                    <a:pt x="6777" y="48420"/>
                  </a:cubicBezTo>
                  <a:cubicBezTo>
                    <a:pt x="9108" y="49005"/>
                    <a:pt x="11583" y="49293"/>
                    <a:pt x="14184" y="49293"/>
                  </a:cubicBezTo>
                  <a:cubicBezTo>
                    <a:pt x="18387" y="49293"/>
                    <a:pt x="21717" y="48186"/>
                    <a:pt x="24174" y="45972"/>
                  </a:cubicBezTo>
                  <a:cubicBezTo>
                    <a:pt x="26631" y="43767"/>
                    <a:pt x="27855" y="40761"/>
                    <a:pt x="27855" y="36972"/>
                  </a:cubicBezTo>
                  <a:cubicBezTo>
                    <a:pt x="27855" y="33183"/>
                    <a:pt x="26631" y="30177"/>
                    <a:pt x="24174" y="27963"/>
                  </a:cubicBezTo>
                  <a:cubicBezTo>
                    <a:pt x="21717" y="25749"/>
                    <a:pt x="18387" y="24642"/>
                    <a:pt x="14184" y="24642"/>
                  </a:cubicBezTo>
                  <a:cubicBezTo>
                    <a:pt x="12213" y="24642"/>
                    <a:pt x="10251" y="24858"/>
                    <a:pt x="8280" y="25299"/>
                  </a:cubicBezTo>
                  <a:cubicBezTo>
                    <a:pt x="6327" y="25740"/>
                    <a:pt x="4338" y="26415"/>
                    <a:pt x="2295" y="27342"/>
                  </a:cubicBezTo>
                  <a:lnTo>
                    <a:pt x="2295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9" name="Freeform 418">
              <a:extLst>
                <a:ext uri="{FF2B5EF4-FFF2-40B4-BE49-F238E27FC236}">
                  <a16:creationId xmlns:a16="http://schemas.microsoft.com/office/drawing/2014/main" id="{A34E25CA-ECED-8AD8-8102-7F5BBE63541F}"/>
                </a:ext>
              </a:extLst>
            </p:cNvPr>
            <p:cNvSpPr/>
            <p:nvPr/>
          </p:nvSpPr>
          <p:spPr>
            <a:xfrm>
              <a:off x="7086554" y="4762086"/>
              <a:ext cx="32417" cy="54431"/>
            </a:xfrm>
            <a:custGeom>
              <a:avLst/>
              <a:gdLst>
                <a:gd name="connsiteX0" fmla="*/ 1062 w 32417"/>
                <a:gd name="connsiteY0" fmla="*/ 48231 h 54431"/>
                <a:gd name="connsiteX1" fmla="*/ 13095 w 32417"/>
                <a:gd name="connsiteY1" fmla="*/ 48231 h 54431"/>
                <a:gd name="connsiteX2" fmla="*/ 13095 w 32417"/>
                <a:gd name="connsiteY2" fmla="*/ 6705 h 54431"/>
                <a:gd name="connsiteX3" fmla="*/ 0 w 32417"/>
                <a:gd name="connsiteY3" fmla="*/ 9333 h 54431"/>
                <a:gd name="connsiteX4" fmla="*/ 0 w 32417"/>
                <a:gd name="connsiteY4" fmla="*/ 2628 h 54431"/>
                <a:gd name="connsiteX5" fmla="*/ 13014 w 32417"/>
                <a:gd name="connsiteY5" fmla="*/ 0 h 54431"/>
                <a:gd name="connsiteX6" fmla="*/ 20385 w 32417"/>
                <a:gd name="connsiteY6" fmla="*/ 0 h 54431"/>
                <a:gd name="connsiteX7" fmla="*/ 20385 w 32417"/>
                <a:gd name="connsiteY7" fmla="*/ 48231 h 54431"/>
                <a:gd name="connsiteX8" fmla="*/ 32418 w 32417"/>
                <a:gd name="connsiteY8" fmla="*/ 48231 h 54431"/>
                <a:gd name="connsiteX9" fmla="*/ 32418 w 32417"/>
                <a:gd name="connsiteY9" fmla="*/ 54432 h 54431"/>
                <a:gd name="connsiteX10" fmla="*/ 1062 w 32417"/>
                <a:gd name="connsiteY10" fmla="*/ 54432 h 54431"/>
                <a:gd name="connsiteX11" fmla="*/ 1062 w 32417"/>
                <a:gd name="connsiteY11" fmla="*/ 48231 h 54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417" h="54431">
                  <a:moveTo>
                    <a:pt x="1062" y="48231"/>
                  </a:moveTo>
                  <a:lnTo>
                    <a:pt x="13095" y="48231"/>
                  </a:lnTo>
                  <a:lnTo>
                    <a:pt x="13095" y="6705"/>
                  </a:lnTo>
                  <a:lnTo>
                    <a:pt x="0" y="9333"/>
                  </a:lnTo>
                  <a:lnTo>
                    <a:pt x="0" y="2628"/>
                  </a:lnTo>
                  <a:lnTo>
                    <a:pt x="13014" y="0"/>
                  </a:lnTo>
                  <a:lnTo>
                    <a:pt x="20385" y="0"/>
                  </a:lnTo>
                  <a:lnTo>
                    <a:pt x="20385" y="48231"/>
                  </a:lnTo>
                  <a:lnTo>
                    <a:pt x="32418" y="48231"/>
                  </a:lnTo>
                  <a:lnTo>
                    <a:pt x="32418" y="54432"/>
                  </a:lnTo>
                  <a:lnTo>
                    <a:pt x="1062" y="54432"/>
                  </a:lnTo>
                  <a:lnTo>
                    <a:pt x="1062" y="48231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0" name="Freeform 419">
              <a:extLst>
                <a:ext uri="{FF2B5EF4-FFF2-40B4-BE49-F238E27FC236}">
                  <a16:creationId xmlns:a16="http://schemas.microsoft.com/office/drawing/2014/main" id="{AF588F46-F426-450D-371E-43F2F26B4303}"/>
                </a:ext>
              </a:extLst>
            </p:cNvPr>
            <p:cNvSpPr/>
            <p:nvPr/>
          </p:nvSpPr>
          <p:spPr>
            <a:xfrm>
              <a:off x="7133839" y="4807258"/>
              <a:ext cx="7695" cy="9260"/>
            </a:xfrm>
            <a:custGeom>
              <a:avLst/>
              <a:gdLst>
                <a:gd name="connsiteX0" fmla="*/ 0 w 7695"/>
                <a:gd name="connsiteY0" fmla="*/ 0 h 9260"/>
                <a:gd name="connsiteX1" fmla="*/ 7695 w 7695"/>
                <a:gd name="connsiteY1" fmla="*/ 0 h 9260"/>
                <a:gd name="connsiteX2" fmla="*/ 7695 w 7695"/>
                <a:gd name="connsiteY2" fmla="*/ 9261 h 9260"/>
                <a:gd name="connsiteX3" fmla="*/ 0 w 7695"/>
                <a:gd name="connsiteY3" fmla="*/ 9261 h 9260"/>
                <a:gd name="connsiteX4" fmla="*/ 0 w 7695"/>
                <a:gd name="connsiteY4" fmla="*/ 0 h 9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95" h="9260">
                  <a:moveTo>
                    <a:pt x="0" y="0"/>
                  </a:moveTo>
                  <a:lnTo>
                    <a:pt x="7695" y="0"/>
                  </a:lnTo>
                  <a:lnTo>
                    <a:pt x="7695" y="9261"/>
                  </a:lnTo>
                  <a:lnTo>
                    <a:pt x="0" y="9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1" name="Freeform 420">
              <a:extLst>
                <a:ext uri="{FF2B5EF4-FFF2-40B4-BE49-F238E27FC236}">
                  <a16:creationId xmlns:a16="http://schemas.microsoft.com/office/drawing/2014/main" id="{99B99E37-D718-799A-DABE-0CC588C333AA}"/>
                </a:ext>
              </a:extLst>
            </p:cNvPr>
            <p:cNvSpPr/>
            <p:nvPr/>
          </p:nvSpPr>
          <p:spPr>
            <a:xfrm>
              <a:off x="7154512" y="4761106"/>
              <a:ext cx="37629" cy="56465"/>
            </a:xfrm>
            <a:custGeom>
              <a:avLst/>
              <a:gdLst>
                <a:gd name="connsiteX0" fmla="*/ 18810 w 37629"/>
                <a:gd name="connsiteY0" fmla="*/ 5832 h 56465"/>
                <a:gd name="connsiteX1" fmla="*/ 10242 w 37629"/>
                <a:gd name="connsiteY1" fmla="*/ 11448 h 56465"/>
                <a:gd name="connsiteX2" fmla="*/ 7398 w 37629"/>
                <a:gd name="connsiteY2" fmla="*/ 28251 h 56465"/>
                <a:gd name="connsiteX3" fmla="*/ 10242 w 37629"/>
                <a:gd name="connsiteY3" fmla="*/ 45063 h 56465"/>
                <a:gd name="connsiteX4" fmla="*/ 18810 w 37629"/>
                <a:gd name="connsiteY4" fmla="*/ 50634 h 56465"/>
                <a:gd name="connsiteX5" fmla="*/ 27378 w 37629"/>
                <a:gd name="connsiteY5" fmla="*/ 45063 h 56465"/>
                <a:gd name="connsiteX6" fmla="*/ 30258 w 37629"/>
                <a:gd name="connsiteY6" fmla="*/ 28251 h 56465"/>
                <a:gd name="connsiteX7" fmla="*/ 27378 w 37629"/>
                <a:gd name="connsiteY7" fmla="*/ 11448 h 56465"/>
                <a:gd name="connsiteX8" fmla="*/ 18810 w 37629"/>
                <a:gd name="connsiteY8" fmla="*/ 5832 h 56465"/>
                <a:gd name="connsiteX9" fmla="*/ 18810 w 37629"/>
                <a:gd name="connsiteY9" fmla="*/ 0 h 56465"/>
                <a:gd name="connsiteX10" fmla="*/ 32778 w 37629"/>
                <a:gd name="connsiteY10" fmla="*/ 7254 h 56465"/>
                <a:gd name="connsiteX11" fmla="*/ 37629 w 37629"/>
                <a:gd name="connsiteY11" fmla="*/ 28251 h 56465"/>
                <a:gd name="connsiteX12" fmla="*/ 32778 w 37629"/>
                <a:gd name="connsiteY12" fmla="*/ 49248 h 56465"/>
                <a:gd name="connsiteX13" fmla="*/ 18810 w 37629"/>
                <a:gd name="connsiteY13" fmla="*/ 56466 h 56465"/>
                <a:gd name="connsiteX14" fmla="*/ 4815 w 37629"/>
                <a:gd name="connsiteY14" fmla="*/ 49248 h 56465"/>
                <a:gd name="connsiteX15" fmla="*/ 0 w 37629"/>
                <a:gd name="connsiteY15" fmla="*/ 28251 h 56465"/>
                <a:gd name="connsiteX16" fmla="*/ 4815 w 37629"/>
                <a:gd name="connsiteY16" fmla="*/ 7254 h 56465"/>
                <a:gd name="connsiteX17" fmla="*/ 18810 w 37629"/>
                <a:gd name="connsiteY17" fmla="*/ 0 h 56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629" h="56465">
                  <a:moveTo>
                    <a:pt x="18810" y="5832"/>
                  </a:moveTo>
                  <a:cubicBezTo>
                    <a:pt x="15021" y="5832"/>
                    <a:pt x="12159" y="7704"/>
                    <a:pt x="10242" y="11448"/>
                  </a:cubicBezTo>
                  <a:cubicBezTo>
                    <a:pt x="8343" y="15165"/>
                    <a:pt x="7398" y="20763"/>
                    <a:pt x="7398" y="28251"/>
                  </a:cubicBezTo>
                  <a:cubicBezTo>
                    <a:pt x="7398" y="35712"/>
                    <a:pt x="8343" y="41319"/>
                    <a:pt x="10242" y="45063"/>
                  </a:cubicBezTo>
                  <a:cubicBezTo>
                    <a:pt x="12159" y="48780"/>
                    <a:pt x="15021" y="50634"/>
                    <a:pt x="18810" y="50634"/>
                  </a:cubicBezTo>
                  <a:cubicBezTo>
                    <a:pt x="22626" y="50634"/>
                    <a:pt x="25479" y="48780"/>
                    <a:pt x="27378" y="45063"/>
                  </a:cubicBezTo>
                  <a:cubicBezTo>
                    <a:pt x="29295" y="41319"/>
                    <a:pt x="30258" y="35712"/>
                    <a:pt x="30258" y="28251"/>
                  </a:cubicBezTo>
                  <a:cubicBezTo>
                    <a:pt x="30258" y="20763"/>
                    <a:pt x="29295" y="15165"/>
                    <a:pt x="27378" y="11448"/>
                  </a:cubicBezTo>
                  <a:cubicBezTo>
                    <a:pt x="25479" y="7704"/>
                    <a:pt x="22626" y="5832"/>
                    <a:pt x="18810" y="5832"/>
                  </a:cubicBezTo>
                  <a:moveTo>
                    <a:pt x="18810" y="0"/>
                  </a:moveTo>
                  <a:cubicBezTo>
                    <a:pt x="24912" y="0"/>
                    <a:pt x="29565" y="2421"/>
                    <a:pt x="32778" y="7254"/>
                  </a:cubicBezTo>
                  <a:cubicBezTo>
                    <a:pt x="36009" y="12069"/>
                    <a:pt x="37629" y="19062"/>
                    <a:pt x="37629" y="28251"/>
                  </a:cubicBezTo>
                  <a:cubicBezTo>
                    <a:pt x="37629" y="37413"/>
                    <a:pt x="36009" y="44415"/>
                    <a:pt x="32778" y="49248"/>
                  </a:cubicBezTo>
                  <a:cubicBezTo>
                    <a:pt x="29565" y="54063"/>
                    <a:pt x="24912" y="56466"/>
                    <a:pt x="18810" y="56466"/>
                  </a:cubicBezTo>
                  <a:cubicBezTo>
                    <a:pt x="12717" y="56466"/>
                    <a:pt x="8046" y="54063"/>
                    <a:pt x="4815" y="49248"/>
                  </a:cubicBezTo>
                  <a:cubicBezTo>
                    <a:pt x="1602" y="44415"/>
                    <a:pt x="0" y="37413"/>
                    <a:pt x="0" y="28251"/>
                  </a:cubicBezTo>
                  <a:cubicBezTo>
                    <a:pt x="0" y="19062"/>
                    <a:pt x="1602" y="12069"/>
                    <a:pt x="4815" y="7254"/>
                  </a:cubicBezTo>
                  <a:cubicBezTo>
                    <a:pt x="8046" y="2421"/>
                    <a:pt x="12717" y="0"/>
                    <a:pt x="18810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2" name="Freeform 421">
              <a:extLst>
                <a:ext uri="{FF2B5EF4-FFF2-40B4-BE49-F238E27FC236}">
                  <a16:creationId xmlns:a16="http://schemas.microsoft.com/office/drawing/2014/main" id="{56041B8C-4D8A-136F-813E-FC29030AFD5E}"/>
                </a:ext>
              </a:extLst>
            </p:cNvPr>
            <p:cNvSpPr/>
            <p:nvPr/>
          </p:nvSpPr>
          <p:spPr>
            <a:xfrm>
              <a:off x="6207758" y="4862833"/>
              <a:ext cx="43001" cy="39122"/>
            </a:xfrm>
            <a:custGeom>
              <a:avLst/>
              <a:gdLst>
                <a:gd name="connsiteX0" fmla="*/ 43002 w 43001"/>
                <a:gd name="connsiteY0" fmla="*/ 5688 h 39122"/>
                <a:gd name="connsiteX1" fmla="*/ 41526 w 43001"/>
                <a:gd name="connsiteY1" fmla="*/ 9396 h 39122"/>
                <a:gd name="connsiteX2" fmla="*/ 38367 w 43001"/>
                <a:gd name="connsiteY2" fmla="*/ 10710 h 39122"/>
                <a:gd name="connsiteX3" fmla="*/ 35919 w 43001"/>
                <a:gd name="connsiteY3" fmla="*/ 9783 h 39122"/>
                <a:gd name="connsiteX4" fmla="*/ 35082 w 43001"/>
                <a:gd name="connsiteY4" fmla="*/ 7668 h 39122"/>
                <a:gd name="connsiteX5" fmla="*/ 36261 w 43001"/>
                <a:gd name="connsiteY5" fmla="*/ 4680 h 39122"/>
                <a:gd name="connsiteX6" fmla="*/ 39213 w 43001"/>
                <a:gd name="connsiteY6" fmla="*/ 2988 h 39122"/>
                <a:gd name="connsiteX7" fmla="*/ 34911 w 43001"/>
                <a:gd name="connsiteY7" fmla="*/ 1899 h 39122"/>
                <a:gd name="connsiteX8" fmla="*/ 31752 w 43001"/>
                <a:gd name="connsiteY8" fmla="*/ 2781 h 39122"/>
                <a:gd name="connsiteX9" fmla="*/ 29430 w 43001"/>
                <a:gd name="connsiteY9" fmla="*/ 4806 h 39122"/>
                <a:gd name="connsiteX10" fmla="*/ 27828 w 43001"/>
                <a:gd name="connsiteY10" fmla="*/ 7587 h 39122"/>
                <a:gd name="connsiteX11" fmla="*/ 26811 w 43001"/>
                <a:gd name="connsiteY11" fmla="*/ 10161 h 39122"/>
                <a:gd name="connsiteX12" fmla="*/ 26352 w 43001"/>
                <a:gd name="connsiteY12" fmla="*/ 12096 h 39122"/>
                <a:gd name="connsiteX13" fmla="*/ 23400 w 43001"/>
                <a:gd name="connsiteY13" fmla="*/ 23904 h 39122"/>
                <a:gd name="connsiteX14" fmla="*/ 21969 w 43001"/>
                <a:gd name="connsiteY14" fmla="*/ 31491 h 39122"/>
                <a:gd name="connsiteX15" fmla="*/ 23148 w 43001"/>
                <a:gd name="connsiteY15" fmla="*/ 35586 h 39122"/>
                <a:gd name="connsiteX16" fmla="*/ 26685 w 43001"/>
                <a:gd name="connsiteY16" fmla="*/ 37188 h 39122"/>
                <a:gd name="connsiteX17" fmla="*/ 28674 w 43001"/>
                <a:gd name="connsiteY17" fmla="*/ 36927 h 39122"/>
                <a:gd name="connsiteX18" fmla="*/ 31077 w 43001"/>
                <a:gd name="connsiteY18" fmla="*/ 35874 h 39122"/>
                <a:gd name="connsiteX19" fmla="*/ 33687 w 43001"/>
                <a:gd name="connsiteY19" fmla="*/ 33894 h 39122"/>
                <a:gd name="connsiteX20" fmla="*/ 36171 w 43001"/>
                <a:gd name="connsiteY20" fmla="*/ 30609 h 39122"/>
                <a:gd name="connsiteX21" fmla="*/ 38196 w 43001"/>
                <a:gd name="connsiteY21" fmla="*/ 25884 h 39122"/>
                <a:gd name="connsiteX22" fmla="*/ 39294 w 43001"/>
                <a:gd name="connsiteY22" fmla="*/ 24957 h 39122"/>
                <a:gd name="connsiteX23" fmla="*/ 40347 w 43001"/>
                <a:gd name="connsiteY23" fmla="*/ 25803 h 39122"/>
                <a:gd name="connsiteX24" fmla="*/ 39762 w 43001"/>
                <a:gd name="connsiteY24" fmla="*/ 28035 h 39122"/>
                <a:gd name="connsiteX25" fmla="*/ 37989 w 43001"/>
                <a:gd name="connsiteY25" fmla="*/ 31446 h 39122"/>
                <a:gd name="connsiteX26" fmla="*/ 35244 w 43001"/>
                <a:gd name="connsiteY26" fmla="*/ 35073 h 39122"/>
                <a:gd name="connsiteX27" fmla="*/ 31365 w 43001"/>
                <a:gd name="connsiteY27" fmla="*/ 37944 h 39122"/>
                <a:gd name="connsiteX28" fmla="*/ 26523 w 43001"/>
                <a:gd name="connsiteY28" fmla="*/ 39123 h 39122"/>
                <a:gd name="connsiteX29" fmla="*/ 20493 w 43001"/>
                <a:gd name="connsiteY29" fmla="*/ 37188 h 39122"/>
                <a:gd name="connsiteX30" fmla="*/ 17199 w 43001"/>
                <a:gd name="connsiteY30" fmla="*/ 32544 h 39122"/>
                <a:gd name="connsiteX31" fmla="*/ 16695 w 43001"/>
                <a:gd name="connsiteY31" fmla="*/ 33435 h 39122"/>
                <a:gd name="connsiteX32" fmla="*/ 15516 w 43001"/>
                <a:gd name="connsiteY32" fmla="*/ 35073 h 39122"/>
                <a:gd name="connsiteX33" fmla="*/ 13707 w 43001"/>
                <a:gd name="connsiteY33" fmla="*/ 37017 h 39122"/>
                <a:gd name="connsiteX34" fmla="*/ 11214 w 43001"/>
                <a:gd name="connsiteY34" fmla="*/ 38448 h 39122"/>
                <a:gd name="connsiteX35" fmla="*/ 8136 w 43001"/>
                <a:gd name="connsiteY35" fmla="*/ 39123 h 39122"/>
                <a:gd name="connsiteX36" fmla="*/ 4302 w 43001"/>
                <a:gd name="connsiteY36" fmla="*/ 38529 h 39122"/>
                <a:gd name="connsiteX37" fmla="*/ 1269 w 43001"/>
                <a:gd name="connsiteY37" fmla="*/ 36594 h 39122"/>
                <a:gd name="connsiteX38" fmla="*/ 0 w 43001"/>
                <a:gd name="connsiteY38" fmla="*/ 33390 h 39122"/>
                <a:gd name="connsiteX39" fmla="*/ 1395 w 43001"/>
                <a:gd name="connsiteY39" fmla="*/ 29889 h 39122"/>
                <a:gd name="connsiteX40" fmla="*/ 4761 w 43001"/>
                <a:gd name="connsiteY40" fmla="*/ 28413 h 39122"/>
                <a:gd name="connsiteX41" fmla="*/ 6957 w 43001"/>
                <a:gd name="connsiteY41" fmla="*/ 29133 h 39122"/>
                <a:gd name="connsiteX42" fmla="*/ 7965 w 43001"/>
                <a:gd name="connsiteY42" fmla="*/ 31410 h 39122"/>
                <a:gd name="connsiteX43" fmla="*/ 6786 w 43001"/>
                <a:gd name="connsiteY43" fmla="*/ 34443 h 39122"/>
                <a:gd name="connsiteX44" fmla="*/ 3924 w 43001"/>
                <a:gd name="connsiteY44" fmla="*/ 36090 h 39122"/>
                <a:gd name="connsiteX45" fmla="*/ 8226 w 43001"/>
                <a:gd name="connsiteY45" fmla="*/ 37188 h 39122"/>
                <a:gd name="connsiteX46" fmla="*/ 13194 w 43001"/>
                <a:gd name="connsiteY46" fmla="*/ 34740 h 39122"/>
                <a:gd name="connsiteX47" fmla="*/ 16443 w 43001"/>
                <a:gd name="connsiteY47" fmla="*/ 28206 h 39122"/>
                <a:gd name="connsiteX48" fmla="*/ 20070 w 43001"/>
                <a:gd name="connsiteY48" fmla="*/ 13995 h 39122"/>
                <a:gd name="connsiteX49" fmla="*/ 21078 w 43001"/>
                <a:gd name="connsiteY49" fmla="*/ 7668 h 39122"/>
                <a:gd name="connsiteX50" fmla="*/ 20619 w 43001"/>
                <a:gd name="connsiteY50" fmla="*/ 4680 h 39122"/>
                <a:gd name="connsiteX51" fmla="*/ 19350 w 43001"/>
                <a:gd name="connsiteY51" fmla="*/ 2907 h 39122"/>
                <a:gd name="connsiteX52" fmla="*/ 17874 w 43001"/>
                <a:gd name="connsiteY52" fmla="*/ 2106 h 39122"/>
                <a:gd name="connsiteX53" fmla="*/ 16443 w 43001"/>
                <a:gd name="connsiteY53" fmla="*/ 1899 h 39122"/>
                <a:gd name="connsiteX54" fmla="*/ 13743 w 43001"/>
                <a:gd name="connsiteY54" fmla="*/ 2403 h 39122"/>
                <a:gd name="connsiteX55" fmla="*/ 10665 w 43001"/>
                <a:gd name="connsiteY55" fmla="*/ 4086 h 39122"/>
                <a:gd name="connsiteX56" fmla="*/ 7461 w 43001"/>
                <a:gd name="connsiteY56" fmla="*/ 7587 h 39122"/>
                <a:gd name="connsiteX57" fmla="*/ 4851 w 43001"/>
                <a:gd name="connsiteY57" fmla="*/ 13194 h 39122"/>
                <a:gd name="connsiteX58" fmla="*/ 3708 w 43001"/>
                <a:gd name="connsiteY58" fmla="*/ 14166 h 39122"/>
                <a:gd name="connsiteX59" fmla="*/ 2700 w 43001"/>
                <a:gd name="connsiteY59" fmla="*/ 13275 h 39122"/>
                <a:gd name="connsiteX60" fmla="*/ 3249 w 43001"/>
                <a:gd name="connsiteY60" fmla="*/ 11088 h 39122"/>
                <a:gd name="connsiteX61" fmla="*/ 5022 w 43001"/>
                <a:gd name="connsiteY61" fmla="*/ 7668 h 39122"/>
                <a:gd name="connsiteX62" fmla="*/ 7803 w 43001"/>
                <a:gd name="connsiteY62" fmla="*/ 4086 h 39122"/>
                <a:gd name="connsiteX63" fmla="*/ 11718 w 43001"/>
                <a:gd name="connsiteY63" fmla="*/ 1179 h 39122"/>
                <a:gd name="connsiteX64" fmla="*/ 16614 w 43001"/>
                <a:gd name="connsiteY64" fmla="*/ 0 h 39122"/>
                <a:gd name="connsiteX65" fmla="*/ 18846 w 43001"/>
                <a:gd name="connsiteY65" fmla="*/ 252 h 39122"/>
                <a:gd name="connsiteX66" fmla="*/ 21330 w 43001"/>
                <a:gd name="connsiteY66" fmla="*/ 1098 h 39122"/>
                <a:gd name="connsiteX67" fmla="*/ 23949 w 43001"/>
                <a:gd name="connsiteY67" fmla="*/ 3114 h 39122"/>
                <a:gd name="connsiteX68" fmla="*/ 25929 w 43001"/>
                <a:gd name="connsiteY68" fmla="*/ 6534 h 39122"/>
                <a:gd name="connsiteX69" fmla="*/ 27108 w 43001"/>
                <a:gd name="connsiteY69" fmla="*/ 4635 h 39122"/>
                <a:gd name="connsiteX70" fmla="*/ 28926 w 43001"/>
                <a:gd name="connsiteY70" fmla="*/ 2574 h 39122"/>
                <a:gd name="connsiteX71" fmla="*/ 31617 w 43001"/>
                <a:gd name="connsiteY71" fmla="*/ 711 h 39122"/>
                <a:gd name="connsiteX72" fmla="*/ 34992 w 43001"/>
                <a:gd name="connsiteY72" fmla="*/ 0 h 39122"/>
                <a:gd name="connsiteX73" fmla="*/ 38412 w 43001"/>
                <a:gd name="connsiteY73" fmla="*/ 459 h 39122"/>
                <a:gd name="connsiteX74" fmla="*/ 41526 w 43001"/>
                <a:gd name="connsiteY74" fmla="*/ 2277 h 39122"/>
                <a:gd name="connsiteX75" fmla="*/ 43002 w 43001"/>
                <a:gd name="connsiteY75" fmla="*/ 5688 h 39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43001" h="39122">
                  <a:moveTo>
                    <a:pt x="43002" y="5688"/>
                  </a:moveTo>
                  <a:cubicBezTo>
                    <a:pt x="43002" y="7263"/>
                    <a:pt x="42507" y="8505"/>
                    <a:pt x="41526" y="9396"/>
                  </a:cubicBezTo>
                  <a:cubicBezTo>
                    <a:pt x="40545" y="10269"/>
                    <a:pt x="39492" y="10710"/>
                    <a:pt x="38367" y="10710"/>
                  </a:cubicBezTo>
                  <a:cubicBezTo>
                    <a:pt x="37296" y="10710"/>
                    <a:pt x="36486" y="10404"/>
                    <a:pt x="35919" y="9783"/>
                  </a:cubicBezTo>
                  <a:cubicBezTo>
                    <a:pt x="35361" y="9162"/>
                    <a:pt x="35082" y="8460"/>
                    <a:pt x="35082" y="7668"/>
                  </a:cubicBezTo>
                  <a:cubicBezTo>
                    <a:pt x="35082" y="6597"/>
                    <a:pt x="35478" y="5607"/>
                    <a:pt x="36261" y="4680"/>
                  </a:cubicBezTo>
                  <a:cubicBezTo>
                    <a:pt x="37044" y="3753"/>
                    <a:pt x="38034" y="3186"/>
                    <a:pt x="39213" y="2988"/>
                  </a:cubicBezTo>
                  <a:cubicBezTo>
                    <a:pt x="38061" y="2259"/>
                    <a:pt x="36630" y="1899"/>
                    <a:pt x="34911" y="1899"/>
                  </a:cubicBezTo>
                  <a:cubicBezTo>
                    <a:pt x="33786" y="1899"/>
                    <a:pt x="32733" y="2196"/>
                    <a:pt x="31752" y="2781"/>
                  </a:cubicBezTo>
                  <a:cubicBezTo>
                    <a:pt x="30789" y="3366"/>
                    <a:pt x="30015" y="4041"/>
                    <a:pt x="29430" y="4806"/>
                  </a:cubicBezTo>
                  <a:cubicBezTo>
                    <a:pt x="28863" y="5562"/>
                    <a:pt x="28332" y="6489"/>
                    <a:pt x="27828" y="7587"/>
                  </a:cubicBezTo>
                  <a:cubicBezTo>
                    <a:pt x="27351" y="8658"/>
                    <a:pt x="27009" y="9513"/>
                    <a:pt x="26811" y="10161"/>
                  </a:cubicBezTo>
                  <a:cubicBezTo>
                    <a:pt x="26640" y="10782"/>
                    <a:pt x="26487" y="11421"/>
                    <a:pt x="26352" y="12096"/>
                  </a:cubicBezTo>
                  <a:lnTo>
                    <a:pt x="23400" y="23904"/>
                  </a:lnTo>
                  <a:cubicBezTo>
                    <a:pt x="22446" y="27639"/>
                    <a:pt x="21969" y="30168"/>
                    <a:pt x="21969" y="31491"/>
                  </a:cubicBezTo>
                  <a:cubicBezTo>
                    <a:pt x="21969" y="33120"/>
                    <a:pt x="22365" y="34488"/>
                    <a:pt x="23148" y="35586"/>
                  </a:cubicBezTo>
                  <a:cubicBezTo>
                    <a:pt x="23931" y="36657"/>
                    <a:pt x="25110" y="37188"/>
                    <a:pt x="26685" y="37188"/>
                  </a:cubicBezTo>
                  <a:cubicBezTo>
                    <a:pt x="27306" y="37188"/>
                    <a:pt x="27963" y="37098"/>
                    <a:pt x="28674" y="36927"/>
                  </a:cubicBezTo>
                  <a:cubicBezTo>
                    <a:pt x="29376" y="36738"/>
                    <a:pt x="30177" y="36387"/>
                    <a:pt x="31077" y="35874"/>
                  </a:cubicBezTo>
                  <a:cubicBezTo>
                    <a:pt x="32004" y="35343"/>
                    <a:pt x="32868" y="34677"/>
                    <a:pt x="33687" y="33894"/>
                  </a:cubicBezTo>
                  <a:cubicBezTo>
                    <a:pt x="34533" y="33075"/>
                    <a:pt x="35361" y="31986"/>
                    <a:pt x="36171" y="30609"/>
                  </a:cubicBezTo>
                  <a:cubicBezTo>
                    <a:pt x="36990" y="29232"/>
                    <a:pt x="37665" y="27657"/>
                    <a:pt x="38196" y="25884"/>
                  </a:cubicBezTo>
                  <a:cubicBezTo>
                    <a:pt x="38367" y="25263"/>
                    <a:pt x="38727" y="24957"/>
                    <a:pt x="39294" y="24957"/>
                  </a:cubicBezTo>
                  <a:cubicBezTo>
                    <a:pt x="39996" y="24957"/>
                    <a:pt x="40347" y="25236"/>
                    <a:pt x="40347" y="25803"/>
                  </a:cubicBezTo>
                  <a:cubicBezTo>
                    <a:pt x="40347" y="26280"/>
                    <a:pt x="40149" y="27018"/>
                    <a:pt x="39762" y="28035"/>
                  </a:cubicBezTo>
                  <a:cubicBezTo>
                    <a:pt x="39393" y="29016"/>
                    <a:pt x="38808" y="30159"/>
                    <a:pt x="37989" y="31446"/>
                  </a:cubicBezTo>
                  <a:cubicBezTo>
                    <a:pt x="37206" y="32715"/>
                    <a:pt x="36288" y="33921"/>
                    <a:pt x="35244" y="35073"/>
                  </a:cubicBezTo>
                  <a:cubicBezTo>
                    <a:pt x="34209" y="36198"/>
                    <a:pt x="32913" y="37161"/>
                    <a:pt x="31365" y="37944"/>
                  </a:cubicBezTo>
                  <a:cubicBezTo>
                    <a:pt x="29826" y="38727"/>
                    <a:pt x="28206" y="39123"/>
                    <a:pt x="26523" y="39123"/>
                  </a:cubicBezTo>
                  <a:cubicBezTo>
                    <a:pt x="24102" y="39123"/>
                    <a:pt x="22095" y="38475"/>
                    <a:pt x="20493" y="37188"/>
                  </a:cubicBezTo>
                  <a:cubicBezTo>
                    <a:pt x="18891" y="35892"/>
                    <a:pt x="17793" y="34344"/>
                    <a:pt x="17199" y="32544"/>
                  </a:cubicBezTo>
                  <a:cubicBezTo>
                    <a:pt x="17064" y="32796"/>
                    <a:pt x="16893" y="33093"/>
                    <a:pt x="16695" y="33435"/>
                  </a:cubicBezTo>
                  <a:cubicBezTo>
                    <a:pt x="16497" y="33768"/>
                    <a:pt x="16101" y="34317"/>
                    <a:pt x="15516" y="35073"/>
                  </a:cubicBezTo>
                  <a:cubicBezTo>
                    <a:pt x="14949" y="35802"/>
                    <a:pt x="14346" y="36450"/>
                    <a:pt x="13707" y="37017"/>
                  </a:cubicBezTo>
                  <a:cubicBezTo>
                    <a:pt x="13059" y="37548"/>
                    <a:pt x="12231" y="38025"/>
                    <a:pt x="11214" y="38448"/>
                  </a:cubicBezTo>
                  <a:cubicBezTo>
                    <a:pt x="10233" y="38898"/>
                    <a:pt x="9207" y="39123"/>
                    <a:pt x="8136" y="39123"/>
                  </a:cubicBezTo>
                  <a:cubicBezTo>
                    <a:pt x="6786" y="39123"/>
                    <a:pt x="5508" y="38925"/>
                    <a:pt x="4302" y="38529"/>
                  </a:cubicBezTo>
                  <a:cubicBezTo>
                    <a:pt x="3123" y="38142"/>
                    <a:pt x="2106" y="37494"/>
                    <a:pt x="1269" y="36594"/>
                  </a:cubicBezTo>
                  <a:cubicBezTo>
                    <a:pt x="423" y="35694"/>
                    <a:pt x="0" y="34623"/>
                    <a:pt x="0" y="33390"/>
                  </a:cubicBezTo>
                  <a:cubicBezTo>
                    <a:pt x="0" y="32013"/>
                    <a:pt x="468" y="30843"/>
                    <a:pt x="1395" y="29889"/>
                  </a:cubicBezTo>
                  <a:cubicBezTo>
                    <a:pt x="2349" y="28908"/>
                    <a:pt x="3474" y="28413"/>
                    <a:pt x="4761" y="28413"/>
                  </a:cubicBezTo>
                  <a:cubicBezTo>
                    <a:pt x="5580" y="28413"/>
                    <a:pt x="6309" y="28656"/>
                    <a:pt x="6957" y="29133"/>
                  </a:cubicBezTo>
                  <a:cubicBezTo>
                    <a:pt x="7632" y="29610"/>
                    <a:pt x="7965" y="30366"/>
                    <a:pt x="7965" y="31410"/>
                  </a:cubicBezTo>
                  <a:cubicBezTo>
                    <a:pt x="7965" y="32562"/>
                    <a:pt x="7569" y="33570"/>
                    <a:pt x="6786" y="34443"/>
                  </a:cubicBezTo>
                  <a:cubicBezTo>
                    <a:pt x="6003" y="35316"/>
                    <a:pt x="5049" y="35865"/>
                    <a:pt x="3924" y="36090"/>
                  </a:cubicBezTo>
                  <a:cubicBezTo>
                    <a:pt x="5076" y="36819"/>
                    <a:pt x="6507" y="37188"/>
                    <a:pt x="8226" y="37188"/>
                  </a:cubicBezTo>
                  <a:cubicBezTo>
                    <a:pt x="10080" y="37188"/>
                    <a:pt x="11736" y="36369"/>
                    <a:pt x="13194" y="34740"/>
                  </a:cubicBezTo>
                  <a:cubicBezTo>
                    <a:pt x="14661" y="33111"/>
                    <a:pt x="15741" y="30933"/>
                    <a:pt x="16443" y="28206"/>
                  </a:cubicBezTo>
                  <a:cubicBezTo>
                    <a:pt x="18180" y="21654"/>
                    <a:pt x="19395" y="16920"/>
                    <a:pt x="20070" y="13995"/>
                  </a:cubicBezTo>
                  <a:cubicBezTo>
                    <a:pt x="20745" y="11043"/>
                    <a:pt x="21078" y="8937"/>
                    <a:pt x="21078" y="7668"/>
                  </a:cubicBezTo>
                  <a:cubicBezTo>
                    <a:pt x="21078" y="6489"/>
                    <a:pt x="20925" y="5499"/>
                    <a:pt x="20619" y="4680"/>
                  </a:cubicBezTo>
                  <a:cubicBezTo>
                    <a:pt x="20304" y="3861"/>
                    <a:pt x="19881" y="3276"/>
                    <a:pt x="19350" y="2907"/>
                  </a:cubicBezTo>
                  <a:cubicBezTo>
                    <a:pt x="18846" y="2511"/>
                    <a:pt x="18351" y="2241"/>
                    <a:pt x="17874" y="2106"/>
                  </a:cubicBezTo>
                  <a:cubicBezTo>
                    <a:pt x="17424" y="1971"/>
                    <a:pt x="16947" y="1899"/>
                    <a:pt x="16443" y="1899"/>
                  </a:cubicBezTo>
                  <a:cubicBezTo>
                    <a:pt x="15606" y="1899"/>
                    <a:pt x="14706" y="2070"/>
                    <a:pt x="13743" y="2403"/>
                  </a:cubicBezTo>
                  <a:cubicBezTo>
                    <a:pt x="12816" y="2736"/>
                    <a:pt x="11790" y="3303"/>
                    <a:pt x="10665" y="4086"/>
                  </a:cubicBezTo>
                  <a:cubicBezTo>
                    <a:pt x="9576" y="4851"/>
                    <a:pt x="8505" y="6012"/>
                    <a:pt x="7461" y="7587"/>
                  </a:cubicBezTo>
                  <a:cubicBezTo>
                    <a:pt x="6426" y="9162"/>
                    <a:pt x="5553" y="11025"/>
                    <a:pt x="4851" y="13194"/>
                  </a:cubicBezTo>
                  <a:cubicBezTo>
                    <a:pt x="4707" y="13842"/>
                    <a:pt x="4329" y="14166"/>
                    <a:pt x="3708" y="14166"/>
                  </a:cubicBezTo>
                  <a:cubicBezTo>
                    <a:pt x="3033" y="14139"/>
                    <a:pt x="2700" y="13842"/>
                    <a:pt x="2700" y="13275"/>
                  </a:cubicBezTo>
                  <a:cubicBezTo>
                    <a:pt x="2700" y="12798"/>
                    <a:pt x="2880" y="12069"/>
                    <a:pt x="3249" y="11088"/>
                  </a:cubicBezTo>
                  <a:cubicBezTo>
                    <a:pt x="3636" y="10071"/>
                    <a:pt x="4230" y="8937"/>
                    <a:pt x="5022" y="7668"/>
                  </a:cubicBezTo>
                  <a:cubicBezTo>
                    <a:pt x="5832" y="6408"/>
                    <a:pt x="6759" y="5211"/>
                    <a:pt x="7803" y="4086"/>
                  </a:cubicBezTo>
                  <a:cubicBezTo>
                    <a:pt x="8874" y="2934"/>
                    <a:pt x="10179" y="1962"/>
                    <a:pt x="11718" y="1179"/>
                  </a:cubicBezTo>
                  <a:cubicBezTo>
                    <a:pt x="13293" y="396"/>
                    <a:pt x="14931" y="0"/>
                    <a:pt x="16614" y="0"/>
                  </a:cubicBezTo>
                  <a:cubicBezTo>
                    <a:pt x="17370" y="0"/>
                    <a:pt x="18117" y="81"/>
                    <a:pt x="18846" y="252"/>
                  </a:cubicBezTo>
                  <a:cubicBezTo>
                    <a:pt x="19611" y="387"/>
                    <a:pt x="20439" y="675"/>
                    <a:pt x="21330" y="1098"/>
                  </a:cubicBezTo>
                  <a:cubicBezTo>
                    <a:pt x="22257" y="1521"/>
                    <a:pt x="23130" y="2187"/>
                    <a:pt x="23949" y="3114"/>
                  </a:cubicBezTo>
                  <a:cubicBezTo>
                    <a:pt x="24768" y="4041"/>
                    <a:pt x="25425" y="5184"/>
                    <a:pt x="25929" y="6534"/>
                  </a:cubicBezTo>
                  <a:cubicBezTo>
                    <a:pt x="26262" y="5886"/>
                    <a:pt x="26658" y="5256"/>
                    <a:pt x="27108" y="4635"/>
                  </a:cubicBezTo>
                  <a:cubicBezTo>
                    <a:pt x="27585" y="4014"/>
                    <a:pt x="28197" y="3330"/>
                    <a:pt x="28926" y="2574"/>
                  </a:cubicBezTo>
                  <a:cubicBezTo>
                    <a:pt x="29682" y="1782"/>
                    <a:pt x="30582" y="1161"/>
                    <a:pt x="31617" y="711"/>
                  </a:cubicBezTo>
                  <a:cubicBezTo>
                    <a:pt x="32688" y="234"/>
                    <a:pt x="33813" y="0"/>
                    <a:pt x="34992" y="0"/>
                  </a:cubicBezTo>
                  <a:cubicBezTo>
                    <a:pt x="36144" y="0"/>
                    <a:pt x="37287" y="153"/>
                    <a:pt x="38412" y="459"/>
                  </a:cubicBezTo>
                  <a:cubicBezTo>
                    <a:pt x="39537" y="738"/>
                    <a:pt x="40572" y="1350"/>
                    <a:pt x="41526" y="2277"/>
                  </a:cubicBezTo>
                  <a:cubicBezTo>
                    <a:pt x="42507" y="3177"/>
                    <a:pt x="43002" y="4311"/>
                    <a:pt x="43002" y="5688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3" name="Freeform 422">
              <a:extLst>
                <a:ext uri="{FF2B5EF4-FFF2-40B4-BE49-F238E27FC236}">
                  <a16:creationId xmlns:a16="http://schemas.microsoft.com/office/drawing/2014/main" id="{60E149D5-1861-D3F8-EE57-454FA7B42EDE}"/>
                </a:ext>
              </a:extLst>
            </p:cNvPr>
            <p:cNvSpPr/>
            <p:nvPr/>
          </p:nvSpPr>
          <p:spPr>
            <a:xfrm>
              <a:off x="5270636" y="4647490"/>
              <a:ext cx="1923143" cy="900"/>
            </a:xfrm>
            <a:custGeom>
              <a:avLst/>
              <a:gdLst>
                <a:gd name="connsiteX0" fmla="*/ 0 w 1923143"/>
                <a:gd name="connsiteY0" fmla="*/ 0 h 900"/>
                <a:gd name="connsiteX1" fmla="*/ 1923143 w 1923143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23143" h="900">
                  <a:moveTo>
                    <a:pt x="0" y="0"/>
                  </a:moveTo>
                  <a:lnTo>
                    <a:pt x="1923143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4" name="Freeform 423">
              <a:extLst>
                <a:ext uri="{FF2B5EF4-FFF2-40B4-BE49-F238E27FC236}">
                  <a16:creationId xmlns:a16="http://schemas.microsoft.com/office/drawing/2014/main" id="{16554F8E-DD96-D29E-E5D4-5AEC5255B2DD}"/>
                </a:ext>
              </a:extLst>
            </p:cNvPr>
            <p:cNvSpPr/>
            <p:nvPr/>
          </p:nvSpPr>
          <p:spPr>
            <a:xfrm>
              <a:off x="5270636" y="4407612"/>
              <a:ext cx="1923143" cy="900"/>
            </a:xfrm>
            <a:custGeom>
              <a:avLst/>
              <a:gdLst>
                <a:gd name="connsiteX0" fmla="*/ 0 w 1923143"/>
                <a:gd name="connsiteY0" fmla="*/ 0 h 900"/>
                <a:gd name="connsiteX1" fmla="*/ 1923143 w 1923143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23143" h="900">
                  <a:moveTo>
                    <a:pt x="0" y="0"/>
                  </a:moveTo>
                  <a:lnTo>
                    <a:pt x="1923143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5" name="Freeform 424">
              <a:extLst>
                <a:ext uri="{FF2B5EF4-FFF2-40B4-BE49-F238E27FC236}">
                  <a16:creationId xmlns:a16="http://schemas.microsoft.com/office/drawing/2014/main" id="{C837B2F5-4F60-C391-EE64-50AD14D99378}"/>
                </a:ext>
              </a:extLst>
            </p:cNvPr>
            <p:cNvSpPr/>
            <p:nvPr/>
          </p:nvSpPr>
          <p:spPr>
            <a:xfrm>
              <a:off x="5270636" y="4167727"/>
              <a:ext cx="1923143" cy="900"/>
            </a:xfrm>
            <a:custGeom>
              <a:avLst/>
              <a:gdLst>
                <a:gd name="connsiteX0" fmla="*/ 0 w 1923143"/>
                <a:gd name="connsiteY0" fmla="*/ 0 h 900"/>
                <a:gd name="connsiteX1" fmla="*/ 1923143 w 1923143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23143" h="900">
                  <a:moveTo>
                    <a:pt x="0" y="0"/>
                  </a:moveTo>
                  <a:lnTo>
                    <a:pt x="1923143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6" name="Freeform 425">
              <a:extLst>
                <a:ext uri="{FF2B5EF4-FFF2-40B4-BE49-F238E27FC236}">
                  <a16:creationId xmlns:a16="http://schemas.microsoft.com/office/drawing/2014/main" id="{51B79C2B-BEF2-C202-B13B-958CB3956560}"/>
                </a:ext>
              </a:extLst>
            </p:cNvPr>
            <p:cNvSpPr/>
            <p:nvPr/>
          </p:nvSpPr>
          <p:spPr>
            <a:xfrm>
              <a:off x="5270636" y="3927846"/>
              <a:ext cx="1923143" cy="900"/>
            </a:xfrm>
            <a:custGeom>
              <a:avLst/>
              <a:gdLst>
                <a:gd name="connsiteX0" fmla="*/ 0 w 1923143"/>
                <a:gd name="connsiteY0" fmla="*/ 0 h 900"/>
                <a:gd name="connsiteX1" fmla="*/ 1923143 w 1923143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23143" h="900">
                  <a:moveTo>
                    <a:pt x="0" y="0"/>
                  </a:moveTo>
                  <a:lnTo>
                    <a:pt x="1923143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7" name="Freeform 426">
              <a:extLst>
                <a:ext uri="{FF2B5EF4-FFF2-40B4-BE49-F238E27FC236}">
                  <a16:creationId xmlns:a16="http://schemas.microsoft.com/office/drawing/2014/main" id="{EA4BEE6B-4431-57B6-3E87-1FFBC245B9B2}"/>
                </a:ext>
              </a:extLst>
            </p:cNvPr>
            <p:cNvSpPr/>
            <p:nvPr/>
          </p:nvSpPr>
          <p:spPr>
            <a:xfrm>
              <a:off x="5270636" y="3687964"/>
              <a:ext cx="1923143" cy="900"/>
            </a:xfrm>
            <a:custGeom>
              <a:avLst/>
              <a:gdLst>
                <a:gd name="connsiteX0" fmla="*/ 0 w 1923143"/>
                <a:gd name="connsiteY0" fmla="*/ 0 h 900"/>
                <a:gd name="connsiteX1" fmla="*/ 1923143 w 1923143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23143" h="900">
                  <a:moveTo>
                    <a:pt x="0" y="0"/>
                  </a:moveTo>
                  <a:lnTo>
                    <a:pt x="1923143" y="0"/>
                  </a:lnTo>
                </a:path>
              </a:pathLst>
            </a:custGeom>
            <a:noFill/>
            <a:ln w="179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8" name="Freeform 427">
              <a:extLst>
                <a:ext uri="{FF2B5EF4-FFF2-40B4-BE49-F238E27FC236}">
                  <a16:creationId xmlns:a16="http://schemas.microsoft.com/office/drawing/2014/main" id="{11C570BB-D5AF-D513-558E-DE2E1CD7526A}"/>
                </a:ext>
              </a:extLst>
            </p:cNvPr>
            <p:cNvSpPr/>
            <p:nvPr/>
          </p:nvSpPr>
          <p:spPr>
            <a:xfrm>
              <a:off x="5270636" y="3535624"/>
              <a:ext cx="900" cy="1195574"/>
            </a:xfrm>
            <a:custGeom>
              <a:avLst/>
              <a:gdLst>
                <a:gd name="connsiteX0" fmla="*/ 0 w 900"/>
                <a:gd name="connsiteY0" fmla="*/ 1195574 h 1195574"/>
                <a:gd name="connsiteX1" fmla="*/ 0 w 900"/>
                <a:gd name="connsiteY1" fmla="*/ 0 h 1195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00" h="1195574">
                  <a:moveTo>
                    <a:pt x="0" y="1195574"/>
                  </a:moveTo>
                  <a:lnTo>
                    <a:pt x="0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9" name="Freeform 428">
              <a:extLst>
                <a:ext uri="{FF2B5EF4-FFF2-40B4-BE49-F238E27FC236}">
                  <a16:creationId xmlns:a16="http://schemas.microsoft.com/office/drawing/2014/main" id="{146C3827-D49F-3C56-53C4-00A5BCEA2DA4}"/>
                </a:ext>
              </a:extLst>
            </p:cNvPr>
            <p:cNvSpPr/>
            <p:nvPr/>
          </p:nvSpPr>
          <p:spPr>
            <a:xfrm>
              <a:off x="5270636" y="4647490"/>
              <a:ext cx="17008" cy="900"/>
            </a:xfrm>
            <a:custGeom>
              <a:avLst/>
              <a:gdLst>
                <a:gd name="connsiteX0" fmla="*/ 0 w 17008"/>
                <a:gd name="connsiteY0" fmla="*/ 0 h 900"/>
                <a:gd name="connsiteX1" fmla="*/ 17008 w 1700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8" h="900">
                  <a:moveTo>
                    <a:pt x="0" y="0"/>
                  </a:moveTo>
                  <a:lnTo>
                    <a:pt x="17008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0" name="Freeform 429">
              <a:extLst>
                <a:ext uri="{FF2B5EF4-FFF2-40B4-BE49-F238E27FC236}">
                  <a16:creationId xmlns:a16="http://schemas.microsoft.com/office/drawing/2014/main" id="{EF20C30A-FA59-0769-A4C5-4E2FC2DFC6BE}"/>
                </a:ext>
              </a:extLst>
            </p:cNvPr>
            <p:cNvSpPr/>
            <p:nvPr/>
          </p:nvSpPr>
          <p:spPr>
            <a:xfrm>
              <a:off x="5270636" y="4407612"/>
              <a:ext cx="17008" cy="900"/>
            </a:xfrm>
            <a:custGeom>
              <a:avLst/>
              <a:gdLst>
                <a:gd name="connsiteX0" fmla="*/ 0 w 17008"/>
                <a:gd name="connsiteY0" fmla="*/ 0 h 900"/>
                <a:gd name="connsiteX1" fmla="*/ 17008 w 1700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8" h="900">
                  <a:moveTo>
                    <a:pt x="0" y="0"/>
                  </a:moveTo>
                  <a:lnTo>
                    <a:pt x="17008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1" name="Freeform 430">
              <a:extLst>
                <a:ext uri="{FF2B5EF4-FFF2-40B4-BE49-F238E27FC236}">
                  <a16:creationId xmlns:a16="http://schemas.microsoft.com/office/drawing/2014/main" id="{F91C943D-0DD8-EE05-E37C-D88664B630AB}"/>
                </a:ext>
              </a:extLst>
            </p:cNvPr>
            <p:cNvSpPr/>
            <p:nvPr/>
          </p:nvSpPr>
          <p:spPr>
            <a:xfrm>
              <a:off x="5270636" y="4167727"/>
              <a:ext cx="17008" cy="900"/>
            </a:xfrm>
            <a:custGeom>
              <a:avLst/>
              <a:gdLst>
                <a:gd name="connsiteX0" fmla="*/ 0 w 17008"/>
                <a:gd name="connsiteY0" fmla="*/ 0 h 900"/>
                <a:gd name="connsiteX1" fmla="*/ 17008 w 1700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8" h="900">
                  <a:moveTo>
                    <a:pt x="0" y="0"/>
                  </a:moveTo>
                  <a:lnTo>
                    <a:pt x="17008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2" name="Freeform 431">
              <a:extLst>
                <a:ext uri="{FF2B5EF4-FFF2-40B4-BE49-F238E27FC236}">
                  <a16:creationId xmlns:a16="http://schemas.microsoft.com/office/drawing/2014/main" id="{8C957457-E22A-95AC-F511-7194F58842F0}"/>
                </a:ext>
              </a:extLst>
            </p:cNvPr>
            <p:cNvSpPr/>
            <p:nvPr/>
          </p:nvSpPr>
          <p:spPr>
            <a:xfrm>
              <a:off x="5270636" y="3927846"/>
              <a:ext cx="17008" cy="900"/>
            </a:xfrm>
            <a:custGeom>
              <a:avLst/>
              <a:gdLst>
                <a:gd name="connsiteX0" fmla="*/ 0 w 17008"/>
                <a:gd name="connsiteY0" fmla="*/ 0 h 900"/>
                <a:gd name="connsiteX1" fmla="*/ 17008 w 1700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8" h="900">
                  <a:moveTo>
                    <a:pt x="0" y="0"/>
                  </a:moveTo>
                  <a:lnTo>
                    <a:pt x="17008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3" name="Freeform 432">
              <a:extLst>
                <a:ext uri="{FF2B5EF4-FFF2-40B4-BE49-F238E27FC236}">
                  <a16:creationId xmlns:a16="http://schemas.microsoft.com/office/drawing/2014/main" id="{DC5EDA19-15C9-5033-A083-4F3472CBF9C7}"/>
                </a:ext>
              </a:extLst>
            </p:cNvPr>
            <p:cNvSpPr/>
            <p:nvPr/>
          </p:nvSpPr>
          <p:spPr>
            <a:xfrm>
              <a:off x="5270636" y="3687964"/>
              <a:ext cx="17008" cy="900"/>
            </a:xfrm>
            <a:custGeom>
              <a:avLst/>
              <a:gdLst>
                <a:gd name="connsiteX0" fmla="*/ 0 w 17008"/>
                <a:gd name="connsiteY0" fmla="*/ 0 h 900"/>
                <a:gd name="connsiteX1" fmla="*/ 17008 w 17008"/>
                <a:gd name="connsiteY1" fmla="*/ 0 h 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008" h="900">
                  <a:moveTo>
                    <a:pt x="0" y="0"/>
                  </a:moveTo>
                  <a:lnTo>
                    <a:pt x="17008" y="0"/>
                  </a:lnTo>
                </a:path>
              </a:pathLst>
            </a:custGeom>
            <a:noFill/>
            <a:ln w="35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4" name="Freeform 433">
              <a:extLst>
                <a:ext uri="{FF2B5EF4-FFF2-40B4-BE49-F238E27FC236}">
                  <a16:creationId xmlns:a16="http://schemas.microsoft.com/office/drawing/2014/main" id="{6DBCF970-EF44-E4BB-6E39-AAB372F89F08}"/>
                </a:ext>
              </a:extLst>
            </p:cNvPr>
            <p:cNvSpPr/>
            <p:nvPr/>
          </p:nvSpPr>
          <p:spPr>
            <a:xfrm>
              <a:off x="5205824" y="4620274"/>
              <a:ext cx="32411" cy="54431"/>
            </a:xfrm>
            <a:custGeom>
              <a:avLst/>
              <a:gdLst>
                <a:gd name="connsiteX0" fmla="*/ 1057 w 32411"/>
                <a:gd name="connsiteY0" fmla="*/ 48231 h 54431"/>
                <a:gd name="connsiteX1" fmla="*/ 13089 w 32411"/>
                <a:gd name="connsiteY1" fmla="*/ 48231 h 54431"/>
                <a:gd name="connsiteX2" fmla="*/ 13089 w 32411"/>
                <a:gd name="connsiteY2" fmla="*/ 6714 h 54431"/>
                <a:gd name="connsiteX3" fmla="*/ 0 w 32411"/>
                <a:gd name="connsiteY3" fmla="*/ 9333 h 54431"/>
                <a:gd name="connsiteX4" fmla="*/ 0 w 32411"/>
                <a:gd name="connsiteY4" fmla="*/ 2628 h 54431"/>
                <a:gd name="connsiteX5" fmla="*/ 13016 w 32411"/>
                <a:gd name="connsiteY5" fmla="*/ 0 h 54431"/>
                <a:gd name="connsiteX6" fmla="*/ 20380 w 32411"/>
                <a:gd name="connsiteY6" fmla="*/ 0 h 54431"/>
                <a:gd name="connsiteX7" fmla="*/ 20380 w 32411"/>
                <a:gd name="connsiteY7" fmla="*/ 48231 h 54431"/>
                <a:gd name="connsiteX8" fmla="*/ 32412 w 32411"/>
                <a:gd name="connsiteY8" fmla="*/ 48231 h 54431"/>
                <a:gd name="connsiteX9" fmla="*/ 32412 w 32411"/>
                <a:gd name="connsiteY9" fmla="*/ 54432 h 54431"/>
                <a:gd name="connsiteX10" fmla="*/ 1057 w 32411"/>
                <a:gd name="connsiteY10" fmla="*/ 54432 h 54431"/>
                <a:gd name="connsiteX11" fmla="*/ 1057 w 32411"/>
                <a:gd name="connsiteY11" fmla="*/ 48231 h 54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411" h="54431">
                  <a:moveTo>
                    <a:pt x="1057" y="48231"/>
                  </a:moveTo>
                  <a:lnTo>
                    <a:pt x="13089" y="48231"/>
                  </a:lnTo>
                  <a:lnTo>
                    <a:pt x="13089" y="6714"/>
                  </a:lnTo>
                  <a:lnTo>
                    <a:pt x="0" y="9333"/>
                  </a:lnTo>
                  <a:lnTo>
                    <a:pt x="0" y="2628"/>
                  </a:lnTo>
                  <a:lnTo>
                    <a:pt x="13016" y="0"/>
                  </a:lnTo>
                  <a:lnTo>
                    <a:pt x="20380" y="0"/>
                  </a:lnTo>
                  <a:lnTo>
                    <a:pt x="20380" y="48231"/>
                  </a:lnTo>
                  <a:lnTo>
                    <a:pt x="32412" y="48231"/>
                  </a:lnTo>
                  <a:lnTo>
                    <a:pt x="32412" y="54432"/>
                  </a:lnTo>
                  <a:lnTo>
                    <a:pt x="1057" y="54432"/>
                  </a:lnTo>
                  <a:lnTo>
                    <a:pt x="1057" y="48231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5" name="Freeform 434">
              <a:extLst>
                <a:ext uri="{FF2B5EF4-FFF2-40B4-BE49-F238E27FC236}">
                  <a16:creationId xmlns:a16="http://schemas.microsoft.com/office/drawing/2014/main" id="{C43B81D0-24F8-83AF-E98A-839C876984D7}"/>
                </a:ext>
              </a:extLst>
            </p:cNvPr>
            <p:cNvSpPr/>
            <p:nvPr/>
          </p:nvSpPr>
          <p:spPr>
            <a:xfrm>
              <a:off x="5203673" y="4379409"/>
              <a:ext cx="34562" cy="55419"/>
            </a:xfrm>
            <a:custGeom>
              <a:avLst/>
              <a:gdLst>
                <a:gd name="connsiteX0" fmla="*/ 8860 w 34562"/>
                <a:gd name="connsiteY0" fmla="*/ 49218 h 55419"/>
                <a:gd name="connsiteX1" fmla="*/ 34563 w 34562"/>
                <a:gd name="connsiteY1" fmla="*/ 49218 h 55419"/>
                <a:gd name="connsiteX2" fmla="*/ 34563 w 34562"/>
                <a:gd name="connsiteY2" fmla="*/ 55419 h 55419"/>
                <a:gd name="connsiteX3" fmla="*/ 0 w 34562"/>
                <a:gd name="connsiteY3" fmla="*/ 55419 h 55419"/>
                <a:gd name="connsiteX4" fmla="*/ 0 w 34562"/>
                <a:gd name="connsiteY4" fmla="*/ 49218 h 55419"/>
                <a:gd name="connsiteX5" fmla="*/ 11412 w 34562"/>
                <a:gd name="connsiteY5" fmla="*/ 37590 h 55419"/>
                <a:gd name="connsiteX6" fmla="*/ 20526 w 34562"/>
                <a:gd name="connsiteY6" fmla="*/ 28149 h 55419"/>
                <a:gd name="connsiteX7" fmla="*/ 25448 w 34562"/>
                <a:gd name="connsiteY7" fmla="*/ 21435 h 55419"/>
                <a:gd name="connsiteX8" fmla="*/ 26870 w 34562"/>
                <a:gd name="connsiteY8" fmla="*/ 16008 h 55419"/>
                <a:gd name="connsiteX9" fmla="*/ 23808 w 34562"/>
                <a:gd name="connsiteY9" fmla="*/ 8932 h 55419"/>
                <a:gd name="connsiteX10" fmla="*/ 15896 w 34562"/>
                <a:gd name="connsiteY10" fmla="*/ 6197 h 55419"/>
                <a:gd name="connsiteX11" fmla="*/ 8568 w 34562"/>
                <a:gd name="connsiteY11" fmla="*/ 7401 h 55419"/>
                <a:gd name="connsiteX12" fmla="*/ 365 w 34562"/>
                <a:gd name="connsiteY12" fmla="*/ 11047 h 55419"/>
                <a:gd name="connsiteX13" fmla="*/ 365 w 34562"/>
                <a:gd name="connsiteY13" fmla="*/ 3609 h 55419"/>
                <a:gd name="connsiteX14" fmla="*/ 8678 w 34562"/>
                <a:gd name="connsiteY14" fmla="*/ 911 h 55419"/>
                <a:gd name="connsiteX15" fmla="*/ 15750 w 34562"/>
                <a:gd name="connsiteY15" fmla="*/ 0 h 55419"/>
                <a:gd name="connsiteX16" fmla="*/ 29240 w 34562"/>
                <a:gd name="connsiteY16" fmla="*/ 4229 h 55419"/>
                <a:gd name="connsiteX17" fmla="*/ 34271 w 34562"/>
                <a:gd name="connsiteY17" fmla="*/ 15531 h 55419"/>
                <a:gd name="connsiteX18" fmla="*/ 32995 w 34562"/>
                <a:gd name="connsiteY18" fmla="*/ 21912 h 55419"/>
                <a:gd name="connsiteX19" fmla="*/ 28437 w 34562"/>
                <a:gd name="connsiteY19" fmla="*/ 28986 h 55419"/>
                <a:gd name="connsiteX20" fmla="*/ 22641 w 34562"/>
                <a:gd name="connsiteY20" fmla="*/ 35106 h 55419"/>
                <a:gd name="connsiteX21" fmla="*/ 8860 w 34562"/>
                <a:gd name="connsiteY21" fmla="*/ 49218 h 55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4562" h="55419">
                  <a:moveTo>
                    <a:pt x="8860" y="49218"/>
                  </a:moveTo>
                  <a:lnTo>
                    <a:pt x="34563" y="49218"/>
                  </a:lnTo>
                  <a:lnTo>
                    <a:pt x="34563" y="55419"/>
                  </a:lnTo>
                  <a:lnTo>
                    <a:pt x="0" y="55419"/>
                  </a:lnTo>
                  <a:lnTo>
                    <a:pt x="0" y="49218"/>
                  </a:lnTo>
                  <a:cubicBezTo>
                    <a:pt x="2795" y="46329"/>
                    <a:pt x="6600" y="42450"/>
                    <a:pt x="11412" y="37590"/>
                  </a:cubicBezTo>
                  <a:cubicBezTo>
                    <a:pt x="16249" y="32703"/>
                    <a:pt x="19287" y="29562"/>
                    <a:pt x="20526" y="28149"/>
                  </a:cubicBezTo>
                  <a:cubicBezTo>
                    <a:pt x="22883" y="25494"/>
                    <a:pt x="24524" y="23262"/>
                    <a:pt x="25448" y="21435"/>
                  </a:cubicBezTo>
                  <a:cubicBezTo>
                    <a:pt x="26396" y="19590"/>
                    <a:pt x="26870" y="17781"/>
                    <a:pt x="26870" y="16008"/>
                  </a:cubicBezTo>
                  <a:cubicBezTo>
                    <a:pt x="26870" y="13114"/>
                    <a:pt x="25850" y="10755"/>
                    <a:pt x="23808" y="8932"/>
                  </a:cubicBezTo>
                  <a:cubicBezTo>
                    <a:pt x="21791" y="7109"/>
                    <a:pt x="19153" y="6197"/>
                    <a:pt x="15896" y="6197"/>
                  </a:cubicBezTo>
                  <a:cubicBezTo>
                    <a:pt x="13587" y="6197"/>
                    <a:pt x="11145" y="6599"/>
                    <a:pt x="8568" y="7401"/>
                  </a:cubicBezTo>
                  <a:cubicBezTo>
                    <a:pt x="6016" y="8203"/>
                    <a:pt x="3282" y="9418"/>
                    <a:pt x="365" y="11047"/>
                  </a:cubicBezTo>
                  <a:lnTo>
                    <a:pt x="365" y="3609"/>
                  </a:lnTo>
                  <a:cubicBezTo>
                    <a:pt x="3331" y="2418"/>
                    <a:pt x="6101" y="1518"/>
                    <a:pt x="8678" y="911"/>
                  </a:cubicBezTo>
                  <a:cubicBezTo>
                    <a:pt x="11254" y="303"/>
                    <a:pt x="13612" y="0"/>
                    <a:pt x="15750" y="0"/>
                  </a:cubicBezTo>
                  <a:cubicBezTo>
                    <a:pt x="21389" y="0"/>
                    <a:pt x="25886" y="1409"/>
                    <a:pt x="29240" y="4229"/>
                  </a:cubicBezTo>
                  <a:cubicBezTo>
                    <a:pt x="32594" y="7049"/>
                    <a:pt x="34271" y="10816"/>
                    <a:pt x="34271" y="15531"/>
                  </a:cubicBezTo>
                  <a:cubicBezTo>
                    <a:pt x="34271" y="17772"/>
                    <a:pt x="33845" y="19896"/>
                    <a:pt x="32995" y="21912"/>
                  </a:cubicBezTo>
                  <a:cubicBezTo>
                    <a:pt x="32169" y="23901"/>
                    <a:pt x="30649" y="26259"/>
                    <a:pt x="28437" y="28986"/>
                  </a:cubicBezTo>
                  <a:cubicBezTo>
                    <a:pt x="27830" y="29688"/>
                    <a:pt x="25898" y="31731"/>
                    <a:pt x="22641" y="35106"/>
                  </a:cubicBezTo>
                  <a:cubicBezTo>
                    <a:pt x="19384" y="38463"/>
                    <a:pt x="14790" y="43161"/>
                    <a:pt x="8860" y="49218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6" name="Freeform 435">
              <a:extLst>
                <a:ext uri="{FF2B5EF4-FFF2-40B4-BE49-F238E27FC236}">
                  <a16:creationId xmlns:a16="http://schemas.microsoft.com/office/drawing/2014/main" id="{8DE80145-A688-2BA2-5D6A-1DF16E2F7004}"/>
                </a:ext>
              </a:extLst>
            </p:cNvPr>
            <p:cNvSpPr/>
            <p:nvPr/>
          </p:nvSpPr>
          <p:spPr>
            <a:xfrm>
              <a:off x="5202398" y="4139528"/>
              <a:ext cx="35838" cy="56473"/>
            </a:xfrm>
            <a:custGeom>
              <a:avLst/>
              <a:gdLst>
                <a:gd name="connsiteX0" fmla="*/ 24609 w 35838"/>
                <a:gd name="connsiteY0" fmla="*/ 26068 h 56473"/>
                <a:gd name="connsiteX1" fmla="*/ 32848 w 35838"/>
                <a:gd name="connsiteY1" fmla="*/ 30770 h 56473"/>
                <a:gd name="connsiteX2" fmla="*/ 35838 w 35838"/>
                <a:gd name="connsiteY2" fmla="*/ 39593 h 56473"/>
                <a:gd name="connsiteX3" fmla="*/ 30297 w 35838"/>
                <a:gd name="connsiteY3" fmla="*/ 52062 h 56473"/>
                <a:gd name="connsiteX4" fmla="*/ 14547 w 35838"/>
                <a:gd name="connsiteY4" fmla="*/ 56473 h 56473"/>
                <a:gd name="connsiteX5" fmla="*/ 7474 w 35838"/>
                <a:gd name="connsiteY5" fmla="*/ 55780 h 56473"/>
                <a:gd name="connsiteX6" fmla="*/ 0 w 35838"/>
                <a:gd name="connsiteY6" fmla="*/ 53775 h 56473"/>
                <a:gd name="connsiteX7" fmla="*/ 0 w 35838"/>
                <a:gd name="connsiteY7" fmla="*/ 46666 h 56473"/>
                <a:gd name="connsiteX8" fmla="*/ 6708 w 35838"/>
                <a:gd name="connsiteY8" fmla="*/ 49364 h 56473"/>
                <a:gd name="connsiteX9" fmla="*/ 14328 w 35838"/>
                <a:gd name="connsiteY9" fmla="*/ 50276 h 56473"/>
                <a:gd name="connsiteX10" fmla="*/ 24864 w 35838"/>
                <a:gd name="connsiteY10" fmla="*/ 47541 h 56473"/>
                <a:gd name="connsiteX11" fmla="*/ 28510 w 35838"/>
                <a:gd name="connsiteY11" fmla="*/ 39593 h 56473"/>
                <a:gd name="connsiteX12" fmla="*/ 25119 w 35838"/>
                <a:gd name="connsiteY12" fmla="*/ 32083 h 56473"/>
                <a:gd name="connsiteX13" fmla="*/ 15750 w 35838"/>
                <a:gd name="connsiteY13" fmla="*/ 29348 h 56473"/>
                <a:gd name="connsiteX14" fmla="*/ 9406 w 35838"/>
                <a:gd name="connsiteY14" fmla="*/ 29348 h 56473"/>
                <a:gd name="connsiteX15" fmla="*/ 9406 w 35838"/>
                <a:gd name="connsiteY15" fmla="*/ 23297 h 56473"/>
                <a:gd name="connsiteX16" fmla="*/ 16042 w 35838"/>
                <a:gd name="connsiteY16" fmla="*/ 23297 h 56473"/>
                <a:gd name="connsiteX17" fmla="*/ 24354 w 35838"/>
                <a:gd name="connsiteY17" fmla="*/ 21145 h 56473"/>
                <a:gd name="connsiteX18" fmla="*/ 27234 w 35838"/>
                <a:gd name="connsiteY18" fmla="*/ 14874 h 56473"/>
                <a:gd name="connsiteX19" fmla="*/ 24244 w 35838"/>
                <a:gd name="connsiteY19" fmla="*/ 8458 h 56473"/>
                <a:gd name="connsiteX20" fmla="*/ 15750 w 35838"/>
                <a:gd name="connsiteY20" fmla="*/ 6197 h 56473"/>
                <a:gd name="connsiteX21" fmla="*/ 9260 w 35838"/>
                <a:gd name="connsiteY21" fmla="*/ 6853 h 56473"/>
                <a:gd name="connsiteX22" fmla="*/ 1641 w 35838"/>
                <a:gd name="connsiteY22" fmla="*/ 8896 h 56473"/>
                <a:gd name="connsiteX23" fmla="*/ 1641 w 35838"/>
                <a:gd name="connsiteY23" fmla="*/ 2333 h 56473"/>
                <a:gd name="connsiteX24" fmla="*/ 9479 w 35838"/>
                <a:gd name="connsiteY24" fmla="*/ 583 h 56473"/>
                <a:gd name="connsiteX25" fmla="*/ 16406 w 35838"/>
                <a:gd name="connsiteY25" fmla="*/ 0 h 56473"/>
                <a:gd name="connsiteX26" fmla="*/ 29677 w 35838"/>
                <a:gd name="connsiteY26" fmla="*/ 3828 h 56473"/>
                <a:gd name="connsiteX27" fmla="*/ 34562 w 35838"/>
                <a:gd name="connsiteY27" fmla="*/ 14109 h 56473"/>
                <a:gd name="connsiteX28" fmla="*/ 31973 w 35838"/>
                <a:gd name="connsiteY28" fmla="*/ 21766 h 56473"/>
                <a:gd name="connsiteX29" fmla="*/ 24609 w 35838"/>
                <a:gd name="connsiteY29" fmla="*/ 26068 h 56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5838" h="56473">
                  <a:moveTo>
                    <a:pt x="24609" y="26068"/>
                  </a:moveTo>
                  <a:cubicBezTo>
                    <a:pt x="28133" y="26821"/>
                    <a:pt x="30880" y="28388"/>
                    <a:pt x="32848" y="30770"/>
                  </a:cubicBezTo>
                  <a:cubicBezTo>
                    <a:pt x="34842" y="33152"/>
                    <a:pt x="35838" y="36093"/>
                    <a:pt x="35838" y="39593"/>
                  </a:cubicBezTo>
                  <a:cubicBezTo>
                    <a:pt x="35838" y="44965"/>
                    <a:pt x="33991" y="49121"/>
                    <a:pt x="30297" y="52062"/>
                  </a:cubicBezTo>
                  <a:cubicBezTo>
                    <a:pt x="26602" y="55003"/>
                    <a:pt x="21352" y="56473"/>
                    <a:pt x="14547" y="56473"/>
                  </a:cubicBezTo>
                  <a:cubicBezTo>
                    <a:pt x="12262" y="56473"/>
                    <a:pt x="9905" y="56242"/>
                    <a:pt x="7474" y="55780"/>
                  </a:cubicBezTo>
                  <a:cubicBezTo>
                    <a:pt x="5068" y="55343"/>
                    <a:pt x="2577" y="54674"/>
                    <a:pt x="0" y="53775"/>
                  </a:cubicBezTo>
                  <a:lnTo>
                    <a:pt x="0" y="46666"/>
                  </a:lnTo>
                  <a:cubicBezTo>
                    <a:pt x="2041" y="47857"/>
                    <a:pt x="4277" y="48757"/>
                    <a:pt x="6708" y="49364"/>
                  </a:cubicBezTo>
                  <a:cubicBezTo>
                    <a:pt x="9139" y="49972"/>
                    <a:pt x="11678" y="50276"/>
                    <a:pt x="14328" y="50276"/>
                  </a:cubicBezTo>
                  <a:cubicBezTo>
                    <a:pt x="18946" y="50276"/>
                    <a:pt x="22458" y="49364"/>
                    <a:pt x="24864" y="47541"/>
                  </a:cubicBezTo>
                  <a:cubicBezTo>
                    <a:pt x="27295" y="45718"/>
                    <a:pt x="28510" y="43069"/>
                    <a:pt x="28510" y="39593"/>
                  </a:cubicBezTo>
                  <a:cubicBezTo>
                    <a:pt x="28510" y="36384"/>
                    <a:pt x="27380" y="33881"/>
                    <a:pt x="25119" y="32083"/>
                  </a:cubicBezTo>
                  <a:cubicBezTo>
                    <a:pt x="22883" y="30260"/>
                    <a:pt x="19760" y="29348"/>
                    <a:pt x="15750" y="29348"/>
                  </a:cubicBezTo>
                  <a:lnTo>
                    <a:pt x="9406" y="29348"/>
                  </a:lnTo>
                  <a:lnTo>
                    <a:pt x="9406" y="23297"/>
                  </a:lnTo>
                  <a:lnTo>
                    <a:pt x="16042" y="23297"/>
                  </a:lnTo>
                  <a:cubicBezTo>
                    <a:pt x="19662" y="23297"/>
                    <a:pt x="22433" y="22579"/>
                    <a:pt x="24354" y="21145"/>
                  </a:cubicBezTo>
                  <a:cubicBezTo>
                    <a:pt x="26274" y="19687"/>
                    <a:pt x="27234" y="17597"/>
                    <a:pt x="27234" y="14874"/>
                  </a:cubicBezTo>
                  <a:cubicBezTo>
                    <a:pt x="27234" y="12080"/>
                    <a:pt x="26238" y="9941"/>
                    <a:pt x="24244" y="8458"/>
                  </a:cubicBezTo>
                  <a:cubicBezTo>
                    <a:pt x="22276" y="6951"/>
                    <a:pt x="19444" y="6197"/>
                    <a:pt x="15750" y="6197"/>
                  </a:cubicBezTo>
                  <a:cubicBezTo>
                    <a:pt x="13732" y="6197"/>
                    <a:pt x="11569" y="6416"/>
                    <a:pt x="9260" y="6853"/>
                  </a:cubicBezTo>
                  <a:cubicBezTo>
                    <a:pt x="6952" y="7291"/>
                    <a:pt x="4412" y="7971"/>
                    <a:pt x="1641" y="8896"/>
                  </a:cubicBezTo>
                  <a:lnTo>
                    <a:pt x="1641" y="2333"/>
                  </a:lnTo>
                  <a:cubicBezTo>
                    <a:pt x="4435" y="1555"/>
                    <a:pt x="7048" y="972"/>
                    <a:pt x="9479" y="583"/>
                  </a:cubicBezTo>
                  <a:cubicBezTo>
                    <a:pt x="11933" y="194"/>
                    <a:pt x="14242" y="0"/>
                    <a:pt x="16406" y="0"/>
                  </a:cubicBezTo>
                  <a:cubicBezTo>
                    <a:pt x="21996" y="0"/>
                    <a:pt x="26419" y="1276"/>
                    <a:pt x="29677" y="3828"/>
                  </a:cubicBezTo>
                  <a:cubicBezTo>
                    <a:pt x="32934" y="6356"/>
                    <a:pt x="34562" y="9783"/>
                    <a:pt x="34562" y="14109"/>
                  </a:cubicBezTo>
                  <a:cubicBezTo>
                    <a:pt x="34562" y="17123"/>
                    <a:pt x="33699" y="19675"/>
                    <a:pt x="31973" y="21766"/>
                  </a:cubicBezTo>
                  <a:cubicBezTo>
                    <a:pt x="30248" y="23831"/>
                    <a:pt x="27793" y="25266"/>
                    <a:pt x="24609" y="26068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7" name="Freeform 436">
              <a:extLst>
                <a:ext uri="{FF2B5EF4-FFF2-40B4-BE49-F238E27FC236}">
                  <a16:creationId xmlns:a16="http://schemas.microsoft.com/office/drawing/2014/main" id="{4F373A3B-3B4B-4D8A-77FD-F1540EB8E87C}"/>
                </a:ext>
              </a:extLst>
            </p:cNvPr>
            <p:cNvSpPr/>
            <p:nvPr/>
          </p:nvSpPr>
          <p:spPr>
            <a:xfrm>
              <a:off x="5198570" y="3900630"/>
              <a:ext cx="39666" cy="54432"/>
            </a:xfrm>
            <a:custGeom>
              <a:avLst/>
              <a:gdLst>
                <a:gd name="connsiteX0" fmla="*/ 24573 w 39666"/>
                <a:gd name="connsiteY0" fmla="*/ 6417 h 54432"/>
                <a:gd name="connsiteX1" fmla="*/ 5980 w 39666"/>
                <a:gd name="connsiteY1" fmla="*/ 35474 h 54432"/>
                <a:gd name="connsiteX2" fmla="*/ 24573 w 39666"/>
                <a:gd name="connsiteY2" fmla="*/ 35474 h 54432"/>
                <a:gd name="connsiteX3" fmla="*/ 24573 w 39666"/>
                <a:gd name="connsiteY3" fmla="*/ 6417 h 54432"/>
                <a:gd name="connsiteX4" fmla="*/ 22640 w 39666"/>
                <a:gd name="connsiteY4" fmla="*/ 0 h 54432"/>
                <a:gd name="connsiteX5" fmla="*/ 31901 w 39666"/>
                <a:gd name="connsiteY5" fmla="*/ 0 h 54432"/>
                <a:gd name="connsiteX6" fmla="*/ 31901 w 39666"/>
                <a:gd name="connsiteY6" fmla="*/ 35474 h 54432"/>
                <a:gd name="connsiteX7" fmla="*/ 39667 w 39666"/>
                <a:gd name="connsiteY7" fmla="*/ 35474 h 54432"/>
                <a:gd name="connsiteX8" fmla="*/ 39667 w 39666"/>
                <a:gd name="connsiteY8" fmla="*/ 41599 h 54432"/>
                <a:gd name="connsiteX9" fmla="*/ 31901 w 39666"/>
                <a:gd name="connsiteY9" fmla="*/ 41599 h 54432"/>
                <a:gd name="connsiteX10" fmla="*/ 31901 w 39666"/>
                <a:gd name="connsiteY10" fmla="*/ 54432 h 54432"/>
                <a:gd name="connsiteX11" fmla="*/ 24573 w 39666"/>
                <a:gd name="connsiteY11" fmla="*/ 54432 h 54432"/>
                <a:gd name="connsiteX12" fmla="*/ 24573 w 39666"/>
                <a:gd name="connsiteY12" fmla="*/ 41599 h 54432"/>
                <a:gd name="connsiteX13" fmla="*/ 0 w 39666"/>
                <a:gd name="connsiteY13" fmla="*/ 41599 h 54432"/>
                <a:gd name="connsiteX14" fmla="*/ 0 w 39666"/>
                <a:gd name="connsiteY14" fmla="*/ 34490 h 54432"/>
                <a:gd name="connsiteX15" fmla="*/ 22640 w 39666"/>
                <a:gd name="connsiteY15" fmla="*/ 0 h 54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9666" h="54432">
                  <a:moveTo>
                    <a:pt x="24573" y="6417"/>
                  </a:moveTo>
                  <a:lnTo>
                    <a:pt x="5980" y="35474"/>
                  </a:lnTo>
                  <a:lnTo>
                    <a:pt x="24573" y="35474"/>
                  </a:lnTo>
                  <a:lnTo>
                    <a:pt x="24573" y="6417"/>
                  </a:lnTo>
                  <a:moveTo>
                    <a:pt x="22640" y="0"/>
                  </a:moveTo>
                  <a:lnTo>
                    <a:pt x="31901" y="0"/>
                  </a:lnTo>
                  <a:lnTo>
                    <a:pt x="31901" y="35474"/>
                  </a:lnTo>
                  <a:lnTo>
                    <a:pt x="39667" y="35474"/>
                  </a:lnTo>
                  <a:lnTo>
                    <a:pt x="39667" y="41599"/>
                  </a:lnTo>
                  <a:lnTo>
                    <a:pt x="31901" y="41599"/>
                  </a:lnTo>
                  <a:lnTo>
                    <a:pt x="31901" y="54432"/>
                  </a:lnTo>
                  <a:lnTo>
                    <a:pt x="24573" y="54432"/>
                  </a:lnTo>
                  <a:lnTo>
                    <a:pt x="24573" y="41599"/>
                  </a:lnTo>
                  <a:lnTo>
                    <a:pt x="0" y="41599"/>
                  </a:lnTo>
                  <a:lnTo>
                    <a:pt x="0" y="34490"/>
                  </a:lnTo>
                  <a:lnTo>
                    <a:pt x="22640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8" name="Freeform 437">
              <a:extLst>
                <a:ext uri="{FF2B5EF4-FFF2-40B4-BE49-F238E27FC236}">
                  <a16:creationId xmlns:a16="http://schemas.microsoft.com/office/drawing/2014/main" id="{CC73B4FA-D063-C510-626C-65628A3A150C}"/>
                </a:ext>
              </a:extLst>
            </p:cNvPr>
            <p:cNvSpPr/>
            <p:nvPr/>
          </p:nvSpPr>
          <p:spPr>
            <a:xfrm>
              <a:off x="5203017" y="3660748"/>
              <a:ext cx="35218" cy="55489"/>
            </a:xfrm>
            <a:custGeom>
              <a:avLst/>
              <a:gdLst>
                <a:gd name="connsiteX0" fmla="*/ 2297 w 35218"/>
                <a:gd name="connsiteY0" fmla="*/ 0 h 55489"/>
                <a:gd name="connsiteX1" fmla="*/ 31208 w 35218"/>
                <a:gd name="connsiteY1" fmla="*/ 0 h 55489"/>
                <a:gd name="connsiteX2" fmla="*/ 31208 w 35218"/>
                <a:gd name="connsiteY2" fmla="*/ 6198 h 55489"/>
                <a:gd name="connsiteX3" fmla="*/ 9042 w 35218"/>
                <a:gd name="connsiteY3" fmla="*/ 6198 h 55489"/>
                <a:gd name="connsiteX4" fmla="*/ 9042 w 35218"/>
                <a:gd name="connsiteY4" fmla="*/ 19542 h 55489"/>
                <a:gd name="connsiteX5" fmla="*/ 12250 w 35218"/>
                <a:gd name="connsiteY5" fmla="*/ 18740 h 55489"/>
                <a:gd name="connsiteX6" fmla="*/ 15458 w 35218"/>
                <a:gd name="connsiteY6" fmla="*/ 18448 h 55489"/>
                <a:gd name="connsiteX7" fmla="*/ 29896 w 35218"/>
                <a:gd name="connsiteY7" fmla="*/ 23443 h 55489"/>
                <a:gd name="connsiteX8" fmla="*/ 35219 w 35218"/>
                <a:gd name="connsiteY8" fmla="*/ 36969 h 55489"/>
                <a:gd name="connsiteX9" fmla="*/ 29750 w 35218"/>
                <a:gd name="connsiteY9" fmla="*/ 50640 h 55489"/>
                <a:gd name="connsiteX10" fmla="*/ 14328 w 35218"/>
                <a:gd name="connsiteY10" fmla="*/ 55490 h 55489"/>
                <a:gd name="connsiteX11" fmla="*/ 7329 w 35218"/>
                <a:gd name="connsiteY11" fmla="*/ 54906 h 55489"/>
                <a:gd name="connsiteX12" fmla="*/ 0 w 35218"/>
                <a:gd name="connsiteY12" fmla="*/ 53157 h 55489"/>
                <a:gd name="connsiteX13" fmla="*/ 0 w 35218"/>
                <a:gd name="connsiteY13" fmla="*/ 45755 h 55489"/>
                <a:gd name="connsiteX14" fmla="*/ 6782 w 35218"/>
                <a:gd name="connsiteY14" fmla="*/ 48416 h 55489"/>
                <a:gd name="connsiteX15" fmla="*/ 14182 w 35218"/>
                <a:gd name="connsiteY15" fmla="*/ 49292 h 55489"/>
                <a:gd name="connsiteX16" fmla="*/ 24172 w 35218"/>
                <a:gd name="connsiteY16" fmla="*/ 45974 h 55489"/>
                <a:gd name="connsiteX17" fmla="*/ 27854 w 35218"/>
                <a:gd name="connsiteY17" fmla="*/ 36969 h 55489"/>
                <a:gd name="connsiteX18" fmla="*/ 24172 w 35218"/>
                <a:gd name="connsiteY18" fmla="*/ 27964 h 55489"/>
                <a:gd name="connsiteX19" fmla="*/ 14182 w 35218"/>
                <a:gd name="connsiteY19" fmla="*/ 24646 h 55489"/>
                <a:gd name="connsiteX20" fmla="*/ 8276 w 35218"/>
                <a:gd name="connsiteY20" fmla="*/ 25303 h 55489"/>
                <a:gd name="connsiteX21" fmla="*/ 2297 w 35218"/>
                <a:gd name="connsiteY21" fmla="*/ 27344 h 55489"/>
                <a:gd name="connsiteX22" fmla="*/ 2297 w 35218"/>
                <a:gd name="connsiteY22" fmla="*/ 0 h 55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5218" h="55489">
                  <a:moveTo>
                    <a:pt x="2297" y="0"/>
                  </a:moveTo>
                  <a:lnTo>
                    <a:pt x="31208" y="0"/>
                  </a:lnTo>
                  <a:lnTo>
                    <a:pt x="31208" y="6198"/>
                  </a:lnTo>
                  <a:lnTo>
                    <a:pt x="9042" y="6198"/>
                  </a:lnTo>
                  <a:lnTo>
                    <a:pt x="9042" y="19542"/>
                  </a:lnTo>
                  <a:cubicBezTo>
                    <a:pt x="10112" y="19177"/>
                    <a:pt x="11181" y="18910"/>
                    <a:pt x="12250" y="18740"/>
                  </a:cubicBezTo>
                  <a:cubicBezTo>
                    <a:pt x="13320" y="18545"/>
                    <a:pt x="14389" y="18448"/>
                    <a:pt x="15458" y="18448"/>
                  </a:cubicBezTo>
                  <a:cubicBezTo>
                    <a:pt x="21534" y="18448"/>
                    <a:pt x="26347" y="20113"/>
                    <a:pt x="29896" y="23443"/>
                  </a:cubicBezTo>
                  <a:cubicBezTo>
                    <a:pt x="33445" y="26772"/>
                    <a:pt x="35219" y="31281"/>
                    <a:pt x="35219" y="36969"/>
                  </a:cubicBezTo>
                  <a:cubicBezTo>
                    <a:pt x="35219" y="42827"/>
                    <a:pt x="33396" y="47383"/>
                    <a:pt x="29750" y="50640"/>
                  </a:cubicBezTo>
                  <a:cubicBezTo>
                    <a:pt x="26105" y="53873"/>
                    <a:pt x="20964" y="55490"/>
                    <a:pt x="14328" y="55490"/>
                  </a:cubicBezTo>
                  <a:cubicBezTo>
                    <a:pt x="12043" y="55490"/>
                    <a:pt x="9710" y="55295"/>
                    <a:pt x="7329" y="54906"/>
                  </a:cubicBezTo>
                  <a:cubicBezTo>
                    <a:pt x="4971" y="54517"/>
                    <a:pt x="2528" y="53934"/>
                    <a:pt x="0" y="53157"/>
                  </a:cubicBezTo>
                  <a:lnTo>
                    <a:pt x="0" y="45755"/>
                  </a:lnTo>
                  <a:cubicBezTo>
                    <a:pt x="2188" y="46946"/>
                    <a:pt x="4448" y="47833"/>
                    <a:pt x="6782" y="48416"/>
                  </a:cubicBezTo>
                  <a:cubicBezTo>
                    <a:pt x="9115" y="49001"/>
                    <a:pt x="11582" y="49292"/>
                    <a:pt x="14182" y="49292"/>
                  </a:cubicBezTo>
                  <a:cubicBezTo>
                    <a:pt x="18387" y="49292"/>
                    <a:pt x="21717" y="48186"/>
                    <a:pt x="24172" y="45974"/>
                  </a:cubicBezTo>
                  <a:cubicBezTo>
                    <a:pt x="26626" y="43763"/>
                    <a:pt x="27854" y="40761"/>
                    <a:pt x="27854" y="36969"/>
                  </a:cubicBezTo>
                  <a:cubicBezTo>
                    <a:pt x="27854" y="33178"/>
                    <a:pt x="26626" y="30175"/>
                    <a:pt x="24172" y="27964"/>
                  </a:cubicBezTo>
                  <a:cubicBezTo>
                    <a:pt x="21717" y="25752"/>
                    <a:pt x="18387" y="24646"/>
                    <a:pt x="14182" y="24646"/>
                  </a:cubicBezTo>
                  <a:cubicBezTo>
                    <a:pt x="12214" y="24646"/>
                    <a:pt x="10245" y="24864"/>
                    <a:pt x="8276" y="25303"/>
                  </a:cubicBezTo>
                  <a:cubicBezTo>
                    <a:pt x="6332" y="25740"/>
                    <a:pt x="4339" y="26420"/>
                    <a:pt x="2297" y="27344"/>
                  </a:cubicBezTo>
                  <a:lnTo>
                    <a:pt x="2297" y="0"/>
                  </a:ln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9" name="Freeform 438">
              <a:extLst>
                <a:ext uri="{FF2B5EF4-FFF2-40B4-BE49-F238E27FC236}">
                  <a16:creationId xmlns:a16="http://schemas.microsoft.com/office/drawing/2014/main" id="{E07BE8AF-940D-70FA-B147-F49CC890A56D}"/>
                </a:ext>
              </a:extLst>
            </p:cNvPr>
            <p:cNvSpPr/>
            <p:nvPr/>
          </p:nvSpPr>
          <p:spPr>
            <a:xfrm>
              <a:off x="5092813" y="4229280"/>
              <a:ext cx="60879" cy="39083"/>
            </a:xfrm>
            <a:custGeom>
              <a:avLst/>
              <a:gdLst>
                <a:gd name="connsiteX0" fmla="*/ 27194 w 60879"/>
                <a:gd name="connsiteY0" fmla="*/ 0 h 39083"/>
                <a:gd name="connsiteX1" fmla="*/ 31030 w 60879"/>
                <a:gd name="connsiteY1" fmla="*/ 1476 h 39083"/>
                <a:gd name="connsiteX2" fmla="*/ 32464 w 60879"/>
                <a:gd name="connsiteY2" fmla="*/ 4722 h 39083"/>
                <a:gd name="connsiteX3" fmla="*/ 31536 w 60879"/>
                <a:gd name="connsiteY3" fmla="*/ 7168 h 39083"/>
                <a:gd name="connsiteX4" fmla="*/ 29428 w 60879"/>
                <a:gd name="connsiteY4" fmla="*/ 8011 h 39083"/>
                <a:gd name="connsiteX5" fmla="*/ 28290 w 60879"/>
                <a:gd name="connsiteY5" fmla="*/ 7800 h 39083"/>
                <a:gd name="connsiteX6" fmla="*/ 26814 w 60879"/>
                <a:gd name="connsiteY6" fmla="*/ 7125 h 39083"/>
                <a:gd name="connsiteX7" fmla="*/ 25423 w 60879"/>
                <a:gd name="connsiteY7" fmla="*/ 5566 h 39083"/>
                <a:gd name="connsiteX8" fmla="*/ 24748 w 60879"/>
                <a:gd name="connsiteY8" fmla="*/ 3078 h 39083"/>
                <a:gd name="connsiteX9" fmla="*/ 24411 w 60879"/>
                <a:gd name="connsiteY9" fmla="*/ 3458 h 39083"/>
                <a:gd name="connsiteX10" fmla="*/ 23736 w 60879"/>
                <a:gd name="connsiteY10" fmla="*/ 5270 h 39083"/>
                <a:gd name="connsiteX11" fmla="*/ 23652 w 60879"/>
                <a:gd name="connsiteY11" fmla="*/ 6029 h 39083"/>
                <a:gd name="connsiteX12" fmla="*/ 25802 w 60879"/>
                <a:gd name="connsiteY12" fmla="*/ 11890 h 39083"/>
                <a:gd name="connsiteX13" fmla="*/ 31915 w 60879"/>
                <a:gd name="connsiteY13" fmla="*/ 18382 h 39083"/>
                <a:gd name="connsiteX14" fmla="*/ 38324 w 60879"/>
                <a:gd name="connsiteY14" fmla="*/ 25802 h 39083"/>
                <a:gd name="connsiteX15" fmla="*/ 47388 w 60879"/>
                <a:gd name="connsiteY15" fmla="*/ 13027 h 39083"/>
                <a:gd name="connsiteX16" fmla="*/ 50087 w 60879"/>
                <a:gd name="connsiteY16" fmla="*/ 13365 h 39083"/>
                <a:gd name="connsiteX17" fmla="*/ 54893 w 60879"/>
                <a:gd name="connsiteY17" fmla="*/ 14040 h 39083"/>
                <a:gd name="connsiteX18" fmla="*/ 58940 w 60879"/>
                <a:gd name="connsiteY18" fmla="*/ 11299 h 39083"/>
                <a:gd name="connsiteX19" fmla="*/ 56242 w 60879"/>
                <a:gd name="connsiteY19" fmla="*/ 6957 h 39083"/>
                <a:gd name="connsiteX20" fmla="*/ 48274 w 60879"/>
                <a:gd name="connsiteY20" fmla="*/ 3794 h 39083"/>
                <a:gd name="connsiteX21" fmla="*/ 47009 w 60879"/>
                <a:gd name="connsiteY21" fmla="*/ 3373 h 39083"/>
                <a:gd name="connsiteX22" fmla="*/ 46714 w 60879"/>
                <a:gd name="connsiteY22" fmla="*/ 2572 h 39083"/>
                <a:gd name="connsiteX23" fmla="*/ 47557 w 60879"/>
                <a:gd name="connsiteY23" fmla="*/ 1518 h 39083"/>
                <a:gd name="connsiteX24" fmla="*/ 56284 w 60879"/>
                <a:gd name="connsiteY24" fmla="*/ 4638 h 39083"/>
                <a:gd name="connsiteX25" fmla="*/ 60880 w 60879"/>
                <a:gd name="connsiteY25" fmla="*/ 11468 h 39083"/>
                <a:gd name="connsiteX26" fmla="*/ 58519 w 60879"/>
                <a:gd name="connsiteY26" fmla="*/ 17159 h 39083"/>
                <a:gd name="connsiteX27" fmla="*/ 52321 w 60879"/>
                <a:gd name="connsiteY27" fmla="*/ 19394 h 39083"/>
                <a:gd name="connsiteX28" fmla="*/ 49286 w 60879"/>
                <a:gd name="connsiteY28" fmla="*/ 19057 h 39083"/>
                <a:gd name="connsiteX29" fmla="*/ 47473 w 60879"/>
                <a:gd name="connsiteY29" fmla="*/ 18804 h 39083"/>
                <a:gd name="connsiteX30" fmla="*/ 44015 w 60879"/>
                <a:gd name="connsiteY30" fmla="*/ 19900 h 39083"/>
                <a:gd name="connsiteX31" fmla="*/ 41739 w 60879"/>
                <a:gd name="connsiteY31" fmla="*/ 22767 h 39083"/>
                <a:gd name="connsiteX32" fmla="*/ 40643 w 60879"/>
                <a:gd name="connsiteY32" fmla="*/ 26014 h 39083"/>
                <a:gd name="connsiteX33" fmla="*/ 40137 w 60879"/>
                <a:gd name="connsiteY33" fmla="*/ 28838 h 39083"/>
                <a:gd name="connsiteX34" fmla="*/ 59067 w 60879"/>
                <a:gd name="connsiteY34" fmla="*/ 33645 h 39083"/>
                <a:gd name="connsiteX35" fmla="*/ 60332 w 60879"/>
                <a:gd name="connsiteY35" fmla="*/ 34867 h 39083"/>
                <a:gd name="connsiteX36" fmla="*/ 60880 w 60879"/>
                <a:gd name="connsiteY36" fmla="*/ 36596 h 39083"/>
                <a:gd name="connsiteX37" fmla="*/ 60289 w 60879"/>
                <a:gd name="connsiteY37" fmla="*/ 38282 h 39083"/>
                <a:gd name="connsiteX38" fmla="*/ 58434 w 60879"/>
                <a:gd name="connsiteY38" fmla="*/ 39083 h 39083"/>
                <a:gd name="connsiteX39" fmla="*/ 56537 w 60879"/>
                <a:gd name="connsiteY39" fmla="*/ 38746 h 39083"/>
                <a:gd name="connsiteX40" fmla="*/ 6788 w 60879"/>
                <a:gd name="connsiteY40" fmla="*/ 26224 h 39083"/>
                <a:gd name="connsiteX41" fmla="*/ 5101 w 60879"/>
                <a:gd name="connsiteY41" fmla="*/ 25971 h 39083"/>
                <a:gd name="connsiteX42" fmla="*/ 4343 w 60879"/>
                <a:gd name="connsiteY42" fmla="*/ 26182 h 39083"/>
                <a:gd name="connsiteX43" fmla="*/ 3837 w 60879"/>
                <a:gd name="connsiteY43" fmla="*/ 27363 h 39083"/>
                <a:gd name="connsiteX44" fmla="*/ 3626 w 60879"/>
                <a:gd name="connsiteY44" fmla="*/ 30271 h 39083"/>
                <a:gd name="connsiteX45" fmla="*/ 3584 w 60879"/>
                <a:gd name="connsiteY45" fmla="*/ 31452 h 39083"/>
                <a:gd name="connsiteX46" fmla="*/ 3331 w 60879"/>
                <a:gd name="connsiteY46" fmla="*/ 32084 h 39083"/>
                <a:gd name="connsiteX47" fmla="*/ 2572 w 60879"/>
                <a:gd name="connsiteY47" fmla="*/ 32379 h 39083"/>
                <a:gd name="connsiteX48" fmla="*/ 1476 w 60879"/>
                <a:gd name="connsiteY48" fmla="*/ 32084 h 39083"/>
                <a:gd name="connsiteX49" fmla="*/ 970 w 60879"/>
                <a:gd name="connsiteY49" fmla="*/ 31495 h 39083"/>
                <a:gd name="connsiteX50" fmla="*/ 843 w 60879"/>
                <a:gd name="connsiteY50" fmla="*/ 30735 h 39083"/>
                <a:gd name="connsiteX51" fmla="*/ 590 w 60879"/>
                <a:gd name="connsiteY51" fmla="*/ 27616 h 39083"/>
                <a:gd name="connsiteX52" fmla="*/ 169 w 60879"/>
                <a:gd name="connsiteY52" fmla="*/ 23146 h 39083"/>
                <a:gd name="connsiteX53" fmla="*/ 0 w 60879"/>
                <a:gd name="connsiteY53" fmla="*/ 20195 h 39083"/>
                <a:gd name="connsiteX54" fmla="*/ 253 w 60879"/>
                <a:gd name="connsiteY54" fmla="*/ 19436 h 39083"/>
                <a:gd name="connsiteX55" fmla="*/ 717 w 60879"/>
                <a:gd name="connsiteY55" fmla="*/ 19099 h 39083"/>
                <a:gd name="connsiteX56" fmla="*/ 928 w 60879"/>
                <a:gd name="connsiteY56" fmla="*/ 19057 h 39083"/>
                <a:gd name="connsiteX57" fmla="*/ 37354 w 60879"/>
                <a:gd name="connsiteY57" fmla="*/ 28037 h 39083"/>
                <a:gd name="connsiteX58" fmla="*/ 29344 w 60879"/>
                <a:gd name="connsiteY58" fmla="*/ 18466 h 39083"/>
                <a:gd name="connsiteX59" fmla="*/ 21755 w 60879"/>
                <a:gd name="connsiteY59" fmla="*/ 5861 h 39083"/>
                <a:gd name="connsiteX60" fmla="*/ 23441 w 60879"/>
                <a:gd name="connsiteY60" fmla="*/ 1561 h 39083"/>
                <a:gd name="connsiteX61" fmla="*/ 27194 w 60879"/>
                <a:gd name="connsiteY61" fmla="*/ 0 h 39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60879" h="39083">
                  <a:moveTo>
                    <a:pt x="27194" y="0"/>
                  </a:moveTo>
                  <a:cubicBezTo>
                    <a:pt x="28796" y="0"/>
                    <a:pt x="30074" y="492"/>
                    <a:pt x="31030" y="1476"/>
                  </a:cubicBezTo>
                  <a:cubicBezTo>
                    <a:pt x="31986" y="2432"/>
                    <a:pt x="32464" y="3514"/>
                    <a:pt x="32464" y="4722"/>
                  </a:cubicBezTo>
                  <a:cubicBezTo>
                    <a:pt x="32464" y="5791"/>
                    <a:pt x="32154" y="6605"/>
                    <a:pt x="31536" y="7168"/>
                  </a:cubicBezTo>
                  <a:cubicBezTo>
                    <a:pt x="30918" y="7730"/>
                    <a:pt x="30215" y="8011"/>
                    <a:pt x="29428" y="8011"/>
                  </a:cubicBezTo>
                  <a:cubicBezTo>
                    <a:pt x="29091" y="8011"/>
                    <a:pt x="28711" y="7941"/>
                    <a:pt x="28290" y="7800"/>
                  </a:cubicBezTo>
                  <a:cubicBezTo>
                    <a:pt x="27840" y="7659"/>
                    <a:pt x="27348" y="7434"/>
                    <a:pt x="26814" y="7125"/>
                  </a:cubicBezTo>
                  <a:cubicBezTo>
                    <a:pt x="26280" y="6788"/>
                    <a:pt x="25816" y="6268"/>
                    <a:pt x="25423" y="5566"/>
                  </a:cubicBezTo>
                  <a:cubicBezTo>
                    <a:pt x="25029" y="4863"/>
                    <a:pt x="24804" y="4034"/>
                    <a:pt x="24748" y="3078"/>
                  </a:cubicBezTo>
                  <a:cubicBezTo>
                    <a:pt x="24551" y="3275"/>
                    <a:pt x="24439" y="3401"/>
                    <a:pt x="24411" y="3458"/>
                  </a:cubicBezTo>
                  <a:cubicBezTo>
                    <a:pt x="24074" y="3879"/>
                    <a:pt x="23849" y="4483"/>
                    <a:pt x="23736" y="5270"/>
                  </a:cubicBezTo>
                  <a:cubicBezTo>
                    <a:pt x="23680" y="5383"/>
                    <a:pt x="23652" y="5636"/>
                    <a:pt x="23652" y="6029"/>
                  </a:cubicBezTo>
                  <a:cubicBezTo>
                    <a:pt x="23652" y="7969"/>
                    <a:pt x="24369" y="9922"/>
                    <a:pt x="25802" y="11890"/>
                  </a:cubicBezTo>
                  <a:cubicBezTo>
                    <a:pt x="27208" y="13829"/>
                    <a:pt x="29245" y="15993"/>
                    <a:pt x="31915" y="18382"/>
                  </a:cubicBezTo>
                  <a:cubicBezTo>
                    <a:pt x="35035" y="21389"/>
                    <a:pt x="37171" y="23863"/>
                    <a:pt x="38324" y="25802"/>
                  </a:cubicBezTo>
                  <a:cubicBezTo>
                    <a:pt x="39448" y="17285"/>
                    <a:pt x="42470" y="13027"/>
                    <a:pt x="47388" y="13027"/>
                  </a:cubicBezTo>
                  <a:cubicBezTo>
                    <a:pt x="48203" y="13027"/>
                    <a:pt x="49103" y="13140"/>
                    <a:pt x="50087" y="13365"/>
                  </a:cubicBezTo>
                  <a:cubicBezTo>
                    <a:pt x="51942" y="13815"/>
                    <a:pt x="53544" y="14040"/>
                    <a:pt x="54893" y="14040"/>
                  </a:cubicBezTo>
                  <a:cubicBezTo>
                    <a:pt x="57591" y="14040"/>
                    <a:pt x="58940" y="13126"/>
                    <a:pt x="58940" y="11299"/>
                  </a:cubicBezTo>
                  <a:cubicBezTo>
                    <a:pt x="58940" y="9529"/>
                    <a:pt x="58041" y="8081"/>
                    <a:pt x="56242" y="6957"/>
                  </a:cubicBezTo>
                  <a:cubicBezTo>
                    <a:pt x="54443" y="5804"/>
                    <a:pt x="51787" y="4750"/>
                    <a:pt x="48274" y="3794"/>
                  </a:cubicBezTo>
                  <a:cubicBezTo>
                    <a:pt x="47627" y="3654"/>
                    <a:pt x="47206" y="3514"/>
                    <a:pt x="47009" y="3373"/>
                  </a:cubicBezTo>
                  <a:cubicBezTo>
                    <a:pt x="46812" y="3233"/>
                    <a:pt x="46714" y="2965"/>
                    <a:pt x="46714" y="2572"/>
                  </a:cubicBezTo>
                  <a:cubicBezTo>
                    <a:pt x="46714" y="1869"/>
                    <a:pt x="46995" y="1518"/>
                    <a:pt x="47557" y="1518"/>
                  </a:cubicBezTo>
                  <a:cubicBezTo>
                    <a:pt x="50845" y="2164"/>
                    <a:pt x="53754" y="3204"/>
                    <a:pt x="56284" y="4638"/>
                  </a:cubicBezTo>
                  <a:cubicBezTo>
                    <a:pt x="59348" y="6465"/>
                    <a:pt x="60880" y="8742"/>
                    <a:pt x="60880" y="11468"/>
                  </a:cubicBezTo>
                  <a:cubicBezTo>
                    <a:pt x="60880" y="13745"/>
                    <a:pt x="60093" y="15642"/>
                    <a:pt x="58519" y="17159"/>
                  </a:cubicBezTo>
                  <a:cubicBezTo>
                    <a:pt x="56917" y="18649"/>
                    <a:pt x="54851" y="19394"/>
                    <a:pt x="52321" y="19394"/>
                  </a:cubicBezTo>
                  <a:cubicBezTo>
                    <a:pt x="51703" y="19394"/>
                    <a:pt x="50691" y="19282"/>
                    <a:pt x="49286" y="19057"/>
                  </a:cubicBezTo>
                  <a:cubicBezTo>
                    <a:pt x="48723" y="18888"/>
                    <a:pt x="48119" y="18804"/>
                    <a:pt x="47473" y="18804"/>
                  </a:cubicBezTo>
                  <a:cubicBezTo>
                    <a:pt x="46152" y="18804"/>
                    <a:pt x="44999" y="19169"/>
                    <a:pt x="44015" y="19900"/>
                  </a:cubicBezTo>
                  <a:cubicBezTo>
                    <a:pt x="43004" y="20631"/>
                    <a:pt x="42245" y="21586"/>
                    <a:pt x="41739" y="22767"/>
                  </a:cubicBezTo>
                  <a:cubicBezTo>
                    <a:pt x="41233" y="23947"/>
                    <a:pt x="40867" y="25030"/>
                    <a:pt x="40643" y="26014"/>
                  </a:cubicBezTo>
                  <a:cubicBezTo>
                    <a:pt x="40390" y="26968"/>
                    <a:pt x="40221" y="27910"/>
                    <a:pt x="40137" y="28838"/>
                  </a:cubicBezTo>
                  <a:cubicBezTo>
                    <a:pt x="52026" y="31648"/>
                    <a:pt x="58336" y="33251"/>
                    <a:pt x="59067" y="33645"/>
                  </a:cubicBezTo>
                  <a:cubicBezTo>
                    <a:pt x="59573" y="33898"/>
                    <a:pt x="59994" y="34304"/>
                    <a:pt x="60332" y="34867"/>
                  </a:cubicBezTo>
                  <a:cubicBezTo>
                    <a:pt x="60697" y="35429"/>
                    <a:pt x="60880" y="36005"/>
                    <a:pt x="60880" y="36596"/>
                  </a:cubicBezTo>
                  <a:cubicBezTo>
                    <a:pt x="60880" y="37158"/>
                    <a:pt x="60683" y="37720"/>
                    <a:pt x="60289" y="38282"/>
                  </a:cubicBezTo>
                  <a:cubicBezTo>
                    <a:pt x="59924" y="38816"/>
                    <a:pt x="59306" y="39083"/>
                    <a:pt x="58434" y="39083"/>
                  </a:cubicBezTo>
                  <a:cubicBezTo>
                    <a:pt x="57985" y="39083"/>
                    <a:pt x="57352" y="38971"/>
                    <a:pt x="56537" y="38746"/>
                  </a:cubicBezTo>
                  <a:lnTo>
                    <a:pt x="6788" y="26224"/>
                  </a:lnTo>
                  <a:lnTo>
                    <a:pt x="5101" y="25971"/>
                  </a:lnTo>
                  <a:cubicBezTo>
                    <a:pt x="4764" y="25971"/>
                    <a:pt x="4511" y="26041"/>
                    <a:pt x="4343" y="26182"/>
                  </a:cubicBezTo>
                  <a:cubicBezTo>
                    <a:pt x="4146" y="26294"/>
                    <a:pt x="3977" y="26688"/>
                    <a:pt x="3837" y="27363"/>
                  </a:cubicBezTo>
                  <a:cubicBezTo>
                    <a:pt x="3696" y="28009"/>
                    <a:pt x="3626" y="28978"/>
                    <a:pt x="3626" y="30271"/>
                  </a:cubicBezTo>
                  <a:cubicBezTo>
                    <a:pt x="3626" y="30805"/>
                    <a:pt x="3612" y="31199"/>
                    <a:pt x="3584" y="31452"/>
                  </a:cubicBezTo>
                  <a:cubicBezTo>
                    <a:pt x="3556" y="31676"/>
                    <a:pt x="3471" y="31887"/>
                    <a:pt x="3331" y="32084"/>
                  </a:cubicBezTo>
                  <a:cubicBezTo>
                    <a:pt x="3162" y="32281"/>
                    <a:pt x="2909" y="32379"/>
                    <a:pt x="2572" y="32379"/>
                  </a:cubicBezTo>
                  <a:cubicBezTo>
                    <a:pt x="2094" y="32379"/>
                    <a:pt x="1729" y="32281"/>
                    <a:pt x="1476" y="32084"/>
                  </a:cubicBezTo>
                  <a:cubicBezTo>
                    <a:pt x="1195" y="31860"/>
                    <a:pt x="1026" y="31663"/>
                    <a:pt x="970" y="31495"/>
                  </a:cubicBezTo>
                  <a:cubicBezTo>
                    <a:pt x="913" y="31325"/>
                    <a:pt x="871" y="31072"/>
                    <a:pt x="843" y="30735"/>
                  </a:cubicBezTo>
                  <a:cubicBezTo>
                    <a:pt x="815" y="30257"/>
                    <a:pt x="731" y="29218"/>
                    <a:pt x="590" y="27616"/>
                  </a:cubicBezTo>
                  <a:cubicBezTo>
                    <a:pt x="422" y="26014"/>
                    <a:pt x="281" y="24524"/>
                    <a:pt x="169" y="23146"/>
                  </a:cubicBezTo>
                  <a:cubicBezTo>
                    <a:pt x="56" y="21769"/>
                    <a:pt x="0" y="20785"/>
                    <a:pt x="0" y="20195"/>
                  </a:cubicBezTo>
                  <a:cubicBezTo>
                    <a:pt x="0" y="19858"/>
                    <a:pt x="84" y="19605"/>
                    <a:pt x="253" y="19436"/>
                  </a:cubicBezTo>
                  <a:cubicBezTo>
                    <a:pt x="393" y="19239"/>
                    <a:pt x="548" y="19127"/>
                    <a:pt x="717" y="19099"/>
                  </a:cubicBezTo>
                  <a:lnTo>
                    <a:pt x="928" y="19057"/>
                  </a:lnTo>
                  <a:lnTo>
                    <a:pt x="37354" y="28037"/>
                  </a:lnTo>
                  <a:cubicBezTo>
                    <a:pt x="36370" y="25564"/>
                    <a:pt x="33700" y="22373"/>
                    <a:pt x="29344" y="18466"/>
                  </a:cubicBezTo>
                  <a:cubicBezTo>
                    <a:pt x="24284" y="13941"/>
                    <a:pt x="21755" y="9739"/>
                    <a:pt x="21755" y="5861"/>
                  </a:cubicBezTo>
                  <a:cubicBezTo>
                    <a:pt x="21755" y="4034"/>
                    <a:pt x="22317" y="2600"/>
                    <a:pt x="23441" y="1561"/>
                  </a:cubicBezTo>
                  <a:cubicBezTo>
                    <a:pt x="24537" y="520"/>
                    <a:pt x="25788" y="0"/>
                    <a:pt x="27194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0" name="Freeform 439">
              <a:extLst>
                <a:ext uri="{FF2B5EF4-FFF2-40B4-BE49-F238E27FC236}">
                  <a16:creationId xmlns:a16="http://schemas.microsoft.com/office/drawing/2014/main" id="{89933056-7D2C-A12A-F7D2-DC2546CCA945}"/>
                </a:ext>
              </a:extLst>
            </p:cNvPr>
            <p:cNvSpPr/>
            <p:nvPr/>
          </p:nvSpPr>
          <p:spPr>
            <a:xfrm>
              <a:off x="5087965" y="4196873"/>
              <a:ext cx="86344" cy="20025"/>
            </a:xfrm>
            <a:custGeom>
              <a:avLst/>
              <a:gdLst>
                <a:gd name="connsiteX0" fmla="*/ 43172 w 86344"/>
                <a:gd name="connsiteY0" fmla="*/ 20026 h 20025"/>
                <a:gd name="connsiteX1" fmla="*/ 16822 w 86344"/>
                <a:gd name="connsiteY1" fmla="*/ 14587 h 20025"/>
                <a:gd name="connsiteX2" fmla="*/ 7758 w 86344"/>
                <a:gd name="connsiteY2" fmla="*/ 9022 h 20025"/>
                <a:gd name="connsiteX3" fmla="*/ 1813 w 86344"/>
                <a:gd name="connsiteY3" fmla="*/ 3625 h 20025"/>
                <a:gd name="connsiteX4" fmla="*/ 0 w 86344"/>
                <a:gd name="connsiteY4" fmla="*/ 885 h 20025"/>
                <a:gd name="connsiteX5" fmla="*/ 843 w 86344"/>
                <a:gd name="connsiteY5" fmla="*/ 0 h 20025"/>
                <a:gd name="connsiteX6" fmla="*/ 2319 w 86344"/>
                <a:gd name="connsiteY6" fmla="*/ 1138 h 20025"/>
                <a:gd name="connsiteX7" fmla="*/ 43172 w 86344"/>
                <a:gd name="connsiteY7" fmla="*/ 15008 h 20025"/>
                <a:gd name="connsiteX8" fmla="*/ 83562 w 86344"/>
                <a:gd name="connsiteY8" fmla="*/ 1475 h 20025"/>
                <a:gd name="connsiteX9" fmla="*/ 85501 w 86344"/>
                <a:gd name="connsiteY9" fmla="*/ 0 h 20025"/>
                <a:gd name="connsiteX10" fmla="*/ 86344 w 86344"/>
                <a:gd name="connsiteY10" fmla="*/ 885 h 20025"/>
                <a:gd name="connsiteX11" fmla="*/ 84616 w 86344"/>
                <a:gd name="connsiteY11" fmla="*/ 3541 h 20025"/>
                <a:gd name="connsiteX12" fmla="*/ 78924 w 86344"/>
                <a:gd name="connsiteY12" fmla="*/ 8811 h 20025"/>
                <a:gd name="connsiteX13" fmla="*/ 70113 w 86344"/>
                <a:gd name="connsiteY13" fmla="*/ 14334 h 20025"/>
                <a:gd name="connsiteX14" fmla="*/ 43172 w 86344"/>
                <a:gd name="connsiteY14" fmla="*/ 20026 h 20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6344" h="20025">
                  <a:moveTo>
                    <a:pt x="43172" y="20026"/>
                  </a:moveTo>
                  <a:cubicBezTo>
                    <a:pt x="33447" y="20026"/>
                    <a:pt x="24664" y="18213"/>
                    <a:pt x="16822" y="14587"/>
                  </a:cubicBezTo>
                  <a:cubicBezTo>
                    <a:pt x="13533" y="13041"/>
                    <a:pt x="10512" y="11186"/>
                    <a:pt x="7758" y="9022"/>
                  </a:cubicBezTo>
                  <a:cubicBezTo>
                    <a:pt x="5003" y="6857"/>
                    <a:pt x="3022" y="5059"/>
                    <a:pt x="1813" y="3625"/>
                  </a:cubicBezTo>
                  <a:cubicBezTo>
                    <a:pt x="604" y="2191"/>
                    <a:pt x="0" y="1278"/>
                    <a:pt x="0" y="885"/>
                  </a:cubicBezTo>
                  <a:cubicBezTo>
                    <a:pt x="0" y="322"/>
                    <a:pt x="281" y="28"/>
                    <a:pt x="843" y="0"/>
                  </a:cubicBezTo>
                  <a:cubicBezTo>
                    <a:pt x="1124" y="0"/>
                    <a:pt x="1616" y="379"/>
                    <a:pt x="2319" y="1138"/>
                  </a:cubicBezTo>
                  <a:cubicBezTo>
                    <a:pt x="11763" y="10413"/>
                    <a:pt x="25381" y="15036"/>
                    <a:pt x="43172" y="15008"/>
                  </a:cubicBezTo>
                  <a:cubicBezTo>
                    <a:pt x="61020" y="15008"/>
                    <a:pt x="74483" y="10498"/>
                    <a:pt x="83562" y="1475"/>
                  </a:cubicBezTo>
                  <a:cubicBezTo>
                    <a:pt x="84545" y="491"/>
                    <a:pt x="85192" y="0"/>
                    <a:pt x="85501" y="0"/>
                  </a:cubicBezTo>
                  <a:cubicBezTo>
                    <a:pt x="86064" y="0"/>
                    <a:pt x="86344" y="295"/>
                    <a:pt x="86344" y="885"/>
                  </a:cubicBezTo>
                  <a:cubicBezTo>
                    <a:pt x="86344" y="1278"/>
                    <a:pt x="85768" y="2164"/>
                    <a:pt x="84616" y="3541"/>
                  </a:cubicBezTo>
                  <a:cubicBezTo>
                    <a:pt x="83464" y="4918"/>
                    <a:pt x="81566" y="6675"/>
                    <a:pt x="78924" y="8811"/>
                  </a:cubicBezTo>
                  <a:cubicBezTo>
                    <a:pt x="76282" y="10947"/>
                    <a:pt x="73345" y="12788"/>
                    <a:pt x="70113" y="14334"/>
                  </a:cubicBezTo>
                  <a:cubicBezTo>
                    <a:pt x="62271" y="18129"/>
                    <a:pt x="53291" y="20026"/>
                    <a:pt x="43172" y="20026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1" name="Freeform 440">
              <a:extLst>
                <a:ext uri="{FF2B5EF4-FFF2-40B4-BE49-F238E27FC236}">
                  <a16:creationId xmlns:a16="http://schemas.microsoft.com/office/drawing/2014/main" id="{1C49D9D0-0BFD-D5D1-92FE-F64FD1EAEE2B}"/>
                </a:ext>
              </a:extLst>
            </p:cNvPr>
            <p:cNvSpPr/>
            <p:nvPr/>
          </p:nvSpPr>
          <p:spPr>
            <a:xfrm>
              <a:off x="5114568" y="4147308"/>
              <a:ext cx="39124" cy="43003"/>
            </a:xfrm>
            <a:custGeom>
              <a:avLst/>
              <a:gdLst>
                <a:gd name="connsiteX0" fmla="*/ 5692 w 39124"/>
                <a:gd name="connsiteY0" fmla="*/ 0 h 43003"/>
                <a:gd name="connsiteX1" fmla="*/ 9402 w 39124"/>
                <a:gd name="connsiteY1" fmla="*/ 1476 h 43003"/>
                <a:gd name="connsiteX2" fmla="*/ 10709 w 39124"/>
                <a:gd name="connsiteY2" fmla="*/ 4638 h 43003"/>
                <a:gd name="connsiteX3" fmla="*/ 9781 w 39124"/>
                <a:gd name="connsiteY3" fmla="*/ 7083 h 43003"/>
                <a:gd name="connsiteX4" fmla="*/ 7673 w 39124"/>
                <a:gd name="connsiteY4" fmla="*/ 7926 h 43003"/>
                <a:gd name="connsiteX5" fmla="*/ 4680 w 39124"/>
                <a:gd name="connsiteY5" fmla="*/ 6745 h 43003"/>
                <a:gd name="connsiteX6" fmla="*/ 2993 w 39124"/>
                <a:gd name="connsiteY6" fmla="*/ 3794 h 43003"/>
                <a:gd name="connsiteX7" fmla="*/ 1897 w 39124"/>
                <a:gd name="connsiteY7" fmla="*/ 8095 h 43003"/>
                <a:gd name="connsiteX8" fmla="*/ 2783 w 39124"/>
                <a:gd name="connsiteY8" fmla="*/ 11257 h 43003"/>
                <a:gd name="connsiteX9" fmla="*/ 4806 w 39124"/>
                <a:gd name="connsiteY9" fmla="*/ 13576 h 43003"/>
                <a:gd name="connsiteX10" fmla="*/ 7589 w 39124"/>
                <a:gd name="connsiteY10" fmla="*/ 15178 h 43003"/>
                <a:gd name="connsiteX11" fmla="*/ 10161 w 39124"/>
                <a:gd name="connsiteY11" fmla="*/ 16189 h 43003"/>
                <a:gd name="connsiteX12" fmla="*/ 12100 w 39124"/>
                <a:gd name="connsiteY12" fmla="*/ 16654 h 43003"/>
                <a:gd name="connsiteX13" fmla="*/ 23905 w 39124"/>
                <a:gd name="connsiteY13" fmla="*/ 19605 h 43003"/>
                <a:gd name="connsiteX14" fmla="*/ 31494 w 39124"/>
                <a:gd name="connsiteY14" fmla="*/ 21038 h 43003"/>
                <a:gd name="connsiteX15" fmla="*/ 35583 w 39124"/>
                <a:gd name="connsiteY15" fmla="*/ 19858 h 43003"/>
                <a:gd name="connsiteX16" fmla="*/ 37185 w 39124"/>
                <a:gd name="connsiteY16" fmla="*/ 16316 h 43003"/>
                <a:gd name="connsiteX17" fmla="*/ 36932 w 39124"/>
                <a:gd name="connsiteY17" fmla="*/ 14334 h 43003"/>
                <a:gd name="connsiteX18" fmla="*/ 35879 w 39124"/>
                <a:gd name="connsiteY18" fmla="*/ 11931 h 43003"/>
                <a:gd name="connsiteX19" fmla="*/ 33897 w 39124"/>
                <a:gd name="connsiteY19" fmla="*/ 9318 h 43003"/>
                <a:gd name="connsiteX20" fmla="*/ 30608 w 39124"/>
                <a:gd name="connsiteY20" fmla="*/ 6830 h 43003"/>
                <a:gd name="connsiteX21" fmla="*/ 25886 w 39124"/>
                <a:gd name="connsiteY21" fmla="*/ 4806 h 43003"/>
                <a:gd name="connsiteX22" fmla="*/ 24959 w 39124"/>
                <a:gd name="connsiteY22" fmla="*/ 3710 h 43003"/>
                <a:gd name="connsiteX23" fmla="*/ 25802 w 39124"/>
                <a:gd name="connsiteY23" fmla="*/ 2656 h 43003"/>
                <a:gd name="connsiteX24" fmla="*/ 28037 w 39124"/>
                <a:gd name="connsiteY24" fmla="*/ 3246 h 43003"/>
                <a:gd name="connsiteX25" fmla="*/ 31452 w 39124"/>
                <a:gd name="connsiteY25" fmla="*/ 5017 h 43003"/>
                <a:gd name="connsiteX26" fmla="*/ 35077 w 39124"/>
                <a:gd name="connsiteY26" fmla="*/ 7757 h 43003"/>
                <a:gd name="connsiteX27" fmla="*/ 37944 w 39124"/>
                <a:gd name="connsiteY27" fmla="*/ 11636 h 43003"/>
                <a:gd name="connsiteX28" fmla="*/ 39125 w 39124"/>
                <a:gd name="connsiteY28" fmla="*/ 16484 h 43003"/>
                <a:gd name="connsiteX29" fmla="*/ 37185 w 39124"/>
                <a:gd name="connsiteY29" fmla="*/ 22514 h 43003"/>
                <a:gd name="connsiteX30" fmla="*/ 32548 w 39124"/>
                <a:gd name="connsiteY30" fmla="*/ 25802 h 43003"/>
                <a:gd name="connsiteX31" fmla="*/ 33433 w 39124"/>
                <a:gd name="connsiteY31" fmla="*/ 26308 h 43003"/>
                <a:gd name="connsiteX32" fmla="*/ 35077 w 39124"/>
                <a:gd name="connsiteY32" fmla="*/ 27489 h 43003"/>
                <a:gd name="connsiteX33" fmla="*/ 37017 w 39124"/>
                <a:gd name="connsiteY33" fmla="*/ 29301 h 43003"/>
                <a:gd name="connsiteX34" fmla="*/ 38450 w 39124"/>
                <a:gd name="connsiteY34" fmla="*/ 31789 h 43003"/>
                <a:gd name="connsiteX35" fmla="*/ 39125 w 39124"/>
                <a:gd name="connsiteY35" fmla="*/ 34867 h 43003"/>
                <a:gd name="connsiteX36" fmla="*/ 38535 w 39124"/>
                <a:gd name="connsiteY36" fmla="*/ 38704 h 43003"/>
                <a:gd name="connsiteX37" fmla="*/ 36595 w 39124"/>
                <a:gd name="connsiteY37" fmla="*/ 41738 h 43003"/>
                <a:gd name="connsiteX38" fmla="*/ 33391 w 39124"/>
                <a:gd name="connsiteY38" fmla="*/ 43004 h 43003"/>
                <a:gd name="connsiteX39" fmla="*/ 29892 w 39124"/>
                <a:gd name="connsiteY39" fmla="*/ 41612 h 43003"/>
                <a:gd name="connsiteX40" fmla="*/ 28416 w 39124"/>
                <a:gd name="connsiteY40" fmla="*/ 38239 h 43003"/>
                <a:gd name="connsiteX41" fmla="*/ 29133 w 39124"/>
                <a:gd name="connsiteY41" fmla="*/ 36047 h 43003"/>
                <a:gd name="connsiteX42" fmla="*/ 31409 w 39124"/>
                <a:gd name="connsiteY42" fmla="*/ 35035 h 43003"/>
                <a:gd name="connsiteX43" fmla="*/ 34445 w 39124"/>
                <a:gd name="connsiteY43" fmla="*/ 36216 h 43003"/>
                <a:gd name="connsiteX44" fmla="*/ 36089 w 39124"/>
                <a:gd name="connsiteY44" fmla="*/ 39082 h 43003"/>
                <a:gd name="connsiteX45" fmla="*/ 37185 w 39124"/>
                <a:gd name="connsiteY45" fmla="*/ 34782 h 43003"/>
                <a:gd name="connsiteX46" fmla="*/ 34740 w 39124"/>
                <a:gd name="connsiteY46" fmla="*/ 29807 h 43003"/>
                <a:gd name="connsiteX47" fmla="*/ 28205 w 39124"/>
                <a:gd name="connsiteY47" fmla="*/ 26561 h 43003"/>
                <a:gd name="connsiteX48" fmla="*/ 13997 w 39124"/>
                <a:gd name="connsiteY48" fmla="*/ 22936 h 43003"/>
                <a:gd name="connsiteX49" fmla="*/ 7673 w 39124"/>
                <a:gd name="connsiteY49" fmla="*/ 21923 h 43003"/>
                <a:gd name="connsiteX50" fmla="*/ 4680 w 39124"/>
                <a:gd name="connsiteY50" fmla="*/ 22388 h 43003"/>
                <a:gd name="connsiteX51" fmla="*/ 2909 w 39124"/>
                <a:gd name="connsiteY51" fmla="*/ 23652 h 43003"/>
                <a:gd name="connsiteX52" fmla="*/ 2108 w 39124"/>
                <a:gd name="connsiteY52" fmla="*/ 25127 h 43003"/>
                <a:gd name="connsiteX53" fmla="*/ 1897 w 39124"/>
                <a:gd name="connsiteY53" fmla="*/ 26561 h 43003"/>
                <a:gd name="connsiteX54" fmla="*/ 2403 w 39124"/>
                <a:gd name="connsiteY54" fmla="*/ 29259 h 43003"/>
                <a:gd name="connsiteX55" fmla="*/ 4090 w 39124"/>
                <a:gd name="connsiteY55" fmla="*/ 32337 h 43003"/>
                <a:gd name="connsiteX56" fmla="*/ 7589 w 39124"/>
                <a:gd name="connsiteY56" fmla="*/ 35541 h 43003"/>
                <a:gd name="connsiteX57" fmla="*/ 13196 w 39124"/>
                <a:gd name="connsiteY57" fmla="*/ 38156 h 43003"/>
                <a:gd name="connsiteX58" fmla="*/ 14166 w 39124"/>
                <a:gd name="connsiteY58" fmla="*/ 39293 h 43003"/>
                <a:gd name="connsiteX59" fmla="*/ 13280 w 39124"/>
                <a:gd name="connsiteY59" fmla="*/ 40306 h 43003"/>
                <a:gd name="connsiteX60" fmla="*/ 11088 w 39124"/>
                <a:gd name="connsiteY60" fmla="*/ 39757 h 43003"/>
                <a:gd name="connsiteX61" fmla="*/ 7673 w 39124"/>
                <a:gd name="connsiteY61" fmla="*/ 37986 h 43003"/>
                <a:gd name="connsiteX62" fmla="*/ 4090 w 39124"/>
                <a:gd name="connsiteY62" fmla="*/ 35203 h 43003"/>
                <a:gd name="connsiteX63" fmla="*/ 1180 w 39124"/>
                <a:gd name="connsiteY63" fmla="*/ 31283 h 43003"/>
                <a:gd name="connsiteX64" fmla="*/ 0 w 39124"/>
                <a:gd name="connsiteY64" fmla="*/ 26393 h 43003"/>
                <a:gd name="connsiteX65" fmla="*/ 253 w 39124"/>
                <a:gd name="connsiteY65" fmla="*/ 24158 h 43003"/>
                <a:gd name="connsiteX66" fmla="*/ 1096 w 39124"/>
                <a:gd name="connsiteY66" fmla="*/ 21670 h 43003"/>
                <a:gd name="connsiteX67" fmla="*/ 3120 w 39124"/>
                <a:gd name="connsiteY67" fmla="*/ 19057 h 43003"/>
                <a:gd name="connsiteX68" fmla="*/ 6535 w 39124"/>
                <a:gd name="connsiteY68" fmla="*/ 17075 h 43003"/>
                <a:gd name="connsiteX69" fmla="*/ 4638 w 39124"/>
                <a:gd name="connsiteY69" fmla="*/ 15894 h 43003"/>
                <a:gd name="connsiteX70" fmla="*/ 2572 w 39124"/>
                <a:gd name="connsiteY70" fmla="*/ 14081 h 43003"/>
                <a:gd name="connsiteX71" fmla="*/ 717 w 39124"/>
                <a:gd name="connsiteY71" fmla="*/ 11383 h 43003"/>
                <a:gd name="connsiteX72" fmla="*/ 0 w 39124"/>
                <a:gd name="connsiteY72" fmla="*/ 8010 h 43003"/>
                <a:gd name="connsiteX73" fmla="*/ 464 w 39124"/>
                <a:gd name="connsiteY73" fmla="*/ 4595 h 43003"/>
                <a:gd name="connsiteX74" fmla="*/ 2277 w 39124"/>
                <a:gd name="connsiteY74" fmla="*/ 1476 h 43003"/>
                <a:gd name="connsiteX75" fmla="*/ 5692 w 39124"/>
                <a:gd name="connsiteY75" fmla="*/ 0 h 43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39124" h="43003">
                  <a:moveTo>
                    <a:pt x="5692" y="0"/>
                  </a:moveTo>
                  <a:cubicBezTo>
                    <a:pt x="7266" y="0"/>
                    <a:pt x="8502" y="492"/>
                    <a:pt x="9402" y="1476"/>
                  </a:cubicBezTo>
                  <a:cubicBezTo>
                    <a:pt x="10273" y="2460"/>
                    <a:pt x="10709" y="3514"/>
                    <a:pt x="10709" y="4638"/>
                  </a:cubicBezTo>
                  <a:cubicBezTo>
                    <a:pt x="10709" y="5706"/>
                    <a:pt x="10400" y="6520"/>
                    <a:pt x="9781" y="7083"/>
                  </a:cubicBezTo>
                  <a:cubicBezTo>
                    <a:pt x="9163" y="7645"/>
                    <a:pt x="8460" y="7926"/>
                    <a:pt x="7673" y="7926"/>
                  </a:cubicBezTo>
                  <a:cubicBezTo>
                    <a:pt x="6605" y="7926"/>
                    <a:pt x="5607" y="7533"/>
                    <a:pt x="4680" y="6745"/>
                  </a:cubicBezTo>
                  <a:cubicBezTo>
                    <a:pt x="3752" y="5958"/>
                    <a:pt x="3190" y="4974"/>
                    <a:pt x="2993" y="3794"/>
                  </a:cubicBezTo>
                  <a:cubicBezTo>
                    <a:pt x="2263" y="4947"/>
                    <a:pt x="1897" y="6380"/>
                    <a:pt x="1897" y="8095"/>
                  </a:cubicBezTo>
                  <a:cubicBezTo>
                    <a:pt x="1897" y="9219"/>
                    <a:pt x="2192" y="10273"/>
                    <a:pt x="2783" y="11257"/>
                  </a:cubicBezTo>
                  <a:cubicBezTo>
                    <a:pt x="3373" y="12212"/>
                    <a:pt x="4047" y="12985"/>
                    <a:pt x="4806" y="13576"/>
                  </a:cubicBezTo>
                  <a:cubicBezTo>
                    <a:pt x="5565" y="14138"/>
                    <a:pt x="6493" y="14672"/>
                    <a:pt x="7589" y="15178"/>
                  </a:cubicBezTo>
                  <a:cubicBezTo>
                    <a:pt x="8657" y="15656"/>
                    <a:pt x="9514" y="15992"/>
                    <a:pt x="10161" y="16189"/>
                  </a:cubicBezTo>
                  <a:cubicBezTo>
                    <a:pt x="10779" y="16357"/>
                    <a:pt x="11425" y="16512"/>
                    <a:pt x="12100" y="16654"/>
                  </a:cubicBezTo>
                  <a:lnTo>
                    <a:pt x="23905" y="19605"/>
                  </a:lnTo>
                  <a:cubicBezTo>
                    <a:pt x="27643" y="20560"/>
                    <a:pt x="30173" y="21038"/>
                    <a:pt x="31494" y="21038"/>
                  </a:cubicBezTo>
                  <a:cubicBezTo>
                    <a:pt x="33124" y="21038"/>
                    <a:pt x="34487" y="20645"/>
                    <a:pt x="35583" y="19858"/>
                  </a:cubicBezTo>
                  <a:cubicBezTo>
                    <a:pt x="36651" y="19070"/>
                    <a:pt x="37185" y="17890"/>
                    <a:pt x="37185" y="16316"/>
                  </a:cubicBezTo>
                  <a:cubicBezTo>
                    <a:pt x="37185" y="15698"/>
                    <a:pt x="37101" y="15037"/>
                    <a:pt x="36932" y="14334"/>
                  </a:cubicBezTo>
                  <a:cubicBezTo>
                    <a:pt x="36736" y="13631"/>
                    <a:pt x="36384" y="12830"/>
                    <a:pt x="35879" y="11931"/>
                  </a:cubicBezTo>
                  <a:cubicBezTo>
                    <a:pt x="35344" y="11003"/>
                    <a:pt x="34684" y="10132"/>
                    <a:pt x="33897" y="9318"/>
                  </a:cubicBezTo>
                  <a:cubicBezTo>
                    <a:pt x="33082" y="8474"/>
                    <a:pt x="31986" y="7645"/>
                    <a:pt x="30608" y="6830"/>
                  </a:cubicBezTo>
                  <a:cubicBezTo>
                    <a:pt x="29231" y="6015"/>
                    <a:pt x="27657" y="5340"/>
                    <a:pt x="25886" y="4806"/>
                  </a:cubicBezTo>
                  <a:cubicBezTo>
                    <a:pt x="25268" y="4638"/>
                    <a:pt x="24959" y="4272"/>
                    <a:pt x="24959" y="3710"/>
                  </a:cubicBezTo>
                  <a:cubicBezTo>
                    <a:pt x="24959" y="3007"/>
                    <a:pt x="25240" y="2656"/>
                    <a:pt x="25802" y="2656"/>
                  </a:cubicBezTo>
                  <a:cubicBezTo>
                    <a:pt x="26280" y="2656"/>
                    <a:pt x="27025" y="2853"/>
                    <a:pt x="28037" y="3246"/>
                  </a:cubicBezTo>
                  <a:cubicBezTo>
                    <a:pt x="29020" y="3612"/>
                    <a:pt x="30159" y="4202"/>
                    <a:pt x="31452" y="5017"/>
                  </a:cubicBezTo>
                  <a:cubicBezTo>
                    <a:pt x="32716" y="5804"/>
                    <a:pt x="33925" y="6718"/>
                    <a:pt x="35077" y="7757"/>
                  </a:cubicBezTo>
                  <a:cubicBezTo>
                    <a:pt x="36202" y="8798"/>
                    <a:pt x="37157" y="10091"/>
                    <a:pt x="37944" y="11636"/>
                  </a:cubicBezTo>
                  <a:cubicBezTo>
                    <a:pt x="38731" y="13182"/>
                    <a:pt x="39125" y="14799"/>
                    <a:pt x="39125" y="16484"/>
                  </a:cubicBezTo>
                  <a:cubicBezTo>
                    <a:pt x="39125" y="18902"/>
                    <a:pt x="38478" y="20911"/>
                    <a:pt x="37185" y="22514"/>
                  </a:cubicBezTo>
                  <a:cubicBezTo>
                    <a:pt x="35893" y="24115"/>
                    <a:pt x="34347" y="25212"/>
                    <a:pt x="32548" y="25802"/>
                  </a:cubicBezTo>
                  <a:cubicBezTo>
                    <a:pt x="32801" y="25943"/>
                    <a:pt x="33096" y="26111"/>
                    <a:pt x="33433" y="26308"/>
                  </a:cubicBezTo>
                  <a:cubicBezTo>
                    <a:pt x="33770" y="26505"/>
                    <a:pt x="34319" y="26898"/>
                    <a:pt x="35077" y="27489"/>
                  </a:cubicBezTo>
                  <a:cubicBezTo>
                    <a:pt x="35808" y="28051"/>
                    <a:pt x="36455" y="28655"/>
                    <a:pt x="37017" y="29301"/>
                  </a:cubicBezTo>
                  <a:cubicBezTo>
                    <a:pt x="37551" y="29948"/>
                    <a:pt x="38029" y="30777"/>
                    <a:pt x="38450" y="31789"/>
                  </a:cubicBezTo>
                  <a:cubicBezTo>
                    <a:pt x="38900" y="32773"/>
                    <a:pt x="39125" y="33799"/>
                    <a:pt x="39125" y="34867"/>
                  </a:cubicBezTo>
                  <a:cubicBezTo>
                    <a:pt x="39125" y="36216"/>
                    <a:pt x="38928" y="37495"/>
                    <a:pt x="38535" y="38704"/>
                  </a:cubicBezTo>
                  <a:cubicBezTo>
                    <a:pt x="38141" y="39884"/>
                    <a:pt x="37495" y="40895"/>
                    <a:pt x="36595" y="41738"/>
                  </a:cubicBezTo>
                  <a:cubicBezTo>
                    <a:pt x="35696" y="42582"/>
                    <a:pt x="34628" y="43004"/>
                    <a:pt x="33391" y="43004"/>
                  </a:cubicBezTo>
                  <a:cubicBezTo>
                    <a:pt x="32014" y="43004"/>
                    <a:pt x="30847" y="42540"/>
                    <a:pt x="29892" y="41612"/>
                  </a:cubicBezTo>
                  <a:cubicBezTo>
                    <a:pt x="28908" y="40657"/>
                    <a:pt x="28416" y="39532"/>
                    <a:pt x="28416" y="38239"/>
                  </a:cubicBezTo>
                  <a:cubicBezTo>
                    <a:pt x="28416" y="37425"/>
                    <a:pt x="28655" y="36694"/>
                    <a:pt x="29133" y="36047"/>
                  </a:cubicBezTo>
                  <a:cubicBezTo>
                    <a:pt x="29611" y="35373"/>
                    <a:pt x="30370" y="35035"/>
                    <a:pt x="31409" y="35035"/>
                  </a:cubicBezTo>
                  <a:cubicBezTo>
                    <a:pt x="32562" y="35035"/>
                    <a:pt x="33574" y="35428"/>
                    <a:pt x="34445" y="36216"/>
                  </a:cubicBezTo>
                  <a:cubicBezTo>
                    <a:pt x="35316" y="37003"/>
                    <a:pt x="35864" y="37958"/>
                    <a:pt x="36089" y="39082"/>
                  </a:cubicBezTo>
                  <a:cubicBezTo>
                    <a:pt x="36820" y="37931"/>
                    <a:pt x="37185" y="36497"/>
                    <a:pt x="37185" y="34782"/>
                  </a:cubicBezTo>
                  <a:cubicBezTo>
                    <a:pt x="37185" y="32927"/>
                    <a:pt x="36370" y="31269"/>
                    <a:pt x="34740" y="29807"/>
                  </a:cubicBezTo>
                  <a:cubicBezTo>
                    <a:pt x="33110" y="28345"/>
                    <a:pt x="30932" y="27264"/>
                    <a:pt x="28205" y="26561"/>
                  </a:cubicBezTo>
                  <a:cubicBezTo>
                    <a:pt x="21656" y="24818"/>
                    <a:pt x="16920" y="23610"/>
                    <a:pt x="13997" y="22936"/>
                  </a:cubicBezTo>
                  <a:cubicBezTo>
                    <a:pt x="11046" y="22261"/>
                    <a:pt x="8938" y="21923"/>
                    <a:pt x="7673" y="21923"/>
                  </a:cubicBezTo>
                  <a:cubicBezTo>
                    <a:pt x="6493" y="21923"/>
                    <a:pt x="5495" y="22078"/>
                    <a:pt x="4680" y="22388"/>
                  </a:cubicBezTo>
                  <a:cubicBezTo>
                    <a:pt x="3865" y="22696"/>
                    <a:pt x="3274" y="23118"/>
                    <a:pt x="2909" y="23652"/>
                  </a:cubicBezTo>
                  <a:cubicBezTo>
                    <a:pt x="2516" y="24158"/>
                    <a:pt x="2248" y="24649"/>
                    <a:pt x="2108" y="25127"/>
                  </a:cubicBezTo>
                  <a:cubicBezTo>
                    <a:pt x="1967" y="25577"/>
                    <a:pt x="1897" y="26055"/>
                    <a:pt x="1897" y="26561"/>
                  </a:cubicBezTo>
                  <a:cubicBezTo>
                    <a:pt x="1897" y="27404"/>
                    <a:pt x="2066" y="28304"/>
                    <a:pt x="2403" y="29259"/>
                  </a:cubicBezTo>
                  <a:cubicBezTo>
                    <a:pt x="2740" y="30187"/>
                    <a:pt x="3303" y="31213"/>
                    <a:pt x="4090" y="32337"/>
                  </a:cubicBezTo>
                  <a:cubicBezTo>
                    <a:pt x="4848" y="33433"/>
                    <a:pt x="6015" y="34502"/>
                    <a:pt x="7589" y="35541"/>
                  </a:cubicBezTo>
                  <a:cubicBezTo>
                    <a:pt x="9163" y="36581"/>
                    <a:pt x="11032" y="37453"/>
                    <a:pt x="13196" y="38156"/>
                  </a:cubicBezTo>
                  <a:cubicBezTo>
                    <a:pt x="13843" y="38296"/>
                    <a:pt x="14166" y="38675"/>
                    <a:pt x="14166" y="39293"/>
                  </a:cubicBezTo>
                  <a:cubicBezTo>
                    <a:pt x="14138" y="39968"/>
                    <a:pt x="13843" y="40306"/>
                    <a:pt x="13280" y="40306"/>
                  </a:cubicBezTo>
                  <a:cubicBezTo>
                    <a:pt x="12803" y="40306"/>
                    <a:pt x="12072" y="40123"/>
                    <a:pt x="11088" y="39757"/>
                  </a:cubicBezTo>
                  <a:cubicBezTo>
                    <a:pt x="10076" y="39364"/>
                    <a:pt x="8938" y="38774"/>
                    <a:pt x="7673" y="37986"/>
                  </a:cubicBezTo>
                  <a:cubicBezTo>
                    <a:pt x="6408" y="37172"/>
                    <a:pt x="5214" y="36244"/>
                    <a:pt x="4090" y="35203"/>
                  </a:cubicBezTo>
                  <a:cubicBezTo>
                    <a:pt x="2937" y="34135"/>
                    <a:pt x="1967" y="32828"/>
                    <a:pt x="1180" y="31283"/>
                  </a:cubicBezTo>
                  <a:cubicBezTo>
                    <a:pt x="393" y="29709"/>
                    <a:pt x="0" y="28079"/>
                    <a:pt x="0" y="26393"/>
                  </a:cubicBezTo>
                  <a:cubicBezTo>
                    <a:pt x="0" y="25634"/>
                    <a:pt x="84" y="24889"/>
                    <a:pt x="253" y="24158"/>
                  </a:cubicBezTo>
                  <a:cubicBezTo>
                    <a:pt x="393" y="23399"/>
                    <a:pt x="675" y="22569"/>
                    <a:pt x="1096" y="21670"/>
                  </a:cubicBezTo>
                  <a:cubicBezTo>
                    <a:pt x="1518" y="20742"/>
                    <a:pt x="2192" y="19871"/>
                    <a:pt x="3120" y="19057"/>
                  </a:cubicBezTo>
                  <a:cubicBezTo>
                    <a:pt x="4047" y="18241"/>
                    <a:pt x="5186" y="17581"/>
                    <a:pt x="6535" y="17075"/>
                  </a:cubicBezTo>
                  <a:cubicBezTo>
                    <a:pt x="5888" y="16737"/>
                    <a:pt x="5256" y="16344"/>
                    <a:pt x="4638" y="15894"/>
                  </a:cubicBezTo>
                  <a:cubicBezTo>
                    <a:pt x="4019" y="15416"/>
                    <a:pt x="3331" y="14812"/>
                    <a:pt x="2572" y="14081"/>
                  </a:cubicBezTo>
                  <a:cubicBezTo>
                    <a:pt x="1785" y="13323"/>
                    <a:pt x="1166" y="12423"/>
                    <a:pt x="717" y="11383"/>
                  </a:cubicBezTo>
                  <a:cubicBezTo>
                    <a:pt x="239" y="10315"/>
                    <a:pt x="0" y="9191"/>
                    <a:pt x="0" y="8010"/>
                  </a:cubicBezTo>
                  <a:cubicBezTo>
                    <a:pt x="0" y="6858"/>
                    <a:pt x="155" y="5719"/>
                    <a:pt x="464" y="4595"/>
                  </a:cubicBezTo>
                  <a:cubicBezTo>
                    <a:pt x="745" y="3471"/>
                    <a:pt x="1349" y="2431"/>
                    <a:pt x="2277" y="1476"/>
                  </a:cubicBezTo>
                  <a:cubicBezTo>
                    <a:pt x="3176" y="492"/>
                    <a:pt x="4314" y="0"/>
                    <a:pt x="5692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2" name="Freeform 441">
              <a:extLst>
                <a:ext uri="{FF2B5EF4-FFF2-40B4-BE49-F238E27FC236}">
                  <a16:creationId xmlns:a16="http://schemas.microsoft.com/office/drawing/2014/main" id="{8912CF24-6A2A-FB4B-9D1E-7AB32FC12143}"/>
                </a:ext>
              </a:extLst>
            </p:cNvPr>
            <p:cNvSpPr/>
            <p:nvPr/>
          </p:nvSpPr>
          <p:spPr>
            <a:xfrm>
              <a:off x="5143574" y="4131298"/>
              <a:ext cx="25802" cy="10118"/>
            </a:xfrm>
            <a:custGeom>
              <a:avLst/>
              <a:gdLst>
                <a:gd name="connsiteX0" fmla="*/ 7758 w 25802"/>
                <a:gd name="connsiteY0" fmla="*/ 8896 h 10118"/>
                <a:gd name="connsiteX1" fmla="*/ 4553 w 25802"/>
                <a:gd name="connsiteY1" fmla="*/ 10119 h 10118"/>
                <a:gd name="connsiteX2" fmla="*/ 1391 w 25802"/>
                <a:gd name="connsiteY2" fmla="*/ 8938 h 10118"/>
                <a:gd name="connsiteX3" fmla="*/ 0 w 25802"/>
                <a:gd name="connsiteY3" fmla="*/ 5523 h 10118"/>
                <a:gd name="connsiteX4" fmla="*/ 2488 w 25802"/>
                <a:gd name="connsiteY4" fmla="*/ 1476 h 10118"/>
                <a:gd name="connsiteX5" fmla="*/ 9065 w 25802"/>
                <a:gd name="connsiteY5" fmla="*/ 0 h 10118"/>
                <a:gd name="connsiteX6" fmla="*/ 17665 w 25802"/>
                <a:gd name="connsiteY6" fmla="*/ 1814 h 10118"/>
                <a:gd name="connsiteX7" fmla="*/ 23821 w 25802"/>
                <a:gd name="connsiteY7" fmla="*/ 5396 h 10118"/>
                <a:gd name="connsiteX8" fmla="*/ 25802 w 25802"/>
                <a:gd name="connsiteY8" fmla="*/ 7884 h 10118"/>
                <a:gd name="connsiteX9" fmla="*/ 24875 w 25802"/>
                <a:gd name="connsiteY9" fmla="*/ 8727 h 10118"/>
                <a:gd name="connsiteX10" fmla="*/ 23905 w 25802"/>
                <a:gd name="connsiteY10" fmla="*/ 8137 h 10118"/>
                <a:gd name="connsiteX11" fmla="*/ 9065 w 25802"/>
                <a:gd name="connsiteY11" fmla="*/ 1897 h 10118"/>
                <a:gd name="connsiteX12" fmla="*/ 7758 w 25802"/>
                <a:gd name="connsiteY12" fmla="*/ 2066 h 10118"/>
                <a:gd name="connsiteX13" fmla="*/ 7926 w 25802"/>
                <a:gd name="connsiteY13" fmla="*/ 2277 h 10118"/>
                <a:gd name="connsiteX14" fmla="*/ 9149 w 25802"/>
                <a:gd name="connsiteY14" fmla="*/ 5523 h 10118"/>
                <a:gd name="connsiteX15" fmla="*/ 7758 w 25802"/>
                <a:gd name="connsiteY15" fmla="*/ 8896 h 10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5802" h="10118">
                  <a:moveTo>
                    <a:pt x="7758" y="8896"/>
                  </a:moveTo>
                  <a:cubicBezTo>
                    <a:pt x="6830" y="9711"/>
                    <a:pt x="5762" y="10119"/>
                    <a:pt x="4553" y="10119"/>
                  </a:cubicBezTo>
                  <a:cubicBezTo>
                    <a:pt x="3345" y="10119"/>
                    <a:pt x="2291" y="9725"/>
                    <a:pt x="1391" y="8938"/>
                  </a:cubicBezTo>
                  <a:cubicBezTo>
                    <a:pt x="464" y="8123"/>
                    <a:pt x="0" y="6985"/>
                    <a:pt x="0" y="5523"/>
                  </a:cubicBezTo>
                  <a:cubicBezTo>
                    <a:pt x="0" y="3809"/>
                    <a:pt x="829" y="2460"/>
                    <a:pt x="2488" y="1476"/>
                  </a:cubicBezTo>
                  <a:cubicBezTo>
                    <a:pt x="4118" y="492"/>
                    <a:pt x="6310" y="0"/>
                    <a:pt x="9065" y="0"/>
                  </a:cubicBezTo>
                  <a:cubicBezTo>
                    <a:pt x="12044" y="0"/>
                    <a:pt x="14911" y="605"/>
                    <a:pt x="17665" y="1814"/>
                  </a:cubicBezTo>
                  <a:cubicBezTo>
                    <a:pt x="20448" y="3022"/>
                    <a:pt x="22500" y="4216"/>
                    <a:pt x="23821" y="5396"/>
                  </a:cubicBezTo>
                  <a:cubicBezTo>
                    <a:pt x="25141" y="6577"/>
                    <a:pt x="25802" y="7406"/>
                    <a:pt x="25802" y="7884"/>
                  </a:cubicBezTo>
                  <a:cubicBezTo>
                    <a:pt x="25802" y="8447"/>
                    <a:pt x="25493" y="8727"/>
                    <a:pt x="24875" y="8727"/>
                  </a:cubicBezTo>
                  <a:cubicBezTo>
                    <a:pt x="24650" y="8727"/>
                    <a:pt x="24327" y="8530"/>
                    <a:pt x="23905" y="8137"/>
                  </a:cubicBezTo>
                  <a:cubicBezTo>
                    <a:pt x="19464" y="4005"/>
                    <a:pt x="14517" y="1925"/>
                    <a:pt x="9065" y="1897"/>
                  </a:cubicBezTo>
                  <a:cubicBezTo>
                    <a:pt x="8193" y="1897"/>
                    <a:pt x="7758" y="1954"/>
                    <a:pt x="7758" y="2066"/>
                  </a:cubicBezTo>
                  <a:lnTo>
                    <a:pt x="7926" y="2277"/>
                  </a:lnTo>
                  <a:cubicBezTo>
                    <a:pt x="8741" y="3261"/>
                    <a:pt x="9149" y="4343"/>
                    <a:pt x="9149" y="5523"/>
                  </a:cubicBezTo>
                  <a:cubicBezTo>
                    <a:pt x="9149" y="6957"/>
                    <a:pt x="8685" y="8081"/>
                    <a:pt x="7758" y="8896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3" name="Freeform 442">
              <a:extLst>
                <a:ext uri="{FF2B5EF4-FFF2-40B4-BE49-F238E27FC236}">
                  <a16:creationId xmlns:a16="http://schemas.microsoft.com/office/drawing/2014/main" id="{6E00920A-DFBB-C774-CD96-C7B455AA73B4}"/>
                </a:ext>
              </a:extLst>
            </p:cNvPr>
            <p:cNvSpPr/>
            <p:nvPr/>
          </p:nvSpPr>
          <p:spPr>
            <a:xfrm>
              <a:off x="5114568" y="4061051"/>
              <a:ext cx="39124" cy="43002"/>
            </a:xfrm>
            <a:custGeom>
              <a:avLst/>
              <a:gdLst>
                <a:gd name="connsiteX0" fmla="*/ 5692 w 39124"/>
                <a:gd name="connsiteY0" fmla="*/ 0 h 43002"/>
                <a:gd name="connsiteX1" fmla="*/ 9402 w 39124"/>
                <a:gd name="connsiteY1" fmla="*/ 1475 h 43002"/>
                <a:gd name="connsiteX2" fmla="*/ 10709 w 39124"/>
                <a:gd name="connsiteY2" fmla="*/ 4638 h 43002"/>
                <a:gd name="connsiteX3" fmla="*/ 9781 w 39124"/>
                <a:gd name="connsiteY3" fmla="*/ 7083 h 43002"/>
                <a:gd name="connsiteX4" fmla="*/ 7673 w 39124"/>
                <a:gd name="connsiteY4" fmla="*/ 7925 h 43002"/>
                <a:gd name="connsiteX5" fmla="*/ 4680 w 39124"/>
                <a:gd name="connsiteY5" fmla="*/ 6745 h 43002"/>
                <a:gd name="connsiteX6" fmla="*/ 2993 w 39124"/>
                <a:gd name="connsiteY6" fmla="*/ 3794 h 43002"/>
                <a:gd name="connsiteX7" fmla="*/ 1897 w 39124"/>
                <a:gd name="connsiteY7" fmla="*/ 8095 h 43002"/>
                <a:gd name="connsiteX8" fmla="*/ 2783 w 39124"/>
                <a:gd name="connsiteY8" fmla="*/ 11256 h 43002"/>
                <a:gd name="connsiteX9" fmla="*/ 4806 w 39124"/>
                <a:gd name="connsiteY9" fmla="*/ 13576 h 43002"/>
                <a:gd name="connsiteX10" fmla="*/ 7589 w 39124"/>
                <a:gd name="connsiteY10" fmla="*/ 15178 h 43002"/>
                <a:gd name="connsiteX11" fmla="*/ 10161 w 39124"/>
                <a:gd name="connsiteY11" fmla="*/ 16189 h 43002"/>
                <a:gd name="connsiteX12" fmla="*/ 12100 w 39124"/>
                <a:gd name="connsiteY12" fmla="*/ 16653 h 43002"/>
                <a:gd name="connsiteX13" fmla="*/ 23905 w 39124"/>
                <a:gd name="connsiteY13" fmla="*/ 19604 h 43002"/>
                <a:gd name="connsiteX14" fmla="*/ 31494 w 39124"/>
                <a:gd name="connsiteY14" fmla="*/ 21038 h 43002"/>
                <a:gd name="connsiteX15" fmla="*/ 35583 w 39124"/>
                <a:gd name="connsiteY15" fmla="*/ 19858 h 43002"/>
                <a:gd name="connsiteX16" fmla="*/ 37185 w 39124"/>
                <a:gd name="connsiteY16" fmla="*/ 16316 h 43002"/>
                <a:gd name="connsiteX17" fmla="*/ 36932 w 39124"/>
                <a:gd name="connsiteY17" fmla="*/ 14334 h 43002"/>
                <a:gd name="connsiteX18" fmla="*/ 35879 w 39124"/>
                <a:gd name="connsiteY18" fmla="*/ 11931 h 43002"/>
                <a:gd name="connsiteX19" fmla="*/ 33897 w 39124"/>
                <a:gd name="connsiteY19" fmla="*/ 9317 h 43002"/>
                <a:gd name="connsiteX20" fmla="*/ 30608 w 39124"/>
                <a:gd name="connsiteY20" fmla="*/ 6829 h 43002"/>
                <a:gd name="connsiteX21" fmla="*/ 25886 w 39124"/>
                <a:gd name="connsiteY21" fmla="*/ 4806 h 43002"/>
                <a:gd name="connsiteX22" fmla="*/ 24959 w 39124"/>
                <a:gd name="connsiteY22" fmla="*/ 3710 h 43002"/>
                <a:gd name="connsiteX23" fmla="*/ 25802 w 39124"/>
                <a:gd name="connsiteY23" fmla="*/ 2656 h 43002"/>
                <a:gd name="connsiteX24" fmla="*/ 28037 w 39124"/>
                <a:gd name="connsiteY24" fmla="*/ 3246 h 43002"/>
                <a:gd name="connsiteX25" fmla="*/ 31452 w 39124"/>
                <a:gd name="connsiteY25" fmla="*/ 5017 h 43002"/>
                <a:gd name="connsiteX26" fmla="*/ 35077 w 39124"/>
                <a:gd name="connsiteY26" fmla="*/ 7757 h 43002"/>
                <a:gd name="connsiteX27" fmla="*/ 37944 w 39124"/>
                <a:gd name="connsiteY27" fmla="*/ 11636 h 43002"/>
                <a:gd name="connsiteX28" fmla="*/ 39125 w 39124"/>
                <a:gd name="connsiteY28" fmla="*/ 16484 h 43002"/>
                <a:gd name="connsiteX29" fmla="*/ 37185 w 39124"/>
                <a:gd name="connsiteY29" fmla="*/ 22514 h 43002"/>
                <a:gd name="connsiteX30" fmla="*/ 32548 w 39124"/>
                <a:gd name="connsiteY30" fmla="*/ 25802 h 43002"/>
                <a:gd name="connsiteX31" fmla="*/ 33433 w 39124"/>
                <a:gd name="connsiteY31" fmla="*/ 26308 h 43002"/>
                <a:gd name="connsiteX32" fmla="*/ 35077 w 39124"/>
                <a:gd name="connsiteY32" fmla="*/ 27488 h 43002"/>
                <a:gd name="connsiteX33" fmla="*/ 37017 w 39124"/>
                <a:gd name="connsiteY33" fmla="*/ 29301 h 43002"/>
                <a:gd name="connsiteX34" fmla="*/ 38450 w 39124"/>
                <a:gd name="connsiteY34" fmla="*/ 31789 h 43002"/>
                <a:gd name="connsiteX35" fmla="*/ 39125 w 39124"/>
                <a:gd name="connsiteY35" fmla="*/ 34866 h 43002"/>
                <a:gd name="connsiteX36" fmla="*/ 38535 w 39124"/>
                <a:gd name="connsiteY36" fmla="*/ 38703 h 43002"/>
                <a:gd name="connsiteX37" fmla="*/ 36595 w 39124"/>
                <a:gd name="connsiteY37" fmla="*/ 41738 h 43002"/>
                <a:gd name="connsiteX38" fmla="*/ 33391 w 39124"/>
                <a:gd name="connsiteY38" fmla="*/ 43003 h 43002"/>
                <a:gd name="connsiteX39" fmla="*/ 29892 w 39124"/>
                <a:gd name="connsiteY39" fmla="*/ 41612 h 43002"/>
                <a:gd name="connsiteX40" fmla="*/ 28416 w 39124"/>
                <a:gd name="connsiteY40" fmla="*/ 38239 h 43002"/>
                <a:gd name="connsiteX41" fmla="*/ 29133 w 39124"/>
                <a:gd name="connsiteY41" fmla="*/ 36047 h 43002"/>
                <a:gd name="connsiteX42" fmla="*/ 31409 w 39124"/>
                <a:gd name="connsiteY42" fmla="*/ 35035 h 43002"/>
                <a:gd name="connsiteX43" fmla="*/ 34445 w 39124"/>
                <a:gd name="connsiteY43" fmla="*/ 36215 h 43002"/>
                <a:gd name="connsiteX44" fmla="*/ 36089 w 39124"/>
                <a:gd name="connsiteY44" fmla="*/ 39082 h 43002"/>
                <a:gd name="connsiteX45" fmla="*/ 37185 w 39124"/>
                <a:gd name="connsiteY45" fmla="*/ 34782 h 43002"/>
                <a:gd name="connsiteX46" fmla="*/ 34740 w 39124"/>
                <a:gd name="connsiteY46" fmla="*/ 29807 h 43002"/>
                <a:gd name="connsiteX47" fmla="*/ 28205 w 39124"/>
                <a:gd name="connsiteY47" fmla="*/ 26561 h 43002"/>
                <a:gd name="connsiteX48" fmla="*/ 13997 w 39124"/>
                <a:gd name="connsiteY48" fmla="*/ 22935 h 43002"/>
                <a:gd name="connsiteX49" fmla="*/ 7673 w 39124"/>
                <a:gd name="connsiteY49" fmla="*/ 21923 h 43002"/>
                <a:gd name="connsiteX50" fmla="*/ 4680 w 39124"/>
                <a:gd name="connsiteY50" fmla="*/ 22387 h 43002"/>
                <a:gd name="connsiteX51" fmla="*/ 2909 w 39124"/>
                <a:gd name="connsiteY51" fmla="*/ 23652 h 43002"/>
                <a:gd name="connsiteX52" fmla="*/ 2108 w 39124"/>
                <a:gd name="connsiteY52" fmla="*/ 25127 h 43002"/>
                <a:gd name="connsiteX53" fmla="*/ 1897 w 39124"/>
                <a:gd name="connsiteY53" fmla="*/ 26561 h 43002"/>
                <a:gd name="connsiteX54" fmla="*/ 2403 w 39124"/>
                <a:gd name="connsiteY54" fmla="*/ 29259 h 43002"/>
                <a:gd name="connsiteX55" fmla="*/ 4090 w 39124"/>
                <a:gd name="connsiteY55" fmla="*/ 32337 h 43002"/>
                <a:gd name="connsiteX56" fmla="*/ 7589 w 39124"/>
                <a:gd name="connsiteY56" fmla="*/ 35541 h 43002"/>
                <a:gd name="connsiteX57" fmla="*/ 13196 w 39124"/>
                <a:gd name="connsiteY57" fmla="*/ 38155 h 43002"/>
                <a:gd name="connsiteX58" fmla="*/ 14166 w 39124"/>
                <a:gd name="connsiteY58" fmla="*/ 39293 h 43002"/>
                <a:gd name="connsiteX59" fmla="*/ 13280 w 39124"/>
                <a:gd name="connsiteY59" fmla="*/ 40305 h 43002"/>
                <a:gd name="connsiteX60" fmla="*/ 11088 w 39124"/>
                <a:gd name="connsiteY60" fmla="*/ 39757 h 43002"/>
                <a:gd name="connsiteX61" fmla="*/ 7673 w 39124"/>
                <a:gd name="connsiteY61" fmla="*/ 37986 h 43002"/>
                <a:gd name="connsiteX62" fmla="*/ 4090 w 39124"/>
                <a:gd name="connsiteY62" fmla="*/ 35203 h 43002"/>
                <a:gd name="connsiteX63" fmla="*/ 1180 w 39124"/>
                <a:gd name="connsiteY63" fmla="*/ 31283 h 43002"/>
                <a:gd name="connsiteX64" fmla="*/ 0 w 39124"/>
                <a:gd name="connsiteY64" fmla="*/ 26393 h 43002"/>
                <a:gd name="connsiteX65" fmla="*/ 253 w 39124"/>
                <a:gd name="connsiteY65" fmla="*/ 24158 h 43002"/>
                <a:gd name="connsiteX66" fmla="*/ 1096 w 39124"/>
                <a:gd name="connsiteY66" fmla="*/ 21670 h 43002"/>
                <a:gd name="connsiteX67" fmla="*/ 3120 w 39124"/>
                <a:gd name="connsiteY67" fmla="*/ 19056 h 43002"/>
                <a:gd name="connsiteX68" fmla="*/ 6535 w 39124"/>
                <a:gd name="connsiteY68" fmla="*/ 17075 h 43002"/>
                <a:gd name="connsiteX69" fmla="*/ 4638 w 39124"/>
                <a:gd name="connsiteY69" fmla="*/ 15894 h 43002"/>
                <a:gd name="connsiteX70" fmla="*/ 2572 w 39124"/>
                <a:gd name="connsiteY70" fmla="*/ 14081 h 43002"/>
                <a:gd name="connsiteX71" fmla="*/ 717 w 39124"/>
                <a:gd name="connsiteY71" fmla="*/ 11383 h 43002"/>
                <a:gd name="connsiteX72" fmla="*/ 0 w 39124"/>
                <a:gd name="connsiteY72" fmla="*/ 8010 h 43002"/>
                <a:gd name="connsiteX73" fmla="*/ 464 w 39124"/>
                <a:gd name="connsiteY73" fmla="*/ 4595 h 43002"/>
                <a:gd name="connsiteX74" fmla="*/ 2277 w 39124"/>
                <a:gd name="connsiteY74" fmla="*/ 1475 h 43002"/>
                <a:gd name="connsiteX75" fmla="*/ 5692 w 39124"/>
                <a:gd name="connsiteY75" fmla="*/ 0 h 43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39124" h="43002">
                  <a:moveTo>
                    <a:pt x="5692" y="0"/>
                  </a:moveTo>
                  <a:cubicBezTo>
                    <a:pt x="7266" y="0"/>
                    <a:pt x="8502" y="491"/>
                    <a:pt x="9402" y="1475"/>
                  </a:cubicBezTo>
                  <a:cubicBezTo>
                    <a:pt x="10273" y="2459"/>
                    <a:pt x="10709" y="3514"/>
                    <a:pt x="10709" y="4638"/>
                  </a:cubicBezTo>
                  <a:cubicBezTo>
                    <a:pt x="10709" y="5706"/>
                    <a:pt x="10400" y="6520"/>
                    <a:pt x="9781" y="7083"/>
                  </a:cubicBezTo>
                  <a:cubicBezTo>
                    <a:pt x="9163" y="7645"/>
                    <a:pt x="8460" y="7925"/>
                    <a:pt x="7673" y="7925"/>
                  </a:cubicBezTo>
                  <a:cubicBezTo>
                    <a:pt x="6605" y="7925"/>
                    <a:pt x="5607" y="7532"/>
                    <a:pt x="4680" y="6745"/>
                  </a:cubicBezTo>
                  <a:cubicBezTo>
                    <a:pt x="3752" y="5958"/>
                    <a:pt x="3190" y="4974"/>
                    <a:pt x="2993" y="3794"/>
                  </a:cubicBezTo>
                  <a:cubicBezTo>
                    <a:pt x="2263" y="4946"/>
                    <a:pt x="1897" y="6380"/>
                    <a:pt x="1897" y="8095"/>
                  </a:cubicBezTo>
                  <a:cubicBezTo>
                    <a:pt x="1897" y="9219"/>
                    <a:pt x="2192" y="10273"/>
                    <a:pt x="2783" y="11256"/>
                  </a:cubicBezTo>
                  <a:cubicBezTo>
                    <a:pt x="3373" y="12212"/>
                    <a:pt x="4047" y="12985"/>
                    <a:pt x="4806" y="13576"/>
                  </a:cubicBezTo>
                  <a:cubicBezTo>
                    <a:pt x="5565" y="14138"/>
                    <a:pt x="6493" y="14672"/>
                    <a:pt x="7589" y="15178"/>
                  </a:cubicBezTo>
                  <a:cubicBezTo>
                    <a:pt x="8657" y="15656"/>
                    <a:pt x="9514" y="15992"/>
                    <a:pt x="10161" y="16189"/>
                  </a:cubicBezTo>
                  <a:cubicBezTo>
                    <a:pt x="10779" y="16357"/>
                    <a:pt x="11425" y="16512"/>
                    <a:pt x="12100" y="16653"/>
                  </a:cubicBezTo>
                  <a:lnTo>
                    <a:pt x="23905" y="19604"/>
                  </a:lnTo>
                  <a:cubicBezTo>
                    <a:pt x="27643" y="20560"/>
                    <a:pt x="30173" y="21038"/>
                    <a:pt x="31494" y="21038"/>
                  </a:cubicBezTo>
                  <a:cubicBezTo>
                    <a:pt x="33124" y="21038"/>
                    <a:pt x="34487" y="20644"/>
                    <a:pt x="35583" y="19858"/>
                  </a:cubicBezTo>
                  <a:cubicBezTo>
                    <a:pt x="36651" y="19070"/>
                    <a:pt x="37185" y="17890"/>
                    <a:pt x="37185" y="16316"/>
                  </a:cubicBezTo>
                  <a:cubicBezTo>
                    <a:pt x="37185" y="15698"/>
                    <a:pt x="37101" y="15037"/>
                    <a:pt x="36932" y="14334"/>
                  </a:cubicBezTo>
                  <a:cubicBezTo>
                    <a:pt x="36736" y="13631"/>
                    <a:pt x="36384" y="12830"/>
                    <a:pt x="35879" y="11931"/>
                  </a:cubicBezTo>
                  <a:cubicBezTo>
                    <a:pt x="35344" y="11003"/>
                    <a:pt x="34684" y="10132"/>
                    <a:pt x="33897" y="9317"/>
                  </a:cubicBezTo>
                  <a:cubicBezTo>
                    <a:pt x="33082" y="8473"/>
                    <a:pt x="31986" y="7645"/>
                    <a:pt x="30608" y="6829"/>
                  </a:cubicBezTo>
                  <a:cubicBezTo>
                    <a:pt x="29231" y="6015"/>
                    <a:pt x="27657" y="5340"/>
                    <a:pt x="25886" y="4806"/>
                  </a:cubicBezTo>
                  <a:cubicBezTo>
                    <a:pt x="25268" y="4638"/>
                    <a:pt x="24959" y="4272"/>
                    <a:pt x="24959" y="3710"/>
                  </a:cubicBezTo>
                  <a:cubicBezTo>
                    <a:pt x="24959" y="3007"/>
                    <a:pt x="25240" y="2656"/>
                    <a:pt x="25802" y="2656"/>
                  </a:cubicBezTo>
                  <a:cubicBezTo>
                    <a:pt x="26280" y="2656"/>
                    <a:pt x="27025" y="2853"/>
                    <a:pt x="28037" y="3246"/>
                  </a:cubicBezTo>
                  <a:cubicBezTo>
                    <a:pt x="29020" y="3612"/>
                    <a:pt x="30159" y="4202"/>
                    <a:pt x="31452" y="5017"/>
                  </a:cubicBezTo>
                  <a:cubicBezTo>
                    <a:pt x="32716" y="5804"/>
                    <a:pt x="33925" y="6718"/>
                    <a:pt x="35077" y="7757"/>
                  </a:cubicBezTo>
                  <a:cubicBezTo>
                    <a:pt x="36202" y="8797"/>
                    <a:pt x="37157" y="10090"/>
                    <a:pt x="37944" y="11636"/>
                  </a:cubicBezTo>
                  <a:cubicBezTo>
                    <a:pt x="38731" y="13181"/>
                    <a:pt x="39125" y="14798"/>
                    <a:pt x="39125" y="16484"/>
                  </a:cubicBezTo>
                  <a:cubicBezTo>
                    <a:pt x="39125" y="18902"/>
                    <a:pt x="38478" y="20911"/>
                    <a:pt x="37185" y="22514"/>
                  </a:cubicBezTo>
                  <a:cubicBezTo>
                    <a:pt x="35893" y="24115"/>
                    <a:pt x="34347" y="25212"/>
                    <a:pt x="32548" y="25802"/>
                  </a:cubicBezTo>
                  <a:cubicBezTo>
                    <a:pt x="32801" y="25943"/>
                    <a:pt x="33096" y="26111"/>
                    <a:pt x="33433" y="26308"/>
                  </a:cubicBezTo>
                  <a:cubicBezTo>
                    <a:pt x="33770" y="26505"/>
                    <a:pt x="34319" y="26898"/>
                    <a:pt x="35077" y="27488"/>
                  </a:cubicBezTo>
                  <a:cubicBezTo>
                    <a:pt x="35808" y="28050"/>
                    <a:pt x="36455" y="28654"/>
                    <a:pt x="37017" y="29301"/>
                  </a:cubicBezTo>
                  <a:cubicBezTo>
                    <a:pt x="37551" y="29948"/>
                    <a:pt x="38029" y="30776"/>
                    <a:pt x="38450" y="31789"/>
                  </a:cubicBezTo>
                  <a:cubicBezTo>
                    <a:pt x="38900" y="32773"/>
                    <a:pt x="39125" y="33798"/>
                    <a:pt x="39125" y="34866"/>
                  </a:cubicBezTo>
                  <a:cubicBezTo>
                    <a:pt x="39125" y="36215"/>
                    <a:pt x="38928" y="37494"/>
                    <a:pt x="38535" y="38703"/>
                  </a:cubicBezTo>
                  <a:cubicBezTo>
                    <a:pt x="38141" y="39884"/>
                    <a:pt x="37495" y="40895"/>
                    <a:pt x="36595" y="41738"/>
                  </a:cubicBezTo>
                  <a:cubicBezTo>
                    <a:pt x="35696" y="42582"/>
                    <a:pt x="34628" y="43003"/>
                    <a:pt x="33391" y="43003"/>
                  </a:cubicBezTo>
                  <a:cubicBezTo>
                    <a:pt x="32014" y="43003"/>
                    <a:pt x="30847" y="42539"/>
                    <a:pt x="29892" y="41612"/>
                  </a:cubicBezTo>
                  <a:cubicBezTo>
                    <a:pt x="28908" y="40657"/>
                    <a:pt x="28416" y="39532"/>
                    <a:pt x="28416" y="38239"/>
                  </a:cubicBezTo>
                  <a:cubicBezTo>
                    <a:pt x="28416" y="37424"/>
                    <a:pt x="28655" y="36693"/>
                    <a:pt x="29133" y="36047"/>
                  </a:cubicBezTo>
                  <a:cubicBezTo>
                    <a:pt x="29611" y="35373"/>
                    <a:pt x="30370" y="35035"/>
                    <a:pt x="31409" y="35035"/>
                  </a:cubicBezTo>
                  <a:cubicBezTo>
                    <a:pt x="32562" y="35035"/>
                    <a:pt x="33574" y="35428"/>
                    <a:pt x="34445" y="36215"/>
                  </a:cubicBezTo>
                  <a:cubicBezTo>
                    <a:pt x="35316" y="37003"/>
                    <a:pt x="35864" y="37958"/>
                    <a:pt x="36089" y="39082"/>
                  </a:cubicBezTo>
                  <a:cubicBezTo>
                    <a:pt x="36820" y="37930"/>
                    <a:pt x="37185" y="36497"/>
                    <a:pt x="37185" y="34782"/>
                  </a:cubicBezTo>
                  <a:cubicBezTo>
                    <a:pt x="37185" y="32927"/>
                    <a:pt x="36370" y="31269"/>
                    <a:pt x="34740" y="29807"/>
                  </a:cubicBezTo>
                  <a:cubicBezTo>
                    <a:pt x="33110" y="28345"/>
                    <a:pt x="30932" y="27264"/>
                    <a:pt x="28205" y="26561"/>
                  </a:cubicBezTo>
                  <a:cubicBezTo>
                    <a:pt x="21656" y="24818"/>
                    <a:pt x="16920" y="23609"/>
                    <a:pt x="13997" y="22935"/>
                  </a:cubicBezTo>
                  <a:cubicBezTo>
                    <a:pt x="11046" y="22261"/>
                    <a:pt x="8938" y="21923"/>
                    <a:pt x="7673" y="21923"/>
                  </a:cubicBezTo>
                  <a:cubicBezTo>
                    <a:pt x="6493" y="21923"/>
                    <a:pt x="5495" y="22078"/>
                    <a:pt x="4680" y="22387"/>
                  </a:cubicBezTo>
                  <a:cubicBezTo>
                    <a:pt x="3865" y="22696"/>
                    <a:pt x="3274" y="23118"/>
                    <a:pt x="2909" y="23652"/>
                  </a:cubicBezTo>
                  <a:cubicBezTo>
                    <a:pt x="2516" y="24158"/>
                    <a:pt x="2248" y="24649"/>
                    <a:pt x="2108" y="25127"/>
                  </a:cubicBezTo>
                  <a:cubicBezTo>
                    <a:pt x="1967" y="25577"/>
                    <a:pt x="1897" y="26055"/>
                    <a:pt x="1897" y="26561"/>
                  </a:cubicBezTo>
                  <a:cubicBezTo>
                    <a:pt x="1897" y="27404"/>
                    <a:pt x="2066" y="28303"/>
                    <a:pt x="2403" y="29259"/>
                  </a:cubicBezTo>
                  <a:cubicBezTo>
                    <a:pt x="2740" y="30187"/>
                    <a:pt x="3303" y="31213"/>
                    <a:pt x="4090" y="32337"/>
                  </a:cubicBezTo>
                  <a:cubicBezTo>
                    <a:pt x="4848" y="33433"/>
                    <a:pt x="6015" y="34502"/>
                    <a:pt x="7589" y="35541"/>
                  </a:cubicBezTo>
                  <a:cubicBezTo>
                    <a:pt x="9163" y="36581"/>
                    <a:pt x="11032" y="37452"/>
                    <a:pt x="13196" y="38155"/>
                  </a:cubicBezTo>
                  <a:cubicBezTo>
                    <a:pt x="13843" y="38295"/>
                    <a:pt x="14166" y="38675"/>
                    <a:pt x="14166" y="39293"/>
                  </a:cubicBezTo>
                  <a:cubicBezTo>
                    <a:pt x="14138" y="39967"/>
                    <a:pt x="13843" y="40305"/>
                    <a:pt x="13280" y="40305"/>
                  </a:cubicBezTo>
                  <a:cubicBezTo>
                    <a:pt x="12803" y="40305"/>
                    <a:pt x="12072" y="40122"/>
                    <a:pt x="11088" y="39757"/>
                  </a:cubicBezTo>
                  <a:cubicBezTo>
                    <a:pt x="10076" y="39363"/>
                    <a:pt x="8938" y="38774"/>
                    <a:pt x="7673" y="37986"/>
                  </a:cubicBezTo>
                  <a:cubicBezTo>
                    <a:pt x="6408" y="37171"/>
                    <a:pt x="5214" y="36243"/>
                    <a:pt x="4090" y="35203"/>
                  </a:cubicBezTo>
                  <a:cubicBezTo>
                    <a:pt x="2937" y="34135"/>
                    <a:pt x="1967" y="32828"/>
                    <a:pt x="1180" y="31283"/>
                  </a:cubicBezTo>
                  <a:cubicBezTo>
                    <a:pt x="393" y="29709"/>
                    <a:pt x="0" y="28078"/>
                    <a:pt x="0" y="26393"/>
                  </a:cubicBezTo>
                  <a:cubicBezTo>
                    <a:pt x="0" y="25634"/>
                    <a:pt x="84" y="24889"/>
                    <a:pt x="253" y="24158"/>
                  </a:cubicBezTo>
                  <a:cubicBezTo>
                    <a:pt x="393" y="23399"/>
                    <a:pt x="675" y="22569"/>
                    <a:pt x="1096" y="21670"/>
                  </a:cubicBezTo>
                  <a:cubicBezTo>
                    <a:pt x="1518" y="20742"/>
                    <a:pt x="2192" y="19871"/>
                    <a:pt x="3120" y="19056"/>
                  </a:cubicBezTo>
                  <a:cubicBezTo>
                    <a:pt x="4047" y="18241"/>
                    <a:pt x="5186" y="17581"/>
                    <a:pt x="6535" y="17075"/>
                  </a:cubicBezTo>
                  <a:cubicBezTo>
                    <a:pt x="5888" y="16737"/>
                    <a:pt x="5256" y="16344"/>
                    <a:pt x="4638" y="15894"/>
                  </a:cubicBezTo>
                  <a:cubicBezTo>
                    <a:pt x="4019" y="15416"/>
                    <a:pt x="3331" y="14812"/>
                    <a:pt x="2572" y="14081"/>
                  </a:cubicBezTo>
                  <a:cubicBezTo>
                    <a:pt x="1785" y="13323"/>
                    <a:pt x="1166" y="12423"/>
                    <a:pt x="717" y="11383"/>
                  </a:cubicBezTo>
                  <a:cubicBezTo>
                    <a:pt x="239" y="10315"/>
                    <a:pt x="0" y="9191"/>
                    <a:pt x="0" y="8010"/>
                  </a:cubicBezTo>
                  <a:cubicBezTo>
                    <a:pt x="0" y="6857"/>
                    <a:pt x="155" y="5719"/>
                    <a:pt x="464" y="4595"/>
                  </a:cubicBezTo>
                  <a:cubicBezTo>
                    <a:pt x="745" y="3471"/>
                    <a:pt x="1349" y="2431"/>
                    <a:pt x="2277" y="1475"/>
                  </a:cubicBezTo>
                  <a:cubicBezTo>
                    <a:pt x="3176" y="491"/>
                    <a:pt x="4314" y="0"/>
                    <a:pt x="5692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4" name="Freeform 443">
              <a:extLst>
                <a:ext uri="{FF2B5EF4-FFF2-40B4-BE49-F238E27FC236}">
                  <a16:creationId xmlns:a16="http://schemas.microsoft.com/office/drawing/2014/main" id="{53082468-A120-4224-6599-399609EAB142}"/>
                </a:ext>
              </a:extLst>
            </p:cNvPr>
            <p:cNvSpPr/>
            <p:nvPr/>
          </p:nvSpPr>
          <p:spPr>
            <a:xfrm>
              <a:off x="5083158" y="4040718"/>
              <a:ext cx="19212" cy="11539"/>
            </a:xfrm>
            <a:custGeom>
              <a:avLst/>
              <a:gdLst>
                <a:gd name="connsiteX0" fmla="*/ 2302 w 19212"/>
                <a:gd name="connsiteY0" fmla="*/ 0 h 11539"/>
                <a:gd name="connsiteX1" fmla="*/ 3453 w 19212"/>
                <a:gd name="connsiteY1" fmla="*/ 355 h 11539"/>
                <a:gd name="connsiteX2" fmla="*/ 19213 w 19212"/>
                <a:gd name="connsiteY2" fmla="*/ 9916 h 11539"/>
                <a:gd name="connsiteX3" fmla="*/ 19213 w 19212"/>
                <a:gd name="connsiteY3" fmla="*/ 11540 h 11539"/>
                <a:gd name="connsiteX4" fmla="*/ 1269 w 19212"/>
                <a:gd name="connsiteY4" fmla="*/ 4280 h 11539"/>
                <a:gd name="connsiteX5" fmla="*/ 384 w 19212"/>
                <a:gd name="connsiteY5" fmla="*/ 3541 h 11539"/>
                <a:gd name="connsiteX6" fmla="*/ 0 w 19212"/>
                <a:gd name="connsiteY6" fmla="*/ 2302 h 11539"/>
                <a:gd name="connsiteX7" fmla="*/ 679 w 19212"/>
                <a:gd name="connsiteY7" fmla="*/ 680 h 11539"/>
                <a:gd name="connsiteX8" fmla="*/ 2302 w 19212"/>
                <a:gd name="connsiteY8" fmla="*/ 0 h 11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212" h="11539">
                  <a:moveTo>
                    <a:pt x="2302" y="0"/>
                  </a:moveTo>
                  <a:cubicBezTo>
                    <a:pt x="2774" y="0"/>
                    <a:pt x="3158" y="118"/>
                    <a:pt x="3453" y="355"/>
                  </a:cubicBezTo>
                  <a:lnTo>
                    <a:pt x="19213" y="9916"/>
                  </a:lnTo>
                  <a:lnTo>
                    <a:pt x="19213" y="11540"/>
                  </a:lnTo>
                  <a:lnTo>
                    <a:pt x="1269" y="4280"/>
                  </a:lnTo>
                  <a:cubicBezTo>
                    <a:pt x="915" y="4162"/>
                    <a:pt x="620" y="3915"/>
                    <a:pt x="384" y="3541"/>
                  </a:cubicBezTo>
                  <a:cubicBezTo>
                    <a:pt x="128" y="3168"/>
                    <a:pt x="0" y="2755"/>
                    <a:pt x="0" y="2302"/>
                  </a:cubicBezTo>
                  <a:cubicBezTo>
                    <a:pt x="0" y="1673"/>
                    <a:pt x="226" y="1132"/>
                    <a:pt x="679" y="680"/>
                  </a:cubicBezTo>
                  <a:cubicBezTo>
                    <a:pt x="1131" y="227"/>
                    <a:pt x="1672" y="0"/>
                    <a:pt x="2302" y="0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5" name="Freeform 444">
              <a:extLst>
                <a:ext uri="{FF2B5EF4-FFF2-40B4-BE49-F238E27FC236}">
                  <a16:creationId xmlns:a16="http://schemas.microsoft.com/office/drawing/2014/main" id="{D912B8C0-1534-3DC2-5026-2E37EB41E797}"/>
                </a:ext>
              </a:extLst>
            </p:cNvPr>
            <p:cNvSpPr/>
            <p:nvPr/>
          </p:nvSpPr>
          <p:spPr>
            <a:xfrm>
              <a:off x="5087965" y="4011586"/>
              <a:ext cx="86344" cy="20025"/>
            </a:xfrm>
            <a:custGeom>
              <a:avLst/>
              <a:gdLst>
                <a:gd name="connsiteX0" fmla="*/ 85501 w 86344"/>
                <a:gd name="connsiteY0" fmla="*/ 20026 h 20025"/>
                <a:gd name="connsiteX1" fmla="*/ 84026 w 86344"/>
                <a:gd name="connsiteY1" fmla="*/ 18930 h 20025"/>
                <a:gd name="connsiteX2" fmla="*/ 43172 w 86344"/>
                <a:gd name="connsiteY2" fmla="*/ 5018 h 20025"/>
                <a:gd name="connsiteX3" fmla="*/ 2867 w 86344"/>
                <a:gd name="connsiteY3" fmla="*/ 18382 h 20025"/>
                <a:gd name="connsiteX4" fmla="*/ 843 w 86344"/>
                <a:gd name="connsiteY4" fmla="*/ 20026 h 20025"/>
                <a:gd name="connsiteX5" fmla="*/ 0 w 86344"/>
                <a:gd name="connsiteY5" fmla="*/ 19184 h 20025"/>
                <a:gd name="connsiteX6" fmla="*/ 1729 w 86344"/>
                <a:gd name="connsiteY6" fmla="*/ 16527 h 20025"/>
                <a:gd name="connsiteX7" fmla="*/ 7420 w 86344"/>
                <a:gd name="connsiteY7" fmla="*/ 11257 h 20025"/>
                <a:gd name="connsiteX8" fmla="*/ 16232 w 86344"/>
                <a:gd name="connsiteY8" fmla="*/ 5692 h 20025"/>
                <a:gd name="connsiteX9" fmla="*/ 43172 w 86344"/>
                <a:gd name="connsiteY9" fmla="*/ 0 h 20025"/>
                <a:gd name="connsiteX10" fmla="*/ 69523 w 86344"/>
                <a:gd name="connsiteY10" fmla="*/ 5439 h 20025"/>
                <a:gd name="connsiteX11" fmla="*/ 78587 w 86344"/>
                <a:gd name="connsiteY11" fmla="*/ 11004 h 20025"/>
                <a:gd name="connsiteX12" fmla="*/ 84532 w 86344"/>
                <a:gd name="connsiteY12" fmla="*/ 16401 h 20025"/>
                <a:gd name="connsiteX13" fmla="*/ 86344 w 86344"/>
                <a:gd name="connsiteY13" fmla="*/ 19184 h 20025"/>
                <a:gd name="connsiteX14" fmla="*/ 85501 w 86344"/>
                <a:gd name="connsiteY14" fmla="*/ 20026 h 20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6344" h="20025">
                  <a:moveTo>
                    <a:pt x="85501" y="20026"/>
                  </a:moveTo>
                  <a:cubicBezTo>
                    <a:pt x="85220" y="20026"/>
                    <a:pt x="84729" y="19660"/>
                    <a:pt x="84026" y="18930"/>
                  </a:cubicBezTo>
                  <a:cubicBezTo>
                    <a:pt x="74582" y="9655"/>
                    <a:pt x="60964" y="5018"/>
                    <a:pt x="43172" y="5018"/>
                  </a:cubicBezTo>
                  <a:cubicBezTo>
                    <a:pt x="25324" y="5018"/>
                    <a:pt x="11889" y="9473"/>
                    <a:pt x="2867" y="18382"/>
                  </a:cubicBezTo>
                  <a:cubicBezTo>
                    <a:pt x="1827" y="19478"/>
                    <a:pt x="1152" y="20026"/>
                    <a:pt x="843" y="20026"/>
                  </a:cubicBezTo>
                  <a:cubicBezTo>
                    <a:pt x="281" y="20026"/>
                    <a:pt x="0" y="19745"/>
                    <a:pt x="0" y="19184"/>
                  </a:cubicBezTo>
                  <a:cubicBezTo>
                    <a:pt x="0" y="18790"/>
                    <a:pt x="576" y="17905"/>
                    <a:pt x="1729" y="16527"/>
                  </a:cubicBezTo>
                  <a:cubicBezTo>
                    <a:pt x="2881" y="15122"/>
                    <a:pt x="4778" y="13365"/>
                    <a:pt x="7420" y="11257"/>
                  </a:cubicBezTo>
                  <a:cubicBezTo>
                    <a:pt x="10062" y="9122"/>
                    <a:pt x="13000" y="7266"/>
                    <a:pt x="16232" y="5692"/>
                  </a:cubicBezTo>
                  <a:cubicBezTo>
                    <a:pt x="24074" y="1897"/>
                    <a:pt x="33054" y="0"/>
                    <a:pt x="43172" y="0"/>
                  </a:cubicBezTo>
                  <a:cubicBezTo>
                    <a:pt x="52897" y="0"/>
                    <a:pt x="61681" y="1813"/>
                    <a:pt x="69523" y="5439"/>
                  </a:cubicBezTo>
                  <a:cubicBezTo>
                    <a:pt x="72811" y="6985"/>
                    <a:pt x="75833" y="8840"/>
                    <a:pt x="78587" y="11004"/>
                  </a:cubicBezTo>
                  <a:cubicBezTo>
                    <a:pt x="81341" y="13169"/>
                    <a:pt x="83323" y="14967"/>
                    <a:pt x="84532" y="16401"/>
                  </a:cubicBezTo>
                  <a:cubicBezTo>
                    <a:pt x="85741" y="17834"/>
                    <a:pt x="86344" y="18761"/>
                    <a:pt x="86344" y="19184"/>
                  </a:cubicBezTo>
                  <a:cubicBezTo>
                    <a:pt x="86344" y="19745"/>
                    <a:pt x="86064" y="20026"/>
                    <a:pt x="85501" y="20026"/>
                  </a:cubicBezTo>
                  <a:close/>
                </a:path>
              </a:pathLst>
            </a:custGeom>
            <a:solidFill>
              <a:srgbClr val="000000"/>
            </a:solidFill>
            <a:ln w="89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46" name="Freeform 445">
            <a:extLst>
              <a:ext uri="{FF2B5EF4-FFF2-40B4-BE49-F238E27FC236}">
                <a16:creationId xmlns:a16="http://schemas.microsoft.com/office/drawing/2014/main" id="{AC2272F6-6BE4-ABA0-6B28-5C6E228412EC}"/>
              </a:ext>
            </a:extLst>
          </p:cNvPr>
          <p:cNvSpPr/>
          <p:nvPr/>
        </p:nvSpPr>
        <p:spPr>
          <a:xfrm>
            <a:off x="5325065" y="3569461"/>
            <a:ext cx="1814283" cy="1127897"/>
          </a:xfrm>
          <a:custGeom>
            <a:avLst/>
            <a:gdLst>
              <a:gd name="connsiteX0" fmla="*/ 0 w 1814283"/>
              <a:gd name="connsiteY0" fmla="*/ 1127897 h 1127897"/>
              <a:gd name="connsiteX1" fmla="*/ 18326 w 1814283"/>
              <a:gd name="connsiteY1" fmla="*/ 1111562 h 1127897"/>
              <a:gd name="connsiteX2" fmla="*/ 36653 w 1814283"/>
              <a:gd name="connsiteY2" fmla="*/ 1094534 h 1127897"/>
              <a:gd name="connsiteX3" fmla="*/ 54978 w 1814283"/>
              <a:gd name="connsiteY3" fmla="*/ 1076858 h 1127897"/>
              <a:gd name="connsiteX4" fmla="*/ 73304 w 1814283"/>
              <a:gd name="connsiteY4" fmla="*/ 1058588 h 1127897"/>
              <a:gd name="connsiteX5" fmla="*/ 91631 w 1814283"/>
              <a:gd name="connsiteY5" fmla="*/ 1039760 h 1127897"/>
              <a:gd name="connsiteX6" fmla="*/ 109957 w 1814283"/>
              <a:gd name="connsiteY6" fmla="*/ 1020437 h 1127897"/>
              <a:gd name="connsiteX7" fmla="*/ 128282 w 1814283"/>
              <a:gd name="connsiteY7" fmla="*/ 1000664 h 1127897"/>
              <a:gd name="connsiteX8" fmla="*/ 146609 w 1814283"/>
              <a:gd name="connsiteY8" fmla="*/ 980477 h 1127897"/>
              <a:gd name="connsiteX9" fmla="*/ 164935 w 1814283"/>
              <a:gd name="connsiteY9" fmla="*/ 959930 h 1127897"/>
              <a:gd name="connsiteX10" fmla="*/ 183261 w 1814283"/>
              <a:gd name="connsiteY10" fmla="*/ 939077 h 1127897"/>
              <a:gd name="connsiteX11" fmla="*/ 201587 w 1814283"/>
              <a:gd name="connsiteY11" fmla="*/ 917945 h 1127897"/>
              <a:gd name="connsiteX12" fmla="*/ 219913 w 1814283"/>
              <a:gd name="connsiteY12" fmla="*/ 896570 h 1127897"/>
              <a:gd name="connsiteX13" fmla="*/ 238239 w 1814283"/>
              <a:gd name="connsiteY13" fmla="*/ 875006 h 1127897"/>
              <a:gd name="connsiteX14" fmla="*/ 256566 w 1814283"/>
              <a:gd name="connsiteY14" fmla="*/ 853280 h 1127897"/>
              <a:gd name="connsiteX15" fmla="*/ 274891 w 1814283"/>
              <a:gd name="connsiteY15" fmla="*/ 831419 h 1127897"/>
              <a:gd name="connsiteX16" fmla="*/ 293217 w 1814283"/>
              <a:gd name="connsiteY16" fmla="*/ 809468 h 1127897"/>
              <a:gd name="connsiteX17" fmla="*/ 311544 w 1814283"/>
              <a:gd name="connsiteY17" fmla="*/ 787444 h 1127897"/>
              <a:gd name="connsiteX18" fmla="*/ 329870 w 1814283"/>
              <a:gd name="connsiteY18" fmla="*/ 765380 h 1127897"/>
              <a:gd name="connsiteX19" fmla="*/ 348196 w 1814283"/>
              <a:gd name="connsiteY19" fmla="*/ 743301 h 1127897"/>
              <a:gd name="connsiteX20" fmla="*/ 366521 w 1814283"/>
              <a:gd name="connsiteY20" fmla="*/ 721233 h 1127897"/>
              <a:gd name="connsiteX21" fmla="*/ 384848 w 1814283"/>
              <a:gd name="connsiteY21" fmla="*/ 699202 h 1127897"/>
              <a:gd name="connsiteX22" fmla="*/ 403174 w 1814283"/>
              <a:gd name="connsiteY22" fmla="*/ 677230 h 1127897"/>
              <a:gd name="connsiteX23" fmla="*/ 421500 w 1814283"/>
              <a:gd name="connsiteY23" fmla="*/ 655342 h 1127897"/>
              <a:gd name="connsiteX24" fmla="*/ 439826 w 1814283"/>
              <a:gd name="connsiteY24" fmla="*/ 633558 h 1127897"/>
              <a:gd name="connsiteX25" fmla="*/ 458152 w 1814283"/>
              <a:gd name="connsiteY25" fmla="*/ 611902 h 1127897"/>
              <a:gd name="connsiteX26" fmla="*/ 476478 w 1814283"/>
              <a:gd name="connsiteY26" fmla="*/ 590396 h 1127897"/>
              <a:gd name="connsiteX27" fmla="*/ 494805 w 1814283"/>
              <a:gd name="connsiteY27" fmla="*/ 569059 h 1127897"/>
              <a:gd name="connsiteX28" fmla="*/ 513131 w 1814283"/>
              <a:gd name="connsiteY28" fmla="*/ 547917 h 1127897"/>
              <a:gd name="connsiteX29" fmla="*/ 531456 w 1814283"/>
              <a:gd name="connsiteY29" fmla="*/ 526987 h 1127897"/>
              <a:gd name="connsiteX30" fmla="*/ 549783 w 1814283"/>
              <a:gd name="connsiteY30" fmla="*/ 506292 h 1127897"/>
              <a:gd name="connsiteX31" fmla="*/ 568109 w 1814283"/>
              <a:gd name="connsiteY31" fmla="*/ 485856 h 1127897"/>
              <a:gd name="connsiteX32" fmla="*/ 586435 w 1814283"/>
              <a:gd name="connsiteY32" fmla="*/ 465699 h 1127897"/>
              <a:gd name="connsiteX33" fmla="*/ 604761 w 1814283"/>
              <a:gd name="connsiteY33" fmla="*/ 445841 h 1127897"/>
              <a:gd name="connsiteX34" fmla="*/ 623087 w 1814283"/>
              <a:gd name="connsiteY34" fmla="*/ 426305 h 1127897"/>
              <a:gd name="connsiteX35" fmla="*/ 641413 w 1814283"/>
              <a:gd name="connsiteY35" fmla="*/ 407111 h 1127897"/>
              <a:gd name="connsiteX36" fmla="*/ 659736 w 1814283"/>
              <a:gd name="connsiteY36" fmla="*/ 388279 h 1127897"/>
              <a:gd name="connsiteX37" fmla="*/ 678069 w 1814283"/>
              <a:gd name="connsiteY37" fmla="*/ 369830 h 1127897"/>
              <a:gd name="connsiteX38" fmla="*/ 696393 w 1814283"/>
              <a:gd name="connsiteY38" fmla="*/ 351781 h 1127897"/>
              <a:gd name="connsiteX39" fmla="*/ 714717 w 1814283"/>
              <a:gd name="connsiteY39" fmla="*/ 334154 h 1127897"/>
              <a:gd name="connsiteX40" fmla="*/ 733041 w 1814283"/>
              <a:gd name="connsiteY40" fmla="*/ 316965 h 1127897"/>
              <a:gd name="connsiteX41" fmla="*/ 751374 w 1814283"/>
              <a:gd name="connsiteY41" fmla="*/ 300232 h 1127897"/>
              <a:gd name="connsiteX42" fmla="*/ 769698 w 1814283"/>
              <a:gd name="connsiteY42" fmla="*/ 283971 h 1127897"/>
              <a:gd name="connsiteX43" fmla="*/ 788022 w 1814283"/>
              <a:gd name="connsiteY43" fmla="*/ 268196 h 1127897"/>
              <a:gd name="connsiteX44" fmla="*/ 806346 w 1814283"/>
              <a:gd name="connsiteY44" fmla="*/ 252921 h 1127897"/>
              <a:gd name="connsiteX45" fmla="*/ 824670 w 1814283"/>
              <a:gd name="connsiteY45" fmla="*/ 238157 h 1127897"/>
              <a:gd name="connsiteX46" fmla="*/ 843003 w 1814283"/>
              <a:gd name="connsiteY46" fmla="*/ 223914 h 1127897"/>
              <a:gd name="connsiteX47" fmla="*/ 861327 w 1814283"/>
              <a:gd name="connsiteY47" fmla="*/ 210199 h 1127897"/>
              <a:gd name="connsiteX48" fmla="*/ 879651 w 1814283"/>
              <a:gd name="connsiteY48" fmla="*/ 197019 h 1127897"/>
              <a:gd name="connsiteX49" fmla="*/ 897975 w 1814283"/>
              <a:gd name="connsiteY49" fmla="*/ 184378 h 1127897"/>
              <a:gd name="connsiteX50" fmla="*/ 916308 w 1814283"/>
              <a:gd name="connsiteY50" fmla="*/ 172276 h 1127897"/>
              <a:gd name="connsiteX51" fmla="*/ 934632 w 1814283"/>
              <a:gd name="connsiteY51" fmla="*/ 160717 h 1127897"/>
              <a:gd name="connsiteX52" fmla="*/ 952956 w 1814283"/>
              <a:gd name="connsiteY52" fmla="*/ 149697 h 1127897"/>
              <a:gd name="connsiteX53" fmla="*/ 971280 w 1814283"/>
              <a:gd name="connsiteY53" fmla="*/ 139213 h 1127897"/>
              <a:gd name="connsiteX54" fmla="*/ 989613 w 1814283"/>
              <a:gd name="connsiteY54" fmla="*/ 129260 h 1127897"/>
              <a:gd name="connsiteX55" fmla="*/ 1007937 w 1814283"/>
              <a:gd name="connsiteY55" fmla="*/ 119831 h 1127897"/>
              <a:gd name="connsiteX56" fmla="*/ 1026261 w 1814283"/>
              <a:gd name="connsiteY56" fmla="*/ 110915 h 1127897"/>
              <a:gd name="connsiteX57" fmla="*/ 1044585 w 1814283"/>
              <a:gd name="connsiteY57" fmla="*/ 102503 h 1127897"/>
              <a:gd name="connsiteX58" fmla="*/ 1062909 w 1814283"/>
              <a:gd name="connsiteY58" fmla="*/ 94582 h 1127897"/>
              <a:gd name="connsiteX59" fmla="*/ 1081242 w 1814283"/>
              <a:gd name="connsiteY59" fmla="*/ 87138 h 1127897"/>
              <a:gd name="connsiteX60" fmla="*/ 1099566 w 1814283"/>
              <a:gd name="connsiteY60" fmla="*/ 80157 h 1127897"/>
              <a:gd name="connsiteX61" fmla="*/ 1117890 w 1814283"/>
              <a:gd name="connsiteY61" fmla="*/ 73621 h 1127897"/>
              <a:gd name="connsiteX62" fmla="*/ 1136214 w 1814283"/>
              <a:gd name="connsiteY62" fmla="*/ 67515 h 1127897"/>
              <a:gd name="connsiteX63" fmla="*/ 1154547 w 1814283"/>
              <a:gd name="connsiteY63" fmla="*/ 61822 h 1127897"/>
              <a:gd name="connsiteX64" fmla="*/ 1172871 w 1814283"/>
              <a:gd name="connsiteY64" fmla="*/ 56522 h 1127897"/>
              <a:gd name="connsiteX65" fmla="*/ 1191195 w 1814283"/>
              <a:gd name="connsiteY65" fmla="*/ 51599 h 1127897"/>
              <a:gd name="connsiteX66" fmla="*/ 1209519 w 1814283"/>
              <a:gd name="connsiteY66" fmla="*/ 47033 h 1127897"/>
              <a:gd name="connsiteX67" fmla="*/ 1227852 w 1814283"/>
              <a:gd name="connsiteY67" fmla="*/ 42807 h 1127897"/>
              <a:gd name="connsiteX68" fmla="*/ 1246176 w 1814283"/>
              <a:gd name="connsiteY68" fmla="*/ 38900 h 1127897"/>
              <a:gd name="connsiteX69" fmla="*/ 1264500 w 1814283"/>
              <a:gd name="connsiteY69" fmla="*/ 35296 h 1127897"/>
              <a:gd name="connsiteX70" fmla="*/ 1282824 w 1814283"/>
              <a:gd name="connsiteY70" fmla="*/ 31976 h 1127897"/>
              <a:gd name="connsiteX71" fmla="*/ 1301148 w 1814283"/>
              <a:gd name="connsiteY71" fmla="*/ 28923 h 1127897"/>
              <a:gd name="connsiteX72" fmla="*/ 1319481 w 1814283"/>
              <a:gd name="connsiteY72" fmla="*/ 26118 h 1127897"/>
              <a:gd name="connsiteX73" fmla="*/ 1337805 w 1814283"/>
              <a:gd name="connsiteY73" fmla="*/ 23547 h 1127897"/>
              <a:gd name="connsiteX74" fmla="*/ 1356129 w 1814283"/>
              <a:gd name="connsiteY74" fmla="*/ 21192 h 1127897"/>
              <a:gd name="connsiteX75" fmla="*/ 1374453 w 1814283"/>
              <a:gd name="connsiteY75" fmla="*/ 19039 h 1127897"/>
              <a:gd name="connsiteX76" fmla="*/ 1392786 w 1814283"/>
              <a:gd name="connsiteY76" fmla="*/ 17073 h 1127897"/>
              <a:gd name="connsiteX77" fmla="*/ 1411110 w 1814283"/>
              <a:gd name="connsiteY77" fmla="*/ 15279 h 1127897"/>
              <a:gd name="connsiteX78" fmla="*/ 1429434 w 1814283"/>
              <a:gd name="connsiteY78" fmla="*/ 13646 h 1127897"/>
              <a:gd name="connsiteX79" fmla="*/ 1447758 w 1814283"/>
              <a:gd name="connsiteY79" fmla="*/ 12160 h 1127897"/>
              <a:gd name="connsiteX80" fmla="*/ 1466091 w 1814283"/>
              <a:gd name="connsiteY80" fmla="*/ 10810 h 1127897"/>
              <a:gd name="connsiteX81" fmla="*/ 1484415 w 1814283"/>
              <a:gd name="connsiteY81" fmla="*/ 9584 h 1127897"/>
              <a:gd name="connsiteX82" fmla="*/ 1502739 w 1814283"/>
              <a:gd name="connsiteY82" fmla="*/ 8472 h 1127897"/>
              <a:gd name="connsiteX83" fmla="*/ 1521063 w 1814283"/>
              <a:gd name="connsiteY83" fmla="*/ 7466 h 1127897"/>
              <a:gd name="connsiteX84" fmla="*/ 1539396 w 1814283"/>
              <a:gd name="connsiteY84" fmla="*/ 6554 h 1127897"/>
              <a:gd name="connsiteX85" fmla="*/ 1557720 w 1814283"/>
              <a:gd name="connsiteY85" fmla="*/ 5731 h 1127897"/>
              <a:gd name="connsiteX86" fmla="*/ 1576044 w 1814283"/>
              <a:gd name="connsiteY86" fmla="*/ 4987 h 1127897"/>
              <a:gd name="connsiteX87" fmla="*/ 1594368 w 1814283"/>
              <a:gd name="connsiteY87" fmla="*/ 4316 h 1127897"/>
              <a:gd name="connsiteX88" fmla="*/ 1612692 w 1814283"/>
              <a:gd name="connsiteY88" fmla="*/ 3710 h 1127897"/>
              <a:gd name="connsiteX89" fmla="*/ 1631025 w 1814283"/>
              <a:gd name="connsiteY89" fmla="*/ 3165 h 1127897"/>
              <a:gd name="connsiteX90" fmla="*/ 1649349 w 1814283"/>
              <a:gd name="connsiteY90" fmla="*/ 2674 h 1127897"/>
              <a:gd name="connsiteX91" fmla="*/ 1667673 w 1814283"/>
              <a:gd name="connsiteY91" fmla="*/ 2233 h 1127897"/>
              <a:gd name="connsiteX92" fmla="*/ 1685997 w 1814283"/>
              <a:gd name="connsiteY92" fmla="*/ 1837 h 1127897"/>
              <a:gd name="connsiteX93" fmla="*/ 1704330 w 1814283"/>
              <a:gd name="connsiteY93" fmla="*/ 1481 h 1127897"/>
              <a:gd name="connsiteX94" fmla="*/ 1722654 w 1814283"/>
              <a:gd name="connsiteY94" fmla="*/ 1161 h 1127897"/>
              <a:gd name="connsiteX95" fmla="*/ 1740978 w 1814283"/>
              <a:gd name="connsiteY95" fmla="*/ 875 h 1127897"/>
              <a:gd name="connsiteX96" fmla="*/ 1759302 w 1814283"/>
              <a:gd name="connsiteY96" fmla="*/ 618 h 1127897"/>
              <a:gd name="connsiteX97" fmla="*/ 1777635 w 1814283"/>
              <a:gd name="connsiteY97" fmla="*/ 389 h 1127897"/>
              <a:gd name="connsiteX98" fmla="*/ 1795959 w 1814283"/>
              <a:gd name="connsiteY98" fmla="*/ 183 h 1127897"/>
              <a:gd name="connsiteX99" fmla="*/ 1814283 w 1814283"/>
              <a:gd name="connsiteY99" fmla="*/ 0 h 1127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1814283" h="1127897">
                <a:moveTo>
                  <a:pt x="0" y="1127897"/>
                </a:moveTo>
                <a:lnTo>
                  <a:pt x="18326" y="1111562"/>
                </a:lnTo>
                <a:lnTo>
                  <a:pt x="36653" y="1094534"/>
                </a:lnTo>
                <a:lnTo>
                  <a:pt x="54978" y="1076858"/>
                </a:lnTo>
                <a:lnTo>
                  <a:pt x="73304" y="1058588"/>
                </a:lnTo>
                <a:lnTo>
                  <a:pt x="91631" y="1039760"/>
                </a:lnTo>
                <a:lnTo>
                  <a:pt x="109957" y="1020437"/>
                </a:lnTo>
                <a:lnTo>
                  <a:pt x="128282" y="1000664"/>
                </a:lnTo>
                <a:lnTo>
                  <a:pt x="146609" y="980477"/>
                </a:lnTo>
                <a:lnTo>
                  <a:pt x="164935" y="959930"/>
                </a:lnTo>
                <a:lnTo>
                  <a:pt x="183261" y="939077"/>
                </a:lnTo>
                <a:lnTo>
                  <a:pt x="201587" y="917945"/>
                </a:lnTo>
                <a:lnTo>
                  <a:pt x="219913" y="896570"/>
                </a:lnTo>
                <a:lnTo>
                  <a:pt x="238239" y="875006"/>
                </a:lnTo>
                <a:lnTo>
                  <a:pt x="256566" y="853280"/>
                </a:lnTo>
                <a:lnTo>
                  <a:pt x="274891" y="831419"/>
                </a:lnTo>
                <a:lnTo>
                  <a:pt x="293217" y="809468"/>
                </a:lnTo>
                <a:lnTo>
                  <a:pt x="311544" y="787444"/>
                </a:lnTo>
                <a:lnTo>
                  <a:pt x="329870" y="765380"/>
                </a:lnTo>
                <a:lnTo>
                  <a:pt x="348196" y="743301"/>
                </a:lnTo>
                <a:lnTo>
                  <a:pt x="366521" y="721233"/>
                </a:lnTo>
                <a:lnTo>
                  <a:pt x="384848" y="699202"/>
                </a:lnTo>
                <a:lnTo>
                  <a:pt x="403174" y="677230"/>
                </a:lnTo>
                <a:lnTo>
                  <a:pt x="421500" y="655342"/>
                </a:lnTo>
                <a:lnTo>
                  <a:pt x="439826" y="633558"/>
                </a:lnTo>
                <a:lnTo>
                  <a:pt x="458152" y="611902"/>
                </a:lnTo>
                <a:lnTo>
                  <a:pt x="476478" y="590396"/>
                </a:lnTo>
                <a:lnTo>
                  <a:pt x="494805" y="569059"/>
                </a:lnTo>
                <a:lnTo>
                  <a:pt x="513131" y="547917"/>
                </a:lnTo>
                <a:lnTo>
                  <a:pt x="531456" y="526987"/>
                </a:lnTo>
                <a:lnTo>
                  <a:pt x="549783" y="506292"/>
                </a:lnTo>
                <a:lnTo>
                  <a:pt x="568109" y="485856"/>
                </a:lnTo>
                <a:lnTo>
                  <a:pt x="586435" y="465699"/>
                </a:lnTo>
                <a:lnTo>
                  <a:pt x="604761" y="445841"/>
                </a:lnTo>
                <a:lnTo>
                  <a:pt x="623087" y="426305"/>
                </a:lnTo>
                <a:lnTo>
                  <a:pt x="641413" y="407111"/>
                </a:lnTo>
                <a:lnTo>
                  <a:pt x="659736" y="388279"/>
                </a:lnTo>
                <a:lnTo>
                  <a:pt x="678069" y="369830"/>
                </a:lnTo>
                <a:lnTo>
                  <a:pt x="696393" y="351781"/>
                </a:lnTo>
                <a:lnTo>
                  <a:pt x="714717" y="334154"/>
                </a:lnTo>
                <a:lnTo>
                  <a:pt x="733041" y="316965"/>
                </a:lnTo>
                <a:lnTo>
                  <a:pt x="751374" y="300232"/>
                </a:lnTo>
                <a:lnTo>
                  <a:pt x="769698" y="283971"/>
                </a:lnTo>
                <a:lnTo>
                  <a:pt x="788022" y="268196"/>
                </a:lnTo>
                <a:lnTo>
                  <a:pt x="806346" y="252921"/>
                </a:lnTo>
                <a:lnTo>
                  <a:pt x="824670" y="238157"/>
                </a:lnTo>
                <a:lnTo>
                  <a:pt x="843003" y="223914"/>
                </a:lnTo>
                <a:lnTo>
                  <a:pt x="861327" y="210199"/>
                </a:lnTo>
                <a:lnTo>
                  <a:pt x="879651" y="197019"/>
                </a:lnTo>
                <a:lnTo>
                  <a:pt x="897975" y="184378"/>
                </a:lnTo>
                <a:lnTo>
                  <a:pt x="916308" y="172276"/>
                </a:lnTo>
                <a:lnTo>
                  <a:pt x="934632" y="160717"/>
                </a:lnTo>
                <a:lnTo>
                  <a:pt x="952956" y="149697"/>
                </a:lnTo>
                <a:lnTo>
                  <a:pt x="971280" y="139213"/>
                </a:lnTo>
                <a:lnTo>
                  <a:pt x="989613" y="129260"/>
                </a:lnTo>
                <a:lnTo>
                  <a:pt x="1007937" y="119831"/>
                </a:lnTo>
                <a:lnTo>
                  <a:pt x="1026261" y="110915"/>
                </a:lnTo>
                <a:lnTo>
                  <a:pt x="1044585" y="102503"/>
                </a:lnTo>
                <a:lnTo>
                  <a:pt x="1062909" y="94582"/>
                </a:lnTo>
                <a:lnTo>
                  <a:pt x="1081242" y="87138"/>
                </a:lnTo>
                <a:lnTo>
                  <a:pt x="1099566" y="80157"/>
                </a:lnTo>
                <a:lnTo>
                  <a:pt x="1117890" y="73621"/>
                </a:lnTo>
                <a:lnTo>
                  <a:pt x="1136214" y="67515"/>
                </a:lnTo>
                <a:lnTo>
                  <a:pt x="1154547" y="61822"/>
                </a:lnTo>
                <a:lnTo>
                  <a:pt x="1172871" y="56522"/>
                </a:lnTo>
                <a:lnTo>
                  <a:pt x="1191195" y="51599"/>
                </a:lnTo>
                <a:lnTo>
                  <a:pt x="1209519" y="47033"/>
                </a:lnTo>
                <a:lnTo>
                  <a:pt x="1227852" y="42807"/>
                </a:lnTo>
                <a:lnTo>
                  <a:pt x="1246176" y="38900"/>
                </a:lnTo>
                <a:lnTo>
                  <a:pt x="1264500" y="35296"/>
                </a:lnTo>
                <a:lnTo>
                  <a:pt x="1282824" y="31976"/>
                </a:lnTo>
                <a:lnTo>
                  <a:pt x="1301148" y="28923"/>
                </a:lnTo>
                <a:lnTo>
                  <a:pt x="1319481" y="26118"/>
                </a:lnTo>
                <a:lnTo>
                  <a:pt x="1337805" y="23547"/>
                </a:lnTo>
                <a:lnTo>
                  <a:pt x="1356129" y="21192"/>
                </a:lnTo>
                <a:lnTo>
                  <a:pt x="1374453" y="19039"/>
                </a:lnTo>
                <a:lnTo>
                  <a:pt x="1392786" y="17073"/>
                </a:lnTo>
                <a:lnTo>
                  <a:pt x="1411110" y="15279"/>
                </a:lnTo>
                <a:lnTo>
                  <a:pt x="1429434" y="13646"/>
                </a:lnTo>
                <a:lnTo>
                  <a:pt x="1447758" y="12160"/>
                </a:lnTo>
                <a:lnTo>
                  <a:pt x="1466091" y="10810"/>
                </a:lnTo>
                <a:lnTo>
                  <a:pt x="1484415" y="9584"/>
                </a:lnTo>
                <a:lnTo>
                  <a:pt x="1502739" y="8472"/>
                </a:lnTo>
                <a:lnTo>
                  <a:pt x="1521063" y="7466"/>
                </a:lnTo>
                <a:lnTo>
                  <a:pt x="1539396" y="6554"/>
                </a:lnTo>
                <a:lnTo>
                  <a:pt x="1557720" y="5731"/>
                </a:lnTo>
                <a:lnTo>
                  <a:pt x="1576044" y="4987"/>
                </a:lnTo>
                <a:lnTo>
                  <a:pt x="1594368" y="4316"/>
                </a:lnTo>
                <a:lnTo>
                  <a:pt x="1612692" y="3710"/>
                </a:lnTo>
                <a:lnTo>
                  <a:pt x="1631025" y="3165"/>
                </a:lnTo>
                <a:lnTo>
                  <a:pt x="1649349" y="2674"/>
                </a:lnTo>
                <a:lnTo>
                  <a:pt x="1667673" y="2233"/>
                </a:lnTo>
                <a:lnTo>
                  <a:pt x="1685997" y="1837"/>
                </a:lnTo>
                <a:lnTo>
                  <a:pt x="1704330" y="1481"/>
                </a:lnTo>
                <a:lnTo>
                  <a:pt x="1722654" y="1161"/>
                </a:lnTo>
                <a:lnTo>
                  <a:pt x="1740978" y="875"/>
                </a:lnTo>
                <a:lnTo>
                  <a:pt x="1759302" y="618"/>
                </a:lnTo>
                <a:lnTo>
                  <a:pt x="1777635" y="389"/>
                </a:lnTo>
                <a:lnTo>
                  <a:pt x="1795959" y="183"/>
                </a:lnTo>
                <a:lnTo>
                  <a:pt x="1814283" y="0"/>
                </a:lnTo>
              </a:path>
            </a:pathLst>
          </a:custGeom>
          <a:noFill/>
          <a:ln w="10763" cap="rnd">
            <a:solidFill>
              <a:srgbClr val="0000FF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47" name="Freeform 446">
            <a:extLst>
              <a:ext uri="{FF2B5EF4-FFF2-40B4-BE49-F238E27FC236}">
                <a16:creationId xmlns:a16="http://schemas.microsoft.com/office/drawing/2014/main" id="{F01131EC-8217-3188-75D3-625B153C5822}"/>
              </a:ext>
            </a:extLst>
          </p:cNvPr>
          <p:cNvSpPr/>
          <p:nvPr/>
        </p:nvSpPr>
        <p:spPr>
          <a:xfrm>
            <a:off x="6232201" y="3569461"/>
            <a:ext cx="900" cy="1127897"/>
          </a:xfrm>
          <a:custGeom>
            <a:avLst/>
            <a:gdLst>
              <a:gd name="connsiteX0" fmla="*/ 0 w 900"/>
              <a:gd name="connsiteY0" fmla="*/ 1127897 h 1127897"/>
              <a:gd name="connsiteX1" fmla="*/ 0 w 900"/>
              <a:gd name="connsiteY1" fmla="*/ 0 h 1127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00" h="1127897">
                <a:moveTo>
                  <a:pt x="0" y="1127897"/>
                </a:moveTo>
                <a:lnTo>
                  <a:pt x="0" y="0"/>
                </a:lnTo>
              </a:path>
            </a:pathLst>
          </a:custGeom>
          <a:noFill/>
          <a:ln w="3588" cap="rnd">
            <a:solidFill>
              <a:srgbClr val="FF00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9" name="TextBox 448">
                <a:extLst>
                  <a:ext uri="{FF2B5EF4-FFF2-40B4-BE49-F238E27FC236}">
                    <a16:creationId xmlns:a16="http://schemas.microsoft.com/office/drawing/2014/main" id="{314A94D7-E8E4-105B-2B40-849633593F77}"/>
                  </a:ext>
                </a:extLst>
              </p:cNvPr>
              <p:cNvSpPr txBox="1"/>
              <p:nvPr/>
            </p:nvSpPr>
            <p:spPr bwMode="gray">
              <a:xfrm>
                <a:off x="800713" y="1284637"/>
                <a:ext cx="1584176" cy="52342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200" b="1" dirty="0"/>
                  <a:t>Polynomial Basis</a:t>
                </a: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p>
                      </m:sSup>
                    </m:oMath>
                  </m:oMathPara>
                </a14:m>
                <a:endParaRPr lang="en-DE" sz="1200" dirty="0" err="1"/>
              </a:p>
            </p:txBody>
          </p:sp>
        </mc:Choice>
        <mc:Fallback xmlns="">
          <p:sp>
            <p:nvSpPr>
              <p:cNvPr id="449" name="TextBox 448">
                <a:extLst>
                  <a:ext uri="{FF2B5EF4-FFF2-40B4-BE49-F238E27FC236}">
                    <a16:creationId xmlns:a16="http://schemas.microsoft.com/office/drawing/2014/main" id="{314A94D7-E8E4-105B-2B40-849633593F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0713" y="1284637"/>
                <a:ext cx="1584176" cy="523429"/>
              </a:xfrm>
              <a:prstGeom prst="rect">
                <a:avLst/>
              </a:prstGeom>
              <a:blipFill>
                <a:blip r:embed="rId2"/>
                <a:stretch>
                  <a:fillRect t="-227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0" name="TextBox 449">
                <a:extLst>
                  <a:ext uri="{FF2B5EF4-FFF2-40B4-BE49-F238E27FC236}">
                    <a16:creationId xmlns:a16="http://schemas.microsoft.com/office/drawing/2014/main" id="{B216A85D-0A53-18FF-7C91-516C1B7F0A02}"/>
                  </a:ext>
                </a:extLst>
              </p:cNvPr>
              <p:cNvSpPr txBox="1"/>
              <p:nvPr/>
            </p:nvSpPr>
            <p:spPr bwMode="gray">
              <a:xfrm>
                <a:off x="2839810" y="1238765"/>
                <a:ext cx="2037725" cy="6151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200" b="1" dirty="0"/>
                  <a:t>Gaussian Basis</a:t>
                </a: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f>
                            <m:f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num>
                            <m:den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1,0.15</m:t>
                              </m:r>
                            </m:e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DE" sz="1200" dirty="0" err="1"/>
              </a:p>
            </p:txBody>
          </p:sp>
        </mc:Choice>
        <mc:Fallback xmlns="">
          <p:sp>
            <p:nvSpPr>
              <p:cNvPr id="450" name="TextBox 449">
                <a:extLst>
                  <a:ext uri="{FF2B5EF4-FFF2-40B4-BE49-F238E27FC236}">
                    <a16:creationId xmlns:a16="http://schemas.microsoft.com/office/drawing/2014/main" id="{B216A85D-0A53-18FF-7C91-516C1B7F0A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839810" y="1238765"/>
                <a:ext cx="2037725" cy="615172"/>
              </a:xfrm>
              <a:prstGeom prst="rect">
                <a:avLst/>
              </a:prstGeom>
              <a:blipFill>
                <a:blip r:embed="rId3"/>
                <a:stretch>
                  <a:fillRect t="-392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1" name="TextBox 450">
                <a:extLst>
                  <a:ext uri="{FF2B5EF4-FFF2-40B4-BE49-F238E27FC236}">
                    <a16:creationId xmlns:a16="http://schemas.microsoft.com/office/drawing/2014/main" id="{8B88FEF3-086D-408B-92C6-1778994FCBBC}"/>
                  </a:ext>
                </a:extLst>
              </p:cNvPr>
              <p:cNvSpPr txBox="1"/>
              <p:nvPr/>
            </p:nvSpPr>
            <p:spPr bwMode="gray">
              <a:xfrm>
                <a:off x="5220072" y="1160158"/>
                <a:ext cx="2037725" cy="77238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200" b="1" dirty="0"/>
                  <a:t>Sigmoid Basis</a:t>
                </a: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−0.2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num>
                        <m:den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−0.2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en-DE" sz="1200" dirty="0" err="1"/>
              </a:p>
            </p:txBody>
          </p:sp>
        </mc:Choice>
        <mc:Fallback xmlns="">
          <p:sp>
            <p:nvSpPr>
              <p:cNvPr id="451" name="TextBox 450">
                <a:extLst>
                  <a:ext uri="{FF2B5EF4-FFF2-40B4-BE49-F238E27FC236}">
                    <a16:creationId xmlns:a16="http://schemas.microsoft.com/office/drawing/2014/main" id="{8B88FEF3-086D-408B-92C6-1778994FCB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20072" y="1160158"/>
                <a:ext cx="2037725" cy="772386"/>
              </a:xfrm>
              <a:prstGeom prst="rect">
                <a:avLst/>
              </a:prstGeom>
              <a:blipFill>
                <a:blip r:embed="rId4"/>
                <a:stretch>
                  <a:fillRect l="-184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138870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4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4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0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1000"/>
                            </p:stCondLst>
                            <p:childTnLst>
                              <p:par>
                                <p:cTn id="7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"/>
                            </p:stCondLst>
                            <p:childTnLst>
                              <p:par>
                                <p:cTn id="7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2000"/>
                            </p:stCondLst>
                            <p:childTnLst>
                              <p:par>
                                <p:cTn id="8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2500"/>
                            </p:stCondLst>
                            <p:childTnLst>
                              <p:par>
                                <p:cTn id="8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3000"/>
                            </p:stCondLst>
                            <p:childTnLst>
                              <p:par>
                                <p:cTn id="9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3500"/>
                            </p:stCondLst>
                            <p:childTnLst>
                              <p:par>
                                <p:cTn id="9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4000"/>
                            </p:stCondLst>
                            <p:childTnLst>
                              <p:par>
                                <p:cTn id="9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0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4500"/>
                            </p:stCondLst>
                            <p:childTnLst>
                              <p:par>
                                <p:cTn id="10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5000"/>
                            </p:stCondLst>
                            <p:childTnLst>
                              <p:par>
                                <p:cTn id="10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8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3" dur="500"/>
                                        <p:tgtEl>
                                          <p:spTgt spid="4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6" dur="5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1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500"/>
                            </p:stCondLst>
                            <p:childTnLst>
                              <p:par>
                                <p:cTn id="12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5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" fill="hold">
                            <p:stCondLst>
                              <p:cond delay="1000"/>
                            </p:stCondLst>
                            <p:childTnLst>
                              <p:par>
                                <p:cTn id="12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9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1500"/>
                            </p:stCondLst>
                            <p:childTnLst>
                              <p:par>
                                <p:cTn id="13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3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2000"/>
                            </p:stCondLst>
                            <p:childTnLst>
                              <p:par>
                                <p:cTn id="13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7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" fill="hold">
                            <p:stCondLst>
                              <p:cond delay="2500"/>
                            </p:stCondLst>
                            <p:childTnLst>
                              <p:par>
                                <p:cTn id="13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1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3000"/>
                            </p:stCondLst>
                            <p:childTnLst>
                              <p:par>
                                <p:cTn id="14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5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6" fill="hold">
                            <p:stCondLst>
                              <p:cond delay="3500"/>
                            </p:stCondLst>
                            <p:childTnLst>
                              <p:par>
                                <p:cTn id="14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9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0" fill="hold">
                            <p:stCondLst>
                              <p:cond delay="4000"/>
                            </p:stCondLst>
                            <p:childTnLst>
                              <p:par>
                                <p:cTn id="15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3" dur="5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4500"/>
                            </p:stCondLst>
                            <p:childTnLst>
                              <p:par>
                                <p:cTn id="15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7" dur="5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5000"/>
                            </p:stCondLst>
                            <p:childTnLst>
                              <p:par>
                                <p:cTn id="15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1" dur="5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indefinite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6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1" dur="500"/>
                                        <p:tgtEl>
                                          <p:spTgt spid="3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6" dur="500"/>
                                        <p:tgtEl>
                                          <p:spTgt spid="3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indefinite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1" dur="500"/>
                                        <p:tgtEl>
                                          <p:spTgt spid="3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6" dur="500"/>
                                        <p:tgtEl>
                                          <p:spTgt spid="3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1" dur="500"/>
                                        <p:tgtEl>
                                          <p:spTgt spid="3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2" fill="hold">
                      <p:stCondLst>
                        <p:cond delay="indefinite"/>
                      </p:stCondLst>
                      <p:childTnLst>
                        <p:par>
                          <p:cTn id="193" fill="hold">
                            <p:stCondLst>
                              <p:cond delay="0"/>
                            </p:stCondLst>
                            <p:childTnLst>
                              <p:par>
                                <p:cTn id="19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6" dur="500"/>
                                        <p:tgtEl>
                                          <p:spTgt spid="4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7" fill="hold">
                      <p:stCondLst>
                        <p:cond delay="indefinite"/>
                      </p:stCondLst>
                      <p:childTnLst>
                        <p:par>
                          <p:cTn id="198" fill="hold">
                            <p:stCondLst>
                              <p:cond delay="0"/>
                            </p:stCondLst>
                            <p:childTnLst>
                              <p:par>
                                <p:cTn id="19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1" dur="500"/>
                                        <p:tgtEl>
                                          <p:spTgt spid="4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2" fill="hold">
                      <p:stCondLst>
                        <p:cond delay="indefinite"/>
                      </p:stCondLst>
                      <p:childTnLst>
                        <p:par>
                          <p:cTn id="203" fill="hold">
                            <p:stCondLst>
                              <p:cond delay="0"/>
                            </p:stCondLst>
                            <p:childTnLst>
                              <p:par>
                                <p:cTn id="20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6" dur="500"/>
                                        <p:tgtEl>
                                          <p:spTgt spid="4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" grpId="0" animBg="1"/>
      <p:bldP spid="164" grpId="0" animBg="1"/>
      <p:bldP spid="165" grpId="0" animBg="1"/>
      <p:bldP spid="166" grpId="0" animBg="1"/>
      <p:bldP spid="167" grpId="0" animBg="1"/>
      <p:bldP spid="168" grpId="0" animBg="1"/>
      <p:bldP spid="169" grpId="0" animBg="1"/>
      <p:bldP spid="170" grpId="0" animBg="1"/>
      <p:bldP spid="171" grpId="0" animBg="1"/>
      <p:bldP spid="172" grpId="0" animBg="1"/>
      <p:bldP spid="173" grpId="0" animBg="1"/>
      <p:bldP spid="388" grpId="0" animBg="1"/>
      <p:bldP spid="389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330" grpId="0" animBg="1"/>
      <p:bldP spid="331" grpId="0" animBg="1"/>
      <p:bldP spid="242" grpId="0" animBg="1"/>
      <p:bldP spid="243" grpId="0" animBg="1"/>
      <p:bldP spid="244" grpId="0" animBg="1"/>
      <p:bldP spid="245" grpId="0" animBg="1"/>
      <p:bldP spid="246" grpId="0" animBg="1"/>
      <p:bldP spid="247" grpId="0" animBg="1"/>
      <p:bldP spid="248" grpId="0" animBg="1"/>
      <p:bldP spid="249" grpId="0" animBg="1"/>
      <p:bldP spid="250" grpId="0" animBg="1"/>
      <p:bldP spid="251" grpId="0" animBg="1"/>
      <p:bldP spid="252" grpId="0" animBg="1"/>
      <p:bldP spid="446" grpId="0" animBg="1"/>
      <p:bldP spid="447" grpId="0" animBg="1"/>
      <p:bldP spid="449" grpId="0" animBg="1"/>
      <p:bldP spid="450" grpId="0" animBg="1"/>
      <p:bldP spid="45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pPr marL="342900" indent="-342900"/>
            <a:r>
              <a:rPr lang="en-US" altLang="en-DE" dirty="0"/>
              <a:t>Basic Concepts</a:t>
            </a:r>
          </a:p>
          <a:p>
            <a:pPr marL="342900" indent="-342900"/>
            <a:r>
              <a:rPr lang="en-US" altLang="en-DE" dirty="0"/>
              <a:t>Gaussian Processes for Regression</a:t>
            </a:r>
          </a:p>
          <a:p>
            <a:pPr marL="342900" indent="-342900"/>
            <a:r>
              <a:rPr lang="en-US" altLang="en-DE" dirty="0"/>
              <a:t>Weight-Space View of Gaussian Processes Regression</a:t>
            </a:r>
          </a:p>
          <a:p>
            <a:pPr marL="342900" indent="-342900"/>
            <a:r>
              <a:rPr lang="en-US" altLang="en-DE" b="1" dirty="0"/>
              <a:t>Gaussian Processes for Classification</a:t>
            </a:r>
          </a:p>
          <a:p>
            <a:pPr marL="0" indent="0">
              <a:buNone/>
            </a:pPr>
            <a:endParaRPr lang="en-US" altLang="en-DE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3490041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E47A4-7714-EF68-C23A-BEFFF3144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49219-8F50-BC91-E470-2637B9C69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Process Classification as Factor Graph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A0BAF70-5D81-1863-6237-FBBD7B9AEDEC}"/>
              </a:ext>
            </a:extLst>
          </p:cNvPr>
          <p:cNvCxnSpPr>
            <a:cxnSpLocks/>
            <a:stCxn id="22" idx="6"/>
            <a:endCxn id="6" idx="1"/>
          </p:cNvCxnSpPr>
          <p:nvPr/>
        </p:nvCxnSpPr>
        <p:spPr bwMode="gray">
          <a:xfrm>
            <a:off x="1443717" y="3868782"/>
            <a:ext cx="745880" cy="81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817B3A32-721A-C0CE-D20A-1AE236A17252}"/>
                  </a:ext>
                </a:extLst>
              </p:cNvPr>
              <p:cNvSpPr/>
              <p:nvPr/>
            </p:nvSpPr>
            <p:spPr bwMode="gray">
              <a:xfrm>
                <a:off x="2144596" y="4080471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715F5E2B-4DF8-5AA4-2D56-30CB2883BF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44596" y="4080471"/>
                <a:ext cx="216000" cy="216000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B80FF689-EDE1-A62D-2C27-ED83DD1F9C12}"/>
              </a:ext>
            </a:extLst>
          </p:cNvPr>
          <p:cNvSpPr/>
          <p:nvPr/>
        </p:nvSpPr>
        <p:spPr bwMode="gray">
          <a:xfrm>
            <a:off x="2189597" y="3806598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F8E4B51-976E-B430-F5C9-906E83958BAB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 bwMode="gray">
          <a:xfrm flipH="1">
            <a:off x="2252596" y="3932597"/>
            <a:ext cx="1" cy="147874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52F33CC-2426-0210-DA7F-0DC3E0930DBE}"/>
              </a:ext>
            </a:extLst>
          </p:cNvPr>
          <p:cNvCxnSpPr>
            <a:cxnSpLocks/>
            <a:stCxn id="14" idx="0"/>
            <a:endCxn id="5" idx="4"/>
          </p:cNvCxnSpPr>
          <p:nvPr/>
        </p:nvCxnSpPr>
        <p:spPr bwMode="gray">
          <a:xfrm flipH="1" flipV="1">
            <a:off x="2252596" y="4296471"/>
            <a:ext cx="1" cy="150978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3AD0311-F2A1-CD9F-E7B0-8D43F0DC9146}"/>
                  </a:ext>
                </a:extLst>
              </p:cNvPr>
              <p:cNvSpPr txBox="1"/>
              <p:nvPr/>
            </p:nvSpPr>
            <p:spPr bwMode="gray">
              <a:xfrm>
                <a:off x="2291088" y="3705004"/>
                <a:ext cx="937746" cy="2358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sz="8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𝝓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3AD0311-F2A1-CD9F-E7B0-8D43F0DC91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91088" y="3705004"/>
                <a:ext cx="937746" cy="2358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09706776-0A50-C5D4-DB24-444FBDF27780}"/>
              </a:ext>
            </a:extLst>
          </p:cNvPr>
          <p:cNvSpPr/>
          <p:nvPr/>
        </p:nvSpPr>
        <p:spPr bwMode="gray">
          <a:xfrm>
            <a:off x="2189597" y="4447449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43B6A04-E173-BBDD-AD53-2C9AE6923893}"/>
                  </a:ext>
                </a:extLst>
              </p:cNvPr>
              <p:cNvSpPr txBox="1"/>
              <p:nvPr/>
            </p:nvSpPr>
            <p:spPr bwMode="gray">
              <a:xfrm>
                <a:off x="2257688" y="4406642"/>
                <a:ext cx="812485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𝕀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&gt;0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43B6A04-E173-BBDD-AD53-2C9AE69238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57688" y="4406642"/>
                <a:ext cx="812485" cy="21544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B9ACE5D8-AA7C-8FBE-E0FF-8B8D58CBA351}"/>
                  </a:ext>
                </a:extLst>
              </p:cNvPr>
              <p:cNvSpPr/>
              <p:nvPr/>
            </p:nvSpPr>
            <p:spPr bwMode="gray">
              <a:xfrm>
                <a:off x="2144596" y="4838714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7F28E4E0-3386-52CA-0D5B-164EDA0BB9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44596" y="4838714"/>
                <a:ext cx="216000" cy="216000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9E1621A-AE29-7E96-76D9-1BF0A4DFC034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 bwMode="gray">
          <a:xfrm flipH="1">
            <a:off x="2252596" y="4573448"/>
            <a:ext cx="1" cy="26526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A1BF7514-78D1-803C-6D57-624A16C0703D}"/>
                  </a:ext>
                </a:extLst>
              </p:cNvPr>
              <p:cNvSpPr/>
              <p:nvPr/>
            </p:nvSpPr>
            <p:spPr bwMode="gray">
              <a:xfrm>
                <a:off x="1227717" y="3760782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𝑾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7A7B86D-F214-D693-B83B-CEDC66BAE58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227717" y="3760782"/>
                <a:ext cx="216000" cy="216000"/>
              </a:xfrm>
              <a:prstGeom prst="ellipse">
                <a:avLst/>
              </a:prstGeom>
              <a:blipFill>
                <a:blip r:embed="rId6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ectangle 26">
            <a:extLst>
              <a:ext uri="{FF2B5EF4-FFF2-40B4-BE49-F238E27FC236}">
                <a16:creationId xmlns:a16="http://schemas.microsoft.com/office/drawing/2014/main" id="{76E3471C-831A-3B64-304A-2FB97D7163D9}"/>
              </a:ext>
            </a:extLst>
          </p:cNvPr>
          <p:cNvSpPr/>
          <p:nvPr/>
        </p:nvSpPr>
        <p:spPr bwMode="gray">
          <a:xfrm>
            <a:off x="1272717" y="3488555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AF4AC4-347B-C7DB-F76D-6205B6789CAA}"/>
              </a:ext>
            </a:extLst>
          </p:cNvPr>
          <p:cNvCxnSpPr>
            <a:cxnSpLocks/>
            <a:stCxn id="27" idx="2"/>
            <a:endCxn id="22" idx="0"/>
          </p:cNvCxnSpPr>
          <p:nvPr/>
        </p:nvCxnSpPr>
        <p:spPr bwMode="gray">
          <a:xfrm>
            <a:off x="1335717" y="3614554"/>
            <a:ext cx="0" cy="146228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5480F89-DF3E-EBDD-8006-B413738A1C00}"/>
                  </a:ext>
                </a:extLst>
              </p:cNvPr>
              <p:cNvSpPr txBox="1"/>
              <p:nvPr/>
            </p:nvSpPr>
            <p:spPr bwMode="gray">
              <a:xfrm>
                <a:off x="564611" y="3447887"/>
                <a:ext cx="812485" cy="2168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𝝁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𝜮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A81845C-F76F-895E-4EC9-58332A8A3C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4611" y="3447887"/>
                <a:ext cx="812485" cy="2168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EF5DB3F-86A2-0A02-4338-320BA5B944E8}"/>
              </a:ext>
            </a:extLst>
          </p:cNvPr>
          <p:cNvCxnSpPr>
            <a:cxnSpLocks/>
            <a:stCxn id="22" idx="4"/>
            <a:endCxn id="44" idx="0"/>
          </p:cNvCxnSpPr>
          <p:nvPr/>
        </p:nvCxnSpPr>
        <p:spPr bwMode="gray">
          <a:xfrm>
            <a:off x="1335717" y="3976782"/>
            <a:ext cx="4501" cy="211202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A811D24D-2949-FF8F-3E83-9BA763B2BDAE}"/>
                  </a:ext>
                </a:extLst>
              </p:cNvPr>
              <p:cNvSpPr/>
              <p:nvPr/>
            </p:nvSpPr>
            <p:spPr bwMode="gray">
              <a:xfrm>
                <a:off x="1232217" y="447865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28EC82E6-41B4-3A8E-5015-988336A383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232217" y="4478650"/>
                <a:ext cx="216000" cy="216000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ectangle 43">
            <a:extLst>
              <a:ext uri="{FF2B5EF4-FFF2-40B4-BE49-F238E27FC236}">
                <a16:creationId xmlns:a16="http://schemas.microsoft.com/office/drawing/2014/main" id="{1139B886-1A8A-106D-B52D-827A9BF62019}"/>
              </a:ext>
            </a:extLst>
          </p:cNvPr>
          <p:cNvSpPr/>
          <p:nvPr/>
        </p:nvSpPr>
        <p:spPr bwMode="gray">
          <a:xfrm>
            <a:off x="1277218" y="418798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8784193-0DAD-6B62-C261-7C35B0DEF450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 bwMode="gray">
          <a:xfrm flipH="1">
            <a:off x="1340217" y="4313983"/>
            <a:ext cx="1" cy="164667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F8A9825-936F-1110-12C8-6029A9AB414D}"/>
              </a:ext>
            </a:extLst>
          </p:cNvPr>
          <p:cNvCxnSpPr>
            <a:cxnSpLocks/>
            <a:stCxn id="54" idx="0"/>
            <a:endCxn id="43" idx="4"/>
          </p:cNvCxnSpPr>
          <p:nvPr/>
        </p:nvCxnSpPr>
        <p:spPr bwMode="gray">
          <a:xfrm flipV="1">
            <a:off x="1338915" y="4694650"/>
            <a:ext cx="1302" cy="19025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052C4D3-F622-2763-A49F-3C4F31F5A5EF}"/>
                  </a:ext>
                </a:extLst>
              </p:cNvPr>
              <p:cNvSpPr txBox="1"/>
              <p:nvPr/>
            </p:nvSpPr>
            <p:spPr bwMode="gray">
              <a:xfrm>
                <a:off x="196152" y="4147958"/>
                <a:ext cx="1097681" cy="231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8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𝝓</m:t>
                          </m:r>
                          <m:d>
                            <m:d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052C4D3-F622-2763-A49F-3C4F31F5A5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96152" y="4147958"/>
                <a:ext cx="1097681" cy="23128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Rectangle 53">
            <a:extLst>
              <a:ext uri="{FF2B5EF4-FFF2-40B4-BE49-F238E27FC236}">
                <a16:creationId xmlns:a16="http://schemas.microsoft.com/office/drawing/2014/main" id="{F03B194C-8E3B-FE15-E504-88A8FB40A49C}"/>
              </a:ext>
            </a:extLst>
          </p:cNvPr>
          <p:cNvSpPr/>
          <p:nvPr/>
        </p:nvSpPr>
        <p:spPr bwMode="gray">
          <a:xfrm>
            <a:off x="1275915" y="4884905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8A40891-CA5C-8ABA-2E4A-544CE06B37D4}"/>
                  </a:ext>
                </a:extLst>
              </p:cNvPr>
              <p:cNvSpPr txBox="1"/>
              <p:nvPr/>
            </p:nvSpPr>
            <p:spPr bwMode="gray">
              <a:xfrm>
                <a:off x="540357" y="4839270"/>
                <a:ext cx="812485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𝕀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&gt;0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8A40891-CA5C-8ABA-2E4A-544CE06B37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40357" y="4839270"/>
                <a:ext cx="812485" cy="21544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56407D41-D76B-CE0D-D2B5-EFB700ECE1F0}"/>
                  </a:ext>
                </a:extLst>
              </p:cNvPr>
              <p:cNvSpPr/>
              <p:nvPr/>
            </p:nvSpPr>
            <p:spPr bwMode="gray">
              <a:xfrm>
                <a:off x="1304201" y="1455615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𝑾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79FB94F7-C399-728B-CF0A-2C98722353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304201" y="1455615"/>
                <a:ext cx="216000" cy="216000"/>
              </a:xfrm>
              <a:prstGeom prst="ellipse">
                <a:avLst/>
              </a:prstGeom>
              <a:blipFill>
                <a:blip r:embed="rId11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1AB3DD55-DBCC-EEEE-FE13-3C3F218A2067}"/>
                  </a:ext>
                </a:extLst>
              </p:cNvPr>
              <p:cNvSpPr/>
              <p:nvPr/>
            </p:nvSpPr>
            <p:spPr bwMode="gray">
              <a:xfrm>
                <a:off x="1304201" y="2103687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5CB0FCA3-9472-354D-4AF3-03C679B850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304201" y="2103687"/>
                <a:ext cx="216000" cy="216000"/>
              </a:xfrm>
              <a:prstGeom prst="ellipse">
                <a:avLst/>
              </a:prstGeom>
              <a:blipFill>
                <a:blip r:embed="rId1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97E2D577-F5FC-8E0C-65B3-E84E2F8D60C9}"/>
                  </a:ext>
                </a:extLst>
              </p:cNvPr>
              <p:cNvSpPr/>
              <p:nvPr/>
            </p:nvSpPr>
            <p:spPr bwMode="gray">
              <a:xfrm>
                <a:off x="872177" y="2103687"/>
                <a:ext cx="216000" cy="216000"/>
              </a:xfrm>
              <a:prstGeom prst="ellipse">
                <a:avLst/>
              </a:prstGeom>
              <a:solidFill>
                <a:schemeClr val="accent6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C35414F0-30B3-7648-5376-7643ACDCC1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72177" y="2103687"/>
                <a:ext cx="216000" cy="216000"/>
              </a:xfrm>
              <a:prstGeom prst="ellipse">
                <a:avLst/>
              </a:prstGeom>
              <a:blipFill>
                <a:blip r:embed="rId13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19D7F021-ABC5-754B-1384-5C9B5201ECA0}"/>
                  </a:ext>
                </a:extLst>
              </p:cNvPr>
              <p:cNvSpPr/>
              <p:nvPr/>
            </p:nvSpPr>
            <p:spPr bwMode="gray">
              <a:xfrm>
                <a:off x="1304225" y="2607743"/>
                <a:ext cx="216000" cy="216000"/>
              </a:xfrm>
              <a:prstGeom prst="ellipse">
                <a:avLst/>
              </a:prstGeom>
              <a:solidFill>
                <a:schemeClr val="accent6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AFDDFDE4-075A-DBFD-E8BA-A491D9DF8C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304225" y="2607743"/>
                <a:ext cx="216000" cy="216000"/>
              </a:xfrm>
              <a:prstGeom prst="ellipse">
                <a:avLst/>
              </a:prstGeom>
              <a:blipFill>
                <a:blip r:embed="rId1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4B173D15-CBAF-ABF2-AA34-0F5E5EB34228}"/>
              </a:ext>
            </a:extLst>
          </p:cNvPr>
          <p:cNvCxnSpPr>
            <a:cxnSpLocks/>
            <a:stCxn id="60" idx="4"/>
            <a:endCxn id="61" idx="0"/>
          </p:cNvCxnSpPr>
          <p:nvPr/>
        </p:nvCxnSpPr>
        <p:spPr bwMode="gray">
          <a:xfrm>
            <a:off x="1412201" y="1671615"/>
            <a:ext cx="0" cy="4320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718AEF15-660E-2EC6-579E-6F7697365A5B}"/>
              </a:ext>
            </a:extLst>
          </p:cNvPr>
          <p:cNvCxnSpPr>
            <a:cxnSpLocks/>
            <a:stCxn id="62" idx="6"/>
            <a:endCxn id="61" idx="2"/>
          </p:cNvCxnSpPr>
          <p:nvPr/>
        </p:nvCxnSpPr>
        <p:spPr bwMode="gray">
          <a:xfrm>
            <a:off x="1088177" y="2211687"/>
            <a:ext cx="2160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0FDEDC7-3D3F-928C-CED9-83EBBC427F25}"/>
              </a:ext>
            </a:extLst>
          </p:cNvPr>
          <p:cNvCxnSpPr>
            <a:cxnSpLocks/>
            <a:stCxn id="61" idx="4"/>
            <a:endCxn id="63" idx="0"/>
          </p:cNvCxnSpPr>
          <p:nvPr/>
        </p:nvCxnSpPr>
        <p:spPr bwMode="gray">
          <a:xfrm>
            <a:off x="1412201" y="2319687"/>
            <a:ext cx="24" cy="2880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B8A0A98D-236E-D3C3-E27E-145D9F6C7A66}"/>
                  </a:ext>
                </a:extLst>
              </p:cNvPr>
              <p:cNvSpPr/>
              <p:nvPr/>
            </p:nvSpPr>
            <p:spPr bwMode="gray">
              <a:xfrm>
                <a:off x="2240305" y="2103687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585A0C6E-2A8C-FEB6-BD4B-5F62E86913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40305" y="2103687"/>
                <a:ext cx="216000" cy="216000"/>
              </a:xfrm>
              <a:prstGeom prst="ellipse">
                <a:avLst/>
              </a:prstGeom>
              <a:blipFill>
                <a:blip r:embed="rId1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9A224BD9-1EDD-B08E-64A6-499DA8244BDB}"/>
                  </a:ext>
                </a:extLst>
              </p:cNvPr>
              <p:cNvSpPr/>
              <p:nvPr/>
            </p:nvSpPr>
            <p:spPr bwMode="gray">
              <a:xfrm>
                <a:off x="1808281" y="2103687"/>
                <a:ext cx="216000" cy="216000"/>
              </a:xfrm>
              <a:prstGeom prst="ellipse">
                <a:avLst/>
              </a:prstGeom>
              <a:solidFill>
                <a:schemeClr val="accent6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19030279-DC00-A1C2-F514-5ADFD9E807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08281" y="2103687"/>
                <a:ext cx="216000" cy="216000"/>
              </a:xfrm>
              <a:prstGeom prst="ellipse">
                <a:avLst/>
              </a:prstGeom>
              <a:blipFill>
                <a:blip r:embed="rId1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85C689-5B0C-1054-AAF7-9A2AB4A1F6E0}"/>
                  </a:ext>
                </a:extLst>
              </p:cNvPr>
              <p:cNvSpPr/>
              <p:nvPr/>
            </p:nvSpPr>
            <p:spPr bwMode="gray">
              <a:xfrm>
                <a:off x="2240329" y="2607743"/>
                <a:ext cx="216000" cy="216000"/>
              </a:xfrm>
              <a:prstGeom prst="ellipse">
                <a:avLst/>
              </a:prstGeom>
              <a:noFill/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7B243B17-A2D3-3C92-88E3-3B06442D20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40329" y="2607743"/>
                <a:ext cx="216000" cy="216000"/>
              </a:xfrm>
              <a:prstGeom prst="ellipse">
                <a:avLst/>
              </a:prstGeom>
              <a:blipFill>
                <a:blip r:embed="rId1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B164D98-F5CE-DA2F-3680-4031CB0F05AF}"/>
              </a:ext>
            </a:extLst>
          </p:cNvPr>
          <p:cNvCxnSpPr>
            <a:cxnSpLocks/>
            <a:stCxn id="75" idx="6"/>
            <a:endCxn id="74" idx="2"/>
          </p:cNvCxnSpPr>
          <p:nvPr/>
        </p:nvCxnSpPr>
        <p:spPr bwMode="gray">
          <a:xfrm>
            <a:off x="2024281" y="2211687"/>
            <a:ext cx="2160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6098ECDD-ED88-C343-F7DA-83BED967E67F}"/>
              </a:ext>
            </a:extLst>
          </p:cNvPr>
          <p:cNvCxnSpPr>
            <a:cxnSpLocks/>
            <a:stCxn id="74" idx="4"/>
            <a:endCxn id="76" idx="0"/>
          </p:cNvCxnSpPr>
          <p:nvPr/>
        </p:nvCxnSpPr>
        <p:spPr bwMode="gray">
          <a:xfrm>
            <a:off x="2348305" y="2319687"/>
            <a:ext cx="24" cy="2880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Rounded Rectangle 79">
                <a:extLst>
                  <a:ext uri="{FF2B5EF4-FFF2-40B4-BE49-F238E27FC236}">
                    <a16:creationId xmlns:a16="http://schemas.microsoft.com/office/drawing/2014/main" id="{92B2491B-7079-0CC0-1F01-BD90E9553873}"/>
                  </a:ext>
                </a:extLst>
              </p:cNvPr>
              <p:cNvSpPr/>
              <p:nvPr/>
            </p:nvSpPr>
            <p:spPr bwMode="gray">
              <a:xfrm>
                <a:off x="772994" y="1932024"/>
                <a:ext cx="828105" cy="1159978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0" name="Rounded Rectangle 79">
                <a:extLst>
                  <a:ext uri="{FF2B5EF4-FFF2-40B4-BE49-F238E27FC236}">
                    <a16:creationId xmlns:a16="http://schemas.microsoft.com/office/drawing/2014/main" id="{691ECEAE-25D0-EFD6-A7B5-65A5A41285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2994" y="1932024"/>
                <a:ext cx="828105" cy="1159978"/>
              </a:xfrm>
              <a:prstGeom prst="roundRect">
                <a:avLst/>
              </a:prstGeom>
              <a:blipFill>
                <a:blip r:embed="rId18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5" name="Elbow Connector 84">
            <a:extLst>
              <a:ext uri="{FF2B5EF4-FFF2-40B4-BE49-F238E27FC236}">
                <a16:creationId xmlns:a16="http://schemas.microsoft.com/office/drawing/2014/main" id="{4F31A557-1796-5749-A327-CFA0F2EE4E2A}"/>
              </a:ext>
            </a:extLst>
          </p:cNvPr>
          <p:cNvCxnSpPr>
            <a:cxnSpLocks/>
            <a:stCxn id="60" idx="6"/>
            <a:endCxn id="74" idx="0"/>
          </p:cNvCxnSpPr>
          <p:nvPr/>
        </p:nvCxnSpPr>
        <p:spPr bwMode="gray">
          <a:xfrm>
            <a:off x="1520201" y="1563615"/>
            <a:ext cx="828104" cy="54007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0A2360FB-585A-AEAF-D35F-051A21678D88}"/>
              </a:ext>
            </a:extLst>
          </p:cNvPr>
          <p:cNvSpPr txBox="1"/>
          <p:nvPr/>
        </p:nvSpPr>
        <p:spPr bwMode="gray">
          <a:xfrm>
            <a:off x="769588" y="3114416"/>
            <a:ext cx="822645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Training set</a:t>
            </a:r>
            <a:endParaRPr lang="en-DE" sz="1000" dirty="0">
              <a:solidFill>
                <a:srgbClr val="C00000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E9271BD-B9ED-E351-6896-4D48B47DAA26}"/>
              </a:ext>
            </a:extLst>
          </p:cNvPr>
          <p:cNvSpPr txBox="1"/>
          <p:nvPr/>
        </p:nvSpPr>
        <p:spPr bwMode="gray">
          <a:xfrm>
            <a:off x="1876894" y="3111799"/>
            <a:ext cx="822645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Test point</a:t>
            </a:r>
            <a:endParaRPr lang="en-DE" sz="1000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485468C6-6BBD-168B-C7E4-CA51AEE1BE46}"/>
                  </a:ext>
                </a:extLst>
              </p:cNvPr>
              <p:cNvSpPr/>
              <p:nvPr/>
            </p:nvSpPr>
            <p:spPr bwMode="gray">
              <a:xfrm>
                <a:off x="4904625" y="1455615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575A7EF0-1992-AEDB-9501-77C04F9EF2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04625" y="1455615"/>
                <a:ext cx="216000" cy="216000"/>
              </a:xfrm>
              <a:prstGeom prst="ellipse">
                <a:avLst/>
              </a:prstGeom>
              <a:blipFill>
                <a:blip r:embed="rId1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E27AF6C1-0EAD-75D7-60AE-94BBDE22EAFB}"/>
                  </a:ext>
                </a:extLst>
              </p:cNvPr>
              <p:cNvSpPr/>
              <p:nvPr/>
            </p:nvSpPr>
            <p:spPr bwMode="gray">
              <a:xfrm>
                <a:off x="4904625" y="2103687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0384DB55-C0A9-11FD-2BCB-A713272259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04625" y="2103687"/>
                <a:ext cx="216000" cy="216000"/>
              </a:xfrm>
              <a:prstGeom prst="ellipse">
                <a:avLst/>
              </a:prstGeom>
              <a:blipFill>
                <a:blip r:embed="rId20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1B6CE336-B8E1-DA71-9C87-6CC499778BBA}"/>
                  </a:ext>
                </a:extLst>
              </p:cNvPr>
              <p:cNvSpPr/>
              <p:nvPr/>
            </p:nvSpPr>
            <p:spPr bwMode="gray">
              <a:xfrm>
                <a:off x="4904649" y="2607743"/>
                <a:ext cx="216000" cy="216000"/>
              </a:xfrm>
              <a:prstGeom prst="ellipse">
                <a:avLst/>
              </a:prstGeom>
              <a:solidFill>
                <a:schemeClr val="accent6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8312CB46-A6AB-89C7-06A9-0D7E6B4454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04649" y="2607743"/>
                <a:ext cx="216000" cy="216000"/>
              </a:xfrm>
              <a:prstGeom prst="ellipse">
                <a:avLst/>
              </a:prstGeom>
              <a:blipFill>
                <a:blip r:embed="rId2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E3DDC309-D384-95D8-01BA-C203D33BA4B8}"/>
              </a:ext>
            </a:extLst>
          </p:cNvPr>
          <p:cNvCxnSpPr>
            <a:cxnSpLocks/>
            <a:stCxn id="89" idx="4"/>
            <a:endCxn id="90" idx="0"/>
          </p:cNvCxnSpPr>
          <p:nvPr/>
        </p:nvCxnSpPr>
        <p:spPr bwMode="gray">
          <a:xfrm>
            <a:off x="5012625" y="1671615"/>
            <a:ext cx="0" cy="4320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81F44ABB-FF22-F4DD-E6D6-8D1D8E6F8854}"/>
              </a:ext>
            </a:extLst>
          </p:cNvPr>
          <p:cNvCxnSpPr>
            <a:cxnSpLocks/>
            <a:stCxn id="139" idx="6"/>
            <a:endCxn id="89" idx="2"/>
          </p:cNvCxnSpPr>
          <p:nvPr/>
        </p:nvCxnSpPr>
        <p:spPr bwMode="gray">
          <a:xfrm flipV="1">
            <a:off x="4592527" y="1563615"/>
            <a:ext cx="312098" cy="20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F6B8D9CB-D21B-5507-A6A6-4C024B7E0C08}"/>
              </a:ext>
            </a:extLst>
          </p:cNvPr>
          <p:cNvCxnSpPr>
            <a:cxnSpLocks/>
            <a:stCxn id="90" idx="4"/>
            <a:endCxn id="92" idx="0"/>
          </p:cNvCxnSpPr>
          <p:nvPr/>
        </p:nvCxnSpPr>
        <p:spPr bwMode="gray">
          <a:xfrm>
            <a:off x="5012625" y="2319687"/>
            <a:ext cx="24" cy="2880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BCF99C06-189C-C854-69F4-6662061390F3}"/>
                  </a:ext>
                </a:extLst>
              </p:cNvPr>
              <p:cNvSpPr/>
              <p:nvPr/>
            </p:nvSpPr>
            <p:spPr bwMode="gray">
              <a:xfrm>
                <a:off x="5840729" y="2103687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55E9128C-0872-A295-FE40-93F11E998A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840729" y="2103687"/>
                <a:ext cx="216000" cy="216000"/>
              </a:xfrm>
              <a:prstGeom prst="ellipse">
                <a:avLst/>
              </a:prstGeom>
              <a:blipFill>
                <a:blip r:embed="rId2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4859A75F-C8EA-99CE-3A1C-CD47393E6416}"/>
                  </a:ext>
                </a:extLst>
              </p:cNvPr>
              <p:cNvSpPr/>
              <p:nvPr/>
            </p:nvSpPr>
            <p:spPr bwMode="gray">
              <a:xfrm>
                <a:off x="5840753" y="2607743"/>
                <a:ext cx="216000" cy="216000"/>
              </a:xfrm>
              <a:prstGeom prst="ellipse">
                <a:avLst/>
              </a:prstGeom>
              <a:noFill/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A3C258D4-C790-4FA3-C110-DF0E33983E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840753" y="2607743"/>
                <a:ext cx="216000" cy="216000"/>
              </a:xfrm>
              <a:prstGeom prst="ellipse">
                <a:avLst/>
              </a:prstGeom>
              <a:blipFill>
                <a:blip r:embed="rId2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0A8949DA-7664-2796-5A9E-3FA5B74BF835}"/>
              </a:ext>
            </a:extLst>
          </p:cNvPr>
          <p:cNvCxnSpPr>
            <a:cxnSpLocks/>
            <a:stCxn id="96" idx="4"/>
            <a:endCxn id="98" idx="0"/>
          </p:cNvCxnSpPr>
          <p:nvPr/>
        </p:nvCxnSpPr>
        <p:spPr bwMode="gray">
          <a:xfrm>
            <a:off x="5948729" y="2319687"/>
            <a:ext cx="24" cy="2880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0D9B80B6-AD6F-3866-FC16-83F147C0A1CD}"/>
                  </a:ext>
                </a:extLst>
              </p:cNvPr>
              <p:cNvSpPr/>
              <p:nvPr/>
            </p:nvSpPr>
            <p:spPr bwMode="gray">
              <a:xfrm>
                <a:off x="4688602" y="1932024"/>
                <a:ext cx="647998" cy="1159978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35C082F1-9CC5-3483-9CF4-82CFCD2DF3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688602" y="1932024"/>
                <a:ext cx="647998" cy="1159978"/>
              </a:xfrm>
              <a:prstGeom prst="roundRect">
                <a:avLst/>
              </a:prstGeom>
              <a:blipFill>
                <a:blip r:embed="rId24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FAB33470-D071-EDB3-8C0D-13B061B22853}"/>
              </a:ext>
            </a:extLst>
          </p:cNvPr>
          <p:cNvCxnSpPr>
            <a:cxnSpLocks/>
            <a:stCxn id="89" idx="6"/>
            <a:endCxn id="96" idx="0"/>
          </p:cNvCxnSpPr>
          <p:nvPr/>
        </p:nvCxnSpPr>
        <p:spPr bwMode="gray">
          <a:xfrm>
            <a:off x="5120625" y="1563615"/>
            <a:ext cx="828104" cy="54007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ABF329A8-5D40-CD02-A119-02AC2A9A2CD9}"/>
              </a:ext>
            </a:extLst>
          </p:cNvPr>
          <p:cNvSpPr txBox="1"/>
          <p:nvPr/>
        </p:nvSpPr>
        <p:spPr bwMode="gray">
          <a:xfrm>
            <a:off x="4370012" y="3114416"/>
            <a:ext cx="822645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Training set</a:t>
            </a:r>
            <a:endParaRPr lang="en-DE" sz="1000" dirty="0">
              <a:solidFill>
                <a:srgbClr val="C00000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B1E6C4E0-B791-C1F5-FF61-87869E032589}"/>
              </a:ext>
            </a:extLst>
          </p:cNvPr>
          <p:cNvSpPr txBox="1"/>
          <p:nvPr/>
        </p:nvSpPr>
        <p:spPr bwMode="gray">
          <a:xfrm>
            <a:off x="5477318" y="3111799"/>
            <a:ext cx="822645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Test point</a:t>
            </a:r>
            <a:endParaRPr lang="en-DE" sz="1000" dirty="0">
              <a:solidFill>
                <a:srgbClr val="C00000"/>
              </a:solidFill>
            </a:endParaRP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F40E5B52-3FEC-BAD9-F320-2A14F7EDCFB8}"/>
              </a:ext>
            </a:extLst>
          </p:cNvPr>
          <p:cNvCxnSpPr>
            <a:cxnSpLocks/>
            <a:stCxn id="121" idx="6"/>
            <a:endCxn id="113" idx="1"/>
          </p:cNvCxnSpPr>
          <p:nvPr/>
        </p:nvCxnSpPr>
        <p:spPr bwMode="gray">
          <a:xfrm>
            <a:off x="5091139" y="3846413"/>
            <a:ext cx="745880" cy="81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BFB15059-0449-4E80-050C-9E64772DA02C}"/>
                  </a:ext>
                </a:extLst>
              </p:cNvPr>
              <p:cNvSpPr/>
              <p:nvPr/>
            </p:nvSpPr>
            <p:spPr bwMode="gray">
              <a:xfrm>
                <a:off x="5792018" y="4058102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52A3076D-8FA4-C363-ADDB-73550FCD7E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92018" y="4058102"/>
                <a:ext cx="216000" cy="216000"/>
              </a:xfrm>
              <a:prstGeom prst="ellipse">
                <a:avLst/>
              </a:prstGeom>
              <a:blipFill>
                <a:blip r:embed="rId2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3" name="Rectangle 112">
            <a:extLst>
              <a:ext uri="{FF2B5EF4-FFF2-40B4-BE49-F238E27FC236}">
                <a16:creationId xmlns:a16="http://schemas.microsoft.com/office/drawing/2014/main" id="{CA68F114-4EDA-FAED-D570-D280DCAE3F48}"/>
              </a:ext>
            </a:extLst>
          </p:cNvPr>
          <p:cNvSpPr/>
          <p:nvPr/>
        </p:nvSpPr>
        <p:spPr bwMode="gray">
          <a:xfrm>
            <a:off x="5837019" y="3784229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92B339AC-3C08-B3B9-0C79-78CC65E87290}"/>
              </a:ext>
            </a:extLst>
          </p:cNvPr>
          <p:cNvCxnSpPr>
            <a:cxnSpLocks/>
            <a:stCxn id="113" idx="2"/>
            <a:endCxn id="112" idx="0"/>
          </p:cNvCxnSpPr>
          <p:nvPr/>
        </p:nvCxnSpPr>
        <p:spPr bwMode="gray">
          <a:xfrm flipH="1">
            <a:off x="5900018" y="3910228"/>
            <a:ext cx="1" cy="147874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8E348B4F-FA41-861B-E3D3-AE495AEC9AC4}"/>
              </a:ext>
            </a:extLst>
          </p:cNvPr>
          <p:cNvCxnSpPr>
            <a:cxnSpLocks/>
            <a:stCxn id="117" idx="0"/>
            <a:endCxn id="112" idx="4"/>
          </p:cNvCxnSpPr>
          <p:nvPr/>
        </p:nvCxnSpPr>
        <p:spPr bwMode="gray">
          <a:xfrm flipH="1" flipV="1">
            <a:off x="5900018" y="4274102"/>
            <a:ext cx="1" cy="150978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2C00C48D-1517-1804-C240-2C45A8EE6BB6}"/>
                  </a:ext>
                </a:extLst>
              </p:cNvPr>
              <p:cNvSpPr txBox="1"/>
              <p:nvPr/>
            </p:nvSpPr>
            <p:spPr bwMode="gray">
              <a:xfrm>
                <a:off x="5938510" y="3682635"/>
                <a:ext cx="937746" cy="2358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sz="8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𝑭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2C00C48D-1517-1804-C240-2C45A8EE6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938510" y="3682635"/>
                <a:ext cx="937746" cy="235898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7" name="Rectangle 116">
            <a:extLst>
              <a:ext uri="{FF2B5EF4-FFF2-40B4-BE49-F238E27FC236}">
                <a16:creationId xmlns:a16="http://schemas.microsoft.com/office/drawing/2014/main" id="{041DA760-35D8-766A-C63D-8FE22B361B15}"/>
              </a:ext>
            </a:extLst>
          </p:cNvPr>
          <p:cNvSpPr/>
          <p:nvPr/>
        </p:nvSpPr>
        <p:spPr bwMode="gray">
          <a:xfrm>
            <a:off x="5837019" y="4425080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2FD5DCA9-64F2-6EF4-0840-F52E6D52D3D5}"/>
                  </a:ext>
                </a:extLst>
              </p:cNvPr>
              <p:cNvSpPr txBox="1"/>
              <p:nvPr/>
            </p:nvSpPr>
            <p:spPr bwMode="gray">
              <a:xfrm>
                <a:off x="5905110" y="4384273"/>
                <a:ext cx="812485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𝕀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&gt;0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2FD5DCA9-64F2-6EF4-0840-F52E6D52D3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905110" y="4384273"/>
                <a:ext cx="812485" cy="215444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Oval 118">
                <a:extLst>
                  <a:ext uri="{FF2B5EF4-FFF2-40B4-BE49-F238E27FC236}">
                    <a16:creationId xmlns:a16="http://schemas.microsoft.com/office/drawing/2014/main" id="{4403EE8F-D411-68C1-F930-745FA3EE0944}"/>
                  </a:ext>
                </a:extLst>
              </p:cNvPr>
              <p:cNvSpPr/>
              <p:nvPr/>
            </p:nvSpPr>
            <p:spPr bwMode="gray">
              <a:xfrm>
                <a:off x="5792018" y="4816345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9" name="Oval 118">
                <a:extLst>
                  <a:ext uri="{FF2B5EF4-FFF2-40B4-BE49-F238E27FC236}">
                    <a16:creationId xmlns:a16="http://schemas.microsoft.com/office/drawing/2014/main" id="{0861E2CE-D2B1-F0F5-1FA2-0482377D11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92018" y="4816345"/>
                <a:ext cx="216000" cy="216000"/>
              </a:xfrm>
              <a:prstGeom prst="ellipse">
                <a:avLst/>
              </a:prstGeom>
              <a:blipFill>
                <a:blip r:embed="rId28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A192BA54-3E00-FA6D-916F-F1B1BE9D0A72}"/>
              </a:ext>
            </a:extLst>
          </p:cNvPr>
          <p:cNvCxnSpPr>
            <a:cxnSpLocks/>
            <a:stCxn id="117" idx="2"/>
            <a:endCxn id="119" idx="0"/>
          </p:cNvCxnSpPr>
          <p:nvPr/>
        </p:nvCxnSpPr>
        <p:spPr bwMode="gray">
          <a:xfrm flipH="1">
            <a:off x="5900018" y="4551079"/>
            <a:ext cx="1" cy="26526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Oval 120">
                <a:extLst>
                  <a:ext uri="{FF2B5EF4-FFF2-40B4-BE49-F238E27FC236}">
                    <a16:creationId xmlns:a16="http://schemas.microsoft.com/office/drawing/2014/main" id="{88B2AFAC-0326-AEC2-7C86-F90840D6A5F7}"/>
                  </a:ext>
                </a:extLst>
              </p:cNvPr>
              <p:cNvSpPr/>
              <p:nvPr/>
            </p:nvSpPr>
            <p:spPr bwMode="gray">
              <a:xfrm>
                <a:off x="4875139" y="3738413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1" name="Oval 120">
                <a:extLst>
                  <a:ext uri="{FF2B5EF4-FFF2-40B4-BE49-F238E27FC236}">
                    <a16:creationId xmlns:a16="http://schemas.microsoft.com/office/drawing/2014/main" id="{366DF6A2-3D19-BDF5-7D5B-735091B918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75139" y="3738413"/>
                <a:ext cx="216000" cy="216000"/>
              </a:xfrm>
              <a:prstGeom prst="ellipse">
                <a:avLst/>
              </a:prstGeom>
              <a:blipFill>
                <a:blip r:embed="rId2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2" name="Rectangle 121">
            <a:extLst>
              <a:ext uri="{FF2B5EF4-FFF2-40B4-BE49-F238E27FC236}">
                <a16:creationId xmlns:a16="http://schemas.microsoft.com/office/drawing/2014/main" id="{6A3B45CD-C149-F06E-70EA-C9C4710B418C}"/>
              </a:ext>
            </a:extLst>
          </p:cNvPr>
          <p:cNvSpPr/>
          <p:nvPr/>
        </p:nvSpPr>
        <p:spPr bwMode="gray">
          <a:xfrm>
            <a:off x="4920139" y="3466186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74BBDAF3-EF77-964B-182E-B102B6C054ED}"/>
              </a:ext>
            </a:extLst>
          </p:cNvPr>
          <p:cNvCxnSpPr>
            <a:cxnSpLocks/>
            <a:stCxn id="122" idx="2"/>
            <a:endCxn id="121" idx="0"/>
          </p:cNvCxnSpPr>
          <p:nvPr/>
        </p:nvCxnSpPr>
        <p:spPr bwMode="gray">
          <a:xfrm>
            <a:off x="4983139" y="3592185"/>
            <a:ext cx="0" cy="146228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DBF8FC63-E5D3-3269-A702-F9C3D8249B3E}"/>
                  </a:ext>
                </a:extLst>
              </p:cNvPr>
              <p:cNvSpPr txBox="1"/>
              <p:nvPr/>
            </p:nvSpPr>
            <p:spPr bwMode="gray">
              <a:xfrm>
                <a:off x="4212033" y="3425518"/>
                <a:ext cx="812485" cy="2168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𝑭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C992602E-E116-6A24-C284-C5F9CC0CB5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12033" y="3425518"/>
                <a:ext cx="812485" cy="216854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64B53632-773E-D3B3-10C3-3C2C34CF81F6}"/>
              </a:ext>
            </a:extLst>
          </p:cNvPr>
          <p:cNvCxnSpPr>
            <a:cxnSpLocks/>
            <a:stCxn id="121" idx="4"/>
            <a:endCxn id="127" idx="0"/>
          </p:cNvCxnSpPr>
          <p:nvPr/>
        </p:nvCxnSpPr>
        <p:spPr bwMode="gray">
          <a:xfrm>
            <a:off x="4983139" y="3954413"/>
            <a:ext cx="4501" cy="211202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CF0FD4AB-5C4D-23A2-2280-8EA079D28F00}"/>
                  </a:ext>
                </a:extLst>
              </p:cNvPr>
              <p:cNvSpPr/>
              <p:nvPr/>
            </p:nvSpPr>
            <p:spPr bwMode="gray">
              <a:xfrm>
                <a:off x="4879639" y="4456281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F787AC64-2982-151A-46CE-B9FC068140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79639" y="4456281"/>
                <a:ext cx="216000" cy="216000"/>
              </a:xfrm>
              <a:prstGeom prst="ellipse">
                <a:avLst/>
              </a:prstGeom>
              <a:blipFill>
                <a:blip r:embed="rId3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7" name="Rectangle 126">
            <a:extLst>
              <a:ext uri="{FF2B5EF4-FFF2-40B4-BE49-F238E27FC236}">
                <a16:creationId xmlns:a16="http://schemas.microsoft.com/office/drawing/2014/main" id="{5E81948F-5FB4-ED42-29F8-DC98E02B1653}"/>
              </a:ext>
            </a:extLst>
          </p:cNvPr>
          <p:cNvSpPr/>
          <p:nvPr/>
        </p:nvSpPr>
        <p:spPr bwMode="gray">
          <a:xfrm>
            <a:off x="4924640" y="4165615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BCC6BAD0-AFCA-E863-28FC-0392DAD7517D}"/>
              </a:ext>
            </a:extLst>
          </p:cNvPr>
          <p:cNvCxnSpPr>
            <a:cxnSpLocks/>
            <a:stCxn id="127" idx="2"/>
            <a:endCxn id="126" idx="0"/>
          </p:cNvCxnSpPr>
          <p:nvPr/>
        </p:nvCxnSpPr>
        <p:spPr bwMode="gray">
          <a:xfrm flipH="1">
            <a:off x="4987639" y="4291614"/>
            <a:ext cx="1" cy="164667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A9205AB5-18B1-C1CA-BF00-BE54E54BC39F}"/>
              </a:ext>
            </a:extLst>
          </p:cNvPr>
          <p:cNvCxnSpPr>
            <a:cxnSpLocks/>
            <a:stCxn id="131" idx="0"/>
            <a:endCxn id="126" idx="4"/>
          </p:cNvCxnSpPr>
          <p:nvPr/>
        </p:nvCxnSpPr>
        <p:spPr bwMode="gray">
          <a:xfrm flipV="1">
            <a:off x="4986337" y="4672281"/>
            <a:ext cx="1302" cy="19025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4FFED382-60C2-84C4-5076-4DE5B05051B7}"/>
                  </a:ext>
                </a:extLst>
              </p:cNvPr>
              <p:cNvSpPr txBox="1"/>
              <p:nvPr/>
            </p:nvSpPr>
            <p:spPr bwMode="gray">
              <a:xfrm>
                <a:off x="4030861" y="4125589"/>
                <a:ext cx="817003" cy="2358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8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𝑭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4FFED382-60C2-84C4-5076-4DE5B05051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030861" y="4125589"/>
                <a:ext cx="817003" cy="235898"/>
              </a:xfrm>
              <a:prstGeom prst="rect">
                <a:avLst/>
              </a:prstGeom>
              <a:blipFill>
                <a:blip r:embed="rId32"/>
                <a:stretch>
                  <a:fillRect r="-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1" name="Rectangle 130">
            <a:extLst>
              <a:ext uri="{FF2B5EF4-FFF2-40B4-BE49-F238E27FC236}">
                <a16:creationId xmlns:a16="http://schemas.microsoft.com/office/drawing/2014/main" id="{B1516421-45F5-7712-FBA7-96AA6A8D950E}"/>
              </a:ext>
            </a:extLst>
          </p:cNvPr>
          <p:cNvSpPr/>
          <p:nvPr/>
        </p:nvSpPr>
        <p:spPr bwMode="gray">
          <a:xfrm>
            <a:off x="4923337" y="4862536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BA6809A6-E96D-B0EE-C19B-56ACA22ED678}"/>
                  </a:ext>
                </a:extLst>
              </p:cNvPr>
              <p:cNvSpPr txBox="1"/>
              <p:nvPr/>
            </p:nvSpPr>
            <p:spPr bwMode="gray">
              <a:xfrm>
                <a:off x="4361950" y="4816901"/>
                <a:ext cx="601652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𝕀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&gt;0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BA6809A6-E96D-B0EE-C19B-56ACA22ED6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361950" y="4816901"/>
                <a:ext cx="601652" cy="215444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Rounded Rectangle 132">
                <a:extLst>
                  <a:ext uri="{FF2B5EF4-FFF2-40B4-BE49-F238E27FC236}">
                    <a16:creationId xmlns:a16="http://schemas.microsoft.com/office/drawing/2014/main" id="{FEE6D7D7-A0E8-A145-09D4-CFD105D1D162}"/>
                  </a:ext>
                </a:extLst>
              </p:cNvPr>
              <p:cNvSpPr/>
              <p:nvPr/>
            </p:nvSpPr>
            <p:spPr bwMode="gray">
              <a:xfrm>
                <a:off x="196152" y="4095083"/>
                <a:ext cx="1756118" cy="995354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3" name="Rounded Rectangle 132">
                <a:extLst>
                  <a:ext uri="{FF2B5EF4-FFF2-40B4-BE49-F238E27FC236}">
                    <a16:creationId xmlns:a16="http://schemas.microsoft.com/office/drawing/2014/main" id="{FEE6D7D7-A0E8-A145-09D4-CFD105D1D1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96152" y="4095083"/>
                <a:ext cx="1756118" cy="995354"/>
              </a:xfrm>
              <a:prstGeom prst="roundRect">
                <a:avLst/>
              </a:prstGeom>
              <a:blipFill>
                <a:blip r:embed="rId34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Rounded Rectangle 133">
                <a:extLst>
                  <a:ext uri="{FF2B5EF4-FFF2-40B4-BE49-F238E27FC236}">
                    <a16:creationId xmlns:a16="http://schemas.microsoft.com/office/drawing/2014/main" id="{DF7365BB-671D-1463-9D77-0C5B567F7FBB}"/>
                  </a:ext>
                </a:extLst>
              </p:cNvPr>
              <p:cNvSpPr/>
              <p:nvPr/>
            </p:nvSpPr>
            <p:spPr bwMode="gray">
              <a:xfrm>
                <a:off x="4025770" y="4087820"/>
                <a:ext cx="1571377" cy="995354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4" name="Rounded Rectangle 133">
                <a:extLst>
                  <a:ext uri="{FF2B5EF4-FFF2-40B4-BE49-F238E27FC236}">
                    <a16:creationId xmlns:a16="http://schemas.microsoft.com/office/drawing/2014/main" id="{DF7365BB-671D-1463-9D77-0C5B567F7F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025770" y="4087820"/>
                <a:ext cx="1571377" cy="995354"/>
              </a:xfrm>
              <a:prstGeom prst="roundRect">
                <a:avLst/>
              </a:prstGeom>
              <a:blipFill>
                <a:blip r:embed="rId35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7" name="TextBox 136">
            <a:extLst>
              <a:ext uri="{FF2B5EF4-FFF2-40B4-BE49-F238E27FC236}">
                <a16:creationId xmlns:a16="http://schemas.microsoft.com/office/drawing/2014/main" id="{32BBBBAA-B1FF-0D0A-8790-A6B1DD376803}"/>
              </a:ext>
            </a:extLst>
          </p:cNvPr>
          <p:cNvSpPr txBox="1"/>
          <p:nvPr/>
        </p:nvSpPr>
        <p:spPr bwMode="gray">
          <a:xfrm>
            <a:off x="140023" y="1067568"/>
            <a:ext cx="2847801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400" b="1" dirty="0"/>
              <a:t>Bayesian Linear Classification</a:t>
            </a:r>
            <a:endParaRPr lang="en-US" sz="1400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684F5DFF-1862-663F-B47D-9D06984EF048}"/>
              </a:ext>
            </a:extLst>
          </p:cNvPr>
          <p:cNvSpPr txBox="1"/>
          <p:nvPr/>
        </p:nvSpPr>
        <p:spPr bwMode="gray">
          <a:xfrm>
            <a:off x="4476117" y="1067568"/>
            <a:ext cx="2847801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400" b="1" dirty="0"/>
              <a:t>Gaussian Process Classification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Oval 138">
                <a:extLst>
                  <a:ext uri="{FF2B5EF4-FFF2-40B4-BE49-F238E27FC236}">
                    <a16:creationId xmlns:a16="http://schemas.microsoft.com/office/drawing/2014/main" id="{FD911438-B218-4A63-9386-E11CC4D65FD5}"/>
                  </a:ext>
                </a:extLst>
              </p:cNvPr>
              <p:cNvSpPr/>
              <p:nvPr/>
            </p:nvSpPr>
            <p:spPr bwMode="gray">
              <a:xfrm>
                <a:off x="4376527" y="1457616"/>
                <a:ext cx="216000" cy="216000"/>
              </a:xfrm>
              <a:prstGeom prst="ellipse">
                <a:avLst/>
              </a:prstGeom>
              <a:solidFill>
                <a:schemeClr val="accent6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9" name="Oval 138">
                <a:extLst>
                  <a:ext uri="{FF2B5EF4-FFF2-40B4-BE49-F238E27FC236}">
                    <a16:creationId xmlns:a16="http://schemas.microsoft.com/office/drawing/2014/main" id="{0679AFD7-3303-4F2D-C921-65A818B0D8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376527" y="1457616"/>
                <a:ext cx="216000" cy="216000"/>
              </a:xfrm>
              <a:prstGeom prst="ellipse">
                <a:avLst/>
              </a:prstGeom>
              <a:blipFill>
                <a:blip r:embed="rId36"/>
                <a:stretch>
                  <a:fillRect l="-5556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Oval 140">
                <a:extLst>
                  <a:ext uri="{FF2B5EF4-FFF2-40B4-BE49-F238E27FC236}">
                    <a16:creationId xmlns:a16="http://schemas.microsoft.com/office/drawing/2014/main" id="{C6AA0DEB-6589-9CDC-C644-FA524F5C4BFF}"/>
                  </a:ext>
                </a:extLst>
              </p:cNvPr>
              <p:cNvSpPr/>
              <p:nvPr/>
            </p:nvSpPr>
            <p:spPr bwMode="gray">
              <a:xfrm>
                <a:off x="4376527" y="1923702"/>
                <a:ext cx="216000" cy="216000"/>
              </a:xfrm>
              <a:prstGeom prst="ellipse">
                <a:avLst/>
              </a:prstGeom>
              <a:solidFill>
                <a:schemeClr val="accent6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1" name="Oval 140">
                <a:extLst>
                  <a:ext uri="{FF2B5EF4-FFF2-40B4-BE49-F238E27FC236}">
                    <a16:creationId xmlns:a16="http://schemas.microsoft.com/office/drawing/2014/main" id="{C86502AC-E20F-AF1A-21D8-0990BFB04E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376527" y="1923702"/>
                <a:ext cx="216000" cy="216000"/>
              </a:xfrm>
              <a:prstGeom prst="ellipse">
                <a:avLst/>
              </a:prstGeom>
              <a:blipFill>
                <a:blip r:embed="rId3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08763372-0A36-9B4E-A213-4EF061ED2D88}"/>
              </a:ext>
            </a:extLst>
          </p:cNvPr>
          <p:cNvCxnSpPr>
            <a:cxnSpLocks/>
            <a:stCxn id="141" idx="7"/>
            <a:endCxn id="89" idx="3"/>
          </p:cNvCxnSpPr>
          <p:nvPr/>
        </p:nvCxnSpPr>
        <p:spPr bwMode="gray">
          <a:xfrm flipV="1">
            <a:off x="4560895" y="1639983"/>
            <a:ext cx="375362" cy="31535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Rounded Rectangle 151">
                <a:extLst>
                  <a:ext uri="{FF2B5EF4-FFF2-40B4-BE49-F238E27FC236}">
                    <a16:creationId xmlns:a16="http://schemas.microsoft.com/office/drawing/2014/main" id="{7025E670-E23E-E622-975C-8A633811FC28}"/>
                  </a:ext>
                </a:extLst>
              </p:cNvPr>
              <p:cNvSpPr/>
              <p:nvPr/>
            </p:nvSpPr>
            <p:spPr bwMode="gray">
              <a:xfrm>
                <a:off x="4152002" y="1420611"/>
                <a:ext cx="516120" cy="422788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2" name="Rounded Rectangle 151">
                <a:extLst>
                  <a:ext uri="{FF2B5EF4-FFF2-40B4-BE49-F238E27FC236}">
                    <a16:creationId xmlns:a16="http://schemas.microsoft.com/office/drawing/2014/main" id="{E446AE4A-865B-FA6B-CA6E-143F2BDD7D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152002" y="1420611"/>
                <a:ext cx="516120" cy="422788"/>
              </a:xfrm>
              <a:prstGeom prst="roundRect">
                <a:avLst/>
              </a:prstGeom>
              <a:blipFill>
                <a:blip r:embed="rId38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808688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500"/>
                            </p:stCondLst>
                            <p:childTnLst>
                              <p:par>
                                <p:cTn id="4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000"/>
                            </p:stCondLst>
                            <p:childTnLst>
                              <p:par>
                                <p:cTn id="5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500"/>
                            </p:stCondLst>
                            <p:childTnLst>
                              <p:par>
                                <p:cTn id="6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000"/>
                            </p:stCondLst>
                            <p:childTnLst>
                              <p:par>
                                <p:cTn id="7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500"/>
                            </p:stCondLst>
                            <p:childTnLst>
                              <p:par>
                                <p:cTn id="7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2000"/>
                            </p:stCondLst>
                            <p:childTnLst>
                              <p:par>
                                <p:cTn id="8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500"/>
                            </p:stCondLst>
                            <p:childTnLst>
                              <p:par>
                                <p:cTn id="8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3000"/>
                            </p:stCondLst>
                            <p:childTnLst>
                              <p:par>
                                <p:cTn id="9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9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500"/>
                            </p:stCondLst>
                            <p:childTnLst>
                              <p:par>
                                <p:cTn id="10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9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3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1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7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1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1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500"/>
                            </p:stCondLst>
                            <p:childTnLst>
                              <p:par>
                                <p:cTn id="12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1000"/>
                            </p:stCondLst>
                            <p:childTnLst>
                              <p:par>
                                <p:cTn id="13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" fill="hold">
                            <p:stCondLst>
                              <p:cond delay="1500"/>
                            </p:stCondLst>
                            <p:childTnLst>
                              <p:par>
                                <p:cTn id="13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000"/>
                            </p:stCondLst>
                            <p:childTnLst>
                              <p:par>
                                <p:cTn id="14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6" fill="hold">
                            <p:stCondLst>
                              <p:cond delay="2500"/>
                            </p:stCondLst>
                            <p:childTnLst>
                              <p:par>
                                <p:cTn id="14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3000"/>
                            </p:stCondLst>
                            <p:childTnLst>
                              <p:par>
                                <p:cTn id="15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500"/>
                            </p:stCondLst>
                            <p:childTnLst>
                              <p:par>
                                <p:cTn id="15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5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0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" fill="hold">
                            <p:stCondLst>
                              <p:cond delay="500"/>
                            </p:stCondLst>
                            <p:childTnLst>
                              <p:par>
                                <p:cTn id="17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4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7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0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1" fill="hold">
                            <p:stCondLst>
                              <p:cond delay="1000"/>
                            </p:stCondLst>
                            <p:childTnLst>
                              <p:par>
                                <p:cTn id="18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4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7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8" fill="hold">
                      <p:stCondLst>
                        <p:cond delay="indefinite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2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5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6" fill="hold">
                            <p:stCondLst>
                              <p:cond delay="500"/>
                            </p:stCondLst>
                            <p:childTnLst>
                              <p:par>
                                <p:cTn id="19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9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0" fill="hold">
                            <p:stCondLst>
                              <p:cond delay="1000"/>
                            </p:stCondLst>
                            <p:childTnLst>
                              <p:par>
                                <p:cTn id="20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3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4" fill="hold">
                      <p:stCondLst>
                        <p:cond delay="indefinite"/>
                      </p:stCondLst>
                      <p:childTnLst>
                        <p:par>
                          <p:cTn id="205" fill="hold">
                            <p:stCondLst>
                              <p:cond delay="0"/>
                            </p:stCondLst>
                            <p:childTnLst>
                              <p:par>
                                <p:cTn id="20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8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9" fill="hold">
                            <p:stCondLst>
                              <p:cond delay="500"/>
                            </p:stCondLst>
                            <p:childTnLst>
                              <p:par>
                                <p:cTn id="21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2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3" fill="hold">
                            <p:stCondLst>
                              <p:cond delay="1000"/>
                            </p:stCondLst>
                            <p:childTnLst>
                              <p:par>
                                <p:cTn id="21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6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1500"/>
                            </p:stCondLst>
                            <p:childTnLst>
                              <p:par>
                                <p:cTn id="21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0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4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5" fill="hold">
                            <p:stCondLst>
                              <p:cond delay="2500"/>
                            </p:stCondLst>
                            <p:childTnLst>
                              <p:par>
                                <p:cTn id="22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8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9" fill="hold">
                      <p:stCondLst>
                        <p:cond delay="indefinite"/>
                      </p:stCondLst>
                      <p:childTnLst>
                        <p:par>
                          <p:cTn id="230" fill="hold">
                            <p:stCondLst>
                              <p:cond delay="0"/>
                            </p:stCondLst>
                            <p:childTnLst>
                              <p:par>
                                <p:cTn id="2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3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4" fill="hold">
                            <p:stCondLst>
                              <p:cond delay="500"/>
                            </p:stCondLst>
                            <p:childTnLst>
                              <p:par>
                                <p:cTn id="23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7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0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1" fill="hold">
                            <p:stCondLst>
                              <p:cond delay="1000"/>
                            </p:stCondLst>
                            <p:childTnLst>
                              <p:par>
                                <p:cTn id="2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4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5" fill="hold">
                            <p:stCondLst>
                              <p:cond delay="1500"/>
                            </p:stCondLst>
                            <p:childTnLst>
                              <p:par>
                                <p:cTn id="24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8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9" fill="hold">
                            <p:stCondLst>
                              <p:cond delay="2000"/>
                            </p:stCondLst>
                            <p:childTnLst>
                              <p:par>
                                <p:cTn id="25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2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3" fill="hold">
                            <p:stCondLst>
                              <p:cond delay="2500"/>
                            </p:stCondLst>
                            <p:childTnLst>
                              <p:par>
                                <p:cTn id="25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6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9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0" fill="hold">
                            <p:stCondLst>
                              <p:cond delay="3000"/>
                            </p:stCondLst>
                            <p:childTnLst>
                              <p:par>
                                <p:cTn id="26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3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4" fill="hold">
                      <p:stCondLst>
                        <p:cond delay="indefinite"/>
                      </p:stCondLst>
                      <p:childTnLst>
                        <p:par>
                          <p:cTn id="265" fill="hold">
                            <p:stCondLst>
                              <p:cond delay="0"/>
                            </p:stCondLst>
                            <p:childTnLst>
                              <p:par>
                                <p:cTn id="26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8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9" fill="hold">
                            <p:stCondLst>
                              <p:cond delay="500"/>
                            </p:stCondLst>
                            <p:childTnLst>
                              <p:par>
                                <p:cTn id="27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2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3" fill="hold">
                            <p:stCondLst>
                              <p:cond delay="1000"/>
                            </p:stCondLst>
                            <p:childTnLst>
                              <p:par>
                                <p:cTn id="27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6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7" fill="hold">
                            <p:stCondLst>
                              <p:cond delay="1500"/>
                            </p:stCondLst>
                            <p:childTnLst>
                              <p:par>
                                <p:cTn id="27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0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1" fill="hold">
                            <p:stCondLst>
                              <p:cond delay="2000"/>
                            </p:stCondLst>
                            <p:childTnLst>
                              <p:par>
                                <p:cTn id="28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4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5" fill="hold">
                      <p:stCondLst>
                        <p:cond delay="indefinite"/>
                      </p:stCondLst>
                      <p:childTnLst>
                        <p:par>
                          <p:cTn id="286" fill="hold">
                            <p:stCondLst>
                              <p:cond delay="0"/>
                            </p:stCondLst>
                            <p:childTnLst>
                              <p:par>
                                <p:cTn id="28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9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0" fill="hold">
                            <p:stCondLst>
                              <p:cond delay="500"/>
                            </p:stCondLst>
                            <p:childTnLst>
                              <p:par>
                                <p:cTn id="29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3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6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7" fill="hold">
                            <p:stCondLst>
                              <p:cond delay="1000"/>
                            </p:stCondLst>
                            <p:childTnLst>
                              <p:par>
                                <p:cTn id="29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0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1" fill="hold">
                            <p:stCondLst>
                              <p:cond delay="1500"/>
                            </p:stCondLst>
                            <p:childTnLst>
                              <p:par>
                                <p:cTn id="30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4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5" fill="hold">
                            <p:stCondLst>
                              <p:cond delay="2000"/>
                            </p:stCondLst>
                            <p:childTnLst>
                              <p:par>
                                <p:cTn id="30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8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9" fill="hold">
                            <p:stCondLst>
                              <p:cond delay="2500"/>
                            </p:stCondLst>
                            <p:childTnLst>
                              <p:par>
                                <p:cTn id="31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2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5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6" fill="hold">
                            <p:stCondLst>
                              <p:cond delay="3000"/>
                            </p:stCondLst>
                            <p:childTnLst>
                              <p:par>
                                <p:cTn id="3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9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0" fill="hold">
                            <p:stCondLst>
                              <p:cond delay="3500"/>
                            </p:stCondLst>
                            <p:childTnLst>
                              <p:par>
                                <p:cTn id="32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9" grpId="0"/>
      <p:bldP spid="14" grpId="0" animBg="1"/>
      <p:bldP spid="15" grpId="0"/>
      <p:bldP spid="16" grpId="0" animBg="1"/>
      <p:bldP spid="22" grpId="0" animBg="1"/>
      <p:bldP spid="27" grpId="0" animBg="1"/>
      <p:bldP spid="29" grpId="0"/>
      <p:bldP spid="43" grpId="0" animBg="1"/>
      <p:bldP spid="44" grpId="0" animBg="1"/>
      <p:bldP spid="47" grpId="0"/>
      <p:bldP spid="54" grpId="0" animBg="1"/>
      <p:bldP spid="55" grpId="0"/>
      <p:bldP spid="60" grpId="0" animBg="1"/>
      <p:bldP spid="61" grpId="0" animBg="1"/>
      <p:bldP spid="62" grpId="0" animBg="1"/>
      <p:bldP spid="63" grpId="0" animBg="1"/>
      <p:bldP spid="74" grpId="0" animBg="1"/>
      <p:bldP spid="75" grpId="0" animBg="1"/>
      <p:bldP spid="76" grpId="0" animBg="1"/>
      <p:bldP spid="80" grpId="0" animBg="1"/>
      <p:bldP spid="87" grpId="0"/>
      <p:bldP spid="88" grpId="0"/>
      <p:bldP spid="89" grpId="0" animBg="1"/>
      <p:bldP spid="90" grpId="0" animBg="1"/>
      <p:bldP spid="92" grpId="0" animBg="1"/>
      <p:bldP spid="96" grpId="0" animBg="1"/>
      <p:bldP spid="98" grpId="0" animBg="1"/>
      <p:bldP spid="101" grpId="0" animBg="1"/>
      <p:bldP spid="103" grpId="0"/>
      <p:bldP spid="104" grpId="0"/>
      <p:bldP spid="112" grpId="0" animBg="1"/>
      <p:bldP spid="113" grpId="0" animBg="1"/>
      <p:bldP spid="116" grpId="0"/>
      <p:bldP spid="117" grpId="0" animBg="1"/>
      <p:bldP spid="118" grpId="0"/>
      <p:bldP spid="119" grpId="0" animBg="1"/>
      <p:bldP spid="121" grpId="0" animBg="1"/>
      <p:bldP spid="122" grpId="0" animBg="1"/>
      <p:bldP spid="124" grpId="0"/>
      <p:bldP spid="126" grpId="0" animBg="1"/>
      <p:bldP spid="127" grpId="0" animBg="1"/>
      <p:bldP spid="130" grpId="0"/>
      <p:bldP spid="131" grpId="0" animBg="1"/>
      <p:bldP spid="132" grpId="0"/>
      <p:bldP spid="133" grpId="0" animBg="1"/>
      <p:bldP spid="134" grpId="0" animBg="1"/>
      <p:bldP spid="138" grpId="0"/>
      <p:bldP spid="139" grpId="0" animBg="1"/>
      <p:bldP spid="141" grpId="0" animBg="1"/>
      <p:bldP spid="15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 Placeholder 35">
                <a:extLst>
                  <a:ext uri="{FF2B5EF4-FFF2-40B4-BE49-F238E27FC236}">
                    <a16:creationId xmlns:a16="http://schemas.microsoft.com/office/drawing/2014/main" id="{252AD7B2-93B8-4A80-7717-BB48449B46D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en-US" b="1" dirty="0"/>
                  <a:t>Idea</a:t>
                </a:r>
                <a:r>
                  <a:rPr lang="en-US" dirty="0"/>
                  <a:t>: We approximate each</a:t>
                </a:r>
                <a:r>
                  <a:rPr lang="en-US" b="1" dirty="0"/>
                  <a:t> </a:t>
                </a:r>
                <a:r>
                  <a:rPr lang="en-US" dirty="0"/>
                  <a:t>incoming message from the Gaussian noise-projection factor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;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p>
                          <m:sSupPr>
                            <m:ctrlP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𝑭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with via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𝒢</m:t>
                    </m:r>
                    <m:d>
                      <m:d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𝒇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;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Sup>
                          <m:sSubSupPr>
                            <m:ctrlP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𝒆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</m:oMath>
                </a14:m>
                <a:endParaRPr lang="en-US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  <a:p>
                <a:pPr lvl="1"/>
                <a:r>
                  <a:rPr lang="en-US" sz="1200" dirty="0">
                    <a:ea typeface="Cambria Math" panose="02040503050406030204" pitchFamily="18" charset="0"/>
                  </a:rPr>
                  <a:t>GP prior message: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1,0</m:t>
                        </m:r>
                      </m:sub>
                    </m:sSub>
                    <m:d>
                      <m:dPr>
                        <m:ctrlP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𝒇</m:t>
                        </m:r>
                      </m:e>
                    </m:d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𝒇</m:t>
                        </m:r>
                        <m:r>
                          <a:rPr lang="en-US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;</m:t>
                        </m:r>
                        <m:r>
                          <a:rPr lang="en-US" sz="1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  <m:r>
                          <a:rPr lang="en-US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𝑪</m:t>
                        </m:r>
                      </m:e>
                    </m:d>
                  </m:oMath>
                </a14:m>
                <a:endParaRPr lang="en-US" sz="12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  <a:p>
                <a:pPr lvl="1"/>
                <a:r>
                  <a:rPr lang="en-US" sz="1200" dirty="0">
                    <a:ea typeface="Cambria Math" panose="02040503050406030204" pitchFamily="18" charset="0"/>
                  </a:rPr>
                  <a:t>Approximate data message: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𝒇</m:t>
                        </m:r>
                      </m:e>
                    </m:d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𝒢</m:t>
                    </m:r>
                    <m:d>
                      <m:dPr>
                        <m:ctrlPr>
                          <a:rPr lang="en-US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𝒇</m:t>
                        </m:r>
                        <m:r>
                          <a:rPr lang="en-US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;</m:t>
                        </m:r>
                        <m:sSub>
                          <m:sSubPr>
                            <m:ctrlP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12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𝒆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12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𝒆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Sup>
                          <m:sSubSupPr>
                            <m:ctrlPr>
                              <a:rPr lang="en-US" sz="12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𝒆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</m:oMath>
                </a14:m>
                <a:endParaRPr lang="en-US" sz="12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  <a:p>
                <a:r>
                  <a:rPr lang="en-US" dirty="0"/>
                  <a:t>Equivalent to Gaussian process regression with training points</a:t>
                </a:r>
              </a:p>
              <a:p>
                <a:pPr lvl="1"/>
                <a:r>
                  <a:rPr lang="en-US" sz="1200" dirty="0"/>
                  <a:t>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200" dirty="0"/>
              </a:p>
              <a:p>
                <a:pPr lvl="1"/>
                <a:r>
                  <a:rPr lang="en-US" sz="1200" dirty="0"/>
                  <a:t>And noise variance of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1/</m:t>
                    </m:r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endParaRPr lang="en-US" sz="1200" dirty="0"/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In this case, the message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at a test point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is given by</a:t>
                </a:r>
              </a:p>
            </p:txBody>
          </p:sp>
        </mc:Choice>
        <mc:Fallback xmlns="">
          <p:sp>
            <p:nvSpPr>
              <p:cNvPr id="36" name="Text Placeholder 35">
                <a:extLst>
                  <a:ext uri="{FF2B5EF4-FFF2-40B4-BE49-F238E27FC236}">
                    <a16:creationId xmlns:a16="http://schemas.microsoft.com/office/drawing/2014/main" id="{252AD7B2-93B8-4A80-7717-BB48449B46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0B026E98-8206-1543-E697-07FEF0DBF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Process Classification via Message Passing 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F900E04-1F4C-A7A5-00A1-86E8FFEA8593}"/>
              </a:ext>
            </a:extLst>
          </p:cNvPr>
          <p:cNvCxnSpPr>
            <a:cxnSpLocks/>
            <a:stCxn id="14" idx="6"/>
            <a:endCxn id="6" idx="1"/>
          </p:cNvCxnSpPr>
          <p:nvPr/>
        </p:nvCxnSpPr>
        <p:spPr bwMode="gray">
          <a:xfrm>
            <a:off x="7624060" y="1695375"/>
            <a:ext cx="745880" cy="81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5E1FC6C4-22BA-33BD-EC70-3ABBE9E0E5E4}"/>
                  </a:ext>
                </a:extLst>
              </p:cNvPr>
              <p:cNvSpPr/>
              <p:nvPr/>
            </p:nvSpPr>
            <p:spPr bwMode="gray">
              <a:xfrm>
                <a:off x="8324939" y="2074333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5E1FC6C4-22BA-33BD-EC70-3ABBE9E0E5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324939" y="2074333"/>
                <a:ext cx="216000" cy="216000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CA6BDAE4-969D-6C20-521C-DFE2D4860643}"/>
              </a:ext>
            </a:extLst>
          </p:cNvPr>
          <p:cNvSpPr/>
          <p:nvPr/>
        </p:nvSpPr>
        <p:spPr bwMode="gray">
          <a:xfrm>
            <a:off x="8369940" y="163319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EB154-D24D-4CA6-9CF6-57B4868EBACE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 bwMode="gray">
          <a:xfrm flipH="1">
            <a:off x="8432939" y="1759190"/>
            <a:ext cx="1" cy="31514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1FCFA45-7B8E-AA15-8DCA-A1F5BD646709}"/>
              </a:ext>
            </a:extLst>
          </p:cNvPr>
          <p:cNvCxnSpPr>
            <a:cxnSpLocks/>
            <a:stCxn id="10" idx="0"/>
            <a:endCxn id="5" idx="4"/>
          </p:cNvCxnSpPr>
          <p:nvPr/>
        </p:nvCxnSpPr>
        <p:spPr bwMode="gray">
          <a:xfrm flipH="1" flipV="1">
            <a:off x="8432939" y="2290333"/>
            <a:ext cx="1" cy="286828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ACCD3DE-A6B1-67BB-7C8D-F7403CA9A2D2}"/>
                  </a:ext>
                </a:extLst>
              </p:cNvPr>
              <p:cNvSpPr txBox="1"/>
              <p:nvPr/>
            </p:nvSpPr>
            <p:spPr bwMode="gray">
              <a:xfrm>
                <a:off x="7997000" y="1389243"/>
                <a:ext cx="937746" cy="2358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sz="8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𝑭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ACCD3DE-A6B1-67BB-7C8D-F7403CA9A2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997000" y="1389243"/>
                <a:ext cx="937746" cy="2358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B5E6B1C4-4F46-F9B9-BF38-3225DD211C7E}"/>
              </a:ext>
            </a:extLst>
          </p:cNvPr>
          <p:cNvSpPr/>
          <p:nvPr/>
        </p:nvSpPr>
        <p:spPr bwMode="gray">
          <a:xfrm>
            <a:off x="8369940" y="2577161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9513DFD-E220-A18F-011B-F79D5E3CAEBB}"/>
                  </a:ext>
                </a:extLst>
              </p:cNvPr>
              <p:cNvSpPr txBox="1"/>
              <p:nvPr/>
            </p:nvSpPr>
            <p:spPr bwMode="gray">
              <a:xfrm>
                <a:off x="8438031" y="2536354"/>
                <a:ext cx="812485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𝕀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&gt;0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9513DFD-E220-A18F-011B-F79D5E3CAE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438031" y="2536354"/>
                <a:ext cx="812485" cy="21544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35DF66FB-6667-3949-999C-D6C252F895BF}"/>
                  </a:ext>
                </a:extLst>
              </p:cNvPr>
              <p:cNvSpPr/>
              <p:nvPr/>
            </p:nvSpPr>
            <p:spPr bwMode="gray">
              <a:xfrm>
                <a:off x="8324939" y="2968426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35DF66FB-6667-3949-999C-D6C252F895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324939" y="2968426"/>
                <a:ext cx="216000" cy="216000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1D4185B-28C6-F85D-0D28-8C081A79D649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 bwMode="gray">
          <a:xfrm flipH="1">
            <a:off x="8432939" y="2703160"/>
            <a:ext cx="1" cy="26526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61D5AC89-9473-972D-CAB6-8AFBD81C7D54}"/>
                  </a:ext>
                </a:extLst>
              </p:cNvPr>
              <p:cNvSpPr/>
              <p:nvPr/>
            </p:nvSpPr>
            <p:spPr bwMode="gray">
              <a:xfrm>
                <a:off x="7408060" y="1587375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61D5AC89-9473-972D-CAB6-8AFBD81C7D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408060" y="1587375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ectangle 14">
            <a:extLst>
              <a:ext uri="{FF2B5EF4-FFF2-40B4-BE49-F238E27FC236}">
                <a16:creationId xmlns:a16="http://schemas.microsoft.com/office/drawing/2014/main" id="{DEC10D3A-89BD-3142-7AF9-96444B5E9B2B}"/>
              </a:ext>
            </a:extLst>
          </p:cNvPr>
          <p:cNvSpPr/>
          <p:nvPr/>
        </p:nvSpPr>
        <p:spPr bwMode="gray">
          <a:xfrm>
            <a:off x="7453060" y="1132273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ECAF673-6AE2-B002-B6E0-6CA49FA48E61}"/>
              </a:ext>
            </a:extLst>
          </p:cNvPr>
          <p:cNvCxnSpPr>
            <a:cxnSpLocks/>
            <a:stCxn id="15" idx="2"/>
            <a:endCxn id="14" idx="0"/>
          </p:cNvCxnSpPr>
          <p:nvPr/>
        </p:nvCxnSpPr>
        <p:spPr bwMode="gray">
          <a:xfrm>
            <a:off x="7516060" y="1258272"/>
            <a:ext cx="0" cy="32910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432AC8-C127-E98B-CFB4-0979CE7D00AA}"/>
                  </a:ext>
                </a:extLst>
              </p:cNvPr>
              <p:cNvSpPr txBox="1"/>
              <p:nvPr/>
            </p:nvSpPr>
            <p:spPr bwMode="gray">
              <a:xfrm>
                <a:off x="6744954" y="1091605"/>
                <a:ext cx="812485" cy="2168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𝑭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432AC8-C127-E98B-CFB4-0979CE7D0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44954" y="1091605"/>
                <a:ext cx="812485" cy="2168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937266B-88DF-9650-5344-333DE3FA5A13}"/>
              </a:ext>
            </a:extLst>
          </p:cNvPr>
          <p:cNvCxnSpPr>
            <a:cxnSpLocks/>
            <a:stCxn id="14" idx="4"/>
            <a:endCxn id="20" idx="0"/>
          </p:cNvCxnSpPr>
          <p:nvPr/>
        </p:nvCxnSpPr>
        <p:spPr bwMode="gray">
          <a:xfrm>
            <a:off x="7516060" y="1803375"/>
            <a:ext cx="4501" cy="378471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371CD632-236C-F42D-DF8C-627B39FE8272}"/>
                  </a:ext>
                </a:extLst>
              </p:cNvPr>
              <p:cNvSpPr/>
              <p:nvPr/>
            </p:nvSpPr>
            <p:spPr bwMode="gray">
              <a:xfrm>
                <a:off x="7412560" y="2561337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371CD632-236C-F42D-DF8C-627B39FE827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412560" y="2561337"/>
                <a:ext cx="216000" cy="216000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 19">
            <a:extLst>
              <a:ext uri="{FF2B5EF4-FFF2-40B4-BE49-F238E27FC236}">
                <a16:creationId xmlns:a16="http://schemas.microsoft.com/office/drawing/2014/main" id="{C34FD53F-9143-7798-98B4-013145291E46}"/>
              </a:ext>
            </a:extLst>
          </p:cNvPr>
          <p:cNvSpPr/>
          <p:nvPr/>
        </p:nvSpPr>
        <p:spPr bwMode="gray">
          <a:xfrm>
            <a:off x="7457561" y="2181846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377E620-6CB0-FAAF-EBE7-30FA3C14D78A}"/>
              </a:ext>
            </a:extLst>
          </p:cNvPr>
          <p:cNvCxnSpPr>
            <a:cxnSpLocks/>
            <a:stCxn id="20" idx="2"/>
            <a:endCxn id="19" idx="0"/>
          </p:cNvCxnSpPr>
          <p:nvPr/>
        </p:nvCxnSpPr>
        <p:spPr bwMode="gray">
          <a:xfrm flipH="1">
            <a:off x="7520560" y="2307845"/>
            <a:ext cx="1" cy="253492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039C4D5-DCDA-AF22-B91B-19D9C56BABE3}"/>
              </a:ext>
            </a:extLst>
          </p:cNvPr>
          <p:cNvCxnSpPr>
            <a:cxnSpLocks/>
            <a:stCxn id="24" idx="0"/>
            <a:endCxn id="19" idx="4"/>
          </p:cNvCxnSpPr>
          <p:nvPr/>
        </p:nvCxnSpPr>
        <p:spPr bwMode="gray">
          <a:xfrm flipV="1">
            <a:off x="7519258" y="2777337"/>
            <a:ext cx="1302" cy="23728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98FB612-AEC4-FDCC-D284-69C25817EFC1}"/>
                  </a:ext>
                </a:extLst>
              </p:cNvPr>
              <p:cNvSpPr txBox="1"/>
              <p:nvPr/>
            </p:nvSpPr>
            <p:spPr bwMode="gray">
              <a:xfrm>
                <a:off x="6563782" y="2141820"/>
                <a:ext cx="817003" cy="2358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8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𝑭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8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98FB612-AEC4-FDCC-D284-69C25817EF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563782" y="2141820"/>
                <a:ext cx="817003" cy="235898"/>
              </a:xfrm>
              <a:prstGeom prst="rect">
                <a:avLst/>
              </a:prstGeom>
              <a:blipFill>
                <a:blip r:embed="rId10"/>
                <a:stretch>
                  <a:fillRect r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Rectangle 23">
            <a:extLst>
              <a:ext uri="{FF2B5EF4-FFF2-40B4-BE49-F238E27FC236}">
                <a16:creationId xmlns:a16="http://schemas.microsoft.com/office/drawing/2014/main" id="{414B0622-ACB6-4628-F4D7-009E11C34E3A}"/>
              </a:ext>
            </a:extLst>
          </p:cNvPr>
          <p:cNvSpPr/>
          <p:nvPr/>
        </p:nvSpPr>
        <p:spPr bwMode="gray">
          <a:xfrm>
            <a:off x="7456258" y="3014617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6EDA7BB-1CE7-693A-64CD-7D3F501FDF4F}"/>
                  </a:ext>
                </a:extLst>
              </p:cNvPr>
              <p:cNvSpPr txBox="1"/>
              <p:nvPr/>
            </p:nvSpPr>
            <p:spPr bwMode="gray">
              <a:xfrm>
                <a:off x="6894871" y="2968982"/>
                <a:ext cx="601652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𝕀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&gt;0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6EDA7BB-1CE7-693A-64CD-7D3F501FDF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894871" y="2968982"/>
                <a:ext cx="601652" cy="21544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ounded Rectangle 25">
                <a:extLst>
                  <a:ext uri="{FF2B5EF4-FFF2-40B4-BE49-F238E27FC236}">
                    <a16:creationId xmlns:a16="http://schemas.microsoft.com/office/drawing/2014/main" id="{B3FEC12F-F850-CD28-1B05-90A993066792}"/>
                  </a:ext>
                </a:extLst>
              </p:cNvPr>
              <p:cNvSpPr/>
              <p:nvPr/>
            </p:nvSpPr>
            <p:spPr bwMode="gray">
              <a:xfrm>
                <a:off x="6425749" y="1936782"/>
                <a:ext cx="1704320" cy="1289092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Rounded Rectangle 25">
                <a:extLst>
                  <a:ext uri="{FF2B5EF4-FFF2-40B4-BE49-F238E27FC236}">
                    <a16:creationId xmlns:a16="http://schemas.microsoft.com/office/drawing/2014/main" id="{B3FEC12F-F850-CD28-1B05-90A9930667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425749" y="1936782"/>
                <a:ext cx="1704320" cy="1289092"/>
              </a:xfrm>
              <a:prstGeom prst="round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E444EA8-5465-80F6-FB5A-0A2FEFA8FBFA}"/>
              </a:ext>
            </a:extLst>
          </p:cNvPr>
          <p:cNvCxnSpPr>
            <a:cxnSpLocks/>
          </p:cNvCxnSpPr>
          <p:nvPr/>
        </p:nvCxnSpPr>
        <p:spPr bwMode="gray">
          <a:xfrm>
            <a:off x="7416921" y="1300908"/>
            <a:ext cx="0" cy="31298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 Placeholder 53">
                <a:extLst>
                  <a:ext uri="{FF2B5EF4-FFF2-40B4-BE49-F238E27FC236}">
                    <a16:creationId xmlns:a16="http://schemas.microsoft.com/office/drawing/2014/main" id="{C10D404E-0CF7-2A69-09C8-CA0CEC451BE0}"/>
                  </a:ext>
                </a:extLst>
              </p:cNvPr>
              <p:cNvSpPr txBox="1">
                <a:spLocks/>
              </p:cNvSpPr>
              <p:nvPr/>
            </p:nvSpPr>
            <p:spPr bwMode="gray">
              <a:xfrm>
                <a:off x="6989738" y="1304066"/>
                <a:ext cx="427183" cy="200688"/>
              </a:xfrm>
              <a:prstGeom prst="rect">
                <a:avLst/>
              </a:prstGeom>
            </p:spPr>
            <p:txBody>
              <a:bodyPr/>
              <a:lstStyle>
                <a:lvl1pPr marL="268288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■"/>
                  <a:defRPr sz="14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36575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□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06450" indent="-269875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–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27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rabicPeriod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lphaLcParenR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100000"/>
                  <a:buFont typeface="+mj-lt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90000"/>
                  <a:buFont typeface="Arial" panose="020B0604020202020204" pitchFamily="34" charset="0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1,0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DE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9" name="Text Placeholder 53">
                <a:extLst>
                  <a:ext uri="{FF2B5EF4-FFF2-40B4-BE49-F238E27FC236}">
                    <a16:creationId xmlns:a16="http://schemas.microsoft.com/office/drawing/2014/main" id="{C10D404E-0CF7-2A69-09C8-CA0CEC451B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989738" y="1304066"/>
                <a:ext cx="427183" cy="20068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0C98716-3AB1-CEA1-3E15-746DAA041047}"/>
              </a:ext>
            </a:extLst>
          </p:cNvPr>
          <p:cNvCxnSpPr>
            <a:cxnSpLocks/>
          </p:cNvCxnSpPr>
          <p:nvPr/>
        </p:nvCxnSpPr>
        <p:spPr bwMode="gray">
          <a:xfrm flipV="1">
            <a:off x="7416921" y="1803375"/>
            <a:ext cx="0" cy="33659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 Placeholder 53">
                <a:extLst>
                  <a:ext uri="{FF2B5EF4-FFF2-40B4-BE49-F238E27FC236}">
                    <a16:creationId xmlns:a16="http://schemas.microsoft.com/office/drawing/2014/main" id="{DC27DC01-1477-E83A-7C13-6A87A9C9EC0F}"/>
                  </a:ext>
                </a:extLst>
              </p:cNvPr>
              <p:cNvSpPr txBox="1">
                <a:spLocks/>
              </p:cNvSpPr>
              <p:nvPr/>
            </p:nvSpPr>
            <p:spPr bwMode="gray">
              <a:xfrm>
                <a:off x="6983296" y="1938617"/>
                <a:ext cx="377893" cy="254102"/>
              </a:xfrm>
              <a:prstGeom prst="rect">
                <a:avLst/>
              </a:prstGeom>
            </p:spPr>
            <p:txBody>
              <a:bodyPr/>
              <a:lstStyle>
                <a:lvl1pPr marL="268288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■"/>
                  <a:defRPr sz="14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36575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□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06450" indent="-269875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–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27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rabicPeriod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lphaLcParenR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100000"/>
                  <a:buFont typeface="+mj-lt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90000"/>
                  <a:buFont typeface="Arial" panose="020B0604020202020204" pitchFamily="34" charset="0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1,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DE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" name="Text Placeholder 53">
                <a:extLst>
                  <a:ext uri="{FF2B5EF4-FFF2-40B4-BE49-F238E27FC236}">
                    <a16:creationId xmlns:a16="http://schemas.microsoft.com/office/drawing/2014/main" id="{DC27DC01-1477-E83A-7C13-6A87A9C9EC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983296" y="1938617"/>
                <a:ext cx="377893" cy="25410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7C23250-E9CE-E7B7-5471-F4DE0F99BFAB}"/>
              </a:ext>
            </a:extLst>
          </p:cNvPr>
          <p:cNvCxnSpPr>
            <a:cxnSpLocks/>
          </p:cNvCxnSpPr>
          <p:nvPr/>
        </p:nvCxnSpPr>
        <p:spPr bwMode="gray">
          <a:xfrm>
            <a:off x="8540939" y="1781687"/>
            <a:ext cx="0" cy="31298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 Placeholder 53">
                <a:extLst>
                  <a:ext uri="{FF2B5EF4-FFF2-40B4-BE49-F238E27FC236}">
                    <a16:creationId xmlns:a16="http://schemas.microsoft.com/office/drawing/2014/main" id="{BF163D47-35CF-7C29-7518-83841E3976E5}"/>
                  </a:ext>
                </a:extLst>
              </p:cNvPr>
              <p:cNvSpPr txBox="1">
                <a:spLocks/>
              </p:cNvSpPr>
              <p:nvPr/>
            </p:nvSpPr>
            <p:spPr bwMode="gray">
              <a:xfrm>
                <a:off x="8522218" y="1767005"/>
                <a:ext cx="427183" cy="200688"/>
              </a:xfrm>
              <a:prstGeom prst="rect">
                <a:avLst/>
              </a:prstGeom>
            </p:spPr>
            <p:txBody>
              <a:bodyPr/>
              <a:lstStyle>
                <a:lvl1pPr marL="268288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■"/>
                  <a:defRPr sz="14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36575" indent="-268288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□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06450" indent="-269875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80000"/>
                  <a:buFont typeface="Arial" panose="020B0604020202020204" pitchFamily="34" charset="0"/>
                  <a:buChar char="–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27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rabicPeriod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540000" indent="-270000" algn="l" defTabSz="914400" rtl="0" eaLnBrk="1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100000"/>
                  <a:buFont typeface="+mj-lt"/>
                  <a:buAutoNum type="alphaLcParenR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100000"/>
                  <a:buFont typeface="+mj-lt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6pPr>
                <a:lvl7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Clr>
                    <a:schemeClr val="accent1"/>
                  </a:buClr>
                  <a:buSzPct val="90000"/>
                  <a:buFont typeface="Arial" panose="020B0604020202020204" pitchFamily="34" charset="0"/>
                  <a:buNone/>
                  <a:defRPr sz="160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7pPr>
                <a:lvl8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8pPr>
                <a:lvl9pPr marL="0" indent="0" algn="l" defTabSz="914400" rtl="0" eaLnBrk="1" latinLnBrk="0" hangingPunct="1">
                  <a:lnSpc>
                    <a:spcPct val="100000"/>
                  </a:lnSpc>
                  <a:spcBef>
                    <a:spcPts val="400"/>
                  </a:spcBef>
                  <a:spcAft>
                    <a:spcPts val="400"/>
                  </a:spcAft>
                  <a:buFont typeface="Arial" panose="020B0604020202020204" pitchFamily="34" charset="0"/>
                  <a:buNone/>
                  <a:defRPr sz="1600" b="0" kern="1200" cap="all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DE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8" name="Text Placeholder 53">
                <a:extLst>
                  <a:ext uri="{FF2B5EF4-FFF2-40B4-BE49-F238E27FC236}">
                    <a16:creationId xmlns:a16="http://schemas.microsoft.com/office/drawing/2014/main" id="{BF163D47-35CF-7C29-7518-83841E3976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522218" y="1767005"/>
                <a:ext cx="427183" cy="20068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B3FB766-DD4C-2E7C-4686-1EA3610FA78A}"/>
                  </a:ext>
                </a:extLst>
              </p:cNvPr>
              <p:cNvSpPr txBox="1"/>
              <p:nvPr/>
            </p:nvSpPr>
            <p:spPr bwMode="gray">
              <a:xfrm>
                <a:off x="2034073" y="3596015"/>
                <a:ext cx="3331557" cy="3007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sz="12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12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̃"/>
                                  <m:ctrlPr>
                                    <a:rPr lang="en-US" sz="12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2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𝑲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acc>
                            <m:accPr>
                              <m:chr m:val="̃"/>
                              <m:ctrlPr>
                                <a:rPr lang="en-US" sz="12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sz="12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1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12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̃"/>
                                  <m:ctrlPr>
                                    <a:rPr lang="en-US" sz="1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𝑲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sz="1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𝒌</m:t>
                          </m:r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B3FB766-DD4C-2E7C-4686-1EA3610FA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034073" y="3596015"/>
                <a:ext cx="3331557" cy="300788"/>
              </a:xfrm>
              <a:prstGeom prst="rect">
                <a:avLst/>
              </a:prstGeom>
              <a:blipFill>
                <a:blip r:embed="rId16"/>
                <a:stretch>
                  <a:fillRect b="-4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0ADC198C-1315-C827-B3BB-45F7F80D8350}"/>
                  </a:ext>
                </a:extLst>
              </p:cNvPr>
              <p:cNvSpPr txBox="1"/>
              <p:nvPr/>
            </p:nvSpPr>
            <p:spPr bwMode="gray">
              <a:xfrm>
                <a:off x="1350031" y="4014001"/>
                <a:ext cx="1420483" cy="10214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𝑲</m:t>
                      </m:r>
                      <m:r>
                        <a:rPr lang="en-US" sz="12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brk m:alnAt="7"/>
                                      </m:rP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sz="12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  <m:e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0ADC198C-1315-C827-B3BB-45F7F80D8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350031" y="4014001"/>
                <a:ext cx="1420483" cy="102149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D392F82-80CA-1296-CBC5-A0F7AEA27236}"/>
                  </a:ext>
                </a:extLst>
              </p:cNvPr>
              <p:cNvSpPr txBox="1"/>
              <p:nvPr/>
            </p:nvSpPr>
            <p:spPr bwMode="gray">
              <a:xfrm>
                <a:off x="3333080" y="4044650"/>
                <a:ext cx="566442" cy="9601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D392F82-80CA-1296-CBC5-A0F7AEA27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333080" y="4044650"/>
                <a:ext cx="566442" cy="960199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888577FA-CB43-BBCA-49DE-BBBD9FEB83E1}"/>
              </a:ext>
            </a:extLst>
          </p:cNvPr>
          <p:cNvSpPr/>
          <p:nvPr/>
        </p:nvSpPr>
        <p:spPr bwMode="gray">
          <a:xfrm>
            <a:off x="1405988" y="4047826"/>
            <a:ext cx="1392027" cy="960198"/>
          </a:xfrm>
          <a:prstGeom prst="round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CDF54506-9E9A-5C04-0D62-5CF9EF2AF68B}"/>
              </a:ext>
            </a:extLst>
          </p:cNvPr>
          <p:cNvSpPr/>
          <p:nvPr/>
        </p:nvSpPr>
        <p:spPr bwMode="gray">
          <a:xfrm>
            <a:off x="3226235" y="3657947"/>
            <a:ext cx="160702" cy="207863"/>
          </a:xfrm>
          <a:prstGeom prst="round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9471824-F463-83ED-358A-B20A008DDC4E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 bwMode="gray">
          <a:xfrm flipH="1">
            <a:off x="2102002" y="3865810"/>
            <a:ext cx="1204584" cy="18201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1EA6B24-C2E7-65C6-0D3E-25B8C80C2E46}"/>
              </a:ext>
            </a:extLst>
          </p:cNvPr>
          <p:cNvCxnSpPr>
            <a:cxnSpLocks/>
            <a:stCxn id="48" idx="2"/>
            <a:endCxn id="47" idx="0"/>
          </p:cNvCxnSpPr>
          <p:nvPr/>
        </p:nvCxnSpPr>
        <p:spPr bwMode="gray">
          <a:xfrm>
            <a:off x="3563981" y="3865812"/>
            <a:ext cx="67388" cy="181005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7D8A159B-E741-FE35-4A86-EA13A85A4FFB}"/>
              </a:ext>
            </a:extLst>
          </p:cNvPr>
          <p:cNvSpPr/>
          <p:nvPr/>
        </p:nvSpPr>
        <p:spPr bwMode="gray">
          <a:xfrm>
            <a:off x="3348148" y="4046817"/>
            <a:ext cx="566442" cy="960198"/>
          </a:xfrm>
          <a:prstGeom prst="roundRect">
            <a:avLst/>
          </a:prstGeom>
          <a:solidFill>
            <a:srgbClr val="0070C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2B75DCE5-7D0B-8EFE-0212-F72A678FBF1A}"/>
              </a:ext>
            </a:extLst>
          </p:cNvPr>
          <p:cNvSpPr/>
          <p:nvPr/>
        </p:nvSpPr>
        <p:spPr bwMode="gray">
          <a:xfrm>
            <a:off x="3511346" y="3648950"/>
            <a:ext cx="105269" cy="216862"/>
          </a:xfrm>
          <a:prstGeom prst="roundRect">
            <a:avLst/>
          </a:prstGeom>
          <a:solidFill>
            <a:srgbClr val="0070C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0A07B15C-A4BF-BAF0-AF99-F70805B922C9}"/>
              </a:ext>
            </a:extLst>
          </p:cNvPr>
          <p:cNvCxnSpPr>
            <a:cxnSpLocks/>
            <a:stCxn id="61" idx="0"/>
            <a:endCxn id="62" idx="2"/>
          </p:cNvCxnSpPr>
          <p:nvPr/>
        </p:nvCxnSpPr>
        <p:spPr bwMode="gray">
          <a:xfrm flipH="1" flipV="1">
            <a:off x="3738613" y="3865812"/>
            <a:ext cx="957401" cy="53118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D8BA2BD3-ED8F-4A4B-E119-EA399AF5CA79}"/>
              </a:ext>
            </a:extLst>
          </p:cNvPr>
          <p:cNvSpPr txBox="1"/>
          <p:nvPr/>
        </p:nvSpPr>
        <p:spPr bwMode="gray">
          <a:xfrm>
            <a:off x="4071981" y="4396995"/>
            <a:ext cx="1248065" cy="30413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200" dirty="0">
                <a:solidFill>
                  <a:srgbClr val="C00000"/>
                </a:solidFill>
              </a:rPr>
              <a:t>data uncertainty</a:t>
            </a:r>
            <a:endParaRPr lang="en-DE" sz="1200" dirty="0">
              <a:solidFill>
                <a:srgbClr val="C00000"/>
              </a:solidFill>
            </a:endParaRP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9E29D331-9442-16EA-5661-9E47D134B871}"/>
              </a:ext>
            </a:extLst>
          </p:cNvPr>
          <p:cNvSpPr/>
          <p:nvPr/>
        </p:nvSpPr>
        <p:spPr bwMode="gray">
          <a:xfrm>
            <a:off x="3648719" y="3648950"/>
            <a:ext cx="179788" cy="21686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2BBAD5D8-5BC1-1510-6A60-A021DB1C26A7}"/>
              </a:ext>
            </a:extLst>
          </p:cNvPr>
          <p:cNvCxnSpPr>
            <a:cxnSpLocks/>
            <a:stCxn id="64" idx="0"/>
            <a:endCxn id="65" idx="2"/>
          </p:cNvCxnSpPr>
          <p:nvPr/>
        </p:nvCxnSpPr>
        <p:spPr bwMode="gray">
          <a:xfrm flipH="1" flipV="1">
            <a:off x="4589700" y="3865811"/>
            <a:ext cx="993208" cy="20848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FAD5D636-63E0-50CE-5D8B-1107415CEF3B}"/>
              </a:ext>
            </a:extLst>
          </p:cNvPr>
          <p:cNvSpPr txBox="1"/>
          <p:nvPr/>
        </p:nvSpPr>
        <p:spPr bwMode="gray">
          <a:xfrm>
            <a:off x="4958875" y="4074296"/>
            <a:ext cx="1248065" cy="30413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200" dirty="0">
                <a:solidFill>
                  <a:srgbClr val="C00000"/>
                </a:solidFill>
              </a:rPr>
              <a:t>model uncertainty</a:t>
            </a:r>
            <a:endParaRPr lang="en-DE" sz="1200" dirty="0">
              <a:solidFill>
                <a:srgbClr val="C00000"/>
              </a:solidFill>
            </a:endParaRPr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9FFA7B54-CDBA-652C-9083-255B845E0E34}"/>
              </a:ext>
            </a:extLst>
          </p:cNvPr>
          <p:cNvSpPr/>
          <p:nvPr/>
        </p:nvSpPr>
        <p:spPr bwMode="gray">
          <a:xfrm>
            <a:off x="4002600" y="3648949"/>
            <a:ext cx="1174199" cy="21686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644008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8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4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1" grpId="0"/>
      <p:bldP spid="38" grpId="0"/>
      <p:bldP spid="40" grpId="0"/>
      <p:bldP spid="41" grpId="0"/>
      <p:bldP spid="42" grpId="0"/>
      <p:bldP spid="43" grpId="0" animBg="1"/>
      <p:bldP spid="44" grpId="0" animBg="1"/>
      <p:bldP spid="47" grpId="0" animBg="1"/>
      <p:bldP spid="48" grpId="0" animBg="1"/>
      <p:bldP spid="61" grpId="0"/>
      <p:bldP spid="62" grpId="0" animBg="1"/>
      <p:bldP spid="64" grpId="0"/>
      <p:bldP spid="6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138B2-7DBF-B88C-46F4-FC9BE1EFE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4F74C76-F7C9-9FEE-972B-367E27185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Process Classification via Message Passing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0FED9E0-A11D-67DC-EA03-6A9F4D526579}"/>
                  </a:ext>
                </a:extLst>
              </p:cNvPr>
              <p:cNvSpPr txBox="1"/>
              <p:nvPr/>
            </p:nvSpPr>
            <p:spPr bwMode="gray">
              <a:xfrm>
                <a:off x="179512" y="1243789"/>
                <a:ext cx="7309568" cy="3729061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tIns="144000" bIns="144000">
                <a:spAutoFit/>
              </a:bodyPr>
              <a:lstStyle/>
              <a:p>
                <a:r>
                  <a:rPr lang="en-US" sz="1200" b="1" dirty="0"/>
                  <a:t>Given</a:t>
                </a:r>
                <a:r>
                  <a:rPr lang="en-US" sz="1200" dirty="0"/>
                  <a:t>: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200" dirty="0"/>
                  <a:t> examples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200" dirty="0"/>
                  <a:t>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−1,+1</m:t>
                        </m:r>
                      </m:e>
                    </m:d>
                  </m:oMath>
                </a14:m>
                <a:r>
                  <a:rPr lang="en-US" sz="1200" b="0" dirty="0"/>
                  <a:t> and covariance function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𝒳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𝒳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endParaRPr lang="en-US" sz="1200" b="0" dirty="0"/>
              </a:p>
              <a:p>
                <a:endParaRPr lang="en-US" sz="1200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200" b="1" dirty="0"/>
                  <a:t>Initialize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en-US" sz="1200" dirty="0"/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:=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,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𝜮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en-US" sz="1200" dirty="0"/>
                  <a:t>,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𝝁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1200" b="1" dirty="0"/>
                  <a:t> </a:t>
                </a:r>
                <a:r>
                  <a:rPr lang="en-US" sz="1200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200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200" b="1" dirty="0"/>
                  <a:t>Repeat until </a:t>
                </a:r>
                <a:r>
                  <a:rPr lang="en-US" sz="1200" dirty="0"/>
                  <a:t>maximum change component-wise in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en-US" sz="1200" b="1" dirty="0"/>
                  <a:t> </a:t>
                </a:r>
                <a:r>
                  <a:rPr lang="en-US" sz="1200" dirty="0"/>
                  <a:t>and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sz="1200" dirty="0"/>
                  <a:t> is small (e.g.,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≤</m:t>
                    </m:r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en-US" sz="1200" b="0" dirty="0"/>
                  <a:t>)</a:t>
                </a:r>
              </a:p>
              <a:p>
                <a:pPr lvl="1"/>
                <a:r>
                  <a:rPr lang="en-US" sz="1200" b="1" dirty="0"/>
                  <a:t>For all</a:t>
                </a:r>
                <a:r>
                  <a:rPr lang="en-US" sz="1200" dirty="0"/>
                  <a:t>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1200" dirty="0"/>
              </a:p>
              <a:p>
                <a:pPr lvl="1"/>
                <a:r>
                  <a:rPr lang="en-US" sz="1200" dirty="0"/>
                  <a:t>	</a:t>
                </a:r>
                <a:r>
                  <a:rPr lang="en-US" sz="1200" b="1" dirty="0"/>
                  <a:t>Step 1</a:t>
                </a:r>
                <a:r>
                  <a:rPr lang="en-US" sz="1200" dirty="0"/>
                  <a:t>: Copy the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1200" dirty="0" err="1"/>
                  <a:t>-th</a:t>
                </a:r>
                <a:r>
                  <a:rPr lang="en-US" sz="1200" dirty="0"/>
                  <a:t> column of </a:t>
                </a:r>
                <a14:m>
                  <m:oMath xmlns:m="http://schemas.openxmlformats.org/officeDocument/2006/math">
                    <m:r>
                      <a:rPr lang="en-US" sz="1200" b="1" i="1">
                        <a:latin typeface="Cambria Math" panose="02040503050406030204" pitchFamily="18" charset="0"/>
                      </a:rPr>
                      <m:t>𝜮</m:t>
                    </m:r>
                  </m:oMath>
                </a14:m>
                <a:r>
                  <a:rPr lang="en-US" sz="1200" dirty="0"/>
                  <a:t> into </a:t>
                </a:r>
                <a14:m>
                  <m:oMath xmlns:m="http://schemas.openxmlformats.org/officeDocument/2006/math">
                    <m:r>
                      <a:rPr lang="en-US" sz="1200" b="1" i="1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sz="1200" b="1" i="1">
                        <a:latin typeface="Cambria Math" panose="02040503050406030204" pitchFamily="18" charset="0"/>
                      </a:rPr>
                      <m:t>:=</m:t>
                    </m:r>
                    <m:sSub>
                      <m:sSubPr>
                        <m:ctrlPr>
                          <a:rPr lang="en-US" sz="12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𝜮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:,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br>
                  <a:rPr lang="en-US" sz="1200" dirty="0"/>
                </a:br>
                <a:r>
                  <a:rPr lang="en-US" sz="1200" dirty="0"/>
                  <a:t>	</a:t>
                </a:r>
                <a:r>
                  <a:rPr lang="en-US" sz="1200" b="1" dirty="0"/>
                  <a:t>Step 2</a:t>
                </a:r>
                <a:r>
                  <a:rPr lang="en-US" sz="1200" dirty="0"/>
                  <a:t>: Compute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𝛴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𝛴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𝛴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𝛴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en-US" sz="12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/>
                  <a:t>	</a:t>
                </a:r>
                <a:br>
                  <a:rPr lang="en-US" sz="1200" dirty="0"/>
                </a:br>
                <a:r>
                  <a:rPr lang="en-US" sz="1200" dirty="0"/>
                  <a:t>  	</a:t>
                </a:r>
                <a:r>
                  <a:rPr lang="en-US" sz="1200" b="1" dirty="0"/>
                  <a:t>Step 3</a:t>
                </a:r>
                <a:r>
                  <a:rPr lang="en-US" sz="1200" dirty="0"/>
                  <a:t>: Compute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𝑊</m:t>
                        </m:r>
                      </m:num>
                      <m:den>
                        <m:sSup>
                          <m:sSup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⋅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</m:d>
                      </m:den>
                    </m:f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𝑊</m:t>
                        </m:r>
                      </m:num>
                      <m:den>
                        <m:sSup>
                          <m:sSup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⋅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</m:d>
                      </m:den>
                    </m:f>
                  </m:oMath>
                </a14:m>
                <a:r>
                  <a:rPr lang="en-US" sz="1200" dirty="0"/>
                  <a:t> for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num>
                          <m:den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num>
                          <m:den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</m:e>
                    </m:d>
                  </m:oMath>
                </a14:m>
                <a:r>
                  <a:rPr lang="en-US" sz="1200" dirty="0"/>
                  <a:t> </a:t>
                </a:r>
              </a:p>
              <a:p>
                <a:pPr lvl="1"/>
                <a:r>
                  <a:rPr lang="en-US" sz="1200" dirty="0"/>
                  <a:t>	              Compute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new</m:t>
                        </m:r>
                      </m:sup>
                    </m:sSubSup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𝜏</m:t>
                        </m:r>
                      </m:num>
                      <m:den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𝜌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⋅</m:t>
                        </m:r>
                        <m:sSup>
                          <m:sSup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new</m:t>
                        </m:r>
                      </m:sup>
                    </m:sSubSup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𝜌</m:t>
                        </m:r>
                      </m:num>
                      <m:den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𝜌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⋅</m:t>
                        </m:r>
                        <m:sSup>
                          <m:sSup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1200" dirty="0"/>
              </a:p>
              <a:p>
                <a:pPr lvl="1"/>
                <a:r>
                  <a:rPr lang="en-US" sz="1200" dirty="0"/>
                  <a:t>	</a:t>
                </a:r>
                <a:r>
                  <a:rPr lang="en-US" sz="1200" b="1" dirty="0"/>
                  <a:t>Step 4</a:t>
                </a:r>
                <a:r>
                  <a:rPr lang="en-US" sz="1200" dirty="0"/>
                  <a:t>: Compute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=1+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120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p>
                        </m:sSub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𝛴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1200" dirty="0"/>
              </a:p>
              <a:p>
                <a:pPr lvl="1"/>
                <a:r>
                  <a:rPr lang="en-US" sz="1200" dirty="0"/>
                  <a:t> 	              Update </a:t>
                </a:r>
                <a14:m>
                  <m:oMath xmlns:m="http://schemas.openxmlformats.org/officeDocument/2006/math">
                    <m:r>
                      <a:rPr lang="en-US" sz="1200" b="1" i="1">
                        <a:latin typeface="Cambria Math" panose="02040503050406030204" pitchFamily="18" charset="0"/>
                      </a:rPr>
                      <m:t>𝜮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200" b="1" i="1">
                        <a:latin typeface="Cambria Math" panose="02040503050406030204" pitchFamily="18" charset="0"/>
                      </a:rPr>
                      <m:t>𝜮</m:t>
                    </m:r>
                    <m:r>
                      <a:rPr lang="en-US" sz="1200" b="1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120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p>
                        </m:sSub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𝑑</m:t>
                        </m:r>
                      </m:den>
                    </m:f>
                    <m:r>
                      <a:rPr lang="en-US" sz="1200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1200" b="1" i="1">
                        <a:latin typeface="Cambria Math" panose="02040503050406030204" pitchFamily="18" charset="0"/>
                      </a:rPr>
                      <m:t>𝒛</m:t>
                    </m:r>
                    <m:sSup>
                      <m:sSupPr>
                        <m:ctrlPr>
                          <a:rPr lang="en-US" sz="12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r>
                      <a:rPr lang="en-US" sz="1200" b="1" i="1">
                        <a:latin typeface="Cambria Math" panose="02040503050406030204" pitchFamily="18" charset="0"/>
                      </a:rPr>
                      <m:t>𝝁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200" b="1" i="1">
                        <a:latin typeface="Cambria Math" panose="02040503050406030204" pitchFamily="18" charset="0"/>
                      </a:rPr>
                      <m:t>𝝁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⋅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sz="1200">
                                    <a:latin typeface="Cambria Math" panose="02040503050406030204" pitchFamily="18" charset="0"/>
                                  </a:rPr>
                                  <m:t>new</m:t>
                                </m:r>
                              </m:sup>
                            </m:sSub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⋅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sz="1200">
                                    <a:latin typeface="Cambria Math" panose="02040503050406030204" pitchFamily="18" charset="0"/>
                                  </a:rPr>
                                  <m:t>new</m:t>
                                </m:r>
                              </m:sup>
                            </m:sSub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𝑑</m:t>
                        </m:r>
                      </m:den>
                    </m:f>
                    <m:r>
                      <a:rPr lang="en-US" sz="1200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1200" b="1" i="1">
                        <a:latin typeface="Cambria Math" panose="02040503050406030204" pitchFamily="18" charset="0"/>
                      </a:rPr>
                      <m:t>𝒛</m:t>
                    </m:r>
                  </m:oMath>
                </a14:m>
                <a:br>
                  <a:rPr lang="en-US" sz="1200" b="1" dirty="0"/>
                </a:br>
                <a:r>
                  <a:rPr lang="en-US" sz="1200" dirty="0"/>
                  <a:t> 	              Update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i="1">
                        <a:latin typeface="Cambria Math" panose="02040503050406030204" pitchFamily="18" charset="0"/>
                      </a:rPr>
                      <m:t>←</m:t>
                    </m:r>
                    <m:sSubSup>
                      <m:sSub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new</m:t>
                        </m:r>
                      </m:sup>
                    </m:sSubSup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i="1">
                        <a:latin typeface="Cambria Math" panose="02040503050406030204" pitchFamily="18" charset="0"/>
                      </a:rPr>
                      <m:t>←</m:t>
                    </m:r>
                    <m:sSubSup>
                      <m:sSub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new</m:t>
                        </m:r>
                      </m:sup>
                    </m:sSubSup>
                  </m:oMath>
                </a14:m>
                <a:endParaRPr lang="en-US" sz="1200" dirty="0"/>
              </a:p>
              <a:p>
                <a:pPr lvl="1"/>
                <a:r>
                  <a:rPr lang="en-US" sz="1200" b="1" dirty="0"/>
                  <a:t>End For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200" b="1" dirty="0"/>
                  <a:t>Return </a:t>
                </a:r>
                <a:r>
                  <a:rPr lang="en-US" sz="1200" dirty="0"/>
                  <a:t>Cholesky decomposition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𝑳</m:t>
                    </m:r>
                  </m:oMath>
                </a14:m>
                <a:r>
                  <a:rPr lang="en-US" sz="1200" dirty="0"/>
                  <a:t> of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𝑲</m:t>
                    </m:r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diag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Sup>
                                    <m:sSub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p>
                                  </m:sSubSup>
                                </m:e>
                              </m:mr>
                              <m:m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sSubSup>
                                    <m:sSub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p>
                                  </m:sSubSup>
                                </m:e>
                              </m:mr>
                            </m:m>
                          </m:e>
                        </m:d>
                      </m:e>
                    </m:d>
                  </m:oMath>
                </a14:m>
                <a:r>
                  <a:rPr lang="en-US" sz="1200" b="1" dirty="0"/>
                  <a:t> </a:t>
                </a:r>
                <a:r>
                  <a:rPr lang="en-US" sz="1200" dirty="0"/>
                  <a:t>and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𝜶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2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1" i="1" smtClean="0"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∖</m:t>
                    </m:r>
                    <m:d>
                      <m:dPr>
                        <m:ctrlPr>
                          <a:rPr lang="en-US" sz="12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1" i="1" smtClean="0">
                            <a:latin typeface="Cambria Math" panose="02040503050406030204" pitchFamily="18" charset="0"/>
                          </a:rPr>
                          <m:t>𝑳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∖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1200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m:rPr>
                                          <m:brk m:alnAt="7"/>
                                        </m:r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bSup>
                                    <m:sSub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p>
                                  </m:sSubSup>
                                </m:e>
                              </m:mr>
                              <m:m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sSubSup>
                                    <m:sSub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sSub>
                                        <m:sSub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p>
                                  </m:sSubSup>
                                </m:e>
                              </m:mr>
                            </m:m>
                          </m:e>
                        </m:d>
                      </m:e>
                    </m:d>
                  </m:oMath>
                </a14:m>
                <a:endParaRPr lang="en-US" sz="1200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0FED9E0-A11D-67DC-EA03-6A9F4D5265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79512" y="1243789"/>
                <a:ext cx="7309568" cy="372906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84D21AC-4F6B-F254-D554-854B66D11CA5}"/>
              </a:ext>
            </a:extLst>
          </p:cNvPr>
          <p:cNvSpPr/>
          <p:nvPr/>
        </p:nvSpPr>
        <p:spPr bwMode="gray">
          <a:xfrm>
            <a:off x="2380259" y="2499360"/>
            <a:ext cx="4040091" cy="1028843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854A9C-433C-93C0-AF4F-ABF17CEE9921}"/>
              </a:ext>
            </a:extLst>
          </p:cNvPr>
          <p:cNvSpPr txBox="1"/>
          <p:nvPr/>
        </p:nvSpPr>
        <p:spPr bwMode="gray">
          <a:xfrm>
            <a:off x="7550348" y="1640906"/>
            <a:ext cx="1486148" cy="66856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900" dirty="0">
                <a:solidFill>
                  <a:srgbClr val="C00000"/>
                </a:solidFill>
              </a:rPr>
              <a:t>Majority of algorithm is</a:t>
            </a:r>
            <a:br>
              <a:rPr lang="en-US" sz="900" dirty="0">
                <a:solidFill>
                  <a:srgbClr val="C00000"/>
                </a:solidFill>
              </a:rPr>
            </a:br>
            <a:r>
              <a:rPr lang="en-US" sz="900" dirty="0">
                <a:solidFill>
                  <a:srgbClr val="C00000"/>
                </a:solidFill>
              </a:rPr>
              <a:t>additions, </a:t>
            </a:r>
            <a:br>
              <a:rPr lang="en-US" sz="900" dirty="0">
                <a:solidFill>
                  <a:srgbClr val="C00000"/>
                </a:solidFill>
              </a:rPr>
            </a:br>
            <a:r>
              <a:rPr lang="en-US" sz="900" dirty="0">
                <a:solidFill>
                  <a:srgbClr val="C00000"/>
                </a:solidFill>
              </a:rPr>
              <a:t>multiplication,</a:t>
            </a:r>
            <a:br>
              <a:rPr lang="en-US" sz="900" dirty="0">
                <a:solidFill>
                  <a:srgbClr val="C00000"/>
                </a:solidFill>
              </a:rPr>
            </a:br>
            <a:r>
              <a:rPr lang="en-US" sz="900" dirty="0">
                <a:solidFill>
                  <a:srgbClr val="C00000"/>
                </a:solidFill>
              </a:rPr>
              <a:t>and division of scalars!</a:t>
            </a:r>
            <a:endParaRPr lang="en-DE" sz="900" dirty="0">
              <a:solidFill>
                <a:srgbClr val="C00000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902F791-56AE-35D7-EBD9-F47FFDFDFFAF}"/>
              </a:ext>
            </a:extLst>
          </p:cNvPr>
          <p:cNvCxnSpPr>
            <a:cxnSpLocks/>
            <a:stCxn id="28" idx="1"/>
          </p:cNvCxnSpPr>
          <p:nvPr/>
        </p:nvCxnSpPr>
        <p:spPr bwMode="gray">
          <a:xfrm flipH="1">
            <a:off x="6435819" y="1975190"/>
            <a:ext cx="1114529" cy="5965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50979416-FE23-1439-7F3B-7570D2CB3845}"/>
              </a:ext>
            </a:extLst>
          </p:cNvPr>
          <p:cNvSpPr/>
          <p:nvPr/>
        </p:nvSpPr>
        <p:spPr bwMode="gray">
          <a:xfrm>
            <a:off x="2283229" y="3568931"/>
            <a:ext cx="4106487" cy="285694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8235664-0646-FB02-5289-ED0EED8626BD}"/>
              </a:ext>
            </a:extLst>
          </p:cNvPr>
          <p:cNvSpPr txBox="1"/>
          <p:nvPr/>
        </p:nvSpPr>
        <p:spPr bwMode="gray">
          <a:xfrm>
            <a:off x="7543986" y="2643758"/>
            <a:ext cx="1600014" cy="66856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900" dirty="0">
                <a:solidFill>
                  <a:srgbClr val="C00000"/>
                </a:solidFill>
              </a:rPr>
              <a:t>Algorithm requires </a:t>
            </a:r>
            <a:r>
              <a:rPr lang="en-US" sz="900" b="1" dirty="0">
                <a:solidFill>
                  <a:srgbClr val="C00000"/>
                </a:solidFill>
              </a:rPr>
              <a:t>no</a:t>
            </a:r>
            <a:r>
              <a:rPr lang="en-US" sz="900" dirty="0">
                <a:solidFill>
                  <a:srgbClr val="C00000"/>
                </a:solidFill>
              </a:rPr>
              <a:t> </a:t>
            </a:r>
            <a:br>
              <a:rPr lang="en-US" sz="900" dirty="0">
                <a:solidFill>
                  <a:srgbClr val="C00000"/>
                </a:solidFill>
              </a:rPr>
            </a:br>
            <a:r>
              <a:rPr lang="en-US" sz="900" dirty="0">
                <a:solidFill>
                  <a:srgbClr val="C00000"/>
                </a:solidFill>
              </a:rPr>
              <a:t>matrix inverses – just </a:t>
            </a:r>
            <a:br>
              <a:rPr lang="en-US" sz="900" dirty="0">
                <a:solidFill>
                  <a:srgbClr val="C00000"/>
                </a:solidFill>
              </a:rPr>
            </a:br>
            <a:r>
              <a:rPr lang="en-US" sz="900" dirty="0">
                <a:solidFill>
                  <a:srgbClr val="C00000"/>
                </a:solidFill>
              </a:rPr>
              <a:t>matrix products!</a:t>
            </a:r>
            <a:endParaRPr lang="en-DE" sz="900" dirty="0">
              <a:solidFill>
                <a:srgbClr val="C00000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88E9C82-1642-21D5-A1AE-E9058A18EADC}"/>
              </a:ext>
            </a:extLst>
          </p:cNvPr>
          <p:cNvCxnSpPr>
            <a:cxnSpLocks/>
            <a:stCxn id="31" idx="2"/>
            <a:endCxn id="30" idx="3"/>
          </p:cNvCxnSpPr>
          <p:nvPr/>
        </p:nvCxnSpPr>
        <p:spPr bwMode="gray">
          <a:xfrm flipH="1">
            <a:off x="6389716" y="3312326"/>
            <a:ext cx="1954277" cy="39945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88E34704-2034-2C4D-CC71-D50D50383DDC}"/>
              </a:ext>
            </a:extLst>
          </p:cNvPr>
          <p:cNvSpPr/>
          <p:nvPr/>
        </p:nvSpPr>
        <p:spPr bwMode="gray">
          <a:xfrm>
            <a:off x="3235729" y="4163053"/>
            <a:ext cx="3336521" cy="72338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6D29EB8-A7EE-17AD-033F-13389DE91B85}"/>
                  </a:ext>
                </a:extLst>
              </p:cNvPr>
              <p:cNvSpPr txBox="1"/>
              <p:nvPr/>
            </p:nvSpPr>
            <p:spPr bwMode="gray">
              <a:xfrm>
                <a:off x="7535822" y="3646610"/>
                <a:ext cx="1600014" cy="66856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900" dirty="0">
                    <a:solidFill>
                      <a:srgbClr val="C00000"/>
                    </a:solidFill>
                  </a:rPr>
                  <a:t>Predictions at </a:t>
                </a:r>
                <a14:m>
                  <m:oMath xmlns:m="http://schemas.openxmlformats.org/officeDocument/2006/math">
                    <m:r>
                      <a:rPr lang="en-US" sz="90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900" dirty="0">
                    <a:solidFill>
                      <a:srgbClr val="C00000"/>
                    </a:solidFill>
                  </a:rPr>
                  <a:t> are done via</a:t>
                </a:r>
                <a:br>
                  <a:rPr lang="en-US" sz="900" dirty="0">
                    <a:solidFill>
                      <a:srgbClr val="C00000"/>
                    </a:solidFill>
                  </a:rPr>
                </a:br>
                <a:r>
                  <a:rPr lang="en-US" sz="900" dirty="0">
                    <a:solidFill>
                      <a:srgbClr val="C00000"/>
                    </a:solidFill>
                  </a:rPr>
                  <a:t>a truncated Gaussian with</a:t>
                </a:r>
              </a:p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9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9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9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9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sz="9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𝜶</m:t>
                      </m:r>
                    </m:oMath>
                  </m:oMathPara>
                </a14:m>
                <a:endParaRPr lang="en-US" sz="900" b="1" dirty="0">
                  <a:solidFill>
                    <a:srgbClr val="C00000"/>
                  </a:solidFill>
                </a:endParaRPr>
              </a:p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9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9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9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9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9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9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p>
                          <m:r>
                            <a:rPr lang="en-US" sz="9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9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9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sz="9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9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9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9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9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9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9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sz="9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∖</m:t>
                      </m:r>
                      <m:d>
                        <m:dPr>
                          <m:ctrlPr>
                            <a:rPr lang="en-US" sz="9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en-US" sz="9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∖</m:t>
                          </m:r>
                          <m:r>
                            <a:rPr lang="en-US" sz="9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</m:d>
                    </m:oMath>
                  </m:oMathPara>
                </a14:m>
                <a:endParaRPr lang="en-DE" sz="9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6D29EB8-A7EE-17AD-033F-13389DE91B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535822" y="3646610"/>
                <a:ext cx="1600014" cy="668568"/>
              </a:xfrm>
              <a:prstGeom prst="rect">
                <a:avLst/>
              </a:prstGeom>
              <a:blipFill>
                <a:blip r:embed="rId3"/>
                <a:stretch>
                  <a:fillRect l="-2362" t="-5660" b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669A4ED-9AFC-C5B0-1291-D649E5AAE2A8}"/>
              </a:ext>
            </a:extLst>
          </p:cNvPr>
          <p:cNvCxnSpPr>
            <a:cxnSpLocks/>
            <a:stCxn id="41" idx="2"/>
            <a:endCxn id="40" idx="3"/>
          </p:cNvCxnSpPr>
          <p:nvPr/>
        </p:nvCxnSpPr>
        <p:spPr bwMode="gray">
          <a:xfrm flipH="1">
            <a:off x="6572250" y="4315178"/>
            <a:ext cx="1763579" cy="20956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395389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" grpId="0" animBg="1"/>
      <p:bldP spid="28" grpId="0"/>
      <p:bldP spid="30" grpId="0" animBg="1"/>
      <p:bldP spid="31" grpId="0"/>
      <p:bldP spid="40" grpId="0" animBg="1"/>
      <p:bldP spid="4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7029E91-E74B-1FC3-B91D-C2D114F07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Process Classification in Pictures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B3EA603-400C-D02E-FD52-FC244ABC9A6A}"/>
                  </a:ext>
                </a:extLst>
              </p:cNvPr>
              <p:cNvSpPr txBox="1"/>
              <p:nvPr/>
            </p:nvSpPr>
            <p:spPr bwMode="gray">
              <a:xfrm>
                <a:off x="201747" y="2270253"/>
                <a:ext cx="914400" cy="31960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</a:rPr>
                        <m:t>=100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B3EA603-400C-D02E-FD52-FC244ABC9A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01747" y="2270253"/>
                <a:ext cx="914400" cy="31960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D130650-9ABE-58B4-43CF-137FBC5671D1}"/>
                  </a:ext>
                </a:extLst>
              </p:cNvPr>
              <p:cNvSpPr txBox="1"/>
              <p:nvPr/>
            </p:nvSpPr>
            <p:spPr bwMode="gray">
              <a:xfrm>
                <a:off x="201747" y="3886894"/>
                <a:ext cx="914400" cy="31960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</a:rPr>
                        <m:t>=500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D130650-9ABE-58B4-43CF-137FBC5671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01747" y="3886894"/>
                <a:ext cx="914400" cy="31960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6A9E1D0-649E-5C7D-14C1-BA7B36CB7EDC}"/>
                  </a:ext>
                </a:extLst>
              </p:cNvPr>
              <p:cNvSpPr txBox="1"/>
              <p:nvPr/>
            </p:nvSpPr>
            <p:spPr bwMode="gray">
              <a:xfrm>
                <a:off x="2043538" y="1099387"/>
                <a:ext cx="914400" cy="31960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</a:rPr>
                        <m:t>=0.1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6A9E1D0-649E-5C7D-14C1-BA7B36CB7E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043538" y="1099387"/>
                <a:ext cx="914400" cy="31960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4EF2532-4081-B983-6BEA-19527304254F}"/>
                  </a:ext>
                </a:extLst>
              </p:cNvPr>
              <p:cNvSpPr txBox="1"/>
              <p:nvPr/>
            </p:nvSpPr>
            <p:spPr bwMode="gray">
              <a:xfrm>
                <a:off x="5132836" y="1099388"/>
                <a:ext cx="914400" cy="31960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dirty="0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</a:rPr>
                        <m:t>=0.03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4EF2532-4081-B983-6BEA-1952730425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32836" y="1099388"/>
                <a:ext cx="914400" cy="31960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 descr="A close-up of a graph&#10;&#10;AI-generated content may be incorrect.">
            <a:extLst>
              <a:ext uri="{FF2B5EF4-FFF2-40B4-BE49-F238E27FC236}">
                <a16:creationId xmlns:a16="http://schemas.microsoft.com/office/drawing/2014/main" id="{3B8FAF30-6921-0A5D-76E6-7117F93AF7E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72" r="13104"/>
          <a:stretch>
            <a:fillRect/>
          </a:stretch>
        </p:blipFill>
        <p:spPr>
          <a:xfrm>
            <a:off x="4335882" y="3319316"/>
            <a:ext cx="1988211" cy="1822599"/>
          </a:xfrm>
          <a:prstGeom prst="rect">
            <a:avLst/>
          </a:prstGeom>
        </p:spPr>
      </p:pic>
      <p:pic>
        <p:nvPicPr>
          <p:cNvPr id="14" name="Picture 13" descr="A diagram of a graph&#10;&#10;AI-generated content may be incorrect.">
            <a:extLst>
              <a:ext uri="{FF2B5EF4-FFF2-40B4-BE49-F238E27FC236}">
                <a16:creationId xmlns:a16="http://schemas.microsoft.com/office/drawing/2014/main" id="{130B881A-094C-EE59-799C-6D396093F41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42" r="13433"/>
          <a:stretch>
            <a:fillRect/>
          </a:stretch>
        </p:blipFill>
        <p:spPr>
          <a:xfrm>
            <a:off x="1588482" y="3307653"/>
            <a:ext cx="1988211" cy="1822599"/>
          </a:xfrm>
          <a:prstGeom prst="rect">
            <a:avLst/>
          </a:prstGeom>
        </p:spPr>
      </p:pic>
      <p:pic>
        <p:nvPicPr>
          <p:cNvPr id="16" name="Picture 15" descr="A graph of a function&#10;&#10;AI-generated content may be incorrect.">
            <a:extLst>
              <a:ext uri="{FF2B5EF4-FFF2-40B4-BE49-F238E27FC236}">
                <a16:creationId xmlns:a16="http://schemas.microsoft.com/office/drawing/2014/main" id="{76757CD9-DFD5-DB08-BC84-28A96B72CCA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22" r="16245"/>
          <a:stretch>
            <a:fillRect/>
          </a:stretch>
        </p:blipFill>
        <p:spPr>
          <a:xfrm>
            <a:off x="4335882" y="1312612"/>
            <a:ext cx="2056718" cy="2089121"/>
          </a:xfrm>
          <a:prstGeom prst="rect">
            <a:avLst/>
          </a:prstGeom>
        </p:spPr>
      </p:pic>
      <p:pic>
        <p:nvPicPr>
          <p:cNvPr id="18" name="Picture 17" descr="A graph of a function&#10;&#10;AI-generated content may be incorrect.">
            <a:extLst>
              <a:ext uri="{FF2B5EF4-FFF2-40B4-BE49-F238E27FC236}">
                <a16:creationId xmlns:a16="http://schemas.microsoft.com/office/drawing/2014/main" id="{A39D9E8F-4233-B8D9-697E-D67E321A1C4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03" r="15564"/>
          <a:stretch>
            <a:fillRect/>
          </a:stretch>
        </p:blipFill>
        <p:spPr>
          <a:xfrm>
            <a:off x="1554229" y="1312612"/>
            <a:ext cx="2056718" cy="208911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D0B769B-0EA4-D99E-B8B4-85CB2225B35F}"/>
                  </a:ext>
                </a:extLst>
              </p:cNvPr>
              <p:cNvSpPr txBox="1"/>
              <p:nvPr/>
            </p:nvSpPr>
            <p:spPr bwMode="gray">
              <a:xfrm>
                <a:off x="6680532" y="1604816"/>
                <a:ext cx="2004380" cy="71844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200" b="1" dirty="0"/>
                  <a:t>RBF Covariance Function</a:t>
                </a: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′</m:t>
                                              </m:r>
                                            </m:sup>
                                          </m:s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𝜆</m:t>
                                      </m:r>
                                    </m:e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DE" sz="1200" dirty="0" err="1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D0B769B-0EA4-D99E-B8B4-85CB2225B3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80532" y="1604816"/>
                <a:ext cx="2004380" cy="718445"/>
              </a:xfrm>
              <a:prstGeom prst="rect">
                <a:avLst/>
              </a:prstGeom>
              <a:blipFill>
                <a:blip r:embed="rId11"/>
                <a:stretch>
                  <a:fillRect l="-1250" t="-1695" r="-625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963758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/>
      <p:bldP spid="24" grpId="0"/>
      <p:bldP spid="25" grpId="0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xfrm>
            <a:off x="358774" y="1239838"/>
            <a:ext cx="7165553" cy="3563938"/>
          </a:xfrm>
          <a:prstGeom prst="rect">
            <a:avLst/>
          </a:prstGeom>
        </p:spPr>
        <p:txBody>
          <a:bodyPr/>
          <a:lstStyle/>
          <a:p>
            <a:pPr marL="342900" indent="-342900"/>
            <a:r>
              <a:rPr lang="en-US" altLang="en-DE" b="1" dirty="0"/>
              <a:t>Gaussian Processes</a:t>
            </a:r>
          </a:p>
          <a:p>
            <a:pPr marL="614125" lvl="1" indent="-342900"/>
            <a:r>
              <a:rPr lang="en-US" altLang="en-DE" sz="1200" dirty="0"/>
              <a:t>Distribution over space of functions rather than function parameters</a:t>
            </a:r>
          </a:p>
          <a:p>
            <a:pPr marL="614125" lvl="1" indent="-342900"/>
            <a:r>
              <a:rPr lang="en-US" altLang="en-DE" sz="1200" dirty="0"/>
              <a:t>Gaussian process can be modelled via a graphical mode</a:t>
            </a:r>
          </a:p>
          <a:p>
            <a:pPr marL="614125" lvl="1" indent="-342900"/>
            <a:r>
              <a:rPr lang="en-US" altLang="en-DE" sz="1200" dirty="0"/>
              <a:t>Gaussian process regression follows from standard message passing </a:t>
            </a:r>
          </a:p>
          <a:p>
            <a:pPr marL="614125" lvl="1" indent="-342900"/>
            <a:r>
              <a:rPr lang="en-US" altLang="en-DE" sz="1200" dirty="0"/>
              <a:t>Gaussian Process models are equivalent to linear basis function models with a different parameterization (</a:t>
            </a:r>
            <a:r>
              <a:rPr lang="en-US" altLang="en-DE" sz="1200"/>
              <a:t>covariance functions </a:t>
            </a:r>
            <a:r>
              <a:rPr lang="en-US" altLang="en-DE" sz="1200" dirty="0"/>
              <a:t>instead of basis functions!)</a:t>
            </a:r>
          </a:p>
          <a:p>
            <a:pPr marL="614125" lvl="1" indent="-342900"/>
            <a:endParaRPr lang="en-US" altLang="en-DE" sz="1200" dirty="0"/>
          </a:p>
          <a:p>
            <a:pPr marL="342900" indent="-342900"/>
            <a:r>
              <a:rPr lang="en-US" altLang="en-DE" b="1" dirty="0"/>
              <a:t>Gaussian Process Classification</a:t>
            </a:r>
          </a:p>
          <a:p>
            <a:pPr marL="614125" lvl="1" indent="-342900"/>
            <a:r>
              <a:rPr lang="en-US" altLang="en-DE" sz="1200" dirty="0"/>
              <a:t>Since the likelihood is no longer Gaussian, we approximate the posterior Gaussian process</a:t>
            </a:r>
          </a:p>
          <a:p>
            <a:pPr marL="614125" lvl="1" indent="-342900"/>
            <a:r>
              <a:rPr lang="en-US" altLang="en-DE" sz="1200" dirty="0"/>
              <a:t>We can use the same approximate message passing (expectation propagation) as in Bayesian linear classification</a:t>
            </a:r>
          </a:p>
          <a:p>
            <a:pPr marL="614125" lvl="1" indent="-342900"/>
            <a:r>
              <a:rPr lang="en-US" altLang="en-DE" sz="1200" dirty="0"/>
              <a:t>Many approximation schemes exist; for example the Laplace approximation (Kuss et al., 2005)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577818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95A78-AF1F-9919-6BD3-B514AC01C6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See you next week!</a:t>
            </a:r>
          </a:p>
        </p:txBody>
      </p:sp>
    </p:spTree>
    <p:extLst>
      <p:ext uri="{BB962C8B-B14F-4D97-AF65-F5344CB8AC3E}">
        <p14:creationId xmlns:p14="http://schemas.microsoft.com/office/powerpoint/2010/main" val="2254199682"/>
      </p:ext>
    </p:extLst>
  </p:cSld>
  <p:clrMapOvr>
    <a:masterClrMapping/>
  </p:clrMapOvr>
  <p:transition spd="slow">
    <p:wipe dir="d"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97527d9a80d1c254cf63ecdbcf5c3445e7cf98d"/>
  <p:tag name="ISPRING_RESOURCE_PATHS_HASH_PRESENTER" val="4e1bfdeb97ccc69d6713ba8104020d1f1a3d866"/>
</p:tagLst>
</file>

<file path=ppt/theme/theme1.xml><?xml version="1.0" encoding="utf-8"?>
<a:theme xmlns:a="http://schemas.openxmlformats.org/drawingml/2006/main" name="TEMPLATE DEF Faculty v2022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Test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300"/>
          </a:spcBef>
          <a:spcAft>
            <a:spcPts val="3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6FB9D42F-8EB8-CB48-9592-79FD87A1DA1C}" vid="{A31A4D81-7FD5-5F41-984E-52906FC1C983}"/>
    </a:ext>
  </a:extLst>
</a:theme>
</file>

<file path=ppt/theme/theme2.xml><?xml version="1.0" encoding="utf-8"?>
<a:theme xmlns:a="http://schemas.openxmlformats.org/drawingml/2006/main" name="Office Theme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HPI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200"/>
          </a:spcBef>
          <a:spcAft>
            <a:spcPts val="2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050" dirty="0" err="1" smtClean="0"/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HPI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200"/>
          </a:spcBef>
          <a:spcAft>
            <a:spcPts val="2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050" dirty="0" smtClean="0"/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 DEF Faculty v2022</Template>
  <TotalTime>27680</TotalTime>
  <Words>1849</Words>
  <Application>Microsoft Macintosh PowerPoint</Application>
  <PresentationFormat>On-screen Show (16:9)</PresentationFormat>
  <Paragraphs>416</Paragraphs>
  <Slides>24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Cambria Math</vt:lpstr>
      <vt:lpstr>Open Sans</vt:lpstr>
      <vt:lpstr>Verdana</vt:lpstr>
      <vt:lpstr>TEMPLATE DEF Faculty v2022</vt:lpstr>
      <vt:lpstr>Introduction to Probabilistic Machine Learning</vt:lpstr>
      <vt:lpstr>Overview</vt:lpstr>
      <vt:lpstr>Overview</vt:lpstr>
      <vt:lpstr>Distribution over Functions</vt:lpstr>
      <vt:lpstr>Gaussian Processes</vt:lpstr>
      <vt:lpstr>Sampling Multivariate Gaussians</vt:lpstr>
      <vt:lpstr>Gaussian Process: Example</vt:lpstr>
      <vt:lpstr>Overview</vt:lpstr>
      <vt:lpstr>Gaussian Process Regression as Factor Graph</vt:lpstr>
      <vt:lpstr>Gaussian Process Regression via Message Passing</vt:lpstr>
      <vt:lpstr>Mixed Multivariate Gaussian Multiplication</vt:lpstr>
      <vt:lpstr>Inverse of a Partitioned Matrix</vt:lpstr>
      <vt:lpstr>Gaussian Process Regression: Example</vt:lpstr>
      <vt:lpstr>Overview</vt:lpstr>
      <vt:lpstr>Bayesian Linear Regression as Gaussian Process</vt:lpstr>
      <vt:lpstr>Gaussian Processes: Weight Space View</vt:lpstr>
      <vt:lpstr>Constructing Covariance Functions</vt:lpstr>
      <vt:lpstr>Overview</vt:lpstr>
      <vt:lpstr>Gaussian Process Classification as Factor Graph</vt:lpstr>
      <vt:lpstr>Gaussian Process Classification via Message Passing </vt:lpstr>
      <vt:lpstr>Gaussian Process Classification via Message Passing </vt:lpstr>
      <vt:lpstr>Gaussian Process Classification in Pictures</vt:lpstr>
      <vt:lpstr>Summary</vt:lpstr>
      <vt:lpstr>See you next week!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Programmiertechnik I</dc:title>
  <dc:creator>Ralf Herbrich</dc:creator>
  <cp:lastModifiedBy>Herbrich, Ralf</cp:lastModifiedBy>
  <cp:revision>233</cp:revision>
  <cp:lastPrinted>2014-05-07T12:19:03Z</cp:lastPrinted>
  <dcterms:created xsi:type="dcterms:W3CDTF">2022-08-10T08:10:37Z</dcterms:created>
  <dcterms:modified xsi:type="dcterms:W3CDTF">2025-06-02T09:00:44Z</dcterms:modified>
</cp:coreProperties>
</file>